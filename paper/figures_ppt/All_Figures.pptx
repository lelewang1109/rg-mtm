
<file path=[Content_Types].xml><?xml version="1.0" encoding="utf-8"?>
<Types xmlns="http://schemas.openxmlformats.org/package/2006/content-types">
  <Default Extension="xml" ContentType="application/vnd.openxmlformats-package.core-properties+xml"/>
  <Default Extension="png" ContentType="image/png"/>
  <Default Extension="rels" ContentType="application/vnd.openxmlformats-package.relationships+xml"/>
  <Override PartName="/docProps/app.xml" ContentType="application/vnd.openxmlformats-officedocument.extended-properties+xml"/>
  <Override PartName="/ppt/presentation.xml" ContentType="application/vnd.openxmlformats-officedocument.presentationml.presentation.main+xml"/>
  <Override PartName="/ppt/theme/theme1.xml" ContentType="application/vnd.openxmlformats-officedocument.theme+xml"/>
  <Override PartName="/ppt/slideMasters/slideMaster1.xml" ContentType="application/vnd.openxmlformats-officedocument.presentationml.slideMaster+xml"/>
  <Override PartName="/ppt/slideMasters/theme/theme2.xml" ContentType="application/vnd.openxmlformats-officedocument.theme+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notesMasters/notesMaster1.xml" ContentType="application/vnd.openxmlformats-officedocument.presentationml.notesMaster+xml"/>
  <Override PartName="/ppt/notesMasters/theme/theme3.xml" ContentType="application/vnd.openxmlformats-officedocument.theme+xml"/>
  <Override PartName="/ppt/presProps.xml" ContentType="application/vnd.openxmlformats-officedocument.presentationml.presProps+xml"/>
  <Override PartName="/ppt/tableStyles.xml" ContentType="application/vnd.openxmlformats-officedocument.presentationml.tableStyles+xml"/>
  <Override PartName="/ppt/slides/slide1.xml" ContentType="application/vnd.openxmlformats-officedocument.presentationml.slide+xml"/>
  <Override PartName="/ppt/notesSlides/notesSlide1.xml" ContentType="application/vnd.openxmlformats-officedocument.presentationml.notesSlide+xml"/>
  <Override PartName="/ppt/main_figures/Fig1/docProps/app.xml" ContentType="application/vnd.openxmlformats-officedocument.extended-properties+xml"/>
  <Override PartName="/ppt/main_figures/Fig1/ppt/presentation.xml" ContentType="application/vnd.openxmlformats-officedocument.presentationml.presentation.main+xml"/>
  <Override PartName="/ppt/main_figures/Fig1/ppt/theme/theme1.xml" ContentType="application/vnd.openxmlformats-officedocument.theme+xml"/>
  <Override PartName="/ppt/main_figures/Fig1/ppt/slideMasters/slideMaster1.xml" ContentType="application/vnd.openxmlformats-officedocument.presentationml.slideMaster+xml"/>
  <Override PartName="/ppt/main_figures/Fig1/ppt/slideMasters/theme/theme2.xml" ContentType="application/vnd.openxmlformats-officedocument.theme+xml"/>
  <Override PartName="/ppt/main_figures/Fig1/ppt/slideLayouts/slideLayout1.xml" ContentType="application/vnd.openxmlformats-officedocument.presentationml.slideLayout+xml"/>
  <Override PartName="/ppt/main_figures/Fig1/ppt/slideLayouts/slideLayout2.xml" ContentType="application/vnd.openxmlformats-officedocument.presentationml.slideLayout+xml"/>
  <Override PartName="/ppt/main_figures/Fig1/ppt/slideLayouts/slideLayout3.xml" ContentType="application/vnd.openxmlformats-officedocument.presentationml.slideLayout+xml"/>
  <Override PartName="/ppt/main_figures/Fig1/ppt/slideLayouts/slideLayout4.xml" ContentType="application/vnd.openxmlformats-officedocument.presentationml.slideLayout+xml"/>
  <Override PartName="/ppt/main_figures/Fig1/ppt/slideLayouts/slideLayout5.xml" ContentType="application/vnd.openxmlformats-officedocument.presentationml.slideLayout+xml"/>
  <Override PartName="/ppt/main_figures/Fig1/ppt/slideLayouts/slideLayout6.xml" ContentType="application/vnd.openxmlformats-officedocument.presentationml.slideLayout+xml"/>
  <Override PartName="/ppt/main_figures/Fig1/ppt/notesMasters/notesMaster1.xml" ContentType="application/vnd.openxmlformats-officedocument.presentationml.notesMaster+xml"/>
  <Override PartName="/ppt/main_figures/Fig1/ppt/notesMasters/theme/theme3.xml" ContentType="application/vnd.openxmlformats-officedocument.theme+xml"/>
  <Override PartName="/ppt/main_figures/Fig1/ppt/presProps.xml" ContentType="application/vnd.openxmlformats-officedocument.presentationml.presProps+xml"/>
  <Override PartName="/ppt/main_figures/Fig1/ppt/tableStyles.xml" ContentType="application/vnd.openxmlformats-officedocument.presentationml.tableStyles+xml"/>
  <Override PartName="/ppt/main_figures/Fig1/ppt/slides/slide1.xml" ContentType="application/vnd.openxmlformats-officedocument.presentationml.slide+xml"/>
  <Override PartName="/ppt/main_figures/Fig1/ppt/notesSlides/notesSlide1.xml" ContentType="application/vnd.openxmlformats-officedocument.presentationml.notesSlide+xml"/>
  <Override PartName="/ppt/main_figures/Fig2/docProps/app.xml" ContentType="application/vnd.openxmlformats-officedocument.extended-properties+xml"/>
  <Override PartName="/ppt/main_figures/Fig2/docProps/core.xml" ContentType="application/vnd.openxmlformats-package.core-properties+xml"/>
  <Override PartName="/ppt/main_figures/Fig2/docProps/custom.xml" ContentType="application/vnd.openxmlformats-officedocument.custom-properties+xml"/>
  <Override PartName="/ppt/main_figures/Fig2/ppt/notesMasters/notesMaster1.xml" ContentType="application/vnd.openxmlformats-officedocument.presentationml.notesMaster+xml"/>
  <Override PartName="/ppt/main_figures/Fig2/ppt/notesSlides/notesSlide1.xml" ContentType="application/vnd.openxmlformats-officedocument.presentationml.notesSlide+xml"/>
  <Override PartName="/ppt/main_figures/Fig2/ppt/presProps.xml" ContentType="application/vnd.openxmlformats-officedocument.presentationml.presProps+xml"/>
  <Override PartName="/ppt/main_figures/Fig2/ppt/presentation.xml" ContentType="application/vnd.openxmlformats-officedocument.presentationml.presentation.main+xml"/>
  <Override PartName="/ppt/main_figures/Fig2/ppt/slideLayouts/slideLayout1.xml" ContentType="application/vnd.openxmlformats-officedocument.presentationml.slideLayout+xml"/>
  <Override PartName="/ppt/main_figures/Fig2/ppt/slideMasters/slideMaster1.xml" ContentType="application/vnd.openxmlformats-officedocument.presentationml.slideMaster+xml"/>
  <Override PartName="/ppt/main_figures/Fig2/ppt/slides/slide1.xml" ContentType="application/vnd.openxmlformats-officedocument.presentationml.slide+xml"/>
  <Override PartName="/ppt/main_figures/Fig2/ppt/tableStyles.xml" ContentType="application/vnd.openxmlformats-officedocument.presentationml.tableStyles+xml"/>
  <Override PartName="/ppt/main_figures/Fig2/ppt/theme/theme1.xml" ContentType="application/vnd.openxmlformats-officedocument.theme+xml"/>
  <Override PartName="/ppt/main_figures/Fig2/ppt/theme/theme2.xml" ContentType="application/vnd.openxmlformats-officedocument.theme+xml"/>
  <Override PartName="/ppt/main_figures/Fig2/ppt/viewProps.xml" ContentType="application/vnd.openxmlformats-officedocument.presentationml.viewProps+xml"/>
  <Override PartName="/ppt/slides/slide2.xml" ContentType="application/vnd.openxmlformats-officedocument.presentationml.slide+xml"/>
  <Override PartName="/ppt/main_figures/Fig3/docProps/app.xml" ContentType="application/vnd.openxmlformats-officedocument.extended-properties+xml"/>
  <Override PartName="/ppt/main_figures/Fig3/ppt/presentation.xml" ContentType="application/vnd.openxmlformats-officedocument.presentationml.presentation.main+xml"/>
  <Override PartName="/ppt/main_figures/Fig3/ppt/theme/theme1.xml" ContentType="application/vnd.openxmlformats-officedocument.theme+xml"/>
  <Override PartName="/ppt/main_figures/Fig3/ppt/slideMasters/slideMaster1.xml" ContentType="application/vnd.openxmlformats-officedocument.presentationml.slideMaster+xml"/>
  <Override PartName="/ppt/main_figures/Fig3/ppt/slideMasters/theme/theme2.xml" ContentType="application/vnd.openxmlformats-officedocument.theme+xml"/>
  <Override PartName="/ppt/main_figures/Fig3/ppt/slideLayouts/slideLayout1.xml" ContentType="application/vnd.openxmlformats-officedocument.presentationml.slideLayout+xml"/>
  <Override PartName="/ppt/main_figures/Fig3/ppt/slideLayouts/slideLayout2.xml" ContentType="application/vnd.openxmlformats-officedocument.presentationml.slideLayout+xml"/>
  <Override PartName="/ppt/main_figures/Fig3/ppt/slideLayouts/slideLayout3.xml" ContentType="application/vnd.openxmlformats-officedocument.presentationml.slideLayout+xml"/>
  <Override PartName="/ppt/main_figures/Fig3/ppt/slideLayouts/slideLayout4.xml" ContentType="application/vnd.openxmlformats-officedocument.presentationml.slideLayout+xml"/>
  <Override PartName="/ppt/main_figures/Fig3/ppt/slideLayouts/slideLayout5.xml" ContentType="application/vnd.openxmlformats-officedocument.presentationml.slideLayout+xml"/>
  <Override PartName="/ppt/main_figures/Fig3/ppt/slideLayouts/slideLayout6.xml" ContentType="application/vnd.openxmlformats-officedocument.presentationml.slideLayout+xml"/>
  <Override PartName="/ppt/main_figures/Fig3/ppt/notesMasters/notesMaster1.xml" ContentType="application/vnd.openxmlformats-officedocument.presentationml.notesMaster+xml"/>
  <Override PartName="/ppt/main_figures/Fig3/ppt/notesMasters/theme/theme3.xml" ContentType="application/vnd.openxmlformats-officedocument.theme+xml"/>
  <Override PartName="/ppt/main_figures/Fig3/ppt/presProps.xml" ContentType="application/vnd.openxmlformats-officedocument.presentationml.presProps+xml"/>
  <Override PartName="/ppt/main_figures/Fig3/ppt/tableStyles.xml" ContentType="application/vnd.openxmlformats-officedocument.presentationml.tableStyles+xml"/>
  <Override PartName="/ppt/main_figures/Fig3/ppt/slides/slide1.xml" ContentType="application/vnd.openxmlformats-officedocument.presentationml.slide+xml"/>
  <Override PartName="/ppt/main_figures/Fig3/ppt/notesSlides/notesSlide1.xml" ContentType="application/vnd.openxmlformats-officedocument.presentationml.notesSlide+xml"/>
  <Override PartName="/ppt/slides/slide3.xml" ContentType="application/vnd.openxmlformats-officedocument.presentationml.slide+xml"/>
  <Override PartName="/ppt/main_figures/Fig4/docProps/app.xml" ContentType="application/vnd.openxmlformats-officedocument.extended-properties+xml"/>
  <Override PartName="/ppt/main_figures/Fig4/ppt/presentation.xml" ContentType="application/vnd.openxmlformats-officedocument.presentationml.presentation.main+xml"/>
  <Override PartName="/ppt/main_figures/Fig4/ppt/theme/theme1.xml" ContentType="application/vnd.openxmlformats-officedocument.theme+xml"/>
  <Override PartName="/ppt/main_figures/Fig4/ppt/slideMasters/slideMaster1.xml" ContentType="application/vnd.openxmlformats-officedocument.presentationml.slideMaster+xml"/>
  <Override PartName="/ppt/main_figures/Fig4/ppt/slideMasters/theme/theme2.xml" ContentType="application/vnd.openxmlformats-officedocument.theme+xml"/>
  <Override PartName="/ppt/main_figures/Fig4/ppt/slideLayouts/slideLayout1.xml" ContentType="application/vnd.openxmlformats-officedocument.presentationml.slideLayout+xml"/>
  <Override PartName="/ppt/main_figures/Fig4/ppt/slideLayouts/slideLayout2.xml" ContentType="application/vnd.openxmlformats-officedocument.presentationml.slideLayout+xml"/>
  <Override PartName="/ppt/main_figures/Fig4/ppt/slideLayouts/slideLayout3.xml" ContentType="application/vnd.openxmlformats-officedocument.presentationml.slideLayout+xml"/>
  <Override PartName="/ppt/main_figures/Fig4/ppt/slideLayouts/slideLayout4.xml" ContentType="application/vnd.openxmlformats-officedocument.presentationml.slideLayout+xml"/>
  <Override PartName="/ppt/main_figures/Fig4/ppt/slideLayouts/slideLayout5.xml" ContentType="application/vnd.openxmlformats-officedocument.presentationml.slideLayout+xml"/>
  <Override PartName="/ppt/main_figures/Fig4/ppt/slideLayouts/slideLayout6.xml" ContentType="application/vnd.openxmlformats-officedocument.presentationml.slideLayout+xml"/>
  <Override PartName="/ppt/main_figures/Fig4/ppt/notesMasters/notesMaster1.xml" ContentType="application/vnd.openxmlformats-officedocument.presentationml.notesMaster+xml"/>
  <Override PartName="/ppt/main_figures/Fig4/ppt/notesMasters/theme/theme3.xml" ContentType="application/vnd.openxmlformats-officedocument.theme+xml"/>
  <Override PartName="/ppt/main_figures/Fig4/ppt/presProps.xml" ContentType="application/vnd.openxmlformats-officedocument.presentationml.presProps+xml"/>
  <Override PartName="/ppt/main_figures/Fig4/ppt/tableStyles.xml" ContentType="application/vnd.openxmlformats-officedocument.presentationml.tableStyles+xml"/>
  <Override PartName="/ppt/main_figures/Fig4/ppt/slides/slide1.xml" ContentType="application/vnd.openxmlformats-officedocument.presentationml.slide+xml"/>
  <Override PartName="/ppt/main_figures/Fig4/ppt/notesSlides/notesSlide1.xml" ContentType="application/vnd.openxmlformats-officedocument.presentationml.notesSlide+xml"/>
  <Override PartName="/ppt/slides/slide4.xml" ContentType="application/vnd.openxmlformats-officedocument.presentationml.slide+xml"/>
  <Override PartName="/ppt/main_figures/Fig5/docProps/app.xml" ContentType="application/vnd.openxmlformats-officedocument.extended-properties+xml"/>
  <Override PartName="/ppt/main_figures/Fig5/ppt/presentation.xml" ContentType="application/vnd.openxmlformats-officedocument.presentationml.presentation.main+xml"/>
  <Override PartName="/ppt/main_figures/Fig5/ppt/theme/theme1.xml" ContentType="application/vnd.openxmlformats-officedocument.theme+xml"/>
  <Override PartName="/ppt/main_figures/Fig5/ppt/slideMasters/slideMaster1.xml" ContentType="application/vnd.openxmlformats-officedocument.presentationml.slideMaster+xml"/>
  <Override PartName="/ppt/main_figures/Fig5/ppt/slideMasters/theme/theme2.xml" ContentType="application/vnd.openxmlformats-officedocument.theme+xml"/>
  <Override PartName="/ppt/main_figures/Fig5/ppt/slideLayouts/slideLayout1.xml" ContentType="application/vnd.openxmlformats-officedocument.presentationml.slideLayout+xml"/>
  <Override PartName="/ppt/main_figures/Fig5/ppt/slideLayouts/slideLayout2.xml" ContentType="application/vnd.openxmlformats-officedocument.presentationml.slideLayout+xml"/>
  <Override PartName="/ppt/main_figures/Fig5/ppt/slideLayouts/slideLayout3.xml" ContentType="application/vnd.openxmlformats-officedocument.presentationml.slideLayout+xml"/>
  <Override PartName="/ppt/main_figures/Fig5/ppt/slideLayouts/slideLayout4.xml" ContentType="application/vnd.openxmlformats-officedocument.presentationml.slideLayout+xml"/>
  <Override PartName="/ppt/main_figures/Fig5/ppt/slideLayouts/slideLayout5.xml" ContentType="application/vnd.openxmlformats-officedocument.presentationml.slideLayout+xml"/>
  <Override PartName="/ppt/main_figures/Fig5/ppt/slideLayouts/slideLayout6.xml" ContentType="application/vnd.openxmlformats-officedocument.presentationml.slideLayout+xml"/>
  <Override PartName="/ppt/main_figures/Fig5/ppt/notesMasters/notesMaster1.xml" ContentType="application/vnd.openxmlformats-officedocument.presentationml.notesMaster+xml"/>
  <Override PartName="/ppt/main_figures/Fig5/ppt/notesMasters/theme/theme3.xml" ContentType="application/vnd.openxmlformats-officedocument.theme+xml"/>
  <Override PartName="/ppt/main_figures/Fig5/ppt/presProps.xml" ContentType="application/vnd.openxmlformats-officedocument.presentationml.presProps+xml"/>
  <Override PartName="/ppt/main_figures/Fig5/ppt/tableStyles.xml" ContentType="application/vnd.openxmlformats-officedocument.presentationml.tableStyles+xml"/>
  <Override PartName="/ppt/main_figures/Fig5/ppt/slides/slide1.xml" ContentType="application/vnd.openxmlformats-officedocument.presentationml.slide+xml"/>
  <Override PartName="/ppt/main_figures/Fig5/ppt/slides/charts/chart1.xml" ContentType="application/vnd.openxmlformats-officedocument.drawingml.chart+xml"/>
  <Override PartName="/ppt/main_figures/Fig5/ppt/slides/charts/chart2.xml" ContentType="application/vnd.openxmlformats-officedocument.drawingml.chart+xml"/>
  <Override PartName="/ppt/main_figures/Fig5/ppt/slides/charts/chart3.xml" ContentType="application/vnd.openxmlformats-officedocument.drawingml.chart+xml"/>
  <Override PartName="/ppt/main_figures/Fig5/ppt/slides/charts/chart4.xml" ContentType="application/vnd.openxmlformats-officedocument.drawingml.chart+xml"/>
  <Override PartName="/ppt/main_figures/Fig5/ppt/slides/charts/chart5.xml" ContentType="application/vnd.openxmlformats-officedocument.drawingml.chart+xml"/>
  <Override PartName="/ppt/main_figures/Fig5/ppt/notesSlides/notesSlide1.xml" ContentType="application/vnd.openxmlformats-officedocument.presentationml.notesSlide+xml"/>
  <Override PartName="/ppt/slides/slide5.xml" ContentType="application/vnd.openxmlformats-officedocument.presentationml.slide+xml"/>
  <Override PartName="/ppt/main_figures/Fig6/docProps/app.xml" ContentType="application/vnd.openxmlformats-officedocument.extended-properties+xml"/>
  <Override PartName="/ppt/main_figures/Fig6/ppt/presentation.xml" ContentType="application/vnd.openxmlformats-officedocument.presentationml.presentation.main+xml"/>
  <Override PartName="/ppt/main_figures/Fig6/ppt/theme/theme1.xml" ContentType="application/vnd.openxmlformats-officedocument.theme+xml"/>
  <Override PartName="/ppt/main_figures/Fig6/ppt/slideMasters/slideMaster1.xml" ContentType="application/vnd.openxmlformats-officedocument.presentationml.slideMaster+xml"/>
  <Override PartName="/ppt/main_figures/Fig6/ppt/slideMasters/theme/theme2.xml" ContentType="application/vnd.openxmlformats-officedocument.theme+xml"/>
  <Override PartName="/ppt/main_figures/Fig6/ppt/slideLayouts/slideLayout1.xml" ContentType="application/vnd.openxmlformats-officedocument.presentationml.slideLayout+xml"/>
  <Override PartName="/ppt/main_figures/Fig6/ppt/slideLayouts/slideLayout2.xml" ContentType="application/vnd.openxmlformats-officedocument.presentationml.slideLayout+xml"/>
  <Override PartName="/ppt/main_figures/Fig6/ppt/slideLayouts/slideLayout3.xml" ContentType="application/vnd.openxmlformats-officedocument.presentationml.slideLayout+xml"/>
  <Override PartName="/ppt/main_figures/Fig6/ppt/slideLayouts/slideLayout4.xml" ContentType="application/vnd.openxmlformats-officedocument.presentationml.slideLayout+xml"/>
  <Override PartName="/ppt/main_figures/Fig6/ppt/slideLayouts/slideLayout5.xml" ContentType="application/vnd.openxmlformats-officedocument.presentationml.slideLayout+xml"/>
  <Override PartName="/ppt/main_figures/Fig6/ppt/slideLayouts/slideLayout6.xml" ContentType="application/vnd.openxmlformats-officedocument.presentationml.slideLayout+xml"/>
  <Override PartName="/ppt/main_figures/Fig6/ppt/notesMasters/notesMaster1.xml" ContentType="application/vnd.openxmlformats-officedocument.presentationml.notesMaster+xml"/>
  <Override PartName="/ppt/main_figures/Fig6/ppt/notesMasters/theme/theme3.xml" ContentType="application/vnd.openxmlformats-officedocument.theme+xml"/>
  <Override PartName="/ppt/main_figures/Fig6/ppt/presProps.xml" ContentType="application/vnd.openxmlformats-officedocument.presentationml.presProps+xml"/>
  <Override PartName="/ppt/main_figures/Fig6/ppt/tableStyles.xml" ContentType="application/vnd.openxmlformats-officedocument.presentationml.tableStyles+xml"/>
  <Override PartName="/ppt/main_figures/Fig6/ppt/slides/slide1.xml" ContentType="application/vnd.openxmlformats-officedocument.presentationml.slide+xml"/>
  <Override PartName="/ppt/main_figures/Fig6/ppt/notesSlides/notesSlide1.xml" ContentType="application/vnd.openxmlformats-officedocument.presentationml.notesSlide+xml"/>
  <Override PartName="/ppt/slides/slide6.xml" ContentType="application/vnd.openxmlformats-officedocument.presentationml.slide+xml"/>
  <Override PartName="/ppt/main_figures/Fig7/docProps/app.xml" ContentType="application/vnd.openxmlformats-officedocument.extended-properties+xml"/>
  <Override PartName="/ppt/main_figures/Fig7/ppt/presentation.xml" ContentType="application/vnd.openxmlformats-officedocument.presentationml.presentation.main+xml"/>
  <Override PartName="/ppt/main_figures/Fig7/ppt/theme/theme1.xml" ContentType="application/vnd.openxmlformats-officedocument.theme+xml"/>
  <Override PartName="/ppt/main_figures/Fig7/ppt/slideMasters/slideMaster1.xml" ContentType="application/vnd.openxmlformats-officedocument.presentationml.slideMaster+xml"/>
  <Override PartName="/ppt/main_figures/Fig7/ppt/slideMasters/theme/theme2.xml" ContentType="application/vnd.openxmlformats-officedocument.theme+xml"/>
  <Override PartName="/ppt/main_figures/Fig7/ppt/slideLayouts/slideLayout1.xml" ContentType="application/vnd.openxmlformats-officedocument.presentationml.slideLayout+xml"/>
  <Override PartName="/ppt/main_figures/Fig7/ppt/slideLayouts/slideLayout2.xml" ContentType="application/vnd.openxmlformats-officedocument.presentationml.slideLayout+xml"/>
  <Override PartName="/ppt/main_figures/Fig7/ppt/slideLayouts/slideLayout3.xml" ContentType="application/vnd.openxmlformats-officedocument.presentationml.slideLayout+xml"/>
  <Override PartName="/ppt/main_figures/Fig7/ppt/slideLayouts/slideLayout4.xml" ContentType="application/vnd.openxmlformats-officedocument.presentationml.slideLayout+xml"/>
  <Override PartName="/ppt/main_figures/Fig7/ppt/slideLayouts/slideLayout5.xml" ContentType="application/vnd.openxmlformats-officedocument.presentationml.slideLayout+xml"/>
  <Override PartName="/ppt/main_figures/Fig7/ppt/slideLayouts/slideLayout6.xml" ContentType="application/vnd.openxmlformats-officedocument.presentationml.slideLayout+xml"/>
  <Override PartName="/ppt/main_figures/Fig7/ppt/notesMasters/notesMaster1.xml" ContentType="application/vnd.openxmlformats-officedocument.presentationml.notesMaster+xml"/>
  <Override PartName="/ppt/main_figures/Fig7/ppt/notesMasters/theme/theme3.xml" ContentType="application/vnd.openxmlformats-officedocument.theme+xml"/>
  <Override PartName="/ppt/main_figures/Fig7/ppt/presProps.xml" ContentType="application/vnd.openxmlformats-officedocument.presentationml.presProps+xml"/>
  <Override PartName="/ppt/main_figures/Fig7/ppt/tableStyles.xml" ContentType="application/vnd.openxmlformats-officedocument.presentationml.tableStyles+xml"/>
  <Override PartName="/ppt/main_figures/Fig7/ppt/slides/slide1.xml" ContentType="application/vnd.openxmlformats-officedocument.presentationml.slide+xml"/>
  <Override PartName="/ppt/main_figures/Fig7/ppt/notesSlides/notesSlide1.xml" ContentType="application/vnd.openxmlformats-officedocument.presentationml.notesSlide+xml"/>
  <Override PartName="/ppt/slides/slide7.xml" ContentType="application/vnd.openxmlformats-officedocument.presentationml.slide+xml"/>
  <Override PartName="/ppt/main_figures/Fig8/docProps/app.xml" ContentType="application/vnd.openxmlformats-officedocument.extended-properties+xml"/>
  <Override PartName="/ppt/main_figures/Fig8/ppt/presentation.xml" ContentType="application/vnd.openxmlformats-officedocument.presentationml.presentation.main+xml"/>
  <Override PartName="/ppt/main_figures/Fig8/ppt/theme/theme1.xml" ContentType="application/vnd.openxmlformats-officedocument.theme+xml"/>
  <Override PartName="/ppt/main_figures/Fig8/ppt/slideMasters/slideMaster1.xml" ContentType="application/vnd.openxmlformats-officedocument.presentationml.slideMaster+xml"/>
  <Override PartName="/ppt/main_figures/Fig8/ppt/slideMasters/theme/theme2.xml" ContentType="application/vnd.openxmlformats-officedocument.theme+xml"/>
  <Override PartName="/ppt/main_figures/Fig8/ppt/slideLayouts/slideLayout1.xml" ContentType="application/vnd.openxmlformats-officedocument.presentationml.slideLayout+xml"/>
  <Override PartName="/ppt/main_figures/Fig8/ppt/slideLayouts/slideLayout2.xml" ContentType="application/vnd.openxmlformats-officedocument.presentationml.slideLayout+xml"/>
  <Override PartName="/ppt/main_figures/Fig8/ppt/slideLayouts/slideLayout3.xml" ContentType="application/vnd.openxmlformats-officedocument.presentationml.slideLayout+xml"/>
  <Override PartName="/ppt/main_figures/Fig8/ppt/slideLayouts/slideLayout4.xml" ContentType="application/vnd.openxmlformats-officedocument.presentationml.slideLayout+xml"/>
  <Override PartName="/ppt/main_figures/Fig8/ppt/slideLayouts/slideLayout5.xml" ContentType="application/vnd.openxmlformats-officedocument.presentationml.slideLayout+xml"/>
  <Override PartName="/ppt/main_figures/Fig8/ppt/slideLayouts/slideLayout6.xml" ContentType="application/vnd.openxmlformats-officedocument.presentationml.slideLayout+xml"/>
  <Override PartName="/ppt/main_figures/Fig8/ppt/notesMasters/notesMaster1.xml" ContentType="application/vnd.openxmlformats-officedocument.presentationml.notesMaster+xml"/>
  <Override PartName="/ppt/main_figures/Fig8/ppt/notesMasters/theme/theme3.xml" ContentType="application/vnd.openxmlformats-officedocument.theme+xml"/>
  <Override PartName="/ppt/main_figures/Fig8/ppt/presProps.xml" ContentType="application/vnd.openxmlformats-officedocument.presentationml.presProps+xml"/>
  <Override PartName="/ppt/main_figures/Fig8/ppt/tableStyles.xml" ContentType="application/vnd.openxmlformats-officedocument.presentationml.tableStyles+xml"/>
  <Override PartName="/ppt/main_figures/Fig8/ppt/slides/slide1.xml" ContentType="application/vnd.openxmlformats-officedocument.presentationml.slide+xml"/>
  <Override PartName="/ppt/main_figures/Fig8/ppt/notesSlides/notesSlide1.xml" ContentType="application/vnd.openxmlformats-officedocument.presentationml.notesSlide+xml"/>
  <Override PartName="/ppt/slides/slide8.xml" ContentType="application/vnd.openxmlformats-officedocument.presentationml.slide+xml"/>
  <Override PartName="/ppt/main_figures/Fig9/docProps/app.xml" ContentType="application/vnd.openxmlformats-officedocument.extended-properties+xml"/>
  <Override PartName="/ppt/main_figures/Fig9/ppt/presentation.xml" ContentType="application/vnd.openxmlformats-officedocument.presentationml.presentation.main+xml"/>
  <Override PartName="/ppt/main_figures/Fig9/ppt/theme/theme1.xml" ContentType="application/vnd.openxmlformats-officedocument.theme+xml"/>
  <Override PartName="/ppt/main_figures/Fig9/ppt/slideMasters/slideMaster1.xml" ContentType="application/vnd.openxmlformats-officedocument.presentationml.slideMaster+xml"/>
  <Override PartName="/ppt/main_figures/Fig9/ppt/slideMasters/theme/theme2.xml" ContentType="application/vnd.openxmlformats-officedocument.theme+xml"/>
  <Override PartName="/ppt/main_figures/Fig9/ppt/slideLayouts/slideLayout1.xml" ContentType="application/vnd.openxmlformats-officedocument.presentationml.slideLayout+xml"/>
  <Override PartName="/ppt/main_figures/Fig9/ppt/slideLayouts/slideLayout2.xml" ContentType="application/vnd.openxmlformats-officedocument.presentationml.slideLayout+xml"/>
  <Override PartName="/ppt/main_figures/Fig9/ppt/slideLayouts/slideLayout3.xml" ContentType="application/vnd.openxmlformats-officedocument.presentationml.slideLayout+xml"/>
  <Override PartName="/ppt/main_figures/Fig9/ppt/slideLayouts/slideLayout4.xml" ContentType="application/vnd.openxmlformats-officedocument.presentationml.slideLayout+xml"/>
  <Override PartName="/ppt/main_figures/Fig9/ppt/slideLayouts/slideLayout5.xml" ContentType="application/vnd.openxmlformats-officedocument.presentationml.slideLayout+xml"/>
  <Override PartName="/ppt/main_figures/Fig9/ppt/slideLayouts/slideLayout6.xml" ContentType="application/vnd.openxmlformats-officedocument.presentationml.slideLayout+xml"/>
  <Override PartName="/ppt/main_figures/Fig9/ppt/notesMasters/notesMaster1.xml" ContentType="application/vnd.openxmlformats-officedocument.presentationml.notesMaster+xml"/>
  <Override PartName="/ppt/main_figures/Fig9/ppt/notesMasters/theme/theme3.xml" ContentType="application/vnd.openxmlformats-officedocument.theme+xml"/>
  <Override PartName="/ppt/main_figures/Fig9/ppt/presProps.xml" ContentType="application/vnd.openxmlformats-officedocument.presentationml.presProps+xml"/>
  <Override PartName="/ppt/main_figures/Fig9/ppt/tableStyles.xml" ContentType="application/vnd.openxmlformats-officedocument.presentationml.tableStyles+xml"/>
  <Override PartName="/ppt/main_figures/Fig9/ppt/slides/slide1.xml" ContentType="application/vnd.openxmlformats-officedocument.presentationml.slide+xml"/>
  <Override PartName="/ppt/main_figures/Fig9/ppt/notesSlides/notesSlide1.xml" ContentType="application/vnd.openxmlformats-officedocument.presentationml.notesSlide+xml"/>
  <Override PartName="/ppt/slides/slide9.xml" ContentType="application/vnd.openxmlformats-officedocument.presentationml.slide+xml"/>
  <Override PartName="/ppt/main_figures/Fig10/docProps/app.xml" ContentType="application/vnd.openxmlformats-officedocument.extended-properties+xml"/>
  <Override PartName="/ppt/main_figures/Fig10/ppt/presentation.xml" ContentType="application/vnd.openxmlformats-officedocument.presentationml.presentation.main+xml"/>
  <Override PartName="/ppt/main_figures/Fig10/ppt/theme/theme1.xml" ContentType="application/vnd.openxmlformats-officedocument.theme+xml"/>
  <Override PartName="/ppt/main_figures/Fig10/ppt/slideMasters/slideMaster1.xml" ContentType="application/vnd.openxmlformats-officedocument.presentationml.slideMaster+xml"/>
  <Override PartName="/ppt/main_figures/Fig10/ppt/slideMasters/theme/theme2.xml" ContentType="application/vnd.openxmlformats-officedocument.theme+xml"/>
  <Override PartName="/ppt/main_figures/Fig10/ppt/slideLayouts/slideLayout1.xml" ContentType="application/vnd.openxmlformats-officedocument.presentationml.slideLayout+xml"/>
  <Override PartName="/ppt/main_figures/Fig10/ppt/slideLayouts/slideLayout2.xml" ContentType="application/vnd.openxmlformats-officedocument.presentationml.slideLayout+xml"/>
  <Override PartName="/ppt/main_figures/Fig10/ppt/slideLayouts/slideLayout3.xml" ContentType="application/vnd.openxmlformats-officedocument.presentationml.slideLayout+xml"/>
  <Override PartName="/ppt/main_figures/Fig10/ppt/slideLayouts/slideLayout4.xml" ContentType="application/vnd.openxmlformats-officedocument.presentationml.slideLayout+xml"/>
  <Override PartName="/ppt/main_figures/Fig10/ppt/slideLayouts/slideLayout5.xml" ContentType="application/vnd.openxmlformats-officedocument.presentationml.slideLayout+xml"/>
  <Override PartName="/ppt/main_figures/Fig10/ppt/slideLayouts/slideLayout6.xml" ContentType="application/vnd.openxmlformats-officedocument.presentationml.slideLayout+xml"/>
  <Override PartName="/ppt/main_figures/Fig10/ppt/notesMasters/notesMaster1.xml" ContentType="application/vnd.openxmlformats-officedocument.presentationml.notesMaster+xml"/>
  <Override PartName="/ppt/main_figures/Fig10/ppt/notesMasters/theme/theme3.xml" ContentType="application/vnd.openxmlformats-officedocument.theme+xml"/>
  <Override PartName="/ppt/main_figures/Fig10/ppt/presProps.xml" ContentType="application/vnd.openxmlformats-officedocument.presentationml.presProps+xml"/>
  <Override PartName="/ppt/main_figures/Fig10/ppt/tableStyles.xml" ContentType="application/vnd.openxmlformats-officedocument.presentationml.tableStyles+xml"/>
  <Override PartName="/ppt/main_figures/Fig10/ppt/slides/slide1.xml" ContentType="application/vnd.openxmlformats-officedocument.presentationml.slide+xml"/>
  <Override PartName="/ppt/main_figures/Fig10/ppt/notesSlides/notesSlide1.xml" ContentType="application/vnd.openxmlformats-officedocument.presentationml.notesSlide+xml"/>
  <Override PartName="/ppt/slides/slide10.xml" ContentType="application/vnd.openxmlformats-officedocument.presentationml.slide+xml"/>
  <Override PartName="/ppt/main_figures/Fig11/docProps/app.xml" ContentType="application/vnd.openxmlformats-officedocument.extended-properties+xml"/>
  <Override PartName="/ppt/main_figures/Fig11/ppt/presentation.xml" ContentType="application/vnd.openxmlformats-officedocument.presentationml.presentation.main+xml"/>
  <Override PartName="/ppt/main_figures/Fig11/ppt/theme/theme1.xml" ContentType="application/vnd.openxmlformats-officedocument.theme+xml"/>
  <Override PartName="/ppt/main_figures/Fig11/ppt/slideMasters/slideMaster1.xml" ContentType="application/vnd.openxmlformats-officedocument.presentationml.slideMaster+xml"/>
  <Override PartName="/ppt/main_figures/Fig11/ppt/slideMasters/theme/theme2.xml" ContentType="application/vnd.openxmlformats-officedocument.theme+xml"/>
  <Override PartName="/ppt/main_figures/Fig11/ppt/slideLayouts/slideLayout1.xml" ContentType="application/vnd.openxmlformats-officedocument.presentationml.slideLayout+xml"/>
  <Override PartName="/ppt/main_figures/Fig11/ppt/slideLayouts/slideLayout2.xml" ContentType="application/vnd.openxmlformats-officedocument.presentationml.slideLayout+xml"/>
  <Override PartName="/ppt/main_figures/Fig11/ppt/slideLayouts/slideLayout3.xml" ContentType="application/vnd.openxmlformats-officedocument.presentationml.slideLayout+xml"/>
  <Override PartName="/ppt/main_figures/Fig11/ppt/slideLayouts/slideLayout4.xml" ContentType="application/vnd.openxmlformats-officedocument.presentationml.slideLayout+xml"/>
  <Override PartName="/ppt/main_figures/Fig11/ppt/slideLayouts/slideLayout5.xml" ContentType="application/vnd.openxmlformats-officedocument.presentationml.slideLayout+xml"/>
  <Override PartName="/ppt/main_figures/Fig11/ppt/slideLayouts/slideLayout6.xml" ContentType="application/vnd.openxmlformats-officedocument.presentationml.slideLayout+xml"/>
  <Override PartName="/ppt/main_figures/Fig11/ppt/notesMasters/notesMaster1.xml" ContentType="application/vnd.openxmlformats-officedocument.presentationml.notesMaster+xml"/>
  <Override PartName="/ppt/main_figures/Fig11/ppt/notesMasters/theme/theme3.xml" ContentType="application/vnd.openxmlformats-officedocument.theme+xml"/>
  <Override PartName="/ppt/main_figures/Fig11/ppt/presProps.xml" ContentType="application/vnd.openxmlformats-officedocument.presentationml.presProps+xml"/>
  <Override PartName="/ppt/main_figures/Fig11/ppt/tableStyles.xml" ContentType="application/vnd.openxmlformats-officedocument.presentationml.tableStyles+xml"/>
  <Override PartName="/ppt/main_figures/Fig11/ppt/slides/slide1.xml" ContentType="application/vnd.openxmlformats-officedocument.presentationml.slide+xml"/>
  <Override PartName="/ppt/main_figures/Fig11/ppt/notesSlides/notesSlide1.xml" ContentType="application/vnd.openxmlformats-officedocument.presentationml.notesSlide+xml"/>
  <Override PartName="/ppt/main_figures/Fig11/ppt/submission_case/docProps/app.xml" ContentType="application/vnd.openxmlformats-officedocument.extended-properties+xml"/>
  <Override PartName="/ppt/main_figures/Fig11/ppt/submission_case/ppt/presentation.xml" ContentType="application/vnd.openxmlformats-officedocument.presentationml.presentation.main+xml"/>
  <Override PartName="/ppt/main_figures/Fig11/ppt/submission_case/ppt/theme/theme1.xml" ContentType="application/vnd.openxmlformats-officedocument.theme+xml"/>
  <Override PartName="/ppt/main_figures/Fig11/ppt/submission_case/ppt/slideMasters/slideMaster1.xml" ContentType="application/vnd.openxmlformats-officedocument.presentationml.slideMaster+xml"/>
  <Override PartName="/ppt/main_figures/Fig11/ppt/submission_case/ppt/slideMasters/theme/theme2.xml" ContentType="application/vnd.openxmlformats-officedocument.theme+xml"/>
  <Override PartName="/ppt/main_figures/Fig11/ppt/submission_case/ppt/slideLayouts/slideLayout1.xml" ContentType="application/vnd.openxmlformats-officedocument.presentationml.slideLayout+xml"/>
  <Override PartName="/ppt/main_figures/Fig11/ppt/submission_case/ppt/slideLayouts/slideLayout2.xml" ContentType="application/vnd.openxmlformats-officedocument.presentationml.slideLayout+xml"/>
  <Override PartName="/ppt/main_figures/Fig11/ppt/submission_case/ppt/slideLayouts/slideLayout3.xml" ContentType="application/vnd.openxmlformats-officedocument.presentationml.slideLayout+xml"/>
  <Override PartName="/ppt/main_figures/Fig11/ppt/submission_case/ppt/slideLayouts/slideLayout4.xml" ContentType="application/vnd.openxmlformats-officedocument.presentationml.slideLayout+xml"/>
  <Override PartName="/ppt/main_figures/Fig11/ppt/submission_case/ppt/slideLayouts/slideLayout5.xml" ContentType="application/vnd.openxmlformats-officedocument.presentationml.slideLayout+xml"/>
  <Override PartName="/ppt/main_figures/Fig11/ppt/submission_case/ppt/slideLayouts/slideLayout6.xml" ContentType="application/vnd.openxmlformats-officedocument.presentationml.slideLayout+xml"/>
  <Override PartName="/ppt/main_figures/Fig11/ppt/submission_case/ppt/notesMasters/notesMaster1.xml" ContentType="application/vnd.openxmlformats-officedocument.presentationml.notesMaster+xml"/>
  <Override PartName="/ppt/main_figures/Fig11/ppt/submission_case/ppt/notesMasters/theme/theme3.xml" ContentType="application/vnd.openxmlformats-officedocument.theme+xml"/>
  <Override PartName="/ppt/main_figures/Fig11/ppt/submission_case/ppt/presProps.xml" ContentType="application/vnd.openxmlformats-officedocument.presentationml.presProps+xml"/>
  <Override PartName="/ppt/main_figures/Fig11/ppt/submission_case/ppt/tableStyles.xml" ContentType="application/vnd.openxmlformats-officedocument.presentationml.tableStyles+xml"/>
  <Override PartName="/ppt/main_figures/Fig11/ppt/submission_case/ppt/slides/slide1.xml" ContentType="application/vnd.openxmlformats-officedocument.presentationml.slide+xml"/>
  <Override PartName="/ppt/main_figures/Fig11/ppt/submission_case/ppt/notesSlides/notesSlide1.xml" ContentType="application/vnd.openxmlformats-officedocument.presentationml.notesSlide+xml"/>
  <Override PartName="/ppt/slides/slide11.xml" ContentType="application/vnd.openxmlformats-officedocument.presentationml.slide+xml"/>
  <Override PartName="/ppt/main_figures/Fig12/docProps/app.xml" ContentType="application/vnd.openxmlformats-officedocument.extended-properties+xml"/>
  <Override PartName="/ppt/main_figures/Fig12/ppt/presentation.xml" ContentType="application/vnd.openxmlformats-officedocument.presentationml.presentation.main+xml"/>
  <Override PartName="/ppt/main_figures/Fig12/ppt/theme/theme1.xml" ContentType="application/vnd.openxmlformats-officedocument.theme+xml"/>
  <Override PartName="/ppt/main_figures/Fig12/ppt/slideMasters/slideMaster1.xml" ContentType="application/vnd.openxmlformats-officedocument.presentationml.slideMaster+xml"/>
  <Override PartName="/ppt/main_figures/Fig12/ppt/slideMasters/theme/theme2.xml" ContentType="application/vnd.openxmlformats-officedocument.theme+xml"/>
  <Override PartName="/ppt/main_figures/Fig12/ppt/slideLayouts/slideLayout1.xml" ContentType="application/vnd.openxmlformats-officedocument.presentationml.slideLayout+xml"/>
  <Override PartName="/ppt/main_figures/Fig12/ppt/slideLayouts/slideLayout2.xml" ContentType="application/vnd.openxmlformats-officedocument.presentationml.slideLayout+xml"/>
  <Override PartName="/ppt/main_figures/Fig12/ppt/slideLayouts/slideLayout3.xml" ContentType="application/vnd.openxmlformats-officedocument.presentationml.slideLayout+xml"/>
  <Override PartName="/ppt/main_figures/Fig12/ppt/slideLayouts/slideLayout4.xml" ContentType="application/vnd.openxmlformats-officedocument.presentationml.slideLayout+xml"/>
  <Override PartName="/ppt/main_figures/Fig12/ppt/slideLayouts/slideLayout5.xml" ContentType="application/vnd.openxmlformats-officedocument.presentationml.slideLayout+xml"/>
  <Override PartName="/ppt/main_figures/Fig12/ppt/slideLayouts/slideLayout6.xml" ContentType="application/vnd.openxmlformats-officedocument.presentationml.slideLayout+xml"/>
  <Override PartName="/ppt/main_figures/Fig12/ppt/notesMasters/notesMaster1.xml" ContentType="application/vnd.openxmlformats-officedocument.presentationml.notesMaster+xml"/>
  <Override PartName="/ppt/main_figures/Fig12/ppt/notesMasters/theme/theme3.xml" ContentType="application/vnd.openxmlformats-officedocument.theme+xml"/>
  <Override PartName="/ppt/main_figures/Fig12/ppt/presProps.xml" ContentType="application/vnd.openxmlformats-officedocument.presentationml.presProps+xml"/>
  <Override PartName="/ppt/main_figures/Fig12/ppt/tableStyles.xml" ContentType="application/vnd.openxmlformats-officedocument.presentationml.tableStyles+xml"/>
  <Override PartName="/ppt/main_figures/Fig12/ppt/slides/slide1.xml" ContentType="application/vnd.openxmlformats-officedocument.presentationml.slide+xml"/>
  <Override PartName="/ppt/main_figures/Fig12/ppt/notesSlides/notesSlide1.xml" ContentType="application/vnd.openxmlformats-officedocument.presentationml.notesSlide+xml"/>
  <Override PartName="/ppt/slides/slide12.xml" ContentType="application/vnd.openxmlformats-officedocument.presentationml.slide+xml"/>
  <Override PartName="/ppt/main_figures/Fig13/docProps/app.xml" ContentType="application/vnd.openxmlformats-officedocument.extended-properties+xml"/>
  <Override PartName="/ppt/main_figures/Fig13/ppt/presentation.xml" ContentType="application/vnd.openxmlformats-officedocument.presentationml.presentation.main+xml"/>
  <Override PartName="/ppt/main_figures/Fig13/ppt/theme/theme1.xml" ContentType="application/vnd.openxmlformats-officedocument.theme+xml"/>
  <Override PartName="/ppt/main_figures/Fig13/ppt/slideMasters/slideMaster1.xml" ContentType="application/vnd.openxmlformats-officedocument.presentationml.slideMaster+xml"/>
  <Override PartName="/ppt/main_figures/Fig13/ppt/slideMasters/theme/theme2.xml" ContentType="application/vnd.openxmlformats-officedocument.theme+xml"/>
  <Override PartName="/ppt/main_figures/Fig13/ppt/slideLayouts/slideLayout1.xml" ContentType="application/vnd.openxmlformats-officedocument.presentationml.slideLayout+xml"/>
  <Override PartName="/ppt/main_figures/Fig13/ppt/slideLayouts/slideLayout2.xml" ContentType="application/vnd.openxmlformats-officedocument.presentationml.slideLayout+xml"/>
  <Override PartName="/ppt/main_figures/Fig13/ppt/slideLayouts/slideLayout3.xml" ContentType="application/vnd.openxmlformats-officedocument.presentationml.slideLayout+xml"/>
  <Override PartName="/ppt/main_figures/Fig13/ppt/slideLayouts/slideLayout4.xml" ContentType="application/vnd.openxmlformats-officedocument.presentationml.slideLayout+xml"/>
  <Override PartName="/ppt/main_figures/Fig13/ppt/slideLayouts/slideLayout5.xml" ContentType="application/vnd.openxmlformats-officedocument.presentationml.slideLayout+xml"/>
  <Override PartName="/ppt/main_figures/Fig13/ppt/slideLayouts/slideLayout6.xml" ContentType="application/vnd.openxmlformats-officedocument.presentationml.slideLayout+xml"/>
  <Override PartName="/ppt/main_figures/Fig13/ppt/notesMasters/notesMaster1.xml" ContentType="application/vnd.openxmlformats-officedocument.presentationml.notesMaster+xml"/>
  <Override PartName="/ppt/main_figures/Fig13/ppt/notesMasters/theme/theme3.xml" ContentType="application/vnd.openxmlformats-officedocument.theme+xml"/>
  <Override PartName="/ppt/main_figures/Fig13/ppt/presProps.xml" ContentType="application/vnd.openxmlformats-officedocument.presentationml.presProps+xml"/>
  <Override PartName="/ppt/main_figures/Fig13/ppt/tableStyles.xml" ContentType="application/vnd.openxmlformats-officedocument.presentationml.tableStyles+xml"/>
  <Override PartName="/ppt/main_figures/Fig13/ppt/slides/slide1.xml" ContentType="application/vnd.openxmlformats-officedocument.presentationml.slide+xml"/>
  <Override PartName="/ppt/main_figures/Fig13/ppt/notesSlides/notesSlide1.xml" ContentType="application/vnd.openxmlformats-officedocument.presentationml.notesSlide+xml"/>
  <Override PartName="/ppt/slides/slide13.xml" ContentType="application/vnd.openxmlformats-officedocument.presentationml.slide+xml"/>
  <Override PartName="/ppt/main_figures/Fig14/docProps/app.xml" ContentType="application/vnd.openxmlformats-officedocument.extended-properties+xml"/>
  <Override PartName="/ppt/main_figures/Fig14/ppt/presentation.xml" ContentType="application/vnd.openxmlformats-officedocument.presentationml.presentation.main+xml"/>
  <Override PartName="/ppt/main_figures/Fig14/ppt/theme/theme1.xml" ContentType="application/vnd.openxmlformats-officedocument.theme+xml"/>
  <Override PartName="/ppt/main_figures/Fig14/ppt/slideMasters/slideMaster1.xml" ContentType="application/vnd.openxmlformats-officedocument.presentationml.slideMaster+xml"/>
  <Override PartName="/ppt/main_figures/Fig14/ppt/slideMasters/theme/theme2.xml" ContentType="application/vnd.openxmlformats-officedocument.theme+xml"/>
  <Override PartName="/ppt/main_figures/Fig14/ppt/slideLayouts/slideLayout1.xml" ContentType="application/vnd.openxmlformats-officedocument.presentationml.slideLayout+xml"/>
  <Override PartName="/ppt/main_figures/Fig14/ppt/slideLayouts/slideLayout2.xml" ContentType="application/vnd.openxmlformats-officedocument.presentationml.slideLayout+xml"/>
  <Override PartName="/ppt/main_figures/Fig14/ppt/slideLayouts/slideLayout3.xml" ContentType="application/vnd.openxmlformats-officedocument.presentationml.slideLayout+xml"/>
  <Override PartName="/ppt/main_figures/Fig14/ppt/slideLayouts/slideLayout4.xml" ContentType="application/vnd.openxmlformats-officedocument.presentationml.slideLayout+xml"/>
  <Override PartName="/ppt/main_figures/Fig14/ppt/slideLayouts/slideLayout5.xml" ContentType="application/vnd.openxmlformats-officedocument.presentationml.slideLayout+xml"/>
  <Override PartName="/ppt/main_figures/Fig14/ppt/slideLayouts/slideLayout6.xml" ContentType="application/vnd.openxmlformats-officedocument.presentationml.slideLayout+xml"/>
  <Override PartName="/ppt/main_figures/Fig14/ppt/notesMasters/notesMaster1.xml" ContentType="application/vnd.openxmlformats-officedocument.presentationml.notesMaster+xml"/>
  <Override PartName="/ppt/main_figures/Fig14/ppt/notesMasters/theme/theme3.xml" ContentType="application/vnd.openxmlformats-officedocument.theme+xml"/>
  <Override PartName="/ppt/main_figures/Fig14/ppt/presProps.xml" ContentType="application/vnd.openxmlformats-officedocument.presentationml.presProps+xml"/>
  <Override PartName="/ppt/main_figures/Fig14/ppt/tableStyles.xml" ContentType="application/vnd.openxmlformats-officedocument.presentationml.tableStyles+xml"/>
  <Override PartName="/ppt/main_figures/Fig14/ppt/slides/slide1.xml" ContentType="application/vnd.openxmlformats-officedocument.presentationml.slide+xml"/>
  <Override PartName="/ppt/main_figures/Fig14/ppt/slides/charts/chart1.xml" ContentType="application/vnd.openxmlformats-officedocument.drawingml.chart+xml"/>
  <Override PartName="/ppt/main_figures/Fig14/ppt/slides/charts/chart2.xml" ContentType="application/vnd.openxmlformats-officedocument.drawingml.chart+xml"/>
  <Override PartName="/ppt/main_figures/Fig14/ppt/slides/charts/chart3.xml" ContentType="application/vnd.openxmlformats-officedocument.drawingml.chart+xml"/>
  <Override PartName="/ppt/main_figures/Fig14/ppt/slides/charts/chart4.xml" ContentType="application/vnd.openxmlformats-officedocument.drawingml.chart+xml"/>
  <Override PartName="/ppt/main_figures/Fig14/ppt/slides/charts/chart5.xml" ContentType="application/vnd.openxmlformats-officedocument.drawingml.chart+xml"/>
  <Override PartName="/ppt/main_figures/Fig14/ppt/slides/charts/chart6.xml" ContentType="application/vnd.openxmlformats-officedocument.drawingml.chart+xml"/>
  <Override PartName="/ppt/main_figures/Fig14/ppt/notesSlides/notesSlide1.xml" ContentType="application/vnd.openxmlformats-officedocument.presentationml.notesSlide+xml"/>
  <Override PartName="/ppt/slides/slide14.xml" ContentType="application/vnd.openxmlformats-officedocument.presentationml.slide+xml"/>
</Types>
</file>

<file path=_rels/.rels><?xml version='1.0' encoding='utf-8'?>
<Relationships xmlns="http://schemas.openxmlformats.org/package/2006/relationships"><Relationship Type="http://schemas.openxmlformats.org/package/2006/relationships/metadata/core-properties" Target="/docProps/core.xml" Id="R4cd2318aea2e416a" /><Relationship Type="http://schemas.openxmlformats.org/officeDocument/2006/relationships/extended-properties" Target="/docProps/app.xml" Id="Raa64eea4597c4399" /><Relationship Type="http://schemas.openxmlformats.org/officeDocument/2006/relationships/officeDocument" Target="/ppt/presentation.xml" Id="R7fd2098c7abd401f" /></Relationships>
</file>

<file path=ppt/presentation.xml><?xml version="1.0" encoding="utf-8"?>
<p:presentation xmlns:p="http://schemas.openxmlformats.org/presentationml/2006/main" xmlns:r="http://schemas.openxmlformats.org/officeDocument/2006/relationships">
  <p:sldMasterIdLst>
    <p:sldMasterId r:id="rId1002" id="2147483648"/>
    <p:sldMasterId r:id="rId1004" id="2147483649"/>
    <p:sldMasterId r:id="rId1006" id="2147483650"/>
    <p:sldMasterId r:id="rId1008" id="2147483651"/>
    <p:sldMasterId r:id="rId1010" id="2147483652"/>
    <p:sldMasterId r:id="rId1012" id="2147483653"/>
    <p:sldMasterId r:id="rId1014" id="2147483654"/>
    <p:sldMasterId r:id="rId1016" id="2147483655"/>
    <p:sldMasterId r:id="rId1018" id="2147483656"/>
    <p:sldMasterId r:id="rId1020" id="2147483657"/>
    <p:sldMasterId r:id="rId1022" id="2147483658"/>
    <p:sldMasterId r:id="rId1024" id="2147483659"/>
    <p:sldMasterId r:id="rId1026" id="2147483660"/>
    <p:sldMasterId r:id="rId1028" id="2147483661"/>
  </p:sldMasterIdLst>
  <p:notesMasterIdLst>
    <p:notesMasterId r:id="R160d422402814b7c"/>
  </p:notesMasterIdLst>
  <p:sldIdLst>
    <p:sldId r:id="rId1001" id="256"/>
    <p:sldId r:id="rId1003" id="257"/>
    <p:sldId r:id="rId1005" id="258"/>
    <p:sldId r:id="rId1007" id="259"/>
    <p:sldId r:id="rId1009" id="260"/>
    <p:sldId r:id="rId1011" id="261"/>
    <p:sldId r:id="rId1013" id="262"/>
    <p:sldId r:id="rId1015" id="263"/>
    <p:sldId r:id="rId1017" id="264"/>
    <p:sldId r:id="rId1019" id="265"/>
    <p:sldId r:id="rId1021" id="266"/>
    <p:sldId r:id="rId1023" id="267"/>
    <p:sldId r:id="rId1025" id="268"/>
    <p:sldId r:id="rId1027" id="269"/>
  </p:sldIdLst>
  <p:sldSz cx="12801600" cy="6096000"/>
  <p:notesSz cx="6858000" cy="9144000"/>
</p:presentation>
</file>

<file path=ppt/presProps.xml><?xml version="1.0" encoding="utf-8"?>
<p:presentationPr xmlns:p="http://schemas.openxmlformats.org/presentationml/2006/main">
  <p:extLst>
    <p:ext xmlns:p14="http://schemas.microsoft.com/office/powerpoint/2010/main" uri="{E76CE94A-603C-4142-B9EB-6D1370010A27}">
      <p14:discardImageEditData val="0"/>
    </p:ext>
    <p:ext xmlns:p14="http://schemas.microsoft.com/office/powerpoint/2010/main" uri="{D31A062A-798A-4329-ABDD-BBA856620510}">
      <p14:defaultImageDpi val="32767"/>
    </p:ext>
    <p:ext xmlns:p15="http://schemas.microsoft.com/office/powerpoint/2012/main" uri="{FD5EFAAD-0ECE-453E-9831-46B23BE46B34}">
      <p15:chartTrackingRefBased val="1"/>
    </p:ext>
  </p:extLst>
</p:presentationPr>
</file>

<file path=ppt/tableStyles.xml><?xml version="1.0" encoding="utf-8"?>
<a:tblStyleLst xmlns:a="http://schemas.openxmlformats.org/drawingml/2006/main" def="{5C22544A-7EE6-4342-B048-85BDC9FD1C3A}"/>
</file>

<file path=ppt/_rels/presentation.xml.rels><?xml version='1.0' encoding='utf-8'?>
<Relationships xmlns="http://schemas.openxmlformats.org/package/2006/relationships"><Relationship Type="http://schemas.openxmlformats.org/officeDocument/2006/relationships/theme" Target="/ppt/theme/theme1.xml" Id="Rc2293fe156f44dfb" /><Relationship Type="http://schemas.openxmlformats.org/officeDocument/2006/relationships/notesMaster" Target="/ppt/notesMasters/notesMaster1.xml" Id="R160d422402814b7c" /><Relationship Type="http://schemas.openxmlformats.org/officeDocument/2006/relationships/presProps" Target="/ppt/presProps.xml" Id="Rd7475f221e924eaa" /><Relationship Type="http://schemas.openxmlformats.org/officeDocument/2006/relationships/tableStyles" Target="/ppt/tableStyles.xml" Id="R38a4300b2a254924" /><Relationship Id="rId1001" Type="http://schemas.openxmlformats.org/officeDocument/2006/relationships/slide" Target="slides/slide1.xml" /><Relationship Id="rId1002" Type="http://schemas.openxmlformats.org/officeDocument/2006/relationships/slideMaster" Target="/ppt/main_figures/Fig1/ppt/slideMasters/slideMaster1.xml" /><Relationship Id="rId1003" Type="http://schemas.openxmlformats.org/officeDocument/2006/relationships/slide" Target="slides/slide2.xml" /><Relationship Id="rId1004" Type="http://schemas.openxmlformats.org/officeDocument/2006/relationships/slideMaster" Target="/ppt/main_figures/Fig2/ppt/slideMasters/slideMaster1.xml" /><Relationship Id="rId1005" Type="http://schemas.openxmlformats.org/officeDocument/2006/relationships/slide" Target="slides/slide3.xml" /><Relationship Id="rId1006" Type="http://schemas.openxmlformats.org/officeDocument/2006/relationships/slideMaster" Target="/ppt/main_figures/Fig3/ppt/slideMasters/slideMaster1.xml" /><Relationship Id="rId1007" Type="http://schemas.openxmlformats.org/officeDocument/2006/relationships/slide" Target="slides/slide4.xml" /><Relationship Id="rId1008" Type="http://schemas.openxmlformats.org/officeDocument/2006/relationships/slideMaster" Target="/ppt/main_figures/Fig4/ppt/slideMasters/slideMaster1.xml" /><Relationship Id="rId1009" Type="http://schemas.openxmlformats.org/officeDocument/2006/relationships/slide" Target="slides/slide5.xml" /><Relationship Id="rId1010" Type="http://schemas.openxmlformats.org/officeDocument/2006/relationships/slideMaster" Target="/ppt/main_figures/Fig5/ppt/slideMasters/slideMaster1.xml" /><Relationship Id="rId1011" Type="http://schemas.openxmlformats.org/officeDocument/2006/relationships/slide" Target="slides/slide6.xml" /><Relationship Id="rId1012" Type="http://schemas.openxmlformats.org/officeDocument/2006/relationships/slideMaster" Target="/ppt/main_figures/Fig6/ppt/slideMasters/slideMaster1.xml" /><Relationship Id="rId1013" Type="http://schemas.openxmlformats.org/officeDocument/2006/relationships/slide" Target="slides/slide7.xml" /><Relationship Id="rId1014" Type="http://schemas.openxmlformats.org/officeDocument/2006/relationships/slideMaster" Target="/ppt/main_figures/Fig7/ppt/slideMasters/slideMaster1.xml" /><Relationship Id="rId1015" Type="http://schemas.openxmlformats.org/officeDocument/2006/relationships/slide" Target="slides/slide8.xml" /><Relationship Id="rId1016" Type="http://schemas.openxmlformats.org/officeDocument/2006/relationships/slideMaster" Target="/ppt/main_figures/Fig8/ppt/slideMasters/slideMaster1.xml" /><Relationship Id="rId1017" Type="http://schemas.openxmlformats.org/officeDocument/2006/relationships/slide" Target="slides/slide9.xml" /><Relationship Id="rId1018" Type="http://schemas.openxmlformats.org/officeDocument/2006/relationships/slideMaster" Target="/ppt/main_figures/Fig9/ppt/slideMasters/slideMaster1.xml" /><Relationship Id="rId1019" Type="http://schemas.openxmlformats.org/officeDocument/2006/relationships/slide" Target="slides/slide10.xml" /><Relationship Id="rId1020" Type="http://schemas.openxmlformats.org/officeDocument/2006/relationships/slideMaster" Target="/ppt/main_figures/Fig10/ppt/slideMasters/slideMaster1.xml" /><Relationship Id="rId1021" Type="http://schemas.openxmlformats.org/officeDocument/2006/relationships/slide" Target="slides/slide11.xml" /><Relationship Id="rId1022" Type="http://schemas.openxmlformats.org/officeDocument/2006/relationships/slideMaster" Target="/ppt/main_figures/Fig11/ppt/slideMasters/slideMaster1.xml" /><Relationship Id="rId1023" Type="http://schemas.openxmlformats.org/officeDocument/2006/relationships/slide" Target="slides/slide12.xml" /><Relationship Id="rId1024" Type="http://schemas.openxmlformats.org/officeDocument/2006/relationships/slideMaster" Target="/ppt/main_figures/Fig12/ppt/slideMasters/slideMaster1.xml" /><Relationship Id="rId1025" Type="http://schemas.openxmlformats.org/officeDocument/2006/relationships/slide" Target="slides/slide13.xml" /><Relationship Id="rId1026" Type="http://schemas.openxmlformats.org/officeDocument/2006/relationships/slideMaster" Target="/ppt/main_figures/Fig13/ppt/slideMasters/slideMaster1.xml" /><Relationship Id="rId1027" Type="http://schemas.openxmlformats.org/officeDocument/2006/relationships/slide" Target="slides/slide14.xml" /><Relationship Id="rId1028" Type="http://schemas.openxmlformats.org/officeDocument/2006/relationships/slideMaster" Target="/ppt/main_figures/Fig14/ppt/slideMasters/slideMaster1.xml" /></Relationships>
</file>

<file path=ppt/main_figures/Fig1/docProps/app.xml><?xml version="1.0" encoding="utf-8"?>
<ap:Properties xmlns:ap="http://schemas.openxmlformats.org/officeDocument/2006/extended-properties">
  <ap:Application>Walnut Exporter</ap:Application>
  <ap:PresentationFormat>Converted Presentation</ap:PresentationFormat>
  <ap:Slides>0</ap:Slides>
  <ap:Notes>0</ap:Notes>
  <ap:HiddenSlides>0</ap:HiddenSlides>
  <ap:SharedDoc>false</ap:SharedDoc>
  <ap:DocSecurity>0</ap:DocSecurity>
</ap:Properties>
</file>

<file path=ppt/main_figures/Fig1/docProps/core.xml><?xml version="1.0" encoding="utf-8"?>
<coreProperties xmlns:dc="http://purl.org/dc/elements/1.1/" xmlns:dcterms="http://purl.org/dc/terms/" xmlns:xsi="http://www.w3.org/2001/XMLSchema-instance" xmlns="http://schemas.openxmlformats.org/package/2006/metadata/core-properties">
  <dc:creator>Walnut Exporter</dc:creator>
  <lastModifiedBy>Walnut Exporter</lastModifiedBy>
  <dc:title>Presentation</dc:title>
  <dcterms:created xsi:type="dcterms:W3CDTF">2026-10-22T01:56:58.5240000Z</dcterms:created>
  <dcterms:modified xsi:type="dcterms:W3CDTF">2026-10-22T01:56:58.5240000Z</dcterms:modified>
</coreProperties>
</file>

<file path=ppt/main_figures/Fig1/ppt/_rels/presentation.xml.rels><?xml version='1.0' encoding='utf-8'?>
<Relationships xmlns="http://schemas.openxmlformats.org/package/2006/relationships"><Relationship Type="http://schemas.openxmlformats.org/officeDocument/2006/relationships/theme" Target="/ppt/main_figures/Fig1/ppt/theme/theme1.xml" Id="Rc2293fe156f44dfb" /><Relationship Type="http://schemas.openxmlformats.org/officeDocument/2006/relationships/slideMaster" Target="/ppt/main_figures/Fig1/ppt/slideMasters/slideMaster1.xml" Id="Rce5a9f308a4d4dd0" /><Relationship Type="http://schemas.openxmlformats.org/officeDocument/2006/relationships/notesMaster" Target="/ppt/main_figures/Fig1/ppt/notesMasters/notesMaster1.xml" Id="R160d422402814b7c" /><Relationship Type="http://schemas.openxmlformats.org/officeDocument/2006/relationships/presProps" Target="/ppt/main_figures/Fig1/ppt/presProps.xml" Id="Rd7475f221e924eaa" /><Relationship Type="http://schemas.openxmlformats.org/officeDocument/2006/relationships/tableStyles" Target="/ppt/main_figures/Fig1/ppt/tableStyles.xml" Id="R38a4300b2a254924" /><Relationship Type="http://schemas.openxmlformats.org/officeDocument/2006/relationships/slide" Target="/ppt/main_figures/Fig1/ppt/slides/slide1.xml" Id="R321c5432c7414306" /></Relationships>
</file>

<file path=ppt/main_figures/Fig1/ppt/notesMasters/_rels/notesMaster1.xml.rels><?xml version='1.0' encoding='utf-8'?>
<Relationships xmlns="http://schemas.openxmlformats.org/package/2006/relationships"><Relationship Type="http://schemas.openxmlformats.org/officeDocument/2006/relationships/theme" Target="/ppt/main_figures/Fig1/ppt/notesMasters/theme/theme3.xml" Id="R15e7727bbce341a7" /></Relationships>
</file>

<file path=ppt/main_figures/Fig1/ppt/notesMasters/notesMaster1.xml><?xml version="1.0" encoding="utf-8"?>
<p:notesMaster xmlns:p="http://schemas.openxmlformats.org/presentationml/2006/main">
  <p:cSld>
    <p:bg>
      <p:bgRef idx="1001">
        <a:schemeClr xmlns:a="http://schemas.openxmlformats.org/drawingml/2006/main" val="bg1"/>
      </p:bgRef>
    </p:bg>
    <p:spTree>
      <p:nvGrpSpPr>
        <p:cNvPr id="1" name=""/>
        <p:cNvGrpSpPr/>
        <p:nvPr/>
      </p:nvGrpSpPr>
      <p:grpSpPr>
        <a:xfrm xmlns:a="http://schemas.openxmlformats.org/drawingml/2006/main"/>
      </p:grpSpPr>
      <p:sp>
        <p:nvSpPr>
          <p:cNvPr id="2" name="Header Placeholder"/>
          <p:cNvSpPr/>
          <p:nvPr>
            <p:ph type="hdr" sz="quarter"/>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3" name="Date Placeholder"/>
          <p:cNvSpPr/>
          <p:nvPr>
            <p:ph type="dt" sz="quarter" idx="1"/>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4" name="Slide Image Placeholder"/>
          <p:cNvSpPr/>
          <p:nvPr>
            <p:ph type="sldImg" idx="2"/>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5" name="Notes Placeholder"/>
          <p:cNvSpPr/>
          <p:nvPr>
            <p:ph type="body" sz="quarter" idx="3"/>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6" name="Footer Placeholder"/>
          <p:cNvSpPr/>
          <p:nvPr>
            <p:ph type="ftr" sz="quarter" idx="4"/>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7" name="Slide Number Placeholder"/>
          <p:cNvSpPr/>
          <p:nvPr>
            <p:ph type="sldNum" sz="quarter" idx="5"/>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Tree>
  </p:cSld>
  <p:clrMap bg1="lt1" tx1="dk1" bg2="lt2" tx2="dk2" accent1="accent1" accent2="accent2" accent3="accent3" accent4="accent4" accent5="accent5" accent6="accent6" hlink="hlink" folHlink="folHlink"/>
  <p:notesStyle>
    <a:lvl1pPr xmlns:a="http://schemas.openxmlformats.org/drawingml/2006/main" marL="0" algn="l" defTabSz="914400" rtl="0" eaLnBrk="1" latinLnBrk="0" hangingPunct="1">
      <a:defRPr sz="1200" kern="1200"/>
    </a:lvl1pPr>
  </p:notesStyle>
</p:notesMaster>
</file>

<file path=ppt/main_figures/Fig1/ppt/notesMasters/theme/theme3.xml><?xml version="1.0" encoding="utf-8"?>
<a:theme xmlns:a="http://schemas.openxmlformats.org/drawingml/2006/main" name="ChatGPT">
  <a:themeElements>
    <a:clrScheme name="ChatGPT">
      <a:dk1>
        <a:srgbClr val="000000"/>
      </a:dk1>
      <a:lt1>
        <a:srgbClr val="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
      <a:majorFont>
        <a:latin typeface="Aptos"/>
        <a:ea typeface=""/>
        <a:cs typeface=""/>
      </a:majorFont>
      <a:minorFont>
        <a:latin typeface="Aptos"/>
        <a:ea typeface=""/>
        <a:cs typeface=""/>
      </a:minorFont>
    </a:fontScheme>
    <a:fmtScheme name="ChatGPT">
      <a:fillStyleLst>
        <a:solidFill>
          <a:schemeClr val="phClr"/>
        </a:solidFill>
        <a:gradFill>
          <a:gsLst>
            <a:gs pos="0">
              <a:schemeClr val="phClr">
                <a:tint val="67000"/>
                <a:lumMod val="110000"/>
                <a:satMod val="105000"/>
              </a:schemeClr>
            </a:gs>
            <a:gs pos="50000">
              <a:schemeClr val="phClr">
                <a:tint val="73000"/>
                <a:lumMod val="105000"/>
                <a:satMod val="103000"/>
              </a:schemeClr>
            </a:gs>
            <a:gs pos="100000">
              <a:schemeClr val="phClr">
                <a:tint val="81000"/>
                <a:lumMod val="105000"/>
                <a:satMod val="109000"/>
              </a:schemeClr>
            </a:gs>
          </a:gsLst>
          <a:lin ang="5400000" scaled="0"/>
        </a:gradFill>
        <a:gradFill>
          <a:gsLst>
            <a:gs pos="0">
              <a:schemeClr val="phClr">
                <a:tint val="94000"/>
                <a:lumMod val="102000"/>
                <a:satMod val="103000"/>
              </a:schemeClr>
            </a:gs>
            <a:gs pos="50000">
              <a:schemeClr val="phClr">
                <a:shade val="100000"/>
                <a:lumMod val="100000"/>
                <a:satMod val="110000"/>
              </a:schemeClr>
            </a:gs>
            <a:gs pos="100000">
              <a:schemeClr val="phClr">
                <a:shade val="78000"/>
                <a:lumMod val="99000"/>
                <a:satMod val="120000"/>
              </a:schemeClr>
            </a:gs>
          </a:gsLst>
          <a:lin ang="5400000" scaled="0"/>
        </a:gradFill>
      </a:fillStyleLst>
      <a:lnStyleLst>
        <a:ln w="12700">
          <a:solidFill>
            <a:schemeClr val="phClr"/>
          </a:solidFill>
          <a:prstDash val="solid"/>
        </a:ln>
        <a:ln w="19050">
          <a:solidFill>
            <a:schemeClr val="phClr"/>
          </a:solidFill>
          <a:prstDash val="solid"/>
        </a:ln>
        <a:ln w="25400">
          <a:solidFill>
            <a:schemeClr val="phClr"/>
          </a:solidFill>
          <a:prstDash val="solid"/>
        </a:ln>
      </a:lnStyleLst>
      <a:effectStyleLst>
        <a:effectStyle>
          <a:effectLst/>
        </a:effectStyle>
        <a:effectStyle>
          <a:effectLst/>
        </a:effectStyle>
        <a:effectStyle>
          <a:effectLst>
            <a:outerShdw blurRad="57150" dist="19050" dir="5400000">
              <a:srgbClr val="000000">
                <a:alpha val="16000"/>
              </a:srgbClr>
            </a:outerShdw>
          </a:effectLst>
        </a:effectStyle>
        <a:effectStyle>
          <a:effectLst>
            <a:outerShdw blurRad="19050" dist="9525" dir="5400000">
              <a:srgbClr val="000000">
                <a:alpha val="6000"/>
              </a:srgbClr>
            </a:outerShdw>
          </a:effectLst>
        </a:effectStyle>
        <a:effectStyle>
          <a:effectLst>
            <a:outerShdw blurRad="28575" dist="9525" dir="5400000">
              <a:srgbClr val="000000">
                <a:alpha val="8000"/>
              </a:srgbClr>
            </a:outerShdw>
          </a:effectLst>
        </a:effectStyle>
        <a:effectStyle>
          <a:effectLst>
            <a:outerShdw blurRad="57150" dist="19050" dir="5400000">
              <a:srgbClr val="000000">
                <a:alpha val="10000"/>
              </a:srgbClr>
            </a:outerShdw>
          </a:effectLst>
        </a:effectStyle>
        <a:effectStyle>
          <a:effectLst>
            <a:outerShdw blurRad="114300" dist="38100" dir="5400000">
              <a:srgbClr val="000000">
                <a:alpha val="12000"/>
              </a:srgbClr>
            </a:outerShdw>
          </a:effectLst>
        </a:effectStyle>
        <a:effectStyle>
          <a:effectLst>
            <a:outerShdw blurRad="171450" dist="57150" dir="5400000">
              <a:srgbClr val="000000">
                <a:alpha val="16000"/>
              </a:srgbClr>
            </a:outerShdw>
          </a:effectLst>
        </a:effectStyle>
        <a:effectStyle>
          <a:effectLst>
            <a:outerShdw blurRad="266700" dist="95250" dir="5400000">
              <a:srgbClr val="000000">
                <a:alpha val="24000"/>
              </a:srgbClr>
            </a:outerShdw>
          </a:effectLst>
        </a:effectStyle>
      </a:effectStyleLst>
      <a:bgFillStyleLst>
        <a:solidFill>
          <a:schemeClr val="phClr"/>
        </a:solidFill>
        <a:solidFill>
          <a:schemeClr val="phClr">
            <a:tint val="95000"/>
            <a:satMod val="170000"/>
          </a:schemeClr>
        </a:solidFill>
        <a:gradFill>
          <a:gsLst>
            <a:gs pos="0">
              <a:schemeClr val="phClr">
                <a:tint val="93000"/>
                <a:shade val="98000"/>
                <a:lumMod val="102000"/>
                <a:satMod val="150000"/>
              </a:schemeClr>
            </a:gs>
            <a:gs pos="50000">
              <a:schemeClr val="phClr">
                <a:tint val="98000"/>
                <a:shade val="90000"/>
                <a:lumMod val="103000"/>
                <a:satMod val="130000"/>
              </a:schemeClr>
            </a:gs>
            <a:gs pos="100000">
              <a:schemeClr val="phClr">
                <a:shade val="63000"/>
                <a:satMod val="120000"/>
              </a:schemeClr>
            </a:gs>
          </a:gsLst>
          <a:lin ang="5400000" scaled="0"/>
        </a:gradFill>
      </a:bgFillStyleLst>
    </a:fmtScheme>
  </a:themeElements>
</a:theme>
</file>

<file path=ppt/main_figures/Fig1/ppt/notesSlides/_rels/notesSlide1.xml.rels><?xml version='1.0' encoding='utf-8'?>
<Relationships xmlns="http://schemas.openxmlformats.org/package/2006/relationships"><Relationship Type="http://schemas.openxmlformats.org/officeDocument/2006/relationships/slide" Target="/ppt/main_figures/Fig1/ppt/slides/slide1.xml" Id="R24e8d46a0614491f" /><Relationship Type="http://schemas.openxmlformats.org/officeDocument/2006/relationships/notesMaster" Target="/ppt/main_figures/Fig1/ppt/notesMasters/notesMaster1.xml" Id="R93c89d17e7e640cb" /></Relationships>
</file>

<file path=ppt/main_figures/Fig1/ppt/notesSlides/notesSlide1.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New authorized experiment: ERA5 December 1 00:00–December31 23:00 1999, 744 actual hourly observations. d=[0.9478317491832081, -0.3187710388982978], angle=-18.588619 degrees in equal-area coordinates. RG-MTM-R20 recomputed with the existing solver and optimal scalar barriers. Analysis:49x49 grid,250km smoothing,192-hour centered pressure anomaly baseline. This differs from the reference papers spatial preprocessing. Five published event dates/names follow TMTM Fig1, https://www.csc.kth.se/~weinkauf/publications/documents/koepp22.pdf . Annotation targets are actual computed minima nearest the published event region; identities are not independently validated cyclone tracks. Maps are native 0.25degree ERA5 hourly anomaly fields. Intermediate display columns use conservative anchor alignment; original744 scalar columns unchanged. This is an additional experiment; existing manuscript numbers and the118-frame main suite are unchanged. Events: [{"frame": 66, "date": "1999-12-03 18:00", "label": "Cyclone Anatol", "computed_track_id": 10, "computed_minimum_lonlat": [10.714285714285714, 55.898925088212714], "anchor": 0.5083428819489186, "value_hPa": -23.769877835416683, "association": "nearest computed extremum to published event region; no independently verified physical tracking identity"}, {"frame": 405, "date": "1999-12-17 21:00", "label": "Strong storm over Scandinavia", "computed_track_id": 68, "computed_minimum_lonlat": [15.000000000000002, 61.11526665243035], "anchor": 0.5279911954434983, "value_hPa": -26.117821436974296, "association": "nearest computed extremum to published event region; no independently verified physical tracking identity"}, {"frame": 575, "date": "1999-12-24 23:00", "label": "Strong storm over the British Isles and Norway", "computed_track_id": 113, "computed_minimum_lonlat": [-2.142857142857143, 55.898925088212714], "anchor": 0.3747037527199593, "value_hPa": -25.9252721915634, "association": "nearest computed extremum to published event region; no independently verified physical tracking identity"}, {"frame": 610, "date": "1999-12-26 10:00", "label": "Cyclone Lothar", "computed_track_id": 130, "computed_minimum_lonlat": [7.857142857142858, 50.44356386922743], "anchor": 0.517861235120954, "value_hPa": -21.563336802880915, "association": "nearest computed extremum to published event region; no independently verified physical tracking identity"}, {"frame": 645, "date": "1999-12-27 21:00", "label": "Cyclone Martin", "computed_track_id": 141, "computed_minimum_lonlat": [3.5714285714285743, 47.135364049152884], "anchor": 0.48891695139322705, "value_hPa": -27.33887300096107, "association": "nearest computed extremum to published event region; no independently verified physical tracking identity"}] Right panel: {"event_frame": 610, "event_time": "1999-12-26 10:00:00", "local_frames": [600, 623], "labels": {"A": {"track_id": 130, "frame": 610, "lonlat": [7.857142857142858, 50.44356386922743], "actual_anchor": 0.517861235120954, "reference": 0.5095279017876208, "field_hPa": -21.563336802880915, "source_position_px": [1182.5, 171.48021010838522], "samples": [{"frame": 601, "date": "1999-12-26 01:00:00", "actual_anchor": 0.35178230406587174, "reference": 0.3601156373992051, "lonlat": [-6.428571428571429, 49.595639856116314]}, {"frame": 602, "date": "1999-12-26 02:00:00", "actual_anchor": 0.36725917658603074, "reference": 0.37559250991936405, "lonlat": [-5.0, 49.595639856116314]}, {"frame": 603, "date": "1999-12-26 03:00:00", "actual_anchor": 0.3827360491061897, "reference": 0.391069382439523, "lonlat": [-3.571428571428571, 49.595639856116314]}, {"frame": 604, "date": "1999-12-26 04:00:00", "actual_anchor": 0.4083333333333334, "reference": 0.4166666666666667, "lonlat": [-0.7142857142857143, 50.44356386922743]}, {"frame": 605, "date": "1999-12-26 05:00:00", "actual_anchor": 0.4289095314702889, "reference": 0.4375000000000001, "lonlat": [0.7142857142857143, 49.595639856116314]}, {"frame": 606, "date": "1999-12-26 06:00:00", "actual_anchor": 0.4353247828223805, "reference": 0.4476204117069847, "lonlat": [2.142857142857143, 50.44356386922743]}, {"frame": 607, "date": "1999-12-26 07:00:00", "actual_anchor": 0.4732979596213334, "reference": 0.4630972842271438, "lonlat": [3.5714285714285743, 50.44356386922743]}, {"frame": 608, "date": "1999-12-26 08:00:00", "actual_anchor": 0.486907490080636, "reference": 0.47857415674730275, "lonlat": [5.0, 50.44356386922743]}, {"frame": 609, "date": "1999-12-26 09:00:00", "actual_anchor": 0.5023843626007951, "reference": 0.49405102926746164, "lonlat": [6.428571428571424, 50.44356386922743]}, {"frame": 610, "date": "1999-12-26 10:00:00", "actual_anchor": 0.517861235120954, "reference": 0.5095279017876208, "lonlat": [7.857142857142858, 50.44356386922743]}, {"frame": 611, "date": "1999-12-26 11:00:00", "actual_anchor": 0.5333381076411131, "reference": 0.5250047743077797, "lonlat": [9.285714285714288, 50.44356386922743]}, {"frame": 612, "date": "1999-12-26 12:00:00", "actual_anchor": 0.5488149801612721, "reference": 0.5404816468279388, "lonlat": [10.714285714285714, 50.44356386922743]}, {"frame": 613, "date": "1999-12-26 13:00:00", "actual_anchor": 0.564291852681431, "reference": 0.5559585193480976, "lonlat": [12.14285714285714, 50.44356386922743]}, {"frame": 614, "date": "1999-12-26 14:00:00", "actual_anchor": 0.5797687252015901, "reference": 0.5714353918682566, "lonlat": [13.571428571428573, 50.44356386922743]}, {"frame": 615, "date": "1999-12-26 15:00:00", "actual_anchor": 0.5797687252015901, "reference": 0.5714353918682566, "lonlat": [13.571428571428573, 50.44356386922743]}, {"frame": 616, "date": "1999-12-26 16:00:00", "actual_anchor": 0.5952455977217491, "reference": 0.5869122643884157, "lonlat": [15.000000000000002, 50.44356386922743]}, {"frame": 617, "date": "1999-12-26 17:00:00", "actual_anchor": 0.6042516770539847, "reference": 0.6023891369085747, "lonlat": [16.42857142857143, 50.44356386922743]}, {"frame": 618, "date": "1999-12-26 18:00:00", "actual_anchor": 0.6025960858136203, "reference": 0.6023891369085747, "lonlat": [16.42857142857143, 50.44356386922743]}, {"frame": 619, "date": "1999-12-26 19:00:00", "actual_anchor": 0.6184454362433613, "reference": 0.6178660094287336, "lonlat": [17.857142857142858, 50.44356386922743]}, {"frame": 620, "date": "1999-12-26 20:00:00", "actual_anchor": 0.6179303920432164, "reference": 0.6178660094287336, "lonlat": [17.857142857142858, 50.44356386922743]}, {"frame": 621, "date": "1999-12-26 21:00:00", "actual_anchor": 0.6338997982965894, "reference": 0.6333428819488925, "lonlat": [19.285714285714285, 50.44356386922743]}, {"frame": 622, "date": "1999-12-26 22:00:00", "actual_anchor": 0.6334047634070659, "reference": 0.6333428819488925, "lonlat": [19.285714285714285, 50.44356386922743]}, {"frame": 623, "date": "1999-12-26 23:00:00", "actual_anchor": 0.6333497596841358, "reference": 0.6333428819488925, "lonlat": [19.285714285714285, 50.44356386922743]}]}, "B": {"track_id": 113, "frame": 610, "lonlat": [9.285714285714288, 66.01163429921519], "actual_anchor": 0.4363245287768315, "reference": 0.4446578621101648, "field_hPa": -24.47742273730672, "source_position_px": [1187.5, 94.29956856566434], "samples": [{"frame": 600, "date": "1999-12-26 00:00:00", "actual_anchor": 0.4482272445496877, "reference": 0.4398939112163544, "lonlat": [7.857142857142858, 63.4584625831927]}, {"frame": 601, "date": "1999-12-26 01:00:00", "actual_anchor": 0.4482272445496877, "reference": 0.4398939112163544, "lonlat": [7.857142857142858, 63.4584625831927]}, {"frame": 602, "date": "1999-12-26 02:00:00", "actual_anchor": 0.4482272445496877, "reference": 0.4398939112163544, "lonlat": [7.857142857142858, 63.4584625831927]}, {"frame": 603, "date": "1999-12-26 03:00:00", "actual_anchor": 0.4482272445496877, "reference": 0.4398939112163544, "lonlat": [7.857142857142858, 63.4584625831927]}, {"frame": 604, "date": "1999-12-26 04:00:00", "actual_anchor": 0.45834765625667256, "reference": 0.45001432292333915, "lonlat": [9.285714285714288, 64.70493280544402]}, {"frame": 605, "date": "1999-12-26 05:00:00", "actual_anchor": 0.46122818048152253, "reference": 0.45001432292333915, "lonlat": [9.285714285714288, 64.70493280544402]}, {"frame": 606, "date": "1999-12-26 06:00:00", "actual_anchor": 0.465741739104694, "reference": 0.45001432292333915, "lonlat": [9.285714285714288, 64.70493280544402]}, {"frame": 607, "date": "1999-12-26 07:00:00", "actual_anchor": 0.43981364752914953, "reference": 0.45001432292333915, "lonlat": [9.285714285714288, 64.70493280544402]}, {"frame": 608, "date": "1999-12-26 08:00:00", "actual_anchor": 0.44168098959000585, "reference": 0.45001432292333915, "lonlat": [9.285714285714288, 64.70493280544402]}, {"frame": 609, "date": "1999-12-26 09:00:00", "actual_anchor": 0.4363245287768315, "reference": 0.4446578621101648, "lonlat": [9.285714285714288, 66.01163429921519]}, {"frame": 610, "date": "1999-12-26 10:00:00", "actual_anchor": 0.4363245287768315, "reference": 0.4446578621101648, "lonlat": [9.285714285714288, 66.01163429921519]}, {"frame": 611, "date": "1999-12-26 11:00:00", "actual_anchor": 0.4363245287768315, "reference": 0.4446578621101648, "lonlat": [9.285714285714288, 66.01163429921519]}, {"frame": 612, "date": "1999-12-26 12:00:00", "actual_anchor": 0.43096806796365716, "reference": 0.4393014012969904, "lonlat": [9.285714285714288, 67.389044573133]}, {"frame": 613, "date": "1999-12-26 13:00:00", "actual_anchor": 0.41549119544349805, "reference": 0.4238245287768314, "lonlat": [7.857142857142858, 67.389044573133]}, {"frame": 614, "date": "1999-12-26 14:00:00", "actual_anchor": 0.41013473463032374, "reference": 0.4184680679636571, "lonlat": [7.857142857142858, 68.85101425867806]}, {"frame": 615, "date": "1999-12-26 15:00:00", "actual_anchor": 0.3738245287768313, "reference": 0.38215786211016467, "lonlat": [5.0, 70.41651429372894]}, {"frame": 616, "date": "1999-12-26 16:00:00", "actual_anchor": 0.3738245287768313, "reference": 0.38215786211016467, "lonlat": [5.0, 70.41651429372894]}]}, "C": {"track_id": 133, "frame": 610, "lonlat": [-12.142857142857142, 63.4584625831927], "actual_anchor": 0.22061595803349957, "reference": 0.22321769593412838, "field_hPa": -16.075817767216122, "source_position_px": [1112.5, 104.59032077136041], "samples": [{"frame": 605, "date": "1999-12-26 05:00:00", "actual_anchor": 0.21239943480878357, "reference": 0.2130972842271438, "lonlat": [-13.571428571428573, 62.26407095289291]}, {"frame": 606, "date": "1999-12-26 06:00:00", "actual_anchor": 0.21147652876683076, "reference": 0.2130972842271438, "lonlat": [-13.571428571428573, 62.26407095289291]}, {"frame": 607, "date": "1999-12-26 07:00:00", "actual_anchor": 0.21077238416481642, "reference": 0.2130972842271438, "lonlat": [-13.571428571428573, 62.26407095289291]}, {"frame": 608, "date": "1999-12-26 08:00:00", "actual_anchor": 0.2122474103176572, "reference": 0.2130972842271438, "lonlat": [-13.571428571428573, 62.26407095289291]}, {"frame": 609, "date": "1999-12-26 09:00:00", "actual_anchor": 0.22542537481878447, "reference": 0.2285741567473027, "lonlat": [-12.142857142857142, 62.26407095289291]}, {"frame": 610, "date": "1999-12-26 10:00:00", "actual_anchor": 0.22061595803349957, "reference": 0.22321769593412838, "lonlat": [-12.142857142857142, 63.4584625831927]}]}}, "direction": [0.9478317491832081, -0.3187710388982978], "output_anchor_tracks_native": true, "map_and_track_ids_identical": true, "local_raster_is_exact_full_map_crop": true, "crop_pixels": [1800, 0, 1872, 4096], "local_y_limits": [0.0, 1.0], "no_extrapolation": true, "feature_C_exists_only_frames": [605, 610], "track_identity_scope": "computed overlap-linked minima, not independently verified meteorological tracks", "main_window_rectangle_px": {"x": 781.9241935483869, "y": 33.6, "w": 29.67096774193548, "h": 312.0}, "matching_red_window_outlines": true, "complete_output_axis": true, "temporal_selection_only": true, "event_guides": "black dashed; selected source event red dashed"}</a:t>
            </a: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main_figures/Fig1/ppt/presProps.xml><?xml version="1.0" encoding="utf-8"?>
<p:presentationPr xmlns:p="http://schemas.openxmlformats.org/presentationml/2006/main">
  <p:extLst>
    <p:ext xmlns:p14="http://schemas.microsoft.com/office/powerpoint/2010/main" uri="{E76CE94A-603C-4142-B9EB-6D1370010A27}">
      <p14:discardImageEditData val="0"/>
    </p:ext>
    <p:ext xmlns:p14="http://schemas.microsoft.com/office/powerpoint/2010/main" uri="{D31A062A-798A-4329-ABDD-BBA856620510}">
      <p14:defaultImageDpi val="32767"/>
    </p:ext>
    <p:ext xmlns:p15="http://schemas.microsoft.com/office/powerpoint/2012/main" uri="{FD5EFAAD-0ECE-453E-9831-46B23BE46B34}">
      <p15:chartTrackingRefBased val="1"/>
    </p:ext>
  </p:extLst>
</p:presentationPr>
</file>

<file path=ppt/main_figures/Fig1/ppt/presentation.xml><?xml version="1.0" encoding="utf-8"?>
<p:presentation xmlns:p="http://schemas.openxmlformats.org/presentationml/2006/main" xmlns:r="http://schemas.openxmlformats.org/officeDocument/2006/relationships">
  <p:sldMasterIdLst>
    <p:sldMasterId id="2147483648" r:id="Rce5a9f308a4d4dd0"/>
  </p:sldMasterIdLst>
  <p:notesMasterIdLst>
    <p:notesMasterId r:id="R160d422402814b7c"/>
  </p:notesMasterIdLst>
  <p:sldIdLst>
    <p:sldId id="256" r:id="R321c5432c7414306"/>
  </p:sldIdLst>
  <p:sldSz cx="12801600" cy="6096000"/>
  <p:notesSz cx="6858000" cy="9144000"/>
</p:presentation>
</file>

<file path=ppt/main_figures/Fig1/ppt/slideLayouts/_rels/slideLayout1.xml.rels><?xml version='1.0' encoding='utf-8'?>
<Relationships xmlns="http://schemas.openxmlformats.org/package/2006/relationships"><Relationship Type="http://schemas.openxmlformats.org/officeDocument/2006/relationships/slideMaster" Target="/ppt/main_figures/Fig1/ppt/slideMasters/slideMaster1.xml" Id="Ra4009599c3c14fd0" /></Relationships>
</file>

<file path=ppt/main_figures/Fig1/ppt/slideLayouts/_rels/slideLayout2.xml.rels><?xml version='1.0' encoding='utf-8'?>
<Relationships xmlns="http://schemas.openxmlformats.org/package/2006/relationships"><Relationship Type="http://schemas.openxmlformats.org/officeDocument/2006/relationships/slideMaster" Target="/ppt/main_figures/Fig1/ppt/slideMasters/slideMaster1.xml" Id="R15fc668908b24e00" /></Relationships>
</file>

<file path=ppt/main_figures/Fig1/ppt/slideLayouts/_rels/slideLayout3.xml.rels><?xml version='1.0' encoding='utf-8'?>
<Relationships xmlns="http://schemas.openxmlformats.org/package/2006/relationships"><Relationship Type="http://schemas.openxmlformats.org/officeDocument/2006/relationships/slideMaster" Target="/ppt/main_figures/Fig1/ppt/slideMasters/slideMaster1.xml" Id="Ra749991caf944bda" /></Relationships>
</file>

<file path=ppt/main_figures/Fig1/ppt/slideLayouts/_rels/slideLayout4.xml.rels><?xml version='1.0' encoding='utf-8'?>
<Relationships xmlns="http://schemas.openxmlformats.org/package/2006/relationships"><Relationship Type="http://schemas.openxmlformats.org/officeDocument/2006/relationships/slideMaster" Target="/ppt/main_figures/Fig1/ppt/slideMasters/slideMaster1.xml" Id="R02bf4ecdbe884e1f" /></Relationships>
</file>

<file path=ppt/main_figures/Fig1/ppt/slideLayouts/_rels/slideLayout5.xml.rels><?xml version='1.0' encoding='utf-8'?>
<Relationships xmlns="http://schemas.openxmlformats.org/package/2006/relationships"><Relationship Type="http://schemas.openxmlformats.org/officeDocument/2006/relationships/slideMaster" Target="/ppt/main_figures/Fig1/ppt/slideMasters/slideMaster1.xml" Id="Rc03a011b13aa43e4" /></Relationships>
</file>

<file path=ppt/main_figures/Fig1/ppt/slideLayouts/_rels/slideLayout6.xml.rels><?xml version='1.0' encoding='utf-8'?>
<Relationships xmlns="http://schemas.openxmlformats.org/package/2006/relationships"><Relationship Type="http://schemas.openxmlformats.org/officeDocument/2006/relationships/slideMaster" Target="/ppt/main_figures/Fig1/ppt/slideMasters/slideMaster1.xml" Id="R3539cd2fa4f14890" /></Relationships>
</file>

<file path=ppt/main_figures/Fig1/ppt/slideLayouts/slideLayout1.xml><?xml version="1.0" encoding="utf-8"?>
<p:sldLayout xmlns:p="http://schemas.openxmlformats.org/presentationml/2006/main" type="title">
  <p:cSld name="Title Slide">
    <p:spTree>
      <p:nvGrpSpPr>
        <p:cNvPr id="1" name=""/>
        <p:cNvGrpSpPr/>
        <p:nvPr/>
      </p:nvGrpSpPr>
      <p:grpSpPr>
        <a:xfrm xmlns:a="http://schemas.openxmlformats.org/drawingml/2006/main"/>
      </p:grpSpPr>
      <p:sp>
        <p:nvSpPr>
          <p:cNvPr id="3" name="Title">
            <a:extLst xmlns:a="http://schemas.openxmlformats.org/drawingml/2006/main">
              <a:ext uri="{FF2B5EF4-FFF2-40B4-BE49-F238E27FC236}">
                <a16:creationId xmlns:a16="http://schemas.microsoft.com/office/drawing/2014/main" id="{8CE2783A-A22D-407D-90B2-487E44ECEE44}"/>
              </a:ext>
            </a:extLst>
          </p:cNvPr>
          <p:cNvSpPr>
            <a:spLocks xmlns:a="http://schemas.openxmlformats.org/drawingml/2006/main" noGrp="1"/>
          </p:cNvSpPr>
          <p:nvPr>
            <p:ph type="title" idx="0"/>
          </p:nvPr>
        </p:nvSpPr>
        <p:spPr>
          <a:xfrm xmlns:a="http://schemas.openxmlformats.org/drawingml/2006/main">
            <a:off x="1280160" y="2302933"/>
            <a:ext cx="10241280" cy="880533"/>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ctr">
            <a:normAutofit/>
          </a:bodyPr>
          <a:lstStyle xmlns:a="http://schemas.openxmlformats.org/drawingml/2006/main">
            <a:defPPr algn="ctr">
              <a:defRPr sz="4267" b="1">
                <a:solidFill>
                  <a:schemeClr val="tx1"/>
                </a:solidFill>
                <a:latin typeface="+mj-lt"/>
                <a:ea typeface="+mj-lt"/>
                <a:cs typeface="+mj-lt"/>
              </a:defRPr>
            </a:defPPr>
            <a:lvl1pPr marL="0" indent="0" algn="ctr">
              <a:lnSpc>
                <a:spcPct val="110000"/>
              </a:lnSpc>
              <a:spcBef>
                <a:spcPts val="0"/>
              </a:spcBef>
              <a:spcAft>
                <a:spcPts val="0"/>
              </a:spcAft>
              <a:buNone/>
              <a:defRPr sz="4267" b="1">
                <a:solidFill>
                  <a:schemeClr val="tx1"/>
                </a:solidFill>
                <a:latin typeface="+mj-lt"/>
                <a:ea typeface="+mj-lt"/>
                <a:cs typeface="+mj-lt"/>
              </a:defRPr>
            </a:lvl1pPr>
            <a:lvl2pPr marL="0" indent="0" algn="ctr">
              <a:lnSpc>
                <a:spcPct val="110000"/>
              </a:lnSpc>
              <a:spcBef>
                <a:spcPts val="0"/>
              </a:spcBef>
              <a:spcAft>
                <a:spcPts val="0"/>
              </a:spcAft>
              <a:buNone/>
              <a:defRPr sz="4267" b="1">
                <a:solidFill>
                  <a:schemeClr val="tx1"/>
                </a:solidFill>
                <a:latin typeface="+mj-lt"/>
                <a:ea typeface="+mj-lt"/>
                <a:cs typeface="+mj-lt"/>
              </a:defRPr>
            </a:lvl2pPr>
            <a:lvl3pPr marL="0" indent="0" algn="ctr">
              <a:lnSpc>
                <a:spcPct val="110000"/>
              </a:lnSpc>
              <a:spcBef>
                <a:spcPts val="0"/>
              </a:spcBef>
              <a:spcAft>
                <a:spcPts val="0"/>
              </a:spcAft>
              <a:buNone/>
              <a:defRPr sz="4267" b="1">
                <a:solidFill>
                  <a:schemeClr val="tx1"/>
                </a:solidFill>
                <a:latin typeface="+mj-lt"/>
                <a:ea typeface="+mj-lt"/>
                <a:cs typeface="+mj-lt"/>
              </a:defRPr>
            </a:lvl3pPr>
            <a:lvl4pPr marL="0" indent="0" algn="ctr">
              <a:lnSpc>
                <a:spcPct val="110000"/>
              </a:lnSpc>
              <a:spcBef>
                <a:spcPts val="0"/>
              </a:spcBef>
              <a:spcAft>
                <a:spcPts val="0"/>
              </a:spcAft>
              <a:buNone/>
              <a:defRPr sz="4267" b="1">
                <a:solidFill>
                  <a:schemeClr val="tx1"/>
                </a:solidFill>
                <a:latin typeface="+mj-lt"/>
                <a:ea typeface="+mj-lt"/>
                <a:cs typeface="+mj-lt"/>
              </a:defRPr>
            </a:lvl4pPr>
            <a:lvl5pPr marL="0" indent="0" algn="ctr">
              <a:lnSpc>
                <a:spcPct val="110000"/>
              </a:lnSpc>
              <a:spcBef>
                <a:spcPts val="0"/>
              </a:spcBef>
              <a:spcAft>
                <a:spcPts val="0"/>
              </a:spcAft>
              <a:buNone/>
              <a:defRPr sz="4267" b="1">
                <a:solidFill>
                  <a:schemeClr val="tx1"/>
                </a:solidFill>
                <a:latin typeface="+mj-lt"/>
                <a:ea typeface="+mj-lt"/>
                <a:cs typeface="+mj-lt"/>
              </a:defRPr>
            </a:lvl5pPr>
            <a:lvl6pPr marL="0" indent="0" algn="ctr">
              <a:lnSpc>
                <a:spcPct val="110000"/>
              </a:lnSpc>
              <a:spcBef>
                <a:spcPts val="0"/>
              </a:spcBef>
              <a:spcAft>
                <a:spcPts val="0"/>
              </a:spcAft>
              <a:buNone/>
              <a:defRPr sz="4267" b="1">
                <a:solidFill>
                  <a:schemeClr val="tx1"/>
                </a:solidFill>
                <a:latin typeface="+mj-lt"/>
                <a:ea typeface="+mj-lt"/>
                <a:cs typeface="+mj-lt"/>
              </a:defRPr>
            </a:lvl6pPr>
            <a:lvl7pPr marL="0" indent="0" algn="ctr">
              <a:lnSpc>
                <a:spcPct val="110000"/>
              </a:lnSpc>
              <a:spcBef>
                <a:spcPts val="0"/>
              </a:spcBef>
              <a:spcAft>
                <a:spcPts val="0"/>
              </a:spcAft>
              <a:buNone/>
              <a:defRPr sz="4267" b="1">
                <a:solidFill>
                  <a:schemeClr val="tx1"/>
                </a:solidFill>
                <a:latin typeface="+mj-lt"/>
                <a:ea typeface="+mj-lt"/>
                <a:cs typeface="+mj-lt"/>
              </a:defRPr>
            </a:lvl7pPr>
            <a:lvl8pPr marL="0" indent="0" algn="ctr">
              <a:lnSpc>
                <a:spcPct val="110000"/>
              </a:lnSpc>
              <a:spcBef>
                <a:spcPts val="0"/>
              </a:spcBef>
              <a:spcAft>
                <a:spcPts val="0"/>
              </a:spcAft>
              <a:buNone/>
              <a:defRPr sz="4267" b="1">
                <a:solidFill>
                  <a:schemeClr val="tx1"/>
                </a:solidFill>
                <a:latin typeface="+mj-lt"/>
                <a:ea typeface="+mj-lt"/>
                <a:cs typeface="+mj-lt"/>
              </a:defRPr>
            </a:lvl8pPr>
            <a:lvl9pPr marL="0" indent="0" algn="ctr">
              <a:lnSpc>
                <a:spcPct val="110000"/>
              </a:lnSpc>
              <a:spcBef>
                <a:spcPts val="0"/>
              </a:spcBef>
              <a:spcAft>
                <a:spcPts val="0"/>
              </a:spcAft>
              <a:buNone/>
              <a:defRPr sz="4267" b="1">
                <a:solidFill>
                  <a:schemeClr val="tx1"/>
                </a:solidFill>
                <a:latin typeface="+mj-lt"/>
                <a:ea typeface="+mj-lt"/>
                <a:cs typeface="+mj-lt"/>
              </a:defRPr>
            </a:lvl9pPr>
          </a:lstStyle>
          <a:p xmlns:a="http://schemas.openxmlformats.org/drawingml/2006/main"/>
        </p:txBody>
      </p:sp>
      <p:sp>
        <p:nvSpPr>
          <p:cNvPr id="2" name="Subtitle">
            <a:extLst xmlns:a="http://schemas.openxmlformats.org/drawingml/2006/main">
              <a:ext uri="{FF2B5EF4-FFF2-40B4-BE49-F238E27FC236}">
                <a16:creationId xmlns:a16="http://schemas.microsoft.com/office/drawing/2014/main" id="{5D276723-F471-4AC2-BCA3-62B257EB67A7}"/>
              </a:ext>
            </a:extLst>
          </p:cNvPr>
          <p:cNvSpPr>
            <a:spLocks xmlns:a="http://schemas.openxmlformats.org/drawingml/2006/main" noGrp="1"/>
          </p:cNvSpPr>
          <p:nvPr>
            <p:ph type="subTitle" idx="1"/>
          </p:nvPr>
        </p:nvSpPr>
        <p:spPr>
          <a:xfrm xmlns:a="http://schemas.openxmlformats.org/drawingml/2006/main">
            <a:off x="1920240" y="3352800"/>
            <a:ext cx="8961120" cy="677333"/>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ctr">
            <a:normAutofit/>
          </a:bodyPr>
          <a:lstStyle xmlns:a="http://schemas.openxmlformats.org/drawingml/2006/main">
            <a:defPPr algn="ctr">
              <a:defRPr sz="1867" b="0">
                <a:solidFill>
                  <a:schemeClr val="tx1"/>
                </a:solidFill>
                <a:latin typeface="+mn-lt"/>
                <a:ea typeface="+mn-lt"/>
                <a:cs typeface="+mn-lt"/>
              </a:defRPr>
            </a:defPPr>
            <a:lvl1pPr marL="0" indent="0" algn="ctr">
              <a:lnSpc>
                <a:spcPct val="110000"/>
              </a:lnSpc>
              <a:spcBef>
                <a:spcPts val="0"/>
              </a:spcBef>
              <a:spcAft>
                <a:spcPts val="0"/>
              </a:spcAft>
              <a:buNone/>
              <a:defRPr sz="1867" b="0">
                <a:solidFill>
                  <a:schemeClr val="tx1"/>
                </a:solidFill>
                <a:latin typeface="+mn-lt"/>
                <a:ea typeface="+mn-lt"/>
                <a:cs typeface="+mn-lt"/>
              </a:defRPr>
            </a:lvl1pPr>
            <a:lvl2pPr marL="0" indent="0" algn="ctr">
              <a:lnSpc>
                <a:spcPct val="110000"/>
              </a:lnSpc>
              <a:spcBef>
                <a:spcPts val="0"/>
              </a:spcBef>
              <a:spcAft>
                <a:spcPts val="0"/>
              </a:spcAft>
              <a:buNone/>
              <a:defRPr sz="1867" b="0">
                <a:solidFill>
                  <a:schemeClr val="tx1"/>
                </a:solidFill>
                <a:latin typeface="+mn-lt"/>
                <a:ea typeface="+mn-lt"/>
                <a:cs typeface="+mn-lt"/>
              </a:defRPr>
            </a:lvl2pPr>
            <a:lvl3pPr marL="0" indent="0" algn="ctr">
              <a:lnSpc>
                <a:spcPct val="110000"/>
              </a:lnSpc>
              <a:spcBef>
                <a:spcPts val="0"/>
              </a:spcBef>
              <a:spcAft>
                <a:spcPts val="0"/>
              </a:spcAft>
              <a:buNone/>
              <a:defRPr sz="1867" b="0">
                <a:solidFill>
                  <a:schemeClr val="tx1"/>
                </a:solidFill>
                <a:latin typeface="+mn-lt"/>
                <a:ea typeface="+mn-lt"/>
                <a:cs typeface="+mn-lt"/>
              </a:defRPr>
            </a:lvl3pPr>
            <a:lvl4pPr marL="0" indent="0" algn="ctr">
              <a:lnSpc>
                <a:spcPct val="110000"/>
              </a:lnSpc>
              <a:spcBef>
                <a:spcPts val="0"/>
              </a:spcBef>
              <a:spcAft>
                <a:spcPts val="0"/>
              </a:spcAft>
              <a:buNone/>
              <a:defRPr sz="1867" b="0">
                <a:solidFill>
                  <a:schemeClr val="tx1"/>
                </a:solidFill>
                <a:latin typeface="+mn-lt"/>
                <a:ea typeface="+mn-lt"/>
                <a:cs typeface="+mn-lt"/>
              </a:defRPr>
            </a:lvl4pPr>
            <a:lvl5pPr marL="0" indent="0" algn="ctr">
              <a:lnSpc>
                <a:spcPct val="110000"/>
              </a:lnSpc>
              <a:spcBef>
                <a:spcPts val="0"/>
              </a:spcBef>
              <a:spcAft>
                <a:spcPts val="0"/>
              </a:spcAft>
              <a:buNone/>
              <a:defRPr sz="1867" b="0">
                <a:solidFill>
                  <a:schemeClr val="tx1"/>
                </a:solidFill>
                <a:latin typeface="+mn-lt"/>
                <a:ea typeface="+mn-lt"/>
                <a:cs typeface="+mn-lt"/>
              </a:defRPr>
            </a:lvl5pPr>
            <a:lvl6pPr marL="0" indent="0" algn="ctr">
              <a:lnSpc>
                <a:spcPct val="110000"/>
              </a:lnSpc>
              <a:spcBef>
                <a:spcPts val="0"/>
              </a:spcBef>
              <a:spcAft>
                <a:spcPts val="0"/>
              </a:spcAft>
              <a:buNone/>
              <a:defRPr sz="1867" b="0">
                <a:solidFill>
                  <a:schemeClr val="tx1"/>
                </a:solidFill>
                <a:latin typeface="+mn-lt"/>
                <a:ea typeface="+mn-lt"/>
                <a:cs typeface="+mn-lt"/>
              </a:defRPr>
            </a:lvl6pPr>
            <a:lvl7pPr marL="0" indent="0" algn="ctr">
              <a:lnSpc>
                <a:spcPct val="110000"/>
              </a:lnSpc>
              <a:spcBef>
                <a:spcPts val="0"/>
              </a:spcBef>
              <a:spcAft>
                <a:spcPts val="0"/>
              </a:spcAft>
              <a:buNone/>
              <a:defRPr sz="1867" b="0">
                <a:solidFill>
                  <a:schemeClr val="tx1"/>
                </a:solidFill>
                <a:latin typeface="+mn-lt"/>
                <a:ea typeface="+mn-lt"/>
                <a:cs typeface="+mn-lt"/>
              </a:defRPr>
            </a:lvl7pPr>
            <a:lvl8pPr marL="0" indent="0" algn="ctr">
              <a:lnSpc>
                <a:spcPct val="110000"/>
              </a:lnSpc>
              <a:spcBef>
                <a:spcPts val="0"/>
              </a:spcBef>
              <a:spcAft>
                <a:spcPts val="0"/>
              </a:spcAft>
              <a:buNone/>
              <a:defRPr sz="1867" b="0">
                <a:solidFill>
                  <a:schemeClr val="tx1"/>
                </a:solidFill>
                <a:latin typeface="+mn-lt"/>
                <a:ea typeface="+mn-lt"/>
                <a:cs typeface="+mn-lt"/>
              </a:defRPr>
            </a:lvl8pPr>
            <a:lvl9pPr marL="0" indent="0" algn="ctr">
              <a:lnSpc>
                <a:spcPct val="110000"/>
              </a:lnSpc>
              <a:spcBef>
                <a:spcPts val="0"/>
              </a:spcBef>
              <a:spcAft>
                <a:spcPts val="0"/>
              </a:spcAft>
              <a:buNone/>
              <a:defRPr sz="1867" b="0">
                <a:solidFill>
                  <a:schemeClr val="tx1"/>
                </a:solidFill>
                <a:latin typeface="+mn-lt"/>
                <a:ea typeface="+mn-lt"/>
                <a:cs typeface="+mn-lt"/>
              </a:defRPr>
            </a:lvl9pPr>
          </a:lstStyle>
          <a:p xmlns:a="http://schemas.openxmlformats.org/drawingml/2006/main"/>
        </p:txBody>
      </p:sp>
    </p:spTree>
  </p:cSld>
</p:sldLayout>
</file>

<file path=ppt/main_figures/Fig1/ppt/slideLayouts/slideLayout2.xml><?xml version="1.0" encoding="utf-8"?>
<p:sldLayout xmlns:p="http://schemas.openxmlformats.org/presentationml/2006/main">
  <p:cSld name="Section Header">
    <p:spTree>
      <p:nvGrpSpPr>
        <p:cNvPr id="1" name=""/>
        <p:cNvGrpSpPr/>
        <p:nvPr/>
      </p:nvGrpSpPr>
      <p:grpSpPr>
        <a:xfrm xmlns:a="http://schemas.openxmlformats.org/drawingml/2006/main"/>
      </p:grpSpPr>
      <p:sp>
        <p:nvSpPr>
          <p:cNvPr id="2" name="Section title">
            <a:extLst xmlns:a="http://schemas.openxmlformats.org/drawingml/2006/main">
              <a:ext uri="{FF2B5EF4-FFF2-40B4-BE49-F238E27FC236}">
                <a16:creationId xmlns:a16="http://schemas.microsoft.com/office/drawing/2014/main" id="{0311F24E-AFF7-4627-AADD-AE6C924435ED}"/>
              </a:ext>
            </a:extLst>
          </p:cNvPr>
          <p:cNvSpPr>
            <a:spLocks xmlns:a="http://schemas.openxmlformats.org/drawingml/2006/main" noGrp="1"/>
          </p:cNvSpPr>
          <p:nvPr>
            <p:ph type="title" idx="0"/>
          </p:nvPr>
        </p:nvSpPr>
        <p:spPr>
          <a:xfrm xmlns:a="http://schemas.openxmlformats.org/drawingml/2006/main">
            <a:off x="1280160" y="2540000"/>
            <a:ext cx="10241280" cy="1016000"/>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ctr">
            <a:normAutofit/>
          </a:bodyPr>
          <a:lstStyle xmlns:a="http://schemas.openxmlformats.org/drawingml/2006/main">
            <a:defPPr algn="ctr">
              <a:defRPr sz="3733" b="1">
                <a:solidFill>
                  <a:schemeClr val="tx1"/>
                </a:solidFill>
                <a:latin typeface="+mj-lt"/>
                <a:ea typeface="+mj-lt"/>
                <a:cs typeface="+mj-lt"/>
              </a:defRPr>
            </a:defPPr>
            <a:lvl1pPr marL="0" indent="0" algn="ctr">
              <a:lnSpc>
                <a:spcPct val="110000"/>
              </a:lnSpc>
              <a:spcBef>
                <a:spcPts val="0"/>
              </a:spcBef>
              <a:spcAft>
                <a:spcPts val="0"/>
              </a:spcAft>
              <a:buNone/>
              <a:defRPr sz="3733" b="1">
                <a:solidFill>
                  <a:schemeClr val="tx1"/>
                </a:solidFill>
                <a:latin typeface="+mj-lt"/>
                <a:ea typeface="+mj-lt"/>
                <a:cs typeface="+mj-lt"/>
              </a:defRPr>
            </a:lvl1pPr>
            <a:lvl2pPr marL="0" indent="0" algn="ctr">
              <a:lnSpc>
                <a:spcPct val="110000"/>
              </a:lnSpc>
              <a:spcBef>
                <a:spcPts val="0"/>
              </a:spcBef>
              <a:spcAft>
                <a:spcPts val="0"/>
              </a:spcAft>
              <a:buNone/>
              <a:defRPr sz="3733" b="1">
                <a:solidFill>
                  <a:schemeClr val="tx1"/>
                </a:solidFill>
                <a:latin typeface="+mj-lt"/>
                <a:ea typeface="+mj-lt"/>
                <a:cs typeface="+mj-lt"/>
              </a:defRPr>
            </a:lvl2pPr>
            <a:lvl3pPr marL="0" indent="0" algn="ctr">
              <a:lnSpc>
                <a:spcPct val="110000"/>
              </a:lnSpc>
              <a:spcBef>
                <a:spcPts val="0"/>
              </a:spcBef>
              <a:spcAft>
                <a:spcPts val="0"/>
              </a:spcAft>
              <a:buNone/>
              <a:defRPr sz="3733" b="1">
                <a:solidFill>
                  <a:schemeClr val="tx1"/>
                </a:solidFill>
                <a:latin typeface="+mj-lt"/>
                <a:ea typeface="+mj-lt"/>
                <a:cs typeface="+mj-lt"/>
              </a:defRPr>
            </a:lvl3pPr>
            <a:lvl4pPr marL="0" indent="0" algn="ctr">
              <a:lnSpc>
                <a:spcPct val="110000"/>
              </a:lnSpc>
              <a:spcBef>
                <a:spcPts val="0"/>
              </a:spcBef>
              <a:spcAft>
                <a:spcPts val="0"/>
              </a:spcAft>
              <a:buNone/>
              <a:defRPr sz="3733" b="1">
                <a:solidFill>
                  <a:schemeClr val="tx1"/>
                </a:solidFill>
                <a:latin typeface="+mj-lt"/>
                <a:ea typeface="+mj-lt"/>
                <a:cs typeface="+mj-lt"/>
              </a:defRPr>
            </a:lvl4pPr>
            <a:lvl5pPr marL="0" indent="0" algn="ctr">
              <a:lnSpc>
                <a:spcPct val="110000"/>
              </a:lnSpc>
              <a:spcBef>
                <a:spcPts val="0"/>
              </a:spcBef>
              <a:spcAft>
                <a:spcPts val="0"/>
              </a:spcAft>
              <a:buNone/>
              <a:defRPr sz="3733" b="1">
                <a:solidFill>
                  <a:schemeClr val="tx1"/>
                </a:solidFill>
                <a:latin typeface="+mj-lt"/>
                <a:ea typeface="+mj-lt"/>
                <a:cs typeface="+mj-lt"/>
              </a:defRPr>
            </a:lvl5pPr>
            <a:lvl6pPr marL="0" indent="0" algn="ctr">
              <a:lnSpc>
                <a:spcPct val="110000"/>
              </a:lnSpc>
              <a:spcBef>
                <a:spcPts val="0"/>
              </a:spcBef>
              <a:spcAft>
                <a:spcPts val="0"/>
              </a:spcAft>
              <a:buNone/>
              <a:defRPr sz="3733" b="1">
                <a:solidFill>
                  <a:schemeClr val="tx1"/>
                </a:solidFill>
                <a:latin typeface="+mj-lt"/>
                <a:ea typeface="+mj-lt"/>
                <a:cs typeface="+mj-lt"/>
              </a:defRPr>
            </a:lvl6pPr>
            <a:lvl7pPr marL="0" indent="0" algn="ctr">
              <a:lnSpc>
                <a:spcPct val="110000"/>
              </a:lnSpc>
              <a:spcBef>
                <a:spcPts val="0"/>
              </a:spcBef>
              <a:spcAft>
                <a:spcPts val="0"/>
              </a:spcAft>
              <a:buNone/>
              <a:defRPr sz="3733" b="1">
                <a:solidFill>
                  <a:schemeClr val="tx1"/>
                </a:solidFill>
                <a:latin typeface="+mj-lt"/>
                <a:ea typeface="+mj-lt"/>
                <a:cs typeface="+mj-lt"/>
              </a:defRPr>
            </a:lvl7pPr>
            <a:lvl8pPr marL="0" indent="0" algn="ctr">
              <a:lnSpc>
                <a:spcPct val="110000"/>
              </a:lnSpc>
              <a:spcBef>
                <a:spcPts val="0"/>
              </a:spcBef>
              <a:spcAft>
                <a:spcPts val="0"/>
              </a:spcAft>
              <a:buNone/>
              <a:defRPr sz="3733" b="1">
                <a:solidFill>
                  <a:schemeClr val="tx1"/>
                </a:solidFill>
                <a:latin typeface="+mj-lt"/>
                <a:ea typeface="+mj-lt"/>
                <a:cs typeface="+mj-lt"/>
              </a:defRPr>
            </a:lvl8pPr>
            <a:lvl9pPr marL="0" indent="0" algn="ctr">
              <a:lnSpc>
                <a:spcPct val="110000"/>
              </a:lnSpc>
              <a:spcBef>
                <a:spcPts val="0"/>
              </a:spcBef>
              <a:spcAft>
                <a:spcPts val="0"/>
              </a:spcAft>
              <a:buNone/>
              <a:defRPr sz="3733" b="1">
                <a:solidFill>
                  <a:schemeClr val="tx1"/>
                </a:solidFill>
                <a:latin typeface="+mj-lt"/>
                <a:ea typeface="+mj-lt"/>
                <a:cs typeface="+mj-lt"/>
              </a:defRPr>
            </a:lvl9pPr>
          </a:lstStyle>
          <a:p xmlns:a="http://schemas.openxmlformats.org/drawingml/2006/main"/>
        </p:txBody>
      </p:sp>
    </p:spTree>
  </p:cSld>
</p:sldLayout>
</file>

<file path=ppt/main_figures/Fig1/ppt/slideLayouts/slideLayout3.xml><?xml version="1.0" encoding="utf-8"?>
<p:sldLayout xmlns:p="http://schemas.openxmlformats.org/presentationml/2006/main">
  <p:cSld name="Title and Body">
    <p:spTree>
      <p:nvGrpSpPr>
        <p:cNvPr id="1" name=""/>
        <p:cNvGrpSpPr/>
        <p:nvPr/>
      </p:nvGrpSpPr>
      <p:grpSpPr>
        <a:xfrm xmlns:a="http://schemas.openxmlformats.org/drawingml/2006/main"/>
      </p:grpSpPr>
      <p:sp>
        <p:nvSpPr>
          <p:cNvPr id="3" name="Title">
            <a:extLst xmlns:a="http://schemas.openxmlformats.org/drawingml/2006/main">
              <a:ext uri="{FF2B5EF4-FFF2-40B4-BE49-F238E27FC236}">
                <a16:creationId xmlns:a16="http://schemas.microsoft.com/office/drawing/2014/main" id="{77EF94D9-DB20-4D7D-ADFA-65A6009BAA31}"/>
              </a:ext>
            </a:extLst>
          </p:cNvPr>
          <p:cNvSpPr>
            <a:spLocks xmlns:a="http://schemas.openxmlformats.org/drawingml/2006/main" noGrp="1"/>
          </p:cNvSpPr>
          <p:nvPr>
            <p:ph type="title" idx="0"/>
          </p:nvPr>
        </p:nvSpPr>
        <p:spPr>
          <a:xfrm xmlns:a="http://schemas.openxmlformats.org/drawingml/2006/main">
            <a:off x="720090" y="474133"/>
            <a:ext cx="11361420" cy="7450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933" b="1">
                <a:solidFill>
                  <a:schemeClr val="tx1"/>
                </a:solidFill>
                <a:latin typeface="+mj-lt"/>
                <a:ea typeface="+mj-lt"/>
                <a:cs typeface="+mj-lt"/>
              </a:defRPr>
            </a:defPPr>
            <a:lvl1pPr marL="0" indent="0" algn="l">
              <a:lnSpc>
                <a:spcPct val="110000"/>
              </a:lnSpc>
              <a:spcBef>
                <a:spcPts val="0"/>
              </a:spcBef>
              <a:spcAft>
                <a:spcPts val="0"/>
              </a:spcAft>
              <a:buNone/>
              <a:defRPr sz="2933" b="1">
                <a:solidFill>
                  <a:schemeClr val="tx1"/>
                </a:solidFill>
                <a:latin typeface="+mj-lt"/>
                <a:ea typeface="+mj-lt"/>
                <a:cs typeface="+mj-lt"/>
              </a:defRPr>
            </a:lvl1pPr>
            <a:lvl2pPr marL="0" indent="0" algn="l">
              <a:lnSpc>
                <a:spcPct val="110000"/>
              </a:lnSpc>
              <a:spcBef>
                <a:spcPts val="0"/>
              </a:spcBef>
              <a:spcAft>
                <a:spcPts val="0"/>
              </a:spcAft>
              <a:buNone/>
              <a:defRPr sz="2933" b="1">
                <a:solidFill>
                  <a:schemeClr val="tx1"/>
                </a:solidFill>
                <a:latin typeface="+mj-lt"/>
                <a:ea typeface="+mj-lt"/>
                <a:cs typeface="+mj-lt"/>
              </a:defRPr>
            </a:lvl2pPr>
            <a:lvl3pPr marL="0" indent="0" algn="l">
              <a:lnSpc>
                <a:spcPct val="110000"/>
              </a:lnSpc>
              <a:spcBef>
                <a:spcPts val="0"/>
              </a:spcBef>
              <a:spcAft>
                <a:spcPts val="0"/>
              </a:spcAft>
              <a:buNone/>
              <a:defRPr sz="2933" b="1">
                <a:solidFill>
                  <a:schemeClr val="tx1"/>
                </a:solidFill>
                <a:latin typeface="+mj-lt"/>
                <a:ea typeface="+mj-lt"/>
                <a:cs typeface="+mj-lt"/>
              </a:defRPr>
            </a:lvl3pPr>
            <a:lvl4pPr marL="0" indent="0" algn="l">
              <a:lnSpc>
                <a:spcPct val="110000"/>
              </a:lnSpc>
              <a:spcBef>
                <a:spcPts val="0"/>
              </a:spcBef>
              <a:spcAft>
                <a:spcPts val="0"/>
              </a:spcAft>
              <a:buNone/>
              <a:defRPr sz="2933" b="1">
                <a:solidFill>
                  <a:schemeClr val="tx1"/>
                </a:solidFill>
                <a:latin typeface="+mj-lt"/>
                <a:ea typeface="+mj-lt"/>
                <a:cs typeface="+mj-lt"/>
              </a:defRPr>
            </a:lvl4pPr>
            <a:lvl5pPr marL="0" indent="0" algn="l">
              <a:lnSpc>
                <a:spcPct val="110000"/>
              </a:lnSpc>
              <a:spcBef>
                <a:spcPts val="0"/>
              </a:spcBef>
              <a:spcAft>
                <a:spcPts val="0"/>
              </a:spcAft>
              <a:buNone/>
              <a:defRPr sz="2933" b="1">
                <a:solidFill>
                  <a:schemeClr val="tx1"/>
                </a:solidFill>
                <a:latin typeface="+mj-lt"/>
                <a:ea typeface="+mj-lt"/>
                <a:cs typeface="+mj-lt"/>
              </a:defRPr>
            </a:lvl5pPr>
            <a:lvl6pPr marL="0" indent="0" algn="l">
              <a:lnSpc>
                <a:spcPct val="110000"/>
              </a:lnSpc>
              <a:spcBef>
                <a:spcPts val="0"/>
              </a:spcBef>
              <a:spcAft>
                <a:spcPts val="0"/>
              </a:spcAft>
              <a:buNone/>
              <a:defRPr sz="2933" b="1">
                <a:solidFill>
                  <a:schemeClr val="tx1"/>
                </a:solidFill>
                <a:latin typeface="+mj-lt"/>
                <a:ea typeface="+mj-lt"/>
                <a:cs typeface="+mj-lt"/>
              </a:defRPr>
            </a:lvl6pPr>
            <a:lvl7pPr marL="0" indent="0" algn="l">
              <a:lnSpc>
                <a:spcPct val="110000"/>
              </a:lnSpc>
              <a:spcBef>
                <a:spcPts val="0"/>
              </a:spcBef>
              <a:spcAft>
                <a:spcPts val="0"/>
              </a:spcAft>
              <a:buNone/>
              <a:defRPr sz="2933" b="1">
                <a:solidFill>
                  <a:schemeClr val="tx1"/>
                </a:solidFill>
                <a:latin typeface="+mj-lt"/>
                <a:ea typeface="+mj-lt"/>
                <a:cs typeface="+mj-lt"/>
              </a:defRPr>
            </a:lvl7pPr>
            <a:lvl8pPr marL="0" indent="0" algn="l">
              <a:lnSpc>
                <a:spcPct val="110000"/>
              </a:lnSpc>
              <a:spcBef>
                <a:spcPts val="0"/>
              </a:spcBef>
              <a:spcAft>
                <a:spcPts val="0"/>
              </a:spcAft>
              <a:buNone/>
              <a:defRPr sz="2933" b="1">
                <a:solidFill>
                  <a:schemeClr val="tx1"/>
                </a:solidFill>
                <a:latin typeface="+mj-lt"/>
                <a:ea typeface="+mj-lt"/>
                <a:cs typeface="+mj-lt"/>
              </a:defRPr>
            </a:lvl8pPr>
            <a:lvl9pPr marL="0" indent="0" algn="l">
              <a:lnSpc>
                <a:spcPct val="110000"/>
              </a:lnSpc>
              <a:spcBef>
                <a:spcPts val="0"/>
              </a:spcBef>
              <a:spcAft>
                <a:spcPts val="0"/>
              </a:spcAft>
              <a:buNone/>
              <a:defRPr sz="2933" b="1">
                <a:solidFill>
                  <a:schemeClr val="tx1"/>
                </a:solidFill>
                <a:latin typeface="+mj-lt"/>
                <a:ea typeface="+mj-lt"/>
                <a:cs typeface="+mj-lt"/>
              </a:defRPr>
            </a:lvl9pPr>
          </a:lstStyle>
          <a:p xmlns:a="http://schemas.openxmlformats.org/drawingml/2006/main"/>
        </p:txBody>
      </p:sp>
      <p:sp>
        <p:nvSpPr>
          <p:cNvPr id="2" name="Body">
            <a:extLst xmlns:a="http://schemas.openxmlformats.org/drawingml/2006/main">
              <a:ext uri="{FF2B5EF4-FFF2-40B4-BE49-F238E27FC236}">
                <a16:creationId xmlns:a16="http://schemas.microsoft.com/office/drawing/2014/main" id="{98C1BF66-E484-4457-9C2E-18B55B320236}"/>
              </a:ext>
            </a:extLst>
          </p:cNvPr>
          <p:cNvSpPr>
            <a:spLocks xmlns:a="http://schemas.openxmlformats.org/drawingml/2006/main" noGrp="1"/>
          </p:cNvSpPr>
          <p:nvPr>
            <p:ph type="body" idx="1"/>
          </p:nvPr>
        </p:nvSpPr>
        <p:spPr>
          <a:xfrm xmlns:a="http://schemas.openxmlformats.org/drawingml/2006/main">
            <a:off x="720090" y="1693333"/>
            <a:ext cx="11361420" cy="37930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000" b="0">
                <a:solidFill>
                  <a:schemeClr val="tx1"/>
                </a:solidFill>
                <a:latin typeface="+mn-lt"/>
                <a:ea typeface="+mn-lt"/>
                <a:cs typeface="+mn-lt"/>
              </a:defRPr>
            </a:defPPr>
            <a:lvl1pPr marL="203200" indent="-203200" algn="l">
              <a:lnSpc>
                <a:spcPct val="110000"/>
              </a:lnSpc>
              <a:spcBef>
                <a:spcPts val="0"/>
              </a:spcBef>
              <a:spcAft>
                <a:spcPts val="1067"/>
              </a:spcAft>
              <a:buChar char="•"/>
              <a:defRPr sz="2000" b="0">
                <a:solidFill>
                  <a:schemeClr val="tx1"/>
                </a:solidFill>
                <a:latin typeface="+mn-lt"/>
                <a:ea typeface="+mn-lt"/>
                <a:cs typeface="+mn-lt"/>
              </a:defRPr>
            </a:lvl1pPr>
            <a:lvl2pPr marL="474133" indent="-203200" algn="l">
              <a:lnSpc>
                <a:spcPct val="110000"/>
              </a:lnSpc>
              <a:spcBef>
                <a:spcPts val="0"/>
              </a:spcBef>
              <a:spcAft>
                <a:spcPts val="1067"/>
              </a:spcAft>
              <a:buChar char="•"/>
              <a:defRPr sz="2000" b="0">
                <a:solidFill>
                  <a:schemeClr val="tx1"/>
                </a:solidFill>
                <a:latin typeface="+mn-lt"/>
                <a:ea typeface="+mn-lt"/>
                <a:cs typeface="+mn-lt"/>
              </a:defRPr>
            </a:lvl2pPr>
            <a:lvl3pPr marL="745067" indent="-203200" algn="l">
              <a:lnSpc>
                <a:spcPct val="110000"/>
              </a:lnSpc>
              <a:spcBef>
                <a:spcPts val="0"/>
              </a:spcBef>
              <a:spcAft>
                <a:spcPts val="1067"/>
              </a:spcAft>
              <a:buChar char="•"/>
              <a:defRPr sz="2000" b="0">
                <a:solidFill>
                  <a:schemeClr val="tx1"/>
                </a:solidFill>
                <a:latin typeface="+mn-lt"/>
                <a:ea typeface="+mn-lt"/>
                <a:cs typeface="+mn-lt"/>
              </a:defRPr>
            </a:lvl3pPr>
            <a:lvl4pPr marL="1016000" indent="-203200" algn="l">
              <a:lnSpc>
                <a:spcPct val="110000"/>
              </a:lnSpc>
              <a:spcBef>
                <a:spcPts val="0"/>
              </a:spcBef>
              <a:spcAft>
                <a:spcPts val="1067"/>
              </a:spcAft>
              <a:buChar char="•"/>
              <a:defRPr sz="2000" b="0">
                <a:solidFill>
                  <a:schemeClr val="tx1"/>
                </a:solidFill>
                <a:latin typeface="+mn-lt"/>
                <a:ea typeface="+mn-lt"/>
                <a:cs typeface="+mn-lt"/>
              </a:defRPr>
            </a:lvl4pPr>
            <a:lvl5pPr marL="1286933" indent="-203200" algn="l">
              <a:lnSpc>
                <a:spcPct val="110000"/>
              </a:lnSpc>
              <a:spcBef>
                <a:spcPts val="0"/>
              </a:spcBef>
              <a:spcAft>
                <a:spcPts val="1067"/>
              </a:spcAft>
              <a:buChar char="•"/>
              <a:defRPr sz="2000" b="0">
                <a:solidFill>
                  <a:schemeClr val="tx1"/>
                </a:solidFill>
                <a:latin typeface="+mn-lt"/>
                <a:ea typeface="+mn-lt"/>
                <a:cs typeface="+mn-lt"/>
              </a:defRPr>
            </a:lvl5pPr>
            <a:lvl6pPr marL="1557867" indent="-203200" algn="l">
              <a:lnSpc>
                <a:spcPct val="110000"/>
              </a:lnSpc>
              <a:spcBef>
                <a:spcPts val="0"/>
              </a:spcBef>
              <a:spcAft>
                <a:spcPts val="1067"/>
              </a:spcAft>
              <a:buChar char="•"/>
              <a:defRPr sz="2000" b="0">
                <a:solidFill>
                  <a:schemeClr val="tx1"/>
                </a:solidFill>
                <a:latin typeface="+mn-lt"/>
                <a:ea typeface="+mn-lt"/>
                <a:cs typeface="+mn-lt"/>
              </a:defRPr>
            </a:lvl6pPr>
            <a:lvl7pPr marL="1828800" indent="-203200" algn="l">
              <a:lnSpc>
                <a:spcPct val="110000"/>
              </a:lnSpc>
              <a:spcBef>
                <a:spcPts val="0"/>
              </a:spcBef>
              <a:spcAft>
                <a:spcPts val="1067"/>
              </a:spcAft>
              <a:buChar char="•"/>
              <a:defRPr sz="2000" b="0">
                <a:solidFill>
                  <a:schemeClr val="tx1"/>
                </a:solidFill>
                <a:latin typeface="+mn-lt"/>
                <a:ea typeface="+mn-lt"/>
                <a:cs typeface="+mn-lt"/>
              </a:defRPr>
            </a:lvl7pPr>
            <a:lvl8pPr marL="2099733" indent="-203200" algn="l">
              <a:lnSpc>
                <a:spcPct val="110000"/>
              </a:lnSpc>
              <a:spcBef>
                <a:spcPts val="0"/>
              </a:spcBef>
              <a:spcAft>
                <a:spcPts val="1067"/>
              </a:spcAft>
              <a:buChar char="•"/>
              <a:defRPr sz="2000" b="0">
                <a:solidFill>
                  <a:schemeClr val="tx1"/>
                </a:solidFill>
                <a:latin typeface="+mn-lt"/>
                <a:ea typeface="+mn-lt"/>
                <a:cs typeface="+mn-lt"/>
              </a:defRPr>
            </a:lvl8pPr>
            <a:lvl9pPr marL="2370667" indent="-203200" algn="l">
              <a:lnSpc>
                <a:spcPct val="110000"/>
              </a:lnSpc>
              <a:spcBef>
                <a:spcPts val="0"/>
              </a:spcBef>
              <a:spcAft>
                <a:spcPts val="1067"/>
              </a:spcAft>
              <a:buChar char="•"/>
              <a:defRPr sz="2000" b="0">
                <a:solidFill>
                  <a:schemeClr val="tx1"/>
                </a:solidFill>
                <a:latin typeface="+mn-lt"/>
                <a:ea typeface="+mn-lt"/>
                <a:cs typeface="+mn-lt"/>
              </a:defRPr>
            </a:lvl9pPr>
          </a:lstStyle>
          <a:p xmlns:a="http://schemas.openxmlformats.org/drawingml/2006/main"/>
        </p:txBody>
      </p:sp>
    </p:spTree>
  </p:cSld>
</p:sldLayout>
</file>

<file path=ppt/main_figures/Fig1/ppt/slideLayouts/slideLayout4.xml><?xml version="1.0" encoding="utf-8"?>
<p:sldLayout xmlns:p="http://schemas.openxmlformats.org/presentationml/2006/main">
  <p:cSld name="Title and Two Column">
    <p:spTree>
      <p:nvGrpSpPr>
        <p:cNvPr id="1" name=""/>
        <p:cNvGrpSpPr/>
        <p:nvPr/>
      </p:nvGrpSpPr>
      <p:grpSpPr>
        <a:xfrm xmlns:a="http://schemas.openxmlformats.org/drawingml/2006/main"/>
      </p:grpSpPr>
      <p:sp>
        <p:nvSpPr>
          <p:cNvPr id="4" name="Title">
            <a:extLst xmlns:a="http://schemas.openxmlformats.org/drawingml/2006/main">
              <a:ext uri="{FF2B5EF4-FFF2-40B4-BE49-F238E27FC236}">
                <a16:creationId xmlns:a16="http://schemas.microsoft.com/office/drawing/2014/main" id="{0F31622C-395C-4372-98FC-81C57F609D28}"/>
              </a:ext>
            </a:extLst>
          </p:cNvPr>
          <p:cNvSpPr>
            <a:spLocks xmlns:a="http://schemas.openxmlformats.org/drawingml/2006/main" noGrp="1"/>
          </p:cNvSpPr>
          <p:nvPr>
            <p:ph type="title" idx="0"/>
          </p:nvPr>
        </p:nvSpPr>
        <p:spPr>
          <a:xfrm xmlns:a="http://schemas.openxmlformats.org/drawingml/2006/main">
            <a:off x="720090" y="474133"/>
            <a:ext cx="11361420" cy="7450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933" b="1">
                <a:solidFill>
                  <a:schemeClr val="tx1"/>
                </a:solidFill>
                <a:latin typeface="+mj-lt"/>
                <a:ea typeface="+mj-lt"/>
                <a:cs typeface="+mj-lt"/>
              </a:defRPr>
            </a:defPPr>
            <a:lvl1pPr marL="0" indent="0" algn="l">
              <a:lnSpc>
                <a:spcPct val="110000"/>
              </a:lnSpc>
              <a:spcBef>
                <a:spcPts val="0"/>
              </a:spcBef>
              <a:spcAft>
                <a:spcPts val="0"/>
              </a:spcAft>
              <a:buNone/>
              <a:defRPr sz="2933" b="1">
                <a:solidFill>
                  <a:schemeClr val="tx1"/>
                </a:solidFill>
                <a:latin typeface="+mj-lt"/>
                <a:ea typeface="+mj-lt"/>
                <a:cs typeface="+mj-lt"/>
              </a:defRPr>
            </a:lvl1pPr>
            <a:lvl2pPr marL="0" indent="0" algn="l">
              <a:lnSpc>
                <a:spcPct val="110000"/>
              </a:lnSpc>
              <a:spcBef>
                <a:spcPts val="0"/>
              </a:spcBef>
              <a:spcAft>
                <a:spcPts val="0"/>
              </a:spcAft>
              <a:buNone/>
              <a:defRPr sz="2933" b="1">
                <a:solidFill>
                  <a:schemeClr val="tx1"/>
                </a:solidFill>
                <a:latin typeface="+mj-lt"/>
                <a:ea typeface="+mj-lt"/>
                <a:cs typeface="+mj-lt"/>
              </a:defRPr>
            </a:lvl2pPr>
            <a:lvl3pPr marL="0" indent="0" algn="l">
              <a:lnSpc>
                <a:spcPct val="110000"/>
              </a:lnSpc>
              <a:spcBef>
                <a:spcPts val="0"/>
              </a:spcBef>
              <a:spcAft>
                <a:spcPts val="0"/>
              </a:spcAft>
              <a:buNone/>
              <a:defRPr sz="2933" b="1">
                <a:solidFill>
                  <a:schemeClr val="tx1"/>
                </a:solidFill>
                <a:latin typeface="+mj-lt"/>
                <a:ea typeface="+mj-lt"/>
                <a:cs typeface="+mj-lt"/>
              </a:defRPr>
            </a:lvl3pPr>
            <a:lvl4pPr marL="0" indent="0" algn="l">
              <a:lnSpc>
                <a:spcPct val="110000"/>
              </a:lnSpc>
              <a:spcBef>
                <a:spcPts val="0"/>
              </a:spcBef>
              <a:spcAft>
                <a:spcPts val="0"/>
              </a:spcAft>
              <a:buNone/>
              <a:defRPr sz="2933" b="1">
                <a:solidFill>
                  <a:schemeClr val="tx1"/>
                </a:solidFill>
                <a:latin typeface="+mj-lt"/>
                <a:ea typeface="+mj-lt"/>
                <a:cs typeface="+mj-lt"/>
              </a:defRPr>
            </a:lvl4pPr>
            <a:lvl5pPr marL="0" indent="0" algn="l">
              <a:lnSpc>
                <a:spcPct val="110000"/>
              </a:lnSpc>
              <a:spcBef>
                <a:spcPts val="0"/>
              </a:spcBef>
              <a:spcAft>
                <a:spcPts val="0"/>
              </a:spcAft>
              <a:buNone/>
              <a:defRPr sz="2933" b="1">
                <a:solidFill>
                  <a:schemeClr val="tx1"/>
                </a:solidFill>
                <a:latin typeface="+mj-lt"/>
                <a:ea typeface="+mj-lt"/>
                <a:cs typeface="+mj-lt"/>
              </a:defRPr>
            </a:lvl5pPr>
            <a:lvl6pPr marL="0" indent="0" algn="l">
              <a:lnSpc>
                <a:spcPct val="110000"/>
              </a:lnSpc>
              <a:spcBef>
                <a:spcPts val="0"/>
              </a:spcBef>
              <a:spcAft>
                <a:spcPts val="0"/>
              </a:spcAft>
              <a:buNone/>
              <a:defRPr sz="2933" b="1">
                <a:solidFill>
                  <a:schemeClr val="tx1"/>
                </a:solidFill>
                <a:latin typeface="+mj-lt"/>
                <a:ea typeface="+mj-lt"/>
                <a:cs typeface="+mj-lt"/>
              </a:defRPr>
            </a:lvl6pPr>
            <a:lvl7pPr marL="0" indent="0" algn="l">
              <a:lnSpc>
                <a:spcPct val="110000"/>
              </a:lnSpc>
              <a:spcBef>
                <a:spcPts val="0"/>
              </a:spcBef>
              <a:spcAft>
                <a:spcPts val="0"/>
              </a:spcAft>
              <a:buNone/>
              <a:defRPr sz="2933" b="1">
                <a:solidFill>
                  <a:schemeClr val="tx1"/>
                </a:solidFill>
                <a:latin typeface="+mj-lt"/>
                <a:ea typeface="+mj-lt"/>
                <a:cs typeface="+mj-lt"/>
              </a:defRPr>
            </a:lvl7pPr>
            <a:lvl8pPr marL="0" indent="0" algn="l">
              <a:lnSpc>
                <a:spcPct val="110000"/>
              </a:lnSpc>
              <a:spcBef>
                <a:spcPts val="0"/>
              </a:spcBef>
              <a:spcAft>
                <a:spcPts val="0"/>
              </a:spcAft>
              <a:buNone/>
              <a:defRPr sz="2933" b="1">
                <a:solidFill>
                  <a:schemeClr val="tx1"/>
                </a:solidFill>
                <a:latin typeface="+mj-lt"/>
                <a:ea typeface="+mj-lt"/>
                <a:cs typeface="+mj-lt"/>
              </a:defRPr>
            </a:lvl8pPr>
            <a:lvl9pPr marL="0" indent="0" algn="l">
              <a:lnSpc>
                <a:spcPct val="110000"/>
              </a:lnSpc>
              <a:spcBef>
                <a:spcPts val="0"/>
              </a:spcBef>
              <a:spcAft>
                <a:spcPts val="0"/>
              </a:spcAft>
              <a:buNone/>
              <a:defRPr sz="2933" b="1">
                <a:solidFill>
                  <a:schemeClr val="tx1"/>
                </a:solidFill>
                <a:latin typeface="+mj-lt"/>
                <a:ea typeface="+mj-lt"/>
                <a:cs typeface="+mj-lt"/>
              </a:defRPr>
            </a:lvl9pPr>
          </a:lstStyle>
          <a:p xmlns:a="http://schemas.openxmlformats.org/drawingml/2006/main"/>
        </p:txBody>
      </p:sp>
      <p:sp>
        <p:nvSpPr>
          <p:cNvPr id="2" name="Left column">
            <a:extLst xmlns:a="http://schemas.openxmlformats.org/drawingml/2006/main">
              <a:ext uri="{FF2B5EF4-FFF2-40B4-BE49-F238E27FC236}">
                <a16:creationId xmlns:a16="http://schemas.microsoft.com/office/drawing/2014/main" id="{EFA90AFC-D2D9-4C3E-AB2D-830971F58C71}"/>
              </a:ext>
            </a:extLst>
          </p:cNvPr>
          <p:cNvSpPr>
            <a:spLocks xmlns:a="http://schemas.openxmlformats.org/drawingml/2006/main" noGrp="1"/>
          </p:cNvSpPr>
          <p:nvPr>
            <p:ph type="body" idx="1"/>
          </p:nvPr>
        </p:nvSpPr>
        <p:spPr>
          <a:xfrm xmlns:a="http://schemas.openxmlformats.org/drawingml/2006/main">
            <a:off x="720090" y="1693333"/>
            <a:ext cx="5280660" cy="37930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1867" b="0">
                <a:solidFill>
                  <a:schemeClr val="tx1"/>
                </a:solidFill>
                <a:latin typeface="+mn-lt"/>
                <a:ea typeface="+mn-lt"/>
                <a:cs typeface="+mn-lt"/>
              </a:defRPr>
            </a:defPPr>
            <a:lvl1pPr marL="203200" indent="-203200" algn="l">
              <a:lnSpc>
                <a:spcPct val="110000"/>
              </a:lnSpc>
              <a:spcBef>
                <a:spcPts val="0"/>
              </a:spcBef>
              <a:spcAft>
                <a:spcPts val="1067"/>
              </a:spcAft>
              <a:buChar char="•"/>
              <a:defRPr sz="1867" b="0">
                <a:solidFill>
                  <a:schemeClr val="tx1"/>
                </a:solidFill>
                <a:latin typeface="+mn-lt"/>
                <a:ea typeface="+mn-lt"/>
                <a:cs typeface="+mn-lt"/>
              </a:defRPr>
            </a:lvl1pPr>
            <a:lvl2pPr marL="474133" indent="-203200" algn="l">
              <a:lnSpc>
                <a:spcPct val="110000"/>
              </a:lnSpc>
              <a:spcBef>
                <a:spcPts val="0"/>
              </a:spcBef>
              <a:spcAft>
                <a:spcPts val="1067"/>
              </a:spcAft>
              <a:buChar char="•"/>
              <a:defRPr sz="1867" b="0">
                <a:solidFill>
                  <a:schemeClr val="tx1"/>
                </a:solidFill>
                <a:latin typeface="+mn-lt"/>
                <a:ea typeface="+mn-lt"/>
                <a:cs typeface="+mn-lt"/>
              </a:defRPr>
            </a:lvl2pPr>
            <a:lvl3pPr marL="745067" indent="-203200" algn="l">
              <a:lnSpc>
                <a:spcPct val="110000"/>
              </a:lnSpc>
              <a:spcBef>
                <a:spcPts val="0"/>
              </a:spcBef>
              <a:spcAft>
                <a:spcPts val="1067"/>
              </a:spcAft>
              <a:buChar char="•"/>
              <a:defRPr sz="1867" b="0">
                <a:solidFill>
                  <a:schemeClr val="tx1"/>
                </a:solidFill>
                <a:latin typeface="+mn-lt"/>
                <a:ea typeface="+mn-lt"/>
                <a:cs typeface="+mn-lt"/>
              </a:defRPr>
            </a:lvl3pPr>
            <a:lvl4pPr marL="1016000" indent="-203200" algn="l">
              <a:lnSpc>
                <a:spcPct val="110000"/>
              </a:lnSpc>
              <a:spcBef>
                <a:spcPts val="0"/>
              </a:spcBef>
              <a:spcAft>
                <a:spcPts val="1067"/>
              </a:spcAft>
              <a:buChar char="•"/>
              <a:defRPr sz="1867" b="0">
                <a:solidFill>
                  <a:schemeClr val="tx1"/>
                </a:solidFill>
                <a:latin typeface="+mn-lt"/>
                <a:ea typeface="+mn-lt"/>
                <a:cs typeface="+mn-lt"/>
              </a:defRPr>
            </a:lvl4pPr>
            <a:lvl5pPr marL="1286933" indent="-203200" algn="l">
              <a:lnSpc>
                <a:spcPct val="110000"/>
              </a:lnSpc>
              <a:spcBef>
                <a:spcPts val="0"/>
              </a:spcBef>
              <a:spcAft>
                <a:spcPts val="1067"/>
              </a:spcAft>
              <a:buChar char="•"/>
              <a:defRPr sz="1867" b="0">
                <a:solidFill>
                  <a:schemeClr val="tx1"/>
                </a:solidFill>
                <a:latin typeface="+mn-lt"/>
                <a:ea typeface="+mn-lt"/>
                <a:cs typeface="+mn-lt"/>
              </a:defRPr>
            </a:lvl5pPr>
            <a:lvl6pPr marL="1557867" indent="-203200" algn="l">
              <a:lnSpc>
                <a:spcPct val="110000"/>
              </a:lnSpc>
              <a:spcBef>
                <a:spcPts val="0"/>
              </a:spcBef>
              <a:spcAft>
                <a:spcPts val="1067"/>
              </a:spcAft>
              <a:buChar char="•"/>
              <a:defRPr sz="1867" b="0">
                <a:solidFill>
                  <a:schemeClr val="tx1"/>
                </a:solidFill>
                <a:latin typeface="+mn-lt"/>
                <a:ea typeface="+mn-lt"/>
                <a:cs typeface="+mn-lt"/>
              </a:defRPr>
            </a:lvl6pPr>
            <a:lvl7pPr marL="1828800" indent="-203200" algn="l">
              <a:lnSpc>
                <a:spcPct val="110000"/>
              </a:lnSpc>
              <a:spcBef>
                <a:spcPts val="0"/>
              </a:spcBef>
              <a:spcAft>
                <a:spcPts val="1067"/>
              </a:spcAft>
              <a:buChar char="•"/>
              <a:defRPr sz="1867" b="0">
                <a:solidFill>
                  <a:schemeClr val="tx1"/>
                </a:solidFill>
                <a:latin typeface="+mn-lt"/>
                <a:ea typeface="+mn-lt"/>
                <a:cs typeface="+mn-lt"/>
              </a:defRPr>
            </a:lvl7pPr>
            <a:lvl8pPr marL="2099733" indent="-203200" algn="l">
              <a:lnSpc>
                <a:spcPct val="110000"/>
              </a:lnSpc>
              <a:spcBef>
                <a:spcPts val="0"/>
              </a:spcBef>
              <a:spcAft>
                <a:spcPts val="1067"/>
              </a:spcAft>
              <a:buChar char="•"/>
              <a:defRPr sz="1867" b="0">
                <a:solidFill>
                  <a:schemeClr val="tx1"/>
                </a:solidFill>
                <a:latin typeface="+mn-lt"/>
                <a:ea typeface="+mn-lt"/>
                <a:cs typeface="+mn-lt"/>
              </a:defRPr>
            </a:lvl8pPr>
            <a:lvl9pPr marL="2370667" indent="-203200" algn="l">
              <a:lnSpc>
                <a:spcPct val="110000"/>
              </a:lnSpc>
              <a:spcBef>
                <a:spcPts val="0"/>
              </a:spcBef>
              <a:spcAft>
                <a:spcPts val="1067"/>
              </a:spcAft>
              <a:buChar char="•"/>
              <a:defRPr sz="1867" b="0">
                <a:solidFill>
                  <a:schemeClr val="tx1"/>
                </a:solidFill>
                <a:latin typeface="+mn-lt"/>
                <a:ea typeface="+mn-lt"/>
                <a:cs typeface="+mn-lt"/>
              </a:defRPr>
            </a:lvl9pPr>
          </a:lstStyle>
          <a:p xmlns:a="http://schemas.openxmlformats.org/drawingml/2006/main"/>
        </p:txBody>
      </p:sp>
      <p:sp>
        <p:nvSpPr>
          <p:cNvPr id="3" name="Right column">
            <a:extLst xmlns:a="http://schemas.openxmlformats.org/drawingml/2006/main">
              <a:ext uri="{FF2B5EF4-FFF2-40B4-BE49-F238E27FC236}">
                <a16:creationId xmlns:a16="http://schemas.microsoft.com/office/drawing/2014/main" id="{92A6B1FA-E87E-4BF1-B85D-DD927C79799D}"/>
              </a:ext>
            </a:extLst>
          </p:cNvPr>
          <p:cNvSpPr>
            <a:spLocks xmlns:a="http://schemas.openxmlformats.org/drawingml/2006/main" noGrp="1"/>
          </p:cNvSpPr>
          <p:nvPr>
            <p:ph type="body" idx="2"/>
          </p:nvPr>
        </p:nvSpPr>
        <p:spPr>
          <a:xfrm xmlns:a="http://schemas.openxmlformats.org/drawingml/2006/main">
            <a:off x="6800850" y="1693333"/>
            <a:ext cx="5280660" cy="37930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1867" b="0">
                <a:solidFill>
                  <a:schemeClr val="tx1"/>
                </a:solidFill>
                <a:latin typeface="+mn-lt"/>
                <a:ea typeface="+mn-lt"/>
                <a:cs typeface="+mn-lt"/>
              </a:defRPr>
            </a:defPPr>
            <a:lvl1pPr marL="203200" indent="-203200" algn="l">
              <a:lnSpc>
                <a:spcPct val="110000"/>
              </a:lnSpc>
              <a:spcBef>
                <a:spcPts val="0"/>
              </a:spcBef>
              <a:spcAft>
                <a:spcPts val="1067"/>
              </a:spcAft>
              <a:buChar char="•"/>
              <a:defRPr sz="1867" b="0">
                <a:solidFill>
                  <a:schemeClr val="tx1"/>
                </a:solidFill>
                <a:latin typeface="+mn-lt"/>
                <a:ea typeface="+mn-lt"/>
                <a:cs typeface="+mn-lt"/>
              </a:defRPr>
            </a:lvl1pPr>
            <a:lvl2pPr marL="474133" indent="-203200" algn="l">
              <a:lnSpc>
                <a:spcPct val="110000"/>
              </a:lnSpc>
              <a:spcBef>
                <a:spcPts val="0"/>
              </a:spcBef>
              <a:spcAft>
                <a:spcPts val="1067"/>
              </a:spcAft>
              <a:buChar char="•"/>
              <a:defRPr sz="1867" b="0">
                <a:solidFill>
                  <a:schemeClr val="tx1"/>
                </a:solidFill>
                <a:latin typeface="+mn-lt"/>
                <a:ea typeface="+mn-lt"/>
                <a:cs typeface="+mn-lt"/>
              </a:defRPr>
            </a:lvl2pPr>
            <a:lvl3pPr marL="745067" indent="-203200" algn="l">
              <a:lnSpc>
                <a:spcPct val="110000"/>
              </a:lnSpc>
              <a:spcBef>
                <a:spcPts val="0"/>
              </a:spcBef>
              <a:spcAft>
                <a:spcPts val="1067"/>
              </a:spcAft>
              <a:buChar char="•"/>
              <a:defRPr sz="1867" b="0">
                <a:solidFill>
                  <a:schemeClr val="tx1"/>
                </a:solidFill>
                <a:latin typeface="+mn-lt"/>
                <a:ea typeface="+mn-lt"/>
                <a:cs typeface="+mn-lt"/>
              </a:defRPr>
            </a:lvl3pPr>
            <a:lvl4pPr marL="1016000" indent="-203200" algn="l">
              <a:lnSpc>
                <a:spcPct val="110000"/>
              </a:lnSpc>
              <a:spcBef>
                <a:spcPts val="0"/>
              </a:spcBef>
              <a:spcAft>
                <a:spcPts val="1067"/>
              </a:spcAft>
              <a:buChar char="•"/>
              <a:defRPr sz="1867" b="0">
                <a:solidFill>
                  <a:schemeClr val="tx1"/>
                </a:solidFill>
                <a:latin typeface="+mn-lt"/>
                <a:ea typeface="+mn-lt"/>
                <a:cs typeface="+mn-lt"/>
              </a:defRPr>
            </a:lvl4pPr>
            <a:lvl5pPr marL="1286933" indent="-203200" algn="l">
              <a:lnSpc>
                <a:spcPct val="110000"/>
              </a:lnSpc>
              <a:spcBef>
                <a:spcPts val="0"/>
              </a:spcBef>
              <a:spcAft>
                <a:spcPts val="1067"/>
              </a:spcAft>
              <a:buChar char="•"/>
              <a:defRPr sz="1867" b="0">
                <a:solidFill>
                  <a:schemeClr val="tx1"/>
                </a:solidFill>
                <a:latin typeface="+mn-lt"/>
                <a:ea typeface="+mn-lt"/>
                <a:cs typeface="+mn-lt"/>
              </a:defRPr>
            </a:lvl5pPr>
            <a:lvl6pPr marL="1557867" indent="-203200" algn="l">
              <a:lnSpc>
                <a:spcPct val="110000"/>
              </a:lnSpc>
              <a:spcBef>
                <a:spcPts val="0"/>
              </a:spcBef>
              <a:spcAft>
                <a:spcPts val="1067"/>
              </a:spcAft>
              <a:buChar char="•"/>
              <a:defRPr sz="1867" b="0">
                <a:solidFill>
                  <a:schemeClr val="tx1"/>
                </a:solidFill>
                <a:latin typeface="+mn-lt"/>
                <a:ea typeface="+mn-lt"/>
                <a:cs typeface="+mn-lt"/>
              </a:defRPr>
            </a:lvl6pPr>
            <a:lvl7pPr marL="1828800" indent="-203200" algn="l">
              <a:lnSpc>
                <a:spcPct val="110000"/>
              </a:lnSpc>
              <a:spcBef>
                <a:spcPts val="0"/>
              </a:spcBef>
              <a:spcAft>
                <a:spcPts val="1067"/>
              </a:spcAft>
              <a:buChar char="•"/>
              <a:defRPr sz="1867" b="0">
                <a:solidFill>
                  <a:schemeClr val="tx1"/>
                </a:solidFill>
                <a:latin typeface="+mn-lt"/>
                <a:ea typeface="+mn-lt"/>
                <a:cs typeface="+mn-lt"/>
              </a:defRPr>
            </a:lvl7pPr>
            <a:lvl8pPr marL="2099733" indent="-203200" algn="l">
              <a:lnSpc>
                <a:spcPct val="110000"/>
              </a:lnSpc>
              <a:spcBef>
                <a:spcPts val="0"/>
              </a:spcBef>
              <a:spcAft>
                <a:spcPts val="1067"/>
              </a:spcAft>
              <a:buChar char="•"/>
              <a:defRPr sz="1867" b="0">
                <a:solidFill>
                  <a:schemeClr val="tx1"/>
                </a:solidFill>
                <a:latin typeface="+mn-lt"/>
                <a:ea typeface="+mn-lt"/>
                <a:cs typeface="+mn-lt"/>
              </a:defRPr>
            </a:lvl8pPr>
            <a:lvl9pPr marL="2370667" indent="-203200" algn="l">
              <a:lnSpc>
                <a:spcPct val="110000"/>
              </a:lnSpc>
              <a:spcBef>
                <a:spcPts val="0"/>
              </a:spcBef>
              <a:spcAft>
                <a:spcPts val="1067"/>
              </a:spcAft>
              <a:buChar char="•"/>
              <a:defRPr sz="1867" b="0">
                <a:solidFill>
                  <a:schemeClr val="tx1"/>
                </a:solidFill>
                <a:latin typeface="+mn-lt"/>
                <a:ea typeface="+mn-lt"/>
                <a:cs typeface="+mn-lt"/>
              </a:defRPr>
            </a:lvl9pPr>
          </a:lstStyle>
          <a:p xmlns:a="http://schemas.openxmlformats.org/drawingml/2006/main"/>
        </p:txBody>
      </p:sp>
    </p:spTree>
  </p:cSld>
</p:sldLayout>
</file>

<file path=ppt/main_figures/Fig1/ppt/slideLayouts/slideLayout5.xml><?xml version="1.0" encoding="utf-8"?>
<p:sldLayout xmlns:p="http://schemas.openxmlformats.org/presentationml/2006/main">
  <p:cSld name="Title and One Column">
    <p:spTree>
      <p:nvGrpSpPr>
        <p:cNvPr id="1" name=""/>
        <p:cNvGrpSpPr/>
        <p:nvPr/>
      </p:nvGrpSpPr>
      <p:grpSpPr>
        <a:xfrm xmlns:a="http://schemas.openxmlformats.org/drawingml/2006/main"/>
      </p:grpSpPr>
      <p:sp>
        <p:nvSpPr>
          <p:cNvPr id="3" name="Title">
            <a:extLst xmlns:a="http://schemas.openxmlformats.org/drawingml/2006/main">
              <a:ext uri="{FF2B5EF4-FFF2-40B4-BE49-F238E27FC236}">
                <a16:creationId xmlns:a16="http://schemas.microsoft.com/office/drawing/2014/main" id="{117A1F9D-D7F6-4B54-8637-5CDEFDAA7A2F}"/>
              </a:ext>
            </a:extLst>
          </p:cNvPr>
          <p:cNvSpPr>
            <a:spLocks xmlns:a="http://schemas.openxmlformats.org/drawingml/2006/main" noGrp="1"/>
          </p:cNvSpPr>
          <p:nvPr>
            <p:ph type="title" idx="0"/>
          </p:nvPr>
        </p:nvSpPr>
        <p:spPr>
          <a:xfrm xmlns:a="http://schemas.openxmlformats.org/drawingml/2006/main">
            <a:off x="720090" y="474133"/>
            <a:ext cx="11361420" cy="7450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933" b="1">
                <a:solidFill>
                  <a:schemeClr val="tx1"/>
                </a:solidFill>
                <a:latin typeface="+mj-lt"/>
                <a:ea typeface="+mj-lt"/>
                <a:cs typeface="+mj-lt"/>
              </a:defRPr>
            </a:defPPr>
            <a:lvl1pPr marL="0" indent="0" algn="l">
              <a:lnSpc>
                <a:spcPct val="110000"/>
              </a:lnSpc>
              <a:spcBef>
                <a:spcPts val="0"/>
              </a:spcBef>
              <a:spcAft>
                <a:spcPts val="0"/>
              </a:spcAft>
              <a:buNone/>
              <a:defRPr sz="2933" b="1">
                <a:solidFill>
                  <a:schemeClr val="tx1"/>
                </a:solidFill>
                <a:latin typeface="+mj-lt"/>
                <a:ea typeface="+mj-lt"/>
                <a:cs typeface="+mj-lt"/>
              </a:defRPr>
            </a:lvl1pPr>
            <a:lvl2pPr marL="0" indent="0" algn="l">
              <a:lnSpc>
                <a:spcPct val="110000"/>
              </a:lnSpc>
              <a:spcBef>
                <a:spcPts val="0"/>
              </a:spcBef>
              <a:spcAft>
                <a:spcPts val="0"/>
              </a:spcAft>
              <a:buNone/>
              <a:defRPr sz="2933" b="1">
                <a:solidFill>
                  <a:schemeClr val="tx1"/>
                </a:solidFill>
                <a:latin typeface="+mj-lt"/>
                <a:ea typeface="+mj-lt"/>
                <a:cs typeface="+mj-lt"/>
              </a:defRPr>
            </a:lvl2pPr>
            <a:lvl3pPr marL="0" indent="0" algn="l">
              <a:lnSpc>
                <a:spcPct val="110000"/>
              </a:lnSpc>
              <a:spcBef>
                <a:spcPts val="0"/>
              </a:spcBef>
              <a:spcAft>
                <a:spcPts val="0"/>
              </a:spcAft>
              <a:buNone/>
              <a:defRPr sz="2933" b="1">
                <a:solidFill>
                  <a:schemeClr val="tx1"/>
                </a:solidFill>
                <a:latin typeface="+mj-lt"/>
                <a:ea typeface="+mj-lt"/>
                <a:cs typeface="+mj-lt"/>
              </a:defRPr>
            </a:lvl3pPr>
            <a:lvl4pPr marL="0" indent="0" algn="l">
              <a:lnSpc>
                <a:spcPct val="110000"/>
              </a:lnSpc>
              <a:spcBef>
                <a:spcPts val="0"/>
              </a:spcBef>
              <a:spcAft>
                <a:spcPts val="0"/>
              </a:spcAft>
              <a:buNone/>
              <a:defRPr sz="2933" b="1">
                <a:solidFill>
                  <a:schemeClr val="tx1"/>
                </a:solidFill>
                <a:latin typeface="+mj-lt"/>
                <a:ea typeface="+mj-lt"/>
                <a:cs typeface="+mj-lt"/>
              </a:defRPr>
            </a:lvl4pPr>
            <a:lvl5pPr marL="0" indent="0" algn="l">
              <a:lnSpc>
                <a:spcPct val="110000"/>
              </a:lnSpc>
              <a:spcBef>
                <a:spcPts val="0"/>
              </a:spcBef>
              <a:spcAft>
                <a:spcPts val="0"/>
              </a:spcAft>
              <a:buNone/>
              <a:defRPr sz="2933" b="1">
                <a:solidFill>
                  <a:schemeClr val="tx1"/>
                </a:solidFill>
                <a:latin typeface="+mj-lt"/>
                <a:ea typeface="+mj-lt"/>
                <a:cs typeface="+mj-lt"/>
              </a:defRPr>
            </a:lvl5pPr>
            <a:lvl6pPr marL="0" indent="0" algn="l">
              <a:lnSpc>
                <a:spcPct val="110000"/>
              </a:lnSpc>
              <a:spcBef>
                <a:spcPts val="0"/>
              </a:spcBef>
              <a:spcAft>
                <a:spcPts val="0"/>
              </a:spcAft>
              <a:buNone/>
              <a:defRPr sz="2933" b="1">
                <a:solidFill>
                  <a:schemeClr val="tx1"/>
                </a:solidFill>
                <a:latin typeface="+mj-lt"/>
                <a:ea typeface="+mj-lt"/>
                <a:cs typeface="+mj-lt"/>
              </a:defRPr>
            </a:lvl6pPr>
            <a:lvl7pPr marL="0" indent="0" algn="l">
              <a:lnSpc>
                <a:spcPct val="110000"/>
              </a:lnSpc>
              <a:spcBef>
                <a:spcPts val="0"/>
              </a:spcBef>
              <a:spcAft>
                <a:spcPts val="0"/>
              </a:spcAft>
              <a:buNone/>
              <a:defRPr sz="2933" b="1">
                <a:solidFill>
                  <a:schemeClr val="tx1"/>
                </a:solidFill>
                <a:latin typeface="+mj-lt"/>
                <a:ea typeface="+mj-lt"/>
                <a:cs typeface="+mj-lt"/>
              </a:defRPr>
            </a:lvl7pPr>
            <a:lvl8pPr marL="0" indent="0" algn="l">
              <a:lnSpc>
                <a:spcPct val="110000"/>
              </a:lnSpc>
              <a:spcBef>
                <a:spcPts val="0"/>
              </a:spcBef>
              <a:spcAft>
                <a:spcPts val="0"/>
              </a:spcAft>
              <a:buNone/>
              <a:defRPr sz="2933" b="1">
                <a:solidFill>
                  <a:schemeClr val="tx1"/>
                </a:solidFill>
                <a:latin typeface="+mj-lt"/>
                <a:ea typeface="+mj-lt"/>
                <a:cs typeface="+mj-lt"/>
              </a:defRPr>
            </a:lvl8pPr>
            <a:lvl9pPr marL="0" indent="0" algn="l">
              <a:lnSpc>
                <a:spcPct val="110000"/>
              </a:lnSpc>
              <a:spcBef>
                <a:spcPts val="0"/>
              </a:spcBef>
              <a:spcAft>
                <a:spcPts val="0"/>
              </a:spcAft>
              <a:buNone/>
              <a:defRPr sz="2933" b="1">
                <a:solidFill>
                  <a:schemeClr val="tx1"/>
                </a:solidFill>
                <a:latin typeface="+mj-lt"/>
                <a:ea typeface="+mj-lt"/>
                <a:cs typeface="+mj-lt"/>
              </a:defRPr>
            </a:lvl9pPr>
          </a:lstStyle>
          <a:p xmlns:a="http://schemas.openxmlformats.org/drawingml/2006/main"/>
        </p:txBody>
      </p:sp>
      <p:sp>
        <p:nvSpPr>
          <p:cNvPr id="2" name="Left column">
            <a:extLst xmlns:a="http://schemas.openxmlformats.org/drawingml/2006/main">
              <a:ext uri="{FF2B5EF4-FFF2-40B4-BE49-F238E27FC236}">
                <a16:creationId xmlns:a16="http://schemas.microsoft.com/office/drawing/2014/main" id="{22B3194F-35AA-4DE3-AFE4-7BD658C579AD}"/>
              </a:ext>
            </a:extLst>
          </p:cNvPr>
          <p:cNvSpPr>
            <a:spLocks xmlns:a="http://schemas.openxmlformats.org/drawingml/2006/main" noGrp="1"/>
          </p:cNvSpPr>
          <p:nvPr>
            <p:ph type="body" idx="1"/>
          </p:nvPr>
        </p:nvSpPr>
        <p:spPr>
          <a:xfrm xmlns:a="http://schemas.openxmlformats.org/drawingml/2006/main">
            <a:off x="720090" y="1693333"/>
            <a:ext cx="5280660" cy="37930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000" b="0">
                <a:solidFill>
                  <a:schemeClr val="tx1"/>
                </a:solidFill>
                <a:latin typeface="+mn-lt"/>
                <a:ea typeface="+mn-lt"/>
                <a:cs typeface="+mn-lt"/>
              </a:defRPr>
            </a:defPPr>
            <a:lvl1pPr marL="203200" indent="-203200" algn="l">
              <a:lnSpc>
                <a:spcPct val="110000"/>
              </a:lnSpc>
              <a:spcBef>
                <a:spcPts val="0"/>
              </a:spcBef>
              <a:spcAft>
                <a:spcPts val="1067"/>
              </a:spcAft>
              <a:buChar char="•"/>
              <a:defRPr sz="2000" b="0">
                <a:solidFill>
                  <a:schemeClr val="tx1"/>
                </a:solidFill>
                <a:latin typeface="+mn-lt"/>
                <a:ea typeface="+mn-lt"/>
                <a:cs typeface="+mn-lt"/>
              </a:defRPr>
            </a:lvl1pPr>
            <a:lvl2pPr marL="474133" indent="-203200" algn="l">
              <a:lnSpc>
                <a:spcPct val="110000"/>
              </a:lnSpc>
              <a:spcBef>
                <a:spcPts val="0"/>
              </a:spcBef>
              <a:spcAft>
                <a:spcPts val="1067"/>
              </a:spcAft>
              <a:buChar char="•"/>
              <a:defRPr sz="2000" b="0">
                <a:solidFill>
                  <a:schemeClr val="tx1"/>
                </a:solidFill>
                <a:latin typeface="+mn-lt"/>
                <a:ea typeface="+mn-lt"/>
                <a:cs typeface="+mn-lt"/>
              </a:defRPr>
            </a:lvl2pPr>
            <a:lvl3pPr marL="745067" indent="-203200" algn="l">
              <a:lnSpc>
                <a:spcPct val="110000"/>
              </a:lnSpc>
              <a:spcBef>
                <a:spcPts val="0"/>
              </a:spcBef>
              <a:spcAft>
                <a:spcPts val="1067"/>
              </a:spcAft>
              <a:buChar char="•"/>
              <a:defRPr sz="2000" b="0">
                <a:solidFill>
                  <a:schemeClr val="tx1"/>
                </a:solidFill>
                <a:latin typeface="+mn-lt"/>
                <a:ea typeface="+mn-lt"/>
                <a:cs typeface="+mn-lt"/>
              </a:defRPr>
            </a:lvl3pPr>
            <a:lvl4pPr marL="1016000" indent="-203200" algn="l">
              <a:lnSpc>
                <a:spcPct val="110000"/>
              </a:lnSpc>
              <a:spcBef>
                <a:spcPts val="0"/>
              </a:spcBef>
              <a:spcAft>
                <a:spcPts val="1067"/>
              </a:spcAft>
              <a:buChar char="•"/>
              <a:defRPr sz="2000" b="0">
                <a:solidFill>
                  <a:schemeClr val="tx1"/>
                </a:solidFill>
                <a:latin typeface="+mn-lt"/>
                <a:ea typeface="+mn-lt"/>
                <a:cs typeface="+mn-lt"/>
              </a:defRPr>
            </a:lvl4pPr>
            <a:lvl5pPr marL="1286933" indent="-203200" algn="l">
              <a:lnSpc>
                <a:spcPct val="110000"/>
              </a:lnSpc>
              <a:spcBef>
                <a:spcPts val="0"/>
              </a:spcBef>
              <a:spcAft>
                <a:spcPts val="1067"/>
              </a:spcAft>
              <a:buChar char="•"/>
              <a:defRPr sz="2000" b="0">
                <a:solidFill>
                  <a:schemeClr val="tx1"/>
                </a:solidFill>
                <a:latin typeface="+mn-lt"/>
                <a:ea typeface="+mn-lt"/>
                <a:cs typeface="+mn-lt"/>
              </a:defRPr>
            </a:lvl5pPr>
            <a:lvl6pPr marL="1557867" indent="-203200" algn="l">
              <a:lnSpc>
                <a:spcPct val="110000"/>
              </a:lnSpc>
              <a:spcBef>
                <a:spcPts val="0"/>
              </a:spcBef>
              <a:spcAft>
                <a:spcPts val="1067"/>
              </a:spcAft>
              <a:buChar char="•"/>
              <a:defRPr sz="2000" b="0">
                <a:solidFill>
                  <a:schemeClr val="tx1"/>
                </a:solidFill>
                <a:latin typeface="+mn-lt"/>
                <a:ea typeface="+mn-lt"/>
                <a:cs typeface="+mn-lt"/>
              </a:defRPr>
            </a:lvl6pPr>
            <a:lvl7pPr marL="1828800" indent="-203200" algn="l">
              <a:lnSpc>
                <a:spcPct val="110000"/>
              </a:lnSpc>
              <a:spcBef>
                <a:spcPts val="0"/>
              </a:spcBef>
              <a:spcAft>
                <a:spcPts val="1067"/>
              </a:spcAft>
              <a:buChar char="•"/>
              <a:defRPr sz="2000" b="0">
                <a:solidFill>
                  <a:schemeClr val="tx1"/>
                </a:solidFill>
                <a:latin typeface="+mn-lt"/>
                <a:ea typeface="+mn-lt"/>
                <a:cs typeface="+mn-lt"/>
              </a:defRPr>
            </a:lvl7pPr>
            <a:lvl8pPr marL="2099733" indent="-203200" algn="l">
              <a:lnSpc>
                <a:spcPct val="110000"/>
              </a:lnSpc>
              <a:spcBef>
                <a:spcPts val="0"/>
              </a:spcBef>
              <a:spcAft>
                <a:spcPts val="1067"/>
              </a:spcAft>
              <a:buChar char="•"/>
              <a:defRPr sz="2000" b="0">
                <a:solidFill>
                  <a:schemeClr val="tx1"/>
                </a:solidFill>
                <a:latin typeface="+mn-lt"/>
                <a:ea typeface="+mn-lt"/>
                <a:cs typeface="+mn-lt"/>
              </a:defRPr>
            </a:lvl8pPr>
            <a:lvl9pPr marL="2370667" indent="-203200" algn="l">
              <a:lnSpc>
                <a:spcPct val="110000"/>
              </a:lnSpc>
              <a:spcBef>
                <a:spcPts val="0"/>
              </a:spcBef>
              <a:spcAft>
                <a:spcPts val="1067"/>
              </a:spcAft>
              <a:buChar char="•"/>
              <a:defRPr sz="2000" b="0">
                <a:solidFill>
                  <a:schemeClr val="tx1"/>
                </a:solidFill>
                <a:latin typeface="+mn-lt"/>
                <a:ea typeface="+mn-lt"/>
                <a:cs typeface="+mn-lt"/>
              </a:defRPr>
            </a:lvl9pPr>
          </a:lstStyle>
          <a:p xmlns:a="http://schemas.openxmlformats.org/drawingml/2006/main"/>
        </p:txBody>
      </p:sp>
    </p:spTree>
  </p:cSld>
</p:sldLayout>
</file>

<file path=ppt/main_figures/Fig1/ppt/slideLayouts/slideLayout6.xml><?xml version="1.0" encoding="utf-8"?>
<p:sldLayout xmlns:p="http://schemas.openxmlformats.org/presentationml/2006/main" type="blank">
  <p:cSld name="Blank">
    <p:spTree>
      <p:nvGrpSpPr>
        <p:cNvPr id="1" name=""/>
        <p:cNvGrpSpPr/>
        <p:nvPr/>
      </p:nvGrpSpPr>
      <p:grpSpPr>
        <a:xfrm xmlns:a="http://schemas.openxmlformats.org/drawingml/2006/main"/>
      </p:grpSpPr>
    </p:spTree>
  </p:cSld>
</p:sldLayout>
</file>

<file path=ppt/main_figures/Fig1/ppt/slideMasters/_rels/slideMaster1.xml.rels><?xml version='1.0' encoding='utf-8'?>
<Relationships xmlns="http://schemas.openxmlformats.org/package/2006/relationships"><Relationship Type="http://schemas.openxmlformats.org/officeDocument/2006/relationships/theme" Target="/ppt/main_figures/Fig1/ppt/slideMasters/theme/theme2.xml" Id="R49cfd2acb3ca4ab2" /><Relationship Type="http://schemas.openxmlformats.org/officeDocument/2006/relationships/slideLayout" Target="/ppt/main_figures/Fig1/ppt/slideLayouts/slideLayout1.xml" Id="Re8a6ba379293463e" /><Relationship Type="http://schemas.openxmlformats.org/officeDocument/2006/relationships/slideLayout" Target="/ppt/main_figures/Fig1/ppt/slideLayouts/slideLayout2.xml" Id="R4cdcdff83c1a49e9" /><Relationship Type="http://schemas.openxmlformats.org/officeDocument/2006/relationships/slideLayout" Target="/ppt/main_figures/Fig1/ppt/slideLayouts/slideLayout3.xml" Id="Rd90f57c55fa040df" /><Relationship Type="http://schemas.openxmlformats.org/officeDocument/2006/relationships/slideLayout" Target="/ppt/main_figures/Fig1/ppt/slideLayouts/slideLayout4.xml" Id="Raef0ac67a71d4c76" /><Relationship Type="http://schemas.openxmlformats.org/officeDocument/2006/relationships/slideLayout" Target="/ppt/main_figures/Fig1/ppt/slideLayouts/slideLayout5.xml" Id="R387ba0aec79e49ff" /><Relationship Type="http://schemas.openxmlformats.org/officeDocument/2006/relationships/slideLayout" Target="/ppt/main_figures/Fig1/ppt/slideLayouts/slideLayout6.xml" Id="R31d37b32ae2448c0" /></Relationships>
</file>

<file path=ppt/main_figures/Fig1/ppt/slideMasters/slideMaster1.xml><?xml version="1.0" encoding="utf-8"?>
<p:sldMaster xmlns:p="http://schemas.openxmlformats.org/presentationml/2006/main">
  <p:cSld name="Master">
    <p:bg>
      <p:bgRef idx="1001">
        <a:schemeClr xmlns:a="http://schemas.openxmlformats.org/drawingml/2006/main" val="bg1"/>
      </p:bgRef>
    </p:bg>
    <p:spTree>
      <p:nvGrpSpPr>
        <p:cNvPr id="1" name=""/>
        <p:cNvGrpSpPr/>
        <p:nvPr/>
      </p:nvGrpSpPr>
      <p:grpSpPr>
        <a:xfrm xmlns:a="http://schemas.openxmlformats.org/drawingml/2006/main"/>
      </p:grpSpPr>
    </p:spTree>
  </p:cSld>
  <p:clrMap bg1="lt1" tx1="dk1" bg2="lt2" tx2="dk2" accent1="accent1" accent2="accent2" accent3="accent3" accent4="accent4" accent5="accent5" accent6="accent6" hlink="hlink" folHlink="folHlink"/>
  <p:sldLayoutIdLst>
    <p:sldLayoutId xmlns:r="http://schemas.openxmlformats.org/officeDocument/2006/relationships" id="2147483649" r:id="Re8a6ba379293463e"/>
    <p:sldLayoutId xmlns:r="http://schemas.openxmlformats.org/officeDocument/2006/relationships" id="2147483650" r:id="R4cdcdff83c1a49e9"/>
    <p:sldLayoutId xmlns:r="http://schemas.openxmlformats.org/officeDocument/2006/relationships" id="2147483651" r:id="Rd90f57c55fa040df"/>
    <p:sldLayoutId xmlns:r="http://schemas.openxmlformats.org/officeDocument/2006/relationships" id="2147483652" r:id="Raef0ac67a71d4c76"/>
    <p:sldLayoutId xmlns:r="http://schemas.openxmlformats.org/officeDocument/2006/relationships" id="2147483653" r:id="R387ba0aec79e49ff"/>
    <p:sldLayoutId xmlns:r="http://schemas.openxmlformats.org/officeDocument/2006/relationships" id="2147483654" r:id="R31d37b32ae2448c0"/>
  </p:sldLayoutIdLst>
  <p:txStyles>
    <p:titleStyle>
      <a:lvl1pPr xmlns:a="http://schemas.openxmlformats.org/drawingml/2006/main" algn="l">
        <a:lnSpc>
          <a:spcPct val="90000"/>
        </a:lnSpc>
        <a:spcBef>
          <a:spcPts val="0"/>
        </a:spcBef>
        <a:buNone/>
        <a:defRPr sz="4400">
          <a:solidFill>
            <a:schemeClr val="tx1"/>
          </a:solidFill>
          <a:latin typeface="+mj-lt"/>
          <a:ea typeface="+mj-lt"/>
          <a:cs typeface="+mj-lt"/>
        </a:defRPr>
      </a:lvl1pPr>
    </p:titleStyle>
    <p:bodyStyle>
      <a:lvl1pPr xmlns:a="http://schemas.openxmlformats.org/drawingml/2006/main" marL="228600" indent="-228600" algn="l">
        <a:lnSpc>
          <a:spcPct val="90000"/>
        </a:lnSpc>
        <a:spcBef>
          <a:spcPts val="1000"/>
        </a:spcBef>
        <a:buChar char="•"/>
        <a:defRPr sz="2800">
          <a:solidFill>
            <a:schemeClr val="tx1"/>
          </a:solidFill>
          <a:latin typeface="+mn-lt"/>
          <a:ea typeface="+mn-lt"/>
          <a:cs typeface="+mn-lt"/>
        </a:defRPr>
      </a:lvl1pPr>
      <a:lvl2pPr xmlns:a="http://schemas.openxmlformats.org/drawingml/2006/main" marL="685800" indent="-228600" algn="l">
        <a:lnSpc>
          <a:spcPct val="90000"/>
        </a:lnSpc>
        <a:spcBef>
          <a:spcPts val="500"/>
        </a:spcBef>
        <a:buChar char="•"/>
        <a:defRPr sz="2400">
          <a:solidFill>
            <a:schemeClr val="tx1"/>
          </a:solidFill>
          <a:latin typeface="+mn-lt"/>
          <a:ea typeface="+mn-lt"/>
          <a:cs typeface="+mn-lt"/>
        </a:defRPr>
      </a:lvl2pPr>
      <a:lvl3pPr xmlns:a="http://schemas.openxmlformats.org/drawingml/2006/main" marL="1143000" indent="-228600" algn="l">
        <a:lnSpc>
          <a:spcPct val="90000"/>
        </a:lnSpc>
        <a:spcBef>
          <a:spcPts val="500"/>
        </a:spcBef>
        <a:buChar char="•"/>
        <a:defRPr sz="2000">
          <a:solidFill>
            <a:schemeClr val="tx1"/>
          </a:solidFill>
          <a:latin typeface="+mn-lt"/>
          <a:ea typeface="+mn-lt"/>
          <a:cs typeface="+mn-lt"/>
        </a:defRPr>
      </a:lvl3pPr>
      <a:lvl4pPr xmlns:a="http://schemas.openxmlformats.org/drawingml/2006/main" marL="1600200" indent="-228600" algn="l">
        <a:lnSpc>
          <a:spcPct val="90000"/>
        </a:lnSpc>
        <a:spcBef>
          <a:spcPts val="500"/>
        </a:spcBef>
        <a:buChar char="•"/>
        <a:defRPr sz="1800">
          <a:solidFill>
            <a:schemeClr val="tx1"/>
          </a:solidFill>
          <a:latin typeface="+mn-lt"/>
          <a:ea typeface="+mn-lt"/>
          <a:cs typeface="+mn-lt"/>
        </a:defRPr>
      </a:lvl4pPr>
      <a:lvl5pPr xmlns:a="http://schemas.openxmlformats.org/drawingml/2006/main" marL="2057400" indent="-228600" algn="l">
        <a:lnSpc>
          <a:spcPct val="90000"/>
        </a:lnSpc>
        <a:spcBef>
          <a:spcPts val="500"/>
        </a:spcBef>
        <a:buChar char="•"/>
        <a:defRPr sz="1800">
          <a:solidFill>
            <a:schemeClr val="tx1"/>
          </a:solidFill>
          <a:latin typeface="+mn-lt"/>
          <a:ea typeface="+mn-lt"/>
          <a:cs typeface="+mn-lt"/>
        </a:defRPr>
      </a:lvl5pPr>
      <a:lvl6pPr xmlns:a="http://schemas.openxmlformats.org/drawingml/2006/main" marL="2514600" indent="-228600" algn="l">
        <a:lnSpc>
          <a:spcPct val="90000"/>
        </a:lnSpc>
        <a:spcBef>
          <a:spcPts val="500"/>
        </a:spcBef>
        <a:buChar char="•"/>
        <a:defRPr sz="1800">
          <a:solidFill>
            <a:schemeClr val="tx1"/>
          </a:solidFill>
          <a:latin typeface="+mn-lt"/>
          <a:ea typeface="+mn-lt"/>
          <a:cs typeface="+mn-lt"/>
        </a:defRPr>
      </a:lvl6pPr>
      <a:lvl7pPr xmlns:a="http://schemas.openxmlformats.org/drawingml/2006/main" marL="2971800" indent="-228600" algn="l">
        <a:lnSpc>
          <a:spcPct val="90000"/>
        </a:lnSpc>
        <a:spcBef>
          <a:spcPts val="500"/>
        </a:spcBef>
        <a:buChar char="•"/>
        <a:defRPr sz="1800">
          <a:solidFill>
            <a:schemeClr val="tx1"/>
          </a:solidFill>
          <a:latin typeface="+mn-lt"/>
          <a:ea typeface="+mn-lt"/>
          <a:cs typeface="+mn-lt"/>
        </a:defRPr>
      </a:lvl7pPr>
      <a:lvl8pPr xmlns:a="http://schemas.openxmlformats.org/drawingml/2006/main" marL="3429000" indent="-228600" algn="l">
        <a:lnSpc>
          <a:spcPct val="90000"/>
        </a:lnSpc>
        <a:spcBef>
          <a:spcPts val="500"/>
        </a:spcBef>
        <a:buChar char="•"/>
        <a:defRPr sz="1800">
          <a:solidFill>
            <a:schemeClr val="tx1"/>
          </a:solidFill>
          <a:latin typeface="+mn-lt"/>
          <a:ea typeface="+mn-lt"/>
          <a:cs typeface="+mn-lt"/>
        </a:defRPr>
      </a:lvl8pPr>
      <a:lvl9pPr xmlns:a="http://schemas.openxmlformats.org/drawingml/2006/main" marL="3886200" indent="-228600" algn="l">
        <a:lnSpc>
          <a:spcPct val="90000"/>
        </a:lnSpc>
        <a:spcBef>
          <a:spcPts val="500"/>
        </a:spcBef>
        <a:buChar char="•"/>
        <a:defRPr sz="1800">
          <a:solidFill>
            <a:schemeClr val="tx1"/>
          </a:solidFill>
          <a:latin typeface="+mn-lt"/>
          <a:ea typeface="+mn-lt"/>
          <a:cs typeface="+mn-lt"/>
        </a:defRPr>
      </a:lvl9pPr>
    </p:bodyStyle>
    <p:otherStyle>
      <a:lvl1pPr xmlns:a="http://schemas.openxmlformats.org/drawingml/2006/main" marL="0" algn="l">
        <a:buNone/>
        <a:defRPr sz="1800">
          <a:solidFill>
            <a:schemeClr val="tx1"/>
          </a:solidFill>
          <a:latin typeface="+mn-lt"/>
          <a:ea typeface="+mn-lt"/>
          <a:cs typeface="+mn-lt"/>
        </a:defRPr>
      </a:lvl1pPr>
      <a:lvl2pPr xmlns:a="http://schemas.openxmlformats.org/drawingml/2006/main" marL="457200" algn="l">
        <a:buNone/>
        <a:defRPr sz="1800">
          <a:solidFill>
            <a:schemeClr val="tx1"/>
          </a:solidFill>
          <a:latin typeface="+mn-lt"/>
          <a:ea typeface="+mn-lt"/>
          <a:cs typeface="+mn-lt"/>
        </a:defRPr>
      </a:lvl2pPr>
      <a:lvl3pPr xmlns:a="http://schemas.openxmlformats.org/drawingml/2006/main" marL="914400" algn="l">
        <a:buNone/>
        <a:defRPr sz="1800">
          <a:solidFill>
            <a:schemeClr val="tx1"/>
          </a:solidFill>
          <a:latin typeface="+mn-lt"/>
          <a:ea typeface="+mn-lt"/>
          <a:cs typeface="+mn-lt"/>
        </a:defRPr>
      </a:lvl3pPr>
      <a:lvl4pPr xmlns:a="http://schemas.openxmlformats.org/drawingml/2006/main" marL="1371600" algn="l">
        <a:buNone/>
        <a:defRPr sz="1800">
          <a:solidFill>
            <a:schemeClr val="tx1"/>
          </a:solidFill>
          <a:latin typeface="+mn-lt"/>
          <a:ea typeface="+mn-lt"/>
          <a:cs typeface="+mn-lt"/>
        </a:defRPr>
      </a:lvl4pPr>
      <a:lvl5pPr xmlns:a="http://schemas.openxmlformats.org/drawingml/2006/main" marL="1828800" algn="l">
        <a:buNone/>
        <a:defRPr sz="1800">
          <a:solidFill>
            <a:schemeClr val="tx1"/>
          </a:solidFill>
          <a:latin typeface="+mn-lt"/>
          <a:ea typeface="+mn-lt"/>
          <a:cs typeface="+mn-lt"/>
        </a:defRPr>
      </a:lvl5pPr>
      <a:lvl6pPr xmlns:a="http://schemas.openxmlformats.org/drawingml/2006/main" marL="2286000" algn="l">
        <a:buNone/>
        <a:defRPr sz="1800">
          <a:solidFill>
            <a:schemeClr val="tx1"/>
          </a:solidFill>
          <a:latin typeface="+mn-lt"/>
          <a:ea typeface="+mn-lt"/>
          <a:cs typeface="+mn-lt"/>
        </a:defRPr>
      </a:lvl6pPr>
      <a:lvl7pPr xmlns:a="http://schemas.openxmlformats.org/drawingml/2006/main" marL="2743200" algn="l">
        <a:buNone/>
        <a:defRPr sz="1800">
          <a:solidFill>
            <a:schemeClr val="tx1"/>
          </a:solidFill>
          <a:latin typeface="+mn-lt"/>
          <a:ea typeface="+mn-lt"/>
          <a:cs typeface="+mn-lt"/>
        </a:defRPr>
      </a:lvl7pPr>
      <a:lvl8pPr xmlns:a="http://schemas.openxmlformats.org/drawingml/2006/main" marL="3200400" algn="l">
        <a:buNone/>
        <a:defRPr sz="1800">
          <a:solidFill>
            <a:schemeClr val="tx1"/>
          </a:solidFill>
          <a:latin typeface="+mn-lt"/>
          <a:ea typeface="+mn-lt"/>
          <a:cs typeface="+mn-lt"/>
        </a:defRPr>
      </a:lvl8pPr>
      <a:lvl9pPr xmlns:a="http://schemas.openxmlformats.org/drawingml/2006/main" marL="3657600" algn="l">
        <a:buNone/>
        <a:defRPr sz="1800">
          <a:solidFill>
            <a:schemeClr val="tx1"/>
          </a:solidFill>
          <a:latin typeface="+mn-lt"/>
          <a:ea typeface="+mn-lt"/>
          <a:cs typeface="+mn-lt"/>
        </a:defRPr>
      </a:lvl9pPr>
    </p:otherStyle>
  </p:txStyles>
</p:sldMaster>
</file>

<file path=ppt/main_figures/Fig1/ppt/slideMasters/theme/theme2.xml><?xml version="1.0" encoding="utf-8"?>
<a:theme xmlns:a="http://schemas.openxmlformats.org/drawingml/2006/main" name="ChatGPT">
  <a:themeElements>
    <a:clrScheme name="ChatGPT">
      <a:dk1>
        <a:srgbClr val="000000"/>
      </a:dk1>
      <a:lt1>
        <a:srgbClr val="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
      <a:majorFont>
        <a:latin typeface="Aptos"/>
        <a:ea typeface=""/>
        <a:cs typeface=""/>
      </a:majorFont>
      <a:minorFont>
        <a:latin typeface="Aptos"/>
        <a:ea typeface=""/>
        <a:cs typeface=""/>
      </a:minorFont>
    </a:fontScheme>
    <a:fmtScheme name="ChatGPT">
      <a:fillStyleLst>
        <a:solidFill>
          <a:schemeClr val="phClr"/>
        </a:solidFill>
        <a:gradFill>
          <a:gsLst>
            <a:gs pos="0">
              <a:schemeClr val="phClr">
                <a:tint val="67000"/>
                <a:lumMod val="110000"/>
                <a:satMod val="105000"/>
              </a:schemeClr>
            </a:gs>
            <a:gs pos="50000">
              <a:schemeClr val="phClr">
                <a:tint val="73000"/>
                <a:lumMod val="105000"/>
                <a:satMod val="103000"/>
              </a:schemeClr>
            </a:gs>
            <a:gs pos="100000">
              <a:schemeClr val="phClr">
                <a:tint val="81000"/>
                <a:lumMod val="105000"/>
                <a:satMod val="109000"/>
              </a:schemeClr>
            </a:gs>
          </a:gsLst>
          <a:lin ang="5400000" scaled="0"/>
        </a:gradFill>
        <a:gradFill>
          <a:gsLst>
            <a:gs pos="0">
              <a:schemeClr val="phClr">
                <a:tint val="94000"/>
                <a:lumMod val="102000"/>
                <a:satMod val="103000"/>
              </a:schemeClr>
            </a:gs>
            <a:gs pos="50000">
              <a:schemeClr val="phClr">
                <a:shade val="100000"/>
                <a:lumMod val="100000"/>
                <a:satMod val="110000"/>
              </a:schemeClr>
            </a:gs>
            <a:gs pos="100000">
              <a:schemeClr val="phClr">
                <a:shade val="78000"/>
                <a:lumMod val="99000"/>
                <a:satMod val="120000"/>
              </a:schemeClr>
            </a:gs>
          </a:gsLst>
          <a:lin ang="5400000" scaled="0"/>
        </a:gradFill>
      </a:fillStyleLst>
      <a:lnStyleLst>
        <a:ln w="12700">
          <a:solidFill>
            <a:schemeClr val="phClr"/>
          </a:solidFill>
          <a:prstDash val="solid"/>
        </a:ln>
        <a:ln w="19050">
          <a:solidFill>
            <a:schemeClr val="phClr"/>
          </a:solidFill>
          <a:prstDash val="solid"/>
        </a:ln>
        <a:ln w="25400">
          <a:solidFill>
            <a:schemeClr val="phClr"/>
          </a:solidFill>
          <a:prstDash val="solid"/>
        </a:ln>
      </a:lnStyleLst>
      <a:effectStyleLst>
        <a:effectStyle>
          <a:effectLst/>
        </a:effectStyle>
        <a:effectStyle>
          <a:effectLst/>
        </a:effectStyle>
        <a:effectStyle>
          <a:effectLst>
            <a:outerShdw blurRad="57150" dist="19050" dir="5400000">
              <a:srgbClr val="000000">
                <a:alpha val="16000"/>
              </a:srgbClr>
            </a:outerShdw>
          </a:effectLst>
        </a:effectStyle>
        <a:effectStyle>
          <a:effectLst>
            <a:outerShdw blurRad="19050" dist="9525" dir="5400000">
              <a:srgbClr val="000000">
                <a:alpha val="6000"/>
              </a:srgbClr>
            </a:outerShdw>
          </a:effectLst>
        </a:effectStyle>
        <a:effectStyle>
          <a:effectLst>
            <a:outerShdw blurRad="28575" dist="9525" dir="5400000">
              <a:srgbClr val="000000">
                <a:alpha val="8000"/>
              </a:srgbClr>
            </a:outerShdw>
          </a:effectLst>
        </a:effectStyle>
        <a:effectStyle>
          <a:effectLst>
            <a:outerShdw blurRad="57150" dist="19050" dir="5400000">
              <a:srgbClr val="000000">
                <a:alpha val="10000"/>
              </a:srgbClr>
            </a:outerShdw>
          </a:effectLst>
        </a:effectStyle>
        <a:effectStyle>
          <a:effectLst>
            <a:outerShdw blurRad="114300" dist="38100" dir="5400000">
              <a:srgbClr val="000000">
                <a:alpha val="12000"/>
              </a:srgbClr>
            </a:outerShdw>
          </a:effectLst>
        </a:effectStyle>
        <a:effectStyle>
          <a:effectLst>
            <a:outerShdw blurRad="171450" dist="57150" dir="5400000">
              <a:srgbClr val="000000">
                <a:alpha val="16000"/>
              </a:srgbClr>
            </a:outerShdw>
          </a:effectLst>
        </a:effectStyle>
        <a:effectStyle>
          <a:effectLst>
            <a:outerShdw blurRad="266700" dist="95250" dir="5400000">
              <a:srgbClr val="000000">
                <a:alpha val="24000"/>
              </a:srgbClr>
            </a:outerShdw>
          </a:effectLst>
        </a:effectStyle>
      </a:effectStyleLst>
      <a:bgFillStyleLst>
        <a:solidFill>
          <a:schemeClr val="phClr"/>
        </a:solidFill>
        <a:solidFill>
          <a:schemeClr val="phClr">
            <a:tint val="95000"/>
            <a:satMod val="170000"/>
          </a:schemeClr>
        </a:solidFill>
        <a:gradFill>
          <a:gsLst>
            <a:gs pos="0">
              <a:schemeClr val="phClr">
                <a:tint val="93000"/>
                <a:shade val="98000"/>
                <a:lumMod val="102000"/>
                <a:satMod val="150000"/>
              </a:schemeClr>
            </a:gs>
            <a:gs pos="50000">
              <a:schemeClr val="phClr">
                <a:tint val="98000"/>
                <a:shade val="90000"/>
                <a:lumMod val="103000"/>
                <a:satMod val="130000"/>
              </a:schemeClr>
            </a:gs>
            <a:gs pos="100000">
              <a:schemeClr val="phClr">
                <a:shade val="63000"/>
                <a:satMod val="120000"/>
              </a:schemeClr>
            </a:gs>
          </a:gsLst>
          <a:lin ang="5400000" scaled="0"/>
        </a:gradFill>
      </a:bgFillStyleLst>
    </a:fmtScheme>
  </a:themeElements>
</a:theme>
</file>

<file path=ppt/main_figures/Fig1/ppt/slides/_rels/slide1.xml.rels><?xml version='1.0' encoding='utf-8'?>
<Relationships xmlns="http://schemas.openxmlformats.org/package/2006/relationships"><Relationship Type="http://schemas.openxmlformats.org/officeDocument/2006/relationships/slideLayout" Target="/ppt/main_figures/Fig1/ppt/slideLayouts/slideLayout6.xml" Id="R8ebd4dec5ff045df" /><Relationship Type="http://schemas.openxmlformats.org/officeDocument/2006/relationships/image" Target="/ppt/main_figures/Fig1/ppt/media/image.png" Id="R98137c4fcc2d49d7" /><Relationship Type="http://schemas.openxmlformats.org/officeDocument/2006/relationships/image" Target="/ppt/main_figures/Fig1/ppt/media/image2.png" Id="R40527520ab964fed" /><Relationship Type="http://schemas.openxmlformats.org/officeDocument/2006/relationships/image" Target="/ppt/main_figures/Fig1/ppt/media/image3.png" Id="R6a76214cd59f4e21" /><Relationship Type="http://schemas.openxmlformats.org/officeDocument/2006/relationships/image" Target="/ppt/main_figures/Fig1/ppt/media/image4.png" Id="R866f10fda1b846fe" /><Relationship Type="http://schemas.openxmlformats.org/officeDocument/2006/relationships/image" Target="/ppt/main_figures/Fig1/ppt/media/image5.png" Id="R9222d24ce14d4c21" /><Relationship Type="http://schemas.openxmlformats.org/officeDocument/2006/relationships/image" Target="/ppt/main_figures/Fig1/ppt/media/image6.png" Id="R4d9d3d719a9247d3" /><Relationship Type="http://schemas.openxmlformats.org/officeDocument/2006/relationships/image" Target="/ppt/main_figures/Fig1/ppt/media/image7.png" Id="R9ac765dc614540c1" /><Relationship Type="http://schemas.openxmlformats.org/officeDocument/2006/relationships/image" Target="/ppt/main_figures/Fig1/ppt/media/image8.png" Id="R0ed711b67b7f406a" /><Relationship Type="http://schemas.openxmlformats.org/officeDocument/2006/relationships/image" Target="/ppt/main_figures/Fig1/ppt/media/image9.png" Id="Rb198c50358984de3" /><Relationship Type="http://schemas.openxmlformats.org/officeDocument/2006/relationships/notesSlide" Target="/ppt/main_figures/Fig1/ppt/notesSlides/notesSlide1.xml" Id="Rce35b436a9a84845" /></Relationships>
</file>

<file path=ppt/main_figures/Fig1/ppt/slides/slide1.xml><?xml version="1.0" encoding="utf-8"?>
<p:sld xmlns:a="http://schemas.openxmlformats.org/drawingml/2006/main" xmlns:ns2="http://schemas.microsoft.com/office/drawing/2014/main" xmlns:ns4="http://schemas.microsoft.com/office/powerpoint/2010/main" xmlns:p="http://schemas.openxmlformats.org/presentationml/2006/main" xmlns:r="http://schemas.openxmlformats.org/officeDocument/2006/relationships">
  <p:cSld>
    <p:bg>
      <p:bgPr>
        <a:solidFill>
          <a:srgbClr val="FFFFFF"/>
        </a:solidFill>
      </p:bgPr>
    </p:bg>
    <p:spTree>
      <p:nvGrpSpPr>
        <p:cNvPr id="1" name=""/>
        <p:cNvGrpSpPr/>
        <p:nvPr/>
      </p:nvGrpSpPr>
      <p:grpSpPr>
        <a:xfrm/>
      </p:grpSpPr>
      <p:sp>
        <p:nvSpPr>
          <p:cNvPr id="147" name="text_000">
            <a:extLst>
              <a:ext uri="{FF2B5EF4-FFF2-40B4-BE49-F238E27FC236}">
                <ns2:creationId id="{D66480F9-609D-403A-8667-1D3810A5861B}"/>
              </a:ext>
            </a:extLst>
          </p:cNvPr>
          <p:cNvSpPr>
            <a:spLocks noGrp="1"/>
          </p:cNvSpPr>
          <p:nvPr/>
        </p:nvSpPr>
        <p:spPr>
          <a:xfrm rot="0">
            <a:off x="382429" y="60960"/>
            <a:ext cx="2286000" cy="257175"/>
          </a:xfrm>
          <a:prstGeom prst="rect">
            <a:avLst/>
          </a:prstGeom>
          <a:noFill/>
          <a:ln w="0">
            <a:noFill/>
            <a:prstDash val="solid"/>
          </a:ln>
        </p:spPr>
        <p:txBody>
          <a:bodyPr wrap="none" lIns="0" tIns="0" rIns="0" bIns="0" anchor="t">
            <a:noAutofit/>
          </a:bodyPr>
          <a:lstStyle>
            <a:defPPr algn="l">
              <a:defRPr sz="1500" b="1">
                <a:solidFill>
                  <a:srgbClr val="000000"/>
                </a:solidFill>
                <a:latin typeface="Arial"/>
                <a:ea typeface="Arial"/>
                <a:cs typeface="Arial"/>
              </a:defRPr>
            </a:defPPr>
            <a:lvl1pPr algn="l">
              <a:defRPr sz="1500" b="1">
                <a:solidFill>
                  <a:srgbClr val="000000"/>
                </a:solidFill>
                <a:latin typeface="Arial"/>
                <a:ea typeface="Arial"/>
                <a:cs typeface="Arial"/>
              </a:defRPr>
            </a:lvl1pPr>
            <a:lvl2pPr algn="l">
              <a:defRPr sz="1500" b="1">
                <a:solidFill>
                  <a:srgbClr val="000000"/>
                </a:solidFill>
                <a:latin typeface="Arial"/>
                <a:ea typeface="Arial"/>
                <a:cs typeface="Arial"/>
              </a:defRPr>
            </a:lvl2pPr>
            <a:lvl3pPr algn="l">
              <a:defRPr sz="1500" b="1">
                <a:solidFill>
                  <a:srgbClr val="000000"/>
                </a:solidFill>
                <a:latin typeface="Arial"/>
                <a:ea typeface="Arial"/>
                <a:cs typeface="Arial"/>
              </a:defRPr>
            </a:lvl3pPr>
            <a:lvl4pPr algn="l">
              <a:defRPr sz="1500" b="1">
                <a:solidFill>
                  <a:srgbClr val="000000"/>
                </a:solidFill>
                <a:latin typeface="Arial"/>
                <a:ea typeface="Arial"/>
                <a:cs typeface="Arial"/>
              </a:defRPr>
            </a:lvl4pPr>
            <a:lvl5pPr algn="l">
              <a:defRPr sz="1500" b="1">
                <a:solidFill>
                  <a:srgbClr val="000000"/>
                </a:solidFill>
                <a:latin typeface="Arial"/>
                <a:ea typeface="Arial"/>
                <a:cs typeface="Arial"/>
              </a:defRPr>
            </a:lvl5pPr>
            <a:lvl6pPr algn="l">
              <a:defRPr sz="1500" b="1">
                <a:solidFill>
                  <a:srgbClr val="000000"/>
                </a:solidFill>
                <a:latin typeface="Arial"/>
                <a:ea typeface="Arial"/>
                <a:cs typeface="Arial"/>
              </a:defRPr>
            </a:lvl6pPr>
            <a:lvl7pPr algn="l">
              <a:defRPr sz="1500" b="1">
                <a:solidFill>
                  <a:srgbClr val="000000"/>
                </a:solidFill>
                <a:latin typeface="Arial"/>
                <a:ea typeface="Arial"/>
                <a:cs typeface="Arial"/>
              </a:defRPr>
            </a:lvl7pPr>
            <a:lvl8pPr algn="l">
              <a:defRPr sz="1500" b="1">
                <a:solidFill>
                  <a:srgbClr val="000000"/>
                </a:solidFill>
                <a:latin typeface="Arial"/>
                <a:ea typeface="Arial"/>
                <a:cs typeface="Arial"/>
              </a:defRPr>
            </a:lvl8pPr>
            <a:lvl9pPr algn="l">
              <a:defRPr sz="1500" b="1">
                <a:solidFill>
                  <a:srgbClr val="000000"/>
                </a:solidFill>
                <a:latin typeface="Arial"/>
                <a:ea typeface="Arial"/>
                <a:cs typeface="Arial"/>
              </a:defRPr>
            </a:lvl9pPr>
          </a:lstStyle>
          <a:p>
            <a:pPr algn="l">
              <a:defRPr sz="1500" b="1">
                <a:solidFill>
                  <a:srgbClr val="000000"/>
                </a:solidFill>
                <a:latin typeface="Arial"/>
                <a:ea typeface="Arial"/>
                <a:cs typeface="Arial"/>
              </a:defRPr>
            </a:pPr>
            <a:r>
              <a:rPr sz="1500" b="1">
                <a:solidFill>
                  <a:srgbClr val="000000"/>
                </a:solidFill>
                <a:latin typeface="Arial"/>
                <a:ea typeface="Arial"/>
                <a:cs typeface="Arial"/>
              </a:rPr>
              <a:t>(a) RG-MTM-R20</a:t>
            </a:r>
          </a:p>
        </p:txBody>
      </p:sp>
      <p:sp>
        <p:nvSpPr>
          <p:cNvPr id="2" name="text_001">
            <a:extLst>
              <a:ext uri="{FF2B5EF4-FFF2-40B4-BE49-F238E27FC236}">
                <ns2:creationId id="{09668DC0-47FD-4BD3-B346-86242C6A1558}"/>
              </a:ext>
            </a:extLst>
          </p:cNvPr>
          <p:cNvSpPr>
            <a:spLocks noGrp="1"/>
          </p:cNvSpPr>
          <p:nvPr/>
        </p:nvSpPr>
        <p:spPr>
          <a:xfrm rot="0">
            <a:off x="5162550" y="60960"/>
            <a:ext cx="3990975" cy="219075"/>
          </a:xfrm>
          <a:prstGeom prst="rect">
            <a:avLst/>
          </a:prstGeom>
          <a:noFill/>
          <a:ln w="0">
            <a:noFill/>
            <a:prstDash val="solid"/>
          </a:ln>
        </p:spPr>
        <p:txBody>
          <a:bodyPr wrap="none" lIns="0" tIns="0" rIns="0" bIns="0" anchor="t">
            <a:noAutofit/>
          </a:bodyPr>
          <a:lstStyle>
            <a:defPPr algn="r">
              <a:defRPr sz="1125" b="0">
                <a:solidFill>
                  <a:srgbClr val="000000"/>
                </a:solidFill>
                <a:latin typeface="Arial"/>
                <a:ea typeface="Arial"/>
                <a:cs typeface="Arial"/>
              </a:defRPr>
            </a:defPPr>
            <a:lvl1pPr algn="r">
              <a:defRPr sz="1125" b="0">
                <a:solidFill>
                  <a:srgbClr val="000000"/>
                </a:solidFill>
                <a:latin typeface="Arial"/>
                <a:ea typeface="Arial"/>
                <a:cs typeface="Arial"/>
              </a:defRPr>
            </a:lvl1pPr>
            <a:lvl2pPr algn="r">
              <a:defRPr sz="1125" b="0">
                <a:solidFill>
                  <a:srgbClr val="000000"/>
                </a:solidFill>
                <a:latin typeface="Arial"/>
                <a:ea typeface="Arial"/>
                <a:cs typeface="Arial"/>
              </a:defRPr>
            </a:lvl2pPr>
            <a:lvl3pPr algn="r">
              <a:defRPr sz="1125" b="0">
                <a:solidFill>
                  <a:srgbClr val="000000"/>
                </a:solidFill>
                <a:latin typeface="Arial"/>
                <a:ea typeface="Arial"/>
                <a:cs typeface="Arial"/>
              </a:defRPr>
            </a:lvl3pPr>
            <a:lvl4pPr algn="r">
              <a:defRPr sz="1125" b="0">
                <a:solidFill>
                  <a:srgbClr val="000000"/>
                </a:solidFill>
                <a:latin typeface="Arial"/>
                <a:ea typeface="Arial"/>
                <a:cs typeface="Arial"/>
              </a:defRPr>
            </a:lvl4pPr>
            <a:lvl5pPr algn="r">
              <a:defRPr sz="1125" b="0">
                <a:solidFill>
                  <a:srgbClr val="000000"/>
                </a:solidFill>
                <a:latin typeface="Arial"/>
                <a:ea typeface="Arial"/>
                <a:cs typeface="Arial"/>
              </a:defRPr>
            </a:lvl5pPr>
            <a:lvl6pPr algn="r">
              <a:defRPr sz="1125" b="0">
                <a:solidFill>
                  <a:srgbClr val="000000"/>
                </a:solidFill>
                <a:latin typeface="Arial"/>
                <a:ea typeface="Arial"/>
                <a:cs typeface="Arial"/>
              </a:defRPr>
            </a:lvl6pPr>
            <a:lvl7pPr algn="r">
              <a:defRPr sz="1125" b="0">
                <a:solidFill>
                  <a:srgbClr val="000000"/>
                </a:solidFill>
                <a:latin typeface="Arial"/>
                <a:ea typeface="Arial"/>
                <a:cs typeface="Arial"/>
              </a:defRPr>
            </a:lvl7pPr>
            <a:lvl8pPr algn="r">
              <a:defRPr sz="1125" b="0">
                <a:solidFill>
                  <a:srgbClr val="000000"/>
                </a:solidFill>
                <a:latin typeface="Arial"/>
                <a:ea typeface="Arial"/>
                <a:cs typeface="Arial"/>
              </a:defRPr>
            </a:lvl8pPr>
            <a:lvl9pPr algn="r">
              <a:defRPr sz="1125" b="0">
                <a:solidFill>
                  <a:srgbClr val="000000"/>
                </a:solidFill>
                <a:latin typeface="Arial"/>
                <a:ea typeface="Arial"/>
                <a:cs typeface="Arial"/>
              </a:defRPr>
            </a:lvl9pPr>
          </a:lstStyle>
          <a:p>
            <a:pPr algn="r">
              <a:defRPr sz="1125" b="0">
                <a:solidFill>
                  <a:srgbClr val="000000"/>
                </a:solidFill>
                <a:latin typeface="Arial"/>
                <a:ea typeface="Arial"/>
                <a:cs typeface="Arial"/>
              </a:defRPr>
            </a:pPr>
            <a:r>
              <a:rPr sz="1125" b="0">
                <a:solidFill>
                  <a:srgbClr val="000000"/>
                </a:solidFill>
                <a:latin typeface="Arial"/>
                <a:ea typeface="Arial"/>
                <a:cs typeface="Arial"/>
              </a:rPr>
              <a:t>d = (0.948, -0.319) · -18.6°</a:t>
            </a:r>
          </a:p>
        </p:txBody>
      </p:sp>
      <p:pic>
        <p:nvPicPr>
          <p:cNvPr id="3" name="">
            <a:extLst>
              <a:ext uri="{FF2B5EF4-FFF2-40B4-BE49-F238E27FC236}">
                <ns2:creationId id="{CDCD2DA2-DB01-4F7C-A779-C7CA96148FB2}"/>
              </a:ext>
            </a:extLst>
          </p:cNvPr>
          <p:cNvPicPr>
            <a:picLocks noChangeAspect="1"/>
          </p:cNvPicPr>
          <p:nvPr/>
        </p:nvPicPr>
        <p:blipFill>
          <a:blip r:embed="R98137c4fcc2d49d7"/>
          <a:stretch/>
        </p:blipFill>
        <p:spPr>
          <a:xfrm>
            <a:off x="382429" y="320040"/>
            <a:ext cx="8761095" cy="2971800"/>
          </a:xfrm>
          <a:prstGeom prst="rect">
            <a:avLst/>
          </a:prstGeom>
        </p:spPr>
      </p:pic>
      <p:sp>
        <p:nvSpPr>
          <p:cNvPr id="4" name="a_local_window_outline">
            <a:extLst>
              <a:ext uri="{FF2B5EF4-FFF2-40B4-BE49-F238E27FC236}">
                <ns2:creationId id="{651B8DE7-01B8-45A5-9CFA-7190B7D22A1F}"/>
              </a:ext>
            </a:extLst>
          </p:cNvPr>
          <p:cNvSpPr>
            <a:spLocks noGrp="1"/>
          </p:cNvSpPr>
          <p:nvPr/>
        </p:nvSpPr>
        <p:spPr>
          <a:xfrm>
            <a:off x="7447828" y="320040"/>
            <a:ext cx="282616" cy="2971800"/>
          </a:xfrm>
          <a:custGeom>
            <a:pathLst>
              <a:path w="282616" h="2971800">
                <a:moveTo>
                  <a:pt x="0" y="0"/>
                </a:moveTo>
                <a:lnTo>
                  <a:pt x="282616" y="0"/>
                </a:lnTo>
                <a:lnTo>
                  <a:pt x="282616" y="2971800"/>
                </a:lnTo>
                <a:lnTo>
                  <a:pt x="0" y="2971800"/>
                </a:lnTo>
                <a:lnTo>
                  <a:pt x="0" y="0"/>
                </a:lnTo>
              </a:path>
            </a:pathLst>
          </a:custGeom>
          <a:noFill/>
          <a:ln w="12859">
            <a:solidFill>
              <a:srgbClr val="C73A37"/>
            </a:solidFill>
            <a:prstDash val="dash"/>
          </a:ln>
        </p:spPr>
      </p:sp>
      <p:sp>
        <p:nvSpPr>
          <p:cNvPr id="5" name="rect_003">
            <a:extLst>
              <a:ext uri="{FF2B5EF4-FFF2-40B4-BE49-F238E27FC236}">
                <ns2:creationId id="{89E114C7-D563-458B-8C2C-B7D9B77F1169}"/>
              </a:ext>
            </a:extLst>
          </p:cNvPr>
          <p:cNvSpPr>
            <a:spLocks noGrp="1"/>
          </p:cNvSpPr>
          <p:nvPr/>
        </p:nvSpPr>
        <p:spPr>
          <a:xfrm rot="0">
            <a:off x="382429" y="320040"/>
            <a:ext cx="8761095" cy="2971800"/>
          </a:xfrm>
          <a:prstGeom prst="rect">
            <a:avLst/>
          </a:prstGeom>
          <a:noFill/>
          <a:ln w="7715">
            <a:solidFill>
              <a:srgbClr val="000000"/>
            </a:solidFill>
            <a:prstDash val="solid"/>
          </a:ln>
        </p:spPr>
      </p:sp>
      <p:sp>
        <p:nvSpPr>
          <p:cNvPr id="6" name="line_004">
            <a:extLst>
              <a:ext uri="{FF2B5EF4-FFF2-40B4-BE49-F238E27FC236}">
                <ns2:creationId id="{D9B01A55-925F-468C-AFD4-C7ED1E448D33}"/>
              </a:ext>
            </a:extLst>
          </p:cNvPr>
          <p:cNvSpPr>
            <a:spLocks noGrp="1"/>
          </p:cNvSpPr>
          <p:nvPr/>
        </p:nvSpPr>
        <p:spPr>
          <a:xfrm>
            <a:off x="382429" y="3345180"/>
            <a:ext cx="8788908" cy="95"/>
          </a:xfrm>
          <a:custGeom>
            <a:pathLst>
              <a:path w="8788908" h="95">
                <a:moveTo>
                  <a:pt x="0" y="0"/>
                </a:moveTo>
                <a:lnTo>
                  <a:pt x="8788908" y="0"/>
                </a:lnTo>
              </a:path>
            </a:pathLst>
          </a:custGeom>
          <a:noFill/>
          <a:ln w="7715">
            <a:solidFill>
              <a:srgbClr val="000000"/>
            </a:solidFill>
            <a:prstDash val="solid"/>
          </a:ln>
        </p:spPr>
      </p:sp>
      <p:sp>
        <p:nvSpPr>
          <p:cNvPr id="7" name="line_005">
            <a:extLst>
              <a:ext uri="{FF2B5EF4-FFF2-40B4-BE49-F238E27FC236}">
                <ns2:creationId id="{3FBF22AD-6485-4AD2-8E5A-C0DAEDCA015B}"/>
              </a:ext>
            </a:extLst>
          </p:cNvPr>
          <p:cNvSpPr>
            <a:spLocks noGrp="1"/>
          </p:cNvSpPr>
          <p:nvPr/>
        </p:nvSpPr>
        <p:spPr>
          <a:xfrm>
            <a:off x="9122664" y="3322320"/>
            <a:ext cx="48673" cy="22860"/>
          </a:xfrm>
          <a:custGeom>
            <a:pathLst>
              <a:path w="48673" h="22860">
                <a:moveTo>
                  <a:pt x="0" y="0"/>
                </a:moveTo>
                <a:lnTo>
                  <a:pt x="48673" y="22860"/>
                </a:lnTo>
              </a:path>
            </a:pathLst>
          </a:custGeom>
          <a:noFill/>
          <a:ln w="7715">
            <a:solidFill>
              <a:srgbClr val="000000"/>
            </a:solidFill>
            <a:prstDash val="solid"/>
          </a:ln>
        </p:spPr>
      </p:sp>
      <p:sp>
        <p:nvSpPr>
          <p:cNvPr id="8" name="line_006">
            <a:extLst>
              <a:ext uri="{FF2B5EF4-FFF2-40B4-BE49-F238E27FC236}">
                <ns2:creationId id="{E87C72A0-19B7-46B4-B1CB-674D411C14B1}"/>
              </a:ext>
            </a:extLst>
          </p:cNvPr>
          <p:cNvSpPr>
            <a:spLocks noGrp="1"/>
          </p:cNvSpPr>
          <p:nvPr/>
        </p:nvSpPr>
        <p:spPr>
          <a:xfrm>
            <a:off x="9122664" y="3345180"/>
            <a:ext cx="48673" cy="22860"/>
          </a:xfrm>
          <a:custGeom>
            <a:pathLst>
              <a:path w="48673" h="22860">
                <a:moveTo>
                  <a:pt x="0" y="22860"/>
                </a:moveTo>
                <a:lnTo>
                  <a:pt x="48673" y="0"/>
                </a:lnTo>
              </a:path>
            </a:pathLst>
          </a:custGeom>
          <a:noFill/>
          <a:ln w="7715">
            <a:solidFill>
              <a:srgbClr val="000000"/>
            </a:solidFill>
            <a:prstDash val="solid"/>
          </a:ln>
        </p:spPr>
      </p:sp>
      <p:sp>
        <p:nvSpPr>
          <p:cNvPr id="9" name="line_007">
            <a:extLst>
              <a:ext uri="{FF2B5EF4-FFF2-40B4-BE49-F238E27FC236}">
                <ns2:creationId id="{D8A5117A-29AF-4642-ADD6-BABCE219079C}"/>
              </a:ext>
            </a:extLst>
          </p:cNvPr>
          <p:cNvSpPr>
            <a:spLocks noGrp="1"/>
          </p:cNvSpPr>
          <p:nvPr/>
        </p:nvSpPr>
        <p:spPr>
          <a:xfrm>
            <a:off x="285083" y="259080"/>
            <a:ext cx="95" cy="3032760"/>
          </a:xfrm>
          <a:custGeom>
            <a:pathLst>
              <a:path w="95" h="3032760">
                <a:moveTo>
                  <a:pt x="0" y="3032760"/>
                </a:moveTo>
                <a:lnTo>
                  <a:pt x="0" y="0"/>
                </a:lnTo>
              </a:path>
            </a:pathLst>
          </a:custGeom>
          <a:noFill/>
          <a:ln w="7715">
            <a:solidFill>
              <a:srgbClr val="000000"/>
            </a:solidFill>
            <a:prstDash val="solid"/>
          </a:ln>
        </p:spPr>
      </p:sp>
      <p:sp>
        <p:nvSpPr>
          <p:cNvPr id="10" name="line_008">
            <a:extLst>
              <a:ext uri="{FF2B5EF4-FFF2-40B4-BE49-F238E27FC236}">
                <ns2:creationId id="{2EF2BCF6-BD23-4904-9CD9-8A187DE8E205}"/>
              </a:ext>
            </a:extLst>
          </p:cNvPr>
          <p:cNvSpPr>
            <a:spLocks noGrp="1"/>
          </p:cNvSpPr>
          <p:nvPr/>
        </p:nvSpPr>
        <p:spPr>
          <a:xfrm>
            <a:off x="264224" y="259080"/>
            <a:ext cx="20860" cy="53340"/>
          </a:xfrm>
          <a:custGeom>
            <a:pathLst>
              <a:path w="20860" h="53340">
                <a:moveTo>
                  <a:pt x="0" y="53340"/>
                </a:moveTo>
                <a:lnTo>
                  <a:pt x="20860" y="0"/>
                </a:lnTo>
              </a:path>
            </a:pathLst>
          </a:custGeom>
          <a:noFill/>
          <a:ln w="7715">
            <a:solidFill>
              <a:srgbClr val="000000"/>
            </a:solidFill>
            <a:prstDash val="solid"/>
          </a:ln>
        </p:spPr>
      </p:sp>
      <p:sp>
        <p:nvSpPr>
          <p:cNvPr id="11" name="line_009">
            <a:extLst>
              <a:ext uri="{FF2B5EF4-FFF2-40B4-BE49-F238E27FC236}">
                <ns2:creationId id="{16903BC1-3B19-4E4D-9D32-4B423B5E17EC}"/>
              </a:ext>
            </a:extLst>
          </p:cNvPr>
          <p:cNvSpPr>
            <a:spLocks noGrp="1"/>
          </p:cNvSpPr>
          <p:nvPr/>
        </p:nvSpPr>
        <p:spPr>
          <a:xfrm>
            <a:off x="285083" y="259080"/>
            <a:ext cx="20860" cy="53340"/>
          </a:xfrm>
          <a:custGeom>
            <a:pathLst>
              <a:path w="20860" h="53340">
                <a:moveTo>
                  <a:pt x="20860" y="53340"/>
                </a:moveTo>
                <a:lnTo>
                  <a:pt x="0" y="0"/>
                </a:lnTo>
              </a:path>
            </a:pathLst>
          </a:custGeom>
          <a:noFill/>
          <a:ln w="7715">
            <a:solidFill>
              <a:srgbClr val="000000"/>
            </a:solidFill>
            <a:prstDash val="solid"/>
          </a:ln>
        </p:spPr>
      </p:sp>
      <p:sp>
        <p:nvSpPr>
          <p:cNvPr id="12" name="text_010">
            <a:extLst>
              <a:ext uri="{FF2B5EF4-FFF2-40B4-BE49-F238E27FC236}">
                <ns2:creationId id="{A258748C-709B-406E-94F1-3225CEB85F0C}"/>
              </a:ext>
            </a:extLst>
          </p:cNvPr>
          <p:cNvSpPr>
            <a:spLocks noGrp="1"/>
          </p:cNvSpPr>
          <p:nvPr/>
        </p:nvSpPr>
        <p:spPr>
          <a:xfrm rot="0">
            <a:off x="8795861" y="3638550"/>
            <a:ext cx="451961" cy="228600"/>
          </a:xfrm>
          <a:prstGeom prst="rect">
            <a:avLst/>
          </a:prstGeom>
          <a:noFill/>
          <a:ln w="0">
            <a:noFill/>
            <a:prstDash val="solid"/>
          </a:ln>
        </p:spPr>
        <p:txBody>
          <a:bodyPr wrap="none" lIns="0" tIns="0" rIns="0" bIns="0" anchor="t">
            <a:noAutofit/>
          </a:bodyPr>
          <a:lstStyle>
            <a:defPPr algn="r">
              <a:defRPr sz="1125" b="0">
                <a:solidFill>
                  <a:srgbClr val="000000"/>
                </a:solidFill>
                <a:latin typeface="Arial"/>
                <a:ea typeface="Arial"/>
                <a:cs typeface="Arial"/>
              </a:defRPr>
            </a:defPPr>
            <a:lvl1pPr algn="r">
              <a:defRPr sz="1125" b="0">
                <a:solidFill>
                  <a:srgbClr val="000000"/>
                </a:solidFill>
                <a:latin typeface="Arial"/>
                <a:ea typeface="Arial"/>
                <a:cs typeface="Arial"/>
              </a:defRPr>
            </a:lvl1pPr>
            <a:lvl2pPr algn="r">
              <a:defRPr sz="1125" b="0">
                <a:solidFill>
                  <a:srgbClr val="000000"/>
                </a:solidFill>
                <a:latin typeface="Arial"/>
                <a:ea typeface="Arial"/>
                <a:cs typeface="Arial"/>
              </a:defRPr>
            </a:lvl2pPr>
            <a:lvl3pPr algn="r">
              <a:defRPr sz="1125" b="0">
                <a:solidFill>
                  <a:srgbClr val="000000"/>
                </a:solidFill>
                <a:latin typeface="Arial"/>
                <a:ea typeface="Arial"/>
                <a:cs typeface="Arial"/>
              </a:defRPr>
            </a:lvl3pPr>
            <a:lvl4pPr algn="r">
              <a:defRPr sz="1125" b="0">
                <a:solidFill>
                  <a:srgbClr val="000000"/>
                </a:solidFill>
                <a:latin typeface="Arial"/>
                <a:ea typeface="Arial"/>
                <a:cs typeface="Arial"/>
              </a:defRPr>
            </a:lvl4pPr>
            <a:lvl5pPr algn="r">
              <a:defRPr sz="1125" b="0">
                <a:solidFill>
                  <a:srgbClr val="000000"/>
                </a:solidFill>
                <a:latin typeface="Arial"/>
                <a:ea typeface="Arial"/>
                <a:cs typeface="Arial"/>
              </a:defRPr>
            </a:lvl5pPr>
            <a:lvl6pPr algn="r">
              <a:defRPr sz="1125" b="0">
                <a:solidFill>
                  <a:srgbClr val="000000"/>
                </a:solidFill>
                <a:latin typeface="Arial"/>
                <a:ea typeface="Arial"/>
                <a:cs typeface="Arial"/>
              </a:defRPr>
            </a:lvl6pPr>
            <a:lvl7pPr algn="r">
              <a:defRPr sz="1125" b="0">
                <a:solidFill>
                  <a:srgbClr val="000000"/>
                </a:solidFill>
                <a:latin typeface="Arial"/>
                <a:ea typeface="Arial"/>
                <a:cs typeface="Arial"/>
              </a:defRPr>
            </a:lvl7pPr>
            <a:lvl8pPr algn="r">
              <a:defRPr sz="1125" b="0">
                <a:solidFill>
                  <a:srgbClr val="000000"/>
                </a:solidFill>
                <a:latin typeface="Arial"/>
                <a:ea typeface="Arial"/>
                <a:cs typeface="Arial"/>
              </a:defRPr>
            </a:lvl8pPr>
            <a:lvl9pPr algn="r">
              <a:defRPr sz="1125" b="0">
                <a:solidFill>
                  <a:srgbClr val="000000"/>
                </a:solidFill>
                <a:latin typeface="Arial"/>
                <a:ea typeface="Arial"/>
                <a:cs typeface="Arial"/>
              </a:defRPr>
            </a:lvl9pPr>
          </a:lstStyle>
          <a:p>
            <a:pPr algn="r">
              <a:defRPr sz="1125" b="0">
                <a:solidFill>
                  <a:srgbClr val="000000"/>
                </a:solidFill>
                <a:latin typeface="Arial"/>
                <a:ea typeface="Arial"/>
                <a:cs typeface="Arial"/>
              </a:defRPr>
            </a:pPr>
            <a:r>
              <a:rPr sz="1125" b="0">
                <a:solidFill>
                  <a:srgbClr val="000000"/>
                </a:solidFill>
                <a:latin typeface="Arial"/>
                <a:ea typeface="Arial"/>
                <a:cs typeface="Arial"/>
              </a:rPr>
              <a:t>Time</a:t>
            </a:r>
          </a:p>
        </p:txBody>
      </p:sp>
      <p:sp>
        <p:nvSpPr>
          <p:cNvPr id="13" name="a_reference_axis">
            <a:extLst>
              <a:ext uri="{FF2B5EF4-FFF2-40B4-BE49-F238E27FC236}">
                <ns2:creationId id="{0A839A38-204A-4BE6-BC24-5315470B6DA5}"/>
              </a:ext>
            </a:extLst>
          </p:cNvPr>
          <p:cNvSpPr>
            <a:spLocks noGrp="1"/>
          </p:cNvSpPr>
          <p:nvPr/>
        </p:nvSpPr>
        <p:spPr>
          <a:xfrm rot="0">
            <a:off x="9525" y="990600"/>
            <a:ext cx="228600" cy="1952625"/>
          </a:xfrm>
          <a:prstGeom prst="rect">
            <a:avLst/>
          </a:prstGeom>
          <a:noFill/>
          <a:ln w="0">
            <a:noFill/>
            <a:prstDash val="solid"/>
          </a:ln>
        </p:spPr>
        <p:txBody>
          <a:bodyPr wrap="none" lIns="0" tIns="0" rIns="0" bIns="0" anchor="ctr" vert="vert270">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Reference position along d</a:t>
            </a:r>
          </a:p>
        </p:txBody>
      </p:sp>
      <p:sp>
        <p:nvSpPr>
          <p:cNvPr id="14" name="line_012">
            <a:extLst>
              <a:ext uri="{FF2B5EF4-FFF2-40B4-BE49-F238E27FC236}">
                <ns2:creationId id="{D94D9784-7D21-4182-A527-AE3F5B61B870}"/>
              </a:ext>
            </a:extLst>
          </p:cNvPr>
          <p:cNvSpPr>
            <a:spLocks noGrp="1"/>
          </p:cNvSpPr>
          <p:nvPr/>
        </p:nvSpPr>
        <p:spPr>
          <a:xfrm>
            <a:off x="388317" y="3314700"/>
            <a:ext cx="95" cy="60960"/>
          </a:xfrm>
          <a:custGeom>
            <a:pathLst>
              <a:path w="95" h="60960">
                <a:moveTo>
                  <a:pt x="0" y="0"/>
                </a:moveTo>
                <a:lnTo>
                  <a:pt x="0" y="60960"/>
                </a:lnTo>
              </a:path>
            </a:pathLst>
          </a:custGeom>
          <a:noFill/>
          <a:ln w="7715">
            <a:solidFill>
              <a:srgbClr val="000000"/>
            </a:solidFill>
            <a:prstDash val="solid"/>
          </a:ln>
        </p:spPr>
      </p:sp>
      <p:sp>
        <p:nvSpPr>
          <p:cNvPr id="15" name="text_013">
            <a:extLst>
              <a:ext uri="{FF2B5EF4-FFF2-40B4-BE49-F238E27FC236}">
                <ns2:creationId id="{DD56E1BE-CABF-44DE-B5AC-D0B6DB3E8552}"/>
              </a:ext>
            </a:extLst>
          </p:cNvPr>
          <p:cNvSpPr>
            <a:spLocks noGrp="1"/>
          </p:cNvSpPr>
          <p:nvPr/>
        </p:nvSpPr>
        <p:spPr>
          <a:xfrm rot="0">
            <a:off x="179719" y="3390900"/>
            <a:ext cx="417195" cy="167640"/>
          </a:xfrm>
          <a:prstGeom prst="rect">
            <a:avLst/>
          </a:prstGeom>
          <a:noFill/>
          <a:ln w="0">
            <a:noFill/>
            <a:prstDash val="solid"/>
          </a:ln>
        </p:spPr>
        <p:txBody>
          <a:bodyPr wrap="none" lIns="0" tIns="0" rIns="0" bIns="0" anchor="t">
            <a:noAutofit/>
          </a:bodyPr>
          <a:lstStyle>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a:pPr algn="ctr">
              <a:defRPr sz="1125" b="0">
                <a:solidFill>
                  <a:srgbClr val="000000"/>
                </a:solidFill>
                <a:latin typeface="Arial"/>
                <a:ea typeface="Arial"/>
                <a:cs typeface="Arial"/>
              </a:defRPr>
            </a:pPr>
            <a:r>
              <a:rPr sz="1125" b="0">
                <a:solidFill>
                  <a:srgbClr val="000000"/>
                </a:solidFill>
                <a:latin typeface="Arial"/>
                <a:ea typeface="Arial"/>
                <a:cs typeface="Arial"/>
              </a:rPr>
              <a:t>1 Dec</a:t>
            </a:r>
          </a:p>
        </p:txBody>
      </p:sp>
      <p:sp>
        <p:nvSpPr>
          <p:cNvPr id="16" name="line_014">
            <a:extLst>
              <a:ext uri="{FF2B5EF4-FFF2-40B4-BE49-F238E27FC236}">
                <ns2:creationId id="{9D17FA7E-806A-4A50-ADCC-7DDD99B9ECCD}"/>
              </a:ext>
            </a:extLst>
          </p:cNvPr>
          <p:cNvSpPr>
            <a:spLocks noGrp="1"/>
          </p:cNvSpPr>
          <p:nvPr/>
        </p:nvSpPr>
        <p:spPr>
          <a:xfrm>
            <a:off x="2366628" y="3314700"/>
            <a:ext cx="95" cy="60960"/>
          </a:xfrm>
          <a:custGeom>
            <a:pathLst>
              <a:path w="95" h="60960">
                <a:moveTo>
                  <a:pt x="0" y="0"/>
                </a:moveTo>
                <a:lnTo>
                  <a:pt x="0" y="60960"/>
                </a:lnTo>
              </a:path>
            </a:pathLst>
          </a:custGeom>
          <a:noFill/>
          <a:ln w="7715">
            <a:solidFill>
              <a:srgbClr val="000000"/>
            </a:solidFill>
            <a:prstDash val="solid"/>
          </a:ln>
        </p:spPr>
      </p:sp>
      <p:sp>
        <p:nvSpPr>
          <p:cNvPr id="17" name="text_015">
            <a:extLst>
              <a:ext uri="{FF2B5EF4-FFF2-40B4-BE49-F238E27FC236}">
                <ns2:creationId id="{720BAF90-A750-4EF1-96D0-5A483ADE3F4C}"/>
              </a:ext>
            </a:extLst>
          </p:cNvPr>
          <p:cNvSpPr>
            <a:spLocks noGrp="1"/>
          </p:cNvSpPr>
          <p:nvPr/>
        </p:nvSpPr>
        <p:spPr>
          <a:xfrm rot="0">
            <a:off x="2158031" y="3390900"/>
            <a:ext cx="417195" cy="167640"/>
          </a:xfrm>
          <a:prstGeom prst="rect">
            <a:avLst/>
          </a:prstGeom>
          <a:noFill/>
          <a:ln w="0">
            <a:noFill/>
            <a:prstDash val="solid"/>
          </a:ln>
        </p:spPr>
        <p:txBody>
          <a:bodyPr wrap="none" lIns="0" tIns="0" rIns="0" bIns="0" anchor="t">
            <a:noAutofit/>
          </a:bodyPr>
          <a:lstStyle>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a:pPr algn="ctr">
              <a:defRPr sz="1125" b="0">
                <a:solidFill>
                  <a:srgbClr val="000000"/>
                </a:solidFill>
                <a:latin typeface="Arial"/>
                <a:ea typeface="Arial"/>
                <a:cs typeface="Arial"/>
              </a:defRPr>
            </a:pPr>
            <a:r>
              <a:rPr sz="1125" b="0">
                <a:solidFill>
                  <a:srgbClr val="000000"/>
                </a:solidFill>
                <a:latin typeface="Arial"/>
                <a:ea typeface="Arial"/>
                <a:cs typeface="Arial"/>
              </a:rPr>
              <a:t>8 Dec</a:t>
            </a:r>
          </a:p>
        </p:txBody>
      </p:sp>
      <p:sp>
        <p:nvSpPr>
          <p:cNvPr id="18" name="line_016">
            <a:extLst>
              <a:ext uri="{FF2B5EF4-FFF2-40B4-BE49-F238E27FC236}">
                <ns2:creationId id="{1934C197-1D40-4E58-B144-08F804E94E20}"/>
              </a:ext>
            </a:extLst>
          </p:cNvPr>
          <p:cNvSpPr>
            <a:spLocks noGrp="1"/>
          </p:cNvSpPr>
          <p:nvPr/>
        </p:nvSpPr>
        <p:spPr>
          <a:xfrm>
            <a:off x="4344940" y="3314700"/>
            <a:ext cx="95" cy="60960"/>
          </a:xfrm>
          <a:custGeom>
            <a:pathLst>
              <a:path w="95" h="60960">
                <a:moveTo>
                  <a:pt x="0" y="0"/>
                </a:moveTo>
                <a:lnTo>
                  <a:pt x="0" y="60960"/>
                </a:lnTo>
              </a:path>
            </a:pathLst>
          </a:custGeom>
          <a:noFill/>
          <a:ln w="7715">
            <a:solidFill>
              <a:srgbClr val="000000"/>
            </a:solidFill>
            <a:prstDash val="solid"/>
          </a:ln>
        </p:spPr>
      </p:sp>
      <p:sp>
        <p:nvSpPr>
          <p:cNvPr id="19" name="text_017">
            <a:extLst>
              <a:ext uri="{FF2B5EF4-FFF2-40B4-BE49-F238E27FC236}">
                <ns2:creationId id="{C85AFF0B-710F-4F7F-980A-12D11034F3CB}"/>
              </a:ext>
            </a:extLst>
          </p:cNvPr>
          <p:cNvSpPr>
            <a:spLocks noGrp="1"/>
          </p:cNvSpPr>
          <p:nvPr/>
        </p:nvSpPr>
        <p:spPr>
          <a:xfrm rot="0">
            <a:off x="4136343" y="3390900"/>
            <a:ext cx="417195" cy="167640"/>
          </a:xfrm>
          <a:prstGeom prst="rect">
            <a:avLst/>
          </a:prstGeom>
          <a:noFill/>
          <a:ln w="0">
            <a:noFill/>
            <a:prstDash val="solid"/>
          </a:ln>
        </p:spPr>
        <p:txBody>
          <a:bodyPr wrap="none" lIns="0" tIns="0" rIns="0" bIns="0" anchor="t">
            <a:noAutofit/>
          </a:bodyPr>
          <a:lstStyle>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a:pPr algn="ctr">
              <a:defRPr sz="1125" b="0">
                <a:solidFill>
                  <a:srgbClr val="000000"/>
                </a:solidFill>
                <a:latin typeface="Arial"/>
                <a:ea typeface="Arial"/>
                <a:cs typeface="Arial"/>
              </a:defRPr>
            </a:pPr>
            <a:r>
              <a:rPr sz="1125" b="0">
                <a:solidFill>
                  <a:srgbClr val="000000"/>
                </a:solidFill>
                <a:latin typeface="Arial"/>
                <a:ea typeface="Arial"/>
                <a:cs typeface="Arial"/>
              </a:rPr>
              <a:t>15 Dec</a:t>
            </a:r>
          </a:p>
        </p:txBody>
      </p:sp>
      <p:sp>
        <p:nvSpPr>
          <p:cNvPr id="20" name="line_018">
            <a:extLst>
              <a:ext uri="{FF2B5EF4-FFF2-40B4-BE49-F238E27FC236}">
                <ns2:creationId id="{2CD8E7BC-EDB1-454A-8043-5A213F620C31}"/>
              </a:ext>
            </a:extLst>
          </p:cNvPr>
          <p:cNvSpPr>
            <a:spLocks noGrp="1"/>
          </p:cNvSpPr>
          <p:nvPr/>
        </p:nvSpPr>
        <p:spPr>
          <a:xfrm>
            <a:off x="6323252" y="3314700"/>
            <a:ext cx="95" cy="60960"/>
          </a:xfrm>
          <a:custGeom>
            <a:pathLst>
              <a:path w="95" h="60960">
                <a:moveTo>
                  <a:pt x="0" y="0"/>
                </a:moveTo>
                <a:lnTo>
                  <a:pt x="0" y="60960"/>
                </a:lnTo>
              </a:path>
            </a:pathLst>
          </a:custGeom>
          <a:noFill/>
          <a:ln w="7715">
            <a:solidFill>
              <a:srgbClr val="000000"/>
            </a:solidFill>
            <a:prstDash val="solid"/>
          </a:ln>
        </p:spPr>
      </p:sp>
      <p:sp>
        <p:nvSpPr>
          <p:cNvPr id="21" name="text_019">
            <a:extLst>
              <a:ext uri="{FF2B5EF4-FFF2-40B4-BE49-F238E27FC236}">
                <ns2:creationId id="{B14F748D-6C51-483A-BCFE-9C30DB79913F}"/>
              </a:ext>
            </a:extLst>
          </p:cNvPr>
          <p:cNvSpPr>
            <a:spLocks noGrp="1"/>
          </p:cNvSpPr>
          <p:nvPr/>
        </p:nvSpPr>
        <p:spPr>
          <a:xfrm rot="0">
            <a:off x="6114654" y="3390900"/>
            <a:ext cx="417195" cy="167640"/>
          </a:xfrm>
          <a:prstGeom prst="rect">
            <a:avLst/>
          </a:prstGeom>
          <a:noFill/>
          <a:ln w="0">
            <a:noFill/>
            <a:prstDash val="solid"/>
          </a:ln>
        </p:spPr>
        <p:txBody>
          <a:bodyPr wrap="none" lIns="0" tIns="0" rIns="0" bIns="0" anchor="t">
            <a:noAutofit/>
          </a:bodyPr>
          <a:lstStyle>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a:pPr algn="ctr">
              <a:defRPr sz="1125" b="0">
                <a:solidFill>
                  <a:srgbClr val="000000"/>
                </a:solidFill>
                <a:latin typeface="Arial"/>
                <a:ea typeface="Arial"/>
                <a:cs typeface="Arial"/>
              </a:defRPr>
            </a:pPr>
            <a:r>
              <a:rPr sz="1125" b="0">
                <a:solidFill>
                  <a:srgbClr val="000000"/>
                </a:solidFill>
                <a:latin typeface="Arial"/>
                <a:ea typeface="Arial"/>
                <a:cs typeface="Arial"/>
              </a:rPr>
              <a:t>22 Dec</a:t>
            </a:r>
          </a:p>
        </p:txBody>
      </p:sp>
      <p:sp>
        <p:nvSpPr>
          <p:cNvPr id="22" name="line_020">
            <a:extLst>
              <a:ext uri="{FF2B5EF4-FFF2-40B4-BE49-F238E27FC236}">
                <ns2:creationId id="{9038FBD8-4C5E-433E-A7EF-3D90941EDB08}"/>
              </a:ext>
            </a:extLst>
          </p:cNvPr>
          <p:cNvSpPr>
            <a:spLocks noGrp="1"/>
          </p:cNvSpPr>
          <p:nvPr/>
        </p:nvSpPr>
        <p:spPr>
          <a:xfrm>
            <a:off x="8866796" y="3314700"/>
            <a:ext cx="95" cy="60960"/>
          </a:xfrm>
          <a:custGeom>
            <a:pathLst>
              <a:path w="95" h="60960">
                <a:moveTo>
                  <a:pt x="0" y="0"/>
                </a:moveTo>
                <a:lnTo>
                  <a:pt x="0" y="60960"/>
                </a:lnTo>
              </a:path>
            </a:pathLst>
          </a:custGeom>
          <a:noFill/>
          <a:ln w="7715">
            <a:solidFill>
              <a:srgbClr val="000000"/>
            </a:solidFill>
            <a:prstDash val="solid"/>
          </a:ln>
        </p:spPr>
      </p:sp>
      <p:sp>
        <p:nvSpPr>
          <p:cNvPr id="23" name="text_021">
            <a:extLst>
              <a:ext uri="{FF2B5EF4-FFF2-40B4-BE49-F238E27FC236}">
                <ns2:creationId id="{04FFFB15-12C7-4169-A3AB-E4B60F2074DE}"/>
              </a:ext>
            </a:extLst>
          </p:cNvPr>
          <p:cNvSpPr>
            <a:spLocks noGrp="1"/>
          </p:cNvSpPr>
          <p:nvPr/>
        </p:nvSpPr>
        <p:spPr>
          <a:xfrm rot="0">
            <a:off x="8658198" y="3390900"/>
            <a:ext cx="417195" cy="167640"/>
          </a:xfrm>
          <a:prstGeom prst="rect">
            <a:avLst/>
          </a:prstGeom>
          <a:noFill/>
          <a:ln w="0">
            <a:noFill/>
            <a:prstDash val="solid"/>
          </a:ln>
        </p:spPr>
        <p:txBody>
          <a:bodyPr wrap="none" lIns="0" tIns="0" rIns="0" bIns="0" anchor="t">
            <a:noAutofit/>
          </a:bodyPr>
          <a:lstStyle>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a:pPr algn="ctr">
              <a:defRPr sz="1125" b="0">
                <a:solidFill>
                  <a:srgbClr val="000000"/>
                </a:solidFill>
                <a:latin typeface="Arial"/>
                <a:ea typeface="Arial"/>
                <a:cs typeface="Arial"/>
              </a:defRPr>
            </a:pPr>
            <a:r>
              <a:rPr sz="1125" b="0">
                <a:solidFill>
                  <a:srgbClr val="000000"/>
                </a:solidFill>
                <a:latin typeface="Arial"/>
                <a:ea typeface="Arial"/>
                <a:cs typeface="Arial"/>
              </a:rPr>
              <a:t>31 Dec</a:t>
            </a:r>
          </a:p>
        </p:txBody>
      </p:sp>
      <p:sp>
        <p:nvSpPr>
          <p:cNvPr id="24" name="a_pressure_legend">
            <a:extLst>
              <a:ext uri="{FF2B5EF4-FFF2-40B4-BE49-F238E27FC236}">
                <ns2:creationId id="{3C45D391-EC2A-4C1A-BE0D-25A481B7A31A}"/>
              </a:ext>
            </a:extLst>
          </p:cNvPr>
          <p:cNvSpPr>
            <a:spLocks noGrp="1"/>
          </p:cNvSpPr>
          <p:nvPr/>
        </p:nvSpPr>
        <p:spPr>
          <a:xfrm rot="0">
            <a:off x="493681" y="434340"/>
            <a:ext cx="1668780" cy="541020"/>
          </a:xfrm>
          <a:prstGeom prst="roundRect">
            <a:avLst>
              <a:gd name="adj" fmla="val 14085"/>
            </a:avLst>
          </a:prstGeom>
          <a:solidFill>
            <a:srgbClr val="FFFFFF">
              <a:alpha val="85000"/>
            </a:srgbClr>
          </a:solidFill>
          <a:ln w="6858">
            <a:solidFill>
              <a:srgbClr val="000000"/>
            </a:solidFill>
            <a:prstDash val="solid"/>
          </a:ln>
        </p:spPr>
      </p:sp>
      <p:sp>
        <p:nvSpPr>
          <p:cNvPr id="25" name="text_023">
            <a:extLst>
              <a:ext uri="{FF2B5EF4-FFF2-40B4-BE49-F238E27FC236}">
                <ns2:creationId id="{04C3210D-BE17-4BD8-9166-51B2AB2EA680}"/>
              </a:ext>
            </a:extLst>
          </p:cNvPr>
          <p:cNvSpPr>
            <a:spLocks noGrp="1"/>
          </p:cNvSpPr>
          <p:nvPr/>
        </p:nvSpPr>
        <p:spPr>
          <a:xfrm rot="0">
            <a:off x="584073" y="480060"/>
            <a:ext cx="1494949" cy="175260"/>
          </a:xfrm>
          <a:prstGeom prst="rect">
            <a:avLst/>
          </a:prstGeom>
          <a:noFill/>
          <a:ln w="0">
            <a:noFill/>
            <a:prstDash val="solid"/>
          </a:ln>
        </p:spPr>
        <p:txBody>
          <a:bodyPr wrap="none" lIns="0" tIns="0" rIns="0" bIns="0" anchor="t">
            <a:noAutofit/>
          </a:bodyPr>
          <a:lstStyle>
            <a:defPPr algn="l">
              <a:defRPr sz="1200" b="0">
                <a:solidFill>
                  <a:srgbClr val="000000"/>
                </a:solidFill>
                <a:latin typeface="Arial"/>
                <a:ea typeface="Arial"/>
                <a:cs typeface="Arial"/>
              </a:defRPr>
            </a:defPPr>
            <a:lvl1pPr algn="l">
              <a:defRPr sz="1200" b="0">
                <a:solidFill>
                  <a:srgbClr val="000000"/>
                </a:solidFill>
                <a:latin typeface="Arial"/>
                <a:ea typeface="Arial"/>
                <a:cs typeface="Arial"/>
              </a:defRPr>
            </a:lvl1pPr>
            <a:lvl2pPr algn="l">
              <a:defRPr sz="1200" b="0">
                <a:solidFill>
                  <a:srgbClr val="000000"/>
                </a:solidFill>
                <a:latin typeface="Arial"/>
                <a:ea typeface="Arial"/>
                <a:cs typeface="Arial"/>
              </a:defRPr>
            </a:lvl2pPr>
            <a:lvl3pPr algn="l">
              <a:defRPr sz="1200" b="0">
                <a:solidFill>
                  <a:srgbClr val="000000"/>
                </a:solidFill>
                <a:latin typeface="Arial"/>
                <a:ea typeface="Arial"/>
                <a:cs typeface="Arial"/>
              </a:defRPr>
            </a:lvl3pPr>
            <a:lvl4pPr algn="l">
              <a:defRPr sz="1200" b="0">
                <a:solidFill>
                  <a:srgbClr val="000000"/>
                </a:solidFill>
                <a:latin typeface="Arial"/>
                <a:ea typeface="Arial"/>
                <a:cs typeface="Arial"/>
              </a:defRPr>
            </a:lvl4pPr>
            <a:lvl5pPr algn="l">
              <a:defRPr sz="1200" b="0">
                <a:solidFill>
                  <a:srgbClr val="000000"/>
                </a:solidFill>
                <a:latin typeface="Arial"/>
                <a:ea typeface="Arial"/>
                <a:cs typeface="Arial"/>
              </a:defRPr>
            </a:lvl5pPr>
            <a:lvl6pPr algn="l">
              <a:defRPr sz="1200" b="0">
                <a:solidFill>
                  <a:srgbClr val="000000"/>
                </a:solidFill>
                <a:latin typeface="Arial"/>
                <a:ea typeface="Arial"/>
                <a:cs typeface="Arial"/>
              </a:defRPr>
            </a:lvl6pPr>
            <a:lvl7pPr algn="l">
              <a:defRPr sz="1200" b="0">
                <a:solidFill>
                  <a:srgbClr val="000000"/>
                </a:solidFill>
                <a:latin typeface="Arial"/>
                <a:ea typeface="Arial"/>
                <a:cs typeface="Arial"/>
              </a:defRPr>
            </a:lvl7pPr>
            <a:lvl8pPr algn="l">
              <a:defRPr sz="1200" b="0">
                <a:solidFill>
                  <a:srgbClr val="000000"/>
                </a:solidFill>
                <a:latin typeface="Arial"/>
                <a:ea typeface="Arial"/>
                <a:cs typeface="Arial"/>
              </a:defRPr>
            </a:lvl8pPr>
            <a:lvl9pPr algn="l">
              <a:defRPr sz="1200" b="0">
                <a:solidFill>
                  <a:srgbClr val="000000"/>
                </a:solidFill>
                <a:latin typeface="Arial"/>
                <a:ea typeface="Arial"/>
                <a:cs typeface="Arial"/>
              </a:defRPr>
            </a:lvl9pPr>
          </a:lstStyle>
          <a:p>
            <a:pPr algn="l">
              <a:defRPr sz="1200" b="0">
                <a:solidFill>
                  <a:srgbClr val="000000"/>
                </a:solidFill>
                <a:latin typeface="Arial"/>
                <a:ea typeface="Arial"/>
                <a:cs typeface="Arial"/>
              </a:defRPr>
            </a:pPr>
            <a:r>
              <a:rPr sz="1200" b="0">
                <a:solidFill>
                  <a:srgbClr val="000000"/>
                </a:solidFill>
                <a:latin typeface="Arial"/>
                <a:ea typeface="Arial"/>
                <a:cs typeface="Arial"/>
              </a:rPr>
              <a:t>MSLP anomaly [hPa]</a:t>
            </a:r>
          </a:p>
        </p:txBody>
      </p:sp>
      <p:pic>
        <p:nvPicPr>
          <p:cNvPr id="26" name="">
            <a:extLst>
              <a:ext uri="{FF2B5EF4-FFF2-40B4-BE49-F238E27FC236}">
                <ns2:creationId id="{3D662A5C-9D41-41F7-9BB0-EC0AD01895B4}"/>
              </a:ext>
            </a:extLst>
          </p:cNvPr>
          <p:cNvPicPr>
            <a:picLocks noChangeAspect="1"/>
          </p:cNvPicPr>
          <p:nvPr/>
        </p:nvPicPr>
        <p:blipFill>
          <a:blip r:embed="R40527520ab964fed"/>
          <a:stretch/>
        </p:blipFill>
        <p:spPr>
          <a:xfrm>
            <a:off x="591026" y="701040"/>
            <a:ext cx="1460182" cy="68580"/>
          </a:xfrm>
          <a:prstGeom prst="rect">
            <a:avLst/>
          </a:prstGeom>
        </p:spPr>
      </p:pic>
      <p:sp>
        <p:nvSpPr>
          <p:cNvPr id="27" name="text_025">
            <a:extLst>
              <a:ext uri="{FF2B5EF4-FFF2-40B4-BE49-F238E27FC236}">
                <ns2:creationId id="{5231693F-2C00-4A86-8100-C6A8E96301BB}"/>
              </a:ext>
            </a:extLst>
          </p:cNvPr>
          <p:cNvSpPr>
            <a:spLocks noGrp="1"/>
          </p:cNvSpPr>
          <p:nvPr/>
        </p:nvSpPr>
        <p:spPr>
          <a:xfrm rot="0">
            <a:off x="500634" y="777240"/>
            <a:ext cx="194691" cy="152400"/>
          </a:xfrm>
          <a:prstGeom prst="rect">
            <a:avLst/>
          </a:prstGeom>
          <a:noFill/>
          <a:ln w="0">
            <a:noFill/>
            <a:prstDash val="solid"/>
          </a:ln>
        </p:spPr>
        <p:txBody>
          <a:bodyPr wrap="none" lIns="0" tIns="0" rIns="0" bIns="0" anchor="t">
            <a:noAutofit/>
          </a:bodyPr>
          <a:lstStyle>
            <a:defPPr algn="ctr">
              <a:defRPr sz="1050" b="0">
                <a:solidFill>
                  <a:srgbClr val="000000"/>
                </a:solidFill>
                <a:latin typeface="Arial"/>
                <a:ea typeface="Arial"/>
                <a:cs typeface="Arial"/>
              </a:defRPr>
            </a:defPPr>
            <a:lvl1pPr algn="ctr">
              <a:defRPr sz="1050" b="0">
                <a:solidFill>
                  <a:srgbClr val="000000"/>
                </a:solidFill>
                <a:latin typeface="Arial"/>
                <a:ea typeface="Arial"/>
                <a:cs typeface="Arial"/>
              </a:defRPr>
            </a:lvl1pPr>
            <a:lvl2pPr algn="ctr">
              <a:defRPr sz="1050" b="0">
                <a:solidFill>
                  <a:srgbClr val="000000"/>
                </a:solidFill>
                <a:latin typeface="Arial"/>
                <a:ea typeface="Arial"/>
                <a:cs typeface="Arial"/>
              </a:defRPr>
            </a:lvl2pPr>
            <a:lvl3pPr algn="ctr">
              <a:defRPr sz="1050" b="0">
                <a:solidFill>
                  <a:srgbClr val="000000"/>
                </a:solidFill>
                <a:latin typeface="Arial"/>
                <a:ea typeface="Arial"/>
                <a:cs typeface="Arial"/>
              </a:defRPr>
            </a:lvl3pPr>
            <a:lvl4pPr algn="ctr">
              <a:defRPr sz="1050" b="0">
                <a:solidFill>
                  <a:srgbClr val="000000"/>
                </a:solidFill>
                <a:latin typeface="Arial"/>
                <a:ea typeface="Arial"/>
                <a:cs typeface="Arial"/>
              </a:defRPr>
            </a:lvl4pPr>
            <a:lvl5pPr algn="ctr">
              <a:defRPr sz="1050" b="0">
                <a:solidFill>
                  <a:srgbClr val="000000"/>
                </a:solidFill>
                <a:latin typeface="Arial"/>
                <a:ea typeface="Arial"/>
                <a:cs typeface="Arial"/>
              </a:defRPr>
            </a:lvl5pPr>
            <a:lvl6pPr algn="ctr">
              <a:defRPr sz="1050" b="0">
                <a:solidFill>
                  <a:srgbClr val="000000"/>
                </a:solidFill>
                <a:latin typeface="Arial"/>
                <a:ea typeface="Arial"/>
                <a:cs typeface="Arial"/>
              </a:defRPr>
            </a:lvl6pPr>
            <a:lvl7pPr algn="ctr">
              <a:defRPr sz="1050" b="0">
                <a:solidFill>
                  <a:srgbClr val="000000"/>
                </a:solidFill>
                <a:latin typeface="Arial"/>
                <a:ea typeface="Arial"/>
                <a:cs typeface="Arial"/>
              </a:defRPr>
            </a:lvl7pPr>
            <a:lvl8pPr algn="ctr">
              <a:defRPr sz="1050" b="0">
                <a:solidFill>
                  <a:srgbClr val="000000"/>
                </a:solidFill>
                <a:latin typeface="Arial"/>
                <a:ea typeface="Arial"/>
                <a:cs typeface="Arial"/>
              </a:defRPr>
            </a:lvl8pPr>
            <a:lvl9pPr algn="ctr">
              <a:defRPr sz="1050" b="0">
                <a:solidFill>
                  <a:srgbClr val="000000"/>
                </a:solidFill>
                <a:latin typeface="Arial"/>
                <a:ea typeface="Arial"/>
                <a:cs typeface="Arial"/>
              </a:defRPr>
            </a:lvl9pPr>
          </a:lstStyle>
          <a:p>
            <a:pPr algn="ctr">
              <a:defRPr sz="1050" b="0">
                <a:solidFill>
                  <a:srgbClr val="000000"/>
                </a:solidFill>
                <a:latin typeface="Arial"/>
                <a:ea typeface="Arial"/>
                <a:cs typeface="Arial"/>
              </a:defRPr>
            </a:pPr>
            <a:r>
              <a:rPr sz="1050" b="0">
                <a:solidFill>
                  <a:srgbClr val="000000"/>
                </a:solidFill>
                <a:latin typeface="Arial"/>
                <a:ea typeface="Arial"/>
                <a:cs typeface="Arial"/>
              </a:rPr>
              <a:t>-35</a:t>
            </a:r>
          </a:p>
        </p:txBody>
      </p:sp>
      <p:sp>
        <p:nvSpPr>
          <p:cNvPr id="28" name="text_026">
            <a:extLst>
              <a:ext uri="{FF2B5EF4-FFF2-40B4-BE49-F238E27FC236}">
                <ns2:creationId id="{95C96297-B0DB-4183-921C-1A94233A0D27}"/>
              </a:ext>
            </a:extLst>
          </p:cNvPr>
          <p:cNvSpPr>
            <a:spLocks noGrp="1"/>
          </p:cNvSpPr>
          <p:nvPr/>
        </p:nvSpPr>
        <p:spPr>
          <a:xfrm rot="0">
            <a:off x="1230725" y="777240"/>
            <a:ext cx="194691" cy="152400"/>
          </a:xfrm>
          <a:prstGeom prst="rect">
            <a:avLst/>
          </a:prstGeom>
          <a:noFill/>
          <a:ln w="0">
            <a:noFill/>
            <a:prstDash val="solid"/>
          </a:ln>
        </p:spPr>
        <p:txBody>
          <a:bodyPr wrap="none" lIns="0" tIns="0" rIns="0" bIns="0" anchor="t">
            <a:noAutofit/>
          </a:bodyPr>
          <a:lstStyle>
            <a:defPPr algn="ctr">
              <a:defRPr sz="1050" b="0">
                <a:solidFill>
                  <a:srgbClr val="000000"/>
                </a:solidFill>
                <a:latin typeface="Arial"/>
                <a:ea typeface="Arial"/>
                <a:cs typeface="Arial"/>
              </a:defRPr>
            </a:defPPr>
            <a:lvl1pPr algn="ctr">
              <a:defRPr sz="1050" b="0">
                <a:solidFill>
                  <a:srgbClr val="000000"/>
                </a:solidFill>
                <a:latin typeface="Arial"/>
                <a:ea typeface="Arial"/>
                <a:cs typeface="Arial"/>
              </a:defRPr>
            </a:lvl1pPr>
            <a:lvl2pPr algn="ctr">
              <a:defRPr sz="1050" b="0">
                <a:solidFill>
                  <a:srgbClr val="000000"/>
                </a:solidFill>
                <a:latin typeface="Arial"/>
                <a:ea typeface="Arial"/>
                <a:cs typeface="Arial"/>
              </a:defRPr>
            </a:lvl2pPr>
            <a:lvl3pPr algn="ctr">
              <a:defRPr sz="1050" b="0">
                <a:solidFill>
                  <a:srgbClr val="000000"/>
                </a:solidFill>
                <a:latin typeface="Arial"/>
                <a:ea typeface="Arial"/>
                <a:cs typeface="Arial"/>
              </a:defRPr>
            </a:lvl3pPr>
            <a:lvl4pPr algn="ctr">
              <a:defRPr sz="1050" b="0">
                <a:solidFill>
                  <a:srgbClr val="000000"/>
                </a:solidFill>
                <a:latin typeface="Arial"/>
                <a:ea typeface="Arial"/>
                <a:cs typeface="Arial"/>
              </a:defRPr>
            </a:lvl4pPr>
            <a:lvl5pPr algn="ctr">
              <a:defRPr sz="1050" b="0">
                <a:solidFill>
                  <a:srgbClr val="000000"/>
                </a:solidFill>
                <a:latin typeface="Arial"/>
                <a:ea typeface="Arial"/>
                <a:cs typeface="Arial"/>
              </a:defRPr>
            </a:lvl5pPr>
            <a:lvl6pPr algn="ctr">
              <a:defRPr sz="1050" b="0">
                <a:solidFill>
                  <a:srgbClr val="000000"/>
                </a:solidFill>
                <a:latin typeface="Arial"/>
                <a:ea typeface="Arial"/>
                <a:cs typeface="Arial"/>
              </a:defRPr>
            </a:lvl6pPr>
            <a:lvl7pPr algn="ctr">
              <a:defRPr sz="1050" b="0">
                <a:solidFill>
                  <a:srgbClr val="000000"/>
                </a:solidFill>
                <a:latin typeface="Arial"/>
                <a:ea typeface="Arial"/>
                <a:cs typeface="Arial"/>
              </a:defRPr>
            </a:lvl7pPr>
            <a:lvl8pPr algn="ctr">
              <a:defRPr sz="1050" b="0">
                <a:solidFill>
                  <a:srgbClr val="000000"/>
                </a:solidFill>
                <a:latin typeface="Arial"/>
                <a:ea typeface="Arial"/>
                <a:cs typeface="Arial"/>
              </a:defRPr>
            </a:lvl8pPr>
            <a:lvl9pPr algn="ctr">
              <a:defRPr sz="1050" b="0">
                <a:solidFill>
                  <a:srgbClr val="000000"/>
                </a:solidFill>
                <a:latin typeface="Arial"/>
                <a:ea typeface="Arial"/>
                <a:cs typeface="Arial"/>
              </a:defRPr>
            </a:lvl9pPr>
          </a:lstStyle>
          <a:p>
            <a:pPr algn="ctr">
              <a:defRPr sz="1050" b="0">
                <a:solidFill>
                  <a:srgbClr val="000000"/>
                </a:solidFill>
                <a:latin typeface="Arial"/>
                <a:ea typeface="Arial"/>
                <a:cs typeface="Arial"/>
              </a:defRPr>
            </a:pPr>
            <a:r>
              <a:rPr sz="1050" b="0">
                <a:solidFill>
                  <a:srgbClr val="000000"/>
                </a:solidFill>
                <a:latin typeface="Arial"/>
                <a:ea typeface="Arial"/>
                <a:cs typeface="Arial"/>
              </a:rPr>
              <a:t>0</a:t>
            </a:r>
          </a:p>
        </p:txBody>
      </p:sp>
      <p:sp>
        <p:nvSpPr>
          <p:cNvPr id="29" name="text_027">
            <a:extLst>
              <a:ext uri="{FF2B5EF4-FFF2-40B4-BE49-F238E27FC236}">
                <ns2:creationId id="{8677A8E2-F5B3-4E73-9355-7215C155999E}"/>
              </a:ext>
            </a:extLst>
          </p:cNvPr>
          <p:cNvSpPr>
            <a:spLocks noGrp="1"/>
          </p:cNvSpPr>
          <p:nvPr/>
        </p:nvSpPr>
        <p:spPr>
          <a:xfrm rot="0">
            <a:off x="1891284" y="777240"/>
            <a:ext cx="194691" cy="152400"/>
          </a:xfrm>
          <a:prstGeom prst="rect">
            <a:avLst/>
          </a:prstGeom>
          <a:noFill/>
          <a:ln w="0">
            <a:noFill/>
            <a:prstDash val="solid"/>
          </a:ln>
        </p:spPr>
        <p:txBody>
          <a:bodyPr wrap="none" lIns="0" tIns="0" rIns="0" bIns="0" anchor="t">
            <a:noAutofit/>
          </a:bodyPr>
          <a:lstStyle>
            <a:defPPr algn="ctr">
              <a:defRPr sz="1050" b="0">
                <a:solidFill>
                  <a:srgbClr val="000000"/>
                </a:solidFill>
                <a:latin typeface="Arial"/>
                <a:ea typeface="Arial"/>
                <a:cs typeface="Arial"/>
              </a:defRPr>
            </a:defPPr>
            <a:lvl1pPr algn="ctr">
              <a:defRPr sz="1050" b="0">
                <a:solidFill>
                  <a:srgbClr val="000000"/>
                </a:solidFill>
                <a:latin typeface="Arial"/>
                <a:ea typeface="Arial"/>
                <a:cs typeface="Arial"/>
              </a:defRPr>
            </a:lvl1pPr>
            <a:lvl2pPr algn="ctr">
              <a:defRPr sz="1050" b="0">
                <a:solidFill>
                  <a:srgbClr val="000000"/>
                </a:solidFill>
                <a:latin typeface="Arial"/>
                <a:ea typeface="Arial"/>
                <a:cs typeface="Arial"/>
              </a:defRPr>
            </a:lvl2pPr>
            <a:lvl3pPr algn="ctr">
              <a:defRPr sz="1050" b="0">
                <a:solidFill>
                  <a:srgbClr val="000000"/>
                </a:solidFill>
                <a:latin typeface="Arial"/>
                <a:ea typeface="Arial"/>
                <a:cs typeface="Arial"/>
              </a:defRPr>
            </a:lvl3pPr>
            <a:lvl4pPr algn="ctr">
              <a:defRPr sz="1050" b="0">
                <a:solidFill>
                  <a:srgbClr val="000000"/>
                </a:solidFill>
                <a:latin typeface="Arial"/>
                <a:ea typeface="Arial"/>
                <a:cs typeface="Arial"/>
              </a:defRPr>
            </a:lvl4pPr>
            <a:lvl5pPr algn="ctr">
              <a:defRPr sz="1050" b="0">
                <a:solidFill>
                  <a:srgbClr val="000000"/>
                </a:solidFill>
                <a:latin typeface="Arial"/>
                <a:ea typeface="Arial"/>
                <a:cs typeface="Arial"/>
              </a:defRPr>
            </a:lvl5pPr>
            <a:lvl6pPr algn="ctr">
              <a:defRPr sz="1050" b="0">
                <a:solidFill>
                  <a:srgbClr val="000000"/>
                </a:solidFill>
                <a:latin typeface="Arial"/>
                <a:ea typeface="Arial"/>
                <a:cs typeface="Arial"/>
              </a:defRPr>
            </a:lvl6pPr>
            <a:lvl7pPr algn="ctr">
              <a:defRPr sz="1050" b="0">
                <a:solidFill>
                  <a:srgbClr val="000000"/>
                </a:solidFill>
                <a:latin typeface="Arial"/>
                <a:ea typeface="Arial"/>
                <a:cs typeface="Arial"/>
              </a:defRPr>
            </a:lvl7pPr>
            <a:lvl8pPr algn="ctr">
              <a:defRPr sz="1050" b="0">
                <a:solidFill>
                  <a:srgbClr val="000000"/>
                </a:solidFill>
                <a:latin typeface="Arial"/>
                <a:ea typeface="Arial"/>
                <a:cs typeface="Arial"/>
              </a:defRPr>
            </a:lvl8pPr>
            <a:lvl9pPr algn="ctr">
              <a:defRPr sz="1050" b="0">
                <a:solidFill>
                  <a:srgbClr val="000000"/>
                </a:solidFill>
                <a:latin typeface="Arial"/>
                <a:ea typeface="Arial"/>
                <a:cs typeface="Arial"/>
              </a:defRPr>
            </a:lvl9pPr>
          </a:lstStyle>
          <a:p>
            <a:pPr algn="ctr">
              <a:defRPr sz="1050" b="0">
                <a:solidFill>
                  <a:srgbClr val="000000"/>
                </a:solidFill>
                <a:latin typeface="Arial"/>
                <a:ea typeface="Arial"/>
                <a:cs typeface="Arial"/>
              </a:defRPr>
            </a:pPr>
            <a:r>
              <a:rPr sz="1050" b="0">
                <a:solidFill>
                  <a:srgbClr val="000000"/>
                </a:solidFill>
                <a:latin typeface="Arial"/>
                <a:ea typeface="Arial"/>
                <a:cs typeface="Arial"/>
              </a:rPr>
              <a:t>35</a:t>
            </a:r>
          </a:p>
        </p:txBody>
      </p:sp>
      <p:sp>
        <p:nvSpPr>
          <p:cNvPr id="30" name="a_event_guide_0">
            <a:extLst>
              <a:ext uri="{FF2B5EF4-FFF2-40B4-BE49-F238E27FC236}">
                <ns2:creationId id="{944095C7-56E0-44C0-B64D-AD9669AA9425}"/>
              </a:ext>
            </a:extLst>
          </p:cNvPr>
          <p:cNvSpPr>
            <a:spLocks noGrp="1"/>
          </p:cNvSpPr>
          <p:nvPr/>
        </p:nvSpPr>
        <p:spPr>
          <a:xfrm>
            <a:off x="1165510" y="320040"/>
            <a:ext cx="95" cy="2971800"/>
          </a:xfrm>
          <a:custGeom>
            <a:pathLst>
              <a:path w="95" h="2971800">
                <a:moveTo>
                  <a:pt x="0" y="0"/>
                </a:moveTo>
                <a:lnTo>
                  <a:pt x="0" y="2971800"/>
                </a:lnTo>
              </a:path>
            </a:pathLst>
          </a:custGeom>
          <a:noFill/>
          <a:ln w="8573">
            <a:solidFill>
              <a:srgbClr val="000000"/>
            </a:solidFill>
            <a:prstDash val="dash"/>
          </a:ln>
        </p:spPr>
      </p:sp>
      <p:sp>
        <p:nvSpPr>
          <p:cNvPr id="31" name="a_event_box_0">
            <a:extLst>
              <a:ext uri="{FF2B5EF4-FFF2-40B4-BE49-F238E27FC236}">
                <ns2:creationId id="{81730220-0084-4CAE-8AD7-C517E7BD4023}"/>
              </a:ext>
            </a:extLst>
          </p:cNvPr>
          <p:cNvSpPr>
            <a:spLocks noGrp="1"/>
          </p:cNvSpPr>
          <p:nvPr/>
        </p:nvSpPr>
        <p:spPr>
          <a:xfrm rot="0">
            <a:off x="869156" y="2240280"/>
            <a:ext cx="1119473" cy="228600"/>
          </a:xfrm>
          <a:prstGeom prst="roundRect">
            <a:avLst>
              <a:gd name="adj" fmla="val 33333"/>
            </a:avLst>
          </a:prstGeom>
          <a:solidFill>
            <a:srgbClr val="FFFFFF">
              <a:alpha val="88000"/>
            </a:srgbClr>
          </a:solidFill>
          <a:ln w="6858">
            <a:solidFill>
              <a:srgbClr val="000000"/>
            </a:solidFill>
            <a:prstDash val="solid"/>
          </a:ln>
        </p:spPr>
      </p:sp>
      <p:sp>
        <p:nvSpPr>
          <p:cNvPr id="32" name="text_030">
            <a:extLst>
              <a:ext uri="{FF2B5EF4-FFF2-40B4-BE49-F238E27FC236}">
                <ns2:creationId id="{12F91A2C-0BB5-4978-95A6-69779907395B}"/>
              </a:ext>
            </a:extLst>
          </p:cNvPr>
          <p:cNvSpPr>
            <a:spLocks noGrp="1"/>
          </p:cNvSpPr>
          <p:nvPr/>
        </p:nvSpPr>
        <p:spPr>
          <a:xfrm rot="0">
            <a:off x="931735" y="2278380"/>
            <a:ext cx="994315" cy="190500"/>
          </a:xfrm>
          <a:prstGeom prst="rect">
            <a:avLst/>
          </a:prstGeom>
          <a:noFill/>
          <a:ln w="0">
            <a:noFill/>
            <a:prstDash val="solid"/>
          </a:ln>
        </p:spPr>
        <p:txBody>
          <a:bodyPr wrap="none" lIns="0" tIns="0" rIns="0" bIns="0" anchor="t">
            <a:noAutofit/>
          </a:bodyPr>
          <a:lstStyle>
            <a:defPPr algn="l">
              <a:defRPr sz="1125" b="0">
                <a:solidFill>
                  <a:srgbClr val="000000"/>
                </a:solidFill>
                <a:latin typeface="Arial"/>
                <a:ea typeface="Arial"/>
                <a:cs typeface="Arial"/>
              </a:defRPr>
            </a:defPPr>
            <a:lvl1pPr algn="l">
              <a:defRPr sz="1125" b="0">
                <a:solidFill>
                  <a:srgbClr val="000000"/>
                </a:solidFill>
                <a:latin typeface="Arial"/>
                <a:ea typeface="Arial"/>
                <a:cs typeface="Arial"/>
              </a:defRPr>
            </a:lvl1pPr>
            <a:lvl2pPr algn="l">
              <a:defRPr sz="1125" b="0">
                <a:solidFill>
                  <a:srgbClr val="000000"/>
                </a:solidFill>
                <a:latin typeface="Arial"/>
                <a:ea typeface="Arial"/>
                <a:cs typeface="Arial"/>
              </a:defRPr>
            </a:lvl2pPr>
            <a:lvl3pPr algn="l">
              <a:defRPr sz="1125" b="0">
                <a:solidFill>
                  <a:srgbClr val="000000"/>
                </a:solidFill>
                <a:latin typeface="Arial"/>
                <a:ea typeface="Arial"/>
                <a:cs typeface="Arial"/>
              </a:defRPr>
            </a:lvl3pPr>
            <a:lvl4pPr algn="l">
              <a:defRPr sz="1125" b="0">
                <a:solidFill>
                  <a:srgbClr val="000000"/>
                </a:solidFill>
                <a:latin typeface="Arial"/>
                <a:ea typeface="Arial"/>
                <a:cs typeface="Arial"/>
              </a:defRPr>
            </a:lvl4pPr>
            <a:lvl5pPr algn="l">
              <a:defRPr sz="1125" b="0">
                <a:solidFill>
                  <a:srgbClr val="000000"/>
                </a:solidFill>
                <a:latin typeface="Arial"/>
                <a:ea typeface="Arial"/>
                <a:cs typeface="Arial"/>
              </a:defRPr>
            </a:lvl5pPr>
            <a:lvl6pPr algn="l">
              <a:defRPr sz="1125" b="0">
                <a:solidFill>
                  <a:srgbClr val="000000"/>
                </a:solidFill>
                <a:latin typeface="Arial"/>
                <a:ea typeface="Arial"/>
                <a:cs typeface="Arial"/>
              </a:defRPr>
            </a:lvl6pPr>
            <a:lvl7pPr algn="l">
              <a:defRPr sz="1125" b="0">
                <a:solidFill>
                  <a:srgbClr val="000000"/>
                </a:solidFill>
                <a:latin typeface="Arial"/>
                <a:ea typeface="Arial"/>
                <a:cs typeface="Arial"/>
              </a:defRPr>
            </a:lvl7pPr>
            <a:lvl8pPr algn="l">
              <a:defRPr sz="1125" b="0">
                <a:solidFill>
                  <a:srgbClr val="000000"/>
                </a:solidFill>
                <a:latin typeface="Arial"/>
                <a:ea typeface="Arial"/>
                <a:cs typeface="Arial"/>
              </a:defRPr>
            </a:lvl8pPr>
            <a:lvl9pPr algn="l">
              <a:defRPr sz="1125" b="0">
                <a:solidFill>
                  <a:srgbClr val="000000"/>
                </a:solidFill>
                <a:latin typeface="Arial"/>
                <a:ea typeface="Arial"/>
                <a:cs typeface="Arial"/>
              </a:defRPr>
            </a:lvl9pPr>
          </a:lstStyle>
          <a:p>
            <a:pPr algn="l">
              <a:defRPr sz="1125" b="0">
                <a:solidFill>
                  <a:srgbClr val="000000"/>
                </a:solidFill>
                <a:latin typeface="Arial"/>
                <a:ea typeface="Arial"/>
                <a:cs typeface="Arial"/>
              </a:defRPr>
            </a:pPr>
            <a:r>
              <a:rPr sz="1125" b="0">
                <a:solidFill>
                  <a:srgbClr val="000000"/>
                </a:solidFill>
                <a:latin typeface="Arial"/>
                <a:ea typeface="Arial"/>
                <a:cs typeface="Arial"/>
              </a:rPr>
              <a:t>Cyclone Anatol</a:t>
            </a:r>
          </a:p>
        </p:txBody>
      </p:sp>
      <p:sp>
        <p:nvSpPr>
          <p:cNvPr id="33" name="line_031">
            <a:extLst>
              <a:ext uri="{FF2B5EF4-FFF2-40B4-BE49-F238E27FC236}">
                <ns2:creationId id="{8B02F5F3-0ABA-4100-992F-5FDAB720A4F0}"/>
              </a:ext>
            </a:extLst>
          </p:cNvPr>
          <p:cNvSpPr>
            <a:spLocks noGrp="1"/>
          </p:cNvSpPr>
          <p:nvPr/>
        </p:nvSpPr>
        <p:spPr>
          <a:xfrm>
            <a:off x="1165510" y="1781147"/>
            <a:ext cx="95" cy="459133"/>
          </a:xfrm>
          <a:custGeom>
            <a:pathLst>
              <a:path w="95" h="459133">
                <a:moveTo>
                  <a:pt x="0" y="459133"/>
                </a:moveTo>
                <a:lnTo>
                  <a:pt x="0" y="0"/>
                </a:lnTo>
              </a:path>
            </a:pathLst>
          </a:custGeom>
          <a:noFill/>
          <a:ln w="9430">
            <a:solidFill>
              <a:srgbClr val="000000"/>
            </a:solidFill>
            <a:prstDash val="solid"/>
          </a:ln>
        </p:spPr>
      </p:sp>
      <p:sp>
        <p:nvSpPr>
          <p:cNvPr id="34" name="line_032">
            <a:extLst>
              <a:ext uri="{FF2B5EF4-FFF2-40B4-BE49-F238E27FC236}">
                <ns2:creationId id="{035552C5-0259-4772-8F7A-2B8F53EB5FE2}"/>
              </a:ext>
            </a:extLst>
          </p:cNvPr>
          <p:cNvSpPr>
            <a:spLocks noGrp="1"/>
          </p:cNvSpPr>
          <p:nvPr/>
        </p:nvSpPr>
        <p:spPr>
          <a:xfrm>
            <a:off x="1144651" y="1781147"/>
            <a:ext cx="20860" cy="53340"/>
          </a:xfrm>
          <a:custGeom>
            <a:pathLst>
              <a:path w="20860" h="53340">
                <a:moveTo>
                  <a:pt x="0" y="53340"/>
                </a:moveTo>
                <a:lnTo>
                  <a:pt x="20860" y="0"/>
                </a:lnTo>
              </a:path>
            </a:pathLst>
          </a:custGeom>
          <a:noFill/>
          <a:ln w="9430">
            <a:solidFill>
              <a:srgbClr val="000000"/>
            </a:solidFill>
            <a:prstDash val="solid"/>
          </a:ln>
        </p:spPr>
      </p:sp>
      <p:sp>
        <p:nvSpPr>
          <p:cNvPr id="35" name="line_033">
            <a:extLst>
              <a:ext uri="{FF2B5EF4-FFF2-40B4-BE49-F238E27FC236}">
                <ns2:creationId id="{0E3546DA-1710-4474-9DF2-400F4983EC21}"/>
              </a:ext>
            </a:extLst>
          </p:cNvPr>
          <p:cNvSpPr>
            <a:spLocks noGrp="1"/>
          </p:cNvSpPr>
          <p:nvPr/>
        </p:nvSpPr>
        <p:spPr>
          <a:xfrm>
            <a:off x="1165510" y="1781147"/>
            <a:ext cx="20860" cy="53340"/>
          </a:xfrm>
          <a:custGeom>
            <a:pathLst>
              <a:path w="20860" h="53340">
                <a:moveTo>
                  <a:pt x="20860" y="53340"/>
                </a:moveTo>
                <a:lnTo>
                  <a:pt x="0" y="0"/>
                </a:lnTo>
              </a:path>
            </a:pathLst>
          </a:custGeom>
          <a:noFill/>
          <a:ln w="9430">
            <a:solidFill>
              <a:srgbClr val="000000"/>
            </a:solidFill>
            <a:prstDash val="solid"/>
          </a:ln>
        </p:spPr>
      </p:sp>
      <p:sp>
        <p:nvSpPr>
          <p:cNvPr id="36" name="path_034">
            <a:extLst>
              <a:ext uri="{FF2B5EF4-FFF2-40B4-BE49-F238E27FC236}">
                <ns2:creationId id="{78999037-89A1-47A7-B108-E986762A10AB}"/>
              </a:ext>
            </a:extLst>
          </p:cNvPr>
          <p:cNvSpPr>
            <a:spLocks noGrp="1"/>
          </p:cNvSpPr>
          <p:nvPr/>
        </p:nvSpPr>
        <p:spPr>
          <a:xfrm>
            <a:off x="1165510" y="3383280"/>
            <a:ext cx="68691" cy="712470"/>
          </a:xfrm>
          <a:custGeom>
            <a:pathLst>
              <a:path w="68691" h="712470">
                <a:moveTo>
                  <a:pt x="0" y="0"/>
                </a:moveTo>
                <a:lnTo>
                  <a:pt x="0" y="243840"/>
                </a:lnTo>
                <a:lnTo>
                  <a:pt x="68691" y="243840"/>
                </a:lnTo>
                <a:lnTo>
                  <a:pt x="68691" y="712470"/>
                </a:lnTo>
              </a:path>
            </a:pathLst>
          </a:custGeom>
          <a:noFill/>
          <a:ln w="6858">
            <a:solidFill>
              <a:srgbClr val="8B8B8B"/>
            </a:solidFill>
            <a:prstDash val="solid"/>
          </a:ln>
        </p:spPr>
      </p:sp>
      <p:pic>
        <p:nvPicPr>
          <p:cNvPr id="37" name="">
            <a:extLst>
              <a:ext uri="{FF2B5EF4-FFF2-40B4-BE49-F238E27FC236}">
                <ns2:creationId id="{CF1E618A-C13F-4FAD-8544-E9B5CEF5C665}"/>
              </a:ext>
            </a:extLst>
          </p:cNvPr>
          <p:cNvPicPr>
            <a:picLocks noChangeAspect="1"/>
          </p:cNvPicPr>
          <p:nvPr/>
        </p:nvPicPr>
        <p:blipFill>
          <a:blip r:embed="R6a76214cd59f4e21"/>
          <a:stretch/>
        </p:blipFill>
        <p:spPr>
          <a:xfrm>
            <a:off x="451961" y="4095750"/>
            <a:ext cx="1564481" cy="1609969"/>
          </a:xfrm>
          <a:prstGeom prst="rect">
            <a:avLst/>
          </a:prstGeom>
        </p:spPr>
      </p:pic>
      <p:sp>
        <p:nvSpPr>
          <p:cNvPr id="38" name="rect_036">
            <a:extLst>
              <a:ext uri="{FF2B5EF4-FFF2-40B4-BE49-F238E27FC236}">
                <ns2:creationId id="{75DC5950-B433-422F-B23D-D5CE147DAC71}"/>
              </a:ext>
            </a:extLst>
          </p:cNvPr>
          <p:cNvSpPr>
            <a:spLocks noGrp="1"/>
          </p:cNvSpPr>
          <p:nvPr/>
        </p:nvSpPr>
        <p:spPr>
          <a:xfrm rot="0">
            <a:off x="451961" y="4095750"/>
            <a:ext cx="1564481" cy="1609969"/>
          </a:xfrm>
          <a:prstGeom prst="rect">
            <a:avLst/>
          </a:prstGeom>
          <a:noFill/>
          <a:ln w="7715">
            <a:solidFill>
              <a:srgbClr val="000000"/>
            </a:solidFill>
            <a:prstDash val="solid"/>
          </a:ln>
        </p:spPr>
      </p:sp>
      <p:sp>
        <p:nvSpPr>
          <p:cNvPr id="39" name="text_037">
            <a:extLst>
              <a:ext uri="{FF2B5EF4-FFF2-40B4-BE49-F238E27FC236}">
                <ns2:creationId id="{8FA85EBF-B5CA-4E51-BCC8-6C349FB44B7E}"/>
              </a:ext>
            </a:extLst>
          </p:cNvPr>
          <p:cNvSpPr>
            <a:spLocks noGrp="1"/>
          </p:cNvSpPr>
          <p:nvPr/>
        </p:nvSpPr>
        <p:spPr>
          <a:xfrm rot="0">
            <a:off x="389382" y="5768298"/>
            <a:ext cx="1689640" cy="238125"/>
          </a:xfrm>
          <a:prstGeom prst="rect">
            <a:avLst/>
          </a:prstGeom>
          <a:noFill/>
          <a:ln w="0">
            <a:noFill/>
            <a:prstDash val="solid"/>
          </a:ln>
        </p:spPr>
        <p:txBody>
          <a:bodyPr wrap="none" lIns="0" tIns="0" rIns="0" bIns="0" anchor="t">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1999-12-03 18:00</a:t>
            </a:r>
          </a:p>
        </p:txBody>
      </p:sp>
      <p:sp>
        <p:nvSpPr>
          <p:cNvPr id="40" name="line_038">
            <a:extLst>
              <a:ext uri="{FF2B5EF4-FFF2-40B4-BE49-F238E27FC236}">
                <ns2:creationId id="{6346F462-C813-41E9-96E3-3F27D71B0C4F}"/>
              </a:ext>
            </a:extLst>
          </p:cNvPr>
          <p:cNvSpPr>
            <a:spLocks noGrp="1"/>
          </p:cNvSpPr>
          <p:nvPr/>
        </p:nvSpPr>
        <p:spPr>
          <a:xfrm>
            <a:off x="1190561" y="4514541"/>
            <a:ext cx="342707" cy="115258"/>
          </a:xfrm>
          <a:custGeom>
            <a:pathLst>
              <a:path w="342707" h="115258">
                <a:moveTo>
                  <a:pt x="0" y="0"/>
                </a:moveTo>
                <a:lnTo>
                  <a:pt x="342707" y="115258"/>
                </a:lnTo>
              </a:path>
            </a:pathLst>
          </a:custGeom>
          <a:noFill/>
          <a:ln w="13716">
            <a:solidFill>
              <a:srgbClr val="333333"/>
            </a:solidFill>
            <a:prstDash val="solid"/>
          </a:ln>
        </p:spPr>
      </p:sp>
      <p:sp>
        <p:nvSpPr>
          <p:cNvPr id="41" name="line_039">
            <a:extLst>
              <a:ext uri="{FF2B5EF4-FFF2-40B4-BE49-F238E27FC236}">
                <ns2:creationId id="{C0E1C947-2385-4F51-99CF-EFF4CF44DF02}"/>
              </a:ext>
            </a:extLst>
          </p:cNvPr>
          <p:cNvSpPr>
            <a:spLocks noGrp="1"/>
          </p:cNvSpPr>
          <p:nvPr/>
        </p:nvSpPr>
        <p:spPr>
          <a:xfrm>
            <a:off x="1493784" y="4594511"/>
            <a:ext cx="39484" cy="35287"/>
          </a:xfrm>
          <a:custGeom>
            <a:pathLst>
              <a:path w="39484" h="35287">
                <a:moveTo>
                  <a:pt x="0" y="0"/>
                </a:moveTo>
                <a:lnTo>
                  <a:pt x="39484" y="35287"/>
                </a:lnTo>
              </a:path>
            </a:pathLst>
          </a:custGeom>
          <a:noFill/>
          <a:ln w="13716">
            <a:solidFill>
              <a:srgbClr val="333333"/>
            </a:solidFill>
            <a:prstDash val="solid"/>
          </a:ln>
        </p:spPr>
      </p:sp>
      <p:sp>
        <p:nvSpPr>
          <p:cNvPr id="42" name="line_040">
            <a:extLst>
              <a:ext uri="{FF2B5EF4-FFF2-40B4-BE49-F238E27FC236}">
                <ns2:creationId id="{F9422713-AAFB-40A9-81F4-453D2FE871E2}"/>
              </a:ext>
            </a:extLst>
          </p:cNvPr>
          <p:cNvSpPr>
            <a:spLocks noGrp="1"/>
          </p:cNvSpPr>
          <p:nvPr/>
        </p:nvSpPr>
        <p:spPr>
          <a:xfrm>
            <a:off x="1480485" y="4629798"/>
            <a:ext cx="52783" cy="4256"/>
          </a:xfrm>
          <a:custGeom>
            <a:pathLst>
              <a:path w="52783" h="4256">
                <a:moveTo>
                  <a:pt x="0" y="4256"/>
                </a:moveTo>
                <a:lnTo>
                  <a:pt x="52783" y="0"/>
                </a:lnTo>
              </a:path>
            </a:pathLst>
          </a:custGeom>
          <a:noFill/>
          <a:ln w="13716">
            <a:solidFill>
              <a:srgbClr val="333333"/>
            </a:solidFill>
            <a:prstDash val="solid"/>
          </a:ln>
        </p:spPr>
      </p:sp>
      <p:sp>
        <p:nvSpPr>
          <p:cNvPr id="43" name="text_041">
            <a:extLst>
              <a:ext uri="{FF2B5EF4-FFF2-40B4-BE49-F238E27FC236}">
                <ns2:creationId id="{42946281-4C43-4EB6-B9C6-AF43FBD21B74}"/>
              </a:ext>
            </a:extLst>
          </p:cNvPr>
          <p:cNvSpPr>
            <a:spLocks noGrp="1"/>
          </p:cNvSpPr>
          <p:nvPr/>
        </p:nvSpPr>
        <p:spPr>
          <a:xfrm rot="0">
            <a:off x="1561081" y="4553312"/>
            <a:ext cx="139065" cy="166878"/>
          </a:xfrm>
          <a:prstGeom prst="rect">
            <a:avLst/>
          </a:prstGeom>
          <a:noFill/>
          <a:ln w="0">
            <a:noFill/>
            <a:prstDash val="solid"/>
          </a:ln>
        </p:spPr>
        <p:txBody>
          <a:bodyPr wrap="none" lIns="0" tIns="0" rIns="0" bIns="0" anchor="t">
            <a:noAutofit/>
          </a:bodyPr>
          <a:lstStyle>
            <a:defPPr algn="l">
              <a:defRPr sz="1275" b="1">
                <a:solidFill>
                  <a:srgbClr val="000000"/>
                </a:solidFill>
                <a:latin typeface="Arial"/>
                <a:ea typeface="Arial"/>
                <a:cs typeface="Arial"/>
              </a:defRPr>
            </a:defPPr>
            <a:lvl1pPr algn="l">
              <a:defRPr sz="1275" b="1">
                <a:solidFill>
                  <a:srgbClr val="000000"/>
                </a:solidFill>
                <a:latin typeface="Arial"/>
                <a:ea typeface="Arial"/>
                <a:cs typeface="Arial"/>
              </a:defRPr>
            </a:lvl1pPr>
            <a:lvl2pPr algn="l">
              <a:defRPr sz="1275" b="1">
                <a:solidFill>
                  <a:srgbClr val="000000"/>
                </a:solidFill>
                <a:latin typeface="Arial"/>
                <a:ea typeface="Arial"/>
                <a:cs typeface="Arial"/>
              </a:defRPr>
            </a:lvl2pPr>
            <a:lvl3pPr algn="l">
              <a:defRPr sz="1275" b="1">
                <a:solidFill>
                  <a:srgbClr val="000000"/>
                </a:solidFill>
                <a:latin typeface="Arial"/>
                <a:ea typeface="Arial"/>
                <a:cs typeface="Arial"/>
              </a:defRPr>
            </a:lvl3pPr>
            <a:lvl4pPr algn="l">
              <a:defRPr sz="1275" b="1">
                <a:solidFill>
                  <a:srgbClr val="000000"/>
                </a:solidFill>
                <a:latin typeface="Arial"/>
                <a:ea typeface="Arial"/>
                <a:cs typeface="Arial"/>
              </a:defRPr>
            </a:lvl4pPr>
            <a:lvl5pPr algn="l">
              <a:defRPr sz="1275" b="1">
                <a:solidFill>
                  <a:srgbClr val="000000"/>
                </a:solidFill>
                <a:latin typeface="Arial"/>
                <a:ea typeface="Arial"/>
                <a:cs typeface="Arial"/>
              </a:defRPr>
            </a:lvl5pPr>
            <a:lvl6pPr algn="l">
              <a:defRPr sz="1275" b="1">
                <a:solidFill>
                  <a:srgbClr val="000000"/>
                </a:solidFill>
                <a:latin typeface="Arial"/>
                <a:ea typeface="Arial"/>
                <a:cs typeface="Arial"/>
              </a:defRPr>
            </a:lvl6pPr>
            <a:lvl7pPr algn="l">
              <a:defRPr sz="1275" b="1">
                <a:solidFill>
                  <a:srgbClr val="000000"/>
                </a:solidFill>
                <a:latin typeface="Arial"/>
                <a:ea typeface="Arial"/>
                <a:cs typeface="Arial"/>
              </a:defRPr>
            </a:lvl7pPr>
            <a:lvl8pPr algn="l">
              <a:defRPr sz="1275" b="1">
                <a:solidFill>
                  <a:srgbClr val="000000"/>
                </a:solidFill>
                <a:latin typeface="Arial"/>
                <a:ea typeface="Arial"/>
                <a:cs typeface="Arial"/>
              </a:defRPr>
            </a:lvl8pPr>
            <a:lvl9pPr algn="l">
              <a:defRPr sz="1275" b="1">
                <a:solidFill>
                  <a:srgbClr val="000000"/>
                </a:solidFill>
                <a:latin typeface="Arial"/>
                <a:ea typeface="Arial"/>
                <a:cs typeface="Arial"/>
              </a:defRPr>
            </a:lvl9pPr>
          </a:lstStyle>
          <a:p>
            <a:pPr algn="l">
              <a:defRPr sz="1275" b="1">
                <a:solidFill>
                  <a:srgbClr val="000000"/>
                </a:solidFill>
                <a:latin typeface="Arial"/>
                <a:ea typeface="Arial"/>
                <a:cs typeface="Arial"/>
              </a:defRPr>
            </a:pPr>
            <a:r>
              <a:rPr sz="1275" b="1">
                <a:solidFill>
                  <a:srgbClr val="000000"/>
                </a:solidFill>
                <a:latin typeface="Arial"/>
                <a:ea typeface="Arial"/>
                <a:cs typeface="Arial"/>
              </a:rPr>
              <a:t>d</a:t>
            </a:r>
          </a:p>
        </p:txBody>
      </p:sp>
      <p:sp>
        <p:nvSpPr>
          <p:cNvPr id="44" name="a_event_guide_1">
            <a:extLst>
              <a:ext uri="{FF2B5EF4-FFF2-40B4-BE49-F238E27FC236}">
                <ns2:creationId id="{891A9FE9-EEAC-4622-8B73-251F0D831C4D}"/>
              </a:ext>
            </a:extLst>
          </p:cNvPr>
          <p:cNvSpPr>
            <a:spLocks noGrp="1"/>
          </p:cNvSpPr>
          <p:nvPr/>
        </p:nvSpPr>
        <p:spPr>
          <a:xfrm>
            <a:off x="5157461" y="320040"/>
            <a:ext cx="95" cy="2971800"/>
          </a:xfrm>
          <a:custGeom>
            <a:pathLst>
              <a:path w="95" h="2971800">
                <a:moveTo>
                  <a:pt x="0" y="0"/>
                </a:moveTo>
                <a:lnTo>
                  <a:pt x="0" y="2971800"/>
                </a:lnTo>
              </a:path>
            </a:pathLst>
          </a:custGeom>
          <a:noFill/>
          <a:ln w="8573">
            <a:solidFill>
              <a:srgbClr val="000000"/>
            </a:solidFill>
            <a:prstDash val="dash"/>
          </a:ln>
        </p:spPr>
      </p:sp>
      <p:sp>
        <p:nvSpPr>
          <p:cNvPr id="45" name="a_event_box_1">
            <a:extLst>
              <a:ext uri="{FF2B5EF4-FFF2-40B4-BE49-F238E27FC236}">
                <ns2:creationId id="{41CAA042-62B8-46BC-BFBA-93949032D664}"/>
              </a:ext>
            </a:extLst>
          </p:cNvPr>
          <p:cNvSpPr>
            <a:spLocks noGrp="1"/>
          </p:cNvSpPr>
          <p:nvPr/>
        </p:nvSpPr>
        <p:spPr>
          <a:xfrm rot="0">
            <a:off x="3998119" y="792480"/>
            <a:ext cx="2009489" cy="400050"/>
          </a:xfrm>
          <a:prstGeom prst="roundRect">
            <a:avLst>
              <a:gd name="adj" fmla="val 19048"/>
            </a:avLst>
          </a:prstGeom>
          <a:solidFill>
            <a:srgbClr val="FFFFFF">
              <a:alpha val="88000"/>
            </a:srgbClr>
          </a:solidFill>
          <a:ln w="6858">
            <a:solidFill>
              <a:srgbClr val="000000"/>
            </a:solidFill>
            <a:prstDash val="solid"/>
          </a:ln>
        </p:spPr>
      </p:sp>
      <p:sp>
        <p:nvSpPr>
          <p:cNvPr id="46" name="text_044">
            <a:extLst>
              <a:ext uri="{FF2B5EF4-FFF2-40B4-BE49-F238E27FC236}">
                <ns2:creationId id="{D05CA193-A138-4353-8C40-B11790CBE7D3}"/>
              </a:ext>
            </a:extLst>
          </p:cNvPr>
          <p:cNvSpPr>
            <a:spLocks noGrp="1"/>
          </p:cNvSpPr>
          <p:nvPr/>
        </p:nvSpPr>
        <p:spPr>
          <a:xfrm rot="0">
            <a:off x="4060698" y="821055"/>
            <a:ext cx="1884331" cy="371475"/>
          </a:xfrm>
          <a:prstGeom prst="rect">
            <a:avLst/>
          </a:prstGeom>
          <a:noFill/>
          <a:ln w="0">
            <a:noFill/>
            <a:prstDash val="solid"/>
          </a:ln>
        </p:spPr>
        <p:txBody>
          <a:bodyPr wrap="none" lIns="0" tIns="0" rIns="0" bIns="0" anchor="t">
            <a:noAutofit/>
          </a:bodyPr>
          <a:lstStyle>
            <a:defPPr algn="l">
              <a:defRPr sz="1125" b="0">
                <a:solidFill>
                  <a:srgbClr val="000000"/>
                </a:solidFill>
                <a:latin typeface="Arial"/>
                <a:ea typeface="Arial"/>
                <a:cs typeface="Arial"/>
              </a:defRPr>
            </a:defPPr>
            <a:lvl1pPr algn="l">
              <a:defRPr sz="1125" b="0">
                <a:solidFill>
                  <a:srgbClr val="000000"/>
                </a:solidFill>
                <a:latin typeface="Arial"/>
                <a:ea typeface="Arial"/>
                <a:cs typeface="Arial"/>
              </a:defRPr>
            </a:lvl1pPr>
            <a:lvl2pPr algn="l">
              <a:defRPr sz="1125" b="0">
                <a:solidFill>
                  <a:srgbClr val="000000"/>
                </a:solidFill>
                <a:latin typeface="Arial"/>
                <a:ea typeface="Arial"/>
                <a:cs typeface="Arial"/>
              </a:defRPr>
            </a:lvl2pPr>
            <a:lvl3pPr algn="l">
              <a:defRPr sz="1125" b="0">
                <a:solidFill>
                  <a:srgbClr val="000000"/>
                </a:solidFill>
                <a:latin typeface="Arial"/>
                <a:ea typeface="Arial"/>
                <a:cs typeface="Arial"/>
              </a:defRPr>
            </a:lvl3pPr>
            <a:lvl4pPr algn="l">
              <a:defRPr sz="1125" b="0">
                <a:solidFill>
                  <a:srgbClr val="000000"/>
                </a:solidFill>
                <a:latin typeface="Arial"/>
                <a:ea typeface="Arial"/>
                <a:cs typeface="Arial"/>
              </a:defRPr>
            </a:lvl4pPr>
            <a:lvl5pPr algn="l">
              <a:defRPr sz="1125" b="0">
                <a:solidFill>
                  <a:srgbClr val="000000"/>
                </a:solidFill>
                <a:latin typeface="Arial"/>
                <a:ea typeface="Arial"/>
                <a:cs typeface="Arial"/>
              </a:defRPr>
            </a:lvl5pPr>
            <a:lvl6pPr algn="l">
              <a:defRPr sz="1125" b="0">
                <a:solidFill>
                  <a:srgbClr val="000000"/>
                </a:solidFill>
                <a:latin typeface="Arial"/>
                <a:ea typeface="Arial"/>
                <a:cs typeface="Arial"/>
              </a:defRPr>
            </a:lvl6pPr>
            <a:lvl7pPr algn="l">
              <a:defRPr sz="1125" b="0">
                <a:solidFill>
                  <a:srgbClr val="000000"/>
                </a:solidFill>
                <a:latin typeface="Arial"/>
                <a:ea typeface="Arial"/>
                <a:cs typeface="Arial"/>
              </a:defRPr>
            </a:lvl7pPr>
            <a:lvl8pPr algn="l">
              <a:defRPr sz="1125" b="0">
                <a:solidFill>
                  <a:srgbClr val="000000"/>
                </a:solidFill>
                <a:latin typeface="Arial"/>
                <a:ea typeface="Arial"/>
                <a:cs typeface="Arial"/>
              </a:defRPr>
            </a:lvl8pPr>
            <a:lvl9pPr algn="l">
              <a:defRPr sz="1125" b="0">
                <a:solidFill>
                  <a:srgbClr val="000000"/>
                </a:solidFill>
                <a:latin typeface="Arial"/>
                <a:ea typeface="Arial"/>
                <a:cs typeface="Arial"/>
              </a:defRPr>
            </a:lvl9pPr>
          </a:lstStyle>
          <a:p>
            <a:pPr algn="l">
              <a:defRPr sz="1125" b="0">
                <a:solidFill>
                  <a:srgbClr val="000000"/>
                </a:solidFill>
                <a:latin typeface="Arial"/>
                <a:ea typeface="Arial"/>
                <a:cs typeface="Arial"/>
              </a:defRPr>
            </a:pPr>
            <a:r>
              <a:rPr sz="1125" b="0">
                <a:solidFill>
                  <a:srgbClr val="000000"/>
                </a:solidFill>
                <a:latin typeface="Arial"/>
                <a:ea typeface="Arial"/>
                <a:cs typeface="Arial"/>
              </a:rPr>
              <a:t>Strong storm over</a:t>
            </a:r>
          </a:p>
          <a:p>
            <a:pPr algn="l">
              <a:defRPr sz="1125" b="0">
                <a:solidFill>
                  <a:srgbClr val="000000"/>
                </a:solidFill>
                <a:latin typeface="Arial"/>
                <a:ea typeface="Arial"/>
                <a:cs typeface="Arial"/>
              </a:defRPr>
            </a:pPr>
            <a:r>
              <a:rPr sz="1125" b="0">
                <a:solidFill>
                  <a:srgbClr val="000000"/>
                </a:solidFill>
                <a:latin typeface="Arial"/>
                <a:ea typeface="Arial"/>
                <a:cs typeface="Arial"/>
              </a:rPr>
              <a:t>Scandinavia</a:t>
            </a:r>
          </a:p>
        </p:txBody>
      </p:sp>
      <p:sp>
        <p:nvSpPr>
          <p:cNvPr id="47" name="line_045">
            <a:extLst>
              <a:ext uri="{FF2B5EF4-FFF2-40B4-BE49-F238E27FC236}">
                <ns2:creationId id="{37DA1CA6-2A7A-40CA-95AB-B07D504C224F}"/>
              </a:ext>
            </a:extLst>
          </p:cNvPr>
          <p:cNvSpPr>
            <a:spLocks noGrp="1"/>
          </p:cNvSpPr>
          <p:nvPr/>
        </p:nvSpPr>
        <p:spPr>
          <a:xfrm>
            <a:off x="5157461" y="1192530"/>
            <a:ext cx="95" cy="530226"/>
          </a:xfrm>
          <a:custGeom>
            <a:pathLst>
              <a:path w="95" h="530226">
                <a:moveTo>
                  <a:pt x="0" y="0"/>
                </a:moveTo>
                <a:lnTo>
                  <a:pt x="0" y="530226"/>
                </a:lnTo>
              </a:path>
            </a:pathLst>
          </a:custGeom>
          <a:noFill/>
          <a:ln w="9430">
            <a:solidFill>
              <a:srgbClr val="000000"/>
            </a:solidFill>
            <a:prstDash val="solid"/>
          </a:ln>
        </p:spPr>
      </p:sp>
      <p:sp>
        <p:nvSpPr>
          <p:cNvPr id="48" name="line_046">
            <a:extLst>
              <a:ext uri="{FF2B5EF4-FFF2-40B4-BE49-F238E27FC236}">
                <ns2:creationId id="{3DE99298-124B-49C0-9830-328FA93FF27D}"/>
              </a:ext>
            </a:extLst>
          </p:cNvPr>
          <p:cNvSpPr>
            <a:spLocks noGrp="1"/>
          </p:cNvSpPr>
          <p:nvPr/>
        </p:nvSpPr>
        <p:spPr>
          <a:xfrm>
            <a:off x="5157461" y="1669416"/>
            <a:ext cx="20860" cy="53340"/>
          </a:xfrm>
          <a:custGeom>
            <a:pathLst>
              <a:path w="20860" h="53340">
                <a:moveTo>
                  <a:pt x="20860" y="0"/>
                </a:moveTo>
                <a:lnTo>
                  <a:pt x="0" y="53340"/>
                </a:lnTo>
              </a:path>
            </a:pathLst>
          </a:custGeom>
          <a:noFill/>
          <a:ln w="9430">
            <a:solidFill>
              <a:srgbClr val="000000"/>
            </a:solidFill>
            <a:prstDash val="solid"/>
          </a:ln>
        </p:spPr>
      </p:sp>
      <p:sp>
        <p:nvSpPr>
          <p:cNvPr id="49" name="line_047">
            <a:extLst>
              <a:ext uri="{FF2B5EF4-FFF2-40B4-BE49-F238E27FC236}">
                <ns2:creationId id="{51924981-8348-4B75-BAAC-142A26F2819C}"/>
              </a:ext>
            </a:extLst>
          </p:cNvPr>
          <p:cNvSpPr>
            <a:spLocks noGrp="1"/>
          </p:cNvSpPr>
          <p:nvPr/>
        </p:nvSpPr>
        <p:spPr>
          <a:xfrm>
            <a:off x="5136601" y="1669416"/>
            <a:ext cx="20860" cy="53340"/>
          </a:xfrm>
          <a:custGeom>
            <a:pathLst>
              <a:path w="20860" h="53340">
                <a:moveTo>
                  <a:pt x="0" y="0"/>
                </a:moveTo>
                <a:lnTo>
                  <a:pt x="20860" y="53340"/>
                </a:lnTo>
              </a:path>
            </a:pathLst>
          </a:custGeom>
          <a:noFill/>
          <a:ln w="9430">
            <a:solidFill>
              <a:srgbClr val="000000"/>
            </a:solidFill>
            <a:prstDash val="solid"/>
          </a:ln>
        </p:spPr>
      </p:sp>
      <p:sp>
        <p:nvSpPr>
          <p:cNvPr id="50" name="path_048">
            <a:extLst>
              <a:ext uri="{FF2B5EF4-FFF2-40B4-BE49-F238E27FC236}">
                <ns2:creationId id="{4A642D3F-77AC-4BDD-A844-63A21B9B4F5B}"/>
              </a:ext>
            </a:extLst>
          </p:cNvPr>
          <p:cNvSpPr>
            <a:spLocks noGrp="1"/>
          </p:cNvSpPr>
          <p:nvPr/>
        </p:nvSpPr>
        <p:spPr>
          <a:xfrm>
            <a:off x="2993374" y="3383280"/>
            <a:ext cx="2164087" cy="712470"/>
          </a:xfrm>
          <a:custGeom>
            <a:pathLst>
              <a:path w="2164087" h="712470">
                <a:moveTo>
                  <a:pt x="2164087" y="0"/>
                </a:moveTo>
                <a:lnTo>
                  <a:pt x="2164087" y="259080"/>
                </a:lnTo>
                <a:lnTo>
                  <a:pt x="0" y="259080"/>
                </a:lnTo>
                <a:lnTo>
                  <a:pt x="0" y="712470"/>
                </a:lnTo>
              </a:path>
            </a:pathLst>
          </a:custGeom>
          <a:noFill/>
          <a:ln w="6858">
            <a:solidFill>
              <a:srgbClr val="8B8B8B"/>
            </a:solidFill>
            <a:prstDash val="solid"/>
          </a:ln>
        </p:spPr>
      </p:sp>
      <p:pic>
        <p:nvPicPr>
          <p:cNvPr id="51" name="">
            <a:extLst>
              <a:ext uri="{FF2B5EF4-FFF2-40B4-BE49-F238E27FC236}">
                <ns2:creationId id="{AAE9794C-2190-454C-83EB-F54226C63926}"/>
              </a:ext>
            </a:extLst>
          </p:cNvPr>
          <p:cNvPicPr>
            <a:picLocks noChangeAspect="1"/>
          </p:cNvPicPr>
          <p:nvPr/>
        </p:nvPicPr>
        <p:blipFill>
          <a:blip r:embed="R866f10fda1b846fe"/>
          <a:stretch/>
        </p:blipFill>
        <p:spPr>
          <a:xfrm>
            <a:off x="2211134" y="4095750"/>
            <a:ext cx="1564481" cy="1609969"/>
          </a:xfrm>
          <a:prstGeom prst="rect">
            <a:avLst/>
          </a:prstGeom>
        </p:spPr>
      </p:pic>
      <p:sp>
        <p:nvSpPr>
          <p:cNvPr id="52" name="rect_050">
            <a:extLst>
              <a:ext uri="{FF2B5EF4-FFF2-40B4-BE49-F238E27FC236}">
                <ns2:creationId id="{56834B69-7300-4FE8-AF8C-D2962D7FF6A3}"/>
              </a:ext>
            </a:extLst>
          </p:cNvPr>
          <p:cNvSpPr>
            <a:spLocks noGrp="1"/>
          </p:cNvSpPr>
          <p:nvPr/>
        </p:nvSpPr>
        <p:spPr>
          <a:xfrm rot="0">
            <a:off x="2211134" y="4095750"/>
            <a:ext cx="1564481" cy="1609969"/>
          </a:xfrm>
          <a:prstGeom prst="rect">
            <a:avLst/>
          </a:prstGeom>
          <a:noFill/>
          <a:ln w="7715">
            <a:solidFill>
              <a:srgbClr val="000000"/>
            </a:solidFill>
            <a:prstDash val="solid"/>
          </a:ln>
        </p:spPr>
      </p:sp>
      <p:sp>
        <p:nvSpPr>
          <p:cNvPr id="53" name="text_051">
            <a:extLst>
              <a:ext uri="{FF2B5EF4-FFF2-40B4-BE49-F238E27FC236}">
                <ns2:creationId id="{CDA422CD-5D66-4902-99F5-A1DB58E1648D}"/>
              </a:ext>
            </a:extLst>
          </p:cNvPr>
          <p:cNvSpPr>
            <a:spLocks noGrp="1"/>
          </p:cNvSpPr>
          <p:nvPr/>
        </p:nvSpPr>
        <p:spPr>
          <a:xfrm rot="0">
            <a:off x="2148554" y="5768298"/>
            <a:ext cx="1689640" cy="238125"/>
          </a:xfrm>
          <a:prstGeom prst="rect">
            <a:avLst/>
          </a:prstGeom>
          <a:noFill/>
          <a:ln w="0">
            <a:noFill/>
            <a:prstDash val="solid"/>
          </a:ln>
        </p:spPr>
        <p:txBody>
          <a:bodyPr wrap="none" lIns="0" tIns="0" rIns="0" bIns="0" anchor="t">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1999-12-17 21:00</a:t>
            </a:r>
          </a:p>
        </p:txBody>
      </p:sp>
      <p:sp>
        <p:nvSpPr>
          <p:cNvPr id="54" name="line_052">
            <a:extLst>
              <a:ext uri="{FF2B5EF4-FFF2-40B4-BE49-F238E27FC236}">
                <ns2:creationId id="{B8822933-23B0-4473-80F6-6176F29ED8DA}"/>
              </a:ext>
            </a:extLst>
          </p:cNvPr>
          <p:cNvSpPr>
            <a:spLocks noGrp="1"/>
          </p:cNvSpPr>
          <p:nvPr/>
        </p:nvSpPr>
        <p:spPr>
          <a:xfrm>
            <a:off x="3045518" y="4350258"/>
            <a:ext cx="342707" cy="115258"/>
          </a:xfrm>
          <a:custGeom>
            <a:pathLst>
              <a:path w="342707" h="115258">
                <a:moveTo>
                  <a:pt x="0" y="0"/>
                </a:moveTo>
                <a:lnTo>
                  <a:pt x="342707" y="115258"/>
                </a:lnTo>
              </a:path>
            </a:pathLst>
          </a:custGeom>
          <a:noFill/>
          <a:ln w="13716">
            <a:solidFill>
              <a:srgbClr val="333333"/>
            </a:solidFill>
            <a:prstDash val="solid"/>
          </a:ln>
        </p:spPr>
      </p:sp>
      <p:sp>
        <p:nvSpPr>
          <p:cNvPr id="55" name="line_053">
            <a:extLst>
              <a:ext uri="{FF2B5EF4-FFF2-40B4-BE49-F238E27FC236}">
                <ns2:creationId id="{8A033FF5-6B2A-4229-A763-252BAA13A4EA}"/>
              </a:ext>
            </a:extLst>
          </p:cNvPr>
          <p:cNvSpPr>
            <a:spLocks noGrp="1"/>
          </p:cNvSpPr>
          <p:nvPr/>
        </p:nvSpPr>
        <p:spPr>
          <a:xfrm>
            <a:off x="3348741" y="4430229"/>
            <a:ext cx="39484" cy="35287"/>
          </a:xfrm>
          <a:custGeom>
            <a:pathLst>
              <a:path w="39484" h="35287">
                <a:moveTo>
                  <a:pt x="0" y="0"/>
                </a:moveTo>
                <a:lnTo>
                  <a:pt x="39484" y="35287"/>
                </a:lnTo>
              </a:path>
            </a:pathLst>
          </a:custGeom>
          <a:noFill/>
          <a:ln w="13716">
            <a:solidFill>
              <a:srgbClr val="333333"/>
            </a:solidFill>
            <a:prstDash val="solid"/>
          </a:ln>
        </p:spPr>
      </p:sp>
      <p:sp>
        <p:nvSpPr>
          <p:cNvPr id="56" name="line_054">
            <a:extLst>
              <a:ext uri="{FF2B5EF4-FFF2-40B4-BE49-F238E27FC236}">
                <ns2:creationId id="{DD460354-C5AB-4E3B-A19B-9A9082972751}"/>
              </a:ext>
            </a:extLst>
          </p:cNvPr>
          <p:cNvSpPr>
            <a:spLocks noGrp="1"/>
          </p:cNvSpPr>
          <p:nvPr/>
        </p:nvSpPr>
        <p:spPr>
          <a:xfrm>
            <a:off x="3335442" y="4465516"/>
            <a:ext cx="52783" cy="4256"/>
          </a:xfrm>
          <a:custGeom>
            <a:pathLst>
              <a:path w="52783" h="4256">
                <a:moveTo>
                  <a:pt x="0" y="4256"/>
                </a:moveTo>
                <a:lnTo>
                  <a:pt x="52783" y="0"/>
                </a:lnTo>
              </a:path>
            </a:pathLst>
          </a:custGeom>
          <a:noFill/>
          <a:ln w="13716">
            <a:solidFill>
              <a:srgbClr val="333333"/>
            </a:solidFill>
            <a:prstDash val="solid"/>
          </a:ln>
        </p:spPr>
      </p:sp>
      <p:sp>
        <p:nvSpPr>
          <p:cNvPr id="57" name="text_055">
            <a:extLst>
              <a:ext uri="{FF2B5EF4-FFF2-40B4-BE49-F238E27FC236}">
                <ns2:creationId id="{8845366D-D85F-425D-89A3-24317EBC18BB}"/>
              </a:ext>
            </a:extLst>
          </p:cNvPr>
          <p:cNvSpPr>
            <a:spLocks noGrp="1"/>
          </p:cNvSpPr>
          <p:nvPr/>
        </p:nvSpPr>
        <p:spPr>
          <a:xfrm rot="0">
            <a:off x="3416038" y="4389030"/>
            <a:ext cx="139065" cy="166878"/>
          </a:xfrm>
          <a:prstGeom prst="rect">
            <a:avLst/>
          </a:prstGeom>
          <a:noFill/>
          <a:ln w="0">
            <a:noFill/>
            <a:prstDash val="solid"/>
          </a:ln>
        </p:spPr>
        <p:txBody>
          <a:bodyPr wrap="none" lIns="0" tIns="0" rIns="0" bIns="0" anchor="t">
            <a:noAutofit/>
          </a:bodyPr>
          <a:lstStyle>
            <a:defPPr algn="l">
              <a:defRPr sz="1275" b="1">
                <a:solidFill>
                  <a:srgbClr val="000000"/>
                </a:solidFill>
                <a:latin typeface="Arial"/>
                <a:ea typeface="Arial"/>
                <a:cs typeface="Arial"/>
              </a:defRPr>
            </a:defPPr>
            <a:lvl1pPr algn="l">
              <a:defRPr sz="1275" b="1">
                <a:solidFill>
                  <a:srgbClr val="000000"/>
                </a:solidFill>
                <a:latin typeface="Arial"/>
                <a:ea typeface="Arial"/>
                <a:cs typeface="Arial"/>
              </a:defRPr>
            </a:lvl1pPr>
            <a:lvl2pPr algn="l">
              <a:defRPr sz="1275" b="1">
                <a:solidFill>
                  <a:srgbClr val="000000"/>
                </a:solidFill>
                <a:latin typeface="Arial"/>
                <a:ea typeface="Arial"/>
                <a:cs typeface="Arial"/>
              </a:defRPr>
            </a:lvl2pPr>
            <a:lvl3pPr algn="l">
              <a:defRPr sz="1275" b="1">
                <a:solidFill>
                  <a:srgbClr val="000000"/>
                </a:solidFill>
                <a:latin typeface="Arial"/>
                <a:ea typeface="Arial"/>
                <a:cs typeface="Arial"/>
              </a:defRPr>
            </a:lvl3pPr>
            <a:lvl4pPr algn="l">
              <a:defRPr sz="1275" b="1">
                <a:solidFill>
                  <a:srgbClr val="000000"/>
                </a:solidFill>
                <a:latin typeface="Arial"/>
                <a:ea typeface="Arial"/>
                <a:cs typeface="Arial"/>
              </a:defRPr>
            </a:lvl4pPr>
            <a:lvl5pPr algn="l">
              <a:defRPr sz="1275" b="1">
                <a:solidFill>
                  <a:srgbClr val="000000"/>
                </a:solidFill>
                <a:latin typeface="Arial"/>
                <a:ea typeface="Arial"/>
                <a:cs typeface="Arial"/>
              </a:defRPr>
            </a:lvl5pPr>
            <a:lvl6pPr algn="l">
              <a:defRPr sz="1275" b="1">
                <a:solidFill>
                  <a:srgbClr val="000000"/>
                </a:solidFill>
                <a:latin typeface="Arial"/>
                <a:ea typeface="Arial"/>
                <a:cs typeface="Arial"/>
              </a:defRPr>
            </a:lvl6pPr>
            <a:lvl7pPr algn="l">
              <a:defRPr sz="1275" b="1">
                <a:solidFill>
                  <a:srgbClr val="000000"/>
                </a:solidFill>
                <a:latin typeface="Arial"/>
                <a:ea typeface="Arial"/>
                <a:cs typeface="Arial"/>
              </a:defRPr>
            </a:lvl7pPr>
            <a:lvl8pPr algn="l">
              <a:defRPr sz="1275" b="1">
                <a:solidFill>
                  <a:srgbClr val="000000"/>
                </a:solidFill>
                <a:latin typeface="Arial"/>
                <a:ea typeface="Arial"/>
                <a:cs typeface="Arial"/>
              </a:defRPr>
            </a:lvl8pPr>
            <a:lvl9pPr algn="l">
              <a:defRPr sz="1275" b="1">
                <a:solidFill>
                  <a:srgbClr val="000000"/>
                </a:solidFill>
                <a:latin typeface="Arial"/>
                <a:ea typeface="Arial"/>
                <a:cs typeface="Arial"/>
              </a:defRPr>
            </a:lvl9pPr>
          </a:lstStyle>
          <a:p>
            <a:pPr algn="l">
              <a:defRPr sz="1275" b="1">
                <a:solidFill>
                  <a:srgbClr val="000000"/>
                </a:solidFill>
                <a:latin typeface="Arial"/>
                <a:ea typeface="Arial"/>
                <a:cs typeface="Arial"/>
              </a:defRPr>
            </a:pPr>
            <a:r>
              <a:rPr sz="1275" b="1">
                <a:solidFill>
                  <a:srgbClr val="000000"/>
                </a:solidFill>
                <a:latin typeface="Arial"/>
                <a:ea typeface="Arial"/>
                <a:cs typeface="Arial"/>
              </a:rPr>
              <a:t>d</a:t>
            </a:r>
          </a:p>
        </p:txBody>
      </p:sp>
      <p:sp>
        <p:nvSpPr>
          <p:cNvPr id="58" name="a_event_guide_2">
            <a:extLst>
              <a:ext uri="{FF2B5EF4-FFF2-40B4-BE49-F238E27FC236}">
                <ns2:creationId id="{A6737ED9-D822-4D61-82E8-773282F04C05}"/>
              </a:ext>
            </a:extLst>
          </p:cNvPr>
          <p:cNvSpPr>
            <a:spLocks noGrp="1"/>
          </p:cNvSpPr>
          <p:nvPr/>
        </p:nvSpPr>
        <p:spPr>
          <a:xfrm>
            <a:off x="7159324" y="320040"/>
            <a:ext cx="95" cy="2971800"/>
          </a:xfrm>
          <a:custGeom>
            <a:pathLst>
              <a:path w="95" h="2971800">
                <a:moveTo>
                  <a:pt x="0" y="0"/>
                </a:moveTo>
                <a:lnTo>
                  <a:pt x="0" y="2971800"/>
                </a:lnTo>
              </a:path>
            </a:pathLst>
          </a:custGeom>
          <a:noFill/>
          <a:ln w="8573">
            <a:solidFill>
              <a:srgbClr val="000000"/>
            </a:solidFill>
            <a:prstDash val="dash"/>
          </a:ln>
        </p:spPr>
      </p:sp>
      <p:sp>
        <p:nvSpPr>
          <p:cNvPr id="59" name="a_event_box_2">
            <a:extLst>
              <a:ext uri="{FF2B5EF4-FFF2-40B4-BE49-F238E27FC236}">
                <ns2:creationId id="{9BAD42C3-8036-4A93-9E68-07D682D5D68A}"/>
              </a:ext>
            </a:extLst>
          </p:cNvPr>
          <p:cNvSpPr>
            <a:spLocks noGrp="1"/>
          </p:cNvSpPr>
          <p:nvPr/>
        </p:nvSpPr>
        <p:spPr>
          <a:xfrm rot="0">
            <a:off x="4495991" y="2766060"/>
            <a:ext cx="2892552" cy="400050"/>
          </a:xfrm>
          <a:prstGeom prst="roundRect">
            <a:avLst>
              <a:gd name="adj" fmla="val 19048"/>
            </a:avLst>
          </a:prstGeom>
          <a:solidFill>
            <a:srgbClr val="FFFFFF">
              <a:alpha val="88000"/>
            </a:srgbClr>
          </a:solidFill>
          <a:ln w="6858">
            <a:solidFill>
              <a:srgbClr val="000000"/>
            </a:solidFill>
            <a:prstDash val="solid"/>
          </a:ln>
        </p:spPr>
      </p:sp>
      <p:sp>
        <p:nvSpPr>
          <p:cNvPr id="60" name="text_058">
            <a:extLst>
              <a:ext uri="{FF2B5EF4-FFF2-40B4-BE49-F238E27FC236}">
                <ns2:creationId id="{EF100C27-1069-4F99-9827-EE0E2DBD610F}"/>
              </a:ext>
            </a:extLst>
          </p:cNvPr>
          <p:cNvSpPr>
            <a:spLocks noGrp="1"/>
          </p:cNvSpPr>
          <p:nvPr/>
        </p:nvSpPr>
        <p:spPr>
          <a:xfrm rot="0">
            <a:off x="4558570" y="2794635"/>
            <a:ext cx="2767394" cy="371475"/>
          </a:xfrm>
          <a:prstGeom prst="rect">
            <a:avLst/>
          </a:prstGeom>
          <a:noFill/>
          <a:ln w="0">
            <a:noFill/>
            <a:prstDash val="solid"/>
          </a:ln>
        </p:spPr>
        <p:txBody>
          <a:bodyPr wrap="none" lIns="0" tIns="0" rIns="0" bIns="0" anchor="t">
            <a:noAutofit/>
          </a:bodyPr>
          <a:lstStyle>
            <a:defPPr algn="l">
              <a:defRPr sz="1125" b="0">
                <a:solidFill>
                  <a:srgbClr val="000000"/>
                </a:solidFill>
                <a:latin typeface="Arial"/>
                <a:ea typeface="Arial"/>
                <a:cs typeface="Arial"/>
              </a:defRPr>
            </a:defPPr>
            <a:lvl1pPr algn="l">
              <a:defRPr sz="1125" b="0">
                <a:solidFill>
                  <a:srgbClr val="000000"/>
                </a:solidFill>
                <a:latin typeface="Arial"/>
                <a:ea typeface="Arial"/>
                <a:cs typeface="Arial"/>
              </a:defRPr>
            </a:lvl1pPr>
            <a:lvl2pPr algn="l">
              <a:defRPr sz="1125" b="0">
                <a:solidFill>
                  <a:srgbClr val="000000"/>
                </a:solidFill>
                <a:latin typeface="Arial"/>
                <a:ea typeface="Arial"/>
                <a:cs typeface="Arial"/>
              </a:defRPr>
            </a:lvl2pPr>
            <a:lvl3pPr algn="l">
              <a:defRPr sz="1125" b="0">
                <a:solidFill>
                  <a:srgbClr val="000000"/>
                </a:solidFill>
                <a:latin typeface="Arial"/>
                <a:ea typeface="Arial"/>
                <a:cs typeface="Arial"/>
              </a:defRPr>
            </a:lvl3pPr>
            <a:lvl4pPr algn="l">
              <a:defRPr sz="1125" b="0">
                <a:solidFill>
                  <a:srgbClr val="000000"/>
                </a:solidFill>
                <a:latin typeface="Arial"/>
                <a:ea typeface="Arial"/>
                <a:cs typeface="Arial"/>
              </a:defRPr>
            </a:lvl4pPr>
            <a:lvl5pPr algn="l">
              <a:defRPr sz="1125" b="0">
                <a:solidFill>
                  <a:srgbClr val="000000"/>
                </a:solidFill>
                <a:latin typeface="Arial"/>
                <a:ea typeface="Arial"/>
                <a:cs typeface="Arial"/>
              </a:defRPr>
            </a:lvl5pPr>
            <a:lvl6pPr algn="l">
              <a:defRPr sz="1125" b="0">
                <a:solidFill>
                  <a:srgbClr val="000000"/>
                </a:solidFill>
                <a:latin typeface="Arial"/>
                <a:ea typeface="Arial"/>
                <a:cs typeface="Arial"/>
              </a:defRPr>
            </a:lvl6pPr>
            <a:lvl7pPr algn="l">
              <a:defRPr sz="1125" b="0">
                <a:solidFill>
                  <a:srgbClr val="000000"/>
                </a:solidFill>
                <a:latin typeface="Arial"/>
                <a:ea typeface="Arial"/>
                <a:cs typeface="Arial"/>
              </a:defRPr>
            </a:lvl7pPr>
            <a:lvl8pPr algn="l">
              <a:defRPr sz="1125" b="0">
                <a:solidFill>
                  <a:srgbClr val="000000"/>
                </a:solidFill>
                <a:latin typeface="Arial"/>
                <a:ea typeface="Arial"/>
                <a:cs typeface="Arial"/>
              </a:defRPr>
            </a:lvl8pPr>
            <a:lvl9pPr algn="l">
              <a:defRPr sz="1125" b="0">
                <a:solidFill>
                  <a:srgbClr val="000000"/>
                </a:solidFill>
                <a:latin typeface="Arial"/>
                <a:ea typeface="Arial"/>
                <a:cs typeface="Arial"/>
              </a:defRPr>
            </a:lvl9pPr>
          </a:lstStyle>
          <a:p>
            <a:pPr algn="l">
              <a:defRPr sz="1125" b="0">
                <a:solidFill>
                  <a:srgbClr val="000000"/>
                </a:solidFill>
                <a:latin typeface="Arial"/>
                <a:ea typeface="Arial"/>
                <a:cs typeface="Arial"/>
              </a:defRPr>
            </a:pPr>
            <a:r>
              <a:rPr sz="1125" b="0">
                <a:solidFill>
                  <a:srgbClr val="000000"/>
                </a:solidFill>
                <a:latin typeface="Arial"/>
                <a:ea typeface="Arial"/>
                <a:cs typeface="Arial"/>
              </a:rPr>
              <a:t>Strong storm over the</a:t>
            </a:r>
          </a:p>
          <a:p>
            <a:pPr algn="l">
              <a:defRPr sz="1125" b="0">
                <a:solidFill>
                  <a:srgbClr val="000000"/>
                </a:solidFill>
                <a:latin typeface="Arial"/>
                <a:ea typeface="Arial"/>
                <a:cs typeface="Arial"/>
              </a:defRPr>
            </a:pPr>
            <a:r>
              <a:rPr sz="1125" b="0">
                <a:solidFill>
                  <a:srgbClr val="000000"/>
                </a:solidFill>
                <a:latin typeface="Arial"/>
                <a:ea typeface="Arial"/>
                <a:cs typeface="Arial"/>
              </a:rPr>
              <a:t>British Isles and Norway</a:t>
            </a:r>
          </a:p>
        </p:txBody>
      </p:sp>
      <p:sp>
        <p:nvSpPr>
          <p:cNvPr id="61" name="line_059">
            <a:extLst>
              <a:ext uri="{FF2B5EF4-FFF2-40B4-BE49-F238E27FC236}">
                <ns2:creationId id="{A1B41F57-6EA9-46F3-812C-CA084FC2AB70}"/>
              </a:ext>
            </a:extLst>
          </p:cNvPr>
          <p:cNvSpPr>
            <a:spLocks noGrp="1"/>
          </p:cNvSpPr>
          <p:nvPr/>
        </p:nvSpPr>
        <p:spPr>
          <a:xfrm>
            <a:off x="7159324" y="2178295"/>
            <a:ext cx="95" cy="587765"/>
          </a:xfrm>
          <a:custGeom>
            <a:pathLst>
              <a:path w="95" h="587765">
                <a:moveTo>
                  <a:pt x="0" y="587765"/>
                </a:moveTo>
                <a:lnTo>
                  <a:pt x="0" y="0"/>
                </a:lnTo>
              </a:path>
            </a:pathLst>
          </a:custGeom>
          <a:noFill/>
          <a:ln w="9430">
            <a:solidFill>
              <a:srgbClr val="000000"/>
            </a:solidFill>
            <a:prstDash val="solid"/>
          </a:ln>
        </p:spPr>
      </p:sp>
      <p:sp>
        <p:nvSpPr>
          <p:cNvPr id="62" name="line_060">
            <a:extLst>
              <a:ext uri="{FF2B5EF4-FFF2-40B4-BE49-F238E27FC236}">
                <ns2:creationId id="{2DFD914B-65E6-4E31-A91D-334A16D0C8D9}"/>
              </a:ext>
            </a:extLst>
          </p:cNvPr>
          <p:cNvSpPr>
            <a:spLocks noGrp="1"/>
          </p:cNvSpPr>
          <p:nvPr/>
        </p:nvSpPr>
        <p:spPr>
          <a:xfrm>
            <a:off x="7138464" y="2178295"/>
            <a:ext cx="20860" cy="53340"/>
          </a:xfrm>
          <a:custGeom>
            <a:pathLst>
              <a:path w="20860" h="53340">
                <a:moveTo>
                  <a:pt x="0" y="53340"/>
                </a:moveTo>
                <a:lnTo>
                  <a:pt x="20860" y="0"/>
                </a:lnTo>
              </a:path>
            </a:pathLst>
          </a:custGeom>
          <a:noFill/>
          <a:ln w="9430">
            <a:solidFill>
              <a:srgbClr val="000000"/>
            </a:solidFill>
            <a:prstDash val="solid"/>
          </a:ln>
        </p:spPr>
      </p:sp>
      <p:sp>
        <p:nvSpPr>
          <p:cNvPr id="63" name="line_061">
            <a:extLst>
              <a:ext uri="{FF2B5EF4-FFF2-40B4-BE49-F238E27FC236}">
                <ns2:creationId id="{1D92A189-99BA-438A-90DC-AF3D821237AA}"/>
              </a:ext>
            </a:extLst>
          </p:cNvPr>
          <p:cNvSpPr>
            <a:spLocks noGrp="1"/>
          </p:cNvSpPr>
          <p:nvPr/>
        </p:nvSpPr>
        <p:spPr>
          <a:xfrm>
            <a:off x="7159324" y="2178295"/>
            <a:ext cx="20860" cy="53340"/>
          </a:xfrm>
          <a:custGeom>
            <a:pathLst>
              <a:path w="20860" h="53340">
                <a:moveTo>
                  <a:pt x="20860" y="53340"/>
                </a:moveTo>
                <a:lnTo>
                  <a:pt x="0" y="0"/>
                </a:lnTo>
              </a:path>
            </a:pathLst>
          </a:custGeom>
          <a:noFill/>
          <a:ln w="9430">
            <a:solidFill>
              <a:srgbClr val="000000"/>
            </a:solidFill>
            <a:prstDash val="solid"/>
          </a:ln>
        </p:spPr>
      </p:sp>
      <p:sp>
        <p:nvSpPr>
          <p:cNvPr id="64" name="path_062">
            <a:extLst>
              <a:ext uri="{FF2B5EF4-FFF2-40B4-BE49-F238E27FC236}">
                <ns2:creationId id="{437A50D3-7BFD-4231-AD2E-F5E81C6D2750}"/>
              </a:ext>
            </a:extLst>
          </p:cNvPr>
          <p:cNvSpPr>
            <a:spLocks noGrp="1"/>
          </p:cNvSpPr>
          <p:nvPr/>
        </p:nvSpPr>
        <p:spPr>
          <a:xfrm>
            <a:off x="4752546" y="3383280"/>
            <a:ext cx="2406778" cy="712470"/>
          </a:xfrm>
          <a:custGeom>
            <a:pathLst>
              <a:path w="2406778" h="712470">
                <a:moveTo>
                  <a:pt x="2406778" y="0"/>
                </a:moveTo>
                <a:lnTo>
                  <a:pt x="2406778" y="274320"/>
                </a:lnTo>
                <a:lnTo>
                  <a:pt x="0" y="274320"/>
                </a:lnTo>
                <a:lnTo>
                  <a:pt x="0" y="712470"/>
                </a:lnTo>
              </a:path>
            </a:pathLst>
          </a:custGeom>
          <a:noFill/>
          <a:ln w="6858">
            <a:solidFill>
              <a:srgbClr val="8B8B8B"/>
            </a:solidFill>
            <a:prstDash val="solid"/>
          </a:ln>
        </p:spPr>
      </p:sp>
      <p:pic>
        <p:nvPicPr>
          <p:cNvPr id="65" name="">
            <a:extLst>
              <a:ext uri="{FF2B5EF4-FFF2-40B4-BE49-F238E27FC236}">
                <ns2:creationId id="{8C829D06-65F2-4D3E-A5E7-B1AE47035192}"/>
              </a:ext>
            </a:extLst>
          </p:cNvPr>
          <p:cNvPicPr>
            <a:picLocks noChangeAspect="1"/>
          </p:cNvPicPr>
          <p:nvPr/>
        </p:nvPicPr>
        <p:blipFill>
          <a:blip r:embed="R9222d24ce14d4c21"/>
          <a:stretch/>
        </p:blipFill>
        <p:spPr>
          <a:xfrm>
            <a:off x="3970306" y="4095750"/>
            <a:ext cx="1564481" cy="1609969"/>
          </a:xfrm>
          <a:prstGeom prst="rect">
            <a:avLst/>
          </a:prstGeom>
        </p:spPr>
      </p:pic>
      <p:sp>
        <p:nvSpPr>
          <p:cNvPr id="66" name="rect_064">
            <a:extLst>
              <a:ext uri="{FF2B5EF4-FFF2-40B4-BE49-F238E27FC236}">
                <ns2:creationId id="{644888FF-26A9-4B0B-ADF9-DA2B45B9021D}"/>
              </a:ext>
            </a:extLst>
          </p:cNvPr>
          <p:cNvSpPr>
            <a:spLocks noGrp="1"/>
          </p:cNvSpPr>
          <p:nvPr/>
        </p:nvSpPr>
        <p:spPr>
          <a:xfrm rot="0">
            <a:off x="3970306" y="4095750"/>
            <a:ext cx="1564481" cy="1609969"/>
          </a:xfrm>
          <a:prstGeom prst="rect">
            <a:avLst/>
          </a:prstGeom>
          <a:noFill/>
          <a:ln w="7715">
            <a:solidFill>
              <a:srgbClr val="000000"/>
            </a:solidFill>
            <a:prstDash val="solid"/>
          </a:ln>
        </p:spPr>
      </p:sp>
      <p:sp>
        <p:nvSpPr>
          <p:cNvPr id="67" name="text_065">
            <a:extLst>
              <a:ext uri="{FF2B5EF4-FFF2-40B4-BE49-F238E27FC236}">
                <ns2:creationId id="{7728044E-1FF6-493D-ACA5-5E2A23244A85}"/>
              </a:ext>
            </a:extLst>
          </p:cNvPr>
          <p:cNvSpPr>
            <a:spLocks noGrp="1"/>
          </p:cNvSpPr>
          <p:nvPr/>
        </p:nvSpPr>
        <p:spPr>
          <a:xfrm rot="0">
            <a:off x="3907727" y="5768298"/>
            <a:ext cx="1689640" cy="238125"/>
          </a:xfrm>
          <a:prstGeom prst="rect">
            <a:avLst/>
          </a:prstGeom>
          <a:noFill/>
          <a:ln w="0">
            <a:noFill/>
            <a:prstDash val="solid"/>
          </a:ln>
        </p:spPr>
        <p:txBody>
          <a:bodyPr wrap="none" lIns="0" tIns="0" rIns="0" bIns="0" anchor="t">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1999-12-24 23:00</a:t>
            </a:r>
          </a:p>
        </p:txBody>
      </p:sp>
      <p:sp>
        <p:nvSpPr>
          <p:cNvPr id="68" name="line_066">
            <a:extLst>
              <a:ext uri="{FF2B5EF4-FFF2-40B4-BE49-F238E27FC236}">
                <ns2:creationId id="{E3F71738-57E9-454A-A5F3-5B399A9768C8}"/>
              </a:ext>
            </a:extLst>
          </p:cNvPr>
          <p:cNvSpPr>
            <a:spLocks noGrp="1"/>
          </p:cNvSpPr>
          <p:nvPr/>
        </p:nvSpPr>
        <p:spPr>
          <a:xfrm>
            <a:off x="4421552" y="4514541"/>
            <a:ext cx="342707" cy="115258"/>
          </a:xfrm>
          <a:custGeom>
            <a:pathLst>
              <a:path w="342707" h="115258">
                <a:moveTo>
                  <a:pt x="0" y="0"/>
                </a:moveTo>
                <a:lnTo>
                  <a:pt x="342707" y="115258"/>
                </a:lnTo>
              </a:path>
            </a:pathLst>
          </a:custGeom>
          <a:noFill/>
          <a:ln w="13716">
            <a:solidFill>
              <a:srgbClr val="333333"/>
            </a:solidFill>
            <a:prstDash val="solid"/>
          </a:ln>
        </p:spPr>
      </p:sp>
      <p:sp>
        <p:nvSpPr>
          <p:cNvPr id="69" name="line_067">
            <a:extLst>
              <a:ext uri="{FF2B5EF4-FFF2-40B4-BE49-F238E27FC236}">
                <ns2:creationId id="{4AA76D13-1E9B-4795-B4B7-16068DBCD7B9}"/>
              </a:ext>
            </a:extLst>
          </p:cNvPr>
          <p:cNvSpPr>
            <a:spLocks noGrp="1"/>
          </p:cNvSpPr>
          <p:nvPr/>
        </p:nvSpPr>
        <p:spPr>
          <a:xfrm>
            <a:off x="4724775" y="4594511"/>
            <a:ext cx="39484" cy="35287"/>
          </a:xfrm>
          <a:custGeom>
            <a:pathLst>
              <a:path w="39484" h="35287">
                <a:moveTo>
                  <a:pt x="0" y="0"/>
                </a:moveTo>
                <a:lnTo>
                  <a:pt x="39484" y="35287"/>
                </a:lnTo>
              </a:path>
            </a:pathLst>
          </a:custGeom>
          <a:noFill/>
          <a:ln w="13716">
            <a:solidFill>
              <a:srgbClr val="333333"/>
            </a:solidFill>
            <a:prstDash val="solid"/>
          </a:ln>
        </p:spPr>
      </p:sp>
      <p:sp>
        <p:nvSpPr>
          <p:cNvPr id="70" name="line_068">
            <a:extLst>
              <a:ext uri="{FF2B5EF4-FFF2-40B4-BE49-F238E27FC236}">
                <ns2:creationId id="{25B7CE60-D8BB-4970-AA99-4AA7D3B61773}"/>
              </a:ext>
            </a:extLst>
          </p:cNvPr>
          <p:cNvSpPr>
            <a:spLocks noGrp="1"/>
          </p:cNvSpPr>
          <p:nvPr/>
        </p:nvSpPr>
        <p:spPr>
          <a:xfrm>
            <a:off x="4711476" y="4629798"/>
            <a:ext cx="52783" cy="4256"/>
          </a:xfrm>
          <a:custGeom>
            <a:pathLst>
              <a:path w="52783" h="4256">
                <a:moveTo>
                  <a:pt x="0" y="4256"/>
                </a:moveTo>
                <a:lnTo>
                  <a:pt x="52783" y="0"/>
                </a:lnTo>
              </a:path>
            </a:pathLst>
          </a:custGeom>
          <a:noFill/>
          <a:ln w="13716">
            <a:solidFill>
              <a:srgbClr val="333333"/>
            </a:solidFill>
            <a:prstDash val="solid"/>
          </a:ln>
        </p:spPr>
      </p:sp>
      <p:sp>
        <p:nvSpPr>
          <p:cNvPr id="71" name="text_069">
            <a:extLst>
              <a:ext uri="{FF2B5EF4-FFF2-40B4-BE49-F238E27FC236}">
                <ns2:creationId id="{FF5C4BC8-B26E-40CB-8DDC-F9E91CEA26C9}"/>
              </a:ext>
            </a:extLst>
          </p:cNvPr>
          <p:cNvSpPr>
            <a:spLocks noGrp="1"/>
          </p:cNvSpPr>
          <p:nvPr/>
        </p:nvSpPr>
        <p:spPr>
          <a:xfrm rot="0">
            <a:off x="4792072" y="4553312"/>
            <a:ext cx="139065" cy="166878"/>
          </a:xfrm>
          <a:prstGeom prst="rect">
            <a:avLst/>
          </a:prstGeom>
          <a:noFill/>
          <a:ln w="0">
            <a:noFill/>
            <a:prstDash val="solid"/>
          </a:ln>
        </p:spPr>
        <p:txBody>
          <a:bodyPr wrap="none" lIns="0" tIns="0" rIns="0" bIns="0" anchor="t">
            <a:noAutofit/>
          </a:bodyPr>
          <a:lstStyle>
            <a:defPPr algn="l">
              <a:defRPr sz="1275" b="1">
                <a:solidFill>
                  <a:srgbClr val="000000"/>
                </a:solidFill>
                <a:latin typeface="Arial"/>
                <a:ea typeface="Arial"/>
                <a:cs typeface="Arial"/>
              </a:defRPr>
            </a:defPPr>
            <a:lvl1pPr algn="l">
              <a:defRPr sz="1275" b="1">
                <a:solidFill>
                  <a:srgbClr val="000000"/>
                </a:solidFill>
                <a:latin typeface="Arial"/>
                <a:ea typeface="Arial"/>
                <a:cs typeface="Arial"/>
              </a:defRPr>
            </a:lvl1pPr>
            <a:lvl2pPr algn="l">
              <a:defRPr sz="1275" b="1">
                <a:solidFill>
                  <a:srgbClr val="000000"/>
                </a:solidFill>
                <a:latin typeface="Arial"/>
                <a:ea typeface="Arial"/>
                <a:cs typeface="Arial"/>
              </a:defRPr>
            </a:lvl2pPr>
            <a:lvl3pPr algn="l">
              <a:defRPr sz="1275" b="1">
                <a:solidFill>
                  <a:srgbClr val="000000"/>
                </a:solidFill>
                <a:latin typeface="Arial"/>
                <a:ea typeface="Arial"/>
                <a:cs typeface="Arial"/>
              </a:defRPr>
            </a:lvl3pPr>
            <a:lvl4pPr algn="l">
              <a:defRPr sz="1275" b="1">
                <a:solidFill>
                  <a:srgbClr val="000000"/>
                </a:solidFill>
                <a:latin typeface="Arial"/>
                <a:ea typeface="Arial"/>
                <a:cs typeface="Arial"/>
              </a:defRPr>
            </a:lvl4pPr>
            <a:lvl5pPr algn="l">
              <a:defRPr sz="1275" b="1">
                <a:solidFill>
                  <a:srgbClr val="000000"/>
                </a:solidFill>
                <a:latin typeface="Arial"/>
                <a:ea typeface="Arial"/>
                <a:cs typeface="Arial"/>
              </a:defRPr>
            </a:lvl5pPr>
            <a:lvl6pPr algn="l">
              <a:defRPr sz="1275" b="1">
                <a:solidFill>
                  <a:srgbClr val="000000"/>
                </a:solidFill>
                <a:latin typeface="Arial"/>
                <a:ea typeface="Arial"/>
                <a:cs typeface="Arial"/>
              </a:defRPr>
            </a:lvl6pPr>
            <a:lvl7pPr algn="l">
              <a:defRPr sz="1275" b="1">
                <a:solidFill>
                  <a:srgbClr val="000000"/>
                </a:solidFill>
                <a:latin typeface="Arial"/>
                <a:ea typeface="Arial"/>
                <a:cs typeface="Arial"/>
              </a:defRPr>
            </a:lvl7pPr>
            <a:lvl8pPr algn="l">
              <a:defRPr sz="1275" b="1">
                <a:solidFill>
                  <a:srgbClr val="000000"/>
                </a:solidFill>
                <a:latin typeface="Arial"/>
                <a:ea typeface="Arial"/>
                <a:cs typeface="Arial"/>
              </a:defRPr>
            </a:lvl8pPr>
            <a:lvl9pPr algn="l">
              <a:defRPr sz="1275" b="1">
                <a:solidFill>
                  <a:srgbClr val="000000"/>
                </a:solidFill>
                <a:latin typeface="Arial"/>
                <a:ea typeface="Arial"/>
                <a:cs typeface="Arial"/>
              </a:defRPr>
            </a:lvl9pPr>
          </a:lstStyle>
          <a:p>
            <a:pPr algn="l">
              <a:defRPr sz="1275" b="1">
                <a:solidFill>
                  <a:srgbClr val="000000"/>
                </a:solidFill>
                <a:latin typeface="Arial"/>
                <a:ea typeface="Arial"/>
                <a:cs typeface="Arial"/>
              </a:defRPr>
            </a:pPr>
            <a:r>
              <a:rPr sz="1275" b="1">
                <a:solidFill>
                  <a:srgbClr val="000000"/>
                </a:solidFill>
                <a:latin typeface="Arial"/>
                <a:ea typeface="Arial"/>
                <a:cs typeface="Arial"/>
              </a:rPr>
              <a:t>d</a:t>
            </a:r>
          </a:p>
        </p:txBody>
      </p:sp>
      <p:sp>
        <p:nvSpPr>
          <p:cNvPr id="72" name="a_event_guide_3">
            <a:extLst>
              <a:ext uri="{FF2B5EF4-FFF2-40B4-BE49-F238E27FC236}">
                <ns2:creationId id="{4B1B118E-6714-4E34-81B3-79C5B0505EFD}"/>
              </a:ext>
            </a:extLst>
          </p:cNvPr>
          <p:cNvSpPr>
            <a:spLocks noGrp="1"/>
          </p:cNvSpPr>
          <p:nvPr/>
        </p:nvSpPr>
        <p:spPr>
          <a:xfrm>
            <a:off x="7571472" y="320040"/>
            <a:ext cx="95" cy="2971800"/>
          </a:xfrm>
          <a:custGeom>
            <a:pathLst>
              <a:path w="95" h="2971800">
                <a:moveTo>
                  <a:pt x="0" y="0"/>
                </a:moveTo>
                <a:lnTo>
                  <a:pt x="0" y="2971800"/>
                </a:lnTo>
              </a:path>
            </a:pathLst>
          </a:custGeom>
          <a:noFill/>
          <a:ln w="10478">
            <a:solidFill>
              <a:srgbClr val="C73A37"/>
            </a:solidFill>
            <a:prstDash val="dash"/>
          </a:ln>
        </p:spPr>
      </p:sp>
      <p:sp>
        <p:nvSpPr>
          <p:cNvPr id="73" name="a_event_box_3">
            <a:extLst>
              <a:ext uri="{FF2B5EF4-FFF2-40B4-BE49-F238E27FC236}">
                <ns2:creationId id="{FD7109BD-02AB-40B3-A824-59670E05931D}"/>
              </a:ext>
            </a:extLst>
          </p:cNvPr>
          <p:cNvSpPr>
            <a:spLocks noGrp="1"/>
          </p:cNvSpPr>
          <p:nvPr/>
        </p:nvSpPr>
        <p:spPr>
          <a:xfrm rot="0">
            <a:off x="6063234" y="1645920"/>
            <a:ext cx="1077754" cy="228600"/>
          </a:xfrm>
          <a:prstGeom prst="roundRect">
            <a:avLst>
              <a:gd name="adj" fmla="val 33333"/>
            </a:avLst>
          </a:prstGeom>
          <a:solidFill>
            <a:srgbClr val="FFFFFF">
              <a:alpha val="88000"/>
            </a:srgbClr>
          </a:solidFill>
          <a:ln w="6858">
            <a:solidFill>
              <a:srgbClr val="000000"/>
            </a:solidFill>
            <a:prstDash val="solid"/>
          </a:ln>
        </p:spPr>
      </p:sp>
      <p:sp>
        <p:nvSpPr>
          <p:cNvPr id="74" name="text_072">
            <a:extLst>
              <a:ext uri="{FF2B5EF4-FFF2-40B4-BE49-F238E27FC236}">
                <ns2:creationId id="{F43A0D89-B335-482A-83E1-E257298D7B55}"/>
              </a:ext>
            </a:extLst>
          </p:cNvPr>
          <p:cNvSpPr>
            <a:spLocks noGrp="1"/>
          </p:cNvSpPr>
          <p:nvPr/>
        </p:nvSpPr>
        <p:spPr>
          <a:xfrm rot="0">
            <a:off x="6125813" y="1684020"/>
            <a:ext cx="952595" cy="190500"/>
          </a:xfrm>
          <a:prstGeom prst="rect">
            <a:avLst/>
          </a:prstGeom>
          <a:noFill/>
          <a:ln w="0">
            <a:noFill/>
            <a:prstDash val="solid"/>
          </a:ln>
        </p:spPr>
        <p:txBody>
          <a:bodyPr wrap="none" lIns="0" tIns="0" rIns="0" bIns="0" anchor="t">
            <a:noAutofit/>
          </a:bodyPr>
          <a:lstStyle>
            <a:defPPr algn="l">
              <a:defRPr sz="1125" b="0">
                <a:solidFill>
                  <a:srgbClr val="000000"/>
                </a:solidFill>
                <a:latin typeface="Arial"/>
                <a:ea typeface="Arial"/>
                <a:cs typeface="Arial"/>
              </a:defRPr>
            </a:defPPr>
            <a:lvl1pPr algn="l">
              <a:defRPr sz="1125" b="0">
                <a:solidFill>
                  <a:srgbClr val="000000"/>
                </a:solidFill>
                <a:latin typeface="Arial"/>
                <a:ea typeface="Arial"/>
                <a:cs typeface="Arial"/>
              </a:defRPr>
            </a:lvl1pPr>
            <a:lvl2pPr algn="l">
              <a:defRPr sz="1125" b="0">
                <a:solidFill>
                  <a:srgbClr val="000000"/>
                </a:solidFill>
                <a:latin typeface="Arial"/>
                <a:ea typeface="Arial"/>
                <a:cs typeface="Arial"/>
              </a:defRPr>
            </a:lvl2pPr>
            <a:lvl3pPr algn="l">
              <a:defRPr sz="1125" b="0">
                <a:solidFill>
                  <a:srgbClr val="000000"/>
                </a:solidFill>
                <a:latin typeface="Arial"/>
                <a:ea typeface="Arial"/>
                <a:cs typeface="Arial"/>
              </a:defRPr>
            </a:lvl3pPr>
            <a:lvl4pPr algn="l">
              <a:defRPr sz="1125" b="0">
                <a:solidFill>
                  <a:srgbClr val="000000"/>
                </a:solidFill>
                <a:latin typeface="Arial"/>
                <a:ea typeface="Arial"/>
                <a:cs typeface="Arial"/>
              </a:defRPr>
            </a:lvl4pPr>
            <a:lvl5pPr algn="l">
              <a:defRPr sz="1125" b="0">
                <a:solidFill>
                  <a:srgbClr val="000000"/>
                </a:solidFill>
                <a:latin typeface="Arial"/>
                <a:ea typeface="Arial"/>
                <a:cs typeface="Arial"/>
              </a:defRPr>
            </a:lvl5pPr>
            <a:lvl6pPr algn="l">
              <a:defRPr sz="1125" b="0">
                <a:solidFill>
                  <a:srgbClr val="000000"/>
                </a:solidFill>
                <a:latin typeface="Arial"/>
                <a:ea typeface="Arial"/>
                <a:cs typeface="Arial"/>
              </a:defRPr>
            </a:lvl6pPr>
            <a:lvl7pPr algn="l">
              <a:defRPr sz="1125" b="0">
                <a:solidFill>
                  <a:srgbClr val="000000"/>
                </a:solidFill>
                <a:latin typeface="Arial"/>
                <a:ea typeface="Arial"/>
                <a:cs typeface="Arial"/>
              </a:defRPr>
            </a:lvl7pPr>
            <a:lvl8pPr algn="l">
              <a:defRPr sz="1125" b="0">
                <a:solidFill>
                  <a:srgbClr val="000000"/>
                </a:solidFill>
                <a:latin typeface="Arial"/>
                <a:ea typeface="Arial"/>
                <a:cs typeface="Arial"/>
              </a:defRPr>
            </a:lvl8pPr>
            <a:lvl9pPr algn="l">
              <a:defRPr sz="1125" b="0">
                <a:solidFill>
                  <a:srgbClr val="000000"/>
                </a:solidFill>
                <a:latin typeface="Arial"/>
                <a:ea typeface="Arial"/>
                <a:cs typeface="Arial"/>
              </a:defRPr>
            </a:lvl9pPr>
          </a:lstStyle>
          <a:p>
            <a:pPr algn="l">
              <a:defRPr sz="1125" b="0">
                <a:solidFill>
                  <a:srgbClr val="000000"/>
                </a:solidFill>
                <a:latin typeface="Arial"/>
                <a:ea typeface="Arial"/>
                <a:cs typeface="Arial"/>
              </a:defRPr>
            </a:pPr>
            <a:r>
              <a:rPr sz="1125" b="0">
                <a:solidFill>
                  <a:srgbClr val="000000"/>
                </a:solidFill>
                <a:latin typeface="Arial"/>
                <a:ea typeface="Arial"/>
                <a:cs typeface="Arial"/>
              </a:rPr>
              <a:t>Cyclone Lothar</a:t>
            </a:r>
          </a:p>
        </p:txBody>
      </p:sp>
      <p:sp>
        <p:nvSpPr>
          <p:cNvPr id="75" name="line_073">
            <a:extLst>
              <a:ext uri="{FF2B5EF4-FFF2-40B4-BE49-F238E27FC236}">
                <ns2:creationId id="{685118E3-5CB8-4F42-8F59-82A36A4C8BBD}"/>
              </a:ext>
            </a:extLst>
          </p:cNvPr>
          <p:cNvSpPr>
            <a:spLocks noGrp="1"/>
          </p:cNvSpPr>
          <p:nvPr/>
        </p:nvSpPr>
        <p:spPr>
          <a:xfrm>
            <a:off x="7078409" y="1645920"/>
            <a:ext cx="493064" cy="106940"/>
          </a:xfrm>
          <a:custGeom>
            <a:pathLst>
              <a:path w="493064" h="106940">
                <a:moveTo>
                  <a:pt x="0" y="0"/>
                </a:moveTo>
                <a:lnTo>
                  <a:pt x="493064" y="106940"/>
                </a:lnTo>
              </a:path>
            </a:pathLst>
          </a:custGeom>
          <a:noFill/>
          <a:ln w="9430">
            <a:solidFill>
              <a:srgbClr val="000000"/>
            </a:solidFill>
            <a:prstDash val="solid"/>
          </a:ln>
        </p:spPr>
      </p:sp>
      <p:sp>
        <p:nvSpPr>
          <p:cNvPr id="76" name="line_074">
            <a:extLst>
              <a:ext uri="{FF2B5EF4-FFF2-40B4-BE49-F238E27FC236}">
                <ns2:creationId id="{552CE11F-4565-494B-BDEB-0F7301C97C52}"/>
              </a:ext>
            </a:extLst>
          </p:cNvPr>
          <p:cNvSpPr>
            <a:spLocks noGrp="1"/>
          </p:cNvSpPr>
          <p:nvPr/>
        </p:nvSpPr>
        <p:spPr>
          <a:xfrm>
            <a:off x="7527776" y="1720079"/>
            <a:ext cx="43697" cy="32781"/>
          </a:xfrm>
          <a:custGeom>
            <a:pathLst>
              <a:path w="43697" h="32781">
                <a:moveTo>
                  <a:pt x="0" y="0"/>
                </a:moveTo>
                <a:lnTo>
                  <a:pt x="43697" y="32781"/>
                </a:lnTo>
              </a:path>
            </a:pathLst>
          </a:custGeom>
          <a:noFill/>
          <a:ln w="9430">
            <a:solidFill>
              <a:srgbClr val="000000"/>
            </a:solidFill>
            <a:prstDash val="solid"/>
          </a:ln>
        </p:spPr>
      </p:sp>
      <p:sp>
        <p:nvSpPr>
          <p:cNvPr id="77" name="line_075">
            <a:extLst>
              <a:ext uri="{FF2B5EF4-FFF2-40B4-BE49-F238E27FC236}">
                <ns2:creationId id="{409B601A-056C-4F44-93AE-236588B63C63}"/>
              </a:ext>
            </a:extLst>
          </p:cNvPr>
          <p:cNvSpPr>
            <a:spLocks noGrp="1"/>
          </p:cNvSpPr>
          <p:nvPr/>
        </p:nvSpPr>
        <p:spPr>
          <a:xfrm>
            <a:off x="7519676" y="1752860"/>
            <a:ext cx="51796" cy="12069"/>
          </a:xfrm>
          <a:custGeom>
            <a:pathLst>
              <a:path w="51796" h="12069">
                <a:moveTo>
                  <a:pt x="0" y="12069"/>
                </a:moveTo>
                <a:lnTo>
                  <a:pt x="51796" y="0"/>
                </a:lnTo>
              </a:path>
            </a:pathLst>
          </a:custGeom>
          <a:noFill/>
          <a:ln w="9430">
            <a:solidFill>
              <a:srgbClr val="000000"/>
            </a:solidFill>
            <a:prstDash val="solid"/>
          </a:ln>
        </p:spPr>
      </p:sp>
      <p:sp>
        <p:nvSpPr>
          <p:cNvPr id="78" name="path_076">
            <a:extLst>
              <a:ext uri="{FF2B5EF4-FFF2-40B4-BE49-F238E27FC236}">
                <ns2:creationId id="{09802CCA-FA06-483B-B2A1-25370807D334}"/>
              </a:ext>
            </a:extLst>
          </p:cNvPr>
          <p:cNvSpPr>
            <a:spLocks noGrp="1"/>
          </p:cNvSpPr>
          <p:nvPr/>
        </p:nvSpPr>
        <p:spPr>
          <a:xfrm>
            <a:off x="6511719" y="3383280"/>
            <a:ext cx="1059754" cy="712470"/>
          </a:xfrm>
          <a:custGeom>
            <a:pathLst>
              <a:path w="1059754" h="712470">
                <a:moveTo>
                  <a:pt x="1059754" y="0"/>
                </a:moveTo>
                <a:lnTo>
                  <a:pt x="1059754" y="289560"/>
                </a:lnTo>
                <a:lnTo>
                  <a:pt x="0" y="289560"/>
                </a:lnTo>
                <a:lnTo>
                  <a:pt x="0" y="712470"/>
                </a:lnTo>
              </a:path>
            </a:pathLst>
          </a:custGeom>
          <a:noFill/>
          <a:ln w="6858">
            <a:solidFill>
              <a:srgbClr val="8B8B8B"/>
            </a:solidFill>
            <a:prstDash val="solid"/>
          </a:ln>
        </p:spPr>
      </p:sp>
      <p:pic>
        <p:nvPicPr>
          <p:cNvPr id="79" name="">
            <a:extLst>
              <a:ext uri="{FF2B5EF4-FFF2-40B4-BE49-F238E27FC236}">
                <ns2:creationId id="{71073253-1170-4ECA-9282-75C9FE9B1323}"/>
              </a:ext>
            </a:extLst>
          </p:cNvPr>
          <p:cNvPicPr>
            <a:picLocks noChangeAspect="1"/>
          </p:cNvPicPr>
          <p:nvPr/>
        </p:nvPicPr>
        <p:blipFill>
          <a:blip r:embed="R4d9d3d719a9247d3"/>
          <a:stretch/>
        </p:blipFill>
        <p:spPr>
          <a:xfrm>
            <a:off x="5729478" y="4095750"/>
            <a:ext cx="1564481" cy="1609969"/>
          </a:xfrm>
          <a:prstGeom prst="rect">
            <a:avLst/>
          </a:prstGeom>
        </p:spPr>
      </p:pic>
      <p:sp>
        <p:nvSpPr>
          <p:cNvPr id="80" name="rect_078">
            <a:extLst>
              <a:ext uri="{FF2B5EF4-FFF2-40B4-BE49-F238E27FC236}">
                <ns2:creationId id="{35BDFADC-81FC-472A-9C8B-23B8488C8C85}"/>
              </a:ext>
            </a:extLst>
          </p:cNvPr>
          <p:cNvSpPr>
            <a:spLocks noGrp="1"/>
          </p:cNvSpPr>
          <p:nvPr/>
        </p:nvSpPr>
        <p:spPr>
          <a:xfrm rot="0">
            <a:off x="5729478" y="4095750"/>
            <a:ext cx="1564481" cy="1609969"/>
          </a:xfrm>
          <a:prstGeom prst="rect">
            <a:avLst/>
          </a:prstGeom>
          <a:noFill/>
          <a:ln w="11430">
            <a:solidFill>
              <a:srgbClr val="C73A37"/>
            </a:solidFill>
            <a:prstDash val="solid"/>
          </a:ln>
        </p:spPr>
      </p:sp>
      <p:sp>
        <p:nvSpPr>
          <p:cNvPr id="81" name="text_079">
            <a:extLst>
              <a:ext uri="{FF2B5EF4-FFF2-40B4-BE49-F238E27FC236}">
                <ns2:creationId id="{B5D81EE7-152A-44D8-BA34-F6ACDA55628F}"/>
              </a:ext>
            </a:extLst>
          </p:cNvPr>
          <p:cNvSpPr>
            <a:spLocks noGrp="1"/>
          </p:cNvSpPr>
          <p:nvPr/>
        </p:nvSpPr>
        <p:spPr>
          <a:xfrm rot="0">
            <a:off x="5666899" y="5768298"/>
            <a:ext cx="1689640" cy="238125"/>
          </a:xfrm>
          <a:prstGeom prst="rect">
            <a:avLst/>
          </a:prstGeom>
          <a:noFill/>
          <a:ln w="0">
            <a:noFill/>
            <a:prstDash val="solid"/>
          </a:ln>
        </p:spPr>
        <p:txBody>
          <a:bodyPr wrap="none" lIns="0" tIns="0" rIns="0" bIns="0" anchor="t">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1999-12-26 10:00</a:t>
            </a:r>
          </a:p>
        </p:txBody>
      </p:sp>
      <p:sp>
        <p:nvSpPr>
          <p:cNvPr id="82" name="line_080">
            <a:extLst>
              <a:ext uri="{FF2B5EF4-FFF2-40B4-BE49-F238E27FC236}">
                <ns2:creationId id="{5DB263CC-0468-4C53-A177-393E29EEADA1}"/>
              </a:ext>
            </a:extLst>
          </p:cNvPr>
          <p:cNvSpPr>
            <a:spLocks noGrp="1"/>
          </p:cNvSpPr>
          <p:nvPr/>
        </p:nvSpPr>
        <p:spPr>
          <a:xfrm>
            <a:off x="6404222" y="4711680"/>
            <a:ext cx="342707" cy="115258"/>
          </a:xfrm>
          <a:custGeom>
            <a:pathLst>
              <a:path w="342707" h="115258">
                <a:moveTo>
                  <a:pt x="0" y="0"/>
                </a:moveTo>
                <a:lnTo>
                  <a:pt x="342707" y="115258"/>
                </a:lnTo>
              </a:path>
            </a:pathLst>
          </a:custGeom>
          <a:noFill/>
          <a:ln w="13716">
            <a:solidFill>
              <a:srgbClr val="333333"/>
            </a:solidFill>
            <a:prstDash val="solid"/>
          </a:ln>
        </p:spPr>
      </p:sp>
      <p:sp>
        <p:nvSpPr>
          <p:cNvPr id="83" name="line_081">
            <a:extLst>
              <a:ext uri="{FF2B5EF4-FFF2-40B4-BE49-F238E27FC236}">
                <ns2:creationId id="{BEFB46E8-CEFD-49CA-B1BC-F66DBA5C6CCE}"/>
              </a:ext>
            </a:extLst>
          </p:cNvPr>
          <p:cNvSpPr>
            <a:spLocks noGrp="1"/>
          </p:cNvSpPr>
          <p:nvPr/>
        </p:nvSpPr>
        <p:spPr>
          <a:xfrm>
            <a:off x="6707444" y="4791650"/>
            <a:ext cx="39484" cy="35287"/>
          </a:xfrm>
          <a:custGeom>
            <a:pathLst>
              <a:path w="39484" h="35287">
                <a:moveTo>
                  <a:pt x="0" y="0"/>
                </a:moveTo>
                <a:lnTo>
                  <a:pt x="39484" y="35287"/>
                </a:lnTo>
              </a:path>
            </a:pathLst>
          </a:custGeom>
          <a:noFill/>
          <a:ln w="13716">
            <a:solidFill>
              <a:srgbClr val="333333"/>
            </a:solidFill>
            <a:prstDash val="solid"/>
          </a:ln>
        </p:spPr>
      </p:sp>
      <p:sp>
        <p:nvSpPr>
          <p:cNvPr id="84" name="line_082">
            <a:extLst>
              <a:ext uri="{FF2B5EF4-FFF2-40B4-BE49-F238E27FC236}">
                <ns2:creationId id="{8C537DB1-B2E1-4FEF-ACFB-8A7B08258014}"/>
              </a:ext>
            </a:extLst>
          </p:cNvPr>
          <p:cNvSpPr>
            <a:spLocks noGrp="1"/>
          </p:cNvSpPr>
          <p:nvPr/>
        </p:nvSpPr>
        <p:spPr>
          <a:xfrm>
            <a:off x="6694145" y="4826937"/>
            <a:ext cx="52783" cy="4256"/>
          </a:xfrm>
          <a:custGeom>
            <a:pathLst>
              <a:path w="52783" h="4256">
                <a:moveTo>
                  <a:pt x="0" y="4256"/>
                </a:moveTo>
                <a:lnTo>
                  <a:pt x="52783" y="0"/>
                </a:lnTo>
              </a:path>
            </a:pathLst>
          </a:custGeom>
          <a:noFill/>
          <a:ln w="13716">
            <a:solidFill>
              <a:srgbClr val="333333"/>
            </a:solidFill>
            <a:prstDash val="solid"/>
          </a:ln>
        </p:spPr>
      </p:sp>
      <p:sp>
        <p:nvSpPr>
          <p:cNvPr id="85" name="text_083">
            <a:extLst>
              <a:ext uri="{FF2B5EF4-FFF2-40B4-BE49-F238E27FC236}">
                <ns2:creationId id="{E39A1115-55DD-4572-A493-74D8A9E81CC8}"/>
              </a:ext>
            </a:extLst>
          </p:cNvPr>
          <p:cNvSpPr>
            <a:spLocks noGrp="1"/>
          </p:cNvSpPr>
          <p:nvPr/>
        </p:nvSpPr>
        <p:spPr>
          <a:xfrm rot="0">
            <a:off x="6774741" y="4750452"/>
            <a:ext cx="139065" cy="166878"/>
          </a:xfrm>
          <a:prstGeom prst="rect">
            <a:avLst/>
          </a:prstGeom>
          <a:noFill/>
          <a:ln w="0">
            <a:noFill/>
            <a:prstDash val="solid"/>
          </a:ln>
        </p:spPr>
        <p:txBody>
          <a:bodyPr wrap="none" lIns="0" tIns="0" rIns="0" bIns="0" anchor="t">
            <a:noAutofit/>
          </a:bodyPr>
          <a:lstStyle>
            <a:defPPr algn="l">
              <a:defRPr sz="1275" b="1">
                <a:solidFill>
                  <a:srgbClr val="000000"/>
                </a:solidFill>
                <a:latin typeface="Arial"/>
                <a:ea typeface="Arial"/>
                <a:cs typeface="Arial"/>
              </a:defRPr>
            </a:defPPr>
            <a:lvl1pPr algn="l">
              <a:defRPr sz="1275" b="1">
                <a:solidFill>
                  <a:srgbClr val="000000"/>
                </a:solidFill>
                <a:latin typeface="Arial"/>
                <a:ea typeface="Arial"/>
                <a:cs typeface="Arial"/>
              </a:defRPr>
            </a:lvl1pPr>
            <a:lvl2pPr algn="l">
              <a:defRPr sz="1275" b="1">
                <a:solidFill>
                  <a:srgbClr val="000000"/>
                </a:solidFill>
                <a:latin typeface="Arial"/>
                <a:ea typeface="Arial"/>
                <a:cs typeface="Arial"/>
              </a:defRPr>
            </a:lvl2pPr>
            <a:lvl3pPr algn="l">
              <a:defRPr sz="1275" b="1">
                <a:solidFill>
                  <a:srgbClr val="000000"/>
                </a:solidFill>
                <a:latin typeface="Arial"/>
                <a:ea typeface="Arial"/>
                <a:cs typeface="Arial"/>
              </a:defRPr>
            </a:lvl3pPr>
            <a:lvl4pPr algn="l">
              <a:defRPr sz="1275" b="1">
                <a:solidFill>
                  <a:srgbClr val="000000"/>
                </a:solidFill>
                <a:latin typeface="Arial"/>
                <a:ea typeface="Arial"/>
                <a:cs typeface="Arial"/>
              </a:defRPr>
            </a:lvl4pPr>
            <a:lvl5pPr algn="l">
              <a:defRPr sz="1275" b="1">
                <a:solidFill>
                  <a:srgbClr val="000000"/>
                </a:solidFill>
                <a:latin typeface="Arial"/>
                <a:ea typeface="Arial"/>
                <a:cs typeface="Arial"/>
              </a:defRPr>
            </a:lvl5pPr>
            <a:lvl6pPr algn="l">
              <a:defRPr sz="1275" b="1">
                <a:solidFill>
                  <a:srgbClr val="000000"/>
                </a:solidFill>
                <a:latin typeface="Arial"/>
                <a:ea typeface="Arial"/>
                <a:cs typeface="Arial"/>
              </a:defRPr>
            </a:lvl6pPr>
            <a:lvl7pPr algn="l">
              <a:defRPr sz="1275" b="1">
                <a:solidFill>
                  <a:srgbClr val="000000"/>
                </a:solidFill>
                <a:latin typeface="Arial"/>
                <a:ea typeface="Arial"/>
                <a:cs typeface="Arial"/>
              </a:defRPr>
            </a:lvl7pPr>
            <a:lvl8pPr algn="l">
              <a:defRPr sz="1275" b="1">
                <a:solidFill>
                  <a:srgbClr val="000000"/>
                </a:solidFill>
                <a:latin typeface="Arial"/>
                <a:ea typeface="Arial"/>
                <a:cs typeface="Arial"/>
              </a:defRPr>
            </a:lvl8pPr>
            <a:lvl9pPr algn="l">
              <a:defRPr sz="1275" b="1">
                <a:solidFill>
                  <a:srgbClr val="000000"/>
                </a:solidFill>
                <a:latin typeface="Arial"/>
                <a:ea typeface="Arial"/>
                <a:cs typeface="Arial"/>
              </a:defRPr>
            </a:lvl9pPr>
          </a:lstStyle>
          <a:p>
            <a:pPr algn="l">
              <a:defRPr sz="1275" b="1">
                <a:solidFill>
                  <a:srgbClr val="000000"/>
                </a:solidFill>
                <a:latin typeface="Arial"/>
                <a:ea typeface="Arial"/>
                <a:cs typeface="Arial"/>
              </a:defRPr>
            </a:pPr>
            <a:r>
              <a:rPr sz="1275" b="1">
                <a:solidFill>
                  <a:srgbClr val="000000"/>
                </a:solidFill>
                <a:latin typeface="Arial"/>
                <a:ea typeface="Arial"/>
                <a:cs typeface="Arial"/>
              </a:rPr>
              <a:t>d</a:t>
            </a:r>
          </a:p>
        </p:txBody>
      </p:sp>
      <p:sp>
        <p:nvSpPr>
          <p:cNvPr id="86" name="a_event_guide_4">
            <a:extLst>
              <a:ext uri="{FF2B5EF4-FFF2-40B4-BE49-F238E27FC236}">
                <ns2:creationId id="{EF14D915-F406-4BF4-B31D-8745F9C7E20B}"/>
              </a:ext>
            </a:extLst>
          </p:cNvPr>
          <p:cNvSpPr>
            <a:spLocks noGrp="1"/>
          </p:cNvSpPr>
          <p:nvPr/>
        </p:nvSpPr>
        <p:spPr>
          <a:xfrm>
            <a:off x="7983621" y="320040"/>
            <a:ext cx="95" cy="2971800"/>
          </a:xfrm>
          <a:custGeom>
            <a:pathLst>
              <a:path w="95" h="2971800">
                <a:moveTo>
                  <a:pt x="0" y="0"/>
                </a:moveTo>
                <a:lnTo>
                  <a:pt x="0" y="2971800"/>
                </a:lnTo>
              </a:path>
            </a:pathLst>
          </a:custGeom>
          <a:noFill/>
          <a:ln w="8573">
            <a:solidFill>
              <a:srgbClr val="000000"/>
            </a:solidFill>
            <a:prstDash val="dash"/>
          </a:ln>
        </p:spPr>
      </p:sp>
      <p:sp>
        <p:nvSpPr>
          <p:cNvPr id="87" name="a_event_box_4">
            <a:extLst>
              <a:ext uri="{FF2B5EF4-FFF2-40B4-BE49-F238E27FC236}">
                <ns2:creationId id="{E74B9826-15ED-481D-9059-3E4C28D35F61}"/>
              </a:ext>
            </a:extLst>
          </p:cNvPr>
          <p:cNvSpPr>
            <a:spLocks noGrp="1"/>
          </p:cNvSpPr>
          <p:nvPr/>
        </p:nvSpPr>
        <p:spPr>
          <a:xfrm rot="0">
            <a:off x="7769542" y="647700"/>
            <a:ext cx="1098614" cy="228600"/>
          </a:xfrm>
          <a:prstGeom prst="roundRect">
            <a:avLst>
              <a:gd name="adj" fmla="val 33333"/>
            </a:avLst>
          </a:prstGeom>
          <a:solidFill>
            <a:srgbClr val="FFFFFF">
              <a:alpha val="88000"/>
            </a:srgbClr>
          </a:solidFill>
          <a:ln w="6858">
            <a:solidFill>
              <a:srgbClr val="000000"/>
            </a:solidFill>
            <a:prstDash val="solid"/>
          </a:ln>
        </p:spPr>
      </p:sp>
      <p:sp>
        <p:nvSpPr>
          <p:cNvPr id="88" name="text_086">
            <a:extLst>
              <a:ext uri="{FF2B5EF4-FFF2-40B4-BE49-F238E27FC236}">
                <ns2:creationId id="{F10E45BD-D566-47CD-A91A-DF91CA1C5CF6}"/>
              </a:ext>
            </a:extLst>
          </p:cNvPr>
          <p:cNvSpPr>
            <a:spLocks noGrp="1"/>
          </p:cNvSpPr>
          <p:nvPr/>
        </p:nvSpPr>
        <p:spPr>
          <a:xfrm rot="0">
            <a:off x="7832122" y="685800"/>
            <a:ext cx="973455" cy="190500"/>
          </a:xfrm>
          <a:prstGeom prst="rect">
            <a:avLst/>
          </a:prstGeom>
          <a:noFill/>
          <a:ln w="0">
            <a:noFill/>
            <a:prstDash val="solid"/>
          </a:ln>
        </p:spPr>
        <p:txBody>
          <a:bodyPr wrap="none" lIns="0" tIns="0" rIns="0" bIns="0" anchor="t">
            <a:noAutofit/>
          </a:bodyPr>
          <a:lstStyle>
            <a:defPPr algn="l">
              <a:defRPr sz="1125" b="0">
                <a:solidFill>
                  <a:srgbClr val="000000"/>
                </a:solidFill>
                <a:latin typeface="Arial"/>
                <a:ea typeface="Arial"/>
                <a:cs typeface="Arial"/>
              </a:defRPr>
            </a:defPPr>
            <a:lvl1pPr algn="l">
              <a:defRPr sz="1125" b="0">
                <a:solidFill>
                  <a:srgbClr val="000000"/>
                </a:solidFill>
                <a:latin typeface="Arial"/>
                <a:ea typeface="Arial"/>
                <a:cs typeface="Arial"/>
              </a:defRPr>
            </a:lvl1pPr>
            <a:lvl2pPr algn="l">
              <a:defRPr sz="1125" b="0">
                <a:solidFill>
                  <a:srgbClr val="000000"/>
                </a:solidFill>
                <a:latin typeface="Arial"/>
                <a:ea typeface="Arial"/>
                <a:cs typeface="Arial"/>
              </a:defRPr>
            </a:lvl2pPr>
            <a:lvl3pPr algn="l">
              <a:defRPr sz="1125" b="0">
                <a:solidFill>
                  <a:srgbClr val="000000"/>
                </a:solidFill>
                <a:latin typeface="Arial"/>
                <a:ea typeface="Arial"/>
                <a:cs typeface="Arial"/>
              </a:defRPr>
            </a:lvl3pPr>
            <a:lvl4pPr algn="l">
              <a:defRPr sz="1125" b="0">
                <a:solidFill>
                  <a:srgbClr val="000000"/>
                </a:solidFill>
                <a:latin typeface="Arial"/>
                <a:ea typeface="Arial"/>
                <a:cs typeface="Arial"/>
              </a:defRPr>
            </a:lvl4pPr>
            <a:lvl5pPr algn="l">
              <a:defRPr sz="1125" b="0">
                <a:solidFill>
                  <a:srgbClr val="000000"/>
                </a:solidFill>
                <a:latin typeface="Arial"/>
                <a:ea typeface="Arial"/>
                <a:cs typeface="Arial"/>
              </a:defRPr>
            </a:lvl5pPr>
            <a:lvl6pPr algn="l">
              <a:defRPr sz="1125" b="0">
                <a:solidFill>
                  <a:srgbClr val="000000"/>
                </a:solidFill>
                <a:latin typeface="Arial"/>
                <a:ea typeface="Arial"/>
                <a:cs typeface="Arial"/>
              </a:defRPr>
            </a:lvl6pPr>
            <a:lvl7pPr algn="l">
              <a:defRPr sz="1125" b="0">
                <a:solidFill>
                  <a:srgbClr val="000000"/>
                </a:solidFill>
                <a:latin typeface="Arial"/>
                <a:ea typeface="Arial"/>
                <a:cs typeface="Arial"/>
              </a:defRPr>
            </a:lvl7pPr>
            <a:lvl8pPr algn="l">
              <a:defRPr sz="1125" b="0">
                <a:solidFill>
                  <a:srgbClr val="000000"/>
                </a:solidFill>
                <a:latin typeface="Arial"/>
                <a:ea typeface="Arial"/>
                <a:cs typeface="Arial"/>
              </a:defRPr>
            </a:lvl8pPr>
            <a:lvl9pPr algn="l">
              <a:defRPr sz="1125" b="0">
                <a:solidFill>
                  <a:srgbClr val="000000"/>
                </a:solidFill>
                <a:latin typeface="Arial"/>
                <a:ea typeface="Arial"/>
                <a:cs typeface="Arial"/>
              </a:defRPr>
            </a:lvl9pPr>
          </a:lstStyle>
          <a:p>
            <a:pPr algn="l">
              <a:defRPr sz="1125" b="0">
                <a:solidFill>
                  <a:srgbClr val="000000"/>
                </a:solidFill>
                <a:latin typeface="Arial"/>
                <a:ea typeface="Arial"/>
                <a:cs typeface="Arial"/>
              </a:defRPr>
            </a:pPr>
            <a:r>
              <a:rPr sz="1125" b="0">
                <a:solidFill>
                  <a:srgbClr val="000000"/>
                </a:solidFill>
                <a:latin typeface="Arial"/>
                <a:ea typeface="Arial"/>
                <a:cs typeface="Arial"/>
              </a:rPr>
              <a:t>Cyclone Martin</a:t>
            </a:r>
          </a:p>
        </p:txBody>
      </p:sp>
      <p:sp>
        <p:nvSpPr>
          <p:cNvPr id="89" name="line_087">
            <a:extLst>
              <a:ext uri="{FF2B5EF4-FFF2-40B4-BE49-F238E27FC236}">
                <ns2:creationId id="{81C91A59-AB74-425B-8ED1-9E9FA19E8C4E}"/>
              </a:ext>
            </a:extLst>
          </p:cNvPr>
          <p:cNvSpPr>
            <a:spLocks noGrp="1"/>
          </p:cNvSpPr>
          <p:nvPr/>
        </p:nvSpPr>
        <p:spPr>
          <a:xfrm>
            <a:off x="7983621" y="876300"/>
            <a:ext cx="95" cy="962577"/>
          </a:xfrm>
          <a:custGeom>
            <a:pathLst>
              <a:path w="95" h="962577">
                <a:moveTo>
                  <a:pt x="0" y="0"/>
                </a:moveTo>
                <a:lnTo>
                  <a:pt x="0" y="962577"/>
                </a:lnTo>
              </a:path>
            </a:pathLst>
          </a:custGeom>
          <a:noFill/>
          <a:ln w="9430">
            <a:solidFill>
              <a:srgbClr val="000000"/>
            </a:solidFill>
            <a:prstDash val="solid"/>
          </a:ln>
        </p:spPr>
      </p:sp>
      <p:sp>
        <p:nvSpPr>
          <p:cNvPr id="90" name="line_088">
            <a:extLst>
              <a:ext uri="{FF2B5EF4-FFF2-40B4-BE49-F238E27FC236}">
                <ns2:creationId id="{43D87206-11DD-4821-9EB9-EE1040F2B15E}"/>
              </a:ext>
            </a:extLst>
          </p:cNvPr>
          <p:cNvSpPr>
            <a:spLocks noGrp="1"/>
          </p:cNvSpPr>
          <p:nvPr/>
        </p:nvSpPr>
        <p:spPr>
          <a:xfrm>
            <a:off x="7983621" y="1785537"/>
            <a:ext cx="20860" cy="53340"/>
          </a:xfrm>
          <a:custGeom>
            <a:pathLst>
              <a:path w="20860" h="53340">
                <a:moveTo>
                  <a:pt x="20860" y="0"/>
                </a:moveTo>
                <a:lnTo>
                  <a:pt x="0" y="53340"/>
                </a:lnTo>
              </a:path>
            </a:pathLst>
          </a:custGeom>
          <a:noFill/>
          <a:ln w="9430">
            <a:solidFill>
              <a:srgbClr val="000000"/>
            </a:solidFill>
            <a:prstDash val="solid"/>
          </a:ln>
        </p:spPr>
      </p:sp>
      <p:sp>
        <p:nvSpPr>
          <p:cNvPr id="91" name="line_089">
            <a:extLst>
              <a:ext uri="{FF2B5EF4-FFF2-40B4-BE49-F238E27FC236}">
                <ns2:creationId id="{53AA9642-2C9C-4ADA-85BF-1EA1BF9CBABA}"/>
              </a:ext>
            </a:extLst>
          </p:cNvPr>
          <p:cNvSpPr>
            <a:spLocks noGrp="1"/>
          </p:cNvSpPr>
          <p:nvPr/>
        </p:nvSpPr>
        <p:spPr>
          <a:xfrm>
            <a:off x="7962761" y="1785537"/>
            <a:ext cx="20860" cy="53340"/>
          </a:xfrm>
          <a:custGeom>
            <a:pathLst>
              <a:path w="20860" h="53340">
                <a:moveTo>
                  <a:pt x="0" y="0"/>
                </a:moveTo>
                <a:lnTo>
                  <a:pt x="20860" y="53340"/>
                </a:lnTo>
              </a:path>
            </a:pathLst>
          </a:custGeom>
          <a:noFill/>
          <a:ln w="9430">
            <a:solidFill>
              <a:srgbClr val="000000"/>
            </a:solidFill>
            <a:prstDash val="solid"/>
          </a:ln>
        </p:spPr>
      </p:sp>
      <p:sp>
        <p:nvSpPr>
          <p:cNvPr id="92" name="path_090">
            <a:extLst>
              <a:ext uri="{FF2B5EF4-FFF2-40B4-BE49-F238E27FC236}">
                <ns2:creationId id="{1F2E3B57-9EFA-4E04-B1FA-3D24107BDA89}"/>
              </a:ext>
            </a:extLst>
          </p:cNvPr>
          <p:cNvSpPr>
            <a:spLocks noGrp="1"/>
          </p:cNvSpPr>
          <p:nvPr/>
        </p:nvSpPr>
        <p:spPr>
          <a:xfrm>
            <a:off x="7983621" y="3383280"/>
            <a:ext cx="287270" cy="712470"/>
          </a:xfrm>
          <a:custGeom>
            <a:pathLst>
              <a:path w="287270" h="712470">
                <a:moveTo>
                  <a:pt x="0" y="0"/>
                </a:moveTo>
                <a:lnTo>
                  <a:pt x="0" y="304800"/>
                </a:lnTo>
                <a:lnTo>
                  <a:pt x="287270" y="304800"/>
                </a:lnTo>
                <a:lnTo>
                  <a:pt x="287270" y="712470"/>
                </a:lnTo>
              </a:path>
            </a:pathLst>
          </a:custGeom>
          <a:noFill/>
          <a:ln w="6858">
            <a:solidFill>
              <a:srgbClr val="8B8B8B"/>
            </a:solidFill>
            <a:prstDash val="solid"/>
          </a:ln>
        </p:spPr>
      </p:sp>
      <p:pic>
        <p:nvPicPr>
          <p:cNvPr id="93" name="">
            <a:extLst>
              <a:ext uri="{FF2B5EF4-FFF2-40B4-BE49-F238E27FC236}">
                <ns2:creationId id="{A5CEDAB8-C15C-438B-9F53-E6506A59288D}"/>
              </a:ext>
            </a:extLst>
          </p:cNvPr>
          <p:cNvPicPr>
            <a:picLocks noChangeAspect="1"/>
          </p:cNvPicPr>
          <p:nvPr/>
        </p:nvPicPr>
        <p:blipFill>
          <a:blip r:embed="R9ac765dc614540c1"/>
          <a:stretch/>
        </p:blipFill>
        <p:spPr>
          <a:xfrm>
            <a:off x="7488650" y="4095750"/>
            <a:ext cx="1564481" cy="1609969"/>
          </a:xfrm>
          <a:prstGeom prst="rect">
            <a:avLst/>
          </a:prstGeom>
        </p:spPr>
      </p:pic>
      <p:sp>
        <p:nvSpPr>
          <p:cNvPr id="94" name="rect_092">
            <a:extLst>
              <a:ext uri="{FF2B5EF4-FFF2-40B4-BE49-F238E27FC236}">
                <ns2:creationId id="{4287C860-8867-4690-9E7A-ED172D8BC849}"/>
              </a:ext>
            </a:extLst>
          </p:cNvPr>
          <p:cNvSpPr>
            <a:spLocks noGrp="1"/>
          </p:cNvSpPr>
          <p:nvPr/>
        </p:nvSpPr>
        <p:spPr>
          <a:xfrm rot="0">
            <a:off x="7488650" y="4095750"/>
            <a:ext cx="1564481" cy="1609969"/>
          </a:xfrm>
          <a:prstGeom prst="rect">
            <a:avLst/>
          </a:prstGeom>
          <a:noFill/>
          <a:ln w="7715">
            <a:solidFill>
              <a:srgbClr val="000000"/>
            </a:solidFill>
            <a:prstDash val="solid"/>
          </a:ln>
        </p:spPr>
      </p:sp>
      <p:sp>
        <p:nvSpPr>
          <p:cNvPr id="95" name="text_093">
            <a:extLst>
              <a:ext uri="{FF2B5EF4-FFF2-40B4-BE49-F238E27FC236}">
                <ns2:creationId id="{030A4199-D11E-4915-BB44-52309F24E9BA}"/>
              </a:ext>
            </a:extLst>
          </p:cNvPr>
          <p:cNvSpPr>
            <a:spLocks noGrp="1"/>
          </p:cNvSpPr>
          <p:nvPr/>
        </p:nvSpPr>
        <p:spPr>
          <a:xfrm rot="0">
            <a:off x="7426071" y="5768298"/>
            <a:ext cx="1689640" cy="238125"/>
          </a:xfrm>
          <a:prstGeom prst="rect">
            <a:avLst/>
          </a:prstGeom>
          <a:noFill/>
          <a:ln w="0">
            <a:noFill/>
            <a:prstDash val="solid"/>
          </a:ln>
        </p:spPr>
        <p:txBody>
          <a:bodyPr wrap="none" lIns="0" tIns="0" rIns="0" bIns="0" anchor="t">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1999-12-27 21:00</a:t>
            </a:r>
          </a:p>
        </p:txBody>
      </p:sp>
      <p:sp>
        <p:nvSpPr>
          <p:cNvPr id="96" name="line_094">
            <a:extLst>
              <a:ext uri="{FF2B5EF4-FFF2-40B4-BE49-F238E27FC236}">
                <ns2:creationId id="{24B26DEC-A2F1-405A-99C9-C3D669E583B9}"/>
              </a:ext>
            </a:extLst>
          </p:cNvPr>
          <p:cNvSpPr>
            <a:spLocks noGrp="1"/>
          </p:cNvSpPr>
          <p:nvPr/>
        </p:nvSpPr>
        <p:spPr>
          <a:xfrm>
            <a:off x="8067609" y="4843106"/>
            <a:ext cx="342707" cy="115258"/>
          </a:xfrm>
          <a:custGeom>
            <a:pathLst>
              <a:path w="342707" h="115258">
                <a:moveTo>
                  <a:pt x="0" y="0"/>
                </a:moveTo>
                <a:lnTo>
                  <a:pt x="342707" y="115258"/>
                </a:lnTo>
              </a:path>
            </a:pathLst>
          </a:custGeom>
          <a:noFill/>
          <a:ln w="13716">
            <a:solidFill>
              <a:srgbClr val="333333"/>
            </a:solidFill>
            <a:prstDash val="solid"/>
          </a:ln>
        </p:spPr>
      </p:sp>
      <p:sp>
        <p:nvSpPr>
          <p:cNvPr id="97" name="line_095">
            <a:extLst>
              <a:ext uri="{FF2B5EF4-FFF2-40B4-BE49-F238E27FC236}">
                <ns2:creationId id="{A9D7AC8E-4BF0-4092-B4E4-903AD635F2B6}"/>
              </a:ext>
            </a:extLst>
          </p:cNvPr>
          <p:cNvSpPr>
            <a:spLocks noGrp="1"/>
          </p:cNvSpPr>
          <p:nvPr/>
        </p:nvSpPr>
        <p:spPr>
          <a:xfrm>
            <a:off x="8370832" y="4923076"/>
            <a:ext cx="39484" cy="35287"/>
          </a:xfrm>
          <a:custGeom>
            <a:pathLst>
              <a:path w="39484" h="35287">
                <a:moveTo>
                  <a:pt x="0" y="0"/>
                </a:moveTo>
                <a:lnTo>
                  <a:pt x="39484" y="35287"/>
                </a:lnTo>
              </a:path>
            </a:pathLst>
          </a:custGeom>
          <a:noFill/>
          <a:ln w="13716">
            <a:solidFill>
              <a:srgbClr val="333333"/>
            </a:solidFill>
            <a:prstDash val="solid"/>
          </a:ln>
        </p:spPr>
      </p:sp>
      <p:sp>
        <p:nvSpPr>
          <p:cNvPr id="98" name="line_096">
            <a:extLst>
              <a:ext uri="{FF2B5EF4-FFF2-40B4-BE49-F238E27FC236}">
                <ns2:creationId id="{EB7D45B3-206F-49B7-800E-7E1D9C413804}"/>
              </a:ext>
            </a:extLst>
          </p:cNvPr>
          <p:cNvSpPr>
            <a:spLocks noGrp="1"/>
          </p:cNvSpPr>
          <p:nvPr/>
        </p:nvSpPr>
        <p:spPr>
          <a:xfrm>
            <a:off x="8357533" y="4958363"/>
            <a:ext cx="52783" cy="4256"/>
          </a:xfrm>
          <a:custGeom>
            <a:pathLst>
              <a:path w="52783" h="4256">
                <a:moveTo>
                  <a:pt x="0" y="4256"/>
                </a:moveTo>
                <a:lnTo>
                  <a:pt x="52783" y="0"/>
                </a:lnTo>
              </a:path>
            </a:pathLst>
          </a:custGeom>
          <a:noFill/>
          <a:ln w="13716">
            <a:solidFill>
              <a:srgbClr val="333333"/>
            </a:solidFill>
            <a:prstDash val="solid"/>
          </a:ln>
        </p:spPr>
      </p:sp>
      <p:sp>
        <p:nvSpPr>
          <p:cNvPr id="99" name="text_097">
            <a:extLst>
              <a:ext uri="{FF2B5EF4-FFF2-40B4-BE49-F238E27FC236}">
                <ns2:creationId id="{D04461AD-F892-4146-9BCC-14A3F3C0A592}"/>
              </a:ext>
            </a:extLst>
          </p:cNvPr>
          <p:cNvSpPr>
            <a:spLocks noGrp="1"/>
          </p:cNvSpPr>
          <p:nvPr/>
        </p:nvSpPr>
        <p:spPr>
          <a:xfrm rot="0">
            <a:off x="8438129" y="4881878"/>
            <a:ext cx="139065" cy="166878"/>
          </a:xfrm>
          <a:prstGeom prst="rect">
            <a:avLst/>
          </a:prstGeom>
          <a:noFill/>
          <a:ln w="0">
            <a:noFill/>
            <a:prstDash val="solid"/>
          </a:ln>
        </p:spPr>
        <p:txBody>
          <a:bodyPr wrap="none" lIns="0" tIns="0" rIns="0" bIns="0" anchor="t">
            <a:noAutofit/>
          </a:bodyPr>
          <a:lstStyle>
            <a:defPPr algn="l">
              <a:defRPr sz="1275" b="1">
                <a:solidFill>
                  <a:srgbClr val="000000"/>
                </a:solidFill>
                <a:latin typeface="Arial"/>
                <a:ea typeface="Arial"/>
                <a:cs typeface="Arial"/>
              </a:defRPr>
            </a:defPPr>
            <a:lvl1pPr algn="l">
              <a:defRPr sz="1275" b="1">
                <a:solidFill>
                  <a:srgbClr val="000000"/>
                </a:solidFill>
                <a:latin typeface="Arial"/>
                <a:ea typeface="Arial"/>
                <a:cs typeface="Arial"/>
              </a:defRPr>
            </a:lvl1pPr>
            <a:lvl2pPr algn="l">
              <a:defRPr sz="1275" b="1">
                <a:solidFill>
                  <a:srgbClr val="000000"/>
                </a:solidFill>
                <a:latin typeface="Arial"/>
                <a:ea typeface="Arial"/>
                <a:cs typeface="Arial"/>
              </a:defRPr>
            </a:lvl2pPr>
            <a:lvl3pPr algn="l">
              <a:defRPr sz="1275" b="1">
                <a:solidFill>
                  <a:srgbClr val="000000"/>
                </a:solidFill>
                <a:latin typeface="Arial"/>
                <a:ea typeface="Arial"/>
                <a:cs typeface="Arial"/>
              </a:defRPr>
            </a:lvl3pPr>
            <a:lvl4pPr algn="l">
              <a:defRPr sz="1275" b="1">
                <a:solidFill>
                  <a:srgbClr val="000000"/>
                </a:solidFill>
                <a:latin typeface="Arial"/>
                <a:ea typeface="Arial"/>
                <a:cs typeface="Arial"/>
              </a:defRPr>
            </a:lvl4pPr>
            <a:lvl5pPr algn="l">
              <a:defRPr sz="1275" b="1">
                <a:solidFill>
                  <a:srgbClr val="000000"/>
                </a:solidFill>
                <a:latin typeface="Arial"/>
                <a:ea typeface="Arial"/>
                <a:cs typeface="Arial"/>
              </a:defRPr>
            </a:lvl5pPr>
            <a:lvl6pPr algn="l">
              <a:defRPr sz="1275" b="1">
                <a:solidFill>
                  <a:srgbClr val="000000"/>
                </a:solidFill>
                <a:latin typeface="Arial"/>
                <a:ea typeface="Arial"/>
                <a:cs typeface="Arial"/>
              </a:defRPr>
            </a:lvl6pPr>
            <a:lvl7pPr algn="l">
              <a:defRPr sz="1275" b="1">
                <a:solidFill>
                  <a:srgbClr val="000000"/>
                </a:solidFill>
                <a:latin typeface="Arial"/>
                <a:ea typeface="Arial"/>
                <a:cs typeface="Arial"/>
              </a:defRPr>
            </a:lvl7pPr>
            <a:lvl8pPr algn="l">
              <a:defRPr sz="1275" b="1">
                <a:solidFill>
                  <a:srgbClr val="000000"/>
                </a:solidFill>
                <a:latin typeface="Arial"/>
                <a:ea typeface="Arial"/>
                <a:cs typeface="Arial"/>
              </a:defRPr>
            </a:lvl8pPr>
            <a:lvl9pPr algn="l">
              <a:defRPr sz="1275" b="1">
                <a:solidFill>
                  <a:srgbClr val="000000"/>
                </a:solidFill>
                <a:latin typeface="Arial"/>
                <a:ea typeface="Arial"/>
                <a:cs typeface="Arial"/>
              </a:defRPr>
            </a:lvl9pPr>
          </a:lstStyle>
          <a:p>
            <a:pPr algn="l">
              <a:defRPr sz="1275" b="1">
                <a:solidFill>
                  <a:srgbClr val="000000"/>
                </a:solidFill>
                <a:latin typeface="Arial"/>
                <a:ea typeface="Arial"/>
                <a:cs typeface="Arial"/>
              </a:defRPr>
            </a:pPr>
            <a:r>
              <a:rPr sz="1275" b="1">
                <a:solidFill>
                  <a:srgbClr val="000000"/>
                </a:solidFill>
                <a:latin typeface="Arial"/>
                <a:ea typeface="Arial"/>
                <a:cs typeface="Arial"/>
              </a:rPr>
              <a:t>d</a:t>
            </a:r>
          </a:p>
        </p:txBody>
      </p:sp>
      <p:sp>
        <p:nvSpPr>
          <p:cNvPr id="100" name="text_098">
            <a:extLst>
              <a:ext uri="{FF2B5EF4-FFF2-40B4-BE49-F238E27FC236}">
                <ns2:creationId id="{6FD57995-5BD6-47FA-8732-82A47AE821E1}"/>
              </a:ext>
            </a:extLst>
          </p:cNvPr>
          <p:cNvSpPr>
            <a:spLocks noGrp="1"/>
          </p:cNvSpPr>
          <p:nvPr/>
        </p:nvSpPr>
        <p:spPr>
          <a:xfrm rot="0">
            <a:off x="9582150" y="57150"/>
            <a:ext cx="3171825" cy="266700"/>
          </a:xfrm>
          <a:prstGeom prst="rect">
            <a:avLst/>
          </a:prstGeom>
          <a:noFill/>
          <a:ln w="0">
            <a:noFill/>
            <a:prstDash val="solid"/>
          </a:ln>
        </p:spPr>
        <p:txBody>
          <a:bodyPr wrap="none" lIns="0" tIns="0" rIns="0" bIns="0" anchor="t">
            <a:noAutofit/>
          </a:bodyPr>
          <a:lstStyle>
            <a:defPPr algn="l">
              <a:defRPr sz="1500" b="1">
                <a:solidFill>
                  <a:srgbClr val="000000"/>
                </a:solidFill>
                <a:latin typeface="Arial"/>
                <a:ea typeface="Arial"/>
                <a:cs typeface="Arial"/>
              </a:defRPr>
            </a:defPPr>
            <a:lvl1pPr algn="l">
              <a:defRPr sz="1500" b="1">
                <a:solidFill>
                  <a:srgbClr val="000000"/>
                </a:solidFill>
                <a:latin typeface="Arial"/>
                <a:ea typeface="Arial"/>
                <a:cs typeface="Arial"/>
              </a:defRPr>
            </a:lvl1pPr>
            <a:lvl2pPr algn="l">
              <a:defRPr sz="1500" b="1">
                <a:solidFill>
                  <a:srgbClr val="000000"/>
                </a:solidFill>
                <a:latin typeface="Arial"/>
                <a:ea typeface="Arial"/>
                <a:cs typeface="Arial"/>
              </a:defRPr>
            </a:lvl2pPr>
            <a:lvl3pPr algn="l">
              <a:defRPr sz="1500" b="1">
                <a:solidFill>
                  <a:srgbClr val="000000"/>
                </a:solidFill>
                <a:latin typeface="Arial"/>
                <a:ea typeface="Arial"/>
                <a:cs typeface="Arial"/>
              </a:defRPr>
            </a:lvl3pPr>
            <a:lvl4pPr algn="l">
              <a:defRPr sz="1500" b="1">
                <a:solidFill>
                  <a:srgbClr val="000000"/>
                </a:solidFill>
                <a:latin typeface="Arial"/>
                <a:ea typeface="Arial"/>
                <a:cs typeface="Arial"/>
              </a:defRPr>
            </a:lvl4pPr>
            <a:lvl5pPr algn="l">
              <a:defRPr sz="1500" b="1">
                <a:solidFill>
                  <a:srgbClr val="000000"/>
                </a:solidFill>
                <a:latin typeface="Arial"/>
                <a:ea typeface="Arial"/>
                <a:cs typeface="Arial"/>
              </a:defRPr>
            </a:lvl5pPr>
            <a:lvl6pPr algn="l">
              <a:defRPr sz="1500" b="1">
                <a:solidFill>
                  <a:srgbClr val="000000"/>
                </a:solidFill>
                <a:latin typeface="Arial"/>
                <a:ea typeface="Arial"/>
                <a:cs typeface="Arial"/>
              </a:defRPr>
            </a:lvl6pPr>
            <a:lvl7pPr algn="l">
              <a:defRPr sz="1500" b="1">
                <a:solidFill>
                  <a:srgbClr val="000000"/>
                </a:solidFill>
                <a:latin typeface="Arial"/>
                <a:ea typeface="Arial"/>
                <a:cs typeface="Arial"/>
              </a:defRPr>
            </a:lvl7pPr>
            <a:lvl8pPr algn="l">
              <a:defRPr sz="1500" b="1">
                <a:solidFill>
                  <a:srgbClr val="000000"/>
                </a:solidFill>
                <a:latin typeface="Arial"/>
                <a:ea typeface="Arial"/>
                <a:cs typeface="Arial"/>
              </a:defRPr>
            </a:lvl8pPr>
            <a:lvl9pPr algn="l">
              <a:defRPr sz="1500" b="1">
                <a:solidFill>
                  <a:srgbClr val="000000"/>
                </a:solidFill>
                <a:latin typeface="Arial"/>
                <a:ea typeface="Arial"/>
                <a:cs typeface="Arial"/>
              </a:defRPr>
            </a:lvl9pPr>
          </a:lstStyle>
          <a:p>
            <a:pPr algn="l">
              <a:defRPr sz="1500" b="1">
                <a:solidFill>
                  <a:srgbClr val="000000"/>
                </a:solidFill>
                <a:latin typeface="Arial"/>
                <a:ea typeface="Arial"/>
                <a:cs typeface="Arial"/>
              </a:defRPr>
            </a:pPr>
            <a:r>
              <a:rPr sz="1500" b="1">
                <a:solidFill>
                  <a:srgbClr val="000000"/>
                </a:solidFill>
                <a:latin typeface="Arial"/>
                <a:ea typeface="Arial"/>
                <a:cs typeface="Arial"/>
              </a:rPr>
              <a:t>(b) Local event and tracks</a:t>
            </a:r>
          </a:p>
        </p:txBody>
      </p:sp>
      <p:sp>
        <p:nvSpPr>
          <p:cNvPr id="101" name="text_099">
            <a:extLst>
              <a:ext uri="{FF2B5EF4-FFF2-40B4-BE49-F238E27FC236}">
                <ns2:creationId id="{2566003B-BC2F-41DE-AC92-01E4A624C4D3}"/>
              </a:ext>
            </a:extLst>
          </p:cNvPr>
          <p:cNvSpPr>
            <a:spLocks noGrp="1"/>
          </p:cNvSpPr>
          <p:nvPr/>
        </p:nvSpPr>
        <p:spPr>
          <a:xfrm rot="0">
            <a:off x="9620250" y="342900"/>
            <a:ext cx="3086100" cy="228600"/>
          </a:xfrm>
          <a:prstGeom prst="rect">
            <a:avLst/>
          </a:prstGeom>
          <a:noFill/>
          <a:ln w="0">
            <a:noFill/>
            <a:prstDash val="solid"/>
          </a:ln>
        </p:spPr>
        <p:txBody>
          <a:bodyPr wrap="none" lIns="0" tIns="0" rIns="0" bIns="0" anchor="t">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26 Dec 1999 10:00 UTC</a:t>
            </a:r>
          </a:p>
        </p:txBody>
      </p:sp>
      <p:pic>
        <p:nvPicPr>
          <p:cNvPr id="102" name="">
            <a:extLst>
              <a:ext uri="{FF2B5EF4-FFF2-40B4-BE49-F238E27FC236}">
                <ns2:creationId id="{A09A6F51-96E4-4094-8720-4CCF651D2CF5}"/>
              </a:ext>
            </a:extLst>
          </p:cNvPr>
          <p:cNvPicPr>
            <a:picLocks noChangeAspect="1"/>
          </p:cNvPicPr>
          <p:nvPr/>
        </p:nvPicPr>
        <p:blipFill>
          <a:blip r:embed="R0ed711b67b7f406a"/>
          <a:stretch/>
        </p:blipFill>
        <p:spPr>
          <a:xfrm>
            <a:off x="10001250" y="628650"/>
            <a:ext cx="2333625" cy="2401476"/>
          </a:xfrm>
          <a:prstGeom prst="rect">
            <a:avLst/>
          </a:prstGeom>
        </p:spPr>
      </p:pic>
      <p:sp>
        <p:nvSpPr>
          <p:cNvPr id="103" name="rect_101">
            <a:extLst>
              <a:ext uri="{FF2B5EF4-FFF2-40B4-BE49-F238E27FC236}">
                <ns2:creationId id="{90AF90CF-D055-4414-9CC1-E29F1B22918D}"/>
              </a:ext>
            </a:extLst>
          </p:cNvPr>
          <p:cNvSpPr>
            <a:spLocks noGrp="1"/>
          </p:cNvSpPr>
          <p:nvPr/>
        </p:nvSpPr>
        <p:spPr>
          <a:xfrm rot="0">
            <a:off x="10001250" y="628650"/>
            <a:ext cx="2333625" cy="2401476"/>
          </a:xfrm>
          <a:prstGeom prst="rect">
            <a:avLst/>
          </a:prstGeom>
          <a:noFill/>
          <a:ln w="7144">
            <a:solidFill>
              <a:srgbClr val="B0B0B0"/>
            </a:solidFill>
            <a:prstDash val="solid"/>
          </a:ln>
        </p:spPr>
      </p:sp>
      <p:sp>
        <p:nvSpPr>
          <p:cNvPr id="104" name="b_source_marker_A">
            <a:extLst>
              <a:ext uri="{FF2B5EF4-FFF2-40B4-BE49-F238E27FC236}">
                <ns2:creationId id="{55D71A42-2F5B-4817-9E08-2D04448D98B6}"/>
              </a:ext>
            </a:extLst>
          </p:cNvPr>
          <p:cNvSpPr>
            <a:spLocks noGrp="1"/>
          </p:cNvSpPr>
          <p:nvPr/>
        </p:nvSpPr>
        <p:spPr>
          <a:xfrm rot="0">
            <a:off x="11220450" y="1590487"/>
            <a:ext cx="85725" cy="85725"/>
          </a:xfrm>
          <a:prstGeom prst="ellipse">
            <a:avLst/>
          </a:prstGeom>
          <a:solidFill>
            <a:srgbClr val="FFFFFF"/>
          </a:solidFill>
          <a:ln w="17145">
            <a:solidFill>
              <a:srgbClr val="000000"/>
            </a:solidFill>
            <a:prstDash val="solid"/>
          </a:ln>
        </p:spPr>
      </p:sp>
      <p:sp>
        <p:nvSpPr>
          <p:cNvPr id="105" name="b_source_label_A">
            <a:extLst>
              <a:ext uri="{FF2B5EF4-FFF2-40B4-BE49-F238E27FC236}">
                <ns2:creationId id="{C4752237-D7A4-4DEC-A839-B3FD6EE90EB9}"/>
              </a:ext>
            </a:extLst>
          </p:cNvPr>
          <p:cNvSpPr>
            <a:spLocks noGrp="1"/>
          </p:cNvSpPr>
          <p:nvPr/>
        </p:nvSpPr>
        <p:spPr>
          <a:xfrm rot="0">
            <a:off x="11339513" y="1404749"/>
            <a:ext cx="228600" cy="238125"/>
          </a:xfrm>
          <a:prstGeom prst="rect">
            <a:avLst/>
          </a:prstGeom>
          <a:noFill/>
          <a:ln w="0">
            <a:noFill/>
            <a:prstDash val="solid"/>
          </a:ln>
        </p:spPr>
        <p:txBody>
          <a:bodyPr wrap="none" lIns="0" tIns="0" rIns="0" bIns="0" anchor="t">
            <a:noAutofit/>
          </a:bodyPr>
          <a:lstStyle>
            <a:defPPr algn="l">
              <a:defRPr sz="1425" b="1">
                <a:solidFill>
                  <a:srgbClr val="000000"/>
                </a:solidFill>
                <a:latin typeface="Arial"/>
                <a:ea typeface="Arial"/>
                <a:cs typeface="Arial"/>
              </a:defRPr>
            </a:defPPr>
            <a:lvl1pPr algn="l">
              <a:defRPr sz="1425" b="1">
                <a:solidFill>
                  <a:srgbClr val="000000"/>
                </a:solidFill>
                <a:latin typeface="Arial"/>
                <a:ea typeface="Arial"/>
                <a:cs typeface="Arial"/>
              </a:defRPr>
            </a:lvl1pPr>
            <a:lvl2pPr algn="l">
              <a:defRPr sz="1425" b="1">
                <a:solidFill>
                  <a:srgbClr val="000000"/>
                </a:solidFill>
                <a:latin typeface="Arial"/>
                <a:ea typeface="Arial"/>
                <a:cs typeface="Arial"/>
              </a:defRPr>
            </a:lvl2pPr>
            <a:lvl3pPr algn="l">
              <a:defRPr sz="1425" b="1">
                <a:solidFill>
                  <a:srgbClr val="000000"/>
                </a:solidFill>
                <a:latin typeface="Arial"/>
                <a:ea typeface="Arial"/>
                <a:cs typeface="Arial"/>
              </a:defRPr>
            </a:lvl3pPr>
            <a:lvl4pPr algn="l">
              <a:defRPr sz="1425" b="1">
                <a:solidFill>
                  <a:srgbClr val="000000"/>
                </a:solidFill>
                <a:latin typeface="Arial"/>
                <a:ea typeface="Arial"/>
                <a:cs typeface="Arial"/>
              </a:defRPr>
            </a:lvl4pPr>
            <a:lvl5pPr algn="l">
              <a:defRPr sz="1425" b="1">
                <a:solidFill>
                  <a:srgbClr val="000000"/>
                </a:solidFill>
                <a:latin typeface="Arial"/>
                <a:ea typeface="Arial"/>
                <a:cs typeface="Arial"/>
              </a:defRPr>
            </a:lvl5pPr>
            <a:lvl6pPr algn="l">
              <a:defRPr sz="1425" b="1">
                <a:solidFill>
                  <a:srgbClr val="000000"/>
                </a:solidFill>
                <a:latin typeface="Arial"/>
                <a:ea typeface="Arial"/>
                <a:cs typeface="Arial"/>
              </a:defRPr>
            </a:lvl6pPr>
            <a:lvl7pPr algn="l">
              <a:defRPr sz="1425" b="1">
                <a:solidFill>
                  <a:srgbClr val="000000"/>
                </a:solidFill>
                <a:latin typeface="Arial"/>
                <a:ea typeface="Arial"/>
                <a:cs typeface="Arial"/>
              </a:defRPr>
            </a:lvl7pPr>
            <a:lvl8pPr algn="l">
              <a:defRPr sz="1425" b="1">
                <a:solidFill>
                  <a:srgbClr val="000000"/>
                </a:solidFill>
                <a:latin typeface="Arial"/>
                <a:ea typeface="Arial"/>
                <a:cs typeface="Arial"/>
              </a:defRPr>
            </a:lvl8pPr>
            <a:lvl9pPr algn="l">
              <a:defRPr sz="1425" b="1">
                <a:solidFill>
                  <a:srgbClr val="000000"/>
                </a:solidFill>
                <a:latin typeface="Arial"/>
                <a:ea typeface="Arial"/>
                <a:cs typeface="Arial"/>
              </a:defRPr>
            </a:lvl9pPr>
          </a:lstStyle>
          <a:p>
            <a:pPr algn="l">
              <a:defRPr sz="1425" b="1">
                <a:solidFill>
                  <a:srgbClr val="000000"/>
                </a:solidFill>
                <a:latin typeface="Arial"/>
                <a:ea typeface="Arial"/>
                <a:cs typeface="Arial"/>
              </a:defRPr>
            </a:pPr>
            <a:r>
              <a:rPr sz="1425" b="1">
                <a:solidFill>
                  <a:srgbClr val="000000"/>
                </a:solidFill>
                <a:latin typeface="Arial"/>
                <a:ea typeface="Arial"/>
                <a:cs typeface="Arial"/>
              </a:rPr>
              <a:t>A</a:t>
            </a:r>
          </a:p>
        </p:txBody>
      </p:sp>
      <p:sp>
        <p:nvSpPr>
          <p:cNvPr id="106" name="b_source_marker_B">
            <a:extLst>
              <a:ext uri="{FF2B5EF4-FFF2-40B4-BE49-F238E27FC236}">
                <ns2:creationId id="{D6FEC123-DD70-45E6-B985-4941FA93B4B5}"/>
              </a:ext>
            </a:extLst>
          </p:cNvPr>
          <p:cNvSpPr>
            <a:spLocks noGrp="1"/>
          </p:cNvSpPr>
          <p:nvPr/>
        </p:nvSpPr>
        <p:spPr>
          <a:xfrm rot="0">
            <a:off x="11268075" y="855341"/>
            <a:ext cx="85725" cy="85725"/>
          </a:xfrm>
          <a:prstGeom prst="ellipse">
            <a:avLst/>
          </a:prstGeom>
          <a:solidFill>
            <a:srgbClr val="FFFFFF"/>
          </a:solidFill>
          <a:ln w="17145">
            <a:solidFill>
              <a:srgbClr val="000000"/>
            </a:solidFill>
            <a:prstDash val="solid"/>
          </a:ln>
        </p:spPr>
      </p:sp>
      <p:sp>
        <p:nvSpPr>
          <p:cNvPr id="107" name="b_source_label_B">
            <a:extLst>
              <a:ext uri="{FF2B5EF4-FFF2-40B4-BE49-F238E27FC236}">
                <ns2:creationId id="{4AB2A898-1037-481E-8D91-EA8A3FEEA680}"/>
              </a:ext>
            </a:extLst>
          </p:cNvPr>
          <p:cNvSpPr>
            <a:spLocks noGrp="1"/>
          </p:cNvSpPr>
          <p:nvPr/>
        </p:nvSpPr>
        <p:spPr>
          <a:xfrm rot="0">
            <a:off x="11387138" y="669603"/>
            <a:ext cx="228600" cy="238125"/>
          </a:xfrm>
          <a:prstGeom prst="rect">
            <a:avLst/>
          </a:prstGeom>
          <a:noFill/>
          <a:ln w="0">
            <a:noFill/>
            <a:prstDash val="solid"/>
          </a:ln>
        </p:spPr>
        <p:txBody>
          <a:bodyPr wrap="none" lIns="0" tIns="0" rIns="0" bIns="0" anchor="t">
            <a:noAutofit/>
          </a:bodyPr>
          <a:lstStyle>
            <a:defPPr algn="l">
              <a:defRPr sz="1425" b="1">
                <a:solidFill>
                  <a:srgbClr val="000000"/>
                </a:solidFill>
                <a:latin typeface="Arial"/>
                <a:ea typeface="Arial"/>
                <a:cs typeface="Arial"/>
              </a:defRPr>
            </a:defPPr>
            <a:lvl1pPr algn="l">
              <a:defRPr sz="1425" b="1">
                <a:solidFill>
                  <a:srgbClr val="000000"/>
                </a:solidFill>
                <a:latin typeface="Arial"/>
                <a:ea typeface="Arial"/>
                <a:cs typeface="Arial"/>
              </a:defRPr>
            </a:lvl1pPr>
            <a:lvl2pPr algn="l">
              <a:defRPr sz="1425" b="1">
                <a:solidFill>
                  <a:srgbClr val="000000"/>
                </a:solidFill>
                <a:latin typeface="Arial"/>
                <a:ea typeface="Arial"/>
                <a:cs typeface="Arial"/>
              </a:defRPr>
            </a:lvl2pPr>
            <a:lvl3pPr algn="l">
              <a:defRPr sz="1425" b="1">
                <a:solidFill>
                  <a:srgbClr val="000000"/>
                </a:solidFill>
                <a:latin typeface="Arial"/>
                <a:ea typeface="Arial"/>
                <a:cs typeface="Arial"/>
              </a:defRPr>
            </a:lvl3pPr>
            <a:lvl4pPr algn="l">
              <a:defRPr sz="1425" b="1">
                <a:solidFill>
                  <a:srgbClr val="000000"/>
                </a:solidFill>
                <a:latin typeface="Arial"/>
                <a:ea typeface="Arial"/>
                <a:cs typeface="Arial"/>
              </a:defRPr>
            </a:lvl4pPr>
            <a:lvl5pPr algn="l">
              <a:defRPr sz="1425" b="1">
                <a:solidFill>
                  <a:srgbClr val="000000"/>
                </a:solidFill>
                <a:latin typeface="Arial"/>
                <a:ea typeface="Arial"/>
                <a:cs typeface="Arial"/>
              </a:defRPr>
            </a:lvl5pPr>
            <a:lvl6pPr algn="l">
              <a:defRPr sz="1425" b="1">
                <a:solidFill>
                  <a:srgbClr val="000000"/>
                </a:solidFill>
                <a:latin typeface="Arial"/>
                <a:ea typeface="Arial"/>
                <a:cs typeface="Arial"/>
              </a:defRPr>
            </a:lvl6pPr>
            <a:lvl7pPr algn="l">
              <a:defRPr sz="1425" b="1">
                <a:solidFill>
                  <a:srgbClr val="000000"/>
                </a:solidFill>
                <a:latin typeface="Arial"/>
                <a:ea typeface="Arial"/>
                <a:cs typeface="Arial"/>
              </a:defRPr>
            </a:lvl7pPr>
            <a:lvl8pPr algn="l">
              <a:defRPr sz="1425" b="1">
                <a:solidFill>
                  <a:srgbClr val="000000"/>
                </a:solidFill>
                <a:latin typeface="Arial"/>
                <a:ea typeface="Arial"/>
                <a:cs typeface="Arial"/>
              </a:defRPr>
            </a:lvl8pPr>
            <a:lvl9pPr algn="l">
              <a:defRPr sz="1425" b="1">
                <a:solidFill>
                  <a:srgbClr val="000000"/>
                </a:solidFill>
                <a:latin typeface="Arial"/>
                <a:ea typeface="Arial"/>
                <a:cs typeface="Arial"/>
              </a:defRPr>
            </a:lvl9pPr>
          </a:lstStyle>
          <a:p>
            <a:pPr algn="l">
              <a:defRPr sz="1425" b="1">
                <a:solidFill>
                  <a:srgbClr val="000000"/>
                </a:solidFill>
                <a:latin typeface="Arial"/>
                <a:ea typeface="Arial"/>
                <a:cs typeface="Arial"/>
              </a:defRPr>
            </a:pPr>
            <a:r>
              <a:rPr sz="1425" b="1">
                <a:solidFill>
                  <a:srgbClr val="000000"/>
                </a:solidFill>
                <a:latin typeface="Arial"/>
                <a:ea typeface="Arial"/>
                <a:cs typeface="Arial"/>
              </a:rPr>
              <a:t>B</a:t>
            </a:r>
          </a:p>
        </p:txBody>
      </p:sp>
      <p:sp>
        <p:nvSpPr>
          <p:cNvPr id="108" name="b_source_marker_C">
            <a:extLst>
              <a:ext uri="{FF2B5EF4-FFF2-40B4-BE49-F238E27FC236}">
                <ns2:creationId id="{1F928A86-ABD1-4118-B41C-9037F63678CD}"/>
              </a:ext>
            </a:extLst>
          </p:cNvPr>
          <p:cNvSpPr>
            <a:spLocks noGrp="1"/>
          </p:cNvSpPr>
          <p:nvPr/>
        </p:nvSpPr>
        <p:spPr>
          <a:xfrm rot="0">
            <a:off x="10553700" y="953360"/>
            <a:ext cx="85725" cy="85725"/>
          </a:xfrm>
          <a:prstGeom prst="ellipse">
            <a:avLst/>
          </a:prstGeom>
          <a:solidFill>
            <a:srgbClr val="FFFFFF"/>
          </a:solidFill>
          <a:ln w="17145">
            <a:solidFill>
              <a:srgbClr val="000000"/>
            </a:solidFill>
            <a:prstDash val="solid"/>
          </a:ln>
        </p:spPr>
      </p:sp>
      <p:sp>
        <p:nvSpPr>
          <p:cNvPr id="109" name="b_source_label_C">
            <a:extLst>
              <a:ext uri="{FF2B5EF4-FFF2-40B4-BE49-F238E27FC236}">
                <ns2:creationId id="{2B5C0938-895A-47C4-B013-3BBCAC068FC6}"/>
              </a:ext>
            </a:extLst>
          </p:cNvPr>
          <p:cNvSpPr>
            <a:spLocks noGrp="1"/>
          </p:cNvSpPr>
          <p:nvPr/>
        </p:nvSpPr>
        <p:spPr>
          <a:xfrm rot="0">
            <a:off x="10358438" y="777148"/>
            <a:ext cx="228600" cy="238125"/>
          </a:xfrm>
          <a:prstGeom prst="rect">
            <a:avLst/>
          </a:prstGeom>
          <a:noFill/>
          <a:ln w="0">
            <a:noFill/>
            <a:prstDash val="solid"/>
          </a:ln>
        </p:spPr>
        <p:txBody>
          <a:bodyPr wrap="none" lIns="0" tIns="0" rIns="0" bIns="0" anchor="t">
            <a:noAutofit/>
          </a:bodyPr>
          <a:lstStyle>
            <a:defPPr algn="l">
              <a:defRPr sz="1425" b="1">
                <a:solidFill>
                  <a:srgbClr val="000000"/>
                </a:solidFill>
                <a:latin typeface="Arial"/>
                <a:ea typeface="Arial"/>
                <a:cs typeface="Arial"/>
              </a:defRPr>
            </a:defPPr>
            <a:lvl1pPr algn="l">
              <a:defRPr sz="1425" b="1">
                <a:solidFill>
                  <a:srgbClr val="000000"/>
                </a:solidFill>
                <a:latin typeface="Arial"/>
                <a:ea typeface="Arial"/>
                <a:cs typeface="Arial"/>
              </a:defRPr>
            </a:lvl1pPr>
            <a:lvl2pPr algn="l">
              <a:defRPr sz="1425" b="1">
                <a:solidFill>
                  <a:srgbClr val="000000"/>
                </a:solidFill>
                <a:latin typeface="Arial"/>
                <a:ea typeface="Arial"/>
                <a:cs typeface="Arial"/>
              </a:defRPr>
            </a:lvl2pPr>
            <a:lvl3pPr algn="l">
              <a:defRPr sz="1425" b="1">
                <a:solidFill>
                  <a:srgbClr val="000000"/>
                </a:solidFill>
                <a:latin typeface="Arial"/>
                <a:ea typeface="Arial"/>
                <a:cs typeface="Arial"/>
              </a:defRPr>
            </a:lvl3pPr>
            <a:lvl4pPr algn="l">
              <a:defRPr sz="1425" b="1">
                <a:solidFill>
                  <a:srgbClr val="000000"/>
                </a:solidFill>
                <a:latin typeface="Arial"/>
                <a:ea typeface="Arial"/>
                <a:cs typeface="Arial"/>
              </a:defRPr>
            </a:lvl4pPr>
            <a:lvl5pPr algn="l">
              <a:defRPr sz="1425" b="1">
                <a:solidFill>
                  <a:srgbClr val="000000"/>
                </a:solidFill>
                <a:latin typeface="Arial"/>
                <a:ea typeface="Arial"/>
                <a:cs typeface="Arial"/>
              </a:defRPr>
            </a:lvl5pPr>
            <a:lvl6pPr algn="l">
              <a:defRPr sz="1425" b="1">
                <a:solidFill>
                  <a:srgbClr val="000000"/>
                </a:solidFill>
                <a:latin typeface="Arial"/>
                <a:ea typeface="Arial"/>
                <a:cs typeface="Arial"/>
              </a:defRPr>
            </a:lvl6pPr>
            <a:lvl7pPr algn="l">
              <a:defRPr sz="1425" b="1">
                <a:solidFill>
                  <a:srgbClr val="000000"/>
                </a:solidFill>
                <a:latin typeface="Arial"/>
                <a:ea typeface="Arial"/>
                <a:cs typeface="Arial"/>
              </a:defRPr>
            </a:lvl7pPr>
            <a:lvl8pPr algn="l">
              <a:defRPr sz="1425" b="1">
                <a:solidFill>
                  <a:srgbClr val="000000"/>
                </a:solidFill>
                <a:latin typeface="Arial"/>
                <a:ea typeface="Arial"/>
                <a:cs typeface="Arial"/>
              </a:defRPr>
            </a:lvl8pPr>
            <a:lvl9pPr algn="l">
              <a:defRPr sz="1425" b="1">
                <a:solidFill>
                  <a:srgbClr val="000000"/>
                </a:solidFill>
                <a:latin typeface="Arial"/>
                <a:ea typeface="Arial"/>
                <a:cs typeface="Arial"/>
              </a:defRPr>
            </a:lvl9pPr>
          </a:lstStyle>
          <a:p>
            <a:pPr algn="l">
              <a:defRPr sz="1425" b="1">
                <a:solidFill>
                  <a:srgbClr val="000000"/>
                </a:solidFill>
                <a:latin typeface="Arial"/>
                <a:ea typeface="Arial"/>
                <a:cs typeface="Arial"/>
              </a:defRPr>
            </a:pPr>
            <a:r>
              <a:rPr sz="1425" b="1">
                <a:solidFill>
                  <a:srgbClr val="000000"/>
                </a:solidFill>
                <a:latin typeface="Arial"/>
                <a:ea typeface="Arial"/>
                <a:cs typeface="Arial"/>
              </a:rPr>
              <a:t>C</a:t>
            </a:r>
          </a:p>
        </p:txBody>
      </p:sp>
      <p:sp>
        <p:nvSpPr>
          <p:cNvPr id="110" name="line_108">
            <a:extLst>
              <a:ext uri="{FF2B5EF4-FFF2-40B4-BE49-F238E27FC236}">
                <ns2:creationId id="{5B652D6D-709A-4A2E-B802-C66A4C535191}"/>
              </a:ext>
            </a:extLst>
          </p:cNvPr>
          <p:cNvSpPr>
            <a:spLocks noGrp="1"/>
          </p:cNvSpPr>
          <p:nvPr/>
        </p:nvSpPr>
        <p:spPr>
          <a:xfrm>
            <a:off x="11046638" y="1560478"/>
            <a:ext cx="433349" cy="145742"/>
          </a:xfrm>
          <a:custGeom>
            <a:pathLst>
              <a:path w="433349" h="145742">
                <a:moveTo>
                  <a:pt x="0" y="0"/>
                </a:moveTo>
                <a:lnTo>
                  <a:pt x="433349" y="145742"/>
                </a:lnTo>
              </a:path>
            </a:pathLst>
          </a:custGeom>
          <a:noFill/>
          <a:ln w="11430">
            <a:solidFill>
              <a:srgbClr val="333333"/>
            </a:solidFill>
            <a:prstDash val="solid"/>
          </a:ln>
        </p:spPr>
      </p:sp>
      <p:sp>
        <p:nvSpPr>
          <p:cNvPr id="111" name="line_109">
            <a:extLst>
              <a:ext uri="{FF2B5EF4-FFF2-40B4-BE49-F238E27FC236}">
                <ns2:creationId id="{CBCB214A-AAF5-412B-A7A4-6176D96C1574}"/>
              </a:ext>
            </a:extLst>
          </p:cNvPr>
          <p:cNvSpPr>
            <a:spLocks noGrp="1"/>
          </p:cNvSpPr>
          <p:nvPr/>
        </p:nvSpPr>
        <p:spPr>
          <a:xfrm>
            <a:off x="11425899" y="1657882"/>
            <a:ext cx="54088" cy="48338"/>
          </a:xfrm>
          <a:custGeom>
            <a:pathLst>
              <a:path w="54088" h="48338">
                <a:moveTo>
                  <a:pt x="0" y="0"/>
                </a:moveTo>
                <a:lnTo>
                  <a:pt x="54088" y="48338"/>
                </a:lnTo>
              </a:path>
            </a:pathLst>
          </a:custGeom>
          <a:noFill/>
          <a:ln w="11430">
            <a:solidFill>
              <a:srgbClr val="333333"/>
            </a:solidFill>
            <a:prstDash val="solid"/>
          </a:ln>
        </p:spPr>
      </p:sp>
      <p:sp>
        <p:nvSpPr>
          <p:cNvPr id="112" name="line_110">
            <a:extLst>
              <a:ext uri="{FF2B5EF4-FFF2-40B4-BE49-F238E27FC236}">
                <ns2:creationId id="{9264FC1D-1214-4193-85CE-1B288F29C18E}"/>
              </a:ext>
            </a:extLst>
          </p:cNvPr>
          <p:cNvSpPr>
            <a:spLocks noGrp="1"/>
          </p:cNvSpPr>
          <p:nvPr/>
        </p:nvSpPr>
        <p:spPr>
          <a:xfrm>
            <a:off x="11407681" y="1706220"/>
            <a:ext cx="72306" cy="5830"/>
          </a:xfrm>
          <a:custGeom>
            <a:pathLst>
              <a:path w="72306" h="5830">
                <a:moveTo>
                  <a:pt x="0" y="5830"/>
                </a:moveTo>
                <a:lnTo>
                  <a:pt x="72306" y="0"/>
                </a:lnTo>
              </a:path>
            </a:pathLst>
          </a:custGeom>
          <a:noFill/>
          <a:ln w="11430">
            <a:solidFill>
              <a:srgbClr val="333333"/>
            </a:solidFill>
            <a:prstDash val="solid"/>
          </a:ln>
        </p:spPr>
      </p:sp>
      <p:sp>
        <p:nvSpPr>
          <p:cNvPr id="113" name="b_true_direction_label">
            <a:extLst>
              <a:ext uri="{FF2B5EF4-FFF2-40B4-BE49-F238E27FC236}">
                <ns2:creationId id="{BC5E72B6-75C7-423F-ADDA-6BC4815E2C73}"/>
              </a:ext>
            </a:extLst>
          </p:cNvPr>
          <p:cNvSpPr>
            <a:spLocks noGrp="1"/>
          </p:cNvSpPr>
          <p:nvPr/>
        </p:nvSpPr>
        <p:spPr>
          <a:xfrm rot="0">
            <a:off x="11537137" y="1668120"/>
            <a:ext cx="190500" cy="219075"/>
          </a:xfrm>
          <a:prstGeom prst="rect">
            <a:avLst/>
          </a:prstGeom>
          <a:noFill/>
          <a:ln w="0">
            <a:noFill/>
            <a:prstDash val="solid"/>
          </a:ln>
        </p:spPr>
        <p:txBody>
          <a:bodyPr wrap="none" lIns="0" tIns="0" rIns="0" bIns="0" anchor="t">
            <a:noAutofit/>
          </a:bodyPr>
          <a:lstStyle>
            <a:defPPr algn="l">
              <a:defRPr sz="1275" b="1">
                <a:solidFill>
                  <a:srgbClr val="000000"/>
                </a:solidFill>
                <a:latin typeface="Arial"/>
                <a:ea typeface="Arial"/>
                <a:cs typeface="Arial"/>
              </a:defRPr>
            </a:defPPr>
            <a:lvl1pPr algn="l">
              <a:defRPr sz="1275" b="1">
                <a:solidFill>
                  <a:srgbClr val="000000"/>
                </a:solidFill>
                <a:latin typeface="Arial"/>
                <a:ea typeface="Arial"/>
                <a:cs typeface="Arial"/>
              </a:defRPr>
            </a:lvl1pPr>
            <a:lvl2pPr algn="l">
              <a:defRPr sz="1275" b="1">
                <a:solidFill>
                  <a:srgbClr val="000000"/>
                </a:solidFill>
                <a:latin typeface="Arial"/>
                <a:ea typeface="Arial"/>
                <a:cs typeface="Arial"/>
              </a:defRPr>
            </a:lvl2pPr>
            <a:lvl3pPr algn="l">
              <a:defRPr sz="1275" b="1">
                <a:solidFill>
                  <a:srgbClr val="000000"/>
                </a:solidFill>
                <a:latin typeface="Arial"/>
                <a:ea typeface="Arial"/>
                <a:cs typeface="Arial"/>
              </a:defRPr>
            </a:lvl3pPr>
            <a:lvl4pPr algn="l">
              <a:defRPr sz="1275" b="1">
                <a:solidFill>
                  <a:srgbClr val="000000"/>
                </a:solidFill>
                <a:latin typeface="Arial"/>
                <a:ea typeface="Arial"/>
                <a:cs typeface="Arial"/>
              </a:defRPr>
            </a:lvl4pPr>
            <a:lvl5pPr algn="l">
              <a:defRPr sz="1275" b="1">
                <a:solidFill>
                  <a:srgbClr val="000000"/>
                </a:solidFill>
                <a:latin typeface="Arial"/>
                <a:ea typeface="Arial"/>
                <a:cs typeface="Arial"/>
              </a:defRPr>
            </a:lvl5pPr>
            <a:lvl6pPr algn="l">
              <a:defRPr sz="1275" b="1">
                <a:solidFill>
                  <a:srgbClr val="000000"/>
                </a:solidFill>
                <a:latin typeface="Arial"/>
                <a:ea typeface="Arial"/>
                <a:cs typeface="Arial"/>
              </a:defRPr>
            </a:lvl6pPr>
            <a:lvl7pPr algn="l">
              <a:defRPr sz="1275" b="1">
                <a:solidFill>
                  <a:srgbClr val="000000"/>
                </a:solidFill>
                <a:latin typeface="Arial"/>
                <a:ea typeface="Arial"/>
                <a:cs typeface="Arial"/>
              </a:defRPr>
            </a:lvl7pPr>
            <a:lvl8pPr algn="l">
              <a:defRPr sz="1275" b="1">
                <a:solidFill>
                  <a:srgbClr val="000000"/>
                </a:solidFill>
                <a:latin typeface="Arial"/>
                <a:ea typeface="Arial"/>
                <a:cs typeface="Arial"/>
              </a:defRPr>
            </a:lvl8pPr>
            <a:lvl9pPr algn="l">
              <a:defRPr sz="1275" b="1">
                <a:solidFill>
                  <a:srgbClr val="000000"/>
                </a:solidFill>
                <a:latin typeface="Arial"/>
                <a:ea typeface="Arial"/>
                <a:cs typeface="Arial"/>
              </a:defRPr>
            </a:lvl9pPr>
          </a:lstStyle>
          <a:p>
            <a:pPr algn="l">
              <a:defRPr sz="1275" b="1">
                <a:solidFill>
                  <a:srgbClr val="000000"/>
                </a:solidFill>
                <a:latin typeface="Arial"/>
                <a:ea typeface="Arial"/>
                <a:cs typeface="Arial"/>
              </a:defRPr>
            </a:pPr>
            <a:r>
              <a:rPr sz="1275" b="1">
                <a:solidFill>
                  <a:srgbClr val="000000"/>
                </a:solidFill>
                <a:latin typeface="Arial"/>
                <a:ea typeface="Arial"/>
                <a:cs typeface="Arial"/>
              </a:rPr>
              <a:t>d</a:t>
            </a:r>
          </a:p>
        </p:txBody>
      </p:sp>
      <p:sp>
        <p:nvSpPr>
          <p:cNvPr id="114" name="b_source_to_local_arrow">
            <a:extLst>
              <a:ext uri="{FF2B5EF4-FFF2-40B4-BE49-F238E27FC236}">
                <ns2:creationId id="{8EDA536D-D737-42DA-80E4-0F8283DDDECD}"/>
              </a:ext>
            </a:extLst>
          </p:cNvPr>
          <p:cNvSpPr>
            <a:spLocks noGrp="1"/>
          </p:cNvSpPr>
          <p:nvPr/>
        </p:nvSpPr>
        <p:spPr>
          <a:xfrm rot="0">
            <a:off x="11077575" y="3162300"/>
            <a:ext cx="228600" cy="257175"/>
          </a:xfrm>
          <a:prstGeom prst="downArrow">
            <a:avLst/>
          </a:prstGeom>
          <a:solidFill>
            <a:srgbClr val="AAB3BC"/>
          </a:solidFill>
          <a:ln w="0">
            <a:noFill/>
            <a:prstDash val="solid"/>
          </a:ln>
        </p:spPr>
      </p:sp>
      <p:sp>
        <p:nvSpPr>
          <p:cNvPr id="115" name="text_113">
            <a:extLst>
              <a:ext uri="{FF2B5EF4-FFF2-40B4-BE49-F238E27FC236}">
                <ns2:creationId id="{CDB3FE6D-BA4E-46C4-AAFF-7BA734E433F0}"/>
              </a:ext>
            </a:extLst>
          </p:cNvPr>
          <p:cNvSpPr>
            <a:spLocks noGrp="1"/>
          </p:cNvSpPr>
          <p:nvPr/>
        </p:nvSpPr>
        <p:spPr>
          <a:xfrm rot="0">
            <a:off x="9658350" y="3514725"/>
            <a:ext cx="3028950" cy="228600"/>
          </a:xfrm>
          <a:prstGeom prst="rect">
            <a:avLst/>
          </a:prstGeom>
          <a:noFill/>
          <a:ln w="0">
            <a:noFill/>
            <a:prstDash val="solid"/>
          </a:ln>
        </p:spPr>
        <p:txBody>
          <a:bodyPr wrap="none" lIns="0" tIns="0" rIns="0" bIns="0" anchor="t">
            <a:noAutofit/>
          </a:bodyPr>
          <a:lstStyle>
            <a:defPPr algn="ctr">
              <a:defRPr sz="1275" b="1">
                <a:solidFill>
                  <a:srgbClr val="000000"/>
                </a:solidFill>
                <a:latin typeface="Arial"/>
                <a:ea typeface="Arial"/>
                <a:cs typeface="Arial"/>
              </a:defRPr>
            </a:defPPr>
            <a:lvl1pPr algn="ctr">
              <a:defRPr sz="1275" b="1">
                <a:solidFill>
                  <a:srgbClr val="000000"/>
                </a:solidFill>
                <a:latin typeface="Arial"/>
                <a:ea typeface="Arial"/>
                <a:cs typeface="Arial"/>
              </a:defRPr>
            </a:lvl1pPr>
            <a:lvl2pPr algn="ctr">
              <a:defRPr sz="1275" b="1">
                <a:solidFill>
                  <a:srgbClr val="000000"/>
                </a:solidFill>
                <a:latin typeface="Arial"/>
                <a:ea typeface="Arial"/>
                <a:cs typeface="Arial"/>
              </a:defRPr>
            </a:lvl2pPr>
            <a:lvl3pPr algn="ctr">
              <a:defRPr sz="1275" b="1">
                <a:solidFill>
                  <a:srgbClr val="000000"/>
                </a:solidFill>
                <a:latin typeface="Arial"/>
                <a:ea typeface="Arial"/>
                <a:cs typeface="Arial"/>
              </a:defRPr>
            </a:lvl3pPr>
            <a:lvl4pPr algn="ctr">
              <a:defRPr sz="1275" b="1">
                <a:solidFill>
                  <a:srgbClr val="000000"/>
                </a:solidFill>
                <a:latin typeface="Arial"/>
                <a:ea typeface="Arial"/>
                <a:cs typeface="Arial"/>
              </a:defRPr>
            </a:lvl4pPr>
            <a:lvl5pPr algn="ctr">
              <a:defRPr sz="1275" b="1">
                <a:solidFill>
                  <a:srgbClr val="000000"/>
                </a:solidFill>
                <a:latin typeface="Arial"/>
                <a:ea typeface="Arial"/>
                <a:cs typeface="Arial"/>
              </a:defRPr>
            </a:lvl5pPr>
            <a:lvl6pPr algn="ctr">
              <a:defRPr sz="1275" b="1">
                <a:solidFill>
                  <a:srgbClr val="000000"/>
                </a:solidFill>
                <a:latin typeface="Arial"/>
                <a:ea typeface="Arial"/>
                <a:cs typeface="Arial"/>
              </a:defRPr>
            </a:lvl6pPr>
            <a:lvl7pPr algn="ctr">
              <a:defRPr sz="1275" b="1">
                <a:solidFill>
                  <a:srgbClr val="000000"/>
                </a:solidFill>
                <a:latin typeface="Arial"/>
                <a:ea typeface="Arial"/>
                <a:cs typeface="Arial"/>
              </a:defRPr>
            </a:lvl7pPr>
            <a:lvl8pPr algn="ctr">
              <a:defRPr sz="1275" b="1">
                <a:solidFill>
                  <a:srgbClr val="000000"/>
                </a:solidFill>
                <a:latin typeface="Arial"/>
                <a:ea typeface="Arial"/>
                <a:cs typeface="Arial"/>
              </a:defRPr>
            </a:lvl8pPr>
            <a:lvl9pPr algn="ctr">
              <a:defRPr sz="1275" b="1">
                <a:solidFill>
                  <a:srgbClr val="000000"/>
                </a:solidFill>
                <a:latin typeface="Arial"/>
                <a:ea typeface="Arial"/>
                <a:cs typeface="Arial"/>
              </a:defRPr>
            </a:lvl9pPr>
          </a:lstStyle>
          <a:p>
            <a:pPr algn="ctr">
              <a:defRPr sz="1275" b="1">
                <a:solidFill>
                  <a:srgbClr val="000000"/>
                </a:solidFill>
                <a:latin typeface="Arial"/>
                <a:ea typeface="Arial"/>
                <a:cs typeface="Arial"/>
              </a:defRPr>
            </a:pPr>
            <a:r>
              <a:rPr sz="1275" b="1">
                <a:solidFill>
                  <a:srgbClr val="000000"/>
                </a:solidFill>
                <a:latin typeface="Arial"/>
                <a:ea typeface="Arial"/>
                <a:cs typeface="Arial"/>
              </a:rPr>
              <a:t>Local tracks · 00:00–23:00 UTC</a:t>
            </a:r>
          </a:p>
        </p:txBody>
      </p:sp>
      <p:pic>
        <p:nvPicPr>
          <p:cNvPr id="116" name="">
            <a:extLst>
              <a:ext uri="{FF2B5EF4-FFF2-40B4-BE49-F238E27FC236}">
                <ns2:creationId id="{B5261130-09CE-458A-B2C5-377672BBB75E}"/>
              </a:ext>
            </a:extLst>
          </p:cNvPr>
          <p:cNvPicPr>
            <a:picLocks noChangeAspect="1"/>
          </p:cNvPicPr>
          <p:nvPr/>
        </p:nvPicPr>
        <p:blipFill>
          <a:blip r:embed="Rb198c50358984de3"/>
          <a:stretch/>
        </p:blipFill>
        <p:spPr>
          <a:xfrm>
            <a:off x="10039350" y="3876675"/>
            <a:ext cx="2514600" cy="1819275"/>
          </a:xfrm>
          <a:prstGeom prst="rect">
            <a:avLst/>
          </a:prstGeom>
        </p:spPr>
      </p:pic>
      <p:sp>
        <p:nvSpPr>
          <p:cNvPr id="117" name="b_local_window_outline">
            <a:extLst>
              <a:ext uri="{FF2B5EF4-FFF2-40B4-BE49-F238E27FC236}">
                <ns2:creationId id="{7B97CEB8-E162-4A46-955E-6CCC3737F656}"/>
              </a:ext>
            </a:extLst>
          </p:cNvPr>
          <p:cNvSpPr>
            <a:spLocks noGrp="1"/>
          </p:cNvSpPr>
          <p:nvPr/>
        </p:nvSpPr>
        <p:spPr>
          <a:xfrm rot="0">
            <a:off x="10039350" y="3876675"/>
            <a:ext cx="2514600" cy="1819275"/>
          </a:xfrm>
          <a:prstGeom prst="rect">
            <a:avLst/>
          </a:prstGeom>
          <a:noFill/>
          <a:ln w="11430">
            <a:solidFill>
              <a:srgbClr val="C73A37"/>
            </a:solidFill>
            <a:prstDash val="solid"/>
          </a:ln>
        </p:spPr>
      </p:sp>
      <p:sp>
        <p:nvSpPr>
          <p:cNvPr id="118" name="b_local_position_axis">
            <a:extLst>
              <a:ext uri="{FF2B5EF4-FFF2-40B4-BE49-F238E27FC236}">
                <ns2:creationId id="{AC931A35-1EC0-4F02-BD50-D8B1E1543408}"/>
              </a:ext>
            </a:extLst>
          </p:cNvPr>
          <p:cNvSpPr>
            <a:spLocks noGrp="1"/>
          </p:cNvSpPr>
          <p:nvPr/>
        </p:nvSpPr>
        <p:spPr>
          <a:xfrm rot="0">
            <a:off x="9505950" y="3943350"/>
            <a:ext cx="219075" cy="1714500"/>
          </a:xfrm>
          <a:prstGeom prst="rect">
            <a:avLst/>
          </a:prstGeom>
          <a:noFill/>
          <a:ln w="0">
            <a:noFill/>
            <a:prstDash val="solid"/>
          </a:ln>
        </p:spPr>
        <p:txBody>
          <a:bodyPr wrap="none" lIns="0" tIns="0" rIns="0" bIns="0" anchor="ctr" vert="vert270">
            <a:noAutofit/>
          </a:bodyPr>
          <a:lstStyle>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a:pPr algn="ctr">
              <a:defRPr sz="1125" b="0">
                <a:solidFill>
                  <a:srgbClr val="000000"/>
                </a:solidFill>
                <a:latin typeface="Arial"/>
                <a:ea typeface="Arial"/>
                <a:cs typeface="Arial"/>
              </a:defRPr>
            </a:pPr>
            <a:r>
              <a:rPr sz="1125" b="0">
                <a:solidFill>
                  <a:srgbClr val="000000"/>
                </a:solidFill>
                <a:latin typeface="Arial"/>
                <a:ea typeface="Arial"/>
                <a:cs typeface="Arial"/>
              </a:rPr>
              <a:t>Output position</a:t>
            </a:r>
          </a:p>
        </p:txBody>
      </p:sp>
      <p:sp>
        <p:nvSpPr>
          <p:cNvPr id="119" name="line_117">
            <a:extLst>
              <a:ext uri="{FF2B5EF4-FFF2-40B4-BE49-F238E27FC236}">
                <ns2:creationId id="{98572FC2-8711-4B3D-9509-7AB67F5C553F}"/>
              </a:ext>
            </a:extLst>
          </p:cNvPr>
          <p:cNvSpPr>
            <a:spLocks noGrp="1"/>
          </p:cNvSpPr>
          <p:nvPr/>
        </p:nvSpPr>
        <p:spPr>
          <a:xfrm>
            <a:off x="10001250" y="5695950"/>
            <a:ext cx="38100" cy="95"/>
          </a:xfrm>
          <a:custGeom>
            <a:pathLst>
              <a:path w="38100" h="95">
                <a:moveTo>
                  <a:pt x="0" y="0"/>
                </a:moveTo>
                <a:lnTo>
                  <a:pt x="38100" y="0"/>
                </a:lnTo>
              </a:path>
            </a:pathLst>
          </a:custGeom>
          <a:noFill/>
          <a:ln w="6668">
            <a:solidFill>
              <a:srgbClr val="000000"/>
            </a:solidFill>
            <a:prstDash val="solid"/>
          </a:ln>
        </p:spPr>
      </p:sp>
      <p:sp>
        <p:nvSpPr>
          <p:cNvPr id="120" name="text_118">
            <a:extLst>
              <a:ext uri="{FF2B5EF4-FFF2-40B4-BE49-F238E27FC236}">
                <ns2:creationId id="{B9518C6D-6385-4C34-89FC-80B4D943C9F7}"/>
              </a:ext>
            </a:extLst>
          </p:cNvPr>
          <p:cNvSpPr>
            <a:spLocks noGrp="1"/>
          </p:cNvSpPr>
          <p:nvPr/>
        </p:nvSpPr>
        <p:spPr>
          <a:xfrm rot="0">
            <a:off x="9686925" y="5600700"/>
            <a:ext cx="276225" cy="200025"/>
          </a:xfrm>
          <a:prstGeom prst="rect">
            <a:avLst/>
          </a:prstGeom>
          <a:noFill/>
          <a:ln w="0">
            <a:noFill/>
            <a:prstDash val="solid"/>
          </a:ln>
        </p:spPr>
        <p:txBody>
          <a:bodyPr wrap="none" lIns="0" tIns="0" rIns="0" bIns="0" anchor="t">
            <a:noAutofit/>
          </a:bodyPr>
          <a:lstStyle>
            <a:defPPr algn="r">
              <a:defRPr sz="1050" b="0">
                <a:solidFill>
                  <a:srgbClr val="000000"/>
                </a:solidFill>
                <a:latin typeface="Arial"/>
                <a:ea typeface="Arial"/>
                <a:cs typeface="Arial"/>
              </a:defRPr>
            </a:defPPr>
            <a:lvl1pPr algn="r">
              <a:defRPr sz="1050" b="0">
                <a:solidFill>
                  <a:srgbClr val="000000"/>
                </a:solidFill>
                <a:latin typeface="Arial"/>
                <a:ea typeface="Arial"/>
                <a:cs typeface="Arial"/>
              </a:defRPr>
            </a:lvl1pPr>
            <a:lvl2pPr algn="r">
              <a:defRPr sz="1050" b="0">
                <a:solidFill>
                  <a:srgbClr val="000000"/>
                </a:solidFill>
                <a:latin typeface="Arial"/>
                <a:ea typeface="Arial"/>
                <a:cs typeface="Arial"/>
              </a:defRPr>
            </a:lvl2pPr>
            <a:lvl3pPr algn="r">
              <a:defRPr sz="1050" b="0">
                <a:solidFill>
                  <a:srgbClr val="000000"/>
                </a:solidFill>
                <a:latin typeface="Arial"/>
                <a:ea typeface="Arial"/>
                <a:cs typeface="Arial"/>
              </a:defRPr>
            </a:lvl3pPr>
            <a:lvl4pPr algn="r">
              <a:defRPr sz="1050" b="0">
                <a:solidFill>
                  <a:srgbClr val="000000"/>
                </a:solidFill>
                <a:latin typeface="Arial"/>
                <a:ea typeface="Arial"/>
                <a:cs typeface="Arial"/>
              </a:defRPr>
            </a:lvl4pPr>
            <a:lvl5pPr algn="r">
              <a:defRPr sz="1050" b="0">
                <a:solidFill>
                  <a:srgbClr val="000000"/>
                </a:solidFill>
                <a:latin typeface="Arial"/>
                <a:ea typeface="Arial"/>
                <a:cs typeface="Arial"/>
              </a:defRPr>
            </a:lvl5pPr>
            <a:lvl6pPr algn="r">
              <a:defRPr sz="1050" b="0">
                <a:solidFill>
                  <a:srgbClr val="000000"/>
                </a:solidFill>
                <a:latin typeface="Arial"/>
                <a:ea typeface="Arial"/>
                <a:cs typeface="Arial"/>
              </a:defRPr>
            </a:lvl6pPr>
            <a:lvl7pPr algn="r">
              <a:defRPr sz="1050" b="0">
                <a:solidFill>
                  <a:srgbClr val="000000"/>
                </a:solidFill>
                <a:latin typeface="Arial"/>
                <a:ea typeface="Arial"/>
                <a:cs typeface="Arial"/>
              </a:defRPr>
            </a:lvl7pPr>
            <a:lvl8pPr algn="r">
              <a:defRPr sz="1050" b="0">
                <a:solidFill>
                  <a:srgbClr val="000000"/>
                </a:solidFill>
                <a:latin typeface="Arial"/>
                <a:ea typeface="Arial"/>
                <a:cs typeface="Arial"/>
              </a:defRPr>
            </a:lvl8pPr>
            <a:lvl9pPr algn="r">
              <a:defRPr sz="1050" b="0">
                <a:solidFill>
                  <a:srgbClr val="000000"/>
                </a:solidFill>
                <a:latin typeface="Arial"/>
                <a:ea typeface="Arial"/>
                <a:cs typeface="Arial"/>
              </a:defRPr>
            </a:lvl9pPr>
          </a:lstStyle>
          <a:p>
            <a:pPr algn="r">
              <a:defRPr sz="1050" b="0">
                <a:solidFill>
                  <a:srgbClr val="000000"/>
                </a:solidFill>
                <a:latin typeface="Arial"/>
                <a:ea typeface="Arial"/>
                <a:cs typeface="Arial"/>
              </a:defRPr>
            </a:pPr>
            <a:r>
              <a:rPr sz="1050" b="0">
                <a:solidFill>
                  <a:srgbClr val="000000"/>
                </a:solidFill>
                <a:latin typeface="Arial"/>
                <a:ea typeface="Arial"/>
                <a:cs typeface="Arial"/>
              </a:rPr>
              <a:t>0.0</a:t>
            </a:r>
          </a:p>
        </p:txBody>
      </p:sp>
      <p:sp>
        <p:nvSpPr>
          <p:cNvPr id="121" name="line_119">
            <a:extLst>
              <a:ext uri="{FF2B5EF4-FFF2-40B4-BE49-F238E27FC236}">
                <ns2:creationId id="{98EB44D3-24D2-48F5-A551-3DD90C8D9D2C}"/>
              </a:ext>
            </a:extLst>
          </p:cNvPr>
          <p:cNvSpPr>
            <a:spLocks noGrp="1"/>
          </p:cNvSpPr>
          <p:nvPr/>
        </p:nvSpPr>
        <p:spPr>
          <a:xfrm>
            <a:off x="10001250" y="4786313"/>
            <a:ext cx="38100" cy="95"/>
          </a:xfrm>
          <a:custGeom>
            <a:pathLst>
              <a:path w="38100" h="95">
                <a:moveTo>
                  <a:pt x="0" y="0"/>
                </a:moveTo>
                <a:lnTo>
                  <a:pt x="38100" y="0"/>
                </a:lnTo>
              </a:path>
            </a:pathLst>
          </a:custGeom>
          <a:noFill/>
          <a:ln w="6668">
            <a:solidFill>
              <a:srgbClr val="000000"/>
            </a:solidFill>
            <a:prstDash val="solid"/>
          </a:ln>
        </p:spPr>
      </p:sp>
      <p:sp>
        <p:nvSpPr>
          <p:cNvPr id="122" name="text_120">
            <a:extLst>
              <a:ext uri="{FF2B5EF4-FFF2-40B4-BE49-F238E27FC236}">
                <ns2:creationId id="{94CD5A16-179A-4D26-AB8C-D16AC9DFE8C7}"/>
              </a:ext>
            </a:extLst>
          </p:cNvPr>
          <p:cNvSpPr>
            <a:spLocks noGrp="1"/>
          </p:cNvSpPr>
          <p:nvPr/>
        </p:nvSpPr>
        <p:spPr>
          <a:xfrm rot="0">
            <a:off x="9686925" y="4691063"/>
            <a:ext cx="276225" cy="200025"/>
          </a:xfrm>
          <a:prstGeom prst="rect">
            <a:avLst/>
          </a:prstGeom>
          <a:noFill/>
          <a:ln w="0">
            <a:noFill/>
            <a:prstDash val="solid"/>
          </a:ln>
        </p:spPr>
        <p:txBody>
          <a:bodyPr wrap="none" lIns="0" tIns="0" rIns="0" bIns="0" anchor="t">
            <a:noAutofit/>
          </a:bodyPr>
          <a:lstStyle>
            <a:defPPr algn="r">
              <a:defRPr sz="1050" b="0">
                <a:solidFill>
                  <a:srgbClr val="000000"/>
                </a:solidFill>
                <a:latin typeface="Arial"/>
                <a:ea typeface="Arial"/>
                <a:cs typeface="Arial"/>
              </a:defRPr>
            </a:defPPr>
            <a:lvl1pPr algn="r">
              <a:defRPr sz="1050" b="0">
                <a:solidFill>
                  <a:srgbClr val="000000"/>
                </a:solidFill>
                <a:latin typeface="Arial"/>
                <a:ea typeface="Arial"/>
                <a:cs typeface="Arial"/>
              </a:defRPr>
            </a:lvl1pPr>
            <a:lvl2pPr algn="r">
              <a:defRPr sz="1050" b="0">
                <a:solidFill>
                  <a:srgbClr val="000000"/>
                </a:solidFill>
                <a:latin typeface="Arial"/>
                <a:ea typeface="Arial"/>
                <a:cs typeface="Arial"/>
              </a:defRPr>
            </a:lvl2pPr>
            <a:lvl3pPr algn="r">
              <a:defRPr sz="1050" b="0">
                <a:solidFill>
                  <a:srgbClr val="000000"/>
                </a:solidFill>
                <a:latin typeface="Arial"/>
                <a:ea typeface="Arial"/>
                <a:cs typeface="Arial"/>
              </a:defRPr>
            </a:lvl3pPr>
            <a:lvl4pPr algn="r">
              <a:defRPr sz="1050" b="0">
                <a:solidFill>
                  <a:srgbClr val="000000"/>
                </a:solidFill>
                <a:latin typeface="Arial"/>
                <a:ea typeface="Arial"/>
                <a:cs typeface="Arial"/>
              </a:defRPr>
            </a:lvl4pPr>
            <a:lvl5pPr algn="r">
              <a:defRPr sz="1050" b="0">
                <a:solidFill>
                  <a:srgbClr val="000000"/>
                </a:solidFill>
                <a:latin typeface="Arial"/>
                <a:ea typeface="Arial"/>
                <a:cs typeface="Arial"/>
              </a:defRPr>
            </a:lvl5pPr>
            <a:lvl6pPr algn="r">
              <a:defRPr sz="1050" b="0">
                <a:solidFill>
                  <a:srgbClr val="000000"/>
                </a:solidFill>
                <a:latin typeface="Arial"/>
                <a:ea typeface="Arial"/>
                <a:cs typeface="Arial"/>
              </a:defRPr>
            </a:lvl6pPr>
            <a:lvl7pPr algn="r">
              <a:defRPr sz="1050" b="0">
                <a:solidFill>
                  <a:srgbClr val="000000"/>
                </a:solidFill>
                <a:latin typeface="Arial"/>
                <a:ea typeface="Arial"/>
                <a:cs typeface="Arial"/>
              </a:defRPr>
            </a:lvl7pPr>
            <a:lvl8pPr algn="r">
              <a:defRPr sz="1050" b="0">
                <a:solidFill>
                  <a:srgbClr val="000000"/>
                </a:solidFill>
                <a:latin typeface="Arial"/>
                <a:ea typeface="Arial"/>
                <a:cs typeface="Arial"/>
              </a:defRPr>
            </a:lvl8pPr>
            <a:lvl9pPr algn="r">
              <a:defRPr sz="1050" b="0">
                <a:solidFill>
                  <a:srgbClr val="000000"/>
                </a:solidFill>
                <a:latin typeface="Arial"/>
                <a:ea typeface="Arial"/>
                <a:cs typeface="Arial"/>
              </a:defRPr>
            </a:lvl9pPr>
          </a:lstStyle>
          <a:p>
            <a:pPr algn="r">
              <a:defRPr sz="1050" b="0">
                <a:solidFill>
                  <a:srgbClr val="000000"/>
                </a:solidFill>
                <a:latin typeface="Arial"/>
                <a:ea typeface="Arial"/>
                <a:cs typeface="Arial"/>
              </a:defRPr>
            </a:pPr>
            <a:r>
              <a:rPr sz="1050" b="0">
                <a:solidFill>
                  <a:srgbClr val="000000"/>
                </a:solidFill>
                <a:latin typeface="Arial"/>
                <a:ea typeface="Arial"/>
                <a:cs typeface="Arial"/>
              </a:rPr>
              <a:t>0.5</a:t>
            </a:r>
          </a:p>
        </p:txBody>
      </p:sp>
      <p:sp>
        <p:nvSpPr>
          <p:cNvPr id="123" name="line_121">
            <a:extLst>
              <a:ext uri="{FF2B5EF4-FFF2-40B4-BE49-F238E27FC236}">
                <ns2:creationId id="{6B937DA0-4FD0-459E-A199-1E0159FB5724}"/>
              </a:ext>
            </a:extLst>
          </p:cNvPr>
          <p:cNvSpPr>
            <a:spLocks noGrp="1"/>
          </p:cNvSpPr>
          <p:nvPr/>
        </p:nvSpPr>
        <p:spPr>
          <a:xfrm>
            <a:off x="10001250" y="3876675"/>
            <a:ext cx="38100" cy="95"/>
          </a:xfrm>
          <a:custGeom>
            <a:pathLst>
              <a:path w="38100" h="95">
                <a:moveTo>
                  <a:pt x="0" y="0"/>
                </a:moveTo>
                <a:lnTo>
                  <a:pt x="38100" y="0"/>
                </a:lnTo>
              </a:path>
            </a:pathLst>
          </a:custGeom>
          <a:noFill/>
          <a:ln w="6668">
            <a:solidFill>
              <a:srgbClr val="000000"/>
            </a:solidFill>
            <a:prstDash val="solid"/>
          </a:ln>
        </p:spPr>
      </p:sp>
      <p:sp>
        <p:nvSpPr>
          <p:cNvPr id="124" name="text_122">
            <a:extLst>
              <a:ext uri="{FF2B5EF4-FFF2-40B4-BE49-F238E27FC236}">
                <ns2:creationId id="{62131759-05A3-4C4B-BA8C-79993547A924}"/>
              </a:ext>
            </a:extLst>
          </p:cNvPr>
          <p:cNvSpPr>
            <a:spLocks noGrp="1"/>
          </p:cNvSpPr>
          <p:nvPr/>
        </p:nvSpPr>
        <p:spPr>
          <a:xfrm rot="0">
            <a:off x="9686925" y="3781425"/>
            <a:ext cx="276225" cy="200025"/>
          </a:xfrm>
          <a:prstGeom prst="rect">
            <a:avLst/>
          </a:prstGeom>
          <a:noFill/>
          <a:ln w="0">
            <a:noFill/>
            <a:prstDash val="solid"/>
          </a:ln>
        </p:spPr>
        <p:txBody>
          <a:bodyPr wrap="none" lIns="0" tIns="0" rIns="0" bIns="0" anchor="t">
            <a:noAutofit/>
          </a:bodyPr>
          <a:lstStyle>
            <a:defPPr algn="r">
              <a:defRPr sz="1050" b="0">
                <a:solidFill>
                  <a:srgbClr val="000000"/>
                </a:solidFill>
                <a:latin typeface="Arial"/>
                <a:ea typeface="Arial"/>
                <a:cs typeface="Arial"/>
              </a:defRPr>
            </a:defPPr>
            <a:lvl1pPr algn="r">
              <a:defRPr sz="1050" b="0">
                <a:solidFill>
                  <a:srgbClr val="000000"/>
                </a:solidFill>
                <a:latin typeface="Arial"/>
                <a:ea typeface="Arial"/>
                <a:cs typeface="Arial"/>
              </a:defRPr>
            </a:lvl1pPr>
            <a:lvl2pPr algn="r">
              <a:defRPr sz="1050" b="0">
                <a:solidFill>
                  <a:srgbClr val="000000"/>
                </a:solidFill>
                <a:latin typeface="Arial"/>
                <a:ea typeface="Arial"/>
                <a:cs typeface="Arial"/>
              </a:defRPr>
            </a:lvl2pPr>
            <a:lvl3pPr algn="r">
              <a:defRPr sz="1050" b="0">
                <a:solidFill>
                  <a:srgbClr val="000000"/>
                </a:solidFill>
                <a:latin typeface="Arial"/>
                <a:ea typeface="Arial"/>
                <a:cs typeface="Arial"/>
              </a:defRPr>
            </a:lvl3pPr>
            <a:lvl4pPr algn="r">
              <a:defRPr sz="1050" b="0">
                <a:solidFill>
                  <a:srgbClr val="000000"/>
                </a:solidFill>
                <a:latin typeface="Arial"/>
                <a:ea typeface="Arial"/>
                <a:cs typeface="Arial"/>
              </a:defRPr>
            </a:lvl4pPr>
            <a:lvl5pPr algn="r">
              <a:defRPr sz="1050" b="0">
                <a:solidFill>
                  <a:srgbClr val="000000"/>
                </a:solidFill>
                <a:latin typeface="Arial"/>
                <a:ea typeface="Arial"/>
                <a:cs typeface="Arial"/>
              </a:defRPr>
            </a:lvl5pPr>
            <a:lvl6pPr algn="r">
              <a:defRPr sz="1050" b="0">
                <a:solidFill>
                  <a:srgbClr val="000000"/>
                </a:solidFill>
                <a:latin typeface="Arial"/>
                <a:ea typeface="Arial"/>
                <a:cs typeface="Arial"/>
              </a:defRPr>
            </a:lvl6pPr>
            <a:lvl7pPr algn="r">
              <a:defRPr sz="1050" b="0">
                <a:solidFill>
                  <a:srgbClr val="000000"/>
                </a:solidFill>
                <a:latin typeface="Arial"/>
                <a:ea typeface="Arial"/>
                <a:cs typeface="Arial"/>
              </a:defRPr>
            </a:lvl7pPr>
            <a:lvl8pPr algn="r">
              <a:defRPr sz="1050" b="0">
                <a:solidFill>
                  <a:srgbClr val="000000"/>
                </a:solidFill>
                <a:latin typeface="Arial"/>
                <a:ea typeface="Arial"/>
                <a:cs typeface="Arial"/>
              </a:defRPr>
            </a:lvl8pPr>
            <a:lvl9pPr algn="r">
              <a:defRPr sz="1050" b="0">
                <a:solidFill>
                  <a:srgbClr val="000000"/>
                </a:solidFill>
                <a:latin typeface="Arial"/>
                <a:ea typeface="Arial"/>
                <a:cs typeface="Arial"/>
              </a:defRPr>
            </a:lvl9pPr>
          </a:lstStyle>
          <a:p>
            <a:pPr algn="r">
              <a:defRPr sz="1050" b="0">
                <a:solidFill>
                  <a:srgbClr val="000000"/>
                </a:solidFill>
                <a:latin typeface="Arial"/>
                <a:ea typeface="Arial"/>
                <a:cs typeface="Arial"/>
              </a:defRPr>
            </a:pPr>
            <a:r>
              <a:rPr sz="1050" b="0">
                <a:solidFill>
                  <a:srgbClr val="000000"/>
                </a:solidFill>
                <a:latin typeface="Arial"/>
                <a:ea typeface="Arial"/>
                <a:cs typeface="Arial"/>
              </a:rPr>
              <a:t>1.0</a:t>
            </a:r>
          </a:p>
        </p:txBody>
      </p:sp>
      <p:sp>
        <p:nvSpPr>
          <p:cNvPr id="125" name="line_123">
            <a:extLst>
              <a:ext uri="{FF2B5EF4-FFF2-40B4-BE49-F238E27FC236}">
                <ns2:creationId id="{9D256684-605C-4B6C-8C5E-3A68160BA5D2}"/>
              </a:ext>
            </a:extLst>
          </p:cNvPr>
          <p:cNvSpPr>
            <a:spLocks noGrp="1"/>
          </p:cNvSpPr>
          <p:nvPr/>
        </p:nvSpPr>
        <p:spPr>
          <a:xfrm>
            <a:off x="10091738" y="5695950"/>
            <a:ext cx="95" cy="38100"/>
          </a:xfrm>
          <a:custGeom>
            <a:pathLst>
              <a:path w="95" h="38100">
                <a:moveTo>
                  <a:pt x="0" y="0"/>
                </a:moveTo>
                <a:lnTo>
                  <a:pt x="0" y="38100"/>
                </a:lnTo>
              </a:path>
            </a:pathLst>
          </a:custGeom>
          <a:noFill/>
          <a:ln w="6668">
            <a:solidFill>
              <a:srgbClr val="000000"/>
            </a:solidFill>
            <a:prstDash val="solid"/>
          </a:ln>
        </p:spPr>
      </p:sp>
      <p:sp>
        <p:nvSpPr>
          <p:cNvPr id="126" name="text_124">
            <a:extLst>
              <a:ext uri="{FF2B5EF4-FFF2-40B4-BE49-F238E27FC236}">
                <ns2:creationId id="{AA47BCF2-1C51-457A-90E7-BE9359DDDD69}"/>
              </a:ext>
            </a:extLst>
          </p:cNvPr>
          <p:cNvSpPr>
            <a:spLocks noGrp="1"/>
          </p:cNvSpPr>
          <p:nvPr/>
        </p:nvSpPr>
        <p:spPr>
          <a:xfrm rot="0">
            <a:off x="9853613" y="5762625"/>
            <a:ext cx="476250" cy="219075"/>
          </a:xfrm>
          <a:prstGeom prst="rect">
            <a:avLst/>
          </a:prstGeom>
          <a:noFill/>
          <a:ln w="0">
            <a:noFill/>
            <a:prstDash val="solid"/>
          </a:ln>
        </p:spPr>
        <p:txBody>
          <a:bodyPr wrap="none" lIns="0" tIns="0" rIns="0" bIns="0" anchor="t">
            <a:noAutofit/>
          </a:bodyPr>
          <a:lstStyle>
            <a:defPPr algn="ctr">
              <a:defRPr sz="1050" b="0">
                <a:solidFill>
                  <a:srgbClr val="000000"/>
                </a:solidFill>
                <a:latin typeface="Arial"/>
                <a:ea typeface="Arial"/>
                <a:cs typeface="Arial"/>
              </a:defRPr>
            </a:defPPr>
            <a:lvl1pPr algn="ctr">
              <a:defRPr sz="1050" b="0">
                <a:solidFill>
                  <a:srgbClr val="000000"/>
                </a:solidFill>
                <a:latin typeface="Arial"/>
                <a:ea typeface="Arial"/>
                <a:cs typeface="Arial"/>
              </a:defRPr>
            </a:lvl1pPr>
            <a:lvl2pPr algn="ctr">
              <a:defRPr sz="1050" b="0">
                <a:solidFill>
                  <a:srgbClr val="000000"/>
                </a:solidFill>
                <a:latin typeface="Arial"/>
                <a:ea typeface="Arial"/>
                <a:cs typeface="Arial"/>
              </a:defRPr>
            </a:lvl2pPr>
            <a:lvl3pPr algn="ctr">
              <a:defRPr sz="1050" b="0">
                <a:solidFill>
                  <a:srgbClr val="000000"/>
                </a:solidFill>
                <a:latin typeface="Arial"/>
                <a:ea typeface="Arial"/>
                <a:cs typeface="Arial"/>
              </a:defRPr>
            </a:lvl3pPr>
            <a:lvl4pPr algn="ctr">
              <a:defRPr sz="1050" b="0">
                <a:solidFill>
                  <a:srgbClr val="000000"/>
                </a:solidFill>
                <a:latin typeface="Arial"/>
                <a:ea typeface="Arial"/>
                <a:cs typeface="Arial"/>
              </a:defRPr>
            </a:lvl4pPr>
            <a:lvl5pPr algn="ctr">
              <a:defRPr sz="1050" b="0">
                <a:solidFill>
                  <a:srgbClr val="000000"/>
                </a:solidFill>
                <a:latin typeface="Arial"/>
                <a:ea typeface="Arial"/>
                <a:cs typeface="Arial"/>
              </a:defRPr>
            </a:lvl5pPr>
            <a:lvl6pPr algn="ctr">
              <a:defRPr sz="1050" b="0">
                <a:solidFill>
                  <a:srgbClr val="000000"/>
                </a:solidFill>
                <a:latin typeface="Arial"/>
                <a:ea typeface="Arial"/>
                <a:cs typeface="Arial"/>
              </a:defRPr>
            </a:lvl6pPr>
            <a:lvl7pPr algn="ctr">
              <a:defRPr sz="1050" b="0">
                <a:solidFill>
                  <a:srgbClr val="000000"/>
                </a:solidFill>
                <a:latin typeface="Arial"/>
                <a:ea typeface="Arial"/>
                <a:cs typeface="Arial"/>
              </a:defRPr>
            </a:lvl7pPr>
            <a:lvl8pPr algn="ctr">
              <a:defRPr sz="1050" b="0">
                <a:solidFill>
                  <a:srgbClr val="000000"/>
                </a:solidFill>
                <a:latin typeface="Arial"/>
                <a:ea typeface="Arial"/>
                <a:cs typeface="Arial"/>
              </a:defRPr>
            </a:lvl8pPr>
            <a:lvl9pPr algn="ctr">
              <a:defRPr sz="1050" b="0">
                <a:solidFill>
                  <a:srgbClr val="000000"/>
                </a:solidFill>
                <a:latin typeface="Arial"/>
                <a:ea typeface="Arial"/>
                <a:cs typeface="Arial"/>
              </a:defRPr>
            </a:lvl9pPr>
          </a:lstStyle>
          <a:p>
            <a:pPr algn="ctr">
              <a:defRPr sz="1050" b="0">
                <a:solidFill>
                  <a:srgbClr val="000000"/>
                </a:solidFill>
                <a:latin typeface="Arial"/>
                <a:ea typeface="Arial"/>
                <a:cs typeface="Arial"/>
              </a:defRPr>
            </a:pPr>
            <a:r>
              <a:rPr sz="1050" b="0">
                <a:solidFill>
                  <a:srgbClr val="000000"/>
                </a:solidFill>
                <a:latin typeface="Arial"/>
                <a:ea typeface="Arial"/>
                <a:cs typeface="Arial"/>
              </a:rPr>
              <a:t>00:00</a:t>
            </a:r>
          </a:p>
        </p:txBody>
      </p:sp>
      <p:sp>
        <p:nvSpPr>
          <p:cNvPr id="127" name="line_125">
            <a:extLst>
              <a:ext uri="{FF2B5EF4-FFF2-40B4-BE49-F238E27FC236}">
                <ns2:creationId id="{33B52346-E19C-40E1-ABD6-AF92F673222B}"/>
              </a:ext>
            </a:extLst>
          </p:cNvPr>
          <p:cNvSpPr>
            <a:spLocks noGrp="1"/>
          </p:cNvSpPr>
          <p:nvPr/>
        </p:nvSpPr>
        <p:spPr>
          <a:xfrm>
            <a:off x="11139488" y="5695950"/>
            <a:ext cx="95" cy="38100"/>
          </a:xfrm>
          <a:custGeom>
            <a:pathLst>
              <a:path w="95" h="38100">
                <a:moveTo>
                  <a:pt x="0" y="0"/>
                </a:moveTo>
                <a:lnTo>
                  <a:pt x="0" y="38100"/>
                </a:lnTo>
              </a:path>
            </a:pathLst>
          </a:custGeom>
          <a:noFill/>
          <a:ln w="6668">
            <a:solidFill>
              <a:srgbClr val="000000"/>
            </a:solidFill>
            <a:prstDash val="solid"/>
          </a:ln>
        </p:spPr>
      </p:sp>
      <p:sp>
        <p:nvSpPr>
          <p:cNvPr id="128" name="text_126">
            <a:extLst>
              <a:ext uri="{FF2B5EF4-FFF2-40B4-BE49-F238E27FC236}">
                <ns2:creationId id="{27CEF783-A541-416E-99F8-A23CD3CE48E5}"/>
              </a:ext>
            </a:extLst>
          </p:cNvPr>
          <p:cNvSpPr>
            <a:spLocks noGrp="1"/>
          </p:cNvSpPr>
          <p:nvPr/>
        </p:nvSpPr>
        <p:spPr>
          <a:xfrm rot="0">
            <a:off x="10901363" y="5762625"/>
            <a:ext cx="476250" cy="219075"/>
          </a:xfrm>
          <a:prstGeom prst="rect">
            <a:avLst/>
          </a:prstGeom>
          <a:noFill/>
          <a:ln w="0">
            <a:noFill/>
            <a:prstDash val="solid"/>
          </a:ln>
        </p:spPr>
        <p:txBody>
          <a:bodyPr wrap="none" lIns="0" tIns="0" rIns="0" bIns="0" anchor="t">
            <a:noAutofit/>
          </a:bodyPr>
          <a:lstStyle>
            <a:defPPr algn="ctr">
              <a:defRPr sz="1050" b="0">
                <a:solidFill>
                  <a:srgbClr val="000000"/>
                </a:solidFill>
                <a:latin typeface="Arial"/>
                <a:ea typeface="Arial"/>
                <a:cs typeface="Arial"/>
              </a:defRPr>
            </a:defPPr>
            <a:lvl1pPr algn="ctr">
              <a:defRPr sz="1050" b="0">
                <a:solidFill>
                  <a:srgbClr val="000000"/>
                </a:solidFill>
                <a:latin typeface="Arial"/>
                <a:ea typeface="Arial"/>
                <a:cs typeface="Arial"/>
              </a:defRPr>
            </a:lvl1pPr>
            <a:lvl2pPr algn="ctr">
              <a:defRPr sz="1050" b="0">
                <a:solidFill>
                  <a:srgbClr val="000000"/>
                </a:solidFill>
                <a:latin typeface="Arial"/>
                <a:ea typeface="Arial"/>
                <a:cs typeface="Arial"/>
              </a:defRPr>
            </a:lvl2pPr>
            <a:lvl3pPr algn="ctr">
              <a:defRPr sz="1050" b="0">
                <a:solidFill>
                  <a:srgbClr val="000000"/>
                </a:solidFill>
                <a:latin typeface="Arial"/>
                <a:ea typeface="Arial"/>
                <a:cs typeface="Arial"/>
              </a:defRPr>
            </a:lvl3pPr>
            <a:lvl4pPr algn="ctr">
              <a:defRPr sz="1050" b="0">
                <a:solidFill>
                  <a:srgbClr val="000000"/>
                </a:solidFill>
                <a:latin typeface="Arial"/>
                <a:ea typeface="Arial"/>
                <a:cs typeface="Arial"/>
              </a:defRPr>
            </a:lvl4pPr>
            <a:lvl5pPr algn="ctr">
              <a:defRPr sz="1050" b="0">
                <a:solidFill>
                  <a:srgbClr val="000000"/>
                </a:solidFill>
                <a:latin typeface="Arial"/>
                <a:ea typeface="Arial"/>
                <a:cs typeface="Arial"/>
              </a:defRPr>
            </a:lvl5pPr>
            <a:lvl6pPr algn="ctr">
              <a:defRPr sz="1050" b="0">
                <a:solidFill>
                  <a:srgbClr val="000000"/>
                </a:solidFill>
                <a:latin typeface="Arial"/>
                <a:ea typeface="Arial"/>
                <a:cs typeface="Arial"/>
              </a:defRPr>
            </a:lvl6pPr>
            <a:lvl7pPr algn="ctr">
              <a:defRPr sz="1050" b="0">
                <a:solidFill>
                  <a:srgbClr val="000000"/>
                </a:solidFill>
                <a:latin typeface="Arial"/>
                <a:ea typeface="Arial"/>
                <a:cs typeface="Arial"/>
              </a:defRPr>
            </a:lvl7pPr>
            <a:lvl8pPr algn="ctr">
              <a:defRPr sz="1050" b="0">
                <a:solidFill>
                  <a:srgbClr val="000000"/>
                </a:solidFill>
                <a:latin typeface="Arial"/>
                <a:ea typeface="Arial"/>
                <a:cs typeface="Arial"/>
              </a:defRPr>
            </a:lvl8pPr>
            <a:lvl9pPr algn="ctr">
              <a:defRPr sz="1050" b="0">
                <a:solidFill>
                  <a:srgbClr val="000000"/>
                </a:solidFill>
                <a:latin typeface="Arial"/>
                <a:ea typeface="Arial"/>
                <a:cs typeface="Arial"/>
              </a:defRPr>
            </a:lvl9pPr>
          </a:lstStyle>
          <a:p>
            <a:pPr algn="ctr">
              <a:defRPr sz="1050" b="0">
                <a:solidFill>
                  <a:srgbClr val="000000"/>
                </a:solidFill>
                <a:latin typeface="Arial"/>
                <a:ea typeface="Arial"/>
                <a:cs typeface="Arial"/>
              </a:defRPr>
            </a:pPr>
            <a:r>
              <a:rPr sz="1050" b="0">
                <a:solidFill>
                  <a:srgbClr val="000000"/>
                </a:solidFill>
                <a:latin typeface="Arial"/>
                <a:ea typeface="Arial"/>
                <a:cs typeface="Arial"/>
              </a:rPr>
              <a:t>10:00</a:t>
            </a:r>
          </a:p>
        </p:txBody>
      </p:sp>
      <p:sp>
        <p:nvSpPr>
          <p:cNvPr id="129" name="line_127">
            <a:extLst>
              <a:ext uri="{FF2B5EF4-FFF2-40B4-BE49-F238E27FC236}">
                <ns2:creationId id="{62E0124E-9A9C-4B48-AD5D-31B2B2E70ADD}"/>
              </a:ext>
            </a:extLst>
          </p:cNvPr>
          <p:cNvSpPr>
            <a:spLocks noGrp="1"/>
          </p:cNvSpPr>
          <p:nvPr/>
        </p:nvSpPr>
        <p:spPr>
          <a:xfrm>
            <a:off x="12501563" y="5695950"/>
            <a:ext cx="95" cy="38100"/>
          </a:xfrm>
          <a:custGeom>
            <a:pathLst>
              <a:path w="95" h="38100">
                <a:moveTo>
                  <a:pt x="0" y="0"/>
                </a:moveTo>
                <a:lnTo>
                  <a:pt x="0" y="38100"/>
                </a:lnTo>
              </a:path>
            </a:pathLst>
          </a:custGeom>
          <a:noFill/>
          <a:ln w="6668">
            <a:solidFill>
              <a:srgbClr val="000000"/>
            </a:solidFill>
            <a:prstDash val="solid"/>
          </a:ln>
        </p:spPr>
      </p:sp>
      <p:sp>
        <p:nvSpPr>
          <p:cNvPr id="130" name="text_128">
            <a:extLst>
              <a:ext uri="{FF2B5EF4-FFF2-40B4-BE49-F238E27FC236}">
                <ns2:creationId id="{0F9691FA-8E1C-40CE-A474-392E5B2CFBB1}"/>
              </a:ext>
            </a:extLst>
          </p:cNvPr>
          <p:cNvSpPr>
            <a:spLocks noGrp="1"/>
          </p:cNvSpPr>
          <p:nvPr/>
        </p:nvSpPr>
        <p:spPr>
          <a:xfrm rot="0">
            <a:off x="12263438" y="5762625"/>
            <a:ext cx="476250" cy="219075"/>
          </a:xfrm>
          <a:prstGeom prst="rect">
            <a:avLst/>
          </a:prstGeom>
          <a:noFill/>
          <a:ln w="0">
            <a:noFill/>
            <a:prstDash val="solid"/>
          </a:ln>
        </p:spPr>
        <p:txBody>
          <a:bodyPr wrap="none" lIns="0" tIns="0" rIns="0" bIns="0" anchor="t">
            <a:noAutofit/>
          </a:bodyPr>
          <a:lstStyle>
            <a:defPPr algn="ctr">
              <a:defRPr sz="1050" b="0">
                <a:solidFill>
                  <a:srgbClr val="000000"/>
                </a:solidFill>
                <a:latin typeface="Arial"/>
                <a:ea typeface="Arial"/>
                <a:cs typeface="Arial"/>
              </a:defRPr>
            </a:defPPr>
            <a:lvl1pPr algn="ctr">
              <a:defRPr sz="1050" b="0">
                <a:solidFill>
                  <a:srgbClr val="000000"/>
                </a:solidFill>
                <a:latin typeface="Arial"/>
                <a:ea typeface="Arial"/>
                <a:cs typeface="Arial"/>
              </a:defRPr>
            </a:lvl1pPr>
            <a:lvl2pPr algn="ctr">
              <a:defRPr sz="1050" b="0">
                <a:solidFill>
                  <a:srgbClr val="000000"/>
                </a:solidFill>
                <a:latin typeface="Arial"/>
                <a:ea typeface="Arial"/>
                <a:cs typeface="Arial"/>
              </a:defRPr>
            </a:lvl2pPr>
            <a:lvl3pPr algn="ctr">
              <a:defRPr sz="1050" b="0">
                <a:solidFill>
                  <a:srgbClr val="000000"/>
                </a:solidFill>
                <a:latin typeface="Arial"/>
                <a:ea typeface="Arial"/>
                <a:cs typeface="Arial"/>
              </a:defRPr>
            </a:lvl3pPr>
            <a:lvl4pPr algn="ctr">
              <a:defRPr sz="1050" b="0">
                <a:solidFill>
                  <a:srgbClr val="000000"/>
                </a:solidFill>
                <a:latin typeface="Arial"/>
                <a:ea typeface="Arial"/>
                <a:cs typeface="Arial"/>
              </a:defRPr>
            </a:lvl4pPr>
            <a:lvl5pPr algn="ctr">
              <a:defRPr sz="1050" b="0">
                <a:solidFill>
                  <a:srgbClr val="000000"/>
                </a:solidFill>
                <a:latin typeface="Arial"/>
                <a:ea typeface="Arial"/>
                <a:cs typeface="Arial"/>
              </a:defRPr>
            </a:lvl5pPr>
            <a:lvl6pPr algn="ctr">
              <a:defRPr sz="1050" b="0">
                <a:solidFill>
                  <a:srgbClr val="000000"/>
                </a:solidFill>
                <a:latin typeface="Arial"/>
                <a:ea typeface="Arial"/>
                <a:cs typeface="Arial"/>
              </a:defRPr>
            </a:lvl6pPr>
            <a:lvl7pPr algn="ctr">
              <a:defRPr sz="1050" b="0">
                <a:solidFill>
                  <a:srgbClr val="000000"/>
                </a:solidFill>
                <a:latin typeface="Arial"/>
                <a:ea typeface="Arial"/>
                <a:cs typeface="Arial"/>
              </a:defRPr>
            </a:lvl7pPr>
            <a:lvl8pPr algn="ctr">
              <a:defRPr sz="1050" b="0">
                <a:solidFill>
                  <a:srgbClr val="000000"/>
                </a:solidFill>
                <a:latin typeface="Arial"/>
                <a:ea typeface="Arial"/>
                <a:cs typeface="Arial"/>
              </a:defRPr>
            </a:lvl8pPr>
            <a:lvl9pPr algn="ctr">
              <a:defRPr sz="1050" b="0">
                <a:solidFill>
                  <a:srgbClr val="000000"/>
                </a:solidFill>
                <a:latin typeface="Arial"/>
                <a:ea typeface="Arial"/>
                <a:cs typeface="Arial"/>
              </a:defRPr>
            </a:lvl9pPr>
          </a:lstStyle>
          <a:p>
            <a:pPr algn="ctr">
              <a:defRPr sz="1050" b="0">
                <a:solidFill>
                  <a:srgbClr val="000000"/>
                </a:solidFill>
                <a:latin typeface="Arial"/>
                <a:ea typeface="Arial"/>
                <a:cs typeface="Arial"/>
              </a:defRPr>
            </a:pPr>
            <a:r>
              <a:rPr sz="1050" b="0">
                <a:solidFill>
                  <a:srgbClr val="000000"/>
                </a:solidFill>
                <a:latin typeface="Arial"/>
                <a:ea typeface="Arial"/>
                <a:cs typeface="Arial"/>
              </a:rPr>
              <a:t>23:00</a:t>
            </a:r>
          </a:p>
        </p:txBody>
      </p:sp>
      <p:sp>
        <p:nvSpPr>
          <p:cNvPr id="131" name="text_129">
            <a:extLst>
              <a:ext uri="{FF2B5EF4-FFF2-40B4-BE49-F238E27FC236}">
                <ns2:creationId id="{EA66D4ED-025D-4D26-B5DC-0431EC98637B}"/>
              </a:ext>
            </a:extLst>
          </p:cNvPr>
          <p:cNvSpPr>
            <a:spLocks noGrp="1"/>
          </p:cNvSpPr>
          <p:nvPr/>
        </p:nvSpPr>
        <p:spPr>
          <a:xfrm rot="0">
            <a:off x="10125075" y="5905500"/>
            <a:ext cx="2390775" cy="180975"/>
          </a:xfrm>
          <a:prstGeom prst="rect">
            <a:avLst/>
          </a:prstGeom>
          <a:noFill/>
          <a:ln w="0">
            <a:noFill/>
            <a:prstDash val="solid"/>
          </a:ln>
        </p:spPr>
        <p:txBody>
          <a:bodyPr wrap="none" lIns="0" tIns="0" rIns="0" bIns="0" anchor="t">
            <a:noAutofit/>
          </a:bodyPr>
          <a:lstStyle>
            <a:defPPr algn="ctr">
              <a:defRPr sz="1050" b="0">
                <a:solidFill>
                  <a:srgbClr val="000000"/>
                </a:solidFill>
                <a:latin typeface="Arial"/>
                <a:ea typeface="Arial"/>
                <a:cs typeface="Arial"/>
              </a:defRPr>
            </a:defPPr>
            <a:lvl1pPr algn="ctr">
              <a:defRPr sz="1050" b="0">
                <a:solidFill>
                  <a:srgbClr val="000000"/>
                </a:solidFill>
                <a:latin typeface="Arial"/>
                <a:ea typeface="Arial"/>
                <a:cs typeface="Arial"/>
              </a:defRPr>
            </a:lvl1pPr>
            <a:lvl2pPr algn="ctr">
              <a:defRPr sz="1050" b="0">
                <a:solidFill>
                  <a:srgbClr val="000000"/>
                </a:solidFill>
                <a:latin typeface="Arial"/>
                <a:ea typeface="Arial"/>
                <a:cs typeface="Arial"/>
              </a:defRPr>
            </a:lvl2pPr>
            <a:lvl3pPr algn="ctr">
              <a:defRPr sz="1050" b="0">
                <a:solidFill>
                  <a:srgbClr val="000000"/>
                </a:solidFill>
                <a:latin typeface="Arial"/>
                <a:ea typeface="Arial"/>
                <a:cs typeface="Arial"/>
              </a:defRPr>
            </a:lvl3pPr>
            <a:lvl4pPr algn="ctr">
              <a:defRPr sz="1050" b="0">
                <a:solidFill>
                  <a:srgbClr val="000000"/>
                </a:solidFill>
                <a:latin typeface="Arial"/>
                <a:ea typeface="Arial"/>
                <a:cs typeface="Arial"/>
              </a:defRPr>
            </a:lvl4pPr>
            <a:lvl5pPr algn="ctr">
              <a:defRPr sz="1050" b="0">
                <a:solidFill>
                  <a:srgbClr val="000000"/>
                </a:solidFill>
                <a:latin typeface="Arial"/>
                <a:ea typeface="Arial"/>
                <a:cs typeface="Arial"/>
              </a:defRPr>
            </a:lvl5pPr>
            <a:lvl6pPr algn="ctr">
              <a:defRPr sz="1050" b="0">
                <a:solidFill>
                  <a:srgbClr val="000000"/>
                </a:solidFill>
                <a:latin typeface="Arial"/>
                <a:ea typeface="Arial"/>
                <a:cs typeface="Arial"/>
              </a:defRPr>
            </a:lvl6pPr>
            <a:lvl7pPr algn="ctr">
              <a:defRPr sz="1050" b="0">
                <a:solidFill>
                  <a:srgbClr val="000000"/>
                </a:solidFill>
                <a:latin typeface="Arial"/>
                <a:ea typeface="Arial"/>
                <a:cs typeface="Arial"/>
              </a:defRPr>
            </a:lvl7pPr>
            <a:lvl8pPr algn="ctr">
              <a:defRPr sz="1050" b="0">
                <a:solidFill>
                  <a:srgbClr val="000000"/>
                </a:solidFill>
                <a:latin typeface="Arial"/>
                <a:ea typeface="Arial"/>
                <a:cs typeface="Arial"/>
              </a:defRPr>
            </a:lvl8pPr>
            <a:lvl9pPr algn="ctr">
              <a:defRPr sz="1050" b="0">
                <a:solidFill>
                  <a:srgbClr val="000000"/>
                </a:solidFill>
                <a:latin typeface="Arial"/>
                <a:ea typeface="Arial"/>
                <a:cs typeface="Arial"/>
              </a:defRPr>
            </a:lvl9pPr>
          </a:lstStyle>
          <a:p>
            <a:pPr algn="ctr">
              <a:defRPr sz="1050" b="0">
                <a:solidFill>
                  <a:srgbClr val="000000"/>
                </a:solidFill>
                <a:latin typeface="Arial"/>
                <a:ea typeface="Arial"/>
                <a:cs typeface="Arial"/>
              </a:defRPr>
            </a:pPr>
            <a:r>
              <a:rPr sz="1050" b="0">
                <a:solidFill>
                  <a:srgbClr val="000000"/>
                </a:solidFill>
                <a:latin typeface="Arial"/>
                <a:ea typeface="Arial"/>
                <a:cs typeface="Arial"/>
              </a:rPr>
              <a:t>Time (UTC, 26 Dec)</a:t>
            </a:r>
          </a:p>
        </p:txBody>
      </p:sp>
      <p:sp>
        <p:nvSpPr>
          <p:cNvPr id="132" name="b_local_event_guide_f610">
            <a:extLst>
              <a:ext uri="{FF2B5EF4-FFF2-40B4-BE49-F238E27FC236}">
                <ns2:creationId id="{2C1A389E-ACD2-47B9-A12D-2026297951A4}"/>
              </a:ext>
            </a:extLst>
          </p:cNvPr>
          <p:cNvSpPr>
            <a:spLocks noGrp="1"/>
          </p:cNvSpPr>
          <p:nvPr/>
        </p:nvSpPr>
        <p:spPr>
          <a:xfrm>
            <a:off x="11139488" y="3876675"/>
            <a:ext cx="95" cy="1819275"/>
          </a:xfrm>
          <a:custGeom>
            <a:pathLst>
              <a:path w="95" h="1819275">
                <a:moveTo>
                  <a:pt x="0" y="0"/>
                </a:moveTo>
                <a:lnTo>
                  <a:pt x="0" y="1819275"/>
                </a:lnTo>
              </a:path>
            </a:pathLst>
          </a:custGeom>
          <a:noFill/>
          <a:ln w="9525">
            <a:solidFill>
              <a:srgbClr val="C73A37"/>
            </a:solidFill>
            <a:prstDash val="dash"/>
          </a:ln>
        </p:spPr>
      </p:sp>
      <p:sp>
        <p:nvSpPr>
          <p:cNvPr id="133" name="b_local_halo_A_0">
            <a:extLst>
              <a:ext uri="{FF2B5EF4-FFF2-40B4-BE49-F238E27FC236}">
                <ns2:creationId id="{FE61B6C1-B293-428F-94F4-6332AAE305C9}"/>
              </a:ext>
            </a:extLst>
          </p:cNvPr>
          <p:cNvSpPr>
            <a:spLocks noGrp="1"/>
          </p:cNvSpPr>
          <p:nvPr/>
        </p:nvSpPr>
        <p:spPr>
          <a:xfrm>
            <a:off x="10196513" y="4542712"/>
            <a:ext cx="2305050" cy="513249"/>
          </a:xfrm>
          <a:custGeom>
            <a:pathLst>
              <a:path w="2305050" h="513249">
                <a:moveTo>
                  <a:pt x="0" y="513249"/>
                </a:moveTo>
                <a:lnTo>
                  <a:pt x="104775" y="485093"/>
                </a:lnTo>
                <a:lnTo>
                  <a:pt x="209550" y="456936"/>
                </a:lnTo>
                <a:lnTo>
                  <a:pt x="314325" y="410367"/>
                </a:lnTo>
                <a:lnTo>
                  <a:pt x="419100" y="372934"/>
                </a:lnTo>
                <a:lnTo>
                  <a:pt x="523875" y="361263"/>
                </a:lnTo>
                <a:lnTo>
                  <a:pt x="628650" y="292179"/>
                </a:lnTo>
                <a:lnTo>
                  <a:pt x="733425" y="267419"/>
                </a:lnTo>
                <a:lnTo>
                  <a:pt x="838200" y="239263"/>
                </a:lnTo>
                <a:lnTo>
                  <a:pt x="942975" y="211106"/>
                </a:lnTo>
                <a:lnTo>
                  <a:pt x="1047750" y="182949"/>
                </a:lnTo>
                <a:lnTo>
                  <a:pt x="1152525" y="154793"/>
                </a:lnTo>
                <a:lnTo>
                  <a:pt x="1257300" y="126636"/>
                </a:lnTo>
                <a:lnTo>
                  <a:pt x="1362075" y="98479"/>
                </a:lnTo>
                <a:lnTo>
                  <a:pt x="1466850" y="98479"/>
                </a:lnTo>
                <a:lnTo>
                  <a:pt x="1571625" y="70323"/>
                </a:lnTo>
                <a:lnTo>
                  <a:pt x="1676400" y="53938"/>
                </a:lnTo>
                <a:lnTo>
                  <a:pt x="1781175" y="56950"/>
                </a:lnTo>
                <a:lnTo>
                  <a:pt x="1885950" y="28116"/>
                </a:lnTo>
                <a:lnTo>
                  <a:pt x="1990725" y="29053"/>
                </a:lnTo>
                <a:lnTo>
                  <a:pt x="2095500" y="0"/>
                </a:lnTo>
                <a:lnTo>
                  <a:pt x="2200275" y="901"/>
                </a:lnTo>
                <a:lnTo>
                  <a:pt x="2305050" y="1001"/>
                </a:lnTo>
              </a:path>
            </a:pathLst>
          </a:custGeom>
          <a:noFill/>
          <a:ln w="40958">
            <a:solidFill>
              <a:srgbClr val="FFFFFF"/>
            </a:solidFill>
            <a:prstDash val="solid"/>
          </a:ln>
        </p:spPr>
      </p:sp>
      <p:sp>
        <p:nvSpPr>
          <p:cNvPr id="134" name="b_local_track_A_0">
            <a:extLst>
              <a:ext uri="{FF2B5EF4-FFF2-40B4-BE49-F238E27FC236}">
                <ns2:creationId id="{63415C98-9E2B-440B-B16F-E0DE1CD3419C}"/>
              </a:ext>
            </a:extLst>
          </p:cNvPr>
          <p:cNvSpPr>
            <a:spLocks noGrp="1"/>
          </p:cNvSpPr>
          <p:nvPr/>
        </p:nvSpPr>
        <p:spPr>
          <a:xfrm>
            <a:off x="10196513" y="4542712"/>
            <a:ext cx="2305050" cy="513249"/>
          </a:xfrm>
          <a:custGeom>
            <a:pathLst>
              <a:path w="2305050" h="513249">
                <a:moveTo>
                  <a:pt x="0" y="513249"/>
                </a:moveTo>
                <a:lnTo>
                  <a:pt x="104775" y="485093"/>
                </a:lnTo>
                <a:lnTo>
                  <a:pt x="209550" y="456936"/>
                </a:lnTo>
                <a:lnTo>
                  <a:pt x="314325" y="410367"/>
                </a:lnTo>
                <a:lnTo>
                  <a:pt x="419100" y="372934"/>
                </a:lnTo>
                <a:lnTo>
                  <a:pt x="523875" y="361263"/>
                </a:lnTo>
                <a:lnTo>
                  <a:pt x="628650" y="292179"/>
                </a:lnTo>
                <a:lnTo>
                  <a:pt x="733425" y="267419"/>
                </a:lnTo>
                <a:lnTo>
                  <a:pt x="838200" y="239263"/>
                </a:lnTo>
                <a:lnTo>
                  <a:pt x="942975" y="211106"/>
                </a:lnTo>
                <a:lnTo>
                  <a:pt x="1047750" y="182949"/>
                </a:lnTo>
                <a:lnTo>
                  <a:pt x="1152525" y="154793"/>
                </a:lnTo>
                <a:lnTo>
                  <a:pt x="1257300" y="126636"/>
                </a:lnTo>
                <a:lnTo>
                  <a:pt x="1362075" y="98479"/>
                </a:lnTo>
                <a:lnTo>
                  <a:pt x="1466850" y="98479"/>
                </a:lnTo>
                <a:lnTo>
                  <a:pt x="1571625" y="70323"/>
                </a:lnTo>
                <a:lnTo>
                  <a:pt x="1676400" y="53938"/>
                </a:lnTo>
                <a:lnTo>
                  <a:pt x="1781175" y="56950"/>
                </a:lnTo>
                <a:lnTo>
                  <a:pt x="1885950" y="28116"/>
                </a:lnTo>
                <a:lnTo>
                  <a:pt x="1990725" y="29053"/>
                </a:lnTo>
                <a:lnTo>
                  <a:pt x="2095500" y="0"/>
                </a:lnTo>
                <a:lnTo>
                  <a:pt x="2200275" y="901"/>
                </a:lnTo>
                <a:lnTo>
                  <a:pt x="2305050" y="1001"/>
                </a:lnTo>
              </a:path>
            </a:pathLst>
          </a:custGeom>
          <a:noFill/>
          <a:ln w="17145">
            <a:solidFill>
              <a:srgbClr val="000000"/>
            </a:solidFill>
            <a:prstDash val="solid"/>
          </a:ln>
        </p:spPr>
      </p:sp>
      <p:sp>
        <p:nvSpPr>
          <p:cNvPr id="135" name="b_local_event_marker_A">
            <a:extLst>
              <a:ext uri="{FF2B5EF4-FFF2-40B4-BE49-F238E27FC236}">
                <ns2:creationId id="{79B30CA6-A812-4A01-A445-743B0FDA6329}"/>
              </a:ext>
            </a:extLst>
          </p:cNvPr>
          <p:cNvSpPr>
            <a:spLocks noGrp="1"/>
          </p:cNvSpPr>
          <p:nvPr/>
        </p:nvSpPr>
        <p:spPr>
          <a:xfrm rot="0">
            <a:off x="11106150" y="4720481"/>
            <a:ext cx="66675" cy="66675"/>
          </a:xfrm>
          <a:prstGeom prst="ellipse">
            <a:avLst/>
          </a:prstGeom>
          <a:solidFill>
            <a:srgbClr val="FFFFFF"/>
          </a:solidFill>
          <a:ln w="17145">
            <a:solidFill>
              <a:srgbClr val="000000"/>
            </a:solidFill>
            <a:prstDash val="solid"/>
          </a:ln>
        </p:spPr>
      </p:sp>
      <p:sp>
        <p:nvSpPr>
          <p:cNvPr id="136" name="b_local_track_label_A">
            <a:extLst>
              <a:ext uri="{FF2B5EF4-FFF2-40B4-BE49-F238E27FC236}">
                <ns2:creationId id="{DDC18A3E-D0E1-44EB-9B7B-2A8C5432AA1B}"/>
              </a:ext>
            </a:extLst>
          </p:cNvPr>
          <p:cNvSpPr>
            <a:spLocks noGrp="1"/>
          </p:cNvSpPr>
          <p:nvPr/>
        </p:nvSpPr>
        <p:spPr>
          <a:xfrm rot="0">
            <a:off x="12549188" y="4438938"/>
            <a:ext cx="171450" cy="219075"/>
          </a:xfrm>
          <a:prstGeom prst="rect">
            <a:avLst/>
          </a:prstGeom>
          <a:noFill/>
          <a:ln w="0">
            <a:noFill/>
            <a:prstDash val="solid"/>
          </a:ln>
        </p:spPr>
        <p:txBody>
          <a:bodyPr wrap="none" lIns="0" tIns="0" rIns="0" bIns="0" anchor="t">
            <a:noAutofit/>
          </a:bodyPr>
          <a:lstStyle>
            <a:defPPr algn="l">
              <a:defRPr sz="1275" b="1">
                <a:solidFill>
                  <a:srgbClr val="000000"/>
                </a:solidFill>
                <a:latin typeface="Arial"/>
                <a:ea typeface="Arial"/>
                <a:cs typeface="Arial"/>
              </a:defRPr>
            </a:defPPr>
            <a:lvl1pPr algn="l">
              <a:defRPr sz="1275" b="1">
                <a:solidFill>
                  <a:srgbClr val="000000"/>
                </a:solidFill>
                <a:latin typeface="Arial"/>
                <a:ea typeface="Arial"/>
                <a:cs typeface="Arial"/>
              </a:defRPr>
            </a:lvl1pPr>
            <a:lvl2pPr algn="l">
              <a:defRPr sz="1275" b="1">
                <a:solidFill>
                  <a:srgbClr val="000000"/>
                </a:solidFill>
                <a:latin typeface="Arial"/>
                <a:ea typeface="Arial"/>
                <a:cs typeface="Arial"/>
              </a:defRPr>
            </a:lvl2pPr>
            <a:lvl3pPr algn="l">
              <a:defRPr sz="1275" b="1">
                <a:solidFill>
                  <a:srgbClr val="000000"/>
                </a:solidFill>
                <a:latin typeface="Arial"/>
                <a:ea typeface="Arial"/>
                <a:cs typeface="Arial"/>
              </a:defRPr>
            </a:lvl3pPr>
            <a:lvl4pPr algn="l">
              <a:defRPr sz="1275" b="1">
                <a:solidFill>
                  <a:srgbClr val="000000"/>
                </a:solidFill>
                <a:latin typeface="Arial"/>
                <a:ea typeface="Arial"/>
                <a:cs typeface="Arial"/>
              </a:defRPr>
            </a:lvl4pPr>
            <a:lvl5pPr algn="l">
              <a:defRPr sz="1275" b="1">
                <a:solidFill>
                  <a:srgbClr val="000000"/>
                </a:solidFill>
                <a:latin typeface="Arial"/>
                <a:ea typeface="Arial"/>
                <a:cs typeface="Arial"/>
              </a:defRPr>
            </a:lvl5pPr>
            <a:lvl6pPr algn="l">
              <a:defRPr sz="1275" b="1">
                <a:solidFill>
                  <a:srgbClr val="000000"/>
                </a:solidFill>
                <a:latin typeface="Arial"/>
                <a:ea typeface="Arial"/>
                <a:cs typeface="Arial"/>
              </a:defRPr>
            </a:lvl6pPr>
            <a:lvl7pPr algn="l">
              <a:defRPr sz="1275" b="1">
                <a:solidFill>
                  <a:srgbClr val="000000"/>
                </a:solidFill>
                <a:latin typeface="Arial"/>
                <a:ea typeface="Arial"/>
                <a:cs typeface="Arial"/>
              </a:defRPr>
            </a:lvl7pPr>
            <a:lvl8pPr algn="l">
              <a:defRPr sz="1275" b="1">
                <a:solidFill>
                  <a:srgbClr val="000000"/>
                </a:solidFill>
                <a:latin typeface="Arial"/>
                <a:ea typeface="Arial"/>
                <a:cs typeface="Arial"/>
              </a:defRPr>
            </a:lvl8pPr>
            <a:lvl9pPr algn="l">
              <a:defRPr sz="1275" b="1">
                <a:solidFill>
                  <a:srgbClr val="000000"/>
                </a:solidFill>
                <a:latin typeface="Arial"/>
                <a:ea typeface="Arial"/>
                <a:cs typeface="Arial"/>
              </a:defRPr>
            </a:lvl9pPr>
          </a:lstStyle>
          <a:p>
            <a:pPr algn="l">
              <a:defRPr sz="1275" b="1">
                <a:solidFill>
                  <a:srgbClr val="000000"/>
                </a:solidFill>
                <a:latin typeface="Arial"/>
                <a:ea typeface="Arial"/>
                <a:cs typeface="Arial"/>
              </a:defRPr>
            </a:pPr>
            <a:r>
              <a:rPr sz="1275" b="1">
                <a:solidFill>
                  <a:srgbClr val="000000"/>
                </a:solidFill>
                <a:latin typeface="Arial"/>
                <a:ea typeface="Arial"/>
                <a:cs typeface="Arial"/>
              </a:rPr>
              <a:t>A</a:t>
            </a:r>
          </a:p>
        </p:txBody>
      </p:sp>
      <p:sp>
        <p:nvSpPr>
          <p:cNvPr id="137" name="b_local_start_label_A">
            <a:extLst>
              <a:ext uri="{FF2B5EF4-FFF2-40B4-BE49-F238E27FC236}">
                <ns2:creationId id="{C175E2BD-34AF-498F-B391-BA56DDFAC109}"/>
              </a:ext>
            </a:extLst>
          </p:cNvPr>
          <p:cNvSpPr>
            <a:spLocks noGrp="1"/>
          </p:cNvSpPr>
          <p:nvPr/>
        </p:nvSpPr>
        <p:spPr>
          <a:xfrm rot="0">
            <a:off x="10034588" y="4941661"/>
            <a:ext cx="152400" cy="200025"/>
          </a:xfrm>
          <a:prstGeom prst="rect">
            <a:avLst/>
          </a:prstGeom>
          <a:noFill/>
          <a:ln w="0">
            <a:noFill/>
            <a:prstDash val="solid"/>
          </a:ln>
        </p:spPr>
        <p:txBody>
          <a:bodyPr wrap="none" lIns="0" tIns="0" rIns="0" bIns="0" anchor="t">
            <a:noAutofit/>
          </a:bodyPr>
          <a:lstStyle>
            <a:defPPr algn="l">
              <a:defRPr sz="1050" b="1">
                <a:solidFill>
                  <a:srgbClr val="000000"/>
                </a:solidFill>
                <a:latin typeface="Arial"/>
                <a:ea typeface="Arial"/>
                <a:cs typeface="Arial"/>
              </a:defRPr>
            </a:defPPr>
            <a:lvl1pPr algn="l">
              <a:defRPr sz="1050" b="1">
                <a:solidFill>
                  <a:srgbClr val="000000"/>
                </a:solidFill>
                <a:latin typeface="Arial"/>
                <a:ea typeface="Arial"/>
                <a:cs typeface="Arial"/>
              </a:defRPr>
            </a:lvl1pPr>
            <a:lvl2pPr algn="l">
              <a:defRPr sz="1050" b="1">
                <a:solidFill>
                  <a:srgbClr val="000000"/>
                </a:solidFill>
                <a:latin typeface="Arial"/>
                <a:ea typeface="Arial"/>
                <a:cs typeface="Arial"/>
              </a:defRPr>
            </a:lvl2pPr>
            <a:lvl3pPr algn="l">
              <a:defRPr sz="1050" b="1">
                <a:solidFill>
                  <a:srgbClr val="000000"/>
                </a:solidFill>
                <a:latin typeface="Arial"/>
                <a:ea typeface="Arial"/>
                <a:cs typeface="Arial"/>
              </a:defRPr>
            </a:lvl3pPr>
            <a:lvl4pPr algn="l">
              <a:defRPr sz="1050" b="1">
                <a:solidFill>
                  <a:srgbClr val="000000"/>
                </a:solidFill>
                <a:latin typeface="Arial"/>
                <a:ea typeface="Arial"/>
                <a:cs typeface="Arial"/>
              </a:defRPr>
            </a:lvl4pPr>
            <a:lvl5pPr algn="l">
              <a:defRPr sz="1050" b="1">
                <a:solidFill>
                  <a:srgbClr val="000000"/>
                </a:solidFill>
                <a:latin typeface="Arial"/>
                <a:ea typeface="Arial"/>
                <a:cs typeface="Arial"/>
              </a:defRPr>
            </a:lvl5pPr>
            <a:lvl6pPr algn="l">
              <a:defRPr sz="1050" b="1">
                <a:solidFill>
                  <a:srgbClr val="000000"/>
                </a:solidFill>
                <a:latin typeface="Arial"/>
                <a:ea typeface="Arial"/>
                <a:cs typeface="Arial"/>
              </a:defRPr>
            </a:lvl6pPr>
            <a:lvl7pPr algn="l">
              <a:defRPr sz="1050" b="1">
                <a:solidFill>
                  <a:srgbClr val="000000"/>
                </a:solidFill>
                <a:latin typeface="Arial"/>
                <a:ea typeface="Arial"/>
                <a:cs typeface="Arial"/>
              </a:defRPr>
            </a:lvl7pPr>
            <a:lvl8pPr algn="l">
              <a:defRPr sz="1050" b="1">
                <a:solidFill>
                  <a:srgbClr val="000000"/>
                </a:solidFill>
                <a:latin typeface="Arial"/>
                <a:ea typeface="Arial"/>
                <a:cs typeface="Arial"/>
              </a:defRPr>
            </a:lvl8pPr>
            <a:lvl9pPr algn="l">
              <a:defRPr sz="1050" b="1">
                <a:solidFill>
                  <a:srgbClr val="000000"/>
                </a:solidFill>
                <a:latin typeface="Arial"/>
                <a:ea typeface="Arial"/>
                <a:cs typeface="Arial"/>
              </a:defRPr>
            </a:lvl9pPr>
          </a:lstStyle>
          <a:p>
            <a:pPr algn="l">
              <a:defRPr sz="1050" b="1">
                <a:solidFill>
                  <a:srgbClr val="000000"/>
                </a:solidFill>
                <a:latin typeface="Arial"/>
                <a:ea typeface="Arial"/>
                <a:cs typeface="Arial"/>
              </a:defRPr>
            </a:pPr>
            <a:r>
              <a:rPr sz="1050" b="1">
                <a:solidFill>
                  <a:srgbClr val="000000"/>
                </a:solidFill>
                <a:latin typeface="Arial"/>
                <a:ea typeface="Arial"/>
                <a:cs typeface="Arial"/>
              </a:rPr>
              <a:t>A</a:t>
            </a:r>
          </a:p>
        </p:txBody>
      </p:sp>
      <p:sp>
        <p:nvSpPr>
          <p:cNvPr id="138" name="b_local_halo_B_0">
            <a:extLst>
              <a:ext uri="{FF2B5EF4-FFF2-40B4-BE49-F238E27FC236}">
                <ns2:creationId id="{A147E743-2CF7-4A8D-9BA8-84BA04869B31}"/>
              </a:ext>
            </a:extLst>
          </p:cNvPr>
          <p:cNvSpPr>
            <a:spLocks noGrp="1"/>
          </p:cNvSpPr>
          <p:nvPr/>
        </p:nvSpPr>
        <p:spPr>
          <a:xfrm>
            <a:off x="10091738" y="4848638"/>
            <a:ext cx="1676400" cy="167223"/>
          </a:xfrm>
          <a:custGeom>
            <a:pathLst>
              <a:path w="1676400" h="167223">
                <a:moveTo>
                  <a:pt x="0" y="31864"/>
                </a:moveTo>
                <a:lnTo>
                  <a:pt x="104775" y="31864"/>
                </a:lnTo>
                <a:lnTo>
                  <a:pt x="209550" y="31864"/>
                </a:lnTo>
                <a:lnTo>
                  <a:pt x="314325" y="31864"/>
                </a:lnTo>
                <a:lnTo>
                  <a:pt x="419100" y="13452"/>
                </a:lnTo>
                <a:lnTo>
                  <a:pt x="523875" y="8211"/>
                </a:lnTo>
                <a:lnTo>
                  <a:pt x="628650" y="0"/>
                </a:lnTo>
                <a:lnTo>
                  <a:pt x="733425" y="47170"/>
                </a:lnTo>
                <a:lnTo>
                  <a:pt x="838200" y="43773"/>
                </a:lnTo>
                <a:lnTo>
                  <a:pt x="942975" y="53518"/>
                </a:lnTo>
                <a:lnTo>
                  <a:pt x="1047750" y="53518"/>
                </a:lnTo>
                <a:lnTo>
                  <a:pt x="1152525" y="53518"/>
                </a:lnTo>
                <a:lnTo>
                  <a:pt x="1257300" y="63263"/>
                </a:lnTo>
                <a:lnTo>
                  <a:pt x="1362075" y="91420"/>
                </a:lnTo>
                <a:lnTo>
                  <a:pt x="1466850" y="101164"/>
                </a:lnTo>
                <a:lnTo>
                  <a:pt x="1571625" y="167223"/>
                </a:lnTo>
                <a:lnTo>
                  <a:pt x="1676400" y="167223"/>
                </a:lnTo>
              </a:path>
            </a:pathLst>
          </a:custGeom>
          <a:noFill/>
          <a:ln w="40958">
            <a:solidFill>
              <a:srgbClr val="FFFFFF"/>
            </a:solidFill>
            <a:prstDash val="solid"/>
          </a:ln>
        </p:spPr>
      </p:sp>
      <p:sp>
        <p:nvSpPr>
          <p:cNvPr id="139" name="b_local_track_B_0">
            <a:extLst>
              <a:ext uri="{FF2B5EF4-FFF2-40B4-BE49-F238E27FC236}">
                <ns2:creationId id="{8AE01F12-B742-4A02-86FC-8CD8A360D6B9}"/>
              </a:ext>
            </a:extLst>
          </p:cNvPr>
          <p:cNvSpPr>
            <a:spLocks noGrp="1"/>
          </p:cNvSpPr>
          <p:nvPr/>
        </p:nvSpPr>
        <p:spPr>
          <a:xfrm>
            <a:off x="10091738" y="4848638"/>
            <a:ext cx="1676400" cy="167223"/>
          </a:xfrm>
          <a:custGeom>
            <a:pathLst>
              <a:path w="1676400" h="167223">
                <a:moveTo>
                  <a:pt x="0" y="31864"/>
                </a:moveTo>
                <a:lnTo>
                  <a:pt x="104775" y="31864"/>
                </a:lnTo>
                <a:lnTo>
                  <a:pt x="209550" y="31864"/>
                </a:lnTo>
                <a:lnTo>
                  <a:pt x="314325" y="31864"/>
                </a:lnTo>
                <a:lnTo>
                  <a:pt x="419100" y="13452"/>
                </a:lnTo>
                <a:lnTo>
                  <a:pt x="523875" y="8211"/>
                </a:lnTo>
                <a:lnTo>
                  <a:pt x="628650" y="0"/>
                </a:lnTo>
                <a:lnTo>
                  <a:pt x="733425" y="47170"/>
                </a:lnTo>
                <a:lnTo>
                  <a:pt x="838200" y="43773"/>
                </a:lnTo>
                <a:lnTo>
                  <a:pt x="942975" y="53518"/>
                </a:lnTo>
                <a:lnTo>
                  <a:pt x="1047750" y="53518"/>
                </a:lnTo>
                <a:lnTo>
                  <a:pt x="1152525" y="53518"/>
                </a:lnTo>
                <a:lnTo>
                  <a:pt x="1257300" y="63263"/>
                </a:lnTo>
                <a:lnTo>
                  <a:pt x="1362075" y="91420"/>
                </a:lnTo>
                <a:lnTo>
                  <a:pt x="1466850" y="101164"/>
                </a:lnTo>
                <a:lnTo>
                  <a:pt x="1571625" y="167223"/>
                </a:lnTo>
                <a:lnTo>
                  <a:pt x="1676400" y="167223"/>
                </a:lnTo>
              </a:path>
            </a:pathLst>
          </a:custGeom>
          <a:noFill/>
          <a:ln w="17145">
            <a:solidFill>
              <a:srgbClr val="000000"/>
            </a:solidFill>
            <a:prstDash val="solid"/>
          </a:ln>
        </p:spPr>
      </p:sp>
      <p:sp>
        <p:nvSpPr>
          <p:cNvPr id="140" name="b_local_event_marker_B">
            <a:extLst>
              <a:ext uri="{FF2B5EF4-FFF2-40B4-BE49-F238E27FC236}">
                <ns2:creationId id="{D6D5927D-0872-47EB-A93F-D7516005CCC6}"/>
              </a:ext>
            </a:extLst>
          </p:cNvPr>
          <p:cNvSpPr>
            <a:spLocks noGrp="1"/>
          </p:cNvSpPr>
          <p:nvPr/>
        </p:nvSpPr>
        <p:spPr>
          <a:xfrm rot="0">
            <a:off x="11106150" y="4868818"/>
            <a:ext cx="66675" cy="66675"/>
          </a:xfrm>
          <a:prstGeom prst="ellipse">
            <a:avLst/>
          </a:prstGeom>
          <a:solidFill>
            <a:srgbClr val="FFFFFF"/>
          </a:solidFill>
          <a:ln w="17145">
            <a:solidFill>
              <a:srgbClr val="000000"/>
            </a:solidFill>
            <a:prstDash val="solid"/>
          </a:ln>
        </p:spPr>
      </p:sp>
      <p:sp>
        <p:nvSpPr>
          <p:cNvPr id="141" name="b_local_track_label_B">
            <a:extLst>
              <a:ext uri="{FF2B5EF4-FFF2-40B4-BE49-F238E27FC236}">
                <ns2:creationId id="{67C54238-7119-4B5F-BA13-436041B91E0C}"/>
              </a:ext>
            </a:extLst>
          </p:cNvPr>
          <p:cNvSpPr>
            <a:spLocks noGrp="1"/>
          </p:cNvSpPr>
          <p:nvPr/>
        </p:nvSpPr>
        <p:spPr>
          <a:xfrm rot="0">
            <a:off x="11815763" y="4911085"/>
            <a:ext cx="171450" cy="219075"/>
          </a:xfrm>
          <a:prstGeom prst="rect">
            <a:avLst/>
          </a:prstGeom>
          <a:noFill/>
          <a:ln w="0">
            <a:noFill/>
            <a:prstDash val="solid"/>
          </a:ln>
        </p:spPr>
        <p:txBody>
          <a:bodyPr wrap="none" lIns="0" tIns="0" rIns="0" bIns="0" anchor="t">
            <a:noAutofit/>
          </a:bodyPr>
          <a:lstStyle>
            <a:defPPr algn="l">
              <a:defRPr sz="1275" b="1">
                <a:solidFill>
                  <a:srgbClr val="000000"/>
                </a:solidFill>
                <a:latin typeface="Arial"/>
                <a:ea typeface="Arial"/>
                <a:cs typeface="Arial"/>
              </a:defRPr>
            </a:defPPr>
            <a:lvl1pPr algn="l">
              <a:defRPr sz="1275" b="1">
                <a:solidFill>
                  <a:srgbClr val="000000"/>
                </a:solidFill>
                <a:latin typeface="Arial"/>
                <a:ea typeface="Arial"/>
                <a:cs typeface="Arial"/>
              </a:defRPr>
            </a:lvl1pPr>
            <a:lvl2pPr algn="l">
              <a:defRPr sz="1275" b="1">
                <a:solidFill>
                  <a:srgbClr val="000000"/>
                </a:solidFill>
                <a:latin typeface="Arial"/>
                <a:ea typeface="Arial"/>
                <a:cs typeface="Arial"/>
              </a:defRPr>
            </a:lvl2pPr>
            <a:lvl3pPr algn="l">
              <a:defRPr sz="1275" b="1">
                <a:solidFill>
                  <a:srgbClr val="000000"/>
                </a:solidFill>
                <a:latin typeface="Arial"/>
                <a:ea typeface="Arial"/>
                <a:cs typeface="Arial"/>
              </a:defRPr>
            </a:lvl3pPr>
            <a:lvl4pPr algn="l">
              <a:defRPr sz="1275" b="1">
                <a:solidFill>
                  <a:srgbClr val="000000"/>
                </a:solidFill>
                <a:latin typeface="Arial"/>
                <a:ea typeface="Arial"/>
                <a:cs typeface="Arial"/>
              </a:defRPr>
            </a:lvl4pPr>
            <a:lvl5pPr algn="l">
              <a:defRPr sz="1275" b="1">
                <a:solidFill>
                  <a:srgbClr val="000000"/>
                </a:solidFill>
                <a:latin typeface="Arial"/>
                <a:ea typeface="Arial"/>
                <a:cs typeface="Arial"/>
              </a:defRPr>
            </a:lvl5pPr>
            <a:lvl6pPr algn="l">
              <a:defRPr sz="1275" b="1">
                <a:solidFill>
                  <a:srgbClr val="000000"/>
                </a:solidFill>
                <a:latin typeface="Arial"/>
                <a:ea typeface="Arial"/>
                <a:cs typeface="Arial"/>
              </a:defRPr>
            </a:lvl6pPr>
            <a:lvl7pPr algn="l">
              <a:defRPr sz="1275" b="1">
                <a:solidFill>
                  <a:srgbClr val="000000"/>
                </a:solidFill>
                <a:latin typeface="Arial"/>
                <a:ea typeface="Arial"/>
                <a:cs typeface="Arial"/>
              </a:defRPr>
            </a:lvl7pPr>
            <a:lvl8pPr algn="l">
              <a:defRPr sz="1275" b="1">
                <a:solidFill>
                  <a:srgbClr val="000000"/>
                </a:solidFill>
                <a:latin typeface="Arial"/>
                <a:ea typeface="Arial"/>
                <a:cs typeface="Arial"/>
              </a:defRPr>
            </a:lvl8pPr>
            <a:lvl9pPr algn="l">
              <a:defRPr sz="1275" b="1">
                <a:solidFill>
                  <a:srgbClr val="000000"/>
                </a:solidFill>
                <a:latin typeface="Arial"/>
                <a:ea typeface="Arial"/>
                <a:cs typeface="Arial"/>
              </a:defRPr>
            </a:lvl9pPr>
          </a:lstStyle>
          <a:p>
            <a:pPr algn="l">
              <a:defRPr sz="1275" b="1">
                <a:solidFill>
                  <a:srgbClr val="000000"/>
                </a:solidFill>
                <a:latin typeface="Arial"/>
                <a:ea typeface="Arial"/>
                <a:cs typeface="Arial"/>
              </a:defRPr>
            </a:pPr>
            <a:r>
              <a:rPr sz="1275" b="1">
                <a:solidFill>
                  <a:srgbClr val="000000"/>
                </a:solidFill>
                <a:latin typeface="Arial"/>
                <a:ea typeface="Arial"/>
                <a:cs typeface="Arial"/>
              </a:rPr>
              <a:t>B</a:t>
            </a:r>
          </a:p>
        </p:txBody>
      </p:sp>
      <p:sp>
        <p:nvSpPr>
          <p:cNvPr id="142" name="b_local_start_label_B">
            <a:extLst>
              <a:ext uri="{FF2B5EF4-FFF2-40B4-BE49-F238E27FC236}">
                <ns2:creationId id="{D2428B19-C7BB-413C-BDA5-2D719DD8098C}"/>
              </a:ext>
            </a:extLst>
          </p:cNvPr>
          <p:cNvSpPr>
            <a:spLocks noGrp="1"/>
          </p:cNvSpPr>
          <p:nvPr/>
        </p:nvSpPr>
        <p:spPr>
          <a:xfrm rot="0">
            <a:off x="9929813" y="4766201"/>
            <a:ext cx="152400" cy="200025"/>
          </a:xfrm>
          <a:prstGeom prst="rect">
            <a:avLst/>
          </a:prstGeom>
          <a:noFill/>
          <a:ln w="0">
            <a:noFill/>
            <a:prstDash val="solid"/>
          </a:ln>
        </p:spPr>
        <p:txBody>
          <a:bodyPr wrap="none" lIns="0" tIns="0" rIns="0" bIns="0" anchor="t">
            <a:noAutofit/>
          </a:bodyPr>
          <a:lstStyle>
            <a:defPPr algn="l">
              <a:defRPr sz="1050" b="1">
                <a:solidFill>
                  <a:srgbClr val="000000"/>
                </a:solidFill>
                <a:latin typeface="Arial"/>
                <a:ea typeface="Arial"/>
                <a:cs typeface="Arial"/>
              </a:defRPr>
            </a:defPPr>
            <a:lvl1pPr algn="l">
              <a:defRPr sz="1050" b="1">
                <a:solidFill>
                  <a:srgbClr val="000000"/>
                </a:solidFill>
                <a:latin typeface="Arial"/>
                <a:ea typeface="Arial"/>
                <a:cs typeface="Arial"/>
              </a:defRPr>
            </a:lvl1pPr>
            <a:lvl2pPr algn="l">
              <a:defRPr sz="1050" b="1">
                <a:solidFill>
                  <a:srgbClr val="000000"/>
                </a:solidFill>
                <a:latin typeface="Arial"/>
                <a:ea typeface="Arial"/>
                <a:cs typeface="Arial"/>
              </a:defRPr>
            </a:lvl2pPr>
            <a:lvl3pPr algn="l">
              <a:defRPr sz="1050" b="1">
                <a:solidFill>
                  <a:srgbClr val="000000"/>
                </a:solidFill>
                <a:latin typeface="Arial"/>
                <a:ea typeface="Arial"/>
                <a:cs typeface="Arial"/>
              </a:defRPr>
            </a:lvl3pPr>
            <a:lvl4pPr algn="l">
              <a:defRPr sz="1050" b="1">
                <a:solidFill>
                  <a:srgbClr val="000000"/>
                </a:solidFill>
                <a:latin typeface="Arial"/>
                <a:ea typeface="Arial"/>
                <a:cs typeface="Arial"/>
              </a:defRPr>
            </a:lvl4pPr>
            <a:lvl5pPr algn="l">
              <a:defRPr sz="1050" b="1">
                <a:solidFill>
                  <a:srgbClr val="000000"/>
                </a:solidFill>
                <a:latin typeface="Arial"/>
                <a:ea typeface="Arial"/>
                <a:cs typeface="Arial"/>
              </a:defRPr>
            </a:lvl5pPr>
            <a:lvl6pPr algn="l">
              <a:defRPr sz="1050" b="1">
                <a:solidFill>
                  <a:srgbClr val="000000"/>
                </a:solidFill>
                <a:latin typeface="Arial"/>
                <a:ea typeface="Arial"/>
                <a:cs typeface="Arial"/>
              </a:defRPr>
            </a:lvl6pPr>
            <a:lvl7pPr algn="l">
              <a:defRPr sz="1050" b="1">
                <a:solidFill>
                  <a:srgbClr val="000000"/>
                </a:solidFill>
                <a:latin typeface="Arial"/>
                <a:ea typeface="Arial"/>
                <a:cs typeface="Arial"/>
              </a:defRPr>
            </a:lvl7pPr>
            <a:lvl8pPr algn="l">
              <a:defRPr sz="1050" b="1">
                <a:solidFill>
                  <a:srgbClr val="000000"/>
                </a:solidFill>
                <a:latin typeface="Arial"/>
                <a:ea typeface="Arial"/>
                <a:cs typeface="Arial"/>
              </a:defRPr>
            </a:lvl8pPr>
            <a:lvl9pPr algn="l">
              <a:defRPr sz="1050" b="1">
                <a:solidFill>
                  <a:srgbClr val="000000"/>
                </a:solidFill>
                <a:latin typeface="Arial"/>
                <a:ea typeface="Arial"/>
                <a:cs typeface="Arial"/>
              </a:defRPr>
            </a:lvl9pPr>
          </a:lstStyle>
          <a:p>
            <a:pPr algn="l">
              <a:defRPr sz="1050" b="1">
                <a:solidFill>
                  <a:srgbClr val="000000"/>
                </a:solidFill>
                <a:latin typeface="Arial"/>
                <a:ea typeface="Arial"/>
                <a:cs typeface="Arial"/>
              </a:defRPr>
            </a:pPr>
            <a:r>
              <a:rPr sz="1050" b="1">
                <a:solidFill>
                  <a:srgbClr val="000000"/>
                </a:solidFill>
                <a:latin typeface="Arial"/>
                <a:ea typeface="Arial"/>
                <a:cs typeface="Arial"/>
              </a:rPr>
              <a:t>B</a:t>
            </a:r>
          </a:p>
        </p:txBody>
      </p:sp>
      <p:sp>
        <p:nvSpPr>
          <p:cNvPr id="143" name="b_local_halo_C_0">
            <a:extLst>
              <a:ext uri="{FF2B5EF4-FFF2-40B4-BE49-F238E27FC236}">
                <ns2:creationId id="{B799D38C-64DE-4020-A9EA-0A4CDB2DFD20}"/>
              </a:ext>
            </a:extLst>
          </p:cNvPr>
          <p:cNvSpPr>
            <a:spLocks noGrp="1"/>
          </p:cNvSpPr>
          <p:nvPr/>
        </p:nvSpPr>
        <p:spPr>
          <a:xfrm>
            <a:off x="10615613" y="5285839"/>
            <a:ext cx="523875" cy="26658"/>
          </a:xfrm>
          <a:custGeom>
            <a:pathLst>
              <a:path w="523875" h="26658">
                <a:moveTo>
                  <a:pt x="0" y="23698"/>
                </a:moveTo>
                <a:lnTo>
                  <a:pt x="104775" y="25377"/>
                </a:lnTo>
                <a:lnTo>
                  <a:pt x="209550" y="26658"/>
                </a:lnTo>
                <a:lnTo>
                  <a:pt x="314325" y="23974"/>
                </a:lnTo>
                <a:lnTo>
                  <a:pt x="419100" y="0"/>
                </a:lnTo>
                <a:lnTo>
                  <a:pt x="523875" y="8750"/>
                </a:lnTo>
              </a:path>
            </a:pathLst>
          </a:custGeom>
          <a:noFill/>
          <a:ln w="40958">
            <a:solidFill>
              <a:srgbClr val="FFFFFF"/>
            </a:solidFill>
            <a:prstDash val="solid"/>
          </a:ln>
        </p:spPr>
      </p:sp>
      <p:sp>
        <p:nvSpPr>
          <p:cNvPr id="144" name="b_local_track_C_0">
            <a:extLst>
              <a:ext uri="{FF2B5EF4-FFF2-40B4-BE49-F238E27FC236}">
                <ns2:creationId id="{F15D783F-2D19-46BA-8592-DCD8E728C4A4}"/>
              </a:ext>
            </a:extLst>
          </p:cNvPr>
          <p:cNvSpPr>
            <a:spLocks noGrp="1"/>
          </p:cNvSpPr>
          <p:nvPr/>
        </p:nvSpPr>
        <p:spPr>
          <a:xfrm>
            <a:off x="10615613" y="5285839"/>
            <a:ext cx="523875" cy="26658"/>
          </a:xfrm>
          <a:custGeom>
            <a:pathLst>
              <a:path w="523875" h="26658">
                <a:moveTo>
                  <a:pt x="0" y="23698"/>
                </a:moveTo>
                <a:lnTo>
                  <a:pt x="104775" y="25377"/>
                </a:lnTo>
                <a:lnTo>
                  <a:pt x="209550" y="26658"/>
                </a:lnTo>
                <a:lnTo>
                  <a:pt x="314325" y="23974"/>
                </a:lnTo>
                <a:lnTo>
                  <a:pt x="419100" y="0"/>
                </a:lnTo>
                <a:lnTo>
                  <a:pt x="523875" y="8750"/>
                </a:lnTo>
              </a:path>
            </a:pathLst>
          </a:custGeom>
          <a:noFill/>
          <a:ln w="17145">
            <a:solidFill>
              <a:srgbClr val="000000"/>
            </a:solidFill>
            <a:prstDash val="solid"/>
          </a:ln>
        </p:spPr>
      </p:sp>
      <p:sp>
        <p:nvSpPr>
          <p:cNvPr id="145" name="b_local_event_marker_C">
            <a:extLst>
              <a:ext uri="{FF2B5EF4-FFF2-40B4-BE49-F238E27FC236}">
                <ns2:creationId id="{352E32F5-E97D-4316-919D-0AF956BF6467}"/>
              </a:ext>
            </a:extLst>
          </p:cNvPr>
          <p:cNvSpPr>
            <a:spLocks noGrp="1"/>
          </p:cNvSpPr>
          <p:nvPr/>
        </p:nvSpPr>
        <p:spPr>
          <a:xfrm rot="0">
            <a:off x="11106150" y="5261251"/>
            <a:ext cx="66675" cy="66675"/>
          </a:xfrm>
          <a:prstGeom prst="ellipse">
            <a:avLst/>
          </a:prstGeom>
          <a:solidFill>
            <a:srgbClr val="FFFFFF"/>
          </a:solidFill>
          <a:ln w="17145">
            <a:solidFill>
              <a:srgbClr val="000000"/>
            </a:solidFill>
            <a:prstDash val="solid"/>
          </a:ln>
        </p:spPr>
      </p:sp>
      <p:sp>
        <p:nvSpPr>
          <p:cNvPr id="146" name="b_local_track_label_C">
            <a:extLst>
              <a:ext uri="{FF2B5EF4-FFF2-40B4-BE49-F238E27FC236}">
                <ns2:creationId id="{7B2CCD0D-5DE4-40D2-982E-74C8A06BF086}"/>
              </a:ext>
            </a:extLst>
          </p:cNvPr>
          <p:cNvSpPr>
            <a:spLocks noGrp="1"/>
          </p:cNvSpPr>
          <p:nvPr/>
        </p:nvSpPr>
        <p:spPr>
          <a:xfrm rot="0">
            <a:off x="11187113" y="5189814"/>
            <a:ext cx="171450" cy="219075"/>
          </a:xfrm>
          <a:prstGeom prst="rect">
            <a:avLst/>
          </a:prstGeom>
          <a:noFill/>
          <a:ln w="0">
            <a:noFill/>
            <a:prstDash val="solid"/>
          </a:ln>
        </p:spPr>
        <p:txBody>
          <a:bodyPr wrap="none" lIns="0" tIns="0" rIns="0" bIns="0" anchor="t">
            <a:noAutofit/>
          </a:bodyPr>
          <a:lstStyle>
            <a:defPPr algn="l">
              <a:defRPr sz="1275" b="1">
                <a:solidFill>
                  <a:srgbClr val="000000"/>
                </a:solidFill>
                <a:latin typeface="Arial"/>
                <a:ea typeface="Arial"/>
                <a:cs typeface="Arial"/>
              </a:defRPr>
            </a:defPPr>
            <a:lvl1pPr algn="l">
              <a:defRPr sz="1275" b="1">
                <a:solidFill>
                  <a:srgbClr val="000000"/>
                </a:solidFill>
                <a:latin typeface="Arial"/>
                <a:ea typeface="Arial"/>
                <a:cs typeface="Arial"/>
              </a:defRPr>
            </a:lvl1pPr>
            <a:lvl2pPr algn="l">
              <a:defRPr sz="1275" b="1">
                <a:solidFill>
                  <a:srgbClr val="000000"/>
                </a:solidFill>
                <a:latin typeface="Arial"/>
                <a:ea typeface="Arial"/>
                <a:cs typeface="Arial"/>
              </a:defRPr>
            </a:lvl2pPr>
            <a:lvl3pPr algn="l">
              <a:defRPr sz="1275" b="1">
                <a:solidFill>
                  <a:srgbClr val="000000"/>
                </a:solidFill>
                <a:latin typeface="Arial"/>
                <a:ea typeface="Arial"/>
                <a:cs typeface="Arial"/>
              </a:defRPr>
            </a:lvl3pPr>
            <a:lvl4pPr algn="l">
              <a:defRPr sz="1275" b="1">
                <a:solidFill>
                  <a:srgbClr val="000000"/>
                </a:solidFill>
                <a:latin typeface="Arial"/>
                <a:ea typeface="Arial"/>
                <a:cs typeface="Arial"/>
              </a:defRPr>
            </a:lvl4pPr>
            <a:lvl5pPr algn="l">
              <a:defRPr sz="1275" b="1">
                <a:solidFill>
                  <a:srgbClr val="000000"/>
                </a:solidFill>
                <a:latin typeface="Arial"/>
                <a:ea typeface="Arial"/>
                <a:cs typeface="Arial"/>
              </a:defRPr>
            </a:lvl5pPr>
            <a:lvl6pPr algn="l">
              <a:defRPr sz="1275" b="1">
                <a:solidFill>
                  <a:srgbClr val="000000"/>
                </a:solidFill>
                <a:latin typeface="Arial"/>
                <a:ea typeface="Arial"/>
                <a:cs typeface="Arial"/>
              </a:defRPr>
            </a:lvl6pPr>
            <a:lvl7pPr algn="l">
              <a:defRPr sz="1275" b="1">
                <a:solidFill>
                  <a:srgbClr val="000000"/>
                </a:solidFill>
                <a:latin typeface="Arial"/>
                <a:ea typeface="Arial"/>
                <a:cs typeface="Arial"/>
              </a:defRPr>
            </a:lvl7pPr>
            <a:lvl8pPr algn="l">
              <a:defRPr sz="1275" b="1">
                <a:solidFill>
                  <a:srgbClr val="000000"/>
                </a:solidFill>
                <a:latin typeface="Arial"/>
                <a:ea typeface="Arial"/>
                <a:cs typeface="Arial"/>
              </a:defRPr>
            </a:lvl8pPr>
            <a:lvl9pPr algn="l">
              <a:defRPr sz="1275" b="1">
                <a:solidFill>
                  <a:srgbClr val="000000"/>
                </a:solidFill>
                <a:latin typeface="Arial"/>
                <a:ea typeface="Arial"/>
                <a:cs typeface="Arial"/>
              </a:defRPr>
            </a:lvl9pPr>
          </a:lstStyle>
          <a:p>
            <a:pPr algn="l">
              <a:defRPr sz="1275" b="1">
                <a:solidFill>
                  <a:srgbClr val="000000"/>
                </a:solidFill>
                <a:latin typeface="Arial"/>
                <a:ea typeface="Arial"/>
                <a:cs typeface="Arial"/>
              </a:defRPr>
            </a:pPr>
            <a:r>
              <a:rPr sz="1275" b="1">
                <a:solidFill>
                  <a:srgbClr val="000000"/>
                </a:solidFill>
                <a:latin typeface="Arial"/>
                <a:ea typeface="Arial"/>
                <a:cs typeface="Arial"/>
              </a:rPr>
              <a:t>C</a:t>
            </a:r>
          </a:p>
        </p:txBody>
      </p:sp>
    </p:spTree>
    <p:extLst>
      <p:ext uri="{BB962C8B-B14F-4D97-AF65-F5344CB8AC3E}">
        <ns4:creationId val="823500159"/>
      </p:ext>
    </p:extLst>
  </p:cSld>
</p:sld>
</file>

<file path=ppt/main_figures/Fig1/ppt/tableStyles.xml><?xml version="1.0" encoding="utf-8"?>
<a:tblStyleLst xmlns:a="http://schemas.openxmlformats.org/drawingml/2006/main" def="{5C22544A-7EE6-4342-B048-85BDC9FD1C3A}"/>
</file>

<file path=ppt/main_figures/Fig1/ppt/theme/theme1.xml><?xml version="1.0" encoding="utf-8"?>
<a:theme xmlns:a="http://schemas.openxmlformats.org/drawingml/2006/main" name="ChatGPT">
  <a:themeElements>
    <a:clrScheme name="ChatGPT">
      <a:dk1>
        <a:srgbClr val="000000"/>
      </a:dk1>
      <a:lt1>
        <a:srgbClr val="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
      <a:majorFont>
        <a:latin typeface="Aptos"/>
        <a:ea typeface=""/>
        <a:cs typeface=""/>
      </a:majorFont>
      <a:minorFont>
        <a:latin typeface="Aptos"/>
        <a:ea typeface=""/>
        <a:cs typeface=""/>
      </a:minorFont>
    </a:fontScheme>
    <a:fmtScheme name="ChatGPT">
      <a:fillStyleLst>
        <a:solidFill>
          <a:schemeClr val="phClr"/>
        </a:solidFill>
        <a:gradFill>
          <a:gsLst>
            <a:gs pos="0">
              <a:schemeClr val="phClr">
                <a:tint val="67000"/>
                <a:lumMod val="110000"/>
                <a:satMod val="105000"/>
              </a:schemeClr>
            </a:gs>
            <a:gs pos="50000">
              <a:schemeClr val="phClr">
                <a:tint val="73000"/>
                <a:lumMod val="105000"/>
                <a:satMod val="103000"/>
              </a:schemeClr>
            </a:gs>
            <a:gs pos="100000">
              <a:schemeClr val="phClr">
                <a:tint val="81000"/>
                <a:lumMod val="105000"/>
                <a:satMod val="109000"/>
              </a:schemeClr>
            </a:gs>
          </a:gsLst>
          <a:lin ang="5400000" scaled="0"/>
        </a:gradFill>
        <a:gradFill>
          <a:gsLst>
            <a:gs pos="0">
              <a:schemeClr val="phClr">
                <a:tint val="94000"/>
                <a:lumMod val="102000"/>
                <a:satMod val="103000"/>
              </a:schemeClr>
            </a:gs>
            <a:gs pos="50000">
              <a:schemeClr val="phClr">
                <a:shade val="100000"/>
                <a:lumMod val="100000"/>
                <a:satMod val="110000"/>
              </a:schemeClr>
            </a:gs>
            <a:gs pos="100000">
              <a:schemeClr val="phClr">
                <a:shade val="78000"/>
                <a:lumMod val="99000"/>
                <a:satMod val="120000"/>
              </a:schemeClr>
            </a:gs>
          </a:gsLst>
          <a:lin ang="5400000" scaled="0"/>
        </a:gradFill>
      </a:fillStyleLst>
      <a:lnStyleLst>
        <a:ln w="12700">
          <a:solidFill>
            <a:schemeClr val="phClr"/>
          </a:solidFill>
          <a:prstDash val="solid"/>
        </a:ln>
        <a:ln w="19050">
          <a:solidFill>
            <a:schemeClr val="phClr"/>
          </a:solidFill>
          <a:prstDash val="solid"/>
        </a:ln>
        <a:ln w="25400">
          <a:solidFill>
            <a:schemeClr val="phClr"/>
          </a:solidFill>
          <a:prstDash val="solid"/>
        </a:ln>
      </a:lnStyleLst>
      <a:effectStyleLst>
        <a:effectStyle>
          <a:effectLst/>
        </a:effectStyle>
        <a:effectStyle>
          <a:effectLst/>
        </a:effectStyle>
        <a:effectStyle>
          <a:effectLst>
            <a:outerShdw blurRad="57150" dist="19050" dir="5400000">
              <a:srgbClr val="000000">
                <a:alpha val="16000"/>
              </a:srgbClr>
            </a:outerShdw>
          </a:effectLst>
        </a:effectStyle>
        <a:effectStyle>
          <a:effectLst>
            <a:outerShdw blurRad="19050" dist="9525" dir="5400000">
              <a:srgbClr val="000000">
                <a:alpha val="6000"/>
              </a:srgbClr>
            </a:outerShdw>
          </a:effectLst>
        </a:effectStyle>
        <a:effectStyle>
          <a:effectLst>
            <a:outerShdw blurRad="28575" dist="9525" dir="5400000">
              <a:srgbClr val="000000">
                <a:alpha val="8000"/>
              </a:srgbClr>
            </a:outerShdw>
          </a:effectLst>
        </a:effectStyle>
        <a:effectStyle>
          <a:effectLst>
            <a:outerShdw blurRad="57150" dist="19050" dir="5400000">
              <a:srgbClr val="000000">
                <a:alpha val="10000"/>
              </a:srgbClr>
            </a:outerShdw>
          </a:effectLst>
        </a:effectStyle>
        <a:effectStyle>
          <a:effectLst>
            <a:outerShdw blurRad="114300" dist="38100" dir="5400000">
              <a:srgbClr val="000000">
                <a:alpha val="12000"/>
              </a:srgbClr>
            </a:outerShdw>
          </a:effectLst>
        </a:effectStyle>
        <a:effectStyle>
          <a:effectLst>
            <a:outerShdw blurRad="171450" dist="57150" dir="5400000">
              <a:srgbClr val="000000">
                <a:alpha val="16000"/>
              </a:srgbClr>
            </a:outerShdw>
          </a:effectLst>
        </a:effectStyle>
        <a:effectStyle>
          <a:effectLst>
            <a:outerShdw blurRad="266700" dist="95250" dir="5400000">
              <a:srgbClr val="000000">
                <a:alpha val="24000"/>
              </a:srgbClr>
            </a:outerShdw>
          </a:effectLst>
        </a:effectStyle>
      </a:effectStyleLst>
      <a:bgFillStyleLst>
        <a:solidFill>
          <a:schemeClr val="phClr"/>
        </a:solidFill>
        <a:solidFill>
          <a:schemeClr val="phClr">
            <a:tint val="95000"/>
            <a:satMod val="170000"/>
          </a:schemeClr>
        </a:solidFill>
        <a:gradFill>
          <a:gsLst>
            <a:gs pos="0">
              <a:schemeClr val="phClr">
                <a:tint val="93000"/>
                <a:shade val="98000"/>
                <a:lumMod val="102000"/>
                <a:satMod val="150000"/>
              </a:schemeClr>
            </a:gs>
            <a:gs pos="50000">
              <a:schemeClr val="phClr">
                <a:tint val="98000"/>
                <a:shade val="90000"/>
                <a:lumMod val="103000"/>
                <a:satMod val="130000"/>
              </a:schemeClr>
            </a:gs>
            <a:gs pos="100000">
              <a:schemeClr val="phClr">
                <a:shade val="63000"/>
                <a:satMod val="120000"/>
              </a:schemeClr>
            </a:gs>
          </a:gsLst>
          <a:lin ang="5400000" scaled="0"/>
        </a:gradFill>
      </a:bgFillStyleLst>
    </a:fmtScheme>
  </a:themeElements>
</a:theme>
</file>

<file path=ppt/main_figures/Fig2/docProps/app.xml><?xml version="1.0" encoding="utf-8"?>
<Properties xmlns="http://schemas.openxmlformats.org/officeDocument/2006/extended-properties" xmlns:vt="http://schemas.openxmlformats.org/officeDocument/2006/docPropsVTypes">
  <TotalTime>0</TotalTime>
  <Words>197</Words>
  <Application>WPS 演示</Application>
  <PresentationFormat>On-screen Show (16:9)</PresentationFormat>
  <Paragraphs>37</Paragraphs>
  <Slides>1</Slides>
  <Notes>1</Notes>
  <HiddenSlides>0</HiddenSlides>
  <MMClips>0</MMClips>
  <ScaleCrop>false</ScaleCrop>
  <HeadingPairs>
    <vt:vector size="6" baseType="variant">
      <vt:variant>
        <vt:lpstr>已用的字体</vt:lpstr>
      </vt:variant>
      <vt:variant>
        <vt:i4>16</vt:i4>
      </vt:variant>
      <vt:variant>
        <vt:lpstr>主题</vt:lpstr>
      </vt:variant>
      <vt:variant>
        <vt:i4>1</vt:i4>
      </vt:variant>
      <vt:variant>
        <vt:lpstr>幻灯片标题</vt:lpstr>
      </vt:variant>
      <vt:variant>
        <vt:i4>1</vt:i4>
      </vt:variant>
    </vt:vector>
  </HeadingPairs>
  <TitlesOfParts>
    <vt:vector size="18" baseType="lpstr">
      <vt:lpstr>Arial</vt:lpstr>
      <vt:lpstr>宋体</vt:lpstr>
      <vt:lpstr>Wingdings</vt:lpstr>
      <vt:lpstr>Arial</vt:lpstr>
      <vt:lpstr>Arial</vt:lpstr>
      <vt:lpstr>MS PGothic</vt:lpstr>
      <vt:lpstr>苹方-简</vt:lpstr>
      <vt:lpstr>Arial Unicode MS</vt:lpstr>
      <vt:lpstr>微软雅黑</vt:lpstr>
      <vt:lpstr>方正雅意黑 GB18030L2</vt:lpstr>
      <vt:lpstr>宋体</vt:lpstr>
      <vt:lpstr>等线</vt:lpstr>
      <vt:lpstr>汉仪中等线KW</vt:lpstr>
      <vt:lpstr>汉仪书宋二KW</vt:lpstr>
      <vt:lpstr>Calibri</vt:lpstr>
      <vt:lpstr>Helvetica Neue</vt:lpstr>
      <vt:lpstr>Office Theme</vt:lpstr>
      <vt:lpstr>PowerPoint 演示文稿</vt:lpstr>
    </vt:vector>
  </TitlesOfParts>
  <Company>PptxGenJS</Company>
  <LinksUpToDate>false</LinksUpToDate>
  <SharedDoc>false</SharedDoc>
  <HyperlinksChanged>false</HyperlinksChanged>
  <AppVersion>14.0000</AppVersion>
</Properties>
</file>

<file path=ppt/main_figures/Fig2/docProps/core.xml><?xml version="1.0" encoding="utf-8"?>
<cp:coreProperties xmlns:cp="http://schemas.openxmlformats.org/package/2006/metadata/core-properties" xmlns:dc="http://purl.org/dc/elements/1.1/" xmlns:dcterms="http://purl.org/dc/terms/" xmlns:dcmitype="http://purl.org/dc/dcmitype/" xmlns:xsi="http://www.w3.org/2001/XMLSchema-instance">
  <dc:title>Time-varying 2D scalar field → augmented merge tree → TMTM/ST-MTM</dc:title>
  <dc:creator>OpenAI</dc:creator>
  <dc:subject>Editable shape-only PowerPoint: TMTM vs ST-MTM</dc:subject>
  <cp:lastModifiedBy>Iris</cp:lastModifiedBy>
  <cp:revision>2</cp:revision>
  <dcterms:created xsi:type="dcterms:W3CDTF">2026-10-21T01:42:27Z</dcterms:created>
  <dcterms:modified xsi:type="dcterms:W3CDTF">2026-10-21T01:42:27Z</dcterms:modified>
</cp:coreProperties>
</file>

<file path=ppt/main_figures/Fig2/docProps/custom.xml><?xml version="1.0" encoding="utf-8"?>
<Properties xmlns="http://schemas.openxmlformats.org/officeDocument/2006/custom-properties" xmlns:vt="http://schemas.openxmlformats.org/officeDocument/2006/docPropsVTypes">
  <property fmtid="{D5CDD505-2E9C-101B-9397-08002B2CF9AE}" pid="2" name="ICV">
    <vt:lpwstr>CD2F05D89413478D8318D86AAEEBBF2C_42</vt:lpwstr>
  </property>
  <property fmtid="{D5CDD505-2E9C-101B-9397-08002B2CF9AE}" pid="3" name="KSOProductBuildVer">
    <vt:lpwstr>2052-12.1.26046.26046</vt:lpwstr>
  </property>
</Properties>
</file>

<file path=ppt/main_figures/Fig2/ppt/_rels/presentation.xml.rels><?xml version='1.0' encoding='utf-8'?>
<Relationships xmlns="http://schemas.openxmlformats.org/package/2006/relationships"><Relationship Id="rId7" Type="http://schemas.openxmlformats.org/officeDocument/2006/relationships/tableStyles" Target="tableStyles.xml" /><Relationship Id="rId6" Type="http://schemas.openxmlformats.org/officeDocument/2006/relationships/viewProps" Target="viewProps.xml" /><Relationship Id="rId5" Type="http://schemas.openxmlformats.org/officeDocument/2006/relationships/presProps" Target="presProps.xml" /><Relationship Id="rId4" Type="http://schemas.openxmlformats.org/officeDocument/2006/relationships/notesMaster" Target="notesMasters/notesMaster1.xml" /><Relationship Id="rId3" Type="http://schemas.openxmlformats.org/officeDocument/2006/relationships/slide" Target="slides/slide1.xml" /><Relationship Id="rId2" Type="http://schemas.openxmlformats.org/officeDocument/2006/relationships/theme" Target="theme/theme1.xml" /><Relationship Id="rId1" Type="http://schemas.openxmlformats.org/officeDocument/2006/relationships/slideMaster" Target="slideMasters/slideMaster1.xml" /></Relationships>
</file>

<file path=ppt/main_figures/Fig2/ppt/notesMasters/_rels/notesMaster1.xml.rels><?xml version='1.0' encoding='utf-8'?>
<Relationships xmlns="http://schemas.openxmlformats.org/package/2006/relationships"><Relationship Id="rId1" Type="http://schemas.openxmlformats.org/officeDocument/2006/relationships/theme" Target="../theme/theme2.xml" /></Relationships>
</file>

<file path=ppt/main_figures/Fig2/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5282F153-3F37-0F45-9E97-73ACFA13230C}" type="datetimeFigureOut">
              <a:rPr lang="en-US"/>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endParaRPr lang="en-US"/>
          </a:p>
          <a:p>
            <a:pPr lvl="1"/>
            <a:r>
              <a:rPr lang="en-US"/>
              <a:t>Second level</a:t>
            </a:r>
            <a:endParaRPr lang="en-US"/>
          </a:p>
          <a:p>
            <a:pPr lvl="2"/>
            <a:r>
              <a:rPr lang="en-US"/>
              <a:t>Third level</a:t>
            </a:r>
            <a:endParaRPr lang="en-US"/>
          </a:p>
          <a:p>
            <a:pPr lvl="3"/>
            <a:r>
              <a:rPr lang="en-US"/>
              <a:t>Fourth level</a:t>
            </a:r>
            <a:endParaRPr lang="en-US"/>
          </a:p>
          <a:p>
            <a:pPr lvl="4"/>
            <a:r>
              <a:rPr lang="en-US"/>
              <a:t>Fifth level</a:t>
            </a:r>
            <a:endParaRPr lang="en-US"/>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CE5E9CC1-C706-0F49-92D6-E571CC5EEA8F}" type="slidenum">
              <a:rPr lang="en-US"/>
            </a:fld>
            <a:endParaRPr lang="en-US"/>
          </a:p>
        </p:txBody>
      </p:sp>
    </p:spTree>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Arial"/>
        <a:ea typeface="Arial"/>
        <a:cs typeface="Arial"/>
      </a:defRPr>
    </a:lvl1pPr>
    <a:lvl2pPr marL="457200" algn="l" defTabSz="914400" rtl="0" eaLnBrk="1" latinLnBrk="0" hangingPunct="1">
      <a:defRPr sz="1200" kern="1200">
        <a:solidFill>
          <a:schemeClr val="tx1"/>
        </a:solidFill>
        <a:latin typeface="Arial"/>
        <a:ea typeface="Arial"/>
        <a:cs typeface="Arial"/>
      </a:defRPr>
    </a:lvl2pPr>
    <a:lvl3pPr marL="914400" algn="l" defTabSz="914400" rtl="0" eaLnBrk="1" latinLnBrk="0" hangingPunct="1">
      <a:defRPr sz="1200" kern="1200">
        <a:solidFill>
          <a:schemeClr val="tx1"/>
        </a:solidFill>
        <a:latin typeface="Arial"/>
        <a:ea typeface="Arial"/>
        <a:cs typeface="Arial"/>
      </a:defRPr>
    </a:lvl3pPr>
    <a:lvl4pPr marL="1371600" algn="l" defTabSz="914400" rtl="0" eaLnBrk="1" latinLnBrk="0" hangingPunct="1">
      <a:defRPr sz="1200" kern="1200">
        <a:solidFill>
          <a:schemeClr val="tx1"/>
        </a:solidFill>
        <a:latin typeface="Arial"/>
        <a:ea typeface="Arial"/>
        <a:cs typeface="Arial"/>
      </a:defRPr>
    </a:lvl4pPr>
    <a:lvl5pPr marL="1828800" algn="l" defTabSz="914400" rtl="0" eaLnBrk="1" latinLnBrk="0" hangingPunct="1">
      <a:defRPr sz="1200" kern="1200">
        <a:solidFill>
          <a:schemeClr val="tx1"/>
        </a:solidFill>
        <a:latin typeface="Arial"/>
        <a:ea typeface="Arial"/>
        <a:cs typeface="Arial"/>
      </a:defRPr>
    </a:lvl5pPr>
    <a:lvl6pPr marL="2286000" algn="l" defTabSz="914400" rtl="0" eaLnBrk="1" latinLnBrk="0" hangingPunct="1">
      <a:defRPr sz="1200" kern="1200">
        <a:solidFill>
          <a:schemeClr val="tx1"/>
        </a:solidFill>
        <a:latin typeface="Arial"/>
        <a:ea typeface="Arial"/>
        <a:cs typeface="Arial"/>
      </a:defRPr>
    </a:lvl6pPr>
    <a:lvl7pPr marL="2743200" algn="l" defTabSz="914400" rtl="0" eaLnBrk="1" latinLnBrk="0" hangingPunct="1">
      <a:defRPr sz="1200" kern="1200">
        <a:solidFill>
          <a:schemeClr val="tx1"/>
        </a:solidFill>
        <a:latin typeface="Arial"/>
        <a:ea typeface="Arial"/>
        <a:cs typeface="Arial"/>
      </a:defRPr>
    </a:lvl7pPr>
    <a:lvl8pPr marL="3200400" algn="l" defTabSz="914400" rtl="0" eaLnBrk="1" latinLnBrk="0" hangingPunct="1">
      <a:defRPr sz="1200" kern="1200">
        <a:solidFill>
          <a:schemeClr val="tx1"/>
        </a:solidFill>
        <a:latin typeface="Arial"/>
        <a:ea typeface="Arial"/>
        <a:cs typeface="Arial"/>
      </a:defRPr>
    </a:lvl8pPr>
    <a:lvl9pPr marL="3657600" algn="l" defTabSz="914400" rtl="0" eaLnBrk="1" latinLnBrk="0" hangingPunct="1">
      <a:defRPr sz="1200" kern="1200">
        <a:solidFill>
          <a:schemeClr val="tx1"/>
        </a:solidFill>
        <a:latin typeface="Arial"/>
        <a:ea typeface="Arial"/>
        <a:cs typeface="Arial"/>
      </a:defRPr>
    </a:lvl9pPr>
  </p:notesStyle>
</p:notesMaster>
</file>

<file path=ppt/main_figures/Fig2/ppt/notesSlides/_rels/notesSlide1.xml.rels><?xml version='1.0' encoding='utf-8'?>
<Relationships xmlns="http://schemas.openxmlformats.org/package/2006/relationships"><Relationship Id="rId2" Type="http://schemas.openxmlformats.org/officeDocument/2006/relationships/notesMaster" Target="../notesMasters/notesMaster1.xml" /><Relationship Id="rId1" Type="http://schemas.openxmlformats.org/officeDocument/2006/relationships/slide" Target="../slides/slide1.xml" /></Relationships>
</file>

<file path=ppt/main_figures/Fig2/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fld>
            <a:endParaRPr lang="en-US"/>
          </a:p>
        </p:txBody>
      </p:sp>
    </p:spTree>
  </p:cSld>
  <p:clrMapOvr>
    <a:masterClrMapping/>
  </p:clrMapOvr>
</p:notes>
</file>

<file path=ppt/main_figures/Fig2/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main_figures/Fig2/ppt/presentation.xml><?xml version="1.0" encoding="utf-8"?>
<p:presentation xmlns:a="http://schemas.openxmlformats.org/drawingml/2006/main" xmlns:p="http://schemas.openxmlformats.org/presentationml/2006/main" xmlns:r="http://schemas.openxmlformats.org/officeDocument/2006/relationships" autoCompressPictures="0">
  <p:sldMasterIdLst>
    <p:sldMasterId id="2147483648" r:id="rId1"/>
  </p:sldMasterIdLst>
  <p:notesMasterIdLst>
    <p:notesMasterId r:id="rId4"/>
  </p:notesMasterIdLst>
  <p:sldIdLst>
    <p:sldId id="256" r:id="rId3"/>
  </p:sldIdLst>
  <p:sldSz cx="9144000" cy="4000500"/>
  <p:notesSz cx="6858000" cy="12192000"/>
  <p:defaultTextStyle>
    <a:lvl1pPr marL="0" algn="l" defTabSz="914400" rtl="0" eaLnBrk="1" latinLnBrk="0" hangingPunct="1">
      <a:defRPr sz="1800" kern="1200">
        <a:solidFill>
          <a:schemeClr val="tx1"/>
        </a:solidFill>
        <a:latin typeface="Arial"/>
        <a:ea typeface="Arial"/>
        <a:cs typeface="Arial"/>
      </a:defRPr>
    </a:lvl1pPr>
    <a:lvl2pPr marL="457200" algn="l" defTabSz="914400" rtl="0" eaLnBrk="1" latinLnBrk="0" hangingPunct="1">
      <a:defRPr sz="1800" kern="1200">
        <a:solidFill>
          <a:schemeClr val="tx1"/>
        </a:solidFill>
        <a:latin typeface="Arial"/>
        <a:ea typeface="Arial"/>
        <a:cs typeface="Arial"/>
      </a:defRPr>
    </a:lvl2pPr>
    <a:lvl3pPr marL="914400" algn="l" defTabSz="914400" rtl="0" eaLnBrk="1" latinLnBrk="0" hangingPunct="1">
      <a:defRPr sz="1800" kern="1200">
        <a:solidFill>
          <a:schemeClr val="tx1"/>
        </a:solidFill>
        <a:latin typeface="Arial"/>
        <a:ea typeface="Arial"/>
        <a:cs typeface="Arial"/>
      </a:defRPr>
    </a:lvl3pPr>
    <a:lvl4pPr marL="1371600" algn="l" defTabSz="914400" rtl="0" eaLnBrk="1" latinLnBrk="0" hangingPunct="1">
      <a:defRPr sz="1800" kern="1200">
        <a:solidFill>
          <a:schemeClr val="tx1"/>
        </a:solidFill>
        <a:latin typeface="Arial"/>
        <a:ea typeface="Arial"/>
        <a:cs typeface="Arial"/>
      </a:defRPr>
    </a:lvl4pPr>
    <a:lvl5pPr marL="1828800" algn="l" defTabSz="914400" rtl="0" eaLnBrk="1" latinLnBrk="0" hangingPunct="1">
      <a:defRPr sz="1800" kern="1200">
        <a:solidFill>
          <a:schemeClr val="tx1"/>
        </a:solidFill>
        <a:latin typeface="Arial"/>
        <a:ea typeface="Arial"/>
        <a:cs typeface="Arial"/>
      </a:defRPr>
    </a:lvl5pPr>
    <a:lvl6pPr marL="2286000" algn="l" defTabSz="914400" rtl="0" eaLnBrk="1" latinLnBrk="0" hangingPunct="1">
      <a:defRPr sz="1800" kern="1200">
        <a:solidFill>
          <a:schemeClr val="tx1"/>
        </a:solidFill>
        <a:latin typeface="Arial"/>
        <a:ea typeface="Arial"/>
        <a:cs typeface="Arial"/>
      </a:defRPr>
    </a:lvl6pPr>
    <a:lvl7pPr marL="2743200" algn="l" defTabSz="914400" rtl="0" eaLnBrk="1" latinLnBrk="0" hangingPunct="1">
      <a:defRPr sz="1800" kern="1200">
        <a:solidFill>
          <a:schemeClr val="tx1"/>
        </a:solidFill>
        <a:latin typeface="Arial"/>
        <a:ea typeface="Arial"/>
        <a:cs typeface="Arial"/>
      </a:defRPr>
    </a:lvl7pPr>
    <a:lvl8pPr marL="3200400" algn="l" defTabSz="914400" rtl="0" eaLnBrk="1" latinLnBrk="0" hangingPunct="1">
      <a:defRPr sz="1800" kern="1200">
        <a:solidFill>
          <a:schemeClr val="tx1"/>
        </a:solidFill>
        <a:latin typeface="Arial"/>
        <a:ea typeface="Arial"/>
        <a:cs typeface="Arial"/>
      </a:defRPr>
    </a:lvl8pPr>
    <a:lvl9pPr marL="3657600" algn="l" defTabSz="914400" rtl="0" eaLnBrk="1" latinLnBrk="0" hangingPunct="1">
      <a:defRPr sz="1800" kern="1200">
        <a:solidFill>
          <a:schemeClr val="tx1"/>
        </a:solidFill>
        <a:latin typeface="Arial"/>
        <a:ea typeface="Arial"/>
        <a:cs typeface="Arial"/>
      </a:defRPr>
    </a:lvl9pPr>
  </p:defaultTextStyle>
</p:presentation>
</file>

<file path=ppt/main_figures/Fig2/ppt/slideLayouts/_rels/slideLayout1.xml.rels><?xml version='1.0' encoding='utf-8'?>
<Relationships xmlns="http://schemas.openxmlformats.org/package/2006/relationships"><Relationship Id="rId1" Type="http://schemas.openxmlformats.org/officeDocument/2006/relationships/slideMaster" Target="../slideMasters/slideMaster1.xml" /></Relationships>
</file>

<file path=ppt/main_figures/Fig2/ppt/slideLayouts/slideLayout1.xml><?xml version="1.0" encoding="utf-8"?>
<p:sldLayout xmlns:a="http://schemas.openxmlformats.org/drawingml/2006/main" xmlns:r="http://schemas.openxmlformats.org/officeDocument/2006/relationships" xmlns:p="http://schemas.openxmlformats.org/presentationml/2006/main" preserve="1">
  <p:cSld name="DEFAULT">
    <p:bg>
      <p:bgRef idx="1001">
        <a:schemeClr val="bg1"/>
      </p:bgRef>
    </p:bg>
    <p:spTree>
      <p:nvGrpSpPr>
        <p:cNvPr id="1" name=""/>
        <p:cNvGrpSpPr/>
        <p:nvPr/>
      </p:nvGrpSpPr>
      <p:grpSpPr>
        <a:xfrm>
          <a:off x="0" y="0"/>
          <a:ext cx="0" cy="0"/>
          <a:chOff x="0" y="0"/>
          <a:chExt cx="0" cy="0"/>
        </a:xfrm>
      </p:grpSpPr>
    </p:spTree>
  </p:cSld>
  <p:clrMapOvr>
    <a:masterClrMapping/>
  </p:clrMapOvr>
</p:sldLayout>
</file>

<file path=ppt/main_figures/Fig2/ppt/slideMasters/_rels/slideMaster1.xml.rels><?xml version='1.0' encoding='utf-8'?>
<Relationships xmlns="http://schemas.openxmlformats.org/package/2006/relationships"><Relationship Id="rId2" Type="http://schemas.openxmlformats.org/officeDocument/2006/relationships/theme" Target="../theme/theme1.xml" /><Relationship Id="rId1" Type="http://schemas.openxmlformats.org/officeDocument/2006/relationships/slideLayout" Target="../slideLayouts/slideLayout1.xml" /></Relationships>
</file>

<file path=ppt/main_figures/Fig2/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3649" r:id="rId1"/>
  </p:sldLayoutIdLst>
  <p:hf sldNum="0" hdr="0" ftr="0" dt="0"/>
  <p:txStyles>
    <p:titleStyle>
      <a:lvl1pPr algn="ctr" defTabSz="914400" rtl="0" eaLnBrk="1" latinLnBrk="0" hangingPunct="1">
        <a:spcBef>
          <a:spcPct val="0"/>
        </a:spcBef>
        <a:buNone/>
        <a:defRPr sz="4400" kern="1200">
          <a:solidFill>
            <a:schemeClr val="tx1"/>
          </a:solidFill>
          <a:latin typeface="Arial"/>
          <a:ea typeface="Arial"/>
          <a:cs typeface="Arial"/>
        </a:defRPr>
      </a:lvl1pPr>
    </p:titleStyle>
    <p:bodyStyle>
      <a:lvl1pPr marL="342900" indent="-342900" algn="l" defTabSz="914400" rtl="0" eaLnBrk="1" latinLnBrk="0" hangingPunct="1">
        <a:spcBef>
          <a:spcPct val="20000"/>
        </a:spcBef>
        <a:buFont typeface="Arial" panose="020B0604020202090204" pitchFamily="34" charset="0"/>
        <a:buChar char="•"/>
        <a:defRPr sz="3200" kern="1200">
          <a:solidFill>
            <a:schemeClr val="tx1"/>
          </a:solidFill>
          <a:latin typeface="Arial"/>
          <a:ea typeface="Arial"/>
          <a:cs typeface="Arial"/>
        </a:defRPr>
      </a:lvl1pPr>
      <a:lvl2pPr marL="742950" indent="-285750" algn="l" defTabSz="914400" rtl="0" eaLnBrk="1" latinLnBrk="0" hangingPunct="1">
        <a:spcBef>
          <a:spcPct val="20000"/>
        </a:spcBef>
        <a:buFont typeface="Arial" panose="020B0604020202090204" pitchFamily="34" charset="0"/>
        <a:buChar char="–"/>
        <a:defRPr sz="2800" kern="1200">
          <a:solidFill>
            <a:schemeClr val="tx1"/>
          </a:solidFill>
          <a:latin typeface="Arial"/>
          <a:ea typeface="Arial"/>
          <a:cs typeface="Arial"/>
        </a:defRPr>
      </a:lvl2pPr>
      <a:lvl3pPr marL="1143000" indent="-228600" algn="l" defTabSz="914400" rtl="0" eaLnBrk="1" latinLnBrk="0" hangingPunct="1">
        <a:spcBef>
          <a:spcPct val="20000"/>
        </a:spcBef>
        <a:buFont typeface="Arial" panose="020B0604020202090204" pitchFamily="34" charset="0"/>
        <a:buChar char="•"/>
        <a:defRPr sz="2400" kern="1200">
          <a:solidFill>
            <a:schemeClr val="tx1"/>
          </a:solidFill>
          <a:latin typeface="Arial"/>
          <a:ea typeface="Arial"/>
          <a:cs typeface="Arial"/>
        </a:defRPr>
      </a:lvl3pPr>
      <a:lvl4pPr marL="1600200" indent="-228600" algn="l" defTabSz="914400" rtl="0" eaLnBrk="1" latinLnBrk="0" hangingPunct="1">
        <a:spcBef>
          <a:spcPct val="20000"/>
        </a:spcBef>
        <a:buFont typeface="Arial" panose="020B0604020202090204" pitchFamily="34" charset="0"/>
        <a:buChar char="–"/>
        <a:defRPr sz="2000" kern="1200">
          <a:solidFill>
            <a:schemeClr val="tx1"/>
          </a:solidFill>
          <a:latin typeface="Arial"/>
          <a:ea typeface="Arial"/>
          <a:cs typeface="Arial"/>
        </a:defRPr>
      </a:lvl4pPr>
      <a:lvl5pPr marL="2057400" indent="-228600" algn="l" defTabSz="914400" rtl="0" eaLnBrk="1" latinLnBrk="0" hangingPunct="1">
        <a:spcBef>
          <a:spcPct val="20000"/>
        </a:spcBef>
        <a:buFont typeface="Arial" panose="020B0604020202090204" pitchFamily="34" charset="0"/>
        <a:buChar char="»"/>
        <a:defRPr sz="2000" kern="1200">
          <a:solidFill>
            <a:schemeClr val="tx1"/>
          </a:solidFill>
          <a:latin typeface="Arial"/>
          <a:ea typeface="Arial"/>
          <a:cs typeface="Arial"/>
        </a:defRPr>
      </a:lvl5pPr>
      <a:lvl6pPr marL="2514600" indent="-228600" algn="l" defTabSz="914400" rtl="0" eaLnBrk="1" latinLnBrk="0" hangingPunct="1">
        <a:spcBef>
          <a:spcPct val="20000"/>
        </a:spcBef>
        <a:buFont typeface="Arial" panose="020B0604020202090204" pitchFamily="34" charset="0"/>
        <a:buChar char="•"/>
        <a:defRPr sz="2000" kern="1200">
          <a:solidFill>
            <a:schemeClr val="tx1"/>
          </a:solidFill>
          <a:latin typeface="Arial"/>
          <a:ea typeface="Arial"/>
          <a:cs typeface="Arial"/>
        </a:defRPr>
      </a:lvl6pPr>
      <a:lvl7pPr marL="2971800" indent="-228600" algn="l" defTabSz="914400" rtl="0" eaLnBrk="1" latinLnBrk="0" hangingPunct="1">
        <a:spcBef>
          <a:spcPct val="20000"/>
        </a:spcBef>
        <a:buFont typeface="Arial" panose="020B0604020202090204" pitchFamily="34" charset="0"/>
        <a:buChar char="•"/>
        <a:defRPr sz="2000" kern="1200">
          <a:solidFill>
            <a:schemeClr val="tx1"/>
          </a:solidFill>
          <a:latin typeface="Arial"/>
          <a:ea typeface="Arial"/>
          <a:cs typeface="Arial"/>
        </a:defRPr>
      </a:lvl7pPr>
      <a:lvl8pPr marL="3429000" indent="-228600" algn="l" defTabSz="914400" rtl="0" eaLnBrk="1" latinLnBrk="0" hangingPunct="1">
        <a:spcBef>
          <a:spcPct val="20000"/>
        </a:spcBef>
        <a:buFont typeface="Arial" panose="020B0604020202090204" pitchFamily="34" charset="0"/>
        <a:buChar char="•"/>
        <a:defRPr sz="2000" kern="1200">
          <a:solidFill>
            <a:schemeClr val="tx1"/>
          </a:solidFill>
          <a:latin typeface="Arial"/>
          <a:ea typeface="Arial"/>
          <a:cs typeface="Arial"/>
        </a:defRPr>
      </a:lvl8pPr>
      <a:lvl9pPr marL="3886200" indent="-228600" algn="l" defTabSz="914400" rtl="0" eaLnBrk="1" latinLnBrk="0" hangingPunct="1">
        <a:spcBef>
          <a:spcPct val="20000"/>
        </a:spcBef>
        <a:buFont typeface="Arial" panose="020B0604020202090204" pitchFamily="34" charset="0"/>
        <a:buChar char="•"/>
        <a:defRPr sz="2000" kern="1200">
          <a:solidFill>
            <a:schemeClr val="tx1"/>
          </a:solidFill>
          <a:latin typeface="Arial"/>
          <a:ea typeface="Arial"/>
          <a:cs typeface="Arial"/>
        </a:defRPr>
      </a:lvl9pPr>
    </p:bodyStyle>
    <p:otherStyle>
      <a:defPPr>
        <a:defRPr lang="en-US"/>
      </a:defPPr>
      <a:lvl1pPr marL="0" algn="l" defTabSz="914400" rtl="0" eaLnBrk="1" latinLnBrk="0" hangingPunct="1">
        <a:defRPr sz="1800" kern="1200">
          <a:solidFill>
            <a:schemeClr val="tx1"/>
          </a:solidFill>
          <a:latin typeface="Arial"/>
          <a:ea typeface="Arial"/>
          <a:cs typeface="Arial"/>
        </a:defRPr>
      </a:lvl1pPr>
      <a:lvl2pPr marL="457200" algn="l" defTabSz="914400" rtl="0" eaLnBrk="1" latinLnBrk="0" hangingPunct="1">
        <a:defRPr sz="1800" kern="1200">
          <a:solidFill>
            <a:schemeClr val="tx1"/>
          </a:solidFill>
          <a:latin typeface="Arial"/>
          <a:ea typeface="Arial"/>
          <a:cs typeface="Arial"/>
        </a:defRPr>
      </a:lvl2pPr>
      <a:lvl3pPr marL="914400" algn="l" defTabSz="914400" rtl="0" eaLnBrk="1" latinLnBrk="0" hangingPunct="1">
        <a:defRPr sz="1800" kern="1200">
          <a:solidFill>
            <a:schemeClr val="tx1"/>
          </a:solidFill>
          <a:latin typeface="Arial"/>
          <a:ea typeface="Arial"/>
          <a:cs typeface="Arial"/>
        </a:defRPr>
      </a:lvl3pPr>
      <a:lvl4pPr marL="1371600" algn="l" defTabSz="914400" rtl="0" eaLnBrk="1" latinLnBrk="0" hangingPunct="1">
        <a:defRPr sz="1800" kern="1200">
          <a:solidFill>
            <a:schemeClr val="tx1"/>
          </a:solidFill>
          <a:latin typeface="Arial"/>
          <a:ea typeface="Arial"/>
          <a:cs typeface="Arial"/>
        </a:defRPr>
      </a:lvl4pPr>
      <a:lvl5pPr marL="1828800" algn="l" defTabSz="914400" rtl="0" eaLnBrk="1" latinLnBrk="0" hangingPunct="1">
        <a:defRPr sz="1800" kern="1200">
          <a:solidFill>
            <a:schemeClr val="tx1"/>
          </a:solidFill>
          <a:latin typeface="Arial"/>
          <a:ea typeface="Arial"/>
          <a:cs typeface="Arial"/>
        </a:defRPr>
      </a:lvl5pPr>
      <a:lvl6pPr marL="2286000" algn="l" defTabSz="914400" rtl="0" eaLnBrk="1" latinLnBrk="0" hangingPunct="1">
        <a:defRPr sz="1800" kern="1200">
          <a:solidFill>
            <a:schemeClr val="tx1"/>
          </a:solidFill>
          <a:latin typeface="Arial"/>
          <a:ea typeface="Arial"/>
          <a:cs typeface="Arial"/>
        </a:defRPr>
      </a:lvl6pPr>
      <a:lvl7pPr marL="2743200" algn="l" defTabSz="914400" rtl="0" eaLnBrk="1" latinLnBrk="0" hangingPunct="1">
        <a:defRPr sz="1800" kern="1200">
          <a:solidFill>
            <a:schemeClr val="tx1"/>
          </a:solidFill>
          <a:latin typeface="Arial"/>
          <a:ea typeface="Arial"/>
          <a:cs typeface="Arial"/>
        </a:defRPr>
      </a:lvl7pPr>
      <a:lvl8pPr marL="3200400" algn="l" defTabSz="914400" rtl="0" eaLnBrk="1" latinLnBrk="0" hangingPunct="1">
        <a:defRPr sz="1800" kern="1200">
          <a:solidFill>
            <a:schemeClr val="tx1"/>
          </a:solidFill>
          <a:latin typeface="Arial"/>
          <a:ea typeface="Arial"/>
          <a:cs typeface="Arial"/>
        </a:defRPr>
      </a:lvl8pPr>
      <a:lvl9pPr marL="3657600" algn="l" defTabSz="914400" rtl="0" eaLnBrk="1" latinLnBrk="0" hangingPunct="1">
        <a:defRPr sz="1800" kern="1200">
          <a:solidFill>
            <a:schemeClr val="tx1"/>
          </a:solidFill>
          <a:latin typeface="Arial"/>
          <a:ea typeface="Arial"/>
          <a:cs typeface="Arial"/>
        </a:defRPr>
      </a:lvl9pPr>
    </p:otherStyle>
  </p:txStyles>
</p:sldMaster>
</file>

<file path=ppt/main_figures/Fig2/ppt/slides/_rels/slide1.xml.rels><?xml version='1.0' encoding='utf-8'?>
<Relationships xmlns="http://schemas.openxmlformats.org/package/2006/relationships"><Relationship Id="rId2" Type="http://schemas.openxmlformats.org/officeDocument/2006/relationships/notesSlide" Target="../notesSlides/notesSlide1.xml" /><Relationship Id="rId1" Type="http://schemas.openxmlformats.org/officeDocument/2006/relationships/slideLayout" Target="../slideLayouts/slideLayout1.xml" /></Relationships>
</file>

<file path=ppt/main_figures/Fig2/ppt/slides/slide1.xml><?xml version="1.0" encoding="utf-8"?>
<p:sld xmlns:a="http://schemas.openxmlformats.org/drawingml/2006/main" xmlns:ns2="http://schemas.microsoft.com/office/drawing/2014/main"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0000" name="Input and topology frame">
            <a:extLst>
              <a:ext uri="{FF2B5EF4-FFF2-40B4-BE49-F238E27FC236}">
                <ns2:creationId id="{C7744F0C-4FD8-4778-A131-8158F785C874}"/>
              </a:ext>
            </a:extLst>
          </p:cNvPr>
          <p:cNvSpPr>
            <a:spLocks noGrp="1"/>
          </p:cNvSpPr>
          <p:nvPr/>
        </p:nvSpPr>
        <p:spPr>
          <a:xfrm>
            <a:off x="76200" y="76200"/>
            <a:ext cx="2076450" cy="3848100"/>
          </a:xfrm>
          <a:custGeom>
            <a:pathLst>
              <a:path w="2076450" h="3848100">
                <a:moveTo>
                  <a:pt x="114300" y="0"/>
                </a:moveTo>
                <a:lnTo>
                  <a:pt x="1962150" y="0"/>
                </a:lnTo>
                <a:cubicBezTo>
                  <a:pt x="2025276" y="0"/>
                  <a:pt x="2076450" y="51174"/>
                  <a:pt x="2076450" y="114300"/>
                </a:cubicBezTo>
                <a:lnTo>
                  <a:pt x="2076450" y="3733800"/>
                </a:lnTo>
                <a:cubicBezTo>
                  <a:pt x="2076450" y="3796926"/>
                  <a:pt x="2025276" y="3848100"/>
                  <a:pt x="1962150" y="3848100"/>
                </a:cubicBezTo>
                <a:lnTo>
                  <a:pt x="114300" y="3848100"/>
                </a:lnTo>
                <a:cubicBezTo>
                  <a:pt x="51174" y="3848100"/>
                  <a:pt x="0" y="3796926"/>
                  <a:pt x="0" y="3733800"/>
                </a:cubicBezTo>
                <a:lnTo>
                  <a:pt x="0" y="114300"/>
                </a:lnTo>
                <a:cubicBezTo>
                  <a:pt x="0" y="51174"/>
                  <a:pt x="51174" y="0"/>
                  <a:pt x="114300" y="0"/>
                </a:cubicBezTo>
                <a:close/>
              </a:path>
            </a:pathLst>
          </a:custGeom>
          <a:solidFill>
            <a:srgbClr val="FFFFFF"/>
          </a:solidFill>
          <a:ln w="9525">
            <a:solidFill>
              <a:srgbClr val="DFE4E8"/>
            </a:solidFill>
            <a:prstDash val="solid"/>
          </a:ln>
        </p:spPr>
      </p:sp>
      <p:sp>
        <p:nvSpPr>
          <p:cNvPr id="10001" name="Input and topology header">
            <a:extLst>
              <a:ext uri="{FF2B5EF4-FFF2-40B4-BE49-F238E27FC236}">
                <ns2:creationId id="{7537AB63-A5C5-4B77-8CE8-24FA66625BFD}"/>
              </a:ext>
            </a:extLst>
          </p:cNvPr>
          <p:cNvSpPr>
            <a:spLocks noGrp="1"/>
          </p:cNvSpPr>
          <p:nvPr/>
        </p:nvSpPr>
        <p:spPr>
          <a:xfrm>
            <a:off x="80963" y="80963"/>
            <a:ext cx="2066925" cy="319088"/>
          </a:xfrm>
          <a:custGeom>
            <a:pathLst>
              <a:path w="2066925" h="319088">
                <a:moveTo>
                  <a:pt x="109538" y="0"/>
                </a:moveTo>
                <a:lnTo>
                  <a:pt x="1957388" y="0"/>
                </a:lnTo>
                <a:cubicBezTo>
                  <a:pt x="2017883" y="0"/>
                  <a:pt x="2066925" y="49042"/>
                  <a:pt x="2066925" y="109538"/>
                </a:cubicBezTo>
                <a:lnTo>
                  <a:pt x="2066925" y="319088"/>
                </a:lnTo>
                <a:lnTo>
                  <a:pt x="0" y="319088"/>
                </a:lnTo>
                <a:lnTo>
                  <a:pt x="0" y="109538"/>
                </a:lnTo>
                <a:cubicBezTo>
                  <a:pt x="0" y="49042"/>
                  <a:pt x="49042" y="0"/>
                  <a:pt x="109538" y="0"/>
                </a:cubicBezTo>
                <a:close/>
              </a:path>
            </a:pathLst>
          </a:custGeom>
          <a:solidFill>
            <a:srgbClr val="E7EDF0"/>
          </a:solidFill>
          <a:ln w="0">
            <a:noFill/>
            <a:prstDash val="solid"/>
          </a:ln>
        </p:spPr>
      </p:sp>
      <p:sp>
        <p:nvSpPr>
          <p:cNvPr id="10002" name="Input and topology title">
            <a:extLst>
              <a:ext uri="{FF2B5EF4-FFF2-40B4-BE49-F238E27FC236}">
                <ns2:creationId id="{862E83A4-3B06-4980-BC93-0FC70EB1389D}"/>
              </a:ext>
            </a:extLst>
          </p:cNvPr>
          <p:cNvSpPr>
            <a:spLocks noGrp="1"/>
          </p:cNvSpPr>
          <p:nvPr/>
        </p:nvSpPr>
        <p:spPr>
          <a:xfrm>
            <a:off x="190500" y="133350"/>
            <a:ext cx="1847850" cy="228600"/>
          </a:xfrm>
          <a:prstGeom prst="rect">
            <a:avLst/>
          </a:prstGeom>
          <a:noFill/>
          <a:ln w="0">
            <a:noFill/>
          </a:ln>
        </p:spPr>
        <p:txBody>
          <a:bodyPr wrap="none" lIns="0" tIns="0" rIns="0" bIns="0" anchor="ctr"/>
          <a:lstStyle>
            <a:defPPr algn="l">
              <a:defRPr sz="1275" b="1">
                <a:solidFill>
                  <a:srgbClr val="000000"/>
                </a:solidFill>
                <a:latin typeface="Arial"/>
                <a:ea typeface="Arial"/>
                <a:cs typeface="Arial"/>
              </a:defRPr>
            </a:defPPr>
            <a:lvl1pPr algn="l">
              <a:defRPr sz="1275" b="1">
                <a:solidFill>
                  <a:srgbClr val="000000"/>
                </a:solidFill>
                <a:latin typeface="Arial"/>
                <a:ea typeface="Arial"/>
                <a:cs typeface="Arial"/>
              </a:defRPr>
            </a:lvl1pPr>
            <a:lvl2pPr algn="l">
              <a:defRPr sz="1275" b="1">
                <a:solidFill>
                  <a:srgbClr val="000000"/>
                </a:solidFill>
                <a:latin typeface="Arial"/>
                <a:ea typeface="Arial"/>
                <a:cs typeface="Arial"/>
              </a:defRPr>
            </a:lvl2pPr>
            <a:lvl3pPr algn="l">
              <a:defRPr sz="1275" b="1">
                <a:solidFill>
                  <a:srgbClr val="000000"/>
                </a:solidFill>
                <a:latin typeface="Arial"/>
                <a:ea typeface="Arial"/>
                <a:cs typeface="Arial"/>
              </a:defRPr>
            </a:lvl3pPr>
            <a:lvl4pPr algn="l">
              <a:defRPr sz="1275" b="1">
                <a:solidFill>
                  <a:srgbClr val="000000"/>
                </a:solidFill>
                <a:latin typeface="Arial"/>
                <a:ea typeface="Arial"/>
                <a:cs typeface="Arial"/>
              </a:defRPr>
            </a:lvl4pPr>
            <a:lvl5pPr algn="l">
              <a:defRPr sz="1275" b="1">
                <a:solidFill>
                  <a:srgbClr val="000000"/>
                </a:solidFill>
                <a:latin typeface="Arial"/>
                <a:ea typeface="Arial"/>
                <a:cs typeface="Arial"/>
              </a:defRPr>
            </a:lvl5pPr>
            <a:lvl6pPr algn="l">
              <a:defRPr sz="1275" b="1">
                <a:solidFill>
                  <a:srgbClr val="000000"/>
                </a:solidFill>
                <a:latin typeface="Arial"/>
                <a:ea typeface="Arial"/>
                <a:cs typeface="Arial"/>
              </a:defRPr>
            </a:lvl6pPr>
            <a:lvl7pPr algn="l">
              <a:defRPr sz="1275" b="1">
                <a:solidFill>
                  <a:srgbClr val="000000"/>
                </a:solidFill>
                <a:latin typeface="Arial"/>
                <a:ea typeface="Arial"/>
                <a:cs typeface="Arial"/>
              </a:defRPr>
            </a:lvl7pPr>
            <a:lvl8pPr algn="l">
              <a:defRPr sz="1275" b="1">
                <a:solidFill>
                  <a:srgbClr val="000000"/>
                </a:solidFill>
                <a:latin typeface="Arial"/>
                <a:ea typeface="Arial"/>
                <a:cs typeface="Arial"/>
              </a:defRPr>
            </a:lvl8pPr>
            <a:lvl9pPr algn="l">
              <a:defRPr sz="1275" b="1">
                <a:solidFill>
                  <a:srgbClr val="000000"/>
                </a:solidFill>
                <a:latin typeface="Arial"/>
                <a:ea typeface="Arial"/>
                <a:cs typeface="Arial"/>
              </a:defRPr>
            </a:lvl9pPr>
          </a:lstStyle>
          <a:p>
            <a:pPr algn="l">
              <a:defRPr sz="1275" b="1">
                <a:solidFill>
                  <a:srgbClr val="000000"/>
                </a:solidFill>
                <a:latin typeface="Arial"/>
                <a:ea typeface="Arial"/>
                <a:cs typeface="Arial"/>
              </a:defRPr>
            </a:pPr>
            <a:r>
              <a:rPr sz="1275" b="1">
                <a:solidFill>
                  <a:srgbClr val="000000"/>
                </a:solidFill>
                <a:latin typeface="Arial"/>
                <a:ea typeface="Arial"/>
                <a:cs typeface="Arial"/>
              </a:rPr>
              <a:t>Input and topology</a:t>
            </a:r>
          </a:p>
        </p:txBody>
      </p:sp>
      <p:sp>
        <p:nvSpPr>
          <p:cNvPr id="10003" name="Scalar field subtitle">
            <a:extLst>
              <a:ext uri="{FF2B5EF4-FFF2-40B4-BE49-F238E27FC236}">
                <ns2:creationId id="{33180ECA-0E3B-4E5B-BC7B-98735BCE8BE5}"/>
              </a:ext>
            </a:extLst>
          </p:cNvPr>
          <p:cNvSpPr>
            <a:spLocks noGrp="1"/>
          </p:cNvSpPr>
          <p:nvPr/>
        </p:nvSpPr>
        <p:spPr>
          <a:xfrm>
            <a:off x="190500" y="466725"/>
            <a:ext cx="1847850" cy="333375"/>
          </a:xfrm>
          <a:prstGeom prst="rect">
            <a:avLst/>
          </a:prstGeom>
          <a:noFill/>
          <a:ln w="0">
            <a:noFill/>
          </a:ln>
        </p:spPr>
        <p:txBody>
          <a:bodyPr wrap="none" lIns="0" tIns="0" rIns="0" bIns="0" anchor="ctr"/>
          <a:lstStyle>
            <a:defPPr algn="ctr">
              <a:defRPr sz="1200" b="1">
                <a:solidFill>
                  <a:srgbClr val="000000"/>
                </a:solidFill>
                <a:latin typeface="Arial"/>
                <a:ea typeface="Arial"/>
                <a:cs typeface="Arial"/>
              </a:defRPr>
            </a:defPPr>
            <a:lvl1pPr algn="ctr">
              <a:defRPr sz="1200" b="1">
                <a:solidFill>
                  <a:srgbClr val="000000"/>
                </a:solidFill>
                <a:latin typeface="Arial"/>
                <a:ea typeface="Arial"/>
                <a:cs typeface="Arial"/>
              </a:defRPr>
            </a:lvl1pPr>
            <a:lvl2pPr algn="ctr">
              <a:defRPr sz="1200" b="1">
                <a:solidFill>
                  <a:srgbClr val="000000"/>
                </a:solidFill>
                <a:latin typeface="Arial"/>
                <a:ea typeface="Arial"/>
                <a:cs typeface="Arial"/>
              </a:defRPr>
            </a:lvl2pPr>
            <a:lvl3pPr algn="ctr">
              <a:defRPr sz="1200" b="1">
                <a:solidFill>
                  <a:srgbClr val="000000"/>
                </a:solidFill>
                <a:latin typeface="Arial"/>
                <a:ea typeface="Arial"/>
                <a:cs typeface="Arial"/>
              </a:defRPr>
            </a:lvl3pPr>
            <a:lvl4pPr algn="ctr">
              <a:defRPr sz="1200" b="1">
                <a:solidFill>
                  <a:srgbClr val="000000"/>
                </a:solidFill>
                <a:latin typeface="Arial"/>
                <a:ea typeface="Arial"/>
                <a:cs typeface="Arial"/>
              </a:defRPr>
            </a:lvl4pPr>
            <a:lvl5pPr algn="ctr">
              <a:defRPr sz="1200" b="1">
                <a:solidFill>
                  <a:srgbClr val="000000"/>
                </a:solidFill>
                <a:latin typeface="Arial"/>
                <a:ea typeface="Arial"/>
                <a:cs typeface="Arial"/>
              </a:defRPr>
            </a:lvl5pPr>
            <a:lvl6pPr algn="ctr">
              <a:defRPr sz="1200" b="1">
                <a:solidFill>
                  <a:srgbClr val="000000"/>
                </a:solidFill>
                <a:latin typeface="Arial"/>
                <a:ea typeface="Arial"/>
                <a:cs typeface="Arial"/>
              </a:defRPr>
            </a:lvl6pPr>
            <a:lvl7pPr algn="ctr">
              <a:defRPr sz="1200" b="1">
                <a:solidFill>
                  <a:srgbClr val="000000"/>
                </a:solidFill>
                <a:latin typeface="Arial"/>
                <a:ea typeface="Arial"/>
                <a:cs typeface="Arial"/>
              </a:defRPr>
            </a:lvl7pPr>
            <a:lvl8pPr algn="ctr">
              <a:defRPr sz="1200" b="1">
                <a:solidFill>
                  <a:srgbClr val="000000"/>
                </a:solidFill>
                <a:latin typeface="Arial"/>
                <a:ea typeface="Arial"/>
                <a:cs typeface="Arial"/>
              </a:defRPr>
            </a:lvl8pPr>
            <a:lvl9pPr algn="ctr">
              <a:defRPr sz="1200" b="1">
                <a:solidFill>
                  <a:srgbClr val="000000"/>
                </a:solidFill>
                <a:latin typeface="Arial"/>
                <a:ea typeface="Arial"/>
                <a:cs typeface="Arial"/>
              </a:defRPr>
            </a:lvl9pPr>
          </a:lstStyle>
          <a:p>
            <a:pPr algn="ctr">
              <a:defRPr sz="1200" b="1">
                <a:solidFill>
                  <a:srgbClr val="000000"/>
                </a:solidFill>
                <a:latin typeface="Arial"/>
                <a:ea typeface="Arial"/>
                <a:cs typeface="Arial"/>
              </a:defRPr>
            </a:pPr>
            <a:r>
              <a:rPr sz="1200" b="1">
                <a:solidFill>
                  <a:srgbClr val="000000"/>
                </a:solidFill>
                <a:latin typeface="Arial"/>
                <a:ea typeface="Arial"/>
                <a:cs typeface="Arial"/>
              </a:rPr>
              <a:t>Time-varying</a:t>
            </a:r>
          </a:p>
          <a:p>
            <a:pPr algn="ctr">
              <a:defRPr sz="1200" b="1">
                <a:solidFill>
                  <a:srgbClr val="000000"/>
                </a:solidFill>
                <a:latin typeface="Arial"/>
                <a:ea typeface="Arial"/>
                <a:cs typeface="Arial"/>
              </a:defRPr>
            </a:pPr>
            <a:r>
              <a:rPr sz="1200" b="1">
                <a:solidFill>
                  <a:srgbClr val="000000"/>
                </a:solidFill>
                <a:latin typeface="Arial"/>
                <a:ea typeface="Arial"/>
                <a:cs typeface="Arial"/>
              </a:rPr>
              <a:t>2D scalar field</a:t>
            </a:r>
          </a:p>
        </p:txBody>
      </p:sp>
      <p:sp>
        <p:nvSpPr>
          <p:cNvPr id="10004" name="Time axis upper">
            <a:extLst>
              <a:ext uri="{FF2B5EF4-FFF2-40B4-BE49-F238E27FC236}">
                <ns2:creationId id="{A40B8F2A-27C1-4A8B-9C77-393CF0DD3E32}"/>
              </a:ext>
            </a:extLst>
          </p:cNvPr>
          <p:cNvSpPr>
            <a:spLocks noGrp="1"/>
          </p:cNvSpPr>
          <p:nvPr/>
        </p:nvSpPr>
        <p:spPr>
          <a:xfrm>
            <a:off x="457200" y="819150"/>
            <a:ext cx="95" cy="495300"/>
          </a:xfrm>
          <a:custGeom>
            <a:pathLst>
              <a:path w="95" h="628650">
                <a:moveTo>
                  <a:pt x="0" y="0"/>
                </a:moveTo>
                <a:lnTo>
                  <a:pt x="0" y="628650"/>
                </a:lnTo>
              </a:path>
            </a:pathLst>
          </a:custGeom>
          <a:noFill/>
          <a:ln w="14288">
            <a:solidFill>
              <a:srgbClr val="000000"/>
            </a:solidFill>
            <a:prstDash val="solid"/>
          </a:ln>
        </p:spPr>
      </p:sp>
      <p:sp>
        <p:nvSpPr>
          <p:cNvPr id="10005" name="Time axis label">
            <a:extLst>
              <a:ext uri="{FF2B5EF4-FFF2-40B4-BE49-F238E27FC236}">
                <ns2:creationId id="{CB7D9A9F-5BE8-4A68-9F66-5CCD18591880}"/>
              </a:ext>
            </a:extLst>
          </p:cNvPr>
          <p:cNvSpPr>
            <a:spLocks noGrp="1"/>
          </p:cNvSpPr>
          <p:nvPr/>
        </p:nvSpPr>
        <p:spPr>
          <a:xfrm>
            <a:off x="266700" y="1343025"/>
            <a:ext cx="381000" cy="219075"/>
          </a:xfrm>
          <a:prstGeom prst="rect">
            <a:avLst/>
          </a:prstGeom>
          <a:noFill/>
          <a:ln w="0">
            <a:noFill/>
          </a:ln>
        </p:spPr>
        <p:txBody>
          <a:bodyPr wrap="none" lIns="0" tIns="0" rIns="0" bIns="0" anchor="ct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time</a:t>
            </a:r>
          </a:p>
        </p:txBody>
      </p:sp>
      <p:sp>
        <p:nvSpPr>
          <p:cNvPr id="10006" name="Time axis lower">
            <a:extLst>
              <a:ext uri="{FF2B5EF4-FFF2-40B4-BE49-F238E27FC236}">
                <ns2:creationId id="{80F7C04E-CD56-465B-B582-E21789543620}"/>
              </a:ext>
            </a:extLst>
          </p:cNvPr>
          <p:cNvSpPr>
            <a:spLocks noGrp="1"/>
          </p:cNvSpPr>
          <p:nvPr/>
        </p:nvSpPr>
        <p:spPr>
          <a:xfrm>
            <a:off x="457200" y="1581150"/>
            <a:ext cx="95" cy="447675"/>
          </a:xfrm>
          <a:custGeom>
            <a:pathLst>
              <a:path w="95" h="647700">
                <a:moveTo>
                  <a:pt x="0" y="0"/>
                </a:moveTo>
                <a:lnTo>
                  <a:pt x="0" y="647700"/>
                </a:lnTo>
              </a:path>
            </a:pathLst>
          </a:custGeom>
          <a:noFill/>
          <a:ln w="14288">
            <a:solidFill>
              <a:srgbClr val="000000"/>
            </a:solidFill>
            <a:prstDash val="solid"/>
          </a:ln>
        </p:spPr>
      </p:sp>
      <p:sp>
        <p:nvSpPr>
          <p:cNvPr id="10007" name="Time axis arrow">
            <a:extLst>
              <a:ext uri="{FF2B5EF4-FFF2-40B4-BE49-F238E27FC236}">
                <ns2:creationId id="{46000FB7-AD46-4365-B2CC-084B5F7BF633}"/>
              </a:ext>
            </a:extLst>
          </p:cNvPr>
          <p:cNvSpPr>
            <a:spLocks noGrp="1"/>
          </p:cNvSpPr>
          <p:nvPr/>
        </p:nvSpPr>
        <p:spPr>
          <a:xfrm>
            <a:off x="419100" y="2019300"/>
            <a:ext cx="76200" cy="76200"/>
          </a:xfrm>
          <a:custGeom>
            <a:pathLst>
              <a:path w="76200" h="76200">
                <a:moveTo>
                  <a:pt x="0" y="0"/>
                </a:moveTo>
                <a:lnTo>
                  <a:pt x="76200" y="0"/>
                </a:lnTo>
                <a:lnTo>
                  <a:pt x="38100" y="76200"/>
                </a:lnTo>
                <a:close/>
              </a:path>
            </a:pathLst>
          </a:custGeom>
          <a:solidFill>
            <a:srgbClr val="000000"/>
          </a:solidFill>
          <a:ln w="0">
            <a:noFill/>
            <a:prstDash val="solid"/>
          </a:ln>
        </p:spPr>
      </p:sp>
      <p:sp>
        <p:nvSpPr>
          <p:cNvPr id="10008" name="Snapshot time 0">
            <a:extLst>
              <a:ext uri="{FF2B5EF4-FFF2-40B4-BE49-F238E27FC236}">
                <ns2:creationId id="{C22B1D16-E9AE-4873-9C98-B24C23D44898}"/>
              </a:ext>
            </a:extLst>
          </p:cNvPr>
          <p:cNvSpPr>
            <a:spLocks noGrp="1"/>
          </p:cNvSpPr>
          <p:nvPr/>
        </p:nvSpPr>
        <p:spPr>
          <a:xfrm>
            <a:off x="733425" y="923925"/>
            <a:ext cx="266700" cy="190500"/>
          </a:xfrm>
          <a:prstGeom prst="rect">
            <a:avLst/>
          </a:prstGeom>
          <a:noFill/>
          <a:ln w="0">
            <a:noFill/>
          </a:ln>
        </p:spPr>
        <p:txBody>
          <a:bodyPr wrap="none" lIns="0" tIns="0" rIns="0" bIns="0" anchor="ctr"/>
          <a:lstStyle>
            <a:defPPr algn="l">
              <a:defRPr sz="975" b="0">
                <a:solidFill>
                  <a:srgbClr val="000000"/>
                </a:solidFill>
                <a:latin typeface="Arial"/>
                <a:ea typeface="Arial"/>
                <a:cs typeface="Arial"/>
              </a:defRPr>
            </a:defPPr>
            <a:lvl1pPr algn="l">
              <a:defRPr sz="975" b="0">
                <a:solidFill>
                  <a:srgbClr val="000000"/>
                </a:solidFill>
                <a:latin typeface="Arial"/>
                <a:ea typeface="Arial"/>
                <a:cs typeface="Arial"/>
              </a:defRPr>
            </a:lvl1pPr>
            <a:lvl2pPr algn="l">
              <a:defRPr sz="975" b="0">
                <a:solidFill>
                  <a:srgbClr val="000000"/>
                </a:solidFill>
                <a:latin typeface="Arial"/>
                <a:ea typeface="Arial"/>
                <a:cs typeface="Arial"/>
              </a:defRPr>
            </a:lvl2pPr>
            <a:lvl3pPr algn="l">
              <a:defRPr sz="975" b="0">
                <a:solidFill>
                  <a:srgbClr val="000000"/>
                </a:solidFill>
                <a:latin typeface="Arial"/>
                <a:ea typeface="Arial"/>
                <a:cs typeface="Arial"/>
              </a:defRPr>
            </a:lvl3pPr>
            <a:lvl4pPr algn="l">
              <a:defRPr sz="975" b="0">
                <a:solidFill>
                  <a:srgbClr val="000000"/>
                </a:solidFill>
                <a:latin typeface="Arial"/>
                <a:ea typeface="Arial"/>
                <a:cs typeface="Arial"/>
              </a:defRPr>
            </a:lvl4pPr>
            <a:lvl5pPr algn="l">
              <a:defRPr sz="975" b="0">
                <a:solidFill>
                  <a:srgbClr val="000000"/>
                </a:solidFill>
                <a:latin typeface="Arial"/>
                <a:ea typeface="Arial"/>
                <a:cs typeface="Arial"/>
              </a:defRPr>
            </a:lvl5pPr>
            <a:lvl6pPr algn="l">
              <a:defRPr sz="975" b="0">
                <a:solidFill>
                  <a:srgbClr val="000000"/>
                </a:solidFill>
                <a:latin typeface="Arial"/>
                <a:ea typeface="Arial"/>
                <a:cs typeface="Arial"/>
              </a:defRPr>
            </a:lvl6pPr>
            <a:lvl7pPr algn="l">
              <a:defRPr sz="975" b="0">
                <a:solidFill>
                  <a:srgbClr val="000000"/>
                </a:solidFill>
                <a:latin typeface="Arial"/>
                <a:ea typeface="Arial"/>
                <a:cs typeface="Arial"/>
              </a:defRPr>
            </a:lvl7pPr>
            <a:lvl8pPr algn="l">
              <a:defRPr sz="975" b="0">
                <a:solidFill>
                  <a:srgbClr val="000000"/>
                </a:solidFill>
                <a:latin typeface="Arial"/>
                <a:ea typeface="Arial"/>
                <a:cs typeface="Arial"/>
              </a:defRPr>
            </a:lvl8pPr>
            <a:lvl9pPr algn="l">
              <a:defRPr sz="975" b="0">
                <a:solidFill>
                  <a:srgbClr val="000000"/>
                </a:solidFill>
                <a:latin typeface="Arial"/>
                <a:ea typeface="Arial"/>
                <a:cs typeface="Arial"/>
              </a:defRPr>
            </a:lvl9pPr>
          </a:lstStyle>
          <a:p>
            <a:pPr algn="l">
              <a:defRPr sz="975" b="0">
                <a:solidFill>
                  <a:srgbClr val="000000"/>
                </a:solidFill>
                <a:latin typeface="Arial"/>
                <a:ea typeface="Arial"/>
                <a:cs typeface="Arial"/>
              </a:defRPr>
            </a:pPr>
            <a:r>
              <a:rPr sz="975" b="0">
                <a:solidFill>
                  <a:srgbClr val="000000"/>
                </a:solidFill>
                <a:latin typeface="Arial"/>
                <a:ea typeface="Arial"/>
                <a:cs typeface="Arial"/>
              </a:rPr>
              <a:t>t0</a:t>
            </a:r>
          </a:p>
        </p:txBody>
      </p:sp>
      <p:sp>
        <p:nvSpPr>
          <p:cNvPr id="10009" name="Snapshot time 1">
            <a:extLst>
              <a:ext uri="{FF2B5EF4-FFF2-40B4-BE49-F238E27FC236}">
                <ns2:creationId id="{891DCD29-8D28-4F5F-881E-7914ED799823}"/>
              </a:ext>
            </a:extLst>
          </p:cNvPr>
          <p:cNvSpPr>
            <a:spLocks noGrp="1"/>
          </p:cNvSpPr>
          <p:nvPr/>
        </p:nvSpPr>
        <p:spPr>
          <a:xfrm>
            <a:off x="733425" y="1352550"/>
            <a:ext cx="266700" cy="190500"/>
          </a:xfrm>
          <a:prstGeom prst="rect">
            <a:avLst/>
          </a:prstGeom>
          <a:noFill/>
          <a:ln w="0">
            <a:noFill/>
          </a:ln>
        </p:spPr>
        <p:txBody>
          <a:bodyPr wrap="none" lIns="0" tIns="0" rIns="0" bIns="0" anchor="ctr"/>
          <a:lstStyle>
            <a:defPPr algn="l">
              <a:defRPr sz="975" b="0">
                <a:solidFill>
                  <a:srgbClr val="000000"/>
                </a:solidFill>
                <a:latin typeface="Arial"/>
                <a:ea typeface="Arial"/>
                <a:cs typeface="Arial"/>
              </a:defRPr>
            </a:defPPr>
            <a:lvl1pPr algn="l">
              <a:defRPr sz="975" b="0">
                <a:solidFill>
                  <a:srgbClr val="000000"/>
                </a:solidFill>
                <a:latin typeface="Arial"/>
                <a:ea typeface="Arial"/>
                <a:cs typeface="Arial"/>
              </a:defRPr>
            </a:lvl1pPr>
            <a:lvl2pPr algn="l">
              <a:defRPr sz="975" b="0">
                <a:solidFill>
                  <a:srgbClr val="000000"/>
                </a:solidFill>
                <a:latin typeface="Arial"/>
                <a:ea typeface="Arial"/>
                <a:cs typeface="Arial"/>
              </a:defRPr>
            </a:lvl2pPr>
            <a:lvl3pPr algn="l">
              <a:defRPr sz="975" b="0">
                <a:solidFill>
                  <a:srgbClr val="000000"/>
                </a:solidFill>
                <a:latin typeface="Arial"/>
                <a:ea typeface="Arial"/>
                <a:cs typeface="Arial"/>
              </a:defRPr>
            </a:lvl3pPr>
            <a:lvl4pPr algn="l">
              <a:defRPr sz="975" b="0">
                <a:solidFill>
                  <a:srgbClr val="000000"/>
                </a:solidFill>
                <a:latin typeface="Arial"/>
                <a:ea typeface="Arial"/>
                <a:cs typeface="Arial"/>
              </a:defRPr>
            </a:lvl4pPr>
            <a:lvl5pPr algn="l">
              <a:defRPr sz="975" b="0">
                <a:solidFill>
                  <a:srgbClr val="000000"/>
                </a:solidFill>
                <a:latin typeface="Arial"/>
                <a:ea typeface="Arial"/>
                <a:cs typeface="Arial"/>
              </a:defRPr>
            </a:lvl5pPr>
            <a:lvl6pPr algn="l">
              <a:defRPr sz="975" b="0">
                <a:solidFill>
                  <a:srgbClr val="000000"/>
                </a:solidFill>
                <a:latin typeface="Arial"/>
                <a:ea typeface="Arial"/>
                <a:cs typeface="Arial"/>
              </a:defRPr>
            </a:lvl6pPr>
            <a:lvl7pPr algn="l">
              <a:defRPr sz="975" b="0">
                <a:solidFill>
                  <a:srgbClr val="000000"/>
                </a:solidFill>
                <a:latin typeface="Arial"/>
                <a:ea typeface="Arial"/>
                <a:cs typeface="Arial"/>
              </a:defRPr>
            </a:lvl7pPr>
            <a:lvl8pPr algn="l">
              <a:defRPr sz="975" b="0">
                <a:solidFill>
                  <a:srgbClr val="000000"/>
                </a:solidFill>
                <a:latin typeface="Arial"/>
                <a:ea typeface="Arial"/>
                <a:cs typeface="Arial"/>
              </a:defRPr>
            </a:lvl8pPr>
            <a:lvl9pPr algn="l">
              <a:defRPr sz="975" b="0">
                <a:solidFill>
                  <a:srgbClr val="000000"/>
                </a:solidFill>
                <a:latin typeface="Arial"/>
                <a:ea typeface="Arial"/>
                <a:cs typeface="Arial"/>
              </a:defRPr>
            </a:lvl9pPr>
          </a:lstStyle>
          <a:p>
            <a:pPr algn="l">
              <a:defRPr sz="975" b="0">
                <a:solidFill>
                  <a:srgbClr val="000000"/>
                </a:solidFill>
                <a:latin typeface="Arial"/>
                <a:ea typeface="Arial"/>
                <a:cs typeface="Arial"/>
              </a:defRPr>
            </a:pPr>
            <a:r>
              <a:rPr sz="975" b="0">
                <a:solidFill>
                  <a:srgbClr val="000000"/>
                </a:solidFill>
                <a:latin typeface="Arial"/>
                <a:ea typeface="Arial"/>
                <a:cs typeface="Arial"/>
              </a:rPr>
              <a:t>t1</a:t>
            </a:r>
          </a:p>
        </p:txBody>
      </p:sp>
      <p:sp>
        <p:nvSpPr>
          <p:cNvPr id="10010" name="Snapshot time 2">
            <a:extLst>
              <a:ext uri="{FF2B5EF4-FFF2-40B4-BE49-F238E27FC236}">
                <ns2:creationId id="{B5443CC0-01E4-479B-9DF2-94D10FD18564}"/>
              </a:ext>
            </a:extLst>
          </p:cNvPr>
          <p:cNvSpPr>
            <a:spLocks noGrp="1"/>
          </p:cNvSpPr>
          <p:nvPr/>
        </p:nvSpPr>
        <p:spPr>
          <a:xfrm>
            <a:off x="733425" y="1781175"/>
            <a:ext cx="266700" cy="190500"/>
          </a:xfrm>
          <a:prstGeom prst="rect">
            <a:avLst/>
          </a:prstGeom>
          <a:noFill/>
          <a:ln w="0">
            <a:noFill/>
          </a:ln>
        </p:spPr>
        <p:txBody>
          <a:bodyPr wrap="none" lIns="0" tIns="0" rIns="0" bIns="0" anchor="ctr"/>
          <a:lstStyle>
            <a:defPPr algn="l">
              <a:defRPr sz="975" b="0">
                <a:solidFill>
                  <a:srgbClr val="000000"/>
                </a:solidFill>
                <a:latin typeface="Arial"/>
                <a:ea typeface="Arial"/>
                <a:cs typeface="Arial"/>
              </a:defRPr>
            </a:defPPr>
            <a:lvl1pPr algn="l">
              <a:defRPr sz="975" b="0">
                <a:solidFill>
                  <a:srgbClr val="000000"/>
                </a:solidFill>
                <a:latin typeface="Arial"/>
                <a:ea typeface="Arial"/>
                <a:cs typeface="Arial"/>
              </a:defRPr>
            </a:lvl1pPr>
            <a:lvl2pPr algn="l">
              <a:defRPr sz="975" b="0">
                <a:solidFill>
                  <a:srgbClr val="000000"/>
                </a:solidFill>
                <a:latin typeface="Arial"/>
                <a:ea typeface="Arial"/>
                <a:cs typeface="Arial"/>
              </a:defRPr>
            </a:lvl2pPr>
            <a:lvl3pPr algn="l">
              <a:defRPr sz="975" b="0">
                <a:solidFill>
                  <a:srgbClr val="000000"/>
                </a:solidFill>
                <a:latin typeface="Arial"/>
                <a:ea typeface="Arial"/>
                <a:cs typeface="Arial"/>
              </a:defRPr>
            </a:lvl3pPr>
            <a:lvl4pPr algn="l">
              <a:defRPr sz="975" b="0">
                <a:solidFill>
                  <a:srgbClr val="000000"/>
                </a:solidFill>
                <a:latin typeface="Arial"/>
                <a:ea typeface="Arial"/>
                <a:cs typeface="Arial"/>
              </a:defRPr>
            </a:lvl4pPr>
            <a:lvl5pPr algn="l">
              <a:defRPr sz="975" b="0">
                <a:solidFill>
                  <a:srgbClr val="000000"/>
                </a:solidFill>
                <a:latin typeface="Arial"/>
                <a:ea typeface="Arial"/>
                <a:cs typeface="Arial"/>
              </a:defRPr>
            </a:lvl5pPr>
            <a:lvl6pPr algn="l">
              <a:defRPr sz="975" b="0">
                <a:solidFill>
                  <a:srgbClr val="000000"/>
                </a:solidFill>
                <a:latin typeface="Arial"/>
                <a:ea typeface="Arial"/>
                <a:cs typeface="Arial"/>
              </a:defRPr>
            </a:lvl6pPr>
            <a:lvl7pPr algn="l">
              <a:defRPr sz="975" b="0">
                <a:solidFill>
                  <a:srgbClr val="000000"/>
                </a:solidFill>
                <a:latin typeface="Arial"/>
                <a:ea typeface="Arial"/>
                <a:cs typeface="Arial"/>
              </a:defRPr>
            </a:lvl7pPr>
            <a:lvl8pPr algn="l">
              <a:defRPr sz="975" b="0">
                <a:solidFill>
                  <a:srgbClr val="000000"/>
                </a:solidFill>
                <a:latin typeface="Arial"/>
                <a:ea typeface="Arial"/>
                <a:cs typeface="Arial"/>
              </a:defRPr>
            </a:lvl8pPr>
            <a:lvl9pPr algn="l">
              <a:defRPr sz="975" b="0">
                <a:solidFill>
                  <a:srgbClr val="000000"/>
                </a:solidFill>
                <a:latin typeface="Arial"/>
                <a:ea typeface="Arial"/>
                <a:cs typeface="Arial"/>
              </a:defRPr>
            </a:lvl9pPr>
          </a:lstStyle>
          <a:p>
            <a:pPr algn="l">
              <a:defRPr sz="975" b="0">
                <a:solidFill>
                  <a:srgbClr val="000000"/>
                </a:solidFill>
                <a:latin typeface="Arial"/>
                <a:ea typeface="Arial"/>
                <a:cs typeface="Arial"/>
              </a:defRPr>
            </a:pPr>
            <a:r>
              <a:rPr sz="975" b="0">
                <a:solidFill>
                  <a:srgbClr val="000000"/>
                </a:solidFill>
                <a:latin typeface="Arial"/>
                <a:ea typeface="Arial"/>
                <a:cs typeface="Arial"/>
              </a:rPr>
              <a:t>t2</a:t>
            </a:r>
          </a:p>
        </p:txBody>
      </p:sp>
      <p:sp>
        <p:nvSpPr>
          <p:cNvPr id="10011" name="Augmented tree subtitle">
            <a:extLst>
              <a:ext uri="{FF2B5EF4-FFF2-40B4-BE49-F238E27FC236}">
                <ns2:creationId id="{6584A661-0FED-44AF-B1F4-D54F69AC7DD2}"/>
              </a:ext>
            </a:extLst>
          </p:cNvPr>
          <p:cNvSpPr>
            <a:spLocks noGrp="1"/>
          </p:cNvSpPr>
          <p:nvPr/>
        </p:nvSpPr>
        <p:spPr>
          <a:xfrm>
            <a:off x="180975" y="2133600"/>
            <a:ext cx="1866900" cy="228600"/>
          </a:xfrm>
          <a:prstGeom prst="rect">
            <a:avLst/>
          </a:prstGeom>
          <a:noFill/>
          <a:ln w="0">
            <a:noFill/>
          </a:ln>
        </p:spPr>
        <p:txBody>
          <a:bodyPr wrap="none" lIns="0" tIns="0" rIns="0" bIns="0" anchor="ctr"/>
          <a:lstStyle>
            <a:defPPr algn="ctr">
              <a:defRPr sz="1200" b="1">
                <a:solidFill>
                  <a:srgbClr val="000000"/>
                </a:solidFill>
                <a:latin typeface="Arial"/>
                <a:ea typeface="Arial"/>
                <a:cs typeface="Arial"/>
              </a:defRPr>
            </a:defPPr>
            <a:lvl1pPr algn="ctr">
              <a:defRPr sz="1200" b="1">
                <a:solidFill>
                  <a:srgbClr val="000000"/>
                </a:solidFill>
                <a:latin typeface="Arial"/>
                <a:ea typeface="Arial"/>
                <a:cs typeface="Arial"/>
              </a:defRPr>
            </a:lvl1pPr>
            <a:lvl2pPr algn="ctr">
              <a:defRPr sz="1200" b="1">
                <a:solidFill>
                  <a:srgbClr val="000000"/>
                </a:solidFill>
                <a:latin typeface="Arial"/>
                <a:ea typeface="Arial"/>
                <a:cs typeface="Arial"/>
              </a:defRPr>
            </a:lvl2pPr>
            <a:lvl3pPr algn="ctr">
              <a:defRPr sz="1200" b="1">
                <a:solidFill>
                  <a:srgbClr val="000000"/>
                </a:solidFill>
                <a:latin typeface="Arial"/>
                <a:ea typeface="Arial"/>
                <a:cs typeface="Arial"/>
              </a:defRPr>
            </a:lvl3pPr>
            <a:lvl4pPr algn="ctr">
              <a:defRPr sz="1200" b="1">
                <a:solidFill>
                  <a:srgbClr val="000000"/>
                </a:solidFill>
                <a:latin typeface="Arial"/>
                <a:ea typeface="Arial"/>
                <a:cs typeface="Arial"/>
              </a:defRPr>
            </a:lvl4pPr>
            <a:lvl5pPr algn="ctr">
              <a:defRPr sz="1200" b="1">
                <a:solidFill>
                  <a:srgbClr val="000000"/>
                </a:solidFill>
                <a:latin typeface="Arial"/>
                <a:ea typeface="Arial"/>
                <a:cs typeface="Arial"/>
              </a:defRPr>
            </a:lvl5pPr>
            <a:lvl6pPr algn="ctr">
              <a:defRPr sz="1200" b="1">
                <a:solidFill>
                  <a:srgbClr val="000000"/>
                </a:solidFill>
                <a:latin typeface="Arial"/>
                <a:ea typeface="Arial"/>
                <a:cs typeface="Arial"/>
              </a:defRPr>
            </a:lvl6pPr>
            <a:lvl7pPr algn="ctr">
              <a:defRPr sz="1200" b="1">
                <a:solidFill>
                  <a:srgbClr val="000000"/>
                </a:solidFill>
                <a:latin typeface="Arial"/>
                <a:ea typeface="Arial"/>
                <a:cs typeface="Arial"/>
              </a:defRPr>
            </a:lvl7pPr>
            <a:lvl8pPr algn="ctr">
              <a:defRPr sz="1200" b="1">
                <a:solidFill>
                  <a:srgbClr val="000000"/>
                </a:solidFill>
                <a:latin typeface="Arial"/>
                <a:ea typeface="Arial"/>
                <a:cs typeface="Arial"/>
              </a:defRPr>
            </a:lvl8pPr>
            <a:lvl9pPr algn="ctr">
              <a:defRPr sz="1200" b="1">
                <a:solidFill>
                  <a:srgbClr val="000000"/>
                </a:solidFill>
                <a:latin typeface="Arial"/>
                <a:ea typeface="Arial"/>
                <a:cs typeface="Arial"/>
              </a:defRPr>
            </a:lvl9pPr>
          </a:lstStyle>
          <a:p>
            <a:pPr algn="ctr">
              <a:defRPr sz="1200" b="1">
                <a:solidFill>
                  <a:srgbClr val="000000"/>
                </a:solidFill>
                <a:latin typeface="Arial"/>
                <a:ea typeface="Arial"/>
                <a:cs typeface="Arial"/>
              </a:defRPr>
            </a:pPr>
            <a:r>
              <a:rPr sz="1200" b="1">
                <a:solidFill>
                  <a:srgbClr val="000000"/>
                </a:solidFill>
                <a:latin typeface="Arial"/>
                <a:ea typeface="Arial"/>
                <a:cs typeface="Arial"/>
              </a:rPr>
              <a:t>Augmented merge tree</a:t>
            </a:r>
          </a:p>
        </p:txBody>
      </p:sp>
      <p:sp>
        <p:nvSpPr>
          <p:cNvPr id="10012" name="TMTM frame">
            <a:extLst>
              <a:ext uri="{FF2B5EF4-FFF2-40B4-BE49-F238E27FC236}">
                <ns2:creationId id="{7F0C8DCC-86CB-4FB6-A305-AB7089AE8FE7}"/>
              </a:ext>
            </a:extLst>
          </p:cNvPr>
          <p:cNvSpPr>
            <a:spLocks noGrp="1"/>
          </p:cNvSpPr>
          <p:nvPr/>
        </p:nvSpPr>
        <p:spPr>
          <a:xfrm>
            <a:off x="2438400" y="76200"/>
            <a:ext cx="6629400" cy="1809750"/>
          </a:xfrm>
          <a:custGeom>
            <a:pathLst>
              <a:path w="6629400" h="1809750">
                <a:moveTo>
                  <a:pt x="114300" y="0"/>
                </a:moveTo>
                <a:lnTo>
                  <a:pt x="6515100" y="0"/>
                </a:lnTo>
                <a:cubicBezTo>
                  <a:pt x="6578226" y="0"/>
                  <a:pt x="6629400" y="51174"/>
                  <a:pt x="6629400" y="114300"/>
                </a:cubicBezTo>
                <a:lnTo>
                  <a:pt x="6629400" y="1695450"/>
                </a:lnTo>
                <a:cubicBezTo>
                  <a:pt x="6629400" y="1758576"/>
                  <a:pt x="6578226" y="1809750"/>
                  <a:pt x="6515100" y="1809750"/>
                </a:cubicBezTo>
                <a:lnTo>
                  <a:pt x="114300" y="1809750"/>
                </a:lnTo>
                <a:cubicBezTo>
                  <a:pt x="51174" y="1809750"/>
                  <a:pt x="0" y="1758576"/>
                  <a:pt x="0" y="1695450"/>
                </a:cubicBezTo>
                <a:lnTo>
                  <a:pt x="0" y="114300"/>
                </a:lnTo>
                <a:cubicBezTo>
                  <a:pt x="0" y="51174"/>
                  <a:pt x="51174" y="0"/>
                  <a:pt x="114300" y="0"/>
                </a:cubicBezTo>
                <a:close/>
              </a:path>
            </a:pathLst>
          </a:custGeom>
          <a:solidFill>
            <a:srgbClr val="FFFFFF"/>
          </a:solidFill>
          <a:ln w="9525">
            <a:solidFill>
              <a:srgbClr val="DFE4E8"/>
            </a:solidFill>
            <a:prstDash val="solid"/>
          </a:ln>
        </p:spPr>
      </p:sp>
      <p:sp>
        <p:nvSpPr>
          <p:cNvPr id="10013" name="TMTM header">
            <a:extLst>
              <a:ext uri="{FF2B5EF4-FFF2-40B4-BE49-F238E27FC236}">
                <ns2:creationId id="{577E0C17-BE52-4529-9DCD-935D34E372C3}"/>
              </a:ext>
            </a:extLst>
          </p:cNvPr>
          <p:cNvSpPr>
            <a:spLocks noGrp="1"/>
          </p:cNvSpPr>
          <p:nvPr/>
        </p:nvSpPr>
        <p:spPr>
          <a:xfrm>
            <a:off x="2443163" y="80963"/>
            <a:ext cx="6619875" cy="300038"/>
          </a:xfrm>
          <a:custGeom>
            <a:pathLst>
              <a:path w="6619875" h="300038">
                <a:moveTo>
                  <a:pt x="109538" y="0"/>
                </a:moveTo>
                <a:lnTo>
                  <a:pt x="6510338" y="0"/>
                </a:lnTo>
                <a:cubicBezTo>
                  <a:pt x="6570833" y="0"/>
                  <a:pt x="6619875" y="49042"/>
                  <a:pt x="6619875" y="109538"/>
                </a:cubicBezTo>
                <a:lnTo>
                  <a:pt x="6619875" y="300038"/>
                </a:lnTo>
                <a:lnTo>
                  <a:pt x="0" y="300038"/>
                </a:lnTo>
                <a:lnTo>
                  <a:pt x="0" y="109538"/>
                </a:lnTo>
                <a:cubicBezTo>
                  <a:pt x="0" y="49042"/>
                  <a:pt x="49042" y="0"/>
                  <a:pt x="109538" y="0"/>
                </a:cubicBezTo>
                <a:close/>
              </a:path>
            </a:pathLst>
          </a:custGeom>
          <a:solidFill>
            <a:srgbClr val="E7EDF0"/>
          </a:solidFill>
          <a:ln w="0">
            <a:noFill/>
            <a:prstDash val="solid"/>
          </a:ln>
        </p:spPr>
      </p:sp>
      <p:sp>
        <p:nvSpPr>
          <p:cNvPr id="10014" name="TMTM title">
            <a:extLst>
              <a:ext uri="{FF2B5EF4-FFF2-40B4-BE49-F238E27FC236}">
                <ns2:creationId id="{693F3D01-F75A-4B6F-917C-B0FE477BC685}"/>
              </a:ext>
            </a:extLst>
          </p:cNvPr>
          <p:cNvSpPr>
            <a:spLocks noGrp="1"/>
          </p:cNvSpPr>
          <p:nvPr/>
        </p:nvSpPr>
        <p:spPr>
          <a:xfrm>
            <a:off x="2571750" y="123825"/>
            <a:ext cx="6362700" cy="238125"/>
          </a:xfrm>
          <a:prstGeom prst="rect">
            <a:avLst/>
          </a:prstGeom>
          <a:noFill/>
          <a:ln w="0">
            <a:noFill/>
          </a:ln>
        </p:spPr>
        <p:txBody>
          <a:bodyPr wrap="none" lIns="0" tIns="0" rIns="0" bIns="0" anchor="ctr"/>
          <a:lstStyle>
            <a:defPPr algn="l">
              <a:defRPr sz="1500" b="1">
                <a:solidFill>
                  <a:srgbClr val="000000"/>
                </a:solidFill>
                <a:latin typeface="Arial"/>
                <a:ea typeface="Arial"/>
                <a:cs typeface="Arial"/>
              </a:defRPr>
            </a:defPPr>
            <a:lvl1pPr algn="l">
              <a:defRPr sz="1500" b="1">
                <a:solidFill>
                  <a:srgbClr val="000000"/>
                </a:solidFill>
                <a:latin typeface="Arial"/>
                <a:ea typeface="Arial"/>
                <a:cs typeface="Arial"/>
              </a:defRPr>
            </a:lvl1pPr>
            <a:lvl2pPr algn="l">
              <a:defRPr sz="1500" b="1">
                <a:solidFill>
                  <a:srgbClr val="000000"/>
                </a:solidFill>
                <a:latin typeface="Arial"/>
                <a:ea typeface="Arial"/>
                <a:cs typeface="Arial"/>
              </a:defRPr>
            </a:lvl2pPr>
            <a:lvl3pPr algn="l">
              <a:defRPr sz="1500" b="1">
                <a:solidFill>
                  <a:srgbClr val="000000"/>
                </a:solidFill>
                <a:latin typeface="Arial"/>
                <a:ea typeface="Arial"/>
                <a:cs typeface="Arial"/>
              </a:defRPr>
            </a:lvl3pPr>
            <a:lvl4pPr algn="l">
              <a:defRPr sz="1500" b="1">
                <a:solidFill>
                  <a:srgbClr val="000000"/>
                </a:solidFill>
                <a:latin typeface="Arial"/>
                <a:ea typeface="Arial"/>
                <a:cs typeface="Arial"/>
              </a:defRPr>
            </a:lvl4pPr>
            <a:lvl5pPr algn="l">
              <a:defRPr sz="1500" b="1">
                <a:solidFill>
                  <a:srgbClr val="000000"/>
                </a:solidFill>
                <a:latin typeface="Arial"/>
                <a:ea typeface="Arial"/>
                <a:cs typeface="Arial"/>
              </a:defRPr>
            </a:lvl5pPr>
            <a:lvl6pPr algn="l">
              <a:defRPr sz="1500" b="1">
                <a:solidFill>
                  <a:srgbClr val="000000"/>
                </a:solidFill>
                <a:latin typeface="Arial"/>
                <a:ea typeface="Arial"/>
                <a:cs typeface="Arial"/>
              </a:defRPr>
            </a:lvl6pPr>
            <a:lvl7pPr algn="l">
              <a:defRPr sz="1500" b="1">
                <a:solidFill>
                  <a:srgbClr val="000000"/>
                </a:solidFill>
                <a:latin typeface="Arial"/>
                <a:ea typeface="Arial"/>
                <a:cs typeface="Arial"/>
              </a:defRPr>
            </a:lvl7pPr>
            <a:lvl8pPr algn="l">
              <a:defRPr sz="1500" b="1">
                <a:solidFill>
                  <a:srgbClr val="000000"/>
                </a:solidFill>
                <a:latin typeface="Arial"/>
                <a:ea typeface="Arial"/>
                <a:cs typeface="Arial"/>
              </a:defRPr>
            </a:lvl8pPr>
            <a:lvl9pPr algn="l">
              <a:defRPr sz="1500" b="1">
                <a:solidFill>
                  <a:srgbClr val="000000"/>
                </a:solidFill>
                <a:latin typeface="Arial"/>
                <a:ea typeface="Arial"/>
                <a:cs typeface="Arial"/>
              </a:defRPr>
            </a:lvl9pPr>
          </a:lstStyle>
          <a:p>
            <a:pPr algn="l">
              <a:defRPr sz="1500" b="1">
                <a:solidFill>
                  <a:srgbClr val="000000"/>
                </a:solidFill>
                <a:latin typeface="Arial"/>
                <a:ea typeface="Arial"/>
                <a:cs typeface="Arial"/>
              </a:defRPr>
            </a:pPr>
            <a:r>
              <a:rPr sz="1500" b="1">
                <a:solidFill>
                  <a:srgbClr val="000000"/>
                </a:solidFill>
                <a:latin typeface="Arial"/>
                <a:ea typeface="Arial"/>
                <a:cs typeface="Arial"/>
              </a:rPr>
              <a:t>(a) TMTM</a:t>
            </a:r>
          </a:p>
        </p:txBody>
      </p:sp>
      <p:sp>
        <p:nvSpPr>
          <p:cNvPr id="10015" name="ST-MTM frame">
            <a:extLst>
              <a:ext uri="{FF2B5EF4-FFF2-40B4-BE49-F238E27FC236}">
                <ns2:creationId id="{8C4E1A91-2C6B-4538-BA97-DD859A7965FF}"/>
              </a:ext>
            </a:extLst>
          </p:cNvPr>
          <p:cNvSpPr>
            <a:spLocks noGrp="1"/>
          </p:cNvSpPr>
          <p:nvPr/>
        </p:nvSpPr>
        <p:spPr>
          <a:xfrm>
            <a:off x="2438400" y="2000250"/>
            <a:ext cx="6629400" cy="1924050"/>
          </a:xfrm>
          <a:custGeom>
            <a:pathLst>
              <a:path w="6629400" h="1924050">
                <a:moveTo>
                  <a:pt x="114300" y="0"/>
                </a:moveTo>
                <a:lnTo>
                  <a:pt x="6515100" y="0"/>
                </a:lnTo>
                <a:cubicBezTo>
                  <a:pt x="6578226" y="0"/>
                  <a:pt x="6629400" y="51174"/>
                  <a:pt x="6629400" y="114300"/>
                </a:cubicBezTo>
                <a:lnTo>
                  <a:pt x="6629400" y="1809750"/>
                </a:lnTo>
                <a:cubicBezTo>
                  <a:pt x="6629400" y="1872876"/>
                  <a:pt x="6578226" y="1924050"/>
                  <a:pt x="6515100" y="1924050"/>
                </a:cubicBezTo>
                <a:lnTo>
                  <a:pt x="114300" y="1924050"/>
                </a:lnTo>
                <a:cubicBezTo>
                  <a:pt x="51174" y="1924050"/>
                  <a:pt x="0" y="1872876"/>
                  <a:pt x="0" y="1809750"/>
                </a:cubicBezTo>
                <a:lnTo>
                  <a:pt x="0" y="114300"/>
                </a:lnTo>
                <a:cubicBezTo>
                  <a:pt x="0" y="51174"/>
                  <a:pt x="51174" y="0"/>
                  <a:pt x="114300" y="0"/>
                </a:cubicBezTo>
                <a:close/>
              </a:path>
            </a:pathLst>
          </a:custGeom>
          <a:solidFill>
            <a:srgbClr val="FFFFFF"/>
          </a:solidFill>
          <a:ln w="9525">
            <a:solidFill>
              <a:srgbClr val="DFE4E8"/>
            </a:solidFill>
            <a:prstDash val="solid"/>
          </a:ln>
        </p:spPr>
      </p:sp>
      <p:sp>
        <p:nvSpPr>
          <p:cNvPr id="10016" name="ST-MTM header">
            <a:extLst>
              <a:ext uri="{FF2B5EF4-FFF2-40B4-BE49-F238E27FC236}">
                <ns2:creationId id="{27898425-1CDB-4E70-9805-22A5E888F93E}"/>
              </a:ext>
            </a:extLst>
          </p:cNvPr>
          <p:cNvSpPr>
            <a:spLocks noGrp="1"/>
          </p:cNvSpPr>
          <p:nvPr/>
        </p:nvSpPr>
        <p:spPr>
          <a:xfrm>
            <a:off x="2443163" y="2005013"/>
            <a:ext cx="6619875" cy="300038"/>
          </a:xfrm>
          <a:custGeom>
            <a:pathLst>
              <a:path w="6619875" h="300038">
                <a:moveTo>
                  <a:pt x="109538" y="0"/>
                </a:moveTo>
                <a:lnTo>
                  <a:pt x="6510338" y="0"/>
                </a:lnTo>
                <a:cubicBezTo>
                  <a:pt x="6570833" y="0"/>
                  <a:pt x="6619875" y="49042"/>
                  <a:pt x="6619875" y="109538"/>
                </a:cubicBezTo>
                <a:lnTo>
                  <a:pt x="6619875" y="300038"/>
                </a:lnTo>
                <a:lnTo>
                  <a:pt x="0" y="300038"/>
                </a:lnTo>
                <a:lnTo>
                  <a:pt x="0" y="109538"/>
                </a:lnTo>
                <a:cubicBezTo>
                  <a:pt x="0" y="49042"/>
                  <a:pt x="49042" y="0"/>
                  <a:pt x="109538" y="0"/>
                </a:cubicBezTo>
                <a:close/>
              </a:path>
            </a:pathLst>
          </a:custGeom>
          <a:solidFill>
            <a:srgbClr val="E7EDF0"/>
          </a:solidFill>
          <a:ln w="0">
            <a:noFill/>
            <a:prstDash val="solid"/>
          </a:ln>
        </p:spPr>
      </p:sp>
      <p:sp>
        <p:nvSpPr>
          <p:cNvPr id="10017" name="ST-MTM title">
            <a:extLst>
              <a:ext uri="{FF2B5EF4-FFF2-40B4-BE49-F238E27FC236}">
                <ns2:creationId id="{9BC084DD-0346-4BC4-9AA8-96304B8A82C8}"/>
              </a:ext>
            </a:extLst>
          </p:cNvPr>
          <p:cNvSpPr>
            <a:spLocks noGrp="1"/>
          </p:cNvSpPr>
          <p:nvPr/>
        </p:nvSpPr>
        <p:spPr>
          <a:xfrm>
            <a:off x="2571750" y="2047875"/>
            <a:ext cx="6362700" cy="238125"/>
          </a:xfrm>
          <a:prstGeom prst="rect">
            <a:avLst/>
          </a:prstGeom>
          <a:noFill/>
          <a:ln w="0">
            <a:noFill/>
          </a:ln>
        </p:spPr>
        <p:txBody>
          <a:bodyPr wrap="none" lIns="0" tIns="0" rIns="0" bIns="0" anchor="ctr"/>
          <a:lstStyle>
            <a:defPPr algn="l">
              <a:defRPr sz="1500" b="1">
                <a:solidFill>
                  <a:srgbClr val="000000"/>
                </a:solidFill>
                <a:latin typeface="Arial"/>
                <a:ea typeface="Arial"/>
                <a:cs typeface="Arial"/>
              </a:defRPr>
            </a:defPPr>
            <a:lvl1pPr algn="l">
              <a:defRPr sz="1500" b="1">
                <a:solidFill>
                  <a:srgbClr val="000000"/>
                </a:solidFill>
                <a:latin typeface="Arial"/>
                <a:ea typeface="Arial"/>
                <a:cs typeface="Arial"/>
              </a:defRPr>
            </a:lvl1pPr>
            <a:lvl2pPr algn="l">
              <a:defRPr sz="1500" b="1">
                <a:solidFill>
                  <a:srgbClr val="000000"/>
                </a:solidFill>
                <a:latin typeface="Arial"/>
                <a:ea typeface="Arial"/>
                <a:cs typeface="Arial"/>
              </a:defRPr>
            </a:lvl2pPr>
            <a:lvl3pPr algn="l">
              <a:defRPr sz="1500" b="1">
                <a:solidFill>
                  <a:srgbClr val="000000"/>
                </a:solidFill>
                <a:latin typeface="Arial"/>
                <a:ea typeface="Arial"/>
                <a:cs typeface="Arial"/>
              </a:defRPr>
            </a:lvl3pPr>
            <a:lvl4pPr algn="l">
              <a:defRPr sz="1500" b="1">
                <a:solidFill>
                  <a:srgbClr val="000000"/>
                </a:solidFill>
                <a:latin typeface="Arial"/>
                <a:ea typeface="Arial"/>
                <a:cs typeface="Arial"/>
              </a:defRPr>
            </a:lvl4pPr>
            <a:lvl5pPr algn="l">
              <a:defRPr sz="1500" b="1">
                <a:solidFill>
                  <a:srgbClr val="000000"/>
                </a:solidFill>
                <a:latin typeface="Arial"/>
                <a:ea typeface="Arial"/>
                <a:cs typeface="Arial"/>
              </a:defRPr>
            </a:lvl5pPr>
            <a:lvl6pPr algn="l">
              <a:defRPr sz="1500" b="1">
                <a:solidFill>
                  <a:srgbClr val="000000"/>
                </a:solidFill>
                <a:latin typeface="Arial"/>
                <a:ea typeface="Arial"/>
                <a:cs typeface="Arial"/>
              </a:defRPr>
            </a:lvl6pPr>
            <a:lvl7pPr algn="l">
              <a:defRPr sz="1500" b="1">
                <a:solidFill>
                  <a:srgbClr val="000000"/>
                </a:solidFill>
                <a:latin typeface="Arial"/>
                <a:ea typeface="Arial"/>
                <a:cs typeface="Arial"/>
              </a:defRPr>
            </a:lvl7pPr>
            <a:lvl8pPr algn="l">
              <a:defRPr sz="1500" b="1">
                <a:solidFill>
                  <a:srgbClr val="000000"/>
                </a:solidFill>
                <a:latin typeface="Arial"/>
                <a:ea typeface="Arial"/>
                <a:cs typeface="Arial"/>
              </a:defRPr>
            </a:lvl8pPr>
            <a:lvl9pPr algn="l">
              <a:defRPr sz="1500" b="1">
                <a:solidFill>
                  <a:srgbClr val="000000"/>
                </a:solidFill>
                <a:latin typeface="Arial"/>
                <a:ea typeface="Arial"/>
                <a:cs typeface="Arial"/>
              </a:defRPr>
            </a:lvl9pPr>
          </a:lstStyle>
          <a:p>
            <a:pPr algn="l">
              <a:defRPr sz="1500" b="1">
                <a:solidFill>
                  <a:srgbClr val="000000"/>
                </a:solidFill>
                <a:latin typeface="Arial"/>
                <a:ea typeface="Arial"/>
                <a:cs typeface="Arial"/>
              </a:defRPr>
            </a:pPr>
            <a:r>
              <a:rPr sz="1500" b="1">
                <a:solidFill>
                  <a:srgbClr val="000000"/>
                </a:solidFill>
                <a:latin typeface="Arial"/>
                <a:ea typeface="Arial"/>
                <a:cs typeface="Arial"/>
              </a:rPr>
              <a:t>(b) ST-MTM</a:t>
            </a:r>
          </a:p>
        </p:txBody>
      </p:sp>
      <p:sp>
        <p:nvSpPr>
          <p:cNvPr id="10018" name="Single-step linearization frame">
            <a:extLst>
              <a:ext uri="{FF2B5EF4-FFF2-40B4-BE49-F238E27FC236}">
                <ns2:creationId id="{0B4BD75F-8DEB-406B-ABB4-D3D0FA1D288A}"/>
              </a:ext>
            </a:extLst>
          </p:cNvPr>
          <p:cNvSpPr>
            <a:spLocks noGrp="1"/>
          </p:cNvSpPr>
          <p:nvPr/>
        </p:nvSpPr>
        <p:spPr>
          <a:xfrm>
            <a:off x="2533650" y="457200"/>
            <a:ext cx="2952750" cy="1352550"/>
          </a:xfrm>
          <a:custGeom>
            <a:pathLst>
              <a:path w="2952750" h="1352550">
                <a:moveTo>
                  <a:pt x="114300" y="0"/>
                </a:moveTo>
                <a:lnTo>
                  <a:pt x="2838450" y="0"/>
                </a:lnTo>
                <a:cubicBezTo>
                  <a:pt x="2901576" y="0"/>
                  <a:pt x="2952750" y="51174"/>
                  <a:pt x="2952750" y="114300"/>
                </a:cubicBezTo>
                <a:lnTo>
                  <a:pt x="2952750" y="1238250"/>
                </a:lnTo>
                <a:cubicBezTo>
                  <a:pt x="2952750" y="1301376"/>
                  <a:pt x="2901576" y="1352550"/>
                  <a:pt x="2838450" y="1352550"/>
                </a:cubicBezTo>
                <a:lnTo>
                  <a:pt x="114300" y="1352550"/>
                </a:lnTo>
                <a:cubicBezTo>
                  <a:pt x="51174" y="1352550"/>
                  <a:pt x="0" y="1301376"/>
                  <a:pt x="0" y="1238250"/>
                </a:cubicBezTo>
                <a:lnTo>
                  <a:pt x="0" y="114300"/>
                </a:lnTo>
                <a:cubicBezTo>
                  <a:pt x="0" y="51174"/>
                  <a:pt x="51174" y="0"/>
                  <a:pt x="114300" y="0"/>
                </a:cubicBezTo>
                <a:close/>
              </a:path>
            </a:pathLst>
          </a:custGeom>
          <a:solidFill>
            <a:srgbClr val="F7F9FA"/>
          </a:solidFill>
          <a:ln w="8573">
            <a:solidFill>
              <a:srgbClr val="DFE4E8"/>
            </a:solidFill>
            <a:prstDash val="solid"/>
          </a:ln>
        </p:spPr>
      </p:sp>
      <p:sp>
        <p:nvSpPr>
          <p:cNvPr id="10019" name="Single-step linearization title">
            <a:extLst>
              <a:ext uri="{FF2B5EF4-FFF2-40B4-BE49-F238E27FC236}">
                <ns2:creationId id="{9BD3F39B-3496-4F0D-891C-0E20809B618A}"/>
              </a:ext>
            </a:extLst>
          </p:cNvPr>
          <p:cNvSpPr>
            <a:spLocks noGrp="1"/>
          </p:cNvSpPr>
          <p:nvPr/>
        </p:nvSpPr>
        <p:spPr>
          <a:xfrm>
            <a:off x="2600325" y="514350"/>
            <a:ext cx="2819400" cy="257175"/>
          </a:xfrm>
          <a:prstGeom prst="rect">
            <a:avLst/>
          </a:prstGeom>
          <a:noFill/>
          <a:ln w="0">
            <a:noFill/>
          </a:ln>
        </p:spPr>
        <p:txBody>
          <a:bodyPr wrap="none" lIns="0" tIns="0" rIns="0" bIns="0" anchor="ctr"/>
          <a:lstStyle>
            <a:defPPr algn="ctr">
              <a:defRPr sz="1200" b="1">
                <a:solidFill>
                  <a:srgbClr val="000000"/>
                </a:solidFill>
                <a:latin typeface="Arial"/>
                <a:ea typeface="Arial"/>
                <a:cs typeface="Arial"/>
              </a:defRPr>
            </a:defPPr>
            <a:lvl1pPr algn="ctr">
              <a:defRPr sz="1200" b="1">
                <a:solidFill>
                  <a:srgbClr val="000000"/>
                </a:solidFill>
                <a:latin typeface="Arial"/>
                <a:ea typeface="Arial"/>
                <a:cs typeface="Arial"/>
              </a:defRPr>
            </a:lvl1pPr>
            <a:lvl2pPr algn="ctr">
              <a:defRPr sz="1200" b="1">
                <a:solidFill>
                  <a:srgbClr val="000000"/>
                </a:solidFill>
                <a:latin typeface="Arial"/>
                <a:ea typeface="Arial"/>
                <a:cs typeface="Arial"/>
              </a:defRPr>
            </a:lvl2pPr>
            <a:lvl3pPr algn="ctr">
              <a:defRPr sz="1200" b="1">
                <a:solidFill>
                  <a:srgbClr val="000000"/>
                </a:solidFill>
                <a:latin typeface="Arial"/>
                <a:ea typeface="Arial"/>
                <a:cs typeface="Arial"/>
              </a:defRPr>
            </a:lvl3pPr>
            <a:lvl4pPr algn="ctr">
              <a:defRPr sz="1200" b="1">
                <a:solidFill>
                  <a:srgbClr val="000000"/>
                </a:solidFill>
                <a:latin typeface="Arial"/>
                <a:ea typeface="Arial"/>
                <a:cs typeface="Arial"/>
              </a:defRPr>
            </a:lvl4pPr>
            <a:lvl5pPr algn="ctr">
              <a:defRPr sz="1200" b="1">
                <a:solidFill>
                  <a:srgbClr val="000000"/>
                </a:solidFill>
                <a:latin typeface="Arial"/>
                <a:ea typeface="Arial"/>
                <a:cs typeface="Arial"/>
              </a:defRPr>
            </a:lvl5pPr>
            <a:lvl6pPr algn="ctr">
              <a:defRPr sz="1200" b="1">
                <a:solidFill>
                  <a:srgbClr val="000000"/>
                </a:solidFill>
                <a:latin typeface="Arial"/>
                <a:ea typeface="Arial"/>
                <a:cs typeface="Arial"/>
              </a:defRPr>
            </a:lvl6pPr>
            <a:lvl7pPr algn="ctr">
              <a:defRPr sz="1200" b="1">
                <a:solidFill>
                  <a:srgbClr val="000000"/>
                </a:solidFill>
                <a:latin typeface="Arial"/>
                <a:ea typeface="Arial"/>
                <a:cs typeface="Arial"/>
              </a:defRPr>
            </a:lvl7pPr>
            <a:lvl8pPr algn="ctr">
              <a:defRPr sz="1200" b="1">
                <a:solidFill>
                  <a:srgbClr val="000000"/>
                </a:solidFill>
                <a:latin typeface="Arial"/>
                <a:ea typeface="Arial"/>
                <a:cs typeface="Arial"/>
              </a:defRPr>
            </a:lvl8pPr>
            <a:lvl9pPr algn="ctr">
              <a:defRPr sz="1200" b="1">
                <a:solidFill>
                  <a:srgbClr val="000000"/>
                </a:solidFill>
                <a:latin typeface="Arial"/>
                <a:ea typeface="Arial"/>
                <a:cs typeface="Arial"/>
              </a:defRPr>
            </a:lvl9pPr>
          </a:lstStyle>
          <a:p>
            <a:pPr algn="ctr">
              <a:defRPr sz="1200" b="1">
                <a:solidFill>
                  <a:srgbClr val="000000"/>
                </a:solidFill>
                <a:latin typeface="Arial"/>
                <a:ea typeface="Arial"/>
                <a:cs typeface="Arial"/>
              </a:defRPr>
            </a:pPr>
            <a:r>
              <a:rPr sz="1200" b="1">
                <a:solidFill>
                  <a:srgbClr val="000000"/>
                </a:solidFill>
                <a:latin typeface="Arial"/>
                <a:ea typeface="Arial"/>
                <a:cs typeface="Arial"/>
              </a:rPr>
              <a:t>Single-step linearization</a:t>
            </a:r>
          </a:p>
        </p:txBody>
      </p:sp>
      <p:sp>
        <p:nvSpPr>
          <p:cNvPr id="10020" name="Temporal alignment frame">
            <a:extLst>
              <a:ext uri="{FF2B5EF4-FFF2-40B4-BE49-F238E27FC236}">
                <ns2:creationId id="{27672AFD-68D6-4B73-832D-8399E37F2A28}"/>
              </a:ext>
            </a:extLst>
          </p:cNvPr>
          <p:cNvSpPr>
            <a:spLocks noGrp="1"/>
          </p:cNvSpPr>
          <p:nvPr/>
        </p:nvSpPr>
        <p:spPr>
          <a:xfrm>
            <a:off x="5657850" y="457200"/>
            <a:ext cx="3314700" cy="1352550"/>
          </a:xfrm>
          <a:custGeom>
            <a:pathLst>
              <a:path w="3314700" h="1352550">
                <a:moveTo>
                  <a:pt x="114300" y="0"/>
                </a:moveTo>
                <a:lnTo>
                  <a:pt x="3200400" y="0"/>
                </a:lnTo>
                <a:cubicBezTo>
                  <a:pt x="3263526" y="0"/>
                  <a:pt x="3314700" y="51174"/>
                  <a:pt x="3314700" y="114300"/>
                </a:cubicBezTo>
                <a:lnTo>
                  <a:pt x="3314700" y="1238250"/>
                </a:lnTo>
                <a:cubicBezTo>
                  <a:pt x="3314700" y="1301376"/>
                  <a:pt x="3263526" y="1352550"/>
                  <a:pt x="3200400" y="1352550"/>
                </a:cubicBezTo>
                <a:lnTo>
                  <a:pt x="114300" y="1352550"/>
                </a:lnTo>
                <a:cubicBezTo>
                  <a:pt x="51174" y="1352550"/>
                  <a:pt x="0" y="1301376"/>
                  <a:pt x="0" y="1238250"/>
                </a:cubicBezTo>
                <a:lnTo>
                  <a:pt x="0" y="114300"/>
                </a:lnTo>
                <a:cubicBezTo>
                  <a:pt x="0" y="51174"/>
                  <a:pt x="51174" y="0"/>
                  <a:pt x="114300" y="0"/>
                </a:cubicBezTo>
                <a:close/>
              </a:path>
            </a:pathLst>
          </a:custGeom>
          <a:solidFill>
            <a:srgbClr val="F7F9FA"/>
          </a:solidFill>
          <a:ln w="8573">
            <a:solidFill>
              <a:srgbClr val="DFE4E8"/>
            </a:solidFill>
            <a:prstDash val="solid"/>
          </a:ln>
        </p:spPr>
      </p:sp>
      <p:sp>
        <p:nvSpPr>
          <p:cNvPr id="10021" name="Temporal alignment title">
            <a:extLst>
              <a:ext uri="{FF2B5EF4-FFF2-40B4-BE49-F238E27FC236}">
                <ns2:creationId id="{74F0B590-D52D-4C0B-A41F-92D0BEEEF5BE}"/>
              </a:ext>
            </a:extLst>
          </p:cNvPr>
          <p:cNvSpPr>
            <a:spLocks noGrp="1"/>
          </p:cNvSpPr>
          <p:nvPr/>
        </p:nvSpPr>
        <p:spPr>
          <a:xfrm>
            <a:off x="5724525" y="514350"/>
            <a:ext cx="3181350" cy="257175"/>
          </a:xfrm>
          <a:prstGeom prst="rect">
            <a:avLst/>
          </a:prstGeom>
          <a:noFill/>
          <a:ln w="0">
            <a:noFill/>
          </a:ln>
        </p:spPr>
        <p:txBody>
          <a:bodyPr wrap="none" lIns="0" tIns="0" rIns="0" bIns="0" anchor="ctr"/>
          <a:lstStyle>
            <a:defPPr algn="ctr">
              <a:defRPr sz="1200" b="1">
                <a:solidFill>
                  <a:srgbClr val="000000"/>
                </a:solidFill>
                <a:latin typeface="Arial"/>
                <a:ea typeface="Arial"/>
                <a:cs typeface="Arial"/>
              </a:defRPr>
            </a:defPPr>
            <a:lvl1pPr algn="ctr">
              <a:defRPr sz="1200" b="1">
                <a:solidFill>
                  <a:srgbClr val="000000"/>
                </a:solidFill>
                <a:latin typeface="Arial"/>
                <a:ea typeface="Arial"/>
                <a:cs typeface="Arial"/>
              </a:defRPr>
            </a:lvl1pPr>
            <a:lvl2pPr algn="ctr">
              <a:defRPr sz="1200" b="1">
                <a:solidFill>
                  <a:srgbClr val="000000"/>
                </a:solidFill>
                <a:latin typeface="Arial"/>
                <a:ea typeface="Arial"/>
                <a:cs typeface="Arial"/>
              </a:defRPr>
            </a:lvl2pPr>
            <a:lvl3pPr algn="ctr">
              <a:defRPr sz="1200" b="1">
                <a:solidFill>
                  <a:srgbClr val="000000"/>
                </a:solidFill>
                <a:latin typeface="Arial"/>
                <a:ea typeface="Arial"/>
                <a:cs typeface="Arial"/>
              </a:defRPr>
            </a:lvl3pPr>
            <a:lvl4pPr algn="ctr">
              <a:defRPr sz="1200" b="1">
                <a:solidFill>
                  <a:srgbClr val="000000"/>
                </a:solidFill>
                <a:latin typeface="Arial"/>
                <a:ea typeface="Arial"/>
                <a:cs typeface="Arial"/>
              </a:defRPr>
            </a:lvl4pPr>
            <a:lvl5pPr algn="ctr">
              <a:defRPr sz="1200" b="1">
                <a:solidFill>
                  <a:srgbClr val="000000"/>
                </a:solidFill>
                <a:latin typeface="Arial"/>
                <a:ea typeface="Arial"/>
                <a:cs typeface="Arial"/>
              </a:defRPr>
            </a:lvl5pPr>
            <a:lvl6pPr algn="ctr">
              <a:defRPr sz="1200" b="1">
                <a:solidFill>
                  <a:srgbClr val="000000"/>
                </a:solidFill>
                <a:latin typeface="Arial"/>
                <a:ea typeface="Arial"/>
                <a:cs typeface="Arial"/>
              </a:defRPr>
            </a:lvl6pPr>
            <a:lvl7pPr algn="ctr">
              <a:defRPr sz="1200" b="1">
                <a:solidFill>
                  <a:srgbClr val="000000"/>
                </a:solidFill>
                <a:latin typeface="Arial"/>
                <a:ea typeface="Arial"/>
                <a:cs typeface="Arial"/>
              </a:defRPr>
            </a:lvl7pPr>
            <a:lvl8pPr algn="ctr">
              <a:defRPr sz="1200" b="1">
                <a:solidFill>
                  <a:srgbClr val="000000"/>
                </a:solidFill>
                <a:latin typeface="Arial"/>
                <a:ea typeface="Arial"/>
                <a:cs typeface="Arial"/>
              </a:defRPr>
            </a:lvl8pPr>
            <a:lvl9pPr algn="ctr">
              <a:defRPr sz="1200" b="1">
                <a:solidFill>
                  <a:srgbClr val="000000"/>
                </a:solidFill>
                <a:latin typeface="Arial"/>
                <a:ea typeface="Arial"/>
                <a:cs typeface="Arial"/>
              </a:defRPr>
            </a:lvl9pPr>
          </a:lstStyle>
          <a:p>
            <a:pPr algn="ctr">
              <a:defRPr sz="1200" b="1">
                <a:solidFill>
                  <a:srgbClr val="000000"/>
                </a:solidFill>
                <a:latin typeface="Arial"/>
                <a:ea typeface="Arial"/>
                <a:cs typeface="Arial"/>
              </a:defRPr>
            </a:pPr>
            <a:r>
              <a:rPr sz="1200" b="1">
                <a:solidFill>
                  <a:srgbClr val="000000"/>
                </a:solidFill>
                <a:latin typeface="Arial"/>
                <a:ea typeface="Arial"/>
                <a:cs typeface="Arial"/>
              </a:rPr>
              <a:t>Temporal alignment</a:t>
            </a:r>
          </a:p>
        </p:txBody>
      </p:sp>
      <p:sp>
        <p:nvSpPr>
          <p:cNvPr id="10022" name="Spatial leaf ordering frame">
            <a:extLst>
              <a:ext uri="{FF2B5EF4-FFF2-40B4-BE49-F238E27FC236}">
                <ns2:creationId id="{5BB942DC-BA82-41C2-B68C-0B1144A82AE4}"/>
              </a:ext>
            </a:extLst>
          </p:cNvPr>
          <p:cNvSpPr>
            <a:spLocks noGrp="1"/>
          </p:cNvSpPr>
          <p:nvPr/>
        </p:nvSpPr>
        <p:spPr>
          <a:xfrm>
            <a:off x="2533650" y="2381250"/>
            <a:ext cx="1390650" cy="1466850"/>
          </a:xfrm>
          <a:custGeom>
            <a:pathLst>
              <a:path w="1390650" h="1466850">
                <a:moveTo>
                  <a:pt x="114300" y="0"/>
                </a:moveTo>
                <a:lnTo>
                  <a:pt x="1276350" y="0"/>
                </a:lnTo>
                <a:cubicBezTo>
                  <a:pt x="1339476" y="0"/>
                  <a:pt x="1390650" y="51174"/>
                  <a:pt x="1390650" y="114300"/>
                </a:cubicBezTo>
                <a:lnTo>
                  <a:pt x="1390650" y="1352550"/>
                </a:lnTo>
                <a:cubicBezTo>
                  <a:pt x="1390650" y="1415676"/>
                  <a:pt x="1339476" y="1466850"/>
                  <a:pt x="1276350" y="1466850"/>
                </a:cubicBezTo>
                <a:lnTo>
                  <a:pt x="114300" y="1466850"/>
                </a:lnTo>
                <a:cubicBezTo>
                  <a:pt x="51174" y="1466850"/>
                  <a:pt x="0" y="1415676"/>
                  <a:pt x="0" y="1352550"/>
                </a:cubicBezTo>
                <a:lnTo>
                  <a:pt x="0" y="114300"/>
                </a:lnTo>
                <a:cubicBezTo>
                  <a:pt x="0" y="51174"/>
                  <a:pt x="51174" y="0"/>
                  <a:pt x="114300" y="0"/>
                </a:cubicBezTo>
                <a:close/>
              </a:path>
            </a:pathLst>
          </a:custGeom>
          <a:solidFill>
            <a:srgbClr val="F7F9FA"/>
          </a:solidFill>
          <a:ln w="8573">
            <a:solidFill>
              <a:srgbClr val="DFE4E8"/>
            </a:solidFill>
            <a:prstDash val="solid"/>
          </a:ln>
        </p:spPr>
      </p:sp>
      <p:sp>
        <p:nvSpPr>
          <p:cNvPr id="10023" name="Spatial leaf ordering title">
            <a:extLst>
              <a:ext uri="{FF2B5EF4-FFF2-40B4-BE49-F238E27FC236}">
                <ns2:creationId id="{AC2AD192-45B8-4B7A-B42E-7E60FD82DF0D}"/>
              </a:ext>
            </a:extLst>
          </p:cNvPr>
          <p:cNvSpPr>
            <a:spLocks noGrp="1"/>
          </p:cNvSpPr>
          <p:nvPr/>
        </p:nvSpPr>
        <p:spPr>
          <a:xfrm>
            <a:off x="2600325" y="2438400"/>
            <a:ext cx="1257300" cy="342900"/>
          </a:xfrm>
          <a:prstGeom prst="rect">
            <a:avLst/>
          </a:prstGeom>
          <a:noFill/>
          <a:ln w="0">
            <a:noFill/>
          </a:ln>
        </p:spPr>
        <p:txBody>
          <a:bodyPr wrap="none" lIns="0" tIns="0" rIns="0" bIns="0" anchor="ctr"/>
          <a:lstStyle>
            <a:defPPr algn="ctr">
              <a:defRPr sz="1200" b="1">
                <a:solidFill>
                  <a:srgbClr val="000000"/>
                </a:solidFill>
                <a:latin typeface="Arial"/>
                <a:ea typeface="Arial"/>
                <a:cs typeface="Arial"/>
              </a:defRPr>
            </a:defPPr>
            <a:lvl1pPr algn="ctr">
              <a:defRPr sz="1200" b="1">
                <a:solidFill>
                  <a:srgbClr val="000000"/>
                </a:solidFill>
                <a:latin typeface="Arial"/>
                <a:ea typeface="Arial"/>
                <a:cs typeface="Arial"/>
              </a:defRPr>
            </a:lvl1pPr>
            <a:lvl2pPr algn="ctr">
              <a:defRPr sz="1200" b="1">
                <a:solidFill>
                  <a:srgbClr val="000000"/>
                </a:solidFill>
                <a:latin typeface="Arial"/>
                <a:ea typeface="Arial"/>
                <a:cs typeface="Arial"/>
              </a:defRPr>
            </a:lvl2pPr>
            <a:lvl3pPr algn="ctr">
              <a:defRPr sz="1200" b="1">
                <a:solidFill>
                  <a:srgbClr val="000000"/>
                </a:solidFill>
                <a:latin typeface="Arial"/>
                <a:ea typeface="Arial"/>
                <a:cs typeface="Arial"/>
              </a:defRPr>
            </a:lvl3pPr>
            <a:lvl4pPr algn="ctr">
              <a:defRPr sz="1200" b="1">
                <a:solidFill>
                  <a:srgbClr val="000000"/>
                </a:solidFill>
                <a:latin typeface="Arial"/>
                <a:ea typeface="Arial"/>
                <a:cs typeface="Arial"/>
              </a:defRPr>
            </a:lvl4pPr>
            <a:lvl5pPr algn="ctr">
              <a:defRPr sz="1200" b="1">
                <a:solidFill>
                  <a:srgbClr val="000000"/>
                </a:solidFill>
                <a:latin typeface="Arial"/>
                <a:ea typeface="Arial"/>
                <a:cs typeface="Arial"/>
              </a:defRPr>
            </a:lvl5pPr>
            <a:lvl6pPr algn="ctr">
              <a:defRPr sz="1200" b="1">
                <a:solidFill>
                  <a:srgbClr val="000000"/>
                </a:solidFill>
                <a:latin typeface="Arial"/>
                <a:ea typeface="Arial"/>
                <a:cs typeface="Arial"/>
              </a:defRPr>
            </a:lvl6pPr>
            <a:lvl7pPr algn="ctr">
              <a:defRPr sz="1200" b="1">
                <a:solidFill>
                  <a:srgbClr val="000000"/>
                </a:solidFill>
                <a:latin typeface="Arial"/>
                <a:ea typeface="Arial"/>
                <a:cs typeface="Arial"/>
              </a:defRPr>
            </a:lvl7pPr>
            <a:lvl8pPr algn="ctr">
              <a:defRPr sz="1200" b="1">
                <a:solidFill>
                  <a:srgbClr val="000000"/>
                </a:solidFill>
                <a:latin typeface="Arial"/>
                <a:ea typeface="Arial"/>
                <a:cs typeface="Arial"/>
              </a:defRPr>
            </a:lvl8pPr>
            <a:lvl9pPr algn="ctr">
              <a:defRPr sz="1200" b="1">
                <a:solidFill>
                  <a:srgbClr val="000000"/>
                </a:solidFill>
                <a:latin typeface="Arial"/>
                <a:ea typeface="Arial"/>
                <a:cs typeface="Arial"/>
              </a:defRPr>
            </a:lvl9pPr>
          </a:lstStyle>
          <a:p>
            <a:pPr algn="ctr">
              <a:defRPr sz="1200" b="1">
                <a:solidFill>
                  <a:srgbClr val="000000"/>
                </a:solidFill>
                <a:latin typeface="Arial"/>
                <a:ea typeface="Arial"/>
                <a:cs typeface="Arial"/>
              </a:defRPr>
            </a:pPr>
            <a:r>
              <a:rPr sz="1200" b="1">
                <a:solidFill>
                  <a:srgbClr val="000000"/>
                </a:solidFill>
                <a:latin typeface="Arial"/>
                <a:ea typeface="Arial"/>
                <a:cs typeface="Arial"/>
              </a:rPr>
              <a:t>Spatial leaf</a:t>
            </a:r>
          </a:p>
          <a:p>
            <a:pPr algn="ctr">
              <a:defRPr sz="1200" b="1">
                <a:solidFill>
                  <a:srgbClr val="000000"/>
                </a:solidFill>
                <a:latin typeface="Arial"/>
                <a:ea typeface="Arial"/>
                <a:cs typeface="Arial"/>
              </a:defRPr>
            </a:pPr>
            <a:r>
              <a:rPr sz="1200" b="1">
                <a:solidFill>
                  <a:srgbClr val="000000"/>
                </a:solidFill>
                <a:latin typeface="Arial"/>
                <a:ea typeface="Arial"/>
                <a:cs typeface="Arial"/>
              </a:rPr>
              <a:t>ordering</a:t>
            </a:r>
          </a:p>
        </p:txBody>
      </p:sp>
      <p:sp>
        <p:nvSpPr>
          <p:cNvPr id="10024" name="1D skeleton frame">
            <a:extLst>
              <a:ext uri="{FF2B5EF4-FFF2-40B4-BE49-F238E27FC236}">
                <ns2:creationId id="{1C75E27D-6B5A-4596-BFD6-8FE02037DAFA}"/>
              </a:ext>
            </a:extLst>
          </p:cNvPr>
          <p:cNvSpPr>
            <a:spLocks noGrp="1"/>
          </p:cNvSpPr>
          <p:nvPr/>
        </p:nvSpPr>
        <p:spPr>
          <a:xfrm>
            <a:off x="4038600" y="2381250"/>
            <a:ext cx="1390650" cy="1466850"/>
          </a:xfrm>
          <a:custGeom>
            <a:pathLst>
              <a:path w="1390650" h="1466850">
                <a:moveTo>
                  <a:pt x="114300" y="0"/>
                </a:moveTo>
                <a:lnTo>
                  <a:pt x="1276350" y="0"/>
                </a:lnTo>
                <a:cubicBezTo>
                  <a:pt x="1339476" y="0"/>
                  <a:pt x="1390650" y="51174"/>
                  <a:pt x="1390650" y="114300"/>
                </a:cubicBezTo>
                <a:lnTo>
                  <a:pt x="1390650" y="1352550"/>
                </a:lnTo>
                <a:cubicBezTo>
                  <a:pt x="1390650" y="1415676"/>
                  <a:pt x="1339476" y="1466850"/>
                  <a:pt x="1276350" y="1466850"/>
                </a:cubicBezTo>
                <a:lnTo>
                  <a:pt x="114300" y="1466850"/>
                </a:lnTo>
                <a:cubicBezTo>
                  <a:pt x="51174" y="1466850"/>
                  <a:pt x="0" y="1415676"/>
                  <a:pt x="0" y="1352550"/>
                </a:cubicBezTo>
                <a:lnTo>
                  <a:pt x="0" y="114300"/>
                </a:lnTo>
                <a:cubicBezTo>
                  <a:pt x="0" y="51174"/>
                  <a:pt x="51174" y="0"/>
                  <a:pt x="114300" y="0"/>
                </a:cubicBezTo>
                <a:close/>
              </a:path>
            </a:pathLst>
          </a:custGeom>
          <a:solidFill>
            <a:srgbClr val="F7F9FA"/>
          </a:solidFill>
          <a:ln w="8573">
            <a:solidFill>
              <a:srgbClr val="DFE4E8"/>
            </a:solidFill>
            <a:prstDash val="solid"/>
          </a:ln>
        </p:spPr>
      </p:sp>
      <p:sp>
        <p:nvSpPr>
          <p:cNvPr id="10025" name="1D skeleton title">
            <a:extLst>
              <a:ext uri="{FF2B5EF4-FFF2-40B4-BE49-F238E27FC236}">
                <ns2:creationId id="{3DB9743D-4405-4B6C-BB83-B4E08B1553D3}"/>
              </a:ext>
            </a:extLst>
          </p:cNvPr>
          <p:cNvSpPr>
            <a:spLocks noGrp="1"/>
          </p:cNvSpPr>
          <p:nvPr/>
        </p:nvSpPr>
        <p:spPr>
          <a:xfrm>
            <a:off x="4105275" y="2438400"/>
            <a:ext cx="1257300" cy="257175"/>
          </a:xfrm>
          <a:prstGeom prst="rect">
            <a:avLst/>
          </a:prstGeom>
          <a:noFill/>
          <a:ln w="0">
            <a:noFill/>
          </a:ln>
        </p:spPr>
        <p:txBody>
          <a:bodyPr wrap="none" lIns="0" tIns="0" rIns="0" bIns="0" anchor="ctr"/>
          <a:lstStyle>
            <a:defPPr algn="ctr">
              <a:defRPr sz="1200" b="1">
                <a:solidFill>
                  <a:srgbClr val="000000"/>
                </a:solidFill>
                <a:latin typeface="Arial"/>
                <a:ea typeface="Arial"/>
                <a:cs typeface="Arial"/>
              </a:defRPr>
            </a:defPPr>
            <a:lvl1pPr algn="ctr">
              <a:defRPr sz="1200" b="1">
                <a:solidFill>
                  <a:srgbClr val="000000"/>
                </a:solidFill>
                <a:latin typeface="Arial"/>
                <a:ea typeface="Arial"/>
                <a:cs typeface="Arial"/>
              </a:defRPr>
            </a:lvl1pPr>
            <a:lvl2pPr algn="ctr">
              <a:defRPr sz="1200" b="1">
                <a:solidFill>
                  <a:srgbClr val="000000"/>
                </a:solidFill>
                <a:latin typeface="Arial"/>
                <a:ea typeface="Arial"/>
                <a:cs typeface="Arial"/>
              </a:defRPr>
            </a:lvl2pPr>
            <a:lvl3pPr algn="ctr">
              <a:defRPr sz="1200" b="1">
                <a:solidFill>
                  <a:srgbClr val="000000"/>
                </a:solidFill>
                <a:latin typeface="Arial"/>
                <a:ea typeface="Arial"/>
                <a:cs typeface="Arial"/>
              </a:defRPr>
            </a:lvl3pPr>
            <a:lvl4pPr algn="ctr">
              <a:defRPr sz="1200" b="1">
                <a:solidFill>
                  <a:srgbClr val="000000"/>
                </a:solidFill>
                <a:latin typeface="Arial"/>
                <a:ea typeface="Arial"/>
                <a:cs typeface="Arial"/>
              </a:defRPr>
            </a:lvl4pPr>
            <a:lvl5pPr algn="ctr">
              <a:defRPr sz="1200" b="1">
                <a:solidFill>
                  <a:srgbClr val="000000"/>
                </a:solidFill>
                <a:latin typeface="Arial"/>
                <a:ea typeface="Arial"/>
                <a:cs typeface="Arial"/>
              </a:defRPr>
            </a:lvl5pPr>
            <a:lvl6pPr algn="ctr">
              <a:defRPr sz="1200" b="1">
                <a:solidFill>
                  <a:srgbClr val="000000"/>
                </a:solidFill>
                <a:latin typeface="Arial"/>
                <a:ea typeface="Arial"/>
                <a:cs typeface="Arial"/>
              </a:defRPr>
            </a:lvl6pPr>
            <a:lvl7pPr algn="ctr">
              <a:defRPr sz="1200" b="1">
                <a:solidFill>
                  <a:srgbClr val="000000"/>
                </a:solidFill>
                <a:latin typeface="Arial"/>
                <a:ea typeface="Arial"/>
                <a:cs typeface="Arial"/>
              </a:defRPr>
            </a:lvl7pPr>
            <a:lvl8pPr algn="ctr">
              <a:defRPr sz="1200" b="1">
                <a:solidFill>
                  <a:srgbClr val="000000"/>
                </a:solidFill>
                <a:latin typeface="Arial"/>
                <a:ea typeface="Arial"/>
                <a:cs typeface="Arial"/>
              </a:defRPr>
            </a:lvl8pPr>
            <a:lvl9pPr algn="ctr">
              <a:defRPr sz="1200" b="1">
                <a:solidFill>
                  <a:srgbClr val="000000"/>
                </a:solidFill>
                <a:latin typeface="Arial"/>
                <a:ea typeface="Arial"/>
                <a:cs typeface="Arial"/>
              </a:defRPr>
            </a:lvl9pPr>
          </a:lstStyle>
          <a:p>
            <a:pPr algn="ctr">
              <a:defRPr sz="1200" b="1">
                <a:solidFill>
                  <a:srgbClr val="000000"/>
                </a:solidFill>
                <a:latin typeface="Arial"/>
                <a:ea typeface="Arial"/>
                <a:cs typeface="Arial"/>
              </a:defRPr>
            </a:pPr>
            <a:r>
              <a:rPr sz="1200" b="1">
                <a:solidFill>
                  <a:srgbClr val="000000"/>
                </a:solidFill>
                <a:latin typeface="Arial"/>
                <a:ea typeface="Arial"/>
                <a:cs typeface="Arial"/>
              </a:rPr>
              <a:t>1D skeleton</a:t>
            </a:r>
          </a:p>
        </p:txBody>
      </p:sp>
      <p:sp>
        <p:nvSpPr>
          <p:cNvPr id="10026" name="Hierarchical filling frame">
            <a:extLst>
              <a:ext uri="{FF2B5EF4-FFF2-40B4-BE49-F238E27FC236}">
                <ns2:creationId id="{F3847F38-C75F-49E3-BF53-5FFA4F18507A}"/>
              </a:ext>
            </a:extLst>
          </p:cNvPr>
          <p:cNvSpPr>
            <a:spLocks noGrp="1"/>
          </p:cNvSpPr>
          <p:nvPr/>
        </p:nvSpPr>
        <p:spPr>
          <a:xfrm>
            <a:off x="5543550" y="2381250"/>
            <a:ext cx="1752600" cy="1466850"/>
          </a:xfrm>
          <a:custGeom>
            <a:pathLst>
              <a:path w="1752600" h="1466850">
                <a:moveTo>
                  <a:pt x="114300" y="0"/>
                </a:moveTo>
                <a:lnTo>
                  <a:pt x="1638300" y="0"/>
                </a:lnTo>
                <a:cubicBezTo>
                  <a:pt x="1701426" y="0"/>
                  <a:pt x="1752600" y="51174"/>
                  <a:pt x="1752600" y="114300"/>
                </a:cubicBezTo>
                <a:lnTo>
                  <a:pt x="1752600" y="1352550"/>
                </a:lnTo>
                <a:cubicBezTo>
                  <a:pt x="1752600" y="1415676"/>
                  <a:pt x="1701426" y="1466850"/>
                  <a:pt x="1638300" y="1466850"/>
                </a:cubicBezTo>
                <a:lnTo>
                  <a:pt x="114300" y="1466850"/>
                </a:lnTo>
                <a:cubicBezTo>
                  <a:pt x="51174" y="1466850"/>
                  <a:pt x="0" y="1415676"/>
                  <a:pt x="0" y="1352550"/>
                </a:cubicBezTo>
                <a:lnTo>
                  <a:pt x="0" y="114300"/>
                </a:lnTo>
                <a:cubicBezTo>
                  <a:pt x="0" y="51174"/>
                  <a:pt x="51174" y="0"/>
                  <a:pt x="114300" y="0"/>
                </a:cubicBezTo>
                <a:close/>
              </a:path>
            </a:pathLst>
          </a:custGeom>
          <a:solidFill>
            <a:srgbClr val="F7F9FA"/>
          </a:solidFill>
          <a:ln w="8573">
            <a:solidFill>
              <a:srgbClr val="DFE4E8"/>
            </a:solidFill>
            <a:prstDash val="solid"/>
          </a:ln>
        </p:spPr>
      </p:sp>
      <p:sp>
        <p:nvSpPr>
          <p:cNvPr id="10027" name="Hierarchical filling title">
            <a:extLst>
              <a:ext uri="{FF2B5EF4-FFF2-40B4-BE49-F238E27FC236}">
                <ns2:creationId id="{684E8F21-C5F4-4C40-8A06-CC7488CCDD5C}"/>
              </a:ext>
            </a:extLst>
          </p:cNvPr>
          <p:cNvSpPr>
            <a:spLocks noGrp="1"/>
          </p:cNvSpPr>
          <p:nvPr/>
        </p:nvSpPr>
        <p:spPr>
          <a:xfrm>
            <a:off x="5610225" y="2438400"/>
            <a:ext cx="1619250" cy="257175"/>
          </a:xfrm>
          <a:prstGeom prst="rect">
            <a:avLst/>
          </a:prstGeom>
          <a:noFill/>
          <a:ln w="0">
            <a:noFill/>
          </a:ln>
        </p:spPr>
        <p:txBody>
          <a:bodyPr wrap="none" lIns="0" tIns="0" rIns="0" bIns="0" anchor="ctr"/>
          <a:lstStyle>
            <a:defPPr algn="ctr">
              <a:defRPr sz="1200" b="1">
                <a:solidFill>
                  <a:srgbClr val="000000"/>
                </a:solidFill>
                <a:latin typeface="Arial"/>
                <a:ea typeface="Arial"/>
                <a:cs typeface="Arial"/>
              </a:defRPr>
            </a:defPPr>
            <a:lvl1pPr algn="ctr">
              <a:defRPr sz="1200" b="1">
                <a:solidFill>
                  <a:srgbClr val="000000"/>
                </a:solidFill>
                <a:latin typeface="Arial"/>
                <a:ea typeface="Arial"/>
                <a:cs typeface="Arial"/>
              </a:defRPr>
            </a:lvl1pPr>
            <a:lvl2pPr algn="ctr">
              <a:defRPr sz="1200" b="1">
                <a:solidFill>
                  <a:srgbClr val="000000"/>
                </a:solidFill>
                <a:latin typeface="Arial"/>
                <a:ea typeface="Arial"/>
                <a:cs typeface="Arial"/>
              </a:defRPr>
            </a:lvl2pPr>
            <a:lvl3pPr algn="ctr">
              <a:defRPr sz="1200" b="1">
                <a:solidFill>
                  <a:srgbClr val="000000"/>
                </a:solidFill>
                <a:latin typeface="Arial"/>
                <a:ea typeface="Arial"/>
                <a:cs typeface="Arial"/>
              </a:defRPr>
            </a:lvl3pPr>
            <a:lvl4pPr algn="ctr">
              <a:defRPr sz="1200" b="1">
                <a:solidFill>
                  <a:srgbClr val="000000"/>
                </a:solidFill>
                <a:latin typeface="Arial"/>
                <a:ea typeface="Arial"/>
                <a:cs typeface="Arial"/>
              </a:defRPr>
            </a:lvl4pPr>
            <a:lvl5pPr algn="ctr">
              <a:defRPr sz="1200" b="1">
                <a:solidFill>
                  <a:srgbClr val="000000"/>
                </a:solidFill>
                <a:latin typeface="Arial"/>
                <a:ea typeface="Arial"/>
                <a:cs typeface="Arial"/>
              </a:defRPr>
            </a:lvl5pPr>
            <a:lvl6pPr algn="ctr">
              <a:defRPr sz="1200" b="1">
                <a:solidFill>
                  <a:srgbClr val="000000"/>
                </a:solidFill>
                <a:latin typeface="Arial"/>
                <a:ea typeface="Arial"/>
                <a:cs typeface="Arial"/>
              </a:defRPr>
            </a:lvl6pPr>
            <a:lvl7pPr algn="ctr">
              <a:defRPr sz="1200" b="1">
                <a:solidFill>
                  <a:srgbClr val="000000"/>
                </a:solidFill>
                <a:latin typeface="Arial"/>
                <a:ea typeface="Arial"/>
                <a:cs typeface="Arial"/>
              </a:defRPr>
            </a:lvl7pPr>
            <a:lvl8pPr algn="ctr">
              <a:defRPr sz="1200" b="1">
                <a:solidFill>
                  <a:srgbClr val="000000"/>
                </a:solidFill>
                <a:latin typeface="Arial"/>
                <a:ea typeface="Arial"/>
                <a:cs typeface="Arial"/>
              </a:defRPr>
            </a:lvl8pPr>
            <a:lvl9pPr algn="ctr">
              <a:defRPr sz="1200" b="1">
                <a:solidFill>
                  <a:srgbClr val="000000"/>
                </a:solidFill>
                <a:latin typeface="Arial"/>
                <a:ea typeface="Arial"/>
                <a:cs typeface="Arial"/>
              </a:defRPr>
            </a:lvl9pPr>
          </a:lstStyle>
          <a:p>
            <a:pPr algn="ctr">
              <a:defRPr sz="1200" b="1">
                <a:solidFill>
                  <a:srgbClr val="000000"/>
                </a:solidFill>
                <a:latin typeface="Arial"/>
                <a:ea typeface="Arial"/>
                <a:cs typeface="Arial"/>
              </a:defRPr>
            </a:pPr>
            <a:r>
              <a:rPr sz="1200" b="1">
                <a:solidFill>
                  <a:srgbClr val="000000"/>
                </a:solidFill>
                <a:latin typeface="Arial"/>
                <a:ea typeface="Arial"/>
                <a:cs typeface="Arial"/>
              </a:rPr>
              <a:t>Hierarchical filling</a:t>
            </a:r>
          </a:p>
        </p:txBody>
      </p:sp>
      <p:sp>
        <p:nvSpPr>
          <p:cNvPr id="10028" name="Spatiotemporal map frame">
            <a:extLst>
              <a:ext uri="{FF2B5EF4-FFF2-40B4-BE49-F238E27FC236}">
                <ns2:creationId id="{3264F0F5-1277-4AF9-9B62-987DA69C0187}"/>
              </a:ext>
            </a:extLst>
          </p:cNvPr>
          <p:cNvSpPr>
            <a:spLocks noGrp="1"/>
          </p:cNvSpPr>
          <p:nvPr/>
        </p:nvSpPr>
        <p:spPr>
          <a:xfrm>
            <a:off x="7410450" y="2381250"/>
            <a:ext cx="1562100" cy="1466850"/>
          </a:xfrm>
          <a:custGeom>
            <a:pathLst>
              <a:path w="1562100" h="1466850">
                <a:moveTo>
                  <a:pt x="114300" y="0"/>
                </a:moveTo>
                <a:lnTo>
                  <a:pt x="1447800" y="0"/>
                </a:lnTo>
                <a:cubicBezTo>
                  <a:pt x="1510926" y="0"/>
                  <a:pt x="1562100" y="51174"/>
                  <a:pt x="1562100" y="114300"/>
                </a:cubicBezTo>
                <a:lnTo>
                  <a:pt x="1562100" y="1352550"/>
                </a:lnTo>
                <a:cubicBezTo>
                  <a:pt x="1562100" y="1415676"/>
                  <a:pt x="1510926" y="1466850"/>
                  <a:pt x="1447800" y="1466850"/>
                </a:cubicBezTo>
                <a:lnTo>
                  <a:pt x="114300" y="1466850"/>
                </a:lnTo>
                <a:cubicBezTo>
                  <a:pt x="51174" y="1466850"/>
                  <a:pt x="0" y="1415676"/>
                  <a:pt x="0" y="1352550"/>
                </a:cubicBezTo>
                <a:lnTo>
                  <a:pt x="0" y="114300"/>
                </a:lnTo>
                <a:cubicBezTo>
                  <a:pt x="0" y="51174"/>
                  <a:pt x="51174" y="0"/>
                  <a:pt x="114300" y="0"/>
                </a:cubicBezTo>
                <a:close/>
              </a:path>
            </a:pathLst>
          </a:custGeom>
          <a:solidFill>
            <a:srgbClr val="F7F9FA"/>
          </a:solidFill>
          <a:ln w="8573">
            <a:solidFill>
              <a:srgbClr val="DFE4E8"/>
            </a:solidFill>
            <a:prstDash val="solid"/>
          </a:ln>
        </p:spPr>
      </p:sp>
      <p:sp>
        <p:nvSpPr>
          <p:cNvPr id="10029" name="Spatiotemporal map title">
            <a:extLst>
              <a:ext uri="{FF2B5EF4-FFF2-40B4-BE49-F238E27FC236}">
                <ns2:creationId id="{5CC607D7-66E1-4DDD-ADE1-6C7D2C4AA9D8}"/>
              </a:ext>
            </a:extLst>
          </p:cNvPr>
          <p:cNvSpPr>
            <a:spLocks noGrp="1"/>
          </p:cNvSpPr>
          <p:nvPr/>
        </p:nvSpPr>
        <p:spPr>
          <a:xfrm>
            <a:off x="7477125" y="2438400"/>
            <a:ext cx="1428750" cy="342900"/>
          </a:xfrm>
          <a:prstGeom prst="rect">
            <a:avLst/>
          </a:prstGeom>
          <a:noFill/>
          <a:ln w="0">
            <a:noFill/>
          </a:ln>
        </p:spPr>
        <p:txBody>
          <a:bodyPr wrap="none" lIns="0" tIns="0" rIns="0" bIns="0" anchor="ctr"/>
          <a:lstStyle>
            <a:defPPr algn="ctr">
              <a:defRPr sz="1200" b="1">
                <a:solidFill>
                  <a:srgbClr val="000000"/>
                </a:solidFill>
                <a:latin typeface="Arial"/>
                <a:ea typeface="Arial"/>
                <a:cs typeface="Arial"/>
              </a:defRPr>
            </a:defPPr>
            <a:lvl1pPr algn="ctr">
              <a:defRPr sz="1200" b="1">
                <a:solidFill>
                  <a:srgbClr val="000000"/>
                </a:solidFill>
                <a:latin typeface="Arial"/>
                <a:ea typeface="Arial"/>
                <a:cs typeface="Arial"/>
              </a:defRPr>
            </a:lvl1pPr>
            <a:lvl2pPr algn="ctr">
              <a:defRPr sz="1200" b="1">
                <a:solidFill>
                  <a:srgbClr val="000000"/>
                </a:solidFill>
                <a:latin typeface="Arial"/>
                <a:ea typeface="Arial"/>
                <a:cs typeface="Arial"/>
              </a:defRPr>
            </a:lvl2pPr>
            <a:lvl3pPr algn="ctr">
              <a:defRPr sz="1200" b="1">
                <a:solidFill>
                  <a:srgbClr val="000000"/>
                </a:solidFill>
                <a:latin typeface="Arial"/>
                <a:ea typeface="Arial"/>
                <a:cs typeface="Arial"/>
              </a:defRPr>
            </a:lvl3pPr>
            <a:lvl4pPr algn="ctr">
              <a:defRPr sz="1200" b="1">
                <a:solidFill>
                  <a:srgbClr val="000000"/>
                </a:solidFill>
                <a:latin typeface="Arial"/>
                <a:ea typeface="Arial"/>
                <a:cs typeface="Arial"/>
              </a:defRPr>
            </a:lvl4pPr>
            <a:lvl5pPr algn="ctr">
              <a:defRPr sz="1200" b="1">
                <a:solidFill>
                  <a:srgbClr val="000000"/>
                </a:solidFill>
                <a:latin typeface="Arial"/>
                <a:ea typeface="Arial"/>
                <a:cs typeface="Arial"/>
              </a:defRPr>
            </a:lvl5pPr>
            <a:lvl6pPr algn="ctr">
              <a:defRPr sz="1200" b="1">
                <a:solidFill>
                  <a:srgbClr val="000000"/>
                </a:solidFill>
                <a:latin typeface="Arial"/>
                <a:ea typeface="Arial"/>
                <a:cs typeface="Arial"/>
              </a:defRPr>
            </a:lvl6pPr>
            <a:lvl7pPr algn="ctr">
              <a:defRPr sz="1200" b="1">
                <a:solidFill>
                  <a:srgbClr val="000000"/>
                </a:solidFill>
                <a:latin typeface="Arial"/>
                <a:ea typeface="Arial"/>
                <a:cs typeface="Arial"/>
              </a:defRPr>
            </a:lvl7pPr>
            <a:lvl8pPr algn="ctr">
              <a:defRPr sz="1200" b="1">
                <a:solidFill>
                  <a:srgbClr val="000000"/>
                </a:solidFill>
                <a:latin typeface="Arial"/>
                <a:ea typeface="Arial"/>
                <a:cs typeface="Arial"/>
              </a:defRPr>
            </a:lvl8pPr>
            <a:lvl9pPr algn="ctr">
              <a:defRPr sz="1200" b="1">
                <a:solidFill>
                  <a:srgbClr val="000000"/>
                </a:solidFill>
                <a:latin typeface="Arial"/>
                <a:ea typeface="Arial"/>
                <a:cs typeface="Arial"/>
              </a:defRPr>
            </a:lvl9pPr>
          </a:lstStyle>
          <a:p>
            <a:pPr algn="ctr">
              <a:defRPr sz="1200" b="1">
                <a:solidFill>
                  <a:srgbClr val="000000"/>
                </a:solidFill>
                <a:latin typeface="Arial"/>
                <a:ea typeface="Arial"/>
                <a:cs typeface="Arial"/>
              </a:defRPr>
            </a:pPr>
            <a:r>
              <a:rPr sz="1200" b="1">
                <a:solidFill>
                  <a:srgbClr val="000000"/>
                </a:solidFill>
                <a:latin typeface="Arial"/>
                <a:ea typeface="Arial"/>
                <a:cs typeface="Arial"/>
              </a:rPr>
              <a:t>Spatiotemporal</a:t>
            </a:r>
          </a:p>
          <a:p>
            <a:pPr algn="ctr">
              <a:defRPr sz="1200" b="1">
                <a:solidFill>
                  <a:srgbClr val="000000"/>
                </a:solidFill>
                <a:latin typeface="Arial"/>
                <a:ea typeface="Arial"/>
                <a:cs typeface="Arial"/>
              </a:defRPr>
            </a:pPr>
            <a:r>
              <a:rPr sz="1200" b="1">
                <a:solidFill>
                  <a:srgbClr val="000000"/>
                </a:solidFill>
                <a:latin typeface="Arial"/>
                <a:ea typeface="Arial"/>
                <a:cs typeface="Arial"/>
              </a:rPr>
              <a:t>map</a:t>
            </a:r>
          </a:p>
        </p:txBody>
      </p:sp>
      <p:sp>
        <p:nvSpPr>
          <p:cNvPr id="10030" name="Shared topology output">
            <a:extLst>
              <a:ext uri="{FF2B5EF4-FFF2-40B4-BE49-F238E27FC236}">
                <ns2:creationId id="{2C51F7E8-6AB0-4D90-9974-D4F3D571B1EF}"/>
              </a:ext>
            </a:extLst>
          </p:cNvPr>
          <p:cNvSpPr>
            <a:spLocks noGrp="1"/>
          </p:cNvSpPr>
          <p:nvPr/>
        </p:nvSpPr>
        <p:spPr>
          <a:xfrm>
            <a:off x="2152650" y="981075"/>
            <a:ext cx="142875" cy="2276475"/>
          </a:xfrm>
          <a:custGeom>
            <a:pathLst>
              <a:path w="142875" h="2276475">
                <a:moveTo>
                  <a:pt x="0" y="2276475"/>
                </a:moveTo>
                <a:lnTo>
                  <a:pt x="142875" y="2276475"/>
                </a:lnTo>
                <a:lnTo>
                  <a:pt x="142875" y="0"/>
                </a:lnTo>
              </a:path>
            </a:pathLst>
          </a:custGeom>
          <a:noFill/>
          <a:ln w="14288">
            <a:solidFill>
              <a:srgbClr val="7B8790"/>
            </a:solidFill>
            <a:prstDash val="solid"/>
          </a:ln>
        </p:spPr>
      </p:sp>
      <p:sp>
        <p:nvSpPr>
          <p:cNvPr id="10031" name="To TMTM stem">
            <a:extLst>
              <a:ext uri="{FF2B5EF4-FFF2-40B4-BE49-F238E27FC236}">
                <ns2:creationId id="{EA36A074-6DF5-407F-A35B-FB4B4EBF6BD8}"/>
              </a:ext>
            </a:extLst>
          </p:cNvPr>
          <p:cNvSpPr>
            <a:spLocks noGrp="1"/>
          </p:cNvSpPr>
          <p:nvPr/>
        </p:nvSpPr>
        <p:spPr>
          <a:xfrm>
            <a:off x="2295525" y="981075"/>
            <a:ext cx="85725" cy="95"/>
          </a:xfrm>
          <a:custGeom>
            <a:pathLst>
              <a:path w="85725" h="95">
                <a:moveTo>
                  <a:pt x="0" y="0"/>
                </a:moveTo>
                <a:lnTo>
                  <a:pt x="85725" y="0"/>
                </a:lnTo>
              </a:path>
            </a:pathLst>
          </a:custGeom>
          <a:noFill/>
          <a:ln w="14288">
            <a:solidFill>
              <a:srgbClr val="7B8790"/>
            </a:solidFill>
            <a:prstDash val="solid"/>
          </a:ln>
        </p:spPr>
      </p:sp>
      <p:sp>
        <p:nvSpPr>
          <p:cNvPr id="10032" name="To TMTM tip">
            <a:extLst>
              <a:ext uri="{FF2B5EF4-FFF2-40B4-BE49-F238E27FC236}">
                <ns2:creationId id="{854263C9-DC4C-4101-8487-FCD7A614C31F}"/>
              </a:ext>
            </a:extLst>
          </p:cNvPr>
          <p:cNvSpPr>
            <a:spLocks noGrp="1"/>
          </p:cNvSpPr>
          <p:nvPr/>
        </p:nvSpPr>
        <p:spPr>
          <a:xfrm>
            <a:off x="2371725" y="947738"/>
            <a:ext cx="57150" cy="66675"/>
          </a:xfrm>
          <a:custGeom>
            <a:pathLst>
              <a:path w="57150" h="66675">
                <a:moveTo>
                  <a:pt x="0" y="0"/>
                </a:moveTo>
                <a:lnTo>
                  <a:pt x="57150" y="33338"/>
                </a:lnTo>
                <a:lnTo>
                  <a:pt x="0" y="66675"/>
                </a:lnTo>
                <a:close/>
              </a:path>
            </a:pathLst>
          </a:custGeom>
          <a:solidFill>
            <a:srgbClr val="7B8790"/>
          </a:solidFill>
          <a:ln w="0">
            <a:noFill/>
            <a:prstDash val="solid"/>
          </a:ln>
        </p:spPr>
      </p:sp>
      <p:sp>
        <p:nvSpPr>
          <p:cNvPr id="10033" name="To ST-MTM stem">
            <a:extLst>
              <a:ext uri="{FF2B5EF4-FFF2-40B4-BE49-F238E27FC236}">
                <ns2:creationId id="{5ADDE1FD-E388-4202-AE77-A219D71522E7}"/>
              </a:ext>
            </a:extLst>
          </p:cNvPr>
          <p:cNvSpPr>
            <a:spLocks noGrp="1"/>
          </p:cNvSpPr>
          <p:nvPr/>
        </p:nvSpPr>
        <p:spPr>
          <a:xfrm>
            <a:off x="2295525" y="3162300"/>
            <a:ext cx="85725" cy="95"/>
          </a:xfrm>
          <a:custGeom>
            <a:pathLst>
              <a:path w="85725" h="95">
                <a:moveTo>
                  <a:pt x="0" y="0"/>
                </a:moveTo>
                <a:lnTo>
                  <a:pt x="85725" y="0"/>
                </a:lnTo>
              </a:path>
            </a:pathLst>
          </a:custGeom>
          <a:noFill/>
          <a:ln w="14288">
            <a:solidFill>
              <a:srgbClr val="7B8790"/>
            </a:solidFill>
            <a:prstDash val="solid"/>
          </a:ln>
        </p:spPr>
      </p:sp>
      <p:sp>
        <p:nvSpPr>
          <p:cNvPr id="10034" name="To ST-MTM tip">
            <a:extLst>
              <a:ext uri="{FF2B5EF4-FFF2-40B4-BE49-F238E27FC236}">
                <ns2:creationId id="{14FEA76C-15C2-4901-AAC3-BEADA807F705}"/>
              </a:ext>
            </a:extLst>
          </p:cNvPr>
          <p:cNvSpPr>
            <a:spLocks noGrp="1"/>
          </p:cNvSpPr>
          <p:nvPr/>
        </p:nvSpPr>
        <p:spPr>
          <a:xfrm>
            <a:off x="2371725" y="3128963"/>
            <a:ext cx="57150" cy="66675"/>
          </a:xfrm>
          <a:custGeom>
            <a:pathLst>
              <a:path w="57150" h="66675">
                <a:moveTo>
                  <a:pt x="0" y="0"/>
                </a:moveTo>
                <a:lnTo>
                  <a:pt x="57150" y="33338"/>
                </a:lnTo>
                <a:lnTo>
                  <a:pt x="0" y="66675"/>
                </a:lnTo>
                <a:close/>
              </a:path>
            </a:pathLst>
          </a:custGeom>
          <a:solidFill>
            <a:srgbClr val="7B8790"/>
          </a:solidFill>
          <a:ln w="0">
            <a:noFill/>
            <a:prstDash val="solid"/>
          </a:ln>
        </p:spPr>
      </p:sp>
      <p:sp>
        <p:nvSpPr>
          <p:cNvPr id="10035" name="TMTM step arrow stem">
            <a:extLst>
              <a:ext uri="{FF2B5EF4-FFF2-40B4-BE49-F238E27FC236}">
                <ns2:creationId id="{E6EFD3E1-B8CA-4F10-A1E6-DD923DBBF62D}"/>
              </a:ext>
            </a:extLst>
          </p:cNvPr>
          <p:cNvSpPr>
            <a:spLocks noGrp="1"/>
          </p:cNvSpPr>
          <p:nvPr/>
        </p:nvSpPr>
        <p:spPr>
          <a:xfrm>
            <a:off x="5505450" y="1133475"/>
            <a:ext cx="85725" cy="95"/>
          </a:xfrm>
          <a:custGeom>
            <a:pathLst>
              <a:path w="85725" h="95">
                <a:moveTo>
                  <a:pt x="0" y="0"/>
                </a:moveTo>
                <a:lnTo>
                  <a:pt x="85725" y="0"/>
                </a:lnTo>
              </a:path>
            </a:pathLst>
          </a:custGeom>
          <a:noFill/>
          <a:ln w="14288">
            <a:solidFill>
              <a:srgbClr val="7B8790"/>
            </a:solidFill>
            <a:prstDash val="solid"/>
          </a:ln>
        </p:spPr>
      </p:sp>
      <p:sp>
        <p:nvSpPr>
          <p:cNvPr id="10036" name="TMTM step arrow tip">
            <a:extLst>
              <a:ext uri="{FF2B5EF4-FFF2-40B4-BE49-F238E27FC236}">
                <ns2:creationId id="{4309376B-FED3-4287-A2A4-1BE19DE7CDEF}"/>
              </a:ext>
            </a:extLst>
          </p:cNvPr>
          <p:cNvSpPr>
            <a:spLocks noGrp="1"/>
          </p:cNvSpPr>
          <p:nvPr/>
        </p:nvSpPr>
        <p:spPr>
          <a:xfrm>
            <a:off x="5581650" y="1100138"/>
            <a:ext cx="57150" cy="66675"/>
          </a:xfrm>
          <a:custGeom>
            <a:pathLst>
              <a:path w="57150" h="66675">
                <a:moveTo>
                  <a:pt x="0" y="0"/>
                </a:moveTo>
                <a:lnTo>
                  <a:pt x="57150" y="33338"/>
                </a:lnTo>
                <a:lnTo>
                  <a:pt x="0" y="66675"/>
                </a:lnTo>
                <a:close/>
              </a:path>
            </a:pathLst>
          </a:custGeom>
          <a:solidFill>
            <a:srgbClr val="7B8790"/>
          </a:solidFill>
          <a:ln w="0">
            <a:noFill/>
            <a:prstDash val="solid"/>
          </a:ln>
        </p:spPr>
      </p:sp>
      <p:sp>
        <p:nvSpPr>
          <p:cNvPr id="10037" name="ST-MTM arrow 1 stem">
            <a:extLst>
              <a:ext uri="{FF2B5EF4-FFF2-40B4-BE49-F238E27FC236}">
                <ns2:creationId id="{B59D96CD-8DBC-4D2C-A8CE-A9F3274D6EAB}"/>
              </a:ext>
            </a:extLst>
          </p:cNvPr>
          <p:cNvSpPr>
            <a:spLocks noGrp="1"/>
          </p:cNvSpPr>
          <p:nvPr/>
        </p:nvSpPr>
        <p:spPr>
          <a:xfrm>
            <a:off x="3933825" y="3238500"/>
            <a:ext cx="47625" cy="95"/>
          </a:xfrm>
          <a:custGeom>
            <a:pathLst>
              <a:path w="47625" h="95">
                <a:moveTo>
                  <a:pt x="0" y="0"/>
                </a:moveTo>
                <a:lnTo>
                  <a:pt x="47625" y="0"/>
                </a:lnTo>
              </a:path>
            </a:pathLst>
          </a:custGeom>
          <a:noFill/>
          <a:ln w="14288">
            <a:solidFill>
              <a:srgbClr val="7B8790"/>
            </a:solidFill>
            <a:prstDash val="solid"/>
          </a:ln>
        </p:spPr>
      </p:sp>
      <p:sp>
        <p:nvSpPr>
          <p:cNvPr id="10038" name="ST-MTM arrow 1 tip">
            <a:extLst>
              <a:ext uri="{FF2B5EF4-FFF2-40B4-BE49-F238E27FC236}">
                <ns2:creationId id="{BEE4FAAD-A03E-4EE7-814C-138845267545}"/>
              </a:ext>
            </a:extLst>
          </p:cNvPr>
          <p:cNvSpPr>
            <a:spLocks noGrp="1"/>
          </p:cNvSpPr>
          <p:nvPr/>
        </p:nvSpPr>
        <p:spPr>
          <a:xfrm>
            <a:off x="3971925" y="3205163"/>
            <a:ext cx="57150" cy="66675"/>
          </a:xfrm>
          <a:custGeom>
            <a:pathLst>
              <a:path w="57150" h="66675">
                <a:moveTo>
                  <a:pt x="0" y="0"/>
                </a:moveTo>
                <a:lnTo>
                  <a:pt x="57150" y="33338"/>
                </a:lnTo>
                <a:lnTo>
                  <a:pt x="0" y="66675"/>
                </a:lnTo>
                <a:close/>
              </a:path>
            </a:pathLst>
          </a:custGeom>
          <a:solidFill>
            <a:srgbClr val="7B8790"/>
          </a:solidFill>
          <a:ln w="0">
            <a:noFill/>
            <a:prstDash val="solid"/>
          </a:ln>
        </p:spPr>
      </p:sp>
      <p:sp>
        <p:nvSpPr>
          <p:cNvPr id="10039" name="ST-MTM arrow 2 stem">
            <a:extLst>
              <a:ext uri="{FF2B5EF4-FFF2-40B4-BE49-F238E27FC236}">
                <ns2:creationId id="{8C0A59B5-E38B-439C-8700-41A5903F7268}"/>
              </a:ext>
            </a:extLst>
          </p:cNvPr>
          <p:cNvSpPr>
            <a:spLocks noGrp="1"/>
          </p:cNvSpPr>
          <p:nvPr/>
        </p:nvSpPr>
        <p:spPr>
          <a:xfrm>
            <a:off x="5438775" y="3238500"/>
            <a:ext cx="47625" cy="95"/>
          </a:xfrm>
          <a:custGeom>
            <a:pathLst>
              <a:path w="47625" h="95">
                <a:moveTo>
                  <a:pt x="0" y="0"/>
                </a:moveTo>
                <a:lnTo>
                  <a:pt x="47625" y="0"/>
                </a:lnTo>
              </a:path>
            </a:pathLst>
          </a:custGeom>
          <a:noFill/>
          <a:ln w="14288">
            <a:solidFill>
              <a:srgbClr val="7B8790"/>
            </a:solidFill>
            <a:prstDash val="solid"/>
          </a:ln>
        </p:spPr>
      </p:sp>
      <p:sp>
        <p:nvSpPr>
          <p:cNvPr id="10040" name="ST-MTM arrow 2 tip">
            <a:extLst>
              <a:ext uri="{FF2B5EF4-FFF2-40B4-BE49-F238E27FC236}">
                <ns2:creationId id="{2DAABAA6-C718-4A6F-BA4C-528EF8E2CB73}"/>
              </a:ext>
            </a:extLst>
          </p:cNvPr>
          <p:cNvSpPr>
            <a:spLocks noGrp="1"/>
          </p:cNvSpPr>
          <p:nvPr/>
        </p:nvSpPr>
        <p:spPr>
          <a:xfrm>
            <a:off x="5476875" y="3205163"/>
            <a:ext cx="57150" cy="66675"/>
          </a:xfrm>
          <a:custGeom>
            <a:pathLst>
              <a:path w="57150" h="66675">
                <a:moveTo>
                  <a:pt x="0" y="0"/>
                </a:moveTo>
                <a:lnTo>
                  <a:pt x="57150" y="33338"/>
                </a:lnTo>
                <a:lnTo>
                  <a:pt x="0" y="66675"/>
                </a:lnTo>
                <a:close/>
              </a:path>
            </a:pathLst>
          </a:custGeom>
          <a:solidFill>
            <a:srgbClr val="7B8790"/>
          </a:solidFill>
          <a:ln w="0">
            <a:noFill/>
            <a:prstDash val="solid"/>
          </a:ln>
        </p:spPr>
      </p:sp>
      <p:sp>
        <p:nvSpPr>
          <p:cNvPr id="10041" name="ST-MTM arrow 3 stem">
            <a:extLst>
              <a:ext uri="{FF2B5EF4-FFF2-40B4-BE49-F238E27FC236}">
                <ns2:creationId id="{4A6F7660-3F4E-46D9-B116-CDBC6C5B02E1}"/>
              </a:ext>
            </a:extLst>
          </p:cNvPr>
          <p:cNvSpPr>
            <a:spLocks noGrp="1"/>
          </p:cNvSpPr>
          <p:nvPr/>
        </p:nvSpPr>
        <p:spPr>
          <a:xfrm>
            <a:off x="7305675" y="3238500"/>
            <a:ext cx="47625" cy="95"/>
          </a:xfrm>
          <a:custGeom>
            <a:pathLst>
              <a:path w="47625" h="95">
                <a:moveTo>
                  <a:pt x="0" y="0"/>
                </a:moveTo>
                <a:lnTo>
                  <a:pt x="47625" y="0"/>
                </a:lnTo>
              </a:path>
            </a:pathLst>
          </a:custGeom>
          <a:noFill/>
          <a:ln w="14288">
            <a:solidFill>
              <a:srgbClr val="7B8790"/>
            </a:solidFill>
            <a:prstDash val="solid"/>
          </a:ln>
        </p:spPr>
      </p:sp>
      <p:sp>
        <p:nvSpPr>
          <p:cNvPr id="10042" name="ST-MTM arrow 3 tip">
            <a:extLst>
              <a:ext uri="{FF2B5EF4-FFF2-40B4-BE49-F238E27FC236}">
                <ns2:creationId id="{A275183E-4174-4A87-AE33-7EC8DD386691}"/>
              </a:ext>
            </a:extLst>
          </p:cNvPr>
          <p:cNvSpPr>
            <a:spLocks noGrp="1"/>
          </p:cNvSpPr>
          <p:nvPr/>
        </p:nvSpPr>
        <p:spPr>
          <a:xfrm>
            <a:off x="7343775" y="3205163"/>
            <a:ext cx="57150" cy="66675"/>
          </a:xfrm>
          <a:custGeom>
            <a:pathLst>
              <a:path w="57150" h="66675">
                <a:moveTo>
                  <a:pt x="0" y="0"/>
                </a:moveTo>
                <a:lnTo>
                  <a:pt x="57150" y="33338"/>
                </a:lnTo>
                <a:lnTo>
                  <a:pt x="0" y="66675"/>
                </a:lnTo>
                <a:close/>
              </a:path>
            </a:pathLst>
          </a:custGeom>
          <a:solidFill>
            <a:srgbClr val="7B8790"/>
          </a:solidFill>
          <a:ln w="0">
            <a:noFill/>
            <a:prstDash val="solid"/>
          </a:ln>
        </p:spPr>
      </p:sp>
      <p:sp>
        <p:nvSpPr>
          <p:cNvPr id="8" name="Input snapshot 0: source 8"/>
          <p:cNvSpPr/>
          <p:nvPr/>
        </p:nvSpPr>
        <p:spPr>
          <a:xfrm>
            <a:off x="1143000" y="819150"/>
            <a:ext cx="38580" cy="44769"/>
          </a:xfrm>
          <a:prstGeom prst="rect">
            <a:avLst/>
          </a:prstGeom>
          <a:solidFill>
            <a:srgbClr val="EFF2F4"/>
          </a:solidFill>
          <a:ln w="2092">
            <a:solidFill>
              <a:srgbClr val="C6D4E2"/>
            </a:solidFill>
            <a:prstDash val="solid"/>
          </a:ln>
        </p:spPr>
      </p:sp>
      <p:sp>
        <p:nvSpPr>
          <p:cNvPr id="9" name="Input snapshot 0: source 9"/>
          <p:cNvSpPr/>
          <p:nvPr/>
        </p:nvSpPr>
        <p:spPr>
          <a:xfrm>
            <a:off x="1180703" y="819150"/>
            <a:ext cx="38580" cy="44769"/>
          </a:xfrm>
          <a:prstGeom prst="rect">
            <a:avLst/>
          </a:prstGeom>
          <a:solidFill>
            <a:srgbClr val="EFF2F4"/>
          </a:solidFill>
          <a:ln w="2092">
            <a:solidFill>
              <a:srgbClr val="C6D4E2"/>
            </a:solidFill>
            <a:prstDash val="solid"/>
          </a:ln>
        </p:spPr>
      </p:sp>
      <p:sp>
        <p:nvSpPr>
          <p:cNvPr id="10" name="Input snapshot 0: source 10"/>
          <p:cNvSpPr/>
          <p:nvPr/>
        </p:nvSpPr>
        <p:spPr>
          <a:xfrm>
            <a:off x="1218405" y="819150"/>
            <a:ext cx="38580" cy="44769"/>
          </a:xfrm>
          <a:prstGeom prst="rect">
            <a:avLst/>
          </a:prstGeom>
          <a:solidFill>
            <a:srgbClr val="EFF2F4"/>
          </a:solidFill>
          <a:ln w="2092">
            <a:solidFill>
              <a:srgbClr val="C6D4E2"/>
            </a:solidFill>
            <a:prstDash val="solid"/>
          </a:ln>
        </p:spPr>
      </p:sp>
      <p:sp>
        <p:nvSpPr>
          <p:cNvPr id="11" name="Input snapshot 0: source 11"/>
          <p:cNvSpPr/>
          <p:nvPr/>
        </p:nvSpPr>
        <p:spPr>
          <a:xfrm>
            <a:off x="1256108" y="819150"/>
            <a:ext cx="38580" cy="44769"/>
          </a:xfrm>
          <a:prstGeom prst="rect">
            <a:avLst/>
          </a:prstGeom>
          <a:solidFill>
            <a:srgbClr val="EFF2F4"/>
          </a:solidFill>
          <a:ln w="2092">
            <a:solidFill>
              <a:srgbClr val="C6D4E2"/>
            </a:solidFill>
            <a:prstDash val="solid"/>
          </a:ln>
        </p:spPr>
      </p:sp>
      <p:sp>
        <p:nvSpPr>
          <p:cNvPr id="12" name="Input snapshot 0: source 12"/>
          <p:cNvSpPr/>
          <p:nvPr/>
        </p:nvSpPr>
        <p:spPr>
          <a:xfrm>
            <a:off x="1293810" y="819150"/>
            <a:ext cx="38580" cy="44769"/>
          </a:xfrm>
          <a:prstGeom prst="rect">
            <a:avLst/>
          </a:prstGeom>
          <a:solidFill>
            <a:srgbClr val="EFF2F4"/>
          </a:solidFill>
          <a:ln w="2092">
            <a:solidFill>
              <a:srgbClr val="C6D4E2"/>
            </a:solidFill>
            <a:prstDash val="solid"/>
          </a:ln>
        </p:spPr>
      </p:sp>
      <p:sp>
        <p:nvSpPr>
          <p:cNvPr id="13" name="Input snapshot 0: source 13"/>
          <p:cNvSpPr/>
          <p:nvPr/>
        </p:nvSpPr>
        <p:spPr>
          <a:xfrm>
            <a:off x="1331513" y="819150"/>
            <a:ext cx="38580" cy="44769"/>
          </a:xfrm>
          <a:prstGeom prst="rect">
            <a:avLst/>
          </a:prstGeom>
          <a:solidFill>
            <a:srgbClr val="EFF2F4"/>
          </a:solidFill>
          <a:ln w="2092">
            <a:solidFill>
              <a:srgbClr val="C6D4E2"/>
            </a:solidFill>
            <a:prstDash val="solid"/>
          </a:ln>
        </p:spPr>
      </p:sp>
      <p:sp>
        <p:nvSpPr>
          <p:cNvPr id="14" name="Input snapshot 0: source 14"/>
          <p:cNvSpPr/>
          <p:nvPr/>
        </p:nvSpPr>
        <p:spPr>
          <a:xfrm>
            <a:off x="1369215" y="819150"/>
            <a:ext cx="38580" cy="44769"/>
          </a:xfrm>
          <a:prstGeom prst="rect">
            <a:avLst/>
          </a:prstGeom>
          <a:solidFill>
            <a:srgbClr val="EFF2F4"/>
          </a:solidFill>
          <a:ln w="2092">
            <a:solidFill>
              <a:srgbClr val="C6D4E2"/>
            </a:solidFill>
            <a:prstDash val="solid"/>
          </a:ln>
        </p:spPr>
      </p:sp>
      <p:sp>
        <p:nvSpPr>
          <p:cNvPr id="15" name="Input snapshot 0: source 15"/>
          <p:cNvSpPr/>
          <p:nvPr/>
        </p:nvSpPr>
        <p:spPr>
          <a:xfrm>
            <a:off x="1406918" y="819150"/>
            <a:ext cx="38580" cy="44769"/>
          </a:xfrm>
          <a:prstGeom prst="rect">
            <a:avLst/>
          </a:prstGeom>
          <a:solidFill>
            <a:srgbClr val="EFF2F4"/>
          </a:solidFill>
          <a:ln w="2092">
            <a:solidFill>
              <a:srgbClr val="C6D4E2"/>
            </a:solidFill>
            <a:prstDash val="solid"/>
          </a:ln>
        </p:spPr>
      </p:sp>
      <p:sp>
        <p:nvSpPr>
          <p:cNvPr id="16" name="Input snapshot 0: source 16"/>
          <p:cNvSpPr/>
          <p:nvPr/>
        </p:nvSpPr>
        <p:spPr>
          <a:xfrm>
            <a:off x="1444620" y="819150"/>
            <a:ext cx="38580" cy="44769"/>
          </a:xfrm>
          <a:prstGeom prst="rect">
            <a:avLst/>
          </a:prstGeom>
          <a:solidFill>
            <a:srgbClr val="EFF2F4"/>
          </a:solidFill>
          <a:ln w="2092">
            <a:solidFill>
              <a:srgbClr val="C6D4E2"/>
            </a:solidFill>
            <a:prstDash val="solid"/>
          </a:ln>
        </p:spPr>
      </p:sp>
      <p:sp>
        <p:nvSpPr>
          <p:cNvPr id="17" name="Input snapshot 0: source 17"/>
          <p:cNvSpPr/>
          <p:nvPr/>
        </p:nvSpPr>
        <p:spPr>
          <a:xfrm>
            <a:off x="1482323" y="819150"/>
            <a:ext cx="38580" cy="44769"/>
          </a:xfrm>
          <a:prstGeom prst="rect">
            <a:avLst/>
          </a:prstGeom>
          <a:solidFill>
            <a:srgbClr val="EFF2F4"/>
          </a:solidFill>
          <a:ln w="2092">
            <a:solidFill>
              <a:srgbClr val="C6D4E2"/>
            </a:solidFill>
            <a:prstDash val="solid"/>
          </a:ln>
        </p:spPr>
      </p:sp>
      <p:sp>
        <p:nvSpPr>
          <p:cNvPr id="18" name="Input snapshot 0: source 18"/>
          <p:cNvSpPr/>
          <p:nvPr/>
        </p:nvSpPr>
        <p:spPr>
          <a:xfrm>
            <a:off x="1520026" y="819150"/>
            <a:ext cx="38580" cy="44769"/>
          </a:xfrm>
          <a:prstGeom prst="rect">
            <a:avLst/>
          </a:prstGeom>
          <a:solidFill>
            <a:srgbClr val="EFF2F4"/>
          </a:solidFill>
          <a:ln w="2092">
            <a:solidFill>
              <a:srgbClr val="C6D4E2"/>
            </a:solidFill>
            <a:prstDash val="solid"/>
          </a:ln>
        </p:spPr>
      </p:sp>
      <p:sp>
        <p:nvSpPr>
          <p:cNvPr id="19" name="Input snapshot 0: source 19"/>
          <p:cNvSpPr/>
          <p:nvPr/>
        </p:nvSpPr>
        <p:spPr>
          <a:xfrm>
            <a:off x="1557728" y="819150"/>
            <a:ext cx="38580" cy="44769"/>
          </a:xfrm>
          <a:prstGeom prst="rect">
            <a:avLst/>
          </a:prstGeom>
          <a:solidFill>
            <a:srgbClr val="009E73"/>
          </a:solidFill>
          <a:ln w="2092">
            <a:solidFill>
              <a:srgbClr val="C6D4E2"/>
            </a:solidFill>
            <a:prstDash val="solid"/>
          </a:ln>
        </p:spPr>
      </p:sp>
      <p:sp>
        <p:nvSpPr>
          <p:cNvPr id="20" name="Input snapshot 0: source 20"/>
          <p:cNvSpPr/>
          <p:nvPr/>
        </p:nvSpPr>
        <p:spPr>
          <a:xfrm>
            <a:off x="1595431" y="819150"/>
            <a:ext cx="38580" cy="44769"/>
          </a:xfrm>
          <a:prstGeom prst="rect">
            <a:avLst/>
          </a:prstGeom>
          <a:solidFill>
            <a:srgbClr val="009E73"/>
          </a:solidFill>
          <a:ln w="2092">
            <a:solidFill>
              <a:srgbClr val="C6D4E2"/>
            </a:solidFill>
            <a:prstDash val="solid"/>
          </a:ln>
        </p:spPr>
      </p:sp>
      <p:sp>
        <p:nvSpPr>
          <p:cNvPr id="21" name="Input snapshot 0: source 21"/>
          <p:cNvSpPr/>
          <p:nvPr/>
        </p:nvSpPr>
        <p:spPr>
          <a:xfrm>
            <a:off x="1633133" y="819150"/>
            <a:ext cx="38580" cy="44769"/>
          </a:xfrm>
          <a:prstGeom prst="rect">
            <a:avLst/>
          </a:prstGeom>
          <a:solidFill>
            <a:srgbClr val="009E73"/>
          </a:solidFill>
          <a:ln w="2092">
            <a:solidFill>
              <a:srgbClr val="C6D4E2"/>
            </a:solidFill>
            <a:prstDash val="solid"/>
          </a:ln>
        </p:spPr>
      </p:sp>
      <p:sp>
        <p:nvSpPr>
          <p:cNvPr id="22" name="Input snapshot 0: source 22"/>
          <p:cNvSpPr/>
          <p:nvPr/>
        </p:nvSpPr>
        <p:spPr>
          <a:xfrm>
            <a:off x="1143000" y="863041"/>
            <a:ext cx="38580" cy="44769"/>
          </a:xfrm>
          <a:prstGeom prst="rect">
            <a:avLst/>
          </a:prstGeom>
          <a:solidFill>
            <a:srgbClr val="EFF2F4"/>
          </a:solidFill>
          <a:ln w="2092">
            <a:solidFill>
              <a:srgbClr val="C6D4E2"/>
            </a:solidFill>
            <a:prstDash val="solid"/>
          </a:ln>
        </p:spPr>
      </p:sp>
      <p:sp>
        <p:nvSpPr>
          <p:cNvPr id="23" name="Input snapshot 0: source 23"/>
          <p:cNvSpPr/>
          <p:nvPr/>
        </p:nvSpPr>
        <p:spPr>
          <a:xfrm>
            <a:off x="1180703" y="863041"/>
            <a:ext cx="38580" cy="44769"/>
          </a:xfrm>
          <a:prstGeom prst="rect">
            <a:avLst/>
          </a:prstGeom>
          <a:solidFill>
            <a:srgbClr val="EFF2F4"/>
          </a:solidFill>
          <a:ln w="2092">
            <a:solidFill>
              <a:srgbClr val="C6D4E2"/>
            </a:solidFill>
            <a:prstDash val="solid"/>
          </a:ln>
        </p:spPr>
      </p:sp>
      <p:sp>
        <p:nvSpPr>
          <p:cNvPr id="24" name="Input snapshot 0: source 24"/>
          <p:cNvSpPr/>
          <p:nvPr/>
        </p:nvSpPr>
        <p:spPr>
          <a:xfrm>
            <a:off x="1218405" y="863041"/>
            <a:ext cx="38580" cy="44769"/>
          </a:xfrm>
          <a:prstGeom prst="rect">
            <a:avLst/>
          </a:prstGeom>
          <a:solidFill>
            <a:srgbClr val="EFF2F4"/>
          </a:solidFill>
          <a:ln w="2092">
            <a:solidFill>
              <a:srgbClr val="C6D4E2"/>
            </a:solidFill>
            <a:prstDash val="solid"/>
          </a:ln>
        </p:spPr>
      </p:sp>
      <p:sp>
        <p:nvSpPr>
          <p:cNvPr id="25" name="Input snapshot 0: source 25"/>
          <p:cNvSpPr/>
          <p:nvPr/>
        </p:nvSpPr>
        <p:spPr>
          <a:xfrm>
            <a:off x="1256108" y="863041"/>
            <a:ext cx="38580" cy="44769"/>
          </a:xfrm>
          <a:prstGeom prst="rect">
            <a:avLst/>
          </a:prstGeom>
          <a:solidFill>
            <a:srgbClr val="EFF2F4"/>
          </a:solidFill>
          <a:ln w="2092">
            <a:solidFill>
              <a:srgbClr val="C6D4E2"/>
            </a:solidFill>
            <a:prstDash val="solid"/>
          </a:ln>
        </p:spPr>
      </p:sp>
      <p:sp>
        <p:nvSpPr>
          <p:cNvPr id="26" name="Input snapshot 0: source 26"/>
          <p:cNvSpPr/>
          <p:nvPr/>
        </p:nvSpPr>
        <p:spPr>
          <a:xfrm>
            <a:off x="1293810" y="863041"/>
            <a:ext cx="38580" cy="44769"/>
          </a:xfrm>
          <a:prstGeom prst="rect">
            <a:avLst/>
          </a:prstGeom>
          <a:solidFill>
            <a:srgbClr val="EFF2F4"/>
          </a:solidFill>
          <a:ln w="2092">
            <a:solidFill>
              <a:srgbClr val="C6D4E2"/>
            </a:solidFill>
            <a:prstDash val="solid"/>
          </a:ln>
        </p:spPr>
      </p:sp>
      <p:sp>
        <p:nvSpPr>
          <p:cNvPr id="27" name="Input snapshot 0: source 27"/>
          <p:cNvSpPr/>
          <p:nvPr/>
        </p:nvSpPr>
        <p:spPr>
          <a:xfrm>
            <a:off x="1331513" y="863041"/>
            <a:ext cx="38580" cy="44769"/>
          </a:xfrm>
          <a:prstGeom prst="rect">
            <a:avLst/>
          </a:prstGeom>
          <a:solidFill>
            <a:srgbClr val="EFF2F4"/>
          </a:solidFill>
          <a:ln w="2092">
            <a:solidFill>
              <a:srgbClr val="C6D4E2"/>
            </a:solidFill>
            <a:prstDash val="solid"/>
          </a:ln>
        </p:spPr>
      </p:sp>
      <p:sp>
        <p:nvSpPr>
          <p:cNvPr id="28" name="Input snapshot 0: source 28"/>
          <p:cNvSpPr/>
          <p:nvPr/>
        </p:nvSpPr>
        <p:spPr>
          <a:xfrm>
            <a:off x="1369215" y="863041"/>
            <a:ext cx="38580" cy="44769"/>
          </a:xfrm>
          <a:prstGeom prst="rect">
            <a:avLst/>
          </a:prstGeom>
          <a:solidFill>
            <a:srgbClr val="EFF2F4"/>
          </a:solidFill>
          <a:ln w="2092">
            <a:solidFill>
              <a:srgbClr val="C6D4E2"/>
            </a:solidFill>
            <a:prstDash val="solid"/>
          </a:ln>
        </p:spPr>
      </p:sp>
      <p:sp>
        <p:nvSpPr>
          <p:cNvPr id="29" name="Input snapshot 0: source 29"/>
          <p:cNvSpPr/>
          <p:nvPr/>
        </p:nvSpPr>
        <p:spPr>
          <a:xfrm>
            <a:off x="1406918" y="863041"/>
            <a:ext cx="38580" cy="44769"/>
          </a:xfrm>
          <a:prstGeom prst="rect">
            <a:avLst/>
          </a:prstGeom>
          <a:solidFill>
            <a:srgbClr val="EFF2F4"/>
          </a:solidFill>
          <a:ln w="2092">
            <a:solidFill>
              <a:srgbClr val="C6D4E2"/>
            </a:solidFill>
            <a:prstDash val="solid"/>
          </a:ln>
        </p:spPr>
      </p:sp>
      <p:sp>
        <p:nvSpPr>
          <p:cNvPr id="30" name="Input snapshot 0: source 30"/>
          <p:cNvSpPr/>
          <p:nvPr/>
        </p:nvSpPr>
        <p:spPr>
          <a:xfrm>
            <a:off x="1444620" y="863041"/>
            <a:ext cx="38580" cy="44769"/>
          </a:xfrm>
          <a:prstGeom prst="rect">
            <a:avLst/>
          </a:prstGeom>
          <a:solidFill>
            <a:srgbClr val="EFF2F4"/>
          </a:solidFill>
          <a:ln w="2092">
            <a:solidFill>
              <a:srgbClr val="C6D4E2"/>
            </a:solidFill>
            <a:prstDash val="solid"/>
          </a:ln>
        </p:spPr>
      </p:sp>
      <p:sp>
        <p:nvSpPr>
          <p:cNvPr id="31" name="Input snapshot 0: source 31"/>
          <p:cNvSpPr/>
          <p:nvPr/>
        </p:nvSpPr>
        <p:spPr>
          <a:xfrm>
            <a:off x="1482323" y="863041"/>
            <a:ext cx="38580" cy="44769"/>
          </a:xfrm>
          <a:prstGeom prst="rect">
            <a:avLst/>
          </a:prstGeom>
          <a:solidFill>
            <a:srgbClr val="EFF2F4"/>
          </a:solidFill>
          <a:ln w="2092">
            <a:solidFill>
              <a:srgbClr val="C6D4E2"/>
            </a:solidFill>
            <a:prstDash val="solid"/>
          </a:ln>
        </p:spPr>
      </p:sp>
      <p:sp>
        <p:nvSpPr>
          <p:cNvPr id="32" name="Input snapshot 0: source 32"/>
          <p:cNvSpPr/>
          <p:nvPr/>
        </p:nvSpPr>
        <p:spPr>
          <a:xfrm>
            <a:off x="1520026" y="863041"/>
            <a:ext cx="38580" cy="44769"/>
          </a:xfrm>
          <a:prstGeom prst="rect">
            <a:avLst/>
          </a:prstGeom>
          <a:solidFill>
            <a:srgbClr val="009E73"/>
          </a:solidFill>
          <a:ln w="2092">
            <a:solidFill>
              <a:srgbClr val="C6D4E2"/>
            </a:solidFill>
            <a:prstDash val="solid"/>
          </a:ln>
        </p:spPr>
      </p:sp>
      <p:sp>
        <p:nvSpPr>
          <p:cNvPr id="33" name="Input snapshot 0: source 33"/>
          <p:cNvSpPr/>
          <p:nvPr/>
        </p:nvSpPr>
        <p:spPr>
          <a:xfrm>
            <a:off x="1557728" y="863041"/>
            <a:ext cx="38580" cy="44769"/>
          </a:xfrm>
          <a:prstGeom prst="rect">
            <a:avLst/>
          </a:prstGeom>
          <a:solidFill>
            <a:srgbClr val="009E73"/>
          </a:solidFill>
          <a:ln w="2092">
            <a:solidFill>
              <a:srgbClr val="C6D4E2"/>
            </a:solidFill>
            <a:prstDash val="solid"/>
          </a:ln>
        </p:spPr>
      </p:sp>
      <p:sp>
        <p:nvSpPr>
          <p:cNvPr id="34" name="Input snapshot 0: source 34"/>
          <p:cNvSpPr/>
          <p:nvPr/>
        </p:nvSpPr>
        <p:spPr>
          <a:xfrm>
            <a:off x="1595431" y="863041"/>
            <a:ext cx="38580" cy="44769"/>
          </a:xfrm>
          <a:prstGeom prst="rect">
            <a:avLst/>
          </a:prstGeom>
          <a:solidFill>
            <a:srgbClr val="009E73"/>
          </a:solidFill>
          <a:ln w="2092">
            <a:solidFill>
              <a:srgbClr val="C6D4E2"/>
            </a:solidFill>
            <a:prstDash val="solid"/>
          </a:ln>
        </p:spPr>
      </p:sp>
      <p:sp>
        <p:nvSpPr>
          <p:cNvPr id="35" name="Input snapshot 0: source 35"/>
          <p:cNvSpPr/>
          <p:nvPr/>
        </p:nvSpPr>
        <p:spPr>
          <a:xfrm>
            <a:off x="1633133" y="863041"/>
            <a:ext cx="38580" cy="44769"/>
          </a:xfrm>
          <a:prstGeom prst="rect">
            <a:avLst/>
          </a:prstGeom>
          <a:solidFill>
            <a:srgbClr val="009E73"/>
          </a:solidFill>
          <a:ln w="2092">
            <a:solidFill>
              <a:srgbClr val="C6D4E2"/>
            </a:solidFill>
            <a:prstDash val="solid"/>
          </a:ln>
        </p:spPr>
      </p:sp>
      <p:sp>
        <p:nvSpPr>
          <p:cNvPr id="36" name="Input snapshot 0: source 36"/>
          <p:cNvSpPr/>
          <p:nvPr/>
        </p:nvSpPr>
        <p:spPr>
          <a:xfrm>
            <a:off x="1143000" y="906933"/>
            <a:ext cx="38580" cy="44769"/>
          </a:xfrm>
          <a:prstGeom prst="rect">
            <a:avLst/>
          </a:prstGeom>
          <a:solidFill>
            <a:srgbClr val="EFF2F4"/>
          </a:solidFill>
          <a:ln w="2092">
            <a:solidFill>
              <a:srgbClr val="C6D4E2"/>
            </a:solidFill>
            <a:prstDash val="solid"/>
          </a:ln>
        </p:spPr>
      </p:sp>
      <p:sp>
        <p:nvSpPr>
          <p:cNvPr id="37" name="Input snapshot 0: source 37"/>
          <p:cNvSpPr/>
          <p:nvPr/>
        </p:nvSpPr>
        <p:spPr>
          <a:xfrm>
            <a:off x="1180703" y="906933"/>
            <a:ext cx="38580" cy="44769"/>
          </a:xfrm>
          <a:prstGeom prst="rect">
            <a:avLst/>
          </a:prstGeom>
          <a:solidFill>
            <a:srgbClr val="EFF2F4"/>
          </a:solidFill>
          <a:ln w="2092">
            <a:solidFill>
              <a:srgbClr val="C6D4E2"/>
            </a:solidFill>
            <a:prstDash val="solid"/>
          </a:ln>
        </p:spPr>
      </p:sp>
      <p:sp>
        <p:nvSpPr>
          <p:cNvPr id="38" name="Input snapshot 0: source 38"/>
          <p:cNvSpPr/>
          <p:nvPr/>
        </p:nvSpPr>
        <p:spPr>
          <a:xfrm>
            <a:off x="1218405" y="906933"/>
            <a:ext cx="38580" cy="44769"/>
          </a:xfrm>
          <a:prstGeom prst="rect">
            <a:avLst/>
          </a:prstGeom>
          <a:solidFill>
            <a:srgbClr val="EFF2F4"/>
          </a:solidFill>
          <a:ln w="2092">
            <a:solidFill>
              <a:srgbClr val="C6D4E2"/>
            </a:solidFill>
            <a:prstDash val="solid"/>
          </a:ln>
        </p:spPr>
      </p:sp>
      <p:sp>
        <p:nvSpPr>
          <p:cNvPr id="39" name="Input snapshot 0: source 39"/>
          <p:cNvSpPr/>
          <p:nvPr/>
        </p:nvSpPr>
        <p:spPr>
          <a:xfrm>
            <a:off x="1256108" y="906933"/>
            <a:ext cx="38580" cy="44769"/>
          </a:xfrm>
          <a:prstGeom prst="rect">
            <a:avLst/>
          </a:prstGeom>
          <a:solidFill>
            <a:srgbClr val="EFF2F4"/>
          </a:solidFill>
          <a:ln w="2092">
            <a:solidFill>
              <a:srgbClr val="C6D4E2"/>
            </a:solidFill>
            <a:prstDash val="solid"/>
          </a:ln>
        </p:spPr>
      </p:sp>
      <p:sp>
        <p:nvSpPr>
          <p:cNvPr id="40" name="Input snapshot 0: source 40"/>
          <p:cNvSpPr/>
          <p:nvPr/>
        </p:nvSpPr>
        <p:spPr>
          <a:xfrm>
            <a:off x="1293810" y="906933"/>
            <a:ext cx="38580" cy="44769"/>
          </a:xfrm>
          <a:prstGeom prst="rect">
            <a:avLst/>
          </a:prstGeom>
          <a:solidFill>
            <a:srgbClr val="EFF2F4"/>
          </a:solidFill>
          <a:ln w="2092">
            <a:solidFill>
              <a:srgbClr val="C6D4E2"/>
            </a:solidFill>
            <a:prstDash val="solid"/>
          </a:ln>
        </p:spPr>
      </p:sp>
      <p:sp>
        <p:nvSpPr>
          <p:cNvPr id="41" name="Input snapshot 0: source 41"/>
          <p:cNvSpPr/>
          <p:nvPr/>
        </p:nvSpPr>
        <p:spPr>
          <a:xfrm>
            <a:off x="1331513" y="906933"/>
            <a:ext cx="38580" cy="44769"/>
          </a:xfrm>
          <a:prstGeom prst="rect">
            <a:avLst/>
          </a:prstGeom>
          <a:solidFill>
            <a:srgbClr val="B7BEC5"/>
          </a:solidFill>
          <a:ln w="2092">
            <a:solidFill>
              <a:srgbClr val="C6D4E2"/>
            </a:solidFill>
            <a:prstDash val="solid"/>
          </a:ln>
        </p:spPr>
      </p:sp>
      <p:sp>
        <p:nvSpPr>
          <p:cNvPr id="42" name="Input snapshot 0: source 42"/>
          <p:cNvSpPr/>
          <p:nvPr/>
        </p:nvSpPr>
        <p:spPr>
          <a:xfrm>
            <a:off x="1369215" y="906933"/>
            <a:ext cx="38580" cy="44769"/>
          </a:xfrm>
          <a:prstGeom prst="rect">
            <a:avLst/>
          </a:prstGeom>
          <a:solidFill>
            <a:srgbClr val="B7BEC5"/>
          </a:solidFill>
          <a:ln w="2092">
            <a:solidFill>
              <a:srgbClr val="C6D4E2"/>
            </a:solidFill>
            <a:prstDash val="solid"/>
          </a:ln>
        </p:spPr>
      </p:sp>
      <p:sp>
        <p:nvSpPr>
          <p:cNvPr id="43" name="Input snapshot 0: source 43"/>
          <p:cNvSpPr/>
          <p:nvPr/>
        </p:nvSpPr>
        <p:spPr>
          <a:xfrm>
            <a:off x="1406918" y="906933"/>
            <a:ext cx="38580" cy="44769"/>
          </a:xfrm>
          <a:prstGeom prst="rect">
            <a:avLst/>
          </a:prstGeom>
          <a:solidFill>
            <a:srgbClr val="B7BEC5"/>
          </a:solidFill>
          <a:ln w="2092">
            <a:solidFill>
              <a:srgbClr val="C6D4E2"/>
            </a:solidFill>
            <a:prstDash val="solid"/>
          </a:ln>
        </p:spPr>
      </p:sp>
      <p:sp>
        <p:nvSpPr>
          <p:cNvPr id="44" name="Input snapshot 0: source 44"/>
          <p:cNvSpPr/>
          <p:nvPr/>
        </p:nvSpPr>
        <p:spPr>
          <a:xfrm>
            <a:off x="1444620" y="906933"/>
            <a:ext cx="38580" cy="44769"/>
          </a:xfrm>
          <a:prstGeom prst="rect">
            <a:avLst/>
          </a:prstGeom>
          <a:solidFill>
            <a:srgbClr val="B7BEC5"/>
          </a:solidFill>
          <a:ln w="2092">
            <a:solidFill>
              <a:srgbClr val="C6D4E2"/>
            </a:solidFill>
            <a:prstDash val="solid"/>
          </a:ln>
        </p:spPr>
      </p:sp>
      <p:sp>
        <p:nvSpPr>
          <p:cNvPr id="45" name="Input snapshot 0: source 45"/>
          <p:cNvSpPr/>
          <p:nvPr/>
        </p:nvSpPr>
        <p:spPr>
          <a:xfrm>
            <a:off x="1482323" y="906933"/>
            <a:ext cx="38580" cy="44769"/>
          </a:xfrm>
          <a:prstGeom prst="rect">
            <a:avLst/>
          </a:prstGeom>
          <a:solidFill>
            <a:srgbClr val="B7BEC5"/>
          </a:solidFill>
          <a:ln w="2092">
            <a:solidFill>
              <a:srgbClr val="C6D4E2"/>
            </a:solidFill>
            <a:prstDash val="solid"/>
          </a:ln>
        </p:spPr>
      </p:sp>
      <p:sp>
        <p:nvSpPr>
          <p:cNvPr id="46" name="Input snapshot 0: source 46"/>
          <p:cNvSpPr/>
          <p:nvPr/>
        </p:nvSpPr>
        <p:spPr>
          <a:xfrm>
            <a:off x="1520026" y="906933"/>
            <a:ext cx="38580" cy="44769"/>
          </a:xfrm>
          <a:prstGeom prst="rect">
            <a:avLst/>
          </a:prstGeom>
          <a:solidFill>
            <a:srgbClr val="009E73"/>
          </a:solidFill>
          <a:ln w="2092">
            <a:solidFill>
              <a:srgbClr val="C6D4E2"/>
            </a:solidFill>
            <a:prstDash val="solid"/>
          </a:ln>
        </p:spPr>
      </p:sp>
      <p:sp>
        <p:nvSpPr>
          <p:cNvPr id="47" name="Input snapshot 0: source 47"/>
          <p:cNvSpPr/>
          <p:nvPr/>
        </p:nvSpPr>
        <p:spPr>
          <a:xfrm>
            <a:off x="1557728" y="906933"/>
            <a:ext cx="38580" cy="44769"/>
          </a:xfrm>
          <a:prstGeom prst="rect">
            <a:avLst/>
          </a:prstGeom>
          <a:solidFill>
            <a:srgbClr val="009E73"/>
          </a:solidFill>
          <a:ln w="2092">
            <a:solidFill>
              <a:srgbClr val="C6D4E2"/>
            </a:solidFill>
            <a:prstDash val="solid"/>
          </a:ln>
        </p:spPr>
      </p:sp>
      <p:sp>
        <p:nvSpPr>
          <p:cNvPr id="48" name="Input snapshot 0: source 48"/>
          <p:cNvSpPr/>
          <p:nvPr/>
        </p:nvSpPr>
        <p:spPr>
          <a:xfrm>
            <a:off x="1595431" y="906933"/>
            <a:ext cx="38580" cy="44769"/>
          </a:xfrm>
          <a:prstGeom prst="rect">
            <a:avLst/>
          </a:prstGeom>
          <a:solidFill>
            <a:srgbClr val="009E73"/>
          </a:solidFill>
          <a:ln w="2092">
            <a:solidFill>
              <a:srgbClr val="C6D4E2"/>
            </a:solidFill>
            <a:prstDash val="solid"/>
          </a:ln>
        </p:spPr>
      </p:sp>
      <p:sp>
        <p:nvSpPr>
          <p:cNvPr id="49" name="Input snapshot 0: source 49"/>
          <p:cNvSpPr/>
          <p:nvPr/>
        </p:nvSpPr>
        <p:spPr>
          <a:xfrm>
            <a:off x="1633133" y="906933"/>
            <a:ext cx="38580" cy="44769"/>
          </a:xfrm>
          <a:prstGeom prst="rect">
            <a:avLst/>
          </a:prstGeom>
          <a:solidFill>
            <a:srgbClr val="009E73"/>
          </a:solidFill>
          <a:ln w="2092">
            <a:solidFill>
              <a:srgbClr val="C6D4E2"/>
            </a:solidFill>
            <a:prstDash val="solid"/>
          </a:ln>
        </p:spPr>
      </p:sp>
      <p:sp>
        <p:nvSpPr>
          <p:cNvPr id="50" name="Input snapshot 0: source 50"/>
          <p:cNvSpPr/>
          <p:nvPr/>
        </p:nvSpPr>
        <p:spPr>
          <a:xfrm>
            <a:off x="1143000" y="950823"/>
            <a:ext cx="38580" cy="44769"/>
          </a:xfrm>
          <a:prstGeom prst="rect">
            <a:avLst/>
          </a:prstGeom>
          <a:solidFill>
            <a:srgbClr val="EFF2F4"/>
          </a:solidFill>
          <a:ln w="2092">
            <a:solidFill>
              <a:srgbClr val="C6D4E2"/>
            </a:solidFill>
            <a:prstDash val="solid"/>
          </a:ln>
        </p:spPr>
      </p:sp>
      <p:sp>
        <p:nvSpPr>
          <p:cNvPr id="51" name="Input snapshot 0: source 51"/>
          <p:cNvSpPr/>
          <p:nvPr/>
        </p:nvSpPr>
        <p:spPr>
          <a:xfrm>
            <a:off x="1180703" y="950823"/>
            <a:ext cx="38580" cy="44769"/>
          </a:xfrm>
          <a:prstGeom prst="rect">
            <a:avLst/>
          </a:prstGeom>
          <a:solidFill>
            <a:srgbClr val="EFF2F4"/>
          </a:solidFill>
          <a:ln w="2092">
            <a:solidFill>
              <a:srgbClr val="C6D4E2"/>
            </a:solidFill>
            <a:prstDash val="solid"/>
          </a:ln>
        </p:spPr>
      </p:sp>
      <p:sp>
        <p:nvSpPr>
          <p:cNvPr id="52" name="Input snapshot 0: source 52"/>
          <p:cNvSpPr/>
          <p:nvPr/>
        </p:nvSpPr>
        <p:spPr>
          <a:xfrm>
            <a:off x="1218405" y="950823"/>
            <a:ext cx="38580" cy="44769"/>
          </a:xfrm>
          <a:prstGeom prst="rect">
            <a:avLst/>
          </a:prstGeom>
          <a:solidFill>
            <a:srgbClr val="B7BEC5"/>
          </a:solidFill>
          <a:ln w="2092">
            <a:solidFill>
              <a:srgbClr val="C6D4E2"/>
            </a:solidFill>
            <a:prstDash val="solid"/>
          </a:ln>
        </p:spPr>
      </p:sp>
      <p:sp>
        <p:nvSpPr>
          <p:cNvPr id="53" name="Input snapshot 0: source 53"/>
          <p:cNvSpPr/>
          <p:nvPr/>
        </p:nvSpPr>
        <p:spPr>
          <a:xfrm>
            <a:off x="1256108" y="950823"/>
            <a:ext cx="38580" cy="44769"/>
          </a:xfrm>
          <a:prstGeom prst="rect">
            <a:avLst/>
          </a:prstGeom>
          <a:solidFill>
            <a:srgbClr val="B7BEC5"/>
          </a:solidFill>
          <a:ln w="2092">
            <a:solidFill>
              <a:srgbClr val="C6D4E2"/>
            </a:solidFill>
            <a:prstDash val="solid"/>
          </a:ln>
        </p:spPr>
      </p:sp>
      <p:sp>
        <p:nvSpPr>
          <p:cNvPr id="54" name="Input snapshot 0: source 54"/>
          <p:cNvSpPr/>
          <p:nvPr/>
        </p:nvSpPr>
        <p:spPr>
          <a:xfrm>
            <a:off x="1293810" y="950823"/>
            <a:ext cx="38580" cy="44769"/>
          </a:xfrm>
          <a:prstGeom prst="rect">
            <a:avLst/>
          </a:prstGeom>
          <a:solidFill>
            <a:srgbClr val="B7BEC5"/>
          </a:solidFill>
          <a:ln w="2092">
            <a:solidFill>
              <a:srgbClr val="C6D4E2"/>
            </a:solidFill>
            <a:prstDash val="solid"/>
          </a:ln>
        </p:spPr>
      </p:sp>
      <p:sp>
        <p:nvSpPr>
          <p:cNvPr id="55" name="Input snapshot 0: source 55"/>
          <p:cNvSpPr/>
          <p:nvPr/>
        </p:nvSpPr>
        <p:spPr>
          <a:xfrm>
            <a:off x="1331513" y="950823"/>
            <a:ext cx="38580" cy="44769"/>
          </a:xfrm>
          <a:prstGeom prst="rect">
            <a:avLst/>
          </a:prstGeom>
          <a:solidFill>
            <a:srgbClr val="B7BEC5"/>
          </a:solidFill>
          <a:ln w="2092">
            <a:solidFill>
              <a:srgbClr val="C6D4E2"/>
            </a:solidFill>
            <a:prstDash val="solid"/>
          </a:ln>
        </p:spPr>
      </p:sp>
      <p:sp>
        <p:nvSpPr>
          <p:cNvPr id="56" name="Input snapshot 0: source 56"/>
          <p:cNvSpPr/>
          <p:nvPr/>
        </p:nvSpPr>
        <p:spPr>
          <a:xfrm>
            <a:off x="1369215" y="950823"/>
            <a:ext cx="38580" cy="44769"/>
          </a:xfrm>
          <a:prstGeom prst="rect">
            <a:avLst/>
          </a:prstGeom>
          <a:solidFill>
            <a:srgbClr val="B7BEC5"/>
          </a:solidFill>
          <a:ln w="2092">
            <a:solidFill>
              <a:srgbClr val="C6D4E2"/>
            </a:solidFill>
            <a:prstDash val="solid"/>
          </a:ln>
        </p:spPr>
      </p:sp>
      <p:sp>
        <p:nvSpPr>
          <p:cNvPr id="57" name="Input snapshot 0: source 57"/>
          <p:cNvSpPr/>
          <p:nvPr/>
        </p:nvSpPr>
        <p:spPr>
          <a:xfrm>
            <a:off x="1406918" y="950823"/>
            <a:ext cx="38580" cy="44769"/>
          </a:xfrm>
          <a:prstGeom prst="rect">
            <a:avLst/>
          </a:prstGeom>
          <a:solidFill>
            <a:srgbClr val="B7BEC5"/>
          </a:solidFill>
          <a:ln w="2092">
            <a:solidFill>
              <a:srgbClr val="C6D4E2"/>
            </a:solidFill>
            <a:prstDash val="solid"/>
          </a:ln>
        </p:spPr>
      </p:sp>
      <p:sp>
        <p:nvSpPr>
          <p:cNvPr id="58" name="Input snapshot 0: source 58"/>
          <p:cNvSpPr/>
          <p:nvPr/>
        </p:nvSpPr>
        <p:spPr>
          <a:xfrm>
            <a:off x="1444620" y="950823"/>
            <a:ext cx="38580" cy="44769"/>
          </a:xfrm>
          <a:prstGeom prst="rect">
            <a:avLst/>
          </a:prstGeom>
          <a:solidFill>
            <a:srgbClr val="B7BEC5"/>
          </a:solidFill>
          <a:ln w="2092">
            <a:solidFill>
              <a:srgbClr val="C6D4E2"/>
            </a:solidFill>
            <a:prstDash val="solid"/>
          </a:ln>
        </p:spPr>
      </p:sp>
      <p:sp>
        <p:nvSpPr>
          <p:cNvPr id="59" name="Input snapshot 0: source 59"/>
          <p:cNvSpPr/>
          <p:nvPr/>
        </p:nvSpPr>
        <p:spPr>
          <a:xfrm>
            <a:off x="1482323" y="950823"/>
            <a:ext cx="38580" cy="44769"/>
          </a:xfrm>
          <a:prstGeom prst="rect">
            <a:avLst/>
          </a:prstGeom>
          <a:solidFill>
            <a:srgbClr val="B7BEC5"/>
          </a:solidFill>
          <a:ln w="2092">
            <a:solidFill>
              <a:srgbClr val="C6D4E2"/>
            </a:solidFill>
            <a:prstDash val="solid"/>
          </a:ln>
        </p:spPr>
      </p:sp>
      <p:sp>
        <p:nvSpPr>
          <p:cNvPr id="60" name="Input snapshot 0: source 60"/>
          <p:cNvSpPr/>
          <p:nvPr/>
        </p:nvSpPr>
        <p:spPr>
          <a:xfrm>
            <a:off x="1520026" y="950823"/>
            <a:ext cx="38580" cy="44769"/>
          </a:xfrm>
          <a:prstGeom prst="rect">
            <a:avLst/>
          </a:prstGeom>
          <a:solidFill>
            <a:srgbClr val="B7BEC5"/>
          </a:solidFill>
          <a:ln w="2092">
            <a:solidFill>
              <a:srgbClr val="C6D4E2"/>
            </a:solidFill>
            <a:prstDash val="solid"/>
          </a:ln>
        </p:spPr>
      </p:sp>
      <p:sp>
        <p:nvSpPr>
          <p:cNvPr id="61" name="Input snapshot 0: source 61"/>
          <p:cNvSpPr/>
          <p:nvPr/>
        </p:nvSpPr>
        <p:spPr>
          <a:xfrm>
            <a:off x="1557728" y="950823"/>
            <a:ext cx="38580" cy="44769"/>
          </a:xfrm>
          <a:prstGeom prst="rect">
            <a:avLst/>
          </a:prstGeom>
          <a:solidFill>
            <a:srgbClr val="EFF2F4"/>
          </a:solidFill>
          <a:ln w="2092">
            <a:solidFill>
              <a:srgbClr val="C6D4E2"/>
            </a:solidFill>
            <a:prstDash val="solid"/>
          </a:ln>
        </p:spPr>
      </p:sp>
      <p:sp>
        <p:nvSpPr>
          <p:cNvPr id="62" name="Input snapshot 0: source 62"/>
          <p:cNvSpPr/>
          <p:nvPr/>
        </p:nvSpPr>
        <p:spPr>
          <a:xfrm>
            <a:off x="1595431" y="950823"/>
            <a:ext cx="38580" cy="44769"/>
          </a:xfrm>
          <a:prstGeom prst="rect">
            <a:avLst/>
          </a:prstGeom>
          <a:solidFill>
            <a:srgbClr val="EFF2F4"/>
          </a:solidFill>
          <a:ln w="2092">
            <a:solidFill>
              <a:srgbClr val="C6D4E2"/>
            </a:solidFill>
            <a:prstDash val="solid"/>
          </a:ln>
        </p:spPr>
      </p:sp>
      <p:sp>
        <p:nvSpPr>
          <p:cNvPr id="63" name="Input snapshot 0: source 63"/>
          <p:cNvSpPr/>
          <p:nvPr/>
        </p:nvSpPr>
        <p:spPr>
          <a:xfrm>
            <a:off x="1633133" y="950823"/>
            <a:ext cx="38580" cy="44769"/>
          </a:xfrm>
          <a:prstGeom prst="rect">
            <a:avLst/>
          </a:prstGeom>
          <a:solidFill>
            <a:srgbClr val="EFF2F4"/>
          </a:solidFill>
          <a:ln w="2092">
            <a:solidFill>
              <a:srgbClr val="C6D4E2"/>
            </a:solidFill>
            <a:prstDash val="solid"/>
          </a:ln>
        </p:spPr>
      </p:sp>
      <p:sp>
        <p:nvSpPr>
          <p:cNvPr id="64" name="Input snapshot 0: source 64"/>
          <p:cNvSpPr/>
          <p:nvPr/>
        </p:nvSpPr>
        <p:spPr>
          <a:xfrm>
            <a:off x="1143000" y="994715"/>
            <a:ext cx="38580" cy="44769"/>
          </a:xfrm>
          <a:prstGeom prst="rect">
            <a:avLst/>
          </a:prstGeom>
          <a:solidFill>
            <a:srgbClr val="EFF2F4"/>
          </a:solidFill>
          <a:ln w="2092">
            <a:solidFill>
              <a:srgbClr val="C6D4E2"/>
            </a:solidFill>
            <a:prstDash val="solid"/>
          </a:ln>
        </p:spPr>
      </p:sp>
      <p:sp>
        <p:nvSpPr>
          <p:cNvPr id="65" name="Input snapshot 0: source 65"/>
          <p:cNvSpPr/>
          <p:nvPr/>
        </p:nvSpPr>
        <p:spPr>
          <a:xfrm>
            <a:off x="1180703" y="994715"/>
            <a:ext cx="38580" cy="44769"/>
          </a:xfrm>
          <a:prstGeom prst="rect">
            <a:avLst/>
          </a:prstGeom>
          <a:solidFill>
            <a:srgbClr val="B7BEC5"/>
          </a:solidFill>
          <a:ln w="2092">
            <a:solidFill>
              <a:srgbClr val="C6D4E2"/>
            </a:solidFill>
            <a:prstDash val="solid"/>
          </a:ln>
        </p:spPr>
      </p:sp>
      <p:sp>
        <p:nvSpPr>
          <p:cNvPr id="66" name="Input snapshot 0: source 66"/>
          <p:cNvSpPr/>
          <p:nvPr/>
        </p:nvSpPr>
        <p:spPr>
          <a:xfrm>
            <a:off x="1218405" y="994715"/>
            <a:ext cx="38580" cy="44769"/>
          </a:xfrm>
          <a:prstGeom prst="rect">
            <a:avLst/>
          </a:prstGeom>
          <a:solidFill>
            <a:srgbClr val="B7BEC5"/>
          </a:solidFill>
          <a:ln w="2092">
            <a:solidFill>
              <a:srgbClr val="C6D4E2"/>
            </a:solidFill>
            <a:prstDash val="solid"/>
          </a:ln>
        </p:spPr>
      </p:sp>
      <p:sp>
        <p:nvSpPr>
          <p:cNvPr id="67" name="Input snapshot 0: source 67"/>
          <p:cNvSpPr/>
          <p:nvPr/>
        </p:nvSpPr>
        <p:spPr>
          <a:xfrm>
            <a:off x="1256108" y="994715"/>
            <a:ext cx="38580" cy="44769"/>
          </a:xfrm>
          <a:prstGeom prst="rect">
            <a:avLst/>
          </a:prstGeom>
          <a:solidFill>
            <a:srgbClr val="B7BEC5"/>
          </a:solidFill>
          <a:ln w="2092">
            <a:solidFill>
              <a:srgbClr val="C6D4E2"/>
            </a:solidFill>
            <a:prstDash val="solid"/>
          </a:ln>
        </p:spPr>
      </p:sp>
      <p:sp>
        <p:nvSpPr>
          <p:cNvPr id="68" name="Input snapshot 0: source 68"/>
          <p:cNvSpPr/>
          <p:nvPr/>
        </p:nvSpPr>
        <p:spPr>
          <a:xfrm>
            <a:off x="1293810" y="994715"/>
            <a:ext cx="38580" cy="44769"/>
          </a:xfrm>
          <a:prstGeom prst="rect">
            <a:avLst/>
          </a:prstGeom>
          <a:solidFill>
            <a:srgbClr val="B7BEC5"/>
          </a:solidFill>
          <a:ln w="2092">
            <a:solidFill>
              <a:srgbClr val="C6D4E2"/>
            </a:solidFill>
            <a:prstDash val="solid"/>
          </a:ln>
        </p:spPr>
      </p:sp>
      <p:sp>
        <p:nvSpPr>
          <p:cNvPr id="69" name="Input snapshot 0: source 69"/>
          <p:cNvSpPr/>
          <p:nvPr/>
        </p:nvSpPr>
        <p:spPr>
          <a:xfrm>
            <a:off x="1331513" y="994715"/>
            <a:ext cx="38580" cy="44769"/>
          </a:xfrm>
          <a:prstGeom prst="rect">
            <a:avLst/>
          </a:prstGeom>
          <a:solidFill>
            <a:srgbClr val="B7BEC5"/>
          </a:solidFill>
          <a:ln w="2092">
            <a:solidFill>
              <a:srgbClr val="C6D4E2"/>
            </a:solidFill>
            <a:prstDash val="solid"/>
          </a:ln>
        </p:spPr>
      </p:sp>
      <p:sp>
        <p:nvSpPr>
          <p:cNvPr id="70" name="Input snapshot 0: source 70"/>
          <p:cNvSpPr/>
          <p:nvPr/>
        </p:nvSpPr>
        <p:spPr>
          <a:xfrm>
            <a:off x="1369215" y="994715"/>
            <a:ext cx="38580" cy="44769"/>
          </a:xfrm>
          <a:prstGeom prst="rect">
            <a:avLst/>
          </a:prstGeom>
          <a:solidFill>
            <a:srgbClr val="B7BEC5"/>
          </a:solidFill>
          <a:ln w="2092">
            <a:solidFill>
              <a:srgbClr val="C6D4E2"/>
            </a:solidFill>
            <a:prstDash val="solid"/>
          </a:ln>
        </p:spPr>
      </p:sp>
      <p:sp>
        <p:nvSpPr>
          <p:cNvPr id="71" name="Input snapshot 0: source 71"/>
          <p:cNvSpPr/>
          <p:nvPr/>
        </p:nvSpPr>
        <p:spPr>
          <a:xfrm>
            <a:off x="1406918" y="994715"/>
            <a:ext cx="38580" cy="44769"/>
          </a:xfrm>
          <a:prstGeom prst="rect">
            <a:avLst/>
          </a:prstGeom>
          <a:solidFill>
            <a:srgbClr val="D55E00"/>
          </a:solidFill>
          <a:ln w="2092">
            <a:solidFill>
              <a:srgbClr val="C6D4E2"/>
            </a:solidFill>
            <a:prstDash val="solid"/>
          </a:ln>
        </p:spPr>
      </p:sp>
      <p:sp>
        <p:nvSpPr>
          <p:cNvPr id="72" name="Input snapshot 0: source 72"/>
          <p:cNvSpPr/>
          <p:nvPr/>
        </p:nvSpPr>
        <p:spPr>
          <a:xfrm>
            <a:off x="1444620" y="994715"/>
            <a:ext cx="38580" cy="44769"/>
          </a:xfrm>
          <a:prstGeom prst="rect">
            <a:avLst/>
          </a:prstGeom>
          <a:solidFill>
            <a:srgbClr val="D55E00"/>
          </a:solidFill>
          <a:ln w="2092">
            <a:solidFill>
              <a:srgbClr val="C6D4E2"/>
            </a:solidFill>
            <a:prstDash val="solid"/>
          </a:ln>
        </p:spPr>
      </p:sp>
      <p:sp>
        <p:nvSpPr>
          <p:cNvPr id="73" name="Input snapshot 0: source 73"/>
          <p:cNvSpPr/>
          <p:nvPr/>
        </p:nvSpPr>
        <p:spPr>
          <a:xfrm>
            <a:off x="1482323" y="994715"/>
            <a:ext cx="38580" cy="44769"/>
          </a:xfrm>
          <a:prstGeom prst="rect">
            <a:avLst/>
          </a:prstGeom>
          <a:solidFill>
            <a:srgbClr val="D55E00"/>
          </a:solidFill>
          <a:ln w="2092">
            <a:solidFill>
              <a:srgbClr val="C6D4E2"/>
            </a:solidFill>
            <a:prstDash val="solid"/>
          </a:ln>
        </p:spPr>
      </p:sp>
      <p:sp>
        <p:nvSpPr>
          <p:cNvPr id="74" name="Input snapshot 0: source 74"/>
          <p:cNvSpPr/>
          <p:nvPr/>
        </p:nvSpPr>
        <p:spPr>
          <a:xfrm>
            <a:off x="1520026" y="994715"/>
            <a:ext cx="38580" cy="44769"/>
          </a:xfrm>
          <a:prstGeom prst="rect">
            <a:avLst/>
          </a:prstGeom>
          <a:solidFill>
            <a:srgbClr val="B7BEC5"/>
          </a:solidFill>
          <a:ln w="2092">
            <a:solidFill>
              <a:srgbClr val="C6D4E2"/>
            </a:solidFill>
            <a:prstDash val="solid"/>
          </a:ln>
        </p:spPr>
      </p:sp>
      <p:sp>
        <p:nvSpPr>
          <p:cNvPr id="75" name="Input snapshot 0: source 75"/>
          <p:cNvSpPr/>
          <p:nvPr/>
        </p:nvSpPr>
        <p:spPr>
          <a:xfrm>
            <a:off x="1557728" y="994715"/>
            <a:ext cx="38580" cy="44769"/>
          </a:xfrm>
          <a:prstGeom prst="rect">
            <a:avLst/>
          </a:prstGeom>
          <a:solidFill>
            <a:srgbClr val="EFF2F4"/>
          </a:solidFill>
          <a:ln w="2092">
            <a:solidFill>
              <a:srgbClr val="C6D4E2"/>
            </a:solidFill>
            <a:prstDash val="solid"/>
          </a:ln>
        </p:spPr>
      </p:sp>
      <p:sp>
        <p:nvSpPr>
          <p:cNvPr id="76" name="Input snapshot 0: source 76"/>
          <p:cNvSpPr/>
          <p:nvPr/>
        </p:nvSpPr>
        <p:spPr>
          <a:xfrm>
            <a:off x="1595431" y="994715"/>
            <a:ext cx="38580" cy="44769"/>
          </a:xfrm>
          <a:prstGeom prst="rect">
            <a:avLst/>
          </a:prstGeom>
          <a:solidFill>
            <a:srgbClr val="EFF2F4"/>
          </a:solidFill>
          <a:ln w="2092">
            <a:solidFill>
              <a:srgbClr val="C6D4E2"/>
            </a:solidFill>
            <a:prstDash val="solid"/>
          </a:ln>
        </p:spPr>
      </p:sp>
      <p:sp>
        <p:nvSpPr>
          <p:cNvPr id="77" name="Input snapshot 0: source 77"/>
          <p:cNvSpPr/>
          <p:nvPr/>
        </p:nvSpPr>
        <p:spPr>
          <a:xfrm>
            <a:off x="1633133" y="994715"/>
            <a:ext cx="38580" cy="44769"/>
          </a:xfrm>
          <a:prstGeom prst="rect">
            <a:avLst/>
          </a:prstGeom>
          <a:solidFill>
            <a:srgbClr val="EFF2F4"/>
          </a:solidFill>
          <a:ln w="2092">
            <a:solidFill>
              <a:srgbClr val="C6D4E2"/>
            </a:solidFill>
            <a:prstDash val="solid"/>
          </a:ln>
        </p:spPr>
      </p:sp>
      <p:sp>
        <p:nvSpPr>
          <p:cNvPr id="78" name="Input snapshot 0: source 78"/>
          <p:cNvSpPr/>
          <p:nvPr/>
        </p:nvSpPr>
        <p:spPr>
          <a:xfrm>
            <a:off x="1143000" y="1038606"/>
            <a:ext cx="38580" cy="44769"/>
          </a:xfrm>
          <a:prstGeom prst="rect">
            <a:avLst/>
          </a:prstGeom>
          <a:solidFill>
            <a:srgbClr val="EFF2F4"/>
          </a:solidFill>
          <a:ln w="2092">
            <a:solidFill>
              <a:srgbClr val="C6D4E2"/>
            </a:solidFill>
            <a:prstDash val="solid"/>
          </a:ln>
        </p:spPr>
      </p:sp>
      <p:sp>
        <p:nvSpPr>
          <p:cNvPr id="79" name="Input snapshot 0: source 79"/>
          <p:cNvSpPr/>
          <p:nvPr/>
        </p:nvSpPr>
        <p:spPr>
          <a:xfrm>
            <a:off x="1180703" y="1038606"/>
            <a:ext cx="38580" cy="44769"/>
          </a:xfrm>
          <a:prstGeom prst="rect">
            <a:avLst/>
          </a:prstGeom>
          <a:solidFill>
            <a:srgbClr val="B7BEC5"/>
          </a:solidFill>
          <a:ln w="2092">
            <a:solidFill>
              <a:srgbClr val="C6D4E2"/>
            </a:solidFill>
            <a:prstDash val="solid"/>
          </a:ln>
        </p:spPr>
      </p:sp>
      <p:sp>
        <p:nvSpPr>
          <p:cNvPr id="80" name="Input snapshot 0: source 80"/>
          <p:cNvSpPr/>
          <p:nvPr/>
        </p:nvSpPr>
        <p:spPr>
          <a:xfrm>
            <a:off x="1218405" y="1038606"/>
            <a:ext cx="38580" cy="44769"/>
          </a:xfrm>
          <a:prstGeom prst="rect">
            <a:avLst/>
          </a:prstGeom>
          <a:solidFill>
            <a:srgbClr val="B7BEC5"/>
          </a:solidFill>
          <a:ln w="2092">
            <a:solidFill>
              <a:srgbClr val="C6D4E2"/>
            </a:solidFill>
            <a:prstDash val="solid"/>
          </a:ln>
        </p:spPr>
      </p:sp>
      <p:sp>
        <p:nvSpPr>
          <p:cNvPr id="81" name="Input snapshot 0: source 81"/>
          <p:cNvSpPr/>
          <p:nvPr/>
        </p:nvSpPr>
        <p:spPr>
          <a:xfrm>
            <a:off x="1256108" y="1038606"/>
            <a:ext cx="38580" cy="44769"/>
          </a:xfrm>
          <a:prstGeom prst="rect">
            <a:avLst/>
          </a:prstGeom>
          <a:solidFill>
            <a:srgbClr val="B7BEC5"/>
          </a:solidFill>
          <a:ln w="2092">
            <a:solidFill>
              <a:srgbClr val="C6D4E2"/>
            </a:solidFill>
            <a:prstDash val="solid"/>
          </a:ln>
        </p:spPr>
      </p:sp>
      <p:sp>
        <p:nvSpPr>
          <p:cNvPr id="82" name="Input snapshot 0: source 82"/>
          <p:cNvSpPr/>
          <p:nvPr/>
        </p:nvSpPr>
        <p:spPr>
          <a:xfrm>
            <a:off x="1293810" y="1038606"/>
            <a:ext cx="38580" cy="44769"/>
          </a:xfrm>
          <a:prstGeom prst="rect">
            <a:avLst/>
          </a:prstGeom>
          <a:solidFill>
            <a:srgbClr val="B7BEC5"/>
          </a:solidFill>
          <a:ln w="2092">
            <a:solidFill>
              <a:srgbClr val="C6D4E2"/>
            </a:solidFill>
            <a:prstDash val="solid"/>
          </a:ln>
        </p:spPr>
      </p:sp>
      <p:sp>
        <p:nvSpPr>
          <p:cNvPr id="83" name="Input snapshot 0: source 83"/>
          <p:cNvSpPr/>
          <p:nvPr/>
        </p:nvSpPr>
        <p:spPr>
          <a:xfrm>
            <a:off x="1331513" y="1038606"/>
            <a:ext cx="38580" cy="44769"/>
          </a:xfrm>
          <a:prstGeom prst="rect">
            <a:avLst/>
          </a:prstGeom>
          <a:solidFill>
            <a:srgbClr val="B7BEC5"/>
          </a:solidFill>
          <a:ln w="2092">
            <a:solidFill>
              <a:srgbClr val="C6D4E2"/>
            </a:solidFill>
            <a:prstDash val="solid"/>
          </a:ln>
        </p:spPr>
      </p:sp>
      <p:sp>
        <p:nvSpPr>
          <p:cNvPr id="84" name="Input snapshot 0: source 84"/>
          <p:cNvSpPr/>
          <p:nvPr/>
        </p:nvSpPr>
        <p:spPr>
          <a:xfrm>
            <a:off x="1369215" y="1038606"/>
            <a:ext cx="38580" cy="44769"/>
          </a:xfrm>
          <a:prstGeom prst="rect">
            <a:avLst/>
          </a:prstGeom>
          <a:solidFill>
            <a:srgbClr val="B7BEC5"/>
          </a:solidFill>
          <a:ln w="2092">
            <a:solidFill>
              <a:srgbClr val="C6D4E2"/>
            </a:solidFill>
            <a:prstDash val="solid"/>
          </a:ln>
        </p:spPr>
      </p:sp>
      <p:sp>
        <p:nvSpPr>
          <p:cNvPr id="85" name="Input snapshot 0: source 85"/>
          <p:cNvSpPr/>
          <p:nvPr/>
        </p:nvSpPr>
        <p:spPr>
          <a:xfrm>
            <a:off x="1406918" y="1038606"/>
            <a:ext cx="38580" cy="44769"/>
          </a:xfrm>
          <a:prstGeom prst="rect">
            <a:avLst/>
          </a:prstGeom>
          <a:solidFill>
            <a:srgbClr val="D55E00"/>
          </a:solidFill>
          <a:ln w="2092">
            <a:solidFill>
              <a:srgbClr val="C6D4E2"/>
            </a:solidFill>
            <a:prstDash val="solid"/>
          </a:ln>
        </p:spPr>
      </p:sp>
      <p:sp>
        <p:nvSpPr>
          <p:cNvPr id="86" name="Input snapshot 0: source 86"/>
          <p:cNvSpPr/>
          <p:nvPr/>
        </p:nvSpPr>
        <p:spPr>
          <a:xfrm>
            <a:off x="1444620" y="1038606"/>
            <a:ext cx="38580" cy="44769"/>
          </a:xfrm>
          <a:prstGeom prst="rect">
            <a:avLst/>
          </a:prstGeom>
          <a:solidFill>
            <a:srgbClr val="D55E00"/>
          </a:solidFill>
          <a:ln w="2092">
            <a:solidFill>
              <a:srgbClr val="C6D4E2"/>
            </a:solidFill>
            <a:prstDash val="solid"/>
          </a:ln>
        </p:spPr>
      </p:sp>
      <p:sp>
        <p:nvSpPr>
          <p:cNvPr id="87" name="Input snapshot 0: source 87"/>
          <p:cNvSpPr/>
          <p:nvPr/>
        </p:nvSpPr>
        <p:spPr>
          <a:xfrm>
            <a:off x="1482323" y="1038606"/>
            <a:ext cx="38580" cy="44769"/>
          </a:xfrm>
          <a:prstGeom prst="rect">
            <a:avLst/>
          </a:prstGeom>
          <a:solidFill>
            <a:srgbClr val="D55E00"/>
          </a:solidFill>
          <a:ln w="2092">
            <a:solidFill>
              <a:srgbClr val="C6D4E2"/>
            </a:solidFill>
            <a:prstDash val="solid"/>
          </a:ln>
        </p:spPr>
      </p:sp>
      <p:sp>
        <p:nvSpPr>
          <p:cNvPr id="88" name="Input snapshot 0: source 88"/>
          <p:cNvSpPr/>
          <p:nvPr/>
        </p:nvSpPr>
        <p:spPr>
          <a:xfrm>
            <a:off x="1520026" y="1038606"/>
            <a:ext cx="38580" cy="44769"/>
          </a:xfrm>
          <a:prstGeom prst="rect">
            <a:avLst/>
          </a:prstGeom>
          <a:solidFill>
            <a:srgbClr val="B7BEC5"/>
          </a:solidFill>
          <a:ln w="2092">
            <a:solidFill>
              <a:srgbClr val="C6D4E2"/>
            </a:solidFill>
            <a:prstDash val="solid"/>
          </a:ln>
        </p:spPr>
      </p:sp>
      <p:sp>
        <p:nvSpPr>
          <p:cNvPr id="89" name="Input snapshot 0: source 89"/>
          <p:cNvSpPr/>
          <p:nvPr/>
        </p:nvSpPr>
        <p:spPr>
          <a:xfrm>
            <a:off x="1557728" y="1038606"/>
            <a:ext cx="38580" cy="44769"/>
          </a:xfrm>
          <a:prstGeom prst="rect">
            <a:avLst/>
          </a:prstGeom>
          <a:solidFill>
            <a:srgbClr val="EFF2F4"/>
          </a:solidFill>
          <a:ln w="2092">
            <a:solidFill>
              <a:srgbClr val="C6D4E2"/>
            </a:solidFill>
            <a:prstDash val="solid"/>
          </a:ln>
        </p:spPr>
      </p:sp>
      <p:sp>
        <p:nvSpPr>
          <p:cNvPr id="90" name="Input snapshot 0: source 90"/>
          <p:cNvSpPr/>
          <p:nvPr/>
        </p:nvSpPr>
        <p:spPr>
          <a:xfrm>
            <a:off x="1595431" y="1038606"/>
            <a:ext cx="38580" cy="44769"/>
          </a:xfrm>
          <a:prstGeom prst="rect">
            <a:avLst/>
          </a:prstGeom>
          <a:solidFill>
            <a:srgbClr val="EFF2F4"/>
          </a:solidFill>
          <a:ln w="2092">
            <a:solidFill>
              <a:srgbClr val="C6D4E2"/>
            </a:solidFill>
            <a:prstDash val="solid"/>
          </a:ln>
        </p:spPr>
      </p:sp>
      <p:sp>
        <p:nvSpPr>
          <p:cNvPr id="91" name="Input snapshot 0: source 91"/>
          <p:cNvSpPr/>
          <p:nvPr/>
        </p:nvSpPr>
        <p:spPr>
          <a:xfrm>
            <a:off x="1633133" y="1038606"/>
            <a:ext cx="38580" cy="44769"/>
          </a:xfrm>
          <a:prstGeom prst="rect">
            <a:avLst/>
          </a:prstGeom>
          <a:solidFill>
            <a:srgbClr val="EFF2F4"/>
          </a:solidFill>
          <a:ln w="2092">
            <a:solidFill>
              <a:srgbClr val="C6D4E2"/>
            </a:solidFill>
            <a:prstDash val="solid"/>
          </a:ln>
        </p:spPr>
      </p:sp>
      <p:sp>
        <p:nvSpPr>
          <p:cNvPr id="92" name="Input snapshot 0: source 92"/>
          <p:cNvSpPr/>
          <p:nvPr/>
        </p:nvSpPr>
        <p:spPr>
          <a:xfrm>
            <a:off x="1143000" y="1082497"/>
            <a:ext cx="38580" cy="44769"/>
          </a:xfrm>
          <a:prstGeom prst="rect">
            <a:avLst/>
          </a:prstGeom>
          <a:solidFill>
            <a:srgbClr val="EFF2F4"/>
          </a:solidFill>
          <a:ln w="2092">
            <a:solidFill>
              <a:srgbClr val="C6D4E2"/>
            </a:solidFill>
            <a:prstDash val="solid"/>
          </a:ln>
        </p:spPr>
      </p:sp>
      <p:sp>
        <p:nvSpPr>
          <p:cNvPr id="93" name="Input snapshot 0: source 93"/>
          <p:cNvSpPr/>
          <p:nvPr/>
        </p:nvSpPr>
        <p:spPr>
          <a:xfrm>
            <a:off x="1180703" y="1082497"/>
            <a:ext cx="38580" cy="44769"/>
          </a:xfrm>
          <a:prstGeom prst="rect">
            <a:avLst/>
          </a:prstGeom>
          <a:solidFill>
            <a:srgbClr val="0072B2"/>
          </a:solidFill>
          <a:ln w="2092">
            <a:solidFill>
              <a:srgbClr val="C6D4E2"/>
            </a:solidFill>
            <a:prstDash val="solid"/>
          </a:ln>
        </p:spPr>
      </p:sp>
      <p:sp>
        <p:nvSpPr>
          <p:cNvPr id="94" name="Input snapshot 0: source 94"/>
          <p:cNvSpPr/>
          <p:nvPr/>
        </p:nvSpPr>
        <p:spPr>
          <a:xfrm>
            <a:off x="1218405" y="1082497"/>
            <a:ext cx="38580" cy="44769"/>
          </a:xfrm>
          <a:prstGeom prst="rect">
            <a:avLst/>
          </a:prstGeom>
          <a:solidFill>
            <a:srgbClr val="0072B2"/>
          </a:solidFill>
          <a:ln w="2092">
            <a:solidFill>
              <a:srgbClr val="C6D4E2"/>
            </a:solidFill>
            <a:prstDash val="solid"/>
          </a:ln>
        </p:spPr>
      </p:sp>
      <p:sp>
        <p:nvSpPr>
          <p:cNvPr id="95" name="Input snapshot 0: source 95"/>
          <p:cNvSpPr/>
          <p:nvPr/>
        </p:nvSpPr>
        <p:spPr>
          <a:xfrm>
            <a:off x="1256108" y="1082497"/>
            <a:ext cx="38580" cy="44769"/>
          </a:xfrm>
          <a:prstGeom prst="rect">
            <a:avLst/>
          </a:prstGeom>
          <a:solidFill>
            <a:srgbClr val="0072B2"/>
          </a:solidFill>
          <a:ln w="2092">
            <a:solidFill>
              <a:srgbClr val="C6D4E2"/>
            </a:solidFill>
            <a:prstDash val="solid"/>
          </a:ln>
        </p:spPr>
      </p:sp>
      <p:sp>
        <p:nvSpPr>
          <p:cNvPr id="96" name="Input snapshot 0: source 96"/>
          <p:cNvSpPr/>
          <p:nvPr/>
        </p:nvSpPr>
        <p:spPr>
          <a:xfrm>
            <a:off x="1293810" y="1082497"/>
            <a:ext cx="38580" cy="44769"/>
          </a:xfrm>
          <a:prstGeom prst="rect">
            <a:avLst/>
          </a:prstGeom>
          <a:solidFill>
            <a:srgbClr val="0072B2"/>
          </a:solidFill>
          <a:ln w="2092">
            <a:solidFill>
              <a:srgbClr val="C6D4E2"/>
            </a:solidFill>
            <a:prstDash val="solid"/>
          </a:ln>
        </p:spPr>
      </p:sp>
      <p:sp>
        <p:nvSpPr>
          <p:cNvPr id="97" name="Input snapshot 0: source 97"/>
          <p:cNvSpPr/>
          <p:nvPr/>
        </p:nvSpPr>
        <p:spPr>
          <a:xfrm>
            <a:off x="1331513" y="1082497"/>
            <a:ext cx="38580" cy="44769"/>
          </a:xfrm>
          <a:prstGeom prst="rect">
            <a:avLst/>
          </a:prstGeom>
          <a:solidFill>
            <a:srgbClr val="B7BEC5"/>
          </a:solidFill>
          <a:ln w="2092">
            <a:solidFill>
              <a:srgbClr val="C6D4E2"/>
            </a:solidFill>
            <a:prstDash val="solid"/>
          </a:ln>
        </p:spPr>
      </p:sp>
      <p:sp>
        <p:nvSpPr>
          <p:cNvPr id="98" name="Input snapshot 0: source 98"/>
          <p:cNvSpPr/>
          <p:nvPr/>
        </p:nvSpPr>
        <p:spPr>
          <a:xfrm>
            <a:off x="1369215" y="1082497"/>
            <a:ext cx="38580" cy="44769"/>
          </a:xfrm>
          <a:prstGeom prst="rect">
            <a:avLst/>
          </a:prstGeom>
          <a:solidFill>
            <a:srgbClr val="B7BEC5"/>
          </a:solidFill>
          <a:ln w="2092">
            <a:solidFill>
              <a:srgbClr val="C6D4E2"/>
            </a:solidFill>
            <a:prstDash val="solid"/>
          </a:ln>
        </p:spPr>
      </p:sp>
      <p:sp>
        <p:nvSpPr>
          <p:cNvPr id="99" name="Input snapshot 0: source 99"/>
          <p:cNvSpPr/>
          <p:nvPr/>
        </p:nvSpPr>
        <p:spPr>
          <a:xfrm>
            <a:off x="1406918" y="1082497"/>
            <a:ext cx="38580" cy="44769"/>
          </a:xfrm>
          <a:prstGeom prst="rect">
            <a:avLst/>
          </a:prstGeom>
          <a:solidFill>
            <a:srgbClr val="D55E00"/>
          </a:solidFill>
          <a:ln w="2092">
            <a:solidFill>
              <a:srgbClr val="C6D4E2"/>
            </a:solidFill>
            <a:prstDash val="solid"/>
          </a:ln>
        </p:spPr>
      </p:sp>
      <p:sp>
        <p:nvSpPr>
          <p:cNvPr id="100" name="Input snapshot 0: source 100"/>
          <p:cNvSpPr/>
          <p:nvPr/>
        </p:nvSpPr>
        <p:spPr>
          <a:xfrm>
            <a:off x="1444620" y="1082497"/>
            <a:ext cx="38580" cy="44769"/>
          </a:xfrm>
          <a:prstGeom prst="rect">
            <a:avLst/>
          </a:prstGeom>
          <a:solidFill>
            <a:srgbClr val="D55E00"/>
          </a:solidFill>
          <a:ln w="2092">
            <a:solidFill>
              <a:srgbClr val="C6D4E2"/>
            </a:solidFill>
            <a:prstDash val="solid"/>
          </a:ln>
        </p:spPr>
      </p:sp>
      <p:sp>
        <p:nvSpPr>
          <p:cNvPr id="101" name="Input snapshot 0: source 101"/>
          <p:cNvSpPr/>
          <p:nvPr/>
        </p:nvSpPr>
        <p:spPr>
          <a:xfrm>
            <a:off x="1482323" y="1082497"/>
            <a:ext cx="38580" cy="44769"/>
          </a:xfrm>
          <a:prstGeom prst="rect">
            <a:avLst/>
          </a:prstGeom>
          <a:solidFill>
            <a:srgbClr val="D55E00"/>
          </a:solidFill>
          <a:ln w="2092">
            <a:solidFill>
              <a:srgbClr val="C6D4E2"/>
            </a:solidFill>
            <a:prstDash val="solid"/>
          </a:ln>
        </p:spPr>
      </p:sp>
      <p:sp>
        <p:nvSpPr>
          <p:cNvPr id="102" name="Input snapshot 0: source 102"/>
          <p:cNvSpPr/>
          <p:nvPr/>
        </p:nvSpPr>
        <p:spPr>
          <a:xfrm>
            <a:off x="1520026" y="1082497"/>
            <a:ext cx="38580" cy="44769"/>
          </a:xfrm>
          <a:prstGeom prst="rect">
            <a:avLst/>
          </a:prstGeom>
          <a:solidFill>
            <a:srgbClr val="B7BEC5"/>
          </a:solidFill>
          <a:ln w="2092">
            <a:solidFill>
              <a:srgbClr val="C6D4E2"/>
            </a:solidFill>
            <a:prstDash val="solid"/>
          </a:ln>
        </p:spPr>
      </p:sp>
      <p:sp>
        <p:nvSpPr>
          <p:cNvPr id="103" name="Input snapshot 0: source 103"/>
          <p:cNvSpPr/>
          <p:nvPr/>
        </p:nvSpPr>
        <p:spPr>
          <a:xfrm>
            <a:off x="1557728" y="1082497"/>
            <a:ext cx="38580" cy="44769"/>
          </a:xfrm>
          <a:prstGeom prst="rect">
            <a:avLst/>
          </a:prstGeom>
          <a:solidFill>
            <a:srgbClr val="EFF2F4"/>
          </a:solidFill>
          <a:ln w="2092">
            <a:solidFill>
              <a:srgbClr val="C6D4E2"/>
            </a:solidFill>
            <a:prstDash val="solid"/>
          </a:ln>
        </p:spPr>
      </p:sp>
      <p:sp>
        <p:nvSpPr>
          <p:cNvPr id="104" name="Input snapshot 0: source 104"/>
          <p:cNvSpPr/>
          <p:nvPr/>
        </p:nvSpPr>
        <p:spPr>
          <a:xfrm>
            <a:off x="1595431" y="1082497"/>
            <a:ext cx="38580" cy="44769"/>
          </a:xfrm>
          <a:prstGeom prst="rect">
            <a:avLst/>
          </a:prstGeom>
          <a:solidFill>
            <a:srgbClr val="EFF2F4"/>
          </a:solidFill>
          <a:ln w="2092">
            <a:solidFill>
              <a:srgbClr val="C6D4E2"/>
            </a:solidFill>
            <a:prstDash val="solid"/>
          </a:ln>
        </p:spPr>
      </p:sp>
      <p:sp>
        <p:nvSpPr>
          <p:cNvPr id="105" name="Input snapshot 0: source 105"/>
          <p:cNvSpPr/>
          <p:nvPr/>
        </p:nvSpPr>
        <p:spPr>
          <a:xfrm>
            <a:off x="1633133" y="1082497"/>
            <a:ext cx="38580" cy="44769"/>
          </a:xfrm>
          <a:prstGeom prst="rect">
            <a:avLst/>
          </a:prstGeom>
          <a:solidFill>
            <a:srgbClr val="EFF2F4"/>
          </a:solidFill>
          <a:ln w="2092">
            <a:solidFill>
              <a:srgbClr val="C6D4E2"/>
            </a:solidFill>
            <a:prstDash val="solid"/>
          </a:ln>
        </p:spPr>
      </p:sp>
      <p:sp>
        <p:nvSpPr>
          <p:cNvPr id="106" name="Input snapshot 0: source 106"/>
          <p:cNvSpPr/>
          <p:nvPr/>
        </p:nvSpPr>
        <p:spPr>
          <a:xfrm>
            <a:off x="1143000" y="1126389"/>
            <a:ext cx="38580" cy="44769"/>
          </a:xfrm>
          <a:prstGeom prst="rect">
            <a:avLst/>
          </a:prstGeom>
          <a:solidFill>
            <a:srgbClr val="0072B2"/>
          </a:solidFill>
          <a:ln w="2092">
            <a:solidFill>
              <a:srgbClr val="C6D4E2"/>
            </a:solidFill>
            <a:prstDash val="solid"/>
          </a:ln>
        </p:spPr>
      </p:sp>
      <p:sp>
        <p:nvSpPr>
          <p:cNvPr id="107" name="Input snapshot 0: source 107"/>
          <p:cNvSpPr/>
          <p:nvPr/>
        </p:nvSpPr>
        <p:spPr>
          <a:xfrm>
            <a:off x="1180703" y="1126389"/>
            <a:ext cx="38580" cy="44769"/>
          </a:xfrm>
          <a:prstGeom prst="rect">
            <a:avLst/>
          </a:prstGeom>
          <a:solidFill>
            <a:srgbClr val="0072B2"/>
          </a:solidFill>
          <a:ln w="2092">
            <a:solidFill>
              <a:srgbClr val="C6D4E2"/>
            </a:solidFill>
            <a:prstDash val="solid"/>
          </a:ln>
        </p:spPr>
      </p:sp>
      <p:sp>
        <p:nvSpPr>
          <p:cNvPr id="108" name="Input snapshot 0: source 108"/>
          <p:cNvSpPr/>
          <p:nvPr/>
        </p:nvSpPr>
        <p:spPr>
          <a:xfrm>
            <a:off x="1218405" y="1126389"/>
            <a:ext cx="38580" cy="44769"/>
          </a:xfrm>
          <a:prstGeom prst="rect">
            <a:avLst/>
          </a:prstGeom>
          <a:solidFill>
            <a:srgbClr val="0072B2"/>
          </a:solidFill>
          <a:ln w="2092">
            <a:solidFill>
              <a:srgbClr val="C6D4E2"/>
            </a:solidFill>
            <a:prstDash val="solid"/>
          </a:ln>
        </p:spPr>
      </p:sp>
      <p:sp>
        <p:nvSpPr>
          <p:cNvPr id="109" name="Input snapshot 0: source 109"/>
          <p:cNvSpPr/>
          <p:nvPr/>
        </p:nvSpPr>
        <p:spPr>
          <a:xfrm>
            <a:off x="1256108" y="1126389"/>
            <a:ext cx="38580" cy="44769"/>
          </a:xfrm>
          <a:prstGeom prst="rect">
            <a:avLst/>
          </a:prstGeom>
          <a:solidFill>
            <a:srgbClr val="0072B2"/>
          </a:solidFill>
          <a:ln w="2092">
            <a:solidFill>
              <a:srgbClr val="C6D4E2"/>
            </a:solidFill>
            <a:prstDash val="solid"/>
          </a:ln>
        </p:spPr>
      </p:sp>
      <p:sp>
        <p:nvSpPr>
          <p:cNvPr id="110" name="Input snapshot 0: source 110"/>
          <p:cNvSpPr/>
          <p:nvPr/>
        </p:nvSpPr>
        <p:spPr>
          <a:xfrm>
            <a:off x="1293810" y="1126389"/>
            <a:ext cx="38580" cy="44769"/>
          </a:xfrm>
          <a:prstGeom prst="rect">
            <a:avLst/>
          </a:prstGeom>
          <a:solidFill>
            <a:srgbClr val="0072B2"/>
          </a:solidFill>
          <a:ln w="2092">
            <a:solidFill>
              <a:srgbClr val="C6D4E2"/>
            </a:solidFill>
            <a:prstDash val="solid"/>
          </a:ln>
        </p:spPr>
      </p:sp>
      <p:sp>
        <p:nvSpPr>
          <p:cNvPr id="111" name="Input snapshot 0: source 111"/>
          <p:cNvSpPr/>
          <p:nvPr/>
        </p:nvSpPr>
        <p:spPr>
          <a:xfrm>
            <a:off x="1331513" y="1126389"/>
            <a:ext cx="38580" cy="44769"/>
          </a:xfrm>
          <a:prstGeom prst="rect">
            <a:avLst/>
          </a:prstGeom>
          <a:solidFill>
            <a:srgbClr val="B7BEC5"/>
          </a:solidFill>
          <a:ln w="2092">
            <a:solidFill>
              <a:srgbClr val="C6D4E2"/>
            </a:solidFill>
            <a:prstDash val="solid"/>
          </a:ln>
        </p:spPr>
      </p:sp>
      <p:sp>
        <p:nvSpPr>
          <p:cNvPr id="112" name="Input snapshot 0: source 112"/>
          <p:cNvSpPr/>
          <p:nvPr/>
        </p:nvSpPr>
        <p:spPr>
          <a:xfrm>
            <a:off x="1369215" y="1126389"/>
            <a:ext cx="38580" cy="44769"/>
          </a:xfrm>
          <a:prstGeom prst="rect">
            <a:avLst/>
          </a:prstGeom>
          <a:solidFill>
            <a:srgbClr val="B7BEC5"/>
          </a:solidFill>
          <a:ln w="2092">
            <a:solidFill>
              <a:srgbClr val="C6D4E2"/>
            </a:solidFill>
            <a:prstDash val="solid"/>
          </a:ln>
        </p:spPr>
      </p:sp>
      <p:sp>
        <p:nvSpPr>
          <p:cNvPr id="113" name="Input snapshot 0: source 113"/>
          <p:cNvSpPr/>
          <p:nvPr/>
        </p:nvSpPr>
        <p:spPr>
          <a:xfrm>
            <a:off x="1406918" y="1126389"/>
            <a:ext cx="38580" cy="44769"/>
          </a:xfrm>
          <a:prstGeom prst="rect">
            <a:avLst/>
          </a:prstGeom>
          <a:solidFill>
            <a:srgbClr val="B7BEC5"/>
          </a:solidFill>
          <a:ln w="2092">
            <a:solidFill>
              <a:srgbClr val="C6D4E2"/>
            </a:solidFill>
            <a:prstDash val="solid"/>
          </a:ln>
        </p:spPr>
      </p:sp>
      <p:sp>
        <p:nvSpPr>
          <p:cNvPr id="114" name="Input snapshot 0: source 114"/>
          <p:cNvSpPr/>
          <p:nvPr/>
        </p:nvSpPr>
        <p:spPr>
          <a:xfrm>
            <a:off x="1444620" y="1126389"/>
            <a:ext cx="38580" cy="44769"/>
          </a:xfrm>
          <a:prstGeom prst="rect">
            <a:avLst/>
          </a:prstGeom>
          <a:solidFill>
            <a:srgbClr val="B7BEC5"/>
          </a:solidFill>
          <a:ln w="2092">
            <a:solidFill>
              <a:srgbClr val="C6D4E2"/>
            </a:solidFill>
            <a:prstDash val="solid"/>
          </a:ln>
        </p:spPr>
      </p:sp>
      <p:sp>
        <p:nvSpPr>
          <p:cNvPr id="115" name="Input snapshot 0: source 115"/>
          <p:cNvSpPr/>
          <p:nvPr/>
        </p:nvSpPr>
        <p:spPr>
          <a:xfrm>
            <a:off x="1482323" y="1126389"/>
            <a:ext cx="38580" cy="44769"/>
          </a:xfrm>
          <a:prstGeom prst="rect">
            <a:avLst/>
          </a:prstGeom>
          <a:solidFill>
            <a:srgbClr val="B7BEC5"/>
          </a:solidFill>
          <a:ln w="2092">
            <a:solidFill>
              <a:srgbClr val="C6D4E2"/>
            </a:solidFill>
            <a:prstDash val="solid"/>
          </a:ln>
        </p:spPr>
      </p:sp>
      <p:sp>
        <p:nvSpPr>
          <p:cNvPr id="116" name="Input snapshot 0: source 116"/>
          <p:cNvSpPr/>
          <p:nvPr/>
        </p:nvSpPr>
        <p:spPr>
          <a:xfrm>
            <a:off x="1520026" y="1126389"/>
            <a:ext cx="38580" cy="44769"/>
          </a:xfrm>
          <a:prstGeom prst="rect">
            <a:avLst/>
          </a:prstGeom>
          <a:solidFill>
            <a:srgbClr val="B7BEC5"/>
          </a:solidFill>
          <a:ln w="2092">
            <a:solidFill>
              <a:srgbClr val="C6D4E2"/>
            </a:solidFill>
            <a:prstDash val="solid"/>
          </a:ln>
        </p:spPr>
      </p:sp>
      <p:sp>
        <p:nvSpPr>
          <p:cNvPr id="117" name="Input snapshot 0: source 117"/>
          <p:cNvSpPr/>
          <p:nvPr/>
        </p:nvSpPr>
        <p:spPr>
          <a:xfrm>
            <a:off x="1557728" y="1126389"/>
            <a:ext cx="38580" cy="44769"/>
          </a:xfrm>
          <a:prstGeom prst="rect">
            <a:avLst/>
          </a:prstGeom>
          <a:solidFill>
            <a:srgbClr val="EFF2F4"/>
          </a:solidFill>
          <a:ln w="2092">
            <a:solidFill>
              <a:srgbClr val="C6D4E2"/>
            </a:solidFill>
            <a:prstDash val="solid"/>
          </a:ln>
        </p:spPr>
      </p:sp>
      <p:sp>
        <p:nvSpPr>
          <p:cNvPr id="118" name="Input snapshot 0: source 118"/>
          <p:cNvSpPr/>
          <p:nvPr/>
        </p:nvSpPr>
        <p:spPr>
          <a:xfrm>
            <a:off x="1595431" y="1126389"/>
            <a:ext cx="38580" cy="44769"/>
          </a:xfrm>
          <a:prstGeom prst="rect">
            <a:avLst/>
          </a:prstGeom>
          <a:solidFill>
            <a:srgbClr val="EFF2F4"/>
          </a:solidFill>
          <a:ln w="2092">
            <a:solidFill>
              <a:srgbClr val="C6D4E2"/>
            </a:solidFill>
            <a:prstDash val="solid"/>
          </a:ln>
        </p:spPr>
      </p:sp>
      <p:sp>
        <p:nvSpPr>
          <p:cNvPr id="119" name="Input snapshot 0: source 119"/>
          <p:cNvSpPr/>
          <p:nvPr/>
        </p:nvSpPr>
        <p:spPr>
          <a:xfrm>
            <a:off x="1633133" y="1126389"/>
            <a:ext cx="38580" cy="44769"/>
          </a:xfrm>
          <a:prstGeom prst="rect">
            <a:avLst/>
          </a:prstGeom>
          <a:solidFill>
            <a:srgbClr val="EFF2F4"/>
          </a:solidFill>
          <a:ln w="2092">
            <a:solidFill>
              <a:srgbClr val="C6D4E2"/>
            </a:solidFill>
            <a:prstDash val="solid"/>
          </a:ln>
        </p:spPr>
      </p:sp>
      <p:sp>
        <p:nvSpPr>
          <p:cNvPr id="120" name="Input snapshot 0: source 120"/>
          <p:cNvSpPr/>
          <p:nvPr/>
        </p:nvSpPr>
        <p:spPr>
          <a:xfrm>
            <a:off x="1143000" y="1170279"/>
            <a:ext cx="38580" cy="44769"/>
          </a:xfrm>
          <a:prstGeom prst="rect">
            <a:avLst/>
          </a:prstGeom>
          <a:solidFill>
            <a:srgbClr val="EFF2F4"/>
          </a:solidFill>
          <a:ln w="2092">
            <a:solidFill>
              <a:srgbClr val="C6D4E2"/>
            </a:solidFill>
            <a:prstDash val="solid"/>
          </a:ln>
        </p:spPr>
      </p:sp>
      <p:sp>
        <p:nvSpPr>
          <p:cNvPr id="121" name="Input snapshot 0: source 121"/>
          <p:cNvSpPr/>
          <p:nvPr/>
        </p:nvSpPr>
        <p:spPr>
          <a:xfrm>
            <a:off x="1180703" y="1170279"/>
            <a:ext cx="38580" cy="44769"/>
          </a:xfrm>
          <a:prstGeom prst="rect">
            <a:avLst/>
          </a:prstGeom>
          <a:solidFill>
            <a:srgbClr val="0072B2"/>
          </a:solidFill>
          <a:ln w="2092">
            <a:solidFill>
              <a:srgbClr val="C6D4E2"/>
            </a:solidFill>
            <a:prstDash val="solid"/>
          </a:ln>
        </p:spPr>
      </p:sp>
      <p:sp>
        <p:nvSpPr>
          <p:cNvPr id="122" name="Input snapshot 0: source 122"/>
          <p:cNvSpPr/>
          <p:nvPr/>
        </p:nvSpPr>
        <p:spPr>
          <a:xfrm>
            <a:off x="1218405" y="1170279"/>
            <a:ext cx="38580" cy="44769"/>
          </a:xfrm>
          <a:prstGeom prst="rect">
            <a:avLst/>
          </a:prstGeom>
          <a:solidFill>
            <a:srgbClr val="0072B2"/>
          </a:solidFill>
          <a:ln w="2092">
            <a:solidFill>
              <a:srgbClr val="C6D4E2"/>
            </a:solidFill>
            <a:prstDash val="solid"/>
          </a:ln>
        </p:spPr>
      </p:sp>
      <p:sp>
        <p:nvSpPr>
          <p:cNvPr id="123" name="Input snapshot 0: source 123"/>
          <p:cNvSpPr/>
          <p:nvPr/>
        </p:nvSpPr>
        <p:spPr>
          <a:xfrm>
            <a:off x="1256108" y="1170279"/>
            <a:ext cx="38580" cy="44769"/>
          </a:xfrm>
          <a:prstGeom prst="rect">
            <a:avLst/>
          </a:prstGeom>
          <a:solidFill>
            <a:srgbClr val="0072B2"/>
          </a:solidFill>
          <a:ln w="2092">
            <a:solidFill>
              <a:srgbClr val="C6D4E2"/>
            </a:solidFill>
            <a:prstDash val="solid"/>
          </a:ln>
        </p:spPr>
      </p:sp>
      <p:sp>
        <p:nvSpPr>
          <p:cNvPr id="124" name="Input snapshot 0: source 124"/>
          <p:cNvSpPr/>
          <p:nvPr/>
        </p:nvSpPr>
        <p:spPr>
          <a:xfrm>
            <a:off x="1293810" y="1170279"/>
            <a:ext cx="38580" cy="44769"/>
          </a:xfrm>
          <a:prstGeom prst="rect">
            <a:avLst/>
          </a:prstGeom>
          <a:solidFill>
            <a:srgbClr val="0072B2"/>
          </a:solidFill>
          <a:ln w="2092">
            <a:solidFill>
              <a:srgbClr val="C6D4E2"/>
            </a:solidFill>
            <a:prstDash val="solid"/>
          </a:ln>
        </p:spPr>
      </p:sp>
      <p:sp>
        <p:nvSpPr>
          <p:cNvPr id="125" name="Input snapshot 0: source 125"/>
          <p:cNvSpPr/>
          <p:nvPr/>
        </p:nvSpPr>
        <p:spPr>
          <a:xfrm>
            <a:off x="1331513" y="1170279"/>
            <a:ext cx="38580" cy="44769"/>
          </a:xfrm>
          <a:prstGeom prst="rect">
            <a:avLst/>
          </a:prstGeom>
          <a:solidFill>
            <a:srgbClr val="B7BEC5"/>
          </a:solidFill>
          <a:ln w="2092">
            <a:solidFill>
              <a:srgbClr val="C6D4E2"/>
            </a:solidFill>
            <a:prstDash val="solid"/>
          </a:ln>
        </p:spPr>
      </p:sp>
      <p:sp>
        <p:nvSpPr>
          <p:cNvPr id="126" name="Input snapshot 0: source 126"/>
          <p:cNvSpPr/>
          <p:nvPr/>
        </p:nvSpPr>
        <p:spPr>
          <a:xfrm>
            <a:off x="1369215" y="1170279"/>
            <a:ext cx="38580" cy="44769"/>
          </a:xfrm>
          <a:prstGeom prst="rect">
            <a:avLst/>
          </a:prstGeom>
          <a:solidFill>
            <a:srgbClr val="B7BEC5"/>
          </a:solidFill>
          <a:ln w="2092">
            <a:solidFill>
              <a:srgbClr val="C6D4E2"/>
            </a:solidFill>
            <a:prstDash val="solid"/>
          </a:ln>
        </p:spPr>
      </p:sp>
      <p:sp>
        <p:nvSpPr>
          <p:cNvPr id="127" name="Input snapshot 0: source 127"/>
          <p:cNvSpPr/>
          <p:nvPr/>
        </p:nvSpPr>
        <p:spPr>
          <a:xfrm>
            <a:off x="1406918" y="1170279"/>
            <a:ext cx="38580" cy="44769"/>
          </a:xfrm>
          <a:prstGeom prst="rect">
            <a:avLst/>
          </a:prstGeom>
          <a:solidFill>
            <a:srgbClr val="B7BEC5"/>
          </a:solidFill>
          <a:ln w="2092">
            <a:solidFill>
              <a:srgbClr val="C6D4E2"/>
            </a:solidFill>
            <a:prstDash val="solid"/>
          </a:ln>
        </p:spPr>
      </p:sp>
      <p:sp>
        <p:nvSpPr>
          <p:cNvPr id="128" name="Input snapshot 0: source 128"/>
          <p:cNvSpPr/>
          <p:nvPr/>
        </p:nvSpPr>
        <p:spPr>
          <a:xfrm>
            <a:off x="1444620" y="1170279"/>
            <a:ext cx="38580" cy="44769"/>
          </a:xfrm>
          <a:prstGeom prst="rect">
            <a:avLst/>
          </a:prstGeom>
          <a:solidFill>
            <a:srgbClr val="B7BEC5"/>
          </a:solidFill>
          <a:ln w="2092">
            <a:solidFill>
              <a:srgbClr val="C6D4E2"/>
            </a:solidFill>
            <a:prstDash val="solid"/>
          </a:ln>
        </p:spPr>
      </p:sp>
      <p:sp>
        <p:nvSpPr>
          <p:cNvPr id="129" name="Input snapshot 0: source 129"/>
          <p:cNvSpPr/>
          <p:nvPr/>
        </p:nvSpPr>
        <p:spPr>
          <a:xfrm>
            <a:off x="1482323" y="1170279"/>
            <a:ext cx="38580" cy="44769"/>
          </a:xfrm>
          <a:prstGeom prst="rect">
            <a:avLst/>
          </a:prstGeom>
          <a:solidFill>
            <a:srgbClr val="EFF2F4"/>
          </a:solidFill>
          <a:ln w="2092">
            <a:solidFill>
              <a:srgbClr val="C6D4E2"/>
            </a:solidFill>
            <a:prstDash val="solid"/>
          </a:ln>
        </p:spPr>
      </p:sp>
      <p:sp>
        <p:nvSpPr>
          <p:cNvPr id="130" name="Input snapshot 0: source 130"/>
          <p:cNvSpPr/>
          <p:nvPr/>
        </p:nvSpPr>
        <p:spPr>
          <a:xfrm>
            <a:off x="1520026" y="1170279"/>
            <a:ext cx="38580" cy="44769"/>
          </a:xfrm>
          <a:prstGeom prst="rect">
            <a:avLst/>
          </a:prstGeom>
          <a:solidFill>
            <a:srgbClr val="EFF2F4"/>
          </a:solidFill>
          <a:ln w="2092">
            <a:solidFill>
              <a:srgbClr val="C6D4E2"/>
            </a:solidFill>
            <a:prstDash val="solid"/>
          </a:ln>
        </p:spPr>
      </p:sp>
      <p:sp>
        <p:nvSpPr>
          <p:cNvPr id="131" name="Input snapshot 0: source 131"/>
          <p:cNvSpPr/>
          <p:nvPr/>
        </p:nvSpPr>
        <p:spPr>
          <a:xfrm>
            <a:off x="1557728" y="1170279"/>
            <a:ext cx="38580" cy="44769"/>
          </a:xfrm>
          <a:prstGeom prst="rect">
            <a:avLst/>
          </a:prstGeom>
          <a:solidFill>
            <a:srgbClr val="EFF2F4"/>
          </a:solidFill>
          <a:ln w="2092">
            <a:solidFill>
              <a:srgbClr val="C6D4E2"/>
            </a:solidFill>
            <a:prstDash val="solid"/>
          </a:ln>
        </p:spPr>
      </p:sp>
      <p:sp>
        <p:nvSpPr>
          <p:cNvPr id="132" name="Input snapshot 0: source 132"/>
          <p:cNvSpPr/>
          <p:nvPr/>
        </p:nvSpPr>
        <p:spPr>
          <a:xfrm>
            <a:off x="1595431" y="1170279"/>
            <a:ext cx="38580" cy="44769"/>
          </a:xfrm>
          <a:prstGeom prst="rect">
            <a:avLst/>
          </a:prstGeom>
          <a:solidFill>
            <a:srgbClr val="EFF2F4"/>
          </a:solidFill>
          <a:ln w="2092">
            <a:solidFill>
              <a:srgbClr val="C6D4E2"/>
            </a:solidFill>
            <a:prstDash val="solid"/>
          </a:ln>
        </p:spPr>
      </p:sp>
      <p:sp>
        <p:nvSpPr>
          <p:cNvPr id="133" name="Input snapshot 0: source 133"/>
          <p:cNvSpPr/>
          <p:nvPr/>
        </p:nvSpPr>
        <p:spPr>
          <a:xfrm>
            <a:off x="1633133" y="1170279"/>
            <a:ext cx="38580" cy="44769"/>
          </a:xfrm>
          <a:prstGeom prst="rect">
            <a:avLst/>
          </a:prstGeom>
          <a:solidFill>
            <a:srgbClr val="EFF2F4"/>
          </a:solidFill>
          <a:ln w="2092">
            <a:solidFill>
              <a:srgbClr val="C6D4E2"/>
            </a:solidFill>
            <a:prstDash val="solid"/>
          </a:ln>
        </p:spPr>
      </p:sp>
      <p:sp>
        <p:nvSpPr>
          <p:cNvPr id="134" name="Input snapshot 0: source 134"/>
          <p:cNvSpPr/>
          <p:nvPr/>
        </p:nvSpPr>
        <p:spPr>
          <a:xfrm>
            <a:off x="1143000" y="819150"/>
            <a:ext cx="527836" cy="395021"/>
          </a:xfrm>
          <a:prstGeom prst="rect">
            <a:avLst/>
          </a:prstGeom>
          <a:solidFill>
            <a:srgbClr val="FFFFFF">
              <a:alpha val="0"/>
            </a:srgbClr>
          </a:solidFill>
          <a:ln w="4338">
            <a:solidFill>
              <a:srgbClr val="263238"/>
            </a:solidFill>
            <a:prstDash val="solid"/>
          </a:ln>
        </p:spPr>
      </p:sp>
      <p:sp>
        <p:nvSpPr>
          <p:cNvPr id="136" name="Input snapshot 1: source 136"/>
          <p:cNvSpPr/>
          <p:nvPr/>
        </p:nvSpPr>
        <p:spPr>
          <a:xfrm>
            <a:off x="1143000" y="1247775"/>
            <a:ext cx="38580" cy="44769"/>
          </a:xfrm>
          <a:prstGeom prst="rect">
            <a:avLst/>
          </a:prstGeom>
          <a:solidFill>
            <a:srgbClr val="EFF2F4"/>
          </a:solidFill>
          <a:ln w="2092">
            <a:solidFill>
              <a:srgbClr val="C6D4E2"/>
            </a:solidFill>
            <a:prstDash val="solid"/>
          </a:ln>
        </p:spPr>
      </p:sp>
      <p:sp>
        <p:nvSpPr>
          <p:cNvPr id="137" name="Input snapshot 1: source 137"/>
          <p:cNvSpPr/>
          <p:nvPr/>
        </p:nvSpPr>
        <p:spPr>
          <a:xfrm>
            <a:off x="1180703" y="1247775"/>
            <a:ext cx="38580" cy="44769"/>
          </a:xfrm>
          <a:prstGeom prst="rect">
            <a:avLst/>
          </a:prstGeom>
          <a:solidFill>
            <a:srgbClr val="EFF2F4"/>
          </a:solidFill>
          <a:ln w="2092">
            <a:solidFill>
              <a:srgbClr val="C6D4E2"/>
            </a:solidFill>
            <a:prstDash val="solid"/>
          </a:ln>
        </p:spPr>
      </p:sp>
      <p:sp>
        <p:nvSpPr>
          <p:cNvPr id="138" name="Input snapshot 1: source 138"/>
          <p:cNvSpPr/>
          <p:nvPr/>
        </p:nvSpPr>
        <p:spPr>
          <a:xfrm>
            <a:off x="1218405" y="1247775"/>
            <a:ext cx="38580" cy="44769"/>
          </a:xfrm>
          <a:prstGeom prst="rect">
            <a:avLst/>
          </a:prstGeom>
          <a:solidFill>
            <a:srgbClr val="EFF2F4"/>
          </a:solidFill>
          <a:ln w="2092">
            <a:solidFill>
              <a:srgbClr val="C6D4E2"/>
            </a:solidFill>
            <a:prstDash val="solid"/>
          </a:ln>
        </p:spPr>
      </p:sp>
      <p:sp>
        <p:nvSpPr>
          <p:cNvPr id="139" name="Input snapshot 1: source 139"/>
          <p:cNvSpPr/>
          <p:nvPr/>
        </p:nvSpPr>
        <p:spPr>
          <a:xfrm>
            <a:off x="1256108" y="1247775"/>
            <a:ext cx="38580" cy="44769"/>
          </a:xfrm>
          <a:prstGeom prst="rect">
            <a:avLst/>
          </a:prstGeom>
          <a:solidFill>
            <a:srgbClr val="EFF2F4"/>
          </a:solidFill>
          <a:ln w="2092">
            <a:solidFill>
              <a:srgbClr val="C6D4E2"/>
            </a:solidFill>
            <a:prstDash val="solid"/>
          </a:ln>
        </p:spPr>
      </p:sp>
      <p:sp>
        <p:nvSpPr>
          <p:cNvPr id="140" name="Input snapshot 1: source 140"/>
          <p:cNvSpPr/>
          <p:nvPr/>
        </p:nvSpPr>
        <p:spPr>
          <a:xfrm>
            <a:off x="1293810" y="1247775"/>
            <a:ext cx="38580" cy="44769"/>
          </a:xfrm>
          <a:prstGeom prst="rect">
            <a:avLst/>
          </a:prstGeom>
          <a:solidFill>
            <a:srgbClr val="EFF2F4"/>
          </a:solidFill>
          <a:ln w="2092">
            <a:solidFill>
              <a:srgbClr val="C6D4E2"/>
            </a:solidFill>
            <a:prstDash val="solid"/>
          </a:ln>
        </p:spPr>
      </p:sp>
      <p:sp>
        <p:nvSpPr>
          <p:cNvPr id="141" name="Input snapshot 1: source 141"/>
          <p:cNvSpPr/>
          <p:nvPr/>
        </p:nvSpPr>
        <p:spPr>
          <a:xfrm>
            <a:off x="1331513" y="1247775"/>
            <a:ext cx="38580" cy="44769"/>
          </a:xfrm>
          <a:prstGeom prst="rect">
            <a:avLst/>
          </a:prstGeom>
          <a:solidFill>
            <a:srgbClr val="EFF2F4"/>
          </a:solidFill>
          <a:ln w="2092">
            <a:solidFill>
              <a:srgbClr val="C6D4E2"/>
            </a:solidFill>
            <a:prstDash val="solid"/>
          </a:ln>
        </p:spPr>
      </p:sp>
      <p:sp>
        <p:nvSpPr>
          <p:cNvPr id="142" name="Input snapshot 1: source 142"/>
          <p:cNvSpPr/>
          <p:nvPr/>
        </p:nvSpPr>
        <p:spPr>
          <a:xfrm>
            <a:off x="1369215" y="1247775"/>
            <a:ext cx="38580" cy="44769"/>
          </a:xfrm>
          <a:prstGeom prst="rect">
            <a:avLst/>
          </a:prstGeom>
          <a:solidFill>
            <a:srgbClr val="EFF2F4"/>
          </a:solidFill>
          <a:ln w="2092">
            <a:solidFill>
              <a:srgbClr val="C6D4E2"/>
            </a:solidFill>
            <a:prstDash val="solid"/>
          </a:ln>
        </p:spPr>
      </p:sp>
      <p:sp>
        <p:nvSpPr>
          <p:cNvPr id="143" name="Input snapshot 1: source 143"/>
          <p:cNvSpPr/>
          <p:nvPr/>
        </p:nvSpPr>
        <p:spPr>
          <a:xfrm>
            <a:off x="1406918" y="1247775"/>
            <a:ext cx="38580" cy="44769"/>
          </a:xfrm>
          <a:prstGeom prst="rect">
            <a:avLst/>
          </a:prstGeom>
          <a:solidFill>
            <a:srgbClr val="EFF2F4"/>
          </a:solidFill>
          <a:ln w="2092">
            <a:solidFill>
              <a:srgbClr val="C6D4E2"/>
            </a:solidFill>
            <a:prstDash val="solid"/>
          </a:ln>
        </p:spPr>
      </p:sp>
      <p:sp>
        <p:nvSpPr>
          <p:cNvPr id="144" name="Input snapshot 1: source 144"/>
          <p:cNvSpPr/>
          <p:nvPr/>
        </p:nvSpPr>
        <p:spPr>
          <a:xfrm>
            <a:off x="1444620" y="1247775"/>
            <a:ext cx="38580" cy="44769"/>
          </a:xfrm>
          <a:prstGeom prst="rect">
            <a:avLst/>
          </a:prstGeom>
          <a:solidFill>
            <a:srgbClr val="EFF2F4"/>
          </a:solidFill>
          <a:ln w="2092">
            <a:solidFill>
              <a:srgbClr val="C6D4E2"/>
            </a:solidFill>
            <a:prstDash val="solid"/>
          </a:ln>
        </p:spPr>
      </p:sp>
      <p:sp>
        <p:nvSpPr>
          <p:cNvPr id="145" name="Input snapshot 1: source 145"/>
          <p:cNvSpPr/>
          <p:nvPr/>
        </p:nvSpPr>
        <p:spPr>
          <a:xfrm>
            <a:off x="1482323" y="1247775"/>
            <a:ext cx="38580" cy="44769"/>
          </a:xfrm>
          <a:prstGeom prst="rect">
            <a:avLst/>
          </a:prstGeom>
          <a:solidFill>
            <a:srgbClr val="EFF2F4"/>
          </a:solidFill>
          <a:ln w="2092">
            <a:solidFill>
              <a:srgbClr val="C6D4E2"/>
            </a:solidFill>
            <a:prstDash val="solid"/>
          </a:ln>
        </p:spPr>
      </p:sp>
      <p:sp>
        <p:nvSpPr>
          <p:cNvPr id="146" name="Input snapshot 1: source 146"/>
          <p:cNvSpPr/>
          <p:nvPr/>
        </p:nvSpPr>
        <p:spPr>
          <a:xfrm>
            <a:off x="1520026" y="1247775"/>
            <a:ext cx="38580" cy="44769"/>
          </a:xfrm>
          <a:prstGeom prst="rect">
            <a:avLst/>
          </a:prstGeom>
          <a:solidFill>
            <a:srgbClr val="EFF2F4"/>
          </a:solidFill>
          <a:ln w="2092">
            <a:solidFill>
              <a:srgbClr val="C6D4E2"/>
            </a:solidFill>
            <a:prstDash val="solid"/>
          </a:ln>
        </p:spPr>
      </p:sp>
      <p:sp>
        <p:nvSpPr>
          <p:cNvPr id="147" name="Input snapshot 1: source 147"/>
          <p:cNvSpPr/>
          <p:nvPr/>
        </p:nvSpPr>
        <p:spPr>
          <a:xfrm>
            <a:off x="1557728" y="1247775"/>
            <a:ext cx="38580" cy="44769"/>
          </a:xfrm>
          <a:prstGeom prst="rect">
            <a:avLst/>
          </a:prstGeom>
          <a:solidFill>
            <a:srgbClr val="009E73"/>
          </a:solidFill>
          <a:ln w="2092">
            <a:solidFill>
              <a:srgbClr val="C6D4E2"/>
            </a:solidFill>
            <a:prstDash val="solid"/>
          </a:ln>
        </p:spPr>
      </p:sp>
      <p:sp>
        <p:nvSpPr>
          <p:cNvPr id="148" name="Input snapshot 1: source 148"/>
          <p:cNvSpPr/>
          <p:nvPr/>
        </p:nvSpPr>
        <p:spPr>
          <a:xfrm>
            <a:off x="1595431" y="1247775"/>
            <a:ext cx="38580" cy="44769"/>
          </a:xfrm>
          <a:prstGeom prst="rect">
            <a:avLst/>
          </a:prstGeom>
          <a:solidFill>
            <a:srgbClr val="009E73"/>
          </a:solidFill>
          <a:ln w="2092">
            <a:solidFill>
              <a:srgbClr val="C6D4E2"/>
            </a:solidFill>
            <a:prstDash val="solid"/>
          </a:ln>
        </p:spPr>
      </p:sp>
      <p:sp>
        <p:nvSpPr>
          <p:cNvPr id="149" name="Input snapshot 1: source 149"/>
          <p:cNvSpPr/>
          <p:nvPr/>
        </p:nvSpPr>
        <p:spPr>
          <a:xfrm>
            <a:off x="1633133" y="1247775"/>
            <a:ext cx="38580" cy="44769"/>
          </a:xfrm>
          <a:prstGeom prst="rect">
            <a:avLst/>
          </a:prstGeom>
          <a:solidFill>
            <a:srgbClr val="009E73"/>
          </a:solidFill>
          <a:ln w="2092">
            <a:solidFill>
              <a:srgbClr val="C6D4E2"/>
            </a:solidFill>
            <a:prstDash val="solid"/>
          </a:ln>
        </p:spPr>
      </p:sp>
      <p:sp>
        <p:nvSpPr>
          <p:cNvPr id="150" name="Input snapshot 1: source 150"/>
          <p:cNvSpPr/>
          <p:nvPr/>
        </p:nvSpPr>
        <p:spPr>
          <a:xfrm>
            <a:off x="1143000" y="1291666"/>
            <a:ext cx="38580" cy="44769"/>
          </a:xfrm>
          <a:prstGeom prst="rect">
            <a:avLst/>
          </a:prstGeom>
          <a:solidFill>
            <a:srgbClr val="EFF2F4"/>
          </a:solidFill>
          <a:ln w="2092">
            <a:solidFill>
              <a:srgbClr val="C6D4E2"/>
            </a:solidFill>
            <a:prstDash val="solid"/>
          </a:ln>
        </p:spPr>
      </p:sp>
      <p:sp>
        <p:nvSpPr>
          <p:cNvPr id="151" name="Input snapshot 1: source 151"/>
          <p:cNvSpPr/>
          <p:nvPr/>
        </p:nvSpPr>
        <p:spPr>
          <a:xfrm>
            <a:off x="1180703" y="1291666"/>
            <a:ext cx="38580" cy="44769"/>
          </a:xfrm>
          <a:prstGeom prst="rect">
            <a:avLst/>
          </a:prstGeom>
          <a:solidFill>
            <a:srgbClr val="EFF2F4"/>
          </a:solidFill>
          <a:ln w="2092">
            <a:solidFill>
              <a:srgbClr val="C6D4E2"/>
            </a:solidFill>
            <a:prstDash val="solid"/>
          </a:ln>
        </p:spPr>
      </p:sp>
      <p:sp>
        <p:nvSpPr>
          <p:cNvPr id="152" name="Input snapshot 1: source 152"/>
          <p:cNvSpPr/>
          <p:nvPr/>
        </p:nvSpPr>
        <p:spPr>
          <a:xfrm>
            <a:off x="1218405" y="1291666"/>
            <a:ext cx="38580" cy="44769"/>
          </a:xfrm>
          <a:prstGeom prst="rect">
            <a:avLst/>
          </a:prstGeom>
          <a:solidFill>
            <a:srgbClr val="EFF2F4"/>
          </a:solidFill>
          <a:ln w="2092">
            <a:solidFill>
              <a:srgbClr val="C6D4E2"/>
            </a:solidFill>
            <a:prstDash val="solid"/>
          </a:ln>
        </p:spPr>
      </p:sp>
      <p:sp>
        <p:nvSpPr>
          <p:cNvPr id="153" name="Input snapshot 1: source 153"/>
          <p:cNvSpPr/>
          <p:nvPr/>
        </p:nvSpPr>
        <p:spPr>
          <a:xfrm>
            <a:off x="1256108" y="1291666"/>
            <a:ext cx="38580" cy="44769"/>
          </a:xfrm>
          <a:prstGeom prst="rect">
            <a:avLst/>
          </a:prstGeom>
          <a:solidFill>
            <a:srgbClr val="EFF2F4"/>
          </a:solidFill>
          <a:ln w="2092">
            <a:solidFill>
              <a:srgbClr val="C6D4E2"/>
            </a:solidFill>
            <a:prstDash val="solid"/>
          </a:ln>
        </p:spPr>
      </p:sp>
      <p:sp>
        <p:nvSpPr>
          <p:cNvPr id="154" name="Input snapshot 1: source 154"/>
          <p:cNvSpPr/>
          <p:nvPr/>
        </p:nvSpPr>
        <p:spPr>
          <a:xfrm>
            <a:off x="1293810" y="1291666"/>
            <a:ext cx="38580" cy="44769"/>
          </a:xfrm>
          <a:prstGeom prst="rect">
            <a:avLst/>
          </a:prstGeom>
          <a:solidFill>
            <a:srgbClr val="EFF2F4"/>
          </a:solidFill>
          <a:ln w="2092">
            <a:solidFill>
              <a:srgbClr val="C6D4E2"/>
            </a:solidFill>
            <a:prstDash val="solid"/>
          </a:ln>
        </p:spPr>
      </p:sp>
      <p:sp>
        <p:nvSpPr>
          <p:cNvPr id="155" name="Input snapshot 1: source 155"/>
          <p:cNvSpPr/>
          <p:nvPr/>
        </p:nvSpPr>
        <p:spPr>
          <a:xfrm>
            <a:off x="1331513" y="1291666"/>
            <a:ext cx="38580" cy="44769"/>
          </a:xfrm>
          <a:prstGeom prst="rect">
            <a:avLst/>
          </a:prstGeom>
          <a:solidFill>
            <a:srgbClr val="EFF2F4"/>
          </a:solidFill>
          <a:ln w="2092">
            <a:solidFill>
              <a:srgbClr val="C6D4E2"/>
            </a:solidFill>
            <a:prstDash val="solid"/>
          </a:ln>
        </p:spPr>
      </p:sp>
      <p:sp>
        <p:nvSpPr>
          <p:cNvPr id="156" name="Input snapshot 1: source 156"/>
          <p:cNvSpPr/>
          <p:nvPr/>
        </p:nvSpPr>
        <p:spPr>
          <a:xfrm>
            <a:off x="1369215" y="1291666"/>
            <a:ext cx="38580" cy="44769"/>
          </a:xfrm>
          <a:prstGeom prst="rect">
            <a:avLst/>
          </a:prstGeom>
          <a:solidFill>
            <a:srgbClr val="EFF2F4"/>
          </a:solidFill>
          <a:ln w="2092">
            <a:solidFill>
              <a:srgbClr val="C6D4E2"/>
            </a:solidFill>
            <a:prstDash val="solid"/>
          </a:ln>
        </p:spPr>
      </p:sp>
      <p:sp>
        <p:nvSpPr>
          <p:cNvPr id="157" name="Input snapshot 1: source 157"/>
          <p:cNvSpPr/>
          <p:nvPr/>
        </p:nvSpPr>
        <p:spPr>
          <a:xfrm>
            <a:off x="1406918" y="1291666"/>
            <a:ext cx="38580" cy="44769"/>
          </a:xfrm>
          <a:prstGeom prst="rect">
            <a:avLst/>
          </a:prstGeom>
          <a:solidFill>
            <a:srgbClr val="EFF2F4"/>
          </a:solidFill>
          <a:ln w="2092">
            <a:solidFill>
              <a:srgbClr val="C6D4E2"/>
            </a:solidFill>
            <a:prstDash val="solid"/>
          </a:ln>
        </p:spPr>
      </p:sp>
      <p:sp>
        <p:nvSpPr>
          <p:cNvPr id="158" name="Input snapshot 1: source 158"/>
          <p:cNvSpPr/>
          <p:nvPr/>
        </p:nvSpPr>
        <p:spPr>
          <a:xfrm>
            <a:off x="1444620" y="1291666"/>
            <a:ext cx="38580" cy="44769"/>
          </a:xfrm>
          <a:prstGeom prst="rect">
            <a:avLst/>
          </a:prstGeom>
          <a:solidFill>
            <a:srgbClr val="EFF2F4"/>
          </a:solidFill>
          <a:ln w="2092">
            <a:solidFill>
              <a:srgbClr val="C6D4E2"/>
            </a:solidFill>
            <a:prstDash val="solid"/>
          </a:ln>
        </p:spPr>
      </p:sp>
      <p:sp>
        <p:nvSpPr>
          <p:cNvPr id="159" name="Input snapshot 1: source 159"/>
          <p:cNvSpPr/>
          <p:nvPr/>
        </p:nvSpPr>
        <p:spPr>
          <a:xfrm>
            <a:off x="1482323" y="1291666"/>
            <a:ext cx="38580" cy="44769"/>
          </a:xfrm>
          <a:prstGeom prst="rect">
            <a:avLst/>
          </a:prstGeom>
          <a:solidFill>
            <a:srgbClr val="EFF2F4"/>
          </a:solidFill>
          <a:ln w="2092">
            <a:solidFill>
              <a:srgbClr val="C6D4E2"/>
            </a:solidFill>
            <a:prstDash val="solid"/>
          </a:ln>
        </p:spPr>
      </p:sp>
      <p:sp>
        <p:nvSpPr>
          <p:cNvPr id="160" name="Input snapshot 1: source 160"/>
          <p:cNvSpPr/>
          <p:nvPr/>
        </p:nvSpPr>
        <p:spPr>
          <a:xfrm>
            <a:off x="1520026" y="1291666"/>
            <a:ext cx="38580" cy="44769"/>
          </a:xfrm>
          <a:prstGeom prst="rect">
            <a:avLst/>
          </a:prstGeom>
          <a:solidFill>
            <a:srgbClr val="009E73"/>
          </a:solidFill>
          <a:ln w="2092">
            <a:solidFill>
              <a:srgbClr val="C6D4E2"/>
            </a:solidFill>
            <a:prstDash val="solid"/>
          </a:ln>
        </p:spPr>
      </p:sp>
      <p:sp>
        <p:nvSpPr>
          <p:cNvPr id="161" name="Input snapshot 1: source 161"/>
          <p:cNvSpPr/>
          <p:nvPr/>
        </p:nvSpPr>
        <p:spPr>
          <a:xfrm>
            <a:off x="1557728" y="1291666"/>
            <a:ext cx="38580" cy="44769"/>
          </a:xfrm>
          <a:prstGeom prst="rect">
            <a:avLst/>
          </a:prstGeom>
          <a:solidFill>
            <a:srgbClr val="009E73"/>
          </a:solidFill>
          <a:ln w="2092">
            <a:solidFill>
              <a:srgbClr val="C6D4E2"/>
            </a:solidFill>
            <a:prstDash val="solid"/>
          </a:ln>
        </p:spPr>
      </p:sp>
      <p:sp>
        <p:nvSpPr>
          <p:cNvPr id="162" name="Input snapshot 1: source 162"/>
          <p:cNvSpPr/>
          <p:nvPr/>
        </p:nvSpPr>
        <p:spPr>
          <a:xfrm>
            <a:off x="1595431" y="1291666"/>
            <a:ext cx="38580" cy="44769"/>
          </a:xfrm>
          <a:prstGeom prst="rect">
            <a:avLst/>
          </a:prstGeom>
          <a:solidFill>
            <a:srgbClr val="009E73"/>
          </a:solidFill>
          <a:ln w="2092">
            <a:solidFill>
              <a:srgbClr val="C6D4E2"/>
            </a:solidFill>
            <a:prstDash val="solid"/>
          </a:ln>
        </p:spPr>
      </p:sp>
      <p:sp>
        <p:nvSpPr>
          <p:cNvPr id="163" name="Input snapshot 1: source 163"/>
          <p:cNvSpPr/>
          <p:nvPr/>
        </p:nvSpPr>
        <p:spPr>
          <a:xfrm>
            <a:off x="1633133" y="1291666"/>
            <a:ext cx="38580" cy="44769"/>
          </a:xfrm>
          <a:prstGeom prst="rect">
            <a:avLst/>
          </a:prstGeom>
          <a:solidFill>
            <a:srgbClr val="009E73"/>
          </a:solidFill>
          <a:ln w="2092">
            <a:solidFill>
              <a:srgbClr val="C6D4E2"/>
            </a:solidFill>
            <a:prstDash val="solid"/>
          </a:ln>
        </p:spPr>
      </p:sp>
      <p:sp>
        <p:nvSpPr>
          <p:cNvPr id="164" name="Input snapshot 1: source 164"/>
          <p:cNvSpPr/>
          <p:nvPr/>
        </p:nvSpPr>
        <p:spPr>
          <a:xfrm>
            <a:off x="1143000" y="1335558"/>
            <a:ext cx="38580" cy="44769"/>
          </a:xfrm>
          <a:prstGeom prst="rect">
            <a:avLst/>
          </a:prstGeom>
          <a:solidFill>
            <a:srgbClr val="EFF2F4"/>
          </a:solidFill>
          <a:ln w="2092">
            <a:solidFill>
              <a:srgbClr val="C6D4E2"/>
            </a:solidFill>
            <a:prstDash val="solid"/>
          </a:ln>
        </p:spPr>
      </p:sp>
      <p:sp>
        <p:nvSpPr>
          <p:cNvPr id="165" name="Input snapshot 1: source 165"/>
          <p:cNvSpPr/>
          <p:nvPr/>
        </p:nvSpPr>
        <p:spPr>
          <a:xfrm>
            <a:off x="1180703" y="1335558"/>
            <a:ext cx="38580" cy="44769"/>
          </a:xfrm>
          <a:prstGeom prst="rect">
            <a:avLst/>
          </a:prstGeom>
          <a:solidFill>
            <a:srgbClr val="EFF2F4"/>
          </a:solidFill>
          <a:ln w="2092">
            <a:solidFill>
              <a:srgbClr val="C6D4E2"/>
            </a:solidFill>
            <a:prstDash val="solid"/>
          </a:ln>
        </p:spPr>
      </p:sp>
      <p:sp>
        <p:nvSpPr>
          <p:cNvPr id="166" name="Input snapshot 1: source 166"/>
          <p:cNvSpPr/>
          <p:nvPr/>
        </p:nvSpPr>
        <p:spPr>
          <a:xfrm>
            <a:off x="1218405" y="1335558"/>
            <a:ext cx="38580" cy="44769"/>
          </a:xfrm>
          <a:prstGeom prst="rect">
            <a:avLst/>
          </a:prstGeom>
          <a:solidFill>
            <a:srgbClr val="EFF2F4"/>
          </a:solidFill>
          <a:ln w="2092">
            <a:solidFill>
              <a:srgbClr val="C6D4E2"/>
            </a:solidFill>
            <a:prstDash val="solid"/>
          </a:ln>
        </p:spPr>
      </p:sp>
      <p:sp>
        <p:nvSpPr>
          <p:cNvPr id="167" name="Input snapshot 1: source 167"/>
          <p:cNvSpPr/>
          <p:nvPr/>
        </p:nvSpPr>
        <p:spPr>
          <a:xfrm>
            <a:off x="1256108" y="1335558"/>
            <a:ext cx="38580" cy="44769"/>
          </a:xfrm>
          <a:prstGeom prst="rect">
            <a:avLst/>
          </a:prstGeom>
          <a:solidFill>
            <a:srgbClr val="EFF2F4"/>
          </a:solidFill>
          <a:ln w="2092">
            <a:solidFill>
              <a:srgbClr val="C6D4E2"/>
            </a:solidFill>
            <a:prstDash val="solid"/>
          </a:ln>
        </p:spPr>
      </p:sp>
      <p:sp>
        <p:nvSpPr>
          <p:cNvPr id="168" name="Input snapshot 1: source 168"/>
          <p:cNvSpPr/>
          <p:nvPr/>
        </p:nvSpPr>
        <p:spPr>
          <a:xfrm>
            <a:off x="1293810" y="1335558"/>
            <a:ext cx="38580" cy="44769"/>
          </a:xfrm>
          <a:prstGeom prst="rect">
            <a:avLst/>
          </a:prstGeom>
          <a:solidFill>
            <a:srgbClr val="EFF2F4"/>
          </a:solidFill>
          <a:ln w="2092">
            <a:solidFill>
              <a:srgbClr val="C6D4E2"/>
            </a:solidFill>
            <a:prstDash val="solid"/>
          </a:ln>
        </p:spPr>
      </p:sp>
      <p:sp>
        <p:nvSpPr>
          <p:cNvPr id="169" name="Input snapshot 1: source 169"/>
          <p:cNvSpPr/>
          <p:nvPr/>
        </p:nvSpPr>
        <p:spPr>
          <a:xfrm>
            <a:off x="1331513" y="1335558"/>
            <a:ext cx="38580" cy="44769"/>
          </a:xfrm>
          <a:prstGeom prst="rect">
            <a:avLst/>
          </a:prstGeom>
          <a:solidFill>
            <a:srgbClr val="B7BEC5"/>
          </a:solidFill>
          <a:ln w="2092">
            <a:solidFill>
              <a:srgbClr val="C6D4E2"/>
            </a:solidFill>
            <a:prstDash val="solid"/>
          </a:ln>
        </p:spPr>
      </p:sp>
      <p:sp>
        <p:nvSpPr>
          <p:cNvPr id="170" name="Input snapshot 1: source 170"/>
          <p:cNvSpPr/>
          <p:nvPr/>
        </p:nvSpPr>
        <p:spPr>
          <a:xfrm>
            <a:off x="1369215" y="1335558"/>
            <a:ext cx="38580" cy="44769"/>
          </a:xfrm>
          <a:prstGeom prst="rect">
            <a:avLst/>
          </a:prstGeom>
          <a:solidFill>
            <a:srgbClr val="B7BEC5"/>
          </a:solidFill>
          <a:ln w="2092">
            <a:solidFill>
              <a:srgbClr val="C6D4E2"/>
            </a:solidFill>
            <a:prstDash val="solid"/>
          </a:ln>
        </p:spPr>
      </p:sp>
      <p:sp>
        <p:nvSpPr>
          <p:cNvPr id="171" name="Input snapshot 1: source 171"/>
          <p:cNvSpPr/>
          <p:nvPr/>
        </p:nvSpPr>
        <p:spPr>
          <a:xfrm>
            <a:off x="1406918" y="1335558"/>
            <a:ext cx="38580" cy="44769"/>
          </a:xfrm>
          <a:prstGeom prst="rect">
            <a:avLst/>
          </a:prstGeom>
          <a:solidFill>
            <a:srgbClr val="B7BEC5"/>
          </a:solidFill>
          <a:ln w="2092">
            <a:solidFill>
              <a:srgbClr val="C6D4E2"/>
            </a:solidFill>
            <a:prstDash val="solid"/>
          </a:ln>
        </p:spPr>
      </p:sp>
      <p:sp>
        <p:nvSpPr>
          <p:cNvPr id="172" name="Input snapshot 1: source 172"/>
          <p:cNvSpPr/>
          <p:nvPr/>
        </p:nvSpPr>
        <p:spPr>
          <a:xfrm>
            <a:off x="1444620" y="1335558"/>
            <a:ext cx="38580" cy="44769"/>
          </a:xfrm>
          <a:prstGeom prst="rect">
            <a:avLst/>
          </a:prstGeom>
          <a:solidFill>
            <a:srgbClr val="B7BEC5"/>
          </a:solidFill>
          <a:ln w="2092">
            <a:solidFill>
              <a:srgbClr val="C6D4E2"/>
            </a:solidFill>
            <a:prstDash val="solid"/>
          </a:ln>
        </p:spPr>
      </p:sp>
      <p:sp>
        <p:nvSpPr>
          <p:cNvPr id="173" name="Input snapshot 1: source 173"/>
          <p:cNvSpPr/>
          <p:nvPr/>
        </p:nvSpPr>
        <p:spPr>
          <a:xfrm>
            <a:off x="1482323" y="1335558"/>
            <a:ext cx="38580" cy="44769"/>
          </a:xfrm>
          <a:prstGeom prst="rect">
            <a:avLst/>
          </a:prstGeom>
          <a:solidFill>
            <a:srgbClr val="B7BEC5"/>
          </a:solidFill>
          <a:ln w="2092">
            <a:solidFill>
              <a:srgbClr val="C6D4E2"/>
            </a:solidFill>
            <a:prstDash val="solid"/>
          </a:ln>
        </p:spPr>
      </p:sp>
      <p:sp>
        <p:nvSpPr>
          <p:cNvPr id="174" name="Input snapshot 1: source 174"/>
          <p:cNvSpPr/>
          <p:nvPr/>
        </p:nvSpPr>
        <p:spPr>
          <a:xfrm>
            <a:off x="1520026" y="1335558"/>
            <a:ext cx="38580" cy="44769"/>
          </a:xfrm>
          <a:prstGeom prst="rect">
            <a:avLst/>
          </a:prstGeom>
          <a:solidFill>
            <a:srgbClr val="009E73"/>
          </a:solidFill>
          <a:ln w="2092">
            <a:solidFill>
              <a:srgbClr val="C6D4E2"/>
            </a:solidFill>
            <a:prstDash val="solid"/>
          </a:ln>
        </p:spPr>
      </p:sp>
      <p:sp>
        <p:nvSpPr>
          <p:cNvPr id="175" name="Input snapshot 1: source 175"/>
          <p:cNvSpPr/>
          <p:nvPr/>
        </p:nvSpPr>
        <p:spPr>
          <a:xfrm>
            <a:off x="1557728" y="1335558"/>
            <a:ext cx="38580" cy="44769"/>
          </a:xfrm>
          <a:prstGeom prst="rect">
            <a:avLst/>
          </a:prstGeom>
          <a:solidFill>
            <a:srgbClr val="009E73"/>
          </a:solidFill>
          <a:ln w="2092">
            <a:solidFill>
              <a:srgbClr val="C6D4E2"/>
            </a:solidFill>
            <a:prstDash val="solid"/>
          </a:ln>
        </p:spPr>
      </p:sp>
      <p:sp>
        <p:nvSpPr>
          <p:cNvPr id="176" name="Input snapshot 1: source 176"/>
          <p:cNvSpPr/>
          <p:nvPr/>
        </p:nvSpPr>
        <p:spPr>
          <a:xfrm>
            <a:off x="1595431" y="1335558"/>
            <a:ext cx="38580" cy="44769"/>
          </a:xfrm>
          <a:prstGeom prst="rect">
            <a:avLst/>
          </a:prstGeom>
          <a:solidFill>
            <a:srgbClr val="009E73"/>
          </a:solidFill>
          <a:ln w="2092">
            <a:solidFill>
              <a:srgbClr val="C6D4E2"/>
            </a:solidFill>
            <a:prstDash val="solid"/>
          </a:ln>
        </p:spPr>
      </p:sp>
      <p:sp>
        <p:nvSpPr>
          <p:cNvPr id="177" name="Input snapshot 1: source 177"/>
          <p:cNvSpPr/>
          <p:nvPr/>
        </p:nvSpPr>
        <p:spPr>
          <a:xfrm>
            <a:off x="1633133" y="1335558"/>
            <a:ext cx="38580" cy="44769"/>
          </a:xfrm>
          <a:prstGeom prst="rect">
            <a:avLst/>
          </a:prstGeom>
          <a:solidFill>
            <a:srgbClr val="009E73"/>
          </a:solidFill>
          <a:ln w="2092">
            <a:solidFill>
              <a:srgbClr val="C6D4E2"/>
            </a:solidFill>
            <a:prstDash val="solid"/>
          </a:ln>
        </p:spPr>
      </p:sp>
      <p:sp>
        <p:nvSpPr>
          <p:cNvPr id="178" name="Input snapshot 1: source 178"/>
          <p:cNvSpPr/>
          <p:nvPr/>
        </p:nvSpPr>
        <p:spPr>
          <a:xfrm>
            <a:off x="1143000" y="1379448"/>
            <a:ext cx="38580" cy="44769"/>
          </a:xfrm>
          <a:prstGeom prst="rect">
            <a:avLst/>
          </a:prstGeom>
          <a:solidFill>
            <a:srgbClr val="EFF2F4"/>
          </a:solidFill>
          <a:ln w="2092">
            <a:solidFill>
              <a:srgbClr val="C6D4E2"/>
            </a:solidFill>
            <a:prstDash val="solid"/>
          </a:ln>
        </p:spPr>
      </p:sp>
      <p:sp>
        <p:nvSpPr>
          <p:cNvPr id="179" name="Input snapshot 1: source 179"/>
          <p:cNvSpPr/>
          <p:nvPr/>
        </p:nvSpPr>
        <p:spPr>
          <a:xfrm>
            <a:off x="1180703" y="1379448"/>
            <a:ext cx="38580" cy="44769"/>
          </a:xfrm>
          <a:prstGeom prst="rect">
            <a:avLst/>
          </a:prstGeom>
          <a:solidFill>
            <a:srgbClr val="EFF2F4"/>
          </a:solidFill>
          <a:ln w="2092">
            <a:solidFill>
              <a:srgbClr val="C6D4E2"/>
            </a:solidFill>
            <a:prstDash val="solid"/>
          </a:ln>
        </p:spPr>
      </p:sp>
      <p:sp>
        <p:nvSpPr>
          <p:cNvPr id="180" name="Input snapshot 1: source 180"/>
          <p:cNvSpPr/>
          <p:nvPr/>
        </p:nvSpPr>
        <p:spPr>
          <a:xfrm>
            <a:off x="1218405" y="1379448"/>
            <a:ext cx="38580" cy="44769"/>
          </a:xfrm>
          <a:prstGeom prst="rect">
            <a:avLst/>
          </a:prstGeom>
          <a:solidFill>
            <a:srgbClr val="B7BEC5"/>
          </a:solidFill>
          <a:ln w="2092">
            <a:solidFill>
              <a:srgbClr val="C6D4E2"/>
            </a:solidFill>
            <a:prstDash val="solid"/>
          </a:ln>
        </p:spPr>
      </p:sp>
      <p:sp>
        <p:nvSpPr>
          <p:cNvPr id="181" name="Input snapshot 1: source 181"/>
          <p:cNvSpPr/>
          <p:nvPr/>
        </p:nvSpPr>
        <p:spPr>
          <a:xfrm>
            <a:off x="1256108" y="1379448"/>
            <a:ext cx="38580" cy="44769"/>
          </a:xfrm>
          <a:prstGeom prst="rect">
            <a:avLst/>
          </a:prstGeom>
          <a:solidFill>
            <a:srgbClr val="B7BEC5"/>
          </a:solidFill>
          <a:ln w="2092">
            <a:solidFill>
              <a:srgbClr val="C6D4E2"/>
            </a:solidFill>
            <a:prstDash val="solid"/>
          </a:ln>
        </p:spPr>
      </p:sp>
      <p:sp>
        <p:nvSpPr>
          <p:cNvPr id="182" name="Input snapshot 1: source 182"/>
          <p:cNvSpPr/>
          <p:nvPr/>
        </p:nvSpPr>
        <p:spPr>
          <a:xfrm>
            <a:off x="1293810" y="1379448"/>
            <a:ext cx="38580" cy="44769"/>
          </a:xfrm>
          <a:prstGeom prst="rect">
            <a:avLst/>
          </a:prstGeom>
          <a:solidFill>
            <a:srgbClr val="B7BEC5"/>
          </a:solidFill>
          <a:ln w="2092">
            <a:solidFill>
              <a:srgbClr val="C6D4E2"/>
            </a:solidFill>
            <a:prstDash val="solid"/>
          </a:ln>
        </p:spPr>
      </p:sp>
      <p:sp>
        <p:nvSpPr>
          <p:cNvPr id="183" name="Input snapshot 1: source 183"/>
          <p:cNvSpPr/>
          <p:nvPr/>
        </p:nvSpPr>
        <p:spPr>
          <a:xfrm>
            <a:off x="1331513" y="1379448"/>
            <a:ext cx="38580" cy="44769"/>
          </a:xfrm>
          <a:prstGeom prst="rect">
            <a:avLst/>
          </a:prstGeom>
          <a:solidFill>
            <a:srgbClr val="B7BEC5"/>
          </a:solidFill>
          <a:ln w="2092">
            <a:solidFill>
              <a:srgbClr val="C6D4E2"/>
            </a:solidFill>
            <a:prstDash val="solid"/>
          </a:ln>
        </p:spPr>
      </p:sp>
      <p:sp>
        <p:nvSpPr>
          <p:cNvPr id="184" name="Input snapshot 1: source 184"/>
          <p:cNvSpPr/>
          <p:nvPr/>
        </p:nvSpPr>
        <p:spPr>
          <a:xfrm>
            <a:off x="1369215" y="1379448"/>
            <a:ext cx="38580" cy="44769"/>
          </a:xfrm>
          <a:prstGeom prst="rect">
            <a:avLst/>
          </a:prstGeom>
          <a:solidFill>
            <a:srgbClr val="B7BEC5"/>
          </a:solidFill>
          <a:ln w="2092">
            <a:solidFill>
              <a:srgbClr val="C6D4E2"/>
            </a:solidFill>
            <a:prstDash val="solid"/>
          </a:ln>
        </p:spPr>
      </p:sp>
      <p:sp>
        <p:nvSpPr>
          <p:cNvPr id="185" name="Input snapshot 1: source 185"/>
          <p:cNvSpPr/>
          <p:nvPr/>
        </p:nvSpPr>
        <p:spPr>
          <a:xfrm>
            <a:off x="1406918" y="1379448"/>
            <a:ext cx="38580" cy="44769"/>
          </a:xfrm>
          <a:prstGeom prst="rect">
            <a:avLst/>
          </a:prstGeom>
          <a:solidFill>
            <a:srgbClr val="B7BEC5"/>
          </a:solidFill>
          <a:ln w="2092">
            <a:solidFill>
              <a:srgbClr val="C6D4E2"/>
            </a:solidFill>
            <a:prstDash val="solid"/>
          </a:ln>
        </p:spPr>
      </p:sp>
      <p:sp>
        <p:nvSpPr>
          <p:cNvPr id="186" name="Input snapshot 1: source 186"/>
          <p:cNvSpPr/>
          <p:nvPr/>
        </p:nvSpPr>
        <p:spPr>
          <a:xfrm>
            <a:off x="1444620" y="1379448"/>
            <a:ext cx="38580" cy="44769"/>
          </a:xfrm>
          <a:prstGeom prst="rect">
            <a:avLst/>
          </a:prstGeom>
          <a:solidFill>
            <a:srgbClr val="B7BEC5"/>
          </a:solidFill>
          <a:ln w="2092">
            <a:solidFill>
              <a:srgbClr val="C6D4E2"/>
            </a:solidFill>
            <a:prstDash val="solid"/>
          </a:ln>
        </p:spPr>
      </p:sp>
      <p:sp>
        <p:nvSpPr>
          <p:cNvPr id="187" name="Input snapshot 1: source 187"/>
          <p:cNvSpPr/>
          <p:nvPr/>
        </p:nvSpPr>
        <p:spPr>
          <a:xfrm>
            <a:off x="1482323" y="1379448"/>
            <a:ext cx="38580" cy="44769"/>
          </a:xfrm>
          <a:prstGeom prst="rect">
            <a:avLst/>
          </a:prstGeom>
          <a:solidFill>
            <a:srgbClr val="B7BEC5"/>
          </a:solidFill>
          <a:ln w="2092">
            <a:solidFill>
              <a:srgbClr val="C6D4E2"/>
            </a:solidFill>
            <a:prstDash val="solid"/>
          </a:ln>
        </p:spPr>
      </p:sp>
      <p:sp>
        <p:nvSpPr>
          <p:cNvPr id="188" name="Input snapshot 1: source 188"/>
          <p:cNvSpPr/>
          <p:nvPr/>
        </p:nvSpPr>
        <p:spPr>
          <a:xfrm>
            <a:off x="1520026" y="1379448"/>
            <a:ext cx="38580" cy="44769"/>
          </a:xfrm>
          <a:prstGeom prst="rect">
            <a:avLst/>
          </a:prstGeom>
          <a:solidFill>
            <a:srgbClr val="B7BEC5"/>
          </a:solidFill>
          <a:ln w="2092">
            <a:solidFill>
              <a:srgbClr val="C6D4E2"/>
            </a:solidFill>
            <a:prstDash val="solid"/>
          </a:ln>
        </p:spPr>
      </p:sp>
      <p:sp>
        <p:nvSpPr>
          <p:cNvPr id="189" name="Input snapshot 1: source 189"/>
          <p:cNvSpPr/>
          <p:nvPr/>
        </p:nvSpPr>
        <p:spPr>
          <a:xfrm>
            <a:off x="1557728" y="1379448"/>
            <a:ext cx="38580" cy="44769"/>
          </a:xfrm>
          <a:prstGeom prst="rect">
            <a:avLst/>
          </a:prstGeom>
          <a:solidFill>
            <a:srgbClr val="EFF2F4"/>
          </a:solidFill>
          <a:ln w="2092">
            <a:solidFill>
              <a:srgbClr val="C6D4E2"/>
            </a:solidFill>
            <a:prstDash val="solid"/>
          </a:ln>
        </p:spPr>
      </p:sp>
      <p:sp>
        <p:nvSpPr>
          <p:cNvPr id="190" name="Input snapshot 1: source 190"/>
          <p:cNvSpPr/>
          <p:nvPr/>
        </p:nvSpPr>
        <p:spPr>
          <a:xfrm>
            <a:off x="1595431" y="1379448"/>
            <a:ext cx="38580" cy="44769"/>
          </a:xfrm>
          <a:prstGeom prst="rect">
            <a:avLst/>
          </a:prstGeom>
          <a:solidFill>
            <a:srgbClr val="EFF2F4"/>
          </a:solidFill>
          <a:ln w="2092">
            <a:solidFill>
              <a:srgbClr val="C6D4E2"/>
            </a:solidFill>
            <a:prstDash val="solid"/>
          </a:ln>
        </p:spPr>
      </p:sp>
      <p:sp>
        <p:nvSpPr>
          <p:cNvPr id="191" name="Input snapshot 1: source 191"/>
          <p:cNvSpPr/>
          <p:nvPr/>
        </p:nvSpPr>
        <p:spPr>
          <a:xfrm>
            <a:off x="1633133" y="1379448"/>
            <a:ext cx="38580" cy="44769"/>
          </a:xfrm>
          <a:prstGeom prst="rect">
            <a:avLst/>
          </a:prstGeom>
          <a:solidFill>
            <a:srgbClr val="EFF2F4"/>
          </a:solidFill>
          <a:ln w="2092">
            <a:solidFill>
              <a:srgbClr val="C6D4E2"/>
            </a:solidFill>
            <a:prstDash val="solid"/>
          </a:ln>
        </p:spPr>
      </p:sp>
      <p:sp>
        <p:nvSpPr>
          <p:cNvPr id="192" name="Input snapshot 1: source 192"/>
          <p:cNvSpPr/>
          <p:nvPr/>
        </p:nvSpPr>
        <p:spPr>
          <a:xfrm>
            <a:off x="1143000" y="1423340"/>
            <a:ext cx="38580" cy="44769"/>
          </a:xfrm>
          <a:prstGeom prst="rect">
            <a:avLst/>
          </a:prstGeom>
          <a:solidFill>
            <a:srgbClr val="EFF2F4"/>
          </a:solidFill>
          <a:ln w="2092">
            <a:solidFill>
              <a:srgbClr val="C6D4E2"/>
            </a:solidFill>
            <a:prstDash val="solid"/>
          </a:ln>
        </p:spPr>
      </p:sp>
      <p:sp>
        <p:nvSpPr>
          <p:cNvPr id="193" name="Input snapshot 1: source 193"/>
          <p:cNvSpPr/>
          <p:nvPr/>
        </p:nvSpPr>
        <p:spPr>
          <a:xfrm>
            <a:off x="1180703" y="1423340"/>
            <a:ext cx="38580" cy="44769"/>
          </a:xfrm>
          <a:prstGeom prst="rect">
            <a:avLst/>
          </a:prstGeom>
          <a:solidFill>
            <a:srgbClr val="B7BEC5"/>
          </a:solidFill>
          <a:ln w="2092">
            <a:solidFill>
              <a:srgbClr val="C6D4E2"/>
            </a:solidFill>
            <a:prstDash val="solid"/>
          </a:ln>
        </p:spPr>
      </p:sp>
      <p:sp>
        <p:nvSpPr>
          <p:cNvPr id="194" name="Input snapshot 1: source 194"/>
          <p:cNvSpPr/>
          <p:nvPr/>
        </p:nvSpPr>
        <p:spPr>
          <a:xfrm>
            <a:off x="1218405" y="1423340"/>
            <a:ext cx="38580" cy="44769"/>
          </a:xfrm>
          <a:prstGeom prst="rect">
            <a:avLst/>
          </a:prstGeom>
          <a:solidFill>
            <a:srgbClr val="B7BEC5"/>
          </a:solidFill>
          <a:ln w="2092">
            <a:solidFill>
              <a:srgbClr val="C6D4E2"/>
            </a:solidFill>
            <a:prstDash val="solid"/>
          </a:ln>
        </p:spPr>
      </p:sp>
      <p:sp>
        <p:nvSpPr>
          <p:cNvPr id="195" name="Input snapshot 1: source 195"/>
          <p:cNvSpPr/>
          <p:nvPr/>
        </p:nvSpPr>
        <p:spPr>
          <a:xfrm>
            <a:off x="1256108" y="1423340"/>
            <a:ext cx="38580" cy="44769"/>
          </a:xfrm>
          <a:prstGeom prst="rect">
            <a:avLst/>
          </a:prstGeom>
          <a:solidFill>
            <a:srgbClr val="B7BEC5"/>
          </a:solidFill>
          <a:ln w="2092">
            <a:solidFill>
              <a:srgbClr val="C6D4E2"/>
            </a:solidFill>
            <a:prstDash val="solid"/>
          </a:ln>
        </p:spPr>
      </p:sp>
      <p:sp>
        <p:nvSpPr>
          <p:cNvPr id="196" name="Input snapshot 1: source 196"/>
          <p:cNvSpPr/>
          <p:nvPr/>
        </p:nvSpPr>
        <p:spPr>
          <a:xfrm>
            <a:off x="1293810" y="1423340"/>
            <a:ext cx="38580" cy="44769"/>
          </a:xfrm>
          <a:prstGeom prst="rect">
            <a:avLst/>
          </a:prstGeom>
          <a:solidFill>
            <a:srgbClr val="B7BEC5"/>
          </a:solidFill>
          <a:ln w="2092">
            <a:solidFill>
              <a:srgbClr val="C6D4E2"/>
            </a:solidFill>
            <a:prstDash val="solid"/>
          </a:ln>
        </p:spPr>
      </p:sp>
      <p:sp>
        <p:nvSpPr>
          <p:cNvPr id="197" name="Input snapshot 1: source 197"/>
          <p:cNvSpPr/>
          <p:nvPr/>
        </p:nvSpPr>
        <p:spPr>
          <a:xfrm>
            <a:off x="1331513" y="1423340"/>
            <a:ext cx="38580" cy="44769"/>
          </a:xfrm>
          <a:prstGeom prst="rect">
            <a:avLst/>
          </a:prstGeom>
          <a:solidFill>
            <a:srgbClr val="B7BEC5"/>
          </a:solidFill>
          <a:ln w="2092">
            <a:solidFill>
              <a:srgbClr val="C6D4E2"/>
            </a:solidFill>
            <a:prstDash val="solid"/>
          </a:ln>
        </p:spPr>
      </p:sp>
      <p:sp>
        <p:nvSpPr>
          <p:cNvPr id="198" name="Input snapshot 1: source 198"/>
          <p:cNvSpPr/>
          <p:nvPr/>
        </p:nvSpPr>
        <p:spPr>
          <a:xfrm>
            <a:off x="1369215" y="1423340"/>
            <a:ext cx="38580" cy="44769"/>
          </a:xfrm>
          <a:prstGeom prst="rect">
            <a:avLst/>
          </a:prstGeom>
          <a:solidFill>
            <a:srgbClr val="B7BEC5"/>
          </a:solidFill>
          <a:ln w="2092">
            <a:solidFill>
              <a:srgbClr val="C6D4E2"/>
            </a:solidFill>
            <a:prstDash val="solid"/>
          </a:ln>
        </p:spPr>
      </p:sp>
      <p:sp>
        <p:nvSpPr>
          <p:cNvPr id="199" name="Input snapshot 1: source 199"/>
          <p:cNvSpPr/>
          <p:nvPr/>
        </p:nvSpPr>
        <p:spPr>
          <a:xfrm>
            <a:off x="1406918" y="1423340"/>
            <a:ext cx="38580" cy="44769"/>
          </a:xfrm>
          <a:prstGeom prst="rect">
            <a:avLst/>
          </a:prstGeom>
          <a:solidFill>
            <a:srgbClr val="D55E00"/>
          </a:solidFill>
          <a:ln w="2092">
            <a:solidFill>
              <a:srgbClr val="C6D4E2"/>
            </a:solidFill>
            <a:prstDash val="solid"/>
          </a:ln>
        </p:spPr>
      </p:sp>
      <p:sp>
        <p:nvSpPr>
          <p:cNvPr id="200" name="Input snapshot 1: source 200"/>
          <p:cNvSpPr/>
          <p:nvPr/>
        </p:nvSpPr>
        <p:spPr>
          <a:xfrm>
            <a:off x="1444620" y="1423340"/>
            <a:ext cx="38580" cy="44769"/>
          </a:xfrm>
          <a:prstGeom prst="rect">
            <a:avLst/>
          </a:prstGeom>
          <a:solidFill>
            <a:srgbClr val="D55E00"/>
          </a:solidFill>
          <a:ln w="2092">
            <a:solidFill>
              <a:srgbClr val="C6D4E2"/>
            </a:solidFill>
            <a:prstDash val="solid"/>
          </a:ln>
        </p:spPr>
      </p:sp>
      <p:sp>
        <p:nvSpPr>
          <p:cNvPr id="201" name="Input snapshot 1: source 201"/>
          <p:cNvSpPr/>
          <p:nvPr/>
        </p:nvSpPr>
        <p:spPr>
          <a:xfrm>
            <a:off x="1482323" y="1423340"/>
            <a:ext cx="38580" cy="44769"/>
          </a:xfrm>
          <a:prstGeom prst="rect">
            <a:avLst/>
          </a:prstGeom>
          <a:solidFill>
            <a:srgbClr val="D55E00"/>
          </a:solidFill>
          <a:ln w="2092">
            <a:solidFill>
              <a:srgbClr val="C6D4E2"/>
            </a:solidFill>
            <a:prstDash val="solid"/>
          </a:ln>
        </p:spPr>
      </p:sp>
      <p:sp>
        <p:nvSpPr>
          <p:cNvPr id="202" name="Input snapshot 1: source 202"/>
          <p:cNvSpPr/>
          <p:nvPr/>
        </p:nvSpPr>
        <p:spPr>
          <a:xfrm>
            <a:off x="1520026" y="1423340"/>
            <a:ext cx="38580" cy="44769"/>
          </a:xfrm>
          <a:prstGeom prst="rect">
            <a:avLst/>
          </a:prstGeom>
          <a:solidFill>
            <a:srgbClr val="B7BEC5"/>
          </a:solidFill>
          <a:ln w="2092">
            <a:solidFill>
              <a:srgbClr val="C6D4E2"/>
            </a:solidFill>
            <a:prstDash val="solid"/>
          </a:ln>
        </p:spPr>
      </p:sp>
      <p:sp>
        <p:nvSpPr>
          <p:cNvPr id="203" name="Input snapshot 1: source 203"/>
          <p:cNvSpPr/>
          <p:nvPr/>
        </p:nvSpPr>
        <p:spPr>
          <a:xfrm>
            <a:off x="1557728" y="1423340"/>
            <a:ext cx="38580" cy="44769"/>
          </a:xfrm>
          <a:prstGeom prst="rect">
            <a:avLst/>
          </a:prstGeom>
          <a:solidFill>
            <a:srgbClr val="EFF2F4"/>
          </a:solidFill>
          <a:ln w="2092">
            <a:solidFill>
              <a:srgbClr val="C6D4E2"/>
            </a:solidFill>
            <a:prstDash val="solid"/>
          </a:ln>
        </p:spPr>
      </p:sp>
      <p:sp>
        <p:nvSpPr>
          <p:cNvPr id="204" name="Input snapshot 1: source 204"/>
          <p:cNvSpPr/>
          <p:nvPr/>
        </p:nvSpPr>
        <p:spPr>
          <a:xfrm>
            <a:off x="1595431" y="1423340"/>
            <a:ext cx="38580" cy="44769"/>
          </a:xfrm>
          <a:prstGeom prst="rect">
            <a:avLst/>
          </a:prstGeom>
          <a:solidFill>
            <a:srgbClr val="EFF2F4"/>
          </a:solidFill>
          <a:ln w="2092">
            <a:solidFill>
              <a:srgbClr val="C6D4E2"/>
            </a:solidFill>
            <a:prstDash val="solid"/>
          </a:ln>
        </p:spPr>
      </p:sp>
      <p:sp>
        <p:nvSpPr>
          <p:cNvPr id="205" name="Input snapshot 1: source 205"/>
          <p:cNvSpPr/>
          <p:nvPr/>
        </p:nvSpPr>
        <p:spPr>
          <a:xfrm>
            <a:off x="1633133" y="1423340"/>
            <a:ext cx="38580" cy="44769"/>
          </a:xfrm>
          <a:prstGeom prst="rect">
            <a:avLst/>
          </a:prstGeom>
          <a:solidFill>
            <a:srgbClr val="EFF2F4"/>
          </a:solidFill>
          <a:ln w="2092">
            <a:solidFill>
              <a:srgbClr val="C6D4E2"/>
            </a:solidFill>
            <a:prstDash val="solid"/>
          </a:ln>
        </p:spPr>
      </p:sp>
      <p:sp>
        <p:nvSpPr>
          <p:cNvPr id="206" name="Input snapshot 1: source 206"/>
          <p:cNvSpPr/>
          <p:nvPr/>
        </p:nvSpPr>
        <p:spPr>
          <a:xfrm>
            <a:off x="1143000" y="1467231"/>
            <a:ext cx="38580" cy="44769"/>
          </a:xfrm>
          <a:prstGeom prst="rect">
            <a:avLst/>
          </a:prstGeom>
          <a:solidFill>
            <a:srgbClr val="EFF2F4"/>
          </a:solidFill>
          <a:ln w="2092">
            <a:solidFill>
              <a:srgbClr val="C6D4E2"/>
            </a:solidFill>
            <a:prstDash val="solid"/>
          </a:ln>
        </p:spPr>
      </p:sp>
      <p:sp>
        <p:nvSpPr>
          <p:cNvPr id="207" name="Input snapshot 1: source 207"/>
          <p:cNvSpPr/>
          <p:nvPr/>
        </p:nvSpPr>
        <p:spPr>
          <a:xfrm>
            <a:off x="1180703" y="1467231"/>
            <a:ext cx="38580" cy="44769"/>
          </a:xfrm>
          <a:prstGeom prst="rect">
            <a:avLst/>
          </a:prstGeom>
          <a:solidFill>
            <a:srgbClr val="B7BEC5"/>
          </a:solidFill>
          <a:ln w="2092">
            <a:solidFill>
              <a:srgbClr val="C6D4E2"/>
            </a:solidFill>
            <a:prstDash val="solid"/>
          </a:ln>
        </p:spPr>
      </p:sp>
      <p:sp>
        <p:nvSpPr>
          <p:cNvPr id="208" name="Input snapshot 1: source 208"/>
          <p:cNvSpPr/>
          <p:nvPr/>
        </p:nvSpPr>
        <p:spPr>
          <a:xfrm>
            <a:off x="1218405" y="1467231"/>
            <a:ext cx="38580" cy="44769"/>
          </a:xfrm>
          <a:prstGeom prst="rect">
            <a:avLst/>
          </a:prstGeom>
          <a:solidFill>
            <a:srgbClr val="B7BEC5"/>
          </a:solidFill>
          <a:ln w="2092">
            <a:solidFill>
              <a:srgbClr val="C6D4E2"/>
            </a:solidFill>
            <a:prstDash val="solid"/>
          </a:ln>
        </p:spPr>
      </p:sp>
      <p:sp>
        <p:nvSpPr>
          <p:cNvPr id="209" name="Input snapshot 1: source 209"/>
          <p:cNvSpPr/>
          <p:nvPr/>
        </p:nvSpPr>
        <p:spPr>
          <a:xfrm>
            <a:off x="1256108" y="1467231"/>
            <a:ext cx="38580" cy="44769"/>
          </a:xfrm>
          <a:prstGeom prst="rect">
            <a:avLst/>
          </a:prstGeom>
          <a:solidFill>
            <a:srgbClr val="B7BEC5"/>
          </a:solidFill>
          <a:ln w="2092">
            <a:solidFill>
              <a:srgbClr val="C6D4E2"/>
            </a:solidFill>
            <a:prstDash val="solid"/>
          </a:ln>
        </p:spPr>
      </p:sp>
      <p:sp>
        <p:nvSpPr>
          <p:cNvPr id="210" name="Input snapshot 1: source 210"/>
          <p:cNvSpPr/>
          <p:nvPr/>
        </p:nvSpPr>
        <p:spPr>
          <a:xfrm>
            <a:off x="1293810" y="1467231"/>
            <a:ext cx="38580" cy="44769"/>
          </a:xfrm>
          <a:prstGeom prst="rect">
            <a:avLst/>
          </a:prstGeom>
          <a:solidFill>
            <a:srgbClr val="B7BEC5"/>
          </a:solidFill>
          <a:ln w="2092">
            <a:solidFill>
              <a:srgbClr val="C6D4E2"/>
            </a:solidFill>
            <a:prstDash val="solid"/>
          </a:ln>
        </p:spPr>
      </p:sp>
      <p:sp>
        <p:nvSpPr>
          <p:cNvPr id="211" name="Input snapshot 1: source 211"/>
          <p:cNvSpPr/>
          <p:nvPr/>
        </p:nvSpPr>
        <p:spPr>
          <a:xfrm>
            <a:off x="1331513" y="1467231"/>
            <a:ext cx="38580" cy="44769"/>
          </a:xfrm>
          <a:prstGeom prst="rect">
            <a:avLst/>
          </a:prstGeom>
          <a:solidFill>
            <a:srgbClr val="B7BEC5"/>
          </a:solidFill>
          <a:ln w="2092">
            <a:solidFill>
              <a:srgbClr val="C6D4E2"/>
            </a:solidFill>
            <a:prstDash val="solid"/>
          </a:ln>
        </p:spPr>
      </p:sp>
      <p:sp>
        <p:nvSpPr>
          <p:cNvPr id="212" name="Input snapshot 1: source 212"/>
          <p:cNvSpPr/>
          <p:nvPr/>
        </p:nvSpPr>
        <p:spPr>
          <a:xfrm>
            <a:off x="1369215" y="1467231"/>
            <a:ext cx="38580" cy="44769"/>
          </a:xfrm>
          <a:prstGeom prst="rect">
            <a:avLst/>
          </a:prstGeom>
          <a:solidFill>
            <a:srgbClr val="B7BEC5"/>
          </a:solidFill>
          <a:ln w="2092">
            <a:solidFill>
              <a:srgbClr val="C6D4E2"/>
            </a:solidFill>
            <a:prstDash val="solid"/>
          </a:ln>
        </p:spPr>
      </p:sp>
      <p:sp>
        <p:nvSpPr>
          <p:cNvPr id="213" name="Input snapshot 1: source 213"/>
          <p:cNvSpPr/>
          <p:nvPr/>
        </p:nvSpPr>
        <p:spPr>
          <a:xfrm>
            <a:off x="1406918" y="1467231"/>
            <a:ext cx="38580" cy="44769"/>
          </a:xfrm>
          <a:prstGeom prst="rect">
            <a:avLst/>
          </a:prstGeom>
          <a:solidFill>
            <a:srgbClr val="D55E00"/>
          </a:solidFill>
          <a:ln w="2092">
            <a:solidFill>
              <a:srgbClr val="C6D4E2"/>
            </a:solidFill>
            <a:prstDash val="solid"/>
          </a:ln>
        </p:spPr>
      </p:sp>
      <p:sp>
        <p:nvSpPr>
          <p:cNvPr id="214" name="Input snapshot 1: source 214"/>
          <p:cNvSpPr/>
          <p:nvPr/>
        </p:nvSpPr>
        <p:spPr>
          <a:xfrm>
            <a:off x="1444620" y="1467231"/>
            <a:ext cx="38580" cy="44769"/>
          </a:xfrm>
          <a:prstGeom prst="rect">
            <a:avLst/>
          </a:prstGeom>
          <a:solidFill>
            <a:srgbClr val="D55E00"/>
          </a:solidFill>
          <a:ln w="2092">
            <a:solidFill>
              <a:srgbClr val="C6D4E2"/>
            </a:solidFill>
            <a:prstDash val="solid"/>
          </a:ln>
        </p:spPr>
      </p:sp>
      <p:sp>
        <p:nvSpPr>
          <p:cNvPr id="215" name="Input snapshot 1: source 215"/>
          <p:cNvSpPr/>
          <p:nvPr/>
        </p:nvSpPr>
        <p:spPr>
          <a:xfrm>
            <a:off x="1482323" y="1467231"/>
            <a:ext cx="38580" cy="44769"/>
          </a:xfrm>
          <a:prstGeom prst="rect">
            <a:avLst/>
          </a:prstGeom>
          <a:solidFill>
            <a:srgbClr val="D55E00"/>
          </a:solidFill>
          <a:ln w="2092">
            <a:solidFill>
              <a:srgbClr val="C6D4E2"/>
            </a:solidFill>
            <a:prstDash val="solid"/>
          </a:ln>
        </p:spPr>
      </p:sp>
      <p:sp>
        <p:nvSpPr>
          <p:cNvPr id="216" name="Input snapshot 1: source 216"/>
          <p:cNvSpPr/>
          <p:nvPr/>
        </p:nvSpPr>
        <p:spPr>
          <a:xfrm>
            <a:off x="1520026" y="1467231"/>
            <a:ext cx="38580" cy="44769"/>
          </a:xfrm>
          <a:prstGeom prst="rect">
            <a:avLst/>
          </a:prstGeom>
          <a:solidFill>
            <a:srgbClr val="B7BEC5"/>
          </a:solidFill>
          <a:ln w="2092">
            <a:solidFill>
              <a:srgbClr val="C6D4E2"/>
            </a:solidFill>
            <a:prstDash val="solid"/>
          </a:ln>
        </p:spPr>
      </p:sp>
      <p:sp>
        <p:nvSpPr>
          <p:cNvPr id="217" name="Input snapshot 1: source 217"/>
          <p:cNvSpPr/>
          <p:nvPr/>
        </p:nvSpPr>
        <p:spPr>
          <a:xfrm>
            <a:off x="1557728" y="1467231"/>
            <a:ext cx="38580" cy="44769"/>
          </a:xfrm>
          <a:prstGeom prst="rect">
            <a:avLst/>
          </a:prstGeom>
          <a:solidFill>
            <a:srgbClr val="EFF2F4"/>
          </a:solidFill>
          <a:ln w="2092">
            <a:solidFill>
              <a:srgbClr val="C6D4E2"/>
            </a:solidFill>
            <a:prstDash val="solid"/>
          </a:ln>
        </p:spPr>
      </p:sp>
      <p:sp>
        <p:nvSpPr>
          <p:cNvPr id="218" name="Input snapshot 1: source 218"/>
          <p:cNvSpPr/>
          <p:nvPr/>
        </p:nvSpPr>
        <p:spPr>
          <a:xfrm>
            <a:off x="1595431" y="1467231"/>
            <a:ext cx="38580" cy="44769"/>
          </a:xfrm>
          <a:prstGeom prst="rect">
            <a:avLst/>
          </a:prstGeom>
          <a:solidFill>
            <a:srgbClr val="EFF2F4"/>
          </a:solidFill>
          <a:ln w="2092">
            <a:solidFill>
              <a:srgbClr val="C6D4E2"/>
            </a:solidFill>
            <a:prstDash val="solid"/>
          </a:ln>
        </p:spPr>
      </p:sp>
      <p:sp>
        <p:nvSpPr>
          <p:cNvPr id="219" name="Input snapshot 1: source 219"/>
          <p:cNvSpPr/>
          <p:nvPr/>
        </p:nvSpPr>
        <p:spPr>
          <a:xfrm>
            <a:off x="1633133" y="1467231"/>
            <a:ext cx="38580" cy="44769"/>
          </a:xfrm>
          <a:prstGeom prst="rect">
            <a:avLst/>
          </a:prstGeom>
          <a:solidFill>
            <a:srgbClr val="EFF2F4"/>
          </a:solidFill>
          <a:ln w="2092">
            <a:solidFill>
              <a:srgbClr val="C6D4E2"/>
            </a:solidFill>
            <a:prstDash val="solid"/>
          </a:ln>
        </p:spPr>
      </p:sp>
      <p:sp>
        <p:nvSpPr>
          <p:cNvPr id="220" name="Input snapshot 1: source 220"/>
          <p:cNvSpPr/>
          <p:nvPr/>
        </p:nvSpPr>
        <p:spPr>
          <a:xfrm>
            <a:off x="1143000" y="1511122"/>
            <a:ext cx="38580" cy="44769"/>
          </a:xfrm>
          <a:prstGeom prst="rect">
            <a:avLst/>
          </a:prstGeom>
          <a:solidFill>
            <a:srgbClr val="EFF2F4"/>
          </a:solidFill>
          <a:ln w="2092">
            <a:solidFill>
              <a:srgbClr val="C6D4E2"/>
            </a:solidFill>
            <a:prstDash val="solid"/>
          </a:ln>
        </p:spPr>
      </p:sp>
      <p:sp>
        <p:nvSpPr>
          <p:cNvPr id="221" name="Input snapshot 1: source 221"/>
          <p:cNvSpPr/>
          <p:nvPr/>
        </p:nvSpPr>
        <p:spPr>
          <a:xfrm>
            <a:off x="1180703" y="1511122"/>
            <a:ext cx="38580" cy="44769"/>
          </a:xfrm>
          <a:prstGeom prst="rect">
            <a:avLst/>
          </a:prstGeom>
          <a:solidFill>
            <a:srgbClr val="B7BEC5"/>
          </a:solidFill>
          <a:ln w="2092">
            <a:solidFill>
              <a:srgbClr val="C6D4E2"/>
            </a:solidFill>
            <a:prstDash val="solid"/>
          </a:ln>
        </p:spPr>
      </p:sp>
      <p:sp>
        <p:nvSpPr>
          <p:cNvPr id="222" name="Input snapshot 1: source 222"/>
          <p:cNvSpPr/>
          <p:nvPr/>
        </p:nvSpPr>
        <p:spPr>
          <a:xfrm>
            <a:off x="1218405" y="1511122"/>
            <a:ext cx="38580" cy="44769"/>
          </a:xfrm>
          <a:prstGeom prst="rect">
            <a:avLst/>
          </a:prstGeom>
          <a:solidFill>
            <a:srgbClr val="0072B2"/>
          </a:solidFill>
          <a:ln w="2092">
            <a:solidFill>
              <a:srgbClr val="C6D4E2"/>
            </a:solidFill>
            <a:prstDash val="solid"/>
          </a:ln>
        </p:spPr>
      </p:sp>
      <p:sp>
        <p:nvSpPr>
          <p:cNvPr id="223" name="Input snapshot 1: source 223"/>
          <p:cNvSpPr/>
          <p:nvPr/>
        </p:nvSpPr>
        <p:spPr>
          <a:xfrm>
            <a:off x="1256108" y="1511122"/>
            <a:ext cx="38580" cy="44769"/>
          </a:xfrm>
          <a:prstGeom prst="rect">
            <a:avLst/>
          </a:prstGeom>
          <a:solidFill>
            <a:srgbClr val="0072B2"/>
          </a:solidFill>
          <a:ln w="2092">
            <a:solidFill>
              <a:srgbClr val="C6D4E2"/>
            </a:solidFill>
            <a:prstDash val="solid"/>
          </a:ln>
        </p:spPr>
      </p:sp>
      <p:sp>
        <p:nvSpPr>
          <p:cNvPr id="224" name="Input snapshot 1: source 224"/>
          <p:cNvSpPr/>
          <p:nvPr/>
        </p:nvSpPr>
        <p:spPr>
          <a:xfrm>
            <a:off x="1293810" y="1511122"/>
            <a:ext cx="38580" cy="44769"/>
          </a:xfrm>
          <a:prstGeom prst="rect">
            <a:avLst/>
          </a:prstGeom>
          <a:solidFill>
            <a:srgbClr val="0072B2"/>
          </a:solidFill>
          <a:ln w="2092">
            <a:solidFill>
              <a:srgbClr val="C6D4E2"/>
            </a:solidFill>
            <a:prstDash val="solid"/>
          </a:ln>
        </p:spPr>
      </p:sp>
      <p:sp>
        <p:nvSpPr>
          <p:cNvPr id="225" name="Input snapshot 1: source 225"/>
          <p:cNvSpPr/>
          <p:nvPr/>
        </p:nvSpPr>
        <p:spPr>
          <a:xfrm>
            <a:off x="1331513" y="1511122"/>
            <a:ext cx="38580" cy="44769"/>
          </a:xfrm>
          <a:prstGeom prst="rect">
            <a:avLst/>
          </a:prstGeom>
          <a:solidFill>
            <a:srgbClr val="0072B2"/>
          </a:solidFill>
          <a:ln w="2092">
            <a:solidFill>
              <a:srgbClr val="C6D4E2"/>
            </a:solidFill>
            <a:prstDash val="solid"/>
          </a:ln>
        </p:spPr>
      </p:sp>
      <p:sp>
        <p:nvSpPr>
          <p:cNvPr id="226" name="Input snapshot 1: source 226"/>
          <p:cNvSpPr/>
          <p:nvPr/>
        </p:nvSpPr>
        <p:spPr>
          <a:xfrm>
            <a:off x="1369215" y="1511122"/>
            <a:ext cx="38580" cy="44769"/>
          </a:xfrm>
          <a:prstGeom prst="rect">
            <a:avLst/>
          </a:prstGeom>
          <a:solidFill>
            <a:srgbClr val="B7BEC5"/>
          </a:solidFill>
          <a:ln w="2092">
            <a:solidFill>
              <a:srgbClr val="C6D4E2"/>
            </a:solidFill>
            <a:prstDash val="solid"/>
          </a:ln>
        </p:spPr>
      </p:sp>
      <p:sp>
        <p:nvSpPr>
          <p:cNvPr id="227" name="Input snapshot 1: source 227"/>
          <p:cNvSpPr/>
          <p:nvPr/>
        </p:nvSpPr>
        <p:spPr>
          <a:xfrm>
            <a:off x="1406918" y="1511122"/>
            <a:ext cx="38580" cy="44769"/>
          </a:xfrm>
          <a:prstGeom prst="rect">
            <a:avLst/>
          </a:prstGeom>
          <a:solidFill>
            <a:srgbClr val="D55E00"/>
          </a:solidFill>
          <a:ln w="2092">
            <a:solidFill>
              <a:srgbClr val="C6D4E2"/>
            </a:solidFill>
            <a:prstDash val="solid"/>
          </a:ln>
        </p:spPr>
      </p:sp>
      <p:sp>
        <p:nvSpPr>
          <p:cNvPr id="228" name="Input snapshot 1: source 228"/>
          <p:cNvSpPr/>
          <p:nvPr/>
        </p:nvSpPr>
        <p:spPr>
          <a:xfrm>
            <a:off x="1444620" y="1511122"/>
            <a:ext cx="38580" cy="44769"/>
          </a:xfrm>
          <a:prstGeom prst="rect">
            <a:avLst/>
          </a:prstGeom>
          <a:solidFill>
            <a:srgbClr val="D55E00"/>
          </a:solidFill>
          <a:ln w="2092">
            <a:solidFill>
              <a:srgbClr val="C6D4E2"/>
            </a:solidFill>
            <a:prstDash val="solid"/>
          </a:ln>
        </p:spPr>
      </p:sp>
      <p:sp>
        <p:nvSpPr>
          <p:cNvPr id="229" name="Input snapshot 1: source 229"/>
          <p:cNvSpPr/>
          <p:nvPr/>
        </p:nvSpPr>
        <p:spPr>
          <a:xfrm>
            <a:off x="1482323" y="1511122"/>
            <a:ext cx="38580" cy="44769"/>
          </a:xfrm>
          <a:prstGeom prst="rect">
            <a:avLst/>
          </a:prstGeom>
          <a:solidFill>
            <a:srgbClr val="D55E00"/>
          </a:solidFill>
          <a:ln w="2092">
            <a:solidFill>
              <a:srgbClr val="C6D4E2"/>
            </a:solidFill>
            <a:prstDash val="solid"/>
          </a:ln>
        </p:spPr>
      </p:sp>
      <p:sp>
        <p:nvSpPr>
          <p:cNvPr id="230" name="Input snapshot 1: source 230"/>
          <p:cNvSpPr/>
          <p:nvPr/>
        </p:nvSpPr>
        <p:spPr>
          <a:xfrm>
            <a:off x="1520026" y="1511122"/>
            <a:ext cx="38580" cy="44769"/>
          </a:xfrm>
          <a:prstGeom prst="rect">
            <a:avLst/>
          </a:prstGeom>
          <a:solidFill>
            <a:srgbClr val="B7BEC5"/>
          </a:solidFill>
          <a:ln w="2092">
            <a:solidFill>
              <a:srgbClr val="C6D4E2"/>
            </a:solidFill>
            <a:prstDash val="solid"/>
          </a:ln>
        </p:spPr>
      </p:sp>
      <p:sp>
        <p:nvSpPr>
          <p:cNvPr id="231" name="Input snapshot 1: source 231"/>
          <p:cNvSpPr/>
          <p:nvPr/>
        </p:nvSpPr>
        <p:spPr>
          <a:xfrm>
            <a:off x="1557728" y="1511122"/>
            <a:ext cx="38580" cy="44769"/>
          </a:xfrm>
          <a:prstGeom prst="rect">
            <a:avLst/>
          </a:prstGeom>
          <a:solidFill>
            <a:srgbClr val="EFF2F4"/>
          </a:solidFill>
          <a:ln w="2092">
            <a:solidFill>
              <a:srgbClr val="C6D4E2"/>
            </a:solidFill>
            <a:prstDash val="solid"/>
          </a:ln>
        </p:spPr>
      </p:sp>
      <p:sp>
        <p:nvSpPr>
          <p:cNvPr id="232" name="Input snapshot 1: source 232"/>
          <p:cNvSpPr/>
          <p:nvPr/>
        </p:nvSpPr>
        <p:spPr>
          <a:xfrm>
            <a:off x="1595431" y="1511122"/>
            <a:ext cx="38580" cy="44769"/>
          </a:xfrm>
          <a:prstGeom prst="rect">
            <a:avLst/>
          </a:prstGeom>
          <a:solidFill>
            <a:srgbClr val="EFF2F4"/>
          </a:solidFill>
          <a:ln w="2092">
            <a:solidFill>
              <a:srgbClr val="C6D4E2"/>
            </a:solidFill>
            <a:prstDash val="solid"/>
          </a:ln>
        </p:spPr>
      </p:sp>
      <p:sp>
        <p:nvSpPr>
          <p:cNvPr id="233" name="Input snapshot 1: source 233"/>
          <p:cNvSpPr/>
          <p:nvPr/>
        </p:nvSpPr>
        <p:spPr>
          <a:xfrm>
            <a:off x="1633133" y="1511122"/>
            <a:ext cx="38580" cy="44769"/>
          </a:xfrm>
          <a:prstGeom prst="rect">
            <a:avLst/>
          </a:prstGeom>
          <a:solidFill>
            <a:srgbClr val="EFF2F4"/>
          </a:solidFill>
          <a:ln w="2092">
            <a:solidFill>
              <a:srgbClr val="C6D4E2"/>
            </a:solidFill>
            <a:prstDash val="solid"/>
          </a:ln>
        </p:spPr>
      </p:sp>
      <p:sp>
        <p:nvSpPr>
          <p:cNvPr id="234" name="Input snapshot 1: source 234"/>
          <p:cNvSpPr/>
          <p:nvPr/>
        </p:nvSpPr>
        <p:spPr>
          <a:xfrm>
            <a:off x="1143000" y="1555014"/>
            <a:ext cx="38580" cy="44769"/>
          </a:xfrm>
          <a:prstGeom prst="rect">
            <a:avLst/>
          </a:prstGeom>
          <a:solidFill>
            <a:srgbClr val="EFF2F4"/>
          </a:solidFill>
          <a:ln w="2092">
            <a:solidFill>
              <a:srgbClr val="C6D4E2"/>
            </a:solidFill>
            <a:prstDash val="solid"/>
          </a:ln>
        </p:spPr>
      </p:sp>
      <p:sp>
        <p:nvSpPr>
          <p:cNvPr id="235" name="Input snapshot 1: source 235"/>
          <p:cNvSpPr/>
          <p:nvPr/>
        </p:nvSpPr>
        <p:spPr>
          <a:xfrm>
            <a:off x="1180703" y="1555014"/>
            <a:ext cx="38580" cy="44769"/>
          </a:xfrm>
          <a:prstGeom prst="rect">
            <a:avLst/>
          </a:prstGeom>
          <a:solidFill>
            <a:srgbClr val="0072B2"/>
          </a:solidFill>
          <a:ln w="2092">
            <a:solidFill>
              <a:srgbClr val="C6D4E2"/>
            </a:solidFill>
            <a:prstDash val="solid"/>
          </a:ln>
        </p:spPr>
      </p:sp>
      <p:sp>
        <p:nvSpPr>
          <p:cNvPr id="236" name="Input snapshot 1: source 236"/>
          <p:cNvSpPr/>
          <p:nvPr/>
        </p:nvSpPr>
        <p:spPr>
          <a:xfrm>
            <a:off x="1218405" y="1555014"/>
            <a:ext cx="38580" cy="44769"/>
          </a:xfrm>
          <a:prstGeom prst="rect">
            <a:avLst/>
          </a:prstGeom>
          <a:solidFill>
            <a:srgbClr val="0072B2"/>
          </a:solidFill>
          <a:ln w="2092">
            <a:solidFill>
              <a:srgbClr val="C6D4E2"/>
            </a:solidFill>
            <a:prstDash val="solid"/>
          </a:ln>
        </p:spPr>
      </p:sp>
      <p:sp>
        <p:nvSpPr>
          <p:cNvPr id="237" name="Input snapshot 1: source 237"/>
          <p:cNvSpPr/>
          <p:nvPr/>
        </p:nvSpPr>
        <p:spPr>
          <a:xfrm>
            <a:off x="1256108" y="1555014"/>
            <a:ext cx="38580" cy="44769"/>
          </a:xfrm>
          <a:prstGeom prst="rect">
            <a:avLst/>
          </a:prstGeom>
          <a:solidFill>
            <a:srgbClr val="0072B2"/>
          </a:solidFill>
          <a:ln w="2092">
            <a:solidFill>
              <a:srgbClr val="C6D4E2"/>
            </a:solidFill>
            <a:prstDash val="solid"/>
          </a:ln>
        </p:spPr>
      </p:sp>
      <p:sp>
        <p:nvSpPr>
          <p:cNvPr id="238" name="Input snapshot 1: source 238"/>
          <p:cNvSpPr/>
          <p:nvPr/>
        </p:nvSpPr>
        <p:spPr>
          <a:xfrm>
            <a:off x="1293810" y="1555014"/>
            <a:ext cx="38580" cy="44769"/>
          </a:xfrm>
          <a:prstGeom prst="rect">
            <a:avLst/>
          </a:prstGeom>
          <a:solidFill>
            <a:srgbClr val="0072B2"/>
          </a:solidFill>
          <a:ln w="2092">
            <a:solidFill>
              <a:srgbClr val="C6D4E2"/>
            </a:solidFill>
            <a:prstDash val="solid"/>
          </a:ln>
        </p:spPr>
      </p:sp>
      <p:sp>
        <p:nvSpPr>
          <p:cNvPr id="239" name="Input snapshot 1: source 239"/>
          <p:cNvSpPr/>
          <p:nvPr/>
        </p:nvSpPr>
        <p:spPr>
          <a:xfrm>
            <a:off x="1331513" y="1555014"/>
            <a:ext cx="38580" cy="44769"/>
          </a:xfrm>
          <a:prstGeom prst="rect">
            <a:avLst/>
          </a:prstGeom>
          <a:solidFill>
            <a:srgbClr val="0072B2"/>
          </a:solidFill>
          <a:ln w="2092">
            <a:solidFill>
              <a:srgbClr val="C6D4E2"/>
            </a:solidFill>
            <a:prstDash val="solid"/>
          </a:ln>
        </p:spPr>
      </p:sp>
      <p:sp>
        <p:nvSpPr>
          <p:cNvPr id="240" name="Input snapshot 1: source 240"/>
          <p:cNvSpPr/>
          <p:nvPr/>
        </p:nvSpPr>
        <p:spPr>
          <a:xfrm>
            <a:off x="1369215" y="1555014"/>
            <a:ext cx="38580" cy="44769"/>
          </a:xfrm>
          <a:prstGeom prst="rect">
            <a:avLst/>
          </a:prstGeom>
          <a:solidFill>
            <a:srgbClr val="B7BEC5"/>
          </a:solidFill>
          <a:ln w="2092">
            <a:solidFill>
              <a:srgbClr val="C6D4E2"/>
            </a:solidFill>
            <a:prstDash val="solid"/>
          </a:ln>
        </p:spPr>
      </p:sp>
      <p:sp>
        <p:nvSpPr>
          <p:cNvPr id="241" name="Input snapshot 1: source 241"/>
          <p:cNvSpPr/>
          <p:nvPr/>
        </p:nvSpPr>
        <p:spPr>
          <a:xfrm>
            <a:off x="1406918" y="1555014"/>
            <a:ext cx="38580" cy="44769"/>
          </a:xfrm>
          <a:prstGeom prst="rect">
            <a:avLst/>
          </a:prstGeom>
          <a:solidFill>
            <a:srgbClr val="B7BEC5"/>
          </a:solidFill>
          <a:ln w="2092">
            <a:solidFill>
              <a:srgbClr val="C6D4E2"/>
            </a:solidFill>
            <a:prstDash val="solid"/>
          </a:ln>
        </p:spPr>
      </p:sp>
      <p:sp>
        <p:nvSpPr>
          <p:cNvPr id="242" name="Input snapshot 1: source 242"/>
          <p:cNvSpPr/>
          <p:nvPr/>
        </p:nvSpPr>
        <p:spPr>
          <a:xfrm>
            <a:off x="1444620" y="1555014"/>
            <a:ext cx="38580" cy="44769"/>
          </a:xfrm>
          <a:prstGeom prst="rect">
            <a:avLst/>
          </a:prstGeom>
          <a:solidFill>
            <a:srgbClr val="B7BEC5"/>
          </a:solidFill>
          <a:ln w="2092">
            <a:solidFill>
              <a:srgbClr val="C6D4E2"/>
            </a:solidFill>
            <a:prstDash val="solid"/>
          </a:ln>
        </p:spPr>
      </p:sp>
      <p:sp>
        <p:nvSpPr>
          <p:cNvPr id="243" name="Input snapshot 1: source 243"/>
          <p:cNvSpPr/>
          <p:nvPr/>
        </p:nvSpPr>
        <p:spPr>
          <a:xfrm>
            <a:off x="1482323" y="1555014"/>
            <a:ext cx="38580" cy="44769"/>
          </a:xfrm>
          <a:prstGeom prst="rect">
            <a:avLst/>
          </a:prstGeom>
          <a:solidFill>
            <a:srgbClr val="B7BEC5"/>
          </a:solidFill>
          <a:ln w="2092">
            <a:solidFill>
              <a:srgbClr val="C6D4E2"/>
            </a:solidFill>
            <a:prstDash val="solid"/>
          </a:ln>
        </p:spPr>
      </p:sp>
      <p:sp>
        <p:nvSpPr>
          <p:cNvPr id="244" name="Input snapshot 1: source 244"/>
          <p:cNvSpPr/>
          <p:nvPr/>
        </p:nvSpPr>
        <p:spPr>
          <a:xfrm>
            <a:off x="1520026" y="1555014"/>
            <a:ext cx="38580" cy="44769"/>
          </a:xfrm>
          <a:prstGeom prst="rect">
            <a:avLst/>
          </a:prstGeom>
          <a:solidFill>
            <a:srgbClr val="B7BEC5"/>
          </a:solidFill>
          <a:ln w="2092">
            <a:solidFill>
              <a:srgbClr val="C6D4E2"/>
            </a:solidFill>
            <a:prstDash val="solid"/>
          </a:ln>
        </p:spPr>
      </p:sp>
      <p:sp>
        <p:nvSpPr>
          <p:cNvPr id="245" name="Input snapshot 1: source 245"/>
          <p:cNvSpPr/>
          <p:nvPr/>
        </p:nvSpPr>
        <p:spPr>
          <a:xfrm>
            <a:off x="1557728" y="1555014"/>
            <a:ext cx="38580" cy="44769"/>
          </a:xfrm>
          <a:prstGeom prst="rect">
            <a:avLst/>
          </a:prstGeom>
          <a:solidFill>
            <a:srgbClr val="EFF2F4"/>
          </a:solidFill>
          <a:ln w="2092">
            <a:solidFill>
              <a:srgbClr val="C6D4E2"/>
            </a:solidFill>
            <a:prstDash val="solid"/>
          </a:ln>
        </p:spPr>
      </p:sp>
      <p:sp>
        <p:nvSpPr>
          <p:cNvPr id="246" name="Input snapshot 1: source 246"/>
          <p:cNvSpPr/>
          <p:nvPr/>
        </p:nvSpPr>
        <p:spPr>
          <a:xfrm>
            <a:off x="1595431" y="1555014"/>
            <a:ext cx="38580" cy="44769"/>
          </a:xfrm>
          <a:prstGeom prst="rect">
            <a:avLst/>
          </a:prstGeom>
          <a:solidFill>
            <a:srgbClr val="EFF2F4"/>
          </a:solidFill>
          <a:ln w="2092">
            <a:solidFill>
              <a:srgbClr val="C6D4E2"/>
            </a:solidFill>
            <a:prstDash val="solid"/>
          </a:ln>
        </p:spPr>
      </p:sp>
      <p:sp>
        <p:nvSpPr>
          <p:cNvPr id="247" name="Input snapshot 1: source 247"/>
          <p:cNvSpPr/>
          <p:nvPr/>
        </p:nvSpPr>
        <p:spPr>
          <a:xfrm>
            <a:off x="1633133" y="1555014"/>
            <a:ext cx="38580" cy="44769"/>
          </a:xfrm>
          <a:prstGeom prst="rect">
            <a:avLst/>
          </a:prstGeom>
          <a:solidFill>
            <a:srgbClr val="EFF2F4"/>
          </a:solidFill>
          <a:ln w="2092">
            <a:solidFill>
              <a:srgbClr val="C6D4E2"/>
            </a:solidFill>
            <a:prstDash val="solid"/>
          </a:ln>
        </p:spPr>
      </p:sp>
      <p:sp>
        <p:nvSpPr>
          <p:cNvPr id="248" name="Input snapshot 1: source 248"/>
          <p:cNvSpPr/>
          <p:nvPr/>
        </p:nvSpPr>
        <p:spPr>
          <a:xfrm>
            <a:off x="1143000" y="1598904"/>
            <a:ext cx="38580" cy="44769"/>
          </a:xfrm>
          <a:prstGeom prst="rect">
            <a:avLst/>
          </a:prstGeom>
          <a:solidFill>
            <a:srgbClr val="EFF2F4"/>
          </a:solidFill>
          <a:ln w="2092">
            <a:solidFill>
              <a:srgbClr val="C6D4E2"/>
            </a:solidFill>
            <a:prstDash val="solid"/>
          </a:ln>
        </p:spPr>
      </p:sp>
      <p:sp>
        <p:nvSpPr>
          <p:cNvPr id="249" name="Input snapshot 1: source 249"/>
          <p:cNvSpPr/>
          <p:nvPr/>
        </p:nvSpPr>
        <p:spPr>
          <a:xfrm>
            <a:off x="1180703" y="1598904"/>
            <a:ext cx="38580" cy="44769"/>
          </a:xfrm>
          <a:prstGeom prst="rect">
            <a:avLst/>
          </a:prstGeom>
          <a:solidFill>
            <a:srgbClr val="B7BEC5"/>
          </a:solidFill>
          <a:ln w="2092">
            <a:solidFill>
              <a:srgbClr val="C6D4E2"/>
            </a:solidFill>
            <a:prstDash val="solid"/>
          </a:ln>
        </p:spPr>
      </p:sp>
      <p:sp>
        <p:nvSpPr>
          <p:cNvPr id="250" name="Input snapshot 1: source 250"/>
          <p:cNvSpPr/>
          <p:nvPr/>
        </p:nvSpPr>
        <p:spPr>
          <a:xfrm>
            <a:off x="1218405" y="1598904"/>
            <a:ext cx="38580" cy="44769"/>
          </a:xfrm>
          <a:prstGeom prst="rect">
            <a:avLst/>
          </a:prstGeom>
          <a:solidFill>
            <a:srgbClr val="0072B2"/>
          </a:solidFill>
          <a:ln w="2092">
            <a:solidFill>
              <a:srgbClr val="C6D4E2"/>
            </a:solidFill>
            <a:prstDash val="solid"/>
          </a:ln>
        </p:spPr>
      </p:sp>
      <p:sp>
        <p:nvSpPr>
          <p:cNvPr id="251" name="Input snapshot 1: source 251"/>
          <p:cNvSpPr/>
          <p:nvPr/>
        </p:nvSpPr>
        <p:spPr>
          <a:xfrm>
            <a:off x="1256108" y="1598904"/>
            <a:ext cx="38580" cy="44769"/>
          </a:xfrm>
          <a:prstGeom prst="rect">
            <a:avLst/>
          </a:prstGeom>
          <a:solidFill>
            <a:srgbClr val="0072B2"/>
          </a:solidFill>
          <a:ln w="2092">
            <a:solidFill>
              <a:srgbClr val="C6D4E2"/>
            </a:solidFill>
            <a:prstDash val="solid"/>
          </a:ln>
        </p:spPr>
      </p:sp>
      <p:sp>
        <p:nvSpPr>
          <p:cNvPr id="252" name="Input snapshot 1: source 252"/>
          <p:cNvSpPr/>
          <p:nvPr/>
        </p:nvSpPr>
        <p:spPr>
          <a:xfrm>
            <a:off x="1293810" y="1598904"/>
            <a:ext cx="38580" cy="44769"/>
          </a:xfrm>
          <a:prstGeom prst="rect">
            <a:avLst/>
          </a:prstGeom>
          <a:solidFill>
            <a:srgbClr val="0072B2"/>
          </a:solidFill>
          <a:ln w="2092">
            <a:solidFill>
              <a:srgbClr val="C6D4E2"/>
            </a:solidFill>
            <a:prstDash val="solid"/>
          </a:ln>
        </p:spPr>
      </p:sp>
      <p:sp>
        <p:nvSpPr>
          <p:cNvPr id="253" name="Input snapshot 1: source 253"/>
          <p:cNvSpPr/>
          <p:nvPr/>
        </p:nvSpPr>
        <p:spPr>
          <a:xfrm>
            <a:off x="1331513" y="1598904"/>
            <a:ext cx="38580" cy="44769"/>
          </a:xfrm>
          <a:prstGeom prst="rect">
            <a:avLst/>
          </a:prstGeom>
          <a:solidFill>
            <a:srgbClr val="0072B2"/>
          </a:solidFill>
          <a:ln w="2092">
            <a:solidFill>
              <a:srgbClr val="C6D4E2"/>
            </a:solidFill>
            <a:prstDash val="solid"/>
          </a:ln>
        </p:spPr>
      </p:sp>
      <p:sp>
        <p:nvSpPr>
          <p:cNvPr id="254" name="Input snapshot 1: source 254"/>
          <p:cNvSpPr/>
          <p:nvPr/>
        </p:nvSpPr>
        <p:spPr>
          <a:xfrm>
            <a:off x="1369215" y="1598904"/>
            <a:ext cx="38580" cy="44769"/>
          </a:xfrm>
          <a:prstGeom prst="rect">
            <a:avLst/>
          </a:prstGeom>
          <a:solidFill>
            <a:srgbClr val="B7BEC5"/>
          </a:solidFill>
          <a:ln w="2092">
            <a:solidFill>
              <a:srgbClr val="C6D4E2"/>
            </a:solidFill>
            <a:prstDash val="solid"/>
          </a:ln>
        </p:spPr>
      </p:sp>
      <p:sp>
        <p:nvSpPr>
          <p:cNvPr id="255" name="Input snapshot 1: source 255"/>
          <p:cNvSpPr/>
          <p:nvPr/>
        </p:nvSpPr>
        <p:spPr>
          <a:xfrm>
            <a:off x="1406918" y="1598904"/>
            <a:ext cx="38580" cy="44769"/>
          </a:xfrm>
          <a:prstGeom prst="rect">
            <a:avLst/>
          </a:prstGeom>
          <a:solidFill>
            <a:srgbClr val="B7BEC5"/>
          </a:solidFill>
          <a:ln w="2092">
            <a:solidFill>
              <a:srgbClr val="C6D4E2"/>
            </a:solidFill>
            <a:prstDash val="solid"/>
          </a:ln>
        </p:spPr>
      </p:sp>
      <p:sp>
        <p:nvSpPr>
          <p:cNvPr id="256" name="Input snapshot 1: source 256"/>
          <p:cNvSpPr/>
          <p:nvPr/>
        </p:nvSpPr>
        <p:spPr>
          <a:xfrm>
            <a:off x="1444620" y="1598904"/>
            <a:ext cx="38580" cy="44769"/>
          </a:xfrm>
          <a:prstGeom prst="rect">
            <a:avLst/>
          </a:prstGeom>
          <a:solidFill>
            <a:srgbClr val="B7BEC5"/>
          </a:solidFill>
          <a:ln w="2092">
            <a:solidFill>
              <a:srgbClr val="C6D4E2"/>
            </a:solidFill>
            <a:prstDash val="solid"/>
          </a:ln>
        </p:spPr>
      </p:sp>
      <p:sp>
        <p:nvSpPr>
          <p:cNvPr id="257" name="Input snapshot 1: source 257"/>
          <p:cNvSpPr/>
          <p:nvPr/>
        </p:nvSpPr>
        <p:spPr>
          <a:xfrm>
            <a:off x="1482323" y="1598904"/>
            <a:ext cx="38580" cy="44769"/>
          </a:xfrm>
          <a:prstGeom prst="rect">
            <a:avLst/>
          </a:prstGeom>
          <a:solidFill>
            <a:srgbClr val="EFF2F4"/>
          </a:solidFill>
          <a:ln w="2092">
            <a:solidFill>
              <a:srgbClr val="C6D4E2"/>
            </a:solidFill>
            <a:prstDash val="solid"/>
          </a:ln>
        </p:spPr>
      </p:sp>
      <p:sp>
        <p:nvSpPr>
          <p:cNvPr id="258" name="Input snapshot 1: source 258"/>
          <p:cNvSpPr/>
          <p:nvPr/>
        </p:nvSpPr>
        <p:spPr>
          <a:xfrm>
            <a:off x="1520026" y="1598904"/>
            <a:ext cx="38580" cy="44769"/>
          </a:xfrm>
          <a:prstGeom prst="rect">
            <a:avLst/>
          </a:prstGeom>
          <a:solidFill>
            <a:srgbClr val="EFF2F4"/>
          </a:solidFill>
          <a:ln w="2092">
            <a:solidFill>
              <a:srgbClr val="C6D4E2"/>
            </a:solidFill>
            <a:prstDash val="solid"/>
          </a:ln>
        </p:spPr>
      </p:sp>
      <p:sp>
        <p:nvSpPr>
          <p:cNvPr id="259" name="Input snapshot 1: source 259"/>
          <p:cNvSpPr/>
          <p:nvPr/>
        </p:nvSpPr>
        <p:spPr>
          <a:xfrm>
            <a:off x="1557728" y="1598904"/>
            <a:ext cx="38580" cy="44769"/>
          </a:xfrm>
          <a:prstGeom prst="rect">
            <a:avLst/>
          </a:prstGeom>
          <a:solidFill>
            <a:srgbClr val="EFF2F4"/>
          </a:solidFill>
          <a:ln w="2092">
            <a:solidFill>
              <a:srgbClr val="C6D4E2"/>
            </a:solidFill>
            <a:prstDash val="solid"/>
          </a:ln>
        </p:spPr>
      </p:sp>
      <p:sp>
        <p:nvSpPr>
          <p:cNvPr id="260" name="Input snapshot 1: source 260"/>
          <p:cNvSpPr/>
          <p:nvPr/>
        </p:nvSpPr>
        <p:spPr>
          <a:xfrm>
            <a:off x="1595431" y="1598904"/>
            <a:ext cx="38580" cy="44769"/>
          </a:xfrm>
          <a:prstGeom prst="rect">
            <a:avLst/>
          </a:prstGeom>
          <a:solidFill>
            <a:srgbClr val="EFF2F4"/>
          </a:solidFill>
          <a:ln w="2092">
            <a:solidFill>
              <a:srgbClr val="C6D4E2"/>
            </a:solidFill>
            <a:prstDash val="solid"/>
          </a:ln>
        </p:spPr>
      </p:sp>
      <p:sp>
        <p:nvSpPr>
          <p:cNvPr id="261" name="Input snapshot 1: source 261"/>
          <p:cNvSpPr/>
          <p:nvPr/>
        </p:nvSpPr>
        <p:spPr>
          <a:xfrm>
            <a:off x="1633133" y="1598904"/>
            <a:ext cx="38580" cy="44769"/>
          </a:xfrm>
          <a:prstGeom prst="rect">
            <a:avLst/>
          </a:prstGeom>
          <a:solidFill>
            <a:srgbClr val="EFF2F4"/>
          </a:solidFill>
          <a:ln w="2092">
            <a:solidFill>
              <a:srgbClr val="C6D4E2"/>
            </a:solidFill>
            <a:prstDash val="solid"/>
          </a:ln>
        </p:spPr>
      </p:sp>
      <p:sp>
        <p:nvSpPr>
          <p:cNvPr id="262" name="Input snapshot 1: source 262"/>
          <p:cNvSpPr/>
          <p:nvPr/>
        </p:nvSpPr>
        <p:spPr>
          <a:xfrm>
            <a:off x="1143000" y="1247775"/>
            <a:ext cx="527836" cy="395021"/>
          </a:xfrm>
          <a:prstGeom prst="rect">
            <a:avLst/>
          </a:prstGeom>
          <a:solidFill>
            <a:srgbClr val="FFFFFF">
              <a:alpha val="0"/>
            </a:srgbClr>
          </a:solidFill>
          <a:ln w="4338">
            <a:solidFill>
              <a:srgbClr val="263238"/>
            </a:solidFill>
            <a:prstDash val="solid"/>
          </a:ln>
        </p:spPr>
      </p:sp>
      <p:sp>
        <p:nvSpPr>
          <p:cNvPr id="264" name="Input snapshot 2: source 264"/>
          <p:cNvSpPr/>
          <p:nvPr/>
        </p:nvSpPr>
        <p:spPr>
          <a:xfrm>
            <a:off x="1143000" y="1676400"/>
            <a:ext cx="38580" cy="44769"/>
          </a:xfrm>
          <a:prstGeom prst="rect">
            <a:avLst/>
          </a:prstGeom>
          <a:solidFill>
            <a:srgbClr val="EFF2F4"/>
          </a:solidFill>
          <a:ln w="2092">
            <a:solidFill>
              <a:srgbClr val="C6D4E2"/>
            </a:solidFill>
            <a:prstDash val="solid"/>
          </a:ln>
        </p:spPr>
      </p:sp>
      <p:sp>
        <p:nvSpPr>
          <p:cNvPr id="265" name="Input snapshot 2: source 265"/>
          <p:cNvSpPr/>
          <p:nvPr/>
        </p:nvSpPr>
        <p:spPr>
          <a:xfrm>
            <a:off x="1180703" y="1676400"/>
            <a:ext cx="38580" cy="44769"/>
          </a:xfrm>
          <a:prstGeom prst="rect">
            <a:avLst/>
          </a:prstGeom>
          <a:solidFill>
            <a:srgbClr val="EFF2F4"/>
          </a:solidFill>
          <a:ln w="2092">
            <a:solidFill>
              <a:srgbClr val="C6D4E2"/>
            </a:solidFill>
            <a:prstDash val="solid"/>
          </a:ln>
        </p:spPr>
      </p:sp>
      <p:sp>
        <p:nvSpPr>
          <p:cNvPr id="266" name="Input snapshot 2: source 266"/>
          <p:cNvSpPr/>
          <p:nvPr/>
        </p:nvSpPr>
        <p:spPr>
          <a:xfrm>
            <a:off x="1218405" y="1676400"/>
            <a:ext cx="38580" cy="44769"/>
          </a:xfrm>
          <a:prstGeom prst="rect">
            <a:avLst/>
          </a:prstGeom>
          <a:solidFill>
            <a:srgbClr val="EFF2F4"/>
          </a:solidFill>
          <a:ln w="2092">
            <a:solidFill>
              <a:srgbClr val="C6D4E2"/>
            </a:solidFill>
            <a:prstDash val="solid"/>
          </a:ln>
        </p:spPr>
      </p:sp>
      <p:sp>
        <p:nvSpPr>
          <p:cNvPr id="267" name="Input snapshot 2: source 267"/>
          <p:cNvSpPr/>
          <p:nvPr/>
        </p:nvSpPr>
        <p:spPr>
          <a:xfrm>
            <a:off x="1256108" y="1676400"/>
            <a:ext cx="38580" cy="44769"/>
          </a:xfrm>
          <a:prstGeom prst="rect">
            <a:avLst/>
          </a:prstGeom>
          <a:solidFill>
            <a:srgbClr val="EFF2F4"/>
          </a:solidFill>
          <a:ln w="2092">
            <a:solidFill>
              <a:srgbClr val="C6D4E2"/>
            </a:solidFill>
            <a:prstDash val="solid"/>
          </a:ln>
        </p:spPr>
      </p:sp>
      <p:sp>
        <p:nvSpPr>
          <p:cNvPr id="268" name="Input snapshot 2: source 268"/>
          <p:cNvSpPr/>
          <p:nvPr/>
        </p:nvSpPr>
        <p:spPr>
          <a:xfrm>
            <a:off x="1293810" y="1676400"/>
            <a:ext cx="38580" cy="44769"/>
          </a:xfrm>
          <a:prstGeom prst="rect">
            <a:avLst/>
          </a:prstGeom>
          <a:solidFill>
            <a:srgbClr val="EFF2F4"/>
          </a:solidFill>
          <a:ln w="2092">
            <a:solidFill>
              <a:srgbClr val="C6D4E2"/>
            </a:solidFill>
            <a:prstDash val="solid"/>
          </a:ln>
        </p:spPr>
      </p:sp>
      <p:sp>
        <p:nvSpPr>
          <p:cNvPr id="269" name="Input snapshot 2: source 269"/>
          <p:cNvSpPr/>
          <p:nvPr/>
        </p:nvSpPr>
        <p:spPr>
          <a:xfrm>
            <a:off x="1331513" y="1676400"/>
            <a:ext cx="38580" cy="44769"/>
          </a:xfrm>
          <a:prstGeom prst="rect">
            <a:avLst/>
          </a:prstGeom>
          <a:solidFill>
            <a:srgbClr val="EFF2F4"/>
          </a:solidFill>
          <a:ln w="2092">
            <a:solidFill>
              <a:srgbClr val="C6D4E2"/>
            </a:solidFill>
            <a:prstDash val="solid"/>
          </a:ln>
        </p:spPr>
      </p:sp>
      <p:sp>
        <p:nvSpPr>
          <p:cNvPr id="270" name="Input snapshot 2: source 270"/>
          <p:cNvSpPr/>
          <p:nvPr/>
        </p:nvSpPr>
        <p:spPr>
          <a:xfrm>
            <a:off x="1369215" y="1676400"/>
            <a:ext cx="38580" cy="44769"/>
          </a:xfrm>
          <a:prstGeom prst="rect">
            <a:avLst/>
          </a:prstGeom>
          <a:solidFill>
            <a:srgbClr val="EFF2F4"/>
          </a:solidFill>
          <a:ln w="2092">
            <a:solidFill>
              <a:srgbClr val="C6D4E2"/>
            </a:solidFill>
            <a:prstDash val="solid"/>
          </a:ln>
        </p:spPr>
      </p:sp>
      <p:sp>
        <p:nvSpPr>
          <p:cNvPr id="271" name="Input snapshot 2: source 271"/>
          <p:cNvSpPr/>
          <p:nvPr/>
        </p:nvSpPr>
        <p:spPr>
          <a:xfrm>
            <a:off x="1406918" y="1676400"/>
            <a:ext cx="38580" cy="44769"/>
          </a:xfrm>
          <a:prstGeom prst="rect">
            <a:avLst/>
          </a:prstGeom>
          <a:solidFill>
            <a:srgbClr val="EFF2F4"/>
          </a:solidFill>
          <a:ln w="2092">
            <a:solidFill>
              <a:srgbClr val="C6D4E2"/>
            </a:solidFill>
            <a:prstDash val="solid"/>
          </a:ln>
        </p:spPr>
      </p:sp>
      <p:sp>
        <p:nvSpPr>
          <p:cNvPr id="272" name="Input snapshot 2: source 272"/>
          <p:cNvSpPr/>
          <p:nvPr/>
        </p:nvSpPr>
        <p:spPr>
          <a:xfrm>
            <a:off x="1444620" y="1676400"/>
            <a:ext cx="38580" cy="44769"/>
          </a:xfrm>
          <a:prstGeom prst="rect">
            <a:avLst/>
          </a:prstGeom>
          <a:solidFill>
            <a:srgbClr val="EFF2F4"/>
          </a:solidFill>
          <a:ln w="2092">
            <a:solidFill>
              <a:srgbClr val="C6D4E2"/>
            </a:solidFill>
            <a:prstDash val="solid"/>
          </a:ln>
        </p:spPr>
      </p:sp>
      <p:sp>
        <p:nvSpPr>
          <p:cNvPr id="273" name="Input snapshot 2: source 273"/>
          <p:cNvSpPr/>
          <p:nvPr/>
        </p:nvSpPr>
        <p:spPr>
          <a:xfrm>
            <a:off x="1482323" y="1676400"/>
            <a:ext cx="38580" cy="44769"/>
          </a:xfrm>
          <a:prstGeom prst="rect">
            <a:avLst/>
          </a:prstGeom>
          <a:solidFill>
            <a:srgbClr val="EFF2F4"/>
          </a:solidFill>
          <a:ln w="2092">
            <a:solidFill>
              <a:srgbClr val="C6D4E2"/>
            </a:solidFill>
            <a:prstDash val="solid"/>
          </a:ln>
        </p:spPr>
      </p:sp>
      <p:sp>
        <p:nvSpPr>
          <p:cNvPr id="274" name="Input snapshot 2: source 274"/>
          <p:cNvSpPr/>
          <p:nvPr/>
        </p:nvSpPr>
        <p:spPr>
          <a:xfrm>
            <a:off x="1520026" y="1676400"/>
            <a:ext cx="38580" cy="44769"/>
          </a:xfrm>
          <a:prstGeom prst="rect">
            <a:avLst/>
          </a:prstGeom>
          <a:solidFill>
            <a:srgbClr val="EFF2F4"/>
          </a:solidFill>
          <a:ln w="2092">
            <a:solidFill>
              <a:srgbClr val="C6D4E2"/>
            </a:solidFill>
            <a:prstDash val="solid"/>
          </a:ln>
        </p:spPr>
      </p:sp>
      <p:sp>
        <p:nvSpPr>
          <p:cNvPr id="275" name="Input snapshot 2: source 275"/>
          <p:cNvSpPr/>
          <p:nvPr/>
        </p:nvSpPr>
        <p:spPr>
          <a:xfrm>
            <a:off x="1557728" y="1676400"/>
            <a:ext cx="38580" cy="44769"/>
          </a:xfrm>
          <a:prstGeom prst="rect">
            <a:avLst/>
          </a:prstGeom>
          <a:solidFill>
            <a:srgbClr val="009E73"/>
          </a:solidFill>
          <a:ln w="2092">
            <a:solidFill>
              <a:srgbClr val="C6D4E2"/>
            </a:solidFill>
            <a:prstDash val="solid"/>
          </a:ln>
        </p:spPr>
      </p:sp>
      <p:sp>
        <p:nvSpPr>
          <p:cNvPr id="276" name="Input snapshot 2: source 276"/>
          <p:cNvSpPr/>
          <p:nvPr/>
        </p:nvSpPr>
        <p:spPr>
          <a:xfrm>
            <a:off x="1595431" y="1676400"/>
            <a:ext cx="38580" cy="44769"/>
          </a:xfrm>
          <a:prstGeom prst="rect">
            <a:avLst/>
          </a:prstGeom>
          <a:solidFill>
            <a:srgbClr val="009E73"/>
          </a:solidFill>
          <a:ln w="2092">
            <a:solidFill>
              <a:srgbClr val="C6D4E2"/>
            </a:solidFill>
            <a:prstDash val="solid"/>
          </a:ln>
        </p:spPr>
      </p:sp>
      <p:sp>
        <p:nvSpPr>
          <p:cNvPr id="277" name="Input snapshot 2: source 277"/>
          <p:cNvSpPr/>
          <p:nvPr/>
        </p:nvSpPr>
        <p:spPr>
          <a:xfrm>
            <a:off x="1633133" y="1676400"/>
            <a:ext cx="38580" cy="44769"/>
          </a:xfrm>
          <a:prstGeom prst="rect">
            <a:avLst/>
          </a:prstGeom>
          <a:solidFill>
            <a:srgbClr val="009E73"/>
          </a:solidFill>
          <a:ln w="2092">
            <a:solidFill>
              <a:srgbClr val="C6D4E2"/>
            </a:solidFill>
            <a:prstDash val="solid"/>
          </a:ln>
        </p:spPr>
      </p:sp>
      <p:sp>
        <p:nvSpPr>
          <p:cNvPr id="278" name="Input snapshot 2: source 278"/>
          <p:cNvSpPr/>
          <p:nvPr/>
        </p:nvSpPr>
        <p:spPr>
          <a:xfrm>
            <a:off x="1143000" y="1720291"/>
            <a:ext cx="38580" cy="44769"/>
          </a:xfrm>
          <a:prstGeom prst="rect">
            <a:avLst/>
          </a:prstGeom>
          <a:solidFill>
            <a:srgbClr val="EFF2F4"/>
          </a:solidFill>
          <a:ln w="2092">
            <a:solidFill>
              <a:srgbClr val="C6D4E2"/>
            </a:solidFill>
            <a:prstDash val="solid"/>
          </a:ln>
        </p:spPr>
      </p:sp>
      <p:sp>
        <p:nvSpPr>
          <p:cNvPr id="279" name="Input snapshot 2: source 279"/>
          <p:cNvSpPr/>
          <p:nvPr/>
        </p:nvSpPr>
        <p:spPr>
          <a:xfrm>
            <a:off x="1180703" y="1720291"/>
            <a:ext cx="38580" cy="44769"/>
          </a:xfrm>
          <a:prstGeom prst="rect">
            <a:avLst/>
          </a:prstGeom>
          <a:solidFill>
            <a:srgbClr val="EFF2F4"/>
          </a:solidFill>
          <a:ln w="2092">
            <a:solidFill>
              <a:srgbClr val="C6D4E2"/>
            </a:solidFill>
            <a:prstDash val="solid"/>
          </a:ln>
        </p:spPr>
      </p:sp>
      <p:sp>
        <p:nvSpPr>
          <p:cNvPr id="280" name="Input snapshot 2: source 280"/>
          <p:cNvSpPr/>
          <p:nvPr/>
        </p:nvSpPr>
        <p:spPr>
          <a:xfrm>
            <a:off x="1218405" y="1720291"/>
            <a:ext cx="38580" cy="44769"/>
          </a:xfrm>
          <a:prstGeom prst="rect">
            <a:avLst/>
          </a:prstGeom>
          <a:solidFill>
            <a:srgbClr val="EFF2F4"/>
          </a:solidFill>
          <a:ln w="2092">
            <a:solidFill>
              <a:srgbClr val="C6D4E2"/>
            </a:solidFill>
            <a:prstDash val="solid"/>
          </a:ln>
        </p:spPr>
      </p:sp>
      <p:sp>
        <p:nvSpPr>
          <p:cNvPr id="281" name="Input snapshot 2: source 281"/>
          <p:cNvSpPr/>
          <p:nvPr/>
        </p:nvSpPr>
        <p:spPr>
          <a:xfrm>
            <a:off x="1256108" y="1720291"/>
            <a:ext cx="38580" cy="44769"/>
          </a:xfrm>
          <a:prstGeom prst="rect">
            <a:avLst/>
          </a:prstGeom>
          <a:solidFill>
            <a:srgbClr val="EFF2F4"/>
          </a:solidFill>
          <a:ln w="2092">
            <a:solidFill>
              <a:srgbClr val="C6D4E2"/>
            </a:solidFill>
            <a:prstDash val="solid"/>
          </a:ln>
        </p:spPr>
      </p:sp>
      <p:sp>
        <p:nvSpPr>
          <p:cNvPr id="282" name="Input snapshot 2: source 282"/>
          <p:cNvSpPr/>
          <p:nvPr/>
        </p:nvSpPr>
        <p:spPr>
          <a:xfrm>
            <a:off x="1293810" y="1720291"/>
            <a:ext cx="38580" cy="44769"/>
          </a:xfrm>
          <a:prstGeom prst="rect">
            <a:avLst/>
          </a:prstGeom>
          <a:solidFill>
            <a:srgbClr val="EFF2F4"/>
          </a:solidFill>
          <a:ln w="2092">
            <a:solidFill>
              <a:srgbClr val="C6D4E2"/>
            </a:solidFill>
            <a:prstDash val="solid"/>
          </a:ln>
        </p:spPr>
      </p:sp>
      <p:sp>
        <p:nvSpPr>
          <p:cNvPr id="283" name="Input snapshot 2: source 283"/>
          <p:cNvSpPr/>
          <p:nvPr/>
        </p:nvSpPr>
        <p:spPr>
          <a:xfrm>
            <a:off x="1331513" y="1720291"/>
            <a:ext cx="38580" cy="44769"/>
          </a:xfrm>
          <a:prstGeom prst="rect">
            <a:avLst/>
          </a:prstGeom>
          <a:solidFill>
            <a:srgbClr val="EFF2F4"/>
          </a:solidFill>
          <a:ln w="2092">
            <a:solidFill>
              <a:srgbClr val="C6D4E2"/>
            </a:solidFill>
            <a:prstDash val="solid"/>
          </a:ln>
        </p:spPr>
      </p:sp>
      <p:sp>
        <p:nvSpPr>
          <p:cNvPr id="284" name="Input snapshot 2: source 284"/>
          <p:cNvSpPr/>
          <p:nvPr/>
        </p:nvSpPr>
        <p:spPr>
          <a:xfrm>
            <a:off x="1369215" y="1720291"/>
            <a:ext cx="38580" cy="44769"/>
          </a:xfrm>
          <a:prstGeom prst="rect">
            <a:avLst/>
          </a:prstGeom>
          <a:solidFill>
            <a:srgbClr val="EFF2F4"/>
          </a:solidFill>
          <a:ln w="2092">
            <a:solidFill>
              <a:srgbClr val="C6D4E2"/>
            </a:solidFill>
            <a:prstDash val="solid"/>
          </a:ln>
        </p:spPr>
      </p:sp>
      <p:sp>
        <p:nvSpPr>
          <p:cNvPr id="285" name="Input snapshot 2: source 285"/>
          <p:cNvSpPr/>
          <p:nvPr/>
        </p:nvSpPr>
        <p:spPr>
          <a:xfrm>
            <a:off x="1406918" y="1720291"/>
            <a:ext cx="38580" cy="44769"/>
          </a:xfrm>
          <a:prstGeom prst="rect">
            <a:avLst/>
          </a:prstGeom>
          <a:solidFill>
            <a:srgbClr val="EFF2F4"/>
          </a:solidFill>
          <a:ln w="2092">
            <a:solidFill>
              <a:srgbClr val="C6D4E2"/>
            </a:solidFill>
            <a:prstDash val="solid"/>
          </a:ln>
        </p:spPr>
      </p:sp>
      <p:sp>
        <p:nvSpPr>
          <p:cNvPr id="286" name="Input snapshot 2: source 286"/>
          <p:cNvSpPr/>
          <p:nvPr/>
        </p:nvSpPr>
        <p:spPr>
          <a:xfrm>
            <a:off x="1444620" y="1720291"/>
            <a:ext cx="38580" cy="44769"/>
          </a:xfrm>
          <a:prstGeom prst="rect">
            <a:avLst/>
          </a:prstGeom>
          <a:solidFill>
            <a:srgbClr val="EFF2F4"/>
          </a:solidFill>
          <a:ln w="2092">
            <a:solidFill>
              <a:srgbClr val="C6D4E2"/>
            </a:solidFill>
            <a:prstDash val="solid"/>
          </a:ln>
        </p:spPr>
      </p:sp>
      <p:sp>
        <p:nvSpPr>
          <p:cNvPr id="287" name="Input snapshot 2: source 287"/>
          <p:cNvSpPr/>
          <p:nvPr/>
        </p:nvSpPr>
        <p:spPr>
          <a:xfrm>
            <a:off x="1482323" y="1720291"/>
            <a:ext cx="38580" cy="44769"/>
          </a:xfrm>
          <a:prstGeom prst="rect">
            <a:avLst/>
          </a:prstGeom>
          <a:solidFill>
            <a:srgbClr val="EFF2F4"/>
          </a:solidFill>
          <a:ln w="2092">
            <a:solidFill>
              <a:srgbClr val="C6D4E2"/>
            </a:solidFill>
            <a:prstDash val="solid"/>
          </a:ln>
        </p:spPr>
      </p:sp>
      <p:sp>
        <p:nvSpPr>
          <p:cNvPr id="288" name="Input snapshot 2: source 288"/>
          <p:cNvSpPr/>
          <p:nvPr/>
        </p:nvSpPr>
        <p:spPr>
          <a:xfrm>
            <a:off x="1520026" y="1720291"/>
            <a:ext cx="38580" cy="44769"/>
          </a:xfrm>
          <a:prstGeom prst="rect">
            <a:avLst/>
          </a:prstGeom>
          <a:solidFill>
            <a:srgbClr val="009E73"/>
          </a:solidFill>
          <a:ln w="2092">
            <a:solidFill>
              <a:srgbClr val="C6D4E2"/>
            </a:solidFill>
            <a:prstDash val="solid"/>
          </a:ln>
        </p:spPr>
      </p:sp>
      <p:sp>
        <p:nvSpPr>
          <p:cNvPr id="289" name="Input snapshot 2: source 289"/>
          <p:cNvSpPr/>
          <p:nvPr/>
        </p:nvSpPr>
        <p:spPr>
          <a:xfrm>
            <a:off x="1557728" y="1720291"/>
            <a:ext cx="38580" cy="44769"/>
          </a:xfrm>
          <a:prstGeom prst="rect">
            <a:avLst/>
          </a:prstGeom>
          <a:solidFill>
            <a:srgbClr val="009E73"/>
          </a:solidFill>
          <a:ln w="2092">
            <a:solidFill>
              <a:srgbClr val="C6D4E2"/>
            </a:solidFill>
            <a:prstDash val="solid"/>
          </a:ln>
        </p:spPr>
      </p:sp>
      <p:sp>
        <p:nvSpPr>
          <p:cNvPr id="290" name="Input snapshot 2: source 290"/>
          <p:cNvSpPr/>
          <p:nvPr/>
        </p:nvSpPr>
        <p:spPr>
          <a:xfrm>
            <a:off x="1595431" y="1720291"/>
            <a:ext cx="38580" cy="44769"/>
          </a:xfrm>
          <a:prstGeom prst="rect">
            <a:avLst/>
          </a:prstGeom>
          <a:solidFill>
            <a:srgbClr val="009E73"/>
          </a:solidFill>
          <a:ln w="2092">
            <a:solidFill>
              <a:srgbClr val="C6D4E2"/>
            </a:solidFill>
            <a:prstDash val="solid"/>
          </a:ln>
        </p:spPr>
      </p:sp>
      <p:sp>
        <p:nvSpPr>
          <p:cNvPr id="291" name="Input snapshot 2: source 291"/>
          <p:cNvSpPr/>
          <p:nvPr/>
        </p:nvSpPr>
        <p:spPr>
          <a:xfrm>
            <a:off x="1633133" y="1720291"/>
            <a:ext cx="38580" cy="44769"/>
          </a:xfrm>
          <a:prstGeom prst="rect">
            <a:avLst/>
          </a:prstGeom>
          <a:solidFill>
            <a:srgbClr val="009E73"/>
          </a:solidFill>
          <a:ln w="2092">
            <a:solidFill>
              <a:srgbClr val="C6D4E2"/>
            </a:solidFill>
            <a:prstDash val="solid"/>
          </a:ln>
        </p:spPr>
      </p:sp>
      <p:sp>
        <p:nvSpPr>
          <p:cNvPr id="292" name="Input snapshot 2: source 292"/>
          <p:cNvSpPr/>
          <p:nvPr/>
        </p:nvSpPr>
        <p:spPr>
          <a:xfrm>
            <a:off x="1143000" y="1764183"/>
            <a:ext cx="38580" cy="44769"/>
          </a:xfrm>
          <a:prstGeom prst="rect">
            <a:avLst/>
          </a:prstGeom>
          <a:solidFill>
            <a:srgbClr val="EFF2F4"/>
          </a:solidFill>
          <a:ln w="2092">
            <a:solidFill>
              <a:srgbClr val="C6D4E2"/>
            </a:solidFill>
            <a:prstDash val="solid"/>
          </a:ln>
        </p:spPr>
      </p:sp>
      <p:sp>
        <p:nvSpPr>
          <p:cNvPr id="293" name="Input snapshot 2: source 293"/>
          <p:cNvSpPr/>
          <p:nvPr/>
        </p:nvSpPr>
        <p:spPr>
          <a:xfrm>
            <a:off x="1180703" y="1764183"/>
            <a:ext cx="38580" cy="44769"/>
          </a:xfrm>
          <a:prstGeom prst="rect">
            <a:avLst/>
          </a:prstGeom>
          <a:solidFill>
            <a:srgbClr val="EFF2F4"/>
          </a:solidFill>
          <a:ln w="2092">
            <a:solidFill>
              <a:srgbClr val="C6D4E2"/>
            </a:solidFill>
            <a:prstDash val="solid"/>
          </a:ln>
        </p:spPr>
      </p:sp>
      <p:sp>
        <p:nvSpPr>
          <p:cNvPr id="294" name="Input snapshot 2: source 294"/>
          <p:cNvSpPr/>
          <p:nvPr/>
        </p:nvSpPr>
        <p:spPr>
          <a:xfrm>
            <a:off x="1218405" y="1764183"/>
            <a:ext cx="38580" cy="44769"/>
          </a:xfrm>
          <a:prstGeom prst="rect">
            <a:avLst/>
          </a:prstGeom>
          <a:solidFill>
            <a:srgbClr val="EFF2F4"/>
          </a:solidFill>
          <a:ln w="2092">
            <a:solidFill>
              <a:srgbClr val="C6D4E2"/>
            </a:solidFill>
            <a:prstDash val="solid"/>
          </a:ln>
        </p:spPr>
      </p:sp>
      <p:sp>
        <p:nvSpPr>
          <p:cNvPr id="295" name="Input snapshot 2: source 295"/>
          <p:cNvSpPr/>
          <p:nvPr/>
        </p:nvSpPr>
        <p:spPr>
          <a:xfrm>
            <a:off x="1256108" y="1764183"/>
            <a:ext cx="38580" cy="44769"/>
          </a:xfrm>
          <a:prstGeom prst="rect">
            <a:avLst/>
          </a:prstGeom>
          <a:solidFill>
            <a:srgbClr val="EFF2F4"/>
          </a:solidFill>
          <a:ln w="2092">
            <a:solidFill>
              <a:srgbClr val="C6D4E2"/>
            </a:solidFill>
            <a:prstDash val="solid"/>
          </a:ln>
        </p:spPr>
      </p:sp>
      <p:sp>
        <p:nvSpPr>
          <p:cNvPr id="296" name="Input snapshot 2: source 296"/>
          <p:cNvSpPr/>
          <p:nvPr/>
        </p:nvSpPr>
        <p:spPr>
          <a:xfrm>
            <a:off x="1293810" y="1764183"/>
            <a:ext cx="38580" cy="44769"/>
          </a:xfrm>
          <a:prstGeom prst="rect">
            <a:avLst/>
          </a:prstGeom>
          <a:solidFill>
            <a:srgbClr val="EFF2F4"/>
          </a:solidFill>
          <a:ln w="2092">
            <a:solidFill>
              <a:srgbClr val="C6D4E2"/>
            </a:solidFill>
            <a:prstDash val="solid"/>
          </a:ln>
        </p:spPr>
      </p:sp>
      <p:sp>
        <p:nvSpPr>
          <p:cNvPr id="297" name="Input snapshot 2: source 297"/>
          <p:cNvSpPr/>
          <p:nvPr/>
        </p:nvSpPr>
        <p:spPr>
          <a:xfrm>
            <a:off x="1331513" y="1764183"/>
            <a:ext cx="38580" cy="44769"/>
          </a:xfrm>
          <a:prstGeom prst="rect">
            <a:avLst/>
          </a:prstGeom>
          <a:solidFill>
            <a:srgbClr val="B7BEC5"/>
          </a:solidFill>
          <a:ln w="2092">
            <a:solidFill>
              <a:srgbClr val="C6D4E2"/>
            </a:solidFill>
            <a:prstDash val="solid"/>
          </a:ln>
        </p:spPr>
      </p:sp>
      <p:sp>
        <p:nvSpPr>
          <p:cNvPr id="298" name="Input snapshot 2: source 298"/>
          <p:cNvSpPr/>
          <p:nvPr/>
        </p:nvSpPr>
        <p:spPr>
          <a:xfrm>
            <a:off x="1369215" y="1764183"/>
            <a:ext cx="38580" cy="44769"/>
          </a:xfrm>
          <a:prstGeom prst="rect">
            <a:avLst/>
          </a:prstGeom>
          <a:solidFill>
            <a:srgbClr val="B7BEC5"/>
          </a:solidFill>
          <a:ln w="2092">
            <a:solidFill>
              <a:srgbClr val="C6D4E2"/>
            </a:solidFill>
            <a:prstDash val="solid"/>
          </a:ln>
        </p:spPr>
      </p:sp>
      <p:sp>
        <p:nvSpPr>
          <p:cNvPr id="299" name="Input snapshot 2: source 299"/>
          <p:cNvSpPr/>
          <p:nvPr/>
        </p:nvSpPr>
        <p:spPr>
          <a:xfrm>
            <a:off x="1406918" y="1764183"/>
            <a:ext cx="38580" cy="44769"/>
          </a:xfrm>
          <a:prstGeom prst="rect">
            <a:avLst/>
          </a:prstGeom>
          <a:solidFill>
            <a:srgbClr val="B7BEC5"/>
          </a:solidFill>
          <a:ln w="2092">
            <a:solidFill>
              <a:srgbClr val="C6D4E2"/>
            </a:solidFill>
            <a:prstDash val="solid"/>
          </a:ln>
        </p:spPr>
      </p:sp>
      <p:sp>
        <p:nvSpPr>
          <p:cNvPr id="300" name="Input snapshot 2: source 300"/>
          <p:cNvSpPr/>
          <p:nvPr/>
        </p:nvSpPr>
        <p:spPr>
          <a:xfrm>
            <a:off x="1444620" y="1764183"/>
            <a:ext cx="38580" cy="44769"/>
          </a:xfrm>
          <a:prstGeom prst="rect">
            <a:avLst/>
          </a:prstGeom>
          <a:solidFill>
            <a:srgbClr val="B7BEC5"/>
          </a:solidFill>
          <a:ln w="2092">
            <a:solidFill>
              <a:srgbClr val="C6D4E2"/>
            </a:solidFill>
            <a:prstDash val="solid"/>
          </a:ln>
        </p:spPr>
      </p:sp>
      <p:sp>
        <p:nvSpPr>
          <p:cNvPr id="301" name="Input snapshot 2: source 301"/>
          <p:cNvSpPr/>
          <p:nvPr/>
        </p:nvSpPr>
        <p:spPr>
          <a:xfrm>
            <a:off x="1482323" y="1764183"/>
            <a:ext cx="38580" cy="44769"/>
          </a:xfrm>
          <a:prstGeom prst="rect">
            <a:avLst/>
          </a:prstGeom>
          <a:solidFill>
            <a:srgbClr val="B7BEC5"/>
          </a:solidFill>
          <a:ln w="2092">
            <a:solidFill>
              <a:srgbClr val="C6D4E2"/>
            </a:solidFill>
            <a:prstDash val="solid"/>
          </a:ln>
        </p:spPr>
      </p:sp>
      <p:sp>
        <p:nvSpPr>
          <p:cNvPr id="302" name="Input snapshot 2: source 302"/>
          <p:cNvSpPr/>
          <p:nvPr/>
        </p:nvSpPr>
        <p:spPr>
          <a:xfrm>
            <a:off x="1520026" y="1764183"/>
            <a:ext cx="38580" cy="44769"/>
          </a:xfrm>
          <a:prstGeom prst="rect">
            <a:avLst/>
          </a:prstGeom>
          <a:solidFill>
            <a:srgbClr val="009E73"/>
          </a:solidFill>
          <a:ln w="2092">
            <a:solidFill>
              <a:srgbClr val="C6D4E2"/>
            </a:solidFill>
            <a:prstDash val="solid"/>
          </a:ln>
        </p:spPr>
      </p:sp>
      <p:sp>
        <p:nvSpPr>
          <p:cNvPr id="303" name="Input snapshot 2: source 303"/>
          <p:cNvSpPr/>
          <p:nvPr/>
        </p:nvSpPr>
        <p:spPr>
          <a:xfrm>
            <a:off x="1557728" y="1764183"/>
            <a:ext cx="38580" cy="44769"/>
          </a:xfrm>
          <a:prstGeom prst="rect">
            <a:avLst/>
          </a:prstGeom>
          <a:solidFill>
            <a:srgbClr val="009E73"/>
          </a:solidFill>
          <a:ln w="2092">
            <a:solidFill>
              <a:srgbClr val="C6D4E2"/>
            </a:solidFill>
            <a:prstDash val="solid"/>
          </a:ln>
        </p:spPr>
      </p:sp>
      <p:sp>
        <p:nvSpPr>
          <p:cNvPr id="304" name="Input snapshot 2: source 304"/>
          <p:cNvSpPr/>
          <p:nvPr/>
        </p:nvSpPr>
        <p:spPr>
          <a:xfrm>
            <a:off x="1595431" y="1764183"/>
            <a:ext cx="38580" cy="44769"/>
          </a:xfrm>
          <a:prstGeom prst="rect">
            <a:avLst/>
          </a:prstGeom>
          <a:solidFill>
            <a:srgbClr val="009E73"/>
          </a:solidFill>
          <a:ln w="2092">
            <a:solidFill>
              <a:srgbClr val="C6D4E2"/>
            </a:solidFill>
            <a:prstDash val="solid"/>
          </a:ln>
        </p:spPr>
      </p:sp>
      <p:sp>
        <p:nvSpPr>
          <p:cNvPr id="305" name="Input snapshot 2: source 305"/>
          <p:cNvSpPr/>
          <p:nvPr/>
        </p:nvSpPr>
        <p:spPr>
          <a:xfrm>
            <a:off x="1633133" y="1764183"/>
            <a:ext cx="38580" cy="44769"/>
          </a:xfrm>
          <a:prstGeom prst="rect">
            <a:avLst/>
          </a:prstGeom>
          <a:solidFill>
            <a:srgbClr val="009E73"/>
          </a:solidFill>
          <a:ln w="2092">
            <a:solidFill>
              <a:srgbClr val="C6D4E2"/>
            </a:solidFill>
            <a:prstDash val="solid"/>
          </a:ln>
        </p:spPr>
      </p:sp>
      <p:sp>
        <p:nvSpPr>
          <p:cNvPr id="306" name="Input snapshot 2: source 306"/>
          <p:cNvSpPr/>
          <p:nvPr/>
        </p:nvSpPr>
        <p:spPr>
          <a:xfrm>
            <a:off x="1143000" y="1808073"/>
            <a:ext cx="38580" cy="44769"/>
          </a:xfrm>
          <a:prstGeom prst="rect">
            <a:avLst/>
          </a:prstGeom>
          <a:solidFill>
            <a:srgbClr val="EFF2F4"/>
          </a:solidFill>
          <a:ln w="2092">
            <a:solidFill>
              <a:srgbClr val="C6D4E2"/>
            </a:solidFill>
            <a:prstDash val="solid"/>
          </a:ln>
        </p:spPr>
      </p:sp>
      <p:sp>
        <p:nvSpPr>
          <p:cNvPr id="307" name="Input snapshot 2: source 307"/>
          <p:cNvSpPr/>
          <p:nvPr/>
        </p:nvSpPr>
        <p:spPr>
          <a:xfrm>
            <a:off x="1180703" y="1808073"/>
            <a:ext cx="38580" cy="44769"/>
          </a:xfrm>
          <a:prstGeom prst="rect">
            <a:avLst/>
          </a:prstGeom>
          <a:solidFill>
            <a:srgbClr val="EFF2F4"/>
          </a:solidFill>
          <a:ln w="2092">
            <a:solidFill>
              <a:srgbClr val="C6D4E2"/>
            </a:solidFill>
            <a:prstDash val="solid"/>
          </a:ln>
        </p:spPr>
      </p:sp>
      <p:sp>
        <p:nvSpPr>
          <p:cNvPr id="308" name="Input snapshot 2: source 308"/>
          <p:cNvSpPr/>
          <p:nvPr/>
        </p:nvSpPr>
        <p:spPr>
          <a:xfrm>
            <a:off x="1218405" y="1808073"/>
            <a:ext cx="38580" cy="44769"/>
          </a:xfrm>
          <a:prstGeom prst="rect">
            <a:avLst/>
          </a:prstGeom>
          <a:solidFill>
            <a:srgbClr val="B7BEC5"/>
          </a:solidFill>
          <a:ln w="2092">
            <a:solidFill>
              <a:srgbClr val="C6D4E2"/>
            </a:solidFill>
            <a:prstDash val="solid"/>
          </a:ln>
        </p:spPr>
      </p:sp>
      <p:sp>
        <p:nvSpPr>
          <p:cNvPr id="309" name="Input snapshot 2: source 309"/>
          <p:cNvSpPr/>
          <p:nvPr/>
        </p:nvSpPr>
        <p:spPr>
          <a:xfrm>
            <a:off x="1256108" y="1808073"/>
            <a:ext cx="38580" cy="44769"/>
          </a:xfrm>
          <a:prstGeom prst="rect">
            <a:avLst/>
          </a:prstGeom>
          <a:solidFill>
            <a:srgbClr val="B7BEC5"/>
          </a:solidFill>
          <a:ln w="2092">
            <a:solidFill>
              <a:srgbClr val="C6D4E2"/>
            </a:solidFill>
            <a:prstDash val="solid"/>
          </a:ln>
        </p:spPr>
      </p:sp>
      <p:sp>
        <p:nvSpPr>
          <p:cNvPr id="310" name="Input snapshot 2: source 310"/>
          <p:cNvSpPr/>
          <p:nvPr/>
        </p:nvSpPr>
        <p:spPr>
          <a:xfrm>
            <a:off x="1293810" y="1808073"/>
            <a:ext cx="38580" cy="44769"/>
          </a:xfrm>
          <a:prstGeom prst="rect">
            <a:avLst/>
          </a:prstGeom>
          <a:solidFill>
            <a:srgbClr val="B7BEC5"/>
          </a:solidFill>
          <a:ln w="2092">
            <a:solidFill>
              <a:srgbClr val="C6D4E2"/>
            </a:solidFill>
            <a:prstDash val="solid"/>
          </a:ln>
        </p:spPr>
      </p:sp>
      <p:sp>
        <p:nvSpPr>
          <p:cNvPr id="311" name="Input snapshot 2: source 311"/>
          <p:cNvSpPr/>
          <p:nvPr/>
        </p:nvSpPr>
        <p:spPr>
          <a:xfrm>
            <a:off x="1331513" y="1808073"/>
            <a:ext cx="38580" cy="44769"/>
          </a:xfrm>
          <a:prstGeom prst="rect">
            <a:avLst/>
          </a:prstGeom>
          <a:solidFill>
            <a:srgbClr val="B7BEC5"/>
          </a:solidFill>
          <a:ln w="2092">
            <a:solidFill>
              <a:srgbClr val="C6D4E2"/>
            </a:solidFill>
            <a:prstDash val="solid"/>
          </a:ln>
        </p:spPr>
      </p:sp>
      <p:sp>
        <p:nvSpPr>
          <p:cNvPr id="312" name="Input snapshot 2: source 312"/>
          <p:cNvSpPr/>
          <p:nvPr/>
        </p:nvSpPr>
        <p:spPr>
          <a:xfrm>
            <a:off x="1369215" y="1808073"/>
            <a:ext cx="38580" cy="44769"/>
          </a:xfrm>
          <a:prstGeom prst="rect">
            <a:avLst/>
          </a:prstGeom>
          <a:solidFill>
            <a:srgbClr val="B7BEC5"/>
          </a:solidFill>
          <a:ln w="2092">
            <a:solidFill>
              <a:srgbClr val="C6D4E2"/>
            </a:solidFill>
            <a:prstDash val="solid"/>
          </a:ln>
        </p:spPr>
      </p:sp>
      <p:sp>
        <p:nvSpPr>
          <p:cNvPr id="313" name="Input snapshot 2: source 313"/>
          <p:cNvSpPr/>
          <p:nvPr/>
        </p:nvSpPr>
        <p:spPr>
          <a:xfrm>
            <a:off x="1406918" y="1808073"/>
            <a:ext cx="38580" cy="44769"/>
          </a:xfrm>
          <a:prstGeom prst="rect">
            <a:avLst/>
          </a:prstGeom>
          <a:solidFill>
            <a:srgbClr val="B7BEC5"/>
          </a:solidFill>
          <a:ln w="2092">
            <a:solidFill>
              <a:srgbClr val="C6D4E2"/>
            </a:solidFill>
            <a:prstDash val="solid"/>
          </a:ln>
        </p:spPr>
      </p:sp>
      <p:sp>
        <p:nvSpPr>
          <p:cNvPr id="314" name="Input snapshot 2: source 314"/>
          <p:cNvSpPr/>
          <p:nvPr/>
        </p:nvSpPr>
        <p:spPr>
          <a:xfrm>
            <a:off x="1444620" y="1808073"/>
            <a:ext cx="38580" cy="44769"/>
          </a:xfrm>
          <a:prstGeom prst="rect">
            <a:avLst/>
          </a:prstGeom>
          <a:solidFill>
            <a:srgbClr val="B7BEC5"/>
          </a:solidFill>
          <a:ln w="2092">
            <a:solidFill>
              <a:srgbClr val="C6D4E2"/>
            </a:solidFill>
            <a:prstDash val="solid"/>
          </a:ln>
        </p:spPr>
      </p:sp>
      <p:sp>
        <p:nvSpPr>
          <p:cNvPr id="315" name="Input snapshot 2: source 315"/>
          <p:cNvSpPr/>
          <p:nvPr/>
        </p:nvSpPr>
        <p:spPr>
          <a:xfrm>
            <a:off x="1482323" y="1808073"/>
            <a:ext cx="38580" cy="44769"/>
          </a:xfrm>
          <a:prstGeom prst="rect">
            <a:avLst/>
          </a:prstGeom>
          <a:solidFill>
            <a:srgbClr val="B7BEC5"/>
          </a:solidFill>
          <a:ln w="2092">
            <a:solidFill>
              <a:srgbClr val="C6D4E2"/>
            </a:solidFill>
            <a:prstDash val="solid"/>
          </a:ln>
        </p:spPr>
      </p:sp>
      <p:sp>
        <p:nvSpPr>
          <p:cNvPr id="316" name="Input snapshot 2: source 316"/>
          <p:cNvSpPr/>
          <p:nvPr/>
        </p:nvSpPr>
        <p:spPr>
          <a:xfrm>
            <a:off x="1520026" y="1808073"/>
            <a:ext cx="38580" cy="44769"/>
          </a:xfrm>
          <a:prstGeom prst="rect">
            <a:avLst/>
          </a:prstGeom>
          <a:solidFill>
            <a:srgbClr val="B7BEC5"/>
          </a:solidFill>
          <a:ln w="2092">
            <a:solidFill>
              <a:srgbClr val="C6D4E2"/>
            </a:solidFill>
            <a:prstDash val="solid"/>
          </a:ln>
        </p:spPr>
      </p:sp>
      <p:sp>
        <p:nvSpPr>
          <p:cNvPr id="317" name="Input snapshot 2: source 317"/>
          <p:cNvSpPr/>
          <p:nvPr/>
        </p:nvSpPr>
        <p:spPr>
          <a:xfrm>
            <a:off x="1557728" y="1808073"/>
            <a:ext cx="38580" cy="44769"/>
          </a:xfrm>
          <a:prstGeom prst="rect">
            <a:avLst/>
          </a:prstGeom>
          <a:solidFill>
            <a:srgbClr val="EFF2F4"/>
          </a:solidFill>
          <a:ln w="2092">
            <a:solidFill>
              <a:srgbClr val="C6D4E2"/>
            </a:solidFill>
            <a:prstDash val="solid"/>
          </a:ln>
        </p:spPr>
      </p:sp>
      <p:sp>
        <p:nvSpPr>
          <p:cNvPr id="318" name="Input snapshot 2: source 318"/>
          <p:cNvSpPr/>
          <p:nvPr/>
        </p:nvSpPr>
        <p:spPr>
          <a:xfrm>
            <a:off x="1595431" y="1808073"/>
            <a:ext cx="38580" cy="44769"/>
          </a:xfrm>
          <a:prstGeom prst="rect">
            <a:avLst/>
          </a:prstGeom>
          <a:solidFill>
            <a:srgbClr val="EFF2F4"/>
          </a:solidFill>
          <a:ln w="2092">
            <a:solidFill>
              <a:srgbClr val="C6D4E2"/>
            </a:solidFill>
            <a:prstDash val="solid"/>
          </a:ln>
        </p:spPr>
      </p:sp>
      <p:sp>
        <p:nvSpPr>
          <p:cNvPr id="319" name="Input snapshot 2: source 319"/>
          <p:cNvSpPr/>
          <p:nvPr/>
        </p:nvSpPr>
        <p:spPr>
          <a:xfrm>
            <a:off x="1633133" y="1808073"/>
            <a:ext cx="38580" cy="44769"/>
          </a:xfrm>
          <a:prstGeom prst="rect">
            <a:avLst/>
          </a:prstGeom>
          <a:solidFill>
            <a:srgbClr val="EFF2F4"/>
          </a:solidFill>
          <a:ln w="2092">
            <a:solidFill>
              <a:srgbClr val="C6D4E2"/>
            </a:solidFill>
            <a:prstDash val="solid"/>
          </a:ln>
        </p:spPr>
      </p:sp>
      <p:sp>
        <p:nvSpPr>
          <p:cNvPr id="320" name="Input snapshot 2: source 320"/>
          <p:cNvSpPr/>
          <p:nvPr/>
        </p:nvSpPr>
        <p:spPr>
          <a:xfrm>
            <a:off x="1143000" y="1851965"/>
            <a:ext cx="38580" cy="44769"/>
          </a:xfrm>
          <a:prstGeom prst="rect">
            <a:avLst/>
          </a:prstGeom>
          <a:solidFill>
            <a:srgbClr val="EFF2F4"/>
          </a:solidFill>
          <a:ln w="2092">
            <a:solidFill>
              <a:srgbClr val="C6D4E2"/>
            </a:solidFill>
            <a:prstDash val="solid"/>
          </a:ln>
        </p:spPr>
      </p:sp>
      <p:sp>
        <p:nvSpPr>
          <p:cNvPr id="321" name="Input snapshot 2: source 321"/>
          <p:cNvSpPr/>
          <p:nvPr/>
        </p:nvSpPr>
        <p:spPr>
          <a:xfrm>
            <a:off x="1180703" y="1851965"/>
            <a:ext cx="38580" cy="44769"/>
          </a:xfrm>
          <a:prstGeom prst="rect">
            <a:avLst/>
          </a:prstGeom>
          <a:solidFill>
            <a:srgbClr val="B7BEC5"/>
          </a:solidFill>
          <a:ln w="2092">
            <a:solidFill>
              <a:srgbClr val="C6D4E2"/>
            </a:solidFill>
            <a:prstDash val="solid"/>
          </a:ln>
        </p:spPr>
      </p:sp>
      <p:sp>
        <p:nvSpPr>
          <p:cNvPr id="322" name="Input snapshot 2: source 322"/>
          <p:cNvSpPr/>
          <p:nvPr/>
        </p:nvSpPr>
        <p:spPr>
          <a:xfrm>
            <a:off x="1218405" y="1851965"/>
            <a:ext cx="38580" cy="44769"/>
          </a:xfrm>
          <a:prstGeom prst="rect">
            <a:avLst/>
          </a:prstGeom>
          <a:solidFill>
            <a:srgbClr val="B7BEC5"/>
          </a:solidFill>
          <a:ln w="2092">
            <a:solidFill>
              <a:srgbClr val="C6D4E2"/>
            </a:solidFill>
            <a:prstDash val="solid"/>
          </a:ln>
        </p:spPr>
      </p:sp>
      <p:sp>
        <p:nvSpPr>
          <p:cNvPr id="323" name="Input snapshot 2: source 323"/>
          <p:cNvSpPr/>
          <p:nvPr/>
        </p:nvSpPr>
        <p:spPr>
          <a:xfrm>
            <a:off x="1256108" y="1851965"/>
            <a:ext cx="38580" cy="44769"/>
          </a:xfrm>
          <a:prstGeom prst="rect">
            <a:avLst/>
          </a:prstGeom>
          <a:solidFill>
            <a:srgbClr val="B7BEC5"/>
          </a:solidFill>
          <a:ln w="2092">
            <a:solidFill>
              <a:srgbClr val="C6D4E2"/>
            </a:solidFill>
            <a:prstDash val="solid"/>
          </a:ln>
        </p:spPr>
      </p:sp>
      <p:sp>
        <p:nvSpPr>
          <p:cNvPr id="324" name="Input snapshot 2: source 324"/>
          <p:cNvSpPr/>
          <p:nvPr/>
        </p:nvSpPr>
        <p:spPr>
          <a:xfrm>
            <a:off x="1293810" y="1851965"/>
            <a:ext cx="38580" cy="44769"/>
          </a:xfrm>
          <a:prstGeom prst="rect">
            <a:avLst/>
          </a:prstGeom>
          <a:solidFill>
            <a:srgbClr val="B7BEC5"/>
          </a:solidFill>
          <a:ln w="2092">
            <a:solidFill>
              <a:srgbClr val="C6D4E2"/>
            </a:solidFill>
            <a:prstDash val="solid"/>
          </a:ln>
        </p:spPr>
      </p:sp>
      <p:sp>
        <p:nvSpPr>
          <p:cNvPr id="325" name="Input snapshot 2: source 325"/>
          <p:cNvSpPr/>
          <p:nvPr/>
        </p:nvSpPr>
        <p:spPr>
          <a:xfrm>
            <a:off x="1331513" y="1851965"/>
            <a:ext cx="38580" cy="44769"/>
          </a:xfrm>
          <a:prstGeom prst="rect">
            <a:avLst/>
          </a:prstGeom>
          <a:solidFill>
            <a:srgbClr val="B7BEC5"/>
          </a:solidFill>
          <a:ln w="2092">
            <a:solidFill>
              <a:srgbClr val="C6D4E2"/>
            </a:solidFill>
            <a:prstDash val="solid"/>
          </a:ln>
        </p:spPr>
      </p:sp>
      <p:sp>
        <p:nvSpPr>
          <p:cNvPr id="326" name="Input snapshot 2: source 326"/>
          <p:cNvSpPr/>
          <p:nvPr/>
        </p:nvSpPr>
        <p:spPr>
          <a:xfrm>
            <a:off x="1369215" y="1851965"/>
            <a:ext cx="38580" cy="44769"/>
          </a:xfrm>
          <a:prstGeom prst="rect">
            <a:avLst/>
          </a:prstGeom>
          <a:solidFill>
            <a:srgbClr val="B7BEC5"/>
          </a:solidFill>
          <a:ln w="2092">
            <a:solidFill>
              <a:srgbClr val="C6D4E2"/>
            </a:solidFill>
            <a:prstDash val="solid"/>
          </a:ln>
        </p:spPr>
      </p:sp>
      <p:sp>
        <p:nvSpPr>
          <p:cNvPr id="327" name="Input snapshot 2: source 327"/>
          <p:cNvSpPr/>
          <p:nvPr/>
        </p:nvSpPr>
        <p:spPr>
          <a:xfrm>
            <a:off x="1406918" y="1851965"/>
            <a:ext cx="38580" cy="44769"/>
          </a:xfrm>
          <a:prstGeom prst="rect">
            <a:avLst/>
          </a:prstGeom>
          <a:solidFill>
            <a:srgbClr val="B7BEC5"/>
          </a:solidFill>
          <a:ln w="2092">
            <a:solidFill>
              <a:srgbClr val="C6D4E2"/>
            </a:solidFill>
            <a:prstDash val="solid"/>
          </a:ln>
        </p:spPr>
      </p:sp>
      <p:sp>
        <p:nvSpPr>
          <p:cNvPr id="328" name="Input snapshot 2: source 328"/>
          <p:cNvSpPr/>
          <p:nvPr/>
        </p:nvSpPr>
        <p:spPr>
          <a:xfrm>
            <a:off x="1444620" y="1851965"/>
            <a:ext cx="38580" cy="44769"/>
          </a:xfrm>
          <a:prstGeom prst="rect">
            <a:avLst/>
          </a:prstGeom>
          <a:solidFill>
            <a:srgbClr val="D55E00"/>
          </a:solidFill>
          <a:ln w="2092">
            <a:solidFill>
              <a:srgbClr val="C6D4E2"/>
            </a:solidFill>
            <a:prstDash val="solid"/>
          </a:ln>
        </p:spPr>
      </p:sp>
      <p:sp>
        <p:nvSpPr>
          <p:cNvPr id="329" name="Input snapshot 2: source 329"/>
          <p:cNvSpPr/>
          <p:nvPr/>
        </p:nvSpPr>
        <p:spPr>
          <a:xfrm>
            <a:off x="1482323" y="1851965"/>
            <a:ext cx="38580" cy="44769"/>
          </a:xfrm>
          <a:prstGeom prst="rect">
            <a:avLst/>
          </a:prstGeom>
          <a:solidFill>
            <a:srgbClr val="D55E00"/>
          </a:solidFill>
          <a:ln w="2092">
            <a:solidFill>
              <a:srgbClr val="C6D4E2"/>
            </a:solidFill>
            <a:prstDash val="solid"/>
          </a:ln>
        </p:spPr>
      </p:sp>
      <p:sp>
        <p:nvSpPr>
          <p:cNvPr id="330" name="Input snapshot 2: source 330"/>
          <p:cNvSpPr/>
          <p:nvPr/>
        </p:nvSpPr>
        <p:spPr>
          <a:xfrm>
            <a:off x="1520026" y="1851965"/>
            <a:ext cx="38580" cy="44769"/>
          </a:xfrm>
          <a:prstGeom prst="rect">
            <a:avLst/>
          </a:prstGeom>
          <a:solidFill>
            <a:srgbClr val="D55E00"/>
          </a:solidFill>
          <a:ln w="2092">
            <a:solidFill>
              <a:srgbClr val="C6D4E2"/>
            </a:solidFill>
            <a:prstDash val="solid"/>
          </a:ln>
        </p:spPr>
      </p:sp>
      <p:sp>
        <p:nvSpPr>
          <p:cNvPr id="331" name="Input snapshot 2: source 331"/>
          <p:cNvSpPr/>
          <p:nvPr/>
        </p:nvSpPr>
        <p:spPr>
          <a:xfrm>
            <a:off x="1557728" y="1851965"/>
            <a:ext cx="38580" cy="44769"/>
          </a:xfrm>
          <a:prstGeom prst="rect">
            <a:avLst/>
          </a:prstGeom>
          <a:solidFill>
            <a:srgbClr val="EFF2F4"/>
          </a:solidFill>
          <a:ln w="2092">
            <a:solidFill>
              <a:srgbClr val="C6D4E2"/>
            </a:solidFill>
            <a:prstDash val="solid"/>
          </a:ln>
        </p:spPr>
      </p:sp>
      <p:sp>
        <p:nvSpPr>
          <p:cNvPr id="332" name="Input snapshot 2: source 332"/>
          <p:cNvSpPr/>
          <p:nvPr/>
        </p:nvSpPr>
        <p:spPr>
          <a:xfrm>
            <a:off x="1595431" y="1851965"/>
            <a:ext cx="38580" cy="44769"/>
          </a:xfrm>
          <a:prstGeom prst="rect">
            <a:avLst/>
          </a:prstGeom>
          <a:solidFill>
            <a:srgbClr val="EFF2F4"/>
          </a:solidFill>
          <a:ln w="2092">
            <a:solidFill>
              <a:srgbClr val="C6D4E2"/>
            </a:solidFill>
            <a:prstDash val="solid"/>
          </a:ln>
        </p:spPr>
      </p:sp>
      <p:sp>
        <p:nvSpPr>
          <p:cNvPr id="333" name="Input snapshot 2: source 333"/>
          <p:cNvSpPr/>
          <p:nvPr/>
        </p:nvSpPr>
        <p:spPr>
          <a:xfrm>
            <a:off x="1633133" y="1851965"/>
            <a:ext cx="38580" cy="44769"/>
          </a:xfrm>
          <a:prstGeom prst="rect">
            <a:avLst/>
          </a:prstGeom>
          <a:solidFill>
            <a:srgbClr val="EFF2F4"/>
          </a:solidFill>
          <a:ln w="2092">
            <a:solidFill>
              <a:srgbClr val="C6D4E2"/>
            </a:solidFill>
            <a:prstDash val="solid"/>
          </a:ln>
        </p:spPr>
      </p:sp>
      <p:sp>
        <p:nvSpPr>
          <p:cNvPr id="334" name="Input snapshot 2: source 334"/>
          <p:cNvSpPr/>
          <p:nvPr/>
        </p:nvSpPr>
        <p:spPr>
          <a:xfrm>
            <a:off x="1143000" y="1895856"/>
            <a:ext cx="38580" cy="44769"/>
          </a:xfrm>
          <a:prstGeom prst="rect">
            <a:avLst/>
          </a:prstGeom>
          <a:solidFill>
            <a:srgbClr val="EFF2F4"/>
          </a:solidFill>
          <a:ln w="2092">
            <a:solidFill>
              <a:srgbClr val="C6D4E2"/>
            </a:solidFill>
            <a:prstDash val="solid"/>
          </a:ln>
        </p:spPr>
      </p:sp>
      <p:sp>
        <p:nvSpPr>
          <p:cNvPr id="335" name="Input snapshot 2: source 335"/>
          <p:cNvSpPr/>
          <p:nvPr/>
        </p:nvSpPr>
        <p:spPr>
          <a:xfrm>
            <a:off x="1180703" y="1895856"/>
            <a:ext cx="38580" cy="44769"/>
          </a:xfrm>
          <a:prstGeom prst="rect">
            <a:avLst/>
          </a:prstGeom>
          <a:solidFill>
            <a:srgbClr val="B7BEC5"/>
          </a:solidFill>
          <a:ln w="2092">
            <a:solidFill>
              <a:srgbClr val="C6D4E2"/>
            </a:solidFill>
            <a:prstDash val="solid"/>
          </a:ln>
        </p:spPr>
      </p:sp>
      <p:sp>
        <p:nvSpPr>
          <p:cNvPr id="336" name="Input snapshot 2: source 336"/>
          <p:cNvSpPr/>
          <p:nvPr/>
        </p:nvSpPr>
        <p:spPr>
          <a:xfrm>
            <a:off x="1218405" y="1895856"/>
            <a:ext cx="38580" cy="44769"/>
          </a:xfrm>
          <a:prstGeom prst="rect">
            <a:avLst/>
          </a:prstGeom>
          <a:solidFill>
            <a:srgbClr val="B7BEC5"/>
          </a:solidFill>
          <a:ln w="2092">
            <a:solidFill>
              <a:srgbClr val="C6D4E2"/>
            </a:solidFill>
            <a:prstDash val="solid"/>
          </a:ln>
        </p:spPr>
      </p:sp>
      <p:sp>
        <p:nvSpPr>
          <p:cNvPr id="337" name="Input snapshot 2: source 337"/>
          <p:cNvSpPr/>
          <p:nvPr/>
        </p:nvSpPr>
        <p:spPr>
          <a:xfrm>
            <a:off x="1256108" y="1895856"/>
            <a:ext cx="38580" cy="44769"/>
          </a:xfrm>
          <a:prstGeom prst="rect">
            <a:avLst/>
          </a:prstGeom>
          <a:solidFill>
            <a:srgbClr val="B7BEC5"/>
          </a:solidFill>
          <a:ln w="2092">
            <a:solidFill>
              <a:srgbClr val="C6D4E2"/>
            </a:solidFill>
            <a:prstDash val="solid"/>
          </a:ln>
        </p:spPr>
      </p:sp>
      <p:sp>
        <p:nvSpPr>
          <p:cNvPr id="338" name="Input snapshot 2: source 338"/>
          <p:cNvSpPr/>
          <p:nvPr/>
        </p:nvSpPr>
        <p:spPr>
          <a:xfrm>
            <a:off x="1293810" y="1895856"/>
            <a:ext cx="38580" cy="44769"/>
          </a:xfrm>
          <a:prstGeom prst="rect">
            <a:avLst/>
          </a:prstGeom>
          <a:solidFill>
            <a:srgbClr val="B7BEC5"/>
          </a:solidFill>
          <a:ln w="2092">
            <a:solidFill>
              <a:srgbClr val="C6D4E2"/>
            </a:solidFill>
            <a:prstDash val="solid"/>
          </a:ln>
        </p:spPr>
      </p:sp>
      <p:sp>
        <p:nvSpPr>
          <p:cNvPr id="339" name="Input snapshot 2: source 339"/>
          <p:cNvSpPr/>
          <p:nvPr/>
        </p:nvSpPr>
        <p:spPr>
          <a:xfrm>
            <a:off x="1331513" y="1895856"/>
            <a:ext cx="38580" cy="44769"/>
          </a:xfrm>
          <a:prstGeom prst="rect">
            <a:avLst/>
          </a:prstGeom>
          <a:solidFill>
            <a:srgbClr val="B7BEC5"/>
          </a:solidFill>
          <a:ln w="2092">
            <a:solidFill>
              <a:srgbClr val="C6D4E2"/>
            </a:solidFill>
            <a:prstDash val="solid"/>
          </a:ln>
        </p:spPr>
      </p:sp>
      <p:sp>
        <p:nvSpPr>
          <p:cNvPr id="340" name="Input snapshot 2: source 340"/>
          <p:cNvSpPr/>
          <p:nvPr/>
        </p:nvSpPr>
        <p:spPr>
          <a:xfrm>
            <a:off x="1369215" y="1895856"/>
            <a:ext cx="38580" cy="44769"/>
          </a:xfrm>
          <a:prstGeom prst="rect">
            <a:avLst/>
          </a:prstGeom>
          <a:solidFill>
            <a:srgbClr val="B7BEC5"/>
          </a:solidFill>
          <a:ln w="2092">
            <a:solidFill>
              <a:srgbClr val="C6D4E2"/>
            </a:solidFill>
            <a:prstDash val="solid"/>
          </a:ln>
        </p:spPr>
      </p:sp>
      <p:sp>
        <p:nvSpPr>
          <p:cNvPr id="341" name="Input snapshot 2: source 341"/>
          <p:cNvSpPr/>
          <p:nvPr/>
        </p:nvSpPr>
        <p:spPr>
          <a:xfrm>
            <a:off x="1406918" y="1895856"/>
            <a:ext cx="38580" cy="44769"/>
          </a:xfrm>
          <a:prstGeom prst="rect">
            <a:avLst/>
          </a:prstGeom>
          <a:solidFill>
            <a:srgbClr val="B7BEC5"/>
          </a:solidFill>
          <a:ln w="2092">
            <a:solidFill>
              <a:srgbClr val="C6D4E2"/>
            </a:solidFill>
            <a:prstDash val="solid"/>
          </a:ln>
        </p:spPr>
      </p:sp>
      <p:sp>
        <p:nvSpPr>
          <p:cNvPr id="342" name="Input snapshot 2: source 342"/>
          <p:cNvSpPr/>
          <p:nvPr/>
        </p:nvSpPr>
        <p:spPr>
          <a:xfrm>
            <a:off x="1444620" y="1895856"/>
            <a:ext cx="38580" cy="44769"/>
          </a:xfrm>
          <a:prstGeom prst="rect">
            <a:avLst/>
          </a:prstGeom>
          <a:solidFill>
            <a:srgbClr val="D55E00"/>
          </a:solidFill>
          <a:ln w="2092">
            <a:solidFill>
              <a:srgbClr val="C6D4E2"/>
            </a:solidFill>
            <a:prstDash val="solid"/>
          </a:ln>
        </p:spPr>
      </p:sp>
      <p:sp>
        <p:nvSpPr>
          <p:cNvPr id="343" name="Input snapshot 2: source 343"/>
          <p:cNvSpPr/>
          <p:nvPr/>
        </p:nvSpPr>
        <p:spPr>
          <a:xfrm>
            <a:off x="1482323" y="1895856"/>
            <a:ext cx="38580" cy="44769"/>
          </a:xfrm>
          <a:prstGeom prst="rect">
            <a:avLst/>
          </a:prstGeom>
          <a:solidFill>
            <a:srgbClr val="D55E00"/>
          </a:solidFill>
          <a:ln w="2092">
            <a:solidFill>
              <a:srgbClr val="C6D4E2"/>
            </a:solidFill>
            <a:prstDash val="solid"/>
          </a:ln>
        </p:spPr>
      </p:sp>
      <p:sp>
        <p:nvSpPr>
          <p:cNvPr id="344" name="Input snapshot 2: source 344"/>
          <p:cNvSpPr/>
          <p:nvPr/>
        </p:nvSpPr>
        <p:spPr>
          <a:xfrm>
            <a:off x="1520026" y="1895856"/>
            <a:ext cx="38580" cy="44769"/>
          </a:xfrm>
          <a:prstGeom prst="rect">
            <a:avLst/>
          </a:prstGeom>
          <a:solidFill>
            <a:srgbClr val="D55E00"/>
          </a:solidFill>
          <a:ln w="2092">
            <a:solidFill>
              <a:srgbClr val="C6D4E2"/>
            </a:solidFill>
            <a:prstDash val="solid"/>
          </a:ln>
        </p:spPr>
      </p:sp>
      <p:sp>
        <p:nvSpPr>
          <p:cNvPr id="345" name="Input snapshot 2: source 345"/>
          <p:cNvSpPr/>
          <p:nvPr/>
        </p:nvSpPr>
        <p:spPr>
          <a:xfrm>
            <a:off x="1557728" y="1895856"/>
            <a:ext cx="38580" cy="44769"/>
          </a:xfrm>
          <a:prstGeom prst="rect">
            <a:avLst/>
          </a:prstGeom>
          <a:solidFill>
            <a:srgbClr val="EFF2F4"/>
          </a:solidFill>
          <a:ln w="2092">
            <a:solidFill>
              <a:srgbClr val="C6D4E2"/>
            </a:solidFill>
            <a:prstDash val="solid"/>
          </a:ln>
        </p:spPr>
      </p:sp>
      <p:sp>
        <p:nvSpPr>
          <p:cNvPr id="346" name="Input snapshot 2: source 346"/>
          <p:cNvSpPr/>
          <p:nvPr/>
        </p:nvSpPr>
        <p:spPr>
          <a:xfrm>
            <a:off x="1595431" y="1895856"/>
            <a:ext cx="38580" cy="44769"/>
          </a:xfrm>
          <a:prstGeom prst="rect">
            <a:avLst/>
          </a:prstGeom>
          <a:solidFill>
            <a:srgbClr val="EFF2F4"/>
          </a:solidFill>
          <a:ln w="2092">
            <a:solidFill>
              <a:srgbClr val="C6D4E2"/>
            </a:solidFill>
            <a:prstDash val="solid"/>
          </a:ln>
        </p:spPr>
      </p:sp>
      <p:sp>
        <p:nvSpPr>
          <p:cNvPr id="347" name="Input snapshot 2: source 347"/>
          <p:cNvSpPr/>
          <p:nvPr/>
        </p:nvSpPr>
        <p:spPr>
          <a:xfrm>
            <a:off x="1633133" y="1895856"/>
            <a:ext cx="38580" cy="44769"/>
          </a:xfrm>
          <a:prstGeom prst="rect">
            <a:avLst/>
          </a:prstGeom>
          <a:solidFill>
            <a:srgbClr val="EFF2F4"/>
          </a:solidFill>
          <a:ln w="2092">
            <a:solidFill>
              <a:srgbClr val="C6D4E2"/>
            </a:solidFill>
            <a:prstDash val="solid"/>
          </a:ln>
        </p:spPr>
      </p:sp>
      <p:sp>
        <p:nvSpPr>
          <p:cNvPr id="348" name="Input snapshot 2: source 348"/>
          <p:cNvSpPr/>
          <p:nvPr/>
        </p:nvSpPr>
        <p:spPr>
          <a:xfrm>
            <a:off x="1143000" y="1939747"/>
            <a:ext cx="38580" cy="44769"/>
          </a:xfrm>
          <a:prstGeom prst="rect">
            <a:avLst/>
          </a:prstGeom>
          <a:solidFill>
            <a:srgbClr val="EFF2F4"/>
          </a:solidFill>
          <a:ln w="2092">
            <a:solidFill>
              <a:srgbClr val="C6D4E2"/>
            </a:solidFill>
            <a:prstDash val="solid"/>
          </a:ln>
        </p:spPr>
      </p:sp>
      <p:sp>
        <p:nvSpPr>
          <p:cNvPr id="349" name="Input snapshot 2: source 349"/>
          <p:cNvSpPr/>
          <p:nvPr/>
        </p:nvSpPr>
        <p:spPr>
          <a:xfrm>
            <a:off x="1180703" y="1939747"/>
            <a:ext cx="38580" cy="44769"/>
          </a:xfrm>
          <a:prstGeom prst="rect">
            <a:avLst/>
          </a:prstGeom>
          <a:solidFill>
            <a:srgbClr val="0072B2"/>
          </a:solidFill>
          <a:ln w="2092">
            <a:solidFill>
              <a:srgbClr val="C6D4E2"/>
            </a:solidFill>
            <a:prstDash val="solid"/>
          </a:ln>
        </p:spPr>
      </p:sp>
      <p:sp>
        <p:nvSpPr>
          <p:cNvPr id="350" name="Input snapshot 2: source 350"/>
          <p:cNvSpPr/>
          <p:nvPr/>
        </p:nvSpPr>
        <p:spPr>
          <a:xfrm>
            <a:off x="1218405" y="1939747"/>
            <a:ext cx="38580" cy="44769"/>
          </a:xfrm>
          <a:prstGeom prst="rect">
            <a:avLst/>
          </a:prstGeom>
          <a:solidFill>
            <a:srgbClr val="0072B2"/>
          </a:solidFill>
          <a:ln w="2092">
            <a:solidFill>
              <a:srgbClr val="C6D4E2"/>
            </a:solidFill>
            <a:prstDash val="solid"/>
          </a:ln>
        </p:spPr>
      </p:sp>
      <p:sp>
        <p:nvSpPr>
          <p:cNvPr id="351" name="Input snapshot 2: source 351"/>
          <p:cNvSpPr/>
          <p:nvPr/>
        </p:nvSpPr>
        <p:spPr>
          <a:xfrm>
            <a:off x="1256108" y="1939747"/>
            <a:ext cx="38580" cy="44769"/>
          </a:xfrm>
          <a:prstGeom prst="rect">
            <a:avLst/>
          </a:prstGeom>
          <a:solidFill>
            <a:srgbClr val="0072B2"/>
          </a:solidFill>
          <a:ln w="2092">
            <a:solidFill>
              <a:srgbClr val="C6D4E2"/>
            </a:solidFill>
            <a:prstDash val="solid"/>
          </a:ln>
        </p:spPr>
      </p:sp>
      <p:sp>
        <p:nvSpPr>
          <p:cNvPr id="352" name="Input snapshot 2: source 352"/>
          <p:cNvSpPr/>
          <p:nvPr/>
        </p:nvSpPr>
        <p:spPr>
          <a:xfrm>
            <a:off x="1293810" y="1939747"/>
            <a:ext cx="38580" cy="44769"/>
          </a:xfrm>
          <a:prstGeom prst="rect">
            <a:avLst/>
          </a:prstGeom>
          <a:solidFill>
            <a:srgbClr val="0072B2"/>
          </a:solidFill>
          <a:ln w="2092">
            <a:solidFill>
              <a:srgbClr val="C6D4E2"/>
            </a:solidFill>
            <a:prstDash val="solid"/>
          </a:ln>
        </p:spPr>
      </p:sp>
      <p:sp>
        <p:nvSpPr>
          <p:cNvPr id="353" name="Input snapshot 2: source 353"/>
          <p:cNvSpPr/>
          <p:nvPr/>
        </p:nvSpPr>
        <p:spPr>
          <a:xfrm>
            <a:off x="1331513" y="1939747"/>
            <a:ext cx="38580" cy="44769"/>
          </a:xfrm>
          <a:prstGeom prst="rect">
            <a:avLst/>
          </a:prstGeom>
          <a:solidFill>
            <a:srgbClr val="B7BEC5"/>
          </a:solidFill>
          <a:ln w="2092">
            <a:solidFill>
              <a:srgbClr val="C6D4E2"/>
            </a:solidFill>
            <a:prstDash val="solid"/>
          </a:ln>
        </p:spPr>
      </p:sp>
      <p:sp>
        <p:nvSpPr>
          <p:cNvPr id="354" name="Input snapshot 2: source 354"/>
          <p:cNvSpPr/>
          <p:nvPr/>
        </p:nvSpPr>
        <p:spPr>
          <a:xfrm>
            <a:off x="1369215" y="1939747"/>
            <a:ext cx="38580" cy="44769"/>
          </a:xfrm>
          <a:prstGeom prst="rect">
            <a:avLst/>
          </a:prstGeom>
          <a:solidFill>
            <a:srgbClr val="B7BEC5"/>
          </a:solidFill>
          <a:ln w="2092">
            <a:solidFill>
              <a:srgbClr val="C6D4E2"/>
            </a:solidFill>
            <a:prstDash val="solid"/>
          </a:ln>
        </p:spPr>
      </p:sp>
      <p:sp>
        <p:nvSpPr>
          <p:cNvPr id="355" name="Input snapshot 2: source 355"/>
          <p:cNvSpPr/>
          <p:nvPr/>
        </p:nvSpPr>
        <p:spPr>
          <a:xfrm>
            <a:off x="1406918" y="1939747"/>
            <a:ext cx="38580" cy="44769"/>
          </a:xfrm>
          <a:prstGeom prst="rect">
            <a:avLst/>
          </a:prstGeom>
          <a:solidFill>
            <a:srgbClr val="B7BEC5"/>
          </a:solidFill>
          <a:ln w="2092">
            <a:solidFill>
              <a:srgbClr val="C6D4E2"/>
            </a:solidFill>
            <a:prstDash val="solid"/>
          </a:ln>
        </p:spPr>
      </p:sp>
      <p:sp>
        <p:nvSpPr>
          <p:cNvPr id="356" name="Input snapshot 2: source 356"/>
          <p:cNvSpPr/>
          <p:nvPr/>
        </p:nvSpPr>
        <p:spPr>
          <a:xfrm>
            <a:off x="1444620" y="1939747"/>
            <a:ext cx="38580" cy="44769"/>
          </a:xfrm>
          <a:prstGeom prst="rect">
            <a:avLst/>
          </a:prstGeom>
          <a:solidFill>
            <a:srgbClr val="D55E00"/>
          </a:solidFill>
          <a:ln w="2092">
            <a:solidFill>
              <a:srgbClr val="C6D4E2"/>
            </a:solidFill>
            <a:prstDash val="solid"/>
          </a:ln>
        </p:spPr>
      </p:sp>
      <p:sp>
        <p:nvSpPr>
          <p:cNvPr id="357" name="Input snapshot 2: source 357"/>
          <p:cNvSpPr/>
          <p:nvPr/>
        </p:nvSpPr>
        <p:spPr>
          <a:xfrm>
            <a:off x="1482323" y="1939747"/>
            <a:ext cx="38580" cy="44769"/>
          </a:xfrm>
          <a:prstGeom prst="rect">
            <a:avLst/>
          </a:prstGeom>
          <a:solidFill>
            <a:srgbClr val="D55E00"/>
          </a:solidFill>
          <a:ln w="2092">
            <a:solidFill>
              <a:srgbClr val="C6D4E2"/>
            </a:solidFill>
            <a:prstDash val="solid"/>
          </a:ln>
        </p:spPr>
      </p:sp>
      <p:sp>
        <p:nvSpPr>
          <p:cNvPr id="358" name="Input snapshot 2: source 358"/>
          <p:cNvSpPr/>
          <p:nvPr/>
        </p:nvSpPr>
        <p:spPr>
          <a:xfrm>
            <a:off x="1520026" y="1939747"/>
            <a:ext cx="38580" cy="44769"/>
          </a:xfrm>
          <a:prstGeom prst="rect">
            <a:avLst/>
          </a:prstGeom>
          <a:solidFill>
            <a:srgbClr val="D55E00"/>
          </a:solidFill>
          <a:ln w="2092">
            <a:solidFill>
              <a:srgbClr val="C6D4E2"/>
            </a:solidFill>
            <a:prstDash val="solid"/>
          </a:ln>
        </p:spPr>
      </p:sp>
      <p:sp>
        <p:nvSpPr>
          <p:cNvPr id="359" name="Input snapshot 2: source 359"/>
          <p:cNvSpPr/>
          <p:nvPr/>
        </p:nvSpPr>
        <p:spPr>
          <a:xfrm>
            <a:off x="1557728" y="1939747"/>
            <a:ext cx="38580" cy="44769"/>
          </a:xfrm>
          <a:prstGeom prst="rect">
            <a:avLst/>
          </a:prstGeom>
          <a:solidFill>
            <a:srgbClr val="EFF2F4"/>
          </a:solidFill>
          <a:ln w="2092">
            <a:solidFill>
              <a:srgbClr val="C6D4E2"/>
            </a:solidFill>
            <a:prstDash val="solid"/>
          </a:ln>
        </p:spPr>
      </p:sp>
      <p:sp>
        <p:nvSpPr>
          <p:cNvPr id="360" name="Input snapshot 2: source 360"/>
          <p:cNvSpPr/>
          <p:nvPr/>
        </p:nvSpPr>
        <p:spPr>
          <a:xfrm>
            <a:off x="1595431" y="1939747"/>
            <a:ext cx="38580" cy="44769"/>
          </a:xfrm>
          <a:prstGeom prst="rect">
            <a:avLst/>
          </a:prstGeom>
          <a:solidFill>
            <a:srgbClr val="EFF2F4"/>
          </a:solidFill>
          <a:ln w="2092">
            <a:solidFill>
              <a:srgbClr val="C6D4E2"/>
            </a:solidFill>
            <a:prstDash val="solid"/>
          </a:ln>
        </p:spPr>
      </p:sp>
      <p:sp>
        <p:nvSpPr>
          <p:cNvPr id="361" name="Input snapshot 2: source 361"/>
          <p:cNvSpPr/>
          <p:nvPr/>
        </p:nvSpPr>
        <p:spPr>
          <a:xfrm>
            <a:off x="1633133" y="1939747"/>
            <a:ext cx="38580" cy="44769"/>
          </a:xfrm>
          <a:prstGeom prst="rect">
            <a:avLst/>
          </a:prstGeom>
          <a:solidFill>
            <a:srgbClr val="EFF2F4"/>
          </a:solidFill>
          <a:ln w="2092">
            <a:solidFill>
              <a:srgbClr val="C6D4E2"/>
            </a:solidFill>
            <a:prstDash val="solid"/>
          </a:ln>
        </p:spPr>
      </p:sp>
      <p:sp>
        <p:nvSpPr>
          <p:cNvPr id="362" name="Input snapshot 2: source 362"/>
          <p:cNvSpPr/>
          <p:nvPr/>
        </p:nvSpPr>
        <p:spPr>
          <a:xfrm>
            <a:off x="1143000" y="1983639"/>
            <a:ext cx="38580" cy="44769"/>
          </a:xfrm>
          <a:prstGeom prst="rect">
            <a:avLst/>
          </a:prstGeom>
          <a:solidFill>
            <a:srgbClr val="0072B2"/>
          </a:solidFill>
          <a:ln w="2092">
            <a:solidFill>
              <a:srgbClr val="C6D4E2"/>
            </a:solidFill>
            <a:prstDash val="solid"/>
          </a:ln>
        </p:spPr>
      </p:sp>
      <p:sp>
        <p:nvSpPr>
          <p:cNvPr id="363" name="Input snapshot 2: source 363"/>
          <p:cNvSpPr/>
          <p:nvPr/>
        </p:nvSpPr>
        <p:spPr>
          <a:xfrm>
            <a:off x="1180703" y="1983639"/>
            <a:ext cx="38580" cy="44769"/>
          </a:xfrm>
          <a:prstGeom prst="rect">
            <a:avLst/>
          </a:prstGeom>
          <a:solidFill>
            <a:srgbClr val="0072B2"/>
          </a:solidFill>
          <a:ln w="2092">
            <a:solidFill>
              <a:srgbClr val="C6D4E2"/>
            </a:solidFill>
            <a:prstDash val="solid"/>
          </a:ln>
        </p:spPr>
      </p:sp>
      <p:sp>
        <p:nvSpPr>
          <p:cNvPr id="364" name="Input snapshot 2: source 364"/>
          <p:cNvSpPr/>
          <p:nvPr/>
        </p:nvSpPr>
        <p:spPr>
          <a:xfrm>
            <a:off x="1218405" y="1983639"/>
            <a:ext cx="38580" cy="44769"/>
          </a:xfrm>
          <a:prstGeom prst="rect">
            <a:avLst/>
          </a:prstGeom>
          <a:solidFill>
            <a:srgbClr val="0072B2"/>
          </a:solidFill>
          <a:ln w="2092">
            <a:solidFill>
              <a:srgbClr val="C6D4E2"/>
            </a:solidFill>
            <a:prstDash val="solid"/>
          </a:ln>
        </p:spPr>
      </p:sp>
      <p:sp>
        <p:nvSpPr>
          <p:cNvPr id="365" name="Input snapshot 2: source 365"/>
          <p:cNvSpPr/>
          <p:nvPr/>
        </p:nvSpPr>
        <p:spPr>
          <a:xfrm>
            <a:off x="1256108" y="1983639"/>
            <a:ext cx="38580" cy="44769"/>
          </a:xfrm>
          <a:prstGeom prst="rect">
            <a:avLst/>
          </a:prstGeom>
          <a:solidFill>
            <a:srgbClr val="0072B2"/>
          </a:solidFill>
          <a:ln w="2092">
            <a:solidFill>
              <a:srgbClr val="C6D4E2"/>
            </a:solidFill>
            <a:prstDash val="solid"/>
          </a:ln>
        </p:spPr>
      </p:sp>
      <p:sp>
        <p:nvSpPr>
          <p:cNvPr id="366" name="Input snapshot 2: source 366"/>
          <p:cNvSpPr/>
          <p:nvPr/>
        </p:nvSpPr>
        <p:spPr>
          <a:xfrm>
            <a:off x="1293810" y="1983639"/>
            <a:ext cx="38580" cy="44769"/>
          </a:xfrm>
          <a:prstGeom prst="rect">
            <a:avLst/>
          </a:prstGeom>
          <a:solidFill>
            <a:srgbClr val="0072B2"/>
          </a:solidFill>
          <a:ln w="2092">
            <a:solidFill>
              <a:srgbClr val="C6D4E2"/>
            </a:solidFill>
            <a:prstDash val="solid"/>
          </a:ln>
        </p:spPr>
      </p:sp>
      <p:sp>
        <p:nvSpPr>
          <p:cNvPr id="367" name="Input snapshot 2: source 367"/>
          <p:cNvSpPr/>
          <p:nvPr/>
        </p:nvSpPr>
        <p:spPr>
          <a:xfrm>
            <a:off x="1331513" y="1983639"/>
            <a:ext cx="38580" cy="44769"/>
          </a:xfrm>
          <a:prstGeom prst="rect">
            <a:avLst/>
          </a:prstGeom>
          <a:solidFill>
            <a:srgbClr val="B7BEC5"/>
          </a:solidFill>
          <a:ln w="2092">
            <a:solidFill>
              <a:srgbClr val="C6D4E2"/>
            </a:solidFill>
            <a:prstDash val="solid"/>
          </a:ln>
        </p:spPr>
      </p:sp>
      <p:sp>
        <p:nvSpPr>
          <p:cNvPr id="368" name="Input snapshot 2: source 368"/>
          <p:cNvSpPr/>
          <p:nvPr/>
        </p:nvSpPr>
        <p:spPr>
          <a:xfrm>
            <a:off x="1369215" y="1983639"/>
            <a:ext cx="38580" cy="44769"/>
          </a:xfrm>
          <a:prstGeom prst="rect">
            <a:avLst/>
          </a:prstGeom>
          <a:solidFill>
            <a:srgbClr val="B7BEC5"/>
          </a:solidFill>
          <a:ln w="2092">
            <a:solidFill>
              <a:srgbClr val="C6D4E2"/>
            </a:solidFill>
            <a:prstDash val="solid"/>
          </a:ln>
        </p:spPr>
      </p:sp>
      <p:sp>
        <p:nvSpPr>
          <p:cNvPr id="369" name="Input snapshot 2: source 369"/>
          <p:cNvSpPr/>
          <p:nvPr/>
        </p:nvSpPr>
        <p:spPr>
          <a:xfrm>
            <a:off x="1406918" y="1983639"/>
            <a:ext cx="38580" cy="44769"/>
          </a:xfrm>
          <a:prstGeom prst="rect">
            <a:avLst/>
          </a:prstGeom>
          <a:solidFill>
            <a:srgbClr val="B7BEC5"/>
          </a:solidFill>
          <a:ln w="2092">
            <a:solidFill>
              <a:srgbClr val="C6D4E2"/>
            </a:solidFill>
            <a:prstDash val="solid"/>
          </a:ln>
        </p:spPr>
      </p:sp>
      <p:sp>
        <p:nvSpPr>
          <p:cNvPr id="370" name="Input snapshot 2: source 370"/>
          <p:cNvSpPr/>
          <p:nvPr/>
        </p:nvSpPr>
        <p:spPr>
          <a:xfrm>
            <a:off x="1444620" y="1983639"/>
            <a:ext cx="38580" cy="44769"/>
          </a:xfrm>
          <a:prstGeom prst="rect">
            <a:avLst/>
          </a:prstGeom>
          <a:solidFill>
            <a:srgbClr val="B7BEC5"/>
          </a:solidFill>
          <a:ln w="2092">
            <a:solidFill>
              <a:srgbClr val="C6D4E2"/>
            </a:solidFill>
            <a:prstDash val="solid"/>
          </a:ln>
        </p:spPr>
      </p:sp>
      <p:sp>
        <p:nvSpPr>
          <p:cNvPr id="371" name="Input snapshot 2: source 371"/>
          <p:cNvSpPr/>
          <p:nvPr/>
        </p:nvSpPr>
        <p:spPr>
          <a:xfrm>
            <a:off x="1482323" y="1983639"/>
            <a:ext cx="38580" cy="44769"/>
          </a:xfrm>
          <a:prstGeom prst="rect">
            <a:avLst/>
          </a:prstGeom>
          <a:solidFill>
            <a:srgbClr val="B7BEC5"/>
          </a:solidFill>
          <a:ln w="2092">
            <a:solidFill>
              <a:srgbClr val="C6D4E2"/>
            </a:solidFill>
            <a:prstDash val="solid"/>
          </a:ln>
        </p:spPr>
      </p:sp>
      <p:sp>
        <p:nvSpPr>
          <p:cNvPr id="372" name="Input snapshot 2: source 372"/>
          <p:cNvSpPr/>
          <p:nvPr/>
        </p:nvSpPr>
        <p:spPr>
          <a:xfrm>
            <a:off x="1520026" y="1983639"/>
            <a:ext cx="38580" cy="44769"/>
          </a:xfrm>
          <a:prstGeom prst="rect">
            <a:avLst/>
          </a:prstGeom>
          <a:solidFill>
            <a:srgbClr val="B7BEC5"/>
          </a:solidFill>
          <a:ln w="2092">
            <a:solidFill>
              <a:srgbClr val="C6D4E2"/>
            </a:solidFill>
            <a:prstDash val="solid"/>
          </a:ln>
        </p:spPr>
      </p:sp>
      <p:sp>
        <p:nvSpPr>
          <p:cNvPr id="373" name="Input snapshot 2: source 373"/>
          <p:cNvSpPr/>
          <p:nvPr/>
        </p:nvSpPr>
        <p:spPr>
          <a:xfrm>
            <a:off x="1557728" y="1983639"/>
            <a:ext cx="38580" cy="44769"/>
          </a:xfrm>
          <a:prstGeom prst="rect">
            <a:avLst/>
          </a:prstGeom>
          <a:solidFill>
            <a:srgbClr val="EFF2F4"/>
          </a:solidFill>
          <a:ln w="2092">
            <a:solidFill>
              <a:srgbClr val="C6D4E2"/>
            </a:solidFill>
            <a:prstDash val="solid"/>
          </a:ln>
        </p:spPr>
      </p:sp>
      <p:sp>
        <p:nvSpPr>
          <p:cNvPr id="374" name="Input snapshot 2: source 374"/>
          <p:cNvSpPr/>
          <p:nvPr/>
        </p:nvSpPr>
        <p:spPr>
          <a:xfrm>
            <a:off x="1595431" y="1983639"/>
            <a:ext cx="38580" cy="44769"/>
          </a:xfrm>
          <a:prstGeom prst="rect">
            <a:avLst/>
          </a:prstGeom>
          <a:solidFill>
            <a:srgbClr val="EFF2F4"/>
          </a:solidFill>
          <a:ln w="2092">
            <a:solidFill>
              <a:srgbClr val="C6D4E2"/>
            </a:solidFill>
            <a:prstDash val="solid"/>
          </a:ln>
        </p:spPr>
      </p:sp>
      <p:sp>
        <p:nvSpPr>
          <p:cNvPr id="375" name="Input snapshot 2: source 375"/>
          <p:cNvSpPr/>
          <p:nvPr/>
        </p:nvSpPr>
        <p:spPr>
          <a:xfrm>
            <a:off x="1633133" y="1983639"/>
            <a:ext cx="38580" cy="44769"/>
          </a:xfrm>
          <a:prstGeom prst="rect">
            <a:avLst/>
          </a:prstGeom>
          <a:solidFill>
            <a:srgbClr val="EFF2F4"/>
          </a:solidFill>
          <a:ln w="2092">
            <a:solidFill>
              <a:srgbClr val="C6D4E2"/>
            </a:solidFill>
            <a:prstDash val="solid"/>
          </a:ln>
        </p:spPr>
      </p:sp>
      <p:sp>
        <p:nvSpPr>
          <p:cNvPr id="376" name="Input snapshot 2: source 376"/>
          <p:cNvSpPr/>
          <p:nvPr/>
        </p:nvSpPr>
        <p:spPr>
          <a:xfrm>
            <a:off x="1143000" y="2027529"/>
            <a:ext cx="38580" cy="44769"/>
          </a:xfrm>
          <a:prstGeom prst="rect">
            <a:avLst/>
          </a:prstGeom>
          <a:solidFill>
            <a:srgbClr val="EFF2F4"/>
          </a:solidFill>
          <a:ln w="2092">
            <a:solidFill>
              <a:srgbClr val="C6D4E2"/>
            </a:solidFill>
            <a:prstDash val="solid"/>
          </a:ln>
        </p:spPr>
      </p:sp>
      <p:sp>
        <p:nvSpPr>
          <p:cNvPr id="377" name="Input snapshot 2: source 377"/>
          <p:cNvSpPr/>
          <p:nvPr/>
        </p:nvSpPr>
        <p:spPr>
          <a:xfrm>
            <a:off x="1180703" y="2027529"/>
            <a:ext cx="38580" cy="44769"/>
          </a:xfrm>
          <a:prstGeom prst="rect">
            <a:avLst/>
          </a:prstGeom>
          <a:solidFill>
            <a:srgbClr val="0072B2"/>
          </a:solidFill>
          <a:ln w="2092">
            <a:solidFill>
              <a:srgbClr val="C6D4E2"/>
            </a:solidFill>
            <a:prstDash val="solid"/>
          </a:ln>
        </p:spPr>
      </p:sp>
      <p:sp>
        <p:nvSpPr>
          <p:cNvPr id="378" name="Input snapshot 2: source 378"/>
          <p:cNvSpPr/>
          <p:nvPr/>
        </p:nvSpPr>
        <p:spPr>
          <a:xfrm>
            <a:off x="1218405" y="2027529"/>
            <a:ext cx="38580" cy="44769"/>
          </a:xfrm>
          <a:prstGeom prst="rect">
            <a:avLst/>
          </a:prstGeom>
          <a:solidFill>
            <a:srgbClr val="0072B2"/>
          </a:solidFill>
          <a:ln w="2092">
            <a:solidFill>
              <a:srgbClr val="C6D4E2"/>
            </a:solidFill>
            <a:prstDash val="solid"/>
          </a:ln>
        </p:spPr>
      </p:sp>
      <p:sp>
        <p:nvSpPr>
          <p:cNvPr id="379" name="Input snapshot 2: source 379"/>
          <p:cNvSpPr/>
          <p:nvPr/>
        </p:nvSpPr>
        <p:spPr>
          <a:xfrm>
            <a:off x="1256108" y="2027529"/>
            <a:ext cx="38580" cy="44769"/>
          </a:xfrm>
          <a:prstGeom prst="rect">
            <a:avLst/>
          </a:prstGeom>
          <a:solidFill>
            <a:srgbClr val="0072B2"/>
          </a:solidFill>
          <a:ln w="2092">
            <a:solidFill>
              <a:srgbClr val="C6D4E2"/>
            </a:solidFill>
            <a:prstDash val="solid"/>
          </a:ln>
        </p:spPr>
      </p:sp>
      <p:sp>
        <p:nvSpPr>
          <p:cNvPr id="380" name="Input snapshot 2: source 380"/>
          <p:cNvSpPr/>
          <p:nvPr/>
        </p:nvSpPr>
        <p:spPr>
          <a:xfrm>
            <a:off x="1293810" y="2027529"/>
            <a:ext cx="38580" cy="44769"/>
          </a:xfrm>
          <a:prstGeom prst="rect">
            <a:avLst/>
          </a:prstGeom>
          <a:solidFill>
            <a:srgbClr val="0072B2"/>
          </a:solidFill>
          <a:ln w="2092">
            <a:solidFill>
              <a:srgbClr val="C6D4E2"/>
            </a:solidFill>
            <a:prstDash val="solid"/>
          </a:ln>
        </p:spPr>
      </p:sp>
      <p:sp>
        <p:nvSpPr>
          <p:cNvPr id="381" name="Input snapshot 2: source 381"/>
          <p:cNvSpPr/>
          <p:nvPr/>
        </p:nvSpPr>
        <p:spPr>
          <a:xfrm>
            <a:off x="1331513" y="2027529"/>
            <a:ext cx="38580" cy="44769"/>
          </a:xfrm>
          <a:prstGeom prst="rect">
            <a:avLst/>
          </a:prstGeom>
          <a:solidFill>
            <a:srgbClr val="B7BEC5"/>
          </a:solidFill>
          <a:ln w="2092">
            <a:solidFill>
              <a:srgbClr val="C6D4E2"/>
            </a:solidFill>
            <a:prstDash val="solid"/>
          </a:ln>
        </p:spPr>
      </p:sp>
      <p:sp>
        <p:nvSpPr>
          <p:cNvPr id="382" name="Input snapshot 2: source 382"/>
          <p:cNvSpPr/>
          <p:nvPr/>
        </p:nvSpPr>
        <p:spPr>
          <a:xfrm>
            <a:off x="1369215" y="2027529"/>
            <a:ext cx="38580" cy="44769"/>
          </a:xfrm>
          <a:prstGeom prst="rect">
            <a:avLst/>
          </a:prstGeom>
          <a:solidFill>
            <a:srgbClr val="B7BEC5"/>
          </a:solidFill>
          <a:ln w="2092">
            <a:solidFill>
              <a:srgbClr val="C6D4E2"/>
            </a:solidFill>
            <a:prstDash val="solid"/>
          </a:ln>
        </p:spPr>
      </p:sp>
      <p:sp>
        <p:nvSpPr>
          <p:cNvPr id="383" name="Input snapshot 2: source 383"/>
          <p:cNvSpPr/>
          <p:nvPr/>
        </p:nvSpPr>
        <p:spPr>
          <a:xfrm>
            <a:off x="1406918" y="2027529"/>
            <a:ext cx="38580" cy="44769"/>
          </a:xfrm>
          <a:prstGeom prst="rect">
            <a:avLst/>
          </a:prstGeom>
          <a:solidFill>
            <a:srgbClr val="B7BEC5"/>
          </a:solidFill>
          <a:ln w="2092">
            <a:solidFill>
              <a:srgbClr val="C6D4E2"/>
            </a:solidFill>
            <a:prstDash val="solid"/>
          </a:ln>
        </p:spPr>
      </p:sp>
      <p:sp>
        <p:nvSpPr>
          <p:cNvPr id="384" name="Input snapshot 2: source 384"/>
          <p:cNvSpPr/>
          <p:nvPr/>
        </p:nvSpPr>
        <p:spPr>
          <a:xfrm>
            <a:off x="1444620" y="2027529"/>
            <a:ext cx="38580" cy="44769"/>
          </a:xfrm>
          <a:prstGeom prst="rect">
            <a:avLst/>
          </a:prstGeom>
          <a:solidFill>
            <a:srgbClr val="B7BEC5"/>
          </a:solidFill>
          <a:ln w="2092">
            <a:solidFill>
              <a:srgbClr val="C6D4E2"/>
            </a:solidFill>
            <a:prstDash val="solid"/>
          </a:ln>
        </p:spPr>
      </p:sp>
      <p:sp>
        <p:nvSpPr>
          <p:cNvPr id="385" name="Input snapshot 2: source 385"/>
          <p:cNvSpPr/>
          <p:nvPr/>
        </p:nvSpPr>
        <p:spPr>
          <a:xfrm>
            <a:off x="1482323" y="2027529"/>
            <a:ext cx="38580" cy="44769"/>
          </a:xfrm>
          <a:prstGeom prst="rect">
            <a:avLst/>
          </a:prstGeom>
          <a:solidFill>
            <a:srgbClr val="EFF2F4"/>
          </a:solidFill>
          <a:ln w="2092">
            <a:solidFill>
              <a:srgbClr val="C6D4E2"/>
            </a:solidFill>
            <a:prstDash val="solid"/>
          </a:ln>
        </p:spPr>
      </p:sp>
      <p:sp>
        <p:nvSpPr>
          <p:cNvPr id="386" name="Input snapshot 2: source 386"/>
          <p:cNvSpPr/>
          <p:nvPr/>
        </p:nvSpPr>
        <p:spPr>
          <a:xfrm>
            <a:off x="1520026" y="2027529"/>
            <a:ext cx="38580" cy="44769"/>
          </a:xfrm>
          <a:prstGeom prst="rect">
            <a:avLst/>
          </a:prstGeom>
          <a:solidFill>
            <a:srgbClr val="EFF2F4"/>
          </a:solidFill>
          <a:ln w="2092">
            <a:solidFill>
              <a:srgbClr val="C6D4E2"/>
            </a:solidFill>
            <a:prstDash val="solid"/>
          </a:ln>
        </p:spPr>
      </p:sp>
      <p:sp>
        <p:nvSpPr>
          <p:cNvPr id="387" name="Input snapshot 2: source 387"/>
          <p:cNvSpPr/>
          <p:nvPr/>
        </p:nvSpPr>
        <p:spPr>
          <a:xfrm>
            <a:off x="1557728" y="2027529"/>
            <a:ext cx="38580" cy="44769"/>
          </a:xfrm>
          <a:prstGeom prst="rect">
            <a:avLst/>
          </a:prstGeom>
          <a:solidFill>
            <a:srgbClr val="EFF2F4"/>
          </a:solidFill>
          <a:ln w="2092">
            <a:solidFill>
              <a:srgbClr val="C6D4E2"/>
            </a:solidFill>
            <a:prstDash val="solid"/>
          </a:ln>
        </p:spPr>
      </p:sp>
      <p:sp>
        <p:nvSpPr>
          <p:cNvPr id="388" name="Input snapshot 2: source 388"/>
          <p:cNvSpPr/>
          <p:nvPr/>
        </p:nvSpPr>
        <p:spPr>
          <a:xfrm>
            <a:off x="1595431" y="2027529"/>
            <a:ext cx="38580" cy="44769"/>
          </a:xfrm>
          <a:prstGeom prst="rect">
            <a:avLst/>
          </a:prstGeom>
          <a:solidFill>
            <a:srgbClr val="EFF2F4"/>
          </a:solidFill>
          <a:ln w="2092">
            <a:solidFill>
              <a:srgbClr val="C6D4E2"/>
            </a:solidFill>
            <a:prstDash val="solid"/>
          </a:ln>
        </p:spPr>
      </p:sp>
      <p:sp>
        <p:nvSpPr>
          <p:cNvPr id="389" name="Input snapshot 2: source 389"/>
          <p:cNvSpPr/>
          <p:nvPr/>
        </p:nvSpPr>
        <p:spPr>
          <a:xfrm>
            <a:off x="1633133" y="2027529"/>
            <a:ext cx="38580" cy="44769"/>
          </a:xfrm>
          <a:prstGeom prst="rect">
            <a:avLst/>
          </a:prstGeom>
          <a:solidFill>
            <a:srgbClr val="EFF2F4"/>
          </a:solidFill>
          <a:ln w="2092">
            <a:solidFill>
              <a:srgbClr val="C6D4E2"/>
            </a:solidFill>
            <a:prstDash val="solid"/>
          </a:ln>
        </p:spPr>
      </p:sp>
      <p:sp>
        <p:nvSpPr>
          <p:cNvPr id="390" name="Input snapshot 2: source 390"/>
          <p:cNvSpPr/>
          <p:nvPr/>
        </p:nvSpPr>
        <p:spPr>
          <a:xfrm>
            <a:off x="1143000" y="1676400"/>
            <a:ext cx="527836" cy="395021"/>
          </a:xfrm>
          <a:prstGeom prst="rect">
            <a:avLst/>
          </a:prstGeom>
          <a:solidFill>
            <a:srgbClr val="FFFFFF">
              <a:alpha val="0"/>
            </a:srgbClr>
          </a:solidFill>
          <a:ln w="4338">
            <a:solidFill>
              <a:srgbClr val="263238"/>
            </a:solidFill>
            <a:prstDash val="solid"/>
          </a:ln>
        </p:spPr>
      </p:sp>
      <p:sp>
        <p:nvSpPr>
          <p:cNvPr id="399" name="Compact vertical topology edge: source 399"/>
          <p:cNvSpPr/>
          <p:nvPr/>
        </p:nvSpPr>
        <p:spPr>
          <a:xfrm>
            <a:off x="1104900" y="2457450"/>
            <a:ext cx="95" cy="114300"/>
          </a:xfrm>
          <a:prstGeom prst="line">
            <a:avLst/>
          </a:prstGeom>
          <a:solidFill>
            <a:srgbClr val="FFFFFF">
              <a:alpha val="0"/>
            </a:srgbClr>
          </a:solidFill>
          <a:ln w="16256">
            <a:solidFill>
              <a:srgbClr val="263238"/>
            </a:solidFill>
            <a:prstDash val="solid"/>
          </a:ln>
        </p:spPr>
      </p:sp>
      <p:sp>
        <p:nvSpPr>
          <p:cNvPr id="400" name="Compact vertical topology edge: source 400"/>
          <p:cNvSpPr/>
          <p:nvPr/>
        </p:nvSpPr>
        <p:spPr>
          <a:xfrm>
            <a:off x="1104900" y="2571750"/>
            <a:ext cx="95" cy="114300"/>
          </a:xfrm>
          <a:prstGeom prst="line">
            <a:avLst/>
          </a:prstGeom>
          <a:solidFill>
            <a:srgbClr val="FFFFFF">
              <a:alpha val="0"/>
            </a:srgbClr>
          </a:solidFill>
          <a:ln w="16256">
            <a:solidFill>
              <a:srgbClr val="263238"/>
            </a:solidFill>
            <a:prstDash val="solid"/>
          </a:ln>
        </p:spPr>
      </p:sp>
      <p:sp>
        <p:nvSpPr>
          <p:cNvPr id="401" name="Compact vertical topology edge: source 401"/>
          <p:cNvSpPr/>
          <p:nvPr/>
        </p:nvSpPr>
        <p:spPr>
          <a:xfrm>
            <a:off x="1104900" y="2686050"/>
            <a:ext cx="95" cy="133350"/>
          </a:xfrm>
          <a:prstGeom prst="line">
            <a:avLst/>
          </a:prstGeom>
          <a:solidFill>
            <a:srgbClr val="FFFFFF">
              <a:alpha val="0"/>
            </a:srgbClr>
          </a:solidFill>
          <a:ln w="16256">
            <a:solidFill>
              <a:srgbClr val="263238"/>
            </a:solidFill>
            <a:prstDash val="solid"/>
          </a:ln>
        </p:spPr>
      </p:sp>
      <p:sp>
        <p:nvSpPr>
          <p:cNvPr id="402" name="Compact vertical topology edge: source 402"/>
          <p:cNvSpPr/>
          <p:nvPr/>
        </p:nvSpPr>
        <p:spPr>
          <a:xfrm flipV="1">
            <a:off x="917814" y="2819400"/>
            <a:ext cx="187086" cy="133350"/>
          </a:xfrm>
          <a:prstGeom prst="line">
            <a:avLst/>
          </a:prstGeom>
          <a:solidFill>
            <a:srgbClr val="FFFFFF">
              <a:alpha val="0"/>
            </a:srgbClr>
          </a:solidFill>
          <a:ln w="16256">
            <a:solidFill>
              <a:srgbClr val="263238"/>
            </a:solidFill>
            <a:prstDash val="solid"/>
          </a:ln>
        </p:spPr>
      </p:sp>
      <p:sp>
        <p:nvSpPr>
          <p:cNvPr id="403" name="Compact vertical topology edge: source 403"/>
          <p:cNvSpPr/>
          <p:nvPr/>
        </p:nvSpPr>
        <p:spPr>
          <a:xfrm flipV="1">
            <a:off x="779008" y="2952750"/>
            <a:ext cx="138806" cy="133350"/>
          </a:xfrm>
          <a:prstGeom prst="line">
            <a:avLst/>
          </a:prstGeom>
          <a:solidFill>
            <a:srgbClr val="FFFFFF">
              <a:alpha val="0"/>
            </a:srgbClr>
          </a:solidFill>
          <a:ln w="16256">
            <a:solidFill>
              <a:srgbClr val="263238"/>
            </a:solidFill>
            <a:prstDash val="solid"/>
          </a:ln>
        </p:spPr>
      </p:sp>
      <p:sp>
        <p:nvSpPr>
          <p:cNvPr id="404" name="Compact vertical topology edge: source 404"/>
          <p:cNvSpPr/>
          <p:nvPr/>
        </p:nvSpPr>
        <p:spPr>
          <a:xfrm flipV="1">
            <a:off x="688482" y="3086100"/>
            <a:ext cx="90526" cy="133350"/>
          </a:xfrm>
          <a:prstGeom prst="line">
            <a:avLst/>
          </a:prstGeom>
          <a:solidFill>
            <a:srgbClr val="FFFFFF">
              <a:alpha val="0"/>
            </a:srgbClr>
          </a:solidFill>
          <a:ln w="16256">
            <a:solidFill>
              <a:srgbClr val="263238"/>
            </a:solidFill>
            <a:prstDash val="solid"/>
          </a:ln>
        </p:spPr>
      </p:sp>
      <p:sp>
        <p:nvSpPr>
          <p:cNvPr id="405" name="Compact vertical topology edge: source 405"/>
          <p:cNvSpPr/>
          <p:nvPr/>
        </p:nvSpPr>
        <p:spPr>
          <a:xfrm flipV="1">
            <a:off x="561746" y="3219450"/>
            <a:ext cx="126736" cy="133350"/>
          </a:xfrm>
          <a:prstGeom prst="line">
            <a:avLst/>
          </a:prstGeom>
          <a:solidFill>
            <a:srgbClr val="FFFFFF">
              <a:alpha val="0"/>
            </a:srgbClr>
          </a:solidFill>
          <a:ln w="16256">
            <a:solidFill>
              <a:srgbClr val="263238"/>
            </a:solidFill>
            <a:prstDash val="solid"/>
          </a:ln>
        </p:spPr>
      </p:sp>
      <p:sp>
        <p:nvSpPr>
          <p:cNvPr id="406" name="Compact vertical topology edge: source 406"/>
          <p:cNvSpPr/>
          <p:nvPr/>
        </p:nvSpPr>
        <p:spPr>
          <a:xfrm flipV="1">
            <a:off x="501396" y="3352800"/>
            <a:ext cx="60350" cy="133350"/>
          </a:xfrm>
          <a:prstGeom prst="line">
            <a:avLst/>
          </a:prstGeom>
          <a:solidFill>
            <a:srgbClr val="FFFFFF">
              <a:alpha val="0"/>
            </a:srgbClr>
          </a:solidFill>
          <a:ln w="16256">
            <a:solidFill>
              <a:srgbClr val="263238"/>
            </a:solidFill>
            <a:prstDash val="solid"/>
          </a:ln>
        </p:spPr>
      </p:sp>
      <p:sp>
        <p:nvSpPr>
          <p:cNvPr id="407" name="Compact vertical topology edge: source 407"/>
          <p:cNvSpPr/>
          <p:nvPr/>
        </p:nvSpPr>
        <p:spPr>
          <a:xfrm flipV="1">
            <a:off x="465186" y="3486150"/>
            <a:ext cx="36210" cy="133350"/>
          </a:xfrm>
          <a:prstGeom prst="line">
            <a:avLst/>
          </a:prstGeom>
          <a:solidFill>
            <a:srgbClr val="FFFFFF">
              <a:alpha val="0"/>
            </a:srgbClr>
          </a:solidFill>
          <a:ln w="16256">
            <a:solidFill>
              <a:srgbClr val="263238"/>
            </a:solidFill>
            <a:prstDash val="solid"/>
          </a:ln>
        </p:spPr>
      </p:sp>
      <p:sp>
        <p:nvSpPr>
          <p:cNvPr id="408" name="Compact vertical topology edge: source 408"/>
          <p:cNvSpPr/>
          <p:nvPr/>
        </p:nvSpPr>
        <p:spPr>
          <a:xfrm>
            <a:off x="688482" y="3219450"/>
            <a:ext cx="205191" cy="133350"/>
          </a:xfrm>
          <a:prstGeom prst="line">
            <a:avLst/>
          </a:prstGeom>
          <a:solidFill>
            <a:srgbClr val="FFFFFF">
              <a:alpha val="0"/>
            </a:srgbClr>
          </a:solidFill>
          <a:ln w="16256">
            <a:solidFill>
              <a:srgbClr val="263238"/>
            </a:solidFill>
            <a:prstDash val="solid"/>
          </a:ln>
        </p:spPr>
      </p:sp>
      <p:sp>
        <p:nvSpPr>
          <p:cNvPr id="409" name="Compact vertical topology edge: source 409"/>
          <p:cNvSpPr/>
          <p:nvPr/>
        </p:nvSpPr>
        <p:spPr>
          <a:xfrm>
            <a:off x="893674" y="3352800"/>
            <a:ext cx="48280" cy="129931"/>
          </a:xfrm>
          <a:prstGeom prst="line">
            <a:avLst/>
          </a:prstGeom>
          <a:solidFill>
            <a:srgbClr val="FFFFFF">
              <a:alpha val="0"/>
            </a:srgbClr>
          </a:solidFill>
          <a:ln w="16256">
            <a:solidFill>
              <a:srgbClr val="263238"/>
            </a:solidFill>
            <a:prstDash val="solid"/>
          </a:ln>
        </p:spPr>
      </p:sp>
      <p:sp>
        <p:nvSpPr>
          <p:cNvPr id="410" name="Compact vertical topology edge: source 410"/>
          <p:cNvSpPr/>
          <p:nvPr/>
        </p:nvSpPr>
        <p:spPr>
          <a:xfrm>
            <a:off x="941954" y="3482731"/>
            <a:ext cx="48280" cy="136769"/>
          </a:xfrm>
          <a:prstGeom prst="line">
            <a:avLst/>
          </a:prstGeom>
          <a:solidFill>
            <a:srgbClr val="FFFFFF">
              <a:alpha val="0"/>
            </a:srgbClr>
          </a:solidFill>
          <a:ln w="16256">
            <a:solidFill>
              <a:srgbClr val="263238"/>
            </a:solidFill>
            <a:prstDash val="solid"/>
          </a:ln>
        </p:spPr>
      </p:sp>
      <p:sp>
        <p:nvSpPr>
          <p:cNvPr id="411" name="Compact vertical topology edge: source 411"/>
          <p:cNvSpPr/>
          <p:nvPr/>
        </p:nvSpPr>
        <p:spPr>
          <a:xfrm>
            <a:off x="1104900" y="2819400"/>
            <a:ext cx="241402" cy="154405"/>
          </a:xfrm>
          <a:prstGeom prst="line">
            <a:avLst/>
          </a:prstGeom>
          <a:solidFill>
            <a:srgbClr val="FFFFFF">
              <a:alpha val="0"/>
            </a:srgbClr>
          </a:solidFill>
          <a:ln w="16256">
            <a:solidFill>
              <a:srgbClr val="263238"/>
            </a:solidFill>
            <a:prstDash val="solid"/>
          </a:ln>
        </p:spPr>
      </p:sp>
      <p:sp>
        <p:nvSpPr>
          <p:cNvPr id="412" name="Compact vertical topology edge: source 412"/>
          <p:cNvSpPr/>
          <p:nvPr/>
        </p:nvSpPr>
        <p:spPr>
          <a:xfrm>
            <a:off x="1346302" y="2973805"/>
            <a:ext cx="168981" cy="149509"/>
          </a:xfrm>
          <a:prstGeom prst="line">
            <a:avLst/>
          </a:prstGeom>
          <a:solidFill>
            <a:srgbClr val="FFFFFF">
              <a:alpha val="0"/>
            </a:srgbClr>
          </a:solidFill>
          <a:ln w="16256">
            <a:solidFill>
              <a:srgbClr val="263238"/>
            </a:solidFill>
            <a:prstDash val="solid"/>
          </a:ln>
        </p:spPr>
      </p:sp>
      <p:sp>
        <p:nvSpPr>
          <p:cNvPr id="413" name="Compact vertical topology edge: source 413"/>
          <p:cNvSpPr/>
          <p:nvPr/>
        </p:nvSpPr>
        <p:spPr>
          <a:xfrm>
            <a:off x="1515283" y="3123314"/>
            <a:ext cx="95250" cy="152400"/>
          </a:xfrm>
          <a:prstGeom prst="line">
            <a:avLst/>
          </a:prstGeom>
          <a:solidFill>
            <a:srgbClr val="FFFFFF">
              <a:alpha val="0"/>
            </a:srgbClr>
          </a:solidFill>
          <a:ln w="16256">
            <a:solidFill>
              <a:srgbClr val="263238"/>
            </a:solidFill>
            <a:prstDash val="solid"/>
          </a:ln>
        </p:spPr>
      </p:sp>
      <p:sp>
        <p:nvSpPr>
          <p:cNvPr id="414" name="Compact vertical topology: source 414"/>
          <p:cNvSpPr/>
          <p:nvPr/>
        </p:nvSpPr>
        <p:spPr>
          <a:xfrm>
            <a:off x="1039590" y="2392140"/>
            <a:ext cx="130620" cy="130620"/>
          </a:xfrm>
          <a:prstGeom prst="diamond">
            <a:avLst/>
          </a:prstGeom>
          <a:solidFill>
            <a:srgbClr val="7B8790"/>
          </a:solidFill>
          <a:ln w="8636">
            <a:solidFill>
              <a:srgbClr val="263238"/>
            </a:solidFill>
            <a:prstDash val="solid"/>
          </a:ln>
        </p:spPr>
      </p:sp>
      <p:sp>
        <p:nvSpPr>
          <p:cNvPr id="415" name="Compact vertical topology: source 415"/>
          <p:cNvSpPr/>
          <p:nvPr/>
        </p:nvSpPr>
        <p:spPr>
          <a:xfrm>
            <a:off x="1062380" y="2529230"/>
            <a:ext cx="85039" cy="85039"/>
          </a:xfrm>
          <a:prstGeom prst="ellipse">
            <a:avLst/>
          </a:prstGeom>
          <a:solidFill>
            <a:srgbClr val="7B8790"/>
          </a:solidFill>
          <a:ln w="6096">
            <a:solidFill>
              <a:srgbClr val="263238"/>
            </a:solidFill>
            <a:prstDash val="solid"/>
          </a:ln>
        </p:spPr>
      </p:sp>
      <p:sp>
        <p:nvSpPr>
          <p:cNvPr id="416" name="Compact vertical topology: source 416"/>
          <p:cNvSpPr/>
          <p:nvPr/>
        </p:nvSpPr>
        <p:spPr>
          <a:xfrm>
            <a:off x="1062380" y="2643530"/>
            <a:ext cx="85039" cy="85039"/>
          </a:xfrm>
          <a:prstGeom prst="ellipse">
            <a:avLst/>
          </a:prstGeom>
          <a:solidFill>
            <a:srgbClr val="7B8790"/>
          </a:solidFill>
          <a:ln w="6096">
            <a:solidFill>
              <a:srgbClr val="263238"/>
            </a:solidFill>
            <a:prstDash val="solid"/>
          </a:ln>
        </p:spPr>
      </p:sp>
      <p:sp>
        <p:nvSpPr>
          <p:cNvPr id="417" name="Compact vertical topology: source 417"/>
          <p:cNvSpPr/>
          <p:nvPr/>
        </p:nvSpPr>
        <p:spPr>
          <a:xfrm>
            <a:off x="1039590" y="2754090"/>
            <a:ext cx="130620" cy="130620"/>
          </a:xfrm>
          <a:prstGeom prst="diamond">
            <a:avLst/>
          </a:prstGeom>
          <a:solidFill>
            <a:srgbClr val="7B8790"/>
          </a:solidFill>
          <a:ln w="8636">
            <a:solidFill>
              <a:srgbClr val="263238"/>
            </a:solidFill>
            <a:prstDash val="solid"/>
          </a:ln>
        </p:spPr>
      </p:sp>
      <p:sp>
        <p:nvSpPr>
          <p:cNvPr id="418" name="Compact vertical topology: source 418"/>
          <p:cNvSpPr/>
          <p:nvPr/>
        </p:nvSpPr>
        <p:spPr>
          <a:xfrm>
            <a:off x="875294" y="2910230"/>
            <a:ext cx="85039" cy="85039"/>
          </a:xfrm>
          <a:prstGeom prst="ellipse">
            <a:avLst/>
          </a:prstGeom>
          <a:solidFill>
            <a:srgbClr val="B7BEC5"/>
          </a:solidFill>
          <a:ln w="6096">
            <a:solidFill>
              <a:srgbClr val="263238"/>
            </a:solidFill>
            <a:prstDash val="solid"/>
          </a:ln>
        </p:spPr>
      </p:sp>
      <p:sp>
        <p:nvSpPr>
          <p:cNvPr id="419" name="Compact vertical topology: source 419"/>
          <p:cNvSpPr/>
          <p:nvPr/>
        </p:nvSpPr>
        <p:spPr>
          <a:xfrm>
            <a:off x="736488" y="3043580"/>
            <a:ext cx="85039" cy="85039"/>
          </a:xfrm>
          <a:prstGeom prst="ellipse">
            <a:avLst/>
          </a:prstGeom>
          <a:solidFill>
            <a:srgbClr val="B7BEC5"/>
          </a:solidFill>
          <a:ln w="6096">
            <a:solidFill>
              <a:srgbClr val="263238"/>
            </a:solidFill>
            <a:prstDash val="solid"/>
          </a:ln>
        </p:spPr>
      </p:sp>
      <p:sp>
        <p:nvSpPr>
          <p:cNvPr id="420" name="Compact vertical topology: source 420"/>
          <p:cNvSpPr/>
          <p:nvPr/>
        </p:nvSpPr>
        <p:spPr>
          <a:xfrm>
            <a:off x="623172" y="3154140"/>
            <a:ext cx="130620" cy="130620"/>
          </a:xfrm>
          <a:prstGeom prst="diamond">
            <a:avLst/>
          </a:prstGeom>
          <a:solidFill>
            <a:srgbClr val="B7BEC5"/>
          </a:solidFill>
          <a:ln w="8636">
            <a:solidFill>
              <a:srgbClr val="263238"/>
            </a:solidFill>
            <a:prstDash val="solid"/>
          </a:ln>
        </p:spPr>
      </p:sp>
      <p:sp>
        <p:nvSpPr>
          <p:cNvPr id="421" name="Compact vertical topology: source 421"/>
          <p:cNvSpPr/>
          <p:nvPr/>
        </p:nvSpPr>
        <p:spPr>
          <a:xfrm>
            <a:off x="519227" y="3310280"/>
            <a:ext cx="85039" cy="85039"/>
          </a:xfrm>
          <a:prstGeom prst="ellipse">
            <a:avLst/>
          </a:prstGeom>
          <a:solidFill>
            <a:srgbClr val="0072B2"/>
          </a:solidFill>
          <a:ln w="6096">
            <a:solidFill>
              <a:srgbClr val="263238"/>
            </a:solidFill>
            <a:prstDash val="solid"/>
          </a:ln>
        </p:spPr>
      </p:sp>
      <p:sp>
        <p:nvSpPr>
          <p:cNvPr id="422" name="Compact vertical topology: source 422"/>
          <p:cNvSpPr/>
          <p:nvPr/>
        </p:nvSpPr>
        <p:spPr>
          <a:xfrm>
            <a:off x="458876" y="3443630"/>
            <a:ext cx="85039" cy="85039"/>
          </a:xfrm>
          <a:prstGeom prst="ellipse">
            <a:avLst/>
          </a:prstGeom>
          <a:solidFill>
            <a:srgbClr val="0072B2"/>
          </a:solidFill>
          <a:ln w="6096">
            <a:solidFill>
              <a:srgbClr val="263238"/>
            </a:solidFill>
            <a:prstDash val="solid"/>
          </a:ln>
        </p:spPr>
      </p:sp>
      <p:sp>
        <p:nvSpPr>
          <p:cNvPr id="423" name="Compact vertical topology: source 423"/>
          <p:cNvSpPr/>
          <p:nvPr/>
        </p:nvSpPr>
        <p:spPr>
          <a:xfrm>
            <a:off x="399876" y="3554190"/>
            <a:ext cx="130620" cy="130620"/>
          </a:xfrm>
          <a:prstGeom prst="diamond">
            <a:avLst/>
          </a:prstGeom>
          <a:solidFill>
            <a:srgbClr val="0072B2"/>
          </a:solidFill>
          <a:ln w="8636">
            <a:solidFill>
              <a:srgbClr val="263238"/>
            </a:solidFill>
            <a:prstDash val="solid"/>
          </a:ln>
        </p:spPr>
      </p:sp>
      <p:sp>
        <p:nvSpPr>
          <p:cNvPr id="424" name="Compact vertical topology: source 424"/>
          <p:cNvSpPr/>
          <p:nvPr/>
        </p:nvSpPr>
        <p:spPr>
          <a:xfrm>
            <a:off x="851154" y="3310280"/>
            <a:ext cx="85039" cy="85039"/>
          </a:xfrm>
          <a:prstGeom prst="ellipse">
            <a:avLst/>
          </a:prstGeom>
          <a:solidFill>
            <a:srgbClr val="D55E00"/>
          </a:solidFill>
          <a:ln w="6096">
            <a:solidFill>
              <a:srgbClr val="263238"/>
            </a:solidFill>
            <a:prstDash val="solid"/>
          </a:ln>
        </p:spPr>
      </p:sp>
      <p:sp>
        <p:nvSpPr>
          <p:cNvPr id="425" name="Compact vertical topology: source 425"/>
          <p:cNvSpPr/>
          <p:nvPr/>
        </p:nvSpPr>
        <p:spPr>
          <a:xfrm>
            <a:off x="899434" y="3440211"/>
            <a:ext cx="85039" cy="85039"/>
          </a:xfrm>
          <a:prstGeom prst="ellipse">
            <a:avLst/>
          </a:prstGeom>
          <a:solidFill>
            <a:srgbClr val="D55E00"/>
          </a:solidFill>
          <a:ln w="6096">
            <a:solidFill>
              <a:srgbClr val="263238"/>
            </a:solidFill>
            <a:prstDash val="solid"/>
          </a:ln>
        </p:spPr>
      </p:sp>
      <p:sp>
        <p:nvSpPr>
          <p:cNvPr id="426" name="Compact vertical topology: source 426"/>
          <p:cNvSpPr/>
          <p:nvPr/>
        </p:nvSpPr>
        <p:spPr>
          <a:xfrm>
            <a:off x="924924" y="3554190"/>
            <a:ext cx="130620" cy="130620"/>
          </a:xfrm>
          <a:prstGeom prst="diamond">
            <a:avLst/>
          </a:prstGeom>
          <a:solidFill>
            <a:srgbClr val="D55E00"/>
          </a:solidFill>
          <a:ln w="8636">
            <a:solidFill>
              <a:srgbClr val="263238"/>
            </a:solidFill>
            <a:prstDash val="solid"/>
          </a:ln>
        </p:spPr>
      </p:sp>
      <p:sp>
        <p:nvSpPr>
          <p:cNvPr id="427" name="Compact vertical topology: source 427"/>
          <p:cNvSpPr/>
          <p:nvPr/>
        </p:nvSpPr>
        <p:spPr>
          <a:xfrm>
            <a:off x="1303782" y="2931286"/>
            <a:ext cx="85039" cy="85039"/>
          </a:xfrm>
          <a:prstGeom prst="ellipse">
            <a:avLst/>
          </a:prstGeom>
          <a:solidFill>
            <a:srgbClr val="009E73"/>
          </a:solidFill>
          <a:ln w="6096">
            <a:solidFill>
              <a:srgbClr val="263238"/>
            </a:solidFill>
            <a:prstDash val="solid"/>
          </a:ln>
        </p:spPr>
      </p:sp>
      <p:sp>
        <p:nvSpPr>
          <p:cNvPr id="428" name="Compact vertical topology: source 428"/>
          <p:cNvSpPr/>
          <p:nvPr/>
        </p:nvSpPr>
        <p:spPr>
          <a:xfrm>
            <a:off x="1472763" y="3080794"/>
            <a:ext cx="85039" cy="85039"/>
          </a:xfrm>
          <a:prstGeom prst="ellipse">
            <a:avLst/>
          </a:prstGeom>
          <a:solidFill>
            <a:srgbClr val="009E73"/>
          </a:solidFill>
          <a:ln w="6096">
            <a:solidFill>
              <a:srgbClr val="263238"/>
            </a:solidFill>
            <a:prstDash val="solid"/>
          </a:ln>
        </p:spPr>
      </p:sp>
      <p:sp>
        <p:nvSpPr>
          <p:cNvPr id="429" name="Compact vertical topology: source 429"/>
          <p:cNvSpPr/>
          <p:nvPr/>
        </p:nvSpPr>
        <p:spPr>
          <a:xfrm>
            <a:off x="1545223" y="3210404"/>
            <a:ext cx="130620" cy="130620"/>
          </a:xfrm>
          <a:prstGeom prst="diamond">
            <a:avLst/>
          </a:prstGeom>
          <a:solidFill>
            <a:srgbClr val="009E73"/>
          </a:solidFill>
          <a:ln w="8636">
            <a:solidFill>
              <a:srgbClr val="263238"/>
            </a:solidFill>
            <a:prstDash val="solid"/>
          </a:ln>
        </p:spPr>
      </p:sp>
      <p:sp>
        <p:nvSpPr>
          <p:cNvPr id="430" name="Shape 428"/>
          <p:cNvSpPr/>
          <p:nvPr/>
        </p:nvSpPr>
        <p:spPr>
          <a:xfrm>
            <a:off x="238125" y="3762375"/>
            <a:ext cx="85725" cy="85725"/>
          </a:xfrm>
          <a:prstGeom prst="diamond">
            <a:avLst/>
          </a:prstGeom>
          <a:solidFill>
            <a:srgbClr val="7B8790"/>
          </a:solidFill>
          <a:ln w="13716">
            <a:solidFill>
              <a:srgbClr val="263238"/>
            </a:solidFill>
            <a:prstDash val="solid"/>
          </a:ln>
        </p:spPr>
      </p:sp>
      <p:sp>
        <p:nvSpPr>
          <p:cNvPr id="431" name="Text 429"/>
          <p:cNvSpPr/>
          <p:nvPr/>
        </p:nvSpPr>
        <p:spPr>
          <a:xfrm>
            <a:off x="371475" y="3714750"/>
            <a:ext cx="619125" cy="190500"/>
          </a:xfrm>
          <a:prstGeom prst="rect">
            <a:avLst/>
          </a:prstGeom>
          <a:noFill/>
        </p:spPr>
        <p:txBody>
          <a:bodyPr wrap="square" lIns="0" tIns="0" rIns="0" bIns="0" rtlCol="0" anchor="ctr">
            <a:normAutofit/>
          </a:bodyPr>
          <a:lstStyle/>
          <a:p>
            <a:pPr marL="0" indent="0" algn="l">
              <a:buNone/>
            </a:pPr>
            <a:r>
              <a:rPr lang="en-US" sz="975" dirty="0">
                <a:solidFill>
                  <a:srgbClr val="000000"/>
                </a:solidFill>
                <a:latin typeface="Arial" panose="020B0604020202090204" pitchFamily="34" charset="0"/>
                <a:ea typeface="Arial" panose="020B0604020202090204" pitchFamily="34" charset="-122"/>
                <a:cs typeface="Arial" panose="020B0604020202090204" pitchFamily="34" charset="-120"/>
              </a:rPr>
              <a:t>Critical</a:t>
            </a:r>
            <a:endParaRPr lang="en-US" sz="975" dirty="0"/>
          </a:p>
        </p:txBody>
      </p:sp>
      <p:sp>
        <p:nvSpPr>
          <p:cNvPr id="432" name="Shape 430"/>
          <p:cNvSpPr/>
          <p:nvPr/>
        </p:nvSpPr>
        <p:spPr>
          <a:xfrm>
            <a:off x="1143000" y="3762375"/>
            <a:ext cx="85725" cy="85725"/>
          </a:xfrm>
          <a:prstGeom prst="ellipse">
            <a:avLst/>
          </a:prstGeom>
          <a:solidFill>
            <a:srgbClr val="B7BEC5"/>
          </a:solidFill>
          <a:ln w="12700">
            <a:solidFill>
              <a:srgbClr val="263238"/>
            </a:solidFill>
            <a:prstDash val="solid"/>
          </a:ln>
        </p:spPr>
      </p:sp>
      <p:sp>
        <p:nvSpPr>
          <p:cNvPr id="433" name="Text 431"/>
          <p:cNvSpPr/>
          <p:nvPr/>
        </p:nvSpPr>
        <p:spPr>
          <a:xfrm>
            <a:off x="1285875" y="3714750"/>
            <a:ext cx="628650" cy="190500"/>
          </a:xfrm>
          <a:prstGeom prst="rect">
            <a:avLst/>
          </a:prstGeom>
          <a:noFill/>
        </p:spPr>
        <p:txBody>
          <a:bodyPr wrap="square" lIns="0" tIns="0" rIns="0" bIns="0" rtlCol="0" anchor="ctr">
            <a:normAutofit/>
          </a:bodyPr>
          <a:lstStyle/>
          <a:p>
            <a:pPr marL="0" indent="0" algn="l">
              <a:buNone/>
            </a:pPr>
            <a:r>
              <a:rPr lang="en-US" sz="975" dirty="0">
                <a:solidFill>
                  <a:srgbClr val="000000"/>
                </a:solidFill>
                <a:latin typeface="Arial" panose="020B0604020202090204" pitchFamily="34" charset="0"/>
                <a:ea typeface="Arial" panose="020B0604020202090204" pitchFamily="34" charset="-122"/>
                <a:cs typeface="Arial" panose="020B0604020202090204" pitchFamily="34" charset="-120"/>
              </a:rPr>
              <a:t>Regular</a:t>
            </a:r>
            <a:endParaRPr lang="en-US" sz="975" dirty="0"/>
          </a:p>
        </p:txBody>
      </p:sp>
      <p:sp>
        <p:nvSpPr>
          <p:cNvPr id="446" name="TMTM linearization: source 446"/>
          <p:cNvSpPr/>
          <p:nvPr/>
        </p:nvSpPr>
        <p:spPr>
          <a:xfrm>
            <a:off x="2714701" y="1057275"/>
            <a:ext cx="2592324" cy="823"/>
          </a:xfrm>
          <a:prstGeom prst="line">
            <a:avLst/>
          </a:prstGeom>
          <a:solidFill>
            <a:srgbClr val="FFFFFF">
              <a:alpha val="0"/>
            </a:srgbClr>
          </a:solidFill>
          <a:ln w="8687">
            <a:solidFill>
              <a:srgbClr val="7B8790"/>
            </a:solidFill>
            <a:prstDash val="solid"/>
          </a:ln>
        </p:spPr>
      </p:sp>
      <p:sp>
        <p:nvSpPr>
          <p:cNvPr id="447" name="TMTM linearization: source 447"/>
          <p:cNvSpPr/>
          <p:nvPr/>
        </p:nvSpPr>
        <p:spPr>
          <a:xfrm>
            <a:off x="2727241" y="988805"/>
            <a:ext cx="136940" cy="136940"/>
          </a:xfrm>
          <a:prstGeom prst="diamond">
            <a:avLst/>
          </a:prstGeom>
          <a:solidFill>
            <a:srgbClr val="7B8790"/>
          </a:solidFill>
          <a:ln w="9716">
            <a:solidFill>
              <a:srgbClr val="263238"/>
            </a:solidFill>
            <a:prstDash val="solid"/>
          </a:ln>
        </p:spPr>
      </p:sp>
      <p:sp>
        <p:nvSpPr>
          <p:cNvPr id="448" name="TMTM linearization: source 448"/>
          <p:cNvSpPr/>
          <p:nvPr/>
        </p:nvSpPr>
        <p:spPr>
          <a:xfrm>
            <a:off x="2904239" y="1003783"/>
            <a:ext cx="106985" cy="106985"/>
          </a:xfrm>
          <a:prstGeom prst="ellipse">
            <a:avLst/>
          </a:prstGeom>
          <a:solidFill>
            <a:srgbClr val="7B8790"/>
          </a:solidFill>
          <a:ln w="6858">
            <a:solidFill>
              <a:srgbClr val="263238"/>
            </a:solidFill>
            <a:prstDash val="solid"/>
          </a:ln>
        </p:spPr>
      </p:sp>
      <p:sp>
        <p:nvSpPr>
          <p:cNvPr id="449" name="TMTM linearization: source 449"/>
          <p:cNvSpPr/>
          <p:nvPr/>
        </p:nvSpPr>
        <p:spPr>
          <a:xfrm>
            <a:off x="3066259" y="1003783"/>
            <a:ext cx="106985" cy="106985"/>
          </a:xfrm>
          <a:prstGeom prst="ellipse">
            <a:avLst/>
          </a:prstGeom>
          <a:solidFill>
            <a:srgbClr val="B7BEC5"/>
          </a:solidFill>
          <a:ln w="6858">
            <a:solidFill>
              <a:srgbClr val="263238"/>
            </a:solidFill>
            <a:prstDash val="solid"/>
          </a:ln>
        </p:spPr>
      </p:sp>
      <p:sp>
        <p:nvSpPr>
          <p:cNvPr id="450" name="TMTM linearization: source 450"/>
          <p:cNvSpPr/>
          <p:nvPr/>
        </p:nvSpPr>
        <p:spPr>
          <a:xfrm>
            <a:off x="3228280" y="1003783"/>
            <a:ext cx="106985" cy="106985"/>
          </a:xfrm>
          <a:prstGeom prst="ellipse">
            <a:avLst/>
          </a:prstGeom>
          <a:solidFill>
            <a:srgbClr val="0072B2"/>
          </a:solidFill>
          <a:ln w="6858">
            <a:solidFill>
              <a:srgbClr val="263238"/>
            </a:solidFill>
            <a:prstDash val="solid"/>
          </a:ln>
        </p:spPr>
      </p:sp>
      <p:sp>
        <p:nvSpPr>
          <p:cNvPr id="451" name="TMTM linearization: source 451"/>
          <p:cNvSpPr/>
          <p:nvPr/>
        </p:nvSpPr>
        <p:spPr>
          <a:xfrm>
            <a:off x="3375322" y="988805"/>
            <a:ext cx="136940" cy="136940"/>
          </a:xfrm>
          <a:prstGeom prst="diamond">
            <a:avLst/>
          </a:prstGeom>
          <a:solidFill>
            <a:srgbClr val="0072B2"/>
          </a:solidFill>
          <a:ln w="9716">
            <a:solidFill>
              <a:srgbClr val="263238"/>
            </a:solidFill>
            <a:prstDash val="solid"/>
          </a:ln>
        </p:spPr>
      </p:sp>
      <p:sp>
        <p:nvSpPr>
          <p:cNvPr id="452" name="TMTM linearization: source 452"/>
          <p:cNvSpPr/>
          <p:nvPr/>
        </p:nvSpPr>
        <p:spPr>
          <a:xfrm>
            <a:off x="3552320" y="1003783"/>
            <a:ext cx="106985" cy="106985"/>
          </a:xfrm>
          <a:prstGeom prst="ellipse">
            <a:avLst/>
          </a:prstGeom>
          <a:solidFill>
            <a:srgbClr val="0072B2"/>
          </a:solidFill>
          <a:ln w="6858">
            <a:solidFill>
              <a:srgbClr val="263238"/>
            </a:solidFill>
            <a:prstDash val="solid"/>
          </a:ln>
        </p:spPr>
      </p:sp>
      <p:sp>
        <p:nvSpPr>
          <p:cNvPr id="453" name="TMTM linearization: source 453"/>
          <p:cNvSpPr/>
          <p:nvPr/>
        </p:nvSpPr>
        <p:spPr>
          <a:xfrm>
            <a:off x="3699362" y="988805"/>
            <a:ext cx="136940" cy="136940"/>
          </a:xfrm>
          <a:prstGeom prst="diamond">
            <a:avLst/>
          </a:prstGeom>
          <a:solidFill>
            <a:srgbClr val="B7BEC5"/>
          </a:solidFill>
          <a:ln w="9716">
            <a:solidFill>
              <a:srgbClr val="263238"/>
            </a:solidFill>
            <a:prstDash val="solid"/>
          </a:ln>
        </p:spPr>
      </p:sp>
      <p:sp>
        <p:nvSpPr>
          <p:cNvPr id="454" name="TMTM linearization: source 454"/>
          <p:cNvSpPr/>
          <p:nvPr/>
        </p:nvSpPr>
        <p:spPr>
          <a:xfrm>
            <a:off x="3876361" y="1003783"/>
            <a:ext cx="106985" cy="106985"/>
          </a:xfrm>
          <a:prstGeom prst="ellipse">
            <a:avLst/>
          </a:prstGeom>
          <a:solidFill>
            <a:srgbClr val="D55E00"/>
          </a:solidFill>
          <a:ln w="6858">
            <a:solidFill>
              <a:srgbClr val="263238"/>
            </a:solidFill>
            <a:prstDash val="solid"/>
          </a:ln>
        </p:spPr>
      </p:sp>
      <p:sp>
        <p:nvSpPr>
          <p:cNvPr id="455" name="TMTM linearization: source 455"/>
          <p:cNvSpPr/>
          <p:nvPr/>
        </p:nvSpPr>
        <p:spPr>
          <a:xfrm>
            <a:off x="4023403" y="988805"/>
            <a:ext cx="136940" cy="136940"/>
          </a:xfrm>
          <a:prstGeom prst="diamond">
            <a:avLst/>
          </a:prstGeom>
          <a:solidFill>
            <a:srgbClr val="D55E00"/>
          </a:solidFill>
          <a:ln w="9716">
            <a:solidFill>
              <a:srgbClr val="263238"/>
            </a:solidFill>
            <a:prstDash val="solid"/>
          </a:ln>
        </p:spPr>
      </p:sp>
      <p:sp>
        <p:nvSpPr>
          <p:cNvPr id="456" name="TMTM linearization: source 456"/>
          <p:cNvSpPr/>
          <p:nvPr/>
        </p:nvSpPr>
        <p:spPr>
          <a:xfrm>
            <a:off x="4200401" y="1003783"/>
            <a:ext cx="106985" cy="106985"/>
          </a:xfrm>
          <a:prstGeom prst="ellipse">
            <a:avLst/>
          </a:prstGeom>
          <a:solidFill>
            <a:srgbClr val="D55E00"/>
          </a:solidFill>
          <a:ln w="6858">
            <a:solidFill>
              <a:srgbClr val="263238"/>
            </a:solidFill>
            <a:prstDash val="solid"/>
          </a:ln>
        </p:spPr>
      </p:sp>
      <p:sp>
        <p:nvSpPr>
          <p:cNvPr id="457" name="TMTM linearization: source 457"/>
          <p:cNvSpPr/>
          <p:nvPr/>
        </p:nvSpPr>
        <p:spPr>
          <a:xfrm>
            <a:off x="4362421" y="1003783"/>
            <a:ext cx="106985" cy="106985"/>
          </a:xfrm>
          <a:prstGeom prst="ellipse">
            <a:avLst/>
          </a:prstGeom>
          <a:solidFill>
            <a:srgbClr val="B7BEC5"/>
          </a:solidFill>
          <a:ln w="6858">
            <a:solidFill>
              <a:srgbClr val="263238"/>
            </a:solidFill>
            <a:prstDash val="solid"/>
          </a:ln>
        </p:spPr>
      </p:sp>
      <p:sp>
        <p:nvSpPr>
          <p:cNvPr id="458" name="TMTM linearization: source 458"/>
          <p:cNvSpPr/>
          <p:nvPr/>
        </p:nvSpPr>
        <p:spPr>
          <a:xfrm>
            <a:off x="4509464" y="988805"/>
            <a:ext cx="136940" cy="136940"/>
          </a:xfrm>
          <a:prstGeom prst="diamond">
            <a:avLst/>
          </a:prstGeom>
          <a:solidFill>
            <a:srgbClr val="7B8790"/>
          </a:solidFill>
          <a:ln w="9716">
            <a:solidFill>
              <a:srgbClr val="263238"/>
            </a:solidFill>
            <a:prstDash val="solid"/>
          </a:ln>
        </p:spPr>
      </p:sp>
      <p:sp>
        <p:nvSpPr>
          <p:cNvPr id="459" name="TMTM linearization: source 459"/>
          <p:cNvSpPr/>
          <p:nvPr/>
        </p:nvSpPr>
        <p:spPr>
          <a:xfrm>
            <a:off x="4686462" y="1003783"/>
            <a:ext cx="106985" cy="106985"/>
          </a:xfrm>
          <a:prstGeom prst="ellipse">
            <a:avLst/>
          </a:prstGeom>
          <a:solidFill>
            <a:srgbClr val="009E73"/>
          </a:solidFill>
          <a:ln w="6858">
            <a:solidFill>
              <a:srgbClr val="263238"/>
            </a:solidFill>
            <a:prstDash val="solid"/>
          </a:ln>
        </p:spPr>
      </p:sp>
      <p:sp>
        <p:nvSpPr>
          <p:cNvPr id="460" name="TMTM linearization: source 460"/>
          <p:cNvSpPr/>
          <p:nvPr/>
        </p:nvSpPr>
        <p:spPr>
          <a:xfrm>
            <a:off x="4833505" y="988805"/>
            <a:ext cx="136940" cy="136940"/>
          </a:xfrm>
          <a:prstGeom prst="diamond">
            <a:avLst/>
          </a:prstGeom>
          <a:solidFill>
            <a:srgbClr val="009E73"/>
          </a:solidFill>
          <a:ln w="9716">
            <a:solidFill>
              <a:srgbClr val="263238"/>
            </a:solidFill>
            <a:prstDash val="solid"/>
          </a:ln>
        </p:spPr>
      </p:sp>
      <p:sp>
        <p:nvSpPr>
          <p:cNvPr id="461" name="TMTM linearization: source 461"/>
          <p:cNvSpPr/>
          <p:nvPr/>
        </p:nvSpPr>
        <p:spPr>
          <a:xfrm>
            <a:off x="5010502" y="1003783"/>
            <a:ext cx="106985" cy="106985"/>
          </a:xfrm>
          <a:prstGeom prst="ellipse">
            <a:avLst/>
          </a:prstGeom>
          <a:solidFill>
            <a:srgbClr val="009E73"/>
          </a:solidFill>
          <a:ln w="6858">
            <a:solidFill>
              <a:srgbClr val="263238"/>
            </a:solidFill>
            <a:prstDash val="solid"/>
          </a:ln>
        </p:spPr>
      </p:sp>
      <p:sp>
        <p:nvSpPr>
          <p:cNvPr id="462" name="TMTM linearization: source 462"/>
          <p:cNvSpPr/>
          <p:nvPr/>
        </p:nvSpPr>
        <p:spPr>
          <a:xfrm>
            <a:off x="5172523" y="1003783"/>
            <a:ext cx="106985" cy="106985"/>
          </a:xfrm>
          <a:prstGeom prst="ellipse">
            <a:avLst/>
          </a:prstGeom>
          <a:solidFill>
            <a:srgbClr val="7B8790"/>
          </a:solidFill>
          <a:ln w="6858">
            <a:solidFill>
              <a:srgbClr val="263238"/>
            </a:solidFill>
            <a:prstDash val="solid"/>
          </a:ln>
        </p:spPr>
      </p:sp>
      <p:sp>
        <p:nvSpPr>
          <p:cNvPr id="463" name="TMTM linearization: source 463"/>
          <p:cNvSpPr/>
          <p:nvPr/>
        </p:nvSpPr>
        <p:spPr>
          <a:xfrm>
            <a:off x="2714701" y="1263015"/>
            <a:ext cx="165312" cy="172822"/>
          </a:xfrm>
          <a:prstGeom prst="rect">
            <a:avLst/>
          </a:prstGeom>
          <a:solidFill>
            <a:srgbClr val="7B8790"/>
          </a:solidFill>
          <a:ln w="3772">
            <a:solidFill>
              <a:srgbClr val="FFFFFF"/>
            </a:solidFill>
            <a:prstDash val="solid"/>
          </a:ln>
        </p:spPr>
      </p:sp>
      <p:sp>
        <p:nvSpPr>
          <p:cNvPr id="464" name="TMTM linearization: source 464"/>
          <p:cNvSpPr/>
          <p:nvPr/>
        </p:nvSpPr>
        <p:spPr>
          <a:xfrm>
            <a:off x="2876722" y="1263015"/>
            <a:ext cx="165312" cy="172822"/>
          </a:xfrm>
          <a:prstGeom prst="rect">
            <a:avLst/>
          </a:prstGeom>
          <a:solidFill>
            <a:srgbClr val="7B8790"/>
          </a:solidFill>
          <a:ln w="3772">
            <a:solidFill>
              <a:srgbClr val="FFFFFF"/>
            </a:solidFill>
            <a:prstDash val="solid"/>
          </a:ln>
        </p:spPr>
      </p:sp>
      <p:sp>
        <p:nvSpPr>
          <p:cNvPr id="465" name="TMTM linearization: source 465"/>
          <p:cNvSpPr/>
          <p:nvPr/>
        </p:nvSpPr>
        <p:spPr>
          <a:xfrm>
            <a:off x="3038742" y="1263015"/>
            <a:ext cx="165312" cy="172822"/>
          </a:xfrm>
          <a:prstGeom prst="rect">
            <a:avLst/>
          </a:prstGeom>
          <a:solidFill>
            <a:srgbClr val="B7BEC5"/>
          </a:solidFill>
          <a:ln w="3772">
            <a:solidFill>
              <a:srgbClr val="FFFFFF"/>
            </a:solidFill>
            <a:prstDash val="solid"/>
          </a:ln>
        </p:spPr>
      </p:sp>
      <p:sp>
        <p:nvSpPr>
          <p:cNvPr id="466" name="TMTM linearization: source 466"/>
          <p:cNvSpPr/>
          <p:nvPr/>
        </p:nvSpPr>
        <p:spPr>
          <a:xfrm>
            <a:off x="3200762" y="1263015"/>
            <a:ext cx="165312" cy="172822"/>
          </a:xfrm>
          <a:prstGeom prst="rect">
            <a:avLst/>
          </a:prstGeom>
          <a:solidFill>
            <a:srgbClr val="0072B2"/>
          </a:solidFill>
          <a:ln w="3772">
            <a:solidFill>
              <a:srgbClr val="FFFFFF"/>
            </a:solidFill>
            <a:prstDash val="solid"/>
          </a:ln>
        </p:spPr>
      </p:sp>
      <p:sp>
        <p:nvSpPr>
          <p:cNvPr id="467" name="TMTM linearization: source 467"/>
          <p:cNvSpPr/>
          <p:nvPr/>
        </p:nvSpPr>
        <p:spPr>
          <a:xfrm>
            <a:off x="3362782" y="1263015"/>
            <a:ext cx="165312" cy="172822"/>
          </a:xfrm>
          <a:prstGeom prst="rect">
            <a:avLst/>
          </a:prstGeom>
          <a:solidFill>
            <a:srgbClr val="0072B2"/>
          </a:solidFill>
          <a:ln w="3772">
            <a:solidFill>
              <a:srgbClr val="FFFFFF"/>
            </a:solidFill>
            <a:prstDash val="solid"/>
          </a:ln>
        </p:spPr>
      </p:sp>
      <p:sp>
        <p:nvSpPr>
          <p:cNvPr id="468" name="TMTM linearization: source 468"/>
          <p:cNvSpPr/>
          <p:nvPr/>
        </p:nvSpPr>
        <p:spPr>
          <a:xfrm>
            <a:off x="3524803" y="1263015"/>
            <a:ext cx="165312" cy="172822"/>
          </a:xfrm>
          <a:prstGeom prst="rect">
            <a:avLst/>
          </a:prstGeom>
          <a:solidFill>
            <a:srgbClr val="0072B2"/>
          </a:solidFill>
          <a:ln w="3772">
            <a:solidFill>
              <a:srgbClr val="FFFFFF"/>
            </a:solidFill>
            <a:prstDash val="solid"/>
          </a:ln>
        </p:spPr>
      </p:sp>
      <p:sp>
        <p:nvSpPr>
          <p:cNvPr id="469" name="TMTM linearization: source 469"/>
          <p:cNvSpPr/>
          <p:nvPr/>
        </p:nvSpPr>
        <p:spPr>
          <a:xfrm>
            <a:off x="3686823" y="1263015"/>
            <a:ext cx="165312" cy="172822"/>
          </a:xfrm>
          <a:prstGeom prst="rect">
            <a:avLst/>
          </a:prstGeom>
          <a:solidFill>
            <a:srgbClr val="B7BEC5"/>
          </a:solidFill>
          <a:ln w="3772">
            <a:solidFill>
              <a:srgbClr val="FFFFFF"/>
            </a:solidFill>
            <a:prstDash val="solid"/>
          </a:ln>
        </p:spPr>
      </p:sp>
      <p:sp>
        <p:nvSpPr>
          <p:cNvPr id="470" name="TMTM linearization: source 470"/>
          <p:cNvSpPr/>
          <p:nvPr/>
        </p:nvSpPr>
        <p:spPr>
          <a:xfrm>
            <a:off x="3848843" y="1263015"/>
            <a:ext cx="165312" cy="172822"/>
          </a:xfrm>
          <a:prstGeom prst="rect">
            <a:avLst/>
          </a:prstGeom>
          <a:solidFill>
            <a:srgbClr val="D55E00"/>
          </a:solidFill>
          <a:ln w="3772">
            <a:solidFill>
              <a:srgbClr val="FFFFFF"/>
            </a:solidFill>
            <a:prstDash val="solid"/>
          </a:ln>
        </p:spPr>
      </p:sp>
      <p:sp>
        <p:nvSpPr>
          <p:cNvPr id="471" name="TMTM linearization: source 471"/>
          <p:cNvSpPr/>
          <p:nvPr/>
        </p:nvSpPr>
        <p:spPr>
          <a:xfrm>
            <a:off x="4010863" y="1263015"/>
            <a:ext cx="165312" cy="172822"/>
          </a:xfrm>
          <a:prstGeom prst="rect">
            <a:avLst/>
          </a:prstGeom>
          <a:solidFill>
            <a:srgbClr val="D55E00"/>
          </a:solidFill>
          <a:ln w="3772">
            <a:solidFill>
              <a:srgbClr val="FFFFFF"/>
            </a:solidFill>
            <a:prstDash val="solid"/>
          </a:ln>
        </p:spPr>
      </p:sp>
      <p:sp>
        <p:nvSpPr>
          <p:cNvPr id="472" name="TMTM linearization: source 472"/>
          <p:cNvSpPr/>
          <p:nvPr/>
        </p:nvSpPr>
        <p:spPr>
          <a:xfrm>
            <a:off x="4172884" y="1263015"/>
            <a:ext cx="165312" cy="172822"/>
          </a:xfrm>
          <a:prstGeom prst="rect">
            <a:avLst/>
          </a:prstGeom>
          <a:solidFill>
            <a:srgbClr val="D55E00"/>
          </a:solidFill>
          <a:ln w="3772">
            <a:solidFill>
              <a:srgbClr val="FFFFFF"/>
            </a:solidFill>
            <a:prstDash val="solid"/>
          </a:ln>
        </p:spPr>
      </p:sp>
      <p:sp>
        <p:nvSpPr>
          <p:cNvPr id="473" name="TMTM linearization: source 473"/>
          <p:cNvSpPr/>
          <p:nvPr/>
        </p:nvSpPr>
        <p:spPr>
          <a:xfrm>
            <a:off x="4334904" y="1263015"/>
            <a:ext cx="165312" cy="172822"/>
          </a:xfrm>
          <a:prstGeom prst="rect">
            <a:avLst/>
          </a:prstGeom>
          <a:solidFill>
            <a:srgbClr val="B7BEC5"/>
          </a:solidFill>
          <a:ln w="3772">
            <a:solidFill>
              <a:srgbClr val="FFFFFF"/>
            </a:solidFill>
            <a:prstDash val="solid"/>
          </a:ln>
        </p:spPr>
      </p:sp>
      <p:sp>
        <p:nvSpPr>
          <p:cNvPr id="474" name="TMTM linearization: source 474"/>
          <p:cNvSpPr/>
          <p:nvPr/>
        </p:nvSpPr>
        <p:spPr>
          <a:xfrm>
            <a:off x="4496924" y="1263015"/>
            <a:ext cx="165312" cy="172822"/>
          </a:xfrm>
          <a:prstGeom prst="rect">
            <a:avLst/>
          </a:prstGeom>
          <a:solidFill>
            <a:srgbClr val="7B8790"/>
          </a:solidFill>
          <a:ln w="3772">
            <a:solidFill>
              <a:srgbClr val="FFFFFF"/>
            </a:solidFill>
            <a:prstDash val="solid"/>
          </a:ln>
        </p:spPr>
      </p:sp>
      <p:sp>
        <p:nvSpPr>
          <p:cNvPr id="475" name="TMTM linearization: source 475"/>
          <p:cNvSpPr/>
          <p:nvPr/>
        </p:nvSpPr>
        <p:spPr>
          <a:xfrm>
            <a:off x="4658944" y="1263015"/>
            <a:ext cx="165312" cy="172822"/>
          </a:xfrm>
          <a:prstGeom prst="rect">
            <a:avLst/>
          </a:prstGeom>
          <a:solidFill>
            <a:srgbClr val="009E73"/>
          </a:solidFill>
          <a:ln w="3772">
            <a:solidFill>
              <a:srgbClr val="FFFFFF"/>
            </a:solidFill>
            <a:prstDash val="solid"/>
          </a:ln>
        </p:spPr>
      </p:sp>
      <p:sp>
        <p:nvSpPr>
          <p:cNvPr id="476" name="TMTM linearization: source 476"/>
          <p:cNvSpPr/>
          <p:nvPr/>
        </p:nvSpPr>
        <p:spPr>
          <a:xfrm>
            <a:off x="4820965" y="1263015"/>
            <a:ext cx="165312" cy="172822"/>
          </a:xfrm>
          <a:prstGeom prst="rect">
            <a:avLst/>
          </a:prstGeom>
          <a:solidFill>
            <a:srgbClr val="009E73"/>
          </a:solidFill>
          <a:ln w="3772">
            <a:solidFill>
              <a:srgbClr val="FFFFFF"/>
            </a:solidFill>
            <a:prstDash val="solid"/>
          </a:ln>
        </p:spPr>
      </p:sp>
      <p:sp>
        <p:nvSpPr>
          <p:cNvPr id="477" name="TMTM linearization: source 477"/>
          <p:cNvSpPr/>
          <p:nvPr/>
        </p:nvSpPr>
        <p:spPr>
          <a:xfrm>
            <a:off x="4982985" y="1263015"/>
            <a:ext cx="165312" cy="172822"/>
          </a:xfrm>
          <a:prstGeom prst="rect">
            <a:avLst/>
          </a:prstGeom>
          <a:solidFill>
            <a:srgbClr val="009E73"/>
          </a:solidFill>
          <a:ln w="3772">
            <a:solidFill>
              <a:srgbClr val="FFFFFF"/>
            </a:solidFill>
            <a:prstDash val="solid"/>
          </a:ln>
        </p:spPr>
      </p:sp>
      <p:sp>
        <p:nvSpPr>
          <p:cNvPr id="478" name="TMTM linearization: source 478"/>
          <p:cNvSpPr/>
          <p:nvPr/>
        </p:nvSpPr>
        <p:spPr>
          <a:xfrm>
            <a:off x="5145005" y="1263015"/>
            <a:ext cx="165312" cy="172822"/>
          </a:xfrm>
          <a:prstGeom prst="rect">
            <a:avLst/>
          </a:prstGeom>
          <a:solidFill>
            <a:srgbClr val="7B8790"/>
          </a:solidFill>
          <a:ln w="3772">
            <a:solidFill>
              <a:srgbClr val="FFFFFF"/>
            </a:solidFill>
            <a:prstDash val="solid"/>
          </a:ln>
        </p:spPr>
      </p:sp>
      <p:sp>
        <p:nvSpPr>
          <p:cNvPr id="479" name="TMTM linearization: source 479"/>
          <p:cNvSpPr/>
          <p:nvPr/>
        </p:nvSpPr>
        <p:spPr>
          <a:xfrm>
            <a:off x="2714701" y="1263015"/>
            <a:ext cx="2592324" cy="172822"/>
          </a:xfrm>
          <a:prstGeom prst="rect">
            <a:avLst/>
          </a:prstGeom>
          <a:solidFill>
            <a:srgbClr val="FFFFFF">
              <a:alpha val="0"/>
            </a:srgbClr>
          </a:solidFill>
          <a:ln w="8801">
            <a:solidFill>
              <a:srgbClr val="263238"/>
            </a:solidFill>
            <a:prstDash val="solid"/>
          </a:ln>
        </p:spPr>
      </p:sp>
      <p:sp>
        <p:nvSpPr>
          <p:cNvPr id="483" name="TMTM temporal row 0: source 483"/>
          <p:cNvSpPr/>
          <p:nvPr/>
        </p:nvSpPr>
        <p:spPr>
          <a:xfrm>
            <a:off x="5884164" y="828675"/>
            <a:ext cx="2839212" cy="279806"/>
          </a:xfrm>
          <a:prstGeom prst="rect">
            <a:avLst/>
          </a:prstGeom>
          <a:solidFill>
            <a:srgbClr val="FFFFFF">
              <a:alpha val="0"/>
            </a:srgbClr>
          </a:solidFill>
          <a:ln w="8572">
            <a:solidFill>
              <a:srgbClr val="DFE4E8"/>
            </a:solidFill>
            <a:prstDash val="solid"/>
          </a:ln>
        </p:spPr>
      </p:sp>
      <p:sp>
        <p:nvSpPr>
          <p:cNvPr id="484" name="TMTM temporal row 0: source 484"/>
          <p:cNvSpPr/>
          <p:nvPr/>
        </p:nvSpPr>
        <p:spPr>
          <a:xfrm>
            <a:off x="5970575" y="976808"/>
            <a:ext cx="2674620" cy="823"/>
          </a:xfrm>
          <a:prstGeom prst="line">
            <a:avLst/>
          </a:prstGeom>
          <a:solidFill>
            <a:srgbClr val="FFFFFF">
              <a:alpha val="0"/>
            </a:srgbClr>
          </a:solidFill>
          <a:ln w="8687">
            <a:solidFill>
              <a:srgbClr val="7B8790"/>
            </a:solidFill>
            <a:prstDash val="solid"/>
          </a:ln>
        </p:spPr>
      </p:sp>
      <p:sp>
        <p:nvSpPr>
          <p:cNvPr id="485" name="TMTM temporal row 0: source 485"/>
          <p:cNvSpPr/>
          <p:nvPr/>
        </p:nvSpPr>
        <p:spPr>
          <a:xfrm>
            <a:off x="5997273" y="919925"/>
            <a:ext cx="113766" cy="113766"/>
          </a:xfrm>
          <a:prstGeom prst="diamond">
            <a:avLst/>
          </a:prstGeom>
          <a:solidFill>
            <a:srgbClr val="7B8790"/>
          </a:solidFill>
          <a:ln w="9716">
            <a:solidFill>
              <a:srgbClr val="263238"/>
            </a:solidFill>
            <a:prstDash val="solid"/>
          </a:ln>
        </p:spPr>
      </p:sp>
      <p:sp>
        <p:nvSpPr>
          <p:cNvPr id="486" name="TMTM temporal row 0: source 486"/>
          <p:cNvSpPr/>
          <p:nvPr/>
        </p:nvSpPr>
        <p:spPr>
          <a:xfrm>
            <a:off x="6176881" y="932368"/>
            <a:ext cx="88880" cy="88880"/>
          </a:xfrm>
          <a:prstGeom prst="ellipse">
            <a:avLst/>
          </a:prstGeom>
          <a:solidFill>
            <a:srgbClr val="7B8790"/>
          </a:solidFill>
          <a:ln w="6858">
            <a:solidFill>
              <a:srgbClr val="263238"/>
            </a:solidFill>
            <a:prstDash val="solid"/>
          </a:ln>
        </p:spPr>
      </p:sp>
      <p:sp>
        <p:nvSpPr>
          <p:cNvPr id="487" name="TMTM temporal row 0: source 487"/>
          <p:cNvSpPr/>
          <p:nvPr/>
        </p:nvSpPr>
        <p:spPr>
          <a:xfrm>
            <a:off x="6344044" y="932368"/>
            <a:ext cx="88880" cy="88880"/>
          </a:xfrm>
          <a:prstGeom prst="ellipse">
            <a:avLst/>
          </a:prstGeom>
          <a:solidFill>
            <a:srgbClr val="B7BEC5"/>
          </a:solidFill>
          <a:ln w="6858">
            <a:solidFill>
              <a:srgbClr val="263238"/>
            </a:solidFill>
            <a:prstDash val="solid"/>
          </a:ln>
        </p:spPr>
      </p:sp>
      <p:sp>
        <p:nvSpPr>
          <p:cNvPr id="488" name="TMTM temporal row 0: source 488"/>
          <p:cNvSpPr/>
          <p:nvPr/>
        </p:nvSpPr>
        <p:spPr>
          <a:xfrm>
            <a:off x="6511208" y="932368"/>
            <a:ext cx="88880" cy="88880"/>
          </a:xfrm>
          <a:prstGeom prst="ellipse">
            <a:avLst/>
          </a:prstGeom>
          <a:solidFill>
            <a:srgbClr val="0072B2"/>
          </a:solidFill>
          <a:ln w="6858">
            <a:solidFill>
              <a:srgbClr val="263238"/>
            </a:solidFill>
            <a:prstDash val="solid"/>
          </a:ln>
        </p:spPr>
      </p:sp>
      <p:sp>
        <p:nvSpPr>
          <p:cNvPr id="489" name="TMTM temporal row 0: source 489"/>
          <p:cNvSpPr/>
          <p:nvPr/>
        </p:nvSpPr>
        <p:spPr>
          <a:xfrm>
            <a:off x="6665928" y="919925"/>
            <a:ext cx="113766" cy="113766"/>
          </a:xfrm>
          <a:prstGeom prst="diamond">
            <a:avLst/>
          </a:prstGeom>
          <a:solidFill>
            <a:srgbClr val="0072B2"/>
          </a:solidFill>
          <a:ln w="9716">
            <a:solidFill>
              <a:srgbClr val="263238"/>
            </a:solidFill>
            <a:prstDash val="solid"/>
          </a:ln>
        </p:spPr>
      </p:sp>
      <p:sp>
        <p:nvSpPr>
          <p:cNvPr id="490" name="TMTM temporal row 0: source 490"/>
          <p:cNvSpPr/>
          <p:nvPr/>
        </p:nvSpPr>
        <p:spPr>
          <a:xfrm>
            <a:off x="6845536" y="932368"/>
            <a:ext cx="88880" cy="88880"/>
          </a:xfrm>
          <a:prstGeom prst="ellipse">
            <a:avLst/>
          </a:prstGeom>
          <a:solidFill>
            <a:srgbClr val="0072B2"/>
          </a:solidFill>
          <a:ln w="6858">
            <a:solidFill>
              <a:srgbClr val="263238"/>
            </a:solidFill>
            <a:prstDash val="solid"/>
          </a:ln>
        </p:spPr>
      </p:sp>
      <p:sp>
        <p:nvSpPr>
          <p:cNvPr id="491" name="TMTM temporal row 0: source 491"/>
          <p:cNvSpPr/>
          <p:nvPr/>
        </p:nvSpPr>
        <p:spPr>
          <a:xfrm>
            <a:off x="7000256" y="919925"/>
            <a:ext cx="113766" cy="113766"/>
          </a:xfrm>
          <a:prstGeom prst="diamond">
            <a:avLst/>
          </a:prstGeom>
          <a:solidFill>
            <a:srgbClr val="B7BEC5"/>
          </a:solidFill>
          <a:ln w="9716">
            <a:solidFill>
              <a:srgbClr val="263238"/>
            </a:solidFill>
            <a:prstDash val="solid"/>
          </a:ln>
        </p:spPr>
      </p:sp>
      <p:sp>
        <p:nvSpPr>
          <p:cNvPr id="492" name="TMTM temporal row 0: source 492"/>
          <p:cNvSpPr/>
          <p:nvPr/>
        </p:nvSpPr>
        <p:spPr>
          <a:xfrm>
            <a:off x="7179863" y="932368"/>
            <a:ext cx="88880" cy="88880"/>
          </a:xfrm>
          <a:prstGeom prst="ellipse">
            <a:avLst/>
          </a:prstGeom>
          <a:solidFill>
            <a:srgbClr val="D55E00"/>
          </a:solidFill>
          <a:ln w="6858">
            <a:solidFill>
              <a:srgbClr val="263238"/>
            </a:solidFill>
            <a:prstDash val="solid"/>
          </a:ln>
        </p:spPr>
      </p:sp>
      <p:sp>
        <p:nvSpPr>
          <p:cNvPr id="493" name="TMTM temporal row 0: source 493"/>
          <p:cNvSpPr/>
          <p:nvPr/>
        </p:nvSpPr>
        <p:spPr>
          <a:xfrm>
            <a:off x="7334583" y="919925"/>
            <a:ext cx="113766" cy="113766"/>
          </a:xfrm>
          <a:prstGeom prst="diamond">
            <a:avLst/>
          </a:prstGeom>
          <a:solidFill>
            <a:srgbClr val="D55E00"/>
          </a:solidFill>
          <a:ln w="9716">
            <a:solidFill>
              <a:srgbClr val="263238"/>
            </a:solidFill>
            <a:prstDash val="solid"/>
          </a:ln>
        </p:spPr>
      </p:sp>
      <p:sp>
        <p:nvSpPr>
          <p:cNvPr id="494" name="TMTM temporal row 0: source 494"/>
          <p:cNvSpPr/>
          <p:nvPr/>
        </p:nvSpPr>
        <p:spPr>
          <a:xfrm>
            <a:off x="7514191" y="932368"/>
            <a:ext cx="88880" cy="88880"/>
          </a:xfrm>
          <a:prstGeom prst="ellipse">
            <a:avLst/>
          </a:prstGeom>
          <a:solidFill>
            <a:srgbClr val="D55E00"/>
          </a:solidFill>
          <a:ln w="6858">
            <a:solidFill>
              <a:srgbClr val="263238"/>
            </a:solidFill>
            <a:prstDash val="solid"/>
          </a:ln>
        </p:spPr>
      </p:sp>
      <p:sp>
        <p:nvSpPr>
          <p:cNvPr id="495" name="TMTM temporal row 0: source 495"/>
          <p:cNvSpPr/>
          <p:nvPr/>
        </p:nvSpPr>
        <p:spPr>
          <a:xfrm>
            <a:off x="7681354" y="932368"/>
            <a:ext cx="88880" cy="88880"/>
          </a:xfrm>
          <a:prstGeom prst="ellipse">
            <a:avLst/>
          </a:prstGeom>
          <a:solidFill>
            <a:srgbClr val="B7BEC5"/>
          </a:solidFill>
          <a:ln w="6858">
            <a:solidFill>
              <a:srgbClr val="263238"/>
            </a:solidFill>
            <a:prstDash val="solid"/>
          </a:ln>
        </p:spPr>
      </p:sp>
      <p:sp>
        <p:nvSpPr>
          <p:cNvPr id="496" name="TMTM temporal row 0: source 496"/>
          <p:cNvSpPr/>
          <p:nvPr/>
        </p:nvSpPr>
        <p:spPr>
          <a:xfrm>
            <a:off x="7836075" y="919925"/>
            <a:ext cx="113766" cy="113766"/>
          </a:xfrm>
          <a:prstGeom prst="diamond">
            <a:avLst/>
          </a:prstGeom>
          <a:solidFill>
            <a:srgbClr val="7B8790"/>
          </a:solidFill>
          <a:ln w="9716">
            <a:solidFill>
              <a:srgbClr val="263238"/>
            </a:solidFill>
            <a:prstDash val="solid"/>
          </a:ln>
        </p:spPr>
      </p:sp>
      <p:sp>
        <p:nvSpPr>
          <p:cNvPr id="497" name="TMTM temporal row 0: source 497"/>
          <p:cNvSpPr/>
          <p:nvPr/>
        </p:nvSpPr>
        <p:spPr>
          <a:xfrm>
            <a:off x="8015682" y="932368"/>
            <a:ext cx="88880" cy="88880"/>
          </a:xfrm>
          <a:prstGeom prst="ellipse">
            <a:avLst/>
          </a:prstGeom>
          <a:solidFill>
            <a:srgbClr val="009E73"/>
          </a:solidFill>
          <a:ln w="6858">
            <a:solidFill>
              <a:srgbClr val="263238"/>
            </a:solidFill>
            <a:prstDash val="solid"/>
          </a:ln>
        </p:spPr>
      </p:sp>
      <p:sp>
        <p:nvSpPr>
          <p:cNvPr id="498" name="TMTM temporal row 0: source 498"/>
          <p:cNvSpPr/>
          <p:nvPr/>
        </p:nvSpPr>
        <p:spPr>
          <a:xfrm>
            <a:off x="8170402" y="919925"/>
            <a:ext cx="113766" cy="113766"/>
          </a:xfrm>
          <a:prstGeom prst="diamond">
            <a:avLst/>
          </a:prstGeom>
          <a:solidFill>
            <a:srgbClr val="009E73"/>
          </a:solidFill>
          <a:ln w="9716">
            <a:solidFill>
              <a:srgbClr val="263238"/>
            </a:solidFill>
            <a:prstDash val="solid"/>
          </a:ln>
        </p:spPr>
      </p:sp>
      <p:sp>
        <p:nvSpPr>
          <p:cNvPr id="499" name="TMTM temporal row 0: source 499"/>
          <p:cNvSpPr/>
          <p:nvPr/>
        </p:nvSpPr>
        <p:spPr>
          <a:xfrm>
            <a:off x="8350009" y="932368"/>
            <a:ext cx="88880" cy="88880"/>
          </a:xfrm>
          <a:prstGeom prst="ellipse">
            <a:avLst/>
          </a:prstGeom>
          <a:solidFill>
            <a:srgbClr val="009E73"/>
          </a:solidFill>
          <a:ln w="6858">
            <a:solidFill>
              <a:srgbClr val="263238"/>
            </a:solidFill>
            <a:prstDash val="solid"/>
          </a:ln>
        </p:spPr>
      </p:sp>
      <p:sp>
        <p:nvSpPr>
          <p:cNvPr id="500" name="TMTM temporal row 0: source 500"/>
          <p:cNvSpPr/>
          <p:nvPr/>
        </p:nvSpPr>
        <p:spPr>
          <a:xfrm>
            <a:off x="8517173" y="932368"/>
            <a:ext cx="88880" cy="88880"/>
          </a:xfrm>
          <a:prstGeom prst="ellipse">
            <a:avLst/>
          </a:prstGeom>
          <a:solidFill>
            <a:srgbClr val="7B8790"/>
          </a:solidFill>
          <a:ln w="6858">
            <a:solidFill>
              <a:srgbClr val="263238"/>
            </a:solidFill>
            <a:prstDash val="solid"/>
          </a:ln>
        </p:spPr>
      </p:sp>
      <p:sp>
        <p:nvSpPr>
          <p:cNvPr id="501" name="TMTM temporal row 0: source 501"/>
          <p:cNvSpPr/>
          <p:nvPr/>
        </p:nvSpPr>
        <p:spPr>
          <a:xfrm>
            <a:off x="5970575" y="1063219"/>
            <a:ext cx="170456" cy="69952"/>
          </a:xfrm>
          <a:prstGeom prst="rect">
            <a:avLst/>
          </a:prstGeom>
          <a:solidFill>
            <a:srgbClr val="7B8790"/>
          </a:solidFill>
          <a:ln w="3772">
            <a:solidFill>
              <a:srgbClr val="FFFFFF"/>
            </a:solidFill>
            <a:prstDash val="solid"/>
          </a:ln>
        </p:spPr>
      </p:sp>
      <p:sp>
        <p:nvSpPr>
          <p:cNvPr id="502" name="TMTM temporal row 0: source 502"/>
          <p:cNvSpPr/>
          <p:nvPr/>
        </p:nvSpPr>
        <p:spPr>
          <a:xfrm>
            <a:off x="6137739" y="1063219"/>
            <a:ext cx="170456" cy="69952"/>
          </a:xfrm>
          <a:prstGeom prst="rect">
            <a:avLst/>
          </a:prstGeom>
          <a:solidFill>
            <a:srgbClr val="7B8790"/>
          </a:solidFill>
          <a:ln w="3772">
            <a:solidFill>
              <a:srgbClr val="FFFFFF"/>
            </a:solidFill>
            <a:prstDash val="solid"/>
          </a:ln>
        </p:spPr>
      </p:sp>
      <p:sp>
        <p:nvSpPr>
          <p:cNvPr id="503" name="TMTM temporal row 0: source 503"/>
          <p:cNvSpPr/>
          <p:nvPr/>
        </p:nvSpPr>
        <p:spPr>
          <a:xfrm>
            <a:off x="6304902" y="1063219"/>
            <a:ext cx="170456" cy="69952"/>
          </a:xfrm>
          <a:prstGeom prst="rect">
            <a:avLst/>
          </a:prstGeom>
          <a:solidFill>
            <a:srgbClr val="B7BEC5"/>
          </a:solidFill>
          <a:ln w="3772">
            <a:solidFill>
              <a:srgbClr val="FFFFFF"/>
            </a:solidFill>
            <a:prstDash val="solid"/>
          </a:ln>
        </p:spPr>
      </p:sp>
      <p:sp>
        <p:nvSpPr>
          <p:cNvPr id="504" name="TMTM temporal row 0: source 504"/>
          <p:cNvSpPr/>
          <p:nvPr/>
        </p:nvSpPr>
        <p:spPr>
          <a:xfrm>
            <a:off x="6472066" y="1063219"/>
            <a:ext cx="170456" cy="69952"/>
          </a:xfrm>
          <a:prstGeom prst="rect">
            <a:avLst/>
          </a:prstGeom>
          <a:solidFill>
            <a:srgbClr val="0072B2"/>
          </a:solidFill>
          <a:ln w="3772">
            <a:solidFill>
              <a:srgbClr val="FFFFFF"/>
            </a:solidFill>
            <a:prstDash val="solid"/>
          </a:ln>
        </p:spPr>
      </p:sp>
      <p:sp>
        <p:nvSpPr>
          <p:cNvPr id="505" name="TMTM temporal row 0: source 505"/>
          <p:cNvSpPr/>
          <p:nvPr/>
        </p:nvSpPr>
        <p:spPr>
          <a:xfrm>
            <a:off x="6639230" y="1063219"/>
            <a:ext cx="170456" cy="69952"/>
          </a:xfrm>
          <a:prstGeom prst="rect">
            <a:avLst/>
          </a:prstGeom>
          <a:solidFill>
            <a:srgbClr val="0072B2"/>
          </a:solidFill>
          <a:ln w="3772">
            <a:solidFill>
              <a:srgbClr val="FFFFFF"/>
            </a:solidFill>
            <a:prstDash val="solid"/>
          </a:ln>
        </p:spPr>
      </p:sp>
      <p:sp>
        <p:nvSpPr>
          <p:cNvPr id="506" name="TMTM temporal row 0: source 506"/>
          <p:cNvSpPr/>
          <p:nvPr/>
        </p:nvSpPr>
        <p:spPr>
          <a:xfrm>
            <a:off x="6806394" y="1063219"/>
            <a:ext cx="170456" cy="69952"/>
          </a:xfrm>
          <a:prstGeom prst="rect">
            <a:avLst/>
          </a:prstGeom>
          <a:solidFill>
            <a:srgbClr val="0072B2"/>
          </a:solidFill>
          <a:ln w="3772">
            <a:solidFill>
              <a:srgbClr val="FFFFFF"/>
            </a:solidFill>
            <a:prstDash val="solid"/>
          </a:ln>
        </p:spPr>
      </p:sp>
      <p:sp>
        <p:nvSpPr>
          <p:cNvPr id="507" name="TMTM temporal row 0: source 507"/>
          <p:cNvSpPr/>
          <p:nvPr/>
        </p:nvSpPr>
        <p:spPr>
          <a:xfrm>
            <a:off x="6973557" y="1063219"/>
            <a:ext cx="170456" cy="69952"/>
          </a:xfrm>
          <a:prstGeom prst="rect">
            <a:avLst/>
          </a:prstGeom>
          <a:solidFill>
            <a:srgbClr val="B7BEC5"/>
          </a:solidFill>
          <a:ln w="3772">
            <a:solidFill>
              <a:srgbClr val="FFFFFF"/>
            </a:solidFill>
            <a:prstDash val="solid"/>
          </a:ln>
        </p:spPr>
      </p:sp>
      <p:sp>
        <p:nvSpPr>
          <p:cNvPr id="508" name="TMTM temporal row 0: source 508"/>
          <p:cNvSpPr/>
          <p:nvPr/>
        </p:nvSpPr>
        <p:spPr>
          <a:xfrm>
            <a:off x="7140722" y="1063219"/>
            <a:ext cx="170456" cy="69952"/>
          </a:xfrm>
          <a:prstGeom prst="rect">
            <a:avLst/>
          </a:prstGeom>
          <a:solidFill>
            <a:srgbClr val="D55E00"/>
          </a:solidFill>
          <a:ln w="3772">
            <a:solidFill>
              <a:srgbClr val="FFFFFF"/>
            </a:solidFill>
            <a:prstDash val="solid"/>
          </a:ln>
        </p:spPr>
      </p:sp>
      <p:sp>
        <p:nvSpPr>
          <p:cNvPr id="509" name="TMTM temporal row 0: source 509"/>
          <p:cNvSpPr/>
          <p:nvPr/>
        </p:nvSpPr>
        <p:spPr>
          <a:xfrm>
            <a:off x="7307885" y="1063219"/>
            <a:ext cx="170456" cy="69952"/>
          </a:xfrm>
          <a:prstGeom prst="rect">
            <a:avLst/>
          </a:prstGeom>
          <a:solidFill>
            <a:srgbClr val="D55E00"/>
          </a:solidFill>
          <a:ln w="3772">
            <a:solidFill>
              <a:srgbClr val="FFFFFF"/>
            </a:solidFill>
            <a:prstDash val="solid"/>
          </a:ln>
        </p:spPr>
      </p:sp>
      <p:sp>
        <p:nvSpPr>
          <p:cNvPr id="510" name="TMTM temporal row 0: source 510"/>
          <p:cNvSpPr/>
          <p:nvPr/>
        </p:nvSpPr>
        <p:spPr>
          <a:xfrm>
            <a:off x="7475049" y="1063219"/>
            <a:ext cx="170456" cy="69952"/>
          </a:xfrm>
          <a:prstGeom prst="rect">
            <a:avLst/>
          </a:prstGeom>
          <a:solidFill>
            <a:srgbClr val="D55E00"/>
          </a:solidFill>
          <a:ln w="3772">
            <a:solidFill>
              <a:srgbClr val="FFFFFF"/>
            </a:solidFill>
            <a:prstDash val="solid"/>
          </a:ln>
        </p:spPr>
      </p:sp>
      <p:sp>
        <p:nvSpPr>
          <p:cNvPr id="511" name="TMTM temporal row 0: source 511"/>
          <p:cNvSpPr/>
          <p:nvPr/>
        </p:nvSpPr>
        <p:spPr>
          <a:xfrm>
            <a:off x="7642212" y="1063219"/>
            <a:ext cx="170456" cy="69952"/>
          </a:xfrm>
          <a:prstGeom prst="rect">
            <a:avLst/>
          </a:prstGeom>
          <a:solidFill>
            <a:srgbClr val="B7BEC5"/>
          </a:solidFill>
          <a:ln w="3772">
            <a:solidFill>
              <a:srgbClr val="FFFFFF"/>
            </a:solidFill>
            <a:prstDash val="solid"/>
          </a:ln>
        </p:spPr>
      </p:sp>
      <p:sp>
        <p:nvSpPr>
          <p:cNvPr id="512" name="TMTM temporal row 0: source 512"/>
          <p:cNvSpPr/>
          <p:nvPr/>
        </p:nvSpPr>
        <p:spPr>
          <a:xfrm>
            <a:off x="7809376" y="1063219"/>
            <a:ext cx="170456" cy="69952"/>
          </a:xfrm>
          <a:prstGeom prst="rect">
            <a:avLst/>
          </a:prstGeom>
          <a:solidFill>
            <a:srgbClr val="7B8790"/>
          </a:solidFill>
          <a:ln w="3772">
            <a:solidFill>
              <a:srgbClr val="FFFFFF"/>
            </a:solidFill>
            <a:prstDash val="solid"/>
          </a:ln>
        </p:spPr>
      </p:sp>
      <p:sp>
        <p:nvSpPr>
          <p:cNvPr id="513" name="TMTM temporal row 0: source 513"/>
          <p:cNvSpPr/>
          <p:nvPr/>
        </p:nvSpPr>
        <p:spPr>
          <a:xfrm>
            <a:off x="7976540" y="1063219"/>
            <a:ext cx="170456" cy="69952"/>
          </a:xfrm>
          <a:prstGeom prst="rect">
            <a:avLst/>
          </a:prstGeom>
          <a:solidFill>
            <a:srgbClr val="009E73"/>
          </a:solidFill>
          <a:ln w="3772">
            <a:solidFill>
              <a:srgbClr val="FFFFFF"/>
            </a:solidFill>
            <a:prstDash val="solid"/>
          </a:ln>
        </p:spPr>
      </p:sp>
      <p:sp>
        <p:nvSpPr>
          <p:cNvPr id="514" name="TMTM temporal row 0: source 514"/>
          <p:cNvSpPr/>
          <p:nvPr/>
        </p:nvSpPr>
        <p:spPr>
          <a:xfrm>
            <a:off x="8143704" y="1063219"/>
            <a:ext cx="170456" cy="69952"/>
          </a:xfrm>
          <a:prstGeom prst="rect">
            <a:avLst/>
          </a:prstGeom>
          <a:solidFill>
            <a:srgbClr val="009E73"/>
          </a:solidFill>
          <a:ln w="3772">
            <a:solidFill>
              <a:srgbClr val="FFFFFF"/>
            </a:solidFill>
            <a:prstDash val="solid"/>
          </a:ln>
        </p:spPr>
      </p:sp>
      <p:sp>
        <p:nvSpPr>
          <p:cNvPr id="515" name="TMTM temporal row 0: source 515"/>
          <p:cNvSpPr/>
          <p:nvPr/>
        </p:nvSpPr>
        <p:spPr>
          <a:xfrm>
            <a:off x="8310867" y="1063219"/>
            <a:ext cx="170456" cy="69952"/>
          </a:xfrm>
          <a:prstGeom prst="rect">
            <a:avLst/>
          </a:prstGeom>
          <a:solidFill>
            <a:srgbClr val="009E73"/>
          </a:solidFill>
          <a:ln w="3772">
            <a:solidFill>
              <a:srgbClr val="FFFFFF"/>
            </a:solidFill>
            <a:prstDash val="solid"/>
          </a:ln>
        </p:spPr>
      </p:sp>
      <p:sp>
        <p:nvSpPr>
          <p:cNvPr id="516" name="TMTM temporal row 0: source 516"/>
          <p:cNvSpPr/>
          <p:nvPr/>
        </p:nvSpPr>
        <p:spPr>
          <a:xfrm>
            <a:off x="8478031" y="1063219"/>
            <a:ext cx="170456" cy="69952"/>
          </a:xfrm>
          <a:prstGeom prst="rect">
            <a:avLst/>
          </a:prstGeom>
          <a:solidFill>
            <a:srgbClr val="7B8790"/>
          </a:solidFill>
          <a:ln w="3772">
            <a:solidFill>
              <a:srgbClr val="FFFFFF"/>
            </a:solidFill>
            <a:prstDash val="solid"/>
          </a:ln>
        </p:spPr>
      </p:sp>
      <p:sp>
        <p:nvSpPr>
          <p:cNvPr id="517" name="TMTM temporal row 0: source 517"/>
          <p:cNvSpPr/>
          <p:nvPr/>
        </p:nvSpPr>
        <p:spPr>
          <a:xfrm>
            <a:off x="5970575" y="1063219"/>
            <a:ext cx="2674620" cy="69952"/>
          </a:xfrm>
          <a:prstGeom prst="rect">
            <a:avLst/>
          </a:prstGeom>
          <a:solidFill>
            <a:srgbClr val="FFFFFF">
              <a:alpha val="0"/>
            </a:srgbClr>
          </a:solidFill>
          <a:ln w="8801">
            <a:solidFill>
              <a:srgbClr val="263238"/>
            </a:solidFill>
            <a:prstDash val="solid"/>
          </a:ln>
        </p:spPr>
      </p:sp>
      <p:sp>
        <p:nvSpPr>
          <p:cNvPr id="518" name="TMTM temporal row 1: source 518"/>
          <p:cNvSpPr/>
          <p:nvPr/>
        </p:nvSpPr>
        <p:spPr>
          <a:xfrm>
            <a:off x="5884164" y="1143000"/>
            <a:ext cx="2839212" cy="279806"/>
          </a:xfrm>
          <a:prstGeom prst="rect">
            <a:avLst/>
          </a:prstGeom>
          <a:solidFill>
            <a:srgbClr val="FFFFFF">
              <a:alpha val="0"/>
            </a:srgbClr>
          </a:solidFill>
          <a:ln w="8572">
            <a:solidFill>
              <a:srgbClr val="DFE4E8"/>
            </a:solidFill>
            <a:prstDash val="solid"/>
          </a:ln>
        </p:spPr>
      </p:sp>
      <p:sp>
        <p:nvSpPr>
          <p:cNvPr id="519" name="TMTM temporal row 1: source 519"/>
          <p:cNvSpPr/>
          <p:nvPr/>
        </p:nvSpPr>
        <p:spPr>
          <a:xfrm>
            <a:off x="5970575" y="1291133"/>
            <a:ext cx="2674620" cy="823"/>
          </a:xfrm>
          <a:prstGeom prst="line">
            <a:avLst/>
          </a:prstGeom>
          <a:solidFill>
            <a:srgbClr val="FFFFFF">
              <a:alpha val="0"/>
            </a:srgbClr>
          </a:solidFill>
          <a:ln w="8687">
            <a:solidFill>
              <a:srgbClr val="7B8790"/>
            </a:solidFill>
            <a:prstDash val="solid"/>
          </a:ln>
        </p:spPr>
      </p:sp>
      <p:sp>
        <p:nvSpPr>
          <p:cNvPr id="520" name="TMTM temporal row 1: source 520"/>
          <p:cNvSpPr/>
          <p:nvPr/>
        </p:nvSpPr>
        <p:spPr>
          <a:xfrm>
            <a:off x="5997273" y="1234250"/>
            <a:ext cx="113766" cy="113766"/>
          </a:xfrm>
          <a:prstGeom prst="diamond">
            <a:avLst/>
          </a:prstGeom>
          <a:solidFill>
            <a:srgbClr val="7B8790"/>
          </a:solidFill>
          <a:ln w="9716">
            <a:solidFill>
              <a:srgbClr val="263238"/>
            </a:solidFill>
            <a:prstDash val="solid"/>
          </a:ln>
        </p:spPr>
      </p:sp>
      <p:sp>
        <p:nvSpPr>
          <p:cNvPr id="521" name="TMTM temporal row 1: source 521"/>
          <p:cNvSpPr/>
          <p:nvPr/>
        </p:nvSpPr>
        <p:spPr>
          <a:xfrm>
            <a:off x="6176881" y="1246693"/>
            <a:ext cx="88880" cy="88880"/>
          </a:xfrm>
          <a:prstGeom prst="ellipse">
            <a:avLst/>
          </a:prstGeom>
          <a:solidFill>
            <a:srgbClr val="7B8790"/>
          </a:solidFill>
          <a:ln w="6858">
            <a:solidFill>
              <a:srgbClr val="263238"/>
            </a:solidFill>
            <a:prstDash val="solid"/>
          </a:ln>
        </p:spPr>
      </p:sp>
      <p:sp>
        <p:nvSpPr>
          <p:cNvPr id="522" name="TMTM temporal row 1: source 522"/>
          <p:cNvSpPr/>
          <p:nvPr/>
        </p:nvSpPr>
        <p:spPr>
          <a:xfrm>
            <a:off x="6344044" y="1246693"/>
            <a:ext cx="88880" cy="88880"/>
          </a:xfrm>
          <a:prstGeom prst="ellipse">
            <a:avLst/>
          </a:prstGeom>
          <a:solidFill>
            <a:srgbClr val="B7BEC5"/>
          </a:solidFill>
          <a:ln w="6858">
            <a:solidFill>
              <a:srgbClr val="263238"/>
            </a:solidFill>
            <a:prstDash val="solid"/>
          </a:ln>
        </p:spPr>
      </p:sp>
      <p:sp>
        <p:nvSpPr>
          <p:cNvPr id="523" name="TMTM temporal row 1: source 523"/>
          <p:cNvSpPr/>
          <p:nvPr/>
        </p:nvSpPr>
        <p:spPr>
          <a:xfrm>
            <a:off x="6511208" y="1246693"/>
            <a:ext cx="88880" cy="88880"/>
          </a:xfrm>
          <a:prstGeom prst="ellipse">
            <a:avLst/>
          </a:prstGeom>
          <a:solidFill>
            <a:srgbClr val="0072B2"/>
          </a:solidFill>
          <a:ln w="6858">
            <a:solidFill>
              <a:srgbClr val="263238"/>
            </a:solidFill>
            <a:prstDash val="solid"/>
          </a:ln>
        </p:spPr>
      </p:sp>
      <p:sp>
        <p:nvSpPr>
          <p:cNvPr id="524" name="TMTM temporal row 1: source 524"/>
          <p:cNvSpPr/>
          <p:nvPr/>
        </p:nvSpPr>
        <p:spPr>
          <a:xfrm>
            <a:off x="6665928" y="1234250"/>
            <a:ext cx="113766" cy="113766"/>
          </a:xfrm>
          <a:prstGeom prst="diamond">
            <a:avLst/>
          </a:prstGeom>
          <a:solidFill>
            <a:srgbClr val="0072B2"/>
          </a:solidFill>
          <a:ln w="9716">
            <a:solidFill>
              <a:srgbClr val="263238"/>
            </a:solidFill>
            <a:prstDash val="solid"/>
          </a:ln>
        </p:spPr>
      </p:sp>
      <p:sp>
        <p:nvSpPr>
          <p:cNvPr id="525" name="TMTM temporal row 1: source 525"/>
          <p:cNvSpPr/>
          <p:nvPr/>
        </p:nvSpPr>
        <p:spPr>
          <a:xfrm>
            <a:off x="6845536" y="1246693"/>
            <a:ext cx="88880" cy="88880"/>
          </a:xfrm>
          <a:prstGeom prst="ellipse">
            <a:avLst/>
          </a:prstGeom>
          <a:solidFill>
            <a:srgbClr val="0072B2"/>
          </a:solidFill>
          <a:ln w="6858">
            <a:solidFill>
              <a:srgbClr val="263238"/>
            </a:solidFill>
            <a:prstDash val="solid"/>
          </a:ln>
        </p:spPr>
      </p:sp>
      <p:sp>
        <p:nvSpPr>
          <p:cNvPr id="526" name="TMTM temporal row 1: source 526"/>
          <p:cNvSpPr/>
          <p:nvPr/>
        </p:nvSpPr>
        <p:spPr>
          <a:xfrm>
            <a:off x="7000256" y="1234250"/>
            <a:ext cx="113766" cy="113766"/>
          </a:xfrm>
          <a:prstGeom prst="diamond">
            <a:avLst/>
          </a:prstGeom>
          <a:solidFill>
            <a:srgbClr val="B7BEC5"/>
          </a:solidFill>
          <a:ln w="9716">
            <a:solidFill>
              <a:srgbClr val="263238"/>
            </a:solidFill>
            <a:prstDash val="solid"/>
          </a:ln>
        </p:spPr>
      </p:sp>
      <p:sp>
        <p:nvSpPr>
          <p:cNvPr id="527" name="TMTM temporal row 1: source 527"/>
          <p:cNvSpPr/>
          <p:nvPr/>
        </p:nvSpPr>
        <p:spPr>
          <a:xfrm>
            <a:off x="7179863" y="1246693"/>
            <a:ext cx="88880" cy="88880"/>
          </a:xfrm>
          <a:prstGeom prst="ellipse">
            <a:avLst/>
          </a:prstGeom>
          <a:solidFill>
            <a:srgbClr val="D55E00"/>
          </a:solidFill>
          <a:ln w="6858">
            <a:solidFill>
              <a:srgbClr val="263238"/>
            </a:solidFill>
            <a:prstDash val="solid"/>
          </a:ln>
        </p:spPr>
      </p:sp>
      <p:sp>
        <p:nvSpPr>
          <p:cNvPr id="528" name="TMTM temporal row 1: source 528"/>
          <p:cNvSpPr/>
          <p:nvPr/>
        </p:nvSpPr>
        <p:spPr>
          <a:xfrm>
            <a:off x="7334583" y="1234250"/>
            <a:ext cx="113766" cy="113766"/>
          </a:xfrm>
          <a:prstGeom prst="diamond">
            <a:avLst/>
          </a:prstGeom>
          <a:solidFill>
            <a:srgbClr val="D55E00"/>
          </a:solidFill>
          <a:ln w="9716">
            <a:solidFill>
              <a:srgbClr val="263238"/>
            </a:solidFill>
            <a:prstDash val="solid"/>
          </a:ln>
        </p:spPr>
      </p:sp>
      <p:sp>
        <p:nvSpPr>
          <p:cNvPr id="529" name="TMTM temporal row 1: source 529"/>
          <p:cNvSpPr/>
          <p:nvPr/>
        </p:nvSpPr>
        <p:spPr>
          <a:xfrm>
            <a:off x="7514191" y="1246693"/>
            <a:ext cx="88880" cy="88880"/>
          </a:xfrm>
          <a:prstGeom prst="ellipse">
            <a:avLst/>
          </a:prstGeom>
          <a:solidFill>
            <a:srgbClr val="D55E00"/>
          </a:solidFill>
          <a:ln w="6858">
            <a:solidFill>
              <a:srgbClr val="263238"/>
            </a:solidFill>
            <a:prstDash val="solid"/>
          </a:ln>
        </p:spPr>
      </p:sp>
      <p:sp>
        <p:nvSpPr>
          <p:cNvPr id="530" name="TMTM temporal row 1: source 530"/>
          <p:cNvSpPr/>
          <p:nvPr/>
        </p:nvSpPr>
        <p:spPr>
          <a:xfrm>
            <a:off x="7681354" y="1246693"/>
            <a:ext cx="88880" cy="88880"/>
          </a:xfrm>
          <a:prstGeom prst="ellipse">
            <a:avLst/>
          </a:prstGeom>
          <a:solidFill>
            <a:srgbClr val="B7BEC5"/>
          </a:solidFill>
          <a:ln w="6858">
            <a:solidFill>
              <a:srgbClr val="263238"/>
            </a:solidFill>
            <a:prstDash val="solid"/>
          </a:ln>
        </p:spPr>
      </p:sp>
      <p:sp>
        <p:nvSpPr>
          <p:cNvPr id="531" name="TMTM temporal row 1: source 531"/>
          <p:cNvSpPr/>
          <p:nvPr/>
        </p:nvSpPr>
        <p:spPr>
          <a:xfrm>
            <a:off x="7836075" y="1234250"/>
            <a:ext cx="113766" cy="113766"/>
          </a:xfrm>
          <a:prstGeom prst="diamond">
            <a:avLst/>
          </a:prstGeom>
          <a:solidFill>
            <a:srgbClr val="7B8790"/>
          </a:solidFill>
          <a:ln w="9716">
            <a:solidFill>
              <a:srgbClr val="263238"/>
            </a:solidFill>
            <a:prstDash val="solid"/>
          </a:ln>
        </p:spPr>
      </p:sp>
      <p:sp>
        <p:nvSpPr>
          <p:cNvPr id="532" name="TMTM temporal row 1: source 532"/>
          <p:cNvSpPr/>
          <p:nvPr/>
        </p:nvSpPr>
        <p:spPr>
          <a:xfrm>
            <a:off x="8015682" y="1246693"/>
            <a:ext cx="88880" cy="88880"/>
          </a:xfrm>
          <a:prstGeom prst="ellipse">
            <a:avLst/>
          </a:prstGeom>
          <a:solidFill>
            <a:srgbClr val="009E73"/>
          </a:solidFill>
          <a:ln w="6858">
            <a:solidFill>
              <a:srgbClr val="263238"/>
            </a:solidFill>
            <a:prstDash val="solid"/>
          </a:ln>
        </p:spPr>
      </p:sp>
      <p:sp>
        <p:nvSpPr>
          <p:cNvPr id="533" name="TMTM temporal row 1: source 533"/>
          <p:cNvSpPr/>
          <p:nvPr/>
        </p:nvSpPr>
        <p:spPr>
          <a:xfrm>
            <a:off x="8170402" y="1234250"/>
            <a:ext cx="113766" cy="113766"/>
          </a:xfrm>
          <a:prstGeom prst="diamond">
            <a:avLst/>
          </a:prstGeom>
          <a:solidFill>
            <a:srgbClr val="009E73"/>
          </a:solidFill>
          <a:ln w="9716">
            <a:solidFill>
              <a:srgbClr val="263238"/>
            </a:solidFill>
            <a:prstDash val="solid"/>
          </a:ln>
        </p:spPr>
      </p:sp>
      <p:sp>
        <p:nvSpPr>
          <p:cNvPr id="534" name="TMTM temporal row 1: source 534"/>
          <p:cNvSpPr/>
          <p:nvPr/>
        </p:nvSpPr>
        <p:spPr>
          <a:xfrm>
            <a:off x="8350009" y="1246693"/>
            <a:ext cx="88880" cy="88880"/>
          </a:xfrm>
          <a:prstGeom prst="ellipse">
            <a:avLst/>
          </a:prstGeom>
          <a:solidFill>
            <a:srgbClr val="009E73"/>
          </a:solidFill>
          <a:ln w="6858">
            <a:solidFill>
              <a:srgbClr val="263238"/>
            </a:solidFill>
            <a:prstDash val="solid"/>
          </a:ln>
        </p:spPr>
      </p:sp>
      <p:sp>
        <p:nvSpPr>
          <p:cNvPr id="535" name="TMTM temporal row 1: source 535"/>
          <p:cNvSpPr/>
          <p:nvPr/>
        </p:nvSpPr>
        <p:spPr>
          <a:xfrm>
            <a:off x="8517173" y="1246693"/>
            <a:ext cx="88880" cy="88880"/>
          </a:xfrm>
          <a:prstGeom prst="ellipse">
            <a:avLst/>
          </a:prstGeom>
          <a:solidFill>
            <a:srgbClr val="7B8790"/>
          </a:solidFill>
          <a:ln w="6858">
            <a:solidFill>
              <a:srgbClr val="263238"/>
            </a:solidFill>
            <a:prstDash val="solid"/>
          </a:ln>
        </p:spPr>
      </p:sp>
      <p:sp>
        <p:nvSpPr>
          <p:cNvPr id="536" name="TMTM temporal row 1: source 536"/>
          <p:cNvSpPr/>
          <p:nvPr/>
        </p:nvSpPr>
        <p:spPr>
          <a:xfrm>
            <a:off x="5970575" y="1377544"/>
            <a:ext cx="170456" cy="69952"/>
          </a:xfrm>
          <a:prstGeom prst="rect">
            <a:avLst/>
          </a:prstGeom>
          <a:solidFill>
            <a:srgbClr val="7B8790"/>
          </a:solidFill>
          <a:ln w="3772">
            <a:solidFill>
              <a:srgbClr val="FFFFFF"/>
            </a:solidFill>
            <a:prstDash val="solid"/>
          </a:ln>
        </p:spPr>
      </p:sp>
      <p:sp>
        <p:nvSpPr>
          <p:cNvPr id="537" name="TMTM temporal row 1: source 537"/>
          <p:cNvSpPr/>
          <p:nvPr/>
        </p:nvSpPr>
        <p:spPr>
          <a:xfrm>
            <a:off x="6137739" y="1377544"/>
            <a:ext cx="170456" cy="69952"/>
          </a:xfrm>
          <a:prstGeom prst="rect">
            <a:avLst/>
          </a:prstGeom>
          <a:solidFill>
            <a:srgbClr val="7B8790"/>
          </a:solidFill>
          <a:ln w="3772">
            <a:solidFill>
              <a:srgbClr val="FFFFFF"/>
            </a:solidFill>
            <a:prstDash val="solid"/>
          </a:ln>
        </p:spPr>
      </p:sp>
      <p:sp>
        <p:nvSpPr>
          <p:cNvPr id="538" name="TMTM temporal row 1: source 538"/>
          <p:cNvSpPr/>
          <p:nvPr/>
        </p:nvSpPr>
        <p:spPr>
          <a:xfrm>
            <a:off x="6304902" y="1377544"/>
            <a:ext cx="170456" cy="69952"/>
          </a:xfrm>
          <a:prstGeom prst="rect">
            <a:avLst/>
          </a:prstGeom>
          <a:solidFill>
            <a:srgbClr val="B7BEC5"/>
          </a:solidFill>
          <a:ln w="3772">
            <a:solidFill>
              <a:srgbClr val="FFFFFF"/>
            </a:solidFill>
            <a:prstDash val="solid"/>
          </a:ln>
        </p:spPr>
      </p:sp>
      <p:sp>
        <p:nvSpPr>
          <p:cNvPr id="539" name="TMTM temporal row 1: source 539"/>
          <p:cNvSpPr/>
          <p:nvPr/>
        </p:nvSpPr>
        <p:spPr>
          <a:xfrm>
            <a:off x="6472066" y="1377544"/>
            <a:ext cx="170456" cy="69952"/>
          </a:xfrm>
          <a:prstGeom prst="rect">
            <a:avLst/>
          </a:prstGeom>
          <a:solidFill>
            <a:srgbClr val="0072B2"/>
          </a:solidFill>
          <a:ln w="3772">
            <a:solidFill>
              <a:srgbClr val="FFFFFF"/>
            </a:solidFill>
            <a:prstDash val="solid"/>
          </a:ln>
        </p:spPr>
      </p:sp>
      <p:sp>
        <p:nvSpPr>
          <p:cNvPr id="540" name="TMTM temporal row 1: source 540"/>
          <p:cNvSpPr/>
          <p:nvPr/>
        </p:nvSpPr>
        <p:spPr>
          <a:xfrm>
            <a:off x="6639230" y="1377544"/>
            <a:ext cx="170456" cy="69952"/>
          </a:xfrm>
          <a:prstGeom prst="rect">
            <a:avLst/>
          </a:prstGeom>
          <a:solidFill>
            <a:srgbClr val="0072B2"/>
          </a:solidFill>
          <a:ln w="3772">
            <a:solidFill>
              <a:srgbClr val="FFFFFF"/>
            </a:solidFill>
            <a:prstDash val="solid"/>
          </a:ln>
        </p:spPr>
      </p:sp>
      <p:sp>
        <p:nvSpPr>
          <p:cNvPr id="541" name="TMTM temporal row 1: source 541"/>
          <p:cNvSpPr/>
          <p:nvPr/>
        </p:nvSpPr>
        <p:spPr>
          <a:xfrm>
            <a:off x="6806394" y="1377544"/>
            <a:ext cx="170456" cy="69952"/>
          </a:xfrm>
          <a:prstGeom prst="rect">
            <a:avLst/>
          </a:prstGeom>
          <a:solidFill>
            <a:srgbClr val="0072B2"/>
          </a:solidFill>
          <a:ln w="3772">
            <a:solidFill>
              <a:srgbClr val="FFFFFF"/>
            </a:solidFill>
            <a:prstDash val="solid"/>
          </a:ln>
        </p:spPr>
      </p:sp>
      <p:sp>
        <p:nvSpPr>
          <p:cNvPr id="542" name="TMTM temporal row 1: source 542"/>
          <p:cNvSpPr/>
          <p:nvPr/>
        </p:nvSpPr>
        <p:spPr>
          <a:xfrm>
            <a:off x="6973557" y="1377544"/>
            <a:ext cx="170456" cy="69952"/>
          </a:xfrm>
          <a:prstGeom prst="rect">
            <a:avLst/>
          </a:prstGeom>
          <a:solidFill>
            <a:srgbClr val="B7BEC5"/>
          </a:solidFill>
          <a:ln w="3772">
            <a:solidFill>
              <a:srgbClr val="FFFFFF"/>
            </a:solidFill>
            <a:prstDash val="solid"/>
          </a:ln>
        </p:spPr>
      </p:sp>
      <p:sp>
        <p:nvSpPr>
          <p:cNvPr id="543" name="TMTM temporal row 1: source 543"/>
          <p:cNvSpPr/>
          <p:nvPr/>
        </p:nvSpPr>
        <p:spPr>
          <a:xfrm>
            <a:off x="7140722" y="1377544"/>
            <a:ext cx="170456" cy="69952"/>
          </a:xfrm>
          <a:prstGeom prst="rect">
            <a:avLst/>
          </a:prstGeom>
          <a:solidFill>
            <a:srgbClr val="D55E00"/>
          </a:solidFill>
          <a:ln w="3772">
            <a:solidFill>
              <a:srgbClr val="FFFFFF"/>
            </a:solidFill>
            <a:prstDash val="solid"/>
          </a:ln>
        </p:spPr>
      </p:sp>
      <p:sp>
        <p:nvSpPr>
          <p:cNvPr id="544" name="TMTM temporal row 1: source 544"/>
          <p:cNvSpPr/>
          <p:nvPr/>
        </p:nvSpPr>
        <p:spPr>
          <a:xfrm>
            <a:off x="7307885" y="1377544"/>
            <a:ext cx="170456" cy="69952"/>
          </a:xfrm>
          <a:prstGeom prst="rect">
            <a:avLst/>
          </a:prstGeom>
          <a:solidFill>
            <a:srgbClr val="D55E00"/>
          </a:solidFill>
          <a:ln w="3772">
            <a:solidFill>
              <a:srgbClr val="FFFFFF"/>
            </a:solidFill>
            <a:prstDash val="solid"/>
          </a:ln>
        </p:spPr>
      </p:sp>
      <p:sp>
        <p:nvSpPr>
          <p:cNvPr id="545" name="TMTM temporal row 1: source 545"/>
          <p:cNvSpPr/>
          <p:nvPr/>
        </p:nvSpPr>
        <p:spPr>
          <a:xfrm>
            <a:off x="7475049" y="1377544"/>
            <a:ext cx="170456" cy="69952"/>
          </a:xfrm>
          <a:prstGeom prst="rect">
            <a:avLst/>
          </a:prstGeom>
          <a:solidFill>
            <a:srgbClr val="D55E00"/>
          </a:solidFill>
          <a:ln w="3772">
            <a:solidFill>
              <a:srgbClr val="FFFFFF"/>
            </a:solidFill>
            <a:prstDash val="solid"/>
          </a:ln>
        </p:spPr>
      </p:sp>
      <p:sp>
        <p:nvSpPr>
          <p:cNvPr id="546" name="TMTM temporal row 1: source 546"/>
          <p:cNvSpPr/>
          <p:nvPr/>
        </p:nvSpPr>
        <p:spPr>
          <a:xfrm>
            <a:off x="7642212" y="1377544"/>
            <a:ext cx="170456" cy="69952"/>
          </a:xfrm>
          <a:prstGeom prst="rect">
            <a:avLst/>
          </a:prstGeom>
          <a:solidFill>
            <a:srgbClr val="B7BEC5"/>
          </a:solidFill>
          <a:ln w="3772">
            <a:solidFill>
              <a:srgbClr val="FFFFFF"/>
            </a:solidFill>
            <a:prstDash val="solid"/>
          </a:ln>
        </p:spPr>
      </p:sp>
      <p:sp>
        <p:nvSpPr>
          <p:cNvPr id="547" name="TMTM temporal row 1: source 547"/>
          <p:cNvSpPr/>
          <p:nvPr/>
        </p:nvSpPr>
        <p:spPr>
          <a:xfrm>
            <a:off x="7809376" y="1377544"/>
            <a:ext cx="170456" cy="69952"/>
          </a:xfrm>
          <a:prstGeom prst="rect">
            <a:avLst/>
          </a:prstGeom>
          <a:solidFill>
            <a:srgbClr val="7B8790"/>
          </a:solidFill>
          <a:ln w="3772">
            <a:solidFill>
              <a:srgbClr val="FFFFFF"/>
            </a:solidFill>
            <a:prstDash val="solid"/>
          </a:ln>
        </p:spPr>
      </p:sp>
      <p:sp>
        <p:nvSpPr>
          <p:cNvPr id="548" name="TMTM temporal row 1: source 548"/>
          <p:cNvSpPr/>
          <p:nvPr/>
        </p:nvSpPr>
        <p:spPr>
          <a:xfrm>
            <a:off x="7976540" y="1377544"/>
            <a:ext cx="170456" cy="69952"/>
          </a:xfrm>
          <a:prstGeom prst="rect">
            <a:avLst/>
          </a:prstGeom>
          <a:solidFill>
            <a:srgbClr val="009E73"/>
          </a:solidFill>
          <a:ln w="3772">
            <a:solidFill>
              <a:srgbClr val="FFFFFF"/>
            </a:solidFill>
            <a:prstDash val="solid"/>
          </a:ln>
        </p:spPr>
      </p:sp>
      <p:sp>
        <p:nvSpPr>
          <p:cNvPr id="549" name="TMTM temporal row 1: source 549"/>
          <p:cNvSpPr/>
          <p:nvPr/>
        </p:nvSpPr>
        <p:spPr>
          <a:xfrm>
            <a:off x="8143704" y="1377544"/>
            <a:ext cx="170456" cy="69952"/>
          </a:xfrm>
          <a:prstGeom prst="rect">
            <a:avLst/>
          </a:prstGeom>
          <a:solidFill>
            <a:srgbClr val="009E73"/>
          </a:solidFill>
          <a:ln w="3772">
            <a:solidFill>
              <a:srgbClr val="FFFFFF"/>
            </a:solidFill>
            <a:prstDash val="solid"/>
          </a:ln>
        </p:spPr>
      </p:sp>
      <p:sp>
        <p:nvSpPr>
          <p:cNvPr id="550" name="TMTM temporal row 1: source 550"/>
          <p:cNvSpPr/>
          <p:nvPr/>
        </p:nvSpPr>
        <p:spPr>
          <a:xfrm>
            <a:off x="8310867" y="1377544"/>
            <a:ext cx="170456" cy="69952"/>
          </a:xfrm>
          <a:prstGeom prst="rect">
            <a:avLst/>
          </a:prstGeom>
          <a:solidFill>
            <a:srgbClr val="009E73"/>
          </a:solidFill>
          <a:ln w="3772">
            <a:solidFill>
              <a:srgbClr val="FFFFFF"/>
            </a:solidFill>
            <a:prstDash val="solid"/>
          </a:ln>
        </p:spPr>
      </p:sp>
      <p:sp>
        <p:nvSpPr>
          <p:cNvPr id="551" name="TMTM temporal row 1: source 551"/>
          <p:cNvSpPr/>
          <p:nvPr/>
        </p:nvSpPr>
        <p:spPr>
          <a:xfrm>
            <a:off x="8478031" y="1377544"/>
            <a:ext cx="170456" cy="69952"/>
          </a:xfrm>
          <a:prstGeom prst="rect">
            <a:avLst/>
          </a:prstGeom>
          <a:solidFill>
            <a:srgbClr val="7B8790"/>
          </a:solidFill>
          <a:ln w="3772">
            <a:solidFill>
              <a:srgbClr val="FFFFFF"/>
            </a:solidFill>
            <a:prstDash val="solid"/>
          </a:ln>
        </p:spPr>
      </p:sp>
      <p:sp>
        <p:nvSpPr>
          <p:cNvPr id="552" name="TMTM temporal row 1: source 552"/>
          <p:cNvSpPr/>
          <p:nvPr/>
        </p:nvSpPr>
        <p:spPr>
          <a:xfrm>
            <a:off x="5970575" y="1377544"/>
            <a:ext cx="2674620" cy="69952"/>
          </a:xfrm>
          <a:prstGeom prst="rect">
            <a:avLst/>
          </a:prstGeom>
          <a:solidFill>
            <a:srgbClr val="FFFFFF">
              <a:alpha val="0"/>
            </a:srgbClr>
          </a:solidFill>
          <a:ln w="8801">
            <a:solidFill>
              <a:srgbClr val="263238"/>
            </a:solidFill>
            <a:prstDash val="solid"/>
          </a:ln>
        </p:spPr>
      </p:sp>
      <p:sp>
        <p:nvSpPr>
          <p:cNvPr id="553" name="TMTM temporal row 2: source 553"/>
          <p:cNvSpPr/>
          <p:nvPr/>
        </p:nvSpPr>
        <p:spPr>
          <a:xfrm>
            <a:off x="5884164" y="1457325"/>
            <a:ext cx="2839212" cy="279806"/>
          </a:xfrm>
          <a:prstGeom prst="rect">
            <a:avLst/>
          </a:prstGeom>
          <a:solidFill>
            <a:srgbClr val="FFFFFF">
              <a:alpha val="0"/>
            </a:srgbClr>
          </a:solidFill>
          <a:ln w="8572">
            <a:solidFill>
              <a:srgbClr val="DFE4E8"/>
            </a:solidFill>
            <a:prstDash val="solid"/>
          </a:ln>
        </p:spPr>
      </p:sp>
      <p:sp>
        <p:nvSpPr>
          <p:cNvPr id="554" name="TMTM temporal row 2: source 554"/>
          <p:cNvSpPr/>
          <p:nvPr/>
        </p:nvSpPr>
        <p:spPr>
          <a:xfrm>
            <a:off x="5970575" y="1605458"/>
            <a:ext cx="2674620" cy="823"/>
          </a:xfrm>
          <a:prstGeom prst="line">
            <a:avLst/>
          </a:prstGeom>
          <a:solidFill>
            <a:srgbClr val="FFFFFF">
              <a:alpha val="0"/>
            </a:srgbClr>
          </a:solidFill>
          <a:ln w="8687">
            <a:solidFill>
              <a:srgbClr val="7B8790"/>
            </a:solidFill>
            <a:prstDash val="solid"/>
          </a:ln>
        </p:spPr>
      </p:sp>
      <p:sp>
        <p:nvSpPr>
          <p:cNvPr id="555" name="TMTM temporal row 2: source 555"/>
          <p:cNvSpPr/>
          <p:nvPr/>
        </p:nvSpPr>
        <p:spPr>
          <a:xfrm>
            <a:off x="5997273" y="1548575"/>
            <a:ext cx="113766" cy="113766"/>
          </a:xfrm>
          <a:prstGeom prst="diamond">
            <a:avLst/>
          </a:prstGeom>
          <a:solidFill>
            <a:srgbClr val="7B8790"/>
          </a:solidFill>
          <a:ln w="9716">
            <a:solidFill>
              <a:srgbClr val="263238"/>
            </a:solidFill>
            <a:prstDash val="solid"/>
          </a:ln>
        </p:spPr>
      </p:sp>
      <p:sp>
        <p:nvSpPr>
          <p:cNvPr id="556" name="TMTM temporal row 2: source 556"/>
          <p:cNvSpPr/>
          <p:nvPr/>
        </p:nvSpPr>
        <p:spPr>
          <a:xfrm>
            <a:off x="6176881" y="1561018"/>
            <a:ext cx="88880" cy="88880"/>
          </a:xfrm>
          <a:prstGeom prst="ellipse">
            <a:avLst/>
          </a:prstGeom>
          <a:solidFill>
            <a:srgbClr val="7B8790"/>
          </a:solidFill>
          <a:ln w="6858">
            <a:solidFill>
              <a:srgbClr val="263238"/>
            </a:solidFill>
            <a:prstDash val="solid"/>
          </a:ln>
        </p:spPr>
      </p:sp>
      <p:sp>
        <p:nvSpPr>
          <p:cNvPr id="557" name="TMTM temporal row 2: source 557"/>
          <p:cNvSpPr/>
          <p:nvPr/>
        </p:nvSpPr>
        <p:spPr>
          <a:xfrm>
            <a:off x="6344044" y="1561018"/>
            <a:ext cx="88880" cy="88880"/>
          </a:xfrm>
          <a:prstGeom prst="ellipse">
            <a:avLst/>
          </a:prstGeom>
          <a:solidFill>
            <a:srgbClr val="B7BEC5"/>
          </a:solidFill>
          <a:ln w="6858">
            <a:solidFill>
              <a:srgbClr val="263238"/>
            </a:solidFill>
            <a:prstDash val="solid"/>
          </a:ln>
        </p:spPr>
      </p:sp>
      <p:sp>
        <p:nvSpPr>
          <p:cNvPr id="558" name="TMTM temporal row 2: source 558"/>
          <p:cNvSpPr/>
          <p:nvPr/>
        </p:nvSpPr>
        <p:spPr>
          <a:xfrm>
            <a:off x="6511208" y="1561018"/>
            <a:ext cx="88880" cy="88880"/>
          </a:xfrm>
          <a:prstGeom prst="ellipse">
            <a:avLst/>
          </a:prstGeom>
          <a:solidFill>
            <a:srgbClr val="0072B2"/>
          </a:solidFill>
          <a:ln w="6858">
            <a:solidFill>
              <a:srgbClr val="263238"/>
            </a:solidFill>
            <a:prstDash val="solid"/>
          </a:ln>
        </p:spPr>
      </p:sp>
      <p:sp>
        <p:nvSpPr>
          <p:cNvPr id="559" name="TMTM temporal row 2: source 559"/>
          <p:cNvSpPr/>
          <p:nvPr/>
        </p:nvSpPr>
        <p:spPr>
          <a:xfrm>
            <a:off x="6665928" y="1548575"/>
            <a:ext cx="113766" cy="113766"/>
          </a:xfrm>
          <a:prstGeom prst="diamond">
            <a:avLst/>
          </a:prstGeom>
          <a:solidFill>
            <a:srgbClr val="0072B2"/>
          </a:solidFill>
          <a:ln w="9716">
            <a:solidFill>
              <a:srgbClr val="263238"/>
            </a:solidFill>
            <a:prstDash val="solid"/>
          </a:ln>
        </p:spPr>
      </p:sp>
      <p:sp>
        <p:nvSpPr>
          <p:cNvPr id="560" name="TMTM temporal row 2: source 560"/>
          <p:cNvSpPr/>
          <p:nvPr/>
        </p:nvSpPr>
        <p:spPr>
          <a:xfrm>
            <a:off x="6845536" y="1561018"/>
            <a:ext cx="88880" cy="88880"/>
          </a:xfrm>
          <a:prstGeom prst="ellipse">
            <a:avLst/>
          </a:prstGeom>
          <a:solidFill>
            <a:srgbClr val="0072B2"/>
          </a:solidFill>
          <a:ln w="6858">
            <a:solidFill>
              <a:srgbClr val="263238"/>
            </a:solidFill>
            <a:prstDash val="solid"/>
          </a:ln>
        </p:spPr>
      </p:sp>
      <p:sp>
        <p:nvSpPr>
          <p:cNvPr id="561" name="TMTM temporal row 2: source 561"/>
          <p:cNvSpPr/>
          <p:nvPr/>
        </p:nvSpPr>
        <p:spPr>
          <a:xfrm>
            <a:off x="7000256" y="1548575"/>
            <a:ext cx="113766" cy="113766"/>
          </a:xfrm>
          <a:prstGeom prst="diamond">
            <a:avLst/>
          </a:prstGeom>
          <a:solidFill>
            <a:srgbClr val="B7BEC5"/>
          </a:solidFill>
          <a:ln w="9716">
            <a:solidFill>
              <a:srgbClr val="263238"/>
            </a:solidFill>
            <a:prstDash val="solid"/>
          </a:ln>
        </p:spPr>
      </p:sp>
      <p:sp>
        <p:nvSpPr>
          <p:cNvPr id="562" name="TMTM temporal row 2: source 562"/>
          <p:cNvSpPr/>
          <p:nvPr/>
        </p:nvSpPr>
        <p:spPr>
          <a:xfrm>
            <a:off x="7179863" y="1561018"/>
            <a:ext cx="88880" cy="88880"/>
          </a:xfrm>
          <a:prstGeom prst="ellipse">
            <a:avLst/>
          </a:prstGeom>
          <a:solidFill>
            <a:srgbClr val="D55E00"/>
          </a:solidFill>
          <a:ln w="6858">
            <a:solidFill>
              <a:srgbClr val="263238"/>
            </a:solidFill>
            <a:prstDash val="solid"/>
          </a:ln>
        </p:spPr>
      </p:sp>
      <p:sp>
        <p:nvSpPr>
          <p:cNvPr id="563" name="TMTM temporal row 2: source 563"/>
          <p:cNvSpPr/>
          <p:nvPr/>
        </p:nvSpPr>
        <p:spPr>
          <a:xfrm>
            <a:off x="7334583" y="1548575"/>
            <a:ext cx="113766" cy="113766"/>
          </a:xfrm>
          <a:prstGeom prst="diamond">
            <a:avLst/>
          </a:prstGeom>
          <a:solidFill>
            <a:srgbClr val="D55E00"/>
          </a:solidFill>
          <a:ln w="9716">
            <a:solidFill>
              <a:srgbClr val="263238"/>
            </a:solidFill>
            <a:prstDash val="solid"/>
          </a:ln>
        </p:spPr>
      </p:sp>
      <p:sp>
        <p:nvSpPr>
          <p:cNvPr id="564" name="TMTM temporal row 2: source 564"/>
          <p:cNvSpPr/>
          <p:nvPr/>
        </p:nvSpPr>
        <p:spPr>
          <a:xfrm>
            <a:off x="7514191" y="1561018"/>
            <a:ext cx="88880" cy="88880"/>
          </a:xfrm>
          <a:prstGeom prst="ellipse">
            <a:avLst/>
          </a:prstGeom>
          <a:solidFill>
            <a:srgbClr val="D55E00"/>
          </a:solidFill>
          <a:ln w="6858">
            <a:solidFill>
              <a:srgbClr val="263238"/>
            </a:solidFill>
            <a:prstDash val="solid"/>
          </a:ln>
        </p:spPr>
      </p:sp>
      <p:sp>
        <p:nvSpPr>
          <p:cNvPr id="565" name="TMTM temporal row 2: source 565"/>
          <p:cNvSpPr/>
          <p:nvPr/>
        </p:nvSpPr>
        <p:spPr>
          <a:xfrm>
            <a:off x="7681354" y="1561018"/>
            <a:ext cx="88880" cy="88880"/>
          </a:xfrm>
          <a:prstGeom prst="ellipse">
            <a:avLst/>
          </a:prstGeom>
          <a:solidFill>
            <a:srgbClr val="B7BEC5"/>
          </a:solidFill>
          <a:ln w="6858">
            <a:solidFill>
              <a:srgbClr val="263238"/>
            </a:solidFill>
            <a:prstDash val="solid"/>
          </a:ln>
        </p:spPr>
      </p:sp>
      <p:sp>
        <p:nvSpPr>
          <p:cNvPr id="566" name="TMTM temporal row 2: source 566"/>
          <p:cNvSpPr/>
          <p:nvPr/>
        </p:nvSpPr>
        <p:spPr>
          <a:xfrm>
            <a:off x="7836075" y="1548575"/>
            <a:ext cx="113766" cy="113766"/>
          </a:xfrm>
          <a:prstGeom prst="diamond">
            <a:avLst/>
          </a:prstGeom>
          <a:solidFill>
            <a:srgbClr val="7B8790"/>
          </a:solidFill>
          <a:ln w="9716">
            <a:solidFill>
              <a:srgbClr val="263238"/>
            </a:solidFill>
            <a:prstDash val="solid"/>
          </a:ln>
        </p:spPr>
      </p:sp>
      <p:sp>
        <p:nvSpPr>
          <p:cNvPr id="567" name="TMTM temporal row 2: source 567"/>
          <p:cNvSpPr/>
          <p:nvPr/>
        </p:nvSpPr>
        <p:spPr>
          <a:xfrm>
            <a:off x="8015682" y="1561018"/>
            <a:ext cx="88880" cy="88880"/>
          </a:xfrm>
          <a:prstGeom prst="ellipse">
            <a:avLst/>
          </a:prstGeom>
          <a:solidFill>
            <a:srgbClr val="009E73"/>
          </a:solidFill>
          <a:ln w="6858">
            <a:solidFill>
              <a:srgbClr val="263238"/>
            </a:solidFill>
            <a:prstDash val="solid"/>
          </a:ln>
        </p:spPr>
      </p:sp>
      <p:sp>
        <p:nvSpPr>
          <p:cNvPr id="568" name="TMTM temporal row 2: source 568"/>
          <p:cNvSpPr/>
          <p:nvPr/>
        </p:nvSpPr>
        <p:spPr>
          <a:xfrm>
            <a:off x="8170402" y="1548575"/>
            <a:ext cx="113766" cy="113766"/>
          </a:xfrm>
          <a:prstGeom prst="diamond">
            <a:avLst/>
          </a:prstGeom>
          <a:solidFill>
            <a:srgbClr val="009E73"/>
          </a:solidFill>
          <a:ln w="9716">
            <a:solidFill>
              <a:srgbClr val="263238"/>
            </a:solidFill>
            <a:prstDash val="solid"/>
          </a:ln>
        </p:spPr>
      </p:sp>
      <p:sp>
        <p:nvSpPr>
          <p:cNvPr id="569" name="TMTM temporal row 2: source 569"/>
          <p:cNvSpPr/>
          <p:nvPr/>
        </p:nvSpPr>
        <p:spPr>
          <a:xfrm>
            <a:off x="8350009" y="1561018"/>
            <a:ext cx="88880" cy="88880"/>
          </a:xfrm>
          <a:prstGeom prst="ellipse">
            <a:avLst/>
          </a:prstGeom>
          <a:solidFill>
            <a:srgbClr val="009E73"/>
          </a:solidFill>
          <a:ln w="6858">
            <a:solidFill>
              <a:srgbClr val="263238"/>
            </a:solidFill>
            <a:prstDash val="solid"/>
          </a:ln>
        </p:spPr>
      </p:sp>
      <p:sp>
        <p:nvSpPr>
          <p:cNvPr id="570" name="TMTM temporal row 2: source 570"/>
          <p:cNvSpPr/>
          <p:nvPr/>
        </p:nvSpPr>
        <p:spPr>
          <a:xfrm>
            <a:off x="8517173" y="1561018"/>
            <a:ext cx="88880" cy="88880"/>
          </a:xfrm>
          <a:prstGeom prst="ellipse">
            <a:avLst/>
          </a:prstGeom>
          <a:solidFill>
            <a:srgbClr val="7B8790"/>
          </a:solidFill>
          <a:ln w="6858">
            <a:solidFill>
              <a:srgbClr val="263238"/>
            </a:solidFill>
            <a:prstDash val="solid"/>
          </a:ln>
        </p:spPr>
      </p:sp>
      <p:sp>
        <p:nvSpPr>
          <p:cNvPr id="571" name="TMTM temporal row 2: source 571"/>
          <p:cNvSpPr/>
          <p:nvPr/>
        </p:nvSpPr>
        <p:spPr>
          <a:xfrm>
            <a:off x="5970575" y="1691869"/>
            <a:ext cx="170456" cy="69952"/>
          </a:xfrm>
          <a:prstGeom prst="rect">
            <a:avLst/>
          </a:prstGeom>
          <a:solidFill>
            <a:srgbClr val="7B8790"/>
          </a:solidFill>
          <a:ln w="3772">
            <a:solidFill>
              <a:srgbClr val="FFFFFF"/>
            </a:solidFill>
            <a:prstDash val="solid"/>
          </a:ln>
        </p:spPr>
      </p:sp>
      <p:sp>
        <p:nvSpPr>
          <p:cNvPr id="572" name="TMTM temporal row 2: source 572"/>
          <p:cNvSpPr/>
          <p:nvPr/>
        </p:nvSpPr>
        <p:spPr>
          <a:xfrm>
            <a:off x="6137739" y="1691869"/>
            <a:ext cx="170456" cy="69952"/>
          </a:xfrm>
          <a:prstGeom prst="rect">
            <a:avLst/>
          </a:prstGeom>
          <a:solidFill>
            <a:srgbClr val="7B8790"/>
          </a:solidFill>
          <a:ln w="3772">
            <a:solidFill>
              <a:srgbClr val="FFFFFF"/>
            </a:solidFill>
            <a:prstDash val="solid"/>
          </a:ln>
        </p:spPr>
      </p:sp>
      <p:sp>
        <p:nvSpPr>
          <p:cNvPr id="573" name="TMTM temporal row 2: source 573"/>
          <p:cNvSpPr/>
          <p:nvPr/>
        </p:nvSpPr>
        <p:spPr>
          <a:xfrm>
            <a:off x="6304902" y="1691869"/>
            <a:ext cx="170456" cy="69952"/>
          </a:xfrm>
          <a:prstGeom prst="rect">
            <a:avLst/>
          </a:prstGeom>
          <a:solidFill>
            <a:srgbClr val="B7BEC5"/>
          </a:solidFill>
          <a:ln w="3772">
            <a:solidFill>
              <a:srgbClr val="FFFFFF"/>
            </a:solidFill>
            <a:prstDash val="solid"/>
          </a:ln>
        </p:spPr>
      </p:sp>
      <p:sp>
        <p:nvSpPr>
          <p:cNvPr id="574" name="TMTM temporal row 2: source 574"/>
          <p:cNvSpPr/>
          <p:nvPr/>
        </p:nvSpPr>
        <p:spPr>
          <a:xfrm>
            <a:off x="6472066" y="1691869"/>
            <a:ext cx="170456" cy="69952"/>
          </a:xfrm>
          <a:prstGeom prst="rect">
            <a:avLst/>
          </a:prstGeom>
          <a:solidFill>
            <a:srgbClr val="0072B2"/>
          </a:solidFill>
          <a:ln w="3772">
            <a:solidFill>
              <a:srgbClr val="FFFFFF"/>
            </a:solidFill>
            <a:prstDash val="solid"/>
          </a:ln>
        </p:spPr>
      </p:sp>
      <p:sp>
        <p:nvSpPr>
          <p:cNvPr id="575" name="TMTM temporal row 2: source 575"/>
          <p:cNvSpPr/>
          <p:nvPr/>
        </p:nvSpPr>
        <p:spPr>
          <a:xfrm>
            <a:off x="6639230" y="1691869"/>
            <a:ext cx="170456" cy="69952"/>
          </a:xfrm>
          <a:prstGeom prst="rect">
            <a:avLst/>
          </a:prstGeom>
          <a:solidFill>
            <a:srgbClr val="0072B2"/>
          </a:solidFill>
          <a:ln w="3772">
            <a:solidFill>
              <a:srgbClr val="FFFFFF"/>
            </a:solidFill>
            <a:prstDash val="solid"/>
          </a:ln>
        </p:spPr>
      </p:sp>
      <p:sp>
        <p:nvSpPr>
          <p:cNvPr id="576" name="TMTM temporal row 2: source 576"/>
          <p:cNvSpPr/>
          <p:nvPr/>
        </p:nvSpPr>
        <p:spPr>
          <a:xfrm>
            <a:off x="6806394" y="1691869"/>
            <a:ext cx="170456" cy="69952"/>
          </a:xfrm>
          <a:prstGeom prst="rect">
            <a:avLst/>
          </a:prstGeom>
          <a:solidFill>
            <a:srgbClr val="0072B2"/>
          </a:solidFill>
          <a:ln w="3772">
            <a:solidFill>
              <a:srgbClr val="FFFFFF"/>
            </a:solidFill>
            <a:prstDash val="solid"/>
          </a:ln>
        </p:spPr>
      </p:sp>
      <p:sp>
        <p:nvSpPr>
          <p:cNvPr id="577" name="TMTM temporal row 2: source 577"/>
          <p:cNvSpPr/>
          <p:nvPr/>
        </p:nvSpPr>
        <p:spPr>
          <a:xfrm>
            <a:off x="6973557" y="1691869"/>
            <a:ext cx="170456" cy="69952"/>
          </a:xfrm>
          <a:prstGeom prst="rect">
            <a:avLst/>
          </a:prstGeom>
          <a:solidFill>
            <a:srgbClr val="B7BEC5"/>
          </a:solidFill>
          <a:ln w="3772">
            <a:solidFill>
              <a:srgbClr val="FFFFFF"/>
            </a:solidFill>
            <a:prstDash val="solid"/>
          </a:ln>
        </p:spPr>
      </p:sp>
      <p:sp>
        <p:nvSpPr>
          <p:cNvPr id="578" name="TMTM temporal row 2: source 578"/>
          <p:cNvSpPr/>
          <p:nvPr/>
        </p:nvSpPr>
        <p:spPr>
          <a:xfrm>
            <a:off x="7140722" y="1691869"/>
            <a:ext cx="170456" cy="69952"/>
          </a:xfrm>
          <a:prstGeom prst="rect">
            <a:avLst/>
          </a:prstGeom>
          <a:solidFill>
            <a:srgbClr val="D55E00"/>
          </a:solidFill>
          <a:ln w="3772">
            <a:solidFill>
              <a:srgbClr val="FFFFFF"/>
            </a:solidFill>
            <a:prstDash val="solid"/>
          </a:ln>
        </p:spPr>
      </p:sp>
      <p:sp>
        <p:nvSpPr>
          <p:cNvPr id="579" name="TMTM temporal row 2: source 579"/>
          <p:cNvSpPr/>
          <p:nvPr/>
        </p:nvSpPr>
        <p:spPr>
          <a:xfrm>
            <a:off x="7307885" y="1691869"/>
            <a:ext cx="170456" cy="69952"/>
          </a:xfrm>
          <a:prstGeom prst="rect">
            <a:avLst/>
          </a:prstGeom>
          <a:solidFill>
            <a:srgbClr val="D55E00"/>
          </a:solidFill>
          <a:ln w="3772">
            <a:solidFill>
              <a:srgbClr val="FFFFFF"/>
            </a:solidFill>
            <a:prstDash val="solid"/>
          </a:ln>
        </p:spPr>
      </p:sp>
      <p:sp>
        <p:nvSpPr>
          <p:cNvPr id="580" name="TMTM temporal row 2: source 580"/>
          <p:cNvSpPr/>
          <p:nvPr/>
        </p:nvSpPr>
        <p:spPr>
          <a:xfrm>
            <a:off x="7475049" y="1691869"/>
            <a:ext cx="170456" cy="69952"/>
          </a:xfrm>
          <a:prstGeom prst="rect">
            <a:avLst/>
          </a:prstGeom>
          <a:solidFill>
            <a:srgbClr val="D55E00"/>
          </a:solidFill>
          <a:ln w="3772">
            <a:solidFill>
              <a:srgbClr val="FFFFFF"/>
            </a:solidFill>
            <a:prstDash val="solid"/>
          </a:ln>
        </p:spPr>
      </p:sp>
      <p:sp>
        <p:nvSpPr>
          <p:cNvPr id="581" name="TMTM temporal row 2: source 581"/>
          <p:cNvSpPr/>
          <p:nvPr/>
        </p:nvSpPr>
        <p:spPr>
          <a:xfrm>
            <a:off x="7642212" y="1691869"/>
            <a:ext cx="170456" cy="69952"/>
          </a:xfrm>
          <a:prstGeom prst="rect">
            <a:avLst/>
          </a:prstGeom>
          <a:solidFill>
            <a:srgbClr val="B7BEC5"/>
          </a:solidFill>
          <a:ln w="3772">
            <a:solidFill>
              <a:srgbClr val="FFFFFF"/>
            </a:solidFill>
            <a:prstDash val="solid"/>
          </a:ln>
        </p:spPr>
      </p:sp>
      <p:sp>
        <p:nvSpPr>
          <p:cNvPr id="582" name="TMTM temporal row 2: source 582"/>
          <p:cNvSpPr/>
          <p:nvPr/>
        </p:nvSpPr>
        <p:spPr>
          <a:xfrm>
            <a:off x="7809376" y="1691869"/>
            <a:ext cx="170456" cy="69952"/>
          </a:xfrm>
          <a:prstGeom prst="rect">
            <a:avLst/>
          </a:prstGeom>
          <a:solidFill>
            <a:srgbClr val="7B8790"/>
          </a:solidFill>
          <a:ln w="3772">
            <a:solidFill>
              <a:srgbClr val="FFFFFF"/>
            </a:solidFill>
            <a:prstDash val="solid"/>
          </a:ln>
        </p:spPr>
      </p:sp>
      <p:sp>
        <p:nvSpPr>
          <p:cNvPr id="583" name="TMTM temporal row 2: source 583"/>
          <p:cNvSpPr/>
          <p:nvPr/>
        </p:nvSpPr>
        <p:spPr>
          <a:xfrm>
            <a:off x="7976540" y="1691869"/>
            <a:ext cx="170456" cy="69952"/>
          </a:xfrm>
          <a:prstGeom prst="rect">
            <a:avLst/>
          </a:prstGeom>
          <a:solidFill>
            <a:srgbClr val="009E73"/>
          </a:solidFill>
          <a:ln w="3772">
            <a:solidFill>
              <a:srgbClr val="FFFFFF"/>
            </a:solidFill>
            <a:prstDash val="solid"/>
          </a:ln>
        </p:spPr>
      </p:sp>
      <p:sp>
        <p:nvSpPr>
          <p:cNvPr id="584" name="TMTM temporal row 2: source 584"/>
          <p:cNvSpPr/>
          <p:nvPr/>
        </p:nvSpPr>
        <p:spPr>
          <a:xfrm>
            <a:off x="8143704" y="1691869"/>
            <a:ext cx="170456" cy="69952"/>
          </a:xfrm>
          <a:prstGeom prst="rect">
            <a:avLst/>
          </a:prstGeom>
          <a:solidFill>
            <a:srgbClr val="009E73"/>
          </a:solidFill>
          <a:ln w="3772">
            <a:solidFill>
              <a:srgbClr val="FFFFFF"/>
            </a:solidFill>
            <a:prstDash val="solid"/>
          </a:ln>
        </p:spPr>
      </p:sp>
      <p:sp>
        <p:nvSpPr>
          <p:cNvPr id="585" name="TMTM temporal row 2: source 585"/>
          <p:cNvSpPr/>
          <p:nvPr/>
        </p:nvSpPr>
        <p:spPr>
          <a:xfrm>
            <a:off x="8310867" y="1691869"/>
            <a:ext cx="170456" cy="69952"/>
          </a:xfrm>
          <a:prstGeom prst="rect">
            <a:avLst/>
          </a:prstGeom>
          <a:solidFill>
            <a:srgbClr val="009E73"/>
          </a:solidFill>
          <a:ln w="3772">
            <a:solidFill>
              <a:srgbClr val="FFFFFF"/>
            </a:solidFill>
            <a:prstDash val="solid"/>
          </a:ln>
        </p:spPr>
      </p:sp>
      <p:sp>
        <p:nvSpPr>
          <p:cNvPr id="586" name="TMTM temporal row 2: source 586"/>
          <p:cNvSpPr/>
          <p:nvPr/>
        </p:nvSpPr>
        <p:spPr>
          <a:xfrm>
            <a:off x="8478031" y="1691869"/>
            <a:ext cx="170456" cy="69952"/>
          </a:xfrm>
          <a:prstGeom prst="rect">
            <a:avLst/>
          </a:prstGeom>
          <a:solidFill>
            <a:srgbClr val="7B8790"/>
          </a:solidFill>
          <a:ln w="3772">
            <a:solidFill>
              <a:srgbClr val="FFFFFF"/>
            </a:solidFill>
            <a:prstDash val="solid"/>
          </a:ln>
        </p:spPr>
      </p:sp>
      <p:sp>
        <p:nvSpPr>
          <p:cNvPr id="587" name="TMTM temporal row 2: source 587"/>
          <p:cNvSpPr/>
          <p:nvPr/>
        </p:nvSpPr>
        <p:spPr>
          <a:xfrm>
            <a:off x="5970575" y="1691869"/>
            <a:ext cx="2674620" cy="69952"/>
          </a:xfrm>
          <a:prstGeom prst="rect">
            <a:avLst/>
          </a:prstGeom>
          <a:solidFill>
            <a:srgbClr val="FFFFFF">
              <a:alpha val="0"/>
            </a:srgbClr>
          </a:solidFill>
          <a:ln w="8801">
            <a:solidFill>
              <a:srgbClr val="263238"/>
            </a:solidFill>
            <a:prstDash val="solid"/>
          </a:ln>
        </p:spPr>
      </p:sp>
      <p:sp>
        <p:nvSpPr>
          <p:cNvPr id="480" name="Shape 478"/>
          <p:cNvSpPr/>
          <p:nvPr/>
        </p:nvSpPr>
        <p:spPr>
          <a:xfrm>
            <a:off x="6639230" y="836905"/>
            <a:ext cx="823" cy="876300"/>
          </a:xfrm>
          <a:prstGeom prst="line">
            <a:avLst/>
          </a:prstGeom>
          <a:solidFill>
            <a:srgbClr val="FFFFFF">
              <a:alpha val="0"/>
            </a:srgbClr>
          </a:solidFill>
          <a:ln w="7430">
            <a:solidFill>
              <a:srgbClr val="C9D9E9"/>
            </a:solidFill>
            <a:prstDash val="dash"/>
          </a:ln>
        </p:spPr>
      </p:sp>
      <p:sp>
        <p:nvSpPr>
          <p:cNvPr id="481" name="Shape 479"/>
          <p:cNvSpPr/>
          <p:nvPr/>
        </p:nvSpPr>
        <p:spPr>
          <a:xfrm>
            <a:off x="7307885" y="836905"/>
            <a:ext cx="823" cy="876300"/>
          </a:xfrm>
          <a:prstGeom prst="line">
            <a:avLst/>
          </a:prstGeom>
          <a:solidFill>
            <a:srgbClr val="FFFFFF">
              <a:alpha val="0"/>
            </a:srgbClr>
          </a:solidFill>
          <a:ln w="7430">
            <a:solidFill>
              <a:srgbClr val="C9D9E9"/>
            </a:solidFill>
            <a:prstDash val="dash"/>
          </a:ln>
        </p:spPr>
      </p:sp>
      <p:sp>
        <p:nvSpPr>
          <p:cNvPr id="482" name="Shape 480"/>
          <p:cNvSpPr/>
          <p:nvPr/>
        </p:nvSpPr>
        <p:spPr>
          <a:xfrm>
            <a:off x="7976540" y="836905"/>
            <a:ext cx="823" cy="876300"/>
          </a:xfrm>
          <a:prstGeom prst="line">
            <a:avLst/>
          </a:prstGeom>
          <a:solidFill>
            <a:srgbClr val="FFFFFF">
              <a:alpha val="0"/>
            </a:srgbClr>
          </a:solidFill>
          <a:ln w="7430">
            <a:solidFill>
              <a:srgbClr val="C9D9E9"/>
            </a:solidFill>
            <a:prstDash val="dash"/>
          </a:ln>
        </p:spPr>
      </p:sp>
      <p:sp>
        <p:nvSpPr>
          <p:cNvPr id="600" name="ST-MTM spatial ordering: source 600"/>
          <p:cNvSpPr/>
          <p:nvPr/>
        </p:nvSpPr>
        <p:spPr>
          <a:xfrm flipV="1">
            <a:off x="2759050" y="3036303"/>
            <a:ext cx="435254" cy="450799"/>
          </a:xfrm>
          <a:prstGeom prst="line">
            <a:avLst/>
          </a:prstGeom>
          <a:solidFill>
            <a:srgbClr val="FFFFFF">
              <a:alpha val="0"/>
            </a:srgbClr>
          </a:solidFill>
          <a:ln w="13494">
            <a:solidFill>
              <a:srgbClr val="7B8790"/>
            </a:solidFill>
            <a:prstDash val="dash"/>
          </a:ln>
        </p:spPr>
      </p:sp>
      <p:sp>
        <p:nvSpPr>
          <p:cNvPr id="601" name="ST-MTM spatial ordering: source 601"/>
          <p:cNvSpPr/>
          <p:nvPr/>
        </p:nvSpPr>
        <p:spPr>
          <a:xfrm>
            <a:off x="3194304" y="3036303"/>
            <a:ext cx="435254" cy="505206"/>
          </a:xfrm>
          <a:prstGeom prst="line">
            <a:avLst/>
          </a:prstGeom>
          <a:solidFill>
            <a:srgbClr val="FFFFFF">
              <a:alpha val="0"/>
            </a:srgbClr>
          </a:solidFill>
          <a:ln w="13494">
            <a:solidFill>
              <a:srgbClr val="7B8790"/>
            </a:solidFill>
            <a:prstDash val="dash"/>
          </a:ln>
        </p:spPr>
      </p:sp>
      <p:sp>
        <p:nvSpPr>
          <p:cNvPr id="602" name="ST-MTM spatial ordering: source 602"/>
          <p:cNvSpPr/>
          <p:nvPr/>
        </p:nvSpPr>
        <p:spPr>
          <a:xfrm>
            <a:off x="2759050" y="3487102"/>
            <a:ext cx="870509" cy="54407"/>
          </a:xfrm>
          <a:prstGeom prst="line">
            <a:avLst/>
          </a:prstGeom>
          <a:solidFill>
            <a:srgbClr val="FFFFFF">
              <a:alpha val="0"/>
            </a:srgbClr>
          </a:solidFill>
          <a:ln w="13494">
            <a:solidFill>
              <a:srgbClr val="7B8790"/>
            </a:solidFill>
            <a:prstDash val="dash"/>
          </a:ln>
        </p:spPr>
      </p:sp>
      <p:sp>
        <p:nvSpPr>
          <p:cNvPr id="603" name="ST-MTM spatial ordering: source 603"/>
          <p:cNvSpPr/>
          <p:nvPr/>
        </p:nvSpPr>
        <p:spPr>
          <a:xfrm>
            <a:off x="2675496" y="3403549"/>
            <a:ext cx="167107" cy="167107"/>
          </a:xfrm>
          <a:prstGeom prst="ellipse">
            <a:avLst/>
          </a:prstGeom>
          <a:solidFill>
            <a:srgbClr val="0072B2"/>
          </a:solidFill>
          <a:ln w="13494">
            <a:solidFill>
              <a:srgbClr val="263238"/>
            </a:solidFill>
            <a:prstDash val="solid"/>
          </a:ln>
        </p:spPr>
      </p:sp>
      <p:sp>
        <p:nvSpPr>
          <p:cNvPr id="604" name="ST-MTM spatial ordering: source 604"/>
          <p:cNvSpPr/>
          <p:nvPr/>
        </p:nvSpPr>
        <p:spPr>
          <a:xfrm>
            <a:off x="3110751" y="2952750"/>
            <a:ext cx="167107" cy="167107"/>
          </a:xfrm>
          <a:prstGeom prst="ellipse">
            <a:avLst/>
          </a:prstGeom>
          <a:solidFill>
            <a:srgbClr val="D55E00"/>
          </a:solidFill>
          <a:ln w="13494">
            <a:solidFill>
              <a:srgbClr val="263238"/>
            </a:solidFill>
            <a:prstDash val="solid"/>
          </a:ln>
        </p:spPr>
      </p:sp>
      <p:sp>
        <p:nvSpPr>
          <p:cNvPr id="605" name="ST-MTM spatial ordering: source 605"/>
          <p:cNvSpPr/>
          <p:nvPr/>
        </p:nvSpPr>
        <p:spPr>
          <a:xfrm>
            <a:off x="3546005" y="3457956"/>
            <a:ext cx="167107" cy="167107"/>
          </a:xfrm>
          <a:prstGeom prst="ellipse">
            <a:avLst/>
          </a:prstGeom>
          <a:solidFill>
            <a:srgbClr val="009E73"/>
          </a:solidFill>
          <a:ln w="13494">
            <a:solidFill>
              <a:srgbClr val="263238"/>
            </a:solidFill>
            <a:prstDash val="solid"/>
          </a:ln>
        </p:spPr>
      </p:sp>
      <p:sp>
        <p:nvSpPr>
          <p:cNvPr id="606" name="ST-MTM skeleton: source 606"/>
          <p:cNvSpPr/>
          <p:nvPr/>
        </p:nvSpPr>
        <p:spPr>
          <a:xfrm>
            <a:off x="4170731" y="3018006"/>
            <a:ext cx="1103681" cy="777"/>
          </a:xfrm>
          <a:prstGeom prst="line">
            <a:avLst/>
          </a:prstGeom>
          <a:solidFill>
            <a:srgbClr val="FFFFFF">
              <a:alpha val="0"/>
            </a:srgbClr>
          </a:solidFill>
          <a:ln w="14357">
            <a:solidFill>
              <a:srgbClr val="263238"/>
            </a:solidFill>
            <a:prstDash val="solid"/>
          </a:ln>
        </p:spPr>
      </p:sp>
      <p:sp>
        <p:nvSpPr>
          <p:cNvPr id="607" name="ST-MTM skeleton: source 607"/>
          <p:cNvSpPr/>
          <p:nvPr/>
        </p:nvSpPr>
        <p:spPr>
          <a:xfrm>
            <a:off x="4183166" y="2952717"/>
            <a:ext cx="130576" cy="130576"/>
          </a:xfrm>
          <a:prstGeom prst="ellipse">
            <a:avLst/>
          </a:prstGeom>
          <a:solidFill>
            <a:srgbClr val="0072B2"/>
          </a:solidFill>
          <a:ln w="13494">
            <a:solidFill>
              <a:srgbClr val="263238"/>
            </a:solidFill>
            <a:prstDash val="solid"/>
          </a:ln>
        </p:spPr>
      </p:sp>
      <p:sp>
        <p:nvSpPr>
          <p:cNvPr id="608" name="ST-MTM skeleton: source 608"/>
          <p:cNvSpPr/>
          <p:nvPr/>
        </p:nvSpPr>
        <p:spPr>
          <a:xfrm>
            <a:off x="4248455" y="3111275"/>
            <a:ext cx="777" cy="279806"/>
          </a:xfrm>
          <a:prstGeom prst="line">
            <a:avLst/>
          </a:prstGeom>
          <a:solidFill>
            <a:srgbClr val="FFFFFF">
              <a:alpha val="0"/>
            </a:srgbClr>
          </a:solidFill>
          <a:ln w="8636">
            <a:solidFill>
              <a:srgbClr val="7692B1"/>
            </a:solidFill>
            <a:prstDash val="dash"/>
          </a:ln>
        </p:spPr>
      </p:sp>
      <p:sp>
        <p:nvSpPr>
          <p:cNvPr id="609" name="ST-MTM skeleton: source 609"/>
          <p:cNvSpPr/>
          <p:nvPr/>
        </p:nvSpPr>
        <p:spPr>
          <a:xfrm>
            <a:off x="4131869" y="3398853"/>
            <a:ext cx="233172" cy="240944"/>
          </a:xfrm>
          <a:prstGeom prst="rect">
            <a:avLst/>
          </a:prstGeom>
          <a:solidFill>
            <a:srgbClr val="0072B2"/>
          </a:solidFill>
          <a:ln w="3778">
            <a:solidFill>
              <a:srgbClr val="FFFFFF"/>
            </a:solidFill>
            <a:prstDash val="solid"/>
          </a:ln>
        </p:spPr>
      </p:sp>
      <p:sp>
        <p:nvSpPr>
          <p:cNvPr id="610" name="ST-MTM skeleton: source 610"/>
          <p:cNvSpPr/>
          <p:nvPr/>
        </p:nvSpPr>
        <p:spPr>
          <a:xfrm>
            <a:off x="4509607" y="2952717"/>
            <a:ext cx="130576" cy="130576"/>
          </a:xfrm>
          <a:prstGeom prst="ellipse">
            <a:avLst/>
          </a:prstGeom>
          <a:solidFill>
            <a:srgbClr val="D55E00"/>
          </a:solidFill>
          <a:ln w="13494">
            <a:solidFill>
              <a:srgbClr val="263238"/>
            </a:solidFill>
            <a:prstDash val="solid"/>
          </a:ln>
        </p:spPr>
      </p:sp>
      <p:sp>
        <p:nvSpPr>
          <p:cNvPr id="611" name="ST-MTM skeleton: source 611"/>
          <p:cNvSpPr/>
          <p:nvPr/>
        </p:nvSpPr>
        <p:spPr>
          <a:xfrm>
            <a:off x="4574896" y="3111275"/>
            <a:ext cx="777" cy="279806"/>
          </a:xfrm>
          <a:prstGeom prst="line">
            <a:avLst/>
          </a:prstGeom>
          <a:solidFill>
            <a:srgbClr val="FFFFFF">
              <a:alpha val="0"/>
            </a:srgbClr>
          </a:solidFill>
          <a:ln w="8636">
            <a:solidFill>
              <a:srgbClr val="7692B1"/>
            </a:solidFill>
            <a:prstDash val="dash"/>
          </a:ln>
        </p:spPr>
      </p:sp>
      <p:sp>
        <p:nvSpPr>
          <p:cNvPr id="612" name="ST-MTM skeleton: source 612"/>
          <p:cNvSpPr/>
          <p:nvPr/>
        </p:nvSpPr>
        <p:spPr>
          <a:xfrm>
            <a:off x="4458310" y="3398853"/>
            <a:ext cx="233172" cy="240944"/>
          </a:xfrm>
          <a:prstGeom prst="rect">
            <a:avLst/>
          </a:prstGeom>
          <a:solidFill>
            <a:srgbClr val="D55E00"/>
          </a:solidFill>
          <a:ln w="3778">
            <a:solidFill>
              <a:srgbClr val="FFFFFF"/>
            </a:solidFill>
            <a:prstDash val="solid"/>
          </a:ln>
        </p:spPr>
      </p:sp>
      <p:sp>
        <p:nvSpPr>
          <p:cNvPr id="613" name="ST-MTM skeleton: source 613"/>
          <p:cNvSpPr/>
          <p:nvPr/>
        </p:nvSpPr>
        <p:spPr>
          <a:xfrm>
            <a:off x="5100310" y="2952717"/>
            <a:ext cx="130576" cy="130576"/>
          </a:xfrm>
          <a:prstGeom prst="ellipse">
            <a:avLst/>
          </a:prstGeom>
          <a:solidFill>
            <a:srgbClr val="009E73"/>
          </a:solidFill>
          <a:ln w="13494">
            <a:solidFill>
              <a:srgbClr val="263238"/>
            </a:solidFill>
            <a:prstDash val="solid"/>
          </a:ln>
        </p:spPr>
      </p:sp>
      <p:sp>
        <p:nvSpPr>
          <p:cNvPr id="614" name="ST-MTM skeleton: source 614"/>
          <p:cNvSpPr/>
          <p:nvPr/>
        </p:nvSpPr>
        <p:spPr>
          <a:xfrm>
            <a:off x="5165598" y="3111275"/>
            <a:ext cx="777" cy="279806"/>
          </a:xfrm>
          <a:prstGeom prst="line">
            <a:avLst/>
          </a:prstGeom>
          <a:solidFill>
            <a:srgbClr val="FFFFFF">
              <a:alpha val="0"/>
            </a:srgbClr>
          </a:solidFill>
          <a:ln w="8636">
            <a:solidFill>
              <a:srgbClr val="7692B1"/>
            </a:solidFill>
            <a:prstDash val="dash"/>
          </a:ln>
        </p:spPr>
      </p:sp>
      <p:sp>
        <p:nvSpPr>
          <p:cNvPr id="615" name="ST-MTM skeleton: source 615"/>
          <p:cNvSpPr/>
          <p:nvPr/>
        </p:nvSpPr>
        <p:spPr>
          <a:xfrm>
            <a:off x="5049012" y="3398853"/>
            <a:ext cx="233172" cy="240944"/>
          </a:xfrm>
          <a:prstGeom prst="rect">
            <a:avLst/>
          </a:prstGeom>
          <a:solidFill>
            <a:srgbClr val="009E73"/>
          </a:solidFill>
          <a:ln w="3778">
            <a:solidFill>
              <a:srgbClr val="FFFFFF"/>
            </a:solidFill>
            <a:prstDash val="solid"/>
          </a:ln>
        </p:spPr>
      </p:sp>
      <p:sp>
        <p:nvSpPr>
          <p:cNvPr id="616" name="ST-MTM hierarchical filling: source 616"/>
          <p:cNvSpPr/>
          <p:nvPr/>
        </p:nvSpPr>
        <p:spPr>
          <a:xfrm>
            <a:off x="5691683" y="3195885"/>
            <a:ext cx="1473098" cy="823"/>
          </a:xfrm>
          <a:prstGeom prst="line">
            <a:avLst/>
          </a:prstGeom>
          <a:solidFill>
            <a:srgbClr val="FFFFFF">
              <a:alpha val="0"/>
            </a:srgbClr>
          </a:solidFill>
          <a:ln w="8687">
            <a:solidFill>
              <a:srgbClr val="7B8790"/>
            </a:solidFill>
            <a:prstDash val="solid"/>
          </a:ln>
        </p:spPr>
      </p:sp>
      <p:sp>
        <p:nvSpPr>
          <p:cNvPr id="617" name="ST-MTM hierarchical filling: source 617"/>
          <p:cNvSpPr/>
          <p:nvPr/>
        </p:nvSpPr>
        <p:spPr>
          <a:xfrm>
            <a:off x="5669745" y="3143215"/>
            <a:ext cx="105339" cy="105339"/>
          </a:xfrm>
          <a:prstGeom prst="diamond">
            <a:avLst/>
          </a:prstGeom>
          <a:solidFill>
            <a:srgbClr val="7B8790"/>
          </a:solidFill>
          <a:ln w="9716">
            <a:solidFill>
              <a:srgbClr val="263238"/>
            </a:solidFill>
            <a:prstDash val="solid"/>
          </a:ln>
        </p:spPr>
      </p:sp>
      <p:sp>
        <p:nvSpPr>
          <p:cNvPr id="618" name="ST-MTM hierarchical filling: source 618"/>
          <p:cNvSpPr/>
          <p:nvPr/>
        </p:nvSpPr>
        <p:spPr>
          <a:xfrm>
            <a:off x="5750415" y="3154737"/>
            <a:ext cx="82296" cy="82296"/>
          </a:xfrm>
          <a:prstGeom prst="ellipse">
            <a:avLst/>
          </a:prstGeom>
          <a:solidFill>
            <a:srgbClr val="0072B2"/>
          </a:solidFill>
          <a:ln w="6858">
            <a:solidFill>
              <a:srgbClr val="263238"/>
            </a:solidFill>
            <a:prstDash val="solid"/>
          </a:ln>
        </p:spPr>
      </p:sp>
      <p:sp>
        <p:nvSpPr>
          <p:cNvPr id="619" name="ST-MTM hierarchical filling: source 619"/>
          <p:cNvSpPr/>
          <p:nvPr/>
        </p:nvSpPr>
        <p:spPr>
          <a:xfrm>
            <a:off x="5816236" y="3143215"/>
            <a:ext cx="105339" cy="105339"/>
          </a:xfrm>
          <a:prstGeom prst="diamond">
            <a:avLst/>
          </a:prstGeom>
          <a:solidFill>
            <a:srgbClr val="0072B2"/>
          </a:solidFill>
          <a:ln w="9716">
            <a:solidFill>
              <a:srgbClr val="263238"/>
            </a:solidFill>
            <a:prstDash val="solid"/>
          </a:ln>
        </p:spPr>
      </p:sp>
      <p:sp>
        <p:nvSpPr>
          <p:cNvPr id="620" name="ST-MTM hierarchical filling: source 620"/>
          <p:cNvSpPr/>
          <p:nvPr/>
        </p:nvSpPr>
        <p:spPr>
          <a:xfrm>
            <a:off x="5905100" y="3154737"/>
            <a:ext cx="82296" cy="82296"/>
          </a:xfrm>
          <a:prstGeom prst="ellipse">
            <a:avLst/>
          </a:prstGeom>
          <a:solidFill>
            <a:srgbClr val="0072B2"/>
          </a:solidFill>
          <a:ln w="6858">
            <a:solidFill>
              <a:srgbClr val="263238"/>
            </a:solidFill>
            <a:prstDash val="solid"/>
          </a:ln>
        </p:spPr>
      </p:sp>
      <p:sp>
        <p:nvSpPr>
          <p:cNvPr id="621" name="ST-MTM hierarchical filling: source 621"/>
          <p:cNvSpPr/>
          <p:nvPr/>
        </p:nvSpPr>
        <p:spPr>
          <a:xfrm>
            <a:off x="5967336" y="3143215"/>
            <a:ext cx="105339" cy="105339"/>
          </a:xfrm>
          <a:prstGeom prst="diamond">
            <a:avLst/>
          </a:prstGeom>
          <a:solidFill>
            <a:srgbClr val="B7BEC5"/>
          </a:solidFill>
          <a:ln w="9716">
            <a:solidFill>
              <a:srgbClr val="263238"/>
            </a:solidFill>
            <a:prstDash val="solid"/>
          </a:ln>
        </p:spPr>
      </p:sp>
      <p:sp>
        <p:nvSpPr>
          <p:cNvPr id="622" name="ST-MTM hierarchical filling: source 622"/>
          <p:cNvSpPr/>
          <p:nvPr/>
        </p:nvSpPr>
        <p:spPr>
          <a:xfrm>
            <a:off x="6057737" y="3154737"/>
            <a:ext cx="82296" cy="82296"/>
          </a:xfrm>
          <a:prstGeom prst="ellipse">
            <a:avLst/>
          </a:prstGeom>
          <a:solidFill>
            <a:srgbClr val="D55E00"/>
          </a:solidFill>
          <a:ln w="6858">
            <a:solidFill>
              <a:srgbClr val="263238"/>
            </a:solidFill>
            <a:prstDash val="solid"/>
          </a:ln>
        </p:spPr>
      </p:sp>
      <p:sp>
        <p:nvSpPr>
          <p:cNvPr id="623" name="ST-MTM hierarchical filling: source 623"/>
          <p:cNvSpPr/>
          <p:nvPr/>
        </p:nvSpPr>
        <p:spPr>
          <a:xfrm>
            <a:off x="6134827" y="3143215"/>
            <a:ext cx="105339" cy="105339"/>
          </a:xfrm>
          <a:prstGeom prst="diamond">
            <a:avLst/>
          </a:prstGeom>
          <a:solidFill>
            <a:srgbClr val="D55E00"/>
          </a:solidFill>
          <a:ln w="9716">
            <a:solidFill>
              <a:srgbClr val="263238"/>
            </a:solidFill>
            <a:prstDash val="solid"/>
          </a:ln>
        </p:spPr>
      </p:sp>
      <p:sp>
        <p:nvSpPr>
          <p:cNvPr id="624" name="ST-MTM hierarchical filling: source 624"/>
          <p:cNvSpPr/>
          <p:nvPr/>
        </p:nvSpPr>
        <p:spPr>
          <a:xfrm>
            <a:off x="6234960" y="3154737"/>
            <a:ext cx="82296" cy="82296"/>
          </a:xfrm>
          <a:prstGeom prst="ellipse">
            <a:avLst/>
          </a:prstGeom>
          <a:solidFill>
            <a:srgbClr val="D55E00"/>
          </a:solidFill>
          <a:ln w="6858">
            <a:solidFill>
              <a:srgbClr val="263238"/>
            </a:solidFill>
            <a:prstDash val="solid"/>
          </a:ln>
        </p:spPr>
      </p:sp>
      <p:sp>
        <p:nvSpPr>
          <p:cNvPr id="625" name="ST-MTM hierarchical filling: source 625"/>
          <p:cNvSpPr/>
          <p:nvPr/>
        </p:nvSpPr>
        <p:spPr>
          <a:xfrm>
            <a:off x="6332279" y="3154737"/>
            <a:ext cx="82296" cy="82296"/>
          </a:xfrm>
          <a:prstGeom prst="ellipse">
            <a:avLst/>
          </a:prstGeom>
          <a:solidFill>
            <a:srgbClr val="B7BEC5"/>
          </a:solidFill>
          <a:ln w="6858">
            <a:solidFill>
              <a:srgbClr val="263238"/>
            </a:solidFill>
            <a:prstDash val="solid"/>
          </a:ln>
        </p:spPr>
      </p:sp>
      <p:sp>
        <p:nvSpPr>
          <p:cNvPr id="626" name="ST-MTM hierarchical filling: source 626"/>
          <p:cNvSpPr/>
          <p:nvPr/>
        </p:nvSpPr>
        <p:spPr>
          <a:xfrm>
            <a:off x="6441377" y="3154737"/>
            <a:ext cx="82296" cy="82296"/>
          </a:xfrm>
          <a:prstGeom prst="ellipse">
            <a:avLst/>
          </a:prstGeom>
          <a:solidFill>
            <a:srgbClr val="B7BEC5"/>
          </a:solidFill>
          <a:ln w="6858">
            <a:solidFill>
              <a:srgbClr val="263238"/>
            </a:solidFill>
            <a:prstDash val="solid"/>
          </a:ln>
        </p:spPr>
      </p:sp>
      <p:sp>
        <p:nvSpPr>
          <p:cNvPr id="627" name="ST-MTM hierarchical filling: source 627"/>
          <p:cNvSpPr/>
          <p:nvPr/>
        </p:nvSpPr>
        <p:spPr>
          <a:xfrm>
            <a:off x="6554322" y="3143215"/>
            <a:ext cx="105339" cy="105339"/>
          </a:xfrm>
          <a:prstGeom prst="diamond">
            <a:avLst/>
          </a:prstGeom>
          <a:solidFill>
            <a:srgbClr val="7B8790"/>
          </a:solidFill>
          <a:ln w="9716">
            <a:solidFill>
              <a:srgbClr val="263238"/>
            </a:solidFill>
            <a:prstDash val="solid"/>
          </a:ln>
        </p:spPr>
      </p:sp>
      <p:sp>
        <p:nvSpPr>
          <p:cNvPr id="628" name="ST-MTM hierarchical filling: source 628"/>
          <p:cNvSpPr/>
          <p:nvPr/>
        </p:nvSpPr>
        <p:spPr>
          <a:xfrm>
            <a:off x="6692358" y="3154737"/>
            <a:ext cx="82296" cy="82296"/>
          </a:xfrm>
          <a:prstGeom prst="ellipse">
            <a:avLst/>
          </a:prstGeom>
          <a:solidFill>
            <a:srgbClr val="009E73"/>
          </a:solidFill>
          <a:ln w="6858">
            <a:solidFill>
              <a:srgbClr val="263238"/>
            </a:solidFill>
            <a:prstDash val="solid"/>
          </a:ln>
        </p:spPr>
      </p:sp>
      <p:sp>
        <p:nvSpPr>
          <p:cNvPr id="629" name="ST-MTM hierarchical filling: source 629"/>
          <p:cNvSpPr/>
          <p:nvPr/>
        </p:nvSpPr>
        <p:spPr>
          <a:xfrm>
            <a:off x="6798643" y="3143215"/>
            <a:ext cx="105339" cy="105339"/>
          </a:xfrm>
          <a:prstGeom prst="diamond">
            <a:avLst/>
          </a:prstGeom>
          <a:solidFill>
            <a:srgbClr val="009E73"/>
          </a:solidFill>
          <a:ln w="9716">
            <a:solidFill>
              <a:srgbClr val="263238"/>
            </a:solidFill>
            <a:prstDash val="solid"/>
          </a:ln>
        </p:spPr>
      </p:sp>
      <p:sp>
        <p:nvSpPr>
          <p:cNvPr id="630" name="ST-MTM hierarchical filling: source 630"/>
          <p:cNvSpPr/>
          <p:nvPr/>
        </p:nvSpPr>
        <p:spPr>
          <a:xfrm>
            <a:off x="6927971" y="3154737"/>
            <a:ext cx="82296" cy="82296"/>
          </a:xfrm>
          <a:prstGeom prst="ellipse">
            <a:avLst/>
          </a:prstGeom>
          <a:solidFill>
            <a:srgbClr val="009E73"/>
          </a:solidFill>
          <a:ln w="6858">
            <a:solidFill>
              <a:srgbClr val="263238"/>
            </a:solidFill>
            <a:prstDash val="solid"/>
          </a:ln>
        </p:spPr>
      </p:sp>
      <p:sp>
        <p:nvSpPr>
          <p:cNvPr id="631" name="ST-MTM hierarchical filling: source 631"/>
          <p:cNvSpPr/>
          <p:nvPr/>
        </p:nvSpPr>
        <p:spPr>
          <a:xfrm>
            <a:off x="7022729" y="3154737"/>
            <a:ext cx="82296" cy="82296"/>
          </a:xfrm>
          <a:prstGeom prst="ellipse">
            <a:avLst/>
          </a:prstGeom>
          <a:solidFill>
            <a:srgbClr val="7B8790"/>
          </a:solidFill>
          <a:ln w="6858">
            <a:solidFill>
              <a:srgbClr val="263238"/>
            </a:solidFill>
            <a:prstDash val="solid"/>
          </a:ln>
        </p:spPr>
      </p:sp>
      <p:sp>
        <p:nvSpPr>
          <p:cNvPr id="632" name="ST-MTM hierarchical filling: source 632"/>
          <p:cNvSpPr/>
          <p:nvPr/>
        </p:nvSpPr>
        <p:spPr>
          <a:xfrm>
            <a:off x="7091877" y="3154737"/>
            <a:ext cx="82296" cy="82296"/>
          </a:xfrm>
          <a:prstGeom prst="ellipse">
            <a:avLst/>
          </a:prstGeom>
          <a:solidFill>
            <a:srgbClr val="7B8790"/>
          </a:solidFill>
          <a:ln w="6858">
            <a:solidFill>
              <a:srgbClr val="263238"/>
            </a:solidFill>
            <a:prstDash val="solid"/>
          </a:ln>
        </p:spPr>
      </p:sp>
      <p:sp>
        <p:nvSpPr>
          <p:cNvPr id="633" name="ST-MTM hierarchical filling: source 633"/>
          <p:cNvSpPr/>
          <p:nvPr/>
        </p:nvSpPr>
        <p:spPr>
          <a:xfrm>
            <a:off x="5691683" y="3348133"/>
            <a:ext cx="64756" cy="164592"/>
          </a:xfrm>
          <a:prstGeom prst="rect">
            <a:avLst/>
          </a:prstGeom>
          <a:solidFill>
            <a:srgbClr val="7B8790"/>
          </a:solidFill>
          <a:ln w="3772">
            <a:solidFill>
              <a:srgbClr val="FFFFFF"/>
            </a:solidFill>
            <a:prstDash val="solid"/>
          </a:ln>
        </p:spPr>
      </p:sp>
      <p:sp>
        <p:nvSpPr>
          <p:cNvPr id="634" name="ST-MTM hierarchical filling: source 634"/>
          <p:cNvSpPr/>
          <p:nvPr/>
        </p:nvSpPr>
        <p:spPr>
          <a:xfrm>
            <a:off x="5753147" y="3348133"/>
            <a:ext cx="80122" cy="164592"/>
          </a:xfrm>
          <a:prstGeom prst="rect">
            <a:avLst/>
          </a:prstGeom>
          <a:solidFill>
            <a:srgbClr val="0072B2"/>
          </a:solidFill>
          <a:ln w="3772">
            <a:solidFill>
              <a:srgbClr val="FFFFFF"/>
            </a:solidFill>
            <a:prstDash val="solid"/>
          </a:ln>
        </p:spPr>
      </p:sp>
      <p:sp>
        <p:nvSpPr>
          <p:cNvPr id="635" name="ST-MTM hierarchical filling: source 635"/>
          <p:cNvSpPr/>
          <p:nvPr/>
        </p:nvSpPr>
        <p:spPr>
          <a:xfrm>
            <a:off x="5829978" y="3348133"/>
            <a:ext cx="81147" cy="164592"/>
          </a:xfrm>
          <a:prstGeom prst="rect">
            <a:avLst/>
          </a:prstGeom>
          <a:solidFill>
            <a:srgbClr val="0072B2"/>
          </a:solidFill>
          <a:ln w="3772">
            <a:solidFill>
              <a:srgbClr val="FFFFFF"/>
            </a:solidFill>
            <a:prstDash val="solid"/>
          </a:ln>
        </p:spPr>
      </p:sp>
      <p:sp>
        <p:nvSpPr>
          <p:cNvPr id="636" name="ST-MTM hierarchical filling: source 636"/>
          <p:cNvSpPr/>
          <p:nvPr/>
        </p:nvSpPr>
        <p:spPr>
          <a:xfrm>
            <a:off x="5907833" y="3348133"/>
            <a:ext cx="80122" cy="164592"/>
          </a:xfrm>
          <a:prstGeom prst="rect">
            <a:avLst/>
          </a:prstGeom>
          <a:solidFill>
            <a:srgbClr val="0072B2"/>
          </a:solidFill>
          <a:ln w="3772">
            <a:solidFill>
              <a:srgbClr val="FFFFFF"/>
            </a:solidFill>
            <a:prstDash val="solid"/>
          </a:ln>
        </p:spPr>
      </p:sp>
      <p:sp>
        <p:nvSpPr>
          <p:cNvPr id="637" name="ST-MTM hierarchical filling: source 637"/>
          <p:cNvSpPr/>
          <p:nvPr/>
        </p:nvSpPr>
        <p:spPr>
          <a:xfrm>
            <a:off x="5984663" y="3348133"/>
            <a:ext cx="73976" cy="164592"/>
          </a:xfrm>
          <a:prstGeom prst="rect">
            <a:avLst/>
          </a:prstGeom>
          <a:solidFill>
            <a:srgbClr val="B7BEC5"/>
          </a:solidFill>
          <a:ln w="3772">
            <a:solidFill>
              <a:srgbClr val="FFFFFF"/>
            </a:solidFill>
            <a:prstDash val="solid"/>
          </a:ln>
        </p:spPr>
      </p:sp>
      <p:sp>
        <p:nvSpPr>
          <p:cNvPr id="638" name="ST-MTM hierarchical filling: source 638"/>
          <p:cNvSpPr/>
          <p:nvPr/>
        </p:nvSpPr>
        <p:spPr>
          <a:xfrm>
            <a:off x="6055348" y="3348133"/>
            <a:ext cx="90366" cy="164592"/>
          </a:xfrm>
          <a:prstGeom prst="rect">
            <a:avLst/>
          </a:prstGeom>
          <a:solidFill>
            <a:srgbClr val="D55E00"/>
          </a:solidFill>
          <a:ln w="3772">
            <a:solidFill>
              <a:srgbClr val="FFFFFF"/>
            </a:solidFill>
            <a:prstDash val="solid"/>
          </a:ln>
        </p:spPr>
      </p:sp>
      <p:sp>
        <p:nvSpPr>
          <p:cNvPr id="639" name="ST-MTM hierarchical filling: source 639"/>
          <p:cNvSpPr/>
          <p:nvPr/>
        </p:nvSpPr>
        <p:spPr>
          <a:xfrm>
            <a:off x="6142423" y="3348133"/>
            <a:ext cx="93440" cy="164592"/>
          </a:xfrm>
          <a:prstGeom prst="rect">
            <a:avLst/>
          </a:prstGeom>
          <a:solidFill>
            <a:srgbClr val="D55E00"/>
          </a:solidFill>
          <a:ln w="3772">
            <a:solidFill>
              <a:srgbClr val="FFFFFF"/>
            </a:solidFill>
            <a:prstDash val="solid"/>
          </a:ln>
        </p:spPr>
      </p:sp>
      <p:sp>
        <p:nvSpPr>
          <p:cNvPr id="640" name="ST-MTM hierarchical filling: source 640"/>
          <p:cNvSpPr/>
          <p:nvPr/>
        </p:nvSpPr>
        <p:spPr>
          <a:xfrm>
            <a:off x="6232570" y="3348133"/>
            <a:ext cx="90366" cy="164592"/>
          </a:xfrm>
          <a:prstGeom prst="rect">
            <a:avLst/>
          </a:prstGeom>
          <a:solidFill>
            <a:srgbClr val="D55E00"/>
          </a:solidFill>
          <a:ln w="3772">
            <a:solidFill>
              <a:srgbClr val="FFFFFF"/>
            </a:solidFill>
            <a:prstDash val="solid"/>
          </a:ln>
        </p:spPr>
      </p:sp>
      <p:sp>
        <p:nvSpPr>
          <p:cNvPr id="641" name="ST-MTM hierarchical filling: source 641"/>
          <p:cNvSpPr/>
          <p:nvPr/>
        </p:nvSpPr>
        <p:spPr>
          <a:xfrm>
            <a:off x="6319645" y="3348133"/>
            <a:ext cx="110855" cy="164592"/>
          </a:xfrm>
          <a:prstGeom prst="rect">
            <a:avLst/>
          </a:prstGeom>
          <a:solidFill>
            <a:srgbClr val="B7BEC5"/>
          </a:solidFill>
          <a:ln w="3772">
            <a:solidFill>
              <a:srgbClr val="FFFFFF"/>
            </a:solidFill>
            <a:prstDash val="solid"/>
          </a:ln>
        </p:spPr>
      </p:sp>
      <p:sp>
        <p:nvSpPr>
          <p:cNvPr id="642" name="ST-MTM hierarchical filling: source 642"/>
          <p:cNvSpPr/>
          <p:nvPr/>
        </p:nvSpPr>
        <p:spPr>
          <a:xfrm>
            <a:off x="6427208" y="3348133"/>
            <a:ext cx="113928" cy="164592"/>
          </a:xfrm>
          <a:prstGeom prst="rect">
            <a:avLst/>
          </a:prstGeom>
          <a:solidFill>
            <a:srgbClr val="B7BEC5"/>
          </a:solidFill>
          <a:ln w="3772">
            <a:solidFill>
              <a:srgbClr val="FFFFFF"/>
            </a:solidFill>
            <a:prstDash val="solid"/>
          </a:ln>
        </p:spPr>
      </p:sp>
      <p:sp>
        <p:nvSpPr>
          <p:cNvPr id="643" name="ST-MTM hierarchical filling: source 643"/>
          <p:cNvSpPr/>
          <p:nvPr/>
        </p:nvSpPr>
        <p:spPr>
          <a:xfrm>
            <a:off x="6537844" y="3348133"/>
            <a:ext cx="141587" cy="164592"/>
          </a:xfrm>
          <a:prstGeom prst="rect">
            <a:avLst/>
          </a:prstGeom>
          <a:solidFill>
            <a:srgbClr val="7B8790"/>
          </a:solidFill>
          <a:ln w="3772">
            <a:solidFill>
              <a:srgbClr val="FFFFFF"/>
            </a:solidFill>
            <a:prstDash val="solid"/>
          </a:ln>
        </p:spPr>
      </p:sp>
      <p:sp>
        <p:nvSpPr>
          <p:cNvPr id="644" name="ST-MTM hierarchical filling: source 644"/>
          <p:cNvSpPr/>
          <p:nvPr/>
        </p:nvSpPr>
        <p:spPr>
          <a:xfrm>
            <a:off x="6676139" y="3348133"/>
            <a:ext cx="118025" cy="164592"/>
          </a:xfrm>
          <a:prstGeom prst="rect">
            <a:avLst/>
          </a:prstGeom>
          <a:solidFill>
            <a:srgbClr val="009E73"/>
          </a:solidFill>
          <a:ln w="3772">
            <a:solidFill>
              <a:srgbClr val="FFFFFF"/>
            </a:solidFill>
            <a:prstDash val="solid"/>
          </a:ln>
        </p:spPr>
      </p:sp>
      <p:sp>
        <p:nvSpPr>
          <p:cNvPr id="645" name="ST-MTM hierarchical filling: source 645"/>
          <p:cNvSpPr/>
          <p:nvPr/>
        </p:nvSpPr>
        <p:spPr>
          <a:xfrm>
            <a:off x="6790873" y="3348133"/>
            <a:ext cx="124172" cy="164592"/>
          </a:xfrm>
          <a:prstGeom prst="rect">
            <a:avLst/>
          </a:prstGeom>
          <a:solidFill>
            <a:srgbClr val="009E73"/>
          </a:solidFill>
          <a:ln w="3772">
            <a:solidFill>
              <a:srgbClr val="FFFFFF"/>
            </a:solidFill>
            <a:prstDash val="solid"/>
          </a:ln>
        </p:spPr>
      </p:sp>
      <p:sp>
        <p:nvSpPr>
          <p:cNvPr id="646" name="ST-MTM hierarchical filling: source 646"/>
          <p:cNvSpPr/>
          <p:nvPr/>
        </p:nvSpPr>
        <p:spPr>
          <a:xfrm>
            <a:off x="6911752" y="3348133"/>
            <a:ext cx="118025" cy="164592"/>
          </a:xfrm>
          <a:prstGeom prst="rect">
            <a:avLst/>
          </a:prstGeom>
          <a:solidFill>
            <a:srgbClr val="009E73"/>
          </a:solidFill>
          <a:ln w="3772">
            <a:solidFill>
              <a:srgbClr val="FFFFFF"/>
            </a:solidFill>
            <a:prstDash val="solid"/>
          </a:ln>
        </p:spPr>
      </p:sp>
      <p:sp>
        <p:nvSpPr>
          <p:cNvPr id="647" name="ST-MTM hierarchical filling: source 647"/>
          <p:cNvSpPr/>
          <p:nvPr/>
        </p:nvSpPr>
        <p:spPr>
          <a:xfrm>
            <a:off x="7026486" y="3348133"/>
            <a:ext cx="78073" cy="164592"/>
          </a:xfrm>
          <a:prstGeom prst="rect">
            <a:avLst/>
          </a:prstGeom>
          <a:solidFill>
            <a:srgbClr val="7B8790"/>
          </a:solidFill>
          <a:ln w="3772">
            <a:solidFill>
              <a:srgbClr val="FFFFFF"/>
            </a:solidFill>
            <a:prstDash val="solid"/>
          </a:ln>
        </p:spPr>
      </p:sp>
      <p:sp>
        <p:nvSpPr>
          <p:cNvPr id="648" name="ST-MTM hierarchical filling: source 648"/>
          <p:cNvSpPr/>
          <p:nvPr/>
        </p:nvSpPr>
        <p:spPr>
          <a:xfrm>
            <a:off x="7101268" y="3348133"/>
            <a:ext cx="66805" cy="164592"/>
          </a:xfrm>
          <a:prstGeom prst="rect">
            <a:avLst/>
          </a:prstGeom>
          <a:solidFill>
            <a:srgbClr val="7B8790"/>
          </a:solidFill>
          <a:ln w="3772">
            <a:solidFill>
              <a:srgbClr val="FFFFFF"/>
            </a:solidFill>
            <a:prstDash val="solid"/>
          </a:ln>
        </p:spPr>
      </p:sp>
      <p:sp>
        <p:nvSpPr>
          <p:cNvPr id="649" name="ST-MTM hierarchical filling: source 649"/>
          <p:cNvSpPr/>
          <p:nvPr/>
        </p:nvSpPr>
        <p:spPr>
          <a:xfrm>
            <a:off x="5691683" y="3348133"/>
            <a:ext cx="1473098" cy="164592"/>
          </a:xfrm>
          <a:prstGeom prst="rect">
            <a:avLst/>
          </a:prstGeom>
          <a:solidFill>
            <a:srgbClr val="FFFFFF">
              <a:alpha val="0"/>
            </a:srgbClr>
          </a:solidFill>
          <a:ln w="8801">
            <a:solidFill>
              <a:srgbClr val="263238"/>
            </a:solidFill>
            <a:prstDash val="solid"/>
          </a:ln>
        </p:spPr>
      </p:sp>
      <p:sp>
        <p:nvSpPr>
          <p:cNvPr id="650" name="ST-MTM temporal row 0: source 650"/>
          <p:cNvSpPr/>
          <p:nvPr/>
        </p:nvSpPr>
        <p:spPr>
          <a:xfrm>
            <a:off x="7513320" y="2857500"/>
            <a:ext cx="1341425" cy="296266"/>
          </a:xfrm>
          <a:prstGeom prst="rect">
            <a:avLst/>
          </a:prstGeom>
          <a:solidFill>
            <a:srgbClr val="FFFFFF">
              <a:alpha val="0"/>
            </a:srgbClr>
          </a:solidFill>
          <a:ln w="7772">
            <a:solidFill>
              <a:srgbClr val="CCDDEC"/>
            </a:solidFill>
            <a:prstDash val="solid"/>
          </a:ln>
        </p:spPr>
      </p:sp>
      <p:sp>
        <p:nvSpPr>
          <p:cNvPr id="651" name="ST-MTM temporal row 0: source 651"/>
          <p:cNvSpPr/>
          <p:nvPr/>
        </p:nvSpPr>
        <p:spPr>
          <a:xfrm>
            <a:off x="7566812" y="2952140"/>
            <a:ext cx="1234440" cy="823"/>
          </a:xfrm>
          <a:prstGeom prst="line">
            <a:avLst/>
          </a:prstGeom>
          <a:solidFill>
            <a:srgbClr val="FFFFFF">
              <a:alpha val="0"/>
            </a:srgbClr>
          </a:solidFill>
          <a:ln w="8687">
            <a:solidFill>
              <a:srgbClr val="7B8790"/>
            </a:solidFill>
            <a:prstDash val="solid"/>
          </a:ln>
        </p:spPr>
      </p:sp>
      <p:sp>
        <p:nvSpPr>
          <p:cNvPr id="652" name="ST-MTM temporal row 0: source 652"/>
          <p:cNvSpPr/>
          <p:nvPr/>
        </p:nvSpPr>
        <p:spPr>
          <a:xfrm>
            <a:off x="7549903" y="2909479"/>
            <a:ext cx="85325" cy="85325"/>
          </a:xfrm>
          <a:prstGeom prst="diamond">
            <a:avLst/>
          </a:prstGeom>
          <a:solidFill>
            <a:srgbClr val="7B8790"/>
          </a:solidFill>
          <a:ln w="9716">
            <a:solidFill>
              <a:srgbClr val="263238"/>
            </a:solidFill>
            <a:prstDash val="solid"/>
          </a:ln>
        </p:spPr>
      </p:sp>
      <p:sp>
        <p:nvSpPr>
          <p:cNvPr id="653" name="ST-MTM temporal row 0: source 653"/>
          <p:cNvSpPr/>
          <p:nvPr/>
        </p:nvSpPr>
        <p:spPr>
          <a:xfrm>
            <a:off x="7617181" y="2918811"/>
            <a:ext cx="66659" cy="66659"/>
          </a:xfrm>
          <a:prstGeom prst="ellipse">
            <a:avLst/>
          </a:prstGeom>
          <a:solidFill>
            <a:srgbClr val="0072B2"/>
          </a:solidFill>
          <a:ln w="6858">
            <a:solidFill>
              <a:srgbClr val="263238"/>
            </a:solidFill>
            <a:prstDash val="solid"/>
          </a:ln>
        </p:spPr>
      </p:sp>
      <p:sp>
        <p:nvSpPr>
          <p:cNvPr id="654" name="ST-MTM temporal row 0: source 654"/>
          <p:cNvSpPr/>
          <p:nvPr/>
        </p:nvSpPr>
        <p:spPr>
          <a:xfrm>
            <a:off x="7672660" y="2909479"/>
            <a:ext cx="85325" cy="85325"/>
          </a:xfrm>
          <a:prstGeom prst="diamond">
            <a:avLst/>
          </a:prstGeom>
          <a:solidFill>
            <a:srgbClr val="0072B2"/>
          </a:solidFill>
          <a:ln w="9716">
            <a:solidFill>
              <a:srgbClr val="263238"/>
            </a:solidFill>
            <a:prstDash val="solid"/>
          </a:ln>
        </p:spPr>
      </p:sp>
      <p:sp>
        <p:nvSpPr>
          <p:cNvPr id="655" name="ST-MTM temporal row 0: source 655"/>
          <p:cNvSpPr/>
          <p:nvPr/>
        </p:nvSpPr>
        <p:spPr>
          <a:xfrm>
            <a:off x="7746805" y="2918811"/>
            <a:ext cx="66659" cy="66659"/>
          </a:xfrm>
          <a:prstGeom prst="ellipse">
            <a:avLst/>
          </a:prstGeom>
          <a:solidFill>
            <a:srgbClr val="0072B2"/>
          </a:solidFill>
          <a:ln w="6858">
            <a:solidFill>
              <a:srgbClr val="263238"/>
            </a:solidFill>
            <a:prstDash val="solid"/>
          </a:ln>
        </p:spPr>
      </p:sp>
      <p:sp>
        <p:nvSpPr>
          <p:cNvPr id="656" name="ST-MTM temporal row 0: source 656"/>
          <p:cNvSpPr/>
          <p:nvPr/>
        </p:nvSpPr>
        <p:spPr>
          <a:xfrm>
            <a:off x="7799281" y="2909479"/>
            <a:ext cx="85325" cy="85325"/>
          </a:xfrm>
          <a:prstGeom prst="diamond">
            <a:avLst/>
          </a:prstGeom>
          <a:solidFill>
            <a:srgbClr val="B7BEC5"/>
          </a:solidFill>
          <a:ln w="9716">
            <a:solidFill>
              <a:srgbClr val="263238"/>
            </a:solidFill>
            <a:prstDash val="solid"/>
          </a:ln>
        </p:spPr>
      </p:sp>
      <p:sp>
        <p:nvSpPr>
          <p:cNvPr id="657" name="ST-MTM temporal row 0: source 657"/>
          <p:cNvSpPr/>
          <p:nvPr/>
        </p:nvSpPr>
        <p:spPr>
          <a:xfrm>
            <a:off x="7874713" y="2918811"/>
            <a:ext cx="66659" cy="66659"/>
          </a:xfrm>
          <a:prstGeom prst="ellipse">
            <a:avLst/>
          </a:prstGeom>
          <a:solidFill>
            <a:srgbClr val="D55E00"/>
          </a:solidFill>
          <a:ln w="6858">
            <a:solidFill>
              <a:srgbClr val="263238"/>
            </a:solidFill>
            <a:prstDash val="solid"/>
          </a:ln>
        </p:spPr>
      </p:sp>
      <p:sp>
        <p:nvSpPr>
          <p:cNvPr id="658" name="ST-MTM temporal row 0: source 658"/>
          <p:cNvSpPr/>
          <p:nvPr/>
        </p:nvSpPr>
        <p:spPr>
          <a:xfrm>
            <a:off x="7939636" y="2909479"/>
            <a:ext cx="85325" cy="85325"/>
          </a:xfrm>
          <a:prstGeom prst="diamond">
            <a:avLst/>
          </a:prstGeom>
          <a:solidFill>
            <a:srgbClr val="D55E00"/>
          </a:solidFill>
          <a:ln w="9716">
            <a:solidFill>
              <a:srgbClr val="263238"/>
            </a:solidFill>
            <a:prstDash val="solid"/>
          </a:ln>
        </p:spPr>
      </p:sp>
      <p:sp>
        <p:nvSpPr>
          <p:cNvPr id="659" name="ST-MTM temporal row 0: source 659"/>
          <p:cNvSpPr/>
          <p:nvPr/>
        </p:nvSpPr>
        <p:spPr>
          <a:xfrm>
            <a:off x="8023224" y="2918811"/>
            <a:ext cx="66659" cy="66659"/>
          </a:xfrm>
          <a:prstGeom prst="ellipse">
            <a:avLst/>
          </a:prstGeom>
          <a:solidFill>
            <a:srgbClr val="D55E00"/>
          </a:solidFill>
          <a:ln w="6858">
            <a:solidFill>
              <a:srgbClr val="263238"/>
            </a:solidFill>
            <a:prstDash val="solid"/>
          </a:ln>
        </p:spPr>
      </p:sp>
      <p:sp>
        <p:nvSpPr>
          <p:cNvPr id="660" name="ST-MTM temporal row 0: source 660"/>
          <p:cNvSpPr/>
          <p:nvPr/>
        </p:nvSpPr>
        <p:spPr>
          <a:xfrm>
            <a:off x="8104776" y="2918811"/>
            <a:ext cx="66659" cy="66659"/>
          </a:xfrm>
          <a:prstGeom prst="ellipse">
            <a:avLst/>
          </a:prstGeom>
          <a:solidFill>
            <a:srgbClr val="B7BEC5"/>
          </a:solidFill>
          <a:ln w="6858">
            <a:solidFill>
              <a:srgbClr val="263238"/>
            </a:solidFill>
            <a:prstDash val="solid"/>
          </a:ln>
        </p:spPr>
      </p:sp>
      <p:sp>
        <p:nvSpPr>
          <p:cNvPr id="661" name="ST-MTM temporal row 0: source 661"/>
          <p:cNvSpPr/>
          <p:nvPr/>
        </p:nvSpPr>
        <p:spPr>
          <a:xfrm>
            <a:off x="8196200" y="2918811"/>
            <a:ext cx="66659" cy="66659"/>
          </a:xfrm>
          <a:prstGeom prst="ellipse">
            <a:avLst/>
          </a:prstGeom>
          <a:solidFill>
            <a:srgbClr val="B7BEC5"/>
          </a:solidFill>
          <a:ln w="6858">
            <a:solidFill>
              <a:srgbClr val="263238"/>
            </a:solidFill>
            <a:prstDash val="solid"/>
          </a:ln>
        </p:spPr>
      </p:sp>
      <p:sp>
        <p:nvSpPr>
          <p:cNvPr id="662" name="ST-MTM temporal row 0: source 662"/>
          <p:cNvSpPr/>
          <p:nvPr/>
        </p:nvSpPr>
        <p:spPr>
          <a:xfrm>
            <a:off x="8291168" y="2909479"/>
            <a:ext cx="85325" cy="85325"/>
          </a:xfrm>
          <a:prstGeom prst="diamond">
            <a:avLst/>
          </a:prstGeom>
          <a:solidFill>
            <a:srgbClr val="7B8790"/>
          </a:solidFill>
          <a:ln w="9716">
            <a:solidFill>
              <a:srgbClr val="263238"/>
            </a:solidFill>
            <a:prstDash val="solid"/>
          </a:ln>
        </p:spPr>
      </p:sp>
      <p:sp>
        <p:nvSpPr>
          <p:cNvPr id="663" name="ST-MTM temporal row 0: source 663"/>
          <p:cNvSpPr/>
          <p:nvPr/>
        </p:nvSpPr>
        <p:spPr>
          <a:xfrm>
            <a:off x="8406519" y="2918811"/>
            <a:ext cx="66659" cy="66659"/>
          </a:xfrm>
          <a:prstGeom prst="ellipse">
            <a:avLst/>
          </a:prstGeom>
          <a:solidFill>
            <a:srgbClr val="009E73"/>
          </a:solidFill>
          <a:ln w="6858">
            <a:solidFill>
              <a:srgbClr val="263238"/>
            </a:solidFill>
            <a:prstDash val="solid"/>
          </a:ln>
        </p:spPr>
      </p:sp>
      <p:sp>
        <p:nvSpPr>
          <p:cNvPr id="664" name="ST-MTM temporal row 0: source 664"/>
          <p:cNvSpPr/>
          <p:nvPr/>
        </p:nvSpPr>
        <p:spPr>
          <a:xfrm>
            <a:off x="8495907" y="2909479"/>
            <a:ext cx="85325" cy="85325"/>
          </a:xfrm>
          <a:prstGeom prst="diamond">
            <a:avLst/>
          </a:prstGeom>
          <a:solidFill>
            <a:srgbClr val="009E73"/>
          </a:solidFill>
          <a:ln w="9716">
            <a:solidFill>
              <a:srgbClr val="263238"/>
            </a:solidFill>
            <a:prstDash val="solid"/>
          </a:ln>
        </p:spPr>
      </p:sp>
      <p:sp>
        <p:nvSpPr>
          <p:cNvPr id="665" name="ST-MTM temporal row 0: source 665"/>
          <p:cNvSpPr/>
          <p:nvPr/>
        </p:nvSpPr>
        <p:spPr>
          <a:xfrm>
            <a:off x="8603960" y="2918811"/>
            <a:ext cx="66659" cy="66659"/>
          </a:xfrm>
          <a:prstGeom prst="ellipse">
            <a:avLst/>
          </a:prstGeom>
          <a:solidFill>
            <a:srgbClr val="009E73"/>
          </a:solidFill>
          <a:ln w="6858">
            <a:solidFill>
              <a:srgbClr val="263238"/>
            </a:solidFill>
            <a:prstDash val="solid"/>
          </a:ln>
        </p:spPr>
      </p:sp>
      <p:sp>
        <p:nvSpPr>
          <p:cNvPr id="666" name="ST-MTM temporal row 0: source 666"/>
          <p:cNvSpPr/>
          <p:nvPr/>
        </p:nvSpPr>
        <p:spPr>
          <a:xfrm>
            <a:off x="8683366" y="2918811"/>
            <a:ext cx="66659" cy="66659"/>
          </a:xfrm>
          <a:prstGeom prst="ellipse">
            <a:avLst/>
          </a:prstGeom>
          <a:solidFill>
            <a:srgbClr val="7B8790"/>
          </a:solidFill>
          <a:ln w="6858">
            <a:solidFill>
              <a:srgbClr val="263238"/>
            </a:solidFill>
            <a:prstDash val="solid"/>
          </a:ln>
        </p:spPr>
      </p:sp>
      <p:sp>
        <p:nvSpPr>
          <p:cNvPr id="667" name="ST-MTM temporal row 0: source 667"/>
          <p:cNvSpPr/>
          <p:nvPr/>
        </p:nvSpPr>
        <p:spPr>
          <a:xfrm>
            <a:off x="8741311" y="2918811"/>
            <a:ext cx="66659" cy="66659"/>
          </a:xfrm>
          <a:prstGeom prst="ellipse">
            <a:avLst/>
          </a:prstGeom>
          <a:solidFill>
            <a:srgbClr val="7B8790"/>
          </a:solidFill>
          <a:ln w="6858">
            <a:solidFill>
              <a:srgbClr val="263238"/>
            </a:solidFill>
            <a:prstDash val="solid"/>
          </a:ln>
        </p:spPr>
      </p:sp>
      <p:sp>
        <p:nvSpPr>
          <p:cNvPr id="668" name="ST-MTM temporal row 0: source 668"/>
          <p:cNvSpPr/>
          <p:nvPr/>
        </p:nvSpPr>
        <p:spPr>
          <a:xfrm>
            <a:off x="7566812" y="3037729"/>
            <a:ext cx="54798" cy="90526"/>
          </a:xfrm>
          <a:prstGeom prst="rect">
            <a:avLst/>
          </a:prstGeom>
          <a:solidFill>
            <a:srgbClr val="7B8790"/>
          </a:solidFill>
          <a:ln w="3772">
            <a:solidFill>
              <a:srgbClr val="FFFFFF"/>
            </a:solidFill>
            <a:prstDash val="solid"/>
          </a:ln>
        </p:spPr>
      </p:sp>
      <p:sp>
        <p:nvSpPr>
          <p:cNvPr id="669" name="ST-MTM temporal row 0: source 669"/>
          <p:cNvSpPr/>
          <p:nvPr/>
        </p:nvSpPr>
        <p:spPr>
          <a:xfrm>
            <a:off x="7618318" y="3037729"/>
            <a:ext cx="67675" cy="90526"/>
          </a:xfrm>
          <a:prstGeom prst="rect">
            <a:avLst/>
          </a:prstGeom>
          <a:solidFill>
            <a:srgbClr val="0072B2"/>
          </a:solidFill>
          <a:ln w="3772">
            <a:solidFill>
              <a:srgbClr val="FFFFFF"/>
            </a:solidFill>
            <a:prstDash val="solid"/>
          </a:ln>
        </p:spPr>
      </p:sp>
      <p:sp>
        <p:nvSpPr>
          <p:cNvPr id="670" name="ST-MTM temporal row 0: source 670"/>
          <p:cNvSpPr/>
          <p:nvPr/>
        </p:nvSpPr>
        <p:spPr>
          <a:xfrm>
            <a:off x="7682702" y="3037729"/>
            <a:ext cx="68533" cy="90526"/>
          </a:xfrm>
          <a:prstGeom prst="rect">
            <a:avLst/>
          </a:prstGeom>
          <a:solidFill>
            <a:srgbClr val="0072B2"/>
          </a:solidFill>
          <a:ln w="3772">
            <a:solidFill>
              <a:srgbClr val="FFFFFF"/>
            </a:solidFill>
            <a:prstDash val="solid"/>
          </a:ln>
        </p:spPr>
      </p:sp>
      <p:sp>
        <p:nvSpPr>
          <p:cNvPr id="671" name="ST-MTM temporal row 0: source 671"/>
          <p:cNvSpPr/>
          <p:nvPr/>
        </p:nvSpPr>
        <p:spPr>
          <a:xfrm>
            <a:off x="7747944" y="3037729"/>
            <a:ext cx="67675" cy="90526"/>
          </a:xfrm>
          <a:prstGeom prst="rect">
            <a:avLst/>
          </a:prstGeom>
          <a:solidFill>
            <a:srgbClr val="0072B2"/>
          </a:solidFill>
          <a:ln w="3772">
            <a:solidFill>
              <a:srgbClr val="FFFFFF"/>
            </a:solidFill>
            <a:prstDash val="solid"/>
          </a:ln>
        </p:spPr>
      </p:sp>
      <p:sp>
        <p:nvSpPr>
          <p:cNvPr id="672" name="ST-MTM temporal row 0: source 672"/>
          <p:cNvSpPr/>
          <p:nvPr/>
        </p:nvSpPr>
        <p:spPr>
          <a:xfrm>
            <a:off x="7812327" y="3037729"/>
            <a:ext cx="62525" cy="90526"/>
          </a:xfrm>
          <a:prstGeom prst="rect">
            <a:avLst/>
          </a:prstGeom>
          <a:solidFill>
            <a:srgbClr val="B7BEC5"/>
          </a:solidFill>
          <a:ln w="3772">
            <a:solidFill>
              <a:srgbClr val="FFFFFF"/>
            </a:solidFill>
            <a:prstDash val="solid"/>
          </a:ln>
        </p:spPr>
      </p:sp>
      <p:sp>
        <p:nvSpPr>
          <p:cNvPr id="673" name="ST-MTM temporal row 0: source 673"/>
          <p:cNvSpPr/>
          <p:nvPr/>
        </p:nvSpPr>
        <p:spPr>
          <a:xfrm>
            <a:off x="7871560" y="3037729"/>
            <a:ext cx="76260" cy="90526"/>
          </a:xfrm>
          <a:prstGeom prst="rect">
            <a:avLst/>
          </a:prstGeom>
          <a:solidFill>
            <a:srgbClr val="D55E00"/>
          </a:solidFill>
          <a:ln w="3772">
            <a:solidFill>
              <a:srgbClr val="FFFFFF"/>
            </a:solidFill>
            <a:prstDash val="solid"/>
          </a:ln>
        </p:spPr>
      </p:sp>
      <p:sp>
        <p:nvSpPr>
          <p:cNvPr id="674" name="ST-MTM temporal row 0: source 674"/>
          <p:cNvSpPr/>
          <p:nvPr/>
        </p:nvSpPr>
        <p:spPr>
          <a:xfrm>
            <a:off x="7944527" y="3037729"/>
            <a:ext cx="78835" cy="90526"/>
          </a:xfrm>
          <a:prstGeom prst="rect">
            <a:avLst/>
          </a:prstGeom>
          <a:solidFill>
            <a:srgbClr val="D55E00"/>
          </a:solidFill>
          <a:ln w="3772">
            <a:solidFill>
              <a:srgbClr val="FFFFFF"/>
            </a:solidFill>
            <a:prstDash val="solid"/>
          </a:ln>
        </p:spPr>
      </p:sp>
      <p:sp>
        <p:nvSpPr>
          <p:cNvPr id="675" name="ST-MTM temporal row 0: source 675"/>
          <p:cNvSpPr/>
          <p:nvPr/>
        </p:nvSpPr>
        <p:spPr>
          <a:xfrm>
            <a:off x="8020069" y="3037729"/>
            <a:ext cx="76260" cy="90526"/>
          </a:xfrm>
          <a:prstGeom prst="rect">
            <a:avLst/>
          </a:prstGeom>
          <a:solidFill>
            <a:srgbClr val="D55E00"/>
          </a:solidFill>
          <a:ln w="3772">
            <a:solidFill>
              <a:srgbClr val="FFFFFF"/>
            </a:solidFill>
            <a:prstDash val="solid"/>
          </a:ln>
        </p:spPr>
      </p:sp>
      <p:sp>
        <p:nvSpPr>
          <p:cNvPr id="676" name="ST-MTM temporal row 0: source 676"/>
          <p:cNvSpPr/>
          <p:nvPr/>
        </p:nvSpPr>
        <p:spPr>
          <a:xfrm>
            <a:off x="8093038" y="3037729"/>
            <a:ext cx="93428" cy="90526"/>
          </a:xfrm>
          <a:prstGeom prst="rect">
            <a:avLst/>
          </a:prstGeom>
          <a:solidFill>
            <a:srgbClr val="B7BEC5"/>
          </a:solidFill>
          <a:ln w="3772">
            <a:solidFill>
              <a:srgbClr val="FFFFFF"/>
            </a:solidFill>
            <a:prstDash val="solid"/>
          </a:ln>
        </p:spPr>
      </p:sp>
      <p:sp>
        <p:nvSpPr>
          <p:cNvPr id="677" name="ST-MTM temporal row 0: source 677"/>
          <p:cNvSpPr/>
          <p:nvPr/>
        </p:nvSpPr>
        <p:spPr>
          <a:xfrm>
            <a:off x="8183174" y="3037729"/>
            <a:ext cx="96004" cy="90526"/>
          </a:xfrm>
          <a:prstGeom prst="rect">
            <a:avLst/>
          </a:prstGeom>
          <a:solidFill>
            <a:srgbClr val="B7BEC5"/>
          </a:solidFill>
          <a:ln w="3772">
            <a:solidFill>
              <a:srgbClr val="FFFFFF"/>
            </a:solidFill>
            <a:prstDash val="solid"/>
          </a:ln>
        </p:spPr>
      </p:sp>
      <p:sp>
        <p:nvSpPr>
          <p:cNvPr id="678" name="ST-MTM temporal row 0: source 678"/>
          <p:cNvSpPr/>
          <p:nvPr/>
        </p:nvSpPr>
        <p:spPr>
          <a:xfrm>
            <a:off x="8275885" y="3037729"/>
            <a:ext cx="119182" cy="90526"/>
          </a:xfrm>
          <a:prstGeom prst="rect">
            <a:avLst/>
          </a:prstGeom>
          <a:solidFill>
            <a:srgbClr val="7B8790"/>
          </a:solidFill>
          <a:ln w="3772">
            <a:solidFill>
              <a:srgbClr val="FFFFFF"/>
            </a:solidFill>
            <a:prstDash val="solid"/>
          </a:ln>
        </p:spPr>
      </p:sp>
      <p:sp>
        <p:nvSpPr>
          <p:cNvPr id="679" name="ST-MTM temporal row 0: source 679"/>
          <p:cNvSpPr/>
          <p:nvPr/>
        </p:nvSpPr>
        <p:spPr>
          <a:xfrm>
            <a:off x="8391776" y="3037729"/>
            <a:ext cx="99437" cy="90526"/>
          </a:xfrm>
          <a:prstGeom prst="rect">
            <a:avLst/>
          </a:prstGeom>
          <a:solidFill>
            <a:srgbClr val="009E73"/>
          </a:solidFill>
          <a:ln w="3772">
            <a:solidFill>
              <a:srgbClr val="FFFFFF"/>
            </a:solidFill>
            <a:prstDash val="solid"/>
          </a:ln>
        </p:spPr>
      </p:sp>
      <p:sp>
        <p:nvSpPr>
          <p:cNvPr id="680" name="ST-MTM temporal row 0: source 680"/>
          <p:cNvSpPr/>
          <p:nvPr/>
        </p:nvSpPr>
        <p:spPr>
          <a:xfrm>
            <a:off x="8487921" y="3037729"/>
            <a:ext cx="104588" cy="90526"/>
          </a:xfrm>
          <a:prstGeom prst="rect">
            <a:avLst/>
          </a:prstGeom>
          <a:solidFill>
            <a:srgbClr val="009E73"/>
          </a:solidFill>
          <a:ln w="3772">
            <a:solidFill>
              <a:srgbClr val="FFFFFF"/>
            </a:solidFill>
            <a:prstDash val="solid"/>
          </a:ln>
        </p:spPr>
      </p:sp>
      <p:sp>
        <p:nvSpPr>
          <p:cNvPr id="681" name="ST-MTM temporal row 0: source 681"/>
          <p:cNvSpPr/>
          <p:nvPr/>
        </p:nvSpPr>
        <p:spPr>
          <a:xfrm>
            <a:off x="8589217" y="3037729"/>
            <a:ext cx="99437" cy="90526"/>
          </a:xfrm>
          <a:prstGeom prst="rect">
            <a:avLst/>
          </a:prstGeom>
          <a:solidFill>
            <a:srgbClr val="009E73"/>
          </a:solidFill>
          <a:ln w="3772">
            <a:solidFill>
              <a:srgbClr val="FFFFFF"/>
            </a:solidFill>
            <a:prstDash val="solid"/>
          </a:ln>
        </p:spPr>
      </p:sp>
      <p:sp>
        <p:nvSpPr>
          <p:cNvPr id="682" name="ST-MTM temporal row 0: source 682"/>
          <p:cNvSpPr/>
          <p:nvPr/>
        </p:nvSpPr>
        <p:spPr>
          <a:xfrm>
            <a:off x="8685363" y="3037729"/>
            <a:ext cx="65958" cy="90526"/>
          </a:xfrm>
          <a:prstGeom prst="rect">
            <a:avLst/>
          </a:prstGeom>
          <a:solidFill>
            <a:srgbClr val="7B8790"/>
          </a:solidFill>
          <a:ln w="3772">
            <a:solidFill>
              <a:srgbClr val="FFFFFF"/>
            </a:solidFill>
            <a:prstDash val="solid"/>
          </a:ln>
        </p:spPr>
      </p:sp>
      <p:sp>
        <p:nvSpPr>
          <p:cNvPr id="683" name="ST-MTM temporal row 0: source 683"/>
          <p:cNvSpPr/>
          <p:nvPr/>
        </p:nvSpPr>
        <p:spPr>
          <a:xfrm>
            <a:off x="8748029" y="3037729"/>
            <a:ext cx="56516" cy="90526"/>
          </a:xfrm>
          <a:prstGeom prst="rect">
            <a:avLst/>
          </a:prstGeom>
          <a:solidFill>
            <a:srgbClr val="7B8790"/>
          </a:solidFill>
          <a:ln w="3772">
            <a:solidFill>
              <a:srgbClr val="FFFFFF"/>
            </a:solidFill>
            <a:prstDash val="solid"/>
          </a:ln>
        </p:spPr>
      </p:sp>
      <p:sp>
        <p:nvSpPr>
          <p:cNvPr id="684" name="ST-MTM temporal row 0: source 684"/>
          <p:cNvSpPr/>
          <p:nvPr/>
        </p:nvSpPr>
        <p:spPr>
          <a:xfrm>
            <a:off x="7566812" y="3037729"/>
            <a:ext cx="1234440" cy="90526"/>
          </a:xfrm>
          <a:prstGeom prst="rect">
            <a:avLst/>
          </a:prstGeom>
          <a:solidFill>
            <a:srgbClr val="FFFFFF">
              <a:alpha val="0"/>
            </a:srgbClr>
          </a:solidFill>
          <a:ln w="8801">
            <a:solidFill>
              <a:srgbClr val="263238"/>
            </a:solidFill>
            <a:prstDash val="solid"/>
          </a:ln>
        </p:spPr>
      </p:sp>
      <p:sp>
        <p:nvSpPr>
          <p:cNvPr id="685" name="ST-MTM temporal row 1: source 685"/>
          <p:cNvSpPr/>
          <p:nvPr/>
        </p:nvSpPr>
        <p:spPr>
          <a:xfrm>
            <a:off x="7513320" y="3181350"/>
            <a:ext cx="1341425" cy="296266"/>
          </a:xfrm>
          <a:prstGeom prst="rect">
            <a:avLst/>
          </a:prstGeom>
          <a:solidFill>
            <a:srgbClr val="FFFFFF">
              <a:alpha val="0"/>
            </a:srgbClr>
          </a:solidFill>
          <a:ln w="7772">
            <a:solidFill>
              <a:srgbClr val="CCDDEC"/>
            </a:solidFill>
            <a:prstDash val="solid"/>
          </a:ln>
        </p:spPr>
      </p:sp>
      <p:sp>
        <p:nvSpPr>
          <p:cNvPr id="686" name="ST-MTM temporal row 1: source 686"/>
          <p:cNvSpPr/>
          <p:nvPr/>
        </p:nvSpPr>
        <p:spPr>
          <a:xfrm>
            <a:off x="7566812" y="3275990"/>
            <a:ext cx="1234440" cy="823"/>
          </a:xfrm>
          <a:prstGeom prst="line">
            <a:avLst/>
          </a:prstGeom>
          <a:solidFill>
            <a:srgbClr val="FFFFFF">
              <a:alpha val="0"/>
            </a:srgbClr>
          </a:solidFill>
          <a:ln w="8687">
            <a:solidFill>
              <a:srgbClr val="7B8790"/>
            </a:solidFill>
            <a:prstDash val="solid"/>
          </a:ln>
        </p:spPr>
      </p:sp>
      <p:sp>
        <p:nvSpPr>
          <p:cNvPr id="687" name="ST-MTM temporal row 1: source 687"/>
          <p:cNvSpPr/>
          <p:nvPr/>
        </p:nvSpPr>
        <p:spPr>
          <a:xfrm>
            <a:off x="7549903" y="3233329"/>
            <a:ext cx="85325" cy="85325"/>
          </a:xfrm>
          <a:prstGeom prst="diamond">
            <a:avLst/>
          </a:prstGeom>
          <a:solidFill>
            <a:srgbClr val="7B8790"/>
          </a:solidFill>
          <a:ln w="9716">
            <a:solidFill>
              <a:srgbClr val="263238"/>
            </a:solidFill>
            <a:prstDash val="solid"/>
          </a:ln>
        </p:spPr>
      </p:sp>
      <p:sp>
        <p:nvSpPr>
          <p:cNvPr id="688" name="ST-MTM temporal row 1: source 688"/>
          <p:cNvSpPr/>
          <p:nvPr/>
        </p:nvSpPr>
        <p:spPr>
          <a:xfrm>
            <a:off x="7617181" y="3242661"/>
            <a:ext cx="66659" cy="66659"/>
          </a:xfrm>
          <a:prstGeom prst="ellipse">
            <a:avLst/>
          </a:prstGeom>
          <a:solidFill>
            <a:srgbClr val="0072B2"/>
          </a:solidFill>
          <a:ln w="6858">
            <a:solidFill>
              <a:srgbClr val="263238"/>
            </a:solidFill>
            <a:prstDash val="solid"/>
          </a:ln>
        </p:spPr>
      </p:sp>
      <p:sp>
        <p:nvSpPr>
          <p:cNvPr id="689" name="ST-MTM temporal row 1: source 689"/>
          <p:cNvSpPr/>
          <p:nvPr/>
        </p:nvSpPr>
        <p:spPr>
          <a:xfrm>
            <a:off x="7672660" y="3233329"/>
            <a:ext cx="85325" cy="85325"/>
          </a:xfrm>
          <a:prstGeom prst="diamond">
            <a:avLst/>
          </a:prstGeom>
          <a:solidFill>
            <a:srgbClr val="0072B2"/>
          </a:solidFill>
          <a:ln w="9716">
            <a:solidFill>
              <a:srgbClr val="263238"/>
            </a:solidFill>
            <a:prstDash val="solid"/>
          </a:ln>
        </p:spPr>
      </p:sp>
      <p:sp>
        <p:nvSpPr>
          <p:cNvPr id="690" name="ST-MTM temporal row 1: source 690"/>
          <p:cNvSpPr/>
          <p:nvPr/>
        </p:nvSpPr>
        <p:spPr>
          <a:xfrm>
            <a:off x="7746805" y="3242661"/>
            <a:ext cx="66659" cy="66659"/>
          </a:xfrm>
          <a:prstGeom prst="ellipse">
            <a:avLst/>
          </a:prstGeom>
          <a:solidFill>
            <a:srgbClr val="0072B2"/>
          </a:solidFill>
          <a:ln w="6858">
            <a:solidFill>
              <a:srgbClr val="263238"/>
            </a:solidFill>
            <a:prstDash val="solid"/>
          </a:ln>
        </p:spPr>
      </p:sp>
      <p:sp>
        <p:nvSpPr>
          <p:cNvPr id="691" name="ST-MTM temporal row 1: source 691"/>
          <p:cNvSpPr/>
          <p:nvPr/>
        </p:nvSpPr>
        <p:spPr>
          <a:xfrm>
            <a:off x="7799281" y="3233329"/>
            <a:ext cx="85325" cy="85325"/>
          </a:xfrm>
          <a:prstGeom prst="diamond">
            <a:avLst/>
          </a:prstGeom>
          <a:solidFill>
            <a:srgbClr val="B7BEC5"/>
          </a:solidFill>
          <a:ln w="9716">
            <a:solidFill>
              <a:srgbClr val="263238"/>
            </a:solidFill>
            <a:prstDash val="solid"/>
          </a:ln>
        </p:spPr>
      </p:sp>
      <p:sp>
        <p:nvSpPr>
          <p:cNvPr id="692" name="ST-MTM temporal row 1: source 692"/>
          <p:cNvSpPr/>
          <p:nvPr/>
        </p:nvSpPr>
        <p:spPr>
          <a:xfrm>
            <a:off x="7874713" y="3242661"/>
            <a:ext cx="66659" cy="66659"/>
          </a:xfrm>
          <a:prstGeom prst="ellipse">
            <a:avLst/>
          </a:prstGeom>
          <a:solidFill>
            <a:srgbClr val="D55E00"/>
          </a:solidFill>
          <a:ln w="6858">
            <a:solidFill>
              <a:srgbClr val="263238"/>
            </a:solidFill>
            <a:prstDash val="solid"/>
          </a:ln>
        </p:spPr>
      </p:sp>
      <p:sp>
        <p:nvSpPr>
          <p:cNvPr id="693" name="ST-MTM temporal row 1: source 693"/>
          <p:cNvSpPr/>
          <p:nvPr/>
        </p:nvSpPr>
        <p:spPr>
          <a:xfrm>
            <a:off x="7939636" y="3233329"/>
            <a:ext cx="85325" cy="85325"/>
          </a:xfrm>
          <a:prstGeom prst="diamond">
            <a:avLst/>
          </a:prstGeom>
          <a:solidFill>
            <a:srgbClr val="D55E00"/>
          </a:solidFill>
          <a:ln w="9716">
            <a:solidFill>
              <a:srgbClr val="263238"/>
            </a:solidFill>
            <a:prstDash val="solid"/>
          </a:ln>
        </p:spPr>
      </p:sp>
      <p:sp>
        <p:nvSpPr>
          <p:cNvPr id="694" name="ST-MTM temporal row 1: source 694"/>
          <p:cNvSpPr/>
          <p:nvPr/>
        </p:nvSpPr>
        <p:spPr>
          <a:xfrm>
            <a:off x="8023224" y="3242661"/>
            <a:ext cx="66659" cy="66659"/>
          </a:xfrm>
          <a:prstGeom prst="ellipse">
            <a:avLst/>
          </a:prstGeom>
          <a:solidFill>
            <a:srgbClr val="D55E00"/>
          </a:solidFill>
          <a:ln w="6858">
            <a:solidFill>
              <a:srgbClr val="263238"/>
            </a:solidFill>
            <a:prstDash val="solid"/>
          </a:ln>
        </p:spPr>
      </p:sp>
      <p:sp>
        <p:nvSpPr>
          <p:cNvPr id="695" name="ST-MTM temporal row 1: source 695"/>
          <p:cNvSpPr/>
          <p:nvPr/>
        </p:nvSpPr>
        <p:spPr>
          <a:xfrm>
            <a:off x="8104776" y="3242661"/>
            <a:ext cx="66659" cy="66659"/>
          </a:xfrm>
          <a:prstGeom prst="ellipse">
            <a:avLst/>
          </a:prstGeom>
          <a:solidFill>
            <a:srgbClr val="B7BEC5"/>
          </a:solidFill>
          <a:ln w="6858">
            <a:solidFill>
              <a:srgbClr val="263238"/>
            </a:solidFill>
            <a:prstDash val="solid"/>
          </a:ln>
        </p:spPr>
      </p:sp>
      <p:sp>
        <p:nvSpPr>
          <p:cNvPr id="696" name="ST-MTM temporal row 1: source 696"/>
          <p:cNvSpPr/>
          <p:nvPr/>
        </p:nvSpPr>
        <p:spPr>
          <a:xfrm>
            <a:off x="8196200" y="3242661"/>
            <a:ext cx="66659" cy="66659"/>
          </a:xfrm>
          <a:prstGeom prst="ellipse">
            <a:avLst/>
          </a:prstGeom>
          <a:solidFill>
            <a:srgbClr val="B7BEC5"/>
          </a:solidFill>
          <a:ln w="6858">
            <a:solidFill>
              <a:srgbClr val="263238"/>
            </a:solidFill>
            <a:prstDash val="solid"/>
          </a:ln>
        </p:spPr>
      </p:sp>
      <p:sp>
        <p:nvSpPr>
          <p:cNvPr id="697" name="ST-MTM temporal row 1: source 697"/>
          <p:cNvSpPr/>
          <p:nvPr/>
        </p:nvSpPr>
        <p:spPr>
          <a:xfrm>
            <a:off x="8291168" y="3233329"/>
            <a:ext cx="85325" cy="85325"/>
          </a:xfrm>
          <a:prstGeom prst="diamond">
            <a:avLst/>
          </a:prstGeom>
          <a:solidFill>
            <a:srgbClr val="7B8790"/>
          </a:solidFill>
          <a:ln w="9716">
            <a:solidFill>
              <a:srgbClr val="263238"/>
            </a:solidFill>
            <a:prstDash val="solid"/>
          </a:ln>
        </p:spPr>
      </p:sp>
      <p:sp>
        <p:nvSpPr>
          <p:cNvPr id="698" name="ST-MTM temporal row 1: source 698"/>
          <p:cNvSpPr/>
          <p:nvPr/>
        </p:nvSpPr>
        <p:spPr>
          <a:xfrm>
            <a:off x="8406519" y="3242661"/>
            <a:ext cx="66659" cy="66659"/>
          </a:xfrm>
          <a:prstGeom prst="ellipse">
            <a:avLst/>
          </a:prstGeom>
          <a:solidFill>
            <a:srgbClr val="009E73"/>
          </a:solidFill>
          <a:ln w="6858">
            <a:solidFill>
              <a:srgbClr val="263238"/>
            </a:solidFill>
            <a:prstDash val="solid"/>
          </a:ln>
        </p:spPr>
      </p:sp>
      <p:sp>
        <p:nvSpPr>
          <p:cNvPr id="699" name="ST-MTM temporal row 1: source 699"/>
          <p:cNvSpPr/>
          <p:nvPr/>
        </p:nvSpPr>
        <p:spPr>
          <a:xfrm>
            <a:off x="8495907" y="3233329"/>
            <a:ext cx="85325" cy="85325"/>
          </a:xfrm>
          <a:prstGeom prst="diamond">
            <a:avLst/>
          </a:prstGeom>
          <a:solidFill>
            <a:srgbClr val="009E73"/>
          </a:solidFill>
          <a:ln w="9716">
            <a:solidFill>
              <a:srgbClr val="263238"/>
            </a:solidFill>
            <a:prstDash val="solid"/>
          </a:ln>
        </p:spPr>
      </p:sp>
      <p:sp>
        <p:nvSpPr>
          <p:cNvPr id="700" name="ST-MTM temporal row 1: source 700"/>
          <p:cNvSpPr/>
          <p:nvPr/>
        </p:nvSpPr>
        <p:spPr>
          <a:xfrm>
            <a:off x="8603960" y="3242661"/>
            <a:ext cx="66659" cy="66659"/>
          </a:xfrm>
          <a:prstGeom prst="ellipse">
            <a:avLst/>
          </a:prstGeom>
          <a:solidFill>
            <a:srgbClr val="009E73"/>
          </a:solidFill>
          <a:ln w="6858">
            <a:solidFill>
              <a:srgbClr val="263238"/>
            </a:solidFill>
            <a:prstDash val="solid"/>
          </a:ln>
        </p:spPr>
      </p:sp>
      <p:sp>
        <p:nvSpPr>
          <p:cNvPr id="701" name="ST-MTM temporal row 1: source 701"/>
          <p:cNvSpPr/>
          <p:nvPr/>
        </p:nvSpPr>
        <p:spPr>
          <a:xfrm>
            <a:off x="8683366" y="3242661"/>
            <a:ext cx="66659" cy="66659"/>
          </a:xfrm>
          <a:prstGeom prst="ellipse">
            <a:avLst/>
          </a:prstGeom>
          <a:solidFill>
            <a:srgbClr val="7B8790"/>
          </a:solidFill>
          <a:ln w="6858">
            <a:solidFill>
              <a:srgbClr val="263238"/>
            </a:solidFill>
            <a:prstDash val="solid"/>
          </a:ln>
        </p:spPr>
      </p:sp>
      <p:sp>
        <p:nvSpPr>
          <p:cNvPr id="702" name="ST-MTM temporal row 1: source 702"/>
          <p:cNvSpPr/>
          <p:nvPr/>
        </p:nvSpPr>
        <p:spPr>
          <a:xfrm>
            <a:off x="8741311" y="3242661"/>
            <a:ext cx="66659" cy="66659"/>
          </a:xfrm>
          <a:prstGeom prst="ellipse">
            <a:avLst/>
          </a:prstGeom>
          <a:solidFill>
            <a:srgbClr val="7B8790"/>
          </a:solidFill>
          <a:ln w="6858">
            <a:solidFill>
              <a:srgbClr val="263238"/>
            </a:solidFill>
            <a:prstDash val="solid"/>
          </a:ln>
        </p:spPr>
      </p:sp>
      <p:sp>
        <p:nvSpPr>
          <p:cNvPr id="703" name="ST-MTM temporal row 1: source 703"/>
          <p:cNvSpPr/>
          <p:nvPr/>
        </p:nvSpPr>
        <p:spPr>
          <a:xfrm>
            <a:off x="7566812" y="3361579"/>
            <a:ext cx="54798" cy="90526"/>
          </a:xfrm>
          <a:prstGeom prst="rect">
            <a:avLst/>
          </a:prstGeom>
          <a:solidFill>
            <a:srgbClr val="7B8790"/>
          </a:solidFill>
          <a:ln w="3772">
            <a:solidFill>
              <a:srgbClr val="FFFFFF"/>
            </a:solidFill>
            <a:prstDash val="solid"/>
          </a:ln>
        </p:spPr>
      </p:sp>
      <p:sp>
        <p:nvSpPr>
          <p:cNvPr id="704" name="ST-MTM temporal row 1: source 704"/>
          <p:cNvSpPr/>
          <p:nvPr/>
        </p:nvSpPr>
        <p:spPr>
          <a:xfrm>
            <a:off x="7618318" y="3361579"/>
            <a:ext cx="67675" cy="90526"/>
          </a:xfrm>
          <a:prstGeom prst="rect">
            <a:avLst/>
          </a:prstGeom>
          <a:solidFill>
            <a:srgbClr val="0072B2"/>
          </a:solidFill>
          <a:ln w="3772">
            <a:solidFill>
              <a:srgbClr val="FFFFFF"/>
            </a:solidFill>
            <a:prstDash val="solid"/>
          </a:ln>
        </p:spPr>
      </p:sp>
      <p:sp>
        <p:nvSpPr>
          <p:cNvPr id="705" name="ST-MTM temporal row 1: source 705"/>
          <p:cNvSpPr/>
          <p:nvPr/>
        </p:nvSpPr>
        <p:spPr>
          <a:xfrm>
            <a:off x="7682702" y="3361579"/>
            <a:ext cx="68533" cy="90526"/>
          </a:xfrm>
          <a:prstGeom prst="rect">
            <a:avLst/>
          </a:prstGeom>
          <a:solidFill>
            <a:srgbClr val="0072B2"/>
          </a:solidFill>
          <a:ln w="3772">
            <a:solidFill>
              <a:srgbClr val="FFFFFF"/>
            </a:solidFill>
            <a:prstDash val="solid"/>
          </a:ln>
        </p:spPr>
      </p:sp>
      <p:sp>
        <p:nvSpPr>
          <p:cNvPr id="706" name="ST-MTM temporal row 1: source 706"/>
          <p:cNvSpPr/>
          <p:nvPr/>
        </p:nvSpPr>
        <p:spPr>
          <a:xfrm>
            <a:off x="7747944" y="3361579"/>
            <a:ext cx="67675" cy="90526"/>
          </a:xfrm>
          <a:prstGeom prst="rect">
            <a:avLst/>
          </a:prstGeom>
          <a:solidFill>
            <a:srgbClr val="0072B2"/>
          </a:solidFill>
          <a:ln w="3772">
            <a:solidFill>
              <a:srgbClr val="FFFFFF"/>
            </a:solidFill>
            <a:prstDash val="solid"/>
          </a:ln>
        </p:spPr>
      </p:sp>
      <p:sp>
        <p:nvSpPr>
          <p:cNvPr id="707" name="ST-MTM temporal row 1: source 707"/>
          <p:cNvSpPr/>
          <p:nvPr/>
        </p:nvSpPr>
        <p:spPr>
          <a:xfrm>
            <a:off x="7812327" y="3361579"/>
            <a:ext cx="62525" cy="90526"/>
          </a:xfrm>
          <a:prstGeom prst="rect">
            <a:avLst/>
          </a:prstGeom>
          <a:solidFill>
            <a:srgbClr val="B7BEC5"/>
          </a:solidFill>
          <a:ln w="3772">
            <a:solidFill>
              <a:srgbClr val="FFFFFF"/>
            </a:solidFill>
            <a:prstDash val="solid"/>
          </a:ln>
        </p:spPr>
      </p:sp>
      <p:sp>
        <p:nvSpPr>
          <p:cNvPr id="708" name="ST-MTM temporal row 1: source 708"/>
          <p:cNvSpPr/>
          <p:nvPr/>
        </p:nvSpPr>
        <p:spPr>
          <a:xfrm>
            <a:off x="7871560" y="3361579"/>
            <a:ext cx="76260" cy="90526"/>
          </a:xfrm>
          <a:prstGeom prst="rect">
            <a:avLst/>
          </a:prstGeom>
          <a:solidFill>
            <a:srgbClr val="D55E00"/>
          </a:solidFill>
          <a:ln w="3772">
            <a:solidFill>
              <a:srgbClr val="FFFFFF"/>
            </a:solidFill>
            <a:prstDash val="solid"/>
          </a:ln>
        </p:spPr>
      </p:sp>
      <p:sp>
        <p:nvSpPr>
          <p:cNvPr id="709" name="ST-MTM temporal row 1: source 709"/>
          <p:cNvSpPr/>
          <p:nvPr/>
        </p:nvSpPr>
        <p:spPr>
          <a:xfrm>
            <a:off x="7944527" y="3361579"/>
            <a:ext cx="78835" cy="90526"/>
          </a:xfrm>
          <a:prstGeom prst="rect">
            <a:avLst/>
          </a:prstGeom>
          <a:solidFill>
            <a:srgbClr val="D55E00"/>
          </a:solidFill>
          <a:ln w="3772">
            <a:solidFill>
              <a:srgbClr val="FFFFFF"/>
            </a:solidFill>
            <a:prstDash val="solid"/>
          </a:ln>
        </p:spPr>
      </p:sp>
      <p:sp>
        <p:nvSpPr>
          <p:cNvPr id="710" name="ST-MTM temporal row 1: source 710"/>
          <p:cNvSpPr/>
          <p:nvPr/>
        </p:nvSpPr>
        <p:spPr>
          <a:xfrm>
            <a:off x="8020069" y="3361579"/>
            <a:ext cx="76260" cy="90526"/>
          </a:xfrm>
          <a:prstGeom prst="rect">
            <a:avLst/>
          </a:prstGeom>
          <a:solidFill>
            <a:srgbClr val="D55E00"/>
          </a:solidFill>
          <a:ln w="3772">
            <a:solidFill>
              <a:srgbClr val="FFFFFF"/>
            </a:solidFill>
            <a:prstDash val="solid"/>
          </a:ln>
        </p:spPr>
      </p:sp>
      <p:sp>
        <p:nvSpPr>
          <p:cNvPr id="711" name="ST-MTM temporal row 1: source 711"/>
          <p:cNvSpPr/>
          <p:nvPr/>
        </p:nvSpPr>
        <p:spPr>
          <a:xfrm>
            <a:off x="8093038" y="3361579"/>
            <a:ext cx="93428" cy="90526"/>
          </a:xfrm>
          <a:prstGeom prst="rect">
            <a:avLst/>
          </a:prstGeom>
          <a:solidFill>
            <a:srgbClr val="B7BEC5"/>
          </a:solidFill>
          <a:ln w="3772">
            <a:solidFill>
              <a:srgbClr val="FFFFFF"/>
            </a:solidFill>
            <a:prstDash val="solid"/>
          </a:ln>
        </p:spPr>
      </p:sp>
      <p:sp>
        <p:nvSpPr>
          <p:cNvPr id="712" name="ST-MTM temporal row 1: source 712"/>
          <p:cNvSpPr/>
          <p:nvPr/>
        </p:nvSpPr>
        <p:spPr>
          <a:xfrm>
            <a:off x="8183174" y="3361579"/>
            <a:ext cx="96004" cy="90526"/>
          </a:xfrm>
          <a:prstGeom prst="rect">
            <a:avLst/>
          </a:prstGeom>
          <a:solidFill>
            <a:srgbClr val="B7BEC5"/>
          </a:solidFill>
          <a:ln w="3772">
            <a:solidFill>
              <a:srgbClr val="FFFFFF"/>
            </a:solidFill>
            <a:prstDash val="solid"/>
          </a:ln>
        </p:spPr>
      </p:sp>
      <p:sp>
        <p:nvSpPr>
          <p:cNvPr id="713" name="ST-MTM temporal row 1: source 713"/>
          <p:cNvSpPr/>
          <p:nvPr/>
        </p:nvSpPr>
        <p:spPr>
          <a:xfrm>
            <a:off x="8275885" y="3361579"/>
            <a:ext cx="119182" cy="90526"/>
          </a:xfrm>
          <a:prstGeom prst="rect">
            <a:avLst/>
          </a:prstGeom>
          <a:solidFill>
            <a:srgbClr val="7B8790"/>
          </a:solidFill>
          <a:ln w="3772">
            <a:solidFill>
              <a:srgbClr val="FFFFFF"/>
            </a:solidFill>
            <a:prstDash val="solid"/>
          </a:ln>
        </p:spPr>
      </p:sp>
      <p:sp>
        <p:nvSpPr>
          <p:cNvPr id="714" name="ST-MTM temporal row 1: source 714"/>
          <p:cNvSpPr/>
          <p:nvPr/>
        </p:nvSpPr>
        <p:spPr>
          <a:xfrm>
            <a:off x="8391776" y="3361579"/>
            <a:ext cx="99437" cy="90526"/>
          </a:xfrm>
          <a:prstGeom prst="rect">
            <a:avLst/>
          </a:prstGeom>
          <a:solidFill>
            <a:srgbClr val="009E73"/>
          </a:solidFill>
          <a:ln w="3772">
            <a:solidFill>
              <a:srgbClr val="FFFFFF"/>
            </a:solidFill>
            <a:prstDash val="solid"/>
          </a:ln>
        </p:spPr>
      </p:sp>
      <p:sp>
        <p:nvSpPr>
          <p:cNvPr id="715" name="ST-MTM temporal row 1: source 715"/>
          <p:cNvSpPr/>
          <p:nvPr/>
        </p:nvSpPr>
        <p:spPr>
          <a:xfrm>
            <a:off x="8487921" y="3361579"/>
            <a:ext cx="104588" cy="90526"/>
          </a:xfrm>
          <a:prstGeom prst="rect">
            <a:avLst/>
          </a:prstGeom>
          <a:solidFill>
            <a:srgbClr val="009E73"/>
          </a:solidFill>
          <a:ln w="3772">
            <a:solidFill>
              <a:srgbClr val="FFFFFF"/>
            </a:solidFill>
            <a:prstDash val="solid"/>
          </a:ln>
        </p:spPr>
      </p:sp>
      <p:sp>
        <p:nvSpPr>
          <p:cNvPr id="716" name="ST-MTM temporal row 1: source 716"/>
          <p:cNvSpPr/>
          <p:nvPr/>
        </p:nvSpPr>
        <p:spPr>
          <a:xfrm>
            <a:off x="8589217" y="3361579"/>
            <a:ext cx="99437" cy="90526"/>
          </a:xfrm>
          <a:prstGeom prst="rect">
            <a:avLst/>
          </a:prstGeom>
          <a:solidFill>
            <a:srgbClr val="009E73"/>
          </a:solidFill>
          <a:ln w="3772">
            <a:solidFill>
              <a:srgbClr val="FFFFFF"/>
            </a:solidFill>
            <a:prstDash val="solid"/>
          </a:ln>
        </p:spPr>
      </p:sp>
      <p:sp>
        <p:nvSpPr>
          <p:cNvPr id="717" name="ST-MTM temporal row 1: source 717"/>
          <p:cNvSpPr/>
          <p:nvPr/>
        </p:nvSpPr>
        <p:spPr>
          <a:xfrm>
            <a:off x="8685363" y="3361579"/>
            <a:ext cx="65958" cy="90526"/>
          </a:xfrm>
          <a:prstGeom prst="rect">
            <a:avLst/>
          </a:prstGeom>
          <a:solidFill>
            <a:srgbClr val="7B8790"/>
          </a:solidFill>
          <a:ln w="3772">
            <a:solidFill>
              <a:srgbClr val="FFFFFF"/>
            </a:solidFill>
            <a:prstDash val="solid"/>
          </a:ln>
        </p:spPr>
      </p:sp>
      <p:sp>
        <p:nvSpPr>
          <p:cNvPr id="718" name="ST-MTM temporal row 1: source 718"/>
          <p:cNvSpPr/>
          <p:nvPr/>
        </p:nvSpPr>
        <p:spPr>
          <a:xfrm>
            <a:off x="8748029" y="3361579"/>
            <a:ext cx="56516" cy="90526"/>
          </a:xfrm>
          <a:prstGeom prst="rect">
            <a:avLst/>
          </a:prstGeom>
          <a:solidFill>
            <a:srgbClr val="7B8790"/>
          </a:solidFill>
          <a:ln w="3772">
            <a:solidFill>
              <a:srgbClr val="FFFFFF"/>
            </a:solidFill>
            <a:prstDash val="solid"/>
          </a:ln>
        </p:spPr>
      </p:sp>
      <p:sp>
        <p:nvSpPr>
          <p:cNvPr id="719" name="ST-MTM temporal row 1: source 719"/>
          <p:cNvSpPr/>
          <p:nvPr/>
        </p:nvSpPr>
        <p:spPr>
          <a:xfrm>
            <a:off x="7566812" y="3361579"/>
            <a:ext cx="1234440" cy="90526"/>
          </a:xfrm>
          <a:prstGeom prst="rect">
            <a:avLst/>
          </a:prstGeom>
          <a:solidFill>
            <a:srgbClr val="FFFFFF">
              <a:alpha val="0"/>
            </a:srgbClr>
          </a:solidFill>
          <a:ln w="8801">
            <a:solidFill>
              <a:srgbClr val="263238"/>
            </a:solidFill>
            <a:prstDash val="solid"/>
          </a:ln>
        </p:spPr>
      </p:sp>
      <p:sp>
        <p:nvSpPr>
          <p:cNvPr id="720" name="ST-MTM temporal row 2: source 720"/>
          <p:cNvSpPr/>
          <p:nvPr/>
        </p:nvSpPr>
        <p:spPr>
          <a:xfrm>
            <a:off x="7513320" y="3505200"/>
            <a:ext cx="1341425" cy="296266"/>
          </a:xfrm>
          <a:prstGeom prst="rect">
            <a:avLst/>
          </a:prstGeom>
          <a:solidFill>
            <a:srgbClr val="FFFFFF">
              <a:alpha val="0"/>
            </a:srgbClr>
          </a:solidFill>
          <a:ln w="7772">
            <a:solidFill>
              <a:srgbClr val="CCDDEC"/>
            </a:solidFill>
            <a:prstDash val="solid"/>
          </a:ln>
        </p:spPr>
      </p:sp>
      <p:sp>
        <p:nvSpPr>
          <p:cNvPr id="721" name="ST-MTM temporal row 2: source 721"/>
          <p:cNvSpPr/>
          <p:nvPr/>
        </p:nvSpPr>
        <p:spPr>
          <a:xfrm>
            <a:off x="7566812" y="3599840"/>
            <a:ext cx="1234440" cy="823"/>
          </a:xfrm>
          <a:prstGeom prst="line">
            <a:avLst/>
          </a:prstGeom>
          <a:solidFill>
            <a:srgbClr val="FFFFFF">
              <a:alpha val="0"/>
            </a:srgbClr>
          </a:solidFill>
          <a:ln w="8687">
            <a:solidFill>
              <a:srgbClr val="7B8790"/>
            </a:solidFill>
            <a:prstDash val="solid"/>
          </a:ln>
        </p:spPr>
      </p:sp>
      <p:sp>
        <p:nvSpPr>
          <p:cNvPr id="722" name="ST-MTM temporal row 2: source 722"/>
          <p:cNvSpPr/>
          <p:nvPr/>
        </p:nvSpPr>
        <p:spPr>
          <a:xfrm>
            <a:off x="7549903" y="3557179"/>
            <a:ext cx="85325" cy="85325"/>
          </a:xfrm>
          <a:prstGeom prst="diamond">
            <a:avLst/>
          </a:prstGeom>
          <a:solidFill>
            <a:srgbClr val="7B8790"/>
          </a:solidFill>
          <a:ln w="9716">
            <a:solidFill>
              <a:srgbClr val="263238"/>
            </a:solidFill>
            <a:prstDash val="solid"/>
          </a:ln>
        </p:spPr>
      </p:sp>
      <p:sp>
        <p:nvSpPr>
          <p:cNvPr id="723" name="ST-MTM temporal row 2: source 723"/>
          <p:cNvSpPr/>
          <p:nvPr/>
        </p:nvSpPr>
        <p:spPr>
          <a:xfrm>
            <a:off x="7617181" y="3566511"/>
            <a:ext cx="66659" cy="66659"/>
          </a:xfrm>
          <a:prstGeom prst="ellipse">
            <a:avLst/>
          </a:prstGeom>
          <a:solidFill>
            <a:srgbClr val="0072B2"/>
          </a:solidFill>
          <a:ln w="6858">
            <a:solidFill>
              <a:srgbClr val="263238"/>
            </a:solidFill>
            <a:prstDash val="solid"/>
          </a:ln>
        </p:spPr>
      </p:sp>
      <p:sp>
        <p:nvSpPr>
          <p:cNvPr id="724" name="ST-MTM temporal row 2: source 724"/>
          <p:cNvSpPr/>
          <p:nvPr/>
        </p:nvSpPr>
        <p:spPr>
          <a:xfrm>
            <a:off x="7672660" y="3557179"/>
            <a:ext cx="85325" cy="85325"/>
          </a:xfrm>
          <a:prstGeom prst="diamond">
            <a:avLst/>
          </a:prstGeom>
          <a:solidFill>
            <a:srgbClr val="0072B2"/>
          </a:solidFill>
          <a:ln w="9716">
            <a:solidFill>
              <a:srgbClr val="263238"/>
            </a:solidFill>
            <a:prstDash val="solid"/>
          </a:ln>
        </p:spPr>
      </p:sp>
      <p:sp>
        <p:nvSpPr>
          <p:cNvPr id="725" name="ST-MTM temporal row 2: source 725"/>
          <p:cNvSpPr/>
          <p:nvPr/>
        </p:nvSpPr>
        <p:spPr>
          <a:xfrm>
            <a:off x="7746805" y="3566511"/>
            <a:ext cx="66659" cy="66659"/>
          </a:xfrm>
          <a:prstGeom prst="ellipse">
            <a:avLst/>
          </a:prstGeom>
          <a:solidFill>
            <a:srgbClr val="0072B2"/>
          </a:solidFill>
          <a:ln w="6858">
            <a:solidFill>
              <a:srgbClr val="263238"/>
            </a:solidFill>
            <a:prstDash val="solid"/>
          </a:ln>
        </p:spPr>
      </p:sp>
      <p:sp>
        <p:nvSpPr>
          <p:cNvPr id="726" name="ST-MTM temporal row 2: source 726"/>
          <p:cNvSpPr/>
          <p:nvPr/>
        </p:nvSpPr>
        <p:spPr>
          <a:xfrm>
            <a:off x="7799281" y="3557179"/>
            <a:ext cx="85325" cy="85325"/>
          </a:xfrm>
          <a:prstGeom prst="diamond">
            <a:avLst/>
          </a:prstGeom>
          <a:solidFill>
            <a:srgbClr val="B7BEC5"/>
          </a:solidFill>
          <a:ln w="9716">
            <a:solidFill>
              <a:srgbClr val="263238"/>
            </a:solidFill>
            <a:prstDash val="solid"/>
          </a:ln>
        </p:spPr>
      </p:sp>
      <p:sp>
        <p:nvSpPr>
          <p:cNvPr id="727" name="ST-MTM temporal row 2: source 727"/>
          <p:cNvSpPr/>
          <p:nvPr/>
        </p:nvSpPr>
        <p:spPr>
          <a:xfrm>
            <a:off x="7874713" y="3566511"/>
            <a:ext cx="66659" cy="66659"/>
          </a:xfrm>
          <a:prstGeom prst="ellipse">
            <a:avLst/>
          </a:prstGeom>
          <a:solidFill>
            <a:srgbClr val="D55E00"/>
          </a:solidFill>
          <a:ln w="6858">
            <a:solidFill>
              <a:srgbClr val="263238"/>
            </a:solidFill>
            <a:prstDash val="solid"/>
          </a:ln>
        </p:spPr>
      </p:sp>
      <p:sp>
        <p:nvSpPr>
          <p:cNvPr id="728" name="ST-MTM temporal row 2: source 728"/>
          <p:cNvSpPr/>
          <p:nvPr/>
        </p:nvSpPr>
        <p:spPr>
          <a:xfrm>
            <a:off x="7939636" y="3557179"/>
            <a:ext cx="85325" cy="85325"/>
          </a:xfrm>
          <a:prstGeom prst="diamond">
            <a:avLst/>
          </a:prstGeom>
          <a:solidFill>
            <a:srgbClr val="D55E00"/>
          </a:solidFill>
          <a:ln w="9716">
            <a:solidFill>
              <a:srgbClr val="263238"/>
            </a:solidFill>
            <a:prstDash val="solid"/>
          </a:ln>
        </p:spPr>
      </p:sp>
      <p:sp>
        <p:nvSpPr>
          <p:cNvPr id="729" name="ST-MTM temporal row 2: source 729"/>
          <p:cNvSpPr/>
          <p:nvPr/>
        </p:nvSpPr>
        <p:spPr>
          <a:xfrm>
            <a:off x="8023224" y="3566511"/>
            <a:ext cx="66659" cy="66659"/>
          </a:xfrm>
          <a:prstGeom prst="ellipse">
            <a:avLst/>
          </a:prstGeom>
          <a:solidFill>
            <a:srgbClr val="D55E00"/>
          </a:solidFill>
          <a:ln w="6858">
            <a:solidFill>
              <a:srgbClr val="263238"/>
            </a:solidFill>
            <a:prstDash val="solid"/>
          </a:ln>
        </p:spPr>
      </p:sp>
      <p:sp>
        <p:nvSpPr>
          <p:cNvPr id="730" name="ST-MTM temporal row 2: source 730"/>
          <p:cNvSpPr/>
          <p:nvPr/>
        </p:nvSpPr>
        <p:spPr>
          <a:xfrm>
            <a:off x="8104776" y="3566511"/>
            <a:ext cx="66659" cy="66659"/>
          </a:xfrm>
          <a:prstGeom prst="ellipse">
            <a:avLst/>
          </a:prstGeom>
          <a:solidFill>
            <a:srgbClr val="B7BEC5"/>
          </a:solidFill>
          <a:ln w="6858">
            <a:solidFill>
              <a:srgbClr val="263238"/>
            </a:solidFill>
            <a:prstDash val="solid"/>
          </a:ln>
        </p:spPr>
      </p:sp>
      <p:sp>
        <p:nvSpPr>
          <p:cNvPr id="731" name="ST-MTM temporal row 2: source 731"/>
          <p:cNvSpPr/>
          <p:nvPr/>
        </p:nvSpPr>
        <p:spPr>
          <a:xfrm>
            <a:off x="8196200" y="3566511"/>
            <a:ext cx="66659" cy="66659"/>
          </a:xfrm>
          <a:prstGeom prst="ellipse">
            <a:avLst/>
          </a:prstGeom>
          <a:solidFill>
            <a:srgbClr val="B7BEC5"/>
          </a:solidFill>
          <a:ln w="6858">
            <a:solidFill>
              <a:srgbClr val="263238"/>
            </a:solidFill>
            <a:prstDash val="solid"/>
          </a:ln>
        </p:spPr>
      </p:sp>
      <p:sp>
        <p:nvSpPr>
          <p:cNvPr id="732" name="ST-MTM temporal row 2: source 732"/>
          <p:cNvSpPr/>
          <p:nvPr/>
        </p:nvSpPr>
        <p:spPr>
          <a:xfrm>
            <a:off x="8291168" y="3557179"/>
            <a:ext cx="85325" cy="85325"/>
          </a:xfrm>
          <a:prstGeom prst="diamond">
            <a:avLst/>
          </a:prstGeom>
          <a:solidFill>
            <a:srgbClr val="7B8790"/>
          </a:solidFill>
          <a:ln w="9716">
            <a:solidFill>
              <a:srgbClr val="263238"/>
            </a:solidFill>
            <a:prstDash val="solid"/>
          </a:ln>
        </p:spPr>
      </p:sp>
      <p:sp>
        <p:nvSpPr>
          <p:cNvPr id="733" name="ST-MTM temporal row 2: source 733"/>
          <p:cNvSpPr/>
          <p:nvPr/>
        </p:nvSpPr>
        <p:spPr>
          <a:xfrm>
            <a:off x="8406519" y="3566511"/>
            <a:ext cx="66659" cy="66659"/>
          </a:xfrm>
          <a:prstGeom prst="ellipse">
            <a:avLst/>
          </a:prstGeom>
          <a:solidFill>
            <a:srgbClr val="009E73"/>
          </a:solidFill>
          <a:ln w="6858">
            <a:solidFill>
              <a:srgbClr val="263238"/>
            </a:solidFill>
            <a:prstDash val="solid"/>
          </a:ln>
        </p:spPr>
      </p:sp>
      <p:sp>
        <p:nvSpPr>
          <p:cNvPr id="734" name="ST-MTM temporal row 2: source 734"/>
          <p:cNvSpPr/>
          <p:nvPr/>
        </p:nvSpPr>
        <p:spPr>
          <a:xfrm>
            <a:off x="8495907" y="3557179"/>
            <a:ext cx="85325" cy="85325"/>
          </a:xfrm>
          <a:prstGeom prst="diamond">
            <a:avLst/>
          </a:prstGeom>
          <a:solidFill>
            <a:srgbClr val="009E73"/>
          </a:solidFill>
          <a:ln w="9716">
            <a:solidFill>
              <a:srgbClr val="263238"/>
            </a:solidFill>
            <a:prstDash val="solid"/>
          </a:ln>
        </p:spPr>
      </p:sp>
      <p:sp>
        <p:nvSpPr>
          <p:cNvPr id="735" name="ST-MTM temporal row 2: source 735"/>
          <p:cNvSpPr/>
          <p:nvPr/>
        </p:nvSpPr>
        <p:spPr>
          <a:xfrm>
            <a:off x="8603960" y="3566511"/>
            <a:ext cx="66659" cy="66659"/>
          </a:xfrm>
          <a:prstGeom prst="ellipse">
            <a:avLst/>
          </a:prstGeom>
          <a:solidFill>
            <a:srgbClr val="009E73"/>
          </a:solidFill>
          <a:ln w="6858">
            <a:solidFill>
              <a:srgbClr val="263238"/>
            </a:solidFill>
            <a:prstDash val="solid"/>
          </a:ln>
        </p:spPr>
      </p:sp>
      <p:sp>
        <p:nvSpPr>
          <p:cNvPr id="736" name="ST-MTM temporal row 2: source 736"/>
          <p:cNvSpPr/>
          <p:nvPr/>
        </p:nvSpPr>
        <p:spPr>
          <a:xfrm>
            <a:off x="8683366" y="3566511"/>
            <a:ext cx="66659" cy="66659"/>
          </a:xfrm>
          <a:prstGeom prst="ellipse">
            <a:avLst/>
          </a:prstGeom>
          <a:solidFill>
            <a:srgbClr val="7B8790"/>
          </a:solidFill>
          <a:ln w="6858">
            <a:solidFill>
              <a:srgbClr val="263238"/>
            </a:solidFill>
            <a:prstDash val="solid"/>
          </a:ln>
        </p:spPr>
      </p:sp>
      <p:sp>
        <p:nvSpPr>
          <p:cNvPr id="737" name="ST-MTM temporal row 2: source 737"/>
          <p:cNvSpPr/>
          <p:nvPr/>
        </p:nvSpPr>
        <p:spPr>
          <a:xfrm>
            <a:off x="8741311" y="3566511"/>
            <a:ext cx="66659" cy="66659"/>
          </a:xfrm>
          <a:prstGeom prst="ellipse">
            <a:avLst/>
          </a:prstGeom>
          <a:solidFill>
            <a:srgbClr val="7B8790"/>
          </a:solidFill>
          <a:ln w="6858">
            <a:solidFill>
              <a:srgbClr val="263238"/>
            </a:solidFill>
            <a:prstDash val="solid"/>
          </a:ln>
        </p:spPr>
      </p:sp>
      <p:sp>
        <p:nvSpPr>
          <p:cNvPr id="738" name="ST-MTM temporal row 2: source 738"/>
          <p:cNvSpPr/>
          <p:nvPr/>
        </p:nvSpPr>
        <p:spPr>
          <a:xfrm>
            <a:off x="7566812" y="3685429"/>
            <a:ext cx="54798" cy="90526"/>
          </a:xfrm>
          <a:prstGeom prst="rect">
            <a:avLst/>
          </a:prstGeom>
          <a:solidFill>
            <a:srgbClr val="7B8790"/>
          </a:solidFill>
          <a:ln w="3772">
            <a:solidFill>
              <a:srgbClr val="FFFFFF"/>
            </a:solidFill>
            <a:prstDash val="solid"/>
          </a:ln>
        </p:spPr>
      </p:sp>
      <p:sp>
        <p:nvSpPr>
          <p:cNvPr id="739" name="ST-MTM temporal row 2: source 739"/>
          <p:cNvSpPr/>
          <p:nvPr/>
        </p:nvSpPr>
        <p:spPr>
          <a:xfrm>
            <a:off x="7618318" y="3685429"/>
            <a:ext cx="67675" cy="90526"/>
          </a:xfrm>
          <a:prstGeom prst="rect">
            <a:avLst/>
          </a:prstGeom>
          <a:solidFill>
            <a:srgbClr val="0072B2"/>
          </a:solidFill>
          <a:ln w="3772">
            <a:solidFill>
              <a:srgbClr val="FFFFFF"/>
            </a:solidFill>
            <a:prstDash val="solid"/>
          </a:ln>
        </p:spPr>
      </p:sp>
      <p:sp>
        <p:nvSpPr>
          <p:cNvPr id="740" name="ST-MTM temporal row 2: source 740"/>
          <p:cNvSpPr/>
          <p:nvPr/>
        </p:nvSpPr>
        <p:spPr>
          <a:xfrm>
            <a:off x="7682702" y="3685429"/>
            <a:ext cx="68533" cy="90526"/>
          </a:xfrm>
          <a:prstGeom prst="rect">
            <a:avLst/>
          </a:prstGeom>
          <a:solidFill>
            <a:srgbClr val="0072B2"/>
          </a:solidFill>
          <a:ln w="3772">
            <a:solidFill>
              <a:srgbClr val="FFFFFF"/>
            </a:solidFill>
            <a:prstDash val="solid"/>
          </a:ln>
        </p:spPr>
      </p:sp>
      <p:sp>
        <p:nvSpPr>
          <p:cNvPr id="741" name="ST-MTM temporal row 2: source 741"/>
          <p:cNvSpPr/>
          <p:nvPr/>
        </p:nvSpPr>
        <p:spPr>
          <a:xfrm>
            <a:off x="7747944" y="3685429"/>
            <a:ext cx="67675" cy="90526"/>
          </a:xfrm>
          <a:prstGeom prst="rect">
            <a:avLst/>
          </a:prstGeom>
          <a:solidFill>
            <a:srgbClr val="0072B2"/>
          </a:solidFill>
          <a:ln w="3772">
            <a:solidFill>
              <a:srgbClr val="FFFFFF"/>
            </a:solidFill>
            <a:prstDash val="solid"/>
          </a:ln>
        </p:spPr>
      </p:sp>
      <p:sp>
        <p:nvSpPr>
          <p:cNvPr id="742" name="ST-MTM temporal row 2: source 742"/>
          <p:cNvSpPr/>
          <p:nvPr/>
        </p:nvSpPr>
        <p:spPr>
          <a:xfrm>
            <a:off x="7812327" y="3685429"/>
            <a:ext cx="62525" cy="90526"/>
          </a:xfrm>
          <a:prstGeom prst="rect">
            <a:avLst/>
          </a:prstGeom>
          <a:solidFill>
            <a:srgbClr val="B7BEC5"/>
          </a:solidFill>
          <a:ln w="3772">
            <a:solidFill>
              <a:srgbClr val="FFFFFF"/>
            </a:solidFill>
            <a:prstDash val="solid"/>
          </a:ln>
        </p:spPr>
      </p:sp>
      <p:sp>
        <p:nvSpPr>
          <p:cNvPr id="743" name="ST-MTM temporal row 2: source 743"/>
          <p:cNvSpPr/>
          <p:nvPr/>
        </p:nvSpPr>
        <p:spPr>
          <a:xfrm>
            <a:off x="7871560" y="3685429"/>
            <a:ext cx="76260" cy="90526"/>
          </a:xfrm>
          <a:prstGeom prst="rect">
            <a:avLst/>
          </a:prstGeom>
          <a:solidFill>
            <a:srgbClr val="D55E00"/>
          </a:solidFill>
          <a:ln w="3772">
            <a:solidFill>
              <a:srgbClr val="FFFFFF"/>
            </a:solidFill>
            <a:prstDash val="solid"/>
          </a:ln>
        </p:spPr>
      </p:sp>
      <p:sp>
        <p:nvSpPr>
          <p:cNvPr id="744" name="ST-MTM temporal row 2: source 744"/>
          <p:cNvSpPr/>
          <p:nvPr/>
        </p:nvSpPr>
        <p:spPr>
          <a:xfrm>
            <a:off x="7944527" y="3685429"/>
            <a:ext cx="78835" cy="90526"/>
          </a:xfrm>
          <a:prstGeom prst="rect">
            <a:avLst/>
          </a:prstGeom>
          <a:solidFill>
            <a:srgbClr val="D55E00"/>
          </a:solidFill>
          <a:ln w="3772">
            <a:solidFill>
              <a:srgbClr val="FFFFFF"/>
            </a:solidFill>
            <a:prstDash val="solid"/>
          </a:ln>
        </p:spPr>
      </p:sp>
      <p:sp>
        <p:nvSpPr>
          <p:cNvPr id="745" name="ST-MTM temporal row 2: source 745"/>
          <p:cNvSpPr/>
          <p:nvPr/>
        </p:nvSpPr>
        <p:spPr>
          <a:xfrm>
            <a:off x="8020069" y="3685429"/>
            <a:ext cx="76260" cy="90526"/>
          </a:xfrm>
          <a:prstGeom prst="rect">
            <a:avLst/>
          </a:prstGeom>
          <a:solidFill>
            <a:srgbClr val="D55E00"/>
          </a:solidFill>
          <a:ln w="3772">
            <a:solidFill>
              <a:srgbClr val="FFFFFF"/>
            </a:solidFill>
            <a:prstDash val="solid"/>
          </a:ln>
        </p:spPr>
      </p:sp>
      <p:sp>
        <p:nvSpPr>
          <p:cNvPr id="746" name="ST-MTM temporal row 2: source 746"/>
          <p:cNvSpPr/>
          <p:nvPr/>
        </p:nvSpPr>
        <p:spPr>
          <a:xfrm>
            <a:off x="8093038" y="3685429"/>
            <a:ext cx="93428" cy="90526"/>
          </a:xfrm>
          <a:prstGeom prst="rect">
            <a:avLst/>
          </a:prstGeom>
          <a:solidFill>
            <a:srgbClr val="B7BEC5"/>
          </a:solidFill>
          <a:ln w="3772">
            <a:solidFill>
              <a:srgbClr val="FFFFFF"/>
            </a:solidFill>
            <a:prstDash val="solid"/>
          </a:ln>
        </p:spPr>
      </p:sp>
      <p:sp>
        <p:nvSpPr>
          <p:cNvPr id="747" name="ST-MTM temporal row 2: source 747"/>
          <p:cNvSpPr/>
          <p:nvPr/>
        </p:nvSpPr>
        <p:spPr>
          <a:xfrm>
            <a:off x="8183174" y="3685429"/>
            <a:ext cx="96004" cy="90526"/>
          </a:xfrm>
          <a:prstGeom prst="rect">
            <a:avLst/>
          </a:prstGeom>
          <a:solidFill>
            <a:srgbClr val="B7BEC5"/>
          </a:solidFill>
          <a:ln w="3772">
            <a:solidFill>
              <a:srgbClr val="FFFFFF"/>
            </a:solidFill>
            <a:prstDash val="solid"/>
          </a:ln>
        </p:spPr>
      </p:sp>
      <p:sp>
        <p:nvSpPr>
          <p:cNvPr id="748" name="ST-MTM temporal row 2: source 748"/>
          <p:cNvSpPr/>
          <p:nvPr/>
        </p:nvSpPr>
        <p:spPr>
          <a:xfrm>
            <a:off x="8275885" y="3685429"/>
            <a:ext cx="119182" cy="90526"/>
          </a:xfrm>
          <a:prstGeom prst="rect">
            <a:avLst/>
          </a:prstGeom>
          <a:solidFill>
            <a:srgbClr val="7B8790"/>
          </a:solidFill>
          <a:ln w="3772">
            <a:solidFill>
              <a:srgbClr val="FFFFFF"/>
            </a:solidFill>
            <a:prstDash val="solid"/>
          </a:ln>
        </p:spPr>
      </p:sp>
      <p:sp>
        <p:nvSpPr>
          <p:cNvPr id="749" name="ST-MTM temporal row 2: source 749"/>
          <p:cNvSpPr/>
          <p:nvPr/>
        </p:nvSpPr>
        <p:spPr>
          <a:xfrm>
            <a:off x="8391776" y="3685429"/>
            <a:ext cx="99437" cy="90526"/>
          </a:xfrm>
          <a:prstGeom prst="rect">
            <a:avLst/>
          </a:prstGeom>
          <a:solidFill>
            <a:srgbClr val="009E73"/>
          </a:solidFill>
          <a:ln w="3772">
            <a:solidFill>
              <a:srgbClr val="FFFFFF"/>
            </a:solidFill>
            <a:prstDash val="solid"/>
          </a:ln>
        </p:spPr>
      </p:sp>
      <p:sp>
        <p:nvSpPr>
          <p:cNvPr id="750" name="ST-MTM temporal row 2: source 750"/>
          <p:cNvSpPr/>
          <p:nvPr/>
        </p:nvSpPr>
        <p:spPr>
          <a:xfrm>
            <a:off x="8487921" y="3685429"/>
            <a:ext cx="104588" cy="90526"/>
          </a:xfrm>
          <a:prstGeom prst="rect">
            <a:avLst/>
          </a:prstGeom>
          <a:solidFill>
            <a:srgbClr val="009E73"/>
          </a:solidFill>
          <a:ln w="3772">
            <a:solidFill>
              <a:srgbClr val="FFFFFF"/>
            </a:solidFill>
            <a:prstDash val="solid"/>
          </a:ln>
        </p:spPr>
      </p:sp>
      <p:sp>
        <p:nvSpPr>
          <p:cNvPr id="751" name="ST-MTM temporal row 2: source 751"/>
          <p:cNvSpPr/>
          <p:nvPr/>
        </p:nvSpPr>
        <p:spPr>
          <a:xfrm>
            <a:off x="8589217" y="3685429"/>
            <a:ext cx="99437" cy="90526"/>
          </a:xfrm>
          <a:prstGeom prst="rect">
            <a:avLst/>
          </a:prstGeom>
          <a:solidFill>
            <a:srgbClr val="009E73"/>
          </a:solidFill>
          <a:ln w="3772">
            <a:solidFill>
              <a:srgbClr val="FFFFFF"/>
            </a:solidFill>
            <a:prstDash val="solid"/>
          </a:ln>
        </p:spPr>
      </p:sp>
      <p:sp>
        <p:nvSpPr>
          <p:cNvPr id="752" name="ST-MTM temporal row 2: source 752"/>
          <p:cNvSpPr/>
          <p:nvPr/>
        </p:nvSpPr>
        <p:spPr>
          <a:xfrm>
            <a:off x="8685363" y="3685429"/>
            <a:ext cx="65958" cy="90526"/>
          </a:xfrm>
          <a:prstGeom prst="rect">
            <a:avLst/>
          </a:prstGeom>
          <a:solidFill>
            <a:srgbClr val="7B8790"/>
          </a:solidFill>
          <a:ln w="3772">
            <a:solidFill>
              <a:srgbClr val="FFFFFF"/>
            </a:solidFill>
            <a:prstDash val="solid"/>
          </a:ln>
        </p:spPr>
      </p:sp>
      <p:sp>
        <p:nvSpPr>
          <p:cNvPr id="753" name="ST-MTM temporal row 2: source 753"/>
          <p:cNvSpPr/>
          <p:nvPr/>
        </p:nvSpPr>
        <p:spPr>
          <a:xfrm>
            <a:off x="8748029" y="3685429"/>
            <a:ext cx="56516" cy="90526"/>
          </a:xfrm>
          <a:prstGeom prst="rect">
            <a:avLst/>
          </a:prstGeom>
          <a:solidFill>
            <a:srgbClr val="7B8790"/>
          </a:solidFill>
          <a:ln w="3772">
            <a:solidFill>
              <a:srgbClr val="FFFFFF"/>
            </a:solidFill>
            <a:prstDash val="solid"/>
          </a:ln>
        </p:spPr>
      </p:sp>
      <p:sp>
        <p:nvSpPr>
          <p:cNvPr id="754" name="ST-MTM temporal row 2: source 754"/>
          <p:cNvSpPr/>
          <p:nvPr/>
        </p:nvSpPr>
        <p:spPr>
          <a:xfrm>
            <a:off x="7566812" y="3685429"/>
            <a:ext cx="1234440" cy="90526"/>
          </a:xfrm>
          <a:prstGeom prst="rect">
            <a:avLst/>
          </a:prstGeom>
          <a:solidFill>
            <a:srgbClr val="FFFFFF">
              <a:alpha val="0"/>
            </a:srgbClr>
          </a:solidFill>
          <a:ln w="8801">
            <a:solidFill>
              <a:srgbClr val="263238"/>
            </a:solidFill>
            <a:prstDash val="solid"/>
          </a:ln>
        </p:spPr>
      </p:sp>
      <p:sp>
        <p:nvSpPr>
          <p:cNvPr id="11000" name="Centroid 1">
            <a:extLst>
              <a:ext uri="{FF2B5EF4-FFF2-40B4-BE49-F238E27FC236}">
                <ns2:creationId id="{F07B54FB-EB0B-45C3-86DD-B1AAA1E730F7}"/>
              </a:ext>
            </a:extLst>
          </p:cNvPr>
          <p:cNvSpPr>
            <a:spLocks noGrp="1"/>
          </p:cNvSpPr>
          <p:nvPr/>
        </p:nvSpPr>
        <p:spPr>
          <a:xfrm>
            <a:off x="2600325" y="3600450"/>
            <a:ext cx="266700" cy="171450"/>
          </a:xfrm>
          <a:prstGeom prst="rect">
            <a:avLst/>
          </a:prstGeom>
          <a:noFill/>
          <a:ln w="0">
            <a:noFill/>
          </a:ln>
        </p:spPr>
        <p:txBody>
          <a:bodyPr wrap="none" lIns="0" tIns="0" rIns="0" bIns="0" anchor="ctr">
            <a:noAutofit/>
          </a:bodyPr>
          <a:lstStyle>
            <a:defPPr algn="ctr">
              <a:defRPr sz="975">
                <a:solidFill>
                  <a:srgbClr val="000000"/>
                </a:solidFill>
                <a:latin typeface="Arial"/>
                <a:ea typeface="Arial"/>
                <a:cs typeface="Arial"/>
              </a:defRPr>
            </a:defPPr>
            <a:lvl1pPr algn="ctr">
              <a:defRPr sz="975">
                <a:solidFill>
                  <a:srgbClr val="000000"/>
                </a:solidFill>
                <a:latin typeface="Arial"/>
                <a:ea typeface="Arial"/>
                <a:cs typeface="Arial"/>
              </a:defRPr>
            </a:lvl1pPr>
            <a:lvl2pPr algn="ctr">
              <a:defRPr sz="975">
                <a:solidFill>
                  <a:srgbClr val="000000"/>
                </a:solidFill>
                <a:latin typeface="Arial"/>
                <a:ea typeface="Arial"/>
                <a:cs typeface="Arial"/>
              </a:defRPr>
            </a:lvl2pPr>
            <a:lvl3pPr algn="ctr">
              <a:defRPr sz="975">
                <a:solidFill>
                  <a:srgbClr val="000000"/>
                </a:solidFill>
                <a:latin typeface="Arial"/>
                <a:ea typeface="Arial"/>
                <a:cs typeface="Arial"/>
              </a:defRPr>
            </a:lvl3pPr>
            <a:lvl4pPr algn="ctr">
              <a:defRPr sz="975">
                <a:solidFill>
                  <a:srgbClr val="000000"/>
                </a:solidFill>
                <a:latin typeface="Arial"/>
                <a:ea typeface="Arial"/>
                <a:cs typeface="Arial"/>
              </a:defRPr>
            </a:lvl4pPr>
            <a:lvl5pPr algn="ctr">
              <a:defRPr sz="975">
                <a:solidFill>
                  <a:srgbClr val="000000"/>
                </a:solidFill>
                <a:latin typeface="Arial"/>
                <a:ea typeface="Arial"/>
                <a:cs typeface="Arial"/>
              </a:defRPr>
            </a:lvl5pPr>
            <a:lvl6pPr algn="ctr">
              <a:defRPr sz="975">
                <a:solidFill>
                  <a:srgbClr val="000000"/>
                </a:solidFill>
                <a:latin typeface="Arial"/>
                <a:ea typeface="Arial"/>
                <a:cs typeface="Arial"/>
              </a:defRPr>
            </a:lvl6pPr>
            <a:lvl7pPr algn="ctr">
              <a:defRPr sz="975">
                <a:solidFill>
                  <a:srgbClr val="000000"/>
                </a:solidFill>
                <a:latin typeface="Arial"/>
                <a:ea typeface="Arial"/>
                <a:cs typeface="Arial"/>
              </a:defRPr>
            </a:lvl7pPr>
            <a:lvl8pPr algn="ctr">
              <a:defRPr sz="975">
                <a:solidFill>
                  <a:srgbClr val="000000"/>
                </a:solidFill>
                <a:latin typeface="Arial"/>
                <a:ea typeface="Arial"/>
                <a:cs typeface="Arial"/>
              </a:defRPr>
            </a:lvl8pPr>
            <a:lvl9pPr algn="ctr">
              <a:defRPr sz="975">
                <a:solidFill>
                  <a:srgbClr val="000000"/>
                </a:solidFill>
                <a:latin typeface="Arial"/>
                <a:ea typeface="Arial"/>
                <a:cs typeface="Arial"/>
              </a:defRPr>
            </a:lvl9pPr>
          </a:lstStyle>
          <a:p>
            <a:pPr algn="ctr">
              <a:defRPr sz="975">
                <a:solidFill>
                  <a:srgbClr val="000000"/>
                </a:solidFill>
                <a:latin typeface="Arial"/>
                <a:ea typeface="Arial"/>
                <a:cs typeface="Arial"/>
              </a:defRPr>
            </a:pPr>
            <a:r>
              <a:rPr sz="975">
                <a:solidFill>
                  <a:srgbClr val="000000"/>
                </a:solidFill>
                <a:latin typeface="Arial"/>
                <a:ea typeface="Arial"/>
                <a:cs typeface="Arial"/>
              </a:rPr>
              <a:t>G_A</a:t>
            </a:r>
            <a:r>
              <a:rPr sz="702" baseline="-25000">
                <a:solidFill>
                  <a:srgbClr val="000000"/>
                </a:solidFill>
                <a:latin typeface="Arial"/>
                <a:ea typeface="Arial"/>
                <a:cs typeface="Arial"/>
              </a:rPr>
              <a:t/>
            </a:r>
          </a:p>
        </p:txBody>
      </p:sp>
      <p:sp>
        <p:nvSpPr>
          <p:cNvPr id="11001" name="Centroid 2">
            <a:extLst>
              <a:ext uri="{FF2B5EF4-FFF2-40B4-BE49-F238E27FC236}">
                <ns2:creationId id="{D5BC90EF-5C58-4CCD-96CB-43780D74607E}"/>
              </a:ext>
            </a:extLst>
          </p:cNvPr>
          <p:cNvSpPr>
            <a:spLocks noGrp="1"/>
          </p:cNvSpPr>
          <p:nvPr/>
        </p:nvSpPr>
        <p:spPr>
          <a:xfrm>
            <a:off x="3067050" y="2771775"/>
            <a:ext cx="266700" cy="171450"/>
          </a:xfrm>
          <a:prstGeom prst="rect">
            <a:avLst/>
          </a:prstGeom>
          <a:noFill/>
          <a:ln w="0">
            <a:noFill/>
          </a:ln>
        </p:spPr>
        <p:txBody>
          <a:bodyPr wrap="none" lIns="0" tIns="0" rIns="0" bIns="0" anchor="ctr">
            <a:noAutofit/>
          </a:bodyPr>
          <a:lstStyle>
            <a:defPPr algn="ctr">
              <a:defRPr sz="975">
                <a:solidFill>
                  <a:srgbClr val="000000"/>
                </a:solidFill>
                <a:latin typeface="Arial"/>
                <a:ea typeface="Arial"/>
                <a:cs typeface="Arial"/>
              </a:defRPr>
            </a:defPPr>
            <a:lvl1pPr algn="ctr">
              <a:defRPr sz="975">
                <a:solidFill>
                  <a:srgbClr val="000000"/>
                </a:solidFill>
                <a:latin typeface="Arial"/>
                <a:ea typeface="Arial"/>
                <a:cs typeface="Arial"/>
              </a:defRPr>
            </a:lvl1pPr>
            <a:lvl2pPr algn="ctr">
              <a:defRPr sz="975">
                <a:solidFill>
                  <a:srgbClr val="000000"/>
                </a:solidFill>
                <a:latin typeface="Arial"/>
                <a:ea typeface="Arial"/>
                <a:cs typeface="Arial"/>
              </a:defRPr>
            </a:lvl2pPr>
            <a:lvl3pPr algn="ctr">
              <a:defRPr sz="975">
                <a:solidFill>
                  <a:srgbClr val="000000"/>
                </a:solidFill>
                <a:latin typeface="Arial"/>
                <a:ea typeface="Arial"/>
                <a:cs typeface="Arial"/>
              </a:defRPr>
            </a:lvl3pPr>
            <a:lvl4pPr algn="ctr">
              <a:defRPr sz="975">
                <a:solidFill>
                  <a:srgbClr val="000000"/>
                </a:solidFill>
                <a:latin typeface="Arial"/>
                <a:ea typeface="Arial"/>
                <a:cs typeface="Arial"/>
              </a:defRPr>
            </a:lvl4pPr>
            <a:lvl5pPr algn="ctr">
              <a:defRPr sz="975">
                <a:solidFill>
                  <a:srgbClr val="000000"/>
                </a:solidFill>
                <a:latin typeface="Arial"/>
                <a:ea typeface="Arial"/>
                <a:cs typeface="Arial"/>
              </a:defRPr>
            </a:lvl5pPr>
            <a:lvl6pPr algn="ctr">
              <a:defRPr sz="975">
                <a:solidFill>
                  <a:srgbClr val="000000"/>
                </a:solidFill>
                <a:latin typeface="Arial"/>
                <a:ea typeface="Arial"/>
                <a:cs typeface="Arial"/>
              </a:defRPr>
            </a:lvl6pPr>
            <a:lvl7pPr algn="ctr">
              <a:defRPr sz="975">
                <a:solidFill>
                  <a:srgbClr val="000000"/>
                </a:solidFill>
                <a:latin typeface="Arial"/>
                <a:ea typeface="Arial"/>
                <a:cs typeface="Arial"/>
              </a:defRPr>
            </a:lvl7pPr>
            <a:lvl8pPr algn="ctr">
              <a:defRPr sz="975">
                <a:solidFill>
                  <a:srgbClr val="000000"/>
                </a:solidFill>
                <a:latin typeface="Arial"/>
                <a:ea typeface="Arial"/>
                <a:cs typeface="Arial"/>
              </a:defRPr>
            </a:lvl8pPr>
            <a:lvl9pPr algn="ctr">
              <a:defRPr sz="975">
                <a:solidFill>
                  <a:srgbClr val="000000"/>
                </a:solidFill>
                <a:latin typeface="Arial"/>
                <a:ea typeface="Arial"/>
                <a:cs typeface="Arial"/>
              </a:defRPr>
            </a:lvl9pPr>
          </a:lstStyle>
          <a:p>
            <a:pPr algn="ctr">
              <a:defRPr sz="975">
                <a:solidFill>
                  <a:srgbClr val="000000"/>
                </a:solidFill>
                <a:latin typeface="Arial"/>
                <a:ea typeface="Arial"/>
                <a:cs typeface="Arial"/>
              </a:defRPr>
            </a:pPr>
            <a:r>
              <a:rPr sz="975">
                <a:solidFill>
                  <a:srgbClr val="000000"/>
                </a:solidFill>
                <a:latin typeface="Arial"/>
                <a:ea typeface="Arial"/>
                <a:cs typeface="Arial"/>
              </a:rPr>
              <a:t>G_B</a:t>
            </a:r>
            <a:r>
              <a:rPr sz="702" baseline="-25000">
                <a:solidFill>
                  <a:srgbClr val="000000"/>
                </a:solidFill>
                <a:latin typeface="Arial"/>
                <a:ea typeface="Arial"/>
                <a:cs typeface="Arial"/>
              </a:rPr>
              <a:t/>
            </a:r>
          </a:p>
        </p:txBody>
      </p:sp>
      <p:sp>
        <p:nvSpPr>
          <p:cNvPr id="11002" name="Centroid 3">
            <a:extLst>
              <a:ext uri="{FF2B5EF4-FFF2-40B4-BE49-F238E27FC236}">
                <ns2:creationId id="{53BA0AE7-7D5B-4E51-93B4-055859798847}"/>
              </a:ext>
            </a:extLst>
          </p:cNvPr>
          <p:cNvSpPr>
            <a:spLocks noGrp="1"/>
          </p:cNvSpPr>
          <p:nvPr/>
        </p:nvSpPr>
        <p:spPr>
          <a:xfrm>
            <a:off x="3590925" y="3638550"/>
            <a:ext cx="266700" cy="171450"/>
          </a:xfrm>
          <a:prstGeom prst="rect">
            <a:avLst/>
          </a:prstGeom>
          <a:noFill/>
          <a:ln w="0">
            <a:noFill/>
          </a:ln>
        </p:spPr>
        <p:txBody>
          <a:bodyPr wrap="none" lIns="0" tIns="0" rIns="0" bIns="0" anchor="ctr">
            <a:noAutofit/>
          </a:bodyPr>
          <a:lstStyle>
            <a:defPPr algn="ctr">
              <a:defRPr sz="975">
                <a:solidFill>
                  <a:srgbClr val="000000"/>
                </a:solidFill>
                <a:latin typeface="Arial"/>
                <a:ea typeface="Arial"/>
                <a:cs typeface="Arial"/>
              </a:defRPr>
            </a:defPPr>
            <a:lvl1pPr algn="ctr">
              <a:defRPr sz="975">
                <a:solidFill>
                  <a:srgbClr val="000000"/>
                </a:solidFill>
                <a:latin typeface="Arial"/>
                <a:ea typeface="Arial"/>
                <a:cs typeface="Arial"/>
              </a:defRPr>
            </a:lvl1pPr>
            <a:lvl2pPr algn="ctr">
              <a:defRPr sz="975">
                <a:solidFill>
                  <a:srgbClr val="000000"/>
                </a:solidFill>
                <a:latin typeface="Arial"/>
                <a:ea typeface="Arial"/>
                <a:cs typeface="Arial"/>
              </a:defRPr>
            </a:lvl2pPr>
            <a:lvl3pPr algn="ctr">
              <a:defRPr sz="975">
                <a:solidFill>
                  <a:srgbClr val="000000"/>
                </a:solidFill>
                <a:latin typeface="Arial"/>
                <a:ea typeface="Arial"/>
                <a:cs typeface="Arial"/>
              </a:defRPr>
            </a:lvl3pPr>
            <a:lvl4pPr algn="ctr">
              <a:defRPr sz="975">
                <a:solidFill>
                  <a:srgbClr val="000000"/>
                </a:solidFill>
                <a:latin typeface="Arial"/>
                <a:ea typeface="Arial"/>
                <a:cs typeface="Arial"/>
              </a:defRPr>
            </a:lvl4pPr>
            <a:lvl5pPr algn="ctr">
              <a:defRPr sz="975">
                <a:solidFill>
                  <a:srgbClr val="000000"/>
                </a:solidFill>
                <a:latin typeface="Arial"/>
                <a:ea typeface="Arial"/>
                <a:cs typeface="Arial"/>
              </a:defRPr>
            </a:lvl5pPr>
            <a:lvl6pPr algn="ctr">
              <a:defRPr sz="975">
                <a:solidFill>
                  <a:srgbClr val="000000"/>
                </a:solidFill>
                <a:latin typeface="Arial"/>
                <a:ea typeface="Arial"/>
                <a:cs typeface="Arial"/>
              </a:defRPr>
            </a:lvl6pPr>
            <a:lvl7pPr algn="ctr">
              <a:defRPr sz="975">
                <a:solidFill>
                  <a:srgbClr val="000000"/>
                </a:solidFill>
                <a:latin typeface="Arial"/>
                <a:ea typeface="Arial"/>
                <a:cs typeface="Arial"/>
              </a:defRPr>
            </a:lvl7pPr>
            <a:lvl8pPr algn="ctr">
              <a:defRPr sz="975">
                <a:solidFill>
                  <a:srgbClr val="000000"/>
                </a:solidFill>
                <a:latin typeface="Arial"/>
                <a:ea typeface="Arial"/>
                <a:cs typeface="Arial"/>
              </a:defRPr>
            </a:lvl8pPr>
            <a:lvl9pPr algn="ctr">
              <a:defRPr sz="975">
                <a:solidFill>
                  <a:srgbClr val="000000"/>
                </a:solidFill>
                <a:latin typeface="Arial"/>
                <a:ea typeface="Arial"/>
                <a:cs typeface="Arial"/>
              </a:defRPr>
            </a:lvl9pPr>
          </a:lstStyle>
          <a:p>
            <a:pPr algn="ctr">
              <a:defRPr sz="975">
                <a:solidFill>
                  <a:srgbClr val="000000"/>
                </a:solidFill>
                <a:latin typeface="Arial"/>
                <a:ea typeface="Arial"/>
                <a:cs typeface="Arial"/>
              </a:defRPr>
            </a:pPr>
            <a:r>
              <a:rPr sz="975">
                <a:solidFill>
                  <a:srgbClr val="000000"/>
                </a:solidFill>
                <a:latin typeface="Arial"/>
                <a:ea typeface="Arial"/>
                <a:cs typeface="Arial"/>
              </a:rPr>
              <a:t>G_C</a:t>
            </a:r>
            <a:r>
              <a:rPr sz="702" baseline="-25000">
                <a:solidFill>
                  <a:srgbClr val="000000"/>
                </a:solidFill>
                <a:latin typeface="Arial"/>
                <a:ea typeface="Arial"/>
                <a:cs typeface="Arial"/>
              </a:rPr>
              <a:t/>
            </a:r>
          </a:p>
        </p:txBody>
      </p:sp>
      <p:sp>
        <p:nvSpPr>
          <p:cNvPr id="11003" name="Distance 1–2">
            <a:extLst>
              <a:ext uri="{FF2B5EF4-FFF2-40B4-BE49-F238E27FC236}">
                <ns2:creationId id="{A729EF3D-E55D-4776-B41D-342390E3CB98}"/>
              </a:ext>
            </a:extLst>
          </p:cNvPr>
          <p:cNvSpPr>
            <a:spLocks noGrp="1"/>
          </p:cNvSpPr>
          <p:nvPr/>
        </p:nvSpPr>
        <p:spPr>
          <a:xfrm>
            <a:off x="2847975" y="3181350"/>
            <a:ext cx="266700" cy="161925"/>
          </a:xfrm>
          <a:prstGeom prst="rect">
            <a:avLst/>
          </a:prstGeom>
          <a:solidFill>
            <a:srgbClr val="F7F9FA"/>
          </a:solidFill>
          <a:ln w="0">
            <a:noFill/>
          </a:ln>
        </p:spPr>
        <p:txBody>
          <a:bodyPr wrap="none" lIns="0" tIns="0" rIns="0" bIns="0" anchor="ctr">
            <a:noAutofit/>
          </a:bodyPr>
          <a:lstStyle>
            <a:defPPr algn="ctr">
              <a:defRPr sz="975">
                <a:solidFill>
                  <a:srgbClr val="000000"/>
                </a:solidFill>
                <a:latin typeface="Arial"/>
                <a:ea typeface="Arial"/>
                <a:cs typeface="Arial"/>
              </a:defRPr>
            </a:defPPr>
            <a:lvl1pPr algn="ctr">
              <a:defRPr sz="975">
                <a:solidFill>
                  <a:srgbClr val="000000"/>
                </a:solidFill>
                <a:latin typeface="Arial"/>
                <a:ea typeface="Arial"/>
                <a:cs typeface="Arial"/>
              </a:defRPr>
            </a:lvl1pPr>
            <a:lvl2pPr algn="ctr">
              <a:defRPr sz="975">
                <a:solidFill>
                  <a:srgbClr val="000000"/>
                </a:solidFill>
                <a:latin typeface="Arial"/>
                <a:ea typeface="Arial"/>
                <a:cs typeface="Arial"/>
              </a:defRPr>
            </a:lvl2pPr>
            <a:lvl3pPr algn="ctr">
              <a:defRPr sz="975">
                <a:solidFill>
                  <a:srgbClr val="000000"/>
                </a:solidFill>
                <a:latin typeface="Arial"/>
                <a:ea typeface="Arial"/>
                <a:cs typeface="Arial"/>
              </a:defRPr>
            </a:lvl3pPr>
            <a:lvl4pPr algn="ctr">
              <a:defRPr sz="975">
                <a:solidFill>
                  <a:srgbClr val="000000"/>
                </a:solidFill>
                <a:latin typeface="Arial"/>
                <a:ea typeface="Arial"/>
                <a:cs typeface="Arial"/>
              </a:defRPr>
            </a:lvl4pPr>
            <a:lvl5pPr algn="ctr">
              <a:defRPr sz="975">
                <a:solidFill>
                  <a:srgbClr val="000000"/>
                </a:solidFill>
                <a:latin typeface="Arial"/>
                <a:ea typeface="Arial"/>
                <a:cs typeface="Arial"/>
              </a:defRPr>
            </a:lvl5pPr>
            <a:lvl6pPr algn="ctr">
              <a:defRPr sz="975">
                <a:solidFill>
                  <a:srgbClr val="000000"/>
                </a:solidFill>
                <a:latin typeface="Arial"/>
                <a:ea typeface="Arial"/>
                <a:cs typeface="Arial"/>
              </a:defRPr>
            </a:lvl6pPr>
            <a:lvl7pPr algn="ctr">
              <a:defRPr sz="975">
                <a:solidFill>
                  <a:srgbClr val="000000"/>
                </a:solidFill>
                <a:latin typeface="Arial"/>
                <a:ea typeface="Arial"/>
                <a:cs typeface="Arial"/>
              </a:defRPr>
            </a:lvl7pPr>
            <a:lvl8pPr algn="ctr">
              <a:defRPr sz="975">
                <a:solidFill>
                  <a:srgbClr val="000000"/>
                </a:solidFill>
                <a:latin typeface="Arial"/>
                <a:ea typeface="Arial"/>
                <a:cs typeface="Arial"/>
              </a:defRPr>
            </a:lvl8pPr>
            <a:lvl9pPr algn="ctr">
              <a:defRPr sz="975">
                <a:solidFill>
                  <a:srgbClr val="000000"/>
                </a:solidFill>
                <a:latin typeface="Arial"/>
                <a:ea typeface="Arial"/>
                <a:cs typeface="Arial"/>
              </a:defRPr>
            </a:lvl9pPr>
          </a:lstStyle>
          <a:p>
            <a:pPr algn="ctr">
              <a:defRPr sz="975">
                <a:solidFill>
                  <a:srgbClr val="000000"/>
                </a:solidFill>
                <a:latin typeface="Arial"/>
                <a:ea typeface="Arial"/>
                <a:cs typeface="Arial"/>
              </a:defRPr>
            </a:pPr>
            <a:r>
              <a:rPr sz="975">
                <a:solidFill>
                  <a:srgbClr val="000000"/>
                </a:solidFill>
                <a:latin typeface="Arial"/>
                <a:ea typeface="Arial"/>
                <a:cs typeface="Arial"/>
              </a:rPr>
              <a:t>d_AB</a:t>
            </a:r>
            <a:r>
              <a:rPr sz="702" baseline="-25000">
                <a:solidFill>
                  <a:srgbClr val="000000"/>
                </a:solidFill>
                <a:latin typeface="Arial"/>
                <a:ea typeface="Arial"/>
                <a:cs typeface="Arial"/>
              </a:rPr>
              <a:t/>
            </a:r>
          </a:p>
        </p:txBody>
      </p:sp>
      <p:sp>
        <p:nvSpPr>
          <p:cNvPr id="11004" name="Distance 2–3">
            <a:extLst>
              <a:ext uri="{FF2B5EF4-FFF2-40B4-BE49-F238E27FC236}">
                <ns2:creationId id="{768B69FD-F9FC-430F-8C7A-CACF1040FD36}"/>
              </a:ext>
            </a:extLst>
          </p:cNvPr>
          <p:cNvSpPr>
            <a:spLocks noGrp="1"/>
          </p:cNvSpPr>
          <p:nvPr/>
        </p:nvSpPr>
        <p:spPr>
          <a:xfrm>
            <a:off x="3276600" y="3209925"/>
            <a:ext cx="266700" cy="161925"/>
          </a:xfrm>
          <a:prstGeom prst="rect">
            <a:avLst/>
          </a:prstGeom>
          <a:solidFill>
            <a:srgbClr val="F7F9FA"/>
          </a:solidFill>
          <a:ln w="0">
            <a:noFill/>
          </a:ln>
        </p:spPr>
        <p:txBody>
          <a:bodyPr wrap="none" lIns="0" tIns="0" rIns="0" bIns="0" anchor="ctr">
            <a:noAutofit/>
          </a:bodyPr>
          <a:lstStyle>
            <a:defPPr algn="ctr">
              <a:defRPr sz="975">
                <a:solidFill>
                  <a:srgbClr val="000000"/>
                </a:solidFill>
                <a:latin typeface="Arial"/>
                <a:ea typeface="Arial"/>
                <a:cs typeface="Arial"/>
              </a:defRPr>
            </a:defPPr>
            <a:lvl1pPr algn="ctr">
              <a:defRPr sz="975">
                <a:solidFill>
                  <a:srgbClr val="000000"/>
                </a:solidFill>
                <a:latin typeface="Arial"/>
                <a:ea typeface="Arial"/>
                <a:cs typeface="Arial"/>
              </a:defRPr>
            </a:lvl1pPr>
            <a:lvl2pPr algn="ctr">
              <a:defRPr sz="975">
                <a:solidFill>
                  <a:srgbClr val="000000"/>
                </a:solidFill>
                <a:latin typeface="Arial"/>
                <a:ea typeface="Arial"/>
                <a:cs typeface="Arial"/>
              </a:defRPr>
            </a:lvl2pPr>
            <a:lvl3pPr algn="ctr">
              <a:defRPr sz="975">
                <a:solidFill>
                  <a:srgbClr val="000000"/>
                </a:solidFill>
                <a:latin typeface="Arial"/>
                <a:ea typeface="Arial"/>
                <a:cs typeface="Arial"/>
              </a:defRPr>
            </a:lvl3pPr>
            <a:lvl4pPr algn="ctr">
              <a:defRPr sz="975">
                <a:solidFill>
                  <a:srgbClr val="000000"/>
                </a:solidFill>
                <a:latin typeface="Arial"/>
                <a:ea typeface="Arial"/>
                <a:cs typeface="Arial"/>
              </a:defRPr>
            </a:lvl4pPr>
            <a:lvl5pPr algn="ctr">
              <a:defRPr sz="975">
                <a:solidFill>
                  <a:srgbClr val="000000"/>
                </a:solidFill>
                <a:latin typeface="Arial"/>
                <a:ea typeface="Arial"/>
                <a:cs typeface="Arial"/>
              </a:defRPr>
            </a:lvl5pPr>
            <a:lvl6pPr algn="ctr">
              <a:defRPr sz="975">
                <a:solidFill>
                  <a:srgbClr val="000000"/>
                </a:solidFill>
                <a:latin typeface="Arial"/>
                <a:ea typeface="Arial"/>
                <a:cs typeface="Arial"/>
              </a:defRPr>
            </a:lvl6pPr>
            <a:lvl7pPr algn="ctr">
              <a:defRPr sz="975">
                <a:solidFill>
                  <a:srgbClr val="000000"/>
                </a:solidFill>
                <a:latin typeface="Arial"/>
                <a:ea typeface="Arial"/>
                <a:cs typeface="Arial"/>
              </a:defRPr>
            </a:lvl7pPr>
            <a:lvl8pPr algn="ctr">
              <a:defRPr sz="975">
                <a:solidFill>
                  <a:srgbClr val="000000"/>
                </a:solidFill>
                <a:latin typeface="Arial"/>
                <a:ea typeface="Arial"/>
                <a:cs typeface="Arial"/>
              </a:defRPr>
            </a:lvl8pPr>
            <a:lvl9pPr algn="ctr">
              <a:defRPr sz="975">
                <a:solidFill>
                  <a:srgbClr val="000000"/>
                </a:solidFill>
                <a:latin typeface="Arial"/>
                <a:ea typeface="Arial"/>
                <a:cs typeface="Arial"/>
              </a:defRPr>
            </a:lvl9pPr>
          </a:lstStyle>
          <a:p>
            <a:pPr algn="ctr">
              <a:defRPr sz="975">
                <a:solidFill>
                  <a:srgbClr val="000000"/>
                </a:solidFill>
                <a:latin typeface="Arial"/>
                <a:ea typeface="Arial"/>
                <a:cs typeface="Arial"/>
              </a:defRPr>
            </a:pPr>
            <a:r>
              <a:rPr sz="975">
                <a:solidFill>
                  <a:srgbClr val="000000"/>
                </a:solidFill>
                <a:latin typeface="Arial"/>
                <a:ea typeface="Arial"/>
                <a:cs typeface="Arial"/>
              </a:rPr>
              <a:t>d_BC</a:t>
            </a:r>
            <a:r>
              <a:rPr sz="702" baseline="-25000">
                <a:solidFill>
                  <a:srgbClr val="000000"/>
                </a:solidFill>
                <a:latin typeface="Arial"/>
                <a:ea typeface="Arial"/>
                <a:cs typeface="Arial"/>
              </a:rPr>
              <a:t/>
            </a:r>
          </a:p>
        </p:txBody>
      </p:sp>
      <p:sp>
        <p:nvSpPr>
          <p:cNvPr id="11005" name="Distance 1–3">
            <a:extLst>
              <a:ext uri="{FF2B5EF4-FFF2-40B4-BE49-F238E27FC236}">
                <ns2:creationId id="{EAF936F1-72B0-49E5-8BA5-0756666AF281}"/>
              </a:ext>
            </a:extLst>
          </p:cNvPr>
          <p:cNvSpPr>
            <a:spLocks noGrp="1"/>
          </p:cNvSpPr>
          <p:nvPr/>
        </p:nvSpPr>
        <p:spPr>
          <a:xfrm>
            <a:off x="3057525" y="3429000"/>
            <a:ext cx="266700" cy="161925"/>
          </a:xfrm>
          <a:prstGeom prst="rect">
            <a:avLst/>
          </a:prstGeom>
          <a:solidFill>
            <a:srgbClr val="F7F9FA"/>
          </a:solidFill>
          <a:ln w="0">
            <a:noFill/>
          </a:ln>
        </p:spPr>
        <p:txBody>
          <a:bodyPr wrap="none" lIns="0" tIns="0" rIns="0" bIns="0" anchor="ctr">
            <a:noAutofit/>
          </a:bodyPr>
          <a:lstStyle>
            <a:defPPr algn="ctr">
              <a:defRPr sz="975">
                <a:solidFill>
                  <a:srgbClr val="000000"/>
                </a:solidFill>
                <a:latin typeface="Arial"/>
                <a:ea typeface="Arial"/>
                <a:cs typeface="Arial"/>
              </a:defRPr>
            </a:defPPr>
            <a:lvl1pPr algn="ctr">
              <a:defRPr sz="975">
                <a:solidFill>
                  <a:srgbClr val="000000"/>
                </a:solidFill>
                <a:latin typeface="Arial"/>
                <a:ea typeface="Arial"/>
                <a:cs typeface="Arial"/>
              </a:defRPr>
            </a:lvl1pPr>
            <a:lvl2pPr algn="ctr">
              <a:defRPr sz="975">
                <a:solidFill>
                  <a:srgbClr val="000000"/>
                </a:solidFill>
                <a:latin typeface="Arial"/>
                <a:ea typeface="Arial"/>
                <a:cs typeface="Arial"/>
              </a:defRPr>
            </a:lvl2pPr>
            <a:lvl3pPr algn="ctr">
              <a:defRPr sz="975">
                <a:solidFill>
                  <a:srgbClr val="000000"/>
                </a:solidFill>
                <a:latin typeface="Arial"/>
                <a:ea typeface="Arial"/>
                <a:cs typeface="Arial"/>
              </a:defRPr>
            </a:lvl3pPr>
            <a:lvl4pPr algn="ctr">
              <a:defRPr sz="975">
                <a:solidFill>
                  <a:srgbClr val="000000"/>
                </a:solidFill>
                <a:latin typeface="Arial"/>
                <a:ea typeface="Arial"/>
                <a:cs typeface="Arial"/>
              </a:defRPr>
            </a:lvl4pPr>
            <a:lvl5pPr algn="ctr">
              <a:defRPr sz="975">
                <a:solidFill>
                  <a:srgbClr val="000000"/>
                </a:solidFill>
                <a:latin typeface="Arial"/>
                <a:ea typeface="Arial"/>
                <a:cs typeface="Arial"/>
              </a:defRPr>
            </a:lvl5pPr>
            <a:lvl6pPr algn="ctr">
              <a:defRPr sz="975">
                <a:solidFill>
                  <a:srgbClr val="000000"/>
                </a:solidFill>
                <a:latin typeface="Arial"/>
                <a:ea typeface="Arial"/>
                <a:cs typeface="Arial"/>
              </a:defRPr>
            </a:lvl6pPr>
            <a:lvl7pPr algn="ctr">
              <a:defRPr sz="975">
                <a:solidFill>
                  <a:srgbClr val="000000"/>
                </a:solidFill>
                <a:latin typeface="Arial"/>
                <a:ea typeface="Arial"/>
                <a:cs typeface="Arial"/>
              </a:defRPr>
            </a:lvl7pPr>
            <a:lvl8pPr algn="ctr">
              <a:defRPr sz="975">
                <a:solidFill>
                  <a:srgbClr val="000000"/>
                </a:solidFill>
                <a:latin typeface="Arial"/>
                <a:ea typeface="Arial"/>
                <a:cs typeface="Arial"/>
              </a:defRPr>
            </a:lvl8pPr>
            <a:lvl9pPr algn="ctr">
              <a:defRPr sz="975">
                <a:solidFill>
                  <a:srgbClr val="000000"/>
                </a:solidFill>
                <a:latin typeface="Arial"/>
                <a:ea typeface="Arial"/>
                <a:cs typeface="Arial"/>
              </a:defRPr>
            </a:lvl9pPr>
          </a:lstStyle>
          <a:p>
            <a:pPr algn="ctr">
              <a:defRPr sz="975">
                <a:solidFill>
                  <a:srgbClr val="000000"/>
                </a:solidFill>
                <a:latin typeface="Arial"/>
                <a:ea typeface="Arial"/>
                <a:cs typeface="Arial"/>
              </a:defRPr>
            </a:pPr>
            <a:r>
              <a:rPr sz="975">
                <a:solidFill>
                  <a:srgbClr val="000000"/>
                </a:solidFill>
                <a:latin typeface="Arial"/>
                <a:ea typeface="Arial"/>
                <a:cs typeface="Arial"/>
              </a:rPr>
              <a:t>d_AC</a:t>
            </a:r>
            <a:r>
              <a:rPr sz="702" baseline="-25000">
                <a:solidFill>
                  <a:srgbClr val="000000"/>
                </a:solidFill>
                <a:latin typeface="Arial"/>
                <a:ea typeface="Arial"/>
                <a:cs typeface="Arial"/>
              </a:rPr>
              <a:t/>
            </a:r>
          </a:p>
        </p:txBody>
      </p:sp>
    </p:spTree>
  </p:cSld>
  <p:clrMapOvr>
    <a:masterClrMapping/>
  </p:clrMapOvr>
</p:sld>
</file>

<file path=ppt/main_figures/Fig2/ppt/tableStyles.xml><?xml version="1.0" encoding="utf-8"?>
<a:tblStyleLst xmlns:a="http://schemas.openxmlformats.org/drawingml/2006/main" def="{5C22544A-7EE6-4342-B048-85BDC9FD1C3A}"/>
</file>

<file path=ppt/main_figures/Fig2/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Arial"/>
        <a:ea typeface="Arial"/>
        <a:cs typeface="Arial"/>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Arial"/>
        <a:cs typeface="Arial"/>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main_figures/Fig2/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Arial"/>
        <a:ea typeface="Arial"/>
        <a:cs typeface="Arial"/>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Arial"/>
        <a:cs typeface="Arial"/>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main_figures/Fig2/ppt/viewProps.xml><?xml version="1.0" encoding="utf-8"?>
<p:viewPr xmlns:a="http://schemas.openxmlformats.org/drawingml/2006/main" xmlns:r="http://schemas.openxmlformats.org/officeDocument/2006/relationships" xmlns:p="http://schemas.openxmlformats.org/presentationml/2006/main">
  <p:normalViewPr horzBarState="maximized">
    <p:restoredLeft sz="15611"/>
    <p:restoredTop sz="94610"/>
  </p:normalViewPr>
  <p:slideViewPr>
    <p:cSldViewPr snapToGrid="0" snapToObjects="1">
      <p:cViewPr varScale="1">
        <p:scale>
          <a:sx n="136" d="100"/>
          <a:sy n="136" d="100"/>
        </p:scale>
        <p:origin x="216" y="312"/>
      </p:cViewPr>
      <p:guideLst/>
    </p:cSldViewPr>
  </p:slideViewPr>
  <p:notesTextViewPr>
    <p:cViewPr>
      <p:scale>
        <a:sx n="1" d="1"/>
        <a:sy n="1" d="1"/>
      </p:scale>
      <p:origin x="0" y="0"/>
    </p:cViewPr>
  </p:notesTextViewPr>
  <p:gridSpacing cx="76200" cy="76200"/>
</p:viewPr>
</file>

<file path=ppt/main_figures/Fig3/docProps/app.xml><?xml version="1.0" encoding="utf-8"?>
<ap:Properties xmlns:ap="http://schemas.openxmlformats.org/officeDocument/2006/extended-properties">
  <ap:Application>Walnut Exporter</ap:Application>
  <ap:PresentationFormat>Converted Presentation</ap:PresentationFormat>
  <ap:Slides>0</ap:Slides>
  <ap:Notes>0</ap:Notes>
  <ap:HiddenSlides>0</ap:HiddenSlides>
  <ap:SharedDoc>false</ap:SharedDoc>
  <ap:DocSecurity>0</ap:DocSecurity>
</ap:Properties>
</file>

<file path=ppt/main_figures/Fig3/docProps/core.xml><?xml version="1.0" encoding="utf-8"?>
<coreProperties xmlns:dc="http://purl.org/dc/elements/1.1/" xmlns:dcterms="http://purl.org/dc/terms/" xmlns:xsi="http://www.w3.org/2001/XMLSchema-instance" xmlns="http://schemas.openxmlformats.org/package/2006/metadata/core-properties">
  <dc:creator>Walnut Exporter</dc:creator>
  <lastModifiedBy>Walnut Exporter</lastModifiedBy>
  <dc:title>Presentation</dc:title>
  <dcterms:created xsi:type="dcterms:W3CDTF">2026-10-16T07:52:12.5540000Z</dcterms:created>
  <dcterms:modified xsi:type="dcterms:W3CDTF">2026-10-16T07:52:12.5540000Z</dcterms:modified>
</coreProperties>
</file>

<file path=ppt/main_figures/Fig3/ppt/_rels/presentation.xml.rels><?xml version='1.0' encoding='utf-8'?>
<Relationships xmlns="http://schemas.openxmlformats.org/package/2006/relationships"><Relationship Type="http://schemas.openxmlformats.org/officeDocument/2006/relationships/theme" Target="/ppt/main_figures/Fig3/ppt/theme/theme1.xml" Id="R8de0c80551004c6c" /><Relationship Type="http://schemas.openxmlformats.org/officeDocument/2006/relationships/slideMaster" Target="/ppt/main_figures/Fig3/ppt/slideMasters/slideMaster1.xml" Id="R435792b641ea4652" /><Relationship Type="http://schemas.openxmlformats.org/officeDocument/2006/relationships/notesMaster" Target="/ppt/main_figures/Fig3/ppt/notesMasters/notesMaster1.xml" Id="R76193d8e907b45f6" /><Relationship Type="http://schemas.openxmlformats.org/officeDocument/2006/relationships/presProps" Target="/ppt/main_figures/Fig3/ppt/presProps.xml" Id="R58fb9d934b6347e4" /><Relationship Type="http://schemas.openxmlformats.org/officeDocument/2006/relationships/tableStyles" Target="/ppt/main_figures/Fig3/ppt/tableStyles.xml" Id="R2b91fdbbed2c4e3b" /><Relationship Type="http://schemas.openxmlformats.org/officeDocument/2006/relationships/slide" Target="/ppt/main_figures/Fig3/ppt/slides/slide1.xml" Id="R8bed7e87d80c4a1e" /></Relationships>
</file>

<file path=ppt/main_figures/Fig3/ppt/notesMasters/_rels/notesMaster1.xml.rels><?xml version='1.0' encoding='utf-8'?>
<Relationships xmlns="http://schemas.openxmlformats.org/package/2006/relationships"><Relationship Type="http://schemas.openxmlformats.org/officeDocument/2006/relationships/theme" Target="/ppt/main_figures/Fig3/ppt/notesMasters/theme/theme3.xml" Id="R91c54b3006864998" /></Relationships>
</file>

<file path=ppt/main_figures/Fig3/ppt/notesMasters/notesMaster1.xml><?xml version="1.0" encoding="utf-8"?>
<p:notesMaster xmlns:p="http://schemas.openxmlformats.org/presentationml/2006/main">
  <p:cSld>
    <p:bg>
      <p:bgRef idx="1001">
        <a:schemeClr xmlns:a="http://schemas.openxmlformats.org/drawingml/2006/main" val="bg1"/>
      </p:bgRef>
    </p:bg>
    <p:spTree>
      <p:nvGrpSpPr>
        <p:cNvPr id="1" name=""/>
        <p:cNvGrpSpPr/>
        <p:nvPr/>
      </p:nvGrpSpPr>
      <p:grpSpPr>
        <a:xfrm xmlns:a="http://schemas.openxmlformats.org/drawingml/2006/main"/>
      </p:grpSpPr>
      <p:sp>
        <p:nvSpPr>
          <p:cNvPr id="2" name="Header Placeholder"/>
          <p:cNvSpPr/>
          <p:nvPr>
            <p:ph type="hdr" sz="quarter"/>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3" name="Date Placeholder"/>
          <p:cNvSpPr/>
          <p:nvPr>
            <p:ph type="dt" sz="quarter" idx="1"/>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4" name="Slide Image Placeholder"/>
          <p:cNvSpPr/>
          <p:nvPr>
            <p:ph type="sldImg" idx="2"/>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5" name="Notes Placeholder"/>
          <p:cNvSpPr/>
          <p:nvPr>
            <p:ph type="body" sz="quarter" idx="3"/>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6" name="Footer Placeholder"/>
          <p:cNvSpPr/>
          <p:nvPr>
            <p:ph type="ftr" sz="quarter" idx="4"/>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7" name="Slide Number Placeholder"/>
          <p:cNvSpPr/>
          <p:nvPr>
            <p:ph type="sldNum" sz="quarter" idx="5"/>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Tree>
  </p:cSld>
  <p:clrMap bg1="lt1" tx1="dk1" bg2="lt2" tx2="dk2" accent1="accent1" accent2="accent2" accent3="accent3" accent4="accent4" accent5="accent5" accent6="accent6" hlink="hlink" folHlink="folHlink"/>
  <p:notesStyle>
    <a:lvl1pPr xmlns:a="http://schemas.openxmlformats.org/drawingml/2006/main" marL="0" algn="l" defTabSz="914400" rtl="0" eaLnBrk="1" latinLnBrk="0" hangingPunct="1">
      <a:defRPr sz="1200" kern="1200"/>
    </a:lvl1pPr>
  </p:notesStyle>
</p:notesMaster>
</file>

<file path=ppt/main_figures/Fig3/ppt/notesMasters/theme/theme3.xml><?xml version="1.0" encoding="utf-8"?>
<a:theme xmlns:a="http://schemas.openxmlformats.org/drawingml/2006/main" name="ChatGPT">
  <a:themeElements>
    <a:clrScheme name="ChatGPT">
      <a:dk1>
        <a:srgbClr val="000000"/>
      </a:dk1>
      <a:lt1>
        <a:srgbClr val="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
      <a:majorFont>
        <a:latin typeface="Arial"/>
        <a:ea typeface="Arial"/>
        <a:cs typeface="Arial"/>
      </a:majorFont>
      <a:minorFont>
        <a:latin typeface="Arial"/>
        <a:ea typeface="Arial"/>
        <a:cs typeface="Arial"/>
      </a:minorFont>
    </a:fontScheme>
    <a:fmtScheme name="ChatGPT">
      <a:fillStyleLst>
        <a:solidFill>
          <a:schemeClr val="phClr"/>
        </a:solidFill>
        <a:gradFill>
          <a:gsLst>
            <a:gs pos="0">
              <a:schemeClr val="phClr">
                <a:tint val="67000"/>
                <a:lumMod val="110000"/>
                <a:satMod val="105000"/>
              </a:schemeClr>
            </a:gs>
            <a:gs pos="50000">
              <a:schemeClr val="phClr">
                <a:tint val="73000"/>
                <a:lumMod val="105000"/>
                <a:satMod val="103000"/>
              </a:schemeClr>
            </a:gs>
            <a:gs pos="100000">
              <a:schemeClr val="phClr">
                <a:tint val="81000"/>
                <a:lumMod val="105000"/>
                <a:satMod val="109000"/>
              </a:schemeClr>
            </a:gs>
          </a:gsLst>
          <a:lin ang="5400000" scaled="0"/>
        </a:gradFill>
        <a:gradFill>
          <a:gsLst>
            <a:gs pos="0">
              <a:schemeClr val="phClr">
                <a:tint val="94000"/>
                <a:lumMod val="102000"/>
                <a:satMod val="103000"/>
              </a:schemeClr>
            </a:gs>
            <a:gs pos="50000">
              <a:schemeClr val="phClr">
                <a:shade val="100000"/>
                <a:lumMod val="100000"/>
                <a:satMod val="110000"/>
              </a:schemeClr>
            </a:gs>
            <a:gs pos="100000">
              <a:schemeClr val="phClr">
                <a:shade val="78000"/>
                <a:lumMod val="99000"/>
                <a:satMod val="120000"/>
              </a:schemeClr>
            </a:gs>
          </a:gsLst>
          <a:lin ang="5400000" scaled="0"/>
        </a:gradFill>
      </a:fillStyleLst>
      <a:lnStyleLst>
        <a:ln w="12700">
          <a:solidFill>
            <a:schemeClr val="phClr"/>
          </a:solidFill>
          <a:prstDash val="solid"/>
        </a:ln>
        <a:ln w="19050">
          <a:solidFill>
            <a:schemeClr val="phClr"/>
          </a:solidFill>
          <a:prstDash val="solid"/>
        </a:ln>
        <a:ln w="25400">
          <a:solidFill>
            <a:schemeClr val="phClr"/>
          </a:solidFill>
          <a:prstDash val="solid"/>
        </a:ln>
      </a:lnStyleLst>
      <a:effectStyleLst>
        <a:effectStyle>
          <a:effectLst/>
        </a:effectStyle>
        <a:effectStyle>
          <a:effectLst/>
        </a:effectStyle>
        <a:effectStyle>
          <a:effectLst>
            <a:outerShdw blurRad="57150" dist="19050" dir="5400000">
              <a:srgbClr val="000000">
                <a:alpha val="16000"/>
              </a:srgbClr>
            </a:outerShdw>
          </a:effectLst>
        </a:effectStyle>
        <a:effectStyle>
          <a:effectLst>
            <a:outerShdw blurRad="19050" dist="9525" dir="5400000">
              <a:srgbClr val="000000">
                <a:alpha val="6000"/>
              </a:srgbClr>
            </a:outerShdw>
          </a:effectLst>
        </a:effectStyle>
        <a:effectStyle>
          <a:effectLst>
            <a:outerShdw blurRad="28575" dist="9525" dir="5400000">
              <a:srgbClr val="000000">
                <a:alpha val="8000"/>
              </a:srgbClr>
            </a:outerShdw>
          </a:effectLst>
        </a:effectStyle>
        <a:effectStyle>
          <a:effectLst>
            <a:outerShdw blurRad="57150" dist="19050" dir="5400000">
              <a:srgbClr val="000000">
                <a:alpha val="10000"/>
              </a:srgbClr>
            </a:outerShdw>
          </a:effectLst>
        </a:effectStyle>
        <a:effectStyle>
          <a:effectLst>
            <a:outerShdw blurRad="114300" dist="38100" dir="5400000">
              <a:srgbClr val="000000">
                <a:alpha val="12000"/>
              </a:srgbClr>
            </a:outerShdw>
          </a:effectLst>
        </a:effectStyle>
        <a:effectStyle>
          <a:effectLst>
            <a:outerShdw blurRad="171450" dist="57150" dir="5400000">
              <a:srgbClr val="000000">
                <a:alpha val="16000"/>
              </a:srgbClr>
            </a:outerShdw>
          </a:effectLst>
        </a:effectStyle>
        <a:effectStyle>
          <a:effectLst>
            <a:outerShdw blurRad="266700" dist="95250" dir="5400000">
              <a:srgbClr val="000000">
                <a:alpha val="24000"/>
              </a:srgbClr>
            </a:outerShdw>
          </a:effectLst>
        </a:effectStyle>
      </a:effectStyleLst>
      <a:bgFillStyleLst>
        <a:solidFill>
          <a:schemeClr val="phClr"/>
        </a:solidFill>
        <a:solidFill>
          <a:schemeClr val="phClr">
            <a:tint val="95000"/>
            <a:satMod val="170000"/>
          </a:schemeClr>
        </a:solidFill>
        <a:gradFill>
          <a:gsLst>
            <a:gs pos="0">
              <a:schemeClr val="phClr">
                <a:tint val="93000"/>
                <a:shade val="98000"/>
                <a:lumMod val="102000"/>
                <a:satMod val="150000"/>
              </a:schemeClr>
            </a:gs>
            <a:gs pos="50000">
              <a:schemeClr val="phClr">
                <a:tint val="98000"/>
                <a:shade val="90000"/>
                <a:lumMod val="103000"/>
                <a:satMod val="130000"/>
              </a:schemeClr>
            </a:gs>
            <a:gs pos="100000">
              <a:schemeClr val="phClr">
                <a:shade val="63000"/>
                <a:satMod val="120000"/>
              </a:schemeClr>
            </a:gs>
          </a:gsLst>
          <a:lin ang="5400000" scaled="0"/>
        </a:gradFill>
      </a:bgFillStyleLst>
    </a:fmtScheme>
  </a:themeElements>
</a:theme>
</file>

<file path=ppt/main_figures/Fig3/ppt/notesSlides/_rels/notesSlide1.xml.rels><?xml version='1.0' encoding='utf-8'?>
<Relationships xmlns="http://schemas.openxmlformats.org/package/2006/relationships"><Relationship Type="http://schemas.openxmlformats.org/officeDocument/2006/relationships/slide" Target="/ppt/main_figures/Fig3/ppt/slides/slide1.xml" Id="R77bf4f66709d4aa3" /><Relationship Type="http://schemas.openxmlformats.org/officeDocument/2006/relationships/notesMaster" Target="/ppt/main_figures/Fig3/ppt/notesMasters/notesMaster1.xml" Id="R9a953d4f84844be9" /></Relationships>
</file>

<file path=ppt/main_figures/Fig3/ppt/notesSlides/notesSlide1.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RG-MTM (Reference-Guided Merge Tree Maps, 参考引导合并树图), four-feature model illustration. The conflict path H&gt;theta is shown. Colors identify branches, rather than quantitative scalar values. No feature letters are shown on the 2D field. The 2D grid, minima and merge tree are retained from the previous version.</a:t>
            </a:r>
          </a:p>
          <a:p xmlns:a="http://schemas.openxmlformats.org/drawingml/2006/main">
            <a:r>
              <a:t/>
            </a:r>
          </a:p>
          <a:p xmlns:a="http://schemas.openxmlformats.org/drawingml/2006/main">
            <a:r>
              <a:t>Original hierarchy T=((A,B)_8,(C,D)_1)_10; leaf values A1.2, B3.8, C-3, D-0.8. References q=(A0,C2,D4,B6), canvas[-1,7], equal widths0.8, eccentricity radius0, and minimum gap1.4. The larger illustrative gap makes packing error visible; these are model-example settings, not empirical paper defaults. Capacity is7.4 on a canvas of length8. All24 orders are evaluated using the paper's closed-form fixed-order positional cost. Free optimum tau_free0.3; original-tree optimum tau_star3.8 (ABCD or CDAB); initial BADC cost6.0. The depicted initial anchors are B0,A2.2,D4.4,C6.6, and the best ABCD anchors are A0,B2.2,C4.4,D6.6. Both sets satisfy exact widths, gaps and containment. The reference and layout rows share a coordinate scale. In every position comparison, solid axes and filled feature boxes denote true spatial reference coordinates q_i, while dashed axes and capped point markers denote selected layout coordinates u_i. The boxes are reference glyphs drawn at q_i for correspondence; they are not a claim that a feasible rendered interval can remain at q_i. The actual rendering still allocates area-scaled intervals at u_i. Tree drawings with mapping axes are embedded horizontally at those u_i coordinates, so each leaf projects vertically onto its dashed marker. Embedding a tree at a chosen layout does not mean that T intrinsically determines geographic coordinates. Free anchors A-0.3,C1.9,D4.1,B6.3 attain the positive free optimum. The free cost is not forced to zero by dropping hierarchy: widths, gaps and canvas remain. The displayed tau_free dimension uses A; tau_star and the initial-row dimension use B. No visible u_i=q_i assertion is used.</a:t>
            </a:r>
          </a:p>
          <a:p xmlns:a="http://schemas.openxmlformats.org/drawingml/2006/main">
            <a:r>
              <a:t/>
            </a:r>
          </a:p>
          <a:p xmlns:a="http://schemas.openxmlformats.org/drawingml/2006/main">
            <a:r>
              <a:t>H=3.5 exceeds theta0.5. The free panel is labelled Geometry only and the constrained panel Geometry + hierarchy, with q_i and u_i marked locally. The formula beneath the free panel defines tau_free alone; H=tau_star-tau_free appears immediately left of the actual downward decision arrow, and H&gt;theta appears to its right. Scalar eligibility kappa3 permits the AB gap2 and retains the CD gap9. Expand/Retain marks use one neutral charcoal color distinct from all branch colors. Both callout leaders approach their rings diagonally outside the tree edges. The operation label reads Flatten then prune. All straight lines are geometrically clipped at diamond boundaries, preventing tree edges and projection baselines from passing through diamond interiors regardless of shape ordering. The spatial direction d uses neutral charcoal rather than a feature color. Threshold-and-prune is a hierarchy policy, not a guarantee of an optimal position-topology frontier. The same relaxed Tprime is drawn in stages3 and4. It permits ACDB. The chosen illustrative final layout attains the relaxed certificate0.3 and is feasible under the position budget0.3+beta0.2=0.5. The method's general final construction is budget-constrained multi-objective optimization, not an assertion that every chosen layout attains the certificate. Both displayed centres and anchors use the same values in this model illustration. The Tprime leaf x-coordinates are embedded at u_i, with direct dashed vertical projections. The solid reference-box axis below uses q_i, and the actual B residual is dimensioned. The x difference between the tree embedding and reference boxes shows the nonzero residual. All tree chains have exposed short connecting segments; regular nodes provide scalar context rather than independent geographic anchors. The solid/dashed position grammar concerns coordinate-comparison axes; within the scalar-filling graph, its own legend distinguishes the dashed LCA-path algorithm from the solid corrected scalar function.</a:t>
            </a:r>
          </a:p>
          <a:p xmlns:a="http://schemas.openxmlformats.org/drawingml/2006/main">
            <a:r>
              <a:t/>
            </a:r>
          </a:p>
          <a:p xmlns:a="http://schemas.openxmlformats.org/drawingml/2006/main">
            <a:r>
              <a:t>Filling uses original T, not Tprime, as merge-level ground truth. With order ACDB, the gap bounds C_k are8,1,8 and the fixed-leaf term does not dominate. Optimal delta_star1 gives barriers9,2,9; initial adjacent LCA filling gives10,1,10. Scalar values at extrema remain unchanged. The horizontal positions of extrema are the same selected final anchors as the interval layout; barriers lie between adjacent intervals. The plot uses its real scalar scale. The profile connects consecutive extrema and barriers with monotone cubic interpolation with zero endpoint slopes. This smooth interpolation retains every horizontal critical position and every endpoint scalar value, hence every pairwise merge maximum and error. The previously abrupt rising segment represents scalar values increasing from the blue extremum to the first merge barrier, not an extra topology edge. Each curve is trimmed at the visible node boundaries. Burnt-orange dashed lines represent initial LCA filling, dark-blue solid lines represent correction. Diamonds identify extrema and barrier levels. Eight colored ordinary sample circles lie on the optimized curve, with the same horizontal positions, order and branch colors as the circles in the projection row. Each lies at the exact midpoint parameter of one monotone cubic segment; it is a regular sample rather than an additional critical point.</a:t>
            </a:r>
          </a:p>
          <a:p xmlns:a="http://schemas.openxmlformats.org/drawingml/2006/main">
            <a:r>
              <a:t/>
            </a:r>
          </a:p>
          <a:p xmlns:a="http://schemas.openxmlformats.org/drawingml/2006/main">
            <a:r>
              <a:t>Error annotation witness: the selected leaf pair is A,B, identified by blue and orange swatches beside T and matching colored endpoints of a full-span bracket below the profile. The range extends from u_A=-0.3 to u_B=6.3, not merely across one adjacent gap. m_T(A,B)=8. The maximum over that ENTIRE span is10 in the baseline and9 after correction. The orange delta_LCA dimension runs from the original-pair target8 to the baseline pairwise maximum10; the blue delta_star dimension runs from8 to9. These differences2 and1 equal the respective largest errors over all six original-tree leaf pairs. They are witnesses of global pairwise merge error, not differences between the two plotted curves. The corrected AC,AD,CB,DB merge levels also differ from10 by1, and CD differs from1 by1. The full pairwise definition is d_top=max_ij |max_[u_i,u_j] psi - m_T(i,j)|. Outer root endpoints are not part of this pairwise metric.</a:t>
            </a:r>
          </a:p>
          <a:p xmlns:a="http://schemas.openxmlformats.org/drawingml/2006/main">
            <a:r>
              <a:t/>
            </a:r>
          </a:p>
          <a:p xmlns:a="http://schemas.openxmlformats.org/drawingml/2006/main">
            <a:r>
              <a:t>The critical-diamond and regular-circle row preserves optimized profile coordinates, sample classes, order and branch colors. The first rendered strip uses the exact same intervals as the final layout. Four temporal examples retain the previous area widths and orders ACDB,ACDB,ADCB,CDAB, while repacking their intervals using the new common gap1.4. The first strip matches the filling output. Every final output column is exactly its source strip rotated counterclockwise90 degrees. Color transitions are appearance-only and columns meet without white seams. These time examples are illustrative, not measured outcomes.</a:t>
            </a:r>
          </a:p>
          <a:p xmlns:a="http://schemas.openxmlformats.org/drawingml/2006/main">
            <a:r>
              <a:t/>
            </a:r>
          </a:p>
          <a:p xmlns:a="http://schemas.openxmlformats.org/drawingml/2006/main">
            <a:r>
              <a:t>Scientific sources: local 01_项目代码与结果/CD-MTM/paper/pacificvis2027-content-draft/distortion_analysis.tex (free certificate and optimal filling), supplement_proofs.tex (fixed-order cost and labelled pairwise merge error), method.tex (budget-constrained layout and original-tree correction), pipeline_algorithm.tex, and domain_filling.tex. The method name in the diagram follows the user's requested RG-MTM rename; the local draft retains its earlier CD-MTM name.</a:t>
            </a: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main_figures/Fig3/ppt/presProps.xml><?xml version="1.0" encoding="utf-8"?>
<p:presentationPr xmlns:p="http://schemas.openxmlformats.org/presentationml/2006/main">
  <p:extLst>
    <p:ext xmlns:p14="http://schemas.microsoft.com/office/powerpoint/2010/main" uri="{E76CE94A-603C-4142-B9EB-6D1370010A27}">
      <p14:discardImageEditData val="0"/>
    </p:ext>
    <p:ext xmlns:p14="http://schemas.microsoft.com/office/powerpoint/2010/main" uri="{D31A062A-798A-4329-ABDD-BBA856620510}">
      <p14:defaultImageDpi val="32767"/>
    </p:ext>
    <p:ext xmlns:p15="http://schemas.microsoft.com/office/powerpoint/2012/main" uri="{FD5EFAAD-0ECE-453E-9831-46B23BE46B34}">
      <p15:chartTrackingRefBased val="1"/>
    </p:ext>
  </p:extLst>
</p:presentationPr>
</file>

<file path=ppt/main_figures/Fig3/ppt/presentation.xml><?xml version="1.0" encoding="utf-8"?>
<p:presentation xmlns:p="http://schemas.openxmlformats.org/presentationml/2006/main" xmlns:r="http://schemas.openxmlformats.org/officeDocument/2006/relationships">
  <p:sldMasterIdLst>
    <p:sldMasterId id="2147483648" r:id="R435792b641ea4652"/>
  </p:sldMasterIdLst>
  <p:notesMasterIdLst>
    <p:notesMasterId r:id="R76193d8e907b45f6"/>
  </p:notesMasterIdLst>
  <p:sldIdLst>
    <p:sldId id="256" r:id="R8bed7e87d80c4a1e"/>
  </p:sldIdLst>
  <p:sldSz cx="24955500" cy="7915275"/>
  <p:notesSz cx="6858000" cy="9144000"/>
</p:presentation>
</file>

<file path=ppt/main_figures/Fig3/ppt/slideLayouts/_rels/slideLayout1.xml.rels><?xml version='1.0' encoding='utf-8'?>
<Relationships xmlns="http://schemas.openxmlformats.org/package/2006/relationships"><Relationship Type="http://schemas.openxmlformats.org/officeDocument/2006/relationships/slideMaster" Target="/ppt/main_figures/Fig3/ppt/slideMasters/slideMaster1.xml" Id="Rb97c4e89c89e41d5" /></Relationships>
</file>

<file path=ppt/main_figures/Fig3/ppt/slideLayouts/_rels/slideLayout2.xml.rels><?xml version='1.0' encoding='utf-8'?>
<Relationships xmlns="http://schemas.openxmlformats.org/package/2006/relationships"><Relationship Type="http://schemas.openxmlformats.org/officeDocument/2006/relationships/slideMaster" Target="/ppt/main_figures/Fig3/ppt/slideMasters/slideMaster1.xml" Id="R767c6ed609b5456f" /></Relationships>
</file>

<file path=ppt/main_figures/Fig3/ppt/slideLayouts/_rels/slideLayout3.xml.rels><?xml version='1.0' encoding='utf-8'?>
<Relationships xmlns="http://schemas.openxmlformats.org/package/2006/relationships"><Relationship Type="http://schemas.openxmlformats.org/officeDocument/2006/relationships/slideMaster" Target="/ppt/main_figures/Fig3/ppt/slideMasters/slideMaster1.xml" Id="Rd8dafcdbc1444461" /></Relationships>
</file>

<file path=ppt/main_figures/Fig3/ppt/slideLayouts/_rels/slideLayout4.xml.rels><?xml version='1.0' encoding='utf-8'?>
<Relationships xmlns="http://schemas.openxmlformats.org/package/2006/relationships"><Relationship Type="http://schemas.openxmlformats.org/officeDocument/2006/relationships/slideMaster" Target="/ppt/main_figures/Fig3/ppt/slideMasters/slideMaster1.xml" Id="R500435fd099e41b6" /></Relationships>
</file>

<file path=ppt/main_figures/Fig3/ppt/slideLayouts/_rels/slideLayout5.xml.rels><?xml version='1.0' encoding='utf-8'?>
<Relationships xmlns="http://schemas.openxmlformats.org/package/2006/relationships"><Relationship Type="http://schemas.openxmlformats.org/officeDocument/2006/relationships/slideMaster" Target="/ppt/main_figures/Fig3/ppt/slideMasters/slideMaster1.xml" Id="R7216023469884af6" /></Relationships>
</file>

<file path=ppt/main_figures/Fig3/ppt/slideLayouts/_rels/slideLayout6.xml.rels><?xml version='1.0' encoding='utf-8'?>
<Relationships xmlns="http://schemas.openxmlformats.org/package/2006/relationships"><Relationship Type="http://schemas.openxmlformats.org/officeDocument/2006/relationships/slideMaster" Target="/ppt/main_figures/Fig3/ppt/slideMasters/slideMaster1.xml" Id="R4a1fa6287eac408d" /></Relationships>
</file>

<file path=ppt/main_figures/Fig3/ppt/slideLayouts/slideLayout1.xml><?xml version="1.0" encoding="utf-8"?>
<p:sldLayout xmlns:p="http://schemas.openxmlformats.org/presentationml/2006/main" type="title">
  <p:cSld name="Title Slide">
    <p:spTree>
      <p:nvGrpSpPr>
        <p:cNvPr id="1" name=""/>
        <p:cNvGrpSpPr/>
        <p:nvPr/>
      </p:nvGrpSpPr>
      <p:grpSpPr>
        <a:xfrm xmlns:a="http://schemas.openxmlformats.org/drawingml/2006/main"/>
      </p:grpSpPr>
      <p:sp>
        <p:nvSpPr>
          <p:cNvPr id="3" name="Title">
            <a:extLst xmlns:a="http://schemas.openxmlformats.org/drawingml/2006/main">
              <a:ext uri="{FF2B5EF4-FFF2-40B4-BE49-F238E27FC236}">
                <a16:creationId xmlns:a16="http://schemas.microsoft.com/office/drawing/2014/main" id="{48198C6A-9B81-4207-946C-2B8580266721}"/>
              </a:ext>
            </a:extLst>
          </p:cNvPr>
          <p:cNvSpPr>
            <a:spLocks xmlns:a="http://schemas.openxmlformats.org/drawingml/2006/main" noGrp="1"/>
          </p:cNvSpPr>
          <p:nvPr>
            <p:ph type="title" idx="0"/>
          </p:nvPr>
        </p:nvSpPr>
        <p:spPr>
          <a:xfrm xmlns:a="http://schemas.openxmlformats.org/drawingml/2006/main">
            <a:off x="2495550" y="3238500"/>
            <a:ext cx="19964400" cy="1238250"/>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ctr">
            <a:normAutofit/>
          </a:bodyPr>
          <a:lstStyle xmlns:a="http://schemas.openxmlformats.org/drawingml/2006/main">
            <a:defPPr algn="ctr">
              <a:defRPr sz="6000" b="1">
                <a:solidFill>
                  <a:schemeClr val="tx1"/>
                </a:solidFill>
                <a:latin typeface="Arial"/>
                <a:ea typeface="Arial"/>
                <a:cs typeface="Arial"/>
              </a:defRPr>
            </a:defPPr>
            <a:lvl1pPr marL="0" indent="0">
              <a:lnSpc>
                <a:spcPct val="110000"/>
              </a:lnSpc>
              <a:spcBef>
                <a:spcPts val="0"/>
              </a:spcBef>
              <a:spcAft>
                <a:spcPts val="0"/>
              </a:spcAft>
              <a:buNone/>
            </a:lvl1pPr>
            <a:lvl2pPr marL="0" indent="0">
              <a:lnSpc>
                <a:spcPct val="110000"/>
              </a:lnSpc>
              <a:spcBef>
                <a:spcPts val="0"/>
              </a:spcBef>
              <a:spcAft>
                <a:spcPts val="0"/>
              </a:spcAft>
              <a:buNone/>
            </a:lvl2pPr>
            <a:lvl3pPr marL="0" indent="0">
              <a:lnSpc>
                <a:spcPct val="110000"/>
              </a:lnSpc>
              <a:spcBef>
                <a:spcPts val="0"/>
              </a:spcBef>
              <a:spcAft>
                <a:spcPts val="0"/>
              </a:spcAft>
              <a:buNone/>
            </a:lvl3pPr>
            <a:lvl4pPr marL="0" indent="0">
              <a:lnSpc>
                <a:spcPct val="110000"/>
              </a:lnSpc>
              <a:spcBef>
                <a:spcPts val="0"/>
              </a:spcBef>
              <a:spcAft>
                <a:spcPts val="0"/>
              </a:spcAft>
              <a:buNone/>
            </a:lvl4pPr>
            <a:lvl5pPr marL="0" indent="0">
              <a:lnSpc>
                <a:spcPct val="110000"/>
              </a:lnSpc>
              <a:spcBef>
                <a:spcPts val="0"/>
              </a:spcBef>
              <a:spcAft>
                <a:spcPts val="0"/>
              </a:spcAft>
              <a:buNone/>
            </a:lvl5pPr>
            <a:lvl6pPr marL="0" indent="0">
              <a:lnSpc>
                <a:spcPct val="110000"/>
              </a:lnSpc>
              <a:spcBef>
                <a:spcPts val="0"/>
              </a:spcBef>
              <a:spcAft>
                <a:spcPts val="0"/>
              </a:spcAft>
              <a:buNone/>
            </a:lvl6pPr>
            <a:lvl7pPr marL="0" indent="0">
              <a:lnSpc>
                <a:spcPct val="110000"/>
              </a:lnSpc>
              <a:spcBef>
                <a:spcPts val="0"/>
              </a:spcBef>
              <a:spcAft>
                <a:spcPts val="0"/>
              </a:spcAft>
              <a:buNone/>
            </a:lvl7pPr>
            <a:lvl8pPr marL="0" indent="0">
              <a:lnSpc>
                <a:spcPct val="110000"/>
              </a:lnSpc>
              <a:spcBef>
                <a:spcPts val="0"/>
              </a:spcBef>
              <a:spcAft>
                <a:spcPts val="0"/>
              </a:spcAft>
              <a:buNone/>
            </a:lvl8pPr>
            <a:lvl9pPr marL="0" indent="0">
              <a:lnSpc>
                <a:spcPct val="110000"/>
              </a:lnSpc>
              <a:spcBef>
                <a:spcPts val="0"/>
              </a:spcBef>
              <a:spcAft>
                <a:spcPts val="0"/>
              </a:spcAft>
              <a:buNone/>
            </a:lvl9pPr>
          </a:lstStyle>
          <a:p xmlns:a="http://schemas.openxmlformats.org/drawingml/2006/main"/>
        </p:txBody>
      </p:sp>
      <p:sp>
        <p:nvSpPr>
          <p:cNvPr id="2" name="Subtitle">
            <a:extLst xmlns:a="http://schemas.openxmlformats.org/drawingml/2006/main">
              <a:ext uri="{FF2B5EF4-FFF2-40B4-BE49-F238E27FC236}">
                <a16:creationId xmlns:a16="http://schemas.microsoft.com/office/drawing/2014/main" id="{1B5A5968-E280-4BEC-8FA9-314068E8B051}"/>
              </a:ext>
            </a:extLst>
          </p:cNvPr>
          <p:cNvSpPr>
            <a:spLocks xmlns:a="http://schemas.openxmlformats.org/drawingml/2006/main" noGrp="1"/>
          </p:cNvSpPr>
          <p:nvPr>
            <p:ph type="subTitle" idx="1"/>
          </p:nvPr>
        </p:nvSpPr>
        <p:spPr>
          <a:xfrm xmlns:a="http://schemas.openxmlformats.org/drawingml/2006/main">
            <a:off x="3743325" y="4714875"/>
            <a:ext cx="17468850" cy="952500"/>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ctr">
            <a:normAutofit/>
          </a:bodyPr>
          <a:lstStyle xmlns:a="http://schemas.openxmlformats.org/drawingml/2006/main">
            <a:defPPr algn="ctr">
              <a:defRPr sz="2625" b="0">
                <a:solidFill>
                  <a:schemeClr val="tx1"/>
                </a:solidFill>
                <a:latin typeface="Arial"/>
                <a:ea typeface="Arial"/>
                <a:cs typeface="Arial"/>
              </a:defRPr>
            </a:defPPr>
            <a:lvl1pPr marL="0" indent="0">
              <a:lnSpc>
                <a:spcPct val="110000"/>
              </a:lnSpc>
              <a:spcBef>
                <a:spcPts val="0"/>
              </a:spcBef>
              <a:spcAft>
                <a:spcPts val="0"/>
              </a:spcAft>
              <a:buNone/>
            </a:lvl1pPr>
            <a:lvl2pPr marL="0" indent="0">
              <a:lnSpc>
                <a:spcPct val="110000"/>
              </a:lnSpc>
              <a:spcBef>
                <a:spcPts val="0"/>
              </a:spcBef>
              <a:spcAft>
                <a:spcPts val="0"/>
              </a:spcAft>
              <a:buNone/>
            </a:lvl2pPr>
            <a:lvl3pPr marL="0" indent="0">
              <a:lnSpc>
                <a:spcPct val="110000"/>
              </a:lnSpc>
              <a:spcBef>
                <a:spcPts val="0"/>
              </a:spcBef>
              <a:spcAft>
                <a:spcPts val="0"/>
              </a:spcAft>
              <a:buNone/>
            </a:lvl3pPr>
            <a:lvl4pPr marL="0" indent="0">
              <a:lnSpc>
                <a:spcPct val="110000"/>
              </a:lnSpc>
              <a:spcBef>
                <a:spcPts val="0"/>
              </a:spcBef>
              <a:spcAft>
                <a:spcPts val="0"/>
              </a:spcAft>
              <a:buNone/>
            </a:lvl4pPr>
            <a:lvl5pPr marL="0" indent="0">
              <a:lnSpc>
                <a:spcPct val="110000"/>
              </a:lnSpc>
              <a:spcBef>
                <a:spcPts val="0"/>
              </a:spcBef>
              <a:spcAft>
                <a:spcPts val="0"/>
              </a:spcAft>
              <a:buNone/>
            </a:lvl5pPr>
            <a:lvl6pPr marL="0" indent="0">
              <a:lnSpc>
                <a:spcPct val="110000"/>
              </a:lnSpc>
              <a:spcBef>
                <a:spcPts val="0"/>
              </a:spcBef>
              <a:spcAft>
                <a:spcPts val="0"/>
              </a:spcAft>
              <a:buNone/>
            </a:lvl6pPr>
            <a:lvl7pPr marL="0" indent="0">
              <a:lnSpc>
                <a:spcPct val="110000"/>
              </a:lnSpc>
              <a:spcBef>
                <a:spcPts val="0"/>
              </a:spcBef>
              <a:spcAft>
                <a:spcPts val="0"/>
              </a:spcAft>
              <a:buNone/>
            </a:lvl7pPr>
            <a:lvl8pPr marL="0" indent="0">
              <a:lnSpc>
                <a:spcPct val="110000"/>
              </a:lnSpc>
              <a:spcBef>
                <a:spcPts val="0"/>
              </a:spcBef>
              <a:spcAft>
                <a:spcPts val="0"/>
              </a:spcAft>
              <a:buNone/>
            </a:lvl8pPr>
            <a:lvl9pPr marL="0" indent="0">
              <a:lnSpc>
                <a:spcPct val="110000"/>
              </a:lnSpc>
              <a:spcBef>
                <a:spcPts val="0"/>
              </a:spcBef>
              <a:spcAft>
                <a:spcPts val="0"/>
              </a:spcAft>
              <a:buNone/>
            </a:lvl9pPr>
          </a:lstStyle>
          <a:p xmlns:a="http://schemas.openxmlformats.org/drawingml/2006/main"/>
        </p:txBody>
      </p:sp>
    </p:spTree>
  </p:cSld>
</p:sldLayout>
</file>

<file path=ppt/main_figures/Fig3/ppt/slideLayouts/slideLayout2.xml><?xml version="1.0" encoding="utf-8"?>
<p:sldLayout xmlns:p="http://schemas.openxmlformats.org/presentationml/2006/main">
  <p:cSld name="Section Header">
    <p:spTree>
      <p:nvGrpSpPr>
        <p:cNvPr id="1" name=""/>
        <p:cNvGrpSpPr/>
        <p:nvPr/>
      </p:nvGrpSpPr>
      <p:grpSpPr>
        <a:xfrm xmlns:a="http://schemas.openxmlformats.org/drawingml/2006/main"/>
      </p:grpSpPr>
      <p:sp>
        <p:nvSpPr>
          <p:cNvPr id="2" name="Section title">
            <a:extLst xmlns:a="http://schemas.openxmlformats.org/drawingml/2006/main">
              <a:ext uri="{FF2B5EF4-FFF2-40B4-BE49-F238E27FC236}">
                <a16:creationId xmlns:a16="http://schemas.microsoft.com/office/drawing/2014/main" id="{5E0C99E7-5B76-4847-8DF7-86A9C80A19F3}"/>
              </a:ext>
            </a:extLst>
          </p:cNvPr>
          <p:cNvSpPr>
            <a:spLocks xmlns:a="http://schemas.openxmlformats.org/drawingml/2006/main" noGrp="1"/>
          </p:cNvSpPr>
          <p:nvPr>
            <p:ph type="title" idx="0"/>
          </p:nvPr>
        </p:nvSpPr>
        <p:spPr>
          <a:xfrm xmlns:a="http://schemas.openxmlformats.org/drawingml/2006/main">
            <a:off x="2495550" y="3571875"/>
            <a:ext cx="19964400" cy="1428750"/>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ctr">
            <a:normAutofit/>
          </a:bodyPr>
          <a:lstStyle xmlns:a="http://schemas.openxmlformats.org/drawingml/2006/main">
            <a:defPPr algn="ctr">
              <a:defRPr sz="5250" b="1">
                <a:solidFill>
                  <a:schemeClr val="tx1"/>
                </a:solidFill>
                <a:latin typeface="Arial"/>
                <a:ea typeface="Arial"/>
                <a:cs typeface="Arial"/>
              </a:defRPr>
            </a:defPPr>
            <a:lvl1pPr marL="0" indent="0">
              <a:lnSpc>
                <a:spcPct val="110000"/>
              </a:lnSpc>
              <a:spcBef>
                <a:spcPts val="0"/>
              </a:spcBef>
              <a:spcAft>
                <a:spcPts val="0"/>
              </a:spcAft>
              <a:buNone/>
            </a:lvl1pPr>
            <a:lvl2pPr marL="0" indent="0">
              <a:lnSpc>
                <a:spcPct val="110000"/>
              </a:lnSpc>
              <a:spcBef>
                <a:spcPts val="0"/>
              </a:spcBef>
              <a:spcAft>
                <a:spcPts val="0"/>
              </a:spcAft>
              <a:buNone/>
            </a:lvl2pPr>
            <a:lvl3pPr marL="0" indent="0">
              <a:lnSpc>
                <a:spcPct val="110000"/>
              </a:lnSpc>
              <a:spcBef>
                <a:spcPts val="0"/>
              </a:spcBef>
              <a:spcAft>
                <a:spcPts val="0"/>
              </a:spcAft>
              <a:buNone/>
            </a:lvl3pPr>
            <a:lvl4pPr marL="0" indent="0">
              <a:lnSpc>
                <a:spcPct val="110000"/>
              </a:lnSpc>
              <a:spcBef>
                <a:spcPts val="0"/>
              </a:spcBef>
              <a:spcAft>
                <a:spcPts val="0"/>
              </a:spcAft>
              <a:buNone/>
            </a:lvl4pPr>
            <a:lvl5pPr marL="0" indent="0">
              <a:lnSpc>
                <a:spcPct val="110000"/>
              </a:lnSpc>
              <a:spcBef>
                <a:spcPts val="0"/>
              </a:spcBef>
              <a:spcAft>
                <a:spcPts val="0"/>
              </a:spcAft>
              <a:buNone/>
            </a:lvl5pPr>
            <a:lvl6pPr marL="0" indent="0">
              <a:lnSpc>
                <a:spcPct val="110000"/>
              </a:lnSpc>
              <a:spcBef>
                <a:spcPts val="0"/>
              </a:spcBef>
              <a:spcAft>
                <a:spcPts val="0"/>
              </a:spcAft>
              <a:buNone/>
            </a:lvl6pPr>
            <a:lvl7pPr marL="0" indent="0">
              <a:lnSpc>
                <a:spcPct val="110000"/>
              </a:lnSpc>
              <a:spcBef>
                <a:spcPts val="0"/>
              </a:spcBef>
              <a:spcAft>
                <a:spcPts val="0"/>
              </a:spcAft>
              <a:buNone/>
            </a:lvl7pPr>
            <a:lvl8pPr marL="0" indent="0">
              <a:lnSpc>
                <a:spcPct val="110000"/>
              </a:lnSpc>
              <a:spcBef>
                <a:spcPts val="0"/>
              </a:spcBef>
              <a:spcAft>
                <a:spcPts val="0"/>
              </a:spcAft>
              <a:buNone/>
            </a:lvl8pPr>
            <a:lvl9pPr marL="0" indent="0">
              <a:lnSpc>
                <a:spcPct val="110000"/>
              </a:lnSpc>
              <a:spcBef>
                <a:spcPts val="0"/>
              </a:spcBef>
              <a:spcAft>
                <a:spcPts val="0"/>
              </a:spcAft>
              <a:buNone/>
            </a:lvl9pPr>
          </a:lstStyle>
          <a:p xmlns:a="http://schemas.openxmlformats.org/drawingml/2006/main"/>
        </p:txBody>
      </p:sp>
    </p:spTree>
  </p:cSld>
</p:sldLayout>
</file>

<file path=ppt/main_figures/Fig3/ppt/slideLayouts/slideLayout3.xml><?xml version="1.0" encoding="utf-8"?>
<p:sldLayout xmlns:p="http://schemas.openxmlformats.org/presentationml/2006/main">
  <p:cSld name="Title and Body">
    <p:spTree>
      <p:nvGrpSpPr>
        <p:cNvPr id="1" name=""/>
        <p:cNvGrpSpPr/>
        <p:nvPr/>
      </p:nvGrpSpPr>
      <p:grpSpPr>
        <a:xfrm xmlns:a="http://schemas.openxmlformats.org/drawingml/2006/main"/>
      </p:grpSpPr>
      <p:sp>
        <p:nvSpPr>
          <p:cNvPr id="3" name="Title">
            <a:extLst xmlns:a="http://schemas.openxmlformats.org/drawingml/2006/main">
              <a:ext uri="{FF2B5EF4-FFF2-40B4-BE49-F238E27FC236}">
                <a16:creationId xmlns:a16="http://schemas.microsoft.com/office/drawing/2014/main" id="{BA1D3657-4F4D-4DFF-978F-70123F592185}"/>
              </a:ext>
            </a:extLst>
          </p:cNvPr>
          <p:cNvSpPr>
            <a:spLocks xmlns:a="http://schemas.openxmlformats.org/drawingml/2006/main" noGrp="1"/>
          </p:cNvSpPr>
          <p:nvPr>
            <p:ph type="title" idx="0"/>
          </p:nvPr>
        </p:nvSpPr>
        <p:spPr>
          <a:xfrm xmlns:a="http://schemas.openxmlformats.org/drawingml/2006/main">
            <a:off x="1403747" y="666750"/>
            <a:ext cx="22148006" cy="1047750"/>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4125" b="1">
                <a:solidFill>
                  <a:schemeClr val="tx1"/>
                </a:solidFill>
                <a:latin typeface="Arial"/>
                <a:ea typeface="Arial"/>
                <a:cs typeface="Arial"/>
              </a:defRPr>
            </a:defPPr>
            <a:lvl1pPr marL="0" indent="0">
              <a:lnSpc>
                <a:spcPct val="110000"/>
              </a:lnSpc>
              <a:spcBef>
                <a:spcPts val="0"/>
              </a:spcBef>
              <a:spcAft>
                <a:spcPts val="0"/>
              </a:spcAft>
              <a:buNone/>
            </a:lvl1pPr>
            <a:lvl2pPr marL="0" indent="0">
              <a:lnSpc>
                <a:spcPct val="110000"/>
              </a:lnSpc>
              <a:spcBef>
                <a:spcPts val="0"/>
              </a:spcBef>
              <a:spcAft>
                <a:spcPts val="0"/>
              </a:spcAft>
              <a:buNone/>
            </a:lvl2pPr>
            <a:lvl3pPr marL="0" indent="0">
              <a:lnSpc>
                <a:spcPct val="110000"/>
              </a:lnSpc>
              <a:spcBef>
                <a:spcPts val="0"/>
              </a:spcBef>
              <a:spcAft>
                <a:spcPts val="0"/>
              </a:spcAft>
              <a:buNone/>
            </a:lvl3pPr>
            <a:lvl4pPr marL="0" indent="0">
              <a:lnSpc>
                <a:spcPct val="110000"/>
              </a:lnSpc>
              <a:spcBef>
                <a:spcPts val="0"/>
              </a:spcBef>
              <a:spcAft>
                <a:spcPts val="0"/>
              </a:spcAft>
              <a:buNone/>
            </a:lvl4pPr>
            <a:lvl5pPr marL="0" indent="0">
              <a:lnSpc>
                <a:spcPct val="110000"/>
              </a:lnSpc>
              <a:spcBef>
                <a:spcPts val="0"/>
              </a:spcBef>
              <a:spcAft>
                <a:spcPts val="0"/>
              </a:spcAft>
              <a:buNone/>
            </a:lvl5pPr>
            <a:lvl6pPr marL="0" indent="0">
              <a:lnSpc>
                <a:spcPct val="110000"/>
              </a:lnSpc>
              <a:spcBef>
                <a:spcPts val="0"/>
              </a:spcBef>
              <a:spcAft>
                <a:spcPts val="0"/>
              </a:spcAft>
              <a:buNone/>
            </a:lvl6pPr>
            <a:lvl7pPr marL="0" indent="0">
              <a:lnSpc>
                <a:spcPct val="110000"/>
              </a:lnSpc>
              <a:spcBef>
                <a:spcPts val="0"/>
              </a:spcBef>
              <a:spcAft>
                <a:spcPts val="0"/>
              </a:spcAft>
              <a:buNone/>
            </a:lvl7pPr>
            <a:lvl8pPr marL="0" indent="0">
              <a:lnSpc>
                <a:spcPct val="110000"/>
              </a:lnSpc>
              <a:spcBef>
                <a:spcPts val="0"/>
              </a:spcBef>
              <a:spcAft>
                <a:spcPts val="0"/>
              </a:spcAft>
              <a:buNone/>
            </a:lvl8pPr>
            <a:lvl9pPr marL="0" indent="0">
              <a:lnSpc>
                <a:spcPct val="110000"/>
              </a:lnSpc>
              <a:spcBef>
                <a:spcPts val="0"/>
              </a:spcBef>
              <a:spcAft>
                <a:spcPts val="0"/>
              </a:spcAft>
              <a:buNone/>
            </a:lvl9pPr>
          </a:lstStyle>
          <a:p xmlns:a="http://schemas.openxmlformats.org/drawingml/2006/main"/>
        </p:txBody>
      </p:sp>
      <p:sp>
        <p:nvSpPr>
          <p:cNvPr id="2" name="Body">
            <a:extLst xmlns:a="http://schemas.openxmlformats.org/drawingml/2006/main">
              <a:ext uri="{FF2B5EF4-FFF2-40B4-BE49-F238E27FC236}">
                <a16:creationId xmlns:a16="http://schemas.microsoft.com/office/drawing/2014/main" id="{CFA922B9-E35C-45A3-AA36-F24CFF92DE01}"/>
              </a:ext>
            </a:extLst>
          </p:cNvPr>
          <p:cNvSpPr>
            <a:spLocks xmlns:a="http://schemas.openxmlformats.org/drawingml/2006/main" noGrp="1"/>
          </p:cNvSpPr>
          <p:nvPr>
            <p:ph type="body" idx="1"/>
          </p:nvPr>
        </p:nvSpPr>
        <p:spPr>
          <a:xfrm xmlns:a="http://schemas.openxmlformats.org/drawingml/2006/main">
            <a:off x="1403747" y="2381250"/>
            <a:ext cx="22148006" cy="5334000"/>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813" b="0">
                <a:solidFill>
                  <a:schemeClr val="tx1"/>
                </a:solidFill>
                <a:latin typeface="Arial"/>
                <a:ea typeface="Arial"/>
                <a:cs typeface="Arial"/>
              </a:defRPr>
            </a:defPPr>
            <a:lvl1pPr marL="285750" indent="-285750">
              <a:lnSpc>
                <a:spcPct val="110000"/>
              </a:lnSpc>
              <a:spcBef>
                <a:spcPts val="0"/>
              </a:spcBef>
              <a:spcAft>
                <a:spcPts val="1500"/>
              </a:spcAft>
              <a:buChar char="•"/>
            </a:lvl1pPr>
            <a:lvl2pPr marL="666750" indent="-285750">
              <a:lnSpc>
                <a:spcPct val="110000"/>
              </a:lnSpc>
              <a:spcBef>
                <a:spcPts val="0"/>
              </a:spcBef>
              <a:spcAft>
                <a:spcPts val="1500"/>
              </a:spcAft>
              <a:buChar char="•"/>
            </a:lvl2pPr>
            <a:lvl3pPr marL="1047750" indent="-285750">
              <a:lnSpc>
                <a:spcPct val="110000"/>
              </a:lnSpc>
              <a:spcBef>
                <a:spcPts val="0"/>
              </a:spcBef>
              <a:spcAft>
                <a:spcPts val="1500"/>
              </a:spcAft>
              <a:buChar char="•"/>
            </a:lvl3pPr>
            <a:lvl4pPr marL="1428750" indent="-285750">
              <a:lnSpc>
                <a:spcPct val="110000"/>
              </a:lnSpc>
              <a:spcBef>
                <a:spcPts val="0"/>
              </a:spcBef>
              <a:spcAft>
                <a:spcPts val="1500"/>
              </a:spcAft>
              <a:buChar char="•"/>
            </a:lvl4pPr>
            <a:lvl5pPr marL="1809750" indent="-285750">
              <a:lnSpc>
                <a:spcPct val="110000"/>
              </a:lnSpc>
              <a:spcBef>
                <a:spcPts val="0"/>
              </a:spcBef>
              <a:spcAft>
                <a:spcPts val="1500"/>
              </a:spcAft>
              <a:buChar char="•"/>
            </a:lvl5pPr>
            <a:lvl6pPr marL="2190750" indent="-285750">
              <a:lnSpc>
                <a:spcPct val="110000"/>
              </a:lnSpc>
              <a:spcBef>
                <a:spcPts val="0"/>
              </a:spcBef>
              <a:spcAft>
                <a:spcPts val="1500"/>
              </a:spcAft>
              <a:buChar char="•"/>
            </a:lvl6pPr>
            <a:lvl7pPr marL="2571750" indent="-285750">
              <a:lnSpc>
                <a:spcPct val="110000"/>
              </a:lnSpc>
              <a:spcBef>
                <a:spcPts val="0"/>
              </a:spcBef>
              <a:spcAft>
                <a:spcPts val="1500"/>
              </a:spcAft>
              <a:buChar char="•"/>
            </a:lvl7pPr>
            <a:lvl8pPr marL="2952750" indent="-285750">
              <a:lnSpc>
                <a:spcPct val="110000"/>
              </a:lnSpc>
              <a:spcBef>
                <a:spcPts val="0"/>
              </a:spcBef>
              <a:spcAft>
                <a:spcPts val="1500"/>
              </a:spcAft>
              <a:buChar char="•"/>
            </a:lvl8pPr>
            <a:lvl9pPr marL="3333750" indent="-285750">
              <a:lnSpc>
                <a:spcPct val="110000"/>
              </a:lnSpc>
              <a:spcBef>
                <a:spcPts val="0"/>
              </a:spcBef>
              <a:spcAft>
                <a:spcPts val="1500"/>
              </a:spcAft>
              <a:buChar char="•"/>
            </a:lvl9pPr>
          </a:lstStyle>
          <a:p xmlns:a="http://schemas.openxmlformats.org/drawingml/2006/main"/>
        </p:txBody>
      </p:sp>
    </p:spTree>
  </p:cSld>
</p:sldLayout>
</file>

<file path=ppt/main_figures/Fig3/ppt/slideLayouts/slideLayout4.xml><?xml version="1.0" encoding="utf-8"?>
<p:sldLayout xmlns:p="http://schemas.openxmlformats.org/presentationml/2006/main">
  <p:cSld name="Title and Two Column">
    <p:spTree>
      <p:nvGrpSpPr>
        <p:cNvPr id="1" name=""/>
        <p:cNvGrpSpPr/>
        <p:nvPr/>
      </p:nvGrpSpPr>
      <p:grpSpPr>
        <a:xfrm xmlns:a="http://schemas.openxmlformats.org/drawingml/2006/main"/>
      </p:grpSpPr>
      <p:sp>
        <p:nvSpPr>
          <p:cNvPr id="4" name="Title">
            <a:extLst xmlns:a="http://schemas.openxmlformats.org/drawingml/2006/main">
              <a:ext uri="{FF2B5EF4-FFF2-40B4-BE49-F238E27FC236}">
                <a16:creationId xmlns:a16="http://schemas.microsoft.com/office/drawing/2014/main" id="{A0C4CCE2-5E6D-4261-AC59-EA2C77341BE4}"/>
              </a:ext>
            </a:extLst>
          </p:cNvPr>
          <p:cNvSpPr>
            <a:spLocks xmlns:a="http://schemas.openxmlformats.org/drawingml/2006/main" noGrp="1"/>
          </p:cNvSpPr>
          <p:nvPr>
            <p:ph type="title" idx="0"/>
          </p:nvPr>
        </p:nvSpPr>
        <p:spPr>
          <a:xfrm xmlns:a="http://schemas.openxmlformats.org/drawingml/2006/main">
            <a:off x="1403747" y="666750"/>
            <a:ext cx="22148006" cy="1047750"/>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4125" b="1">
                <a:solidFill>
                  <a:schemeClr val="tx1"/>
                </a:solidFill>
                <a:latin typeface="Arial"/>
                <a:ea typeface="Arial"/>
                <a:cs typeface="Arial"/>
              </a:defRPr>
            </a:defPPr>
            <a:lvl1pPr marL="0" indent="0">
              <a:lnSpc>
                <a:spcPct val="110000"/>
              </a:lnSpc>
              <a:spcBef>
                <a:spcPts val="0"/>
              </a:spcBef>
              <a:spcAft>
                <a:spcPts val="0"/>
              </a:spcAft>
              <a:buNone/>
            </a:lvl1pPr>
            <a:lvl2pPr marL="0" indent="0">
              <a:lnSpc>
                <a:spcPct val="110000"/>
              </a:lnSpc>
              <a:spcBef>
                <a:spcPts val="0"/>
              </a:spcBef>
              <a:spcAft>
                <a:spcPts val="0"/>
              </a:spcAft>
              <a:buNone/>
            </a:lvl2pPr>
            <a:lvl3pPr marL="0" indent="0">
              <a:lnSpc>
                <a:spcPct val="110000"/>
              </a:lnSpc>
              <a:spcBef>
                <a:spcPts val="0"/>
              </a:spcBef>
              <a:spcAft>
                <a:spcPts val="0"/>
              </a:spcAft>
              <a:buNone/>
            </a:lvl3pPr>
            <a:lvl4pPr marL="0" indent="0">
              <a:lnSpc>
                <a:spcPct val="110000"/>
              </a:lnSpc>
              <a:spcBef>
                <a:spcPts val="0"/>
              </a:spcBef>
              <a:spcAft>
                <a:spcPts val="0"/>
              </a:spcAft>
              <a:buNone/>
            </a:lvl4pPr>
            <a:lvl5pPr marL="0" indent="0">
              <a:lnSpc>
                <a:spcPct val="110000"/>
              </a:lnSpc>
              <a:spcBef>
                <a:spcPts val="0"/>
              </a:spcBef>
              <a:spcAft>
                <a:spcPts val="0"/>
              </a:spcAft>
              <a:buNone/>
            </a:lvl5pPr>
            <a:lvl6pPr marL="0" indent="0">
              <a:lnSpc>
                <a:spcPct val="110000"/>
              </a:lnSpc>
              <a:spcBef>
                <a:spcPts val="0"/>
              </a:spcBef>
              <a:spcAft>
                <a:spcPts val="0"/>
              </a:spcAft>
              <a:buNone/>
            </a:lvl6pPr>
            <a:lvl7pPr marL="0" indent="0">
              <a:lnSpc>
                <a:spcPct val="110000"/>
              </a:lnSpc>
              <a:spcBef>
                <a:spcPts val="0"/>
              </a:spcBef>
              <a:spcAft>
                <a:spcPts val="0"/>
              </a:spcAft>
              <a:buNone/>
            </a:lvl7pPr>
            <a:lvl8pPr marL="0" indent="0">
              <a:lnSpc>
                <a:spcPct val="110000"/>
              </a:lnSpc>
              <a:spcBef>
                <a:spcPts val="0"/>
              </a:spcBef>
              <a:spcAft>
                <a:spcPts val="0"/>
              </a:spcAft>
              <a:buNone/>
            </a:lvl8pPr>
            <a:lvl9pPr marL="0" indent="0">
              <a:lnSpc>
                <a:spcPct val="110000"/>
              </a:lnSpc>
              <a:spcBef>
                <a:spcPts val="0"/>
              </a:spcBef>
              <a:spcAft>
                <a:spcPts val="0"/>
              </a:spcAft>
              <a:buNone/>
            </a:lvl9pPr>
          </a:lstStyle>
          <a:p xmlns:a="http://schemas.openxmlformats.org/drawingml/2006/main"/>
        </p:txBody>
      </p:sp>
      <p:sp>
        <p:nvSpPr>
          <p:cNvPr id="2" name="Left column">
            <a:extLst xmlns:a="http://schemas.openxmlformats.org/drawingml/2006/main">
              <a:ext uri="{FF2B5EF4-FFF2-40B4-BE49-F238E27FC236}">
                <a16:creationId xmlns:a16="http://schemas.microsoft.com/office/drawing/2014/main" id="{F36E4F60-4EBF-40EC-8141-9FDEAB48E6F8}"/>
              </a:ext>
            </a:extLst>
          </p:cNvPr>
          <p:cNvSpPr>
            <a:spLocks xmlns:a="http://schemas.openxmlformats.org/drawingml/2006/main" noGrp="1"/>
          </p:cNvSpPr>
          <p:nvPr>
            <p:ph type="body" idx="1"/>
          </p:nvPr>
        </p:nvSpPr>
        <p:spPr>
          <a:xfrm xmlns:a="http://schemas.openxmlformats.org/drawingml/2006/main">
            <a:off x="1403747" y="2381250"/>
            <a:ext cx="10294144" cy="5334000"/>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625" b="0">
                <a:solidFill>
                  <a:schemeClr val="tx1"/>
                </a:solidFill>
                <a:latin typeface="Arial"/>
                <a:ea typeface="Arial"/>
                <a:cs typeface="Arial"/>
              </a:defRPr>
            </a:defPPr>
            <a:lvl1pPr marL="285750" indent="-285750">
              <a:lnSpc>
                <a:spcPct val="110000"/>
              </a:lnSpc>
              <a:spcBef>
                <a:spcPts val="0"/>
              </a:spcBef>
              <a:spcAft>
                <a:spcPts val="1500"/>
              </a:spcAft>
              <a:buChar char="•"/>
            </a:lvl1pPr>
            <a:lvl2pPr marL="666750" indent="-285750">
              <a:lnSpc>
                <a:spcPct val="110000"/>
              </a:lnSpc>
              <a:spcBef>
                <a:spcPts val="0"/>
              </a:spcBef>
              <a:spcAft>
                <a:spcPts val="1500"/>
              </a:spcAft>
              <a:buChar char="•"/>
            </a:lvl2pPr>
            <a:lvl3pPr marL="1047750" indent="-285750">
              <a:lnSpc>
                <a:spcPct val="110000"/>
              </a:lnSpc>
              <a:spcBef>
                <a:spcPts val="0"/>
              </a:spcBef>
              <a:spcAft>
                <a:spcPts val="1500"/>
              </a:spcAft>
              <a:buChar char="•"/>
            </a:lvl3pPr>
            <a:lvl4pPr marL="1428750" indent="-285750">
              <a:lnSpc>
                <a:spcPct val="110000"/>
              </a:lnSpc>
              <a:spcBef>
                <a:spcPts val="0"/>
              </a:spcBef>
              <a:spcAft>
                <a:spcPts val="1500"/>
              </a:spcAft>
              <a:buChar char="•"/>
            </a:lvl4pPr>
            <a:lvl5pPr marL="1809750" indent="-285750">
              <a:lnSpc>
                <a:spcPct val="110000"/>
              </a:lnSpc>
              <a:spcBef>
                <a:spcPts val="0"/>
              </a:spcBef>
              <a:spcAft>
                <a:spcPts val="1500"/>
              </a:spcAft>
              <a:buChar char="•"/>
            </a:lvl5pPr>
            <a:lvl6pPr marL="2190750" indent="-285750">
              <a:lnSpc>
                <a:spcPct val="110000"/>
              </a:lnSpc>
              <a:spcBef>
                <a:spcPts val="0"/>
              </a:spcBef>
              <a:spcAft>
                <a:spcPts val="1500"/>
              </a:spcAft>
              <a:buChar char="•"/>
            </a:lvl6pPr>
            <a:lvl7pPr marL="2571750" indent="-285750">
              <a:lnSpc>
                <a:spcPct val="110000"/>
              </a:lnSpc>
              <a:spcBef>
                <a:spcPts val="0"/>
              </a:spcBef>
              <a:spcAft>
                <a:spcPts val="1500"/>
              </a:spcAft>
              <a:buChar char="•"/>
            </a:lvl7pPr>
            <a:lvl8pPr marL="2952750" indent="-285750">
              <a:lnSpc>
                <a:spcPct val="110000"/>
              </a:lnSpc>
              <a:spcBef>
                <a:spcPts val="0"/>
              </a:spcBef>
              <a:spcAft>
                <a:spcPts val="1500"/>
              </a:spcAft>
              <a:buChar char="•"/>
            </a:lvl8pPr>
            <a:lvl9pPr marL="3333750" indent="-285750">
              <a:lnSpc>
                <a:spcPct val="110000"/>
              </a:lnSpc>
              <a:spcBef>
                <a:spcPts val="0"/>
              </a:spcBef>
              <a:spcAft>
                <a:spcPts val="1500"/>
              </a:spcAft>
              <a:buChar char="•"/>
            </a:lvl9pPr>
          </a:lstStyle>
          <a:p xmlns:a="http://schemas.openxmlformats.org/drawingml/2006/main"/>
        </p:txBody>
      </p:sp>
      <p:sp>
        <p:nvSpPr>
          <p:cNvPr id="3" name="Right column">
            <a:extLst xmlns:a="http://schemas.openxmlformats.org/drawingml/2006/main">
              <a:ext uri="{FF2B5EF4-FFF2-40B4-BE49-F238E27FC236}">
                <a16:creationId xmlns:a16="http://schemas.microsoft.com/office/drawing/2014/main" id="{6EAED4D7-0C33-4D83-B158-F0AA1C216F04}"/>
              </a:ext>
            </a:extLst>
          </p:cNvPr>
          <p:cNvSpPr>
            <a:spLocks xmlns:a="http://schemas.openxmlformats.org/drawingml/2006/main" noGrp="1"/>
          </p:cNvSpPr>
          <p:nvPr>
            <p:ph type="body" idx="2"/>
          </p:nvPr>
        </p:nvSpPr>
        <p:spPr>
          <a:xfrm xmlns:a="http://schemas.openxmlformats.org/drawingml/2006/main">
            <a:off x="13257609" y="2381250"/>
            <a:ext cx="10294144" cy="5334000"/>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625" b="0">
                <a:solidFill>
                  <a:schemeClr val="tx1"/>
                </a:solidFill>
                <a:latin typeface="Arial"/>
                <a:ea typeface="Arial"/>
                <a:cs typeface="Arial"/>
              </a:defRPr>
            </a:defPPr>
            <a:lvl1pPr marL="285750" indent="-285750">
              <a:lnSpc>
                <a:spcPct val="110000"/>
              </a:lnSpc>
              <a:spcBef>
                <a:spcPts val="0"/>
              </a:spcBef>
              <a:spcAft>
                <a:spcPts val="1500"/>
              </a:spcAft>
              <a:buChar char="•"/>
            </a:lvl1pPr>
            <a:lvl2pPr marL="666750" indent="-285750">
              <a:lnSpc>
                <a:spcPct val="110000"/>
              </a:lnSpc>
              <a:spcBef>
                <a:spcPts val="0"/>
              </a:spcBef>
              <a:spcAft>
                <a:spcPts val="1500"/>
              </a:spcAft>
              <a:buChar char="•"/>
            </a:lvl2pPr>
            <a:lvl3pPr marL="1047750" indent="-285750">
              <a:lnSpc>
                <a:spcPct val="110000"/>
              </a:lnSpc>
              <a:spcBef>
                <a:spcPts val="0"/>
              </a:spcBef>
              <a:spcAft>
                <a:spcPts val="1500"/>
              </a:spcAft>
              <a:buChar char="•"/>
            </a:lvl3pPr>
            <a:lvl4pPr marL="1428750" indent="-285750">
              <a:lnSpc>
                <a:spcPct val="110000"/>
              </a:lnSpc>
              <a:spcBef>
                <a:spcPts val="0"/>
              </a:spcBef>
              <a:spcAft>
                <a:spcPts val="1500"/>
              </a:spcAft>
              <a:buChar char="•"/>
            </a:lvl4pPr>
            <a:lvl5pPr marL="1809750" indent="-285750">
              <a:lnSpc>
                <a:spcPct val="110000"/>
              </a:lnSpc>
              <a:spcBef>
                <a:spcPts val="0"/>
              </a:spcBef>
              <a:spcAft>
                <a:spcPts val="1500"/>
              </a:spcAft>
              <a:buChar char="•"/>
            </a:lvl5pPr>
            <a:lvl6pPr marL="2190750" indent="-285750">
              <a:lnSpc>
                <a:spcPct val="110000"/>
              </a:lnSpc>
              <a:spcBef>
                <a:spcPts val="0"/>
              </a:spcBef>
              <a:spcAft>
                <a:spcPts val="1500"/>
              </a:spcAft>
              <a:buChar char="•"/>
            </a:lvl6pPr>
            <a:lvl7pPr marL="2571750" indent="-285750">
              <a:lnSpc>
                <a:spcPct val="110000"/>
              </a:lnSpc>
              <a:spcBef>
                <a:spcPts val="0"/>
              </a:spcBef>
              <a:spcAft>
                <a:spcPts val="1500"/>
              </a:spcAft>
              <a:buChar char="•"/>
            </a:lvl7pPr>
            <a:lvl8pPr marL="2952750" indent="-285750">
              <a:lnSpc>
                <a:spcPct val="110000"/>
              </a:lnSpc>
              <a:spcBef>
                <a:spcPts val="0"/>
              </a:spcBef>
              <a:spcAft>
                <a:spcPts val="1500"/>
              </a:spcAft>
              <a:buChar char="•"/>
            </a:lvl8pPr>
            <a:lvl9pPr marL="3333750" indent="-285750">
              <a:lnSpc>
                <a:spcPct val="110000"/>
              </a:lnSpc>
              <a:spcBef>
                <a:spcPts val="0"/>
              </a:spcBef>
              <a:spcAft>
                <a:spcPts val="1500"/>
              </a:spcAft>
              <a:buChar char="•"/>
            </a:lvl9pPr>
          </a:lstStyle>
          <a:p xmlns:a="http://schemas.openxmlformats.org/drawingml/2006/main"/>
        </p:txBody>
      </p:sp>
    </p:spTree>
  </p:cSld>
</p:sldLayout>
</file>

<file path=ppt/main_figures/Fig3/ppt/slideLayouts/slideLayout5.xml><?xml version="1.0" encoding="utf-8"?>
<p:sldLayout xmlns:p="http://schemas.openxmlformats.org/presentationml/2006/main">
  <p:cSld name="Title and One Column">
    <p:spTree>
      <p:nvGrpSpPr>
        <p:cNvPr id="1" name=""/>
        <p:cNvGrpSpPr/>
        <p:nvPr/>
      </p:nvGrpSpPr>
      <p:grpSpPr>
        <a:xfrm xmlns:a="http://schemas.openxmlformats.org/drawingml/2006/main"/>
      </p:grpSpPr>
      <p:sp>
        <p:nvSpPr>
          <p:cNvPr id="3" name="Title">
            <a:extLst xmlns:a="http://schemas.openxmlformats.org/drawingml/2006/main">
              <a:ext uri="{FF2B5EF4-FFF2-40B4-BE49-F238E27FC236}">
                <a16:creationId xmlns:a16="http://schemas.microsoft.com/office/drawing/2014/main" id="{7A5199B9-9086-4573-B8E9-9A1DF564ABC0}"/>
              </a:ext>
            </a:extLst>
          </p:cNvPr>
          <p:cNvSpPr>
            <a:spLocks xmlns:a="http://schemas.openxmlformats.org/drawingml/2006/main" noGrp="1"/>
          </p:cNvSpPr>
          <p:nvPr>
            <p:ph type="title" idx="0"/>
          </p:nvPr>
        </p:nvSpPr>
        <p:spPr>
          <a:xfrm xmlns:a="http://schemas.openxmlformats.org/drawingml/2006/main">
            <a:off x="1403747" y="666750"/>
            <a:ext cx="22148006" cy="1047750"/>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4125" b="1">
                <a:solidFill>
                  <a:schemeClr val="tx1"/>
                </a:solidFill>
                <a:latin typeface="Arial"/>
                <a:ea typeface="Arial"/>
                <a:cs typeface="Arial"/>
              </a:defRPr>
            </a:defPPr>
            <a:lvl1pPr marL="0" indent="0">
              <a:lnSpc>
                <a:spcPct val="110000"/>
              </a:lnSpc>
              <a:spcBef>
                <a:spcPts val="0"/>
              </a:spcBef>
              <a:spcAft>
                <a:spcPts val="0"/>
              </a:spcAft>
              <a:buNone/>
            </a:lvl1pPr>
            <a:lvl2pPr marL="0" indent="0">
              <a:lnSpc>
                <a:spcPct val="110000"/>
              </a:lnSpc>
              <a:spcBef>
                <a:spcPts val="0"/>
              </a:spcBef>
              <a:spcAft>
                <a:spcPts val="0"/>
              </a:spcAft>
              <a:buNone/>
            </a:lvl2pPr>
            <a:lvl3pPr marL="0" indent="0">
              <a:lnSpc>
                <a:spcPct val="110000"/>
              </a:lnSpc>
              <a:spcBef>
                <a:spcPts val="0"/>
              </a:spcBef>
              <a:spcAft>
                <a:spcPts val="0"/>
              </a:spcAft>
              <a:buNone/>
            </a:lvl3pPr>
            <a:lvl4pPr marL="0" indent="0">
              <a:lnSpc>
                <a:spcPct val="110000"/>
              </a:lnSpc>
              <a:spcBef>
                <a:spcPts val="0"/>
              </a:spcBef>
              <a:spcAft>
                <a:spcPts val="0"/>
              </a:spcAft>
              <a:buNone/>
            </a:lvl4pPr>
            <a:lvl5pPr marL="0" indent="0">
              <a:lnSpc>
                <a:spcPct val="110000"/>
              </a:lnSpc>
              <a:spcBef>
                <a:spcPts val="0"/>
              </a:spcBef>
              <a:spcAft>
                <a:spcPts val="0"/>
              </a:spcAft>
              <a:buNone/>
            </a:lvl5pPr>
            <a:lvl6pPr marL="0" indent="0">
              <a:lnSpc>
                <a:spcPct val="110000"/>
              </a:lnSpc>
              <a:spcBef>
                <a:spcPts val="0"/>
              </a:spcBef>
              <a:spcAft>
                <a:spcPts val="0"/>
              </a:spcAft>
              <a:buNone/>
            </a:lvl6pPr>
            <a:lvl7pPr marL="0" indent="0">
              <a:lnSpc>
                <a:spcPct val="110000"/>
              </a:lnSpc>
              <a:spcBef>
                <a:spcPts val="0"/>
              </a:spcBef>
              <a:spcAft>
                <a:spcPts val="0"/>
              </a:spcAft>
              <a:buNone/>
            </a:lvl7pPr>
            <a:lvl8pPr marL="0" indent="0">
              <a:lnSpc>
                <a:spcPct val="110000"/>
              </a:lnSpc>
              <a:spcBef>
                <a:spcPts val="0"/>
              </a:spcBef>
              <a:spcAft>
                <a:spcPts val="0"/>
              </a:spcAft>
              <a:buNone/>
            </a:lvl8pPr>
            <a:lvl9pPr marL="0" indent="0">
              <a:lnSpc>
                <a:spcPct val="110000"/>
              </a:lnSpc>
              <a:spcBef>
                <a:spcPts val="0"/>
              </a:spcBef>
              <a:spcAft>
                <a:spcPts val="0"/>
              </a:spcAft>
              <a:buNone/>
            </a:lvl9pPr>
          </a:lstStyle>
          <a:p xmlns:a="http://schemas.openxmlformats.org/drawingml/2006/main"/>
        </p:txBody>
      </p:sp>
      <p:sp>
        <p:nvSpPr>
          <p:cNvPr id="2" name="Left column">
            <a:extLst xmlns:a="http://schemas.openxmlformats.org/drawingml/2006/main">
              <a:ext uri="{FF2B5EF4-FFF2-40B4-BE49-F238E27FC236}">
                <a16:creationId xmlns:a16="http://schemas.microsoft.com/office/drawing/2014/main" id="{34C41C13-F30B-4A8D-B8A8-2740A89F7060}"/>
              </a:ext>
            </a:extLst>
          </p:cNvPr>
          <p:cNvSpPr>
            <a:spLocks xmlns:a="http://schemas.openxmlformats.org/drawingml/2006/main" noGrp="1"/>
          </p:cNvSpPr>
          <p:nvPr>
            <p:ph type="body" idx="1"/>
          </p:nvPr>
        </p:nvSpPr>
        <p:spPr>
          <a:xfrm xmlns:a="http://schemas.openxmlformats.org/drawingml/2006/main">
            <a:off x="1403747" y="2381250"/>
            <a:ext cx="10294144" cy="5334000"/>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813" b="0">
                <a:solidFill>
                  <a:schemeClr val="tx1"/>
                </a:solidFill>
                <a:latin typeface="Arial"/>
                <a:ea typeface="Arial"/>
                <a:cs typeface="Arial"/>
              </a:defRPr>
            </a:defPPr>
            <a:lvl1pPr marL="285750" indent="-285750">
              <a:lnSpc>
                <a:spcPct val="110000"/>
              </a:lnSpc>
              <a:spcBef>
                <a:spcPts val="0"/>
              </a:spcBef>
              <a:spcAft>
                <a:spcPts val="1500"/>
              </a:spcAft>
              <a:buChar char="•"/>
            </a:lvl1pPr>
            <a:lvl2pPr marL="666750" indent="-285750">
              <a:lnSpc>
                <a:spcPct val="110000"/>
              </a:lnSpc>
              <a:spcBef>
                <a:spcPts val="0"/>
              </a:spcBef>
              <a:spcAft>
                <a:spcPts val="1500"/>
              </a:spcAft>
              <a:buChar char="•"/>
            </a:lvl2pPr>
            <a:lvl3pPr marL="1047750" indent="-285750">
              <a:lnSpc>
                <a:spcPct val="110000"/>
              </a:lnSpc>
              <a:spcBef>
                <a:spcPts val="0"/>
              </a:spcBef>
              <a:spcAft>
                <a:spcPts val="1500"/>
              </a:spcAft>
              <a:buChar char="•"/>
            </a:lvl3pPr>
            <a:lvl4pPr marL="1428750" indent="-285750">
              <a:lnSpc>
                <a:spcPct val="110000"/>
              </a:lnSpc>
              <a:spcBef>
                <a:spcPts val="0"/>
              </a:spcBef>
              <a:spcAft>
                <a:spcPts val="1500"/>
              </a:spcAft>
              <a:buChar char="•"/>
            </a:lvl4pPr>
            <a:lvl5pPr marL="1809750" indent="-285750">
              <a:lnSpc>
                <a:spcPct val="110000"/>
              </a:lnSpc>
              <a:spcBef>
                <a:spcPts val="0"/>
              </a:spcBef>
              <a:spcAft>
                <a:spcPts val="1500"/>
              </a:spcAft>
              <a:buChar char="•"/>
            </a:lvl5pPr>
            <a:lvl6pPr marL="2190750" indent="-285750">
              <a:lnSpc>
                <a:spcPct val="110000"/>
              </a:lnSpc>
              <a:spcBef>
                <a:spcPts val="0"/>
              </a:spcBef>
              <a:spcAft>
                <a:spcPts val="1500"/>
              </a:spcAft>
              <a:buChar char="•"/>
            </a:lvl6pPr>
            <a:lvl7pPr marL="2571750" indent="-285750">
              <a:lnSpc>
                <a:spcPct val="110000"/>
              </a:lnSpc>
              <a:spcBef>
                <a:spcPts val="0"/>
              </a:spcBef>
              <a:spcAft>
                <a:spcPts val="1500"/>
              </a:spcAft>
              <a:buChar char="•"/>
            </a:lvl7pPr>
            <a:lvl8pPr marL="2952750" indent="-285750">
              <a:lnSpc>
                <a:spcPct val="110000"/>
              </a:lnSpc>
              <a:spcBef>
                <a:spcPts val="0"/>
              </a:spcBef>
              <a:spcAft>
                <a:spcPts val="1500"/>
              </a:spcAft>
              <a:buChar char="•"/>
            </a:lvl8pPr>
            <a:lvl9pPr marL="3333750" indent="-285750">
              <a:lnSpc>
                <a:spcPct val="110000"/>
              </a:lnSpc>
              <a:spcBef>
                <a:spcPts val="0"/>
              </a:spcBef>
              <a:spcAft>
                <a:spcPts val="1500"/>
              </a:spcAft>
              <a:buChar char="•"/>
            </a:lvl9pPr>
          </a:lstStyle>
          <a:p xmlns:a="http://schemas.openxmlformats.org/drawingml/2006/main"/>
        </p:txBody>
      </p:sp>
    </p:spTree>
  </p:cSld>
</p:sldLayout>
</file>

<file path=ppt/main_figures/Fig3/ppt/slideLayouts/slideLayout6.xml><?xml version="1.0" encoding="utf-8"?>
<p:sldLayout xmlns:p="http://schemas.openxmlformats.org/presentationml/2006/main" type="blank">
  <p:cSld name="Blank">
    <p:spTree>
      <p:nvGrpSpPr>
        <p:cNvPr id="1" name=""/>
        <p:cNvGrpSpPr/>
        <p:nvPr/>
      </p:nvGrpSpPr>
      <p:grpSpPr>
        <a:xfrm xmlns:a="http://schemas.openxmlformats.org/drawingml/2006/main"/>
      </p:grpSpPr>
    </p:spTree>
  </p:cSld>
</p:sldLayout>
</file>

<file path=ppt/main_figures/Fig3/ppt/slideMasters/_rels/slideMaster1.xml.rels><?xml version='1.0' encoding='utf-8'?>
<Relationships xmlns="http://schemas.openxmlformats.org/package/2006/relationships"><Relationship Type="http://schemas.openxmlformats.org/officeDocument/2006/relationships/theme" Target="/ppt/main_figures/Fig3/ppt/slideMasters/theme/theme2.xml" Id="R23d9899882904f97" /><Relationship Type="http://schemas.openxmlformats.org/officeDocument/2006/relationships/slideLayout" Target="/ppt/main_figures/Fig3/ppt/slideLayouts/slideLayout1.xml" Id="Rfc972b43337646f2" /><Relationship Type="http://schemas.openxmlformats.org/officeDocument/2006/relationships/slideLayout" Target="/ppt/main_figures/Fig3/ppt/slideLayouts/slideLayout2.xml" Id="R07a9b362635f4ceb" /><Relationship Type="http://schemas.openxmlformats.org/officeDocument/2006/relationships/slideLayout" Target="/ppt/main_figures/Fig3/ppt/slideLayouts/slideLayout3.xml" Id="R857e9a1fb82f4719" /><Relationship Type="http://schemas.openxmlformats.org/officeDocument/2006/relationships/slideLayout" Target="/ppt/main_figures/Fig3/ppt/slideLayouts/slideLayout4.xml" Id="Rd867a8ff869549a6" /><Relationship Type="http://schemas.openxmlformats.org/officeDocument/2006/relationships/slideLayout" Target="/ppt/main_figures/Fig3/ppt/slideLayouts/slideLayout5.xml" Id="R77da627e0dac4a81" /><Relationship Type="http://schemas.openxmlformats.org/officeDocument/2006/relationships/slideLayout" Target="/ppt/main_figures/Fig3/ppt/slideLayouts/slideLayout6.xml" Id="Re7f77f66bbd5437f" /></Relationships>
</file>

<file path=ppt/main_figures/Fig3/ppt/slideMasters/slideMaster1.xml><?xml version="1.0" encoding="utf-8"?>
<p:sldMaster xmlns:p="http://schemas.openxmlformats.org/presentationml/2006/main">
  <p:cSld name="Master">
    <p:bg>
      <p:bgRef idx="1001">
        <a:schemeClr xmlns:a="http://schemas.openxmlformats.org/drawingml/2006/main" val="bg1"/>
      </p:bgRef>
    </p:bg>
    <p:spTree>
      <p:nvGrpSpPr>
        <p:cNvPr id="1" name=""/>
        <p:cNvGrpSpPr/>
        <p:nvPr/>
      </p:nvGrpSpPr>
      <p:grpSpPr>
        <a:xfrm xmlns:a="http://schemas.openxmlformats.org/drawingml/2006/main"/>
      </p:grpSpPr>
    </p:spTree>
  </p:cSld>
  <p:clrMap bg1="lt1" tx1="dk1" bg2="lt2" tx2="dk2" accent1="accent1" accent2="accent2" accent3="accent3" accent4="accent4" accent5="accent5" accent6="accent6" hlink="hlink" folHlink="folHlink"/>
  <p:sldLayoutIdLst>
    <p:sldLayoutId xmlns:r="http://schemas.openxmlformats.org/officeDocument/2006/relationships" id="2147483649" r:id="Rfc972b43337646f2"/>
    <p:sldLayoutId xmlns:r="http://schemas.openxmlformats.org/officeDocument/2006/relationships" id="2147483650" r:id="R07a9b362635f4ceb"/>
    <p:sldLayoutId xmlns:r="http://schemas.openxmlformats.org/officeDocument/2006/relationships" id="2147483651" r:id="R857e9a1fb82f4719"/>
    <p:sldLayoutId xmlns:r="http://schemas.openxmlformats.org/officeDocument/2006/relationships" id="2147483652" r:id="Rd867a8ff869549a6"/>
    <p:sldLayoutId xmlns:r="http://schemas.openxmlformats.org/officeDocument/2006/relationships" id="2147483653" r:id="R77da627e0dac4a81"/>
    <p:sldLayoutId xmlns:r="http://schemas.openxmlformats.org/officeDocument/2006/relationships" id="2147483654" r:id="Re7f77f66bbd5437f"/>
  </p:sldLayoutIdLst>
  <p:txStyles>
    <p:titleStyle>
      <a:lvl1pPr xmlns:a="http://schemas.openxmlformats.org/drawingml/2006/main" algn="l">
        <a:lnSpc>
          <a:spcPct val="90000"/>
        </a:lnSpc>
        <a:spcBef>
          <a:spcPts val="0"/>
        </a:spcBef>
        <a:buNone/>
        <a:defRPr sz="4400">
          <a:solidFill>
            <a:schemeClr val="tx1"/>
          </a:solidFill>
          <a:latin typeface="Arial"/>
          <a:ea typeface="Arial"/>
          <a:cs typeface="Arial"/>
        </a:defRPr>
      </a:lvl1pPr>
    </p:titleStyle>
    <p:bodyStyle>
      <a:lvl1pPr xmlns:a="http://schemas.openxmlformats.org/drawingml/2006/main" marL="228600" indent="-228600" algn="l">
        <a:lnSpc>
          <a:spcPct val="90000"/>
        </a:lnSpc>
        <a:spcBef>
          <a:spcPts val="1000"/>
        </a:spcBef>
        <a:buChar char="•"/>
        <a:defRPr sz="2800">
          <a:solidFill>
            <a:schemeClr val="tx1"/>
          </a:solidFill>
          <a:latin typeface="Arial"/>
          <a:ea typeface="Arial"/>
          <a:cs typeface="Arial"/>
        </a:defRPr>
      </a:lvl1pPr>
      <a:lvl2pPr xmlns:a="http://schemas.openxmlformats.org/drawingml/2006/main" marL="685800" indent="-228600" algn="l">
        <a:lnSpc>
          <a:spcPct val="90000"/>
        </a:lnSpc>
        <a:spcBef>
          <a:spcPts val="500"/>
        </a:spcBef>
        <a:buChar char="•"/>
        <a:defRPr sz="2400">
          <a:solidFill>
            <a:schemeClr val="tx1"/>
          </a:solidFill>
          <a:latin typeface="Arial"/>
          <a:ea typeface="Arial"/>
          <a:cs typeface="Arial"/>
        </a:defRPr>
      </a:lvl2pPr>
      <a:lvl3pPr xmlns:a="http://schemas.openxmlformats.org/drawingml/2006/main" marL="1143000" indent="-228600" algn="l">
        <a:lnSpc>
          <a:spcPct val="90000"/>
        </a:lnSpc>
        <a:spcBef>
          <a:spcPts val="500"/>
        </a:spcBef>
        <a:buChar char="•"/>
        <a:defRPr sz="2000">
          <a:solidFill>
            <a:schemeClr val="tx1"/>
          </a:solidFill>
          <a:latin typeface="Arial"/>
          <a:ea typeface="Arial"/>
          <a:cs typeface="Arial"/>
        </a:defRPr>
      </a:lvl3pPr>
      <a:lvl4pPr xmlns:a="http://schemas.openxmlformats.org/drawingml/2006/main" marL="1600200" indent="-228600" algn="l">
        <a:lnSpc>
          <a:spcPct val="90000"/>
        </a:lnSpc>
        <a:spcBef>
          <a:spcPts val="500"/>
        </a:spcBef>
        <a:buChar char="•"/>
        <a:defRPr sz="1800">
          <a:solidFill>
            <a:schemeClr val="tx1"/>
          </a:solidFill>
          <a:latin typeface="Arial"/>
          <a:ea typeface="Arial"/>
          <a:cs typeface="Arial"/>
        </a:defRPr>
      </a:lvl4pPr>
      <a:lvl5pPr xmlns:a="http://schemas.openxmlformats.org/drawingml/2006/main" marL="2057400" indent="-228600" algn="l">
        <a:lnSpc>
          <a:spcPct val="90000"/>
        </a:lnSpc>
        <a:spcBef>
          <a:spcPts val="500"/>
        </a:spcBef>
        <a:buChar char="•"/>
        <a:defRPr sz="1800">
          <a:solidFill>
            <a:schemeClr val="tx1"/>
          </a:solidFill>
          <a:latin typeface="Arial"/>
          <a:ea typeface="Arial"/>
          <a:cs typeface="Arial"/>
        </a:defRPr>
      </a:lvl5pPr>
      <a:lvl6pPr xmlns:a="http://schemas.openxmlformats.org/drawingml/2006/main" marL="2514600" indent="-228600" algn="l">
        <a:lnSpc>
          <a:spcPct val="90000"/>
        </a:lnSpc>
        <a:spcBef>
          <a:spcPts val="500"/>
        </a:spcBef>
        <a:buChar char="•"/>
        <a:defRPr sz="1800">
          <a:solidFill>
            <a:schemeClr val="tx1"/>
          </a:solidFill>
          <a:latin typeface="Arial"/>
          <a:ea typeface="Arial"/>
          <a:cs typeface="Arial"/>
        </a:defRPr>
      </a:lvl6pPr>
      <a:lvl7pPr xmlns:a="http://schemas.openxmlformats.org/drawingml/2006/main" marL="2971800" indent="-228600" algn="l">
        <a:lnSpc>
          <a:spcPct val="90000"/>
        </a:lnSpc>
        <a:spcBef>
          <a:spcPts val="500"/>
        </a:spcBef>
        <a:buChar char="•"/>
        <a:defRPr sz="1800">
          <a:solidFill>
            <a:schemeClr val="tx1"/>
          </a:solidFill>
          <a:latin typeface="Arial"/>
          <a:ea typeface="Arial"/>
          <a:cs typeface="Arial"/>
        </a:defRPr>
      </a:lvl7pPr>
      <a:lvl8pPr xmlns:a="http://schemas.openxmlformats.org/drawingml/2006/main" marL="3429000" indent="-228600" algn="l">
        <a:lnSpc>
          <a:spcPct val="90000"/>
        </a:lnSpc>
        <a:spcBef>
          <a:spcPts val="500"/>
        </a:spcBef>
        <a:buChar char="•"/>
        <a:defRPr sz="1800">
          <a:solidFill>
            <a:schemeClr val="tx1"/>
          </a:solidFill>
          <a:latin typeface="Arial"/>
          <a:ea typeface="Arial"/>
          <a:cs typeface="Arial"/>
        </a:defRPr>
      </a:lvl8pPr>
      <a:lvl9pPr xmlns:a="http://schemas.openxmlformats.org/drawingml/2006/main" marL="3886200" indent="-228600" algn="l">
        <a:lnSpc>
          <a:spcPct val="90000"/>
        </a:lnSpc>
        <a:spcBef>
          <a:spcPts val="500"/>
        </a:spcBef>
        <a:buChar char="•"/>
        <a:defRPr sz="1800">
          <a:solidFill>
            <a:schemeClr val="tx1"/>
          </a:solidFill>
          <a:latin typeface="Arial"/>
          <a:ea typeface="Arial"/>
          <a:cs typeface="Arial"/>
        </a:defRPr>
      </a:lvl9pPr>
    </p:bodyStyle>
    <p:otherStyle>
      <a:lvl1pPr xmlns:a="http://schemas.openxmlformats.org/drawingml/2006/main" marL="0" algn="l">
        <a:buNone/>
        <a:defRPr sz="1800">
          <a:solidFill>
            <a:schemeClr val="tx1"/>
          </a:solidFill>
          <a:latin typeface="Arial"/>
          <a:ea typeface="Arial"/>
          <a:cs typeface="Arial"/>
        </a:defRPr>
      </a:lvl1pPr>
      <a:lvl2pPr xmlns:a="http://schemas.openxmlformats.org/drawingml/2006/main" marL="457200" algn="l">
        <a:buNone/>
        <a:defRPr sz="1800">
          <a:solidFill>
            <a:schemeClr val="tx1"/>
          </a:solidFill>
          <a:latin typeface="Arial"/>
          <a:ea typeface="Arial"/>
          <a:cs typeface="Arial"/>
        </a:defRPr>
      </a:lvl2pPr>
      <a:lvl3pPr xmlns:a="http://schemas.openxmlformats.org/drawingml/2006/main" marL="914400" algn="l">
        <a:buNone/>
        <a:defRPr sz="1800">
          <a:solidFill>
            <a:schemeClr val="tx1"/>
          </a:solidFill>
          <a:latin typeface="Arial"/>
          <a:ea typeface="Arial"/>
          <a:cs typeface="Arial"/>
        </a:defRPr>
      </a:lvl3pPr>
      <a:lvl4pPr xmlns:a="http://schemas.openxmlformats.org/drawingml/2006/main" marL="1371600" algn="l">
        <a:buNone/>
        <a:defRPr sz="1800">
          <a:solidFill>
            <a:schemeClr val="tx1"/>
          </a:solidFill>
          <a:latin typeface="Arial"/>
          <a:ea typeface="Arial"/>
          <a:cs typeface="Arial"/>
        </a:defRPr>
      </a:lvl4pPr>
      <a:lvl5pPr xmlns:a="http://schemas.openxmlformats.org/drawingml/2006/main" marL="1828800" algn="l">
        <a:buNone/>
        <a:defRPr sz="1800">
          <a:solidFill>
            <a:schemeClr val="tx1"/>
          </a:solidFill>
          <a:latin typeface="Arial"/>
          <a:ea typeface="Arial"/>
          <a:cs typeface="Arial"/>
        </a:defRPr>
      </a:lvl5pPr>
      <a:lvl6pPr xmlns:a="http://schemas.openxmlformats.org/drawingml/2006/main" marL="2286000" algn="l">
        <a:buNone/>
        <a:defRPr sz="1800">
          <a:solidFill>
            <a:schemeClr val="tx1"/>
          </a:solidFill>
          <a:latin typeface="Arial"/>
          <a:ea typeface="Arial"/>
          <a:cs typeface="Arial"/>
        </a:defRPr>
      </a:lvl6pPr>
      <a:lvl7pPr xmlns:a="http://schemas.openxmlformats.org/drawingml/2006/main" marL="2743200" algn="l">
        <a:buNone/>
        <a:defRPr sz="1800">
          <a:solidFill>
            <a:schemeClr val="tx1"/>
          </a:solidFill>
          <a:latin typeface="Arial"/>
          <a:ea typeface="Arial"/>
          <a:cs typeface="Arial"/>
        </a:defRPr>
      </a:lvl7pPr>
      <a:lvl8pPr xmlns:a="http://schemas.openxmlformats.org/drawingml/2006/main" marL="3200400" algn="l">
        <a:buNone/>
        <a:defRPr sz="1800">
          <a:solidFill>
            <a:schemeClr val="tx1"/>
          </a:solidFill>
          <a:latin typeface="Arial"/>
          <a:ea typeface="Arial"/>
          <a:cs typeface="Arial"/>
        </a:defRPr>
      </a:lvl8pPr>
      <a:lvl9pPr xmlns:a="http://schemas.openxmlformats.org/drawingml/2006/main" marL="3657600" algn="l">
        <a:buNone/>
        <a:defRPr sz="1800">
          <a:solidFill>
            <a:schemeClr val="tx1"/>
          </a:solidFill>
          <a:latin typeface="Arial"/>
          <a:ea typeface="Arial"/>
          <a:cs typeface="Arial"/>
        </a:defRPr>
      </a:lvl9pPr>
    </p:otherStyle>
  </p:txStyles>
</p:sldMaster>
</file>

<file path=ppt/main_figures/Fig3/ppt/slideMasters/theme/theme2.xml><?xml version="1.0" encoding="utf-8"?>
<a:theme xmlns:a="http://schemas.openxmlformats.org/drawingml/2006/main" name="ChatGPT">
  <a:themeElements>
    <a:clrScheme name="ChatGPT">
      <a:dk1>
        <a:srgbClr val="000000"/>
      </a:dk1>
      <a:lt1>
        <a:srgbClr val="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
      <a:majorFont>
        <a:latin typeface="Arial"/>
        <a:ea typeface="Arial"/>
        <a:cs typeface="Arial"/>
      </a:majorFont>
      <a:minorFont>
        <a:latin typeface="Arial"/>
        <a:ea typeface="Arial"/>
        <a:cs typeface="Arial"/>
      </a:minorFont>
    </a:fontScheme>
    <a:fmtScheme name="ChatGPT">
      <a:fillStyleLst>
        <a:solidFill>
          <a:schemeClr val="phClr"/>
        </a:solidFill>
        <a:gradFill>
          <a:gsLst>
            <a:gs pos="0">
              <a:schemeClr val="phClr">
                <a:tint val="67000"/>
                <a:lumMod val="110000"/>
                <a:satMod val="105000"/>
              </a:schemeClr>
            </a:gs>
            <a:gs pos="50000">
              <a:schemeClr val="phClr">
                <a:tint val="73000"/>
                <a:lumMod val="105000"/>
                <a:satMod val="103000"/>
              </a:schemeClr>
            </a:gs>
            <a:gs pos="100000">
              <a:schemeClr val="phClr">
                <a:tint val="81000"/>
                <a:lumMod val="105000"/>
                <a:satMod val="109000"/>
              </a:schemeClr>
            </a:gs>
          </a:gsLst>
          <a:lin ang="5400000" scaled="0"/>
        </a:gradFill>
        <a:gradFill>
          <a:gsLst>
            <a:gs pos="0">
              <a:schemeClr val="phClr">
                <a:tint val="94000"/>
                <a:lumMod val="102000"/>
                <a:satMod val="103000"/>
              </a:schemeClr>
            </a:gs>
            <a:gs pos="50000">
              <a:schemeClr val="phClr">
                <a:shade val="100000"/>
                <a:lumMod val="100000"/>
                <a:satMod val="110000"/>
              </a:schemeClr>
            </a:gs>
            <a:gs pos="100000">
              <a:schemeClr val="phClr">
                <a:shade val="78000"/>
                <a:lumMod val="99000"/>
                <a:satMod val="120000"/>
              </a:schemeClr>
            </a:gs>
          </a:gsLst>
          <a:lin ang="5400000" scaled="0"/>
        </a:gradFill>
      </a:fillStyleLst>
      <a:lnStyleLst>
        <a:ln w="12700">
          <a:solidFill>
            <a:schemeClr val="phClr"/>
          </a:solidFill>
          <a:prstDash val="solid"/>
        </a:ln>
        <a:ln w="19050">
          <a:solidFill>
            <a:schemeClr val="phClr"/>
          </a:solidFill>
          <a:prstDash val="solid"/>
        </a:ln>
        <a:ln w="25400">
          <a:solidFill>
            <a:schemeClr val="phClr"/>
          </a:solidFill>
          <a:prstDash val="solid"/>
        </a:ln>
      </a:lnStyleLst>
      <a:effectStyleLst>
        <a:effectStyle>
          <a:effectLst/>
        </a:effectStyle>
        <a:effectStyle>
          <a:effectLst/>
        </a:effectStyle>
        <a:effectStyle>
          <a:effectLst>
            <a:outerShdw blurRad="57150" dist="19050" dir="5400000">
              <a:srgbClr val="000000">
                <a:alpha val="16000"/>
              </a:srgbClr>
            </a:outerShdw>
          </a:effectLst>
        </a:effectStyle>
        <a:effectStyle>
          <a:effectLst>
            <a:outerShdw blurRad="19050" dist="9525" dir="5400000">
              <a:srgbClr val="000000">
                <a:alpha val="6000"/>
              </a:srgbClr>
            </a:outerShdw>
          </a:effectLst>
        </a:effectStyle>
        <a:effectStyle>
          <a:effectLst>
            <a:outerShdw blurRad="28575" dist="9525" dir="5400000">
              <a:srgbClr val="000000">
                <a:alpha val="8000"/>
              </a:srgbClr>
            </a:outerShdw>
          </a:effectLst>
        </a:effectStyle>
        <a:effectStyle>
          <a:effectLst>
            <a:outerShdw blurRad="57150" dist="19050" dir="5400000">
              <a:srgbClr val="000000">
                <a:alpha val="10000"/>
              </a:srgbClr>
            </a:outerShdw>
          </a:effectLst>
        </a:effectStyle>
        <a:effectStyle>
          <a:effectLst>
            <a:outerShdw blurRad="114300" dist="38100" dir="5400000">
              <a:srgbClr val="000000">
                <a:alpha val="12000"/>
              </a:srgbClr>
            </a:outerShdw>
          </a:effectLst>
        </a:effectStyle>
        <a:effectStyle>
          <a:effectLst>
            <a:outerShdw blurRad="171450" dist="57150" dir="5400000">
              <a:srgbClr val="000000">
                <a:alpha val="16000"/>
              </a:srgbClr>
            </a:outerShdw>
          </a:effectLst>
        </a:effectStyle>
        <a:effectStyle>
          <a:effectLst>
            <a:outerShdw blurRad="266700" dist="95250" dir="5400000">
              <a:srgbClr val="000000">
                <a:alpha val="24000"/>
              </a:srgbClr>
            </a:outerShdw>
          </a:effectLst>
        </a:effectStyle>
      </a:effectStyleLst>
      <a:bgFillStyleLst>
        <a:solidFill>
          <a:schemeClr val="phClr"/>
        </a:solidFill>
        <a:solidFill>
          <a:schemeClr val="phClr">
            <a:tint val="95000"/>
            <a:satMod val="170000"/>
          </a:schemeClr>
        </a:solidFill>
        <a:gradFill>
          <a:gsLst>
            <a:gs pos="0">
              <a:schemeClr val="phClr">
                <a:tint val="93000"/>
                <a:shade val="98000"/>
                <a:lumMod val="102000"/>
                <a:satMod val="150000"/>
              </a:schemeClr>
            </a:gs>
            <a:gs pos="50000">
              <a:schemeClr val="phClr">
                <a:tint val="98000"/>
                <a:shade val="90000"/>
                <a:lumMod val="103000"/>
                <a:satMod val="130000"/>
              </a:schemeClr>
            </a:gs>
            <a:gs pos="100000">
              <a:schemeClr val="phClr">
                <a:shade val="63000"/>
                <a:satMod val="120000"/>
              </a:schemeClr>
            </a:gs>
          </a:gsLst>
          <a:lin ang="5400000" scaled="0"/>
        </a:gradFill>
      </a:bgFillStyleLst>
    </a:fmtScheme>
  </a:themeElements>
</a:theme>
</file>

<file path=ppt/main_figures/Fig3/ppt/slides/_rels/slide1.xml.rels><?xml version='1.0' encoding='utf-8'?>
<Relationships xmlns="http://schemas.openxmlformats.org/package/2006/relationships"><Relationship Type="http://schemas.openxmlformats.org/officeDocument/2006/relationships/slideLayout" Target="/ppt/main_figures/Fig3/ppt/slideLayouts/slideLayout6.xml" Id="Rfbab1be34c7a40f8" /><Relationship Type="http://schemas.openxmlformats.org/officeDocument/2006/relationships/notesSlide" Target="/ppt/main_figures/Fig3/ppt/notesSlides/notesSlide1.xml" Id="Rc07b86c031e342bb" /></Relationships>
</file>

<file path=ppt/main_figures/Fig3/ppt/slides/slide1.xml><?xml version="1.0" encoding="utf-8"?>
<p:sld xmlns:a="http://schemas.openxmlformats.org/drawingml/2006/main" xmlns:ns2="http://schemas.microsoft.com/office/drawing/2014/main" xmlns:ns3="http://schemas.microsoft.com/office/powerpoint/2010/main" xmlns:p="http://schemas.openxmlformats.org/presentationml/2006/main">
  <p:cSld>
    <p:bg>
      <p:bgPr>
        <a:solidFill>
          <a:srgbClr val="FFFFFF"/>
        </a:solidFill>
      </p:bgPr>
    </p:bg>
    <p:spTree>
      <p:nvGrpSpPr>
        <p:cNvPr id="1" name=""/>
        <p:cNvGrpSpPr/>
        <p:nvPr/>
      </p:nvGrpSpPr>
      <p:grpSpPr>
        <a:xfrm/>
      </p:grpSpPr>
      <p:grpSp>
        <p:nvGrpSpPr>
          <p:cNvPr id="3174" name="structure"/>
          <p:cNvGrpSpPr/>
          <p:nvPr/>
        </p:nvGrpSpPr>
        <p:grpSpPr>
          <a:xfrm>
            <a:off x="0" y="0"/>
            <a:ext cx="24955500" cy="8572500"/>
            <a:chOff x="0" y="0"/>
            <a:chExt cx="24955500" cy="8572500"/>
          </a:xfrm>
        </p:grpSpPr>
        <p:sp>
          <p:nvSpPr>
            <p:cNvPr id="4" name="four:structure:substep-frame:4">
              <a:extLst>
                <a:ext uri="{FF2B5EF4-FFF2-40B4-BE49-F238E27FC236}">
                  <ns2:creationId id="{50C07151-B022-41D6-AFE9-1E158BA6CF27}"/>
                </a:ext>
              </a:extLst>
            </p:cNvPr>
            <p:cNvSpPr>
              <a:spLocks noGrp="1"/>
            </p:cNvSpPr>
            <p:nvPr/>
          </p:nvSpPr>
          <p:spPr>
            <a:xfrm>
              <a:off x="266700" y="209550"/>
              <a:ext cx="2571750" cy="7534275"/>
            </a:xfrm>
            <a:prstGeom prst="roundRect">
              <a:avLst>
                <a:gd name="adj" fmla="val 4444"/>
              </a:avLst>
            </a:prstGeom>
            <a:solidFill>
              <a:srgbClr val="F7F9FA"/>
            </a:solidFill>
            <a:ln w="12383">
              <a:solidFill>
                <a:srgbClr val="A9CDDF"/>
              </a:solidFill>
              <a:prstDash val="solid"/>
            </a:ln>
          </p:spPr>
        </p:sp>
        <p:sp>
          <p:nvSpPr>
            <p:cNvPr id="5" name="four:structure:substep-frame:5">
              <a:extLst>
                <a:ext uri="{FF2B5EF4-FFF2-40B4-BE49-F238E27FC236}">
                  <ns2:creationId id="{B7405416-D0F9-4E32-8791-EB1DA60B04BF}"/>
                </a:ext>
              </a:extLst>
            </p:cNvPr>
            <p:cNvSpPr>
              <a:spLocks noGrp="1"/>
            </p:cNvSpPr>
            <p:nvPr/>
          </p:nvSpPr>
          <p:spPr>
            <a:xfrm>
              <a:off x="266700" y="209550"/>
              <a:ext cx="2571750" cy="581025"/>
            </a:xfrm>
            <a:prstGeom prst="roundRect">
              <a:avLst>
                <a:gd name="adj" fmla="val 19672"/>
              </a:avLst>
            </a:prstGeom>
            <a:solidFill>
              <a:srgbClr val="E7EDF0"/>
            </a:solidFill>
            <a:ln w="0">
              <a:noFill/>
              <a:prstDash val="solid"/>
            </a:ln>
          </p:spPr>
        </p:sp>
        <p:sp>
          <p:nvSpPr>
            <p:cNvPr id="6" name="four:structure:rect:6">
              <a:extLst>
                <a:ext uri="{FF2B5EF4-FFF2-40B4-BE49-F238E27FC236}">
                  <ns2:creationId id="{E1328A12-C1F1-465B-B262-267B25D3BBD3}"/>
                </a:ext>
              </a:extLst>
            </p:cNvPr>
            <p:cNvSpPr>
              <a:spLocks noGrp="1"/>
            </p:cNvSpPr>
            <p:nvPr/>
          </p:nvSpPr>
          <p:spPr>
            <a:xfrm>
              <a:off x="266700" y="533400"/>
              <a:ext cx="2571750" cy="257175"/>
            </a:xfrm>
            <a:prstGeom prst="rect">
              <a:avLst/>
            </a:prstGeom>
            <a:solidFill>
              <a:srgbClr val="E7EDF0"/>
            </a:solidFill>
            <a:ln w="0">
              <a:noFill/>
              <a:prstDash val="solid"/>
            </a:ln>
          </p:spPr>
        </p:sp>
        <p:sp>
          <p:nvSpPr>
            <p:cNvPr id="7" name="four:structure:regular-node:7">
              <a:extLst>
                <a:ext uri="{FF2B5EF4-FFF2-40B4-BE49-F238E27FC236}">
                  <ns2:creationId id="{B1E07AA6-84A6-407A-B1CD-F6832E6A220F}"/>
                </a:ext>
              </a:extLst>
            </p:cNvPr>
            <p:cNvSpPr>
              <a:spLocks noGrp="1"/>
            </p:cNvSpPr>
            <p:nvPr/>
          </p:nvSpPr>
          <p:spPr>
            <a:xfrm>
              <a:off x="352425" y="323850"/>
              <a:ext cx="342900" cy="342900"/>
            </a:xfrm>
            <a:prstGeom prst="ellipse">
              <a:avLst/>
            </a:prstGeom>
            <a:solidFill>
              <a:srgbClr val="E7EDF0"/>
            </a:solidFill>
            <a:ln w="0">
              <a:noFill/>
              <a:prstDash val="solid"/>
            </a:ln>
          </p:spPr>
        </p:sp>
        <p:sp>
          <p:nvSpPr>
            <p:cNvPr id="8" name="four:structure:textbox:8">
              <a:extLst>
                <a:ext uri="{FF2B5EF4-FFF2-40B4-BE49-F238E27FC236}">
                  <ns2:creationId id="{749A3BA0-6B9D-487B-8E56-D602E7445C70}"/>
                </a:ext>
              </a:extLst>
            </p:cNvPr>
            <p:cNvSpPr>
              <a:spLocks noGrp="1"/>
            </p:cNvSpPr>
            <p:nvPr/>
          </p:nvSpPr>
          <p:spPr>
            <a:xfrm>
              <a:off x="276225" y="295275"/>
              <a:ext cx="438150" cy="381000"/>
            </a:xfrm>
            <a:prstGeom prst="rect">
              <a:avLst/>
            </a:prstGeom>
            <a:noFill/>
            <a:ln w="0">
              <a:noFill/>
              <a:prstDash val="solid"/>
            </a:ln>
          </p:spPr>
          <p:txBody>
            <a:bodyPr wrap="none" lIns="0" tIns="0" rIns="0" bIns="0" anchor="ctr">
              <a:normAutofit fontScale="100000"/>
            </a:bodyPr>
            <a:lstStyle>
              <a:defPPr algn="ctr">
                <a:defRPr sz="1875" b="1">
                  <a:solidFill>
                    <a:srgbClr val="263238"/>
                  </a:solidFill>
                  <a:latin typeface="Arial"/>
                  <a:ea typeface="Arial"/>
                  <a:cs typeface="Arial"/>
                </a:defRPr>
              </a:defPPr>
            </a:lstStyle>
            <a:p>
              <a:pPr algn="ctr">
                <a:defRPr sz="1875" b="1">
                  <a:solidFill>
                    <a:srgbClr val="263238"/>
                  </a:solidFill>
                  <a:latin typeface="Arial"/>
                  <a:ea typeface="Arial"/>
                  <a:cs typeface="Arial"/>
                </a:defRPr>
              </a:pPr>
              <a:r>
                <a:rPr sz="1500" b="1">
                  <a:solidFill>
                    <a:srgbClr val="263238"/>
                  </a:solidFill>
                  <a:latin typeface="Arial"/>
                  <a:ea typeface="Arial"/>
                  <a:cs typeface="Arial"/>
                </a:rPr>
                <a:t>(a)</a:t>
              </a:r>
            </a:p>
          </p:txBody>
        </p:sp>
        <p:sp>
          <p:nvSpPr>
            <p:cNvPr id="9" name="four:structure:textbox:9">
              <a:extLst>
                <a:ext uri="{FF2B5EF4-FFF2-40B4-BE49-F238E27FC236}">
                  <ns2:creationId id="{F202ED58-E0FF-4B6D-B9DE-D1BC15D97F43}"/>
                </a:ext>
              </a:extLst>
            </p:cNvPr>
            <p:cNvSpPr>
              <a:spLocks noGrp="1"/>
            </p:cNvSpPr>
            <p:nvPr/>
          </p:nvSpPr>
          <p:spPr>
            <a:xfrm>
              <a:off x="781050" y="285750"/>
              <a:ext cx="2103120" cy="409575"/>
            </a:xfrm>
            <a:prstGeom prst="rect">
              <a:avLst/>
            </a:prstGeom>
            <a:noFill/>
            <a:ln w="0">
              <a:noFill/>
              <a:prstDash val="solid"/>
            </a:ln>
          </p:spPr>
          <p:txBody>
            <a:bodyPr wrap="none" lIns="0" tIns="0" rIns="0" bIns="0" anchor="ctr">
              <a:normAutofit fontScale="100000"/>
            </a:bodyPr>
            <a:lstStyle>
              <a:defPPr algn="l">
                <a:defRPr sz="1875" b="1">
                  <a:solidFill>
                    <a:srgbClr val="263238"/>
                  </a:solidFill>
                  <a:latin typeface="Arial"/>
                  <a:ea typeface="Arial"/>
                  <a:cs typeface="Arial"/>
                </a:defRPr>
              </a:defPPr>
            </a:lstStyle>
            <a:p>
              <a:pPr algn="l">
                <a:defRPr sz="1875" b="1">
                  <a:solidFill>
                    <a:srgbClr val="263238"/>
                  </a:solidFill>
                  <a:latin typeface="Arial"/>
                  <a:ea typeface="Arial"/>
                  <a:cs typeface="Arial"/>
                </a:defRPr>
              </a:pPr>
              <a:r>
                <a:rPr sz="1500" b="1">
                  <a:solidFill>
                    <a:srgbClr val="263238"/>
                  </a:solidFill>
                  <a:latin typeface="Arial"/>
                  <a:ea typeface="Arial"/>
                  <a:cs typeface="Arial"/>
                </a:rPr>
                <a:t>Scalar fields (2D / 3D)</a:t>
              </a:r>
            </a:p>
          </p:txBody>
        </p:sp>
        <p:sp>
          <p:nvSpPr>
            <p:cNvPr id="10" name="four:structure:substep-frame:10">
              <a:extLst>
                <a:ext uri="{FF2B5EF4-FFF2-40B4-BE49-F238E27FC236}">
                  <ns2:creationId id="{55F16780-7C38-4450-85DD-26DD51AC6079}"/>
                </a:ext>
              </a:extLst>
            </p:cNvPr>
            <p:cNvSpPr>
              <a:spLocks noGrp="1"/>
            </p:cNvSpPr>
            <p:nvPr/>
          </p:nvSpPr>
          <p:spPr>
            <a:xfrm>
              <a:off x="3162300" y="209550"/>
              <a:ext cx="4762500" cy="7534275"/>
            </a:xfrm>
            <a:prstGeom prst="roundRect">
              <a:avLst>
                <a:gd name="adj" fmla="val 2400"/>
              </a:avLst>
            </a:prstGeom>
            <a:solidFill>
              <a:srgbClr val="F7F9FA"/>
            </a:solidFill>
            <a:ln w="12383">
              <a:solidFill>
                <a:srgbClr val="A9CDDF"/>
              </a:solidFill>
              <a:prstDash val="solid"/>
            </a:ln>
          </p:spPr>
        </p:sp>
        <p:sp>
          <p:nvSpPr>
            <p:cNvPr id="11" name="four:structure:substep-frame:11">
              <a:extLst>
                <a:ext uri="{FF2B5EF4-FFF2-40B4-BE49-F238E27FC236}">
                  <ns2:creationId id="{BE0E5ECA-EF23-4E3C-85F7-E4F8BCA0261A}"/>
                </a:ext>
              </a:extLst>
            </p:cNvPr>
            <p:cNvSpPr>
              <a:spLocks noGrp="1"/>
            </p:cNvSpPr>
            <p:nvPr/>
          </p:nvSpPr>
          <p:spPr>
            <a:xfrm>
              <a:off x="3162300" y="209550"/>
              <a:ext cx="4762500" cy="581025"/>
            </a:xfrm>
            <a:prstGeom prst="roundRect">
              <a:avLst>
                <a:gd name="adj" fmla="val 19672"/>
              </a:avLst>
            </a:prstGeom>
            <a:solidFill>
              <a:srgbClr val="E7EDF0"/>
            </a:solidFill>
            <a:ln w="0">
              <a:noFill/>
              <a:prstDash val="solid"/>
            </a:ln>
          </p:spPr>
        </p:sp>
        <p:sp>
          <p:nvSpPr>
            <p:cNvPr id="12" name="four:structure:rect:12">
              <a:extLst>
                <a:ext uri="{FF2B5EF4-FFF2-40B4-BE49-F238E27FC236}">
                  <ns2:creationId id="{697C04C4-ED5A-44E5-87EE-9DE2E349FD23}"/>
                </a:ext>
              </a:extLst>
            </p:cNvPr>
            <p:cNvSpPr>
              <a:spLocks noGrp="1"/>
            </p:cNvSpPr>
            <p:nvPr/>
          </p:nvSpPr>
          <p:spPr>
            <a:xfrm>
              <a:off x="3162300" y="533400"/>
              <a:ext cx="4762500" cy="257175"/>
            </a:xfrm>
            <a:prstGeom prst="rect">
              <a:avLst/>
            </a:prstGeom>
            <a:solidFill>
              <a:srgbClr val="E7EDF0"/>
            </a:solidFill>
            <a:ln w="0">
              <a:noFill/>
              <a:prstDash val="solid"/>
            </a:ln>
          </p:spPr>
        </p:sp>
        <p:sp>
          <p:nvSpPr>
            <p:cNvPr id="13" name="four:structure:regular-node:13">
              <a:extLst>
                <a:ext uri="{FF2B5EF4-FFF2-40B4-BE49-F238E27FC236}">
                  <ns2:creationId id="{D7217266-A055-4B49-8F46-79516131E4CF}"/>
                </a:ext>
              </a:extLst>
            </p:cNvPr>
            <p:cNvSpPr>
              <a:spLocks noGrp="1"/>
            </p:cNvSpPr>
            <p:nvPr/>
          </p:nvSpPr>
          <p:spPr>
            <a:xfrm>
              <a:off x="3248025" y="323850"/>
              <a:ext cx="342900" cy="342900"/>
            </a:xfrm>
            <a:prstGeom prst="ellipse">
              <a:avLst/>
            </a:prstGeom>
            <a:solidFill>
              <a:srgbClr val="E7EDF0"/>
            </a:solidFill>
            <a:ln w="0">
              <a:noFill/>
              <a:prstDash val="solid"/>
            </a:ln>
          </p:spPr>
        </p:sp>
        <p:sp>
          <p:nvSpPr>
            <p:cNvPr id="14" name="four:structure:textbox:14">
              <a:extLst>
                <a:ext uri="{FF2B5EF4-FFF2-40B4-BE49-F238E27FC236}">
                  <ns2:creationId id="{32F18FB8-C427-4A77-835B-3EC63557D839}"/>
                </a:ext>
              </a:extLst>
            </p:cNvPr>
            <p:cNvSpPr>
              <a:spLocks noGrp="1"/>
            </p:cNvSpPr>
            <p:nvPr/>
          </p:nvSpPr>
          <p:spPr>
            <a:xfrm>
              <a:off x="3171825" y="295275"/>
              <a:ext cx="438150" cy="381000"/>
            </a:xfrm>
            <a:prstGeom prst="rect">
              <a:avLst/>
            </a:prstGeom>
            <a:noFill/>
            <a:ln w="0">
              <a:noFill/>
              <a:prstDash val="solid"/>
            </a:ln>
          </p:spPr>
          <p:txBody>
            <a:bodyPr wrap="none" lIns="0" tIns="0" rIns="0" bIns="0" anchor="ctr">
              <a:normAutofit fontScale="100000"/>
            </a:bodyPr>
            <a:lstStyle>
              <a:defPPr algn="ctr">
                <a:defRPr sz="1875" b="1">
                  <a:solidFill>
                    <a:srgbClr val="263238"/>
                  </a:solidFill>
                  <a:latin typeface="Arial"/>
                  <a:ea typeface="Arial"/>
                  <a:cs typeface="Arial"/>
                </a:defRPr>
              </a:defPPr>
            </a:lstStyle>
            <a:p>
              <a:pPr algn="ctr">
                <a:defRPr sz="1875" b="1">
                  <a:solidFill>
                    <a:srgbClr val="263238"/>
                  </a:solidFill>
                  <a:latin typeface="Arial"/>
                  <a:ea typeface="Arial"/>
                  <a:cs typeface="Arial"/>
                </a:defRPr>
              </a:pPr>
              <a:r>
                <a:rPr sz="1500" b="1">
                  <a:solidFill>
                    <a:srgbClr val="263238"/>
                  </a:solidFill>
                  <a:latin typeface="Arial"/>
                  <a:ea typeface="Arial"/>
                  <a:cs typeface="Arial"/>
                </a:rPr>
                <a:t>(b)</a:t>
              </a:r>
            </a:p>
          </p:txBody>
        </p:sp>
        <p:sp>
          <p:nvSpPr>
            <p:cNvPr id="15" name="four:structure:textbox:15">
              <a:extLst>
                <a:ext uri="{FF2B5EF4-FFF2-40B4-BE49-F238E27FC236}">
                  <ns2:creationId id="{610B45AF-C30B-403E-8097-9F5FDA9131B8}"/>
                </a:ext>
              </a:extLst>
            </p:cNvPr>
            <p:cNvSpPr>
              <a:spLocks noGrp="1"/>
            </p:cNvSpPr>
            <p:nvPr/>
          </p:nvSpPr>
          <p:spPr>
            <a:xfrm>
              <a:off x="3676650" y="285750"/>
              <a:ext cx="4171950" cy="409575"/>
            </a:xfrm>
            <a:prstGeom prst="rect">
              <a:avLst/>
            </a:prstGeom>
            <a:noFill/>
            <a:ln w="0">
              <a:noFill/>
              <a:prstDash val="solid"/>
            </a:ln>
          </p:spPr>
          <p:txBody>
            <a:bodyPr wrap="none" lIns="0" tIns="0" rIns="0" bIns="0" anchor="ctr">
              <a:normAutofit fontScale="100000"/>
            </a:bodyPr>
            <a:lstStyle>
              <a:defPPr algn="l">
                <a:defRPr sz="1875" b="1">
                  <a:solidFill>
                    <a:srgbClr val="263238"/>
                  </a:solidFill>
                  <a:latin typeface="Arial"/>
                  <a:ea typeface="Arial"/>
                  <a:cs typeface="Arial"/>
                </a:defRPr>
              </a:defPPr>
            </a:lstStyle>
            <a:p>
              <a:pPr algn="l">
                <a:defRPr sz="1875" b="1">
                  <a:solidFill>
                    <a:srgbClr val="263238"/>
                  </a:solidFill>
                  <a:latin typeface="Arial"/>
                  <a:ea typeface="Arial"/>
                  <a:cs typeface="Arial"/>
                </a:defRPr>
              </a:pPr>
              <a:r>
                <a:rPr sz="1875" b="1">
                  <a:solidFill>
                    <a:srgbClr val="263238"/>
                  </a:solidFill>
                  <a:latin typeface="Arial"/>
                  <a:ea typeface="Arial"/>
                  <a:cs typeface="Arial"/>
                </a:rPr>
                <a:t>Topology analysis</a:t>
              </a:r>
            </a:p>
          </p:txBody>
        </p:sp>
        <p:sp>
          <p:nvSpPr>
            <p:cNvPr id="16" name="four:structure:substep-frame:16">
              <a:extLst>
                <a:ext uri="{FF2B5EF4-FFF2-40B4-BE49-F238E27FC236}">
                  <ns2:creationId id="{7439CF37-FE75-4F24-9C32-7ABCCB84C693}"/>
                </a:ext>
              </a:extLst>
            </p:cNvPr>
            <p:cNvSpPr>
              <a:spLocks noGrp="1"/>
            </p:cNvSpPr>
            <p:nvPr/>
          </p:nvSpPr>
          <p:spPr>
            <a:xfrm>
              <a:off x="8248650" y="209550"/>
              <a:ext cx="6858000" cy="7534275"/>
            </a:xfrm>
            <a:prstGeom prst="roundRect">
              <a:avLst>
                <a:gd name="adj" fmla="val 1667"/>
              </a:avLst>
            </a:prstGeom>
            <a:solidFill>
              <a:srgbClr val="F7F9FA"/>
            </a:solidFill>
            <a:ln w="12383">
              <a:solidFill>
                <a:srgbClr val="A9CDDF"/>
              </a:solidFill>
              <a:prstDash val="solid"/>
            </a:ln>
          </p:spPr>
        </p:sp>
        <p:sp>
          <p:nvSpPr>
            <p:cNvPr id="17" name="four:structure:substep-frame:17">
              <a:extLst>
                <a:ext uri="{FF2B5EF4-FFF2-40B4-BE49-F238E27FC236}">
                  <ns2:creationId id="{FC881934-72DF-4191-A5B4-EABE915EB44B}"/>
                </a:ext>
              </a:extLst>
            </p:cNvPr>
            <p:cNvSpPr>
              <a:spLocks noGrp="1"/>
            </p:cNvSpPr>
            <p:nvPr/>
          </p:nvSpPr>
          <p:spPr>
            <a:xfrm>
              <a:off x="8248650" y="209550"/>
              <a:ext cx="6858000" cy="581025"/>
            </a:xfrm>
            <a:prstGeom prst="roundRect">
              <a:avLst>
                <a:gd name="adj" fmla="val 19672"/>
              </a:avLst>
            </a:prstGeom>
            <a:solidFill>
              <a:srgbClr val="E7EDF0"/>
            </a:solidFill>
            <a:ln w="0">
              <a:noFill/>
              <a:prstDash val="solid"/>
            </a:ln>
          </p:spPr>
        </p:sp>
        <p:sp>
          <p:nvSpPr>
            <p:cNvPr id="18" name="four:structure:rect:18">
              <a:extLst>
                <a:ext uri="{FF2B5EF4-FFF2-40B4-BE49-F238E27FC236}">
                  <ns2:creationId id="{55599256-CDA5-4C6A-BBBC-F002629A7295}"/>
                </a:ext>
              </a:extLst>
            </p:cNvPr>
            <p:cNvSpPr>
              <a:spLocks noGrp="1"/>
            </p:cNvSpPr>
            <p:nvPr/>
          </p:nvSpPr>
          <p:spPr>
            <a:xfrm>
              <a:off x="8248650" y="533400"/>
              <a:ext cx="6858000" cy="257175"/>
            </a:xfrm>
            <a:prstGeom prst="rect">
              <a:avLst/>
            </a:prstGeom>
            <a:solidFill>
              <a:srgbClr val="E7EDF0"/>
            </a:solidFill>
            <a:ln w="0">
              <a:noFill/>
              <a:prstDash val="solid"/>
            </a:ln>
          </p:spPr>
        </p:sp>
        <p:sp>
          <p:nvSpPr>
            <p:cNvPr id="19" name="four:structure:regular-node:19">
              <a:extLst>
                <a:ext uri="{FF2B5EF4-FFF2-40B4-BE49-F238E27FC236}">
                  <ns2:creationId id="{19CE0BF8-0A5F-4F2E-AE4B-87F5B9A15114}"/>
                </a:ext>
              </a:extLst>
            </p:cNvPr>
            <p:cNvSpPr>
              <a:spLocks noGrp="1"/>
            </p:cNvSpPr>
            <p:nvPr/>
          </p:nvSpPr>
          <p:spPr>
            <a:xfrm>
              <a:off x="8334375" y="323850"/>
              <a:ext cx="342900" cy="342900"/>
            </a:xfrm>
            <a:prstGeom prst="ellipse">
              <a:avLst/>
            </a:prstGeom>
            <a:solidFill>
              <a:srgbClr val="E7EDF0"/>
            </a:solidFill>
            <a:ln w="0">
              <a:noFill/>
              <a:prstDash val="solid"/>
            </a:ln>
          </p:spPr>
        </p:sp>
        <p:sp>
          <p:nvSpPr>
            <p:cNvPr id="20" name="four:structure:textbox:20">
              <a:extLst>
                <a:ext uri="{FF2B5EF4-FFF2-40B4-BE49-F238E27FC236}">
                  <ns2:creationId id="{12E0377F-89B9-42F1-8C40-AF1E11D764AF}"/>
                </a:ext>
              </a:extLst>
            </p:cNvPr>
            <p:cNvSpPr>
              <a:spLocks noGrp="1"/>
            </p:cNvSpPr>
            <p:nvPr/>
          </p:nvSpPr>
          <p:spPr>
            <a:xfrm>
              <a:off x="8258175" y="295275"/>
              <a:ext cx="438150" cy="381000"/>
            </a:xfrm>
            <a:prstGeom prst="rect">
              <a:avLst/>
            </a:prstGeom>
            <a:noFill/>
            <a:ln w="0">
              <a:noFill/>
              <a:prstDash val="solid"/>
            </a:ln>
          </p:spPr>
          <p:txBody>
            <a:bodyPr wrap="none" lIns="0" tIns="0" rIns="0" bIns="0" anchor="ctr">
              <a:normAutofit fontScale="100000"/>
            </a:bodyPr>
            <a:lstStyle>
              <a:defPPr algn="ctr">
                <a:defRPr sz="1875" b="1">
                  <a:solidFill>
                    <a:srgbClr val="263238"/>
                  </a:solidFill>
                  <a:latin typeface="Arial"/>
                  <a:ea typeface="Arial"/>
                  <a:cs typeface="Arial"/>
                </a:defRPr>
              </a:defPPr>
            </a:lstStyle>
            <a:p>
              <a:pPr algn="ctr">
                <a:defRPr sz="1875" b="1">
                  <a:solidFill>
                    <a:srgbClr val="263238"/>
                  </a:solidFill>
                  <a:latin typeface="Arial"/>
                  <a:ea typeface="Arial"/>
                  <a:cs typeface="Arial"/>
                </a:defRPr>
              </a:pPr>
              <a:r>
                <a:rPr sz="1500" b="1">
                  <a:solidFill>
                    <a:srgbClr val="263238"/>
                  </a:solidFill>
                  <a:latin typeface="Arial"/>
                  <a:ea typeface="Arial"/>
                  <a:cs typeface="Arial"/>
                </a:rPr>
                <a:t>(c)</a:t>
              </a:r>
            </a:p>
          </p:txBody>
        </p:sp>
        <p:sp>
          <p:nvSpPr>
            <p:cNvPr id="21" name="four:structure:textbox:21">
              <a:extLst>
                <a:ext uri="{FF2B5EF4-FFF2-40B4-BE49-F238E27FC236}">
                  <ns2:creationId id="{F918938A-82F0-4DF2-86C2-D0F1E838D677}"/>
                </a:ext>
              </a:extLst>
            </p:cNvPr>
            <p:cNvSpPr>
              <a:spLocks noGrp="1"/>
            </p:cNvSpPr>
            <p:nvPr/>
          </p:nvSpPr>
          <p:spPr>
            <a:xfrm>
              <a:off x="8763000" y="285750"/>
              <a:ext cx="6267450" cy="409575"/>
            </a:xfrm>
            <a:prstGeom prst="rect">
              <a:avLst/>
            </a:prstGeom>
            <a:noFill/>
            <a:ln w="0">
              <a:noFill/>
              <a:prstDash val="solid"/>
            </a:ln>
          </p:spPr>
          <p:txBody>
            <a:bodyPr wrap="none" lIns="0" tIns="0" rIns="0" bIns="0" anchor="ctr">
              <a:normAutofit fontScale="100000"/>
            </a:bodyPr>
            <a:lstStyle>
              <a:defPPr algn="l">
                <a:defRPr sz="1875" b="1">
                  <a:solidFill>
                    <a:srgbClr val="263238"/>
                  </a:solidFill>
                  <a:latin typeface="Arial"/>
                  <a:ea typeface="Arial"/>
                  <a:cs typeface="Arial"/>
                </a:defRPr>
              </a:defPPr>
            </a:lstStyle>
            <a:p>
              <a:pPr algn="l">
                <a:defRPr sz="1875" b="1">
                  <a:solidFill>
                    <a:srgbClr val="263238"/>
                  </a:solidFill>
                  <a:latin typeface="Arial"/>
                  <a:ea typeface="Arial"/>
                  <a:cs typeface="Arial"/>
                </a:defRPr>
              </a:pPr>
              <a:r>
                <a:rPr sz="1875" b="1">
                  <a:solidFill>
                    <a:srgbClr val="263238"/>
                  </a:solidFill>
                  <a:latin typeface="Arial"/>
                  <a:ea typeface="Arial"/>
                  <a:cs typeface="Arial"/>
                </a:rPr>
                <a:t>Certificate and relaxation</a:t>
              </a:r>
            </a:p>
          </p:txBody>
        </p:sp>
        <p:sp>
          <p:nvSpPr>
            <p:cNvPr id="22" name="four:structure:substep-frame:22">
              <a:extLst>
                <a:ext uri="{FF2B5EF4-FFF2-40B4-BE49-F238E27FC236}">
                  <ns2:creationId id="{A319FD07-EA23-4B51-B59B-7FBF9AD26522}"/>
                </a:ext>
              </a:extLst>
            </p:cNvPr>
            <p:cNvSpPr>
              <a:spLocks noGrp="1"/>
            </p:cNvSpPr>
            <p:nvPr/>
          </p:nvSpPr>
          <p:spPr>
            <a:xfrm>
              <a:off x="15430500" y="209550"/>
              <a:ext cx="4762500" cy="7534275"/>
            </a:xfrm>
            <a:prstGeom prst="roundRect">
              <a:avLst>
                <a:gd name="adj" fmla="val 2400"/>
              </a:avLst>
            </a:prstGeom>
            <a:solidFill>
              <a:srgbClr val="F7F9FA"/>
            </a:solidFill>
            <a:ln w="12383">
              <a:solidFill>
                <a:srgbClr val="A9CDDF"/>
              </a:solidFill>
              <a:prstDash val="solid"/>
            </a:ln>
          </p:spPr>
        </p:sp>
        <p:sp>
          <p:nvSpPr>
            <p:cNvPr id="23" name="four:structure:substep-frame:23">
              <a:extLst>
                <a:ext uri="{FF2B5EF4-FFF2-40B4-BE49-F238E27FC236}">
                  <ns2:creationId id="{BECA364F-9AD0-4506-AD81-4C64C3FF1AF2}"/>
                </a:ext>
              </a:extLst>
            </p:cNvPr>
            <p:cNvSpPr>
              <a:spLocks noGrp="1"/>
            </p:cNvSpPr>
            <p:nvPr/>
          </p:nvSpPr>
          <p:spPr>
            <a:xfrm>
              <a:off x="15430500" y="209550"/>
              <a:ext cx="4762500" cy="581025"/>
            </a:xfrm>
            <a:prstGeom prst="roundRect">
              <a:avLst>
                <a:gd name="adj" fmla="val 19672"/>
              </a:avLst>
            </a:prstGeom>
            <a:solidFill>
              <a:srgbClr val="E7EDF0"/>
            </a:solidFill>
            <a:ln w="0">
              <a:noFill/>
              <a:prstDash val="solid"/>
            </a:ln>
          </p:spPr>
        </p:sp>
        <p:sp>
          <p:nvSpPr>
            <p:cNvPr id="24" name="four:structure:rect:24">
              <a:extLst>
                <a:ext uri="{FF2B5EF4-FFF2-40B4-BE49-F238E27FC236}">
                  <ns2:creationId id="{24DCD226-D7DC-42A4-94C2-5C99732CC6ED}"/>
                </a:ext>
              </a:extLst>
            </p:cNvPr>
            <p:cNvSpPr>
              <a:spLocks noGrp="1"/>
            </p:cNvSpPr>
            <p:nvPr/>
          </p:nvSpPr>
          <p:spPr>
            <a:xfrm>
              <a:off x="15430500" y="533400"/>
              <a:ext cx="4762500" cy="257175"/>
            </a:xfrm>
            <a:prstGeom prst="rect">
              <a:avLst/>
            </a:prstGeom>
            <a:solidFill>
              <a:srgbClr val="E7EDF0"/>
            </a:solidFill>
            <a:ln w="0">
              <a:noFill/>
              <a:prstDash val="solid"/>
            </a:ln>
          </p:spPr>
        </p:sp>
        <p:sp>
          <p:nvSpPr>
            <p:cNvPr id="25" name="four:structure:regular-node:25">
              <a:extLst>
                <a:ext uri="{FF2B5EF4-FFF2-40B4-BE49-F238E27FC236}">
                  <ns2:creationId id="{7539896E-DD2E-4034-A5D3-29F843F13876}"/>
                </a:ext>
              </a:extLst>
            </p:cNvPr>
            <p:cNvSpPr>
              <a:spLocks noGrp="1"/>
            </p:cNvSpPr>
            <p:nvPr/>
          </p:nvSpPr>
          <p:spPr>
            <a:xfrm>
              <a:off x="15516225" y="323850"/>
              <a:ext cx="342900" cy="342900"/>
            </a:xfrm>
            <a:prstGeom prst="ellipse">
              <a:avLst/>
            </a:prstGeom>
            <a:solidFill>
              <a:srgbClr val="E7EDF0"/>
            </a:solidFill>
            <a:ln w="0">
              <a:noFill/>
              <a:prstDash val="solid"/>
            </a:ln>
          </p:spPr>
        </p:sp>
        <p:sp>
          <p:nvSpPr>
            <p:cNvPr id="26" name="four:structure:textbox:26">
              <a:extLst>
                <a:ext uri="{FF2B5EF4-FFF2-40B4-BE49-F238E27FC236}">
                  <ns2:creationId id="{22FDBAFB-E112-4E95-AA6B-B3C9FB1C9BC6}"/>
                </a:ext>
              </a:extLst>
            </p:cNvPr>
            <p:cNvSpPr>
              <a:spLocks noGrp="1"/>
            </p:cNvSpPr>
            <p:nvPr/>
          </p:nvSpPr>
          <p:spPr>
            <a:xfrm>
              <a:off x="15440025" y="295275"/>
              <a:ext cx="438150" cy="381000"/>
            </a:xfrm>
            <a:prstGeom prst="rect">
              <a:avLst/>
            </a:prstGeom>
            <a:noFill/>
            <a:ln w="0">
              <a:noFill/>
              <a:prstDash val="solid"/>
            </a:ln>
          </p:spPr>
          <p:txBody>
            <a:bodyPr wrap="none" lIns="0" tIns="0" rIns="0" bIns="0" anchor="ctr">
              <a:normAutofit fontScale="100000"/>
            </a:bodyPr>
            <a:lstStyle>
              <a:defPPr algn="ctr">
                <a:defRPr sz="1875" b="1">
                  <a:solidFill>
                    <a:srgbClr val="263238"/>
                  </a:solidFill>
                  <a:latin typeface="Arial"/>
                  <a:ea typeface="Arial"/>
                  <a:cs typeface="Arial"/>
                </a:defRPr>
              </a:defPPr>
            </a:lstStyle>
            <a:p>
              <a:pPr algn="ctr">
                <a:defRPr sz="1875" b="1">
                  <a:solidFill>
                    <a:srgbClr val="263238"/>
                  </a:solidFill>
                  <a:latin typeface="Arial"/>
                  <a:ea typeface="Arial"/>
                  <a:cs typeface="Arial"/>
                </a:defRPr>
              </a:pPr>
              <a:r>
                <a:rPr sz="1500" b="1">
                  <a:solidFill>
                    <a:srgbClr val="263238"/>
                  </a:solidFill>
                  <a:latin typeface="Arial"/>
                  <a:ea typeface="Arial"/>
                  <a:cs typeface="Arial"/>
                </a:rPr>
                <a:t>(d)</a:t>
              </a:r>
            </a:p>
          </p:txBody>
        </p:sp>
        <p:sp>
          <p:nvSpPr>
            <p:cNvPr id="27" name="four:structure:textbox:27">
              <a:extLst>
                <a:ext uri="{FF2B5EF4-FFF2-40B4-BE49-F238E27FC236}">
                  <ns2:creationId id="{ACA32001-E2FE-41C2-8780-3AC5D8CA5A09}"/>
                </a:ext>
              </a:extLst>
            </p:cNvPr>
            <p:cNvSpPr>
              <a:spLocks noGrp="1"/>
            </p:cNvSpPr>
            <p:nvPr/>
          </p:nvSpPr>
          <p:spPr>
            <a:xfrm>
              <a:off x="15944850" y="285750"/>
              <a:ext cx="4171950" cy="409575"/>
            </a:xfrm>
            <a:prstGeom prst="rect">
              <a:avLst/>
            </a:prstGeom>
            <a:noFill/>
            <a:ln w="0">
              <a:noFill/>
              <a:prstDash val="solid"/>
            </a:ln>
          </p:spPr>
          <p:txBody>
            <a:bodyPr wrap="none" lIns="0" tIns="0" rIns="0" bIns="0" anchor="ctr">
              <a:normAutofit fontScale="100000"/>
            </a:bodyPr>
            <a:lstStyle>
              <a:defPPr algn="l">
                <a:defRPr sz="1875" b="1">
                  <a:solidFill>
                    <a:srgbClr val="263238"/>
                  </a:solidFill>
                  <a:latin typeface="Arial"/>
                  <a:ea typeface="Arial"/>
                  <a:cs typeface="Arial"/>
                </a:defRPr>
              </a:defPPr>
            </a:lstStyle>
            <a:p>
              <a:pPr algn="l">
                <a:defRPr sz="1875" b="1">
                  <a:solidFill>
                    <a:srgbClr val="263238"/>
                  </a:solidFill>
                  <a:latin typeface="Arial"/>
                  <a:ea typeface="Arial"/>
                  <a:cs typeface="Arial"/>
                </a:defRPr>
              </a:pPr>
              <a:r>
                <a:rPr sz="1875" b="1">
                  <a:solidFill>
                    <a:srgbClr val="263238"/>
                  </a:solidFill>
                  <a:latin typeface="Arial"/>
                  <a:ea typeface="Arial"/>
                  <a:cs typeface="Arial"/>
                </a:rPr>
                <a:t>Layout and optimal filling</a:t>
              </a:r>
            </a:p>
          </p:txBody>
        </p:sp>
        <p:sp>
          <p:nvSpPr>
            <p:cNvPr id="28" name="four:structure:substep-frame:28">
              <a:extLst>
                <a:ext uri="{FF2B5EF4-FFF2-40B4-BE49-F238E27FC236}">
                  <ns2:creationId id="{33B7DDE6-763C-4F23-A738-1CCEA0397328}"/>
                </a:ext>
              </a:extLst>
            </p:cNvPr>
            <p:cNvSpPr>
              <a:spLocks noGrp="1"/>
            </p:cNvSpPr>
            <p:nvPr/>
          </p:nvSpPr>
          <p:spPr>
            <a:xfrm>
              <a:off x="20516850" y="209550"/>
              <a:ext cx="4171950" cy="7534275"/>
            </a:xfrm>
            <a:prstGeom prst="roundRect">
              <a:avLst>
                <a:gd name="adj" fmla="val 2740"/>
              </a:avLst>
            </a:prstGeom>
            <a:solidFill>
              <a:srgbClr val="F7F9FA"/>
            </a:solidFill>
            <a:ln w="12383">
              <a:solidFill>
                <a:srgbClr val="A9CDDF"/>
              </a:solidFill>
              <a:prstDash val="solid"/>
            </a:ln>
          </p:spPr>
        </p:sp>
        <p:sp>
          <p:nvSpPr>
            <p:cNvPr id="29" name="four:structure:substep-frame:29">
              <a:extLst>
                <a:ext uri="{FF2B5EF4-FFF2-40B4-BE49-F238E27FC236}">
                  <ns2:creationId id="{55E29525-0AD8-488C-85BA-BF033681EE48}"/>
                </a:ext>
              </a:extLst>
            </p:cNvPr>
            <p:cNvSpPr>
              <a:spLocks noGrp="1"/>
            </p:cNvSpPr>
            <p:nvPr/>
          </p:nvSpPr>
          <p:spPr>
            <a:xfrm>
              <a:off x="20516850" y="209550"/>
              <a:ext cx="4171950" cy="581025"/>
            </a:xfrm>
            <a:prstGeom prst="roundRect">
              <a:avLst>
                <a:gd name="adj" fmla="val 19672"/>
              </a:avLst>
            </a:prstGeom>
            <a:solidFill>
              <a:srgbClr val="E7EDF0"/>
            </a:solidFill>
            <a:ln w="0">
              <a:noFill/>
              <a:prstDash val="solid"/>
            </a:ln>
          </p:spPr>
        </p:sp>
        <p:sp>
          <p:nvSpPr>
            <p:cNvPr id="30" name="four:structure:rect:30">
              <a:extLst>
                <a:ext uri="{FF2B5EF4-FFF2-40B4-BE49-F238E27FC236}">
                  <ns2:creationId id="{E687EE42-F41D-4D18-80C4-3AE7F2D09EB9}"/>
                </a:ext>
              </a:extLst>
            </p:cNvPr>
            <p:cNvSpPr>
              <a:spLocks noGrp="1"/>
            </p:cNvSpPr>
            <p:nvPr/>
          </p:nvSpPr>
          <p:spPr>
            <a:xfrm>
              <a:off x="20516850" y="533400"/>
              <a:ext cx="4171950" cy="257175"/>
            </a:xfrm>
            <a:prstGeom prst="rect">
              <a:avLst/>
            </a:prstGeom>
            <a:solidFill>
              <a:srgbClr val="E7EDF0"/>
            </a:solidFill>
            <a:ln w="0">
              <a:noFill/>
              <a:prstDash val="solid"/>
            </a:ln>
          </p:spPr>
        </p:sp>
        <p:sp>
          <p:nvSpPr>
            <p:cNvPr id="31" name="four:structure:regular-node:31">
              <a:extLst>
                <a:ext uri="{FF2B5EF4-FFF2-40B4-BE49-F238E27FC236}">
                  <ns2:creationId id="{B8153F25-2E72-4BAE-B747-0EB893EA7324}"/>
                </a:ext>
              </a:extLst>
            </p:cNvPr>
            <p:cNvSpPr>
              <a:spLocks noGrp="1"/>
            </p:cNvSpPr>
            <p:nvPr/>
          </p:nvSpPr>
          <p:spPr>
            <a:xfrm>
              <a:off x="20602575" y="323850"/>
              <a:ext cx="342900" cy="342900"/>
            </a:xfrm>
            <a:prstGeom prst="ellipse">
              <a:avLst/>
            </a:prstGeom>
            <a:solidFill>
              <a:srgbClr val="E7EDF0"/>
            </a:solidFill>
            <a:ln w="0">
              <a:noFill/>
              <a:prstDash val="solid"/>
            </a:ln>
          </p:spPr>
        </p:sp>
        <p:sp>
          <p:nvSpPr>
            <p:cNvPr id="32" name="four:structure:textbox:32">
              <a:extLst>
                <a:ext uri="{FF2B5EF4-FFF2-40B4-BE49-F238E27FC236}">
                  <ns2:creationId id="{0E049BE5-1813-4915-884B-988A8C7FE884}"/>
                </a:ext>
              </a:extLst>
            </p:cNvPr>
            <p:cNvSpPr>
              <a:spLocks noGrp="1"/>
            </p:cNvSpPr>
            <p:nvPr/>
          </p:nvSpPr>
          <p:spPr>
            <a:xfrm>
              <a:off x="20526375" y="295275"/>
              <a:ext cx="438150" cy="381000"/>
            </a:xfrm>
            <a:prstGeom prst="rect">
              <a:avLst/>
            </a:prstGeom>
            <a:noFill/>
            <a:ln w="0">
              <a:noFill/>
              <a:prstDash val="solid"/>
            </a:ln>
          </p:spPr>
          <p:txBody>
            <a:bodyPr wrap="none" lIns="0" tIns="0" rIns="0" bIns="0" anchor="ctr">
              <a:normAutofit fontScale="100000"/>
            </a:bodyPr>
            <a:lstStyle>
              <a:defPPr algn="ctr">
                <a:defRPr sz="1875" b="1">
                  <a:solidFill>
                    <a:srgbClr val="263238"/>
                  </a:solidFill>
                  <a:latin typeface="Arial"/>
                  <a:ea typeface="Arial"/>
                  <a:cs typeface="Arial"/>
                </a:defRPr>
              </a:defPPr>
            </a:lstStyle>
            <a:p>
              <a:pPr algn="ctr">
                <a:defRPr sz="1875" b="1">
                  <a:solidFill>
                    <a:srgbClr val="263238"/>
                  </a:solidFill>
                  <a:latin typeface="Arial"/>
                  <a:ea typeface="Arial"/>
                  <a:cs typeface="Arial"/>
                </a:defRPr>
              </a:pPr>
              <a:r>
                <a:rPr sz="1500" b="1">
                  <a:solidFill>
                    <a:srgbClr val="263238"/>
                  </a:solidFill>
                  <a:latin typeface="Arial"/>
                  <a:ea typeface="Arial"/>
                  <a:cs typeface="Arial"/>
                </a:rPr>
                <a:t>(e)</a:t>
              </a:r>
            </a:p>
          </p:txBody>
        </p:sp>
        <p:sp>
          <p:nvSpPr>
            <p:cNvPr id="33" name="four:structure:textbox:33">
              <a:extLst>
                <a:ext uri="{FF2B5EF4-FFF2-40B4-BE49-F238E27FC236}">
                  <ns2:creationId id="{80E93759-A576-4263-9197-FCA21D876E4E}"/>
                </a:ext>
              </a:extLst>
            </p:cNvPr>
            <p:cNvSpPr>
              <a:spLocks noGrp="1"/>
            </p:cNvSpPr>
            <p:nvPr/>
          </p:nvSpPr>
          <p:spPr>
            <a:xfrm>
              <a:off x="21031200" y="285750"/>
              <a:ext cx="3581400" cy="409575"/>
            </a:xfrm>
            <a:prstGeom prst="rect">
              <a:avLst/>
            </a:prstGeom>
            <a:noFill/>
            <a:ln w="0">
              <a:noFill/>
              <a:prstDash val="solid"/>
            </a:ln>
          </p:spPr>
          <p:txBody>
            <a:bodyPr wrap="none" lIns="0" tIns="0" rIns="0" bIns="0" anchor="ctr">
              <a:normAutofit fontScale="100000"/>
            </a:bodyPr>
            <a:lstStyle>
              <a:defPPr algn="l">
                <a:defRPr sz="1875" b="1">
                  <a:solidFill>
                    <a:srgbClr val="263238"/>
                  </a:solidFill>
                  <a:latin typeface="Arial"/>
                  <a:ea typeface="Arial"/>
                  <a:cs typeface="Arial"/>
                </a:defRPr>
              </a:defPPr>
            </a:lstStyle>
            <a:p>
              <a:pPr algn="l">
                <a:defRPr sz="1875" b="1">
                  <a:solidFill>
                    <a:srgbClr val="263238"/>
                  </a:solidFill>
                  <a:latin typeface="Arial"/>
                  <a:ea typeface="Arial"/>
                  <a:cs typeface="Arial"/>
                </a:defRPr>
              </a:pPr>
              <a:r>
                <a:rPr sz="1875" b="1">
                  <a:solidFill>
                    <a:srgbClr val="263238"/>
                  </a:solidFill>
                  <a:latin typeface="Arial"/>
                  <a:ea typeface="Arial"/>
                  <a:cs typeface="Arial"/>
                </a:rPr>
                <a:t>Temporal output</a:t>
              </a:r>
            </a:p>
          </p:txBody>
        </p:sp>
        <p:sp>
          <p:nvSpPr>
            <p:cNvPr id="34" name="four:structure:chevron:34">
              <a:extLst>
                <a:ext uri="{FF2B5EF4-FFF2-40B4-BE49-F238E27FC236}">
                  <ns2:creationId id="{37B86F99-0F3E-4DB4-BBB5-87A0B57FD91C}"/>
                </a:ext>
              </a:extLst>
            </p:cNvPr>
            <p:cNvSpPr>
              <a:spLocks noGrp="1"/>
            </p:cNvSpPr>
            <p:nvPr/>
          </p:nvSpPr>
          <p:spPr>
            <a:xfrm>
              <a:off x="2924175" y="381000"/>
              <a:ext cx="152400" cy="238125"/>
            </a:xfrm>
            <a:prstGeom prst="chevron">
              <a:avLst/>
            </a:prstGeom>
            <a:solidFill>
              <a:srgbClr val="A3B3BF"/>
            </a:solidFill>
            <a:ln w="0">
              <a:noFill/>
              <a:prstDash val="solid"/>
            </a:ln>
          </p:spPr>
        </p:sp>
        <p:sp>
          <p:nvSpPr>
            <p:cNvPr id="35" name="four:structure:chevron:35">
              <a:extLst>
                <a:ext uri="{FF2B5EF4-FFF2-40B4-BE49-F238E27FC236}">
                  <ns2:creationId id="{46302622-15BF-4561-A0B4-F514328F2213}"/>
                </a:ext>
              </a:extLst>
            </p:cNvPr>
            <p:cNvSpPr>
              <a:spLocks noGrp="1"/>
            </p:cNvSpPr>
            <p:nvPr/>
          </p:nvSpPr>
          <p:spPr>
            <a:xfrm>
              <a:off x="8010525" y="381000"/>
              <a:ext cx="152400" cy="238125"/>
            </a:xfrm>
            <a:prstGeom prst="chevron">
              <a:avLst/>
            </a:prstGeom>
            <a:solidFill>
              <a:srgbClr val="A3B3BF"/>
            </a:solidFill>
            <a:ln w="0">
              <a:noFill/>
              <a:prstDash val="solid"/>
            </a:ln>
          </p:spPr>
        </p:sp>
        <p:sp>
          <p:nvSpPr>
            <p:cNvPr id="36" name="four:structure:chevron:36">
              <a:extLst>
                <a:ext uri="{FF2B5EF4-FFF2-40B4-BE49-F238E27FC236}">
                  <ns2:creationId id="{DF1D6695-D5BE-4AC5-86DE-57A4ECE574F9}"/>
                </a:ext>
              </a:extLst>
            </p:cNvPr>
            <p:cNvSpPr>
              <a:spLocks noGrp="1"/>
            </p:cNvSpPr>
            <p:nvPr/>
          </p:nvSpPr>
          <p:spPr>
            <a:xfrm>
              <a:off x="15192375" y="381000"/>
              <a:ext cx="152400" cy="238125"/>
            </a:xfrm>
            <a:prstGeom prst="chevron">
              <a:avLst/>
            </a:prstGeom>
            <a:solidFill>
              <a:srgbClr val="A3B3BF"/>
            </a:solidFill>
            <a:ln w="0">
              <a:noFill/>
              <a:prstDash val="solid"/>
            </a:ln>
          </p:spPr>
        </p:sp>
        <p:sp>
          <p:nvSpPr>
            <p:cNvPr id="37" name="four:structure:chevron:37">
              <a:extLst>
                <a:ext uri="{FF2B5EF4-FFF2-40B4-BE49-F238E27FC236}">
                  <ns2:creationId id="{E17186BA-D593-4D45-8CBB-28A596D72536}"/>
                </a:ext>
              </a:extLst>
            </p:cNvPr>
            <p:cNvSpPr>
              <a:spLocks noGrp="1"/>
            </p:cNvSpPr>
            <p:nvPr/>
          </p:nvSpPr>
          <p:spPr>
            <a:xfrm>
              <a:off x="20278725" y="381000"/>
              <a:ext cx="152400" cy="238125"/>
            </a:xfrm>
            <a:prstGeom prst="chevron">
              <a:avLst/>
            </a:prstGeom>
            <a:solidFill>
              <a:srgbClr val="A3B3BF"/>
            </a:solidFill>
            <a:ln w="0">
              <a:noFill/>
              <a:prstDash val="solid"/>
            </a:ln>
          </p:spPr>
        </p:sp>
      </p:grpSp>
      <p:grpSp>
        <p:nvGrpSpPr>
          <p:cNvPr id="3175" name="substep-backgrounds"/>
          <p:cNvGrpSpPr/>
          <p:nvPr/>
        </p:nvGrpSpPr>
        <p:grpSpPr>
          <a:xfrm>
            <a:off x="0" y="0"/>
            <a:ext cx="24955500" cy="8572500"/>
            <a:chOff x="0" y="0"/>
            <a:chExt cx="24955500" cy="8572500"/>
          </a:xfrm>
        </p:grpSpPr>
        <p:sp>
          <p:nvSpPr>
            <p:cNvPr id="38" name="four:substep-backgrounds:substep-frame:38">
              <a:extLst>
                <a:ext uri="{FF2B5EF4-FFF2-40B4-BE49-F238E27FC236}">
                  <ns2:creationId id="{A098F6B7-2FF2-4945-9670-B9360039F1AC}"/>
                </a:ext>
              </a:extLst>
            </p:cNvPr>
            <p:cNvSpPr>
              <a:spLocks noGrp="1"/>
            </p:cNvSpPr>
            <p:nvPr/>
          </p:nvSpPr>
          <p:spPr>
            <a:xfrm>
              <a:off x="371475" y="1266825"/>
              <a:ext cx="2362200" cy="3019425"/>
            </a:xfrm>
            <a:prstGeom prst="roundRect">
              <a:avLst>
                <a:gd name="adj" fmla="val 4839"/>
              </a:avLst>
            </a:prstGeom>
            <a:solidFill>
              <a:srgbClr val="FFFFFF"/>
            </a:solidFill>
            <a:ln w="7620">
              <a:solidFill>
                <a:srgbClr val="D2DFE8"/>
              </a:solidFill>
              <a:prstDash val="solid"/>
            </a:ln>
          </p:spPr>
        </p:sp>
        <p:sp>
          <p:nvSpPr>
            <p:cNvPr id="39" name="four:substep-backgrounds:substep-frame:39">
              <a:extLst>
                <a:ext uri="{FF2B5EF4-FFF2-40B4-BE49-F238E27FC236}">
                  <ns2:creationId id="{9260A5CE-40F9-49C2-B350-9F4A98F23CAC}"/>
                </a:ext>
              </a:extLst>
            </p:cNvPr>
            <p:cNvSpPr>
              <a:spLocks noGrp="1"/>
            </p:cNvSpPr>
            <p:nvPr/>
          </p:nvSpPr>
          <p:spPr>
            <a:xfrm>
              <a:off x="3305175" y="4333875"/>
              <a:ext cx="4476750" cy="3333750"/>
            </a:xfrm>
            <a:prstGeom prst="roundRect">
              <a:avLst>
                <a:gd name="adj" fmla="val 3429"/>
              </a:avLst>
            </a:prstGeom>
            <a:solidFill>
              <a:srgbClr val="FFFFFF"/>
            </a:solidFill>
            <a:ln w="7620">
              <a:solidFill>
                <a:srgbClr val="D2DFE8"/>
              </a:solidFill>
              <a:prstDash val="solid"/>
            </a:ln>
          </p:spPr>
        </p:sp>
        <p:sp>
          <p:nvSpPr>
            <p:cNvPr id="40" name="four:substep-backgrounds:substep-frame:40">
              <a:extLst>
                <a:ext uri="{FF2B5EF4-FFF2-40B4-BE49-F238E27FC236}">
                  <ns2:creationId id="{9E91D0BD-7AB0-41FF-B955-50C84F880E85}"/>
                </a:ext>
              </a:extLst>
            </p:cNvPr>
            <p:cNvSpPr>
              <a:spLocks noGrp="1"/>
            </p:cNvSpPr>
            <p:nvPr/>
          </p:nvSpPr>
          <p:spPr>
            <a:xfrm>
              <a:off x="3324225" y="4714875"/>
              <a:ext cx="1990725" cy="2895600"/>
            </a:xfrm>
            <a:prstGeom prst="roundRect">
              <a:avLst>
                <a:gd name="adj" fmla="val 5742"/>
              </a:avLst>
            </a:prstGeom>
            <a:solidFill>
              <a:srgbClr val="F7F9FA"/>
            </a:solidFill>
            <a:ln w="7620">
              <a:noFill/>
              <a:prstDash val="solid"/>
            </a:ln>
          </p:spPr>
        </p:sp>
        <p:sp>
          <p:nvSpPr>
            <p:cNvPr id="41" name="four:substep-backgrounds:substep-frame:41">
              <a:extLst>
                <a:ext uri="{FF2B5EF4-FFF2-40B4-BE49-F238E27FC236}">
                  <ns2:creationId id="{09EF5DFB-0FBF-4269-823D-95D97675E9F4}"/>
                </a:ext>
              </a:extLst>
            </p:cNvPr>
            <p:cNvSpPr>
              <a:spLocks noGrp="1"/>
            </p:cNvSpPr>
            <p:nvPr/>
          </p:nvSpPr>
          <p:spPr>
            <a:xfrm>
              <a:off x="5705475" y="4714875"/>
              <a:ext cx="2076450" cy="2895600"/>
            </a:xfrm>
            <a:prstGeom prst="roundRect">
              <a:avLst>
                <a:gd name="adj" fmla="val 5505"/>
              </a:avLst>
            </a:prstGeom>
            <a:solidFill>
              <a:srgbClr val="F7F9FA"/>
            </a:solidFill>
            <a:ln w="7620">
              <a:noFill/>
              <a:prstDash val="solid"/>
            </a:ln>
          </p:spPr>
        </p:sp>
        <p:sp>
          <p:nvSpPr>
            <p:cNvPr id="42" name="four:substep-backgrounds:substep-frame:42">
              <a:extLst>
                <a:ext uri="{FF2B5EF4-FFF2-40B4-BE49-F238E27FC236}">
                  <ns2:creationId id="{5A73EBEA-89A2-4804-B214-ED56D89E9C3F}"/>
                </a:ext>
              </a:extLst>
            </p:cNvPr>
            <p:cNvSpPr>
              <a:spLocks noGrp="1"/>
            </p:cNvSpPr>
            <p:nvPr/>
          </p:nvSpPr>
          <p:spPr>
            <a:xfrm>
              <a:off x="3305175" y="962025"/>
              <a:ext cx="4476750" cy="3314700"/>
            </a:xfrm>
            <a:prstGeom prst="roundRect">
              <a:avLst>
                <a:gd name="adj" fmla="val 3448"/>
              </a:avLst>
            </a:prstGeom>
            <a:solidFill>
              <a:srgbClr val="FFFFFF"/>
            </a:solidFill>
            <a:ln w="7620">
              <a:solidFill>
                <a:srgbClr val="D2DFE8"/>
              </a:solidFill>
              <a:prstDash val="solid"/>
            </a:ln>
          </p:spPr>
        </p:sp>
        <p:sp>
          <p:nvSpPr>
            <p:cNvPr id="43" name="four:substep-backgrounds:substep-frame:43">
              <a:extLst>
                <a:ext uri="{FF2B5EF4-FFF2-40B4-BE49-F238E27FC236}">
                  <ns2:creationId id="{25DF0FEB-2F75-4221-A7DA-03CFB04820DB}"/>
                </a:ext>
              </a:extLst>
            </p:cNvPr>
            <p:cNvSpPr>
              <a:spLocks noGrp="1"/>
            </p:cNvSpPr>
            <p:nvPr/>
          </p:nvSpPr>
          <p:spPr>
            <a:xfrm>
              <a:off x="8401050" y="962025"/>
              <a:ext cx="6553200" cy="3143250"/>
            </a:xfrm>
            <a:prstGeom prst="roundRect">
              <a:avLst>
                <a:gd name="adj" fmla="val 3636"/>
              </a:avLst>
            </a:prstGeom>
            <a:solidFill>
              <a:srgbClr val="FFFFFF"/>
            </a:solidFill>
            <a:ln w="7620">
              <a:solidFill>
                <a:srgbClr val="D2DFE8"/>
              </a:solidFill>
              <a:prstDash val="solid"/>
            </a:ln>
          </p:spPr>
        </p:sp>
        <p:sp>
          <p:nvSpPr>
            <p:cNvPr id="44" name="four:substep-backgrounds:substep-frame:44">
              <a:extLst>
                <a:ext uri="{FF2B5EF4-FFF2-40B4-BE49-F238E27FC236}">
                  <ns2:creationId id="{C39F4A8A-CE42-41E8-929F-A5B54E4AF0D0}"/>
                </a:ext>
              </a:extLst>
            </p:cNvPr>
            <p:cNvSpPr>
              <a:spLocks noGrp="1"/>
            </p:cNvSpPr>
            <p:nvPr/>
          </p:nvSpPr>
          <p:spPr>
            <a:xfrm>
              <a:off x="8534400" y="1352550"/>
              <a:ext cx="3028950" cy="2219325"/>
            </a:xfrm>
            <a:prstGeom prst="roundRect">
              <a:avLst>
                <a:gd name="adj" fmla="val 5150"/>
              </a:avLst>
            </a:prstGeom>
            <a:solidFill>
              <a:srgbClr val="F7F9FA"/>
            </a:solidFill>
            <a:ln w="7620">
              <a:noFill/>
              <a:prstDash val="solid"/>
            </a:ln>
          </p:spPr>
        </p:sp>
        <p:sp>
          <p:nvSpPr>
            <p:cNvPr id="45" name="four:substep-backgrounds:substep-frame:45">
              <a:extLst>
                <a:ext uri="{FF2B5EF4-FFF2-40B4-BE49-F238E27FC236}">
                  <ns2:creationId id="{BE81C804-24D8-490A-862A-5FB7270AB6E3}"/>
                </a:ext>
              </a:extLst>
            </p:cNvPr>
            <p:cNvSpPr>
              <a:spLocks noGrp="1"/>
            </p:cNvSpPr>
            <p:nvPr/>
          </p:nvSpPr>
          <p:spPr>
            <a:xfrm>
              <a:off x="11811000" y="1352550"/>
              <a:ext cx="3009900" cy="2219325"/>
            </a:xfrm>
            <a:prstGeom prst="roundRect">
              <a:avLst>
                <a:gd name="adj" fmla="val 5150"/>
              </a:avLst>
            </a:prstGeom>
            <a:solidFill>
              <a:srgbClr val="F7F9FA"/>
            </a:solidFill>
            <a:ln w="7620">
              <a:noFill/>
              <a:prstDash val="solid"/>
            </a:ln>
          </p:spPr>
        </p:sp>
        <p:sp>
          <p:nvSpPr>
            <p:cNvPr id="46" name="four:substep-backgrounds:substep-frame:46">
              <a:extLst>
                <a:ext uri="{FF2B5EF4-FFF2-40B4-BE49-F238E27FC236}">
                  <ns2:creationId id="{978B766A-12C5-4E42-AB0B-CDCCA849042B}"/>
                </a:ext>
              </a:extLst>
            </p:cNvPr>
            <p:cNvSpPr>
              <a:spLocks noGrp="1"/>
            </p:cNvSpPr>
            <p:nvPr/>
          </p:nvSpPr>
          <p:spPr>
            <a:xfrm>
              <a:off x="8401050" y="4772025"/>
              <a:ext cx="6553200" cy="2895600"/>
            </a:xfrm>
            <a:prstGeom prst="roundRect">
              <a:avLst>
                <a:gd name="adj" fmla="val 3947"/>
              </a:avLst>
            </a:prstGeom>
            <a:solidFill>
              <a:srgbClr val="FFFFFF"/>
            </a:solidFill>
            <a:ln w="7620">
              <a:solidFill>
                <a:srgbClr val="D2DFE8"/>
              </a:solidFill>
              <a:prstDash val="solid"/>
            </a:ln>
          </p:spPr>
        </p:sp>
        <p:sp>
          <p:nvSpPr>
            <p:cNvPr id="47" name="four:substep-backgrounds:substep-frame:47">
              <a:extLst>
                <a:ext uri="{FF2B5EF4-FFF2-40B4-BE49-F238E27FC236}">
                  <ns2:creationId id="{69E129C9-8CAE-4187-A7A9-BCFC70F037D7}"/>
                </a:ext>
              </a:extLst>
            </p:cNvPr>
            <p:cNvSpPr>
              <a:spLocks noGrp="1"/>
            </p:cNvSpPr>
            <p:nvPr/>
          </p:nvSpPr>
          <p:spPr>
            <a:xfrm>
              <a:off x="15582900" y="962025"/>
              <a:ext cx="4457700" cy="3076575"/>
            </a:xfrm>
            <a:prstGeom prst="roundRect">
              <a:avLst>
                <a:gd name="adj" fmla="val 3715"/>
              </a:avLst>
            </a:prstGeom>
            <a:solidFill>
              <a:srgbClr val="FFFFFF"/>
            </a:solidFill>
            <a:ln w="7620">
              <a:solidFill>
                <a:srgbClr val="D2DFE8"/>
              </a:solidFill>
              <a:prstDash val="solid"/>
            </a:ln>
          </p:spPr>
        </p:sp>
        <p:sp>
          <p:nvSpPr>
            <p:cNvPr id="48" name="four:substep-backgrounds:substep-frame:48">
              <a:extLst>
                <a:ext uri="{FF2B5EF4-FFF2-40B4-BE49-F238E27FC236}">
                  <ns2:creationId id="{0EA6194F-EA74-43C6-994E-B10EA43DD785}"/>
                </a:ext>
              </a:extLst>
            </p:cNvPr>
            <p:cNvSpPr>
              <a:spLocks noGrp="1"/>
            </p:cNvSpPr>
            <p:nvPr/>
          </p:nvSpPr>
          <p:spPr>
            <a:xfrm>
              <a:off x="15582900" y="4191000"/>
              <a:ext cx="4457700" cy="3476625"/>
            </a:xfrm>
            <a:prstGeom prst="roundRect">
              <a:avLst>
                <a:gd name="adj" fmla="val 3288"/>
              </a:avLst>
            </a:prstGeom>
            <a:solidFill>
              <a:srgbClr val="FFFFFF"/>
            </a:solidFill>
            <a:ln w="7620">
              <a:solidFill>
                <a:srgbClr val="D2DFE8"/>
              </a:solidFill>
              <a:prstDash val="solid"/>
            </a:ln>
          </p:spPr>
        </p:sp>
        <p:sp>
          <p:nvSpPr>
            <p:cNvPr id="49" name="four:substep-backgrounds:substep-frame:49">
              <a:extLst>
                <a:ext uri="{FF2B5EF4-FFF2-40B4-BE49-F238E27FC236}">
                  <ns2:creationId id="{FE1E02C9-47D3-4552-8786-9D166B42C2B8}"/>
                </a:ext>
              </a:extLst>
            </p:cNvPr>
            <p:cNvSpPr>
              <a:spLocks noGrp="1"/>
            </p:cNvSpPr>
            <p:nvPr/>
          </p:nvSpPr>
          <p:spPr>
            <a:xfrm>
              <a:off x="20669250" y="962025"/>
              <a:ext cx="3867150" cy="3305175"/>
            </a:xfrm>
            <a:prstGeom prst="roundRect">
              <a:avLst>
                <a:gd name="adj" fmla="val 3458"/>
              </a:avLst>
            </a:prstGeom>
            <a:solidFill>
              <a:srgbClr val="FFFFFF"/>
            </a:solidFill>
            <a:ln w="7620">
              <a:solidFill>
                <a:srgbClr val="D2DFE8"/>
              </a:solidFill>
              <a:prstDash val="solid"/>
            </a:ln>
          </p:spPr>
        </p:sp>
        <p:sp>
          <p:nvSpPr>
            <p:cNvPr id="50" name="four:substep-backgrounds:substep-frame:50">
              <a:extLst>
                <a:ext uri="{FF2B5EF4-FFF2-40B4-BE49-F238E27FC236}">
                  <ns2:creationId id="{E7C547D0-84B4-4EF3-BC23-3E9D1400ECD4}"/>
                </a:ext>
              </a:extLst>
            </p:cNvPr>
            <p:cNvSpPr>
              <a:spLocks noGrp="1"/>
            </p:cNvSpPr>
            <p:nvPr/>
          </p:nvSpPr>
          <p:spPr>
            <a:xfrm>
              <a:off x="21936075" y="4419600"/>
              <a:ext cx="1428750" cy="704850"/>
            </a:xfrm>
            <a:prstGeom prst="roundRect">
              <a:avLst>
                <a:gd name="adj" fmla="val 16216"/>
              </a:avLst>
            </a:prstGeom>
            <a:solidFill>
              <a:srgbClr val="F7F9FA"/>
            </a:solidFill>
            <a:ln w="7620">
              <a:noFill/>
              <a:prstDash val="solid"/>
            </a:ln>
          </p:spPr>
        </p:sp>
        <p:sp>
          <p:nvSpPr>
            <p:cNvPr id="51" name="four:substep-backgrounds:substep-frame:51">
              <a:extLst>
                <a:ext uri="{FF2B5EF4-FFF2-40B4-BE49-F238E27FC236}">
                  <ns2:creationId id="{16EE381B-FA6B-4E97-9272-75A9199DD29E}"/>
                </a:ext>
              </a:extLst>
            </p:cNvPr>
            <p:cNvSpPr>
              <a:spLocks noGrp="1"/>
            </p:cNvSpPr>
            <p:nvPr/>
          </p:nvSpPr>
          <p:spPr>
            <a:xfrm>
              <a:off x="20669250" y="5334000"/>
              <a:ext cx="3867150" cy="2333625"/>
            </a:xfrm>
            <a:prstGeom prst="roundRect">
              <a:avLst>
                <a:gd name="adj" fmla="val 4898"/>
              </a:avLst>
            </a:prstGeom>
            <a:solidFill>
              <a:srgbClr val="FFFFFF"/>
            </a:solidFill>
            <a:ln w="7620">
              <a:solidFill>
                <a:srgbClr val="D2DFE8"/>
              </a:solidFill>
              <a:prstDash val="solid"/>
            </a:ln>
          </p:spPr>
        </p:sp>
      </p:grpSp>
      <p:grpSp>
        <p:nvGrpSpPr>
          <p:cNvPr id="3176" name="scalar-input"/>
          <p:cNvGrpSpPr/>
          <p:nvPr/>
        </p:nvGrpSpPr>
        <p:grpSpPr>
          <a:xfrm>
            <a:off x="0" y="0"/>
            <a:ext cx="24955500" cy="8572500"/>
            <a:chOff x="0" y="0"/>
            <a:chExt cx="24955500" cy="8572500"/>
          </a:xfrm>
        </p:grpSpPr>
        <p:sp>
          <p:nvSpPr>
            <p:cNvPr id="52" name="four:scalar-input:textbox:52">
              <a:extLst>
                <a:ext uri="{FF2B5EF4-FFF2-40B4-BE49-F238E27FC236}">
                  <ns2:creationId id="{1AFEB1DD-3BFA-4FA6-8350-7863681E2ABD}"/>
                </a:ext>
              </a:extLst>
            </p:cNvPr>
            <p:cNvSpPr>
              <a:spLocks noGrp="1"/>
            </p:cNvSpPr>
            <p:nvPr/>
          </p:nvSpPr>
          <p:spPr>
            <a:xfrm>
              <a:off x="447675" y="1438275"/>
              <a:ext cx="2190750" cy="304800"/>
            </a:xfrm>
            <a:prstGeom prst="rect">
              <a:avLst/>
            </a:prstGeom>
            <a:noFill/>
            <a:ln w="0">
              <a:noFill/>
              <a:prstDash val="solid"/>
            </a:ln>
          </p:spPr>
          <p:txBody>
            <a:bodyPr wrap="none" lIns="0" tIns="0" rIns="0" bIns="0" anchor="ctr">
              <a:normAutofit fontScale="93672"/>
            </a:bodyPr>
            <a:lstStyle>
              <a:defPPr algn="l">
                <a:defRPr sz="1500" b="1">
                  <a:solidFill>
                    <a:srgbClr val="263238"/>
                  </a:solidFill>
                  <a:latin typeface="Arial"/>
                  <a:ea typeface="Arial"/>
                  <a:cs typeface="Arial"/>
                </a:defRPr>
              </a:defPPr>
            </a:lstStyle>
            <a:p>
              <a:pPr algn="l">
                <a:defRPr sz="1500" b="1">
                  <a:solidFill>
                    <a:srgbClr val="263238"/>
                  </a:solidFill>
                  <a:latin typeface="Arial"/>
                  <a:ea typeface="Arial"/>
                  <a:cs typeface="Arial"/>
                </a:defRPr>
              </a:pPr>
              <a:r>
                <a:rPr sz="1238" b="1">
                  <a:solidFill>
                    <a:srgbClr val="263238"/>
                  </a:solidFill>
                  <a:latin typeface="Arial"/>
                  <a:ea typeface="Arial"/>
                  <a:cs typeface="Arial"/>
                </a:rPr>
                <a:t>2D time-varying scalar fields</a:t>
              </a:r>
            </a:p>
          </p:txBody>
        </p:sp>
        <p:sp>
          <p:nvSpPr>
            <p:cNvPr id="53" name="four:scalar-input:rect:53">
              <a:extLst>
                <a:ext uri="{FF2B5EF4-FFF2-40B4-BE49-F238E27FC236}">
                  <ns2:creationId id="{FD233879-9926-412E-9B22-C7FDB7F90121}"/>
                </a:ext>
              </a:extLst>
            </p:cNvPr>
            <p:cNvSpPr>
              <a:spLocks noGrp="1"/>
            </p:cNvSpPr>
            <p:nvPr/>
          </p:nvSpPr>
          <p:spPr>
            <a:xfrm>
              <a:off x="561975" y="1905000"/>
              <a:ext cx="2095500" cy="1885950"/>
            </a:xfrm>
            <a:prstGeom prst="rect">
              <a:avLst/>
            </a:prstGeom>
            <a:solidFill>
              <a:srgbClr val="E0E1E3"/>
            </a:solidFill>
            <a:ln w="8573">
              <a:solidFill>
                <a:srgbClr val="263238"/>
              </a:solidFill>
              <a:prstDash val="solid"/>
            </a:ln>
          </p:spPr>
        </p:sp>
        <p:sp>
          <p:nvSpPr>
            <p:cNvPr id="54" name="four:scalar-input:rect:54">
              <a:extLst>
                <a:ext uri="{FF2B5EF4-FFF2-40B4-BE49-F238E27FC236}">
                  <ns2:creationId id="{CE997959-4B4E-4C08-AE2C-13E5114C4B81}"/>
                </a:ext>
              </a:extLst>
            </p:cNvPr>
            <p:cNvSpPr>
              <a:spLocks noGrp="1"/>
            </p:cNvSpPr>
            <p:nvPr/>
          </p:nvSpPr>
          <p:spPr>
            <a:xfrm>
              <a:off x="495300" y="1971675"/>
              <a:ext cx="2095500" cy="1885950"/>
            </a:xfrm>
            <a:prstGeom prst="rect">
              <a:avLst/>
            </a:prstGeom>
            <a:solidFill>
              <a:srgbClr val="E0E1E3"/>
            </a:solidFill>
            <a:ln w="8573">
              <a:solidFill>
                <a:srgbClr val="263238"/>
              </a:solidFill>
              <a:prstDash val="solid"/>
            </a:ln>
          </p:spPr>
        </p:sp>
        <p:sp>
          <p:nvSpPr>
            <p:cNvPr id="55" name="four:scalar-input:rect:55">
              <a:extLst>
                <a:ext uri="{FF2B5EF4-FFF2-40B4-BE49-F238E27FC236}">
                  <ns2:creationId id="{C430A0DE-375E-43E2-98C3-4A015A8AF99F}"/>
                </a:ext>
              </a:extLst>
            </p:cNvPr>
            <p:cNvSpPr>
              <a:spLocks noGrp="1"/>
            </p:cNvSpPr>
            <p:nvPr/>
          </p:nvSpPr>
          <p:spPr>
            <a:xfrm>
              <a:off x="428625" y="2038350"/>
              <a:ext cx="2095500" cy="1885950"/>
            </a:xfrm>
            <a:prstGeom prst="rect">
              <a:avLst/>
            </a:prstGeom>
            <a:solidFill>
              <a:srgbClr val="E0E1E3"/>
            </a:solidFill>
            <a:ln w="8573">
              <a:solidFill>
                <a:srgbClr val="263238"/>
              </a:solidFill>
              <a:prstDash val="solid"/>
            </a:ln>
          </p:spPr>
        </p:sp>
        <p:sp>
          <p:nvSpPr>
            <p:cNvPr id="56" name="four:scalar-input:grid-cell:56">
              <a:extLst>
                <a:ext uri="{FF2B5EF4-FFF2-40B4-BE49-F238E27FC236}">
                  <ns2:creationId id="{FD93BB8E-F9A6-46B4-811C-9FB599D2FA67}"/>
                </a:ext>
              </a:extLst>
            </p:cNvPr>
            <p:cNvSpPr>
              <a:spLocks noGrp="1"/>
            </p:cNvSpPr>
            <p:nvPr/>
          </p:nvSpPr>
          <p:spPr>
            <a:xfrm>
              <a:off x="361950" y="2105025"/>
              <a:ext cx="104966" cy="104966"/>
            </a:xfrm>
            <a:prstGeom prst="rect">
              <a:avLst/>
            </a:prstGeom>
            <a:solidFill>
              <a:srgbClr val="DCE8ED"/>
            </a:solidFill>
            <a:ln w="0">
              <a:noFill/>
              <a:prstDash val="solid"/>
            </a:ln>
          </p:spPr>
        </p:sp>
        <p:sp>
          <p:nvSpPr>
            <p:cNvPr id="57" name="four:scalar-input:grid-cell:57">
              <a:extLst>
                <a:ext uri="{FF2B5EF4-FFF2-40B4-BE49-F238E27FC236}">
                  <ns2:creationId id="{10BF3B58-D8A7-4B36-A3A3-9C5E90D204C1}"/>
                </a:ext>
              </a:extLst>
            </p:cNvPr>
            <p:cNvSpPr>
              <a:spLocks noGrp="1"/>
            </p:cNvSpPr>
            <p:nvPr/>
          </p:nvSpPr>
          <p:spPr>
            <a:xfrm>
              <a:off x="466725" y="2105025"/>
              <a:ext cx="104966" cy="104966"/>
            </a:xfrm>
            <a:prstGeom prst="rect">
              <a:avLst/>
            </a:prstGeom>
            <a:solidFill>
              <a:srgbClr val="DCE8ED"/>
            </a:solidFill>
            <a:ln w="0">
              <a:noFill/>
              <a:prstDash val="solid"/>
            </a:ln>
          </p:spPr>
        </p:sp>
        <p:sp>
          <p:nvSpPr>
            <p:cNvPr id="58" name="four:scalar-input:grid-cell:58">
              <a:extLst>
                <a:ext uri="{FF2B5EF4-FFF2-40B4-BE49-F238E27FC236}">
                  <ns2:creationId id="{1FD0AB14-4BD9-4958-B612-988D264F5BD3}"/>
                </a:ext>
              </a:extLst>
            </p:cNvPr>
            <p:cNvSpPr>
              <a:spLocks noGrp="1"/>
            </p:cNvSpPr>
            <p:nvPr/>
          </p:nvSpPr>
          <p:spPr>
            <a:xfrm>
              <a:off x="571500" y="2105025"/>
              <a:ext cx="104966" cy="104966"/>
            </a:xfrm>
            <a:prstGeom prst="rect">
              <a:avLst/>
            </a:prstGeom>
            <a:solidFill>
              <a:srgbClr val="DCE8ED"/>
            </a:solidFill>
            <a:ln w="0">
              <a:noFill/>
              <a:prstDash val="solid"/>
            </a:ln>
          </p:spPr>
        </p:sp>
        <p:sp>
          <p:nvSpPr>
            <p:cNvPr id="59" name="four:scalar-input:grid-cell:59">
              <a:extLst>
                <a:ext uri="{FF2B5EF4-FFF2-40B4-BE49-F238E27FC236}">
                  <ns2:creationId id="{20FF655A-E557-45F4-AFB1-3A6388A26B68}"/>
                </a:ext>
              </a:extLst>
            </p:cNvPr>
            <p:cNvSpPr>
              <a:spLocks noGrp="1"/>
            </p:cNvSpPr>
            <p:nvPr/>
          </p:nvSpPr>
          <p:spPr>
            <a:xfrm>
              <a:off x="676275" y="2105025"/>
              <a:ext cx="104966" cy="104966"/>
            </a:xfrm>
            <a:prstGeom prst="rect">
              <a:avLst/>
            </a:prstGeom>
            <a:solidFill>
              <a:srgbClr val="DCE8ED"/>
            </a:solidFill>
            <a:ln w="0">
              <a:noFill/>
              <a:prstDash val="solid"/>
            </a:ln>
          </p:spPr>
        </p:sp>
        <p:sp>
          <p:nvSpPr>
            <p:cNvPr id="60" name="four:scalar-input:grid-cell:60">
              <a:extLst>
                <a:ext uri="{FF2B5EF4-FFF2-40B4-BE49-F238E27FC236}">
                  <ns2:creationId id="{E93BD86D-C6FA-4427-A101-1FC11F4967B7}"/>
                </a:ext>
              </a:extLst>
            </p:cNvPr>
            <p:cNvSpPr>
              <a:spLocks noGrp="1"/>
            </p:cNvSpPr>
            <p:nvPr/>
          </p:nvSpPr>
          <p:spPr>
            <a:xfrm>
              <a:off x="781050" y="2105025"/>
              <a:ext cx="104966" cy="104966"/>
            </a:xfrm>
            <a:prstGeom prst="rect">
              <a:avLst/>
            </a:prstGeom>
            <a:solidFill>
              <a:srgbClr val="DCE8ED"/>
            </a:solidFill>
            <a:ln w="0">
              <a:noFill/>
              <a:prstDash val="solid"/>
            </a:ln>
          </p:spPr>
        </p:sp>
        <p:sp>
          <p:nvSpPr>
            <p:cNvPr id="61" name="four:scalar-input:grid-cell:61">
              <a:extLst>
                <a:ext uri="{FF2B5EF4-FFF2-40B4-BE49-F238E27FC236}">
                  <ns2:creationId id="{A269F243-D8B1-4CBC-A523-1E7DC5180085}"/>
                </a:ext>
              </a:extLst>
            </p:cNvPr>
            <p:cNvSpPr>
              <a:spLocks noGrp="1"/>
            </p:cNvSpPr>
            <p:nvPr/>
          </p:nvSpPr>
          <p:spPr>
            <a:xfrm>
              <a:off x="885825" y="2105025"/>
              <a:ext cx="104966" cy="104966"/>
            </a:xfrm>
            <a:prstGeom prst="rect">
              <a:avLst/>
            </a:prstGeom>
            <a:solidFill>
              <a:srgbClr val="DCE8ED"/>
            </a:solidFill>
            <a:ln w="0">
              <a:noFill/>
              <a:prstDash val="solid"/>
            </a:ln>
          </p:spPr>
        </p:sp>
        <p:sp>
          <p:nvSpPr>
            <p:cNvPr id="62" name="four:scalar-input:grid-cell:62">
              <a:extLst>
                <a:ext uri="{FF2B5EF4-FFF2-40B4-BE49-F238E27FC236}">
                  <ns2:creationId id="{D3BEE0C1-B815-4921-B881-D25A7F6D2AD4}"/>
                </a:ext>
              </a:extLst>
            </p:cNvPr>
            <p:cNvSpPr>
              <a:spLocks noGrp="1"/>
            </p:cNvSpPr>
            <p:nvPr/>
          </p:nvSpPr>
          <p:spPr>
            <a:xfrm>
              <a:off x="990600" y="2105025"/>
              <a:ext cx="104966" cy="104966"/>
            </a:xfrm>
            <a:prstGeom prst="rect">
              <a:avLst/>
            </a:prstGeom>
            <a:solidFill>
              <a:srgbClr val="DCE8ED"/>
            </a:solidFill>
            <a:ln w="0">
              <a:noFill/>
              <a:prstDash val="solid"/>
            </a:ln>
          </p:spPr>
        </p:sp>
        <p:sp>
          <p:nvSpPr>
            <p:cNvPr id="63" name="four:scalar-input:grid-cell:63">
              <a:extLst>
                <a:ext uri="{FF2B5EF4-FFF2-40B4-BE49-F238E27FC236}">
                  <ns2:creationId id="{51547EA2-7653-4961-A579-BBE8DFFBED1A}"/>
                </a:ext>
              </a:extLst>
            </p:cNvPr>
            <p:cNvSpPr>
              <a:spLocks noGrp="1"/>
            </p:cNvSpPr>
            <p:nvPr/>
          </p:nvSpPr>
          <p:spPr>
            <a:xfrm>
              <a:off x="1095375" y="2105025"/>
              <a:ext cx="104966" cy="104966"/>
            </a:xfrm>
            <a:prstGeom prst="rect">
              <a:avLst/>
            </a:prstGeom>
            <a:solidFill>
              <a:srgbClr val="DCE8ED"/>
            </a:solidFill>
            <a:ln w="0">
              <a:noFill/>
              <a:prstDash val="solid"/>
            </a:ln>
          </p:spPr>
        </p:sp>
        <p:sp>
          <p:nvSpPr>
            <p:cNvPr id="64" name="four:scalar-input:grid-cell:64">
              <a:extLst>
                <a:ext uri="{FF2B5EF4-FFF2-40B4-BE49-F238E27FC236}">
                  <ns2:creationId id="{3F6CAF27-4D75-4BD4-8EF8-99AD3BCDD91A}"/>
                </a:ext>
              </a:extLst>
            </p:cNvPr>
            <p:cNvSpPr>
              <a:spLocks noGrp="1"/>
            </p:cNvSpPr>
            <p:nvPr/>
          </p:nvSpPr>
          <p:spPr>
            <a:xfrm>
              <a:off x="1200150" y="2105025"/>
              <a:ext cx="104966" cy="104966"/>
            </a:xfrm>
            <a:prstGeom prst="rect">
              <a:avLst/>
            </a:prstGeom>
            <a:solidFill>
              <a:srgbClr val="D4B4CC"/>
            </a:solidFill>
            <a:ln w="0">
              <a:noFill/>
              <a:prstDash val="solid"/>
            </a:ln>
          </p:spPr>
        </p:sp>
        <p:sp>
          <p:nvSpPr>
            <p:cNvPr id="65" name="four:scalar-input:grid-cell:65">
              <a:extLst>
                <a:ext uri="{FF2B5EF4-FFF2-40B4-BE49-F238E27FC236}">
                  <ns2:creationId id="{3E32C0CC-768A-4DA0-9B69-6DCA21C7F0A3}"/>
                </a:ext>
              </a:extLst>
            </p:cNvPr>
            <p:cNvSpPr>
              <a:spLocks noGrp="1"/>
            </p:cNvSpPr>
            <p:nvPr/>
          </p:nvSpPr>
          <p:spPr>
            <a:xfrm>
              <a:off x="1304925" y="2105025"/>
              <a:ext cx="104966" cy="104966"/>
            </a:xfrm>
            <a:prstGeom prst="rect">
              <a:avLst/>
            </a:prstGeom>
            <a:solidFill>
              <a:srgbClr val="D4B4CC"/>
            </a:solidFill>
            <a:ln w="0">
              <a:noFill/>
              <a:prstDash val="solid"/>
            </a:ln>
          </p:spPr>
        </p:sp>
        <p:sp>
          <p:nvSpPr>
            <p:cNvPr id="66" name="four:scalar-input:grid-cell:66">
              <a:extLst>
                <a:ext uri="{FF2B5EF4-FFF2-40B4-BE49-F238E27FC236}">
                  <ns2:creationId id="{A70AF580-F936-4600-89B8-9DB3D3880F8D}"/>
                </a:ext>
              </a:extLst>
            </p:cNvPr>
            <p:cNvSpPr>
              <a:spLocks noGrp="1"/>
            </p:cNvSpPr>
            <p:nvPr/>
          </p:nvSpPr>
          <p:spPr>
            <a:xfrm>
              <a:off x="1409700" y="2105025"/>
              <a:ext cx="104966" cy="104966"/>
            </a:xfrm>
            <a:prstGeom prst="rect">
              <a:avLst/>
            </a:prstGeom>
            <a:solidFill>
              <a:srgbClr val="D4B4CC"/>
            </a:solidFill>
            <a:ln w="0">
              <a:noFill/>
              <a:prstDash val="solid"/>
            </a:ln>
          </p:spPr>
        </p:sp>
        <p:sp>
          <p:nvSpPr>
            <p:cNvPr id="67" name="four:scalar-input:grid-cell:67">
              <a:extLst>
                <a:ext uri="{FF2B5EF4-FFF2-40B4-BE49-F238E27FC236}">
                  <ns2:creationId id="{8C8CCAD2-6D83-4C0D-9684-15F41F76F780}"/>
                </a:ext>
              </a:extLst>
            </p:cNvPr>
            <p:cNvSpPr>
              <a:spLocks noGrp="1"/>
            </p:cNvSpPr>
            <p:nvPr/>
          </p:nvSpPr>
          <p:spPr>
            <a:xfrm>
              <a:off x="1514475" y="2105025"/>
              <a:ext cx="104966" cy="104966"/>
            </a:xfrm>
            <a:prstGeom prst="rect">
              <a:avLst/>
            </a:prstGeom>
            <a:solidFill>
              <a:srgbClr val="CC79A7"/>
            </a:solidFill>
            <a:ln w="0">
              <a:noFill/>
              <a:prstDash val="solid"/>
            </a:ln>
          </p:spPr>
        </p:sp>
        <p:sp>
          <p:nvSpPr>
            <p:cNvPr id="68" name="four:scalar-input:grid-cell:68">
              <a:extLst>
                <a:ext uri="{FF2B5EF4-FFF2-40B4-BE49-F238E27FC236}">
                  <ns2:creationId id="{64166246-C79B-4F73-9C48-31AB5DD33CFB}"/>
                </a:ext>
              </a:extLst>
            </p:cNvPr>
            <p:cNvSpPr>
              <a:spLocks noGrp="1"/>
            </p:cNvSpPr>
            <p:nvPr/>
          </p:nvSpPr>
          <p:spPr>
            <a:xfrm>
              <a:off x="1619250" y="2105025"/>
              <a:ext cx="104966" cy="104966"/>
            </a:xfrm>
            <a:prstGeom prst="rect">
              <a:avLst/>
            </a:prstGeom>
            <a:solidFill>
              <a:srgbClr val="CC79A7"/>
            </a:solidFill>
            <a:ln w="0">
              <a:noFill/>
              <a:prstDash val="solid"/>
            </a:ln>
          </p:spPr>
        </p:sp>
        <p:sp>
          <p:nvSpPr>
            <p:cNvPr id="69" name="four:scalar-input:grid-cell:69">
              <a:extLst>
                <a:ext uri="{FF2B5EF4-FFF2-40B4-BE49-F238E27FC236}">
                  <ns2:creationId id="{208186FD-431A-4592-809D-7D5433CD50B0}"/>
                </a:ext>
              </a:extLst>
            </p:cNvPr>
            <p:cNvSpPr>
              <a:spLocks noGrp="1"/>
            </p:cNvSpPr>
            <p:nvPr/>
          </p:nvSpPr>
          <p:spPr>
            <a:xfrm>
              <a:off x="1724025" y="2105025"/>
              <a:ext cx="104966" cy="104966"/>
            </a:xfrm>
            <a:prstGeom prst="rect">
              <a:avLst/>
            </a:prstGeom>
            <a:solidFill>
              <a:srgbClr val="CC79A7"/>
            </a:solidFill>
            <a:ln w="0">
              <a:noFill/>
              <a:prstDash val="solid"/>
            </a:ln>
          </p:spPr>
        </p:sp>
        <p:sp>
          <p:nvSpPr>
            <p:cNvPr id="70" name="four:scalar-input:grid-cell:70">
              <a:extLst>
                <a:ext uri="{FF2B5EF4-FFF2-40B4-BE49-F238E27FC236}">
                  <ns2:creationId id="{F42AA64E-5C6D-4B50-A47D-E1AC0E0B7C46}"/>
                </a:ext>
              </a:extLst>
            </p:cNvPr>
            <p:cNvSpPr>
              <a:spLocks noGrp="1"/>
            </p:cNvSpPr>
            <p:nvPr/>
          </p:nvSpPr>
          <p:spPr>
            <a:xfrm>
              <a:off x="1828800" y="2105025"/>
              <a:ext cx="104966" cy="104966"/>
            </a:xfrm>
            <a:prstGeom prst="rect">
              <a:avLst/>
            </a:prstGeom>
            <a:solidFill>
              <a:srgbClr val="CC79A7"/>
            </a:solidFill>
            <a:ln w="0">
              <a:noFill/>
              <a:prstDash val="solid"/>
            </a:ln>
          </p:spPr>
        </p:sp>
        <p:sp>
          <p:nvSpPr>
            <p:cNvPr id="71" name="four:scalar-input:grid-cell:71">
              <a:extLst>
                <a:ext uri="{FF2B5EF4-FFF2-40B4-BE49-F238E27FC236}">
                  <ns2:creationId id="{EC5F60E7-FDEF-4EEF-9366-7A47D7A61910}"/>
                </a:ext>
              </a:extLst>
            </p:cNvPr>
            <p:cNvSpPr>
              <a:spLocks noGrp="1"/>
            </p:cNvSpPr>
            <p:nvPr/>
          </p:nvSpPr>
          <p:spPr>
            <a:xfrm>
              <a:off x="1933575" y="2105025"/>
              <a:ext cx="104966" cy="104966"/>
            </a:xfrm>
            <a:prstGeom prst="rect">
              <a:avLst/>
            </a:prstGeom>
            <a:solidFill>
              <a:srgbClr val="CC79A7"/>
            </a:solidFill>
            <a:ln w="0">
              <a:noFill/>
              <a:prstDash val="solid"/>
            </a:ln>
          </p:spPr>
        </p:sp>
        <p:sp>
          <p:nvSpPr>
            <p:cNvPr id="72" name="four:scalar-input:grid-cell:72">
              <a:extLst>
                <a:ext uri="{FF2B5EF4-FFF2-40B4-BE49-F238E27FC236}">
                  <ns2:creationId id="{F1B9E889-2210-4633-A643-30A0835F5089}"/>
                </a:ext>
              </a:extLst>
            </p:cNvPr>
            <p:cNvSpPr>
              <a:spLocks noGrp="1"/>
            </p:cNvSpPr>
            <p:nvPr/>
          </p:nvSpPr>
          <p:spPr>
            <a:xfrm>
              <a:off x="2038350" y="2105025"/>
              <a:ext cx="104966" cy="104966"/>
            </a:xfrm>
            <a:prstGeom prst="rect">
              <a:avLst/>
            </a:prstGeom>
            <a:solidFill>
              <a:srgbClr val="CC79A7"/>
            </a:solidFill>
            <a:ln w="0">
              <a:noFill/>
              <a:prstDash val="solid"/>
            </a:ln>
          </p:spPr>
        </p:sp>
        <p:sp>
          <p:nvSpPr>
            <p:cNvPr id="73" name="four:scalar-input:grid-cell:73">
              <a:extLst>
                <a:ext uri="{FF2B5EF4-FFF2-40B4-BE49-F238E27FC236}">
                  <ns2:creationId id="{DCC38584-939B-4637-A3D3-5343A0BA7895}"/>
                </a:ext>
              </a:extLst>
            </p:cNvPr>
            <p:cNvSpPr>
              <a:spLocks noGrp="1"/>
            </p:cNvSpPr>
            <p:nvPr/>
          </p:nvSpPr>
          <p:spPr>
            <a:xfrm>
              <a:off x="2143125" y="2105025"/>
              <a:ext cx="104966" cy="104966"/>
            </a:xfrm>
            <a:prstGeom prst="rect">
              <a:avLst/>
            </a:prstGeom>
            <a:solidFill>
              <a:srgbClr val="CC79A7"/>
            </a:solidFill>
            <a:ln w="0">
              <a:noFill/>
              <a:prstDash val="solid"/>
            </a:ln>
          </p:spPr>
        </p:sp>
        <p:sp>
          <p:nvSpPr>
            <p:cNvPr id="74" name="four:scalar-input:grid-cell:74">
              <a:extLst>
                <a:ext uri="{FF2B5EF4-FFF2-40B4-BE49-F238E27FC236}">
                  <ns2:creationId id="{49831C16-48A2-4260-A99B-6DA808C12D58}"/>
                </a:ext>
              </a:extLst>
            </p:cNvPr>
            <p:cNvSpPr>
              <a:spLocks noGrp="1"/>
            </p:cNvSpPr>
            <p:nvPr/>
          </p:nvSpPr>
          <p:spPr>
            <a:xfrm>
              <a:off x="2247900" y="2105025"/>
              <a:ext cx="104966" cy="104966"/>
            </a:xfrm>
            <a:prstGeom prst="rect">
              <a:avLst/>
            </a:prstGeom>
            <a:solidFill>
              <a:srgbClr val="CC79A7"/>
            </a:solidFill>
            <a:ln w="0">
              <a:noFill/>
              <a:prstDash val="solid"/>
            </a:ln>
          </p:spPr>
        </p:sp>
        <p:sp>
          <p:nvSpPr>
            <p:cNvPr id="75" name="four:scalar-input:grid-cell:75">
              <a:extLst>
                <a:ext uri="{FF2B5EF4-FFF2-40B4-BE49-F238E27FC236}">
                  <ns2:creationId id="{A4C2798C-26D7-4695-AA4F-DB2DB4821652}"/>
                </a:ext>
              </a:extLst>
            </p:cNvPr>
            <p:cNvSpPr>
              <a:spLocks noGrp="1"/>
            </p:cNvSpPr>
            <p:nvPr/>
          </p:nvSpPr>
          <p:spPr>
            <a:xfrm>
              <a:off x="2352675" y="2105025"/>
              <a:ext cx="104966" cy="104966"/>
            </a:xfrm>
            <a:prstGeom prst="rect">
              <a:avLst/>
            </a:prstGeom>
            <a:solidFill>
              <a:srgbClr val="CC79A7"/>
            </a:solidFill>
            <a:ln w="0">
              <a:noFill/>
              <a:prstDash val="solid"/>
            </a:ln>
          </p:spPr>
        </p:sp>
        <p:sp>
          <p:nvSpPr>
            <p:cNvPr id="76" name="four:scalar-input:grid-cell:76">
              <a:extLst>
                <a:ext uri="{FF2B5EF4-FFF2-40B4-BE49-F238E27FC236}">
                  <ns2:creationId id="{D7EF8001-98E8-472E-9B3D-07AC71CD5251}"/>
                </a:ext>
              </a:extLst>
            </p:cNvPr>
            <p:cNvSpPr>
              <a:spLocks noGrp="1"/>
            </p:cNvSpPr>
            <p:nvPr/>
          </p:nvSpPr>
          <p:spPr>
            <a:xfrm>
              <a:off x="361950" y="2209800"/>
              <a:ext cx="104966" cy="104966"/>
            </a:xfrm>
            <a:prstGeom prst="rect">
              <a:avLst/>
            </a:prstGeom>
            <a:solidFill>
              <a:srgbClr val="DCE8ED"/>
            </a:solidFill>
            <a:ln w="0">
              <a:noFill/>
              <a:prstDash val="solid"/>
            </a:ln>
          </p:spPr>
        </p:sp>
        <p:sp>
          <p:nvSpPr>
            <p:cNvPr id="77" name="four:scalar-input:grid-cell:77">
              <a:extLst>
                <a:ext uri="{FF2B5EF4-FFF2-40B4-BE49-F238E27FC236}">
                  <ns2:creationId id="{A837D988-5325-46AD-89BD-C4AFB2A3A0A4}"/>
                </a:ext>
              </a:extLst>
            </p:cNvPr>
            <p:cNvSpPr>
              <a:spLocks noGrp="1"/>
            </p:cNvSpPr>
            <p:nvPr/>
          </p:nvSpPr>
          <p:spPr>
            <a:xfrm>
              <a:off x="466725" y="2209800"/>
              <a:ext cx="104966" cy="104966"/>
            </a:xfrm>
            <a:prstGeom prst="rect">
              <a:avLst/>
            </a:prstGeom>
            <a:solidFill>
              <a:srgbClr val="DCE8ED"/>
            </a:solidFill>
            <a:ln w="0">
              <a:noFill/>
              <a:prstDash val="solid"/>
            </a:ln>
          </p:spPr>
        </p:sp>
        <p:sp>
          <p:nvSpPr>
            <p:cNvPr id="78" name="four:scalar-input:grid-cell:78">
              <a:extLst>
                <a:ext uri="{FF2B5EF4-FFF2-40B4-BE49-F238E27FC236}">
                  <ns2:creationId id="{F30B495D-3155-4477-8683-69F3038B8D1C}"/>
                </a:ext>
              </a:extLst>
            </p:cNvPr>
            <p:cNvSpPr>
              <a:spLocks noGrp="1"/>
            </p:cNvSpPr>
            <p:nvPr/>
          </p:nvSpPr>
          <p:spPr>
            <a:xfrm>
              <a:off x="571500" y="2209800"/>
              <a:ext cx="104966" cy="104966"/>
            </a:xfrm>
            <a:prstGeom prst="rect">
              <a:avLst/>
            </a:prstGeom>
            <a:solidFill>
              <a:srgbClr val="DCE8ED"/>
            </a:solidFill>
            <a:ln w="0">
              <a:noFill/>
              <a:prstDash val="solid"/>
            </a:ln>
          </p:spPr>
        </p:sp>
        <p:sp>
          <p:nvSpPr>
            <p:cNvPr id="79" name="four:scalar-input:grid-cell:79">
              <a:extLst>
                <a:ext uri="{FF2B5EF4-FFF2-40B4-BE49-F238E27FC236}">
                  <ns2:creationId id="{9DE88867-45C8-4140-AD57-BED10CE796C8}"/>
                </a:ext>
              </a:extLst>
            </p:cNvPr>
            <p:cNvSpPr>
              <a:spLocks noGrp="1"/>
            </p:cNvSpPr>
            <p:nvPr/>
          </p:nvSpPr>
          <p:spPr>
            <a:xfrm>
              <a:off x="676275" y="2209800"/>
              <a:ext cx="104966" cy="104966"/>
            </a:xfrm>
            <a:prstGeom prst="rect">
              <a:avLst/>
            </a:prstGeom>
            <a:solidFill>
              <a:srgbClr val="D4B4CC"/>
            </a:solidFill>
            <a:ln w="0">
              <a:noFill/>
              <a:prstDash val="solid"/>
            </a:ln>
          </p:spPr>
        </p:sp>
        <p:sp>
          <p:nvSpPr>
            <p:cNvPr id="80" name="four:scalar-input:grid-cell:80">
              <a:extLst>
                <a:ext uri="{FF2B5EF4-FFF2-40B4-BE49-F238E27FC236}">
                  <ns2:creationId id="{373D087F-116B-4479-B5CE-E0A1D809E1E9}"/>
                </a:ext>
              </a:extLst>
            </p:cNvPr>
            <p:cNvSpPr>
              <a:spLocks noGrp="1"/>
            </p:cNvSpPr>
            <p:nvPr/>
          </p:nvSpPr>
          <p:spPr>
            <a:xfrm>
              <a:off x="781050" y="2209800"/>
              <a:ext cx="104966" cy="104966"/>
            </a:xfrm>
            <a:prstGeom prst="rect">
              <a:avLst/>
            </a:prstGeom>
            <a:solidFill>
              <a:srgbClr val="D4B4CC"/>
            </a:solidFill>
            <a:ln w="0">
              <a:noFill/>
              <a:prstDash val="solid"/>
            </a:ln>
          </p:spPr>
        </p:sp>
        <p:sp>
          <p:nvSpPr>
            <p:cNvPr id="81" name="four:scalar-input:grid-cell:81">
              <a:extLst>
                <a:ext uri="{FF2B5EF4-FFF2-40B4-BE49-F238E27FC236}">
                  <ns2:creationId id="{84C034D2-57F9-48AE-BF39-AD175FA929C3}"/>
                </a:ext>
              </a:extLst>
            </p:cNvPr>
            <p:cNvSpPr>
              <a:spLocks noGrp="1"/>
            </p:cNvSpPr>
            <p:nvPr/>
          </p:nvSpPr>
          <p:spPr>
            <a:xfrm>
              <a:off x="885825" y="2209800"/>
              <a:ext cx="104966" cy="104966"/>
            </a:xfrm>
            <a:prstGeom prst="rect">
              <a:avLst/>
            </a:prstGeom>
            <a:solidFill>
              <a:srgbClr val="D4B4CC"/>
            </a:solidFill>
            <a:ln w="0">
              <a:noFill/>
              <a:prstDash val="solid"/>
            </a:ln>
          </p:spPr>
        </p:sp>
        <p:sp>
          <p:nvSpPr>
            <p:cNvPr id="82" name="four:scalar-input:grid-cell:82">
              <a:extLst>
                <a:ext uri="{FF2B5EF4-FFF2-40B4-BE49-F238E27FC236}">
                  <ns2:creationId id="{A97FCA0E-59AB-4B40-8A0B-3B5D95985B0A}"/>
                </a:ext>
              </a:extLst>
            </p:cNvPr>
            <p:cNvSpPr>
              <a:spLocks noGrp="1"/>
            </p:cNvSpPr>
            <p:nvPr/>
          </p:nvSpPr>
          <p:spPr>
            <a:xfrm>
              <a:off x="990600" y="2209800"/>
              <a:ext cx="104966" cy="104966"/>
            </a:xfrm>
            <a:prstGeom prst="rect">
              <a:avLst/>
            </a:prstGeom>
            <a:solidFill>
              <a:srgbClr val="D4B4CC"/>
            </a:solidFill>
            <a:ln w="0">
              <a:noFill/>
              <a:prstDash val="solid"/>
            </a:ln>
          </p:spPr>
        </p:sp>
        <p:sp>
          <p:nvSpPr>
            <p:cNvPr id="83" name="four:scalar-input:grid-cell:83">
              <a:extLst>
                <a:ext uri="{FF2B5EF4-FFF2-40B4-BE49-F238E27FC236}">
                  <ns2:creationId id="{93A550E2-3D5F-4827-938A-91649188F74C}"/>
                </a:ext>
              </a:extLst>
            </p:cNvPr>
            <p:cNvSpPr>
              <a:spLocks noGrp="1"/>
            </p:cNvSpPr>
            <p:nvPr/>
          </p:nvSpPr>
          <p:spPr>
            <a:xfrm>
              <a:off x="1095375" y="2209800"/>
              <a:ext cx="104966" cy="104966"/>
            </a:xfrm>
            <a:prstGeom prst="rect">
              <a:avLst/>
            </a:prstGeom>
            <a:solidFill>
              <a:srgbClr val="D4B4CC"/>
            </a:solidFill>
            <a:ln w="0">
              <a:noFill/>
              <a:prstDash val="solid"/>
            </a:ln>
          </p:spPr>
        </p:sp>
        <p:sp>
          <p:nvSpPr>
            <p:cNvPr id="84" name="four:scalar-input:grid-cell:84">
              <a:extLst>
                <a:ext uri="{FF2B5EF4-FFF2-40B4-BE49-F238E27FC236}">
                  <ns2:creationId id="{0C406423-CB08-4897-A899-5B5F50F1B53E}"/>
                </a:ext>
              </a:extLst>
            </p:cNvPr>
            <p:cNvSpPr>
              <a:spLocks noGrp="1"/>
            </p:cNvSpPr>
            <p:nvPr/>
          </p:nvSpPr>
          <p:spPr>
            <a:xfrm>
              <a:off x="1200150" y="2209800"/>
              <a:ext cx="104966" cy="104966"/>
            </a:xfrm>
            <a:prstGeom prst="rect">
              <a:avLst/>
            </a:prstGeom>
            <a:solidFill>
              <a:srgbClr val="D4B4CC"/>
            </a:solidFill>
            <a:ln w="0">
              <a:noFill/>
              <a:prstDash val="solid"/>
            </a:ln>
          </p:spPr>
        </p:sp>
        <p:sp>
          <p:nvSpPr>
            <p:cNvPr id="85" name="four:scalar-input:grid-cell:85">
              <a:extLst>
                <a:ext uri="{FF2B5EF4-FFF2-40B4-BE49-F238E27FC236}">
                  <ns2:creationId id="{A50188E0-08C8-4BF1-9BEA-67613B23130B}"/>
                </a:ext>
              </a:extLst>
            </p:cNvPr>
            <p:cNvSpPr>
              <a:spLocks noGrp="1"/>
            </p:cNvSpPr>
            <p:nvPr/>
          </p:nvSpPr>
          <p:spPr>
            <a:xfrm>
              <a:off x="1304925" y="2209800"/>
              <a:ext cx="104966" cy="104966"/>
            </a:xfrm>
            <a:prstGeom prst="rect">
              <a:avLst/>
            </a:prstGeom>
            <a:solidFill>
              <a:srgbClr val="D4B4CC"/>
            </a:solidFill>
            <a:ln w="0">
              <a:noFill/>
              <a:prstDash val="solid"/>
            </a:ln>
          </p:spPr>
        </p:sp>
        <p:sp>
          <p:nvSpPr>
            <p:cNvPr id="86" name="four:scalar-input:grid-cell:86">
              <a:extLst>
                <a:ext uri="{FF2B5EF4-FFF2-40B4-BE49-F238E27FC236}">
                  <ns2:creationId id="{5F65C375-A044-4D20-8DC4-586236905523}"/>
                </a:ext>
              </a:extLst>
            </p:cNvPr>
            <p:cNvSpPr>
              <a:spLocks noGrp="1"/>
            </p:cNvSpPr>
            <p:nvPr/>
          </p:nvSpPr>
          <p:spPr>
            <a:xfrm>
              <a:off x="1409700" y="2209800"/>
              <a:ext cx="104966" cy="104966"/>
            </a:xfrm>
            <a:prstGeom prst="rect">
              <a:avLst/>
            </a:prstGeom>
            <a:solidFill>
              <a:srgbClr val="CC79A7"/>
            </a:solidFill>
            <a:ln w="0">
              <a:noFill/>
              <a:prstDash val="solid"/>
            </a:ln>
          </p:spPr>
        </p:sp>
        <p:sp>
          <p:nvSpPr>
            <p:cNvPr id="87" name="four:scalar-input:grid-cell:87">
              <a:extLst>
                <a:ext uri="{FF2B5EF4-FFF2-40B4-BE49-F238E27FC236}">
                  <ns2:creationId id="{8F70C817-AEDF-4944-9135-2BF5CB220661}"/>
                </a:ext>
              </a:extLst>
            </p:cNvPr>
            <p:cNvSpPr>
              <a:spLocks noGrp="1"/>
            </p:cNvSpPr>
            <p:nvPr/>
          </p:nvSpPr>
          <p:spPr>
            <a:xfrm>
              <a:off x="1514475" y="2209800"/>
              <a:ext cx="104966" cy="104966"/>
            </a:xfrm>
            <a:prstGeom prst="rect">
              <a:avLst/>
            </a:prstGeom>
            <a:solidFill>
              <a:srgbClr val="CC79A7"/>
            </a:solidFill>
            <a:ln w="0">
              <a:noFill/>
              <a:prstDash val="solid"/>
            </a:ln>
          </p:spPr>
        </p:sp>
        <p:sp>
          <p:nvSpPr>
            <p:cNvPr id="88" name="four:scalar-input:grid-cell:88">
              <a:extLst>
                <a:ext uri="{FF2B5EF4-FFF2-40B4-BE49-F238E27FC236}">
                  <ns2:creationId id="{D0388449-BDCC-4559-AEF5-C250D39A2343}"/>
                </a:ext>
              </a:extLst>
            </p:cNvPr>
            <p:cNvSpPr>
              <a:spLocks noGrp="1"/>
            </p:cNvSpPr>
            <p:nvPr/>
          </p:nvSpPr>
          <p:spPr>
            <a:xfrm>
              <a:off x="1619250" y="2209800"/>
              <a:ext cx="104966" cy="104966"/>
            </a:xfrm>
            <a:prstGeom prst="rect">
              <a:avLst/>
            </a:prstGeom>
            <a:solidFill>
              <a:srgbClr val="CC79A7"/>
            </a:solidFill>
            <a:ln w="0">
              <a:noFill/>
              <a:prstDash val="solid"/>
            </a:ln>
          </p:spPr>
        </p:sp>
        <p:sp>
          <p:nvSpPr>
            <p:cNvPr id="89" name="four:scalar-input:grid-cell:89">
              <a:extLst>
                <a:ext uri="{FF2B5EF4-FFF2-40B4-BE49-F238E27FC236}">
                  <ns2:creationId id="{2807703C-DFDA-40D6-840D-C50E5A8AEAA6}"/>
                </a:ext>
              </a:extLst>
            </p:cNvPr>
            <p:cNvSpPr>
              <a:spLocks noGrp="1"/>
            </p:cNvSpPr>
            <p:nvPr/>
          </p:nvSpPr>
          <p:spPr>
            <a:xfrm>
              <a:off x="1724025" y="2209800"/>
              <a:ext cx="104966" cy="104966"/>
            </a:xfrm>
            <a:prstGeom prst="rect">
              <a:avLst/>
            </a:prstGeom>
            <a:solidFill>
              <a:srgbClr val="CC79A7"/>
            </a:solidFill>
            <a:ln w="0">
              <a:noFill/>
              <a:prstDash val="solid"/>
            </a:ln>
          </p:spPr>
        </p:sp>
        <p:sp>
          <p:nvSpPr>
            <p:cNvPr id="90" name="four:scalar-input:grid-cell:90">
              <a:extLst>
                <a:ext uri="{FF2B5EF4-FFF2-40B4-BE49-F238E27FC236}">
                  <ns2:creationId id="{40574541-CD43-46FC-96B7-BAC869042ACC}"/>
                </a:ext>
              </a:extLst>
            </p:cNvPr>
            <p:cNvSpPr>
              <a:spLocks noGrp="1"/>
            </p:cNvSpPr>
            <p:nvPr/>
          </p:nvSpPr>
          <p:spPr>
            <a:xfrm>
              <a:off x="1828800" y="2209800"/>
              <a:ext cx="104966" cy="104966"/>
            </a:xfrm>
            <a:prstGeom prst="rect">
              <a:avLst/>
            </a:prstGeom>
            <a:solidFill>
              <a:srgbClr val="CC79A7"/>
            </a:solidFill>
            <a:ln w="0">
              <a:noFill/>
              <a:prstDash val="solid"/>
            </a:ln>
          </p:spPr>
        </p:sp>
        <p:sp>
          <p:nvSpPr>
            <p:cNvPr id="91" name="four:scalar-input:grid-cell:91">
              <a:extLst>
                <a:ext uri="{FF2B5EF4-FFF2-40B4-BE49-F238E27FC236}">
                  <ns2:creationId id="{8E94FF7B-8CF0-4F7E-9BB5-97FF4C010DD3}"/>
                </a:ext>
              </a:extLst>
            </p:cNvPr>
            <p:cNvSpPr>
              <a:spLocks noGrp="1"/>
            </p:cNvSpPr>
            <p:nvPr/>
          </p:nvSpPr>
          <p:spPr>
            <a:xfrm>
              <a:off x="1933575" y="2209800"/>
              <a:ext cx="104966" cy="104966"/>
            </a:xfrm>
            <a:prstGeom prst="rect">
              <a:avLst/>
            </a:prstGeom>
            <a:solidFill>
              <a:srgbClr val="CC79A7"/>
            </a:solidFill>
            <a:ln w="0">
              <a:noFill/>
              <a:prstDash val="solid"/>
            </a:ln>
          </p:spPr>
        </p:sp>
        <p:sp>
          <p:nvSpPr>
            <p:cNvPr id="92" name="four:scalar-input:grid-cell:92">
              <a:extLst>
                <a:ext uri="{FF2B5EF4-FFF2-40B4-BE49-F238E27FC236}">
                  <ns2:creationId id="{F765238E-0C63-46F9-8B20-0AD9E5CEFE76}"/>
                </a:ext>
              </a:extLst>
            </p:cNvPr>
            <p:cNvSpPr>
              <a:spLocks noGrp="1"/>
            </p:cNvSpPr>
            <p:nvPr/>
          </p:nvSpPr>
          <p:spPr>
            <a:xfrm>
              <a:off x="2038350" y="2209800"/>
              <a:ext cx="104966" cy="104966"/>
            </a:xfrm>
            <a:prstGeom prst="rect">
              <a:avLst/>
            </a:prstGeom>
            <a:solidFill>
              <a:srgbClr val="CC79A7"/>
            </a:solidFill>
            <a:ln w="0">
              <a:noFill/>
              <a:prstDash val="solid"/>
            </a:ln>
          </p:spPr>
        </p:sp>
        <p:sp>
          <p:nvSpPr>
            <p:cNvPr id="93" name="four:scalar-input:grid-cell:93">
              <a:extLst>
                <a:ext uri="{FF2B5EF4-FFF2-40B4-BE49-F238E27FC236}">
                  <ns2:creationId id="{157B7D03-A1AD-4F03-BDEA-31CC64B4216B}"/>
                </a:ext>
              </a:extLst>
            </p:cNvPr>
            <p:cNvSpPr>
              <a:spLocks noGrp="1"/>
            </p:cNvSpPr>
            <p:nvPr/>
          </p:nvSpPr>
          <p:spPr>
            <a:xfrm>
              <a:off x="2143125" y="2209800"/>
              <a:ext cx="104966" cy="104966"/>
            </a:xfrm>
            <a:prstGeom prst="rect">
              <a:avLst/>
            </a:prstGeom>
            <a:solidFill>
              <a:srgbClr val="CC79A7"/>
            </a:solidFill>
            <a:ln w="0">
              <a:noFill/>
              <a:prstDash val="solid"/>
            </a:ln>
          </p:spPr>
        </p:sp>
        <p:sp>
          <p:nvSpPr>
            <p:cNvPr id="94" name="four:scalar-input:grid-cell:94">
              <a:extLst>
                <a:ext uri="{FF2B5EF4-FFF2-40B4-BE49-F238E27FC236}">
                  <ns2:creationId id="{1A04BBF8-D5C9-4385-AAFD-F3AAE7841D56}"/>
                </a:ext>
              </a:extLst>
            </p:cNvPr>
            <p:cNvSpPr>
              <a:spLocks noGrp="1"/>
            </p:cNvSpPr>
            <p:nvPr/>
          </p:nvSpPr>
          <p:spPr>
            <a:xfrm>
              <a:off x="2247900" y="2209800"/>
              <a:ext cx="104966" cy="104966"/>
            </a:xfrm>
            <a:prstGeom prst="rect">
              <a:avLst/>
            </a:prstGeom>
            <a:solidFill>
              <a:srgbClr val="CC79A7"/>
            </a:solidFill>
            <a:ln w="0">
              <a:noFill/>
              <a:prstDash val="solid"/>
            </a:ln>
          </p:spPr>
        </p:sp>
        <p:sp>
          <p:nvSpPr>
            <p:cNvPr id="95" name="four:scalar-input:grid-cell:95">
              <a:extLst>
                <a:ext uri="{FF2B5EF4-FFF2-40B4-BE49-F238E27FC236}">
                  <ns2:creationId id="{62ECE1F3-DA21-4841-9F8B-3A5DF4C11D2E}"/>
                </a:ext>
              </a:extLst>
            </p:cNvPr>
            <p:cNvSpPr>
              <a:spLocks noGrp="1"/>
            </p:cNvSpPr>
            <p:nvPr/>
          </p:nvSpPr>
          <p:spPr>
            <a:xfrm>
              <a:off x="2352675" y="2209800"/>
              <a:ext cx="104966" cy="104966"/>
            </a:xfrm>
            <a:prstGeom prst="rect">
              <a:avLst/>
            </a:prstGeom>
            <a:solidFill>
              <a:srgbClr val="CC79A7"/>
            </a:solidFill>
            <a:ln w="0">
              <a:noFill/>
              <a:prstDash val="solid"/>
            </a:ln>
          </p:spPr>
        </p:sp>
        <p:sp>
          <p:nvSpPr>
            <p:cNvPr id="96" name="four:scalar-input:grid-cell:96">
              <a:extLst>
                <a:ext uri="{FF2B5EF4-FFF2-40B4-BE49-F238E27FC236}">
                  <ns2:creationId id="{390BE238-CC70-443D-B8C0-C625F7F6771F}"/>
                </a:ext>
              </a:extLst>
            </p:cNvPr>
            <p:cNvSpPr>
              <a:spLocks noGrp="1"/>
            </p:cNvSpPr>
            <p:nvPr/>
          </p:nvSpPr>
          <p:spPr>
            <a:xfrm>
              <a:off x="361950" y="2314575"/>
              <a:ext cx="104966" cy="104966"/>
            </a:xfrm>
            <a:prstGeom prst="rect">
              <a:avLst/>
            </a:prstGeom>
            <a:solidFill>
              <a:srgbClr val="D4B4CC"/>
            </a:solidFill>
            <a:ln w="0">
              <a:noFill/>
              <a:prstDash val="solid"/>
            </a:ln>
          </p:spPr>
        </p:sp>
        <p:sp>
          <p:nvSpPr>
            <p:cNvPr id="97" name="four:scalar-input:grid-cell:97">
              <a:extLst>
                <a:ext uri="{FF2B5EF4-FFF2-40B4-BE49-F238E27FC236}">
                  <ns2:creationId id="{7FB055A8-8688-4AB4-9812-20275DBE9271}"/>
                </a:ext>
              </a:extLst>
            </p:cNvPr>
            <p:cNvSpPr>
              <a:spLocks noGrp="1"/>
            </p:cNvSpPr>
            <p:nvPr/>
          </p:nvSpPr>
          <p:spPr>
            <a:xfrm>
              <a:off x="466725" y="2314575"/>
              <a:ext cx="104966" cy="104966"/>
            </a:xfrm>
            <a:prstGeom prst="rect">
              <a:avLst/>
            </a:prstGeom>
            <a:solidFill>
              <a:srgbClr val="D4B4CC"/>
            </a:solidFill>
            <a:ln w="0">
              <a:noFill/>
              <a:prstDash val="solid"/>
            </a:ln>
          </p:spPr>
        </p:sp>
        <p:sp>
          <p:nvSpPr>
            <p:cNvPr id="98" name="four:scalar-input:grid-cell:98">
              <a:extLst>
                <a:ext uri="{FF2B5EF4-FFF2-40B4-BE49-F238E27FC236}">
                  <ns2:creationId id="{54C073E4-E43D-4BD2-A98A-FBFE4E7DD10A}"/>
                </a:ext>
              </a:extLst>
            </p:cNvPr>
            <p:cNvSpPr>
              <a:spLocks noGrp="1"/>
            </p:cNvSpPr>
            <p:nvPr/>
          </p:nvSpPr>
          <p:spPr>
            <a:xfrm>
              <a:off x="571500" y="2314575"/>
              <a:ext cx="104966" cy="104966"/>
            </a:xfrm>
            <a:prstGeom prst="rect">
              <a:avLst/>
            </a:prstGeom>
            <a:solidFill>
              <a:srgbClr val="D4B4CC"/>
            </a:solidFill>
            <a:ln w="0">
              <a:noFill/>
              <a:prstDash val="solid"/>
            </a:ln>
          </p:spPr>
        </p:sp>
        <p:sp>
          <p:nvSpPr>
            <p:cNvPr id="99" name="four:scalar-input:grid-cell:99">
              <a:extLst>
                <a:ext uri="{FF2B5EF4-FFF2-40B4-BE49-F238E27FC236}">
                  <ns2:creationId id="{76CE0305-CC60-4A2A-A310-3D45F8084C27}"/>
                </a:ext>
              </a:extLst>
            </p:cNvPr>
            <p:cNvSpPr>
              <a:spLocks noGrp="1"/>
            </p:cNvSpPr>
            <p:nvPr/>
          </p:nvSpPr>
          <p:spPr>
            <a:xfrm>
              <a:off x="676275" y="2314575"/>
              <a:ext cx="104966" cy="104966"/>
            </a:xfrm>
            <a:prstGeom prst="rect">
              <a:avLst/>
            </a:prstGeom>
            <a:solidFill>
              <a:srgbClr val="D4B4CC"/>
            </a:solidFill>
            <a:ln w="0">
              <a:noFill/>
              <a:prstDash val="solid"/>
            </a:ln>
          </p:spPr>
        </p:sp>
        <p:sp>
          <p:nvSpPr>
            <p:cNvPr id="100" name="four:scalar-input:grid-cell:100">
              <a:extLst>
                <a:ext uri="{FF2B5EF4-FFF2-40B4-BE49-F238E27FC236}">
                  <ns2:creationId id="{40E36A69-98B5-4D8C-956D-FACE53DA7FDD}"/>
                </a:ext>
              </a:extLst>
            </p:cNvPr>
            <p:cNvSpPr>
              <a:spLocks noGrp="1"/>
            </p:cNvSpPr>
            <p:nvPr/>
          </p:nvSpPr>
          <p:spPr>
            <a:xfrm>
              <a:off x="781050" y="2314575"/>
              <a:ext cx="104966" cy="104966"/>
            </a:xfrm>
            <a:prstGeom prst="rect">
              <a:avLst/>
            </a:prstGeom>
            <a:solidFill>
              <a:srgbClr val="D4B4CC"/>
            </a:solidFill>
            <a:ln w="0">
              <a:noFill/>
              <a:prstDash val="solid"/>
            </a:ln>
          </p:spPr>
        </p:sp>
        <p:sp>
          <p:nvSpPr>
            <p:cNvPr id="101" name="four:scalar-input:grid-cell:101">
              <a:extLst>
                <a:ext uri="{FF2B5EF4-FFF2-40B4-BE49-F238E27FC236}">
                  <ns2:creationId id="{EF355DE3-94DB-4483-9464-45BAAA0372DB}"/>
                </a:ext>
              </a:extLst>
            </p:cNvPr>
            <p:cNvSpPr>
              <a:spLocks noGrp="1"/>
            </p:cNvSpPr>
            <p:nvPr/>
          </p:nvSpPr>
          <p:spPr>
            <a:xfrm>
              <a:off x="885825" y="2314575"/>
              <a:ext cx="104966" cy="104966"/>
            </a:xfrm>
            <a:prstGeom prst="rect">
              <a:avLst/>
            </a:prstGeom>
            <a:solidFill>
              <a:srgbClr val="D4B4CC"/>
            </a:solidFill>
            <a:ln w="0">
              <a:noFill/>
              <a:prstDash val="solid"/>
            </a:ln>
          </p:spPr>
        </p:sp>
        <p:sp>
          <p:nvSpPr>
            <p:cNvPr id="102" name="four:scalar-input:grid-cell:102">
              <a:extLst>
                <a:ext uri="{FF2B5EF4-FFF2-40B4-BE49-F238E27FC236}">
                  <ns2:creationId id="{89BEB788-13C8-487B-A107-3FC937356E23}"/>
                </a:ext>
              </a:extLst>
            </p:cNvPr>
            <p:cNvSpPr>
              <a:spLocks noGrp="1"/>
            </p:cNvSpPr>
            <p:nvPr/>
          </p:nvSpPr>
          <p:spPr>
            <a:xfrm>
              <a:off x="990600" y="2314575"/>
              <a:ext cx="104966" cy="104966"/>
            </a:xfrm>
            <a:prstGeom prst="rect">
              <a:avLst/>
            </a:prstGeom>
            <a:solidFill>
              <a:srgbClr val="D4B4CC"/>
            </a:solidFill>
            <a:ln w="0">
              <a:noFill/>
              <a:prstDash val="solid"/>
            </a:ln>
          </p:spPr>
        </p:sp>
        <p:sp>
          <p:nvSpPr>
            <p:cNvPr id="103" name="four:scalar-input:grid-cell:103">
              <a:extLst>
                <a:ext uri="{FF2B5EF4-FFF2-40B4-BE49-F238E27FC236}">
                  <ns2:creationId id="{CE3CFC4A-05FE-45BB-B412-2A619DF608AF}"/>
                </a:ext>
              </a:extLst>
            </p:cNvPr>
            <p:cNvSpPr>
              <a:spLocks noGrp="1"/>
            </p:cNvSpPr>
            <p:nvPr/>
          </p:nvSpPr>
          <p:spPr>
            <a:xfrm>
              <a:off x="1095375" y="2314575"/>
              <a:ext cx="104966" cy="104966"/>
            </a:xfrm>
            <a:prstGeom prst="rect">
              <a:avLst/>
            </a:prstGeom>
            <a:solidFill>
              <a:srgbClr val="D4B4CC"/>
            </a:solidFill>
            <a:ln w="0">
              <a:noFill/>
              <a:prstDash val="solid"/>
            </a:ln>
          </p:spPr>
        </p:sp>
        <p:sp>
          <p:nvSpPr>
            <p:cNvPr id="104" name="four:scalar-input:grid-cell:104">
              <a:extLst>
                <a:ext uri="{FF2B5EF4-FFF2-40B4-BE49-F238E27FC236}">
                  <ns2:creationId id="{3A4FE884-5C81-462D-B8DB-39F16842E0BF}"/>
                </a:ext>
              </a:extLst>
            </p:cNvPr>
            <p:cNvSpPr>
              <a:spLocks noGrp="1"/>
            </p:cNvSpPr>
            <p:nvPr/>
          </p:nvSpPr>
          <p:spPr>
            <a:xfrm>
              <a:off x="1200150" y="2314575"/>
              <a:ext cx="104966" cy="104966"/>
            </a:xfrm>
            <a:prstGeom prst="rect">
              <a:avLst/>
            </a:prstGeom>
            <a:solidFill>
              <a:srgbClr val="D4B4CC"/>
            </a:solidFill>
            <a:ln w="0">
              <a:noFill/>
              <a:prstDash val="solid"/>
            </a:ln>
          </p:spPr>
        </p:sp>
        <p:sp>
          <p:nvSpPr>
            <p:cNvPr id="105" name="four:scalar-input:grid-cell:105">
              <a:extLst>
                <a:ext uri="{FF2B5EF4-FFF2-40B4-BE49-F238E27FC236}">
                  <ns2:creationId id="{17B5107B-A6E8-43E3-A76C-BC5BF050FB12}"/>
                </a:ext>
              </a:extLst>
            </p:cNvPr>
            <p:cNvSpPr>
              <a:spLocks noGrp="1"/>
            </p:cNvSpPr>
            <p:nvPr/>
          </p:nvSpPr>
          <p:spPr>
            <a:xfrm>
              <a:off x="1304925" y="2314575"/>
              <a:ext cx="104966" cy="104966"/>
            </a:xfrm>
            <a:prstGeom prst="rect">
              <a:avLst/>
            </a:prstGeom>
            <a:solidFill>
              <a:srgbClr val="CC79A7"/>
            </a:solidFill>
            <a:ln w="0">
              <a:noFill/>
              <a:prstDash val="solid"/>
            </a:ln>
          </p:spPr>
        </p:sp>
        <p:sp>
          <p:nvSpPr>
            <p:cNvPr id="106" name="four:scalar-input:grid-cell:106">
              <a:extLst>
                <a:ext uri="{FF2B5EF4-FFF2-40B4-BE49-F238E27FC236}">
                  <ns2:creationId id="{A9DAF25A-F1A2-4309-A949-E8B669DD9173}"/>
                </a:ext>
              </a:extLst>
            </p:cNvPr>
            <p:cNvSpPr>
              <a:spLocks noGrp="1"/>
            </p:cNvSpPr>
            <p:nvPr/>
          </p:nvSpPr>
          <p:spPr>
            <a:xfrm>
              <a:off x="1409700" y="2314575"/>
              <a:ext cx="104966" cy="104966"/>
            </a:xfrm>
            <a:prstGeom prst="rect">
              <a:avLst/>
            </a:prstGeom>
            <a:solidFill>
              <a:srgbClr val="CC79A7"/>
            </a:solidFill>
            <a:ln w="0">
              <a:noFill/>
              <a:prstDash val="solid"/>
            </a:ln>
          </p:spPr>
        </p:sp>
        <p:sp>
          <p:nvSpPr>
            <p:cNvPr id="107" name="four:scalar-input:grid-cell:107">
              <a:extLst>
                <a:ext uri="{FF2B5EF4-FFF2-40B4-BE49-F238E27FC236}">
                  <ns2:creationId id="{82D07F67-83D8-4234-ACA9-3655DA97E1F2}"/>
                </a:ext>
              </a:extLst>
            </p:cNvPr>
            <p:cNvSpPr>
              <a:spLocks noGrp="1"/>
            </p:cNvSpPr>
            <p:nvPr/>
          </p:nvSpPr>
          <p:spPr>
            <a:xfrm>
              <a:off x="1514475" y="2314575"/>
              <a:ext cx="104966" cy="104966"/>
            </a:xfrm>
            <a:prstGeom prst="rect">
              <a:avLst/>
            </a:prstGeom>
            <a:solidFill>
              <a:srgbClr val="CC79A7"/>
            </a:solidFill>
            <a:ln w="0">
              <a:noFill/>
              <a:prstDash val="solid"/>
            </a:ln>
          </p:spPr>
        </p:sp>
        <p:sp>
          <p:nvSpPr>
            <p:cNvPr id="108" name="four:scalar-input:grid-cell:108">
              <a:extLst>
                <a:ext uri="{FF2B5EF4-FFF2-40B4-BE49-F238E27FC236}">
                  <ns2:creationId id="{E1B29D21-A5D3-43AD-9AFB-14996B6E8620}"/>
                </a:ext>
              </a:extLst>
            </p:cNvPr>
            <p:cNvSpPr>
              <a:spLocks noGrp="1"/>
            </p:cNvSpPr>
            <p:nvPr/>
          </p:nvSpPr>
          <p:spPr>
            <a:xfrm>
              <a:off x="1619250" y="2314575"/>
              <a:ext cx="104966" cy="104966"/>
            </a:xfrm>
            <a:prstGeom prst="rect">
              <a:avLst/>
            </a:prstGeom>
            <a:solidFill>
              <a:srgbClr val="CC79A7"/>
            </a:solidFill>
            <a:ln w="0">
              <a:noFill/>
              <a:prstDash val="solid"/>
            </a:ln>
          </p:spPr>
        </p:sp>
        <p:sp>
          <p:nvSpPr>
            <p:cNvPr id="109" name="four:scalar-input:grid-cell:109">
              <a:extLst>
                <a:ext uri="{FF2B5EF4-FFF2-40B4-BE49-F238E27FC236}">
                  <ns2:creationId id="{399CC447-AF42-4253-9ACA-8C6E5BC97D74}"/>
                </a:ext>
              </a:extLst>
            </p:cNvPr>
            <p:cNvSpPr>
              <a:spLocks noGrp="1"/>
            </p:cNvSpPr>
            <p:nvPr/>
          </p:nvSpPr>
          <p:spPr>
            <a:xfrm>
              <a:off x="1724025" y="2314575"/>
              <a:ext cx="104966" cy="104966"/>
            </a:xfrm>
            <a:prstGeom prst="rect">
              <a:avLst/>
            </a:prstGeom>
            <a:solidFill>
              <a:srgbClr val="CC79A7"/>
            </a:solidFill>
            <a:ln w="0">
              <a:noFill/>
              <a:prstDash val="solid"/>
            </a:ln>
          </p:spPr>
        </p:sp>
        <p:sp>
          <p:nvSpPr>
            <p:cNvPr id="110" name="four:scalar-input:grid-cell:110">
              <a:extLst>
                <a:ext uri="{FF2B5EF4-FFF2-40B4-BE49-F238E27FC236}">
                  <ns2:creationId id="{D2AACD00-4EA2-4293-AA19-CE4A42E70A32}"/>
                </a:ext>
              </a:extLst>
            </p:cNvPr>
            <p:cNvSpPr>
              <a:spLocks noGrp="1"/>
            </p:cNvSpPr>
            <p:nvPr/>
          </p:nvSpPr>
          <p:spPr>
            <a:xfrm>
              <a:off x="1828800" y="2314575"/>
              <a:ext cx="104966" cy="104966"/>
            </a:xfrm>
            <a:prstGeom prst="rect">
              <a:avLst/>
            </a:prstGeom>
            <a:solidFill>
              <a:srgbClr val="CC79A7"/>
            </a:solidFill>
            <a:ln w="0">
              <a:noFill/>
              <a:prstDash val="solid"/>
            </a:ln>
          </p:spPr>
        </p:sp>
        <p:sp>
          <p:nvSpPr>
            <p:cNvPr id="111" name="four:scalar-input:grid-cell:111">
              <a:extLst>
                <a:ext uri="{FF2B5EF4-FFF2-40B4-BE49-F238E27FC236}">
                  <ns2:creationId id="{F9AB3C4A-49FD-4664-B957-6330B2A2C8BB}"/>
                </a:ext>
              </a:extLst>
            </p:cNvPr>
            <p:cNvSpPr>
              <a:spLocks noGrp="1"/>
            </p:cNvSpPr>
            <p:nvPr/>
          </p:nvSpPr>
          <p:spPr>
            <a:xfrm>
              <a:off x="1933575" y="2314575"/>
              <a:ext cx="104966" cy="104966"/>
            </a:xfrm>
            <a:prstGeom prst="rect">
              <a:avLst/>
            </a:prstGeom>
            <a:solidFill>
              <a:srgbClr val="CC79A7"/>
            </a:solidFill>
            <a:ln w="0">
              <a:noFill/>
              <a:prstDash val="solid"/>
            </a:ln>
          </p:spPr>
        </p:sp>
        <p:sp>
          <p:nvSpPr>
            <p:cNvPr id="112" name="four:scalar-input:grid-cell:112">
              <a:extLst>
                <a:ext uri="{FF2B5EF4-FFF2-40B4-BE49-F238E27FC236}">
                  <ns2:creationId id="{2A97C49E-E1AE-435D-9EC6-550E02AE7F3E}"/>
                </a:ext>
              </a:extLst>
            </p:cNvPr>
            <p:cNvSpPr>
              <a:spLocks noGrp="1"/>
            </p:cNvSpPr>
            <p:nvPr/>
          </p:nvSpPr>
          <p:spPr>
            <a:xfrm>
              <a:off x="2038350" y="2314575"/>
              <a:ext cx="104966" cy="104966"/>
            </a:xfrm>
            <a:prstGeom prst="rect">
              <a:avLst/>
            </a:prstGeom>
            <a:solidFill>
              <a:srgbClr val="CC79A7"/>
            </a:solidFill>
            <a:ln w="0">
              <a:noFill/>
              <a:prstDash val="solid"/>
            </a:ln>
          </p:spPr>
        </p:sp>
        <p:sp>
          <p:nvSpPr>
            <p:cNvPr id="113" name="four:scalar-input:grid-cell:113">
              <a:extLst>
                <a:ext uri="{FF2B5EF4-FFF2-40B4-BE49-F238E27FC236}">
                  <ns2:creationId id="{57650AC7-487E-46C3-A1A8-F6E57A6D297D}"/>
                </a:ext>
              </a:extLst>
            </p:cNvPr>
            <p:cNvSpPr>
              <a:spLocks noGrp="1"/>
            </p:cNvSpPr>
            <p:nvPr/>
          </p:nvSpPr>
          <p:spPr>
            <a:xfrm>
              <a:off x="2143125" y="2314575"/>
              <a:ext cx="104966" cy="104966"/>
            </a:xfrm>
            <a:prstGeom prst="rect">
              <a:avLst/>
            </a:prstGeom>
            <a:solidFill>
              <a:srgbClr val="CC79A7"/>
            </a:solidFill>
            <a:ln w="0">
              <a:noFill/>
              <a:prstDash val="solid"/>
            </a:ln>
          </p:spPr>
        </p:sp>
        <p:sp>
          <p:nvSpPr>
            <p:cNvPr id="114" name="four:scalar-input:grid-cell:114">
              <a:extLst>
                <a:ext uri="{FF2B5EF4-FFF2-40B4-BE49-F238E27FC236}">
                  <ns2:creationId id="{E36FC381-2F8D-4140-8B6A-57B3BE502646}"/>
                </a:ext>
              </a:extLst>
            </p:cNvPr>
            <p:cNvSpPr>
              <a:spLocks noGrp="1"/>
            </p:cNvSpPr>
            <p:nvPr/>
          </p:nvSpPr>
          <p:spPr>
            <a:xfrm>
              <a:off x="2247900" y="2314575"/>
              <a:ext cx="104966" cy="104966"/>
            </a:xfrm>
            <a:prstGeom prst="rect">
              <a:avLst/>
            </a:prstGeom>
            <a:solidFill>
              <a:srgbClr val="CC79A7"/>
            </a:solidFill>
            <a:ln w="0">
              <a:noFill/>
              <a:prstDash val="solid"/>
            </a:ln>
          </p:spPr>
        </p:sp>
        <p:sp>
          <p:nvSpPr>
            <p:cNvPr id="115" name="four:scalar-input:grid-cell:115">
              <a:extLst>
                <a:ext uri="{FF2B5EF4-FFF2-40B4-BE49-F238E27FC236}">
                  <ns2:creationId id="{254CC205-E035-44B1-A555-58704B0E7545}"/>
                </a:ext>
              </a:extLst>
            </p:cNvPr>
            <p:cNvSpPr>
              <a:spLocks noGrp="1"/>
            </p:cNvSpPr>
            <p:nvPr/>
          </p:nvSpPr>
          <p:spPr>
            <a:xfrm>
              <a:off x="2352675" y="2314575"/>
              <a:ext cx="104966" cy="104966"/>
            </a:xfrm>
            <a:prstGeom prst="rect">
              <a:avLst/>
            </a:prstGeom>
            <a:solidFill>
              <a:srgbClr val="CC79A7"/>
            </a:solidFill>
            <a:ln w="0">
              <a:noFill/>
              <a:prstDash val="solid"/>
            </a:ln>
          </p:spPr>
        </p:sp>
        <p:sp>
          <p:nvSpPr>
            <p:cNvPr id="116" name="four:scalar-input:grid-cell:116">
              <a:extLst>
                <a:ext uri="{FF2B5EF4-FFF2-40B4-BE49-F238E27FC236}">
                  <ns2:creationId id="{EDFC39D2-6E19-46FA-9F41-9FF5FE1B4BC4}"/>
                </a:ext>
              </a:extLst>
            </p:cNvPr>
            <p:cNvSpPr>
              <a:spLocks noGrp="1"/>
            </p:cNvSpPr>
            <p:nvPr/>
          </p:nvSpPr>
          <p:spPr>
            <a:xfrm>
              <a:off x="361950" y="2419350"/>
              <a:ext cx="104966" cy="104966"/>
            </a:xfrm>
            <a:prstGeom prst="rect">
              <a:avLst/>
            </a:prstGeom>
            <a:solidFill>
              <a:srgbClr val="D4B4CC"/>
            </a:solidFill>
            <a:ln w="0">
              <a:noFill/>
              <a:prstDash val="solid"/>
            </a:ln>
          </p:spPr>
        </p:sp>
        <p:sp>
          <p:nvSpPr>
            <p:cNvPr id="117" name="four:scalar-input:grid-cell:117">
              <a:extLst>
                <a:ext uri="{FF2B5EF4-FFF2-40B4-BE49-F238E27FC236}">
                  <ns2:creationId id="{7AA5961E-1EC9-4390-8055-C6906DFCC687}"/>
                </a:ext>
              </a:extLst>
            </p:cNvPr>
            <p:cNvSpPr>
              <a:spLocks noGrp="1"/>
            </p:cNvSpPr>
            <p:nvPr/>
          </p:nvSpPr>
          <p:spPr>
            <a:xfrm>
              <a:off x="466725" y="2419350"/>
              <a:ext cx="104966" cy="104966"/>
            </a:xfrm>
            <a:prstGeom prst="rect">
              <a:avLst/>
            </a:prstGeom>
            <a:solidFill>
              <a:srgbClr val="D4B4CC"/>
            </a:solidFill>
            <a:ln w="0">
              <a:noFill/>
              <a:prstDash val="solid"/>
            </a:ln>
          </p:spPr>
        </p:sp>
        <p:sp>
          <p:nvSpPr>
            <p:cNvPr id="118" name="four:scalar-input:grid-cell:118">
              <a:extLst>
                <a:ext uri="{FF2B5EF4-FFF2-40B4-BE49-F238E27FC236}">
                  <ns2:creationId id="{7130E967-86DB-4FC9-B320-2E35EBDE86DF}"/>
                </a:ext>
              </a:extLst>
            </p:cNvPr>
            <p:cNvSpPr>
              <a:spLocks noGrp="1"/>
            </p:cNvSpPr>
            <p:nvPr/>
          </p:nvSpPr>
          <p:spPr>
            <a:xfrm>
              <a:off x="571500" y="2419350"/>
              <a:ext cx="104966" cy="104966"/>
            </a:xfrm>
            <a:prstGeom prst="rect">
              <a:avLst/>
            </a:prstGeom>
            <a:solidFill>
              <a:srgbClr val="0072B2"/>
            </a:solidFill>
            <a:ln w="0">
              <a:noFill/>
              <a:prstDash val="solid"/>
            </a:ln>
          </p:spPr>
        </p:sp>
        <p:sp>
          <p:nvSpPr>
            <p:cNvPr id="119" name="four:scalar-input:grid-cell:119">
              <a:extLst>
                <a:ext uri="{FF2B5EF4-FFF2-40B4-BE49-F238E27FC236}">
                  <ns2:creationId id="{89A1DC7F-BD85-4EB2-A677-1BD2EAC0CF76}"/>
                </a:ext>
              </a:extLst>
            </p:cNvPr>
            <p:cNvSpPr>
              <a:spLocks noGrp="1"/>
            </p:cNvSpPr>
            <p:nvPr/>
          </p:nvSpPr>
          <p:spPr>
            <a:xfrm>
              <a:off x="676275" y="2419350"/>
              <a:ext cx="104966" cy="104966"/>
            </a:xfrm>
            <a:prstGeom prst="rect">
              <a:avLst/>
            </a:prstGeom>
            <a:solidFill>
              <a:srgbClr val="0072B2"/>
            </a:solidFill>
            <a:ln w="0">
              <a:noFill/>
              <a:prstDash val="solid"/>
            </a:ln>
          </p:spPr>
        </p:sp>
        <p:sp>
          <p:nvSpPr>
            <p:cNvPr id="120" name="four:scalar-input:grid-cell:120">
              <a:extLst>
                <a:ext uri="{FF2B5EF4-FFF2-40B4-BE49-F238E27FC236}">
                  <ns2:creationId id="{6ED05A28-F223-4DE4-BA85-A2414652E607}"/>
                </a:ext>
              </a:extLst>
            </p:cNvPr>
            <p:cNvSpPr>
              <a:spLocks noGrp="1"/>
            </p:cNvSpPr>
            <p:nvPr/>
          </p:nvSpPr>
          <p:spPr>
            <a:xfrm>
              <a:off x="781050" y="2419350"/>
              <a:ext cx="104966" cy="104966"/>
            </a:xfrm>
            <a:prstGeom prst="rect">
              <a:avLst/>
            </a:prstGeom>
            <a:solidFill>
              <a:srgbClr val="0072B2"/>
            </a:solidFill>
            <a:ln w="0">
              <a:noFill/>
              <a:prstDash val="solid"/>
            </a:ln>
          </p:spPr>
        </p:sp>
        <p:sp>
          <p:nvSpPr>
            <p:cNvPr id="121" name="four:scalar-input:grid-cell:121">
              <a:extLst>
                <a:ext uri="{FF2B5EF4-FFF2-40B4-BE49-F238E27FC236}">
                  <ns2:creationId id="{AD6BC0B8-D3B4-4344-9E38-D528D68E413B}"/>
                </a:ext>
              </a:extLst>
            </p:cNvPr>
            <p:cNvSpPr>
              <a:spLocks noGrp="1"/>
            </p:cNvSpPr>
            <p:nvPr/>
          </p:nvSpPr>
          <p:spPr>
            <a:xfrm>
              <a:off x="885825" y="2419350"/>
              <a:ext cx="104966" cy="104966"/>
            </a:xfrm>
            <a:prstGeom prst="rect">
              <a:avLst/>
            </a:prstGeom>
            <a:solidFill>
              <a:srgbClr val="0072B2"/>
            </a:solidFill>
            <a:ln w="0">
              <a:noFill/>
              <a:prstDash val="solid"/>
            </a:ln>
          </p:spPr>
        </p:sp>
        <p:sp>
          <p:nvSpPr>
            <p:cNvPr id="122" name="four:scalar-input:grid-cell:122">
              <a:extLst>
                <a:ext uri="{FF2B5EF4-FFF2-40B4-BE49-F238E27FC236}">
                  <ns2:creationId id="{424D9DED-FC28-401A-9B88-C0EA468E3307}"/>
                </a:ext>
              </a:extLst>
            </p:cNvPr>
            <p:cNvSpPr>
              <a:spLocks noGrp="1"/>
            </p:cNvSpPr>
            <p:nvPr/>
          </p:nvSpPr>
          <p:spPr>
            <a:xfrm>
              <a:off x="990600" y="2419350"/>
              <a:ext cx="104966" cy="104966"/>
            </a:xfrm>
            <a:prstGeom prst="rect">
              <a:avLst/>
            </a:prstGeom>
            <a:solidFill>
              <a:srgbClr val="D4B4CC"/>
            </a:solidFill>
            <a:ln w="0">
              <a:noFill/>
              <a:prstDash val="solid"/>
            </a:ln>
          </p:spPr>
        </p:sp>
        <p:sp>
          <p:nvSpPr>
            <p:cNvPr id="123" name="four:scalar-input:grid-cell:123">
              <a:extLst>
                <a:ext uri="{FF2B5EF4-FFF2-40B4-BE49-F238E27FC236}">
                  <ns2:creationId id="{2329D35A-35AC-47CC-BF67-B1DDF76B340D}"/>
                </a:ext>
              </a:extLst>
            </p:cNvPr>
            <p:cNvSpPr>
              <a:spLocks noGrp="1"/>
            </p:cNvSpPr>
            <p:nvPr/>
          </p:nvSpPr>
          <p:spPr>
            <a:xfrm>
              <a:off x="1095375" y="2419350"/>
              <a:ext cx="104966" cy="104966"/>
            </a:xfrm>
            <a:prstGeom prst="rect">
              <a:avLst/>
            </a:prstGeom>
            <a:solidFill>
              <a:srgbClr val="D4B4CC"/>
            </a:solidFill>
            <a:ln w="0">
              <a:noFill/>
              <a:prstDash val="solid"/>
            </a:ln>
          </p:spPr>
        </p:sp>
        <p:sp>
          <p:nvSpPr>
            <p:cNvPr id="124" name="four:scalar-input:grid-cell:124">
              <a:extLst>
                <a:ext uri="{FF2B5EF4-FFF2-40B4-BE49-F238E27FC236}">
                  <ns2:creationId id="{24EFE39E-4BD4-484B-9862-F4B96989F538}"/>
                </a:ext>
              </a:extLst>
            </p:cNvPr>
            <p:cNvSpPr>
              <a:spLocks noGrp="1"/>
            </p:cNvSpPr>
            <p:nvPr/>
          </p:nvSpPr>
          <p:spPr>
            <a:xfrm>
              <a:off x="1200150" y="2419350"/>
              <a:ext cx="104966" cy="104966"/>
            </a:xfrm>
            <a:prstGeom prst="rect">
              <a:avLst/>
            </a:prstGeom>
            <a:solidFill>
              <a:srgbClr val="CC79A7"/>
            </a:solidFill>
            <a:ln w="0">
              <a:noFill/>
              <a:prstDash val="solid"/>
            </a:ln>
          </p:spPr>
        </p:sp>
        <p:sp>
          <p:nvSpPr>
            <p:cNvPr id="125" name="four:scalar-input:grid-cell:125">
              <a:extLst>
                <a:ext uri="{FF2B5EF4-FFF2-40B4-BE49-F238E27FC236}">
                  <ns2:creationId id="{A7EF4FD2-39E0-4407-92F4-3243FC3FCF50}"/>
                </a:ext>
              </a:extLst>
            </p:cNvPr>
            <p:cNvSpPr>
              <a:spLocks noGrp="1"/>
            </p:cNvSpPr>
            <p:nvPr/>
          </p:nvSpPr>
          <p:spPr>
            <a:xfrm>
              <a:off x="1304925" y="2419350"/>
              <a:ext cx="104966" cy="104966"/>
            </a:xfrm>
            <a:prstGeom prst="rect">
              <a:avLst/>
            </a:prstGeom>
            <a:solidFill>
              <a:srgbClr val="CC79A7"/>
            </a:solidFill>
            <a:ln w="0">
              <a:noFill/>
              <a:prstDash val="solid"/>
            </a:ln>
          </p:spPr>
        </p:sp>
        <p:sp>
          <p:nvSpPr>
            <p:cNvPr id="126" name="four:scalar-input:grid-cell:126">
              <a:extLst>
                <a:ext uri="{FF2B5EF4-FFF2-40B4-BE49-F238E27FC236}">
                  <ns2:creationId id="{6E50179B-0CBB-460F-B50A-53AEE712EE5C}"/>
                </a:ext>
              </a:extLst>
            </p:cNvPr>
            <p:cNvSpPr>
              <a:spLocks noGrp="1"/>
            </p:cNvSpPr>
            <p:nvPr/>
          </p:nvSpPr>
          <p:spPr>
            <a:xfrm>
              <a:off x="1409700" y="2419350"/>
              <a:ext cx="104966" cy="104966"/>
            </a:xfrm>
            <a:prstGeom prst="rect">
              <a:avLst/>
            </a:prstGeom>
            <a:solidFill>
              <a:srgbClr val="CC79A7"/>
            </a:solidFill>
            <a:ln w="0">
              <a:noFill/>
              <a:prstDash val="solid"/>
            </a:ln>
          </p:spPr>
        </p:sp>
        <p:sp>
          <p:nvSpPr>
            <p:cNvPr id="127" name="four:scalar-input:grid-cell:127">
              <a:extLst>
                <a:ext uri="{FF2B5EF4-FFF2-40B4-BE49-F238E27FC236}">
                  <ns2:creationId id="{F39F71EA-C7AF-4C7D-996F-7A6645292FE6}"/>
                </a:ext>
              </a:extLst>
            </p:cNvPr>
            <p:cNvSpPr>
              <a:spLocks noGrp="1"/>
            </p:cNvSpPr>
            <p:nvPr/>
          </p:nvSpPr>
          <p:spPr>
            <a:xfrm>
              <a:off x="1514475" y="2419350"/>
              <a:ext cx="104966" cy="104966"/>
            </a:xfrm>
            <a:prstGeom prst="rect">
              <a:avLst/>
            </a:prstGeom>
            <a:solidFill>
              <a:srgbClr val="CC79A7"/>
            </a:solidFill>
            <a:ln w="0">
              <a:noFill/>
              <a:prstDash val="solid"/>
            </a:ln>
          </p:spPr>
        </p:sp>
        <p:sp>
          <p:nvSpPr>
            <p:cNvPr id="128" name="four:scalar-input:grid-cell:128">
              <a:extLst>
                <a:ext uri="{FF2B5EF4-FFF2-40B4-BE49-F238E27FC236}">
                  <ns2:creationId id="{986ED279-98A8-4428-87D8-1A4B2C34FEAD}"/>
                </a:ext>
              </a:extLst>
            </p:cNvPr>
            <p:cNvSpPr>
              <a:spLocks noGrp="1"/>
            </p:cNvSpPr>
            <p:nvPr/>
          </p:nvSpPr>
          <p:spPr>
            <a:xfrm>
              <a:off x="1619250" y="2419350"/>
              <a:ext cx="104966" cy="104966"/>
            </a:xfrm>
            <a:prstGeom prst="rect">
              <a:avLst/>
            </a:prstGeom>
            <a:solidFill>
              <a:srgbClr val="CC79A7"/>
            </a:solidFill>
            <a:ln w="0">
              <a:noFill/>
              <a:prstDash val="solid"/>
            </a:ln>
          </p:spPr>
        </p:sp>
        <p:sp>
          <p:nvSpPr>
            <p:cNvPr id="129" name="four:scalar-input:grid-cell:129">
              <a:extLst>
                <a:ext uri="{FF2B5EF4-FFF2-40B4-BE49-F238E27FC236}">
                  <ns2:creationId id="{9EA658E5-E577-4C5A-8D11-CFBAD0DBB4CA}"/>
                </a:ext>
              </a:extLst>
            </p:cNvPr>
            <p:cNvSpPr>
              <a:spLocks noGrp="1"/>
            </p:cNvSpPr>
            <p:nvPr/>
          </p:nvSpPr>
          <p:spPr>
            <a:xfrm>
              <a:off x="1724025" y="2419350"/>
              <a:ext cx="104966" cy="104966"/>
            </a:xfrm>
            <a:prstGeom prst="rect">
              <a:avLst/>
            </a:prstGeom>
            <a:solidFill>
              <a:srgbClr val="CC79A7"/>
            </a:solidFill>
            <a:ln w="0">
              <a:noFill/>
              <a:prstDash val="solid"/>
            </a:ln>
          </p:spPr>
        </p:sp>
        <p:sp>
          <p:nvSpPr>
            <p:cNvPr id="130" name="four:scalar-input:grid-cell:130">
              <a:extLst>
                <a:ext uri="{FF2B5EF4-FFF2-40B4-BE49-F238E27FC236}">
                  <ns2:creationId id="{739BC15E-45BC-4D41-BE11-B9D1E3DFC650}"/>
                </a:ext>
              </a:extLst>
            </p:cNvPr>
            <p:cNvSpPr>
              <a:spLocks noGrp="1"/>
            </p:cNvSpPr>
            <p:nvPr/>
          </p:nvSpPr>
          <p:spPr>
            <a:xfrm>
              <a:off x="1828800" y="2419350"/>
              <a:ext cx="104966" cy="104966"/>
            </a:xfrm>
            <a:prstGeom prst="rect">
              <a:avLst/>
            </a:prstGeom>
            <a:solidFill>
              <a:srgbClr val="CC79A7"/>
            </a:solidFill>
            <a:ln w="0">
              <a:noFill/>
              <a:prstDash val="solid"/>
            </a:ln>
          </p:spPr>
        </p:sp>
        <p:sp>
          <p:nvSpPr>
            <p:cNvPr id="131" name="four:scalar-input:grid-cell:131">
              <a:extLst>
                <a:ext uri="{FF2B5EF4-FFF2-40B4-BE49-F238E27FC236}">
                  <ns2:creationId id="{09744626-9686-48DB-9CAF-54D6F4225D0C}"/>
                </a:ext>
              </a:extLst>
            </p:cNvPr>
            <p:cNvSpPr>
              <a:spLocks noGrp="1"/>
            </p:cNvSpPr>
            <p:nvPr/>
          </p:nvSpPr>
          <p:spPr>
            <a:xfrm>
              <a:off x="1933575" y="2419350"/>
              <a:ext cx="104966" cy="104966"/>
            </a:xfrm>
            <a:prstGeom prst="rect">
              <a:avLst/>
            </a:prstGeom>
            <a:solidFill>
              <a:srgbClr val="CC79A7"/>
            </a:solidFill>
            <a:ln w="0">
              <a:noFill/>
              <a:prstDash val="solid"/>
            </a:ln>
          </p:spPr>
        </p:sp>
        <p:sp>
          <p:nvSpPr>
            <p:cNvPr id="132" name="four:scalar-input:grid-cell:132">
              <a:extLst>
                <a:ext uri="{FF2B5EF4-FFF2-40B4-BE49-F238E27FC236}">
                  <ns2:creationId id="{33B1D5CE-3C89-4AD6-8805-74F690B2095E}"/>
                </a:ext>
              </a:extLst>
            </p:cNvPr>
            <p:cNvSpPr>
              <a:spLocks noGrp="1"/>
            </p:cNvSpPr>
            <p:nvPr/>
          </p:nvSpPr>
          <p:spPr>
            <a:xfrm>
              <a:off x="2038350" y="2419350"/>
              <a:ext cx="104966" cy="104966"/>
            </a:xfrm>
            <a:prstGeom prst="rect">
              <a:avLst/>
            </a:prstGeom>
            <a:solidFill>
              <a:srgbClr val="CC79A7"/>
            </a:solidFill>
            <a:ln w="0">
              <a:noFill/>
              <a:prstDash val="solid"/>
            </a:ln>
          </p:spPr>
        </p:sp>
        <p:sp>
          <p:nvSpPr>
            <p:cNvPr id="133" name="four:scalar-input:grid-cell:133">
              <a:extLst>
                <a:ext uri="{FF2B5EF4-FFF2-40B4-BE49-F238E27FC236}">
                  <ns2:creationId id="{04BB2E8A-3069-40E4-8C48-7DDD7150F513}"/>
                </a:ext>
              </a:extLst>
            </p:cNvPr>
            <p:cNvSpPr>
              <a:spLocks noGrp="1"/>
            </p:cNvSpPr>
            <p:nvPr/>
          </p:nvSpPr>
          <p:spPr>
            <a:xfrm>
              <a:off x="2143125" y="2419350"/>
              <a:ext cx="104966" cy="104966"/>
            </a:xfrm>
            <a:prstGeom prst="rect">
              <a:avLst/>
            </a:prstGeom>
            <a:solidFill>
              <a:srgbClr val="CC79A7"/>
            </a:solidFill>
            <a:ln w="0">
              <a:noFill/>
              <a:prstDash val="solid"/>
            </a:ln>
          </p:spPr>
        </p:sp>
        <p:sp>
          <p:nvSpPr>
            <p:cNvPr id="134" name="four:scalar-input:grid-cell:134">
              <a:extLst>
                <a:ext uri="{FF2B5EF4-FFF2-40B4-BE49-F238E27FC236}">
                  <ns2:creationId id="{C30C2D60-3D70-4C11-846F-E9A851E9C4A0}"/>
                </a:ext>
              </a:extLst>
            </p:cNvPr>
            <p:cNvSpPr>
              <a:spLocks noGrp="1"/>
            </p:cNvSpPr>
            <p:nvPr/>
          </p:nvSpPr>
          <p:spPr>
            <a:xfrm>
              <a:off x="2247900" y="2419350"/>
              <a:ext cx="104966" cy="104966"/>
            </a:xfrm>
            <a:prstGeom prst="rect">
              <a:avLst/>
            </a:prstGeom>
            <a:solidFill>
              <a:srgbClr val="CC79A7"/>
            </a:solidFill>
            <a:ln w="0">
              <a:noFill/>
              <a:prstDash val="solid"/>
            </a:ln>
          </p:spPr>
        </p:sp>
        <p:sp>
          <p:nvSpPr>
            <p:cNvPr id="135" name="four:scalar-input:grid-cell:135">
              <a:extLst>
                <a:ext uri="{FF2B5EF4-FFF2-40B4-BE49-F238E27FC236}">
                  <ns2:creationId id="{79B89071-36B2-4186-84C7-9B9C7D10107F}"/>
                </a:ext>
              </a:extLst>
            </p:cNvPr>
            <p:cNvSpPr>
              <a:spLocks noGrp="1"/>
            </p:cNvSpPr>
            <p:nvPr/>
          </p:nvSpPr>
          <p:spPr>
            <a:xfrm>
              <a:off x="2352675" y="2419350"/>
              <a:ext cx="104966" cy="104966"/>
            </a:xfrm>
            <a:prstGeom prst="rect">
              <a:avLst/>
            </a:prstGeom>
            <a:solidFill>
              <a:srgbClr val="D4B4CC"/>
            </a:solidFill>
            <a:ln w="0">
              <a:noFill/>
              <a:prstDash val="solid"/>
            </a:ln>
          </p:spPr>
        </p:sp>
        <p:sp>
          <p:nvSpPr>
            <p:cNvPr id="136" name="four:scalar-input:grid-cell:136">
              <a:extLst>
                <a:ext uri="{FF2B5EF4-FFF2-40B4-BE49-F238E27FC236}">
                  <ns2:creationId id="{809FF9FB-8ED3-4EB9-9E5A-B562BD58F5EC}"/>
                </a:ext>
              </a:extLst>
            </p:cNvPr>
            <p:cNvSpPr>
              <a:spLocks noGrp="1"/>
            </p:cNvSpPr>
            <p:nvPr/>
          </p:nvSpPr>
          <p:spPr>
            <a:xfrm>
              <a:off x="361950" y="2524125"/>
              <a:ext cx="104966" cy="104966"/>
            </a:xfrm>
            <a:prstGeom prst="rect">
              <a:avLst/>
            </a:prstGeom>
            <a:solidFill>
              <a:srgbClr val="D4B4CC"/>
            </a:solidFill>
            <a:ln w="0">
              <a:noFill/>
              <a:prstDash val="solid"/>
            </a:ln>
          </p:spPr>
        </p:sp>
        <p:sp>
          <p:nvSpPr>
            <p:cNvPr id="137" name="four:scalar-input:grid-cell:137">
              <a:extLst>
                <a:ext uri="{FF2B5EF4-FFF2-40B4-BE49-F238E27FC236}">
                  <ns2:creationId id="{549C9760-77C7-4A9E-A1E3-63910FBF9F41}"/>
                </a:ext>
              </a:extLst>
            </p:cNvPr>
            <p:cNvSpPr>
              <a:spLocks noGrp="1"/>
            </p:cNvSpPr>
            <p:nvPr/>
          </p:nvSpPr>
          <p:spPr>
            <a:xfrm>
              <a:off x="466725" y="2524125"/>
              <a:ext cx="104966" cy="104966"/>
            </a:xfrm>
            <a:prstGeom prst="rect">
              <a:avLst/>
            </a:prstGeom>
            <a:solidFill>
              <a:srgbClr val="0072B2"/>
            </a:solidFill>
            <a:ln w="0">
              <a:noFill/>
              <a:prstDash val="solid"/>
            </a:ln>
          </p:spPr>
        </p:sp>
        <p:sp>
          <p:nvSpPr>
            <p:cNvPr id="138" name="four:scalar-input:grid-cell:138">
              <a:extLst>
                <a:ext uri="{FF2B5EF4-FFF2-40B4-BE49-F238E27FC236}">
                  <ns2:creationId id="{26BC7D11-5134-4A32-9DEA-E5F4D9D1826D}"/>
                </a:ext>
              </a:extLst>
            </p:cNvPr>
            <p:cNvSpPr>
              <a:spLocks noGrp="1"/>
            </p:cNvSpPr>
            <p:nvPr/>
          </p:nvSpPr>
          <p:spPr>
            <a:xfrm>
              <a:off x="571500" y="2524125"/>
              <a:ext cx="104966" cy="104966"/>
            </a:xfrm>
            <a:prstGeom prst="rect">
              <a:avLst/>
            </a:prstGeom>
            <a:solidFill>
              <a:srgbClr val="0072B2"/>
            </a:solidFill>
            <a:ln w="0">
              <a:noFill/>
              <a:prstDash val="solid"/>
            </a:ln>
          </p:spPr>
        </p:sp>
        <p:sp>
          <p:nvSpPr>
            <p:cNvPr id="139" name="four:scalar-input:grid-cell:139">
              <a:extLst>
                <a:ext uri="{FF2B5EF4-FFF2-40B4-BE49-F238E27FC236}">
                  <ns2:creationId id="{2D22AFA4-88A6-4C9E-BCFC-4FAF0F11F531}"/>
                </a:ext>
              </a:extLst>
            </p:cNvPr>
            <p:cNvSpPr>
              <a:spLocks noGrp="1"/>
            </p:cNvSpPr>
            <p:nvPr/>
          </p:nvSpPr>
          <p:spPr>
            <a:xfrm>
              <a:off x="676275" y="2524125"/>
              <a:ext cx="104966" cy="104966"/>
            </a:xfrm>
            <a:prstGeom prst="rect">
              <a:avLst/>
            </a:prstGeom>
            <a:solidFill>
              <a:srgbClr val="0072B2"/>
            </a:solidFill>
            <a:ln w="0">
              <a:noFill/>
              <a:prstDash val="solid"/>
            </a:ln>
          </p:spPr>
        </p:sp>
        <p:sp>
          <p:nvSpPr>
            <p:cNvPr id="140" name="four:scalar-input:grid-cell:140">
              <a:extLst>
                <a:ext uri="{FF2B5EF4-FFF2-40B4-BE49-F238E27FC236}">
                  <ns2:creationId id="{1899B507-C7F5-416A-A8B5-93C9E325259B}"/>
                </a:ext>
              </a:extLst>
            </p:cNvPr>
            <p:cNvSpPr>
              <a:spLocks noGrp="1"/>
            </p:cNvSpPr>
            <p:nvPr/>
          </p:nvSpPr>
          <p:spPr>
            <a:xfrm>
              <a:off x="781050" y="2524125"/>
              <a:ext cx="104966" cy="104966"/>
            </a:xfrm>
            <a:prstGeom prst="rect">
              <a:avLst/>
            </a:prstGeom>
            <a:solidFill>
              <a:srgbClr val="0072B2"/>
            </a:solidFill>
            <a:ln w="0">
              <a:noFill/>
              <a:prstDash val="solid"/>
            </a:ln>
          </p:spPr>
        </p:sp>
        <p:sp>
          <p:nvSpPr>
            <p:cNvPr id="141" name="four:scalar-input:grid-cell:141">
              <a:extLst>
                <a:ext uri="{FF2B5EF4-FFF2-40B4-BE49-F238E27FC236}">
                  <ns2:creationId id="{D2B54CA5-669F-4195-B23C-47436505A491}"/>
                </a:ext>
              </a:extLst>
            </p:cNvPr>
            <p:cNvSpPr>
              <a:spLocks noGrp="1"/>
            </p:cNvSpPr>
            <p:nvPr/>
          </p:nvSpPr>
          <p:spPr>
            <a:xfrm>
              <a:off x="885825" y="2524125"/>
              <a:ext cx="104966" cy="104966"/>
            </a:xfrm>
            <a:prstGeom prst="rect">
              <a:avLst/>
            </a:prstGeom>
            <a:solidFill>
              <a:srgbClr val="0072B2"/>
            </a:solidFill>
            <a:ln w="0">
              <a:noFill/>
              <a:prstDash val="solid"/>
            </a:ln>
          </p:spPr>
        </p:sp>
        <p:sp>
          <p:nvSpPr>
            <p:cNvPr id="142" name="four:scalar-input:grid-cell:142">
              <a:extLst>
                <a:ext uri="{FF2B5EF4-FFF2-40B4-BE49-F238E27FC236}">
                  <ns2:creationId id="{A108A527-F29B-402C-B68E-D314A7493764}"/>
                </a:ext>
              </a:extLst>
            </p:cNvPr>
            <p:cNvSpPr>
              <a:spLocks noGrp="1"/>
            </p:cNvSpPr>
            <p:nvPr/>
          </p:nvSpPr>
          <p:spPr>
            <a:xfrm>
              <a:off x="990600" y="2524125"/>
              <a:ext cx="104966" cy="104966"/>
            </a:xfrm>
            <a:prstGeom prst="rect">
              <a:avLst/>
            </a:prstGeom>
            <a:solidFill>
              <a:srgbClr val="0072B2"/>
            </a:solidFill>
            <a:ln w="0">
              <a:noFill/>
              <a:prstDash val="solid"/>
            </a:ln>
          </p:spPr>
        </p:sp>
        <p:sp>
          <p:nvSpPr>
            <p:cNvPr id="143" name="four:scalar-input:grid-cell:143">
              <a:extLst>
                <a:ext uri="{FF2B5EF4-FFF2-40B4-BE49-F238E27FC236}">
                  <ns2:creationId id="{BDFE608C-C29A-4135-8570-E2D3FF44F58B}"/>
                </a:ext>
              </a:extLst>
            </p:cNvPr>
            <p:cNvSpPr>
              <a:spLocks noGrp="1"/>
            </p:cNvSpPr>
            <p:nvPr/>
          </p:nvSpPr>
          <p:spPr>
            <a:xfrm>
              <a:off x="1095375" y="2524125"/>
              <a:ext cx="104966" cy="104966"/>
            </a:xfrm>
            <a:prstGeom prst="rect">
              <a:avLst/>
            </a:prstGeom>
            <a:solidFill>
              <a:srgbClr val="D4B4CC"/>
            </a:solidFill>
            <a:ln w="0">
              <a:noFill/>
              <a:prstDash val="solid"/>
            </a:ln>
          </p:spPr>
        </p:sp>
        <p:sp>
          <p:nvSpPr>
            <p:cNvPr id="144" name="four:scalar-input:grid-cell:144">
              <a:extLst>
                <a:ext uri="{FF2B5EF4-FFF2-40B4-BE49-F238E27FC236}">
                  <ns2:creationId id="{53CC3171-A86C-4142-8BEC-E9443A0DB646}"/>
                </a:ext>
              </a:extLst>
            </p:cNvPr>
            <p:cNvSpPr>
              <a:spLocks noGrp="1"/>
            </p:cNvSpPr>
            <p:nvPr/>
          </p:nvSpPr>
          <p:spPr>
            <a:xfrm>
              <a:off x="1200150" y="2524125"/>
              <a:ext cx="104966" cy="104966"/>
            </a:xfrm>
            <a:prstGeom prst="rect">
              <a:avLst/>
            </a:prstGeom>
            <a:solidFill>
              <a:srgbClr val="CC79A7"/>
            </a:solidFill>
            <a:ln w="0">
              <a:noFill/>
              <a:prstDash val="solid"/>
            </a:ln>
          </p:spPr>
        </p:sp>
        <p:sp>
          <p:nvSpPr>
            <p:cNvPr id="145" name="four:scalar-input:grid-cell:145">
              <a:extLst>
                <a:ext uri="{FF2B5EF4-FFF2-40B4-BE49-F238E27FC236}">
                  <ns2:creationId id="{CBDE9386-4310-4135-867D-93B6A957FCF8}"/>
                </a:ext>
              </a:extLst>
            </p:cNvPr>
            <p:cNvSpPr>
              <a:spLocks noGrp="1"/>
            </p:cNvSpPr>
            <p:nvPr/>
          </p:nvSpPr>
          <p:spPr>
            <a:xfrm>
              <a:off x="1304925" y="2524125"/>
              <a:ext cx="104966" cy="104966"/>
            </a:xfrm>
            <a:prstGeom prst="rect">
              <a:avLst/>
            </a:prstGeom>
            <a:solidFill>
              <a:srgbClr val="CC79A7"/>
            </a:solidFill>
            <a:ln w="0">
              <a:noFill/>
              <a:prstDash val="solid"/>
            </a:ln>
          </p:spPr>
        </p:sp>
        <p:sp>
          <p:nvSpPr>
            <p:cNvPr id="146" name="four:scalar-input:grid-cell:146">
              <a:extLst>
                <a:ext uri="{FF2B5EF4-FFF2-40B4-BE49-F238E27FC236}">
                  <ns2:creationId id="{FC1750DE-F767-414A-8982-9E33FC320F35}"/>
                </a:ext>
              </a:extLst>
            </p:cNvPr>
            <p:cNvSpPr>
              <a:spLocks noGrp="1"/>
            </p:cNvSpPr>
            <p:nvPr/>
          </p:nvSpPr>
          <p:spPr>
            <a:xfrm>
              <a:off x="1409700" y="2524125"/>
              <a:ext cx="104966" cy="104966"/>
            </a:xfrm>
            <a:prstGeom prst="rect">
              <a:avLst/>
            </a:prstGeom>
            <a:solidFill>
              <a:srgbClr val="CC79A7"/>
            </a:solidFill>
            <a:ln w="0">
              <a:noFill/>
              <a:prstDash val="solid"/>
            </a:ln>
          </p:spPr>
        </p:sp>
        <p:sp>
          <p:nvSpPr>
            <p:cNvPr id="147" name="four:scalar-input:grid-cell:147">
              <a:extLst>
                <a:ext uri="{FF2B5EF4-FFF2-40B4-BE49-F238E27FC236}">
                  <ns2:creationId id="{80786BE9-5808-4166-BCCD-CCE0B48BFB0E}"/>
                </a:ext>
              </a:extLst>
            </p:cNvPr>
            <p:cNvSpPr>
              <a:spLocks noGrp="1"/>
            </p:cNvSpPr>
            <p:nvPr/>
          </p:nvSpPr>
          <p:spPr>
            <a:xfrm>
              <a:off x="1514475" y="2524125"/>
              <a:ext cx="104966" cy="104966"/>
            </a:xfrm>
            <a:prstGeom prst="rect">
              <a:avLst/>
            </a:prstGeom>
            <a:solidFill>
              <a:srgbClr val="CC79A7"/>
            </a:solidFill>
            <a:ln w="0">
              <a:noFill/>
              <a:prstDash val="solid"/>
            </a:ln>
          </p:spPr>
        </p:sp>
        <p:sp>
          <p:nvSpPr>
            <p:cNvPr id="148" name="four:scalar-input:grid-cell:148">
              <a:extLst>
                <a:ext uri="{FF2B5EF4-FFF2-40B4-BE49-F238E27FC236}">
                  <ns2:creationId id="{18389A65-9014-46CC-85F0-B10C3AB2BB9E}"/>
                </a:ext>
              </a:extLst>
            </p:cNvPr>
            <p:cNvSpPr>
              <a:spLocks noGrp="1"/>
            </p:cNvSpPr>
            <p:nvPr/>
          </p:nvSpPr>
          <p:spPr>
            <a:xfrm>
              <a:off x="1619250" y="2524125"/>
              <a:ext cx="104966" cy="104966"/>
            </a:xfrm>
            <a:prstGeom prst="rect">
              <a:avLst/>
            </a:prstGeom>
            <a:solidFill>
              <a:srgbClr val="CC79A7"/>
            </a:solidFill>
            <a:ln w="0">
              <a:noFill/>
              <a:prstDash val="solid"/>
            </a:ln>
          </p:spPr>
        </p:sp>
        <p:sp>
          <p:nvSpPr>
            <p:cNvPr id="149" name="four:scalar-input:grid-cell:149">
              <a:extLst>
                <a:ext uri="{FF2B5EF4-FFF2-40B4-BE49-F238E27FC236}">
                  <ns2:creationId id="{DCF60B14-5C0B-4407-8D22-A56AAD1F3A7A}"/>
                </a:ext>
              </a:extLst>
            </p:cNvPr>
            <p:cNvSpPr>
              <a:spLocks noGrp="1"/>
            </p:cNvSpPr>
            <p:nvPr/>
          </p:nvSpPr>
          <p:spPr>
            <a:xfrm>
              <a:off x="1724025" y="2524125"/>
              <a:ext cx="104966" cy="104966"/>
            </a:xfrm>
            <a:prstGeom prst="rect">
              <a:avLst/>
            </a:prstGeom>
            <a:solidFill>
              <a:srgbClr val="CC79A7"/>
            </a:solidFill>
            <a:ln w="0">
              <a:noFill/>
              <a:prstDash val="solid"/>
            </a:ln>
          </p:spPr>
        </p:sp>
        <p:sp>
          <p:nvSpPr>
            <p:cNvPr id="150" name="four:scalar-input:grid-cell:150">
              <a:extLst>
                <a:ext uri="{FF2B5EF4-FFF2-40B4-BE49-F238E27FC236}">
                  <ns2:creationId id="{6A685641-AF79-4A04-9CA8-BA555A0A67BE}"/>
                </a:ext>
              </a:extLst>
            </p:cNvPr>
            <p:cNvSpPr>
              <a:spLocks noGrp="1"/>
            </p:cNvSpPr>
            <p:nvPr/>
          </p:nvSpPr>
          <p:spPr>
            <a:xfrm>
              <a:off x="1828800" y="2524125"/>
              <a:ext cx="104966" cy="104966"/>
            </a:xfrm>
            <a:prstGeom prst="rect">
              <a:avLst/>
            </a:prstGeom>
            <a:solidFill>
              <a:srgbClr val="CC79A7"/>
            </a:solidFill>
            <a:ln w="0">
              <a:noFill/>
              <a:prstDash val="solid"/>
            </a:ln>
          </p:spPr>
        </p:sp>
        <p:sp>
          <p:nvSpPr>
            <p:cNvPr id="151" name="four:scalar-input:grid-cell:151">
              <a:extLst>
                <a:ext uri="{FF2B5EF4-FFF2-40B4-BE49-F238E27FC236}">
                  <ns2:creationId id="{F6D24C86-C464-4D65-8664-0F45EA113D5A}"/>
                </a:ext>
              </a:extLst>
            </p:cNvPr>
            <p:cNvSpPr>
              <a:spLocks noGrp="1"/>
            </p:cNvSpPr>
            <p:nvPr/>
          </p:nvSpPr>
          <p:spPr>
            <a:xfrm>
              <a:off x="1933575" y="2524125"/>
              <a:ext cx="104966" cy="104966"/>
            </a:xfrm>
            <a:prstGeom prst="rect">
              <a:avLst/>
            </a:prstGeom>
            <a:solidFill>
              <a:srgbClr val="CC79A7"/>
            </a:solidFill>
            <a:ln w="0">
              <a:noFill/>
              <a:prstDash val="solid"/>
            </a:ln>
          </p:spPr>
        </p:sp>
        <p:sp>
          <p:nvSpPr>
            <p:cNvPr id="152" name="four:scalar-input:grid-cell:152">
              <a:extLst>
                <a:ext uri="{FF2B5EF4-FFF2-40B4-BE49-F238E27FC236}">
                  <ns2:creationId id="{61DCDB7A-94B3-47A0-AB5A-47CB5463BB02}"/>
                </a:ext>
              </a:extLst>
            </p:cNvPr>
            <p:cNvSpPr>
              <a:spLocks noGrp="1"/>
            </p:cNvSpPr>
            <p:nvPr/>
          </p:nvSpPr>
          <p:spPr>
            <a:xfrm>
              <a:off x="2038350" y="2524125"/>
              <a:ext cx="104966" cy="104966"/>
            </a:xfrm>
            <a:prstGeom prst="rect">
              <a:avLst/>
            </a:prstGeom>
            <a:solidFill>
              <a:srgbClr val="CC79A7"/>
            </a:solidFill>
            <a:ln w="0">
              <a:noFill/>
              <a:prstDash val="solid"/>
            </a:ln>
          </p:spPr>
        </p:sp>
        <p:sp>
          <p:nvSpPr>
            <p:cNvPr id="153" name="four:scalar-input:grid-cell:153">
              <a:extLst>
                <a:ext uri="{FF2B5EF4-FFF2-40B4-BE49-F238E27FC236}">
                  <ns2:creationId id="{01D7BD12-2A8C-4E61-9413-36EB663AE580}"/>
                </a:ext>
              </a:extLst>
            </p:cNvPr>
            <p:cNvSpPr>
              <a:spLocks noGrp="1"/>
            </p:cNvSpPr>
            <p:nvPr/>
          </p:nvSpPr>
          <p:spPr>
            <a:xfrm>
              <a:off x="2143125" y="2524125"/>
              <a:ext cx="104966" cy="104966"/>
            </a:xfrm>
            <a:prstGeom prst="rect">
              <a:avLst/>
            </a:prstGeom>
            <a:solidFill>
              <a:srgbClr val="CC79A7"/>
            </a:solidFill>
            <a:ln w="0">
              <a:noFill/>
              <a:prstDash val="solid"/>
            </a:ln>
          </p:spPr>
        </p:sp>
        <p:sp>
          <p:nvSpPr>
            <p:cNvPr id="154" name="four:scalar-input:grid-cell:154">
              <a:extLst>
                <a:ext uri="{FF2B5EF4-FFF2-40B4-BE49-F238E27FC236}">
                  <ns2:creationId id="{EA2A5E8C-18C7-41CC-A2C9-BF13D4D36746}"/>
                </a:ext>
              </a:extLst>
            </p:cNvPr>
            <p:cNvSpPr>
              <a:spLocks noGrp="1"/>
            </p:cNvSpPr>
            <p:nvPr/>
          </p:nvSpPr>
          <p:spPr>
            <a:xfrm>
              <a:off x="2247900" y="2524125"/>
              <a:ext cx="104966" cy="104966"/>
            </a:xfrm>
            <a:prstGeom prst="rect">
              <a:avLst/>
            </a:prstGeom>
            <a:solidFill>
              <a:srgbClr val="CC79A7"/>
            </a:solidFill>
            <a:ln w="0">
              <a:noFill/>
              <a:prstDash val="solid"/>
            </a:ln>
          </p:spPr>
        </p:sp>
        <p:sp>
          <p:nvSpPr>
            <p:cNvPr id="155" name="four:scalar-input:grid-cell:155">
              <a:extLst>
                <a:ext uri="{FF2B5EF4-FFF2-40B4-BE49-F238E27FC236}">
                  <ns2:creationId id="{83C371B1-9EF6-4520-BCFF-4BA88E1C57BC}"/>
                </a:ext>
              </a:extLst>
            </p:cNvPr>
            <p:cNvSpPr>
              <a:spLocks noGrp="1"/>
            </p:cNvSpPr>
            <p:nvPr/>
          </p:nvSpPr>
          <p:spPr>
            <a:xfrm>
              <a:off x="2352675" y="2524125"/>
              <a:ext cx="104966" cy="104966"/>
            </a:xfrm>
            <a:prstGeom prst="rect">
              <a:avLst/>
            </a:prstGeom>
            <a:solidFill>
              <a:srgbClr val="D4B4CC"/>
            </a:solidFill>
            <a:ln w="0">
              <a:noFill/>
              <a:prstDash val="solid"/>
            </a:ln>
          </p:spPr>
        </p:sp>
        <p:sp>
          <p:nvSpPr>
            <p:cNvPr id="156" name="four:scalar-input:grid-cell:156">
              <a:extLst>
                <a:ext uri="{FF2B5EF4-FFF2-40B4-BE49-F238E27FC236}">
                  <ns2:creationId id="{610D9735-A572-445C-8038-1C964C0C420E}"/>
                </a:ext>
              </a:extLst>
            </p:cNvPr>
            <p:cNvSpPr>
              <a:spLocks noGrp="1"/>
            </p:cNvSpPr>
            <p:nvPr/>
          </p:nvSpPr>
          <p:spPr>
            <a:xfrm>
              <a:off x="361950" y="2628900"/>
              <a:ext cx="104966" cy="104966"/>
            </a:xfrm>
            <a:prstGeom prst="rect">
              <a:avLst/>
            </a:prstGeom>
            <a:solidFill>
              <a:srgbClr val="0072B2"/>
            </a:solidFill>
            <a:ln w="0">
              <a:noFill/>
              <a:prstDash val="solid"/>
            </a:ln>
          </p:spPr>
        </p:sp>
        <p:sp>
          <p:nvSpPr>
            <p:cNvPr id="157" name="four:scalar-input:grid-cell:157">
              <a:extLst>
                <a:ext uri="{FF2B5EF4-FFF2-40B4-BE49-F238E27FC236}">
                  <ns2:creationId id="{34A23DF4-6A9D-4861-8956-4667414C038F}"/>
                </a:ext>
              </a:extLst>
            </p:cNvPr>
            <p:cNvSpPr>
              <a:spLocks noGrp="1"/>
            </p:cNvSpPr>
            <p:nvPr/>
          </p:nvSpPr>
          <p:spPr>
            <a:xfrm>
              <a:off x="466725" y="2628900"/>
              <a:ext cx="104966" cy="104966"/>
            </a:xfrm>
            <a:prstGeom prst="rect">
              <a:avLst/>
            </a:prstGeom>
            <a:solidFill>
              <a:srgbClr val="0072B2"/>
            </a:solidFill>
            <a:ln w="0">
              <a:noFill/>
              <a:prstDash val="solid"/>
            </a:ln>
          </p:spPr>
        </p:sp>
        <p:sp>
          <p:nvSpPr>
            <p:cNvPr id="158" name="four:scalar-input:grid-cell:158">
              <a:extLst>
                <a:ext uri="{FF2B5EF4-FFF2-40B4-BE49-F238E27FC236}">
                  <ns2:creationId id="{A5CC1F29-9FAA-42D2-AEBB-DA7508DD4E8B}"/>
                </a:ext>
              </a:extLst>
            </p:cNvPr>
            <p:cNvSpPr>
              <a:spLocks noGrp="1"/>
            </p:cNvSpPr>
            <p:nvPr/>
          </p:nvSpPr>
          <p:spPr>
            <a:xfrm>
              <a:off x="571500" y="2628900"/>
              <a:ext cx="104966" cy="104966"/>
            </a:xfrm>
            <a:prstGeom prst="rect">
              <a:avLst/>
            </a:prstGeom>
            <a:solidFill>
              <a:srgbClr val="0072B2"/>
            </a:solidFill>
            <a:ln w="0">
              <a:noFill/>
              <a:prstDash val="solid"/>
            </a:ln>
          </p:spPr>
        </p:sp>
        <p:sp>
          <p:nvSpPr>
            <p:cNvPr id="159" name="four:scalar-input:grid-cell:159">
              <a:extLst>
                <a:ext uri="{FF2B5EF4-FFF2-40B4-BE49-F238E27FC236}">
                  <ns2:creationId id="{0D6F8BD7-927C-4B3A-A24D-A86F3FC4441A}"/>
                </a:ext>
              </a:extLst>
            </p:cNvPr>
            <p:cNvSpPr>
              <a:spLocks noGrp="1"/>
            </p:cNvSpPr>
            <p:nvPr/>
          </p:nvSpPr>
          <p:spPr>
            <a:xfrm>
              <a:off x="676275" y="2628900"/>
              <a:ext cx="104966" cy="104966"/>
            </a:xfrm>
            <a:prstGeom prst="rect">
              <a:avLst/>
            </a:prstGeom>
            <a:solidFill>
              <a:srgbClr val="0072B2"/>
            </a:solidFill>
            <a:ln w="0">
              <a:noFill/>
              <a:prstDash val="solid"/>
            </a:ln>
          </p:spPr>
        </p:sp>
        <p:sp>
          <p:nvSpPr>
            <p:cNvPr id="160" name="four:scalar-input:grid-cell:160">
              <a:extLst>
                <a:ext uri="{FF2B5EF4-FFF2-40B4-BE49-F238E27FC236}">
                  <ns2:creationId id="{2102CA11-E594-4EC1-9A5A-F7E3FFA94141}"/>
                </a:ext>
              </a:extLst>
            </p:cNvPr>
            <p:cNvSpPr>
              <a:spLocks noGrp="1"/>
            </p:cNvSpPr>
            <p:nvPr/>
          </p:nvSpPr>
          <p:spPr>
            <a:xfrm>
              <a:off x="781050" y="2628900"/>
              <a:ext cx="104966" cy="104966"/>
            </a:xfrm>
            <a:prstGeom prst="rect">
              <a:avLst/>
            </a:prstGeom>
            <a:solidFill>
              <a:srgbClr val="0072B2"/>
            </a:solidFill>
            <a:ln w="0">
              <a:noFill/>
              <a:prstDash val="solid"/>
            </a:ln>
          </p:spPr>
        </p:sp>
        <p:sp>
          <p:nvSpPr>
            <p:cNvPr id="161" name="four:scalar-input:grid-cell:161">
              <a:extLst>
                <a:ext uri="{FF2B5EF4-FFF2-40B4-BE49-F238E27FC236}">
                  <ns2:creationId id="{67BF9B88-39D9-4791-B436-FF1F4BA941A3}"/>
                </a:ext>
              </a:extLst>
            </p:cNvPr>
            <p:cNvSpPr>
              <a:spLocks noGrp="1"/>
            </p:cNvSpPr>
            <p:nvPr/>
          </p:nvSpPr>
          <p:spPr>
            <a:xfrm>
              <a:off x="885825" y="2628900"/>
              <a:ext cx="104966" cy="104966"/>
            </a:xfrm>
            <a:prstGeom prst="rect">
              <a:avLst/>
            </a:prstGeom>
            <a:solidFill>
              <a:srgbClr val="0072B2"/>
            </a:solidFill>
            <a:ln w="0">
              <a:noFill/>
              <a:prstDash val="solid"/>
            </a:ln>
          </p:spPr>
        </p:sp>
        <p:sp>
          <p:nvSpPr>
            <p:cNvPr id="162" name="four:scalar-input:grid-cell:162">
              <a:extLst>
                <a:ext uri="{FF2B5EF4-FFF2-40B4-BE49-F238E27FC236}">
                  <ns2:creationId id="{2B5A58CC-876A-406D-8C31-4014E409310A}"/>
                </a:ext>
              </a:extLst>
            </p:cNvPr>
            <p:cNvSpPr>
              <a:spLocks noGrp="1"/>
            </p:cNvSpPr>
            <p:nvPr/>
          </p:nvSpPr>
          <p:spPr>
            <a:xfrm>
              <a:off x="990600" y="2628900"/>
              <a:ext cx="104966" cy="104966"/>
            </a:xfrm>
            <a:prstGeom prst="rect">
              <a:avLst/>
            </a:prstGeom>
            <a:solidFill>
              <a:srgbClr val="0072B2"/>
            </a:solidFill>
            <a:ln w="0">
              <a:noFill/>
              <a:prstDash val="solid"/>
            </a:ln>
          </p:spPr>
        </p:sp>
        <p:sp>
          <p:nvSpPr>
            <p:cNvPr id="163" name="four:scalar-input:grid-cell:163">
              <a:extLst>
                <a:ext uri="{FF2B5EF4-FFF2-40B4-BE49-F238E27FC236}">
                  <ns2:creationId id="{E2A1AE24-CE93-49FF-8C02-DC4E45F5AC0D}"/>
                </a:ext>
              </a:extLst>
            </p:cNvPr>
            <p:cNvSpPr>
              <a:spLocks noGrp="1"/>
            </p:cNvSpPr>
            <p:nvPr/>
          </p:nvSpPr>
          <p:spPr>
            <a:xfrm>
              <a:off x="1095375" y="2628900"/>
              <a:ext cx="104966" cy="104966"/>
            </a:xfrm>
            <a:prstGeom prst="rect">
              <a:avLst/>
            </a:prstGeom>
            <a:solidFill>
              <a:srgbClr val="0072B2"/>
            </a:solidFill>
            <a:ln w="0">
              <a:noFill/>
              <a:prstDash val="solid"/>
            </a:ln>
          </p:spPr>
        </p:sp>
        <p:sp>
          <p:nvSpPr>
            <p:cNvPr id="164" name="four:scalar-input:grid-cell:164">
              <a:extLst>
                <a:ext uri="{FF2B5EF4-FFF2-40B4-BE49-F238E27FC236}">
                  <ns2:creationId id="{749DAB25-482B-41C7-9834-ECBDDA08B2A6}"/>
                </a:ext>
              </a:extLst>
            </p:cNvPr>
            <p:cNvSpPr>
              <a:spLocks noGrp="1"/>
            </p:cNvSpPr>
            <p:nvPr/>
          </p:nvSpPr>
          <p:spPr>
            <a:xfrm>
              <a:off x="1200150" y="2628900"/>
              <a:ext cx="104966" cy="104966"/>
            </a:xfrm>
            <a:prstGeom prst="rect">
              <a:avLst/>
            </a:prstGeom>
            <a:solidFill>
              <a:srgbClr val="D4B4CC"/>
            </a:solidFill>
            <a:ln w="0">
              <a:noFill/>
              <a:prstDash val="solid"/>
            </a:ln>
          </p:spPr>
        </p:sp>
        <p:sp>
          <p:nvSpPr>
            <p:cNvPr id="165" name="four:scalar-input:grid-cell:165">
              <a:extLst>
                <a:ext uri="{FF2B5EF4-FFF2-40B4-BE49-F238E27FC236}">
                  <ns2:creationId id="{08E27812-B938-4D7A-8544-34680EE2D5AC}"/>
                </a:ext>
              </a:extLst>
            </p:cNvPr>
            <p:cNvSpPr>
              <a:spLocks noGrp="1"/>
            </p:cNvSpPr>
            <p:nvPr/>
          </p:nvSpPr>
          <p:spPr>
            <a:xfrm>
              <a:off x="1304925" y="2628900"/>
              <a:ext cx="104966" cy="104966"/>
            </a:xfrm>
            <a:prstGeom prst="rect">
              <a:avLst/>
            </a:prstGeom>
            <a:solidFill>
              <a:srgbClr val="CC79A7"/>
            </a:solidFill>
            <a:ln w="0">
              <a:noFill/>
              <a:prstDash val="solid"/>
            </a:ln>
          </p:spPr>
        </p:sp>
        <p:sp>
          <p:nvSpPr>
            <p:cNvPr id="166" name="four:scalar-input:grid-cell:166">
              <a:extLst>
                <a:ext uri="{FF2B5EF4-FFF2-40B4-BE49-F238E27FC236}">
                  <ns2:creationId id="{501D29BE-87E5-4B90-BCE8-D6FD0048C3DC}"/>
                </a:ext>
              </a:extLst>
            </p:cNvPr>
            <p:cNvSpPr>
              <a:spLocks noGrp="1"/>
            </p:cNvSpPr>
            <p:nvPr/>
          </p:nvSpPr>
          <p:spPr>
            <a:xfrm>
              <a:off x="1409700" y="2628900"/>
              <a:ext cx="104966" cy="104966"/>
            </a:xfrm>
            <a:prstGeom prst="rect">
              <a:avLst/>
            </a:prstGeom>
            <a:solidFill>
              <a:srgbClr val="CC79A7"/>
            </a:solidFill>
            <a:ln w="0">
              <a:noFill/>
              <a:prstDash val="solid"/>
            </a:ln>
          </p:spPr>
        </p:sp>
        <p:sp>
          <p:nvSpPr>
            <p:cNvPr id="167" name="four:scalar-input:grid-cell:167">
              <a:extLst>
                <a:ext uri="{FF2B5EF4-FFF2-40B4-BE49-F238E27FC236}">
                  <ns2:creationId id="{F40DADDE-E0B8-448E-BCC1-E3E405DD0254}"/>
                </a:ext>
              </a:extLst>
            </p:cNvPr>
            <p:cNvSpPr>
              <a:spLocks noGrp="1"/>
            </p:cNvSpPr>
            <p:nvPr/>
          </p:nvSpPr>
          <p:spPr>
            <a:xfrm>
              <a:off x="1514475" y="2628900"/>
              <a:ext cx="104966" cy="104966"/>
            </a:xfrm>
            <a:prstGeom prst="rect">
              <a:avLst/>
            </a:prstGeom>
            <a:solidFill>
              <a:srgbClr val="CC79A7"/>
            </a:solidFill>
            <a:ln w="0">
              <a:noFill/>
              <a:prstDash val="solid"/>
            </a:ln>
          </p:spPr>
        </p:sp>
        <p:sp>
          <p:nvSpPr>
            <p:cNvPr id="168" name="four:scalar-input:grid-cell:168">
              <a:extLst>
                <a:ext uri="{FF2B5EF4-FFF2-40B4-BE49-F238E27FC236}">
                  <ns2:creationId id="{64C3FD9E-503C-4603-A216-5FE7884DAB5A}"/>
                </a:ext>
              </a:extLst>
            </p:cNvPr>
            <p:cNvSpPr>
              <a:spLocks noGrp="1"/>
            </p:cNvSpPr>
            <p:nvPr/>
          </p:nvSpPr>
          <p:spPr>
            <a:xfrm>
              <a:off x="1619250" y="2628900"/>
              <a:ext cx="104966" cy="104966"/>
            </a:xfrm>
            <a:prstGeom prst="rect">
              <a:avLst/>
            </a:prstGeom>
            <a:solidFill>
              <a:srgbClr val="CC79A7"/>
            </a:solidFill>
            <a:ln w="0">
              <a:noFill/>
              <a:prstDash val="solid"/>
            </a:ln>
          </p:spPr>
        </p:sp>
        <p:sp>
          <p:nvSpPr>
            <p:cNvPr id="169" name="four:scalar-input:grid-cell:169">
              <a:extLst>
                <a:ext uri="{FF2B5EF4-FFF2-40B4-BE49-F238E27FC236}">
                  <ns2:creationId id="{0C847EEF-AD0B-4291-917C-F7E8AB0B642A}"/>
                </a:ext>
              </a:extLst>
            </p:cNvPr>
            <p:cNvSpPr>
              <a:spLocks noGrp="1"/>
            </p:cNvSpPr>
            <p:nvPr/>
          </p:nvSpPr>
          <p:spPr>
            <a:xfrm>
              <a:off x="1724025" y="2628900"/>
              <a:ext cx="104966" cy="104966"/>
            </a:xfrm>
            <a:prstGeom prst="rect">
              <a:avLst/>
            </a:prstGeom>
            <a:solidFill>
              <a:srgbClr val="CC79A7"/>
            </a:solidFill>
            <a:ln w="0">
              <a:noFill/>
              <a:prstDash val="solid"/>
            </a:ln>
          </p:spPr>
        </p:sp>
        <p:sp>
          <p:nvSpPr>
            <p:cNvPr id="170" name="four:scalar-input:grid-cell:170">
              <a:extLst>
                <a:ext uri="{FF2B5EF4-FFF2-40B4-BE49-F238E27FC236}">
                  <ns2:creationId id="{1AC9D1BF-0704-4F3C-B39C-C8082BB64851}"/>
                </a:ext>
              </a:extLst>
            </p:cNvPr>
            <p:cNvSpPr>
              <a:spLocks noGrp="1"/>
            </p:cNvSpPr>
            <p:nvPr/>
          </p:nvSpPr>
          <p:spPr>
            <a:xfrm>
              <a:off x="1828800" y="2628900"/>
              <a:ext cx="104966" cy="104966"/>
            </a:xfrm>
            <a:prstGeom prst="rect">
              <a:avLst/>
            </a:prstGeom>
            <a:solidFill>
              <a:srgbClr val="CC79A7"/>
            </a:solidFill>
            <a:ln w="0">
              <a:noFill/>
              <a:prstDash val="solid"/>
            </a:ln>
          </p:spPr>
        </p:sp>
        <p:sp>
          <p:nvSpPr>
            <p:cNvPr id="171" name="four:scalar-input:grid-cell:171">
              <a:extLst>
                <a:ext uri="{FF2B5EF4-FFF2-40B4-BE49-F238E27FC236}">
                  <ns2:creationId id="{EECC6C8F-AAB5-4820-A43D-418BCA80A448}"/>
                </a:ext>
              </a:extLst>
            </p:cNvPr>
            <p:cNvSpPr>
              <a:spLocks noGrp="1"/>
            </p:cNvSpPr>
            <p:nvPr/>
          </p:nvSpPr>
          <p:spPr>
            <a:xfrm>
              <a:off x="1933575" y="2628900"/>
              <a:ext cx="104966" cy="104966"/>
            </a:xfrm>
            <a:prstGeom prst="rect">
              <a:avLst/>
            </a:prstGeom>
            <a:solidFill>
              <a:srgbClr val="CC79A7"/>
            </a:solidFill>
            <a:ln w="0">
              <a:noFill/>
              <a:prstDash val="solid"/>
            </a:ln>
          </p:spPr>
        </p:sp>
        <p:sp>
          <p:nvSpPr>
            <p:cNvPr id="172" name="four:scalar-input:grid-cell:172">
              <a:extLst>
                <a:ext uri="{FF2B5EF4-FFF2-40B4-BE49-F238E27FC236}">
                  <ns2:creationId id="{4D47CA7D-F691-46FD-9666-E186F57BB0F3}"/>
                </a:ext>
              </a:extLst>
            </p:cNvPr>
            <p:cNvSpPr>
              <a:spLocks noGrp="1"/>
            </p:cNvSpPr>
            <p:nvPr/>
          </p:nvSpPr>
          <p:spPr>
            <a:xfrm>
              <a:off x="2038350" y="2628900"/>
              <a:ext cx="104966" cy="104966"/>
            </a:xfrm>
            <a:prstGeom prst="rect">
              <a:avLst/>
            </a:prstGeom>
            <a:solidFill>
              <a:srgbClr val="D4B4CC"/>
            </a:solidFill>
            <a:ln w="0">
              <a:noFill/>
              <a:prstDash val="solid"/>
            </a:ln>
          </p:spPr>
        </p:sp>
        <p:sp>
          <p:nvSpPr>
            <p:cNvPr id="173" name="four:scalar-input:grid-cell:173">
              <a:extLst>
                <a:ext uri="{FF2B5EF4-FFF2-40B4-BE49-F238E27FC236}">
                  <ns2:creationId id="{4D8EFC70-D4B0-4565-B816-34C1E312FB76}"/>
                </a:ext>
              </a:extLst>
            </p:cNvPr>
            <p:cNvSpPr>
              <a:spLocks noGrp="1"/>
            </p:cNvSpPr>
            <p:nvPr/>
          </p:nvSpPr>
          <p:spPr>
            <a:xfrm>
              <a:off x="2143125" y="2628900"/>
              <a:ext cx="104966" cy="104966"/>
            </a:xfrm>
            <a:prstGeom prst="rect">
              <a:avLst/>
            </a:prstGeom>
            <a:solidFill>
              <a:srgbClr val="D4B4CC"/>
            </a:solidFill>
            <a:ln w="0">
              <a:noFill/>
              <a:prstDash val="solid"/>
            </a:ln>
          </p:spPr>
        </p:sp>
        <p:sp>
          <p:nvSpPr>
            <p:cNvPr id="174" name="four:scalar-input:grid-cell:174">
              <a:extLst>
                <a:ext uri="{FF2B5EF4-FFF2-40B4-BE49-F238E27FC236}">
                  <ns2:creationId id="{845B41C4-9ED4-4A50-80CA-62ABD484019D}"/>
                </a:ext>
              </a:extLst>
            </p:cNvPr>
            <p:cNvSpPr>
              <a:spLocks noGrp="1"/>
            </p:cNvSpPr>
            <p:nvPr/>
          </p:nvSpPr>
          <p:spPr>
            <a:xfrm>
              <a:off x="2247900" y="2628900"/>
              <a:ext cx="104966" cy="104966"/>
            </a:xfrm>
            <a:prstGeom prst="rect">
              <a:avLst/>
            </a:prstGeom>
            <a:solidFill>
              <a:srgbClr val="D4B4CC"/>
            </a:solidFill>
            <a:ln w="0">
              <a:noFill/>
              <a:prstDash val="solid"/>
            </a:ln>
          </p:spPr>
        </p:sp>
        <p:sp>
          <p:nvSpPr>
            <p:cNvPr id="175" name="four:scalar-input:grid-cell:175">
              <a:extLst>
                <a:ext uri="{FF2B5EF4-FFF2-40B4-BE49-F238E27FC236}">
                  <ns2:creationId id="{4E100952-4A6C-4194-B633-8D2AB27D05E0}"/>
                </a:ext>
              </a:extLst>
            </p:cNvPr>
            <p:cNvSpPr>
              <a:spLocks noGrp="1"/>
            </p:cNvSpPr>
            <p:nvPr/>
          </p:nvSpPr>
          <p:spPr>
            <a:xfrm>
              <a:off x="2352675" y="2628900"/>
              <a:ext cx="104966" cy="104966"/>
            </a:xfrm>
            <a:prstGeom prst="rect">
              <a:avLst/>
            </a:prstGeom>
            <a:solidFill>
              <a:srgbClr val="D4B4CC"/>
            </a:solidFill>
            <a:ln w="0">
              <a:noFill/>
              <a:prstDash val="solid"/>
            </a:ln>
          </p:spPr>
        </p:sp>
        <p:sp>
          <p:nvSpPr>
            <p:cNvPr id="176" name="four:scalar-input:grid-cell:176">
              <a:extLst>
                <a:ext uri="{FF2B5EF4-FFF2-40B4-BE49-F238E27FC236}">
                  <ns2:creationId id="{3295D975-7FDE-4FC5-8BA0-FEAB378DDC25}"/>
                </a:ext>
              </a:extLst>
            </p:cNvPr>
            <p:cNvSpPr>
              <a:spLocks noGrp="1"/>
            </p:cNvSpPr>
            <p:nvPr/>
          </p:nvSpPr>
          <p:spPr>
            <a:xfrm>
              <a:off x="361950" y="2733675"/>
              <a:ext cx="104966" cy="104966"/>
            </a:xfrm>
            <a:prstGeom prst="rect">
              <a:avLst/>
            </a:prstGeom>
            <a:solidFill>
              <a:srgbClr val="0072B2"/>
            </a:solidFill>
            <a:ln w="0">
              <a:noFill/>
              <a:prstDash val="solid"/>
            </a:ln>
          </p:spPr>
        </p:sp>
        <p:sp>
          <p:nvSpPr>
            <p:cNvPr id="177" name="four:scalar-input:grid-cell:177">
              <a:extLst>
                <a:ext uri="{FF2B5EF4-FFF2-40B4-BE49-F238E27FC236}">
                  <ns2:creationId id="{012866ED-1894-425D-A44D-A358529F7A89}"/>
                </a:ext>
              </a:extLst>
            </p:cNvPr>
            <p:cNvSpPr>
              <a:spLocks noGrp="1"/>
            </p:cNvSpPr>
            <p:nvPr/>
          </p:nvSpPr>
          <p:spPr>
            <a:xfrm>
              <a:off x="466725" y="2733675"/>
              <a:ext cx="104966" cy="104966"/>
            </a:xfrm>
            <a:prstGeom prst="rect">
              <a:avLst/>
            </a:prstGeom>
            <a:solidFill>
              <a:srgbClr val="0072B2"/>
            </a:solidFill>
            <a:ln w="0">
              <a:noFill/>
              <a:prstDash val="solid"/>
            </a:ln>
          </p:spPr>
        </p:sp>
        <p:sp>
          <p:nvSpPr>
            <p:cNvPr id="178" name="four:scalar-input:grid-cell:178">
              <a:extLst>
                <a:ext uri="{FF2B5EF4-FFF2-40B4-BE49-F238E27FC236}">
                  <ns2:creationId id="{DF40EAA4-F110-4190-900F-5250070F1A0C}"/>
                </a:ext>
              </a:extLst>
            </p:cNvPr>
            <p:cNvSpPr>
              <a:spLocks noGrp="1"/>
            </p:cNvSpPr>
            <p:nvPr/>
          </p:nvSpPr>
          <p:spPr>
            <a:xfrm>
              <a:off x="571500" y="2733675"/>
              <a:ext cx="104966" cy="104966"/>
            </a:xfrm>
            <a:prstGeom prst="rect">
              <a:avLst/>
            </a:prstGeom>
            <a:solidFill>
              <a:srgbClr val="0072B2"/>
            </a:solidFill>
            <a:ln w="0">
              <a:noFill/>
              <a:prstDash val="solid"/>
            </a:ln>
          </p:spPr>
        </p:sp>
        <p:sp>
          <p:nvSpPr>
            <p:cNvPr id="179" name="four:scalar-input:grid-cell:179">
              <a:extLst>
                <a:ext uri="{FF2B5EF4-FFF2-40B4-BE49-F238E27FC236}">
                  <ns2:creationId id="{6D8E216C-7CF8-4D31-8BF6-30D978710618}"/>
                </a:ext>
              </a:extLst>
            </p:cNvPr>
            <p:cNvSpPr>
              <a:spLocks noGrp="1"/>
            </p:cNvSpPr>
            <p:nvPr/>
          </p:nvSpPr>
          <p:spPr>
            <a:xfrm>
              <a:off x="676275" y="2733675"/>
              <a:ext cx="104966" cy="104966"/>
            </a:xfrm>
            <a:prstGeom prst="rect">
              <a:avLst/>
            </a:prstGeom>
            <a:solidFill>
              <a:srgbClr val="0072B2"/>
            </a:solidFill>
            <a:ln w="0">
              <a:noFill/>
              <a:prstDash val="solid"/>
            </a:ln>
          </p:spPr>
        </p:sp>
        <p:sp>
          <p:nvSpPr>
            <p:cNvPr id="180" name="four:scalar-input:grid-cell:180">
              <a:extLst>
                <a:ext uri="{FF2B5EF4-FFF2-40B4-BE49-F238E27FC236}">
                  <ns2:creationId id="{ECB2D872-A3A3-4685-ADA2-70CA7BFFAB1F}"/>
                </a:ext>
              </a:extLst>
            </p:cNvPr>
            <p:cNvSpPr>
              <a:spLocks noGrp="1"/>
            </p:cNvSpPr>
            <p:nvPr/>
          </p:nvSpPr>
          <p:spPr>
            <a:xfrm>
              <a:off x="781050" y="2733675"/>
              <a:ext cx="104966" cy="104966"/>
            </a:xfrm>
            <a:prstGeom prst="rect">
              <a:avLst/>
            </a:prstGeom>
            <a:solidFill>
              <a:srgbClr val="0072B2"/>
            </a:solidFill>
            <a:ln w="0">
              <a:noFill/>
              <a:prstDash val="solid"/>
            </a:ln>
          </p:spPr>
        </p:sp>
        <p:sp>
          <p:nvSpPr>
            <p:cNvPr id="181" name="four:scalar-input:grid-cell:181">
              <a:extLst>
                <a:ext uri="{FF2B5EF4-FFF2-40B4-BE49-F238E27FC236}">
                  <ns2:creationId id="{2436F438-192E-4A42-88B7-1CEB9CADFD3B}"/>
                </a:ext>
              </a:extLst>
            </p:cNvPr>
            <p:cNvSpPr>
              <a:spLocks noGrp="1"/>
            </p:cNvSpPr>
            <p:nvPr/>
          </p:nvSpPr>
          <p:spPr>
            <a:xfrm>
              <a:off x="885825" y="2733675"/>
              <a:ext cx="104966" cy="104966"/>
            </a:xfrm>
            <a:prstGeom prst="rect">
              <a:avLst/>
            </a:prstGeom>
            <a:solidFill>
              <a:srgbClr val="0072B2"/>
            </a:solidFill>
            <a:ln w="0">
              <a:noFill/>
              <a:prstDash val="solid"/>
            </a:ln>
          </p:spPr>
        </p:sp>
        <p:sp>
          <p:nvSpPr>
            <p:cNvPr id="182" name="four:scalar-input:grid-cell:182">
              <a:extLst>
                <a:ext uri="{FF2B5EF4-FFF2-40B4-BE49-F238E27FC236}">
                  <ns2:creationId id="{1C5D366E-D7A8-4199-ACBE-A78699E248F8}"/>
                </a:ext>
              </a:extLst>
            </p:cNvPr>
            <p:cNvSpPr>
              <a:spLocks noGrp="1"/>
            </p:cNvSpPr>
            <p:nvPr/>
          </p:nvSpPr>
          <p:spPr>
            <a:xfrm>
              <a:off x="990600" y="2733675"/>
              <a:ext cx="104966" cy="104966"/>
            </a:xfrm>
            <a:prstGeom prst="rect">
              <a:avLst/>
            </a:prstGeom>
            <a:solidFill>
              <a:srgbClr val="0072B2"/>
            </a:solidFill>
            <a:ln w="0">
              <a:noFill/>
              <a:prstDash val="solid"/>
            </a:ln>
          </p:spPr>
        </p:sp>
        <p:sp>
          <p:nvSpPr>
            <p:cNvPr id="183" name="four:scalar-input:grid-cell:183">
              <a:extLst>
                <a:ext uri="{FF2B5EF4-FFF2-40B4-BE49-F238E27FC236}">
                  <ns2:creationId id="{4F89119F-0D31-4243-B44E-32417BAA90D0}"/>
                </a:ext>
              </a:extLst>
            </p:cNvPr>
            <p:cNvSpPr>
              <a:spLocks noGrp="1"/>
            </p:cNvSpPr>
            <p:nvPr/>
          </p:nvSpPr>
          <p:spPr>
            <a:xfrm>
              <a:off x="1095375" y="2733675"/>
              <a:ext cx="104966" cy="104966"/>
            </a:xfrm>
            <a:prstGeom prst="rect">
              <a:avLst/>
            </a:prstGeom>
            <a:solidFill>
              <a:srgbClr val="0072B2"/>
            </a:solidFill>
            <a:ln w="0">
              <a:noFill/>
              <a:prstDash val="solid"/>
            </a:ln>
          </p:spPr>
        </p:sp>
        <p:sp>
          <p:nvSpPr>
            <p:cNvPr id="184" name="four:scalar-input:grid-cell:184">
              <a:extLst>
                <a:ext uri="{FF2B5EF4-FFF2-40B4-BE49-F238E27FC236}">
                  <ns2:creationId id="{DC8FADD9-D98C-4D10-A7FB-D1CEC44E2E39}"/>
                </a:ext>
              </a:extLst>
            </p:cNvPr>
            <p:cNvSpPr>
              <a:spLocks noGrp="1"/>
            </p:cNvSpPr>
            <p:nvPr/>
          </p:nvSpPr>
          <p:spPr>
            <a:xfrm>
              <a:off x="1200150" y="2733675"/>
              <a:ext cx="104966" cy="104966"/>
            </a:xfrm>
            <a:prstGeom prst="rect">
              <a:avLst/>
            </a:prstGeom>
            <a:solidFill>
              <a:srgbClr val="D4B4CC"/>
            </a:solidFill>
            <a:ln w="0">
              <a:noFill/>
              <a:prstDash val="solid"/>
            </a:ln>
          </p:spPr>
        </p:sp>
        <p:sp>
          <p:nvSpPr>
            <p:cNvPr id="185" name="four:scalar-input:grid-cell:185">
              <a:extLst>
                <a:ext uri="{FF2B5EF4-FFF2-40B4-BE49-F238E27FC236}">
                  <ns2:creationId id="{F6C06C84-0BCD-4DDC-8FE3-9CA352AADFE8}"/>
                </a:ext>
              </a:extLst>
            </p:cNvPr>
            <p:cNvSpPr>
              <a:spLocks noGrp="1"/>
            </p:cNvSpPr>
            <p:nvPr/>
          </p:nvSpPr>
          <p:spPr>
            <a:xfrm>
              <a:off x="1304925" y="2733675"/>
              <a:ext cx="104966" cy="104966"/>
            </a:xfrm>
            <a:prstGeom prst="rect">
              <a:avLst/>
            </a:prstGeom>
            <a:solidFill>
              <a:srgbClr val="D4B4CC"/>
            </a:solidFill>
            <a:ln w="0">
              <a:noFill/>
              <a:prstDash val="solid"/>
            </a:ln>
          </p:spPr>
        </p:sp>
        <p:sp>
          <p:nvSpPr>
            <p:cNvPr id="186" name="four:scalar-input:grid-cell:186">
              <a:extLst>
                <a:ext uri="{FF2B5EF4-FFF2-40B4-BE49-F238E27FC236}">
                  <ns2:creationId id="{C5A94E88-BCA4-4FD8-860D-89AC84EA7B2C}"/>
                </a:ext>
              </a:extLst>
            </p:cNvPr>
            <p:cNvSpPr>
              <a:spLocks noGrp="1"/>
            </p:cNvSpPr>
            <p:nvPr/>
          </p:nvSpPr>
          <p:spPr>
            <a:xfrm>
              <a:off x="1409700" y="2733675"/>
              <a:ext cx="104966" cy="104966"/>
            </a:xfrm>
            <a:prstGeom prst="rect">
              <a:avLst/>
            </a:prstGeom>
            <a:solidFill>
              <a:srgbClr val="D4B4CC"/>
            </a:solidFill>
            <a:ln w="0">
              <a:noFill/>
              <a:prstDash val="solid"/>
            </a:ln>
          </p:spPr>
        </p:sp>
        <p:sp>
          <p:nvSpPr>
            <p:cNvPr id="187" name="four:scalar-input:grid-cell:187">
              <a:extLst>
                <a:ext uri="{FF2B5EF4-FFF2-40B4-BE49-F238E27FC236}">
                  <ns2:creationId id="{3F1810F6-CCED-4A48-B8D1-FF93AEE85445}"/>
                </a:ext>
              </a:extLst>
            </p:cNvPr>
            <p:cNvSpPr>
              <a:spLocks noGrp="1"/>
            </p:cNvSpPr>
            <p:nvPr/>
          </p:nvSpPr>
          <p:spPr>
            <a:xfrm>
              <a:off x="1514475" y="2733675"/>
              <a:ext cx="104966" cy="104966"/>
            </a:xfrm>
            <a:prstGeom prst="rect">
              <a:avLst/>
            </a:prstGeom>
            <a:solidFill>
              <a:srgbClr val="D4B4CC"/>
            </a:solidFill>
            <a:ln w="0">
              <a:noFill/>
              <a:prstDash val="solid"/>
            </a:ln>
          </p:spPr>
        </p:sp>
        <p:sp>
          <p:nvSpPr>
            <p:cNvPr id="188" name="four:scalar-input:grid-cell:188">
              <a:extLst>
                <a:ext uri="{FF2B5EF4-FFF2-40B4-BE49-F238E27FC236}">
                  <ns2:creationId id="{D1EC5C42-93B4-45F8-B5FE-EBCAC68AEFFF}"/>
                </a:ext>
              </a:extLst>
            </p:cNvPr>
            <p:cNvSpPr>
              <a:spLocks noGrp="1"/>
            </p:cNvSpPr>
            <p:nvPr/>
          </p:nvSpPr>
          <p:spPr>
            <a:xfrm>
              <a:off x="1619250" y="2733675"/>
              <a:ext cx="104966" cy="104966"/>
            </a:xfrm>
            <a:prstGeom prst="rect">
              <a:avLst/>
            </a:prstGeom>
            <a:solidFill>
              <a:srgbClr val="D4B4CC"/>
            </a:solidFill>
            <a:ln w="0">
              <a:noFill/>
              <a:prstDash val="solid"/>
            </a:ln>
          </p:spPr>
        </p:sp>
        <p:sp>
          <p:nvSpPr>
            <p:cNvPr id="189" name="four:scalar-input:grid-cell:189">
              <a:extLst>
                <a:ext uri="{FF2B5EF4-FFF2-40B4-BE49-F238E27FC236}">
                  <ns2:creationId id="{495AD81D-0962-462C-8C65-80F11ECCA034}"/>
                </a:ext>
              </a:extLst>
            </p:cNvPr>
            <p:cNvSpPr>
              <a:spLocks noGrp="1"/>
            </p:cNvSpPr>
            <p:nvPr/>
          </p:nvSpPr>
          <p:spPr>
            <a:xfrm>
              <a:off x="1724025" y="2733675"/>
              <a:ext cx="104966" cy="104966"/>
            </a:xfrm>
            <a:prstGeom prst="rect">
              <a:avLst/>
            </a:prstGeom>
            <a:solidFill>
              <a:srgbClr val="D4B4CC"/>
            </a:solidFill>
            <a:ln w="0">
              <a:noFill/>
              <a:prstDash val="solid"/>
            </a:ln>
          </p:spPr>
        </p:sp>
        <p:sp>
          <p:nvSpPr>
            <p:cNvPr id="190" name="four:scalar-input:grid-cell:190">
              <a:extLst>
                <a:ext uri="{FF2B5EF4-FFF2-40B4-BE49-F238E27FC236}">
                  <ns2:creationId id="{00BD98BE-02DF-4BC0-96C0-49B06E7575CE}"/>
                </a:ext>
              </a:extLst>
            </p:cNvPr>
            <p:cNvSpPr>
              <a:spLocks noGrp="1"/>
            </p:cNvSpPr>
            <p:nvPr/>
          </p:nvSpPr>
          <p:spPr>
            <a:xfrm>
              <a:off x="1828800" y="2733675"/>
              <a:ext cx="104966" cy="104966"/>
            </a:xfrm>
            <a:prstGeom prst="rect">
              <a:avLst/>
            </a:prstGeom>
            <a:solidFill>
              <a:srgbClr val="D4B4CC"/>
            </a:solidFill>
            <a:ln w="0">
              <a:noFill/>
              <a:prstDash val="solid"/>
            </a:ln>
          </p:spPr>
        </p:sp>
        <p:sp>
          <p:nvSpPr>
            <p:cNvPr id="191" name="four:scalar-input:grid-cell:191">
              <a:extLst>
                <a:ext uri="{FF2B5EF4-FFF2-40B4-BE49-F238E27FC236}">
                  <ns2:creationId id="{99B61795-E620-4F35-A45E-CF3FE5CFE341}"/>
                </a:ext>
              </a:extLst>
            </p:cNvPr>
            <p:cNvSpPr>
              <a:spLocks noGrp="1"/>
            </p:cNvSpPr>
            <p:nvPr/>
          </p:nvSpPr>
          <p:spPr>
            <a:xfrm>
              <a:off x="1933575" y="2733675"/>
              <a:ext cx="104966" cy="104966"/>
            </a:xfrm>
            <a:prstGeom prst="rect">
              <a:avLst/>
            </a:prstGeom>
            <a:solidFill>
              <a:srgbClr val="D4B4CC"/>
            </a:solidFill>
            <a:ln w="0">
              <a:noFill/>
              <a:prstDash val="solid"/>
            </a:ln>
          </p:spPr>
        </p:sp>
        <p:sp>
          <p:nvSpPr>
            <p:cNvPr id="192" name="four:scalar-input:grid-cell:192">
              <a:extLst>
                <a:ext uri="{FF2B5EF4-FFF2-40B4-BE49-F238E27FC236}">
                  <ns2:creationId id="{11AB2BDF-0492-44E0-A191-634ADD97BF65}"/>
                </a:ext>
              </a:extLst>
            </p:cNvPr>
            <p:cNvSpPr>
              <a:spLocks noGrp="1"/>
            </p:cNvSpPr>
            <p:nvPr/>
          </p:nvSpPr>
          <p:spPr>
            <a:xfrm>
              <a:off x="2038350" y="2733675"/>
              <a:ext cx="104966" cy="104966"/>
            </a:xfrm>
            <a:prstGeom prst="rect">
              <a:avLst/>
            </a:prstGeom>
            <a:solidFill>
              <a:srgbClr val="D4B4CC"/>
            </a:solidFill>
            <a:ln w="0">
              <a:noFill/>
              <a:prstDash val="solid"/>
            </a:ln>
          </p:spPr>
        </p:sp>
        <p:sp>
          <p:nvSpPr>
            <p:cNvPr id="193" name="four:scalar-input:grid-cell:193">
              <a:extLst>
                <a:ext uri="{FF2B5EF4-FFF2-40B4-BE49-F238E27FC236}">
                  <ns2:creationId id="{EB35F9A7-B5C9-4945-96A5-5D71C70F82CF}"/>
                </a:ext>
              </a:extLst>
            </p:cNvPr>
            <p:cNvSpPr>
              <a:spLocks noGrp="1"/>
            </p:cNvSpPr>
            <p:nvPr/>
          </p:nvSpPr>
          <p:spPr>
            <a:xfrm>
              <a:off x="2143125" y="2733675"/>
              <a:ext cx="104966" cy="104966"/>
            </a:xfrm>
            <a:prstGeom prst="rect">
              <a:avLst/>
            </a:prstGeom>
            <a:solidFill>
              <a:srgbClr val="D4B4CC"/>
            </a:solidFill>
            <a:ln w="0">
              <a:noFill/>
              <a:prstDash val="solid"/>
            </a:ln>
          </p:spPr>
        </p:sp>
        <p:sp>
          <p:nvSpPr>
            <p:cNvPr id="194" name="four:scalar-input:grid-cell:194">
              <a:extLst>
                <a:ext uri="{FF2B5EF4-FFF2-40B4-BE49-F238E27FC236}">
                  <ns2:creationId id="{82142DC4-3826-4340-AA2D-9588D0782E2E}"/>
                </a:ext>
              </a:extLst>
            </p:cNvPr>
            <p:cNvSpPr>
              <a:spLocks noGrp="1"/>
            </p:cNvSpPr>
            <p:nvPr/>
          </p:nvSpPr>
          <p:spPr>
            <a:xfrm>
              <a:off x="2247900" y="2733675"/>
              <a:ext cx="104966" cy="104966"/>
            </a:xfrm>
            <a:prstGeom prst="rect">
              <a:avLst/>
            </a:prstGeom>
            <a:solidFill>
              <a:srgbClr val="D4B4CC"/>
            </a:solidFill>
            <a:ln w="0">
              <a:noFill/>
              <a:prstDash val="solid"/>
            </a:ln>
          </p:spPr>
        </p:sp>
        <p:sp>
          <p:nvSpPr>
            <p:cNvPr id="195" name="four:scalar-input:grid-cell:195">
              <a:extLst>
                <a:ext uri="{FF2B5EF4-FFF2-40B4-BE49-F238E27FC236}">
                  <ns2:creationId id="{BF372761-9A00-4026-B9DC-FA7F148F32AE}"/>
                </a:ext>
              </a:extLst>
            </p:cNvPr>
            <p:cNvSpPr>
              <a:spLocks noGrp="1"/>
            </p:cNvSpPr>
            <p:nvPr/>
          </p:nvSpPr>
          <p:spPr>
            <a:xfrm>
              <a:off x="2352675" y="2733675"/>
              <a:ext cx="104966" cy="104966"/>
            </a:xfrm>
            <a:prstGeom prst="rect">
              <a:avLst/>
            </a:prstGeom>
            <a:solidFill>
              <a:srgbClr val="DCE8ED"/>
            </a:solidFill>
            <a:ln w="0">
              <a:noFill/>
              <a:prstDash val="solid"/>
            </a:ln>
          </p:spPr>
        </p:sp>
        <p:sp>
          <p:nvSpPr>
            <p:cNvPr id="196" name="four:scalar-input:grid-cell:196">
              <a:extLst>
                <a:ext uri="{FF2B5EF4-FFF2-40B4-BE49-F238E27FC236}">
                  <ns2:creationId id="{8DE49F79-28AB-44B6-B5D5-710F08545E13}"/>
                </a:ext>
              </a:extLst>
            </p:cNvPr>
            <p:cNvSpPr>
              <a:spLocks noGrp="1"/>
            </p:cNvSpPr>
            <p:nvPr/>
          </p:nvSpPr>
          <p:spPr>
            <a:xfrm>
              <a:off x="361950" y="2838450"/>
              <a:ext cx="104966" cy="104966"/>
            </a:xfrm>
            <a:prstGeom prst="rect">
              <a:avLst/>
            </a:prstGeom>
            <a:solidFill>
              <a:srgbClr val="0072B2"/>
            </a:solidFill>
            <a:ln w="0">
              <a:noFill/>
              <a:prstDash val="solid"/>
            </a:ln>
          </p:spPr>
        </p:sp>
        <p:sp>
          <p:nvSpPr>
            <p:cNvPr id="197" name="four:scalar-input:grid-cell:197">
              <a:extLst>
                <a:ext uri="{FF2B5EF4-FFF2-40B4-BE49-F238E27FC236}">
                  <ns2:creationId id="{29D83377-F7A8-4B78-B2A6-D6AE1A46DD35}"/>
                </a:ext>
              </a:extLst>
            </p:cNvPr>
            <p:cNvSpPr>
              <a:spLocks noGrp="1"/>
            </p:cNvSpPr>
            <p:nvPr/>
          </p:nvSpPr>
          <p:spPr>
            <a:xfrm>
              <a:off x="466725" y="2838450"/>
              <a:ext cx="104966" cy="104966"/>
            </a:xfrm>
            <a:prstGeom prst="rect">
              <a:avLst/>
            </a:prstGeom>
            <a:solidFill>
              <a:srgbClr val="0072B2"/>
            </a:solidFill>
            <a:ln w="0">
              <a:noFill/>
              <a:prstDash val="solid"/>
            </a:ln>
          </p:spPr>
        </p:sp>
        <p:sp>
          <p:nvSpPr>
            <p:cNvPr id="198" name="four:scalar-input:grid-cell:198">
              <a:extLst>
                <a:ext uri="{FF2B5EF4-FFF2-40B4-BE49-F238E27FC236}">
                  <ns2:creationId id="{6DB7A62C-A255-42AB-B672-451AB73EB499}"/>
                </a:ext>
              </a:extLst>
            </p:cNvPr>
            <p:cNvSpPr>
              <a:spLocks noGrp="1"/>
            </p:cNvSpPr>
            <p:nvPr/>
          </p:nvSpPr>
          <p:spPr>
            <a:xfrm>
              <a:off x="571500" y="2838450"/>
              <a:ext cx="104966" cy="104966"/>
            </a:xfrm>
            <a:prstGeom prst="rect">
              <a:avLst/>
            </a:prstGeom>
            <a:solidFill>
              <a:srgbClr val="0072B2"/>
            </a:solidFill>
            <a:ln w="0">
              <a:noFill/>
              <a:prstDash val="solid"/>
            </a:ln>
          </p:spPr>
        </p:sp>
        <p:sp>
          <p:nvSpPr>
            <p:cNvPr id="199" name="four:scalar-input:grid-cell:199">
              <a:extLst>
                <a:ext uri="{FF2B5EF4-FFF2-40B4-BE49-F238E27FC236}">
                  <ns2:creationId id="{2CBE1A42-5711-426E-BAE7-98744BAC8FEC}"/>
                </a:ext>
              </a:extLst>
            </p:cNvPr>
            <p:cNvSpPr>
              <a:spLocks noGrp="1"/>
            </p:cNvSpPr>
            <p:nvPr/>
          </p:nvSpPr>
          <p:spPr>
            <a:xfrm>
              <a:off x="676275" y="2838450"/>
              <a:ext cx="104966" cy="104966"/>
            </a:xfrm>
            <a:prstGeom prst="rect">
              <a:avLst/>
            </a:prstGeom>
            <a:solidFill>
              <a:srgbClr val="0072B2"/>
            </a:solidFill>
            <a:ln w="0">
              <a:noFill/>
              <a:prstDash val="solid"/>
            </a:ln>
          </p:spPr>
        </p:sp>
        <p:sp>
          <p:nvSpPr>
            <p:cNvPr id="200" name="four:scalar-input:grid-cell:200">
              <a:extLst>
                <a:ext uri="{FF2B5EF4-FFF2-40B4-BE49-F238E27FC236}">
                  <ns2:creationId id="{63EC83D3-26A5-43DD-9696-11FCB7CE1CC8}"/>
                </a:ext>
              </a:extLst>
            </p:cNvPr>
            <p:cNvSpPr>
              <a:spLocks noGrp="1"/>
            </p:cNvSpPr>
            <p:nvPr/>
          </p:nvSpPr>
          <p:spPr>
            <a:xfrm>
              <a:off x="781050" y="2838450"/>
              <a:ext cx="104966" cy="104966"/>
            </a:xfrm>
            <a:prstGeom prst="rect">
              <a:avLst/>
            </a:prstGeom>
            <a:solidFill>
              <a:srgbClr val="0072B2"/>
            </a:solidFill>
            <a:ln w="0">
              <a:noFill/>
              <a:prstDash val="solid"/>
            </a:ln>
          </p:spPr>
        </p:sp>
        <p:sp>
          <p:nvSpPr>
            <p:cNvPr id="201" name="four:scalar-input:grid-cell:201">
              <a:extLst>
                <a:ext uri="{FF2B5EF4-FFF2-40B4-BE49-F238E27FC236}">
                  <ns2:creationId id="{6C59894C-E9A6-41F2-9CC8-CBCFB52ECB9F}"/>
                </a:ext>
              </a:extLst>
            </p:cNvPr>
            <p:cNvSpPr>
              <a:spLocks noGrp="1"/>
            </p:cNvSpPr>
            <p:nvPr/>
          </p:nvSpPr>
          <p:spPr>
            <a:xfrm>
              <a:off x="885825" y="2838450"/>
              <a:ext cx="104966" cy="104966"/>
            </a:xfrm>
            <a:prstGeom prst="rect">
              <a:avLst/>
            </a:prstGeom>
            <a:solidFill>
              <a:srgbClr val="0072B2"/>
            </a:solidFill>
            <a:ln w="0">
              <a:noFill/>
              <a:prstDash val="solid"/>
            </a:ln>
          </p:spPr>
        </p:sp>
        <p:sp>
          <p:nvSpPr>
            <p:cNvPr id="202" name="four:scalar-input:grid-cell:202">
              <a:extLst>
                <a:ext uri="{FF2B5EF4-FFF2-40B4-BE49-F238E27FC236}">
                  <ns2:creationId id="{3EBB5C00-5329-496E-8C2A-17C966ABC295}"/>
                </a:ext>
              </a:extLst>
            </p:cNvPr>
            <p:cNvSpPr>
              <a:spLocks noGrp="1"/>
            </p:cNvSpPr>
            <p:nvPr/>
          </p:nvSpPr>
          <p:spPr>
            <a:xfrm>
              <a:off x="990600" y="2838450"/>
              <a:ext cx="104966" cy="104966"/>
            </a:xfrm>
            <a:prstGeom prst="rect">
              <a:avLst/>
            </a:prstGeom>
            <a:solidFill>
              <a:srgbClr val="0072B2"/>
            </a:solidFill>
            <a:ln w="0">
              <a:noFill/>
              <a:prstDash val="solid"/>
            </a:ln>
          </p:spPr>
        </p:sp>
        <p:sp>
          <p:nvSpPr>
            <p:cNvPr id="203" name="four:scalar-input:grid-cell:203">
              <a:extLst>
                <a:ext uri="{FF2B5EF4-FFF2-40B4-BE49-F238E27FC236}">
                  <ns2:creationId id="{1F0F8D37-B107-4B9C-BDD5-89E39969BF20}"/>
                </a:ext>
              </a:extLst>
            </p:cNvPr>
            <p:cNvSpPr>
              <a:spLocks noGrp="1"/>
            </p:cNvSpPr>
            <p:nvPr/>
          </p:nvSpPr>
          <p:spPr>
            <a:xfrm>
              <a:off x="1095375" y="2838450"/>
              <a:ext cx="104966" cy="104966"/>
            </a:xfrm>
            <a:prstGeom prst="rect">
              <a:avLst/>
            </a:prstGeom>
            <a:solidFill>
              <a:srgbClr val="D4B4CC"/>
            </a:solidFill>
            <a:ln w="0">
              <a:noFill/>
              <a:prstDash val="solid"/>
            </a:ln>
          </p:spPr>
        </p:sp>
        <p:sp>
          <p:nvSpPr>
            <p:cNvPr id="204" name="four:scalar-input:grid-cell:204">
              <a:extLst>
                <a:ext uri="{FF2B5EF4-FFF2-40B4-BE49-F238E27FC236}">
                  <ns2:creationId id="{4B2D7D4B-49DC-441A-9CCC-9CAF43BD7D25}"/>
                </a:ext>
              </a:extLst>
            </p:cNvPr>
            <p:cNvSpPr>
              <a:spLocks noGrp="1"/>
            </p:cNvSpPr>
            <p:nvPr/>
          </p:nvSpPr>
          <p:spPr>
            <a:xfrm>
              <a:off x="1200150" y="2838450"/>
              <a:ext cx="104966" cy="104966"/>
            </a:xfrm>
            <a:prstGeom prst="rect">
              <a:avLst/>
            </a:prstGeom>
            <a:solidFill>
              <a:srgbClr val="D4B4CC"/>
            </a:solidFill>
            <a:ln w="0">
              <a:noFill/>
              <a:prstDash val="solid"/>
            </a:ln>
          </p:spPr>
        </p:sp>
        <p:sp>
          <p:nvSpPr>
            <p:cNvPr id="205" name="four:scalar-input:grid-cell:205">
              <a:extLst>
                <a:ext uri="{FF2B5EF4-FFF2-40B4-BE49-F238E27FC236}">
                  <ns2:creationId id="{0EE8B5F7-E770-4786-B218-C76258FAF39D}"/>
                </a:ext>
              </a:extLst>
            </p:cNvPr>
            <p:cNvSpPr>
              <a:spLocks noGrp="1"/>
            </p:cNvSpPr>
            <p:nvPr/>
          </p:nvSpPr>
          <p:spPr>
            <a:xfrm>
              <a:off x="1304925" y="2838450"/>
              <a:ext cx="104966" cy="104966"/>
            </a:xfrm>
            <a:prstGeom prst="rect">
              <a:avLst/>
            </a:prstGeom>
            <a:solidFill>
              <a:srgbClr val="D4B4CC"/>
            </a:solidFill>
            <a:ln w="0">
              <a:noFill/>
              <a:prstDash val="solid"/>
            </a:ln>
          </p:spPr>
        </p:sp>
        <p:sp>
          <p:nvSpPr>
            <p:cNvPr id="206" name="four:scalar-input:grid-cell:206">
              <a:extLst>
                <a:ext uri="{FF2B5EF4-FFF2-40B4-BE49-F238E27FC236}">
                  <ns2:creationId id="{42F520D3-51DD-45C7-B2BE-B35308437BCE}"/>
                </a:ext>
              </a:extLst>
            </p:cNvPr>
            <p:cNvSpPr>
              <a:spLocks noGrp="1"/>
            </p:cNvSpPr>
            <p:nvPr/>
          </p:nvSpPr>
          <p:spPr>
            <a:xfrm>
              <a:off x="1409700" y="2838450"/>
              <a:ext cx="104966" cy="104966"/>
            </a:xfrm>
            <a:prstGeom prst="rect">
              <a:avLst/>
            </a:prstGeom>
            <a:solidFill>
              <a:srgbClr val="D4B4CC"/>
            </a:solidFill>
            <a:ln w="0">
              <a:noFill/>
              <a:prstDash val="solid"/>
            </a:ln>
          </p:spPr>
        </p:sp>
        <p:sp>
          <p:nvSpPr>
            <p:cNvPr id="207" name="four:scalar-input:grid-cell:207">
              <a:extLst>
                <a:ext uri="{FF2B5EF4-FFF2-40B4-BE49-F238E27FC236}">
                  <ns2:creationId id="{8DB4E560-9125-41C4-97FD-1022196C0318}"/>
                </a:ext>
              </a:extLst>
            </p:cNvPr>
            <p:cNvSpPr>
              <a:spLocks noGrp="1"/>
            </p:cNvSpPr>
            <p:nvPr/>
          </p:nvSpPr>
          <p:spPr>
            <a:xfrm>
              <a:off x="1514475" y="2838450"/>
              <a:ext cx="104966" cy="104966"/>
            </a:xfrm>
            <a:prstGeom prst="rect">
              <a:avLst/>
            </a:prstGeom>
            <a:solidFill>
              <a:srgbClr val="D4B4CC"/>
            </a:solidFill>
            <a:ln w="0">
              <a:noFill/>
              <a:prstDash val="solid"/>
            </a:ln>
          </p:spPr>
        </p:sp>
        <p:sp>
          <p:nvSpPr>
            <p:cNvPr id="208" name="four:scalar-input:grid-cell:208">
              <a:extLst>
                <a:ext uri="{FF2B5EF4-FFF2-40B4-BE49-F238E27FC236}">
                  <ns2:creationId id="{462A3642-C09D-4DEE-99A7-D9D92DD097DB}"/>
                </a:ext>
              </a:extLst>
            </p:cNvPr>
            <p:cNvSpPr>
              <a:spLocks noGrp="1"/>
            </p:cNvSpPr>
            <p:nvPr/>
          </p:nvSpPr>
          <p:spPr>
            <a:xfrm>
              <a:off x="1619250" y="2838450"/>
              <a:ext cx="104966" cy="104966"/>
            </a:xfrm>
            <a:prstGeom prst="rect">
              <a:avLst/>
            </a:prstGeom>
            <a:solidFill>
              <a:srgbClr val="D4B4CC"/>
            </a:solidFill>
            <a:ln w="0">
              <a:noFill/>
              <a:prstDash val="solid"/>
            </a:ln>
          </p:spPr>
        </p:sp>
        <p:sp>
          <p:nvSpPr>
            <p:cNvPr id="209" name="four:scalar-input:grid-cell:209">
              <a:extLst>
                <a:ext uri="{FF2B5EF4-FFF2-40B4-BE49-F238E27FC236}">
                  <ns2:creationId id="{B66E52C7-627B-4011-AAA2-D27A76AB8371}"/>
                </a:ext>
              </a:extLst>
            </p:cNvPr>
            <p:cNvSpPr>
              <a:spLocks noGrp="1"/>
            </p:cNvSpPr>
            <p:nvPr/>
          </p:nvSpPr>
          <p:spPr>
            <a:xfrm>
              <a:off x="1724025" y="2838450"/>
              <a:ext cx="104966" cy="104966"/>
            </a:xfrm>
            <a:prstGeom prst="rect">
              <a:avLst/>
            </a:prstGeom>
            <a:solidFill>
              <a:srgbClr val="D4B4CC"/>
            </a:solidFill>
            <a:ln w="0">
              <a:noFill/>
              <a:prstDash val="solid"/>
            </a:ln>
          </p:spPr>
        </p:sp>
        <p:sp>
          <p:nvSpPr>
            <p:cNvPr id="210" name="four:scalar-input:grid-cell:210">
              <a:extLst>
                <a:ext uri="{FF2B5EF4-FFF2-40B4-BE49-F238E27FC236}">
                  <ns2:creationId id="{73D2688D-04F5-4073-9EFC-E3A3C0E99A0A}"/>
                </a:ext>
              </a:extLst>
            </p:cNvPr>
            <p:cNvSpPr>
              <a:spLocks noGrp="1"/>
            </p:cNvSpPr>
            <p:nvPr/>
          </p:nvSpPr>
          <p:spPr>
            <a:xfrm>
              <a:off x="1828800" y="2838450"/>
              <a:ext cx="104966" cy="104966"/>
            </a:xfrm>
            <a:prstGeom prst="rect">
              <a:avLst/>
            </a:prstGeom>
            <a:solidFill>
              <a:srgbClr val="D4B4CC"/>
            </a:solidFill>
            <a:ln w="0">
              <a:noFill/>
              <a:prstDash val="solid"/>
            </a:ln>
          </p:spPr>
        </p:sp>
        <p:sp>
          <p:nvSpPr>
            <p:cNvPr id="211" name="four:scalar-input:grid-cell:211">
              <a:extLst>
                <a:ext uri="{FF2B5EF4-FFF2-40B4-BE49-F238E27FC236}">
                  <ns2:creationId id="{9CB4BA05-FC4F-4815-8F7E-3E29BFB0F4EE}"/>
                </a:ext>
              </a:extLst>
            </p:cNvPr>
            <p:cNvSpPr>
              <a:spLocks noGrp="1"/>
            </p:cNvSpPr>
            <p:nvPr/>
          </p:nvSpPr>
          <p:spPr>
            <a:xfrm>
              <a:off x="1933575" y="2838450"/>
              <a:ext cx="104966" cy="104966"/>
            </a:xfrm>
            <a:prstGeom prst="rect">
              <a:avLst/>
            </a:prstGeom>
            <a:solidFill>
              <a:srgbClr val="D4B4CC"/>
            </a:solidFill>
            <a:ln w="0">
              <a:noFill/>
              <a:prstDash val="solid"/>
            </a:ln>
          </p:spPr>
        </p:sp>
        <p:sp>
          <p:nvSpPr>
            <p:cNvPr id="212" name="four:scalar-input:grid-cell:212">
              <a:extLst>
                <a:ext uri="{FF2B5EF4-FFF2-40B4-BE49-F238E27FC236}">
                  <ns2:creationId id="{66EEFE19-4470-4979-BC7F-F13CD27530ED}"/>
                </a:ext>
              </a:extLst>
            </p:cNvPr>
            <p:cNvSpPr>
              <a:spLocks noGrp="1"/>
            </p:cNvSpPr>
            <p:nvPr/>
          </p:nvSpPr>
          <p:spPr>
            <a:xfrm>
              <a:off x="2038350" y="2838450"/>
              <a:ext cx="104966" cy="104966"/>
            </a:xfrm>
            <a:prstGeom prst="rect">
              <a:avLst/>
            </a:prstGeom>
            <a:solidFill>
              <a:srgbClr val="DCE8ED"/>
            </a:solidFill>
            <a:ln w="0">
              <a:noFill/>
              <a:prstDash val="solid"/>
            </a:ln>
          </p:spPr>
        </p:sp>
        <p:sp>
          <p:nvSpPr>
            <p:cNvPr id="213" name="four:scalar-input:grid-cell:213">
              <a:extLst>
                <a:ext uri="{FF2B5EF4-FFF2-40B4-BE49-F238E27FC236}">
                  <ns2:creationId id="{24A074E8-93B1-4E8F-B568-D6756AA9C785}"/>
                </a:ext>
              </a:extLst>
            </p:cNvPr>
            <p:cNvSpPr>
              <a:spLocks noGrp="1"/>
            </p:cNvSpPr>
            <p:nvPr/>
          </p:nvSpPr>
          <p:spPr>
            <a:xfrm>
              <a:off x="2143125" y="2838450"/>
              <a:ext cx="104966" cy="104966"/>
            </a:xfrm>
            <a:prstGeom prst="rect">
              <a:avLst/>
            </a:prstGeom>
            <a:solidFill>
              <a:srgbClr val="DCE8ED"/>
            </a:solidFill>
            <a:ln w="0">
              <a:noFill/>
              <a:prstDash val="solid"/>
            </a:ln>
          </p:spPr>
        </p:sp>
        <p:sp>
          <p:nvSpPr>
            <p:cNvPr id="214" name="four:scalar-input:grid-cell:214">
              <a:extLst>
                <a:ext uri="{FF2B5EF4-FFF2-40B4-BE49-F238E27FC236}">
                  <ns2:creationId id="{7A3B1D16-B19A-4790-8187-C9C07A6FFF2A}"/>
                </a:ext>
              </a:extLst>
            </p:cNvPr>
            <p:cNvSpPr>
              <a:spLocks noGrp="1"/>
            </p:cNvSpPr>
            <p:nvPr/>
          </p:nvSpPr>
          <p:spPr>
            <a:xfrm>
              <a:off x="2247900" y="2838450"/>
              <a:ext cx="104966" cy="104966"/>
            </a:xfrm>
            <a:prstGeom prst="rect">
              <a:avLst/>
            </a:prstGeom>
            <a:solidFill>
              <a:srgbClr val="DCE8ED"/>
            </a:solidFill>
            <a:ln w="0">
              <a:noFill/>
              <a:prstDash val="solid"/>
            </a:ln>
          </p:spPr>
        </p:sp>
        <p:sp>
          <p:nvSpPr>
            <p:cNvPr id="215" name="four:scalar-input:grid-cell:215">
              <a:extLst>
                <a:ext uri="{FF2B5EF4-FFF2-40B4-BE49-F238E27FC236}">
                  <ns2:creationId id="{FB96A717-0425-43D8-B8BA-4FF89E5B075F}"/>
                </a:ext>
              </a:extLst>
            </p:cNvPr>
            <p:cNvSpPr>
              <a:spLocks noGrp="1"/>
            </p:cNvSpPr>
            <p:nvPr/>
          </p:nvSpPr>
          <p:spPr>
            <a:xfrm>
              <a:off x="2352675" y="2838450"/>
              <a:ext cx="104966" cy="104966"/>
            </a:xfrm>
            <a:prstGeom prst="rect">
              <a:avLst/>
            </a:prstGeom>
            <a:solidFill>
              <a:srgbClr val="DCE8ED"/>
            </a:solidFill>
            <a:ln w="0">
              <a:noFill/>
              <a:prstDash val="solid"/>
            </a:ln>
          </p:spPr>
        </p:sp>
        <p:sp>
          <p:nvSpPr>
            <p:cNvPr id="216" name="four:scalar-input:grid-cell:216">
              <a:extLst>
                <a:ext uri="{FF2B5EF4-FFF2-40B4-BE49-F238E27FC236}">
                  <ns2:creationId id="{A99E420D-E602-4133-8086-39A1CDE14622}"/>
                </a:ext>
              </a:extLst>
            </p:cNvPr>
            <p:cNvSpPr>
              <a:spLocks noGrp="1"/>
            </p:cNvSpPr>
            <p:nvPr/>
          </p:nvSpPr>
          <p:spPr>
            <a:xfrm>
              <a:off x="361950" y="2943225"/>
              <a:ext cx="104966" cy="104966"/>
            </a:xfrm>
            <a:prstGeom prst="rect">
              <a:avLst/>
            </a:prstGeom>
            <a:solidFill>
              <a:srgbClr val="0072B2"/>
            </a:solidFill>
            <a:ln w="0">
              <a:noFill/>
              <a:prstDash val="solid"/>
            </a:ln>
          </p:spPr>
        </p:sp>
        <p:sp>
          <p:nvSpPr>
            <p:cNvPr id="217" name="four:scalar-input:grid-cell:217">
              <a:extLst>
                <a:ext uri="{FF2B5EF4-FFF2-40B4-BE49-F238E27FC236}">
                  <ns2:creationId id="{DC22EA7C-BB94-4DF9-AECE-FA8BD2A7B27A}"/>
                </a:ext>
              </a:extLst>
            </p:cNvPr>
            <p:cNvSpPr>
              <a:spLocks noGrp="1"/>
            </p:cNvSpPr>
            <p:nvPr/>
          </p:nvSpPr>
          <p:spPr>
            <a:xfrm>
              <a:off x="466725" y="2943225"/>
              <a:ext cx="104966" cy="104966"/>
            </a:xfrm>
            <a:prstGeom prst="rect">
              <a:avLst/>
            </a:prstGeom>
            <a:solidFill>
              <a:srgbClr val="0072B2"/>
            </a:solidFill>
            <a:ln w="0">
              <a:noFill/>
              <a:prstDash val="solid"/>
            </a:ln>
          </p:spPr>
        </p:sp>
        <p:sp>
          <p:nvSpPr>
            <p:cNvPr id="218" name="four:scalar-input:grid-cell:218">
              <a:extLst>
                <a:ext uri="{FF2B5EF4-FFF2-40B4-BE49-F238E27FC236}">
                  <ns2:creationId id="{B7E512BB-8B1F-4AEE-AC14-747AEBCB8EB0}"/>
                </a:ext>
              </a:extLst>
            </p:cNvPr>
            <p:cNvSpPr>
              <a:spLocks noGrp="1"/>
            </p:cNvSpPr>
            <p:nvPr/>
          </p:nvSpPr>
          <p:spPr>
            <a:xfrm>
              <a:off x="571500" y="2943225"/>
              <a:ext cx="104966" cy="104966"/>
            </a:xfrm>
            <a:prstGeom prst="rect">
              <a:avLst/>
            </a:prstGeom>
            <a:solidFill>
              <a:srgbClr val="0072B2"/>
            </a:solidFill>
            <a:ln w="0">
              <a:noFill/>
              <a:prstDash val="solid"/>
            </a:ln>
          </p:spPr>
        </p:sp>
        <p:sp>
          <p:nvSpPr>
            <p:cNvPr id="219" name="four:scalar-input:grid-cell:219">
              <a:extLst>
                <a:ext uri="{FF2B5EF4-FFF2-40B4-BE49-F238E27FC236}">
                  <ns2:creationId id="{711D6071-C7CF-4428-B766-30B79DBC91D0}"/>
                </a:ext>
              </a:extLst>
            </p:cNvPr>
            <p:cNvSpPr>
              <a:spLocks noGrp="1"/>
            </p:cNvSpPr>
            <p:nvPr/>
          </p:nvSpPr>
          <p:spPr>
            <a:xfrm>
              <a:off x="676275" y="2943225"/>
              <a:ext cx="104966" cy="104966"/>
            </a:xfrm>
            <a:prstGeom prst="rect">
              <a:avLst/>
            </a:prstGeom>
            <a:solidFill>
              <a:srgbClr val="0072B2"/>
            </a:solidFill>
            <a:ln w="0">
              <a:noFill/>
              <a:prstDash val="solid"/>
            </a:ln>
          </p:spPr>
        </p:sp>
        <p:sp>
          <p:nvSpPr>
            <p:cNvPr id="220" name="four:scalar-input:grid-cell:220">
              <a:extLst>
                <a:ext uri="{FF2B5EF4-FFF2-40B4-BE49-F238E27FC236}">
                  <ns2:creationId id="{937C1D01-B0F9-4A08-82CF-4FCEAB8A3DA7}"/>
                </a:ext>
              </a:extLst>
            </p:cNvPr>
            <p:cNvSpPr>
              <a:spLocks noGrp="1"/>
            </p:cNvSpPr>
            <p:nvPr/>
          </p:nvSpPr>
          <p:spPr>
            <a:xfrm>
              <a:off x="781050" y="2943225"/>
              <a:ext cx="104966" cy="104966"/>
            </a:xfrm>
            <a:prstGeom prst="rect">
              <a:avLst/>
            </a:prstGeom>
            <a:solidFill>
              <a:srgbClr val="0072B2"/>
            </a:solidFill>
            <a:ln w="0">
              <a:noFill/>
              <a:prstDash val="solid"/>
            </a:ln>
          </p:spPr>
        </p:sp>
        <p:sp>
          <p:nvSpPr>
            <p:cNvPr id="221" name="four:scalar-input:grid-cell:221">
              <a:extLst>
                <a:ext uri="{FF2B5EF4-FFF2-40B4-BE49-F238E27FC236}">
                  <ns2:creationId id="{E0CEA335-6080-4D82-AD75-04B437469BD8}"/>
                </a:ext>
              </a:extLst>
            </p:cNvPr>
            <p:cNvSpPr>
              <a:spLocks noGrp="1"/>
            </p:cNvSpPr>
            <p:nvPr/>
          </p:nvSpPr>
          <p:spPr>
            <a:xfrm>
              <a:off x="885825" y="2943225"/>
              <a:ext cx="104966" cy="104966"/>
            </a:xfrm>
            <a:prstGeom prst="rect">
              <a:avLst/>
            </a:prstGeom>
            <a:solidFill>
              <a:srgbClr val="0072B2"/>
            </a:solidFill>
            <a:ln w="0">
              <a:noFill/>
              <a:prstDash val="solid"/>
            </a:ln>
          </p:spPr>
        </p:sp>
        <p:sp>
          <p:nvSpPr>
            <p:cNvPr id="222" name="four:scalar-input:grid-cell:222">
              <a:extLst>
                <a:ext uri="{FF2B5EF4-FFF2-40B4-BE49-F238E27FC236}">
                  <ns2:creationId id="{9C8E9BCF-195E-4446-9D23-C7D74C5B9BE6}"/>
                </a:ext>
              </a:extLst>
            </p:cNvPr>
            <p:cNvSpPr>
              <a:spLocks noGrp="1"/>
            </p:cNvSpPr>
            <p:nvPr/>
          </p:nvSpPr>
          <p:spPr>
            <a:xfrm>
              <a:off x="990600" y="2943225"/>
              <a:ext cx="104966" cy="104966"/>
            </a:xfrm>
            <a:prstGeom prst="rect">
              <a:avLst/>
            </a:prstGeom>
            <a:solidFill>
              <a:srgbClr val="D4B4CC"/>
            </a:solidFill>
            <a:ln w="0">
              <a:noFill/>
              <a:prstDash val="solid"/>
            </a:ln>
          </p:spPr>
        </p:sp>
        <p:sp>
          <p:nvSpPr>
            <p:cNvPr id="223" name="four:scalar-input:grid-cell:223">
              <a:extLst>
                <a:ext uri="{FF2B5EF4-FFF2-40B4-BE49-F238E27FC236}">
                  <ns2:creationId id="{2F90031E-FB0D-4408-9D57-2CAE179D152D}"/>
                </a:ext>
              </a:extLst>
            </p:cNvPr>
            <p:cNvSpPr>
              <a:spLocks noGrp="1"/>
            </p:cNvSpPr>
            <p:nvPr/>
          </p:nvSpPr>
          <p:spPr>
            <a:xfrm>
              <a:off x="1095375" y="2943225"/>
              <a:ext cx="104966" cy="104966"/>
            </a:xfrm>
            <a:prstGeom prst="rect">
              <a:avLst/>
            </a:prstGeom>
            <a:solidFill>
              <a:srgbClr val="D4B4CC"/>
            </a:solidFill>
            <a:ln w="0">
              <a:noFill/>
              <a:prstDash val="solid"/>
            </a:ln>
          </p:spPr>
        </p:sp>
        <p:sp>
          <p:nvSpPr>
            <p:cNvPr id="224" name="four:scalar-input:grid-cell:224">
              <a:extLst>
                <a:ext uri="{FF2B5EF4-FFF2-40B4-BE49-F238E27FC236}">
                  <ns2:creationId id="{F30DBA6D-4072-4EA5-8B78-763543027653}"/>
                </a:ext>
              </a:extLst>
            </p:cNvPr>
            <p:cNvSpPr>
              <a:spLocks noGrp="1"/>
            </p:cNvSpPr>
            <p:nvPr/>
          </p:nvSpPr>
          <p:spPr>
            <a:xfrm>
              <a:off x="1200150" y="2943225"/>
              <a:ext cx="104966" cy="104966"/>
            </a:xfrm>
            <a:prstGeom prst="rect">
              <a:avLst/>
            </a:prstGeom>
            <a:solidFill>
              <a:srgbClr val="D4B4CC"/>
            </a:solidFill>
            <a:ln w="0">
              <a:noFill/>
              <a:prstDash val="solid"/>
            </a:ln>
          </p:spPr>
        </p:sp>
        <p:sp>
          <p:nvSpPr>
            <p:cNvPr id="225" name="four:scalar-input:grid-cell:225">
              <a:extLst>
                <a:ext uri="{FF2B5EF4-FFF2-40B4-BE49-F238E27FC236}">
                  <ns2:creationId id="{5B74191D-C040-412C-B41D-1D518676E254}"/>
                </a:ext>
              </a:extLst>
            </p:cNvPr>
            <p:cNvSpPr>
              <a:spLocks noGrp="1"/>
            </p:cNvSpPr>
            <p:nvPr/>
          </p:nvSpPr>
          <p:spPr>
            <a:xfrm>
              <a:off x="1304925" y="2943225"/>
              <a:ext cx="104966" cy="104966"/>
            </a:xfrm>
            <a:prstGeom prst="rect">
              <a:avLst/>
            </a:prstGeom>
            <a:solidFill>
              <a:srgbClr val="D4B4CC"/>
            </a:solidFill>
            <a:ln w="0">
              <a:noFill/>
              <a:prstDash val="solid"/>
            </a:ln>
          </p:spPr>
        </p:sp>
        <p:sp>
          <p:nvSpPr>
            <p:cNvPr id="226" name="four:scalar-input:grid-cell:226">
              <a:extLst>
                <a:ext uri="{FF2B5EF4-FFF2-40B4-BE49-F238E27FC236}">
                  <ns2:creationId id="{0CA893C6-AD5C-4422-BB9A-D6108118DC55}"/>
                </a:ext>
              </a:extLst>
            </p:cNvPr>
            <p:cNvSpPr>
              <a:spLocks noGrp="1"/>
            </p:cNvSpPr>
            <p:nvPr/>
          </p:nvSpPr>
          <p:spPr>
            <a:xfrm>
              <a:off x="1409700" y="2943225"/>
              <a:ext cx="104966" cy="104966"/>
            </a:xfrm>
            <a:prstGeom prst="rect">
              <a:avLst/>
            </a:prstGeom>
            <a:solidFill>
              <a:srgbClr val="DCE8ED"/>
            </a:solidFill>
            <a:ln w="0">
              <a:noFill/>
              <a:prstDash val="solid"/>
            </a:ln>
          </p:spPr>
        </p:sp>
        <p:sp>
          <p:nvSpPr>
            <p:cNvPr id="227" name="four:scalar-input:grid-cell:227">
              <a:extLst>
                <a:ext uri="{FF2B5EF4-FFF2-40B4-BE49-F238E27FC236}">
                  <ns2:creationId id="{E1A35A22-DFEA-4E9E-BB1A-927FD0F0DB98}"/>
                </a:ext>
              </a:extLst>
            </p:cNvPr>
            <p:cNvSpPr>
              <a:spLocks noGrp="1"/>
            </p:cNvSpPr>
            <p:nvPr/>
          </p:nvSpPr>
          <p:spPr>
            <a:xfrm>
              <a:off x="1514475" y="2943225"/>
              <a:ext cx="104966" cy="104966"/>
            </a:xfrm>
            <a:prstGeom prst="rect">
              <a:avLst/>
            </a:prstGeom>
            <a:solidFill>
              <a:srgbClr val="DCE8ED"/>
            </a:solidFill>
            <a:ln w="0">
              <a:noFill/>
              <a:prstDash val="solid"/>
            </a:ln>
          </p:spPr>
        </p:sp>
        <p:sp>
          <p:nvSpPr>
            <p:cNvPr id="228" name="four:scalar-input:grid-cell:228">
              <a:extLst>
                <a:ext uri="{FF2B5EF4-FFF2-40B4-BE49-F238E27FC236}">
                  <ns2:creationId id="{34ABB0F9-F5A7-40D0-901B-C20FC94978BA}"/>
                </a:ext>
              </a:extLst>
            </p:cNvPr>
            <p:cNvSpPr>
              <a:spLocks noGrp="1"/>
            </p:cNvSpPr>
            <p:nvPr/>
          </p:nvSpPr>
          <p:spPr>
            <a:xfrm>
              <a:off x="1619250" y="2943225"/>
              <a:ext cx="104966" cy="104966"/>
            </a:xfrm>
            <a:prstGeom prst="rect">
              <a:avLst/>
            </a:prstGeom>
            <a:solidFill>
              <a:srgbClr val="DCE8ED"/>
            </a:solidFill>
            <a:ln w="0">
              <a:noFill/>
              <a:prstDash val="solid"/>
            </a:ln>
          </p:spPr>
        </p:sp>
        <p:sp>
          <p:nvSpPr>
            <p:cNvPr id="229" name="four:scalar-input:grid-cell:229">
              <a:extLst>
                <a:ext uri="{FF2B5EF4-FFF2-40B4-BE49-F238E27FC236}">
                  <ns2:creationId id="{3057E3CF-1DD6-43E6-B676-0D9C8B93A349}"/>
                </a:ext>
              </a:extLst>
            </p:cNvPr>
            <p:cNvSpPr>
              <a:spLocks noGrp="1"/>
            </p:cNvSpPr>
            <p:nvPr/>
          </p:nvSpPr>
          <p:spPr>
            <a:xfrm>
              <a:off x="1724025" y="2943225"/>
              <a:ext cx="104966" cy="104966"/>
            </a:xfrm>
            <a:prstGeom prst="rect">
              <a:avLst/>
            </a:prstGeom>
            <a:solidFill>
              <a:srgbClr val="DCE8ED"/>
            </a:solidFill>
            <a:ln w="0">
              <a:noFill/>
              <a:prstDash val="solid"/>
            </a:ln>
          </p:spPr>
        </p:sp>
        <p:sp>
          <p:nvSpPr>
            <p:cNvPr id="230" name="four:scalar-input:grid-cell:230">
              <a:extLst>
                <a:ext uri="{FF2B5EF4-FFF2-40B4-BE49-F238E27FC236}">
                  <ns2:creationId id="{5E270D97-7CB9-4053-989B-81C1302BC56C}"/>
                </a:ext>
              </a:extLst>
            </p:cNvPr>
            <p:cNvSpPr>
              <a:spLocks noGrp="1"/>
            </p:cNvSpPr>
            <p:nvPr/>
          </p:nvSpPr>
          <p:spPr>
            <a:xfrm>
              <a:off x="1828800" y="2943225"/>
              <a:ext cx="104966" cy="104966"/>
            </a:xfrm>
            <a:prstGeom prst="rect">
              <a:avLst/>
            </a:prstGeom>
            <a:solidFill>
              <a:srgbClr val="DCE8ED"/>
            </a:solidFill>
            <a:ln w="0">
              <a:noFill/>
              <a:prstDash val="solid"/>
            </a:ln>
          </p:spPr>
        </p:sp>
        <p:sp>
          <p:nvSpPr>
            <p:cNvPr id="231" name="four:scalar-input:grid-cell:231">
              <a:extLst>
                <a:ext uri="{FF2B5EF4-FFF2-40B4-BE49-F238E27FC236}">
                  <ns2:creationId id="{035AB8A3-AD80-44D7-AC2A-28062FA94B2D}"/>
                </a:ext>
              </a:extLst>
            </p:cNvPr>
            <p:cNvSpPr>
              <a:spLocks noGrp="1"/>
            </p:cNvSpPr>
            <p:nvPr/>
          </p:nvSpPr>
          <p:spPr>
            <a:xfrm>
              <a:off x="1933575" y="2943225"/>
              <a:ext cx="104966" cy="104966"/>
            </a:xfrm>
            <a:prstGeom prst="rect">
              <a:avLst/>
            </a:prstGeom>
            <a:solidFill>
              <a:srgbClr val="DCE8ED"/>
            </a:solidFill>
            <a:ln w="0">
              <a:noFill/>
              <a:prstDash val="solid"/>
            </a:ln>
          </p:spPr>
        </p:sp>
        <p:sp>
          <p:nvSpPr>
            <p:cNvPr id="232" name="four:scalar-input:grid-cell:232">
              <a:extLst>
                <a:ext uri="{FF2B5EF4-FFF2-40B4-BE49-F238E27FC236}">
                  <ns2:creationId id="{25B60161-58F9-429D-9605-5421EC0ADE76}"/>
                </a:ext>
              </a:extLst>
            </p:cNvPr>
            <p:cNvSpPr>
              <a:spLocks noGrp="1"/>
            </p:cNvSpPr>
            <p:nvPr/>
          </p:nvSpPr>
          <p:spPr>
            <a:xfrm>
              <a:off x="2038350" y="2943225"/>
              <a:ext cx="104966" cy="104966"/>
            </a:xfrm>
            <a:prstGeom prst="rect">
              <a:avLst/>
            </a:prstGeom>
            <a:solidFill>
              <a:srgbClr val="DCE8ED"/>
            </a:solidFill>
            <a:ln w="0">
              <a:noFill/>
              <a:prstDash val="solid"/>
            </a:ln>
          </p:spPr>
        </p:sp>
        <p:sp>
          <p:nvSpPr>
            <p:cNvPr id="233" name="four:scalar-input:grid-cell:233">
              <a:extLst>
                <a:ext uri="{FF2B5EF4-FFF2-40B4-BE49-F238E27FC236}">
                  <ns2:creationId id="{5D289EDA-2523-448F-A6AC-F262CA806559}"/>
                </a:ext>
              </a:extLst>
            </p:cNvPr>
            <p:cNvSpPr>
              <a:spLocks noGrp="1"/>
            </p:cNvSpPr>
            <p:nvPr/>
          </p:nvSpPr>
          <p:spPr>
            <a:xfrm>
              <a:off x="2143125" y="2943225"/>
              <a:ext cx="104966" cy="104966"/>
            </a:xfrm>
            <a:prstGeom prst="rect">
              <a:avLst/>
            </a:prstGeom>
            <a:solidFill>
              <a:srgbClr val="DCE8ED"/>
            </a:solidFill>
            <a:ln w="0">
              <a:noFill/>
              <a:prstDash val="solid"/>
            </a:ln>
          </p:spPr>
        </p:sp>
        <p:sp>
          <p:nvSpPr>
            <p:cNvPr id="234" name="four:scalar-input:grid-cell:234">
              <a:extLst>
                <a:ext uri="{FF2B5EF4-FFF2-40B4-BE49-F238E27FC236}">
                  <ns2:creationId id="{9A2FE317-76AF-4C33-85B2-C4ABDADACC2F}"/>
                </a:ext>
              </a:extLst>
            </p:cNvPr>
            <p:cNvSpPr>
              <a:spLocks noGrp="1"/>
            </p:cNvSpPr>
            <p:nvPr/>
          </p:nvSpPr>
          <p:spPr>
            <a:xfrm>
              <a:off x="2247900" y="2943225"/>
              <a:ext cx="104966" cy="104966"/>
            </a:xfrm>
            <a:prstGeom prst="rect">
              <a:avLst/>
            </a:prstGeom>
            <a:solidFill>
              <a:srgbClr val="DCE8ED"/>
            </a:solidFill>
            <a:ln w="0">
              <a:noFill/>
              <a:prstDash val="solid"/>
            </a:ln>
          </p:spPr>
        </p:sp>
        <p:sp>
          <p:nvSpPr>
            <p:cNvPr id="235" name="four:scalar-input:grid-cell:235">
              <a:extLst>
                <a:ext uri="{FF2B5EF4-FFF2-40B4-BE49-F238E27FC236}">
                  <ns2:creationId id="{8C8AABE3-C895-49B4-8E2B-68B3EF4D3E76}"/>
                </a:ext>
              </a:extLst>
            </p:cNvPr>
            <p:cNvSpPr>
              <a:spLocks noGrp="1"/>
            </p:cNvSpPr>
            <p:nvPr/>
          </p:nvSpPr>
          <p:spPr>
            <a:xfrm>
              <a:off x="2352675" y="2943225"/>
              <a:ext cx="104966" cy="104966"/>
            </a:xfrm>
            <a:prstGeom prst="rect">
              <a:avLst/>
            </a:prstGeom>
            <a:solidFill>
              <a:srgbClr val="DCE8ED"/>
            </a:solidFill>
            <a:ln w="0">
              <a:noFill/>
              <a:prstDash val="solid"/>
            </a:ln>
          </p:spPr>
        </p:sp>
        <p:sp>
          <p:nvSpPr>
            <p:cNvPr id="236" name="four:scalar-input:grid-cell:236">
              <a:extLst>
                <a:ext uri="{FF2B5EF4-FFF2-40B4-BE49-F238E27FC236}">
                  <ns2:creationId id="{82464255-D8CC-4937-81D9-E4FD51C77F8F}"/>
                </a:ext>
              </a:extLst>
            </p:cNvPr>
            <p:cNvSpPr>
              <a:spLocks noGrp="1"/>
            </p:cNvSpPr>
            <p:nvPr/>
          </p:nvSpPr>
          <p:spPr>
            <a:xfrm>
              <a:off x="361950" y="3048000"/>
              <a:ext cx="104966" cy="104966"/>
            </a:xfrm>
            <a:prstGeom prst="rect">
              <a:avLst/>
            </a:prstGeom>
            <a:solidFill>
              <a:srgbClr val="0072B2"/>
            </a:solidFill>
            <a:ln w="0">
              <a:noFill/>
              <a:prstDash val="solid"/>
            </a:ln>
          </p:spPr>
        </p:sp>
        <p:sp>
          <p:nvSpPr>
            <p:cNvPr id="237" name="four:scalar-input:grid-cell:237">
              <a:extLst>
                <a:ext uri="{FF2B5EF4-FFF2-40B4-BE49-F238E27FC236}">
                  <ns2:creationId id="{C6DB368A-A4D4-4ABD-BF24-9972CD1F5E28}"/>
                </a:ext>
              </a:extLst>
            </p:cNvPr>
            <p:cNvSpPr>
              <a:spLocks noGrp="1"/>
            </p:cNvSpPr>
            <p:nvPr/>
          </p:nvSpPr>
          <p:spPr>
            <a:xfrm>
              <a:off x="466725" y="3048000"/>
              <a:ext cx="104966" cy="104966"/>
            </a:xfrm>
            <a:prstGeom prst="rect">
              <a:avLst/>
            </a:prstGeom>
            <a:solidFill>
              <a:srgbClr val="0072B2"/>
            </a:solidFill>
            <a:ln w="0">
              <a:noFill/>
              <a:prstDash val="solid"/>
            </a:ln>
          </p:spPr>
        </p:sp>
        <p:sp>
          <p:nvSpPr>
            <p:cNvPr id="238" name="four:scalar-input:grid-cell:238">
              <a:extLst>
                <a:ext uri="{FF2B5EF4-FFF2-40B4-BE49-F238E27FC236}">
                  <ns2:creationId id="{E46A6AA5-C68E-46CC-AE62-BA2F8740F302}"/>
                </a:ext>
              </a:extLst>
            </p:cNvPr>
            <p:cNvSpPr>
              <a:spLocks noGrp="1"/>
            </p:cNvSpPr>
            <p:nvPr/>
          </p:nvSpPr>
          <p:spPr>
            <a:xfrm>
              <a:off x="571500" y="3048000"/>
              <a:ext cx="104966" cy="104966"/>
            </a:xfrm>
            <a:prstGeom prst="rect">
              <a:avLst/>
            </a:prstGeom>
            <a:solidFill>
              <a:srgbClr val="0072B2"/>
            </a:solidFill>
            <a:ln w="0">
              <a:noFill/>
              <a:prstDash val="solid"/>
            </a:ln>
          </p:spPr>
        </p:sp>
        <p:sp>
          <p:nvSpPr>
            <p:cNvPr id="239" name="four:scalar-input:grid-cell:239">
              <a:extLst>
                <a:ext uri="{FF2B5EF4-FFF2-40B4-BE49-F238E27FC236}">
                  <ns2:creationId id="{8D1058DC-BCAD-4AC1-8D89-AB792EFE6535}"/>
                </a:ext>
              </a:extLst>
            </p:cNvPr>
            <p:cNvSpPr>
              <a:spLocks noGrp="1"/>
            </p:cNvSpPr>
            <p:nvPr/>
          </p:nvSpPr>
          <p:spPr>
            <a:xfrm>
              <a:off x="676275" y="3048000"/>
              <a:ext cx="104966" cy="104966"/>
            </a:xfrm>
            <a:prstGeom prst="rect">
              <a:avLst/>
            </a:prstGeom>
            <a:solidFill>
              <a:srgbClr val="0072B2"/>
            </a:solidFill>
            <a:ln w="0">
              <a:noFill/>
              <a:prstDash val="solid"/>
            </a:ln>
          </p:spPr>
        </p:sp>
        <p:sp>
          <p:nvSpPr>
            <p:cNvPr id="240" name="four:scalar-input:grid-cell:240">
              <a:extLst>
                <a:ext uri="{FF2B5EF4-FFF2-40B4-BE49-F238E27FC236}">
                  <ns2:creationId id="{18935CF2-C76D-42E9-BF1C-C32BACEE4599}"/>
                </a:ext>
              </a:extLst>
            </p:cNvPr>
            <p:cNvSpPr>
              <a:spLocks noGrp="1"/>
            </p:cNvSpPr>
            <p:nvPr/>
          </p:nvSpPr>
          <p:spPr>
            <a:xfrm>
              <a:off x="781050" y="3048000"/>
              <a:ext cx="104966" cy="104966"/>
            </a:xfrm>
            <a:prstGeom prst="rect">
              <a:avLst/>
            </a:prstGeom>
            <a:solidFill>
              <a:srgbClr val="0072B2"/>
            </a:solidFill>
            <a:ln w="0">
              <a:noFill/>
              <a:prstDash val="solid"/>
            </a:ln>
          </p:spPr>
        </p:sp>
        <p:sp>
          <p:nvSpPr>
            <p:cNvPr id="241" name="four:scalar-input:grid-cell:241">
              <a:extLst>
                <a:ext uri="{FF2B5EF4-FFF2-40B4-BE49-F238E27FC236}">
                  <ns2:creationId id="{F6114853-9D57-4695-A813-C0E1A15E4385}"/>
                </a:ext>
              </a:extLst>
            </p:cNvPr>
            <p:cNvSpPr>
              <a:spLocks noGrp="1"/>
            </p:cNvSpPr>
            <p:nvPr/>
          </p:nvSpPr>
          <p:spPr>
            <a:xfrm>
              <a:off x="885825" y="3048000"/>
              <a:ext cx="104966" cy="104966"/>
            </a:xfrm>
            <a:prstGeom prst="rect">
              <a:avLst/>
            </a:prstGeom>
            <a:solidFill>
              <a:srgbClr val="D4B4CC"/>
            </a:solidFill>
            <a:ln w="0">
              <a:noFill/>
              <a:prstDash val="solid"/>
            </a:ln>
          </p:spPr>
        </p:sp>
        <p:sp>
          <p:nvSpPr>
            <p:cNvPr id="242" name="four:scalar-input:grid-cell:242">
              <a:extLst>
                <a:ext uri="{FF2B5EF4-FFF2-40B4-BE49-F238E27FC236}">
                  <ns2:creationId id="{6C718AB9-EF34-4CBB-870C-776A2D4B3B67}"/>
                </a:ext>
              </a:extLst>
            </p:cNvPr>
            <p:cNvSpPr>
              <a:spLocks noGrp="1"/>
            </p:cNvSpPr>
            <p:nvPr/>
          </p:nvSpPr>
          <p:spPr>
            <a:xfrm>
              <a:off x="990600" y="3048000"/>
              <a:ext cx="104966" cy="104966"/>
            </a:xfrm>
            <a:prstGeom prst="rect">
              <a:avLst/>
            </a:prstGeom>
            <a:solidFill>
              <a:srgbClr val="D4B4CC"/>
            </a:solidFill>
            <a:ln w="0">
              <a:noFill/>
              <a:prstDash val="solid"/>
            </a:ln>
          </p:spPr>
        </p:sp>
        <p:sp>
          <p:nvSpPr>
            <p:cNvPr id="243" name="four:scalar-input:grid-cell:243">
              <a:extLst>
                <a:ext uri="{FF2B5EF4-FFF2-40B4-BE49-F238E27FC236}">
                  <ns2:creationId id="{152F4BEB-6F62-46E7-B96A-C9FBB71E4548}"/>
                </a:ext>
              </a:extLst>
            </p:cNvPr>
            <p:cNvSpPr>
              <a:spLocks noGrp="1"/>
            </p:cNvSpPr>
            <p:nvPr/>
          </p:nvSpPr>
          <p:spPr>
            <a:xfrm>
              <a:off x="1095375" y="3048000"/>
              <a:ext cx="104966" cy="104966"/>
            </a:xfrm>
            <a:prstGeom prst="rect">
              <a:avLst/>
            </a:prstGeom>
            <a:solidFill>
              <a:srgbClr val="D4B4CC"/>
            </a:solidFill>
            <a:ln w="0">
              <a:noFill/>
              <a:prstDash val="solid"/>
            </a:ln>
          </p:spPr>
        </p:sp>
        <p:sp>
          <p:nvSpPr>
            <p:cNvPr id="244" name="four:scalar-input:grid-cell:244">
              <a:extLst>
                <a:ext uri="{FF2B5EF4-FFF2-40B4-BE49-F238E27FC236}">
                  <ns2:creationId id="{392FCD11-8C8C-42AC-A6CC-3183AAF79D47}"/>
                </a:ext>
              </a:extLst>
            </p:cNvPr>
            <p:cNvSpPr>
              <a:spLocks noGrp="1"/>
            </p:cNvSpPr>
            <p:nvPr/>
          </p:nvSpPr>
          <p:spPr>
            <a:xfrm>
              <a:off x="1200150" y="3048000"/>
              <a:ext cx="104966" cy="104966"/>
            </a:xfrm>
            <a:prstGeom prst="rect">
              <a:avLst/>
            </a:prstGeom>
            <a:solidFill>
              <a:srgbClr val="DCE8ED"/>
            </a:solidFill>
            <a:ln w="0">
              <a:noFill/>
              <a:prstDash val="solid"/>
            </a:ln>
          </p:spPr>
        </p:sp>
        <p:sp>
          <p:nvSpPr>
            <p:cNvPr id="245" name="four:scalar-input:grid-cell:245">
              <a:extLst>
                <a:ext uri="{FF2B5EF4-FFF2-40B4-BE49-F238E27FC236}">
                  <ns2:creationId id="{1E6FDEEA-56F1-4739-B2AC-C7892C4F1159}"/>
                </a:ext>
              </a:extLst>
            </p:cNvPr>
            <p:cNvSpPr>
              <a:spLocks noGrp="1"/>
            </p:cNvSpPr>
            <p:nvPr/>
          </p:nvSpPr>
          <p:spPr>
            <a:xfrm>
              <a:off x="1304925" y="3048000"/>
              <a:ext cx="104966" cy="104966"/>
            </a:xfrm>
            <a:prstGeom prst="rect">
              <a:avLst/>
            </a:prstGeom>
            <a:solidFill>
              <a:srgbClr val="DCE8ED"/>
            </a:solidFill>
            <a:ln w="0">
              <a:noFill/>
              <a:prstDash val="solid"/>
            </a:ln>
          </p:spPr>
        </p:sp>
        <p:sp>
          <p:nvSpPr>
            <p:cNvPr id="246" name="four:scalar-input:grid-cell:246">
              <a:extLst>
                <a:ext uri="{FF2B5EF4-FFF2-40B4-BE49-F238E27FC236}">
                  <ns2:creationId id="{BAE016AB-7055-4FEA-9945-BA7632740925}"/>
                </a:ext>
              </a:extLst>
            </p:cNvPr>
            <p:cNvSpPr>
              <a:spLocks noGrp="1"/>
            </p:cNvSpPr>
            <p:nvPr/>
          </p:nvSpPr>
          <p:spPr>
            <a:xfrm>
              <a:off x="1409700" y="3048000"/>
              <a:ext cx="104966" cy="104966"/>
            </a:xfrm>
            <a:prstGeom prst="rect">
              <a:avLst/>
            </a:prstGeom>
            <a:solidFill>
              <a:srgbClr val="DCE8ED"/>
            </a:solidFill>
            <a:ln w="0">
              <a:noFill/>
              <a:prstDash val="solid"/>
            </a:ln>
          </p:spPr>
        </p:sp>
        <p:sp>
          <p:nvSpPr>
            <p:cNvPr id="247" name="four:scalar-input:grid-cell:247">
              <a:extLst>
                <a:ext uri="{FF2B5EF4-FFF2-40B4-BE49-F238E27FC236}">
                  <ns2:creationId id="{34A88D6E-C774-43DB-8934-4CAF610B7027}"/>
                </a:ext>
              </a:extLst>
            </p:cNvPr>
            <p:cNvSpPr>
              <a:spLocks noGrp="1"/>
            </p:cNvSpPr>
            <p:nvPr/>
          </p:nvSpPr>
          <p:spPr>
            <a:xfrm>
              <a:off x="1514475" y="3048000"/>
              <a:ext cx="104966" cy="104966"/>
            </a:xfrm>
            <a:prstGeom prst="rect">
              <a:avLst/>
            </a:prstGeom>
            <a:solidFill>
              <a:srgbClr val="DCE8ED"/>
            </a:solidFill>
            <a:ln w="0">
              <a:noFill/>
              <a:prstDash val="solid"/>
            </a:ln>
          </p:spPr>
        </p:sp>
        <p:sp>
          <p:nvSpPr>
            <p:cNvPr id="248" name="four:scalar-input:grid-cell:248">
              <a:extLst>
                <a:ext uri="{FF2B5EF4-FFF2-40B4-BE49-F238E27FC236}">
                  <ns2:creationId id="{9B92265B-69F9-4FA3-96F6-0E1FD0BC4853}"/>
                </a:ext>
              </a:extLst>
            </p:cNvPr>
            <p:cNvSpPr>
              <a:spLocks noGrp="1"/>
            </p:cNvSpPr>
            <p:nvPr/>
          </p:nvSpPr>
          <p:spPr>
            <a:xfrm>
              <a:off x="1619250" y="3048000"/>
              <a:ext cx="104966" cy="104966"/>
            </a:xfrm>
            <a:prstGeom prst="rect">
              <a:avLst/>
            </a:prstGeom>
            <a:solidFill>
              <a:srgbClr val="81C9BA"/>
            </a:solidFill>
            <a:ln w="0">
              <a:noFill/>
              <a:prstDash val="solid"/>
            </a:ln>
          </p:spPr>
        </p:sp>
        <p:sp>
          <p:nvSpPr>
            <p:cNvPr id="249" name="four:scalar-input:grid-cell:249">
              <a:extLst>
                <a:ext uri="{FF2B5EF4-FFF2-40B4-BE49-F238E27FC236}">
                  <ns2:creationId id="{928AD833-32CE-468C-AF37-17CD5468BFA2}"/>
                </a:ext>
              </a:extLst>
            </p:cNvPr>
            <p:cNvSpPr>
              <a:spLocks noGrp="1"/>
            </p:cNvSpPr>
            <p:nvPr/>
          </p:nvSpPr>
          <p:spPr>
            <a:xfrm>
              <a:off x="1724025" y="3048000"/>
              <a:ext cx="104966" cy="104966"/>
            </a:xfrm>
            <a:prstGeom prst="rect">
              <a:avLst/>
            </a:prstGeom>
            <a:solidFill>
              <a:srgbClr val="81C9BA"/>
            </a:solidFill>
            <a:ln w="0">
              <a:noFill/>
              <a:prstDash val="solid"/>
            </a:ln>
          </p:spPr>
        </p:sp>
        <p:sp>
          <p:nvSpPr>
            <p:cNvPr id="250" name="four:scalar-input:grid-cell:250">
              <a:extLst>
                <a:ext uri="{FF2B5EF4-FFF2-40B4-BE49-F238E27FC236}">
                  <ns2:creationId id="{78024DA5-E272-4BC5-A930-0B3E5E9D8BA2}"/>
                </a:ext>
              </a:extLst>
            </p:cNvPr>
            <p:cNvSpPr>
              <a:spLocks noGrp="1"/>
            </p:cNvSpPr>
            <p:nvPr/>
          </p:nvSpPr>
          <p:spPr>
            <a:xfrm>
              <a:off x="1828800" y="3048000"/>
              <a:ext cx="104966" cy="104966"/>
            </a:xfrm>
            <a:prstGeom prst="rect">
              <a:avLst/>
            </a:prstGeom>
            <a:solidFill>
              <a:srgbClr val="81C9BA"/>
            </a:solidFill>
            <a:ln w="0">
              <a:noFill/>
              <a:prstDash val="solid"/>
            </a:ln>
          </p:spPr>
        </p:sp>
        <p:sp>
          <p:nvSpPr>
            <p:cNvPr id="251" name="four:scalar-input:grid-cell:251">
              <a:extLst>
                <a:ext uri="{FF2B5EF4-FFF2-40B4-BE49-F238E27FC236}">
                  <ns2:creationId id="{F9C575D0-DF6D-422C-9D32-DAF9011BB156}"/>
                </a:ext>
              </a:extLst>
            </p:cNvPr>
            <p:cNvSpPr>
              <a:spLocks noGrp="1"/>
            </p:cNvSpPr>
            <p:nvPr/>
          </p:nvSpPr>
          <p:spPr>
            <a:xfrm>
              <a:off x="1933575" y="3048000"/>
              <a:ext cx="104966" cy="104966"/>
            </a:xfrm>
            <a:prstGeom prst="rect">
              <a:avLst/>
            </a:prstGeom>
            <a:solidFill>
              <a:srgbClr val="81C9BA"/>
            </a:solidFill>
            <a:ln w="0">
              <a:noFill/>
              <a:prstDash val="solid"/>
            </a:ln>
          </p:spPr>
        </p:sp>
        <p:sp>
          <p:nvSpPr>
            <p:cNvPr id="252" name="four:scalar-input:grid-cell:252">
              <a:extLst>
                <a:ext uri="{FF2B5EF4-FFF2-40B4-BE49-F238E27FC236}">
                  <ns2:creationId id="{68D42E7F-2E74-4B39-84B2-C4E1969D4508}"/>
                </a:ext>
              </a:extLst>
            </p:cNvPr>
            <p:cNvSpPr>
              <a:spLocks noGrp="1"/>
            </p:cNvSpPr>
            <p:nvPr/>
          </p:nvSpPr>
          <p:spPr>
            <a:xfrm>
              <a:off x="2038350" y="3048000"/>
              <a:ext cx="104966" cy="104966"/>
            </a:xfrm>
            <a:prstGeom prst="rect">
              <a:avLst/>
            </a:prstGeom>
            <a:solidFill>
              <a:srgbClr val="81C9BA"/>
            </a:solidFill>
            <a:ln w="0">
              <a:noFill/>
              <a:prstDash val="solid"/>
            </a:ln>
          </p:spPr>
        </p:sp>
        <p:sp>
          <p:nvSpPr>
            <p:cNvPr id="253" name="four:scalar-input:grid-cell:253">
              <a:extLst>
                <a:ext uri="{FF2B5EF4-FFF2-40B4-BE49-F238E27FC236}">
                  <ns2:creationId id="{784B63FD-C183-4C9F-BB5F-7FACC7F383E8}"/>
                </a:ext>
              </a:extLst>
            </p:cNvPr>
            <p:cNvSpPr>
              <a:spLocks noGrp="1"/>
            </p:cNvSpPr>
            <p:nvPr/>
          </p:nvSpPr>
          <p:spPr>
            <a:xfrm>
              <a:off x="2143125" y="3048000"/>
              <a:ext cx="104966" cy="104966"/>
            </a:xfrm>
            <a:prstGeom prst="rect">
              <a:avLst/>
            </a:prstGeom>
            <a:solidFill>
              <a:srgbClr val="81C9BA"/>
            </a:solidFill>
            <a:ln w="0">
              <a:noFill/>
              <a:prstDash val="solid"/>
            </a:ln>
          </p:spPr>
        </p:sp>
        <p:sp>
          <p:nvSpPr>
            <p:cNvPr id="254" name="four:scalar-input:grid-cell:254">
              <a:extLst>
                <a:ext uri="{FF2B5EF4-FFF2-40B4-BE49-F238E27FC236}">
                  <ns2:creationId id="{05825FB8-4099-4B65-AFEF-97E67F6031EA}"/>
                </a:ext>
              </a:extLst>
            </p:cNvPr>
            <p:cNvSpPr>
              <a:spLocks noGrp="1"/>
            </p:cNvSpPr>
            <p:nvPr/>
          </p:nvSpPr>
          <p:spPr>
            <a:xfrm>
              <a:off x="2247900" y="3048000"/>
              <a:ext cx="104966" cy="104966"/>
            </a:xfrm>
            <a:prstGeom prst="rect">
              <a:avLst/>
            </a:prstGeom>
            <a:solidFill>
              <a:srgbClr val="DCE8ED"/>
            </a:solidFill>
            <a:ln w="0">
              <a:noFill/>
              <a:prstDash val="solid"/>
            </a:ln>
          </p:spPr>
        </p:sp>
        <p:sp>
          <p:nvSpPr>
            <p:cNvPr id="255" name="four:scalar-input:grid-cell:255">
              <a:extLst>
                <a:ext uri="{FF2B5EF4-FFF2-40B4-BE49-F238E27FC236}">
                  <ns2:creationId id="{45F9621A-7446-4D2D-9AF9-E69109EEECE2}"/>
                </a:ext>
              </a:extLst>
            </p:cNvPr>
            <p:cNvSpPr>
              <a:spLocks noGrp="1"/>
            </p:cNvSpPr>
            <p:nvPr/>
          </p:nvSpPr>
          <p:spPr>
            <a:xfrm>
              <a:off x="2352675" y="3048000"/>
              <a:ext cx="104966" cy="104966"/>
            </a:xfrm>
            <a:prstGeom prst="rect">
              <a:avLst/>
            </a:prstGeom>
            <a:solidFill>
              <a:srgbClr val="DCE8ED"/>
            </a:solidFill>
            <a:ln w="0">
              <a:noFill/>
              <a:prstDash val="solid"/>
            </a:ln>
          </p:spPr>
        </p:sp>
        <p:sp>
          <p:nvSpPr>
            <p:cNvPr id="256" name="four:scalar-input:grid-cell:256">
              <a:extLst>
                <a:ext uri="{FF2B5EF4-FFF2-40B4-BE49-F238E27FC236}">
                  <ns2:creationId id="{0BC1C154-7005-4C74-AA18-E1DEED17F666}"/>
                </a:ext>
              </a:extLst>
            </p:cNvPr>
            <p:cNvSpPr>
              <a:spLocks noGrp="1"/>
            </p:cNvSpPr>
            <p:nvPr/>
          </p:nvSpPr>
          <p:spPr>
            <a:xfrm>
              <a:off x="361950" y="3152775"/>
              <a:ext cx="104966" cy="104966"/>
            </a:xfrm>
            <a:prstGeom prst="rect">
              <a:avLst/>
            </a:prstGeom>
            <a:solidFill>
              <a:srgbClr val="D4B4CC"/>
            </a:solidFill>
            <a:ln w="0">
              <a:noFill/>
              <a:prstDash val="solid"/>
            </a:ln>
          </p:spPr>
        </p:sp>
        <p:sp>
          <p:nvSpPr>
            <p:cNvPr id="257" name="four:scalar-input:grid-cell:257">
              <a:extLst>
                <a:ext uri="{FF2B5EF4-FFF2-40B4-BE49-F238E27FC236}">
                  <ns2:creationId id="{D931A78A-4476-4EB3-BD60-686F279B2E5B}"/>
                </a:ext>
              </a:extLst>
            </p:cNvPr>
            <p:cNvSpPr>
              <a:spLocks noGrp="1"/>
            </p:cNvSpPr>
            <p:nvPr/>
          </p:nvSpPr>
          <p:spPr>
            <a:xfrm>
              <a:off x="466725" y="3152775"/>
              <a:ext cx="104966" cy="104966"/>
            </a:xfrm>
            <a:prstGeom prst="rect">
              <a:avLst/>
            </a:prstGeom>
            <a:solidFill>
              <a:srgbClr val="0072B2"/>
            </a:solidFill>
            <a:ln w="0">
              <a:noFill/>
              <a:prstDash val="solid"/>
            </a:ln>
          </p:spPr>
        </p:sp>
        <p:sp>
          <p:nvSpPr>
            <p:cNvPr id="258" name="four:scalar-input:grid-cell:258">
              <a:extLst>
                <a:ext uri="{FF2B5EF4-FFF2-40B4-BE49-F238E27FC236}">
                  <ns2:creationId id="{5426BAB5-797B-4FEB-9286-E0E5824C6E6B}"/>
                </a:ext>
              </a:extLst>
            </p:cNvPr>
            <p:cNvSpPr>
              <a:spLocks noGrp="1"/>
            </p:cNvSpPr>
            <p:nvPr/>
          </p:nvSpPr>
          <p:spPr>
            <a:xfrm>
              <a:off x="571500" y="3152775"/>
              <a:ext cx="104966" cy="104966"/>
            </a:xfrm>
            <a:prstGeom prst="rect">
              <a:avLst/>
            </a:prstGeom>
            <a:solidFill>
              <a:srgbClr val="0072B2"/>
            </a:solidFill>
            <a:ln w="0">
              <a:noFill/>
              <a:prstDash val="solid"/>
            </a:ln>
          </p:spPr>
        </p:sp>
        <p:sp>
          <p:nvSpPr>
            <p:cNvPr id="259" name="four:scalar-input:grid-cell:259">
              <a:extLst>
                <a:ext uri="{FF2B5EF4-FFF2-40B4-BE49-F238E27FC236}">
                  <ns2:creationId id="{6C5B8CFE-A8F1-4253-9DFA-721144D0CE5F}"/>
                </a:ext>
              </a:extLst>
            </p:cNvPr>
            <p:cNvSpPr>
              <a:spLocks noGrp="1"/>
            </p:cNvSpPr>
            <p:nvPr/>
          </p:nvSpPr>
          <p:spPr>
            <a:xfrm>
              <a:off x="676275" y="3152775"/>
              <a:ext cx="104966" cy="104966"/>
            </a:xfrm>
            <a:prstGeom prst="rect">
              <a:avLst/>
            </a:prstGeom>
            <a:solidFill>
              <a:srgbClr val="D4B4CC"/>
            </a:solidFill>
            <a:ln w="0">
              <a:noFill/>
              <a:prstDash val="solid"/>
            </a:ln>
          </p:spPr>
        </p:sp>
        <p:sp>
          <p:nvSpPr>
            <p:cNvPr id="260" name="four:scalar-input:grid-cell:260">
              <a:extLst>
                <a:ext uri="{FF2B5EF4-FFF2-40B4-BE49-F238E27FC236}">
                  <ns2:creationId id="{A184984D-1740-4D38-B54F-8C20C03DA3D0}"/>
                </a:ext>
              </a:extLst>
            </p:cNvPr>
            <p:cNvSpPr>
              <a:spLocks noGrp="1"/>
            </p:cNvSpPr>
            <p:nvPr/>
          </p:nvSpPr>
          <p:spPr>
            <a:xfrm>
              <a:off x="781050" y="3152775"/>
              <a:ext cx="104966" cy="104966"/>
            </a:xfrm>
            <a:prstGeom prst="rect">
              <a:avLst/>
            </a:prstGeom>
            <a:solidFill>
              <a:srgbClr val="D4B4CC"/>
            </a:solidFill>
            <a:ln w="0">
              <a:noFill/>
              <a:prstDash val="solid"/>
            </a:ln>
          </p:spPr>
        </p:sp>
        <p:sp>
          <p:nvSpPr>
            <p:cNvPr id="261" name="four:scalar-input:grid-cell:261">
              <a:extLst>
                <a:ext uri="{FF2B5EF4-FFF2-40B4-BE49-F238E27FC236}">
                  <ns2:creationId id="{9E81B922-076F-4216-96C1-78555EEF04D3}"/>
                </a:ext>
              </a:extLst>
            </p:cNvPr>
            <p:cNvSpPr>
              <a:spLocks noGrp="1"/>
            </p:cNvSpPr>
            <p:nvPr/>
          </p:nvSpPr>
          <p:spPr>
            <a:xfrm>
              <a:off x="885825" y="3152775"/>
              <a:ext cx="104966" cy="104966"/>
            </a:xfrm>
            <a:prstGeom prst="rect">
              <a:avLst/>
            </a:prstGeom>
            <a:solidFill>
              <a:srgbClr val="D4B4CC"/>
            </a:solidFill>
            <a:ln w="0">
              <a:noFill/>
              <a:prstDash val="solid"/>
            </a:ln>
          </p:spPr>
        </p:sp>
        <p:sp>
          <p:nvSpPr>
            <p:cNvPr id="262" name="four:scalar-input:grid-cell:262">
              <a:extLst>
                <a:ext uri="{FF2B5EF4-FFF2-40B4-BE49-F238E27FC236}">
                  <ns2:creationId id="{8FD51856-FDA8-4126-8D65-7740B0F13635}"/>
                </a:ext>
              </a:extLst>
            </p:cNvPr>
            <p:cNvSpPr>
              <a:spLocks noGrp="1"/>
            </p:cNvSpPr>
            <p:nvPr/>
          </p:nvSpPr>
          <p:spPr>
            <a:xfrm>
              <a:off x="990600" y="3152775"/>
              <a:ext cx="104966" cy="104966"/>
            </a:xfrm>
            <a:prstGeom prst="rect">
              <a:avLst/>
            </a:prstGeom>
            <a:solidFill>
              <a:srgbClr val="D4B4CC"/>
            </a:solidFill>
            <a:ln w="0">
              <a:noFill/>
              <a:prstDash val="solid"/>
            </a:ln>
          </p:spPr>
        </p:sp>
        <p:sp>
          <p:nvSpPr>
            <p:cNvPr id="263" name="four:scalar-input:grid-cell:263">
              <a:extLst>
                <a:ext uri="{FF2B5EF4-FFF2-40B4-BE49-F238E27FC236}">
                  <ns2:creationId id="{A8EB1901-D2E8-41DB-8963-82535FF5A795}"/>
                </a:ext>
              </a:extLst>
            </p:cNvPr>
            <p:cNvSpPr>
              <a:spLocks noGrp="1"/>
            </p:cNvSpPr>
            <p:nvPr/>
          </p:nvSpPr>
          <p:spPr>
            <a:xfrm>
              <a:off x="1095375" y="3152775"/>
              <a:ext cx="104966" cy="104966"/>
            </a:xfrm>
            <a:prstGeom prst="rect">
              <a:avLst/>
            </a:prstGeom>
            <a:solidFill>
              <a:srgbClr val="DCE8ED"/>
            </a:solidFill>
            <a:ln w="0">
              <a:noFill/>
              <a:prstDash val="solid"/>
            </a:ln>
          </p:spPr>
        </p:sp>
        <p:sp>
          <p:nvSpPr>
            <p:cNvPr id="264" name="four:scalar-input:grid-cell:264">
              <a:extLst>
                <a:ext uri="{FF2B5EF4-FFF2-40B4-BE49-F238E27FC236}">
                  <ns2:creationId id="{783D71F8-6061-40AB-9074-31ACB9070D4B}"/>
                </a:ext>
              </a:extLst>
            </p:cNvPr>
            <p:cNvSpPr>
              <a:spLocks noGrp="1"/>
            </p:cNvSpPr>
            <p:nvPr/>
          </p:nvSpPr>
          <p:spPr>
            <a:xfrm>
              <a:off x="1200150" y="3152775"/>
              <a:ext cx="104966" cy="104966"/>
            </a:xfrm>
            <a:prstGeom prst="rect">
              <a:avLst/>
            </a:prstGeom>
            <a:solidFill>
              <a:srgbClr val="DCE8ED"/>
            </a:solidFill>
            <a:ln w="0">
              <a:noFill/>
              <a:prstDash val="solid"/>
            </a:ln>
          </p:spPr>
        </p:sp>
        <p:sp>
          <p:nvSpPr>
            <p:cNvPr id="265" name="four:scalar-input:grid-cell:265">
              <a:extLst>
                <a:ext uri="{FF2B5EF4-FFF2-40B4-BE49-F238E27FC236}">
                  <ns2:creationId id="{D7FF423F-CD30-4A0F-B27D-4E5554BDA55F}"/>
                </a:ext>
              </a:extLst>
            </p:cNvPr>
            <p:cNvSpPr>
              <a:spLocks noGrp="1"/>
            </p:cNvSpPr>
            <p:nvPr/>
          </p:nvSpPr>
          <p:spPr>
            <a:xfrm>
              <a:off x="1304925" y="3152775"/>
              <a:ext cx="104966" cy="104966"/>
            </a:xfrm>
            <a:prstGeom prst="rect">
              <a:avLst/>
            </a:prstGeom>
            <a:solidFill>
              <a:srgbClr val="81C9BA"/>
            </a:solidFill>
            <a:ln w="0">
              <a:noFill/>
              <a:prstDash val="solid"/>
            </a:ln>
          </p:spPr>
        </p:sp>
        <p:sp>
          <p:nvSpPr>
            <p:cNvPr id="266" name="four:scalar-input:grid-cell:266">
              <a:extLst>
                <a:ext uri="{FF2B5EF4-FFF2-40B4-BE49-F238E27FC236}">
                  <ns2:creationId id="{EC4FAE0C-9E8E-4FF0-8A81-B509DAC1C783}"/>
                </a:ext>
              </a:extLst>
            </p:cNvPr>
            <p:cNvSpPr>
              <a:spLocks noGrp="1"/>
            </p:cNvSpPr>
            <p:nvPr/>
          </p:nvSpPr>
          <p:spPr>
            <a:xfrm>
              <a:off x="1409700" y="3152775"/>
              <a:ext cx="104966" cy="104966"/>
            </a:xfrm>
            <a:prstGeom prst="rect">
              <a:avLst/>
            </a:prstGeom>
            <a:solidFill>
              <a:srgbClr val="81C9BA"/>
            </a:solidFill>
            <a:ln w="0">
              <a:noFill/>
              <a:prstDash val="solid"/>
            </a:ln>
          </p:spPr>
        </p:sp>
        <p:sp>
          <p:nvSpPr>
            <p:cNvPr id="267" name="four:scalar-input:grid-cell:267">
              <a:extLst>
                <a:ext uri="{FF2B5EF4-FFF2-40B4-BE49-F238E27FC236}">
                  <ns2:creationId id="{535E09D8-5444-4F8A-958F-8456E777AF90}"/>
                </a:ext>
              </a:extLst>
            </p:cNvPr>
            <p:cNvSpPr>
              <a:spLocks noGrp="1"/>
            </p:cNvSpPr>
            <p:nvPr/>
          </p:nvSpPr>
          <p:spPr>
            <a:xfrm>
              <a:off x="1514475" y="3152775"/>
              <a:ext cx="104966" cy="104966"/>
            </a:xfrm>
            <a:prstGeom prst="rect">
              <a:avLst/>
            </a:prstGeom>
            <a:solidFill>
              <a:srgbClr val="81C9BA"/>
            </a:solidFill>
            <a:ln w="0">
              <a:noFill/>
              <a:prstDash val="solid"/>
            </a:ln>
          </p:spPr>
        </p:sp>
        <p:sp>
          <p:nvSpPr>
            <p:cNvPr id="268" name="four:scalar-input:grid-cell:268">
              <a:extLst>
                <a:ext uri="{FF2B5EF4-FFF2-40B4-BE49-F238E27FC236}">
                  <ns2:creationId id="{7E161688-92F8-4BC0-A0B0-3D7B6CE14043}"/>
                </a:ext>
              </a:extLst>
            </p:cNvPr>
            <p:cNvSpPr>
              <a:spLocks noGrp="1"/>
            </p:cNvSpPr>
            <p:nvPr/>
          </p:nvSpPr>
          <p:spPr>
            <a:xfrm>
              <a:off x="1619250" y="3152775"/>
              <a:ext cx="104966" cy="104966"/>
            </a:xfrm>
            <a:prstGeom prst="rect">
              <a:avLst/>
            </a:prstGeom>
            <a:solidFill>
              <a:srgbClr val="81C9BA"/>
            </a:solidFill>
            <a:ln w="0">
              <a:noFill/>
              <a:prstDash val="solid"/>
            </a:ln>
          </p:spPr>
        </p:sp>
        <p:sp>
          <p:nvSpPr>
            <p:cNvPr id="269" name="four:scalar-input:grid-cell:269">
              <a:extLst>
                <a:ext uri="{FF2B5EF4-FFF2-40B4-BE49-F238E27FC236}">
                  <ns2:creationId id="{FE0A972E-DD35-4959-A988-F2D7B7FB4017}"/>
                </a:ext>
              </a:extLst>
            </p:cNvPr>
            <p:cNvSpPr>
              <a:spLocks noGrp="1"/>
            </p:cNvSpPr>
            <p:nvPr/>
          </p:nvSpPr>
          <p:spPr>
            <a:xfrm>
              <a:off x="1724025" y="3152775"/>
              <a:ext cx="104966" cy="104966"/>
            </a:xfrm>
            <a:prstGeom prst="rect">
              <a:avLst/>
            </a:prstGeom>
            <a:solidFill>
              <a:srgbClr val="81C9BA"/>
            </a:solidFill>
            <a:ln w="0">
              <a:noFill/>
              <a:prstDash val="solid"/>
            </a:ln>
          </p:spPr>
        </p:sp>
        <p:sp>
          <p:nvSpPr>
            <p:cNvPr id="270" name="four:scalar-input:grid-cell:270">
              <a:extLst>
                <a:ext uri="{FF2B5EF4-FFF2-40B4-BE49-F238E27FC236}">
                  <ns2:creationId id="{43E59D14-7DD8-47BB-84FE-DF3D5B5BCA5F}"/>
                </a:ext>
              </a:extLst>
            </p:cNvPr>
            <p:cNvSpPr>
              <a:spLocks noGrp="1"/>
            </p:cNvSpPr>
            <p:nvPr/>
          </p:nvSpPr>
          <p:spPr>
            <a:xfrm>
              <a:off x="1828800" y="3152775"/>
              <a:ext cx="104966" cy="104966"/>
            </a:xfrm>
            <a:prstGeom prst="rect">
              <a:avLst/>
            </a:prstGeom>
            <a:solidFill>
              <a:srgbClr val="81C9BA"/>
            </a:solidFill>
            <a:ln w="0">
              <a:noFill/>
              <a:prstDash val="solid"/>
            </a:ln>
          </p:spPr>
        </p:sp>
        <p:sp>
          <p:nvSpPr>
            <p:cNvPr id="271" name="four:scalar-input:grid-cell:271">
              <a:extLst>
                <a:ext uri="{FF2B5EF4-FFF2-40B4-BE49-F238E27FC236}">
                  <ns2:creationId id="{48564E94-9F6D-4680-BFEF-F163CBD3326C}"/>
                </a:ext>
              </a:extLst>
            </p:cNvPr>
            <p:cNvSpPr>
              <a:spLocks noGrp="1"/>
            </p:cNvSpPr>
            <p:nvPr/>
          </p:nvSpPr>
          <p:spPr>
            <a:xfrm>
              <a:off x="1933575" y="3152775"/>
              <a:ext cx="104966" cy="104966"/>
            </a:xfrm>
            <a:prstGeom prst="rect">
              <a:avLst/>
            </a:prstGeom>
            <a:solidFill>
              <a:srgbClr val="81C9BA"/>
            </a:solidFill>
            <a:ln w="0">
              <a:noFill/>
              <a:prstDash val="solid"/>
            </a:ln>
          </p:spPr>
        </p:sp>
        <p:sp>
          <p:nvSpPr>
            <p:cNvPr id="272" name="four:scalar-input:grid-cell:272">
              <a:extLst>
                <a:ext uri="{FF2B5EF4-FFF2-40B4-BE49-F238E27FC236}">
                  <ns2:creationId id="{5568321B-4994-4658-BF53-B8DBF3D13886}"/>
                </a:ext>
              </a:extLst>
            </p:cNvPr>
            <p:cNvSpPr>
              <a:spLocks noGrp="1"/>
            </p:cNvSpPr>
            <p:nvPr/>
          </p:nvSpPr>
          <p:spPr>
            <a:xfrm>
              <a:off x="2038350" y="3152775"/>
              <a:ext cx="104966" cy="104966"/>
            </a:xfrm>
            <a:prstGeom prst="rect">
              <a:avLst/>
            </a:prstGeom>
            <a:solidFill>
              <a:srgbClr val="81C9BA"/>
            </a:solidFill>
            <a:ln w="0">
              <a:noFill/>
              <a:prstDash val="solid"/>
            </a:ln>
          </p:spPr>
        </p:sp>
        <p:sp>
          <p:nvSpPr>
            <p:cNvPr id="273" name="four:scalar-input:grid-cell:273">
              <a:extLst>
                <a:ext uri="{FF2B5EF4-FFF2-40B4-BE49-F238E27FC236}">
                  <ns2:creationId id="{A72ED13D-B44B-4269-AB5E-279FF84189DC}"/>
                </a:ext>
              </a:extLst>
            </p:cNvPr>
            <p:cNvSpPr>
              <a:spLocks noGrp="1"/>
            </p:cNvSpPr>
            <p:nvPr/>
          </p:nvSpPr>
          <p:spPr>
            <a:xfrm>
              <a:off x="2143125" y="3152775"/>
              <a:ext cx="104966" cy="104966"/>
            </a:xfrm>
            <a:prstGeom prst="rect">
              <a:avLst/>
            </a:prstGeom>
            <a:solidFill>
              <a:srgbClr val="81C9BA"/>
            </a:solidFill>
            <a:ln w="0">
              <a:noFill/>
              <a:prstDash val="solid"/>
            </a:ln>
          </p:spPr>
        </p:sp>
        <p:sp>
          <p:nvSpPr>
            <p:cNvPr id="274" name="four:scalar-input:grid-cell:274">
              <a:extLst>
                <a:ext uri="{FF2B5EF4-FFF2-40B4-BE49-F238E27FC236}">
                  <ns2:creationId id="{6BCF3558-AEB5-4B56-92F3-0C62C2B9B808}"/>
                </a:ext>
              </a:extLst>
            </p:cNvPr>
            <p:cNvSpPr>
              <a:spLocks noGrp="1"/>
            </p:cNvSpPr>
            <p:nvPr/>
          </p:nvSpPr>
          <p:spPr>
            <a:xfrm>
              <a:off x="2247900" y="3152775"/>
              <a:ext cx="104966" cy="104966"/>
            </a:xfrm>
            <a:prstGeom prst="rect">
              <a:avLst/>
            </a:prstGeom>
            <a:solidFill>
              <a:srgbClr val="81C9BA"/>
            </a:solidFill>
            <a:ln w="0">
              <a:noFill/>
              <a:prstDash val="solid"/>
            </a:ln>
          </p:spPr>
        </p:sp>
        <p:sp>
          <p:nvSpPr>
            <p:cNvPr id="275" name="four:scalar-input:grid-cell:275">
              <a:extLst>
                <a:ext uri="{FF2B5EF4-FFF2-40B4-BE49-F238E27FC236}">
                  <ns2:creationId id="{84892BA5-CBD7-4926-86DA-66C3A364FAC2}"/>
                </a:ext>
              </a:extLst>
            </p:cNvPr>
            <p:cNvSpPr>
              <a:spLocks noGrp="1"/>
            </p:cNvSpPr>
            <p:nvPr/>
          </p:nvSpPr>
          <p:spPr>
            <a:xfrm>
              <a:off x="2352675" y="3152775"/>
              <a:ext cx="104966" cy="104966"/>
            </a:xfrm>
            <a:prstGeom prst="rect">
              <a:avLst/>
            </a:prstGeom>
            <a:solidFill>
              <a:srgbClr val="DCE8ED"/>
            </a:solidFill>
            <a:ln w="0">
              <a:noFill/>
              <a:prstDash val="solid"/>
            </a:ln>
          </p:spPr>
        </p:sp>
        <p:sp>
          <p:nvSpPr>
            <p:cNvPr id="276" name="four:scalar-input:grid-cell:276">
              <a:extLst>
                <a:ext uri="{FF2B5EF4-FFF2-40B4-BE49-F238E27FC236}">
                  <ns2:creationId id="{8B4C8839-9545-4DC1-B966-61A7D3943BC4}"/>
                </a:ext>
              </a:extLst>
            </p:cNvPr>
            <p:cNvSpPr>
              <a:spLocks noGrp="1"/>
            </p:cNvSpPr>
            <p:nvPr/>
          </p:nvSpPr>
          <p:spPr>
            <a:xfrm>
              <a:off x="361950" y="3257550"/>
              <a:ext cx="104966" cy="104966"/>
            </a:xfrm>
            <a:prstGeom prst="rect">
              <a:avLst/>
            </a:prstGeom>
            <a:solidFill>
              <a:srgbClr val="D4B4CC"/>
            </a:solidFill>
            <a:ln w="0">
              <a:noFill/>
              <a:prstDash val="solid"/>
            </a:ln>
          </p:spPr>
        </p:sp>
        <p:sp>
          <p:nvSpPr>
            <p:cNvPr id="277" name="four:scalar-input:grid-cell:277">
              <a:extLst>
                <a:ext uri="{FF2B5EF4-FFF2-40B4-BE49-F238E27FC236}">
                  <ns2:creationId id="{0319A5ED-13D3-4726-BDBC-6927983DC560}"/>
                </a:ext>
              </a:extLst>
            </p:cNvPr>
            <p:cNvSpPr>
              <a:spLocks noGrp="1"/>
            </p:cNvSpPr>
            <p:nvPr/>
          </p:nvSpPr>
          <p:spPr>
            <a:xfrm>
              <a:off x="466725" y="3257550"/>
              <a:ext cx="104966" cy="104966"/>
            </a:xfrm>
            <a:prstGeom prst="rect">
              <a:avLst/>
            </a:prstGeom>
            <a:solidFill>
              <a:srgbClr val="D4B4CC"/>
            </a:solidFill>
            <a:ln w="0">
              <a:noFill/>
              <a:prstDash val="solid"/>
            </a:ln>
          </p:spPr>
        </p:sp>
        <p:sp>
          <p:nvSpPr>
            <p:cNvPr id="278" name="four:scalar-input:grid-cell:278">
              <a:extLst>
                <a:ext uri="{FF2B5EF4-FFF2-40B4-BE49-F238E27FC236}">
                  <ns2:creationId id="{9EBF58C5-721A-402C-BD6F-5EBE221F9DF0}"/>
                </a:ext>
              </a:extLst>
            </p:cNvPr>
            <p:cNvSpPr>
              <a:spLocks noGrp="1"/>
            </p:cNvSpPr>
            <p:nvPr/>
          </p:nvSpPr>
          <p:spPr>
            <a:xfrm>
              <a:off x="571500" y="3257550"/>
              <a:ext cx="104966" cy="104966"/>
            </a:xfrm>
            <a:prstGeom prst="rect">
              <a:avLst/>
            </a:prstGeom>
            <a:solidFill>
              <a:srgbClr val="D4B4CC"/>
            </a:solidFill>
            <a:ln w="0">
              <a:noFill/>
              <a:prstDash val="solid"/>
            </a:ln>
          </p:spPr>
        </p:sp>
        <p:sp>
          <p:nvSpPr>
            <p:cNvPr id="279" name="four:scalar-input:grid-cell:279">
              <a:extLst>
                <a:ext uri="{FF2B5EF4-FFF2-40B4-BE49-F238E27FC236}">
                  <ns2:creationId id="{2C46DE15-6057-4461-85A7-3A588E133009}"/>
                </a:ext>
              </a:extLst>
            </p:cNvPr>
            <p:cNvSpPr>
              <a:spLocks noGrp="1"/>
            </p:cNvSpPr>
            <p:nvPr/>
          </p:nvSpPr>
          <p:spPr>
            <a:xfrm>
              <a:off x="676275" y="3257550"/>
              <a:ext cx="104966" cy="104966"/>
            </a:xfrm>
            <a:prstGeom prst="rect">
              <a:avLst/>
            </a:prstGeom>
            <a:solidFill>
              <a:srgbClr val="D4B4CC"/>
            </a:solidFill>
            <a:ln w="0">
              <a:noFill/>
              <a:prstDash val="solid"/>
            </a:ln>
          </p:spPr>
        </p:sp>
        <p:sp>
          <p:nvSpPr>
            <p:cNvPr id="280" name="four:scalar-input:grid-cell:280">
              <a:extLst>
                <a:ext uri="{FF2B5EF4-FFF2-40B4-BE49-F238E27FC236}">
                  <ns2:creationId id="{22629D66-7D66-4DEB-9496-9775EDFD0FAB}"/>
                </a:ext>
              </a:extLst>
            </p:cNvPr>
            <p:cNvSpPr>
              <a:spLocks noGrp="1"/>
            </p:cNvSpPr>
            <p:nvPr/>
          </p:nvSpPr>
          <p:spPr>
            <a:xfrm>
              <a:off x="781050" y="3257550"/>
              <a:ext cx="104966" cy="104966"/>
            </a:xfrm>
            <a:prstGeom prst="rect">
              <a:avLst/>
            </a:prstGeom>
            <a:solidFill>
              <a:srgbClr val="D4B4CC"/>
            </a:solidFill>
            <a:ln w="0">
              <a:noFill/>
              <a:prstDash val="solid"/>
            </a:ln>
          </p:spPr>
        </p:sp>
        <p:sp>
          <p:nvSpPr>
            <p:cNvPr id="281" name="four:scalar-input:grid-cell:281">
              <a:extLst>
                <a:ext uri="{FF2B5EF4-FFF2-40B4-BE49-F238E27FC236}">
                  <ns2:creationId id="{ECD238D5-7D0D-4DC9-A0CC-828E6700815E}"/>
                </a:ext>
              </a:extLst>
            </p:cNvPr>
            <p:cNvSpPr>
              <a:spLocks noGrp="1"/>
            </p:cNvSpPr>
            <p:nvPr/>
          </p:nvSpPr>
          <p:spPr>
            <a:xfrm>
              <a:off x="885825" y="3257550"/>
              <a:ext cx="104966" cy="104966"/>
            </a:xfrm>
            <a:prstGeom prst="rect">
              <a:avLst/>
            </a:prstGeom>
            <a:solidFill>
              <a:srgbClr val="DCE8ED"/>
            </a:solidFill>
            <a:ln w="0">
              <a:noFill/>
              <a:prstDash val="solid"/>
            </a:ln>
          </p:spPr>
        </p:sp>
        <p:sp>
          <p:nvSpPr>
            <p:cNvPr id="282" name="four:scalar-input:grid-cell:282">
              <a:extLst>
                <a:ext uri="{FF2B5EF4-FFF2-40B4-BE49-F238E27FC236}">
                  <ns2:creationId id="{D1E6679A-90D6-46FC-B0A1-FF259D418165}"/>
                </a:ext>
              </a:extLst>
            </p:cNvPr>
            <p:cNvSpPr>
              <a:spLocks noGrp="1"/>
            </p:cNvSpPr>
            <p:nvPr/>
          </p:nvSpPr>
          <p:spPr>
            <a:xfrm>
              <a:off x="990600" y="3257550"/>
              <a:ext cx="104966" cy="104966"/>
            </a:xfrm>
            <a:prstGeom prst="rect">
              <a:avLst/>
            </a:prstGeom>
            <a:solidFill>
              <a:srgbClr val="DCE8ED"/>
            </a:solidFill>
            <a:ln w="0">
              <a:noFill/>
              <a:prstDash val="solid"/>
            </a:ln>
          </p:spPr>
        </p:sp>
        <p:sp>
          <p:nvSpPr>
            <p:cNvPr id="283" name="four:scalar-input:grid-cell:283">
              <a:extLst>
                <a:ext uri="{FF2B5EF4-FFF2-40B4-BE49-F238E27FC236}">
                  <ns2:creationId id="{33330A21-456F-4D51-97BA-0581E04DF5D0}"/>
                </a:ext>
              </a:extLst>
            </p:cNvPr>
            <p:cNvSpPr>
              <a:spLocks noGrp="1"/>
            </p:cNvSpPr>
            <p:nvPr/>
          </p:nvSpPr>
          <p:spPr>
            <a:xfrm>
              <a:off x="1095375" y="3257550"/>
              <a:ext cx="104966" cy="104966"/>
            </a:xfrm>
            <a:prstGeom prst="rect">
              <a:avLst/>
            </a:prstGeom>
            <a:solidFill>
              <a:srgbClr val="81C9BA"/>
            </a:solidFill>
            <a:ln w="0">
              <a:noFill/>
              <a:prstDash val="solid"/>
            </a:ln>
          </p:spPr>
        </p:sp>
        <p:sp>
          <p:nvSpPr>
            <p:cNvPr id="284" name="four:scalar-input:grid-cell:284">
              <a:extLst>
                <a:ext uri="{FF2B5EF4-FFF2-40B4-BE49-F238E27FC236}">
                  <ns2:creationId id="{5CCCF2BC-0AAF-4C01-884E-1707CE20694C}"/>
                </a:ext>
              </a:extLst>
            </p:cNvPr>
            <p:cNvSpPr>
              <a:spLocks noGrp="1"/>
            </p:cNvSpPr>
            <p:nvPr/>
          </p:nvSpPr>
          <p:spPr>
            <a:xfrm>
              <a:off x="1200150" y="3257550"/>
              <a:ext cx="104966" cy="104966"/>
            </a:xfrm>
            <a:prstGeom prst="rect">
              <a:avLst/>
            </a:prstGeom>
            <a:solidFill>
              <a:srgbClr val="81C9BA"/>
            </a:solidFill>
            <a:ln w="0">
              <a:noFill/>
              <a:prstDash val="solid"/>
            </a:ln>
          </p:spPr>
        </p:sp>
        <p:sp>
          <p:nvSpPr>
            <p:cNvPr id="285" name="four:scalar-input:grid-cell:285">
              <a:extLst>
                <a:ext uri="{FF2B5EF4-FFF2-40B4-BE49-F238E27FC236}">
                  <ns2:creationId id="{DF0056DF-C60E-4EC3-9098-02B6D4972A6A}"/>
                </a:ext>
              </a:extLst>
            </p:cNvPr>
            <p:cNvSpPr>
              <a:spLocks noGrp="1"/>
            </p:cNvSpPr>
            <p:nvPr/>
          </p:nvSpPr>
          <p:spPr>
            <a:xfrm>
              <a:off x="1304925" y="3257550"/>
              <a:ext cx="104966" cy="104966"/>
            </a:xfrm>
            <a:prstGeom prst="rect">
              <a:avLst/>
            </a:prstGeom>
            <a:solidFill>
              <a:srgbClr val="81C9BA"/>
            </a:solidFill>
            <a:ln w="0">
              <a:noFill/>
              <a:prstDash val="solid"/>
            </a:ln>
          </p:spPr>
        </p:sp>
        <p:sp>
          <p:nvSpPr>
            <p:cNvPr id="286" name="four:scalar-input:grid-cell:286">
              <a:extLst>
                <a:ext uri="{FF2B5EF4-FFF2-40B4-BE49-F238E27FC236}">
                  <ns2:creationId id="{91F394C8-0FB2-4CFD-9C20-614D20F00A73}"/>
                </a:ext>
              </a:extLst>
            </p:cNvPr>
            <p:cNvSpPr>
              <a:spLocks noGrp="1"/>
            </p:cNvSpPr>
            <p:nvPr/>
          </p:nvSpPr>
          <p:spPr>
            <a:xfrm>
              <a:off x="1409700" y="3257550"/>
              <a:ext cx="104966" cy="104966"/>
            </a:xfrm>
            <a:prstGeom prst="rect">
              <a:avLst/>
            </a:prstGeom>
            <a:solidFill>
              <a:srgbClr val="81C9BA"/>
            </a:solidFill>
            <a:ln w="0">
              <a:noFill/>
              <a:prstDash val="solid"/>
            </a:ln>
          </p:spPr>
        </p:sp>
        <p:sp>
          <p:nvSpPr>
            <p:cNvPr id="287" name="four:scalar-input:grid-cell:287">
              <a:extLst>
                <a:ext uri="{FF2B5EF4-FFF2-40B4-BE49-F238E27FC236}">
                  <ns2:creationId id="{C44FEFD1-5C6B-491D-9B12-7799093C85E9}"/>
                </a:ext>
              </a:extLst>
            </p:cNvPr>
            <p:cNvSpPr>
              <a:spLocks noGrp="1"/>
            </p:cNvSpPr>
            <p:nvPr/>
          </p:nvSpPr>
          <p:spPr>
            <a:xfrm>
              <a:off x="1514475" y="3257550"/>
              <a:ext cx="104966" cy="104966"/>
            </a:xfrm>
            <a:prstGeom prst="rect">
              <a:avLst/>
            </a:prstGeom>
            <a:solidFill>
              <a:srgbClr val="81C9BA"/>
            </a:solidFill>
            <a:ln w="0">
              <a:noFill/>
              <a:prstDash val="solid"/>
            </a:ln>
          </p:spPr>
        </p:sp>
        <p:sp>
          <p:nvSpPr>
            <p:cNvPr id="288" name="four:scalar-input:grid-cell:288">
              <a:extLst>
                <a:ext uri="{FF2B5EF4-FFF2-40B4-BE49-F238E27FC236}">
                  <ns2:creationId id="{DF73D6A4-7AA0-465B-A32D-E947B7D1DC57}"/>
                </a:ext>
              </a:extLst>
            </p:cNvPr>
            <p:cNvSpPr>
              <a:spLocks noGrp="1"/>
            </p:cNvSpPr>
            <p:nvPr/>
          </p:nvSpPr>
          <p:spPr>
            <a:xfrm>
              <a:off x="1619250" y="3257550"/>
              <a:ext cx="104966" cy="104966"/>
            </a:xfrm>
            <a:prstGeom prst="rect">
              <a:avLst/>
            </a:prstGeom>
            <a:solidFill>
              <a:srgbClr val="81C9BA"/>
            </a:solidFill>
            <a:ln w="0">
              <a:noFill/>
              <a:prstDash val="solid"/>
            </a:ln>
          </p:spPr>
        </p:sp>
        <p:sp>
          <p:nvSpPr>
            <p:cNvPr id="289" name="four:scalar-input:grid-cell:289">
              <a:extLst>
                <a:ext uri="{FF2B5EF4-FFF2-40B4-BE49-F238E27FC236}">
                  <ns2:creationId id="{A67D2106-FF4F-49A2-A893-E18BA6F462A8}"/>
                </a:ext>
              </a:extLst>
            </p:cNvPr>
            <p:cNvSpPr>
              <a:spLocks noGrp="1"/>
            </p:cNvSpPr>
            <p:nvPr/>
          </p:nvSpPr>
          <p:spPr>
            <a:xfrm>
              <a:off x="1724025" y="3257550"/>
              <a:ext cx="104966" cy="104966"/>
            </a:xfrm>
            <a:prstGeom prst="rect">
              <a:avLst/>
            </a:prstGeom>
            <a:solidFill>
              <a:srgbClr val="81C9BA"/>
            </a:solidFill>
            <a:ln w="0">
              <a:noFill/>
              <a:prstDash val="solid"/>
            </a:ln>
          </p:spPr>
        </p:sp>
        <p:sp>
          <p:nvSpPr>
            <p:cNvPr id="290" name="four:scalar-input:grid-cell:290">
              <a:extLst>
                <a:ext uri="{FF2B5EF4-FFF2-40B4-BE49-F238E27FC236}">
                  <ns2:creationId id="{09F37743-D16A-4B03-AB0F-ECDE1B3856E4}"/>
                </a:ext>
              </a:extLst>
            </p:cNvPr>
            <p:cNvSpPr>
              <a:spLocks noGrp="1"/>
            </p:cNvSpPr>
            <p:nvPr/>
          </p:nvSpPr>
          <p:spPr>
            <a:xfrm>
              <a:off x="1828800" y="3257550"/>
              <a:ext cx="104966" cy="104966"/>
            </a:xfrm>
            <a:prstGeom prst="rect">
              <a:avLst/>
            </a:prstGeom>
            <a:solidFill>
              <a:srgbClr val="009E73"/>
            </a:solidFill>
            <a:ln w="0">
              <a:noFill/>
              <a:prstDash val="solid"/>
            </a:ln>
          </p:spPr>
        </p:sp>
        <p:sp>
          <p:nvSpPr>
            <p:cNvPr id="291" name="four:scalar-input:grid-cell:291">
              <a:extLst>
                <a:ext uri="{FF2B5EF4-FFF2-40B4-BE49-F238E27FC236}">
                  <ns2:creationId id="{D5EFA6D9-D298-4B16-B081-252D5D7E85C7}"/>
                </a:ext>
              </a:extLst>
            </p:cNvPr>
            <p:cNvSpPr>
              <a:spLocks noGrp="1"/>
            </p:cNvSpPr>
            <p:nvPr/>
          </p:nvSpPr>
          <p:spPr>
            <a:xfrm>
              <a:off x="1933575" y="3257550"/>
              <a:ext cx="104966" cy="104966"/>
            </a:xfrm>
            <a:prstGeom prst="rect">
              <a:avLst/>
            </a:prstGeom>
            <a:solidFill>
              <a:srgbClr val="81C9BA"/>
            </a:solidFill>
            <a:ln w="0">
              <a:noFill/>
              <a:prstDash val="solid"/>
            </a:ln>
          </p:spPr>
        </p:sp>
        <p:sp>
          <p:nvSpPr>
            <p:cNvPr id="292" name="four:scalar-input:grid-cell:292">
              <a:extLst>
                <a:ext uri="{FF2B5EF4-FFF2-40B4-BE49-F238E27FC236}">
                  <ns2:creationId id="{2DB0298C-3896-4ABB-BF87-7E98583451DE}"/>
                </a:ext>
              </a:extLst>
            </p:cNvPr>
            <p:cNvSpPr>
              <a:spLocks noGrp="1"/>
            </p:cNvSpPr>
            <p:nvPr/>
          </p:nvSpPr>
          <p:spPr>
            <a:xfrm>
              <a:off x="2038350" y="3257550"/>
              <a:ext cx="104966" cy="104966"/>
            </a:xfrm>
            <a:prstGeom prst="rect">
              <a:avLst/>
            </a:prstGeom>
            <a:solidFill>
              <a:srgbClr val="81C9BA"/>
            </a:solidFill>
            <a:ln w="0">
              <a:noFill/>
              <a:prstDash val="solid"/>
            </a:ln>
          </p:spPr>
        </p:sp>
        <p:sp>
          <p:nvSpPr>
            <p:cNvPr id="293" name="four:scalar-input:grid-cell:293">
              <a:extLst>
                <a:ext uri="{FF2B5EF4-FFF2-40B4-BE49-F238E27FC236}">
                  <ns2:creationId id="{A851C53C-0654-4AE1-B09C-BE0A0FCF4624}"/>
                </a:ext>
              </a:extLst>
            </p:cNvPr>
            <p:cNvSpPr>
              <a:spLocks noGrp="1"/>
            </p:cNvSpPr>
            <p:nvPr/>
          </p:nvSpPr>
          <p:spPr>
            <a:xfrm>
              <a:off x="2143125" y="3257550"/>
              <a:ext cx="104966" cy="104966"/>
            </a:xfrm>
            <a:prstGeom prst="rect">
              <a:avLst/>
            </a:prstGeom>
            <a:solidFill>
              <a:srgbClr val="81C9BA"/>
            </a:solidFill>
            <a:ln w="0">
              <a:noFill/>
              <a:prstDash val="solid"/>
            </a:ln>
          </p:spPr>
        </p:sp>
        <p:sp>
          <p:nvSpPr>
            <p:cNvPr id="294" name="four:scalar-input:grid-cell:294">
              <a:extLst>
                <a:ext uri="{FF2B5EF4-FFF2-40B4-BE49-F238E27FC236}">
                  <ns2:creationId id="{13414A77-C81D-49D7-9133-F6978F7DFC8B}"/>
                </a:ext>
              </a:extLst>
            </p:cNvPr>
            <p:cNvSpPr>
              <a:spLocks noGrp="1"/>
            </p:cNvSpPr>
            <p:nvPr/>
          </p:nvSpPr>
          <p:spPr>
            <a:xfrm>
              <a:off x="2247900" y="3257550"/>
              <a:ext cx="104966" cy="104966"/>
            </a:xfrm>
            <a:prstGeom prst="rect">
              <a:avLst/>
            </a:prstGeom>
            <a:solidFill>
              <a:srgbClr val="81C9BA"/>
            </a:solidFill>
            <a:ln w="0">
              <a:noFill/>
              <a:prstDash val="solid"/>
            </a:ln>
          </p:spPr>
        </p:sp>
        <p:sp>
          <p:nvSpPr>
            <p:cNvPr id="295" name="four:scalar-input:grid-cell:295">
              <a:extLst>
                <a:ext uri="{FF2B5EF4-FFF2-40B4-BE49-F238E27FC236}">
                  <ns2:creationId id="{51EB5F5A-5E82-4AB4-A112-1B6DBDC5B510}"/>
                </a:ext>
              </a:extLst>
            </p:cNvPr>
            <p:cNvSpPr>
              <a:spLocks noGrp="1"/>
            </p:cNvSpPr>
            <p:nvPr/>
          </p:nvSpPr>
          <p:spPr>
            <a:xfrm>
              <a:off x="2352675" y="3257550"/>
              <a:ext cx="104966" cy="104966"/>
            </a:xfrm>
            <a:prstGeom prst="rect">
              <a:avLst/>
            </a:prstGeom>
            <a:solidFill>
              <a:srgbClr val="DCE8ED"/>
            </a:solidFill>
            <a:ln w="0">
              <a:noFill/>
              <a:prstDash val="solid"/>
            </a:ln>
          </p:spPr>
        </p:sp>
        <p:sp>
          <p:nvSpPr>
            <p:cNvPr id="296" name="four:scalar-input:grid-cell:296">
              <a:extLst>
                <a:ext uri="{FF2B5EF4-FFF2-40B4-BE49-F238E27FC236}">
                  <ns2:creationId id="{680FCD2C-70E8-4501-8868-45453B5B42D6}"/>
                </a:ext>
              </a:extLst>
            </p:cNvPr>
            <p:cNvSpPr>
              <a:spLocks noGrp="1"/>
            </p:cNvSpPr>
            <p:nvPr/>
          </p:nvSpPr>
          <p:spPr>
            <a:xfrm>
              <a:off x="361950" y="3362325"/>
              <a:ext cx="104966" cy="104966"/>
            </a:xfrm>
            <a:prstGeom prst="rect">
              <a:avLst/>
            </a:prstGeom>
            <a:solidFill>
              <a:srgbClr val="D4B4CC"/>
            </a:solidFill>
            <a:ln w="0">
              <a:noFill/>
              <a:prstDash val="solid"/>
            </a:ln>
          </p:spPr>
        </p:sp>
        <p:sp>
          <p:nvSpPr>
            <p:cNvPr id="297" name="four:scalar-input:grid-cell:297">
              <a:extLst>
                <a:ext uri="{FF2B5EF4-FFF2-40B4-BE49-F238E27FC236}">
                  <ns2:creationId id="{C7755CA7-E30F-4A59-8E05-00676E797691}"/>
                </a:ext>
              </a:extLst>
            </p:cNvPr>
            <p:cNvSpPr>
              <a:spLocks noGrp="1"/>
            </p:cNvSpPr>
            <p:nvPr/>
          </p:nvSpPr>
          <p:spPr>
            <a:xfrm>
              <a:off x="466725" y="3362325"/>
              <a:ext cx="104966" cy="104966"/>
            </a:xfrm>
            <a:prstGeom prst="rect">
              <a:avLst/>
            </a:prstGeom>
            <a:solidFill>
              <a:srgbClr val="D4B4CC"/>
            </a:solidFill>
            <a:ln w="0">
              <a:noFill/>
              <a:prstDash val="solid"/>
            </a:ln>
          </p:spPr>
        </p:sp>
        <p:sp>
          <p:nvSpPr>
            <p:cNvPr id="298" name="four:scalar-input:grid-cell:298">
              <a:extLst>
                <a:ext uri="{FF2B5EF4-FFF2-40B4-BE49-F238E27FC236}">
                  <ns2:creationId id="{D188E46C-3818-45B3-85E1-D62D85B4FFFC}"/>
                </a:ext>
              </a:extLst>
            </p:cNvPr>
            <p:cNvSpPr>
              <a:spLocks noGrp="1"/>
            </p:cNvSpPr>
            <p:nvPr/>
          </p:nvSpPr>
          <p:spPr>
            <a:xfrm>
              <a:off x="571500" y="3362325"/>
              <a:ext cx="104966" cy="104966"/>
            </a:xfrm>
            <a:prstGeom prst="rect">
              <a:avLst/>
            </a:prstGeom>
            <a:solidFill>
              <a:srgbClr val="D4B4CC"/>
            </a:solidFill>
            <a:ln w="0">
              <a:noFill/>
              <a:prstDash val="solid"/>
            </a:ln>
          </p:spPr>
        </p:sp>
        <p:sp>
          <p:nvSpPr>
            <p:cNvPr id="299" name="four:scalar-input:grid-cell:299">
              <a:extLst>
                <a:ext uri="{FF2B5EF4-FFF2-40B4-BE49-F238E27FC236}">
                  <ns2:creationId id="{0A1B14AB-FBFC-4B53-80DD-4A64A6522B95}"/>
                </a:ext>
              </a:extLst>
            </p:cNvPr>
            <p:cNvSpPr>
              <a:spLocks noGrp="1"/>
            </p:cNvSpPr>
            <p:nvPr/>
          </p:nvSpPr>
          <p:spPr>
            <a:xfrm>
              <a:off x="676275" y="3362325"/>
              <a:ext cx="104966" cy="104966"/>
            </a:xfrm>
            <a:prstGeom prst="rect">
              <a:avLst/>
            </a:prstGeom>
            <a:solidFill>
              <a:srgbClr val="DCE8ED"/>
            </a:solidFill>
            <a:ln w="0">
              <a:noFill/>
              <a:prstDash val="solid"/>
            </a:ln>
          </p:spPr>
        </p:sp>
        <p:sp>
          <p:nvSpPr>
            <p:cNvPr id="300" name="four:scalar-input:grid-cell:300">
              <a:extLst>
                <a:ext uri="{FF2B5EF4-FFF2-40B4-BE49-F238E27FC236}">
                  <ns2:creationId id="{B952CAE6-2C22-4479-8D73-D32801B2411C}"/>
                </a:ext>
              </a:extLst>
            </p:cNvPr>
            <p:cNvSpPr>
              <a:spLocks noGrp="1"/>
            </p:cNvSpPr>
            <p:nvPr/>
          </p:nvSpPr>
          <p:spPr>
            <a:xfrm>
              <a:off x="781050" y="3362325"/>
              <a:ext cx="104966" cy="104966"/>
            </a:xfrm>
            <a:prstGeom prst="rect">
              <a:avLst/>
            </a:prstGeom>
            <a:solidFill>
              <a:srgbClr val="DCE8ED"/>
            </a:solidFill>
            <a:ln w="0">
              <a:noFill/>
              <a:prstDash val="solid"/>
            </a:ln>
          </p:spPr>
        </p:sp>
        <p:sp>
          <p:nvSpPr>
            <p:cNvPr id="301" name="four:scalar-input:grid-cell:301">
              <a:extLst>
                <a:ext uri="{FF2B5EF4-FFF2-40B4-BE49-F238E27FC236}">
                  <ns2:creationId id="{2D04AFB0-7CC6-42D1-940C-CA082D96C35F}"/>
                </a:ext>
              </a:extLst>
            </p:cNvPr>
            <p:cNvSpPr>
              <a:spLocks noGrp="1"/>
            </p:cNvSpPr>
            <p:nvPr/>
          </p:nvSpPr>
          <p:spPr>
            <a:xfrm>
              <a:off x="885825" y="3362325"/>
              <a:ext cx="104966" cy="104966"/>
            </a:xfrm>
            <a:prstGeom prst="rect">
              <a:avLst/>
            </a:prstGeom>
            <a:solidFill>
              <a:srgbClr val="81C9BA"/>
            </a:solidFill>
            <a:ln w="0">
              <a:noFill/>
              <a:prstDash val="solid"/>
            </a:ln>
          </p:spPr>
        </p:sp>
        <p:sp>
          <p:nvSpPr>
            <p:cNvPr id="302" name="four:scalar-input:grid-cell:302">
              <a:extLst>
                <a:ext uri="{FF2B5EF4-FFF2-40B4-BE49-F238E27FC236}">
                  <ns2:creationId id="{DB076CE3-B836-49BC-A504-7A324C645F9F}"/>
                </a:ext>
              </a:extLst>
            </p:cNvPr>
            <p:cNvSpPr>
              <a:spLocks noGrp="1"/>
            </p:cNvSpPr>
            <p:nvPr/>
          </p:nvSpPr>
          <p:spPr>
            <a:xfrm>
              <a:off x="990600" y="3362325"/>
              <a:ext cx="104966" cy="104966"/>
            </a:xfrm>
            <a:prstGeom prst="rect">
              <a:avLst/>
            </a:prstGeom>
            <a:solidFill>
              <a:srgbClr val="81C9BA"/>
            </a:solidFill>
            <a:ln w="0">
              <a:noFill/>
              <a:prstDash val="solid"/>
            </a:ln>
          </p:spPr>
        </p:sp>
        <p:sp>
          <p:nvSpPr>
            <p:cNvPr id="303" name="four:scalar-input:grid-cell:303">
              <a:extLst>
                <a:ext uri="{FF2B5EF4-FFF2-40B4-BE49-F238E27FC236}">
                  <ns2:creationId id="{53031243-CB54-4984-AACA-93D848A43C4A}"/>
                </a:ext>
              </a:extLst>
            </p:cNvPr>
            <p:cNvSpPr>
              <a:spLocks noGrp="1"/>
            </p:cNvSpPr>
            <p:nvPr/>
          </p:nvSpPr>
          <p:spPr>
            <a:xfrm>
              <a:off x="1095375" y="3362325"/>
              <a:ext cx="104966" cy="104966"/>
            </a:xfrm>
            <a:prstGeom prst="rect">
              <a:avLst/>
            </a:prstGeom>
            <a:solidFill>
              <a:srgbClr val="81C9BA"/>
            </a:solidFill>
            <a:ln w="0">
              <a:noFill/>
              <a:prstDash val="solid"/>
            </a:ln>
          </p:spPr>
        </p:sp>
        <p:sp>
          <p:nvSpPr>
            <p:cNvPr id="304" name="four:scalar-input:grid-cell:304">
              <a:extLst>
                <a:ext uri="{FF2B5EF4-FFF2-40B4-BE49-F238E27FC236}">
                  <ns2:creationId id="{1A60C70E-D7B4-402C-82B3-D0F5C76FC0D1}"/>
                </a:ext>
              </a:extLst>
            </p:cNvPr>
            <p:cNvSpPr>
              <a:spLocks noGrp="1"/>
            </p:cNvSpPr>
            <p:nvPr/>
          </p:nvSpPr>
          <p:spPr>
            <a:xfrm>
              <a:off x="1200150" y="3362325"/>
              <a:ext cx="104966" cy="104966"/>
            </a:xfrm>
            <a:prstGeom prst="rect">
              <a:avLst/>
            </a:prstGeom>
            <a:solidFill>
              <a:srgbClr val="81C9BA"/>
            </a:solidFill>
            <a:ln w="0">
              <a:noFill/>
              <a:prstDash val="solid"/>
            </a:ln>
          </p:spPr>
        </p:sp>
        <p:sp>
          <p:nvSpPr>
            <p:cNvPr id="305" name="four:scalar-input:grid-cell:305">
              <a:extLst>
                <a:ext uri="{FF2B5EF4-FFF2-40B4-BE49-F238E27FC236}">
                  <ns2:creationId id="{0D77F6FE-4CEA-470B-B539-F9CA0196F1E5}"/>
                </a:ext>
              </a:extLst>
            </p:cNvPr>
            <p:cNvSpPr>
              <a:spLocks noGrp="1"/>
            </p:cNvSpPr>
            <p:nvPr/>
          </p:nvSpPr>
          <p:spPr>
            <a:xfrm>
              <a:off x="1304925" y="3362325"/>
              <a:ext cx="104966" cy="104966"/>
            </a:xfrm>
            <a:prstGeom prst="rect">
              <a:avLst/>
            </a:prstGeom>
            <a:solidFill>
              <a:srgbClr val="81C9BA"/>
            </a:solidFill>
            <a:ln w="0">
              <a:noFill/>
              <a:prstDash val="solid"/>
            </a:ln>
          </p:spPr>
        </p:sp>
        <p:sp>
          <p:nvSpPr>
            <p:cNvPr id="306" name="four:scalar-input:grid-cell:306">
              <a:extLst>
                <a:ext uri="{FF2B5EF4-FFF2-40B4-BE49-F238E27FC236}">
                  <ns2:creationId id="{9C07961E-2915-420F-9D57-DAAFB1C31825}"/>
                </a:ext>
              </a:extLst>
            </p:cNvPr>
            <p:cNvSpPr>
              <a:spLocks noGrp="1"/>
            </p:cNvSpPr>
            <p:nvPr/>
          </p:nvSpPr>
          <p:spPr>
            <a:xfrm>
              <a:off x="1409700" y="3362325"/>
              <a:ext cx="104966" cy="104966"/>
            </a:xfrm>
            <a:prstGeom prst="rect">
              <a:avLst/>
            </a:prstGeom>
            <a:solidFill>
              <a:srgbClr val="81C9BA"/>
            </a:solidFill>
            <a:ln w="0">
              <a:noFill/>
              <a:prstDash val="solid"/>
            </a:ln>
          </p:spPr>
        </p:sp>
        <p:sp>
          <p:nvSpPr>
            <p:cNvPr id="307" name="four:scalar-input:grid-cell:307">
              <a:extLst>
                <a:ext uri="{FF2B5EF4-FFF2-40B4-BE49-F238E27FC236}">
                  <ns2:creationId id="{1F34A9B7-025D-43E4-97CC-D1E1F02B9AE0}"/>
                </a:ext>
              </a:extLst>
            </p:cNvPr>
            <p:cNvSpPr>
              <a:spLocks noGrp="1"/>
            </p:cNvSpPr>
            <p:nvPr/>
          </p:nvSpPr>
          <p:spPr>
            <a:xfrm>
              <a:off x="1514475" y="3362325"/>
              <a:ext cx="104966" cy="104966"/>
            </a:xfrm>
            <a:prstGeom prst="rect">
              <a:avLst/>
            </a:prstGeom>
            <a:solidFill>
              <a:srgbClr val="81C9BA"/>
            </a:solidFill>
            <a:ln w="0">
              <a:noFill/>
              <a:prstDash val="solid"/>
            </a:ln>
          </p:spPr>
        </p:sp>
        <p:sp>
          <p:nvSpPr>
            <p:cNvPr id="308" name="four:scalar-input:grid-cell:308">
              <a:extLst>
                <a:ext uri="{FF2B5EF4-FFF2-40B4-BE49-F238E27FC236}">
                  <ns2:creationId id="{A68034A8-DF4B-4FA2-871D-79D29F4A582B}"/>
                </a:ext>
              </a:extLst>
            </p:cNvPr>
            <p:cNvSpPr>
              <a:spLocks noGrp="1"/>
            </p:cNvSpPr>
            <p:nvPr/>
          </p:nvSpPr>
          <p:spPr>
            <a:xfrm>
              <a:off x="1619250" y="3362325"/>
              <a:ext cx="104966" cy="104966"/>
            </a:xfrm>
            <a:prstGeom prst="rect">
              <a:avLst/>
            </a:prstGeom>
            <a:solidFill>
              <a:srgbClr val="81C9BA"/>
            </a:solidFill>
            <a:ln w="0">
              <a:noFill/>
              <a:prstDash val="solid"/>
            </a:ln>
          </p:spPr>
        </p:sp>
        <p:sp>
          <p:nvSpPr>
            <p:cNvPr id="309" name="four:scalar-input:grid-cell:309">
              <a:extLst>
                <a:ext uri="{FF2B5EF4-FFF2-40B4-BE49-F238E27FC236}">
                  <ns2:creationId id="{1B9B9A89-7E8B-40E4-B475-35CDE8F71D85}"/>
                </a:ext>
              </a:extLst>
            </p:cNvPr>
            <p:cNvSpPr>
              <a:spLocks noGrp="1"/>
            </p:cNvSpPr>
            <p:nvPr/>
          </p:nvSpPr>
          <p:spPr>
            <a:xfrm>
              <a:off x="1724025" y="3362325"/>
              <a:ext cx="104966" cy="104966"/>
            </a:xfrm>
            <a:prstGeom prst="rect">
              <a:avLst/>
            </a:prstGeom>
            <a:solidFill>
              <a:srgbClr val="009E73"/>
            </a:solidFill>
            <a:ln w="0">
              <a:noFill/>
              <a:prstDash val="solid"/>
            </a:ln>
          </p:spPr>
        </p:sp>
        <p:sp>
          <p:nvSpPr>
            <p:cNvPr id="310" name="four:scalar-input:grid-cell:310">
              <a:extLst>
                <a:ext uri="{FF2B5EF4-FFF2-40B4-BE49-F238E27FC236}">
                  <ns2:creationId id="{C33F2390-8C38-41DE-A050-0DBF5C35CB7E}"/>
                </a:ext>
              </a:extLst>
            </p:cNvPr>
            <p:cNvSpPr>
              <a:spLocks noGrp="1"/>
            </p:cNvSpPr>
            <p:nvPr/>
          </p:nvSpPr>
          <p:spPr>
            <a:xfrm>
              <a:off x="1828800" y="3362325"/>
              <a:ext cx="104966" cy="104966"/>
            </a:xfrm>
            <a:prstGeom prst="rect">
              <a:avLst/>
            </a:prstGeom>
            <a:solidFill>
              <a:srgbClr val="009E73"/>
            </a:solidFill>
            <a:ln w="0">
              <a:noFill/>
              <a:prstDash val="solid"/>
            </a:ln>
          </p:spPr>
        </p:sp>
        <p:sp>
          <p:nvSpPr>
            <p:cNvPr id="311" name="four:scalar-input:grid-cell:311">
              <a:extLst>
                <a:ext uri="{FF2B5EF4-FFF2-40B4-BE49-F238E27FC236}">
                  <ns2:creationId id="{D1B350C6-C64D-4A1C-8F37-5B4AC5E13160}"/>
                </a:ext>
              </a:extLst>
            </p:cNvPr>
            <p:cNvSpPr>
              <a:spLocks noGrp="1"/>
            </p:cNvSpPr>
            <p:nvPr/>
          </p:nvSpPr>
          <p:spPr>
            <a:xfrm>
              <a:off x="1933575" y="3362325"/>
              <a:ext cx="104966" cy="104966"/>
            </a:xfrm>
            <a:prstGeom prst="rect">
              <a:avLst/>
            </a:prstGeom>
            <a:solidFill>
              <a:srgbClr val="009E73"/>
            </a:solidFill>
            <a:ln w="0">
              <a:noFill/>
              <a:prstDash val="solid"/>
            </a:ln>
          </p:spPr>
        </p:sp>
        <p:sp>
          <p:nvSpPr>
            <p:cNvPr id="312" name="four:scalar-input:grid-cell:312">
              <a:extLst>
                <a:ext uri="{FF2B5EF4-FFF2-40B4-BE49-F238E27FC236}">
                  <ns2:creationId id="{023DEAB1-A3AC-4D29-BC28-09772BEEC0CF}"/>
                </a:ext>
              </a:extLst>
            </p:cNvPr>
            <p:cNvSpPr>
              <a:spLocks noGrp="1"/>
            </p:cNvSpPr>
            <p:nvPr/>
          </p:nvSpPr>
          <p:spPr>
            <a:xfrm>
              <a:off x="2038350" y="3362325"/>
              <a:ext cx="104966" cy="104966"/>
            </a:xfrm>
            <a:prstGeom prst="rect">
              <a:avLst/>
            </a:prstGeom>
            <a:solidFill>
              <a:srgbClr val="009E73"/>
            </a:solidFill>
            <a:ln w="0">
              <a:noFill/>
              <a:prstDash val="solid"/>
            </a:ln>
          </p:spPr>
        </p:sp>
        <p:sp>
          <p:nvSpPr>
            <p:cNvPr id="313" name="four:scalar-input:grid-cell:313">
              <a:extLst>
                <a:ext uri="{FF2B5EF4-FFF2-40B4-BE49-F238E27FC236}">
                  <ns2:creationId id="{FAEDB05F-455C-4F5C-A575-5CD0EE1D3DDC}"/>
                </a:ext>
              </a:extLst>
            </p:cNvPr>
            <p:cNvSpPr>
              <a:spLocks noGrp="1"/>
            </p:cNvSpPr>
            <p:nvPr/>
          </p:nvSpPr>
          <p:spPr>
            <a:xfrm>
              <a:off x="2143125" y="3362325"/>
              <a:ext cx="104966" cy="104966"/>
            </a:xfrm>
            <a:prstGeom prst="rect">
              <a:avLst/>
            </a:prstGeom>
            <a:solidFill>
              <a:srgbClr val="81C9BA"/>
            </a:solidFill>
            <a:ln w="0">
              <a:noFill/>
              <a:prstDash val="solid"/>
            </a:ln>
          </p:spPr>
        </p:sp>
        <p:sp>
          <p:nvSpPr>
            <p:cNvPr id="314" name="four:scalar-input:grid-cell:314">
              <a:extLst>
                <a:ext uri="{FF2B5EF4-FFF2-40B4-BE49-F238E27FC236}">
                  <ns2:creationId id="{2EC8CCE5-E126-44C7-995F-E20E95492E47}"/>
                </a:ext>
              </a:extLst>
            </p:cNvPr>
            <p:cNvSpPr>
              <a:spLocks noGrp="1"/>
            </p:cNvSpPr>
            <p:nvPr/>
          </p:nvSpPr>
          <p:spPr>
            <a:xfrm>
              <a:off x="2247900" y="3362325"/>
              <a:ext cx="104966" cy="104966"/>
            </a:xfrm>
            <a:prstGeom prst="rect">
              <a:avLst/>
            </a:prstGeom>
            <a:solidFill>
              <a:srgbClr val="81C9BA"/>
            </a:solidFill>
            <a:ln w="0">
              <a:noFill/>
              <a:prstDash val="solid"/>
            </a:ln>
          </p:spPr>
        </p:sp>
        <p:sp>
          <p:nvSpPr>
            <p:cNvPr id="315" name="four:scalar-input:grid-cell:315">
              <a:extLst>
                <a:ext uri="{FF2B5EF4-FFF2-40B4-BE49-F238E27FC236}">
                  <ns2:creationId id="{DA3EB2CA-8C42-4F37-A0B0-A3792DFAA194}"/>
                </a:ext>
              </a:extLst>
            </p:cNvPr>
            <p:cNvSpPr>
              <a:spLocks noGrp="1"/>
            </p:cNvSpPr>
            <p:nvPr/>
          </p:nvSpPr>
          <p:spPr>
            <a:xfrm>
              <a:off x="2352675" y="3362325"/>
              <a:ext cx="104966" cy="104966"/>
            </a:xfrm>
            <a:prstGeom prst="rect">
              <a:avLst/>
            </a:prstGeom>
            <a:solidFill>
              <a:srgbClr val="81C9BA"/>
            </a:solidFill>
            <a:ln w="0">
              <a:noFill/>
              <a:prstDash val="solid"/>
            </a:ln>
          </p:spPr>
        </p:sp>
        <p:sp>
          <p:nvSpPr>
            <p:cNvPr id="316" name="four:scalar-input:grid-cell:316">
              <a:extLst>
                <a:ext uri="{FF2B5EF4-FFF2-40B4-BE49-F238E27FC236}">
                  <ns2:creationId id="{82264597-B348-4584-AA0C-11FAAEEE032D}"/>
                </a:ext>
              </a:extLst>
            </p:cNvPr>
            <p:cNvSpPr>
              <a:spLocks noGrp="1"/>
            </p:cNvSpPr>
            <p:nvPr/>
          </p:nvSpPr>
          <p:spPr>
            <a:xfrm>
              <a:off x="361950" y="3467100"/>
              <a:ext cx="104966" cy="104966"/>
            </a:xfrm>
            <a:prstGeom prst="rect">
              <a:avLst/>
            </a:prstGeom>
            <a:solidFill>
              <a:srgbClr val="DCE8ED"/>
            </a:solidFill>
            <a:ln w="0">
              <a:noFill/>
              <a:prstDash val="solid"/>
            </a:ln>
          </p:spPr>
        </p:sp>
        <p:sp>
          <p:nvSpPr>
            <p:cNvPr id="317" name="four:scalar-input:grid-cell:317">
              <a:extLst>
                <a:ext uri="{FF2B5EF4-FFF2-40B4-BE49-F238E27FC236}">
                  <ns2:creationId id="{50DC37C6-4608-40FC-B7C0-8E24B45759A8}"/>
                </a:ext>
              </a:extLst>
            </p:cNvPr>
            <p:cNvSpPr>
              <a:spLocks noGrp="1"/>
            </p:cNvSpPr>
            <p:nvPr/>
          </p:nvSpPr>
          <p:spPr>
            <a:xfrm>
              <a:off x="466725" y="3467100"/>
              <a:ext cx="104966" cy="104966"/>
            </a:xfrm>
            <a:prstGeom prst="rect">
              <a:avLst/>
            </a:prstGeom>
            <a:solidFill>
              <a:srgbClr val="DCE8ED"/>
            </a:solidFill>
            <a:ln w="0">
              <a:noFill/>
              <a:prstDash val="solid"/>
            </a:ln>
          </p:spPr>
        </p:sp>
        <p:sp>
          <p:nvSpPr>
            <p:cNvPr id="318" name="four:scalar-input:grid-cell:318">
              <a:extLst>
                <a:ext uri="{FF2B5EF4-FFF2-40B4-BE49-F238E27FC236}">
                  <ns2:creationId id="{EB7436F8-D8CA-4991-B820-83129A42A47B}"/>
                </a:ext>
              </a:extLst>
            </p:cNvPr>
            <p:cNvSpPr>
              <a:spLocks noGrp="1"/>
            </p:cNvSpPr>
            <p:nvPr/>
          </p:nvSpPr>
          <p:spPr>
            <a:xfrm>
              <a:off x="571500" y="3467100"/>
              <a:ext cx="104966" cy="104966"/>
            </a:xfrm>
            <a:prstGeom prst="rect">
              <a:avLst/>
            </a:prstGeom>
            <a:solidFill>
              <a:srgbClr val="DCE8ED"/>
            </a:solidFill>
            <a:ln w="0">
              <a:noFill/>
              <a:prstDash val="solid"/>
            </a:ln>
          </p:spPr>
        </p:sp>
        <p:sp>
          <p:nvSpPr>
            <p:cNvPr id="319" name="four:scalar-input:grid-cell:319">
              <a:extLst>
                <a:ext uri="{FF2B5EF4-FFF2-40B4-BE49-F238E27FC236}">
                  <ns2:creationId id="{D15EAE21-307A-4DD8-B618-CB84945822D9}"/>
                </a:ext>
              </a:extLst>
            </p:cNvPr>
            <p:cNvSpPr>
              <a:spLocks noGrp="1"/>
            </p:cNvSpPr>
            <p:nvPr/>
          </p:nvSpPr>
          <p:spPr>
            <a:xfrm>
              <a:off x="676275" y="3467100"/>
              <a:ext cx="104966" cy="104966"/>
            </a:xfrm>
            <a:prstGeom prst="rect">
              <a:avLst/>
            </a:prstGeom>
            <a:solidFill>
              <a:srgbClr val="DCE8ED"/>
            </a:solidFill>
            <a:ln w="0">
              <a:noFill/>
              <a:prstDash val="solid"/>
            </a:ln>
          </p:spPr>
        </p:sp>
        <p:sp>
          <p:nvSpPr>
            <p:cNvPr id="320" name="four:scalar-input:grid-cell:320">
              <a:extLst>
                <a:ext uri="{FF2B5EF4-FFF2-40B4-BE49-F238E27FC236}">
                  <ns2:creationId id="{3546EFA1-E5D3-475B-B44B-0C4CD24B822D}"/>
                </a:ext>
              </a:extLst>
            </p:cNvPr>
            <p:cNvSpPr>
              <a:spLocks noGrp="1"/>
            </p:cNvSpPr>
            <p:nvPr/>
          </p:nvSpPr>
          <p:spPr>
            <a:xfrm>
              <a:off x="781050" y="3467100"/>
              <a:ext cx="104966" cy="104966"/>
            </a:xfrm>
            <a:prstGeom prst="rect">
              <a:avLst/>
            </a:prstGeom>
            <a:solidFill>
              <a:srgbClr val="DCE8ED"/>
            </a:solidFill>
            <a:ln w="0">
              <a:noFill/>
              <a:prstDash val="solid"/>
            </a:ln>
          </p:spPr>
        </p:sp>
        <p:sp>
          <p:nvSpPr>
            <p:cNvPr id="321" name="four:scalar-input:grid-cell:321">
              <a:extLst>
                <a:ext uri="{FF2B5EF4-FFF2-40B4-BE49-F238E27FC236}">
                  <ns2:creationId id="{82992B67-109D-42D1-85DF-0728EC8CFEBE}"/>
                </a:ext>
              </a:extLst>
            </p:cNvPr>
            <p:cNvSpPr>
              <a:spLocks noGrp="1"/>
            </p:cNvSpPr>
            <p:nvPr/>
          </p:nvSpPr>
          <p:spPr>
            <a:xfrm>
              <a:off x="885825" y="3467100"/>
              <a:ext cx="104966" cy="104966"/>
            </a:xfrm>
            <a:prstGeom prst="rect">
              <a:avLst/>
            </a:prstGeom>
            <a:solidFill>
              <a:srgbClr val="81C9BA"/>
            </a:solidFill>
            <a:ln w="0">
              <a:noFill/>
              <a:prstDash val="solid"/>
            </a:ln>
          </p:spPr>
        </p:sp>
        <p:sp>
          <p:nvSpPr>
            <p:cNvPr id="322" name="four:scalar-input:grid-cell:322">
              <a:extLst>
                <a:ext uri="{FF2B5EF4-FFF2-40B4-BE49-F238E27FC236}">
                  <ns2:creationId id="{A871B84C-BAA5-4E64-91DE-F7AC909045BD}"/>
                </a:ext>
              </a:extLst>
            </p:cNvPr>
            <p:cNvSpPr>
              <a:spLocks noGrp="1"/>
            </p:cNvSpPr>
            <p:nvPr/>
          </p:nvSpPr>
          <p:spPr>
            <a:xfrm>
              <a:off x="990600" y="3467100"/>
              <a:ext cx="104966" cy="104966"/>
            </a:xfrm>
            <a:prstGeom prst="rect">
              <a:avLst/>
            </a:prstGeom>
            <a:solidFill>
              <a:srgbClr val="81C9BA"/>
            </a:solidFill>
            <a:ln w="0">
              <a:noFill/>
              <a:prstDash val="solid"/>
            </a:ln>
          </p:spPr>
        </p:sp>
        <p:sp>
          <p:nvSpPr>
            <p:cNvPr id="323" name="four:scalar-input:grid-cell:323">
              <a:extLst>
                <a:ext uri="{FF2B5EF4-FFF2-40B4-BE49-F238E27FC236}">
                  <ns2:creationId id="{F1465C06-DACC-4450-AD3F-9B6D01371BFC}"/>
                </a:ext>
              </a:extLst>
            </p:cNvPr>
            <p:cNvSpPr>
              <a:spLocks noGrp="1"/>
            </p:cNvSpPr>
            <p:nvPr/>
          </p:nvSpPr>
          <p:spPr>
            <a:xfrm>
              <a:off x="1095375" y="3467100"/>
              <a:ext cx="104966" cy="104966"/>
            </a:xfrm>
            <a:prstGeom prst="rect">
              <a:avLst/>
            </a:prstGeom>
            <a:solidFill>
              <a:srgbClr val="81C9BA"/>
            </a:solidFill>
            <a:ln w="0">
              <a:noFill/>
              <a:prstDash val="solid"/>
            </a:ln>
          </p:spPr>
        </p:sp>
        <p:sp>
          <p:nvSpPr>
            <p:cNvPr id="324" name="four:scalar-input:grid-cell:324">
              <a:extLst>
                <a:ext uri="{FF2B5EF4-FFF2-40B4-BE49-F238E27FC236}">
                  <ns2:creationId id="{82E0D899-15BE-4E97-8ACC-7B5B4457DBEE}"/>
                </a:ext>
              </a:extLst>
            </p:cNvPr>
            <p:cNvSpPr>
              <a:spLocks noGrp="1"/>
            </p:cNvSpPr>
            <p:nvPr/>
          </p:nvSpPr>
          <p:spPr>
            <a:xfrm>
              <a:off x="1200150" y="3467100"/>
              <a:ext cx="104966" cy="104966"/>
            </a:xfrm>
            <a:prstGeom prst="rect">
              <a:avLst/>
            </a:prstGeom>
            <a:solidFill>
              <a:srgbClr val="81C9BA"/>
            </a:solidFill>
            <a:ln w="0">
              <a:noFill/>
              <a:prstDash val="solid"/>
            </a:ln>
          </p:spPr>
        </p:sp>
        <p:sp>
          <p:nvSpPr>
            <p:cNvPr id="325" name="four:scalar-input:grid-cell:325">
              <a:extLst>
                <a:ext uri="{FF2B5EF4-FFF2-40B4-BE49-F238E27FC236}">
                  <ns2:creationId id="{8D37D0D0-37D5-4F33-834A-C171A92FC7E7}"/>
                </a:ext>
              </a:extLst>
            </p:cNvPr>
            <p:cNvSpPr>
              <a:spLocks noGrp="1"/>
            </p:cNvSpPr>
            <p:nvPr/>
          </p:nvSpPr>
          <p:spPr>
            <a:xfrm>
              <a:off x="1304925" y="3467100"/>
              <a:ext cx="104966" cy="104966"/>
            </a:xfrm>
            <a:prstGeom prst="rect">
              <a:avLst/>
            </a:prstGeom>
            <a:solidFill>
              <a:srgbClr val="D55E00"/>
            </a:solidFill>
            <a:ln w="0">
              <a:noFill/>
              <a:prstDash val="solid"/>
            </a:ln>
          </p:spPr>
        </p:sp>
        <p:sp>
          <p:nvSpPr>
            <p:cNvPr id="326" name="four:scalar-input:grid-cell:326">
              <a:extLst>
                <a:ext uri="{FF2B5EF4-FFF2-40B4-BE49-F238E27FC236}">
                  <ns2:creationId id="{318640AF-7064-44B7-AEF0-E71AFABD3DA9}"/>
                </a:ext>
              </a:extLst>
            </p:cNvPr>
            <p:cNvSpPr>
              <a:spLocks noGrp="1"/>
            </p:cNvSpPr>
            <p:nvPr/>
          </p:nvSpPr>
          <p:spPr>
            <a:xfrm>
              <a:off x="1409700" y="3467100"/>
              <a:ext cx="104966" cy="104966"/>
            </a:xfrm>
            <a:prstGeom prst="rect">
              <a:avLst/>
            </a:prstGeom>
            <a:solidFill>
              <a:srgbClr val="D55E00"/>
            </a:solidFill>
            <a:ln w="0">
              <a:noFill/>
              <a:prstDash val="solid"/>
            </a:ln>
          </p:spPr>
        </p:sp>
        <p:sp>
          <p:nvSpPr>
            <p:cNvPr id="327" name="four:scalar-input:grid-cell:327">
              <a:extLst>
                <a:ext uri="{FF2B5EF4-FFF2-40B4-BE49-F238E27FC236}">
                  <ns2:creationId id="{6A90D434-A648-4548-908E-06EF51316431}"/>
                </a:ext>
              </a:extLst>
            </p:cNvPr>
            <p:cNvSpPr>
              <a:spLocks noGrp="1"/>
            </p:cNvSpPr>
            <p:nvPr/>
          </p:nvSpPr>
          <p:spPr>
            <a:xfrm>
              <a:off x="1514475" y="3467100"/>
              <a:ext cx="104966" cy="104966"/>
            </a:xfrm>
            <a:prstGeom prst="rect">
              <a:avLst/>
            </a:prstGeom>
            <a:solidFill>
              <a:srgbClr val="81C9BA"/>
            </a:solidFill>
            <a:ln w="0">
              <a:noFill/>
              <a:prstDash val="solid"/>
            </a:ln>
          </p:spPr>
        </p:sp>
        <p:sp>
          <p:nvSpPr>
            <p:cNvPr id="328" name="four:scalar-input:grid-cell:328">
              <a:extLst>
                <a:ext uri="{FF2B5EF4-FFF2-40B4-BE49-F238E27FC236}">
                  <ns2:creationId id="{80281331-7ADF-4F56-B752-982542E25972}"/>
                </a:ext>
              </a:extLst>
            </p:cNvPr>
            <p:cNvSpPr>
              <a:spLocks noGrp="1"/>
            </p:cNvSpPr>
            <p:nvPr/>
          </p:nvSpPr>
          <p:spPr>
            <a:xfrm>
              <a:off x="1619250" y="3467100"/>
              <a:ext cx="104966" cy="104966"/>
            </a:xfrm>
            <a:prstGeom prst="rect">
              <a:avLst/>
            </a:prstGeom>
            <a:solidFill>
              <a:srgbClr val="009E73"/>
            </a:solidFill>
            <a:ln w="0">
              <a:noFill/>
              <a:prstDash val="solid"/>
            </a:ln>
          </p:spPr>
        </p:sp>
        <p:sp>
          <p:nvSpPr>
            <p:cNvPr id="329" name="four:scalar-input:grid-cell:329">
              <a:extLst>
                <a:ext uri="{FF2B5EF4-FFF2-40B4-BE49-F238E27FC236}">
                  <ns2:creationId id="{F3BBB1A6-E267-4A14-9FFB-322472AF8023}"/>
                </a:ext>
              </a:extLst>
            </p:cNvPr>
            <p:cNvSpPr>
              <a:spLocks noGrp="1"/>
            </p:cNvSpPr>
            <p:nvPr/>
          </p:nvSpPr>
          <p:spPr>
            <a:xfrm>
              <a:off x="1724025" y="3467100"/>
              <a:ext cx="104966" cy="104966"/>
            </a:xfrm>
            <a:prstGeom prst="rect">
              <a:avLst/>
            </a:prstGeom>
            <a:solidFill>
              <a:srgbClr val="009E73"/>
            </a:solidFill>
            <a:ln w="0">
              <a:noFill/>
              <a:prstDash val="solid"/>
            </a:ln>
          </p:spPr>
        </p:sp>
        <p:sp>
          <p:nvSpPr>
            <p:cNvPr id="330" name="four:scalar-input:grid-cell:330">
              <a:extLst>
                <a:ext uri="{FF2B5EF4-FFF2-40B4-BE49-F238E27FC236}">
                  <ns2:creationId id="{0D2D455B-1C75-467A-A3A4-9AE7DA9303BA}"/>
                </a:ext>
              </a:extLst>
            </p:cNvPr>
            <p:cNvSpPr>
              <a:spLocks noGrp="1"/>
            </p:cNvSpPr>
            <p:nvPr/>
          </p:nvSpPr>
          <p:spPr>
            <a:xfrm>
              <a:off x="1828800" y="3467100"/>
              <a:ext cx="104966" cy="104966"/>
            </a:xfrm>
            <a:prstGeom prst="rect">
              <a:avLst/>
            </a:prstGeom>
            <a:solidFill>
              <a:srgbClr val="009E73"/>
            </a:solidFill>
            <a:ln w="0">
              <a:noFill/>
              <a:prstDash val="solid"/>
            </a:ln>
          </p:spPr>
        </p:sp>
        <p:sp>
          <p:nvSpPr>
            <p:cNvPr id="331" name="four:scalar-input:grid-cell:331">
              <a:extLst>
                <a:ext uri="{FF2B5EF4-FFF2-40B4-BE49-F238E27FC236}">
                  <ns2:creationId id="{F4E78B17-008E-4134-B192-6E854B9EFC83}"/>
                </a:ext>
              </a:extLst>
            </p:cNvPr>
            <p:cNvSpPr>
              <a:spLocks noGrp="1"/>
            </p:cNvSpPr>
            <p:nvPr/>
          </p:nvSpPr>
          <p:spPr>
            <a:xfrm>
              <a:off x="1933575" y="3467100"/>
              <a:ext cx="104966" cy="104966"/>
            </a:xfrm>
            <a:prstGeom prst="rect">
              <a:avLst/>
            </a:prstGeom>
            <a:solidFill>
              <a:srgbClr val="009E73"/>
            </a:solidFill>
            <a:ln w="0">
              <a:noFill/>
              <a:prstDash val="solid"/>
            </a:ln>
          </p:spPr>
        </p:sp>
        <p:sp>
          <p:nvSpPr>
            <p:cNvPr id="332" name="four:scalar-input:grid-cell:332">
              <a:extLst>
                <a:ext uri="{FF2B5EF4-FFF2-40B4-BE49-F238E27FC236}">
                  <ns2:creationId id="{A3E321A0-5D4D-4E0B-9F5A-CC1F91AA4328}"/>
                </a:ext>
              </a:extLst>
            </p:cNvPr>
            <p:cNvSpPr>
              <a:spLocks noGrp="1"/>
            </p:cNvSpPr>
            <p:nvPr/>
          </p:nvSpPr>
          <p:spPr>
            <a:xfrm>
              <a:off x="2038350" y="3467100"/>
              <a:ext cx="104966" cy="104966"/>
            </a:xfrm>
            <a:prstGeom prst="rect">
              <a:avLst/>
            </a:prstGeom>
            <a:solidFill>
              <a:srgbClr val="009E73"/>
            </a:solidFill>
            <a:ln w="0">
              <a:noFill/>
              <a:prstDash val="solid"/>
            </a:ln>
          </p:spPr>
        </p:sp>
        <p:sp>
          <p:nvSpPr>
            <p:cNvPr id="333" name="four:scalar-input:grid-cell:333">
              <a:extLst>
                <a:ext uri="{FF2B5EF4-FFF2-40B4-BE49-F238E27FC236}">
                  <ns2:creationId id="{E434C28C-99BD-4D7A-AE34-D28EB1D2A119}"/>
                </a:ext>
              </a:extLst>
            </p:cNvPr>
            <p:cNvSpPr>
              <a:spLocks noGrp="1"/>
            </p:cNvSpPr>
            <p:nvPr/>
          </p:nvSpPr>
          <p:spPr>
            <a:xfrm>
              <a:off x="2143125" y="3467100"/>
              <a:ext cx="104966" cy="104966"/>
            </a:xfrm>
            <a:prstGeom prst="rect">
              <a:avLst/>
            </a:prstGeom>
            <a:solidFill>
              <a:srgbClr val="81C9BA"/>
            </a:solidFill>
            <a:ln w="0">
              <a:noFill/>
              <a:prstDash val="solid"/>
            </a:ln>
          </p:spPr>
        </p:sp>
        <p:sp>
          <p:nvSpPr>
            <p:cNvPr id="334" name="four:scalar-input:grid-cell:334">
              <a:extLst>
                <a:ext uri="{FF2B5EF4-FFF2-40B4-BE49-F238E27FC236}">
                  <ns2:creationId id="{2923885A-48BC-42F1-B074-06C267354479}"/>
                </a:ext>
              </a:extLst>
            </p:cNvPr>
            <p:cNvSpPr>
              <a:spLocks noGrp="1"/>
            </p:cNvSpPr>
            <p:nvPr/>
          </p:nvSpPr>
          <p:spPr>
            <a:xfrm>
              <a:off x="2247900" y="3467100"/>
              <a:ext cx="104966" cy="104966"/>
            </a:xfrm>
            <a:prstGeom prst="rect">
              <a:avLst/>
            </a:prstGeom>
            <a:solidFill>
              <a:srgbClr val="81C9BA"/>
            </a:solidFill>
            <a:ln w="0">
              <a:noFill/>
              <a:prstDash val="solid"/>
            </a:ln>
          </p:spPr>
        </p:sp>
        <p:sp>
          <p:nvSpPr>
            <p:cNvPr id="335" name="four:scalar-input:grid-cell:335">
              <a:extLst>
                <a:ext uri="{FF2B5EF4-FFF2-40B4-BE49-F238E27FC236}">
                  <ns2:creationId id="{DFBF2E50-5DCC-443D-A05D-7FCB7A012ACB}"/>
                </a:ext>
              </a:extLst>
            </p:cNvPr>
            <p:cNvSpPr>
              <a:spLocks noGrp="1"/>
            </p:cNvSpPr>
            <p:nvPr/>
          </p:nvSpPr>
          <p:spPr>
            <a:xfrm>
              <a:off x="2352675" y="3467100"/>
              <a:ext cx="104966" cy="104966"/>
            </a:xfrm>
            <a:prstGeom prst="rect">
              <a:avLst/>
            </a:prstGeom>
            <a:solidFill>
              <a:srgbClr val="81C9BA"/>
            </a:solidFill>
            <a:ln w="0">
              <a:noFill/>
              <a:prstDash val="solid"/>
            </a:ln>
          </p:spPr>
        </p:sp>
        <p:sp>
          <p:nvSpPr>
            <p:cNvPr id="336" name="four:scalar-input:grid-cell:336">
              <a:extLst>
                <a:ext uri="{FF2B5EF4-FFF2-40B4-BE49-F238E27FC236}">
                  <ns2:creationId id="{1F21BCA7-20B6-4133-B40A-255DE0415C68}"/>
                </a:ext>
              </a:extLst>
            </p:cNvPr>
            <p:cNvSpPr>
              <a:spLocks noGrp="1"/>
            </p:cNvSpPr>
            <p:nvPr/>
          </p:nvSpPr>
          <p:spPr>
            <a:xfrm>
              <a:off x="361950" y="3571875"/>
              <a:ext cx="104966" cy="104966"/>
            </a:xfrm>
            <a:prstGeom prst="rect">
              <a:avLst/>
            </a:prstGeom>
            <a:solidFill>
              <a:srgbClr val="DCE8ED"/>
            </a:solidFill>
            <a:ln w="0">
              <a:noFill/>
              <a:prstDash val="solid"/>
            </a:ln>
          </p:spPr>
        </p:sp>
        <p:sp>
          <p:nvSpPr>
            <p:cNvPr id="337" name="four:scalar-input:grid-cell:337">
              <a:extLst>
                <a:ext uri="{FF2B5EF4-FFF2-40B4-BE49-F238E27FC236}">
                  <ns2:creationId id="{B7770E85-4CF1-4C89-88FB-5818B156842B}"/>
                </a:ext>
              </a:extLst>
            </p:cNvPr>
            <p:cNvSpPr>
              <a:spLocks noGrp="1"/>
            </p:cNvSpPr>
            <p:nvPr/>
          </p:nvSpPr>
          <p:spPr>
            <a:xfrm>
              <a:off x="466725" y="3571875"/>
              <a:ext cx="104966" cy="104966"/>
            </a:xfrm>
            <a:prstGeom prst="rect">
              <a:avLst/>
            </a:prstGeom>
            <a:solidFill>
              <a:srgbClr val="DCE8ED"/>
            </a:solidFill>
            <a:ln w="0">
              <a:noFill/>
              <a:prstDash val="solid"/>
            </a:ln>
          </p:spPr>
        </p:sp>
        <p:sp>
          <p:nvSpPr>
            <p:cNvPr id="338" name="four:scalar-input:grid-cell:338">
              <a:extLst>
                <a:ext uri="{FF2B5EF4-FFF2-40B4-BE49-F238E27FC236}">
                  <ns2:creationId id="{A975EC35-F7FF-4E72-A687-2855C0303667}"/>
                </a:ext>
              </a:extLst>
            </p:cNvPr>
            <p:cNvSpPr>
              <a:spLocks noGrp="1"/>
            </p:cNvSpPr>
            <p:nvPr/>
          </p:nvSpPr>
          <p:spPr>
            <a:xfrm>
              <a:off x="571500" y="3571875"/>
              <a:ext cx="104966" cy="104966"/>
            </a:xfrm>
            <a:prstGeom prst="rect">
              <a:avLst/>
            </a:prstGeom>
            <a:solidFill>
              <a:srgbClr val="DCE8ED"/>
            </a:solidFill>
            <a:ln w="0">
              <a:noFill/>
              <a:prstDash val="solid"/>
            </a:ln>
          </p:spPr>
        </p:sp>
        <p:sp>
          <p:nvSpPr>
            <p:cNvPr id="339" name="four:scalar-input:grid-cell:339">
              <a:extLst>
                <a:ext uri="{FF2B5EF4-FFF2-40B4-BE49-F238E27FC236}">
                  <ns2:creationId id="{34F69C66-CDC0-4592-9794-B9DD9D71B213}"/>
                </a:ext>
              </a:extLst>
            </p:cNvPr>
            <p:cNvSpPr>
              <a:spLocks noGrp="1"/>
            </p:cNvSpPr>
            <p:nvPr/>
          </p:nvSpPr>
          <p:spPr>
            <a:xfrm>
              <a:off x="676275" y="3571875"/>
              <a:ext cx="104966" cy="104966"/>
            </a:xfrm>
            <a:prstGeom prst="rect">
              <a:avLst/>
            </a:prstGeom>
            <a:solidFill>
              <a:srgbClr val="DCE8ED"/>
            </a:solidFill>
            <a:ln w="0">
              <a:noFill/>
              <a:prstDash val="solid"/>
            </a:ln>
          </p:spPr>
        </p:sp>
        <p:sp>
          <p:nvSpPr>
            <p:cNvPr id="340" name="four:scalar-input:grid-cell:340">
              <a:extLst>
                <a:ext uri="{FF2B5EF4-FFF2-40B4-BE49-F238E27FC236}">
                  <ns2:creationId id="{3949AC06-EF16-4DF6-8C0B-4B891A7C4323}"/>
                </a:ext>
              </a:extLst>
            </p:cNvPr>
            <p:cNvSpPr>
              <a:spLocks noGrp="1"/>
            </p:cNvSpPr>
            <p:nvPr/>
          </p:nvSpPr>
          <p:spPr>
            <a:xfrm>
              <a:off x="781050" y="3571875"/>
              <a:ext cx="104966" cy="104966"/>
            </a:xfrm>
            <a:prstGeom prst="rect">
              <a:avLst/>
            </a:prstGeom>
            <a:solidFill>
              <a:srgbClr val="81C9BA"/>
            </a:solidFill>
            <a:ln w="0">
              <a:noFill/>
              <a:prstDash val="solid"/>
            </a:ln>
          </p:spPr>
        </p:sp>
        <p:sp>
          <p:nvSpPr>
            <p:cNvPr id="341" name="four:scalar-input:grid-cell:341">
              <a:extLst>
                <a:ext uri="{FF2B5EF4-FFF2-40B4-BE49-F238E27FC236}">
                  <ns2:creationId id="{B3EF9CD3-671C-4F14-9939-A5FE51BCDBBB}"/>
                </a:ext>
              </a:extLst>
            </p:cNvPr>
            <p:cNvSpPr>
              <a:spLocks noGrp="1"/>
            </p:cNvSpPr>
            <p:nvPr/>
          </p:nvSpPr>
          <p:spPr>
            <a:xfrm>
              <a:off x="885825" y="3571875"/>
              <a:ext cx="104966" cy="104966"/>
            </a:xfrm>
            <a:prstGeom prst="rect">
              <a:avLst/>
            </a:prstGeom>
            <a:solidFill>
              <a:srgbClr val="81C9BA"/>
            </a:solidFill>
            <a:ln w="0">
              <a:noFill/>
              <a:prstDash val="solid"/>
            </a:ln>
          </p:spPr>
        </p:sp>
        <p:sp>
          <p:nvSpPr>
            <p:cNvPr id="342" name="four:scalar-input:grid-cell:342">
              <a:extLst>
                <a:ext uri="{FF2B5EF4-FFF2-40B4-BE49-F238E27FC236}">
                  <ns2:creationId id="{10FAB77B-78CA-4165-BE97-744F0A0B4AE1}"/>
                </a:ext>
              </a:extLst>
            </p:cNvPr>
            <p:cNvSpPr>
              <a:spLocks noGrp="1"/>
            </p:cNvSpPr>
            <p:nvPr/>
          </p:nvSpPr>
          <p:spPr>
            <a:xfrm>
              <a:off x="990600" y="3571875"/>
              <a:ext cx="104966" cy="104966"/>
            </a:xfrm>
            <a:prstGeom prst="rect">
              <a:avLst/>
            </a:prstGeom>
            <a:solidFill>
              <a:srgbClr val="81C9BA"/>
            </a:solidFill>
            <a:ln w="0">
              <a:noFill/>
              <a:prstDash val="solid"/>
            </a:ln>
          </p:spPr>
        </p:sp>
        <p:sp>
          <p:nvSpPr>
            <p:cNvPr id="343" name="four:scalar-input:grid-cell:343">
              <a:extLst>
                <a:ext uri="{FF2B5EF4-FFF2-40B4-BE49-F238E27FC236}">
                  <ns2:creationId id="{3CABB999-00E4-4660-8B11-CA7A79A0200B}"/>
                </a:ext>
              </a:extLst>
            </p:cNvPr>
            <p:cNvSpPr>
              <a:spLocks noGrp="1"/>
            </p:cNvSpPr>
            <p:nvPr/>
          </p:nvSpPr>
          <p:spPr>
            <a:xfrm>
              <a:off x="1095375" y="3571875"/>
              <a:ext cx="104966" cy="104966"/>
            </a:xfrm>
            <a:prstGeom prst="rect">
              <a:avLst/>
            </a:prstGeom>
            <a:solidFill>
              <a:srgbClr val="81C9BA"/>
            </a:solidFill>
            <a:ln w="0">
              <a:noFill/>
              <a:prstDash val="solid"/>
            </a:ln>
          </p:spPr>
        </p:sp>
        <p:sp>
          <p:nvSpPr>
            <p:cNvPr id="344" name="four:scalar-input:grid-cell:344">
              <a:extLst>
                <a:ext uri="{FF2B5EF4-FFF2-40B4-BE49-F238E27FC236}">
                  <ns2:creationId id="{8A356352-0516-43E7-A8FF-9B7E66C69F2A}"/>
                </a:ext>
              </a:extLst>
            </p:cNvPr>
            <p:cNvSpPr>
              <a:spLocks noGrp="1"/>
            </p:cNvSpPr>
            <p:nvPr/>
          </p:nvSpPr>
          <p:spPr>
            <a:xfrm>
              <a:off x="1200150" y="3571875"/>
              <a:ext cx="104966" cy="104966"/>
            </a:xfrm>
            <a:prstGeom prst="rect">
              <a:avLst/>
            </a:prstGeom>
            <a:solidFill>
              <a:srgbClr val="D55E00"/>
            </a:solidFill>
            <a:ln w="0">
              <a:noFill/>
              <a:prstDash val="solid"/>
            </a:ln>
          </p:spPr>
        </p:sp>
        <p:sp>
          <p:nvSpPr>
            <p:cNvPr id="345" name="four:scalar-input:grid-cell:345">
              <a:extLst>
                <a:ext uri="{FF2B5EF4-FFF2-40B4-BE49-F238E27FC236}">
                  <ns2:creationId id="{10B45BFB-A94D-4FCE-8865-0B1CEA3167DB}"/>
                </a:ext>
              </a:extLst>
            </p:cNvPr>
            <p:cNvSpPr>
              <a:spLocks noGrp="1"/>
            </p:cNvSpPr>
            <p:nvPr/>
          </p:nvSpPr>
          <p:spPr>
            <a:xfrm>
              <a:off x="1304925" y="3571875"/>
              <a:ext cx="104966" cy="104966"/>
            </a:xfrm>
            <a:prstGeom prst="rect">
              <a:avLst/>
            </a:prstGeom>
            <a:solidFill>
              <a:srgbClr val="D55E00"/>
            </a:solidFill>
            <a:ln w="0">
              <a:noFill/>
              <a:prstDash val="solid"/>
            </a:ln>
          </p:spPr>
        </p:sp>
        <p:sp>
          <p:nvSpPr>
            <p:cNvPr id="346" name="four:scalar-input:grid-cell:346">
              <a:extLst>
                <a:ext uri="{FF2B5EF4-FFF2-40B4-BE49-F238E27FC236}">
                  <ns2:creationId id="{7275C653-04BE-4358-8817-772EC7381369}"/>
                </a:ext>
              </a:extLst>
            </p:cNvPr>
            <p:cNvSpPr>
              <a:spLocks noGrp="1"/>
            </p:cNvSpPr>
            <p:nvPr/>
          </p:nvSpPr>
          <p:spPr>
            <a:xfrm>
              <a:off x="1409700" y="3571875"/>
              <a:ext cx="104966" cy="104966"/>
            </a:xfrm>
            <a:prstGeom prst="rect">
              <a:avLst/>
            </a:prstGeom>
            <a:solidFill>
              <a:srgbClr val="D55E00"/>
            </a:solidFill>
            <a:ln w="0">
              <a:noFill/>
              <a:prstDash val="solid"/>
            </a:ln>
          </p:spPr>
        </p:sp>
        <p:sp>
          <p:nvSpPr>
            <p:cNvPr id="347" name="four:scalar-input:grid-cell:347">
              <a:extLst>
                <a:ext uri="{FF2B5EF4-FFF2-40B4-BE49-F238E27FC236}">
                  <ns2:creationId id="{8ABF8AD1-79C5-4CF6-8034-70495E25F37C}"/>
                </a:ext>
              </a:extLst>
            </p:cNvPr>
            <p:cNvSpPr>
              <a:spLocks noGrp="1"/>
            </p:cNvSpPr>
            <p:nvPr/>
          </p:nvSpPr>
          <p:spPr>
            <a:xfrm>
              <a:off x="1514475" y="3571875"/>
              <a:ext cx="104966" cy="104966"/>
            </a:xfrm>
            <a:prstGeom prst="rect">
              <a:avLst/>
            </a:prstGeom>
            <a:solidFill>
              <a:srgbClr val="D55E00"/>
            </a:solidFill>
            <a:ln w="0">
              <a:noFill/>
              <a:prstDash val="solid"/>
            </a:ln>
          </p:spPr>
        </p:sp>
        <p:sp>
          <p:nvSpPr>
            <p:cNvPr id="348" name="four:scalar-input:grid-cell:348">
              <a:extLst>
                <a:ext uri="{FF2B5EF4-FFF2-40B4-BE49-F238E27FC236}">
                  <ns2:creationId id="{B52CB60E-EBFC-418D-8C57-AD584DBD7BE3}"/>
                </a:ext>
              </a:extLst>
            </p:cNvPr>
            <p:cNvSpPr>
              <a:spLocks noGrp="1"/>
            </p:cNvSpPr>
            <p:nvPr/>
          </p:nvSpPr>
          <p:spPr>
            <a:xfrm>
              <a:off x="1619250" y="3571875"/>
              <a:ext cx="104966" cy="104966"/>
            </a:xfrm>
            <a:prstGeom prst="rect">
              <a:avLst/>
            </a:prstGeom>
            <a:solidFill>
              <a:srgbClr val="81C9BA"/>
            </a:solidFill>
            <a:ln w="0">
              <a:noFill/>
              <a:prstDash val="solid"/>
            </a:ln>
          </p:spPr>
        </p:sp>
        <p:sp>
          <p:nvSpPr>
            <p:cNvPr id="349" name="four:scalar-input:grid-cell:349">
              <a:extLst>
                <a:ext uri="{FF2B5EF4-FFF2-40B4-BE49-F238E27FC236}">
                  <ns2:creationId id="{340F11C4-BFD0-4BF2-8D72-E75FB006007F}"/>
                </a:ext>
              </a:extLst>
            </p:cNvPr>
            <p:cNvSpPr>
              <a:spLocks noGrp="1"/>
            </p:cNvSpPr>
            <p:nvPr/>
          </p:nvSpPr>
          <p:spPr>
            <a:xfrm>
              <a:off x="1724025" y="3571875"/>
              <a:ext cx="104966" cy="104966"/>
            </a:xfrm>
            <a:prstGeom prst="rect">
              <a:avLst/>
            </a:prstGeom>
            <a:solidFill>
              <a:srgbClr val="009E73"/>
            </a:solidFill>
            <a:ln w="0">
              <a:noFill/>
              <a:prstDash val="solid"/>
            </a:ln>
          </p:spPr>
        </p:sp>
        <p:sp>
          <p:nvSpPr>
            <p:cNvPr id="350" name="four:scalar-input:grid-cell:350">
              <a:extLst>
                <a:ext uri="{FF2B5EF4-FFF2-40B4-BE49-F238E27FC236}">
                  <ns2:creationId id="{75C090D2-8030-45D2-AB28-E6A77B4389E8}"/>
                </a:ext>
              </a:extLst>
            </p:cNvPr>
            <p:cNvSpPr>
              <a:spLocks noGrp="1"/>
            </p:cNvSpPr>
            <p:nvPr/>
          </p:nvSpPr>
          <p:spPr>
            <a:xfrm>
              <a:off x="1828800" y="3571875"/>
              <a:ext cx="104966" cy="104966"/>
            </a:xfrm>
            <a:prstGeom prst="rect">
              <a:avLst/>
            </a:prstGeom>
            <a:solidFill>
              <a:srgbClr val="009E73"/>
            </a:solidFill>
            <a:ln w="0">
              <a:noFill/>
              <a:prstDash val="solid"/>
            </a:ln>
          </p:spPr>
        </p:sp>
        <p:sp>
          <p:nvSpPr>
            <p:cNvPr id="351" name="four:scalar-input:grid-cell:351">
              <a:extLst>
                <a:ext uri="{FF2B5EF4-FFF2-40B4-BE49-F238E27FC236}">
                  <ns2:creationId id="{E762D9E8-2344-448F-B778-D4918D67AF5A}"/>
                </a:ext>
              </a:extLst>
            </p:cNvPr>
            <p:cNvSpPr>
              <a:spLocks noGrp="1"/>
            </p:cNvSpPr>
            <p:nvPr/>
          </p:nvSpPr>
          <p:spPr>
            <a:xfrm>
              <a:off x="1933575" y="3571875"/>
              <a:ext cx="104966" cy="104966"/>
            </a:xfrm>
            <a:prstGeom prst="rect">
              <a:avLst/>
            </a:prstGeom>
            <a:solidFill>
              <a:srgbClr val="009E73"/>
            </a:solidFill>
            <a:ln w="0">
              <a:noFill/>
              <a:prstDash val="solid"/>
            </a:ln>
          </p:spPr>
        </p:sp>
        <p:sp>
          <p:nvSpPr>
            <p:cNvPr id="352" name="four:scalar-input:grid-cell:352">
              <a:extLst>
                <a:ext uri="{FF2B5EF4-FFF2-40B4-BE49-F238E27FC236}">
                  <ns2:creationId id="{8415F09F-7BA0-45A6-B139-0DEC57BFEE8B}"/>
                </a:ext>
              </a:extLst>
            </p:cNvPr>
            <p:cNvSpPr>
              <a:spLocks noGrp="1"/>
            </p:cNvSpPr>
            <p:nvPr/>
          </p:nvSpPr>
          <p:spPr>
            <a:xfrm>
              <a:off x="2038350" y="3571875"/>
              <a:ext cx="104966" cy="104966"/>
            </a:xfrm>
            <a:prstGeom prst="rect">
              <a:avLst/>
            </a:prstGeom>
            <a:solidFill>
              <a:srgbClr val="81C9BA"/>
            </a:solidFill>
            <a:ln w="0">
              <a:noFill/>
              <a:prstDash val="solid"/>
            </a:ln>
          </p:spPr>
        </p:sp>
        <p:sp>
          <p:nvSpPr>
            <p:cNvPr id="353" name="four:scalar-input:grid-cell:353">
              <a:extLst>
                <a:ext uri="{FF2B5EF4-FFF2-40B4-BE49-F238E27FC236}">
                  <ns2:creationId id="{774945EE-166D-4676-B2B7-5B1D60C751E4}"/>
                </a:ext>
              </a:extLst>
            </p:cNvPr>
            <p:cNvSpPr>
              <a:spLocks noGrp="1"/>
            </p:cNvSpPr>
            <p:nvPr/>
          </p:nvSpPr>
          <p:spPr>
            <a:xfrm>
              <a:off x="2143125" y="3571875"/>
              <a:ext cx="104966" cy="104966"/>
            </a:xfrm>
            <a:prstGeom prst="rect">
              <a:avLst/>
            </a:prstGeom>
            <a:solidFill>
              <a:srgbClr val="81C9BA"/>
            </a:solidFill>
            <a:ln w="0">
              <a:noFill/>
              <a:prstDash val="solid"/>
            </a:ln>
          </p:spPr>
        </p:sp>
        <p:sp>
          <p:nvSpPr>
            <p:cNvPr id="354" name="four:scalar-input:grid-cell:354">
              <a:extLst>
                <a:ext uri="{FF2B5EF4-FFF2-40B4-BE49-F238E27FC236}">
                  <ns2:creationId id="{7D5CFACD-C8E9-45D5-9AE5-B6106D0FF34C}"/>
                </a:ext>
              </a:extLst>
            </p:cNvPr>
            <p:cNvSpPr>
              <a:spLocks noGrp="1"/>
            </p:cNvSpPr>
            <p:nvPr/>
          </p:nvSpPr>
          <p:spPr>
            <a:xfrm>
              <a:off x="2247900" y="3571875"/>
              <a:ext cx="104966" cy="104966"/>
            </a:xfrm>
            <a:prstGeom prst="rect">
              <a:avLst/>
            </a:prstGeom>
            <a:solidFill>
              <a:srgbClr val="81C9BA"/>
            </a:solidFill>
            <a:ln w="0">
              <a:noFill/>
              <a:prstDash val="solid"/>
            </a:ln>
          </p:spPr>
        </p:sp>
        <p:sp>
          <p:nvSpPr>
            <p:cNvPr id="355" name="four:scalar-input:grid-cell:355">
              <a:extLst>
                <a:ext uri="{FF2B5EF4-FFF2-40B4-BE49-F238E27FC236}">
                  <ns2:creationId id="{5B217BAE-A74C-49DD-8D7E-6F100D698278}"/>
                </a:ext>
              </a:extLst>
            </p:cNvPr>
            <p:cNvSpPr>
              <a:spLocks noGrp="1"/>
            </p:cNvSpPr>
            <p:nvPr/>
          </p:nvSpPr>
          <p:spPr>
            <a:xfrm>
              <a:off x="2352675" y="3571875"/>
              <a:ext cx="104966" cy="104966"/>
            </a:xfrm>
            <a:prstGeom prst="rect">
              <a:avLst/>
            </a:prstGeom>
            <a:solidFill>
              <a:srgbClr val="DCE8ED"/>
            </a:solidFill>
            <a:ln w="0">
              <a:noFill/>
              <a:prstDash val="solid"/>
            </a:ln>
          </p:spPr>
        </p:sp>
        <p:sp>
          <p:nvSpPr>
            <p:cNvPr id="356" name="four:scalar-input:grid-cell:356">
              <a:extLst>
                <a:ext uri="{FF2B5EF4-FFF2-40B4-BE49-F238E27FC236}">
                  <ns2:creationId id="{F364973E-D6C2-493C-A4D6-A7D1526B9DA6}"/>
                </a:ext>
              </a:extLst>
            </p:cNvPr>
            <p:cNvSpPr>
              <a:spLocks noGrp="1"/>
            </p:cNvSpPr>
            <p:nvPr/>
          </p:nvSpPr>
          <p:spPr>
            <a:xfrm>
              <a:off x="361950" y="3676650"/>
              <a:ext cx="104966" cy="104966"/>
            </a:xfrm>
            <a:prstGeom prst="rect">
              <a:avLst/>
            </a:prstGeom>
            <a:solidFill>
              <a:srgbClr val="DCE8ED"/>
            </a:solidFill>
            <a:ln w="0">
              <a:noFill/>
              <a:prstDash val="solid"/>
            </a:ln>
          </p:spPr>
        </p:sp>
        <p:sp>
          <p:nvSpPr>
            <p:cNvPr id="357" name="four:scalar-input:grid-cell:357">
              <a:extLst>
                <a:ext uri="{FF2B5EF4-FFF2-40B4-BE49-F238E27FC236}">
                  <ns2:creationId id="{FB331D9C-0C90-45B0-8D0E-139528398FD4}"/>
                </a:ext>
              </a:extLst>
            </p:cNvPr>
            <p:cNvSpPr>
              <a:spLocks noGrp="1"/>
            </p:cNvSpPr>
            <p:nvPr/>
          </p:nvSpPr>
          <p:spPr>
            <a:xfrm>
              <a:off x="466725" y="3676650"/>
              <a:ext cx="104966" cy="104966"/>
            </a:xfrm>
            <a:prstGeom prst="rect">
              <a:avLst/>
            </a:prstGeom>
            <a:solidFill>
              <a:srgbClr val="DCE8ED"/>
            </a:solidFill>
            <a:ln w="0">
              <a:noFill/>
              <a:prstDash val="solid"/>
            </a:ln>
          </p:spPr>
        </p:sp>
        <p:sp>
          <p:nvSpPr>
            <p:cNvPr id="358" name="four:scalar-input:grid-cell:358">
              <a:extLst>
                <a:ext uri="{FF2B5EF4-FFF2-40B4-BE49-F238E27FC236}">
                  <ns2:creationId id="{ECA125B3-E52C-465E-B11D-8B578E0B217E}"/>
                </a:ext>
              </a:extLst>
            </p:cNvPr>
            <p:cNvSpPr>
              <a:spLocks noGrp="1"/>
            </p:cNvSpPr>
            <p:nvPr/>
          </p:nvSpPr>
          <p:spPr>
            <a:xfrm>
              <a:off x="571500" y="3676650"/>
              <a:ext cx="104966" cy="104966"/>
            </a:xfrm>
            <a:prstGeom prst="rect">
              <a:avLst/>
            </a:prstGeom>
            <a:solidFill>
              <a:srgbClr val="DCE8ED"/>
            </a:solidFill>
            <a:ln w="0">
              <a:noFill/>
              <a:prstDash val="solid"/>
            </a:ln>
          </p:spPr>
        </p:sp>
        <p:sp>
          <p:nvSpPr>
            <p:cNvPr id="359" name="four:scalar-input:grid-cell:359">
              <a:extLst>
                <a:ext uri="{FF2B5EF4-FFF2-40B4-BE49-F238E27FC236}">
                  <ns2:creationId id="{E5F46F27-A8F2-428A-9A8C-5C233A94D6B4}"/>
                </a:ext>
              </a:extLst>
            </p:cNvPr>
            <p:cNvSpPr>
              <a:spLocks noGrp="1"/>
            </p:cNvSpPr>
            <p:nvPr/>
          </p:nvSpPr>
          <p:spPr>
            <a:xfrm>
              <a:off x="676275" y="3676650"/>
              <a:ext cx="104966" cy="104966"/>
            </a:xfrm>
            <a:prstGeom prst="rect">
              <a:avLst/>
            </a:prstGeom>
            <a:solidFill>
              <a:srgbClr val="DCE8ED"/>
            </a:solidFill>
            <a:ln w="0">
              <a:noFill/>
              <a:prstDash val="solid"/>
            </a:ln>
          </p:spPr>
        </p:sp>
        <p:sp>
          <p:nvSpPr>
            <p:cNvPr id="360" name="four:scalar-input:grid-cell:360">
              <a:extLst>
                <a:ext uri="{FF2B5EF4-FFF2-40B4-BE49-F238E27FC236}">
                  <ns2:creationId id="{3C6F979D-1263-4E98-BDDC-5807669113B1}"/>
                </a:ext>
              </a:extLst>
            </p:cNvPr>
            <p:cNvSpPr>
              <a:spLocks noGrp="1"/>
            </p:cNvSpPr>
            <p:nvPr/>
          </p:nvSpPr>
          <p:spPr>
            <a:xfrm>
              <a:off x="781050" y="3676650"/>
              <a:ext cx="104966" cy="104966"/>
            </a:xfrm>
            <a:prstGeom prst="rect">
              <a:avLst/>
            </a:prstGeom>
            <a:solidFill>
              <a:srgbClr val="81C9BA"/>
            </a:solidFill>
            <a:ln w="0">
              <a:noFill/>
              <a:prstDash val="solid"/>
            </a:ln>
          </p:spPr>
        </p:sp>
        <p:sp>
          <p:nvSpPr>
            <p:cNvPr id="361" name="four:scalar-input:grid-cell:361">
              <a:extLst>
                <a:ext uri="{FF2B5EF4-FFF2-40B4-BE49-F238E27FC236}">
                  <ns2:creationId id="{B2DD9720-E955-4AE6-8C8B-26B9FA47D035}"/>
                </a:ext>
              </a:extLst>
            </p:cNvPr>
            <p:cNvSpPr>
              <a:spLocks noGrp="1"/>
            </p:cNvSpPr>
            <p:nvPr/>
          </p:nvSpPr>
          <p:spPr>
            <a:xfrm>
              <a:off x="885825" y="3676650"/>
              <a:ext cx="104966" cy="104966"/>
            </a:xfrm>
            <a:prstGeom prst="rect">
              <a:avLst/>
            </a:prstGeom>
            <a:solidFill>
              <a:srgbClr val="81C9BA"/>
            </a:solidFill>
            <a:ln w="0">
              <a:noFill/>
              <a:prstDash val="solid"/>
            </a:ln>
          </p:spPr>
        </p:sp>
        <p:sp>
          <p:nvSpPr>
            <p:cNvPr id="362" name="four:scalar-input:grid-cell:362">
              <a:extLst>
                <a:ext uri="{FF2B5EF4-FFF2-40B4-BE49-F238E27FC236}">
                  <ns2:creationId id="{CA5405E8-AA48-4885-B891-E3ED88C5A1F4}"/>
                </a:ext>
              </a:extLst>
            </p:cNvPr>
            <p:cNvSpPr>
              <a:spLocks noGrp="1"/>
            </p:cNvSpPr>
            <p:nvPr/>
          </p:nvSpPr>
          <p:spPr>
            <a:xfrm>
              <a:off x="990600" y="3676650"/>
              <a:ext cx="104966" cy="104966"/>
            </a:xfrm>
            <a:prstGeom prst="rect">
              <a:avLst/>
            </a:prstGeom>
            <a:solidFill>
              <a:srgbClr val="81C9BA"/>
            </a:solidFill>
            <a:ln w="0">
              <a:noFill/>
              <a:prstDash val="solid"/>
            </a:ln>
          </p:spPr>
        </p:sp>
        <p:sp>
          <p:nvSpPr>
            <p:cNvPr id="363" name="four:scalar-input:grid-cell:363">
              <a:extLst>
                <a:ext uri="{FF2B5EF4-FFF2-40B4-BE49-F238E27FC236}">
                  <ns2:creationId id="{459AE01D-0119-4829-91B4-9DFBC02E338C}"/>
                </a:ext>
              </a:extLst>
            </p:cNvPr>
            <p:cNvSpPr>
              <a:spLocks noGrp="1"/>
            </p:cNvSpPr>
            <p:nvPr/>
          </p:nvSpPr>
          <p:spPr>
            <a:xfrm>
              <a:off x="1095375" y="3676650"/>
              <a:ext cx="104966" cy="104966"/>
            </a:xfrm>
            <a:prstGeom prst="rect">
              <a:avLst/>
            </a:prstGeom>
            <a:solidFill>
              <a:srgbClr val="81C9BA"/>
            </a:solidFill>
            <a:ln w="0">
              <a:noFill/>
              <a:prstDash val="solid"/>
            </a:ln>
          </p:spPr>
        </p:sp>
        <p:sp>
          <p:nvSpPr>
            <p:cNvPr id="364" name="four:scalar-input:grid-cell:364">
              <a:extLst>
                <a:ext uri="{FF2B5EF4-FFF2-40B4-BE49-F238E27FC236}">
                  <ns2:creationId id="{3F371987-CA01-4CFD-8F94-9E90D1E8BC7C}"/>
                </a:ext>
              </a:extLst>
            </p:cNvPr>
            <p:cNvSpPr>
              <a:spLocks noGrp="1"/>
            </p:cNvSpPr>
            <p:nvPr/>
          </p:nvSpPr>
          <p:spPr>
            <a:xfrm>
              <a:off x="1200150" y="3676650"/>
              <a:ext cx="104966" cy="104966"/>
            </a:xfrm>
            <a:prstGeom prst="rect">
              <a:avLst/>
            </a:prstGeom>
            <a:solidFill>
              <a:srgbClr val="D55E00"/>
            </a:solidFill>
            <a:ln w="0">
              <a:noFill/>
              <a:prstDash val="solid"/>
            </a:ln>
          </p:spPr>
        </p:sp>
        <p:sp>
          <p:nvSpPr>
            <p:cNvPr id="365" name="four:scalar-input:grid-cell:365">
              <a:extLst>
                <a:ext uri="{FF2B5EF4-FFF2-40B4-BE49-F238E27FC236}">
                  <ns2:creationId id="{D816E11A-6B23-40EC-8ED5-182561C222A2}"/>
                </a:ext>
              </a:extLst>
            </p:cNvPr>
            <p:cNvSpPr>
              <a:spLocks noGrp="1"/>
            </p:cNvSpPr>
            <p:nvPr/>
          </p:nvSpPr>
          <p:spPr>
            <a:xfrm>
              <a:off x="1304925" y="3676650"/>
              <a:ext cx="104966" cy="104966"/>
            </a:xfrm>
            <a:prstGeom prst="rect">
              <a:avLst/>
            </a:prstGeom>
            <a:solidFill>
              <a:srgbClr val="D55E00"/>
            </a:solidFill>
            <a:ln w="0">
              <a:noFill/>
              <a:prstDash val="solid"/>
            </a:ln>
          </p:spPr>
        </p:sp>
        <p:sp>
          <p:nvSpPr>
            <p:cNvPr id="366" name="four:scalar-input:grid-cell:366">
              <a:extLst>
                <a:ext uri="{FF2B5EF4-FFF2-40B4-BE49-F238E27FC236}">
                  <ns2:creationId id="{B67A9736-7EDA-43F0-868D-E41F4376B9EE}"/>
                </a:ext>
              </a:extLst>
            </p:cNvPr>
            <p:cNvSpPr>
              <a:spLocks noGrp="1"/>
            </p:cNvSpPr>
            <p:nvPr/>
          </p:nvSpPr>
          <p:spPr>
            <a:xfrm>
              <a:off x="1409700" y="3676650"/>
              <a:ext cx="104966" cy="104966"/>
            </a:xfrm>
            <a:prstGeom prst="rect">
              <a:avLst/>
            </a:prstGeom>
            <a:solidFill>
              <a:srgbClr val="D55E00"/>
            </a:solidFill>
            <a:ln w="0">
              <a:noFill/>
              <a:prstDash val="solid"/>
            </a:ln>
          </p:spPr>
        </p:sp>
        <p:sp>
          <p:nvSpPr>
            <p:cNvPr id="367" name="four:scalar-input:grid-cell:367">
              <a:extLst>
                <a:ext uri="{FF2B5EF4-FFF2-40B4-BE49-F238E27FC236}">
                  <ns2:creationId id="{DBFFE4F5-C507-4035-A4F0-9D2FFCB8CA0F}"/>
                </a:ext>
              </a:extLst>
            </p:cNvPr>
            <p:cNvSpPr>
              <a:spLocks noGrp="1"/>
            </p:cNvSpPr>
            <p:nvPr/>
          </p:nvSpPr>
          <p:spPr>
            <a:xfrm>
              <a:off x="1514475" y="3676650"/>
              <a:ext cx="104966" cy="104966"/>
            </a:xfrm>
            <a:prstGeom prst="rect">
              <a:avLst/>
            </a:prstGeom>
            <a:solidFill>
              <a:srgbClr val="D55E00"/>
            </a:solidFill>
            <a:ln w="0">
              <a:noFill/>
              <a:prstDash val="solid"/>
            </a:ln>
          </p:spPr>
        </p:sp>
        <p:sp>
          <p:nvSpPr>
            <p:cNvPr id="368" name="four:scalar-input:grid-cell:368">
              <a:extLst>
                <a:ext uri="{FF2B5EF4-FFF2-40B4-BE49-F238E27FC236}">
                  <ns2:creationId id="{CA6F9506-8EA8-40CF-9991-3FAD0D208260}"/>
                </a:ext>
              </a:extLst>
            </p:cNvPr>
            <p:cNvSpPr>
              <a:spLocks noGrp="1"/>
            </p:cNvSpPr>
            <p:nvPr/>
          </p:nvSpPr>
          <p:spPr>
            <a:xfrm>
              <a:off x="1619250" y="3676650"/>
              <a:ext cx="104966" cy="104966"/>
            </a:xfrm>
            <a:prstGeom prst="rect">
              <a:avLst/>
            </a:prstGeom>
            <a:solidFill>
              <a:srgbClr val="81C9BA"/>
            </a:solidFill>
            <a:ln w="0">
              <a:noFill/>
              <a:prstDash val="solid"/>
            </a:ln>
          </p:spPr>
        </p:sp>
        <p:sp>
          <p:nvSpPr>
            <p:cNvPr id="369" name="four:scalar-input:grid-cell:369">
              <a:extLst>
                <a:ext uri="{FF2B5EF4-FFF2-40B4-BE49-F238E27FC236}">
                  <ns2:creationId id="{1655E7AD-55A4-424B-88AB-F53A9C6E4C07}"/>
                </a:ext>
              </a:extLst>
            </p:cNvPr>
            <p:cNvSpPr>
              <a:spLocks noGrp="1"/>
            </p:cNvSpPr>
            <p:nvPr/>
          </p:nvSpPr>
          <p:spPr>
            <a:xfrm>
              <a:off x="1724025" y="3676650"/>
              <a:ext cx="104966" cy="104966"/>
            </a:xfrm>
            <a:prstGeom prst="rect">
              <a:avLst/>
            </a:prstGeom>
            <a:solidFill>
              <a:srgbClr val="81C9BA"/>
            </a:solidFill>
            <a:ln w="0">
              <a:noFill/>
              <a:prstDash val="solid"/>
            </a:ln>
          </p:spPr>
        </p:sp>
        <p:sp>
          <p:nvSpPr>
            <p:cNvPr id="370" name="four:scalar-input:grid-cell:370">
              <a:extLst>
                <a:ext uri="{FF2B5EF4-FFF2-40B4-BE49-F238E27FC236}">
                  <ns2:creationId id="{9FA15687-3D85-4428-AB0B-0C4491B38287}"/>
                </a:ext>
              </a:extLst>
            </p:cNvPr>
            <p:cNvSpPr>
              <a:spLocks noGrp="1"/>
            </p:cNvSpPr>
            <p:nvPr/>
          </p:nvSpPr>
          <p:spPr>
            <a:xfrm>
              <a:off x="1828800" y="3676650"/>
              <a:ext cx="104966" cy="104966"/>
            </a:xfrm>
            <a:prstGeom prst="rect">
              <a:avLst/>
            </a:prstGeom>
            <a:solidFill>
              <a:srgbClr val="81C9BA"/>
            </a:solidFill>
            <a:ln w="0">
              <a:noFill/>
              <a:prstDash val="solid"/>
            </a:ln>
          </p:spPr>
        </p:sp>
        <p:sp>
          <p:nvSpPr>
            <p:cNvPr id="371" name="four:scalar-input:grid-cell:371">
              <a:extLst>
                <a:ext uri="{FF2B5EF4-FFF2-40B4-BE49-F238E27FC236}">
                  <ns2:creationId id="{B7DDE560-5B26-4F74-83A0-63B70E3B2DC6}"/>
                </a:ext>
              </a:extLst>
            </p:cNvPr>
            <p:cNvSpPr>
              <a:spLocks noGrp="1"/>
            </p:cNvSpPr>
            <p:nvPr/>
          </p:nvSpPr>
          <p:spPr>
            <a:xfrm>
              <a:off x="1933575" y="3676650"/>
              <a:ext cx="104966" cy="104966"/>
            </a:xfrm>
            <a:prstGeom prst="rect">
              <a:avLst/>
            </a:prstGeom>
            <a:solidFill>
              <a:srgbClr val="81C9BA"/>
            </a:solidFill>
            <a:ln w="0">
              <a:noFill/>
              <a:prstDash val="solid"/>
            </a:ln>
          </p:spPr>
        </p:sp>
        <p:sp>
          <p:nvSpPr>
            <p:cNvPr id="372" name="four:scalar-input:grid-cell:372">
              <a:extLst>
                <a:ext uri="{FF2B5EF4-FFF2-40B4-BE49-F238E27FC236}">
                  <ns2:creationId id="{9CBB06EE-3FF4-4602-A853-D051C6148492}"/>
                </a:ext>
              </a:extLst>
            </p:cNvPr>
            <p:cNvSpPr>
              <a:spLocks noGrp="1"/>
            </p:cNvSpPr>
            <p:nvPr/>
          </p:nvSpPr>
          <p:spPr>
            <a:xfrm>
              <a:off x="2038350" y="3676650"/>
              <a:ext cx="104966" cy="104966"/>
            </a:xfrm>
            <a:prstGeom prst="rect">
              <a:avLst/>
            </a:prstGeom>
            <a:solidFill>
              <a:srgbClr val="81C9BA"/>
            </a:solidFill>
            <a:ln w="0">
              <a:noFill/>
              <a:prstDash val="solid"/>
            </a:ln>
          </p:spPr>
        </p:sp>
        <p:sp>
          <p:nvSpPr>
            <p:cNvPr id="373" name="four:scalar-input:grid-cell:373">
              <a:extLst>
                <a:ext uri="{FF2B5EF4-FFF2-40B4-BE49-F238E27FC236}">
                  <ns2:creationId id="{F0486283-A2D6-4827-BB32-E0DD4A66A761}"/>
                </a:ext>
              </a:extLst>
            </p:cNvPr>
            <p:cNvSpPr>
              <a:spLocks noGrp="1"/>
            </p:cNvSpPr>
            <p:nvPr/>
          </p:nvSpPr>
          <p:spPr>
            <a:xfrm>
              <a:off x="2143125" y="3676650"/>
              <a:ext cx="104966" cy="104966"/>
            </a:xfrm>
            <a:prstGeom prst="rect">
              <a:avLst/>
            </a:prstGeom>
            <a:solidFill>
              <a:srgbClr val="81C9BA"/>
            </a:solidFill>
            <a:ln w="0">
              <a:noFill/>
              <a:prstDash val="solid"/>
            </a:ln>
          </p:spPr>
        </p:sp>
        <p:sp>
          <p:nvSpPr>
            <p:cNvPr id="374" name="four:scalar-input:grid-cell:374">
              <a:extLst>
                <a:ext uri="{FF2B5EF4-FFF2-40B4-BE49-F238E27FC236}">
                  <ns2:creationId id="{1F79D7A4-E56E-4A5C-861E-79D9C1779906}"/>
                </a:ext>
              </a:extLst>
            </p:cNvPr>
            <p:cNvSpPr>
              <a:spLocks noGrp="1"/>
            </p:cNvSpPr>
            <p:nvPr/>
          </p:nvSpPr>
          <p:spPr>
            <a:xfrm>
              <a:off x="2247900" y="3676650"/>
              <a:ext cx="104966" cy="104966"/>
            </a:xfrm>
            <a:prstGeom prst="rect">
              <a:avLst/>
            </a:prstGeom>
            <a:solidFill>
              <a:srgbClr val="81C9BA"/>
            </a:solidFill>
            <a:ln w="0">
              <a:noFill/>
              <a:prstDash val="solid"/>
            </a:ln>
          </p:spPr>
        </p:sp>
        <p:sp>
          <p:nvSpPr>
            <p:cNvPr id="375" name="four:scalar-input:grid-cell:375">
              <a:extLst>
                <a:ext uri="{FF2B5EF4-FFF2-40B4-BE49-F238E27FC236}">
                  <ns2:creationId id="{F634B155-A78E-445E-8DF8-3998F1A70A35}"/>
                </a:ext>
              </a:extLst>
            </p:cNvPr>
            <p:cNvSpPr>
              <a:spLocks noGrp="1"/>
            </p:cNvSpPr>
            <p:nvPr/>
          </p:nvSpPr>
          <p:spPr>
            <a:xfrm>
              <a:off x="2352675" y="3676650"/>
              <a:ext cx="104966" cy="104966"/>
            </a:xfrm>
            <a:prstGeom prst="rect">
              <a:avLst/>
            </a:prstGeom>
            <a:solidFill>
              <a:srgbClr val="DCE8ED"/>
            </a:solidFill>
            <a:ln w="0">
              <a:noFill/>
              <a:prstDash val="solid"/>
            </a:ln>
          </p:spPr>
        </p:sp>
        <p:sp>
          <p:nvSpPr>
            <p:cNvPr id="376" name="four:scalar-input:grid-cell:376">
              <a:extLst>
                <a:ext uri="{FF2B5EF4-FFF2-40B4-BE49-F238E27FC236}">
                  <ns2:creationId id="{F4947FEF-DC3D-4F6E-A67B-F03211AC4768}"/>
                </a:ext>
              </a:extLst>
            </p:cNvPr>
            <p:cNvSpPr>
              <a:spLocks noGrp="1"/>
            </p:cNvSpPr>
            <p:nvPr/>
          </p:nvSpPr>
          <p:spPr>
            <a:xfrm>
              <a:off x="361950" y="3781425"/>
              <a:ext cx="104966" cy="104966"/>
            </a:xfrm>
            <a:prstGeom prst="rect">
              <a:avLst/>
            </a:prstGeom>
            <a:solidFill>
              <a:srgbClr val="DCE8ED"/>
            </a:solidFill>
            <a:ln w="0">
              <a:noFill/>
              <a:prstDash val="solid"/>
            </a:ln>
          </p:spPr>
        </p:sp>
        <p:sp>
          <p:nvSpPr>
            <p:cNvPr id="377" name="four:scalar-input:grid-cell:377">
              <a:extLst>
                <a:ext uri="{FF2B5EF4-FFF2-40B4-BE49-F238E27FC236}">
                  <ns2:creationId id="{347E7F09-8FD5-4D4A-867E-D234551F3D15}"/>
                </a:ext>
              </a:extLst>
            </p:cNvPr>
            <p:cNvSpPr>
              <a:spLocks noGrp="1"/>
            </p:cNvSpPr>
            <p:nvPr/>
          </p:nvSpPr>
          <p:spPr>
            <a:xfrm>
              <a:off x="466725" y="3781425"/>
              <a:ext cx="104966" cy="104966"/>
            </a:xfrm>
            <a:prstGeom prst="rect">
              <a:avLst/>
            </a:prstGeom>
            <a:solidFill>
              <a:srgbClr val="DCE8ED"/>
            </a:solidFill>
            <a:ln w="0">
              <a:noFill/>
              <a:prstDash val="solid"/>
            </a:ln>
          </p:spPr>
        </p:sp>
        <p:sp>
          <p:nvSpPr>
            <p:cNvPr id="378" name="four:scalar-input:grid-cell:378">
              <a:extLst>
                <a:ext uri="{FF2B5EF4-FFF2-40B4-BE49-F238E27FC236}">
                  <ns2:creationId id="{A17D3BB3-3678-4F33-9D31-7AC97E0DEBF5}"/>
                </a:ext>
              </a:extLst>
            </p:cNvPr>
            <p:cNvSpPr>
              <a:spLocks noGrp="1"/>
            </p:cNvSpPr>
            <p:nvPr/>
          </p:nvSpPr>
          <p:spPr>
            <a:xfrm>
              <a:off x="571500" y="3781425"/>
              <a:ext cx="104966" cy="104966"/>
            </a:xfrm>
            <a:prstGeom prst="rect">
              <a:avLst/>
            </a:prstGeom>
            <a:solidFill>
              <a:srgbClr val="DCE8ED"/>
            </a:solidFill>
            <a:ln w="0">
              <a:noFill/>
              <a:prstDash val="solid"/>
            </a:ln>
          </p:spPr>
        </p:sp>
        <p:sp>
          <p:nvSpPr>
            <p:cNvPr id="379" name="four:scalar-input:grid-cell:379">
              <a:extLst>
                <a:ext uri="{FF2B5EF4-FFF2-40B4-BE49-F238E27FC236}">
                  <ns2:creationId id="{CEB6BDE0-E0B0-4B50-BE0B-BFE7EDCDED79}"/>
                </a:ext>
              </a:extLst>
            </p:cNvPr>
            <p:cNvSpPr>
              <a:spLocks noGrp="1"/>
            </p:cNvSpPr>
            <p:nvPr/>
          </p:nvSpPr>
          <p:spPr>
            <a:xfrm>
              <a:off x="676275" y="3781425"/>
              <a:ext cx="104966" cy="104966"/>
            </a:xfrm>
            <a:prstGeom prst="rect">
              <a:avLst/>
            </a:prstGeom>
            <a:solidFill>
              <a:srgbClr val="DCE8ED"/>
            </a:solidFill>
            <a:ln w="0">
              <a:noFill/>
              <a:prstDash val="solid"/>
            </a:ln>
          </p:spPr>
        </p:sp>
        <p:sp>
          <p:nvSpPr>
            <p:cNvPr id="380" name="four:scalar-input:grid-cell:380">
              <a:extLst>
                <a:ext uri="{FF2B5EF4-FFF2-40B4-BE49-F238E27FC236}">
                  <ns2:creationId id="{2B949346-FD16-4D0B-BFD0-443BA5AC9B3C}"/>
                </a:ext>
              </a:extLst>
            </p:cNvPr>
            <p:cNvSpPr>
              <a:spLocks noGrp="1"/>
            </p:cNvSpPr>
            <p:nvPr/>
          </p:nvSpPr>
          <p:spPr>
            <a:xfrm>
              <a:off x="781050" y="3781425"/>
              <a:ext cx="104966" cy="104966"/>
            </a:xfrm>
            <a:prstGeom prst="rect">
              <a:avLst/>
            </a:prstGeom>
            <a:solidFill>
              <a:srgbClr val="DCE8ED"/>
            </a:solidFill>
            <a:ln w="0">
              <a:noFill/>
              <a:prstDash val="solid"/>
            </a:ln>
          </p:spPr>
        </p:sp>
        <p:sp>
          <p:nvSpPr>
            <p:cNvPr id="381" name="four:scalar-input:grid-cell:381">
              <a:extLst>
                <a:ext uri="{FF2B5EF4-FFF2-40B4-BE49-F238E27FC236}">
                  <ns2:creationId id="{6EBB6A83-65F4-43A7-A23D-F3BB0F76D8A5}"/>
                </a:ext>
              </a:extLst>
            </p:cNvPr>
            <p:cNvSpPr>
              <a:spLocks noGrp="1"/>
            </p:cNvSpPr>
            <p:nvPr/>
          </p:nvSpPr>
          <p:spPr>
            <a:xfrm>
              <a:off x="885825" y="3781425"/>
              <a:ext cx="104966" cy="104966"/>
            </a:xfrm>
            <a:prstGeom prst="rect">
              <a:avLst/>
            </a:prstGeom>
            <a:solidFill>
              <a:srgbClr val="81C9BA"/>
            </a:solidFill>
            <a:ln w="0">
              <a:noFill/>
              <a:prstDash val="solid"/>
            </a:ln>
          </p:spPr>
        </p:sp>
        <p:sp>
          <p:nvSpPr>
            <p:cNvPr id="382" name="four:scalar-input:grid-cell:382">
              <a:extLst>
                <a:ext uri="{FF2B5EF4-FFF2-40B4-BE49-F238E27FC236}">
                  <ns2:creationId id="{73192BCC-09DE-4D07-AA97-D74D5C204A35}"/>
                </a:ext>
              </a:extLst>
            </p:cNvPr>
            <p:cNvSpPr>
              <a:spLocks noGrp="1"/>
            </p:cNvSpPr>
            <p:nvPr/>
          </p:nvSpPr>
          <p:spPr>
            <a:xfrm>
              <a:off x="990600" y="3781425"/>
              <a:ext cx="104966" cy="104966"/>
            </a:xfrm>
            <a:prstGeom prst="rect">
              <a:avLst/>
            </a:prstGeom>
            <a:solidFill>
              <a:srgbClr val="81C9BA"/>
            </a:solidFill>
            <a:ln w="0">
              <a:noFill/>
              <a:prstDash val="solid"/>
            </a:ln>
          </p:spPr>
        </p:sp>
        <p:sp>
          <p:nvSpPr>
            <p:cNvPr id="383" name="four:scalar-input:grid-cell:383">
              <a:extLst>
                <a:ext uri="{FF2B5EF4-FFF2-40B4-BE49-F238E27FC236}">
                  <ns2:creationId id="{C9CEB4B6-6263-4CBD-9ED5-A7FB6FD1EB6E}"/>
                </a:ext>
              </a:extLst>
            </p:cNvPr>
            <p:cNvSpPr>
              <a:spLocks noGrp="1"/>
            </p:cNvSpPr>
            <p:nvPr/>
          </p:nvSpPr>
          <p:spPr>
            <a:xfrm>
              <a:off x="1095375" y="3781425"/>
              <a:ext cx="104966" cy="104966"/>
            </a:xfrm>
            <a:prstGeom prst="rect">
              <a:avLst/>
            </a:prstGeom>
            <a:solidFill>
              <a:srgbClr val="81C9BA"/>
            </a:solidFill>
            <a:ln w="0">
              <a:noFill/>
              <a:prstDash val="solid"/>
            </a:ln>
          </p:spPr>
        </p:sp>
        <p:sp>
          <p:nvSpPr>
            <p:cNvPr id="384" name="four:scalar-input:grid-cell:384">
              <a:extLst>
                <a:ext uri="{FF2B5EF4-FFF2-40B4-BE49-F238E27FC236}">
                  <ns2:creationId id="{63098538-2C9B-442D-8467-2EC259B40713}"/>
                </a:ext>
              </a:extLst>
            </p:cNvPr>
            <p:cNvSpPr>
              <a:spLocks noGrp="1"/>
            </p:cNvSpPr>
            <p:nvPr/>
          </p:nvSpPr>
          <p:spPr>
            <a:xfrm>
              <a:off x="1200150" y="3781425"/>
              <a:ext cx="104966" cy="104966"/>
            </a:xfrm>
            <a:prstGeom prst="rect">
              <a:avLst/>
            </a:prstGeom>
            <a:solidFill>
              <a:srgbClr val="81C9BA"/>
            </a:solidFill>
            <a:ln w="0">
              <a:noFill/>
              <a:prstDash val="solid"/>
            </a:ln>
          </p:spPr>
        </p:sp>
        <p:sp>
          <p:nvSpPr>
            <p:cNvPr id="385" name="four:scalar-input:grid-cell:385">
              <a:extLst>
                <a:ext uri="{FF2B5EF4-FFF2-40B4-BE49-F238E27FC236}">
                  <ns2:creationId id="{1DF78DD3-36A2-4947-A763-2A23F3B437E5}"/>
                </a:ext>
              </a:extLst>
            </p:cNvPr>
            <p:cNvSpPr>
              <a:spLocks noGrp="1"/>
            </p:cNvSpPr>
            <p:nvPr/>
          </p:nvSpPr>
          <p:spPr>
            <a:xfrm>
              <a:off x="1304925" y="3781425"/>
              <a:ext cx="104966" cy="104966"/>
            </a:xfrm>
            <a:prstGeom prst="rect">
              <a:avLst/>
            </a:prstGeom>
            <a:solidFill>
              <a:srgbClr val="D55E00"/>
            </a:solidFill>
            <a:ln w="0">
              <a:noFill/>
              <a:prstDash val="solid"/>
            </a:ln>
          </p:spPr>
        </p:sp>
        <p:sp>
          <p:nvSpPr>
            <p:cNvPr id="386" name="four:scalar-input:grid-cell:386">
              <a:extLst>
                <a:ext uri="{FF2B5EF4-FFF2-40B4-BE49-F238E27FC236}">
                  <ns2:creationId id="{269C6F9A-0778-464B-9CCF-4EAD3A3DD077}"/>
                </a:ext>
              </a:extLst>
            </p:cNvPr>
            <p:cNvSpPr>
              <a:spLocks noGrp="1"/>
            </p:cNvSpPr>
            <p:nvPr/>
          </p:nvSpPr>
          <p:spPr>
            <a:xfrm>
              <a:off x="1409700" y="3781425"/>
              <a:ext cx="104966" cy="104966"/>
            </a:xfrm>
            <a:prstGeom prst="rect">
              <a:avLst/>
            </a:prstGeom>
            <a:solidFill>
              <a:srgbClr val="D55E00"/>
            </a:solidFill>
            <a:ln w="0">
              <a:noFill/>
              <a:prstDash val="solid"/>
            </a:ln>
          </p:spPr>
        </p:sp>
        <p:sp>
          <p:nvSpPr>
            <p:cNvPr id="387" name="four:scalar-input:grid-cell:387">
              <a:extLst>
                <a:ext uri="{FF2B5EF4-FFF2-40B4-BE49-F238E27FC236}">
                  <ns2:creationId id="{D0FB09B6-14C6-42C2-8D9A-56E1BFA4F12E}"/>
                </a:ext>
              </a:extLst>
            </p:cNvPr>
            <p:cNvSpPr>
              <a:spLocks noGrp="1"/>
            </p:cNvSpPr>
            <p:nvPr/>
          </p:nvSpPr>
          <p:spPr>
            <a:xfrm>
              <a:off x="1514475" y="3781425"/>
              <a:ext cx="104966" cy="104966"/>
            </a:xfrm>
            <a:prstGeom prst="rect">
              <a:avLst/>
            </a:prstGeom>
            <a:solidFill>
              <a:srgbClr val="81C9BA"/>
            </a:solidFill>
            <a:ln w="0">
              <a:noFill/>
              <a:prstDash val="solid"/>
            </a:ln>
          </p:spPr>
        </p:sp>
        <p:sp>
          <p:nvSpPr>
            <p:cNvPr id="388" name="four:scalar-input:grid-cell:388">
              <a:extLst>
                <a:ext uri="{FF2B5EF4-FFF2-40B4-BE49-F238E27FC236}">
                  <ns2:creationId id="{DE5067ED-BFFD-4974-A50F-51B2F01DFB53}"/>
                </a:ext>
              </a:extLst>
            </p:cNvPr>
            <p:cNvSpPr>
              <a:spLocks noGrp="1"/>
            </p:cNvSpPr>
            <p:nvPr/>
          </p:nvSpPr>
          <p:spPr>
            <a:xfrm>
              <a:off x="1619250" y="3781425"/>
              <a:ext cx="104966" cy="104966"/>
            </a:xfrm>
            <a:prstGeom prst="rect">
              <a:avLst/>
            </a:prstGeom>
            <a:solidFill>
              <a:srgbClr val="81C9BA"/>
            </a:solidFill>
            <a:ln w="0">
              <a:noFill/>
              <a:prstDash val="solid"/>
            </a:ln>
          </p:spPr>
        </p:sp>
        <p:sp>
          <p:nvSpPr>
            <p:cNvPr id="389" name="four:scalar-input:grid-cell:389">
              <a:extLst>
                <a:ext uri="{FF2B5EF4-FFF2-40B4-BE49-F238E27FC236}">
                  <ns2:creationId id="{91CD1CCF-FA65-4590-8582-42175380F93A}"/>
                </a:ext>
              </a:extLst>
            </p:cNvPr>
            <p:cNvSpPr>
              <a:spLocks noGrp="1"/>
            </p:cNvSpPr>
            <p:nvPr/>
          </p:nvSpPr>
          <p:spPr>
            <a:xfrm>
              <a:off x="1724025" y="3781425"/>
              <a:ext cx="104966" cy="104966"/>
            </a:xfrm>
            <a:prstGeom prst="rect">
              <a:avLst/>
            </a:prstGeom>
            <a:solidFill>
              <a:srgbClr val="81C9BA"/>
            </a:solidFill>
            <a:ln w="0">
              <a:noFill/>
              <a:prstDash val="solid"/>
            </a:ln>
          </p:spPr>
        </p:sp>
        <p:sp>
          <p:nvSpPr>
            <p:cNvPr id="390" name="four:scalar-input:grid-cell:390">
              <a:extLst>
                <a:ext uri="{FF2B5EF4-FFF2-40B4-BE49-F238E27FC236}">
                  <ns2:creationId id="{A5D045C5-1C1F-4368-BE24-43F98984A6BC}"/>
                </a:ext>
              </a:extLst>
            </p:cNvPr>
            <p:cNvSpPr>
              <a:spLocks noGrp="1"/>
            </p:cNvSpPr>
            <p:nvPr/>
          </p:nvSpPr>
          <p:spPr>
            <a:xfrm>
              <a:off x="1828800" y="3781425"/>
              <a:ext cx="104966" cy="104966"/>
            </a:xfrm>
            <a:prstGeom prst="rect">
              <a:avLst/>
            </a:prstGeom>
            <a:solidFill>
              <a:srgbClr val="81C9BA"/>
            </a:solidFill>
            <a:ln w="0">
              <a:noFill/>
              <a:prstDash val="solid"/>
            </a:ln>
          </p:spPr>
        </p:sp>
        <p:sp>
          <p:nvSpPr>
            <p:cNvPr id="391" name="four:scalar-input:grid-cell:391">
              <a:extLst>
                <a:ext uri="{FF2B5EF4-FFF2-40B4-BE49-F238E27FC236}">
                  <ns2:creationId id="{455AF286-41E7-4910-AF68-E25B6239987C}"/>
                </a:ext>
              </a:extLst>
            </p:cNvPr>
            <p:cNvSpPr>
              <a:spLocks noGrp="1"/>
            </p:cNvSpPr>
            <p:nvPr/>
          </p:nvSpPr>
          <p:spPr>
            <a:xfrm>
              <a:off x="1933575" y="3781425"/>
              <a:ext cx="104966" cy="104966"/>
            </a:xfrm>
            <a:prstGeom prst="rect">
              <a:avLst/>
            </a:prstGeom>
            <a:solidFill>
              <a:srgbClr val="81C9BA"/>
            </a:solidFill>
            <a:ln w="0">
              <a:noFill/>
              <a:prstDash val="solid"/>
            </a:ln>
          </p:spPr>
        </p:sp>
        <p:sp>
          <p:nvSpPr>
            <p:cNvPr id="392" name="four:scalar-input:grid-cell:392">
              <a:extLst>
                <a:ext uri="{FF2B5EF4-FFF2-40B4-BE49-F238E27FC236}">
                  <ns2:creationId id="{3A3D0E1F-08BD-49E9-A974-5C6B7CE009BD}"/>
                </a:ext>
              </a:extLst>
            </p:cNvPr>
            <p:cNvSpPr>
              <a:spLocks noGrp="1"/>
            </p:cNvSpPr>
            <p:nvPr/>
          </p:nvSpPr>
          <p:spPr>
            <a:xfrm>
              <a:off x="2038350" y="3781425"/>
              <a:ext cx="104966" cy="104966"/>
            </a:xfrm>
            <a:prstGeom prst="rect">
              <a:avLst/>
            </a:prstGeom>
            <a:solidFill>
              <a:srgbClr val="81C9BA"/>
            </a:solidFill>
            <a:ln w="0">
              <a:noFill/>
              <a:prstDash val="solid"/>
            </a:ln>
          </p:spPr>
        </p:sp>
        <p:sp>
          <p:nvSpPr>
            <p:cNvPr id="393" name="four:scalar-input:grid-cell:393">
              <a:extLst>
                <a:ext uri="{FF2B5EF4-FFF2-40B4-BE49-F238E27FC236}">
                  <ns2:creationId id="{C073CD97-F467-478C-ADC2-770DFEDB6D12}"/>
                </a:ext>
              </a:extLst>
            </p:cNvPr>
            <p:cNvSpPr>
              <a:spLocks noGrp="1"/>
            </p:cNvSpPr>
            <p:nvPr/>
          </p:nvSpPr>
          <p:spPr>
            <a:xfrm>
              <a:off x="2143125" y="3781425"/>
              <a:ext cx="104966" cy="104966"/>
            </a:xfrm>
            <a:prstGeom prst="rect">
              <a:avLst/>
            </a:prstGeom>
            <a:solidFill>
              <a:srgbClr val="81C9BA"/>
            </a:solidFill>
            <a:ln w="0">
              <a:noFill/>
              <a:prstDash val="solid"/>
            </a:ln>
          </p:spPr>
        </p:sp>
        <p:sp>
          <p:nvSpPr>
            <p:cNvPr id="394" name="four:scalar-input:grid-cell:394">
              <a:extLst>
                <a:ext uri="{FF2B5EF4-FFF2-40B4-BE49-F238E27FC236}">
                  <ns2:creationId id="{F22961C7-2F4B-4C90-9107-D0EB22DEC093}"/>
                </a:ext>
              </a:extLst>
            </p:cNvPr>
            <p:cNvSpPr>
              <a:spLocks noGrp="1"/>
            </p:cNvSpPr>
            <p:nvPr/>
          </p:nvSpPr>
          <p:spPr>
            <a:xfrm>
              <a:off x="2247900" y="3781425"/>
              <a:ext cx="104966" cy="104966"/>
            </a:xfrm>
            <a:prstGeom prst="rect">
              <a:avLst/>
            </a:prstGeom>
            <a:solidFill>
              <a:srgbClr val="DCE8ED"/>
            </a:solidFill>
            <a:ln w="0">
              <a:noFill/>
              <a:prstDash val="solid"/>
            </a:ln>
          </p:spPr>
        </p:sp>
        <p:sp>
          <p:nvSpPr>
            <p:cNvPr id="395" name="four:scalar-input:grid-cell:395">
              <a:extLst>
                <a:ext uri="{FF2B5EF4-FFF2-40B4-BE49-F238E27FC236}">
                  <ns2:creationId id="{FD2B2F24-C472-4D1F-9F12-C2040601099D}"/>
                </a:ext>
              </a:extLst>
            </p:cNvPr>
            <p:cNvSpPr>
              <a:spLocks noGrp="1"/>
            </p:cNvSpPr>
            <p:nvPr/>
          </p:nvSpPr>
          <p:spPr>
            <a:xfrm>
              <a:off x="2352675" y="3781425"/>
              <a:ext cx="104966" cy="104966"/>
            </a:xfrm>
            <a:prstGeom prst="rect">
              <a:avLst/>
            </a:prstGeom>
            <a:solidFill>
              <a:srgbClr val="DCE8ED"/>
            </a:solidFill>
            <a:ln w="0">
              <a:noFill/>
              <a:prstDash val="solid"/>
            </a:ln>
          </p:spPr>
        </p:sp>
        <p:sp>
          <p:nvSpPr>
            <p:cNvPr id="396" name="four:scalar-input:grid-cell:396">
              <a:extLst>
                <a:ext uri="{FF2B5EF4-FFF2-40B4-BE49-F238E27FC236}">
                  <ns2:creationId id="{3CCC2E63-EAE5-469D-A309-0882D8E03B27}"/>
                </a:ext>
              </a:extLst>
            </p:cNvPr>
            <p:cNvSpPr>
              <a:spLocks noGrp="1"/>
            </p:cNvSpPr>
            <p:nvPr/>
          </p:nvSpPr>
          <p:spPr>
            <a:xfrm>
              <a:off x="361950" y="3886200"/>
              <a:ext cx="104966" cy="104966"/>
            </a:xfrm>
            <a:prstGeom prst="rect">
              <a:avLst/>
            </a:prstGeom>
            <a:solidFill>
              <a:srgbClr val="DCE8ED"/>
            </a:solidFill>
            <a:ln w="0">
              <a:noFill/>
              <a:prstDash val="solid"/>
            </a:ln>
          </p:spPr>
        </p:sp>
        <p:sp>
          <p:nvSpPr>
            <p:cNvPr id="397" name="four:scalar-input:grid-cell:397">
              <a:extLst>
                <a:ext uri="{FF2B5EF4-FFF2-40B4-BE49-F238E27FC236}">
                  <ns2:creationId id="{1D1E579F-8574-4398-B4A4-D6854B3C5717}"/>
                </a:ext>
              </a:extLst>
            </p:cNvPr>
            <p:cNvSpPr>
              <a:spLocks noGrp="1"/>
            </p:cNvSpPr>
            <p:nvPr/>
          </p:nvSpPr>
          <p:spPr>
            <a:xfrm>
              <a:off x="466725" y="3886200"/>
              <a:ext cx="104966" cy="104966"/>
            </a:xfrm>
            <a:prstGeom prst="rect">
              <a:avLst/>
            </a:prstGeom>
            <a:solidFill>
              <a:srgbClr val="DCE8ED"/>
            </a:solidFill>
            <a:ln w="0">
              <a:noFill/>
              <a:prstDash val="solid"/>
            </a:ln>
          </p:spPr>
        </p:sp>
        <p:sp>
          <p:nvSpPr>
            <p:cNvPr id="398" name="four:scalar-input:grid-cell:398">
              <a:extLst>
                <a:ext uri="{FF2B5EF4-FFF2-40B4-BE49-F238E27FC236}">
                  <ns2:creationId id="{E6B32680-E5BD-4EFD-9113-F49699C4B63B}"/>
                </a:ext>
              </a:extLst>
            </p:cNvPr>
            <p:cNvSpPr>
              <a:spLocks noGrp="1"/>
            </p:cNvSpPr>
            <p:nvPr/>
          </p:nvSpPr>
          <p:spPr>
            <a:xfrm>
              <a:off x="571500" y="3886200"/>
              <a:ext cx="104966" cy="104966"/>
            </a:xfrm>
            <a:prstGeom prst="rect">
              <a:avLst/>
            </a:prstGeom>
            <a:solidFill>
              <a:srgbClr val="DCE8ED"/>
            </a:solidFill>
            <a:ln w="0">
              <a:noFill/>
              <a:prstDash val="solid"/>
            </a:ln>
          </p:spPr>
        </p:sp>
        <p:sp>
          <p:nvSpPr>
            <p:cNvPr id="399" name="four:scalar-input:grid-cell:399">
              <a:extLst>
                <a:ext uri="{FF2B5EF4-FFF2-40B4-BE49-F238E27FC236}">
                  <ns2:creationId id="{DEF28C54-C364-46D8-8A10-E9269ACBD249}"/>
                </a:ext>
              </a:extLst>
            </p:cNvPr>
            <p:cNvSpPr>
              <a:spLocks noGrp="1"/>
            </p:cNvSpPr>
            <p:nvPr/>
          </p:nvSpPr>
          <p:spPr>
            <a:xfrm>
              <a:off x="676275" y="3886200"/>
              <a:ext cx="104966" cy="104966"/>
            </a:xfrm>
            <a:prstGeom prst="rect">
              <a:avLst/>
            </a:prstGeom>
            <a:solidFill>
              <a:srgbClr val="DCE8ED"/>
            </a:solidFill>
            <a:ln w="0">
              <a:noFill/>
              <a:prstDash val="solid"/>
            </a:ln>
          </p:spPr>
        </p:sp>
        <p:sp>
          <p:nvSpPr>
            <p:cNvPr id="400" name="four:scalar-input:grid-cell:400">
              <a:extLst>
                <a:ext uri="{FF2B5EF4-FFF2-40B4-BE49-F238E27FC236}">
                  <ns2:creationId id="{7F1EF411-D640-445A-95CF-39CF8CDE93CD}"/>
                </a:ext>
              </a:extLst>
            </p:cNvPr>
            <p:cNvSpPr>
              <a:spLocks noGrp="1"/>
            </p:cNvSpPr>
            <p:nvPr/>
          </p:nvSpPr>
          <p:spPr>
            <a:xfrm>
              <a:off x="781050" y="3886200"/>
              <a:ext cx="104966" cy="104966"/>
            </a:xfrm>
            <a:prstGeom prst="rect">
              <a:avLst/>
            </a:prstGeom>
            <a:solidFill>
              <a:srgbClr val="DCE8ED"/>
            </a:solidFill>
            <a:ln w="0">
              <a:noFill/>
              <a:prstDash val="solid"/>
            </a:ln>
          </p:spPr>
        </p:sp>
        <p:sp>
          <p:nvSpPr>
            <p:cNvPr id="401" name="four:scalar-input:grid-cell:401">
              <a:extLst>
                <a:ext uri="{FF2B5EF4-FFF2-40B4-BE49-F238E27FC236}">
                  <ns2:creationId id="{E6A3730F-6380-4CF5-9720-CA3DE51985C6}"/>
                </a:ext>
              </a:extLst>
            </p:cNvPr>
            <p:cNvSpPr>
              <a:spLocks noGrp="1"/>
            </p:cNvSpPr>
            <p:nvPr/>
          </p:nvSpPr>
          <p:spPr>
            <a:xfrm>
              <a:off x="885825" y="3886200"/>
              <a:ext cx="104966" cy="104966"/>
            </a:xfrm>
            <a:prstGeom prst="rect">
              <a:avLst/>
            </a:prstGeom>
            <a:solidFill>
              <a:srgbClr val="81C9BA"/>
            </a:solidFill>
            <a:ln w="0">
              <a:noFill/>
              <a:prstDash val="solid"/>
            </a:ln>
          </p:spPr>
        </p:sp>
        <p:sp>
          <p:nvSpPr>
            <p:cNvPr id="402" name="four:scalar-input:grid-cell:402">
              <a:extLst>
                <a:ext uri="{FF2B5EF4-FFF2-40B4-BE49-F238E27FC236}">
                  <ns2:creationId id="{4AC14637-547B-4835-AEB3-6A8CE09B067E}"/>
                </a:ext>
              </a:extLst>
            </p:cNvPr>
            <p:cNvSpPr>
              <a:spLocks noGrp="1"/>
            </p:cNvSpPr>
            <p:nvPr/>
          </p:nvSpPr>
          <p:spPr>
            <a:xfrm>
              <a:off x="990600" y="3886200"/>
              <a:ext cx="104966" cy="104966"/>
            </a:xfrm>
            <a:prstGeom prst="rect">
              <a:avLst/>
            </a:prstGeom>
            <a:solidFill>
              <a:srgbClr val="81C9BA"/>
            </a:solidFill>
            <a:ln w="0">
              <a:noFill/>
              <a:prstDash val="solid"/>
            </a:ln>
          </p:spPr>
        </p:sp>
        <p:sp>
          <p:nvSpPr>
            <p:cNvPr id="403" name="four:scalar-input:grid-cell:403">
              <a:extLst>
                <a:ext uri="{FF2B5EF4-FFF2-40B4-BE49-F238E27FC236}">
                  <ns2:creationId id="{1EDA3843-5C8D-435F-BD68-1DCF19F706D9}"/>
                </a:ext>
              </a:extLst>
            </p:cNvPr>
            <p:cNvSpPr>
              <a:spLocks noGrp="1"/>
            </p:cNvSpPr>
            <p:nvPr/>
          </p:nvSpPr>
          <p:spPr>
            <a:xfrm>
              <a:off x="1095375" y="3886200"/>
              <a:ext cx="104966" cy="104966"/>
            </a:xfrm>
            <a:prstGeom prst="rect">
              <a:avLst/>
            </a:prstGeom>
            <a:solidFill>
              <a:srgbClr val="81C9BA"/>
            </a:solidFill>
            <a:ln w="0">
              <a:noFill/>
              <a:prstDash val="solid"/>
            </a:ln>
          </p:spPr>
        </p:sp>
        <p:sp>
          <p:nvSpPr>
            <p:cNvPr id="404" name="four:scalar-input:grid-cell:404">
              <a:extLst>
                <a:ext uri="{FF2B5EF4-FFF2-40B4-BE49-F238E27FC236}">
                  <ns2:creationId id="{589CDF8B-DBA8-4809-9A0D-F40B1DA1C3F6}"/>
                </a:ext>
              </a:extLst>
            </p:cNvPr>
            <p:cNvSpPr>
              <a:spLocks noGrp="1"/>
            </p:cNvSpPr>
            <p:nvPr/>
          </p:nvSpPr>
          <p:spPr>
            <a:xfrm>
              <a:off x="1200150" y="3886200"/>
              <a:ext cx="104966" cy="104966"/>
            </a:xfrm>
            <a:prstGeom prst="rect">
              <a:avLst/>
            </a:prstGeom>
            <a:solidFill>
              <a:srgbClr val="81C9BA"/>
            </a:solidFill>
            <a:ln w="0">
              <a:noFill/>
              <a:prstDash val="solid"/>
            </a:ln>
          </p:spPr>
        </p:sp>
        <p:sp>
          <p:nvSpPr>
            <p:cNvPr id="405" name="four:scalar-input:grid-cell:405">
              <a:extLst>
                <a:ext uri="{FF2B5EF4-FFF2-40B4-BE49-F238E27FC236}">
                  <ns2:creationId id="{3F8E61BA-A0B3-4E43-8970-439FDBFC829B}"/>
                </a:ext>
              </a:extLst>
            </p:cNvPr>
            <p:cNvSpPr>
              <a:spLocks noGrp="1"/>
            </p:cNvSpPr>
            <p:nvPr/>
          </p:nvSpPr>
          <p:spPr>
            <a:xfrm>
              <a:off x="1304925" y="3886200"/>
              <a:ext cx="104966" cy="104966"/>
            </a:xfrm>
            <a:prstGeom prst="rect">
              <a:avLst/>
            </a:prstGeom>
            <a:solidFill>
              <a:srgbClr val="81C9BA"/>
            </a:solidFill>
            <a:ln w="0">
              <a:noFill/>
              <a:prstDash val="solid"/>
            </a:ln>
          </p:spPr>
        </p:sp>
        <p:sp>
          <p:nvSpPr>
            <p:cNvPr id="406" name="four:scalar-input:grid-cell:406">
              <a:extLst>
                <a:ext uri="{FF2B5EF4-FFF2-40B4-BE49-F238E27FC236}">
                  <ns2:creationId id="{990F6005-AFF9-4D6A-BD5A-35CC029E1749}"/>
                </a:ext>
              </a:extLst>
            </p:cNvPr>
            <p:cNvSpPr>
              <a:spLocks noGrp="1"/>
            </p:cNvSpPr>
            <p:nvPr/>
          </p:nvSpPr>
          <p:spPr>
            <a:xfrm>
              <a:off x="1409700" y="3886200"/>
              <a:ext cx="104966" cy="104966"/>
            </a:xfrm>
            <a:prstGeom prst="rect">
              <a:avLst/>
            </a:prstGeom>
            <a:solidFill>
              <a:srgbClr val="81C9BA"/>
            </a:solidFill>
            <a:ln w="0">
              <a:noFill/>
              <a:prstDash val="solid"/>
            </a:ln>
          </p:spPr>
        </p:sp>
        <p:sp>
          <p:nvSpPr>
            <p:cNvPr id="407" name="four:scalar-input:grid-cell:407">
              <a:extLst>
                <a:ext uri="{FF2B5EF4-FFF2-40B4-BE49-F238E27FC236}">
                  <ns2:creationId id="{F096685B-C4DE-4390-8F7F-3C68D0E996ED}"/>
                </a:ext>
              </a:extLst>
            </p:cNvPr>
            <p:cNvSpPr>
              <a:spLocks noGrp="1"/>
            </p:cNvSpPr>
            <p:nvPr/>
          </p:nvSpPr>
          <p:spPr>
            <a:xfrm>
              <a:off x="1514475" y="3886200"/>
              <a:ext cx="104966" cy="104966"/>
            </a:xfrm>
            <a:prstGeom prst="rect">
              <a:avLst/>
            </a:prstGeom>
            <a:solidFill>
              <a:srgbClr val="81C9BA"/>
            </a:solidFill>
            <a:ln w="0">
              <a:noFill/>
              <a:prstDash val="solid"/>
            </a:ln>
          </p:spPr>
        </p:sp>
        <p:sp>
          <p:nvSpPr>
            <p:cNvPr id="408" name="four:scalar-input:grid-cell:408">
              <a:extLst>
                <a:ext uri="{FF2B5EF4-FFF2-40B4-BE49-F238E27FC236}">
                  <ns2:creationId id="{D54A0287-E69C-48F2-BA59-C27602754F7B}"/>
                </a:ext>
              </a:extLst>
            </p:cNvPr>
            <p:cNvSpPr>
              <a:spLocks noGrp="1"/>
            </p:cNvSpPr>
            <p:nvPr/>
          </p:nvSpPr>
          <p:spPr>
            <a:xfrm>
              <a:off x="1619250" y="3886200"/>
              <a:ext cx="104966" cy="104966"/>
            </a:xfrm>
            <a:prstGeom prst="rect">
              <a:avLst/>
            </a:prstGeom>
            <a:solidFill>
              <a:srgbClr val="81C9BA"/>
            </a:solidFill>
            <a:ln w="0">
              <a:noFill/>
              <a:prstDash val="solid"/>
            </a:ln>
          </p:spPr>
        </p:sp>
        <p:sp>
          <p:nvSpPr>
            <p:cNvPr id="409" name="four:scalar-input:grid-cell:409">
              <a:extLst>
                <a:ext uri="{FF2B5EF4-FFF2-40B4-BE49-F238E27FC236}">
                  <ns2:creationId id="{D48B41BC-F500-4245-AAEF-0DA56DCDFD97}"/>
                </a:ext>
              </a:extLst>
            </p:cNvPr>
            <p:cNvSpPr>
              <a:spLocks noGrp="1"/>
            </p:cNvSpPr>
            <p:nvPr/>
          </p:nvSpPr>
          <p:spPr>
            <a:xfrm>
              <a:off x="1724025" y="3886200"/>
              <a:ext cx="104966" cy="104966"/>
            </a:xfrm>
            <a:prstGeom prst="rect">
              <a:avLst/>
            </a:prstGeom>
            <a:solidFill>
              <a:srgbClr val="81C9BA"/>
            </a:solidFill>
            <a:ln w="0">
              <a:noFill/>
              <a:prstDash val="solid"/>
            </a:ln>
          </p:spPr>
        </p:sp>
        <p:sp>
          <p:nvSpPr>
            <p:cNvPr id="410" name="four:scalar-input:grid-cell:410">
              <a:extLst>
                <a:ext uri="{FF2B5EF4-FFF2-40B4-BE49-F238E27FC236}">
                  <ns2:creationId id="{A920D663-7BB4-4888-A04E-A37C3C069664}"/>
                </a:ext>
              </a:extLst>
            </p:cNvPr>
            <p:cNvSpPr>
              <a:spLocks noGrp="1"/>
            </p:cNvSpPr>
            <p:nvPr/>
          </p:nvSpPr>
          <p:spPr>
            <a:xfrm>
              <a:off x="1828800" y="3886200"/>
              <a:ext cx="104966" cy="104966"/>
            </a:xfrm>
            <a:prstGeom prst="rect">
              <a:avLst/>
            </a:prstGeom>
            <a:solidFill>
              <a:srgbClr val="81C9BA"/>
            </a:solidFill>
            <a:ln w="0">
              <a:noFill/>
              <a:prstDash val="solid"/>
            </a:ln>
          </p:spPr>
        </p:sp>
        <p:sp>
          <p:nvSpPr>
            <p:cNvPr id="411" name="four:scalar-input:grid-cell:411">
              <a:extLst>
                <a:ext uri="{FF2B5EF4-FFF2-40B4-BE49-F238E27FC236}">
                  <ns2:creationId id="{2BD94795-8D9D-42B3-9A71-6E5B5A619944}"/>
                </a:ext>
              </a:extLst>
            </p:cNvPr>
            <p:cNvSpPr>
              <a:spLocks noGrp="1"/>
            </p:cNvSpPr>
            <p:nvPr/>
          </p:nvSpPr>
          <p:spPr>
            <a:xfrm>
              <a:off x="1933575" y="3886200"/>
              <a:ext cx="104966" cy="104966"/>
            </a:xfrm>
            <a:prstGeom prst="rect">
              <a:avLst/>
            </a:prstGeom>
            <a:solidFill>
              <a:srgbClr val="81C9BA"/>
            </a:solidFill>
            <a:ln w="0">
              <a:noFill/>
              <a:prstDash val="solid"/>
            </a:ln>
          </p:spPr>
        </p:sp>
        <p:sp>
          <p:nvSpPr>
            <p:cNvPr id="412" name="four:scalar-input:grid-cell:412">
              <a:extLst>
                <a:ext uri="{FF2B5EF4-FFF2-40B4-BE49-F238E27FC236}">
                  <ns2:creationId id="{696627DC-214E-4C69-BB28-F237959656C6}"/>
                </a:ext>
              </a:extLst>
            </p:cNvPr>
            <p:cNvSpPr>
              <a:spLocks noGrp="1"/>
            </p:cNvSpPr>
            <p:nvPr/>
          </p:nvSpPr>
          <p:spPr>
            <a:xfrm>
              <a:off x="2038350" y="3886200"/>
              <a:ext cx="104966" cy="104966"/>
            </a:xfrm>
            <a:prstGeom prst="rect">
              <a:avLst/>
            </a:prstGeom>
            <a:solidFill>
              <a:srgbClr val="DCE8ED"/>
            </a:solidFill>
            <a:ln w="0">
              <a:noFill/>
              <a:prstDash val="solid"/>
            </a:ln>
          </p:spPr>
        </p:sp>
        <p:sp>
          <p:nvSpPr>
            <p:cNvPr id="413" name="four:scalar-input:grid-cell:413">
              <a:extLst>
                <a:ext uri="{FF2B5EF4-FFF2-40B4-BE49-F238E27FC236}">
                  <ns2:creationId id="{07F89564-5DD6-418D-A585-0FEAC31D83A5}"/>
                </a:ext>
              </a:extLst>
            </p:cNvPr>
            <p:cNvSpPr>
              <a:spLocks noGrp="1"/>
            </p:cNvSpPr>
            <p:nvPr/>
          </p:nvSpPr>
          <p:spPr>
            <a:xfrm>
              <a:off x="2143125" y="3886200"/>
              <a:ext cx="104966" cy="104966"/>
            </a:xfrm>
            <a:prstGeom prst="rect">
              <a:avLst/>
            </a:prstGeom>
            <a:solidFill>
              <a:srgbClr val="DCE8ED"/>
            </a:solidFill>
            <a:ln w="0">
              <a:noFill/>
              <a:prstDash val="solid"/>
            </a:ln>
          </p:spPr>
        </p:sp>
        <p:sp>
          <p:nvSpPr>
            <p:cNvPr id="414" name="four:scalar-input:grid-cell:414">
              <a:extLst>
                <a:ext uri="{FF2B5EF4-FFF2-40B4-BE49-F238E27FC236}">
                  <ns2:creationId id="{90CA4286-7F9A-4D93-9920-F439DFBAD84C}"/>
                </a:ext>
              </a:extLst>
            </p:cNvPr>
            <p:cNvSpPr>
              <a:spLocks noGrp="1"/>
            </p:cNvSpPr>
            <p:nvPr/>
          </p:nvSpPr>
          <p:spPr>
            <a:xfrm>
              <a:off x="2247900" y="3886200"/>
              <a:ext cx="104966" cy="104966"/>
            </a:xfrm>
            <a:prstGeom prst="rect">
              <a:avLst/>
            </a:prstGeom>
            <a:solidFill>
              <a:srgbClr val="DCE8ED"/>
            </a:solidFill>
            <a:ln w="0">
              <a:noFill/>
              <a:prstDash val="solid"/>
            </a:ln>
          </p:spPr>
        </p:sp>
        <p:sp>
          <p:nvSpPr>
            <p:cNvPr id="415" name="four:scalar-input:grid-cell:415">
              <a:extLst>
                <a:ext uri="{FF2B5EF4-FFF2-40B4-BE49-F238E27FC236}">
                  <ns2:creationId id="{3625BDD5-D51D-4935-AC66-F5DE4309304D}"/>
                </a:ext>
              </a:extLst>
            </p:cNvPr>
            <p:cNvSpPr>
              <a:spLocks noGrp="1"/>
            </p:cNvSpPr>
            <p:nvPr/>
          </p:nvSpPr>
          <p:spPr>
            <a:xfrm>
              <a:off x="2352675" y="3886200"/>
              <a:ext cx="104966" cy="104966"/>
            </a:xfrm>
            <a:prstGeom prst="rect">
              <a:avLst/>
            </a:prstGeom>
            <a:solidFill>
              <a:srgbClr val="DCE8ED"/>
            </a:solidFill>
            <a:ln w="0">
              <a:noFill/>
              <a:prstDash val="solid"/>
            </a:ln>
          </p:spPr>
        </p:sp>
        <p:sp>
          <p:nvSpPr>
            <p:cNvPr id="416" name="four:scalar-input:line:416">
              <a:extLst>
                <a:ext uri="{FF2B5EF4-FFF2-40B4-BE49-F238E27FC236}">
                  <ns2:creationId id="{E1694A1D-B49F-4158-872E-C273BBD3AABD}"/>
                </a:ext>
              </a:extLst>
            </p:cNvPr>
            <p:cNvSpPr>
              <a:spLocks noGrp="1"/>
            </p:cNvSpPr>
            <p:nvPr/>
          </p:nvSpPr>
          <p:spPr>
            <a:xfrm>
              <a:off x="361950" y="2105025"/>
              <a:ext cx="953" cy="1885950"/>
            </a:xfrm>
            <a:custGeom>
              <a:pathLst>
                <a:path w="953" h="1885950">
                  <a:moveTo>
                    <a:pt x="0" y="0"/>
                  </a:moveTo>
                  <a:lnTo>
                    <a:pt x="0" y="1885950"/>
                  </a:lnTo>
                </a:path>
              </a:pathLst>
            </a:custGeom>
            <a:noFill/>
            <a:ln w="4286">
              <a:solidFill>
                <a:srgbClr val="7B8790">
                  <a:alpha val="35000"/>
                </a:srgbClr>
              </a:solidFill>
              <a:prstDash val="solid"/>
            </a:ln>
          </p:spPr>
        </p:sp>
        <p:sp>
          <p:nvSpPr>
            <p:cNvPr id="417" name="four:scalar-input:line:417">
              <a:extLst>
                <a:ext uri="{FF2B5EF4-FFF2-40B4-BE49-F238E27FC236}">
                  <ns2:creationId id="{9BEE78BF-38AA-4E7F-A9A0-98529B4053B5}"/>
                </a:ext>
              </a:extLst>
            </p:cNvPr>
            <p:cNvSpPr>
              <a:spLocks noGrp="1"/>
            </p:cNvSpPr>
            <p:nvPr/>
          </p:nvSpPr>
          <p:spPr>
            <a:xfrm>
              <a:off x="466725" y="2105025"/>
              <a:ext cx="953" cy="1885950"/>
            </a:xfrm>
            <a:custGeom>
              <a:pathLst>
                <a:path w="953" h="1885950">
                  <a:moveTo>
                    <a:pt x="0" y="0"/>
                  </a:moveTo>
                  <a:lnTo>
                    <a:pt x="0" y="1885950"/>
                  </a:lnTo>
                </a:path>
              </a:pathLst>
            </a:custGeom>
            <a:noFill/>
            <a:ln w="4286">
              <a:solidFill>
                <a:srgbClr val="7B8790">
                  <a:alpha val="35000"/>
                </a:srgbClr>
              </a:solidFill>
              <a:prstDash val="solid"/>
            </a:ln>
          </p:spPr>
        </p:sp>
        <p:sp>
          <p:nvSpPr>
            <p:cNvPr id="418" name="four:scalar-input:line:418">
              <a:extLst>
                <a:ext uri="{FF2B5EF4-FFF2-40B4-BE49-F238E27FC236}">
                  <ns2:creationId id="{05383442-08E4-408C-A4B8-3FEB5B120D45}"/>
                </a:ext>
              </a:extLst>
            </p:cNvPr>
            <p:cNvSpPr>
              <a:spLocks noGrp="1"/>
            </p:cNvSpPr>
            <p:nvPr/>
          </p:nvSpPr>
          <p:spPr>
            <a:xfrm>
              <a:off x="571500" y="2105025"/>
              <a:ext cx="953" cy="1885950"/>
            </a:xfrm>
            <a:custGeom>
              <a:pathLst>
                <a:path w="953" h="1885950">
                  <a:moveTo>
                    <a:pt x="0" y="0"/>
                  </a:moveTo>
                  <a:lnTo>
                    <a:pt x="0" y="1885950"/>
                  </a:lnTo>
                </a:path>
              </a:pathLst>
            </a:custGeom>
            <a:noFill/>
            <a:ln w="4286">
              <a:solidFill>
                <a:srgbClr val="7B8790">
                  <a:alpha val="35000"/>
                </a:srgbClr>
              </a:solidFill>
              <a:prstDash val="solid"/>
            </a:ln>
          </p:spPr>
        </p:sp>
        <p:sp>
          <p:nvSpPr>
            <p:cNvPr id="419" name="four:scalar-input:line:419">
              <a:extLst>
                <a:ext uri="{FF2B5EF4-FFF2-40B4-BE49-F238E27FC236}">
                  <ns2:creationId id="{C3C7F583-5114-455D-B2D1-AE7AAC0B31E1}"/>
                </a:ext>
              </a:extLst>
            </p:cNvPr>
            <p:cNvSpPr>
              <a:spLocks noGrp="1"/>
            </p:cNvSpPr>
            <p:nvPr/>
          </p:nvSpPr>
          <p:spPr>
            <a:xfrm>
              <a:off x="676275" y="2105025"/>
              <a:ext cx="953" cy="1885950"/>
            </a:xfrm>
            <a:custGeom>
              <a:pathLst>
                <a:path w="953" h="1885950">
                  <a:moveTo>
                    <a:pt x="0" y="0"/>
                  </a:moveTo>
                  <a:lnTo>
                    <a:pt x="0" y="1885950"/>
                  </a:lnTo>
                </a:path>
              </a:pathLst>
            </a:custGeom>
            <a:noFill/>
            <a:ln w="4286">
              <a:solidFill>
                <a:srgbClr val="7B8790">
                  <a:alpha val="35000"/>
                </a:srgbClr>
              </a:solidFill>
              <a:prstDash val="solid"/>
            </a:ln>
          </p:spPr>
        </p:sp>
        <p:sp>
          <p:nvSpPr>
            <p:cNvPr id="420" name="four:scalar-input:line:420">
              <a:extLst>
                <a:ext uri="{FF2B5EF4-FFF2-40B4-BE49-F238E27FC236}">
                  <ns2:creationId id="{6A3A8845-0D0F-479E-813D-1880AB1FC378}"/>
                </a:ext>
              </a:extLst>
            </p:cNvPr>
            <p:cNvSpPr>
              <a:spLocks noGrp="1"/>
            </p:cNvSpPr>
            <p:nvPr/>
          </p:nvSpPr>
          <p:spPr>
            <a:xfrm>
              <a:off x="781050" y="2105025"/>
              <a:ext cx="953" cy="1885950"/>
            </a:xfrm>
            <a:custGeom>
              <a:pathLst>
                <a:path w="953" h="1885950">
                  <a:moveTo>
                    <a:pt x="0" y="0"/>
                  </a:moveTo>
                  <a:lnTo>
                    <a:pt x="0" y="1885950"/>
                  </a:lnTo>
                </a:path>
              </a:pathLst>
            </a:custGeom>
            <a:noFill/>
            <a:ln w="4286">
              <a:solidFill>
                <a:srgbClr val="7B8790">
                  <a:alpha val="35000"/>
                </a:srgbClr>
              </a:solidFill>
              <a:prstDash val="solid"/>
            </a:ln>
          </p:spPr>
        </p:sp>
        <p:sp>
          <p:nvSpPr>
            <p:cNvPr id="421" name="four:scalar-input:line:421">
              <a:extLst>
                <a:ext uri="{FF2B5EF4-FFF2-40B4-BE49-F238E27FC236}">
                  <ns2:creationId id="{48653B72-07C5-46CA-84AA-AB1FB49C34D3}"/>
                </a:ext>
              </a:extLst>
            </p:cNvPr>
            <p:cNvSpPr>
              <a:spLocks noGrp="1"/>
            </p:cNvSpPr>
            <p:nvPr/>
          </p:nvSpPr>
          <p:spPr>
            <a:xfrm>
              <a:off x="885825" y="2105025"/>
              <a:ext cx="953" cy="1885950"/>
            </a:xfrm>
            <a:custGeom>
              <a:pathLst>
                <a:path w="953" h="1885950">
                  <a:moveTo>
                    <a:pt x="0" y="0"/>
                  </a:moveTo>
                  <a:lnTo>
                    <a:pt x="0" y="1885950"/>
                  </a:lnTo>
                </a:path>
              </a:pathLst>
            </a:custGeom>
            <a:noFill/>
            <a:ln w="4286">
              <a:solidFill>
                <a:srgbClr val="7B8790">
                  <a:alpha val="35000"/>
                </a:srgbClr>
              </a:solidFill>
              <a:prstDash val="solid"/>
            </a:ln>
          </p:spPr>
        </p:sp>
        <p:sp>
          <p:nvSpPr>
            <p:cNvPr id="422" name="four:scalar-input:line:422">
              <a:extLst>
                <a:ext uri="{FF2B5EF4-FFF2-40B4-BE49-F238E27FC236}">
                  <ns2:creationId id="{60D07651-BFD2-4846-8267-CF725FA9E00E}"/>
                </a:ext>
              </a:extLst>
            </p:cNvPr>
            <p:cNvSpPr>
              <a:spLocks noGrp="1"/>
            </p:cNvSpPr>
            <p:nvPr/>
          </p:nvSpPr>
          <p:spPr>
            <a:xfrm>
              <a:off x="990600" y="2105025"/>
              <a:ext cx="953" cy="1885950"/>
            </a:xfrm>
            <a:custGeom>
              <a:pathLst>
                <a:path w="953" h="1885950">
                  <a:moveTo>
                    <a:pt x="0" y="0"/>
                  </a:moveTo>
                  <a:lnTo>
                    <a:pt x="0" y="1885950"/>
                  </a:lnTo>
                </a:path>
              </a:pathLst>
            </a:custGeom>
            <a:noFill/>
            <a:ln w="4286">
              <a:solidFill>
                <a:srgbClr val="7B8790">
                  <a:alpha val="35000"/>
                </a:srgbClr>
              </a:solidFill>
              <a:prstDash val="solid"/>
            </a:ln>
          </p:spPr>
        </p:sp>
        <p:sp>
          <p:nvSpPr>
            <p:cNvPr id="423" name="four:scalar-input:line:423">
              <a:extLst>
                <a:ext uri="{FF2B5EF4-FFF2-40B4-BE49-F238E27FC236}">
                  <ns2:creationId id="{A8E7C9D8-E703-4CA8-95E4-3583CB17AD77}"/>
                </a:ext>
              </a:extLst>
            </p:cNvPr>
            <p:cNvSpPr>
              <a:spLocks noGrp="1"/>
            </p:cNvSpPr>
            <p:nvPr/>
          </p:nvSpPr>
          <p:spPr>
            <a:xfrm>
              <a:off x="1095375" y="2105025"/>
              <a:ext cx="953" cy="1885950"/>
            </a:xfrm>
            <a:custGeom>
              <a:pathLst>
                <a:path w="953" h="1885950">
                  <a:moveTo>
                    <a:pt x="0" y="0"/>
                  </a:moveTo>
                  <a:lnTo>
                    <a:pt x="0" y="1885950"/>
                  </a:lnTo>
                </a:path>
              </a:pathLst>
            </a:custGeom>
            <a:noFill/>
            <a:ln w="4286">
              <a:solidFill>
                <a:srgbClr val="7B8790">
                  <a:alpha val="35000"/>
                </a:srgbClr>
              </a:solidFill>
              <a:prstDash val="solid"/>
            </a:ln>
          </p:spPr>
        </p:sp>
        <p:sp>
          <p:nvSpPr>
            <p:cNvPr id="424" name="four:scalar-input:line:424">
              <a:extLst>
                <a:ext uri="{FF2B5EF4-FFF2-40B4-BE49-F238E27FC236}">
                  <ns2:creationId id="{2CE80655-E757-4B5A-9B51-C2D5CE76BFFF}"/>
                </a:ext>
              </a:extLst>
            </p:cNvPr>
            <p:cNvSpPr>
              <a:spLocks noGrp="1"/>
            </p:cNvSpPr>
            <p:nvPr/>
          </p:nvSpPr>
          <p:spPr>
            <a:xfrm>
              <a:off x="1200150" y="2105025"/>
              <a:ext cx="953" cy="1885950"/>
            </a:xfrm>
            <a:custGeom>
              <a:pathLst>
                <a:path w="953" h="1885950">
                  <a:moveTo>
                    <a:pt x="0" y="0"/>
                  </a:moveTo>
                  <a:lnTo>
                    <a:pt x="0" y="1885950"/>
                  </a:lnTo>
                </a:path>
              </a:pathLst>
            </a:custGeom>
            <a:noFill/>
            <a:ln w="4286">
              <a:solidFill>
                <a:srgbClr val="7B8790">
                  <a:alpha val="35000"/>
                </a:srgbClr>
              </a:solidFill>
              <a:prstDash val="solid"/>
            </a:ln>
          </p:spPr>
        </p:sp>
        <p:sp>
          <p:nvSpPr>
            <p:cNvPr id="425" name="four:scalar-input:line:425">
              <a:extLst>
                <a:ext uri="{FF2B5EF4-FFF2-40B4-BE49-F238E27FC236}">
                  <ns2:creationId id="{9191F930-182E-470D-8E34-9842BC5ED567}"/>
                </a:ext>
              </a:extLst>
            </p:cNvPr>
            <p:cNvSpPr>
              <a:spLocks noGrp="1"/>
            </p:cNvSpPr>
            <p:nvPr/>
          </p:nvSpPr>
          <p:spPr>
            <a:xfrm>
              <a:off x="1304925" y="2105025"/>
              <a:ext cx="953" cy="1885950"/>
            </a:xfrm>
            <a:custGeom>
              <a:pathLst>
                <a:path w="953" h="1885950">
                  <a:moveTo>
                    <a:pt x="0" y="0"/>
                  </a:moveTo>
                  <a:lnTo>
                    <a:pt x="0" y="1885950"/>
                  </a:lnTo>
                </a:path>
              </a:pathLst>
            </a:custGeom>
            <a:noFill/>
            <a:ln w="4286">
              <a:solidFill>
                <a:srgbClr val="7B8790">
                  <a:alpha val="35000"/>
                </a:srgbClr>
              </a:solidFill>
              <a:prstDash val="solid"/>
            </a:ln>
          </p:spPr>
        </p:sp>
        <p:sp>
          <p:nvSpPr>
            <p:cNvPr id="426" name="four:scalar-input:line:426">
              <a:extLst>
                <a:ext uri="{FF2B5EF4-FFF2-40B4-BE49-F238E27FC236}">
                  <ns2:creationId id="{03540DBD-3690-4FD7-B4AB-203638917DEF}"/>
                </a:ext>
              </a:extLst>
            </p:cNvPr>
            <p:cNvSpPr>
              <a:spLocks noGrp="1"/>
            </p:cNvSpPr>
            <p:nvPr/>
          </p:nvSpPr>
          <p:spPr>
            <a:xfrm>
              <a:off x="1409700" y="2105025"/>
              <a:ext cx="953" cy="1885950"/>
            </a:xfrm>
            <a:custGeom>
              <a:pathLst>
                <a:path w="953" h="1885950">
                  <a:moveTo>
                    <a:pt x="0" y="0"/>
                  </a:moveTo>
                  <a:lnTo>
                    <a:pt x="0" y="1885950"/>
                  </a:lnTo>
                </a:path>
              </a:pathLst>
            </a:custGeom>
            <a:noFill/>
            <a:ln w="4286">
              <a:solidFill>
                <a:srgbClr val="7B8790">
                  <a:alpha val="35000"/>
                </a:srgbClr>
              </a:solidFill>
              <a:prstDash val="solid"/>
            </a:ln>
          </p:spPr>
        </p:sp>
        <p:sp>
          <p:nvSpPr>
            <p:cNvPr id="427" name="four:scalar-input:line:427">
              <a:extLst>
                <a:ext uri="{FF2B5EF4-FFF2-40B4-BE49-F238E27FC236}">
                  <ns2:creationId id="{1317D071-1659-49A7-A9ED-AD71BFDFB0A3}"/>
                </a:ext>
              </a:extLst>
            </p:cNvPr>
            <p:cNvSpPr>
              <a:spLocks noGrp="1"/>
            </p:cNvSpPr>
            <p:nvPr/>
          </p:nvSpPr>
          <p:spPr>
            <a:xfrm>
              <a:off x="1514475" y="2105025"/>
              <a:ext cx="953" cy="1885950"/>
            </a:xfrm>
            <a:custGeom>
              <a:pathLst>
                <a:path w="953" h="1885950">
                  <a:moveTo>
                    <a:pt x="0" y="0"/>
                  </a:moveTo>
                  <a:lnTo>
                    <a:pt x="0" y="1885950"/>
                  </a:lnTo>
                </a:path>
              </a:pathLst>
            </a:custGeom>
            <a:noFill/>
            <a:ln w="4286">
              <a:solidFill>
                <a:srgbClr val="7B8790">
                  <a:alpha val="35000"/>
                </a:srgbClr>
              </a:solidFill>
              <a:prstDash val="solid"/>
            </a:ln>
          </p:spPr>
        </p:sp>
        <p:sp>
          <p:nvSpPr>
            <p:cNvPr id="428" name="four:scalar-input:line:428">
              <a:extLst>
                <a:ext uri="{FF2B5EF4-FFF2-40B4-BE49-F238E27FC236}">
                  <ns2:creationId id="{26FDE904-024F-47D2-BA88-00408A7CDE8F}"/>
                </a:ext>
              </a:extLst>
            </p:cNvPr>
            <p:cNvSpPr>
              <a:spLocks noGrp="1"/>
            </p:cNvSpPr>
            <p:nvPr/>
          </p:nvSpPr>
          <p:spPr>
            <a:xfrm>
              <a:off x="1619250" y="2105025"/>
              <a:ext cx="953" cy="1885950"/>
            </a:xfrm>
            <a:custGeom>
              <a:pathLst>
                <a:path w="953" h="1885950">
                  <a:moveTo>
                    <a:pt x="0" y="0"/>
                  </a:moveTo>
                  <a:lnTo>
                    <a:pt x="0" y="1885950"/>
                  </a:lnTo>
                </a:path>
              </a:pathLst>
            </a:custGeom>
            <a:noFill/>
            <a:ln w="4286">
              <a:solidFill>
                <a:srgbClr val="7B8790">
                  <a:alpha val="35000"/>
                </a:srgbClr>
              </a:solidFill>
              <a:prstDash val="solid"/>
            </a:ln>
          </p:spPr>
        </p:sp>
        <p:sp>
          <p:nvSpPr>
            <p:cNvPr id="429" name="four:scalar-input:line:429">
              <a:extLst>
                <a:ext uri="{FF2B5EF4-FFF2-40B4-BE49-F238E27FC236}">
                  <ns2:creationId id="{29668944-881E-4246-9600-035613E1AF0B}"/>
                </a:ext>
              </a:extLst>
            </p:cNvPr>
            <p:cNvSpPr>
              <a:spLocks noGrp="1"/>
            </p:cNvSpPr>
            <p:nvPr/>
          </p:nvSpPr>
          <p:spPr>
            <a:xfrm>
              <a:off x="1724025" y="2105025"/>
              <a:ext cx="953" cy="1885950"/>
            </a:xfrm>
            <a:custGeom>
              <a:pathLst>
                <a:path w="953" h="1885950">
                  <a:moveTo>
                    <a:pt x="0" y="0"/>
                  </a:moveTo>
                  <a:lnTo>
                    <a:pt x="0" y="1885950"/>
                  </a:lnTo>
                </a:path>
              </a:pathLst>
            </a:custGeom>
            <a:noFill/>
            <a:ln w="4286">
              <a:solidFill>
                <a:srgbClr val="7B8790">
                  <a:alpha val="35000"/>
                </a:srgbClr>
              </a:solidFill>
              <a:prstDash val="solid"/>
            </a:ln>
          </p:spPr>
        </p:sp>
        <p:sp>
          <p:nvSpPr>
            <p:cNvPr id="430" name="four:scalar-input:line:430">
              <a:extLst>
                <a:ext uri="{FF2B5EF4-FFF2-40B4-BE49-F238E27FC236}">
                  <ns2:creationId id="{AAAF7FDB-9841-4B67-88D0-EEFD3A6AB29C}"/>
                </a:ext>
              </a:extLst>
            </p:cNvPr>
            <p:cNvSpPr>
              <a:spLocks noGrp="1"/>
            </p:cNvSpPr>
            <p:nvPr/>
          </p:nvSpPr>
          <p:spPr>
            <a:xfrm>
              <a:off x="1828800" y="2105025"/>
              <a:ext cx="953" cy="1885950"/>
            </a:xfrm>
            <a:custGeom>
              <a:pathLst>
                <a:path w="953" h="1885950">
                  <a:moveTo>
                    <a:pt x="0" y="0"/>
                  </a:moveTo>
                  <a:lnTo>
                    <a:pt x="0" y="1885950"/>
                  </a:lnTo>
                </a:path>
              </a:pathLst>
            </a:custGeom>
            <a:noFill/>
            <a:ln w="4286">
              <a:solidFill>
                <a:srgbClr val="7B8790">
                  <a:alpha val="35000"/>
                </a:srgbClr>
              </a:solidFill>
              <a:prstDash val="solid"/>
            </a:ln>
          </p:spPr>
        </p:sp>
        <p:sp>
          <p:nvSpPr>
            <p:cNvPr id="431" name="four:scalar-input:line:431">
              <a:extLst>
                <a:ext uri="{FF2B5EF4-FFF2-40B4-BE49-F238E27FC236}">
                  <ns2:creationId id="{4622DD07-138E-410C-893A-268327815FA1}"/>
                </a:ext>
              </a:extLst>
            </p:cNvPr>
            <p:cNvSpPr>
              <a:spLocks noGrp="1"/>
            </p:cNvSpPr>
            <p:nvPr/>
          </p:nvSpPr>
          <p:spPr>
            <a:xfrm>
              <a:off x="1933575" y="2105025"/>
              <a:ext cx="953" cy="1885950"/>
            </a:xfrm>
            <a:custGeom>
              <a:pathLst>
                <a:path w="953" h="1885950">
                  <a:moveTo>
                    <a:pt x="0" y="0"/>
                  </a:moveTo>
                  <a:lnTo>
                    <a:pt x="0" y="1885950"/>
                  </a:lnTo>
                </a:path>
              </a:pathLst>
            </a:custGeom>
            <a:noFill/>
            <a:ln w="4286">
              <a:solidFill>
                <a:srgbClr val="7B8790">
                  <a:alpha val="35000"/>
                </a:srgbClr>
              </a:solidFill>
              <a:prstDash val="solid"/>
            </a:ln>
          </p:spPr>
        </p:sp>
        <p:sp>
          <p:nvSpPr>
            <p:cNvPr id="432" name="four:scalar-input:line:432">
              <a:extLst>
                <a:ext uri="{FF2B5EF4-FFF2-40B4-BE49-F238E27FC236}">
                  <ns2:creationId id="{8E873323-1D84-4951-A1C1-53281A406A7B}"/>
                </a:ext>
              </a:extLst>
            </p:cNvPr>
            <p:cNvSpPr>
              <a:spLocks noGrp="1"/>
            </p:cNvSpPr>
            <p:nvPr/>
          </p:nvSpPr>
          <p:spPr>
            <a:xfrm>
              <a:off x="2038350" y="2105025"/>
              <a:ext cx="953" cy="1885950"/>
            </a:xfrm>
            <a:custGeom>
              <a:pathLst>
                <a:path w="953" h="1885950">
                  <a:moveTo>
                    <a:pt x="0" y="0"/>
                  </a:moveTo>
                  <a:lnTo>
                    <a:pt x="0" y="1885950"/>
                  </a:lnTo>
                </a:path>
              </a:pathLst>
            </a:custGeom>
            <a:noFill/>
            <a:ln w="4286">
              <a:solidFill>
                <a:srgbClr val="7B8790">
                  <a:alpha val="35000"/>
                </a:srgbClr>
              </a:solidFill>
              <a:prstDash val="solid"/>
            </a:ln>
          </p:spPr>
        </p:sp>
        <p:sp>
          <p:nvSpPr>
            <p:cNvPr id="433" name="four:scalar-input:line:433">
              <a:extLst>
                <a:ext uri="{FF2B5EF4-FFF2-40B4-BE49-F238E27FC236}">
                  <ns2:creationId id="{D23D90A9-7190-439B-AE66-15F2058F3925}"/>
                </a:ext>
              </a:extLst>
            </p:cNvPr>
            <p:cNvSpPr>
              <a:spLocks noGrp="1"/>
            </p:cNvSpPr>
            <p:nvPr/>
          </p:nvSpPr>
          <p:spPr>
            <a:xfrm>
              <a:off x="2143125" y="2105025"/>
              <a:ext cx="953" cy="1885950"/>
            </a:xfrm>
            <a:custGeom>
              <a:pathLst>
                <a:path w="953" h="1885950">
                  <a:moveTo>
                    <a:pt x="0" y="0"/>
                  </a:moveTo>
                  <a:lnTo>
                    <a:pt x="0" y="1885950"/>
                  </a:lnTo>
                </a:path>
              </a:pathLst>
            </a:custGeom>
            <a:noFill/>
            <a:ln w="4286">
              <a:solidFill>
                <a:srgbClr val="7B8790">
                  <a:alpha val="35000"/>
                </a:srgbClr>
              </a:solidFill>
              <a:prstDash val="solid"/>
            </a:ln>
          </p:spPr>
        </p:sp>
        <p:sp>
          <p:nvSpPr>
            <p:cNvPr id="434" name="four:scalar-input:line:434">
              <a:extLst>
                <a:ext uri="{FF2B5EF4-FFF2-40B4-BE49-F238E27FC236}">
                  <ns2:creationId id="{44864F66-9DFA-4114-A6DC-8AE92AADF2D5}"/>
                </a:ext>
              </a:extLst>
            </p:cNvPr>
            <p:cNvSpPr>
              <a:spLocks noGrp="1"/>
            </p:cNvSpPr>
            <p:nvPr/>
          </p:nvSpPr>
          <p:spPr>
            <a:xfrm>
              <a:off x="2247900" y="2105025"/>
              <a:ext cx="953" cy="1885950"/>
            </a:xfrm>
            <a:custGeom>
              <a:pathLst>
                <a:path w="953" h="1885950">
                  <a:moveTo>
                    <a:pt x="0" y="0"/>
                  </a:moveTo>
                  <a:lnTo>
                    <a:pt x="0" y="1885950"/>
                  </a:lnTo>
                </a:path>
              </a:pathLst>
            </a:custGeom>
            <a:noFill/>
            <a:ln w="4286">
              <a:solidFill>
                <a:srgbClr val="7B8790">
                  <a:alpha val="35000"/>
                </a:srgbClr>
              </a:solidFill>
              <a:prstDash val="solid"/>
            </a:ln>
          </p:spPr>
        </p:sp>
        <p:sp>
          <p:nvSpPr>
            <p:cNvPr id="435" name="four:scalar-input:line:435">
              <a:extLst>
                <a:ext uri="{FF2B5EF4-FFF2-40B4-BE49-F238E27FC236}">
                  <ns2:creationId id="{E4275A6C-BB2E-482D-A2AB-4A9279DA2AB8}"/>
                </a:ext>
              </a:extLst>
            </p:cNvPr>
            <p:cNvSpPr>
              <a:spLocks noGrp="1"/>
            </p:cNvSpPr>
            <p:nvPr/>
          </p:nvSpPr>
          <p:spPr>
            <a:xfrm>
              <a:off x="2352675" y="2105025"/>
              <a:ext cx="953" cy="1885950"/>
            </a:xfrm>
            <a:custGeom>
              <a:pathLst>
                <a:path w="953" h="1885950">
                  <a:moveTo>
                    <a:pt x="0" y="0"/>
                  </a:moveTo>
                  <a:lnTo>
                    <a:pt x="0" y="1885950"/>
                  </a:lnTo>
                </a:path>
              </a:pathLst>
            </a:custGeom>
            <a:noFill/>
            <a:ln w="4286">
              <a:solidFill>
                <a:srgbClr val="7B8790">
                  <a:alpha val="35000"/>
                </a:srgbClr>
              </a:solidFill>
              <a:prstDash val="solid"/>
            </a:ln>
          </p:spPr>
        </p:sp>
        <p:sp>
          <p:nvSpPr>
            <p:cNvPr id="436" name="four:scalar-input:line:436">
              <a:extLst>
                <a:ext uri="{FF2B5EF4-FFF2-40B4-BE49-F238E27FC236}">
                  <ns2:creationId id="{3E34A664-3E3F-4B38-A51A-5285619941A2}"/>
                </a:ext>
              </a:extLst>
            </p:cNvPr>
            <p:cNvSpPr>
              <a:spLocks noGrp="1"/>
            </p:cNvSpPr>
            <p:nvPr/>
          </p:nvSpPr>
          <p:spPr>
            <a:xfrm>
              <a:off x="2457450" y="2105025"/>
              <a:ext cx="953" cy="1885950"/>
            </a:xfrm>
            <a:custGeom>
              <a:pathLst>
                <a:path w="953" h="1885950">
                  <a:moveTo>
                    <a:pt x="0" y="0"/>
                  </a:moveTo>
                  <a:lnTo>
                    <a:pt x="0" y="1885950"/>
                  </a:lnTo>
                </a:path>
              </a:pathLst>
            </a:custGeom>
            <a:noFill/>
            <a:ln w="4286">
              <a:solidFill>
                <a:srgbClr val="7B8790">
                  <a:alpha val="35000"/>
                </a:srgbClr>
              </a:solidFill>
              <a:prstDash val="solid"/>
            </a:ln>
          </p:spPr>
        </p:sp>
        <p:sp>
          <p:nvSpPr>
            <p:cNvPr id="437" name="four:scalar-input:line:437">
              <a:extLst>
                <a:ext uri="{FF2B5EF4-FFF2-40B4-BE49-F238E27FC236}">
                  <ns2:creationId id="{A5A02DC7-03C0-41FD-8A11-88249D87DF78}"/>
                </a:ext>
              </a:extLst>
            </p:cNvPr>
            <p:cNvSpPr>
              <a:spLocks noGrp="1"/>
            </p:cNvSpPr>
            <p:nvPr/>
          </p:nvSpPr>
          <p:spPr>
            <a:xfrm>
              <a:off x="361950" y="2105025"/>
              <a:ext cx="2095500" cy="953"/>
            </a:xfrm>
            <a:custGeom>
              <a:pathLst>
                <a:path w="2095500" h="953">
                  <a:moveTo>
                    <a:pt x="0" y="0"/>
                  </a:moveTo>
                  <a:lnTo>
                    <a:pt x="2095500" y="0"/>
                  </a:lnTo>
                </a:path>
              </a:pathLst>
            </a:custGeom>
            <a:noFill/>
            <a:ln w="4286">
              <a:solidFill>
                <a:srgbClr val="7B8790">
                  <a:alpha val="35000"/>
                </a:srgbClr>
              </a:solidFill>
              <a:prstDash val="solid"/>
            </a:ln>
          </p:spPr>
        </p:sp>
        <p:sp>
          <p:nvSpPr>
            <p:cNvPr id="438" name="four:scalar-input:line:438">
              <a:extLst>
                <a:ext uri="{FF2B5EF4-FFF2-40B4-BE49-F238E27FC236}">
                  <ns2:creationId id="{885E39EB-D7CD-49FB-A381-89A153732A85}"/>
                </a:ext>
              </a:extLst>
            </p:cNvPr>
            <p:cNvSpPr>
              <a:spLocks noGrp="1"/>
            </p:cNvSpPr>
            <p:nvPr/>
          </p:nvSpPr>
          <p:spPr>
            <a:xfrm>
              <a:off x="361950" y="2209800"/>
              <a:ext cx="2095500" cy="953"/>
            </a:xfrm>
            <a:custGeom>
              <a:pathLst>
                <a:path w="2095500" h="953">
                  <a:moveTo>
                    <a:pt x="0" y="0"/>
                  </a:moveTo>
                  <a:lnTo>
                    <a:pt x="2095500" y="0"/>
                  </a:lnTo>
                </a:path>
              </a:pathLst>
            </a:custGeom>
            <a:noFill/>
            <a:ln w="4286">
              <a:solidFill>
                <a:srgbClr val="7B8790">
                  <a:alpha val="35000"/>
                </a:srgbClr>
              </a:solidFill>
              <a:prstDash val="solid"/>
            </a:ln>
          </p:spPr>
        </p:sp>
        <p:sp>
          <p:nvSpPr>
            <p:cNvPr id="439" name="four:scalar-input:line:439">
              <a:extLst>
                <a:ext uri="{FF2B5EF4-FFF2-40B4-BE49-F238E27FC236}">
                  <ns2:creationId id="{E3837629-8B04-4B65-ABE4-642247CB65D6}"/>
                </a:ext>
              </a:extLst>
            </p:cNvPr>
            <p:cNvSpPr>
              <a:spLocks noGrp="1"/>
            </p:cNvSpPr>
            <p:nvPr/>
          </p:nvSpPr>
          <p:spPr>
            <a:xfrm>
              <a:off x="361950" y="2314575"/>
              <a:ext cx="2095500" cy="953"/>
            </a:xfrm>
            <a:custGeom>
              <a:pathLst>
                <a:path w="2095500" h="953">
                  <a:moveTo>
                    <a:pt x="0" y="0"/>
                  </a:moveTo>
                  <a:lnTo>
                    <a:pt x="2095500" y="0"/>
                  </a:lnTo>
                </a:path>
              </a:pathLst>
            </a:custGeom>
            <a:noFill/>
            <a:ln w="4286">
              <a:solidFill>
                <a:srgbClr val="7B8790">
                  <a:alpha val="35000"/>
                </a:srgbClr>
              </a:solidFill>
              <a:prstDash val="solid"/>
            </a:ln>
          </p:spPr>
        </p:sp>
        <p:sp>
          <p:nvSpPr>
            <p:cNvPr id="440" name="four:scalar-input:line:440">
              <a:extLst>
                <a:ext uri="{FF2B5EF4-FFF2-40B4-BE49-F238E27FC236}">
                  <ns2:creationId id="{96DADD9D-0503-4B55-B39F-A99F3A508947}"/>
                </a:ext>
              </a:extLst>
            </p:cNvPr>
            <p:cNvSpPr>
              <a:spLocks noGrp="1"/>
            </p:cNvSpPr>
            <p:nvPr/>
          </p:nvSpPr>
          <p:spPr>
            <a:xfrm>
              <a:off x="361950" y="2419350"/>
              <a:ext cx="2095500" cy="953"/>
            </a:xfrm>
            <a:custGeom>
              <a:pathLst>
                <a:path w="2095500" h="953">
                  <a:moveTo>
                    <a:pt x="0" y="0"/>
                  </a:moveTo>
                  <a:lnTo>
                    <a:pt x="2095500" y="0"/>
                  </a:lnTo>
                </a:path>
              </a:pathLst>
            </a:custGeom>
            <a:noFill/>
            <a:ln w="4286">
              <a:solidFill>
                <a:srgbClr val="7B8790">
                  <a:alpha val="35000"/>
                </a:srgbClr>
              </a:solidFill>
              <a:prstDash val="solid"/>
            </a:ln>
          </p:spPr>
        </p:sp>
        <p:sp>
          <p:nvSpPr>
            <p:cNvPr id="441" name="four:scalar-input:line:441">
              <a:extLst>
                <a:ext uri="{FF2B5EF4-FFF2-40B4-BE49-F238E27FC236}">
                  <ns2:creationId id="{78464F62-C382-41C2-A9A6-1736E5C782C6}"/>
                </a:ext>
              </a:extLst>
            </p:cNvPr>
            <p:cNvSpPr>
              <a:spLocks noGrp="1"/>
            </p:cNvSpPr>
            <p:nvPr/>
          </p:nvSpPr>
          <p:spPr>
            <a:xfrm>
              <a:off x="361950" y="2524125"/>
              <a:ext cx="2095500" cy="953"/>
            </a:xfrm>
            <a:custGeom>
              <a:pathLst>
                <a:path w="2095500" h="953">
                  <a:moveTo>
                    <a:pt x="0" y="0"/>
                  </a:moveTo>
                  <a:lnTo>
                    <a:pt x="2095500" y="0"/>
                  </a:lnTo>
                </a:path>
              </a:pathLst>
            </a:custGeom>
            <a:noFill/>
            <a:ln w="4286">
              <a:solidFill>
                <a:srgbClr val="7B8790">
                  <a:alpha val="35000"/>
                </a:srgbClr>
              </a:solidFill>
              <a:prstDash val="solid"/>
            </a:ln>
          </p:spPr>
        </p:sp>
        <p:sp>
          <p:nvSpPr>
            <p:cNvPr id="442" name="four:scalar-input:line:442">
              <a:extLst>
                <a:ext uri="{FF2B5EF4-FFF2-40B4-BE49-F238E27FC236}">
                  <ns2:creationId id="{E6DB1C0E-1241-403F-9BEF-7EA3E73354BC}"/>
                </a:ext>
              </a:extLst>
            </p:cNvPr>
            <p:cNvSpPr>
              <a:spLocks noGrp="1"/>
            </p:cNvSpPr>
            <p:nvPr/>
          </p:nvSpPr>
          <p:spPr>
            <a:xfrm>
              <a:off x="361950" y="2628900"/>
              <a:ext cx="2095500" cy="953"/>
            </a:xfrm>
            <a:custGeom>
              <a:pathLst>
                <a:path w="2095500" h="953">
                  <a:moveTo>
                    <a:pt x="0" y="0"/>
                  </a:moveTo>
                  <a:lnTo>
                    <a:pt x="2095500" y="0"/>
                  </a:lnTo>
                </a:path>
              </a:pathLst>
            </a:custGeom>
            <a:noFill/>
            <a:ln w="4286">
              <a:solidFill>
                <a:srgbClr val="7B8790">
                  <a:alpha val="35000"/>
                </a:srgbClr>
              </a:solidFill>
              <a:prstDash val="solid"/>
            </a:ln>
          </p:spPr>
        </p:sp>
        <p:sp>
          <p:nvSpPr>
            <p:cNvPr id="443" name="four:scalar-input:line:443">
              <a:extLst>
                <a:ext uri="{FF2B5EF4-FFF2-40B4-BE49-F238E27FC236}">
                  <ns2:creationId id="{8F527915-F701-4675-AB0D-48E12F9820AF}"/>
                </a:ext>
              </a:extLst>
            </p:cNvPr>
            <p:cNvSpPr>
              <a:spLocks noGrp="1"/>
            </p:cNvSpPr>
            <p:nvPr/>
          </p:nvSpPr>
          <p:spPr>
            <a:xfrm>
              <a:off x="361950" y="2733675"/>
              <a:ext cx="2095500" cy="953"/>
            </a:xfrm>
            <a:custGeom>
              <a:pathLst>
                <a:path w="2095500" h="953">
                  <a:moveTo>
                    <a:pt x="0" y="0"/>
                  </a:moveTo>
                  <a:lnTo>
                    <a:pt x="2095500" y="0"/>
                  </a:lnTo>
                </a:path>
              </a:pathLst>
            </a:custGeom>
            <a:noFill/>
            <a:ln w="4286">
              <a:solidFill>
                <a:srgbClr val="7B8790">
                  <a:alpha val="35000"/>
                </a:srgbClr>
              </a:solidFill>
              <a:prstDash val="solid"/>
            </a:ln>
          </p:spPr>
        </p:sp>
        <p:sp>
          <p:nvSpPr>
            <p:cNvPr id="444" name="four:scalar-input:line:444">
              <a:extLst>
                <a:ext uri="{FF2B5EF4-FFF2-40B4-BE49-F238E27FC236}">
                  <ns2:creationId id="{E8A4B2C0-CBB0-4569-A61E-CCFDDB3CFC9C}"/>
                </a:ext>
              </a:extLst>
            </p:cNvPr>
            <p:cNvSpPr>
              <a:spLocks noGrp="1"/>
            </p:cNvSpPr>
            <p:nvPr/>
          </p:nvSpPr>
          <p:spPr>
            <a:xfrm>
              <a:off x="361950" y="2838450"/>
              <a:ext cx="2095500" cy="953"/>
            </a:xfrm>
            <a:custGeom>
              <a:pathLst>
                <a:path w="2095500" h="953">
                  <a:moveTo>
                    <a:pt x="0" y="0"/>
                  </a:moveTo>
                  <a:lnTo>
                    <a:pt x="2095500" y="0"/>
                  </a:lnTo>
                </a:path>
              </a:pathLst>
            </a:custGeom>
            <a:noFill/>
            <a:ln w="4286">
              <a:solidFill>
                <a:srgbClr val="7B8790">
                  <a:alpha val="35000"/>
                </a:srgbClr>
              </a:solidFill>
              <a:prstDash val="solid"/>
            </a:ln>
          </p:spPr>
        </p:sp>
        <p:sp>
          <p:nvSpPr>
            <p:cNvPr id="445" name="four:scalar-input:line:445">
              <a:extLst>
                <a:ext uri="{FF2B5EF4-FFF2-40B4-BE49-F238E27FC236}">
                  <ns2:creationId id="{6A39966F-3BDB-402C-8D11-1E1E1A4B896D}"/>
                </a:ext>
              </a:extLst>
            </p:cNvPr>
            <p:cNvSpPr>
              <a:spLocks noGrp="1"/>
            </p:cNvSpPr>
            <p:nvPr/>
          </p:nvSpPr>
          <p:spPr>
            <a:xfrm>
              <a:off x="361950" y="2943225"/>
              <a:ext cx="2095500" cy="953"/>
            </a:xfrm>
            <a:custGeom>
              <a:pathLst>
                <a:path w="2095500" h="953">
                  <a:moveTo>
                    <a:pt x="0" y="0"/>
                  </a:moveTo>
                  <a:lnTo>
                    <a:pt x="2095500" y="0"/>
                  </a:lnTo>
                </a:path>
              </a:pathLst>
            </a:custGeom>
            <a:noFill/>
            <a:ln w="4286">
              <a:solidFill>
                <a:srgbClr val="7B8790">
                  <a:alpha val="35000"/>
                </a:srgbClr>
              </a:solidFill>
              <a:prstDash val="solid"/>
            </a:ln>
          </p:spPr>
        </p:sp>
        <p:sp>
          <p:nvSpPr>
            <p:cNvPr id="446" name="four:scalar-input:line:446">
              <a:extLst>
                <a:ext uri="{FF2B5EF4-FFF2-40B4-BE49-F238E27FC236}">
                  <ns2:creationId id="{B1E5ED14-95F1-4DBC-9B90-41C6CAFC927E}"/>
                </a:ext>
              </a:extLst>
            </p:cNvPr>
            <p:cNvSpPr>
              <a:spLocks noGrp="1"/>
            </p:cNvSpPr>
            <p:nvPr/>
          </p:nvSpPr>
          <p:spPr>
            <a:xfrm>
              <a:off x="361950" y="3048000"/>
              <a:ext cx="2095500" cy="953"/>
            </a:xfrm>
            <a:custGeom>
              <a:pathLst>
                <a:path w="2095500" h="953">
                  <a:moveTo>
                    <a:pt x="0" y="0"/>
                  </a:moveTo>
                  <a:lnTo>
                    <a:pt x="2095500" y="0"/>
                  </a:lnTo>
                </a:path>
              </a:pathLst>
            </a:custGeom>
            <a:noFill/>
            <a:ln w="4286">
              <a:solidFill>
                <a:srgbClr val="7B8790">
                  <a:alpha val="35000"/>
                </a:srgbClr>
              </a:solidFill>
              <a:prstDash val="solid"/>
            </a:ln>
          </p:spPr>
        </p:sp>
        <p:sp>
          <p:nvSpPr>
            <p:cNvPr id="447" name="four:scalar-input:line:447">
              <a:extLst>
                <a:ext uri="{FF2B5EF4-FFF2-40B4-BE49-F238E27FC236}">
                  <ns2:creationId id="{DE20B9AD-31F6-4727-8EE7-876523A68F7C}"/>
                </a:ext>
              </a:extLst>
            </p:cNvPr>
            <p:cNvSpPr>
              <a:spLocks noGrp="1"/>
            </p:cNvSpPr>
            <p:nvPr/>
          </p:nvSpPr>
          <p:spPr>
            <a:xfrm>
              <a:off x="361950" y="3152775"/>
              <a:ext cx="2095500" cy="953"/>
            </a:xfrm>
            <a:custGeom>
              <a:pathLst>
                <a:path w="2095500" h="953">
                  <a:moveTo>
                    <a:pt x="0" y="0"/>
                  </a:moveTo>
                  <a:lnTo>
                    <a:pt x="2095500" y="0"/>
                  </a:lnTo>
                </a:path>
              </a:pathLst>
            </a:custGeom>
            <a:noFill/>
            <a:ln w="4286">
              <a:solidFill>
                <a:srgbClr val="7B8790">
                  <a:alpha val="35000"/>
                </a:srgbClr>
              </a:solidFill>
              <a:prstDash val="solid"/>
            </a:ln>
          </p:spPr>
        </p:sp>
        <p:sp>
          <p:nvSpPr>
            <p:cNvPr id="448" name="four:scalar-input:line:448">
              <a:extLst>
                <a:ext uri="{FF2B5EF4-FFF2-40B4-BE49-F238E27FC236}">
                  <ns2:creationId id="{00243685-5D67-46BB-9EC5-1B1666C49180}"/>
                </a:ext>
              </a:extLst>
            </p:cNvPr>
            <p:cNvSpPr>
              <a:spLocks noGrp="1"/>
            </p:cNvSpPr>
            <p:nvPr/>
          </p:nvSpPr>
          <p:spPr>
            <a:xfrm>
              <a:off x="361950" y="3257550"/>
              <a:ext cx="2095500" cy="953"/>
            </a:xfrm>
            <a:custGeom>
              <a:pathLst>
                <a:path w="2095500" h="953">
                  <a:moveTo>
                    <a:pt x="0" y="0"/>
                  </a:moveTo>
                  <a:lnTo>
                    <a:pt x="2095500" y="0"/>
                  </a:lnTo>
                </a:path>
              </a:pathLst>
            </a:custGeom>
            <a:noFill/>
            <a:ln w="4286">
              <a:solidFill>
                <a:srgbClr val="7B8790">
                  <a:alpha val="35000"/>
                </a:srgbClr>
              </a:solidFill>
              <a:prstDash val="solid"/>
            </a:ln>
          </p:spPr>
        </p:sp>
        <p:sp>
          <p:nvSpPr>
            <p:cNvPr id="449" name="four:scalar-input:line:449">
              <a:extLst>
                <a:ext uri="{FF2B5EF4-FFF2-40B4-BE49-F238E27FC236}">
                  <ns2:creationId id="{20B3DA0A-2222-4DA1-A208-EAF801D5B3C0}"/>
                </a:ext>
              </a:extLst>
            </p:cNvPr>
            <p:cNvSpPr>
              <a:spLocks noGrp="1"/>
            </p:cNvSpPr>
            <p:nvPr/>
          </p:nvSpPr>
          <p:spPr>
            <a:xfrm>
              <a:off x="361950" y="3362325"/>
              <a:ext cx="2095500" cy="953"/>
            </a:xfrm>
            <a:custGeom>
              <a:pathLst>
                <a:path w="2095500" h="953">
                  <a:moveTo>
                    <a:pt x="0" y="0"/>
                  </a:moveTo>
                  <a:lnTo>
                    <a:pt x="2095500" y="0"/>
                  </a:lnTo>
                </a:path>
              </a:pathLst>
            </a:custGeom>
            <a:noFill/>
            <a:ln w="4286">
              <a:solidFill>
                <a:srgbClr val="7B8790">
                  <a:alpha val="35000"/>
                </a:srgbClr>
              </a:solidFill>
              <a:prstDash val="solid"/>
            </a:ln>
          </p:spPr>
        </p:sp>
        <p:sp>
          <p:nvSpPr>
            <p:cNvPr id="450" name="four:scalar-input:line:450">
              <a:extLst>
                <a:ext uri="{FF2B5EF4-FFF2-40B4-BE49-F238E27FC236}">
                  <ns2:creationId id="{4663BC96-A50C-4508-B70F-30DF4CCED017}"/>
                </a:ext>
              </a:extLst>
            </p:cNvPr>
            <p:cNvSpPr>
              <a:spLocks noGrp="1"/>
            </p:cNvSpPr>
            <p:nvPr/>
          </p:nvSpPr>
          <p:spPr>
            <a:xfrm>
              <a:off x="361950" y="3467100"/>
              <a:ext cx="2095500" cy="953"/>
            </a:xfrm>
            <a:custGeom>
              <a:pathLst>
                <a:path w="2095500" h="953">
                  <a:moveTo>
                    <a:pt x="0" y="0"/>
                  </a:moveTo>
                  <a:lnTo>
                    <a:pt x="2095500" y="0"/>
                  </a:lnTo>
                </a:path>
              </a:pathLst>
            </a:custGeom>
            <a:noFill/>
            <a:ln w="4286">
              <a:solidFill>
                <a:srgbClr val="7B8790">
                  <a:alpha val="35000"/>
                </a:srgbClr>
              </a:solidFill>
              <a:prstDash val="solid"/>
            </a:ln>
          </p:spPr>
        </p:sp>
        <p:sp>
          <p:nvSpPr>
            <p:cNvPr id="451" name="four:scalar-input:line:451">
              <a:extLst>
                <a:ext uri="{FF2B5EF4-FFF2-40B4-BE49-F238E27FC236}">
                  <ns2:creationId id="{D68E1822-3343-4008-B060-0AC363962A1D}"/>
                </a:ext>
              </a:extLst>
            </p:cNvPr>
            <p:cNvSpPr>
              <a:spLocks noGrp="1"/>
            </p:cNvSpPr>
            <p:nvPr/>
          </p:nvSpPr>
          <p:spPr>
            <a:xfrm>
              <a:off x="361950" y="3571875"/>
              <a:ext cx="2095500" cy="953"/>
            </a:xfrm>
            <a:custGeom>
              <a:pathLst>
                <a:path w="2095500" h="953">
                  <a:moveTo>
                    <a:pt x="0" y="0"/>
                  </a:moveTo>
                  <a:lnTo>
                    <a:pt x="2095500" y="0"/>
                  </a:lnTo>
                </a:path>
              </a:pathLst>
            </a:custGeom>
            <a:noFill/>
            <a:ln w="4286">
              <a:solidFill>
                <a:srgbClr val="7B8790">
                  <a:alpha val="35000"/>
                </a:srgbClr>
              </a:solidFill>
              <a:prstDash val="solid"/>
            </a:ln>
          </p:spPr>
        </p:sp>
        <p:sp>
          <p:nvSpPr>
            <p:cNvPr id="452" name="four:scalar-input:line:452">
              <a:extLst>
                <a:ext uri="{FF2B5EF4-FFF2-40B4-BE49-F238E27FC236}">
                  <ns2:creationId id="{A24E347B-A69D-41C8-AF09-ED5300799DEB}"/>
                </a:ext>
              </a:extLst>
            </p:cNvPr>
            <p:cNvSpPr>
              <a:spLocks noGrp="1"/>
            </p:cNvSpPr>
            <p:nvPr/>
          </p:nvSpPr>
          <p:spPr>
            <a:xfrm>
              <a:off x="361950" y="3676650"/>
              <a:ext cx="2095500" cy="953"/>
            </a:xfrm>
            <a:custGeom>
              <a:pathLst>
                <a:path w="2095500" h="953">
                  <a:moveTo>
                    <a:pt x="0" y="0"/>
                  </a:moveTo>
                  <a:lnTo>
                    <a:pt x="2095500" y="0"/>
                  </a:lnTo>
                </a:path>
              </a:pathLst>
            </a:custGeom>
            <a:noFill/>
            <a:ln w="4286">
              <a:solidFill>
                <a:srgbClr val="7B8790">
                  <a:alpha val="35000"/>
                </a:srgbClr>
              </a:solidFill>
              <a:prstDash val="solid"/>
            </a:ln>
          </p:spPr>
        </p:sp>
        <p:sp>
          <p:nvSpPr>
            <p:cNvPr id="453" name="four:scalar-input:line:453">
              <a:extLst>
                <a:ext uri="{FF2B5EF4-FFF2-40B4-BE49-F238E27FC236}">
                  <ns2:creationId id="{9208CCB9-4C8D-4AC0-AAEB-ADF0C7CF75F0}"/>
                </a:ext>
              </a:extLst>
            </p:cNvPr>
            <p:cNvSpPr>
              <a:spLocks noGrp="1"/>
            </p:cNvSpPr>
            <p:nvPr/>
          </p:nvSpPr>
          <p:spPr>
            <a:xfrm>
              <a:off x="361950" y="3781425"/>
              <a:ext cx="2095500" cy="953"/>
            </a:xfrm>
            <a:custGeom>
              <a:pathLst>
                <a:path w="2095500" h="953">
                  <a:moveTo>
                    <a:pt x="0" y="0"/>
                  </a:moveTo>
                  <a:lnTo>
                    <a:pt x="2095500" y="0"/>
                  </a:lnTo>
                </a:path>
              </a:pathLst>
            </a:custGeom>
            <a:noFill/>
            <a:ln w="4286">
              <a:solidFill>
                <a:srgbClr val="7B8790">
                  <a:alpha val="35000"/>
                </a:srgbClr>
              </a:solidFill>
              <a:prstDash val="solid"/>
            </a:ln>
          </p:spPr>
        </p:sp>
        <p:sp>
          <p:nvSpPr>
            <p:cNvPr id="454" name="four:scalar-input:line:454">
              <a:extLst>
                <a:ext uri="{FF2B5EF4-FFF2-40B4-BE49-F238E27FC236}">
                  <ns2:creationId id="{6F4A534C-0DF0-444B-BA6E-FC4A63EA20CB}"/>
                </a:ext>
              </a:extLst>
            </p:cNvPr>
            <p:cNvSpPr>
              <a:spLocks noGrp="1"/>
            </p:cNvSpPr>
            <p:nvPr/>
          </p:nvSpPr>
          <p:spPr>
            <a:xfrm>
              <a:off x="361950" y="3886200"/>
              <a:ext cx="2095500" cy="953"/>
            </a:xfrm>
            <a:custGeom>
              <a:pathLst>
                <a:path w="2095500" h="953">
                  <a:moveTo>
                    <a:pt x="0" y="0"/>
                  </a:moveTo>
                  <a:lnTo>
                    <a:pt x="2095500" y="0"/>
                  </a:lnTo>
                </a:path>
              </a:pathLst>
            </a:custGeom>
            <a:noFill/>
            <a:ln w="4286">
              <a:solidFill>
                <a:srgbClr val="7B8790">
                  <a:alpha val="35000"/>
                </a:srgbClr>
              </a:solidFill>
              <a:prstDash val="solid"/>
            </a:ln>
          </p:spPr>
        </p:sp>
        <p:sp>
          <p:nvSpPr>
            <p:cNvPr id="455" name="four:scalar-input:line:455">
              <a:extLst>
                <a:ext uri="{FF2B5EF4-FFF2-40B4-BE49-F238E27FC236}">
                  <ns2:creationId id="{D44A7122-DCCC-4041-87B1-72E86079AC2A}"/>
                </a:ext>
              </a:extLst>
            </p:cNvPr>
            <p:cNvSpPr>
              <a:spLocks noGrp="1"/>
            </p:cNvSpPr>
            <p:nvPr/>
          </p:nvSpPr>
          <p:spPr>
            <a:xfrm>
              <a:off x="361950" y="3990975"/>
              <a:ext cx="2095500" cy="953"/>
            </a:xfrm>
            <a:custGeom>
              <a:pathLst>
                <a:path w="2095500" h="953">
                  <a:moveTo>
                    <a:pt x="0" y="0"/>
                  </a:moveTo>
                  <a:lnTo>
                    <a:pt x="2095500" y="0"/>
                  </a:lnTo>
                </a:path>
              </a:pathLst>
            </a:custGeom>
            <a:noFill/>
            <a:ln w="4286">
              <a:solidFill>
                <a:srgbClr val="7B8790">
                  <a:alpha val="35000"/>
                </a:srgbClr>
              </a:solidFill>
              <a:prstDash val="solid"/>
            </a:ln>
          </p:spPr>
        </p:sp>
        <p:sp>
          <p:nvSpPr>
            <p:cNvPr id="456" name="four:scalar-input:grid-border:456">
              <a:extLst>
                <a:ext uri="{FF2B5EF4-FFF2-40B4-BE49-F238E27FC236}">
                  <ns2:creationId id="{ADF6112E-76CD-47CC-9D65-AA63E6F8C368}"/>
                </a:ext>
              </a:extLst>
            </p:cNvPr>
            <p:cNvSpPr>
              <a:spLocks noGrp="1"/>
            </p:cNvSpPr>
            <p:nvPr/>
          </p:nvSpPr>
          <p:spPr>
            <a:xfrm>
              <a:off x="361950" y="2105025"/>
              <a:ext cx="2095500" cy="1885950"/>
            </a:xfrm>
            <a:prstGeom prst="rect">
              <a:avLst/>
            </a:prstGeom>
            <a:noFill/>
            <a:ln w="11906">
              <a:solidFill>
                <a:srgbClr val="263238"/>
              </a:solidFill>
              <a:prstDash val="solid"/>
            </a:ln>
          </p:spPr>
        </p:sp>
        <p:sp>
          <p:nvSpPr>
            <p:cNvPr id="457" name="four:scalar-input:regular-node:457">
              <a:extLst>
                <a:ext uri="{FF2B5EF4-FFF2-40B4-BE49-F238E27FC236}">
                  <ns2:creationId id="{8D6FF616-8504-4E2A-8E17-44A0A81312C7}"/>
                </a:ext>
              </a:extLst>
            </p:cNvPr>
            <p:cNvSpPr>
              <a:spLocks noGrp="1"/>
            </p:cNvSpPr>
            <p:nvPr/>
          </p:nvSpPr>
          <p:spPr>
            <a:xfrm>
              <a:off x="460095" y="2851013"/>
              <a:ext cx="49530" cy="49530"/>
            </a:xfrm>
            <a:prstGeom prst="ellipse">
              <a:avLst/>
            </a:prstGeom>
            <a:solidFill>
              <a:srgbClr val="263238"/>
            </a:solidFill>
            <a:ln w="0">
              <a:noFill/>
              <a:prstDash val="solid"/>
            </a:ln>
          </p:spPr>
        </p:sp>
        <p:sp>
          <p:nvSpPr>
            <p:cNvPr id="458" name="four:scalar-input:regular-node:458">
              <a:extLst>
                <a:ext uri="{FF2B5EF4-FFF2-40B4-BE49-F238E27FC236}">
                  <ns2:creationId id="{04A01689-A73A-4B9E-B7D4-49C5E4E4AD6C}"/>
                </a:ext>
              </a:extLst>
            </p:cNvPr>
            <p:cNvSpPr>
              <a:spLocks noGrp="1"/>
            </p:cNvSpPr>
            <p:nvPr/>
          </p:nvSpPr>
          <p:spPr>
            <a:xfrm>
              <a:off x="1917281" y="2321146"/>
              <a:ext cx="49530" cy="49530"/>
            </a:xfrm>
            <a:prstGeom prst="ellipse">
              <a:avLst/>
            </a:prstGeom>
            <a:solidFill>
              <a:srgbClr val="263238"/>
            </a:solidFill>
            <a:ln w="0">
              <a:noFill/>
              <a:prstDash val="solid"/>
            </a:ln>
          </p:spPr>
        </p:sp>
        <p:sp>
          <p:nvSpPr>
            <p:cNvPr id="459" name="four:scalar-input:regular-node:459">
              <a:extLst>
                <a:ext uri="{FF2B5EF4-FFF2-40B4-BE49-F238E27FC236}">
                  <ns2:creationId id="{77679DA7-460F-479D-9E26-1B086D320C6A}"/>
                </a:ext>
              </a:extLst>
            </p:cNvPr>
            <p:cNvSpPr>
              <a:spLocks noGrp="1"/>
            </p:cNvSpPr>
            <p:nvPr/>
          </p:nvSpPr>
          <p:spPr>
            <a:xfrm>
              <a:off x="1381928" y="3645847"/>
              <a:ext cx="49530" cy="49530"/>
            </a:xfrm>
            <a:prstGeom prst="ellipse">
              <a:avLst/>
            </a:prstGeom>
            <a:solidFill>
              <a:srgbClr val="263238"/>
            </a:solidFill>
            <a:ln w="0">
              <a:noFill/>
              <a:prstDash val="solid"/>
            </a:ln>
          </p:spPr>
        </p:sp>
        <p:sp>
          <p:nvSpPr>
            <p:cNvPr id="460" name="four:scalar-input:regular-node:460">
              <a:extLst>
                <a:ext uri="{FF2B5EF4-FFF2-40B4-BE49-F238E27FC236}">
                  <ns2:creationId id="{A6C4329D-2619-4231-B84B-3CE9EEBAB237}"/>
                </a:ext>
              </a:extLst>
            </p:cNvPr>
            <p:cNvSpPr>
              <a:spLocks noGrp="1"/>
            </p:cNvSpPr>
            <p:nvPr/>
          </p:nvSpPr>
          <p:spPr>
            <a:xfrm>
              <a:off x="1867657" y="3469225"/>
              <a:ext cx="49530" cy="49530"/>
            </a:xfrm>
            <a:prstGeom prst="ellipse">
              <a:avLst/>
            </a:prstGeom>
            <a:solidFill>
              <a:srgbClr val="263238"/>
            </a:solidFill>
            <a:ln w="0">
              <a:noFill/>
              <a:prstDash val="solid"/>
            </a:ln>
          </p:spPr>
        </p:sp>
        <p:sp>
          <p:nvSpPr>
            <p:cNvPr id="461" name="four:scalar-input:line:461">
              <a:extLst>
                <a:ext uri="{FF2B5EF4-FFF2-40B4-BE49-F238E27FC236}">
                  <ns2:creationId id="{50CBDD45-6C37-40B6-BFE7-5378699A0303}"/>
                </a:ext>
              </a:extLst>
            </p:cNvPr>
            <p:cNvSpPr>
              <a:spLocks noGrp="1"/>
            </p:cNvSpPr>
            <p:nvPr/>
          </p:nvSpPr>
          <p:spPr>
            <a:xfrm>
              <a:off x="428625" y="1790700"/>
              <a:ext cx="190500" cy="228600"/>
            </a:xfrm>
            <a:custGeom>
              <a:pathLst>
                <a:path w="190500" h="228600">
                  <a:moveTo>
                    <a:pt x="0" y="228600"/>
                  </a:moveTo>
                  <a:lnTo>
                    <a:pt x="190500" y="0"/>
                  </a:lnTo>
                </a:path>
              </a:pathLst>
            </a:custGeom>
            <a:noFill/>
            <a:ln w="15240">
              <a:solidFill>
                <a:srgbClr val="263238"/>
              </a:solidFill>
              <a:prstDash val="solid"/>
            </a:ln>
          </p:spPr>
        </p:sp>
        <p:sp>
          <p:nvSpPr>
            <p:cNvPr id="462" name="four:scalar-input:polygon:462">
              <a:extLst>
                <a:ext uri="{FF2B5EF4-FFF2-40B4-BE49-F238E27FC236}">
                  <ns2:creationId id="{85BF9C6F-3813-48C6-99C5-E605EAA1DA1F}"/>
                </a:ext>
              </a:extLst>
            </p:cNvPr>
            <p:cNvSpPr>
              <a:spLocks noGrp="1"/>
            </p:cNvSpPr>
            <p:nvPr/>
          </p:nvSpPr>
          <p:spPr>
            <a:xfrm>
              <a:off x="535927" y="1790700"/>
              <a:ext cx="83198" cy="89454"/>
            </a:xfrm>
            <a:custGeom>
              <a:pathLst>
                <a:path w="83198" h="89454">
                  <a:moveTo>
                    <a:pt x="83198" y="0"/>
                  </a:moveTo>
                  <a:lnTo>
                    <a:pt x="0" y="42257"/>
                  </a:lnTo>
                  <a:lnTo>
                    <a:pt x="56636" y="89454"/>
                  </a:lnTo>
                  <a:close/>
                </a:path>
              </a:pathLst>
            </a:custGeom>
            <a:solidFill>
              <a:srgbClr val="263238"/>
            </a:solidFill>
            <a:ln w="0">
              <a:noFill/>
              <a:prstDash val="solid"/>
            </a:ln>
          </p:spPr>
        </p:sp>
        <p:sp>
          <p:nvSpPr>
            <p:cNvPr id="463" name="four:scalar-input:textbox:463">
              <a:extLst>
                <a:ext uri="{FF2B5EF4-FFF2-40B4-BE49-F238E27FC236}">
                  <ns2:creationId id="{BC00A6EB-1BFF-4F09-B415-D827F64FCF48}"/>
                </a:ext>
              </a:extLst>
            </p:cNvPr>
            <p:cNvSpPr>
              <a:spLocks noGrp="1"/>
            </p:cNvSpPr>
            <p:nvPr/>
          </p:nvSpPr>
          <p:spPr>
            <a:xfrm>
              <a:off x="304800" y="1714500"/>
              <a:ext cx="171450" cy="342900"/>
            </a:xfrm>
            <a:prstGeom prst="rect">
              <a:avLst/>
            </a:prstGeom>
            <a:noFill/>
            <a:ln w="0">
              <a:noFill/>
              <a:prstDash val="solid"/>
            </a:ln>
          </p:spPr>
          <p:txBody>
            <a:bodyPr wrap="none" lIns="0" tIns="0" rIns="0" bIns="0" anchor="ctr">
              <a:normAutofit fontScale="100000"/>
            </a:bodyPr>
            <a:lstStyle>
              <a:defPPr algn="ctr">
                <a:defRPr sz="1725" b="0">
                  <a:solidFill>
                    <a:srgbClr val="263238"/>
                  </a:solidFill>
                  <a:latin typeface="Arial"/>
                  <a:ea typeface="Arial"/>
                  <a:cs typeface="Arial"/>
                </a:defRPr>
              </a:defPPr>
            </a:lstStyle>
            <a:p>
              <a:pPr algn="ctr">
                <a:defRPr sz="1725" b="0">
                  <a:solidFill>
                    <a:srgbClr val="263238"/>
                  </a:solidFill>
                  <a:latin typeface="Arial"/>
                  <a:ea typeface="Arial"/>
                  <a:cs typeface="Arial"/>
                </a:defRPr>
              </a:pPr>
              <a:r>
                <a:rPr sz="1725" b="0">
                  <a:solidFill>
                    <a:srgbClr val="263238"/>
                  </a:solidFill>
                  <a:latin typeface="Arial"/>
                  <a:ea typeface="Arial"/>
                  <a:cs typeface="Arial"/>
                </a:rPr>
                <a:t>t</a:t>
              </a:r>
            </a:p>
          </p:txBody>
        </p:sp>
      </p:grpSp>
      <p:grpSp>
        <p:nvGrpSpPr>
          <p:cNvPr id="3177" name="topology-swaps"/>
          <p:cNvGrpSpPr/>
          <p:nvPr/>
        </p:nvGrpSpPr>
        <p:grpSpPr>
          <a:xfrm>
            <a:off x="0" y="0"/>
            <a:ext cx="24955500" cy="8572500"/>
            <a:chOff x="0" y="0"/>
            <a:chExt cx="24955500" cy="8572500"/>
          </a:xfrm>
        </p:grpSpPr>
        <p:sp>
          <p:nvSpPr>
            <p:cNvPr id="464" name="four:topology-swaps:textbox:464">
              <a:extLst>
                <a:ext uri="{FF2B5EF4-FFF2-40B4-BE49-F238E27FC236}">
                  <ns2:creationId id="{5471E43B-6417-49CC-B562-E69FB0EA77DE}"/>
                </a:ext>
              </a:extLst>
            </p:cNvPr>
            <p:cNvSpPr>
              <a:spLocks noGrp="1"/>
            </p:cNvSpPr>
            <p:nvPr/>
          </p:nvSpPr>
          <p:spPr>
            <a:xfrm>
              <a:off x="3371850" y="4371975"/>
              <a:ext cx="4352925" cy="304800"/>
            </a:xfrm>
            <a:prstGeom prst="rect">
              <a:avLst/>
            </a:prstGeom>
            <a:noFill/>
            <a:ln w="0">
              <a:noFill/>
              <a:prstDash val="solid"/>
            </a:ln>
          </p:spPr>
          <p:txBody>
            <a:bodyPr wrap="none" lIns="0" tIns="0" rIns="0" bIns="0" anchor="ctr">
              <a:normAutofit fontScale="100000"/>
            </a:bodyPr>
            <a:lstStyle>
              <a:defPPr algn="l">
                <a:defRPr sz="1800" b="1">
                  <a:solidFill>
                    <a:srgbClr val="263238"/>
                  </a:solidFill>
                  <a:latin typeface="Arial"/>
                  <a:ea typeface="Arial"/>
                  <a:cs typeface="Arial"/>
                </a:defRPr>
              </a:defPPr>
            </a:lstStyle>
            <a:p>
              <a:pPr algn="l">
                <a:defRPr sz="1800" b="1">
                  <a:solidFill>
                    <a:srgbClr val="263238"/>
                  </a:solidFill>
                  <a:latin typeface="Arial"/>
                  <a:ea typeface="Arial"/>
                  <a:cs typeface="Arial"/>
                </a:defRPr>
              </a:pPr>
              <a:r>
                <a:rPr sz="1800" b="1">
                  <a:solidFill>
                    <a:srgbClr val="263238"/>
                  </a:solidFill>
                  <a:latin typeface="Arial"/>
                  <a:ea typeface="Arial"/>
                  <a:cs typeface="Arial"/>
                </a:rPr>
                <a:t>Topology-preserving reordering</a:t>
              </a:r>
            </a:p>
          </p:txBody>
        </p:sp>
        <p:sp>
          <p:nvSpPr>
            <p:cNvPr id="465" name="four:topology-swaps:textbox:465">
              <a:extLst>
                <a:ext uri="{FF2B5EF4-FFF2-40B4-BE49-F238E27FC236}">
                  <ns2:creationId id="{FBF8CFFE-27B2-440F-BEE4-4795252E43C3}"/>
                </a:ext>
              </a:extLst>
            </p:cNvPr>
            <p:cNvSpPr>
              <a:spLocks noGrp="1"/>
            </p:cNvSpPr>
            <p:nvPr/>
          </p:nvSpPr>
          <p:spPr>
            <a:xfrm>
              <a:off x="3352800" y="4724400"/>
              <a:ext cx="1876425" cy="257175"/>
            </a:xfrm>
            <a:prstGeom prst="rect">
              <a:avLst/>
            </a:prstGeom>
            <a:noFill/>
            <a:ln w="0">
              <a:noFill/>
              <a:prstDash val="solid"/>
            </a:ln>
          </p:spPr>
          <p:txBody>
            <a:bodyPr wrap="none" lIns="0" tIns="0" rIns="0" bIns="0" anchor="ctr">
              <a:normAutofit fontScale="100000"/>
            </a:bodyPr>
            <a:lstStyle>
              <a:defPPr algn="ctr">
                <a:defRPr sz="1575" b="0">
                  <a:solidFill>
                    <a:srgbClr val="7B8790"/>
                  </a:solidFill>
                  <a:latin typeface="Arial"/>
                  <a:ea typeface="Arial"/>
                  <a:cs typeface="Arial"/>
                </a:defRPr>
              </a:defPPr>
            </a:lstStyle>
            <a:p>
              <a:pPr algn="ctr">
                <a:defRPr sz="1575" b="0">
                  <a:solidFill>
                    <a:srgbClr val="7B8790"/>
                  </a:solidFill>
                  <a:latin typeface="Arial"/>
                  <a:ea typeface="Arial"/>
                  <a:cs typeface="Arial"/>
                </a:defRPr>
              </a:pPr>
              <a:r>
                <a:rPr sz="1575" b="0">
                  <a:solidFill>
                    <a:srgbClr val="7B8790"/>
                  </a:solidFill>
                  <a:latin typeface="Arial"/>
                  <a:ea typeface="Arial"/>
                  <a:cs typeface="Arial"/>
                </a:rPr>
                <a:t>Initial</a:t>
              </a:r>
            </a:p>
          </p:txBody>
        </p:sp>
        <p:sp>
          <p:nvSpPr>
            <p:cNvPr id="466" name="four:topology-swaps:textbox:466">
              <a:extLst>
                <a:ext uri="{FF2B5EF4-FFF2-40B4-BE49-F238E27FC236}">
                  <ns2:creationId id="{22F961C7-95A2-4580-85C7-E662C49C7CB6}"/>
                </a:ext>
              </a:extLst>
            </p:cNvPr>
            <p:cNvSpPr>
              <a:spLocks noGrp="1"/>
            </p:cNvSpPr>
            <p:nvPr/>
          </p:nvSpPr>
          <p:spPr>
            <a:xfrm>
              <a:off x="5915025" y="4724400"/>
              <a:ext cx="1876425" cy="257175"/>
            </a:xfrm>
            <a:prstGeom prst="rect">
              <a:avLst/>
            </a:prstGeom>
            <a:noFill/>
            <a:ln w="0">
              <a:noFill/>
              <a:prstDash val="solid"/>
            </a:ln>
          </p:spPr>
          <p:txBody>
            <a:bodyPr wrap="none" lIns="0" tIns="0" rIns="0" bIns="0" anchor="ctr">
              <a:normAutofit fontScale="100000"/>
            </a:bodyPr>
            <a:lstStyle>
              <a:defPPr algn="ctr">
                <a:defRPr sz="1575" b="0">
                  <a:solidFill>
                    <a:srgbClr val="7B8790"/>
                  </a:solidFill>
                  <a:latin typeface="Arial"/>
                  <a:ea typeface="Arial"/>
                  <a:cs typeface="Arial"/>
                </a:defRPr>
              </a:defPPr>
            </a:lstStyle>
            <a:p>
              <a:pPr algn="ctr">
                <a:defRPr sz="1575" b="0">
                  <a:solidFill>
                    <a:srgbClr val="7B8790"/>
                  </a:solidFill>
                  <a:latin typeface="Arial"/>
                  <a:ea typeface="Arial"/>
                  <a:cs typeface="Arial"/>
                </a:defRPr>
              </a:pPr>
              <a:r>
                <a:rPr sz="1575" b="0">
                  <a:solidFill>
                    <a:srgbClr val="7B8790"/>
                  </a:solidFill>
                  <a:latin typeface="Arial"/>
                  <a:ea typeface="Arial"/>
                  <a:cs typeface="Arial"/>
                </a:rPr>
                <a:t>Best under T</a:t>
              </a:r>
            </a:p>
          </p:txBody>
        </p:sp>
        <p:sp>
          <p:nvSpPr>
            <p:cNvPr id="467" name="four:topology-swaps:line:467">
              <a:extLst>
                <a:ext uri="{FF2B5EF4-FFF2-40B4-BE49-F238E27FC236}">
                  <ns2:creationId id="{2E339F5D-A65D-488B-8EC6-3F3732BF8AE3}"/>
                </a:ext>
              </a:extLst>
            </p:cNvPr>
            <p:cNvSpPr>
              <a:spLocks noGrp="1"/>
            </p:cNvSpPr>
            <p:nvPr/>
          </p:nvSpPr>
          <p:spPr>
            <a:xfrm>
              <a:off x="4373880" y="5086350"/>
              <a:ext cx="953" cy="282892"/>
            </a:xfrm>
            <a:custGeom>
              <a:pathLst>
                <a:path w="953" h="282892">
                  <a:moveTo>
                    <a:pt x="0" y="58424"/>
                  </a:moveTo>
                  <a:lnTo>
                    <a:pt x="0" y="224469"/>
                  </a:lnTo>
                </a:path>
              </a:pathLst>
            </a:custGeom>
            <a:noFill/>
            <a:ln w="10478">
              <a:solidFill>
                <a:srgbClr val="263238"/>
              </a:solidFill>
              <a:prstDash val="solid"/>
            </a:ln>
          </p:spPr>
        </p:sp>
        <p:sp>
          <p:nvSpPr>
            <p:cNvPr id="468" name="four:topology-swaps:regular-node:468">
              <a:extLst>
                <a:ext uri="{FF2B5EF4-FFF2-40B4-BE49-F238E27FC236}">
                  <ns2:creationId id="{713BE198-09D0-4B02-83DB-27FE054E42EF}"/>
                </a:ext>
              </a:extLst>
            </p:cNvPr>
            <p:cNvSpPr>
              <a:spLocks noGrp="1"/>
            </p:cNvSpPr>
            <p:nvPr/>
          </p:nvSpPr>
          <p:spPr>
            <a:xfrm>
              <a:off x="4356135" y="5174240"/>
              <a:ext cx="35490" cy="35490"/>
            </a:xfrm>
            <a:prstGeom prst="ellipse">
              <a:avLst/>
            </a:prstGeom>
            <a:solidFill>
              <a:srgbClr val="DCE8ED"/>
            </a:solidFill>
            <a:ln w="6668">
              <a:solidFill>
                <a:srgbClr val="263238"/>
              </a:solidFill>
              <a:prstDash val="solid"/>
            </a:ln>
          </p:spPr>
        </p:sp>
        <p:sp>
          <p:nvSpPr>
            <p:cNvPr id="469" name="four:topology-swaps:regular-node:469">
              <a:extLst>
                <a:ext uri="{FF2B5EF4-FFF2-40B4-BE49-F238E27FC236}">
                  <ns2:creationId id="{CD57C8F5-F28E-4B75-8D35-4AA851D42F03}"/>
                </a:ext>
              </a:extLst>
            </p:cNvPr>
            <p:cNvSpPr>
              <a:spLocks noGrp="1"/>
            </p:cNvSpPr>
            <p:nvPr/>
          </p:nvSpPr>
          <p:spPr>
            <a:xfrm>
              <a:off x="4356135" y="5245863"/>
              <a:ext cx="35490" cy="35490"/>
            </a:xfrm>
            <a:prstGeom prst="ellipse">
              <a:avLst/>
            </a:prstGeom>
            <a:solidFill>
              <a:srgbClr val="DCE8ED"/>
            </a:solidFill>
            <a:ln w="6668">
              <a:solidFill>
                <a:srgbClr val="263238"/>
              </a:solidFill>
              <a:prstDash val="solid"/>
            </a:ln>
          </p:spPr>
        </p:sp>
        <p:sp>
          <p:nvSpPr>
            <p:cNvPr id="470" name="four:topology-swaps:critical-node:470">
              <a:extLst>
                <a:ext uri="{FF2B5EF4-FFF2-40B4-BE49-F238E27FC236}">
                  <ns2:creationId id="{D122837D-40C4-4A79-B566-68C844811321}"/>
                </a:ext>
              </a:extLst>
            </p:cNvPr>
            <p:cNvSpPr>
              <a:spLocks noGrp="1"/>
            </p:cNvSpPr>
            <p:nvPr/>
          </p:nvSpPr>
          <p:spPr>
            <a:xfrm>
              <a:off x="4322124" y="5034594"/>
              <a:ext cx="103513" cy="103513"/>
            </a:xfrm>
            <a:prstGeom prst="diamond">
              <a:avLst/>
            </a:prstGeom>
            <a:solidFill>
              <a:srgbClr val="DCE8ED"/>
            </a:solidFill>
            <a:ln w="10478">
              <a:solidFill>
                <a:srgbClr val="263238"/>
              </a:solidFill>
              <a:prstDash val="solid"/>
            </a:ln>
          </p:spPr>
        </p:sp>
        <p:sp>
          <p:nvSpPr>
            <p:cNvPr id="471" name="four:topology-swaps:critical-node:471">
              <a:extLst>
                <a:ext uri="{FF2B5EF4-FFF2-40B4-BE49-F238E27FC236}">
                  <ns2:creationId id="{D70F1B56-85D3-4212-9F9B-CA514EADD0DA}"/>
                </a:ext>
              </a:extLst>
            </p:cNvPr>
            <p:cNvSpPr>
              <a:spLocks noGrp="1"/>
            </p:cNvSpPr>
            <p:nvPr/>
          </p:nvSpPr>
          <p:spPr>
            <a:xfrm>
              <a:off x="4322124" y="5317486"/>
              <a:ext cx="103513" cy="103513"/>
            </a:xfrm>
            <a:prstGeom prst="diamond">
              <a:avLst/>
            </a:prstGeom>
            <a:solidFill>
              <a:srgbClr val="DCE8ED"/>
            </a:solidFill>
            <a:ln w="10478">
              <a:solidFill>
                <a:srgbClr val="263238"/>
              </a:solidFill>
              <a:prstDash val="solid"/>
            </a:ln>
          </p:spPr>
        </p:sp>
        <p:sp>
          <p:nvSpPr>
            <p:cNvPr id="472" name="four:topology-swaps:line:472">
              <a:extLst>
                <a:ext uri="{FF2B5EF4-FFF2-40B4-BE49-F238E27FC236}">
                  <ns2:creationId id="{D266E1B0-2C4E-4521-835A-3835B5590EDE}"/>
                </a:ext>
              </a:extLst>
            </p:cNvPr>
            <p:cNvSpPr>
              <a:spLocks noGrp="1"/>
            </p:cNvSpPr>
            <p:nvPr/>
          </p:nvSpPr>
          <p:spPr>
            <a:xfrm>
              <a:off x="3870960" y="5369243"/>
              <a:ext cx="1005840" cy="953"/>
            </a:xfrm>
            <a:custGeom>
              <a:pathLst>
                <a:path w="1005840" h="953">
                  <a:moveTo>
                    <a:pt x="0" y="0"/>
                  </a:moveTo>
                  <a:lnTo>
                    <a:pt x="444496" y="0"/>
                  </a:lnTo>
                  <a:moveTo>
                    <a:pt x="561344" y="0"/>
                  </a:moveTo>
                  <a:lnTo>
                    <a:pt x="1005840" y="0"/>
                  </a:lnTo>
                </a:path>
              </a:pathLst>
            </a:custGeom>
            <a:noFill/>
            <a:ln w="10478">
              <a:solidFill>
                <a:srgbClr val="263238"/>
              </a:solidFill>
              <a:prstDash val="solid"/>
            </a:ln>
          </p:spPr>
        </p:sp>
        <p:sp>
          <p:nvSpPr>
            <p:cNvPr id="473" name="four:topology-swaps:line:473">
              <a:extLst>
                <a:ext uri="{FF2B5EF4-FFF2-40B4-BE49-F238E27FC236}">
                  <ns2:creationId id="{874CB9E8-E8ED-4221-8437-FF5383BC727A}"/>
                </a:ext>
              </a:extLst>
            </p:cNvPr>
            <p:cNvSpPr>
              <a:spLocks noGrp="1"/>
            </p:cNvSpPr>
            <p:nvPr/>
          </p:nvSpPr>
          <p:spPr>
            <a:xfrm>
              <a:off x="3870960" y="5369243"/>
              <a:ext cx="953" cy="308610"/>
            </a:xfrm>
            <a:custGeom>
              <a:pathLst>
                <a:path w="953" h="308610">
                  <a:moveTo>
                    <a:pt x="0" y="0"/>
                  </a:moveTo>
                  <a:lnTo>
                    <a:pt x="0" y="228005"/>
                  </a:lnTo>
                </a:path>
              </a:pathLst>
            </a:custGeom>
            <a:noFill/>
            <a:ln w="10478">
              <a:solidFill>
                <a:srgbClr val="263238"/>
              </a:solidFill>
              <a:prstDash val="solid"/>
            </a:ln>
          </p:spPr>
        </p:sp>
        <p:sp>
          <p:nvSpPr>
            <p:cNvPr id="474" name="four:topology-swaps:regular-node:474">
              <a:extLst>
                <a:ext uri="{FF2B5EF4-FFF2-40B4-BE49-F238E27FC236}">
                  <ns2:creationId id="{07BBAA1E-03EA-40B0-BBC4-95414C890765}"/>
                </a:ext>
              </a:extLst>
            </p:cNvPr>
            <p:cNvSpPr>
              <a:spLocks noGrp="1"/>
            </p:cNvSpPr>
            <p:nvPr/>
          </p:nvSpPr>
          <p:spPr>
            <a:xfrm>
              <a:off x="3845821" y="5461440"/>
              <a:ext cx="50278" cy="50278"/>
            </a:xfrm>
            <a:prstGeom prst="ellipse">
              <a:avLst/>
            </a:prstGeom>
            <a:solidFill>
              <a:srgbClr val="D4B4CC"/>
            </a:solidFill>
            <a:ln w="6668">
              <a:solidFill>
                <a:srgbClr val="263238"/>
              </a:solidFill>
              <a:prstDash val="solid"/>
            </a:ln>
          </p:spPr>
        </p:sp>
        <p:sp>
          <p:nvSpPr>
            <p:cNvPr id="475" name="four:topology-swaps:line:475">
              <a:extLst>
                <a:ext uri="{FF2B5EF4-FFF2-40B4-BE49-F238E27FC236}">
                  <ns2:creationId id="{15873ACD-D9BB-40FD-8778-7DDEBB7B1E9C}"/>
                </a:ext>
              </a:extLst>
            </p:cNvPr>
            <p:cNvSpPr>
              <a:spLocks noGrp="1"/>
            </p:cNvSpPr>
            <p:nvPr/>
          </p:nvSpPr>
          <p:spPr>
            <a:xfrm>
              <a:off x="4876800" y="5369243"/>
              <a:ext cx="953" cy="745808"/>
            </a:xfrm>
            <a:custGeom>
              <a:pathLst>
                <a:path w="953" h="745808">
                  <a:moveTo>
                    <a:pt x="0" y="0"/>
                  </a:moveTo>
                  <a:lnTo>
                    <a:pt x="0" y="665202"/>
                  </a:lnTo>
                </a:path>
              </a:pathLst>
            </a:custGeom>
            <a:noFill/>
            <a:ln w="10478">
              <a:solidFill>
                <a:srgbClr val="263238"/>
              </a:solidFill>
              <a:prstDash val="solid"/>
            </a:ln>
          </p:spPr>
        </p:sp>
        <p:sp>
          <p:nvSpPr>
            <p:cNvPr id="476" name="four:topology-swaps:regular-node:476">
              <a:extLst>
                <a:ext uri="{FF2B5EF4-FFF2-40B4-BE49-F238E27FC236}">
                  <ns2:creationId id="{F91D1FEC-2529-42F9-AAC5-D9ABD3CDA240}"/>
                </a:ext>
              </a:extLst>
            </p:cNvPr>
            <p:cNvSpPr>
              <a:spLocks noGrp="1"/>
            </p:cNvSpPr>
            <p:nvPr/>
          </p:nvSpPr>
          <p:spPr>
            <a:xfrm>
              <a:off x="4851661" y="5559681"/>
              <a:ext cx="50278" cy="50278"/>
            </a:xfrm>
            <a:prstGeom prst="ellipse">
              <a:avLst/>
            </a:prstGeom>
            <a:solidFill>
              <a:srgbClr val="81C9BA"/>
            </a:solidFill>
            <a:ln w="6668">
              <a:solidFill>
                <a:srgbClr val="263238"/>
              </a:solidFill>
              <a:prstDash val="solid"/>
            </a:ln>
          </p:spPr>
        </p:sp>
        <p:sp>
          <p:nvSpPr>
            <p:cNvPr id="477" name="four:topology-swaps:regular-node:477">
              <a:extLst>
                <a:ext uri="{FF2B5EF4-FFF2-40B4-BE49-F238E27FC236}">
                  <ns2:creationId id="{ACFDA5A1-3DC9-4F4F-8205-091950196C92}"/>
                </a:ext>
              </a:extLst>
            </p:cNvPr>
            <p:cNvSpPr>
              <a:spLocks noGrp="1"/>
            </p:cNvSpPr>
            <p:nvPr/>
          </p:nvSpPr>
          <p:spPr>
            <a:xfrm>
              <a:off x="4851661" y="5800396"/>
              <a:ext cx="50278" cy="50278"/>
            </a:xfrm>
            <a:prstGeom prst="ellipse">
              <a:avLst/>
            </a:prstGeom>
            <a:solidFill>
              <a:srgbClr val="81C9BA"/>
            </a:solidFill>
            <a:ln w="6668">
              <a:solidFill>
                <a:srgbClr val="263238"/>
              </a:solidFill>
              <a:prstDash val="solid"/>
            </a:ln>
          </p:spPr>
        </p:sp>
        <p:sp>
          <p:nvSpPr>
            <p:cNvPr id="478" name="four:topology-swaps:critical-node:478">
              <a:extLst>
                <a:ext uri="{FF2B5EF4-FFF2-40B4-BE49-F238E27FC236}">
                  <ns2:creationId id="{7036B411-DEC7-4444-AB1B-14245BD50175}"/>
                </a:ext>
              </a:extLst>
            </p:cNvPr>
            <p:cNvSpPr>
              <a:spLocks noGrp="1"/>
            </p:cNvSpPr>
            <p:nvPr/>
          </p:nvSpPr>
          <p:spPr>
            <a:xfrm>
              <a:off x="3797022" y="5603915"/>
              <a:ext cx="147876" cy="147876"/>
            </a:xfrm>
            <a:prstGeom prst="diamond">
              <a:avLst/>
            </a:prstGeom>
            <a:solidFill>
              <a:srgbClr val="D4B4CC"/>
            </a:solidFill>
            <a:ln w="10478">
              <a:solidFill>
                <a:srgbClr val="263238"/>
              </a:solidFill>
              <a:prstDash val="solid"/>
            </a:ln>
          </p:spPr>
        </p:sp>
        <p:sp>
          <p:nvSpPr>
            <p:cNvPr id="479" name="four:topology-swaps:critical-node:479">
              <a:extLst>
                <a:ext uri="{FF2B5EF4-FFF2-40B4-BE49-F238E27FC236}">
                  <ns2:creationId id="{B64D5D5F-671B-448F-8B9F-62B05DE5513B}"/>
                </a:ext>
              </a:extLst>
            </p:cNvPr>
            <p:cNvSpPr>
              <a:spLocks noGrp="1"/>
            </p:cNvSpPr>
            <p:nvPr/>
          </p:nvSpPr>
          <p:spPr>
            <a:xfrm>
              <a:off x="4802862" y="6041112"/>
              <a:ext cx="147876" cy="147876"/>
            </a:xfrm>
            <a:prstGeom prst="diamond">
              <a:avLst/>
            </a:prstGeom>
            <a:solidFill>
              <a:srgbClr val="81C9BA"/>
            </a:solidFill>
            <a:ln w="10478">
              <a:solidFill>
                <a:srgbClr val="263238"/>
              </a:solidFill>
              <a:prstDash val="solid"/>
            </a:ln>
          </p:spPr>
        </p:sp>
        <p:sp>
          <p:nvSpPr>
            <p:cNvPr id="480" name="four:topology-swaps:line:480">
              <a:extLst>
                <a:ext uri="{FF2B5EF4-FFF2-40B4-BE49-F238E27FC236}">
                  <ns2:creationId id="{8D6D85C4-003C-4C90-86FC-5C66E21AC761}"/>
                </a:ext>
              </a:extLst>
            </p:cNvPr>
            <p:cNvSpPr>
              <a:spLocks noGrp="1"/>
            </p:cNvSpPr>
            <p:nvPr/>
          </p:nvSpPr>
          <p:spPr>
            <a:xfrm>
              <a:off x="3619500" y="5677853"/>
              <a:ext cx="502920" cy="953"/>
            </a:xfrm>
            <a:custGeom>
              <a:pathLst>
                <a:path w="502920" h="953">
                  <a:moveTo>
                    <a:pt x="0" y="0"/>
                  </a:moveTo>
                  <a:lnTo>
                    <a:pt x="170855" y="0"/>
                  </a:lnTo>
                  <a:moveTo>
                    <a:pt x="332065" y="0"/>
                  </a:moveTo>
                  <a:lnTo>
                    <a:pt x="502920" y="0"/>
                  </a:lnTo>
                </a:path>
              </a:pathLst>
            </a:custGeom>
            <a:noFill/>
            <a:ln w="10478">
              <a:solidFill>
                <a:srgbClr val="263238"/>
              </a:solidFill>
              <a:prstDash val="solid"/>
            </a:ln>
          </p:spPr>
        </p:sp>
        <p:sp>
          <p:nvSpPr>
            <p:cNvPr id="481" name="four:topology-swaps:line:481">
              <a:extLst>
                <a:ext uri="{FF2B5EF4-FFF2-40B4-BE49-F238E27FC236}">
                  <ns2:creationId id="{0118EDFA-7475-4CB6-AD37-6963686EF6DD}"/>
                </a:ext>
              </a:extLst>
            </p:cNvPr>
            <p:cNvSpPr>
              <a:spLocks noGrp="1"/>
            </p:cNvSpPr>
            <p:nvPr/>
          </p:nvSpPr>
          <p:spPr>
            <a:xfrm>
              <a:off x="4625340" y="6115050"/>
              <a:ext cx="502920" cy="953"/>
            </a:xfrm>
            <a:custGeom>
              <a:pathLst>
                <a:path w="502920" h="953">
                  <a:moveTo>
                    <a:pt x="0" y="0"/>
                  </a:moveTo>
                  <a:lnTo>
                    <a:pt x="170855" y="0"/>
                  </a:lnTo>
                  <a:moveTo>
                    <a:pt x="332065" y="0"/>
                  </a:moveTo>
                  <a:lnTo>
                    <a:pt x="502920" y="0"/>
                  </a:lnTo>
                </a:path>
              </a:pathLst>
            </a:custGeom>
            <a:noFill/>
            <a:ln w="10478">
              <a:solidFill>
                <a:srgbClr val="263238"/>
              </a:solidFill>
              <a:prstDash val="solid"/>
            </a:ln>
          </p:spPr>
        </p:sp>
        <p:sp>
          <p:nvSpPr>
            <p:cNvPr id="482" name="four:topology-swaps:line:482">
              <a:extLst>
                <a:ext uri="{FF2B5EF4-FFF2-40B4-BE49-F238E27FC236}">
                  <ns2:creationId id="{E8D1F4CB-9C76-4C3A-8A2D-7159B92E89AA}"/>
                </a:ext>
              </a:extLst>
            </p:cNvPr>
            <p:cNvSpPr>
              <a:spLocks noGrp="1"/>
            </p:cNvSpPr>
            <p:nvPr/>
          </p:nvSpPr>
          <p:spPr>
            <a:xfrm>
              <a:off x="3619500" y="5677853"/>
              <a:ext cx="953" cy="694372"/>
            </a:xfrm>
            <a:custGeom>
              <a:pathLst>
                <a:path w="953" h="694372">
                  <a:moveTo>
                    <a:pt x="0" y="0"/>
                  </a:moveTo>
                  <a:lnTo>
                    <a:pt x="0" y="613767"/>
                  </a:lnTo>
                </a:path>
              </a:pathLst>
            </a:custGeom>
            <a:noFill/>
            <a:ln w="10478">
              <a:solidFill>
                <a:srgbClr val="263238"/>
              </a:solidFill>
              <a:prstDash val="solid"/>
            </a:ln>
          </p:spPr>
        </p:sp>
        <p:sp>
          <p:nvSpPr>
            <p:cNvPr id="483" name="four:topology-swaps:regular-node:483">
              <a:extLst>
                <a:ext uri="{FF2B5EF4-FFF2-40B4-BE49-F238E27FC236}">
                  <ns2:creationId id="{423D2665-518F-420A-AA88-1DEF70912F95}"/>
                </a:ext>
              </a:extLst>
            </p:cNvPr>
            <p:cNvSpPr>
              <a:spLocks noGrp="1"/>
            </p:cNvSpPr>
            <p:nvPr/>
          </p:nvSpPr>
          <p:spPr>
            <a:xfrm>
              <a:off x="3594361" y="5851146"/>
              <a:ext cx="50278" cy="50278"/>
            </a:xfrm>
            <a:prstGeom prst="ellipse">
              <a:avLst/>
            </a:prstGeom>
            <a:solidFill>
              <a:srgbClr val="CC79A7"/>
            </a:solidFill>
            <a:ln w="6668">
              <a:solidFill>
                <a:srgbClr val="263238"/>
              </a:solidFill>
              <a:prstDash val="solid"/>
            </a:ln>
          </p:spPr>
        </p:sp>
        <p:sp>
          <p:nvSpPr>
            <p:cNvPr id="484" name="four:topology-swaps:regular-node:484">
              <a:extLst>
                <a:ext uri="{FF2B5EF4-FFF2-40B4-BE49-F238E27FC236}">
                  <ns2:creationId id="{BA6DDAC7-16E1-48E5-8FA8-D3AB0E376ADA}"/>
                </a:ext>
              </a:extLst>
            </p:cNvPr>
            <p:cNvSpPr>
              <a:spLocks noGrp="1"/>
            </p:cNvSpPr>
            <p:nvPr/>
          </p:nvSpPr>
          <p:spPr>
            <a:xfrm>
              <a:off x="3594361" y="6074716"/>
              <a:ext cx="50278" cy="50278"/>
            </a:xfrm>
            <a:prstGeom prst="ellipse">
              <a:avLst/>
            </a:prstGeom>
            <a:solidFill>
              <a:srgbClr val="CC79A7"/>
            </a:solidFill>
            <a:ln w="6668">
              <a:solidFill>
                <a:srgbClr val="263238"/>
              </a:solidFill>
              <a:prstDash val="solid"/>
            </a:ln>
          </p:spPr>
        </p:sp>
        <p:sp>
          <p:nvSpPr>
            <p:cNvPr id="485" name="four:topology-swaps:critical-node:485">
              <a:extLst>
                <a:ext uri="{FF2B5EF4-FFF2-40B4-BE49-F238E27FC236}">
                  <ns2:creationId id="{6987A4FB-C09A-48B6-A4D5-582015A0E153}"/>
                </a:ext>
              </a:extLst>
            </p:cNvPr>
            <p:cNvSpPr>
              <a:spLocks noGrp="1"/>
            </p:cNvSpPr>
            <p:nvPr/>
          </p:nvSpPr>
          <p:spPr>
            <a:xfrm>
              <a:off x="3545562" y="6298287"/>
              <a:ext cx="147876" cy="147876"/>
            </a:xfrm>
            <a:prstGeom prst="diamond">
              <a:avLst/>
            </a:prstGeom>
            <a:solidFill>
              <a:srgbClr val="CC79A7"/>
            </a:solidFill>
            <a:ln w="10478">
              <a:solidFill>
                <a:srgbClr val="263238"/>
              </a:solidFill>
              <a:prstDash val="solid"/>
            </a:ln>
          </p:spPr>
        </p:sp>
        <p:sp>
          <p:nvSpPr>
            <p:cNvPr id="486" name="four:topology-swaps:line:486">
              <a:extLst>
                <a:ext uri="{FF2B5EF4-FFF2-40B4-BE49-F238E27FC236}">
                  <ns2:creationId id="{E388419B-8673-430B-9556-FAE4666C8BA8}"/>
                </a:ext>
              </a:extLst>
            </p:cNvPr>
            <p:cNvSpPr>
              <a:spLocks noGrp="1"/>
            </p:cNvSpPr>
            <p:nvPr/>
          </p:nvSpPr>
          <p:spPr>
            <a:xfrm>
              <a:off x="4122420" y="5677853"/>
              <a:ext cx="953" cy="694372"/>
            </a:xfrm>
            <a:custGeom>
              <a:pathLst>
                <a:path w="953" h="694372">
                  <a:moveTo>
                    <a:pt x="0" y="0"/>
                  </a:moveTo>
                  <a:lnTo>
                    <a:pt x="0" y="613767"/>
                  </a:lnTo>
                </a:path>
              </a:pathLst>
            </a:custGeom>
            <a:noFill/>
            <a:ln w="10478">
              <a:solidFill>
                <a:srgbClr val="263238"/>
              </a:solidFill>
              <a:prstDash val="solid"/>
            </a:ln>
          </p:spPr>
        </p:sp>
        <p:sp>
          <p:nvSpPr>
            <p:cNvPr id="487" name="four:topology-swaps:regular-node:487">
              <a:extLst>
                <a:ext uri="{FF2B5EF4-FFF2-40B4-BE49-F238E27FC236}">
                  <ns2:creationId id="{EC43801A-43B1-4974-A080-522692E97668}"/>
                </a:ext>
              </a:extLst>
            </p:cNvPr>
            <p:cNvSpPr>
              <a:spLocks noGrp="1"/>
            </p:cNvSpPr>
            <p:nvPr/>
          </p:nvSpPr>
          <p:spPr>
            <a:xfrm>
              <a:off x="4097281" y="5851146"/>
              <a:ext cx="50278" cy="50278"/>
            </a:xfrm>
            <a:prstGeom prst="ellipse">
              <a:avLst/>
            </a:prstGeom>
            <a:solidFill>
              <a:srgbClr val="0072B2"/>
            </a:solidFill>
            <a:ln w="6668">
              <a:solidFill>
                <a:srgbClr val="263238"/>
              </a:solidFill>
              <a:prstDash val="solid"/>
            </a:ln>
          </p:spPr>
        </p:sp>
        <p:sp>
          <p:nvSpPr>
            <p:cNvPr id="488" name="four:topology-swaps:regular-node:488">
              <a:extLst>
                <a:ext uri="{FF2B5EF4-FFF2-40B4-BE49-F238E27FC236}">
                  <ns2:creationId id="{33CF00F7-EC83-401E-A751-CC7432303394}"/>
                </a:ext>
              </a:extLst>
            </p:cNvPr>
            <p:cNvSpPr>
              <a:spLocks noGrp="1"/>
            </p:cNvSpPr>
            <p:nvPr/>
          </p:nvSpPr>
          <p:spPr>
            <a:xfrm>
              <a:off x="4097281" y="6074716"/>
              <a:ext cx="50278" cy="50278"/>
            </a:xfrm>
            <a:prstGeom prst="ellipse">
              <a:avLst/>
            </a:prstGeom>
            <a:solidFill>
              <a:srgbClr val="0072B2"/>
            </a:solidFill>
            <a:ln w="6668">
              <a:solidFill>
                <a:srgbClr val="263238"/>
              </a:solidFill>
              <a:prstDash val="solid"/>
            </a:ln>
          </p:spPr>
        </p:sp>
        <p:sp>
          <p:nvSpPr>
            <p:cNvPr id="489" name="four:topology-swaps:critical-node:489">
              <a:extLst>
                <a:ext uri="{FF2B5EF4-FFF2-40B4-BE49-F238E27FC236}">
                  <ns2:creationId id="{C95E5997-904B-4752-BE28-31BE74FEB48F}"/>
                </a:ext>
              </a:extLst>
            </p:cNvPr>
            <p:cNvSpPr>
              <a:spLocks noGrp="1"/>
            </p:cNvSpPr>
            <p:nvPr/>
          </p:nvSpPr>
          <p:spPr>
            <a:xfrm>
              <a:off x="4048482" y="6298287"/>
              <a:ext cx="147876" cy="147876"/>
            </a:xfrm>
            <a:prstGeom prst="diamond">
              <a:avLst/>
            </a:prstGeom>
            <a:solidFill>
              <a:srgbClr val="0072B2"/>
            </a:solidFill>
            <a:ln w="10478">
              <a:solidFill>
                <a:srgbClr val="263238"/>
              </a:solidFill>
              <a:prstDash val="solid"/>
            </a:ln>
          </p:spPr>
        </p:sp>
        <p:sp>
          <p:nvSpPr>
            <p:cNvPr id="490" name="four:topology-swaps:line:490">
              <a:extLst>
                <a:ext uri="{FF2B5EF4-FFF2-40B4-BE49-F238E27FC236}">
                  <ns2:creationId id="{74833B71-5FD5-49D0-B41A-D6A0E3E11AC6}"/>
                </a:ext>
              </a:extLst>
            </p:cNvPr>
            <p:cNvSpPr>
              <a:spLocks noGrp="1"/>
            </p:cNvSpPr>
            <p:nvPr/>
          </p:nvSpPr>
          <p:spPr>
            <a:xfrm>
              <a:off x="4625340" y="6115050"/>
              <a:ext cx="953" cy="257175"/>
            </a:xfrm>
            <a:custGeom>
              <a:pathLst>
                <a:path w="953" h="257175">
                  <a:moveTo>
                    <a:pt x="0" y="0"/>
                  </a:moveTo>
                  <a:lnTo>
                    <a:pt x="0" y="176570"/>
                  </a:lnTo>
                </a:path>
              </a:pathLst>
            </a:custGeom>
            <a:noFill/>
            <a:ln w="10478">
              <a:solidFill>
                <a:srgbClr val="263238"/>
              </a:solidFill>
              <a:prstDash val="solid"/>
            </a:ln>
          </p:spPr>
        </p:sp>
        <p:sp>
          <p:nvSpPr>
            <p:cNvPr id="491" name="four:topology-swaps:regular-node:491">
              <a:extLst>
                <a:ext uri="{FF2B5EF4-FFF2-40B4-BE49-F238E27FC236}">
                  <ns2:creationId id="{A3345CA1-1730-4020-83B0-23F3946F6597}"/>
                </a:ext>
              </a:extLst>
            </p:cNvPr>
            <p:cNvSpPr>
              <a:spLocks noGrp="1"/>
            </p:cNvSpPr>
            <p:nvPr/>
          </p:nvSpPr>
          <p:spPr>
            <a:xfrm>
              <a:off x="4600201" y="6181530"/>
              <a:ext cx="50278" cy="50278"/>
            </a:xfrm>
            <a:prstGeom prst="ellipse">
              <a:avLst/>
            </a:prstGeom>
            <a:solidFill>
              <a:srgbClr val="009E73"/>
            </a:solidFill>
            <a:ln w="6668">
              <a:solidFill>
                <a:srgbClr val="263238"/>
              </a:solidFill>
              <a:prstDash val="solid"/>
            </a:ln>
          </p:spPr>
        </p:sp>
        <p:sp>
          <p:nvSpPr>
            <p:cNvPr id="492" name="four:topology-swaps:critical-node:492">
              <a:extLst>
                <a:ext uri="{FF2B5EF4-FFF2-40B4-BE49-F238E27FC236}">
                  <ns2:creationId id="{7B654EE5-AA1E-4DD7-8E11-88FD62DEDB98}"/>
                </a:ext>
              </a:extLst>
            </p:cNvPr>
            <p:cNvSpPr>
              <a:spLocks noGrp="1"/>
            </p:cNvSpPr>
            <p:nvPr/>
          </p:nvSpPr>
          <p:spPr>
            <a:xfrm>
              <a:off x="4551402" y="6298287"/>
              <a:ext cx="147876" cy="147876"/>
            </a:xfrm>
            <a:prstGeom prst="diamond">
              <a:avLst/>
            </a:prstGeom>
            <a:solidFill>
              <a:srgbClr val="009E73"/>
            </a:solidFill>
            <a:ln w="10478">
              <a:solidFill>
                <a:srgbClr val="263238"/>
              </a:solidFill>
              <a:prstDash val="solid"/>
            </a:ln>
          </p:spPr>
        </p:sp>
        <p:sp>
          <p:nvSpPr>
            <p:cNvPr id="493" name="four:topology-swaps:line:493">
              <a:extLst>
                <a:ext uri="{FF2B5EF4-FFF2-40B4-BE49-F238E27FC236}">
                  <ns2:creationId id="{63190B95-D459-433E-B0E4-83A98AFD7406}"/>
                </a:ext>
              </a:extLst>
            </p:cNvPr>
            <p:cNvSpPr>
              <a:spLocks noGrp="1"/>
            </p:cNvSpPr>
            <p:nvPr/>
          </p:nvSpPr>
          <p:spPr>
            <a:xfrm>
              <a:off x="5128260" y="6115050"/>
              <a:ext cx="953" cy="257175"/>
            </a:xfrm>
            <a:custGeom>
              <a:pathLst>
                <a:path w="953" h="257175">
                  <a:moveTo>
                    <a:pt x="0" y="0"/>
                  </a:moveTo>
                  <a:lnTo>
                    <a:pt x="0" y="176570"/>
                  </a:lnTo>
                </a:path>
              </a:pathLst>
            </a:custGeom>
            <a:noFill/>
            <a:ln w="10478">
              <a:solidFill>
                <a:srgbClr val="263238"/>
              </a:solidFill>
              <a:prstDash val="solid"/>
            </a:ln>
          </p:spPr>
        </p:sp>
        <p:sp>
          <p:nvSpPr>
            <p:cNvPr id="494" name="four:topology-swaps:regular-node:494">
              <a:extLst>
                <a:ext uri="{FF2B5EF4-FFF2-40B4-BE49-F238E27FC236}">
                  <ns2:creationId id="{D423F70C-6493-46AC-AFF4-D6D1DE0AB428}"/>
                </a:ext>
              </a:extLst>
            </p:cNvPr>
            <p:cNvSpPr>
              <a:spLocks noGrp="1"/>
            </p:cNvSpPr>
            <p:nvPr/>
          </p:nvSpPr>
          <p:spPr>
            <a:xfrm>
              <a:off x="5103121" y="6181530"/>
              <a:ext cx="50278" cy="50278"/>
            </a:xfrm>
            <a:prstGeom prst="ellipse">
              <a:avLst/>
            </a:prstGeom>
            <a:solidFill>
              <a:srgbClr val="D55E00"/>
            </a:solidFill>
            <a:ln w="6668">
              <a:solidFill>
                <a:srgbClr val="263238"/>
              </a:solidFill>
              <a:prstDash val="solid"/>
            </a:ln>
          </p:spPr>
        </p:sp>
        <p:sp>
          <p:nvSpPr>
            <p:cNvPr id="495" name="four:topology-swaps:critical-node:495">
              <a:extLst>
                <a:ext uri="{FF2B5EF4-FFF2-40B4-BE49-F238E27FC236}">
                  <ns2:creationId id="{13E7BEB8-78F1-4189-B73B-A1C8F531529E}"/>
                </a:ext>
              </a:extLst>
            </p:cNvPr>
            <p:cNvSpPr>
              <a:spLocks noGrp="1"/>
            </p:cNvSpPr>
            <p:nvPr/>
          </p:nvSpPr>
          <p:spPr>
            <a:xfrm>
              <a:off x="5054322" y="6298287"/>
              <a:ext cx="147876" cy="147876"/>
            </a:xfrm>
            <a:prstGeom prst="diamond">
              <a:avLst/>
            </a:prstGeom>
            <a:solidFill>
              <a:srgbClr val="D55E00"/>
            </a:solidFill>
            <a:ln w="10478">
              <a:solidFill>
                <a:srgbClr val="263238"/>
              </a:solidFill>
              <a:prstDash val="solid"/>
            </a:ln>
          </p:spPr>
        </p:sp>
        <p:sp>
          <p:nvSpPr>
            <p:cNvPr id="496" name="four:topology-swaps:line:496">
              <a:extLst>
                <a:ext uri="{FF2B5EF4-FFF2-40B4-BE49-F238E27FC236}">
                  <ns2:creationId id="{E331C4B5-6F4C-4F9E-B22B-9B689724A259}"/>
                </a:ext>
              </a:extLst>
            </p:cNvPr>
            <p:cNvSpPr>
              <a:spLocks noGrp="1"/>
            </p:cNvSpPr>
            <p:nvPr/>
          </p:nvSpPr>
          <p:spPr>
            <a:xfrm>
              <a:off x="6821805" y="5086350"/>
              <a:ext cx="953" cy="282892"/>
            </a:xfrm>
            <a:custGeom>
              <a:pathLst>
                <a:path w="953" h="282892">
                  <a:moveTo>
                    <a:pt x="0" y="58424"/>
                  </a:moveTo>
                  <a:lnTo>
                    <a:pt x="0" y="224469"/>
                  </a:lnTo>
                </a:path>
              </a:pathLst>
            </a:custGeom>
            <a:noFill/>
            <a:ln w="10478">
              <a:solidFill>
                <a:srgbClr val="263238"/>
              </a:solidFill>
              <a:prstDash val="solid"/>
            </a:ln>
          </p:spPr>
        </p:sp>
        <p:sp>
          <p:nvSpPr>
            <p:cNvPr id="497" name="four:topology-swaps:regular-node:497">
              <a:extLst>
                <a:ext uri="{FF2B5EF4-FFF2-40B4-BE49-F238E27FC236}">
                  <ns2:creationId id="{F54123A4-8128-47F9-BD26-843E2D4BC544}"/>
                </a:ext>
              </a:extLst>
            </p:cNvPr>
            <p:cNvSpPr>
              <a:spLocks noGrp="1"/>
            </p:cNvSpPr>
            <p:nvPr/>
          </p:nvSpPr>
          <p:spPr>
            <a:xfrm>
              <a:off x="6804060" y="5174240"/>
              <a:ext cx="35490" cy="35490"/>
            </a:xfrm>
            <a:prstGeom prst="ellipse">
              <a:avLst/>
            </a:prstGeom>
            <a:solidFill>
              <a:srgbClr val="DCE8ED"/>
            </a:solidFill>
            <a:ln w="6668">
              <a:solidFill>
                <a:srgbClr val="263238"/>
              </a:solidFill>
              <a:prstDash val="solid"/>
            </a:ln>
          </p:spPr>
        </p:sp>
        <p:sp>
          <p:nvSpPr>
            <p:cNvPr id="498" name="four:topology-swaps:regular-node:498">
              <a:extLst>
                <a:ext uri="{FF2B5EF4-FFF2-40B4-BE49-F238E27FC236}">
                  <ns2:creationId id="{7409274A-14F5-4030-AA16-5E4BAE1E78F4}"/>
                </a:ext>
              </a:extLst>
            </p:cNvPr>
            <p:cNvSpPr>
              <a:spLocks noGrp="1"/>
            </p:cNvSpPr>
            <p:nvPr/>
          </p:nvSpPr>
          <p:spPr>
            <a:xfrm>
              <a:off x="6804060" y="5245863"/>
              <a:ext cx="35490" cy="35490"/>
            </a:xfrm>
            <a:prstGeom prst="ellipse">
              <a:avLst/>
            </a:prstGeom>
            <a:solidFill>
              <a:srgbClr val="DCE8ED"/>
            </a:solidFill>
            <a:ln w="6668">
              <a:solidFill>
                <a:srgbClr val="263238"/>
              </a:solidFill>
              <a:prstDash val="solid"/>
            </a:ln>
          </p:spPr>
        </p:sp>
        <p:sp>
          <p:nvSpPr>
            <p:cNvPr id="499" name="four:topology-swaps:critical-node:499">
              <a:extLst>
                <a:ext uri="{FF2B5EF4-FFF2-40B4-BE49-F238E27FC236}">
                  <ns2:creationId id="{88B0FFF0-DCF6-4FBD-B58F-3DFD75293CBF}"/>
                </a:ext>
              </a:extLst>
            </p:cNvPr>
            <p:cNvSpPr>
              <a:spLocks noGrp="1"/>
            </p:cNvSpPr>
            <p:nvPr/>
          </p:nvSpPr>
          <p:spPr>
            <a:xfrm>
              <a:off x="6770049" y="5034594"/>
              <a:ext cx="103513" cy="103513"/>
            </a:xfrm>
            <a:prstGeom prst="diamond">
              <a:avLst/>
            </a:prstGeom>
            <a:solidFill>
              <a:srgbClr val="DCE8ED"/>
            </a:solidFill>
            <a:ln w="10478">
              <a:solidFill>
                <a:srgbClr val="263238"/>
              </a:solidFill>
              <a:prstDash val="solid"/>
            </a:ln>
          </p:spPr>
        </p:sp>
        <p:sp>
          <p:nvSpPr>
            <p:cNvPr id="500" name="four:topology-swaps:critical-node:500">
              <a:extLst>
                <a:ext uri="{FF2B5EF4-FFF2-40B4-BE49-F238E27FC236}">
                  <ns2:creationId id="{3E045E60-B9E6-4D9E-8451-72B319FC24C0}"/>
                </a:ext>
              </a:extLst>
            </p:cNvPr>
            <p:cNvSpPr>
              <a:spLocks noGrp="1"/>
            </p:cNvSpPr>
            <p:nvPr/>
          </p:nvSpPr>
          <p:spPr>
            <a:xfrm>
              <a:off x="6770049" y="5317486"/>
              <a:ext cx="103513" cy="103513"/>
            </a:xfrm>
            <a:prstGeom prst="diamond">
              <a:avLst/>
            </a:prstGeom>
            <a:solidFill>
              <a:srgbClr val="DCE8ED"/>
            </a:solidFill>
            <a:ln w="10478">
              <a:solidFill>
                <a:srgbClr val="263238"/>
              </a:solidFill>
              <a:prstDash val="solid"/>
            </a:ln>
          </p:spPr>
        </p:sp>
        <p:sp>
          <p:nvSpPr>
            <p:cNvPr id="501" name="four:topology-swaps:line:501">
              <a:extLst>
                <a:ext uri="{FF2B5EF4-FFF2-40B4-BE49-F238E27FC236}">
                  <ns2:creationId id="{CE35ACE9-DBF5-446B-9859-7FCDF2FF0A2A}"/>
                </a:ext>
              </a:extLst>
            </p:cNvPr>
            <p:cNvSpPr>
              <a:spLocks noGrp="1"/>
            </p:cNvSpPr>
            <p:nvPr/>
          </p:nvSpPr>
          <p:spPr>
            <a:xfrm>
              <a:off x="6318885" y="5369243"/>
              <a:ext cx="1005840" cy="953"/>
            </a:xfrm>
            <a:custGeom>
              <a:pathLst>
                <a:path w="1005840" h="953">
                  <a:moveTo>
                    <a:pt x="0" y="0"/>
                  </a:moveTo>
                  <a:lnTo>
                    <a:pt x="444496" y="0"/>
                  </a:lnTo>
                  <a:moveTo>
                    <a:pt x="561344" y="0"/>
                  </a:moveTo>
                  <a:lnTo>
                    <a:pt x="1005840" y="0"/>
                  </a:lnTo>
                </a:path>
              </a:pathLst>
            </a:custGeom>
            <a:noFill/>
            <a:ln w="10478">
              <a:solidFill>
                <a:srgbClr val="263238"/>
              </a:solidFill>
              <a:prstDash val="solid"/>
            </a:ln>
          </p:spPr>
        </p:sp>
        <p:sp>
          <p:nvSpPr>
            <p:cNvPr id="502" name="four:topology-swaps:line:502">
              <a:extLst>
                <a:ext uri="{FF2B5EF4-FFF2-40B4-BE49-F238E27FC236}">
                  <ns2:creationId id="{CD328A89-950B-40A0-9418-BB2252997073}"/>
                </a:ext>
              </a:extLst>
            </p:cNvPr>
            <p:cNvSpPr>
              <a:spLocks noGrp="1"/>
            </p:cNvSpPr>
            <p:nvPr/>
          </p:nvSpPr>
          <p:spPr>
            <a:xfrm>
              <a:off x="6318885" y="5369243"/>
              <a:ext cx="953" cy="308610"/>
            </a:xfrm>
            <a:custGeom>
              <a:pathLst>
                <a:path w="953" h="308610">
                  <a:moveTo>
                    <a:pt x="0" y="0"/>
                  </a:moveTo>
                  <a:lnTo>
                    <a:pt x="0" y="228005"/>
                  </a:lnTo>
                </a:path>
              </a:pathLst>
            </a:custGeom>
            <a:noFill/>
            <a:ln w="10478">
              <a:solidFill>
                <a:srgbClr val="263238"/>
              </a:solidFill>
              <a:prstDash val="solid"/>
            </a:ln>
          </p:spPr>
        </p:sp>
        <p:sp>
          <p:nvSpPr>
            <p:cNvPr id="503" name="four:topology-swaps:regular-node:503">
              <a:extLst>
                <a:ext uri="{FF2B5EF4-FFF2-40B4-BE49-F238E27FC236}">
                  <ns2:creationId id="{63C0FC0D-48DF-4B3E-809E-CFE66024114C}"/>
                </a:ext>
              </a:extLst>
            </p:cNvPr>
            <p:cNvSpPr>
              <a:spLocks noGrp="1"/>
            </p:cNvSpPr>
            <p:nvPr/>
          </p:nvSpPr>
          <p:spPr>
            <a:xfrm>
              <a:off x="6293746" y="5461440"/>
              <a:ext cx="50278" cy="50278"/>
            </a:xfrm>
            <a:prstGeom prst="ellipse">
              <a:avLst/>
            </a:prstGeom>
            <a:solidFill>
              <a:srgbClr val="D4B4CC"/>
            </a:solidFill>
            <a:ln w="6668">
              <a:solidFill>
                <a:srgbClr val="263238"/>
              </a:solidFill>
              <a:prstDash val="solid"/>
            </a:ln>
          </p:spPr>
        </p:sp>
        <p:sp>
          <p:nvSpPr>
            <p:cNvPr id="504" name="four:topology-swaps:line:504">
              <a:extLst>
                <a:ext uri="{FF2B5EF4-FFF2-40B4-BE49-F238E27FC236}">
                  <ns2:creationId id="{435D3036-981D-4D9C-99FA-A43997CA2671}"/>
                </a:ext>
              </a:extLst>
            </p:cNvPr>
            <p:cNvSpPr>
              <a:spLocks noGrp="1"/>
            </p:cNvSpPr>
            <p:nvPr/>
          </p:nvSpPr>
          <p:spPr>
            <a:xfrm>
              <a:off x="7324725" y="5369243"/>
              <a:ext cx="953" cy="745808"/>
            </a:xfrm>
            <a:custGeom>
              <a:pathLst>
                <a:path w="953" h="745808">
                  <a:moveTo>
                    <a:pt x="0" y="0"/>
                  </a:moveTo>
                  <a:lnTo>
                    <a:pt x="0" y="665202"/>
                  </a:lnTo>
                </a:path>
              </a:pathLst>
            </a:custGeom>
            <a:noFill/>
            <a:ln w="10478">
              <a:solidFill>
                <a:srgbClr val="263238"/>
              </a:solidFill>
              <a:prstDash val="solid"/>
            </a:ln>
          </p:spPr>
        </p:sp>
        <p:sp>
          <p:nvSpPr>
            <p:cNvPr id="505" name="four:topology-swaps:regular-node:505">
              <a:extLst>
                <a:ext uri="{FF2B5EF4-FFF2-40B4-BE49-F238E27FC236}">
                  <ns2:creationId id="{AAAEAAA2-2F62-4B54-B94A-CA6935456F04}"/>
                </a:ext>
              </a:extLst>
            </p:cNvPr>
            <p:cNvSpPr>
              <a:spLocks noGrp="1"/>
            </p:cNvSpPr>
            <p:nvPr/>
          </p:nvSpPr>
          <p:spPr>
            <a:xfrm>
              <a:off x="7299586" y="5559681"/>
              <a:ext cx="50278" cy="50278"/>
            </a:xfrm>
            <a:prstGeom prst="ellipse">
              <a:avLst/>
            </a:prstGeom>
            <a:solidFill>
              <a:srgbClr val="81C9BA"/>
            </a:solidFill>
            <a:ln w="6668">
              <a:solidFill>
                <a:srgbClr val="263238"/>
              </a:solidFill>
              <a:prstDash val="solid"/>
            </a:ln>
          </p:spPr>
        </p:sp>
        <p:sp>
          <p:nvSpPr>
            <p:cNvPr id="506" name="four:topology-swaps:regular-node:506">
              <a:extLst>
                <a:ext uri="{FF2B5EF4-FFF2-40B4-BE49-F238E27FC236}">
                  <ns2:creationId id="{F7E9F9DB-0D8B-4810-BFFF-DC3A53E42BBB}"/>
                </a:ext>
              </a:extLst>
            </p:cNvPr>
            <p:cNvSpPr>
              <a:spLocks noGrp="1"/>
            </p:cNvSpPr>
            <p:nvPr/>
          </p:nvSpPr>
          <p:spPr>
            <a:xfrm>
              <a:off x="7299586" y="5800396"/>
              <a:ext cx="50278" cy="50278"/>
            </a:xfrm>
            <a:prstGeom prst="ellipse">
              <a:avLst/>
            </a:prstGeom>
            <a:solidFill>
              <a:srgbClr val="81C9BA"/>
            </a:solidFill>
            <a:ln w="6668">
              <a:solidFill>
                <a:srgbClr val="263238"/>
              </a:solidFill>
              <a:prstDash val="solid"/>
            </a:ln>
          </p:spPr>
        </p:sp>
        <p:sp>
          <p:nvSpPr>
            <p:cNvPr id="507" name="four:topology-swaps:critical-node:507">
              <a:extLst>
                <a:ext uri="{FF2B5EF4-FFF2-40B4-BE49-F238E27FC236}">
                  <ns2:creationId id="{8F30A15D-F352-439B-A9F7-383C4B130171}"/>
                </a:ext>
              </a:extLst>
            </p:cNvPr>
            <p:cNvSpPr>
              <a:spLocks noGrp="1"/>
            </p:cNvSpPr>
            <p:nvPr/>
          </p:nvSpPr>
          <p:spPr>
            <a:xfrm>
              <a:off x="6244947" y="5603915"/>
              <a:ext cx="147876" cy="147876"/>
            </a:xfrm>
            <a:prstGeom prst="diamond">
              <a:avLst/>
            </a:prstGeom>
            <a:solidFill>
              <a:srgbClr val="D4B4CC"/>
            </a:solidFill>
            <a:ln w="10478">
              <a:solidFill>
                <a:srgbClr val="263238"/>
              </a:solidFill>
              <a:prstDash val="solid"/>
            </a:ln>
          </p:spPr>
        </p:sp>
        <p:sp>
          <p:nvSpPr>
            <p:cNvPr id="508" name="four:topology-swaps:critical-node:508">
              <a:extLst>
                <a:ext uri="{FF2B5EF4-FFF2-40B4-BE49-F238E27FC236}">
                  <ns2:creationId id="{B3C95DB4-6538-4E8E-A908-B68DAF5ACEAB}"/>
                </a:ext>
              </a:extLst>
            </p:cNvPr>
            <p:cNvSpPr>
              <a:spLocks noGrp="1"/>
            </p:cNvSpPr>
            <p:nvPr/>
          </p:nvSpPr>
          <p:spPr>
            <a:xfrm>
              <a:off x="7250787" y="6041112"/>
              <a:ext cx="147876" cy="147876"/>
            </a:xfrm>
            <a:prstGeom prst="diamond">
              <a:avLst/>
            </a:prstGeom>
            <a:solidFill>
              <a:srgbClr val="81C9BA"/>
            </a:solidFill>
            <a:ln w="10478">
              <a:solidFill>
                <a:srgbClr val="263238"/>
              </a:solidFill>
              <a:prstDash val="solid"/>
            </a:ln>
          </p:spPr>
        </p:sp>
        <p:sp>
          <p:nvSpPr>
            <p:cNvPr id="509" name="four:topology-swaps:line:509">
              <a:extLst>
                <a:ext uri="{FF2B5EF4-FFF2-40B4-BE49-F238E27FC236}">
                  <ns2:creationId id="{F16FB785-A429-4A93-AA27-3BD5B92DE036}"/>
                </a:ext>
              </a:extLst>
            </p:cNvPr>
            <p:cNvSpPr>
              <a:spLocks noGrp="1"/>
            </p:cNvSpPr>
            <p:nvPr/>
          </p:nvSpPr>
          <p:spPr>
            <a:xfrm>
              <a:off x="6067425" y="5677853"/>
              <a:ext cx="502920" cy="953"/>
            </a:xfrm>
            <a:custGeom>
              <a:pathLst>
                <a:path w="502920" h="953">
                  <a:moveTo>
                    <a:pt x="0" y="0"/>
                  </a:moveTo>
                  <a:lnTo>
                    <a:pt x="170855" y="0"/>
                  </a:lnTo>
                  <a:moveTo>
                    <a:pt x="332065" y="0"/>
                  </a:moveTo>
                  <a:lnTo>
                    <a:pt x="502920" y="0"/>
                  </a:lnTo>
                </a:path>
              </a:pathLst>
            </a:custGeom>
            <a:noFill/>
            <a:ln w="10478">
              <a:solidFill>
                <a:srgbClr val="263238"/>
              </a:solidFill>
              <a:prstDash val="solid"/>
            </a:ln>
          </p:spPr>
        </p:sp>
        <p:sp>
          <p:nvSpPr>
            <p:cNvPr id="510" name="four:topology-swaps:line:510">
              <a:extLst>
                <a:ext uri="{FF2B5EF4-FFF2-40B4-BE49-F238E27FC236}">
                  <ns2:creationId id="{0413523D-B54E-4411-A92D-401B18885091}"/>
                </a:ext>
              </a:extLst>
            </p:cNvPr>
            <p:cNvSpPr>
              <a:spLocks noGrp="1"/>
            </p:cNvSpPr>
            <p:nvPr/>
          </p:nvSpPr>
          <p:spPr>
            <a:xfrm>
              <a:off x="7073265" y="6115050"/>
              <a:ext cx="502920" cy="953"/>
            </a:xfrm>
            <a:custGeom>
              <a:pathLst>
                <a:path w="502920" h="953">
                  <a:moveTo>
                    <a:pt x="0" y="0"/>
                  </a:moveTo>
                  <a:lnTo>
                    <a:pt x="170855" y="0"/>
                  </a:lnTo>
                  <a:moveTo>
                    <a:pt x="332065" y="0"/>
                  </a:moveTo>
                  <a:lnTo>
                    <a:pt x="502920" y="0"/>
                  </a:lnTo>
                </a:path>
              </a:pathLst>
            </a:custGeom>
            <a:noFill/>
            <a:ln w="10478">
              <a:solidFill>
                <a:srgbClr val="263238"/>
              </a:solidFill>
              <a:prstDash val="solid"/>
            </a:ln>
          </p:spPr>
        </p:sp>
        <p:sp>
          <p:nvSpPr>
            <p:cNvPr id="511" name="four:topology-swaps:line:511">
              <a:extLst>
                <a:ext uri="{FF2B5EF4-FFF2-40B4-BE49-F238E27FC236}">
                  <ns2:creationId id="{0EDAF9A5-B91D-4DDA-A3D4-B8EC448114EA}"/>
                </a:ext>
              </a:extLst>
            </p:cNvPr>
            <p:cNvSpPr>
              <a:spLocks noGrp="1"/>
            </p:cNvSpPr>
            <p:nvPr/>
          </p:nvSpPr>
          <p:spPr>
            <a:xfrm>
              <a:off x="6067425" y="5677853"/>
              <a:ext cx="953" cy="694372"/>
            </a:xfrm>
            <a:custGeom>
              <a:pathLst>
                <a:path w="953" h="694372">
                  <a:moveTo>
                    <a:pt x="0" y="0"/>
                  </a:moveTo>
                  <a:lnTo>
                    <a:pt x="0" y="613767"/>
                  </a:lnTo>
                </a:path>
              </a:pathLst>
            </a:custGeom>
            <a:noFill/>
            <a:ln w="10478">
              <a:solidFill>
                <a:srgbClr val="263238"/>
              </a:solidFill>
              <a:prstDash val="solid"/>
            </a:ln>
          </p:spPr>
        </p:sp>
        <p:sp>
          <p:nvSpPr>
            <p:cNvPr id="512" name="four:topology-swaps:regular-node:512">
              <a:extLst>
                <a:ext uri="{FF2B5EF4-FFF2-40B4-BE49-F238E27FC236}">
                  <ns2:creationId id="{7F7D8396-3840-46DB-A676-88A577D139EE}"/>
                </a:ext>
              </a:extLst>
            </p:cNvPr>
            <p:cNvSpPr>
              <a:spLocks noGrp="1"/>
            </p:cNvSpPr>
            <p:nvPr/>
          </p:nvSpPr>
          <p:spPr>
            <a:xfrm>
              <a:off x="6042286" y="5851146"/>
              <a:ext cx="50278" cy="50278"/>
            </a:xfrm>
            <a:prstGeom prst="ellipse">
              <a:avLst/>
            </a:prstGeom>
            <a:solidFill>
              <a:srgbClr val="0072B2"/>
            </a:solidFill>
            <a:ln w="6668">
              <a:solidFill>
                <a:srgbClr val="263238"/>
              </a:solidFill>
              <a:prstDash val="solid"/>
            </a:ln>
          </p:spPr>
        </p:sp>
        <p:sp>
          <p:nvSpPr>
            <p:cNvPr id="513" name="four:topology-swaps:regular-node:513">
              <a:extLst>
                <a:ext uri="{FF2B5EF4-FFF2-40B4-BE49-F238E27FC236}">
                  <ns2:creationId id="{18C9E416-047A-4C29-BA48-41A322645180}"/>
                </a:ext>
              </a:extLst>
            </p:cNvPr>
            <p:cNvSpPr>
              <a:spLocks noGrp="1"/>
            </p:cNvSpPr>
            <p:nvPr/>
          </p:nvSpPr>
          <p:spPr>
            <a:xfrm>
              <a:off x="6042286" y="6074716"/>
              <a:ext cx="50278" cy="50278"/>
            </a:xfrm>
            <a:prstGeom prst="ellipse">
              <a:avLst/>
            </a:prstGeom>
            <a:solidFill>
              <a:srgbClr val="0072B2"/>
            </a:solidFill>
            <a:ln w="6668">
              <a:solidFill>
                <a:srgbClr val="263238"/>
              </a:solidFill>
              <a:prstDash val="solid"/>
            </a:ln>
          </p:spPr>
        </p:sp>
        <p:sp>
          <p:nvSpPr>
            <p:cNvPr id="514" name="four:topology-swaps:critical-node:514">
              <a:extLst>
                <a:ext uri="{FF2B5EF4-FFF2-40B4-BE49-F238E27FC236}">
                  <ns2:creationId id="{47D5D16B-C78C-42BC-BC72-272B2FDEC7A5}"/>
                </a:ext>
              </a:extLst>
            </p:cNvPr>
            <p:cNvSpPr>
              <a:spLocks noGrp="1"/>
            </p:cNvSpPr>
            <p:nvPr/>
          </p:nvSpPr>
          <p:spPr>
            <a:xfrm>
              <a:off x="5993487" y="6298287"/>
              <a:ext cx="147876" cy="147876"/>
            </a:xfrm>
            <a:prstGeom prst="diamond">
              <a:avLst/>
            </a:prstGeom>
            <a:solidFill>
              <a:srgbClr val="0072B2"/>
            </a:solidFill>
            <a:ln w="10478">
              <a:solidFill>
                <a:srgbClr val="263238"/>
              </a:solidFill>
              <a:prstDash val="solid"/>
            </a:ln>
          </p:spPr>
        </p:sp>
        <p:sp>
          <p:nvSpPr>
            <p:cNvPr id="515" name="four:topology-swaps:line:515">
              <a:extLst>
                <a:ext uri="{FF2B5EF4-FFF2-40B4-BE49-F238E27FC236}">
                  <ns2:creationId id="{5740667E-A7E3-4D4D-A770-DEF3F5A883AF}"/>
                </a:ext>
              </a:extLst>
            </p:cNvPr>
            <p:cNvSpPr>
              <a:spLocks noGrp="1"/>
            </p:cNvSpPr>
            <p:nvPr/>
          </p:nvSpPr>
          <p:spPr>
            <a:xfrm>
              <a:off x="6570345" y="5677853"/>
              <a:ext cx="953" cy="694372"/>
            </a:xfrm>
            <a:custGeom>
              <a:pathLst>
                <a:path w="953" h="694372">
                  <a:moveTo>
                    <a:pt x="0" y="0"/>
                  </a:moveTo>
                  <a:lnTo>
                    <a:pt x="0" y="613767"/>
                  </a:lnTo>
                </a:path>
              </a:pathLst>
            </a:custGeom>
            <a:noFill/>
            <a:ln w="10478">
              <a:solidFill>
                <a:srgbClr val="263238"/>
              </a:solidFill>
              <a:prstDash val="solid"/>
            </a:ln>
          </p:spPr>
        </p:sp>
        <p:sp>
          <p:nvSpPr>
            <p:cNvPr id="516" name="four:topology-swaps:regular-node:516">
              <a:extLst>
                <a:ext uri="{FF2B5EF4-FFF2-40B4-BE49-F238E27FC236}">
                  <ns2:creationId id="{1D951264-805D-432D-B3F0-F5B3E0338E2A}"/>
                </a:ext>
              </a:extLst>
            </p:cNvPr>
            <p:cNvSpPr>
              <a:spLocks noGrp="1"/>
            </p:cNvSpPr>
            <p:nvPr/>
          </p:nvSpPr>
          <p:spPr>
            <a:xfrm>
              <a:off x="6545206" y="5851146"/>
              <a:ext cx="50278" cy="50278"/>
            </a:xfrm>
            <a:prstGeom prst="ellipse">
              <a:avLst/>
            </a:prstGeom>
            <a:solidFill>
              <a:srgbClr val="CC79A7"/>
            </a:solidFill>
            <a:ln w="6668">
              <a:solidFill>
                <a:srgbClr val="263238"/>
              </a:solidFill>
              <a:prstDash val="solid"/>
            </a:ln>
          </p:spPr>
        </p:sp>
        <p:sp>
          <p:nvSpPr>
            <p:cNvPr id="517" name="four:topology-swaps:regular-node:517">
              <a:extLst>
                <a:ext uri="{FF2B5EF4-FFF2-40B4-BE49-F238E27FC236}">
                  <ns2:creationId id="{0D5DAA63-DF53-4EA4-8654-4C368CED08AE}"/>
                </a:ext>
              </a:extLst>
            </p:cNvPr>
            <p:cNvSpPr>
              <a:spLocks noGrp="1"/>
            </p:cNvSpPr>
            <p:nvPr/>
          </p:nvSpPr>
          <p:spPr>
            <a:xfrm>
              <a:off x="6545206" y="6074716"/>
              <a:ext cx="50278" cy="50278"/>
            </a:xfrm>
            <a:prstGeom prst="ellipse">
              <a:avLst/>
            </a:prstGeom>
            <a:solidFill>
              <a:srgbClr val="CC79A7"/>
            </a:solidFill>
            <a:ln w="6668">
              <a:solidFill>
                <a:srgbClr val="263238"/>
              </a:solidFill>
              <a:prstDash val="solid"/>
            </a:ln>
          </p:spPr>
        </p:sp>
        <p:sp>
          <p:nvSpPr>
            <p:cNvPr id="518" name="four:topology-swaps:critical-node:518">
              <a:extLst>
                <a:ext uri="{FF2B5EF4-FFF2-40B4-BE49-F238E27FC236}">
                  <ns2:creationId id="{5C714A40-8A1E-4CA4-B1FF-6D0702538690}"/>
                </a:ext>
              </a:extLst>
            </p:cNvPr>
            <p:cNvSpPr>
              <a:spLocks noGrp="1"/>
            </p:cNvSpPr>
            <p:nvPr/>
          </p:nvSpPr>
          <p:spPr>
            <a:xfrm>
              <a:off x="6496407" y="6298287"/>
              <a:ext cx="147876" cy="147876"/>
            </a:xfrm>
            <a:prstGeom prst="diamond">
              <a:avLst/>
            </a:prstGeom>
            <a:solidFill>
              <a:srgbClr val="CC79A7"/>
            </a:solidFill>
            <a:ln w="10478">
              <a:solidFill>
                <a:srgbClr val="263238"/>
              </a:solidFill>
              <a:prstDash val="solid"/>
            </a:ln>
          </p:spPr>
        </p:sp>
        <p:sp>
          <p:nvSpPr>
            <p:cNvPr id="519" name="four:topology-swaps:line:519">
              <a:extLst>
                <a:ext uri="{FF2B5EF4-FFF2-40B4-BE49-F238E27FC236}">
                  <ns2:creationId id="{7320AD31-EC1B-4EDA-AD73-2C099A009FF1}"/>
                </a:ext>
              </a:extLst>
            </p:cNvPr>
            <p:cNvSpPr>
              <a:spLocks noGrp="1"/>
            </p:cNvSpPr>
            <p:nvPr/>
          </p:nvSpPr>
          <p:spPr>
            <a:xfrm>
              <a:off x="7073265" y="6115050"/>
              <a:ext cx="953" cy="257175"/>
            </a:xfrm>
            <a:custGeom>
              <a:pathLst>
                <a:path w="953" h="257175">
                  <a:moveTo>
                    <a:pt x="0" y="0"/>
                  </a:moveTo>
                  <a:lnTo>
                    <a:pt x="0" y="176570"/>
                  </a:lnTo>
                </a:path>
              </a:pathLst>
            </a:custGeom>
            <a:noFill/>
            <a:ln w="10478">
              <a:solidFill>
                <a:srgbClr val="263238"/>
              </a:solidFill>
              <a:prstDash val="solid"/>
            </a:ln>
          </p:spPr>
        </p:sp>
        <p:sp>
          <p:nvSpPr>
            <p:cNvPr id="520" name="four:topology-swaps:regular-node:520">
              <a:extLst>
                <a:ext uri="{FF2B5EF4-FFF2-40B4-BE49-F238E27FC236}">
                  <ns2:creationId id="{F2E2BF28-4526-488A-9951-F57C4BF1B560}"/>
                </a:ext>
              </a:extLst>
            </p:cNvPr>
            <p:cNvSpPr>
              <a:spLocks noGrp="1"/>
            </p:cNvSpPr>
            <p:nvPr/>
          </p:nvSpPr>
          <p:spPr>
            <a:xfrm>
              <a:off x="7048126" y="6181530"/>
              <a:ext cx="50278" cy="50278"/>
            </a:xfrm>
            <a:prstGeom prst="ellipse">
              <a:avLst/>
            </a:prstGeom>
            <a:solidFill>
              <a:srgbClr val="D55E00"/>
            </a:solidFill>
            <a:ln w="6668">
              <a:solidFill>
                <a:srgbClr val="263238"/>
              </a:solidFill>
              <a:prstDash val="solid"/>
            </a:ln>
          </p:spPr>
        </p:sp>
        <p:sp>
          <p:nvSpPr>
            <p:cNvPr id="521" name="four:topology-swaps:critical-node:521">
              <a:extLst>
                <a:ext uri="{FF2B5EF4-FFF2-40B4-BE49-F238E27FC236}">
                  <ns2:creationId id="{88199C01-939B-4D7A-9706-29BAFBBDC0BC}"/>
                </a:ext>
              </a:extLst>
            </p:cNvPr>
            <p:cNvSpPr>
              <a:spLocks noGrp="1"/>
            </p:cNvSpPr>
            <p:nvPr/>
          </p:nvSpPr>
          <p:spPr>
            <a:xfrm>
              <a:off x="6999327" y="6298287"/>
              <a:ext cx="147876" cy="147876"/>
            </a:xfrm>
            <a:prstGeom prst="diamond">
              <a:avLst/>
            </a:prstGeom>
            <a:solidFill>
              <a:srgbClr val="D55E00"/>
            </a:solidFill>
            <a:ln w="10478">
              <a:solidFill>
                <a:srgbClr val="263238"/>
              </a:solidFill>
              <a:prstDash val="solid"/>
            </a:ln>
          </p:spPr>
        </p:sp>
        <p:sp>
          <p:nvSpPr>
            <p:cNvPr id="522" name="four:topology-swaps:line:522">
              <a:extLst>
                <a:ext uri="{FF2B5EF4-FFF2-40B4-BE49-F238E27FC236}">
                  <ns2:creationId id="{15CE5974-B7AE-4FA2-BFB3-500F583F8BE5}"/>
                </a:ext>
              </a:extLst>
            </p:cNvPr>
            <p:cNvSpPr>
              <a:spLocks noGrp="1"/>
            </p:cNvSpPr>
            <p:nvPr/>
          </p:nvSpPr>
          <p:spPr>
            <a:xfrm>
              <a:off x="7576185" y="6115050"/>
              <a:ext cx="953" cy="257175"/>
            </a:xfrm>
            <a:custGeom>
              <a:pathLst>
                <a:path w="953" h="257175">
                  <a:moveTo>
                    <a:pt x="0" y="0"/>
                  </a:moveTo>
                  <a:lnTo>
                    <a:pt x="0" y="176570"/>
                  </a:lnTo>
                </a:path>
              </a:pathLst>
            </a:custGeom>
            <a:noFill/>
            <a:ln w="10478">
              <a:solidFill>
                <a:srgbClr val="263238"/>
              </a:solidFill>
              <a:prstDash val="solid"/>
            </a:ln>
          </p:spPr>
        </p:sp>
        <p:sp>
          <p:nvSpPr>
            <p:cNvPr id="523" name="four:topology-swaps:regular-node:523">
              <a:extLst>
                <a:ext uri="{FF2B5EF4-FFF2-40B4-BE49-F238E27FC236}">
                  <ns2:creationId id="{741DF905-BF67-4928-8ECB-1759414E42F6}"/>
                </a:ext>
              </a:extLst>
            </p:cNvPr>
            <p:cNvSpPr>
              <a:spLocks noGrp="1"/>
            </p:cNvSpPr>
            <p:nvPr/>
          </p:nvSpPr>
          <p:spPr>
            <a:xfrm>
              <a:off x="7551046" y="6181530"/>
              <a:ext cx="50278" cy="50278"/>
            </a:xfrm>
            <a:prstGeom prst="ellipse">
              <a:avLst/>
            </a:prstGeom>
            <a:solidFill>
              <a:srgbClr val="009E73"/>
            </a:solidFill>
            <a:ln w="6668">
              <a:solidFill>
                <a:srgbClr val="263238"/>
              </a:solidFill>
              <a:prstDash val="solid"/>
            </a:ln>
          </p:spPr>
        </p:sp>
        <p:sp>
          <p:nvSpPr>
            <p:cNvPr id="524" name="four:topology-swaps:critical-node:524">
              <a:extLst>
                <a:ext uri="{FF2B5EF4-FFF2-40B4-BE49-F238E27FC236}">
                  <ns2:creationId id="{9F4C15B2-0640-4DA5-A786-3AC20A45E1E7}"/>
                </a:ext>
              </a:extLst>
            </p:cNvPr>
            <p:cNvSpPr>
              <a:spLocks noGrp="1"/>
            </p:cNvSpPr>
            <p:nvPr/>
          </p:nvSpPr>
          <p:spPr>
            <a:xfrm>
              <a:off x="7502247" y="6298287"/>
              <a:ext cx="147876" cy="147876"/>
            </a:xfrm>
            <a:prstGeom prst="diamond">
              <a:avLst/>
            </a:prstGeom>
            <a:solidFill>
              <a:srgbClr val="009E73"/>
            </a:solidFill>
            <a:ln w="10478">
              <a:solidFill>
                <a:srgbClr val="263238"/>
              </a:solidFill>
              <a:prstDash val="solid"/>
            </a:ln>
          </p:spPr>
        </p:sp>
        <p:sp>
          <p:nvSpPr>
            <p:cNvPr id="525" name="four:topology-swaps:rightArrow:525">
              <a:extLst>
                <a:ext uri="{FF2B5EF4-FFF2-40B4-BE49-F238E27FC236}">
                  <ns2:creationId id="{F96A2C23-D76A-4D60-AE0F-8CD1CAAE2530}"/>
                </a:ext>
              </a:extLst>
            </p:cNvPr>
            <p:cNvSpPr>
              <a:spLocks noGrp="1"/>
            </p:cNvSpPr>
            <p:nvPr/>
          </p:nvSpPr>
          <p:spPr>
            <a:xfrm>
              <a:off x="5381625" y="5610225"/>
              <a:ext cx="371475" cy="276225"/>
            </a:xfrm>
            <a:prstGeom prst="rightArrow">
              <a:avLst/>
            </a:prstGeom>
            <a:solidFill>
              <a:srgbClr val="91A5B4"/>
            </a:solidFill>
            <a:ln w="0">
              <a:noFill/>
              <a:prstDash val="solid"/>
            </a:ln>
          </p:spPr>
        </p:sp>
        <p:sp>
          <p:nvSpPr>
            <p:cNvPr id="526" name="four:topology-swaps:textbox:526">
              <a:extLst>
                <a:ext uri="{FF2B5EF4-FFF2-40B4-BE49-F238E27FC236}">
                  <ns2:creationId id="{996B31F9-FF3C-4C3D-BCD9-796525D45F78}"/>
                </a:ext>
              </a:extLst>
            </p:cNvPr>
            <p:cNvSpPr>
              <a:spLocks noGrp="1"/>
            </p:cNvSpPr>
            <p:nvPr/>
          </p:nvSpPr>
          <p:spPr>
            <a:xfrm>
              <a:off x="5238750" y="5257800"/>
              <a:ext cx="657225" cy="257175"/>
            </a:xfrm>
            <a:prstGeom prst="rect">
              <a:avLst/>
            </a:prstGeom>
            <a:noFill/>
            <a:ln w="0">
              <a:noFill/>
              <a:prstDash val="solid"/>
            </a:ln>
          </p:spPr>
          <p:txBody>
            <a:bodyPr wrap="none" lIns="0" tIns="0" rIns="0" bIns="0" anchor="ctr">
              <a:normAutofit fontScale="100000"/>
            </a:bodyPr>
            <a:lstStyle>
              <a:defPPr algn="ctr">
                <a:defRPr sz="1500" b="1">
                  <a:solidFill>
                    <a:srgbClr val="7B8790"/>
                  </a:solidFill>
                  <a:latin typeface="Arial"/>
                  <a:ea typeface="Arial"/>
                  <a:cs typeface="Arial"/>
                </a:defRPr>
              </a:defPPr>
            </a:lstStyle>
            <a:p>
              <a:pPr algn="ctr">
                <a:defRPr sz="1500" b="1">
                  <a:solidFill>
                    <a:srgbClr val="7B8790"/>
                  </a:solidFill>
                  <a:latin typeface="Arial"/>
                  <a:ea typeface="Arial"/>
                  <a:cs typeface="Arial"/>
                </a:defRPr>
              </a:pPr>
              <a:r>
                <a:rPr sz="1500" b="1">
                  <a:solidFill>
                    <a:srgbClr val="7B8790"/>
                  </a:solidFill>
                  <a:latin typeface="Arial"/>
                  <a:ea typeface="Arial"/>
                  <a:cs typeface="Arial"/>
                </a:rPr>
                <a:t>Swap</a:t>
              </a:r>
            </a:p>
          </p:txBody>
        </p:sp>
        <p:sp>
          <p:nvSpPr>
            <p:cNvPr id="527" name="four:topology-swaps:line:527">
              <a:extLst>
                <a:ext uri="{FF2B5EF4-FFF2-40B4-BE49-F238E27FC236}">
                  <ns2:creationId id="{069A5B73-BE68-44A8-847F-10F177863BEC}"/>
                </a:ext>
              </a:extLst>
            </p:cNvPr>
            <p:cNvSpPr>
              <a:spLocks noGrp="1"/>
            </p:cNvSpPr>
            <p:nvPr/>
          </p:nvSpPr>
          <p:spPr>
            <a:xfrm>
              <a:off x="3505200" y="6581775"/>
              <a:ext cx="1733550" cy="953"/>
            </a:xfrm>
            <a:custGeom>
              <a:pathLst>
                <a:path w="1733550" h="953">
                  <a:moveTo>
                    <a:pt x="0" y="0"/>
                  </a:moveTo>
                  <a:lnTo>
                    <a:pt x="1733550" y="0"/>
                  </a:lnTo>
                </a:path>
              </a:pathLst>
            </a:custGeom>
            <a:noFill/>
            <a:ln w="10478">
              <a:solidFill>
                <a:srgbClr val="263238"/>
              </a:solidFill>
              <a:prstDash val="dash"/>
            </a:ln>
          </p:spPr>
        </p:sp>
        <p:sp>
          <p:nvSpPr>
            <p:cNvPr id="528" name="four:topology-swaps:polygon:528">
              <a:extLst>
                <a:ext uri="{FF2B5EF4-FFF2-40B4-BE49-F238E27FC236}">
                  <ns2:creationId id="{1AC765BC-BF9E-4999-91C9-4AF6AFFFF705}"/>
                </a:ext>
              </a:extLst>
            </p:cNvPr>
            <p:cNvSpPr>
              <a:spLocks noGrp="1"/>
            </p:cNvSpPr>
            <p:nvPr/>
          </p:nvSpPr>
          <p:spPr>
            <a:xfrm>
              <a:off x="5181600" y="6557201"/>
              <a:ext cx="57150" cy="49149"/>
            </a:xfrm>
            <a:custGeom>
              <a:pathLst>
                <a:path w="57150" h="49149">
                  <a:moveTo>
                    <a:pt x="57150" y="24574"/>
                  </a:moveTo>
                  <a:lnTo>
                    <a:pt x="0" y="0"/>
                  </a:lnTo>
                  <a:lnTo>
                    <a:pt x="0" y="49149"/>
                  </a:lnTo>
                  <a:close/>
                </a:path>
              </a:pathLst>
            </a:custGeom>
            <a:solidFill>
              <a:srgbClr val="263238"/>
            </a:solidFill>
            <a:ln w="0">
              <a:noFill/>
              <a:prstDash val="solid"/>
            </a:ln>
          </p:spPr>
        </p:sp>
        <p:sp>
          <p:nvSpPr>
            <p:cNvPr id="529" name="four:topology-swaps:textbox:529">
              <a:extLst>
                <a:ext uri="{FF2B5EF4-FFF2-40B4-BE49-F238E27FC236}">
                  <ns2:creationId id="{F44E340B-2828-44D5-97CC-8E55522B2DC7}"/>
                </a:ext>
              </a:extLst>
            </p:cNvPr>
            <p:cNvSpPr>
              <a:spLocks noGrp="1"/>
            </p:cNvSpPr>
            <p:nvPr/>
          </p:nvSpPr>
          <p:spPr>
            <a:xfrm>
              <a:off x="3324225" y="6391275"/>
              <a:ext cx="266700" cy="342900"/>
            </a:xfrm>
            <a:prstGeom prst="rect">
              <a:avLst/>
            </a:prstGeom>
            <a:noFill/>
            <a:ln w="0">
              <a:noFill/>
              <a:prstDash val="solid"/>
            </a:ln>
          </p:spPr>
          <p:txBody>
            <a:bodyPr wrap="none" lIns="0" tIns="0" rIns="0" bIns="0" anchor="ctr">
              <a:normAutofit fontScale="100000"/>
            </a:bodyPr>
            <a:lstStyle>
              <a:defPPr algn="ctr">
                <a:defRPr sz="1650" b="0">
                  <a:solidFill>
                    <a:srgbClr val="7B8790"/>
                  </a:solidFill>
                  <a:latin typeface="Arial"/>
                  <a:ea typeface="Arial"/>
                  <a:cs typeface="Arial"/>
                </a:defRPr>
              </a:defPPr>
            </a:lstStyle>
            <a:p>
              <a:pPr algn="ctr">
                <a:defRPr sz="1650" b="0">
                  <a:solidFill>
                    <a:srgbClr val="7B8790"/>
                  </a:solidFill>
                  <a:latin typeface="Arial"/>
                  <a:ea typeface="Arial"/>
                  <a:cs typeface="Arial"/>
                </a:defRPr>
              </a:pPr>
              <a:r>
                <a:rPr sz="1650" b="0">
                  <a:solidFill>
                    <a:srgbClr val="7B8790"/>
                  </a:solidFill>
                  <a:latin typeface="Arial"/>
                  <a:ea typeface="Arial"/>
                  <a:cs typeface="Arial"/>
                </a:rPr>
                <a:t>u</a:t>
              </a:r>
              <a:r>
                <a:rPr sz="1188" b="0" baseline="-25000">
                  <a:solidFill>
                    <a:srgbClr val="7B8790"/>
                  </a:solidFill>
                  <a:latin typeface="Arial"/>
                  <a:ea typeface="Arial"/>
                  <a:cs typeface="Arial"/>
                </a:rPr>
                <a:t>i</a:t>
              </a:r>
            </a:p>
          </p:txBody>
        </p:sp>
        <p:sp>
          <p:nvSpPr>
            <p:cNvPr id="530" name="four:topology-swaps:line:530">
              <a:extLst>
                <a:ext uri="{FF2B5EF4-FFF2-40B4-BE49-F238E27FC236}">
                  <ns2:creationId id="{97FCFA4F-0461-45E7-B18C-05A794362E06}"/>
                </a:ext>
              </a:extLst>
            </p:cNvPr>
            <p:cNvSpPr>
              <a:spLocks noGrp="1"/>
            </p:cNvSpPr>
            <p:nvPr/>
          </p:nvSpPr>
          <p:spPr>
            <a:xfrm>
              <a:off x="4122420" y="6448425"/>
              <a:ext cx="953" cy="228600"/>
            </a:xfrm>
            <a:custGeom>
              <a:pathLst>
                <a:path w="953" h="228600">
                  <a:moveTo>
                    <a:pt x="0" y="4405"/>
                  </a:moveTo>
                  <a:lnTo>
                    <a:pt x="0" y="228600"/>
                  </a:lnTo>
                </a:path>
              </a:pathLst>
            </a:custGeom>
            <a:noFill/>
            <a:ln w="13335">
              <a:solidFill>
                <a:srgbClr val="0072B2"/>
              </a:solidFill>
              <a:prstDash val="dash"/>
            </a:ln>
          </p:spPr>
        </p:sp>
        <p:sp>
          <p:nvSpPr>
            <p:cNvPr id="531" name="four:topology-swaps:line:531">
              <a:extLst>
                <a:ext uri="{FF2B5EF4-FFF2-40B4-BE49-F238E27FC236}">
                  <ns2:creationId id="{D375D91F-A330-44D2-9806-3F81181D9E92}"/>
                </a:ext>
              </a:extLst>
            </p:cNvPr>
            <p:cNvSpPr>
              <a:spLocks noGrp="1"/>
            </p:cNvSpPr>
            <p:nvPr/>
          </p:nvSpPr>
          <p:spPr>
            <a:xfrm>
              <a:off x="4093845" y="6486525"/>
              <a:ext cx="57150" cy="953"/>
            </a:xfrm>
            <a:custGeom>
              <a:pathLst>
                <a:path w="57150" h="953">
                  <a:moveTo>
                    <a:pt x="0" y="0"/>
                  </a:moveTo>
                  <a:lnTo>
                    <a:pt x="57150" y="0"/>
                  </a:lnTo>
                </a:path>
              </a:pathLst>
            </a:custGeom>
            <a:noFill/>
            <a:ln w="14288">
              <a:solidFill>
                <a:srgbClr val="0072B2"/>
              </a:solidFill>
              <a:prstDash val="solid"/>
            </a:ln>
          </p:spPr>
        </p:sp>
        <p:sp>
          <p:nvSpPr>
            <p:cNvPr id="532" name="four:topology-swaps:regular-node:532">
              <a:extLst>
                <a:ext uri="{FF2B5EF4-FFF2-40B4-BE49-F238E27FC236}">
                  <ns2:creationId id="{952C0BBE-36F5-4F42-881C-939927CE85F9}"/>
                </a:ext>
              </a:extLst>
            </p:cNvPr>
            <p:cNvSpPr>
              <a:spLocks noGrp="1"/>
            </p:cNvSpPr>
            <p:nvPr/>
          </p:nvSpPr>
          <p:spPr>
            <a:xfrm>
              <a:off x="4104323" y="6563678"/>
              <a:ext cx="36195" cy="36195"/>
            </a:xfrm>
            <a:prstGeom prst="ellipse">
              <a:avLst/>
            </a:prstGeom>
            <a:solidFill>
              <a:srgbClr val="0072B2"/>
            </a:solidFill>
            <a:ln w="0">
              <a:noFill/>
              <a:prstDash val="solid"/>
            </a:ln>
          </p:spPr>
        </p:sp>
        <p:sp>
          <p:nvSpPr>
            <p:cNvPr id="533" name="four:topology-swaps:line:533">
              <a:extLst>
                <a:ext uri="{FF2B5EF4-FFF2-40B4-BE49-F238E27FC236}">
                  <ns2:creationId id="{67E3EA2C-3F29-4C7F-9FF5-6AA738C89F8E}"/>
                </a:ext>
              </a:extLst>
            </p:cNvPr>
            <p:cNvSpPr>
              <a:spLocks noGrp="1"/>
            </p:cNvSpPr>
            <p:nvPr/>
          </p:nvSpPr>
          <p:spPr>
            <a:xfrm>
              <a:off x="3619500" y="6696075"/>
              <a:ext cx="502920" cy="200025"/>
            </a:xfrm>
            <a:custGeom>
              <a:pathLst>
                <a:path w="502920" h="200025">
                  <a:moveTo>
                    <a:pt x="502920" y="0"/>
                  </a:moveTo>
                  <a:lnTo>
                    <a:pt x="0" y="200025"/>
                  </a:lnTo>
                </a:path>
              </a:pathLst>
            </a:custGeom>
            <a:noFill/>
            <a:ln w="10478">
              <a:solidFill>
                <a:srgbClr val="0072B2">
                  <a:alpha val="60000"/>
                </a:srgbClr>
              </a:solidFill>
              <a:prstDash val="solid"/>
            </a:ln>
          </p:spPr>
        </p:sp>
        <p:sp>
          <p:nvSpPr>
            <p:cNvPr id="534" name="four:topology-swaps:line:534">
              <a:extLst>
                <a:ext uri="{FF2B5EF4-FFF2-40B4-BE49-F238E27FC236}">
                  <ns2:creationId id="{A4DFEA4D-50F8-4477-9284-E4DE350FCBD6}"/>
                </a:ext>
              </a:extLst>
            </p:cNvPr>
            <p:cNvSpPr>
              <a:spLocks noGrp="1"/>
            </p:cNvSpPr>
            <p:nvPr/>
          </p:nvSpPr>
          <p:spPr>
            <a:xfrm>
              <a:off x="5128260" y="6448425"/>
              <a:ext cx="953" cy="228600"/>
            </a:xfrm>
            <a:custGeom>
              <a:pathLst>
                <a:path w="953" h="228600">
                  <a:moveTo>
                    <a:pt x="0" y="4405"/>
                  </a:moveTo>
                  <a:lnTo>
                    <a:pt x="0" y="228600"/>
                  </a:lnTo>
                </a:path>
              </a:pathLst>
            </a:custGeom>
            <a:noFill/>
            <a:ln w="13335">
              <a:solidFill>
                <a:srgbClr val="D55E00"/>
              </a:solidFill>
              <a:prstDash val="dash"/>
            </a:ln>
          </p:spPr>
        </p:sp>
        <p:sp>
          <p:nvSpPr>
            <p:cNvPr id="535" name="four:topology-swaps:line:535">
              <a:extLst>
                <a:ext uri="{FF2B5EF4-FFF2-40B4-BE49-F238E27FC236}">
                  <ns2:creationId id="{F33B5478-661B-4446-814C-73775A3A421C}"/>
                </a:ext>
              </a:extLst>
            </p:cNvPr>
            <p:cNvSpPr>
              <a:spLocks noGrp="1"/>
            </p:cNvSpPr>
            <p:nvPr/>
          </p:nvSpPr>
          <p:spPr>
            <a:xfrm>
              <a:off x="5099685" y="6486525"/>
              <a:ext cx="57150" cy="953"/>
            </a:xfrm>
            <a:custGeom>
              <a:pathLst>
                <a:path w="57150" h="953">
                  <a:moveTo>
                    <a:pt x="0" y="0"/>
                  </a:moveTo>
                  <a:lnTo>
                    <a:pt x="57150" y="0"/>
                  </a:lnTo>
                </a:path>
              </a:pathLst>
            </a:custGeom>
            <a:noFill/>
            <a:ln w="14288">
              <a:solidFill>
                <a:srgbClr val="D55E00"/>
              </a:solidFill>
              <a:prstDash val="solid"/>
            </a:ln>
          </p:spPr>
        </p:sp>
        <p:sp>
          <p:nvSpPr>
            <p:cNvPr id="536" name="four:topology-swaps:regular-node:536">
              <a:extLst>
                <a:ext uri="{FF2B5EF4-FFF2-40B4-BE49-F238E27FC236}">
                  <ns2:creationId id="{9A797C43-2115-4FCF-970D-ED1C65663313}"/>
                </a:ext>
              </a:extLst>
            </p:cNvPr>
            <p:cNvSpPr>
              <a:spLocks noGrp="1"/>
            </p:cNvSpPr>
            <p:nvPr/>
          </p:nvSpPr>
          <p:spPr>
            <a:xfrm>
              <a:off x="5110163" y="6563678"/>
              <a:ext cx="36195" cy="36195"/>
            </a:xfrm>
            <a:prstGeom prst="ellipse">
              <a:avLst/>
            </a:prstGeom>
            <a:solidFill>
              <a:srgbClr val="D55E00"/>
            </a:solidFill>
            <a:ln w="0">
              <a:noFill/>
              <a:prstDash val="solid"/>
            </a:ln>
          </p:spPr>
        </p:sp>
        <p:sp>
          <p:nvSpPr>
            <p:cNvPr id="537" name="four:topology-swaps:line:537">
              <a:extLst>
                <a:ext uri="{FF2B5EF4-FFF2-40B4-BE49-F238E27FC236}">
                  <ns2:creationId id="{BFCB1C2A-2C85-4324-B04A-9E6978062B98}"/>
                </a:ext>
              </a:extLst>
            </p:cNvPr>
            <p:cNvSpPr>
              <a:spLocks noGrp="1"/>
            </p:cNvSpPr>
            <p:nvPr/>
          </p:nvSpPr>
          <p:spPr>
            <a:xfrm>
              <a:off x="4076700" y="6696075"/>
              <a:ext cx="1051560" cy="200025"/>
            </a:xfrm>
            <a:custGeom>
              <a:pathLst>
                <a:path w="1051560" h="200025">
                  <a:moveTo>
                    <a:pt x="1051560" y="0"/>
                  </a:moveTo>
                  <a:lnTo>
                    <a:pt x="0" y="200025"/>
                  </a:lnTo>
                </a:path>
              </a:pathLst>
            </a:custGeom>
            <a:noFill/>
            <a:ln w="10478">
              <a:solidFill>
                <a:srgbClr val="D55E00">
                  <a:alpha val="60000"/>
                </a:srgbClr>
              </a:solidFill>
              <a:prstDash val="solid"/>
            </a:ln>
          </p:spPr>
        </p:sp>
        <p:sp>
          <p:nvSpPr>
            <p:cNvPr id="538" name="four:topology-swaps:line:538">
              <a:extLst>
                <a:ext uri="{FF2B5EF4-FFF2-40B4-BE49-F238E27FC236}">
                  <ns2:creationId id="{B3DF5743-4FCC-4966-B1B3-C0528125A0CF}"/>
                </a:ext>
              </a:extLst>
            </p:cNvPr>
            <p:cNvSpPr>
              <a:spLocks noGrp="1"/>
            </p:cNvSpPr>
            <p:nvPr/>
          </p:nvSpPr>
          <p:spPr>
            <a:xfrm>
              <a:off x="4625340" y="6448425"/>
              <a:ext cx="953" cy="228600"/>
            </a:xfrm>
            <a:custGeom>
              <a:pathLst>
                <a:path w="953" h="228600">
                  <a:moveTo>
                    <a:pt x="0" y="4405"/>
                  </a:moveTo>
                  <a:lnTo>
                    <a:pt x="0" y="228600"/>
                  </a:lnTo>
                </a:path>
              </a:pathLst>
            </a:custGeom>
            <a:noFill/>
            <a:ln w="13335">
              <a:solidFill>
                <a:srgbClr val="009E73"/>
              </a:solidFill>
              <a:prstDash val="dash"/>
            </a:ln>
          </p:spPr>
        </p:sp>
        <p:sp>
          <p:nvSpPr>
            <p:cNvPr id="539" name="four:topology-swaps:line:539">
              <a:extLst>
                <a:ext uri="{FF2B5EF4-FFF2-40B4-BE49-F238E27FC236}">
                  <ns2:creationId id="{1AAEA9CF-54DE-467B-B72E-9F653ABECA08}"/>
                </a:ext>
              </a:extLst>
            </p:cNvPr>
            <p:cNvSpPr>
              <a:spLocks noGrp="1"/>
            </p:cNvSpPr>
            <p:nvPr/>
          </p:nvSpPr>
          <p:spPr>
            <a:xfrm>
              <a:off x="4596765" y="6486525"/>
              <a:ext cx="57150" cy="953"/>
            </a:xfrm>
            <a:custGeom>
              <a:pathLst>
                <a:path w="57150" h="953">
                  <a:moveTo>
                    <a:pt x="0" y="0"/>
                  </a:moveTo>
                  <a:lnTo>
                    <a:pt x="57150" y="0"/>
                  </a:lnTo>
                </a:path>
              </a:pathLst>
            </a:custGeom>
            <a:noFill/>
            <a:ln w="14288">
              <a:solidFill>
                <a:srgbClr val="009E73"/>
              </a:solidFill>
              <a:prstDash val="solid"/>
            </a:ln>
          </p:spPr>
        </p:sp>
        <p:sp>
          <p:nvSpPr>
            <p:cNvPr id="540" name="four:topology-swaps:regular-node:540">
              <a:extLst>
                <a:ext uri="{FF2B5EF4-FFF2-40B4-BE49-F238E27FC236}">
                  <ns2:creationId id="{586F46FB-B191-4B88-BBB6-11C112301AF9}"/>
                </a:ext>
              </a:extLst>
            </p:cNvPr>
            <p:cNvSpPr>
              <a:spLocks noGrp="1"/>
            </p:cNvSpPr>
            <p:nvPr/>
          </p:nvSpPr>
          <p:spPr>
            <a:xfrm>
              <a:off x="4607243" y="6563678"/>
              <a:ext cx="36195" cy="36195"/>
            </a:xfrm>
            <a:prstGeom prst="ellipse">
              <a:avLst/>
            </a:prstGeom>
            <a:solidFill>
              <a:srgbClr val="009E73"/>
            </a:solidFill>
            <a:ln w="0">
              <a:noFill/>
              <a:prstDash val="solid"/>
            </a:ln>
          </p:spPr>
        </p:sp>
        <p:sp>
          <p:nvSpPr>
            <p:cNvPr id="541" name="four:topology-swaps:line:541">
              <a:extLst>
                <a:ext uri="{FF2B5EF4-FFF2-40B4-BE49-F238E27FC236}">
                  <ns2:creationId id="{68BF0628-67E8-4620-BBD5-1AFC12C0511D}"/>
                </a:ext>
              </a:extLst>
            </p:cNvPr>
            <p:cNvSpPr>
              <a:spLocks noGrp="1"/>
            </p:cNvSpPr>
            <p:nvPr/>
          </p:nvSpPr>
          <p:spPr>
            <a:xfrm>
              <a:off x="4533900" y="6696075"/>
              <a:ext cx="91440" cy="200025"/>
            </a:xfrm>
            <a:custGeom>
              <a:pathLst>
                <a:path w="91440" h="200025">
                  <a:moveTo>
                    <a:pt x="91440" y="0"/>
                  </a:moveTo>
                  <a:lnTo>
                    <a:pt x="0" y="200025"/>
                  </a:lnTo>
                </a:path>
              </a:pathLst>
            </a:custGeom>
            <a:noFill/>
            <a:ln w="10478">
              <a:solidFill>
                <a:srgbClr val="009E73">
                  <a:alpha val="60000"/>
                </a:srgbClr>
              </a:solidFill>
              <a:prstDash val="solid"/>
            </a:ln>
          </p:spPr>
        </p:sp>
        <p:sp>
          <p:nvSpPr>
            <p:cNvPr id="542" name="four:topology-swaps:line:542">
              <a:extLst>
                <a:ext uri="{FF2B5EF4-FFF2-40B4-BE49-F238E27FC236}">
                  <ns2:creationId id="{A49A8796-261B-4EF7-B504-658AADDC7BF9}"/>
                </a:ext>
              </a:extLst>
            </p:cNvPr>
            <p:cNvSpPr>
              <a:spLocks noGrp="1"/>
            </p:cNvSpPr>
            <p:nvPr/>
          </p:nvSpPr>
          <p:spPr>
            <a:xfrm>
              <a:off x="3619500" y="6448425"/>
              <a:ext cx="953" cy="228600"/>
            </a:xfrm>
            <a:custGeom>
              <a:pathLst>
                <a:path w="953" h="228600">
                  <a:moveTo>
                    <a:pt x="0" y="4405"/>
                  </a:moveTo>
                  <a:lnTo>
                    <a:pt x="0" y="228600"/>
                  </a:lnTo>
                </a:path>
              </a:pathLst>
            </a:custGeom>
            <a:noFill/>
            <a:ln w="13335">
              <a:solidFill>
                <a:srgbClr val="CC79A7"/>
              </a:solidFill>
              <a:prstDash val="dash"/>
            </a:ln>
          </p:spPr>
        </p:sp>
        <p:sp>
          <p:nvSpPr>
            <p:cNvPr id="543" name="four:topology-swaps:line:543">
              <a:extLst>
                <a:ext uri="{FF2B5EF4-FFF2-40B4-BE49-F238E27FC236}">
                  <ns2:creationId id="{663C9CCA-1496-49AA-850E-2EA635706BD5}"/>
                </a:ext>
              </a:extLst>
            </p:cNvPr>
            <p:cNvSpPr>
              <a:spLocks noGrp="1"/>
            </p:cNvSpPr>
            <p:nvPr/>
          </p:nvSpPr>
          <p:spPr>
            <a:xfrm>
              <a:off x="3590925" y="6486525"/>
              <a:ext cx="57150" cy="953"/>
            </a:xfrm>
            <a:custGeom>
              <a:pathLst>
                <a:path w="57150" h="953">
                  <a:moveTo>
                    <a:pt x="0" y="0"/>
                  </a:moveTo>
                  <a:lnTo>
                    <a:pt x="57150" y="0"/>
                  </a:lnTo>
                </a:path>
              </a:pathLst>
            </a:custGeom>
            <a:noFill/>
            <a:ln w="14288">
              <a:solidFill>
                <a:srgbClr val="CC79A7"/>
              </a:solidFill>
              <a:prstDash val="solid"/>
            </a:ln>
          </p:spPr>
        </p:sp>
        <p:sp>
          <p:nvSpPr>
            <p:cNvPr id="544" name="four:topology-swaps:regular-node:544">
              <a:extLst>
                <a:ext uri="{FF2B5EF4-FFF2-40B4-BE49-F238E27FC236}">
                  <ns2:creationId id="{AF020A12-926F-4DAC-8553-4F86C3575D92}"/>
                </a:ext>
              </a:extLst>
            </p:cNvPr>
            <p:cNvSpPr>
              <a:spLocks noGrp="1"/>
            </p:cNvSpPr>
            <p:nvPr/>
          </p:nvSpPr>
          <p:spPr>
            <a:xfrm>
              <a:off x="3601403" y="6563678"/>
              <a:ext cx="36195" cy="36195"/>
            </a:xfrm>
            <a:prstGeom prst="ellipse">
              <a:avLst/>
            </a:prstGeom>
            <a:solidFill>
              <a:srgbClr val="CC79A7"/>
            </a:solidFill>
            <a:ln w="0">
              <a:noFill/>
              <a:prstDash val="solid"/>
            </a:ln>
          </p:spPr>
        </p:sp>
        <p:sp>
          <p:nvSpPr>
            <p:cNvPr id="545" name="four:topology-swaps:line:545">
              <a:extLst>
                <a:ext uri="{FF2B5EF4-FFF2-40B4-BE49-F238E27FC236}">
                  <ns2:creationId id="{A9F14AD1-28D7-4A8A-8434-D98652E45CE4}"/>
                </a:ext>
              </a:extLst>
            </p:cNvPr>
            <p:cNvSpPr>
              <a:spLocks noGrp="1"/>
            </p:cNvSpPr>
            <p:nvPr/>
          </p:nvSpPr>
          <p:spPr>
            <a:xfrm>
              <a:off x="3619500" y="6696075"/>
              <a:ext cx="1371600" cy="200025"/>
            </a:xfrm>
            <a:custGeom>
              <a:pathLst>
                <a:path w="1371600" h="200025">
                  <a:moveTo>
                    <a:pt x="0" y="0"/>
                  </a:moveTo>
                  <a:lnTo>
                    <a:pt x="1371600" y="200025"/>
                  </a:lnTo>
                </a:path>
              </a:pathLst>
            </a:custGeom>
            <a:noFill/>
            <a:ln w="10478">
              <a:solidFill>
                <a:srgbClr val="CC79A7">
                  <a:alpha val="60000"/>
                </a:srgbClr>
              </a:solidFill>
              <a:prstDash val="solid"/>
            </a:ln>
          </p:spPr>
        </p:sp>
        <p:sp>
          <p:nvSpPr>
            <p:cNvPr id="546" name="four:topology-swaps:line:546">
              <a:extLst>
                <a:ext uri="{FF2B5EF4-FFF2-40B4-BE49-F238E27FC236}">
                  <ns2:creationId id="{15655E97-48C6-43E2-B2DC-26F6759B6623}"/>
                </a:ext>
              </a:extLst>
            </p:cNvPr>
            <p:cNvSpPr>
              <a:spLocks noGrp="1"/>
            </p:cNvSpPr>
            <p:nvPr/>
          </p:nvSpPr>
          <p:spPr>
            <a:xfrm>
              <a:off x="3505200" y="7010400"/>
              <a:ext cx="1733550" cy="953"/>
            </a:xfrm>
            <a:custGeom>
              <a:pathLst>
                <a:path w="1733550" h="953">
                  <a:moveTo>
                    <a:pt x="0" y="0"/>
                  </a:moveTo>
                  <a:lnTo>
                    <a:pt x="1733550" y="0"/>
                  </a:lnTo>
                </a:path>
              </a:pathLst>
            </a:custGeom>
            <a:noFill/>
            <a:ln w="12383">
              <a:solidFill>
                <a:srgbClr val="263238"/>
              </a:solidFill>
              <a:prstDash val="solid"/>
            </a:ln>
          </p:spPr>
        </p:sp>
        <p:sp>
          <p:nvSpPr>
            <p:cNvPr id="547" name="four:topology-swaps:polygon:547">
              <a:extLst>
                <a:ext uri="{FF2B5EF4-FFF2-40B4-BE49-F238E27FC236}">
                  <ns2:creationId id="{DB31AC0F-35CA-40E0-8A40-569989AD6638}"/>
                </a:ext>
              </a:extLst>
            </p:cNvPr>
            <p:cNvSpPr>
              <a:spLocks noGrp="1"/>
            </p:cNvSpPr>
            <p:nvPr/>
          </p:nvSpPr>
          <p:spPr>
            <a:xfrm>
              <a:off x="5181600" y="6985826"/>
              <a:ext cx="57150" cy="49149"/>
            </a:xfrm>
            <a:custGeom>
              <a:pathLst>
                <a:path w="57150" h="49149">
                  <a:moveTo>
                    <a:pt x="57150" y="24574"/>
                  </a:moveTo>
                  <a:lnTo>
                    <a:pt x="0" y="0"/>
                  </a:lnTo>
                  <a:lnTo>
                    <a:pt x="0" y="49149"/>
                  </a:lnTo>
                  <a:close/>
                </a:path>
              </a:pathLst>
            </a:custGeom>
            <a:solidFill>
              <a:srgbClr val="263238"/>
            </a:solidFill>
            <a:ln w="0">
              <a:noFill/>
              <a:prstDash val="solid"/>
            </a:ln>
          </p:spPr>
        </p:sp>
        <p:sp>
          <p:nvSpPr>
            <p:cNvPr id="548" name="four:topology-swaps:textbox:548">
              <a:extLst>
                <a:ext uri="{FF2B5EF4-FFF2-40B4-BE49-F238E27FC236}">
                  <ns2:creationId id="{19962A8A-5CF8-4EBF-B6CC-089002C27B87}"/>
                </a:ext>
              </a:extLst>
            </p:cNvPr>
            <p:cNvSpPr>
              <a:spLocks noGrp="1"/>
            </p:cNvSpPr>
            <p:nvPr/>
          </p:nvSpPr>
          <p:spPr>
            <a:xfrm>
              <a:off x="3324225" y="6819900"/>
              <a:ext cx="266700" cy="342900"/>
            </a:xfrm>
            <a:prstGeom prst="rect">
              <a:avLst/>
            </a:prstGeom>
            <a:noFill/>
            <a:ln w="0">
              <a:noFill/>
              <a:prstDash val="solid"/>
            </a:ln>
          </p:spPr>
          <p:txBody>
            <a:bodyPr wrap="none" lIns="0" tIns="0" rIns="0" bIns="0" anchor="ctr">
              <a:normAutofit fontScale="100000"/>
            </a:bodyPr>
            <a:lstStyle>
              <a:defPPr algn="ctr">
                <a:defRPr sz="1650" b="0">
                  <a:solidFill>
                    <a:srgbClr val="7B8790"/>
                  </a:solidFill>
                  <a:latin typeface="Arial"/>
                  <a:ea typeface="Arial"/>
                  <a:cs typeface="Arial"/>
                </a:defRPr>
              </a:defPPr>
            </a:lstStyle>
            <a:p>
              <a:pPr algn="ctr">
                <a:defRPr sz="1650" b="0">
                  <a:solidFill>
                    <a:srgbClr val="7B8790"/>
                  </a:solidFill>
                  <a:latin typeface="Arial"/>
                  <a:ea typeface="Arial"/>
                  <a:cs typeface="Arial"/>
                </a:defRPr>
              </a:pPr>
              <a:r>
                <a:rPr sz="1650" b="0">
                  <a:solidFill>
                    <a:srgbClr val="7B8790"/>
                  </a:solidFill>
                  <a:latin typeface="Arial"/>
                  <a:ea typeface="Arial"/>
                  <a:cs typeface="Arial"/>
                </a:rPr>
                <a:t>q</a:t>
              </a:r>
              <a:r>
                <a:rPr sz="1188" b="0" baseline="-25000">
                  <a:solidFill>
                    <a:srgbClr val="7B8790"/>
                  </a:solidFill>
                  <a:latin typeface="Arial"/>
                  <a:ea typeface="Arial"/>
                  <a:cs typeface="Arial"/>
                </a:rPr>
                <a:t>i</a:t>
              </a:r>
            </a:p>
          </p:txBody>
        </p:sp>
        <p:sp>
          <p:nvSpPr>
            <p:cNvPr id="549" name="four:topology-swaps:interval-A:549">
              <a:extLst>
                <a:ext uri="{FF2B5EF4-FFF2-40B4-BE49-F238E27FC236}">
                  <ns2:creationId id="{DC090E75-218D-4475-9319-F248224A09C2}"/>
                </a:ext>
              </a:extLst>
            </p:cNvPr>
            <p:cNvSpPr>
              <a:spLocks noGrp="1"/>
            </p:cNvSpPr>
            <p:nvPr/>
          </p:nvSpPr>
          <p:spPr>
            <a:xfrm>
              <a:off x="3528060" y="6905625"/>
              <a:ext cx="182880" cy="209550"/>
            </a:xfrm>
            <a:prstGeom prst="rect">
              <a:avLst/>
            </a:prstGeom>
            <a:solidFill>
              <a:srgbClr val="0072B2"/>
            </a:solidFill>
            <a:ln w="7620">
              <a:solidFill>
                <a:srgbClr val="263238"/>
              </a:solidFill>
              <a:prstDash val="solid"/>
            </a:ln>
          </p:spPr>
        </p:sp>
        <p:sp>
          <p:nvSpPr>
            <p:cNvPr id="550" name="four:topology-swaps:regular-node:550">
              <a:extLst>
                <a:ext uri="{FF2B5EF4-FFF2-40B4-BE49-F238E27FC236}">
                  <ns2:creationId id="{FC7E749B-D7F4-4AD3-8F18-5F353E6589ED}"/>
                </a:ext>
              </a:extLst>
            </p:cNvPr>
            <p:cNvSpPr>
              <a:spLocks noGrp="1"/>
            </p:cNvSpPr>
            <p:nvPr/>
          </p:nvSpPr>
          <p:spPr>
            <a:xfrm>
              <a:off x="3599498" y="6990398"/>
              <a:ext cx="40005" cy="40005"/>
            </a:xfrm>
            <a:prstGeom prst="ellipse">
              <a:avLst/>
            </a:prstGeom>
            <a:solidFill>
              <a:srgbClr val="263238"/>
            </a:solidFill>
            <a:ln w="0">
              <a:noFill/>
              <a:prstDash val="solid"/>
            </a:ln>
          </p:spPr>
        </p:sp>
        <p:sp>
          <p:nvSpPr>
            <p:cNvPr id="551" name="four:topology-swaps:interval-C:551">
              <a:extLst>
                <a:ext uri="{FF2B5EF4-FFF2-40B4-BE49-F238E27FC236}">
                  <ns2:creationId id="{1AE37BBD-A54B-4122-BE13-44A27194D014}"/>
                </a:ext>
              </a:extLst>
            </p:cNvPr>
            <p:cNvSpPr>
              <a:spLocks noGrp="1"/>
            </p:cNvSpPr>
            <p:nvPr/>
          </p:nvSpPr>
          <p:spPr>
            <a:xfrm>
              <a:off x="3985260" y="6905625"/>
              <a:ext cx="182880" cy="209550"/>
            </a:xfrm>
            <a:prstGeom prst="rect">
              <a:avLst/>
            </a:prstGeom>
            <a:solidFill>
              <a:srgbClr val="D55E00"/>
            </a:solidFill>
            <a:ln w="7620">
              <a:solidFill>
                <a:srgbClr val="263238"/>
              </a:solidFill>
              <a:prstDash val="solid"/>
            </a:ln>
          </p:spPr>
        </p:sp>
        <p:sp>
          <p:nvSpPr>
            <p:cNvPr id="552" name="four:topology-swaps:regular-node:552">
              <a:extLst>
                <a:ext uri="{FF2B5EF4-FFF2-40B4-BE49-F238E27FC236}">
                  <ns2:creationId id="{D87732C7-2771-48F2-91D5-19CE43169F0A}"/>
                </a:ext>
              </a:extLst>
            </p:cNvPr>
            <p:cNvSpPr>
              <a:spLocks noGrp="1"/>
            </p:cNvSpPr>
            <p:nvPr/>
          </p:nvSpPr>
          <p:spPr>
            <a:xfrm>
              <a:off x="4056698" y="6990398"/>
              <a:ext cx="40005" cy="40005"/>
            </a:xfrm>
            <a:prstGeom prst="ellipse">
              <a:avLst/>
            </a:prstGeom>
            <a:solidFill>
              <a:srgbClr val="263238"/>
            </a:solidFill>
            <a:ln w="0">
              <a:noFill/>
              <a:prstDash val="solid"/>
            </a:ln>
          </p:spPr>
        </p:sp>
        <p:sp>
          <p:nvSpPr>
            <p:cNvPr id="553" name="four:topology-swaps:interval-D:553">
              <a:extLst>
                <a:ext uri="{FF2B5EF4-FFF2-40B4-BE49-F238E27FC236}">
                  <ns2:creationId id="{3A53FB43-8CF1-481A-8193-E46894F0ACD8}"/>
                </a:ext>
              </a:extLst>
            </p:cNvPr>
            <p:cNvSpPr>
              <a:spLocks noGrp="1"/>
            </p:cNvSpPr>
            <p:nvPr/>
          </p:nvSpPr>
          <p:spPr>
            <a:xfrm>
              <a:off x="4442460" y="6905625"/>
              <a:ext cx="182880" cy="209550"/>
            </a:xfrm>
            <a:prstGeom prst="rect">
              <a:avLst/>
            </a:prstGeom>
            <a:solidFill>
              <a:srgbClr val="009E73"/>
            </a:solidFill>
            <a:ln w="7620">
              <a:solidFill>
                <a:srgbClr val="263238"/>
              </a:solidFill>
              <a:prstDash val="solid"/>
            </a:ln>
          </p:spPr>
        </p:sp>
        <p:sp>
          <p:nvSpPr>
            <p:cNvPr id="554" name="four:topology-swaps:regular-node:554">
              <a:extLst>
                <a:ext uri="{FF2B5EF4-FFF2-40B4-BE49-F238E27FC236}">
                  <ns2:creationId id="{D84A2958-709B-4523-9E30-7E8A68ECFE09}"/>
                </a:ext>
              </a:extLst>
            </p:cNvPr>
            <p:cNvSpPr>
              <a:spLocks noGrp="1"/>
            </p:cNvSpPr>
            <p:nvPr/>
          </p:nvSpPr>
          <p:spPr>
            <a:xfrm>
              <a:off x="4513898" y="6990398"/>
              <a:ext cx="40005" cy="40005"/>
            </a:xfrm>
            <a:prstGeom prst="ellipse">
              <a:avLst/>
            </a:prstGeom>
            <a:solidFill>
              <a:srgbClr val="263238"/>
            </a:solidFill>
            <a:ln w="0">
              <a:noFill/>
              <a:prstDash val="solid"/>
            </a:ln>
          </p:spPr>
        </p:sp>
        <p:sp>
          <p:nvSpPr>
            <p:cNvPr id="555" name="four:topology-swaps:interval-B:555">
              <a:extLst>
                <a:ext uri="{FF2B5EF4-FFF2-40B4-BE49-F238E27FC236}">
                  <ns2:creationId id="{D4C45A56-CAB4-4006-8416-6AA116830D30}"/>
                </a:ext>
              </a:extLst>
            </p:cNvPr>
            <p:cNvSpPr>
              <a:spLocks noGrp="1"/>
            </p:cNvSpPr>
            <p:nvPr/>
          </p:nvSpPr>
          <p:spPr>
            <a:xfrm>
              <a:off x="4899660" y="6905625"/>
              <a:ext cx="182880" cy="209550"/>
            </a:xfrm>
            <a:prstGeom prst="rect">
              <a:avLst/>
            </a:prstGeom>
            <a:solidFill>
              <a:srgbClr val="CC79A7"/>
            </a:solidFill>
            <a:ln w="7620">
              <a:solidFill>
                <a:srgbClr val="263238"/>
              </a:solidFill>
              <a:prstDash val="solid"/>
            </a:ln>
          </p:spPr>
        </p:sp>
        <p:sp>
          <p:nvSpPr>
            <p:cNvPr id="556" name="four:topology-swaps:regular-node:556">
              <a:extLst>
                <a:ext uri="{FF2B5EF4-FFF2-40B4-BE49-F238E27FC236}">
                  <ns2:creationId id="{321DCF64-E61F-45C8-9FFC-46F690738D59}"/>
                </a:ext>
              </a:extLst>
            </p:cNvPr>
            <p:cNvSpPr>
              <a:spLocks noGrp="1"/>
            </p:cNvSpPr>
            <p:nvPr/>
          </p:nvSpPr>
          <p:spPr>
            <a:xfrm>
              <a:off x="4971098" y="6990398"/>
              <a:ext cx="40005" cy="40005"/>
            </a:xfrm>
            <a:prstGeom prst="ellipse">
              <a:avLst/>
            </a:prstGeom>
            <a:solidFill>
              <a:srgbClr val="263238"/>
            </a:solidFill>
            <a:ln w="0">
              <a:noFill/>
              <a:prstDash val="solid"/>
            </a:ln>
          </p:spPr>
        </p:sp>
        <p:sp>
          <p:nvSpPr>
            <p:cNvPr id="557" name="four:topology-swaps:line:557">
              <a:extLst>
                <a:ext uri="{FF2B5EF4-FFF2-40B4-BE49-F238E27FC236}">
                  <ns2:creationId id="{A1160E21-2319-407E-B530-45D9E95CE058}"/>
                </a:ext>
              </a:extLst>
            </p:cNvPr>
            <p:cNvSpPr>
              <a:spLocks noGrp="1"/>
            </p:cNvSpPr>
            <p:nvPr/>
          </p:nvSpPr>
          <p:spPr>
            <a:xfrm>
              <a:off x="3619500" y="6696075"/>
              <a:ext cx="953" cy="171450"/>
            </a:xfrm>
            <a:custGeom>
              <a:pathLst>
                <a:path w="953" h="171450">
                  <a:moveTo>
                    <a:pt x="0" y="0"/>
                  </a:moveTo>
                  <a:lnTo>
                    <a:pt x="0" y="171450"/>
                  </a:lnTo>
                </a:path>
              </a:pathLst>
            </a:custGeom>
            <a:noFill/>
            <a:ln w="9525">
              <a:solidFill>
                <a:srgbClr val="CC79A7">
                  <a:alpha val="85000"/>
                </a:srgbClr>
              </a:solidFill>
              <a:prstDash val="dash"/>
            </a:ln>
          </p:spPr>
        </p:sp>
        <p:sp>
          <p:nvSpPr>
            <p:cNvPr id="558" name="four:topology-swaps:line:558">
              <a:extLst>
                <a:ext uri="{FF2B5EF4-FFF2-40B4-BE49-F238E27FC236}">
                  <ns2:creationId id="{1D37C885-7F78-4A4A-8C08-E92ECAE80071}"/>
                </a:ext>
              </a:extLst>
            </p:cNvPr>
            <p:cNvSpPr>
              <a:spLocks noGrp="1"/>
            </p:cNvSpPr>
            <p:nvPr/>
          </p:nvSpPr>
          <p:spPr>
            <a:xfrm>
              <a:off x="3619500" y="7153275"/>
              <a:ext cx="953" cy="266700"/>
            </a:xfrm>
            <a:custGeom>
              <a:pathLst>
                <a:path w="953" h="266700">
                  <a:moveTo>
                    <a:pt x="0" y="0"/>
                  </a:moveTo>
                  <a:lnTo>
                    <a:pt x="0" y="266700"/>
                  </a:lnTo>
                </a:path>
              </a:pathLst>
            </a:custGeom>
            <a:noFill/>
            <a:ln w="9525">
              <a:solidFill>
                <a:srgbClr val="CC79A7">
                  <a:alpha val="85000"/>
                </a:srgbClr>
              </a:solidFill>
              <a:prstDash val="dash"/>
            </a:ln>
          </p:spPr>
        </p:sp>
        <p:sp>
          <p:nvSpPr>
            <p:cNvPr id="559" name="four:topology-swaps:line:559">
              <a:extLst>
                <a:ext uri="{FF2B5EF4-FFF2-40B4-BE49-F238E27FC236}">
                  <ns2:creationId id="{511EE3A6-8BC3-44C8-BB2A-BF3CEA1E6AF6}"/>
                </a:ext>
              </a:extLst>
            </p:cNvPr>
            <p:cNvSpPr>
              <a:spLocks noGrp="1"/>
            </p:cNvSpPr>
            <p:nvPr/>
          </p:nvSpPr>
          <p:spPr>
            <a:xfrm>
              <a:off x="4991100" y="7124700"/>
              <a:ext cx="953" cy="295275"/>
            </a:xfrm>
            <a:custGeom>
              <a:pathLst>
                <a:path w="953" h="295275">
                  <a:moveTo>
                    <a:pt x="0" y="0"/>
                  </a:moveTo>
                  <a:lnTo>
                    <a:pt x="0" y="295275"/>
                  </a:lnTo>
                </a:path>
              </a:pathLst>
            </a:custGeom>
            <a:noFill/>
            <a:ln w="9525">
              <a:solidFill>
                <a:srgbClr val="CC79A7"/>
              </a:solidFill>
              <a:prstDash val="solid"/>
            </a:ln>
          </p:spPr>
        </p:sp>
        <p:sp>
          <p:nvSpPr>
            <p:cNvPr id="560" name="four:topology-swaps:line:560">
              <a:extLst>
                <a:ext uri="{FF2B5EF4-FFF2-40B4-BE49-F238E27FC236}">
                  <ns2:creationId id="{1AEE84CE-8CBD-4A3C-9A78-DF9BDBA7CFB8}"/>
                </a:ext>
              </a:extLst>
            </p:cNvPr>
            <p:cNvSpPr>
              <a:spLocks noGrp="1"/>
            </p:cNvSpPr>
            <p:nvPr/>
          </p:nvSpPr>
          <p:spPr>
            <a:xfrm>
              <a:off x="3619500" y="7419975"/>
              <a:ext cx="1371600" cy="953"/>
            </a:xfrm>
            <a:custGeom>
              <a:pathLst>
                <a:path w="1371600" h="953">
                  <a:moveTo>
                    <a:pt x="0" y="0"/>
                  </a:moveTo>
                  <a:lnTo>
                    <a:pt x="1371600" y="0"/>
                  </a:lnTo>
                </a:path>
              </a:pathLst>
            </a:custGeom>
            <a:noFill/>
            <a:ln w="17145">
              <a:solidFill>
                <a:srgbClr val="CC79A7"/>
              </a:solidFill>
              <a:prstDash val="solid"/>
            </a:ln>
          </p:spPr>
        </p:sp>
        <p:sp>
          <p:nvSpPr>
            <p:cNvPr id="561" name="four:topology-swaps:polygon:561">
              <a:extLst>
                <a:ext uri="{FF2B5EF4-FFF2-40B4-BE49-F238E27FC236}">
                  <ns2:creationId id="{CB8F9689-303F-4E5F-89C9-982E229DC309}"/>
                </a:ext>
              </a:extLst>
            </p:cNvPr>
            <p:cNvSpPr>
              <a:spLocks noGrp="1"/>
            </p:cNvSpPr>
            <p:nvPr/>
          </p:nvSpPr>
          <p:spPr>
            <a:xfrm>
              <a:off x="4933950" y="7395401"/>
              <a:ext cx="57150" cy="49149"/>
            </a:xfrm>
            <a:custGeom>
              <a:pathLst>
                <a:path w="57150" h="49149">
                  <a:moveTo>
                    <a:pt x="57150" y="24574"/>
                  </a:moveTo>
                  <a:lnTo>
                    <a:pt x="0" y="0"/>
                  </a:lnTo>
                  <a:lnTo>
                    <a:pt x="0" y="49149"/>
                  </a:lnTo>
                  <a:close/>
                </a:path>
              </a:pathLst>
            </a:custGeom>
            <a:solidFill>
              <a:srgbClr val="CC79A7"/>
            </a:solidFill>
            <a:ln w="0">
              <a:noFill/>
              <a:prstDash val="solid"/>
            </a:ln>
          </p:spPr>
        </p:sp>
        <p:sp>
          <p:nvSpPr>
            <p:cNvPr id="562" name="four:topology-swaps:polygon:562">
              <a:extLst>
                <a:ext uri="{FF2B5EF4-FFF2-40B4-BE49-F238E27FC236}">
                  <ns2:creationId id="{271E17C8-8BDE-47BB-89DE-7AFCCD79053C}"/>
                </a:ext>
              </a:extLst>
            </p:cNvPr>
            <p:cNvSpPr>
              <a:spLocks noGrp="1"/>
            </p:cNvSpPr>
            <p:nvPr/>
          </p:nvSpPr>
          <p:spPr>
            <a:xfrm>
              <a:off x="3619500" y="7395401"/>
              <a:ext cx="57150" cy="49149"/>
            </a:xfrm>
            <a:custGeom>
              <a:pathLst>
                <a:path w="57150" h="49149">
                  <a:moveTo>
                    <a:pt x="0" y="24574"/>
                  </a:moveTo>
                  <a:lnTo>
                    <a:pt x="57150" y="49149"/>
                  </a:lnTo>
                  <a:lnTo>
                    <a:pt x="57150" y="0"/>
                  </a:lnTo>
                  <a:close/>
                </a:path>
              </a:pathLst>
            </a:custGeom>
            <a:solidFill>
              <a:srgbClr val="CC79A7"/>
            </a:solidFill>
            <a:ln w="0">
              <a:noFill/>
              <a:prstDash val="solid"/>
            </a:ln>
          </p:spPr>
        </p:sp>
        <p:sp>
          <p:nvSpPr>
            <p:cNvPr id="563" name="four:topology-swaps:textbox:563">
              <a:extLst>
                <a:ext uri="{FF2B5EF4-FFF2-40B4-BE49-F238E27FC236}">
                  <ns2:creationId id="{E86E127E-EDBD-421D-A3E4-B25808B76B2D}"/>
                </a:ext>
              </a:extLst>
            </p:cNvPr>
            <p:cNvSpPr>
              <a:spLocks noGrp="1"/>
            </p:cNvSpPr>
            <p:nvPr/>
          </p:nvSpPr>
          <p:spPr>
            <a:xfrm>
              <a:off x="3876675" y="7086600"/>
              <a:ext cx="857250" cy="342900"/>
            </a:xfrm>
            <a:prstGeom prst="rect">
              <a:avLst/>
            </a:prstGeom>
            <a:noFill/>
            <a:ln w="0">
              <a:noFill/>
              <a:prstDash val="solid"/>
            </a:ln>
          </p:spPr>
          <p:txBody>
            <a:bodyPr wrap="none" lIns="0" tIns="0" rIns="0" bIns="0" anchor="ctr">
              <a:normAutofit fontScale="100000"/>
            </a:bodyPr>
            <a:lstStyle>
              <a:defPPr algn="ctr">
                <a:defRPr sz="1800" b="0">
                  <a:solidFill>
                    <a:srgbClr val="CC79A7"/>
                  </a:solidFill>
                  <a:latin typeface="Arial"/>
                  <a:ea typeface="Arial"/>
                  <a:cs typeface="Arial"/>
                </a:defRPr>
              </a:defPPr>
            </a:lstStyle>
            <a:p>
              <a:pPr algn="ctr">
                <a:defRPr sz="1800" b="0">
                  <a:solidFill>
                    <a:srgbClr val="CC79A7"/>
                  </a:solidFill>
                  <a:latin typeface="Arial"/>
                  <a:ea typeface="Arial"/>
                  <a:cs typeface="Arial"/>
                </a:defRPr>
              </a:pPr>
              <a:r>
                <a:rPr sz="1800" b="0">
                  <a:solidFill>
                    <a:srgbClr val="CC79A7"/>
                  </a:solidFill>
                  <a:latin typeface="Arial"/>
                  <a:ea typeface="Arial"/>
                  <a:cs typeface="Arial"/>
                </a:rPr>
                <a:t>τ(π)</a:t>
              </a:r>
            </a:p>
          </p:txBody>
        </p:sp>
        <p:sp>
          <p:nvSpPr>
            <p:cNvPr id="564" name="four:topology-swaps:line:564">
              <a:extLst>
                <a:ext uri="{FF2B5EF4-FFF2-40B4-BE49-F238E27FC236}">
                  <ns2:creationId id="{2FED49A5-DA84-4ED1-84CB-0D25440BBA0D}"/>
                </a:ext>
              </a:extLst>
            </p:cNvPr>
            <p:cNvSpPr>
              <a:spLocks noGrp="1"/>
            </p:cNvSpPr>
            <p:nvPr/>
          </p:nvSpPr>
          <p:spPr>
            <a:xfrm>
              <a:off x="5953125" y="6581775"/>
              <a:ext cx="1733550" cy="953"/>
            </a:xfrm>
            <a:custGeom>
              <a:pathLst>
                <a:path w="1733550" h="953">
                  <a:moveTo>
                    <a:pt x="0" y="0"/>
                  </a:moveTo>
                  <a:lnTo>
                    <a:pt x="1733550" y="0"/>
                  </a:lnTo>
                </a:path>
              </a:pathLst>
            </a:custGeom>
            <a:noFill/>
            <a:ln w="10478">
              <a:solidFill>
                <a:srgbClr val="263238"/>
              </a:solidFill>
              <a:prstDash val="dash"/>
            </a:ln>
          </p:spPr>
        </p:sp>
        <p:sp>
          <p:nvSpPr>
            <p:cNvPr id="565" name="four:topology-swaps:polygon:565">
              <a:extLst>
                <a:ext uri="{FF2B5EF4-FFF2-40B4-BE49-F238E27FC236}">
                  <ns2:creationId id="{5F99A159-154F-4E35-B266-96D8CFF7E76F}"/>
                </a:ext>
              </a:extLst>
            </p:cNvPr>
            <p:cNvSpPr>
              <a:spLocks noGrp="1"/>
            </p:cNvSpPr>
            <p:nvPr/>
          </p:nvSpPr>
          <p:spPr>
            <a:xfrm>
              <a:off x="7629525" y="6557201"/>
              <a:ext cx="57150" cy="49149"/>
            </a:xfrm>
            <a:custGeom>
              <a:pathLst>
                <a:path w="57150" h="49149">
                  <a:moveTo>
                    <a:pt x="57150" y="24574"/>
                  </a:moveTo>
                  <a:lnTo>
                    <a:pt x="0" y="0"/>
                  </a:lnTo>
                  <a:lnTo>
                    <a:pt x="0" y="49149"/>
                  </a:lnTo>
                  <a:close/>
                </a:path>
              </a:pathLst>
            </a:custGeom>
            <a:solidFill>
              <a:srgbClr val="263238"/>
            </a:solidFill>
            <a:ln w="0">
              <a:noFill/>
              <a:prstDash val="solid"/>
            </a:ln>
          </p:spPr>
        </p:sp>
        <p:sp>
          <p:nvSpPr>
            <p:cNvPr id="566" name="four:topology-swaps:textbox:566">
              <a:extLst>
                <a:ext uri="{FF2B5EF4-FFF2-40B4-BE49-F238E27FC236}">
                  <ns2:creationId id="{85F463AA-42FA-4D2A-9A89-098520B1CFB7}"/>
                </a:ext>
              </a:extLst>
            </p:cNvPr>
            <p:cNvSpPr>
              <a:spLocks noGrp="1"/>
            </p:cNvSpPr>
            <p:nvPr/>
          </p:nvSpPr>
          <p:spPr>
            <a:xfrm>
              <a:off x="5772150" y="6391275"/>
              <a:ext cx="266700" cy="342900"/>
            </a:xfrm>
            <a:prstGeom prst="rect">
              <a:avLst/>
            </a:prstGeom>
            <a:noFill/>
            <a:ln w="0">
              <a:noFill/>
              <a:prstDash val="solid"/>
            </a:ln>
          </p:spPr>
          <p:txBody>
            <a:bodyPr wrap="none" lIns="0" tIns="0" rIns="0" bIns="0" anchor="ctr">
              <a:normAutofit fontScale="100000"/>
            </a:bodyPr>
            <a:lstStyle>
              <a:defPPr algn="ctr">
                <a:defRPr sz="1650" b="0">
                  <a:solidFill>
                    <a:srgbClr val="7B8790"/>
                  </a:solidFill>
                  <a:latin typeface="Arial"/>
                  <a:ea typeface="Arial"/>
                  <a:cs typeface="Arial"/>
                </a:defRPr>
              </a:defPPr>
            </a:lstStyle>
            <a:p>
              <a:pPr algn="ctr">
                <a:defRPr sz="1650" b="0">
                  <a:solidFill>
                    <a:srgbClr val="7B8790"/>
                  </a:solidFill>
                  <a:latin typeface="Arial"/>
                  <a:ea typeface="Arial"/>
                  <a:cs typeface="Arial"/>
                </a:defRPr>
              </a:pPr>
              <a:r>
                <a:rPr sz="1650" b="0">
                  <a:solidFill>
                    <a:srgbClr val="7B8790"/>
                  </a:solidFill>
                  <a:latin typeface="Arial"/>
                  <a:ea typeface="Arial"/>
                  <a:cs typeface="Arial"/>
                </a:rPr>
                <a:t>u</a:t>
              </a:r>
              <a:r>
                <a:rPr sz="1188" b="0" baseline="-25000">
                  <a:solidFill>
                    <a:srgbClr val="7B8790"/>
                  </a:solidFill>
                  <a:latin typeface="Arial"/>
                  <a:ea typeface="Arial"/>
                  <a:cs typeface="Arial"/>
                </a:rPr>
                <a:t>i</a:t>
              </a:r>
            </a:p>
          </p:txBody>
        </p:sp>
        <p:sp>
          <p:nvSpPr>
            <p:cNvPr id="567" name="four:topology-swaps:line:567">
              <a:extLst>
                <a:ext uri="{FF2B5EF4-FFF2-40B4-BE49-F238E27FC236}">
                  <ns2:creationId id="{076C0CAB-651A-4B25-91A2-FC0CA2D93A90}"/>
                </a:ext>
              </a:extLst>
            </p:cNvPr>
            <p:cNvSpPr>
              <a:spLocks noGrp="1"/>
            </p:cNvSpPr>
            <p:nvPr/>
          </p:nvSpPr>
          <p:spPr>
            <a:xfrm>
              <a:off x="6067425" y="6448425"/>
              <a:ext cx="953" cy="228600"/>
            </a:xfrm>
            <a:custGeom>
              <a:pathLst>
                <a:path w="953" h="228600">
                  <a:moveTo>
                    <a:pt x="0" y="4405"/>
                  </a:moveTo>
                  <a:lnTo>
                    <a:pt x="0" y="228600"/>
                  </a:lnTo>
                </a:path>
              </a:pathLst>
            </a:custGeom>
            <a:noFill/>
            <a:ln w="13335">
              <a:solidFill>
                <a:srgbClr val="0072B2"/>
              </a:solidFill>
              <a:prstDash val="dash"/>
            </a:ln>
          </p:spPr>
        </p:sp>
        <p:sp>
          <p:nvSpPr>
            <p:cNvPr id="568" name="four:topology-swaps:line:568">
              <a:extLst>
                <a:ext uri="{FF2B5EF4-FFF2-40B4-BE49-F238E27FC236}">
                  <ns2:creationId id="{12A56326-4ED9-4067-9C3F-E0F489D2D291}"/>
                </a:ext>
              </a:extLst>
            </p:cNvPr>
            <p:cNvSpPr>
              <a:spLocks noGrp="1"/>
            </p:cNvSpPr>
            <p:nvPr/>
          </p:nvSpPr>
          <p:spPr>
            <a:xfrm>
              <a:off x="6038850" y="6486525"/>
              <a:ext cx="57150" cy="953"/>
            </a:xfrm>
            <a:custGeom>
              <a:pathLst>
                <a:path w="57150" h="953">
                  <a:moveTo>
                    <a:pt x="0" y="0"/>
                  </a:moveTo>
                  <a:lnTo>
                    <a:pt x="57150" y="0"/>
                  </a:lnTo>
                </a:path>
              </a:pathLst>
            </a:custGeom>
            <a:noFill/>
            <a:ln w="14288">
              <a:solidFill>
                <a:srgbClr val="0072B2"/>
              </a:solidFill>
              <a:prstDash val="solid"/>
            </a:ln>
          </p:spPr>
        </p:sp>
        <p:sp>
          <p:nvSpPr>
            <p:cNvPr id="569" name="four:topology-swaps:regular-node:569">
              <a:extLst>
                <a:ext uri="{FF2B5EF4-FFF2-40B4-BE49-F238E27FC236}">
                  <ns2:creationId id="{29F8EA87-C15F-4638-8883-F2BEA50649B2}"/>
                </a:ext>
              </a:extLst>
            </p:cNvPr>
            <p:cNvSpPr>
              <a:spLocks noGrp="1"/>
            </p:cNvSpPr>
            <p:nvPr/>
          </p:nvSpPr>
          <p:spPr>
            <a:xfrm>
              <a:off x="6049328" y="6563678"/>
              <a:ext cx="36195" cy="36195"/>
            </a:xfrm>
            <a:prstGeom prst="ellipse">
              <a:avLst/>
            </a:prstGeom>
            <a:solidFill>
              <a:srgbClr val="0072B2"/>
            </a:solidFill>
            <a:ln w="0">
              <a:noFill/>
              <a:prstDash val="solid"/>
            </a:ln>
          </p:spPr>
        </p:sp>
        <p:sp>
          <p:nvSpPr>
            <p:cNvPr id="570" name="four:topology-swaps:line:570">
              <a:extLst>
                <a:ext uri="{FF2B5EF4-FFF2-40B4-BE49-F238E27FC236}">
                  <ns2:creationId id="{00A043B2-B669-4CDB-B203-0F2330FB08F7}"/>
                </a:ext>
              </a:extLst>
            </p:cNvPr>
            <p:cNvSpPr>
              <a:spLocks noGrp="1"/>
            </p:cNvSpPr>
            <p:nvPr/>
          </p:nvSpPr>
          <p:spPr>
            <a:xfrm>
              <a:off x="6067425" y="6696075"/>
              <a:ext cx="953" cy="200025"/>
            </a:xfrm>
            <a:custGeom>
              <a:pathLst>
                <a:path w="953" h="200025">
                  <a:moveTo>
                    <a:pt x="0" y="0"/>
                  </a:moveTo>
                  <a:lnTo>
                    <a:pt x="0" y="200025"/>
                  </a:lnTo>
                </a:path>
              </a:pathLst>
            </a:custGeom>
            <a:noFill/>
            <a:ln w="10478">
              <a:solidFill>
                <a:srgbClr val="0072B2">
                  <a:alpha val="60000"/>
                </a:srgbClr>
              </a:solidFill>
              <a:prstDash val="solid"/>
            </a:ln>
          </p:spPr>
        </p:sp>
        <p:sp>
          <p:nvSpPr>
            <p:cNvPr id="571" name="four:topology-swaps:line:571">
              <a:extLst>
                <a:ext uri="{FF2B5EF4-FFF2-40B4-BE49-F238E27FC236}">
                  <ns2:creationId id="{E89217B3-AD4F-46DB-B814-DD51BB8823C1}"/>
                </a:ext>
              </a:extLst>
            </p:cNvPr>
            <p:cNvSpPr>
              <a:spLocks noGrp="1"/>
            </p:cNvSpPr>
            <p:nvPr/>
          </p:nvSpPr>
          <p:spPr>
            <a:xfrm>
              <a:off x="7073265" y="6448425"/>
              <a:ext cx="953" cy="228600"/>
            </a:xfrm>
            <a:custGeom>
              <a:pathLst>
                <a:path w="953" h="228600">
                  <a:moveTo>
                    <a:pt x="0" y="4405"/>
                  </a:moveTo>
                  <a:lnTo>
                    <a:pt x="0" y="228600"/>
                  </a:lnTo>
                </a:path>
              </a:pathLst>
            </a:custGeom>
            <a:noFill/>
            <a:ln w="13335">
              <a:solidFill>
                <a:srgbClr val="D55E00"/>
              </a:solidFill>
              <a:prstDash val="dash"/>
            </a:ln>
          </p:spPr>
        </p:sp>
        <p:sp>
          <p:nvSpPr>
            <p:cNvPr id="572" name="four:topology-swaps:line:572">
              <a:extLst>
                <a:ext uri="{FF2B5EF4-FFF2-40B4-BE49-F238E27FC236}">
                  <ns2:creationId id="{F05B27E0-24E3-4844-A4A2-14EED66BB35B}"/>
                </a:ext>
              </a:extLst>
            </p:cNvPr>
            <p:cNvSpPr>
              <a:spLocks noGrp="1"/>
            </p:cNvSpPr>
            <p:nvPr/>
          </p:nvSpPr>
          <p:spPr>
            <a:xfrm>
              <a:off x="7044690" y="6486525"/>
              <a:ext cx="57150" cy="953"/>
            </a:xfrm>
            <a:custGeom>
              <a:pathLst>
                <a:path w="57150" h="953">
                  <a:moveTo>
                    <a:pt x="0" y="0"/>
                  </a:moveTo>
                  <a:lnTo>
                    <a:pt x="57150" y="0"/>
                  </a:lnTo>
                </a:path>
              </a:pathLst>
            </a:custGeom>
            <a:noFill/>
            <a:ln w="14288">
              <a:solidFill>
                <a:srgbClr val="D55E00"/>
              </a:solidFill>
              <a:prstDash val="solid"/>
            </a:ln>
          </p:spPr>
        </p:sp>
        <p:sp>
          <p:nvSpPr>
            <p:cNvPr id="573" name="four:topology-swaps:regular-node:573">
              <a:extLst>
                <a:ext uri="{FF2B5EF4-FFF2-40B4-BE49-F238E27FC236}">
                  <ns2:creationId id="{5A38E0EF-51D7-4E3B-8109-FCD1BAE1351E}"/>
                </a:ext>
              </a:extLst>
            </p:cNvPr>
            <p:cNvSpPr>
              <a:spLocks noGrp="1"/>
            </p:cNvSpPr>
            <p:nvPr/>
          </p:nvSpPr>
          <p:spPr>
            <a:xfrm>
              <a:off x="7055168" y="6563678"/>
              <a:ext cx="36195" cy="36195"/>
            </a:xfrm>
            <a:prstGeom prst="ellipse">
              <a:avLst/>
            </a:prstGeom>
            <a:solidFill>
              <a:srgbClr val="D55E00"/>
            </a:solidFill>
            <a:ln w="0">
              <a:noFill/>
              <a:prstDash val="solid"/>
            </a:ln>
          </p:spPr>
        </p:sp>
        <p:sp>
          <p:nvSpPr>
            <p:cNvPr id="574" name="four:topology-swaps:line:574">
              <a:extLst>
                <a:ext uri="{FF2B5EF4-FFF2-40B4-BE49-F238E27FC236}">
                  <ns2:creationId id="{0E1851A0-E571-4B9B-9130-E2EE5CC80A0A}"/>
                </a:ext>
              </a:extLst>
            </p:cNvPr>
            <p:cNvSpPr>
              <a:spLocks noGrp="1"/>
            </p:cNvSpPr>
            <p:nvPr/>
          </p:nvSpPr>
          <p:spPr>
            <a:xfrm>
              <a:off x="6524625" y="6696075"/>
              <a:ext cx="548640" cy="200025"/>
            </a:xfrm>
            <a:custGeom>
              <a:pathLst>
                <a:path w="548640" h="200025">
                  <a:moveTo>
                    <a:pt x="548640" y="0"/>
                  </a:moveTo>
                  <a:lnTo>
                    <a:pt x="0" y="200025"/>
                  </a:lnTo>
                </a:path>
              </a:pathLst>
            </a:custGeom>
            <a:noFill/>
            <a:ln w="10478">
              <a:solidFill>
                <a:srgbClr val="D55E00">
                  <a:alpha val="60000"/>
                </a:srgbClr>
              </a:solidFill>
              <a:prstDash val="solid"/>
            </a:ln>
          </p:spPr>
        </p:sp>
        <p:sp>
          <p:nvSpPr>
            <p:cNvPr id="575" name="four:topology-swaps:line:575">
              <a:extLst>
                <a:ext uri="{FF2B5EF4-FFF2-40B4-BE49-F238E27FC236}">
                  <ns2:creationId id="{A0143798-1229-42E5-B82C-A3F85B41DDCC}"/>
                </a:ext>
              </a:extLst>
            </p:cNvPr>
            <p:cNvSpPr>
              <a:spLocks noGrp="1"/>
            </p:cNvSpPr>
            <p:nvPr/>
          </p:nvSpPr>
          <p:spPr>
            <a:xfrm>
              <a:off x="7576185" y="6448425"/>
              <a:ext cx="953" cy="228600"/>
            </a:xfrm>
            <a:custGeom>
              <a:pathLst>
                <a:path w="953" h="228600">
                  <a:moveTo>
                    <a:pt x="0" y="4405"/>
                  </a:moveTo>
                  <a:lnTo>
                    <a:pt x="0" y="228600"/>
                  </a:lnTo>
                </a:path>
              </a:pathLst>
            </a:custGeom>
            <a:noFill/>
            <a:ln w="13335">
              <a:solidFill>
                <a:srgbClr val="009E73"/>
              </a:solidFill>
              <a:prstDash val="dash"/>
            </a:ln>
          </p:spPr>
        </p:sp>
        <p:sp>
          <p:nvSpPr>
            <p:cNvPr id="576" name="four:topology-swaps:line:576">
              <a:extLst>
                <a:ext uri="{FF2B5EF4-FFF2-40B4-BE49-F238E27FC236}">
                  <ns2:creationId id="{953FDCB1-2B36-4F80-96AE-78FA56F85C0B}"/>
                </a:ext>
              </a:extLst>
            </p:cNvPr>
            <p:cNvSpPr>
              <a:spLocks noGrp="1"/>
            </p:cNvSpPr>
            <p:nvPr/>
          </p:nvSpPr>
          <p:spPr>
            <a:xfrm>
              <a:off x="7547610" y="6486525"/>
              <a:ext cx="57150" cy="953"/>
            </a:xfrm>
            <a:custGeom>
              <a:pathLst>
                <a:path w="57150" h="953">
                  <a:moveTo>
                    <a:pt x="0" y="0"/>
                  </a:moveTo>
                  <a:lnTo>
                    <a:pt x="57150" y="0"/>
                  </a:lnTo>
                </a:path>
              </a:pathLst>
            </a:custGeom>
            <a:noFill/>
            <a:ln w="14288">
              <a:solidFill>
                <a:srgbClr val="009E73"/>
              </a:solidFill>
              <a:prstDash val="solid"/>
            </a:ln>
          </p:spPr>
        </p:sp>
        <p:sp>
          <p:nvSpPr>
            <p:cNvPr id="577" name="four:topology-swaps:regular-node:577">
              <a:extLst>
                <a:ext uri="{FF2B5EF4-FFF2-40B4-BE49-F238E27FC236}">
                  <ns2:creationId id="{96D1C70E-EFC4-4A96-9A5B-D5D676FBFEC4}"/>
                </a:ext>
              </a:extLst>
            </p:cNvPr>
            <p:cNvSpPr>
              <a:spLocks noGrp="1"/>
            </p:cNvSpPr>
            <p:nvPr/>
          </p:nvSpPr>
          <p:spPr>
            <a:xfrm>
              <a:off x="7558088" y="6563678"/>
              <a:ext cx="36195" cy="36195"/>
            </a:xfrm>
            <a:prstGeom prst="ellipse">
              <a:avLst/>
            </a:prstGeom>
            <a:solidFill>
              <a:srgbClr val="009E73"/>
            </a:solidFill>
            <a:ln w="0">
              <a:noFill/>
              <a:prstDash val="solid"/>
            </a:ln>
          </p:spPr>
        </p:sp>
        <p:sp>
          <p:nvSpPr>
            <p:cNvPr id="578" name="four:topology-swaps:line:578">
              <a:extLst>
                <a:ext uri="{FF2B5EF4-FFF2-40B4-BE49-F238E27FC236}">
                  <ns2:creationId id="{0D94359F-5203-42AC-A3FB-219975E6306A}"/>
                </a:ext>
              </a:extLst>
            </p:cNvPr>
            <p:cNvSpPr>
              <a:spLocks noGrp="1"/>
            </p:cNvSpPr>
            <p:nvPr/>
          </p:nvSpPr>
          <p:spPr>
            <a:xfrm>
              <a:off x="6981825" y="6696075"/>
              <a:ext cx="594360" cy="200025"/>
            </a:xfrm>
            <a:custGeom>
              <a:pathLst>
                <a:path w="594360" h="200025">
                  <a:moveTo>
                    <a:pt x="594360" y="0"/>
                  </a:moveTo>
                  <a:lnTo>
                    <a:pt x="0" y="200025"/>
                  </a:lnTo>
                </a:path>
              </a:pathLst>
            </a:custGeom>
            <a:noFill/>
            <a:ln w="10478">
              <a:solidFill>
                <a:srgbClr val="009E73">
                  <a:alpha val="60000"/>
                </a:srgbClr>
              </a:solidFill>
              <a:prstDash val="solid"/>
            </a:ln>
          </p:spPr>
        </p:sp>
        <p:sp>
          <p:nvSpPr>
            <p:cNvPr id="579" name="four:topology-swaps:line:579">
              <a:extLst>
                <a:ext uri="{FF2B5EF4-FFF2-40B4-BE49-F238E27FC236}">
                  <ns2:creationId id="{051DDEB7-2F92-4637-B280-BAF9B5389FF4}"/>
                </a:ext>
              </a:extLst>
            </p:cNvPr>
            <p:cNvSpPr>
              <a:spLocks noGrp="1"/>
            </p:cNvSpPr>
            <p:nvPr/>
          </p:nvSpPr>
          <p:spPr>
            <a:xfrm>
              <a:off x="6570345" y="6448425"/>
              <a:ext cx="953" cy="228600"/>
            </a:xfrm>
            <a:custGeom>
              <a:pathLst>
                <a:path w="953" h="228600">
                  <a:moveTo>
                    <a:pt x="0" y="4405"/>
                  </a:moveTo>
                  <a:lnTo>
                    <a:pt x="0" y="228600"/>
                  </a:lnTo>
                </a:path>
              </a:pathLst>
            </a:custGeom>
            <a:noFill/>
            <a:ln w="13335">
              <a:solidFill>
                <a:srgbClr val="CC79A7"/>
              </a:solidFill>
              <a:prstDash val="dash"/>
            </a:ln>
          </p:spPr>
        </p:sp>
        <p:sp>
          <p:nvSpPr>
            <p:cNvPr id="580" name="four:topology-swaps:line:580">
              <a:extLst>
                <a:ext uri="{FF2B5EF4-FFF2-40B4-BE49-F238E27FC236}">
                  <ns2:creationId id="{A0440337-B082-4251-B9F0-41734509D3F8}"/>
                </a:ext>
              </a:extLst>
            </p:cNvPr>
            <p:cNvSpPr>
              <a:spLocks noGrp="1"/>
            </p:cNvSpPr>
            <p:nvPr/>
          </p:nvSpPr>
          <p:spPr>
            <a:xfrm>
              <a:off x="6541770" y="6486525"/>
              <a:ext cx="57150" cy="953"/>
            </a:xfrm>
            <a:custGeom>
              <a:pathLst>
                <a:path w="57150" h="953">
                  <a:moveTo>
                    <a:pt x="0" y="0"/>
                  </a:moveTo>
                  <a:lnTo>
                    <a:pt x="57150" y="0"/>
                  </a:lnTo>
                </a:path>
              </a:pathLst>
            </a:custGeom>
            <a:noFill/>
            <a:ln w="14288">
              <a:solidFill>
                <a:srgbClr val="CC79A7"/>
              </a:solidFill>
              <a:prstDash val="solid"/>
            </a:ln>
          </p:spPr>
        </p:sp>
        <p:sp>
          <p:nvSpPr>
            <p:cNvPr id="581" name="four:topology-swaps:regular-node:581">
              <a:extLst>
                <a:ext uri="{FF2B5EF4-FFF2-40B4-BE49-F238E27FC236}">
                  <ns2:creationId id="{0F849EBE-6DAE-4C5C-871E-BA4E7D17803B}"/>
                </a:ext>
              </a:extLst>
            </p:cNvPr>
            <p:cNvSpPr>
              <a:spLocks noGrp="1"/>
            </p:cNvSpPr>
            <p:nvPr/>
          </p:nvSpPr>
          <p:spPr>
            <a:xfrm>
              <a:off x="6552248" y="6563678"/>
              <a:ext cx="36195" cy="36195"/>
            </a:xfrm>
            <a:prstGeom prst="ellipse">
              <a:avLst/>
            </a:prstGeom>
            <a:solidFill>
              <a:srgbClr val="CC79A7"/>
            </a:solidFill>
            <a:ln w="0">
              <a:noFill/>
              <a:prstDash val="solid"/>
            </a:ln>
          </p:spPr>
        </p:sp>
        <p:sp>
          <p:nvSpPr>
            <p:cNvPr id="582" name="four:topology-swaps:line:582">
              <a:extLst>
                <a:ext uri="{FF2B5EF4-FFF2-40B4-BE49-F238E27FC236}">
                  <ns2:creationId id="{277726B3-A941-447B-9198-274E84A3A9F9}"/>
                </a:ext>
              </a:extLst>
            </p:cNvPr>
            <p:cNvSpPr>
              <a:spLocks noGrp="1"/>
            </p:cNvSpPr>
            <p:nvPr/>
          </p:nvSpPr>
          <p:spPr>
            <a:xfrm>
              <a:off x="6570345" y="6696075"/>
              <a:ext cx="868680" cy="200025"/>
            </a:xfrm>
            <a:custGeom>
              <a:pathLst>
                <a:path w="868680" h="200025">
                  <a:moveTo>
                    <a:pt x="0" y="0"/>
                  </a:moveTo>
                  <a:lnTo>
                    <a:pt x="868680" y="200025"/>
                  </a:lnTo>
                </a:path>
              </a:pathLst>
            </a:custGeom>
            <a:noFill/>
            <a:ln w="10478">
              <a:solidFill>
                <a:srgbClr val="CC79A7">
                  <a:alpha val="60000"/>
                </a:srgbClr>
              </a:solidFill>
              <a:prstDash val="solid"/>
            </a:ln>
          </p:spPr>
        </p:sp>
        <p:sp>
          <p:nvSpPr>
            <p:cNvPr id="583" name="four:topology-swaps:line:583">
              <a:extLst>
                <a:ext uri="{FF2B5EF4-FFF2-40B4-BE49-F238E27FC236}">
                  <ns2:creationId id="{017F5B65-359C-4C2A-A279-F6B3718520BA}"/>
                </a:ext>
              </a:extLst>
            </p:cNvPr>
            <p:cNvSpPr>
              <a:spLocks noGrp="1"/>
            </p:cNvSpPr>
            <p:nvPr/>
          </p:nvSpPr>
          <p:spPr>
            <a:xfrm>
              <a:off x="5953125" y="7010400"/>
              <a:ext cx="1733550" cy="953"/>
            </a:xfrm>
            <a:custGeom>
              <a:pathLst>
                <a:path w="1733550" h="953">
                  <a:moveTo>
                    <a:pt x="0" y="0"/>
                  </a:moveTo>
                  <a:lnTo>
                    <a:pt x="1733550" y="0"/>
                  </a:lnTo>
                </a:path>
              </a:pathLst>
            </a:custGeom>
            <a:noFill/>
            <a:ln w="12383">
              <a:solidFill>
                <a:srgbClr val="263238"/>
              </a:solidFill>
              <a:prstDash val="solid"/>
            </a:ln>
          </p:spPr>
        </p:sp>
        <p:sp>
          <p:nvSpPr>
            <p:cNvPr id="584" name="four:topology-swaps:polygon:584">
              <a:extLst>
                <a:ext uri="{FF2B5EF4-FFF2-40B4-BE49-F238E27FC236}">
                  <ns2:creationId id="{E2A855C9-C663-4FBE-A7B1-C97B54E6D3BE}"/>
                </a:ext>
              </a:extLst>
            </p:cNvPr>
            <p:cNvSpPr>
              <a:spLocks noGrp="1"/>
            </p:cNvSpPr>
            <p:nvPr/>
          </p:nvSpPr>
          <p:spPr>
            <a:xfrm>
              <a:off x="7629525" y="6985826"/>
              <a:ext cx="57150" cy="49149"/>
            </a:xfrm>
            <a:custGeom>
              <a:pathLst>
                <a:path w="57150" h="49149">
                  <a:moveTo>
                    <a:pt x="57150" y="24574"/>
                  </a:moveTo>
                  <a:lnTo>
                    <a:pt x="0" y="0"/>
                  </a:lnTo>
                  <a:lnTo>
                    <a:pt x="0" y="49149"/>
                  </a:lnTo>
                  <a:close/>
                </a:path>
              </a:pathLst>
            </a:custGeom>
            <a:solidFill>
              <a:srgbClr val="263238"/>
            </a:solidFill>
            <a:ln w="0">
              <a:noFill/>
              <a:prstDash val="solid"/>
            </a:ln>
          </p:spPr>
        </p:sp>
        <p:sp>
          <p:nvSpPr>
            <p:cNvPr id="585" name="four:topology-swaps:textbox:585">
              <a:extLst>
                <a:ext uri="{FF2B5EF4-FFF2-40B4-BE49-F238E27FC236}">
                  <ns2:creationId id="{D861A542-F694-4429-AEAA-499CDD150C5D}"/>
                </a:ext>
              </a:extLst>
            </p:cNvPr>
            <p:cNvSpPr>
              <a:spLocks noGrp="1"/>
            </p:cNvSpPr>
            <p:nvPr/>
          </p:nvSpPr>
          <p:spPr>
            <a:xfrm>
              <a:off x="5772150" y="6819900"/>
              <a:ext cx="266700" cy="342900"/>
            </a:xfrm>
            <a:prstGeom prst="rect">
              <a:avLst/>
            </a:prstGeom>
            <a:noFill/>
            <a:ln w="0">
              <a:noFill/>
              <a:prstDash val="solid"/>
            </a:ln>
          </p:spPr>
          <p:txBody>
            <a:bodyPr wrap="none" lIns="0" tIns="0" rIns="0" bIns="0" anchor="ctr">
              <a:normAutofit fontScale="100000"/>
            </a:bodyPr>
            <a:lstStyle>
              <a:defPPr algn="ctr">
                <a:defRPr sz="1650" b="0">
                  <a:solidFill>
                    <a:srgbClr val="7B8790"/>
                  </a:solidFill>
                  <a:latin typeface="Arial"/>
                  <a:ea typeface="Arial"/>
                  <a:cs typeface="Arial"/>
                </a:defRPr>
              </a:defPPr>
            </a:lstStyle>
            <a:p>
              <a:pPr algn="ctr">
                <a:defRPr sz="1650" b="0">
                  <a:solidFill>
                    <a:srgbClr val="7B8790"/>
                  </a:solidFill>
                  <a:latin typeface="Arial"/>
                  <a:ea typeface="Arial"/>
                  <a:cs typeface="Arial"/>
                </a:defRPr>
              </a:pPr>
              <a:r>
                <a:rPr sz="1650" b="0">
                  <a:solidFill>
                    <a:srgbClr val="7B8790"/>
                  </a:solidFill>
                  <a:latin typeface="Arial"/>
                  <a:ea typeface="Arial"/>
                  <a:cs typeface="Arial"/>
                </a:rPr>
                <a:t>q</a:t>
              </a:r>
              <a:r>
                <a:rPr sz="1188" b="0" baseline="-25000">
                  <a:solidFill>
                    <a:srgbClr val="7B8790"/>
                  </a:solidFill>
                  <a:latin typeface="Arial"/>
                  <a:ea typeface="Arial"/>
                  <a:cs typeface="Arial"/>
                </a:rPr>
                <a:t>i</a:t>
              </a:r>
            </a:p>
          </p:txBody>
        </p:sp>
        <p:sp>
          <p:nvSpPr>
            <p:cNvPr id="586" name="four:topology-swaps:interval-A:586">
              <a:extLst>
                <a:ext uri="{FF2B5EF4-FFF2-40B4-BE49-F238E27FC236}">
                  <ns2:creationId id="{E500E38B-BBB6-4362-AD39-CDE11E15AAF6}"/>
                </a:ext>
              </a:extLst>
            </p:cNvPr>
            <p:cNvSpPr>
              <a:spLocks noGrp="1"/>
            </p:cNvSpPr>
            <p:nvPr/>
          </p:nvSpPr>
          <p:spPr>
            <a:xfrm>
              <a:off x="5975985" y="6905625"/>
              <a:ext cx="182880" cy="209550"/>
            </a:xfrm>
            <a:prstGeom prst="rect">
              <a:avLst/>
            </a:prstGeom>
            <a:solidFill>
              <a:srgbClr val="0072B2"/>
            </a:solidFill>
            <a:ln w="7620">
              <a:solidFill>
                <a:srgbClr val="263238"/>
              </a:solidFill>
              <a:prstDash val="solid"/>
            </a:ln>
          </p:spPr>
        </p:sp>
        <p:sp>
          <p:nvSpPr>
            <p:cNvPr id="587" name="four:topology-swaps:regular-node:587">
              <a:extLst>
                <a:ext uri="{FF2B5EF4-FFF2-40B4-BE49-F238E27FC236}">
                  <ns2:creationId id="{BFFD8992-A9F1-4650-B5ED-4A1B2B412551}"/>
                </a:ext>
              </a:extLst>
            </p:cNvPr>
            <p:cNvSpPr>
              <a:spLocks noGrp="1"/>
            </p:cNvSpPr>
            <p:nvPr/>
          </p:nvSpPr>
          <p:spPr>
            <a:xfrm>
              <a:off x="6047423" y="6990398"/>
              <a:ext cx="40005" cy="40005"/>
            </a:xfrm>
            <a:prstGeom prst="ellipse">
              <a:avLst/>
            </a:prstGeom>
            <a:solidFill>
              <a:srgbClr val="263238"/>
            </a:solidFill>
            <a:ln w="0">
              <a:noFill/>
              <a:prstDash val="solid"/>
            </a:ln>
          </p:spPr>
        </p:sp>
        <p:sp>
          <p:nvSpPr>
            <p:cNvPr id="588" name="four:topology-swaps:interval-C:588">
              <a:extLst>
                <a:ext uri="{FF2B5EF4-FFF2-40B4-BE49-F238E27FC236}">
                  <ns2:creationId id="{F87C7322-43DD-4335-B6CD-A6C3CBA43DD7}"/>
                </a:ext>
              </a:extLst>
            </p:cNvPr>
            <p:cNvSpPr>
              <a:spLocks noGrp="1"/>
            </p:cNvSpPr>
            <p:nvPr/>
          </p:nvSpPr>
          <p:spPr>
            <a:xfrm>
              <a:off x="6433185" y="6905625"/>
              <a:ext cx="182880" cy="209550"/>
            </a:xfrm>
            <a:prstGeom prst="rect">
              <a:avLst/>
            </a:prstGeom>
            <a:solidFill>
              <a:srgbClr val="D55E00"/>
            </a:solidFill>
            <a:ln w="7620">
              <a:solidFill>
                <a:srgbClr val="263238"/>
              </a:solidFill>
              <a:prstDash val="solid"/>
            </a:ln>
          </p:spPr>
        </p:sp>
        <p:sp>
          <p:nvSpPr>
            <p:cNvPr id="589" name="four:topology-swaps:regular-node:589">
              <a:extLst>
                <a:ext uri="{FF2B5EF4-FFF2-40B4-BE49-F238E27FC236}">
                  <ns2:creationId id="{8D8EA13E-D95F-4DB0-A149-33A1B94FE87C}"/>
                </a:ext>
              </a:extLst>
            </p:cNvPr>
            <p:cNvSpPr>
              <a:spLocks noGrp="1"/>
            </p:cNvSpPr>
            <p:nvPr/>
          </p:nvSpPr>
          <p:spPr>
            <a:xfrm>
              <a:off x="6504623" y="6990398"/>
              <a:ext cx="40005" cy="40005"/>
            </a:xfrm>
            <a:prstGeom prst="ellipse">
              <a:avLst/>
            </a:prstGeom>
            <a:solidFill>
              <a:srgbClr val="263238"/>
            </a:solidFill>
            <a:ln w="0">
              <a:noFill/>
              <a:prstDash val="solid"/>
            </a:ln>
          </p:spPr>
        </p:sp>
        <p:sp>
          <p:nvSpPr>
            <p:cNvPr id="590" name="four:topology-swaps:interval-D:590">
              <a:extLst>
                <a:ext uri="{FF2B5EF4-FFF2-40B4-BE49-F238E27FC236}">
                  <ns2:creationId id="{7E730C98-C510-4AE8-9EEF-9F50F7EE7D16}"/>
                </a:ext>
              </a:extLst>
            </p:cNvPr>
            <p:cNvSpPr>
              <a:spLocks noGrp="1"/>
            </p:cNvSpPr>
            <p:nvPr/>
          </p:nvSpPr>
          <p:spPr>
            <a:xfrm>
              <a:off x="6890385" y="6905625"/>
              <a:ext cx="182880" cy="209550"/>
            </a:xfrm>
            <a:prstGeom prst="rect">
              <a:avLst/>
            </a:prstGeom>
            <a:solidFill>
              <a:srgbClr val="009E73"/>
            </a:solidFill>
            <a:ln w="7620">
              <a:solidFill>
                <a:srgbClr val="263238"/>
              </a:solidFill>
              <a:prstDash val="solid"/>
            </a:ln>
          </p:spPr>
        </p:sp>
        <p:sp>
          <p:nvSpPr>
            <p:cNvPr id="591" name="four:topology-swaps:regular-node:591">
              <a:extLst>
                <a:ext uri="{FF2B5EF4-FFF2-40B4-BE49-F238E27FC236}">
                  <ns2:creationId id="{D9A0EA35-D5FA-46BA-8105-03465767685A}"/>
                </a:ext>
              </a:extLst>
            </p:cNvPr>
            <p:cNvSpPr>
              <a:spLocks noGrp="1"/>
            </p:cNvSpPr>
            <p:nvPr/>
          </p:nvSpPr>
          <p:spPr>
            <a:xfrm>
              <a:off x="6961823" y="6990398"/>
              <a:ext cx="40005" cy="40005"/>
            </a:xfrm>
            <a:prstGeom prst="ellipse">
              <a:avLst/>
            </a:prstGeom>
            <a:solidFill>
              <a:srgbClr val="263238"/>
            </a:solidFill>
            <a:ln w="0">
              <a:noFill/>
              <a:prstDash val="solid"/>
            </a:ln>
          </p:spPr>
        </p:sp>
        <p:sp>
          <p:nvSpPr>
            <p:cNvPr id="592" name="four:topology-swaps:interval-B:592">
              <a:extLst>
                <a:ext uri="{FF2B5EF4-FFF2-40B4-BE49-F238E27FC236}">
                  <ns2:creationId id="{A89FC01E-4AEA-4F52-A095-EB8DD8B3176A}"/>
                </a:ext>
              </a:extLst>
            </p:cNvPr>
            <p:cNvSpPr>
              <a:spLocks noGrp="1"/>
            </p:cNvSpPr>
            <p:nvPr/>
          </p:nvSpPr>
          <p:spPr>
            <a:xfrm>
              <a:off x="7347585" y="6905625"/>
              <a:ext cx="182880" cy="209550"/>
            </a:xfrm>
            <a:prstGeom prst="rect">
              <a:avLst/>
            </a:prstGeom>
            <a:solidFill>
              <a:srgbClr val="CC79A7"/>
            </a:solidFill>
            <a:ln w="7620">
              <a:solidFill>
                <a:srgbClr val="263238"/>
              </a:solidFill>
              <a:prstDash val="solid"/>
            </a:ln>
          </p:spPr>
        </p:sp>
        <p:sp>
          <p:nvSpPr>
            <p:cNvPr id="593" name="four:topology-swaps:regular-node:593">
              <a:extLst>
                <a:ext uri="{FF2B5EF4-FFF2-40B4-BE49-F238E27FC236}">
                  <ns2:creationId id="{265A6F03-C15E-4DF6-B49B-1F5575C52DB8}"/>
                </a:ext>
              </a:extLst>
            </p:cNvPr>
            <p:cNvSpPr>
              <a:spLocks noGrp="1"/>
            </p:cNvSpPr>
            <p:nvPr/>
          </p:nvSpPr>
          <p:spPr>
            <a:xfrm>
              <a:off x="7419023" y="6990398"/>
              <a:ext cx="40005" cy="40005"/>
            </a:xfrm>
            <a:prstGeom prst="ellipse">
              <a:avLst/>
            </a:prstGeom>
            <a:solidFill>
              <a:srgbClr val="263238"/>
            </a:solidFill>
            <a:ln w="0">
              <a:noFill/>
              <a:prstDash val="solid"/>
            </a:ln>
          </p:spPr>
        </p:sp>
        <p:sp>
          <p:nvSpPr>
            <p:cNvPr id="594" name="four:topology-swaps:line:594">
              <a:extLst>
                <a:ext uri="{FF2B5EF4-FFF2-40B4-BE49-F238E27FC236}">
                  <ns2:creationId id="{EF73CD57-F685-4738-887E-6AFC5262229E}"/>
                </a:ext>
              </a:extLst>
            </p:cNvPr>
            <p:cNvSpPr>
              <a:spLocks noGrp="1"/>
            </p:cNvSpPr>
            <p:nvPr/>
          </p:nvSpPr>
          <p:spPr>
            <a:xfrm>
              <a:off x="6570345" y="6696075"/>
              <a:ext cx="953" cy="171450"/>
            </a:xfrm>
            <a:custGeom>
              <a:pathLst>
                <a:path w="953" h="171450">
                  <a:moveTo>
                    <a:pt x="0" y="0"/>
                  </a:moveTo>
                  <a:lnTo>
                    <a:pt x="0" y="171450"/>
                  </a:lnTo>
                </a:path>
              </a:pathLst>
            </a:custGeom>
            <a:noFill/>
            <a:ln w="9525">
              <a:solidFill>
                <a:srgbClr val="CC79A7">
                  <a:alpha val="85000"/>
                </a:srgbClr>
              </a:solidFill>
              <a:prstDash val="dash"/>
            </a:ln>
          </p:spPr>
        </p:sp>
        <p:sp>
          <p:nvSpPr>
            <p:cNvPr id="595" name="four:topology-swaps:line:595">
              <a:extLst>
                <a:ext uri="{FF2B5EF4-FFF2-40B4-BE49-F238E27FC236}">
                  <ns2:creationId id="{C2DEEC99-E2EF-4071-9E7E-A3C8D861B630}"/>
                </a:ext>
              </a:extLst>
            </p:cNvPr>
            <p:cNvSpPr>
              <a:spLocks noGrp="1"/>
            </p:cNvSpPr>
            <p:nvPr/>
          </p:nvSpPr>
          <p:spPr>
            <a:xfrm>
              <a:off x="6570345" y="7153275"/>
              <a:ext cx="953" cy="266700"/>
            </a:xfrm>
            <a:custGeom>
              <a:pathLst>
                <a:path w="953" h="266700">
                  <a:moveTo>
                    <a:pt x="0" y="0"/>
                  </a:moveTo>
                  <a:lnTo>
                    <a:pt x="0" y="266700"/>
                  </a:lnTo>
                </a:path>
              </a:pathLst>
            </a:custGeom>
            <a:noFill/>
            <a:ln w="9525">
              <a:solidFill>
                <a:srgbClr val="CC79A7">
                  <a:alpha val="85000"/>
                </a:srgbClr>
              </a:solidFill>
              <a:prstDash val="dash"/>
            </a:ln>
          </p:spPr>
        </p:sp>
        <p:sp>
          <p:nvSpPr>
            <p:cNvPr id="596" name="four:topology-swaps:line:596">
              <a:extLst>
                <a:ext uri="{FF2B5EF4-FFF2-40B4-BE49-F238E27FC236}">
                  <ns2:creationId id="{3C9B4786-E0BA-49FE-8E98-1C0E3AD028B3}"/>
                </a:ext>
              </a:extLst>
            </p:cNvPr>
            <p:cNvSpPr>
              <a:spLocks noGrp="1"/>
            </p:cNvSpPr>
            <p:nvPr/>
          </p:nvSpPr>
          <p:spPr>
            <a:xfrm>
              <a:off x="7439025" y="7124700"/>
              <a:ext cx="953" cy="295275"/>
            </a:xfrm>
            <a:custGeom>
              <a:pathLst>
                <a:path w="953" h="295275">
                  <a:moveTo>
                    <a:pt x="0" y="0"/>
                  </a:moveTo>
                  <a:lnTo>
                    <a:pt x="0" y="295275"/>
                  </a:lnTo>
                </a:path>
              </a:pathLst>
            </a:custGeom>
            <a:noFill/>
            <a:ln w="9525">
              <a:solidFill>
                <a:srgbClr val="CC79A7"/>
              </a:solidFill>
              <a:prstDash val="solid"/>
            </a:ln>
          </p:spPr>
        </p:sp>
        <p:sp>
          <p:nvSpPr>
            <p:cNvPr id="597" name="four:topology-swaps:line:597">
              <a:extLst>
                <a:ext uri="{FF2B5EF4-FFF2-40B4-BE49-F238E27FC236}">
                  <ns2:creationId id="{E36C53C2-6995-4B3C-B156-CC879E4044EB}"/>
                </a:ext>
              </a:extLst>
            </p:cNvPr>
            <p:cNvSpPr>
              <a:spLocks noGrp="1"/>
            </p:cNvSpPr>
            <p:nvPr/>
          </p:nvSpPr>
          <p:spPr>
            <a:xfrm>
              <a:off x="6570345" y="7419975"/>
              <a:ext cx="868680" cy="953"/>
            </a:xfrm>
            <a:custGeom>
              <a:pathLst>
                <a:path w="868680" h="953">
                  <a:moveTo>
                    <a:pt x="0" y="0"/>
                  </a:moveTo>
                  <a:lnTo>
                    <a:pt x="868680" y="0"/>
                  </a:lnTo>
                </a:path>
              </a:pathLst>
            </a:custGeom>
            <a:noFill/>
            <a:ln w="17145">
              <a:solidFill>
                <a:srgbClr val="CC79A7"/>
              </a:solidFill>
              <a:prstDash val="solid"/>
            </a:ln>
          </p:spPr>
        </p:sp>
        <p:sp>
          <p:nvSpPr>
            <p:cNvPr id="598" name="four:topology-swaps:polygon:598">
              <a:extLst>
                <a:ext uri="{FF2B5EF4-FFF2-40B4-BE49-F238E27FC236}">
                  <ns2:creationId id="{5F39B2EF-F08E-4A7E-952E-E912E6437770}"/>
                </a:ext>
              </a:extLst>
            </p:cNvPr>
            <p:cNvSpPr>
              <a:spLocks noGrp="1"/>
            </p:cNvSpPr>
            <p:nvPr/>
          </p:nvSpPr>
          <p:spPr>
            <a:xfrm>
              <a:off x="7381875" y="7395401"/>
              <a:ext cx="57150" cy="49149"/>
            </a:xfrm>
            <a:custGeom>
              <a:pathLst>
                <a:path w="57150" h="49149">
                  <a:moveTo>
                    <a:pt x="57150" y="24574"/>
                  </a:moveTo>
                  <a:lnTo>
                    <a:pt x="0" y="0"/>
                  </a:lnTo>
                  <a:lnTo>
                    <a:pt x="0" y="49149"/>
                  </a:lnTo>
                  <a:close/>
                </a:path>
              </a:pathLst>
            </a:custGeom>
            <a:solidFill>
              <a:srgbClr val="CC79A7"/>
            </a:solidFill>
            <a:ln w="0">
              <a:noFill/>
              <a:prstDash val="solid"/>
            </a:ln>
          </p:spPr>
        </p:sp>
        <p:sp>
          <p:nvSpPr>
            <p:cNvPr id="599" name="four:topology-swaps:polygon:599">
              <a:extLst>
                <a:ext uri="{FF2B5EF4-FFF2-40B4-BE49-F238E27FC236}">
                  <ns2:creationId id="{267755E4-623B-4E51-B971-008CD654703D}"/>
                </a:ext>
              </a:extLst>
            </p:cNvPr>
            <p:cNvSpPr>
              <a:spLocks noGrp="1"/>
            </p:cNvSpPr>
            <p:nvPr/>
          </p:nvSpPr>
          <p:spPr>
            <a:xfrm>
              <a:off x="6570345" y="7395401"/>
              <a:ext cx="57150" cy="49149"/>
            </a:xfrm>
            <a:custGeom>
              <a:pathLst>
                <a:path w="57150" h="49149">
                  <a:moveTo>
                    <a:pt x="0" y="24574"/>
                  </a:moveTo>
                  <a:lnTo>
                    <a:pt x="57150" y="49149"/>
                  </a:lnTo>
                  <a:lnTo>
                    <a:pt x="57150" y="0"/>
                  </a:lnTo>
                  <a:close/>
                </a:path>
              </a:pathLst>
            </a:custGeom>
            <a:solidFill>
              <a:srgbClr val="CC79A7"/>
            </a:solidFill>
            <a:ln w="0">
              <a:noFill/>
              <a:prstDash val="solid"/>
            </a:ln>
          </p:spPr>
        </p:sp>
        <p:sp>
          <p:nvSpPr>
            <p:cNvPr id="600" name="four:topology-swaps:textbox:600">
              <a:extLst>
                <a:ext uri="{FF2B5EF4-FFF2-40B4-BE49-F238E27FC236}">
                  <ns2:creationId id="{DA7DE16B-E2FD-4F2A-B79D-81F0138BBDCD}"/>
                </a:ext>
              </a:extLst>
            </p:cNvPr>
            <p:cNvSpPr>
              <a:spLocks noGrp="1"/>
            </p:cNvSpPr>
            <p:nvPr/>
          </p:nvSpPr>
          <p:spPr>
            <a:xfrm>
              <a:off x="6576060" y="7086600"/>
              <a:ext cx="857250" cy="342900"/>
            </a:xfrm>
            <a:prstGeom prst="rect">
              <a:avLst/>
            </a:prstGeom>
            <a:noFill/>
            <a:ln w="0">
              <a:noFill/>
              <a:prstDash val="solid"/>
            </a:ln>
          </p:spPr>
          <p:txBody>
            <a:bodyPr wrap="none" lIns="0" tIns="0" rIns="0" bIns="0" anchor="ctr">
              <a:normAutofit fontScale="100000"/>
            </a:bodyPr>
            <a:lstStyle>
              <a:defPPr algn="ctr">
                <a:defRPr sz="1800" b="0">
                  <a:solidFill>
                    <a:srgbClr val="CC79A7"/>
                  </a:solidFill>
                  <a:latin typeface="Arial"/>
                  <a:ea typeface="Arial"/>
                  <a:cs typeface="Arial"/>
                </a:defRPr>
              </a:defPPr>
            </a:lstStyle>
            <a:p>
              <a:pPr algn="ctr">
                <a:defRPr sz="1800" b="0">
                  <a:solidFill>
                    <a:srgbClr val="CC79A7"/>
                  </a:solidFill>
                  <a:latin typeface="Arial"/>
                  <a:ea typeface="Arial"/>
                  <a:cs typeface="Arial"/>
                </a:defRPr>
              </a:pPr>
              <a:r>
                <a:rPr sz="1800" b="0">
                  <a:solidFill>
                    <a:srgbClr val="CC79A7"/>
                  </a:solidFill>
                  <a:latin typeface="Arial"/>
                  <a:ea typeface="Arial"/>
                  <a:cs typeface="Arial"/>
                </a:rPr>
                <a:t>τ</a:t>
              </a:r>
              <a:r>
                <a:rPr sz="1296" b="0" baseline="32000">
                  <a:solidFill>
                    <a:srgbClr val="CC79A7"/>
                  </a:solidFill>
                  <a:latin typeface="Arial"/>
                  <a:ea typeface="Arial"/>
                  <a:cs typeface="Arial"/>
                </a:rPr>
                <a:t>*</a:t>
              </a:r>
            </a:p>
          </p:txBody>
        </p:sp>
      </p:grpSp>
      <p:grpSp>
        <p:nvGrpSpPr>
          <p:cNvPr id="6000" name="空间投影：2D与3D（可编辑）"/>
          <p:cNvGrpSpPr/>
          <p:nvPr/>
        </p:nvGrpSpPr>
        <p:grpSpPr>
          <a:xfrm>
            <a:off x="0" y="0"/>
            <a:ext cx="24955500" cy="8572500"/>
            <a:chOff x="0" y="0"/>
            <a:chExt cx="24955500" cy="8572500"/>
          </a:xfrm>
        </p:grpSpPr>
        <p:sp>
          <p:nvSpPr>
            <p:cNvPr id="7242" name="addition:spatial:3257">
              <a:extLst>
                <a:ext uri="{FF2B5EF4-FFF2-40B4-BE49-F238E27FC236}">
                  <ns2:creationId id="{3B3B40E1-2C91-458C-95D9-A06BDEEC4BE1}"/>
                </a:ext>
              </a:extLst>
            </p:cNvPr>
            <p:cNvSpPr>
              <a:spLocks noGrp="1"/>
            </p:cNvSpPr>
            <p:nvPr/>
          </p:nvSpPr>
          <p:spPr>
            <a:xfrm>
              <a:off x="3374136" y="1006983"/>
              <a:ext cx="3931920" cy="320040"/>
            </a:xfrm>
            <a:prstGeom prst="rect">
              <a:avLst/>
            </a:prstGeom>
            <a:noFill/>
          </p:spPr>
          <p:txBody>
            <a:bodyPr wrap="none" lIns="0" tIns="0" rIns="0" bIns="0">
              <a:spAutoFit/>
            </a:bodyPr>
            <a:lstStyle/>
            <a:p>
              <a:r>
                <a:rPr sz="1600" b="1">
                  <a:solidFill>
                    <a:srgbClr val="263238"/>
                  </a:solidFill>
                  <a:latin typeface="Arial"/>
                  <a:ea typeface="Arial"/>
                  <a:cs typeface="Arial"/>
                </a:rPr>
                <a:t>Spatial projection</a:t>
              </a:r>
            </a:p>
          </p:txBody>
        </p:sp>
        <p:sp>
          <p:nvSpPr>
            <p:cNvPr id="7243" name="addition:spatial:3258">
              <a:extLst>
                <a:ext uri="{FF2B5EF4-FFF2-40B4-BE49-F238E27FC236}">
                  <ns2:creationId id="{78475BC7-78E6-43F3-B5C7-9129E246B357}"/>
                </a:ext>
              </a:extLst>
            </p:cNvPr>
            <p:cNvSpPr>
              <a:spLocks noGrp="1"/>
            </p:cNvSpPr>
            <p:nvPr/>
          </p:nvSpPr>
          <p:spPr>
            <a:xfrm>
              <a:off x="3566160" y="1327023"/>
              <a:ext cx="1664208" cy="228600"/>
            </a:xfrm>
            <a:prstGeom prst="rect">
              <a:avLst/>
            </a:prstGeom>
            <a:noFill/>
          </p:spPr>
          <p:txBody>
            <a:bodyPr wrap="none" lIns="0" tIns="0" rIns="0" bIns="0">
              <a:spAutoFit/>
            </a:bodyPr>
            <a:lstStyle/>
            <a:p>
              <a:pPr algn="ctr">
                <a:buNone/>
              </a:pPr>
              <a:r>
                <a:rPr sz="1180" b="1">
                  <a:solidFill>
                    <a:srgbClr val="263238"/>
                  </a:solidFill>
                  <a:latin typeface="Arial"/>
                  <a:ea typeface="Arial"/>
                  <a:cs typeface="Arial"/>
                </a:rPr>
                <a:t>2D projection</a:t>
              </a:r>
            </a:p>
          </p:txBody>
        </p:sp>
        <p:sp>
          <p:nvSpPr>
            <p:cNvPr id="7244" name="addition:spatial:3259">
              <a:extLst>
                <a:ext uri="{FF2B5EF4-FFF2-40B4-BE49-F238E27FC236}">
                  <ns2:creationId id="{FAC08C72-6E89-412B-A5BE-87714D85DB46}"/>
                </a:ext>
              </a:extLst>
            </p:cNvPr>
            <p:cNvSpPr>
              <a:spLocks noGrp="1"/>
            </p:cNvSpPr>
            <p:nvPr/>
          </p:nvSpPr>
          <p:spPr>
            <a:xfrm>
              <a:off x="5833872" y="1327023"/>
              <a:ext cx="1664208" cy="228600"/>
            </a:xfrm>
            <a:prstGeom prst="rect">
              <a:avLst/>
            </a:prstGeom>
            <a:noFill/>
          </p:spPr>
          <p:txBody>
            <a:bodyPr wrap="none" lIns="0" tIns="0" rIns="0" bIns="0">
              <a:spAutoFit/>
            </a:bodyPr>
            <a:lstStyle/>
            <a:p>
              <a:pPr algn="ctr">
                <a:buNone/>
              </a:pPr>
              <a:r>
                <a:rPr sz="1180" b="1">
                  <a:solidFill>
                    <a:srgbClr val="263238"/>
                  </a:solidFill>
                  <a:latin typeface="Arial"/>
                  <a:ea typeface="Arial"/>
                  <a:cs typeface="Arial"/>
                </a:rPr>
                <a:t>3D projection</a:t>
              </a:r>
            </a:p>
          </p:txBody>
        </p:sp>
        <p:sp>
          <p:nvSpPr>
            <p:cNvPr id="7245" name="addition:spatial:3260">
              <a:extLst>
                <a:ext uri="{FF2B5EF4-FFF2-40B4-BE49-F238E27FC236}">
                  <ns2:creationId id="{2A9896A9-3DB6-4A9E-8E8E-59059F7F29C6}"/>
                </a:ext>
              </a:extLst>
            </p:cNvPr>
            <p:cNvSpPr>
              <a:spLocks noGrp="1"/>
            </p:cNvSpPr>
            <p:nvPr/>
          </p:nvSpPr>
          <p:spPr>
            <a:xfrm>
              <a:off x="5550408" y="1345311"/>
              <a:ext cx="0" cy="2798064"/>
            </a:xfrm>
            <a:prstGeom prst="line">
              <a:avLst/>
            </a:prstGeom>
            <a:ln w="13335">
              <a:solidFill>
                <a:srgbClr val="87BBD6"/>
              </a:solidFill>
              <a:prstDash val="dash"/>
            </a:ln>
          </p:spPr>
        </p:sp>
        <p:sp>
          <p:nvSpPr>
            <p:cNvPr id="7501" name="addition:spatial:3572">
              <a:extLst>
                <a:ext uri="{FF2B5EF4-FFF2-40B4-BE49-F238E27FC236}">
                  <ns2:creationId id="{005B8530-AB44-4D1E-BE68-729BF57995A8}"/>
                </a:ext>
              </a:extLst>
            </p:cNvPr>
            <p:cNvSpPr>
              <a:spLocks noGrp="1"/>
            </p:cNvSpPr>
            <p:nvPr/>
          </p:nvSpPr>
          <p:spPr>
            <a:xfrm>
              <a:off x="5715000" y="3878199"/>
              <a:ext cx="1783079" cy="0"/>
            </a:xfrm>
            <a:prstGeom prst="line">
              <a:avLst/>
            </a:prstGeom>
            <a:ln w="14350">
              <a:solidFill>
                <a:srgbClr val="263238"/>
              </a:solidFill>
            </a:ln>
          </p:spPr>
        </p:sp>
        <p:sp>
          <p:nvSpPr>
            <p:cNvPr id="7502" name="addition:spatial:3573">
              <a:extLst>
                <a:ext uri="{FF2B5EF4-FFF2-40B4-BE49-F238E27FC236}">
                  <ns2:creationId id="{B22D75E3-2F23-4601-85AC-F6FD60764501}"/>
                </a:ext>
              </a:extLst>
            </p:cNvPr>
            <p:cNvSpPr>
              <a:spLocks noGrp="1"/>
            </p:cNvSpPr>
            <p:nvPr/>
          </p:nvSpPr>
          <p:spPr>
            <a:xfrm flipH="1" flipV="1">
              <a:off x="7415783" y="3837051"/>
              <a:ext cx="82296" cy="41148"/>
            </a:xfrm>
            <a:prstGeom prst="line">
              <a:avLst/>
            </a:prstGeom>
            <a:ln w="11176">
              <a:solidFill>
                <a:srgbClr val="263238"/>
              </a:solidFill>
            </a:ln>
          </p:spPr>
        </p:sp>
        <p:sp>
          <p:nvSpPr>
            <p:cNvPr id="7503" name="addition:spatial:3574">
              <a:extLst>
                <a:ext uri="{FF2B5EF4-FFF2-40B4-BE49-F238E27FC236}">
                  <ns2:creationId id="{594691F1-8EA9-45D4-B165-2D3030429719}"/>
                </a:ext>
              </a:extLst>
            </p:cNvPr>
            <p:cNvSpPr>
              <a:spLocks noGrp="1"/>
            </p:cNvSpPr>
            <p:nvPr/>
          </p:nvSpPr>
          <p:spPr>
            <a:xfrm flipH="1">
              <a:off x="7415783" y="3878199"/>
              <a:ext cx="82296" cy="41148"/>
            </a:xfrm>
            <a:prstGeom prst="line">
              <a:avLst/>
            </a:prstGeom>
            <a:ln w="11176">
              <a:solidFill>
                <a:srgbClr val="263238"/>
              </a:solidFill>
            </a:ln>
          </p:spPr>
        </p:sp>
        <p:sp>
          <p:nvSpPr>
            <p:cNvPr id="7504" name="addition:spatial:3575">
              <a:extLst>
                <a:ext uri="{FF2B5EF4-FFF2-40B4-BE49-F238E27FC236}">
                  <ns2:creationId id="{943B9E8C-FA00-4BE0-A76F-3C920B2A8265}"/>
                </a:ext>
              </a:extLst>
            </p:cNvPr>
            <p:cNvSpPr>
              <a:spLocks noGrp="1"/>
            </p:cNvSpPr>
            <p:nvPr/>
          </p:nvSpPr>
          <p:spPr>
            <a:xfrm>
              <a:off x="5833872" y="3731895"/>
              <a:ext cx="274320" cy="274320"/>
            </a:xfrm>
            <a:prstGeom prst="rect">
              <a:avLst/>
            </a:prstGeom>
            <a:solidFill>
              <a:srgbClr val="0977B4"/>
            </a:solidFill>
            <a:ln w="8636">
              <a:solidFill>
                <a:srgbClr val="263238"/>
              </a:solidFill>
            </a:ln>
          </p:spPr>
          <p:txBody>
            <a:bodyPr anchor="ctr"/>
            <a:lstStyle/>
            <a:p>
              <a:pPr algn="ctr">
                <a:buNone/>
              </a:pPr>
            </a:p>
          </p:txBody>
        </p:sp>
        <p:sp>
          <p:nvSpPr>
            <p:cNvPr id="7505" name="addition:spatial:3576">
              <a:extLst>
                <a:ext uri="{FF2B5EF4-FFF2-40B4-BE49-F238E27FC236}">
                  <ns2:creationId id="{F5A8BB2A-5813-4A4A-80DF-CB358968D34D}"/>
                </a:ext>
              </a:extLst>
            </p:cNvPr>
            <p:cNvSpPr>
              <a:spLocks noGrp="1"/>
            </p:cNvSpPr>
            <p:nvPr/>
          </p:nvSpPr>
          <p:spPr>
            <a:xfrm>
              <a:off x="5950915" y="3848938"/>
              <a:ext cx="40233" cy="40233"/>
            </a:xfrm>
            <a:prstGeom prst="ellipse">
              <a:avLst/>
            </a:prstGeom>
            <a:solidFill>
              <a:srgbClr val="263238"/>
            </a:solidFill>
            <a:ln>
              <a:noFill/>
            </a:ln>
          </p:spPr>
          <p:txBody>
            <a:bodyPr anchor="ctr"/>
            <a:lstStyle/>
            <a:p>
              <a:pPr algn="ctr">
                <a:buNone/>
              </a:pPr>
            </a:p>
          </p:txBody>
        </p:sp>
        <p:sp>
          <p:nvSpPr>
            <p:cNvPr id="7506" name="addition:spatial:3577">
              <a:extLst>
                <a:ext uri="{FF2B5EF4-FFF2-40B4-BE49-F238E27FC236}">
                  <ns2:creationId id="{1CE468E3-34F5-470A-BC3C-1DD050F2E5F2}"/>
                </a:ext>
              </a:extLst>
            </p:cNvPr>
            <p:cNvSpPr>
              <a:spLocks noGrp="1"/>
            </p:cNvSpPr>
            <p:nvPr/>
          </p:nvSpPr>
          <p:spPr>
            <a:xfrm>
              <a:off x="6245352" y="3731895"/>
              <a:ext cx="274320" cy="274320"/>
            </a:xfrm>
            <a:prstGeom prst="rect">
              <a:avLst/>
            </a:prstGeom>
            <a:solidFill>
              <a:srgbClr val="EEBF99"/>
            </a:solidFill>
            <a:ln w="8636">
              <a:solidFill>
                <a:srgbClr val="263238"/>
              </a:solidFill>
            </a:ln>
          </p:spPr>
          <p:txBody>
            <a:bodyPr anchor="ctr"/>
            <a:lstStyle/>
            <a:p>
              <a:pPr algn="ctr">
                <a:buNone/>
              </a:pPr>
            </a:p>
          </p:txBody>
        </p:sp>
        <p:sp>
          <p:nvSpPr>
            <p:cNvPr id="7507" name="addition:spatial:3578">
              <a:extLst>
                <a:ext uri="{FF2B5EF4-FFF2-40B4-BE49-F238E27FC236}">
                  <ns2:creationId id="{2994AD5C-C6B9-4097-A797-67CE09AE2AFA}"/>
                </a:ext>
              </a:extLst>
            </p:cNvPr>
            <p:cNvSpPr>
              <a:spLocks noGrp="1"/>
            </p:cNvSpPr>
            <p:nvPr/>
          </p:nvSpPr>
          <p:spPr>
            <a:xfrm>
              <a:off x="6362395" y="3848938"/>
              <a:ext cx="40233" cy="40233"/>
            </a:xfrm>
            <a:prstGeom prst="ellipse">
              <a:avLst/>
            </a:prstGeom>
            <a:solidFill>
              <a:srgbClr val="263238"/>
            </a:solidFill>
            <a:ln>
              <a:noFill/>
            </a:ln>
          </p:spPr>
          <p:txBody>
            <a:bodyPr anchor="ctr"/>
            <a:lstStyle/>
            <a:p>
              <a:pPr algn="ctr">
                <a:buNone/>
              </a:pPr>
            </a:p>
          </p:txBody>
        </p:sp>
        <p:sp>
          <p:nvSpPr>
            <p:cNvPr id="7508" name="addition:spatial:3579">
              <a:extLst>
                <a:ext uri="{FF2B5EF4-FFF2-40B4-BE49-F238E27FC236}">
                  <ns2:creationId id="{697F1D43-EAD6-4C6D-BB36-771306DB8328}"/>
                </a:ext>
              </a:extLst>
            </p:cNvPr>
            <p:cNvSpPr>
              <a:spLocks noGrp="1"/>
            </p:cNvSpPr>
            <p:nvPr/>
          </p:nvSpPr>
          <p:spPr>
            <a:xfrm>
              <a:off x="6656832" y="3731895"/>
              <a:ext cx="274320" cy="274320"/>
            </a:xfrm>
            <a:prstGeom prst="rect">
              <a:avLst/>
            </a:prstGeom>
            <a:solidFill>
              <a:srgbClr val="9EDAC9"/>
            </a:solidFill>
            <a:ln w="8636">
              <a:solidFill>
                <a:srgbClr val="263238"/>
              </a:solidFill>
            </a:ln>
          </p:spPr>
          <p:txBody>
            <a:bodyPr anchor="ctr"/>
            <a:lstStyle/>
            <a:p>
              <a:pPr algn="ctr">
                <a:buNone/>
              </a:pPr>
            </a:p>
          </p:txBody>
        </p:sp>
        <p:sp>
          <p:nvSpPr>
            <p:cNvPr id="7509" name="addition:spatial:3580">
              <a:extLst>
                <a:ext uri="{FF2B5EF4-FFF2-40B4-BE49-F238E27FC236}">
                  <ns2:creationId id="{E7CA877E-AFCF-47D0-AC23-8B60FAC80C99}"/>
                </a:ext>
              </a:extLst>
            </p:cNvPr>
            <p:cNvSpPr>
              <a:spLocks noGrp="1"/>
            </p:cNvSpPr>
            <p:nvPr/>
          </p:nvSpPr>
          <p:spPr>
            <a:xfrm>
              <a:off x="6773875" y="3848938"/>
              <a:ext cx="40233" cy="40233"/>
            </a:xfrm>
            <a:prstGeom prst="ellipse">
              <a:avLst/>
            </a:prstGeom>
            <a:solidFill>
              <a:srgbClr val="263238"/>
            </a:solidFill>
            <a:ln>
              <a:noFill/>
            </a:ln>
          </p:spPr>
          <p:txBody>
            <a:bodyPr anchor="ctr"/>
            <a:lstStyle/>
            <a:p>
              <a:pPr algn="ctr">
                <a:buNone/>
              </a:pPr>
            </a:p>
          </p:txBody>
        </p:sp>
        <p:sp>
          <p:nvSpPr>
            <p:cNvPr id="7510" name="addition:spatial:3581">
              <a:extLst>
                <a:ext uri="{FF2B5EF4-FFF2-40B4-BE49-F238E27FC236}">
                  <ns2:creationId id="{9C5711F4-178A-45EB-AFA0-D8B3575D193E}"/>
                </a:ext>
              </a:extLst>
            </p:cNvPr>
            <p:cNvSpPr>
              <a:spLocks noGrp="1"/>
            </p:cNvSpPr>
            <p:nvPr/>
          </p:nvSpPr>
          <p:spPr>
            <a:xfrm>
              <a:off x="7068312" y="3731895"/>
              <a:ext cx="274320" cy="274320"/>
            </a:xfrm>
            <a:prstGeom prst="rect">
              <a:avLst/>
            </a:prstGeom>
            <a:solidFill>
              <a:srgbClr val="CD7EAA"/>
            </a:solidFill>
            <a:ln w="8636">
              <a:solidFill>
                <a:srgbClr val="263238"/>
              </a:solidFill>
            </a:ln>
          </p:spPr>
          <p:txBody>
            <a:bodyPr anchor="ctr"/>
            <a:lstStyle/>
            <a:p>
              <a:pPr algn="ctr">
                <a:buNone/>
              </a:pPr>
            </a:p>
          </p:txBody>
        </p:sp>
        <p:sp>
          <p:nvSpPr>
            <p:cNvPr id="7511" name="addition:spatial:3582">
              <a:extLst>
                <a:ext uri="{FF2B5EF4-FFF2-40B4-BE49-F238E27FC236}">
                  <ns2:creationId id="{95BE2A47-79A0-4C6F-99EC-162C28AA4119}"/>
                </a:ext>
              </a:extLst>
            </p:cNvPr>
            <p:cNvSpPr>
              <a:spLocks noGrp="1"/>
            </p:cNvSpPr>
            <p:nvPr/>
          </p:nvSpPr>
          <p:spPr>
            <a:xfrm>
              <a:off x="7185355" y="3848938"/>
              <a:ext cx="40233" cy="40233"/>
            </a:xfrm>
            <a:prstGeom prst="ellipse">
              <a:avLst/>
            </a:prstGeom>
            <a:solidFill>
              <a:srgbClr val="263238"/>
            </a:solidFill>
            <a:ln>
              <a:noFill/>
            </a:ln>
          </p:spPr>
          <p:txBody>
            <a:bodyPr anchor="ctr"/>
            <a:lstStyle/>
            <a:p>
              <a:pPr algn="ctr">
                <a:buNone/>
              </a:pPr>
            </a:p>
          </p:txBody>
        </p:sp>
        <p:sp>
          <p:nvSpPr>
            <p:cNvPr id="7512" name="addition:spatial:3583">
              <a:extLst>
                <a:ext uri="{FF2B5EF4-FFF2-40B4-BE49-F238E27FC236}">
                  <ns2:creationId id="{BE1327D3-67F4-4FC2-8138-DDB0D6C287F0}"/>
                </a:ext>
              </a:extLst>
            </p:cNvPr>
            <p:cNvSpPr>
              <a:spLocks noGrp="1"/>
            </p:cNvSpPr>
            <p:nvPr/>
          </p:nvSpPr>
          <p:spPr>
            <a:xfrm>
              <a:off x="7488936" y="3759327"/>
              <a:ext cx="182880" cy="310896"/>
            </a:xfrm>
            <a:prstGeom prst="rect">
              <a:avLst/>
            </a:prstGeom>
            <a:noFill/>
          </p:spPr>
          <p:txBody>
            <a:bodyPr wrap="none" lIns="0" tIns="0" rIns="0" bIns="0">
              <a:spAutoFit/>
            </a:bodyPr>
            <a:lstStyle/>
            <a:p>
              <a:r>
                <a:rPr sz="1500" b="0">
                  <a:solidFill>
                    <a:srgbClr val="263238"/>
                  </a:solidFill>
                  <a:latin typeface="Arial"/>
                  <a:ea typeface="Arial"/>
                  <a:cs typeface="Arial"/>
                </a:rPr>
                <a:t>d</a:t>
              </a:r>
            </a:p>
          </p:txBody>
        </p:sp>
        <p:sp>
          <p:nvSpPr>
            <p:cNvPr id="7513" name="addition:spatial:2">
              <a:extLst>
                <a:ext uri="{FF2B5EF4-FFF2-40B4-BE49-F238E27FC236}">
                  <ns2:creationId id="{2196ACBF-0366-486C-98A2-AE3A48B4E891}"/>
                </a:ext>
              </a:extLst>
            </p:cNvPr>
            <p:cNvSpPr>
              <a:spLocks noGrp="1"/>
            </p:cNvSpPr>
            <p:nvPr/>
          </p:nvSpPr>
          <p:spPr>
            <a:xfrm>
              <a:off x="5648325" y="1666875"/>
              <a:ext cx="1922526" cy="1525859"/>
            </a:xfrm>
            <a:custGeom>
              <a:rect l="l" t="t" r="r" b="b"/>
              <a:pathLst>
                <a:path w="1450" h="902">
                  <a:moveTo>
                    <a:pt x="0" y="0"/>
                  </a:moveTo>
                  <a:moveTo>
                    <a:pt x="109" y="817"/>
                  </a:moveTo>
                  <a:lnTo>
                    <a:pt x="969" y="902"/>
                  </a:lnTo>
                  <a:lnTo>
                    <a:pt x="1450" y="513"/>
                  </a:lnTo>
                  <a:lnTo>
                    <a:pt x="645" y="542"/>
                  </a:lnTo>
                  <a:close/>
                </a:path>
              </a:pathLst>
            </a:custGeom>
            <a:solidFill>
              <a:srgbClr val="D3EAFC">
                <a:alpha val="19000"/>
              </a:srgbClr>
            </a:solidFill>
            <a:ln>
              <a:noFill/>
            </a:ln>
          </p:spPr>
          <p:txBody>
            <a:bodyPr anchor="ctr"/>
            <a:lstStyle/>
            <a:p>
              <a:pPr algn="ctr">
                <a:buNone/>
              </a:pPr>
            </a:p>
          </p:txBody>
        </p:sp>
        <p:sp>
          <p:nvSpPr>
            <p:cNvPr id="7514" name="addition:spatial:3">
              <a:extLst>
                <a:ext uri="{FF2B5EF4-FFF2-40B4-BE49-F238E27FC236}">
                  <ns2:creationId id="{D4219740-61DB-478B-8378-0ED34F6B8D99}"/>
                </a:ext>
              </a:extLst>
            </p:cNvPr>
            <p:cNvSpPr>
              <a:spLocks noGrp="1"/>
            </p:cNvSpPr>
            <p:nvPr/>
          </p:nvSpPr>
          <p:spPr>
            <a:xfrm>
              <a:off x="5648325" y="1666875"/>
              <a:ext cx="1922526" cy="544708"/>
            </a:xfrm>
            <a:custGeom>
              <a:rect l="l" t="t" r="r" b="b"/>
              <a:pathLst>
                <a:path w="1450" h="322">
                  <a:moveTo>
                    <a:pt x="0" y="0"/>
                  </a:moveTo>
                  <a:moveTo>
                    <a:pt x="109" y="322"/>
                  </a:moveTo>
                  <a:lnTo>
                    <a:pt x="967" y="322"/>
                  </a:lnTo>
                  <a:lnTo>
                    <a:pt x="1450" y="47"/>
                  </a:lnTo>
                  <a:lnTo>
                    <a:pt x="645" y="47"/>
                  </a:lnTo>
                  <a:close/>
                </a:path>
              </a:pathLst>
            </a:custGeom>
            <a:solidFill>
              <a:srgbClr val="D7ECFD">
                <a:alpha val="15000"/>
              </a:srgbClr>
            </a:solidFill>
            <a:ln>
              <a:noFill/>
            </a:ln>
          </p:spPr>
          <p:txBody>
            <a:bodyPr anchor="ctr"/>
            <a:lstStyle/>
            <a:p>
              <a:pPr algn="ctr">
                <a:buNone/>
              </a:pPr>
            </a:p>
          </p:txBody>
        </p:sp>
        <p:sp>
          <p:nvSpPr>
            <p:cNvPr id="7515" name="addition:spatial:4">
              <a:extLst>
                <a:ext uri="{FF2B5EF4-FFF2-40B4-BE49-F238E27FC236}">
                  <ns2:creationId id="{E7643543-25E1-4BAA-BDD0-B0038739F01A}"/>
                </a:ext>
              </a:extLst>
            </p:cNvPr>
            <p:cNvSpPr>
              <a:spLocks noGrp="1"/>
            </p:cNvSpPr>
            <p:nvPr/>
          </p:nvSpPr>
          <p:spPr>
            <a:xfrm>
              <a:off x="5648325" y="1666875"/>
              <a:ext cx="1922526" cy="1529243"/>
            </a:xfrm>
            <a:custGeom>
              <a:rect l="l" t="t" r="r" b="b"/>
              <a:pathLst>
                <a:path w="1450" h="904">
                  <a:moveTo>
                    <a:pt x="0" y="0"/>
                  </a:moveTo>
                  <a:moveTo>
                    <a:pt x="968" y="323"/>
                  </a:moveTo>
                  <a:lnTo>
                    <a:pt x="1450" y="47"/>
                  </a:lnTo>
                  <a:lnTo>
                    <a:pt x="1450" y="512"/>
                  </a:lnTo>
                  <a:lnTo>
                    <a:pt x="968" y="904"/>
                  </a:lnTo>
                  <a:close/>
                </a:path>
              </a:pathLst>
            </a:custGeom>
            <a:solidFill>
              <a:srgbClr val="DDEEFF">
                <a:alpha val="20000"/>
              </a:srgbClr>
            </a:solidFill>
            <a:ln>
              <a:noFill/>
            </a:ln>
          </p:spPr>
          <p:txBody>
            <a:bodyPr anchor="ctr"/>
            <a:lstStyle/>
            <a:p>
              <a:pPr algn="ctr">
                <a:buNone/>
              </a:pPr>
            </a:p>
          </p:txBody>
        </p:sp>
        <p:sp>
          <p:nvSpPr>
            <p:cNvPr id="7516" name="addition:spatial:5">
              <a:extLst>
                <a:ext uri="{FF2B5EF4-FFF2-40B4-BE49-F238E27FC236}">
                  <ns2:creationId id="{01070E34-7AF5-4032-A6C6-D9495C076404}"/>
                </a:ext>
              </a:extLst>
            </p:cNvPr>
            <p:cNvSpPr>
              <a:spLocks noGrp="1"/>
            </p:cNvSpPr>
            <p:nvPr/>
          </p:nvSpPr>
          <p:spPr>
            <a:xfrm>
              <a:off x="5648325" y="1666875"/>
              <a:ext cx="885688" cy="796762"/>
            </a:xfrm>
            <a:custGeom>
              <a:rect l="l" t="t" r="r" b="b"/>
              <a:pathLst>
                <a:path w="668" h="471">
                  <a:moveTo>
                    <a:pt x="0" y="0"/>
                  </a:moveTo>
                  <a:moveTo>
                    <a:pt x="665" y="378"/>
                  </a:moveTo>
                  <a:lnTo>
                    <a:pt x="660" y="385"/>
                  </a:lnTo>
                  <a:lnTo>
                    <a:pt x="658" y="392"/>
                  </a:lnTo>
                  <a:lnTo>
                    <a:pt x="663" y="400"/>
                  </a:lnTo>
                  <a:lnTo>
                    <a:pt x="668" y="409"/>
                  </a:lnTo>
                  <a:lnTo>
                    <a:pt x="667" y="418"/>
                  </a:lnTo>
                  <a:lnTo>
                    <a:pt x="656" y="423"/>
                  </a:lnTo>
                  <a:lnTo>
                    <a:pt x="639" y="424"/>
                  </a:lnTo>
                  <a:lnTo>
                    <a:pt x="624" y="425"/>
                  </a:lnTo>
                  <a:lnTo>
                    <a:pt x="615" y="428"/>
                  </a:lnTo>
                  <a:lnTo>
                    <a:pt x="610" y="434"/>
                  </a:lnTo>
                  <a:lnTo>
                    <a:pt x="604" y="441"/>
                  </a:lnTo>
                  <a:lnTo>
                    <a:pt x="596" y="447"/>
                  </a:lnTo>
                  <a:lnTo>
                    <a:pt x="587" y="453"/>
                  </a:lnTo>
                  <a:lnTo>
                    <a:pt x="578" y="460"/>
                  </a:lnTo>
                  <a:lnTo>
                    <a:pt x="567" y="467"/>
                  </a:lnTo>
                  <a:lnTo>
                    <a:pt x="555" y="471"/>
                  </a:lnTo>
                  <a:lnTo>
                    <a:pt x="541" y="469"/>
                  </a:lnTo>
                  <a:lnTo>
                    <a:pt x="528" y="460"/>
                  </a:lnTo>
                  <a:lnTo>
                    <a:pt x="518" y="452"/>
                  </a:lnTo>
                  <a:lnTo>
                    <a:pt x="508" y="449"/>
                  </a:lnTo>
                  <a:lnTo>
                    <a:pt x="496" y="451"/>
                  </a:lnTo>
                  <a:lnTo>
                    <a:pt x="484" y="453"/>
                  </a:lnTo>
                  <a:lnTo>
                    <a:pt x="474" y="450"/>
                  </a:lnTo>
                  <a:lnTo>
                    <a:pt x="468" y="443"/>
                  </a:lnTo>
                  <a:lnTo>
                    <a:pt x="464" y="436"/>
                  </a:lnTo>
                  <a:lnTo>
                    <a:pt x="458" y="431"/>
                  </a:lnTo>
                  <a:lnTo>
                    <a:pt x="448" y="429"/>
                  </a:lnTo>
                  <a:lnTo>
                    <a:pt x="436" y="427"/>
                  </a:lnTo>
                  <a:lnTo>
                    <a:pt x="427" y="423"/>
                  </a:lnTo>
                  <a:lnTo>
                    <a:pt x="423" y="416"/>
                  </a:lnTo>
                  <a:lnTo>
                    <a:pt x="420" y="409"/>
                  </a:lnTo>
                  <a:lnTo>
                    <a:pt x="416" y="402"/>
                  </a:lnTo>
                  <a:lnTo>
                    <a:pt x="415" y="394"/>
                  </a:lnTo>
                  <a:lnTo>
                    <a:pt x="421" y="386"/>
                  </a:lnTo>
                  <a:lnTo>
                    <a:pt x="434" y="378"/>
                  </a:lnTo>
                  <a:lnTo>
                    <a:pt x="448" y="372"/>
                  </a:lnTo>
                  <a:lnTo>
                    <a:pt x="455" y="366"/>
                  </a:lnTo>
                  <a:lnTo>
                    <a:pt x="451" y="359"/>
                  </a:lnTo>
                  <a:lnTo>
                    <a:pt x="442" y="350"/>
                  </a:lnTo>
                  <a:lnTo>
                    <a:pt x="436" y="340"/>
                  </a:lnTo>
                  <a:lnTo>
                    <a:pt x="439" y="332"/>
                  </a:lnTo>
                  <a:lnTo>
                    <a:pt x="448" y="327"/>
                  </a:lnTo>
                  <a:lnTo>
                    <a:pt x="458" y="323"/>
                  </a:lnTo>
                  <a:lnTo>
                    <a:pt x="464" y="318"/>
                  </a:lnTo>
                  <a:lnTo>
                    <a:pt x="469" y="311"/>
                  </a:lnTo>
                  <a:lnTo>
                    <a:pt x="477" y="306"/>
                  </a:lnTo>
                  <a:lnTo>
                    <a:pt x="486" y="305"/>
                  </a:lnTo>
                  <a:lnTo>
                    <a:pt x="497" y="305"/>
                  </a:lnTo>
                  <a:lnTo>
                    <a:pt x="505" y="304"/>
                  </a:lnTo>
                  <a:lnTo>
                    <a:pt x="513" y="301"/>
                  </a:lnTo>
                  <a:lnTo>
                    <a:pt x="521" y="299"/>
                  </a:lnTo>
                  <a:lnTo>
                    <a:pt x="530" y="301"/>
                  </a:lnTo>
                  <a:lnTo>
                    <a:pt x="538" y="306"/>
                  </a:lnTo>
                  <a:lnTo>
                    <a:pt x="546" y="309"/>
                  </a:lnTo>
                  <a:lnTo>
                    <a:pt x="555" y="306"/>
                  </a:lnTo>
                  <a:lnTo>
                    <a:pt x="568" y="298"/>
                  </a:lnTo>
                  <a:lnTo>
                    <a:pt x="583" y="292"/>
                  </a:lnTo>
                  <a:lnTo>
                    <a:pt x="595" y="293"/>
                  </a:lnTo>
                  <a:lnTo>
                    <a:pt x="603" y="301"/>
                  </a:lnTo>
                  <a:lnTo>
                    <a:pt x="606" y="312"/>
                  </a:lnTo>
                  <a:lnTo>
                    <a:pt x="609" y="321"/>
                  </a:lnTo>
                  <a:lnTo>
                    <a:pt x="614" y="328"/>
                  </a:lnTo>
                  <a:lnTo>
                    <a:pt x="621" y="333"/>
                  </a:lnTo>
                  <a:lnTo>
                    <a:pt x="626" y="340"/>
                  </a:lnTo>
                  <a:lnTo>
                    <a:pt x="630" y="346"/>
                  </a:lnTo>
                  <a:lnTo>
                    <a:pt x="637" y="352"/>
                  </a:lnTo>
                  <a:lnTo>
                    <a:pt x="647" y="357"/>
                  </a:lnTo>
                  <a:lnTo>
                    <a:pt x="659" y="363"/>
                  </a:lnTo>
                  <a:lnTo>
                    <a:pt x="666" y="370"/>
                  </a:lnTo>
                  <a:close/>
                </a:path>
              </a:pathLst>
            </a:custGeom>
            <a:solidFill>
              <a:srgbClr val="A7CEE4">
                <a:alpha val="12900"/>
              </a:srgbClr>
            </a:solidFill>
            <a:ln>
              <a:noFill/>
            </a:ln>
          </p:spPr>
          <p:txBody>
            <a:bodyPr anchor="ctr"/>
            <a:lstStyle/>
            <a:p>
              <a:pPr algn="ctr">
                <a:buNone/>
              </a:pPr>
            </a:p>
          </p:txBody>
        </p:sp>
        <p:sp>
          <p:nvSpPr>
            <p:cNvPr id="7517" name="addition:spatial:6">
              <a:extLst>
                <a:ext uri="{FF2B5EF4-FFF2-40B4-BE49-F238E27FC236}">
                  <ns2:creationId id="{021314A4-8B25-485F-B997-6224EBBFF5F3}"/>
                </a:ext>
              </a:extLst>
            </p:cNvPr>
            <p:cNvSpPr>
              <a:spLocks noGrp="1"/>
            </p:cNvSpPr>
            <p:nvPr/>
          </p:nvSpPr>
          <p:spPr>
            <a:xfrm>
              <a:off x="5648325" y="1666875"/>
              <a:ext cx="845911" cy="778154"/>
            </a:xfrm>
            <a:custGeom>
              <a:rect l="l" t="t" r="r" b="b"/>
              <a:pathLst>
                <a:path w="638" h="460">
                  <a:moveTo>
                    <a:pt x="0" y="0"/>
                  </a:moveTo>
                  <a:moveTo>
                    <a:pt x="629" y="383"/>
                  </a:moveTo>
                  <a:lnTo>
                    <a:pt x="630" y="389"/>
                  </a:lnTo>
                  <a:lnTo>
                    <a:pt x="629" y="395"/>
                  </a:lnTo>
                  <a:lnTo>
                    <a:pt x="629" y="401"/>
                  </a:lnTo>
                  <a:lnTo>
                    <a:pt x="633" y="409"/>
                  </a:lnTo>
                  <a:lnTo>
                    <a:pt x="638" y="417"/>
                  </a:lnTo>
                  <a:lnTo>
                    <a:pt x="637" y="425"/>
                  </a:lnTo>
                  <a:lnTo>
                    <a:pt x="628" y="428"/>
                  </a:lnTo>
                  <a:lnTo>
                    <a:pt x="613" y="428"/>
                  </a:lnTo>
                  <a:lnTo>
                    <a:pt x="599" y="426"/>
                  </a:lnTo>
                  <a:lnTo>
                    <a:pt x="591" y="428"/>
                  </a:lnTo>
                  <a:lnTo>
                    <a:pt x="587" y="433"/>
                  </a:lnTo>
                  <a:lnTo>
                    <a:pt x="583" y="440"/>
                  </a:lnTo>
                  <a:lnTo>
                    <a:pt x="577" y="446"/>
                  </a:lnTo>
                  <a:lnTo>
                    <a:pt x="569" y="449"/>
                  </a:lnTo>
                  <a:lnTo>
                    <a:pt x="560" y="453"/>
                  </a:lnTo>
                  <a:lnTo>
                    <a:pt x="550" y="457"/>
                  </a:lnTo>
                  <a:lnTo>
                    <a:pt x="540" y="460"/>
                  </a:lnTo>
                  <a:lnTo>
                    <a:pt x="528" y="459"/>
                  </a:lnTo>
                  <a:lnTo>
                    <a:pt x="518" y="454"/>
                  </a:lnTo>
                  <a:lnTo>
                    <a:pt x="509" y="448"/>
                  </a:lnTo>
                  <a:lnTo>
                    <a:pt x="500" y="446"/>
                  </a:lnTo>
                  <a:lnTo>
                    <a:pt x="489" y="446"/>
                  </a:lnTo>
                  <a:lnTo>
                    <a:pt x="478" y="446"/>
                  </a:lnTo>
                  <a:lnTo>
                    <a:pt x="469" y="442"/>
                  </a:lnTo>
                  <a:lnTo>
                    <a:pt x="466" y="435"/>
                  </a:lnTo>
                  <a:lnTo>
                    <a:pt x="465" y="427"/>
                  </a:lnTo>
                  <a:lnTo>
                    <a:pt x="461" y="422"/>
                  </a:lnTo>
                  <a:lnTo>
                    <a:pt x="451" y="420"/>
                  </a:lnTo>
                  <a:lnTo>
                    <a:pt x="439" y="419"/>
                  </a:lnTo>
                  <a:lnTo>
                    <a:pt x="427" y="416"/>
                  </a:lnTo>
                  <a:lnTo>
                    <a:pt x="422" y="410"/>
                  </a:lnTo>
                  <a:lnTo>
                    <a:pt x="420" y="403"/>
                  </a:lnTo>
                  <a:lnTo>
                    <a:pt x="420" y="397"/>
                  </a:lnTo>
                  <a:lnTo>
                    <a:pt x="422" y="390"/>
                  </a:lnTo>
                  <a:lnTo>
                    <a:pt x="426" y="383"/>
                  </a:lnTo>
                  <a:lnTo>
                    <a:pt x="436" y="377"/>
                  </a:lnTo>
                  <a:lnTo>
                    <a:pt x="448" y="372"/>
                  </a:lnTo>
                  <a:lnTo>
                    <a:pt x="455" y="368"/>
                  </a:lnTo>
                  <a:lnTo>
                    <a:pt x="455" y="362"/>
                  </a:lnTo>
                  <a:lnTo>
                    <a:pt x="450" y="354"/>
                  </a:lnTo>
                  <a:lnTo>
                    <a:pt x="448" y="346"/>
                  </a:lnTo>
                  <a:lnTo>
                    <a:pt x="453" y="340"/>
                  </a:lnTo>
                  <a:lnTo>
                    <a:pt x="463" y="337"/>
                  </a:lnTo>
                  <a:lnTo>
                    <a:pt x="473" y="334"/>
                  </a:lnTo>
                  <a:lnTo>
                    <a:pt x="479" y="330"/>
                  </a:lnTo>
                  <a:lnTo>
                    <a:pt x="483" y="323"/>
                  </a:lnTo>
                  <a:lnTo>
                    <a:pt x="488" y="316"/>
                  </a:lnTo>
                  <a:lnTo>
                    <a:pt x="496" y="313"/>
                  </a:lnTo>
                  <a:lnTo>
                    <a:pt x="506" y="314"/>
                  </a:lnTo>
                  <a:lnTo>
                    <a:pt x="515" y="316"/>
                  </a:lnTo>
                  <a:lnTo>
                    <a:pt x="523" y="317"/>
                  </a:lnTo>
                  <a:lnTo>
                    <a:pt x="530" y="317"/>
                  </a:lnTo>
                  <a:lnTo>
                    <a:pt x="537" y="319"/>
                  </a:lnTo>
                  <a:lnTo>
                    <a:pt x="543" y="323"/>
                  </a:lnTo>
                  <a:lnTo>
                    <a:pt x="549" y="325"/>
                  </a:lnTo>
                  <a:lnTo>
                    <a:pt x="557" y="323"/>
                  </a:lnTo>
                  <a:lnTo>
                    <a:pt x="568" y="318"/>
                  </a:lnTo>
                  <a:lnTo>
                    <a:pt x="581" y="313"/>
                  </a:lnTo>
                  <a:lnTo>
                    <a:pt x="591" y="314"/>
                  </a:lnTo>
                  <a:lnTo>
                    <a:pt x="595" y="321"/>
                  </a:lnTo>
                  <a:lnTo>
                    <a:pt x="595" y="331"/>
                  </a:lnTo>
                  <a:lnTo>
                    <a:pt x="596" y="339"/>
                  </a:lnTo>
                  <a:lnTo>
                    <a:pt x="600" y="344"/>
                  </a:lnTo>
                  <a:lnTo>
                    <a:pt x="607" y="349"/>
                  </a:lnTo>
                  <a:lnTo>
                    <a:pt x="612" y="354"/>
                  </a:lnTo>
                  <a:lnTo>
                    <a:pt x="614" y="360"/>
                  </a:lnTo>
                  <a:lnTo>
                    <a:pt x="615" y="366"/>
                  </a:lnTo>
                  <a:lnTo>
                    <a:pt x="619" y="371"/>
                  </a:lnTo>
                  <a:lnTo>
                    <a:pt x="624" y="377"/>
                  </a:lnTo>
                  <a:close/>
                </a:path>
              </a:pathLst>
            </a:custGeom>
            <a:solidFill>
              <a:srgbClr val="59A3CD">
                <a:alpha val="12900"/>
              </a:srgbClr>
            </a:solidFill>
            <a:ln>
              <a:noFill/>
            </a:ln>
          </p:spPr>
          <p:txBody>
            <a:bodyPr anchor="ctr"/>
            <a:lstStyle/>
            <a:p>
              <a:pPr algn="ctr">
                <a:buNone/>
              </a:pPr>
            </a:p>
          </p:txBody>
        </p:sp>
        <p:sp>
          <p:nvSpPr>
            <p:cNvPr id="7518" name="addition:spatial:7">
              <a:extLst>
                <a:ext uri="{FF2B5EF4-FFF2-40B4-BE49-F238E27FC236}">
                  <ns2:creationId id="{A984CB78-1148-47E5-AC6A-ECD3E43F97F7}"/>
                </a:ext>
              </a:extLst>
            </p:cNvPr>
            <p:cNvSpPr>
              <a:spLocks noGrp="1"/>
            </p:cNvSpPr>
            <p:nvPr/>
          </p:nvSpPr>
          <p:spPr>
            <a:xfrm>
              <a:off x="5648325" y="1666875"/>
              <a:ext cx="827349" cy="771388"/>
            </a:xfrm>
            <a:custGeom>
              <a:rect l="l" t="t" r="r" b="b"/>
              <a:pathLst>
                <a:path w="624" h="456">
                  <a:moveTo>
                    <a:pt x="0" y="0"/>
                  </a:moveTo>
                  <a:moveTo>
                    <a:pt x="610" y="388"/>
                  </a:moveTo>
                  <a:lnTo>
                    <a:pt x="609" y="393"/>
                  </a:lnTo>
                  <a:lnTo>
                    <a:pt x="614" y="399"/>
                  </a:lnTo>
                  <a:lnTo>
                    <a:pt x="621" y="406"/>
                  </a:lnTo>
                  <a:lnTo>
                    <a:pt x="624" y="412"/>
                  </a:lnTo>
                  <a:lnTo>
                    <a:pt x="620" y="418"/>
                  </a:lnTo>
                  <a:lnTo>
                    <a:pt x="609" y="420"/>
                  </a:lnTo>
                  <a:lnTo>
                    <a:pt x="598" y="422"/>
                  </a:lnTo>
                  <a:lnTo>
                    <a:pt x="590" y="424"/>
                  </a:lnTo>
                  <a:lnTo>
                    <a:pt x="585" y="427"/>
                  </a:lnTo>
                  <a:lnTo>
                    <a:pt x="579" y="430"/>
                  </a:lnTo>
                  <a:lnTo>
                    <a:pt x="573" y="433"/>
                  </a:lnTo>
                  <a:lnTo>
                    <a:pt x="567" y="436"/>
                  </a:lnTo>
                  <a:lnTo>
                    <a:pt x="562" y="442"/>
                  </a:lnTo>
                  <a:lnTo>
                    <a:pt x="556" y="450"/>
                  </a:lnTo>
                  <a:lnTo>
                    <a:pt x="548" y="456"/>
                  </a:lnTo>
                  <a:lnTo>
                    <a:pt x="538" y="456"/>
                  </a:lnTo>
                  <a:lnTo>
                    <a:pt x="528" y="452"/>
                  </a:lnTo>
                  <a:lnTo>
                    <a:pt x="519" y="447"/>
                  </a:lnTo>
                  <a:lnTo>
                    <a:pt x="510" y="444"/>
                  </a:lnTo>
                  <a:lnTo>
                    <a:pt x="502" y="445"/>
                  </a:lnTo>
                  <a:lnTo>
                    <a:pt x="492" y="447"/>
                  </a:lnTo>
                  <a:lnTo>
                    <a:pt x="484" y="445"/>
                  </a:lnTo>
                  <a:lnTo>
                    <a:pt x="478" y="440"/>
                  </a:lnTo>
                  <a:lnTo>
                    <a:pt x="475" y="434"/>
                  </a:lnTo>
                  <a:lnTo>
                    <a:pt x="470" y="430"/>
                  </a:lnTo>
                  <a:lnTo>
                    <a:pt x="464" y="428"/>
                  </a:lnTo>
                  <a:lnTo>
                    <a:pt x="456" y="426"/>
                  </a:lnTo>
                  <a:lnTo>
                    <a:pt x="449" y="423"/>
                  </a:lnTo>
                  <a:lnTo>
                    <a:pt x="444" y="420"/>
                  </a:lnTo>
                  <a:lnTo>
                    <a:pt x="439" y="416"/>
                  </a:lnTo>
                  <a:lnTo>
                    <a:pt x="433" y="411"/>
                  </a:lnTo>
                  <a:lnTo>
                    <a:pt x="427" y="407"/>
                  </a:lnTo>
                  <a:lnTo>
                    <a:pt x="428" y="400"/>
                  </a:lnTo>
                  <a:lnTo>
                    <a:pt x="436" y="394"/>
                  </a:lnTo>
                  <a:lnTo>
                    <a:pt x="449" y="388"/>
                  </a:lnTo>
                  <a:lnTo>
                    <a:pt x="457" y="384"/>
                  </a:lnTo>
                  <a:lnTo>
                    <a:pt x="458" y="379"/>
                  </a:lnTo>
                  <a:lnTo>
                    <a:pt x="454" y="373"/>
                  </a:lnTo>
                  <a:lnTo>
                    <a:pt x="450" y="367"/>
                  </a:lnTo>
                  <a:lnTo>
                    <a:pt x="451" y="361"/>
                  </a:lnTo>
                  <a:lnTo>
                    <a:pt x="457" y="357"/>
                  </a:lnTo>
                  <a:lnTo>
                    <a:pt x="462" y="353"/>
                  </a:lnTo>
                  <a:lnTo>
                    <a:pt x="465" y="348"/>
                  </a:lnTo>
                  <a:lnTo>
                    <a:pt x="468" y="342"/>
                  </a:lnTo>
                  <a:lnTo>
                    <a:pt x="473" y="338"/>
                  </a:lnTo>
                  <a:lnTo>
                    <a:pt x="481" y="335"/>
                  </a:lnTo>
                  <a:lnTo>
                    <a:pt x="488" y="334"/>
                  </a:lnTo>
                  <a:lnTo>
                    <a:pt x="494" y="332"/>
                  </a:lnTo>
                  <a:lnTo>
                    <a:pt x="500" y="329"/>
                  </a:lnTo>
                  <a:lnTo>
                    <a:pt x="506" y="328"/>
                  </a:lnTo>
                  <a:lnTo>
                    <a:pt x="514" y="330"/>
                  </a:lnTo>
                  <a:lnTo>
                    <a:pt x="520" y="335"/>
                  </a:lnTo>
                  <a:lnTo>
                    <a:pt x="526" y="339"/>
                  </a:lnTo>
                  <a:lnTo>
                    <a:pt x="531" y="338"/>
                  </a:lnTo>
                  <a:lnTo>
                    <a:pt x="539" y="333"/>
                  </a:lnTo>
                  <a:lnTo>
                    <a:pt x="548" y="326"/>
                  </a:lnTo>
                  <a:lnTo>
                    <a:pt x="558" y="324"/>
                  </a:lnTo>
                  <a:lnTo>
                    <a:pt x="565" y="327"/>
                  </a:lnTo>
                  <a:lnTo>
                    <a:pt x="570" y="333"/>
                  </a:lnTo>
                  <a:lnTo>
                    <a:pt x="574" y="339"/>
                  </a:lnTo>
                  <a:lnTo>
                    <a:pt x="579" y="344"/>
                  </a:lnTo>
                  <a:lnTo>
                    <a:pt x="583" y="349"/>
                  </a:lnTo>
                  <a:lnTo>
                    <a:pt x="586" y="354"/>
                  </a:lnTo>
                  <a:lnTo>
                    <a:pt x="587" y="360"/>
                  </a:lnTo>
                  <a:lnTo>
                    <a:pt x="590" y="365"/>
                  </a:lnTo>
                  <a:lnTo>
                    <a:pt x="597" y="368"/>
                  </a:lnTo>
                  <a:lnTo>
                    <a:pt x="606" y="372"/>
                  </a:lnTo>
                  <a:lnTo>
                    <a:pt x="612" y="377"/>
                  </a:lnTo>
                  <a:lnTo>
                    <a:pt x="612" y="383"/>
                  </a:lnTo>
                  <a:close/>
                </a:path>
              </a:pathLst>
            </a:custGeom>
            <a:solidFill>
              <a:srgbClr val="0675B4">
                <a:alpha val="10500"/>
              </a:srgbClr>
            </a:solidFill>
            <a:ln>
              <a:noFill/>
            </a:ln>
          </p:spPr>
          <p:txBody>
            <a:bodyPr anchor="ctr"/>
            <a:lstStyle/>
            <a:p>
              <a:pPr algn="ctr">
                <a:buNone/>
              </a:pPr>
            </a:p>
          </p:txBody>
        </p:sp>
        <p:sp>
          <p:nvSpPr>
            <p:cNvPr id="7519" name="addition:spatial:8">
              <a:extLst>
                <a:ext uri="{FF2B5EF4-FFF2-40B4-BE49-F238E27FC236}">
                  <ns2:creationId id="{A042D9E7-8977-4D04-B1F2-1D82343C6029}"/>
                </a:ext>
              </a:extLst>
            </p:cNvPr>
            <p:cNvSpPr>
              <a:spLocks noGrp="1"/>
            </p:cNvSpPr>
            <p:nvPr/>
          </p:nvSpPr>
          <p:spPr>
            <a:xfrm>
              <a:off x="5648325" y="1666875"/>
              <a:ext cx="698739" cy="671581"/>
            </a:xfrm>
            <a:custGeom>
              <a:rect l="l" t="t" r="r" b="b"/>
              <a:pathLst>
                <a:path w="527" h="397">
                  <a:moveTo>
                    <a:pt x="0" y="0"/>
                  </a:moveTo>
                  <a:moveTo>
                    <a:pt x="518" y="368"/>
                  </a:moveTo>
                  <a:lnTo>
                    <a:pt x="520" y="370"/>
                  </a:lnTo>
                  <a:lnTo>
                    <a:pt x="523" y="373"/>
                  </a:lnTo>
                  <a:lnTo>
                    <a:pt x="523" y="375"/>
                  </a:lnTo>
                  <a:lnTo>
                    <a:pt x="522" y="377"/>
                  </a:lnTo>
                  <a:lnTo>
                    <a:pt x="521" y="379"/>
                  </a:lnTo>
                  <a:lnTo>
                    <a:pt x="520" y="382"/>
                  </a:lnTo>
                  <a:lnTo>
                    <a:pt x="520" y="384"/>
                  </a:lnTo>
                  <a:lnTo>
                    <a:pt x="518" y="386"/>
                  </a:lnTo>
                  <a:lnTo>
                    <a:pt x="515" y="387"/>
                  </a:lnTo>
                  <a:lnTo>
                    <a:pt x="512" y="388"/>
                  </a:lnTo>
                  <a:lnTo>
                    <a:pt x="510" y="389"/>
                  </a:lnTo>
                  <a:lnTo>
                    <a:pt x="508" y="391"/>
                  </a:lnTo>
                  <a:lnTo>
                    <a:pt x="506" y="392"/>
                  </a:lnTo>
                  <a:lnTo>
                    <a:pt x="503" y="392"/>
                  </a:lnTo>
                  <a:lnTo>
                    <a:pt x="499" y="390"/>
                  </a:lnTo>
                  <a:lnTo>
                    <a:pt x="496" y="389"/>
                  </a:lnTo>
                  <a:lnTo>
                    <a:pt x="494" y="390"/>
                  </a:lnTo>
                  <a:lnTo>
                    <a:pt x="491" y="393"/>
                  </a:lnTo>
                  <a:lnTo>
                    <a:pt x="488" y="396"/>
                  </a:lnTo>
                  <a:lnTo>
                    <a:pt x="484" y="397"/>
                  </a:lnTo>
                  <a:lnTo>
                    <a:pt x="480" y="395"/>
                  </a:lnTo>
                  <a:lnTo>
                    <a:pt x="477" y="394"/>
                  </a:lnTo>
                  <a:lnTo>
                    <a:pt x="474" y="392"/>
                  </a:lnTo>
                  <a:lnTo>
                    <a:pt x="471" y="390"/>
                  </a:lnTo>
                  <a:lnTo>
                    <a:pt x="469" y="388"/>
                  </a:lnTo>
                  <a:lnTo>
                    <a:pt x="468" y="385"/>
                  </a:lnTo>
                  <a:lnTo>
                    <a:pt x="466" y="383"/>
                  </a:lnTo>
                  <a:lnTo>
                    <a:pt x="464" y="381"/>
                  </a:lnTo>
                  <a:lnTo>
                    <a:pt x="460" y="380"/>
                  </a:lnTo>
                  <a:lnTo>
                    <a:pt x="456" y="379"/>
                  </a:lnTo>
                  <a:lnTo>
                    <a:pt x="453" y="378"/>
                  </a:lnTo>
                  <a:lnTo>
                    <a:pt x="453" y="375"/>
                  </a:lnTo>
                  <a:lnTo>
                    <a:pt x="454" y="373"/>
                  </a:lnTo>
                  <a:lnTo>
                    <a:pt x="453" y="370"/>
                  </a:lnTo>
                  <a:lnTo>
                    <a:pt x="451" y="368"/>
                  </a:lnTo>
                  <a:lnTo>
                    <a:pt x="447" y="366"/>
                  </a:lnTo>
                  <a:lnTo>
                    <a:pt x="446" y="363"/>
                  </a:lnTo>
                  <a:lnTo>
                    <a:pt x="448" y="361"/>
                  </a:lnTo>
                  <a:lnTo>
                    <a:pt x="453" y="359"/>
                  </a:lnTo>
                  <a:lnTo>
                    <a:pt x="457" y="358"/>
                  </a:lnTo>
                  <a:lnTo>
                    <a:pt x="460" y="357"/>
                  </a:lnTo>
                  <a:lnTo>
                    <a:pt x="462" y="355"/>
                  </a:lnTo>
                  <a:lnTo>
                    <a:pt x="465" y="354"/>
                  </a:lnTo>
                  <a:lnTo>
                    <a:pt x="467" y="352"/>
                  </a:lnTo>
                  <a:lnTo>
                    <a:pt x="469" y="350"/>
                  </a:lnTo>
                  <a:lnTo>
                    <a:pt x="471" y="348"/>
                  </a:lnTo>
                  <a:lnTo>
                    <a:pt x="472" y="344"/>
                  </a:lnTo>
                  <a:lnTo>
                    <a:pt x="475" y="341"/>
                  </a:lnTo>
                  <a:lnTo>
                    <a:pt x="479" y="341"/>
                  </a:lnTo>
                  <a:lnTo>
                    <a:pt x="484" y="342"/>
                  </a:lnTo>
                  <a:lnTo>
                    <a:pt x="488" y="344"/>
                  </a:lnTo>
                  <a:lnTo>
                    <a:pt x="491" y="345"/>
                  </a:lnTo>
                  <a:lnTo>
                    <a:pt x="494" y="344"/>
                  </a:lnTo>
                  <a:lnTo>
                    <a:pt x="498" y="343"/>
                  </a:lnTo>
                  <a:lnTo>
                    <a:pt x="501" y="343"/>
                  </a:lnTo>
                  <a:lnTo>
                    <a:pt x="503" y="345"/>
                  </a:lnTo>
                  <a:lnTo>
                    <a:pt x="505" y="347"/>
                  </a:lnTo>
                  <a:lnTo>
                    <a:pt x="508" y="348"/>
                  </a:lnTo>
                  <a:lnTo>
                    <a:pt x="510" y="349"/>
                  </a:lnTo>
                  <a:lnTo>
                    <a:pt x="513" y="349"/>
                  </a:lnTo>
                  <a:lnTo>
                    <a:pt x="516" y="350"/>
                  </a:lnTo>
                  <a:lnTo>
                    <a:pt x="518" y="352"/>
                  </a:lnTo>
                  <a:lnTo>
                    <a:pt x="521" y="353"/>
                  </a:lnTo>
                  <a:lnTo>
                    <a:pt x="524" y="354"/>
                  </a:lnTo>
                  <a:lnTo>
                    <a:pt x="527" y="356"/>
                  </a:lnTo>
                  <a:lnTo>
                    <a:pt x="527" y="358"/>
                  </a:lnTo>
                  <a:lnTo>
                    <a:pt x="523" y="361"/>
                  </a:lnTo>
                  <a:lnTo>
                    <a:pt x="519" y="364"/>
                  </a:lnTo>
                  <a:lnTo>
                    <a:pt x="517" y="366"/>
                  </a:lnTo>
                  <a:close/>
                </a:path>
              </a:pathLst>
            </a:custGeom>
            <a:solidFill>
              <a:srgbClr val="59A3CD">
                <a:alpha val="9600"/>
              </a:srgbClr>
            </a:solidFill>
            <a:ln>
              <a:noFill/>
            </a:ln>
          </p:spPr>
          <p:txBody>
            <a:bodyPr anchor="ctr"/>
            <a:lstStyle/>
            <a:p>
              <a:pPr algn="ctr">
                <a:buNone/>
              </a:pPr>
            </a:p>
          </p:txBody>
        </p:sp>
        <p:sp>
          <p:nvSpPr>
            <p:cNvPr id="7520" name="addition:spatial:9">
              <a:extLst>
                <a:ext uri="{FF2B5EF4-FFF2-40B4-BE49-F238E27FC236}">
                  <ns2:creationId id="{FCDAEEBC-8746-46DE-A08F-65A1DC36C294}"/>
                </a:ext>
              </a:extLst>
            </p:cNvPr>
            <p:cNvSpPr>
              <a:spLocks noGrp="1"/>
            </p:cNvSpPr>
            <p:nvPr/>
          </p:nvSpPr>
          <p:spPr>
            <a:xfrm>
              <a:off x="5648325" y="1666875"/>
              <a:ext cx="735863" cy="636057"/>
            </a:xfrm>
            <a:custGeom>
              <a:rect l="l" t="t" r="r" b="b"/>
              <a:pathLst>
                <a:path w="555" h="376">
                  <a:moveTo>
                    <a:pt x="0" y="0"/>
                  </a:moveTo>
                  <a:moveTo>
                    <a:pt x="555" y="348"/>
                  </a:moveTo>
                  <a:lnTo>
                    <a:pt x="555" y="350"/>
                  </a:lnTo>
                  <a:lnTo>
                    <a:pt x="554" y="353"/>
                  </a:lnTo>
                  <a:lnTo>
                    <a:pt x="552" y="354"/>
                  </a:lnTo>
                  <a:lnTo>
                    <a:pt x="552" y="357"/>
                  </a:lnTo>
                  <a:lnTo>
                    <a:pt x="553" y="359"/>
                  </a:lnTo>
                  <a:lnTo>
                    <a:pt x="554" y="362"/>
                  </a:lnTo>
                  <a:lnTo>
                    <a:pt x="552" y="364"/>
                  </a:lnTo>
                  <a:lnTo>
                    <a:pt x="548" y="365"/>
                  </a:lnTo>
                  <a:lnTo>
                    <a:pt x="543" y="364"/>
                  </a:lnTo>
                  <a:lnTo>
                    <a:pt x="540" y="365"/>
                  </a:lnTo>
                  <a:lnTo>
                    <a:pt x="538" y="366"/>
                  </a:lnTo>
                  <a:lnTo>
                    <a:pt x="536" y="368"/>
                  </a:lnTo>
                  <a:lnTo>
                    <a:pt x="534" y="369"/>
                  </a:lnTo>
                  <a:lnTo>
                    <a:pt x="531" y="371"/>
                  </a:lnTo>
                  <a:lnTo>
                    <a:pt x="528" y="372"/>
                  </a:lnTo>
                  <a:lnTo>
                    <a:pt x="525" y="375"/>
                  </a:lnTo>
                  <a:lnTo>
                    <a:pt x="521" y="376"/>
                  </a:lnTo>
                  <a:lnTo>
                    <a:pt x="517" y="376"/>
                  </a:lnTo>
                  <a:lnTo>
                    <a:pt x="514" y="374"/>
                  </a:lnTo>
                  <a:lnTo>
                    <a:pt x="511" y="371"/>
                  </a:lnTo>
                  <a:lnTo>
                    <a:pt x="508" y="369"/>
                  </a:lnTo>
                  <a:lnTo>
                    <a:pt x="505" y="369"/>
                  </a:lnTo>
                  <a:lnTo>
                    <a:pt x="501" y="369"/>
                  </a:lnTo>
                  <a:lnTo>
                    <a:pt x="498" y="369"/>
                  </a:lnTo>
                  <a:lnTo>
                    <a:pt x="495" y="367"/>
                  </a:lnTo>
                  <a:lnTo>
                    <a:pt x="494" y="365"/>
                  </a:lnTo>
                  <a:lnTo>
                    <a:pt x="493" y="363"/>
                  </a:lnTo>
                  <a:lnTo>
                    <a:pt x="491" y="362"/>
                  </a:lnTo>
                  <a:lnTo>
                    <a:pt x="487" y="361"/>
                  </a:lnTo>
                  <a:lnTo>
                    <a:pt x="484" y="359"/>
                  </a:lnTo>
                  <a:lnTo>
                    <a:pt x="483" y="357"/>
                  </a:lnTo>
                  <a:lnTo>
                    <a:pt x="482" y="355"/>
                  </a:lnTo>
                  <a:lnTo>
                    <a:pt x="481" y="353"/>
                  </a:lnTo>
                  <a:lnTo>
                    <a:pt x="481" y="351"/>
                  </a:lnTo>
                  <a:lnTo>
                    <a:pt x="481" y="348"/>
                  </a:lnTo>
                  <a:lnTo>
                    <a:pt x="485" y="346"/>
                  </a:lnTo>
                  <a:lnTo>
                    <a:pt x="490" y="344"/>
                  </a:lnTo>
                  <a:lnTo>
                    <a:pt x="494" y="343"/>
                  </a:lnTo>
                  <a:lnTo>
                    <a:pt x="495" y="341"/>
                  </a:lnTo>
                  <a:lnTo>
                    <a:pt x="493" y="338"/>
                  </a:lnTo>
                  <a:lnTo>
                    <a:pt x="491" y="335"/>
                  </a:lnTo>
                  <a:lnTo>
                    <a:pt x="491" y="332"/>
                  </a:lnTo>
                  <a:lnTo>
                    <a:pt x="494" y="331"/>
                  </a:lnTo>
                  <a:lnTo>
                    <a:pt x="497" y="330"/>
                  </a:lnTo>
                  <a:lnTo>
                    <a:pt x="500" y="328"/>
                  </a:lnTo>
                  <a:lnTo>
                    <a:pt x="502" y="327"/>
                  </a:lnTo>
                  <a:lnTo>
                    <a:pt x="504" y="325"/>
                  </a:lnTo>
                  <a:lnTo>
                    <a:pt x="507" y="325"/>
                  </a:lnTo>
                  <a:lnTo>
                    <a:pt x="510" y="325"/>
                  </a:lnTo>
                  <a:lnTo>
                    <a:pt x="513" y="325"/>
                  </a:lnTo>
                  <a:lnTo>
                    <a:pt x="516" y="325"/>
                  </a:lnTo>
                  <a:lnTo>
                    <a:pt x="518" y="324"/>
                  </a:lnTo>
                  <a:lnTo>
                    <a:pt x="521" y="324"/>
                  </a:lnTo>
                  <a:lnTo>
                    <a:pt x="523" y="326"/>
                  </a:lnTo>
                  <a:lnTo>
                    <a:pt x="525" y="327"/>
                  </a:lnTo>
                  <a:lnTo>
                    <a:pt x="527" y="328"/>
                  </a:lnTo>
                  <a:lnTo>
                    <a:pt x="530" y="326"/>
                  </a:lnTo>
                  <a:lnTo>
                    <a:pt x="535" y="324"/>
                  </a:lnTo>
                  <a:lnTo>
                    <a:pt x="539" y="324"/>
                  </a:lnTo>
                  <a:lnTo>
                    <a:pt x="541" y="326"/>
                  </a:lnTo>
                  <a:lnTo>
                    <a:pt x="542" y="329"/>
                  </a:lnTo>
                  <a:lnTo>
                    <a:pt x="542" y="332"/>
                  </a:lnTo>
                  <a:lnTo>
                    <a:pt x="543" y="334"/>
                  </a:lnTo>
                  <a:lnTo>
                    <a:pt x="544" y="336"/>
                  </a:lnTo>
                  <a:lnTo>
                    <a:pt x="545" y="338"/>
                  </a:lnTo>
                  <a:lnTo>
                    <a:pt x="546" y="340"/>
                  </a:lnTo>
                  <a:lnTo>
                    <a:pt x="547" y="342"/>
                  </a:lnTo>
                  <a:lnTo>
                    <a:pt x="549" y="344"/>
                  </a:lnTo>
                  <a:lnTo>
                    <a:pt x="552" y="346"/>
                  </a:lnTo>
                  <a:close/>
                </a:path>
              </a:pathLst>
            </a:custGeom>
            <a:solidFill>
              <a:srgbClr val="59A3CD">
                <a:alpha val="9600"/>
              </a:srgbClr>
            </a:solidFill>
            <a:ln>
              <a:noFill/>
            </a:ln>
          </p:spPr>
          <p:txBody>
            <a:bodyPr anchor="ctr"/>
            <a:lstStyle/>
            <a:p>
              <a:pPr algn="ctr">
                <a:buNone/>
              </a:pPr>
            </a:p>
          </p:txBody>
        </p:sp>
        <p:sp>
          <p:nvSpPr>
            <p:cNvPr id="7521" name="addition:spatial:10">
              <a:extLst>
                <a:ext uri="{FF2B5EF4-FFF2-40B4-BE49-F238E27FC236}">
                  <ns2:creationId id="{58EE5529-EF3D-4B2D-8B41-03BD15351A4F}"/>
                </a:ext>
              </a:extLst>
            </p:cNvPr>
            <p:cNvSpPr>
              <a:spLocks noGrp="1"/>
            </p:cNvSpPr>
            <p:nvPr/>
          </p:nvSpPr>
          <p:spPr>
            <a:xfrm>
              <a:off x="5648325" y="1666875"/>
              <a:ext cx="786247" cy="651281"/>
            </a:xfrm>
            <a:custGeom>
              <a:rect l="l" t="t" r="r" b="b"/>
              <a:pathLst>
                <a:path w="593" h="385">
                  <a:moveTo>
                    <a:pt x="0" y="0"/>
                  </a:moveTo>
                  <a:moveTo>
                    <a:pt x="592" y="354"/>
                  </a:moveTo>
                  <a:lnTo>
                    <a:pt x="593" y="356"/>
                  </a:lnTo>
                  <a:lnTo>
                    <a:pt x="593" y="359"/>
                  </a:lnTo>
                  <a:lnTo>
                    <a:pt x="591" y="361"/>
                  </a:lnTo>
                  <a:lnTo>
                    <a:pt x="590" y="364"/>
                  </a:lnTo>
                  <a:lnTo>
                    <a:pt x="589" y="366"/>
                  </a:lnTo>
                  <a:lnTo>
                    <a:pt x="587" y="368"/>
                  </a:lnTo>
                  <a:lnTo>
                    <a:pt x="584" y="369"/>
                  </a:lnTo>
                  <a:lnTo>
                    <a:pt x="581" y="370"/>
                  </a:lnTo>
                  <a:lnTo>
                    <a:pt x="579" y="371"/>
                  </a:lnTo>
                  <a:lnTo>
                    <a:pt x="578" y="374"/>
                  </a:lnTo>
                  <a:lnTo>
                    <a:pt x="576" y="376"/>
                  </a:lnTo>
                  <a:lnTo>
                    <a:pt x="573" y="377"/>
                  </a:lnTo>
                  <a:lnTo>
                    <a:pt x="569" y="377"/>
                  </a:lnTo>
                  <a:lnTo>
                    <a:pt x="565" y="376"/>
                  </a:lnTo>
                  <a:lnTo>
                    <a:pt x="563" y="378"/>
                  </a:lnTo>
                  <a:lnTo>
                    <a:pt x="560" y="381"/>
                  </a:lnTo>
                  <a:lnTo>
                    <a:pt x="556" y="384"/>
                  </a:lnTo>
                  <a:lnTo>
                    <a:pt x="552" y="385"/>
                  </a:lnTo>
                  <a:lnTo>
                    <a:pt x="548" y="383"/>
                  </a:lnTo>
                  <a:lnTo>
                    <a:pt x="545" y="381"/>
                  </a:lnTo>
                  <a:lnTo>
                    <a:pt x="542" y="378"/>
                  </a:lnTo>
                  <a:lnTo>
                    <a:pt x="539" y="377"/>
                  </a:lnTo>
                  <a:lnTo>
                    <a:pt x="537" y="375"/>
                  </a:lnTo>
                  <a:lnTo>
                    <a:pt x="534" y="373"/>
                  </a:lnTo>
                  <a:lnTo>
                    <a:pt x="532" y="372"/>
                  </a:lnTo>
                  <a:lnTo>
                    <a:pt x="530" y="371"/>
                  </a:lnTo>
                  <a:lnTo>
                    <a:pt x="525" y="371"/>
                  </a:lnTo>
                  <a:lnTo>
                    <a:pt x="521" y="370"/>
                  </a:lnTo>
                  <a:lnTo>
                    <a:pt x="518" y="369"/>
                  </a:lnTo>
                  <a:lnTo>
                    <a:pt x="517" y="366"/>
                  </a:lnTo>
                  <a:lnTo>
                    <a:pt x="519" y="363"/>
                  </a:lnTo>
                  <a:lnTo>
                    <a:pt x="520" y="361"/>
                  </a:lnTo>
                  <a:lnTo>
                    <a:pt x="519" y="358"/>
                  </a:lnTo>
                  <a:lnTo>
                    <a:pt x="517" y="356"/>
                  </a:lnTo>
                  <a:lnTo>
                    <a:pt x="516" y="354"/>
                  </a:lnTo>
                  <a:lnTo>
                    <a:pt x="518" y="351"/>
                  </a:lnTo>
                  <a:lnTo>
                    <a:pt x="522" y="349"/>
                  </a:lnTo>
                  <a:lnTo>
                    <a:pt x="525" y="347"/>
                  </a:lnTo>
                  <a:lnTo>
                    <a:pt x="527" y="345"/>
                  </a:lnTo>
                  <a:lnTo>
                    <a:pt x="527" y="343"/>
                  </a:lnTo>
                  <a:lnTo>
                    <a:pt x="528" y="341"/>
                  </a:lnTo>
                  <a:lnTo>
                    <a:pt x="529" y="339"/>
                  </a:lnTo>
                  <a:lnTo>
                    <a:pt x="531" y="336"/>
                  </a:lnTo>
                  <a:lnTo>
                    <a:pt x="531" y="333"/>
                  </a:lnTo>
                  <a:lnTo>
                    <a:pt x="532" y="330"/>
                  </a:lnTo>
                  <a:lnTo>
                    <a:pt x="534" y="327"/>
                  </a:lnTo>
                  <a:lnTo>
                    <a:pt x="538" y="327"/>
                  </a:lnTo>
                  <a:lnTo>
                    <a:pt x="542" y="329"/>
                  </a:lnTo>
                  <a:lnTo>
                    <a:pt x="546" y="331"/>
                  </a:lnTo>
                  <a:lnTo>
                    <a:pt x="549" y="331"/>
                  </a:lnTo>
                  <a:lnTo>
                    <a:pt x="551" y="330"/>
                  </a:lnTo>
                  <a:lnTo>
                    <a:pt x="553" y="328"/>
                  </a:lnTo>
                  <a:lnTo>
                    <a:pt x="555" y="327"/>
                  </a:lnTo>
                  <a:lnTo>
                    <a:pt x="558" y="328"/>
                  </a:lnTo>
                  <a:lnTo>
                    <a:pt x="560" y="329"/>
                  </a:lnTo>
                  <a:lnTo>
                    <a:pt x="563" y="329"/>
                  </a:lnTo>
                  <a:lnTo>
                    <a:pt x="566" y="329"/>
                  </a:lnTo>
                  <a:lnTo>
                    <a:pt x="569" y="329"/>
                  </a:lnTo>
                  <a:lnTo>
                    <a:pt x="572" y="330"/>
                  </a:lnTo>
                  <a:lnTo>
                    <a:pt x="574" y="332"/>
                  </a:lnTo>
                  <a:lnTo>
                    <a:pt x="576" y="334"/>
                  </a:lnTo>
                  <a:lnTo>
                    <a:pt x="579" y="335"/>
                  </a:lnTo>
                  <a:lnTo>
                    <a:pt x="582" y="337"/>
                  </a:lnTo>
                  <a:lnTo>
                    <a:pt x="583" y="339"/>
                  </a:lnTo>
                  <a:lnTo>
                    <a:pt x="582" y="343"/>
                  </a:lnTo>
                  <a:lnTo>
                    <a:pt x="580" y="346"/>
                  </a:lnTo>
                  <a:lnTo>
                    <a:pt x="579" y="348"/>
                  </a:lnTo>
                  <a:lnTo>
                    <a:pt x="582" y="350"/>
                  </a:lnTo>
                  <a:lnTo>
                    <a:pt x="587" y="351"/>
                  </a:lnTo>
                  <a:close/>
                </a:path>
              </a:pathLst>
            </a:custGeom>
            <a:solidFill>
              <a:srgbClr val="59A3CD">
                <a:alpha val="9600"/>
              </a:srgbClr>
            </a:solidFill>
            <a:ln>
              <a:noFill/>
            </a:ln>
          </p:spPr>
          <p:txBody>
            <a:bodyPr anchor="ctr"/>
            <a:lstStyle/>
            <a:p>
              <a:pPr algn="ctr">
                <a:buNone/>
              </a:pPr>
            </a:p>
          </p:txBody>
        </p:sp>
        <p:sp>
          <p:nvSpPr>
            <p:cNvPr id="7522" name="addition:spatial:11">
              <a:extLst>
                <a:ext uri="{FF2B5EF4-FFF2-40B4-BE49-F238E27FC236}">
                  <ns2:creationId id="{826D0339-C9D6-450D-8941-04C67B5A3D81}"/>
                </a:ext>
              </a:extLst>
            </p:cNvPr>
            <p:cNvSpPr>
              <a:spLocks noGrp="1"/>
            </p:cNvSpPr>
            <p:nvPr/>
          </p:nvSpPr>
          <p:spPr>
            <a:xfrm>
              <a:off x="5648325" y="1666875"/>
              <a:ext cx="828675" cy="686806"/>
            </a:xfrm>
            <a:custGeom>
              <a:rect l="l" t="t" r="r" b="b"/>
              <a:pathLst>
                <a:path w="625" h="406">
                  <a:moveTo>
                    <a:pt x="0" y="0"/>
                  </a:moveTo>
                  <a:moveTo>
                    <a:pt x="625" y="376"/>
                  </a:moveTo>
                  <a:lnTo>
                    <a:pt x="625" y="379"/>
                  </a:lnTo>
                  <a:lnTo>
                    <a:pt x="624" y="382"/>
                  </a:lnTo>
                  <a:lnTo>
                    <a:pt x="623" y="384"/>
                  </a:lnTo>
                  <a:lnTo>
                    <a:pt x="622" y="387"/>
                  </a:lnTo>
                  <a:lnTo>
                    <a:pt x="618" y="389"/>
                  </a:lnTo>
                  <a:lnTo>
                    <a:pt x="613" y="390"/>
                  </a:lnTo>
                  <a:lnTo>
                    <a:pt x="608" y="390"/>
                  </a:lnTo>
                  <a:lnTo>
                    <a:pt x="605" y="391"/>
                  </a:lnTo>
                  <a:lnTo>
                    <a:pt x="605" y="394"/>
                  </a:lnTo>
                  <a:lnTo>
                    <a:pt x="605" y="399"/>
                  </a:lnTo>
                  <a:lnTo>
                    <a:pt x="604" y="402"/>
                  </a:lnTo>
                  <a:lnTo>
                    <a:pt x="600" y="404"/>
                  </a:lnTo>
                  <a:lnTo>
                    <a:pt x="596" y="404"/>
                  </a:lnTo>
                  <a:lnTo>
                    <a:pt x="591" y="404"/>
                  </a:lnTo>
                  <a:lnTo>
                    <a:pt x="587" y="405"/>
                  </a:lnTo>
                  <a:lnTo>
                    <a:pt x="584" y="406"/>
                  </a:lnTo>
                  <a:lnTo>
                    <a:pt x="580" y="406"/>
                  </a:lnTo>
                  <a:lnTo>
                    <a:pt x="576" y="405"/>
                  </a:lnTo>
                  <a:lnTo>
                    <a:pt x="573" y="403"/>
                  </a:lnTo>
                  <a:lnTo>
                    <a:pt x="570" y="403"/>
                  </a:lnTo>
                  <a:lnTo>
                    <a:pt x="567" y="402"/>
                  </a:lnTo>
                  <a:lnTo>
                    <a:pt x="564" y="402"/>
                  </a:lnTo>
                  <a:lnTo>
                    <a:pt x="562" y="400"/>
                  </a:lnTo>
                  <a:lnTo>
                    <a:pt x="560" y="398"/>
                  </a:lnTo>
                  <a:lnTo>
                    <a:pt x="558" y="396"/>
                  </a:lnTo>
                  <a:lnTo>
                    <a:pt x="555" y="396"/>
                  </a:lnTo>
                  <a:lnTo>
                    <a:pt x="550" y="396"/>
                  </a:lnTo>
                  <a:lnTo>
                    <a:pt x="545" y="396"/>
                  </a:lnTo>
                  <a:lnTo>
                    <a:pt x="543" y="394"/>
                  </a:lnTo>
                  <a:lnTo>
                    <a:pt x="544" y="390"/>
                  </a:lnTo>
                  <a:lnTo>
                    <a:pt x="547" y="386"/>
                  </a:lnTo>
                  <a:lnTo>
                    <a:pt x="549" y="383"/>
                  </a:lnTo>
                  <a:lnTo>
                    <a:pt x="549" y="381"/>
                  </a:lnTo>
                  <a:lnTo>
                    <a:pt x="549" y="378"/>
                  </a:lnTo>
                  <a:lnTo>
                    <a:pt x="549" y="376"/>
                  </a:lnTo>
                  <a:lnTo>
                    <a:pt x="550" y="374"/>
                  </a:lnTo>
                  <a:lnTo>
                    <a:pt x="549" y="371"/>
                  </a:lnTo>
                  <a:lnTo>
                    <a:pt x="548" y="368"/>
                  </a:lnTo>
                  <a:lnTo>
                    <a:pt x="546" y="365"/>
                  </a:lnTo>
                  <a:lnTo>
                    <a:pt x="546" y="363"/>
                  </a:lnTo>
                  <a:lnTo>
                    <a:pt x="549" y="361"/>
                  </a:lnTo>
                  <a:lnTo>
                    <a:pt x="552" y="359"/>
                  </a:lnTo>
                  <a:lnTo>
                    <a:pt x="554" y="357"/>
                  </a:lnTo>
                  <a:lnTo>
                    <a:pt x="555" y="355"/>
                  </a:lnTo>
                  <a:lnTo>
                    <a:pt x="555" y="351"/>
                  </a:lnTo>
                  <a:lnTo>
                    <a:pt x="557" y="349"/>
                  </a:lnTo>
                  <a:lnTo>
                    <a:pt x="561" y="350"/>
                  </a:lnTo>
                  <a:lnTo>
                    <a:pt x="566" y="351"/>
                  </a:lnTo>
                  <a:lnTo>
                    <a:pt x="569" y="353"/>
                  </a:lnTo>
                  <a:lnTo>
                    <a:pt x="572" y="352"/>
                  </a:lnTo>
                  <a:lnTo>
                    <a:pt x="574" y="351"/>
                  </a:lnTo>
                  <a:lnTo>
                    <a:pt x="577" y="349"/>
                  </a:lnTo>
                  <a:lnTo>
                    <a:pt x="580" y="347"/>
                  </a:lnTo>
                  <a:lnTo>
                    <a:pt x="583" y="347"/>
                  </a:lnTo>
                  <a:lnTo>
                    <a:pt x="587" y="346"/>
                  </a:lnTo>
                  <a:lnTo>
                    <a:pt x="592" y="345"/>
                  </a:lnTo>
                  <a:lnTo>
                    <a:pt x="596" y="346"/>
                  </a:lnTo>
                  <a:lnTo>
                    <a:pt x="599" y="348"/>
                  </a:lnTo>
                  <a:lnTo>
                    <a:pt x="600" y="352"/>
                  </a:lnTo>
                  <a:lnTo>
                    <a:pt x="601" y="356"/>
                  </a:lnTo>
                  <a:lnTo>
                    <a:pt x="603" y="358"/>
                  </a:lnTo>
                  <a:lnTo>
                    <a:pt x="607" y="358"/>
                  </a:lnTo>
                  <a:lnTo>
                    <a:pt x="612" y="359"/>
                  </a:lnTo>
                  <a:lnTo>
                    <a:pt x="615" y="361"/>
                  </a:lnTo>
                  <a:lnTo>
                    <a:pt x="615" y="364"/>
                  </a:lnTo>
                  <a:lnTo>
                    <a:pt x="616" y="367"/>
                  </a:lnTo>
                  <a:lnTo>
                    <a:pt x="617" y="369"/>
                  </a:lnTo>
                  <a:lnTo>
                    <a:pt x="620" y="371"/>
                  </a:lnTo>
                  <a:lnTo>
                    <a:pt x="624" y="373"/>
                  </a:lnTo>
                  <a:close/>
                </a:path>
              </a:pathLst>
            </a:custGeom>
            <a:solidFill>
              <a:srgbClr val="59A3CD">
                <a:alpha val="9600"/>
              </a:srgbClr>
            </a:solidFill>
            <a:ln>
              <a:noFill/>
            </a:ln>
          </p:spPr>
          <p:txBody>
            <a:bodyPr anchor="ctr"/>
            <a:lstStyle/>
            <a:p>
              <a:pPr algn="ctr">
                <a:buNone/>
              </a:pPr>
            </a:p>
          </p:txBody>
        </p:sp>
        <p:sp>
          <p:nvSpPr>
            <p:cNvPr id="7523" name="addition:spatial:12">
              <a:extLst>
                <a:ext uri="{FF2B5EF4-FFF2-40B4-BE49-F238E27FC236}">
                  <ns2:creationId id="{99D62477-2815-46C1-8819-6E3564238AF5}"/>
                </a:ext>
              </a:extLst>
            </p:cNvPr>
            <p:cNvSpPr>
              <a:spLocks noGrp="1"/>
            </p:cNvSpPr>
            <p:nvPr/>
          </p:nvSpPr>
          <p:spPr>
            <a:xfrm>
              <a:off x="5648325" y="1666875"/>
              <a:ext cx="806135" cy="727405"/>
            </a:xfrm>
            <a:custGeom>
              <a:rect l="l" t="t" r="r" b="b"/>
              <a:pathLst>
                <a:path w="608" h="430">
                  <a:moveTo>
                    <a:pt x="0" y="0"/>
                  </a:moveTo>
                  <a:moveTo>
                    <a:pt x="596" y="400"/>
                  </a:moveTo>
                  <a:lnTo>
                    <a:pt x="595" y="403"/>
                  </a:lnTo>
                  <a:lnTo>
                    <a:pt x="594" y="405"/>
                  </a:lnTo>
                  <a:lnTo>
                    <a:pt x="593" y="407"/>
                  </a:lnTo>
                  <a:lnTo>
                    <a:pt x="592" y="410"/>
                  </a:lnTo>
                  <a:lnTo>
                    <a:pt x="592" y="413"/>
                  </a:lnTo>
                  <a:lnTo>
                    <a:pt x="594" y="416"/>
                  </a:lnTo>
                  <a:lnTo>
                    <a:pt x="594" y="420"/>
                  </a:lnTo>
                  <a:lnTo>
                    <a:pt x="592" y="422"/>
                  </a:lnTo>
                  <a:lnTo>
                    <a:pt x="587" y="423"/>
                  </a:lnTo>
                  <a:lnTo>
                    <a:pt x="582" y="423"/>
                  </a:lnTo>
                  <a:lnTo>
                    <a:pt x="578" y="424"/>
                  </a:lnTo>
                  <a:lnTo>
                    <a:pt x="576" y="426"/>
                  </a:lnTo>
                  <a:lnTo>
                    <a:pt x="574" y="429"/>
                  </a:lnTo>
                  <a:lnTo>
                    <a:pt x="571" y="430"/>
                  </a:lnTo>
                  <a:lnTo>
                    <a:pt x="567" y="429"/>
                  </a:lnTo>
                  <a:lnTo>
                    <a:pt x="563" y="427"/>
                  </a:lnTo>
                  <a:lnTo>
                    <a:pt x="559" y="426"/>
                  </a:lnTo>
                  <a:lnTo>
                    <a:pt x="556" y="427"/>
                  </a:lnTo>
                  <a:lnTo>
                    <a:pt x="553" y="428"/>
                  </a:lnTo>
                  <a:lnTo>
                    <a:pt x="549" y="429"/>
                  </a:lnTo>
                  <a:lnTo>
                    <a:pt x="545" y="429"/>
                  </a:lnTo>
                  <a:lnTo>
                    <a:pt x="541" y="429"/>
                  </a:lnTo>
                  <a:lnTo>
                    <a:pt x="536" y="429"/>
                  </a:lnTo>
                  <a:lnTo>
                    <a:pt x="530" y="429"/>
                  </a:lnTo>
                  <a:lnTo>
                    <a:pt x="527" y="427"/>
                  </a:lnTo>
                  <a:lnTo>
                    <a:pt x="525" y="423"/>
                  </a:lnTo>
                  <a:lnTo>
                    <a:pt x="526" y="419"/>
                  </a:lnTo>
                  <a:lnTo>
                    <a:pt x="527" y="415"/>
                  </a:lnTo>
                  <a:lnTo>
                    <a:pt x="525" y="413"/>
                  </a:lnTo>
                  <a:lnTo>
                    <a:pt x="520" y="412"/>
                  </a:lnTo>
                  <a:lnTo>
                    <a:pt x="514" y="411"/>
                  </a:lnTo>
                  <a:lnTo>
                    <a:pt x="510" y="408"/>
                  </a:lnTo>
                  <a:lnTo>
                    <a:pt x="510" y="406"/>
                  </a:lnTo>
                  <a:lnTo>
                    <a:pt x="510" y="403"/>
                  </a:lnTo>
                  <a:lnTo>
                    <a:pt x="508" y="400"/>
                  </a:lnTo>
                  <a:lnTo>
                    <a:pt x="506" y="398"/>
                  </a:lnTo>
                  <a:lnTo>
                    <a:pt x="505" y="395"/>
                  </a:lnTo>
                  <a:lnTo>
                    <a:pt x="505" y="392"/>
                  </a:lnTo>
                  <a:lnTo>
                    <a:pt x="508" y="390"/>
                  </a:lnTo>
                  <a:lnTo>
                    <a:pt x="510" y="387"/>
                  </a:lnTo>
                  <a:lnTo>
                    <a:pt x="511" y="385"/>
                  </a:lnTo>
                  <a:lnTo>
                    <a:pt x="514" y="383"/>
                  </a:lnTo>
                  <a:lnTo>
                    <a:pt x="518" y="381"/>
                  </a:lnTo>
                  <a:lnTo>
                    <a:pt x="524" y="381"/>
                  </a:lnTo>
                  <a:lnTo>
                    <a:pt x="530" y="382"/>
                  </a:lnTo>
                  <a:lnTo>
                    <a:pt x="533" y="380"/>
                  </a:lnTo>
                  <a:lnTo>
                    <a:pt x="534" y="377"/>
                  </a:lnTo>
                  <a:lnTo>
                    <a:pt x="536" y="372"/>
                  </a:lnTo>
                  <a:lnTo>
                    <a:pt x="539" y="369"/>
                  </a:lnTo>
                  <a:lnTo>
                    <a:pt x="544" y="368"/>
                  </a:lnTo>
                  <a:lnTo>
                    <a:pt x="550" y="369"/>
                  </a:lnTo>
                  <a:lnTo>
                    <a:pt x="555" y="370"/>
                  </a:lnTo>
                  <a:lnTo>
                    <a:pt x="560" y="370"/>
                  </a:lnTo>
                  <a:lnTo>
                    <a:pt x="565" y="371"/>
                  </a:lnTo>
                  <a:lnTo>
                    <a:pt x="569" y="372"/>
                  </a:lnTo>
                  <a:lnTo>
                    <a:pt x="573" y="374"/>
                  </a:lnTo>
                  <a:lnTo>
                    <a:pt x="576" y="376"/>
                  </a:lnTo>
                  <a:lnTo>
                    <a:pt x="580" y="377"/>
                  </a:lnTo>
                  <a:lnTo>
                    <a:pt x="585" y="376"/>
                  </a:lnTo>
                  <a:lnTo>
                    <a:pt x="589" y="377"/>
                  </a:lnTo>
                  <a:lnTo>
                    <a:pt x="591" y="379"/>
                  </a:lnTo>
                  <a:lnTo>
                    <a:pt x="592" y="382"/>
                  </a:lnTo>
                  <a:lnTo>
                    <a:pt x="593" y="384"/>
                  </a:lnTo>
                  <a:lnTo>
                    <a:pt x="597" y="386"/>
                  </a:lnTo>
                  <a:lnTo>
                    <a:pt x="603" y="387"/>
                  </a:lnTo>
                  <a:lnTo>
                    <a:pt x="607" y="388"/>
                  </a:lnTo>
                  <a:lnTo>
                    <a:pt x="608" y="391"/>
                  </a:lnTo>
                  <a:lnTo>
                    <a:pt x="604" y="395"/>
                  </a:lnTo>
                  <a:lnTo>
                    <a:pt x="600" y="398"/>
                  </a:lnTo>
                  <a:close/>
                </a:path>
              </a:pathLst>
            </a:custGeom>
            <a:solidFill>
              <a:srgbClr val="59A3CD">
                <a:alpha val="9600"/>
              </a:srgbClr>
            </a:solidFill>
            <a:ln>
              <a:noFill/>
            </a:ln>
          </p:spPr>
          <p:txBody>
            <a:bodyPr anchor="ctr"/>
            <a:lstStyle/>
            <a:p>
              <a:pPr algn="ctr">
                <a:buNone/>
              </a:pPr>
            </a:p>
          </p:txBody>
        </p:sp>
        <p:sp>
          <p:nvSpPr>
            <p:cNvPr id="7524" name="addition:spatial:13">
              <a:extLst>
                <a:ext uri="{FF2B5EF4-FFF2-40B4-BE49-F238E27FC236}">
                  <ns2:creationId id="{A9A4020B-C9F1-4490-AA0D-025DDA660408}"/>
                </a:ext>
              </a:extLst>
            </p:cNvPr>
            <p:cNvSpPr>
              <a:spLocks noGrp="1"/>
            </p:cNvSpPr>
            <p:nvPr/>
          </p:nvSpPr>
          <p:spPr>
            <a:xfrm>
              <a:off x="5648325" y="1666875"/>
              <a:ext cx="737189" cy="732480"/>
            </a:xfrm>
            <a:custGeom>
              <a:rect l="l" t="t" r="r" b="b"/>
              <a:pathLst>
                <a:path w="556" h="433">
                  <a:moveTo>
                    <a:pt x="0" y="0"/>
                  </a:moveTo>
                  <a:moveTo>
                    <a:pt x="553" y="403"/>
                  </a:moveTo>
                  <a:lnTo>
                    <a:pt x="551" y="406"/>
                  </a:lnTo>
                  <a:lnTo>
                    <a:pt x="549" y="408"/>
                  </a:lnTo>
                  <a:lnTo>
                    <a:pt x="546" y="410"/>
                  </a:lnTo>
                  <a:lnTo>
                    <a:pt x="545" y="413"/>
                  </a:lnTo>
                  <a:lnTo>
                    <a:pt x="545" y="415"/>
                  </a:lnTo>
                  <a:lnTo>
                    <a:pt x="543" y="418"/>
                  </a:lnTo>
                  <a:lnTo>
                    <a:pt x="540" y="419"/>
                  </a:lnTo>
                  <a:lnTo>
                    <a:pt x="537" y="421"/>
                  </a:lnTo>
                  <a:lnTo>
                    <a:pt x="536" y="424"/>
                  </a:lnTo>
                  <a:lnTo>
                    <a:pt x="536" y="428"/>
                  </a:lnTo>
                  <a:lnTo>
                    <a:pt x="535" y="431"/>
                  </a:lnTo>
                  <a:lnTo>
                    <a:pt x="532" y="433"/>
                  </a:lnTo>
                  <a:lnTo>
                    <a:pt x="527" y="432"/>
                  </a:lnTo>
                  <a:lnTo>
                    <a:pt x="522" y="430"/>
                  </a:lnTo>
                  <a:lnTo>
                    <a:pt x="518" y="428"/>
                  </a:lnTo>
                  <a:lnTo>
                    <a:pt x="516" y="428"/>
                  </a:lnTo>
                  <a:lnTo>
                    <a:pt x="513" y="429"/>
                  </a:lnTo>
                  <a:lnTo>
                    <a:pt x="510" y="430"/>
                  </a:lnTo>
                  <a:lnTo>
                    <a:pt x="508" y="430"/>
                  </a:lnTo>
                  <a:lnTo>
                    <a:pt x="505" y="430"/>
                  </a:lnTo>
                  <a:lnTo>
                    <a:pt x="501" y="431"/>
                  </a:lnTo>
                  <a:lnTo>
                    <a:pt x="497" y="432"/>
                  </a:lnTo>
                  <a:lnTo>
                    <a:pt x="494" y="431"/>
                  </a:lnTo>
                  <a:lnTo>
                    <a:pt x="491" y="429"/>
                  </a:lnTo>
                  <a:lnTo>
                    <a:pt x="490" y="426"/>
                  </a:lnTo>
                  <a:lnTo>
                    <a:pt x="488" y="423"/>
                  </a:lnTo>
                  <a:lnTo>
                    <a:pt x="485" y="422"/>
                  </a:lnTo>
                  <a:lnTo>
                    <a:pt x="481" y="421"/>
                  </a:lnTo>
                  <a:lnTo>
                    <a:pt x="478" y="419"/>
                  </a:lnTo>
                  <a:lnTo>
                    <a:pt x="478" y="416"/>
                  </a:lnTo>
                  <a:lnTo>
                    <a:pt x="480" y="413"/>
                  </a:lnTo>
                  <a:lnTo>
                    <a:pt x="481" y="410"/>
                  </a:lnTo>
                  <a:lnTo>
                    <a:pt x="480" y="408"/>
                  </a:lnTo>
                  <a:lnTo>
                    <a:pt x="476" y="406"/>
                  </a:lnTo>
                  <a:lnTo>
                    <a:pt x="472" y="403"/>
                  </a:lnTo>
                  <a:lnTo>
                    <a:pt x="469" y="401"/>
                  </a:lnTo>
                  <a:lnTo>
                    <a:pt x="468" y="398"/>
                  </a:lnTo>
                  <a:lnTo>
                    <a:pt x="468" y="395"/>
                  </a:lnTo>
                  <a:lnTo>
                    <a:pt x="468" y="392"/>
                  </a:lnTo>
                  <a:lnTo>
                    <a:pt x="469" y="389"/>
                  </a:lnTo>
                  <a:lnTo>
                    <a:pt x="473" y="388"/>
                  </a:lnTo>
                  <a:lnTo>
                    <a:pt x="478" y="387"/>
                  </a:lnTo>
                  <a:lnTo>
                    <a:pt x="483" y="387"/>
                  </a:lnTo>
                  <a:lnTo>
                    <a:pt x="485" y="386"/>
                  </a:lnTo>
                  <a:lnTo>
                    <a:pt x="486" y="383"/>
                  </a:lnTo>
                  <a:lnTo>
                    <a:pt x="487" y="379"/>
                  </a:lnTo>
                  <a:lnTo>
                    <a:pt x="490" y="377"/>
                  </a:lnTo>
                  <a:lnTo>
                    <a:pt x="494" y="377"/>
                  </a:lnTo>
                  <a:lnTo>
                    <a:pt x="498" y="377"/>
                  </a:lnTo>
                  <a:lnTo>
                    <a:pt x="502" y="377"/>
                  </a:lnTo>
                  <a:lnTo>
                    <a:pt x="506" y="375"/>
                  </a:lnTo>
                  <a:lnTo>
                    <a:pt x="510" y="373"/>
                  </a:lnTo>
                  <a:lnTo>
                    <a:pt x="514" y="371"/>
                  </a:lnTo>
                  <a:lnTo>
                    <a:pt x="518" y="372"/>
                  </a:lnTo>
                  <a:lnTo>
                    <a:pt x="523" y="374"/>
                  </a:lnTo>
                  <a:lnTo>
                    <a:pt x="526" y="375"/>
                  </a:lnTo>
                  <a:lnTo>
                    <a:pt x="530" y="377"/>
                  </a:lnTo>
                  <a:lnTo>
                    <a:pt x="533" y="379"/>
                  </a:lnTo>
                  <a:lnTo>
                    <a:pt x="535" y="382"/>
                  </a:lnTo>
                  <a:lnTo>
                    <a:pt x="536" y="385"/>
                  </a:lnTo>
                  <a:lnTo>
                    <a:pt x="538" y="386"/>
                  </a:lnTo>
                  <a:lnTo>
                    <a:pt x="543" y="386"/>
                  </a:lnTo>
                  <a:lnTo>
                    <a:pt x="549" y="386"/>
                  </a:lnTo>
                  <a:lnTo>
                    <a:pt x="554" y="386"/>
                  </a:lnTo>
                  <a:lnTo>
                    <a:pt x="556" y="389"/>
                  </a:lnTo>
                  <a:lnTo>
                    <a:pt x="555" y="392"/>
                  </a:lnTo>
                  <a:lnTo>
                    <a:pt x="553" y="395"/>
                  </a:lnTo>
                  <a:lnTo>
                    <a:pt x="552" y="398"/>
                  </a:lnTo>
                  <a:lnTo>
                    <a:pt x="553" y="401"/>
                  </a:lnTo>
                  <a:close/>
                </a:path>
              </a:pathLst>
            </a:custGeom>
            <a:solidFill>
              <a:srgbClr val="59A3CD">
                <a:alpha val="9600"/>
              </a:srgbClr>
            </a:solidFill>
            <a:ln>
              <a:noFill/>
            </a:ln>
          </p:spPr>
          <p:txBody>
            <a:bodyPr anchor="ctr"/>
            <a:lstStyle/>
            <a:p>
              <a:pPr algn="ctr">
                <a:buNone/>
              </a:pPr>
            </a:p>
          </p:txBody>
        </p:sp>
        <p:sp>
          <p:nvSpPr>
            <p:cNvPr id="7525" name="addition:spatial:14">
              <a:extLst>
                <a:ext uri="{FF2B5EF4-FFF2-40B4-BE49-F238E27FC236}">
                  <ns2:creationId id="{C131F144-F499-4CE3-ABF8-CE0B719C717F}"/>
                </a:ext>
              </a:extLst>
            </p:cNvPr>
            <p:cNvSpPr>
              <a:spLocks noGrp="1"/>
            </p:cNvSpPr>
            <p:nvPr/>
          </p:nvSpPr>
          <p:spPr>
            <a:xfrm>
              <a:off x="5648325" y="1666875"/>
              <a:ext cx="674873" cy="708797"/>
            </a:xfrm>
            <a:custGeom>
              <a:rect l="l" t="t" r="r" b="b"/>
              <a:pathLst>
                <a:path w="509" h="419">
                  <a:moveTo>
                    <a:pt x="0" y="0"/>
                  </a:moveTo>
                  <a:moveTo>
                    <a:pt x="508" y="393"/>
                  </a:moveTo>
                  <a:lnTo>
                    <a:pt x="507" y="395"/>
                  </a:lnTo>
                  <a:lnTo>
                    <a:pt x="505" y="397"/>
                  </a:lnTo>
                  <a:lnTo>
                    <a:pt x="502" y="399"/>
                  </a:lnTo>
                  <a:lnTo>
                    <a:pt x="500" y="400"/>
                  </a:lnTo>
                  <a:lnTo>
                    <a:pt x="500" y="402"/>
                  </a:lnTo>
                  <a:lnTo>
                    <a:pt x="502" y="405"/>
                  </a:lnTo>
                  <a:lnTo>
                    <a:pt x="504" y="409"/>
                  </a:lnTo>
                  <a:lnTo>
                    <a:pt x="503" y="412"/>
                  </a:lnTo>
                  <a:lnTo>
                    <a:pt x="500" y="413"/>
                  </a:lnTo>
                  <a:lnTo>
                    <a:pt x="497" y="413"/>
                  </a:lnTo>
                  <a:lnTo>
                    <a:pt x="494" y="414"/>
                  </a:lnTo>
                  <a:lnTo>
                    <a:pt x="491" y="414"/>
                  </a:lnTo>
                  <a:lnTo>
                    <a:pt x="489" y="414"/>
                  </a:lnTo>
                  <a:lnTo>
                    <a:pt x="486" y="414"/>
                  </a:lnTo>
                  <a:lnTo>
                    <a:pt x="484" y="413"/>
                  </a:lnTo>
                  <a:lnTo>
                    <a:pt x="482" y="414"/>
                  </a:lnTo>
                  <a:lnTo>
                    <a:pt x="480" y="416"/>
                  </a:lnTo>
                  <a:lnTo>
                    <a:pt x="477" y="418"/>
                  </a:lnTo>
                  <a:lnTo>
                    <a:pt x="474" y="419"/>
                  </a:lnTo>
                  <a:lnTo>
                    <a:pt x="472" y="417"/>
                  </a:lnTo>
                  <a:lnTo>
                    <a:pt x="470" y="416"/>
                  </a:lnTo>
                  <a:lnTo>
                    <a:pt x="467" y="415"/>
                  </a:lnTo>
                  <a:lnTo>
                    <a:pt x="464" y="415"/>
                  </a:lnTo>
                  <a:lnTo>
                    <a:pt x="460" y="415"/>
                  </a:lnTo>
                  <a:lnTo>
                    <a:pt x="457" y="414"/>
                  </a:lnTo>
                  <a:lnTo>
                    <a:pt x="455" y="412"/>
                  </a:lnTo>
                  <a:lnTo>
                    <a:pt x="455" y="409"/>
                  </a:lnTo>
                  <a:lnTo>
                    <a:pt x="454" y="406"/>
                  </a:lnTo>
                  <a:lnTo>
                    <a:pt x="453" y="404"/>
                  </a:lnTo>
                  <a:lnTo>
                    <a:pt x="452" y="402"/>
                  </a:lnTo>
                  <a:lnTo>
                    <a:pt x="450" y="401"/>
                  </a:lnTo>
                  <a:lnTo>
                    <a:pt x="449" y="399"/>
                  </a:lnTo>
                  <a:lnTo>
                    <a:pt x="447" y="397"/>
                  </a:lnTo>
                  <a:lnTo>
                    <a:pt x="443" y="395"/>
                  </a:lnTo>
                  <a:lnTo>
                    <a:pt x="439" y="393"/>
                  </a:lnTo>
                  <a:lnTo>
                    <a:pt x="437" y="390"/>
                  </a:lnTo>
                  <a:lnTo>
                    <a:pt x="439" y="388"/>
                  </a:lnTo>
                  <a:lnTo>
                    <a:pt x="442" y="386"/>
                  </a:lnTo>
                  <a:lnTo>
                    <a:pt x="446" y="385"/>
                  </a:lnTo>
                  <a:lnTo>
                    <a:pt x="448" y="383"/>
                  </a:lnTo>
                  <a:lnTo>
                    <a:pt x="448" y="381"/>
                  </a:lnTo>
                  <a:lnTo>
                    <a:pt x="449" y="378"/>
                  </a:lnTo>
                  <a:lnTo>
                    <a:pt x="451" y="377"/>
                  </a:lnTo>
                  <a:lnTo>
                    <a:pt x="454" y="376"/>
                  </a:lnTo>
                  <a:lnTo>
                    <a:pt x="457" y="375"/>
                  </a:lnTo>
                  <a:lnTo>
                    <a:pt x="459" y="374"/>
                  </a:lnTo>
                  <a:lnTo>
                    <a:pt x="462" y="372"/>
                  </a:lnTo>
                  <a:lnTo>
                    <a:pt x="464" y="370"/>
                  </a:lnTo>
                  <a:lnTo>
                    <a:pt x="467" y="369"/>
                  </a:lnTo>
                  <a:lnTo>
                    <a:pt x="470" y="368"/>
                  </a:lnTo>
                  <a:lnTo>
                    <a:pt x="473" y="367"/>
                  </a:lnTo>
                  <a:lnTo>
                    <a:pt x="477" y="366"/>
                  </a:lnTo>
                  <a:lnTo>
                    <a:pt x="480" y="365"/>
                  </a:lnTo>
                  <a:lnTo>
                    <a:pt x="484" y="366"/>
                  </a:lnTo>
                  <a:lnTo>
                    <a:pt x="486" y="369"/>
                  </a:lnTo>
                  <a:lnTo>
                    <a:pt x="488" y="373"/>
                  </a:lnTo>
                  <a:lnTo>
                    <a:pt x="490" y="375"/>
                  </a:lnTo>
                  <a:lnTo>
                    <a:pt x="492" y="375"/>
                  </a:lnTo>
                  <a:lnTo>
                    <a:pt x="496" y="374"/>
                  </a:lnTo>
                  <a:lnTo>
                    <a:pt x="500" y="373"/>
                  </a:lnTo>
                  <a:lnTo>
                    <a:pt x="502" y="374"/>
                  </a:lnTo>
                  <a:lnTo>
                    <a:pt x="504" y="376"/>
                  </a:lnTo>
                  <a:lnTo>
                    <a:pt x="505" y="378"/>
                  </a:lnTo>
                  <a:lnTo>
                    <a:pt x="507" y="379"/>
                  </a:lnTo>
                  <a:lnTo>
                    <a:pt x="509" y="381"/>
                  </a:lnTo>
                  <a:lnTo>
                    <a:pt x="509" y="384"/>
                  </a:lnTo>
                  <a:lnTo>
                    <a:pt x="508" y="386"/>
                  </a:lnTo>
                  <a:lnTo>
                    <a:pt x="507" y="389"/>
                  </a:lnTo>
                  <a:lnTo>
                    <a:pt x="507" y="391"/>
                  </a:lnTo>
                  <a:close/>
                </a:path>
              </a:pathLst>
            </a:custGeom>
            <a:solidFill>
              <a:srgbClr val="59A3CD">
                <a:alpha val="9600"/>
              </a:srgbClr>
            </a:solidFill>
            <a:ln>
              <a:noFill/>
            </a:ln>
          </p:spPr>
          <p:txBody>
            <a:bodyPr anchor="ctr"/>
            <a:lstStyle/>
            <a:p>
              <a:pPr algn="ctr">
                <a:buNone/>
              </a:pPr>
            </a:p>
          </p:txBody>
        </p:sp>
        <p:sp>
          <p:nvSpPr>
            <p:cNvPr id="7526" name="addition:spatial:15">
              <a:extLst>
                <a:ext uri="{FF2B5EF4-FFF2-40B4-BE49-F238E27FC236}">
                  <ns2:creationId id="{4925AD1B-8655-41BB-B19C-E51F7F618E83}"/>
                </a:ext>
              </a:extLst>
            </p:cNvPr>
            <p:cNvSpPr>
              <a:spLocks noGrp="1"/>
            </p:cNvSpPr>
            <p:nvPr/>
          </p:nvSpPr>
          <p:spPr>
            <a:xfrm>
              <a:off x="5648325" y="1666875"/>
              <a:ext cx="771662" cy="717255"/>
            </a:xfrm>
            <a:custGeom>
              <a:rect l="l" t="t" r="r" b="b"/>
              <a:pathLst>
                <a:path w="582" h="424">
                  <a:moveTo>
                    <a:pt x="0" y="0"/>
                  </a:moveTo>
                  <a:moveTo>
                    <a:pt x="574" y="389"/>
                  </a:moveTo>
                  <a:lnTo>
                    <a:pt x="577" y="391"/>
                  </a:lnTo>
                  <a:lnTo>
                    <a:pt x="579" y="394"/>
                  </a:lnTo>
                  <a:lnTo>
                    <a:pt x="577" y="397"/>
                  </a:lnTo>
                  <a:lnTo>
                    <a:pt x="574" y="399"/>
                  </a:lnTo>
                  <a:lnTo>
                    <a:pt x="572" y="402"/>
                  </a:lnTo>
                  <a:lnTo>
                    <a:pt x="572" y="405"/>
                  </a:lnTo>
                  <a:lnTo>
                    <a:pt x="573" y="408"/>
                  </a:lnTo>
                  <a:lnTo>
                    <a:pt x="572" y="411"/>
                  </a:lnTo>
                  <a:lnTo>
                    <a:pt x="569" y="413"/>
                  </a:lnTo>
                  <a:lnTo>
                    <a:pt x="565" y="415"/>
                  </a:lnTo>
                  <a:lnTo>
                    <a:pt x="561" y="416"/>
                  </a:lnTo>
                  <a:lnTo>
                    <a:pt x="558" y="417"/>
                  </a:lnTo>
                  <a:lnTo>
                    <a:pt x="554" y="417"/>
                  </a:lnTo>
                  <a:lnTo>
                    <a:pt x="550" y="416"/>
                  </a:lnTo>
                  <a:lnTo>
                    <a:pt x="546" y="414"/>
                  </a:lnTo>
                  <a:lnTo>
                    <a:pt x="542" y="414"/>
                  </a:lnTo>
                  <a:lnTo>
                    <a:pt x="539" y="416"/>
                  </a:lnTo>
                  <a:lnTo>
                    <a:pt x="535" y="420"/>
                  </a:lnTo>
                  <a:lnTo>
                    <a:pt x="531" y="424"/>
                  </a:lnTo>
                  <a:lnTo>
                    <a:pt x="525" y="424"/>
                  </a:lnTo>
                  <a:lnTo>
                    <a:pt x="521" y="422"/>
                  </a:lnTo>
                  <a:lnTo>
                    <a:pt x="518" y="419"/>
                  </a:lnTo>
                  <a:lnTo>
                    <a:pt x="514" y="416"/>
                  </a:lnTo>
                  <a:lnTo>
                    <a:pt x="510" y="415"/>
                  </a:lnTo>
                  <a:lnTo>
                    <a:pt x="506" y="414"/>
                  </a:lnTo>
                  <a:lnTo>
                    <a:pt x="503" y="411"/>
                  </a:lnTo>
                  <a:lnTo>
                    <a:pt x="501" y="408"/>
                  </a:lnTo>
                  <a:lnTo>
                    <a:pt x="498" y="406"/>
                  </a:lnTo>
                  <a:lnTo>
                    <a:pt x="495" y="404"/>
                  </a:lnTo>
                  <a:lnTo>
                    <a:pt x="491" y="402"/>
                  </a:lnTo>
                  <a:lnTo>
                    <a:pt x="488" y="399"/>
                  </a:lnTo>
                  <a:lnTo>
                    <a:pt x="488" y="397"/>
                  </a:lnTo>
                  <a:lnTo>
                    <a:pt x="487" y="394"/>
                  </a:lnTo>
                  <a:lnTo>
                    <a:pt x="485" y="391"/>
                  </a:lnTo>
                  <a:lnTo>
                    <a:pt x="480" y="389"/>
                  </a:lnTo>
                  <a:lnTo>
                    <a:pt x="475" y="385"/>
                  </a:lnTo>
                  <a:lnTo>
                    <a:pt x="474" y="382"/>
                  </a:lnTo>
                  <a:lnTo>
                    <a:pt x="478" y="379"/>
                  </a:lnTo>
                  <a:lnTo>
                    <a:pt x="485" y="378"/>
                  </a:lnTo>
                  <a:lnTo>
                    <a:pt x="492" y="376"/>
                  </a:lnTo>
                  <a:lnTo>
                    <a:pt x="495" y="375"/>
                  </a:lnTo>
                  <a:lnTo>
                    <a:pt x="497" y="372"/>
                  </a:lnTo>
                  <a:lnTo>
                    <a:pt x="499" y="370"/>
                  </a:lnTo>
                  <a:lnTo>
                    <a:pt x="502" y="367"/>
                  </a:lnTo>
                  <a:lnTo>
                    <a:pt x="505" y="365"/>
                  </a:lnTo>
                  <a:lnTo>
                    <a:pt x="507" y="362"/>
                  </a:lnTo>
                  <a:lnTo>
                    <a:pt x="510" y="359"/>
                  </a:lnTo>
                  <a:lnTo>
                    <a:pt x="514" y="357"/>
                  </a:lnTo>
                  <a:lnTo>
                    <a:pt x="520" y="356"/>
                  </a:lnTo>
                  <a:lnTo>
                    <a:pt x="526" y="357"/>
                  </a:lnTo>
                  <a:lnTo>
                    <a:pt x="531" y="358"/>
                  </a:lnTo>
                  <a:lnTo>
                    <a:pt x="535" y="358"/>
                  </a:lnTo>
                  <a:lnTo>
                    <a:pt x="540" y="356"/>
                  </a:lnTo>
                  <a:lnTo>
                    <a:pt x="545" y="355"/>
                  </a:lnTo>
                  <a:lnTo>
                    <a:pt x="549" y="357"/>
                  </a:lnTo>
                  <a:lnTo>
                    <a:pt x="552" y="360"/>
                  </a:lnTo>
                  <a:lnTo>
                    <a:pt x="554" y="364"/>
                  </a:lnTo>
                  <a:lnTo>
                    <a:pt x="556" y="365"/>
                  </a:lnTo>
                  <a:lnTo>
                    <a:pt x="561" y="365"/>
                  </a:lnTo>
                  <a:lnTo>
                    <a:pt x="566" y="365"/>
                  </a:lnTo>
                  <a:lnTo>
                    <a:pt x="570" y="365"/>
                  </a:lnTo>
                  <a:lnTo>
                    <a:pt x="574" y="366"/>
                  </a:lnTo>
                  <a:lnTo>
                    <a:pt x="577" y="368"/>
                  </a:lnTo>
                  <a:lnTo>
                    <a:pt x="580" y="370"/>
                  </a:lnTo>
                  <a:lnTo>
                    <a:pt x="582" y="373"/>
                  </a:lnTo>
                  <a:lnTo>
                    <a:pt x="581" y="377"/>
                  </a:lnTo>
                  <a:lnTo>
                    <a:pt x="578" y="380"/>
                  </a:lnTo>
                  <a:lnTo>
                    <a:pt x="573" y="384"/>
                  </a:lnTo>
                  <a:lnTo>
                    <a:pt x="571" y="386"/>
                  </a:lnTo>
                  <a:close/>
                </a:path>
              </a:pathLst>
            </a:custGeom>
            <a:solidFill>
              <a:srgbClr val="59A3CD">
                <a:alpha val="9600"/>
              </a:srgbClr>
            </a:solidFill>
            <a:ln>
              <a:noFill/>
            </a:ln>
          </p:spPr>
          <p:txBody>
            <a:bodyPr anchor="ctr"/>
            <a:lstStyle/>
            <a:p>
              <a:pPr algn="ctr">
                <a:buNone/>
              </a:pPr>
            </a:p>
          </p:txBody>
        </p:sp>
        <p:sp>
          <p:nvSpPr>
            <p:cNvPr id="7527" name="addition:spatial:16">
              <a:extLst>
                <a:ext uri="{FF2B5EF4-FFF2-40B4-BE49-F238E27FC236}">
                  <ns2:creationId id="{57B71D9A-8CA2-4E50-B4AD-E043CDD0098F}"/>
                </a:ext>
              </a:extLst>
            </p:cNvPr>
            <p:cNvSpPr>
              <a:spLocks noGrp="1"/>
            </p:cNvSpPr>
            <p:nvPr/>
          </p:nvSpPr>
          <p:spPr>
            <a:xfrm>
              <a:off x="5648325" y="1666875"/>
              <a:ext cx="800832" cy="729097"/>
            </a:xfrm>
            <a:custGeom>
              <a:rect l="l" t="t" r="r" b="b"/>
              <a:pathLst>
                <a:path w="604" h="431">
                  <a:moveTo>
                    <a:pt x="0" y="0"/>
                  </a:moveTo>
                  <a:moveTo>
                    <a:pt x="598" y="383"/>
                  </a:moveTo>
                  <a:lnTo>
                    <a:pt x="603" y="387"/>
                  </a:lnTo>
                  <a:lnTo>
                    <a:pt x="604" y="392"/>
                  </a:lnTo>
                  <a:lnTo>
                    <a:pt x="604" y="396"/>
                  </a:lnTo>
                  <a:lnTo>
                    <a:pt x="603" y="400"/>
                  </a:lnTo>
                  <a:lnTo>
                    <a:pt x="601" y="405"/>
                  </a:lnTo>
                  <a:lnTo>
                    <a:pt x="598" y="408"/>
                  </a:lnTo>
                  <a:lnTo>
                    <a:pt x="591" y="410"/>
                  </a:lnTo>
                  <a:lnTo>
                    <a:pt x="581" y="410"/>
                  </a:lnTo>
                  <a:lnTo>
                    <a:pt x="573" y="410"/>
                  </a:lnTo>
                  <a:lnTo>
                    <a:pt x="569" y="412"/>
                  </a:lnTo>
                  <a:lnTo>
                    <a:pt x="568" y="417"/>
                  </a:lnTo>
                  <a:lnTo>
                    <a:pt x="567" y="424"/>
                  </a:lnTo>
                  <a:lnTo>
                    <a:pt x="562" y="429"/>
                  </a:lnTo>
                  <a:lnTo>
                    <a:pt x="555" y="430"/>
                  </a:lnTo>
                  <a:lnTo>
                    <a:pt x="548" y="429"/>
                  </a:lnTo>
                  <a:lnTo>
                    <a:pt x="541" y="429"/>
                  </a:lnTo>
                  <a:lnTo>
                    <a:pt x="534" y="430"/>
                  </a:lnTo>
                  <a:lnTo>
                    <a:pt x="527" y="431"/>
                  </a:lnTo>
                  <a:lnTo>
                    <a:pt x="520" y="430"/>
                  </a:lnTo>
                  <a:lnTo>
                    <a:pt x="514" y="427"/>
                  </a:lnTo>
                  <a:lnTo>
                    <a:pt x="508" y="425"/>
                  </a:lnTo>
                  <a:lnTo>
                    <a:pt x="503" y="423"/>
                  </a:lnTo>
                  <a:lnTo>
                    <a:pt x="497" y="422"/>
                  </a:lnTo>
                  <a:lnTo>
                    <a:pt x="492" y="420"/>
                  </a:lnTo>
                  <a:lnTo>
                    <a:pt x="489" y="416"/>
                  </a:lnTo>
                  <a:lnTo>
                    <a:pt x="488" y="412"/>
                  </a:lnTo>
                  <a:lnTo>
                    <a:pt x="484" y="409"/>
                  </a:lnTo>
                  <a:lnTo>
                    <a:pt x="477" y="409"/>
                  </a:lnTo>
                  <a:lnTo>
                    <a:pt x="467" y="409"/>
                  </a:lnTo>
                  <a:lnTo>
                    <a:pt x="460" y="406"/>
                  </a:lnTo>
                  <a:lnTo>
                    <a:pt x="458" y="402"/>
                  </a:lnTo>
                  <a:lnTo>
                    <a:pt x="462" y="396"/>
                  </a:lnTo>
                  <a:lnTo>
                    <a:pt x="468" y="391"/>
                  </a:lnTo>
                  <a:lnTo>
                    <a:pt x="471" y="387"/>
                  </a:lnTo>
                  <a:lnTo>
                    <a:pt x="473" y="383"/>
                  </a:lnTo>
                  <a:lnTo>
                    <a:pt x="474" y="379"/>
                  </a:lnTo>
                  <a:lnTo>
                    <a:pt x="477" y="376"/>
                  </a:lnTo>
                  <a:lnTo>
                    <a:pt x="480" y="372"/>
                  </a:lnTo>
                  <a:lnTo>
                    <a:pt x="480" y="368"/>
                  </a:lnTo>
                  <a:lnTo>
                    <a:pt x="478" y="363"/>
                  </a:lnTo>
                  <a:lnTo>
                    <a:pt x="478" y="358"/>
                  </a:lnTo>
                  <a:lnTo>
                    <a:pt x="481" y="354"/>
                  </a:lnTo>
                  <a:lnTo>
                    <a:pt x="487" y="352"/>
                  </a:lnTo>
                  <a:lnTo>
                    <a:pt x="493" y="351"/>
                  </a:lnTo>
                  <a:lnTo>
                    <a:pt x="496" y="348"/>
                  </a:lnTo>
                  <a:lnTo>
                    <a:pt x="498" y="343"/>
                  </a:lnTo>
                  <a:lnTo>
                    <a:pt x="501" y="338"/>
                  </a:lnTo>
                  <a:lnTo>
                    <a:pt x="506" y="336"/>
                  </a:lnTo>
                  <a:lnTo>
                    <a:pt x="513" y="339"/>
                  </a:lnTo>
                  <a:lnTo>
                    <a:pt x="519" y="342"/>
                  </a:lnTo>
                  <a:lnTo>
                    <a:pt x="524" y="344"/>
                  </a:lnTo>
                  <a:lnTo>
                    <a:pt x="528" y="344"/>
                  </a:lnTo>
                  <a:lnTo>
                    <a:pt x="533" y="342"/>
                  </a:lnTo>
                  <a:lnTo>
                    <a:pt x="537" y="340"/>
                  </a:lnTo>
                  <a:lnTo>
                    <a:pt x="543" y="340"/>
                  </a:lnTo>
                  <a:lnTo>
                    <a:pt x="548" y="339"/>
                  </a:lnTo>
                  <a:lnTo>
                    <a:pt x="555" y="337"/>
                  </a:lnTo>
                  <a:lnTo>
                    <a:pt x="563" y="337"/>
                  </a:lnTo>
                  <a:lnTo>
                    <a:pt x="568" y="339"/>
                  </a:lnTo>
                  <a:lnTo>
                    <a:pt x="571" y="345"/>
                  </a:lnTo>
                  <a:lnTo>
                    <a:pt x="571" y="351"/>
                  </a:lnTo>
                  <a:lnTo>
                    <a:pt x="571" y="356"/>
                  </a:lnTo>
                  <a:lnTo>
                    <a:pt x="576" y="359"/>
                  </a:lnTo>
                  <a:lnTo>
                    <a:pt x="583" y="360"/>
                  </a:lnTo>
                  <a:lnTo>
                    <a:pt x="589" y="363"/>
                  </a:lnTo>
                  <a:lnTo>
                    <a:pt x="591" y="367"/>
                  </a:lnTo>
                  <a:lnTo>
                    <a:pt x="590" y="372"/>
                  </a:lnTo>
                  <a:lnTo>
                    <a:pt x="590" y="376"/>
                  </a:lnTo>
                  <a:lnTo>
                    <a:pt x="593" y="379"/>
                  </a:lnTo>
                  <a:close/>
                </a:path>
              </a:pathLst>
            </a:custGeom>
            <a:solidFill>
              <a:srgbClr val="0675B4">
                <a:alpha val="11100"/>
              </a:srgbClr>
            </a:solidFill>
            <a:ln>
              <a:noFill/>
            </a:ln>
          </p:spPr>
          <p:txBody>
            <a:bodyPr anchor="ctr"/>
            <a:lstStyle/>
            <a:p>
              <a:pPr algn="ctr">
                <a:buNone/>
              </a:pPr>
            </a:p>
          </p:txBody>
        </p:sp>
        <p:sp>
          <p:nvSpPr>
            <p:cNvPr id="7528" name="addition:spatial:17">
              <a:extLst>
                <a:ext uri="{FF2B5EF4-FFF2-40B4-BE49-F238E27FC236}">
                  <ns2:creationId id="{7077C94F-00BE-42BB-8766-7E166CC20DC8}"/>
                </a:ext>
              </a:extLst>
            </p:cNvPr>
            <p:cNvSpPr>
              <a:spLocks noGrp="1"/>
            </p:cNvSpPr>
            <p:nvPr/>
          </p:nvSpPr>
          <p:spPr>
            <a:xfrm>
              <a:off x="5648325" y="1666875"/>
              <a:ext cx="719953" cy="668198"/>
            </a:xfrm>
            <a:custGeom>
              <a:rect l="l" t="t" r="r" b="b"/>
              <a:pathLst>
                <a:path w="543" h="395">
                  <a:moveTo>
                    <a:pt x="0" y="0"/>
                  </a:moveTo>
                  <a:moveTo>
                    <a:pt x="543" y="370"/>
                  </a:moveTo>
                  <a:lnTo>
                    <a:pt x="542" y="373"/>
                  </a:lnTo>
                  <a:lnTo>
                    <a:pt x="539" y="375"/>
                  </a:lnTo>
                  <a:lnTo>
                    <a:pt x="536" y="377"/>
                  </a:lnTo>
                  <a:lnTo>
                    <a:pt x="534" y="378"/>
                  </a:lnTo>
                  <a:lnTo>
                    <a:pt x="532" y="380"/>
                  </a:lnTo>
                  <a:lnTo>
                    <a:pt x="529" y="381"/>
                  </a:lnTo>
                  <a:lnTo>
                    <a:pt x="527" y="382"/>
                  </a:lnTo>
                  <a:lnTo>
                    <a:pt x="525" y="384"/>
                  </a:lnTo>
                  <a:lnTo>
                    <a:pt x="524" y="386"/>
                  </a:lnTo>
                  <a:lnTo>
                    <a:pt x="524" y="389"/>
                  </a:lnTo>
                  <a:lnTo>
                    <a:pt x="523" y="392"/>
                  </a:lnTo>
                  <a:lnTo>
                    <a:pt x="520" y="393"/>
                  </a:lnTo>
                  <a:lnTo>
                    <a:pt x="516" y="393"/>
                  </a:lnTo>
                  <a:lnTo>
                    <a:pt x="512" y="392"/>
                  </a:lnTo>
                  <a:lnTo>
                    <a:pt x="509" y="392"/>
                  </a:lnTo>
                  <a:lnTo>
                    <a:pt x="507" y="394"/>
                  </a:lnTo>
                  <a:lnTo>
                    <a:pt x="504" y="395"/>
                  </a:lnTo>
                  <a:lnTo>
                    <a:pt x="501" y="395"/>
                  </a:lnTo>
                  <a:lnTo>
                    <a:pt x="499" y="393"/>
                  </a:lnTo>
                  <a:lnTo>
                    <a:pt x="497" y="391"/>
                  </a:lnTo>
                  <a:lnTo>
                    <a:pt x="495" y="390"/>
                  </a:lnTo>
                  <a:lnTo>
                    <a:pt x="493" y="389"/>
                  </a:lnTo>
                  <a:lnTo>
                    <a:pt x="490" y="389"/>
                  </a:lnTo>
                  <a:lnTo>
                    <a:pt x="488" y="389"/>
                  </a:lnTo>
                  <a:lnTo>
                    <a:pt x="486" y="388"/>
                  </a:lnTo>
                  <a:lnTo>
                    <a:pt x="483" y="388"/>
                  </a:lnTo>
                  <a:lnTo>
                    <a:pt x="480" y="387"/>
                  </a:lnTo>
                  <a:lnTo>
                    <a:pt x="477" y="386"/>
                  </a:lnTo>
                  <a:lnTo>
                    <a:pt x="476" y="384"/>
                  </a:lnTo>
                  <a:lnTo>
                    <a:pt x="477" y="381"/>
                  </a:lnTo>
                  <a:lnTo>
                    <a:pt x="480" y="378"/>
                  </a:lnTo>
                  <a:lnTo>
                    <a:pt x="482" y="376"/>
                  </a:lnTo>
                  <a:lnTo>
                    <a:pt x="481" y="374"/>
                  </a:lnTo>
                  <a:lnTo>
                    <a:pt x="479" y="372"/>
                  </a:lnTo>
                  <a:lnTo>
                    <a:pt x="478" y="370"/>
                  </a:lnTo>
                  <a:lnTo>
                    <a:pt x="478" y="368"/>
                  </a:lnTo>
                  <a:lnTo>
                    <a:pt x="479" y="366"/>
                  </a:lnTo>
                  <a:lnTo>
                    <a:pt x="479" y="365"/>
                  </a:lnTo>
                  <a:lnTo>
                    <a:pt x="479" y="362"/>
                  </a:lnTo>
                  <a:lnTo>
                    <a:pt x="478" y="360"/>
                  </a:lnTo>
                  <a:lnTo>
                    <a:pt x="479" y="358"/>
                  </a:lnTo>
                  <a:lnTo>
                    <a:pt x="480" y="356"/>
                  </a:lnTo>
                  <a:lnTo>
                    <a:pt x="482" y="355"/>
                  </a:lnTo>
                  <a:lnTo>
                    <a:pt x="483" y="353"/>
                  </a:lnTo>
                  <a:lnTo>
                    <a:pt x="484" y="351"/>
                  </a:lnTo>
                  <a:lnTo>
                    <a:pt x="486" y="350"/>
                  </a:lnTo>
                  <a:lnTo>
                    <a:pt x="489" y="350"/>
                  </a:lnTo>
                  <a:lnTo>
                    <a:pt x="493" y="352"/>
                  </a:lnTo>
                  <a:lnTo>
                    <a:pt x="496" y="353"/>
                  </a:lnTo>
                  <a:lnTo>
                    <a:pt x="497" y="352"/>
                  </a:lnTo>
                  <a:lnTo>
                    <a:pt x="499" y="349"/>
                  </a:lnTo>
                  <a:lnTo>
                    <a:pt x="501" y="347"/>
                  </a:lnTo>
                  <a:lnTo>
                    <a:pt x="504" y="345"/>
                  </a:lnTo>
                  <a:lnTo>
                    <a:pt x="507" y="345"/>
                  </a:lnTo>
                  <a:lnTo>
                    <a:pt x="510" y="346"/>
                  </a:lnTo>
                  <a:lnTo>
                    <a:pt x="513" y="347"/>
                  </a:lnTo>
                  <a:lnTo>
                    <a:pt x="516" y="348"/>
                  </a:lnTo>
                  <a:lnTo>
                    <a:pt x="518" y="349"/>
                  </a:lnTo>
                  <a:lnTo>
                    <a:pt x="520" y="351"/>
                  </a:lnTo>
                  <a:lnTo>
                    <a:pt x="522" y="353"/>
                  </a:lnTo>
                  <a:lnTo>
                    <a:pt x="524" y="355"/>
                  </a:lnTo>
                  <a:lnTo>
                    <a:pt x="527" y="356"/>
                  </a:lnTo>
                  <a:lnTo>
                    <a:pt x="530" y="357"/>
                  </a:lnTo>
                  <a:lnTo>
                    <a:pt x="532" y="359"/>
                  </a:lnTo>
                  <a:lnTo>
                    <a:pt x="532" y="361"/>
                  </a:lnTo>
                  <a:lnTo>
                    <a:pt x="532" y="363"/>
                  </a:lnTo>
                  <a:lnTo>
                    <a:pt x="533" y="365"/>
                  </a:lnTo>
                  <a:lnTo>
                    <a:pt x="536" y="366"/>
                  </a:lnTo>
                  <a:lnTo>
                    <a:pt x="540" y="368"/>
                  </a:lnTo>
                  <a:close/>
                </a:path>
              </a:pathLst>
            </a:custGeom>
            <a:solidFill>
              <a:srgbClr val="0072B2">
                <a:alpha val="10800"/>
              </a:srgbClr>
            </a:solidFill>
            <a:ln>
              <a:noFill/>
            </a:ln>
          </p:spPr>
          <p:txBody>
            <a:bodyPr anchor="ctr"/>
            <a:lstStyle/>
            <a:p>
              <a:pPr algn="ctr">
                <a:buNone/>
              </a:pPr>
            </a:p>
          </p:txBody>
        </p:sp>
        <p:sp>
          <p:nvSpPr>
            <p:cNvPr id="7529" name="addition:spatial:18">
              <a:extLst>
                <a:ext uri="{FF2B5EF4-FFF2-40B4-BE49-F238E27FC236}">
                  <ns2:creationId id="{60E7A19E-4520-4673-B140-40C4B1F891FD}"/>
                </a:ext>
              </a:extLst>
            </p:cNvPr>
            <p:cNvSpPr>
              <a:spLocks noGrp="1"/>
            </p:cNvSpPr>
            <p:nvPr/>
          </p:nvSpPr>
          <p:spPr>
            <a:xfrm>
              <a:off x="5648325" y="1666875"/>
              <a:ext cx="757077" cy="647898"/>
            </a:xfrm>
            <a:custGeom>
              <a:rect l="l" t="t" r="r" b="b"/>
              <a:pathLst>
                <a:path w="571" h="383">
                  <a:moveTo>
                    <a:pt x="0" y="0"/>
                  </a:moveTo>
                  <a:moveTo>
                    <a:pt x="571" y="363"/>
                  </a:moveTo>
                  <a:lnTo>
                    <a:pt x="570" y="365"/>
                  </a:lnTo>
                  <a:lnTo>
                    <a:pt x="568" y="366"/>
                  </a:lnTo>
                  <a:lnTo>
                    <a:pt x="568" y="368"/>
                  </a:lnTo>
                  <a:lnTo>
                    <a:pt x="569" y="369"/>
                  </a:lnTo>
                  <a:lnTo>
                    <a:pt x="570" y="371"/>
                  </a:lnTo>
                  <a:lnTo>
                    <a:pt x="570" y="373"/>
                  </a:lnTo>
                  <a:lnTo>
                    <a:pt x="569" y="375"/>
                  </a:lnTo>
                  <a:lnTo>
                    <a:pt x="568" y="376"/>
                  </a:lnTo>
                  <a:lnTo>
                    <a:pt x="566" y="377"/>
                  </a:lnTo>
                  <a:lnTo>
                    <a:pt x="565" y="378"/>
                  </a:lnTo>
                  <a:lnTo>
                    <a:pt x="562" y="378"/>
                  </a:lnTo>
                  <a:lnTo>
                    <a:pt x="560" y="378"/>
                  </a:lnTo>
                  <a:lnTo>
                    <a:pt x="557" y="377"/>
                  </a:lnTo>
                  <a:lnTo>
                    <a:pt x="556" y="377"/>
                  </a:lnTo>
                  <a:lnTo>
                    <a:pt x="555" y="378"/>
                  </a:lnTo>
                  <a:lnTo>
                    <a:pt x="553" y="381"/>
                  </a:lnTo>
                  <a:lnTo>
                    <a:pt x="551" y="383"/>
                  </a:lnTo>
                  <a:lnTo>
                    <a:pt x="549" y="383"/>
                  </a:lnTo>
                  <a:lnTo>
                    <a:pt x="546" y="382"/>
                  </a:lnTo>
                  <a:lnTo>
                    <a:pt x="544" y="381"/>
                  </a:lnTo>
                  <a:lnTo>
                    <a:pt x="542" y="380"/>
                  </a:lnTo>
                  <a:lnTo>
                    <a:pt x="539" y="380"/>
                  </a:lnTo>
                  <a:lnTo>
                    <a:pt x="537" y="379"/>
                  </a:lnTo>
                  <a:lnTo>
                    <a:pt x="535" y="378"/>
                  </a:lnTo>
                  <a:lnTo>
                    <a:pt x="534" y="377"/>
                  </a:lnTo>
                  <a:lnTo>
                    <a:pt x="532" y="375"/>
                  </a:lnTo>
                  <a:lnTo>
                    <a:pt x="530" y="374"/>
                  </a:lnTo>
                  <a:lnTo>
                    <a:pt x="528" y="373"/>
                  </a:lnTo>
                  <a:lnTo>
                    <a:pt x="527" y="372"/>
                  </a:lnTo>
                  <a:lnTo>
                    <a:pt x="527" y="370"/>
                  </a:lnTo>
                  <a:lnTo>
                    <a:pt x="526" y="369"/>
                  </a:lnTo>
                  <a:lnTo>
                    <a:pt x="524" y="368"/>
                  </a:lnTo>
                  <a:lnTo>
                    <a:pt x="521" y="367"/>
                  </a:lnTo>
                  <a:lnTo>
                    <a:pt x="518" y="365"/>
                  </a:lnTo>
                  <a:lnTo>
                    <a:pt x="517" y="363"/>
                  </a:lnTo>
                  <a:lnTo>
                    <a:pt x="519" y="362"/>
                  </a:lnTo>
                  <a:lnTo>
                    <a:pt x="522" y="360"/>
                  </a:lnTo>
                  <a:lnTo>
                    <a:pt x="525" y="359"/>
                  </a:lnTo>
                  <a:lnTo>
                    <a:pt x="527" y="358"/>
                  </a:lnTo>
                  <a:lnTo>
                    <a:pt x="527" y="357"/>
                  </a:lnTo>
                  <a:lnTo>
                    <a:pt x="528" y="355"/>
                  </a:lnTo>
                  <a:lnTo>
                    <a:pt x="530" y="354"/>
                  </a:lnTo>
                  <a:lnTo>
                    <a:pt x="531" y="353"/>
                  </a:lnTo>
                  <a:lnTo>
                    <a:pt x="532" y="351"/>
                  </a:lnTo>
                  <a:lnTo>
                    <a:pt x="533" y="349"/>
                  </a:lnTo>
                  <a:lnTo>
                    <a:pt x="535" y="348"/>
                  </a:lnTo>
                  <a:lnTo>
                    <a:pt x="537" y="347"/>
                  </a:lnTo>
                  <a:lnTo>
                    <a:pt x="540" y="347"/>
                  </a:lnTo>
                  <a:lnTo>
                    <a:pt x="542" y="347"/>
                  </a:lnTo>
                  <a:lnTo>
                    <a:pt x="544" y="346"/>
                  </a:lnTo>
                  <a:lnTo>
                    <a:pt x="546" y="345"/>
                  </a:lnTo>
                  <a:lnTo>
                    <a:pt x="549" y="344"/>
                  </a:lnTo>
                  <a:lnTo>
                    <a:pt x="551" y="345"/>
                  </a:lnTo>
                  <a:lnTo>
                    <a:pt x="553" y="347"/>
                  </a:lnTo>
                  <a:lnTo>
                    <a:pt x="554" y="349"/>
                  </a:lnTo>
                  <a:lnTo>
                    <a:pt x="556" y="350"/>
                  </a:lnTo>
                  <a:lnTo>
                    <a:pt x="557" y="349"/>
                  </a:lnTo>
                  <a:lnTo>
                    <a:pt x="560" y="349"/>
                  </a:lnTo>
                  <a:lnTo>
                    <a:pt x="562" y="349"/>
                  </a:lnTo>
                  <a:lnTo>
                    <a:pt x="564" y="349"/>
                  </a:lnTo>
                  <a:lnTo>
                    <a:pt x="566" y="350"/>
                  </a:lnTo>
                  <a:lnTo>
                    <a:pt x="568" y="351"/>
                  </a:lnTo>
                  <a:lnTo>
                    <a:pt x="569" y="352"/>
                  </a:lnTo>
                  <a:lnTo>
                    <a:pt x="570" y="354"/>
                  </a:lnTo>
                  <a:lnTo>
                    <a:pt x="568" y="356"/>
                  </a:lnTo>
                  <a:lnTo>
                    <a:pt x="567" y="358"/>
                  </a:lnTo>
                  <a:lnTo>
                    <a:pt x="566" y="359"/>
                  </a:lnTo>
                  <a:lnTo>
                    <a:pt x="568" y="361"/>
                  </a:lnTo>
                  <a:lnTo>
                    <a:pt x="570" y="362"/>
                  </a:lnTo>
                  <a:close/>
                </a:path>
              </a:pathLst>
            </a:custGeom>
            <a:solidFill>
              <a:srgbClr val="0072B2">
                <a:alpha val="10800"/>
              </a:srgbClr>
            </a:solidFill>
            <a:ln>
              <a:noFill/>
            </a:ln>
          </p:spPr>
          <p:txBody>
            <a:bodyPr anchor="ctr"/>
            <a:lstStyle/>
            <a:p>
              <a:pPr algn="ctr">
                <a:buNone/>
              </a:pPr>
            </a:p>
          </p:txBody>
        </p:sp>
        <p:sp>
          <p:nvSpPr>
            <p:cNvPr id="7530" name="addition:spatial:19">
              <a:extLst>
                <a:ext uri="{FF2B5EF4-FFF2-40B4-BE49-F238E27FC236}">
                  <ns2:creationId id="{F4F4A94C-0746-4E6E-9BBE-BC1EC2F86B52}"/>
                </a:ext>
              </a:extLst>
            </p:cNvPr>
            <p:cNvSpPr>
              <a:spLocks noGrp="1"/>
            </p:cNvSpPr>
            <p:nvPr/>
          </p:nvSpPr>
          <p:spPr>
            <a:xfrm>
              <a:off x="5648325" y="1666875"/>
              <a:ext cx="806135" cy="710489"/>
            </a:xfrm>
            <a:custGeom>
              <a:rect l="l" t="t" r="r" b="b"/>
              <a:pathLst>
                <a:path w="608" h="420">
                  <a:moveTo>
                    <a:pt x="0" y="0"/>
                  </a:moveTo>
                  <a:moveTo>
                    <a:pt x="606" y="394"/>
                  </a:moveTo>
                  <a:lnTo>
                    <a:pt x="601" y="396"/>
                  </a:lnTo>
                  <a:lnTo>
                    <a:pt x="597" y="398"/>
                  </a:lnTo>
                  <a:lnTo>
                    <a:pt x="596" y="400"/>
                  </a:lnTo>
                  <a:lnTo>
                    <a:pt x="596" y="402"/>
                  </a:lnTo>
                  <a:lnTo>
                    <a:pt x="595" y="404"/>
                  </a:lnTo>
                  <a:lnTo>
                    <a:pt x="594" y="406"/>
                  </a:lnTo>
                  <a:lnTo>
                    <a:pt x="591" y="407"/>
                  </a:lnTo>
                  <a:lnTo>
                    <a:pt x="589" y="409"/>
                  </a:lnTo>
                  <a:lnTo>
                    <a:pt x="587" y="410"/>
                  </a:lnTo>
                  <a:lnTo>
                    <a:pt x="586" y="413"/>
                  </a:lnTo>
                  <a:lnTo>
                    <a:pt x="583" y="414"/>
                  </a:lnTo>
                  <a:lnTo>
                    <a:pt x="581" y="415"/>
                  </a:lnTo>
                  <a:lnTo>
                    <a:pt x="577" y="416"/>
                  </a:lnTo>
                  <a:lnTo>
                    <a:pt x="575" y="417"/>
                  </a:lnTo>
                  <a:lnTo>
                    <a:pt x="572" y="419"/>
                  </a:lnTo>
                  <a:lnTo>
                    <a:pt x="569" y="420"/>
                  </a:lnTo>
                  <a:lnTo>
                    <a:pt x="566" y="419"/>
                  </a:lnTo>
                  <a:lnTo>
                    <a:pt x="564" y="416"/>
                  </a:lnTo>
                  <a:lnTo>
                    <a:pt x="562" y="413"/>
                  </a:lnTo>
                  <a:lnTo>
                    <a:pt x="560" y="412"/>
                  </a:lnTo>
                  <a:lnTo>
                    <a:pt x="557" y="413"/>
                  </a:lnTo>
                  <a:lnTo>
                    <a:pt x="554" y="415"/>
                  </a:lnTo>
                  <a:lnTo>
                    <a:pt x="551" y="416"/>
                  </a:lnTo>
                  <a:lnTo>
                    <a:pt x="548" y="415"/>
                  </a:lnTo>
                  <a:lnTo>
                    <a:pt x="546" y="414"/>
                  </a:lnTo>
                  <a:lnTo>
                    <a:pt x="544" y="412"/>
                  </a:lnTo>
                  <a:lnTo>
                    <a:pt x="542" y="411"/>
                  </a:lnTo>
                  <a:lnTo>
                    <a:pt x="541" y="409"/>
                  </a:lnTo>
                  <a:lnTo>
                    <a:pt x="541" y="406"/>
                  </a:lnTo>
                  <a:lnTo>
                    <a:pt x="542" y="404"/>
                  </a:lnTo>
                  <a:lnTo>
                    <a:pt x="542" y="402"/>
                  </a:lnTo>
                  <a:lnTo>
                    <a:pt x="541" y="400"/>
                  </a:lnTo>
                  <a:lnTo>
                    <a:pt x="538" y="398"/>
                  </a:lnTo>
                  <a:lnTo>
                    <a:pt x="537" y="396"/>
                  </a:lnTo>
                  <a:lnTo>
                    <a:pt x="538" y="394"/>
                  </a:lnTo>
                  <a:lnTo>
                    <a:pt x="540" y="392"/>
                  </a:lnTo>
                  <a:lnTo>
                    <a:pt x="541" y="391"/>
                  </a:lnTo>
                  <a:lnTo>
                    <a:pt x="539" y="388"/>
                  </a:lnTo>
                  <a:lnTo>
                    <a:pt x="537" y="386"/>
                  </a:lnTo>
                  <a:lnTo>
                    <a:pt x="535" y="383"/>
                  </a:lnTo>
                  <a:lnTo>
                    <a:pt x="535" y="380"/>
                  </a:lnTo>
                  <a:lnTo>
                    <a:pt x="538" y="379"/>
                  </a:lnTo>
                  <a:lnTo>
                    <a:pt x="541" y="378"/>
                  </a:lnTo>
                  <a:lnTo>
                    <a:pt x="543" y="377"/>
                  </a:lnTo>
                  <a:lnTo>
                    <a:pt x="546" y="377"/>
                  </a:lnTo>
                  <a:lnTo>
                    <a:pt x="549" y="376"/>
                  </a:lnTo>
                  <a:lnTo>
                    <a:pt x="552" y="376"/>
                  </a:lnTo>
                  <a:lnTo>
                    <a:pt x="554" y="376"/>
                  </a:lnTo>
                  <a:lnTo>
                    <a:pt x="556" y="375"/>
                  </a:lnTo>
                  <a:lnTo>
                    <a:pt x="557" y="372"/>
                  </a:lnTo>
                  <a:lnTo>
                    <a:pt x="560" y="369"/>
                  </a:lnTo>
                  <a:lnTo>
                    <a:pt x="563" y="368"/>
                  </a:lnTo>
                  <a:lnTo>
                    <a:pt x="566" y="370"/>
                  </a:lnTo>
                  <a:lnTo>
                    <a:pt x="570" y="371"/>
                  </a:lnTo>
                  <a:lnTo>
                    <a:pt x="573" y="372"/>
                  </a:lnTo>
                  <a:lnTo>
                    <a:pt x="576" y="372"/>
                  </a:lnTo>
                  <a:lnTo>
                    <a:pt x="580" y="371"/>
                  </a:lnTo>
                  <a:lnTo>
                    <a:pt x="583" y="372"/>
                  </a:lnTo>
                  <a:lnTo>
                    <a:pt x="586" y="374"/>
                  </a:lnTo>
                  <a:lnTo>
                    <a:pt x="587" y="377"/>
                  </a:lnTo>
                  <a:lnTo>
                    <a:pt x="588" y="379"/>
                  </a:lnTo>
                  <a:lnTo>
                    <a:pt x="590" y="380"/>
                  </a:lnTo>
                  <a:lnTo>
                    <a:pt x="593" y="382"/>
                  </a:lnTo>
                  <a:lnTo>
                    <a:pt x="595" y="383"/>
                  </a:lnTo>
                  <a:lnTo>
                    <a:pt x="596" y="385"/>
                  </a:lnTo>
                  <a:lnTo>
                    <a:pt x="599" y="386"/>
                  </a:lnTo>
                  <a:lnTo>
                    <a:pt x="602" y="388"/>
                  </a:lnTo>
                  <a:lnTo>
                    <a:pt x="606" y="389"/>
                  </a:lnTo>
                  <a:lnTo>
                    <a:pt x="608" y="392"/>
                  </a:lnTo>
                  <a:close/>
                </a:path>
              </a:pathLst>
            </a:custGeom>
            <a:solidFill>
              <a:srgbClr val="0072B2">
                <a:alpha val="10800"/>
              </a:srgbClr>
            </a:solidFill>
            <a:ln>
              <a:noFill/>
            </a:ln>
          </p:spPr>
          <p:txBody>
            <a:bodyPr anchor="ctr"/>
            <a:lstStyle/>
            <a:p>
              <a:pPr algn="ctr">
                <a:buNone/>
              </a:pPr>
            </a:p>
          </p:txBody>
        </p:sp>
        <p:sp>
          <p:nvSpPr>
            <p:cNvPr id="7531" name="addition:spatial:20">
              <a:extLst>
                <a:ext uri="{FF2B5EF4-FFF2-40B4-BE49-F238E27FC236}">
                  <ns2:creationId id="{DC5CEC48-30A7-42CB-B31B-19D59AEC788D}"/>
                </a:ext>
              </a:extLst>
            </p:cNvPr>
            <p:cNvSpPr>
              <a:spLocks noGrp="1"/>
            </p:cNvSpPr>
            <p:nvPr/>
          </p:nvSpPr>
          <p:spPr>
            <a:xfrm>
              <a:off x="5648325" y="1666875"/>
              <a:ext cx="737189" cy="729097"/>
            </a:xfrm>
            <a:custGeom>
              <a:rect l="l" t="t" r="r" b="b"/>
              <a:pathLst>
                <a:path w="556" h="431">
                  <a:moveTo>
                    <a:pt x="0" y="0"/>
                  </a:moveTo>
                  <a:moveTo>
                    <a:pt x="554" y="407"/>
                  </a:moveTo>
                  <a:lnTo>
                    <a:pt x="556" y="410"/>
                  </a:lnTo>
                  <a:lnTo>
                    <a:pt x="555" y="411"/>
                  </a:lnTo>
                  <a:lnTo>
                    <a:pt x="552" y="413"/>
                  </a:lnTo>
                  <a:lnTo>
                    <a:pt x="549" y="414"/>
                  </a:lnTo>
                  <a:lnTo>
                    <a:pt x="548" y="416"/>
                  </a:lnTo>
                  <a:lnTo>
                    <a:pt x="548" y="417"/>
                  </a:lnTo>
                  <a:lnTo>
                    <a:pt x="547" y="419"/>
                  </a:lnTo>
                  <a:lnTo>
                    <a:pt x="545" y="420"/>
                  </a:lnTo>
                  <a:lnTo>
                    <a:pt x="542" y="421"/>
                  </a:lnTo>
                  <a:lnTo>
                    <a:pt x="540" y="422"/>
                  </a:lnTo>
                  <a:lnTo>
                    <a:pt x="538" y="423"/>
                  </a:lnTo>
                  <a:lnTo>
                    <a:pt x="536" y="424"/>
                  </a:lnTo>
                  <a:lnTo>
                    <a:pt x="534" y="425"/>
                  </a:lnTo>
                  <a:lnTo>
                    <a:pt x="531" y="426"/>
                  </a:lnTo>
                  <a:lnTo>
                    <a:pt x="528" y="426"/>
                  </a:lnTo>
                  <a:lnTo>
                    <a:pt x="526" y="428"/>
                  </a:lnTo>
                  <a:lnTo>
                    <a:pt x="523" y="430"/>
                  </a:lnTo>
                  <a:lnTo>
                    <a:pt x="519" y="431"/>
                  </a:lnTo>
                  <a:lnTo>
                    <a:pt x="516" y="429"/>
                  </a:lnTo>
                  <a:lnTo>
                    <a:pt x="514" y="427"/>
                  </a:lnTo>
                  <a:lnTo>
                    <a:pt x="512" y="424"/>
                  </a:lnTo>
                  <a:lnTo>
                    <a:pt x="511" y="422"/>
                  </a:lnTo>
                  <a:lnTo>
                    <a:pt x="508" y="422"/>
                  </a:lnTo>
                  <a:lnTo>
                    <a:pt x="505" y="423"/>
                  </a:lnTo>
                  <a:lnTo>
                    <a:pt x="503" y="422"/>
                  </a:lnTo>
                  <a:lnTo>
                    <a:pt x="500" y="422"/>
                  </a:lnTo>
                  <a:lnTo>
                    <a:pt x="499" y="420"/>
                  </a:lnTo>
                  <a:lnTo>
                    <a:pt x="497" y="419"/>
                  </a:lnTo>
                  <a:lnTo>
                    <a:pt x="495" y="418"/>
                  </a:lnTo>
                  <a:lnTo>
                    <a:pt x="493" y="417"/>
                  </a:lnTo>
                  <a:lnTo>
                    <a:pt x="494" y="415"/>
                  </a:lnTo>
                  <a:lnTo>
                    <a:pt x="495" y="413"/>
                  </a:lnTo>
                  <a:lnTo>
                    <a:pt x="495" y="411"/>
                  </a:lnTo>
                  <a:lnTo>
                    <a:pt x="494" y="409"/>
                  </a:lnTo>
                  <a:lnTo>
                    <a:pt x="493" y="407"/>
                  </a:lnTo>
                  <a:lnTo>
                    <a:pt x="494" y="406"/>
                  </a:lnTo>
                  <a:lnTo>
                    <a:pt x="497" y="404"/>
                  </a:lnTo>
                  <a:lnTo>
                    <a:pt x="500" y="403"/>
                  </a:lnTo>
                  <a:lnTo>
                    <a:pt x="502" y="402"/>
                  </a:lnTo>
                  <a:lnTo>
                    <a:pt x="502" y="400"/>
                  </a:lnTo>
                  <a:lnTo>
                    <a:pt x="501" y="398"/>
                  </a:lnTo>
                  <a:lnTo>
                    <a:pt x="500" y="395"/>
                  </a:lnTo>
                  <a:lnTo>
                    <a:pt x="500" y="393"/>
                  </a:lnTo>
                  <a:lnTo>
                    <a:pt x="502" y="392"/>
                  </a:lnTo>
                  <a:lnTo>
                    <a:pt x="505" y="391"/>
                  </a:lnTo>
                  <a:lnTo>
                    <a:pt x="507" y="390"/>
                  </a:lnTo>
                  <a:lnTo>
                    <a:pt x="509" y="389"/>
                  </a:lnTo>
                  <a:lnTo>
                    <a:pt x="512" y="390"/>
                  </a:lnTo>
                  <a:lnTo>
                    <a:pt x="515" y="391"/>
                  </a:lnTo>
                  <a:lnTo>
                    <a:pt x="517" y="391"/>
                  </a:lnTo>
                  <a:lnTo>
                    <a:pt x="518" y="390"/>
                  </a:lnTo>
                  <a:lnTo>
                    <a:pt x="520" y="389"/>
                  </a:lnTo>
                  <a:lnTo>
                    <a:pt x="522" y="387"/>
                  </a:lnTo>
                  <a:lnTo>
                    <a:pt x="525" y="387"/>
                  </a:lnTo>
                  <a:lnTo>
                    <a:pt x="527" y="388"/>
                  </a:lnTo>
                  <a:lnTo>
                    <a:pt x="528" y="390"/>
                  </a:lnTo>
                  <a:lnTo>
                    <a:pt x="531" y="390"/>
                  </a:lnTo>
                  <a:lnTo>
                    <a:pt x="534" y="390"/>
                  </a:lnTo>
                  <a:lnTo>
                    <a:pt x="537" y="389"/>
                  </a:lnTo>
                  <a:lnTo>
                    <a:pt x="540" y="390"/>
                  </a:lnTo>
                  <a:lnTo>
                    <a:pt x="541" y="392"/>
                  </a:lnTo>
                  <a:lnTo>
                    <a:pt x="542" y="394"/>
                  </a:lnTo>
                  <a:lnTo>
                    <a:pt x="542" y="396"/>
                  </a:lnTo>
                  <a:lnTo>
                    <a:pt x="543" y="398"/>
                  </a:lnTo>
                  <a:lnTo>
                    <a:pt x="544" y="400"/>
                  </a:lnTo>
                  <a:lnTo>
                    <a:pt x="544" y="401"/>
                  </a:lnTo>
                  <a:lnTo>
                    <a:pt x="545" y="403"/>
                  </a:lnTo>
                  <a:lnTo>
                    <a:pt x="547" y="404"/>
                  </a:lnTo>
                  <a:lnTo>
                    <a:pt x="550" y="406"/>
                  </a:lnTo>
                  <a:close/>
                </a:path>
              </a:pathLst>
            </a:custGeom>
            <a:solidFill>
              <a:srgbClr val="0072B2">
                <a:alpha val="10800"/>
              </a:srgbClr>
            </a:solidFill>
            <a:ln>
              <a:noFill/>
            </a:ln>
          </p:spPr>
          <p:txBody>
            <a:bodyPr anchor="ctr"/>
            <a:lstStyle/>
            <a:p>
              <a:pPr algn="ctr">
                <a:buNone/>
              </a:pPr>
            </a:p>
          </p:txBody>
        </p:sp>
        <p:sp>
          <p:nvSpPr>
            <p:cNvPr id="7532" name="addition:spatial:21">
              <a:extLst>
                <a:ext uri="{FF2B5EF4-FFF2-40B4-BE49-F238E27FC236}">
                  <ns2:creationId id="{B0A2CA2D-0DF1-4BA3-8FCA-0E6832735F36}"/>
                </a:ext>
              </a:extLst>
            </p:cNvPr>
            <p:cNvSpPr>
              <a:spLocks noGrp="1"/>
            </p:cNvSpPr>
            <p:nvPr/>
          </p:nvSpPr>
          <p:spPr>
            <a:xfrm>
              <a:off x="5648325" y="1666875"/>
              <a:ext cx="1360353" cy="1080958"/>
            </a:xfrm>
            <a:custGeom>
              <a:rect l="l" t="t" r="r" b="b"/>
              <a:pathLst>
                <a:path w="1026" h="639">
                  <a:moveTo>
                    <a:pt x="0" y="0"/>
                  </a:moveTo>
                  <a:moveTo>
                    <a:pt x="1004" y="555"/>
                  </a:moveTo>
                  <a:lnTo>
                    <a:pt x="1010" y="562"/>
                  </a:lnTo>
                  <a:lnTo>
                    <a:pt x="1019" y="570"/>
                  </a:lnTo>
                  <a:lnTo>
                    <a:pt x="1026" y="580"/>
                  </a:lnTo>
                  <a:lnTo>
                    <a:pt x="1023" y="587"/>
                  </a:lnTo>
                  <a:lnTo>
                    <a:pt x="1009" y="592"/>
                  </a:lnTo>
                  <a:lnTo>
                    <a:pt x="991" y="593"/>
                  </a:lnTo>
                  <a:lnTo>
                    <a:pt x="978" y="594"/>
                  </a:lnTo>
                  <a:lnTo>
                    <a:pt x="972" y="599"/>
                  </a:lnTo>
                  <a:lnTo>
                    <a:pt x="970" y="606"/>
                  </a:lnTo>
                  <a:lnTo>
                    <a:pt x="966" y="614"/>
                  </a:lnTo>
                  <a:lnTo>
                    <a:pt x="958" y="619"/>
                  </a:lnTo>
                  <a:lnTo>
                    <a:pt x="950" y="624"/>
                  </a:lnTo>
                  <a:lnTo>
                    <a:pt x="941" y="629"/>
                  </a:lnTo>
                  <a:lnTo>
                    <a:pt x="931" y="635"/>
                  </a:lnTo>
                  <a:lnTo>
                    <a:pt x="920" y="639"/>
                  </a:lnTo>
                  <a:lnTo>
                    <a:pt x="908" y="639"/>
                  </a:lnTo>
                  <a:lnTo>
                    <a:pt x="896" y="635"/>
                  </a:lnTo>
                  <a:lnTo>
                    <a:pt x="885" y="632"/>
                  </a:lnTo>
                  <a:lnTo>
                    <a:pt x="874" y="632"/>
                  </a:lnTo>
                  <a:lnTo>
                    <a:pt x="862" y="635"/>
                  </a:lnTo>
                  <a:lnTo>
                    <a:pt x="851" y="634"/>
                  </a:lnTo>
                  <a:lnTo>
                    <a:pt x="843" y="628"/>
                  </a:lnTo>
                  <a:lnTo>
                    <a:pt x="840" y="618"/>
                  </a:lnTo>
                  <a:lnTo>
                    <a:pt x="837" y="610"/>
                  </a:lnTo>
                  <a:lnTo>
                    <a:pt x="830" y="607"/>
                  </a:lnTo>
                  <a:lnTo>
                    <a:pt x="818" y="608"/>
                  </a:lnTo>
                  <a:lnTo>
                    <a:pt x="804" y="608"/>
                  </a:lnTo>
                  <a:lnTo>
                    <a:pt x="793" y="606"/>
                  </a:lnTo>
                  <a:lnTo>
                    <a:pt x="787" y="600"/>
                  </a:lnTo>
                  <a:lnTo>
                    <a:pt x="784" y="593"/>
                  </a:lnTo>
                  <a:lnTo>
                    <a:pt x="782" y="585"/>
                  </a:lnTo>
                  <a:lnTo>
                    <a:pt x="781" y="578"/>
                  </a:lnTo>
                  <a:lnTo>
                    <a:pt x="786" y="570"/>
                  </a:lnTo>
                  <a:lnTo>
                    <a:pt x="796" y="562"/>
                  </a:lnTo>
                  <a:lnTo>
                    <a:pt x="805" y="555"/>
                  </a:lnTo>
                  <a:lnTo>
                    <a:pt x="808" y="549"/>
                  </a:lnTo>
                  <a:lnTo>
                    <a:pt x="804" y="542"/>
                  </a:lnTo>
                  <a:lnTo>
                    <a:pt x="797" y="534"/>
                  </a:lnTo>
                  <a:lnTo>
                    <a:pt x="797" y="526"/>
                  </a:lnTo>
                  <a:lnTo>
                    <a:pt x="804" y="520"/>
                  </a:lnTo>
                  <a:lnTo>
                    <a:pt x="814" y="516"/>
                  </a:lnTo>
                  <a:lnTo>
                    <a:pt x="820" y="511"/>
                  </a:lnTo>
                  <a:lnTo>
                    <a:pt x="821" y="503"/>
                  </a:lnTo>
                  <a:lnTo>
                    <a:pt x="821" y="494"/>
                  </a:lnTo>
                  <a:lnTo>
                    <a:pt x="825" y="486"/>
                  </a:lnTo>
                  <a:lnTo>
                    <a:pt x="834" y="483"/>
                  </a:lnTo>
                  <a:lnTo>
                    <a:pt x="844" y="482"/>
                  </a:lnTo>
                  <a:lnTo>
                    <a:pt x="854" y="483"/>
                  </a:lnTo>
                  <a:lnTo>
                    <a:pt x="863" y="482"/>
                  </a:lnTo>
                  <a:lnTo>
                    <a:pt x="871" y="483"/>
                  </a:lnTo>
                  <a:lnTo>
                    <a:pt x="879" y="485"/>
                  </a:lnTo>
                  <a:lnTo>
                    <a:pt x="887" y="489"/>
                  </a:lnTo>
                  <a:lnTo>
                    <a:pt x="894" y="488"/>
                  </a:lnTo>
                  <a:lnTo>
                    <a:pt x="902" y="482"/>
                  </a:lnTo>
                  <a:lnTo>
                    <a:pt x="913" y="473"/>
                  </a:lnTo>
                  <a:lnTo>
                    <a:pt x="926" y="468"/>
                  </a:lnTo>
                  <a:lnTo>
                    <a:pt x="936" y="471"/>
                  </a:lnTo>
                  <a:lnTo>
                    <a:pt x="942" y="480"/>
                  </a:lnTo>
                  <a:lnTo>
                    <a:pt x="946" y="489"/>
                  </a:lnTo>
                  <a:lnTo>
                    <a:pt x="952" y="496"/>
                  </a:lnTo>
                  <a:lnTo>
                    <a:pt x="962" y="499"/>
                  </a:lnTo>
                  <a:lnTo>
                    <a:pt x="971" y="503"/>
                  </a:lnTo>
                  <a:lnTo>
                    <a:pt x="977" y="509"/>
                  </a:lnTo>
                  <a:lnTo>
                    <a:pt x="980" y="517"/>
                  </a:lnTo>
                  <a:lnTo>
                    <a:pt x="983" y="523"/>
                  </a:lnTo>
                  <a:lnTo>
                    <a:pt x="989" y="529"/>
                  </a:lnTo>
                  <a:lnTo>
                    <a:pt x="996" y="535"/>
                  </a:lnTo>
                  <a:lnTo>
                    <a:pt x="1001" y="541"/>
                  </a:lnTo>
                  <a:lnTo>
                    <a:pt x="1003" y="548"/>
                  </a:lnTo>
                  <a:close/>
                </a:path>
              </a:pathLst>
            </a:custGeom>
            <a:solidFill>
              <a:srgbClr val="F5DAC5">
                <a:alpha val="12900"/>
              </a:srgbClr>
            </a:solidFill>
            <a:ln>
              <a:noFill/>
            </a:ln>
          </p:spPr>
          <p:txBody>
            <a:bodyPr anchor="ctr"/>
            <a:lstStyle/>
            <a:p>
              <a:pPr algn="ctr">
                <a:buNone/>
              </a:pPr>
            </a:p>
          </p:txBody>
        </p:sp>
        <p:sp>
          <p:nvSpPr>
            <p:cNvPr id="7533" name="addition:spatial:22">
              <a:extLst>
                <a:ext uri="{FF2B5EF4-FFF2-40B4-BE49-F238E27FC236}">
                  <ns2:creationId id="{453B1DC6-88B7-4F3E-96B3-5BB951C9E267}"/>
                </a:ext>
              </a:extLst>
            </p:cNvPr>
            <p:cNvSpPr>
              <a:spLocks noGrp="1"/>
            </p:cNvSpPr>
            <p:nvPr/>
          </p:nvSpPr>
          <p:spPr>
            <a:xfrm>
              <a:off x="5648325" y="1666875"/>
              <a:ext cx="1312621" cy="1074191"/>
            </a:xfrm>
            <a:custGeom>
              <a:rect l="l" t="t" r="r" b="b"/>
              <a:pathLst>
                <a:path w="990" h="635">
                  <a:moveTo>
                    <a:pt x="0" y="0"/>
                  </a:moveTo>
                  <a:moveTo>
                    <a:pt x="983" y="560"/>
                  </a:moveTo>
                  <a:lnTo>
                    <a:pt x="986" y="566"/>
                  </a:lnTo>
                  <a:lnTo>
                    <a:pt x="990" y="573"/>
                  </a:lnTo>
                  <a:lnTo>
                    <a:pt x="989" y="579"/>
                  </a:lnTo>
                  <a:lnTo>
                    <a:pt x="984" y="585"/>
                  </a:lnTo>
                  <a:lnTo>
                    <a:pt x="977" y="589"/>
                  </a:lnTo>
                  <a:lnTo>
                    <a:pt x="973" y="594"/>
                  </a:lnTo>
                  <a:lnTo>
                    <a:pt x="971" y="600"/>
                  </a:lnTo>
                  <a:lnTo>
                    <a:pt x="969" y="606"/>
                  </a:lnTo>
                  <a:lnTo>
                    <a:pt x="961" y="610"/>
                  </a:lnTo>
                  <a:lnTo>
                    <a:pt x="950" y="610"/>
                  </a:lnTo>
                  <a:lnTo>
                    <a:pt x="938" y="608"/>
                  </a:lnTo>
                  <a:lnTo>
                    <a:pt x="930" y="609"/>
                  </a:lnTo>
                  <a:lnTo>
                    <a:pt x="926" y="615"/>
                  </a:lnTo>
                  <a:lnTo>
                    <a:pt x="921" y="624"/>
                  </a:lnTo>
                  <a:lnTo>
                    <a:pt x="913" y="632"/>
                  </a:lnTo>
                  <a:lnTo>
                    <a:pt x="904" y="635"/>
                  </a:lnTo>
                  <a:lnTo>
                    <a:pt x="893" y="635"/>
                  </a:lnTo>
                  <a:lnTo>
                    <a:pt x="882" y="633"/>
                  </a:lnTo>
                  <a:lnTo>
                    <a:pt x="872" y="631"/>
                  </a:lnTo>
                  <a:lnTo>
                    <a:pt x="863" y="628"/>
                  </a:lnTo>
                  <a:lnTo>
                    <a:pt x="855" y="622"/>
                  </a:lnTo>
                  <a:lnTo>
                    <a:pt x="850" y="615"/>
                  </a:lnTo>
                  <a:lnTo>
                    <a:pt x="844" y="610"/>
                  </a:lnTo>
                  <a:lnTo>
                    <a:pt x="836" y="610"/>
                  </a:lnTo>
                  <a:lnTo>
                    <a:pt x="824" y="611"/>
                  </a:lnTo>
                  <a:lnTo>
                    <a:pt x="814" y="611"/>
                  </a:lnTo>
                  <a:lnTo>
                    <a:pt x="808" y="606"/>
                  </a:lnTo>
                  <a:lnTo>
                    <a:pt x="807" y="599"/>
                  </a:lnTo>
                  <a:lnTo>
                    <a:pt x="806" y="593"/>
                  </a:lnTo>
                  <a:lnTo>
                    <a:pt x="801" y="588"/>
                  </a:lnTo>
                  <a:lnTo>
                    <a:pt x="792" y="585"/>
                  </a:lnTo>
                  <a:lnTo>
                    <a:pt x="784" y="580"/>
                  </a:lnTo>
                  <a:lnTo>
                    <a:pt x="783" y="573"/>
                  </a:lnTo>
                  <a:lnTo>
                    <a:pt x="788" y="566"/>
                  </a:lnTo>
                  <a:lnTo>
                    <a:pt x="795" y="560"/>
                  </a:lnTo>
                  <a:lnTo>
                    <a:pt x="801" y="554"/>
                  </a:lnTo>
                  <a:lnTo>
                    <a:pt x="806" y="549"/>
                  </a:lnTo>
                  <a:lnTo>
                    <a:pt x="811" y="544"/>
                  </a:lnTo>
                  <a:lnTo>
                    <a:pt x="817" y="539"/>
                  </a:lnTo>
                  <a:lnTo>
                    <a:pt x="822" y="535"/>
                  </a:lnTo>
                  <a:lnTo>
                    <a:pt x="822" y="529"/>
                  </a:lnTo>
                  <a:lnTo>
                    <a:pt x="818" y="520"/>
                  </a:lnTo>
                  <a:lnTo>
                    <a:pt x="816" y="510"/>
                  </a:lnTo>
                  <a:lnTo>
                    <a:pt x="820" y="503"/>
                  </a:lnTo>
                  <a:lnTo>
                    <a:pt x="830" y="501"/>
                  </a:lnTo>
                  <a:lnTo>
                    <a:pt x="842" y="503"/>
                  </a:lnTo>
                  <a:lnTo>
                    <a:pt x="852" y="503"/>
                  </a:lnTo>
                  <a:lnTo>
                    <a:pt x="858" y="501"/>
                  </a:lnTo>
                  <a:lnTo>
                    <a:pt x="863" y="497"/>
                  </a:lnTo>
                  <a:lnTo>
                    <a:pt x="870" y="494"/>
                  </a:lnTo>
                  <a:lnTo>
                    <a:pt x="877" y="495"/>
                  </a:lnTo>
                  <a:lnTo>
                    <a:pt x="884" y="497"/>
                  </a:lnTo>
                  <a:lnTo>
                    <a:pt x="891" y="499"/>
                  </a:lnTo>
                  <a:lnTo>
                    <a:pt x="897" y="498"/>
                  </a:lnTo>
                  <a:lnTo>
                    <a:pt x="904" y="496"/>
                  </a:lnTo>
                  <a:lnTo>
                    <a:pt x="912" y="497"/>
                  </a:lnTo>
                  <a:lnTo>
                    <a:pt x="918" y="499"/>
                  </a:lnTo>
                  <a:lnTo>
                    <a:pt x="926" y="501"/>
                  </a:lnTo>
                  <a:lnTo>
                    <a:pt x="936" y="500"/>
                  </a:lnTo>
                  <a:lnTo>
                    <a:pt x="947" y="500"/>
                  </a:lnTo>
                  <a:lnTo>
                    <a:pt x="956" y="503"/>
                  </a:lnTo>
                  <a:lnTo>
                    <a:pt x="958" y="511"/>
                  </a:lnTo>
                  <a:lnTo>
                    <a:pt x="955" y="521"/>
                  </a:lnTo>
                  <a:lnTo>
                    <a:pt x="950" y="530"/>
                  </a:lnTo>
                  <a:lnTo>
                    <a:pt x="952" y="536"/>
                  </a:lnTo>
                  <a:lnTo>
                    <a:pt x="959" y="539"/>
                  </a:lnTo>
                  <a:lnTo>
                    <a:pt x="969" y="543"/>
                  </a:lnTo>
                  <a:lnTo>
                    <a:pt x="976" y="548"/>
                  </a:lnTo>
                  <a:lnTo>
                    <a:pt x="980" y="554"/>
                  </a:lnTo>
                  <a:close/>
                </a:path>
              </a:pathLst>
            </a:custGeom>
            <a:solidFill>
              <a:srgbClr val="ECB78D">
                <a:alpha val="12900"/>
              </a:srgbClr>
            </a:solidFill>
            <a:ln>
              <a:noFill/>
            </a:ln>
          </p:spPr>
          <p:txBody>
            <a:bodyPr anchor="ctr"/>
            <a:lstStyle/>
            <a:p>
              <a:pPr algn="ctr">
                <a:buNone/>
              </a:pPr>
            </a:p>
          </p:txBody>
        </p:sp>
        <p:sp>
          <p:nvSpPr>
            <p:cNvPr id="7534" name="addition:spatial:23">
              <a:extLst>
                <a:ext uri="{FF2B5EF4-FFF2-40B4-BE49-F238E27FC236}">
                  <ns2:creationId id="{BB1883EA-C2D2-4882-8ABC-4B3E392859C0}"/>
                </a:ext>
              </a:extLst>
            </p:cNvPr>
            <p:cNvSpPr>
              <a:spLocks noGrp="1"/>
            </p:cNvSpPr>
            <p:nvPr/>
          </p:nvSpPr>
          <p:spPr>
            <a:xfrm>
              <a:off x="5648325" y="1666875"/>
              <a:ext cx="1282126" cy="1058967"/>
            </a:xfrm>
            <a:custGeom>
              <a:rect l="l" t="t" r="r" b="b"/>
              <a:pathLst>
                <a:path w="967" h="626">
                  <a:moveTo>
                    <a:pt x="0" y="0"/>
                  </a:moveTo>
                  <a:moveTo>
                    <a:pt x="957" y="565"/>
                  </a:moveTo>
                  <a:lnTo>
                    <a:pt x="960" y="570"/>
                  </a:lnTo>
                  <a:lnTo>
                    <a:pt x="958" y="576"/>
                  </a:lnTo>
                  <a:lnTo>
                    <a:pt x="951" y="580"/>
                  </a:lnTo>
                  <a:lnTo>
                    <a:pt x="943" y="583"/>
                  </a:lnTo>
                  <a:lnTo>
                    <a:pt x="938" y="587"/>
                  </a:lnTo>
                  <a:lnTo>
                    <a:pt x="939" y="593"/>
                  </a:lnTo>
                  <a:lnTo>
                    <a:pt x="941" y="600"/>
                  </a:lnTo>
                  <a:lnTo>
                    <a:pt x="940" y="606"/>
                  </a:lnTo>
                  <a:lnTo>
                    <a:pt x="936" y="611"/>
                  </a:lnTo>
                  <a:lnTo>
                    <a:pt x="931" y="615"/>
                  </a:lnTo>
                  <a:lnTo>
                    <a:pt x="925" y="618"/>
                  </a:lnTo>
                  <a:lnTo>
                    <a:pt x="919" y="621"/>
                  </a:lnTo>
                  <a:lnTo>
                    <a:pt x="911" y="621"/>
                  </a:lnTo>
                  <a:lnTo>
                    <a:pt x="903" y="618"/>
                  </a:lnTo>
                  <a:lnTo>
                    <a:pt x="896" y="614"/>
                  </a:lnTo>
                  <a:lnTo>
                    <a:pt x="890" y="612"/>
                  </a:lnTo>
                  <a:lnTo>
                    <a:pt x="886" y="615"/>
                  </a:lnTo>
                  <a:lnTo>
                    <a:pt x="880" y="622"/>
                  </a:lnTo>
                  <a:lnTo>
                    <a:pt x="873" y="626"/>
                  </a:lnTo>
                  <a:lnTo>
                    <a:pt x="866" y="626"/>
                  </a:lnTo>
                  <a:lnTo>
                    <a:pt x="860" y="623"/>
                  </a:lnTo>
                  <a:lnTo>
                    <a:pt x="855" y="619"/>
                  </a:lnTo>
                  <a:lnTo>
                    <a:pt x="849" y="617"/>
                  </a:lnTo>
                  <a:lnTo>
                    <a:pt x="841" y="616"/>
                  </a:lnTo>
                  <a:lnTo>
                    <a:pt x="833" y="614"/>
                  </a:lnTo>
                  <a:lnTo>
                    <a:pt x="828" y="610"/>
                  </a:lnTo>
                  <a:lnTo>
                    <a:pt x="825" y="604"/>
                  </a:lnTo>
                  <a:lnTo>
                    <a:pt x="822" y="599"/>
                  </a:lnTo>
                  <a:lnTo>
                    <a:pt x="818" y="594"/>
                  </a:lnTo>
                  <a:lnTo>
                    <a:pt x="814" y="589"/>
                  </a:lnTo>
                  <a:lnTo>
                    <a:pt x="813" y="584"/>
                  </a:lnTo>
                  <a:lnTo>
                    <a:pt x="814" y="579"/>
                  </a:lnTo>
                  <a:lnTo>
                    <a:pt x="813" y="574"/>
                  </a:lnTo>
                  <a:lnTo>
                    <a:pt x="807" y="570"/>
                  </a:lnTo>
                  <a:lnTo>
                    <a:pt x="796" y="565"/>
                  </a:lnTo>
                  <a:lnTo>
                    <a:pt x="785" y="559"/>
                  </a:lnTo>
                  <a:lnTo>
                    <a:pt x="782" y="553"/>
                  </a:lnTo>
                  <a:lnTo>
                    <a:pt x="787" y="547"/>
                  </a:lnTo>
                  <a:lnTo>
                    <a:pt x="797" y="544"/>
                  </a:lnTo>
                  <a:lnTo>
                    <a:pt x="805" y="541"/>
                  </a:lnTo>
                  <a:lnTo>
                    <a:pt x="809" y="537"/>
                  </a:lnTo>
                  <a:lnTo>
                    <a:pt x="812" y="532"/>
                  </a:lnTo>
                  <a:lnTo>
                    <a:pt x="817" y="529"/>
                  </a:lnTo>
                  <a:lnTo>
                    <a:pt x="823" y="526"/>
                  </a:lnTo>
                  <a:lnTo>
                    <a:pt x="829" y="523"/>
                  </a:lnTo>
                  <a:lnTo>
                    <a:pt x="834" y="519"/>
                  </a:lnTo>
                  <a:lnTo>
                    <a:pt x="839" y="514"/>
                  </a:lnTo>
                  <a:lnTo>
                    <a:pt x="845" y="510"/>
                  </a:lnTo>
                  <a:lnTo>
                    <a:pt x="854" y="508"/>
                  </a:lnTo>
                  <a:lnTo>
                    <a:pt x="863" y="509"/>
                  </a:lnTo>
                  <a:lnTo>
                    <a:pt x="871" y="508"/>
                  </a:lnTo>
                  <a:lnTo>
                    <a:pt x="879" y="504"/>
                  </a:lnTo>
                  <a:lnTo>
                    <a:pt x="888" y="500"/>
                  </a:lnTo>
                  <a:lnTo>
                    <a:pt x="897" y="498"/>
                  </a:lnTo>
                  <a:lnTo>
                    <a:pt x="905" y="503"/>
                  </a:lnTo>
                  <a:lnTo>
                    <a:pt x="911" y="511"/>
                  </a:lnTo>
                  <a:lnTo>
                    <a:pt x="914" y="518"/>
                  </a:lnTo>
                  <a:lnTo>
                    <a:pt x="919" y="522"/>
                  </a:lnTo>
                  <a:lnTo>
                    <a:pt x="926" y="523"/>
                  </a:lnTo>
                  <a:lnTo>
                    <a:pt x="934" y="523"/>
                  </a:lnTo>
                  <a:lnTo>
                    <a:pt x="941" y="524"/>
                  </a:lnTo>
                  <a:lnTo>
                    <a:pt x="948" y="527"/>
                  </a:lnTo>
                  <a:lnTo>
                    <a:pt x="954" y="529"/>
                  </a:lnTo>
                  <a:lnTo>
                    <a:pt x="961" y="532"/>
                  </a:lnTo>
                  <a:lnTo>
                    <a:pt x="967" y="536"/>
                  </a:lnTo>
                  <a:lnTo>
                    <a:pt x="967" y="542"/>
                  </a:lnTo>
                  <a:lnTo>
                    <a:pt x="962" y="549"/>
                  </a:lnTo>
                  <a:lnTo>
                    <a:pt x="956" y="555"/>
                  </a:lnTo>
                  <a:lnTo>
                    <a:pt x="954" y="560"/>
                  </a:lnTo>
                  <a:close/>
                </a:path>
              </a:pathLst>
            </a:custGeom>
            <a:solidFill>
              <a:srgbClr val="E18B48">
                <a:alpha val="10500"/>
              </a:srgbClr>
            </a:solidFill>
            <a:ln>
              <a:noFill/>
            </a:ln>
          </p:spPr>
          <p:txBody>
            <a:bodyPr anchor="ctr"/>
            <a:lstStyle/>
            <a:p>
              <a:pPr algn="ctr">
                <a:buNone/>
              </a:pPr>
            </a:p>
          </p:txBody>
        </p:sp>
        <p:sp>
          <p:nvSpPr>
            <p:cNvPr id="7535" name="addition:spatial:24">
              <a:extLst>
                <a:ext uri="{FF2B5EF4-FFF2-40B4-BE49-F238E27FC236}">
                  <ns2:creationId id="{C28BBD9E-8137-4687-AB5B-1B7D53389894}"/>
                </a:ext>
              </a:extLst>
            </p:cNvPr>
            <p:cNvSpPr>
              <a:spLocks noGrp="1"/>
            </p:cNvSpPr>
            <p:nvPr/>
          </p:nvSpPr>
          <p:spPr>
            <a:xfrm>
              <a:off x="5648325" y="1666875"/>
              <a:ext cx="1169426" cy="967618"/>
            </a:xfrm>
            <a:custGeom>
              <a:rect l="l" t="t" r="r" b="b"/>
              <a:pathLst>
                <a:path w="882" h="572">
                  <a:moveTo>
                    <a:pt x="0" y="0"/>
                  </a:moveTo>
                  <a:moveTo>
                    <a:pt x="875" y="546"/>
                  </a:moveTo>
                  <a:lnTo>
                    <a:pt x="873" y="548"/>
                  </a:lnTo>
                  <a:lnTo>
                    <a:pt x="874" y="549"/>
                  </a:lnTo>
                  <a:lnTo>
                    <a:pt x="877" y="552"/>
                  </a:lnTo>
                  <a:lnTo>
                    <a:pt x="880" y="555"/>
                  </a:lnTo>
                  <a:lnTo>
                    <a:pt x="880" y="558"/>
                  </a:lnTo>
                  <a:lnTo>
                    <a:pt x="878" y="560"/>
                  </a:lnTo>
                  <a:lnTo>
                    <a:pt x="876" y="561"/>
                  </a:lnTo>
                  <a:lnTo>
                    <a:pt x="874" y="562"/>
                  </a:lnTo>
                  <a:lnTo>
                    <a:pt x="872" y="564"/>
                  </a:lnTo>
                  <a:lnTo>
                    <a:pt x="870" y="566"/>
                  </a:lnTo>
                  <a:lnTo>
                    <a:pt x="867" y="566"/>
                  </a:lnTo>
                  <a:lnTo>
                    <a:pt x="864" y="566"/>
                  </a:lnTo>
                  <a:lnTo>
                    <a:pt x="862" y="567"/>
                  </a:lnTo>
                  <a:lnTo>
                    <a:pt x="860" y="568"/>
                  </a:lnTo>
                  <a:lnTo>
                    <a:pt x="858" y="569"/>
                  </a:lnTo>
                  <a:lnTo>
                    <a:pt x="855" y="570"/>
                  </a:lnTo>
                  <a:lnTo>
                    <a:pt x="852" y="569"/>
                  </a:lnTo>
                  <a:lnTo>
                    <a:pt x="850" y="567"/>
                  </a:lnTo>
                  <a:lnTo>
                    <a:pt x="847" y="568"/>
                  </a:lnTo>
                  <a:lnTo>
                    <a:pt x="844" y="570"/>
                  </a:lnTo>
                  <a:lnTo>
                    <a:pt x="840" y="572"/>
                  </a:lnTo>
                  <a:lnTo>
                    <a:pt x="835" y="572"/>
                  </a:lnTo>
                  <a:lnTo>
                    <a:pt x="833" y="571"/>
                  </a:lnTo>
                  <a:lnTo>
                    <a:pt x="831" y="567"/>
                  </a:lnTo>
                  <a:lnTo>
                    <a:pt x="830" y="564"/>
                  </a:lnTo>
                  <a:lnTo>
                    <a:pt x="828" y="562"/>
                  </a:lnTo>
                  <a:lnTo>
                    <a:pt x="826" y="561"/>
                  </a:lnTo>
                  <a:lnTo>
                    <a:pt x="824" y="559"/>
                  </a:lnTo>
                  <a:lnTo>
                    <a:pt x="823" y="557"/>
                  </a:lnTo>
                  <a:lnTo>
                    <a:pt x="821" y="555"/>
                  </a:lnTo>
                  <a:lnTo>
                    <a:pt x="817" y="554"/>
                  </a:lnTo>
                  <a:lnTo>
                    <a:pt x="813" y="553"/>
                  </a:lnTo>
                  <a:lnTo>
                    <a:pt x="810" y="551"/>
                  </a:lnTo>
                  <a:lnTo>
                    <a:pt x="810" y="548"/>
                  </a:lnTo>
                  <a:lnTo>
                    <a:pt x="812" y="546"/>
                  </a:lnTo>
                  <a:lnTo>
                    <a:pt x="813" y="544"/>
                  </a:lnTo>
                  <a:lnTo>
                    <a:pt x="813" y="541"/>
                  </a:lnTo>
                  <a:lnTo>
                    <a:pt x="812" y="539"/>
                  </a:lnTo>
                  <a:lnTo>
                    <a:pt x="811" y="536"/>
                  </a:lnTo>
                  <a:lnTo>
                    <a:pt x="814" y="534"/>
                  </a:lnTo>
                  <a:lnTo>
                    <a:pt x="818" y="533"/>
                  </a:lnTo>
                  <a:lnTo>
                    <a:pt x="822" y="533"/>
                  </a:lnTo>
                  <a:lnTo>
                    <a:pt x="825" y="532"/>
                  </a:lnTo>
                  <a:lnTo>
                    <a:pt x="827" y="530"/>
                  </a:lnTo>
                  <a:lnTo>
                    <a:pt x="829" y="528"/>
                  </a:lnTo>
                  <a:lnTo>
                    <a:pt x="831" y="526"/>
                  </a:lnTo>
                  <a:lnTo>
                    <a:pt x="833" y="524"/>
                  </a:lnTo>
                  <a:lnTo>
                    <a:pt x="836" y="522"/>
                  </a:lnTo>
                  <a:lnTo>
                    <a:pt x="838" y="520"/>
                  </a:lnTo>
                  <a:lnTo>
                    <a:pt x="842" y="518"/>
                  </a:lnTo>
                  <a:lnTo>
                    <a:pt x="846" y="518"/>
                  </a:lnTo>
                  <a:lnTo>
                    <a:pt x="849" y="520"/>
                  </a:lnTo>
                  <a:lnTo>
                    <a:pt x="853" y="523"/>
                  </a:lnTo>
                  <a:lnTo>
                    <a:pt x="855" y="525"/>
                  </a:lnTo>
                  <a:lnTo>
                    <a:pt x="858" y="525"/>
                  </a:lnTo>
                  <a:lnTo>
                    <a:pt x="861" y="523"/>
                  </a:lnTo>
                  <a:lnTo>
                    <a:pt x="865" y="523"/>
                  </a:lnTo>
                  <a:lnTo>
                    <a:pt x="867" y="524"/>
                  </a:lnTo>
                  <a:lnTo>
                    <a:pt x="868" y="526"/>
                  </a:lnTo>
                  <a:lnTo>
                    <a:pt x="870" y="528"/>
                  </a:lnTo>
                  <a:lnTo>
                    <a:pt x="873" y="529"/>
                  </a:lnTo>
                  <a:lnTo>
                    <a:pt x="876" y="529"/>
                  </a:lnTo>
                  <a:lnTo>
                    <a:pt x="878" y="530"/>
                  </a:lnTo>
                  <a:lnTo>
                    <a:pt x="879" y="532"/>
                  </a:lnTo>
                  <a:lnTo>
                    <a:pt x="880" y="535"/>
                  </a:lnTo>
                  <a:lnTo>
                    <a:pt x="881" y="537"/>
                  </a:lnTo>
                  <a:lnTo>
                    <a:pt x="882" y="539"/>
                  </a:lnTo>
                  <a:lnTo>
                    <a:pt x="882" y="541"/>
                  </a:lnTo>
                  <a:lnTo>
                    <a:pt x="879" y="544"/>
                  </a:lnTo>
                  <a:close/>
                </a:path>
              </a:pathLst>
            </a:custGeom>
            <a:solidFill>
              <a:srgbClr val="ECB78D">
                <a:alpha val="9600"/>
              </a:srgbClr>
            </a:solidFill>
            <a:ln>
              <a:noFill/>
            </a:ln>
          </p:spPr>
          <p:txBody>
            <a:bodyPr anchor="ctr"/>
            <a:lstStyle/>
            <a:p>
              <a:pPr algn="ctr">
                <a:buNone/>
              </a:pPr>
            </a:p>
          </p:txBody>
        </p:sp>
        <p:sp>
          <p:nvSpPr>
            <p:cNvPr id="7536" name="addition:spatial:25">
              <a:extLst>
                <a:ext uri="{FF2B5EF4-FFF2-40B4-BE49-F238E27FC236}">
                  <ns2:creationId id="{19BB1987-8633-42C1-8B65-8A23841D430F}"/>
                </a:ext>
              </a:extLst>
            </p:cNvPr>
            <p:cNvSpPr>
              <a:spLocks noGrp="1"/>
            </p:cNvSpPr>
            <p:nvPr/>
          </p:nvSpPr>
          <p:spPr>
            <a:xfrm>
              <a:off x="5648325" y="1666875"/>
              <a:ext cx="1209203" cy="933785"/>
            </a:xfrm>
            <a:custGeom>
              <a:rect l="l" t="t" r="r" b="b"/>
              <a:pathLst>
                <a:path w="912" h="552">
                  <a:moveTo>
                    <a:pt x="0" y="0"/>
                  </a:moveTo>
                  <a:moveTo>
                    <a:pt x="909" y="526"/>
                  </a:moveTo>
                  <a:lnTo>
                    <a:pt x="911" y="528"/>
                  </a:lnTo>
                  <a:lnTo>
                    <a:pt x="912" y="531"/>
                  </a:lnTo>
                  <a:lnTo>
                    <a:pt x="910" y="533"/>
                  </a:lnTo>
                  <a:lnTo>
                    <a:pt x="906" y="534"/>
                  </a:lnTo>
                  <a:lnTo>
                    <a:pt x="902" y="535"/>
                  </a:lnTo>
                  <a:lnTo>
                    <a:pt x="899" y="537"/>
                  </a:lnTo>
                  <a:lnTo>
                    <a:pt x="898" y="539"/>
                  </a:lnTo>
                  <a:lnTo>
                    <a:pt x="897" y="541"/>
                  </a:lnTo>
                  <a:lnTo>
                    <a:pt x="896" y="543"/>
                  </a:lnTo>
                  <a:lnTo>
                    <a:pt x="894" y="545"/>
                  </a:lnTo>
                  <a:lnTo>
                    <a:pt x="892" y="547"/>
                  </a:lnTo>
                  <a:lnTo>
                    <a:pt x="890" y="550"/>
                  </a:lnTo>
                  <a:lnTo>
                    <a:pt x="888" y="552"/>
                  </a:lnTo>
                  <a:lnTo>
                    <a:pt x="884" y="552"/>
                  </a:lnTo>
                  <a:lnTo>
                    <a:pt x="881" y="550"/>
                  </a:lnTo>
                  <a:lnTo>
                    <a:pt x="877" y="548"/>
                  </a:lnTo>
                  <a:lnTo>
                    <a:pt x="875" y="546"/>
                  </a:lnTo>
                  <a:lnTo>
                    <a:pt x="873" y="547"/>
                  </a:lnTo>
                  <a:lnTo>
                    <a:pt x="870" y="549"/>
                  </a:lnTo>
                  <a:lnTo>
                    <a:pt x="867" y="550"/>
                  </a:lnTo>
                  <a:lnTo>
                    <a:pt x="865" y="549"/>
                  </a:lnTo>
                  <a:lnTo>
                    <a:pt x="863" y="547"/>
                  </a:lnTo>
                  <a:lnTo>
                    <a:pt x="862" y="546"/>
                  </a:lnTo>
                  <a:lnTo>
                    <a:pt x="859" y="546"/>
                  </a:lnTo>
                  <a:lnTo>
                    <a:pt x="856" y="545"/>
                  </a:lnTo>
                  <a:lnTo>
                    <a:pt x="853" y="545"/>
                  </a:lnTo>
                  <a:lnTo>
                    <a:pt x="852" y="543"/>
                  </a:lnTo>
                  <a:lnTo>
                    <a:pt x="851" y="541"/>
                  </a:lnTo>
                  <a:lnTo>
                    <a:pt x="849" y="539"/>
                  </a:lnTo>
                  <a:lnTo>
                    <a:pt x="848" y="537"/>
                  </a:lnTo>
                  <a:lnTo>
                    <a:pt x="847" y="535"/>
                  </a:lnTo>
                  <a:lnTo>
                    <a:pt x="849" y="532"/>
                  </a:lnTo>
                  <a:lnTo>
                    <a:pt x="851" y="530"/>
                  </a:lnTo>
                  <a:lnTo>
                    <a:pt x="853" y="528"/>
                  </a:lnTo>
                  <a:lnTo>
                    <a:pt x="851" y="526"/>
                  </a:lnTo>
                  <a:lnTo>
                    <a:pt x="847" y="524"/>
                  </a:lnTo>
                  <a:lnTo>
                    <a:pt x="844" y="522"/>
                  </a:lnTo>
                  <a:lnTo>
                    <a:pt x="842" y="519"/>
                  </a:lnTo>
                  <a:lnTo>
                    <a:pt x="843" y="517"/>
                  </a:lnTo>
                  <a:lnTo>
                    <a:pt x="846" y="515"/>
                  </a:lnTo>
                  <a:lnTo>
                    <a:pt x="847" y="514"/>
                  </a:lnTo>
                  <a:lnTo>
                    <a:pt x="848" y="512"/>
                  </a:lnTo>
                  <a:lnTo>
                    <a:pt x="850" y="510"/>
                  </a:lnTo>
                  <a:lnTo>
                    <a:pt x="852" y="509"/>
                  </a:lnTo>
                  <a:lnTo>
                    <a:pt x="855" y="509"/>
                  </a:lnTo>
                  <a:lnTo>
                    <a:pt x="857" y="508"/>
                  </a:lnTo>
                  <a:lnTo>
                    <a:pt x="859" y="506"/>
                  </a:lnTo>
                  <a:lnTo>
                    <a:pt x="861" y="505"/>
                  </a:lnTo>
                  <a:lnTo>
                    <a:pt x="864" y="504"/>
                  </a:lnTo>
                  <a:lnTo>
                    <a:pt x="867" y="504"/>
                  </a:lnTo>
                  <a:lnTo>
                    <a:pt x="870" y="505"/>
                  </a:lnTo>
                  <a:lnTo>
                    <a:pt x="872" y="504"/>
                  </a:lnTo>
                  <a:lnTo>
                    <a:pt x="875" y="502"/>
                  </a:lnTo>
                  <a:lnTo>
                    <a:pt x="879" y="500"/>
                  </a:lnTo>
                  <a:lnTo>
                    <a:pt x="883" y="499"/>
                  </a:lnTo>
                  <a:lnTo>
                    <a:pt x="886" y="500"/>
                  </a:lnTo>
                  <a:lnTo>
                    <a:pt x="889" y="503"/>
                  </a:lnTo>
                  <a:lnTo>
                    <a:pt x="890" y="506"/>
                  </a:lnTo>
                  <a:lnTo>
                    <a:pt x="892" y="508"/>
                  </a:lnTo>
                  <a:lnTo>
                    <a:pt x="895" y="509"/>
                  </a:lnTo>
                  <a:lnTo>
                    <a:pt x="897" y="511"/>
                  </a:lnTo>
                  <a:lnTo>
                    <a:pt x="899" y="512"/>
                  </a:lnTo>
                  <a:lnTo>
                    <a:pt x="901" y="514"/>
                  </a:lnTo>
                  <a:lnTo>
                    <a:pt x="905" y="514"/>
                  </a:lnTo>
                  <a:lnTo>
                    <a:pt x="908" y="515"/>
                  </a:lnTo>
                  <a:lnTo>
                    <a:pt x="911" y="517"/>
                  </a:lnTo>
                  <a:lnTo>
                    <a:pt x="912" y="519"/>
                  </a:lnTo>
                  <a:lnTo>
                    <a:pt x="911" y="522"/>
                  </a:lnTo>
                  <a:lnTo>
                    <a:pt x="909" y="524"/>
                  </a:lnTo>
                  <a:close/>
                </a:path>
              </a:pathLst>
            </a:custGeom>
            <a:solidFill>
              <a:srgbClr val="ECB78D">
                <a:alpha val="9600"/>
              </a:srgbClr>
            </a:solidFill>
            <a:ln>
              <a:noFill/>
            </a:ln>
          </p:spPr>
          <p:txBody>
            <a:bodyPr anchor="ctr"/>
            <a:lstStyle/>
            <a:p>
              <a:pPr algn="ctr">
                <a:buNone/>
              </a:pPr>
            </a:p>
          </p:txBody>
        </p:sp>
        <p:sp>
          <p:nvSpPr>
            <p:cNvPr id="7537" name="addition:spatial:26">
              <a:extLst>
                <a:ext uri="{FF2B5EF4-FFF2-40B4-BE49-F238E27FC236}">
                  <ns2:creationId id="{1A99B178-6DAD-47BB-B1AC-C2CFFB17AFDB}"/>
                </a:ext>
              </a:extLst>
            </p:cNvPr>
            <p:cNvSpPr>
              <a:spLocks noGrp="1"/>
            </p:cNvSpPr>
            <p:nvPr/>
          </p:nvSpPr>
          <p:spPr>
            <a:xfrm>
              <a:off x="5648325" y="1666875"/>
              <a:ext cx="1255608" cy="945627"/>
            </a:xfrm>
            <a:custGeom>
              <a:rect l="l" t="t" r="r" b="b"/>
              <a:pathLst>
                <a:path w="947" h="559">
                  <a:moveTo>
                    <a:pt x="0" y="0"/>
                  </a:moveTo>
                  <a:moveTo>
                    <a:pt x="946" y="532"/>
                  </a:moveTo>
                  <a:lnTo>
                    <a:pt x="945" y="534"/>
                  </a:lnTo>
                  <a:lnTo>
                    <a:pt x="942" y="536"/>
                  </a:lnTo>
                  <a:lnTo>
                    <a:pt x="938" y="538"/>
                  </a:lnTo>
                  <a:lnTo>
                    <a:pt x="936" y="539"/>
                  </a:lnTo>
                  <a:lnTo>
                    <a:pt x="936" y="542"/>
                  </a:lnTo>
                  <a:lnTo>
                    <a:pt x="936" y="545"/>
                  </a:lnTo>
                  <a:lnTo>
                    <a:pt x="935" y="547"/>
                  </a:lnTo>
                  <a:lnTo>
                    <a:pt x="932" y="549"/>
                  </a:lnTo>
                  <a:lnTo>
                    <a:pt x="929" y="549"/>
                  </a:lnTo>
                  <a:lnTo>
                    <a:pt x="926" y="550"/>
                  </a:lnTo>
                  <a:lnTo>
                    <a:pt x="924" y="553"/>
                  </a:lnTo>
                  <a:lnTo>
                    <a:pt x="923" y="556"/>
                  </a:lnTo>
                  <a:lnTo>
                    <a:pt x="921" y="559"/>
                  </a:lnTo>
                  <a:lnTo>
                    <a:pt x="917" y="559"/>
                  </a:lnTo>
                  <a:lnTo>
                    <a:pt x="914" y="559"/>
                  </a:lnTo>
                  <a:lnTo>
                    <a:pt x="911" y="557"/>
                  </a:lnTo>
                  <a:lnTo>
                    <a:pt x="908" y="556"/>
                  </a:lnTo>
                  <a:lnTo>
                    <a:pt x="905" y="556"/>
                  </a:lnTo>
                  <a:lnTo>
                    <a:pt x="903" y="555"/>
                  </a:lnTo>
                  <a:lnTo>
                    <a:pt x="901" y="553"/>
                  </a:lnTo>
                  <a:lnTo>
                    <a:pt x="899" y="552"/>
                  </a:lnTo>
                  <a:lnTo>
                    <a:pt x="896" y="553"/>
                  </a:lnTo>
                  <a:lnTo>
                    <a:pt x="893" y="555"/>
                  </a:lnTo>
                  <a:lnTo>
                    <a:pt x="889" y="556"/>
                  </a:lnTo>
                  <a:lnTo>
                    <a:pt x="886" y="555"/>
                  </a:lnTo>
                  <a:lnTo>
                    <a:pt x="885" y="552"/>
                  </a:lnTo>
                  <a:lnTo>
                    <a:pt x="886" y="549"/>
                  </a:lnTo>
                  <a:lnTo>
                    <a:pt x="885" y="546"/>
                  </a:lnTo>
                  <a:lnTo>
                    <a:pt x="883" y="545"/>
                  </a:lnTo>
                  <a:lnTo>
                    <a:pt x="881" y="543"/>
                  </a:lnTo>
                  <a:lnTo>
                    <a:pt x="880" y="541"/>
                  </a:lnTo>
                  <a:lnTo>
                    <a:pt x="880" y="538"/>
                  </a:lnTo>
                  <a:lnTo>
                    <a:pt x="881" y="536"/>
                  </a:lnTo>
                  <a:lnTo>
                    <a:pt x="881" y="534"/>
                  </a:lnTo>
                  <a:lnTo>
                    <a:pt x="880" y="532"/>
                  </a:lnTo>
                  <a:lnTo>
                    <a:pt x="879" y="529"/>
                  </a:lnTo>
                  <a:lnTo>
                    <a:pt x="879" y="527"/>
                  </a:lnTo>
                  <a:lnTo>
                    <a:pt x="879" y="525"/>
                  </a:lnTo>
                  <a:lnTo>
                    <a:pt x="878" y="522"/>
                  </a:lnTo>
                  <a:lnTo>
                    <a:pt x="877" y="519"/>
                  </a:lnTo>
                  <a:lnTo>
                    <a:pt x="875" y="516"/>
                  </a:lnTo>
                  <a:lnTo>
                    <a:pt x="876" y="514"/>
                  </a:lnTo>
                  <a:lnTo>
                    <a:pt x="880" y="513"/>
                  </a:lnTo>
                  <a:lnTo>
                    <a:pt x="885" y="514"/>
                  </a:lnTo>
                  <a:lnTo>
                    <a:pt x="889" y="514"/>
                  </a:lnTo>
                  <a:lnTo>
                    <a:pt x="891" y="513"/>
                  </a:lnTo>
                  <a:lnTo>
                    <a:pt x="892" y="511"/>
                  </a:lnTo>
                  <a:lnTo>
                    <a:pt x="894" y="509"/>
                  </a:lnTo>
                  <a:lnTo>
                    <a:pt x="896" y="507"/>
                  </a:lnTo>
                  <a:lnTo>
                    <a:pt x="899" y="507"/>
                  </a:lnTo>
                  <a:lnTo>
                    <a:pt x="902" y="506"/>
                  </a:lnTo>
                  <a:lnTo>
                    <a:pt x="905" y="505"/>
                  </a:lnTo>
                  <a:lnTo>
                    <a:pt x="908" y="504"/>
                  </a:lnTo>
                  <a:lnTo>
                    <a:pt x="912" y="504"/>
                  </a:lnTo>
                  <a:lnTo>
                    <a:pt x="915" y="506"/>
                  </a:lnTo>
                  <a:lnTo>
                    <a:pt x="918" y="507"/>
                  </a:lnTo>
                  <a:lnTo>
                    <a:pt x="921" y="508"/>
                  </a:lnTo>
                  <a:lnTo>
                    <a:pt x="925" y="508"/>
                  </a:lnTo>
                  <a:lnTo>
                    <a:pt x="928" y="509"/>
                  </a:lnTo>
                  <a:lnTo>
                    <a:pt x="931" y="511"/>
                  </a:lnTo>
                  <a:lnTo>
                    <a:pt x="931" y="514"/>
                  </a:lnTo>
                  <a:lnTo>
                    <a:pt x="931" y="518"/>
                  </a:lnTo>
                  <a:lnTo>
                    <a:pt x="932" y="519"/>
                  </a:lnTo>
                  <a:lnTo>
                    <a:pt x="936" y="520"/>
                  </a:lnTo>
                  <a:lnTo>
                    <a:pt x="941" y="520"/>
                  </a:lnTo>
                  <a:lnTo>
                    <a:pt x="945" y="522"/>
                  </a:lnTo>
                  <a:lnTo>
                    <a:pt x="946" y="524"/>
                  </a:lnTo>
                  <a:lnTo>
                    <a:pt x="947" y="527"/>
                  </a:lnTo>
                  <a:lnTo>
                    <a:pt x="947" y="529"/>
                  </a:lnTo>
                  <a:close/>
                </a:path>
              </a:pathLst>
            </a:custGeom>
            <a:solidFill>
              <a:srgbClr val="ECB78D">
                <a:alpha val="9600"/>
              </a:srgbClr>
            </a:solidFill>
            <a:ln>
              <a:noFill/>
            </a:ln>
          </p:spPr>
          <p:txBody>
            <a:bodyPr anchor="ctr"/>
            <a:lstStyle/>
            <a:p>
              <a:pPr algn="ctr">
                <a:buNone/>
              </a:pPr>
            </a:p>
          </p:txBody>
        </p:sp>
        <p:sp>
          <p:nvSpPr>
            <p:cNvPr id="7538" name="addition:spatial:27">
              <a:extLst>
                <a:ext uri="{FF2B5EF4-FFF2-40B4-BE49-F238E27FC236}">
                  <ns2:creationId id="{D69B5D72-2844-4D78-B991-76567106D94E}"/>
                </a:ext>
              </a:extLst>
            </p:cNvPr>
            <p:cNvSpPr>
              <a:spLocks noGrp="1"/>
            </p:cNvSpPr>
            <p:nvPr/>
          </p:nvSpPr>
          <p:spPr>
            <a:xfrm>
              <a:off x="5648325" y="1666875"/>
              <a:ext cx="1287429" cy="984534"/>
            </a:xfrm>
            <a:custGeom>
              <a:rect l="l" t="t" r="r" b="b"/>
              <a:pathLst>
                <a:path w="971" h="582">
                  <a:moveTo>
                    <a:pt x="0" y="0"/>
                  </a:moveTo>
                  <a:moveTo>
                    <a:pt x="962" y="553"/>
                  </a:moveTo>
                  <a:lnTo>
                    <a:pt x="961" y="555"/>
                  </a:lnTo>
                  <a:lnTo>
                    <a:pt x="962" y="558"/>
                  </a:lnTo>
                  <a:lnTo>
                    <a:pt x="963" y="560"/>
                  </a:lnTo>
                  <a:lnTo>
                    <a:pt x="964" y="563"/>
                  </a:lnTo>
                  <a:lnTo>
                    <a:pt x="964" y="565"/>
                  </a:lnTo>
                  <a:lnTo>
                    <a:pt x="964" y="568"/>
                  </a:lnTo>
                  <a:lnTo>
                    <a:pt x="964" y="572"/>
                  </a:lnTo>
                  <a:lnTo>
                    <a:pt x="963" y="574"/>
                  </a:lnTo>
                  <a:lnTo>
                    <a:pt x="960" y="576"/>
                  </a:lnTo>
                  <a:lnTo>
                    <a:pt x="956" y="575"/>
                  </a:lnTo>
                  <a:lnTo>
                    <a:pt x="952" y="575"/>
                  </a:lnTo>
                  <a:lnTo>
                    <a:pt x="949" y="575"/>
                  </a:lnTo>
                  <a:lnTo>
                    <a:pt x="948" y="577"/>
                  </a:lnTo>
                  <a:lnTo>
                    <a:pt x="946" y="579"/>
                  </a:lnTo>
                  <a:lnTo>
                    <a:pt x="944" y="581"/>
                  </a:lnTo>
                  <a:lnTo>
                    <a:pt x="941" y="580"/>
                  </a:lnTo>
                  <a:lnTo>
                    <a:pt x="938" y="579"/>
                  </a:lnTo>
                  <a:lnTo>
                    <a:pt x="935" y="578"/>
                  </a:lnTo>
                  <a:lnTo>
                    <a:pt x="932" y="580"/>
                  </a:lnTo>
                  <a:lnTo>
                    <a:pt x="929" y="581"/>
                  </a:lnTo>
                  <a:lnTo>
                    <a:pt x="925" y="582"/>
                  </a:lnTo>
                  <a:lnTo>
                    <a:pt x="921" y="581"/>
                  </a:lnTo>
                  <a:lnTo>
                    <a:pt x="918" y="580"/>
                  </a:lnTo>
                  <a:lnTo>
                    <a:pt x="915" y="578"/>
                  </a:lnTo>
                  <a:lnTo>
                    <a:pt x="912" y="577"/>
                  </a:lnTo>
                  <a:lnTo>
                    <a:pt x="910" y="574"/>
                  </a:lnTo>
                  <a:lnTo>
                    <a:pt x="909" y="571"/>
                  </a:lnTo>
                  <a:lnTo>
                    <a:pt x="910" y="567"/>
                  </a:lnTo>
                  <a:lnTo>
                    <a:pt x="909" y="565"/>
                  </a:lnTo>
                  <a:lnTo>
                    <a:pt x="906" y="563"/>
                  </a:lnTo>
                  <a:lnTo>
                    <a:pt x="900" y="563"/>
                  </a:lnTo>
                  <a:lnTo>
                    <a:pt x="895" y="561"/>
                  </a:lnTo>
                  <a:lnTo>
                    <a:pt x="893" y="559"/>
                  </a:lnTo>
                  <a:lnTo>
                    <a:pt x="893" y="556"/>
                  </a:lnTo>
                  <a:lnTo>
                    <a:pt x="895" y="553"/>
                  </a:lnTo>
                  <a:lnTo>
                    <a:pt x="895" y="551"/>
                  </a:lnTo>
                  <a:lnTo>
                    <a:pt x="895" y="548"/>
                  </a:lnTo>
                  <a:lnTo>
                    <a:pt x="895" y="545"/>
                  </a:lnTo>
                  <a:lnTo>
                    <a:pt x="897" y="543"/>
                  </a:lnTo>
                  <a:lnTo>
                    <a:pt x="900" y="541"/>
                  </a:lnTo>
                  <a:lnTo>
                    <a:pt x="902" y="540"/>
                  </a:lnTo>
                  <a:lnTo>
                    <a:pt x="904" y="538"/>
                  </a:lnTo>
                  <a:lnTo>
                    <a:pt x="906" y="535"/>
                  </a:lnTo>
                  <a:lnTo>
                    <a:pt x="909" y="534"/>
                  </a:lnTo>
                  <a:lnTo>
                    <a:pt x="913" y="534"/>
                  </a:lnTo>
                  <a:lnTo>
                    <a:pt x="916" y="533"/>
                  </a:lnTo>
                  <a:lnTo>
                    <a:pt x="919" y="531"/>
                  </a:lnTo>
                  <a:lnTo>
                    <a:pt x="920" y="527"/>
                  </a:lnTo>
                  <a:lnTo>
                    <a:pt x="922" y="523"/>
                  </a:lnTo>
                  <a:lnTo>
                    <a:pt x="926" y="521"/>
                  </a:lnTo>
                  <a:lnTo>
                    <a:pt x="930" y="522"/>
                  </a:lnTo>
                  <a:lnTo>
                    <a:pt x="935" y="524"/>
                  </a:lnTo>
                  <a:lnTo>
                    <a:pt x="938" y="527"/>
                  </a:lnTo>
                  <a:lnTo>
                    <a:pt x="941" y="528"/>
                  </a:lnTo>
                  <a:lnTo>
                    <a:pt x="944" y="528"/>
                  </a:lnTo>
                  <a:lnTo>
                    <a:pt x="947" y="529"/>
                  </a:lnTo>
                  <a:lnTo>
                    <a:pt x="949" y="530"/>
                  </a:lnTo>
                  <a:lnTo>
                    <a:pt x="952" y="531"/>
                  </a:lnTo>
                  <a:lnTo>
                    <a:pt x="955" y="531"/>
                  </a:lnTo>
                  <a:lnTo>
                    <a:pt x="959" y="531"/>
                  </a:lnTo>
                  <a:lnTo>
                    <a:pt x="962" y="532"/>
                  </a:lnTo>
                  <a:lnTo>
                    <a:pt x="963" y="534"/>
                  </a:lnTo>
                  <a:lnTo>
                    <a:pt x="963" y="537"/>
                  </a:lnTo>
                  <a:lnTo>
                    <a:pt x="964" y="539"/>
                  </a:lnTo>
                  <a:lnTo>
                    <a:pt x="966" y="541"/>
                  </a:lnTo>
                  <a:lnTo>
                    <a:pt x="969" y="543"/>
                  </a:lnTo>
                  <a:lnTo>
                    <a:pt x="971" y="545"/>
                  </a:lnTo>
                  <a:lnTo>
                    <a:pt x="970" y="548"/>
                  </a:lnTo>
                  <a:lnTo>
                    <a:pt x="966" y="551"/>
                  </a:lnTo>
                  <a:close/>
                </a:path>
              </a:pathLst>
            </a:custGeom>
            <a:solidFill>
              <a:srgbClr val="ECB78D">
                <a:alpha val="9600"/>
              </a:srgbClr>
            </a:solidFill>
            <a:ln>
              <a:noFill/>
            </a:ln>
          </p:spPr>
          <p:txBody>
            <a:bodyPr anchor="ctr"/>
            <a:lstStyle/>
            <a:p>
              <a:pPr algn="ctr">
                <a:buNone/>
              </a:pPr>
            </a:p>
          </p:txBody>
        </p:sp>
        <p:sp>
          <p:nvSpPr>
            <p:cNvPr id="7539" name="addition:spatial:28">
              <a:extLst>
                <a:ext uri="{FF2B5EF4-FFF2-40B4-BE49-F238E27FC236}">
                  <ns2:creationId id="{8D36C791-5D55-4BAD-951E-687F2B42BC8C}"/>
                </a:ext>
              </a:extLst>
            </p:cNvPr>
            <p:cNvSpPr>
              <a:spLocks noGrp="1"/>
            </p:cNvSpPr>
            <p:nvPr/>
          </p:nvSpPr>
          <p:spPr>
            <a:xfrm>
              <a:off x="5648325" y="1666875"/>
              <a:ext cx="1268867" cy="1028517"/>
            </a:xfrm>
            <a:custGeom>
              <a:rect l="l" t="t" r="r" b="b"/>
              <a:pathLst>
                <a:path w="957" h="608">
                  <a:moveTo>
                    <a:pt x="0" y="0"/>
                  </a:moveTo>
                  <a:moveTo>
                    <a:pt x="946" y="577"/>
                  </a:moveTo>
                  <a:lnTo>
                    <a:pt x="949" y="579"/>
                  </a:lnTo>
                  <a:lnTo>
                    <a:pt x="950" y="582"/>
                  </a:lnTo>
                  <a:lnTo>
                    <a:pt x="948" y="584"/>
                  </a:lnTo>
                  <a:lnTo>
                    <a:pt x="946" y="586"/>
                  </a:lnTo>
                  <a:lnTo>
                    <a:pt x="944" y="589"/>
                  </a:lnTo>
                  <a:lnTo>
                    <a:pt x="944" y="591"/>
                  </a:lnTo>
                  <a:lnTo>
                    <a:pt x="944" y="594"/>
                  </a:lnTo>
                  <a:lnTo>
                    <a:pt x="942" y="597"/>
                  </a:lnTo>
                  <a:lnTo>
                    <a:pt x="940" y="599"/>
                  </a:lnTo>
                  <a:lnTo>
                    <a:pt x="937" y="600"/>
                  </a:lnTo>
                  <a:lnTo>
                    <a:pt x="934" y="602"/>
                  </a:lnTo>
                  <a:lnTo>
                    <a:pt x="932" y="604"/>
                  </a:lnTo>
                  <a:lnTo>
                    <a:pt x="928" y="605"/>
                  </a:lnTo>
                  <a:lnTo>
                    <a:pt x="924" y="603"/>
                  </a:lnTo>
                  <a:lnTo>
                    <a:pt x="920" y="601"/>
                  </a:lnTo>
                  <a:lnTo>
                    <a:pt x="917" y="599"/>
                  </a:lnTo>
                  <a:lnTo>
                    <a:pt x="914" y="601"/>
                  </a:lnTo>
                  <a:lnTo>
                    <a:pt x="911" y="604"/>
                  </a:lnTo>
                  <a:lnTo>
                    <a:pt x="907" y="607"/>
                  </a:lnTo>
                  <a:lnTo>
                    <a:pt x="903" y="608"/>
                  </a:lnTo>
                  <a:lnTo>
                    <a:pt x="899" y="607"/>
                  </a:lnTo>
                  <a:lnTo>
                    <a:pt x="896" y="605"/>
                  </a:lnTo>
                  <a:lnTo>
                    <a:pt x="892" y="603"/>
                  </a:lnTo>
                  <a:lnTo>
                    <a:pt x="889" y="602"/>
                  </a:lnTo>
                  <a:lnTo>
                    <a:pt x="886" y="600"/>
                  </a:lnTo>
                  <a:lnTo>
                    <a:pt x="884" y="597"/>
                  </a:lnTo>
                  <a:lnTo>
                    <a:pt x="882" y="594"/>
                  </a:lnTo>
                  <a:lnTo>
                    <a:pt x="880" y="592"/>
                  </a:lnTo>
                  <a:lnTo>
                    <a:pt x="876" y="591"/>
                  </a:lnTo>
                  <a:lnTo>
                    <a:pt x="872" y="589"/>
                  </a:lnTo>
                  <a:lnTo>
                    <a:pt x="870" y="587"/>
                  </a:lnTo>
                  <a:lnTo>
                    <a:pt x="871" y="584"/>
                  </a:lnTo>
                  <a:lnTo>
                    <a:pt x="871" y="581"/>
                  </a:lnTo>
                  <a:lnTo>
                    <a:pt x="869" y="579"/>
                  </a:lnTo>
                  <a:lnTo>
                    <a:pt x="864" y="577"/>
                  </a:lnTo>
                  <a:lnTo>
                    <a:pt x="859" y="574"/>
                  </a:lnTo>
                  <a:lnTo>
                    <a:pt x="857" y="571"/>
                  </a:lnTo>
                  <a:lnTo>
                    <a:pt x="860" y="568"/>
                  </a:lnTo>
                  <a:lnTo>
                    <a:pt x="864" y="566"/>
                  </a:lnTo>
                  <a:lnTo>
                    <a:pt x="869" y="565"/>
                  </a:lnTo>
                  <a:lnTo>
                    <a:pt x="873" y="563"/>
                  </a:lnTo>
                  <a:lnTo>
                    <a:pt x="875" y="562"/>
                  </a:lnTo>
                  <a:lnTo>
                    <a:pt x="879" y="560"/>
                  </a:lnTo>
                  <a:lnTo>
                    <a:pt x="882" y="559"/>
                  </a:lnTo>
                  <a:lnTo>
                    <a:pt x="885" y="557"/>
                  </a:lnTo>
                  <a:lnTo>
                    <a:pt x="886" y="554"/>
                  </a:lnTo>
                  <a:lnTo>
                    <a:pt x="888" y="550"/>
                  </a:lnTo>
                  <a:lnTo>
                    <a:pt x="891" y="548"/>
                  </a:lnTo>
                  <a:lnTo>
                    <a:pt x="896" y="547"/>
                  </a:lnTo>
                  <a:lnTo>
                    <a:pt x="902" y="548"/>
                  </a:lnTo>
                  <a:lnTo>
                    <a:pt x="906" y="549"/>
                  </a:lnTo>
                  <a:lnTo>
                    <a:pt x="911" y="549"/>
                  </a:lnTo>
                  <a:lnTo>
                    <a:pt x="915" y="547"/>
                  </a:lnTo>
                  <a:lnTo>
                    <a:pt x="920" y="546"/>
                  </a:lnTo>
                  <a:lnTo>
                    <a:pt x="924" y="547"/>
                  </a:lnTo>
                  <a:lnTo>
                    <a:pt x="927" y="551"/>
                  </a:lnTo>
                  <a:lnTo>
                    <a:pt x="929" y="553"/>
                  </a:lnTo>
                  <a:lnTo>
                    <a:pt x="932" y="555"/>
                  </a:lnTo>
                  <a:lnTo>
                    <a:pt x="935" y="556"/>
                  </a:lnTo>
                  <a:lnTo>
                    <a:pt x="939" y="556"/>
                  </a:lnTo>
                  <a:lnTo>
                    <a:pt x="942" y="557"/>
                  </a:lnTo>
                  <a:lnTo>
                    <a:pt x="945" y="558"/>
                  </a:lnTo>
                  <a:lnTo>
                    <a:pt x="949" y="559"/>
                  </a:lnTo>
                  <a:lnTo>
                    <a:pt x="953" y="560"/>
                  </a:lnTo>
                  <a:lnTo>
                    <a:pt x="957" y="562"/>
                  </a:lnTo>
                  <a:lnTo>
                    <a:pt x="957" y="565"/>
                  </a:lnTo>
                  <a:lnTo>
                    <a:pt x="953" y="569"/>
                  </a:lnTo>
                  <a:lnTo>
                    <a:pt x="948" y="572"/>
                  </a:lnTo>
                  <a:lnTo>
                    <a:pt x="945" y="575"/>
                  </a:lnTo>
                  <a:close/>
                </a:path>
              </a:pathLst>
            </a:custGeom>
            <a:solidFill>
              <a:srgbClr val="ECB78D">
                <a:alpha val="9600"/>
              </a:srgbClr>
            </a:solidFill>
            <a:ln>
              <a:noFill/>
            </a:ln>
          </p:spPr>
          <p:txBody>
            <a:bodyPr anchor="ctr"/>
            <a:lstStyle/>
            <a:p>
              <a:pPr algn="ctr">
                <a:buNone/>
              </a:pPr>
            </a:p>
          </p:txBody>
        </p:sp>
        <p:sp>
          <p:nvSpPr>
            <p:cNvPr id="7540" name="addition:spatial:29">
              <a:extLst>
                <a:ext uri="{FF2B5EF4-FFF2-40B4-BE49-F238E27FC236}">
                  <ns2:creationId id="{9E7EB54F-3858-4E62-8BDE-D1C245E04719}"/>
                </a:ext>
              </a:extLst>
            </p:cNvPr>
            <p:cNvSpPr>
              <a:spLocks noGrp="1"/>
            </p:cNvSpPr>
            <p:nvPr/>
          </p:nvSpPr>
          <p:spPr>
            <a:xfrm>
              <a:off x="5648325" y="1666875"/>
              <a:ext cx="1201247" cy="1033592"/>
            </a:xfrm>
            <a:custGeom>
              <a:rect l="l" t="t" r="r" b="b"/>
              <a:pathLst>
                <a:path w="906" h="611">
                  <a:moveTo>
                    <a:pt x="0" y="0"/>
                  </a:moveTo>
                  <a:moveTo>
                    <a:pt x="900" y="580"/>
                  </a:moveTo>
                  <a:lnTo>
                    <a:pt x="903" y="582"/>
                  </a:lnTo>
                  <a:lnTo>
                    <a:pt x="905" y="585"/>
                  </a:lnTo>
                  <a:lnTo>
                    <a:pt x="906" y="588"/>
                  </a:lnTo>
                  <a:lnTo>
                    <a:pt x="905" y="590"/>
                  </a:lnTo>
                  <a:lnTo>
                    <a:pt x="902" y="592"/>
                  </a:lnTo>
                  <a:lnTo>
                    <a:pt x="900" y="593"/>
                  </a:lnTo>
                  <a:lnTo>
                    <a:pt x="900" y="596"/>
                  </a:lnTo>
                  <a:lnTo>
                    <a:pt x="901" y="600"/>
                  </a:lnTo>
                  <a:lnTo>
                    <a:pt x="899" y="602"/>
                  </a:lnTo>
                  <a:lnTo>
                    <a:pt x="896" y="603"/>
                  </a:lnTo>
                  <a:lnTo>
                    <a:pt x="891" y="602"/>
                  </a:lnTo>
                  <a:lnTo>
                    <a:pt x="887" y="601"/>
                  </a:lnTo>
                  <a:lnTo>
                    <a:pt x="885" y="602"/>
                  </a:lnTo>
                  <a:lnTo>
                    <a:pt x="882" y="603"/>
                  </a:lnTo>
                  <a:lnTo>
                    <a:pt x="880" y="605"/>
                  </a:lnTo>
                  <a:lnTo>
                    <a:pt x="877" y="606"/>
                  </a:lnTo>
                  <a:lnTo>
                    <a:pt x="874" y="607"/>
                  </a:lnTo>
                  <a:lnTo>
                    <a:pt x="870" y="609"/>
                  </a:lnTo>
                  <a:lnTo>
                    <a:pt x="866" y="611"/>
                  </a:lnTo>
                  <a:lnTo>
                    <a:pt x="862" y="611"/>
                  </a:lnTo>
                  <a:lnTo>
                    <a:pt x="858" y="610"/>
                  </a:lnTo>
                  <a:lnTo>
                    <a:pt x="855" y="606"/>
                  </a:lnTo>
                  <a:lnTo>
                    <a:pt x="854" y="602"/>
                  </a:lnTo>
                  <a:lnTo>
                    <a:pt x="851" y="600"/>
                  </a:lnTo>
                  <a:lnTo>
                    <a:pt x="847" y="600"/>
                  </a:lnTo>
                  <a:lnTo>
                    <a:pt x="843" y="600"/>
                  </a:lnTo>
                  <a:lnTo>
                    <a:pt x="840" y="598"/>
                  </a:lnTo>
                  <a:lnTo>
                    <a:pt x="838" y="595"/>
                  </a:lnTo>
                  <a:lnTo>
                    <a:pt x="837" y="593"/>
                  </a:lnTo>
                  <a:lnTo>
                    <a:pt x="836" y="591"/>
                  </a:lnTo>
                  <a:lnTo>
                    <a:pt x="833" y="589"/>
                  </a:lnTo>
                  <a:lnTo>
                    <a:pt x="829" y="587"/>
                  </a:lnTo>
                  <a:lnTo>
                    <a:pt x="827" y="585"/>
                  </a:lnTo>
                  <a:lnTo>
                    <a:pt x="827" y="582"/>
                  </a:lnTo>
                  <a:lnTo>
                    <a:pt x="826" y="580"/>
                  </a:lnTo>
                  <a:lnTo>
                    <a:pt x="826" y="577"/>
                  </a:lnTo>
                  <a:lnTo>
                    <a:pt x="826" y="574"/>
                  </a:lnTo>
                  <a:lnTo>
                    <a:pt x="829" y="572"/>
                  </a:lnTo>
                  <a:lnTo>
                    <a:pt x="834" y="570"/>
                  </a:lnTo>
                  <a:lnTo>
                    <a:pt x="840" y="569"/>
                  </a:lnTo>
                  <a:lnTo>
                    <a:pt x="843" y="568"/>
                  </a:lnTo>
                  <a:lnTo>
                    <a:pt x="844" y="566"/>
                  </a:lnTo>
                  <a:lnTo>
                    <a:pt x="843" y="562"/>
                  </a:lnTo>
                  <a:lnTo>
                    <a:pt x="843" y="558"/>
                  </a:lnTo>
                  <a:lnTo>
                    <a:pt x="845" y="556"/>
                  </a:lnTo>
                  <a:lnTo>
                    <a:pt x="849" y="555"/>
                  </a:lnTo>
                  <a:lnTo>
                    <a:pt x="853" y="554"/>
                  </a:lnTo>
                  <a:lnTo>
                    <a:pt x="857" y="553"/>
                  </a:lnTo>
                  <a:lnTo>
                    <a:pt x="860" y="552"/>
                  </a:lnTo>
                  <a:lnTo>
                    <a:pt x="863" y="551"/>
                  </a:lnTo>
                  <a:lnTo>
                    <a:pt x="867" y="552"/>
                  </a:lnTo>
                  <a:lnTo>
                    <a:pt x="871" y="553"/>
                  </a:lnTo>
                  <a:lnTo>
                    <a:pt x="874" y="553"/>
                  </a:lnTo>
                  <a:lnTo>
                    <a:pt x="877" y="553"/>
                  </a:lnTo>
                  <a:lnTo>
                    <a:pt x="880" y="553"/>
                  </a:lnTo>
                  <a:lnTo>
                    <a:pt x="882" y="554"/>
                  </a:lnTo>
                  <a:lnTo>
                    <a:pt x="884" y="557"/>
                  </a:lnTo>
                  <a:lnTo>
                    <a:pt x="885" y="559"/>
                  </a:lnTo>
                  <a:lnTo>
                    <a:pt x="888" y="559"/>
                  </a:lnTo>
                  <a:lnTo>
                    <a:pt x="893" y="557"/>
                  </a:lnTo>
                  <a:lnTo>
                    <a:pt x="898" y="557"/>
                  </a:lnTo>
                  <a:lnTo>
                    <a:pt x="902" y="558"/>
                  </a:lnTo>
                  <a:lnTo>
                    <a:pt x="902" y="561"/>
                  </a:lnTo>
                  <a:lnTo>
                    <a:pt x="901" y="565"/>
                  </a:lnTo>
                  <a:lnTo>
                    <a:pt x="900" y="568"/>
                  </a:lnTo>
                  <a:lnTo>
                    <a:pt x="900" y="570"/>
                  </a:lnTo>
                  <a:lnTo>
                    <a:pt x="900" y="573"/>
                  </a:lnTo>
                  <a:lnTo>
                    <a:pt x="900" y="575"/>
                  </a:lnTo>
                  <a:lnTo>
                    <a:pt x="899" y="577"/>
                  </a:lnTo>
                  <a:close/>
                </a:path>
              </a:pathLst>
            </a:custGeom>
            <a:solidFill>
              <a:srgbClr val="ECB78D">
                <a:alpha val="9600"/>
              </a:srgbClr>
            </a:solidFill>
            <a:ln>
              <a:noFill/>
            </a:ln>
          </p:spPr>
          <p:txBody>
            <a:bodyPr anchor="ctr"/>
            <a:lstStyle/>
            <a:p>
              <a:pPr algn="ctr">
                <a:buNone/>
              </a:pPr>
            </a:p>
          </p:txBody>
        </p:sp>
        <p:sp>
          <p:nvSpPr>
            <p:cNvPr id="7541" name="addition:spatial:30">
              <a:extLst>
                <a:ext uri="{FF2B5EF4-FFF2-40B4-BE49-F238E27FC236}">
                  <ns2:creationId id="{81813D8E-6800-42EC-8A38-7D0262A2D146}"/>
                </a:ext>
              </a:extLst>
            </p:cNvPr>
            <p:cNvSpPr>
              <a:spLocks noGrp="1"/>
            </p:cNvSpPr>
            <p:nvPr/>
          </p:nvSpPr>
          <p:spPr>
            <a:xfrm>
              <a:off x="5648325" y="1666875"/>
              <a:ext cx="1156167" cy="1006526"/>
            </a:xfrm>
            <a:custGeom>
              <a:rect l="l" t="t" r="r" b="b"/>
              <a:pathLst>
                <a:path w="872" h="595">
                  <a:moveTo>
                    <a:pt x="0" y="0"/>
                  </a:moveTo>
                  <a:moveTo>
                    <a:pt x="869" y="569"/>
                  </a:moveTo>
                  <a:lnTo>
                    <a:pt x="871" y="572"/>
                  </a:lnTo>
                  <a:lnTo>
                    <a:pt x="872" y="574"/>
                  </a:lnTo>
                  <a:lnTo>
                    <a:pt x="870" y="576"/>
                  </a:lnTo>
                  <a:lnTo>
                    <a:pt x="869" y="578"/>
                  </a:lnTo>
                  <a:lnTo>
                    <a:pt x="867" y="580"/>
                  </a:lnTo>
                  <a:lnTo>
                    <a:pt x="865" y="582"/>
                  </a:lnTo>
                  <a:lnTo>
                    <a:pt x="861" y="582"/>
                  </a:lnTo>
                  <a:lnTo>
                    <a:pt x="858" y="583"/>
                  </a:lnTo>
                  <a:lnTo>
                    <a:pt x="855" y="583"/>
                  </a:lnTo>
                  <a:lnTo>
                    <a:pt x="854" y="586"/>
                  </a:lnTo>
                  <a:lnTo>
                    <a:pt x="854" y="589"/>
                  </a:lnTo>
                  <a:lnTo>
                    <a:pt x="853" y="592"/>
                  </a:lnTo>
                  <a:lnTo>
                    <a:pt x="850" y="594"/>
                  </a:lnTo>
                  <a:lnTo>
                    <a:pt x="846" y="594"/>
                  </a:lnTo>
                  <a:lnTo>
                    <a:pt x="843" y="593"/>
                  </a:lnTo>
                  <a:lnTo>
                    <a:pt x="839" y="593"/>
                  </a:lnTo>
                  <a:lnTo>
                    <a:pt x="836" y="594"/>
                  </a:lnTo>
                  <a:lnTo>
                    <a:pt x="833" y="595"/>
                  </a:lnTo>
                  <a:lnTo>
                    <a:pt x="830" y="594"/>
                  </a:lnTo>
                  <a:lnTo>
                    <a:pt x="828" y="592"/>
                  </a:lnTo>
                  <a:lnTo>
                    <a:pt x="825" y="591"/>
                  </a:lnTo>
                  <a:lnTo>
                    <a:pt x="823" y="590"/>
                  </a:lnTo>
                  <a:lnTo>
                    <a:pt x="821" y="589"/>
                  </a:lnTo>
                  <a:lnTo>
                    <a:pt x="819" y="588"/>
                  </a:lnTo>
                  <a:lnTo>
                    <a:pt x="817" y="586"/>
                  </a:lnTo>
                  <a:lnTo>
                    <a:pt x="816" y="585"/>
                  </a:lnTo>
                  <a:lnTo>
                    <a:pt x="814" y="584"/>
                  </a:lnTo>
                  <a:lnTo>
                    <a:pt x="810" y="584"/>
                  </a:lnTo>
                  <a:lnTo>
                    <a:pt x="806" y="584"/>
                  </a:lnTo>
                  <a:lnTo>
                    <a:pt x="804" y="582"/>
                  </a:lnTo>
                  <a:lnTo>
                    <a:pt x="805" y="579"/>
                  </a:lnTo>
                  <a:lnTo>
                    <a:pt x="808" y="576"/>
                  </a:lnTo>
                  <a:lnTo>
                    <a:pt x="810" y="573"/>
                  </a:lnTo>
                  <a:lnTo>
                    <a:pt x="811" y="571"/>
                  </a:lnTo>
                  <a:lnTo>
                    <a:pt x="811" y="569"/>
                  </a:lnTo>
                  <a:lnTo>
                    <a:pt x="810" y="567"/>
                  </a:lnTo>
                  <a:lnTo>
                    <a:pt x="811" y="566"/>
                  </a:lnTo>
                  <a:lnTo>
                    <a:pt x="812" y="564"/>
                  </a:lnTo>
                  <a:lnTo>
                    <a:pt x="812" y="561"/>
                  </a:lnTo>
                  <a:lnTo>
                    <a:pt x="811" y="559"/>
                  </a:lnTo>
                  <a:lnTo>
                    <a:pt x="811" y="557"/>
                  </a:lnTo>
                  <a:lnTo>
                    <a:pt x="813" y="555"/>
                  </a:lnTo>
                  <a:lnTo>
                    <a:pt x="816" y="554"/>
                  </a:lnTo>
                  <a:lnTo>
                    <a:pt x="818" y="552"/>
                  </a:lnTo>
                  <a:lnTo>
                    <a:pt x="819" y="550"/>
                  </a:lnTo>
                  <a:lnTo>
                    <a:pt x="819" y="548"/>
                  </a:lnTo>
                  <a:lnTo>
                    <a:pt x="821" y="546"/>
                  </a:lnTo>
                  <a:lnTo>
                    <a:pt x="824" y="546"/>
                  </a:lnTo>
                  <a:lnTo>
                    <a:pt x="827" y="548"/>
                  </a:lnTo>
                  <a:lnTo>
                    <a:pt x="830" y="550"/>
                  </a:lnTo>
                  <a:lnTo>
                    <a:pt x="832" y="550"/>
                  </a:lnTo>
                  <a:lnTo>
                    <a:pt x="834" y="549"/>
                  </a:lnTo>
                  <a:lnTo>
                    <a:pt x="836" y="547"/>
                  </a:lnTo>
                  <a:lnTo>
                    <a:pt x="839" y="546"/>
                  </a:lnTo>
                  <a:lnTo>
                    <a:pt x="841" y="545"/>
                  </a:lnTo>
                  <a:lnTo>
                    <a:pt x="844" y="545"/>
                  </a:lnTo>
                  <a:lnTo>
                    <a:pt x="847" y="545"/>
                  </a:lnTo>
                  <a:lnTo>
                    <a:pt x="850" y="546"/>
                  </a:lnTo>
                  <a:lnTo>
                    <a:pt x="852" y="548"/>
                  </a:lnTo>
                  <a:lnTo>
                    <a:pt x="853" y="551"/>
                  </a:lnTo>
                  <a:lnTo>
                    <a:pt x="854" y="554"/>
                  </a:lnTo>
                  <a:lnTo>
                    <a:pt x="855" y="556"/>
                  </a:lnTo>
                  <a:lnTo>
                    <a:pt x="858" y="556"/>
                  </a:lnTo>
                  <a:lnTo>
                    <a:pt x="861" y="557"/>
                  </a:lnTo>
                  <a:lnTo>
                    <a:pt x="864" y="559"/>
                  </a:lnTo>
                  <a:lnTo>
                    <a:pt x="864" y="561"/>
                  </a:lnTo>
                  <a:lnTo>
                    <a:pt x="864" y="564"/>
                  </a:lnTo>
                  <a:lnTo>
                    <a:pt x="864" y="566"/>
                  </a:lnTo>
                  <a:lnTo>
                    <a:pt x="866" y="567"/>
                  </a:lnTo>
                  <a:close/>
                </a:path>
              </a:pathLst>
            </a:custGeom>
            <a:solidFill>
              <a:srgbClr val="ECB78D">
                <a:alpha val="9600"/>
              </a:srgbClr>
            </a:solidFill>
            <a:ln>
              <a:noFill/>
            </a:ln>
          </p:spPr>
          <p:txBody>
            <a:bodyPr anchor="ctr"/>
            <a:lstStyle/>
            <a:p>
              <a:pPr algn="ctr">
                <a:buNone/>
              </a:pPr>
            </a:p>
          </p:txBody>
        </p:sp>
        <p:sp>
          <p:nvSpPr>
            <p:cNvPr id="7542" name="addition:spatial:31">
              <a:extLst>
                <a:ext uri="{FF2B5EF4-FFF2-40B4-BE49-F238E27FC236}">
                  <ns2:creationId id="{A3DE80BD-1233-4F7B-B79F-975FD75477AE}"/>
                </a:ext>
              </a:extLst>
            </p:cNvPr>
            <p:cNvSpPr>
              <a:spLocks noGrp="1"/>
            </p:cNvSpPr>
            <p:nvPr/>
          </p:nvSpPr>
          <p:spPr>
            <a:xfrm>
              <a:off x="5648325" y="1666875"/>
              <a:ext cx="1242350" cy="1018367"/>
            </a:xfrm>
            <a:custGeom>
              <a:rect l="l" t="t" r="r" b="b"/>
              <a:pathLst>
                <a:path w="937" h="602">
                  <a:moveTo>
                    <a:pt x="0" y="0"/>
                  </a:moveTo>
                  <a:moveTo>
                    <a:pt x="929" y="565"/>
                  </a:moveTo>
                  <a:lnTo>
                    <a:pt x="935" y="568"/>
                  </a:lnTo>
                  <a:lnTo>
                    <a:pt x="937" y="571"/>
                  </a:lnTo>
                  <a:lnTo>
                    <a:pt x="936" y="574"/>
                  </a:lnTo>
                  <a:lnTo>
                    <a:pt x="933" y="576"/>
                  </a:lnTo>
                  <a:lnTo>
                    <a:pt x="930" y="579"/>
                  </a:lnTo>
                  <a:lnTo>
                    <a:pt x="930" y="581"/>
                  </a:lnTo>
                  <a:lnTo>
                    <a:pt x="930" y="584"/>
                  </a:lnTo>
                  <a:lnTo>
                    <a:pt x="928" y="587"/>
                  </a:lnTo>
                  <a:lnTo>
                    <a:pt x="924" y="588"/>
                  </a:lnTo>
                  <a:lnTo>
                    <a:pt x="920" y="589"/>
                  </a:lnTo>
                  <a:lnTo>
                    <a:pt x="916" y="589"/>
                  </a:lnTo>
                  <a:lnTo>
                    <a:pt x="913" y="591"/>
                  </a:lnTo>
                  <a:lnTo>
                    <a:pt x="910" y="592"/>
                  </a:lnTo>
                  <a:lnTo>
                    <a:pt x="906" y="592"/>
                  </a:lnTo>
                  <a:lnTo>
                    <a:pt x="902" y="592"/>
                  </a:lnTo>
                  <a:lnTo>
                    <a:pt x="899" y="593"/>
                  </a:lnTo>
                  <a:lnTo>
                    <a:pt x="895" y="596"/>
                  </a:lnTo>
                  <a:lnTo>
                    <a:pt x="890" y="600"/>
                  </a:lnTo>
                  <a:lnTo>
                    <a:pt x="885" y="602"/>
                  </a:lnTo>
                  <a:lnTo>
                    <a:pt x="880" y="600"/>
                  </a:lnTo>
                  <a:lnTo>
                    <a:pt x="876" y="596"/>
                  </a:lnTo>
                  <a:lnTo>
                    <a:pt x="873" y="592"/>
                  </a:lnTo>
                  <a:lnTo>
                    <a:pt x="870" y="590"/>
                  </a:lnTo>
                  <a:lnTo>
                    <a:pt x="866" y="589"/>
                  </a:lnTo>
                  <a:lnTo>
                    <a:pt x="862" y="588"/>
                  </a:lnTo>
                  <a:lnTo>
                    <a:pt x="858" y="586"/>
                  </a:lnTo>
                  <a:lnTo>
                    <a:pt x="855" y="584"/>
                  </a:lnTo>
                  <a:lnTo>
                    <a:pt x="852" y="582"/>
                  </a:lnTo>
                  <a:lnTo>
                    <a:pt x="848" y="581"/>
                  </a:lnTo>
                  <a:lnTo>
                    <a:pt x="844" y="579"/>
                  </a:lnTo>
                  <a:lnTo>
                    <a:pt x="842" y="577"/>
                  </a:lnTo>
                  <a:lnTo>
                    <a:pt x="842" y="574"/>
                  </a:lnTo>
                  <a:lnTo>
                    <a:pt x="842" y="571"/>
                  </a:lnTo>
                  <a:lnTo>
                    <a:pt x="841" y="568"/>
                  </a:lnTo>
                  <a:lnTo>
                    <a:pt x="839" y="565"/>
                  </a:lnTo>
                  <a:lnTo>
                    <a:pt x="837" y="562"/>
                  </a:lnTo>
                  <a:lnTo>
                    <a:pt x="839" y="559"/>
                  </a:lnTo>
                  <a:lnTo>
                    <a:pt x="845" y="557"/>
                  </a:lnTo>
                  <a:lnTo>
                    <a:pt x="852" y="556"/>
                  </a:lnTo>
                  <a:lnTo>
                    <a:pt x="857" y="555"/>
                  </a:lnTo>
                  <a:lnTo>
                    <a:pt x="858" y="552"/>
                  </a:lnTo>
                  <a:lnTo>
                    <a:pt x="858" y="549"/>
                  </a:lnTo>
                  <a:lnTo>
                    <a:pt x="858" y="545"/>
                  </a:lnTo>
                  <a:lnTo>
                    <a:pt x="860" y="543"/>
                  </a:lnTo>
                  <a:lnTo>
                    <a:pt x="863" y="540"/>
                  </a:lnTo>
                  <a:lnTo>
                    <a:pt x="866" y="538"/>
                  </a:lnTo>
                  <a:lnTo>
                    <a:pt x="869" y="535"/>
                  </a:lnTo>
                  <a:lnTo>
                    <a:pt x="874" y="534"/>
                  </a:lnTo>
                  <a:lnTo>
                    <a:pt x="879" y="535"/>
                  </a:lnTo>
                  <a:lnTo>
                    <a:pt x="884" y="537"/>
                  </a:lnTo>
                  <a:lnTo>
                    <a:pt x="888" y="538"/>
                  </a:lnTo>
                  <a:lnTo>
                    <a:pt x="891" y="537"/>
                  </a:lnTo>
                  <a:lnTo>
                    <a:pt x="894" y="536"/>
                  </a:lnTo>
                  <a:lnTo>
                    <a:pt x="898" y="534"/>
                  </a:lnTo>
                  <a:lnTo>
                    <a:pt x="901" y="536"/>
                  </a:lnTo>
                  <a:lnTo>
                    <a:pt x="904" y="538"/>
                  </a:lnTo>
                  <a:lnTo>
                    <a:pt x="906" y="541"/>
                  </a:lnTo>
                  <a:lnTo>
                    <a:pt x="909" y="541"/>
                  </a:lnTo>
                  <a:lnTo>
                    <a:pt x="914" y="540"/>
                  </a:lnTo>
                  <a:lnTo>
                    <a:pt x="919" y="539"/>
                  </a:lnTo>
                  <a:lnTo>
                    <a:pt x="923" y="541"/>
                  </a:lnTo>
                  <a:lnTo>
                    <a:pt x="925" y="543"/>
                  </a:lnTo>
                  <a:lnTo>
                    <a:pt x="926" y="546"/>
                  </a:lnTo>
                  <a:lnTo>
                    <a:pt x="927" y="549"/>
                  </a:lnTo>
                  <a:lnTo>
                    <a:pt x="928" y="552"/>
                  </a:lnTo>
                  <a:lnTo>
                    <a:pt x="927" y="555"/>
                  </a:lnTo>
                  <a:lnTo>
                    <a:pt x="925" y="558"/>
                  </a:lnTo>
                  <a:lnTo>
                    <a:pt x="923" y="561"/>
                  </a:lnTo>
                  <a:lnTo>
                    <a:pt x="924" y="563"/>
                  </a:lnTo>
                  <a:close/>
                </a:path>
              </a:pathLst>
            </a:custGeom>
            <a:solidFill>
              <a:srgbClr val="ECB78D">
                <a:alpha val="9600"/>
              </a:srgbClr>
            </a:solidFill>
            <a:ln>
              <a:noFill/>
            </a:ln>
          </p:spPr>
          <p:txBody>
            <a:bodyPr anchor="ctr"/>
            <a:lstStyle/>
            <a:p>
              <a:pPr algn="ctr">
                <a:buNone/>
              </a:pPr>
            </a:p>
          </p:txBody>
        </p:sp>
        <p:sp>
          <p:nvSpPr>
            <p:cNvPr id="7543" name="addition:spatial:32">
              <a:extLst>
                <a:ext uri="{FF2B5EF4-FFF2-40B4-BE49-F238E27FC236}">
                  <ns2:creationId id="{EBA845DD-6DBF-4D12-8096-FA18D6A48A6E}"/>
                </a:ext>
              </a:extLst>
            </p:cNvPr>
            <p:cNvSpPr>
              <a:spLocks noGrp="1"/>
            </p:cNvSpPr>
            <p:nvPr/>
          </p:nvSpPr>
          <p:spPr>
            <a:xfrm>
              <a:off x="5648325" y="1666875"/>
              <a:ext cx="1272845" cy="1031900"/>
            </a:xfrm>
            <a:custGeom>
              <a:rect l="l" t="t" r="r" b="b"/>
              <a:pathLst>
                <a:path w="960" h="610">
                  <a:moveTo>
                    <a:pt x="0" y="0"/>
                  </a:moveTo>
                  <a:moveTo>
                    <a:pt x="953" y="560"/>
                  </a:moveTo>
                  <a:lnTo>
                    <a:pt x="954" y="564"/>
                  </a:lnTo>
                  <a:lnTo>
                    <a:pt x="953" y="568"/>
                  </a:lnTo>
                  <a:lnTo>
                    <a:pt x="950" y="572"/>
                  </a:lnTo>
                  <a:lnTo>
                    <a:pt x="945" y="575"/>
                  </a:lnTo>
                  <a:lnTo>
                    <a:pt x="941" y="578"/>
                  </a:lnTo>
                  <a:lnTo>
                    <a:pt x="938" y="581"/>
                  </a:lnTo>
                  <a:lnTo>
                    <a:pt x="935" y="585"/>
                  </a:lnTo>
                  <a:lnTo>
                    <a:pt x="931" y="588"/>
                  </a:lnTo>
                  <a:lnTo>
                    <a:pt x="925" y="590"/>
                  </a:lnTo>
                  <a:lnTo>
                    <a:pt x="920" y="592"/>
                  </a:lnTo>
                  <a:lnTo>
                    <a:pt x="917" y="596"/>
                  </a:lnTo>
                  <a:lnTo>
                    <a:pt x="915" y="602"/>
                  </a:lnTo>
                  <a:lnTo>
                    <a:pt x="912" y="608"/>
                  </a:lnTo>
                  <a:lnTo>
                    <a:pt x="906" y="610"/>
                  </a:lnTo>
                  <a:lnTo>
                    <a:pt x="898" y="608"/>
                  </a:lnTo>
                  <a:lnTo>
                    <a:pt x="891" y="603"/>
                  </a:lnTo>
                  <a:lnTo>
                    <a:pt x="886" y="600"/>
                  </a:lnTo>
                  <a:lnTo>
                    <a:pt x="881" y="599"/>
                  </a:lnTo>
                  <a:lnTo>
                    <a:pt x="877" y="599"/>
                  </a:lnTo>
                  <a:lnTo>
                    <a:pt x="872" y="600"/>
                  </a:lnTo>
                  <a:lnTo>
                    <a:pt x="868" y="599"/>
                  </a:lnTo>
                  <a:lnTo>
                    <a:pt x="863" y="599"/>
                  </a:lnTo>
                  <a:lnTo>
                    <a:pt x="858" y="599"/>
                  </a:lnTo>
                  <a:lnTo>
                    <a:pt x="852" y="599"/>
                  </a:lnTo>
                  <a:lnTo>
                    <a:pt x="847" y="598"/>
                  </a:lnTo>
                  <a:lnTo>
                    <a:pt x="845" y="594"/>
                  </a:lnTo>
                  <a:lnTo>
                    <a:pt x="844" y="589"/>
                  </a:lnTo>
                  <a:lnTo>
                    <a:pt x="843" y="585"/>
                  </a:lnTo>
                  <a:lnTo>
                    <a:pt x="839" y="583"/>
                  </a:lnTo>
                  <a:lnTo>
                    <a:pt x="833" y="580"/>
                  </a:lnTo>
                  <a:lnTo>
                    <a:pt x="830" y="577"/>
                  </a:lnTo>
                  <a:lnTo>
                    <a:pt x="832" y="572"/>
                  </a:lnTo>
                  <a:lnTo>
                    <a:pt x="837" y="567"/>
                  </a:lnTo>
                  <a:lnTo>
                    <a:pt x="842" y="563"/>
                  </a:lnTo>
                  <a:lnTo>
                    <a:pt x="842" y="560"/>
                  </a:lnTo>
                  <a:lnTo>
                    <a:pt x="838" y="556"/>
                  </a:lnTo>
                  <a:lnTo>
                    <a:pt x="833" y="552"/>
                  </a:lnTo>
                  <a:lnTo>
                    <a:pt x="830" y="548"/>
                  </a:lnTo>
                  <a:lnTo>
                    <a:pt x="829" y="543"/>
                  </a:lnTo>
                  <a:lnTo>
                    <a:pt x="830" y="539"/>
                  </a:lnTo>
                  <a:lnTo>
                    <a:pt x="830" y="535"/>
                  </a:lnTo>
                  <a:lnTo>
                    <a:pt x="832" y="531"/>
                  </a:lnTo>
                  <a:lnTo>
                    <a:pt x="837" y="529"/>
                  </a:lnTo>
                  <a:lnTo>
                    <a:pt x="845" y="529"/>
                  </a:lnTo>
                  <a:lnTo>
                    <a:pt x="851" y="529"/>
                  </a:lnTo>
                  <a:lnTo>
                    <a:pt x="856" y="528"/>
                  </a:lnTo>
                  <a:lnTo>
                    <a:pt x="858" y="524"/>
                  </a:lnTo>
                  <a:lnTo>
                    <a:pt x="860" y="520"/>
                  </a:lnTo>
                  <a:lnTo>
                    <a:pt x="864" y="517"/>
                  </a:lnTo>
                  <a:lnTo>
                    <a:pt x="870" y="517"/>
                  </a:lnTo>
                  <a:lnTo>
                    <a:pt x="875" y="519"/>
                  </a:lnTo>
                  <a:lnTo>
                    <a:pt x="881" y="519"/>
                  </a:lnTo>
                  <a:lnTo>
                    <a:pt x="886" y="517"/>
                  </a:lnTo>
                  <a:lnTo>
                    <a:pt x="893" y="514"/>
                  </a:lnTo>
                  <a:lnTo>
                    <a:pt x="900" y="512"/>
                  </a:lnTo>
                  <a:lnTo>
                    <a:pt x="906" y="514"/>
                  </a:lnTo>
                  <a:lnTo>
                    <a:pt x="912" y="517"/>
                  </a:lnTo>
                  <a:lnTo>
                    <a:pt x="917" y="519"/>
                  </a:lnTo>
                  <a:lnTo>
                    <a:pt x="922" y="522"/>
                  </a:lnTo>
                  <a:lnTo>
                    <a:pt x="926" y="526"/>
                  </a:lnTo>
                  <a:lnTo>
                    <a:pt x="928" y="531"/>
                  </a:lnTo>
                  <a:lnTo>
                    <a:pt x="929" y="536"/>
                  </a:lnTo>
                  <a:lnTo>
                    <a:pt x="931" y="539"/>
                  </a:lnTo>
                  <a:lnTo>
                    <a:pt x="938" y="540"/>
                  </a:lnTo>
                  <a:lnTo>
                    <a:pt x="948" y="541"/>
                  </a:lnTo>
                  <a:lnTo>
                    <a:pt x="957" y="543"/>
                  </a:lnTo>
                  <a:lnTo>
                    <a:pt x="960" y="547"/>
                  </a:lnTo>
                  <a:lnTo>
                    <a:pt x="958" y="551"/>
                  </a:lnTo>
                  <a:lnTo>
                    <a:pt x="955" y="556"/>
                  </a:lnTo>
                  <a:close/>
                </a:path>
              </a:pathLst>
            </a:custGeom>
            <a:solidFill>
              <a:srgbClr val="E18B48">
                <a:alpha val="11100"/>
              </a:srgbClr>
            </a:solidFill>
            <a:ln>
              <a:noFill/>
            </a:ln>
          </p:spPr>
          <p:txBody>
            <a:bodyPr anchor="ctr"/>
            <a:lstStyle/>
            <a:p>
              <a:pPr algn="ctr">
                <a:buNone/>
              </a:pPr>
            </a:p>
          </p:txBody>
        </p:sp>
        <p:sp>
          <p:nvSpPr>
            <p:cNvPr id="7544" name="addition:spatial:33">
              <a:extLst>
                <a:ext uri="{FF2B5EF4-FFF2-40B4-BE49-F238E27FC236}">
                  <ns2:creationId id="{A2FDDEF5-9709-44DB-9B37-5FB4EABC1219}"/>
                </a:ext>
              </a:extLst>
            </p:cNvPr>
            <p:cNvSpPr>
              <a:spLocks noGrp="1"/>
            </p:cNvSpPr>
            <p:nvPr/>
          </p:nvSpPr>
          <p:spPr>
            <a:xfrm>
              <a:off x="5648325" y="1666875"/>
              <a:ext cx="1186663" cy="969310"/>
            </a:xfrm>
            <a:custGeom>
              <a:rect l="l" t="t" r="r" b="b"/>
              <a:pathLst>
                <a:path w="895" h="573">
                  <a:moveTo>
                    <a:pt x="0" y="0"/>
                  </a:moveTo>
                  <a:moveTo>
                    <a:pt x="893" y="548"/>
                  </a:moveTo>
                  <a:lnTo>
                    <a:pt x="895" y="550"/>
                  </a:lnTo>
                  <a:lnTo>
                    <a:pt x="895" y="552"/>
                  </a:lnTo>
                  <a:lnTo>
                    <a:pt x="894" y="554"/>
                  </a:lnTo>
                  <a:lnTo>
                    <a:pt x="893" y="556"/>
                  </a:lnTo>
                  <a:lnTo>
                    <a:pt x="891" y="558"/>
                  </a:lnTo>
                  <a:lnTo>
                    <a:pt x="889" y="559"/>
                  </a:lnTo>
                  <a:lnTo>
                    <a:pt x="887" y="560"/>
                  </a:lnTo>
                  <a:lnTo>
                    <a:pt x="884" y="561"/>
                  </a:lnTo>
                  <a:lnTo>
                    <a:pt x="882" y="562"/>
                  </a:lnTo>
                  <a:lnTo>
                    <a:pt x="881" y="564"/>
                  </a:lnTo>
                  <a:lnTo>
                    <a:pt x="880" y="567"/>
                  </a:lnTo>
                  <a:lnTo>
                    <a:pt x="878" y="568"/>
                  </a:lnTo>
                  <a:lnTo>
                    <a:pt x="875" y="569"/>
                  </a:lnTo>
                  <a:lnTo>
                    <a:pt x="872" y="568"/>
                  </a:lnTo>
                  <a:lnTo>
                    <a:pt x="869" y="568"/>
                  </a:lnTo>
                  <a:lnTo>
                    <a:pt x="867" y="570"/>
                  </a:lnTo>
                  <a:lnTo>
                    <a:pt x="864" y="572"/>
                  </a:lnTo>
                  <a:lnTo>
                    <a:pt x="861" y="573"/>
                  </a:lnTo>
                  <a:lnTo>
                    <a:pt x="857" y="573"/>
                  </a:lnTo>
                  <a:lnTo>
                    <a:pt x="855" y="571"/>
                  </a:lnTo>
                  <a:lnTo>
                    <a:pt x="853" y="569"/>
                  </a:lnTo>
                  <a:lnTo>
                    <a:pt x="850" y="567"/>
                  </a:lnTo>
                  <a:lnTo>
                    <a:pt x="848" y="566"/>
                  </a:lnTo>
                  <a:lnTo>
                    <a:pt x="847" y="564"/>
                  </a:lnTo>
                  <a:lnTo>
                    <a:pt x="845" y="563"/>
                  </a:lnTo>
                  <a:lnTo>
                    <a:pt x="843" y="562"/>
                  </a:lnTo>
                  <a:lnTo>
                    <a:pt x="840" y="562"/>
                  </a:lnTo>
                  <a:lnTo>
                    <a:pt x="836" y="562"/>
                  </a:lnTo>
                  <a:lnTo>
                    <a:pt x="833" y="561"/>
                  </a:lnTo>
                  <a:lnTo>
                    <a:pt x="832" y="559"/>
                  </a:lnTo>
                  <a:lnTo>
                    <a:pt x="833" y="556"/>
                  </a:lnTo>
                  <a:lnTo>
                    <a:pt x="835" y="554"/>
                  </a:lnTo>
                  <a:lnTo>
                    <a:pt x="836" y="552"/>
                  </a:lnTo>
                  <a:lnTo>
                    <a:pt x="835" y="550"/>
                  </a:lnTo>
                  <a:lnTo>
                    <a:pt x="835" y="548"/>
                  </a:lnTo>
                  <a:lnTo>
                    <a:pt x="835" y="546"/>
                  </a:lnTo>
                  <a:lnTo>
                    <a:pt x="837" y="544"/>
                  </a:lnTo>
                  <a:lnTo>
                    <a:pt x="839" y="542"/>
                  </a:lnTo>
                  <a:lnTo>
                    <a:pt x="841" y="541"/>
                  </a:lnTo>
                  <a:lnTo>
                    <a:pt x="841" y="539"/>
                  </a:lnTo>
                  <a:lnTo>
                    <a:pt x="841" y="537"/>
                  </a:lnTo>
                  <a:lnTo>
                    <a:pt x="843" y="535"/>
                  </a:lnTo>
                  <a:lnTo>
                    <a:pt x="844" y="533"/>
                  </a:lnTo>
                  <a:lnTo>
                    <a:pt x="845" y="531"/>
                  </a:lnTo>
                  <a:lnTo>
                    <a:pt x="845" y="529"/>
                  </a:lnTo>
                  <a:lnTo>
                    <a:pt x="846" y="526"/>
                  </a:lnTo>
                  <a:lnTo>
                    <a:pt x="849" y="525"/>
                  </a:lnTo>
                  <a:lnTo>
                    <a:pt x="852" y="526"/>
                  </a:lnTo>
                  <a:lnTo>
                    <a:pt x="856" y="528"/>
                  </a:lnTo>
                  <a:lnTo>
                    <a:pt x="858" y="530"/>
                  </a:lnTo>
                  <a:lnTo>
                    <a:pt x="860" y="529"/>
                  </a:lnTo>
                  <a:lnTo>
                    <a:pt x="861" y="528"/>
                  </a:lnTo>
                  <a:lnTo>
                    <a:pt x="863" y="526"/>
                  </a:lnTo>
                  <a:lnTo>
                    <a:pt x="866" y="526"/>
                  </a:lnTo>
                  <a:lnTo>
                    <a:pt x="868" y="526"/>
                  </a:lnTo>
                  <a:lnTo>
                    <a:pt x="870" y="526"/>
                  </a:lnTo>
                  <a:lnTo>
                    <a:pt x="872" y="526"/>
                  </a:lnTo>
                  <a:lnTo>
                    <a:pt x="875" y="527"/>
                  </a:lnTo>
                  <a:lnTo>
                    <a:pt x="877" y="528"/>
                  </a:lnTo>
                  <a:lnTo>
                    <a:pt x="879" y="530"/>
                  </a:lnTo>
                  <a:lnTo>
                    <a:pt x="880" y="532"/>
                  </a:lnTo>
                  <a:lnTo>
                    <a:pt x="882" y="533"/>
                  </a:lnTo>
                  <a:lnTo>
                    <a:pt x="884" y="534"/>
                  </a:lnTo>
                  <a:lnTo>
                    <a:pt x="886" y="536"/>
                  </a:lnTo>
                  <a:lnTo>
                    <a:pt x="887" y="538"/>
                  </a:lnTo>
                  <a:lnTo>
                    <a:pt x="885" y="541"/>
                  </a:lnTo>
                  <a:lnTo>
                    <a:pt x="884" y="543"/>
                  </a:lnTo>
                  <a:lnTo>
                    <a:pt x="885" y="544"/>
                  </a:lnTo>
                  <a:lnTo>
                    <a:pt x="889" y="546"/>
                  </a:lnTo>
                  <a:close/>
                </a:path>
              </a:pathLst>
            </a:custGeom>
            <a:solidFill>
              <a:srgbClr val="DE8036">
                <a:alpha val="10800"/>
              </a:srgbClr>
            </a:solidFill>
            <a:ln>
              <a:noFill/>
            </a:ln>
          </p:spPr>
          <p:txBody>
            <a:bodyPr anchor="ctr"/>
            <a:lstStyle/>
            <a:p>
              <a:pPr algn="ctr">
                <a:buNone/>
              </a:pPr>
            </a:p>
          </p:txBody>
        </p:sp>
        <p:sp>
          <p:nvSpPr>
            <p:cNvPr id="7545" name="addition:spatial:34">
              <a:extLst>
                <a:ext uri="{FF2B5EF4-FFF2-40B4-BE49-F238E27FC236}">
                  <ns2:creationId id="{4361E185-C914-41A2-8847-2022C62E5505}"/>
                </a:ext>
              </a:extLst>
            </p:cNvPr>
            <p:cNvSpPr>
              <a:spLocks noGrp="1"/>
            </p:cNvSpPr>
            <p:nvPr/>
          </p:nvSpPr>
          <p:spPr>
            <a:xfrm>
              <a:off x="5648325" y="1666875"/>
              <a:ext cx="1231743" cy="947318"/>
            </a:xfrm>
            <a:custGeom>
              <a:rect l="l" t="t" r="r" b="b"/>
              <a:pathLst>
                <a:path w="929" h="560">
                  <a:moveTo>
                    <a:pt x="0" y="0"/>
                  </a:moveTo>
                  <a:moveTo>
                    <a:pt x="928" y="541"/>
                  </a:moveTo>
                  <a:lnTo>
                    <a:pt x="929" y="543"/>
                  </a:lnTo>
                  <a:lnTo>
                    <a:pt x="929" y="544"/>
                  </a:lnTo>
                  <a:lnTo>
                    <a:pt x="927" y="546"/>
                  </a:lnTo>
                  <a:lnTo>
                    <a:pt x="926" y="547"/>
                  </a:lnTo>
                  <a:lnTo>
                    <a:pt x="924" y="548"/>
                  </a:lnTo>
                  <a:lnTo>
                    <a:pt x="923" y="550"/>
                  </a:lnTo>
                  <a:lnTo>
                    <a:pt x="923" y="551"/>
                  </a:lnTo>
                  <a:lnTo>
                    <a:pt x="922" y="552"/>
                  </a:lnTo>
                  <a:lnTo>
                    <a:pt x="919" y="553"/>
                  </a:lnTo>
                  <a:lnTo>
                    <a:pt x="916" y="553"/>
                  </a:lnTo>
                  <a:lnTo>
                    <a:pt x="914" y="553"/>
                  </a:lnTo>
                  <a:lnTo>
                    <a:pt x="913" y="555"/>
                  </a:lnTo>
                  <a:lnTo>
                    <a:pt x="912" y="557"/>
                  </a:lnTo>
                  <a:lnTo>
                    <a:pt x="910" y="559"/>
                  </a:lnTo>
                  <a:lnTo>
                    <a:pt x="908" y="560"/>
                  </a:lnTo>
                  <a:lnTo>
                    <a:pt x="905" y="560"/>
                  </a:lnTo>
                  <a:lnTo>
                    <a:pt x="903" y="559"/>
                  </a:lnTo>
                  <a:lnTo>
                    <a:pt x="900" y="558"/>
                  </a:lnTo>
                  <a:lnTo>
                    <a:pt x="898" y="558"/>
                  </a:lnTo>
                  <a:lnTo>
                    <a:pt x="896" y="557"/>
                  </a:lnTo>
                  <a:lnTo>
                    <a:pt x="895" y="555"/>
                  </a:lnTo>
                  <a:lnTo>
                    <a:pt x="894" y="554"/>
                  </a:lnTo>
                  <a:lnTo>
                    <a:pt x="892" y="554"/>
                  </a:lnTo>
                  <a:lnTo>
                    <a:pt x="889" y="555"/>
                  </a:lnTo>
                  <a:lnTo>
                    <a:pt x="887" y="555"/>
                  </a:lnTo>
                  <a:lnTo>
                    <a:pt x="885" y="554"/>
                  </a:lnTo>
                  <a:lnTo>
                    <a:pt x="884" y="553"/>
                  </a:lnTo>
                  <a:lnTo>
                    <a:pt x="884" y="551"/>
                  </a:lnTo>
                  <a:lnTo>
                    <a:pt x="884" y="550"/>
                  </a:lnTo>
                  <a:lnTo>
                    <a:pt x="882" y="549"/>
                  </a:lnTo>
                  <a:lnTo>
                    <a:pt x="880" y="548"/>
                  </a:lnTo>
                  <a:lnTo>
                    <a:pt x="879" y="546"/>
                  </a:lnTo>
                  <a:lnTo>
                    <a:pt x="880" y="544"/>
                  </a:lnTo>
                  <a:lnTo>
                    <a:pt x="882" y="543"/>
                  </a:lnTo>
                  <a:lnTo>
                    <a:pt x="884" y="541"/>
                  </a:lnTo>
                  <a:lnTo>
                    <a:pt x="884" y="540"/>
                  </a:lnTo>
                  <a:lnTo>
                    <a:pt x="885" y="538"/>
                  </a:lnTo>
                  <a:lnTo>
                    <a:pt x="885" y="537"/>
                  </a:lnTo>
                  <a:lnTo>
                    <a:pt x="886" y="536"/>
                  </a:lnTo>
                  <a:lnTo>
                    <a:pt x="886" y="534"/>
                  </a:lnTo>
                  <a:lnTo>
                    <a:pt x="885" y="532"/>
                  </a:lnTo>
                  <a:lnTo>
                    <a:pt x="884" y="530"/>
                  </a:lnTo>
                  <a:lnTo>
                    <a:pt x="884" y="528"/>
                  </a:lnTo>
                  <a:lnTo>
                    <a:pt x="886" y="527"/>
                  </a:lnTo>
                  <a:lnTo>
                    <a:pt x="889" y="527"/>
                  </a:lnTo>
                  <a:lnTo>
                    <a:pt x="892" y="528"/>
                  </a:lnTo>
                  <a:lnTo>
                    <a:pt x="893" y="527"/>
                  </a:lnTo>
                  <a:lnTo>
                    <a:pt x="894" y="526"/>
                  </a:lnTo>
                  <a:lnTo>
                    <a:pt x="896" y="525"/>
                  </a:lnTo>
                  <a:lnTo>
                    <a:pt x="897" y="525"/>
                  </a:lnTo>
                  <a:lnTo>
                    <a:pt x="899" y="525"/>
                  </a:lnTo>
                  <a:lnTo>
                    <a:pt x="901" y="525"/>
                  </a:lnTo>
                  <a:lnTo>
                    <a:pt x="902" y="525"/>
                  </a:lnTo>
                  <a:lnTo>
                    <a:pt x="904" y="524"/>
                  </a:lnTo>
                  <a:lnTo>
                    <a:pt x="906" y="524"/>
                  </a:lnTo>
                  <a:lnTo>
                    <a:pt x="908" y="525"/>
                  </a:lnTo>
                  <a:lnTo>
                    <a:pt x="910" y="525"/>
                  </a:lnTo>
                  <a:lnTo>
                    <a:pt x="913" y="525"/>
                  </a:lnTo>
                  <a:lnTo>
                    <a:pt x="915" y="525"/>
                  </a:lnTo>
                  <a:lnTo>
                    <a:pt x="918" y="526"/>
                  </a:lnTo>
                  <a:lnTo>
                    <a:pt x="919" y="528"/>
                  </a:lnTo>
                  <a:lnTo>
                    <a:pt x="918" y="530"/>
                  </a:lnTo>
                  <a:lnTo>
                    <a:pt x="918" y="533"/>
                  </a:lnTo>
                  <a:lnTo>
                    <a:pt x="918" y="534"/>
                  </a:lnTo>
                  <a:lnTo>
                    <a:pt x="920" y="535"/>
                  </a:lnTo>
                  <a:lnTo>
                    <a:pt x="923" y="535"/>
                  </a:lnTo>
                  <a:lnTo>
                    <a:pt x="926" y="536"/>
                  </a:lnTo>
                  <a:lnTo>
                    <a:pt x="927" y="538"/>
                  </a:lnTo>
                  <a:lnTo>
                    <a:pt x="928" y="539"/>
                  </a:lnTo>
                  <a:close/>
                </a:path>
              </a:pathLst>
            </a:custGeom>
            <a:solidFill>
              <a:srgbClr val="DE8036">
                <a:alpha val="10800"/>
              </a:srgbClr>
            </a:solidFill>
            <a:ln>
              <a:noFill/>
            </a:ln>
          </p:spPr>
          <p:txBody>
            <a:bodyPr anchor="ctr"/>
            <a:lstStyle/>
            <a:p>
              <a:pPr algn="ctr">
                <a:buNone/>
              </a:pPr>
            </a:p>
          </p:txBody>
        </p:sp>
        <p:sp>
          <p:nvSpPr>
            <p:cNvPr id="7546" name="addition:spatial:35">
              <a:extLst>
                <a:ext uri="{FF2B5EF4-FFF2-40B4-BE49-F238E27FC236}">
                  <ns2:creationId id="{24E21E8A-1C2F-42F1-A8CD-121134E8A825}"/>
                </a:ext>
              </a:extLst>
            </p:cNvPr>
            <p:cNvSpPr>
              <a:spLocks noGrp="1"/>
            </p:cNvSpPr>
            <p:nvPr/>
          </p:nvSpPr>
          <p:spPr>
            <a:xfrm>
              <a:off x="5648325" y="1666875"/>
              <a:ext cx="1267541" cy="1009909"/>
            </a:xfrm>
            <a:custGeom>
              <a:rect l="l" t="t" r="r" b="b"/>
              <a:pathLst>
                <a:path w="956" h="597">
                  <a:moveTo>
                    <a:pt x="0" y="0"/>
                  </a:moveTo>
                  <a:moveTo>
                    <a:pt x="953" y="571"/>
                  </a:moveTo>
                  <a:lnTo>
                    <a:pt x="952" y="573"/>
                  </a:lnTo>
                  <a:lnTo>
                    <a:pt x="953" y="575"/>
                  </a:lnTo>
                  <a:lnTo>
                    <a:pt x="954" y="577"/>
                  </a:lnTo>
                  <a:lnTo>
                    <a:pt x="953" y="579"/>
                  </a:lnTo>
                  <a:lnTo>
                    <a:pt x="951" y="581"/>
                  </a:lnTo>
                  <a:lnTo>
                    <a:pt x="947" y="582"/>
                  </a:lnTo>
                  <a:lnTo>
                    <a:pt x="945" y="583"/>
                  </a:lnTo>
                  <a:lnTo>
                    <a:pt x="943" y="584"/>
                  </a:lnTo>
                  <a:lnTo>
                    <a:pt x="941" y="586"/>
                  </a:lnTo>
                  <a:lnTo>
                    <a:pt x="938" y="587"/>
                  </a:lnTo>
                  <a:lnTo>
                    <a:pt x="936" y="588"/>
                  </a:lnTo>
                  <a:lnTo>
                    <a:pt x="934" y="590"/>
                  </a:lnTo>
                  <a:lnTo>
                    <a:pt x="932" y="592"/>
                  </a:lnTo>
                  <a:lnTo>
                    <a:pt x="930" y="595"/>
                  </a:lnTo>
                  <a:lnTo>
                    <a:pt x="927" y="597"/>
                  </a:lnTo>
                  <a:lnTo>
                    <a:pt x="924" y="596"/>
                  </a:lnTo>
                  <a:lnTo>
                    <a:pt x="920" y="594"/>
                  </a:lnTo>
                  <a:lnTo>
                    <a:pt x="917" y="591"/>
                  </a:lnTo>
                  <a:lnTo>
                    <a:pt x="915" y="590"/>
                  </a:lnTo>
                  <a:lnTo>
                    <a:pt x="912" y="591"/>
                  </a:lnTo>
                  <a:lnTo>
                    <a:pt x="910" y="591"/>
                  </a:lnTo>
                  <a:lnTo>
                    <a:pt x="907" y="591"/>
                  </a:lnTo>
                  <a:lnTo>
                    <a:pt x="905" y="590"/>
                  </a:lnTo>
                  <a:lnTo>
                    <a:pt x="903" y="589"/>
                  </a:lnTo>
                  <a:lnTo>
                    <a:pt x="901" y="588"/>
                  </a:lnTo>
                  <a:lnTo>
                    <a:pt x="898" y="588"/>
                  </a:lnTo>
                  <a:lnTo>
                    <a:pt x="896" y="586"/>
                  </a:lnTo>
                  <a:lnTo>
                    <a:pt x="895" y="584"/>
                  </a:lnTo>
                  <a:lnTo>
                    <a:pt x="895" y="582"/>
                  </a:lnTo>
                  <a:lnTo>
                    <a:pt x="894" y="581"/>
                  </a:lnTo>
                  <a:lnTo>
                    <a:pt x="892" y="579"/>
                  </a:lnTo>
                  <a:lnTo>
                    <a:pt x="890" y="577"/>
                  </a:lnTo>
                  <a:lnTo>
                    <a:pt x="891" y="575"/>
                  </a:lnTo>
                  <a:lnTo>
                    <a:pt x="894" y="573"/>
                  </a:lnTo>
                  <a:lnTo>
                    <a:pt x="897" y="571"/>
                  </a:lnTo>
                  <a:lnTo>
                    <a:pt x="899" y="569"/>
                  </a:lnTo>
                  <a:lnTo>
                    <a:pt x="898" y="567"/>
                  </a:lnTo>
                  <a:lnTo>
                    <a:pt x="896" y="565"/>
                  </a:lnTo>
                  <a:lnTo>
                    <a:pt x="894" y="563"/>
                  </a:lnTo>
                  <a:lnTo>
                    <a:pt x="894" y="560"/>
                  </a:lnTo>
                  <a:lnTo>
                    <a:pt x="895" y="558"/>
                  </a:lnTo>
                  <a:lnTo>
                    <a:pt x="896" y="557"/>
                  </a:lnTo>
                  <a:lnTo>
                    <a:pt x="897" y="555"/>
                  </a:lnTo>
                  <a:lnTo>
                    <a:pt x="899" y="553"/>
                  </a:lnTo>
                  <a:lnTo>
                    <a:pt x="902" y="553"/>
                  </a:lnTo>
                  <a:lnTo>
                    <a:pt x="905" y="553"/>
                  </a:lnTo>
                  <a:lnTo>
                    <a:pt x="908" y="553"/>
                  </a:lnTo>
                  <a:lnTo>
                    <a:pt x="909" y="552"/>
                  </a:lnTo>
                  <a:lnTo>
                    <a:pt x="910" y="550"/>
                  </a:lnTo>
                  <a:lnTo>
                    <a:pt x="912" y="549"/>
                  </a:lnTo>
                  <a:lnTo>
                    <a:pt x="915" y="549"/>
                  </a:lnTo>
                  <a:lnTo>
                    <a:pt x="917" y="550"/>
                  </a:lnTo>
                  <a:lnTo>
                    <a:pt x="920" y="551"/>
                  </a:lnTo>
                  <a:lnTo>
                    <a:pt x="922" y="550"/>
                  </a:lnTo>
                  <a:lnTo>
                    <a:pt x="925" y="549"/>
                  </a:lnTo>
                  <a:lnTo>
                    <a:pt x="929" y="547"/>
                  </a:lnTo>
                  <a:lnTo>
                    <a:pt x="932" y="547"/>
                  </a:lnTo>
                  <a:lnTo>
                    <a:pt x="935" y="549"/>
                  </a:lnTo>
                  <a:lnTo>
                    <a:pt x="937" y="551"/>
                  </a:lnTo>
                  <a:lnTo>
                    <a:pt x="938" y="553"/>
                  </a:lnTo>
                  <a:lnTo>
                    <a:pt x="940" y="555"/>
                  </a:lnTo>
                  <a:lnTo>
                    <a:pt x="941" y="557"/>
                  </a:lnTo>
                  <a:lnTo>
                    <a:pt x="942" y="559"/>
                  </a:lnTo>
                  <a:lnTo>
                    <a:pt x="942" y="561"/>
                  </a:lnTo>
                  <a:lnTo>
                    <a:pt x="945" y="562"/>
                  </a:lnTo>
                  <a:lnTo>
                    <a:pt x="949" y="563"/>
                  </a:lnTo>
                  <a:lnTo>
                    <a:pt x="953" y="564"/>
                  </a:lnTo>
                  <a:lnTo>
                    <a:pt x="956" y="566"/>
                  </a:lnTo>
                  <a:lnTo>
                    <a:pt x="955" y="569"/>
                  </a:lnTo>
                  <a:close/>
                </a:path>
              </a:pathLst>
            </a:custGeom>
            <a:solidFill>
              <a:srgbClr val="DE8036">
                <a:alpha val="10800"/>
              </a:srgbClr>
            </a:solidFill>
            <a:ln>
              <a:noFill/>
            </a:ln>
          </p:spPr>
          <p:txBody>
            <a:bodyPr anchor="ctr"/>
            <a:lstStyle/>
            <a:p>
              <a:pPr algn="ctr">
                <a:buNone/>
              </a:pPr>
            </a:p>
          </p:txBody>
        </p:sp>
        <p:sp>
          <p:nvSpPr>
            <p:cNvPr id="7547" name="addition:spatial:36">
              <a:extLst>
                <a:ext uri="{FF2B5EF4-FFF2-40B4-BE49-F238E27FC236}">
                  <ns2:creationId id="{5984F8E3-CC68-42A4-89FC-EB64B98FDBFF}"/>
                </a:ext>
              </a:extLst>
            </p:cNvPr>
            <p:cNvSpPr>
              <a:spLocks noGrp="1"/>
            </p:cNvSpPr>
            <p:nvPr/>
          </p:nvSpPr>
          <p:spPr>
            <a:xfrm>
              <a:off x="5648325" y="1666875"/>
              <a:ext cx="1205225" cy="1020059"/>
            </a:xfrm>
            <a:custGeom>
              <a:rect l="l" t="t" r="r" b="b"/>
              <a:pathLst>
                <a:path w="909" h="603">
                  <a:moveTo>
                    <a:pt x="0" y="0"/>
                  </a:moveTo>
                  <a:moveTo>
                    <a:pt x="908" y="584"/>
                  </a:moveTo>
                  <a:lnTo>
                    <a:pt x="905" y="585"/>
                  </a:lnTo>
                  <a:lnTo>
                    <a:pt x="902" y="587"/>
                  </a:lnTo>
                  <a:lnTo>
                    <a:pt x="899" y="588"/>
                  </a:lnTo>
                  <a:lnTo>
                    <a:pt x="899" y="589"/>
                  </a:lnTo>
                  <a:lnTo>
                    <a:pt x="900" y="592"/>
                  </a:lnTo>
                  <a:lnTo>
                    <a:pt x="901" y="594"/>
                  </a:lnTo>
                  <a:lnTo>
                    <a:pt x="899" y="595"/>
                  </a:lnTo>
                  <a:lnTo>
                    <a:pt x="897" y="596"/>
                  </a:lnTo>
                  <a:lnTo>
                    <a:pt x="894" y="597"/>
                  </a:lnTo>
                  <a:lnTo>
                    <a:pt x="893" y="598"/>
                  </a:lnTo>
                  <a:lnTo>
                    <a:pt x="892" y="600"/>
                  </a:lnTo>
                  <a:lnTo>
                    <a:pt x="890" y="602"/>
                  </a:lnTo>
                  <a:lnTo>
                    <a:pt x="888" y="603"/>
                  </a:lnTo>
                  <a:lnTo>
                    <a:pt x="885" y="603"/>
                  </a:lnTo>
                  <a:lnTo>
                    <a:pt x="883" y="602"/>
                  </a:lnTo>
                  <a:lnTo>
                    <a:pt x="881" y="602"/>
                  </a:lnTo>
                  <a:lnTo>
                    <a:pt x="879" y="602"/>
                  </a:lnTo>
                  <a:lnTo>
                    <a:pt x="877" y="601"/>
                  </a:lnTo>
                  <a:lnTo>
                    <a:pt x="875" y="600"/>
                  </a:lnTo>
                  <a:lnTo>
                    <a:pt x="874" y="599"/>
                  </a:lnTo>
                  <a:lnTo>
                    <a:pt x="872" y="600"/>
                  </a:lnTo>
                  <a:lnTo>
                    <a:pt x="869" y="601"/>
                  </a:lnTo>
                  <a:lnTo>
                    <a:pt x="866" y="603"/>
                  </a:lnTo>
                  <a:lnTo>
                    <a:pt x="863" y="602"/>
                  </a:lnTo>
                  <a:lnTo>
                    <a:pt x="862" y="601"/>
                  </a:lnTo>
                  <a:lnTo>
                    <a:pt x="861" y="598"/>
                  </a:lnTo>
                  <a:lnTo>
                    <a:pt x="861" y="596"/>
                  </a:lnTo>
                  <a:lnTo>
                    <a:pt x="860" y="595"/>
                  </a:lnTo>
                  <a:lnTo>
                    <a:pt x="859" y="593"/>
                  </a:lnTo>
                  <a:lnTo>
                    <a:pt x="857" y="592"/>
                  </a:lnTo>
                  <a:lnTo>
                    <a:pt x="857" y="590"/>
                  </a:lnTo>
                  <a:lnTo>
                    <a:pt x="857" y="588"/>
                  </a:lnTo>
                  <a:lnTo>
                    <a:pt x="856" y="587"/>
                  </a:lnTo>
                  <a:lnTo>
                    <a:pt x="855" y="585"/>
                  </a:lnTo>
                  <a:lnTo>
                    <a:pt x="853" y="584"/>
                  </a:lnTo>
                  <a:lnTo>
                    <a:pt x="853" y="582"/>
                  </a:lnTo>
                  <a:lnTo>
                    <a:pt x="854" y="580"/>
                  </a:lnTo>
                  <a:lnTo>
                    <a:pt x="854" y="579"/>
                  </a:lnTo>
                  <a:lnTo>
                    <a:pt x="852" y="577"/>
                  </a:lnTo>
                  <a:lnTo>
                    <a:pt x="851" y="574"/>
                  </a:lnTo>
                  <a:lnTo>
                    <a:pt x="851" y="572"/>
                  </a:lnTo>
                  <a:lnTo>
                    <a:pt x="853" y="571"/>
                  </a:lnTo>
                  <a:lnTo>
                    <a:pt x="857" y="571"/>
                  </a:lnTo>
                  <a:lnTo>
                    <a:pt x="861" y="572"/>
                  </a:lnTo>
                  <a:lnTo>
                    <a:pt x="863" y="571"/>
                  </a:lnTo>
                  <a:lnTo>
                    <a:pt x="864" y="570"/>
                  </a:lnTo>
                  <a:lnTo>
                    <a:pt x="865" y="568"/>
                  </a:lnTo>
                  <a:lnTo>
                    <a:pt x="867" y="567"/>
                  </a:lnTo>
                  <a:lnTo>
                    <a:pt x="869" y="566"/>
                  </a:lnTo>
                  <a:lnTo>
                    <a:pt x="871" y="565"/>
                  </a:lnTo>
                  <a:lnTo>
                    <a:pt x="874" y="564"/>
                  </a:lnTo>
                  <a:lnTo>
                    <a:pt x="876" y="563"/>
                  </a:lnTo>
                  <a:lnTo>
                    <a:pt x="879" y="563"/>
                  </a:lnTo>
                  <a:lnTo>
                    <a:pt x="882" y="564"/>
                  </a:lnTo>
                  <a:lnTo>
                    <a:pt x="884" y="566"/>
                  </a:lnTo>
                  <a:lnTo>
                    <a:pt x="887" y="566"/>
                  </a:lnTo>
                  <a:lnTo>
                    <a:pt x="890" y="566"/>
                  </a:lnTo>
                  <a:lnTo>
                    <a:pt x="893" y="566"/>
                  </a:lnTo>
                  <a:lnTo>
                    <a:pt x="895" y="567"/>
                  </a:lnTo>
                  <a:lnTo>
                    <a:pt x="896" y="569"/>
                  </a:lnTo>
                  <a:lnTo>
                    <a:pt x="896" y="572"/>
                  </a:lnTo>
                  <a:lnTo>
                    <a:pt x="897" y="573"/>
                  </a:lnTo>
                  <a:lnTo>
                    <a:pt x="900" y="574"/>
                  </a:lnTo>
                  <a:lnTo>
                    <a:pt x="903" y="574"/>
                  </a:lnTo>
                  <a:lnTo>
                    <a:pt x="906" y="575"/>
                  </a:lnTo>
                  <a:lnTo>
                    <a:pt x="907" y="576"/>
                  </a:lnTo>
                  <a:lnTo>
                    <a:pt x="908" y="578"/>
                  </a:lnTo>
                  <a:lnTo>
                    <a:pt x="909" y="580"/>
                  </a:lnTo>
                  <a:lnTo>
                    <a:pt x="909" y="582"/>
                  </a:lnTo>
                  <a:close/>
                </a:path>
              </a:pathLst>
            </a:custGeom>
            <a:solidFill>
              <a:srgbClr val="DE8036">
                <a:alpha val="10800"/>
              </a:srgbClr>
            </a:solidFill>
            <a:ln>
              <a:noFill/>
            </a:ln>
          </p:spPr>
          <p:txBody>
            <a:bodyPr anchor="ctr"/>
            <a:lstStyle/>
            <a:p>
              <a:pPr algn="ctr">
                <a:buNone/>
              </a:pPr>
            </a:p>
          </p:txBody>
        </p:sp>
        <p:sp>
          <p:nvSpPr>
            <p:cNvPr id="7548" name="addition:spatial:37">
              <a:extLst>
                <a:ext uri="{FF2B5EF4-FFF2-40B4-BE49-F238E27FC236}">
                  <ns2:creationId id="{A854B92A-511A-4F61-A9B1-8B84D4059050}"/>
                </a:ext>
              </a:extLst>
            </p:cNvPr>
            <p:cNvSpPr>
              <a:spLocks noGrp="1"/>
            </p:cNvSpPr>
            <p:nvPr/>
          </p:nvSpPr>
          <p:spPr>
            <a:xfrm>
              <a:off x="5648325" y="1666875"/>
              <a:ext cx="1868165" cy="612374"/>
            </a:xfrm>
            <a:custGeom>
              <a:rect l="l" t="t" r="r" b="b"/>
              <a:pathLst>
                <a:path w="1409" h="362">
                  <a:moveTo>
                    <a:pt x="0" y="0"/>
                  </a:moveTo>
                  <a:moveTo>
                    <a:pt x="1405" y="262"/>
                  </a:moveTo>
                  <a:lnTo>
                    <a:pt x="1409" y="271"/>
                  </a:lnTo>
                  <a:lnTo>
                    <a:pt x="1409" y="279"/>
                  </a:lnTo>
                  <a:lnTo>
                    <a:pt x="1402" y="287"/>
                  </a:lnTo>
                  <a:lnTo>
                    <a:pt x="1391" y="293"/>
                  </a:lnTo>
                  <a:lnTo>
                    <a:pt x="1383" y="299"/>
                  </a:lnTo>
                  <a:lnTo>
                    <a:pt x="1379" y="306"/>
                  </a:lnTo>
                  <a:lnTo>
                    <a:pt x="1376" y="315"/>
                  </a:lnTo>
                  <a:lnTo>
                    <a:pt x="1368" y="321"/>
                  </a:lnTo>
                  <a:lnTo>
                    <a:pt x="1354" y="323"/>
                  </a:lnTo>
                  <a:lnTo>
                    <a:pt x="1337" y="323"/>
                  </a:lnTo>
                  <a:lnTo>
                    <a:pt x="1325" y="325"/>
                  </a:lnTo>
                  <a:lnTo>
                    <a:pt x="1319" y="333"/>
                  </a:lnTo>
                  <a:lnTo>
                    <a:pt x="1313" y="345"/>
                  </a:lnTo>
                  <a:lnTo>
                    <a:pt x="1305" y="357"/>
                  </a:lnTo>
                  <a:lnTo>
                    <a:pt x="1291" y="362"/>
                  </a:lnTo>
                  <a:lnTo>
                    <a:pt x="1276" y="361"/>
                  </a:lnTo>
                  <a:lnTo>
                    <a:pt x="1261" y="357"/>
                  </a:lnTo>
                  <a:lnTo>
                    <a:pt x="1248" y="353"/>
                  </a:lnTo>
                  <a:lnTo>
                    <a:pt x="1236" y="350"/>
                  </a:lnTo>
                  <a:lnTo>
                    <a:pt x="1225" y="344"/>
                  </a:lnTo>
                  <a:lnTo>
                    <a:pt x="1216" y="337"/>
                  </a:lnTo>
                  <a:lnTo>
                    <a:pt x="1209" y="332"/>
                  </a:lnTo>
                  <a:lnTo>
                    <a:pt x="1198" y="331"/>
                  </a:lnTo>
                  <a:lnTo>
                    <a:pt x="1184" y="334"/>
                  </a:lnTo>
                  <a:lnTo>
                    <a:pt x="1169" y="335"/>
                  </a:lnTo>
                  <a:lnTo>
                    <a:pt x="1159" y="331"/>
                  </a:lnTo>
                  <a:lnTo>
                    <a:pt x="1156" y="322"/>
                  </a:lnTo>
                  <a:lnTo>
                    <a:pt x="1156" y="313"/>
                  </a:lnTo>
                  <a:lnTo>
                    <a:pt x="1152" y="306"/>
                  </a:lnTo>
                  <a:lnTo>
                    <a:pt x="1141" y="302"/>
                  </a:lnTo>
                  <a:lnTo>
                    <a:pt x="1130" y="296"/>
                  </a:lnTo>
                  <a:lnTo>
                    <a:pt x="1126" y="288"/>
                  </a:lnTo>
                  <a:lnTo>
                    <a:pt x="1132" y="279"/>
                  </a:lnTo>
                  <a:lnTo>
                    <a:pt x="1143" y="270"/>
                  </a:lnTo>
                  <a:lnTo>
                    <a:pt x="1151" y="262"/>
                  </a:lnTo>
                  <a:lnTo>
                    <a:pt x="1155" y="255"/>
                  </a:lnTo>
                  <a:lnTo>
                    <a:pt x="1157" y="248"/>
                  </a:lnTo>
                  <a:lnTo>
                    <a:pt x="1161" y="241"/>
                  </a:lnTo>
                  <a:lnTo>
                    <a:pt x="1164" y="234"/>
                  </a:lnTo>
                  <a:lnTo>
                    <a:pt x="1163" y="226"/>
                  </a:lnTo>
                  <a:lnTo>
                    <a:pt x="1157" y="215"/>
                  </a:lnTo>
                  <a:lnTo>
                    <a:pt x="1151" y="202"/>
                  </a:lnTo>
                  <a:lnTo>
                    <a:pt x="1155" y="193"/>
                  </a:lnTo>
                  <a:lnTo>
                    <a:pt x="1167" y="189"/>
                  </a:lnTo>
                  <a:lnTo>
                    <a:pt x="1185" y="191"/>
                  </a:lnTo>
                  <a:lnTo>
                    <a:pt x="1199" y="193"/>
                  </a:lnTo>
                  <a:lnTo>
                    <a:pt x="1208" y="191"/>
                  </a:lnTo>
                  <a:lnTo>
                    <a:pt x="1213" y="184"/>
                  </a:lnTo>
                  <a:lnTo>
                    <a:pt x="1220" y="178"/>
                  </a:lnTo>
                  <a:lnTo>
                    <a:pt x="1230" y="177"/>
                  </a:lnTo>
                  <a:lnTo>
                    <a:pt x="1240" y="179"/>
                  </a:lnTo>
                  <a:lnTo>
                    <a:pt x="1250" y="180"/>
                  </a:lnTo>
                  <a:lnTo>
                    <a:pt x="1259" y="179"/>
                  </a:lnTo>
                  <a:lnTo>
                    <a:pt x="1270" y="175"/>
                  </a:lnTo>
                  <a:lnTo>
                    <a:pt x="1281" y="174"/>
                  </a:lnTo>
                  <a:lnTo>
                    <a:pt x="1292" y="176"/>
                  </a:lnTo>
                  <a:lnTo>
                    <a:pt x="1304" y="178"/>
                  </a:lnTo>
                  <a:lnTo>
                    <a:pt x="1317" y="179"/>
                  </a:lnTo>
                  <a:lnTo>
                    <a:pt x="1332" y="179"/>
                  </a:lnTo>
                  <a:lnTo>
                    <a:pt x="1345" y="183"/>
                  </a:lnTo>
                  <a:lnTo>
                    <a:pt x="1352" y="192"/>
                  </a:lnTo>
                  <a:lnTo>
                    <a:pt x="1350" y="206"/>
                  </a:lnTo>
                  <a:lnTo>
                    <a:pt x="1346" y="218"/>
                  </a:lnTo>
                  <a:lnTo>
                    <a:pt x="1348" y="225"/>
                  </a:lnTo>
                  <a:lnTo>
                    <a:pt x="1361" y="229"/>
                  </a:lnTo>
                  <a:lnTo>
                    <a:pt x="1379" y="232"/>
                  </a:lnTo>
                  <a:lnTo>
                    <a:pt x="1393" y="238"/>
                  </a:lnTo>
                  <a:lnTo>
                    <a:pt x="1400" y="245"/>
                  </a:lnTo>
                  <a:lnTo>
                    <a:pt x="1403" y="254"/>
                  </a:lnTo>
                  <a:close/>
                </a:path>
              </a:pathLst>
            </a:custGeom>
            <a:solidFill>
              <a:srgbClr val="C5E9DF">
                <a:alpha val="12900"/>
              </a:srgbClr>
            </a:solidFill>
            <a:ln>
              <a:noFill/>
            </a:ln>
          </p:spPr>
          <p:txBody>
            <a:bodyPr anchor="ctr"/>
            <a:lstStyle/>
            <a:p>
              <a:pPr algn="ctr">
                <a:buNone/>
              </a:pPr>
            </a:p>
          </p:txBody>
        </p:sp>
        <p:sp>
          <p:nvSpPr>
            <p:cNvPr id="7549" name="addition:spatial:38">
              <a:extLst>
                <a:ext uri="{FF2B5EF4-FFF2-40B4-BE49-F238E27FC236}">
                  <ns2:creationId id="{81EAEBC3-1A65-44E9-88EE-43E5388F954A}"/>
                </a:ext>
              </a:extLst>
            </p:cNvPr>
            <p:cNvSpPr>
              <a:spLocks noGrp="1"/>
            </p:cNvSpPr>
            <p:nvPr/>
          </p:nvSpPr>
          <p:spPr>
            <a:xfrm>
              <a:off x="5648325" y="1666875"/>
              <a:ext cx="1812478" cy="580233"/>
            </a:xfrm>
            <a:custGeom>
              <a:rect l="l" t="t" r="r" b="b"/>
              <a:pathLst>
                <a:path w="1367" h="343">
                  <a:moveTo>
                    <a:pt x="0" y="0"/>
                  </a:moveTo>
                  <a:moveTo>
                    <a:pt x="1352" y="267"/>
                  </a:moveTo>
                  <a:lnTo>
                    <a:pt x="1347" y="273"/>
                  </a:lnTo>
                  <a:lnTo>
                    <a:pt x="1345" y="279"/>
                  </a:lnTo>
                  <a:lnTo>
                    <a:pt x="1344" y="286"/>
                  </a:lnTo>
                  <a:lnTo>
                    <a:pt x="1342" y="292"/>
                  </a:lnTo>
                  <a:lnTo>
                    <a:pt x="1339" y="298"/>
                  </a:lnTo>
                  <a:lnTo>
                    <a:pt x="1339" y="305"/>
                  </a:lnTo>
                  <a:lnTo>
                    <a:pt x="1343" y="315"/>
                  </a:lnTo>
                  <a:lnTo>
                    <a:pt x="1345" y="325"/>
                  </a:lnTo>
                  <a:lnTo>
                    <a:pt x="1340" y="332"/>
                  </a:lnTo>
                  <a:lnTo>
                    <a:pt x="1328" y="333"/>
                  </a:lnTo>
                  <a:lnTo>
                    <a:pt x="1313" y="330"/>
                  </a:lnTo>
                  <a:lnTo>
                    <a:pt x="1301" y="327"/>
                  </a:lnTo>
                  <a:lnTo>
                    <a:pt x="1293" y="328"/>
                  </a:lnTo>
                  <a:lnTo>
                    <a:pt x="1288" y="333"/>
                  </a:lnTo>
                  <a:lnTo>
                    <a:pt x="1282" y="338"/>
                  </a:lnTo>
                  <a:lnTo>
                    <a:pt x="1274" y="340"/>
                  </a:lnTo>
                  <a:lnTo>
                    <a:pt x="1266" y="340"/>
                  </a:lnTo>
                  <a:lnTo>
                    <a:pt x="1257" y="339"/>
                  </a:lnTo>
                  <a:lnTo>
                    <a:pt x="1248" y="341"/>
                  </a:lnTo>
                  <a:lnTo>
                    <a:pt x="1238" y="343"/>
                  </a:lnTo>
                  <a:lnTo>
                    <a:pt x="1228" y="343"/>
                  </a:lnTo>
                  <a:lnTo>
                    <a:pt x="1219" y="339"/>
                  </a:lnTo>
                  <a:lnTo>
                    <a:pt x="1210" y="335"/>
                  </a:lnTo>
                  <a:lnTo>
                    <a:pt x="1200" y="333"/>
                  </a:lnTo>
                  <a:lnTo>
                    <a:pt x="1187" y="331"/>
                  </a:lnTo>
                  <a:lnTo>
                    <a:pt x="1177" y="327"/>
                  </a:lnTo>
                  <a:lnTo>
                    <a:pt x="1173" y="319"/>
                  </a:lnTo>
                  <a:lnTo>
                    <a:pt x="1175" y="308"/>
                  </a:lnTo>
                  <a:lnTo>
                    <a:pt x="1179" y="299"/>
                  </a:lnTo>
                  <a:lnTo>
                    <a:pt x="1176" y="293"/>
                  </a:lnTo>
                  <a:lnTo>
                    <a:pt x="1164" y="290"/>
                  </a:lnTo>
                  <a:lnTo>
                    <a:pt x="1148" y="287"/>
                  </a:lnTo>
                  <a:lnTo>
                    <a:pt x="1136" y="281"/>
                  </a:lnTo>
                  <a:lnTo>
                    <a:pt x="1130" y="274"/>
                  </a:lnTo>
                  <a:lnTo>
                    <a:pt x="1129" y="267"/>
                  </a:lnTo>
                  <a:lnTo>
                    <a:pt x="1129" y="260"/>
                  </a:lnTo>
                  <a:lnTo>
                    <a:pt x="1129" y="252"/>
                  </a:lnTo>
                  <a:lnTo>
                    <a:pt x="1133" y="246"/>
                  </a:lnTo>
                  <a:lnTo>
                    <a:pt x="1142" y="240"/>
                  </a:lnTo>
                  <a:lnTo>
                    <a:pt x="1153" y="236"/>
                  </a:lnTo>
                  <a:lnTo>
                    <a:pt x="1161" y="232"/>
                  </a:lnTo>
                  <a:lnTo>
                    <a:pt x="1164" y="225"/>
                  </a:lnTo>
                  <a:lnTo>
                    <a:pt x="1166" y="217"/>
                  </a:lnTo>
                  <a:lnTo>
                    <a:pt x="1172" y="211"/>
                  </a:lnTo>
                  <a:lnTo>
                    <a:pt x="1184" y="209"/>
                  </a:lnTo>
                  <a:lnTo>
                    <a:pt x="1197" y="210"/>
                  </a:lnTo>
                  <a:lnTo>
                    <a:pt x="1208" y="208"/>
                  </a:lnTo>
                  <a:lnTo>
                    <a:pt x="1215" y="201"/>
                  </a:lnTo>
                  <a:lnTo>
                    <a:pt x="1221" y="191"/>
                  </a:lnTo>
                  <a:lnTo>
                    <a:pt x="1231" y="183"/>
                  </a:lnTo>
                  <a:lnTo>
                    <a:pt x="1243" y="181"/>
                  </a:lnTo>
                  <a:lnTo>
                    <a:pt x="1256" y="184"/>
                  </a:lnTo>
                  <a:lnTo>
                    <a:pt x="1267" y="188"/>
                  </a:lnTo>
                  <a:lnTo>
                    <a:pt x="1278" y="192"/>
                  </a:lnTo>
                  <a:lnTo>
                    <a:pt x="1287" y="196"/>
                  </a:lnTo>
                  <a:lnTo>
                    <a:pt x="1295" y="201"/>
                  </a:lnTo>
                  <a:lnTo>
                    <a:pt x="1301" y="207"/>
                  </a:lnTo>
                  <a:lnTo>
                    <a:pt x="1307" y="211"/>
                  </a:lnTo>
                  <a:lnTo>
                    <a:pt x="1317" y="210"/>
                  </a:lnTo>
                  <a:lnTo>
                    <a:pt x="1331" y="208"/>
                  </a:lnTo>
                  <a:lnTo>
                    <a:pt x="1345" y="207"/>
                  </a:lnTo>
                  <a:lnTo>
                    <a:pt x="1353" y="211"/>
                  </a:lnTo>
                  <a:lnTo>
                    <a:pt x="1353" y="219"/>
                  </a:lnTo>
                  <a:lnTo>
                    <a:pt x="1351" y="228"/>
                  </a:lnTo>
                  <a:lnTo>
                    <a:pt x="1352" y="235"/>
                  </a:lnTo>
                  <a:lnTo>
                    <a:pt x="1359" y="240"/>
                  </a:lnTo>
                  <a:lnTo>
                    <a:pt x="1365" y="246"/>
                  </a:lnTo>
                  <a:lnTo>
                    <a:pt x="1367" y="253"/>
                  </a:lnTo>
                  <a:lnTo>
                    <a:pt x="1361" y="260"/>
                  </a:lnTo>
                  <a:close/>
                </a:path>
              </a:pathLst>
            </a:custGeom>
            <a:solidFill>
              <a:srgbClr val="86D1BC">
                <a:alpha val="12900"/>
              </a:srgbClr>
            </a:solidFill>
            <a:ln>
              <a:noFill/>
            </a:ln>
          </p:spPr>
          <p:txBody>
            <a:bodyPr anchor="ctr"/>
            <a:lstStyle/>
            <a:p>
              <a:pPr algn="ctr">
                <a:buNone/>
              </a:pPr>
            </a:p>
          </p:txBody>
        </p:sp>
        <p:sp>
          <p:nvSpPr>
            <p:cNvPr id="7550" name="addition:spatial:39">
              <a:extLst>
                <a:ext uri="{FF2B5EF4-FFF2-40B4-BE49-F238E27FC236}">
                  <ns2:creationId id="{35643DA8-7345-4F3E-A76E-FD761A146283}"/>
                </a:ext>
              </a:extLst>
            </p:cNvPr>
            <p:cNvSpPr>
              <a:spLocks noGrp="1"/>
            </p:cNvSpPr>
            <p:nvPr/>
          </p:nvSpPr>
          <p:spPr>
            <a:xfrm>
              <a:off x="5648325" y="1666875"/>
              <a:ext cx="1788612" cy="573466"/>
            </a:xfrm>
            <a:custGeom>
              <a:rect l="l" t="t" r="r" b="b"/>
              <a:pathLst>
                <a:path w="1349" h="339">
                  <a:moveTo>
                    <a:pt x="0" y="0"/>
                  </a:moveTo>
                  <a:moveTo>
                    <a:pt x="1349" y="272"/>
                  </a:moveTo>
                  <a:lnTo>
                    <a:pt x="1341" y="278"/>
                  </a:lnTo>
                  <a:lnTo>
                    <a:pt x="1329" y="283"/>
                  </a:lnTo>
                  <a:lnTo>
                    <a:pt x="1320" y="287"/>
                  </a:lnTo>
                  <a:lnTo>
                    <a:pt x="1318" y="292"/>
                  </a:lnTo>
                  <a:lnTo>
                    <a:pt x="1320" y="298"/>
                  </a:lnTo>
                  <a:lnTo>
                    <a:pt x="1322" y="305"/>
                  </a:lnTo>
                  <a:lnTo>
                    <a:pt x="1320" y="312"/>
                  </a:lnTo>
                  <a:lnTo>
                    <a:pt x="1317" y="318"/>
                  </a:lnTo>
                  <a:lnTo>
                    <a:pt x="1313" y="324"/>
                  </a:lnTo>
                  <a:lnTo>
                    <a:pt x="1309" y="330"/>
                  </a:lnTo>
                  <a:lnTo>
                    <a:pt x="1302" y="334"/>
                  </a:lnTo>
                  <a:lnTo>
                    <a:pt x="1292" y="334"/>
                  </a:lnTo>
                  <a:lnTo>
                    <a:pt x="1280" y="330"/>
                  </a:lnTo>
                  <a:lnTo>
                    <a:pt x="1271" y="326"/>
                  </a:lnTo>
                  <a:lnTo>
                    <a:pt x="1265" y="327"/>
                  </a:lnTo>
                  <a:lnTo>
                    <a:pt x="1260" y="332"/>
                  </a:lnTo>
                  <a:lnTo>
                    <a:pt x="1254" y="338"/>
                  </a:lnTo>
                  <a:lnTo>
                    <a:pt x="1247" y="339"/>
                  </a:lnTo>
                  <a:lnTo>
                    <a:pt x="1240" y="337"/>
                  </a:lnTo>
                  <a:lnTo>
                    <a:pt x="1233" y="333"/>
                  </a:lnTo>
                  <a:lnTo>
                    <a:pt x="1226" y="332"/>
                  </a:lnTo>
                  <a:lnTo>
                    <a:pt x="1217" y="333"/>
                  </a:lnTo>
                  <a:lnTo>
                    <a:pt x="1207" y="334"/>
                  </a:lnTo>
                  <a:lnTo>
                    <a:pt x="1198" y="332"/>
                  </a:lnTo>
                  <a:lnTo>
                    <a:pt x="1191" y="327"/>
                  </a:lnTo>
                  <a:lnTo>
                    <a:pt x="1186" y="322"/>
                  </a:lnTo>
                  <a:lnTo>
                    <a:pt x="1180" y="317"/>
                  </a:lnTo>
                  <a:lnTo>
                    <a:pt x="1175" y="312"/>
                  </a:lnTo>
                  <a:lnTo>
                    <a:pt x="1173" y="305"/>
                  </a:lnTo>
                  <a:lnTo>
                    <a:pt x="1175" y="298"/>
                  </a:lnTo>
                  <a:lnTo>
                    <a:pt x="1177" y="291"/>
                  </a:lnTo>
                  <a:lnTo>
                    <a:pt x="1174" y="286"/>
                  </a:lnTo>
                  <a:lnTo>
                    <a:pt x="1163" y="283"/>
                  </a:lnTo>
                  <a:lnTo>
                    <a:pt x="1148" y="278"/>
                  </a:lnTo>
                  <a:lnTo>
                    <a:pt x="1137" y="272"/>
                  </a:lnTo>
                  <a:lnTo>
                    <a:pt x="1136" y="265"/>
                  </a:lnTo>
                  <a:lnTo>
                    <a:pt x="1141" y="259"/>
                  </a:lnTo>
                  <a:lnTo>
                    <a:pt x="1148" y="254"/>
                  </a:lnTo>
                  <a:lnTo>
                    <a:pt x="1151" y="249"/>
                  </a:lnTo>
                  <a:lnTo>
                    <a:pt x="1153" y="243"/>
                  </a:lnTo>
                  <a:lnTo>
                    <a:pt x="1157" y="238"/>
                  </a:lnTo>
                  <a:lnTo>
                    <a:pt x="1165" y="234"/>
                  </a:lnTo>
                  <a:lnTo>
                    <a:pt x="1173" y="231"/>
                  </a:lnTo>
                  <a:lnTo>
                    <a:pt x="1179" y="228"/>
                  </a:lnTo>
                  <a:lnTo>
                    <a:pt x="1184" y="223"/>
                  </a:lnTo>
                  <a:lnTo>
                    <a:pt x="1191" y="218"/>
                  </a:lnTo>
                  <a:lnTo>
                    <a:pt x="1199" y="216"/>
                  </a:lnTo>
                  <a:lnTo>
                    <a:pt x="1209" y="216"/>
                  </a:lnTo>
                  <a:lnTo>
                    <a:pt x="1218" y="214"/>
                  </a:lnTo>
                  <a:lnTo>
                    <a:pt x="1226" y="209"/>
                  </a:lnTo>
                  <a:lnTo>
                    <a:pt x="1234" y="201"/>
                  </a:lnTo>
                  <a:lnTo>
                    <a:pt x="1245" y="195"/>
                  </a:lnTo>
                  <a:lnTo>
                    <a:pt x="1256" y="194"/>
                  </a:lnTo>
                  <a:lnTo>
                    <a:pt x="1266" y="201"/>
                  </a:lnTo>
                  <a:lnTo>
                    <a:pt x="1274" y="210"/>
                  </a:lnTo>
                  <a:lnTo>
                    <a:pt x="1281" y="216"/>
                  </a:lnTo>
                  <a:lnTo>
                    <a:pt x="1288" y="219"/>
                  </a:lnTo>
                  <a:lnTo>
                    <a:pt x="1296" y="220"/>
                  </a:lnTo>
                  <a:lnTo>
                    <a:pt x="1304" y="222"/>
                  </a:lnTo>
                  <a:lnTo>
                    <a:pt x="1311" y="224"/>
                  </a:lnTo>
                  <a:lnTo>
                    <a:pt x="1318" y="227"/>
                  </a:lnTo>
                  <a:lnTo>
                    <a:pt x="1328" y="228"/>
                  </a:lnTo>
                  <a:lnTo>
                    <a:pt x="1338" y="230"/>
                  </a:lnTo>
                  <a:lnTo>
                    <a:pt x="1344" y="235"/>
                  </a:lnTo>
                  <a:lnTo>
                    <a:pt x="1344" y="242"/>
                  </a:lnTo>
                  <a:lnTo>
                    <a:pt x="1340" y="249"/>
                  </a:lnTo>
                  <a:lnTo>
                    <a:pt x="1339" y="255"/>
                  </a:lnTo>
                  <a:lnTo>
                    <a:pt x="1343" y="260"/>
                  </a:lnTo>
                  <a:lnTo>
                    <a:pt x="1348" y="266"/>
                  </a:lnTo>
                  <a:close/>
                </a:path>
              </a:pathLst>
            </a:custGeom>
            <a:solidFill>
              <a:srgbClr val="56BFA2">
                <a:alpha val="10500"/>
              </a:srgbClr>
            </a:solidFill>
            <a:ln>
              <a:noFill/>
            </a:ln>
          </p:spPr>
          <p:txBody>
            <a:bodyPr anchor="ctr"/>
            <a:lstStyle/>
            <a:p>
              <a:pPr algn="ctr">
                <a:buNone/>
              </a:pPr>
            </a:p>
          </p:txBody>
        </p:sp>
        <p:sp>
          <p:nvSpPr>
            <p:cNvPr id="7551" name="addition:spatial:40">
              <a:extLst>
                <a:ext uri="{FF2B5EF4-FFF2-40B4-BE49-F238E27FC236}">
                  <ns2:creationId id="{271AFB51-8D04-4EC5-B455-4CA65100738A}"/>
                </a:ext>
              </a:extLst>
            </p:cNvPr>
            <p:cNvSpPr>
              <a:spLocks noGrp="1"/>
            </p:cNvSpPr>
            <p:nvPr/>
          </p:nvSpPr>
          <p:spPr>
            <a:xfrm>
              <a:off x="5648325" y="1666875"/>
              <a:ext cx="1656024" cy="473659"/>
            </a:xfrm>
            <a:custGeom>
              <a:rect l="l" t="t" r="r" b="b"/>
              <a:pathLst>
                <a:path w="1249" h="280">
                  <a:moveTo>
                    <a:pt x="0" y="0"/>
                  </a:moveTo>
                  <a:moveTo>
                    <a:pt x="1243" y="251"/>
                  </a:moveTo>
                  <a:lnTo>
                    <a:pt x="1246" y="253"/>
                  </a:lnTo>
                  <a:lnTo>
                    <a:pt x="1248" y="256"/>
                  </a:lnTo>
                  <a:lnTo>
                    <a:pt x="1249" y="259"/>
                  </a:lnTo>
                  <a:lnTo>
                    <a:pt x="1249" y="261"/>
                  </a:lnTo>
                  <a:lnTo>
                    <a:pt x="1249" y="264"/>
                  </a:lnTo>
                  <a:lnTo>
                    <a:pt x="1248" y="267"/>
                  </a:lnTo>
                  <a:lnTo>
                    <a:pt x="1247" y="269"/>
                  </a:lnTo>
                  <a:lnTo>
                    <a:pt x="1243" y="270"/>
                  </a:lnTo>
                  <a:lnTo>
                    <a:pt x="1238" y="270"/>
                  </a:lnTo>
                  <a:lnTo>
                    <a:pt x="1232" y="269"/>
                  </a:lnTo>
                  <a:lnTo>
                    <a:pt x="1229" y="269"/>
                  </a:lnTo>
                  <a:lnTo>
                    <a:pt x="1228" y="272"/>
                  </a:lnTo>
                  <a:lnTo>
                    <a:pt x="1227" y="276"/>
                  </a:lnTo>
                  <a:lnTo>
                    <a:pt x="1224" y="279"/>
                  </a:lnTo>
                  <a:lnTo>
                    <a:pt x="1220" y="280"/>
                  </a:lnTo>
                  <a:lnTo>
                    <a:pt x="1216" y="279"/>
                  </a:lnTo>
                  <a:lnTo>
                    <a:pt x="1212" y="279"/>
                  </a:lnTo>
                  <a:lnTo>
                    <a:pt x="1208" y="280"/>
                  </a:lnTo>
                  <a:lnTo>
                    <a:pt x="1203" y="280"/>
                  </a:lnTo>
                  <a:lnTo>
                    <a:pt x="1199" y="279"/>
                  </a:lnTo>
                  <a:lnTo>
                    <a:pt x="1195" y="278"/>
                  </a:lnTo>
                  <a:lnTo>
                    <a:pt x="1192" y="276"/>
                  </a:lnTo>
                  <a:lnTo>
                    <a:pt x="1188" y="275"/>
                  </a:lnTo>
                  <a:lnTo>
                    <a:pt x="1184" y="274"/>
                  </a:lnTo>
                  <a:lnTo>
                    <a:pt x="1181" y="272"/>
                  </a:lnTo>
                  <a:lnTo>
                    <a:pt x="1180" y="270"/>
                  </a:lnTo>
                  <a:lnTo>
                    <a:pt x="1179" y="267"/>
                  </a:lnTo>
                  <a:lnTo>
                    <a:pt x="1178" y="265"/>
                  </a:lnTo>
                  <a:lnTo>
                    <a:pt x="1174" y="264"/>
                  </a:lnTo>
                  <a:lnTo>
                    <a:pt x="1168" y="263"/>
                  </a:lnTo>
                  <a:lnTo>
                    <a:pt x="1162" y="262"/>
                  </a:lnTo>
                  <a:lnTo>
                    <a:pt x="1160" y="260"/>
                  </a:lnTo>
                  <a:lnTo>
                    <a:pt x="1162" y="257"/>
                  </a:lnTo>
                  <a:lnTo>
                    <a:pt x="1165" y="254"/>
                  </a:lnTo>
                  <a:lnTo>
                    <a:pt x="1167" y="251"/>
                  </a:lnTo>
                  <a:lnTo>
                    <a:pt x="1169" y="249"/>
                  </a:lnTo>
                  <a:lnTo>
                    <a:pt x="1171" y="246"/>
                  </a:lnTo>
                  <a:lnTo>
                    <a:pt x="1173" y="244"/>
                  </a:lnTo>
                  <a:lnTo>
                    <a:pt x="1176" y="242"/>
                  </a:lnTo>
                  <a:lnTo>
                    <a:pt x="1177" y="240"/>
                  </a:lnTo>
                  <a:lnTo>
                    <a:pt x="1177" y="237"/>
                  </a:lnTo>
                  <a:lnTo>
                    <a:pt x="1177" y="234"/>
                  </a:lnTo>
                  <a:lnTo>
                    <a:pt x="1179" y="232"/>
                  </a:lnTo>
                  <a:lnTo>
                    <a:pt x="1183" y="231"/>
                  </a:lnTo>
                  <a:lnTo>
                    <a:pt x="1187" y="230"/>
                  </a:lnTo>
                  <a:lnTo>
                    <a:pt x="1190" y="229"/>
                  </a:lnTo>
                  <a:lnTo>
                    <a:pt x="1192" y="226"/>
                  </a:lnTo>
                  <a:lnTo>
                    <a:pt x="1194" y="223"/>
                  </a:lnTo>
                  <a:lnTo>
                    <a:pt x="1197" y="221"/>
                  </a:lnTo>
                  <a:lnTo>
                    <a:pt x="1201" y="222"/>
                  </a:lnTo>
                  <a:lnTo>
                    <a:pt x="1205" y="225"/>
                  </a:lnTo>
                  <a:lnTo>
                    <a:pt x="1209" y="227"/>
                  </a:lnTo>
                  <a:lnTo>
                    <a:pt x="1211" y="227"/>
                  </a:lnTo>
                  <a:lnTo>
                    <a:pt x="1214" y="227"/>
                  </a:lnTo>
                  <a:lnTo>
                    <a:pt x="1217" y="226"/>
                  </a:lnTo>
                  <a:lnTo>
                    <a:pt x="1220" y="226"/>
                  </a:lnTo>
                  <a:lnTo>
                    <a:pt x="1223" y="226"/>
                  </a:lnTo>
                  <a:lnTo>
                    <a:pt x="1227" y="225"/>
                  </a:lnTo>
                  <a:lnTo>
                    <a:pt x="1231" y="225"/>
                  </a:lnTo>
                  <a:lnTo>
                    <a:pt x="1235" y="226"/>
                  </a:lnTo>
                  <a:lnTo>
                    <a:pt x="1236" y="229"/>
                  </a:lnTo>
                  <a:lnTo>
                    <a:pt x="1236" y="233"/>
                  </a:lnTo>
                  <a:lnTo>
                    <a:pt x="1235" y="236"/>
                  </a:lnTo>
                  <a:lnTo>
                    <a:pt x="1237" y="238"/>
                  </a:lnTo>
                  <a:lnTo>
                    <a:pt x="1240" y="239"/>
                  </a:lnTo>
                  <a:lnTo>
                    <a:pt x="1243" y="241"/>
                  </a:lnTo>
                  <a:lnTo>
                    <a:pt x="1245" y="244"/>
                  </a:lnTo>
                  <a:lnTo>
                    <a:pt x="1243" y="246"/>
                  </a:lnTo>
                  <a:lnTo>
                    <a:pt x="1242" y="249"/>
                  </a:lnTo>
                  <a:close/>
                </a:path>
              </a:pathLst>
            </a:custGeom>
            <a:solidFill>
              <a:srgbClr val="86D1BC">
                <a:alpha val="9600"/>
              </a:srgbClr>
            </a:solidFill>
            <a:ln>
              <a:noFill/>
            </a:ln>
          </p:spPr>
          <p:txBody>
            <a:bodyPr anchor="ctr"/>
            <a:lstStyle/>
            <a:p>
              <a:pPr algn="ctr">
                <a:buNone/>
              </a:pPr>
            </a:p>
          </p:txBody>
        </p:sp>
        <p:sp>
          <p:nvSpPr>
            <p:cNvPr id="7552" name="addition:spatial:41">
              <a:extLst>
                <a:ext uri="{FF2B5EF4-FFF2-40B4-BE49-F238E27FC236}">
                  <ns2:creationId id="{95948A18-F7C5-40D3-AA23-014F5772D96F}"/>
                </a:ext>
              </a:extLst>
            </p:cNvPr>
            <p:cNvSpPr>
              <a:spLocks noGrp="1"/>
            </p:cNvSpPr>
            <p:nvPr/>
          </p:nvSpPr>
          <p:spPr>
            <a:xfrm>
              <a:off x="5648325" y="1666875"/>
              <a:ext cx="1703756" cy="436443"/>
            </a:xfrm>
            <a:custGeom>
              <a:rect l="l" t="t" r="r" b="b"/>
              <a:pathLst>
                <a:path w="1285" h="258">
                  <a:moveTo>
                    <a:pt x="0" y="0"/>
                  </a:moveTo>
                  <a:moveTo>
                    <a:pt x="1280" y="229"/>
                  </a:moveTo>
                  <a:lnTo>
                    <a:pt x="1281" y="231"/>
                  </a:lnTo>
                  <a:lnTo>
                    <a:pt x="1283" y="234"/>
                  </a:lnTo>
                  <a:lnTo>
                    <a:pt x="1285" y="237"/>
                  </a:lnTo>
                  <a:lnTo>
                    <a:pt x="1284" y="240"/>
                  </a:lnTo>
                  <a:lnTo>
                    <a:pt x="1280" y="241"/>
                  </a:lnTo>
                  <a:lnTo>
                    <a:pt x="1274" y="242"/>
                  </a:lnTo>
                  <a:lnTo>
                    <a:pt x="1269" y="242"/>
                  </a:lnTo>
                  <a:lnTo>
                    <a:pt x="1266" y="243"/>
                  </a:lnTo>
                  <a:lnTo>
                    <a:pt x="1265" y="246"/>
                  </a:lnTo>
                  <a:lnTo>
                    <a:pt x="1264" y="249"/>
                  </a:lnTo>
                  <a:lnTo>
                    <a:pt x="1262" y="251"/>
                  </a:lnTo>
                  <a:lnTo>
                    <a:pt x="1259" y="253"/>
                  </a:lnTo>
                  <a:lnTo>
                    <a:pt x="1256" y="255"/>
                  </a:lnTo>
                  <a:lnTo>
                    <a:pt x="1253" y="257"/>
                  </a:lnTo>
                  <a:lnTo>
                    <a:pt x="1249" y="258"/>
                  </a:lnTo>
                  <a:lnTo>
                    <a:pt x="1244" y="258"/>
                  </a:lnTo>
                  <a:lnTo>
                    <a:pt x="1240" y="256"/>
                  </a:lnTo>
                  <a:lnTo>
                    <a:pt x="1236" y="254"/>
                  </a:lnTo>
                  <a:lnTo>
                    <a:pt x="1233" y="253"/>
                  </a:lnTo>
                  <a:lnTo>
                    <a:pt x="1229" y="254"/>
                  </a:lnTo>
                  <a:lnTo>
                    <a:pt x="1226" y="255"/>
                  </a:lnTo>
                  <a:lnTo>
                    <a:pt x="1222" y="254"/>
                  </a:lnTo>
                  <a:lnTo>
                    <a:pt x="1221" y="251"/>
                  </a:lnTo>
                  <a:lnTo>
                    <a:pt x="1220" y="249"/>
                  </a:lnTo>
                  <a:lnTo>
                    <a:pt x="1218" y="247"/>
                  </a:lnTo>
                  <a:lnTo>
                    <a:pt x="1214" y="247"/>
                  </a:lnTo>
                  <a:lnTo>
                    <a:pt x="1210" y="247"/>
                  </a:lnTo>
                  <a:lnTo>
                    <a:pt x="1206" y="246"/>
                  </a:lnTo>
                  <a:lnTo>
                    <a:pt x="1204" y="244"/>
                  </a:lnTo>
                  <a:lnTo>
                    <a:pt x="1203" y="242"/>
                  </a:lnTo>
                  <a:lnTo>
                    <a:pt x="1203" y="239"/>
                  </a:lnTo>
                  <a:lnTo>
                    <a:pt x="1203" y="236"/>
                  </a:lnTo>
                  <a:lnTo>
                    <a:pt x="1204" y="234"/>
                  </a:lnTo>
                  <a:lnTo>
                    <a:pt x="1207" y="231"/>
                  </a:lnTo>
                  <a:lnTo>
                    <a:pt x="1211" y="229"/>
                  </a:lnTo>
                  <a:lnTo>
                    <a:pt x="1212" y="227"/>
                  </a:lnTo>
                  <a:lnTo>
                    <a:pt x="1211" y="225"/>
                  </a:lnTo>
                  <a:lnTo>
                    <a:pt x="1208" y="222"/>
                  </a:lnTo>
                  <a:lnTo>
                    <a:pt x="1206" y="219"/>
                  </a:lnTo>
                  <a:lnTo>
                    <a:pt x="1207" y="216"/>
                  </a:lnTo>
                  <a:lnTo>
                    <a:pt x="1210" y="215"/>
                  </a:lnTo>
                  <a:lnTo>
                    <a:pt x="1213" y="213"/>
                  </a:lnTo>
                  <a:lnTo>
                    <a:pt x="1214" y="211"/>
                  </a:lnTo>
                  <a:lnTo>
                    <a:pt x="1215" y="209"/>
                  </a:lnTo>
                  <a:lnTo>
                    <a:pt x="1216" y="206"/>
                  </a:lnTo>
                  <a:lnTo>
                    <a:pt x="1219" y="205"/>
                  </a:lnTo>
                  <a:lnTo>
                    <a:pt x="1223" y="205"/>
                  </a:lnTo>
                  <a:lnTo>
                    <a:pt x="1226" y="205"/>
                  </a:lnTo>
                  <a:lnTo>
                    <a:pt x="1229" y="205"/>
                  </a:lnTo>
                  <a:lnTo>
                    <a:pt x="1231" y="204"/>
                  </a:lnTo>
                  <a:lnTo>
                    <a:pt x="1234" y="204"/>
                  </a:lnTo>
                  <a:lnTo>
                    <a:pt x="1237" y="205"/>
                  </a:lnTo>
                  <a:lnTo>
                    <a:pt x="1240" y="206"/>
                  </a:lnTo>
                  <a:lnTo>
                    <a:pt x="1243" y="204"/>
                  </a:lnTo>
                  <a:lnTo>
                    <a:pt x="1246" y="201"/>
                  </a:lnTo>
                  <a:lnTo>
                    <a:pt x="1251" y="199"/>
                  </a:lnTo>
                  <a:lnTo>
                    <a:pt x="1255" y="199"/>
                  </a:lnTo>
                  <a:lnTo>
                    <a:pt x="1258" y="202"/>
                  </a:lnTo>
                  <a:lnTo>
                    <a:pt x="1259" y="206"/>
                  </a:lnTo>
                  <a:lnTo>
                    <a:pt x="1260" y="209"/>
                  </a:lnTo>
                  <a:lnTo>
                    <a:pt x="1263" y="211"/>
                  </a:lnTo>
                  <a:lnTo>
                    <a:pt x="1266" y="212"/>
                  </a:lnTo>
                  <a:lnTo>
                    <a:pt x="1269" y="214"/>
                  </a:lnTo>
                  <a:lnTo>
                    <a:pt x="1271" y="216"/>
                  </a:lnTo>
                  <a:lnTo>
                    <a:pt x="1272" y="218"/>
                  </a:lnTo>
                  <a:lnTo>
                    <a:pt x="1275" y="220"/>
                  </a:lnTo>
                  <a:lnTo>
                    <a:pt x="1278" y="222"/>
                  </a:lnTo>
                  <a:lnTo>
                    <a:pt x="1280" y="224"/>
                  </a:lnTo>
                  <a:lnTo>
                    <a:pt x="1281" y="226"/>
                  </a:lnTo>
                  <a:close/>
                </a:path>
              </a:pathLst>
            </a:custGeom>
            <a:solidFill>
              <a:srgbClr val="86D1BC">
                <a:alpha val="9600"/>
              </a:srgbClr>
            </a:solidFill>
            <a:ln>
              <a:noFill/>
            </a:ln>
          </p:spPr>
          <p:txBody>
            <a:bodyPr anchor="ctr"/>
            <a:lstStyle/>
            <a:p>
              <a:pPr algn="ctr">
                <a:buNone/>
              </a:pPr>
            </a:p>
          </p:txBody>
        </p:sp>
        <p:sp>
          <p:nvSpPr>
            <p:cNvPr id="7553" name="addition:spatial:42">
              <a:extLst>
                <a:ext uri="{FF2B5EF4-FFF2-40B4-BE49-F238E27FC236}">
                  <ns2:creationId id="{7EFEC853-255E-4563-986E-D073BAB705F7}"/>
                </a:ext>
              </a:extLst>
            </p:cNvPr>
            <p:cNvSpPr>
              <a:spLocks noGrp="1"/>
            </p:cNvSpPr>
            <p:nvPr/>
          </p:nvSpPr>
          <p:spPr>
            <a:xfrm>
              <a:off x="5648325" y="1666875"/>
              <a:ext cx="1755465" cy="449976"/>
            </a:xfrm>
            <a:custGeom>
              <a:rect l="l" t="t" r="r" b="b"/>
              <a:pathLst>
                <a:path w="1324" h="266">
                  <a:moveTo>
                    <a:pt x="0" y="0"/>
                  </a:moveTo>
                  <a:moveTo>
                    <a:pt x="1315" y="235"/>
                  </a:moveTo>
                  <a:lnTo>
                    <a:pt x="1319" y="238"/>
                  </a:lnTo>
                  <a:lnTo>
                    <a:pt x="1323" y="241"/>
                  </a:lnTo>
                  <a:lnTo>
                    <a:pt x="1324" y="244"/>
                  </a:lnTo>
                  <a:lnTo>
                    <a:pt x="1322" y="246"/>
                  </a:lnTo>
                  <a:lnTo>
                    <a:pt x="1320" y="248"/>
                  </a:lnTo>
                  <a:lnTo>
                    <a:pt x="1317" y="250"/>
                  </a:lnTo>
                  <a:lnTo>
                    <a:pt x="1314" y="252"/>
                  </a:lnTo>
                  <a:lnTo>
                    <a:pt x="1310" y="253"/>
                  </a:lnTo>
                  <a:lnTo>
                    <a:pt x="1306" y="253"/>
                  </a:lnTo>
                  <a:lnTo>
                    <a:pt x="1303" y="254"/>
                  </a:lnTo>
                  <a:lnTo>
                    <a:pt x="1301" y="256"/>
                  </a:lnTo>
                  <a:lnTo>
                    <a:pt x="1300" y="260"/>
                  </a:lnTo>
                  <a:lnTo>
                    <a:pt x="1298" y="263"/>
                  </a:lnTo>
                  <a:lnTo>
                    <a:pt x="1294" y="265"/>
                  </a:lnTo>
                  <a:lnTo>
                    <a:pt x="1290" y="265"/>
                  </a:lnTo>
                  <a:lnTo>
                    <a:pt x="1285" y="264"/>
                  </a:lnTo>
                  <a:lnTo>
                    <a:pt x="1281" y="263"/>
                  </a:lnTo>
                  <a:lnTo>
                    <a:pt x="1277" y="265"/>
                  </a:lnTo>
                  <a:lnTo>
                    <a:pt x="1273" y="266"/>
                  </a:lnTo>
                  <a:lnTo>
                    <a:pt x="1269" y="266"/>
                  </a:lnTo>
                  <a:lnTo>
                    <a:pt x="1265" y="264"/>
                  </a:lnTo>
                  <a:lnTo>
                    <a:pt x="1262" y="261"/>
                  </a:lnTo>
                  <a:lnTo>
                    <a:pt x="1260" y="259"/>
                  </a:lnTo>
                  <a:lnTo>
                    <a:pt x="1257" y="257"/>
                  </a:lnTo>
                  <a:lnTo>
                    <a:pt x="1254" y="256"/>
                  </a:lnTo>
                  <a:lnTo>
                    <a:pt x="1252" y="254"/>
                  </a:lnTo>
                  <a:lnTo>
                    <a:pt x="1250" y="252"/>
                  </a:lnTo>
                  <a:lnTo>
                    <a:pt x="1247" y="251"/>
                  </a:lnTo>
                  <a:lnTo>
                    <a:pt x="1242" y="250"/>
                  </a:lnTo>
                  <a:lnTo>
                    <a:pt x="1237" y="249"/>
                  </a:lnTo>
                  <a:lnTo>
                    <a:pt x="1234" y="247"/>
                  </a:lnTo>
                  <a:lnTo>
                    <a:pt x="1235" y="244"/>
                  </a:lnTo>
                  <a:lnTo>
                    <a:pt x="1239" y="240"/>
                  </a:lnTo>
                  <a:lnTo>
                    <a:pt x="1243" y="237"/>
                  </a:lnTo>
                  <a:lnTo>
                    <a:pt x="1244" y="235"/>
                  </a:lnTo>
                  <a:lnTo>
                    <a:pt x="1244" y="233"/>
                  </a:lnTo>
                  <a:lnTo>
                    <a:pt x="1244" y="230"/>
                  </a:lnTo>
                  <a:lnTo>
                    <a:pt x="1245" y="227"/>
                  </a:lnTo>
                  <a:lnTo>
                    <a:pt x="1247" y="225"/>
                  </a:lnTo>
                  <a:lnTo>
                    <a:pt x="1249" y="223"/>
                  </a:lnTo>
                  <a:lnTo>
                    <a:pt x="1250" y="220"/>
                  </a:lnTo>
                  <a:lnTo>
                    <a:pt x="1250" y="218"/>
                  </a:lnTo>
                  <a:lnTo>
                    <a:pt x="1252" y="215"/>
                  </a:lnTo>
                  <a:lnTo>
                    <a:pt x="1255" y="214"/>
                  </a:lnTo>
                  <a:lnTo>
                    <a:pt x="1258" y="212"/>
                  </a:lnTo>
                  <a:lnTo>
                    <a:pt x="1260" y="210"/>
                  </a:lnTo>
                  <a:lnTo>
                    <a:pt x="1262" y="207"/>
                  </a:lnTo>
                  <a:lnTo>
                    <a:pt x="1264" y="205"/>
                  </a:lnTo>
                  <a:lnTo>
                    <a:pt x="1268" y="205"/>
                  </a:lnTo>
                  <a:lnTo>
                    <a:pt x="1272" y="207"/>
                  </a:lnTo>
                  <a:lnTo>
                    <a:pt x="1276" y="210"/>
                  </a:lnTo>
                  <a:lnTo>
                    <a:pt x="1278" y="212"/>
                  </a:lnTo>
                  <a:lnTo>
                    <a:pt x="1280" y="210"/>
                  </a:lnTo>
                  <a:lnTo>
                    <a:pt x="1283" y="208"/>
                  </a:lnTo>
                  <a:lnTo>
                    <a:pt x="1287" y="206"/>
                  </a:lnTo>
                  <a:lnTo>
                    <a:pt x="1290" y="206"/>
                  </a:lnTo>
                  <a:lnTo>
                    <a:pt x="1293" y="207"/>
                  </a:lnTo>
                  <a:lnTo>
                    <a:pt x="1297" y="207"/>
                  </a:lnTo>
                  <a:lnTo>
                    <a:pt x="1300" y="208"/>
                  </a:lnTo>
                  <a:lnTo>
                    <a:pt x="1303" y="210"/>
                  </a:lnTo>
                  <a:lnTo>
                    <a:pt x="1304" y="213"/>
                  </a:lnTo>
                  <a:lnTo>
                    <a:pt x="1305" y="217"/>
                  </a:lnTo>
                  <a:lnTo>
                    <a:pt x="1306" y="219"/>
                  </a:lnTo>
                  <a:lnTo>
                    <a:pt x="1308" y="221"/>
                  </a:lnTo>
                  <a:lnTo>
                    <a:pt x="1312" y="222"/>
                  </a:lnTo>
                  <a:lnTo>
                    <a:pt x="1315" y="225"/>
                  </a:lnTo>
                  <a:lnTo>
                    <a:pt x="1315" y="227"/>
                  </a:lnTo>
                  <a:lnTo>
                    <a:pt x="1313" y="230"/>
                  </a:lnTo>
                  <a:lnTo>
                    <a:pt x="1312" y="233"/>
                  </a:lnTo>
                  <a:close/>
                </a:path>
              </a:pathLst>
            </a:custGeom>
            <a:solidFill>
              <a:srgbClr val="86D1BC">
                <a:alpha val="9600"/>
              </a:srgbClr>
            </a:solidFill>
            <a:ln>
              <a:noFill/>
            </a:ln>
          </p:spPr>
          <p:txBody>
            <a:bodyPr anchor="ctr"/>
            <a:lstStyle/>
            <a:p>
              <a:pPr algn="ctr">
                <a:buNone/>
              </a:pPr>
            </a:p>
          </p:txBody>
        </p:sp>
        <p:sp>
          <p:nvSpPr>
            <p:cNvPr id="7554" name="addition:spatial:43">
              <a:extLst>
                <a:ext uri="{FF2B5EF4-FFF2-40B4-BE49-F238E27FC236}">
                  <ns2:creationId id="{AF478530-FD04-49C6-988E-9604852DFD48}"/>
                </a:ext>
              </a:extLst>
            </p:cNvPr>
            <p:cNvSpPr>
              <a:spLocks noGrp="1"/>
            </p:cNvSpPr>
            <p:nvPr/>
          </p:nvSpPr>
          <p:spPr>
            <a:xfrm>
              <a:off x="5648325" y="1666875"/>
              <a:ext cx="1800545" cy="493959"/>
            </a:xfrm>
            <a:custGeom>
              <a:rect l="l" t="t" r="r" b="b"/>
              <a:pathLst>
                <a:path w="1358" h="292">
                  <a:moveTo>
                    <a:pt x="0" y="0"/>
                  </a:moveTo>
                  <a:moveTo>
                    <a:pt x="1358" y="259"/>
                  </a:moveTo>
                  <a:lnTo>
                    <a:pt x="1357" y="262"/>
                  </a:lnTo>
                  <a:lnTo>
                    <a:pt x="1356" y="265"/>
                  </a:lnTo>
                  <a:lnTo>
                    <a:pt x="1356" y="268"/>
                  </a:lnTo>
                  <a:lnTo>
                    <a:pt x="1355" y="271"/>
                  </a:lnTo>
                  <a:lnTo>
                    <a:pt x="1352" y="274"/>
                  </a:lnTo>
                  <a:lnTo>
                    <a:pt x="1346" y="275"/>
                  </a:lnTo>
                  <a:lnTo>
                    <a:pt x="1340" y="275"/>
                  </a:lnTo>
                  <a:lnTo>
                    <a:pt x="1336" y="276"/>
                  </a:lnTo>
                  <a:lnTo>
                    <a:pt x="1335" y="279"/>
                  </a:lnTo>
                  <a:lnTo>
                    <a:pt x="1335" y="283"/>
                  </a:lnTo>
                  <a:lnTo>
                    <a:pt x="1334" y="288"/>
                  </a:lnTo>
                  <a:lnTo>
                    <a:pt x="1331" y="290"/>
                  </a:lnTo>
                  <a:lnTo>
                    <a:pt x="1326" y="291"/>
                  </a:lnTo>
                  <a:lnTo>
                    <a:pt x="1321" y="291"/>
                  </a:lnTo>
                  <a:lnTo>
                    <a:pt x="1317" y="291"/>
                  </a:lnTo>
                  <a:lnTo>
                    <a:pt x="1312" y="292"/>
                  </a:lnTo>
                  <a:lnTo>
                    <a:pt x="1308" y="292"/>
                  </a:lnTo>
                  <a:lnTo>
                    <a:pt x="1304" y="290"/>
                  </a:lnTo>
                  <a:lnTo>
                    <a:pt x="1301" y="288"/>
                  </a:lnTo>
                  <a:lnTo>
                    <a:pt x="1297" y="288"/>
                  </a:lnTo>
                  <a:lnTo>
                    <a:pt x="1294" y="288"/>
                  </a:lnTo>
                  <a:lnTo>
                    <a:pt x="1290" y="288"/>
                  </a:lnTo>
                  <a:lnTo>
                    <a:pt x="1287" y="287"/>
                  </a:lnTo>
                  <a:lnTo>
                    <a:pt x="1286" y="284"/>
                  </a:lnTo>
                  <a:lnTo>
                    <a:pt x="1284" y="281"/>
                  </a:lnTo>
                  <a:lnTo>
                    <a:pt x="1281" y="280"/>
                  </a:lnTo>
                  <a:lnTo>
                    <a:pt x="1276" y="281"/>
                  </a:lnTo>
                  <a:lnTo>
                    <a:pt x="1270" y="280"/>
                  </a:lnTo>
                  <a:lnTo>
                    <a:pt x="1267" y="278"/>
                  </a:lnTo>
                  <a:lnTo>
                    <a:pt x="1267" y="275"/>
                  </a:lnTo>
                  <a:lnTo>
                    <a:pt x="1270" y="271"/>
                  </a:lnTo>
                  <a:lnTo>
                    <a:pt x="1272" y="267"/>
                  </a:lnTo>
                  <a:lnTo>
                    <a:pt x="1273" y="265"/>
                  </a:lnTo>
                  <a:lnTo>
                    <a:pt x="1274" y="262"/>
                  </a:lnTo>
                  <a:lnTo>
                    <a:pt x="1275" y="259"/>
                  </a:lnTo>
                  <a:lnTo>
                    <a:pt x="1276" y="257"/>
                  </a:lnTo>
                  <a:lnTo>
                    <a:pt x="1275" y="254"/>
                  </a:lnTo>
                  <a:lnTo>
                    <a:pt x="1273" y="251"/>
                  </a:lnTo>
                  <a:lnTo>
                    <a:pt x="1270" y="248"/>
                  </a:lnTo>
                  <a:lnTo>
                    <a:pt x="1270" y="244"/>
                  </a:lnTo>
                  <a:lnTo>
                    <a:pt x="1272" y="242"/>
                  </a:lnTo>
                  <a:lnTo>
                    <a:pt x="1277" y="241"/>
                  </a:lnTo>
                  <a:lnTo>
                    <a:pt x="1280" y="239"/>
                  </a:lnTo>
                  <a:lnTo>
                    <a:pt x="1281" y="237"/>
                  </a:lnTo>
                  <a:lnTo>
                    <a:pt x="1282" y="233"/>
                  </a:lnTo>
                  <a:lnTo>
                    <a:pt x="1284" y="231"/>
                  </a:lnTo>
                  <a:lnTo>
                    <a:pt x="1287" y="230"/>
                  </a:lnTo>
                  <a:lnTo>
                    <a:pt x="1292" y="232"/>
                  </a:lnTo>
                  <a:lnTo>
                    <a:pt x="1296" y="233"/>
                  </a:lnTo>
                  <a:lnTo>
                    <a:pt x="1299" y="233"/>
                  </a:lnTo>
                  <a:lnTo>
                    <a:pt x="1301" y="231"/>
                  </a:lnTo>
                  <a:lnTo>
                    <a:pt x="1304" y="230"/>
                  </a:lnTo>
                  <a:lnTo>
                    <a:pt x="1308" y="229"/>
                  </a:lnTo>
                  <a:lnTo>
                    <a:pt x="1312" y="228"/>
                  </a:lnTo>
                  <a:lnTo>
                    <a:pt x="1316" y="227"/>
                  </a:lnTo>
                  <a:lnTo>
                    <a:pt x="1321" y="225"/>
                  </a:lnTo>
                  <a:lnTo>
                    <a:pt x="1326" y="225"/>
                  </a:lnTo>
                  <a:lnTo>
                    <a:pt x="1329" y="228"/>
                  </a:lnTo>
                  <a:lnTo>
                    <a:pt x="1331" y="233"/>
                  </a:lnTo>
                  <a:lnTo>
                    <a:pt x="1331" y="237"/>
                  </a:lnTo>
                  <a:lnTo>
                    <a:pt x="1333" y="240"/>
                  </a:lnTo>
                  <a:lnTo>
                    <a:pt x="1337" y="241"/>
                  </a:lnTo>
                  <a:lnTo>
                    <a:pt x="1343" y="241"/>
                  </a:lnTo>
                  <a:lnTo>
                    <a:pt x="1346" y="243"/>
                  </a:lnTo>
                  <a:lnTo>
                    <a:pt x="1348" y="246"/>
                  </a:lnTo>
                  <a:lnTo>
                    <a:pt x="1349" y="249"/>
                  </a:lnTo>
                  <a:lnTo>
                    <a:pt x="1350" y="251"/>
                  </a:lnTo>
                  <a:lnTo>
                    <a:pt x="1353" y="254"/>
                  </a:lnTo>
                  <a:lnTo>
                    <a:pt x="1356" y="256"/>
                  </a:lnTo>
                  <a:close/>
                </a:path>
              </a:pathLst>
            </a:custGeom>
            <a:solidFill>
              <a:srgbClr val="86D1BC">
                <a:alpha val="9600"/>
              </a:srgbClr>
            </a:solidFill>
            <a:ln>
              <a:noFill/>
            </a:ln>
          </p:spPr>
          <p:txBody>
            <a:bodyPr anchor="ctr"/>
            <a:lstStyle/>
            <a:p>
              <a:pPr algn="ctr">
                <a:buNone/>
              </a:pPr>
            </a:p>
          </p:txBody>
        </p:sp>
        <p:sp>
          <p:nvSpPr>
            <p:cNvPr id="7555" name="addition:spatial:44">
              <a:extLst>
                <a:ext uri="{FF2B5EF4-FFF2-40B4-BE49-F238E27FC236}">
                  <ns2:creationId id="{4899FA95-3EB3-4B5B-A9E1-26DC132560A2}"/>
                </a:ext>
              </a:extLst>
            </p:cNvPr>
            <p:cNvSpPr>
              <a:spLocks noGrp="1"/>
            </p:cNvSpPr>
            <p:nvPr/>
          </p:nvSpPr>
          <p:spPr>
            <a:xfrm>
              <a:off x="5648325" y="1666875"/>
              <a:ext cx="1778005" cy="548091"/>
            </a:xfrm>
            <a:custGeom>
              <a:rect l="l" t="t" r="r" b="b"/>
              <a:pathLst>
                <a:path w="1341" h="324">
                  <a:moveTo>
                    <a:pt x="0" y="0"/>
                  </a:moveTo>
                  <a:moveTo>
                    <a:pt x="1341" y="286"/>
                  </a:moveTo>
                  <a:lnTo>
                    <a:pt x="1339" y="289"/>
                  </a:lnTo>
                  <a:lnTo>
                    <a:pt x="1338" y="292"/>
                  </a:lnTo>
                  <a:lnTo>
                    <a:pt x="1337" y="295"/>
                  </a:lnTo>
                  <a:lnTo>
                    <a:pt x="1335" y="298"/>
                  </a:lnTo>
                  <a:lnTo>
                    <a:pt x="1332" y="300"/>
                  </a:lnTo>
                  <a:lnTo>
                    <a:pt x="1328" y="302"/>
                  </a:lnTo>
                  <a:lnTo>
                    <a:pt x="1324" y="304"/>
                  </a:lnTo>
                  <a:lnTo>
                    <a:pt x="1321" y="306"/>
                  </a:lnTo>
                  <a:lnTo>
                    <a:pt x="1319" y="309"/>
                  </a:lnTo>
                  <a:lnTo>
                    <a:pt x="1316" y="311"/>
                  </a:lnTo>
                  <a:lnTo>
                    <a:pt x="1311" y="312"/>
                  </a:lnTo>
                  <a:lnTo>
                    <a:pt x="1305" y="312"/>
                  </a:lnTo>
                  <a:lnTo>
                    <a:pt x="1300" y="313"/>
                  </a:lnTo>
                  <a:lnTo>
                    <a:pt x="1297" y="316"/>
                  </a:lnTo>
                  <a:lnTo>
                    <a:pt x="1293" y="320"/>
                  </a:lnTo>
                  <a:lnTo>
                    <a:pt x="1288" y="324"/>
                  </a:lnTo>
                  <a:lnTo>
                    <a:pt x="1282" y="324"/>
                  </a:lnTo>
                  <a:lnTo>
                    <a:pt x="1276" y="321"/>
                  </a:lnTo>
                  <a:lnTo>
                    <a:pt x="1272" y="317"/>
                  </a:lnTo>
                  <a:lnTo>
                    <a:pt x="1267" y="315"/>
                  </a:lnTo>
                  <a:lnTo>
                    <a:pt x="1263" y="314"/>
                  </a:lnTo>
                  <a:lnTo>
                    <a:pt x="1259" y="313"/>
                  </a:lnTo>
                  <a:lnTo>
                    <a:pt x="1256" y="311"/>
                  </a:lnTo>
                  <a:lnTo>
                    <a:pt x="1252" y="310"/>
                  </a:lnTo>
                  <a:lnTo>
                    <a:pt x="1248" y="310"/>
                  </a:lnTo>
                  <a:lnTo>
                    <a:pt x="1242" y="310"/>
                  </a:lnTo>
                  <a:lnTo>
                    <a:pt x="1236" y="309"/>
                  </a:lnTo>
                  <a:lnTo>
                    <a:pt x="1233" y="307"/>
                  </a:lnTo>
                  <a:lnTo>
                    <a:pt x="1234" y="303"/>
                  </a:lnTo>
                  <a:lnTo>
                    <a:pt x="1235" y="300"/>
                  </a:lnTo>
                  <a:lnTo>
                    <a:pt x="1235" y="297"/>
                  </a:lnTo>
                  <a:lnTo>
                    <a:pt x="1232" y="295"/>
                  </a:lnTo>
                  <a:lnTo>
                    <a:pt x="1229" y="292"/>
                  </a:lnTo>
                  <a:lnTo>
                    <a:pt x="1229" y="289"/>
                  </a:lnTo>
                  <a:lnTo>
                    <a:pt x="1233" y="286"/>
                  </a:lnTo>
                  <a:lnTo>
                    <a:pt x="1238" y="283"/>
                  </a:lnTo>
                  <a:lnTo>
                    <a:pt x="1242" y="281"/>
                  </a:lnTo>
                  <a:lnTo>
                    <a:pt x="1242" y="279"/>
                  </a:lnTo>
                  <a:lnTo>
                    <a:pt x="1241" y="276"/>
                  </a:lnTo>
                  <a:lnTo>
                    <a:pt x="1241" y="273"/>
                  </a:lnTo>
                  <a:lnTo>
                    <a:pt x="1242" y="270"/>
                  </a:lnTo>
                  <a:lnTo>
                    <a:pt x="1242" y="266"/>
                  </a:lnTo>
                  <a:lnTo>
                    <a:pt x="1243" y="263"/>
                  </a:lnTo>
                  <a:lnTo>
                    <a:pt x="1244" y="259"/>
                  </a:lnTo>
                  <a:lnTo>
                    <a:pt x="1247" y="257"/>
                  </a:lnTo>
                  <a:lnTo>
                    <a:pt x="1253" y="257"/>
                  </a:lnTo>
                  <a:lnTo>
                    <a:pt x="1260" y="259"/>
                  </a:lnTo>
                  <a:lnTo>
                    <a:pt x="1265" y="261"/>
                  </a:lnTo>
                  <a:lnTo>
                    <a:pt x="1268" y="260"/>
                  </a:lnTo>
                  <a:lnTo>
                    <a:pt x="1270" y="257"/>
                  </a:lnTo>
                  <a:lnTo>
                    <a:pt x="1273" y="254"/>
                  </a:lnTo>
                  <a:lnTo>
                    <a:pt x="1277" y="254"/>
                  </a:lnTo>
                  <a:lnTo>
                    <a:pt x="1281" y="255"/>
                  </a:lnTo>
                  <a:lnTo>
                    <a:pt x="1285" y="256"/>
                  </a:lnTo>
                  <a:lnTo>
                    <a:pt x="1289" y="256"/>
                  </a:lnTo>
                  <a:lnTo>
                    <a:pt x="1294" y="255"/>
                  </a:lnTo>
                  <a:lnTo>
                    <a:pt x="1299" y="255"/>
                  </a:lnTo>
                  <a:lnTo>
                    <a:pt x="1304" y="256"/>
                  </a:lnTo>
                  <a:lnTo>
                    <a:pt x="1307" y="258"/>
                  </a:lnTo>
                  <a:lnTo>
                    <a:pt x="1312" y="260"/>
                  </a:lnTo>
                  <a:lnTo>
                    <a:pt x="1316" y="261"/>
                  </a:lnTo>
                  <a:lnTo>
                    <a:pt x="1320" y="264"/>
                  </a:lnTo>
                  <a:lnTo>
                    <a:pt x="1321" y="267"/>
                  </a:lnTo>
                  <a:lnTo>
                    <a:pt x="1319" y="271"/>
                  </a:lnTo>
                  <a:lnTo>
                    <a:pt x="1318" y="275"/>
                  </a:lnTo>
                  <a:lnTo>
                    <a:pt x="1320" y="277"/>
                  </a:lnTo>
                  <a:lnTo>
                    <a:pt x="1327" y="278"/>
                  </a:lnTo>
                  <a:lnTo>
                    <a:pt x="1335" y="280"/>
                  </a:lnTo>
                  <a:lnTo>
                    <a:pt x="1341" y="283"/>
                  </a:lnTo>
                  <a:close/>
                </a:path>
              </a:pathLst>
            </a:custGeom>
            <a:solidFill>
              <a:srgbClr val="86D1BC">
                <a:alpha val="9600"/>
              </a:srgbClr>
            </a:solidFill>
            <a:ln>
              <a:noFill/>
            </a:ln>
          </p:spPr>
          <p:txBody>
            <a:bodyPr anchor="ctr"/>
            <a:lstStyle/>
            <a:p>
              <a:pPr algn="ctr">
                <a:buNone/>
              </a:pPr>
            </a:p>
          </p:txBody>
        </p:sp>
        <p:sp>
          <p:nvSpPr>
            <p:cNvPr id="7556" name="addition:spatial:45">
              <a:extLst>
                <a:ext uri="{FF2B5EF4-FFF2-40B4-BE49-F238E27FC236}">
                  <ns2:creationId id="{943EECAD-98D7-4ACC-85D7-351EA3837B96}"/>
                </a:ext>
              </a:extLst>
            </p:cNvPr>
            <p:cNvSpPr>
              <a:spLocks noGrp="1"/>
            </p:cNvSpPr>
            <p:nvPr/>
          </p:nvSpPr>
          <p:spPr>
            <a:xfrm>
              <a:off x="5648325" y="1666875"/>
              <a:ext cx="1705082" cy="544708"/>
            </a:xfrm>
            <a:custGeom>
              <a:rect l="l" t="t" r="r" b="b"/>
              <a:pathLst>
                <a:path w="1286" h="322">
                  <a:moveTo>
                    <a:pt x="0" y="0"/>
                  </a:moveTo>
                  <a:moveTo>
                    <a:pt x="1281" y="289"/>
                  </a:moveTo>
                  <a:lnTo>
                    <a:pt x="1284" y="292"/>
                  </a:lnTo>
                  <a:lnTo>
                    <a:pt x="1286" y="296"/>
                  </a:lnTo>
                  <a:lnTo>
                    <a:pt x="1286" y="299"/>
                  </a:lnTo>
                  <a:lnTo>
                    <a:pt x="1282" y="301"/>
                  </a:lnTo>
                  <a:lnTo>
                    <a:pt x="1276" y="302"/>
                  </a:lnTo>
                  <a:lnTo>
                    <a:pt x="1269" y="303"/>
                  </a:lnTo>
                  <a:lnTo>
                    <a:pt x="1265" y="304"/>
                  </a:lnTo>
                  <a:lnTo>
                    <a:pt x="1265" y="307"/>
                  </a:lnTo>
                  <a:lnTo>
                    <a:pt x="1264" y="311"/>
                  </a:lnTo>
                  <a:lnTo>
                    <a:pt x="1262" y="314"/>
                  </a:lnTo>
                  <a:lnTo>
                    <a:pt x="1259" y="316"/>
                  </a:lnTo>
                  <a:lnTo>
                    <a:pt x="1254" y="317"/>
                  </a:lnTo>
                  <a:lnTo>
                    <a:pt x="1250" y="318"/>
                  </a:lnTo>
                  <a:lnTo>
                    <a:pt x="1246" y="320"/>
                  </a:lnTo>
                  <a:lnTo>
                    <a:pt x="1242" y="322"/>
                  </a:lnTo>
                  <a:lnTo>
                    <a:pt x="1237" y="322"/>
                  </a:lnTo>
                  <a:lnTo>
                    <a:pt x="1232" y="321"/>
                  </a:lnTo>
                  <a:lnTo>
                    <a:pt x="1228" y="321"/>
                  </a:lnTo>
                  <a:lnTo>
                    <a:pt x="1223" y="321"/>
                  </a:lnTo>
                  <a:lnTo>
                    <a:pt x="1219" y="321"/>
                  </a:lnTo>
                  <a:lnTo>
                    <a:pt x="1215" y="320"/>
                  </a:lnTo>
                  <a:lnTo>
                    <a:pt x="1213" y="316"/>
                  </a:lnTo>
                  <a:lnTo>
                    <a:pt x="1212" y="312"/>
                  </a:lnTo>
                  <a:lnTo>
                    <a:pt x="1210" y="310"/>
                  </a:lnTo>
                  <a:lnTo>
                    <a:pt x="1206" y="311"/>
                  </a:lnTo>
                  <a:lnTo>
                    <a:pt x="1200" y="312"/>
                  </a:lnTo>
                  <a:lnTo>
                    <a:pt x="1194" y="312"/>
                  </a:lnTo>
                  <a:lnTo>
                    <a:pt x="1190" y="310"/>
                  </a:lnTo>
                  <a:lnTo>
                    <a:pt x="1190" y="307"/>
                  </a:lnTo>
                  <a:lnTo>
                    <a:pt x="1190" y="304"/>
                  </a:lnTo>
                  <a:lnTo>
                    <a:pt x="1190" y="301"/>
                  </a:lnTo>
                  <a:lnTo>
                    <a:pt x="1190" y="298"/>
                  </a:lnTo>
                  <a:lnTo>
                    <a:pt x="1192" y="295"/>
                  </a:lnTo>
                  <a:lnTo>
                    <a:pt x="1194" y="292"/>
                  </a:lnTo>
                  <a:lnTo>
                    <a:pt x="1196" y="289"/>
                  </a:lnTo>
                  <a:lnTo>
                    <a:pt x="1196" y="287"/>
                  </a:lnTo>
                  <a:lnTo>
                    <a:pt x="1194" y="284"/>
                  </a:lnTo>
                  <a:lnTo>
                    <a:pt x="1192" y="281"/>
                  </a:lnTo>
                  <a:lnTo>
                    <a:pt x="1194" y="278"/>
                  </a:lnTo>
                  <a:lnTo>
                    <a:pt x="1197" y="276"/>
                  </a:lnTo>
                  <a:lnTo>
                    <a:pt x="1200" y="274"/>
                  </a:lnTo>
                  <a:lnTo>
                    <a:pt x="1201" y="271"/>
                  </a:lnTo>
                  <a:lnTo>
                    <a:pt x="1200" y="267"/>
                  </a:lnTo>
                  <a:lnTo>
                    <a:pt x="1200" y="263"/>
                  </a:lnTo>
                  <a:lnTo>
                    <a:pt x="1202" y="261"/>
                  </a:lnTo>
                  <a:lnTo>
                    <a:pt x="1207" y="260"/>
                  </a:lnTo>
                  <a:lnTo>
                    <a:pt x="1212" y="261"/>
                  </a:lnTo>
                  <a:lnTo>
                    <a:pt x="1216" y="262"/>
                  </a:lnTo>
                  <a:lnTo>
                    <a:pt x="1219" y="262"/>
                  </a:lnTo>
                  <a:lnTo>
                    <a:pt x="1222" y="262"/>
                  </a:lnTo>
                  <a:lnTo>
                    <a:pt x="1226" y="262"/>
                  </a:lnTo>
                  <a:lnTo>
                    <a:pt x="1229" y="262"/>
                  </a:lnTo>
                  <a:lnTo>
                    <a:pt x="1232" y="260"/>
                  </a:lnTo>
                  <a:lnTo>
                    <a:pt x="1236" y="257"/>
                  </a:lnTo>
                  <a:lnTo>
                    <a:pt x="1240" y="255"/>
                  </a:lnTo>
                  <a:lnTo>
                    <a:pt x="1245" y="254"/>
                  </a:lnTo>
                  <a:lnTo>
                    <a:pt x="1249" y="257"/>
                  </a:lnTo>
                  <a:lnTo>
                    <a:pt x="1251" y="261"/>
                  </a:lnTo>
                  <a:lnTo>
                    <a:pt x="1253" y="264"/>
                  </a:lnTo>
                  <a:lnTo>
                    <a:pt x="1257" y="266"/>
                  </a:lnTo>
                  <a:lnTo>
                    <a:pt x="1261" y="266"/>
                  </a:lnTo>
                  <a:lnTo>
                    <a:pt x="1266" y="268"/>
                  </a:lnTo>
                  <a:lnTo>
                    <a:pt x="1268" y="271"/>
                  </a:lnTo>
                  <a:lnTo>
                    <a:pt x="1268" y="274"/>
                  </a:lnTo>
                  <a:lnTo>
                    <a:pt x="1269" y="277"/>
                  </a:lnTo>
                  <a:lnTo>
                    <a:pt x="1271" y="279"/>
                  </a:lnTo>
                  <a:lnTo>
                    <a:pt x="1275" y="281"/>
                  </a:lnTo>
                  <a:lnTo>
                    <a:pt x="1277" y="284"/>
                  </a:lnTo>
                  <a:lnTo>
                    <a:pt x="1279" y="286"/>
                  </a:lnTo>
                  <a:close/>
                </a:path>
              </a:pathLst>
            </a:custGeom>
            <a:solidFill>
              <a:srgbClr val="86D1BC">
                <a:alpha val="9600"/>
              </a:srgbClr>
            </a:solidFill>
            <a:ln>
              <a:noFill/>
            </a:ln>
          </p:spPr>
          <p:txBody>
            <a:bodyPr anchor="ctr"/>
            <a:lstStyle/>
            <a:p>
              <a:pPr algn="ctr">
                <a:buNone/>
              </a:pPr>
            </a:p>
          </p:txBody>
        </p:sp>
        <p:sp>
          <p:nvSpPr>
            <p:cNvPr id="7557" name="addition:spatial:46">
              <a:extLst>
                <a:ext uri="{FF2B5EF4-FFF2-40B4-BE49-F238E27FC236}">
                  <ns2:creationId id="{C2D3D597-6C81-4529-A5F1-B84CEF5F0181}"/>
                </a:ext>
              </a:extLst>
            </p:cNvPr>
            <p:cNvSpPr>
              <a:spLocks noGrp="1"/>
            </p:cNvSpPr>
            <p:nvPr/>
          </p:nvSpPr>
          <p:spPr>
            <a:xfrm>
              <a:off x="5648325" y="1666875"/>
              <a:ext cx="1637462" cy="514259"/>
            </a:xfrm>
            <a:custGeom>
              <a:rect l="l" t="t" r="r" b="b"/>
              <a:pathLst>
                <a:path w="1235" h="304">
                  <a:moveTo>
                    <a:pt x="0" y="0"/>
                  </a:moveTo>
                  <a:moveTo>
                    <a:pt x="1234" y="278"/>
                  </a:moveTo>
                  <a:lnTo>
                    <a:pt x="1232" y="280"/>
                  </a:lnTo>
                  <a:lnTo>
                    <a:pt x="1230" y="282"/>
                  </a:lnTo>
                  <a:lnTo>
                    <a:pt x="1228" y="285"/>
                  </a:lnTo>
                  <a:lnTo>
                    <a:pt x="1225" y="287"/>
                  </a:lnTo>
                  <a:lnTo>
                    <a:pt x="1222" y="288"/>
                  </a:lnTo>
                  <a:lnTo>
                    <a:pt x="1218" y="289"/>
                  </a:lnTo>
                  <a:lnTo>
                    <a:pt x="1217" y="291"/>
                  </a:lnTo>
                  <a:lnTo>
                    <a:pt x="1218" y="295"/>
                  </a:lnTo>
                  <a:lnTo>
                    <a:pt x="1218" y="299"/>
                  </a:lnTo>
                  <a:lnTo>
                    <a:pt x="1217" y="302"/>
                  </a:lnTo>
                  <a:lnTo>
                    <a:pt x="1214" y="304"/>
                  </a:lnTo>
                  <a:lnTo>
                    <a:pt x="1209" y="303"/>
                  </a:lnTo>
                  <a:lnTo>
                    <a:pt x="1205" y="302"/>
                  </a:lnTo>
                  <a:lnTo>
                    <a:pt x="1202" y="302"/>
                  </a:lnTo>
                  <a:lnTo>
                    <a:pt x="1199" y="303"/>
                  </a:lnTo>
                  <a:lnTo>
                    <a:pt x="1197" y="304"/>
                  </a:lnTo>
                  <a:lnTo>
                    <a:pt x="1194" y="304"/>
                  </a:lnTo>
                  <a:lnTo>
                    <a:pt x="1191" y="303"/>
                  </a:lnTo>
                  <a:lnTo>
                    <a:pt x="1189" y="302"/>
                  </a:lnTo>
                  <a:lnTo>
                    <a:pt x="1186" y="302"/>
                  </a:lnTo>
                  <a:lnTo>
                    <a:pt x="1183" y="303"/>
                  </a:lnTo>
                  <a:lnTo>
                    <a:pt x="1181" y="302"/>
                  </a:lnTo>
                  <a:lnTo>
                    <a:pt x="1179" y="300"/>
                  </a:lnTo>
                  <a:lnTo>
                    <a:pt x="1177" y="299"/>
                  </a:lnTo>
                  <a:lnTo>
                    <a:pt x="1173" y="299"/>
                  </a:lnTo>
                  <a:lnTo>
                    <a:pt x="1169" y="299"/>
                  </a:lnTo>
                  <a:lnTo>
                    <a:pt x="1165" y="298"/>
                  </a:lnTo>
                  <a:lnTo>
                    <a:pt x="1163" y="296"/>
                  </a:lnTo>
                  <a:lnTo>
                    <a:pt x="1165" y="292"/>
                  </a:lnTo>
                  <a:lnTo>
                    <a:pt x="1167" y="288"/>
                  </a:lnTo>
                  <a:lnTo>
                    <a:pt x="1169" y="286"/>
                  </a:lnTo>
                  <a:lnTo>
                    <a:pt x="1167" y="284"/>
                  </a:lnTo>
                  <a:lnTo>
                    <a:pt x="1165" y="282"/>
                  </a:lnTo>
                  <a:lnTo>
                    <a:pt x="1162" y="280"/>
                  </a:lnTo>
                  <a:lnTo>
                    <a:pt x="1161" y="278"/>
                  </a:lnTo>
                  <a:lnTo>
                    <a:pt x="1160" y="275"/>
                  </a:lnTo>
                  <a:lnTo>
                    <a:pt x="1158" y="273"/>
                  </a:lnTo>
                  <a:lnTo>
                    <a:pt x="1157" y="270"/>
                  </a:lnTo>
                  <a:lnTo>
                    <a:pt x="1157" y="267"/>
                  </a:lnTo>
                  <a:lnTo>
                    <a:pt x="1159" y="265"/>
                  </a:lnTo>
                  <a:lnTo>
                    <a:pt x="1162" y="264"/>
                  </a:lnTo>
                  <a:lnTo>
                    <a:pt x="1165" y="263"/>
                  </a:lnTo>
                  <a:lnTo>
                    <a:pt x="1166" y="260"/>
                  </a:lnTo>
                  <a:lnTo>
                    <a:pt x="1166" y="258"/>
                  </a:lnTo>
                  <a:lnTo>
                    <a:pt x="1168" y="256"/>
                  </a:lnTo>
                  <a:lnTo>
                    <a:pt x="1172" y="256"/>
                  </a:lnTo>
                  <a:lnTo>
                    <a:pt x="1176" y="257"/>
                  </a:lnTo>
                  <a:lnTo>
                    <a:pt x="1179" y="257"/>
                  </a:lnTo>
                  <a:lnTo>
                    <a:pt x="1182" y="256"/>
                  </a:lnTo>
                  <a:lnTo>
                    <a:pt x="1184" y="253"/>
                  </a:lnTo>
                  <a:lnTo>
                    <a:pt x="1187" y="250"/>
                  </a:lnTo>
                  <a:lnTo>
                    <a:pt x="1190" y="249"/>
                  </a:lnTo>
                  <a:lnTo>
                    <a:pt x="1194" y="248"/>
                  </a:lnTo>
                  <a:lnTo>
                    <a:pt x="1198" y="248"/>
                  </a:lnTo>
                  <a:lnTo>
                    <a:pt x="1202" y="249"/>
                  </a:lnTo>
                  <a:lnTo>
                    <a:pt x="1206" y="250"/>
                  </a:lnTo>
                  <a:lnTo>
                    <a:pt x="1209" y="253"/>
                  </a:lnTo>
                  <a:lnTo>
                    <a:pt x="1210" y="256"/>
                  </a:lnTo>
                  <a:lnTo>
                    <a:pt x="1212" y="259"/>
                  </a:lnTo>
                  <a:lnTo>
                    <a:pt x="1215" y="260"/>
                  </a:lnTo>
                  <a:lnTo>
                    <a:pt x="1219" y="260"/>
                  </a:lnTo>
                  <a:lnTo>
                    <a:pt x="1224" y="260"/>
                  </a:lnTo>
                  <a:lnTo>
                    <a:pt x="1227" y="261"/>
                  </a:lnTo>
                  <a:lnTo>
                    <a:pt x="1228" y="264"/>
                  </a:lnTo>
                  <a:lnTo>
                    <a:pt x="1228" y="266"/>
                  </a:lnTo>
                  <a:lnTo>
                    <a:pt x="1229" y="269"/>
                  </a:lnTo>
                  <a:lnTo>
                    <a:pt x="1232" y="270"/>
                  </a:lnTo>
                  <a:lnTo>
                    <a:pt x="1234" y="272"/>
                  </a:lnTo>
                  <a:lnTo>
                    <a:pt x="1235" y="275"/>
                  </a:lnTo>
                  <a:close/>
                </a:path>
              </a:pathLst>
            </a:custGeom>
            <a:solidFill>
              <a:srgbClr val="86D1BC">
                <a:alpha val="9600"/>
              </a:srgbClr>
            </a:solidFill>
            <a:ln>
              <a:noFill/>
            </a:ln>
          </p:spPr>
          <p:txBody>
            <a:bodyPr anchor="ctr"/>
            <a:lstStyle/>
            <a:p>
              <a:pPr algn="ctr">
                <a:buNone/>
              </a:pPr>
            </a:p>
          </p:txBody>
        </p:sp>
        <p:sp>
          <p:nvSpPr>
            <p:cNvPr id="7558" name="addition:spatial:47">
              <a:extLst>
                <a:ext uri="{FF2B5EF4-FFF2-40B4-BE49-F238E27FC236}">
                  <ns2:creationId id="{90AEF6EA-4281-4EBA-AE39-1AECA87E5581}"/>
                </a:ext>
              </a:extLst>
            </p:cNvPr>
            <p:cNvSpPr>
              <a:spLocks noGrp="1"/>
            </p:cNvSpPr>
            <p:nvPr/>
          </p:nvSpPr>
          <p:spPr>
            <a:xfrm>
              <a:off x="5648325" y="1666875"/>
              <a:ext cx="1743532" cy="522717"/>
            </a:xfrm>
            <a:custGeom>
              <a:rect l="l" t="t" r="r" b="b"/>
              <a:pathLst>
                <a:path w="1315" h="309">
                  <a:moveTo>
                    <a:pt x="0" y="0"/>
                  </a:moveTo>
                  <a:moveTo>
                    <a:pt x="1307" y="273"/>
                  </a:moveTo>
                  <a:lnTo>
                    <a:pt x="1303" y="276"/>
                  </a:lnTo>
                  <a:lnTo>
                    <a:pt x="1299" y="278"/>
                  </a:lnTo>
                  <a:lnTo>
                    <a:pt x="1296" y="281"/>
                  </a:lnTo>
                  <a:lnTo>
                    <a:pt x="1298" y="284"/>
                  </a:lnTo>
                  <a:lnTo>
                    <a:pt x="1302" y="288"/>
                  </a:lnTo>
                  <a:lnTo>
                    <a:pt x="1304" y="293"/>
                  </a:lnTo>
                  <a:lnTo>
                    <a:pt x="1302" y="296"/>
                  </a:lnTo>
                  <a:lnTo>
                    <a:pt x="1296" y="297"/>
                  </a:lnTo>
                  <a:lnTo>
                    <a:pt x="1291" y="298"/>
                  </a:lnTo>
                  <a:lnTo>
                    <a:pt x="1287" y="300"/>
                  </a:lnTo>
                  <a:lnTo>
                    <a:pt x="1285" y="302"/>
                  </a:lnTo>
                  <a:lnTo>
                    <a:pt x="1282" y="305"/>
                  </a:lnTo>
                  <a:lnTo>
                    <a:pt x="1278" y="306"/>
                  </a:lnTo>
                  <a:lnTo>
                    <a:pt x="1273" y="306"/>
                  </a:lnTo>
                  <a:lnTo>
                    <a:pt x="1269" y="305"/>
                  </a:lnTo>
                  <a:lnTo>
                    <a:pt x="1265" y="304"/>
                  </a:lnTo>
                  <a:lnTo>
                    <a:pt x="1261" y="305"/>
                  </a:lnTo>
                  <a:lnTo>
                    <a:pt x="1257" y="305"/>
                  </a:lnTo>
                  <a:lnTo>
                    <a:pt x="1254" y="305"/>
                  </a:lnTo>
                  <a:lnTo>
                    <a:pt x="1250" y="304"/>
                  </a:lnTo>
                  <a:lnTo>
                    <a:pt x="1245" y="305"/>
                  </a:lnTo>
                  <a:lnTo>
                    <a:pt x="1239" y="307"/>
                  </a:lnTo>
                  <a:lnTo>
                    <a:pt x="1232" y="309"/>
                  </a:lnTo>
                  <a:lnTo>
                    <a:pt x="1226" y="307"/>
                  </a:lnTo>
                  <a:lnTo>
                    <a:pt x="1224" y="303"/>
                  </a:lnTo>
                  <a:lnTo>
                    <a:pt x="1225" y="298"/>
                  </a:lnTo>
                  <a:lnTo>
                    <a:pt x="1225" y="293"/>
                  </a:lnTo>
                  <a:lnTo>
                    <a:pt x="1222" y="291"/>
                  </a:lnTo>
                  <a:lnTo>
                    <a:pt x="1218" y="289"/>
                  </a:lnTo>
                  <a:lnTo>
                    <a:pt x="1213" y="287"/>
                  </a:lnTo>
                  <a:lnTo>
                    <a:pt x="1210" y="285"/>
                  </a:lnTo>
                  <a:lnTo>
                    <a:pt x="1208" y="282"/>
                  </a:lnTo>
                  <a:lnTo>
                    <a:pt x="1206" y="279"/>
                  </a:lnTo>
                  <a:lnTo>
                    <a:pt x="1202" y="276"/>
                  </a:lnTo>
                  <a:lnTo>
                    <a:pt x="1199" y="273"/>
                  </a:lnTo>
                  <a:lnTo>
                    <a:pt x="1198" y="270"/>
                  </a:lnTo>
                  <a:lnTo>
                    <a:pt x="1200" y="267"/>
                  </a:lnTo>
                  <a:lnTo>
                    <a:pt x="1202" y="264"/>
                  </a:lnTo>
                  <a:lnTo>
                    <a:pt x="1202" y="261"/>
                  </a:lnTo>
                  <a:lnTo>
                    <a:pt x="1201" y="257"/>
                  </a:lnTo>
                  <a:lnTo>
                    <a:pt x="1203" y="254"/>
                  </a:lnTo>
                  <a:lnTo>
                    <a:pt x="1208" y="252"/>
                  </a:lnTo>
                  <a:lnTo>
                    <a:pt x="1216" y="252"/>
                  </a:lnTo>
                  <a:lnTo>
                    <a:pt x="1223" y="253"/>
                  </a:lnTo>
                  <a:lnTo>
                    <a:pt x="1227" y="251"/>
                  </a:lnTo>
                  <a:lnTo>
                    <a:pt x="1229" y="248"/>
                  </a:lnTo>
                  <a:lnTo>
                    <a:pt x="1230" y="243"/>
                  </a:lnTo>
                  <a:lnTo>
                    <a:pt x="1234" y="240"/>
                  </a:lnTo>
                  <a:lnTo>
                    <a:pt x="1239" y="238"/>
                  </a:lnTo>
                  <a:lnTo>
                    <a:pt x="1245" y="237"/>
                  </a:lnTo>
                  <a:lnTo>
                    <a:pt x="1250" y="236"/>
                  </a:lnTo>
                  <a:lnTo>
                    <a:pt x="1256" y="235"/>
                  </a:lnTo>
                  <a:lnTo>
                    <a:pt x="1262" y="236"/>
                  </a:lnTo>
                  <a:lnTo>
                    <a:pt x="1267" y="239"/>
                  </a:lnTo>
                  <a:lnTo>
                    <a:pt x="1272" y="242"/>
                  </a:lnTo>
                  <a:lnTo>
                    <a:pt x="1276" y="244"/>
                  </a:lnTo>
                  <a:lnTo>
                    <a:pt x="1281" y="244"/>
                  </a:lnTo>
                  <a:lnTo>
                    <a:pt x="1287" y="243"/>
                  </a:lnTo>
                  <a:lnTo>
                    <a:pt x="1291" y="244"/>
                  </a:lnTo>
                  <a:lnTo>
                    <a:pt x="1294" y="247"/>
                  </a:lnTo>
                  <a:lnTo>
                    <a:pt x="1295" y="250"/>
                  </a:lnTo>
                  <a:lnTo>
                    <a:pt x="1297" y="253"/>
                  </a:lnTo>
                  <a:lnTo>
                    <a:pt x="1302" y="254"/>
                  </a:lnTo>
                  <a:lnTo>
                    <a:pt x="1308" y="254"/>
                  </a:lnTo>
                  <a:lnTo>
                    <a:pt x="1313" y="256"/>
                  </a:lnTo>
                  <a:lnTo>
                    <a:pt x="1315" y="259"/>
                  </a:lnTo>
                  <a:lnTo>
                    <a:pt x="1313" y="263"/>
                  </a:lnTo>
                  <a:lnTo>
                    <a:pt x="1311" y="267"/>
                  </a:lnTo>
                  <a:lnTo>
                    <a:pt x="1309" y="270"/>
                  </a:lnTo>
                  <a:close/>
                </a:path>
              </a:pathLst>
            </a:custGeom>
            <a:solidFill>
              <a:srgbClr val="86D1BC">
                <a:alpha val="9600"/>
              </a:srgbClr>
            </a:solidFill>
            <a:ln>
              <a:noFill/>
            </a:ln>
          </p:spPr>
          <p:txBody>
            <a:bodyPr anchor="ctr"/>
            <a:lstStyle/>
            <a:p>
              <a:pPr algn="ctr">
                <a:buNone/>
              </a:pPr>
            </a:p>
          </p:txBody>
        </p:sp>
        <p:sp>
          <p:nvSpPr>
            <p:cNvPr id="7559" name="addition:spatial:48">
              <a:extLst>
                <a:ext uri="{FF2B5EF4-FFF2-40B4-BE49-F238E27FC236}">
                  <ns2:creationId id="{86CB225A-C4D1-46F1-9B9D-096179F804C0}"/>
                </a:ext>
              </a:extLst>
            </p:cNvPr>
            <p:cNvSpPr>
              <a:spLocks noGrp="1"/>
            </p:cNvSpPr>
            <p:nvPr/>
          </p:nvSpPr>
          <p:spPr>
            <a:xfrm>
              <a:off x="5648325" y="1666875"/>
              <a:ext cx="1770050" cy="537942"/>
            </a:xfrm>
            <a:custGeom>
              <a:rect l="l" t="t" r="r" b="b"/>
              <a:pathLst>
                <a:path w="1335" h="318">
                  <a:moveTo>
                    <a:pt x="0" y="0"/>
                  </a:moveTo>
                  <a:moveTo>
                    <a:pt x="1329" y="267"/>
                  </a:moveTo>
                  <a:lnTo>
                    <a:pt x="1330" y="272"/>
                  </a:lnTo>
                  <a:lnTo>
                    <a:pt x="1327" y="276"/>
                  </a:lnTo>
                  <a:lnTo>
                    <a:pt x="1320" y="280"/>
                  </a:lnTo>
                  <a:lnTo>
                    <a:pt x="1312" y="282"/>
                  </a:lnTo>
                  <a:lnTo>
                    <a:pt x="1308" y="286"/>
                  </a:lnTo>
                  <a:lnTo>
                    <a:pt x="1307" y="290"/>
                  </a:lnTo>
                  <a:lnTo>
                    <a:pt x="1307" y="295"/>
                  </a:lnTo>
                  <a:lnTo>
                    <a:pt x="1305" y="300"/>
                  </a:lnTo>
                  <a:lnTo>
                    <a:pt x="1301" y="304"/>
                  </a:lnTo>
                  <a:lnTo>
                    <a:pt x="1298" y="309"/>
                  </a:lnTo>
                  <a:lnTo>
                    <a:pt x="1294" y="314"/>
                  </a:lnTo>
                  <a:lnTo>
                    <a:pt x="1289" y="318"/>
                  </a:lnTo>
                  <a:lnTo>
                    <a:pt x="1282" y="318"/>
                  </a:lnTo>
                  <a:lnTo>
                    <a:pt x="1273" y="314"/>
                  </a:lnTo>
                  <a:lnTo>
                    <a:pt x="1266" y="310"/>
                  </a:lnTo>
                  <a:lnTo>
                    <a:pt x="1261" y="308"/>
                  </a:lnTo>
                  <a:lnTo>
                    <a:pt x="1257" y="310"/>
                  </a:lnTo>
                  <a:lnTo>
                    <a:pt x="1252" y="314"/>
                  </a:lnTo>
                  <a:lnTo>
                    <a:pt x="1246" y="317"/>
                  </a:lnTo>
                  <a:lnTo>
                    <a:pt x="1240" y="317"/>
                  </a:lnTo>
                  <a:lnTo>
                    <a:pt x="1236" y="314"/>
                  </a:lnTo>
                  <a:lnTo>
                    <a:pt x="1231" y="312"/>
                  </a:lnTo>
                  <a:lnTo>
                    <a:pt x="1225" y="311"/>
                  </a:lnTo>
                  <a:lnTo>
                    <a:pt x="1218" y="311"/>
                  </a:lnTo>
                  <a:lnTo>
                    <a:pt x="1212" y="309"/>
                  </a:lnTo>
                  <a:lnTo>
                    <a:pt x="1208" y="305"/>
                  </a:lnTo>
                  <a:lnTo>
                    <a:pt x="1205" y="301"/>
                  </a:lnTo>
                  <a:lnTo>
                    <a:pt x="1201" y="297"/>
                  </a:lnTo>
                  <a:lnTo>
                    <a:pt x="1196" y="293"/>
                  </a:lnTo>
                  <a:lnTo>
                    <a:pt x="1194" y="289"/>
                  </a:lnTo>
                  <a:lnTo>
                    <a:pt x="1195" y="284"/>
                  </a:lnTo>
                  <a:lnTo>
                    <a:pt x="1199" y="278"/>
                  </a:lnTo>
                  <a:lnTo>
                    <a:pt x="1200" y="274"/>
                  </a:lnTo>
                  <a:lnTo>
                    <a:pt x="1195" y="271"/>
                  </a:lnTo>
                  <a:lnTo>
                    <a:pt x="1185" y="267"/>
                  </a:lnTo>
                  <a:lnTo>
                    <a:pt x="1175" y="262"/>
                  </a:lnTo>
                  <a:lnTo>
                    <a:pt x="1171" y="257"/>
                  </a:lnTo>
                  <a:lnTo>
                    <a:pt x="1174" y="252"/>
                  </a:lnTo>
                  <a:lnTo>
                    <a:pt x="1180" y="248"/>
                  </a:lnTo>
                  <a:lnTo>
                    <a:pt x="1184" y="245"/>
                  </a:lnTo>
                  <a:lnTo>
                    <a:pt x="1188" y="241"/>
                  </a:lnTo>
                  <a:lnTo>
                    <a:pt x="1192" y="238"/>
                  </a:lnTo>
                  <a:lnTo>
                    <a:pt x="1197" y="236"/>
                  </a:lnTo>
                  <a:lnTo>
                    <a:pt x="1204" y="234"/>
                  </a:lnTo>
                  <a:lnTo>
                    <a:pt x="1208" y="232"/>
                  </a:lnTo>
                  <a:lnTo>
                    <a:pt x="1212" y="228"/>
                  </a:lnTo>
                  <a:lnTo>
                    <a:pt x="1216" y="223"/>
                  </a:lnTo>
                  <a:lnTo>
                    <a:pt x="1222" y="221"/>
                  </a:lnTo>
                  <a:lnTo>
                    <a:pt x="1229" y="221"/>
                  </a:lnTo>
                  <a:lnTo>
                    <a:pt x="1237" y="222"/>
                  </a:lnTo>
                  <a:lnTo>
                    <a:pt x="1244" y="220"/>
                  </a:lnTo>
                  <a:lnTo>
                    <a:pt x="1250" y="216"/>
                  </a:lnTo>
                  <a:lnTo>
                    <a:pt x="1258" y="211"/>
                  </a:lnTo>
                  <a:lnTo>
                    <a:pt x="1267" y="209"/>
                  </a:lnTo>
                  <a:lnTo>
                    <a:pt x="1275" y="212"/>
                  </a:lnTo>
                  <a:lnTo>
                    <a:pt x="1281" y="219"/>
                  </a:lnTo>
                  <a:lnTo>
                    <a:pt x="1285" y="225"/>
                  </a:lnTo>
                  <a:lnTo>
                    <a:pt x="1290" y="228"/>
                  </a:lnTo>
                  <a:lnTo>
                    <a:pt x="1295" y="230"/>
                  </a:lnTo>
                  <a:lnTo>
                    <a:pt x="1301" y="232"/>
                  </a:lnTo>
                  <a:lnTo>
                    <a:pt x="1306" y="235"/>
                  </a:lnTo>
                  <a:lnTo>
                    <a:pt x="1311" y="237"/>
                  </a:lnTo>
                  <a:lnTo>
                    <a:pt x="1319" y="238"/>
                  </a:lnTo>
                  <a:lnTo>
                    <a:pt x="1328" y="239"/>
                  </a:lnTo>
                  <a:lnTo>
                    <a:pt x="1334" y="242"/>
                  </a:lnTo>
                  <a:lnTo>
                    <a:pt x="1335" y="247"/>
                  </a:lnTo>
                  <a:lnTo>
                    <a:pt x="1331" y="253"/>
                  </a:lnTo>
                  <a:lnTo>
                    <a:pt x="1326" y="258"/>
                  </a:lnTo>
                  <a:lnTo>
                    <a:pt x="1326" y="263"/>
                  </a:lnTo>
                  <a:close/>
                </a:path>
              </a:pathLst>
            </a:custGeom>
            <a:solidFill>
              <a:srgbClr val="56BFA2">
                <a:alpha val="11100"/>
              </a:srgbClr>
            </a:solidFill>
            <a:ln>
              <a:noFill/>
            </a:ln>
          </p:spPr>
          <p:txBody>
            <a:bodyPr anchor="ctr"/>
            <a:lstStyle/>
            <a:p>
              <a:pPr algn="ctr">
                <a:buNone/>
              </a:pPr>
            </a:p>
          </p:txBody>
        </p:sp>
        <p:sp>
          <p:nvSpPr>
            <p:cNvPr id="7560" name="addition:spatial:49">
              <a:extLst>
                <a:ext uri="{FF2B5EF4-FFF2-40B4-BE49-F238E27FC236}">
                  <ns2:creationId id="{3BB02949-CBD7-49CA-B56E-294CB07043E2}"/>
                </a:ext>
              </a:extLst>
            </p:cNvPr>
            <p:cNvSpPr>
              <a:spLocks noGrp="1"/>
            </p:cNvSpPr>
            <p:nvPr/>
          </p:nvSpPr>
          <p:spPr>
            <a:xfrm>
              <a:off x="5648325" y="1666875"/>
              <a:ext cx="1675912" cy="475351"/>
            </a:xfrm>
            <a:custGeom>
              <a:rect l="l" t="t" r="r" b="b"/>
              <a:pathLst>
                <a:path w="1264" h="281">
                  <a:moveTo>
                    <a:pt x="0" y="0"/>
                  </a:moveTo>
                  <a:moveTo>
                    <a:pt x="1263" y="253"/>
                  </a:moveTo>
                  <a:lnTo>
                    <a:pt x="1264" y="256"/>
                  </a:lnTo>
                  <a:lnTo>
                    <a:pt x="1263" y="258"/>
                  </a:lnTo>
                  <a:lnTo>
                    <a:pt x="1260" y="260"/>
                  </a:lnTo>
                  <a:lnTo>
                    <a:pt x="1258" y="262"/>
                  </a:lnTo>
                  <a:lnTo>
                    <a:pt x="1257" y="264"/>
                  </a:lnTo>
                  <a:lnTo>
                    <a:pt x="1257" y="267"/>
                  </a:lnTo>
                  <a:lnTo>
                    <a:pt x="1256" y="269"/>
                  </a:lnTo>
                  <a:lnTo>
                    <a:pt x="1253" y="270"/>
                  </a:lnTo>
                  <a:lnTo>
                    <a:pt x="1248" y="270"/>
                  </a:lnTo>
                  <a:lnTo>
                    <a:pt x="1245" y="270"/>
                  </a:lnTo>
                  <a:lnTo>
                    <a:pt x="1242" y="271"/>
                  </a:lnTo>
                  <a:lnTo>
                    <a:pt x="1241" y="274"/>
                  </a:lnTo>
                  <a:lnTo>
                    <a:pt x="1239" y="277"/>
                  </a:lnTo>
                  <a:lnTo>
                    <a:pt x="1236" y="279"/>
                  </a:lnTo>
                  <a:lnTo>
                    <a:pt x="1233" y="280"/>
                  </a:lnTo>
                  <a:lnTo>
                    <a:pt x="1229" y="281"/>
                  </a:lnTo>
                  <a:lnTo>
                    <a:pt x="1226" y="281"/>
                  </a:lnTo>
                  <a:lnTo>
                    <a:pt x="1222" y="281"/>
                  </a:lnTo>
                  <a:lnTo>
                    <a:pt x="1218" y="279"/>
                  </a:lnTo>
                  <a:lnTo>
                    <a:pt x="1216" y="277"/>
                  </a:lnTo>
                  <a:lnTo>
                    <a:pt x="1214" y="274"/>
                  </a:lnTo>
                  <a:lnTo>
                    <a:pt x="1211" y="273"/>
                  </a:lnTo>
                  <a:lnTo>
                    <a:pt x="1208" y="273"/>
                  </a:lnTo>
                  <a:lnTo>
                    <a:pt x="1204" y="274"/>
                  </a:lnTo>
                  <a:lnTo>
                    <a:pt x="1201" y="274"/>
                  </a:lnTo>
                  <a:lnTo>
                    <a:pt x="1199" y="272"/>
                  </a:lnTo>
                  <a:lnTo>
                    <a:pt x="1199" y="269"/>
                  </a:lnTo>
                  <a:lnTo>
                    <a:pt x="1198" y="267"/>
                  </a:lnTo>
                  <a:lnTo>
                    <a:pt x="1195" y="266"/>
                  </a:lnTo>
                  <a:lnTo>
                    <a:pt x="1192" y="265"/>
                  </a:lnTo>
                  <a:lnTo>
                    <a:pt x="1190" y="263"/>
                  </a:lnTo>
                  <a:lnTo>
                    <a:pt x="1190" y="261"/>
                  </a:lnTo>
                  <a:lnTo>
                    <a:pt x="1191" y="258"/>
                  </a:lnTo>
                  <a:lnTo>
                    <a:pt x="1193" y="256"/>
                  </a:lnTo>
                  <a:lnTo>
                    <a:pt x="1194" y="253"/>
                  </a:lnTo>
                  <a:lnTo>
                    <a:pt x="1195" y="251"/>
                  </a:lnTo>
                  <a:lnTo>
                    <a:pt x="1198" y="249"/>
                  </a:lnTo>
                  <a:lnTo>
                    <a:pt x="1200" y="248"/>
                  </a:lnTo>
                  <a:lnTo>
                    <a:pt x="1201" y="246"/>
                  </a:lnTo>
                  <a:lnTo>
                    <a:pt x="1200" y="243"/>
                  </a:lnTo>
                  <a:lnTo>
                    <a:pt x="1198" y="240"/>
                  </a:lnTo>
                  <a:lnTo>
                    <a:pt x="1197" y="236"/>
                  </a:lnTo>
                  <a:lnTo>
                    <a:pt x="1198" y="234"/>
                  </a:lnTo>
                  <a:lnTo>
                    <a:pt x="1202" y="233"/>
                  </a:lnTo>
                  <a:lnTo>
                    <a:pt x="1206" y="233"/>
                  </a:lnTo>
                  <a:lnTo>
                    <a:pt x="1209" y="233"/>
                  </a:lnTo>
                  <a:lnTo>
                    <a:pt x="1211" y="231"/>
                  </a:lnTo>
                  <a:lnTo>
                    <a:pt x="1213" y="230"/>
                  </a:lnTo>
                  <a:lnTo>
                    <a:pt x="1215" y="230"/>
                  </a:lnTo>
                  <a:lnTo>
                    <a:pt x="1218" y="230"/>
                  </a:lnTo>
                  <a:lnTo>
                    <a:pt x="1220" y="230"/>
                  </a:lnTo>
                  <a:lnTo>
                    <a:pt x="1222" y="230"/>
                  </a:lnTo>
                  <a:lnTo>
                    <a:pt x="1225" y="229"/>
                  </a:lnTo>
                  <a:lnTo>
                    <a:pt x="1228" y="229"/>
                  </a:lnTo>
                  <a:lnTo>
                    <a:pt x="1230" y="229"/>
                  </a:lnTo>
                  <a:lnTo>
                    <a:pt x="1232" y="230"/>
                  </a:lnTo>
                  <a:lnTo>
                    <a:pt x="1235" y="230"/>
                  </a:lnTo>
                  <a:lnTo>
                    <a:pt x="1240" y="229"/>
                  </a:lnTo>
                  <a:lnTo>
                    <a:pt x="1244" y="229"/>
                  </a:lnTo>
                  <a:lnTo>
                    <a:pt x="1247" y="230"/>
                  </a:lnTo>
                  <a:lnTo>
                    <a:pt x="1248" y="233"/>
                  </a:lnTo>
                  <a:lnTo>
                    <a:pt x="1247" y="237"/>
                  </a:lnTo>
                  <a:lnTo>
                    <a:pt x="1247" y="240"/>
                  </a:lnTo>
                  <a:lnTo>
                    <a:pt x="1248" y="242"/>
                  </a:lnTo>
                  <a:lnTo>
                    <a:pt x="1251" y="243"/>
                  </a:lnTo>
                  <a:lnTo>
                    <a:pt x="1254" y="245"/>
                  </a:lnTo>
                  <a:lnTo>
                    <a:pt x="1256" y="247"/>
                  </a:lnTo>
                  <a:lnTo>
                    <a:pt x="1258" y="249"/>
                  </a:lnTo>
                  <a:lnTo>
                    <a:pt x="1260" y="251"/>
                  </a:lnTo>
                  <a:close/>
                </a:path>
              </a:pathLst>
            </a:custGeom>
            <a:solidFill>
              <a:srgbClr val="41B796">
                <a:alpha val="10800"/>
              </a:srgbClr>
            </a:solidFill>
            <a:ln>
              <a:noFill/>
            </a:ln>
          </p:spPr>
          <p:txBody>
            <a:bodyPr anchor="ctr"/>
            <a:lstStyle/>
            <a:p>
              <a:pPr algn="ctr">
                <a:buNone/>
              </a:pPr>
            </a:p>
          </p:txBody>
        </p:sp>
        <p:sp>
          <p:nvSpPr>
            <p:cNvPr id="7561" name="addition:spatial:50">
              <a:extLst>
                <a:ext uri="{FF2B5EF4-FFF2-40B4-BE49-F238E27FC236}">
                  <ns2:creationId id="{9BF1472B-3398-46B4-A19D-4DDE70F68529}"/>
                </a:ext>
              </a:extLst>
            </p:cNvPr>
            <p:cNvSpPr>
              <a:spLocks noGrp="1"/>
            </p:cNvSpPr>
            <p:nvPr/>
          </p:nvSpPr>
          <p:spPr>
            <a:xfrm>
              <a:off x="5648325" y="1666875"/>
              <a:ext cx="1730273" cy="449976"/>
            </a:xfrm>
            <a:custGeom>
              <a:rect l="l" t="t" r="r" b="b"/>
              <a:pathLst>
                <a:path w="1305" h="266">
                  <a:moveTo>
                    <a:pt x="0" y="0"/>
                  </a:moveTo>
                  <a:moveTo>
                    <a:pt x="1299" y="246"/>
                  </a:moveTo>
                  <a:lnTo>
                    <a:pt x="1302" y="247"/>
                  </a:lnTo>
                  <a:lnTo>
                    <a:pt x="1304" y="250"/>
                  </a:lnTo>
                  <a:lnTo>
                    <a:pt x="1305" y="252"/>
                  </a:lnTo>
                  <a:lnTo>
                    <a:pt x="1303" y="253"/>
                  </a:lnTo>
                  <a:lnTo>
                    <a:pt x="1299" y="254"/>
                  </a:lnTo>
                  <a:lnTo>
                    <a:pt x="1296" y="255"/>
                  </a:lnTo>
                  <a:lnTo>
                    <a:pt x="1294" y="256"/>
                  </a:lnTo>
                  <a:lnTo>
                    <a:pt x="1293" y="257"/>
                  </a:lnTo>
                  <a:lnTo>
                    <a:pt x="1293" y="259"/>
                  </a:lnTo>
                  <a:lnTo>
                    <a:pt x="1291" y="260"/>
                  </a:lnTo>
                  <a:lnTo>
                    <a:pt x="1288" y="261"/>
                  </a:lnTo>
                  <a:lnTo>
                    <a:pt x="1286" y="262"/>
                  </a:lnTo>
                  <a:lnTo>
                    <a:pt x="1284" y="263"/>
                  </a:lnTo>
                  <a:lnTo>
                    <a:pt x="1282" y="264"/>
                  </a:lnTo>
                  <a:lnTo>
                    <a:pt x="1279" y="265"/>
                  </a:lnTo>
                  <a:lnTo>
                    <a:pt x="1276" y="265"/>
                  </a:lnTo>
                  <a:lnTo>
                    <a:pt x="1274" y="265"/>
                  </a:lnTo>
                  <a:lnTo>
                    <a:pt x="1271" y="265"/>
                  </a:lnTo>
                  <a:lnTo>
                    <a:pt x="1268" y="266"/>
                  </a:lnTo>
                  <a:lnTo>
                    <a:pt x="1265" y="266"/>
                  </a:lnTo>
                  <a:lnTo>
                    <a:pt x="1262" y="265"/>
                  </a:lnTo>
                  <a:lnTo>
                    <a:pt x="1261" y="262"/>
                  </a:lnTo>
                  <a:lnTo>
                    <a:pt x="1260" y="260"/>
                  </a:lnTo>
                  <a:lnTo>
                    <a:pt x="1259" y="258"/>
                  </a:lnTo>
                  <a:lnTo>
                    <a:pt x="1256" y="259"/>
                  </a:lnTo>
                  <a:lnTo>
                    <a:pt x="1253" y="259"/>
                  </a:lnTo>
                  <a:lnTo>
                    <a:pt x="1250" y="259"/>
                  </a:lnTo>
                  <a:lnTo>
                    <a:pt x="1248" y="258"/>
                  </a:lnTo>
                  <a:lnTo>
                    <a:pt x="1247" y="256"/>
                  </a:lnTo>
                  <a:lnTo>
                    <a:pt x="1245" y="255"/>
                  </a:lnTo>
                  <a:lnTo>
                    <a:pt x="1244" y="253"/>
                  </a:lnTo>
                  <a:lnTo>
                    <a:pt x="1244" y="251"/>
                  </a:lnTo>
                  <a:lnTo>
                    <a:pt x="1246" y="249"/>
                  </a:lnTo>
                  <a:lnTo>
                    <a:pt x="1248" y="247"/>
                  </a:lnTo>
                  <a:lnTo>
                    <a:pt x="1249" y="246"/>
                  </a:lnTo>
                  <a:lnTo>
                    <a:pt x="1249" y="244"/>
                  </a:lnTo>
                  <a:lnTo>
                    <a:pt x="1248" y="242"/>
                  </a:lnTo>
                  <a:lnTo>
                    <a:pt x="1248" y="240"/>
                  </a:lnTo>
                  <a:lnTo>
                    <a:pt x="1250" y="239"/>
                  </a:lnTo>
                  <a:lnTo>
                    <a:pt x="1253" y="238"/>
                  </a:lnTo>
                  <a:lnTo>
                    <a:pt x="1255" y="237"/>
                  </a:lnTo>
                  <a:lnTo>
                    <a:pt x="1255" y="235"/>
                  </a:lnTo>
                  <a:lnTo>
                    <a:pt x="1254" y="233"/>
                  </a:lnTo>
                  <a:lnTo>
                    <a:pt x="1254" y="230"/>
                  </a:lnTo>
                  <a:lnTo>
                    <a:pt x="1256" y="228"/>
                  </a:lnTo>
                  <a:lnTo>
                    <a:pt x="1258" y="228"/>
                  </a:lnTo>
                  <a:lnTo>
                    <a:pt x="1261" y="228"/>
                  </a:lnTo>
                  <a:lnTo>
                    <a:pt x="1263" y="228"/>
                  </a:lnTo>
                  <a:lnTo>
                    <a:pt x="1265" y="228"/>
                  </a:lnTo>
                  <a:lnTo>
                    <a:pt x="1268" y="228"/>
                  </a:lnTo>
                  <a:lnTo>
                    <a:pt x="1270" y="229"/>
                  </a:lnTo>
                  <a:lnTo>
                    <a:pt x="1271" y="230"/>
                  </a:lnTo>
                  <a:lnTo>
                    <a:pt x="1273" y="229"/>
                  </a:lnTo>
                  <a:lnTo>
                    <a:pt x="1275" y="227"/>
                  </a:lnTo>
                  <a:lnTo>
                    <a:pt x="1278" y="225"/>
                  </a:lnTo>
                  <a:lnTo>
                    <a:pt x="1280" y="225"/>
                  </a:lnTo>
                  <a:lnTo>
                    <a:pt x="1282" y="227"/>
                  </a:lnTo>
                  <a:lnTo>
                    <a:pt x="1283" y="229"/>
                  </a:lnTo>
                  <a:lnTo>
                    <a:pt x="1285" y="230"/>
                  </a:lnTo>
                  <a:lnTo>
                    <a:pt x="1288" y="230"/>
                  </a:lnTo>
                  <a:lnTo>
                    <a:pt x="1290" y="231"/>
                  </a:lnTo>
                  <a:lnTo>
                    <a:pt x="1292" y="232"/>
                  </a:lnTo>
                  <a:lnTo>
                    <a:pt x="1293" y="234"/>
                  </a:lnTo>
                  <a:lnTo>
                    <a:pt x="1293" y="236"/>
                  </a:lnTo>
                  <a:lnTo>
                    <a:pt x="1294" y="238"/>
                  </a:lnTo>
                  <a:lnTo>
                    <a:pt x="1295" y="239"/>
                  </a:lnTo>
                  <a:lnTo>
                    <a:pt x="1296" y="241"/>
                  </a:lnTo>
                  <a:lnTo>
                    <a:pt x="1297" y="243"/>
                  </a:lnTo>
                  <a:lnTo>
                    <a:pt x="1297" y="244"/>
                  </a:lnTo>
                  <a:close/>
                </a:path>
              </a:pathLst>
            </a:custGeom>
            <a:solidFill>
              <a:srgbClr val="41B796">
                <a:alpha val="10800"/>
              </a:srgbClr>
            </a:solidFill>
            <a:ln>
              <a:noFill/>
            </a:ln>
          </p:spPr>
          <p:txBody>
            <a:bodyPr anchor="ctr"/>
            <a:lstStyle/>
            <a:p>
              <a:pPr algn="ctr">
                <a:buNone/>
              </a:pPr>
            </a:p>
          </p:txBody>
        </p:sp>
        <p:sp>
          <p:nvSpPr>
            <p:cNvPr id="7562" name="addition:spatial:51">
              <a:extLst>
                <a:ext uri="{FF2B5EF4-FFF2-40B4-BE49-F238E27FC236}">
                  <ns2:creationId id="{0C8A8684-92AE-4CEE-A81C-73ACDC7260DD}"/>
                </a:ext>
              </a:extLst>
            </p:cNvPr>
            <p:cNvSpPr>
              <a:spLocks noGrp="1"/>
            </p:cNvSpPr>
            <p:nvPr/>
          </p:nvSpPr>
          <p:spPr>
            <a:xfrm>
              <a:off x="5648325" y="1666875"/>
              <a:ext cx="1772702" cy="517642"/>
            </a:xfrm>
            <a:custGeom>
              <a:rect l="l" t="t" r="r" b="b"/>
              <a:pathLst>
                <a:path w="1337" h="306">
                  <a:moveTo>
                    <a:pt x="0" y="0"/>
                  </a:moveTo>
                  <a:moveTo>
                    <a:pt x="1334" y="279"/>
                  </a:moveTo>
                  <a:lnTo>
                    <a:pt x="1329" y="281"/>
                  </a:lnTo>
                  <a:lnTo>
                    <a:pt x="1324" y="283"/>
                  </a:lnTo>
                  <a:lnTo>
                    <a:pt x="1322" y="285"/>
                  </a:lnTo>
                  <a:lnTo>
                    <a:pt x="1323" y="287"/>
                  </a:lnTo>
                  <a:lnTo>
                    <a:pt x="1323" y="290"/>
                  </a:lnTo>
                  <a:lnTo>
                    <a:pt x="1322" y="292"/>
                  </a:lnTo>
                  <a:lnTo>
                    <a:pt x="1320" y="294"/>
                  </a:lnTo>
                  <a:lnTo>
                    <a:pt x="1318" y="296"/>
                  </a:lnTo>
                  <a:lnTo>
                    <a:pt x="1317" y="298"/>
                  </a:lnTo>
                  <a:lnTo>
                    <a:pt x="1315" y="300"/>
                  </a:lnTo>
                  <a:lnTo>
                    <a:pt x="1312" y="302"/>
                  </a:lnTo>
                  <a:lnTo>
                    <a:pt x="1308" y="302"/>
                  </a:lnTo>
                  <a:lnTo>
                    <a:pt x="1305" y="302"/>
                  </a:lnTo>
                  <a:lnTo>
                    <a:pt x="1302" y="303"/>
                  </a:lnTo>
                  <a:lnTo>
                    <a:pt x="1300" y="305"/>
                  </a:lnTo>
                  <a:lnTo>
                    <a:pt x="1297" y="306"/>
                  </a:lnTo>
                  <a:lnTo>
                    <a:pt x="1294" y="305"/>
                  </a:lnTo>
                  <a:lnTo>
                    <a:pt x="1291" y="303"/>
                  </a:lnTo>
                  <a:lnTo>
                    <a:pt x="1289" y="300"/>
                  </a:lnTo>
                  <a:lnTo>
                    <a:pt x="1287" y="299"/>
                  </a:lnTo>
                  <a:lnTo>
                    <a:pt x="1284" y="301"/>
                  </a:lnTo>
                  <a:lnTo>
                    <a:pt x="1281" y="303"/>
                  </a:lnTo>
                  <a:lnTo>
                    <a:pt x="1277" y="304"/>
                  </a:lnTo>
                  <a:lnTo>
                    <a:pt x="1274" y="303"/>
                  </a:lnTo>
                  <a:lnTo>
                    <a:pt x="1271" y="301"/>
                  </a:lnTo>
                  <a:lnTo>
                    <a:pt x="1270" y="299"/>
                  </a:lnTo>
                  <a:lnTo>
                    <a:pt x="1268" y="297"/>
                  </a:lnTo>
                  <a:lnTo>
                    <a:pt x="1267" y="295"/>
                  </a:lnTo>
                  <a:lnTo>
                    <a:pt x="1267" y="292"/>
                  </a:lnTo>
                  <a:lnTo>
                    <a:pt x="1268" y="289"/>
                  </a:lnTo>
                  <a:lnTo>
                    <a:pt x="1268" y="287"/>
                  </a:lnTo>
                  <a:lnTo>
                    <a:pt x="1265" y="285"/>
                  </a:lnTo>
                  <a:lnTo>
                    <a:pt x="1261" y="284"/>
                  </a:lnTo>
                  <a:lnTo>
                    <a:pt x="1259" y="282"/>
                  </a:lnTo>
                  <a:lnTo>
                    <a:pt x="1259" y="279"/>
                  </a:lnTo>
                  <a:lnTo>
                    <a:pt x="1261" y="277"/>
                  </a:lnTo>
                  <a:lnTo>
                    <a:pt x="1262" y="275"/>
                  </a:lnTo>
                  <a:lnTo>
                    <a:pt x="1260" y="273"/>
                  </a:lnTo>
                  <a:lnTo>
                    <a:pt x="1258" y="270"/>
                  </a:lnTo>
                  <a:lnTo>
                    <a:pt x="1256" y="267"/>
                  </a:lnTo>
                  <a:lnTo>
                    <a:pt x="1258" y="265"/>
                  </a:lnTo>
                  <a:lnTo>
                    <a:pt x="1261" y="263"/>
                  </a:lnTo>
                  <a:lnTo>
                    <a:pt x="1264" y="262"/>
                  </a:lnTo>
                  <a:lnTo>
                    <a:pt x="1268" y="262"/>
                  </a:lnTo>
                  <a:lnTo>
                    <a:pt x="1270" y="261"/>
                  </a:lnTo>
                  <a:lnTo>
                    <a:pt x="1273" y="260"/>
                  </a:lnTo>
                  <a:lnTo>
                    <a:pt x="1276" y="260"/>
                  </a:lnTo>
                  <a:lnTo>
                    <a:pt x="1279" y="259"/>
                  </a:lnTo>
                  <a:lnTo>
                    <a:pt x="1281" y="257"/>
                  </a:lnTo>
                  <a:lnTo>
                    <a:pt x="1283" y="254"/>
                  </a:lnTo>
                  <a:lnTo>
                    <a:pt x="1286" y="251"/>
                  </a:lnTo>
                  <a:lnTo>
                    <a:pt x="1290" y="250"/>
                  </a:lnTo>
                  <a:lnTo>
                    <a:pt x="1294" y="251"/>
                  </a:lnTo>
                  <a:lnTo>
                    <a:pt x="1298" y="254"/>
                  </a:lnTo>
                  <a:lnTo>
                    <a:pt x="1301" y="255"/>
                  </a:lnTo>
                  <a:lnTo>
                    <a:pt x="1305" y="256"/>
                  </a:lnTo>
                  <a:lnTo>
                    <a:pt x="1309" y="256"/>
                  </a:lnTo>
                  <a:lnTo>
                    <a:pt x="1312" y="256"/>
                  </a:lnTo>
                  <a:lnTo>
                    <a:pt x="1315" y="259"/>
                  </a:lnTo>
                  <a:lnTo>
                    <a:pt x="1317" y="261"/>
                  </a:lnTo>
                  <a:lnTo>
                    <a:pt x="1319" y="263"/>
                  </a:lnTo>
                  <a:lnTo>
                    <a:pt x="1321" y="264"/>
                  </a:lnTo>
                  <a:lnTo>
                    <a:pt x="1324" y="265"/>
                  </a:lnTo>
                  <a:lnTo>
                    <a:pt x="1326" y="267"/>
                  </a:lnTo>
                  <a:lnTo>
                    <a:pt x="1328" y="269"/>
                  </a:lnTo>
                  <a:lnTo>
                    <a:pt x="1330" y="270"/>
                  </a:lnTo>
                  <a:lnTo>
                    <a:pt x="1333" y="272"/>
                  </a:lnTo>
                  <a:lnTo>
                    <a:pt x="1337" y="274"/>
                  </a:lnTo>
                  <a:lnTo>
                    <a:pt x="1337" y="277"/>
                  </a:lnTo>
                  <a:close/>
                </a:path>
              </a:pathLst>
            </a:custGeom>
            <a:solidFill>
              <a:srgbClr val="41B796">
                <a:alpha val="10800"/>
              </a:srgbClr>
            </a:solidFill>
            <a:ln>
              <a:noFill/>
            </a:ln>
          </p:spPr>
          <p:txBody>
            <a:bodyPr anchor="ctr"/>
            <a:lstStyle/>
            <a:p>
              <a:pPr algn="ctr">
                <a:buNone/>
              </a:pPr>
            </a:p>
          </p:txBody>
        </p:sp>
        <p:sp>
          <p:nvSpPr>
            <p:cNvPr id="7563" name="addition:spatial:52">
              <a:extLst>
                <a:ext uri="{FF2B5EF4-FFF2-40B4-BE49-F238E27FC236}">
                  <ns2:creationId id="{633DD5AD-BBC9-4A30-909F-24008C076705}"/>
                </a:ext>
              </a:extLst>
            </p:cNvPr>
            <p:cNvSpPr>
              <a:spLocks noGrp="1"/>
            </p:cNvSpPr>
            <p:nvPr/>
          </p:nvSpPr>
          <p:spPr>
            <a:xfrm>
              <a:off x="5648325" y="1666875"/>
              <a:ext cx="1689171" cy="536250"/>
            </a:xfrm>
            <a:custGeom>
              <a:rect l="l" t="t" r="r" b="b"/>
              <a:pathLst>
                <a:path w="1274" h="317">
                  <a:moveTo>
                    <a:pt x="0" y="0"/>
                  </a:moveTo>
                  <a:moveTo>
                    <a:pt x="1270" y="294"/>
                  </a:moveTo>
                  <a:lnTo>
                    <a:pt x="1272" y="296"/>
                  </a:lnTo>
                  <a:lnTo>
                    <a:pt x="1272" y="298"/>
                  </a:lnTo>
                  <a:lnTo>
                    <a:pt x="1271" y="299"/>
                  </a:lnTo>
                  <a:lnTo>
                    <a:pt x="1269" y="301"/>
                  </a:lnTo>
                  <a:lnTo>
                    <a:pt x="1267" y="302"/>
                  </a:lnTo>
                  <a:lnTo>
                    <a:pt x="1267" y="304"/>
                  </a:lnTo>
                  <a:lnTo>
                    <a:pt x="1268" y="307"/>
                  </a:lnTo>
                  <a:lnTo>
                    <a:pt x="1269" y="310"/>
                  </a:lnTo>
                  <a:lnTo>
                    <a:pt x="1268" y="312"/>
                  </a:lnTo>
                  <a:lnTo>
                    <a:pt x="1265" y="312"/>
                  </a:lnTo>
                  <a:lnTo>
                    <a:pt x="1261" y="312"/>
                  </a:lnTo>
                  <a:lnTo>
                    <a:pt x="1258" y="312"/>
                  </a:lnTo>
                  <a:lnTo>
                    <a:pt x="1256" y="312"/>
                  </a:lnTo>
                  <a:lnTo>
                    <a:pt x="1254" y="312"/>
                  </a:lnTo>
                  <a:lnTo>
                    <a:pt x="1251" y="312"/>
                  </a:lnTo>
                  <a:lnTo>
                    <a:pt x="1249" y="312"/>
                  </a:lnTo>
                  <a:lnTo>
                    <a:pt x="1247" y="313"/>
                  </a:lnTo>
                  <a:lnTo>
                    <a:pt x="1245" y="315"/>
                  </a:lnTo>
                  <a:lnTo>
                    <a:pt x="1242" y="317"/>
                  </a:lnTo>
                  <a:lnTo>
                    <a:pt x="1239" y="317"/>
                  </a:lnTo>
                  <a:lnTo>
                    <a:pt x="1236" y="316"/>
                  </a:lnTo>
                  <a:lnTo>
                    <a:pt x="1234" y="314"/>
                  </a:lnTo>
                  <a:lnTo>
                    <a:pt x="1232" y="312"/>
                  </a:lnTo>
                  <a:lnTo>
                    <a:pt x="1229" y="311"/>
                  </a:lnTo>
                  <a:lnTo>
                    <a:pt x="1225" y="311"/>
                  </a:lnTo>
                  <a:lnTo>
                    <a:pt x="1222" y="310"/>
                  </a:lnTo>
                  <a:lnTo>
                    <a:pt x="1221" y="308"/>
                  </a:lnTo>
                  <a:lnTo>
                    <a:pt x="1221" y="306"/>
                  </a:lnTo>
                  <a:lnTo>
                    <a:pt x="1220" y="304"/>
                  </a:lnTo>
                  <a:lnTo>
                    <a:pt x="1219" y="302"/>
                  </a:lnTo>
                  <a:lnTo>
                    <a:pt x="1216" y="301"/>
                  </a:lnTo>
                  <a:lnTo>
                    <a:pt x="1214" y="299"/>
                  </a:lnTo>
                  <a:lnTo>
                    <a:pt x="1213" y="297"/>
                  </a:lnTo>
                  <a:lnTo>
                    <a:pt x="1211" y="296"/>
                  </a:lnTo>
                  <a:lnTo>
                    <a:pt x="1209" y="294"/>
                  </a:lnTo>
                  <a:lnTo>
                    <a:pt x="1206" y="292"/>
                  </a:lnTo>
                  <a:lnTo>
                    <a:pt x="1205" y="289"/>
                  </a:lnTo>
                  <a:lnTo>
                    <a:pt x="1208" y="287"/>
                  </a:lnTo>
                  <a:lnTo>
                    <a:pt x="1212" y="286"/>
                  </a:lnTo>
                  <a:lnTo>
                    <a:pt x="1217" y="285"/>
                  </a:lnTo>
                  <a:lnTo>
                    <a:pt x="1219" y="284"/>
                  </a:lnTo>
                  <a:lnTo>
                    <a:pt x="1220" y="282"/>
                  </a:lnTo>
                  <a:lnTo>
                    <a:pt x="1220" y="280"/>
                  </a:lnTo>
                  <a:lnTo>
                    <a:pt x="1221" y="278"/>
                  </a:lnTo>
                  <a:lnTo>
                    <a:pt x="1224" y="277"/>
                  </a:lnTo>
                  <a:lnTo>
                    <a:pt x="1227" y="276"/>
                  </a:lnTo>
                  <a:lnTo>
                    <a:pt x="1229" y="275"/>
                  </a:lnTo>
                  <a:lnTo>
                    <a:pt x="1232" y="274"/>
                  </a:lnTo>
                  <a:lnTo>
                    <a:pt x="1235" y="272"/>
                  </a:lnTo>
                  <a:lnTo>
                    <a:pt x="1238" y="272"/>
                  </a:lnTo>
                  <a:lnTo>
                    <a:pt x="1241" y="272"/>
                  </a:lnTo>
                  <a:lnTo>
                    <a:pt x="1244" y="272"/>
                  </a:lnTo>
                  <a:lnTo>
                    <a:pt x="1248" y="271"/>
                  </a:lnTo>
                  <a:lnTo>
                    <a:pt x="1251" y="271"/>
                  </a:lnTo>
                  <a:lnTo>
                    <a:pt x="1254" y="272"/>
                  </a:lnTo>
                  <a:lnTo>
                    <a:pt x="1255" y="274"/>
                  </a:lnTo>
                  <a:lnTo>
                    <a:pt x="1257" y="277"/>
                  </a:lnTo>
                  <a:lnTo>
                    <a:pt x="1258" y="279"/>
                  </a:lnTo>
                  <a:lnTo>
                    <a:pt x="1261" y="278"/>
                  </a:lnTo>
                  <a:lnTo>
                    <a:pt x="1265" y="277"/>
                  </a:lnTo>
                  <a:lnTo>
                    <a:pt x="1269" y="277"/>
                  </a:lnTo>
                  <a:lnTo>
                    <a:pt x="1271" y="278"/>
                  </a:lnTo>
                  <a:lnTo>
                    <a:pt x="1272" y="280"/>
                  </a:lnTo>
                  <a:lnTo>
                    <a:pt x="1273" y="282"/>
                  </a:lnTo>
                  <a:lnTo>
                    <a:pt x="1273" y="284"/>
                  </a:lnTo>
                  <a:lnTo>
                    <a:pt x="1274" y="286"/>
                  </a:lnTo>
                  <a:lnTo>
                    <a:pt x="1273" y="288"/>
                  </a:lnTo>
                  <a:lnTo>
                    <a:pt x="1272" y="290"/>
                  </a:lnTo>
                  <a:lnTo>
                    <a:pt x="1270" y="292"/>
                  </a:lnTo>
                  <a:close/>
                </a:path>
              </a:pathLst>
            </a:custGeom>
            <a:solidFill>
              <a:srgbClr val="41B796">
                <a:alpha val="10800"/>
              </a:srgbClr>
            </a:solidFill>
            <a:ln>
              <a:noFill/>
            </a:ln>
          </p:spPr>
          <p:txBody>
            <a:bodyPr anchor="ctr"/>
            <a:lstStyle/>
            <a:p>
              <a:pPr algn="ctr">
                <a:buNone/>
              </a:pPr>
            </a:p>
          </p:txBody>
        </p:sp>
        <p:sp>
          <p:nvSpPr>
            <p:cNvPr id="7564" name="addition:spatial:53">
              <a:extLst>
                <a:ext uri="{FF2B5EF4-FFF2-40B4-BE49-F238E27FC236}">
                  <ns2:creationId id="{4711063A-1E0A-41FC-8ACB-B4C1D90EE53D}"/>
                </a:ext>
              </a:extLst>
            </p:cNvPr>
            <p:cNvSpPr>
              <a:spLocks noGrp="1"/>
            </p:cNvSpPr>
            <p:nvPr/>
          </p:nvSpPr>
          <p:spPr>
            <a:xfrm>
              <a:off x="5648325" y="1666875"/>
              <a:ext cx="1921200" cy="740938"/>
            </a:xfrm>
            <a:custGeom>
              <a:rect l="l" t="t" r="r" b="b"/>
              <a:pathLst>
                <a:path w="1449" h="438">
                  <a:moveTo>
                    <a:pt x="0" y="0"/>
                  </a:moveTo>
                  <a:moveTo>
                    <a:pt x="1422" y="349"/>
                  </a:moveTo>
                  <a:lnTo>
                    <a:pt x="1435" y="357"/>
                  </a:lnTo>
                  <a:lnTo>
                    <a:pt x="1446" y="366"/>
                  </a:lnTo>
                  <a:lnTo>
                    <a:pt x="1449" y="375"/>
                  </a:lnTo>
                  <a:lnTo>
                    <a:pt x="1439" y="382"/>
                  </a:lnTo>
                  <a:lnTo>
                    <a:pt x="1423" y="385"/>
                  </a:lnTo>
                  <a:lnTo>
                    <a:pt x="1408" y="387"/>
                  </a:lnTo>
                  <a:lnTo>
                    <a:pt x="1401" y="392"/>
                  </a:lnTo>
                  <a:lnTo>
                    <a:pt x="1398" y="399"/>
                  </a:lnTo>
                  <a:lnTo>
                    <a:pt x="1395" y="406"/>
                  </a:lnTo>
                  <a:lnTo>
                    <a:pt x="1387" y="411"/>
                  </a:lnTo>
                  <a:lnTo>
                    <a:pt x="1377" y="414"/>
                  </a:lnTo>
                  <a:lnTo>
                    <a:pt x="1367" y="418"/>
                  </a:lnTo>
                  <a:lnTo>
                    <a:pt x="1358" y="423"/>
                  </a:lnTo>
                  <a:lnTo>
                    <a:pt x="1349" y="429"/>
                  </a:lnTo>
                  <a:lnTo>
                    <a:pt x="1338" y="433"/>
                  </a:lnTo>
                  <a:lnTo>
                    <a:pt x="1325" y="433"/>
                  </a:lnTo>
                  <a:lnTo>
                    <a:pt x="1313" y="432"/>
                  </a:lnTo>
                  <a:lnTo>
                    <a:pt x="1300" y="434"/>
                  </a:lnTo>
                  <a:lnTo>
                    <a:pt x="1287" y="438"/>
                  </a:lnTo>
                  <a:lnTo>
                    <a:pt x="1274" y="438"/>
                  </a:lnTo>
                  <a:lnTo>
                    <a:pt x="1264" y="432"/>
                  </a:lnTo>
                  <a:lnTo>
                    <a:pt x="1258" y="421"/>
                  </a:lnTo>
                  <a:lnTo>
                    <a:pt x="1254" y="409"/>
                  </a:lnTo>
                  <a:lnTo>
                    <a:pt x="1249" y="404"/>
                  </a:lnTo>
                  <a:lnTo>
                    <a:pt x="1238" y="404"/>
                  </a:lnTo>
                  <a:lnTo>
                    <a:pt x="1223" y="406"/>
                  </a:lnTo>
                  <a:lnTo>
                    <a:pt x="1210" y="405"/>
                  </a:lnTo>
                  <a:lnTo>
                    <a:pt x="1201" y="401"/>
                  </a:lnTo>
                  <a:lnTo>
                    <a:pt x="1196" y="394"/>
                  </a:lnTo>
                  <a:lnTo>
                    <a:pt x="1191" y="388"/>
                  </a:lnTo>
                  <a:lnTo>
                    <a:pt x="1187" y="381"/>
                  </a:lnTo>
                  <a:lnTo>
                    <a:pt x="1186" y="373"/>
                  </a:lnTo>
                  <a:lnTo>
                    <a:pt x="1192" y="364"/>
                  </a:lnTo>
                  <a:lnTo>
                    <a:pt x="1201" y="356"/>
                  </a:lnTo>
                  <a:lnTo>
                    <a:pt x="1206" y="349"/>
                  </a:lnTo>
                  <a:lnTo>
                    <a:pt x="1205" y="342"/>
                  </a:lnTo>
                  <a:lnTo>
                    <a:pt x="1201" y="334"/>
                  </a:lnTo>
                  <a:lnTo>
                    <a:pt x="1202" y="327"/>
                  </a:lnTo>
                  <a:lnTo>
                    <a:pt x="1211" y="321"/>
                  </a:lnTo>
                  <a:lnTo>
                    <a:pt x="1223" y="317"/>
                  </a:lnTo>
                  <a:lnTo>
                    <a:pt x="1231" y="312"/>
                  </a:lnTo>
                  <a:lnTo>
                    <a:pt x="1231" y="304"/>
                  </a:lnTo>
                  <a:lnTo>
                    <a:pt x="1228" y="293"/>
                  </a:lnTo>
                  <a:lnTo>
                    <a:pt x="1228" y="282"/>
                  </a:lnTo>
                  <a:lnTo>
                    <a:pt x="1234" y="275"/>
                  </a:lnTo>
                  <a:lnTo>
                    <a:pt x="1246" y="273"/>
                  </a:lnTo>
                  <a:lnTo>
                    <a:pt x="1257" y="273"/>
                  </a:lnTo>
                  <a:lnTo>
                    <a:pt x="1268" y="272"/>
                  </a:lnTo>
                  <a:lnTo>
                    <a:pt x="1277" y="272"/>
                  </a:lnTo>
                  <a:lnTo>
                    <a:pt x="1287" y="275"/>
                  </a:lnTo>
                  <a:lnTo>
                    <a:pt x="1296" y="279"/>
                  </a:lnTo>
                  <a:lnTo>
                    <a:pt x="1303" y="281"/>
                  </a:lnTo>
                  <a:lnTo>
                    <a:pt x="1310" y="277"/>
                  </a:lnTo>
                  <a:lnTo>
                    <a:pt x="1320" y="269"/>
                  </a:lnTo>
                  <a:lnTo>
                    <a:pt x="1331" y="262"/>
                  </a:lnTo>
                  <a:lnTo>
                    <a:pt x="1342" y="262"/>
                  </a:lnTo>
                  <a:lnTo>
                    <a:pt x="1349" y="269"/>
                  </a:lnTo>
                  <a:lnTo>
                    <a:pt x="1355" y="277"/>
                  </a:lnTo>
                  <a:lnTo>
                    <a:pt x="1362" y="282"/>
                  </a:lnTo>
                  <a:lnTo>
                    <a:pt x="1373" y="284"/>
                  </a:lnTo>
                  <a:lnTo>
                    <a:pt x="1386" y="286"/>
                  </a:lnTo>
                  <a:lnTo>
                    <a:pt x="1394" y="291"/>
                  </a:lnTo>
                  <a:lnTo>
                    <a:pt x="1397" y="300"/>
                  </a:lnTo>
                  <a:lnTo>
                    <a:pt x="1397" y="309"/>
                  </a:lnTo>
                  <a:lnTo>
                    <a:pt x="1399" y="316"/>
                  </a:lnTo>
                  <a:lnTo>
                    <a:pt x="1404" y="323"/>
                  </a:lnTo>
                  <a:lnTo>
                    <a:pt x="1409" y="329"/>
                  </a:lnTo>
                  <a:lnTo>
                    <a:pt x="1412" y="336"/>
                  </a:lnTo>
                  <a:lnTo>
                    <a:pt x="1415" y="342"/>
                  </a:lnTo>
                  <a:close/>
                </a:path>
              </a:pathLst>
            </a:custGeom>
            <a:solidFill>
              <a:srgbClr val="EFD4E3">
                <a:alpha val="12900"/>
              </a:srgbClr>
            </a:solidFill>
            <a:ln>
              <a:noFill/>
            </a:ln>
          </p:spPr>
          <p:txBody>
            <a:bodyPr anchor="ctr"/>
            <a:lstStyle/>
            <a:p>
              <a:pPr algn="ctr">
                <a:buNone/>
              </a:pPr>
            </a:p>
          </p:txBody>
        </p:sp>
        <p:sp>
          <p:nvSpPr>
            <p:cNvPr id="7565" name="addition:spatial:54">
              <a:extLst>
                <a:ext uri="{FF2B5EF4-FFF2-40B4-BE49-F238E27FC236}">
                  <ns2:creationId id="{A66A51C1-B2DC-474F-B2BB-516C2AB38302}"/>
                </a:ext>
              </a:extLst>
            </p:cNvPr>
            <p:cNvSpPr>
              <a:spLocks noGrp="1"/>
            </p:cNvSpPr>
            <p:nvPr/>
          </p:nvSpPr>
          <p:spPr>
            <a:xfrm>
              <a:off x="5648325" y="1666875"/>
              <a:ext cx="1852254" cy="725714"/>
            </a:xfrm>
            <a:custGeom>
              <a:rect l="l" t="t" r="r" b="b"/>
              <a:pathLst>
                <a:path w="1397" h="429">
                  <a:moveTo>
                    <a:pt x="0" y="0"/>
                  </a:moveTo>
                  <a:moveTo>
                    <a:pt x="1385" y="354"/>
                  </a:moveTo>
                  <a:lnTo>
                    <a:pt x="1388" y="360"/>
                  </a:lnTo>
                  <a:lnTo>
                    <a:pt x="1389" y="366"/>
                  </a:lnTo>
                  <a:lnTo>
                    <a:pt x="1388" y="372"/>
                  </a:lnTo>
                  <a:lnTo>
                    <a:pt x="1387" y="378"/>
                  </a:lnTo>
                  <a:lnTo>
                    <a:pt x="1391" y="385"/>
                  </a:lnTo>
                  <a:lnTo>
                    <a:pt x="1396" y="394"/>
                  </a:lnTo>
                  <a:lnTo>
                    <a:pt x="1397" y="403"/>
                  </a:lnTo>
                  <a:lnTo>
                    <a:pt x="1389" y="407"/>
                  </a:lnTo>
                  <a:lnTo>
                    <a:pt x="1376" y="407"/>
                  </a:lnTo>
                  <a:lnTo>
                    <a:pt x="1362" y="404"/>
                  </a:lnTo>
                  <a:lnTo>
                    <a:pt x="1353" y="403"/>
                  </a:lnTo>
                  <a:lnTo>
                    <a:pt x="1348" y="407"/>
                  </a:lnTo>
                  <a:lnTo>
                    <a:pt x="1345" y="413"/>
                  </a:lnTo>
                  <a:lnTo>
                    <a:pt x="1339" y="419"/>
                  </a:lnTo>
                  <a:lnTo>
                    <a:pt x="1331" y="421"/>
                  </a:lnTo>
                  <a:lnTo>
                    <a:pt x="1323" y="422"/>
                  </a:lnTo>
                  <a:lnTo>
                    <a:pt x="1314" y="425"/>
                  </a:lnTo>
                  <a:lnTo>
                    <a:pt x="1305" y="428"/>
                  </a:lnTo>
                  <a:lnTo>
                    <a:pt x="1294" y="429"/>
                  </a:lnTo>
                  <a:lnTo>
                    <a:pt x="1285" y="426"/>
                  </a:lnTo>
                  <a:lnTo>
                    <a:pt x="1276" y="422"/>
                  </a:lnTo>
                  <a:lnTo>
                    <a:pt x="1267" y="418"/>
                  </a:lnTo>
                  <a:lnTo>
                    <a:pt x="1256" y="417"/>
                  </a:lnTo>
                  <a:lnTo>
                    <a:pt x="1245" y="416"/>
                  </a:lnTo>
                  <a:lnTo>
                    <a:pt x="1236" y="412"/>
                  </a:lnTo>
                  <a:lnTo>
                    <a:pt x="1233" y="404"/>
                  </a:lnTo>
                  <a:lnTo>
                    <a:pt x="1234" y="394"/>
                  </a:lnTo>
                  <a:lnTo>
                    <a:pt x="1233" y="387"/>
                  </a:lnTo>
                  <a:lnTo>
                    <a:pt x="1225" y="384"/>
                  </a:lnTo>
                  <a:lnTo>
                    <a:pt x="1212" y="383"/>
                  </a:lnTo>
                  <a:lnTo>
                    <a:pt x="1198" y="380"/>
                  </a:lnTo>
                  <a:lnTo>
                    <a:pt x="1190" y="375"/>
                  </a:lnTo>
                  <a:lnTo>
                    <a:pt x="1187" y="368"/>
                  </a:lnTo>
                  <a:lnTo>
                    <a:pt x="1187" y="361"/>
                  </a:lnTo>
                  <a:lnTo>
                    <a:pt x="1187" y="354"/>
                  </a:lnTo>
                  <a:lnTo>
                    <a:pt x="1190" y="347"/>
                  </a:lnTo>
                  <a:lnTo>
                    <a:pt x="1197" y="341"/>
                  </a:lnTo>
                  <a:lnTo>
                    <a:pt x="1207" y="336"/>
                  </a:lnTo>
                  <a:lnTo>
                    <a:pt x="1217" y="332"/>
                  </a:lnTo>
                  <a:lnTo>
                    <a:pt x="1221" y="327"/>
                  </a:lnTo>
                  <a:lnTo>
                    <a:pt x="1220" y="320"/>
                  </a:lnTo>
                  <a:lnTo>
                    <a:pt x="1221" y="312"/>
                  </a:lnTo>
                  <a:lnTo>
                    <a:pt x="1227" y="307"/>
                  </a:lnTo>
                  <a:lnTo>
                    <a:pt x="1238" y="304"/>
                  </a:lnTo>
                  <a:lnTo>
                    <a:pt x="1249" y="303"/>
                  </a:lnTo>
                  <a:lnTo>
                    <a:pt x="1256" y="299"/>
                  </a:lnTo>
                  <a:lnTo>
                    <a:pt x="1261" y="292"/>
                  </a:lnTo>
                  <a:lnTo>
                    <a:pt x="1266" y="283"/>
                  </a:lnTo>
                  <a:lnTo>
                    <a:pt x="1275" y="278"/>
                  </a:lnTo>
                  <a:lnTo>
                    <a:pt x="1285" y="278"/>
                  </a:lnTo>
                  <a:lnTo>
                    <a:pt x="1296" y="281"/>
                  </a:lnTo>
                  <a:lnTo>
                    <a:pt x="1305" y="284"/>
                  </a:lnTo>
                  <a:lnTo>
                    <a:pt x="1314" y="287"/>
                  </a:lnTo>
                  <a:lnTo>
                    <a:pt x="1321" y="290"/>
                  </a:lnTo>
                  <a:lnTo>
                    <a:pt x="1327" y="294"/>
                  </a:lnTo>
                  <a:lnTo>
                    <a:pt x="1332" y="298"/>
                  </a:lnTo>
                  <a:lnTo>
                    <a:pt x="1339" y="298"/>
                  </a:lnTo>
                  <a:lnTo>
                    <a:pt x="1349" y="295"/>
                  </a:lnTo>
                  <a:lnTo>
                    <a:pt x="1362" y="291"/>
                  </a:lnTo>
                  <a:lnTo>
                    <a:pt x="1372" y="291"/>
                  </a:lnTo>
                  <a:lnTo>
                    <a:pt x="1377" y="297"/>
                  </a:lnTo>
                  <a:lnTo>
                    <a:pt x="1377" y="305"/>
                  </a:lnTo>
                  <a:lnTo>
                    <a:pt x="1376" y="314"/>
                  </a:lnTo>
                  <a:lnTo>
                    <a:pt x="1379" y="319"/>
                  </a:lnTo>
                  <a:lnTo>
                    <a:pt x="1385" y="323"/>
                  </a:lnTo>
                  <a:lnTo>
                    <a:pt x="1390" y="329"/>
                  </a:lnTo>
                  <a:lnTo>
                    <a:pt x="1390" y="335"/>
                  </a:lnTo>
                  <a:lnTo>
                    <a:pt x="1387" y="342"/>
                  </a:lnTo>
                  <a:lnTo>
                    <a:pt x="1384" y="348"/>
                  </a:lnTo>
                  <a:close/>
                </a:path>
              </a:pathLst>
            </a:custGeom>
            <a:solidFill>
              <a:srgbClr val="DA9FC0">
                <a:alpha val="12900"/>
              </a:srgbClr>
            </a:solidFill>
            <a:ln>
              <a:noFill/>
            </a:ln>
          </p:spPr>
          <p:txBody>
            <a:bodyPr anchor="ctr"/>
            <a:lstStyle/>
            <a:p>
              <a:pPr algn="ctr">
                <a:buNone/>
              </a:pPr>
            </a:p>
          </p:txBody>
        </p:sp>
        <p:sp>
          <p:nvSpPr>
            <p:cNvPr id="7566" name="addition:spatial:55">
              <a:extLst>
                <a:ext uri="{FF2B5EF4-FFF2-40B4-BE49-F238E27FC236}">
                  <ns2:creationId id="{9515F256-F6A7-4B98-B41F-A5AB72612EDE}"/>
                </a:ext>
              </a:extLst>
            </p:cNvPr>
            <p:cNvSpPr>
              <a:spLocks noGrp="1"/>
            </p:cNvSpPr>
            <p:nvPr/>
          </p:nvSpPr>
          <p:spPr>
            <a:xfrm>
              <a:off x="5648325" y="1666875"/>
              <a:ext cx="1856232" cy="725714"/>
            </a:xfrm>
            <a:custGeom>
              <a:rect l="l" t="t" r="r" b="b"/>
              <a:pathLst>
                <a:path w="1400" h="429">
                  <a:moveTo>
                    <a:pt x="0" y="0"/>
                  </a:moveTo>
                  <a:moveTo>
                    <a:pt x="1397" y="359"/>
                  </a:moveTo>
                  <a:lnTo>
                    <a:pt x="1392" y="365"/>
                  </a:lnTo>
                  <a:lnTo>
                    <a:pt x="1388" y="370"/>
                  </a:lnTo>
                  <a:lnTo>
                    <a:pt x="1385" y="375"/>
                  </a:lnTo>
                  <a:lnTo>
                    <a:pt x="1380" y="380"/>
                  </a:lnTo>
                  <a:lnTo>
                    <a:pt x="1372" y="384"/>
                  </a:lnTo>
                  <a:lnTo>
                    <a:pt x="1365" y="387"/>
                  </a:lnTo>
                  <a:lnTo>
                    <a:pt x="1361" y="392"/>
                  </a:lnTo>
                  <a:lnTo>
                    <a:pt x="1360" y="398"/>
                  </a:lnTo>
                  <a:lnTo>
                    <a:pt x="1356" y="404"/>
                  </a:lnTo>
                  <a:lnTo>
                    <a:pt x="1349" y="407"/>
                  </a:lnTo>
                  <a:lnTo>
                    <a:pt x="1339" y="408"/>
                  </a:lnTo>
                  <a:lnTo>
                    <a:pt x="1330" y="409"/>
                  </a:lnTo>
                  <a:lnTo>
                    <a:pt x="1324" y="413"/>
                  </a:lnTo>
                  <a:lnTo>
                    <a:pt x="1318" y="420"/>
                  </a:lnTo>
                  <a:lnTo>
                    <a:pt x="1311" y="427"/>
                  </a:lnTo>
                  <a:lnTo>
                    <a:pt x="1302" y="429"/>
                  </a:lnTo>
                  <a:lnTo>
                    <a:pt x="1293" y="425"/>
                  </a:lnTo>
                  <a:lnTo>
                    <a:pt x="1284" y="419"/>
                  </a:lnTo>
                  <a:lnTo>
                    <a:pt x="1278" y="414"/>
                  </a:lnTo>
                  <a:lnTo>
                    <a:pt x="1271" y="412"/>
                  </a:lnTo>
                  <a:lnTo>
                    <a:pt x="1265" y="411"/>
                  </a:lnTo>
                  <a:lnTo>
                    <a:pt x="1259" y="409"/>
                  </a:lnTo>
                  <a:lnTo>
                    <a:pt x="1254" y="407"/>
                  </a:lnTo>
                  <a:lnTo>
                    <a:pt x="1247" y="407"/>
                  </a:lnTo>
                  <a:lnTo>
                    <a:pt x="1237" y="408"/>
                  </a:lnTo>
                  <a:lnTo>
                    <a:pt x="1227" y="408"/>
                  </a:lnTo>
                  <a:lnTo>
                    <a:pt x="1220" y="405"/>
                  </a:lnTo>
                  <a:lnTo>
                    <a:pt x="1219" y="398"/>
                  </a:lnTo>
                  <a:lnTo>
                    <a:pt x="1223" y="391"/>
                  </a:lnTo>
                  <a:lnTo>
                    <a:pt x="1225" y="384"/>
                  </a:lnTo>
                  <a:lnTo>
                    <a:pt x="1222" y="380"/>
                  </a:lnTo>
                  <a:lnTo>
                    <a:pt x="1216" y="375"/>
                  </a:lnTo>
                  <a:lnTo>
                    <a:pt x="1213" y="370"/>
                  </a:lnTo>
                  <a:lnTo>
                    <a:pt x="1215" y="365"/>
                  </a:lnTo>
                  <a:lnTo>
                    <a:pt x="1221" y="359"/>
                  </a:lnTo>
                  <a:lnTo>
                    <a:pt x="1226" y="354"/>
                  </a:lnTo>
                  <a:lnTo>
                    <a:pt x="1227" y="349"/>
                  </a:lnTo>
                  <a:lnTo>
                    <a:pt x="1224" y="344"/>
                  </a:lnTo>
                  <a:lnTo>
                    <a:pt x="1222" y="338"/>
                  </a:lnTo>
                  <a:lnTo>
                    <a:pt x="1222" y="332"/>
                  </a:lnTo>
                  <a:lnTo>
                    <a:pt x="1223" y="327"/>
                  </a:lnTo>
                  <a:lnTo>
                    <a:pt x="1223" y="320"/>
                  </a:lnTo>
                  <a:lnTo>
                    <a:pt x="1224" y="313"/>
                  </a:lnTo>
                  <a:lnTo>
                    <a:pt x="1228" y="308"/>
                  </a:lnTo>
                  <a:lnTo>
                    <a:pt x="1237" y="307"/>
                  </a:lnTo>
                  <a:lnTo>
                    <a:pt x="1248" y="310"/>
                  </a:lnTo>
                  <a:lnTo>
                    <a:pt x="1258" y="313"/>
                  </a:lnTo>
                  <a:lnTo>
                    <a:pt x="1264" y="313"/>
                  </a:lnTo>
                  <a:lnTo>
                    <a:pt x="1267" y="308"/>
                  </a:lnTo>
                  <a:lnTo>
                    <a:pt x="1271" y="301"/>
                  </a:lnTo>
                  <a:lnTo>
                    <a:pt x="1277" y="297"/>
                  </a:lnTo>
                  <a:lnTo>
                    <a:pt x="1285" y="297"/>
                  </a:lnTo>
                  <a:lnTo>
                    <a:pt x="1292" y="298"/>
                  </a:lnTo>
                  <a:lnTo>
                    <a:pt x="1300" y="299"/>
                  </a:lnTo>
                  <a:lnTo>
                    <a:pt x="1308" y="298"/>
                  </a:lnTo>
                  <a:lnTo>
                    <a:pt x="1317" y="297"/>
                  </a:lnTo>
                  <a:lnTo>
                    <a:pt x="1325" y="299"/>
                  </a:lnTo>
                  <a:lnTo>
                    <a:pt x="1332" y="304"/>
                  </a:lnTo>
                  <a:lnTo>
                    <a:pt x="1339" y="308"/>
                  </a:lnTo>
                  <a:lnTo>
                    <a:pt x="1347" y="310"/>
                  </a:lnTo>
                  <a:lnTo>
                    <a:pt x="1355" y="313"/>
                  </a:lnTo>
                  <a:lnTo>
                    <a:pt x="1360" y="319"/>
                  </a:lnTo>
                  <a:lnTo>
                    <a:pt x="1360" y="326"/>
                  </a:lnTo>
                  <a:lnTo>
                    <a:pt x="1358" y="333"/>
                  </a:lnTo>
                  <a:lnTo>
                    <a:pt x="1361" y="338"/>
                  </a:lnTo>
                  <a:lnTo>
                    <a:pt x="1370" y="340"/>
                  </a:lnTo>
                  <a:lnTo>
                    <a:pt x="1384" y="343"/>
                  </a:lnTo>
                  <a:lnTo>
                    <a:pt x="1396" y="347"/>
                  </a:lnTo>
                  <a:lnTo>
                    <a:pt x="1400" y="353"/>
                  </a:lnTo>
                  <a:close/>
                </a:path>
              </a:pathLst>
            </a:custGeom>
            <a:solidFill>
              <a:srgbClr val="CC79A7">
                <a:alpha val="10500"/>
              </a:srgbClr>
            </a:solidFill>
            <a:ln>
              <a:noFill/>
            </a:ln>
          </p:spPr>
          <p:txBody>
            <a:bodyPr anchor="ctr"/>
            <a:lstStyle/>
            <a:p>
              <a:pPr algn="ctr">
                <a:buNone/>
              </a:pPr>
            </a:p>
          </p:txBody>
        </p:sp>
        <p:sp>
          <p:nvSpPr>
            <p:cNvPr id="7567" name="addition:spatial:56">
              <a:extLst>
                <a:ext uri="{FF2B5EF4-FFF2-40B4-BE49-F238E27FC236}">
                  <ns2:creationId id="{069E4EE8-305A-452C-95A3-33B25EAA942B}"/>
                </a:ext>
              </a:extLst>
            </p:cNvPr>
            <p:cNvSpPr>
              <a:spLocks noGrp="1"/>
            </p:cNvSpPr>
            <p:nvPr/>
          </p:nvSpPr>
          <p:spPr>
            <a:xfrm>
              <a:off x="5648325" y="1666875"/>
              <a:ext cx="1726296" cy="619140"/>
            </a:xfrm>
            <a:custGeom>
              <a:rect l="l" t="t" r="r" b="b"/>
              <a:pathLst>
                <a:path w="1302" h="366">
                  <a:moveTo>
                    <a:pt x="0" y="0"/>
                  </a:moveTo>
                  <a:moveTo>
                    <a:pt x="1294" y="339"/>
                  </a:moveTo>
                  <a:lnTo>
                    <a:pt x="1295" y="341"/>
                  </a:lnTo>
                  <a:lnTo>
                    <a:pt x="1298" y="344"/>
                  </a:lnTo>
                  <a:lnTo>
                    <a:pt x="1301" y="347"/>
                  </a:lnTo>
                  <a:lnTo>
                    <a:pt x="1302" y="350"/>
                  </a:lnTo>
                  <a:lnTo>
                    <a:pt x="1299" y="352"/>
                  </a:lnTo>
                  <a:lnTo>
                    <a:pt x="1294" y="352"/>
                  </a:lnTo>
                  <a:lnTo>
                    <a:pt x="1289" y="353"/>
                  </a:lnTo>
                  <a:lnTo>
                    <a:pt x="1287" y="354"/>
                  </a:lnTo>
                  <a:lnTo>
                    <a:pt x="1286" y="356"/>
                  </a:lnTo>
                  <a:lnTo>
                    <a:pt x="1285" y="358"/>
                  </a:lnTo>
                  <a:lnTo>
                    <a:pt x="1282" y="360"/>
                  </a:lnTo>
                  <a:lnTo>
                    <a:pt x="1279" y="361"/>
                  </a:lnTo>
                  <a:lnTo>
                    <a:pt x="1276" y="362"/>
                  </a:lnTo>
                  <a:lnTo>
                    <a:pt x="1273" y="363"/>
                  </a:lnTo>
                  <a:lnTo>
                    <a:pt x="1270" y="365"/>
                  </a:lnTo>
                  <a:lnTo>
                    <a:pt x="1266" y="366"/>
                  </a:lnTo>
                  <a:lnTo>
                    <a:pt x="1262" y="366"/>
                  </a:lnTo>
                  <a:lnTo>
                    <a:pt x="1259" y="365"/>
                  </a:lnTo>
                  <a:lnTo>
                    <a:pt x="1255" y="365"/>
                  </a:lnTo>
                  <a:lnTo>
                    <a:pt x="1251" y="366"/>
                  </a:lnTo>
                  <a:lnTo>
                    <a:pt x="1247" y="366"/>
                  </a:lnTo>
                  <a:lnTo>
                    <a:pt x="1243" y="364"/>
                  </a:lnTo>
                  <a:lnTo>
                    <a:pt x="1242" y="360"/>
                  </a:lnTo>
                  <a:lnTo>
                    <a:pt x="1241" y="357"/>
                  </a:lnTo>
                  <a:lnTo>
                    <a:pt x="1240" y="355"/>
                  </a:lnTo>
                  <a:lnTo>
                    <a:pt x="1236" y="355"/>
                  </a:lnTo>
                  <a:lnTo>
                    <a:pt x="1231" y="355"/>
                  </a:lnTo>
                  <a:lnTo>
                    <a:pt x="1227" y="355"/>
                  </a:lnTo>
                  <a:lnTo>
                    <a:pt x="1224" y="353"/>
                  </a:lnTo>
                  <a:lnTo>
                    <a:pt x="1223" y="351"/>
                  </a:lnTo>
                  <a:lnTo>
                    <a:pt x="1222" y="349"/>
                  </a:lnTo>
                  <a:lnTo>
                    <a:pt x="1221" y="346"/>
                  </a:lnTo>
                  <a:lnTo>
                    <a:pt x="1221" y="344"/>
                  </a:lnTo>
                  <a:lnTo>
                    <a:pt x="1223" y="342"/>
                  </a:lnTo>
                  <a:lnTo>
                    <a:pt x="1226" y="339"/>
                  </a:lnTo>
                  <a:lnTo>
                    <a:pt x="1228" y="337"/>
                  </a:lnTo>
                  <a:lnTo>
                    <a:pt x="1228" y="335"/>
                  </a:lnTo>
                  <a:lnTo>
                    <a:pt x="1227" y="333"/>
                  </a:lnTo>
                  <a:lnTo>
                    <a:pt x="1228" y="330"/>
                  </a:lnTo>
                  <a:lnTo>
                    <a:pt x="1231" y="328"/>
                  </a:lnTo>
                  <a:lnTo>
                    <a:pt x="1234" y="327"/>
                  </a:lnTo>
                  <a:lnTo>
                    <a:pt x="1237" y="326"/>
                  </a:lnTo>
                  <a:lnTo>
                    <a:pt x="1238" y="324"/>
                  </a:lnTo>
                  <a:lnTo>
                    <a:pt x="1237" y="320"/>
                  </a:lnTo>
                  <a:lnTo>
                    <a:pt x="1238" y="317"/>
                  </a:lnTo>
                  <a:lnTo>
                    <a:pt x="1240" y="315"/>
                  </a:lnTo>
                  <a:lnTo>
                    <a:pt x="1244" y="314"/>
                  </a:lnTo>
                  <a:lnTo>
                    <a:pt x="1248" y="315"/>
                  </a:lnTo>
                  <a:lnTo>
                    <a:pt x="1251" y="315"/>
                  </a:lnTo>
                  <a:lnTo>
                    <a:pt x="1254" y="315"/>
                  </a:lnTo>
                  <a:lnTo>
                    <a:pt x="1257" y="316"/>
                  </a:lnTo>
                  <a:lnTo>
                    <a:pt x="1259" y="317"/>
                  </a:lnTo>
                  <a:lnTo>
                    <a:pt x="1262" y="318"/>
                  </a:lnTo>
                  <a:lnTo>
                    <a:pt x="1264" y="317"/>
                  </a:lnTo>
                  <a:lnTo>
                    <a:pt x="1267" y="315"/>
                  </a:lnTo>
                  <a:lnTo>
                    <a:pt x="1271" y="313"/>
                  </a:lnTo>
                  <a:lnTo>
                    <a:pt x="1274" y="313"/>
                  </a:lnTo>
                  <a:lnTo>
                    <a:pt x="1276" y="315"/>
                  </a:lnTo>
                  <a:lnTo>
                    <a:pt x="1278" y="318"/>
                  </a:lnTo>
                  <a:lnTo>
                    <a:pt x="1279" y="320"/>
                  </a:lnTo>
                  <a:lnTo>
                    <a:pt x="1282" y="321"/>
                  </a:lnTo>
                  <a:lnTo>
                    <a:pt x="1286" y="321"/>
                  </a:lnTo>
                  <a:lnTo>
                    <a:pt x="1289" y="323"/>
                  </a:lnTo>
                  <a:lnTo>
                    <a:pt x="1289" y="326"/>
                  </a:lnTo>
                  <a:lnTo>
                    <a:pt x="1289" y="329"/>
                  </a:lnTo>
                  <a:lnTo>
                    <a:pt x="1289" y="331"/>
                  </a:lnTo>
                  <a:lnTo>
                    <a:pt x="1290" y="333"/>
                  </a:lnTo>
                  <a:lnTo>
                    <a:pt x="1291" y="335"/>
                  </a:lnTo>
                  <a:lnTo>
                    <a:pt x="1293" y="337"/>
                  </a:lnTo>
                  <a:close/>
                </a:path>
              </a:pathLst>
            </a:custGeom>
            <a:solidFill>
              <a:srgbClr val="DA9FC0">
                <a:alpha val="9600"/>
              </a:srgbClr>
            </a:solidFill>
            <a:ln>
              <a:noFill/>
            </a:ln>
          </p:spPr>
          <p:txBody>
            <a:bodyPr anchor="ctr"/>
            <a:lstStyle/>
            <a:p>
              <a:pPr algn="ctr">
                <a:buNone/>
              </a:pPr>
            </a:p>
          </p:txBody>
        </p:sp>
        <p:sp>
          <p:nvSpPr>
            <p:cNvPr id="7568" name="addition:spatial:57">
              <a:extLst>
                <a:ext uri="{FF2B5EF4-FFF2-40B4-BE49-F238E27FC236}">
                  <ns2:creationId id="{FE4A7659-6E53-4CDB-A8C5-A6021DF155F6}"/>
                </a:ext>
              </a:extLst>
            </p:cNvPr>
            <p:cNvSpPr>
              <a:spLocks noGrp="1"/>
            </p:cNvSpPr>
            <p:nvPr/>
          </p:nvSpPr>
          <p:spPr>
            <a:xfrm>
              <a:off x="5648325" y="1666875"/>
              <a:ext cx="1758117" cy="583616"/>
            </a:xfrm>
            <a:custGeom>
              <a:rect l="l" t="t" r="r" b="b"/>
              <a:pathLst>
                <a:path w="1326" h="345">
                  <a:moveTo>
                    <a:pt x="0" y="0"/>
                  </a:moveTo>
                  <a:moveTo>
                    <a:pt x="1326" y="319"/>
                  </a:moveTo>
                  <a:lnTo>
                    <a:pt x="1325" y="321"/>
                  </a:lnTo>
                  <a:lnTo>
                    <a:pt x="1322" y="323"/>
                  </a:lnTo>
                  <a:lnTo>
                    <a:pt x="1320" y="325"/>
                  </a:lnTo>
                  <a:lnTo>
                    <a:pt x="1320" y="327"/>
                  </a:lnTo>
                  <a:lnTo>
                    <a:pt x="1319" y="329"/>
                  </a:lnTo>
                  <a:lnTo>
                    <a:pt x="1317" y="331"/>
                  </a:lnTo>
                  <a:lnTo>
                    <a:pt x="1313" y="332"/>
                  </a:lnTo>
                  <a:lnTo>
                    <a:pt x="1310" y="333"/>
                  </a:lnTo>
                  <a:lnTo>
                    <a:pt x="1308" y="335"/>
                  </a:lnTo>
                  <a:lnTo>
                    <a:pt x="1308" y="338"/>
                  </a:lnTo>
                  <a:lnTo>
                    <a:pt x="1307" y="342"/>
                  </a:lnTo>
                  <a:lnTo>
                    <a:pt x="1305" y="345"/>
                  </a:lnTo>
                  <a:lnTo>
                    <a:pt x="1302" y="345"/>
                  </a:lnTo>
                  <a:lnTo>
                    <a:pt x="1298" y="344"/>
                  </a:lnTo>
                  <a:lnTo>
                    <a:pt x="1294" y="342"/>
                  </a:lnTo>
                  <a:lnTo>
                    <a:pt x="1291" y="342"/>
                  </a:lnTo>
                  <a:lnTo>
                    <a:pt x="1288" y="342"/>
                  </a:lnTo>
                  <a:lnTo>
                    <a:pt x="1286" y="341"/>
                  </a:lnTo>
                  <a:lnTo>
                    <a:pt x="1284" y="341"/>
                  </a:lnTo>
                  <a:lnTo>
                    <a:pt x="1282" y="340"/>
                  </a:lnTo>
                  <a:lnTo>
                    <a:pt x="1279" y="341"/>
                  </a:lnTo>
                  <a:lnTo>
                    <a:pt x="1275" y="342"/>
                  </a:lnTo>
                  <a:lnTo>
                    <a:pt x="1272" y="343"/>
                  </a:lnTo>
                  <a:lnTo>
                    <a:pt x="1270" y="341"/>
                  </a:lnTo>
                  <a:lnTo>
                    <a:pt x="1269" y="339"/>
                  </a:lnTo>
                  <a:lnTo>
                    <a:pt x="1268" y="336"/>
                  </a:lnTo>
                  <a:lnTo>
                    <a:pt x="1266" y="335"/>
                  </a:lnTo>
                  <a:lnTo>
                    <a:pt x="1263" y="334"/>
                  </a:lnTo>
                  <a:lnTo>
                    <a:pt x="1260" y="333"/>
                  </a:lnTo>
                  <a:lnTo>
                    <a:pt x="1259" y="330"/>
                  </a:lnTo>
                  <a:lnTo>
                    <a:pt x="1260" y="327"/>
                  </a:lnTo>
                  <a:lnTo>
                    <a:pt x="1262" y="325"/>
                  </a:lnTo>
                  <a:lnTo>
                    <a:pt x="1263" y="323"/>
                  </a:lnTo>
                  <a:lnTo>
                    <a:pt x="1262" y="321"/>
                  </a:lnTo>
                  <a:lnTo>
                    <a:pt x="1260" y="319"/>
                  </a:lnTo>
                  <a:lnTo>
                    <a:pt x="1258" y="317"/>
                  </a:lnTo>
                  <a:lnTo>
                    <a:pt x="1257" y="314"/>
                  </a:lnTo>
                  <a:lnTo>
                    <a:pt x="1256" y="312"/>
                  </a:lnTo>
                  <a:lnTo>
                    <a:pt x="1254" y="309"/>
                  </a:lnTo>
                  <a:lnTo>
                    <a:pt x="1253" y="306"/>
                  </a:lnTo>
                  <a:lnTo>
                    <a:pt x="1255" y="304"/>
                  </a:lnTo>
                  <a:lnTo>
                    <a:pt x="1259" y="303"/>
                  </a:lnTo>
                  <a:lnTo>
                    <a:pt x="1264" y="304"/>
                  </a:lnTo>
                  <a:lnTo>
                    <a:pt x="1267" y="303"/>
                  </a:lnTo>
                  <a:lnTo>
                    <a:pt x="1268" y="301"/>
                  </a:lnTo>
                  <a:lnTo>
                    <a:pt x="1268" y="299"/>
                  </a:lnTo>
                  <a:lnTo>
                    <a:pt x="1270" y="297"/>
                  </a:lnTo>
                  <a:lnTo>
                    <a:pt x="1273" y="296"/>
                  </a:lnTo>
                  <a:lnTo>
                    <a:pt x="1277" y="296"/>
                  </a:lnTo>
                  <a:lnTo>
                    <a:pt x="1280" y="296"/>
                  </a:lnTo>
                  <a:lnTo>
                    <a:pt x="1282" y="295"/>
                  </a:lnTo>
                  <a:lnTo>
                    <a:pt x="1286" y="293"/>
                  </a:lnTo>
                  <a:lnTo>
                    <a:pt x="1289" y="292"/>
                  </a:lnTo>
                  <a:lnTo>
                    <a:pt x="1293" y="292"/>
                  </a:lnTo>
                  <a:lnTo>
                    <a:pt x="1296" y="293"/>
                  </a:lnTo>
                  <a:lnTo>
                    <a:pt x="1300" y="293"/>
                  </a:lnTo>
                  <a:lnTo>
                    <a:pt x="1304" y="294"/>
                  </a:lnTo>
                  <a:lnTo>
                    <a:pt x="1307" y="296"/>
                  </a:lnTo>
                  <a:lnTo>
                    <a:pt x="1308" y="298"/>
                  </a:lnTo>
                  <a:lnTo>
                    <a:pt x="1309" y="302"/>
                  </a:lnTo>
                  <a:lnTo>
                    <a:pt x="1310" y="304"/>
                  </a:lnTo>
                  <a:lnTo>
                    <a:pt x="1312" y="305"/>
                  </a:lnTo>
                  <a:lnTo>
                    <a:pt x="1317" y="305"/>
                  </a:lnTo>
                  <a:lnTo>
                    <a:pt x="1322" y="305"/>
                  </a:lnTo>
                  <a:lnTo>
                    <a:pt x="1326" y="307"/>
                  </a:lnTo>
                  <a:lnTo>
                    <a:pt x="1326" y="309"/>
                  </a:lnTo>
                  <a:lnTo>
                    <a:pt x="1326" y="312"/>
                  </a:lnTo>
                  <a:lnTo>
                    <a:pt x="1326" y="314"/>
                  </a:lnTo>
                  <a:lnTo>
                    <a:pt x="1326" y="316"/>
                  </a:lnTo>
                  <a:close/>
                </a:path>
              </a:pathLst>
            </a:custGeom>
            <a:solidFill>
              <a:srgbClr val="DA9FC0">
                <a:alpha val="9600"/>
              </a:srgbClr>
            </a:solidFill>
            <a:ln>
              <a:noFill/>
            </a:ln>
          </p:spPr>
          <p:txBody>
            <a:bodyPr anchor="ctr"/>
            <a:lstStyle/>
            <a:p>
              <a:pPr algn="ctr">
                <a:buNone/>
              </a:pPr>
            </a:p>
          </p:txBody>
        </p:sp>
        <p:sp>
          <p:nvSpPr>
            <p:cNvPr id="7569" name="addition:spatial:58">
              <a:extLst>
                <a:ext uri="{FF2B5EF4-FFF2-40B4-BE49-F238E27FC236}">
                  <ns2:creationId id="{1E5B8C33-F117-423A-BBEF-2FE34C195F42}"/>
                </a:ext>
              </a:extLst>
            </p:cNvPr>
            <p:cNvSpPr>
              <a:spLocks noGrp="1"/>
            </p:cNvSpPr>
            <p:nvPr/>
          </p:nvSpPr>
          <p:spPr>
            <a:xfrm>
              <a:off x="5648325" y="1666875"/>
              <a:ext cx="1804523" cy="595457"/>
            </a:xfrm>
            <a:custGeom>
              <a:rect l="l" t="t" r="r" b="b"/>
              <a:pathLst>
                <a:path w="1361" h="352">
                  <a:moveTo>
                    <a:pt x="0" y="0"/>
                  </a:moveTo>
                  <a:moveTo>
                    <a:pt x="1359" y="324"/>
                  </a:moveTo>
                  <a:lnTo>
                    <a:pt x="1359" y="327"/>
                  </a:lnTo>
                  <a:lnTo>
                    <a:pt x="1357" y="329"/>
                  </a:lnTo>
                  <a:lnTo>
                    <a:pt x="1353" y="331"/>
                  </a:lnTo>
                  <a:lnTo>
                    <a:pt x="1349" y="332"/>
                  </a:lnTo>
                  <a:lnTo>
                    <a:pt x="1348" y="334"/>
                  </a:lnTo>
                  <a:lnTo>
                    <a:pt x="1349" y="337"/>
                  </a:lnTo>
                  <a:lnTo>
                    <a:pt x="1350" y="341"/>
                  </a:lnTo>
                  <a:lnTo>
                    <a:pt x="1350" y="344"/>
                  </a:lnTo>
                  <a:lnTo>
                    <a:pt x="1348" y="346"/>
                  </a:lnTo>
                  <a:lnTo>
                    <a:pt x="1345" y="348"/>
                  </a:lnTo>
                  <a:lnTo>
                    <a:pt x="1343" y="349"/>
                  </a:lnTo>
                  <a:lnTo>
                    <a:pt x="1340" y="350"/>
                  </a:lnTo>
                  <a:lnTo>
                    <a:pt x="1336" y="350"/>
                  </a:lnTo>
                  <a:lnTo>
                    <a:pt x="1333" y="348"/>
                  </a:lnTo>
                  <a:lnTo>
                    <a:pt x="1330" y="347"/>
                  </a:lnTo>
                  <a:lnTo>
                    <a:pt x="1328" y="347"/>
                  </a:lnTo>
                  <a:lnTo>
                    <a:pt x="1326" y="349"/>
                  </a:lnTo>
                  <a:lnTo>
                    <a:pt x="1323" y="351"/>
                  </a:lnTo>
                  <a:lnTo>
                    <a:pt x="1320" y="352"/>
                  </a:lnTo>
                  <a:lnTo>
                    <a:pt x="1318" y="351"/>
                  </a:lnTo>
                  <a:lnTo>
                    <a:pt x="1315" y="349"/>
                  </a:lnTo>
                  <a:lnTo>
                    <a:pt x="1313" y="348"/>
                  </a:lnTo>
                  <a:lnTo>
                    <a:pt x="1310" y="348"/>
                  </a:lnTo>
                  <a:lnTo>
                    <a:pt x="1306" y="348"/>
                  </a:lnTo>
                  <a:lnTo>
                    <a:pt x="1303" y="348"/>
                  </a:lnTo>
                  <a:lnTo>
                    <a:pt x="1300" y="346"/>
                  </a:lnTo>
                  <a:lnTo>
                    <a:pt x="1299" y="343"/>
                  </a:lnTo>
                  <a:lnTo>
                    <a:pt x="1298" y="340"/>
                  </a:lnTo>
                  <a:lnTo>
                    <a:pt x="1297" y="338"/>
                  </a:lnTo>
                  <a:lnTo>
                    <a:pt x="1296" y="335"/>
                  </a:lnTo>
                  <a:lnTo>
                    <a:pt x="1296" y="333"/>
                  </a:lnTo>
                  <a:lnTo>
                    <a:pt x="1296" y="330"/>
                  </a:lnTo>
                  <a:lnTo>
                    <a:pt x="1295" y="328"/>
                  </a:lnTo>
                  <a:lnTo>
                    <a:pt x="1292" y="327"/>
                  </a:lnTo>
                  <a:lnTo>
                    <a:pt x="1286" y="324"/>
                  </a:lnTo>
                  <a:lnTo>
                    <a:pt x="1283" y="322"/>
                  </a:lnTo>
                  <a:lnTo>
                    <a:pt x="1282" y="319"/>
                  </a:lnTo>
                  <a:lnTo>
                    <a:pt x="1285" y="317"/>
                  </a:lnTo>
                  <a:lnTo>
                    <a:pt x="1289" y="315"/>
                  </a:lnTo>
                  <a:lnTo>
                    <a:pt x="1291" y="313"/>
                  </a:lnTo>
                  <a:lnTo>
                    <a:pt x="1292" y="311"/>
                  </a:lnTo>
                  <a:lnTo>
                    <a:pt x="1293" y="309"/>
                  </a:lnTo>
                  <a:lnTo>
                    <a:pt x="1295" y="307"/>
                  </a:lnTo>
                  <a:lnTo>
                    <a:pt x="1298" y="306"/>
                  </a:lnTo>
                  <a:lnTo>
                    <a:pt x="1301" y="305"/>
                  </a:lnTo>
                  <a:lnTo>
                    <a:pt x="1303" y="303"/>
                  </a:lnTo>
                  <a:lnTo>
                    <a:pt x="1306" y="301"/>
                  </a:lnTo>
                  <a:lnTo>
                    <a:pt x="1309" y="300"/>
                  </a:lnTo>
                  <a:lnTo>
                    <a:pt x="1312" y="299"/>
                  </a:lnTo>
                  <a:lnTo>
                    <a:pt x="1316" y="299"/>
                  </a:lnTo>
                  <a:lnTo>
                    <a:pt x="1319" y="298"/>
                  </a:lnTo>
                  <a:lnTo>
                    <a:pt x="1322" y="295"/>
                  </a:lnTo>
                  <a:lnTo>
                    <a:pt x="1326" y="293"/>
                  </a:lnTo>
                  <a:lnTo>
                    <a:pt x="1331" y="293"/>
                  </a:lnTo>
                  <a:lnTo>
                    <a:pt x="1334" y="296"/>
                  </a:lnTo>
                  <a:lnTo>
                    <a:pt x="1336" y="300"/>
                  </a:lnTo>
                  <a:lnTo>
                    <a:pt x="1338" y="303"/>
                  </a:lnTo>
                  <a:lnTo>
                    <a:pt x="1340" y="304"/>
                  </a:lnTo>
                  <a:lnTo>
                    <a:pt x="1344" y="304"/>
                  </a:lnTo>
                  <a:lnTo>
                    <a:pt x="1347" y="305"/>
                  </a:lnTo>
                  <a:lnTo>
                    <a:pt x="1350" y="305"/>
                  </a:lnTo>
                  <a:lnTo>
                    <a:pt x="1353" y="307"/>
                  </a:lnTo>
                  <a:lnTo>
                    <a:pt x="1355" y="308"/>
                  </a:lnTo>
                  <a:lnTo>
                    <a:pt x="1358" y="309"/>
                  </a:lnTo>
                  <a:lnTo>
                    <a:pt x="1361" y="311"/>
                  </a:lnTo>
                  <a:lnTo>
                    <a:pt x="1360" y="314"/>
                  </a:lnTo>
                  <a:lnTo>
                    <a:pt x="1359" y="317"/>
                  </a:lnTo>
                  <a:lnTo>
                    <a:pt x="1357" y="320"/>
                  </a:lnTo>
                  <a:lnTo>
                    <a:pt x="1358" y="322"/>
                  </a:lnTo>
                  <a:close/>
                </a:path>
              </a:pathLst>
            </a:custGeom>
            <a:solidFill>
              <a:srgbClr val="DA9FC0">
                <a:alpha val="9600"/>
              </a:srgbClr>
            </a:solidFill>
            <a:ln>
              <a:noFill/>
            </a:ln>
          </p:spPr>
          <p:txBody>
            <a:bodyPr anchor="ctr"/>
            <a:lstStyle/>
            <a:p>
              <a:pPr algn="ctr">
                <a:buNone/>
              </a:pPr>
            </a:p>
          </p:txBody>
        </p:sp>
        <p:sp>
          <p:nvSpPr>
            <p:cNvPr id="7570" name="addition:spatial:59">
              <a:extLst>
                <a:ext uri="{FF2B5EF4-FFF2-40B4-BE49-F238E27FC236}">
                  <ns2:creationId id="{07676A55-69BF-47D7-8B05-10ACF685E7F3}"/>
                </a:ext>
              </a:extLst>
            </p:cNvPr>
            <p:cNvSpPr>
              <a:spLocks noGrp="1"/>
            </p:cNvSpPr>
            <p:nvPr/>
          </p:nvSpPr>
          <p:spPr>
            <a:xfrm>
              <a:off x="5648325" y="1666875"/>
              <a:ext cx="1846951" cy="642823"/>
            </a:xfrm>
            <a:custGeom>
              <a:rect l="l" t="t" r="r" b="b"/>
              <a:pathLst>
                <a:path w="1393" h="380">
                  <a:moveTo>
                    <a:pt x="0" y="0"/>
                  </a:moveTo>
                  <a:moveTo>
                    <a:pt x="1392" y="347"/>
                  </a:moveTo>
                  <a:lnTo>
                    <a:pt x="1393" y="350"/>
                  </a:lnTo>
                  <a:lnTo>
                    <a:pt x="1393" y="352"/>
                  </a:lnTo>
                  <a:lnTo>
                    <a:pt x="1392" y="355"/>
                  </a:lnTo>
                  <a:lnTo>
                    <a:pt x="1389" y="357"/>
                  </a:lnTo>
                  <a:lnTo>
                    <a:pt x="1386" y="359"/>
                  </a:lnTo>
                  <a:lnTo>
                    <a:pt x="1384" y="361"/>
                  </a:lnTo>
                  <a:lnTo>
                    <a:pt x="1382" y="364"/>
                  </a:lnTo>
                  <a:lnTo>
                    <a:pt x="1379" y="365"/>
                  </a:lnTo>
                  <a:lnTo>
                    <a:pt x="1375" y="366"/>
                  </a:lnTo>
                  <a:lnTo>
                    <a:pt x="1371" y="367"/>
                  </a:lnTo>
                  <a:lnTo>
                    <a:pt x="1369" y="368"/>
                  </a:lnTo>
                  <a:lnTo>
                    <a:pt x="1367" y="372"/>
                  </a:lnTo>
                  <a:lnTo>
                    <a:pt x="1366" y="377"/>
                  </a:lnTo>
                  <a:lnTo>
                    <a:pt x="1363" y="380"/>
                  </a:lnTo>
                  <a:lnTo>
                    <a:pt x="1358" y="380"/>
                  </a:lnTo>
                  <a:lnTo>
                    <a:pt x="1354" y="378"/>
                  </a:lnTo>
                  <a:lnTo>
                    <a:pt x="1350" y="375"/>
                  </a:lnTo>
                  <a:lnTo>
                    <a:pt x="1346" y="374"/>
                  </a:lnTo>
                  <a:lnTo>
                    <a:pt x="1343" y="374"/>
                  </a:lnTo>
                  <a:lnTo>
                    <a:pt x="1340" y="373"/>
                  </a:lnTo>
                  <a:lnTo>
                    <a:pt x="1337" y="372"/>
                  </a:lnTo>
                  <a:lnTo>
                    <a:pt x="1335" y="371"/>
                  </a:lnTo>
                  <a:lnTo>
                    <a:pt x="1332" y="371"/>
                  </a:lnTo>
                  <a:lnTo>
                    <a:pt x="1328" y="371"/>
                  </a:lnTo>
                  <a:lnTo>
                    <a:pt x="1324" y="371"/>
                  </a:lnTo>
                  <a:lnTo>
                    <a:pt x="1322" y="369"/>
                  </a:lnTo>
                  <a:lnTo>
                    <a:pt x="1321" y="366"/>
                  </a:lnTo>
                  <a:lnTo>
                    <a:pt x="1321" y="364"/>
                  </a:lnTo>
                  <a:lnTo>
                    <a:pt x="1319" y="362"/>
                  </a:lnTo>
                  <a:lnTo>
                    <a:pt x="1315" y="360"/>
                  </a:lnTo>
                  <a:lnTo>
                    <a:pt x="1312" y="358"/>
                  </a:lnTo>
                  <a:lnTo>
                    <a:pt x="1312" y="355"/>
                  </a:lnTo>
                  <a:lnTo>
                    <a:pt x="1316" y="352"/>
                  </a:lnTo>
                  <a:lnTo>
                    <a:pt x="1320" y="349"/>
                  </a:lnTo>
                  <a:lnTo>
                    <a:pt x="1322" y="347"/>
                  </a:lnTo>
                  <a:lnTo>
                    <a:pt x="1321" y="345"/>
                  </a:lnTo>
                  <a:lnTo>
                    <a:pt x="1320" y="342"/>
                  </a:lnTo>
                  <a:lnTo>
                    <a:pt x="1319" y="340"/>
                  </a:lnTo>
                  <a:lnTo>
                    <a:pt x="1318" y="337"/>
                  </a:lnTo>
                  <a:lnTo>
                    <a:pt x="1318" y="334"/>
                  </a:lnTo>
                  <a:lnTo>
                    <a:pt x="1317" y="331"/>
                  </a:lnTo>
                  <a:lnTo>
                    <a:pt x="1317" y="327"/>
                  </a:lnTo>
                  <a:lnTo>
                    <a:pt x="1319" y="325"/>
                  </a:lnTo>
                  <a:lnTo>
                    <a:pt x="1324" y="325"/>
                  </a:lnTo>
                  <a:lnTo>
                    <a:pt x="1328" y="325"/>
                  </a:lnTo>
                  <a:lnTo>
                    <a:pt x="1332" y="325"/>
                  </a:lnTo>
                  <a:lnTo>
                    <a:pt x="1333" y="324"/>
                  </a:lnTo>
                  <a:lnTo>
                    <a:pt x="1335" y="321"/>
                  </a:lnTo>
                  <a:lnTo>
                    <a:pt x="1337" y="319"/>
                  </a:lnTo>
                  <a:lnTo>
                    <a:pt x="1340" y="319"/>
                  </a:lnTo>
                  <a:lnTo>
                    <a:pt x="1343" y="320"/>
                  </a:lnTo>
                  <a:lnTo>
                    <a:pt x="1346" y="321"/>
                  </a:lnTo>
                  <a:lnTo>
                    <a:pt x="1349" y="320"/>
                  </a:lnTo>
                  <a:lnTo>
                    <a:pt x="1353" y="318"/>
                  </a:lnTo>
                  <a:lnTo>
                    <a:pt x="1357" y="317"/>
                  </a:lnTo>
                  <a:lnTo>
                    <a:pt x="1361" y="317"/>
                  </a:lnTo>
                  <a:lnTo>
                    <a:pt x="1364" y="318"/>
                  </a:lnTo>
                  <a:lnTo>
                    <a:pt x="1368" y="319"/>
                  </a:lnTo>
                  <a:lnTo>
                    <a:pt x="1372" y="321"/>
                  </a:lnTo>
                  <a:lnTo>
                    <a:pt x="1374" y="323"/>
                  </a:lnTo>
                  <a:lnTo>
                    <a:pt x="1376" y="326"/>
                  </a:lnTo>
                  <a:lnTo>
                    <a:pt x="1375" y="330"/>
                  </a:lnTo>
                  <a:lnTo>
                    <a:pt x="1375" y="333"/>
                  </a:lnTo>
                  <a:lnTo>
                    <a:pt x="1378" y="335"/>
                  </a:lnTo>
                  <a:lnTo>
                    <a:pt x="1384" y="335"/>
                  </a:lnTo>
                  <a:lnTo>
                    <a:pt x="1389" y="336"/>
                  </a:lnTo>
                  <a:lnTo>
                    <a:pt x="1393" y="338"/>
                  </a:lnTo>
                  <a:lnTo>
                    <a:pt x="1393" y="341"/>
                  </a:lnTo>
                  <a:lnTo>
                    <a:pt x="1392" y="344"/>
                  </a:lnTo>
                  <a:close/>
                </a:path>
              </a:pathLst>
            </a:custGeom>
            <a:solidFill>
              <a:srgbClr val="DA9FC0">
                <a:alpha val="9600"/>
              </a:srgbClr>
            </a:solidFill>
            <a:ln>
              <a:noFill/>
            </a:ln>
          </p:spPr>
          <p:txBody>
            <a:bodyPr anchor="ctr"/>
            <a:lstStyle/>
            <a:p>
              <a:pPr algn="ctr">
                <a:buNone/>
              </a:pPr>
            </a:p>
          </p:txBody>
        </p:sp>
        <p:sp>
          <p:nvSpPr>
            <p:cNvPr id="7571" name="addition:spatial:60">
              <a:extLst>
                <a:ext uri="{FF2B5EF4-FFF2-40B4-BE49-F238E27FC236}">
                  <ns2:creationId id="{FA31FA21-92EE-459E-8218-932A5EB74FA3}"/>
                </a:ext>
              </a:extLst>
            </p:cNvPr>
            <p:cNvSpPr>
              <a:spLocks noGrp="1"/>
            </p:cNvSpPr>
            <p:nvPr/>
          </p:nvSpPr>
          <p:spPr>
            <a:xfrm>
              <a:off x="5648325" y="1666875"/>
              <a:ext cx="1832366" cy="681731"/>
            </a:xfrm>
            <a:custGeom>
              <a:rect l="l" t="t" r="r" b="b"/>
              <a:pathLst>
                <a:path w="1382" h="403">
                  <a:moveTo>
                    <a:pt x="0" y="0"/>
                  </a:moveTo>
                  <a:moveTo>
                    <a:pt x="1381" y="372"/>
                  </a:moveTo>
                  <a:lnTo>
                    <a:pt x="1376" y="374"/>
                  </a:lnTo>
                  <a:lnTo>
                    <a:pt x="1368" y="377"/>
                  </a:lnTo>
                  <a:lnTo>
                    <a:pt x="1363" y="378"/>
                  </a:lnTo>
                  <a:lnTo>
                    <a:pt x="1361" y="380"/>
                  </a:lnTo>
                  <a:lnTo>
                    <a:pt x="1362" y="383"/>
                  </a:lnTo>
                  <a:lnTo>
                    <a:pt x="1362" y="386"/>
                  </a:lnTo>
                  <a:lnTo>
                    <a:pt x="1361" y="389"/>
                  </a:lnTo>
                  <a:lnTo>
                    <a:pt x="1358" y="391"/>
                  </a:lnTo>
                  <a:lnTo>
                    <a:pt x="1355" y="394"/>
                  </a:lnTo>
                  <a:lnTo>
                    <a:pt x="1353" y="397"/>
                  </a:lnTo>
                  <a:lnTo>
                    <a:pt x="1350" y="399"/>
                  </a:lnTo>
                  <a:lnTo>
                    <a:pt x="1345" y="400"/>
                  </a:lnTo>
                  <a:lnTo>
                    <a:pt x="1340" y="399"/>
                  </a:lnTo>
                  <a:lnTo>
                    <a:pt x="1336" y="399"/>
                  </a:lnTo>
                  <a:lnTo>
                    <a:pt x="1333" y="400"/>
                  </a:lnTo>
                  <a:lnTo>
                    <a:pt x="1329" y="402"/>
                  </a:lnTo>
                  <a:lnTo>
                    <a:pt x="1326" y="403"/>
                  </a:lnTo>
                  <a:lnTo>
                    <a:pt x="1322" y="401"/>
                  </a:lnTo>
                  <a:lnTo>
                    <a:pt x="1319" y="398"/>
                  </a:lnTo>
                  <a:lnTo>
                    <a:pt x="1317" y="396"/>
                  </a:lnTo>
                  <a:lnTo>
                    <a:pt x="1314" y="396"/>
                  </a:lnTo>
                  <a:lnTo>
                    <a:pt x="1310" y="397"/>
                  </a:lnTo>
                  <a:lnTo>
                    <a:pt x="1304" y="399"/>
                  </a:lnTo>
                  <a:lnTo>
                    <a:pt x="1300" y="399"/>
                  </a:lnTo>
                  <a:lnTo>
                    <a:pt x="1296" y="398"/>
                  </a:lnTo>
                  <a:lnTo>
                    <a:pt x="1294" y="395"/>
                  </a:lnTo>
                  <a:lnTo>
                    <a:pt x="1292" y="393"/>
                  </a:lnTo>
                  <a:lnTo>
                    <a:pt x="1290" y="390"/>
                  </a:lnTo>
                  <a:lnTo>
                    <a:pt x="1290" y="387"/>
                  </a:lnTo>
                  <a:lnTo>
                    <a:pt x="1291" y="384"/>
                  </a:lnTo>
                  <a:lnTo>
                    <a:pt x="1293" y="381"/>
                  </a:lnTo>
                  <a:lnTo>
                    <a:pt x="1292" y="378"/>
                  </a:lnTo>
                  <a:lnTo>
                    <a:pt x="1287" y="377"/>
                  </a:lnTo>
                  <a:lnTo>
                    <a:pt x="1282" y="374"/>
                  </a:lnTo>
                  <a:lnTo>
                    <a:pt x="1280" y="372"/>
                  </a:lnTo>
                  <a:lnTo>
                    <a:pt x="1280" y="369"/>
                  </a:lnTo>
                  <a:lnTo>
                    <a:pt x="1283" y="366"/>
                  </a:lnTo>
                  <a:lnTo>
                    <a:pt x="1284" y="364"/>
                  </a:lnTo>
                  <a:lnTo>
                    <a:pt x="1282" y="361"/>
                  </a:lnTo>
                  <a:lnTo>
                    <a:pt x="1280" y="358"/>
                  </a:lnTo>
                  <a:lnTo>
                    <a:pt x="1280" y="355"/>
                  </a:lnTo>
                  <a:lnTo>
                    <a:pt x="1283" y="352"/>
                  </a:lnTo>
                  <a:lnTo>
                    <a:pt x="1287" y="351"/>
                  </a:lnTo>
                  <a:lnTo>
                    <a:pt x="1292" y="351"/>
                  </a:lnTo>
                  <a:lnTo>
                    <a:pt x="1295" y="350"/>
                  </a:lnTo>
                  <a:lnTo>
                    <a:pt x="1299" y="349"/>
                  </a:lnTo>
                  <a:lnTo>
                    <a:pt x="1303" y="348"/>
                  </a:lnTo>
                  <a:lnTo>
                    <a:pt x="1307" y="348"/>
                  </a:lnTo>
                  <a:lnTo>
                    <a:pt x="1310" y="347"/>
                  </a:lnTo>
                  <a:lnTo>
                    <a:pt x="1313" y="344"/>
                  </a:lnTo>
                  <a:lnTo>
                    <a:pt x="1316" y="340"/>
                  </a:lnTo>
                  <a:lnTo>
                    <a:pt x="1321" y="337"/>
                  </a:lnTo>
                  <a:lnTo>
                    <a:pt x="1326" y="337"/>
                  </a:lnTo>
                  <a:lnTo>
                    <a:pt x="1331" y="340"/>
                  </a:lnTo>
                  <a:lnTo>
                    <a:pt x="1335" y="343"/>
                  </a:lnTo>
                  <a:lnTo>
                    <a:pt x="1339" y="345"/>
                  </a:lnTo>
                  <a:lnTo>
                    <a:pt x="1344" y="345"/>
                  </a:lnTo>
                  <a:lnTo>
                    <a:pt x="1349" y="346"/>
                  </a:lnTo>
                  <a:lnTo>
                    <a:pt x="1353" y="347"/>
                  </a:lnTo>
                  <a:lnTo>
                    <a:pt x="1356" y="350"/>
                  </a:lnTo>
                  <a:lnTo>
                    <a:pt x="1358" y="352"/>
                  </a:lnTo>
                  <a:lnTo>
                    <a:pt x="1361" y="353"/>
                  </a:lnTo>
                  <a:lnTo>
                    <a:pt x="1365" y="355"/>
                  </a:lnTo>
                  <a:lnTo>
                    <a:pt x="1368" y="357"/>
                  </a:lnTo>
                  <a:lnTo>
                    <a:pt x="1370" y="359"/>
                  </a:lnTo>
                  <a:lnTo>
                    <a:pt x="1371" y="361"/>
                  </a:lnTo>
                  <a:lnTo>
                    <a:pt x="1374" y="364"/>
                  </a:lnTo>
                  <a:lnTo>
                    <a:pt x="1378" y="366"/>
                  </a:lnTo>
                  <a:lnTo>
                    <a:pt x="1382" y="369"/>
                  </a:lnTo>
                  <a:close/>
                </a:path>
              </a:pathLst>
            </a:custGeom>
            <a:solidFill>
              <a:srgbClr val="DA9FC0">
                <a:alpha val="9600"/>
              </a:srgbClr>
            </a:solidFill>
            <a:ln>
              <a:noFill/>
            </a:ln>
          </p:spPr>
          <p:txBody>
            <a:bodyPr anchor="ctr"/>
            <a:lstStyle/>
            <a:p>
              <a:pPr algn="ctr">
                <a:buNone/>
              </a:pPr>
            </a:p>
          </p:txBody>
        </p:sp>
        <p:sp>
          <p:nvSpPr>
            <p:cNvPr id="7572" name="addition:spatial:61">
              <a:extLst>
                <a:ext uri="{FF2B5EF4-FFF2-40B4-BE49-F238E27FC236}">
                  <ns2:creationId id="{F569A77F-653A-4AD4-BCD4-516256493571}"/>
                </a:ext>
              </a:extLst>
            </p:cNvPr>
            <p:cNvSpPr>
              <a:spLocks noGrp="1"/>
            </p:cNvSpPr>
            <p:nvPr/>
          </p:nvSpPr>
          <p:spPr>
            <a:xfrm>
              <a:off x="5648325" y="1666875"/>
              <a:ext cx="1763420" cy="688497"/>
            </a:xfrm>
            <a:custGeom>
              <a:rect l="l" t="t" r="r" b="b"/>
              <a:pathLst>
                <a:path w="1330" h="407">
                  <a:moveTo>
                    <a:pt x="0" y="0"/>
                  </a:moveTo>
                  <a:moveTo>
                    <a:pt x="1330" y="374"/>
                  </a:moveTo>
                  <a:lnTo>
                    <a:pt x="1330" y="377"/>
                  </a:lnTo>
                  <a:lnTo>
                    <a:pt x="1328" y="380"/>
                  </a:lnTo>
                  <a:lnTo>
                    <a:pt x="1326" y="383"/>
                  </a:lnTo>
                  <a:lnTo>
                    <a:pt x="1324" y="385"/>
                  </a:lnTo>
                  <a:lnTo>
                    <a:pt x="1321" y="387"/>
                  </a:lnTo>
                  <a:lnTo>
                    <a:pt x="1318" y="389"/>
                  </a:lnTo>
                  <a:lnTo>
                    <a:pt x="1314" y="390"/>
                  </a:lnTo>
                  <a:lnTo>
                    <a:pt x="1311" y="391"/>
                  </a:lnTo>
                  <a:lnTo>
                    <a:pt x="1309" y="394"/>
                  </a:lnTo>
                  <a:lnTo>
                    <a:pt x="1308" y="397"/>
                  </a:lnTo>
                  <a:lnTo>
                    <a:pt x="1306" y="400"/>
                  </a:lnTo>
                  <a:lnTo>
                    <a:pt x="1302" y="401"/>
                  </a:lnTo>
                  <a:lnTo>
                    <a:pt x="1298" y="401"/>
                  </a:lnTo>
                  <a:lnTo>
                    <a:pt x="1293" y="401"/>
                  </a:lnTo>
                  <a:lnTo>
                    <a:pt x="1290" y="402"/>
                  </a:lnTo>
                  <a:lnTo>
                    <a:pt x="1286" y="405"/>
                  </a:lnTo>
                  <a:lnTo>
                    <a:pt x="1282" y="407"/>
                  </a:lnTo>
                  <a:lnTo>
                    <a:pt x="1278" y="407"/>
                  </a:lnTo>
                  <a:lnTo>
                    <a:pt x="1274" y="405"/>
                  </a:lnTo>
                  <a:lnTo>
                    <a:pt x="1271" y="402"/>
                  </a:lnTo>
                  <a:lnTo>
                    <a:pt x="1268" y="400"/>
                  </a:lnTo>
                  <a:lnTo>
                    <a:pt x="1265" y="398"/>
                  </a:lnTo>
                  <a:lnTo>
                    <a:pt x="1262" y="397"/>
                  </a:lnTo>
                  <a:lnTo>
                    <a:pt x="1260" y="396"/>
                  </a:lnTo>
                  <a:lnTo>
                    <a:pt x="1257" y="395"/>
                  </a:lnTo>
                  <a:lnTo>
                    <a:pt x="1253" y="395"/>
                  </a:lnTo>
                  <a:lnTo>
                    <a:pt x="1248" y="395"/>
                  </a:lnTo>
                  <a:lnTo>
                    <a:pt x="1243" y="394"/>
                  </a:lnTo>
                  <a:lnTo>
                    <a:pt x="1241" y="392"/>
                  </a:lnTo>
                  <a:lnTo>
                    <a:pt x="1242" y="388"/>
                  </a:lnTo>
                  <a:lnTo>
                    <a:pt x="1245" y="385"/>
                  </a:lnTo>
                  <a:lnTo>
                    <a:pt x="1247" y="382"/>
                  </a:lnTo>
                  <a:lnTo>
                    <a:pt x="1246" y="379"/>
                  </a:lnTo>
                  <a:lnTo>
                    <a:pt x="1245" y="377"/>
                  </a:lnTo>
                  <a:lnTo>
                    <a:pt x="1244" y="374"/>
                  </a:lnTo>
                  <a:lnTo>
                    <a:pt x="1246" y="372"/>
                  </a:lnTo>
                  <a:lnTo>
                    <a:pt x="1249" y="370"/>
                  </a:lnTo>
                  <a:lnTo>
                    <a:pt x="1250" y="367"/>
                  </a:lnTo>
                  <a:lnTo>
                    <a:pt x="1251" y="365"/>
                  </a:lnTo>
                  <a:lnTo>
                    <a:pt x="1250" y="362"/>
                  </a:lnTo>
                  <a:lnTo>
                    <a:pt x="1251" y="359"/>
                  </a:lnTo>
                  <a:lnTo>
                    <a:pt x="1252" y="357"/>
                  </a:lnTo>
                  <a:lnTo>
                    <a:pt x="1254" y="355"/>
                  </a:lnTo>
                  <a:lnTo>
                    <a:pt x="1254" y="352"/>
                  </a:lnTo>
                  <a:lnTo>
                    <a:pt x="1255" y="349"/>
                  </a:lnTo>
                  <a:lnTo>
                    <a:pt x="1258" y="347"/>
                  </a:lnTo>
                  <a:lnTo>
                    <a:pt x="1263" y="347"/>
                  </a:lnTo>
                  <a:lnTo>
                    <a:pt x="1268" y="350"/>
                  </a:lnTo>
                  <a:lnTo>
                    <a:pt x="1271" y="352"/>
                  </a:lnTo>
                  <a:lnTo>
                    <a:pt x="1274" y="351"/>
                  </a:lnTo>
                  <a:lnTo>
                    <a:pt x="1276" y="349"/>
                  </a:lnTo>
                  <a:lnTo>
                    <a:pt x="1278" y="346"/>
                  </a:lnTo>
                  <a:lnTo>
                    <a:pt x="1282" y="345"/>
                  </a:lnTo>
                  <a:lnTo>
                    <a:pt x="1285" y="345"/>
                  </a:lnTo>
                  <a:lnTo>
                    <a:pt x="1288" y="345"/>
                  </a:lnTo>
                  <a:lnTo>
                    <a:pt x="1292" y="346"/>
                  </a:lnTo>
                  <a:lnTo>
                    <a:pt x="1296" y="346"/>
                  </a:lnTo>
                  <a:lnTo>
                    <a:pt x="1299" y="347"/>
                  </a:lnTo>
                  <a:lnTo>
                    <a:pt x="1302" y="349"/>
                  </a:lnTo>
                  <a:lnTo>
                    <a:pt x="1304" y="352"/>
                  </a:lnTo>
                  <a:lnTo>
                    <a:pt x="1307" y="354"/>
                  </a:lnTo>
                  <a:lnTo>
                    <a:pt x="1310" y="355"/>
                  </a:lnTo>
                  <a:lnTo>
                    <a:pt x="1314" y="357"/>
                  </a:lnTo>
                  <a:lnTo>
                    <a:pt x="1315" y="360"/>
                  </a:lnTo>
                  <a:lnTo>
                    <a:pt x="1315" y="363"/>
                  </a:lnTo>
                  <a:lnTo>
                    <a:pt x="1314" y="366"/>
                  </a:lnTo>
                  <a:lnTo>
                    <a:pt x="1315" y="368"/>
                  </a:lnTo>
                  <a:lnTo>
                    <a:pt x="1320" y="370"/>
                  </a:lnTo>
                  <a:lnTo>
                    <a:pt x="1326" y="372"/>
                  </a:lnTo>
                  <a:close/>
                </a:path>
              </a:pathLst>
            </a:custGeom>
            <a:solidFill>
              <a:srgbClr val="DA9FC0">
                <a:alpha val="9600"/>
              </a:srgbClr>
            </a:solidFill>
            <a:ln>
              <a:noFill/>
            </a:ln>
          </p:spPr>
          <p:txBody>
            <a:bodyPr anchor="ctr"/>
            <a:lstStyle/>
            <a:p>
              <a:pPr algn="ctr">
                <a:buNone/>
              </a:pPr>
            </a:p>
          </p:txBody>
        </p:sp>
        <p:sp>
          <p:nvSpPr>
            <p:cNvPr id="7573" name="addition:spatial:62">
              <a:extLst>
                <a:ext uri="{FF2B5EF4-FFF2-40B4-BE49-F238E27FC236}">
                  <ns2:creationId id="{9DDC8B98-1520-4E2B-B4B0-7E08620FC47D}"/>
                </a:ext>
              </a:extLst>
            </p:cNvPr>
            <p:cNvSpPr>
              <a:spLocks noGrp="1"/>
            </p:cNvSpPr>
            <p:nvPr/>
          </p:nvSpPr>
          <p:spPr>
            <a:xfrm>
              <a:off x="5648325" y="1666875"/>
              <a:ext cx="1703756" cy="661431"/>
            </a:xfrm>
            <a:custGeom>
              <a:rect l="l" t="t" r="r" b="b"/>
              <a:pathLst>
                <a:path w="1285" h="391">
                  <a:moveTo>
                    <a:pt x="0" y="0"/>
                  </a:moveTo>
                  <a:moveTo>
                    <a:pt x="1281" y="364"/>
                  </a:moveTo>
                  <a:lnTo>
                    <a:pt x="1282" y="366"/>
                  </a:lnTo>
                  <a:lnTo>
                    <a:pt x="1284" y="369"/>
                  </a:lnTo>
                  <a:lnTo>
                    <a:pt x="1285" y="371"/>
                  </a:lnTo>
                  <a:lnTo>
                    <a:pt x="1283" y="374"/>
                  </a:lnTo>
                  <a:lnTo>
                    <a:pt x="1279" y="375"/>
                  </a:lnTo>
                  <a:lnTo>
                    <a:pt x="1274" y="375"/>
                  </a:lnTo>
                  <a:lnTo>
                    <a:pt x="1271" y="376"/>
                  </a:lnTo>
                  <a:lnTo>
                    <a:pt x="1270" y="378"/>
                  </a:lnTo>
                  <a:lnTo>
                    <a:pt x="1268" y="380"/>
                  </a:lnTo>
                  <a:lnTo>
                    <a:pt x="1267" y="382"/>
                  </a:lnTo>
                  <a:lnTo>
                    <a:pt x="1265" y="384"/>
                  </a:lnTo>
                  <a:lnTo>
                    <a:pt x="1263" y="386"/>
                  </a:lnTo>
                  <a:lnTo>
                    <a:pt x="1260" y="389"/>
                  </a:lnTo>
                  <a:lnTo>
                    <a:pt x="1257" y="391"/>
                  </a:lnTo>
                  <a:lnTo>
                    <a:pt x="1254" y="391"/>
                  </a:lnTo>
                  <a:lnTo>
                    <a:pt x="1250" y="390"/>
                  </a:lnTo>
                  <a:lnTo>
                    <a:pt x="1247" y="388"/>
                  </a:lnTo>
                  <a:lnTo>
                    <a:pt x="1244" y="387"/>
                  </a:lnTo>
                  <a:lnTo>
                    <a:pt x="1241" y="387"/>
                  </a:lnTo>
                  <a:lnTo>
                    <a:pt x="1238" y="388"/>
                  </a:lnTo>
                  <a:lnTo>
                    <a:pt x="1235" y="388"/>
                  </a:lnTo>
                  <a:lnTo>
                    <a:pt x="1233" y="386"/>
                  </a:lnTo>
                  <a:lnTo>
                    <a:pt x="1231" y="384"/>
                  </a:lnTo>
                  <a:lnTo>
                    <a:pt x="1230" y="382"/>
                  </a:lnTo>
                  <a:lnTo>
                    <a:pt x="1228" y="382"/>
                  </a:lnTo>
                  <a:lnTo>
                    <a:pt x="1224" y="382"/>
                  </a:lnTo>
                  <a:lnTo>
                    <a:pt x="1221" y="381"/>
                  </a:lnTo>
                  <a:lnTo>
                    <a:pt x="1219" y="380"/>
                  </a:lnTo>
                  <a:lnTo>
                    <a:pt x="1218" y="378"/>
                  </a:lnTo>
                  <a:lnTo>
                    <a:pt x="1216" y="376"/>
                  </a:lnTo>
                  <a:lnTo>
                    <a:pt x="1215" y="374"/>
                  </a:lnTo>
                  <a:lnTo>
                    <a:pt x="1216" y="371"/>
                  </a:lnTo>
                  <a:lnTo>
                    <a:pt x="1218" y="368"/>
                  </a:lnTo>
                  <a:lnTo>
                    <a:pt x="1222" y="366"/>
                  </a:lnTo>
                  <a:lnTo>
                    <a:pt x="1224" y="364"/>
                  </a:lnTo>
                  <a:lnTo>
                    <a:pt x="1223" y="362"/>
                  </a:lnTo>
                  <a:lnTo>
                    <a:pt x="1220" y="360"/>
                  </a:lnTo>
                  <a:lnTo>
                    <a:pt x="1218" y="357"/>
                  </a:lnTo>
                  <a:lnTo>
                    <a:pt x="1218" y="355"/>
                  </a:lnTo>
                  <a:lnTo>
                    <a:pt x="1220" y="353"/>
                  </a:lnTo>
                  <a:lnTo>
                    <a:pt x="1222" y="351"/>
                  </a:lnTo>
                  <a:lnTo>
                    <a:pt x="1223" y="349"/>
                  </a:lnTo>
                  <a:lnTo>
                    <a:pt x="1224" y="347"/>
                  </a:lnTo>
                  <a:lnTo>
                    <a:pt x="1225" y="345"/>
                  </a:lnTo>
                  <a:lnTo>
                    <a:pt x="1227" y="343"/>
                  </a:lnTo>
                  <a:lnTo>
                    <a:pt x="1230" y="343"/>
                  </a:lnTo>
                  <a:lnTo>
                    <a:pt x="1232" y="342"/>
                  </a:lnTo>
                  <a:lnTo>
                    <a:pt x="1234" y="342"/>
                  </a:lnTo>
                  <a:lnTo>
                    <a:pt x="1236" y="341"/>
                  </a:lnTo>
                  <a:lnTo>
                    <a:pt x="1239" y="341"/>
                  </a:lnTo>
                  <a:lnTo>
                    <a:pt x="1242" y="342"/>
                  </a:lnTo>
                  <a:lnTo>
                    <a:pt x="1244" y="343"/>
                  </a:lnTo>
                  <a:lnTo>
                    <a:pt x="1246" y="342"/>
                  </a:lnTo>
                  <a:lnTo>
                    <a:pt x="1249" y="340"/>
                  </a:lnTo>
                  <a:lnTo>
                    <a:pt x="1253" y="337"/>
                  </a:lnTo>
                  <a:lnTo>
                    <a:pt x="1257" y="336"/>
                  </a:lnTo>
                  <a:lnTo>
                    <a:pt x="1259" y="338"/>
                  </a:lnTo>
                  <a:lnTo>
                    <a:pt x="1261" y="341"/>
                  </a:lnTo>
                  <a:lnTo>
                    <a:pt x="1263" y="343"/>
                  </a:lnTo>
                  <a:lnTo>
                    <a:pt x="1265" y="345"/>
                  </a:lnTo>
                  <a:lnTo>
                    <a:pt x="1267" y="347"/>
                  </a:lnTo>
                  <a:lnTo>
                    <a:pt x="1269" y="348"/>
                  </a:lnTo>
                  <a:lnTo>
                    <a:pt x="1271" y="350"/>
                  </a:lnTo>
                  <a:lnTo>
                    <a:pt x="1272" y="352"/>
                  </a:lnTo>
                  <a:lnTo>
                    <a:pt x="1275" y="354"/>
                  </a:lnTo>
                  <a:lnTo>
                    <a:pt x="1278" y="355"/>
                  </a:lnTo>
                  <a:lnTo>
                    <a:pt x="1281" y="357"/>
                  </a:lnTo>
                  <a:lnTo>
                    <a:pt x="1281" y="359"/>
                  </a:lnTo>
                  <a:lnTo>
                    <a:pt x="1281" y="362"/>
                  </a:lnTo>
                  <a:close/>
                </a:path>
              </a:pathLst>
            </a:custGeom>
            <a:solidFill>
              <a:srgbClr val="DA9FC0">
                <a:alpha val="9600"/>
              </a:srgbClr>
            </a:solidFill>
            <a:ln>
              <a:noFill/>
            </a:ln>
          </p:spPr>
          <p:txBody>
            <a:bodyPr anchor="ctr"/>
            <a:lstStyle/>
            <a:p>
              <a:pPr algn="ctr">
                <a:buNone/>
              </a:pPr>
            </a:p>
          </p:txBody>
        </p:sp>
        <p:sp>
          <p:nvSpPr>
            <p:cNvPr id="7574" name="addition:spatial:63">
              <a:extLst>
                <a:ext uri="{FF2B5EF4-FFF2-40B4-BE49-F238E27FC236}">
                  <ns2:creationId id="{7865B26A-F6F1-4370-BE9C-C5435B8AF533}"/>
                </a:ext>
              </a:extLst>
            </p:cNvPr>
            <p:cNvSpPr>
              <a:spLocks noGrp="1"/>
            </p:cNvSpPr>
            <p:nvPr/>
          </p:nvSpPr>
          <p:spPr>
            <a:xfrm>
              <a:off x="5648325" y="1666875"/>
              <a:ext cx="1808500" cy="666506"/>
            </a:xfrm>
            <a:custGeom>
              <a:rect l="l" t="t" r="r" b="b"/>
              <a:pathLst>
                <a:path w="1364" h="394">
                  <a:moveTo>
                    <a:pt x="0" y="0"/>
                  </a:moveTo>
                  <a:moveTo>
                    <a:pt x="1359" y="360"/>
                  </a:moveTo>
                  <a:lnTo>
                    <a:pt x="1353" y="362"/>
                  </a:lnTo>
                  <a:lnTo>
                    <a:pt x="1347" y="365"/>
                  </a:lnTo>
                  <a:lnTo>
                    <a:pt x="1346" y="367"/>
                  </a:lnTo>
                  <a:lnTo>
                    <a:pt x="1346" y="370"/>
                  </a:lnTo>
                  <a:lnTo>
                    <a:pt x="1345" y="373"/>
                  </a:lnTo>
                  <a:lnTo>
                    <a:pt x="1343" y="375"/>
                  </a:lnTo>
                  <a:lnTo>
                    <a:pt x="1339" y="378"/>
                  </a:lnTo>
                  <a:lnTo>
                    <a:pt x="1337" y="380"/>
                  </a:lnTo>
                  <a:lnTo>
                    <a:pt x="1335" y="383"/>
                  </a:lnTo>
                  <a:lnTo>
                    <a:pt x="1332" y="386"/>
                  </a:lnTo>
                  <a:lnTo>
                    <a:pt x="1328" y="388"/>
                  </a:lnTo>
                  <a:lnTo>
                    <a:pt x="1324" y="388"/>
                  </a:lnTo>
                  <a:lnTo>
                    <a:pt x="1319" y="389"/>
                  </a:lnTo>
                  <a:lnTo>
                    <a:pt x="1316" y="391"/>
                  </a:lnTo>
                  <a:lnTo>
                    <a:pt x="1312" y="394"/>
                  </a:lnTo>
                  <a:lnTo>
                    <a:pt x="1308" y="394"/>
                  </a:lnTo>
                  <a:lnTo>
                    <a:pt x="1303" y="393"/>
                  </a:lnTo>
                  <a:lnTo>
                    <a:pt x="1299" y="389"/>
                  </a:lnTo>
                  <a:lnTo>
                    <a:pt x="1297" y="385"/>
                  </a:lnTo>
                  <a:lnTo>
                    <a:pt x="1294" y="385"/>
                  </a:lnTo>
                  <a:lnTo>
                    <a:pt x="1290" y="387"/>
                  </a:lnTo>
                  <a:lnTo>
                    <a:pt x="1285" y="389"/>
                  </a:lnTo>
                  <a:lnTo>
                    <a:pt x="1280" y="389"/>
                  </a:lnTo>
                  <a:lnTo>
                    <a:pt x="1277" y="388"/>
                  </a:lnTo>
                  <a:lnTo>
                    <a:pt x="1274" y="387"/>
                  </a:lnTo>
                  <a:lnTo>
                    <a:pt x="1270" y="385"/>
                  </a:lnTo>
                  <a:lnTo>
                    <a:pt x="1267" y="383"/>
                  </a:lnTo>
                  <a:lnTo>
                    <a:pt x="1266" y="380"/>
                  </a:lnTo>
                  <a:lnTo>
                    <a:pt x="1267" y="376"/>
                  </a:lnTo>
                  <a:lnTo>
                    <a:pt x="1268" y="372"/>
                  </a:lnTo>
                  <a:lnTo>
                    <a:pt x="1268" y="370"/>
                  </a:lnTo>
                  <a:lnTo>
                    <a:pt x="1264" y="368"/>
                  </a:lnTo>
                  <a:lnTo>
                    <a:pt x="1260" y="365"/>
                  </a:lnTo>
                  <a:lnTo>
                    <a:pt x="1259" y="363"/>
                  </a:lnTo>
                  <a:lnTo>
                    <a:pt x="1261" y="360"/>
                  </a:lnTo>
                  <a:lnTo>
                    <a:pt x="1263" y="357"/>
                  </a:lnTo>
                  <a:lnTo>
                    <a:pt x="1264" y="355"/>
                  </a:lnTo>
                  <a:lnTo>
                    <a:pt x="1261" y="351"/>
                  </a:lnTo>
                  <a:lnTo>
                    <a:pt x="1257" y="348"/>
                  </a:lnTo>
                  <a:lnTo>
                    <a:pt x="1255" y="344"/>
                  </a:lnTo>
                  <a:lnTo>
                    <a:pt x="1256" y="341"/>
                  </a:lnTo>
                  <a:lnTo>
                    <a:pt x="1260" y="339"/>
                  </a:lnTo>
                  <a:lnTo>
                    <a:pt x="1265" y="338"/>
                  </a:lnTo>
                  <a:lnTo>
                    <a:pt x="1268" y="337"/>
                  </a:lnTo>
                  <a:lnTo>
                    <a:pt x="1272" y="336"/>
                  </a:lnTo>
                  <a:lnTo>
                    <a:pt x="1277" y="336"/>
                  </a:lnTo>
                  <a:lnTo>
                    <a:pt x="1281" y="336"/>
                  </a:lnTo>
                  <a:lnTo>
                    <a:pt x="1284" y="335"/>
                  </a:lnTo>
                  <a:lnTo>
                    <a:pt x="1287" y="332"/>
                  </a:lnTo>
                  <a:lnTo>
                    <a:pt x="1289" y="328"/>
                  </a:lnTo>
                  <a:lnTo>
                    <a:pt x="1293" y="325"/>
                  </a:lnTo>
                  <a:lnTo>
                    <a:pt x="1299" y="324"/>
                  </a:lnTo>
                  <a:lnTo>
                    <a:pt x="1304" y="326"/>
                  </a:lnTo>
                  <a:lnTo>
                    <a:pt x="1308" y="328"/>
                  </a:lnTo>
                  <a:lnTo>
                    <a:pt x="1313" y="329"/>
                  </a:lnTo>
                  <a:lnTo>
                    <a:pt x="1318" y="329"/>
                  </a:lnTo>
                  <a:lnTo>
                    <a:pt x="1324" y="328"/>
                  </a:lnTo>
                  <a:lnTo>
                    <a:pt x="1328" y="330"/>
                  </a:lnTo>
                  <a:lnTo>
                    <a:pt x="1331" y="333"/>
                  </a:lnTo>
                  <a:lnTo>
                    <a:pt x="1334" y="336"/>
                  </a:lnTo>
                  <a:lnTo>
                    <a:pt x="1337" y="339"/>
                  </a:lnTo>
                  <a:lnTo>
                    <a:pt x="1340" y="340"/>
                  </a:lnTo>
                  <a:lnTo>
                    <a:pt x="1343" y="342"/>
                  </a:lnTo>
                  <a:lnTo>
                    <a:pt x="1345" y="345"/>
                  </a:lnTo>
                  <a:lnTo>
                    <a:pt x="1348" y="347"/>
                  </a:lnTo>
                  <a:lnTo>
                    <a:pt x="1352" y="349"/>
                  </a:lnTo>
                  <a:lnTo>
                    <a:pt x="1358" y="350"/>
                  </a:lnTo>
                  <a:lnTo>
                    <a:pt x="1363" y="353"/>
                  </a:lnTo>
                  <a:lnTo>
                    <a:pt x="1364" y="356"/>
                  </a:lnTo>
                  <a:close/>
                </a:path>
              </a:pathLst>
            </a:custGeom>
            <a:solidFill>
              <a:srgbClr val="DA9FC0">
                <a:alpha val="9600"/>
              </a:srgbClr>
            </a:solidFill>
            <a:ln>
              <a:noFill/>
            </a:ln>
          </p:spPr>
          <p:txBody>
            <a:bodyPr anchor="ctr"/>
            <a:lstStyle/>
            <a:p>
              <a:pPr algn="ctr">
                <a:buNone/>
              </a:pPr>
            </a:p>
          </p:txBody>
        </p:sp>
        <p:sp>
          <p:nvSpPr>
            <p:cNvPr id="7575" name="addition:spatial:64">
              <a:extLst>
                <a:ext uri="{FF2B5EF4-FFF2-40B4-BE49-F238E27FC236}">
                  <ns2:creationId id="{C7B914C8-8422-4C43-BDBA-99B4E7E1DF9D}"/>
                </a:ext>
              </a:extLst>
            </p:cNvPr>
            <p:cNvSpPr>
              <a:spLocks noGrp="1"/>
            </p:cNvSpPr>
            <p:nvPr/>
          </p:nvSpPr>
          <p:spPr>
            <a:xfrm>
              <a:off x="5648325" y="1666875"/>
              <a:ext cx="1823085" cy="678348"/>
            </a:xfrm>
            <a:custGeom>
              <a:rect l="l" t="t" r="r" b="b"/>
              <a:pathLst>
                <a:path w="1375" h="401">
                  <a:moveTo>
                    <a:pt x="0" y="0"/>
                  </a:moveTo>
                  <a:moveTo>
                    <a:pt x="1371" y="354"/>
                  </a:moveTo>
                  <a:lnTo>
                    <a:pt x="1362" y="358"/>
                  </a:lnTo>
                  <a:lnTo>
                    <a:pt x="1354" y="361"/>
                  </a:lnTo>
                  <a:lnTo>
                    <a:pt x="1351" y="364"/>
                  </a:lnTo>
                  <a:lnTo>
                    <a:pt x="1351" y="368"/>
                  </a:lnTo>
                  <a:lnTo>
                    <a:pt x="1352" y="373"/>
                  </a:lnTo>
                  <a:lnTo>
                    <a:pt x="1352" y="377"/>
                  </a:lnTo>
                  <a:lnTo>
                    <a:pt x="1350" y="381"/>
                  </a:lnTo>
                  <a:lnTo>
                    <a:pt x="1349" y="386"/>
                  </a:lnTo>
                  <a:lnTo>
                    <a:pt x="1347" y="391"/>
                  </a:lnTo>
                  <a:lnTo>
                    <a:pt x="1343" y="395"/>
                  </a:lnTo>
                  <a:lnTo>
                    <a:pt x="1337" y="396"/>
                  </a:lnTo>
                  <a:lnTo>
                    <a:pt x="1329" y="395"/>
                  </a:lnTo>
                  <a:lnTo>
                    <a:pt x="1322" y="393"/>
                  </a:lnTo>
                  <a:lnTo>
                    <a:pt x="1318" y="393"/>
                  </a:lnTo>
                  <a:lnTo>
                    <a:pt x="1314" y="397"/>
                  </a:lnTo>
                  <a:lnTo>
                    <a:pt x="1310" y="400"/>
                  </a:lnTo>
                  <a:lnTo>
                    <a:pt x="1305" y="401"/>
                  </a:lnTo>
                  <a:lnTo>
                    <a:pt x="1300" y="398"/>
                  </a:lnTo>
                  <a:lnTo>
                    <a:pt x="1296" y="395"/>
                  </a:lnTo>
                  <a:lnTo>
                    <a:pt x="1292" y="394"/>
                  </a:lnTo>
                  <a:lnTo>
                    <a:pt x="1286" y="396"/>
                  </a:lnTo>
                  <a:lnTo>
                    <a:pt x="1280" y="398"/>
                  </a:lnTo>
                  <a:lnTo>
                    <a:pt x="1273" y="398"/>
                  </a:lnTo>
                  <a:lnTo>
                    <a:pt x="1268" y="396"/>
                  </a:lnTo>
                  <a:lnTo>
                    <a:pt x="1263" y="393"/>
                  </a:lnTo>
                  <a:lnTo>
                    <a:pt x="1258" y="390"/>
                  </a:lnTo>
                  <a:lnTo>
                    <a:pt x="1254" y="387"/>
                  </a:lnTo>
                  <a:lnTo>
                    <a:pt x="1252" y="382"/>
                  </a:lnTo>
                  <a:lnTo>
                    <a:pt x="1254" y="376"/>
                  </a:lnTo>
                  <a:lnTo>
                    <a:pt x="1257" y="371"/>
                  </a:lnTo>
                  <a:lnTo>
                    <a:pt x="1256" y="367"/>
                  </a:lnTo>
                  <a:lnTo>
                    <a:pt x="1250" y="365"/>
                  </a:lnTo>
                  <a:lnTo>
                    <a:pt x="1240" y="362"/>
                  </a:lnTo>
                  <a:lnTo>
                    <a:pt x="1233" y="358"/>
                  </a:lnTo>
                  <a:lnTo>
                    <a:pt x="1230" y="354"/>
                  </a:lnTo>
                  <a:lnTo>
                    <a:pt x="1232" y="350"/>
                  </a:lnTo>
                  <a:lnTo>
                    <a:pt x="1235" y="346"/>
                  </a:lnTo>
                  <a:lnTo>
                    <a:pt x="1235" y="342"/>
                  </a:lnTo>
                  <a:lnTo>
                    <a:pt x="1235" y="337"/>
                  </a:lnTo>
                  <a:lnTo>
                    <a:pt x="1236" y="333"/>
                  </a:lnTo>
                  <a:lnTo>
                    <a:pt x="1240" y="330"/>
                  </a:lnTo>
                  <a:lnTo>
                    <a:pt x="1245" y="327"/>
                  </a:lnTo>
                  <a:lnTo>
                    <a:pt x="1250" y="325"/>
                  </a:lnTo>
                  <a:lnTo>
                    <a:pt x="1254" y="322"/>
                  </a:lnTo>
                  <a:lnTo>
                    <a:pt x="1258" y="319"/>
                  </a:lnTo>
                  <a:lnTo>
                    <a:pt x="1264" y="318"/>
                  </a:lnTo>
                  <a:lnTo>
                    <a:pt x="1271" y="318"/>
                  </a:lnTo>
                  <a:lnTo>
                    <a:pt x="1277" y="317"/>
                  </a:lnTo>
                  <a:lnTo>
                    <a:pt x="1281" y="314"/>
                  </a:lnTo>
                  <a:lnTo>
                    <a:pt x="1285" y="307"/>
                  </a:lnTo>
                  <a:lnTo>
                    <a:pt x="1291" y="301"/>
                  </a:lnTo>
                  <a:lnTo>
                    <a:pt x="1299" y="299"/>
                  </a:lnTo>
                  <a:lnTo>
                    <a:pt x="1306" y="302"/>
                  </a:lnTo>
                  <a:lnTo>
                    <a:pt x="1313" y="307"/>
                  </a:lnTo>
                  <a:lnTo>
                    <a:pt x="1319" y="311"/>
                  </a:lnTo>
                  <a:lnTo>
                    <a:pt x="1324" y="313"/>
                  </a:lnTo>
                  <a:lnTo>
                    <a:pt x="1330" y="314"/>
                  </a:lnTo>
                  <a:lnTo>
                    <a:pt x="1335" y="316"/>
                  </a:lnTo>
                  <a:lnTo>
                    <a:pt x="1340" y="319"/>
                  </a:lnTo>
                  <a:lnTo>
                    <a:pt x="1344" y="321"/>
                  </a:lnTo>
                  <a:lnTo>
                    <a:pt x="1350" y="322"/>
                  </a:lnTo>
                  <a:lnTo>
                    <a:pt x="1357" y="323"/>
                  </a:lnTo>
                  <a:lnTo>
                    <a:pt x="1362" y="325"/>
                  </a:lnTo>
                  <a:lnTo>
                    <a:pt x="1364" y="330"/>
                  </a:lnTo>
                  <a:lnTo>
                    <a:pt x="1363" y="334"/>
                  </a:lnTo>
                  <a:lnTo>
                    <a:pt x="1364" y="338"/>
                  </a:lnTo>
                  <a:lnTo>
                    <a:pt x="1369" y="341"/>
                  </a:lnTo>
                  <a:lnTo>
                    <a:pt x="1374" y="345"/>
                  </a:lnTo>
                  <a:lnTo>
                    <a:pt x="1375" y="349"/>
                  </a:lnTo>
                  <a:close/>
                </a:path>
              </a:pathLst>
            </a:custGeom>
            <a:solidFill>
              <a:srgbClr val="CC79A7">
                <a:alpha val="11100"/>
              </a:srgbClr>
            </a:solidFill>
            <a:ln>
              <a:noFill/>
            </a:ln>
          </p:spPr>
          <p:txBody>
            <a:bodyPr anchor="ctr"/>
            <a:lstStyle/>
            <a:p>
              <a:pPr algn="ctr">
                <a:buNone/>
              </a:pPr>
            </a:p>
          </p:txBody>
        </p:sp>
        <p:sp>
          <p:nvSpPr>
            <p:cNvPr id="7576" name="addition:spatial:65">
              <a:extLst>
                <a:ext uri="{FF2B5EF4-FFF2-40B4-BE49-F238E27FC236}">
                  <ns2:creationId id="{5761F253-FBFD-4BEB-A467-26735C42C818}"/>
                </a:ext>
              </a:extLst>
            </p:cNvPr>
            <p:cNvSpPr>
              <a:spLocks noGrp="1"/>
            </p:cNvSpPr>
            <p:nvPr/>
          </p:nvSpPr>
          <p:spPr>
            <a:xfrm>
              <a:off x="5648325" y="1666875"/>
              <a:ext cx="1736903" cy="619140"/>
            </a:xfrm>
            <a:custGeom>
              <a:rect l="l" t="t" r="r" b="b"/>
              <a:pathLst>
                <a:path w="1310" h="366">
                  <a:moveTo>
                    <a:pt x="0" y="0"/>
                  </a:moveTo>
                  <a:moveTo>
                    <a:pt x="1309" y="341"/>
                  </a:moveTo>
                  <a:lnTo>
                    <a:pt x="1310" y="344"/>
                  </a:lnTo>
                  <a:lnTo>
                    <a:pt x="1309" y="346"/>
                  </a:lnTo>
                  <a:lnTo>
                    <a:pt x="1309" y="348"/>
                  </a:lnTo>
                  <a:lnTo>
                    <a:pt x="1308" y="350"/>
                  </a:lnTo>
                  <a:lnTo>
                    <a:pt x="1306" y="352"/>
                  </a:lnTo>
                  <a:lnTo>
                    <a:pt x="1303" y="353"/>
                  </a:lnTo>
                  <a:lnTo>
                    <a:pt x="1298" y="353"/>
                  </a:lnTo>
                  <a:lnTo>
                    <a:pt x="1295" y="354"/>
                  </a:lnTo>
                  <a:lnTo>
                    <a:pt x="1293" y="355"/>
                  </a:lnTo>
                  <a:lnTo>
                    <a:pt x="1293" y="358"/>
                  </a:lnTo>
                  <a:lnTo>
                    <a:pt x="1293" y="362"/>
                  </a:lnTo>
                  <a:lnTo>
                    <a:pt x="1291" y="364"/>
                  </a:lnTo>
                  <a:lnTo>
                    <a:pt x="1288" y="365"/>
                  </a:lnTo>
                  <a:lnTo>
                    <a:pt x="1284" y="365"/>
                  </a:lnTo>
                  <a:lnTo>
                    <a:pt x="1281" y="365"/>
                  </a:lnTo>
                  <a:lnTo>
                    <a:pt x="1278" y="365"/>
                  </a:lnTo>
                  <a:lnTo>
                    <a:pt x="1275" y="366"/>
                  </a:lnTo>
                  <a:lnTo>
                    <a:pt x="1272" y="365"/>
                  </a:lnTo>
                  <a:lnTo>
                    <a:pt x="1269" y="364"/>
                  </a:lnTo>
                  <a:lnTo>
                    <a:pt x="1266" y="363"/>
                  </a:lnTo>
                  <a:lnTo>
                    <a:pt x="1264" y="363"/>
                  </a:lnTo>
                  <a:lnTo>
                    <a:pt x="1261" y="362"/>
                  </a:lnTo>
                  <a:lnTo>
                    <a:pt x="1259" y="361"/>
                  </a:lnTo>
                  <a:lnTo>
                    <a:pt x="1258" y="359"/>
                  </a:lnTo>
                  <a:lnTo>
                    <a:pt x="1257" y="357"/>
                  </a:lnTo>
                  <a:lnTo>
                    <a:pt x="1255" y="356"/>
                  </a:lnTo>
                  <a:lnTo>
                    <a:pt x="1252" y="356"/>
                  </a:lnTo>
                  <a:lnTo>
                    <a:pt x="1248" y="357"/>
                  </a:lnTo>
                  <a:lnTo>
                    <a:pt x="1244" y="356"/>
                  </a:lnTo>
                  <a:lnTo>
                    <a:pt x="1244" y="353"/>
                  </a:lnTo>
                  <a:lnTo>
                    <a:pt x="1245" y="350"/>
                  </a:lnTo>
                  <a:lnTo>
                    <a:pt x="1248" y="347"/>
                  </a:lnTo>
                  <a:lnTo>
                    <a:pt x="1249" y="345"/>
                  </a:lnTo>
                  <a:lnTo>
                    <a:pt x="1249" y="343"/>
                  </a:lnTo>
                  <a:lnTo>
                    <a:pt x="1250" y="341"/>
                  </a:lnTo>
                  <a:lnTo>
                    <a:pt x="1250" y="339"/>
                  </a:lnTo>
                  <a:lnTo>
                    <a:pt x="1251" y="338"/>
                  </a:lnTo>
                  <a:lnTo>
                    <a:pt x="1250" y="335"/>
                  </a:lnTo>
                  <a:lnTo>
                    <a:pt x="1249" y="333"/>
                  </a:lnTo>
                  <a:lnTo>
                    <a:pt x="1249" y="330"/>
                  </a:lnTo>
                  <a:lnTo>
                    <a:pt x="1250" y="328"/>
                  </a:lnTo>
                  <a:lnTo>
                    <a:pt x="1252" y="327"/>
                  </a:lnTo>
                  <a:lnTo>
                    <a:pt x="1255" y="326"/>
                  </a:lnTo>
                  <a:lnTo>
                    <a:pt x="1256" y="325"/>
                  </a:lnTo>
                  <a:lnTo>
                    <a:pt x="1256" y="322"/>
                  </a:lnTo>
                  <a:lnTo>
                    <a:pt x="1257" y="320"/>
                  </a:lnTo>
                  <a:lnTo>
                    <a:pt x="1260" y="319"/>
                  </a:lnTo>
                  <a:lnTo>
                    <a:pt x="1263" y="320"/>
                  </a:lnTo>
                  <a:lnTo>
                    <a:pt x="1266" y="321"/>
                  </a:lnTo>
                  <a:lnTo>
                    <a:pt x="1268" y="322"/>
                  </a:lnTo>
                  <a:lnTo>
                    <a:pt x="1270" y="321"/>
                  </a:lnTo>
                  <a:lnTo>
                    <a:pt x="1272" y="320"/>
                  </a:lnTo>
                  <a:lnTo>
                    <a:pt x="1274" y="319"/>
                  </a:lnTo>
                  <a:lnTo>
                    <a:pt x="1277" y="318"/>
                  </a:lnTo>
                  <a:lnTo>
                    <a:pt x="1280" y="318"/>
                  </a:lnTo>
                  <a:lnTo>
                    <a:pt x="1283" y="317"/>
                  </a:lnTo>
                  <a:lnTo>
                    <a:pt x="1286" y="317"/>
                  </a:lnTo>
                  <a:lnTo>
                    <a:pt x="1289" y="318"/>
                  </a:lnTo>
                  <a:lnTo>
                    <a:pt x="1291" y="321"/>
                  </a:lnTo>
                  <a:lnTo>
                    <a:pt x="1291" y="324"/>
                  </a:lnTo>
                  <a:lnTo>
                    <a:pt x="1292" y="326"/>
                  </a:lnTo>
                  <a:lnTo>
                    <a:pt x="1294" y="327"/>
                  </a:lnTo>
                  <a:lnTo>
                    <a:pt x="1298" y="328"/>
                  </a:lnTo>
                  <a:lnTo>
                    <a:pt x="1301" y="329"/>
                  </a:lnTo>
                  <a:lnTo>
                    <a:pt x="1302" y="331"/>
                  </a:lnTo>
                  <a:lnTo>
                    <a:pt x="1302" y="334"/>
                  </a:lnTo>
                  <a:lnTo>
                    <a:pt x="1302" y="336"/>
                  </a:lnTo>
                  <a:lnTo>
                    <a:pt x="1304" y="337"/>
                  </a:lnTo>
                  <a:lnTo>
                    <a:pt x="1307" y="339"/>
                  </a:lnTo>
                  <a:close/>
                </a:path>
              </a:pathLst>
            </a:custGeom>
            <a:solidFill>
              <a:srgbClr val="CC79A7">
                <a:alpha val="10800"/>
              </a:srgbClr>
            </a:solidFill>
            <a:ln>
              <a:noFill/>
            </a:ln>
          </p:spPr>
          <p:txBody>
            <a:bodyPr anchor="ctr"/>
            <a:lstStyle/>
            <a:p>
              <a:pPr algn="ctr">
                <a:buNone/>
              </a:pPr>
            </a:p>
          </p:txBody>
        </p:sp>
        <p:sp>
          <p:nvSpPr>
            <p:cNvPr id="7577" name="addition:spatial:66">
              <a:extLst>
                <a:ext uri="{FF2B5EF4-FFF2-40B4-BE49-F238E27FC236}">
                  <ns2:creationId id="{88CF5A87-62A8-43BD-B00D-6A937F4E2317}"/>
                </a:ext>
              </a:extLst>
            </p:cNvPr>
            <p:cNvSpPr>
              <a:spLocks noGrp="1"/>
            </p:cNvSpPr>
            <p:nvPr/>
          </p:nvSpPr>
          <p:spPr>
            <a:xfrm>
              <a:off x="5648325" y="1666875"/>
              <a:ext cx="1778005" cy="597149"/>
            </a:xfrm>
            <a:custGeom>
              <a:rect l="l" t="t" r="r" b="b"/>
              <a:pathLst>
                <a:path w="1341" h="353">
                  <a:moveTo>
                    <a:pt x="0" y="0"/>
                  </a:moveTo>
                  <a:moveTo>
                    <a:pt x="1339" y="334"/>
                  </a:moveTo>
                  <a:lnTo>
                    <a:pt x="1337" y="336"/>
                  </a:lnTo>
                  <a:lnTo>
                    <a:pt x="1336" y="337"/>
                  </a:lnTo>
                  <a:lnTo>
                    <a:pt x="1337" y="338"/>
                  </a:lnTo>
                  <a:lnTo>
                    <a:pt x="1339" y="341"/>
                  </a:lnTo>
                  <a:lnTo>
                    <a:pt x="1341" y="343"/>
                  </a:lnTo>
                  <a:lnTo>
                    <a:pt x="1341" y="345"/>
                  </a:lnTo>
                  <a:lnTo>
                    <a:pt x="1339" y="346"/>
                  </a:lnTo>
                  <a:lnTo>
                    <a:pt x="1337" y="347"/>
                  </a:lnTo>
                  <a:lnTo>
                    <a:pt x="1335" y="347"/>
                  </a:lnTo>
                  <a:lnTo>
                    <a:pt x="1333" y="348"/>
                  </a:lnTo>
                  <a:lnTo>
                    <a:pt x="1331" y="348"/>
                  </a:lnTo>
                  <a:lnTo>
                    <a:pt x="1329" y="348"/>
                  </a:lnTo>
                  <a:lnTo>
                    <a:pt x="1327" y="348"/>
                  </a:lnTo>
                  <a:lnTo>
                    <a:pt x="1326" y="349"/>
                  </a:lnTo>
                  <a:lnTo>
                    <a:pt x="1325" y="351"/>
                  </a:lnTo>
                  <a:lnTo>
                    <a:pt x="1323" y="352"/>
                  </a:lnTo>
                  <a:lnTo>
                    <a:pt x="1321" y="353"/>
                  </a:lnTo>
                  <a:lnTo>
                    <a:pt x="1319" y="352"/>
                  </a:lnTo>
                  <a:lnTo>
                    <a:pt x="1317" y="351"/>
                  </a:lnTo>
                  <a:lnTo>
                    <a:pt x="1314" y="351"/>
                  </a:lnTo>
                  <a:lnTo>
                    <a:pt x="1312" y="352"/>
                  </a:lnTo>
                  <a:lnTo>
                    <a:pt x="1309" y="352"/>
                  </a:lnTo>
                  <a:lnTo>
                    <a:pt x="1306" y="352"/>
                  </a:lnTo>
                  <a:lnTo>
                    <a:pt x="1304" y="350"/>
                  </a:lnTo>
                  <a:lnTo>
                    <a:pt x="1304" y="348"/>
                  </a:lnTo>
                  <a:lnTo>
                    <a:pt x="1303" y="346"/>
                  </a:lnTo>
                  <a:lnTo>
                    <a:pt x="1302" y="345"/>
                  </a:lnTo>
                  <a:lnTo>
                    <a:pt x="1300" y="344"/>
                  </a:lnTo>
                  <a:lnTo>
                    <a:pt x="1299" y="342"/>
                  </a:lnTo>
                  <a:lnTo>
                    <a:pt x="1297" y="341"/>
                  </a:lnTo>
                  <a:lnTo>
                    <a:pt x="1295" y="340"/>
                  </a:lnTo>
                  <a:lnTo>
                    <a:pt x="1292" y="339"/>
                  </a:lnTo>
                  <a:lnTo>
                    <a:pt x="1289" y="338"/>
                  </a:lnTo>
                  <a:lnTo>
                    <a:pt x="1288" y="336"/>
                  </a:lnTo>
                  <a:lnTo>
                    <a:pt x="1289" y="334"/>
                  </a:lnTo>
                  <a:lnTo>
                    <a:pt x="1292" y="333"/>
                  </a:lnTo>
                  <a:lnTo>
                    <a:pt x="1294" y="331"/>
                  </a:lnTo>
                  <a:lnTo>
                    <a:pt x="1295" y="330"/>
                  </a:lnTo>
                  <a:lnTo>
                    <a:pt x="1295" y="328"/>
                  </a:lnTo>
                  <a:lnTo>
                    <a:pt x="1295" y="326"/>
                  </a:lnTo>
                  <a:lnTo>
                    <a:pt x="1297" y="325"/>
                  </a:lnTo>
                  <a:lnTo>
                    <a:pt x="1299" y="324"/>
                  </a:lnTo>
                  <a:lnTo>
                    <a:pt x="1301" y="324"/>
                  </a:lnTo>
                  <a:lnTo>
                    <a:pt x="1303" y="323"/>
                  </a:lnTo>
                  <a:lnTo>
                    <a:pt x="1304" y="321"/>
                  </a:lnTo>
                  <a:lnTo>
                    <a:pt x="1305" y="319"/>
                  </a:lnTo>
                  <a:lnTo>
                    <a:pt x="1307" y="318"/>
                  </a:lnTo>
                  <a:lnTo>
                    <a:pt x="1310" y="317"/>
                  </a:lnTo>
                  <a:lnTo>
                    <a:pt x="1312" y="316"/>
                  </a:lnTo>
                  <a:lnTo>
                    <a:pt x="1314" y="315"/>
                  </a:lnTo>
                  <a:lnTo>
                    <a:pt x="1316" y="314"/>
                  </a:lnTo>
                  <a:lnTo>
                    <a:pt x="1319" y="315"/>
                  </a:lnTo>
                  <a:lnTo>
                    <a:pt x="1321" y="317"/>
                  </a:lnTo>
                  <a:lnTo>
                    <a:pt x="1322" y="319"/>
                  </a:lnTo>
                  <a:lnTo>
                    <a:pt x="1324" y="320"/>
                  </a:lnTo>
                  <a:lnTo>
                    <a:pt x="1326" y="320"/>
                  </a:lnTo>
                  <a:lnTo>
                    <a:pt x="1328" y="319"/>
                  </a:lnTo>
                  <a:lnTo>
                    <a:pt x="1331" y="318"/>
                  </a:lnTo>
                  <a:lnTo>
                    <a:pt x="1332" y="319"/>
                  </a:lnTo>
                  <a:lnTo>
                    <a:pt x="1334" y="320"/>
                  </a:lnTo>
                  <a:lnTo>
                    <a:pt x="1335" y="321"/>
                  </a:lnTo>
                  <a:lnTo>
                    <a:pt x="1337" y="322"/>
                  </a:lnTo>
                  <a:lnTo>
                    <a:pt x="1338" y="323"/>
                  </a:lnTo>
                  <a:lnTo>
                    <a:pt x="1339" y="325"/>
                  </a:lnTo>
                  <a:lnTo>
                    <a:pt x="1338" y="326"/>
                  </a:lnTo>
                  <a:lnTo>
                    <a:pt x="1338" y="328"/>
                  </a:lnTo>
                  <a:lnTo>
                    <a:pt x="1339" y="330"/>
                  </a:lnTo>
                  <a:lnTo>
                    <a:pt x="1340" y="331"/>
                  </a:lnTo>
                  <a:lnTo>
                    <a:pt x="1340" y="333"/>
                  </a:lnTo>
                  <a:close/>
                </a:path>
              </a:pathLst>
            </a:custGeom>
            <a:solidFill>
              <a:srgbClr val="CC79A7">
                <a:alpha val="10800"/>
              </a:srgbClr>
            </a:solidFill>
            <a:ln>
              <a:noFill/>
            </a:ln>
          </p:spPr>
          <p:txBody>
            <a:bodyPr anchor="ctr"/>
            <a:lstStyle/>
            <a:p>
              <a:pPr algn="ctr">
                <a:buNone/>
              </a:pPr>
            </a:p>
          </p:txBody>
        </p:sp>
        <p:sp>
          <p:nvSpPr>
            <p:cNvPr id="7578" name="addition:spatial:67">
              <a:extLst>
                <a:ext uri="{FF2B5EF4-FFF2-40B4-BE49-F238E27FC236}">
                  <ns2:creationId id="{72BCD400-E664-4FEB-BAF8-B669A27F95EE}"/>
                </a:ext>
              </a:extLst>
            </p:cNvPr>
            <p:cNvSpPr>
              <a:spLocks noGrp="1"/>
            </p:cNvSpPr>
            <p:nvPr/>
          </p:nvSpPr>
          <p:spPr>
            <a:xfrm>
              <a:off x="5648325" y="1666875"/>
              <a:ext cx="1821759" cy="659740"/>
            </a:xfrm>
            <a:custGeom>
              <a:rect l="l" t="t" r="r" b="b"/>
              <a:pathLst>
                <a:path w="1374" h="390">
                  <a:moveTo>
                    <a:pt x="0" y="0"/>
                  </a:moveTo>
                  <a:moveTo>
                    <a:pt x="1367" y="365"/>
                  </a:moveTo>
                  <a:lnTo>
                    <a:pt x="1366" y="367"/>
                  </a:lnTo>
                  <a:lnTo>
                    <a:pt x="1365" y="369"/>
                  </a:lnTo>
                  <a:lnTo>
                    <a:pt x="1364" y="371"/>
                  </a:lnTo>
                  <a:lnTo>
                    <a:pt x="1362" y="373"/>
                  </a:lnTo>
                  <a:lnTo>
                    <a:pt x="1362" y="375"/>
                  </a:lnTo>
                  <a:lnTo>
                    <a:pt x="1362" y="377"/>
                  </a:lnTo>
                  <a:lnTo>
                    <a:pt x="1362" y="380"/>
                  </a:lnTo>
                  <a:lnTo>
                    <a:pt x="1360" y="382"/>
                  </a:lnTo>
                  <a:lnTo>
                    <a:pt x="1357" y="382"/>
                  </a:lnTo>
                  <a:lnTo>
                    <a:pt x="1354" y="383"/>
                  </a:lnTo>
                  <a:lnTo>
                    <a:pt x="1352" y="385"/>
                  </a:lnTo>
                  <a:lnTo>
                    <a:pt x="1351" y="387"/>
                  </a:lnTo>
                  <a:lnTo>
                    <a:pt x="1349" y="390"/>
                  </a:lnTo>
                  <a:lnTo>
                    <a:pt x="1346" y="390"/>
                  </a:lnTo>
                  <a:lnTo>
                    <a:pt x="1343" y="388"/>
                  </a:lnTo>
                  <a:lnTo>
                    <a:pt x="1340" y="386"/>
                  </a:lnTo>
                  <a:lnTo>
                    <a:pt x="1337" y="385"/>
                  </a:lnTo>
                  <a:lnTo>
                    <a:pt x="1335" y="385"/>
                  </a:lnTo>
                  <a:lnTo>
                    <a:pt x="1333" y="386"/>
                  </a:lnTo>
                  <a:lnTo>
                    <a:pt x="1331" y="387"/>
                  </a:lnTo>
                  <a:lnTo>
                    <a:pt x="1328" y="387"/>
                  </a:lnTo>
                  <a:lnTo>
                    <a:pt x="1326" y="387"/>
                  </a:lnTo>
                  <a:lnTo>
                    <a:pt x="1322" y="388"/>
                  </a:lnTo>
                  <a:lnTo>
                    <a:pt x="1319" y="388"/>
                  </a:lnTo>
                  <a:lnTo>
                    <a:pt x="1316" y="386"/>
                  </a:lnTo>
                  <a:lnTo>
                    <a:pt x="1316" y="383"/>
                  </a:lnTo>
                  <a:lnTo>
                    <a:pt x="1316" y="380"/>
                  </a:lnTo>
                  <a:lnTo>
                    <a:pt x="1316" y="378"/>
                  </a:lnTo>
                  <a:lnTo>
                    <a:pt x="1314" y="376"/>
                  </a:lnTo>
                  <a:lnTo>
                    <a:pt x="1311" y="375"/>
                  </a:lnTo>
                  <a:lnTo>
                    <a:pt x="1308" y="374"/>
                  </a:lnTo>
                  <a:lnTo>
                    <a:pt x="1308" y="371"/>
                  </a:lnTo>
                  <a:lnTo>
                    <a:pt x="1309" y="369"/>
                  </a:lnTo>
                  <a:lnTo>
                    <a:pt x="1309" y="367"/>
                  </a:lnTo>
                  <a:lnTo>
                    <a:pt x="1308" y="365"/>
                  </a:lnTo>
                  <a:lnTo>
                    <a:pt x="1305" y="363"/>
                  </a:lnTo>
                  <a:lnTo>
                    <a:pt x="1303" y="361"/>
                  </a:lnTo>
                  <a:lnTo>
                    <a:pt x="1303" y="359"/>
                  </a:lnTo>
                  <a:lnTo>
                    <a:pt x="1303" y="356"/>
                  </a:lnTo>
                  <a:lnTo>
                    <a:pt x="1304" y="354"/>
                  </a:lnTo>
                  <a:lnTo>
                    <a:pt x="1305" y="352"/>
                  </a:lnTo>
                  <a:lnTo>
                    <a:pt x="1307" y="350"/>
                  </a:lnTo>
                  <a:lnTo>
                    <a:pt x="1310" y="350"/>
                  </a:lnTo>
                  <a:lnTo>
                    <a:pt x="1315" y="350"/>
                  </a:lnTo>
                  <a:lnTo>
                    <a:pt x="1318" y="351"/>
                  </a:lnTo>
                  <a:lnTo>
                    <a:pt x="1320" y="349"/>
                  </a:lnTo>
                  <a:lnTo>
                    <a:pt x="1321" y="346"/>
                  </a:lnTo>
                  <a:lnTo>
                    <a:pt x="1322" y="343"/>
                  </a:lnTo>
                  <a:lnTo>
                    <a:pt x="1324" y="341"/>
                  </a:lnTo>
                  <a:lnTo>
                    <a:pt x="1328" y="341"/>
                  </a:lnTo>
                  <a:lnTo>
                    <a:pt x="1331" y="341"/>
                  </a:lnTo>
                  <a:lnTo>
                    <a:pt x="1335" y="342"/>
                  </a:lnTo>
                  <a:lnTo>
                    <a:pt x="1338" y="341"/>
                  </a:lnTo>
                  <a:lnTo>
                    <a:pt x="1342" y="341"/>
                  </a:lnTo>
                  <a:lnTo>
                    <a:pt x="1345" y="342"/>
                  </a:lnTo>
                  <a:lnTo>
                    <a:pt x="1348" y="343"/>
                  </a:lnTo>
                  <a:lnTo>
                    <a:pt x="1351" y="345"/>
                  </a:lnTo>
                  <a:lnTo>
                    <a:pt x="1353" y="345"/>
                  </a:lnTo>
                  <a:lnTo>
                    <a:pt x="1356" y="346"/>
                  </a:lnTo>
                  <a:lnTo>
                    <a:pt x="1358" y="348"/>
                  </a:lnTo>
                  <a:lnTo>
                    <a:pt x="1359" y="350"/>
                  </a:lnTo>
                  <a:lnTo>
                    <a:pt x="1360" y="352"/>
                  </a:lnTo>
                  <a:lnTo>
                    <a:pt x="1362" y="353"/>
                  </a:lnTo>
                  <a:lnTo>
                    <a:pt x="1366" y="354"/>
                  </a:lnTo>
                  <a:lnTo>
                    <a:pt x="1371" y="354"/>
                  </a:lnTo>
                  <a:lnTo>
                    <a:pt x="1374" y="356"/>
                  </a:lnTo>
                  <a:lnTo>
                    <a:pt x="1374" y="358"/>
                  </a:lnTo>
                  <a:lnTo>
                    <a:pt x="1372" y="361"/>
                  </a:lnTo>
                  <a:lnTo>
                    <a:pt x="1369" y="363"/>
                  </a:lnTo>
                  <a:close/>
                </a:path>
              </a:pathLst>
            </a:custGeom>
            <a:solidFill>
              <a:srgbClr val="CC79A7">
                <a:alpha val="10800"/>
              </a:srgbClr>
            </a:solidFill>
            <a:ln>
              <a:noFill/>
            </a:ln>
          </p:spPr>
          <p:txBody>
            <a:bodyPr anchor="ctr"/>
            <a:lstStyle/>
            <a:p>
              <a:pPr algn="ctr">
                <a:buNone/>
              </a:pPr>
            </a:p>
          </p:txBody>
        </p:sp>
        <p:sp>
          <p:nvSpPr>
            <p:cNvPr id="7579" name="addition:spatial:68">
              <a:extLst>
                <a:ext uri="{FF2B5EF4-FFF2-40B4-BE49-F238E27FC236}">
                  <ns2:creationId id="{676DFCFA-5228-42F1-8A6F-A994696B359A}"/>
                </a:ext>
              </a:extLst>
            </p:cNvPr>
            <p:cNvSpPr>
              <a:spLocks noGrp="1"/>
            </p:cNvSpPr>
            <p:nvPr/>
          </p:nvSpPr>
          <p:spPr>
            <a:xfrm>
              <a:off x="5648325" y="1666875"/>
              <a:ext cx="1754139" cy="676656"/>
            </a:xfrm>
            <a:custGeom>
              <a:rect l="l" t="t" r="r" b="b"/>
              <a:pathLst>
                <a:path w="1323" h="400">
                  <a:moveTo>
                    <a:pt x="0" y="0"/>
                  </a:moveTo>
                  <a:moveTo>
                    <a:pt x="1317" y="379"/>
                  </a:moveTo>
                  <a:lnTo>
                    <a:pt x="1314" y="380"/>
                  </a:lnTo>
                  <a:lnTo>
                    <a:pt x="1314" y="382"/>
                  </a:lnTo>
                  <a:lnTo>
                    <a:pt x="1315" y="384"/>
                  </a:lnTo>
                  <a:lnTo>
                    <a:pt x="1317" y="386"/>
                  </a:lnTo>
                  <a:lnTo>
                    <a:pt x="1316" y="388"/>
                  </a:lnTo>
                  <a:lnTo>
                    <a:pt x="1314" y="389"/>
                  </a:lnTo>
                  <a:lnTo>
                    <a:pt x="1312" y="390"/>
                  </a:lnTo>
                  <a:lnTo>
                    <a:pt x="1311" y="392"/>
                  </a:lnTo>
                  <a:lnTo>
                    <a:pt x="1310" y="393"/>
                  </a:lnTo>
                  <a:lnTo>
                    <a:pt x="1309" y="395"/>
                  </a:lnTo>
                  <a:lnTo>
                    <a:pt x="1307" y="397"/>
                  </a:lnTo>
                  <a:lnTo>
                    <a:pt x="1304" y="397"/>
                  </a:lnTo>
                  <a:lnTo>
                    <a:pt x="1302" y="397"/>
                  </a:lnTo>
                  <a:lnTo>
                    <a:pt x="1300" y="398"/>
                  </a:lnTo>
                  <a:lnTo>
                    <a:pt x="1298" y="398"/>
                  </a:lnTo>
                  <a:lnTo>
                    <a:pt x="1296" y="398"/>
                  </a:lnTo>
                  <a:lnTo>
                    <a:pt x="1294" y="396"/>
                  </a:lnTo>
                  <a:lnTo>
                    <a:pt x="1292" y="395"/>
                  </a:lnTo>
                  <a:lnTo>
                    <a:pt x="1290" y="395"/>
                  </a:lnTo>
                  <a:lnTo>
                    <a:pt x="1288" y="397"/>
                  </a:lnTo>
                  <a:lnTo>
                    <a:pt x="1285" y="399"/>
                  </a:lnTo>
                  <a:lnTo>
                    <a:pt x="1281" y="400"/>
                  </a:lnTo>
                  <a:lnTo>
                    <a:pt x="1279" y="399"/>
                  </a:lnTo>
                  <a:lnTo>
                    <a:pt x="1277" y="397"/>
                  </a:lnTo>
                  <a:lnTo>
                    <a:pt x="1277" y="394"/>
                  </a:lnTo>
                  <a:lnTo>
                    <a:pt x="1275" y="393"/>
                  </a:lnTo>
                  <a:lnTo>
                    <a:pt x="1273" y="392"/>
                  </a:lnTo>
                  <a:lnTo>
                    <a:pt x="1272" y="390"/>
                  </a:lnTo>
                  <a:lnTo>
                    <a:pt x="1271" y="388"/>
                  </a:lnTo>
                  <a:lnTo>
                    <a:pt x="1270" y="387"/>
                  </a:lnTo>
                  <a:lnTo>
                    <a:pt x="1269" y="385"/>
                  </a:lnTo>
                  <a:lnTo>
                    <a:pt x="1267" y="384"/>
                  </a:lnTo>
                  <a:lnTo>
                    <a:pt x="1265" y="382"/>
                  </a:lnTo>
                  <a:lnTo>
                    <a:pt x="1264" y="380"/>
                  </a:lnTo>
                  <a:lnTo>
                    <a:pt x="1265" y="379"/>
                  </a:lnTo>
                  <a:lnTo>
                    <a:pt x="1265" y="377"/>
                  </a:lnTo>
                  <a:lnTo>
                    <a:pt x="1263" y="375"/>
                  </a:lnTo>
                  <a:lnTo>
                    <a:pt x="1261" y="373"/>
                  </a:lnTo>
                  <a:lnTo>
                    <a:pt x="1260" y="371"/>
                  </a:lnTo>
                  <a:lnTo>
                    <a:pt x="1261" y="369"/>
                  </a:lnTo>
                  <a:lnTo>
                    <a:pt x="1265" y="368"/>
                  </a:lnTo>
                  <a:lnTo>
                    <a:pt x="1269" y="368"/>
                  </a:lnTo>
                  <a:lnTo>
                    <a:pt x="1272" y="367"/>
                  </a:lnTo>
                  <a:lnTo>
                    <a:pt x="1273" y="366"/>
                  </a:lnTo>
                  <a:lnTo>
                    <a:pt x="1275" y="365"/>
                  </a:lnTo>
                  <a:lnTo>
                    <a:pt x="1276" y="363"/>
                  </a:lnTo>
                  <a:lnTo>
                    <a:pt x="1278" y="362"/>
                  </a:lnTo>
                  <a:lnTo>
                    <a:pt x="1280" y="361"/>
                  </a:lnTo>
                  <a:lnTo>
                    <a:pt x="1282" y="359"/>
                  </a:lnTo>
                  <a:lnTo>
                    <a:pt x="1285" y="357"/>
                  </a:lnTo>
                  <a:lnTo>
                    <a:pt x="1288" y="356"/>
                  </a:lnTo>
                  <a:lnTo>
                    <a:pt x="1291" y="357"/>
                  </a:lnTo>
                  <a:lnTo>
                    <a:pt x="1294" y="359"/>
                  </a:lnTo>
                  <a:lnTo>
                    <a:pt x="1297" y="360"/>
                  </a:lnTo>
                  <a:lnTo>
                    <a:pt x="1300" y="360"/>
                  </a:lnTo>
                  <a:lnTo>
                    <a:pt x="1303" y="359"/>
                  </a:lnTo>
                  <a:lnTo>
                    <a:pt x="1305" y="360"/>
                  </a:lnTo>
                  <a:lnTo>
                    <a:pt x="1307" y="361"/>
                  </a:lnTo>
                  <a:lnTo>
                    <a:pt x="1308" y="364"/>
                  </a:lnTo>
                  <a:lnTo>
                    <a:pt x="1309" y="365"/>
                  </a:lnTo>
                  <a:lnTo>
                    <a:pt x="1311" y="366"/>
                  </a:lnTo>
                  <a:lnTo>
                    <a:pt x="1314" y="366"/>
                  </a:lnTo>
                  <a:lnTo>
                    <a:pt x="1317" y="367"/>
                  </a:lnTo>
                  <a:lnTo>
                    <a:pt x="1319" y="368"/>
                  </a:lnTo>
                  <a:lnTo>
                    <a:pt x="1320" y="369"/>
                  </a:lnTo>
                  <a:lnTo>
                    <a:pt x="1322" y="371"/>
                  </a:lnTo>
                  <a:lnTo>
                    <a:pt x="1323" y="373"/>
                  </a:lnTo>
                  <a:lnTo>
                    <a:pt x="1323" y="375"/>
                  </a:lnTo>
                  <a:lnTo>
                    <a:pt x="1321" y="377"/>
                  </a:lnTo>
                  <a:close/>
                </a:path>
              </a:pathLst>
            </a:custGeom>
            <a:solidFill>
              <a:srgbClr val="CC79A7">
                <a:alpha val="10800"/>
              </a:srgbClr>
            </a:solidFill>
            <a:ln>
              <a:noFill/>
            </a:ln>
          </p:spPr>
          <p:txBody>
            <a:bodyPr anchor="ctr"/>
            <a:lstStyle/>
            <a:p>
              <a:pPr algn="ctr">
                <a:buNone/>
              </a:pPr>
            </a:p>
          </p:txBody>
        </p:sp>
        <p:sp>
          <p:nvSpPr>
            <p:cNvPr id="7580" name="addition:spatial:69">
              <a:extLst>
                <a:ext uri="{FF2B5EF4-FFF2-40B4-BE49-F238E27FC236}">
                  <ns2:creationId id="{29C94469-AC00-4B74-9165-7C1EE1AAD1FE}"/>
                </a:ext>
              </a:extLst>
            </p:cNvPr>
            <p:cNvSpPr>
              <a:spLocks noGrp="1"/>
            </p:cNvSpPr>
            <p:nvPr/>
          </p:nvSpPr>
          <p:spPr>
            <a:xfrm>
              <a:off x="5648325" y="1666875"/>
              <a:ext cx="892317" cy="979460"/>
            </a:xfrm>
            <a:custGeom>
              <a:rect l="l" t="t" r="r" b="b"/>
              <a:pathLst>
                <a:path w="673" h="579">
                  <a:moveTo>
                    <a:pt x="0" y="0"/>
                  </a:moveTo>
                  <a:moveTo>
                    <a:pt x="662" y="506"/>
                  </a:moveTo>
                  <a:lnTo>
                    <a:pt x="650" y="512"/>
                  </a:lnTo>
                  <a:lnTo>
                    <a:pt x="640" y="516"/>
                  </a:lnTo>
                  <a:lnTo>
                    <a:pt x="639" y="522"/>
                  </a:lnTo>
                  <a:lnTo>
                    <a:pt x="644" y="529"/>
                  </a:lnTo>
                  <a:lnTo>
                    <a:pt x="649" y="537"/>
                  </a:lnTo>
                  <a:lnTo>
                    <a:pt x="647" y="544"/>
                  </a:lnTo>
                  <a:lnTo>
                    <a:pt x="639" y="549"/>
                  </a:lnTo>
                  <a:lnTo>
                    <a:pt x="629" y="551"/>
                  </a:lnTo>
                  <a:lnTo>
                    <a:pt x="622" y="555"/>
                  </a:lnTo>
                  <a:lnTo>
                    <a:pt x="619" y="562"/>
                  </a:lnTo>
                  <a:lnTo>
                    <a:pt x="615" y="569"/>
                  </a:lnTo>
                  <a:lnTo>
                    <a:pt x="607" y="573"/>
                  </a:lnTo>
                  <a:lnTo>
                    <a:pt x="598" y="573"/>
                  </a:lnTo>
                  <a:lnTo>
                    <a:pt x="589" y="572"/>
                  </a:lnTo>
                  <a:lnTo>
                    <a:pt x="581" y="572"/>
                  </a:lnTo>
                  <a:lnTo>
                    <a:pt x="573" y="573"/>
                  </a:lnTo>
                  <a:lnTo>
                    <a:pt x="566" y="571"/>
                  </a:lnTo>
                  <a:lnTo>
                    <a:pt x="559" y="568"/>
                  </a:lnTo>
                  <a:lnTo>
                    <a:pt x="553" y="564"/>
                  </a:lnTo>
                  <a:lnTo>
                    <a:pt x="546" y="565"/>
                  </a:lnTo>
                  <a:lnTo>
                    <a:pt x="537" y="570"/>
                  </a:lnTo>
                  <a:lnTo>
                    <a:pt x="524" y="577"/>
                  </a:lnTo>
                  <a:lnTo>
                    <a:pt x="513" y="579"/>
                  </a:lnTo>
                  <a:lnTo>
                    <a:pt x="505" y="574"/>
                  </a:lnTo>
                  <a:lnTo>
                    <a:pt x="503" y="564"/>
                  </a:lnTo>
                  <a:lnTo>
                    <a:pt x="501" y="556"/>
                  </a:lnTo>
                  <a:lnTo>
                    <a:pt x="498" y="549"/>
                  </a:lnTo>
                  <a:lnTo>
                    <a:pt x="491" y="545"/>
                  </a:lnTo>
                  <a:lnTo>
                    <a:pt x="485" y="541"/>
                  </a:lnTo>
                  <a:lnTo>
                    <a:pt x="482" y="535"/>
                  </a:lnTo>
                  <a:lnTo>
                    <a:pt x="480" y="529"/>
                  </a:lnTo>
                  <a:lnTo>
                    <a:pt x="476" y="523"/>
                  </a:lnTo>
                  <a:lnTo>
                    <a:pt x="469" y="518"/>
                  </a:lnTo>
                  <a:lnTo>
                    <a:pt x="462" y="512"/>
                  </a:lnTo>
                  <a:lnTo>
                    <a:pt x="460" y="506"/>
                  </a:lnTo>
                  <a:lnTo>
                    <a:pt x="461" y="500"/>
                  </a:lnTo>
                  <a:lnTo>
                    <a:pt x="462" y="494"/>
                  </a:lnTo>
                  <a:lnTo>
                    <a:pt x="459" y="487"/>
                  </a:lnTo>
                  <a:lnTo>
                    <a:pt x="453" y="479"/>
                  </a:lnTo>
                  <a:lnTo>
                    <a:pt x="450" y="471"/>
                  </a:lnTo>
                  <a:lnTo>
                    <a:pt x="457" y="465"/>
                  </a:lnTo>
                  <a:lnTo>
                    <a:pt x="470" y="464"/>
                  </a:lnTo>
                  <a:lnTo>
                    <a:pt x="486" y="465"/>
                  </a:lnTo>
                  <a:lnTo>
                    <a:pt x="496" y="464"/>
                  </a:lnTo>
                  <a:lnTo>
                    <a:pt x="501" y="460"/>
                  </a:lnTo>
                  <a:lnTo>
                    <a:pt x="505" y="453"/>
                  </a:lnTo>
                  <a:lnTo>
                    <a:pt x="510" y="447"/>
                  </a:lnTo>
                  <a:lnTo>
                    <a:pt x="518" y="443"/>
                  </a:lnTo>
                  <a:lnTo>
                    <a:pt x="526" y="439"/>
                  </a:lnTo>
                  <a:lnTo>
                    <a:pt x="535" y="434"/>
                  </a:lnTo>
                  <a:lnTo>
                    <a:pt x="545" y="429"/>
                  </a:lnTo>
                  <a:lnTo>
                    <a:pt x="557" y="428"/>
                  </a:lnTo>
                  <a:lnTo>
                    <a:pt x="568" y="432"/>
                  </a:lnTo>
                  <a:lnTo>
                    <a:pt x="578" y="438"/>
                  </a:lnTo>
                  <a:lnTo>
                    <a:pt x="587" y="442"/>
                  </a:lnTo>
                  <a:lnTo>
                    <a:pt x="597" y="442"/>
                  </a:lnTo>
                  <a:lnTo>
                    <a:pt x="608" y="441"/>
                  </a:lnTo>
                  <a:lnTo>
                    <a:pt x="618" y="442"/>
                  </a:lnTo>
                  <a:lnTo>
                    <a:pt x="624" y="449"/>
                  </a:lnTo>
                  <a:lnTo>
                    <a:pt x="627" y="457"/>
                  </a:lnTo>
                  <a:lnTo>
                    <a:pt x="629" y="463"/>
                  </a:lnTo>
                  <a:lnTo>
                    <a:pt x="637" y="466"/>
                  </a:lnTo>
                  <a:lnTo>
                    <a:pt x="648" y="466"/>
                  </a:lnTo>
                  <a:lnTo>
                    <a:pt x="660" y="468"/>
                  </a:lnTo>
                  <a:lnTo>
                    <a:pt x="667" y="473"/>
                  </a:lnTo>
                  <a:lnTo>
                    <a:pt x="671" y="479"/>
                  </a:lnTo>
                  <a:lnTo>
                    <a:pt x="672" y="486"/>
                  </a:lnTo>
                  <a:lnTo>
                    <a:pt x="673" y="492"/>
                  </a:lnTo>
                  <a:lnTo>
                    <a:pt x="670" y="499"/>
                  </a:lnTo>
                  <a:close/>
                </a:path>
              </a:pathLst>
            </a:custGeom>
            <a:solidFill>
              <a:srgbClr val="A7CEE4">
                <a:alpha val="12900"/>
              </a:srgbClr>
            </a:solidFill>
            <a:ln>
              <a:noFill/>
            </a:ln>
          </p:spPr>
          <p:txBody>
            <a:bodyPr anchor="ctr"/>
            <a:lstStyle/>
            <a:p>
              <a:pPr algn="ctr">
                <a:buNone/>
              </a:pPr>
            </a:p>
          </p:txBody>
        </p:sp>
        <p:sp>
          <p:nvSpPr>
            <p:cNvPr id="7581" name="addition:spatial:70">
              <a:extLst>
                <a:ext uri="{FF2B5EF4-FFF2-40B4-BE49-F238E27FC236}">
                  <ns2:creationId id="{89147615-E212-488D-BA8D-AE573FC72543}"/>
                </a:ext>
              </a:extLst>
            </p:cNvPr>
            <p:cNvSpPr>
              <a:spLocks noGrp="1"/>
            </p:cNvSpPr>
            <p:nvPr/>
          </p:nvSpPr>
          <p:spPr>
            <a:xfrm>
              <a:off x="5648325" y="1666875"/>
              <a:ext cx="853867" cy="977768"/>
            </a:xfrm>
            <a:custGeom>
              <a:rect l="l" t="t" r="r" b="b"/>
              <a:pathLst>
                <a:path w="644" h="578">
                  <a:moveTo>
                    <a:pt x="0" y="0"/>
                  </a:moveTo>
                  <a:moveTo>
                    <a:pt x="633" y="511"/>
                  </a:moveTo>
                  <a:lnTo>
                    <a:pt x="640" y="516"/>
                  </a:lnTo>
                  <a:lnTo>
                    <a:pt x="644" y="522"/>
                  </a:lnTo>
                  <a:lnTo>
                    <a:pt x="643" y="528"/>
                  </a:lnTo>
                  <a:lnTo>
                    <a:pt x="638" y="532"/>
                  </a:lnTo>
                  <a:lnTo>
                    <a:pt x="633" y="536"/>
                  </a:lnTo>
                  <a:lnTo>
                    <a:pt x="631" y="541"/>
                  </a:lnTo>
                  <a:lnTo>
                    <a:pt x="633" y="548"/>
                  </a:lnTo>
                  <a:lnTo>
                    <a:pt x="631" y="554"/>
                  </a:lnTo>
                  <a:lnTo>
                    <a:pt x="625" y="557"/>
                  </a:lnTo>
                  <a:lnTo>
                    <a:pt x="614" y="556"/>
                  </a:lnTo>
                  <a:lnTo>
                    <a:pt x="603" y="554"/>
                  </a:lnTo>
                  <a:lnTo>
                    <a:pt x="596" y="555"/>
                  </a:lnTo>
                  <a:lnTo>
                    <a:pt x="591" y="558"/>
                  </a:lnTo>
                  <a:lnTo>
                    <a:pt x="586" y="564"/>
                  </a:lnTo>
                  <a:lnTo>
                    <a:pt x="580" y="568"/>
                  </a:lnTo>
                  <a:lnTo>
                    <a:pt x="572" y="571"/>
                  </a:lnTo>
                  <a:lnTo>
                    <a:pt x="564" y="574"/>
                  </a:lnTo>
                  <a:lnTo>
                    <a:pt x="554" y="577"/>
                  </a:lnTo>
                  <a:lnTo>
                    <a:pt x="544" y="578"/>
                  </a:lnTo>
                  <a:lnTo>
                    <a:pt x="535" y="576"/>
                  </a:lnTo>
                  <a:lnTo>
                    <a:pt x="528" y="569"/>
                  </a:lnTo>
                  <a:lnTo>
                    <a:pt x="523" y="561"/>
                  </a:lnTo>
                  <a:lnTo>
                    <a:pt x="517" y="557"/>
                  </a:lnTo>
                  <a:lnTo>
                    <a:pt x="509" y="556"/>
                  </a:lnTo>
                  <a:lnTo>
                    <a:pt x="498" y="556"/>
                  </a:lnTo>
                  <a:lnTo>
                    <a:pt x="489" y="555"/>
                  </a:lnTo>
                  <a:lnTo>
                    <a:pt x="485" y="550"/>
                  </a:lnTo>
                  <a:lnTo>
                    <a:pt x="483" y="544"/>
                  </a:lnTo>
                  <a:lnTo>
                    <a:pt x="481" y="539"/>
                  </a:lnTo>
                  <a:lnTo>
                    <a:pt x="474" y="536"/>
                  </a:lnTo>
                  <a:lnTo>
                    <a:pt x="466" y="532"/>
                  </a:lnTo>
                  <a:lnTo>
                    <a:pt x="459" y="528"/>
                  </a:lnTo>
                  <a:lnTo>
                    <a:pt x="457" y="523"/>
                  </a:lnTo>
                  <a:lnTo>
                    <a:pt x="458" y="517"/>
                  </a:lnTo>
                  <a:lnTo>
                    <a:pt x="459" y="511"/>
                  </a:lnTo>
                  <a:lnTo>
                    <a:pt x="461" y="505"/>
                  </a:lnTo>
                  <a:lnTo>
                    <a:pt x="466" y="500"/>
                  </a:lnTo>
                  <a:lnTo>
                    <a:pt x="475" y="496"/>
                  </a:lnTo>
                  <a:lnTo>
                    <a:pt x="487" y="493"/>
                  </a:lnTo>
                  <a:lnTo>
                    <a:pt x="495" y="490"/>
                  </a:lnTo>
                  <a:lnTo>
                    <a:pt x="496" y="485"/>
                  </a:lnTo>
                  <a:lnTo>
                    <a:pt x="493" y="478"/>
                  </a:lnTo>
                  <a:lnTo>
                    <a:pt x="490" y="469"/>
                  </a:lnTo>
                  <a:lnTo>
                    <a:pt x="494" y="463"/>
                  </a:lnTo>
                  <a:lnTo>
                    <a:pt x="503" y="460"/>
                  </a:lnTo>
                  <a:lnTo>
                    <a:pt x="512" y="459"/>
                  </a:lnTo>
                  <a:lnTo>
                    <a:pt x="521" y="458"/>
                  </a:lnTo>
                  <a:lnTo>
                    <a:pt x="527" y="455"/>
                  </a:lnTo>
                  <a:lnTo>
                    <a:pt x="534" y="452"/>
                  </a:lnTo>
                  <a:lnTo>
                    <a:pt x="542" y="452"/>
                  </a:lnTo>
                  <a:lnTo>
                    <a:pt x="549" y="453"/>
                  </a:lnTo>
                  <a:lnTo>
                    <a:pt x="556" y="455"/>
                  </a:lnTo>
                  <a:lnTo>
                    <a:pt x="562" y="455"/>
                  </a:lnTo>
                  <a:lnTo>
                    <a:pt x="569" y="454"/>
                  </a:lnTo>
                  <a:lnTo>
                    <a:pt x="575" y="455"/>
                  </a:lnTo>
                  <a:lnTo>
                    <a:pt x="580" y="459"/>
                  </a:lnTo>
                  <a:lnTo>
                    <a:pt x="584" y="462"/>
                  </a:lnTo>
                  <a:lnTo>
                    <a:pt x="590" y="463"/>
                  </a:lnTo>
                  <a:lnTo>
                    <a:pt x="600" y="461"/>
                  </a:lnTo>
                  <a:lnTo>
                    <a:pt x="611" y="458"/>
                  </a:lnTo>
                  <a:lnTo>
                    <a:pt x="621" y="460"/>
                  </a:lnTo>
                  <a:lnTo>
                    <a:pt x="624" y="466"/>
                  </a:lnTo>
                  <a:lnTo>
                    <a:pt x="621" y="474"/>
                  </a:lnTo>
                  <a:lnTo>
                    <a:pt x="618" y="482"/>
                  </a:lnTo>
                  <a:lnTo>
                    <a:pt x="618" y="488"/>
                  </a:lnTo>
                  <a:lnTo>
                    <a:pt x="621" y="492"/>
                  </a:lnTo>
                  <a:lnTo>
                    <a:pt x="625" y="497"/>
                  </a:lnTo>
                  <a:lnTo>
                    <a:pt x="627" y="501"/>
                  </a:lnTo>
                  <a:lnTo>
                    <a:pt x="629" y="506"/>
                  </a:lnTo>
                  <a:close/>
                </a:path>
              </a:pathLst>
            </a:custGeom>
            <a:solidFill>
              <a:srgbClr val="59A3CD">
                <a:alpha val="12900"/>
              </a:srgbClr>
            </a:solidFill>
            <a:ln>
              <a:noFill/>
            </a:ln>
          </p:spPr>
          <p:txBody>
            <a:bodyPr anchor="ctr"/>
            <a:lstStyle/>
            <a:p>
              <a:pPr algn="ctr">
                <a:buNone/>
              </a:pPr>
            </a:p>
          </p:txBody>
        </p:sp>
        <p:sp>
          <p:nvSpPr>
            <p:cNvPr id="7582" name="addition:spatial:71">
              <a:extLst>
                <a:ext uri="{FF2B5EF4-FFF2-40B4-BE49-F238E27FC236}">
                  <ns2:creationId id="{953EDF0E-B14F-477F-B120-97BA10C93EA2}"/>
                </a:ext>
              </a:extLst>
            </p:cNvPr>
            <p:cNvSpPr>
              <a:spLocks noGrp="1"/>
            </p:cNvSpPr>
            <p:nvPr/>
          </p:nvSpPr>
          <p:spPr>
            <a:xfrm>
              <a:off x="5648325" y="1666875"/>
              <a:ext cx="828675" cy="972693"/>
            </a:xfrm>
            <a:custGeom>
              <a:rect l="l" t="t" r="r" b="b"/>
              <a:pathLst>
                <a:path w="625" h="575">
                  <a:moveTo>
                    <a:pt x="0" y="0"/>
                  </a:moveTo>
                  <a:moveTo>
                    <a:pt x="622" y="516"/>
                  </a:moveTo>
                  <a:lnTo>
                    <a:pt x="622" y="521"/>
                  </a:lnTo>
                  <a:lnTo>
                    <a:pt x="622" y="525"/>
                  </a:lnTo>
                  <a:lnTo>
                    <a:pt x="624" y="530"/>
                  </a:lnTo>
                  <a:lnTo>
                    <a:pt x="625" y="535"/>
                  </a:lnTo>
                  <a:lnTo>
                    <a:pt x="622" y="540"/>
                  </a:lnTo>
                  <a:lnTo>
                    <a:pt x="617" y="543"/>
                  </a:lnTo>
                  <a:lnTo>
                    <a:pt x="613" y="546"/>
                  </a:lnTo>
                  <a:lnTo>
                    <a:pt x="610" y="550"/>
                  </a:lnTo>
                  <a:lnTo>
                    <a:pt x="607" y="555"/>
                  </a:lnTo>
                  <a:lnTo>
                    <a:pt x="601" y="557"/>
                  </a:lnTo>
                  <a:lnTo>
                    <a:pt x="593" y="556"/>
                  </a:lnTo>
                  <a:lnTo>
                    <a:pt x="584" y="555"/>
                  </a:lnTo>
                  <a:lnTo>
                    <a:pt x="577" y="555"/>
                  </a:lnTo>
                  <a:lnTo>
                    <a:pt x="573" y="559"/>
                  </a:lnTo>
                  <a:lnTo>
                    <a:pt x="569" y="567"/>
                  </a:lnTo>
                  <a:lnTo>
                    <a:pt x="563" y="573"/>
                  </a:lnTo>
                  <a:lnTo>
                    <a:pt x="555" y="575"/>
                  </a:lnTo>
                  <a:lnTo>
                    <a:pt x="546" y="574"/>
                  </a:lnTo>
                  <a:lnTo>
                    <a:pt x="538" y="571"/>
                  </a:lnTo>
                  <a:lnTo>
                    <a:pt x="530" y="568"/>
                  </a:lnTo>
                  <a:lnTo>
                    <a:pt x="523" y="566"/>
                  </a:lnTo>
                  <a:lnTo>
                    <a:pt x="517" y="562"/>
                  </a:lnTo>
                  <a:lnTo>
                    <a:pt x="512" y="558"/>
                  </a:lnTo>
                  <a:lnTo>
                    <a:pt x="508" y="554"/>
                  </a:lnTo>
                  <a:lnTo>
                    <a:pt x="501" y="552"/>
                  </a:lnTo>
                  <a:lnTo>
                    <a:pt x="493" y="552"/>
                  </a:lnTo>
                  <a:lnTo>
                    <a:pt x="485" y="551"/>
                  </a:lnTo>
                  <a:lnTo>
                    <a:pt x="480" y="547"/>
                  </a:lnTo>
                  <a:lnTo>
                    <a:pt x="479" y="542"/>
                  </a:lnTo>
                  <a:lnTo>
                    <a:pt x="479" y="537"/>
                  </a:lnTo>
                  <a:lnTo>
                    <a:pt x="476" y="533"/>
                  </a:lnTo>
                  <a:lnTo>
                    <a:pt x="468" y="530"/>
                  </a:lnTo>
                  <a:lnTo>
                    <a:pt x="461" y="526"/>
                  </a:lnTo>
                  <a:lnTo>
                    <a:pt x="459" y="521"/>
                  </a:lnTo>
                  <a:lnTo>
                    <a:pt x="465" y="516"/>
                  </a:lnTo>
                  <a:lnTo>
                    <a:pt x="473" y="511"/>
                  </a:lnTo>
                  <a:lnTo>
                    <a:pt x="480" y="507"/>
                  </a:lnTo>
                  <a:lnTo>
                    <a:pt x="484" y="504"/>
                  </a:lnTo>
                  <a:lnTo>
                    <a:pt x="488" y="500"/>
                  </a:lnTo>
                  <a:lnTo>
                    <a:pt x="491" y="496"/>
                  </a:lnTo>
                  <a:lnTo>
                    <a:pt x="495" y="493"/>
                  </a:lnTo>
                  <a:lnTo>
                    <a:pt x="496" y="488"/>
                  </a:lnTo>
                  <a:lnTo>
                    <a:pt x="496" y="481"/>
                  </a:lnTo>
                  <a:lnTo>
                    <a:pt x="496" y="474"/>
                  </a:lnTo>
                  <a:lnTo>
                    <a:pt x="500" y="469"/>
                  </a:lnTo>
                  <a:lnTo>
                    <a:pt x="508" y="468"/>
                  </a:lnTo>
                  <a:lnTo>
                    <a:pt x="518" y="470"/>
                  </a:lnTo>
                  <a:lnTo>
                    <a:pt x="526" y="471"/>
                  </a:lnTo>
                  <a:lnTo>
                    <a:pt x="531" y="470"/>
                  </a:lnTo>
                  <a:lnTo>
                    <a:pt x="536" y="466"/>
                  </a:lnTo>
                  <a:lnTo>
                    <a:pt x="541" y="463"/>
                  </a:lnTo>
                  <a:lnTo>
                    <a:pt x="547" y="464"/>
                  </a:lnTo>
                  <a:lnTo>
                    <a:pt x="553" y="467"/>
                  </a:lnTo>
                  <a:lnTo>
                    <a:pt x="558" y="470"/>
                  </a:lnTo>
                  <a:lnTo>
                    <a:pt x="563" y="471"/>
                  </a:lnTo>
                  <a:lnTo>
                    <a:pt x="568" y="470"/>
                  </a:lnTo>
                  <a:lnTo>
                    <a:pt x="574" y="469"/>
                  </a:lnTo>
                  <a:lnTo>
                    <a:pt x="580" y="470"/>
                  </a:lnTo>
                  <a:lnTo>
                    <a:pt x="586" y="472"/>
                  </a:lnTo>
                  <a:lnTo>
                    <a:pt x="593" y="473"/>
                  </a:lnTo>
                  <a:lnTo>
                    <a:pt x="601" y="474"/>
                  </a:lnTo>
                  <a:lnTo>
                    <a:pt x="607" y="477"/>
                  </a:lnTo>
                  <a:lnTo>
                    <a:pt x="608" y="483"/>
                  </a:lnTo>
                  <a:lnTo>
                    <a:pt x="605" y="490"/>
                  </a:lnTo>
                  <a:lnTo>
                    <a:pt x="600" y="497"/>
                  </a:lnTo>
                  <a:lnTo>
                    <a:pt x="600" y="501"/>
                  </a:lnTo>
                  <a:lnTo>
                    <a:pt x="606" y="504"/>
                  </a:lnTo>
                  <a:lnTo>
                    <a:pt x="614" y="507"/>
                  </a:lnTo>
                  <a:lnTo>
                    <a:pt x="620" y="511"/>
                  </a:lnTo>
                  <a:close/>
                </a:path>
              </a:pathLst>
            </a:custGeom>
            <a:solidFill>
              <a:srgbClr val="0675B4">
                <a:alpha val="10500"/>
              </a:srgbClr>
            </a:solidFill>
            <a:ln>
              <a:noFill/>
            </a:ln>
          </p:spPr>
          <p:txBody>
            <a:bodyPr anchor="ctr"/>
            <a:lstStyle/>
            <a:p>
              <a:pPr algn="ctr">
                <a:buNone/>
              </a:pPr>
            </a:p>
          </p:txBody>
        </p:sp>
        <p:sp>
          <p:nvSpPr>
            <p:cNvPr id="7583" name="addition:spatial:72">
              <a:extLst>
                <a:ext uri="{FF2B5EF4-FFF2-40B4-BE49-F238E27FC236}">
                  <ns2:creationId id="{3D6F8ECB-C6F9-4C28-9562-CF9E94C42F51}"/>
                </a:ext>
              </a:extLst>
            </p:cNvPr>
            <p:cNvSpPr>
              <a:spLocks noGrp="1"/>
            </p:cNvSpPr>
            <p:nvPr/>
          </p:nvSpPr>
          <p:spPr>
            <a:xfrm>
              <a:off x="5648325" y="1666875"/>
              <a:ext cx="731886" cy="884728"/>
            </a:xfrm>
            <a:custGeom>
              <a:rect l="l" t="t" r="r" b="b"/>
              <a:pathLst>
                <a:path w="552" h="523">
                  <a:moveTo>
                    <a:pt x="0" y="0"/>
                  </a:moveTo>
                  <a:moveTo>
                    <a:pt x="552" y="498"/>
                  </a:moveTo>
                  <a:lnTo>
                    <a:pt x="552" y="501"/>
                  </a:lnTo>
                  <a:lnTo>
                    <a:pt x="550" y="502"/>
                  </a:lnTo>
                  <a:lnTo>
                    <a:pt x="549" y="504"/>
                  </a:lnTo>
                  <a:lnTo>
                    <a:pt x="549" y="506"/>
                  </a:lnTo>
                  <a:lnTo>
                    <a:pt x="550" y="508"/>
                  </a:lnTo>
                  <a:lnTo>
                    <a:pt x="551" y="511"/>
                  </a:lnTo>
                  <a:lnTo>
                    <a:pt x="549" y="513"/>
                  </a:lnTo>
                  <a:lnTo>
                    <a:pt x="545" y="513"/>
                  </a:lnTo>
                  <a:lnTo>
                    <a:pt x="541" y="513"/>
                  </a:lnTo>
                  <a:lnTo>
                    <a:pt x="538" y="513"/>
                  </a:lnTo>
                  <a:lnTo>
                    <a:pt x="536" y="514"/>
                  </a:lnTo>
                  <a:lnTo>
                    <a:pt x="534" y="516"/>
                  </a:lnTo>
                  <a:lnTo>
                    <a:pt x="532" y="517"/>
                  </a:lnTo>
                  <a:lnTo>
                    <a:pt x="530" y="518"/>
                  </a:lnTo>
                  <a:lnTo>
                    <a:pt x="527" y="520"/>
                  </a:lnTo>
                  <a:lnTo>
                    <a:pt x="524" y="522"/>
                  </a:lnTo>
                  <a:lnTo>
                    <a:pt x="521" y="523"/>
                  </a:lnTo>
                  <a:lnTo>
                    <a:pt x="517" y="523"/>
                  </a:lnTo>
                  <a:lnTo>
                    <a:pt x="514" y="521"/>
                  </a:lnTo>
                  <a:lnTo>
                    <a:pt x="511" y="519"/>
                  </a:lnTo>
                  <a:lnTo>
                    <a:pt x="509" y="517"/>
                  </a:lnTo>
                  <a:lnTo>
                    <a:pt x="506" y="516"/>
                  </a:lnTo>
                  <a:lnTo>
                    <a:pt x="503" y="517"/>
                  </a:lnTo>
                  <a:lnTo>
                    <a:pt x="499" y="517"/>
                  </a:lnTo>
                  <a:lnTo>
                    <a:pt x="497" y="515"/>
                  </a:lnTo>
                  <a:lnTo>
                    <a:pt x="496" y="513"/>
                  </a:lnTo>
                  <a:lnTo>
                    <a:pt x="495" y="511"/>
                  </a:lnTo>
                  <a:lnTo>
                    <a:pt x="493" y="510"/>
                  </a:lnTo>
                  <a:lnTo>
                    <a:pt x="490" y="509"/>
                  </a:lnTo>
                  <a:lnTo>
                    <a:pt x="487" y="508"/>
                  </a:lnTo>
                  <a:lnTo>
                    <a:pt x="486" y="507"/>
                  </a:lnTo>
                  <a:lnTo>
                    <a:pt x="485" y="505"/>
                  </a:lnTo>
                  <a:lnTo>
                    <a:pt x="484" y="503"/>
                  </a:lnTo>
                  <a:lnTo>
                    <a:pt x="484" y="501"/>
                  </a:lnTo>
                  <a:lnTo>
                    <a:pt x="484" y="498"/>
                  </a:lnTo>
                  <a:lnTo>
                    <a:pt x="487" y="496"/>
                  </a:lnTo>
                  <a:lnTo>
                    <a:pt x="492" y="495"/>
                  </a:lnTo>
                  <a:lnTo>
                    <a:pt x="495" y="494"/>
                  </a:lnTo>
                  <a:lnTo>
                    <a:pt x="496" y="492"/>
                  </a:lnTo>
                  <a:lnTo>
                    <a:pt x="495" y="490"/>
                  </a:lnTo>
                  <a:lnTo>
                    <a:pt x="493" y="487"/>
                  </a:lnTo>
                  <a:lnTo>
                    <a:pt x="494" y="485"/>
                  </a:lnTo>
                  <a:lnTo>
                    <a:pt x="496" y="483"/>
                  </a:lnTo>
                  <a:lnTo>
                    <a:pt x="499" y="482"/>
                  </a:lnTo>
                  <a:lnTo>
                    <a:pt x="501" y="481"/>
                  </a:lnTo>
                  <a:lnTo>
                    <a:pt x="503" y="480"/>
                  </a:lnTo>
                  <a:lnTo>
                    <a:pt x="505" y="478"/>
                  </a:lnTo>
                  <a:lnTo>
                    <a:pt x="508" y="478"/>
                  </a:lnTo>
                  <a:lnTo>
                    <a:pt x="511" y="478"/>
                  </a:lnTo>
                  <a:lnTo>
                    <a:pt x="513" y="478"/>
                  </a:lnTo>
                  <a:lnTo>
                    <a:pt x="516" y="478"/>
                  </a:lnTo>
                  <a:lnTo>
                    <a:pt x="518" y="477"/>
                  </a:lnTo>
                  <a:lnTo>
                    <a:pt x="520" y="477"/>
                  </a:lnTo>
                  <a:lnTo>
                    <a:pt x="522" y="479"/>
                  </a:lnTo>
                  <a:lnTo>
                    <a:pt x="524" y="480"/>
                  </a:lnTo>
                  <a:lnTo>
                    <a:pt x="526" y="481"/>
                  </a:lnTo>
                  <a:lnTo>
                    <a:pt x="529" y="479"/>
                  </a:lnTo>
                  <a:lnTo>
                    <a:pt x="533" y="478"/>
                  </a:lnTo>
                  <a:lnTo>
                    <a:pt x="537" y="477"/>
                  </a:lnTo>
                  <a:lnTo>
                    <a:pt x="539" y="479"/>
                  </a:lnTo>
                  <a:lnTo>
                    <a:pt x="540" y="481"/>
                  </a:lnTo>
                  <a:lnTo>
                    <a:pt x="540" y="484"/>
                  </a:lnTo>
                  <a:lnTo>
                    <a:pt x="540" y="486"/>
                  </a:lnTo>
                  <a:lnTo>
                    <a:pt x="542" y="488"/>
                  </a:lnTo>
                  <a:lnTo>
                    <a:pt x="543" y="490"/>
                  </a:lnTo>
                  <a:lnTo>
                    <a:pt x="543" y="492"/>
                  </a:lnTo>
                  <a:lnTo>
                    <a:pt x="544" y="493"/>
                  </a:lnTo>
                  <a:lnTo>
                    <a:pt x="546" y="495"/>
                  </a:lnTo>
                  <a:lnTo>
                    <a:pt x="549" y="497"/>
                  </a:lnTo>
                  <a:close/>
                </a:path>
              </a:pathLst>
            </a:custGeom>
            <a:solidFill>
              <a:srgbClr val="59A3CD">
                <a:alpha val="9600"/>
              </a:srgbClr>
            </a:solidFill>
            <a:ln>
              <a:noFill/>
            </a:ln>
          </p:spPr>
          <p:txBody>
            <a:bodyPr anchor="ctr"/>
            <a:lstStyle/>
            <a:p>
              <a:pPr algn="ctr">
                <a:buNone/>
              </a:pPr>
            </a:p>
          </p:txBody>
        </p:sp>
        <p:sp>
          <p:nvSpPr>
            <p:cNvPr id="7584" name="addition:spatial:73">
              <a:extLst>
                <a:ext uri="{FF2B5EF4-FFF2-40B4-BE49-F238E27FC236}">
                  <ns2:creationId id="{26529071-E318-45BF-B4A6-C403F5281DB3}"/>
                </a:ext>
              </a:extLst>
            </p:cNvPr>
            <p:cNvSpPr>
              <a:spLocks noGrp="1"/>
            </p:cNvSpPr>
            <p:nvPr/>
          </p:nvSpPr>
          <p:spPr>
            <a:xfrm>
              <a:off x="5648325" y="1666875"/>
              <a:ext cx="765033" cy="855970"/>
            </a:xfrm>
            <a:custGeom>
              <a:rect l="l" t="t" r="r" b="b"/>
              <a:pathLst>
                <a:path w="577" h="506">
                  <a:moveTo>
                    <a:pt x="0" y="0"/>
                  </a:moveTo>
                  <a:moveTo>
                    <a:pt x="575" y="481"/>
                  </a:moveTo>
                  <a:lnTo>
                    <a:pt x="577" y="483"/>
                  </a:lnTo>
                  <a:lnTo>
                    <a:pt x="576" y="485"/>
                  </a:lnTo>
                  <a:lnTo>
                    <a:pt x="575" y="487"/>
                  </a:lnTo>
                  <a:lnTo>
                    <a:pt x="574" y="489"/>
                  </a:lnTo>
                  <a:lnTo>
                    <a:pt x="573" y="491"/>
                  </a:lnTo>
                  <a:lnTo>
                    <a:pt x="572" y="492"/>
                  </a:lnTo>
                  <a:lnTo>
                    <a:pt x="569" y="493"/>
                  </a:lnTo>
                  <a:lnTo>
                    <a:pt x="567" y="494"/>
                  </a:lnTo>
                  <a:lnTo>
                    <a:pt x="565" y="495"/>
                  </a:lnTo>
                  <a:lnTo>
                    <a:pt x="564" y="497"/>
                  </a:lnTo>
                  <a:lnTo>
                    <a:pt x="562" y="499"/>
                  </a:lnTo>
                  <a:lnTo>
                    <a:pt x="560" y="499"/>
                  </a:lnTo>
                  <a:lnTo>
                    <a:pt x="556" y="499"/>
                  </a:lnTo>
                  <a:lnTo>
                    <a:pt x="553" y="499"/>
                  </a:lnTo>
                  <a:lnTo>
                    <a:pt x="551" y="500"/>
                  </a:lnTo>
                  <a:lnTo>
                    <a:pt x="549" y="503"/>
                  </a:lnTo>
                  <a:lnTo>
                    <a:pt x="546" y="505"/>
                  </a:lnTo>
                  <a:lnTo>
                    <a:pt x="542" y="506"/>
                  </a:lnTo>
                  <a:lnTo>
                    <a:pt x="539" y="505"/>
                  </a:lnTo>
                  <a:lnTo>
                    <a:pt x="536" y="502"/>
                  </a:lnTo>
                  <a:lnTo>
                    <a:pt x="534" y="501"/>
                  </a:lnTo>
                  <a:lnTo>
                    <a:pt x="531" y="499"/>
                  </a:lnTo>
                  <a:lnTo>
                    <a:pt x="529" y="498"/>
                  </a:lnTo>
                  <a:lnTo>
                    <a:pt x="527" y="497"/>
                  </a:lnTo>
                  <a:lnTo>
                    <a:pt x="526" y="495"/>
                  </a:lnTo>
                  <a:lnTo>
                    <a:pt x="523" y="495"/>
                  </a:lnTo>
                  <a:lnTo>
                    <a:pt x="520" y="495"/>
                  </a:lnTo>
                  <a:lnTo>
                    <a:pt x="516" y="494"/>
                  </a:lnTo>
                  <a:lnTo>
                    <a:pt x="513" y="493"/>
                  </a:lnTo>
                  <a:lnTo>
                    <a:pt x="513" y="491"/>
                  </a:lnTo>
                  <a:lnTo>
                    <a:pt x="514" y="489"/>
                  </a:lnTo>
                  <a:lnTo>
                    <a:pt x="515" y="487"/>
                  </a:lnTo>
                  <a:lnTo>
                    <a:pt x="514" y="485"/>
                  </a:lnTo>
                  <a:lnTo>
                    <a:pt x="512" y="483"/>
                  </a:lnTo>
                  <a:lnTo>
                    <a:pt x="512" y="481"/>
                  </a:lnTo>
                  <a:lnTo>
                    <a:pt x="513" y="479"/>
                  </a:lnTo>
                  <a:lnTo>
                    <a:pt x="517" y="478"/>
                  </a:lnTo>
                  <a:lnTo>
                    <a:pt x="520" y="476"/>
                  </a:lnTo>
                  <a:lnTo>
                    <a:pt x="521" y="475"/>
                  </a:lnTo>
                  <a:lnTo>
                    <a:pt x="521" y="473"/>
                  </a:lnTo>
                  <a:lnTo>
                    <a:pt x="522" y="471"/>
                  </a:lnTo>
                  <a:lnTo>
                    <a:pt x="523" y="469"/>
                  </a:lnTo>
                  <a:lnTo>
                    <a:pt x="524" y="467"/>
                  </a:lnTo>
                  <a:lnTo>
                    <a:pt x="525" y="465"/>
                  </a:lnTo>
                  <a:lnTo>
                    <a:pt x="525" y="462"/>
                  </a:lnTo>
                  <a:lnTo>
                    <a:pt x="527" y="460"/>
                  </a:lnTo>
                  <a:lnTo>
                    <a:pt x="530" y="460"/>
                  </a:lnTo>
                  <a:lnTo>
                    <a:pt x="534" y="461"/>
                  </a:lnTo>
                  <a:lnTo>
                    <a:pt x="537" y="463"/>
                  </a:lnTo>
                  <a:lnTo>
                    <a:pt x="539" y="464"/>
                  </a:lnTo>
                  <a:lnTo>
                    <a:pt x="541" y="463"/>
                  </a:lnTo>
                  <a:lnTo>
                    <a:pt x="543" y="461"/>
                  </a:lnTo>
                  <a:lnTo>
                    <a:pt x="545" y="460"/>
                  </a:lnTo>
                  <a:lnTo>
                    <a:pt x="547" y="461"/>
                  </a:lnTo>
                  <a:lnTo>
                    <a:pt x="549" y="462"/>
                  </a:lnTo>
                  <a:lnTo>
                    <a:pt x="551" y="462"/>
                  </a:lnTo>
                  <a:lnTo>
                    <a:pt x="554" y="462"/>
                  </a:lnTo>
                  <a:lnTo>
                    <a:pt x="557" y="462"/>
                  </a:lnTo>
                  <a:lnTo>
                    <a:pt x="559" y="463"/>
                  </a:lnTo>
                  <a:lnTo>
                    <a:pt x="561" y="464"/>
                  </a:lnTo>
                  <a:lnTo>
                    <a:pt x="563" y="465"/>
                  </a:lnTo>
                  <a:lnTo>
                    <a:pt x="565" y="466"/>
                  </a:lnTo>
                  <a:lnTo>
                    <a:pt x="567" y="468"/>
                  </a:lnTo>
                  <a:lnTo>
                    <a:pt x="568" y="470"/>
                  </a:lnTo>
                  <a:lnTo>
                    <a:pt x="567" y="472"/>
                  </a:lnTo>
                  <a:lnTo>
                    <a:pt x="565" y="475"/>
                  </a:lnTo>
                  <a:lnTo>
                    <a:pt x="565" y="477"/>
                  </a:lnTo>
                  <a:lnTo>
                    <a:pt x="567" y="478"/>
                  </a:lnTo>
                  <a:lnTo>
                    <a:pt x="572" y="479"/>
                  </a:lnTo>
                  <a:close/>
                </a:path>
              </a:pathLst>
            </a:custGeom>
            <a:solidFill>
              <a:srgbClr val="59A3CD">
                <a:alpha val="9600"/>
              </a:srgbClr>
            </a:solidFill>
            <a:ln>
              <a:noFill/>
            </a:ln>
          </p:spPr>
          <p:txBody>
            <a:bodyPr anchor="ctr"/>
            <a:lstStyle/>
            <a:p>
              <a:pPr algn="ctr">
                <a:buNone/>
              </a:pPr>
            </a:p>
          </p:txBody>
        </p:sp>
        <p:sp>
          <p:nvSpPr>
            <p:cNvPr id="7585" name="addition:spatial:74">
              <a:extLst>
                <a:ext uri="{FF2B5EF4-FFF2-40B4-BE49-F238E27FC236}">
                  <ns2:creationId id="{2535E9CB-0182-4495-B06F-2429E0EECB3F}"/>
                </a:ext>
              </a:extLst>
            </p:cNvPr>
            <p:cNvSpPr>
              <a:spLocks noGrp="1"/>
            </p:cNvSpPr>
            <p:nvPr/>
          </p:nvSpPr>
          <p:spPr>
            <a:xfrm>
              <a:off x="5648325" y="1666875"/>
              <a:ext cx="807461" cy="862736"/>
            </a:xfrm>
            <a:custGeom>
              <a:rect l="l" t="t" r="r" b="b"/>
              <a:pathLst>
                <a:path w="609" h="510">
                  <a:moveTo>
                    <a:pt x="0" y="0"/>
                  </a:moveTo>
                  <a:moveTo>
                    <a:pt x="609" y="486"/>
                  </a:moveTo>
                  <a:lnTo>
                    <a:pt x="609" y="488"/>
                  </a:lnTo>
                  <a:lnTo>
                    <a:pt x="608" y="490"/>
                  </a:lnTo>
                  <a:lnTo>
                    <a:pt x="608" y="492"/>
                  </a:lnTo>
                  <a:lnTo>
                    <a:pt x="607" y="494"/>
                  </a:lnTo>
                  <a:lnTo>
                    <a:pt x="604" y="496"/>
                  </a:lnTo>
                  <a:lnTo>
                    <a:pt x="600" y="497"/>
                  </a:lnTo>
                  <a:lnTo>
                    <a:pt x="596" y="497"/>
                  </a:lnTo>
                  <a:lnTo>
                    <a:pt x="593" y="498"/>
                  </a:lnTo>
                  <a:lnTo>
                    <a:pt x="593" y="500"/>
                  </a:lnTo>
                  <a:lnTo>
                    <a:pt x="593" y="504"/>
                  </a:lnTo>
                  <a:lnTo>
                    <a:pt x="592" y="507"/>
                  </a:lnTo>
                  <a:lnTo>
                    <a:pt x="589" y="508"/>
                  </a:lnTo>
                  <a:lnTo>
                    <a:pt x="586" y="508"/>
                  </a:lnTo>
                  <a:lnTo>
                    <a:pt x="582" y="508"/>
                  </a:lnTo>
                  <a:lnTo>
                    <a:pt x="579" y="509"/>
                  </a:lnTo>
                  <a:lnTo>
                    <a:pt x="576" y="509"/>
                  </a:lnTo>
                  <a:lnTo>
                    <a:pt x="573" y="510"/>
                  </a:lnTo>
                  <a:lnTo>
                    <a:pt x="570" y="509"/>
                  </a:lnTo>
                  <a:lnTo>
                    <a:pt x="568" y="508"/>
                  </a:lnTo>
                  <a:lnTo>
                    <a:pt x="565" y="507"/>
                  </a:lnTo>
                  <a:lnTo>
                    <a:pt x="563" y="507"/>
                  </a:lnTo>
                  <a:lnTo>
                    <a:pt x="560" y="506"/>
                  </a:lnTo>
                  <a:lnTo>
                    <a:pt x="559" y="505"/>
                  </a:lnTo>
                  <a:lnTo>
                    <a:pt x="557" y="503"/>
                  </a:lnTo>
                  <a:lnTo>
                    <a:pt x="556" y="502"/>
                  </a:lnTo>
                  <a:lnTo>
                    <a:pt x="553" y="501"/>
                  </a:lnTo>
                  <a:lnTo>
                    <a:pt x="549" y="502"/>
                  </a:lnTo>
                  <a:lnTo>
                    <a:pt x="545" y="502"/>
                  </a:lnTo>
                  <a:lnTo>
                    <a:pt x="543" y="500"/>
                  </a:lnTo>
                  <a:lnTo>
                    <a:pt x="544" y="497"/>
                  </a:lnTo>
                  <a:lnTo>
                    <a:pt x="547" y="494"/>
                  </a:lnTo>
                  <a:lnTo>
                    <a:pt x="548" y="492"/>
                  </a:lnTo>
                  <a:lnTo>
                    <a:pt x="549" y="490"/>
                  </a:lnTo>
                  <a:lnTo>
                    <a:pt x="548" y="488"/>
                  </a:lnTo>
                  <a:lnTo>
                    <a:pt x="549" y="486"/>
                  </a:lnTo>
                  <a:lnTo>
                    <a:pt x="549" y="484"/>
                  </a:lnTo>
                  <a:lnTo>
                    <a:pt x="549" y="482"/>
                  </a:lnTo>
                  <a:lnTo>
                    <a:pt x="548" y="480"/>
                  </a:lnTo>
                  <a:lnTo>
                    <a:pt x="546" y="477"/>
                  </a:lnTo>
                  <a:lnTo>
                    <a:pt x="546" y="475"/>
                  </a:lnTo>
                  <a:lnTo>
                    <a:pt x="548" y="474"/>
                  </a:lnTo>
                  <a:lnTo>
                    <a:pt x="551" y="473"/>
                  </a:lnTo>
                  <a:lnTo>
                    <a:pt x="553" y="471"/>
                  </a:lnTo>
                  <a:lnTo>
                    <a:pt x="553" y="469"/>
                  </a:lnTo>
                  <a:lnTo>
                    <a:pt x="553" y="466"/>
                  </a:lnTo>
                  <a:lnTo>
                    <a:pt x="555" y="465"/>
                  </a:lnTo>
                  <a:lnTo>
                    <a:pt x="558" y="465"/>
                  </a:lnTo>
                  <a:lnTo>
                    <a:pt x="562" y="466"/>
                  </a:lnTo>
                  <a:lnTo>
                    <a:pt x="565" y="467"/>
                  </a:lnTo>
                  <a:lnTo>
                    <a:pt x="567" y="467"/>
                  </a:lnTo>
                  <a:lnTo>
                    <a:pt x="568" y="466"/>
                  </a:lnTo>
                  <a:lnTo>
                    <a:pt x="570" y="464"/>
                  </a:lnTo>
                  <a:lnTo>
                    <a:pt x="573" y="463"/>
                  </a:lnTo>
                  <a:lnTo>
                    <a:pt x="576" y="463"/>
                  </a:lnTo>
                  <a:lnTo>
                    <a:pt x="579" y="462"/>
                  </a:lnTo>
                  <a:lnTo>
                    <a:pt x="582" y="461"/>
                  </a:lnTo>
                  <a:lnTo>
                    <a:pt x="586" y="462"/>
                  </a:lnTo>
                  <a:lnTo>
                    <a:pt x="588" y="464"/>
                  </a:lnTo>
                  <a:lnTo>
                    <a:pt x="589" y="467"/>
                  </a:lnTo>
                  <a:lnTo>
                    <a:pt x="590" y="470"/>
                  </a:lnTo>
                  <a:lnTo>
                    <a:pt x="592" y="471"/>
                  </a:lnTo>
                  <a:lnTo>
                    <a:pt x="595" y="472"/>
                  </a:lnTo>
                  <a:lnTo>
                    <a:pt x="599" y="473"/>
                  </a:lnTo>
                  <a:lnTo>
                    <a:pt x="601" y="474"/>
                  </a:lnTo>
                  <a:lnTo>
                    <a:pt x="601" y="476"/>
                  </a:lnTo>
                  <a:lnTo>
                    <a:pt x="601" y="479"/>
                  </a:lnTo>
                  <a:lnTo>
                    <a:pt x="603" y="480"/>
                  </a:lnTo>
                  <a:lnTo>
                    <a:pt x="605" y="482"/>
                  </a:lnTo>
                  <a:lnTo>
                    <a:pt x="608" y="484"/>
                  </a:lnTo>
                  <a:close/>
                </a:path>
              </a:pathLst>
            </a:custGeom>
            <a:solidFill>
              <a:srgbClr val="59A3CD">
                <a:alpha val="9600"/>
              </a:srgbClr>
            </a:solidFill>
            <a:ln>
              <a:noFill/>
            </a:ln>
          </p:spPr>
          <p:txBody>
            <a:bodyPr anchor="ctr"/>
            <a:lstStyle/>
            <a:p>
              <a:pPr algn="ctr">
                <a:buNone/>
              </a:pPr>
            </a:p>
          </p:txBody>
        </p:sp>
        <p:sp>
          <p:nvSpPr>
            <p:cNvPr id="7586" name="addition:spatial:75">
              <a:extLst>
                <a:ext uri="{FF2B5EF4-FFF2-40B4-BE49-F238E27FC236}">
                  <ns2:creationId id="{B46CAA47-33B0-4F09-A0C7-5BC0BE9AA581}"/>
                </a:ext>
              </a:extLst>
            </p:cNvPr>
            <p:cNvSpPr>
              <a:spLocks noGrp="1"/>
            </p:cNvSpPr>
            <p:nvPr/>
          </p:nvSpPr>
          <p:spPr>
            <a:xfrm>
              <a:off x="5648325" y="1666875"/>
              <a:ext cx="840608" cy="896569"/>
            </a:xfrm>
            <a:custGeom>
              <a:rect l="l" t="t" r="r" b="b"/>
              <a:pathLst>
                <a:path w="634" h="530">
                  <a:moveTo>
                    <a:pt x="0" y="0"/>
                  </a:moveTo>
                  <a:moveTo>
                    <a:pt x="626" y="505"/>
                  </a:moveTo>
                  <a:lnTo>
                    <a:pt x="625" y="507"/>
                  </a:lnTo>
                  <a:lnTo>
                    <a:pt x="624" y="509"/>
                  </a:lnTo>
                  <a:lnTo>
                    <a:pt x="623" y="511"/>
                  </a:lnTo>
                  <a:lnTo>
                    <a:pt x="623" y="513"/>
                  </a:lnTo>
                  <a:lnTo>
                    <a:pt x="623" y="515"/>
                  </a:lnTo>
                  <a:lnTo>
                    <a:pt x="624" y="518"/>
                  </a:lnTo>
                  <a:lnTo>
                    <a:pt x="625" y="521"/>
                  </a:lnTo>
                  <a:lnTo>
                    <a:pt x="623" y="523"/>
                  </a:lnTo>
                  <a:lnTo>
                    <a:pt x="620" y="524"/>
                  </a:lnTo>
                  <a:lnTo>
                    <a:pt x="616" y="524"/>
                  </a:lnTo>
                  <a:lnTo>
                    <a:pt x="613" y="525"/>
                  </a:lnTo>
                  <a:lnTo>
                    <a:pt x="611" y="526"/>
                  </a:lnTo>
                  <a:lnTo>
                    <a:pt x="610" y="528"/>
                  </a:lnTo>
                  <a:lnTo>
                    <a:pt x="608" y="530"/>
                  </a:lnTo>
                  <a:lnTo>
                    <a:pt x="605" y="529"/>
                  </a:lnTo>
                  <a:lnTo>
                    <a:pt x="602" y="527"/>
                  </a:lnTo>
                  <a:lnTo>
                    <a:pt x="600" y="526"/>
                  </a:lnTo>
                  <a:lnTo>
                    <a:pt x="598" y="527"/>
                  </a:lnTo>
                  <a:lnTo>
                    <a:pt x="595" y="528"/>
                  </a:lnTo>
                  <a:lnTo>
                    <a:pt x="592" y="529"/>
                  </a:lnTo>
                  <a:lnTo>
                    <a:pt x="589" y="529"/>
                  </a:lnTo>
                  <a:lnTo>
                    <a:pt x="586" y="529"/>
                  </a:lnTo>
                  <a:lnTo>
                    <a:pt x="583" y="529"/>
                  </a:lnTo>
                  <a:lnTo>
                    <a:pt x="579" y="529"/>
                  </a:lnTo>
                  <a:lnTo>
                    <a:pt x="576" y="527"/>
                  </a:lnTo>
                  <a:lnTo>
                    <a:pt x="575" y="524"/>
                  </a:lnTo>
                  <a:lnTo>
                    <a:pt x="576" y="520"/>
                  </a:lnTo>
                  <a:lnTo>
                    <a:pt x="577" y="517"/>
                  </a:lnTo>
                  <a:lnTo>
                    <a:pt x="575" y="516"/>
                  </a:lnTo>
                  <a:lnTo>
                    <a:pt x="571" y="515"/>
                  </a:lnTo>
                  <a:lnTo>
                    <a:pt x="567" y="514"/>
                  </a:lnTo>
                  <a:lnTo>
                    <a:pt x="565" y="512"/>
                  </a:lnTo>
                  <a:lnTo>
                    <a:pt x="564" y="509"/>
                  </a:lnTo>
                  <a:lnTo>
                    <a:pt x="564" y="507"/>
                  </a:lnTo>
                  <a:lnTo>
                    <a:pt x="563" y="505"/>
                  </a:lnTo>
                  <a:lnTo>
                    <a:pt x="562" y="503"/>
                  </a:lnTo>
                  <a:lnTo>
                    <a:pt x="561" y="500"/>
                  </a:lnTo>
                  <a:lnTo>
                    <a:pt x="561" y="498"/>
                  </a:lnTo>
                  <a:lnTo>
                    <a:pt x="563" y="496"/>
                  </a:lnTo>
                  <a:lnTo>
                    <a:pt x="564" y="494"/>
                  </a:lnTo>
                  <a:lnTo>
                    <a:pt x="566" y="492"/>
                  </a:lnTo>
                  <a:lnTo>
                    <a:pt x="567" y="490"/>
                  </a:lnTo>
                  <a:lnTo>
                    <a:pt x="570" y="489"/>
                  </a:lnTo>
                  <a:lnTo>
                    <a:pt x="575" y="489"/>
                  </a:lnTo>
                  <a:lnTo>
                    <a:pt x="579" y="489"/>
                  </a:lnTo>
                  <a:lnTo>
                    <a:pt x="581" y="488"/>
                  </a:lnTo>
                  <a:lnTo>
                    <a:pt x="582" y="485"/>
                  </a:lnTo>
                  <a:lnTo>
                    <a:pt x="583" y="481"/>
                  </a:lnTo>
                  <a:lnTo>
                    <a:pt x="585" y="478"/>
                  </a:lnTo>
                  <a:lnTo>
                    <a:pt x="589" y="478"/>
                  </a:lnTo>
                  <a:lnTo>
                    <a:pt x="593" y="478"/>
                  </a:lnTo>
                  <a:lnTo>
                    <a:pt x="597" y="479"/>
                  </a:lnTo>
                  <a:lnTo>
                    <a:pt x="600" y="480"/>
                  </a:lnTo>
                  <a:lnTo>
                    <a:pt x="604" y="480"/>
                  </a:lnTo>
                  <a:lnTo>
                    <a:pt x="607" y="482"/>
                  </a:lnTo>
                  <a:lnTo>
                    <a:pt x="609" y="483"/>
                  </a:lnTo>
                  <a:lnTo>
                    <a:pt x="612" y="485"/>
                  </a:lnTo>
                  <a:lnTo>
                    <a:pt x="614" y="485"/>
                  </a:lnTo>
                  <a:lnTo>
                    <a:pt x="618" y="485"/>
                  </a:lnTo>
                  <a:lnTo>
                    <a:pt x="621" y="486"/>
                  </a:lnTo>
                  <a:lnTo>
                    <a:pt x="622" y="487"/>
                  </a:lnTo>
                  <a:lnTo>
                    <a:pt x="623" y="490"/>
                  </a:lnTo>
                  <a:lnTo>
                    <a:pt x="624" y="492"/>
                  </a:lnTo>
                  <a:lnTo>
                    <a:pt x="626" y="493"/>
                  </a:lnTo>
                  <a:lnTo>
                    <a:pt x="630" y="493"/>
                  </a:lnTo>
                  <a:lnTo>
                    <a:pt x="634" y="495"/>
                  </a:lnTo>
                  <a:lnTo>
                    <a:pt x="634" y="497"/>
                  </a:lnTo>
                  <a:lnTo>
                    <a:pt x="632" y="500"/>
                  </a:lnTo>
                  <a:lnTo>
                    <a:pt x="628" y="503"/>
                  </a:lnTo>
                  <a:close/>
                </a:path>
              </a:pathLst>
            </a:custGeom>
            <a:solidFill>
              <a:srgbClr val="59A3CD">
                <a:alpha val="9600"/>
              </a:srgbClr>
            </a:solidFill>
            <a:ln>
              <a:noFill/>
            </a:ln>
          </p:spPr>
          <p:txBody>
            <a:bodyPr anchor="ctr"/>
            <a:lstStyle/>
            <a:p>
              <a:pPr algn="ctr">
                <a:buNone/>
              </a:pPr>
            </a:p>
          </p:txBody>
        </p:sp>
        <p:sp>
          <p:nvSpPr>
            <p:cNvPr id="7587" name="addition:spatial:76">
              <a:extLst>
                <a:ext uri="{FF2B5EF4-FFF2-40B4-BE49-F238E27FC236}">
                  <ns2:creationId id="{2B1DD9E5-6E03-4F14-952E-9489438B5F0C}"/>
                </a:ext>
              </a:extLst>
            </p:cNvPr>
            <p:cNvSpPr>
              <a:spLocks noGrp="1"/>
            </p:cNvSpPr>
            <p:nvPr/>
          </p:nvSpPr>
          <p:spPr>
            <a:xfrm>
              <a:off x="5648325" y="1666875"/>
              <a:ext cx="822046" cy="933785"/>
            </a:xfrm>
            <a:custGeom>
              <a:rect l="l" t="t" r="r" b="b"/>
              <a:pathLst>
                <a:path w="620" h="552">
                  <a:moveTo>
                    <a:pt x="0" y="0"/>
                  </a:moveTo>
                  <a:moveTo>
                    <a:pt x="616" y="526"/>
                  </a:moveTo>
                  <a:lnTo>
                    <a:pt x="615" y="528"/>
                  </a:lnTo>
                  <a:lnTo>
                    <a:pt x="612" y="530"/>
                  </a:lnTo>
                  <a:lnTo>
                    <a:pt x="610" y="532"/>
                  </a:lnTo>
                  <a:lnTo>
                    <a:pt x="609" y="534"/>
                  </a:lnTo>
                  <a:lnTo>
                    <a:pt x="608" y="537"/>
                  </a:lnTo>
                  <a:lnTo>
                    <a:pt x="606" y="538"/>
                  </a:lnTo>
                  <a:lnTo>
                    <a:pt x="603" y="540"/>
                  </a:lnTo>
                  <a:lnTo>
                    <a:pt x="601" y="541"/>
                  </a:lnTo>
                  <a:lnTo>
                    <a:pt x="600" y="544"/>
                  </a:lnTo>
                  <a:lnTo>
                    <a:pt x="600" y="547"/>
                  </a:lnTo>
                  <a:lnTo>
                    <a:pt x="599" y="551"/>
                  </a:lnTo>
                  <a:lnTo>
                    <a:pt x="595" y="552"/>
                  </a:lnTo>
                  <a:lnTo>
                    <a:pt x="590" y="551"/>
                  </a:lnTo>
                  <a:lnTo>
                    <a:pt x="586" y="549"/>
                  </a:lnTo>
                  <a:lnTo>
                    <a:pt x="582" y="548"/>
                  </a:lnTo>
                  <a:lnTo>
                    <a:pt x="579" y="548"/>
                  </a:lnTo>
                  <a:lnTo>
                    <a:pt x="577" y="549"/>
                  </a:lnTo>
                  <a:lnTo>
                    <a:pt x="574" y="549"/>
                  </a:lnTo>
                  <a:lnTo>
                    <a:pt x="571" y="550"/>
                  </a:lnTo>
                  <a:lnTo>
                    <a:pt x="568" y="550"/>
                  </a:lnTo>
                  <a:lnTo>
                    <a:pt x="565" y="550"/>
                  </a:lnTo>
                  <a:lnTo>
                    <a:pt x="561" y="551"/>
                  </a:lnTo>
                  <a:lnTo>
                    <a:pt x="557" y="550"/>
                  </a:lnTo>
                  <a:lnTo>
                    <a:pt x="555" y="548"/>
                  </a:lnTo>
                  <a:lnTo>
                    <a:pt x="554" y="546"/>
                  </a:lnTo>
                  <a:lnTo>
                    <a:pt x="552" y="544"/>
                  </a:lnTo>
                  <a:lnTo>
                    <a:pt x="549" y="542"/>
                  </a:lnTo>
                  <a:lnTo>
                    <a:pt x="545" y="542"/>
                  </a:lnTo>
                  <a:lnTo>
                    <a:pt x="542" y="540"/>
                  </a:lnTo>
                  <a:lnTo>
                    <a:pt x="542" y="537"/>
                  </a:lnTo>
                  <a:lnTo>
                    <a:pt x="544" y="534"/>
                  </a:lnTo>
                  <a:lnTo>
                    <a:pt x="545" y="532"/>
                  </a:lnTo>
                  <a:lnTo>
                    <a:pt x="544" y="530"/>
                  </a:lnTo>
                  <a:lnTo>
                    <a:pt x="540" y="528"/>
                  </a:lnTo>
                  <a:lnTo>
                    <a:pt x="536" y="526"/>
                  </a:lnTo>
                  <a:lnTo>
                    <a:pt x="534" y="524"/>
                  </a:lnTo>
                  <a:lnTo>
                    <a:pt x="533" y="521"/>
                  </a:lnTo>
                  <a:lnTo>
                    <a:pt x="532" y="519"/>
                  </a:lnTo>
                  <a:lnTo>
                    <a:pt x="532" y="516"/>
                  </a:lnTo>
                  <a:lnTo>
                    <a:pt x="533" y="514"/>
                  </a:lnTo>
                  <a:lnTo>
                    <a:pt x="537" y="512"/>
                  </a:lnTo>
                  <a:lnTo>
                    <a:pt x="542" y="512"/>
                  </a:lnTo>
                  <a:lnTo>
                    <a:pt x="547" y="512"/>
                  </a:lnTo>
                  <a:lnTo>
                    <a:pt x="549" y="510"/>
                  </a:lnTo>
                  <a:lnTo>
                    <a:pt x="550" y="508"/>
                  </a:lnTo>
                  <a:lnTo>
                    <a:pt x="551" y="505"/>
                  </a:lnTo>
                  <a:lnTo>
                    <a:pt x="553" y="503"/>
                  </a:lnTo>
                  <a:lnTo>
                    <a:pt x="558" y="503"/>
                  </a:lnTo>
                  <a:lnTo>
                    <a:pt x="562" y="503"/>
                  </a:lnTo>
                  <a:lnTo>
                    <a:pt x="566" y="503"/>
                  </a:lnTo>
                  <a:lnTo>
                    <a:pt x="569" y="501"/>
                  </a:lnTo>
                  <a:lnTo>
                    <a:pt x="573" y="499"/>
                  </a:lnTo>
                  <a:lnTo>
                    <a:pt x="578" y="498"/>
                  </a:lnTo>
                  <a:lnTo>
                    <a:pt x="582" y="499"/>
                  </a:lnTo>
                  <a:lnTo>
                    <a:pt x="586" y="500"/>
                  </a:lnTo>
                  <a:lnTo>
                    <a:pt x="590" y="501"/>
                  </a:lnTo>
                  <a:lnTo>
                    <a:pt x="594" y="503"/>
                  </a:lnTo>
                  <a:lnTo>
                    <a:pt x="597" y="504"/>
                  </a:lnTo>
                  <a:lnTo>
                    <a:pt x="598" y="507"/>
                  </a:lnTo>
                  <a:lnTo>
                    <a:pt x="599" y="510"/>
                  </a:lnTo>
                  <a:lnTo>
                    <a:pt x="602" y="511"/>
                  </a:lnTo>
                  <a:lnTo>
                    <a:pt x="606" y="511"/>
                  </a:lnTo>
                  <a:lnTo>
                    <a:pt x="612" y="511"/>
                  </a:lnTo>
                  <a:lnTo>
                    <a:pt x="618" y="511"/>
                  </a:lnTo>
                  <a:lnTo>
                    <a:pt x="620" y="513"/>
                  </a:lnTo>
                  <a:lnTo>
                    <a:pt x="619" y="516"/>
                  </a:lnTo>
                  <a:lnTo>
                    <a:pt x="617" y="519"/>
                  </a:lnTo>
                  <a:lnTo>
                    <a:pt x="616" y="521"/>
                  </a:lnTo>
                  <a:lnTo>
                    <a:pt x="616" y="524"/>
                  </a:lnTo>
                  <a:close/>
                </a:path>
              </a:pathLst>
            </a:custGeom>
            <a:solidFill>
              <a:srgbClr val="59A3CD">
                <a:alpha val="9600"/>
              </a:srgbClr>
            </a:solidFill>
            <a:ln>
              <a:noFill/>
            </a:ln>
          </p:spPr>
          <p:txBody>
            <a:bodyPr anchor="ctr"/>
            <a:lstStyle/>
            <a:p>
              <a:pPr algn="ctr">
                <a:buNone/>
              </a:pPr>
            </a:p>
          </p:txBody>
        </p:sp>
        <p:sp>
          <p:nvSpPr>
            <p:cNvPr id="7588" name="addition:spatial:77">
              <a:extLst>
                <a:ext uri="{FF2B5EF4-FFF2-40B4-BE49-F238E27FC236}">
                  <ns2:creationId id="{B4021880-D64D-4559-9EE4-0D4F155F5B88}"/>
                </a:ext>
              </a:extLst>
            </p:cNvPr>
            <p:cNvSpPr>
              <a:spLocks noGrp="1"/>
            </p:cNvSpPr>
            <p:nvPr/>
          </p:nvSpPr>
          <p:spPr>
            <a:xfrm>
              <a:off x="5648325" y="1666875"/>
              <a:ext cx="758403" cy="937169"/>
            </a:xfrm>
            <a:custGeom>
              <a:rect l="l" t="t" r="r" b="b"/>
              <a:pathLst>
                <a:path w="572" h="554">
                  <a:moveTo>
                    <a:pt x="0" y="0"/>
                  </a:moveTo>
                  <a:moveTo>
                    <a:pt x="571" y="528"/>
                  </a:moveTo>
                  <a:lnTo>
                    <a:pt x="571" y="531"/>
                  </a:lnTo>
                  <a:lnTo>
                    <a:pt x="568" y="533"/>
                  </a:lnTo>
                  <a:lnTo>
                    <a:pt x="565" y="534"/>
                  </a:lnTo>
                  <a:lnTo>
                    <a:pt x="562" y="536"/>
                  </a:lnTo>
                  <a:lnTo>
                    <a:pt x="562" y="538"/>
                  </a:lnTo>
                  <a:lnTo>
                    <a:pt x="565" y="541"/>
                  </a:lnTo>
                  <a:lnTo>
                    <a:pt x="566" y="544"/>
                  </a:lnTo>
                  <a:lnTo>
                    <a:pt x="566" y="547"/>
                  </a:lnTo>
                  <a:lnTo>
                    <a:pt x="563" y="548"/>
                  </a:lnTo>
                  <a:lnTo>
                    <a:pt x="559" y="549"/>
                  </a:lnTo>
                  <a:lnTo>
                    <a:pt x="556" y="549"/>
                  </a:lnTo>
                  <a:lnTo>
                    <a:pt x="553" y="550"/>
                  </a:lnTo>
                  <a:lnTo>
                    <a:pt x="551" y="550"/>
                  </a:lnTo>
                  <a:lnTo>
                    <a:pt x="548" y="550"/>
                  </a:lnTo>
                  <a:lnTo>
                    <a:pt x="545" y="549"/>
                  </a:lnTo>
                  <a:lnTo>
                    <a:pt x="543" y="550"/>
                  </a:lnTo>
                  <a:lnTo>
                    <a:pt x="541" y="552"/>
                  </a:lnTo>
                  <a:lnTo>
                    <a:pt x="538" y="554"/>
                  </a:lnTo>
                  <a:lnTo>
                    <a:pt x="535" y="554"/>
                  </a:lnTo>
                  <a:lnTo>
                    <a:pt x="532" y="553"/>
                  </a:lnTo>
                  <a:lnTo>
                    <a:pt x="530" y="551"/>
                  </a:lnTo>
                  <a:lnTo>
                    <a:pt x="527" y="550"/>
                  </a:lnTo>
                  <a:lnTo>
                    <a:pt x="524" y="550"/>
                  </a:lnTo>
                  <a:lnTo>
                    <a:pt x="519" y="551"/>
                  </a:lnTo>
                  <a:lnTo>
                    <a:pt x="516" y="550"/>
                  </a:lnTo>
                  <a:lnTo>
                    <a:pt x="514" y="548"/>
                  </a:lnTo>
                  <a:lnTo>
                    <a:pt x="514" y="544"/>
                  </a:lnTo>
                  <a:lnTo>
                    <a:pt x="513" y="542"/>
                  </a:lnTo>
                  <a:lnTo>
                    <a:pt x="512" y="540"/>
                  </a:lnTo>
                  <a:lnTo>
                    <a:pt x="510" y="538"/>
                  </a:lnTo>
                  <a:lnTo>
                    <a:pt x="509" y="536"/>
                  </a:lnTo>
                  <a:lnTo>
                    <a:pt x="507" y="534"/>
                  </a:lnTo>
                  <a:lnTo>
                    <a:pt x="505" y="532"/>
                  </a:lnTo>
                  <a:lnTo>
                    <a:pt x="501" y="531"/>
                  </a:lnTo>
                  <a:lnTo>
                    <a:pt x="497" y="528"/>
                  </a:lnTo>
                  <a:lnTo>
                    <a:pt x="495" y="526"/>
                  </a:lnTo>
                  <a:lnTo>
                    <a:pt x="496" y="523"/>
                  </a:lnTo>
                  <a:lnTo>
                    <a:pt x="500" y="522"/>
                  </a:lnTo>
                  <a:lnTo>
                    <a:pt x="504" y="520"/>
                  </a:lnTo>
                  <a:lnTo>
                    <a:pt x="506" y="519"/>
                  </a:lnTo>
                  <a:lnTo>
                    <a:pt x="507" y="516"/>
                  </a:lnTo>
                  <a:lnTo>
                    <a:pt x="507" y="514"/>
                  </a:lnTo>
                  <a:lnTo>
                    <a:pt x="509" y="512"/>
                  </a:lnTo>
                  <a:lnTo>
                    <a:pt x="513" y="511"/>
                  </a:lnTo>
                  <a:lnTo>
                    <a:pt x="516" y="511"/>
                  </a:lnTo>
                  <a:lnTo>
                    <a:pt x="519" y="509"/>
                  </a:lnTo>
                  <a:lnTo>
                    <a:pt x="521" y="507"/>
                  </a:lnTo>
                  <a:lnTo>
                    <a:pt x="524" y="506"/>
                  </a:lnTo>
                  <a:lnTo>
                    <a:pt x="527" y="504"/>
                  </a:lnTo>
                  <a:lnTo>
                    <a:pt x="530" y="504"/>
                  </a:lnTo>
                  <a:lnTo>
                    <a:pt x="534" y="503"/>
                  </a:lnTo>
                  <a:lnTo>
                    <a:pt x="538" y="501"/>
                  </a:lnTo>
                  <a:lnTo>
                    <a:pt x="541" y="500"/>
                  </a:lnTo>
                  <a:lnTo>
                    <a:pt x="545" y="501"/>
                  </a:lnTo>
                  <a:lnTo>
                    <a:pt x="548" y="505"/>
                  </a:lnTo>
                  <a:lnTo>
                    <a:pt x="550" y="508"/>
                  </a:lnTo>
                  <a:lnTo>
                    <a:pt x="551" y="510"/>
                  </a:lnTo>
                  <a:lnTo>
                    <a:pt x="554" y="510"/>
                  </a:lnTo>
                  <a:lnTo>
                    <a:pt x="558" y="509"/>
                  </a:lnTo>
                  <a:lnTo>
                    <a:pt x="562" y="509"/>
                  </a:lnTo>
                  <a:lnTo>
                    <a:pt x="565" y="510"/>
                  </a:lnTo>
                  <a:lnTo>
                    <a:pt x="567" y="512"/>
                  </a:lnTo>
                  <a:lnTo>
                    <a:pt x="568" y="513"/>
                  </a:lnTo>
                  <a:lnTo>
                    <a:pt x="570" y="515"/>
                  </a:lnTo>
                  <a:lnTo>
                    <a:pt x="572" y="517"/>
                  </a:lnTo>
                  <a:lnTo>
                    <a:pt x="572" y="519"/>
                  </a:lnTo>
                  <a:lnTo>
                    <a:pt x="571" y="522"/>
                  </a:lnTo>
                  <a:lnTo>
                    <a:pt x="570" y="524"/>
                  </a:lnTo>
                  <a:lnTo>
                    <a:pt x="570" y="526"/>
                  </a:lnTo>
                  <a:close/>
                </a:path>
              </a:pathLst>
            </a:custGeom>
            <a:solidFill>
              <a:srgbClr val="59A3CD">
                <a:alpha val="9600"/>
              </a:srgbClr>
            </a:solidFill>
            <a:ln>
              <a:noFill/>
            </a:ln>
          </p:spPr>
          <p:txBody>
            <a:bodyPr anchor="ctr"/>
            <a:lstStyle/>
            <a:p>
              <a:pPr algn="ctr">
                <a:buNone/>
              </a:pPr>
            </a:p>
          </p:txBody>
        </p:sp>
        <p:sp>
          <p:nvSpPr>
            <p:cNvPr id="7589" name="addition:spatial:78">
              <a:extLst>
                <a:ext uri="{FF2B5EF4-FFF2-40B4-BE49-F238E27FC236}">
                  <ns2:creationId id="{69A57AC7-C95E-46DC-9989-4933887F86B9}"/>
                </a:ext>
              </a:extLst>
            </p:cNvPr>
            <p:cNvSpPr>
              <a:spLocks noGrp="1"/>
            </p:cNvSpPr>
            <p:nvPr/>
          </p:nvSpPr>
          <p:spPr>
            <a:xfrm>
              <a:off x="5648325" y="1666875"/>
              <a:ext cx="709346" cy="918561"/>
            </a:xfrm>
            <a:custGeom>
              <a:rect l="l" t="t" r="r" b="b"/>
              <a:pathLst>
                <a:path w="535" h="543">
                  <a:moveTo>
                    <a:pt x="0" y="0"/>
                  </a:moveTo>
                  <a:moveTo>
                    <a:pt x="530" y="519"/>
                  </a:moveTo>
                  <a:lnTo>
                    <a:pt x="532" y="521"/>
                  </a:lnTo>
                  <a:lnTo>
                    <a:pt x="533" y="523"/>
                  </a:lnTo>
                  <a:lnTo>
                    <a:pt x="532" y="525"/>
                  </a:lnTo>
                  <a:lnTo>
                    <a:pt x="530" y="526"/>
                  </a:lnTo>
                  <a:lnTo>
                    <a:pt x="529" y="528"/>
                  </a:lnTo>
                  <a:lnTo>
                    <a:pt x="529" y="530"/>
                  </a:lnTo>
                  <a:lnTo>
                    <a:pt x="530" y="532"/>
                  </a:lnTo>
                  <a:lnTo>
                    <a:pt x="529" y="535"/>
                  </a:lnTo>
                  <a:lnTo>
                    <a:pt x="528" y="536"/>
                  </a:lnTo>
                  <a:lnTo>
                    <a:pt x="525" y="537"/>
                  </a:lnTo>
                  <a:lnTo>
                    <a:pt x="523" y="537"/>
                  </a:lnTo>
                  <a:lnTo>
                    <a:pt x="521" y="538"/>
                  </a:lnTo>
                  <a:lnTo>
                    <a:pt x="519" y="538"/>
                  </a:lnTo>
                  <a:lnTo>
                    <a:pt x="516" y="538"/>
                  </a:lnTo>
                  <a:lnTo>
                    <a:pt x="514" y="537"/>
                  </a:lnTo>
                  <a:lnTo>
                    <a:pt x="512" y="536"/>
                  </a:lnTo>
                  <a:lnTo>
                    <a:pt x="511" y="538"/>
                  </a:lnTo>
                  <a:lnTo>
                    <a:pt x="508" y="540"/>
                  </a:lnTo>
                  <a:lnTo>
                    <a:pt x="505" y="543"/>
                  </a:lnTo>
                  <a:lnTo>
                    <a:pt x="503" y="543"/>
                  </a:lnTo>
                  <a:lnTo>
                    <a:pt x="500" y="541"/>
                  </a:lnTo>
                  <a:lnTo>
                    <a:pt x="498" y="539"/>
                  </a:lnTo>
                  <a:lnTo>
                    <a:pt x="496" y="538"/>
                  </a:lnTo>
                  <a:lnTo>
                    <a:pt x="494" y="537"/>
                  </a:lnTo>
                  <a:lnTo>
                    <a:pt x="491" y="536"/>
                  </a:lnTo>
                  <a:lnTo>
                    <a:pt x="489" y="534"/>
                  </a:lnTo>
                  <a:lnTo>
                    <a:pt x="488" y="532"/>
                  </a:lnTo>
                  <a:lnTo>
                    <a:pt x="487" y="531"/>
                  </a:lnTo>
                  <a:lnTo>
                    <a:pt x="485" y="529"/>
                  </a:lnTo>
                  <a:lnTo>
                    <a:pt x="483" y="528"/>
                  </a:lnTo>
                  <a:lnTo>
                    <a:pt x="481" y="527"/>
                  </a:lnTo>
                  <a:lnTo>
                    <a:pt x="481" y="525"/>
                  </a:lnTo>
                  <a:lnTo>
                    <a:pt x="481" y="523"/>
                  </a:lnTo>
                  <a:lnTo>
                    <a:pt x="479" y="521"/>
                  </a:lnTo>
                  <a:lnTo>
                    <a:pt x="476" y="519"/>
                  </a:lnTo>
                  <a:lnTo>
                    <a:pt x="473" y="517"/>
                  </a:lnTo>
                  <a:lnTo>
                    <a:pt x="473" y="515"/>
                  </a:lnTo>
                  <a:lnTo>
                    <a:pt x="475" y="513"/>
                  </a:lnTo>
                  <a:lnTo>
                    <a:pt x="479" y="512"/>
                  </a:lnTo>
                  <a:lnTo>
                    <a:pt x="483" y="511"/>
                  </a:lnTo>
                  <a:lnTo>
                    <a:pt x="485" y="510"/>
                  </a:lnTo>
                  <a:lnTo>
                    <a:pt x="486" y="508"/>
                  </a:lnTo>
                  <a:lnTo>
                    <a:pt x="487" y="507"/>
                  </a:lnTo>
                  <a:lnTo>
                    <a:pt x="489" y="505"/>
                  </a:lnTo>
                  <a:lnTo>
                    <a:pt x="491" y="504"/>
                  </a:lnTo>
                  <a:lnTo>
                    <a:pt x="492" y="502"/>
                  </a:lnTo>
                  <a:lnTo>
                    <a:pt x="494" y="500"/>
                  </a:lnTo>
                  <a:lnTo>
                    <a:pt x="496" y="498"/>
                  </a:lnTo>
                  <a:lnTo>
                    <a:pt x="499" y="498"/>
                  </a:lnTo>
                  <a:lnTo>
                    <a:pt x="503" y="498"/>
                  </a:lnTo>
                  <a:lnTo>
                    <a:pt x="506" y="499"/>
                  </a:lnTo>
                  <a:lnTo>
                    <a:pt x="508" y="499"/>
                  </a:lnTo>
                  <a:lnTo>
                    <a:pt x="511" y="498"/>
                  </a:lnTo>
                  <a:lnTo>
                    <a:pt x="514" y="497"/>
                  </a:lnTo>
                  <a:lnTo>
                    <a:pt x="516" y="498"/>
                  </a:lnTo>
                  <a:lnTo>
                    <a:pt x="518" y="501"/>
                  </a:lnTo>
                  <a:lnTo>
                    <a:pt x="519" y="503"/>
                  </a:lnTo>
                  <a:lnTo>
                    <a:pt x="520" y="504"/>
                  </a:lnTo>
                  <a:lnTo>
                    <a:pt x="523" y="504"/>
                  </a:lnTo>
                  <a:lnTo>
                    <a:pt x="526" y="503"/>
                  </a:lnTo>
                  <a:lnTo>
                    <a:pt x="528" y="504"/>
                  </a:lnTo>
                  <a:lnTo>
                    <a:pt x="530" y="505"/>
                  </a:lnTo>
                  <a:lnTo>
                    <a:pt x="532" y="506"/>
                  </a:lnTo>
                  <a:lnTo>
                    <a:pt x="534" y="507"/>
                  </a:lnTo>
                  <a:lnTo>
                    <a:pt x="535" y="509"/>
                  </a:lnTo>
                  <a:lnTo>
                    <a:pt x="535" y="511"/>
                  </a:lnTo>
                  <a:lnTo>
                    <a:pt x="533" y="514"/>
                  </a:lnTo>
                  <a:lnTo>
                    <a:pt x="530" y="516"/>
                  </a:lnTo>
                  <a:lnTo>
                    <a:pt x="529" y="518"/>
                  </a:lnTo>
                  <a:close/>
                </a:path>
              </a:pathLst>
            </a:custGeom>
            <a:solidFill>
              <a:srgbClr val="59A3CD">
                <a:alpha val="9600"/>
              </a:srgbClr>
            </a:solidFill>
            <a:ln>
              <a:noFill/>
            </a:ln>
          </p:spPr>
          <p:txBody>
            <a:bodyPr anchor="ctr"/>
            <a:lstStyle/>
            <a:p>
              <a:pPr algn="ctr">
                <a:buNone/>
              </a:pPr>
            </a:p>
          </p:txBody>
        </p:sp>
        <p:sp>
          <p:nvSpPr>
            <p:cNvPr id="7590" name="addition:spatial:79">
              <a:extLst>
                <a:ext uri="{FF2B5EF4-FFF2-40B4-BE49-F238E27FC236}">
                  <ns2:creationId id="{5F90D072-DE85-48FD-A454-0BB71C4FC8F4}"/>
                </a:ext>
              </a:extLst>
            </p:cNvPr>
            <p:cNvSpPr>
              <a:spLocks noGrp="1"/>
            </p:cNvSpPr>
            <p:nvPr/>
          </p:nvSpPr>
          <p:spPr>
            <a:xfrm>
              <a:off x="5648325" y="1666875"/>
              <a:ext cx="800832" cy="920252"/>
            </a:xfrm>
            <a:custGeom>
              <a:rect l="l" t="t" r="r" b="b"/>
              <a:pathLst>
                <a:path w="604" h="544">
                  <a:moveTo>
                    <a:pt x="0" y="0"/>
                  </a:moveTo>
                  <a:moveTo>
                    <a:pt x="602" y="516"/>
                  </a:moveTo>
                  <a:lnTo>
                    <a:pt x="599" y="518"/>
                  </a:lnTo>
                  <a:lnTo>
                    <a:pt x="595" y="520"/>
                  </a:lnTo>
                  <a:lnTo>
                    <a:pt x="593" y="522"/>
                  </a:lnTo>
                  <a:lnTo>
                    <a:pt x="593" y="525"/>
                  </a:lnTo>
                  <a:lnTo>
                    <a:pt x="593" y="528"/>
                  </a:lnTo>
                  <a:lnTo>
                    <a:pt x="592" y="530"/>
                  </a:lnTo>
                  <a:lnTo>
                    <a:pt x="588" y="531"/>
                  </a:lnTo>
                  <a:lnTo>
                    <a:pt x="583" y="532"/>
                  </a:lnTo>
                  <a:lnTo>
                    <a:pt x="580" y="533"/>
                  </a:lnTo>
                  <a:lnTo>
                    <a:pt x="579" y="536"/>
                  </a:lnTo>
                  <a:lnTo>
                    <a:pt x="578" y="540"/>
                  </a:lnTo>
                  <a:lnTo>
                    <a:pt x="576" y="543"/>
                  </a:lnTo>
                  <a:lnTo>
                    <a:pt x="572" y="544"/>
                  </a:lnTo>
                  <a:lnTo>
                    <a:pt x="567" y="543"/>
                  </a:lnTo>
                  <a:lnTo>
                    <a:pt x="563" y="542"/>
                  </a:lnTo>
                  <a:lnTo>
                    <a:pt x="559" y="542"/>
                  </a:lnTo>
                  <a:lnTo>
                    <a:pt x="556" y="541"/>
                  </a:lnTo>
                  <a:lnTo>
                    <a:pt x="553" y="540"/>
                  </a:lnTo>
                  <a:lnTo>
                    <a:pt x="551" y="539"/>
                  </a:lnTo>
                  <a:lnTo>
                    <a:pt x="548" y="538"/>
                  </a:lnTo>
                  <a:lnTo>
                    <a:pt x="545" y="540"/>
                  </a:lnTo>
                  <a:lnTo>
                    <a:pt x="540" y="542"/>
                  </a:lnTo>
                  <a:lnTo>
                    <a:pt x="536" y="543"/>
                  </a:lnTo>
                  <a:lnTo>
                    <a:pt x="533" y="541"/>
                  </a:lnTo>
                  <a:lnTo>
                    <a:pt x="531" y="538"/>
                  </a:lnTo>
                  <a:lnTo>
                    <a:pt x="531" y="535"/>
                  </a:lnTo>
                  <a:lnTo>
                    <a:pt x="529" y="533"/>
                  </a:lnTo>
                  <a:lnTo>
                    <a:pt x="526" y="532"/>
                  </a:lnTo>
                  <a:lnTo>
                    <a:pt x="522" y="530"/>
                  </a:lnTo>
                  <a:lnTo>
                    <a:pt x="521" y="528"/>
                  </a:lnTo>
                  <a:lnTo>
                    <a:pt x="522" y="525"/>
                  </a:lnTo>
                  <a:lnTo>
                    <a:pt x="523" y="522"/>
                  </a:lnTo>
                  <a:lnTo>
                    <a:pt x="523" y="520"/>
                  </a:lnTo>
                  <a:lnTo>
                    <a:pt x="521" y="518"/>
                  </a:lnTo>
                  <a:lnTo>
                    <a:pt x="520" y="516"/>
                  </a:lnTo>
                  <a:lnTo>
                    <a:pt x="519" y="514"/>
                  </a:lnTo>
                  <a:lnTo>
                    <a:pt x="519" y="511"/>
                  </a:lnTo>
                  <a:lnTo>
                    <a:pt x="517" y="509"/>
                  </a:lnTo>
                  <a:lnTo>
                    <a:pt x="514" y="505"/>
                  </a:lnTo>
                  <a:lnTo>
                    <a:pt x="512" y="502"/>
                  </a:lnTo>
                  <a:lnTo>
                    <a:pt x="513" y="499"/>
                  </a:lnTo>
                  <a:lnTo>
                    <a:pt x="519" y="499"/>
                  </a:lnTo>
                  <a:lnTo>
                    <a:pt x="525" y="499"/>
                  </a:lnTo>
                  <a:lnTo>
                    <a:pt x="529" y="499"/>
                  </a:lnTo>
                  <a:lnTo>
                    <a:pt x="531" y="497"/>
                  </a:lnTo>
                  <a:lnTo>
                    <a:pt x="532" y="495"/>
                  </a:lnTo>
                  <a:lnTo>
                    <a:pt x="534" y="493"/>
                  </a:lnTo>
                  <a:lnTo>
                    <a:pt x="537" y="491"/>
                  </a:lnTo>
                  <a:lnTo>
                    <a:pt x="541" y="491"/>
                  </a:lnTo>
                  <a:lnTo>
                    <a:pt x="545" y="490"/>
                  </a:lnTo>
                  <a:lnTo>
                    <a:pt x="548" y="489"/>
                  </a:lnTo>
                  <a:lnTo>
                    <a:pt x="552" y="487"/>
                  </a:lnTo>
                  <a:lnTo>
                    <a:pt x="557" y="487"/>
                  </a:lnTo>
                  <a:lnTo>
                    <a:pt x="561" y="488"/>
                  </a:lnTo>
                  <a:lnTo>
                    <a:pt x="565" y="489"/>
                  </a:lnTo>
                  <a:lnTo>
                    <a:pt x="570" y="489"/>
                  </a:lnTo>
                  <a:lnTo>
                    <a:pt x="575" y="489"/>
                  </a:lnTo>
                  <a:lnTo>
                    <a:pt x="579" y="490"/>
                  </a:lnTo>
                  <a:lnTo>
                    <a:pt x="582" y="493"/>
                  </a:lnTo>
                  <a:lnTo>
                    <a:pt x="582" y="497"/>
                  </a:lnTo>
                  <a:lnTo>
                    <a:pt x="582" y="500"/>
                  </a:lnTo>
                  <a:lnTo>
                    <a:pt x="585" y="501"/>
                  </a:lnTo>
                  <a:lnTo>
                    <a:pt x="590" y="501"/>
                  </a:lnTo>
                  <a:lnTo>
                    <a:pt x="596" y="502"/>
                  </a:lnTo>
                  <a:lnTo>
                    <a:pt x="601" y="503"/>
                  </a:lnTo>
                  <a:lnTo>
                    <a:pt x="603" y="505"/>
                  </a:lnTo>
                  <a:lnTo>
                    <a:pt x="603" y="508"/>
                  </a:lnTo>
                  <a:lnTo>
                    <a:pt x="604" y="511"/>
                  </a:lnTo>
                  <a:lnTo>
                    <a:pt x="604" y="513"/>
                  </a:lnTo>
                  <a:close/>
                </a:path>
              </a:pathLst>
            </a:custGeom>
            <a:solidFill>
              <a:srgbClr val="59A3CD">
                <a:alpha val="9600"/>
              </a:srgbClr>
            </a:solidFill>
            <a:ln>
              <a:noFill/>
            </a:ln>
          </p:spPr>
          <p:txBody>
            <a:bodyPr anchor="ctr"/>
            <a:lstStyle/>
            <a:p>
              <a:pPr algn="ctr">
                <a:buNone/>
              </a:pPr>
            </a:p>
          </p:txBody>
        </p:sp>
        <p:sp>
          <p:nvSpPr>
            <p:cNvPr id="7591" name="addition:spatial:80">
              <a:extLst>
                <a:ext uri="{FF2B5EF4-FFF2-40B4-BE49-F238E27FC236}">
                  <ns2:creationId id="{26A0085A-718F-4647-972D-28A2F3DB0B66}"/>
                </a:ext>
              </a:extLst>
            </p:cNvPr>
            <p:cNvSpPr>
              <a:spLocks noGrp="1"/>
            </p:cNvSpPr>
            <p:nvPr/>
          </p:nvSpPr>
          <p:spPr>
            <a:xfrm>
              <a:off x="5648325" y="1666875"/>
              <a:ext cx="828675" cy="935477"/>
            </a:xfrm>
            <a:custGeom>
              <a:rect l="l" t="t" r="r" b="b"/>
              <a:pathLst>
                <a:path w="625" h="553">
                  <a:moveTo>
                    <a:pt x="0" y="0"/>
                  </a:moveTo>
                  <a:moveTo>
                    <a:pt x="624" y="511"/>
                  </a:moveTo>
                  <a:lnTo>
                    <a:pt x="617" y="515"/>
                  </a:lnTo>
                  <a:lnTo>
                    <a:pt x="609" y="517"/>
                  </a:lnTo>
                  <a:lnTo>
                    <a:pt x="603" y="520"/>
                  </a:lnTo>
                  <a:lnTo>
                    <a:pt x="602" y="523"/>
                  </a:lnTo>
                  <a:lnTo>
                    <a:pt x="603" y="527"/>
                  </a:lnTo>
                  <a:lnTo>
                    <a:pt x="602" y="531"/>
                  </a:lnTo>
                  <a:lnTo>
                    <a:pt x="599" y="534"/>
                  </a:lnTo>
                  <a:lnTo>
                    <a:pt x="594" y="536"/>
                  </a:lnTo>
                  <a:lnTo>
                    <a:pt x="590" y="538"/>
                  </a:lnTo>
                  <a:lnTo>
                    <a:pt x="587" y="542"/>
                  </a:lnTo>
                  <a:lnTo>
                    <a:pt x="584" y="545"/>
                  </a:lnTo>
                  <a:lnTo>
                    <a:pt x="579" y="547"/>
                  </a:lnTo>
                  <a:lnTo>
                    <a:pt x="574" y="548"/>
                  </a:lnTo>
                  <a:lnTo>
                    <a:pt x="568" y="549"/>
                  </a:lnTo>
                  <a:lnTo>
                    <a:pt x="564" y="551"/>
                  </a:lnTo>
                  <a:lnTo>
                    <a:pt x="559" y="552"/>
                  </a:lnTo>
                  <a:lnTo>
                    <a:pt x="554" y="553"/>
                  </a:lnTo>
                  <a:lnTo>
                    <a:pt x="549" y="550"/>
                  </a:lnTo>
                  <a:lnTo>
                    <a:pt x="545" y="545"/>
                  </a:lnTo>
                  <a:lnTo>
                    <a:pt x="543" y="541"/>
                  </a:lnTo>
                  <a:lnTo>
                    <a:pt x="539" y="542"/>
                  </a:lnTo>
                  <a:lnTo>
                    <a:pt x="534" y="544"/>
                  </a:lnTo>
                  <a:lnTo>
                    <a:pt x="527" y="547"/>
                  </a:lnTo>
                  <a:lnTo>
                    <a:pt x="521" y="547"/>
                  </a:lnTo>
                  <a:lnTo>
                    <a:pt x="518" y="545"/>
                  </a:lnTo>
                  <a:lnTo>
                    <a:pt x="515" y="541"/>
                  </a:lnTo>
                  <a:lnTo>
                    <a:pt x="513" y="538"/>
                  </a:lnTo>
                  <a:lnTo>
                    <a:pt x="510" y="535"/>
                  </a:lnTo>
                  <a:lnTo>
                    <a:pt x="509" y="532"/>
                  </a:lnTo>
                  <a:lnTo>
                    <a:pt x="510" y="527"/>
                  </a:lnTo>
                  <a:lnTo>
                    <a:pt x="511" y="523"/>
                  </a:lnTo>
                  <a:lnTo>
                    <a:pt x="511" y="520"/>
                  </a:lnTo>
                  <a:lnTo>
                    <a:pt x="507" y="518"/>
                  </a:lnTo>
                  <a:lnTo>
                    <a:pt x="503" y="515"/>
                  </a:lnTo>
                  <a:lnTo>
                    <a:pt x="502" y="511"/>
                  </a:lnTo>
                  <a:lnTo>
                    <a:pt x="504" y="508"/>
                  </a:lnTo>
                  <a:lnTo>
                    <a:pt x="507" y="505"/>
                  </a:lnTo>
                  <a:lnTo>
                    <a:pt x="507" y="502"/>
                  </a:lnTo>
                  <a:lnTo>
                    <a:pt x="504" y="497"/>
                  </a:lnTo>
                  <a:lnTo>
                    <a:pt x="499" y="492"/>
                  </a:lnTo>
                  <a:lnTo>
                    <a:pt x="498" y="488"/>
                  </a:lnTo>
                  <a:lnTo>
                    <a:pt x="502" y="485"/>
                  </a:lnTo>
                  <a:lnTo>
                    <a:pt x="508" y="484"/>
                  </a:lnTo>
                  <a:lnTo>
                    <a:pt x="514" y="483"/>
                  </a:lnTo>
                  <a:lnTo>
                    <a:pt x="518" y="482"/>
                  </a:lnTo>
                  <a:lnTo>
                    <a:pt x="523" y="481"/>
                  </a:lnTo>
                  <a:lnTo>
                    <a:pt x="527" y="480"/>
                  </a:lnTo>
                  <a:lnTo>
                    <a:pt x="532" y="480"/>
                  </a:lnTo>
                  <a:lnTo>
                    <a:pt x="535" y="479"/>
                  </a:lnTo>
                  <a:lnTo>
                    <a:pt x="539" y="475"/>
                  </a:lnTo>
                  <a:lnTo>
                    <a:pt x="543" y="470"/>
                  </a:lnTo>
                  <a:lnTo>
                    <a:pt x="548" y="467"/>
                  </a:lnTo>
                  <a:lnTo>
                    <a:pt x="554" y="467"/>
                  </a:lnTo>
                  <a:lnTo>
                    <a:pt x="560" y="471"/>
                  </a:lnTo>
                  <a:lnTo>
                    <a:pt x="565" y="474"/>
                  </a:lnTo>
                  <a:lnTo>
                    <a:pt x="570" y="475"/>
                  </a:lnTo>
                  <a:lnTo>
                    <a:pt x="577" y="474"/>
                  </a:lnTo>
                  <a:lnTo>
                    <a:pt x="583" y="475"/>
                  </a:lnTo>
                  <a:lnTo>
                    <a:pt x="588" y="477"/>
                  </a:lnTo>
                  <a:lnTo>
                    <a:pt x="591" y="481"/>
                  </a:lnTo>
                  <a:lnTo>
                    <a:pt x="593" y="485"/>
                  </a:lnTo>
                  <a:lnTo>
                    <a:pt x="596" y="488"/>
                  </a:lnTo>
                  <a:lnTo>
                    <a:pt x="600" y="490"/>
                  </a:lnTo>
                  <a:lnTo>
                    <a:pt x="604" y="492"/>
                  </a:lnTo>
                  <a:lnTo>
                    <a:pt x="608" y="495"/>
                  </a:lnTo>
                  <a:lnTo>
                    <a:pt x="611" y="498"/>
                  </a:lnTo>
                  <a:lnTo>
                    <a:pt x="616" y="500"/>
                  </a:lnTo>
                  <a:lnTo>
                    <a:pt x="621" y="503"/>
                  </a:lnTo>
                  <a:lnTo>
                    <a:pt x="625" y="507"/>
                  </a:lnTo>
                  <a:close/>
                </a:path>
              </a:pathLst>
            </a:custGeom>
            <a:solidFill>
              <a:srgbClr val="0675B4">
                <a:alpha val="11100"/>
              </a:srgbClr>
            </a:solidFill>
            <a:ln>
              <a:noFill/>
            </a:ln>
          </p:spPr>
          <p:txBody>
            <a:bodyPr anchor="ctr"/>
            <a:lstStyle/>
            <a:p>
              <a:pPr algn="ctr">
                <a:buNone/>
              </a:pPr>
            </a:p>
          </p:txBody>
        </p:sp>
        <p:sp>
          <p:nvSpPr>
            <p:cNvPr id="7592" name="addition:spatial:81">
              <a:extLst>
                <a:ext uri="{FF2B5EF4-FFF2-40B4-BE49-F238E27FC236}">
                  <ns2:creationId id="{81C914B7-9119-4EF4-8C76-D2650EC703BF}"/>
                </a:ext>
              </a:extLst>
            </p:cNvPr>
            <p:cNvSpPr>
              <a:spLocks noGrp="1"/>
            </p:cNvSpPr>
            <p:nvPr/>
          </p:nvSpPr>
          <p:spPr>
            <a:xfrm>
              <a:off x="5648325" y="1666875"/>
              <a:ext cx="737189" cy="883036"/>
            </a:xfrm>
            <a:custGeom>
              <a:rect l="l" t="t" r="r" b="b"/>
              <a:pathLst>
                <a:path w="556" h="522">
                  <a:moveTo>
                    <a:pt x="0" y="0"/>
                  </a:moveTo>
                  <a:moveTo>
                    <a:pt x="556" y="500"/>
                  </a:moveTo>
                  <a:lnTo>
                    <a:pt x="555" y="502"/>
                  </a:lnTo>
                  <a:lnTo>
                    <a:pt x="554" y="504"/>
                  </a:lnTo>
                  <a:lnTo>
                    <a:pt x="553" y="505"/>
                  </a:lnTo>
                  <a:lnTo>
                    <a:pt x="554" y="507"/>
                  </a:lnTo>
                  <a:lnTo>
                    <a:pt x="555" y="509"/>
                  </a:lnTo>
                  <a:lnTo>
                    <a:pt x="555" y="511"/>
                  </a:lnTo>
                  <a:lnTo>
                    <a:pt x="554" y="513"/>
                  </a:lnTo>
                  <a:lnTo>
                    <a:pt x="553" y="514"/>
                  </a:lnTo>
                  <a:lnTo>
                    <a:pt x="551" y="515"/>
                  </a:lnTo>
                  <a:lnTo>
                    <a:pt x="550" y="517"/>
                  </a:lnTo>
                  <a:lnTo>
                    <a:pt x="547" y="517"/>
                  </a:lnTo>
                  <a:lnTo>
                    <a:pt x="545" y="516"/>
                  </a:lnTo>
                  <a:lnTo>
                    <a:pt x="542" y="515"/>
                  </a:lnTo>
                  <a:lnTo>
                    <a:pt x="540" y="515"/>
                  </a:lnTo>
                  <a:lnTo>
                    <a:pt x="539" y="517"/>
                  </a:lnTo>
                  <a:lnTo>
                    <a:pt x="537" y="520"/>
                  </a:lnTo>
                  <a:lnTo>
                    <a:pt x="535" y="522"/>
                  </a:lnTo>
                  <a:lnTo>
                    <a:pt x="532" y="522"/>
                  </a:lnTo>
                  <a:lnTo>
                    <a:pt x="530" y="521"/>
                  </a:lnTo>
                  <a:lnTo>
                    <a:pt x="527" y="520"/>
                  </a:lnTo>
                  <a:lnTo>
                    <a:pt x="525" y="519"/>
                  </a:lnTo>
                  <a:lnTo>
                    <a:pt x="522" y="519"/>
                  </a:lnTo>
                  <a:lnTo>
                    <a:pt x="520" y="518"/>
                  </a:lnTo>
                  <a:lnTo>
                    <a:pt x="518" y="517"/>
                  </a:lnTo>
                  <a:lnTo>
                    <a:pt x="516" y="515"/>
                  </a:lnTo>
                  <a:lnTo>
                    <a:pt x="514" y="514"/>
                  </a:lnTo>
                  <a:lnTo>
                    <a:pt x="512" y="513"/>
                  </a:lnTo>
                  <a:lnTo>
                    <a:pt x="510" y="511"/>
                  </a:lnTo>
                  <a:lnTo>
                    <a:pt x="509" y="510"/>
                  </a:lnTo>
                  <a:lnTo>
                    <a:pt x="509" y="508"/>
                  </a:lnTo>
                  <a:lnTo>
                    <a:pt x="508" y="506"/>
                  </a:lnTo>
                  <a:lnTo>
                    <a:pt x="506" y="505"/>
                  </a:lnTo>
                  <a:lnTo>
                    <a:pt x="503" y="504"/>
                  </a:lnTo>
                  <a:lnTo>
                    <a:pt x="499" y="502"/>
                  </a:lnTo>
                  <a:lnTo>
                    <a:pt x="499" y="500"/>
                  </a:lnTo>
                  <a:lnTo>
                    <a:pt x="500" y="498"/>
                  </a:lnTo>
                  <a:lnTo>
                    <a:pt x="504" y="497"/>
                  </a:lnTo>
                  <a:lnTo>
                    <a:pt x="507" y="495"/>
                  </a:lnTo>
                  <a:lnTo>
                    <a:pt x="509" y="494"/>
                  </a:lnTo>
                  <a:lnTo>
                    <a:pt x="509" y="492"/>
                  </a:lnTo>
                  <a:lnTo>
                    <a:pt x="510" y="491"/>
                  </a:lnTo>
                  <a:lnTo>
                    <a:pt x="512" y="490"/>
                  </a:lnTo>
                  <a:lnTo>
                    <a:pt x="514" y="488"/>
                  </a:lnTo>
                  <a:lnTo>
                    <a:pt x="515" y="486"/>
                  </a:lnTo>
                  <a:lnTo>
                    <a:pt x="516" y="484"/>
                  </a:lnTo>
                  <a:lnTo>
                    <a:pt x="517" y="482"/>
                  </a:lnTo>
                  <a:lnTo>
                    <a:pt x="520" y="482"/>
                  </a:lnTo>
                  <a:lnTo>
                    <a:pt x="523" y="482"/>
                  </a:lnTo>
                  <a:lnTo>
                    <a:pt x="526" y="482"/>
                  </a:lnTo>
                  <a:lnTo>
                    <a:pt x="528" y="481"/>
                  </a:lnTo>
                  <a:lnTo>
                    <a:pt x="530" y="479"/>
                  </a:lnTo>
                  <a:lnTo>
                    <a:pt x="532" y="478"/>
                  </a:lnTo>
                  <a:lnTo>
                    <a:pt x="535" y="479"/>
                  </a:lnTo>
                  <a:lnTo>
                    <a:pt x="537" y="482"/>
                  </a:lnTo>
                  <a:lnTo>
                    <a:pt x="538" y="484"/>
                  </a:lnTo>
                  <a:lnTo>
                    <a:pt x="540" y="485"/>
                  </a:lnTo>
                  <a:lnTo>
                    <a:pt x="542" y="484"/>
                  </a:lnTo>
                  <a:lnTo>
                    <a:pt x="544" y="484"/>
                  </a:lnTo>
                  <a:lnTo>
                    <a:pt x="547" y="484"/>
                  </a:lnTo>
                  <a:lnTo>
                    <a:pt x="549" y="484"/>
                  </a:lnTo>
                  <a:lnTo>
                    <a:pt x="551" y="485"/>
                  </a:lnTo>
                  <a:lnTo>
                    <a:pt x="553" y="486"/>
                  </a:lnTo>
                  <a:lnTo>
                    <a:pt x="555" y="487"/>
                  </a:lnTo>
                  <a:lnTo>
                    <a:pt x="555" y="489"/>
                  </a:lnTo>
                  <a:lnTo>
                    <a:pt x="554" y="492"/>
                  </a:lnTo>
                  <a:lnTo>
                    <a:pt x="552" y="494"/>
                  </a:lnTo>
                  <a:lnTo>
                    <a:pt x="552" y="496"/>
                  </a:lnTo>
                  <a:lnTo>
                    <a:pt x="553" y="497"/>
                  </a:lnTo>
                  <a:lnTo>
                    <a:pt x="555" y="498"/>
                  </a:lnTo>
                  <a:close/>
                </a:path>
              </a:pathLst>
            </a:custGeom>
            <a:solidFill>
              <a:srgbClr val="0072B2">
                <a:alpha val="10800"/>
              </a:srgbClr>
            </a:solidFill>
            <a:ln>
              <a:noFill/>
            </a:ln>
          </p:spPr>
          <p:txBody>
            <a:bodyPr anchor="ctr"/>
            <a:lstStyle/>
            <a:p>
              <a:pPr algn="ctr">
                <a:buNone/>
              </a:pPr>
            </a:p>
          </p:txBody>
        </p:sp>
        <p:sp>
          <p:nvSpPr>
            <p:cNvPr id="7593" name="addition:spatial:82">
              <a:extLst>
                <a:ext uri="{FF2B5EF4-FFF2-40B4-BE49-F238E27FC236}">
                  <ns2:creationId id="{52C56A88-6671-4203-A0BA-B2662B6CCC96}"/>
                </a:ext>
              </a:extLst>
            </p:cNvPr>
            <p:cNvSpPr>
              <a:spLocks noGrp="1"/>
            </p:cNvSpPr>
            <p:nvPr/>
          </p:nvSpPr>
          <p:spPr>
            <a:xfrm>
              <a:off x="5648325" y="1666875"/>
              <a:ext cx="788899" cy="864428"/>
            </a:xfrm>
            <a:custGeom>
              <a:rect l="l" t="t" r="r" b="b"/>
              <a:pathLst>
                <a:path w="595" h="511">
                  <a:moveTo>
                    <a:pt x="0" y="0"/>
                  </a:moveTo>
                  <a:moveTo>
                    <a:pt x="594" y="494"/>
                  </a:moveTo>
                  <a:lnTo>
                    <a:pt x="591" y="496"/>
                  </a:lnTo>
                  <a:lnTo>
                    <a:pt x="588" y="497"/>
                  </a:lnTo>
                  <a:lnTo>
                    <a:pt x="587" y="498"/>
                  </a:lnTo>
                  <a:lnTo>
                    <a:pt x="587" y="499"/>
                  </a:lnTo>
                  <a:lnTo>
                    <a:pt x="587" y="501"/>
                  </a:lnTo>
                  <a:lnTo>
                    <a:pt x="586" y="502"/>
                  </a:lnTo>
                  <a:lnTo>
                    <a:pt x="585" y="503"/>
                  </a:lnTo>
                  <a:lnTo>
                    <a:pt x="583" y="504"/>
                  </a:lnTo>
                  <a:lnTo>
                    <a:pt x="582" y="505"/>
                  </a:lnTo>
                  <a:lnTo>
                    <a:pt x="581" y="506"/>
                  </a:lnTo>
                  <a:lnTo>
                    <a:pt x="579" y="507"/>
                  </a:lnTo>
                  <a:lnTo>
                    <a:pt x="578" y="508"/>
                  </a:lnTo>
                  <a:lnTo>
                    <a:pt x="576" y="508"/>
                  </a:lnTo>
                  <a:lnTo>
                    <a:pt x="574" y="509"/>
                  </a:lnTo>
                  <a:lnTo>
                    <a:pt x="572" y="510"/>
                  </a:lnTo>
                  <a:lnTo>
                    <a:pt x="570" y="511"/>
                  </a:lnTo>
                  <a:lnTo>
                    <a:pt x="568" y="510"/>
                  </a:lnTo>
                  <a:lnTo>
                    <a:pt x="567" y="508"/>
                  </a:lnTo>
                  <a:lnTo>
                    <a:pt x="565" y="507"/>
                  </a:lnTo>
                  <a:lnTo>
                    <a:pt x="564" y="506"/>
                  </a:lnTo>
                  <a:lnTo>
                    <a:pt x="563" y="507"/>
                  </a:lnTo>
                  <a:lnTo>
                    <a:pt x="560" y="508"/>
                  </a:lnTo>
                  <a:lnTo>
                    <a:pt x="558" y="508"/>
                  </a:lnTo>
                  <a:lnTo>
                    <a:pt x="557" y="508"/>
                  </a:lnTo>
                  <a:lnTo>
                    <a:pt x="555" y="507"/>
                  </a:lnTo>
                  <a:lnTo>
                    <a:pt x="554" y="506"/>
                  </a:lnTo>
                  <a:lnTo>
                    <a:pt x="553" y="505"/>
                  </a:lnTo>
                  <a:lnTo>
                    <a:pt x="552" y="504"/>
                  </a:lnTo>
                  <a:lnTo>
                    <a:pt x="552" y="502"/>
                  </a:lnTo>
                  <a:lnTo>
                    <a:pt x="553" y="500"/>
                  </a:lnTo>
                  <a:lnTo>
                    <a:pt x="553" y="499"/>
                  </a:lnTo>
                  <a:lnTo>
                    <a:pt x="552" y="498"/>
                  </a:lnTo>
                  <a:lnTo>
                    <a:pt x="550" y="497"/>
                  </a:lnTo>
                  <a:lnTo>
                    <a:pt x="549" y="496"/>
                  </a:lnTo>
                  <a:lnTo>
                    <a:pt x="550" y="494"/>
                  </a:lnTo>
                  <a:lnTo>
                    <a:pt x="551" y="493"/>
                  </a:lnTo>
                  <a:lnTo>
                    <a:pt x="552" y="492"/>
                  </a:lnTo>
                  <a:lnTo>
                    <a:pt x="551" y="491"/>
                  </a:lnTo>
                  <a:lnTo>
                    <a:pt x="549" y="489"/>
                  </a:lnTo>
                  <a:lnTo>
                    <a:pt x="548" y="487"/>
                  </a:lnTo>
                  <a:lnTo>
                    <a:pt x="548" y="485"/>
                  </a:lnTo>
                  <a:lnTo>
                    <a:pt x="550" y="484"/>
                  </a:lnTo>
                  <a:lnTo>
                    <a:pt x="552" y="484"/>
                  </a:lnTo>
                  <a:lnTo>
                    <a:pt x="554" y="483"/>
                  </a:lnTo>
                  <a:lnTo>
                    <a:pt x="555" y="483"/>
                  </a:lnTo>
                  <a:lnTo>
                    <a:pt x="557" y="483"/>
                  </a:lnTo>
                  <a:lnTo>
                    <a:pt x="559" y="483"/>
                  </a:lnTo>
                  <a:lnTo>
                    <a:pt x="560" y="483"/>
                  </a:lnTo>
                  <a:lnTo>
                    <a:pt x="561" y="482"/>
                  </a:lnTo>
                  <a:lnTo>
                    <a:pt x="563" y="480"/>
                  </a:lnTo>
                  <a:lnTo>
                    <a:pt x="564" y="478"/>
                  </a:lnTo>
                  <a:lnTo>
                    <a:pt x="566" y="478"/>
                  </a:lnTo>
                  <a:lnTo>
                    <a:pt x="568" y="478"/>
                  </a:lnTo>
                  <a:lnTo>
                    <a:pt x="570" y="479"/>
                  </a:lnTo>
                  <a:lnTo>
                    <a:pt x="572" y="480"/>
                  </a:lnTo>
                  <a:lnTo>
                    <a:pt x="575" y="480"/>
                  </a:lnTo>
                  <a:lnTo>
                    <a:pt x="577" y="479"/>
                  </a:lnTo>
                  <a:lnTo>
                    <a:pt x="579" y="480"/>
                  </a:lnTo>
                  <a:lnTo>
                    <a:pt x="581" y="481"/>
                  </a:lnTo>
                  <a:lnTo>
                    <a:pt x="582" y="483"/>
                  </a:lnTo>
                  <a:lnTo>
                    <a:pt x="583" y="484"/>
                  </a:lnTo>
                  <a:lnTo>
                    <a:pt x="584" y="485"/>
                  </a:lnTo>
                  <a:lnTo>
                    <a:pt x="585" y="486"/>
                  </a:lnTo>
                  <a:lnTo>
                    <a:pt x="587" y="487"/>
                  </a:lnTo>
                  <a:lnTo>
                    <a:pt x="588" y="488"/>
                  </a:lnTo>
                  <a:lnTo>
                    <a:pt x="589" y="489"/>
                  </a:lnTo>
                  <a:lnTo>
                    <a:pt x="592" y="490"/>
                  </a:lnTo>
                  <a:lnTo>
                    <a:pt x="594" y="491"/>
                  </a:lnTo>
                  <a:lnTo>
                    <a:pt x="595" y="493"/>
                  </a:lnTo>
                  <a:close/>
                </a:path>
              </a:pathLst>
            </a:custGeom>
            <a:solidFill>
              <a:srgbClr val="0072B2">
                <a:alpha val="10800"/>
              </a:srgbClr>
            </a:solidFill>
            <a:ln>
              <a:noFill/>
            </a:ln>
          </p:spPr>
          <p:txBody>
            <a:bodyPr anchor="ctr"/>
            <a:lstStyle/>
            <a:p>
              <a:pPr algn="ctr">
                <a:buNone/>
              </a:pPr>
            </a:p>
          </p:txBody>
        </p:sp>
        <p:sp>
          <p:nvSpPr>
            <p:cNvPr id="7594" name="addition:spatial:83">
              <a:extLst>
                <a:ext uri="{FF2B5EF4-FFF2-40B4-BE49-F238E27FC236}">
                  <ns2:creationId id="{DD152F32-C3DE-49D9-B638-F9864275E1E8}"/>
                </a:ext>
              </a:extLst>
            </p:cNvPr>
            <p:cNvSpPr>
              <a:spLocks noGrp="1"/>
            </p:cNvSpPr>
            <p:nvPr/>
          </p:nvSpPr>
          <p:spPr>
            <a:xfrm>
              <a:off x="5648325" y="1666875"/>
              <a:ext cx="820720" cy="920252"/>
            </a:xfrm>
            <a:custGeom>
              <a:rect l="l" t="t" r="r" b="b"/>
              <a:pathLst>
                <a:path w="619" h="544">
                  <a:moveTo>
                    <a:pt x="0" y="0"/>
                  </a:moveTo>
                  <a:moveTo>
                    <a:pt x="617" y="521"/>
                  </a:moveTo>
                  <a:lnTo>
                    <a:pt x="619" y="523"/>
                  </a:lnTo>
                  <a:lnTo>
                    <a:pt x="618" y="525"/>
                  </a:lnTo>
                  <a:lnTo>
                    <a:pt x="615" y="526"/>
                  </a:lnTo>
                  <a:lnTo>
                    <a:pt x="612" y="527"/>
                  </a:lnTo>
                  <a:lnTo>
                    <a:pt x="611" y="529"/>
                  </a:lnTo>
                  <a:lnTo>
                    <a:pt x="611" y="531"/>
                  </a:lnTo>
                  <a:lnTo>
                    <a:pt x="610" y="532"/>
                  </a:lnTo>
                  <a:lnTo>
                    <a:pt x="608" y="533"/>
                  </a:lnTo>
                  <a:lnTo>
                    <a:pt x="605" y="534"/>
                  </a:lnTo>
                  <a:lnTo>
                    <a:pt x="603" y="535"/>
                  </a:lnTo>
                  <a:lnTo>
                    <a:pt x="601" y="536"/>
                  </a:lnTo>
                  <a:lnTo>
                    <a:pt x="599" y="537"/>
                  </a:lnTo>
                  <a:lnTo>
                    <a:pt x="597" y="538"/>
                  </a:lnTo>
                  <a:lnTo>
                    <a:pt x="594" y="539"/>
                  </a:lnTo>
                  <a:lnTo>
                    <a:pt x="591" y="540"/>
                  </a:lnTo>
                  <a:lnTo>
                    <a:pt x="589" y="541"/>
                  </a:lnTo>
                  <a:lnTo>
                    <a:pt x="586" y="543"/>
                  </a:lnTo>
                  <a:lnTo>
                    <a:pt x="583" y="544"/>
                  </a:lnTo>
                  <a:lnTo>
                    <a:pt x="580" y="543"/>
                  </a:lnTo>
                  <a:lnTo>
                    <a:pt x="577" y="540"/>
                  </a:lnTo>
                  <a:lnTo>
                    <a:pt x="576" y="537"/>
                  </a:lnTo>
                  <a:lnTo>
                    <a:pt x="574" y="536"/>
                  </a:lnTo>
                  <a:lnTo>
                    <a:pt x="572" y="536"/>
                  </a:lnTo>
                  <a:lnTo>
                    <a:pt x="569" y="536"/>
                  </a:lnTo>
                  <a:lnTo>
                    <a:pt x="566" y="536"/>
                  </a:lnTo>
                  <a:lnTo>
                    <a:pt x="564" y="535"/>
                  </a:lnTo>
                  <a:lnTo>
                    <a:pt x="562" y="534"/>
                  </a:lnTo>
                  <a:lnTo>
                    <a:pt x="560" y="533"/>
                  </a:lnTo>
                  <a:lnTo>
                    <a:pt x="558" y="531"/>
                  </a:lnTo>
                  <a:lnTo>
                    <a:pt x="557" y="530"/>
                  </a:lnTo>
                  <a:lnTo>
                    <a:pt x="557" y="528"/>
                  </a:lnTo>
                  <a:lnTo>
                    <a:pt x="558" y="526"/>
                  </a:lnTo>
                  <a:lnTo>
                    <a:pt x="559" y="524"/>
                  </a:lnTo>
                  <a:lnTo>
                    <a:pt x="558" y="522"/>
                  </a:lnTo>
                  <a:lnTo>
                    <a:pt x="557" y="521"/>
                  </a:lnTo>
                  <a:lnTo>
                    <a:pt x="558" y="519"/>
                  </a:lnTo>
                  <a:lnTo>
                    <a:pt x="560" y="517"/>
                  </a:lnTo>
                  <a:lnTo>
                    <a:pt x="564" y="516"/>
                  </a:lnTo>
                  <a:lnTo>
                    <a:pt x="566" y="515"/>
                  </a:lnTo>
                  <a:lnTo>
                    <a:pt x="566" y="513"/>
                  </a:lnTo>
                  <a:lnTo>
                    <a:pt x="564" y="511"/>
                  </a:lnTo>
                  <a:lnTo>
                    <a:pt x="563" y="508"/>
                  </a:lnTo>
                  <a:lnTo>
                    <a:pt x="564" y="506"/>
                  </a:lnTo>
                  <a:lnTo>
                    <a:pt x="566" y="505"/>
                  </a:lnTo>
                  <a:lnTo>
                    <a:pt x="568" y="504"/>
                  </a:lnTo>
                  <a:lnTo>
                    <a:pt x="570" y="503"/>
                  </a:lnTo>
                  <a:lnTo>
                    <a:pt x="573" y="502"/>
                  </a:lnTo>
                  <a:lnTo>
                    <a:pt x="575" y="503"/>
                  </a:lnTo>
                  <a:lnTo>
                    <a:pt x="578" y="504"/>
                  </a:lnTo>
                  <a:lnTo>
                    <a:pt x="580" y="504"/>
                  </a:lnTo>
                  <a:lnTo>
                    <a:pt x="582" y="503"/>
                  </a:lnTo>
                  <a:lnTo>
                    <a:pt x="583" y="502"/>
                  </a:lnTo>
                  <a:lnTo>
                    <a:pt x="585" y="500"/>
                  </a:lnTo>
                  <a:lnTo>
                    <a:pt x="588" y="500"/>
                  </a:lnTo>
                  <a:lnTo>
                    <a:pt x="590" y="501"/>
                  </a:lnTo>
                  <a:lnTo>
                    <a:pt x="592" y="503"/>
                  </a:lnTo>
                  <a:lnTo>
                    <a:pt x="594" y="503"/>
                  </a:lnTo>
                  <a:lnTo>
                    <a:pt x="597" y="503"/>
                  </a:lnTo>
                  <a:lnTo>
                    <a:pt x="600" y="502"/>
                  </a:lnTo>
                  <a:lnTo>
                    <a:pt x="603" y="503"/>
                  </a:lnTo>
                  <a:lnTo>
                    <a:pt x="604" y="505"/>
                  </a:lnTo>
                  <a:lnTo>
                    <a:pt x="605" y="507"/>
                  </a:lnTo>
                  <a:lnTo>
                    <a:pt x="605" y="509"/>
                  </a:lnTo>
                  <a:lnTo>
                    <a:pt x="606" y="511"/>
                  </a:lnTo>
                  <a:lnTo>
                    <a:pt x="607" y="513"/>
                  </a:lnTo>
                  <a:lnTo>
                    <a:pt x="607" y="514"/>
                  </a:lnTo>
                  <a:lnTo>
                    <a:pt x="608" y="516"/>
                  </a:lnTo>
                  <a:lnTo>
                    <a:pt x="610" y="517"/>
                  </a:lnTo>
                  <a:lnTo>
                    <a:pt x="613" y="519"/>
                  </a:lnTo>
                  <a:close/>
                </a:path>
              </a:pathLst>
            </a:custGeom>
            <a:solidFill>
              <a:srgbClr val="0072B2">
                <a:alpha val="10800"/>
              </a:srgbClr>
            </a:solidFill>
            <a:ln>
              <a:noFill/>
            </a:ln>
          </p:spPr>
          <p:txBody>
            <a:bodyPr anchor="ctr"/>
            <a:lstStyle/>
            <a:p>
              <a:pPr algn="ctr">
                <a:buNone/>
              </a:pPr>
            </a:p>
          </p:txBody>
        </p:sp>
        <p:sp>
          <p:nvSpPr>
            <p:cNvPr id="7595" name="addition:spatial:84">
              <a:extLst>
                <a:ext uri="{FF2B5EF4-FFF2-40B4-BE49-F238E27FC236}">
                  <ns2:creationId id="{94CE2A62-2AB4-4236-B516-E293F62CF023}"/>
                </a:ext>
              </a:extLst>
            </p:cNvPr>
            <p:cNvSpPr>
              <a:spLocks noGrp="1"/>
            </p:cNvSpPr>
            <p:nvPr/>
          </p:nvSpPr>
          <p:spPr>
            <a:xfrm>
              <a:off x="5648325" y="1666875"/>
              <a:ext cx="754426" cy="930402"/>
            </a:xfrm>
            <a:custGeom>
              <a:rect l="l" t="t" r="r" b="b"/>
              <a:pathLst>
                <a:path w="569" h="550">
                  <a:moveTo>
                    <a:pt x="0" y="0"/>
                  </a:moveTo>
                  <a:moveTo>
                    <a:pt x="567" y="532"/>
                  </a:moveTo>
                  <a:lnTo>
                    <a:pt x="567" y="533"/>
                  </a:lnTo>
                  <a:lnTo>
                    <a:pt x="567" y="535"/>
                  </a:lnTo>
                  <a:lnTo>
                    <a:pt x="567" y="536"/>
                  </a:lnTo>
                  <a:lnTo>
                    <a:pt x="566" y="538"/>
                  </a:lnTo>
                  <a:lnTo>
                    <a:pt x="565" y="539"/>
                  </a:lnTo>
                  <a:lnTo>
                    <a:pt x="565" y="540"/>
                  </a:lnTo>
                  <a:lnTo>
                    <a:pt x="566" y="543"/>
                  </a:lnTo>
                  <a:lnTo>
                    <a:pt x="567" y="545"/>
                  </a:lnTo>
                  <a:lnTo>
                    <a:pt x="566" y="546"/>
                  </a:lnTo>
                  <a:lnTo>
                    <a:pt x="563" y="546"/>
                  </a:lnTo>
                  <a:lnTo>
                    <a:pt x="560" y="546"/>
                  </a:lnTo>
                  <a:lnTo>
                    <a:pt x="557" y="545"/>
                  </a:lnTo>
                  <a:lnTo>
                    <a:pt x="555" y="545"/>
                  </a:lnTo>
                  <a:lnTo>
                    <a:pt x="554" y="546"/>
                  </a:lnTo>
                  <a:lnTo>
                    <a:pt x="553" y="547"/>
                  </a:lnTo>
                  <a:lnTo>
                    <a:pt x="551" y="548"/>
                  </a:lnTo>
                  <a:lnTo>
                    <a:pt x="549" y="548"/>
                  </a:lnTo>
                  <a:lnTo>
                    <a:pt x="547" y="549"/>
                  </a:lnTo>
                  <a:lnTo>
                    <a:pt x="545" y="550"/>
                  </a:lnTo>
                  <a:lnTo>
                    <a:pt x="542" y="550"/>
                  </a:lnTo>
                  <a:lnTo>
                    <a:pt x="540" y="549"/>
                  </a:lnTo>
                  <a:lnTo>
                    <a:pt x="538" y="548"/>
                  </a:lnTo>
                  <a:lnTo>
                    <a:pt x="537" y="546"/>
                  </a:lnTo>
                  <a:lnTo>
                    <a:pt x="534" y="546"/>
                  </a:lnTo>
                  <a:lnTo>
                    <a:pt x="532" y="546"/>
                  </a:lnTo>
                  <a:lnTo>
                    <a:pt x="529" y="545"/>
                  </a:lnTo>
                  <a:lnTo>
                    <a:pt x="528" y="543"/>
                  </a:lnTo>
                  <a:lnTo>
                    <a:pt x="528" y="541"/>
                  </a:lnTo>
                  <a:lnTo>
                    <a:pt x="529" y="539"/>
                  </a:lnTo>
                  <a:lnTo>
                    <a:pt x="528" y="538"/>
                  </a:lnTo>
                  <a:lnTo>
                    <a:pt x="525" y="537"/>
                  </a:lnTo>
                  <a:lnTo>
                    <a:pt x="522" y="536"/>
                  </a:lnTo>
                  <a:lnTo>
                    <a:pt x="519" y="535"/>
                  </a:lnTo>
                  <a:lnTo>
                    <a:pt x="518" y="534"/>
                  </a:lnTo>
                  <a:lnTo>
                    <a:pt x="518" y="532"/>
                  </a:lnTo>
                  <a:lnTo>
                    <a:pt x="518" y="530"/>
                  </a:lnTo>
                  <a:lnTo>
                    <a:pt x="518" y="529"/>
                  </a:lnTo>
                  <a:lnTo>
                    <a:pt x="520" y="527"/>
                  </a:lnTo>
                  <a:lnTo>
                    <a:pt x="523" y="526"/>
                  </a:lnTo>
                  <a:lnTo>
                    <a:pt x="526" y="526"/>
                  </a:lnTo>
                  <a:lnTo>
                    <a:pt x="527" y="525"/>
                  </a:lnTo>
                  <a:lnTo>
                    <a:pt x="527" y="523"/>
                  </a:lnTo>
                  <a:lnTo>
                    <a:pt x="527" y="521"/>
                  </a:lnTo>
                  <a:lnTo>
                    <a:pt x="528" y="519"/>
                  </a:lnTo>
                  <a:lnTo>
                    <a:pt x="531" y="519"/>
                  </a:lnTo>
                  <a:lnTo>
                    <a:pt x="534" y="519"/>
                  </a:lnTo>
                  <a:lnTo>
                    <a:pt x="536" y="518"/>
                  </a:lnTo>
                  <a:lnTo>
                    <a:pt x="538" y="517"/>
                  </a:lnTo>
                  <a:lnTo>
                    <a:pt x="540" y="515"/>
                  </a:lnTo>
                  <a:lnTo>
                    <a:pt x="542" y="514"/>
                  </a:lnTo>
                  <a:lnTo>
                    <a:pt x="544" y="513"/>
                  </a:lnTo>
                  <a:lnTo>
                    <a:pt x="547" y="514"/>
                  </a:lnTo>
                  <a:lnTo>
                    <a:pt x="549" y="515"/>
                  </a:lnTo>
                  <a:lnTo>
                    <a:pt x="552" y="515"/>
                  </a:lnTo>
                  <a:lnTo>
                    <a:pt x="553" y="516"/>
                  </a:lnTo>
                  <a:lnTo>
                    <a:pt x="555" y="517"/>
                  </a:lnTo>
                  <a:lnTo>
                    <a:pt x="556" y="519"/>
                  </a:lnTo>
                  <a:lnTo>
                    <a:pt x="557" y="520"/>
                  </a:lnTo>
                  <a:lnTo>
                    <a:pt x="560" y="519"/>
                  </a:lnTo>
                  <a:lnTo>
                    <a:pt x="563" y="518"/>
                  </a:lnTo>
                  <a:lnTo>
                    <a:pt x="566" y="518"/>
                  </a:lnTo>
                  <a:lnTo>
                    <a:pt x="568" y="519"/>
                  </a:lnTo>
                  <a:lnTo>
                    <a:pt x="568" y="521"/>
                  </a:lnTo>
                  <a:lnTo>
                    <a:pt x="567" y="523"/>
                  </a:lnTo>
                  <a:lnTo>
                    <a:pt x="567" y="525"/>
                  </a:lnTo>
                  <a:lnTo>
                    <a:pt x="568" y="526"/>
                  </a:lnTo>
                  <a:lnTo>
                    <a:pt x="569" y="527"/>
                  </a:lnTo>
                  <a:lnTo>
                    <a:pt x="569" y="529"/>
                  </a:lnTo>
                  <a:lnTo>
                    <a:pt x="568" y="530"/>
                  </a:lnTo>
                  <a:close/>
                </a:path>
              </a:pathLst>
            </a:custGeom>
            <a:solidFill>
              <a:srgbClr val="0072B2">
                <a:alpha val="10800"/>
              </a:srgbClr>
            </a:solidFill>
            <a:ln>
              <a:noFill/>
            </a:ln>
          </p:spPr>
          <p:txBody>
            <a:bodyPr anchor="ctr"/>
            <a:lstStyle/>
            <a:p>
              <a:pPr algn="ctr">
                <a:buNone/>
              </a:pPr>
            </a:p>
          </p:txBody>
        </p:sp>
        <p:sp>
          <p:nvSpPr>
            <p:cNvPr id="7596" name="addition:spatial:85">
              <a:extLst>
                <a:ext uri="{FF2B5EF4-FFF2-40B4-BE49-F238E27FC236}">
                  <ns2:creationId id="{B6A815A4-9667-4F16-9DDD-B5E5F9BD8202}"/>
                </a:ext>
              </a:extLst>
            </p:cNvPr>
            <p:cNvSpPr>
              <a:spLocks noGrp="1"/>
            </p:cNvSpPr>
            <p:nvPr/>
          </p:nvSpPr>
          <p:spPr>
            <a:xfrm>
              <a:off x="5648325" y="1666875"/>
              <a:ext cx="1569842" cy="950702"/>
            </a:xfrm>
            <a:custGeom>
              <a:rect l="l" t="t" r="r" b="b"/>
              <a:pathLst>
                <a:path w="1184" h="562">
                  <a:moveTo>
                    <a:pt x="0" y="0"/>
                  </a:moveTo>
                  <a:moveTo>
                    <a:pt x="1181" y="505"/>
                  </a:moveTo>
                  <a:lnTo>
                    <a:pt x="1176" y="510"/>
                  </a:lnTo>
                  <a:lnTo>
                    <a:pt x="1172" y="516"/>
                  </a:lnTo>
                  <a:lnTo>
                    <a:pt x="1168" y="521"/>
                  </a:lnTo>
                  <a:lnTo>
                    <a:pt x="1159" y="525"/>
                  </a:lnTo>
                  <a:lnTo>
                    <a:pt x="1148" y="527"/>
                  </a:lnTo>
                  <a:lnTo>
                    <a:pt x="1139" y="530"/>
                  </a:lnTo>
                  <a:lnTo>
                    <a:pt x="1136" y="534"/>
                  </a:lnTo>
                  <a:lnTo>
                    <a:pt x="1139" y="542"/>
                  </a:lnTo>
                  <a:lnTo>
                    <a:pt x="1141" y="552"/>
                  </a:lnTo>
                  <a:lnTo>
                    <a:pt x="1138" y="558"/>
                  </a:lnTo>
                  <a:lnTo>
                    <a:pt x="1128" y="561"/>
                  </a:lnTo>
                  <a:lnTo>
                    <a:pt x="1116" y="560"/>
                  </a:lnTo>
                  <a:lnTo>
                    <a:pt x="1105" y="559"/>
                  </a:lnTo>
                  <a:lnTo>
                    <a:pt x="1097" y="560"/>
                  </a:lnTo>
                  <a:lnTo>
                    <a:pt x="1089" y="562"/>
                  </a:lnTo>
                  <a:lnTo>
                    <a:pt x="1082" y="562"/>
                  </a:lnTo>
                  <a:lnTo>
                    <a:pt x="1074" y="561"/>
                  </a:lnTo>
                  <a:lnTo>
                    <a:pt x="1067" y="559"/>
                  </a:lnTo>
                  <a:lnTo>
                    <a:pt x="1060" y="559"/>
                  </a:lnTo>
                  <a:lnTo>
                    <a:pt x="1053" y="560"/>
                  </a:lnTo>
                  <a:lnTo>
                    <a:pt x="1046" y="560"/>
                  </a:lnTo>
                  <a:lnTo>
                    <a:pt x="1039" y="558"/>
                  </a:lnTo>
                  <a:lnTo>
                    <a:pt x="1035" y="554"/>
                  </a:lnTo>
                  <a:lnTo>
                    <a:pt x="1029" y="552"/>
                  </a:lnTo>
                  <a:lnTo>
                    <a:pt x="1019" y="552"/>
                  </a:lnTo>
                  <a:lnTo>
                    <a:pt x="1007" y="553"/>
                  </a:lnTo>
                  <a:lnTo>
                    <a:pt x="997" y="551"/>
                  </a:lnTo>
                  <a:lnTo>
                    <a:pt x="994" y="545"/>
                  </a:lnTo>
                  <a:lnTo>
                    <a:pt x="998" y="536"/>
                  </a:lnTo>
                  <a:lnTo>
                    <a:pt x="1003" y="528"/>
                  </a:lnTo>
                  <a:lnTo>
                    <a:pt x="1005" y="523"/>
                  </a:lnTo>
                  <a:lnTo>
                    <a:pt x="1002" y="519"/>
                  </a:lnTo>
                  <a:lnTo>
                    <a:pt x="996" y="514"/>
                  </a:lnTo>
                  <a:lnTo>
                    <a:pt x="992" y="510"/>
                  </a:lnTo>
                  <a:lnTo>
                    <a:pt x="989" y="505"/>
                  </a:lnTo>
                  <a:lnTo>
                    <a:pt x="984" y="500"/>
                  </a:lnTo>
                  <a:lnTo>
                    <a:pt x="978" y="494"/>
                  </a:lnTo>
                  <a:lnTo>
                    <a:pt x="973" y="488"/>
                  </a:lnTo>
                  <a:lnTo>
                    <a:pt x="975" y="482"/>
                  </a:lnTo>
                  <a:lnTo>
                    <a:pt x="983" y="478"/>
                  </a:lnTo>
                  <a:lnTo>
                    <a:pt x="991" y="476"/>
                  </a:lnTo>
                  <a:lnTo>
                    <a:pt x="996" y="472"/>
                  </a:lnTo>
                  <a:lnTo>
                    <a:pt x="998" y="466"/>
                  </a:lnTo>
                  <a:lnTo>
                    <a:pt x="999" y="460"/>
                  </a:lnTo>
                  <a:lnTo>
                    <a:pt x="1005" y="457"/>
                  </a:lnTo>
                  <a:lnTo>
                    <a:pt x="1016" y="457"/>
                  </a:lnTo>
                  <a:lnTo>
                    <a:pt x="1027" y="459"/>
                  </a:lnTo>
                  <a:lnTo>
                    <a:pt x="1036" y="460"/>
                  </a:lnTo>
                  <a:lnTo>
                    <a:pt x="1042" y="456"/>
                  </a:lnTo>
                  <a:lnTo>
                    <a:pt x="1048" y="450"/>
                  </a:lnTo>
                  <a:lnTo>
                    <a:pt x="1056" y="445"/>
                  </a:lnTo>
                  <a:lnTo>
                    <a:pt x="1065" y="443"/>
                  </a:lnTo>
                  <a:lnTo>
                    <a:pt x="1076" y="441"/>
                  </a:lnTo>
                  <a:lnTo>
                    <a:pt x="1086" y="441"/>
                  </a:lnTo>
                  <a:lnTo>
                    <a:pt x="1097" y="441"/>
                  </a:lnTo>
                  <a:lnTo>
                    <a:pt x="1107" y="444"/>
                  </a:lnTo>
                  <a:lnTo>
                    <a:pt x="1114" y="450"/>
                  </a:lnTo>
                  <a:lnTo>
                    <a:pt x="1118" y="458"/>
                  </a:lnTo>
                  <a:lnTo>
                    <a:pt x="1123" y="464"/>
                  </a:lnTo>
                  <a:lnTo>
                    <a:pt x="1131" y="466"/>
                  </a:lnTo>
                  <a:lnTo>
                    <a:pt x="1143" y="465"/>
                  </a:lnTo>
                  <a:lnTo>
                    <a:pt x="1155" y="466"/>
                  </a:lnTo>
                  <a:lnTo>
                    <a:pt x="1162" y="469"/>
                  </a:lnTo>
                  <a:lnTo>
                    <a:pt x="1165" y="475"/>
                  </a:lnTo>
                  <a:lnTo>
                    <a:pt x="1166" y="480"/>
                  </a:lnTo>
                  <a:lnTo>
                    <a:pt x="1170" y="485"/>
                  </a:lnTo>
                  <a:lnTo>
                    <a:pt x="1177" y="489"/>
                  </a:lnTo>
                  <a:lnTo>
                    <a:pt x="1183" y="494"/>
                  </a:lnTo>
                  <a:lnTo>
                    <a:pt x="1184" y="499"/>
                  </a:lnTo>
                  <a:close/>
                </a:path>
              </a:pathLst>
            </a:custGeom>
            <a:solidFill>
              <a:srgbClr val="F5DAC5">
                <a:alpha val="12900"/>
              </a:srgbClr>
            </a:solidFill>
            <a:ln>
              <a:noFill/>
            </a:ln>
          </p:spPr>
          <p:txBody>
            <a:bodyPr anchor="ctr"/>
            <a:lstStyle/>
            <a:p>
              <a:pPr algn="ctr">
                <a:buNone/>
              </a:pPr>
            </a:p>
          </p:txBody>
        </p:sp>
        <p:sp>
          <p:nvSpPr>
            <p:cNvPr id="7597" name="addition:spatial:86">
              <a:extLst>
                <a:ext uri="{FF2B5EF4-FFF2-40B4-BE49-F238E27FC236}">
                  <ns2:creationId id="{0B92CFB0-9AE3-44A9-A79B-8187E653BCFF}"/>
                </a:ext>
              </a:extLst>
            </p:cNvPr>
            <p:cNvSpPr>
              <a:spLocks noGrp="1"/>
            </p:cNvSpPr>
            <p:nvPr/>
          </p:nvSpPr>
          <p:spPr>
            <a:xfrm>
              <a:off x="5648325" y="1666875"/>
              <a:ext cx="1543324" cy="952393"/>
            </a:xfrm>
            <a:custGeom>
              <a:rect l="l" t="t" r="r" b="b"/>
              <a:pathLst>
                <a:path w="1164" h="563">
                  <a:moveTo>
                    <a:pt x="0" y="0"/>
                  </a:moveTo>
                  <a:moveTo>
                    <a:pt x="1141" y="510"/>
                  </a:moveTo>
                  <a:lnTo>
                    <a:pt x="1140" y="514"/>
                  </a:lnTo>
                  <a:lnTo>
                    <a:pt x="1140" y="518"/>
                  </a:lnTo>
                  <a:lnTo>
                    <a:pt x="1139" y="523"/>
                  </a:lnTo>
                  <a:lnTo>
                    <a:pt x="1136" y="527"/>
                  </a:lnTo>
                  <a:lnTo>
                    <a:pt x="1132" y="531"/>
                  </a:lnTo>
                  <a:lnTo>
                    <a:pt x="1131" y="535"/>
                  </a:lnTo>
                  <a:lnTo>
                    <a:pt x="1130" y="540"/>
                  </a:lnTo>
                  <a:lnTo>
                    <a:pt x="1126" y="545"/>
                  </a:lnTo>
                  <a:lnTo>
                    <a:pt x="1120" y="548"/>
                  </a:lnTo>
                  <a:lnTo>
                    <a:pt x="1113" y="549"/>
                  </a:lnTo>
                  <a:lnTo>
                    <a:pt x="1107" y="552"/>
                  </a:lnTo>
                  <a:lnTo>
                    <a:pt x="1103" y="556"/>
                  </a:lnTo>
                  <a:lnTo>
                    <a:pt x="1099" y="561"/>
                  </a:lnTo>
                  <a:lnTo>
                    <a:pt x="1092" y="563"/>
                  </a:lnTo>
                  <a:lnTo>
                    <a:pt x="1084" y="560"/>
                  </a:lnTo>
                  <a:lnTo>
                    <a:pt x="1076" y="555"/>
                  </a:lnTo>
                  <a:lnTo>
                    <a:pt x="1071" y="551"/>
                  </a:lnTo>
                  <a:lnTo>
                    <a:pt x="1066" y="551"/>
                  </a:lnTo>
                  <a:lnTo>
                    <a:pt x="1060" y="555"/>
                  </a:lnTo>
                  <a:lnTo>
                    <a:pt x="1053" y="558"/>
                  </a:lnTo>
                  <a:lnTo>
                    <a:pt x="1046" y="560"/>
                  </a:lnTo>
                  <a:lnTo>
                    <a:pt x="1039" y="559"/>
                  </a:lnTo>
                  <a:lnTo>
                    <a:pt x="1032" y="558"/>
                  </a:lnTo>
                  <a:lnTo>
                    <a:pt x="1024" y="556"/>
                  </a:lnTo>
                  <a:lnTo>
                    <a:pt x="1018" y="553"/>
                  </a:lnTo>
                  <a:lnTo>
                    <a:pt x="1015" y="548"/>
                  </a:lnTo>
                  <a:lnTo>
                    <a:pt x="1015" y="542"/>
                  </a:lnTo>
                  <a:lnTo>
                    <a:pt x="1014" y="537"/>
                  </a:lnTo>
                  <a:lnTo>
                    <a:pt x="1010" y="533"/>
                  </a:lnTo>
                  <a:lnTo>
                    <a:pt x="1002" y="531"/>
                  </a:lnTo>
                  <a:lnTo>
                    <a:pt x="995" y="528"/>
                  </a:lnTo>
                  <a:lnTo>
                    <a:pt x="992" y="523"/>
                  </a:lnTo>
                  <a:lnTo>
                    <a:pt x="994" y="518"/>
                  </a:lnTo>
                  <a:lnTo>
                    <a:pt x="996" y="514"/>
                  </a:lnTo>
                  <a:lnTo>
                    <a:pt x="994" y="510"/>
                  </a:lnTo>
                  <a:lnTo>
                    <a:pt x="987" y="506"/>
                  </a:lnTo>
                  <a:lnTo>
                    <a:pt x="979" y="500"/>
                  </a:lnTo>
                  <a:lnTo>
                    <a:pt x="976" y="495"/>
                  </a:lnTo>
                  <a:lnTo>
                    <a:pt x="978" y="490"/>
                  </a:lnTo>
                  <a:lnTo>
                    <a:pt x="983" y="487"/>
                  </a:lnTo>
                  <a:lnTo>
                    <a:pt x="989" y="483"/>
                  </a:lnTo>
                  <a:lnTo>
                    <a:pt x="994" y="480"/>
                  </a:lnTo>
                  <a:lnTo>
                    <a:pt x="1002" y="478"/>
                  </a:lnTo>
                  <a:lnTo>
                    <a:pt x="1011" y="478"/>
                  </a:lnTo>
                  <a:lnTo>
                    <a:pt x="1020" y="478"/>
                  </a:lnTo>
                  <a:lnTo>
                    <a:pt x="1025" y="475"/>
                  </a:lnTo>
                  <a:lnTo>
                    <a:pt x="1027" y="470"/>
                  </a:lnTo>
                  <a:lnTo>
                    <a:pt x="1030" y="462"/>
                  </a:lnTo>
                  <a:lnTo>
                    <a:pt x="1036" y="457"/>
                  </a:lnTo>
                  <a:lnTo>
                    <a:pt x="1045" y="456"/>
                  </a:lnTo>
                  <a:lnTo>
                    <a:pt x="1055" y="458"/>
                  </a:lnTo>
                  <a:lnTo>
                    <a:pt x="1064" y="460"/>
                  </a:lnTo>
                  <a:lnTo>
                    <a:pt x="1072" y="460"/>
                  </a:lnTo>
                  <a:lnTo>
                    <a:pt x="1081" y="458"/>
                  </a:lnTo>
                  <a:lnTo>
                    <a:pt x="1090" y="458"/>
                  </a:lnTo>
                  <a:lnTo>
                    <a:pt x="1098" y="461"/>
                  </a:lnTo>
                  <a:lnTo>
                    <a:pt x="1104" y="465"/>
                  </a:lnTo>
                  <a:lnTo>
                    <a:pt x="1110" y="469"/>
                  </a:lnTo>
                  <a:lnTo>
                    <a:pt x="1116" y="471"/>
                  </a:lnTo>
                  <a:lnTo>
                    <a:pt x="1122" y="473"/>
                  </a:lnTo>
                  <a:lnTo>
                    <a:pt x="1127" y="477"/>
                  </a:lnTo>
                  <a:lnTo>
                    <a:pt x="1130" y="480"/>
                  </a:lnTo>
                  <a:lnTo>
                    <a:pt x="1134" y="483"/>
                  </a:lnTo>
                  <a:lnTo>
                    <a:pt x="1143" y="485"/>
                  </a:lnTo>
                  <a:lnTo>
                    <a:pt x="1154" y="486"/>
                  </a:lnTo>
                  <a:lnTo>
                    <a:pt x="1163" y="489"/>
                  </a:lnTo>
                  <a:lnTo>
                    <a:pt x="1164" y="494"/>
                  </a:lnTo>
                  <a:lnTo>
                    <a:pt x="1157" y="500"/>
                  </a:lnTo>
                  <a:lnTo>
                    <a:pt x="1147" y="506"/>
                  </a:lnTo>
                  <a:close/>
                </a:path>
              </a:pathLst>
            </a:custGeom>
            <a:solidFill>
              <a:srgbClr val="ECB78D">
                <a:alpha val="12900"/>
              </a:srgbClr>
            </a:solidFill>
            <a:ln>
              <a:noFill/>
            </a:ln>
          </p:spPr>
          <p:txBody>
            <a:bodyPr anchor="ctr"/>
            <a:lstStyle/>
            <a:p>
              <a:pPr algn="ctr">
                <a:buNone/>
              </a:pPr>
            </a:p>
          </p:txBody>
        </p:sp>
        <p:sp>
          <p:nvSpPr>
            <p:cNvPr id="7598" name="addition:spatial:87">
              <a:extLst>
                <a:ext uri="{FF2B5EF4-FFF2-40B4-BE49-F238E27FC236}">
                  <ns2:creationId id="{81A9CAAE-A640-4154-BE7F-63D009A58DCD}"/>
                </a:ext>
              </a:extLst>
            </p:cNvPr>
            <p:cNvSpPr>
              <a:spLocks noGrp="1"/>
            </p:cNvSpPr>
            <p:nvPr/>
          </p:nvSpPr>
          <p:spPr>
            <a:xfrm>
              <a:off x="5648325" y="1666875"/>
              <a:ext cx="1520784" cy="952393"/>
            </a:xfrm>
            <a:custGeom>
              <a:rect l="l" t="t" r="r" b="b"/>
              <a:pathLst>
                <a:path w="1147" h="563">
                  <a:moveTo>
                    <a:pt x="0" y="0"/>
                  </a:moveTo>
                  <a:moveTo>
                    <a:pt x="1132" y="515"/>
                  </a:moveTo>
                  <a:lnTo>
                    <a:pt x="1129" y="519"/>
                  </a:lnTo>
                  <a:lnTo>
                    <a:pt x="1130" y="523"/>
                  </a:lnTo>
                  <a:lnTo>
                    <a:pt x="1131" y="527"/>
                  </a:lnTo>
                  <a:lnTo>
                    <a:pt x="1127" y="530"/>
                  </a:lnTo>
                  <a:lnTo>
                    <a:pt x="1120" y="533"/>
                  </a:lnTo>
                  <a:lnTo>
                    <a:pt x="1115" y="535"/>
                  </a:lnTo>
                  <a:lnTo>
                    <a:pt x="1111" y="539"/>
                  </a:lnTo>
                  <a:lnTo>
                    <a:pt x="1109" y="543"/>
                  </a:lnTo>
                  <a:lnTo>
                    <a:pt x="1105" y="546"/>
                  </a:lnTo>
                  <a:lnTo>
                    <a:pt x="1101" y="549"/>
                  </a:lnTo>
                  <a:lnTo>
                    <a:pt x="1095" y="552"/>
                  </a:lnTo>
                  <a:lnTo>
                    <a:pt x="1091" y="556"/>
                  </a:lnTo>
                  <a:lnTo>
                    <a:pt x="1087" y="560"/>
                  </a:lnTo>
                  <a:lnTo>
                    <a:pt x="1081" y="563"/>
                  </a:lnTo>
                  <a:lnTo>
                    <a:pt x="1073" y="562"/>
                  </a:lnTo>
                  <a:lnTo>
                    <a:pt x="1066" y="558"/>
                  </a:lnTo>
                  <a:lnTo>
                    <a:pt x="1060" y="552"/>
                  </a:lnTo>
                  <a:lnTo>
                    <a:pt x="1055" y="550"/>
                  </a:lnTo>
                  <a:lnTo>
                    <a:pt x="1050" y="552"/>
                  </a:lnTo>
                  <a:lnTo>
                    <a:pt x="1045" y="555"/>
                  </a:lnTo>
                  <a:lnTo>
                    <a:pt x="1038" y="557"/>
                  </a:lnTo>
                  <a:lnTo>
                    <a:pt x="1033" y="556"/>
                  </a:lnTo>
                  <a:lnTo>
                    <a:pt x="1028" y="554"/>
                  </a:lnTo>
                  <a:lnTo>
                    <a:pt x="1023" y="553"/>
                  </a:lnTo>
                  <a:lnTo>
                    <a:pt x="1017" y="551"/>
                  </a:lnTo>
                  <a:lnTo>
                    <a:pt x="1012" y="549"/>
                  </a:lnTo>
                  <a:lnTo>
                    <a:pt x="1009" y="545"/>
                  </a:lnTo>
                  <a:lnTo>
                    <a:pt x="1009" y="541"/>
                  </a:lnTo>
                  <a:lnTo>
                    <a:pt x="1007" y="537"/>
                  </a:lnTo>
                  <a:lnTo>
                    <a:pt x="1004" y="534"/>
                  </a:lnTo>
                  <a:lnTo>
                    <a:pt x="999" y="531"/>
                  </a:lnTo>
                  <a:lnTo>
                    <a:pt x="997" y="527"/>
                  </a:lnTo>
                  <a:lnTo>
                    <a:pt x="999" y="522"/>
                  </a:lnTo>
                  <a:lnTo>
                    <a:pt x="1004" y="518"/>
                  </a:lnTo>
                  <a:lnTo>
                    <a:pt x="1006" y="515"/>
                  </a:lnTo>
                  <a:lnTo>
                    <a:pt x="1002" y="512"/>
                  </a:lnTo>
                  <a:lnTo>
                    <a:pt x="993" y="507"/>
                  </a:lnTo>
                  <a:lnTo>
                    <a:pt x="986" y="502"/>
                  </a:lnTo>
                  <a:lnTo>
                    <a:pt x="985" y="497"/>
                  </a:lnTo>
                  <a:lnTo>
                    <a:pt x="988" y="494"/>
                  </a:lnTo>
                  <a:lnTo>
                    <a:pt x="994" y="491"/>
                  </a:lnTo>
                  <a:lnTo>
                    <a:pt x="998" y="488"/>
                  </a:lnTo>
                  <a:lnTo>
                    <a:pt x="1003" y="486"/>
                  </a:lnTo>
                  <a:lnTo>
                    <a:pt x="1009" y="485"/>
                  </a:lnTo>
                  <a:lnTo>
                    <a:pt x="1016" y="484"/>
                  </a:lnTo>
                  <a:lnTo>
                    <a:pt x="1022" y="484"/>
                  </a:lnTo>
                  <a:lnTo>
                    <a:pt x="1026" y="481"/>
                  </a:lnTo>
                  <a:lnTo>
                    <a:pt x="1029" y="477"/>
                  </a:lnTo>
                  <a:lnTo>
                    <a:pt x="1033" y="472"/>
                  </a:lnTo>
                  <a:lnTo>
                    <a:pt x="1039" y="470"/>
                  </a:lnTo>
                  <a:lnTo>
                    <a:pt x="1047" y="471"/>
                  </a:lnTo>
                  <a:lnTo>
                    <a:pt x="1054" y="473"/>
                  </a:lnTo>
                  <a:lnTo>
                    <a:pt x="1061" y="473"/>
                  </a:lnTo>
                  <a:lnTo>
                    <a:pt x="1068" y="471"/>
                  </a:lnTo>
                  <a:lnTo>
                    <a:pt x="1077" y="468"/>
                  </a:lnTo>
                  <a:lnTo>
                    <a:pt x="1085" y="468"/>
                  </a:lnTo>
                  <a:lnTo>
                    <a:pt x="1092" y="472"/>
                  </a:lnTo>
                  <a:lnTo>
                    <a:pt x="1096" y="477"/>
                  </a:lnTo>
                  <a:lnTo>
                    <a:pt x="1100" y="481"/>
                  </a:lnTo>
                  <a:lnTo>
                    <a:pt x="1104" y="484"/>
                  </a:lnTo>
                  <a:lnTo>
                    <a:pt x="1109" y="487"/>
                  </a:lnTo>
                  <a:lnTo>
                    <a:pt x="1113" y="490"/>
                  </a:lnTo>
                  <a:lnTo>
                    <a:pt x="1117" y="492"/>
                  </a:lnTo>
                  <a:lnTo>
                    <a:pt x="1123" y="494"/>
                  </a:lnTo>
                  <a:lnTo>
                    <a:pt x="1132" y="496"/>
                  </a:lnTo>
                  <a:lnTo>
                    <a:pt x="1141" y="498"/>
                  </a:lnTo>
                  <a:lnTo>
                    <a:pt x="1147" y="501"/>
                  </a:lnTo>
                  <a:lnTo>
                    <a:pt x="1145" y="506"/>
                  </a:lnTo>
                  <a:lnTo>
                    <a:pt x="1139" y="511"/>
                  </a:lnTo>
                  <a:close/>
                </a:path>
              </a:pathLst>
            </a:custGeom>
            <a:solidFill>
              <a:srgbClr val="E18B48">
                <a:alpha val="10500"/>
              </a:srgbClr>
            </a:solidFill>
            <a:ln>
              <a:noFill/>
            </a:ln>
          </p:spPr>
          <p:txBody>
            <a:bodyPr anchor="ctr"/>
            <a:lstStyle/>
            <a:p>
              <a:pPr algn="ctr">
                <a:buNone/>
              </a:pPr>
            </a:p>
          </p:txBody>
        </p:sp>
        <p:sp>
          <p:nvSpPr>
            <p:cNvPr id="7599" name="addition:spatial:88">
              <a:extLst>
                <a:ext uri="{FF2B5EF4-FFF2-40B4-BE49-F238E27FC236}">
                  <ns2:creationId id="{92A85871-9A5F-41BD-85C9-5AB31C51701E}"/>
                </a:ext>
              </a:extLst>
            </p:cNvPr>
            <p:cNvSpPr>
              <a:spLocks noGrp="1"/>
            </p:cNvSpPr>
            <p:nvPr/>
          </p:nvSpPr>
          <p:spPr>
            <a:xfrm>
              <a:off x="5648325" y="1666875"/>
              <a:ext cx="1414714" cy="877961"/>
            </a:xfrm>
            <a:custGeom>
              <a:rect l="l" t="t" r="r" b="b"/>
              <a:pathLst>
                <a:path w="1067" h="519">
                  <a:moveTo>
                    <a:pt x="0" y="0"/>
                  </a:moveTo>
                  <a:moveTo>
                    <a:pt x="1065" y="499"/>
                  </a:moveTo>
                  <a:lnTo>
                    <a:pt x="1066" y="501"/>
                  </a:lnTo>
                  <a:lnTo>
                    <a:pt x="1067" y="503"/>
                  </a:lnTo>
                  <a:lnTo>
                    <a:pt x="1065" y="505"/>
                  </a:lnTo>
                  <a:lnTo>
                    <a:pt x="1061" y="506"/>
                  </a:lnTo>
                  <a:lnTo>
                    <a:pt x="1057" y="506"/>
                  </a:lnTo>
                  <a:lnTo>
                    <a:pt x="1055" y="507"/>
                  </a:lnTo>
                  <a:lnTo>
                    <a:pt x="1054" y="509"/>
                  </a:lnTo>
                  <a:lnTo>
                    <a:pt x="1053" y="511"/>
                  </a:lnTo>
                  <a:lnTo>
                    <a:pt x="1052" y="512"/>
                  </a:lnTo>
                  <a:lnTo>
                    <a:pt x="1050" y="514"/>
                  </a:lnTo>
                  <a:lnTo>
                    <a:pt x="1049" y="515"/>
                  </a:lnTo>
                  <a:lnTo>
                    <a:pt x="1047" y="517"/>
                  </a:lnTo>
                  <a:lnTo>
                    <a:pt x="1045" y="519"/>
                  </a:lnTo>
                  <a:lnTo>
                    <a:pt x="1042" y="519"/>
                  </a:lnTo>
                  <a:lnTo>
                    <a:pt x="1038" y="518"/>
                  </a:lnTo>
                  <a:lnTo>
                    <a:pt x="1035" y="516"/>
                  </a:lnTo>
                  <a:lnTo>
                    <a:pt x="1033" y="515"/>
                  </a:lnTo>
                  <a:lnTo>
                    <a:pt x="1030" y="516"/>
                  </a:lnTo>
                  <a:lnTo>
                    <a:pt x="1028" y="517"/>
                  </a:lnTo>
                  <a:lnTo>
                    <a:pt x="1026" y="517"/>
                  </a:lnTo>
                  <a:lnTo>
                    <a:pt x="1024" y="517"/>
                  </a:lnTo>
                  <a:lnTo>
                    <a:pt x="1022" y="515"/>
                  </a:lnTo>
                  <a:lnTo>
                    <a:pt x="1020" y="515"/>
                  </a:lnTo>
                  <a:lnTo>
                    <a:pt x="1018" y="514"/>
                  </a:lnTo>
                  <a:lnTo>
                    <a:pt x="1015" y="514"/>
                  </a:lnTo>
                  <a:lnTo>
                    <a:pt x="1013" y="514"/>
                  </a:lnTo>
                  <a:lnTo>
                    <a:pt x="1011" y="512"/>
                  </a:lnTo>
                  <a:lnTo>
                    <a:pt x="1010" y="511"/>
                  </a:lnTo>
                  <a:lnTo>
                    <a:pt x="1009" y="509"/>
                  </a:lnTo>
                  <a:lnTo>
                    <a:pt x="1007" y="508"/>
                  </a:lnTo>
                  <a:lnTo>
                    <a:pt x="1007" y="506"/>
                  </a:lnTo>
                  <a:lnTo>
                    <a:pt x="1008" y="504"/>
                  </a:lnTo>
                  <a:lnTo>
                    <a:pt x="1011" y="502"/>
                  </a:lnTo>
                  <a:lnTo>
                    <a:pt x="1012" y="501"/>
                  </a:lnTo>
                  <a:lnTo>
                    <a:pt x="1011" y="499"/>
                  </a:lnTo>
                  <a:lnTo>
                    <a:pt x="1007" y="498"/>
                  </a:lnTo>
                  <a:lnTo>
                    <a:pt x="1004" y="496"/>
                  </a:lnTo>
                  <a:lnTo>
                    <a:pt x="1002" y="494"/>
                  </a:lnTo>
                  <a:lnTo>
                    <a:pt x="1003" y="492"/>
                  </a:lnTo>
                  <a:lnTo>
                    <a:pt x="1005" y="491"/>
                  </a:lnTo>
                  <a:lnTo>
                    <a:pt x="1007" y="490"/>
                  </a:lnTo>
                  <a:lnTo>
                    <a:pt x="1008" y="488"/>
                  </a:lnTo>
                  <a:lnTo>
                    <a:pt x="1010" y="487"/>
                  </a:lnTo>
                  <a:lnTo>
                    <a:pt x="1012" y="486"/>
                  </a:lnTo>
                  <a:lnTo>
                    <a:pt x="1014" y="486"/>
                  </a:lnTo>
                  <a:lnTo>
                    <a:pt x="1016" y="485"/>
                  </a:lnTo>
                  <a:lnTo>
                    <a:pt x="1018" y="484"/>
                  </a:lnTo>
                  <a:lnTo>
                    <a:pt x="1020" y="483"/>
                  </a:lnTo>
                  <a:lnTo>
                    <a:pt x="1022" y="482"/>
                  </a:lnTo>
                  <a:lnTo>
                    <a:pt x="1025" y="483"/>
                  </a:lnTo>
                  <a:lnTo>
                    <a:pt x="1028" y="483"/>
                  </a:lnTo>
                  <a:lnTo>
                    <a:pt x="1030" y="483"/>
                  </a:lnTo>
                  <a:lnTo>
                    <a:pt x="1033" y="481"/>
                  </a:lnTo>
                  <a:lnTo>
                    <a:pt x="1036" y="479"/>
                  </a:lnTo>
                  <a:lnTo>
                    <a:pt x="1040" y="478"/>
                  </a:lnTo>
                  <a:lnTo>
                    <a:pt x="1043" y="480"/>
                  </a:lnTo>
                  <a:lnTo>
                    <a:pt x="1045" y="482"/>
                  </a:lnTo>
                  <a:lnTo>
                    <a:pt x="1047" y="484"/>
                  </a:lnTo>
                  <a:lnTo>
                    <a:pt x="1049" y="485"/>
                  </a:lnTo>
                  <a:lnTo>
                    <a:pt x="1051" y="486"/>
                  </a:lnTo>
                  <a:lnTo>
                    <a:pt x="1053" y="488"/>
                  </a:lnTo>
                  <a:lnTo>
                    <a:pt x="1055" y="489"/>
                  </a:lnTo>
                  <a:lnTo>
                    <a:pt x="1057" y="490"/>
                  </a:lnTo>
                  <a:lnTo>
                    <a:pt x="1060" y="490"/>
                  </a:lnTo>
                  <a:lnTo>
                    <a:pt x="1064" y="491"/>
                  </a:lnTo>
                  <a:lnTo>
                    <a:pt x="1067" y="492"/>
                  </a:lnTo>
                  <a:lnTo>
                    <a:pt x="1067" y="494"/>
                  </a:lnTo>
                  <a:lnTo>
                    <a:pt x="1066" y="496"/>
                  </a:lnTo>
                  <a:lnTo>
                    <a:pt x="1064" y="498"/>
                  </a:lnTo>
                  <a:close/>
                </a:path>
              </a:pathLst>
            </a:custGeom>
            <a:solidFill>
              <a:srgbClr val="ECB78D">
                <a:alpha val="9600"/>
              </a:srgbClr>
            </a:solidFill>
            <a:ln>
              <a:noFill/>
            </a:ln>
          </p:spPr>
          <p:txBody>
            <a:bodyPr anchor="ctr"/>
            <a:lstStyle/>
            <a:p>
              <a:pPr algn="ctr">
                <a:buNone/>
              </a:pPr>
            </a:p>
          </p:txBody>
        </p:sp>
        <p:sp>
          <p:nvSpPr>
            <p:cNvPr id="7600" name="addition:spatial:89">
              <a:extLst>
                <a:ext uri="{FF2B5EF4-FFF2-40B4-BE49-F238E27FC236}">
                  <ns2:creationId id="{39041C5C-E7AC-4B0B-9213-7C300A7E656E}"/>
                </a:ext>
              </a:extLst>
            </p:cNvPr>
            <p:cNvSpPr>
              <a:spLocks noGrp="1"/>
            </p:cNvSpPr>
            <p:nvPr/>
          </p:nvSpPr>
          <p:spPr>
            <a:xfrm>
              <a:off x="5648325" y="1666875"/>
              <a:ext cx="1445209" cy="852587"/>
            </a:xfrm>
            <a:custGeom>
              <a:rect l="l" t="t" r="r" b="b"/>
              <a:pathLst>
                <a:path w="1090" h="504">
                  <a:moveTo>
                    <a:pt x="0" y="0"/>
                  </a:moveTo>
                  <a:moveTo>
                    <a:pt x="1089" y="485"/>
                  </a:moveTo>
                  <a:lnTo>
                    <a:pt x="1088" y="486"/>
                  </a:lnTo>
                  <a:lnTo>
                    <a:pt x="1085" y="488"/>
                  </a:lnTo>
                  <a:lnTo>
                    <a:pt x="1082" y="489"/>
                  </a:lnTo>
                  <a:lnTo>
                    <a:pt x="1081" y="490"/>
                  </a:lnTo>
                  <a:lnTo>
                    <a:pt x="1081" y="492"/>
                  </a:lnTo>
                  <a:lnTo>
                    <a:pt x="1081" y="494"/>
                  </a:lnTo>
                  <a:lnTo>
                    <a:pt x="1080" y="496"/>
                  </a:lnTo>
                  <a:lnTo>
                    <a:pt x="1078" y="497"/>
                  </a:lnTo>
                  <a:lnTo>
                    <a:pt x="1074" y="497"/>
                  </a:lnTo>
                  <a:lnTo>
                    <a:pt x="1072" y="498"/>
                  </a:lnTo>
                  <a:lnTo>
                    <a:pt x="1070" y="499"/>
                  </a:lnTo>
                  <a:lnTo>
                    <a:pt x="1069" y="501"/>
                  </a:lnTo>
                  <a:lnTo>
                    <a:pt x="1068" y="503"/>
                  </a:lnTo>
                  <a:lnTo>
                    <a:pt x="1065" y="504"/>
                  </a:lnTo>
                  <a:lnTo>
                    <a:pt x="1062" y="503"/>
                  </a:lnTo>
                  <a:lnTo>
                    <a:pt x="1059" y="502"/>
                  </a:lnTo>
                  <a:lnTo>
                    <a:pt x="1057" y="502"/>
                  </a:lnTo>
                  <a:lnTo>
                    <a:pt x="1054" y="501"/>
                  </a:lnTo>
                  <a:lnTo>
                    <a:pt x="1053" y="501"/>
                  </a:lnTo>
                  <a:lnTo>
                    <a:pt x="1051" y="500"/>
                  </a:lnTo>
                  <a:lnTo>
                    <a:pt x="1049" y="499"/>
                  </a:lnTo>
                  <a:lnTo>
                    <a:pt x="1047" y="500"/>
                  </a:lnTo>
                  <a:lnTo>
                    <a:pt x="1044" y="501"/>
                  </a:lnTo>
                  <a:lnTo>
                    <a:pt x="1040" y="502"/>
                  </a:lnTo>
                  <a:lnTo>
                    <a:pt x="1038" y="501"/>
                  </a:lnTo>
                  <a:lnTo>
                    <a:pt x="1037" y="499"/>
                  </a:lnTo>
                  <a:lnTo>
                    <a:pt x="1038" y="496"/>
                  </a:lnTo>
                  <a:lnTo>
                    <a:pt x="1037" y="495"/>
                  </a:lnTo>
                  <a:lnTo>
                    <a:pt x="1036" y="494"/>
                  </a:lnTo>
                  <a:lnTo>
                    <a:pt x="1034" y="493"/>
                  </a:lnTo>
                  <a:lnTo>
                    <a:pt x="1033" y="491"/>
                  </a:lnTo>
                  <a:lnTo>
                    <a:pt x="1033" y="489"/>
                  </a:lnTo>
                  <a:lnTo>
                    <a:pt x="1034" y="488"/>
                  </a:lnTo>
                  <a:lnTo>
                    <a:pt x="1034" y="486"/>
                  </a:lnTo>
                  <a:lnTo>
                    <a:pt x="1033" y="485"/>
                  </a:lnTo>
                  <a:lnTo>
                    <a:pt x="1032" y="483"/>
                  </a:lnTo>
                  <a:lnTo>
                    <a:pt x="1032" y="482"/>
                  </a:lnTo>
                  <a:lnTo>
                    <a:pt x="1032" y="480"/>
                  </a:lnTo>
                  <a:lnTo>
                    <a:pt x="1032" y="479"/>
                  </a:lnTo>
                  <a:lnTo>
                    <a:pt x="1030" y="476"/>
                  </a:lnTo>
                  <a:lnTo>
                    <a:pt x="1029" y="474"/>
                  </a:lnTo>
                  <a:lnTo>
                    <a:pt x="1030" y="473"/>
                  </a:lnTo>
                  <a:lnTo>
                    <a:pt x="1033" y="472"/>
                  </a:lnTo>
                  <a:lnTo>
                    <a:pt x="1037" y="473"/>
                  </a:lnTo>
                  <a:lnTo>
                    <a:pt x="1041" y="473"/>
                  </a:lnTo>
                  <a:lnTo>
                    <a:pt x="1042" y="472"/>
                  </a:lnTo>
                  <a:lnTo>
                    <a:pt x="1043" y="471"/>
                  </a:lnTo>
                  <a:lnTo>
                    <a:pt x="1045" y="469"/>
                  </a:lnTo>
                  <a:lnTo>
                    <a:pt x="1047" y="468"/>
                  </a:lnTo>
                  <a:lnTo>
                    <a:pt x="1049" y="468"/>
                  </a:lnTo>
                  <a:lnTo>
                    <a:pt x="1051" y="467"/>
                  </a:lnTo>
                  <a:lnTo>
                    <a:pt x="1054" y="467"/>
                  </a:lnTo>
                  <a:lnTo>
                    <a:pt x="1057" y="466"/>
                  </a:lnTo>
                  <a:lnTo>
                    <a:pt x="1060" y="466"/>
                  </a:lnTo>
                  <a:lnTo>
                    <a:pt x="1063" y="467"/>
                  </a:lnTo>
                  <a:lnTo>
                    <a:pt x="1065" y="468"/>
                  </a:lnTo>
                  <a:lnTo>
                    <a:pt x="1068" y="468"/>
                  </a:lnTo>
                  <a:lnTo>
                    <a:pt x="1071" y="468"/>
                  </a:lnTo>
                  <a:lnTo>
                    <a:pt x="1074" y="469"/>
                  </a:lnTo>
                  <a:lnTo>
                    <a:pt x="1076" y="471"/>
                  </a:lnTo>
                  <a:lnTo>
                    <a:pt x="1076" y="473"/>
                  </a:lnTo>
                  <a:lnTo>
                    <a:pt x="1076" y="475"/>
                  </a:lnTo>
                  <a:lnTo>
                    <a:pt x="1078" y="476"/>
                  </a:lnTo>
                  <a:lnTo>
                    <a:pt x="1081" y="477"/>
                  </a:lnTo>
                  <a:lnTo>
                    <a:pt x="1085" y="477"/>
                  </a:lnTo>
                  <a:lnTo>
                    <a:pt x="1088" y="478"/>
                  </a:lnTo>
                  <a:lnTo>
                    <a:pt x="1090" y="480"/>
                  </a:lnTo>
                  <a:lnTo>
                    <a:pt x="1090" y="481"/>
                  </a:lnTo>
                  <a:lnTo>
                    <a:pt x="1090" y="483"/>
                  </a:lnTo>
                  <a:close/>
                </a:path>
              </a:pathLst>
            </a:custGeom>
            <a:solidFill>
              <a:srgbClr val="ECB78D">
                <a:alpha val="9600"/>
              </a:srgbClr>
            </a:solidFill>
            <a:ln>
              <a:noFill/>
            </a:ln>
          </p:spPr>
          <p:txBody>
            <a:bodyPr anchor="ctr"/>
            <a:lstStyle/>
            <a:p>
              <a:pPr algn="ctr">
                <a:buNone/>
              </a:pPr>
            </a:p>
          </p:txBody>
        </p:sp>
        <p:sp>
          <p:nvSpPr>
            <p:cNvPr id="7601" name="addition:spatial:90">
              <a:extLst>
                <a:ext uri="{FF2B5EF4-FFF2-40B4-BE49-F238E27FC236}">
                  <ns2:creationId id="{C4BB8E9A-12C3-421C-8EF2-8E1D0A2E544D}"/>
                </a:ext>
              </a:extLst>
            </p:cNvPr>
            <p:cNvSpPr>
              <a:spLocks noGrp="1"/>
            </p:cNvSpPr>
            <p:nvPr/>
          </p:nvSpPr>
          <p:spPr>
            <a:xfrm>
              <a:off x="5648325" y="1666875"/>
              <a:ext cx="1479682" cy="861045"/>
            </a:xfrm>
            <a:custGeom>
              <a:rect l="l" t="t" r="r" b="b"/>
              <a:pathLst>
                <a:path w="1116" h="509">
                  <a:moveTo>
                    <a:pt x="0" y="0"/>
                  </a:moveTo>
                  <a:moveTo>
                    <a:pt x="1109" y="489"/>
                  </a:moveTo>
                  <a:lnTo>
                    <a:pt x="1108" y="490"/>
                  </a:lnTo>
                  <a:lnTo>
                    <a:pt x="1109" y="492"/>
                  </a:lnTo>
                  <a:lnTo>
                    <a:pt x="1110" y="494"/>
                  </a:lnTo>
                  <a:lnTo>
                    <a:pt x="1110" y="495"/>
                  </a:lnTo>
                  <a:lnTo>
                    <a:pt x="1110" y="497"/>
                  </a:lnTo>
                  <a:lnTo>
                    <a:pt x="1110" y="499"/>
                  </a:lnTo>
                  <a:lnTo>
                    <a:pt x="1110" y="501"/>
                  </a:lnTo>
                  <a:lnTo>
                    <a:pt x="1110" y="503"/>
                  </a:lnTo>
                  <a:lnTo>
                    <a:pt x="1107" y="504"/>
                  </a:lnTo>
                  <a:lnTo>
                    <a:pt x="1104" y="504"/>
                  </a:lnTo>
                  <a:lnTo>
                    <a:pt x="1101" y="504"/>
                  </a:lnTo>
                  <a:lnTo>
                    <a:pt x="1098" y="504"/>
                  </a:lnTo>
                  <a:lnTo>
                    <a:pt x="1097" y="505"/>
                  </a:lnTo>
                  <a:lnTo>
                    <a:pt x="1096" y="507"/>
                  </a:lnTo>
                  <a:lnTo>
                    <a:pt x="1094" y="508"/>
                  </a:lnTo>
                  <a:lnTo>
                    <a:pt x="1092" y="507"/>
                  </a:lnTo>
                  <a:lnTo>
                    <a:pt x="1089" y="507"/>
                  </a:lnTo>
                  <a:lnTo>
                    <a:pt x="1087" y="506"/>
                  </a:lnTo>
                  <a:lnTo>
                    <a:pt x="1085" y="507"/>
                  </a:lnTo>
                  <a:lnTo>
                    <a:pt x="1082" y="508"/>
                  </a:lnTo>
                  <a:lnTo>
                    <a:pt x="1079" y="509"/>
                  </a:lnTo>
                  <a:lnTo>
                    <a:pt x="1076" y="508"/>
                  </a:lnTo>
                  <a:lnTo>
                    <a:pt x="1073" y="507"/>
                  </a:lnTo>
                  <a:lnTo>
                    <a:pt x="1071" y="506"/>
                  </a:lnTo>
                  <a:lnTo>
                    <a:pt x="1068" y="505"/>
                  </a:lnTo>
                  <a:lnTo>
                    <a:pt x="1067" y="503"/>
                  </a:lnTo>
                  <a:lnTo>
                    <a:pt x="1066" y="501"/>
                  </a:lnTo>
                  <a:lnTo>
                    <a:pt x="1067" y="498"/>
                  </a:lnTo>
                  <a:lnTo>
                    <a:pt x="1066" y="497"/>
                  </a:lnTo>
                  <a:lnTo>
                    <a:pt x="1064" y="496"/>
                  </a:lnTo>
                  <a:lnTo>
                    <a:pt x="1059" y="495"/>
                  </a:lnTo>
                  <a:lnTo>
                    <a:pt x="1055" y="494"/>
                  </a:lnTo>
                  <a:lnTo>
                    <a:pt x="1053" y="493"/>
                  </a:lnTo>
                  <a:lnTo>
                    <a:pt x="1053" y="491"/>
                  </a:lnTo>
                  <a:lnTo>
                    <a:pt x="1054" y="489"/>
                  </a:lnTo>
                  <a:lnTo>
                    <a:pt x="1055" y="487"/>
                  </a:lnTo>
                  <a:lnTo>
                    <a:pt x="1054" y="485"/>
                  </a:lnTo>
                  <a:lnTo>
                    <a:pt x="1055" y="483"/>
                  </a:lnTo>
                  <a:lnTo>
                    <a:pt x="1056" y="482"/>
                  </a:lnTo>
                  <a:lnTo>
                    <a:pt x="1059" y="481"/>
                  </a:lnTo>
                  <a:lnTo>
                    <a:pt x="1061" y="479"/>
                  </a:lnTo>
                  <a:lnTo>
                    <a:pt x="1062" y="478"/>
                  </a:lnTo>
                  <a:lnTo>
                    <a:pt x="1064" y="477"/>
                  </a:lnTo>
                  <a:lnTo>
                    <a:pt x="1066" y="476"/>
                  </a:lnTo>
                  <a:lnTo>
                    <a:pt x="1069" y="475"/>
                  </a:lnTo>
                  <a:lnTo>
                    <a:pt x="1072" y="475"/>
                  </a:lnTo>
                  <a:lnTo>
                    <a:pt x="1074" y="473"/>
                  </a:lnTo>
                  <a:lnTo>
                    <a:pt x="1075" y="471"/>
                  </a:lnTo>
                  <a:lnTo>
                    <a:pt x="1077" y="468"/>
                  </a:lnTo>
                  <a:lnTo>
                    <a:pt x="1080" y="466"/>
                  </a:lnTo>
                  <a:lnTo>
                    <a:pt x="1083" y="467"/>
                  </a:lnTo>
                  <a:lnTo>
                    <a:pt x="1087" y="469"/>
                  </a:lnTo>
                  <a:lnTo>
                    <a:pt x="1089" y="471"/>
                  </a:lnTo>
                  <a:lnTo>
                    <a:pt x="1092" y="471"/>
                  </a:lnTo>
                  <a:lnTo>
                    <a:pt x="1094" y="472"/>
                  </a:lnTo>
                  <a:lnTo>
                    <a:pt x="1097" y="472"/>
                  </a:lnTo>
                  <a:lnTo>
                    <a:pt x="1099" y="473"/>
                  </a:lnTo>
                  <a:lnTo>
                    <a:pt x="1101" y="473"/>
                  </a:lnTo>
                  <a:lnTo>
                    <a:pt x="1103" y="473"/>
                  </a:lnTo>
                  <a:lnTo>
                    <a:pt x="1106" y="473"/>
                  </a:lnTo>
                  <a:lnTo>
                    <a:pt x="1109" y="474"/>
                  </a:lnTo>
                  <a:lnTo>
                    <a:pt x="1110" y="475"/>
                  </a:lnTo>
                  <a:lnTo>
                    <a:pt x="1110" y="477"/>
                  </a:lnTo>
                  <a:lnTo>
                    <a:pt x="1110" y="479"/>
                  </a:lnTo>
                  <a:lnTo>
                    <a:pt x="1112" y="480"/>
                  </a:lnTo>
                  <a:lnTo>
                    <a:pt x="1114" y="482"/>
                  </a:lnTo>
                  <a:lnTo>
                    <a:pt x="1116" y="483"/>
                  </a:lnTo>
                  <a:lnTo>
                    <a:pt x="1115" y="485"/>
                  </a:lnTo>
                  <a:lnTo>
                    <a:pt x="1112" y="487"/>
                  </a:lnTo>
                  <a:close/>
                </a:path>
              </a:pathLst>
            </a:custGeom>
            <a:solidFill>
              <a:srgbClr val="ECB78D">
                <a:alpha val="9600"/>
              </a:srgbClr>
            </a:solidFill>
            <a:ln>
              <a:noFill/>
            </a:ln>
          </p:spPr>
          <p:txBody>
            <a:bodyPr anchor="ctr"/>
            <a:lstStyle/>
            <a:p>
              <a:pPr algn="ctr">
                <a:buNone/>
              </a:pPr>
            </a:p>
          </p:txBody>
        </p:sp>
        <p:sp>
          <p:nvSpPr>
            <p:cNvPr id="7602" name="addition:spatial:91">
              <a:extLst>
                <a:ext uri="{FF2B5EF4-FFF2-40B4-BE49-F238E27FC236}">
                  <ns2:creationId id="{857D6A58-A98C-418F-9DF4-A88B4E3F4538}"/>
                </a:ext>
              </a:extLst>
            </p:cNvPr>
            <p:cNvSpPr>
              <a:spLocks noGrp="1"/>
            </p:cNvSpPr>
            <p:nvPr/>
          </p:nvSpPr>
          <p:spPr>
            <a:xfrm>
              <a:off x="5648325" y="1666875"/>
              <a:ext cx="1514155" cy="891494"/>
            </a:xfrm>
            <a:custGeom>
              <a:rect l="l" t="t" r="r" b="b"/>
              <a:pathLst>
                <a:path w="1142" h="527">
                  <a:moveTo>
                    <a:pt x="0" y="0"/>
                  </a:moveTo>
                  <a:moveTo>
                    <a:pt x="1134" y="505"/>
                  </a:moveTo>
                  <a:lnTo>
                    <a:pt x="1136" y="507"/>
                  </a:lnTo>
                  <a:lnTo>
                    <a:pt x="1137" y="509"/>
                  </a:lnTo>
                  <a:lnTo>
                    <a:pt x="1136" y="510"/>
                  </a:lnTo>
                  <a:lnTo>
                    <a:pt x="1134" y="512"/>
                  </a:lnTo>
                  <a:lnTo>
                    <a:pt x="1133" y="514"/>
                  </a:lnTo>
                  <a:lnTo>
                    <a:pt x="1132" y="515"/>
                  </a:lnTo>
                  <a:lnTo>
                    <a:pt x="1132" y="518"/>
                  </a:lnTo>
                  <a:lnTo>
                    <a:pt x="1131" y="519"/>
                  </a:lnTo>
                  <a:lnTo>
                    <a:pt x="1129" y="521"/>
                  </a:lnTo>
                  <a:lnTo>
                    <a:pt x="1127" y="522"/>
                  </a:lnTo>
                  <a:lnTo>
                    <a:pt x="1126" y="523"/>
                  </a:lnTo>
                  <a:lnTo>
                    <a:pt x="1124" y="525"/>
                  </a:lnTo>
                  <a:lnTo>
                    <a:pt x="1121" y="525"/>
                  </a:lnTo>
                  <a:lnTo>
                    <a:pt x="1118" y="524"/>
                  </a:lnTo>
                  <a:lnTo>
                    <a:pt x="1115" y="522"/>
                  </a:lnTo>
                  <a:lnTo>
                    <a:pt x="1113" y="521"/>
                  </a:lnTo>
                  <a:lnTo>
                    <a:pt x="1111" y="522"/>
                  </a:lnTo>
                  <a:lnTo>
                    <a:pt x="1109" y="525"/>
                  </a:lnTo>
                  <a:lnTo>
                    <a:pt x="1106" y="527"/>
                  </a:lnTo>
                  <a:lnTo>
                    <a:pt x="1103" y="527"/>
                  </a:lnTo>
                  <a:lnTo>
                    <a:pt x="1100" y="527"/>
                  </a:lnTo>
                  <a:lnTo>
                    <a:pt x="1098" y="525"/>
                  </a:lnTo>
                  <a:lnTo>
                    <a:pt x="1095" y="524"/>
                  </a:lnTo>
                  <a:lnTo>
                    <a:pt x="1093" y="523"/>
                  </a:lnTo>
                  <a:lnTo>
                    <a:pt x="1090" y="522"/>
                  </a:lnTo>
                  <a:lnTo>
                    <a:pt x="1089" y="520"/>
                  </a:lnTo>
                  <a:lnTo>
                    <a:pt x="1088" y="518"/>
                  </a:lnTo>
                  <a:lnTo>
                    <a:pt x="1086" y="516"/>
                  </a:lnTo>
                  <a:lnTo>
                    <a:pt x="1083" y="515"/>
                  </a:lnTo>
                  <a:lnTo>
                    <a:pt x="1080" y="514"/>
                  </a:lnTo>
                  <a:lnTo>
                    <a:pt x="1079" y="512"/>
                  </a:lnTo>
                  <a:lnTo>
                    <a:pt x="1079" y="510"/>
                  </a:lnTo>
                  <a:lnTo>
                    <a:pt x="1080" y="508"/>
                  </a:lnTo>
                  <a:lnTo>
                    <a:pt x="1078" y="507"/>
                  </a:lnTo>
                  <a:lnTo>
                    <a:pt x="1075" y="505"/>
                  </a:lnTo>
                  <a:lnTo>
                    <a:pt x="1071" y="503"/>
                  </a:lnTo>
                  <a:lnTo>
                    <a:pt x="1070" y="501"/>
                  </a:lnTo>
                  <a:lnTo>
                    <a:pt x="1071" y="499"/>
                  </a:lnTo>
                  <a:lnTo>
                    <a:pt x="1075" y="497"/>
                  </a:lnTo>
                  <a:lnTo>
                    <a:pt x="1078" y="496"/>
                  </a:lnTo>
                  <a:lnTo>
                    <a:pt x="1081" y="495"/>
                  </a:lnTo>
                  <a:lnTo>
                    <a:pt x="1083" y="494"/>
                  </a:lnTo>
                  <a:lnTo>
                    <a:pt x="1085" y="493"/>
                  </a:lnTo>
                  <a:lnTo>
                    <a:pt x="1088" y="492"/>
                  </a:lnTo>
                  <a:lnTo>
                    <a:pt x="1089" y="490"/>
                  </a:lnTo>
                  <a:lnTo>
                    <a:pt x="1091" y="488"/>
                  </a:lnTo>
                  <a:lnTo>
                    <a:pt x="1092" y="486"/>
                  </a:lnTo>
                  <a:lnTo>
                    <a:pt x="1094" y="484"/>
                  </a:lnTo>
                  <a:lnTo>
                    <a:pt x="1098" y="483"/>
                  </a:lnTo>
                  <a:lnTo>
                    <a:pt x="1102" y="484"/>
                  </a:lnTo>
                  <a:lnTo>
                    <a:pt x="1105" y="485"/>
                  </a:lnTo>
                  <a:lnTo>
                    <a:pt x="1108" y="485"/>
                  </a:lnTo>
                  <a:lnTo>
                    <a:pt x="1112" y="483"/>
                  </a:lnTo>
                  <a:lnTo>
                    <a:pt x="1115" y="483"/>
                  </a:lnTo>
                  <a:lnTo>
                    <a:pt x="1118" y="484"/>
                  </a:lnTo>
                  <a:lnTo>
                    <a:pt x="1120" y="486"/>
                  </a:lnTo>
                  <a:lnTo>
                    <a:pt x="1122" y="488"/>
                  </a:lnTo>
                  <a:lnTo>
                    <a:pt x="1124" y="489"/>
                  </a:lnTo>
                  <a:lnTo>
                    <a:pt x="1126" y="490"/>
                  </a:lnTo>
                  <a:lnTo>
                    <a:pt x="1129" y="490"/>
                  </a:lnTo>
                  <a:lnTo>
                    <a:pt x="1131" y="491"/>
                  </a:lnTo>
                  <a:lnTo>
                    <a:pt x="1133" y="491"/>
                  </a:lnTo>
                  <a:lnTo>
                    <a:pt x="1136" y="492"/>
                  </a:lnTo>
                  <a:lnTo>
                    <a:pt x="1139" y="493"/>
                  </a:lnTo>
                  <a:lnTo>
                    <a:pt x="1142" y="494"/>
                  </a:lnTo>
                  <a:lnTo>
                    <a:pt x="1142" y="497"/>
                  </a:lnTo>
                  <a:lnTo>
                    <a:pt x="1139" y="499"/>
                  </a:lnTo>
                  <a:lnTo>
                    <a:pt x="1135" y="502"/>
                  </a:lnTo>
                  <a:lnTo>
                    <a:pt x="1134" y="503"/>
                  </a:lnTo>
                  <a:close/>
                </a:path>
              </a:pathLst>
            </a:custGeom>
            <a:solidFill>
              <a:srgbClr val="ECB78D">
                <a:alpha val="9600"/>
              </a:srgbClr>
            </a:solidFill>
            <a:ln>
              <a:noFill/>
            </a:ln>
          </p:spPr>
          <p:txBody>
            <a:bodyPr anchor="ctr"/>
            <a:lstStyle/>
            <a:p>
              <a:pPr algn="ctr">
                <a:buNone/>
              </a:pPr>
            </a:p>
          </p:txBody>
        </p:sp>
        <p:sp>
          <p:nvSpPr>
            <p:cNvPr id="7603" name="addition:spatial:92">
              <a:extLst>
                <a:ext uri="{FF2B5EF4-FFF2-40B4-BE49-F238E27FC236}">
                  <ns2:creationId id="{DFB579C5-825C-4F1F-B989-B4999A870361}"/>
                </a:ext>
              </a:extLst>
            </p:cNvPr>
            <p:cNvSpPr>
              <a:spLocks noGrp="1"/>
            </p:cNvSpPr>
            <p:nvPr/>
          </p:nvSpPr>
          <p:spPr>
            <a:xfrm>
              <a:off x="5648325" y="1666875"/>
              <a:ext cx="1491615" cy="925327"/>
            </a:xfrm>
            <a:custGeom>
              <a:rect l="l" t="t" r="r" b="b"/>
              <a:pathLst>
                <a:path w="1125" h="547">
                  <a:moveTo>
                    <a:pt x="0" y="0"/>
                  </a:moveTo>
                  <a:moveTo>
                    <a:pt x="1119" y="523"/>
                  </a:moveTo>
                  <a:lnTo>
                    <a:pt x="1121" y="524"/>
                  </a:lnTo>
                  <a:lnTo>
                    <a:pt x="1124" y="527"/>
                  </a:lnTo>
                  <a:lnTo>
                    <a:pt x="1125" y="529"/>
                  </a:lnTo>
                  <a:lnTo>
                    <a:pt x="1123" y="530"/>
                  </a:lnTo>
                  <a:lnTo>
                    <a:pt x="1120" y="532"/>
                  </a:lnTo>
                  <a:lnTo>
                    <a:pt x="1119" y="533"/>
                  </a:lnTo>
                  <a:lnTo>
                    <a:pt x="1119" y="535"/>
                  </a:lnTo>
                  <a:lnTo>
                    <a:pt x="1119" y="538"/>
                  </a:lnTo>
                  <a:lnTo>
                    <a:pt x="1118" y="540"/>
                  </a:lnTo>
                  <a:lnTo>
                    <a:pt x="1115" y="540"/>
                  </a:lnTo>
                  <a:lnTo>
                    <a:pt x="1110" y="540"/>
                  </a:lnTo>
                  <a:lnTo>
                    <a:pt x="1106" y="539"/>
                  </a:lnTo>
                  <a:lnTo>
                    <a:pt x="1103" y="539"/>
                  </a:lnTo>
                  <a:lnTo>
                    <a:pt x="1101" y="540"/>
                  </a:lnTo>
                  <a:lnTo>
                    <a:pt x="1098" y="542"/>
                  </a:lnTo>
                  <a:lnTo>
                    <a:pt x="1096" y="542"/>
                  </a:lnTo>
                  <a:lnTo>
                    <a:pt x="1092" y="543"/>
                  </a:lnTo>
                  <a:lnTo>
                    <a:pt x="1089" y="545"/>
                  </a:lnTo>
                  <a:lnTo>
                    <a:pt x="1085" y="546"/>
                  </a:lnTo>
                  <a:lnTo>
                    <a:pt x="1080" y="547"/>
                  </a:lnTo>
                  <a:lnTo>
                    <a:pt x="1076" y="545"/>
                  </a:lnTo>
                  <a:lnTo>
                    <a:pt x="1074" y="543"/>
                  </a:lnTo>
                  <a:lnTo>
                    <a:pt x="1072" y="540"/>
                  </a:lnTo>
                  <a:lnTo>
                    <a:pt x="1069" y="538"/>
                  </a:lnTo>
                  <a:lnTo>
                    <a:pt x="1065" y="538"/>
                  </a:lnTo>
                  <a:lnTo>
                    <a:pt x="1061" y="538"/>
                  </a:lnTo>
                  <a:lnTo>
                    <a:pt x="1058" y="537"/>
                  </a:lnTo>
                  <a:lnTo>
                    <a:pt x="1056" y="535"/>
                  </a:lnTo>
                  <a:lnTo>
                    <a:pt x="1056" y="533"/>
                  </a:lnTo>
                  <a:lnTo>
                    <a:pt x="1054" y="531"/>
                  </a:lnTo>
                  <a:lnTo>
                    <a:pt x="1051" y="530"/>
                  </a:lnTo>
                  <a:lnTo>
                    <a:pt x="1047" y="528"/>
                  </a:lnTo>
                  <a:lnTo>
                    <a:pt x="1045" y="527"/>
                  </a:lnTo>
                  <a:lnTo>
                    <a:pt x="1045" y="525"/>
                  </a:lnTo>
                  <a:lnTo>
                    <a:pt x="1044" y="523"/>
                  </a:lnTo>
                  <a:lnTo>
                    <a:pt x="1044" y="521"/>
                  </a:lnTo>
                  <a:lnTo>
                    <a:pt x="1044" y="518"/>
                  </a:lnTo>
                  <a:lnTo>
                    <a:pt x="1047" y="517"/>
                  </a:lnTo>
                  <a:lnTo>
                    <a:pt x="1052" y="515"/>
                  </a:lnTo>
                  <a:lnTo>
                    <a:pt x="1058" y="515"/>
                  </a:lnTo>
                  <a:lnTo>
                    <a:pt x="1061" y="514"/>
                  </a:lnTo>
                  <a:lnTo>
                    <a:pt x="1062" y="512"/>
                  </a:lnTo>
                  <a:lnTo>
                    <a:pt x="1061" y="509"/>
                  </a:lnTo>
                  <a:lnTo>
                    <a:pt x="1061" y="506"/>
                  </a:lnTo>
                  <a:lnTo>
                    <a:pt x="1064" y="505"/>
                  </a:lnTo>
                  <a:lnTo>
                    <a:pt x="1067" y="504"/>
                  </a:lnTo>
                  <a:lnTo>
                    <a:pt x="1071" y="503"/>
                  </a:lnTo>
                  <a:lnTo>
                    <a:pt x="1075" y="502"/>
                  </a:lnTo>
                  <a:lnTo>
                    <a:pt x="1078" y="501"/>
                  </a:lnTo>
                  <a:lnTo>
                    <a:pt x="1082" y="501"/>
                  </a:lnTo>
                  <a:lnTo>
                    <a:pt x="1086" y="501"/>
                  </a:lnTo>
                  <a:lnTo>
                    <a:pt x="1089" y="502"/>
                  </a:lnTo>
                  <a:lnTo>
                    <a:pt x="1092" y="502"/>
                  </a:lnTo>
                  <a:lnTo>
                    <a:pt x="1095" y="502"/>
                  </a:lnTo>
                  <a:lnTo>
                    <a:pt x="1098" y="502"/>
                  </a:lnTo>
                  <a:lnTo>
                    <a:pt x="1101" y="503"/>
                  </a:lnTo>
                  <a:lnTo>
                    <a:pt x="1102" y="505"/>
                  </a:lnTo>
                  <a:lnTo>
                    <a:pt x="1104" y="507"/>
                  </a:lnTo>
                  <a:lnTo>
                    <a:pt x="1107" y="507"/>
                  </a:lnTo>
                  <a:lnTo>
                    <a:pt x="1112" y="506"/>
                  </a:lnTo>
                  <a:lnTo>
                    <a:pt x="1117" y="505"/>
                  </a:lnTo>
                  <a:lnTo>
                    <a:pt x="1120" y="506"/>
                  </a:lnTo>
                  <a:lnTo>
                    <a:pt x="1121" y="508"/>
                  </a:lnTo>
                  <a:lnTo>
                    <a:pt x="1120" y="511"/>
                  </a:lnTo>
                  <a:lnTo>
                    <a:pt x="1119" y="514"/>
                  </a:lnTo>
                  <a:lnTo>
                    <a:pt x="1119" y="515"/>
                  </a:lnTo>
                  <a:lnTo>
                    <a:pt x="1119" y="517"/>
                  </a:lnTo>
                  <a:lnTo>
                    <a:pt x="1119" y="519"/>
                  </a:lnTo>
                  <a:lnTo>
                    <a:pt x="1118" y="521"/>
                  </a:lnTo>
                  <a:close/>
                </a:path>
              </a:pathLst>
            </a:custGeom>
            <a:solidFill>
              <a:srgbClr val="ECB78D">
                <a:alpha val="9600"/>
              </a:srgbClr>
            </a:solidFill>
            <a:ln>
              <a:noFill/>
            </a:ln>
          </p:spPr>
          <p:txBody>
            <a:bodyPr anchor="ctr"/>
            <a:lstStyle/>
            <a:p>
              <a:pPr algn="ctr">
                <a:buNone/>
              </a:pPr>
            </a:p>
          </p:txBody>
        </p:sp>
        <p:sp>
          <p:nvSpPr>
            <p:cNvPr id="7604" name="addition:spatial:93">
              <a:extLst>
                <a:ext uri="{FF2B5EF4-FFF2-40B4-BE49-F238E27FC236}">
                  <ns2:creationId id="{EA4D248D-6703-434A-B9A5-A17688D41D16}"/>
                </a:ext>
              </a:extLst>
            </p:cNvPr>
            <p:cNvSpPr>
              <a:spLocks noGrp="1"/>
            </p:cNvSpPr>
            <p:nvPr/>
          </p:nvSpPr>
          <p:spPr>
            <a:xfrm>
              <a:off x="5648325" y="1666875"/>
              <a:ext cx="1445209" cy="923635"/>
            </a:xfrm>
            <a:custGeom>
              <a:rect l="l" t="t" r="r" b="b"/>
              <a:pathLst>
                <a:path w="1090" h="546">
                  <a:moveTo>
                    <a:pt x="0" y="0"/>
                  </a:moveTo>
                  <a:moveTo>
                    <a:pt x="1088" y="525"/>
                  </a:moveTo>
                  <a:lnTo>
                    <a:pt x="1090" y="527"/>
                  </a:lnTo>
                  <a:lnTo>
                    <a:pt x="1090" y="529"/>
                  </a:lnTo>
                  <a:lnTo>
                    <a:pt x="1089" y="531"/>
                  </a:lnTo>
                  <a:lnTo>
                    <a:pt x="1087" y="532"/>
                  </a:lnTo>
                  <a:lnTo>
                    <a:pt x="1085" y="534"/>
                  </a:lnTo>
                  <a:lnTo>
                    <a:pt x="1083" y="535"/>
                  </a:lnTo>
                  <a:lnTo>
                    <a:pt x="1079" y="536"/>
                  </a:lnTo>
                  <a:lnTo>
                    <a:pt x="1075" y="536"/>
                  </a:lnTo>
                  <a:lnTo>
                    <a:pt x="1072" y="537"/>
                  </a:lnTo>
                  <a:lnTo>
                    <a:pt x="1071" y="539"/>
                  </a:lnTo>
                  <a:lnTo>
                    <a:pt x="1071" y="542"/>
                  </a:lnTo>
                  <a:lnTo>
                    <a:pt x="1069" y="545"/>
                  </a:lnTo>
                  <a:lnTo>
                    <a:pt x="1066" y="546"/>
                  </a:lnTo>
                  <a:lnTo>
                    <a:pt x="1062" y="546"/>
                  </a:lnTo>
                  <a:lnTo>
                    <a:pt x="1058" y="545"/>
                  </a:lnTo>
                  <a:lnTo>
                    <a:pt x="1055" y="545"/>
                  </a:lnTo>
                  <a:lnTo>
                    <a:pt x="1052" y="546"/>
                  </a:lnTo>
                  <a:lnTo>
                    <a:pt x="1048" y="546"/>
                  </a:lnTo>
                  <a:lnTo>
                    <a:pt x="1045" y="546"/>
                  </a:lnTo>
                  <a:lnTo>
                    <a:pt x="1042" y="545"/>
                  </a:lnTo>
                  <a:lnTo>
                    <a:pt x="1039" y="543"/>
                  </a:lnTo>
                  <a:lnTo>
                    <a:pt x="1037" y="543"/>
                  </a:lnTo>
                  <a:lnTo>
                    <a:pt x="1034" y="542"/>
                  </a:lnTo>
                  <a:lnTo>
                    <a:pt x="1032" y="541"/>
                  </a:lnTo>
                  <a:lnTo>
                    <a:pt x="1031" y="539"/>
                  </a:lnTo>
                  <a:lnTo>
                    <a:pt x="1029" y="538"/>
                  </a:lnTo>
                  <a:lnTo>
                    <a:pt x="1027" y="537"/>
                  </a:lnTo>
                  <a:lnTo>
                    <a:pt x="1022" y="537"/>
                  </a:lnTo>
                  <a:lnTo>
                    <a:pt x="1018" y="537"/>
                  </a:lnTo>
                  <a:lnTo>
                    <a:pt x="1016" y="535"/>
                  </a:lnTo>
                  <a:lnTo>
                    <a:pt x="1017" y="533"/>
                  </a:lnTo>
                  <a:lnTo>
                    <a:pt x="1020" y="530"/>
                  </a:lnTo>
                  <a:lnTo>
                    <a:pt x="1023" y="528"/>
                  </a:lnTo>
                  <a:lnTo>
                    <a:pt x="1023" y="526"/>
                  </a:lnTo>
                  <a:lnTo>
                    <a:pt x="1023" y="525"/>
                  </a:lnTo>
                  <a:lnTo>
                    <a:pt x="1023" y="523"/>
                  </a:lnTo>
                  <a:lnTo>
                    <a:pt x="1024" y="521"/>
                  </a:lnTo>
                  <a:lnTo>
                    <a:pt x="1024" y="519"/>
                  </a:lnTo>
                  <a:lnTo>
                    <a:pt x="1024" y="518"/>
                  </a:lnTo>
                  <a:lnTo>
                    <a:pt x="1024" y="515"/>
                  </a:lnTo>
                  <a:lnTo>
                    <a:pt x="1024" y="513"/>
                  </a:lnTo>
                  <a:lnTo>
                    <a:pt x="1026" y="512"/>
                  </a:lnTo>
                  <a:lnTo>
                    <a:pt x="1029" y="511"/>
                  </a:lnTo>
                  <a:lnTo>
                    <a:pt x="1031" y="510"/>
                  </a:lnTo>
                  <a:lnTo>
                    <a:pt x="1032" y="508"/>
                  </a:lnTo>
                  <a:lnTo>
                    <a:pt x="1033" y="506"/>
                  </a:lnTo>
                  <a:lnTo>
                    <a:pt x="1035" y="504"/>
                  </a:lnTo>
                  <a:lnTo>
                    <a:pt x="1038" y="504"/>
                  </a:lnTo>
                  <a:lnTo>
                    <a:pt x="1042" y="506"/>
                  </a:lnTo>
                  <a:lnTo>
                    <a:pt x="1045" y="507"/>
                  </a:lnTo>
                  <a:lnTo>
                    <a:pt x="1047" y="508"/>
                  </a:lnTo>
                  <a:lnTo>
                    <a:pt x="1049" y="507"/>
                  </a:lnTo>
                  <a:lnTo>
                    <a:pt x="1051" y="505"/>
                  </a:lnTo>
                  <a:lnTo>
                    <a:pt x="1054" y="504"/>
                  </a:lnTo>
                  <a:lnTo>
                    <a:pt x="1057" y="504"/>
                  </a:lnTo>
                  <a:lnTo>
                    <a:pt x="1060" y="503"/>
                  </a:lnTo>
                  <a:lnTo>
                    <a:pt x="1063" y="503"/>
                  </a:lnTo>
                  <a:lnTo>
                    <a:pt x="1067" y="504"/>
                  </a:lnTo>
                  <a:lnTo>
                    <a:pt x="1069" y="506"/>
                  </a:lnTo>
                  <a:lnTo>
                    <a:pt x="1070" y="508"/>
                  </a:lnTo>
                  <a:lnTo>
                    <a:pt x="1070" y="511"/>
                  </a:lnTo>
                  <a:lnTo>
                    <a:pt x="1072" y="513"/>
                  </a:lnTo>
                  <a:lnTo>
                    <a:pt x="1075" y="513"/>
                  </a:lnTo>
                  <a:lnTo>
                    <a:pt x="1079" y="514"/>
                  </a:lnTo>
                  <a:lnTo>
                    <a:pt x="1081" y="515"/>
                  </a:lnTo>
                  <a:lnTo>
                    <a:pt x="1082" y="517"/>
                  </a:lnTo>
                  <a:lnTo>
                    <a:pt x="1081" y="520"/>
                  </a:lnTo>
                  <a:lnTo>
                    <a:pt x="1082" y="521"/>
                  </a:lnTo>
                  <a:lnTo>
                    <a:pt x="1084" y="523"/>
                  </a:lnTo>
                  <a:close/>
                </a:path>
              </a:pathLst>
            </a:custGeom>
            <a:solidFill>
              <a:srgbClr val="ECB78D">
                <a:alpha val="9600"/>
              </a:srgbClr>
            </a:solidFill>
            <a:ln>
              <a:noFill/>
            </a:ln>
          </p:spPr>
          <p:txBody>
            <a:bodyPr anchor="ctr"/>
            <a:lstStyle/>
            <a:p>
              <a:pPr algn="ctr">
                <a:buNone/>
              </a:pPr>
            </a:p>
          </p:txBody>
        </p:sp>
        <p:sp>
          <p:nvSpPr>
            <p:cNvPr id="7605" name="addition:spatial:94">
              <a:extLst>
                <a:ext uri="{FF2B5EF4-FFF2-40B4-BE49-F238E27FC236}">
                  <ns2:creationId id="{536F2F18-CE5B-4461-A74B-5BCADD187430}"/>
                </a:ext>
              </a:extLst>
            </p:cNvPr>
            <p:cNvSpPr>
              <a:spLocks noGrp="1"/>
            </p:cNvSpPr>
            <p:nvPr/>
          </p:nvSpPr>
          <p:spPr>
            <a:xfrm>
              <a:off x="5648325" y="1666875"/>
              <a:ext cx="1393500" cy="910102"/>
            </a:xfrm>
            <a:custGeom>
              <a:rect l="l" t="t" r="r" b="b"/>
              <a:pathLst>
                <a:path w="1051" h="538">
                  <a:moveTo>
                    <a:pt x="0" y="0"/>
                  </a:moveTo>
                  <a:moveTo>
                    <a:pt x="1046" y="517"/>
                  </a:moveTo>
                  <a:lnTo>
                    <a:pt x="1049" y="519"/>
                  </a:lnTo>
                  <a:lnTo>
                    <a:pt x="1051" y="521"/>
                  </a:lnTo>
                  <a:lnTo>
                    <a:pt x="1050" y="522"/>
                  </a:lnTo>
                  <a:lnTo>
                    <a:pt x="1048" y="523"/>
                  </a:lnTo>
                  <a:lnTo>
                    <a:pt x="1046" y="525"/>
                  </a:lnTo>
                  <a:lnTo>
                    <a:pt x="1046" y="526"/>
                  </a:lnTo>
                  <a:lnTo>
                    <a:pt x="1046" y="528"/>
                  </a:lnTo>
                  <a:lnTo>
                    <a:pt x="1045" y="529"/>
                  </a:lnTo>
                  <a:lnTo>
                    <a:pt x="1043" y="530"/>
                  </a:lnTo>
                  <a:lnTo>
                    <a:pt x="1041" y="531"/>
                  </a:lnTo>
                  <a:lnTo>
                    <a:pt x="1038" y="531"/>
                  </a:lnTo>
                  <a:lnTo>
                    <a:pt x="1037" y="532"/>
                  </a:lnTo>
                  <a:lnTo>
                    <a:pt x="1035" y="532"/>
                  </a:lnTo>
                  <a:lnTo>
                    <a:pt x="1032" y="532"/>
                  </a:lnTo>
                  <a:lnTo>
                    <a:pt x="1030" y="532"/>
                  </a:lnTo>
                  <a:lnTo>
                    <a:pt x="1028" y="533"/>
                  </a:lnTo>
                  <a:lnTo>
                    <a:pt x="1026" y="535"/>
                  </a:lnTo>
                  <a:lnTo>
                    <a:pt x="1023" y="537"/>
                  </a:lnTo>
                  <a:lnTo>
                    <a:pt x="1020" y="538"/>
                  </a:lnTo>
                  <a:lnTo>
                    <a:pt x="1017" y="537"/>
                  </a:lnTo>
                  <a:lnTo>
                    <a:pt x="1015" y="535"/>
                  </a:lnTo>
                  <a:lnTo>
                    <a:pt x="1013" y="533"/>
                  </a:lnTo>
                  <a:lnTo>
                    <a:pt x="1011" y="531"/>
                  </a:lnTo>
                  <a:lnTo>
                    <a:pt x="1009" y="531"/>
                  </a:lnTo>
                  <a:lnTo>
                    <a:pt x="1006" y="530"/>
                  </a:lnTo>
                  <a:lnTo>
                    <a:pt x="1004" y="529"/>
                  </a:lnTo>
                  <a:lnTo>
                    <a:pt x="1003" y="528"/>
                  </a:lnTo>
                  <a:lnTo>
                    <a:pt x="1001" y="527"/>
                  </a:lnTo>
                  <a:lnTo>
                    <a:pt x="999" y="526"/>
                  </a:lnTo>
                  <a:lnTo>
                    <a:pt x="996" y="525"/>
                  </a:lnTo>
                  <a:lnTo>
                    <a:pt x="995" y="524"/>
                  </a:lnTo>
                  <a:lnTo>
                    <a:pt x="995" y="522"/>
                  </a:lnTo>
                  <a:lnTo>
                    <a:pt x="995" y="520"/>
                  </a:lnTo>
                  <a:lnTo>
                    <a:pt x="994" y="519"/>
                  </a:lnTo>
                  <a:lnTo>
                    <a:pt x="993" y="517"/>
                  </a:lnTo>
                  <a:lnTo>
                    <a:pt x="992" y="515"/>
                  </a:lnTo>
                  <a:lnTo>
                    <a:pt x="993" y="514"/>
                  </a:lnTo>
                  <a:lnTo>
                    <a:pt x="997" y="512"/>
                  </a:lnTo>
                  <a:lnTo>
                    <a:pt x="1001" y="512"/>
                  </a:lnTo>
                  <a:lnTo>
                    <a:pt x="1004" y="511"/>
                  </a:lnTo>
                  <a:lnTo>
                    <a:pt x="1004" y="509"/>
                  </a:lnTo>
                  <a:lnTo>
                    <a:pt x="1004" y="507"/>
                  </a:lnTo>
                  <a:lnTo>
                    <a:pt x="1004" y="505"/>
                  </a:lnTo>
                  <a:lnTo>
                    <a:pt x="1005" y="504"/>
                  </a:lnTo>
                  <a:lnTo>
                    <a:pt x="1007" y="502"/>
                  </a:lnTo>
                  <a:lnTo>
                    <a:pt x="1009" y="501"/>
                  </a:lnTo>
                  <a:lnTo>
                    <a:pt x="1011" y="500"/>
                  </a:lnTo>
                  <a:lnTo>
                    <a:pt x="1013" y="499"/>
                  </a:lnTo>
                  <a:lnTo>
                    <a:pt x="1016" y="499"/>
                  </a:lnTo>
                  <a:lnTo>
                    <a:pt x="1019" y="500"/>
                  </a:lnTo>
                  <a:lnTo>
                    <a:pt x="1022" y="501"/>
                  </a:lnTo>
                  <a:lnTo>
                    <a:pt x="1023" y="501"/>
                  </a:lnTo>
                  <a:lnTo>
                    <a:pt x="1025" y="500"/>
                  </a:lnTo>
                  <a:lnTo>
                    <a:pt x="1028" y="499"/>
                  </a:lnTo>
                  <a:lnTo>
                    <a:pt x="1030" y="500"/>
                  </a:lnTo>
                  <a:lnTo>
                    <a:pt x="1031" y="501"/>
                  </a:lnTo>
                  <a:lnTo>
                    <a:pt x="1032" y="503"/>
                  </a:lnTo>
                  <a:lnTo>
                    <a:pt x="1034" y="503"/>
                  </a:lnTo>
                  <a:lnTo>
                    <a:pt x="1037" y="502"/>
                  </a:lnTo>
                  <a:lnTo>
                    <a:pt x="1040" y="502"/>
                  </a:lnTo>
                  <a:lnTo>
                    <a:pt x="1042" y="503"/>
                  </a:lnTo>
                  <a:lnTo>
                    <a:pt x="1043" y="504"/>
                  </a:lnTo>
                  <a:lnTo>
                    <a:pt x="1044" y="506"/>
                  </a:lnTo>
                  <a:lnTo>
                    <a:pt x="1045" y="507"/>
                  </a:lnTo>
                  <a:lnTo>
                    <a:pt x="1045" y="509"/>
                  </a:lnTo>
                  <a:lnTo>
                    <a:pt x="1045" y="511"/>
                  </a:lnTo>
                  <a:lnTo>
                    <a:pt x="1043" y="513"/>
                  </a:lnTo>
                  <a:lnTo>
                    <a:pt x="1042" y="514"/>
                  </a:lnTo>
                  <a:lnTo>
                    <a:pt x="1043" y="516"/>
                  </a:lnTo>
                  <a:close/>
                </a:path>
              </a:pathLst>
            </a:custGeom>
            <a:solidFill>
              <a:srgbClr val="ECB78D">
                <a:alpha val="9600"/>
              </a:srgbClr>
            </a:solidFill>
            <a:ln>
              <a:noFill/>
            </a:ln>
          </p:spPr>
          <p:txBody>
            <a:bodyPr anchor="ctr"/>
            <a:lstStyle/>
            <a:p>
              <a:pPr algn="ctr">
                <a:buNone/>
              </a:pPr>
            </a:p>
          </p:txBody>
        </p:sp>
        <p:sp>
          <p:nvSpPr>
            <p:cNvPr id="7606" name="addition:spatial:95">
              <a:extLst>
                <a:ext uri="{FF2B5EF4-FFF2-40B4-BE49-F238E27FC236}">
                  <ns2:creationId id="{9B429DC4-6C6C-4486-9884-ED09A24136BF}"/>
                </a:ext>
              </a:extLst>
            </p:cNvPr>
            <p:cNvSpPr>
              <a:spLocks noGrp="1"/>
            </p:cNvSpPr>
            <p:nvPr/>
          </p:nvSpPr>
          <p:spPr>
            <a:xfrm>
              <a:off x="5648325" y="1666875"/>
              <a:ext cx="1470401" cy="911794"/>
            </a:xfrm>
            <a:custGeom>
              <a:rect l="l" t="t" r="r" b="b"/>
              <a:pathLst>
                <a:path w="1109" h="539">
                  <a:moveTo>
                    <a:pt x="0" y="0"/>
                  </a:moveTo>
                  <a:moveTo>
                    <a:pt x="1102" y="514"/>
                  </a:moveTo>
                  <a:lnTo>
                    <a:pt x="1100" y="516"/>
                  </a:lnTo>
                  <a:lnTo>
                    <a:pt x="1100" y="518"/>
                  </a:lnTo>
                  <a:lnTo>
                    <a:pt x="1103" y="520"/>
                  </a:lnTo>
                  <a:lnTo>
                    <a:pt x="1106" y="522"/>
                  </a:lnTo>
                  <a:lnTo>
                    <a:pt x="1107" y="525"/>
                  </a:lnTo>
                  <a:lnTo>
                    <a:pt x="1105" y="527"/>
                  </a:lnTo>
                  <a:lnTo>
                    <a:pt x="1101" y="528"/>
                  </a:lnTo>
                  <a:lnTo>
                    <a:pt x="1097" y="529"/>
                  </a:lnTo>
                  <a:lnTo>
                    <a:pt x="1095" y="530"/>
                  </a:lnTo>
                  <a:lnTo>
                    <a:pt x="1095" y="532"/>
                  </a:lnTo>
                  <a:lnTo>
                    <a:pt x="1093" y="534"/>
                  </a:lnTo>
                  <a:lnTo>
                    <a:pt x="1090" y="535"/>
                  </a:lnTo>
                  <a:lnTo>
                    <a:pt x="1086" y="534"/>
                  </a:lnTo>
                  <a:lnTo>
                    <a:pt x="1082" y="534"/>
                  </a:lnTo>
                  <a:lnTo>
                    <a:pt x="1080" y="534"/>
                  </a:lnTo>
                  <a:lnTo>
                    <a:pt x="1077" y="535"/>
                  </a:lnTo>
                  <a:lnTo>
                    <a:pt x="1074" y="535"/>
                  </a:lnTo>
                  <a:lnTo>
                    <a:pt x="1071" y="535"/>
                  </a:lnTo>
                  <a:lnTo>
                    <a:pt x="1068" y="536"/>
                  </a:lnTo>
                  <a:lnTo>
                    <a:pt x="1064" y="537"/>
                  </a:lnTo>
                  <a:lnTo>
                    <a:pt x="1059" y="538"/>
                  </a:lnTo>
                  <a:lnTo>
                    <a:pt x="1054" y="539"/>
                  </a:lnTo>
                  <a:lnTo>
                    <a:pt x="1050" y="537"/>
                  </a:lnTo>
                  <a:lnTo>
                    <a:pt x="1049" y="534"/>
                  </a:lnTo>
                  <a:lnTo>
                    <a:pt x="1048" y="531"/>
                  </a:lnTo>
                  <a:lnTo>
                    <a:pt x="1047" y="528"/>
                  </a:lnTo>
                  <a:lnTo>
                    <a:pt x="1044" y="527"/>
                  </a:lnTo>
                  <a:lnTo>
                    <a:pt x="1040" y="527"/>
                  </a:lnTo>
                  <a:lnTo>
                    <a:pt x="1036" y="525"/>
                  </a:lnTo>
                  <a:lnTo>
                    <a:pt x="1034" y="524"/>
                  </a:lnTo>
                  <a:lnTo>
                    <a:pt x="1033" y="522"/>
                  </a:lnTo>
                  <a:lnTo>
                    <a:pt x="1031" y="520"/>
                  </a:lnTo>
                  <a:lnTo>
                    <a:pt x="1028" y="518"/>
                  </a:lnTo>
                  <a:lnTo>
                    <a:pt x="1026" y="516"/>
                  </a:lnTo>
                  <a:lnTo>
                    <a:pt x="1025" y="514"/>
                  </a:lnTo>
                  <a:lnTo>
                    <a:pt x="1026" y="512"/>
                  </a:lnTo>
                  <a:lnTo>
                    <a:pt x="1027" y="510"/>
                  </a:lnTo>
                  <a:lnTo>
                    <a:pt x="1027" y="508"/>
                  </a:lnTo>
                  <a:lnTo>
                    <a:pt x="1026" y="505"/>
                  </a:lnTo>
                  <a:lnTo>
                    <a:pt x="1029" y="503"/>
                  </a:lnTo>
                  <a:lnTo>
                    <a:pt x="1033" y="502"/>
                  </a:lnTo>
                  <a:lnTo>
                    <a:pt x="1040" y="502"/>
                  </a:lnTo>
                  <a:lnTo>
                    <a:pt x="1044" y="502"/>
                  </a:lnTo>
                  <a:lnTo>
                    <a:pt x="1046" y="500"/>
                  </a:lnTo>
                  <a:lnTo>
                    <a:pt x="1046" y="498"/>
                  </a:lnTo>
                  <a:lnTo>
                    <a:pt x="1047" y="494"/>
                  </a:lnTo>
                  <a:lnTo>
                    <a:pt x="1050" y="492"/>
                  </a:lnTo>
                  <a:lnTo>
                    <a:pt x="1054" y="491"/>
                  </a:lnTo>
                  <a:lnTo>
                    <a:pt x="1058" y="491"/>
                  </a:lnTo>
                  <a:lnTo>
                    <a:pt x="1062" y="490"/>
                  </a:lnTo>
                  <a:lnTo>
                    <a:pt x="1066" y="490"/>
                  </a:lnTo>
                  <a:lnTo>
                    <a:pt x="1071" y="490"/>
                  </a:lnTo>
                  <a:lnTo>
                    <a:pt x="1074" y="492"/>
                  </a:lnTo>
                  <a:lnTo>
                    <a:pt x="1078" y="494"/>
                  </a:lnTo>
                  <a:lnTo>
                    <a:pt x="1081" y="494"/>
                  </a:lnTo>
                  <a:lnTo>
                    <a:pt x="1084" y="493"/>
                  </a:lnTo>
                  <a:lnTo>
                    <a:pt x="1088" y="493"/>
                  </a:lnTo>
                  <a:lnTo>
                    <a:pt x="1091" y="494"/>
                  </a:lnTo>
                  <a:lnTo>
                    <a:pt x="1093" y="496"/>
                  </a:lnTo>
                  <a:lnTo>
                    <a:pt x="1094" y="498"/>
                  </a:lnTo>
                  <a:lnTo>
                    <a:pt x="1096" y="499"/>
                  </a:lnTo>
                  <a:lnTo>
                    <a:pt x="1100" y="499"/>
                  </a:lnTo>
                  <a:lnTo>
                    <a:pt x="1105" y="499"/>
                  </a:lnTo>
                  <a:lnTo>
                    <a:pt x="1109" y="501"/>
                  </a:lnTo>
                  <a:lnTo>
                    <a:pt x="1109" y="503"/>
                  </a:lnTo>
                  <a:lnTo>
                    <a:pt x="1108" y="506"/>
                  </a:lnTo>
                  <a:lnTo>
                    <a:pt x="1106" y="508"/>
                  </a:lnTo>
                  <a:lnTo>
                    <a:pt x="1105" y="510"/>
                  </a:lnTo>
                  <a:lnTo>
                    <a:pt x="1104" y="512"/>
                  </a:lnTo>
                  <a:close/>
                </a:path>
              </a:pathLst>
            </a:custGeom>
            <a:solidFill>
              <a:srgbClr val="ECB78D">
                <a:alpha val="9600"/>
              </a:srgbClr>
            </a:solidFill>
            <a:ln>
              <a:noFill/>
            </a:ln>
          </p:spPr>
          <p:txBody>
            <a:bodyPr anchor="ctr"/>
            <a:lstStyle/>
            <a:p>
              <a:pPr algn="ctr">
                <a:buNone/>
              </a:pPr>
            </a:p>
          </p:txBody>
        </p:sp>
        <p:sp>
          <p:nvSpPr>
            <p:cNvPr id="7607" name="addition:spatial:96">
              <a:extLst>
                <a:ext uri="{FF2B5EF4-FFF2-40B4-BE49-F238E27FC236}">
                  <ns2:creationId id="{6544998E-E363-42AA-9F60-C74F61081F86}"/>
                </a:ext>
              </a:extLst>
            </p:cNvPr>
            <p:cNvSpPr>
              <a:spLocks noGrp="1"/>
            </p:cNvSpPr>
            <p:nvPr/>
          </p:nvSpPr>
          <p:spPr>
            <a:xfrm>
              <a:off x="5648325" y="1666875"/>
              <a:ext cx="1494267" cy="928710"/>
            </a:xfrm>
            <a:custGeom>
              <a:rect l="l" t="t" r="r" b="b"/>
              <a:pathLst>
                <a:path w="1127" h="549">
                  <a:moveTo>
                    <a:pt x="0" y="0"/>
                  </a:moveTo>
                  <a:moveTo>
                    <a:pt x="1127" y="510"/>
                  </a:moveTo>
                  <a:lnTo>
                    <a:pt x="1126" y="513"/>
                  </a:lnTo>
                  <a:lnTo>
                    <a:pt x="1124" y="516"/>
                  </a:lnTo>
                  <a:lnTo>
                    <a:pt x="1124" y="519"/>
                  </a:lnTo>
                  <a:lnTo>
                    <a:pt x="1124" y="522"/>
                  </a:lnTo>
                  <a:lnTo>
                    <a:pt x="1122" y="525"/>
                  </a:lnTo>
                  <a:lnTo>
                    <a:pt x="1118" y="527"/>
                  </a:lnTo>
                  <a:lnTo>
                    <a:pt x="1114" y="529"/>
                  </a:lnTo>
                  <a:lnTo>
                    <a:pt x="1111" y="531"/>
                  </a:lnTo>
                  <a:lnTo>
                    <a:pt x="1108" y="533"/>
                  </a:lnTo>
                  <a:lnTo>
                    <a:pt x="1105" y="535"/>
                  </a:lnTo>
                  <a:lnTo>
                    <a:pt x="1100" y="536"/>
                  </a:lnTo>
                  <a:lnTo>
                    <a:pt x="1094" y="536"/>
                  </a:lnTo>
                  <a:lnTo>
                    <a:pt x="1089" y="536"/>
                  </a:lnTo>
                  <a:lnTo>
                    <a:pt x="1085" y="539"/>
                  </a:lnTo>
                  <a:lnTo>
                    <a:pt x="1082" y="543"/>
                  </a:lnTo>
                  <a:lnTo>
                    <a:pt x="1077" y="547"/>
                  </a:lnTo>
                  <a:lnTo>
                    <a:pt x="1071" y="549"/>
                  </a:lnTo>
                  <a:lnTo>
                    <a:pt x="1064" y="547"/>
                  </a:lnTo>
                  <a:lnTo>
                    <a:pt x="1059" y="544"/>
                  </a:lnTo>
                  <a:lnTo>
                    <a:pt x="1054" y="541"/>
                  </a:lnTo>
                  <a:lnTo>
                    <a:pt x="1049" y="540"/>
                  </a:lnTo>
                  <a:lnTo>
                    <a:pt x="1045" y="538"/>
                  </a:lnTo>
                  <a:lnTo>
                    <a:pt x="1041" y="536"/>
                  </a:lnTo>
                  <a:lnTo>
                    <a:pt x="1038" y="534"/>
                  </a:lnTo>
                  <a:lnTo>
                    <a:pt x="1034" y="533"/>
                  </a:lnTo>
                  <a:lnTo>
                    <a:pt x="1028" y="533"/>
                  </a:lnTo>
                  <a:lnTo>
                    <a:pt x="1022" y="533"/>
                  </a:lnTo>
                  <a:lnTo>
                    <a:pt x="1018" y="531"/>
                  </a:lnTo>
                  <a:lnTo>
                    <a:pt x="1017" y="528"/>
                  </a:lnTo>
                  <a:lnTo>
                    <a:pt x="1017" y="524"/>
                  </a:lnTo>
                  <a:lnTo>
                    <a:pt x="1017" y="521"/>
                  </a:lnTo>
                  <a:lnTo>
                    <a:pt x="1013" y="519"/>
                  </a:lnTo>
                  <a:lnTo>
                    <a:pt x="1009" y="516"/>
                  </a:lnTo>
                  <a:lnTo>
                    <a:pt x="1008" y="513"/>
                  </a:lnTo>
                  <a:lnTo>
                    <a:pt x="1011" y="510"/>
                  </a:lnTo>
                  <a:lnTo>
                    <a:pt x="1018" y="507"/>
                  </a:lnTo>
                  <a:lnTo>
                    <a:pt x="1024" y="505"/>
                  </a:lnTo>
                  <a:lnTo>
                    <a:pt x="1026" y="502"/>
                  </a:lnTo>
                  <a:lnTo>
                    <a:pt x="1027" y="500"/>
                  </a:lnTo>
                  <a:lnTo>
                    <a:pt x="1027" y="497"/>
                  </a:lnTo>
                  <a:lnTo>
                    <a:pt x="1028" y="494"/>
                  </a:lnTo>
                  <a:lnTo>
                    <a:pt x="1029" y="491"/>
                  </a:lnTo>
                  <a:lnTo>
                    <a:pt x="1030" y="487"/>
                  </a:lnTo>
                  <a:lnTo>
                    <a:pt x="1030" y="483"/>
                  </a:lnTo>
                  <a:lnTo>
                    <a:pt x="1033" y="480"/>
                  </a:lnTo>
                  <a:lnTo>
                    <a:pt x="1039" y="479"/>
                  </a:lnTo>
                  <a:lnTo>
                    <a:pt x="1046" y="481"/>
                  </a:lnTo>
                  <a:lnTo>
                    <a:pt x="1051" y="482"/>
                  </a:lnTo>
                  <a:lnTo>
                    <a:pt x="1055" y="482"/>
                  </a:lnTo>
                  <a:lnTo>
                    <a:pt x="1058" y="480"/>
                  </a:lnTo>
                  <a:lnTo>
                    <a:pt x="1061" y="477"/>
                  </a:lnTo>
                  <a:lnTo>
                    <a:pt x="1065" y="477"/>
                  </a:lnTo>
                  <a:lnTo>
                    <a:pt x="1069" y="478"/>
                  </a:lnTo>
                  <a:lnTo>
                    <a:pt x="1073" y="480"/>
                  </a:lnTo>
                  <a:lnTo>
                    <a:pt x="1077" y="481"/>
                  </a:lnTo>
                  <a:lnTo>
                    <a:pt x="1081" y="480"/>
                  </a:lnTo>
                  <a:lnTo>
                    <a:pt x="1086" y="479"/>
                  </a:lnTo>
                  <a:lnTo>
                    <a:pt x="1091" y="479"/>
                  </a:lnTo>
                  <a:lnTo>
                    <a:pt x="1095" y="481"/>
                  </a:lnTo>
                  <a:lnTo>
                    <a:pt x="1100" y="482"/>
                  </a:lnTo>
                  <a:lnTo>
                    <a:pt x="1104" y="484"/>
                  </a:lnTo>
                  <a:lnTo>
                    <a:pt x="1108" y="486"/>
                  </a:lnTo>
                  <a:lnTo>
                    <a:pt x="1110" y="490"/>
                  </a:lnTo>
                  <a:lnTo>
                    <a:pt x="1108" y="494"/>
                  </a:lnTo>
                  <a:lnTo>
                    <a:pt x="1105" y="498"/>
                  </a:lnTo>
                  <a:lnTo>
                    <a:pt x="1105" y="501"/>
                  </a:lnTo>
                  <a:lnTo>
                    <a:pt x="1110" y="503"/>
                  </a:lnTo>
                  <a:lnTo>
                    <a:pt x="1118" y="504"/>
                  </a:lnTo>
                  <a:lnTo>
                    <a:pt x="1125" y="507"/>
                  </a:lnTo>
                  <a:close/>
                </a:path>
              </a:pathLst>
            </a:custGeom>
            <a:solidFill>
              <a:srgbClr val="E18B48">
                <a:alpha val="11100"/>
              </a:srgbClr>
            </a:solidFill>
            <a:ln>
              <a:noFill/>
            </a:ln>
          </p:spPr>
          <p:txBody>
            <a:bodyPr anchor="ctr"/>
            <a:lstStyle/>
            <a:p>
              <a:pPr algn="ctr">
                <a:buNone/>
              </a:pPr>
            </a:p>
          </p:txBody>
        </p:sp>
        <p:sp>
          <p:nvSpPr>
            <p:cNvPr id="7608" name="addition:spatial:97">
              <a:extLst>
                <a:ext uri="{FF2B5EF4-FFF2-40B4-BE49-F238E27FC236}">
                  <ns2:creationId id="{72F648AB-0DD8-473A-80D9-744257CE3366}"/>
                </a:ext>
              </a:extLst>
            </p:cNvPr>
            <p:cNvSpPr>
              <a:spLocks noGrp="1"/>
            </p:cNvSpPr>
            <p:nvPr/>
          </p:nvSpPr>
          <p:spPr>
            <a:xfrm>
              <a:off x="5648325" y="1666875"/>
              <a:ext cx="1423995" cy="879653"/>
            </a:xfrm>
            <a:custGeom>
              <a:rect l="l" t="t" r="r" b="b"/>
              <a:pathLst>
                <a:path w="1074" h="520">
                  <a:moveTo>
                    <a:pt x="0" y="0"/>
                  </a:moveTo>
                  <a:moveTo>
                    <a:pt x="1073" y="501"/>
                  </a:moveTo>
                  <a:lnTo>
                    <a:pt x="1074" y="503"/>
                  </a:lnTo>
                  <a:lnTo>
                    <a:pt x="1074" y="504"/>
                  </a:lnTo>
                  <a:lnTo>
                    <a:pt x="1073" y="506"/>
                  </a:lnTo>
                  <a:lnTo>
                    <a:pt x="1071" y="507"/>
                  </a:lnTo>
                  <a:lnTo>
                    <a:pt x="1069" y="508"/>
                  </a:lnTo>
                  <a:lnTo>
                    <a:pt x="1068" y="509"/>
                  </a:lnTo>
                  <a:lnTo>
                    <a:pt x="1068" y="511"/>
                  </a:lnTo>
                  <a:lnTo>
                    <a:pt x="1066" y="512"/>
                  </a:lnTo>
                  <a:lnTo>
                    <a:pt x="1063" y="512"/>
                  </a:lnTo>
                  <a:lnTo>
                    <a:pt x="1060" y="512"/>
                  </a:lnTo>
                  <a:lnTo>
                    <a:pt x="1058" y="513"/>
                  </a:lnTo>
                  <a:lnTo>
                    <a:pt x="1057" y="514"/>
                  </a:lnTo>
                  <a:lnTo>
                    <a:pt x="1056" y="517"/>
                  </a:lnTo>
                  <a:lnTo>
                    <a:pt x="1054" y="519"/>
                  </a:lnTo>
                  <a:lnTo>
                    <a:pt x="1051" y="520"/>
                  </a:lnTo>
                  <a:lnTo>
                    <a:pt x="1048" y="519"/>
                  </a:lnTo>
                  <a:lnTo>
                    <a:pt x="1046" y="519"/>
                  </a:lnTo>
                  <a:lnTo>
                    <a:pt x="1043" y="518"/>
                  </a:lnTo>
                  <a:lnTo>
                    <a:pt x="1041" y="517"/>
                  </a:lnTo>
                  <a:lnTo>
                    <a:pt x="1039" y="516"/>
                  </a:lnTo>
                  <a:lnTo>
                    <a:pt x="1037" y="515"/>
                  </a:lnTo>
                  <a:lnTo>
                    <a:pt x="1036" y="514"/>
                  </a:lnTo>
                  <a:lnTo>
                    <a:pt x="1034" y="514"/>
                  </a:lnTo>
                  <a:lnTo>
                    <a:pt x="1031" y="514"/>
                  </a:lnTo>
                  <a:lnTo>
                    <a:pt x="1028" y="515"/>
                  </a:lnTo>
                  <a:lnTo>
                    <a:pt x="1026" y="514"/>
                  </a:lnTo>
                  <a:lnTo>
                    <a:pt x="1026" y="512"/>
                  </a:lnTo>
                  <a:lnTo>
                    <a:pt x="1026" y="511"/>
                  </a:lnTo>
                  <a:lnTo>
                    <a:pt x="1025" y="509"/>
                  </a:lnTo>
                  <a:lnTo>
                    <a:pt x="1023" y="508"/>
                  </a:lnTo>
                  <a:lnTo>
                    <a:pt x="1021" y="507"/>
                  </a:lnTo>
                  <a:lnTo>
                    <a:pt x="1020" y="506"/>
                  </a:lnTo>
                  <a:lnTo>
                    <a:pt x="1021" y="504"/>
                  </a:lnTo>
                  <a:lnTo>
                    <a:pt x="1023" y="502"/>
                  </a:lnTo>
                  <a:lnTo>
                    <a:pt x="1025" y="501"/>
                  </a:lnTo>
                  <a:lnTo>
                    <a:pt x="1025" y="500"/>
                  </a:lnTo>
                  <a:lnTo>
                    <a:pt x="1026" y="498"/>
                  </a:lnTo>
                  <a:lnTo>
                    <a:pt x="1026" y="497"/>
                  </a:lnTo>
                  <a:lnTo>
                    <a:pt x="1027" y="496"/>
                  </a:lnTo>
                  <a:lnTo>
                    <a:pt x="1027" y="494"/>
                  </a:lnTo>
                  <a:lnTo>
                    <a:pt x="1026" y="492"/>
                  </a:lnTo>
                  <a:lnTo>
                    <a:pt x="1025" y="490"/>
                  </a:lnTo>
                  <a:lnTo>
                    <a:pt x="1025" y="488"/>
                  </a:lnTo>
                  <a:lnTo>
                    <a:pt x="1028" y="487"/>
                  </a:lnTo>
                  <a:lnTo>
                    <a:pt x="1031" y="488"/>
                  </a:lnTo>
                  <a:lnTo>
                    <a:pt x="1034" y="488"/>
                  </a:lnTo>
                  <a:lnTo>
                    <a:pt x="1035" y="488"/>
                  </a:lnTo>
                  <a:lnTo>
                    <a:pt x="1037" y="486"/>
                  </a:lnTo>
                  <a:lnTo>
                    <a:pt x="1038" y="485"/>
                  </a:lnTo>
                  <a:lnTo>
                    <a:pt x="1040" y="485"/>
                  </a:lnTo>
                  <a:lnTo>
                    <a:pt x="1042" y="485"/>
                  </a:lnTo>
                  <a:lnTo>
                    <a:pt x="1043" y="486"/>
                  </a:lnTo>
                  <a:lnTo>
                    <a:pt x="1045" y="485"/>
                  </a:lnTo>
                  <a:lnTo>
                    <a:pt x="1047" y="485"/>
                  </a:lnTo>
                  <a:lnTo>
                    <a:pt x="1050" y="484"/>
                  </a:lnTo>
                  <a:lnTo>
                    <a:pt x="1052" y="485"/>
                  </a:lnTo>
                  <a:lnTo>
                    <a:pt x="1054" y="485"/>
                  </a:lnTo>
                  <a:lnTo>
                    <a:pt x="1056" y="485"/>
                  </a:lnTo>
                  <a:lnTo>
                    <a:pt x="1059" y="485"/>
                  </a:lnTo>
                  <a:lnTo>
                    <a:pt x="1062" y="486"/>
                  </a:lnTo>
                  <a:lnTo>
                    <a:pt x="1063" y="488"/>
                  </a:lnTo>
                  <a:lnTo>
                    <a:pt x="1063" y="490"/>
                  </a:lnTo>
                  <a:lnTo>
                    <a:pt x="1062" y="493"/>
                  </a:lnTo>
                  <a:lnTo>
                    <a:pt x="1062" y="494"/>
                  </a:lnTo>
                  <a:lnTo>
                    <a:pt x="1065" y="495"/>
                  </a:lnTo>
                  <a:lnTo>
                    <a:pt x="1068" y="495"/>
                  </a:lnTo>
                  <a:lnTo>
                    <a:pt x="1071" y="496"/>
                  </a:lnTo>
                  <a:lnTo>
                    <a:pt x="1072" y="498"/>
                  </a:lnTo>
                  <a:lnTo>
                    <a:pt x="1073" y="499"/>
                  </a:lnTo>
                  <a:close/>
                </a:path>
              </a:pathLst>
            </a:custGeom>
            <a:solidFill>
              <a:srgbClr val="DE8036">
                <a:alpha val="10800"/>
              </a:srgbClr>
            </a:solidFill>
            <a:ln>
              <a:noFill/>
            </a:ln>
          </p:spPr>
          <p:txBody>
            <a:bodyPr anchor="ctr"/>
            <a:lstStyle/>
            <a:p>
              <a:pPr algn="ctr">
                <a:buNone/>
              </a:pPr>
            </a:p>
          </p:txBody>
        </p:sp>
        <p:sp>
          <p:nvSpPr>
            <p:cNvPr id="7609" name="addition:spatial:98">
              <a:extLst>
                <a:ext uri="{FF2B5EF4-FFF2-40B4-BE49-F238E27FC236}">
                  <ns2:creationId id="{868118D0-11B8-4F5A-BB3F-BB68F59703FA}"/>
                </a:ext>
              </a:extLst>
            </p:cNvPr>
            <p:cNvSpPr>
              <a:spLocks noGrp="1"/>
            </p:cNvSpPr>
            <p:nvPr/>
          </p:nvSpPr>
          <p:spPr>
            <a:xfrm>
              <a:off x="5648325" y="1666875"/>
              <a:ext cx="1463772" cy="864428"/>
            </a:xfrm>
            <a:custGeom>
              <a:rect l="l" t="t" r="r" b="b"/>
              <a:pathLst>
                <a:path w="1104" h="511">
                  <a:moveTo>
                    <a:pt x="0" y="0"/>
                  </a:moveTo>
                  <a:moveTo>
                    <a:pt x="1103" y="496"/>
                  </a:moveTo>
                  <a:lnTo>
                    <a:pt x="1102" y="497"/>
                  </a:lnTo>
                  <a:lnTo>
                    <a:pt x="1102" y="498"/>
                  </a:lnTo>
                  <a:lnTo>
                    <a:pt x="1103" y="499"/>
                  </a:lnTo>
                  <a:lnTo>
                    <a:pt x="1102" y="501"/>
                  </a:lnTo>
                  <a:lnTo>
                    <a:pt x="1101" y="502"/>
                  </a:lnTo>
                  <a:lnTo>
                    <a:pt x="1099" y="502"/>
                  </a:lnTo>
                  <a:lnTo>
                    <a:pt x="1097" y="503"/>
                  </a:lnTo>
                  <a:lnTo>
                    <a:pt x="1096" y="504"/>
                  </a:lnTo>
                  <a:lnTo>
                    <a:pt x="1094" y="504"/>
                  </a:lnTo>
                  <a:lnTo>
                    <a:pt x="1093" y="505"/>
                  </a:lnTo>
                  <a:lnTo>
                    <a:pt x="1091" y="506"/>
                  </a:lnTo>
                  <a:lnTo>
                    <a:pt x="1090" y="506"/>
                  </a:lnTo>
                  <a:lnTo>
                    <a:pt x="1089" y="508"/>
                  </a:lnTo>
                  <a:lnTo>
                    <a:pt x="1087" y="510"/>
                  </a:lnTo>
                  <a:lnTo>
                    <a:pt x="1085" y="511"/>
                  </a:lnTo>
                  <a:lnTo>
                    <a:pt x="1083" y="510"/>
                  </a:lnTo>
                  <a:lnTo>
                    <a:pt x="1081" y="509"/>
                  </a:lnTo>
                  <a:lnTo>
                    <a:pt x="1079" y="508"/>
                  </a:lnTo>
                  <a:lnTo>
                    <a:pt x="1077" y="507"/>
                  </a:lnTo>
                  <a:lnTo>
                    <a:pt x="1076" y="507"/>
                  </a:lnTo>
                  <a:lnTo>
                    <a:pt x="1074" y="507"/>
                  </a:lnTo>
                  <a:lnTo>
                    <a:pt x="1072" y="507"/>
                  </a:lnTo>
                  <a:lnTo>
                    <a:pt x="1071" y="507"/>
                  </a:lnTo>
                  <a:lnTo>
                    <a:pt x="1070" y="506"/>
                  </a:lnTo>
                  <a:lnTo>
                    <a:pt x="1068" y="506"/>
                  </a:lnTo>
                  <a:lnTo>
                    <a:pt x="1066" y="505"/>
                  </a:lnTo>
                  <a:lnTo>
                    <a:pt x="1065" y="505"/>
                  </a:lnTo>
                  <a:lnTo>
                    <a:pt x="1064" y="504"/>
                  </a:lnTo>
                  <a:lnTo>
                    <a:pt x="1064" y="502"/>
                  </a:lnTo>
                  <a:lnTo>
                    <a:pt x="1063" y="502"/>
                  </a:lnTo>
                  <a:lnTo>
                    <a:pt x="1062" y="501"/>
                  </a:lnTo>
                  <a:lnTo>
                    <a:pt x="1061" y="500"/>
                  </a:lnTo>
                  <a:lnTo>
                    <a:pt x="1061" y="498"/>
                  </a:lnTo>
                  <a:lnTo>
                    <a:pt x="1063" y="497"/>
                  </a:lnTo>
                  <a:lnTo>
                    <a:pt x="1066" y="496"/>
                  </a:lnTo>
                  <a:lnTo>
                    <a:pt x="1067" y="495"/>
                  </a:lnTo>
                  <a:lnTo>
                    <a:pt x="1066" y="494"/>
                  </a:lnTo>
                  <a:lnTo>
                    <a:pt x="1065" y="493"/>
                  </a:lnTo>
                  <a:lnTo>
                    <a:pt x="1064" y="491"/>
                  </a:lnTo>
                  <a:lnTo>
                    <a:pt x="1063" y="490"/>
                  </a:lnTo>
                  <a:lnTo>
                    <a:pt x="1064" y="489"/>
                  </a:lnTo>
                  <a:lnTo>
                    <a:pt x="1065" y="488"/>
                  </a:lnTo>
                  <a:lnTo>
                    <a:pt x="1066" y="487"/>
                  </a:lnTo>
                  <a:lnTo>
                    <a:pt x="1067" y="486"/>
                  </a:lnTo>
                  <a:lnTo>
                    <a:pt x="1069" y="486"/>
                  </a:lnTo>
                  <a:lnTo>
                    <a:pt x="1071" y="486"/>
                  </a:lnTo>
                  <a:lnTo>
                    <a:pt x="1072" y="486"/>
                  </a:lnTo>
                  <a:lnTo>
                    <a:pt x="1073" y="485"/>
                  </a:lnTo>
                  <a:lnTo>
                    <a:pt x="1074" y="484"/>
                  </a:lnTo>
                  <a:lnTo>
                    <a:pt x="1076" y="483"/>
                  </a:lnTo>
                  <a:lnTo>
                    <a:pt x="1077" y="483"/>
                  </a:lnTo>
                  <a:lnTo>
                    <a:pt x="1079" y="484"/>
                  </a:lnTo>
                  <a:lnTo>
                    <a:pt x="1080" y="485"/>
                  </a:lnTo>
                  <a:lnTo>
                    <a:pt x="1082" y="484"/>
                  </a:lnTo>
                  <a:lnTo>
                    <a:pt x="1084" y="483"/>
                  </a:lnTo>
                  <a:lnTo>
                    <a:pt x="1086" y="482"/>
                  </a:lnTo>
                  <a:lnTo>
                    <a:pt x="1089" y="483"/>
                  </a:lnTo>
                  <a:lnTo>
                    <a:pt x="1090" y="483"/>
                  </a:lnTo>
                  <a:lnTo>
                    <a:pt x="1092" y="485"/>
                  </a:lnTo>
                  <a:lnTo>
                    <a:pt x="1093" y="486"/>
                  </a:lnTo>
                  <a:lnTo>
                    <a:pt x="1094" y="487"/>
                  </a:lnTo>
                  <a:lnTo>
                    <a:pt x="1095" y="488"/>
                  </a:lnTo>
                  <a:lnTo>
                    <a:pt x="1095" y="489"/>
                  </a:lnTo>
                  <a:lnTo>
                    <a:pt x="1095" y="490"/>
                  </a:lnTo>
                  <a:lnTo>
                    <a:pt x="1097" y="491"/>
                  </a:lnTo>
                  <a:lnTo>
                    <a:pt x="1100" y="492"/>
                  </a:lnTo>
                  <a:lnTo>
                    <a:pt x="1103" y="492"/>
                  </a:lnTo>
                  <a:lnTo>
                    <a:pt x="1104" y="493"/>
                  </a:lnTo>
                  <a:lnTo>
                    <a:pt x="1104" y="495"/>
                  </a:lnTo>
                  <a:close/>
                </a:path>
              </a:pathLst>
            </a:custGeom>
            <a:solidFill>
              <a:srgbClr val="DE8036">
                <a:alpha val="10800"/>
              </a:srgbClr>
            </a:solidFill>
            <a:ln>
              <a:noFill/>
            </a:ln>
          </p:spPr>
          <p:txBody>
            <a:bodyPr anchor="ctr"/>
            <a:lstStyle/>
            <a:p>
              <a:pPr algn="ctr">
                <a:buNone/>
              </a:pPr>
            </a:p>
          </p:txBody>
        </p:sp>
        <p:sp>
          <p:nvSpPr>
            <p:cNvPr id="7610" name="addition:spatial:99">
              <a:extLst>
                <a:ext uri="{FF2B5EF4-FFF2-40B4-BE49-F238E27FC236}">
                  <ns2:creationId id="{705EFBFF-E600-4B9D-9F46-36DCD5E7BF87}"/>
                </a:ext>
              </a:extLst>
            </p:cNvPr>
            <p:cNvSpPr>
              <a:spLocks noGrp="1"/>
            </p:cNvSpPr>
            <p:nvPr/>
          </p:nvSpPr>
          <p:spPr>
            <a:xfrm>
              <a:off x="5648325" y="1666875"/>
              <a:ext cx="1494267" cy="905027"/>
            </a:xfrm>
            <a:custGeom>
              <a:rect l="l" t="t" r="r" b="b"/>
              <a:pathLst>
                <a:path w="1127" h="535">
                  <a:moveTo>
                    <a:pt x="0" y="0"/>
                  </a:moveTo>
                  <a:moveTo>
                    <a:pt x="1126" y="518"/>
                  </a:moveTo>
                  <a:lnTo>
                    <a:pt x="1123" y="520"/>
                  </a:lnTo>
                  <a:lnTo>
                    <a:pt x="1120" y="521"/>
                  </a:lnTo>
                  <a:lnTo>
                    <a:pt x="1118" y="522"/>
                  </a:lnTo>
                  <a:lnTo>
                    <a:pt x="1118" y="523"/>
                  </a:lnTo>
                  <a:lnTo>
                    <a:pt x="1119" y="525"/>
                  </a:lnTo>
                  <a:lnTo>
                    <a:pt x="1119" y="527"/>
                  </a:lnTo>
                  <a:lnTo>
                    <a:pt x="1118" y="528"/>
                  </a:lnTo>
                  <a:lnTo>
                    <a:pt x="1115" y="529"/>
                  </a:lnTo>
                  <a:lnTo>
                    <a:pt x="1112" y="530"/>
                  </a:lnTo>
                  <a:lnTo>
                    <a:pt x="1111" y="531"/>
                  </a:lnTo>
                  <a:lnTo>
                    <a:pt x="1110" y="533"/>
                  </a:lnTo>
                  <a:lnTo>
                    <a:pt x="1108" y="534"/>
                  </a:lnTo>
                  <a:lnTo>
                    <a:pt x="1106" y="535"/>
                  </a:lnTo>
                  <a:lnTo>
                    <a:pt x="1103" y="535"/>
                  </a:lnTo>
                  <a:lnTo>
                    <a:pt x="1101" y="535"/>
                  </a:lnTo>
                  <a:lnTo>
                    <a:pt x="1099" y="534"/>
                  </a:lnTo>
                  <a:lnTo>
                    <a:pt x="1097" y="534"/>
                  </a:lnTo>
                  <a:lnTo>
                    <a:pt x="1095" y="534"/>
                  </a:lnTo>
                  <a:lnTo>
                    <a:pt x="1093" y="532"/>
                  </a:lnTo>
                  <a:lnTo>
                    <a:pt x="1092" y="532"/>
                  </a:lnTo>
                  <a:lnTo>
                    <a:pt x="1090" y="532"/>
                  </a:lnTo>
                  <a:lnTo>
                    <a:pt x="1087" y="533"/>
                  </a:lnTo>
                  <a:lnTo>
                    <a:pt x="1084" y="535"/>
                  </a:lnTo>
                  <a:lnTo>
                    <a:pt x="1081" y="534"/>
                  </a:lnTo>
                  <a:lnTo>
                    <a:pt x="1080" y="533"/>
                  </a:lnTo>
                  <a:lnTo>
                    <a:pt x="1080" y="531"/>
                  </a:lnTo>
                  <a:lnTo>
                    <a:pt x="1079" y="529"/>
                  </a:lnTo>
                  <a:lnTo>
                    <a:pt x="1078" y="528"/>
                  </a:lnTo>
                  <a:lnTo>
                    <a:pt x="1077" y="526"/>
                  </a:lnTo>
                  <a:lnTo>
                    <a:pt x="1075" y="525"/>
                  </a:lnTo>
                  <a:lnTo>
                    <a:pt x="1075" y="524"/>
                  </a:lnTo>
                  <a:lnTo>
                    <a:pt x="1075" y="522"/>
                  </a:lnTo>
                  <a:lnTo>
                    <a:pt x="1074" y="521"/>
                  </a:lnTo>
                  <a:lnTo>
                    <a:pt x="1073" y="520"/>
                  </a:lnTo>
                  <a:lnTo>
                    <a:pt x="1071" y="518"/>
                  </a:lnTo>
                  <a:lnTo>
                    <a:pt x="1071" y="517"/>
                  </a:lnTo>
                  <a:lnTo>
                    <a:pt x="1072" y="515"/>
                  </a:lnTo>
                  <a:lnTo>
                    <a:pt x="1072" y="514"/>
                  </a:lnTo>
                  <a:lnTo>
                    <a:pt x="1070" y="512"/>
                  </a:lnTo>
                  <a:lnTo>
                    <a:pt x="1069" y="510"/>
                  </a:lnTo>
                  <a:lnTo>
                    <a:pt x="1069" y="508"/>
                  </a:lnTo>
                  <a:lnTo>
                    <a:pt x="1071" y="507"/>
                  </a:lnTo>
                  <a:lnTo>
                    <a:pt x="1075" y="507"/>
                  </a:lnTo>
                  <a:lnTo>
                    <a:pt x="1079" y="507"/>
                  </a:lnTo>
                  <a:lnTo>
                    <a:pt x="1081" y="507"/>
                  </a:lnTo>
                  <a:lnTo>
                    <a:pt x="1082" y="506"/>
                  </a:lnTo>
                  <a:lnTo>
                    <a:pt x="1083" y="505"/>
                  </a:lnTo>
                  <a:lnTo>
                    <a:pt x="1085" y="503"/>
                  </a:lnTo>
                  <a:lnTo>
                    <a:pt x="1087" y="503"/>
                  </a:lnTo>
                  <a:lnTo>
                    <a:pt x="1089" y="502"/>
                  </a:lnTo>
                  <a:lnTo>
                    <a:pt x="1092" y="500"/>
                  </a:lnTo>
                  <a:lnTo>
                    <a:pt x="1094" y="500"/>
                  </a:lnTo>
                  <a:lnTo>
                    <a:pt x="1097" y="500"/>
                  </a:lnTo>
                  <a:lnTo>
                    <a:pt x="1100" y="501"/>
                  </a:lnTo>
                  <a:lnTo>
                    <a:pt x="1102" y="502"/>
                  </a:lnTo>
                  <a:lnTo>
                    <a:pt x="1105" y="503"/>
                  </a:lnTo>
                  <a:lnTo>
                    <a:pt x="1108" y="503"/>
                  </a:lnTo>
                  <a:lnTo>
                    <a:pt x="1111" y="503"/>
                  </a:lnTo>
                  <a:lnTo>
                    <a:pt x="1113" y="504"/>
                  </a:lnTo>
                  <a:lnTo>
                    <a:pt x="1114" y="506"/>
                  </a:lnTo>
                  <a:lnTo>
                    <a:pt x="1114" y="508"/>
                  </a:lnTo>
                  <a:lnTo>
                    <a:pt x="1115" y="509"/>
                  </a:lnTo>
                  <a:lnTo>
                    <a:pt x="1118" y="509"/>
                  </a:lnTo>
                  <a:lnTo>
                    <a:pt x="1121" y="510"/>
                  </a:lnTo>
                  <a:lnTo>
                    <a:pt x="1124" y="510"/>
                  </a:lnTo>
                  <a:lnTo>
                    <a:pt x="1126" y="512"/>
                  </a:lnTo>
                  <a:lnTo>
                    <a:pt x="1126" y="513"/>
                  </a:lnTo>
                  <a:lnTo>
                    <a:pt x="1127" y="515"/>
                  </a:lnTo>
                  <a:lnTo>
                    <a:pt x="1127" y="516"/>
                  </a:lnTo>
                  <a:close/>
                </a:path>
              </a:pathLst>
            </a:custGeom>
            <a:solidFill>
              <a:srgbClr val="DE8036">
                <a:alpha val="10800"/>
              </a:srgbClr>
            </a:solidFill>
            <a:ln>
              <a:noFill/>
            </a:ln>
          </p:spPr>
          <p:txBody>
            <a:bodyPr anchor="ctr"/>
            <a:lstStyle/>
            <a:p>
              <a:pPr algn="ctr">
                <a:buNone/>
              </a:pPr>
            </a:p>
          </p:txBody>
        </p:sp>
        <p:sp>
          <p:nvSpPr>
            <p:cNvPr id="7611" name="addition:spatial:100">
              <a:extLst>
                <a:ext uri="{FF2B5EF4-FFF2-40B4-BE49-F238E27FC236}">
                  <ns2:creationId id="{EC96EF09-18D0-4556-868C-76F6EDBC784E}"/>
                </a:ext>
              </a:extLst>
            </p:cNvPr>
            <p:cNvSpPr>
              <a:spLocks noGrp="1"/>
            </p:cNvSpPr>
            <p:nvPr/>
          </p:nvSpPr>
          <p:spPr>
            <a:xfrm>
              <a:off x="5648325" y="1666875"/>
              <a:ext cx="1435928" cy="916869"/>
            </a:xfrm>
            <a:custGeom>
              <a:rect l="l" t="t" r="r" b="b"/>
              <a:pathLst>
                <a:path w="1083" h="542">
                  <a:moveTo>
                    <a:pt x="0" y="0"/>
                  </a:moveTo>
                  <a:moveTo>
                    <a:pt x="1080" y="528"/>
                  </a:moveTo>
                  <a:lnTo>
                    <a:pt x="1079" y="529"/>
                  </a:lnTo>
                  <a:lnTo>
                    <a:pt x="1079" y="530"/>
                  </a:lnTo>
                  <a:lnTo>
                    <a:pt x="1078" y="531"/>
                  </a:lnTo>
                  <a:lnTo>
                    <a:pt x="1078" y="532"/>
                  </a:lnTo>
                  <a:lnTo>
                    <a:pt x="1077" y="533"/>
                  </a:lnTo>
                  <a:lnTo>
                    <a:pt x="1077" y="535"/>
                  </a:lnTo>
                  <a:lnTo>
                    <a:pt x="1078" y="537"/>
                  </a:lnTo>
                  <a:lnTo>
                    <a:pt x="1079" y="539"/>
                  </a:lnTo>
                  <a:lnTo>
                    <a:pt x="1078" y="540"/>
                  </a:lnTo>
                  <a:lnTo>
                    <a:pt x="1075" y="540"/>
                  </a:lnTo>
                  <a:lnTo>
                    <a:pt x="1072" y="539"/>
                  </a:lnTo>
                  <a:lnTo>
                    <a:pt x="1069" y="539"/>
                  </a:lnTo>
                  <a:lnTo>
                    <a:pt x="1068" y="539"/>
                  </a:lnTo>
                  <a:lnTo>
                    <a:pt x="1067" y="540"/>
                  </a:lnTo>
                  <a:lnTo>
                    <a:pt x="1065" y="541"/>
                  </a:lnTo>
                  <a:lnTo>
                    <a:pt x="1064" y="541"/>
                  </a:lnTo>
                  <a:lnTo>
                    <a:pt x="1062" y="541"/>
                  </a:lnTo>
                  <a:lnTo>
                    <a:pt x="1060" y="541"/>
                  </a:lnTo>
                  <a:lnTo>
                    <a:pt x="1058" y="542"/>
                  </a:lnTo>
                  <a:lnTo>
                    <a:pt x="1056" y="542"/>
                  </a:lnTo>
                  <a:lnTo>
                    <a:pt x="1054" y="542"/>
                  </a:lnTo>
                  <a:lnTo>
                    <a:pt x="1052" y="541"/>
                  </a:lnTo>
                  <a:lnTo>
                    <a:pt x="1050" y="540"/>
                  </a:lnTo>
                  <a:lnTo>
                    <a:pt x="1048" y="540"/>
                  </a:lnTo>
                  <a:lnTo>
                    <a:pt x="1046" y="540"/>
                  </a:lnTo>
                  <a:lnTo>
                    <a:pt x="1043" y="539"/>
                  </a:lnTo>
                  <a:lnTo>
                    <a:pt x="1043" y="537"/>
                  </a:lnTo>
                  <a:lnTo>
                    <a:pt x="1043" y="535"/>
                  </a:lnTo>
                  <a:lnTo>
                    <a:pt x="1044" y="534"/>
                  </a:lnTo>
                  <a:lnTo>
                    <a:pt x="1043" y="533"/>
                  </a:lnTo>
                  <a:lnTo>
                    <a:pt x="1041" y="532"/>
                  </a:lnTo>
                  <a:lnTo>
                    <a:pt x="1037" y="531"/>
                  </a:lnTo>
                  <a:lnTo>
                    <a:pt x="1035" y="530"/>
                  </a:lnTo>
                  <a:lnTo>
                    <a:pt x="1034" y="529"/>
                  </a:lnTo>
                  <a:lnTo>
                    <a:pt x="1033" y="528"/>
                  </a:lnTo>
                  <a:lnTo>
                    <a:pt x="1033" y="526"/>
                  </a:lnTo>
                  <a:lnTo>
                    <a:pt x="1033" y="525"/>
                  </a:lnTo>
                  <a:lnTo>
                    <a:pt x="1034" y="524"/>
                  </a:lnTo>
                  <a:lnTo>
                    <a:pt x="1036" y="523"/>
                  </a:lnTo>
                  <a:lnTo>
                    <a:pt x="1039" y="522"/>
                  </a:lnTo>
                  <a:lnTo>
                    <a:pt x="1040" y="521"/>
                  </a:lnTo>
                  <a:lnTo>
                    <a:pt x="1041" y="520"/>
                  </a:lnTo>
                  <a:lnTo>
                    <a:pt x="1041" y="518"/>
                  </a:lnTo>
                  <a:lnTo>
                    <a:pt x="1042" y="517"/>
                  </a:lnTo>
                  <a:lnTo>
                    <a:pt x="1045" y="517"/>
                  </a:lnTo>
                  <a:lnTo>
                    <a:pt x="1048" y="517"/>
                  </a:lnTo>
                  <a:lnTo>
                    <a:pt x="1050" y="517"/>
                  </a:lnTo>
                  <a:lnTo>
                    <a:pt x="1051" y="515"/>
                  </a:lnTo>
                  <a:lnTo>
                    <a:pt x="1053" y="513"/>
                  </a:lnTo>
                  <a:lnTo>
                    <a:pt x="1055" y="512"/>
                  </a:lnTo>
                  <a:lnTo>
                    <a:pt x="1057" y="511"/>
                  </a:lnTo>
                  <a:lnTo>
                    <a:pt x="1060" y="512"/>
                  </a:lnTo>
                  <a:lnTo>
                    <a:pt x="1062" y="513"/>
                  </a:lnTo>
                  <a:lnTo>
                    <a:pt x="1065" y="514"/>
                  </a:lnTo>
                  <a:lnTo>
                    <a:pt x="1067" y="514"/>
                  </a:lnTo>
                  <a:lnTo>
                    <a:pt x="1068" y="515"/>
                  </a:lnTo>
                  <a:lnTo>
                    <a:pt x="1069" y="516"/>
                  </a:lnTo>
                  <a:lnTo>
                    <a:pt x="1071" y="517"/>
                  </a:lnTo>
                  <a:lnTo>
                    <a:pt x="1073" y="517"/>
                  </a:lnTo>
                  <a:lnTo>
                    <a:pt x="1076" y="517"/>
                  </a:lnTo>
                  <a:lnTo>
                    <a:pt x="1079" y="516"/>
                  </a:lnTo>
                  <a:lnTo>
                    <a:pt x="1080" y="517"/>
                  </a:lnTo>
                  <a:lnTo>
                    <a:pt x="1080" y="519"/>
                  </a:lnTo>
                  <a:lnTo>
                    <a:pt x="1080" y="520"/>
                  </a:lnTo>
                  <a:lnTo>
                    <a:pt x="1080" y="522"/>
                  </a:lnTo>
                  <a:lnTo>
                    <a:pt x="1081" y="523"/>
                  </a:lnTo>
                  <a:lnTo>
                    <a:pt x="1083" y="524"/>
                  </a:lnTo>
                  <a:lnTo>
                    <a:pt x="1083" y="525"/>
                  </a:lnTo>
                  <a:lnTo>
                    <a:pt x="1082" y="526"/>
                  </a:lnTo>
                  <a:close/>
                </a:path>
              </a:pathLst>
            </a:custGeom>
            <a:solidFill>
              <a:srgbClr val="DE8036">
                <a:alpha val="10800"/>
              </a:srgbClr>
            </a:solidFill>
            <a:ln>
              <a:noFill/>
            </a:ln>
          </p:spPr>
          <p:txBody>
            <a:bodyPr anchor="ctr"/>
            <a:lstStyle/>
            <a:p>
              <a:pPr algn="ctr">
                <a:buNone/>
              </a:pPr>
            </a:p>
          </p:txBody>
        </p:sp>
        <p:sp>
          <p:nvSpPr>
            <p:cNvPr id="7612" name="addition:spatial:101">
              <a:extLst>
                <a:ext uri="{FF2B5EF4-FFF2-40B4-BE49-F238E27FC236}">
                  <ns2:creationId id="{1DD75F3C-744A-46E1-BAE2-B050669EEDCD}"/>
                </a:ext>
              </a:extLst>
            </p:cNvPr>
            <p:cNvSpPr>
              <a:spLocks noGrp="1"/>
            </p:cNvSpPr>
            <p:nvPr/>
          </p:nvSpPr>
          <p:spPr>
            <a:xfrm>
              <a:off x="5648325" y="1666875"/>
              <a:ext cx="1412062" cy="1434511"/>
            </a:xfrm>
            <a:custGeom>
              <a:rect l="l" t="t" r="r" b="b"/>
              <a:pathLst>
                <a:path w="1065" h="848">
                  <a:moveTo>
                    <a:pt x="0" y="0"/>
                  </a:moveTo>
                  <a:moveTo>
                    <a:pt x="203" y="266"/>
                  </a:moveTo>
                  <a:lnTo>
                    <a:pt x="1065" y="266"/>
                  </a:lnTo>
                  <a:lnTo>
                    <a:pt x="1065" y="848"/>
                  </a:lnTo>
                  <a:lnTo>
                    <a:pt x="203" y="762"/>
                  </a:lnTo>
                  <a:close/>
                </a:path>
              </a:pathLst>
            </a:custGeom>
            <a:solidFill>
              <a:srgbClr val="7AB5D7">
                <a:alpha val="4500"/>
              </a:srgbClr>
            </a:solidFill>
            <a:ln w="4286">
              <a:solidFill>
                <a:srgbClr val="338EC1">
                  <a:alpha val="28000"/>
                </a:srgbClr>
              </a:solidFill>
            </a:ln>
          </p:spPr>
          <p:txBody>
            <a:bodyPr anchor="ctr"/>
            <a:lstStyle/>
            <a:p>
              <a:pPr algn="ctr">
                <a:buNone/>
              </a:pPr>
            </a:p>
          </p:txBody>
        </p:sp>
        <p:sp>
          <p:nvSpPr>
            <p:cNvPr id="7613" name="addition:spatial:102">
              <a:extLst>
                <a:ext uri="{FF2B5EF4-FFF2-40B4-BE49-F238E27FC236}">
                  <ns2:creationId id="{D6BFE459-8587-4BC0-BF93-38CF5AA21A0B}"/>
                </a:ext>
              </a:extLst>
            </p:cNvPr>
            <p:cNvSpPr>
              <a:spLocks noGrp="1"/>
            </p:cNvSpPr>
            <p:nvPr/>
          </p:nvSpPr>
          <p:spPr>
            <a:xfrm>
              <a:off x="5648325" y="1666875"/>
              <a:ext cx="1539347" cy="1341471"/>
            </a:xfrm>
            <a:custGeom>
              <a:rect l="l" t="t" r="r" b="b"/>
              <a:pathLst>
                <a:path w="1161" h="793">
                  <a:moveTo>
                    <a:pt x="0" y="0"/>
                  </a:moveTo>
                  <a:moveTo>
                    <a:pt x="299" y="211"/>
                  </a:moveTo>
                  <a:lnTo>
                    <a:pt x="1161" y="211"/>
                  </a:lnTo>
                  <a:lnTo>
                    <a:pt x="1161" y="793"/>
                  </a:lnTo>
                  <a:lnTo>
                    <a:pt x="299" y="707"/>
                  </a:lnTo>
                  <a:close/>
                </a:path>
              </a:pathLst>
            </a:custGeom>
            <a:solidFill>
              <a:srgbClr val="7AB5D7">
                <a:alpha val="4500"/>
              </a:srgbClr>
            </a:solidFill>
            <a:ln w="4286">
              <a:solidFill>
                <a:srgbClr val="338EC1">
                  <a:alpha val="28000"/>
                </a:srgbClr>
              </a:solidFill>
            </a:ln>
          </p:spPr>
          <p:txBody>
            <a:bodyPr anchor="ctr"/>
            <a:lstStyle/>
            <a:p>
              <a:pPr algn="ctr">
                <a:buNone/>
              </a:pPr>
            </a:p>
          </p:txBody>
        </p:sp>
        <p:sp>
          <p:nvSpPr>
            <p:cNvPr id="7614" name="addition:spatial:103">
              <a:extLst>
                <a:ext uri="{FF2B5EF4-FFF2-40B4-BE49-F238E27FC236}">
                  <ns2:creationId id="{BCFA4C7A-3ABB-43A6-84DA-C3D42739CC35}"/>
                </a:ext>
              </a:extLst>
            </p:cNvPr>
            <p:cNvSpPr>
              <a:spLocks noGrp="1"/>
            </p:cNvSpPr>
            <p:nvPr/>
          </p:nvSpPr>
          <p:spPr>
            <a:xfrm>
              <a:off x="5648325" y="1666875"/>
              <a:ext cx="1667957" cy="1246739"/>
            </a:xfrm>
            <a:custGeom>
              <a:rect l="l" t="t" r="r" b="b"/>
              <a:pathLst>
                <a:path w="1258" h="737">
                  <a:moveTo>
                    <a:pt x="0" y="0"/>
                  </a:moveTo>
                  <a:moveTo>
                    <a:pt x="396" y="155"/>
                  </a:moveTo>
                  <a:lnTo>
                    <a:pt x="1258" y="155"/>
                  </a:lnTo>
                  <a:lnTo>
                    <a:pt x="1258" y="737"/>
                  </a:lnTo>
                  <a:lnTo>
                    <a:pt x="396" y="651"/>
                  </a:lnTo>
                  <a:close/>
                </a:path>
              </a:pathLst>
            </a:custGeom>
            <a:solidFill>
              <a:srgbClr val="7AB5D7">
                <a:alpha val="4500"/>
              </a:srgbClr>
            </a:solidFill>
            <a:ln w="4286">
              <a:solidFill>
                <a:srgbClr val="338EC1">
                  <a:alpha val="28000"/>
                </a:srgbClr>
              </a:solidFill>
            </a:ln>
          </p:spPr>
          <p:txBody>
            <a:bodyPr anchor="ctr"/>
            <a:lstStyle/>
            <a:p>
              <a:pPr algn="ctr">
                <a:buNone/>
              </a:pPr>
            </a:p>
          </p:txBody>
        </p:sp>
        <p:sp>
          <p:nvSpPr>
            <p:cNvPr id="7615" name="addition:spatial:104">
              <a:extLst>
                <a:ext uri="{FF2B5EF4-FFF2-40B4-BE49-F238E27FC236}">
                  <ns2:creationId id="{6F39E000-800B-4762-8BBA-BF722845928A}"/>
                </a:ext>
              </a:extLst>
            </p:cNvPr>
            <p:cNvSpPr>
              <a:spLocks noGrp="1"/>
            </p:cNvSpPr>
            <p:nvPr/>
          </p:nvSpPr>
          <p:spPr>
            <a:xfrm>
              <a:off x="5648325" y="1666875"/>
              <a:ext cx="1795242" cy="1153698"/>
            </a:xfrm>
            <a:custGeom>
              <a:rect l="l" t="t" r="r" b="b"/>
              <a:pathLst>
                <a:path w="1354" h="682">
                  <a:moveTo>
                    <a:pt x="0" y="0"/>
                  </a:moveTo>
                  <a:moveTo>
                    <a:pt x="492" y="100"/>
                  </a:moveTo>
                  <a:lnTo>
                    <a:pt x="1354" y="100"/>
                  </a:lnTo>
                  <a:lnTo>
                    <a:pt x="1354" y="682"/>
                  </a:lnTo>
                  <a:lnTo>
                    <a:pt x="492" y="596"/>
                  </a:lnTo>
                  <a:close/>
                </a:path>
              </a:pathLst>
            </a:custGeom>
            <a:solidFill>
              <a:srgbClr val="7AB5D7">
                <a:alpha val="4500"/>
              </a:srgbClr>
            </a:solidFill>
            <a:ln w="4286">
              <a:solidFill>
                <a:srgbClr val="338EC1">
                  <a:alpha val="28000"/>
                </a:srgbClr>
              </a:solidFill>
            </a:ln>
          </p:spPr>
          <p:txBody>
            <a:bodyPr anchor="ctr"/>
            <a:lstStyle/>
            <a:p>
              <a:pPr algn="ctr">
                <a:buNone/>
              </a:pPr>
            </a:p>
          </p:txBody>
        </p:sp>
        <p:sp>
          <p:nvSpPr>
            <p:cNvPr id="7616" name="addition:spatial:105">
              <a:extLst>
                <a:ext uri="{FF2B5EF4-FFF2-40B4-BE49-F238E27FC236}">
                  <ns2:creationId id="{AB32BD32-CC8A-4D45-878F-BA7E0B004F90}"/>
                </a:ext>
              </a:extLst>
            </p:cNvPr>
            <p:cNvSpPr>
              <a:spLocks noGrp="1"/>
            </p:cNvSpPr>
            <p:nvPr/>
          </p:nvSpPr>
          <p:spPr>
            <a:xfrm>
              <a:off x="5648325" y="1666875"/>
              <a:ext cx="701391" cy="1256889"/>
            </a:xfrm>
            <a:custGeom>
              <a:rect l="l" t="t" r="r" b="b"/>
              <a:pathLst>
                <a:path w="529" h="743">
                  <a:moveTo>
                    <a:pt x="0" y="0"/>
                  </a:moveTo>
                  <a:moveTo>
                    <a:pt x="529" y="580"/>
                  </a:moveTo>
                  <a:lnTo>
                    <a:pt x="518" y="596"/>
                  </a:lnTo>
                  <a:lnTo>
                    <a:pt x="493" y="608"/>
                  </a:lnTo>
                  <a:lnTo>
                    <a:pt x="467" y="617"/>
                  </a:lnTo>
                  <a:lnTo>
                    <a:pt x="451" y="626"/>
                  </a:lnTo>
                  <a:lnTo>
                    <a:pt x="449" y="639"/>
                  </a:lnTo>
                  <a:lnTo>
                    <a:pt x="452" y="655"/>
                  </a:lnTo>
                  <a:lnTo>
                    <a:pt x="450" y="672"/>
                  </a:lnTo>
                  <a:lnTo>
                    <a:pt x="441" y="685"/>
                  </a:lnTo>
                  <a:lnTo>
                    <a:pt x="431" y="697"/>
                  </a:lnTo>
                  <a:lnTo>
                    <a:pt x="421" y="711"/>
                  </a:lnTo>
                  <a:lnTo>
                    <a:pt x="410" y="725"/>
                  </a:lnTo>
                  <a:lnTo>
                    <a:pt x="395" y="733"/>
                  </a:lnTo>
                  <a:lnTo>
                    <a:pt x="376" y="732"/>
                  </a:lnTo>
                  <a:lnTo>
                    <a:pt x="358" y="728"/>
                  </a:lnTo>
                  <a:lnTo>
                    <a:pt x="343" y="727"/>
                  </a:lnTo>
                  <a:lnTo>
                    <a:pt x="330" y="734"/>
                  </a:lnTo>
                  <a:lnTo>
                    <a:pt x="317" y="743"/>
                  </a:lnTo>
                  <a:lnTo>
                    <a:pt x="303" y="743"/>
                  </a:lnTo>
                  <a:lnTo>
                    <a:pt x="290" y="732"/>
                  </a:lnTo>
                  <a:lnTo>
                    <a:pt x="281" y="716"/>
                  </a:lnTo>
                  <a:lnTo>
                    <a:pt x="273" y="706"/>
                  </a:lnTo>
                  <a:lnTo>
                    <a:pt x="260" y="709"/>
                  </a:lnTo>
                  <a:lnTo>
                    <a:pt x="241" y="718"/>
                  </a:lnTo>
                  <a:lnTo>
                    <a:pt x="222" y="723"/>
                  </a:lnTo>
                  <a:lnTo>
                    <a:pt x="206" y="719"/>
                  </a:lnTo>
                  <a:lnTo>
                    <a:pt x="196" y="707"/>
                  </a:lnTo>
                  <a:lnTo>
                    <a:pt x="189" y="694"/>
                  </a:lnTo>
                  <a:lnTo>
                    <a:pt x="182" y="680"/>
                  </a:lnTo>
                  <a:lnTo>
                    <a:pt x="178" y="665"/>
                  </a:lnTo>
                  <a:lnTo>
                    <a:pt x="181" y="647"/>
                  </a:lnTo>
                  <a:lnTo>
                    <a:pt x="189" y="629"/>
                  </a:lnTo>
                  <a:lnTo>
                    <a:pt x="193" y="615"/>
                  </a:lnTo>
                  <a:lnTo>
                    <a:pt x="185" y="604"/>
                  </a:lnTo>
                  <a:lnTo>
                    <a:pt x="166" y="594"/>
                  </a:lnTo>
                  <a:lnTo>
                    <a:pt x="149" y="580"/>
                  </a:lnTo>
                  <a:lnTo>
                    <a:pt x="143" y="565"/>
                  </a:lnTo>
                  <a:lnTo>
                    <a:pt x="151" y="551"/>
                  </a:lnTo>
                  <a:lnTo>
                    <a:pt x="160" y="539"/>
                  </a:lnTo>
                  <a:lnTo>
                    <a:pt x="162" y="526"/>
                  </a:lnTo>
                  <a:lnTo>
                    <a:pt x="157" y="509"/>
                  </a:lnTo>
                  <a:lnTo>
                    <a:pt x="153" y="491"/>
                  </a:lnTo>
                  <a:lnTo>
                    <a:pt x="158" y="477"/>
                  </a:lnTo>
                  <a:lnTo>
                    <a:pt x="172" y="469"/>
                  </a:lnTo>
                  <a:lnTo>
                    <a:pt x="190" y="466"/>
                  </a:lnTo>
                  <a:lnTo>
                    <a:pt x="204" y="461"/>
                  </a:lnTo>
                  <a:lnTo>
                    <a:pt x="217" y="456"/>
                  </a:lnTo>
                  <a:lnTo>
                    <a:pt x="231" y="452"/>
                  </a:lnTo>
                  <a:lnTo>
                    <a:pt x="246" y="452"/>
                  </a:lnTo>
                  <a:lnTo>
                    <a:pt x="260" y="451"/>
                  </a:lnTo>
                  <a:lnTo>
                    <a:pt x="272" y="441"/>
                  </a:lnTo>
                  <a:lnTo>
                    <a:pt x="284" y="422"/>
                  </a:lnTo>
                  <a:lnTo>
                    <a:pt x="300" y="402"/>
                  </a:lnTo>
                  <a:lnTo>
                    <a:pt x="320" y="392"/>
                  </a:lnTo>
                  <a:lnTo>
                    <a:pt x="339" y="400"/>
                  </a:lnTo>
                  <a:lnTo>
                    <a:pt x="355" y="419"/>
                  </a:lnTo>
                  <a:lnTo>
                    <a:pt x="369" y="435"/>
                  </a:lnTo>
                  <a:lnTo>
                    <a:pt x="383" y="443"/>
                  </a:lnTo>
                  <a:lnTo>
                    <a:pt x="401" y="446"/>
                  </a:lnTo>
                  <a:lnTo>
                    <a:pt x="418" y="450"/>
                  </a:lnTo>
                  <a:lnTo>
                    <a:pt x="431" y="460"/>
                  </a:lnTo>
                  <a:lnTo>
                    <a:pt x="440" y="473"/>
                  </a:lnTo>
                  <a:lnTo>
                    <a:pt x="450" y="484"/>
                  </a:lnTo>
                  <a:lnTo>
                    <a:pt x="464" y="491"/>
                  </a:lnTo>
                  <a:lnTo>
                    <a:pt x="479" y="500"/>
                  </a:lnTo>
                  <a:lnTo>
                    <a:pt x="488" y="511"/>
                  </a:lnTo>
                  <a:lnTo>
                    <a:pt x="492" y="525"/>
                  </a:lnTo>
                  <a:lnTo>
                    <a:pt x="497" y="538"/>
                  </a:lnTo>
                  <a:lnTo>
                    <a:pt x="508" y="551"/>
                  </a:lnTo>
                  <a:lnTo>
                    <a:pt x="522" y="564"/>
                  </a:lnTo>
                  <a:close/>
                </a:path>
              </a:pathLst>
            </a:custGeom>
            <a:solidFill>
              <a:srgbClr val="A7CEE4">
                <a:alpha val="43000"/>
              </a:srgbClr>
            </a:solidFill>
            <a:ln>
              <a:noFill/>
            </a:ln>
          </p:spPr>
          <p:txBody>
            <a:bodyPr anchor="ctr"/>
            <a:lstStyle/>
            <a:p>
              <a:pPr algn="ctr">
                <a:buNone/>
              </a:pPr>
            </a:p>
          </p:txBody>
        </p:sp>
        <p:sp>
          <p:nvSpPr>
            <p:cNvPr id="7617" name="addition:spatial:106">
              <a:extLst>
                <a:ext uri="{FF2B5EF4-FFF2-40B4-BE49-F238E27FC236}">
                  <ns2:creationId id="{9FF8699C-C7BE-4552-9CBF-3F05BB5C312A}"/>
                </a:ext>
              </a:extLst>
            </p:cNvPr>
            <p:cNvSpPr>
              <a:spLocks noGrp="1"/>
            </p:cNvSpPr>
            <p:nvPr/>
          </p:nvSpPr>
          <p:spPr>
            <a:xfrm>
              <a:off x="5648325" y="1666875"/>
              <a:ext cx="649681" cy="1238280"/>
            </a:xfrm>
            <a:custGeom>
              <a:rect l="l" t="t" r="r" b="b"/>
              <a:pathLst>
                <a:path w="490" h="732">
                  <a:moveTo>
                    <a:pt x="0" y="0"/>
                  </a:moveTo>
                  <a:moveTo>
                    <a:pt x="464" y="585"/>
                  </a:moveTo>
                  <a:lnTo>
                    <a:pt x="458" y="597"/>
                  </a:lnTo>
                  <a:lnTo>
                    <a:pt x="452" y="608"/>
                  </a:lnTo>
                  <a:lnTo>
                    <a:pt x="444" y="618"/>
                  </a:lnTo>
                  <a:lnTo>
                    <a:pt x="434" y="628"/>
                  </a:lnTo>
                  <a:lnTo>
                    <a:pt x="428" y="638"/>
                  </a:lnTo>
                  <a:lnTo>
                    <a:pt x="427" y="651"/>
                  </a:lnTo>
                  <a:lnTo>
                    <a:pt x="426" y="666"/>
                  </a:lnTo>
                  <a:lnTo>
                    <a:pt x="420" y="679"/>
                  </a:lnTo>
                  <a:lnTo>
                    <a:pt x="406" y="685"/>
                  </a:lnTo>
                  <a:lnTo>
                    <a:pt x="391" y="688"/>
                  </a:lnTo>
                  <a:lnTo>
                    <a:pt x="379" y="694"/>
                  </a:lnTo>
                  <a:lnTo>
                    <a:pt x="372" y="707"/>
                  </a:lnTo>
                  <a:lnTo>
                    <a:pt x="365" y="723"/>
                  </a:lnTo>
                  <a:lnTo>
                    <a:pt x="353" y="732"/>
                  </a:lnTo>
                  <a:lnTo>
                    <a:pt x="338" y="729"/>
                  </a:lnTo>
                  <a:lnTo>
                    <a:pt x="323" y="717"/>
                  </a:lnTo>
                  <a:lnTo>
                    <a:pt x="311" y="705"/>
                  </a:lnTo>
                  <a:lnTo>
                    <a:pt x="301" y="701"/>
                  </a:lnTo>
                  <a:lnTo>
                    <a:pt x="291" y="703"/>
                  </a:lnTo>
                  <a:lnTo>
                    <a:pt x="281" y="705"/>
                  </a:lnTo>
                  <a:lnTo>
                    <a:pt x="270" y="705"/>
                  </a:lnTo>
                  <a:lnTo>
                    <a:pt x="259" y="706"/>
                  </a:lnTo>
                  <a:lnTo>
                    <a:pt x="245" y="708"/>
                  </a:lnTo>
                  <a:lnTo>
                    <a:pt x="228" y="711"/>
                  </a:lnTo>
                  <a:lnTo>
                    <a:pt x="214" y="707"/>
                  </a:lnTo>
                  <a:lnTo>
                    <a:pt x="207" y="695"/>
                  </a:lnTo>
                  <a:lnTo>
                    <a:pt x="209" y="677"/>
                  </a:lnTo>
                  <a:lnTo>
                    <a:pt x="212" y="660"/>
                  </a:lnTo>
                  <a:lnTo>
                    <a:pt x="208" y="648"/>
                  </a:lnTo>
                  <a:lnTo>
                    <a:pt x="197" y="641"/>
                  </a:lnTo>
                  <a:lnTo>
                    <a:pt x="184" y="633"/>
                  </a:lnTo>
                  <a:lnTo>
                    <a:pt x="179" y="621"/>
                  </a:lnTo>
                  <a:lnTo>
                    <a:pt x="182" y="608"/>
                  </a:lnTo>
                  <a:lnTo>
                    <a:pt x="188" y="596"/>
                  </a:lnTo>
                  <a:lnTo>
                    <a:pt x="187" y="585"/>
                  </a:lnTo>
                  <a:lnTo>
                    <a:pt x="179" y="574"/>
                  </a:lnTo>
                  <a:lnTo>
                    <a:pt x="169" y="561"/>
                  </a:lnTo>
                  <a:lnTo>
                    <a:pt x="163" y="547"/>
                  </a:lnTo>
                  <a:lnTo>
                    <a:pt x="164" y="534"/>
                  </a:lnTo>
                  <a:lnTo>
                    <a:pt x="165" y="522"/>
                  </a:lnTo>
                  <a:lnTo>
                    <a:pt x="167" y="508"/>
                  </a:lnTo>
                  <a:lnTo>
                    <a:pt x="172" y="496"/>
                  </a:lnTo>
                  <a:lnTo>
                    <a:pt x="184" y="489"/>
                  </a:lnTo>
                  <a:lnTo>
                    <a:pt x="203" y="490"/>
                  </a:lnTo>
                  <a:lnTo>
                    <a:pt x="223" y="495"/>
                  </a:lnTo>
                  <a:lnTo>
                    <a:pt x="236" y="495"/>
                  </a:lnTo>
                  <a:lnTo>
                    <a:pt x="241" y="484"/>
                  </a:lnTo>
                  <a:lnTo>
                    <a:pt x="245" y="466"/>
                  </a:lnTo>
                  <a:lnTo>
                    <a:pt x="253" y="450"/>
                  </a:lnTo>
                  <a:lnTo>
                    <a:pt x="267" y="444"/>
                  </a:lnTo>
                  <a:lnTo>
                    <a:pt x="283" y="446"/>
                  </a:lnTo>
                  <a:lnTo>
                    <a:pt x="298" y="448"/>
                  </a:lnTo>
                  <a:lnTo>
                    <a:pt x="313" y="446"/>
                  </a:lnTo>
                  <a:lnTo>
                    <a:pt x="329" y="444"/>
                  </a:lnTo>
                  <a:lnTo>
                    <a:pt x="345" y="445"/>
                  </a:lnTo>
                  <a:lnTo>
                    <a:pt x="360" y="452"/>
                  </a:lnTo>
                  <a:lnTo>
                    <a:pt x="372" y="462"/>
                  </a:lnTo>
                  <a:lnTo>
                    <a:pt x="385" y="469"/>
                  </a:lnTo>
                  <a:lnTo>
                    <a:pt x="399" y="473"/>
                  </a:lnTo>
                  <a:lnTo>
                    <a:pt x="411" y="480"/>
                  </a:lnTo>
                  <a:lnTo>
                    <a:pt x="418" y="493"/>
                  </a:lnTo>
                  <a:lnTo>
                    <a:pt x="420" y="507"/>
                  </a:lnTo>
                  <a:lnTo>
                    <a:pt x="423" y="518"/>
                  </a:lnTo>
                  <a:lnTo>
                    <a:pt x="436" y="523"/>
                  </a:lnTo>
                  <a:lnTo>
                    <a:pt x="458" y="526"/>
                  </a:lnTo>
                  <a:lnTo>
                    <a:pt x="480" y="531"/>
                  </a:lnTo>
                  <a:lnTo>
                    <a:pt x="490" y="542"/>
                  </a:lnTo>
                  <a:lnTo>
                    <a:pt x="486" y="558"/>
                  </a:lnTo>
                  <a:lnTo>
                    <a:pt x="475" y="572"/>
                  </a:lnTo>
                  <a:close/>
                </a:path>
              </a:pathLst>
            </a:custGeom>
            <a:solidFill>
              <a:srgbClr val="59A3CD">
                <a:alpha val="43000"/>
              </a:srgbClr>
            </a:solidFill>
            <a:ln>
              <a:noFill/>
            </a:ln>
          </p:spPr>
          <p:txBody>
            <a:bodyPr anchor="ctr"/>
            <a:lstStyle/>
            <a:p>
              <a:pPr algn="ctr">
                <a:buNone/>
              </a:pPr>
            </a:p>
          </p:txBody>
        </p:sp>
        <p:sp>
          <p:nvSpPr>
            <p:cNvPr id="7618" name="addition:spatial:107">
              <a:extLst>
                <a:ext uri="{FF2B5EF4-FFF2-40B4-BE49-F238E27FC236}">
                  <ns2:creationId id="{E1DDB591-E371-44E0-B60D-CDB4DBED3F78}"/>
                </a:ext>
              </a:extLst>
            </p:cNvPr>
            <p:cNvSpPr>
              <a:spLocks noGrp="1"/>
            </p:cNvSpPr>
            <p:nvPr/>
          </p:nvSpPr>
          <p:spPr>
            <a:xfrm>
              <a:off x="5648325" y="1666875"/>
              <a:ext cx="617860" cy="1216289"/>
            </a:xfrm>
            <a:custGeom>
              <a:rect l="l" t="t" r="r" b="b"/>
              <a:pathLst>
                <a:path w="466" h="719">
                  <a:moveTo>
                    <a:pt x="0" y="0"/>
                  </a:moveTo>
                  <a:moveTo>
                    <a:pt x="455" y="590"/>
                  </a:moveTo>
                  <a:lnTo>
                    <a:pt x="437" y="600"/>
                  </a:lnTo>
                  <a:lnTo>
                    <a:pt x="423" y="609"/>
                  </a:lnTo>
                  <a:lnTo>
                    <a:pt x="418" y="618"/>
                  </a:lnTo>
                  <a:lnTo>
                    <a:pt x="418" y="628"/>
                  </a:lnTo>
                  <a:lnTo>
                    <a:pt x="415" y="639"/>
                  </a:lnTo>
                  <a:lnTo>
                    <a:pt x="408" y="648"/>
                  </a:lnTo>
                  <a:lnTo>
                    <a:pt x="400" y="655"/>
                  </a:lnTo>
                  <a:lnTo>
                    <a:pt x="393" y="664"/>
                  </a:lnTo>
                  <a:lnTo>
                    <a:pt x="388" y="676"/>
                  </a:lnTo>
                  <a:lnTo>
                    <a:pt x="381" y="686"/>
                  </a:lnTo>
                  <a:lnTo>
                    <a:pt x="370" y="693"/>
                  </a:lnTo>
                  <a:lnTo>
                    <a:pt x="357" y="695"/>
                  </a:lnTo>
                  <a:lnTo>
                    <a:pt x="345" y="699"/>
                  </a:lnTo>
                  <a:lnTo>
                    <a:pt x="336" y="706"/>
                  </a:lnTo>
                  <a:lnTo>
                    <a:pt x="326" y="716"/>
                  </a:lnTo>
                  <a:lnTo>
                    <a:pt x="315" y="719"/>
                  </a:lnTo>
                  <a:lnTo>
                    <a:pt x="302" y="712"/>
                  </a:lnTo>
                  <a:lnTo>
                    <a:pt x="292" y="698"/>
                  </a:lnTo>
                  <a:lnTo>
                    <a:pt x="285" y="686"/>
                  </a:lnTo>
                  <a:lnTo>
                    <a:pt x="277" y="683"/>
                  </a:lnTo>
                  <a:lnTo>
                    <a:pt x="267" y="689"/>
                  </a:lnTo>
                  <a:lnTo>
                    <a:pt x="254" y="696"/>
                  </a:lnTo>
                  <a:lnTo>
                    <a:pt x="242" y="698"/>
                  </a:lnTo>
                  <a:lnTo>
                    <a:pt x="232" y="695"/>
                  </a:lnTo>
                  <a:lnTo>
                    <a:pt x="223" y="689"/>
                  </a:lnTo>
                  <a:lnTo>
                    <a:pt x="214" y="683"/>
                  </a:lnTo>
                  <a:lnTo>
                    <a:pt x="206" y="675"/>
                  </a:lnTo>
                  <a:lnTo>
                    <a:pt x="203" y="664"/>
                  </a:lnTo>
                  <a:lnTo>
                    <a:pt x="205" y="650"/>
                  </a:lnTo>
                  <a:lnTo>
                    <a:pt x="209" y="637"/>
                  </a:lnTo>
                  <a:lnTo>
                    <a:pt x="208" y="627"/>
                  </a:lnTo>
                  <a:lnTo>
                    <a:pt x="199" y="619"/>
                  </a:lnTo>
                  <a:lnTo>
                    <a:pt x="189" y="611"/>
                  </a:lnTo>
                  <a:lnTo>
                    <a:pt x="185" y="601"/>
                  </a:lnTo>
                  <a:lnTo>
                    <a:pt x="190" y="590"/>
                  </a:lnTo>
                  <a:lnTo>
                    <a:pt x="197" y="581"/>
                  </a:lnTo>
                  <a:lnTo>
                    <a:pt x="198" y="571"/>
                  </a:lnTo>
                  <a:lnTo>
                    <a:pt x="191" y="560"/>
                  </a:lnTo>
                  <a:lnTo>
                    <a:pt x="180" y="546"/>
                  </a:lnTo>
                  <a:lnTo>
                    <a:pt x="175" y="532"/>
                  </a:lnTo>
                  <a:lnTo>
                    <a:pt x="179" y="522"/>
                  </a:lnTo>
                  <a:lnTo>
                    <a:pt x="189" y="515"/>
                  </a:lnTo>
                  <a:lnTo>
                    <a:pt x="199" y="509"/>
                  </a:lnTo>
                  <a:lnTo>
                    <a:pt x="209" y="504"/>
                  </a:lnTo>
                  <a:lnTo>
                    <a:pt x="220" y="501"/>
                  </a:lnTo>
                  <a:lnTo>
                    <a:pt x="232" y="501"/>
                  </a:lnTo>
                  <a:lnTo>
                    <a:pt x="244" y="503"/>
                  </a:lnTo>
                  <a:lnTo>
                    <a:pt x="253" y="500"/>
                  </a:lnTo>
                  <a:lnTo>
                    <a:pt x="259" y="490"/>
                  </a:lnTo>
                  <a:lnTo>
                    <a:pt x="266" y="474"/>
                  </a:lnTo>
                  <a:lnTo>
                    <a:pt x="277" y="461"/>
                  </a:lnTo>
                  <a:lnTo>
                    <a:pt x="290" y="459"/>
                  </a:lnTo>
                  <a:lnTo>
                    <a:pt x="303" y="466"/>
                  </a:lnTo>
                  <a:lnTo>
                    <a:pt x="316" y="474"/>
                  </a:lnTo>
                  <a:lnTo>
                    <a:pt x="328" y="477"/>
                  </a:lnTo>
                  <a:lnTo>
                    <a:pt x="343" y="475"/>
                  </a:lnTo>
                  <a:lnTo>
                    <a:pt x="357" y="475"/>
                  </a:lnTo>
                  <a:lnTo>
                    <a:pt x="369" y="481"/>
                  </a:lnTo>
                  <a:lnTo>
                    <a:pt x="378" y="492"/>
                  </a:lnTo>
                  <a:lnTo>
                    <a:pt x="384" y="504"/>
                  </a:lnTo>
                  <a:lnTo>
                    <a:pt x="392" y="512"/>
                  </a:lnTo>
                  <a:lnTo>
                    <a:pt x="401" y="518"/>
                  </a:lnTo>
                  <a:lnTo>
                    <a:pt x="409" y="526"/>
                  </a:lnTo>
                  <a:lnTo>
                    <a:pt x="414" y="535"/>
                  </a:lnTo>
                  <a:lnTo>
                    <a:pt x="420" y="543"/>
                  </a:lnTo>
                  <a:lnTo>
                    <a:pt x="431" y="550"/>
                  </a:lnTo>
                  <a:lnTo>
                    <a:pt x="448" y="556"/>
                  </a:lnTo>
                  <a:lnTo>
                    <a:pt x="463" y="565"/>
                  </a:lnTo>
                  <a:lnTo>
                    <a:pt x="466" y="577"/>
                  </a:lnTo>
                  <a:close/>
                </a:path>
              </a:pathLst>
            </a:custGeom>
            <a:solidFill>
              <a:srgbClr val="0675B4">
                <a:alpha val="35000"/>
              </a:srgbClr>
            </a:solidFill>
            <a:ln>
              <a:noFill/>
            </a:ln>
          </p:spPr>
          <p:txBody>
            <a:bodyPr anchor="ctr"/>
            <a:lstStyle/>
            <a:p>
              <a:pPr algn="ctr">
                <a:buNone/>
              </a:pPr>
            </a:p>
          </p:txBody>
        </p:sp>
        <p:sp>
          <p:nvSpPr>
            <p:cNvPr id="7619" name="addition:spatial:108">
              <a:extLst>
                <a:ext uri="{FF2B5EF4-FFF2-40B4-BE49-F238E27FC236}">
                  <ns2:creationId id="{0F4300F1-66A8-4151-ADE2-D4697BB75621}"/>
                </a:ext>
              </a:extLst>
            </p:cNvPr>
            <p:cNvSpPr>
              <a:spLocks noGrp="1"/>
            </p:cNvSpPr>
            <p:nvPr/>
          </p:nvSpPr>
          <p:spPr>
            <a:xfrm>
              <a:off x="5648325" y="1666875"/>
              <a:ext cx="413675" cy="1033592"/>
            </a:xfrm>
            <a:custGeom>
              <a:rect l="l" t="t" r="r" b="b"/>
              <a:pathLst>
                <a:path w="312" h="611">
                  <a:moveTo>
                    <a:pt x="0" y="0"/>
                  </a:moveTo>
                  <a:moveTo>
                    <a:pt x="309" y="556"/>
                  </a:moveTo>
                  <a:lnTo>
                    <a:pt x="308" y="561"/>
                  </a:lnTo>
                  <a:lnTo>
                    <a:pt x="305" y="565"/>
                  </a:lnTo>
                  <a:lnTo>
                    <a:pt x="301" y="569"/>
                  </a:lnTo>
                  <a:lnTo>
                    <a:pt x="298" y="572"/>
                  </a:lnTo>
                  <a:lnTo>
                    <a:pt x="296" y="576"/>
                  </a:lnTo>
                  <a:lnTo>
                    <a:pt x="295" y="581"/>
                  </a:lnTo>
                  <a:lnTo>
                    <a:pt x="292" y="585"/>
                  </a:lnTo>
                  <a:lnTo>
                    <a:pt x="287" y="588"/>
                  </a:lnTo>
                  <a:lnTo>
                    <a:pt x="281" y="589"/>
                  </a:lnTo>
                  <a:lnTo>
                    <a:pt x="277" y="591"/>
                  </a:lnTo>
                  <a:lnTo>
                    <a:pt x="275" y="597"/>
                  </a:lnTo>
                  <a:lnTo>
                    <a:pt x="274" y="604"/>
                  </a:lnTo>
                  <a:lnTo>
                    <a:pt x="271" y="610"/>
                  </a:lnTo>
                  <a:lnTo>
                    <a:pt x="265" y="611"/>
                  </a:lnTo>
                  <a:lnTo>
                    <a:pt x="258" y="608"/>
                  </a:lnTo>
                  <a:lnTo>
                    <a:pt x="253" y="604"/>
                  </a:lnTo>
                  <a:lnTo>
                    <a:pt x="248" y="602"/>
                  </a:lnTo>
                  <a:lnTo>
                    <a:pt x="244" y="601"/>
                  </a:lnTo>
                  <a:lnTo>
                    <a:pt x="240" y="600"/>
                  </a:lnTo>
                  <a:lnTo>
                    <a:pt x="237" y="599"/>
                  </a:lnTo>
                  <a:lnTo>
                    <a:pt x="233" y="598"/>
                  </a:lnTo>
                  <a:lnTo>
                    <a:pt x="229" y="599"/>
                  </a:lnTo>
                  <a:lnTo>
                    <a:pt x="223" y="601"/>
                  </a:lnTo>
                  <a:lnTo>
                    <a:pt x="218" y="602"/>
                  </a:lnTo>
                  <a:lnTo>
                    <a:pt x="214" y="599"/>
                  </a:lnTo>
                  <a:lnTo>
                    <a:pt x="213" y="594"/>
                  </a:lnTo>
                  <a:lnTo>
                    <a:pt x="213" y="588"/>
                  </a:lnTo>
                  <a:lnTo>
                    <a:pt x="211" y="584"/>
                  </a:lnTo>
                  <a:lnTo>
                    <a:pt x="207" y="582"/>
                  </a:lnTo>
                  <a:lnTo>
                    <a:pt x="202" y="579"/>
                  </a:lnTo>
                  <a:lnTo>
                    <a:pt x="200" y="575"/>
                  </a:lnTo>
                  <a:lnTo>
                    <a:pt x="202" y="570"/>
                  </a:lnTo>
                  <a:lnTo>
                    <a:pt x="206" y="564"/>
                  </a:lnTo>
                  <a:lnTo>
                    <a:pt x="208" y="560"/>
                  </a:lnTo>
                  <a:lnTo>
                    <a:pt x="207" y="556"/>
                  </a:lnTo>
                  <a:lnTo>
                    <a:pt x="204" y="552"/>
                  </a:lnTo>
                  <a:lnTo>
                    <a:pt x="202" y="548"/>
                  </a:lnTo>
                  <a:lnTo>
                    <a:pt x="201" y="543"/>
                  </a:lnTo>
                  <a:lnTo>
                    <a:pt x="200" y="539"/>
                  </a:lnTo>
                  <a:lnTo>
                    <a:pt x="198" y="533"/>
                  </a:lnTo>
                  <a:lnTo>
                    <a:pt x="197" y="527"/>
                  </a:lnTo>
                  <a:lnTo>
                    <a:pt x="199" y="523"/>
                  </a:lnTo>
                  <a:lnTo>
                    <a:pt x="205" y="522"/>
                  </a:lnTo>
                  <a:lnTo>
                    <a:pt x="213" y="523"/>
                  </a:lnTo>
                  <a:lnTo>
                    <a:pt x="218" y="523"/>
                  </a:lnTo>
                  <a:lnTo>
                    <a:pt x="221" y="521"/>
                  </a:lnTo>
                  <a:lnTo>
                    <a:pt x="223" y="516"/>
                  </a:lnTo>
                  <a:lnTo>
                    <a:pt x="225" y="511"/>
                  </a:lnTo>
                  <a:lnTo>
                    <a:pt x="229" y="509"/>
                  </a:lnTo>
                  <a:lnTo>
                    <a:pt x="234" y="510"/>
                  </a:lnTo>
                  <a:lnTo>
                    <a:pt x="239" y="510"/>
                  </a:lnTo>
                  <a:lnTo>
                    <a:pt x="244" y="509"/>
                  </a:lnTo>
                  <a:lnTo>
                    <a:pt x="249" y="506"/>
                  </a:lnTo>
                  <a:lnTo>
                    <a:pt x="254" y="505"/>
                  </a:lnTo>
                  <a:lnTo>
                    <a:pt x="260" y="505"/>
                  </a:lnTo>
                  <a:lnTo>
                    <a:pt x="265" y="507"/>
                  </a:lnTo>
                  <a:lnTo>
                    <a:pt x="271" y="509"/>
                  </a:lnTo>
                  <a:lnTo>
                    <a:pt x="276" y="510"/>
                  </a:lnTo>
                  <a:lnTo>
                    <a:pt x="281" y="513"/>
                  </a:lnTo>
                  <a:lnTo>
                    <a:pt x="284" y="518"/>
                  </a:lnTo>
                  <a:lnTo>
                    <a:pt x="284" y="525"/>
                  </a:lnTo>
                  <a:lnTo>
                    <a:pt x="285" y="530"/>
                  </a:lnTo>
                  <a:lnTo>
                    <a:pt x="288" y="533"/>
                  </a:lnTo>
                  <a:lnTo>
                    <a:pt x="295" y="534"/>
                  </a:lnTo>
                  <a:lnTo>
                    <a:pt x="304" y="534"/>
                  </a:lnTo>
                  <a:lnTo>
                    <a:pt x="310" y="537"/>
                  </a:lnTo>
                  <a:lnTo>
                    <a:pt x="312" y="542"/>
                  </a:lnTo>
                  <a:lnTo>
                    <a:pt x="311" y="547"/>
                  </a:lnTo>
                  <a:lnTo>
                    <a:pt x="309" y="552"/>
                  </a:lnTo>
                  <a:close/>
                </a:path>
              </a:pathLst>
            </a:custGeom>
            <a:solidFill>
              <a:srgbClr val="59A3CD">
                <a:alpha val="32000"/>
              </a:srgbClr>
            </a:solidFill>
            <a:ln>
              <a:noFill/>
            </a:ln>
          </p:spPr>
          <p:txBody>
            <a:bodyPr anchor="ctr"/>
            <a:lstStyle/>
            <a:p>
              <a:pPr algn="ctr">
                <a:buNone/>
              </a:pPr>
            </a:p>
          </p:txBody>
        </p:sp>
        <p:sp>
          <p:nvSpPr>
            <p:cNvPr id="7620" name="addition:spatial:109">
              <a:extLst>
                <a:ext uri="{FF2B5EF4-FFF2-40B4-BE49-F238E27FC236}">
                  <ns2:creationId id="{F91077AE-96BD-4B6E-B241-54B2503E8F0C}"/>
                </a:ext>
              </a:extLst>
            </p:cNvPr>
            <p:cNvSpPr>
              <a:spLocks noGrp="1"/>
            </p:cNvSpPr>
            <p:nvPr/>
          </p:nvSpPr>
          <p:spPr>
            <a:xfrm>
              <a:off x="5648325" y="1666875"/>
              <a:ext cx="462732" cy="962543"/>
            </a:xfrm>
            <a:custGeom>
              <a:rect l="l" t="t" r="r" b="b"/>
              <a:pathLst>
                <a:path w="349" h="569">
                  <a:moveTo>
                    <a:pt x="0" y="0"/>
                  </a:moveTo>
                  <a:moveTo>
                    <a:pt x="345" y="517"/>
                  </a:moveTo>
                  <a:lnTo>
                    <a:pt x="348" y="521"/>
                  </a:lnTo>
                  <a:lnTo>
                    <a:pt x="349" y="526"/>
                  </a:lnTo>
                  <a:lnTo>
                    <a:pt x="348" y="530"/>
                  </a:lnTo>
                  <a:lnTo>
                    <a:pt x="346" y="534"/>
                  </a:lnTo>
                  <a:lnTo>
                    <a:pt x="344" y="539"/>
                  </a:lnTo>
                  <a:lnTo>
                    <a:pt x="343" y="543"/>
                  </a:lnTo>
                  <a:lnTo>
                    <a:pt x="339" y="546"/>
                  </a:lnTo>
                  <a:lnTo>
                    <a:pt x="333" y="547"/>
                  </a:lnTo>
                  <a:lnTo>
                    <a:pt x="326" y="546"/>
                  </a:lnTo>
                  <a:lnTo>
                    <a:pt x="321" y="547"/>
                  </a:lnTo>
                  <a:lnTo>
                    <a:pt x="319" y="550"/>
                  </a:lnTo>
                  <a:lnTo>
                    <a:pt x="318" y="557"/>
                  </a:lnTo>
                  <a:lnTo>
                    <a:pt x="316" y="564"/>
                  </a:lnTo>
                  <a:lnTo>
                    <a:pt x="311" y="568"/>
                  </a:lnTo>
                  <a:lnTo>
                    <a:pt x="305" y="569"/>
                  </a:lnTo>
                  <a:lnTo>
                    <a:pt x="299" y="567"/>
                  </a:lnTo>
                  <a:lnTo>
                    <a:pt x="294" y="567"/>
                  </a:lnTo>
                  <a:lnTo>
                    <a:pt x="288" y="566"/>
                  </a:lnTo>
                  <a:lnTo>
                    <a:pt x="283" y="565"/>
                  </a:lnTo>
                  <a:lnTo>
                    <a:pt x="279" y="562"/>
                  </a:lnTo>
                  <a:lnTo>
                    <a:pt x="275" y="559"/>
                  </a:lnTo>
                  <a:lnTo>
                    <a:pt x="271" y="557"/>
                  </a:lnTo>
                  <a:lnTo>
                    <a:pt x="266" y="557"/>
                  </a:lnTo>
                  <a:lnTo>
                    <a:pt x="261" y="557"/>
                  </a:lnTo>
                  <a:lnTo>
                    <a:pt x="257" y="554"/>
                  </a:lnTo>
                  <a:lnTo>
                    <a:pt x="256" y="550"/>
                  </a:lnTo>
                  <a:lnTo>
                    <a:pt x="255" y="545"/>
                  </a:lnTo>
                  <a:lnTo>
                    <a:pt x="252" y="543"/>
                  </a:lnTo>
                  <a:lnTo>
                    <a:pt x="246" y="542"/>
                  </a:lnTo>
                  <a:lnTo>
                    <a:pt x="240" y="540"/>
                  </a:lnTo>
                  <a:lnTo>
                    <a:pt x="236" y="537"/>
                  </a:lnTo>
                  <a:lnTo>
                    <a:pt x="237" y="531"/>
                  </a:lnTo>
                  <a:lnTo>
                    <a:pt x="241" y="526"/>
                  </a:lnTo>
                  <a:lnTo>
                    <a:pt x="246" y="521"/>
                  </a:lnTo>
                  <a:lnTo>
                    <a:pt x="248" y="517"/>
                  </a:lnTo>
                  <a:lnTo>
                    <a:pt x="250" y="513"/>
                  </a:lnTo>
                  <a:lnTo>
                    <a:pt x="251" y="509"/>
                  </a:lnTo>
                  <a:lnTo>
                    <a:pt x="253" y="506"/>
                  </a:lnTo>
                  <a:lnTo>
                    <a:pt x="254" y="502"/>
                  </a:lnTo>
                  <a:lnTo>
                    <a:pt x="252" y="497"/>
                  </a:lnTo>
                  <a:lnTo>
                    <a:pt x="251" y="491"/>
                  </a:lnTo>
                  <a:lnTo>
                    <a:pt x="251" y="485"/>
                  </a:lnTo>
                  <a:lnTo>
                    <a:pt x="255" y="482"/>
                  </a:lnTo>
                  <a:lnTo>
                    <a:pt x="260" y="481"/>
                  </a:lnTo>
                  <a:lnTo>
                    <a:pt x="265" y="481"/>
                  </a:lnTo>
                  <a:lnTo>
                    <a:pt x="268" y="478"/>
                  </a:lnTo>
                  <a:lnTo>
                    <a:pt x="270" y="473"/>
                  </a:lnTo>
                  <a:lnTo>
                    <a:pt x="273" y="470"/>
                  </a:lnTo>
                  <a:lnTo>
                    <a:pt x="277" y="469"/>
                  </a:lnTo>
                  <a:lnTo>
                    <a:pt x="282" y="472"/>
                  </a:lnTo>
                  <a:lnTo>
                    <a:pt x="286" y="475"/>
                  </a:lnTo>
                  <a:lnTo>
                    <a:pt x="289" y="476"/>
                  </a:lnTo>
                  <a:lnTo>
                    <a:pt x="293" y="474"/>
                  </a:lnTo>
                  <a:lnTo>
                    <a:pt x="296" y="472"/>
                  </a:lnTo>
                  <a:lnTo>
                    <a:pt x="301" y="471"/>
                  </a:lnTo>
                  <a:lnTo>
                    <a:pt x="305" y="471"/>
                  </a:lnTo>
                  <a:lnTo>
                    <a:pt x="310" y="471"/>
                  </a:lnTo>
                  <a:lnTo>
                    <a:pt x="316" y="470"/>
                  </a:lnTo>
                  <a:lnTo>
                    <a:pt x="321" y="470"/>
                  </a:lnTo>
                  <a:lnTo>
                    <a:pt x="325" y="475"/>
                  </a:lnTo>
                  <a:lnTo>
                    <a:pt x="325" y="482"/>
                  </a:lnTo>
                  <a:lnTo>
                    <a:pt x="324" y="489"/>
                  </a:lnTo>
                  <a:lnTo>
                    <a:pt x="324" y="493"/>
                  </a:lnTo>
                  <a:lnTo>
                    <a:pt x="329" y="495"/>
                  </a:lnTo>
                  <a:lnTo>
                    <a:pt x="335" y="497"/>
                  </a:lnTo>
                  <a:lnTo>
                    <a:pt x="339" y="500"/>
                  </a:lnTo>
                  <a:lnTo>
                    <a:pt x="341" y="504"/>
                  </a:lnTo>
                  <a:lnTo>
                    <a:pt x="341" y="509"/>
                  </a:lnTo>
                  <a:lnTo>
                    <a:pt x="342" y="513"/>
                  </a:lnTo>
                  <a:close/>
                </a:path>
              </a:pathLst>
            </a:custGeom>
            <a:solidFill>
              <a:srgbClr val="59A3CD">
                <a:alpha val="32000"/>
              </a:srgbClr>
            </a:solidFill>
            <a:ln>
              <a:noFill/>
            </a:ln>
          </p:spPr>
          <p:txBody>
            <a:bodyPr anchor="ctr"/>
            <a:lstStyle/>
            <a:p>
              <a:pPr algn="ctr">
                <a:buNone/>
              </a:pPr>
            </a:p>
          </p:txBody>
        </p:sp>
        <p:sp>
          <p:nvSpPr>
            <p:cNvPr id="7621" name="addition:spatial:110">
              <a:extLst>
                <a:ext uri="{FF2B5EF4-FFF2-40B4-BE49-F238E27FC236}">
                  <ns2:creationId id="{F850C276-91B2-4E47-82A3-F957D52AF869}"/>
                </a:ext>
              </a:extLst>
            </p:cNvPr>
            <p:cNvSpPr>
              <a:spLocks noGrp="1"/>
            </p:cNvSpPr>
            <p:nvPr/>
          </p:nvSpPr>
          <p:spPr>
            <a:xfrm>
              <a:off x="5648325" y="1666875"/>
              <a:ext cx="542285" cy="992993"/>
            </a:xfrm>
            <a:custGeom>
              <a:rect l="l" t="t" r="r" b="b"/>
              <a:pathLst>
                <a:path w="409" h="587">
                  <a:moveTo>
                    <a:pt x="0" y="0"/>
                  </a:moveTo>
                  <a:moveTo>
                    <a:pt x="404" y="528"/>
                  </a:moveTo>
                  <a:lnTo>
                    <a:pt x="399" y="532"/>
                  </a:lnTo>
                  <a:lnTo>
                    <a:pt x="397" y="537"/>
                  </a:lnTo>
                  <a:lnTo>
                    <a:pt x="396" y="541"/>
                  </a:lnTo>
                  <a:lnTo>
                    <a:pt x="395" y="546"/>
                  </a:lnTo>
                  <a:lnTo>
                    <a:pt x="392" y="550"/>
                  </a:lnTo>
                  <a:lnTo>
                    <a:pt x="388" y="553"/>
                  </a:lnTo>
                  <a:lnTo>
                    <a:pt x="384" y="556"/>
                  </a:lnTo>
                  <a:lnTo>
                    <a:pt x="381" y="560"/>
                  </a:lnTo>
                  <a:lnTo>
                    <a:pt x="379" y="564"/>
                  </a:lnTo>
                  <a:lnTo>
                    <a:pt x="375" y="568"/>
                  </a:lnTo>
                  <a:lnTo>
                    <a:pt x="370" y="570"/>
                  </a:lnTo>
                  <a:lnTo>
                    <a:pt x="366" y="573"/>
                  </a:lnTo>
                  <a:lnTo>
                    <a:pt x="362" y="577"/>
                  </a:lnTo>
                  <a:lnTo>
                    <a:pt x="359" y="583"/>
                  </a:lnTo>
                  <a:lnTo>
                    <a:pt x="354" y="587"/>
                  </a:lnTo>
                  <a:lnTo>
                    <a:pt x="348" y="587"/>
                  </a:lnTo>
                  <a:lnTo>
                    <a:pt x="343" y="581"/>
                  </a:lnTo>
                  <a:lnTo>
                    <a:pt x="338" y="574"/>
                  </a:lnTo>
                  <a:lnTo>
                    <a:pt x="335" y="570"/>
                  </a:lnTo>
                  <a:lnTo>
                    <a:pt x="331" y="571"/>
                  </a:lnTo>
                  <a:lnTo>
                    <a:pt x="327" y="573"/>
                  </a:lnTo>
                  <a:lnTo>
                    <a:pt x="322" y="574"/>
                  </a:lnTo>
                  <a:lnTo>
                    <a:pt x="318" y="574"/>
                  </a:lnTo>
                  <a:lnTo>
                    <a:pt x="315" y="572"/>
                  </a:lnTo>
                  <a:lnTo>
                    <a:pt x="311" y="570"/>
                  </a:lnTo>
                  <a:lnTo>
                    <a:pt x="306" y="568"/>
                  </a:lnTo>
                  <a:lnTo>
                    <a:pt x="303" y="565"/>
                  </a:lnTo>
                  <a:lnTo>
                    <a:pt x="302" y="560"/>
                  </a:lnTo>
                  <a:lnTo>
                    <a:pt x="303" y="554"/>
                  </a:lnTo>
                  <a:lnTo>
                    <a:pt x="303" y="550"/>
                  </a:lnTo>
                  <a:lnTo>
                    <a:pt x="300" y="546"/>
                  </a:lnTo>
                  <a:lnTo>
                    <a:pt x="297" y="542"/>
                  </a:lnTo>
                  <a:lnTo>
                    <a:pt x="295" y="538"/>
                  </a:lnTo>
                  <a:lnTo>
                    <a:pt x="298" y="532"/>
                  </a:lnTo>
                  <a:lnTo>
                    <a:pt x="302" y="528"/>
                  </a:lnTo>
                  <a:lnTo>
                    <a:pt x="305" y="524"/>
                  </a:lnTo>
                  <a:lnTo>
                    <a:pt x="304" y="520"/>
                  </a:lnTo>
                  <a:lnTo>
                    <a:pt x="299" y="515"/>
                  </a:lnTo>
                  <a:lnTo>
                    <a:pt x="295" y="508"/>
                  </a:lnTo>
                  <a:lnTo>
                    <a:pt x="294" y="503"/>
                  </a:lnTo>
                  <a:lnTo>
                    <a:pt x="296" y="498"/>
                  </a:lnTo>
                  <a:lnTo>
                    <a:pt x="299" y="494"/>
                  </a:lnTo>
                  <a:lnTo>
                    <a:pt x="302" y="491"/>
                  </a:lnTo>
                  <a:lnTo>
                    <a:pt x="306" y="488"/>
                  </a:lnTo>
                  <a:lnTo>
                    <a:pt x="311" y="487"/>
                  </a:lnTo>
                  <a:lnTo>
                    <a:pt x="316" y="488"/>
                  </a:lnTo>
                  <a:lnTo>
                    <a:pt x="321" y="489"/>
                  </a:lnTo>
                  <a:lnTo>
                    <a:pt x="324" y="487"/>
                  </a:lnTo>
                  <a:lnTo>
                    <a:pt x="326" y="482"/>
                  </a:lnTo>
                  <a:lnTo>
                    <a:pt x="329" y="476"/>
                  </a:lnTo>
                  <a:lnTo>
                    <a:pt x="333" y="474"/>
                  </a:lnTo>
                  <a:lnTo>
                    <a:pt x="338" y="475"/>
                  </a:lnTo>
                  <a:lnTo>
                    <a:pt x="343" y="478"/>
                  </a:lnTo>
                  <a:lnTo>
                    <a:pt x="348" y="478"/>
                  </a:lnTo>
                  <a:lnTo>
                    <a:pt x="353" y="476"/>
                  </a:lnTo>
                  <a:lnTo>
                    <a:pt x="359" y="474"/>
                  </a:lnTo>
                  <a:lnTo>
                    <a:pt x="365" y="475"/>
                  </a:lnTo>
                  <a:lnTo>
                    <a:pt x="370" y="478"/>
                  </a:lnTo>
                  <a:lnTo>
                    <a:pt x="373" y="484"/>
                  </a:lnTo>
                  <a:lnTo>
                    <a:pt x="376" y="489"/>
                  </a:lnTo>
                  <a:lnTo>
                    <a:pt x="379" y="492"/>
                  </a:lnTo>
                  <a:lnTo>
                    <a:pt x="382" y="496"/>
                  </a:lnTo>
                  <a:lnTo>
                    <a:pt x="384" y="501"/>
                  </a:lnTo>
                  <a:lnTo>
                    <a:pt x="385" y="505"/>
                  </a:lnTo>
                  <a:lnTo>
                    <a:pt x="389" y="508"/>
                  </a:lnTo>
                  <a:lnTo>
                    <a:pt x="396" y="510"/>
                  </a:lnTo>
                  <a:lnTo>
                    <a:pt x="404" y="513"/>
                  </a:lnTo>
                  <a:lnTo>
                    <a:pt x="409" y="517"/>
                  </a:lnTo>
                  <a:lnTo>
                    <a:pt x="409" y="523"/>
                  </a:lnTo>
                  <a:close/>
                </a:path>
              </a:pathLst>
            </a:custGeom>
            <a:solidFill>
              <a:srgbClr val="59A3CD">
                <a:alpha val="32000"/>
              </a:srgbClr>
            </a:solidFill>
            <a:ln>
              <a:noFill/>
            </a:ln>
          </p:spPr>
          <p:txBody>
            <a:bodyPr anchor="ctr"/>
            <a:lstStyle/>
            <a:p>
              <a:pPr algn="ctr">
                <a:buNone/>
              </a:pPr>
            </a:p>
          </p:txBody>
        </p:sp>
        <p:sp>
          <p:nvSpPr>
            <p:cNvPr id="7622" name="addition:spatial:111">
              <a:extLst>
                <a:ext uri="{FF2B5EF4-FFF2-40B4-BE49-F238E27FC236}">
                  <ns2:creationId id="{41DFA4BD-21B8-4CF8-9BCA-9D3174BA5E74}"/>
                </a:ext>
              </a:extLst>
            </p:cNvPr>
            <p:cNvSpPr>
              <a:spLocks noGrp="1"/>
            </p:cNvSpPr>
            <p:nvPr/>
          </p:nvSpPr>
          <p:spPr>
            <a:xfrm>
              <a:off x="5648325" y="1666875"/>
              <a:ext cx="587365" cy="1069116"/>
            </a:xfrm>
            <a:custGeom>
              <a:rect l="l" t="t" r="r" b="b"/>
              <a:pathLst>
                <a:path w="443" h="632">
                  <a:moveTo>
                    <a:pt x="0" y="0"/>
                  </a:moveTo>
                  <a:moveTo>
                    <a:pt x="435" y="571"/>
                  </a:moveTo>
                  <a:lnTo>
                    <a:pt x="436" y="576"/>
                  </a:lnTo>
                  <a:lnTo>
                    <a:pt x="435" y="581"/>
                  </a:lnTo>
                  <a:lnTo>
                    <a:pt x="435" y="586"/>
                  </a:lnTo>
                  <a:lnTo>
                    <a:pt x="437" y="591"/>
                  </a:lnTo>
                  <a:lnTo>
                    <a:pt x="441" y="598"/>
                  </a:lnTo>
                  <a:lnTo>
                    <a:pt x="443" y="605"/>
                  </a:lnTo>
                  <a:lnTo>
                    <a:pt x="440" y="610"/>
                  </a:lnTo>
                  <a:lnTo>
                    <a:pt x="432" y="611"/>
                  </a:lnTo>
                  <a:lnTo>
                    <a:pt x="424" y="609"/>
                  </a:lnTo>
                  <a:lnTo>
                    <a:pt x="418" y="609"/>
                  </a:lnTo>
                  <a:lnTo>
                    <a:pt x="415" y="612"/>
                  </a:lnTo>
                  <a:lnTo>
                    <a:pt x="413" y="616"/>
                  </a:lnTo>
                  <a:lnTo>
                    <a:pt x="410" y="620"/>
                  </a:lnTo>
                  <a:lnTo>
                    <a:pt x="406" y="623"/>
                  </a:lnTo>
                  <a:lnTo>
                    <a:pt x="401" y="625"/>
                  </a:lnTo>
                  <a:lnTo>
                    <a:pt x="396" y="628"/>
                  </a:lnTo>
                  <a:lnTo>
                    <a:pt x="391" y="631"/>
                  </a:lnTo>
                  <a:lnTo>
                    <a:pt x="385" y="632"/>
                  </a:lnTo>
                  <a:lnTo>
                    <a:pt x="379" y="630"/>
                  </a:lnTo>
                  <a:lnTo>
                    <a:pt x="374" y="626"/>
                  </a:lnTo>
                  <a:lnTo>
                    <a:pt x="368" y="624"/>
                  </a:lnTo>
                  <a:lnTo>
                    <a:pt x="362" y="624"/>
                  </a:lnTo>
                  <a:lnTo>
                    <a:pt x="356" y="624"/>
                  </a:lnTo>
                  <a:lnTo>
                    <a:pt x="350" y="621"/>
                  </a:lnTo>
                  <a:lnTo>
                    <a:pt x="347" y="615"/>
                  </a:lnTo>
                  <a:lnTo>
                    <a:pt x="347" y="608"/>
                  </a:lnTo>
                  <a:lnTo>
                    <a:pt x="346" y="602"/>
                  </a:lnTo>
                  <a:lnTo>
                    <a:pt x="342" y="599"/>
                  </a:lnTo>
                  <a:lnTo>
                    <a:pt x="335" y="598"/>
                  </a:lnTo>
                  <a:lnTo>
                    <a:pt x="328" y="596"/>
                  </a:lnTo>
                  <a:lnTo>
                    <a:pt x="323" y="593"/>
                  </a:lnTo>
                  <a:lnTo>
                    <a:pt x="320" y="588"/>
                  </a:lnTo>
                  <a:lnTo>
                    <a:pt x="319" y="582"/>
                  </a:lnTo>
                  <a:lnTo>
                    <a:pt x="319" y="577"/>
                  </a:lnTo>
                  <a:lnTo>
                    <a:pt x="319" y="571"/>
                  </a:lnTo>
                  <a:lnTo>
                    <a:pt x="323" y="566"/>
                  </a:lnTo>
                  <a:lnTo>
                    <a:pt x="330" y="562"/>
                  </a:lnTo>
                  <a:lnTo>
                    <a:pt x="336" y="558"/>
                  </a:lnTo>
                  <a:lnTo>
                    <a:pt x="338" y="554"/>
                  </a:lnTo>
                  <a:lnTo>
                    <a:pt x="337" y="549"/>
                  </a:lnTo>
                  <a:lnTo>
                    <a:pt x="336" y="542"/>
                  </a:lnTo>
                  <a:lnTo>
                    <a:pt x="339" y="537"/>
                  </a:lnTo>
                  <a:lnTo>
                    <a:pt x="345" y="535"/>
                  </a:lnTo>
                  <a:lnTo>
                    <a:pt x="351" y="533"/>
                  </a:lnTo>
                  <a:lnTo>
                    <a:pt x="355" y="530"/>
                  </a:lnTo>
                  <a:lnTo>
                    <a:pt x="357" y="525"/>
                  </a:lnTo>
                  <a:lnTo>
                    <a:pt x="360" y="518"/>
                  </a:lnTo>
                  <a:lnTo>
                    <a:pt x="364" y="513"/>
                  </a:lnTo>
                  <a:lnTo>
                    <a:pt x="370" y="513"/>
                  </a:lnTo>
                  <a:lnTo>
                    <a:pt x="376" y="514"/>
                  </a:lnTo>
                  <a:lnTo>
                    <a:pt x="381" y="515"/>
                  </a:lnTo>
                  <a:lnTo>
                    <a:pt x="386" y="517"/>
                  </a:lnTo>
                  <a:lnTo>
                    <a:pt x="390" y="519"/>
                  </a:lnTo>
                  <a:lnTo>
                    <a:pt x="394" y="522"/>
                  </a:lnTo>
                  <a:lnTo>
                    <a:pt x="397" y="526"/>
                  </a:lnTo>
                  <a:lnTo>
                    <a:pt x="400" y="526"/>
                  </a:lnTo>
                  <a:lnTo>
                    <a:pt x="406" y="523"/>
                  </a:lnTo>
                  <a:lnTo>
                    <a:pt x="413" y="519"/>
                  </a:lnTo>
                  <a:lnTo>
                    <a:pt x="419" y="518"/>
                  </a:lnTo>
                  <a:lnTo>
                    <a:pt x="423" y="521"/>
                  </a:lnTo>
                  <a:lnTo>
                    <a:pt x="423" y="528"/>
                  </a:lnTo>
                  <a:lnTo>
                    <a:pt x="424" y="535"/>
                  </a:lnTo>
                  <a:lnTo>
                    <a:pt x="425" y="539"/>
                  </a:lnTo>
                  <a:lnTo>
                    <a:pt x="429" y="543"/>
                  </a:lnTo>
                  <a:lnTo>
                    <a:pt x="432" y="547"/>
                  </a:lnTo>
                  <a:lnTo>
                    <a:pt x="433" y="552"/>
                  </a:lnTo>
                  <a:lnTo>
                    <a:pt x="432" y="557"/>
                  </a:lnTo>
                  <a:lnTo>
                    <a:pt x="431" y="562"/>
                  </a:lnTo>
                  <a:lnTo>
                    <a:pt x="433" y="567"/>
                  </a:lnTo>
                  <a:close/>
                </a:path>
              </a:pathLst>
            </a:custGeom>
            <a:solidFill>
              <a:srgbClr val="59A3CD">
                <a:alpha val="32000"/>
              </a:srgbClr>
            </a:solidFill>
            <a:ln>
              <a:noFill/>
            </a:ln>
          </p:spPr>
          <p:txBody>
            <a:bodyPr anchor="ctr"/>
            <a:lstStyle/>
            <a:p>
              <a:pPr algn="ctr">
                <a:buNone/>
              </a:pPr>
            </a:p>
          </p:txBody>
        </p:sp>
        <p:sp>
          <p:nvSpPr>
            <p:cNvPr id="7623" name="addition:spatial:112">
              <a:extLst>
                <a:ext uri="{FF2B5EF4-FFF2-40B4-BE49-F238E27FC236}">
                  <ns2:creationId id="{FF3D91C0-B2E2-4706-B5BA-CE3970E9BE20}"/>
                </a:ext>
              </a:extLst>
            </p:cNvPr>
            <p:cNvSpPr>
              <a:spLocks noGrp="1"/>
            </p:cNvSpPr>
            <p:nvPr/>
          </p:nvSpPr>
          <p:spPr>
            <a:xfrm>
              <a:off x="5648325" y="1666875"/>
              <a:ext cx="563499" cy="1145240"/>
            </a:xfrm>
            <a:custGeom>
              <a:rect l="l" t="t" r="r" b="b"/>
              <a:pathLst>
                <a:path w="425" h="677">
                  <a:moveTo>
                    <a:pt x="0" y="0"/>
                  </a:moveTo>
                  <a:moveTo>
                    <a:pt x="422" y="619"/>
                  </a:moveTo>
                  <a:lnTo>
                    <a:pt x="417" y="624"/>
                  </a:lnTo>
                  <a:lnTo>
                    <a:pt x="409" y="628"/>
                  </a:lnTo>
                  <a:lnTo>
                    <a:pt x="401" y="632"/>
                  </a:lnTo>
                  <a:lnTo>
                    <a:pt x="398" y="635"/>
                  </a:lnTo>
                  <a:lnTo>
                    <a:pt x="399" y="641"/>
                  </a:lnTo>
                  <a:lnTo>
                    <a:pt x="402" y="648"/>
                  </a:lnTo>
                  <a:lnTo>
                    <a:pt x="403" y="656"/>
                  </a:lnTo>
                  <a:lnTo>
                    <a:pt x="399" y="660"/>
                  </a:lnTo>
                  <a:lnTo>
                    <a:pt x="391" y="662"/>
                  </a:lnTo>
                  <a:lnTo>
                    <a:pt x="384" y="663"/>
                  </a:lnTo>
                  <a:lnTo>
                    <a:pt x="380" y="667"/>
                  </a:lnTo>
                  <a:lnTo>
                    <a:pt x="376" y="672"/>
                  </a:lnTo>
                  <a:lnTo>
                    <a:pt x="372" y="676"/>
                  </a:lnTo>
                  <a:lnTo>
                    <a:pt x="365" y="677"/>
                  </a:lnTo>
                  <a:lnTo>
                    <a:pt x="359" y="675"/>
                  </a:lnTo>
                  <a:lnTo>
                    <a:pt x="353" y="674"/>
                  </a:lnTo>
                  <a:lnTo>
                    <a:pt x="348" y="673"/>
                  </a:lnTo>
                  <a:lnTo>
                    <a:pt x="343" y="673"/>
                  </a:lnTo>
                  <a:lnTo>
                    <a:pt x="339" y="671"/>
                  </a:lnTo>
                  <a:lnTo>
                    <a:pt x="335" y="668"/>
                  </a:lnTo>
                  <a:lnTo>
                    <a:pt x="331" y="667"/>
                  </a:lnTo>
                  <a:lnTo>
                    <a:pt x="325" y="669"/>
                  </a:lnTo>
                  <a:lnTo>
                    <a:pt x="316" y="673"/>
                  </a:lnTo>
                  <a:lnTo>
                    <a:pt x="307" y="675"/>
                  </a:lnTo>
                  <a:lnTo>
                    <a:pt x="301" y="672"/>
                  </a:lnTo>
                  <a:lnTo>
                    <a:pt x="300" y="665"/>
                  </a:lnTo>
                  <a:lnTo>
                    <a:pt x="301" y="657"/>
                  </a:lnTo>
                  <a:lnTo>
                    <a:pt x="301" y="650"/>
                  </a:lnTo>
                  <a:lnTo>
                    <a:pt x="299" y="646"/>
                  </a:lnTo>
                  <a:lnTo>
                    <a:pt x="295" y="642"/>
                  </a:lnTo>
                  <a:lnTo>
                    <a:pt x="291" y="638"/>
                  </a:lnTo>
                  <a:lnTo>
                    <a:pt x="290" y="633"/>
                  </a:lnTo>
                  <a:lnTo>
                    <a:pt x="289" y="628"/>
                  </a:lnTo>
                  <a:lnTo>
                    <a:pt x="285" y="624"/>
                  </a:lnTo>
                  <a:lnTo>
                    <a:pt x="280" y="619"/>
                  </a:lnTo>
                  <a:lnTo>
                    <a:pt x="278" y="614"/>
                  </a:lnTo>
                  <a:lnTo>
                    <a:pt x="278" y="609"/>
                  </a:lnTo>
                  <a:lnTo>
                    <a:pt x="281" y="604"/>
                  </a:lnTo>
                  <a:lnTo>
                    <a:pt x="282" y="599"/>
                  </a:lnTo>
                  <a:lnTo>
                    <a:pt x="280" y="593"/>
                  </a:lnTo>
                  <a:lnTo>
                    <a:pt x="278" y="586"/>
                  </a:lnTo>
                  <a:lnTo>
                    <a:pt x="280" y="581"/>
                  </a:lnTo>
                  <a:lnTo>
                    <a:pt x="288" y="579"/>
                  </a:lnTo>
                  <a:lnTo>
                    <a:pt x="298" y="580"/>
                  </a:lnTo>
                  <a:lnTo>
                    <a:pt x="306" y="581"/>
                  </a:lnTo>
                  <a:lnTo>
                    <a:pt x="311" y="580"/>
                  </a:lnTo>
                  <a:lnTo>
                    <a:pt x="314" y="575"/>
                  </a:lnTo>
                  <a:lnTo>
                    <a:pt x="317" y="569"/>
                  </a:lnTo>
                  <a:lnTo>
                    <a:pt x="322" y="564"/>
                  </a:lnTo>
                  <a:lnTo>
                    <a:pt x="328" y="561"/>
                  </a:lnTo>
                  <a:lnTo>
                    <a:pt x="335" y="559"/>
                  </a:lnTo>
                  <a:lnTo>
                    <a:pt x="342" y="556"/>
                  </a:lnTo>
                  <a:lnTo>
                    <a:pt x="350" y="555"/>
                  </a:lnTo>
                  <a:lnTo>
                    <a:pt x="357" y="557"/>
                  </a:lnTo>
                  <a:lnTo>
                    <a:pt x="364" y="563"/>
                  </a:lnTo>
                  <a:lnTo>
                    <a:pt x="369" y="568"/>
                  </a:lnTo>
                  <a:lnTo>
                    <a:pt x="375" y="571"/>
                  </a:lnTo>
                  <a:lnTo>
                    <a:pt x="382" y="570"/>
                  </a:lnTo>
                  <a:lnTo>
                    <a:pt x="390" y="570"/>
                  </a:lnTo>
                  <a:lnTo>
                    <a:pt x="395" y="574"/>
                  </a:lnTo>
                  <a:lnTo>
                    <a:pt x="397" y="580"/>
                  </a:lnTo>
                  <a:lnTo>
                    <a:pt x="398" y="586"/>
                  </a:lnTo>
                  <a:lnTo>
                    <a:pt x="402" y="589"/>
                  </a:lnTo>
                  <a:lnTo>
                    <a:pt x="408" y="591"/>
                  </a:lnTo>
                  <a:lnTo>
                    <a:pt x="417" y="593"/>
                  </a:lnTo>
                  <a:lnTo>
                    <a:pt x="423" y="597"/>
                  </a:lnTo>
                  <a:lnTo>
                    <a:pt x="425" y="602"/>
                  </a:lnTo>
                  <a:lnTo>
                    <a:pt x="425" y="608"/>
                  </a:lnTo>
                  <a:lnTo>
                    <a:pt x="424" y="613"/>
                  </a:lnTo>
                  <a:close/>
                </a:path>
              </a:pathLst>
            </a:custGeom>
            <a:solidFill>
              <a:srgbClr val="59A3CD">
                <a:alpha val="32000"/>
              </a:srgbClr>
            </a:solidFill>
            <a:ln>
              <a:noFill/>
            </a:ln>
          </p:spPr>
          <p:txBody>
            <a:bodyPr anchor="ctr"/>
            <a:lstStyle/>
            <a:p>
              <a:pPr algn="ctr">
                <a:buNone/>
              </a:pPr>
            </a:p>
          </p:txBody>
        </p:sp>
        <p:sp>
          <p:nvSpPr>
            <p:cNvPr id="7624" name="addition:spatial:113">
              <a:extLst>
                <a:ext uri="{FF2B5EF4-FFF2-40B4-BE49-F238E27FC236}">
                  <ns2:creationId id="{AAA2CA26-9B0A-43BC-B6A2-389E03D1EDC6}"/>
                </a:ext>
              </a:extLst>
            </p:cNvPr>
            <p:cNvSpPr>
              <a:spLocks noGrp="1"/>
            </p:cNvSpPr>
            <p:nvPr/>
          </p:nvSpPr>
          <p:spPr>
            <a:xfrm>
              <a:off x="5648325" y="1666875"/>
              <a:ext cx="465384" cy="1155390"/>
            </a:xfrm>
            <a:custGeom>
              <a:rect l="l" t="t" r="r" b="b"/>
              <a:pathLst>
                <a:path w="351" h="683">
                  <a:moveTo>
                    <a:pt x="0" y="0"/>
                  </a:moveTo>
                  <a:moveTo>
                    <a:pt x="351" y="624"/>
                  </a:moveTo>
                  <a:lnTo>
                    <a:pt x="350" y="630"/>
                  </a:lnTo>
                  <a:lnTo>
                    <a:pt x="345" y="635"/>
                  </a:lnTo>
                  <a:lnTo>
                    <a:pt x="339" y="639"/>
                  </a:lnTo>
                  <a:lnTo>
                    <a:pt x="334" y="643"/>
                  </a:lnTo>
                  <a:lnTo>
                    <a:pt x="331" y="647"/>
                  </a:lnTo>
                  <a:lnTo>
                    <a:pt x="328" y="651"/>
                  </a:lnTo>
                  <a:lnTo>
                    <a:pt x="323" y="654"/>
                  </a:lnTo>
                  <a:lnTo>
                    <a:pt x="320" y="657"/>
                  </a:lnTo>
                  <a:lnTo>
                    <a:pt x="318" y="663"/>
                  </a:lnTo>
                  <a:lnTo>
                    <a:pt x="317" y="670"/>
                  </a:lnTo>
                  <a:lnTo>
                    <a:pt x="316" y="679"/>
                  </a:lnTo>
                  <a:lnTo>
                    <a:pt x="311" y="683"/>
                  </a:lnTo>
                  <a:lnTo>
                    <a:pt x="304" y="683"/>
                  </a:lnTo>
                  <a:lnTo>
                    <a:pt x="296" y="678"/>
                  </a:lnTo>
                  <a:lnTo>
                    <a:pt x="290" y="675"/>
                  </a:lnTo>
                  <a:lnTo>
                    <a:pt x="285" y="675"/>
                  </a:lnTo>
                  <a:lnTo>
                    <a:pt x="281" y="677"/>
                  </a:lnTo>
                  <a:lnTo>
                    <a:pt x="277" y="679"/>
                  </a:lnTo>
                  <a:lnTo>
                    <a:pt x="272" y="678"/>
                  </a:lnTo>
                  <a:lnTo>
                    <a:pt x="268" y="676"/>
                  </a:lnTo>
                  <a:lnTo>
                    <a:pt x="264" y="674"/>
                  </a:lnTo>
                  <a:lnTo>
                    <a:pt x="260" y="674"/>
                  </a:lnTo>
                  <a:lnTo>
                    <a:pt x="255" y="674"/>
                  </a:lnTo>
                  <a:lnTo>
                    <a:pt x="250" y="672"/>
                  </a:lnTo>
                  <a:lnTo>
                    <a:pt x="247" y="669"/>
                  </a:lnTo>
                  <a:lnTo>
                    <a:pt x="244" y="665"/>
                  </a:lnTo>
                  <a:lnTo>
                    <a:pt x="239" y="663"/>
                  </a:lnTo>
                  <a:lnTo>
                    <a:pt x="233" y="661"/>
                  </a:lnTo>
                  <a:lnTo>
                    <a:pt x="229" y="657"/>
                  </a:lnTo>
                  <a:lnTo>
                    <a:pt x="230" y="651"/>
                  </a:lnTo>
                  <a:lnTo>
                    <a:pt x="234" y="643"/>
                  </a:lnTo>
                  <a:lnTo>
                    <a:pt x="239" y="637"/>
                  </a:lnTo>
                  <a:lnTo>
                    <a:pt x="240" y="632"/>
                  </a:lnTo>
                  <a:lnTo>
                    <a:pt x="235" y="629"/>
                  </a:lnTo>
                  <a:lnTo>
                    <a:pt x="229" y="624"/>
                  </a:lnTo>
                  <a:lnTo>
                    <a:pt x="224" y="619"/>
                  </a:lnTo>
                  <a:lnTo>
                    <a:pt x="223" y="614"/>
                  </a:lnTo>
                  <a:lnTo>
                    <a:pt x="223" y="609"/>
                  </a:lnTo>
                  <a:lnTo>
                    <a:pt x="223" y="603"/>
                  </a:lnTo>
                  <a:lnTo>
                    <a:pt x="223" y="598"/>
                  </a:lnTo>
                  <a:lnTo>
                    <a:pt x="226" y="593"/>
                  </a:lnTo>
                  <a:lnTo>
                    <a:pt x="231" y="591"/>
                  </a:lnTo>
                  <a:lnTo>
                    <a:pt x="237" y="589"/>
                  </a:lnTo>
                  <a:lnTo>
                    <a:pt x="241" y="587"/>
                  </a:lnTo>
                  <a:lnTo>
                    <a:pt x="243" y="582"/>
                  </a:lnTo>
                  <a:lnTo>
                    <a:pt x="245" y="577"/>
                  </a:lnTo>
                  <a:lnTo>
                    <a:pt x="249" y="574"/>
                  </a:lnTo>
                  <a:lnTo>
                    <a:pt x="255" y="575"/>
                  </a:lnTo>
                  <a:lnTo>
                    <a:pt x="262" y="578"/>
                  </a:lnTo>
                  <a:lnTo>
                    <a:pt x="267" y="578"/>
                  </a:lnTo>
                  <a:lnTo>
                    <a:pt x="271" y="573"/>
                  </a:lnTo>
                  <a:lnTo>
                    <a:pt x="276" y="567"/>
                  </a:lnTo>
                  <a:lnTo>
                    <a:pt x="282" y="562"/>
                  </a:lnTo>
                  <a:lnTo>
                    <a:pt x="289" y="561"/>
                  </a:lnTo>
                  <a:lnTo>
                    <a:pt x="295" y="564"/>
                  </a:lnTo>
                  <a:lnTo>
                    <a:pt x="301" y="568"/>
                  </a:lnTo>
                  <a:lnTo>
                    <a:pt x="307" y="571"/>
                  </a:lnTo>
                  <a:lnTo>
                    <a:pt x="311" y="575"/>
                  </a:lnTo>
                  <a:lnTo>
                    <a:pt x="315" y="581"/>
                  </a:lnTo>
                  <a:lnTo>
                    <a:pt x="317" y="587"/>
                  </a:lnTo>
                  <a:lnTo>
                    <a:pt x="320" y="591"/>
                  </a:lnTo>
                  <a:lnTo>
                    <a:pt x="326" y="592"/>
                  </a:lnTo>
                  <a:lnTo>
                    <a:pt x="334" y="592"/>
                  </a:lnTo>
                  <a:lnTo>
                    <a:pt x="342" y="594"/>
                  </a:lnTo>
                  <a:lnTo>
                    <a:pt x="345" y="598"/>
                  </a:lnTo>
                  <a:lnTo>
                    <a:pt x="345" y="604"/>
                  </a:lnTo>
                  <a:lnTo>
                    <a:pt x="343" y="610"/>
                  </a:lnTo>
                  <a:lnTo>
                    <a:pt x="344" y="615"/>
                  </a:lnTo>
                  <a:lnTo>
                    <a:pt x="348" y="619"/>
                  </a:lnTo>
                  <a:close/>
                </a:path>
              </a:pathLst>
            </a:custGeom>
            <a:solidFill>
              <a:srgbClr val="59A3CD">
                <a:alpha val="32000"/>
              </a:srgbClr>
            </a:solidFill>
            <a:ln>
              <a:noFill/>
            </a:ln>
          </p:spPr>
          <p:txBody>
            <a:bodyPr anchor="ctr"/>
            <a:lstStyle/>
            <a:p>
              <a:pPr algn="ctr">
                <a:buNone/>
              </a:pPr>
            </a:p>
          </p:txBody>
        </p:sp>
        <p:sp>
          <p:nvSpPr>
            <p:cNvPr id="7625" name="addition:spatial:114">
              <a:extLst>
                <a:ext uri="{FF2B5EF4-FFF2-40B4-BE49-F238E27FC236}">
                  <ns2:creationId id="{F1A7F8D6-AD46-4B5D-92E3-FBA71C9F77A5}"/>
                </a:ext>
              </a:extLst>
            </p:cNvPr>
            <p:cNvSpPr>
              <a:spLocks noGrp="1"/>
            </p:cNvSpPr>
            <p:nvPr/>
          </p:nvSpPr>
          <p:spPr>
            <a:xfrm>
              <a:off x="5648325" y="1666875"/>
              <a:ext cx="365943" cy="1113099"/>
            </a:xfrm>
            <a:custGeom>
              <a:rect l="l" t="t" r="r" b="b"/>
              <a:pathLst>
                <a:path w="276" h="658">
                  <a:moveTo>
                    <a:pt x="0" y="0"/>
                  </a:moveTo>
                  <a:moveTo>
                    <a:pt x="275" y="604"/>
                  </a:moveTo>
                  <a:lnTo>
                    <a:pt x="274" y="608"/>
                  </a:lnTo>
                  <a:lnTo>
                    <a:pt x="271" y="612"/>
                  </a:lnTo>
                  <a:lnTo>
                    <a:pt x="269" y="615"/>
                  </a:lnTo>
                  <a:lnTo>
                    <a:pt x="271" y="620"/>
                  </a:lnTo>
                  <a:lnTo>
                    <a:pt x="275" y="626"/>
                  </a:lnTo>
                  <a:lnTo>
                    <a:pt x="276" y="632"/>
                  </a:lnTo>
                  <a:lnTo>
                    <a:pt x="275" y="636"/>
                  </a:lnTo>
                  <a:lnTo>
                    <a:pt x="270" y="638"/>
                  </a:lnTo>
                  <a:lnTo>
                    <a:pt x="266" y="640"/>
                  </a:lnTo>
                  <a:lnTo>
                    <a:pt x="262" y="641"/>
                  </a:lnTo>
                  <a:lnTo>
                    <a:pt x="258" y="642"/>
                  </a:lnTo>
                  <a:lnTo>
                    <a:pt x="254" y="642"/>
                  </a:lnTo>
                  <a:lnTo>
                    <a:pt x="250" y="642"/>
                  </a:lnTo>
                  <a:lnTo>
                    <a:pt x="247" y="642"/>
                  </a:lnTo>
                  <a:lnTo>
                    <a:pt x="244" y="646"/>
                  </a:lnTo>
                  <a:lnTo>
                    <a:pt x="241" y="652"/>
                  </a:lnTo>
                  <a:lnTo>
                    <a:pt x="237" y="657"/>
                  </a:lnTo>
                  <a:lnTo>
                    <a:pt x="232" y="658"/>
                  </a:lnTo>
                  <a:lnTo>
                    <a:pt x="227" y="655"/>
                  </a:lnTo>
                  <a:lnTo>
                    <a:pt x="223" y="651"/>
                  </a:lnTo>
                  <a:lnTo>
                    <a:pt x="219" y="648"/>
                  </a:lnTo>
                  <a:lnTo>
                    <a:pt x="213" y="648"/>
                  </a:lnTo>
                  <a:lnTo>
                    <a:pt x="208" y="648"/>
                  </a:lnTo>
                  <a:lnTo>
                    <a:pt x="203" y="646"/>
                  </a:lnTo>
                  <a:lnTo>
                    <a:pt x="201" y="641"/>
                  </a:lnTo>
                  <a:lnTo>
                    <a:pt x="199" y="636"/>
                  </a:lnTo>
                  <a:lnTo>
                    <a:pt x="197" y="632"/>
                  </a:lnTo>
                  <a:lnTo>
                    <a:pt x="193" y="630"/>
                  </a:lnTo>
                  <a:lnTo>
                    <a:pt x="190" y="627"/>
                  </a:lnTo>
                  <a:lnTo>
                    <a:pt x="187" y="623"/>
                  </a:lnTo>
                  <a:lnTo>
                    <a:pt x="185" y="620"/>
                  </a:lnTo>
                  <a:lnTo>
                    <a:pt x="182" y="617"/>
                  </a:lnTo>
                  <a:lnTo>
                    <a:pt x="176" y="613"/>
                  </a:lnTo>
                  <a:lnTo>
                    <a:pt x="172" y="609"/>
                  </a:lnTo>
                  <a:lnTo>
                    <a:pt x="170" y="604"/>
                  </a:lnTo>
                  <a:lnTo>
                    <a:pt x="175" y="599"/>
                  </a:lnTo>
                  <a:lnTo>
                    <a:pt x="182" y="596"/>
                  </a:lnTo>
                  <a:lnTo>
                    <a:pt x="188" y="593"/>
                  </a:lnTo>
                  <a:lnTo>
                    <a:pt x="190" y="590"/>
                  </a:lnTo>
                  <a:lnTo>
                    <a:pt x="190" y="585"/>
                  </a:lnTo>
                  <a:lnTo>
                    <a:pt x="191" y="580"/>
                  </a:lnTo>
                  <a:lnTo>
                    <a:pt x="193" y="577"/>
                  </a:lnTo>
                  <a:lnTo>
                    <a:pt x="197" y="574"/>
                  </a:lnTo>
                  <a:lnTo>
                    <a:pt x="200" y="571"/>
                  </a:lnTo>
                  <a:lnTo>
                    <a:pt x="203" y="567"/>
                  </a:lnTo>
                  <a:lnTo>
                    <a:pt x="206" y="562"/>
                  </a:lnTo>
                  <a:lnTo>
                    <a:pt x="210" y="560"/>
                  </a:lnTo>
                  <a:lnTo>
                    <a:pt x="215" y="559"/>
                  </a:lnTo>
                  <a:lnTo>
                    <a:pt x="219" y="558"/>
                  </a:lnTo>
                  <a:lnTo>
                    <a:pt x="223" y="556"/>
                  </a:lnTo>
                  <a:lnTo>
                    <a:pt x="228" y="553"/>
                  </a:lnTo>
                  <a:lnTo>
                    <a:pt x="232" y="552"/>
                  </a:lnTo>
                  <a:lnTo>
                    <a:pt x="236" y="554"/>
                  </a:lnTo>
                  <a:lnTo>
                    <a:pt x="240" y="560"/>
                  </a:lnTo>
                  <a:lnTo>
                    <a:pt x="242" y="566"/>
                  </a:lnTo>
                  <a:lnTo>
                    <a:pt x="245" y="567"/>
                  </a:lnTo>
                  <a:lnTo>
                    <a:pt x="249" y="565"/>
                  </a:lnTo>
                  <a:lnTo>
                    <a:pt x="254" y="562"/>
                  </a:lnTo>
                  <a:lnTo>
                    <a:pt x="259" y="561"/>
                  </a:lnTo>
                  <a:lnTo>
                    <a:pt x="263" y="563"/>
                  </a:lnTo>
                  <a:lnTo>
                    <a:pt x="265" y="567"/>
                  </a:lnTo>
                  <a:lnTo>
                    <a:pt x="268" y="570"/>
                  </a:lnTo>
                  <a:lnTo>
                    <a:pt x="270" y="574"/>
                  </a:lnTo>
                  <a:lnTo>
                    <a:pt x="271" y="578"/>
                  </a:lnTo>
                  <a:lnTo>
                    <a:pt x="270" y="583"/>
                  </a:lnTo>
                  <a:lnTo>
                    <a:pt x="268" y="589"/>
                  </a:lnTo>
                  <a:lnTo>
                    <a:pt x="268" y="593"/>
                  </a:lnTo>
                  <a:lnTo>
                    <a:pt x="270" y="596"/>
                  </a:lnTo>
                  <a:lnTo>
                    <a:pt x="274" y="600"/>
                  </a:lnTo>
                  <a:close/>
                </a:path>
              </a:pathLst>
            </a:custGeom>
            <a:solidFill>
              <a:srgbClr val="59A3CD">
                <a:alpha val="32000"/>
              </a:srgbClr>
            </a:solidFill>
            <a:ln>
              <a:noFill/>
            </a:ln>
          </p:spPr>
          <p:txBody>
            <a:bodyPr anchor="ctr"/>
            <a:lstStyle/>
            <a:p>
              <a:pPr algn="ctr">
                <a:buNone/>
              </a:pPr>
            </a:p>
          </p:txBody>
        </p:sp>
        <p:sp>
          <p:nvSpPr>
            <p:cNvPr id="7626" name="addition:spatial:115">
              <a:extLst>
                <a:ext uri="{FF2B5EF4-FFF2-40B4-BE49-F238E27FC236}">
                  <ns2:creationId id="{337F3112-5291-405E-856C-7CE2BC642578}"/>
                </a:ext>
              </a:extLst>
            </p:cNvPr>
            <p:cNvSpPr>
              <a:spLocks noGrp="1"/>
            </p:cNvSpPr>
            <p:nvPr/>
          </p:nvSpPr>
          <p:spPr>
            <a:xfrm>
              <a:off x="5648325" y="1666875"/>
              <a:ext cx="513116" cy="1130016"/>
            </a:xfrm>
            <a:custGeom>
              <a:rect l="l" t="t" r="r" b="b"/>
              <a:pathLst>
                <a:path w="387" h="668">
                  <a:moveTo>
                    <a:pt x="0" y="0"/>
                  </a:moveTo>
                  <a:moveTo>
                    <a:pt x="376" y="596"/>
                  </a:moveTo>
                  <a:lnTo>
                    <a:pt x="383" y="602"/>
                  </a:lnTo>
                  <a:lnTo>
                    <a:pt x="387" y="608"/>
                  </a:lnTo>
                  <a:lnTo>
                    <a:pt x="384" y="613"/>
                  </a:lnTo>
                  <a:lnTo>
                    <a:pt x="379" y="617"/>
                  </a:lnTo>
                  <a:lnTo>
                    <a:pt x="376" y="622"/>
                  </a:lnTo>
                  <a:lnTo>
                    <a:pt x="376" y="628"/>
                  </a:lnTo>
                  <a:lnTo>
                    <a:pt x="377" y="635"/>
                  </a:lnTo>
                  <a:lnTo>
                    <a:pt x="376" y="641"/>
                  </a:lnTo>
                  <a:lnTo>
                    <a:pt x="370" y="644"/>
                  </a:lnTo>
                  <a:lnTo>
                    <a:pt x="363" y="644"/>
                  </a:lnTo>
                  <a:lnTo>
                    <a:pt x="356" y="645"/>
                  </a:lnTo>
                  <a:lnTo>
                    <a:pt x="351" y="646"/>
                  </a:lnTo>
                  <a:lnTo>
                    <a:pt x="346" y="648"/>
                  </a:lnTo>
                  <a:lnTo>
                    <a:pt x="340" y="648"/>
                  </a:lnTo>
                  <a:lnTo>
                    <a:pt x="335" y="648"/>
                  </a:lnTo>
                  <a:lnTo>
                    <a:pt x="329" y="651"/>
                  </a:lnTo>
                  <a:lnTo>
                    <a:pt x="324" y="656"/>
                  </a:lnTo>
                  <a:lnTo>
                    <a:pt x="316" y="664"/>
                  </a:lnTo>
                  <a:lnTo>
                    <a:pt x="308" y="668"/>
                  </a:lnTo>
                  <a:lnTo>
                    <a:pt x="300" y="666"/>
                  </a:lnTo>
                  <a:lnTo>
                    <a:pt x="294" y="659"/>
                  </a:lnTo>
                  <a:lnTo>
                    <a:pt x="290" y="650"/>
                  </a:lnTo>
                  <a:lnTo>
                    <a:pt x="285" y="646"/>
                  </a:lnTo>
                  <a:lnTo>
                    <a:pt x="278" y="644"/>
                  </a:lnTo>
                  <a:lnTo>
                    <a:pt x="271" y="643"/>
                  </a:lnTo>
                  <a:lnTo>
                    <a:pt x="265" y="639"/>
                  </a:lnTo>
                  <a:lnTo>
                    <a:pt x="261" y="634"/>
                  </a:lnTo>
                  <a:lnTo>
                    <a:pt x="258" y="629"/>
                  </a:lnTo>
                  <a:lnTo>
                    <a:pt x="253" y="626"/>
                  </a:lnTo>
                  <a:lnTo>
                    <a:pt x="247" y="622"/>
                  </a:lnTo>
                  <a:lnTo>
                    <a:pt x="242" y="618"/>
                  </a:lnTo>
                  <a:lnTo>
                    <a:pt x="240" y="612"/>
                  </a:lnTo>
                  <a:lnTo>
                    <a:pt x="239" y="607"/>
                  </a:lnTo>
                  <a:lnTo>
                    <a:pt x="236" y="602"/>
                  </a:lnTo>
                  <a:lnTo>
                    <a:pt x="232" y="596"/>
                  </a:lnTo>
                  <a:lnTo>
                    <a:pt x="229" y="590"/>
                  </a:lnTo>
                  <a:lnTo>
                    <a:pt x="232" y="584"/>
                  </a:lnTo>
                  <a:lnTo>
                    <a:pt x="241" y="579"/>
                  </a:lnTo>
                  <a:lnTo>
                    <a:pt x="253" y="577"/>
                  </a:lnTo>
                  <a:lnTo>
                    <a:pt x="261" y="574"/>
                  </a:lnTo>
                  <a:lnTo>
                    <a:pt x="264" y="570"/>
                  </a:lnTo>
                  <a:lnTo>
                    <a:pt x="263" y="563"/>
                  </a:lnTo>
                  <a:lnTo>
                    <a:pt x="263" y="556"/>
                  </a:lnTo>
                  <a:lnTo>
                    <a:pt x="267" y="550"/>
                  </a:lnTo>
                  <a:lnTo>
                    <a:pt x="272" y="546"/>
                  </a:lnTo>
                  <a:lnTo>
                    <a:pt x="278" y="542"/>
                  </a:lnTo>
                  <a:lnTo>
                    <a:pt x="283" y="537"/>
                  </a:lnTo>
                  <a:lnTo>
                    <a:pt x="290" y="534"/>
                  </a:lnTo>
                  <a:lnTo>
                    <a:pt x="297" y="534"/>
                  </a:lnTo>
                  <a:lnTo>
                    <a:pt x="305" y="536"/>
                  </a:lnTo>
                  <a:lnTo>
                    <a:pt x="312" y="538"/>
                  </a:lnTo>
                  <a:lnTo>
                    <a:pt x="317" y="537"/>
                  </a:lnTo>
                  <a:lnTo>
                    <a:pt x="323" y="535"/>
                  </a:lnTo>
                  <a:lnTo>
                    <a:pt x="329" y="533"/>
                  </a:lnTo>
                  <a:lnTo>
                    <a:pt x="334" y="537"/>
                  </a:lnTo>
                  <a:lnTo>
                    <a:pt x="338" y="543"/>
                  </a:lnTo>
                  <a:lnTo>
                    <a:pt x="341" y="548"/>
                  </a:lnTo>
                  <a:lnTo>
                    <a:pt x="345" y="549"/>
                  </a:lnTo>
                  <a:lnTo>
                    <a:pt x="353" y="546"/>
                  </a:lnTo>
                  <a:lnTo>
                    <a:pt x="362" y="544"/>
                  </a:lnTo>
                  <a:lnTo>
                    <a:pt x="369" y="545"/>
                  </a:lnTo>
                  <a:lnTo>
                    <a:pt x="373" y="550"/>
                  </a:lnTo>
                  <a:lnTo>
                    <a:pt x="374" y="556"/>
                  </a:lnTo>
                  <a:lnTo>
                    <a:pt x="375" y="562"/>
                  </a:lnTo>
                  <a:lnTo>
                    <a:pt x="376" y="568"/>
                  </a:lnTo>
                  <a:lnTo>
                    <a:pt x="375" y="575"/>
                  </a:lnTo>
                  <a:lnTo>
                    <a:pt x="372" y="581"/>
                  </a:lnTo>
                  <a:lnTo>
                    <a:pt x="369" y="587"/>
                  </a:lnTo>
                  <a:lnTo>
                    <a:pt x="370" y="591"/>
                  </a:lnTo>
                  <a:close/>
                </a:path>
              </a:pathLst>
            </a:custGeom>
            <a:solidFill>
              <a:srgbClr val="59A3CD">
                <a:alpha val="32000"/>
              </a:srgbClr>
            </a:solidFill>
            <a:ln>
              <a:noFill/>
            </a:ln>
          </p:spPr>
          <p:txBody>
            <a:bodyPr anchor="ctr"/>
            <a:lstStyle/>
            <a:p>
              <a:pPr algn="ctr">
                <a:buNone/>
              </a:pPr>
            </a:p>
          </p:txBody>
        </p:sp>
        <p:sp>
          <p:nvSpPr>
            <p:cNvPr id="7627" name="addition:spatial:116">
              <a:extLst>
                <a:ext uri="{FF2B5EF4-FFF2-40B4-BE49-F238E27FC236}">
                  <ns2:creationId id="{BD91A85D-D800-4773-870E-442E34CB4CD5}"/>
                </a:ext>
              </a:extLst>
            </p:cNvPr>
            <p:cNvSpPr>
              <a:spLocks noGrp="1"/>
            </p:cNvSpPr>
            <p:nvPr/>
          </p:nvSpPr>
          <p:spPr>
            <a:xfrm>
              <a:off x="5648325" y="1666875"/>
              <a:ext cx="550240" cy="1180765"/>
            </a:xfrm>
            <a:custGeom>
              <a:rect l="l" t="t" r="r" b="b"/>
              <a:pathLst>
                <a:path w="415" h="698">
                  <a:moveTo>
                    <a:pt x="0" y="0"/>
                  </a:moveTo>
                  <a:moveTo>
                    <a:pt x="413" y="585"/>
                  </a:moveTo>
                  <a:lnTo>
                    <a:pt x="415" y="594"/>
                  </a:lnTo>
                  <a:lnTo>
                    <a:pt x="409" y="603"/>
                  </a:lnTo>
                  <a:lnTo>
                    <a:pt x="400" y="610"/>
                  </a:lnTo>
                  <a:lnTo>
                    <a:pt x="396" y="617"/>
                  </a:lnTo>
                  <a:lnTo>
                    <a:pt x="400" y="627"/>
                  </a:lnTo>
                  <a:lnTo>
                    <a:pt x="405" y="640"/>
                  </a:lnTo>
                  <a:lnTo>
                    <a:pt x="407" y="652"/>
                  </a:lnTo>
                  <a:lnTo>
                    <a:pt x="402" y="660"/>
                  </a:lnTo>
                  <a:lnTo>
                    <a:pt x="393" y="665"/>
                  </a:lnTo>
                  <a:lnTo>
                    <a:pt x="384" y="668"/>
                  </a:lnTo>
                  <a:lnTo>
                    <a:pt x="375" y="671"/>
                  </a:lnTo>
                  <a:lnTo>
                    <a:pt x="366" y="672"/>
                  </a:lnTo>
                  <a:lnTo>
                    <a:pt x="356" y="670"/>
                  </a:lnTo>
                  <a:lnTo>
                    <a:pt x="346" y="666"/>
                  </a:lnTo>
                  <a:lnTo>
                    <a:pt x="339" y="666"/>
                  </a:lnTo>
                  <a:lnTo>
                    <a:pt x="333" y="674"/>
                  </a:lnTo>
                  <a:lnTo>
                    <a:pt x="325" y="686"/>
                  </a:lnTo>
                  <a:lnTo>
                    <a:pt x="315" y="696"/>
                  </a:lnTo>
                  <a:lnTo>
                    <a:pt x="304" y="698"/>
                  </a:lnTo>
                  <a:lnTo>
                    <a:pt x="294" y="690"/>
                  </a:lnTo>
                  <a:lnTo>
                    <a:pt x="286" y="681"/>
                  </a:lnTo>
                  <a:lnTo>
                    <a:pt x="277" y="677"/>
                  </a:lnTo>
                  <a:lnTo>
                    <a:pt x="265" y="676"/>
                  </a:lnTo>
                  <a:lnTo>
                    <a:pt x="253" y="674"/>
                  </a:lnTo>
                  <a:lnTo>
                    <a:pt x="244" y="668"/>
                  </a:lnTo>
                  <a:lnTo>
                    <a:pt x="239" y="658"/>
                  </a:lnTo>
                  <a:lnTo>
                    <a:pt x="235" y="648"/>
                  </a:lnTo>
                  <a:lnTo>
                    <a:pt x="229" y="640"/>
                  </a:lnTo>
                  <a:lnTo>
                    <a:pt x="222" y="633"/>
                  </a:lnTo>
                  <a:lnTo>
                    <a:pt x="216" y="626"/>
                  </a:lnTo>
                  <a:lnTo>
                    <a:pt x="213" y="618"/>
                  </a:lnTo>
                  <a:lnTo>
                    <a:pt x="209" y="610"/>
                  </a:lnTo>
                  <a:lnTo>
                    <a:pt x="200" y="602"/>
                  </a:lnTo>
                  <a:lnTo>
                    <a:pt x="187" y="595"/>
                  </a:lnTo>
                  <a:lnTo>
                    <a:pt x="175" y="585"/>
                  </a:lnTo>
                  <a:lnTo>
                    <a:pt x="172" y="574"/>
                  </a:lnTo>
                  <a:lnTo>
                    <a:pt x="182" y="565"/>
                  </a:lnTo>
                  <a:lnTo>
                    <a:pt x="198" y="558"/>
                  </a:lnTo>
                  <a:lnTo>
                    <a:pt x="212" y="553"/>
                  </a:lnTo>
                  <a:lnTo>
                    <a:pt x="218" y="546"/>
                  </a:lnTo>
                  <a:lnTo>
                    <a:pt x="220" y="538"/>
                  </a:lnTo>
                  <a:lnTo>
                    <a:pt x="223" y="529"/>
                  </a:lnTo>
                  <a:lnTo>
                    <a:pt x="230" y="522"/>
                  </a:lnTo>
                  <a:lnTo>
                    <a:pt x="238" y="516"/>
                  </a:lnTo>
                  <a:lnTo>
                    <a:pt x="246" y="509"/>
                  </a:lnTo>
                  <a:lnTo>
                    <a:pt x="252" y="500"/>
                  </a:lnTo>
                  <a:lnTo>
                    <a:pt x="260" y="491"/>
                  </a:lnTo>
                  <a:lnTo>
                    <a:pt x="271" y="487"/>
                  </a:lnTo>
                  <a:lnTo>
                    <a:pt x="283" y="487"/>
                  </a:lnTo>
                  <a:lnTo>
                    <a:pt x="294" y="486"/>
                  </a:lnTo>
                  <a:lnTo>
                    <a:pt x="304" y="482"/>
                  </a:lnTo>
                  <a:lnTo>
                    <a:pt x="315" y="475"/>
                  </a:lnTo>
                  <a:lnTo>
                    <a:pt x="326" y="473"/>
                  </a:lnTo>
                  <a:lnTo>
                    <a:pt x="336" y="480"/>
                  </a:lnTo>
                  <a:lnTo>
                    <a:pt x="343" y="493"/>
                  </a:lnTo>
                  <a:lnTo>
                    <a:pt x="348" y="505"/>
                  </a:lnTo>
                  <a:lnTo>
                    <a:pt x="354" y="510"/>
                  </a:lnTo>
                  <a:lnTo>
                    <a:pt x="364" y="507"/>
                  </a:lnTo>
                  <a:lnTo>
                    <a:pt x="376" y="503"/>
                  </a:lnTo>
                  <a:lnTo>
                    <a:pt x="387" y="503"/>
                  </a:lnTo>
                  <a:lnTo>
                    <a:pt x="396" y="507"/>
                  </a:lnTo>
                  <a:lnTo>
                    <a:pt x="402" y="513"/>
                  </a:lnTo>
                  <a:lnTo>
                    <a:pt x="409" y="520"/>
                  </a:lnTo>
                  <a:lnTo>
                    <a:pt x="414" y="528"/>
                  </a:lnTo>
                  <a:lnTo>
                    <a:pt x="415" y="538"/>
                  </a:lnTo>
                  <a:lnTo>
                    <a:pt x="410" y="550"/>
                  </a:lnTo>
                  <a:lnTo>
                    <a:pt x="403" y="560"/>
                  </a:lnTo>
                  <a:lnTo>
                    <a:pt x="401" y="569"/>
                  </a:lnTo>
                  <a:lnTo>
                    <a:pt x="406" y="577"/>
                  </a:lnTo>
                  <a:close/>
                </a:path>
              </a:pathLst>
            </a:custGeom>
            <a:solidFill>
              <a:srgbClr val="0675B4">
                <a:alpha val="37000"/>
              </a:srgbClr>
            </a:solidFill>
            <a:ln>
              <a:noFill/>
            </a:ln>
          </p:spPr>
          <p:txBody>
            <a:bodyPr anchor="ctr"/>
            <a:lstStyle/>
            <a:p>
              <a:pPr algn="ctr">
                <a:buNone/>
              </a:pPr>
            </a:p>
          </p:txBody>
        </p:sp>
        <p:sp>
          <p:nvSpPr>
            <p:cNvPr id="7628" name="addition:spatial:117">
              <a:extLst>
                <a:ext uri="{FF2B5EF4-FFF2-40B4-BE49-F238E27FC236}">
                  <ns2:creationId id="{69243848-2CDA-4C2D-906F-7FE621B9E570}"/>
                </a:ext>
              </a:extLst>
            </p:cNvPr>
            <p:cNvSpPr>
              <a:spLocks noGrp="1"/>
            </p:cNvSpPr>
            <p:nvPr/>
          </p:nvSpPr>
          <p:spPr>
            <a:xfrm>
              <a:off x="5648325" y="1666875"/>
              <a:ext cx="424282" cy="1028517"/>
            </a:xfrm>
            <a:custGeom>
              <a:rect l="l" t="t" r="r" b="b"/>
              <a:pathLst>
                <a:path w="320" h="608">
                  <a:moveTo>
                    <a:pt x="0" y="0"/>
                  </a:moveTo>
                  <a:moveTo>
                    <a:pt x="314" y="561"/>
                  </a:moveTo>
                  <a:lnTo>
                    <a:pt x="315" y="565"/>
                  </a:lnTo>
                  <a:lnTo>
                    <a:pt x="315" y="569"/>
                  </a:lnTo>
                  <a:lnTo>
                    <a:pt x="313" y="573"/>
                  </a:lnTo>
                  <a:lnTo>
                    <a:pt x="308" y="575"/>
                  </a:lnTo>
                  <a:lnTo>
                    <a:pt x="303" y="577"/>
                  </a:lnTo>
                  <a:lnTo>
                    <a:pt x="302" y="580"/>
                  </a:lnTo>
                  <a:lnTo>
                    <a:pt x="303" y="586"/>
                  </a:lnTo>
                  <a:lnTo>
                    <a:pt x="304" y="592"/>
                  </a:lnTo>
                  <a:lnTo>
                    <a:pt x="304" y="598"/>
                  </a:lnTo>
                  <a:lnTo>
                    <a:pt x="300" y="601"/>
                  </a:lnTo>
                  <a:lnTo>
                    <a:pt x="296" y="602"/>
                  </a:lnTo>
                  <a:lnTo>
                    <a:pt x="292" y="602"/>
                  </a:lnTo>
                  <a:lnTo>
                    <a:pt x="288" y="603"/>
                  </a:lnTo>
                  <a:lnTo>
                    <a:pt x="284" y="603"/>
                  </a:lnTo>
                  <a:lnTo>
                    <a:pt x="280" y="601"/>
                  </a:lnTo>
                  <a:lnTo>
                    <a:pt x="277" y="599"/>
                  </a:lnTo>
                  <a:lnTo>
                    <a:pt x="274" y="599"/>
                  </a:lnTo>
                  <a:lnTo>
                    <a:pt x="271" y="601"/>
                  </a:lnTo>
                  <a:lnTo>
                    <a:pt x="267" y="605"/>
                  </a:lnTo>
                  <a:lnTo>
                    <a:pt x="263" y="608"/>
                  </a:lnTo>
                  <a:lnTo>
                    <a:pt x="260" y="606"/>
                  </a:lnTo>
                  <a:lnTo>
                    <a:pt x="257" y="602"/>
                  </a:lnTo>
                  <a:lnTo>
                    <a:pt x="255" y="599"/>
                  </a:lnTo>
                  <a:lnTo>
                    <a:pt x="251" y="598"/>
                  </a:lnTo>
                  <a:lnTo>
                    <a:pt x="246" y="598"/>
                  </a:lnTo>
                  <a:lnTo>
                    <a:pt x="241" y="597"/>
                  </a:lnTo>
                  <a:lnTo>
                    <a:pt x="239" y="593"/>
                  </a:lnTo>
                  <a:lnTo>
                    <a:pt x="238" y="588"/>
                  </a:lnTo>
                  <a:lnTo>
                    <a:pt x="239" y="583"/>
                  </a:lnTo>
                  <a:lnTo>
                    <a:pt x="238" y="578"/>
                  </a:lnTo>
                  <a:lnTo>
                    <a:pt x="236" y="575"/>
                  </a:lnTo>
                  <a:lnTo>
                    <a:pt x="235" y="571"/>
                  </a:lnTo>
                  <a:lnTo>
                    <a:pt x="234" y="568"/>
                  </a:lnTo>
                  <a:lnTo>
                    <a:pt x="232" y="564"/>
                  </a:lnTo>
                  <a:lnTo>
                    <a:pt x="228" y="561"/>
                  </a:lnTo>
                  <a:lnTo>
                    <a:pt x="223" y="556"/>
                  </a:lnTo>
                  <a:lnTo>
                    <a:pt x="219" y="551"/>
                  </a:lnTo>
                  <a:lnTo>
                    <a:pt x="219" y="546"/>
                  </a:lnTo>
                  <a:lnTo>
                    <a:pt x="224" y="543"/>
                  </a:lnTo>
                  <a:lnTo>
                    <a:pt x="230" y="541"/>
                  </a:lnTo>
                  <a:lnTo>
                    <a:pt x="234" y="539"/>
                  </a:lnTo>
                  <a:lnTo>
                    <a:pt x="235" y="536"/>
                  </a:lnTo>
                  <a:lnTo>
                    <a:pt x="236" y="532"/>
                  </a:lnTo>
                  <a:lnTo>
                    <a:pt x="238" y="528"/>
                  </a:lnTo>
                  <a:lnTo>
                    <a:pt x="242" y="527"/>
                  </a:lnTo>
                  <a:lnTo>
                    <a:pt x="246" y="526"/>
                  </a:lnTo>
                  <a:lnTo>
                    <a:pt x="250" y="524"/>
                  </a:lnTo>
                  <a:lnTo>
                    <a:pt x="253" y="521"/>
                  </a:lnTo>
                  <a:lnTo>
                    <a:pt x="256" y="517"/>
                  </a:lnTo>
                  <a:lnTo>
                    <a:pt x="261" y="516"/>
                  </a:lnTo>
                  <a:lnTo>
                    <a:pt x="265" y="515"/>
                  </a:lnTo>
                  <a:lnTo>
                    <a:pt x="270" y="514"/>
                  </a:lnTo>
                  <a:lnTo>
                    <a:pt x="275" y="512"/>
                  </a:lnTo>
                  <a:lnTo>
                    <a:pt x="280" y="510"/>
                  </a:lnTo>
                  <a:lnTo>
                    <a:pt x="285" y="511"/>
                  </a:lnTo>
                  <a:lnTo>
                    <a:pt x="289" y="516"/>
                  </a:lnTo>
                  <a:lnTo>
                    <a:pt x="291" y="523"/>
                  </a:lnTo>
                  <a:lnTo>
                    <a:pt x="292" y="528"/>
                  </a:lnTo>
                  <a:lnTo>
                    <a:pt x="295" y="530"/>
                  </a:lnTo>
                  <a:lnTo>
                    <a:pt x="300" y="529"/>
                  </a:lnTo>
                  <a:lnTo>
                    <a:pt x="306" y="529"/>
                  </a:lnTo>
                  <a:lnTo>
                    <a:pt x="310" y="530"/>
                  </a:lnTo>
                  <a:lnTo>
                    <a:pt x="313" y="533"/>
                  </a:lnTo>
                  <a:lnTo>
                    <a:pt x="315" y="536"/>
                  </a:lnTo>
                  <a:lnTo>
                    <a:pt x="317" y="540"/>
                  </a:lnTo>
                  <a:lnTo>
                    <a:pt x="319" y="543"/>
                  </a:lnTo>
                  <a:lnTo>
                    <a:pt x="320" y="548"/>
                  </a:lnTo>
                  <a:lnTo>
                    <a:pt x="317" y="552"/>
                  </a:lnTo>
                  <a:lnTo>
                    <a:pt x="315" y="557"/>
                  </a:lnTo>
                  <a:close/>
                </a:path>
              </a:pathLst>
            </a:custGeom>
            <a:solidFill>
              <a:srgbClr val="0072B2">
                <a:alpha val="36000"/>
              </a:srgbClr>
            </a:solidFill>
            <a:ln>
              <a:noFill/>
            </a:ln>
          </p:spPr>
          <p:txBody>
            <a:bodyPr anchor="ctr"/>
            <a:lstStyle/>
            <a:p>
              <a:pPr algn="ctr">
                <a:buNone/>
              </a:pPr>
            </a:p>
          </p:txBody>
        </p:sp>
        <p:sp>
          <p:nvSpPr>
            <p:cNvPr id="7629" name="addition:spatial:118">
              <a:extLst>
                <a:ext uri="{FF2B5EF4-FFF2-40B4-BE49-F238E27FC236}">
                  <ns2:creationId id="{0722FB03-9E30-49DF-A567-575B93E8C16C}"/>
                </a:ext>
              </a:extLst>
            </p:cNvPr>
            <p:cNvSpPr>
              <a:spLocks noGrp="1"/>
            </p:cNvSpPr>
            <p:nvPr/>
          </p:nvSpPr>
          <p:spPr>
            <a:xfrm>
              <a:off x="5648325" y="1666875"/>
              <a:ext cx="495879" cy="987918"/>
            </a:xfrm>
            <a:custGeom>
              <a:rect l="l" t="t" r="r" b="b"/>
              <a:pathLst>
                <a:path w="374" h="584">
                  <a:moveTo>
                    <a:pt x="0" y="0"/>
                  </a:moveTo>
                  <a:moveTo>
                    <a:pt x="366" y="547"/>
                  </a:moveTo>
                  <a:lnTo>
                    <a:pt x="363" y="549"/>
                  </a:lnTo>
                  <a:lnTo>
                    <a:pt x="363" y="552"/>
                  </a:lnTo>
                  <a:lnTo>
                    <a:pt x="365" y="555"/>
                  </a:lnTo>
                  <a:lnTo>
                    <a:pt x="367" y="559"/>
                  </a:lnTo>
                  <a:lnTo>
                    <a:pt x="367" y="563"/>
                  </a:lnTo>
                  <a:lnTo>
                    <a:pt x="365" y="565"/>
                  </a:lnTo>
                  <a:lnTo>
                    <a:pt x="362" y="567"/>
                  </a:lnTo>
                  <a:lnTo>
                    <a:pt x="360" y="569"/>
                  </a:lnTo>
                  <a:lnTo>
                    <a:pt x="359" y="572"/>
                  </a:lnTo>
                  <a:lnTo>
                    <a:pt x="357" y="576"/>
                  </a:lnTo>
                  <a:lnTo>
                    <a:pt x="355" y="577"/>
                  </a:lnTo>
                  <a:lnTo>
                    <a:pt x="352" y="578"/>
                  </a:lnTo>
                  <a:lnTo>
                    <a:pt x="349" y="578"/>
                  </a:lnTo>
                  <a:lnTo>
                    <a:pt x="346" y="579"/>
                  </a:lnTo>
                  <a:lnTo>
                    <a:pt x="344" y="580"/>
                  </a:lnTo>
                  <a:lnTo>
                    <a:pt x="341" y="579"/>
                  </a:lnTo>
                  <a:lnTo>
                    <a:pt x="338" y="577"/>
                  </a:lnTo>
                  <a:lnTo>
                    <a:pt x="336" y="576"/>
                  </a:lnTo>
                  <a:lnTo>
                    <a:pt x="334" y="576"/>
                  </a:lnTo>
                  <a:lnTo>
                    <a:pt x="330" y="579"/>
                  </a:lnTo>
                  <a:lnTo>
                    <a:pt x="326" y="583"/>
                  </a:lnTo>
                  <a:lnTo>
                    <a:pt x="322" y="584"/>
                  </a:lnTo>
                  <a:lnTo>
                    <a:pt x="319" y="582"/>
                  </a:lnTo>
                  <a:lnTo>
                    <a:pt x="317" y="578"/>
                  </a:lnTo>
                  <a:lnTo>
                    <a:pt x="316" y="574"/>
                  </a:lnTo>
                  <a:lnTo>
                    <a:pt x="315" y="571"/>
                  </a:lnTo>
                  <a:lnTo>
                    <a:pt x="312" y="568"/>
                  </a:lnTo>
                  <a:lnTo>
                    <a:pt x="310" y="566"/>
                  </a:lnTo>
                  <a:lnTo>
                    <a:pt x="309" y="563"/>
                  </a:lnTo>
                  <a:lnTo>
                    <a:pt x="307" y="560"/>
                  </a:lnTo>
                  <a:lnTo>
                    <a:pt x="305" y="558"/>
                  </a:lnTo>
                  <a:lnTo>
                    <a:pt x="302" y="556"/>
                  </a:lnTo>
                  <a:lnTo>
                    <a:pt x="299" y="553"/>
                  </a:lnTo>
                  <a:lnTo>
                    <a:pt x="298" y="550"/>
                  </a:lnTo>
                  <a:lnTo>
                    <a:pt x="299" y="547"/>
                  </a:lnTo>
                  <a:lnTo>
                    <a:pt x="300" y="544"/>
                  </a:lnTo>
                  <a:lnTo>
                    <a:pt x="298" y="541"/>
                  </a:lnTo>
                  <a:lnTo>
                    <a:pt x="296" y="537"/>
                  </a:lnTo>
                  <a:lnTo>
                    <a:pt x="294" y="533"/>
                  </a:lnTo>
                  <a:lnTo>
                    <a:pt x="296" y="530"/>
                  </a:lnTo>
                  <a:lnTo>
                    <a:pt x="301" y="529"/>
                  </a:lnTo>
                  <a:lnTo>
                    <a:pt x="307" y="529"/>
                  </a:lnTo>
                  <a:lnTo>
                    <a:pt x="310" y="528"/>
                  </a:lnTo>
                  <a:lnTo>
                    <a:pt x="312" y="526"/>
                  </a:lnTo>
                  <a:lnTo>
                    <a:pt x="314" y="523"/>
                  </a:lnTo>
                  <a:lnTo>
                    <a:pt x="315" y="520"/>
                  </a:lnTo>
                  <a:lnTo>
                    <a:pt x="318" y="518"/>
                  </a:lnTo>
                  <a:lnTo>
                    <a:pt x="321" y="515"/>
                  </a:lnTo>
                  <a:lnTo>
                    <a:pt x="324" y="512"/>
                  </a:lnTo>
                  <a:lnTo>
                    <a:pt x="327" y="509"/>
                  </a:lnTo>
                  <a:lnTo>
                    <a:pt x="331" y="509"/>
                  </a:lnTo>
                  <a:lnTo>
                    <a:pt x="335" y="511"/>
                  </a:lnTo>
                  <a:lnTo>
                    <a:pt x="339" y="514"/>
                  </a:lnTo>
                  <a:lnTo>
                    <a:pt x="342" y="516"/>
                  </a:lnTo>
                  <a:lnTo>
                    <a:pt x="346" y="515"/>
                  </a:lnTo>
                  <a:lnTo>
                    <a:pt x="349" y="514"/>
                  </a:lnTo>
                  <a:lnTo>
                    <a:pt x="353" y="515"/>
                  </a:lnTo>
                  <a:lnTo>
                    <a:pt x="355" y="517"/>
                  </a:lnTo>
                  <a:lnTo>
                    <a:pt x="356" y="521"/>
                  </a:lnTo>
                  <a:lnTo>
                    <a:pt x="358" y="524"/>
                  </a:lnTo>
                  <a:lnTo>
                    <a:pt x="360" y="525"/>
                  </a:lnTo>
                  <a:lnTo>
                    <a:pt x="364" y="525"/>
                  </a:lnTo>
                  <a:lnTo>
                    <a:pt x="368" y="526"/>
                  </a:lnTo>
                  <a:lnTo>
                    <a:pt x="370" y="528"/>
                  </a:lnTo>
                  <a:lnTo>
                    <a:pt x="372" y="531"/>
                  </a:lnTo>
                  <a:lnTo>
                    <a:pt x="373" y="534"/>
                  </a:lnTo>
                  <a:lnTo>
                    <a:pt x="374" y="537"/>
                  </a:lnTo>
                  <a:lnTo>
                    <a:pt x="373" y="540"/>
                  </a:lnTo>
                  <a:lnTo>
                    <a:pt x="371" y="544"/>
                  </a:lnTo>
                  <a:close/>
                </a:path>
              </a:pathLst>
            </a:custGeom>
            <a:solidFill>
              <a:srgbClr val="0072B2">
                <a:alpha val="36000"/>
              </a:srgbClr>
            </a:solidFill>
            <a:ln>
              <a:noFill/>
            </a:ln>
          </p:spPr>
          <p:txBody>
            <a:bodyPr anchor="ctr"/>
            <a:lstStyle/>
            <a:p>
              <a:pPr algn="ctr">
                <a:buNone/>
              </a:pPr>
            </a:p>
          </p:txBody>
        </p:sp>
        <p:sp>
          <p:nvSpPr>
            <p:cNvPr id="7630" name="addition:spatial:119">
              <a:extLst>
                <a:ext uri="{FF2B5EF4-FFF2-40B4-BE49-F238E27FC236}">
                  <ns2:creationId id="{0E8A4EAD-69D5-41B6-A292-34FC208BF2B4}"/>
                </a:ext>
              </a:extLst>
            </p:cNvPr>
            <p:cNvSpPr>
              <a:spLocks noGrp="1"/>
            </p:cNvSpPr>
            <p:nvPr/>
          </p:nvSpPr>
          <p:spPr>
            <a:xfrm>
              <a:off x="5648325" y="1666875"/>
              <a:ext cx="548914" cy="1113099"/>
            </a:xfrm>
            <a:custGeom>
              <a:rect l="l" t="t" r="r" b="b"/>
              <a:pathLst>
                <a:path w="414" h="658">
                  <a:moveTo>
                    <a:pt x="0" y="0"/>
                  </a:moveTo>
                  <a:moveTo>
                    <a:pt x="405" y="607"/>
                  </a:moveTo>
                  <a:lnTo>
                    <a:pt x="411" y="611"/>
                  </a:lnTo>
                  <a:lnTo>
                    <a:pt x="414" y="616"/>
                  </a:lnTo>
                  <a:lnTo>
                    <a:pt x="414" y="620"/>
                  </a:lnTo>
                  <a:lnTo>
                    <a:pt x="413" y="624"/>
                  </a:lnTo>
                  <a:lnTo>
                    <a:pt x="412" y="628"/>
                  </a:lnTo>
                  <a:lnTo>
                    <a:pt x="410" y="632"/>
                  </a:lnTo>
                  <a:lnTo>
                    <a:pt x="406" y="634"/>
                  </a:lnTo>
                  <a:lnTo>
                    <a:pt x="401" y="635"/>
                  </a:lnTo>
                  <a:lnTo>
                    <a:pt x="397" y="636"/>
                  </a:lnTo>
                  <a:lnTo>
                    <a:pt x="393" y="638"/>
                  </a:lnTo>
                  <a:lnTo>
                    <a:pt x="392" y="642"/>
                  </a:lnTo>
                  <a:lnTo>
                    <a:pt x="390" y="646"/>
                  </a:lnTo>
                  <a:lnTo>
                    <a:pt x="387" y="649"/>
                  </a:lnTo>
                  <a:lnTo>
                    <a:pt x="382" y="649"/>
                  </a:lnTo>
                  <a:lnTo>
                    <a:pt x="377" y="647"/>
                  </a:lnTo>
                  <a:lnTo>
                    <a:pt x="373" y="648"/>
                  </a:lnTo>
                  <a:lnTo>
                    <a:pt x="368" y="651"/>
                  </a:lnTo>
                  <a:lnTo>
                    <a:pt x="363" y="655"/>
                  </a:lnTo>
                  <a:lnTo>
                    <a:pt x="358" y="658"/>
                  </a:lnTo>
                  <a:lnTo>
                    <a:pt x="352" y="656"/>
                  </a:lnTo>
                  <a:lnTo>
                    <a:pt x="348" y="653"/>
                  </a:lnTo>
                  <a:lnTo>
                    <a:pt x="344" y="649"/>
                  </a:lnTo>
                  <a:lnTo>
                    <a:pt x="340" y="645"/>
                  </a:lnTo>
                  <a:lnTo>
                    <a:pt x="337" y="642"/>
                  </a:lnTo>
                  <a:lnTo>
                    <a:pt x="335" y="638"/>
                  </a:lnTo>
                  <a:lnTo>
                    <a:pt x="333" y="634"/>
                  </a:lnTo>
                  <a:lnTo>
                    <a:pt x="330" y="632"/>
                  </a:lnTo>
                  <a:lnTo>
                    <a:pt x="325" y="631"/>
                  </a:lnTo>
                  <a:lnTo>
                    <a:pt x="317" y="631"/>
                  </a:lnTo>
                  <a:lnTo>
                    <a:pt x="311" y="629"/>
                  </a:lnTo>
                  <a:lnTo>
                    <a:pt x="310" y="625"/>
                  </a:lnTo>
                  <a:lnTo>
                    <a:pt x="311" y="620"/>
                  </a:lnTo>
                  <a:lnTo>
                    <a:pt x="314" y="615"/>
                  </a:lnTo>
                  <a:lnTo>
                    <a:pt x="315" y="611"/>
                  </a:lnTo>
                  <a:lnTo>
                    <a:pt x="314" y="607"/>
                  </a:lnTo>
                  <a:lnTo>
                    <a:pt x="313" y="603"/>
                  </a:lnTo>
                  <a:lnTo>
                    <a:pt x="315" y="598"/>
                  </a:lnTo>
                  <a:lnTo>
                    <a:pt x="319" y="595"/>
                  </a:lnTo>
                  <a:lnTo>
                    <a:pt x="323" y="592"/>
                  </a:lnTo>
                  <a:lnTo>
                    <a:pt x="326" y="589"/>
                  </a:lnTo>
                  <a:lnTo>
                    <a:pt x="328" y="585"/>
                  </a:lnTo>
                  <a:lnTo>
                    <a:pt x="330" y="582"/>
                  </a:lnTo>
                  <a:lnTo>
                    <a:pt x="333" y="579"/>
                  </a:lnTo>
                  <a:lnTo>
                    <a:pt x="336" y="576"/>
                  </a:lnTo>
                  <a:lnTo>
                    <a:pt x="338" y="571"/>
                  </a:lnTo>
                  <a:lnTo>
                    <a:pt x="339" y="565"/>
                  </a:lnTo>
                  <a:lnTo>
                    <a:pt x="341" y="560"/>
                  </a:lnTo>
                  <a:lnTo>
                    <a:pt x="346" y="558"/>
                  </a:lnTo>
                  <a:lnTo>
                    <a:pt x="351" y="560"/>
                  </a:lnTo>
                  <a:lnTo>
                    <a:pt x="357" y="565"/>
                  </a:lnTo>
                  <a:lnTo>
                    <a:pt x="361" y="568"/>
                  </a:lnTo>
                  <a:lnTo>
                    <a:pt x="364" y="568"/>
                  </a:lnTo>
                  <a:lnTo>
                    <a:pt x="368" y="566"/>
                  </a:lnTo>
                  <a:lnTo>
                    <a:pt x="371" y="564"/>
                  </a:lnTo>
                  <a:lnTo>
                    <a:pt x="375" y="564"/>
                  </a:lnTo>
                  <a:lnTo>
                    <a:pt x="378" y="565"/>
                  </a:lnTo>
                  <a:lnTo>
                    <a:pt x="381" y="566"/>
                  </a:lnTo>
                  <a:lnTo>
                    <a:pt x="385" y="566"/>
                  </a:lnTo>
                  <a:lnTo>
                    <a:pt x="390" y="567"/>
                  </a:lnTo>
                  <a:lnTo>
                    <a:pt x="393" y="569"/>
                  </a:lnTo>
                  <a:lnTo>
                    <a:pt x="394" y="573"/>
                  </a:lnTo>
                  <a:lnTo>
                    <a:pt x="396" y="577"/>
                  </a:lnTo>
                  <a:lnTo>
                    <a:pt x="400" y="580"/>
                  </a:lnTo>
                  <a:lnTo>
                    <a:pt x="404" y="582"/>
                  </a:lnTo>
                  <a:lnTo>
                    <a:pt x="406" y="586"/>
                  </a:lnTo>
                  <a:lnTo>
                    <a:pt x="405" y="591"/>
                  </a:lnTo>
                  <a:lnTo>
                    <a:pt x="402" y="596"/>
                  </a:lnTo>
                  <a:lnTo>
                    <a:pt x="399" y="600"/>
                  </a:lnTo>
                  <a:lnTo>
                    <a:pt x="400" y="603"/>
                  </a:lnTo>
                  <a:close/>
                </a:path>
              </a:pathLst>
            </a:custGeom>
            <a:solidFill>
              <a:srgbClr val="0072B2">
                <a:alpha val="36000"/>
              </a:srgbClr>
            </a:solidFill>
            <a:ln>
              <a:noFill/>
            </a:ln>
          </p:spPr>
          <p:txBody>
            <a:bodyPr anchor="ctr"/>
            <a:lstStyle/>
            <a:p>
              <a:pPr algn="ctr">
                <a:buNone/>
              </a:pPr>
            </a:p>
          </p:txBody>
        </p:sp>
        <p:sp>
          <p:nvSpPr>
            <p:cNvPr id="7631" name="addition:spatial:120">
              <a:extLst>
                <a:ext uri="{FF2B5EF4-FFF2-40B4-BE49-F238E27FC236}">
                  <ns2:creationId id="{58B769EA-8075-4A73-AB0D-148D7214094D}"/>
                </a:ext>
              </a:extLst>
            </p:cNvPr>
            <p:cNvSpPr>
              <a:spLocks noGrp="1"/>
            </p:cNvSpPr>
            <p:nvPr/>
          </p:nvSpPr>
          <p:spPr>
            <a:xfrm>
              <a:off x="5648325" y="1666875"/>
              <a:ext cx="458754" cy="1136782"/>
            </a:xfrm>
            <a:custGeom>
              <a:rect l="l" t="t" r="r" b="b"/>
              <a:pathLst>
                <a:path w="346" h="672">
                  <a:moveTo>
                    <a:pt x="0" y="0"/>
                  </a:moveTo>
                  <a:moveTo>
                    <a:pt x="341" y="633"/>
                  </a:moveTo>
                  <a:lnTo>
                    <a:pt x="339" y="636"/>
                  </a:lnTo>
                  <a:lnTo>
                    <a:pt x="335" y="639"/>
                  </a:lnTo>
                  <a:lnTo>
                    <a:pt x="331" y="641"/>
                  </a:lnTo>
                  <a:lnTo>
                    <a:pt x="329" y="644"/>
                  </a:lnTo>
                  <a:lnTo>
                    <a:pt x="328" y="647"/>
                  </a:lnTo>
                  <a:lnTo>
                    <a:pt x="330" y="652"/>
                  </a:lnTo>
                  <a:lnTo>
                    <a:pt x="331" y="657"/>
                  </a:lnTo>
                  <a:lnTo>
                    <a:pt x="329" y="660"/>
                  </a:lnTo>
                  <a:lnTo>
                    <a:pt x="324" y="662"/>
                  </a:lnTo>
                  <a:lnTo>
                    <a:pt x="320" y="662"/>
                  </a:lnTo>
                  <a:lnTo>
                    <a:pt x="316" y="664"/>
                  </a:lnTo>
                  <a:lnTo>
                    <a:pt x="314" y="667"/>
                  </a:lnTo>
                  <a:lnTo>
                    <a:pt x="312" y="671"/>
                  </a:lnTo>
                  <a:lnTo>
                    <a:pt x="308" y="672"/>
                  </a:lnTo>
                  <a:lnTo>
                    <a:pt x="304" y="671"/>
                  </a:lnTo>
                  <a:lnTo>
                    <a:pt x="301" y="669"/>
                  </a:lnTo>
                  <a:lnTo>
                    <a:pt x="298" y="668"/>
                  </a:lnTo>
                  <a:lnTo>
                    <a:pt x="295" y="667"/>
                  </a:lnTo>
                  <a:lnTo>
                    <a:pt x="292" y="667"/>
                  </a:lnTo>
                  <a:lnTo>
                    <a:pt x="289" y="666"/>
                  </a:lnTo>
                  <a:lnTo>
                    <a:pt x="287" y="665"/>
                  </a:lnTo>
                  <a:lnTo>
                    <a:pt x="283" y="666"/>
                  </a:lnTo>
                  <a:lnTo>
                    <a:pt x="279" y="668"/>
                  </a:lnTo>
                  <a:lnTo>
                    <a:pt x="273" y="669"/>
                  </a:lnTo>
                  <a:lnTo>
                    <a:pt x="269" y="668"/>
                  </a:lnTo>
                  <a:lnTo>
                    <a:pt x="268" y="664"/>
                  </a:lnTo>
                  <a:lnTo>
                    <a:pt x="268" y="658"/>
                  </a:lnTo>
                  <a:lnTo>
                    <a:pt x="269" y="653"/>
                  </a:lnTo>
                  <a:lnTo>
                    <a:pt x="268" y="650"/>
                  </a:lnTo>
                  <a:lnTo>
                    <a:pt x="265" y="648"/>
                  </a:lnTo>
                  <a:lnTo>
                    <a:pt x="262" y="646"/>
                  </a:lnTo>
                  <a:lnTo>
                    <a:pt x="261" y="642"/>
                  </a:lnTo>
                  <a:lnTo>
                    <a:pt x="261" y="639"/>
                  </a:lnTo>
                  <a:lnTo>
                    <a:pt x="260" y="636"/>
                  </a:lnTo>
                  <a:lnTo>
                    <a:pt x="258" y="633"/>
                  </a:lnTo>
                  <a:lnTo>
                    <a:pt x="256" y="629"/>
                  </a:lnTo>
                  <a:lnTo>
                    <a:pt x="255" y="626"/>
                  </a:lnTo>
                  <a:lnTo>
                    <a:pt x="255" y="622"/>
                  </a:lnTo>
                  <a:lnTo>
                    <a:pt x="256" y="619"/>
                  </a:lnTo>
                  <a:lnTo>
                    <a:pt x="256" y="615"/>
                  </a:lnTo>
                  <a:lnTo>
                    <a:pt x="256" y="611"/>
                  </a:lnTo>
                  <a:lnTo>
                    <a:pt x="257" y="607"/>
                  </a:lnTo>
                  <a:lnTo>
                    <a:pt x="260" y="605"/>
                  </a:lnTo>
                  <a:lnTo>
                    <a:pt x="266" y="606"/>
                  </a:lnTo>
                  <a:lnTo>
                    <a:pt x="272" y="607"/>
                  </a:lnTo>
                  <a:lnTo>
                    <a:pt x="276" y="607"/>
                  </a:lnTo>
                  <a:lnTo>
                    <a:pt x="277" y="604"/>
                  </a:lnTo>
                  <a:lnTo>
                    <a:pt x="279" y="599"/>
                  </a:lnTo>
                  <a:lnTo>
                    <a:pt x="281" y="595"/>
                  </a:lnTo>
                  <a:lnTo>
                    <a:pt x="285" y="593"/>
                  </a:lnTo>
                  <a:lnTo>
                    <a:pt x="289" y="592"/>
                  </a:lnTo>
                  <a:lnTo>
                    <a:pt x="294" y="592"/>
                  </a:lnTo>
                  <a:lnTo>
                    <a:pt x="298" y="591"/>
                  </a:lnTo>
                  <a:lnTo>
                    <a:pt x="303" y="592"/>
                  </a:lnTo>
                  <a:lnTo>
                    <a:pt x="307" y="594"/>
                  </a:lnTo>
                  <a:lnTo>
                    <a:pt x="311" y="598"/>
                  </a:lnTo>
                  <a:lnTo>
                    <a:pt x="314" y="600"/>
                  </a:lnTo>
                  <a:lnTo>
                    <a:pt x="318" y="601"/>
                  </a:lnTo>
                  <a:lnTo>
                    <a:pt x="323" y="601"/>
                  </a:lnTo>
                  <a:lnTo>
                    <a:pt x="326" y="602"/>
                  </a:lnTo>
                  <a:lnTo>
                    <a:pt x="328" y="606"/>
                  </a:lnTo>
                  <a:lnTo>
                    <a:pt x="328" y="610"/>
                  </a:lnTo>
                  <a:lnTo>
                    <a:pt x="330" y="613"/>
                  </a:lnTo>
                  <a:lnTo>
                    <a:pt x="333" y="615"/>
                  </a:lnTo>
                  <a:lnTo>
                    <a:pt x="339" y="616"/>
                  </a:lnTo>
                  <a:lnTo>
                    <a:pt x="344" y="618"/>
                  </a:lnTo>
                  <a:lnTo>
                    <a:pt x="346" y="621"/>
                  </a:lnTo>
                  <a:lnTo>
                    <a:pt x="345" y="625"/>
                  </a:lnTo>
                  <a:lnTo>
                    <a:pt x="343" y="629"/>
                  </a:lnTo>
                  <a:close/>
                </a:path>
              </a:pathLst>
            </a:custGeom>
            <a:solidFill>
              <a:srgbClr val="0072B2">
                <a:alpha val="36000"/>
              </a:srgbClr>
            </a:solidFill>
            <a:ln>
              <a:noFill/>
            </a:ln>
          </p:spPr>
          <p:txBody>
            <a:bodyPr anchor="ctr"/>
            <a:lstStyle/>
            <a:p>
              <a:pPr algn="ctr">
                <a:buNone/>
              </a:pPr>
            </a:p>
          </p:txBody>
        </p:sp>
        <p:sp>
          <p:nvSpPr>
            <p:cNvPr id="7632" name="addition:spatial:121">
              <a:extLst>
                <a:ext uri="{FF2B5EF4-FFF2-40B4-BE49-F238E27FC236}">
                  <ns2:creationId id="{E70BC3DF-C681-4BD4-AF35-FA424FA712A1}"/>
                </a:ext>
              </a:extLst>
            </p:cNvPr>
            <p:cNvSpPr>
              <a:spLocks noGrp="1"/>
            </p:cNvSpPr>
            <p:nvPr/>
          </p:nvSpPr>
          <p:spPr>
            <a:xfrm>
              <a:off x="5648325" y="1666875"/>
              <a:ext cx="412349" cy="1021751"/>
            </a:xfrm>
            <a:custGeom>
              <a:rect l="l" t="t" r="r" b="b"/>
              <a:pathLst>
                <a:path w="311" h="604">
                  <a:moveTo>
                    <a:pt x="0" y="0"/>
                  </a:moveTo>
                  <a:moveTo>
                    <a:pt x="303" y="565"/>
                  </a:moveTo>
                  <a:lnTo>
                    <a:pt x="307" y="568"/>
                  </a:lnTo>
                  <a:lnTo>
                    <a:pt x="310" y="571"/>
                  </a:lnTo>
                  <a:lnTo>
                    <a:pt x="311" y="575"/>
                  </a:lnTo>
                  <a:lnTo>
                    <a:pt x="309" y="578"/>
                  </a:lnTo>
                  <a:lnTo>
                    <a:pt x="307" y="580"/>
                  </a:lnTo>
                  <a:lnTo>
                    <a:pt x="305" y="582"/>
                  </a:lnTo>
                  <a:lnTo>
                    <a:pt x="304" y="585"/>
                  </a:lnTo>
                  <a:lnTo>
                    <a:pt x="303" y="588"/>
                  </a:lnTo>
                  <a:lnTo>
                    <a:pt x="301" y="590"/>
                  </a:lnTo>
                  <a:lnTo>
                    <a:pt x="299" y="591"/>
                  </a:lnTo>
                  <a:lnTo>
                    <a:pt x="296" y="591"/>
                  </a:lnTo>
                  <a:lnTo>
                    <a:pt x="293" y="593"/>
                  </a:lnTo>
                  <a:lnTo>
                    <a:pt x="291" y="594"/>
                  </a:lnTo>
                  <a:lnTo>
                    <a:pt x="289" y="595"/>
                  </a:lnTo>
                  <a:lnTo>
                    <a:pt x="286" y="596"/>
                  </a:lnTo>
                  <a:lnTo>
                    <a:pt x="283" y="595"/>
                  </a:lnTo>
                  <a:lnTo>
                    <a:pt x="280" y="597"/>
                  </a:lnTo>
                  <a:lnTo>
                    <a:pt x="277" y="600"/>
                  </a:lnTo>
                  <a:lnTo>
                    <a:pt x="273" y="604"/>
                  </a:lnTo>
                  <a:lnTo>
                    <a:pt x="269" y="604"/>
                  </a:lnTo>
                  <a:lnTo>
                    <a:pt x="266" y="602"/>
                  </a:lnTo>
                  <a:lnTo>
                    <a:pt x="264" y="597"/>
                  </a:lnTo>
                  <a:lnTo>
                    <a:pt x="262" y="592"/>
                  </a:lnTo>
                  <a:lnTo>
                    <a:pt x="260" y="590"/>
                  </a:lnTo>
                  <a:lnTo>
                    <a:pt x="257" y="589"/>
                  </a:lnTo>
                  <a:lnTo>
                    <a:pt x="254" y="588"/>
                  </a:lnTo>
                  <a:lnTo>
                    <a:pt x="251" y="586"/>
                  </a:lnTo>
                  <a:lnTo>
                    <a:pt x="249" y="584"/>
                  </a:lnTo>
                  <a:lnTo>
                    <a:pt x="247" y="582"/>
                  </a:lnTo>
                  <a:lnTo>
                    <a:pt x="244" y="580"/>
                  </a:lnTo>
                  <a:lnTo>
                    <a:pt x="241" y="577"/>
                  </a:lnTo>
                  <a:lnTo>
                    <a:pt x="240" y="574"/>
                  </a:lnTo>
                  <a:lnTo>
                    <a:pt x="241" y="571"/>
                  </a:lnTo>
                  <a:lnTo>
                    <a:pt x="242" y="568"/>
                  </a:lnTo>
                  <a:lnTo>
                    <a:pt x="241" y="565"/>
                  </a:lnTo>
                  <a:lnTo>
                    <a:pt x="240" y="561"/>
                  </a:lnTo>
                  <a:lnTo>
                    <a:pt x="240" y="558"/>
                  </a:lnTo>
                  <a:lnTo>
                    <a:pt x="242" y="555"/>
                  </a:lnTo>
                  <a:lnTo>
                    <a:pt x="247" y="553"/>
                  </a:lnTo>
                  <a:lnTo>
                    <a:pt x="251" y="552"/>
                  </a:lnTo>
                  <a:lnTo>
                    <a:pt x="254" y="550"/>
                  </a:lnTo>
                  <a:lnTo>
                    <a:pt x="254" y="547"/>
                  </a:lnTo>
                  <a:lnTo>
                    <a:pt x="254" y="543"/>
                  </a:lnTo>
                  <a:lnTo>
                    <a:pt x="255" y="539"/>
                  </a:lnTo>
                  <a:lnTo>
                    <a:pt x="257" y="536"/>
                  </a:lnTo>
                  <a:lnTo>
                    <a:pt x="259" y="534"/>
                  </a:lnTo>
                  <a:lnTo>
                    <a:pt x="262" y="531"/>
                  </a:lnTo>
                  <a:lnTo>
                    <a:pt x="265" y="529"/>
                  </a:lnTo>
                  <a:lnTo>
                    <a:pt x="268" y="529"/>
                  </a:lnTo>
                  <a:lnTo>
                    <a:pt x="272" y="531"/>
                  </a:lnTo>
                  <a:lnTo>
                    <a:pt x="275" y="534"/>
                  </a:lnTo>
                  <a:lnTo>
                    <a:pt x="277" y="535"/>
                  </a:lnTo>
                  <a:lnTo>
                    <a:pt x="280" y="534"/>
                  </a:lnTo>
                  <a:lnTo>
                    <a:pt x="282" y="531"/>
                  </a:lnTo>
                  <a:lnTo>
                    <a:pt x="285" y="531"/>
                  </a:lnTo>
                  <a:lnTo>
                    <a:pt x="287" y="532"/>
                  </a:lnTo>
                  <a:lnTo>
                    <a:pt x="289" y="535"/>
                  </a:lnTo>
                  <a:lnTo>
                    <a:pt x="290" y="537"/>
                  </a:lnTo>
                  <a:lnTo>
                    <a:pt x="293" y="537"/>
                  </a:lnTo>
                  <a:lnTo>
                    <a:pt x="297" y="537"/>
                  </a:lnTo>
                  <a:lnTo>
                    <a:pt x="300" y="537"/>
                  </a:lnTo>
                  <a:lnTo>
                    <a:pt x="302" y="539"/>
                  </a:lnTo>
                  <a:lnTo>
                    <a:pt x="303" y="543"/>
                  </a:lnTo>
                  <a:lnTo>
                    <a:pt x="304" y="546"/>
                  </a:lnTo>
                  <a:lnTo>
                    <a:pt x="304" y="549"/>
                  </a:lnTo>
                  <a:lnTo>
                    <a:pt x="304" y="553"/>
                  </a:lnTo>
                  <a:lnTo>
                    <a:pt x="303" y="556"/>
                  </a:lnTo>
                  <a:lnTo>
                    <a:pt x="301" y="559"/>
                  </a:lnTo>
                  <a:lnTo>
                    <a:pt x="301" y="562"/>
                  </a:lnTo>
                  <a:close/>
                </a:path>
              </a:pathLst>
            </a:custGeom>
            <a:solidFill>
              <a:srgbClr val="0F7AB7">
                <a:alpha val="32000"/>
              </a:srgbClr>
            </a:solidFill>
            <a:ln>
              <a:noFill/>
            </a:ln>
          </p:spPr>
          <p:txBody>
            <a:bodyPr anchor="ctr"/>
            <a:lstStyle/>
            <a:p>
              <a:pPr algn="ctr">
                <a:buNone/>
              </a:pPr>
            </a:p>
          </p:txBody>
        </p:sp>
        <p:sp>
          <p:nvSpPr>
            <p:cNvPr id="7633" name="addition:spatial:122">
              <a:extLst>
                <a:ext uri="{FF2B5EF4-FFF2-40B4-BE49-F238E27FC236}">
                  <ns2:creationId id="{C2EF0486-1518-4CA1-AAAA-5E098680028C}"/>
                </a:ext>
              </a:extLst>
            </p:cNvPr>
            <p:cNvSpPr>
              <a:spLocks noGrp="1"/>
            </p:cNvSpPr>
            <p:nvPr/>
          </p:nvSpPr>
          <p:spPr>
            <a:xfrm>
              <a:off x="5648325" y="1666875"/>
              <a:ext cx="518419" cy="1094491"/>
            </a:xfrm>
            <a:custGeom>
              <a:rect l="l" t="t" r="r" b="b"/>
              <a:pathLst>
                <a:path w="391" h="647">
                  <a:moveTo>
                    <a:pt x="0" y="0"/>
                  </a:moveTo>
                  <a:moveTo>
                    <a:pt x="391" y="615"/>
                  </a:moveTo>
                  <a:lnTo>
                    <a:pt x="391" y="618"/>
                  </a:lnTo>
                  <a:lnTo>
                    <a:pt x="387" y="621"/>
                  </a:lnTo>
                  <a:lnTo>
                    <a:pt x="382" y="622"/>
                  </a:lnTo>
                  <a:lnTo>
                    <a:pt x="378" y="624"/>
                  </a:lnTo>
                  <a:lnTo>
                    <a:pt x="377" y="626"/>
                  </a:lnTo>
                  <a:lnTo>
                    <a:pt x="377" y="629"/>
                  </a:lnTo>
                  <a:lnTo>
                    <a:pt x="376" y="632"/>
                  </a:lnTo>
                  <a:lnTo>
                    <a:pt x="375" y="635"/>
                  </a:lnTo>
                  <a:lnTo>
                    <a:pt x="372" y="636"/>
                  </a:lnTo>
                  <a:lnTo>
                    <a:pt x="370" y="638"/>
                  </a:lnTo>
                  <a:lnTo>
                    <a:pt x="367" y="641"/>
                  </a:lnTo>
                  <a:lnTo>
                    <a:pt x="365" y="643"/>
                  </a:lnTo>
                  <a:lnTo>
                    <a:pt x="362" y="644"/>
                  </a:lnTo>
                  <a:lnTo>
                    <a:pt x="359" y="644"/>
                  </a:lnTo>
                  <a:lnTo>
                    <a:pt x="355" y="644"/>
                  </a:lnTo>
                  <a:lnTo>
                    <a:pt x="352" y="645"/>
                  </a:lnTo>
                  <a:lnTo>
                    <a:pt x="349" y="647"/>
                  </a:lnTo>
                  <a:lnTo>
                    <a:pt x="346" y="647"/>
                  </a:lnTo>
                  <a:lnTo>
                    <a:pt x="344" y="645"/>
                  </a:lnTo>
                  <a:lnTo>
                    <a:pt x="342" y="641"/>
                  </a:lnTo>
                  <a:lnTo>
                    <a:pt x="340" y="638"/>
                  </a:lnTo>
                  <a:lnTo>
                    <a:pt x="339" y="638"/>
                  </a:lnTo>
                  <a:lnTo>
                    <a:pt x="335" y="639"/>
                  </a:lnTo>
                  <a:lnTo>
                    <a:pt x="331" y="641"/>
                  </a:lnTo>
                  <a:lnTo>
                    <a:pt x="328" y="641"/>
                  </a:lnTo>
                  <a:lnTo>
                    <a:pt x="326" y="639"/>
                  </a:lnTo>
                  <a:lnTo>
                    <a:pt x="324" y="637"/>
                  </a:lnTo>
                  <a:lnTo>
                    <a:pt x="323" y="634"/>
                  </a:lnTo>
                  <a:lnTo>
                    <a:pt x="322" y="631"/>
                  </a:lnTo>
                  <a:lnTo>
                    <a:pt x="322" y="628"/>
                  </a:lnTo>
                  <a:lnTo>
                    <a:pt x="323" y="625"/>
                  </a:lnTo>
                  <a:lnTo>
                    <a:pt x="325" y="622"/>
                  </a:lnTo>
                  <a:lnTo>
                    <a:pt x="325" y="620"/>
                  </a:lnTo>
                  <a:lnTo>
                    <a:pt x="323" y="617"/>
                  </a:lnTo>
                  <a:lnTo>
                    <a:pt x="320" y="615"/>
                  </a:lnTo>
                  <a:lnTo>
                    <a:pt x="319" y="612"/>
                  </a:lnTo>
                  <a:lnTo>
                    <a:pt x="321" y="610"/>
                  </a:lnTo>
                  <a:lnTo>
                    <a:pt x="323" y="607"/>
                  </a:lnTo>
                  <a:lnTo>
                    <a:pt x="324" y="605"/>
                  </a:lnTo>
                  <a:lnTo>
                    <a:pt x="323" y="602"/>
                  </a:lnTo>
                  <a:lnTo>
                    <a:pt x="321" y="598"/>
                  </a:lnTo>
                  <a:lnTo>
                    <a:pt x="320" y="595"/>
                  </a:lnTo>
                  <a:lnTo>
                    <a:pt x="322" y="593"/>
                  </a:lnTo>
                  <a:lnTo>
                    <a:pt x="326" y="592"/>
                  </a:lnTo>
                  <a:lnTo>
                    <a:pt x="329" y="592"/>
                  </a:lnTo>
                  <a:lnTo>
                    <a:pt x="332" y="591"/>
                  </a:lnTo>
                  <a:lnTo>
                    <a:pt x="334" y="590"/>
                  </a:lnTo>
                  <a:lnTo>
                    <a:pt x="337" y="590"/>
                  </a:lnTo>
                  <a:lnTo>
                    <a:pt x="339" y="590"/>
                  </a:lnTo>
                  <a:lnTo>
                    <a:pt x="342" y="590"/>
                  </a:lnTo>
                  <a:lnTo>
                    <a:pt x="344" y="587"/>
                  </a:lnTo>
                  <a:lnTo>
                    <a:pt x="346" y="583"/>
                  </a:lnTo>
                  <a:lnTo>
                    <a:pt x="350" y="581"/>
                  </a:lnTo>
                  <a:lnTo>
                    <a:pt x="353" y="581"/>
                  </a:lnTo>
                  <a:lnTo>
                    <a:pt x="356" y="584"/>
                  </a:lnTo>
                  <a:lnTo>
                    <a:pt x="359" y="587"/>
                  </a:lnTo>
                  <a:lnTo>
                    <a:pt x="361" y="588"/>
                  </a:lnTo>
                  <a:lnTo>
                    <a:pt x="365" y="589"/>
                  </a:lnTo>
                  <a:lnTo>
                    <a:pt x="369" y="589"/>
                  </a:lnTo>
                  <a:lnTo>
                    <a:pt x="371" y="591"/>
                  </a:lnTo>
                  <a:lnTo>
                    <a:pt x="373" y="594"/>
                  </a:lnTo>
                  <a:lnTo>
                    <a:pt x="374" y="597"/>
                  </a:lnTo>
                  <a:lnTo>
                    <a:pt x="376" y="599"/>
                  </a:lnTo>
                  <a:lnTo>
                    <a:pt x="378" y="601"/>
                  </a:lnTo>
                  <a:lnTo>
                    <a:pt x="380" y="603"/>
                  </a:lnTo>
                  <a:lnTo>
                    <a:pt x="382" y="605"/>
                  </a:lnTo>
                  <a:lnTo>
                    <a:pt x="384" y="607"/>
                  </a:lnTo>
                  <a:lnTo>
                    <a:pt x="386" y="609"/>
                  </a:lnTo>
                  <a:lnTo>
                    <a:pt x="389" y="612"/>
                  </a:lnTo>
                  <a:close/>
                </a:path>
              </a:pathLst>
            </a:custGeom>
            <a:solidFill>
              <a:srgbClr val="0F7AB7">
                <a:alpha val="32000"/>
              </a:srgbClr>
            </a:solidFill>
            <a:ln>
              <a:noFill/>
            </a:ln>
          </p:spPr>
          <p:txBody>
            <a:bodyPr anchor="ctr"/>
            <a:lstStyle/>
            <a:p>
              <a:pPr algn="ctr">
                <a:buNone/>
              </a:pPr>
            </a:p>
          </p:txBody>
        </p:sp>
        <p:sp>
          <p:nvSpPr>
            <p:cNvPr id="7634" name="addition:spatial:123">
              <a:extLst>
                <a:ext uri="{FF2B5EF4-FFF2-40B4-BE49-F238E27FC236}">
                  <ns2:creationId id="{D8434E82-0713-4453-BD96-7ADE79534A90}"/>
                </a:ext>
              </a:extLst>
            </p:cNvPr>
            <p:cNvSpPr>
              <a:spLocks noGrp="1"/>
            </p:cNvSpPr>
            <p:nvPr/>
          </p:nvSpPr>
          <p:spPr>
            <a:xfrm>
              <a:off x="5648325" y="1666875"/>
              <a:ext cx="582061" cy="1052200"/>
            </a:xfrm>
            <a:custGeom>
              <a:rect l="l" t="t" r="r" b="b"/>
              <a:pathLst>
                <a:path w="439" h="622">
                  <a:moveTo>
                    <a:pt x="0" y="0"/>
                  </a:moveTo>
                  <a:moveTo>
                    <a:pt x="439" y="594"/>
                  </a:moveTo>
                  <a:lnTo>
                    <a:pt x="439" y="597"/>
                  </a:lnTo>
                  <a:lnTo>
                    <a:pt x="437" y="599"/>
                  </a:lnTo>
                  <a:lnTo>
                    <a:pt x="434" y="601"/>
                  </a:lnTo>
                  <a:lnTo>
                    <a:pt x="432" y="603"/>
                  </a:lnTo>
                  <a:lnTo>
                    <a:pt x="431" y="605"/>
                  </a:lnTo>
                  <a:lnTo>
                    <a:pt x="430" y="607"/>
                  </a:lnTo>
                  <a:lnTo>
                    <a:pt x="429" y="609"/>
                  </a:lnTo>
                  <a:lnTo>
                    <a:pt x="428" y="611"/>
                  </a:lnTo>
                  <a:lnTo>
                    <a:pt x="428" y="614"/>
                  </a:lnTo>
                  <a:lnTo>
                    <a:pt x="427" y="617"/>
                  </a:lnTo>
                  <a:lnTo>
                    <a:pt x="426" y="621"/>
                  </a:lnTo>
                  <a:lnTo>
                    <a:pt x="424" y="622"/>
                  </a:lnTo>
                  <a:lnTo>
                    <a:pt x="422" y="622"/>
                  </a:lnTo>
                  <a:lnTo>
                    <a:pt x="419" y="619"/>
                  </a:lnTo>
                  <a:lnTo>
                    <a:pt x="416" y="617"/>
                  </a:lnTo>
                  <a:lnTo>
                    <a:pt x="415" y="618"/>
                  </a:lnTo>
                  <a:lnTo>
                    <a:pt x="413" y="619"/>
                  </a:lnTo>
                  <a:lnTo>
                    <a:pt x="412" y="621"/>
                  </a:lnTo>
                  <a:lnTo>
                    <a:pt x="410" y="621"/>
                  </a:lnTo>
                  <a:lnTo>
                    <a:pt x="408" y="619"/>
                  </a:lnTo>
                  <a:lnTo>
                    <a:pt x="407" y="619"/>
                  </a:lnTo>
                  <a:lnTo>
                    <a:pt x="405" y="618"/>
                  </a:lnTo>
                  <a:lnTo>
                    <a:pt x="403" y="619"/>
                  </a:lnTo>
                  <a:lnTo>
                    <a:pt x="401" y="618"/>
                  </a:lnTo>
                  <a:lnTo>
                    <a:pt x="400" y="616"/>
                  </a:lnTo>
                  <a:lnTo>
                    <a:pt x="398" y="614"/>
                  </a:lnTo>
                  <a:lnTo>
                    <a:pt x="397" y="613"/>
                  </a:lnTo>
                  <a:lnTo>
                    <a:pt x="395" y="611"/>
                  </a:lnTo>
                  <a:lnTo>
                    <a:pt x="393" y="609"/>
                  </a:lnTo>
                  <a:lnTo>
                    <a:pt x="394" y="606"/>
                  </a:lnTo>
                  <a:lnTo>
                    <a:pt x="395" y="603"/>
                  </a:lnTo>
                  <a:lnTo>
                    <a:pt x="397" y="600"/>
                  </a:lnTo>
                  <a:lnTo>
                    <a:pt x="396" y="598"/>
                  </a:lnTo>
                  <a:lnTo>
                    <a:pt x="394" y="596"/>
                  </a:lnTo>
                  <a:lnTo>
                    <a:pt x="391" y="594"/>
                  </a:lnTo>
                  <a:lnTo>
                    <a:pt x="389" y="592"/>
                  </a:lnTo>
                  <a:lnTo>
                    <a:pt x="388" y="589"/>
                  </a:lnTo>
                  <a:lnTo>
                    <a:pt x="389" y="587"/>
                  </a:lnTo>
                  <a:lnTo>
                    <a:pt x="390" y="584"/>
                  </a:lnTo>
                  <a:lnTo>
                    <a:pt x="390" y="582"/>
                  </a:lnTo>
                  <a:lnTo>
                    <a:pt x="391" y="580"/>
                  </a:lnTo>
                  <a:lnTo>
                    <a:pt x="393" y="578"/>
                  </a:lnTo>
                  <a:lnTo>
                    <a:pt x="395" y="578"/>
                  </a:lnTo>
                  <a:lnTo>
                    <a:pt x="397" y="577"/>
                  </a:lnTo>
                  <a:lnTo>
                    <a:pt x="398" y="575"/>
                  </a:lnTo>
                  <a:lnTo>
                    <a:pt x="399" y="572"/>
                  </a:lnTo>
                  <a:lnTo>
                    <a:pt x="400" y="571"/>
                  </a:lnTo>
                  <a:lnTo>
                    <a:pt x="403" y="571"/>
                  </a:lnTo>
                  <a:lnTo>
                    <a:pt x="405" y="571"/>
                  </a:lnTo>
                  <a:lnTo>
                    <a:pt x="407" y="571"/>
                  </a:lnTo>
                  <a:lnTo>
                    <a:pt x="409" y="569"/>
                  </a:lnTo>
                  <a:lnTo>
                    <a:pt x="411" y="566"/>
                  </a:lnTo>
                  <a:lnTo>
                    <a:pt x="414" y="563"/>
                  </a:lnTo>
                  <a:lnTo>
                    <a:pt x="417" y="563"/>
                  </a:lnTo>
                  <a:lnTo>
                    <a:pt x="419" y="566"/>
                  </a:lnTo>
                  <a:lnTo>
                    <a:pt x="421" y="568"/>
                  </a:lnTo>
                  <a:lnTo>
                    <a:pt x="423" y="570"/>
                  </a:lnTo>
                  <a:lnTo>
                    <a:pt x="425" y="572"/>
                  </a:lnTo>
                  <a:lnTo>
                    <a:pt x="426" y="574"/>
                  </a:lnTo>
                  <a:lnTo>
                    <a:pt x="427" y="576"/>
                  </a:lnTo>
                  <a:lnTo>
                    <a:pt x="429" y="578"/>
                  </a:lnTo>
                  <a:lnTo>
                    <a:pt x="431" y="578"/>
                  </a:lnTo>
                  <a:lnTo>
                    <a:pt x="434" y="578"/>
                  </a:lnTo>
                  <a:lnTo>
                    <a:pt x="437" y="579"/>
                  </a:lnTo>
                  <a:lnTo>
                    <a:pt x="438" y="581"/>
                  </a:lnTo>
                  <a:lnTo>
                    <a:pt x="438" y="584"/>
                  </a:lnTo>
                  <a:lnTo>
                    <a:pt x="437" y="587"/>
                  </a:lnTo>
                  <a:lnTo>
                    <a:pt x="437" y="590"/>
                  </a:lnTo>
                  <a:lnTo>
                    <a:pt x="438" y="592"/>
                  </a:lnTo>
                  <a:close/>
                </a:path>
              </a:pathLst>
            </a:custGeom>
            <a:solidFill>
              <a:srgbClr val="59A3CD">
                <a:alpha val="24000"/>
              </a:srgbClr>
            </a:solidFill>
            <a:ln>
              <a:noFill/>
            </a:ln>
          </p:spPr>
          <p:txBody>
            <a:bodyPr anchor="ctr"/>
            <a:lstStyle/>
            <a:p>
              <a:pPr algn="ctr">
                <a:buNone/>
              </a:pPr>
            </a:p>
          </p:txBody>
        </p:sp>
        <p:sp>
          <p:nvSpPr>
            <p:cNvPr id="7635" name="addition:spatial:124">
              <a:extLst>
                <a:ext uri="{FF2B5EF4-FFF2-40B4-BE49-F238E27FC236}">
                  <ns2:creationId id="{4EA50210-DC3D-4ACE-B33E-087925ED6A68}"/>
                </a:ext>
              </a:extLst>
            </p:cNvPr>
            <p:cNvSpPr>
              <a:spLocks noGrp="1"/>
            </p:cNvSpPr>
            <p:nvPr/>
          </p:nvSpPr>
          <p:spPr>
            <a:xfrm>
              <a:off x="5648325" y="1666875"/>
              <a:ext cx="550240" cy="1177381"/>
            </a:xfrm>
            <a:custGeom>
              <a:rect l="l" t="t" r="r" b="b"/>
              <a:pathLst>
                <a:path w="415" h="696">
                  <a:moveTo>
                    <a:pt x="0" y="0"/>
                  </a:moveTo>
                  <a:moveTo>
                    <a:pt x="412" y="663"/>
                  </a:moveTo>
                  <a:lnTo>
                    <a:pt x="409" y="666"/>
                  </a:lnTo>
                  <a:lnTo>
                    <a:pt x="407" y="668"/>
                  </a:lnTo>
                  <a:lnTo>
                    <a:pt x="407" y="670"/>
                  </a:lnTo>
                  <a:lnTo>
                    <a:pt x="407" y="673"/>
                  </a:lnTo>
                  <a:lnTo>
                    <a:pt x="406" y="676"/>
                  </a:lnTo>
                  <a:lnTo>
                    <a:pt x="404" y="678"/>
                  </a:lnTo>
                  <a:lnTo>
                    <a:pt x="401" y="679"/>
                  </a:lnTo>
                  <a:lnTo>
                    <a:pt x="399" y="681"/>
                  </a:lnTo>
                  <a:lnTo>
                    <a:pt x="398" y="683"/>
                  </a:lnTo>
                  <a:lnTo>
                    <a:pt x="397" y="686"/>
                  </a:lnTo>
                  <a:lnTo>
                    <a:pt x="395" y="688"/>
                  </a:lnTo>
                  <a:lnTo>
                    <a:pt x="393" y="690"/>
                  </a:lnTo>
                  <a:lnTo>
                    <a:pt x="391" y="692"/>
                  </a:lnTo>
                  <a:lnTo>
                    <a:pt x="388" y="694"/>
                  </a:lnTo>
                  <a:lnTo>
                    <a:pt x="386" y="696"/>
                  </a:lnTo>
                  <a:lnTo>
                    <a:pt x="383" y="696"/>
                  </a:lnTo>
                  <a:lnTo>
                    <a:pt x="381" y="693"/>
                  </a:lnTo>
                  <a:lnTo>
                    <a:pt x="378" y="690"/>
                  </a:lnTo>
                  <a:lnTo>
                    <a:pt x="377" y="687"/>
                  </a:lnTo>
                  <a:lnTo>
                    <a:pt x="375" y="687"/>
                  </a:lnTo>
                  <a:lnTo>
                    <a:pt x="373" y="689"/>
                  </a:lnTo>
                  <a:lnTo>
                    <a:pt x="370" y="691"/>
                  </a:lnTo>
                  <a:lnTo>
                    <a:pt x="368" y="691"/>
                  </a:lnTo>
                  <a:lnTo>
                    <a:pt x="366" y="689"/>
                  </a:lnTo>
                  <a:lnTo>
                    <a:pt x="364" y="687"/>
                  </a:lnTo>
                  <a:lnTo>
                    <a:pt x="363" y="686"/>
                  </a:lnTo>
                  <a:lnTo>
                    <a:pt x="361" y="684"/>
                  </a:lnTo>
                  <a:lnTo>
                    <a:pt x="360" y="682"/>
                  </a:lnTo>
                  <a:lnTo>
                    <a:pt x="360" y="679"/>
                  </a:lnTo>
                  <a:lnTo>
                    <a:pt x="360" y="676"/>
                  </a:lnTo>
                  <a:lnTo>
                    <a:pt x="359" y="673"/>
                  </a:lnTo>
                  <a:lnTo>
                    <a:pt x="358" y="671"/>
                  </a:lnTo>
                  <a:lnTo>
                    <a:pt x="357" y="668"/>
                  </a:lnTo>
                  <a:lnTo>
                    <a:pt x="357" y="666"/>
                  </a:lnTo>
                  <a:lnTo>
                    <a:pt x="359" y="663"/>
                  </a:lnTo>
                  <a:lnTo>
                    <a:pt x="361" y="661"/>
                  </a:lnTo>
                  <a:lnTo>
                    <a:pt x="360" y="658"/>
                  </a:lnTo>
                  <a:lnTo>
                    <a:pt x="358" y="655"/>
                  </a:lnTo>
                  <a:lnTo>
                    <a:pt x="355" y="652"/>
                  </a:lnTo>
                  <a:lnTo>
                    <a:pt x="354" y="648"/>
                  </a:lnTo>
                  <a:lnTo>
                    <a:pt x="355" y="646"/>
                  </a:lnTo>
                  <a:lnTo>
                    <a:pt x="358" y="644"/>
                  </a:lnTo>
                  <a:lnTo>
                    <a:pt x="360" y="643"/>
                  </a:lnTo>
                  <a:lnTo>
                    <a:pt x="362" y="642"/>
                  </a:lnTo>
                  <a:lnTo>
                    <a:pt x="364" y="641"/>
                  </a:lnTo>
                  <a:lnTo>
                    <a:pt x="366" y="640"/>
                  </a:lnTo>
                  <a:lnTo>
                    <a:pt x="369" y="640"/>
                  </a:lnTo>
                  <a:lnTo>
                    <a:pt x="370" y="639"/>
                  </a:lnTo>
                  <a:lnTo>
                    <a:pt x="372" y="637"/>
                  </a:lnTo>
                  <a:lnTo>
                    <a:pt x="373" y="634"/>
                  </a:lnTo>
                  <a:lnTo>
                    <a:pt x="375" y="632"/>
                  </a:lnTo>
                  <a:lnTo>
                    <a:pt x="378" y="632"/>
                  </a:lnTo>
                  <a:lnTo>
                    <a:pt x="381" y="633"/>
                  </a:lnTo>
                  <a:lnTo>
                    <a:pt x="383" y="635"/>
                  </a:lnTo>
                  <a:lnTo>
                    <a:pt x="386" y="634"/>
                  </a:lnTo>
                  <a:lnTo>
                    <a:pt x="389" y="633"/>
                  </a:lnTo>
                  <a:lnTo>
                    <a:pt x="393" y="632"/>
                  </a:lnTo>
                  <a:lnTo>
                    <a:pt x="395" y="634"/>
                  </a:lnTo>
                  <a:lnTo>
                    <a:pt x="397" y="638"/>
                  </a:lnTo>
                  <a:lnTo>
                    <a:pt x="397" y="641"/>
                  </a:lnTo>
                  <a:lnTo>
                    <a:pt x="399" y="644"/>
                  </a:lnTo>
                  <a:lnTo>
                    <a:pt x="401" y="646"/>
                  </a:lnTo>
                  <a:lnTo>
                    <a:pt x="402" y="647"/>
                  </a:lnTo>
                  <a:lnTo>
                    <a:pt x="404" y="649"/>
                  </a:lnTo>
                  <a:lnTo>
                    <a:pt x="406" y="651"/>
                  </a:lnTo>
                  <a:lnTo>
                    <a:pt x="408" y="653"/>
                  </a:lnTo>
                  <a:lnTo>
                    <a:pt x="412" y="654"/>
                  </a:lnTo>
                  <a:lnTo>
                    <a:pt x="414" y="657"/>
                  </a:lnTo>
                  <a:lnTo>
                    <a:pt x="415" y="660"/>
                  </a:lnTo>
                  <a:close/>
                </a:path>
              </a:pathLst>
            </a:custGeom>
            <a:solidFill>
              <a:srgbClr val="59A3CD">
                <a:alpha val="24000"/>
              </a:srgbClr>
            </a:solidFill>
            <a:ln>
              <a:noFill/>
            </a:ln>
          </p:spPr>
          <p:txBody>
            <a:bodyPr anchor="ctr"/>
            <a:lstStyle/>
            <a:p>
              <a:pPr algn="ctr">
                <a:buNone/>
              </a:pPr>
            </a:p>
          </p:txBody>
        </p:sp>
        <p:sp>
          <p:nvSpPr>
            <p:cNvPr id="7636" name="addition:spatial:125">
              <a:extLst>
                <a:ext uri="{FF2B5EF4-FFF2-40B4-BE49-F238E27FC236}">
                  <ns2:creationId id="{E1143367-070E-4D0E-AFA0-D148AD7F97A6}"/>
                </a:ext>
              </a:extLst>
            </p:cNvPr>
            <p:cNvSpPr>
              <a:spLocks noGrp="1"/>
            </p:cNvSpPr>
            <p:nvPr/>
          </p:nvSpPr>
          <p:spPr>
            <a:xfrm>
              <a:off x="5648325" y="1666875"/>
              <a:ext cx="432237" cy="1207831"/>
            </a:xfrm>
            <a:custGeom>
              <a:rect l="l" t="t" r="r" b="b"/>
              <a:pathLst>
                <a:path w="326" h="714">
                  <a:moveTo>
                    <a:pt x="0" y="0"/>
                  </a:moveTo>
                  <a:moveTo>
                    <a:pt x="320" y="680"/>
                  </a:moveTo>
                  <a:lnTo>
                    <a:pt x="323" y="683"/>
                  </a:lnTo>
                  <a:lnTo>
                    <a:pt x="324" y="686"/>
                  </a:lnTo>
                  <a:lnTo>
                    <a:pt x="325" y="689"/>
                  </a:lnTo>
                  <a:lnTo>
                    <a:pt x="324" y="691"/>
                  </a:lnTo>
                  <a:lnTo>
                    <a:pt x="324" y="694"/>
                  </a:lnTo>
                  <a:lnTo>
                    <a:pt x="323" y="697"/>
                  </a:lnTo>
                  <a:lnTo>
                    <a:pt x="323" y="699"/>
                  </a:lnTo>
                  <a:lnTo>
                    <a:pt x="321" y="701"/>
                  </a:lnTo>
                  <a:lnTo>
                    <a:pt x="319" y="702"/>
                  </a:lnTo>
                  <a:lnTo>
                    <a:pt x="317" y="703"/>
                  </a:lnTo>
                  <a:lnTo>
                    <a:pt x="316" y="705"/>
                  </a:lnTo>
                  <a:lnTo>
                    <a:pt x="314" y="707"/>
                  </a:lnTo>
                  <a:lnTo>
                    <a:pt x="313" y="709"/>
                  </a:lnTo>
                  <a:lnTo>
                    <a:pt x="311" y="708"/>
                  </a:lnTo>
                  <a:lnTo>
                    <a:pt x="308" y="706"/>
                  </a:lnTo>
                  <a:lnTo>
                    <a:pt x="306" y="705"/>
                  </a:lnTo>
                  <a:lnTo>
                    <a:pt x="305" y="707"/>
                  </a:lnTo>
                  <a:lnTo>
                    <a:pt x="302" y="710"/>
                  </a:lnTo>
                  <a:lnTo>
                    <a:pt x="300" y="713"/>
                  </a:lnTo>
                  <a:lnTo>
                    <a:pt x="297" y="714"/>
                  </a:lnTo>
                  <a:lnTo>
                    <a:pt x="295" y="713"/>
                  </a:lnTo>
                  <a:lnTo>
                    <a:pt x="292" y="710"/>
                  </a:lnTo>
                  <a:lnTo>
                    <a:pt x="290" y="708"/>
                  </a:lnTo>
                  <a:lnTo>
                    <a:pt x="289" y="706"/>
                  </a:lnTo>
                  <a:lnTo>
                    <a:pt x="287" y="703"/>
                  </a:lnTo>
                  <a:lnTo>
                    <a:pt x="286" y="700"/>
                  </a:lnTo>
                  <a:lnTo>
                    <a:pt x="285" y="697"/>
                  </a:lnTo>
                  <a:lnTo>
                    <a:pt x="284" y="696"/>
                  </a:lnTo>
                  <a:lnTo>
                    <a:pt x="281" y="695"/>
                  </a:lnTo>
                  <a:lnTo>
                    <a:pt x="277" y="694"/>
                  </a:lnTo>
                  <a:lnTo>
                    <a:pt x="275" y="692"/>
                  </a:lnTo>
                  <a:lnTo>
                    <a:pt x="275" y="689"/>
                  </a:lnTo>
                  <a:lnTo>
                    <a:pt x="276" y="686"/>
                  </a:lnTo>
                  <a:lnTo>
                    <a:pt x="276" y="683"/>
                  </a:lnTo>
                  <a:lnTo>
                    <a:pt x="274" y="680"/>
                  </a:lnTo>
                  <a:lnTo>
                    <a:pt x="273" y="678"/>
                  </a:lnTo>
                  <a:lnTo>
                    <a:pt x="272" y="674"/>
                  </a:lnTo>
                  <a:lnTo>
                    <a:pt x="274" y="672"/>
                  </a:lnTo>
                  <a:lnTo>
                    <a:pt x="277" y="670"/>
                  </a:lnTo>
                  <a:lnTo>
                    <a:pt x="279" y="668"/>
                  </a:lnTo>
                  <a:lnTo>
                    <a:pt x="281" y="666"/>
                  </a:lnTo>
                  <a:lnTo>
                    <a:pt x="283" y="665"/>
                  </a:lnTo>
                  <a:lnTo>
                    <a:pt x="285" y="663"/>
                  </a:lnTo>
                  <a:lnTo>
                    <a:pt x="286" y="661"/>
                  </a:lnTo>
                  <a:lnTo>
                    <a:pt x="288" y="659"/>
                  </a:lnTo>
                  <a:lnTo>
                    <a:pt x="289" y="655"/>
                  </a:lnTo>
                  <a:lnTo>
                    <a:pt x="289" y="651"/>
                  </a:lnTo>
                  <a:lnTo>
                    <a:pt x="291" y="648"/>
                  </a:lnTo>
                  <a:lnTo>
                    <a:pt x="294" y="648"/>
                  </a:lnTo>
                  <a:lnTo>
                    <a:pt x="298" y="650"/>
                  </a:lnTo>
                  <a:lnTo>
                    <a:pt x="300" y="652"/>
                  </a:lnTo>
                  <a:lnTo>
                    <a:pt x="303" y="653"/>
                  </a:lnTo>
                  <a:lnTo>
                    <a:pt x="305" y="652"/>
                  </a:lnTo>
                  <a:lnTo>
                    <a:pt x="307" y="651"/>
                  </a:lnTo>
                  <a:lnTo>
                    <a:pt x="309" y="652"/>
                  </a:lnTo>
                  <a:lnTo>
                    <a:pt x="311" y="653"/>
                  </a:lnTo>
                  <a:lnTo>
                    <a:pt x="312" y="655"/>
                  </a:lnTo>
                  <a:lnTo>
                    <a:pt x="314" y="656"/>
                  </a:lnTo>
                  <a:lnTo>
                    <a:pt x="316" y="656"/>
                  </a:lnTo>
                  <a:lnTo>
                    <a:pt x="318" y="657"/>
                  </a:lnTo>
                  <a:lnTo>
                    <a:pt x="319" y="659"/>
                  </a:lnTo>
                  <a:lnTo>
                    <a:pt x="320" y="660"/>
                  </a:lnTo>
                  <a:lnTo>
                    <a:pt x="322" y="662"/>
                  </a:lnTo>
                  <a:lnTo>
                    <a:pt x="324" y="663"/>
                  </a:lnTo>
                  <a:lnTo>
                    <a:pt x="326" y="665"/>
                  </a:lnTo>
                  <a:lnTo>
                    <a:pt x="326" y="669"/>
                  </a:lnTo>
                  <a:lnTo>
                    <a:pt x="324" y="672"/>
                  </a:lnTo>
                  <a:lnTo>
                    <a:pt x="321" y="676"/>
                  </a:lnTo>
                  <a:lnTo>
                    <a:pt x="320" y="678"/>
                  </a:lnTo>
                  <a:close/>
                </a:path>
              </a:pathLst>
            </a:custGeom>
            <a:solidFill>
              <a:srgbClr val="59A3CD">
                <a:alpha val="24000"/>
              </a:srgbClr>
            </a:solidFill>
            <a:ln>
              <a:noFill/>
            </a:ln>
          </p:spPr>
          <p:txBody>
            <a:bodyPr anchor="ctr"/>
            <a:lstStyle/>
            <a:p>
              <a:pPr algn="ctr">
                <a:buNone/>
              </a:pPr>
            </a:p>
          </p:txBody>
        </p:sp>
        <p:sp>
          <p:nvSpPr>
            <p:cNvPr id="7637" name="addition:spatial:126">
              <a:extLst>
                <a:ext uri="{FF2B5EF4-FFF2-40B4-BE49-F238E27FC236}">
                  <ns2:creationId id="{B2C7AB47-B9D9-4322-A3B7-75922D5A1312}"/>
                </a:ext>
              </a:extLst>
            </p:cNvPr>
            <p:cNvSpPr>
              <a:spLocks noGrp="1"/>
            </p:cNvSpPr>
            <p:nvPr/>
          </p:nvSpPr>
          <p:spPr>
            <a:xfrm>
              <a:off x="5648325" y="1666875"/>
              <a:ext cx="346055" cy="1146932"/>
            </a:xfrm>
            <a:custGeom>
              <a:rect l="l" t="t" r="r" b="b"/>
              <a:pathLst>
                <a:path w="261" h="678">
                  <a:moveTo>
                    <a:pt x="0" y="0"/>
                  </a:moveTo>
                  <a:moveTo>
                    <a:pt x="254" y="646"/>
                  </a:moveTo>
                  <a:lnTo>
                    <a:pt x="252" y="648"/>
                  </a:lnTo>
                  <a:lnTo>
                    <a:pt x="253" y="650"/>
                  </a:lnTo>
                  <a:lnTo>
                    <a:pt x="255" y="653"/>
                  </a:lnTo>
                  <a:lnTo>
                    <a:pt x="257" y="657"/>
                  </a:lnTo>
                  <a:lnTo>
                    <a:pt x="257" y="660"/>
                  </a:lnTo>
                  <a:lnTo>
                    <a:pt x="255" y="662"/>
                  </a:lnTo>
                  <a:lnTo>
                    <a:pt x="253" y="664"/>
                  </a:lnTo>
                  <a:lnTo>
                    <a:pt x="251" y="666"/>
                  </a:lnTo>
                  <a:lnTo>
                    <a:pt x="250" y="668"/>
                  </a:lnTo>
                  <a:lnTo>
                    <a:pt x="249" y="670"/>
                  </a:lnTo>
                  <a:lnTo>
                    <a:pt x="247" y="672"/>
                  </a:lnTo>
                  <a:lnTo>
                    <a:pt x="244" y="672"/>
                  </a:lnTo>
                  <a:lnTo>
                    <a:pt x="242" y="672"/>
                  </a:lnTo>
                  <a:lnTo>
                    <a:pt x="240" y="674"/>
                  </a:lnTo>
                  <a:lnTo>
                    <a:pt x="238" y="674"/>
                  </a:lnTo>
                  <a:lnTo>
                    <a:pt x="236" y="674"/>
                  </a:lnTo>
                  <a:lnTo>
                    <a:pt x="234" y="672"/>
                  </a:lnTo>
                  <a:lnTo>
                    <a:pt x="232" y="671"/>
                  </a:lnTo>
                  <a:lnTo>
                    <a:pt x="229" y="672"/>
                  </a:lnTo>
                  <a:lnTo>
                    <a:pt x="227" y="675"/>
                  </a:lnTo>
                  <a:lnTo>
                    <a:pt x="223" y="678"/>
                  </a:lnTo>
                  <a:lnTo>
                    <a:pt x="220" y="678"/>
                  </a:lnTo>
                  <a:lnTo>
                    <a:pt x="217" y="676"/>
                  </a:lnTo>
                  <a:lnTo>
                    <a:pt x="216" y="672"/>
                  </a:lnTo>
                  <a:lnTo>
                    <a:pt x="215" y="669"/>
                  </a:lnTo>
                  <a:lnTo>
                    <a:pt x="214" y="666"/>
                  </a:lnTo>
                  <a:lnTo>
                    <a:pt x="212" y="664"/>
                  </a:lnTo>
                  <a:lnTo>
                    <a:pt x="210" y="662"/>
                  </a:lnTo>
                  <a:lnTo>
                    <a:pt x="209" y="660"/>
                  </a:lnTo>
                  <a:lnTo>
                    <a:pt x="208" y="657"/>
                  </a:lnTo>
                  <a:lnTo>
                    <a:pt x="205" y="656"/>
                  </a:lnTo>
                  <a:lnTo>
                    <a:pt x="202" y="654"/>
                  </a:lnTo>
                  <a:lnTo>
                    <a:pt x="200" y="651"/>
                  </a:lnTo>
                  <a:lnTo>
                    <a:pt x="200" y="649"/>
                  </a:lnTo>
                  <a:lnTo>
                    <a:pt x="201" y="646"/>
                  </a:lnTo>
                  <a:lnTo>
                    <a:pt x="201" y="643"/>
                  </a:lnTo>
                  <a:lnTo>
                    <a:pt x="200" y="641"/>
                  </a:lnTo>
                  <a:lnTo>
                    <a:pt x="198" y="637"/>
                  </a:lnTo>
                  <a:lnTo>
                    <a:pt x="198" y="634"/>
                  </a:lnTo>
                  <a:lnTo>
                    <a:pt x="200" y="632"/>
                  </a:lnTo>
                  <a:lnTo>
                    <a:pt x="204" y="631"/>
                  </a:lnTo>
                  <a:lnTo>
                    <a:pt x="208" y="630"/>
                  </a:lnTo>
                  <a:lnTo>
                    <a:pt x="210" y="629"/>
                  </a:lnTo>
                  <a:lnTo>
                    <a:pt x="212" y="627"/>
                  </a:lnTo>
                  <a:lnTo>
                    <a:pt x="213" y="625"/>
                  </a:lnTo>
                  <a:lnTo>
                    <a:pt x="215" y="623"/>
                  </a:lnTo>
                  <a:lnTo>
                    <a:pt x="217" y="621"/>
                  </a:lnTo>
                  <a:lnTo>
                    <a:pt x="219" y="618"/>
                  </a:lnTo>
                  <a:lnTo>
                    <a:pt x="221" y="615"/>
                  </a:lnTo>
                  <a:lnTo>
                    <a:pt x="224" y="613"/>
                  </a:lnTo>
                  <a:lnTo>
                    <a:pt x="228" y="613"/>
                  </a:lnTo>
                  <a:lnTo>
                    <a:pt x="231" y="615"/>
                  </a:lnTo>
                  <a:lnTo>
                    <a:pt x="234" y="618"/>
                  </a:lnTo>
                  <a:lnTo>
                    <a:pt x="236" y="619"/>
                  </a:lnTo>
                  <a:lnTo>
                    <a:pt x="239" y="619"/>
                  </a:lnTo>
                  <a:lnTo>
                    <a:pt x="242" y="618"/>
                  </a:lnTo>
                  <a:lnTo>
                    <a:pt x="245" y="618"/>
                  </a:lnTo>
                  <a:lnTo>
                    <a:pt x="247" y="621"/>
                  </a:lnTo>
                  <a:lnTo>
                    <a:pt x="248" y="623"/>
                  </a:lnTo>
                  <a:lnTo>
                    <a:pt x="249" y="625"/>
                  </a:lnTo>
                  <a:lnTo>
                    <a:pt x="251" y="626"/>
                  </a:lnTo>
                  <a:lnTo>
                    <a:pt x="254" y="626"/>
                  </a:lnTo>
                  <a:lnTo>
                    <a:pt x="257" y="628"/>
                  </a:lnTo>
                  <a:lnTo>
                    <a:pt x="258" y="630"/>
                  </a:lnTo>
                  <a:lnTo>
                    <a:pt x="259" y="632"/>
                  </a:lnTo>
                  <a:lnTo>
                    <a:pt x="261" y="635"/>
                  </a:lnTo>
                  <a:lnTo>
                    <a:pt x="261" y="637"/>
                  </a:lnTo>
                  <a:lnTo>
                    <a:pt x="261" y="640"/>
                  </a:lnTo>
                  <a:lnTo>
                    <a:pt x="258" y="643"/>
                  </a:lnTo>
                  <a:close/>
                </a:path>
              </a:pathLst>
            </a:custGeom>
            <a:solidFill>
              <a:srgbClr val="59A3CD">
                <a:alpha val="24000"/>
              </a:srgbClr>
            </a:solidFill>
            <a:ln>
              <a:noFill/>
            </a:ln>
          </p:spPr>
          <p:txBody>
            <a:bodyPr anchor="ctr"/>
            <a:lstStyle/>
            <a:p>
              <a:pPr algn="ctr">
                <a:buNone/>
              </a:pPr>
            </a:p>
          </p:txBody>
        </p:sp>
        <p:sp>
          <p:nvSpPr>
            <p:cNvPr id="7638" name="addition:spatial:127">
              <a:extLst>
                <a:ext uri="{FF2B5EF4-FFF2-40B4-BE49-F238E27FC236}">
                  <ns2:creationId id="{672D2FFF-9DD1-493C-8020-5EFF27B3A724}"/>
                </a:ext>
              </a:extLst>
            </p:cNvPr>
            <p:cNvSpPr>
              <a:spLocks noGrp="1"/>
            </p:cNvSpPr>
            <p:nvPr/>
          </p:nvSpPr>
          <p:spPr>
            <a:xfrm>
              <a:off x="5648325" y="1666875"/>
              <a:ext cx="303627" cy="1021751"/>
            </a:xfrm>
            <a:custGeom>
              <a:rect l="l" t="t" r="r" b="b"/>
              <a:pathLst>
                <a:path w="229" h="604">
                  <a:moveTo>
                    <a:pt x="0" y="0"/>
                  </a:moveTo>
                  <a:moveTo>
                    <a:pt x="227" y="575"/>
                  </a:moveTo>
                  <a:lnTo>
                    <a:pt x="225" y="577"/>
                  </a:lnTo>
                  <a:lnTo>
                    <a:pt x="224" y="579"/>
                  </a:lnTo>
                  <a:lnTo>
                    <a:pt x="225" y="581"/>
                  </a:lnTo>
                  <a:lnTo>
                    <a:pt x="227" y="585"/>
                  </a:lnTo>
                  <a:lnTo>
                    <a:pt x="229" y="588"/>
                  </a:lnTo>
                  <a:lnTo>
                    <a:pt x="229" y="591"/>
                  </a:lnTo>
                  <a:lnTo>
                    <a:pt x="227" y="593"/>
                  </a:lnTo>
                  <a:lnTo>
                    <a:pt x="224" y="594"/>
                  </a:lnTo>
                  <a:lnTo>
                    <a:pt x="222" y="594"/>
                  </a:lnTo>
                  <a:lnTo>
                    <a:pt x="220" y="595"/>
                  </a:lnTo>
                  <a:lnTo>
                    <a:pt x="218" y="596"/>
                  </a:lnTo>
                  <a:lnTo>
                    <a:pt x="216" y="596"/>
                  </a:lnTo>
                  <a:lnTo>
                    <a:pt x="215" y="597"/>
                  </a:lnTo>
                  <a:lnTo>
                    <a:pt x="213" y="598"/>
                  </a:lnTo>
                  <a:lnTo>
                    <a:pt x="211" y="600"/>
                  </a:lnTo>
                  <a:lnTo>
                    <a:pt x="210" y="603"/>
                  </a:lnTo>
                  <a:lnTo>
                    <a:pt x="207" y="604"/>
                  </a:lnTo>
                  <a:lnTo>
                    <a:pt x="205" y="603"/>
                  </a:lnTo>
                  <a:lnTo>
                    <a:pt x="202" y="602"/>
                  </a:lnTo>
                  <a:lnTo>
                    <a:pt x="200" y="600"/>
                  </a:lnTo>
                  <a:lnTo>
                    <a:pt x="197" y="601"/>
                  </a:lnTo>
                  <a:lnTo>
                    <a:pt x="194" y="602"/>
                  </a:lnTo>
                  <a:lnTo>
                    <a:pt x="191" y="601"/>
                  </a:lnTo>
                  <a:lnTo>
                    <a:pt x="189" y="599"/>
                  </a:lnTo>
                  <a:lnTo>
                    <a:pt x="188" y="595"/>
                  </a:lnTo>
                  <a:lnTo>
                    <a:pt x="188" y="592"/>
                  </a:lnTo>
                  <a:lnTo>
                    <a:pt x="186" y="590"/>
                  </a:lnTo>
                  <a:lnTo>
                    <a:pt x="184" y="589"/>
                  </a:lnTo>
                  <a:lnTo>
                    <a:pt x="182" y="588"/>
                  </a:lnTo>
                  <a:lnTo>
                    <a:pt x="181" y="586"/>
                  </a:lnTo>
                  <a:lnTo>
                    <a:pt x="179" y="584"/>
                  </a:lnTo>
                  <a:lnTo>
                    <a:pt x="176" y="583"/>
                  </a:lnTo>
                  <a:lnTo>
                    <a:pt x="174" y="580"/>
                  </a:lnTo>
                  <a:lnTo>
                    <a:pt x="172" y="578"/>
                  </a:lnTo>
                  <a:lnTo>
                    <a:pt x="173" y="575"/>
                  </a:lnTo>
                  <a:lnTo>
                    <a:pt x="176" y="573"/>
                  </a:lnTo>
                  <a:lnTo>
                    <a:pt x="179" y="571"/>
                  </a:lnTo>
                  <a:lnTo>
                    <a:pt x="181" y="569"/>
                  </a:lnTo>
                  <a:lnTo>
                    <a:pt x="181" y="566"/>
                  </a:lnTo>
                  <a:lnTo>
                    <a:pt x="181" y="564"/>
                  </a:lnTo>
                  <a:lnTo>
                    <a:pt x="182" y="561"/>
                  </a:lnTo>
                  <a:lnTo>
                    <a:pt x="184" y="560"/>
                  </a:lnTo>
                  <a:lnTo>
                    <a:pt x="187" y="559"/>
                  </a:lnTo>
                  <a:lnTo>
                    <a:pt x="188" y="557"/>
                  </a:lnTo>
                  <a:lnTo>
                    <a:pt x="190" y="555"/>
                  </a:lnTo>
                  <a:lnTo>
                    <a:pt x="191" y="552"/>
                  </a:lnTo>
                  <a:lnTo>
                    <a:pt x="193" y="550"/>
                  </a:lnTo>
                  <a:lnTo>
                    <a:pt x="195" y="549"/>
                  </a:lnTo>
                  <a:lnTo>
                    <a:pt x="198" y="548"/>
                  </a:lnTo>
                  <a:lnTo>
                    <a:pt x="200" y="547"/>
                  </a:lnTo>
                  <a:lnTo>
                    <a:pt x="202" y="546"/>
                  </a:lnTo>
                  <a:lnTo>
                    <a:pt x="205" y="547"/>
                  </a:lnTo>
                  <a:lnTo>
                    <a:pt x="207" y="549"/>
                  </a:lnTo>
                  <a:lnTo>
                    <a:pt x="208" y="553"/>
                  </a:lnTo>
                  <a:lnTo>
                    <a:pt x="210" y="554"/>
                  </a:lnTo>
                  <a:lnTo>
                    <a:pt x="212" y="554"/>
                  </a:lnTo>
                  <a:lnTo>
                    <a:pt x="214" y="551"/>
                  </a:lnTo>
                  <a:lnTo>
                    <a:pt x="217" y="550"/>
                  </a:lnTo>
                  <a:lnTo>
                    <a:pt x="219" y="551"/>
                  </a:lnTo>
                  <a:lnTo>
                    <a:pt x="221" y="553"/>
                  </a:lnTo>
                  <a:lnTo>
                    <a:pt x="222" y="555"/>
                  </a:lnTo>
                  <a:lnTo>
                    <a:pt x="223" y="557"/>
                  </a:lnTo>
                  <a:lnTo>
                    <a:pt x="224" y="558"/>
                  </a:lnTo>
                  <a:lnTo>
                    <a:pt x="225" y="561"/>
                  </a:lnTo>
                  <a:lnTo>
                    <a:pt x="225" y="563"/>
                  </a:lnTo>
                  <a:lnTo>
                    <a:pt x="225" y="566"/>
                  </a:lnTo>
                  <a:lnTo>
                    <a:pt x="225" y="568"/>
                  </a:lnTo>
                  <a:lnTo>
                    <a:pt x="226" y="570"/>
                  </a:lnTo>
                  <a:lnTo>
                    <a:pt x="227" y="573"/>
                  </a:lnTo>
                  <a:close/>
                </a:path>
              </a:pathLst>
            </a:custGeom>
            <a:solidFill>
              <a:srgbClr val="59A3CD">
                <a:alpha val="24000"/>
              </a:srgbClr>
            </a:solidFill>
            <a:ln>
              <a:noFill/>
            </a:ln>
          </p:spPr>
          <p:txBody>
            <a:bodyPr anchor="ctr"/>
            <a:lstStyle/>
            <a:p>
              <a:pPr algn="ctr">
                <a:buNone/>
              </a:pPr>
            </a:p>
          </p:txBody>
        </p:sp>
        <p:sp>
          <p:nvSpPr>
            <p:cNvPr id="7639" name="addition:spatial:128">
              <a:extLst>
                <a:ext uri="{FF2B5EF4-FFF2-40B4-BE49-F238E27FC236}">
                  <ns2:creationId id="{F10DEC53-1B39-4848-ABF8-79D3CC5DEA23}"/>
                </a:ext>
              </a:extLst>
            </p:cNvPr>
            <p:cNvSpPr>
              <a:spLocks noGrp="1"/>
            </p:cNvSpPr>
            <p:nvPr/>
          </p:nvSpPr>
          <p:spPr>
            <a:xfrm>
              <a:off x="5648325" y="1666875"/>
              <a:ext cx="372572" cy="921944"/>
            </a:xfrm>
            <a:custGeom>
              <a:rect l="l" t="t" r="r" b="b"/>
              <a:pathLst>
                <a:path w="281" h="545">
                  <a:moveTo>
                    <a:pt x="0" y="0"/>
                  </a:moveTo>
                  <a:moveTo>
                    <a:pt x="275" y="515"/>
                  </a:moveTo>
                  <a:lnTo>
                    <a:pt x="276" y="517"/>
                  </a:lnTo>
                  <a:lnTo>
                    <a:pt x="278" y="520"/>
                  </a:lnTo>
                  <a:lnTo>
                    <a:pt x="280" y="523"/>
                  </a:lnTo>
                  <a:lnTo>
                    <a:pt x="281" y="526"/>
                  </a:lnTo>
                  <a:lnTo>
                    <a:pt x="279" y="528"/>
                  </a:lnTo>
                  <a:lnTo>
                    <a:pt x="277" y="530"/>
                  </a:lnTo>
                  <a:lnTo>
                    <a:pt x="275" y="531"/>
                  </a:lnTo>
                  <a:lnTo>
                    <a:pt x="273" y="533"/>
                  </a:lnTo>
                  <a:lnTo>
                    <a:pt x="271" y="534"/>
                  </a:lnTo>
                  <a:lnTo>
                    <a:pt x="268" y="534"/>
                  </a:lnTo>
                  <a:lnTo>
                    <a:pt x="265" y="534"/>
                  </a:lnTo>
                  <a:lnTo>
                    <a:pt x="263" y="535"/>
                  </a:lnTo>
                  <a:lnTo>
                    <a:pt x="262" y="538"/>
                  </a:lnTo>
                  <a:lnTo>
                    <a:pt x="261" y="542"/>
                  </a:lnTo>
                  <a:lnTo>
                    <a:pt x="258" y="545"/>
                  </a:lnTo>
                  <a:lnTo>
                    <a:pt x="255" y="545"/>
                  </a:lnTo>
                  <a:lnTo>
                    <a:pt x="252" y="543"/>
                  </a:lnTo>
                  <a:lnTo>
                    <a:pt x="249" y="542"/>
                  </a:lnTo>
                  <a:lnTo>
                    <a:pt x="246" y="541"/>
                  </a:lnTo>
                  <a:lnTo>
                    <a:pt x="243" y="542"/>
                  </a:lnTo>
                  <a:lnTo>
                    <a:pt x="240" y="542"/>
                  </a:lnTo>
                  <a:lnTo>
                    <a:pt x="237" y="540"/>
                  </a:lnTo>
                  <a:lnTo>
                    <a:pt x="235" y="538"/>
                  </a:lnTo>
                  <a:lnTo>
                    <a:pt x="233" y="536"/>
                  </a:lnTo>
                  <a:lnTo>
                    <a:pt x="231" y="535"/>
                  </a:lnTo>
                  <a:lnTo>
                    <a:pt x="229" y="533"/>
                  </a:lnTo>
                  <a:lnTo>
                    <a:pt x="227" y="532"/>
                  </a:lnTo>
                  <a:lnTo>
                    <a:pt x="226" y="530"/>
                  </a:lnTo>
                  <a:lnTo>
                    <a:pt x="225" y="528"/>
                  </a:lnTo>
                  <a:lnTo>
                    <a:pt x="222" y="527"/>
                  </a:lnTo>
                  <a:lnTo>
                    <a:pt x="219" y="525"/>
                  </a:lnTo>
                  <a:lnTo>
                    <a:pt x="216" y="523"/>
                  </a:lnTo>
                  <a:lnTo>
                    <a:pt x="216" y="521"/>
                  </a:lnTo>
                  <a:lnTo>
                    <a:pt x="218" y="518"/>
                  </a:lnTo>
                  <a:lnTo>
                    <a:pt x="222" y="515"/>
                  </a:lnTo>
                  <a:lnTo>
                    <a:pt x="225" y="513"/>
                  </a:lnTo>
                  <a:lnTo>
                    <a:pt x="225" y="511"/>
                  </a:lnTo>
                  <a:lnTo>
                    <a:pt x="225" y="508"/>
                  </a:lnTo>
                  <a:lnTo>
                    <a:pt x="226" y="506"/>
                  </a:lnTo>
                  <a:lnTo>
                    <a:pt x="227" y="504"/>
                  </a:lnTo>
                  <a:lnTo>
                    <a:pt x="228" y="502"/>
                  </a:lnTo>
                  <a:lnTo>
                    <a:pt x="229" y="499"/>
                  </a:lnTo>
                  <a:lnTo>
                    <a:pt x="229" y="496"/>
                  </a:lnTo>
                  <a:lnTo>
                    <a:pt x="231" y="494"/>
                  </a:lnTo>
                  <a:lnTo>
                    <a:pt x="233" y="493"/>
                  </a:lnTo>
                  <a:lnTo>
                    <a:pt x="236" y="492"/>
                  </a:lnTo>
                  <a:lnTo>
                    <a:pt x="238" y="491"/>
                  </a:lnTo>
                  <a:lnTo>
                    <a:pt x="240" y="489"/>
                  </a:lnTo>
                  <a:lnTo>
                    <a:pt x="242" y="487"/>
                  </a:lnTo>
                  <a:lnTo>
                    <a:pt x="244" y="486"/>
                  </a:lnTo>
                  <a:lnTo>
                    <a:pt x="247" y="488"/>
                  </a:lnTo>
                  <a:lnTo>
                    <a:pt x="249" y="491"/>
                  </a:lnTo>
                  <a:lnTo>
                    <a:pt x="251" y="493"/>
                  </a:lnTo>
                  <a:lnTo>
                    <a:pt x="253" y="493"/>
                  </a:lnTo>
                  <a:lnTo>
                    <a:pt x="255" y="491"/>
                  </a:lnTo>
                  <a:lnTo>
                    <a:pt x="258" y="489"/>
                  </a:lnTo>
                  <a:lnTo>
                    <a:pt x="260" y="489"/>
                  </a:lnTo>
                  <a:lnTo>
                    <a:pt x="263" y="490"/>
                  </a:lnTo>
                  <a:lnTo>
                    <a:pt x="265" y="491"/>
                  </a:lnTo>
                  <a:lnTo>
                    <a:pt x="267" y="492"/>
                  </a:lnTo>
                  <a:lnTo>
                    <a:pt x="269" y="493"/>
                  </a:lnTo>
                  <a:lnTo>
                    <a:pt x="270" y="496"/>
                  </a:lnTo>
                  <a:lnTo>
                    <a:pt x="269" y="500"/>
                  </a:lnTo>
                  <a:lnTo>
                    <a:pt x="269" y="503"/>
                  </a:lnTo>
                  <a:lnTo>
                    <a:pt x="270" y="505"/>
                  </a:lnTo>
                  <a:lnTo>
                    <a:pt x="273" y="506"/>
                  </a:lnTo>
                  <a:lnTo>
                    <a:pt x="276" y="508"/>
                  </a:lnTo>
                  <a:lnTo>
                    <a:pt x="277" y="510"/>
                  </a:lnTo>
                  <a:lnTo>
                    <a:pt x="276" y="513"/>
                  </a:lnTo>
                  <a:close/>
                </a:path>
              </a:pathLst>
            </a:custGeom>
            <a:solidFill>
              <a:srgbClr val="59A3CD">
                <a:alpha val="24000"/>
              </a:srgbClr>
            </a:solidFill>
            <a:ln>
              <a:noFill/>
            </a:ln>
          </p:spPr>
          <p:txBody>
            <a:bodyPr anchor="ctr"/>
            <a:lstStyle/>
            <a:p>
              <a:pPr algn="ctr">
                <a:buNone/>
              </a:pPr>
            </a:p>
          </p:txBody>
        </p:sp>
        <p:sp>
          <p:nvSpPr>
            <p:cNvPr id="7640" name="addition:spatial:129">
              <a:extLst>
                <a:ext uri="{FF2B5EF4-FFF2-40B4-BE49-F238E27FC236}">
                  <ns2:creationId id="{14FC19F3-447A-426A-BB4A-132AD4A7C694}"/>
                </a:ext>
              </a:extLst>
            </p:cNvPr>
            <p:cNvSpPr>
              <a:spLocks noGrp="1"/>
            </p:cNvSpPr>
            <p:nvPr/>
          </p:nvSpPr>
          <p:spPr>
            <a:xfrm>
              <a:off x="5648325" y="1666875"/>
              <a:ext cx="472013" cy="876270"/>
            </a:xfrm>
            <a:custGeom>
              <a:rect l="l" t="t" r="r" b="b"/>
              <a:pathLst>
                <a:path w="356" h="518">
                  <a:moveTo>
                    <a:pt x="0" y="0"/>
                  </a:moveTo>
                  <a:moveTo>
                    <a:pt x="356" y="488"/>
                  </a:moveTo>
                  <a:lnTo>
                    <a:pt x="353" y="491"/>
                  </a:lnTo>
                  <a:lnTo>
                    <a:pt x="351" y="493"/>
                  </a:lnTo>
                  <a:lnTo>
                    <a:pt x="349" y="495"/>
                  </a:lnTo>
                  <a:lnTo>
                    <a:pt x="350" y="497"/>
                  </a:lnTo>
                  <a:lnTo>
                    <a:pt x="349" y="500"/>
                  </a:lnTo>
                  <a:lnTo>
                    <a:pt x="348" y="502"/>
                  </a:lnTo>
                  <a:lnTo>
                    <a:pt x="345" y="503"/>
                  </a:lnTo>
                  <a:lnTo>
                    <a:pt x="342" y="504"/>
                  </a:lnTo>
                  <a:lnTo>
                    <a:pt x="340" y="505"/>
                  </a:lnTo>
                  <a:lnTo>
                    <a:pt x="339" y="507"/>
                  </a:lnTo>
                  <a:lnTo>
                    <a:pt x="337" y="510"/>
                  </a:lnTo>
                  <a:lnTo>
                    <a:pt x="335" y="511"/>
                  </a:lnTo>
                  <a:lnTo>
                    <a:pt x="332" y="513"/>
                  </a:lnTo>
                  <a:lnTo>
                    <a:pt x="330" y="514"/>
                  </a:lnTo>
                  <a:lnTo>
                    <a:pt x="328" y="517"/>
                  </a:lnTo>
                  <a:lnTo>
                    <a:pt x="325" y="518"/>
                  </a:lnTo>
                  <a:lnTo>
                    <a:pt x="322" y="518"/>
                  </a:lnTo>
                  <a:lnTo>
                    <a:pt x="319" y="515"/>
                  </a:lnTo>
                  <a:lnTo>
                    <a:pt x="317" y="511"/>
                  </a:lnTo>
                  <a:lnTo>
                    <a:pt x="315" y="509"/>
                  </a:lnTo>
                  <a:lnTo>
                    <a:pt x="313" y="509"/>
                  </a:lnTo>
                  <a:lnTo>
                    <a:pt x="311" y="510"/>
                  </a:lnTo>
                  <a:lnTo>
                    <a:pt x="308" y="511"/>
                  </a:lnTo>
                  <a:lnTo>
                    <a:pt x="306" y="511"/>
                  </a:lnTo>
                  <a:lnTo>
                    <a:pt x="304" y="509"/>
                  </a:lnTo>
                  <a:lnTo>
                    <a:pt x="303" y="507"/>
                  </a:lnTo>
                  <a:lnTo>
                    <a:pt x="301" y="506"/>
                  </a:lnTo>
                  <a:lnTo>
                    <a:pt x="299" y="505"/>
                  </a:lnTo>
                  <a:lnTo>
                    <a:pt x="298" y="503"/>
                  </a:lnTo>
                  <a:lnTo>
                    <a:pt x="298" y="500"/>
                  </a:lnTo>
                  <a:lnTo>
                    <a:pt x="298" y="497"/>
                  </a:lnTo>
                  <a:lnTo>
                    <a:pt x="298" y="495"/>
                  </a:lnTo>
                  <a:lnTo>
                    <a:pt x="297" y="493"/>
                  </a:lnTo>
                  <a:lnTo>
                    <a:pt x="296" y="491"/>
                  </a:lnTo>
                  <a:lnTo>
                    <a:pt x="298" y="488"/>
                  </a:lnTo>
                  <a:lnTo>
                    <a:pt x="301" y="486"/>
                  </a:lnTo>
                  <a:lnTo>
                    <a:pt x="303" y="484"/>
                  </a:lnTo>
                  <a:lnTo>
                    <a:pt x="302" y="482"/>
                  </a:lnTo>
                  <a:lnTo>
                    <a:pt x="300" y="479"/>
                  </a:lnTo>
                  <a:lnTo>
                    <a:pt x="298" y="476"/>
                  </a:lnTo>
                  <a:lnTo>
                    <a:pt x="297" y="473"/>
                  </a:lnTo>
                  <a:lnTo>
                    <a:pt x="299" y="471"/>
                  </a:lnTo>
                  <a:lnTo>
                    <a:pt x="301" y="469"/>
                  </a:lnTo>
                  <a:lnTo>
                    <a:pt x="303" y="468"/>
                  </a:lnTo>
                  <a:lnTo>
                    <a:pt x="305" y="467"/>
                  </a:lnTo>
                  <a:lnTo>
                    <a:pt x="307" y="466"/>
                  </a:lnTo>
                  <a:lnTo>
                    <a:pt x="310" y="467"/>
                  </a:lnTo>
                  <a:lnTo>
                    <a:pt x="312" y="467"/>
                  </a:lnTo>
                  <a:lnTo>
                    <a:pt x="314" y="466"/>
                  </a:lnTo>
                  <a:lnTo>
                    <a:pt x="315" y="464"/>
                  </a:lnTo>
                  <a:lnTo>
                    <a:pt x="317" y="462"/>
                  </a:lnTo>
                  <a:lnTo>
                    <a:pt x="319" y="461"/>
                  </a:lnTo>
                  <a:lnTo>
                    <a:pt x="322" y="462"/>
                  </a:lnTo>
                  <a:lnTo>
                    <a:pt x="324" y="463"/>
                  </a:lnTo>
                  <a:lnTo>
                    <a:pt x="326" y="464"/>
                  </a:lnTo>
                  <a:lnTo>
                    <a:pt x="329" y="463"/>
                  </a:lnTo>
                  <a:lnTo>
                    <a:pt x="332" y="462"/>
                  </a:lnTo>
                  <a:lnTo>
                    <a:pt x="336" y="462"/>
                  </a:lnTo>
                  <a:lnTo>
                    <a:pt x="338" y="464"/>
                  </a:lnTo>
                  <a:lnTo>
                    <a:pt x="339" y="467"/>
                  </a:lnTo>
                  <a:lnTo>
                    <a:pt x="340" y="470"/>
                  </a:lnTo>
                  <a:lnTo>
                    <a:pt x="341" y="472"/>
                  </a:lnTo>
                  <a:lnTo>
                    <a:pt x="342" y="474"/>
                  </a:lnTo>
                  <a:lnTo>
                    <a:pt x="344" y="476"/>
                  </a:lnTo>
                  <a:lnTo>
                    <a:pt x="345" y="478"/>
                  </a:lnTo>
                  <a:lnTo>
                    <a:pt x="347" y="480"/>
                  </a:lnTo>
                  <a:lnTo>
                    <a:pt x="350" y="481"/>
                  </a:lnTo>
                  <a:lnTo>
                    <a:pt x="353" y="483"/>
                  </a:lnTo>
                  <a:lnTo>
                    <a:pt x="356" y="485"/>
                  </a:lnTo>
                  <a:close/>
                </a:path>
              </a:pathLst>
            </a:custGeom>
            <a:solidFill>
              <a:srgbClr val="59A3CD">
                <a:alpha val="24000"/>
              </a:srgbClr>
            </a:solidFill>
            <a:ln>
              <a:noFill/>
            </a:ln>
          </p:spPr>
          <p:txBody>
            <a:bodyPr anchor="ctr"/>
            <a:lstStyle/>
            <a:p>
              <a:pPr algn="ctr">
                <a:buNone/>
              </a:pPr>
            </a:p>
          </p:txBody>
        </p:sp>
        <p:sp>
          <p:nvSpPr>
            <p:cNvPr id="7641" name="addition:spatial:130">
              <a:extLst>
                <a:ext uri="{FF2B5EF4-FFF2-40B4-BE49-F238E27FC236}">
                  <ns2:creationId id="{B70C570B-2161-40B7-98FA-B33423DFEAFD}"/>
                </a:ext>
              </a:extLst>
            </p:cNvPr>
            <p:cNvSpPr>
              <a:spLocks noGrp="1"/>
            </p:cNvSpPr>
            <p:nvPr/>
          </p:nvSpPr>
          <p:spPr>
            <a:xfrm>
              <a:off x="5648325" y="1666875"/>
              <a:ext cx="551566" cy="937169"/>
            </a:xfrm>
            <a:custGeom>
              <a:rect l="l" t="t" r="r" b="b"/>
              <a:pathLst>
                <a:path w="416" h="554">
                  <a:moveTo>
                    <a:pt x="0" y="0"/>
                  </a:moveTo>
                  <a:moveTo>
                    <a:pt x="414" y="522"/>
                  </a:moveTo>
                  <a:lnTo>
                    <a:pt x="412" y="525"/>
                  </a:lnTo>
                  <a:lnTo>
                    <a:pt x="411" y="527"/>
                  </a:lnTo>
                  <a:lnTo>
                    <a:pt x="412" y="530"/>
                  </a:lnTo>
                  <a:lnTo>
                    <a:pt x="414" y="533"/>
                  </a:lnTo>
                  <a:lnTo>
                    <a:pt x="416" y="537"/>
                  </a:lnTo>
                  <a:lnTo>
                    <a:pt x="416" y="541"/>
                  </a:lnTo>
                  <a:lnTo>
                    <a:pt x="414" y="543"/>
                  </a:lnTo>
                  <a:lnTo>
                    <a:pt x="412" y="543"/>
                  </a:lnTo>
                  <a:lnTo>
                    <a:pt x="410" y="544"/>
                  </a:lnTo>
                  <a:lnTo>
                    <a:pt x="409" y="545"/>
                  </a:lnTo>
                  <a:lnTo>
                    <a:pt x="407" y="547"/>
                  </a:lnTo>
                  <a:lnTo>
                    <a:pt x="406" y="548"/>
                  </a:lnTo>
                  <a:lnTo>
                    <a:pt x="404" y="548"/>
                  </a:lnTo>
                  <a:lnTo>
                    <a:pt x="403" y="549"/>
                  </a:lnTo>
                  <a:lnTo>
                    <a:pt x="401" y="551"/>
                  </a:lnTo>
                  <a:lnTo>
                    <a:pt x="400" y="553"/>
                  </a:lnTo>
                  <a:lnTo>
                    <a:pt x="398" y="554"/>
                  </a:lnTo>
                  <a:lnTo>
                    <a:pt x="396" y="553"/>
                  </a:lnTo>
                  <a:lnTo>
                    <a:pt x="394" y="552"/>
                  </a:lnTo>
                  <a:lnTo>
                    <a:pt x="392" y="551"/>
                  </a:lnTo>
                  <a:lnTo>
                    <a:pt x="390" y="552"/>
                  </a:lnTo>
                  <a:lnTo>
                    <a:pt x="387" y="554"/>
                  </a:lnTo>
                  <a:lnTo>
                    <a:pt x="385" y="553"/>
                  </a:lnTo>
                  <a:lnTo>
                    <a:pt x="383" y="550"/>
                  </a:lnTo>
                  <a:lnTo>
                    <a:pt x="383" y="546"/>
                  </a:lnTo>
                  <a:lnTo>
                    <a:pt x="383" y="542"/>
                  </a:lnTo>
                  <a:lnTo>
                    <a:pt x="382" y="540"/>
                  </a:lnTo>
                  <a:lnTo>
                    <a:pt x="380" y="538"/>
                  </a:lnTo>
                  <a:lnTo>
                    <a:pt x="378" y="537"/>
                  </a:lnTo>
                  <a:lnTo>
                    <a:pt x="376" y="535"/>
                  </a:lnTo>
                  <a:lnTo>
                    <a:pt x="375" y="533"/>
                  </a:lnTo>
                  <a:lnTo>
                    <a:pt x="373" y="531"/>
                  </a:lnTo>
                  <a:lnTo>
                    <a:pt x="371" y="528"/>
                  </a:lnTo>
                  <a:lnTo>
                    <a:pt x="370" y="525"/>
                  </a:lnTo>
                  <a:lnTo>
                    <a:pt x="370" y="522"/>
                  </a:lnTo>
                  <a:lnTo>
                    <a:pt x="372" y="519"/>
                  </a:lnTo>
                  <a:lnTo>
                    <a:pt x="374" y="517"/>
                  </a:lnTo>
                  <a:lnTo>
                    <a:pt x="375" y="515"/>
                  </a:lnTo>
                  <a:lnTo>
                    <a:pt x="375" y="512"/>
                  </a:lnTo>
                  <a:lnTo>
                    <a:pt x="375" y="509"/>
                  </a:lnTo>
                  <a:lnTo>
                    <a:pt x="376" y="506"/>
                  </a:lnTo>
                  <a:lnTo>
                    <a:pt x="379" y="505"/>
                  </a:lnTo>
                  <a:lnTo>
                    <a:pt x="381" y="504"/>
                  </a:lnTo>
                  <a:lnTo>
                    <a:pt x="383" y="503"/>
                  </a:lnTo>
                  <a:lnTo>
                    <a:pt x="384" y="500"/>
                  </a:lnTo>
                  <a:lnTo>
                    <a:pt x="384" y="497"/>
                  </a:lnTo>
                  <a:lnTo>
                    <a:pt x="386" y="494"/>
                  </a:lnTo>
                  <a:lnTo>
                    <a:pt x="388" y="492"/>
                  </a:lnTo>
                  <a:lnTo>
                    <a:pt x="390" y="491"/>
                  </a:lnTo>
                  <a:lnTo>
                    <a:pt x="392" y="489"/>
                  </a:lnTo>
                  <a:lnTo>
                    <a:pt x="394" y="488"/>
                  </a:lnTo>
                  <a:lnTo>
                    <a:pt x="396" y="489"/>
                  </a:lnTo>
                  <a:lnTo>
                    <a:pt x="398" y="493"/>
                  </a:lnTo>
                  <a:lnTo>
                    <a:pt x="399" y="496"/>
                  </a:lnTo>
                  <a:lnTo>
                    <a:pt x="401" y="498"/>
                  </a:lnTo>
                  <a:lnTo>
                    <a:pt x="402" y="497"/>
                  </a:lnTo>
                  <a:lnTo>
                    <a:pt x="405" y="495"/>
                  </a:lnTo>
                  <a:lnTo>
                    <a:pt x="407" y="494"/>
                  </a:lnTo>
                  <a:lnTo>
                    <a:pt x="408" y="495"/>
                  </a:lnTo>
                  <a:lnTo>
                    <a:pt x="409" y="498"/>
                  </a:lnTo>
                  <a:lnTo>
                    <a:pt x="410" y="500"/>
                  </a:lnTo>
                  <a:lnTo>
                    <a:pt x="411" y="502"/>
                  </a:lnTo>
                  <a:lnTo>
                    <a:pt x="413" y="503"/>
                  </a:lnTo>
                  <a:lnTo>
                    <a:pt x="414" y="505"/>
                  </a:lnTo>
                  <a:lnTo>
                    <a:pt x="414" y="508"/>
                  </a:lnTo>
                  <a:lnTo>
                    <a:pt x="414" y="511"/>
                  </a:lnTo>
                  <a:lnTo>
                    <a:pt x="414" y="514"/>
                  </a:lnTo>
                  <a:lnTo>
                    <a:pt x="414" y="517"/>
                  </a:lnTo>
                  <a:lnTo>
                    <a:pt x="415" y="520"/>
                  </a:lnTo>
                  <a:close/>
                </a:path>
              </a:pathLst>
            </a:custGeom>
            <a:solidFill>
              <a:srgbClr val="59A3CD">
                <a:alpha val="24000"/>
              </a:srgbClr>
            </a:solidFill>
            <a:ln>
              <a:noFill/>
            </a:ln>
          </p:spPr>
          <p:txBody>
            <a:bodyPr anchor="ctr"/>
            <a:lstStyle/>
            <a:p>
              <a:pPr algn="ctr">
                <a:buNone/>
              </a:pPr>
            </a:p>
          </p:txBody>
        </p:sp>
        <p:sp>
          <p:nvSpPr>
            <p:cNvPr id="7642" name="addition:spatial:131">
              <a:extLst>
                <a:ext uri="{FF2B5EF4-FFF2-40B4-BE49-F238E27FC236}">
                  <ns2:creationId id="{45D1E39F-F12E-4719-860E-A6CE8012163B}"/>
                </a:ext>
              </a:extLst>
            </p:cNvPr>
            <p:cNvSpPr>
              <a:spLocks noGrp="1"/>
            </p:cNvSpPr>
            <p:nvPr/>
          </p:nvSpPr>
          <p:spPr>
            <a:xfrm>
              <a:off x="5648325" y="1666875"/>
              <a:ext cx="1111087" cy="1260272"/>
            </a:xfrm>
            <a:custGeom>
              <a:rect l="l" t="t" r="r" b="b"/>
              <a:pathLst>
                <a:path w="838" h="745">
                  <a:moveTo>
                    <a:pt x="0" y="0"/>
                  </a:moveTo>
                  <a:moveTo>
                    <a:pt x="820" y="596"/>
                  </a:moveTo>
                  <a:lnTo>
                    <a:pt x="825" y="608"/>
                  </a:lnTo>
                  <a:lnTo>
                    <a:pt x="832" y="621"/>
                  </a:lnTo>
                  <a:lnTo>
                    <a:pt x="838" y="635"/>
                  </a:lnTo>
                  <a:lnTo>
                    <a:pt x="836" y="648"/>
                  </a:lnTo>
                  <a:lnTo>
                    <a:pt x="825" y="657"/>
                  </a:lnTo>
                  <a:lnTo>
                    <a:pt x="811" y="664"/>
                  </a:lnTo>
                  <a:lnTo>
                    <a:pt x="802" y="673"/>
                  </a:lnTo>
                  <a:lnTo>
                    <a:pt x="799" y="685"/>
                  </a:lnTo>
                  <a:lnTo>
                    <a:pt x="795" y="699"/>
                  </a:lnTo>
                  <a:lnTo>
                    <a:pt x="784" y="706"/>
                  </a:lnTo>
                  <a:lnTo>
                    <a:pt x="765" y="705"/>
                  </a:lnTo>
                  <a:lnTo>
                    <a:pt x="745" y="700"/>
                  </a:lnTo>
                  <a:lnTo>
                    <a:pt x="730" y="699"/>
                  </a:lnTo>
                  <a:lnTo>
                    <a:pt x="720" y="708"/>
                  </a:lnTo>
                  <a:lnTo>
                    <a:pt x="710" y="724"/>
                  </a:lnTo>
                  <a:lnTo>
                    <a:pt x="696" y="738"/>
                  </a:lnTo>
                  <a:lnTo>
                    <a:pt x="679" y="745"/>
                  </a:lnTo>
                  <a:lnTo>
                    <a:pt x="661" y="745"/>
                  </a:lnTo>
                  <a:lnTo>
                    <a:pt x="642" y="743"/>
                  </a:lnTo>
                  <a:lnTo>
                    <a:pt x="624" y="740"/>
                  </a:lnTo>
                  <a:lnTo>
                    <a:pt x="607" y="733"/>
                  </a:lnTo>
                  <a:lnTo>
                    <a:pt x="594" y="720"/>
                  </a:lnTo>
                  <a:lnTo>
                    <a:pt x="586" y="703"/>
                  </a:lnTo>
                  <a:lnTo>
                    <a:pt x="578" y="691"/>
                  </a:lnTo>
                  <a:lnTo>
                    <a:pt x="563" y="688"/>
                  </a:lnTo>
                  <a:lnTo>
                    <a:pt x="542" y="689"/>
                  </a:lnTo>
                  <a:lnTo>
                    <a:pt x="522" y="688"/>
                  </a:lnTo>
                  <a:lnTo>
                    <a:pt x="509" y="679"/>
                  </a:lnTo>
                  <a:lnTo>
                    <a:pt x="507" y="665"/>
                  </a:lnTo>
                  <a:lnTo>
                    <a:pt x="507" y="652"/>
                  </a:lnTo>
                  <a:lnTo>
                    <a:pt x="500" y="642"/>
                  </a:lnTo>
                  <a:lnTo>
                    <a:pt x="486" y="633"/>
                  </a:lnTo>
                  <a:lnTo>
                    <a:pt x="473" y="622"/>
                  </a:lnTo>
                  <a:lnTo>
                    <a:pt x="470" y="609"/>
                  </a:lnTo>
                  <a:lnTo>
                    <a:pt x="477" y="596"/>
                  </a:lnTo>
                  <a:lnTo>
                    <a:pt x="489" y="584"/>
                  </a:lnTo>
                  <a:lnTo>
                    <a:pt x="499" y="572"/>
                  </a:lnTo>
                  <a:lnTo>
                    <a:pt x="509" y="561"/>
                  </a:lnTo>
                  <a:lnTo>
                    <a:pt x="521" y="552"/>
                  </a:lnTo>
                  <a:lnTo>
                    <a:pt x="537" y="545"/>
                  </a:lnTo>
                  <a:lnTo>
                    <a:pt x="550" y="538"/>
                  </a:lnTo>
                  <a:lnTo>
                    <a:pt x="554" y="527"/>
                  </a:lnTo>
                  <a:lnTo>
                    <a:pt x="550" y="508"/>
                  </a:lnTo>
                  <a:lnTo>
                    <a:pt x="547" y="487"/>
                  </a:lnTo>
                  <a:lnTo>
                    <a:pt x="554" y="472"/>
                  </a:lnTo>
                  <a:lnTo>
                    <a:pt x="572" y="468"/>
                  </a:lnTo>
                  <a:lnTo>
                    <a:pt x="593" y="471"/>
                  </a:lnTo>
                  <a:lnTo>
                    <a:pt x="612" y="475"/>
                  </a:lnTo>
                  <a:lnTo>
                    <a:pt x="626" y="472"/>
                  </a:lnTo>
                  <a:lnTo>
                    <a:pt x="637" y="466"/>
                  </a:lnTo>
                  <a:lnTo>
                    <a:pt x="650" y="462"/>
                  </a:lnTo>
                  <a:lnTo>
                    <a:pt x="664" y="465"/>
                  </a:lnTo>
                  <a:lnTo>
                    <a:pt x="676" y="470"/>
                  </a:lnTo>
                  <a:lnTo>
                    <a:pt x="687" y="473"/>
                  </a:lnTo>
                  <a:lnTo>
                    <a:pt x="699" y="471"/>
                  </a:lnTo>
                  <a:lnTo>
                    <a:pt x="712" y="471"/>
                  </a:lnTo>
                  <a:lnTo>
                    <a:pt x="724" y="474"/>
                  </a:lnTo>
                  <a:lnTo>
                    <a:pt x="733" y="481"/>
                  </a:lnTo>
                  <a:lnTo>
                    <a:pt x="744" y="486"/>
                  </a:lnTo>
                  <a:lnTo>
                    <a:pt x="761" y="486"/>
                  </a:lnTo>
                  <a:lnTo>
                    <a:pt x="782" y="486"/>
                  </a:lnTo>
                  <a:lnTo>
                    <a:pt x="799" y="491"/>
                  </a:lnTo>
                  <a:lnTo>
                    <a:pt x="803" y="506"/>
                  </a:lnTo>
                  <a:lnTo>
                    <a:pt x="795" y="526"/>
                  </a:lnTo>
                  <a:lnTo>
                    <a:pt x="784" y="544"/>
                  </a:lnTo>
                  <a:lnTo>
                    <a:pt x="781" y="556"/>
                  </a:lnTo>
                  <a:lnTo>
                    <a:pt x="790" y="565"/>
                  </a:lnTo>
                  <a:lnTo>
                    <a:pt x="803" y="574"/>
                  </a:lnTo>
                  <a:lnTo>
                    <a:pt x="814" y="584"/>
                  </a:lnTo>
                  <a:close/>
                </a:path>
              </a:pathLst>
            </a:custGeom>
            <a:solidFill>
              <a:srgbClr val="F5DAC5">
                <a:alpha val="43000"/>
              </a:srgbClr>
            </a:solidFill>
            <a:ln>
              <a:noFill/>
            </a:ln>
          </p:spPr>
          <p:txBody>
            <a:bodyPr anchor="ctr"/>
            <a:lstStyle/>
            <a:p>
              <a:pPr algn="ctr">
                <a:buNone/>
              </a:pPr>
            </a:p>
          </p:txBody>
        </p:sp>
        <p:sp>
          <p:nvSpPr>
            <p:cNvPr id="7643" name="addition:spatial:132">
              <a:extLst>
                <a:ext uri="{FF2B5EF4-FFF2-40B4-BE49-F238E27FC236}">
                  <ns2:creationId id="{9F084676-6C6D-4A4A-9816-5EFD5E296332}"/>
                </a:ext>
              </a:extLst>
            </p:cNvPr>
            <p:cNvSpPr>
              <a:spLocks noGrp="1"/>
            </p:cNvSpPr>
            <p:nvPr/>
          </p:nvSpPr>
          <p:spPr>
            <a:xfrm>
              <a:off x="5648325" y="1666875"/>
              <a:ext cx="1075289" cy="1223056"/>
            </a:xfrm>
            <a:custGeom>
              <a:rect l="l" t="t" r="r" b="b"/>
              <a:pathLst>
                <a:path w="811" h="723">
                  <a:moveTo>
                    <a:pt x="0" y="0"/>
                  </a:moveTo>
                  <a:moveTo>
                    <a:pt x="800" y="601"/>
                  </a:moveTo>
                  <a:lnTo>
                    <a:pt x="808" y="612"/>
                  </a:lnTo>
                  <a:lnTo>
                    <a:pt x="811" y="623"/>
                  </a:lnTo>
                  <a:lnTo>
                    <a:pt x="808" y="633"/>
                  </a:lnTo>
                  <a:lnTo>
                    <a:pt x="805" y="643"/>
                  </a:lnTo>
                  <a:lnTo>
                    <a:pt x="803" y="654"/>
                  </a:lnTo>
                  <a:lnTo>
                    <a:pt x="800" y="666"/>
                  </a:lnTo>
                  <a:lnTo>
                    <a:pt x="789" y="673"/>
                  </a:lnTo>
                  <a:lnTo>
                    <a:pt x="771" y="674"/>
                  </a:lnTo>
                  <a:lnTo>
                    <a:pt x="750" y="672"/>
                  </a:lnTo>
                  <a:lnTo>
                    <a:pt x="736" y="672"/>
                  </a:lnTo>
                  <a:lnTo>
                    <a:pt x="730" y="681"/>
                  </a:lnTo>
                  <a:lnTo>
                    <a:pt x="727" y="698"/>
                  </a:lnTo>
                  <a:lnTo>
                    <a:pt x="721" y="713"/>
                  </a:lnTo>
                  <a:lnTo>
                    <a:pt x="708" y="722"/>
                  </a:lnTo>
                  <a:lnTo>
                    <a:pt x="692" y="723"/>
                  </a:lnTo>
                  <a:lnTo>
                    <a:pt x="676" y="722"/>
                  </a:lnTo>
                  <a:lnTo>
                    <a:pt x="661" y="722"/>
                  </a:lnTo>
                  <a:lnTo>
                    <a:pt x="645" y="722"/>
                  </a:lnTo>
                  <a:lnTo>
                    <a:pt x="630" y="719"/>
                  </a:lnTo>
                  <a:lnTo>
                    <a:pt x="617" y="711"/>
                  </a:lnTo>
                  <a:lnTo>
                    <a:pt x="606" y="703"/>
                  </a:lnTo>
                  <a:lnTo>
                    <a:pt x="594" y="699"/>
                  </a:lnTo>
                  <a:lnTo>
                    <a:pt x="580" y="699"/>
                  </a:lnTo>
                  <a:lnTo>
                    <a:pt x="566" y="697"/>
                  </a:lnTo>
                  <a:lnTo>
                    <a:pt x="557" y="690"/>
                  </a:lnTo>
                  <a:lnTo>
                    <a:pt x="554" y="678"/>
                  </a:lnTo>
                  <a:lnTo>
                    <a:pt x="551" y="668"/>
                  </a:lnTo>
                  <a:lnTo>
                    <a:pt x="542" y="663"/>
                  </a:lnTo>
                  <a:lnTo>
                    <a:pt x="524" y="661"/>
                  </a:lnTo>
                  <a:lnTo>
                    <a:pt x="505" y="657"/>
                  </a:lnTo>
                  <a:lnTo>
                    <a:pt x="494" y="649"/>
                  </a:lnTo>
                  <a:lnTo>
                    <a:pt x="497" y="636"/>
                  </a:lnTo>
                  <a:lnTo>
                    <a:pt x="508" y="623"/>
                  </a:lnTo>
                  <a:lnTo>
                    <a:pt x="518" y="611"/>
                  </a:lnTo>
                  <a:lnTo>
                    <a:pt x="525" y="601"/>
                  </a:lnTo>
                  <a:lnTo>
                    <a:pt x="530" y="591"/>
                  </a:lnTo>
                  <a:lnTo>
                    <a:pt x="538" y="583"/>
                  </a:lnTo>
                  <a:lnTo>
                    <a:pt x="545" y="574"/>
                  </a:lnTo>
                  <a:lnTo>
                    <a:pt x="547" y="565"/>
                  </a:lnTo>
                  <a:lnTo>
                    <a:pt x="543" y="553"/>
                  </a:lnTo>
                  <a:lnTo>
                    <a:pt x="538" y="538"/>
                  </a:lnTo>
                  <a:lnTo>
                    <a:pt x="540" y="526"/>
                  </a:lnTo>
                  <a:lnTo>
                    <a:pt x="551" y="519"/>
                  </a:lnTo>
                  <a:lnTo>
                    <a:pt x="567" y="516"/>
                  </a:lnTo>
                  <a:lnTo>
                    <a:pt x="580" y="513"/>
                  </a:lnTo>
                  <a:lnTo>
                    <a:pt x="587" y="505"/>
                  </a:lnTo>
                  <a:lnTo>
                    <a:pt x="592" y="494"/>
                  </a:lnTo>
                  <a:lnTo>
                    <a:pt x="601" y="485"/>
                  </a:lnTo>
                  <a:lnTo>
                    <a:pt x="614" y="485"/>
                  </a:lnTo>
                  <a:lnTo>
                    <a:pt x="627" y="492"/>
                  </a:lnTo>
                  <a:lnTo>
                    <a:pt x="639" y="499"/>
                  </a:lnTo>
                  <a:lnTo>
                    <a:pt x="648" y="500"/>
                  </a:lnTo>
                  <a:lnTo>
                    <a:pt x="658" y="498"/>
                  </a:lnTo>
                  <a:lnTo>
                    <a:pt x="668" y="495"/>
                  </a:lnTo>
                  <a:lnTo>
                    <a:pt x="679" y="494"/>
                  </a:lnTo>
                  <a:lnTo>
                    <a:pt x="690" y="493"/>
                  </a:lnTo>
                  <a:lnTo>
                    <a:pt x="704" y="490"/>
                  </a:lnTo>
                  <a:lnTo>
                    <a:pt x="721" y="486"/>
                  </a:lnTo>
                  <a:lnTo>
                    <a:pt x="737" y="488"/>
                  </a:lnTo>
                  <a:lnTo>
                    <a:pt x="746" y="498"/>
                  </a:lnTo>
                  <a:lnTo>
                    <a:pt x="746" y="515"/>
                  </a:lnTo>
                  <a:lnTo>
                    <a:pt x="743" y="532"/>
                  </a:lnTo>
                  <a:lnTo>
                    <a:pt x="746" y="542"/>
                  </a:lnTo>
                  <a:lnTo>
                    <a:pt x="757" y="548"/>
                  </a:lnTo>
                  <a:lnTo>
                    <a:pt x="773" y="553"/>
                  </a:lnTo>
                  <a:lnTo>
                    <a:pt x="784" y="561"/>
                  </a:lnTo>
                  <a:lnTo>
                    <a:pt x="787" y="571"/>
                  </a:lnTo>
                  <a:lnTo>
                    <a:pt x="788" y="581"/>
                  </a:lnTo>
                  <a:lnTo>
                    <a:pt x="791" y="591"/>
                  </a:lnTo>
                  <a:close/>
                </a:path>
              </a:pathLst>
            </a:custGeom>
            <a:solidFill>
              <a:srgbClr val="ECB78D">
                <a:alpha val="43000"/>
              </a:srgbClr>
            </a:solidFill>
            <a:ln>
              <a:noFill/>
            </a:ln>
          </p:spPr>
          <p:txBody>
            <a:bodyPr anchor="ctr"/>
            <a:lstStyle/>
            <a:p>
              <a:pPr algn="ctr">
                <a:buNone/>
              </a:pPr>
            </a:p>
          </p:txBody>
        </p:sp>
        <p:sp>
          <p:nvSpPr>
            <p:cNvPr id="7644" name="addition:spatial:133">
              <a:extLst>
                <a:ext uri="{FF2B5EF4-FFF2-40B4-BE49-F238E27FC236}">
                  <ns2:creationId id="{E3E35318-D859-440B-85A1-AC9770CCB88F}"/>
                </a:ext>
              </a:extLst>
            </p:cNvPr>
            <p:cNvSpPr>
              <a:spLocks noGrp="1"/>
            </p:cNvSpPr>
            <p:nvPr/>
          </p:nvSpPr>
          <p:spPr>
            <a:xfrm>
              <a:off x="5648325" y="1666875"/>
              <a:ext cx="1056726" cy="1202756"/>
            </a:xfrm>
            <a:custGeom>
              <a:rect l="l" t="t" r="r" b="b"/>
              <a:pathLst>
                <a:path w="797" h="711">
                  <a:moveTo>
                    <a:pt x="0" y="0"/>
                  </a:moveTo>
                  <a:moveTo>
                    <a:pt x="794" y="606"/>
                  </a:moveTo>
                  <a:lnTo>
                    <a:pt x="782" y="615"/>
                  </a:lnTo>
                  <a:lnTo>
                    <a:pt x="770" y="623"/>
                  </a:lnTo>
                  <a:lnTo>
                    <a:pt x="763" y="630"/>
                  </a:lnTo>
                  <a:lnTo>
                    <a:pt x="763" y="639"/>
                  </a:lnTo>
                  <a:lnTo>
                    <a:pt x="764" y="650"/>
                  </a:lnTo>
                  <a:lnTo>
                    <a:pt x="758" y="658"/>
                  </a:lnTo>
                  <a:lnTo>
                    <a:pt x="745" y="663"/>
                  </a:lnTo>
                  <a:lnTo>
                    <a:pt x="730" y="665"/>
                  </a:lnTo>
                  <a:lnTo>
                    <a:pt x="720" y="670"/>
                  </a:lnTo>
                  <a:lnTo>
                    <a:pt x="716" y="679"/>
                  </a:lnTo>
                  <a:lnTo>
                    <a:pt x="712" y="692"/>
                  </a:lnTo>
                  <a:lnTo>
                    <a:pt x="705" y="703"/>
                  </a:lnTo>
                  <a:lnTo>
                    <a:pt x="694" y="708"/>
                  </a:lnTo>
                  <a:lnTo>
                    <a:pt x="681" y="710"/>
                  </a:lnTo>
                  <a:lnTo>
                    <a:pt x="669" y="711"/>
                  </a:lnTo>
                  <a:lnTo>
                    <a:pt x="657" y="711"/>
                  </a:lnTo>
                  <a:lnTo>
                    <a:pt x="645" y="708"/>
                  </a:lnTo>
                  <a:lnTo>
                    <a:pt x="635" y="700"/>
                  </a:lnTo>
                  <a:lnTo>
                    <a:pt x="627" y="690"/>
                  </a:lnTo>
                  <a:lnTo>
                    <a:pt x="620" y="685"/>
                  </a:lnTo>
                  <a:lnTo>
                    <a:pt x="611" y="688"/>
                  </a:lnTo>
                  <a:lnTo>
                    <a:pt x="598" y="696"/>
                  </a:lnTo>
                  <a:lnTo>
                    <a:pt x="584" y="701"/>
                  </a:lnTo>
                  <a:lnTo>
                    <a:pt x="574" y="698"/>
                  </a:lnTo>
                  <a:lnTo>
                    <a:pt x="569" y="689"/>
                  </a:lnTo>
                  <a:lnTo>
                    <a:pt x="566" y="679"/>
                  </a:lnTo>
                  <a:lnTo>
                    <a:pt x="561" y="672"/>
                  </a:lnTo>
                  <a:lnTo>
                    <a:pt x="552" y="667"/>
                  </a:lnTo>
                  <a:lnTo>
                    <a:pt x="543" y="661"/>
                  </a:lnTo>
                  <a:lnTo>
                    <a:pt x="540" y="652"/>
                  </a:lnTo>
                  <a:lnTo>
                    <a:pt x="542" y="641"/>
                  </a:lnTo>
                  <a:lnTo>
                    <a:pt x="544" y="632"/>
                  </a:lnTo>
                  <a:lnTo>
                    <a:pt x="544" y="623"/>
                  </a:lnTo>
                  <a:lnTo>
                    <a:pt x="542" y="615"/>
                  </a:lnTo>
                  <a:lnTo>
                    <a:pt x="543" y="606"/>
                  </a:lnTo>
                  <a:lnTo>
                    <a:pt x="548" y="598"/>
                  </a:lnTo>
                  <a:lnTo>
                    <a:pt x="550" y="590"/>
                  </a:lnTo>
                  <a:lnTo>
                    <a:pt x="545" y="581"/>
                  </a:lnTo>
                  <a:lnTo>
                    <a:pt x="533" y="569"/>
                  </a:lnTo>
                  <a:lnTo>
                    <a:pt x="523" y="556"/>
                  </a:lnTo>
                  <a:lnTo>
                    <a:pt x="523" y="544"/>
                  </a:lnTo>
                  <a:lnTo>
                    <a:pt x="535" y="539"/>
                  </a:lnTo>
                  <a:lnTo>
                    <a:pt x="552" y="539"/>
                  </a:lnTo>
                  <a:lnTo>
                    <a:pt x="565" y="538"/>
                  </a:lnTo>
                  <a:lnTo>
                    <a:pt x="573" y="534"/>
                  </a:lnTo>
                  <a:lnTo>
                    <a:pt x="579" y="528"/>
                  </a:lnTo>
                  <a:lnTo>
                    <a:pt x="586" y="523"/>
                  </a:lnTo>
                  <a:lnTo>
                    <a:pt x="595" y="520"/>
                  </a:lnTo>
                  <a:lnTo>
                    <a:pt x="604" y="518"/>
                  </a:lnTo>
                  <a:lnTo>
                    <a:pt x="613" y="513"/>
                  </a:lnTo>
                  <a:lnTo>
                    <a:pt x="623" y="506"/>
                  </a:lnTo>
                  <a:lnTo>
                    <a:pt x="634" y="501"/>
                  </a:lnTo>
                  <a:lnTo>
                    <a:pt x="646" y="502"/>
                  </a:lnTo>
                  <a:lnTo>
                    <a:pt x="658" y="507"/>
                  </a:lnTo>
                  <a:lnTo>
                    <a:pt x="669" y="509"/>
                  </a:lnTo>
                  <a:lnTo>
                    <a:pt x="683" y="508"/>
                  </a:lnTo>
                  <a:lnTo>
                    <a:pt x="699" y="504"/>
                  </a:lnTo>
                  <a:lnTo>
                    <a:pt x="713" y="506"/>
                  </a:lnTo>
                  <a:lnTo>
                    <a:pt x="722" y="516"/>
                  </a:lnTo>
                  <a:lnTo>
                    <a:pt x="724" y="531"/>
                  </a:lnTo>
                  <a:lnTo>
                    <a:pt x="725" y="544"/>
                  </a:lnTo>
                  <a:lnTo>
                    <a:pt x="730" y="552"/>
                  </a:lnTo>
                  <a:lnTo>
                    <a:pt x="742" y="555"/>
                  </a:lnTo>
                  <a:lnTo>
                    <a:pt x="756" y="558"/>
                  </a:lnTo>
                  <a:lnTo>
                    <a:pt x="769" y="563"/>
                  </a:lnTo>
                  <a:lnTo>
                    <a:pt x="777" y="570"/>
                  </a:lnTo>
                  <a:lnTo>
                    <a:pt x="785" y="578"/>
                  </a:lnTo>
                  <a:lnTo>
                    <a:pt x="793" y="586"/>
                  </a:lnTo>
                  <a:lnTo>
                    <a:pt x="797" y="596"/>
                  </a:lnTo>
                  <a:close/>
                </a:path>
              </a:pathLst>
            </a:custGeom>
            <a:solidFill>
              <a:srgbClr val="E18B48">
                <a:alpha val="35000"/>
              </a:srgbClr>
            </a:solidFill>
            <a:ln>
              <a:noFill/>
            </a:ln>
          </p:spPr>
          <p:txBody>
            <a:bodyPr anchor="ctr"/>
            <a:lstStyle/>
            <a:p>
              <a:pPr algn="ctr">
                <a:buNone/>
              </a:pPr>
            </a:p>
          </p:txBody>
        </p:sp>
        <p:sp>
          <p:nvSpPr>
            <p:cNvPr id="7645" name="addition:spatial:134">
              <a:extLst>
                <a:ext uri="{FF2B5EF4-FFF2-40B4-BE49-F238E27FC236}">
                  <ns2:creationId id="{7DFF71C9-458C-483B-893B-06E8F9CCDC3D}"/>
                </a:ext>
              </a:extLst>
            </p:cNvPr>
            <p:cNvSpPr>
              <a:spLocks noGrp="1"/>
            </p:cNvSpPr>
            <p:nvPr/>
          </p:nvSpPr>
          <p:spPr>
            <a:xfrm>
              <a:off x="5648325" y="1666875"/>
              <a:ext cx="859170" cy="1053892"/>
            </a:xfrm>
            <a:custGeom>
              <a:rect l="l" t="t" r="r" b="b"/>
              <a:pathLst>
                <a:path w="648" h="623">
                  <a:moveTo>
                    <a:pt x="0" y="0"/>
                  </a:moveTo>
                  <a:moveTo>
                    <a:pt x="638" y="577"/>
                  </a:moveTo>
                  <a:lnTo>
                    <a:pt x="642" y="580"/>
                  </a:lnTo>
                  <a:lnTo>
                    <a:pt x="644" y="584"/>
                  </a:lnTo>
                  <a:lnTo>
                    <a:pt x="643" y="588"/>
                  </a:lnTo>
                  <a:lnTo>
                    <a:pt x="641" y="591"/>
                  </a:lnTo>
                  <a:lnTo>
                    <a:pt x="640" y="595"/>
                  </a:lnTo>
                  <a:lnTo>
                    <a:pt x="640" y="599"/>
                  </a:lnTo>
                  <a:lnTo>
                    <a:pt x="639" y="603"/>
                  </a:lnTo>
                  <a:lnTo>
                    <a:pt x="636" y="606"/>
                  </a:lnTo>
                  <a:lnTo>
                    <a:pt x="632" y="607"/>
                  </a:lnTo>
                  <a:lnTo>
                    <a:pt x="629" y="609"/>
                  </a:lnTo>
                  <a:lnTo>
                    <a:pt x="626" y="612"/>
                  </a:lnTo>
                  <a:lnTo>
                    <a:pt x="623" y="615"/>
                  </a:lnTo>
                  <a:lnTo>
                    <a:pt x="619" y="616"/>
                  </a:lnTo>
                  <a:lnTo>
                    <a:pt x="614" y="613"/>
                  </a:lnTo>
                  <a:lnTo>
                    <a:pt x="609" y="611"/>
                  </a:lnTo>
                  <a:lnTo>
                    <a:pt x="605" y="611"/>
                  </a:lnTo>
                  <a:lnTo>
                    <a:pt x="602" y="614"/>
                  </a:lnTo>
                  <a:lnTo>
                    <a:pt x="598" y="620"/>
                  </a:lnTo>
                  <a:lnTo>
                    <a:pt x="592" y="623"/>
                  </a:lnTo>
                  <a:lnTo>
                    <a:pt x="587" y="623"/>
                  </a:lnTo>
                  <a:lnTo>
                    <a:pt x="582" y="621"/>
                  </a:lnTo>
                  <a:lnTo>
                    <a:pt x="578" y="618"/>
                  </a:lnTo>
                  <a:lnTo>
                    <a:pt x="573" y="615"/>
                  </a:lnTo>
                  <a:lnTo>
                    <a:pt x="569" y="612"/>
                  </a:lnTo>
                  <a:lnTo>
                    <a:pt x="566" y="608"/>
                  </a:lnTo>
                  <a:lnTo>
                    <a:pt x="564" y="604"/>
                  </a:lnTo>
                  <a:lnTo>
                    <a:pt x="562" y="601"/>
                  </a:lnTo>
                  <a:lnTo>
                    <a:pt x="557" y="599"/>
                  </a:lnTo>
                  <a:lnTo>
                    <a:pt x="551" y="598"/>
                  </a:lnTo>
                  <a:lnTo>
                    <a:pt x="546" y="595"/>
                  </a:lnTo>
                  <a:lnTo>
                    <a:pt x="544" y="592"/>
                  </a:lnTo>
                  <a:lnTo>
                    <a:pt x="544" y="587"/>
                  </a:lnTo>
                  <a:lnTo>
                    <a:pt x="545" y="584"/>
                  </a:lnTo>
                  <a:lnTo>
                    <a:pt x="542" y="580"/>
                  </a:lnTo>
                  <a:lnTo>
                    <a:pt x="537" y="577"/>
                  </a:lnTo>
                  <a:lnTo>
                    <a:pt x="533" y="572"/>
                  </a:lnTo>
                  <a:lnTo>
                    <a:pt x="534" y="568"/>
                  </a:lnTo>
                  <a:lnTo>
                    <a:pt x="539" y="565"/>
                  </a:lnTo>
                  <a:lnTo>
                    <a:pt x="545" y="562"/>
                  </a:lnTo>
                  <a:lnTo>
                    <a:pt x="550" y="560"/>
                  </a:lnTo>
                  <a:lnTo>
                    <a:pt x="554" y="557"/>
                  </a:lnTo>
                  <a:lnTo>
                    <a:pt x="557" y="555"/>
                  </a:lnTo>
                  <a:lnTo>
                    <a:pt x="561" y="552"/>
                  </a:lnTo>
                  <a:lnTo>
                    <a:pt x="564" y="550"/>
                  </a:lnTo>
                  <a:lnTo>
                    <a:pt x="566" y="546"/>
                  </a:lnTo>
                  <a:lnTo>
                    <a:pt x="568" y="540"/>
                  </a:lnTo>
                  <a:lnTo>
                    <a:pt x="570" y="535"/>
                  </a:lnTo>
                  <a:lnTo>
                    <a:pt x="575" y="532"/>
                  </a:lnTo>
                  <a:lnTo>
                    <a:pt x="581" y="533"/>
                  </a:lnTo>
                  <a:lnTo>
                    <a:pt x="588" y="536"/>
                  </a:lnTo>
                  <a:lnTo>
                    <a:pt x="593" y="537"/>
                  </a:lnTo>
                  <a:lnTo>
                    <a:pt x="598" y="536"/>
                  </a:lnTo>
                  <a:lnTo>
                    <a:pt x="602" y="534"/>
                  </a:lnTo>
                  <a:lnTo>
                    <a:pt x="607" y="534"/>
                  </a:lnTo>
                  <a:lnTo>
                    <a:pt x="611" y="536"/>
                  </a:lnTo>
                  <a:lnTo>
                    <a:pt x="614" y="540"/>
                  </a:lnTo>
                  <a:lnTo>
                    <a:pt x="617" y="542"/>
                  </a:lnTo>
                  <a:lnTo>
                    <a:pt x="621" y="543"/>
                  </a:lnTo>
                  <a:lnTo>
                    <a:pt x="625" y="543"/>
                  </a:lnTo>
                  <a:lnTo>
                    <a:pt x="629" y="544"/>
                  </a:lnTo>
                  <a:lnTo>
                    <a:pt x="632" y="546"/>
                  </a:lnTo>
                  <a:lnTo>
                    <a:pt x="636" y="548"/>
                  </a:lnTo>
                  <a:lnTo>
                    <a:pt x="641" y="550"/>
                  </a:lnTo>
                  <a:lnTo>
                    <a:pt x="645" y="552"/>
                  </a:lnTo>
                  <a:lnTo>
                    <a:pt x="648" y="556"/>
                  </a:lnTo>
                  <a:lnTo>
                    <a:pt x="646" y="561"/>
                  </a:lnTo>
                  <a:lnTo>
                    <a:pt x="640" y="566"/>
                  </a:lnTo>
                  <a:lnTo>
                    <a:pt x="635" y="570"/>
                  </a:lnTo>
                  <a:lnTo>
                    <a:pt x="634" y="574"/>
                  </a:lnTo>
                  <a:close/>
                </a:path>
              </a:pathLst>
            </a:custGeom>
            <a:solidFill>
              <a:srgbClr val="ECB78D">
                <a:alpha val="32000"/>
              </a:srgbClr>
            </a:solidFill>
            <a:ln>
              <a:noFill/>
            </a:ln>
          </p:spPr>
          <p:txBody>
            <a:bodyPr anchor="ctr"/>
            <a:lstStyle/>
            <a:p>
              <a:pPr algn="ctr">
                <a:buNone/>
              </a:pPr>
            </a:p>
          </p:txBody>
        </p:sp>
        <p:sp>
          <p:nvSpPr>
            <p:cNvPr id="7646" name="addition:spatial:135">
              <a:extLst>
                <a:ext uri="{FF2B5EF4-FFF2-40B4-BE49-F238E27FC236}">
                  <ns2:creationId id="{433AEE80-1171-4C34-AAB4-B8E519E496BB}"/>
                </a:ext>
              </a:extLst>
            </p:cNvPr>
            <p:cNvSpPr>
              <a:spLocks noGrp="1"/>
            </p:cNvSpPr>
            <p:nvPr/>
          </p:nvSpPr>
          <p:spPr>
            <a:xfrm>
              <a:off x="5648325" y="1666875"/>
              <a:ext cx="918835" cy="992993"/>
            </a:xfrm>
            <a:custGeom>
              <a:rect l="l" t="t" r="r" b="b"/>
              <a:pathLst>
                <a:path w="693" h="587">
                  <a:moveTo>
                    <a:pt x="0" y="0"/>
                  </a:moveTo>
                  <a:moveTo>
                    <a:pt x="693" y="543"/>
                  </a:moveTo>
                  <a:lnTo>
                    <a:pt x="693" y="547"/>
                  </a:lnTo>
                  <a:lnTo>
                    <a:pt x="691" y="551"/>
                  </a:lnTo>
                  <a:lnTo>
                    <a:pt x="688" y="554"/>
                  </a:lnTo>
                  <a:lnTo>
                    <a:pt x="686" y="557"/>
                  </a:lnTo>
                  <a:lnTo>
                    <a:pt x="685" y="561"/>
                  </a:lnTo>
                  <a:lnTo>
                    <a:pt x="683" y="565"/>
                  </a:lnTo>
                  <a:lnTo>
                    <a:pt x="679" y="567"/>
                  </a:lnTo>
                  <a:lnTo>
                    <a:pt x="672" y="567"/>
                  </a:lnTo>
                  <a:lnTo>
                    <a:pt x="666" y="567"/>
                  </a:lnTo>
                  <a:lnTo>
                    <a:pt x="663" y="570"/>
                  </a:lnTo>
                  <a:lnTo>
                    <a:pt x="662" y="575"/>
                  </a:lnTo>
                  <a:lnTo>
                    <a:pt x="661" y="581"/>
                  </a:lnTo>
                  <a:lnTo>
                    <a:pt x="658" y="586"/>
                  </a:lnTo>
                  <a:lnTo>
                    <a:pt x="652" y="587"/>
                  </a:lnTo>
                  <a:lnTo>
                    <a:pt x="647" y="587"/>
                  </a:lnTo>
                  <a:lnTo>
                    <a:pt x="641" y="586"/>
                  </a:lnTo>
                  <a:lnTo>
                    <a:pt x="636" y="585"/>
                  </a:lnTo>
                  <a:lnTo>
                    <a:pt x="631" y="583"/>
                  </a:lnTo>
                  <a:lnTo>
                    <a:pt x="627" y="581"/>
                  </a:lnTo>
                  <a:lnTo>
                    <a:pt x="624" y="578"/>
                  </a:lnTo>
                  <a:lnTo>
                    <a:pt x="621" y="577"/>
                  </a:lnTo>
                  <a:lnTo>
                    <a:pt x="616" y="577"/>
                  </a:lnTo>
                  <a:lnTo>
                    <a:pt x="611" y="579"/>
                  </a:lnTo>
                  <a:lnTo>
                    <a:pt x="607" y="579"/>
                  </a:lnTo>
                  <a:lnTo>
                    <a:pt x="604" y="576"/>
                  </a:lnTo>
                  <a:lnTo>
                    <a:pt x="603" y="572"/>
                  </a:lnTo>
                  <a:lnTo>
                    <a:pt x="602" y="568"/>
                  </a:lnTo>
                  <a:lnTo>
                    <a:pt x="598" y="567"/>
                  </a:lnTo>
                  <a:lnTo>
                    <a:pt x="593" y="566"/>
                  </a:lnTo>
                  <a:lnTo>
                    <a:pt x="589" y="563"/>
                  </a:lnTo>
                  <a:lnTo>
                    <a:pt x="588" y="559"/>
                  </a:lnTo>
                  <a:lnTo>
                    <a:pt x="591" y="554"/>
                  </a:lnTo>
                  <a:lnTo>
                    <a:pt x="594" y="550"/>
                  </a:lnTo>
                  <a:lnTo>
                    <a:pt x="597" y="546"/>
                  </a:lnTo>
                  <a:lnTo>
                    <a:pt x="597" y="543"/>
                  </a:lnTo>
                  <a:lnTo>
                    <a:pt x="598" y="540"/>
                  </a:lnTo>
                  <a:lnTo>
                    <a:pt x="599" y="537"/>
                  </a:lnTo>
                  <a:lnTo>
                    <a:pt x="599" y="533"/>
                  </a:lnTo>
                  <a:lnTo>
                    <a:pt x="597" y="529"/>
                  </a:lnTo>
                  <a:lnTo>
                    <a:pt x="593" y="524"/>
                  </a:lnTo>
                  <a:lnTo>
                    <a:pt x="592" y="519"/>
                  </a:lnTo>
                  <a:lnTo>
                    <a:pt x="594" y="515"/>
                  </a:lnTo>
                  <a:lnTo>
                    <a:pt x="599" y="514"/>
                  </a:lnTo>
                  <a:lnTo>
                    <a:pt x="605" y="514"/>
                  </a:lnTo>
                  <a:lnTo>
                    <a:pt x="609" y="513"/>
                  </a:lnTo>
                  <a:lnTo>
                    <a:pt x="611" y="510"/>
                  </a:lnTo>
                  <a:lnTo>
                    <a:pt x="613" y="507"/>
                  </a:lnTo>
                  <a:lnTo>
                    <a:pt x="616" y="505"/>
                  </a:lnTo>
                  <a:lnTo>
                    <a:pt x="620" y="505"/>
                  </a:lnTo>
                  <a:lnTo>
                    <a:pt x="625" y="506"/>
                  </a:lnTo>
                  <a:lnTo>
                    <a:pt x="628" y="507"/>
                  </a:lnTo>
                  <a:lnTo>
                    <a:pt x="632" y="505"/>
                  </a:lnTo>
                  <a:lnTo>
                    <a:pt x="636" y="503"/>
                  </a:lnTo>
                  <a:lnTo>
                    <a:pt x="640" y="503"/>
                  </a:lnTo>
                  <a:lnTo>
                    <a:pt x="645" y="503"/>
                  </a:lnTo>
                  <a:lnTo>
                    <a:pt x="649" y="503"/>
                  </a:lnTo>
                  <a:lnTo>
                    <a:pt x="655" y="502"/>
                  </a:lnTo>
                  <a:lnTo>
                    <a:pt x="661" y="502"/>
                  </a:lnTo>
                  <a:lnTo>
                    <a:pt x="666" y="504"/>
                  </a:lnTo>
                  <a:lnTo>
                    <a:pt x="667" y="510"/>
                  </a:lnTo>
                  <a:lnTo>
                    <a:pt x="667" y="516"/>
                  </a:lnTo>
                  <a:lnTo>
                    <a:pt x="667" y="521"/>
                  </a:lnTo>
                  <a:lnTo>
                    <a:pt x="670" y="523"/>
                  </a:lnTo>
                  <a:lnTo>
                    <a:pt x="676" y="524"/>
                  </a:lnTo>
                  <a:lnTo>
                    <a:pt x="682" y="526"/>
                  </a:lnTo>
                  <a:lnTo>
                    <a:pt x="686" y="528"/>
                  </a:lnTo>
                  <a:lnTo>
                    <a:pt x="688" y="532"/>
                  </a:lnTo>
                  <a:lnTo>
                    <a:pt x="689" y="536"/>
                  </a:lnTo>
                  <a:lnTo>
                    <a:pt x="691" y="539"/>
                  </a:lnTo>
                  <a:close/>
                </a:path>
              </a:pathLst>
            </a:custGeom>
            <a:solidFill>
              <a:srgbClr val="ECB78D">
                <a:alpha val="32000"/>
              </a:srgbClr>
            </a:solidFill>
            <a:ln>
              <a:noFill/>
            </a:ln>
          </p:spPr>
          <p:txBody>
            <a:bodyPr anchor="ctr"/>
            <a:lstStyle/>
            <a:p>
              <a:pPr algn="ctr">
                <a:buNone/>
              </a:pPr>
            </a:p>
          </p:txBody>
        </p:sp>
        <p:sp>
          <p:nvSpPr>
            <p:cNvPr id="7647" name="addition:spatial:136">
              <a:extLst>
                <a:ext uri="{FF2B5EF4-FFF2-40B4-BE49-F238E27FC236}">
                  <ns2:creationId id="{20780FDD-1333-42BA-B991-A5876F4BF1E5}"/>
                </a:ext>
              </a:extLst>
            </p:cNvPr>
            <p:cNvSpPr>
              <a:spLocks noGrp="1"/>
            </p:cNvSpPr>
            <p:nvPr/>
          </p:nvSpPr>
          <p:spPr>
            <a:xfrm>
              <a:off x="5648325" y="1666875"/>
              <a:ext cx="977174" cy="1021751"/>
            </a:xfrm>
            <a:custGeom>
              <a:rect l="l" t="t" r="r" b="b"/>
              <a:pathLst>
                <a:path w="737" h="604">
                  <a:moveTo>
                    <a:pt x="0" y="0"/>
                  </a:moveTo>
                  <a:moveTo>
                    <a:pt x="728" y="552"/>
                  </a:moveTo>
                  <a:lnTo>
                    <a:pt x="733" y="556"/>
                  </a:lnTo>
                  <a:lnTo>
                    <a:pt x="737" y="561"/>
                  </a:lnTo>
                  <a:lnTo>
                    <a:pt x="737" y="565"/>
                  </a:lnTo>
                  <a:lnTo>
                    <a:pt x="734" y="568"/>
                  </a:lnTo>
                  <a:lnTo>
                    <a:pt x="730" y="571"/>
                  </a:lnTo>
                  <a:lnTo>
                    <a:pt x="729" y="575"/>
                  </a:lnTo>
                  <a:lnTo>
                    <a:pt x="729" y="579"/>
                  </a:lnTo>
                  <a:lnTo>
                    <a:pt x="729" y="584"/>
                  </a:lnTo>
                  <a:lnTo>
                    <a:pt x="727" y="587"/>
                  </a:lnTo>
                  <a:lnTo>
                    <a:pt x="722" y="588"/>
                  </a:lnTo>
                  <a:lnTo>
                    <a:pt x="717" y="588"/>
                  </a:lnTo>
                  <a:lnTo>
                    <a:pt x="713" y="589"/>
                  </a:lnTo>
                  <a:lnTo>
                    <a:pt x="709" y="590"/>
                  </a:lnTo>
                  <a:lnTo>
                    <a:pt x="705" y="591"/>
                  </a:lnTo>
                  <a:lnTo>
                    <a:pt x="701" y="591"/>
                  </a:lnTo>
                  <a:lnTo>
                    <a:pt x="697" y="591"/>
                  </a:lnTo>
                  <a:lnTo>
                    <a:pt x="694" y="594"/>
                  </a:lnTo>
                  <a:lnTo>
                    <a:pt x="689" y="599"/>
                  </a:lnTo>
                  <a:lnTo>
                    <a:pt x="683" y="603"/>
                  </a:lnTo>
                  <a:lnTo>
                    <a:pt x="677" y="604"/>
                  </a:lnTo>
                  <a:lnTo>
                    <a:pt x="672" y="600"/>
                  </a:lnTo>
                  <a:lnTo>
                    <a:pt x="669" y="594"/>
                  </a:lnTo>
                  <a:lnTo>
                    <a:pt x="667" y="588"/>
                  </a:lnTo>
                  <a:lnTo>
                    <a:pt x="663" y="586"/>
                  </a:lnTo>
                  <a:lnTo>
                    <a:pt x="658" y="585"/>
                  </a:lnTo>
                  <a:lnTo>
                    <a:pt x="653" y="583"/>
                  </a:lnTo>
                  <a:lnTo>
                    <a:pt x="650" y="580"/>
                  </a:lnTo>
                  <a:lnTo>
                    <a:pt x="647" y="577"/>
                  </a:lnTo>
                  <a:lnTo>
                    <a:pt x="644" y="574"/>
                  </a:lnTo>
                  <a:lnTo>
                    <a:pt x="640" y="571"/>
                  </a:lnTo>
                  <a:lnTo>
                    <a:pt x="636" y="568"/>
                  </a:lnTo>
                  <a:lnTo>
                    <a:pt x="634" y="564"/>
                  </a:lnTo>
                  <a:lnTo>
                    <a:pt x="634" y="560"/>
                  </a:lnTo>
                  <a:lnTo>
                    <a:pt x="633" y="556"/>
                  </a:lnTo>
                  <a:lnTo>
                    <a:pt x="631" y="552"/>
                  </a:lnTo>
                  <a:lnTo>
                    <a:pt x="628" y="548"/>
                  </a:lnTo>
                  <a:lnTo>
                    <a:pt x="628" y="543"/>
                  </a:lnTo>
                  <a:lnTo>
                    <a:pt x="632" y="540"/>
                  </a:lnTo>
                  <a:lnTo>
                    <a:pt x="640" y="537"/>
                  </a:lnTo>
                  <a:lnTo>
                    <a:pt x="648" y="536"/>
                  </a:lnTo>
                  <a:lnTo>
                    <a:pt x="652" y="534"/>
                  </a:lnTo>
                  <a:lnTo>
                    <a:pt x="652" y="530"/>
                  </a:lnTo>
                  <a:lnTo>
                    <a:pt x="652" y="524"/>
                  </a:lnTo>
                  <a:lnTo>
                    <a:pt x="653" y="520"/>
                  </a:lnTo>
                  <a:lnTo>
                    <a:pt x="657" y="516"/>
                  </a:lnTo>
                  <a:lnTo>
                    <a:pt x="661" y="513"/>
                  </a:lnTo>
                  <a:lnTo>
                    <a:pt x="665" y="510"/>
                  </a:lnTo>
                  <a:lnTo>
                    <a:pt x="669" y="508"/>
                  </a:lnTo>
                  <a:lnTo>
                    <a:pt x="674" y="507"/>
                  </a:lnTo>
                  <a:lnTo>
                    <a:pt x="680" y="508"/>
                  </a:lnTo>
                  <a:lnTo>
                    <a:pt x="685" y="510"/>
                  </a:lnTo>
                  <a:lnTo>
                    <a:pt x="689" y="511"/>
                  </a:lnTo>
                  <a:lnTo>
                    <a:pt x="693" y="510"/>
                  </a:lnTo>
                  <a:lnTo>
                    <a:pt x="698" y="508"/>
                  </a:lnTo>
                  <a:lnTo>
                    <a:pt x="702" y="508"/>
                  </a:lnTo>
                  <a:lnTo>
                    <a:pt x="705" y="512"/>
                  </a:lnTo>
                  <a:lnTo>
                    <a:pt x="707" y="517"/>
                  </a:lnTo>
                  <a:lnTo>
                    <a:pt x="709" y="519"/>
                  </a:lnTo>
                  <a:lnTo>
                    <a:pt x="714" y="518"/>
                  </a:lnTo>
                  <a:lnTo>
                    <a:pt x="720" y="517"/>
                  </a:lnTo>
                  <a:lnTo>
                    <a:pt x="725" y="517"/>
                  </a:lnTo>
                  <a:lnTo>
                    <a:pt x="729" y="519"/>
                  </a:lnTo>
                  <a:lnTo>
                    <a:pt x="730" y="523"/>
                  </a:lnTo>
                  <a:lnTo>
                    <a:pt x="731" y="528"/>
                  </a:lnTo>
                  <a:lnTo>
                    <a:pt x="731" y="532"/>
                  </a:lnTo>
                  <a:lnTo>
                    <a:pt x="731" y="537"/>
                  </a:lnTo>
                  <a:lnTo>
                    <a:pt x="729" y="541"/>
                  </a:lnTo>
                  <a:lnTo>
                    <a:pt x="726" y="545"/>
                  </a:lnTo>
                  <a:lnTo>
                    <a:pt x="725" y="549"/>
                  </a:lnTo>
                  <a:close/>
                </a:path>
              </a:pathLst>
            </a:custGeom>
            <a:solidFill>
              <a:srgbClr val="ECB78D">
                <a:alpha val="32000"/>
              </a:srgbClr>
            </a:solidFill>
            <a:ln>
              <a:noFill/>
            </a:ln>
          </p:spPr>
          <p:txBody>
            <a:bodyPr anchor="ctr"/>
            <a:lstStyle/>
            <a:p>
              <a:pPr algn="ctr">
                <a:buNone/>
              </a:pPr>
            </a:p>
          </p:txBody>
        </p:sp>
        <p:sp>
          <p:nvSpPr>
            <p:cNvPr id="7648" name="addition:spatial:137">
              <a:extLst>
                <a:ext uri="{FF2B5EF4-FFF2-40B4-BE49-F238E27FC236}">
                  <ns2:creationId id="{2EA53674-824A-4339-ADAC-2FEBE4B492A4}"/>
                </a:ext>
              </a:extLst>
            </p:cNvPr>
            <p:cNvSpPr>
              <a:spLocks noGrp="1"/>
            </p:cNvSpPr>
            <p:nvPr/>
          </p:nvSpPr>
          <p:spPr>
            <a:xfrm>
              <a:off x="5648325" y="1666875"/>
              <a:ext cx="1051423" cy="1084341"/>
            </a:xfrm>
            <a:custGeom>
              <a:rect l="l" t="t" r="r" b="b"/>
              <a:pathLst>
                <a:path w="793" h="641">
                  <a:moveTo>
                    <a:pt x="0" y="0"/>
                  </a:moveTo>
                  <a:moveTo>
                    <a:pt x="789" y="589"/>
                  </a:moveTo>
                  <a:lnTo>
                    <a:pt x="792" y="594"/>
                  </a:lnTo>
                  <a:lnTo>
                    <a:pt x="793" y="599"/>
                  </a:lnTo>
                  <a:lnTo>
                    <a:pt x="788" y="603"/>
                  </a:lnTo>
                  <a:lnTo>
                    <a:pt x="780" y="606"/>
                  </a:lnTo>
                  <a:lnTo>
                    <a:pt x="774" y="608"/>
                  </a:lnTo>
                  <a:lnTo>
                    <a:pt x="771" y="611"/>
                  </a:lnTo>
                  <a:lnTo>
                    <a:pt x="771" y="616"/>
                  </a:lnTo>
                  <a:lnTo>
                    <a:pt x="770" y="621"/>
                  </a:lnTo>
                  <a:lnTo>
                    <a:pt x="766" y="624"/>
                  </a:lnTo>
                  <a:lnTo>
                    <a:pt x="761" y="625"/>
                  </a:lnTo>
                  <a:lnTo>
                    <a:pt x="755" y="626"/>
                  </a:lnTo>
                  <a:lnTo>
                    <a:pt x="751" y="629"/>
                  </a:lnTo>
                  <a:lnTo>
                    <a:pt x="747" y="633"/>
                  </a:lnTo>
                  <a:lnTo>
                    <a:pt x="743" y="637"/>
                  </a:lnTo>
                  <a:lnTo>
                    <a:pt x="737" y="639"/>
                  </a:lnTo>
                  <a:lnTo>
                    <a:pt x="731" y="640"/>
                  </a:lnTo>
                  <a:lnTo>
                    <a:pt x="725" y="640"/>
                  </a:lnTo>
                  <a:lnTo>
                    <a:pt x="720" y="641"/>
                  </a:lnTo>
                  <a:lnTo>
                    <a:pt x="714" y="640"/>
                  </a:lnTo>
                  <a:lnTo>
                    <a:pt x="709" y="637"/>
                  </a:lnTo>
                  <a:lnTo>
                    <a:pt x="706" y="631"/>
                  </a:lnTo>
                  <a:lnTo>
                    <a:pt x="704" y="625"/>
                  </a:lnTo>
                  <a:lnTo>
                    <a:pt x="701" y="623"/>
                  </a:lnTo>
                  <a:lnTo>
                    <a:pt x="696" y="625"/>
                  </a:lnTo>
                  <a:lnTo>
                    <a:pt x="688" y="627"/>
                  </a:lnTo>
                  <a:lnTo>
                    <a:pt x="682" y="627"/>
                  </a:lnTo>
                  <a:lnTo>
                    <a:pt x="678" y="624"/>
                  </a:lnTo>
                  <a:lnTo>
                    <a:pt x="677" y="619"/>
                  </a:lnTo>
                  <a:lnTo>
                    <a:pt x="677" y="615"/>
                  </a:lnTo>
                  <a:lnTo>
                    <a:pt x="675" y="611"/>
                  </a:lnTo>
                  <a:lnTo>
                    <a:pt x="674" y="607"/>
                  </a:lnTo>
                  <a:lnTo>
                    <a:pt x="674" y="602"/>
                  </a:lnTo>
                  <a:lnTo>
                    <a:pt x="676" y="598"/>
                  </a:lnTo>
                  <a:lnTo>
                    <a:pt x="678" y="593"/>
                  </a:lnTo>
                  <a:lnTo>
                    <a:pt x="678" y="589"/>
                  </a:lnTo>
                  <a:lnTo>
                    <a:pt x="677" y="585"/>
                  </a:lnTo>
                  <a:lnTo>
                    <a:pt x="677" y="581"/>
                  </a:lnTo>
                  <a:lnTo>
                    <a:pt x="680" y="577"/>
                  </a:lnTo>
                  <a:lnTo>
                    <a:pt x="684" y="574"/>
                  </a:lnTo>
                  <a:lnTo>
                    <a:pt x="687" y="571"/>
                  </a:lnTo>
                  <a:lnTo>
                    <a:pt x="685" y="566"/>
                  </a:lnTo>
                  <a:lnTo>
                    <a:pt x="682" y="559"/>
                  </a:lnTo>
                  <a:lnTo>
                    <a:pt x="681" y="553"/>
                  </a:lnTo>
                  <a:lnTo>
                    <a:pt x="684" y="549"/>
                  </a:lnTo>
                  <a:lnTo>
                    <a:pt x="690" y="548"/>
                  </a:lnTo>
                  <a:lnTo>
                    <a:pt x="697" y="549"/>
                  </a:lnTo>
                  <a:lnTo>
                    <a:pt x="702" y="550"/>
                  </a:lnTo>
                  <a:lnTo>
                    <a:pt x="706" y="549"/>
                  </a:lnTo>
                  <a:lnTo>
                    <a:pt x="709" y="548"/>
                  </a:lnTo>
                  <a:lnTo>
                    <a:pt x="713" y="548"/>
                  </a:lnTo>
                  <a:lnTo>
                    <a:pt x="717" y="547"/>
                  </a:lnTo>
                  <a:lnTo>
                    <a:pt x="721" y="545"/>
                  </a:lnTo>
                  <a:lnTo>
                    <a:pt x="725" y="542"/>
                  </a:lnTo>
                  <a:lnTo>
                    <a:pt x="730" y="538"/>
                  </a:lnTo>
                  <a:lnTo>
                    <a:pt x="735" y="538"/>
                  </a:lnTo>
                  <a:lnTo>
                    <a:pt x="739" y="542"/>
                  </a:lnTo>
                  <a:lnTo>
                    <a:pt x="743" y="546"/>
                  </a:lnTo>
                  <a:lnTo>
                    <a:pt x="747" y="548"/>
                  </a:lnTo>
                  <a:lnTo>
                    <a:pt x="753" y="549"/>
                  </a:lnTo>
                  <a:lnTo>
                    <a:pt x="760" y="549"/>
                  </a:lnTo>
                  <a:lnTo>
                    <a:pt x="765" y="552"/>
                  </a:lnTo>
                  <a:lnTo>
                    <a:pt x="766" y="557"/>
                  </a:lnTo>
                  <a:lnTo>
                    <a:pt x="766" y="563"/>
                  </a:lnTo>
                  <a:lnTo>
                    <a:pt x="766" y="568"/>
                  </a:lnTo>
                  <a:lnTo>
                    <a:pt x="768" y="572"/>
                  </a:lnTo>
                  <a:lnTo>
                    <a:pt x="773" y="574"/>
                  </a:lnTo>
                  <a:lnTo>
                    <a:pt x="778" y="577"/>
                  </a:lnTo>
                  <a:lnTo>
                    <a:pt x="781" y="581"/>
                  </a:lnTo>
                  <a:lnTo>
                    <a:pt x="785" y="585"/>
                  </a:lnTo>
                  <a:close/>
                </a:path>
              </a:pathLst>
            </a:custGeom>
            <a:solidFill>
              <a:srgbClr val="ECB78D">
                <a:alpha val="32000"/>
              </a:srgbClr>
            </a:solidFill>
            <a:ln>
              <a:noFill/>
            </a:ln>
          </p:spPr>
          <p:txBody>
            <a:bodyPr anchor="ctr"/>
            <a:lstStyle/>
            <a:p>
              <a:pPr algn="ctr">
                <a:buNone/>
              </a:pPr>
            </a:p>
          </p:txBody>
        </p:sp>
        <p:sp>
          <p:nvSpPr>
            <p:cNvPr id="7649" name="addition:spatial:138">
              <a:extLst>
                <a:ext uri="{FF2B5EF4-FFF2-40B4-BE49-F238E27FC236}">
                  <ns2:creationId id="{E98B83EB-CD7D-4BB3-BA4A-A04BBBF8C671}"/>
                </a:ext>
              </a:extLst>
            </p:cNvPr>
            <p:cNvSpPr>
              <a:spLocks noGrp="1"/>
            </p:cNvSpPr>
            <p:nvPr/>
          </p:nvSpPr>
          <p:spPr>
            <a:xfrm>
              <a:off x="5648325" y="1666875"/>
              <a:ext cx="1014298" cy="1146932"/>
            </a:xfrm>
            <a:custGeom>
              <a:rect l="l" t="t" r="r" b="b"/>
              <a:pathLst>
                <a:path w="765" h="678">
                  <a:moveTo>
                    <a:pt x="0" y="0"/>
                  </a:moveTo>
                  <a:moveTo>
                    <a:pt x="765" y="630"/>
                  </a:moveTo>
                  <a:lnTo>
                    <a:pt x="765" y="635"/>
                  </a:lnTo>
                  <a:lnTo>
                    <a:pt x="760" y="639"/>
                  </a:lnTo>
                  <a:lnTo>
                    <a:pt x="751" y="642"/>
                  </a:lnTo>
                  <a:lnTo>
                    <a:pt x="742" y="644"/>
                  </a:lnTo>
                  <a:lnTo>
                    <a:pt x="736" y="647"/>
                  </a:lnTo>
                  <a:lnTo>
                    <a:pt x="736" y="651"/>
                  </a:lnTo>
                  <a:lnTo>
                    <a:pt x="739" y="658"/>
                  </a:lnTo>
                  <a:lnTo>
                    <a:pt x="740" y="664"/>
                  </a:lnTo>
                  <a:lnTo>
                    <a:pt x="736" y="669"/>
                  </a:lnTo>
                  <a:lnTo>
                    <a:pt x="730" y="671"/>
                  </a:lnTo>
                  <a:lnTo>
                    <a:pt x="723" y="673"/>
                  </a:lnTo>
                  <a:lnTo>
                    <a:pt x="718" y="675"/>
                  </a:lnTo>
                  <a:lnTo>
                    <a:pt x="712" y="677"/>
                  </a:lnTo>
                  <a:lnTo>
                    <a:pt x="706" y="678"/>
                  </a:lnTo>
                  <a:lnTo>
                    <a:pt x="700" y="677"/>
                  </a:lnTo>
                  <a:lnTo>
                    <a:pt x="695" y="676"/>
                  </a:lnTo>
                  <a:lnTo>
                    <a:pt x="690" y="676"/>
                  </a:lnTo>
                  <a:lnTo>
                    <a:pt x="685" y="678"/>
                  </a:lnTo>
                  <a:lnTo>
                    <a:pt x="680" y="678"/>
                  </a:lnTo>
                  <a:lnTo>
                    <a:pt x="675" y="676"/>
                  </a:lnTo>
                  <a:lnTo>
                    <a:pt x="672" y="672"/>
                  </a:lnTo>
                  <a:lnTo>
                    <a:pt x="669" y="669"/>
                  </a:lnTo>
                  <a:lnTo>
                    <a:pt x="663" y="670"/>
                  </a:lnTo>
                  <a:lnTo>
                    <a:pt x="655" y="672"/>
                  </a:lnTo>
                  <a:lnTo>
                    <a:pt x="647" y="674"/>
                  </a:lnTo>
                  <a:lnTo>
                    <a:pt x="641" y="672"/>
                  </a:lnTo>
                  <a:lnTo>
                    <a:pt x="639" y="666"/>
                  </a:lnTo>
                  <a:lnTo>
                    <a:pt x="640" y="660"/>
                  </a:lnTo>
                  <a:lnTo>
                    <a:pt x="640" y="654"/>
                  </a:lnTo>
                  <a:lnTo>
                    <a:pt x="639" y="650"/>
                  </a:lnTo>
                  <a:lnTo>
                    <a:pt x="638" y="646"/>
                  </a:lnTo>
                  <a:lnTo>
                    <a:pt x="638" y="642"/>
                  </a:lnTo>
                  <a:lnTo>
                    <a:pt x="638" y="638"/>
                  </a:lnTo>
                  <a:lnTo>
                    <a:pt x="635" y="634"/>
                  </a:lnTo>
                  <a:lnTo>
                    <a:pt x="629" y="630"/>
                  </a:lnTo>
                  <a:lnTo>
                    <a:pt x="623" y="625"/>
                  </a:lnTo>
                  <a:lnTo>
                    <a:pt x="620" y="620"/>
                  </a:lnTo>
                  <a:lnTo>
                    <a:pt x="623" y="616"/>
                  </a:lnTo>
                  <a:lnTo>
                    <a:pt x="628" y="613"/>
                  </a:lnTo>
                  <a:lnTo>
                    <a:pt x="631" y="609"/>
                  </a:lnTo>
                  <a:lnTo>
                    <a:pt x="631" y="605"/>
                  </a:lnTo>
                  <a:lnTo>
                    <a:pt x="630" y="599"/>
                  </a:lnTo>
                  <a:lnTo>
                    <a:pt x="632" y="595"/>
                  </a:lnTo>
                  <a:lnTo>
                    <a:pt x="638" y="593"/>
                  </a:lnTo>
                  <a:lnTo>
                    <a:pt x="646" y="593"/>
                  </a:lnTo>
                  <a:lnTo>
                    <a:pt x="653" y="594"/>
                  </a:lnTo>
                  <a:lnTo>
                    <a:pt x="658" y="593"/>
                  </a:lnTo>
                  <a:lnTo>
                    <a:pt x="662" y="590"/>
                  </a:lnTo>
                  <a:lnTo>
                    <a:pt x="666" y="587"/>
                  </a:lnTo>
                  <a:lnTo>
                    <a:pt x="672" y="585"/>
                  </a:lnTo>
                  <a:lnTo>
                    <a:pt x="677" y="582"/>
                  </a:lnTo>
                  <a:lnTo>
                    <a:pt x="684" y="578"/>
                  </a:lnTo>
                  <a:lnTo>
                    <a:pt x="691" y="574"/>
                  </a:lnTo>
                  <a:lnTo>
                    <a:pt x="699" y="573"/>
                  </a:lnTo>
                  <a:lnTo>
                    <a:pt x="706" y="576"/>
                  </a:lnTo>
                  <a:lnTo>
                    <a:pt x="711" y="583"/>
                  </a:lnTo>
                  <a:lnTo>
                    <a:pt x="715" y="589"/>
                  </a:lnTo>
                  <a:lnTo>
                    <a:pt x="719" y="592"/>
                  </a:lnTo>
                  <a:lnTo>
                    <a:pt x="726" y="593"/>
                  </a:lnTo>
                  <a:lnTo>
                    <a:pt x="734" y="593"/>
                  </a:lnTo>
                  <a:lnTo>
                    <a:pt x="740" y="595"/>
                  </a:lnTo>
                  <a:lnTo>
                    <a:pt x="743" y="599"/>
                  </a:lnTo>
                  <a:lnTo>
                    <a:pt x="745" y="603"/>
                  </a:lnTo>
                  <a:lnTo>
                    <a:pt x="749" y="606"/>
                  </a:lnTo>
                  <a:lnTo>
                    <a:pt x="754" y="609"/>
                  </a:lnTo>
                  <a:lnTo>
                    <a:pt x="760" y="612"/>
                  </a:lnTo>
                  <a:lnTo>
                    <a:pt x="762" y="616"/>
                  </a:lnTo>
                  <a:lnTo>
                    <a:pt x="763" y="621"/>
                  </a:lnTo>
                  <a:lnTo>
                    <a:pt x="764" y="625"/>
                  </a:lnTo>
                  <a:close/>
                </a:path>
              </a:pathLst>
            </a:custGeom>
            <a:solidFill>
              <a:srgbClr val="ECB78D">
                <a:alpha val="32000"/>
              </a:srgbClr>
            </a:solidFill>
            <a:ln>
              <a:noFill/>
            </a:ln>
          </p:spPr>
          <p:txBody>
            <a:bodyPr anchor="ctr"/>
            <a:lstStyle/>
            <a:p>
              <a:pPr algn="ctr">
                <a:buNone/>
              </a:pPr>
            </a:p>
          </p:txBody>
        </p:sp>
        <p:sp>
          <p:nvSpPr>
            <p:cNvPr id="7650" name="addition:spatial:139">
              <a:extLst>
                <a:ext uri="{FF2B5EF4-FFF2-40B4-BE49-F238E27FC236}">
                  <ns2:creationId id="{44B5262E-A867-4BFB-86D2-B7419C0BD90B}"/>
                </a:ext>
              </a:extLst>
            </p:cNvPr>
            <p:cNvSpPr>
              <a:spLocks noGrp="1"/>
            </p:cNvSpPr>
            <p:nvPr/>
          </p:nvSpPr>
          <p:spPr>
            <a:xfrm>
              <a:off x="5648325" y="1666875"/>
              <a:ext cx="916183" cy="1160465"/>
            </a:xfrm>
            <a:custGeom>
              <a:rect l="l" t="t" r="r" b="b"/>
              <a:pathLst>
                <a:path w="691" h="686">
                  <a:moveTo>
                    <a:pt x="0" y="0"/>
                  </a:moveTo>
                  <a:moveTo>
                    <a:pt x="687" y="635"/>
                  </a:moveTo>
                  <a:lnTo>
                    <a:pt x="690" y="639"/>
                  </a:lnTo>
                  <a:lnTo>
                    <a:pt x="691" y="644"/>
                  </a:lnTo>
                  <a:lnTo>
                    <a:pt x="690" y="648"/>
                  </a:lnTo>
                  <a:lnTo>
                    <a:pt x="688" y="652"/>
                  </a:lnTo>
                  <a:lnTo>
                    <a:pt x="686" y="656"/>
                  </a:lnTo>
                  <a:lnTo>
                    <a:pt x="684" y="661"/>
                  </a:lnTo>
                  <a:lnTo>
                    <a:pt x="680" y="664"/>
                  </a:lnTo>
                  <a:lnTo>
                    <a:pt x="673" y="665"/>
                  </a:lnTo>
                  <a:lnTo>
                    <a:pt x="665" y="664"/>
                  </a:lnTo>
                  <a:lnTo>
                    <a:pt x="659" y="664"/>
                  </a:lnTo>
                  <a:lnTo>
                    <a:pt x="657" y="668"/>
                  </a:lnTo>
                  <a:lnTo>
                    <a:pt x="656" y="675"/>
                  </a:lnTo>
                  <a:lnTo>
                    <a:pt x="653" y="682"/>
                  </a:lnTo>
                  <a:lnTo>
                    <a:pt x="648" y="686"/>
                  </a:lnTo>
                  <a:lnTo>
                    <a:pt x="641" y="686"/>
                  </a:lnTo>
                  <a:lnTo>
                    <a:pt x="634" y="685"/>
                  </a:lnTo>
                  <a:lnTo>
                    <a:pt x="628" y="684"/>
                  </a:lnTo>
                  <a:lnTo>
                    <a:pt x="622" y="684"/>
                  </a:lnTo>
                  <a:lnTo>
                    <a:pt x="616" y="683"/>
                  </a:lnTo>
                  <a:lnTo>
                    <a:pt x="611" y="680"/>
                  </a:lnTo>
                  <a:lnTo>
                    <a:pt x="607" y="677"/>
                  </a:lnTo>
                  <a:lnTo>
                    <a:pt x="602" y="675"/>
                  </a:lnTo>
                  <a:lnTo>
                    <a:pt x="597" y="675"/>
                  </a:lnTo>
                  <a:lnTo>
                    <a:pt x="591" y="674"/>
                  </a:lnTo>
                  <a:lnTo>
                    <a:pt x="587" y="672"/>
                  </a:lnTo>
                  <a:lnTo>
                    <a:pt x="586" y="667"/>
                  </a:lnTo>
                  <a:lnTo>
                    <a:pt x="585" y="663"/>
                  </a:lnTo>
                  <a:lnTo>
                    <a:pt x="581" y="661"/>
                  </a:lnTo>
                  <a:lnTo>
                    <a:pt x="574" y="660"/>
                  </a:lnTo>
                  <a:lnTo>
                    <a:pt x="567" y="658"/>
                  </a:lnTo>
                  <a:lnTo>
                    <a:pt x="563" y="654"/>
                  </a:lnTo>
                  <a:lnTo>
                    <a:pt x="565" y="649"/>
                  </a:lnTo>
                  <a:lnTo>
                    <a:pt x="570" y="643"/>
                  </a:lnTo>
                  <a:lnTo>
                    <a:pt x="575" y="639"/>
                  </a:lnTo>
                  <a:lnTo>
                    <a:pt x="577" y="635"/>
                  </a:lnTo>
                  <a:lnTo>
                    <a:pt x="579" y="631"/>
                  </a:lnTo>
                  <a:lnTo>
                    <a:pt x="580" y="627"/>
                  </a:lnTo>
                  <a:lnTo>
                    <a:pt x="582" y="623"/>
                  </a:lnTo>
                  <a:lnTo>
                    <a:pt x="583" y="619"/>
                  </a:lnTo>
                  <a:lnTo>
                    <a:pt x="581" y="614"/>
                  </a:lnTo>
                  <a:lnTo>
                    <a:pt x="579" y="608"/>
                  </a:lnTo>
                  <a:lnTo>
                    <a:pt x="580" y="603"/>
                  </a:lnTo>
                  <a:lnTo>
                    <a:pt x="584" y="600"/>
                  </a:lnTo>
                  <a:lnTo>
                    <a:pt x="591" y="599"/>
                  </a:lnTo>
                  <a:lnTo>
                    <a:pt x="596" y="598"/>
                  </a:lnTo>
                  <a:lnTo>
                    <a:pt x="599" y="596"/>
                  </a:lnTo>
                  <a:lnTo>
                    <a:pt x="601" y="591"/>
                  </a:lnTo>
                  <a:lnTo>
                    <a:pt x="604" y="587"/>
                  </a:lnTo>
                  <a:lnTo>
                    <a:pt x="609" y="587"/>
                  </a:lnTo>
                  <a:lnTo>
                    <a:pt x="615" y="590"/>
                  </a:lnTo>
                  <a:lnTo>
                    <a:pt x="620" y="593"/>
                  </a:lnTo>
                  <a:lnTo>
                    <a:pt x="623" y="593"/>
                  </a:lnTo>
                  <a:lnTo>
                    <a:pt x="627" y="592"/>
                  </a:lnTo>
                  <a:lnTo>
                    <a:pt x="631" y="590"/>
                  </a:lnTo>
                  <a:lnTo>
                    <a:pt x="636" y="589"/>
                  </a:lnTo>
                  <a:lnTo>
                    <a:pt x="641" y="589"/>
                  </a:lnTo>
                  <a:lnTo>
                    <a:pt x="647" y="588"/>
                  </a:lnTo>
                  <a:lnTo>
                    <a:pt x="654" y="587"/>
                  </a:lnTo>
                  <a:lnTo>
                    <a:pt x="660" y="588"/>
                  </a:lnTo>
                  <a:lnTo>
                    <a:pt x="663" y="593"/>
                  </a:lnTo>
                  <a:lnTo>
                    <a:pt x="664" y="600"/>
                  </a:lnTo>
                  <a:lnTo>
                    <a:pt x="662" y="607"/>
                  </a:lnTo>
                  <a:lnTo>
                    <a:pt x="664" y="611"/>
                  </a:lnTo>
                  <a:lnTo>
                    <a:pt x="668" y="613"/>
                  </a:lnTo>
                  <a:lnTo>
                    <a:pt x="675" y="615"/>
                  </a:lnTo>
                  <a:lnTo>
                    <a:pt x="681" y="618"/>
                  </a:lnTo>
                  <a:lnTo>
                    <a:pt x="683" y="622"/>
                  </a:lnTo>
                  <a:lnTo>
                    <a:pt x="683" y="626"/>
                  </a:lnTo>
                  <a:lnTo>
                    <a:pt x="684" y="631"/>
                  </a:lnTo>
                  <a:close/>
                </a:path>
              </a:pathLst>
            </a:custGeom>
            <a:solidFill>
              <a:srgbClr val="ECB78D">
                <a:alpha val="32000"/>
              </a:srgbClr>
            </a:solidFill>
            <a:ln>
              <a:noFill/>
            </a:ln>
          </p:spPr>
          <p:txBody>
            <a:bodyPr anchor="ctr"/>
            <a:lstStyle/>
            <a:p>
              <a:pPr algn="ctr">
                <a:buNone/>
              </a:pPr>
            </a:p>
          </p:txBody>
        </p:sp>
        <p:sp>
          <p:nvSpPr>
            <p:cNvPr id="7651" name="addition:spatial:140">
              <a:extLst>
                <a:ext uri="{FF2B5EF4-FFF2-40B4-BE49-F238E27FC236}">
                  <ns2:creationId id="{80B318A3-3D92-4569-A8D0-59851B6984F9}"/>
                </a:ext>
              </a:extLst>
            </p:cNvPr>
            <p:cNvSpPr>
              <a:spLocks noGrp="1"/>
            </p:cNvSpPr>
            <p:nvPr/>
          </p:nvSpPr>
          <p:spPr>
            <a:xfrm>
              <a:off x="5648325" y="1666875"/>
              <a:ext cx="837956" cy="1116482"/>
            </a:xfrm>
            <a:custGeom>
              <a:rect l="l" t="t" r="r" b="b"/>
              <a:pathLst>
                <a:path w="632" h="660">
                  <a:moveTo>
                    <a:pt x="0" y="0"/>
                  </a:moveTo>
                  <a:moveTo>
                    <a:pt x="630" y="617"/>
                  </a:moveTo>
                  <a:lnTo>
                    <a:pt x="631" y="621"/>
                  </a:lnTo>
                  <a:lnTo>
                    <a:pt x="632" y="625"/>
                  </a:lnTo>
                  <a:lnTo>
                    <a:pt x="630" y="629"/>
                  </a:lnTo>
                  <a:lnTo>
                    <a:pt x="625" y="632"/>
                  </a:lnTo>
                  <a:lnTo>
                    <a:pt x="618" y="633"/>
                  </a:lnTo>
                  <a:lnTo>
                    <a:pt x="612" y="634"/>
                  </a:lnTo>
                  <a:lnTo>
                    <a:pt x="610" y="637"/>
                  </a:lnTo>
                  <a:lnTo>
                    <a:pt x="611" y="642"/>
                  </a:lnTo>
                  <a:lnTo>
                    <a:pt x="610" y="647"/>
                  </a:lnTo>
                  <a:lnTo>
                    <a:pt x="608" y="651"/>
                  </a:lnTo>
                  <a:lnTo>
                    <a:pt x="603" y="652"/>
                  </a:lnTo>
                  <a:lnTo>
                    <a:pt x="598" y="653"/>
                  </a:lnTo>
                  <a:lnTo>
                    <a:pt x="594" y="655"/>
                  </a:lnTo>
                  <a:lnTo>
                    <a:pt x="590" y="658"/>
                  </a:lnTo>
                  <a:lnTo>
                    <a:pt x="586" y="660"/>
                  </a:lnTo>
                  <a:lnTo>
                    <a:pt x="581" y="660"/>
                  </a:lnTo>
                  <a:lnTo>
                    <a:pt x="576" y="659"/>
                  </a:lnTo>
                  <a:lnTo>
                    <a:pt x="572" y="658"/>
                  </a:lnTo>
                  <a:lnTo>
                    <a:pt x="568" y="658"/>
                  </a:lnTo>
                  <a:lnTo>
                    <a:pt x="564" y="657"/>
                  </a:lnTo>
                  <a:lnTo>
                    <a:pt x="560" y="655"/>
                  </a:lnTo>
                  <a:lnTo>
                    <a:pt x="558" y="651"/>
                  </a:lnTo>
                  <a:lnTo>
                    <a:pt x="556" y="647"/>
                  </a:lnTo>
                  <a:lnTo>
                    <a:pt x="554" y="646"/>
                  </a:lnTo>
                  <a:lnTo>
                    <a:pt x="548" y="648"/>
                  </a:lnTo>
                  <a:lnTo>
                    <a:pt x="542" y="649"/>
                  </a:lnTo>
                  <a:lnTo>
                    <a:pt x="536" y="649"/>
                  </a:lnTo>
                  <a:lnTo>
                    <a:pt x="534" y="645"/>
                  </a:lnTo>
                  <a:lnTo>
                    <a:pt x="535" y="640"/>
                  </a:lnTo>
                  <a:lnTo>
                    <a:pt x="537" y="635"/>
                  </a:lnTo>
                  <a:lnTo>
                    <a:pt x="537" y="631"/>
                  </a:lnTo>
                  <a:lnTo>
                    <a:pt x="537" y="628"/>
                  </a:lnTo>
                  <a:lnTo>
                    <a:pt x="537" y="624"/>
                  </a:lnTo>
                  <a:lnTo>
                    <a:pt x="538" y="621"/>
                  </a:lnTo>
                  <a:lnTo>
                    <a:pt x="539" y="617"/>
                  </a:lnTo>
                  <a:lnTo>
                    <a:pt x="539" y="614"/>
                  </a:lnTo>
                  <a:lnTo>
                    <a:pt x="537" y="610"/>
                  </a:lnTo>
                  <a:lnTo>
                    <a:pt x="536" y="606"/>
                  </a:lnTo>
                  <a:lnTo>
                    <a:pt x="537" y="603"/>
                  </a:lnTo>
                  <a:lnTo>
                    <a:pt x="540" y="600"/>
                  </a:lnTo>
                  <a:lnTo>
                    <a:pt x="542" y="597"/>
                  </a:lnTo>
                  <a:lnTo>
                    <a:pt x="542" y="593"/>
                  </a:lnTo>
                  <a:lnTo>
                    <a:pt x="541" y="588"/>
                  </a:lnTo>
                  <a:lnTo>
                    <a:pt x="541" y="583"/>
                  </a:lnTo>
                  <a:lnTo>
                    <a:pt x="545" y="581"/>
                  </a:lnTo>
                  <a:lnTo>
                    <a:pt x="551" y="582"/>
                  </a:lnTo>
                  <a:lnTo>
                    <a:pt x="556" y="584"/>
                  </a:lnTo>
                  <a:lnTo>
                    <a:pt x="560" y="585"/>
                  </a:lnTo>
                  <a:lnTo>
                    <a:pt x="563" y="584"/>
                  </a:lnTo>
                  <a:lnTo>
                    <a:pt x="565" y="582"/>
                  </a:lnTo>
                  <a:lnTo>
                    <a:pt x="569" y="580"/>
                  </a:lnTo>
                  <a:lnTo>
                    <a:pt x="572" y="579"/>
                  </a:lnTo>
                  <a:lnTo>
                    <a:pt x="576" y="577"/>
                  </a:lnTo>
                  <a:lnTo>
                    <a:pt x="580" y="574"/>
                  </a:lnTo>
                  <a:lnTo>
                    <a:pt x="585" y="572"/>
                  </a:lnTo>
                  <a:lnTo>
                    <a:pt x="590" y="573"/>
                  </a:lnTo>
                  <a:lnTo>
                    <a:pt x="593" y="577"/>
                  </a:lnTo>
                  <a:lnTo>
                    <a:pt x="596" y="582"/>
                  </a:lnTo>
                  <a:lnTo>
                    <a:pt x="599" y="585"/>
                  </a:lnTo>
                  <a:lnTo>
                    <a:pt x="603" y="586"/>
                  </a:lnTo>
                  <a:lnTo>
                    <a:pt x="609" y="587"/>
                  </a:lnTo>
                  <a:lnTo>
                    <a:pt x="613" y="589"/>
                  </a:lnTo>
                  <a:lnTo>
                    <a:pt x="614" y="594"/>
                  </a:lnTo>
                  <a:lnTo>
                    <a:pt x="614" y="598"/>
                  </a:lnTo>
                  <a:lnTo>
                    <a:pt x="615" y="602"/>
                  </a:lnTo>
                  <a:lnTo>
                    <a:pt x="618" y="604"/>
                  </a:lnTo>
                  <a:lnTo>
                    <a:pt x="623" y="607"/>
                  </a:lnTo>
                  <a:lnTo>
                    <a:pt x="627" y="610"/>
                  </a:lnTo>
                  <a:lnTo>
                    <a:pt x="629" y="613"/>
                  </a:lnTo>
                  <a:close/>
                </a:path>
              </a:pathLst>
            </a:custGeom>
            <a:solidFill>
              <a:srgbClr val="ECB78D">
                <a:alpha val="32000"/>
              </a:srgbClr>
            </a:solidFill>
            <a:ln>
              <a:noFill/>
            </a:ln>
          </p:spPr>
          <p:txBody>
            <a:bodyPr anchor="ctr"/>
            <a:lstStyle/>
            <a:p>
              <a:pPr algn="ctr">
                <a:buNone/>
              </a:pPr>
            </a:p>
          </p:txBody>
        </p:sp>
        <p:sp>
          <p:nvSpPr>
            <p:cNvPr id="7652" name="addition:spatial:141">
              <a:extLst>
                <a:ext uri="{FF2B5EF4-FFF2-40B4-BE49-F238E27FC236}">
                  <ns2:creationId id="{B31E5A0D-0979-41E6-84BD-ABD6081FC2D4}"/>
                </a:ext>
              </a:extLst>
            </p:cNvPr>
            <p:cNvSpPr>
              <a:spLocks noGrp="1"/>
            </p:cNvSpPr>
            <p:nvPr/>
          </p:nvSpPr>
          <p:spPr>
            <a:xfrm>
              <a:off x="5648325" y="1666875"/>
              <a:ext cx="981151" cy="1130016"/>
            </a:xfrm>
            <a:custGeom>
              <a:rect l="l" t="t" r="r" b="b"/>
              <a:pathLst>
                <a:path w="740" h="668">
                  <a:moveTo>
                    <a:pt x="0" y="0"/>
                  </a:moveTo>
                  <a:moveTo>
                    <a:pt x="734" y="610"/>
                  </a:moveTo>
                  <a:lnTo>
                    <a:pt x="737" y="615"/>
                  </a:lnTo>
                  <a:lnTo>
                    <a:pt x="740" y="621"/>
                  </a:lnTo>
                  <a:lnTo>
                    <a:pt x="738" y="626"/>
                  </a:lnTo>
                  <a:lnTo>
                    <a:pt x="732" y="630"/>
                  </a:lnTo>
                  <a:lnTo>
                    <a:pt x="723" y="632"/>
                  </a:lnTo>
                  <a:lnTo>
                    <a:pt x="717" y="634"/>
                  </a:lnTo>
                  <a:lnTo>
                    <a:pt x="715" y="638"/>
                  </a:lnTo>
                  <a:lnTo>
                    <a:pt x="714" y="644"/>
                  </a:lnTo>
                  <a:lnTo>
                    <a:pt x="712" y="649"/>
                  </a:lnTo>
                  <a:lnTo>
                    <a:pt x="706" y="651"/>
                  </a:lnTo>
                  <a:lnTo>
                    <a:pt x="698" y="651"/>
                  </a:lnTo>
                  <a:lnTo>
                    <a:pt x="691" y="652"/>
                  </a:lnTo>
                  <a:lnTo>
                    <a:pt x="685" y="655"/>
                  </a:lnTo>
                  <a:lnTo>
                    <a:pt x="681" y="660"/>
                  </a:lnTo>
                  <a:lnTo>
                    <a:pt x="675" y="665"/>
                  </a:lnTo>
                  <a:lnTo>
                    <a:pt x="668" y="668"/>
                  </a:lnTo>
                  <a:lnTo>
                    <a:pt x="660" y="668"/>
                  </a:lnTo>
                  <a:lnTo>
                    <a:pt x="652" y="667"/>
                  </a:lnTo>
                  <a:lnTo>
                    <a:pt x="645" y="666"/>
                  </a:lnTo>
                  <a:lnTo>
                    <a:pt x="638" y="663"/>
                  </a:lnTo>
                  <a:lnTo>
                    <a:pt x="633" y="659"/>
                  </a:lnTo>
                  <a:lnTo>
                    <a:pt x="630" y="652"/>
                  </a:lnTo>
                  <a:lnTo>
                    <a:pt x="627" y="648"/>
                  </a:lnTo>
                  <a:lnTo>
                    <a:pt x="622" y="647"/>
                  </a:lnTo>
                  <a:lnTo>
                    <a:pt x="614" y="649"/>
                  </a:lnTo>
                  <a:lnTo>
                    <a:pt x="604" y="650"/>
                  </a:lnTo>
                  <a:lnTo>
                    <a:pt x="597" y="649"/>
                  </a:lnTo>
                  <a:lnTo>
                    <a:pt x="594" y="644"/>
                  </a:lnTo>
                  <a:lnTo>
                    <a:pt x="595" y="638"/>
                  </a:lnTo>
                  <a:lnTo>
                    <a:pt x="595" y="633"/>
                  </a:lnTo>
                  <a:lnTo>
                    <a:pt x="592" y="629"/>
                  </a:lnTo>
                  <a:lnTo>
                    <a:pt x="589" y="625"/>
                  </a:lnTo>
                  <a:lnTo>
                    <a:pt x="589" y="620"/>
                  </a:lnTo>
                  <a:lnTo>
                    <a:pt x="592" y="615"/>
                  </a:lnTo>
                  <a:lnTo>
                    <a:pt x="595" y="610"/>
                  </a:lnTo>
                  <a:lnTo>
                    <a:pt x="598" y="606"/>
                  </a:lnTo>
                  <a:lnTo>
                    <a:pt x="598" y="601"/>
                  </a:lnTo>
                  <a:lnTo>
                    <a:pt x="600" y="597"/>
                  </a:lnTo>
                  <a:lnTo>
                    <a:pt x="605" y="593"/>
                  </a:lnTo>
                  <a:lnTo>
                    <a:pt x="609" y="590"/>
                  </a:lnTo>
                  <a:lnTo>
                    <a:pt x="611" y="586"/>
                  </a:lnTo>
                  <a:lnTo>
                    <a:pt x="609" y="580"/>
                  </a:lnTo>
                  <a:lnTo>
                    <a:pt x="606" y="572"/>
                  </a:lnTo>
                  <a:lnTo>
                    <a:pt x="607" y="565"/>
                  </a:lnTo>
                  <a:lnTo>
                    <a:pt x="613" y="562"/>
                  </a:lnTo>
                  <a:lnTo>
                    <a:pt x="622" y="564"/>
                  </a:lnTo>
                  <a:lnTo>
                    <a:pt x="630" y="566"/>
                  </a:lnTo>
                  <a:lnTo>
                    <a:pt x="636" y="566"/>
                  </a:lnTo>
                  <a:lnTo>
                    <a:pt x="640" y="565"/>
                  </a:lnTo>
                  <a:lnTo>
                    <a:pt x="644" y="563"/>
                  </a:lnTo>
                  <a:lnTo>
                    <a:pt x="649" y="562"/>
                  </a:lnTo>
                  <a:lnTo>
                    <a:pt x="654" y="562"/>
                  </a:lnTo>
                  <a:lnTo>
                    <a:pt x="659" y="561"/>
                  </a:lnTo>
                  <a:lnTo>
                    <a:pt x="664" y="558"/>
                  </a:lnTo>
                  <a:lnTo>
                    <a:pt x="670" y="557"/>
                  </a:lnTo>
                  <a:lnTo>
                    <a:pt x="676" y="557"/>
                  </a:lnTo>
                  <a:lnTo>
                    <a:pt x="681" y="561"/>
                  </a:lnTo>
                  <a:lnTo>
                    <a:pt x="686" y="565"/>
                  </a:lnTo>
                  <a:lnTo>
                    <a:pt x="691" y="566"/>
                  </a:lnTo>
                  <a:lnTo>
                    <a:pt x="699" y="567"/>
                  </a:lnTo>
                  <a:lnTo>
                    <a:pt x="707" y="568"/>
                  </a:lnTo>
                  <a:lnTo>
                    <a:pt x="712" y="572"/>
                  </a:lnTo>
                  <a:lnTo>
                    <a:pt x="711" y="579"/>
                  </a:lnTo>
                  <a:lnTo>
                    <a:pt x="708" y="586"/>
                  </a:lnTo>
                  <a:lnTo>
                    <a:pt x="708" y="592"/>
                  </a:lnTo>
                  <a:lnTo>
                    <a:pt x="712" y="595"/>
                  </a:lnTo>
                  <a:lnTo>
                    <a:pt x="720" y="597"/>
                  </a:lnTo>
                  <a:lnTo>
                    <a:pt x="726" y="601"/>
                  </a:lnTo>
                  <a:lnTo>
                    <a:pt x="731" y="605"/>
                  </a:lnTo>
                  <a:close/>
                </a:path>
              </a:pathLst>
            </a:custGeom>
            <a:solidFill>
              <a:srgbClr val="ECB78D">
                <a:alpha val="32000"/>
              </a:srgbClr>
            </a:solidFill>
            <a:ln>
              <a:noFill/>
            </a:ln>
          </p:spPr>
          <p:txBody>
            <a:bodyPr anchor="ctr"/>
            <a:lstStyle/>
            <a:p>
              <a:pPr algn="ctr">
                <a:buNone/>
              </a:pPr>
            </a:p>
          </p:txBody>
        </p:sp>
        <p:sp>
          <p:nvSpPr>
            <p:cNvPr id="7653" name="addition:spatial:142">
              <a:extLst>
                <a:ext uri="{FF2B5EF4-FFF2-40B4-BE49-F238E27FC236}">
                  <ns2:creationId id="{D917248B-2573-436A-9E68-BCEE8913D478}"/>
                </a:ext>
              </a:extLst>
            </p:cNvPr>
            <p:cNvSpPr>
              <a:spLocks noGrp="1"/>
            </p:cNvSpPr>
            <p:nvPr/>
          </p:nvSpPr>
          <p:spPr>
            <a:xfrm>
              <a:off x="5648325" y="1666875"/>
              <a:ext cx="1027557" cy="1177381"/>
            </a:xfrm>
            <a:custGeom>
              <a:rect l="l" t="t" r="r" b="b"/>
              <a:pathLst>
                <a:path w="775" h="696">
                  <a:moveTo>
                    <a:pt x="0" y="0"/>
                  </a:moveTo>
                  <a:moveTo>
                    <a:pt x="774" y="601"/>
                  </a:moveTo>
                  <a:lnTo>
                    <a:pt x="775" y="609"/>
                  </a:lnTo>
                  <a:lnTo>
                    <a:pt x="771" y="617"/>
                  </a:lnTo>
                  <a:lnTo>
                    <a:pt x="762" y="624"/>
                  </a:lnTo>
                  <a:lnTo>
                    <a:pt x="755" y="630"/>
                  </a:lnTo>
                  <a:lnTo>
                    <a:pt x="750" y="637"/>
                  </a:lnTo>
                  <a:lnTo>
                    <a:pt x="744" y="643"/>
                  </a:lnTo>
                  <a:lnTo>
                    <a:pt x="736" y="648"/>
                  </a:lnTo>
                  <a:lnTo>
                    <a:pt x="725" y="652"/>
                  </a:lnTo>
                  <a:lnTo>
                    <a:pt x="716" y="655"/>
                  </a:lnTo>
                  <a:lnTo>
                    <a:pt x="713" y="664"/>
                  </a:lnTo>
                  <a:lnTo>
                    <a:pt x="711" y="677"/>
                  </a:lnTo>
                  <a:lnTo>
                    <a:pt x="708" y="689"/>
                  </a:lnTo>
                  <a:lnTo>
                    <a:pt x="698" y="696"/>
                  </a:lnTo>
                  <a:lnTo>
                    <a:pt x="685" y="694"/>
                  </a:lnTo>
                  <a:lnTo>
                    <a:pt x="672" y="687"/>
                  </a:lnTo>
                  <a:lnTo>
                    <a:pt x="661" y="681"/>
                  </a:lnTo>
                  <a:lnTo>
                    <a:pt x="652" y="680"/>
                  </a:lnTo>
                  <a:lnTo>
                    <a:pt x="644" y="681"/>
                  </a:lnTo>
                  <a:lnTo>
                    <a:pt x="636" y="681"/>
                  </a:lnTo>
                  <a:lnTo>
                    <a:pt x="629" y="679"/>
                  </a:lnTo>
                  <a:lnTo>
                    <a:pt x="621" y="677"/>
                  </a:lnTo>
                  <a:lnTo>
                    <a:pt x="613" y="677"/>
                  </a:lnTo>
                  <a:lnTo>
                    <a:pt x="603" y="678"/>
                  </a:lnTo>
                  <a:lnTo>
                    <a:pt x="594" y="677"/>
                  </a:lnTo>
                  <a:lnTo>
                    <a:pt x="589" y="671"/>
                  </a:lnTo>
                  <a:lnTo>
                    <a:pt x="586" y="663"/>
                  </a:lnTo>
                  <a:lnTo>
                    <a:pt x="582" y="657"/>
                  </a:lnTo>
                  <a:lnTo>
                    <a:pt x="573" y="653"/>
                  </a:lnTo>
                  <a:lnTo>
                    <a:pt x="562" y="650"/>
                  </a:lnTo>
                  <a:lnTo>
                    <a:pt x="555" y="643"/>
                  </a:lnTo>
                  <a:lnTo>
                    <a:pt x="558" y="633"/>
                  </a:lnTo>
                  <a:lnTo>
                    <a:pt x="567" y="623"/>
                  </a:lnTo>
                  <a:lnTo>
                    <a:pt x="576" y="614"/>
                  </a:lnTo>
                  <a:lnTo>
                    <a:pt x="577" y="607"/>
                  </a:lnTo>
                  <a:lnTo>
                    <a:pt x="571" y="601"/>
                  </a:lnTo>
                  <a:lnTo>
                    <a:pt x="563" y="594"/>
                  </a:lnTo>
                  <a:lnTo>
                    <a:pt x="558" y="586"/>
                  </a:lnTo>
                  <a:lnTo>
                    <a:pt x="556" y="577"/>
                  </a:lnTo>
                  <a:lnTo>
                    <a:pt x="554" y="569"/>
                  </a:lnTo>
                  <a:lnTo>
                    <a:pt x="552" y="559"/>
                  </a:lnTo>
                  <a:lnTo>
                    <a:pt x="553" y="551"/>
                  </a:lnTo>
                  <a:lnTo>
                    <a:pt x="561" y="545"/>
                  </a:lnTo>
                  <a:lnTo>
                    <a:pt x="573" y="544"/>
                  </a:lnTo>
                  <a:lnTo>
                    <a:pt x="585" y="544"/>
                  </a:lnTo>
                  <a:lnTo>
                    <a:pt x="591" y="540"/>
                  </a:lnTo>
                  <a:lnTo>
                    <a:pt x="595" y="533"/>
                  </a:lnTo>
                  <a:lnTo>
                    <a:pt x="598" y="525"/>
                  </a:lnTo>
                  <a:lnTo>
                    <a:pt x="606" y="520"/>
                  </a:lnTo>
                  <a:lnTo>
                    <a:pt x="616" y="522"/>
                  </a:lnTo>
                  <a:lnTo>
                    <a:pt x="626" y="525"/>
                  </a:lnTo>
                  <a:lnTo>
                    <a:pt x="635" y="525"/>
                  </a:lnTo>
                  <a:lnTo>
                    <a:pt x="643" y="519"/>
                  </a:lnTo>
                  <a:lnTo>
                    <a:pt x="654" y="512"/>
                  </a:lnTo>
                  <a:lnTo>
                    <a:pt x="665" y="508"/>
                  </a:lnTo>
                  <a:lnTo>
                    <a:pt x="677" y="508"/>
                  </a:lnTo>
                  <a:lnTo>
                    <a:pt x="687" y="512"/>
                  </a:lnTo>
                  <a:lnTo>
                    <a:pt x="698" y="515"/>
                  </a:lnTo>
                  <a:lnTo>
                    <a:pt x="708" y="520"/>
                  </a:lnTo>
                  <a:lnTo>
                    <a:pt x="716" y="528"/>
                  </a:lnTo>
                  <a:lnTo>
                    <a:pt x="719" y="538"/>
                  </a:lnTo>
                  <a:lnTo>
                    <a:pt x="721" y="549"/>
                  </a:lnTo>
                  <a:lnTo>
                    <a:pt x="725" y="555"/>
                  </a:lnTo>
                  <a:lnTo>
                    <a:pt x="736" y="557"/>
                  </a:lnTo>
                  <a:lnTo>
                    <a:pt x="753" y="557"/>
                  </a:lnTo>
                  <a:lnTo>
                    <a:pt x="767" y="560"/>
                  </a:lnTo>
                  <a:lnTo>
                    <a:pt x="774" y="568"/>
                  </a:lnTo>
                  <a:lnTo>
                    <a:pt x="773" y="577"/>
                  </a:lnTo>
                  <a:lnTo>
                    <a:pt x="770" y="585"/>
                  </a:lnTo>
                  <a:lnTo>
                    <a:pt x="771" y="593"/>
                  </a:lnTo>
                  <a:close/>
                </a:path>
              </a:pathLst>
            </a:custGeom>
            <a:solidFill>
              <a:srgbClr val="E18B48">
                <a:alpha val="37000"/>
              </a:srgbClr>
            </a:solidFill>
            <a:ln>
              <a:noFill/>
            </a:ln>
          </p:spPr>
          <p:txBody>
            <a:bodyPr anchor="ctr"/>
            <a:lstStyle/>
            <a:p>
              <a:pPr algn="ctr">
                <a:buNone/>
              </a:pPr>
            </a:p>
          </p:txBody>
        </p:sp>
        <p:sp>
          <p:nvSpPr>
            <p:cNvPr id="7654" name="addition:spatial:143">
              <a:extLst>
                <a:ext uri="{FF2B5EF4-FFF2-40B4-BE49-F238E27FC236}">
                  <ns2:creationId id="{B9CDBC1C-4445-4F00-9AC7-C3307A7B864C}"/>
                </a:ext>
              </a:extLst>
            </p:cNvPr>
            <p:cNvSpPr>
              <a:spLocks noGrp="1"/>
            </p:cNvSpPr>
            <p:nvPr/>
          </p:nvSpPr>
          <p:spPr>
            <a:xfrm>
              <a:off x="5648325" y="1666875"/>
              <a:ext cx="884362" cy="1048817"/>
            </a:xfrm>
            <a:custGeom>
              <a:rect l="l" t="t" r="r" b="b"/>
              <a:pathLst>
                <a:path w="667" h="620">
                  <a:moveTo>
                    <a:pt x="0" y="0"/>
                  </a:moveTo>
                  <a:moveTo>
                    <a:pt x="667" y="580"/>
                  </a:moveTo>
                  <a:lnTo>
                    <a:pt x="667" y="584"/>
                  </a:lnTo>
                  <a:lnTo>
                    <a:pt x="666" y="587"/>
                  </a:lnTo>
                  <a:lnTo>
                    <a:pt x="665" y="591"/>
                  </a:lnTo>
                  <a:lnTo>
                    <a:pt x="663" y="595"/>
                  </a:lnTo>
                  <a:lnTo>
                    <a:pt x="660" y="597"/>
                  </a:lnTo>
                  <a:lnTo>
                    <a:pt x="654" y="598"/>
                  </a:lnTo>
                  <a:lnTo>
                    <a:pt x="648" y="599"/>
                  </a:lnTo>
                  <a:lnTo>
                    <a:pt x="645" y="600"/>
                  </a:lnTo>
                  <a:lnTo>
                    <a:pt x="644" y="605"/>
                  </a:lnTo>
                  <a:lnTo>
                    <a:pt x="645" y="610"/>
                  </a:lnTo>
                  <a:lnTo>
                    <a:pt x="643" y="615"/>
                  </a:lnTo>
                  <a:lnTo>
                    <a:pt x="639" y="618"/>
                  </a:lnTo>
                  <a:lnTo>
                    <a:pt x="634" y="618"/>
                  </a:lnTo>
                  <a:lnTo>
                    <a:pt x="629" y="618"/>
                  </a:lnTo>
                  <a:lnTo>
                    <a:pt x="625" y="618"/>
                  </a:lnTo>
                  <a:lnTo>
                    <a:pt x="620" y="620"/>
                  </a:lnTo>
                  <a:lnTo>
                    <a:pt x="616" y="620"/>
                  </a:lnTo>
                  <a:lnTo>
                    <a:pt x="612" y="619"/>
                  </a:lnTo>
                  <a:lnTo>
                    <a:pt x="608" y="617"/>
                  </a:lnTo>
                  <a:lnTo>
                    <a:pt x="605" y="616"/>
                  </a:lnTo>
                  <a:lnTo>
                    <a:pt x="601" y="615"/>
                  </a:lnTo>
                  <a:lnTo>
                    <a:pt x="598" y="614"/>
                  </a:lnTo>
                  <a:lnTo>
                    <a:pt x="595" y="612"/>
                  </a:lnTo>
                  <a:lnTo>
                    <a:pt x="594" y="609"/>
                  </a:lnTo>
                  <a:lnTo>
                    <a:pt x="592" y="607"/>
                  </a:lnTo>
                  <a:lnTo>
                    <a:pt x="588" y="606"/>
                  </a:lnTo>
                  <a:lnTo>
                    <a:pt x="582" y="607"/>
                  </a:lnTo>
                  <a:lnTo>
                    <a:pt x="577" y="607"/>
                  </a:lnTo>
                  <a:lnTo>
                    <a:pt x="574" y="604"/>
                  </a:lnTo>
                  <a:lnTo>
                    <a:pt x="575" y="599"/>
                  </a:lnTo>
                  <a:lnTo>
                    <a:pt x="579" y="594"/>
                  </a:lnTo>
                  <a:lnTo>
                    <a:pt x="581" y="590"/>
                  </a:lnTo>
                  <a:lnTo>
                    <a:pt x="581" y="586"/>
                  </a:lnTo>
                  <a:lnTo>
                    <a:pt x="581" y="583"/>
                  </a:lnTo>
                  <a:lnTo>
                    <a:pt x="581" y="580"/>
                  </a:lnTo>
                  <a:lnTo>
                    <a:pt x="582" y="577"/>
                  </a:lnTo>
                  <a:lnTo>
                    <a:pt x="582" y="574"/>
                  </a:lnTo>
                  <a:lnTo>
                    <a:pt x="580" y="570"/>
                  </a:lnTo>
                  <a:lnTo>
                    <a:pt x="578" y="566"/>
                  </a:lnTo>
                  <a:lnTo>
                    <a:pt x="578" y="562"/>
                  </a:lnTo>
                  <a:lnTo>
                    <a:pt x="581" y="559"/>
                  </a:lnTo>
                  <a:lnTo>
                    <a:pt x="585" y="558"/>
                  </a:lnTo>
                  <a:lnTo>
                    <a:pt x="587" y="555"/>
                  </a:lnTo>
                  <a:lnTo>
                    <a:pt x="588" y="552"/>
                  </a:lnTo>
                  <a:lnTo>
                    <a:pt x="588" y="547"/>
                  </a:lnTo>
                  <a:lnTo>
                    <a:pt x="591" y="545"/>
                  </a:lnTo>
                  <a:lnTo>
                    <a:pt x="595" y="545"/>
                  </a:lnTo>
                  <a:lnTo>
                    <a:pt x="600" y="547"/>
                  </a:lnTo>
                  <a:lnTo>
                    <a:pt x="604" y="549"/>
                  </a:lnTo>
                  <a:lnTo>
                    <a:pt x="607" y="549"/>
                  </a:lnTo>
                  <a:lnTo>
                    <a:pt x="609" y="546"/>
                  </a:lnTo>
                  <a:lnTo>
                    <a:pt x="612" y="544"/>
                  </a:lnTo>
                  <a:lnTo>
                    <a:pt x="616" y="542"/>
                  </a:lnTo>
                  <a:lnTo>
                    <a:pt x="620" y="541"/>
                  </a:lnTo>
                  <a:lnTo>
                    <a:pt x="624" y="540"/>
                  </a:lnTo>
                  <a:lnTo>
                    <a:pt x="629" y="539"/>
                  </a:lnTo>
                  <a:lnTo>
                    <a:pt x="634" y="539"/>
                  </a:lnTo>
                  <a:lnTo>
                    <a:pt x="637" y="543"/>
                  </a:lnTo>
                  <a:lnTo>
                    <a:pt x="639" y="548"/>
                  </a:lnTo>
                  <a:lnTo>
                    <a:pt x="640" y="553"/>
                  </a:lnTo>
                  <a:lnTo>
                    <a:pt x="642" y="556"/>
                  </a:lnTo>
                  <a:lnTo>
                    <a:pt x="647" y="556"/>
                  </a:lnTo>
                  <a:lnTo>
                    <a:pt x="652" y="558"/>
                  </a:lnTo>
                  <a:lnTo>
                    <a:pt x="656" y="560"/>
                  </a:lnTo>
                  <a:lnTo>
                    <a:pt x="656" y="564"/>
                  </a:lnTo>
                  <a:lnTo>
                    <a:pt x="656" y="568"/>
                  </a:lnTo>
                  <a:lnTo>
                    <a:pt x="658" y="571"/>
                  </a:lnTo>
                  <a:lnTo>
                    <a:pt x="662" y="573"/>
                  </a:lnTo>
                  <a:lnTo>
                    <a:pt x="665" y="577"/>
                  </a:lnTo>
                  <a:close/>
                </a:path>
              </a:pathLst>
            </a:custGeom>
            <a:solidFill>
              <a:srgbClr val="DE8036">
                <a:alpha val="36000"/>
              </a:srgbClr>
            </a:solidFill>
            <a:ln>
              <a:noFill/>
            </a:ln>
          </p:spPr>
          <p:txBody>
            <a:bodyPr anchor="ctr"/>
            <a:lstStyle/>
            <a:p>
              <a:pPr algn="ctr">
                <a:buNone/>
              </a:pPr>
            </a:p>
          </p:txBody>
        </p:sp>
        <p:sp>
          <p:nvSpPr>
            <p:cNvPr id="7655" name="addition:spatial:144">
              <a:extLst>
                <a:ext uri="{FF2B5EF4-FFF2-40B4-BE49-F238E27FC236}">
                  <ns2:creationId id="{9F44BD2B-A9F1-45A5-9C97-41BB8D7A3A41}"/>
                </a:ext>
              </a:extLst>
            </p:cNvPr>
            <p:cNvSpPr>
              <a:spLocks noGrp="1"/>
            </p:cNvSpPr>
            <p:nvPr/>
          </p:nvSpPr>
          <p:spPr>
            <a:xfrm>
              <a:off x="5648325" y="1666875"/>
              <a:ext cx="950656" cy="1011601"/>
            </a:xfrm>
            <a:custGeom>
              <a:rect l="l" t="t" r="r" b="b"/>
              <a:pathLst>
                <a:path w="717" h="598">
                  <a:moveTo>
                    <a:pt x="0" y="0"/>
                  </a:moveTo>
                  <a:moveTo>
                    <a:pt x="709" y="569"/>
                  </a:moveTo>
                  <a:lnTo>
                    <a:pt x="708" y="571"/>
                  </a:lnTo>
                  <a:lnTo>
                    <a:pt x="707" y="573"/>
                  </a:lnTo>
                  <a:lnTo>
                    <a:pt x="706" y="575"/>
                  </a:lnTo>
                  <a:lnTo>
                    <a:pt x="705" y="578"/>
                  </a:lnTo>
                  <a:lnTo>
                    <a:pt x="706" y="581"/>
                  </a:lnTo>
                  <a:lnTo>
                    <a:pt x="707" y="584"/>
                  </a:lnTo>
                  <a:lnTo>
                    <a:pt x="707" y="588"/>
                  </a:lnTo>
                  <a:lnTo>
                    <a:pt x="706" y="590"/>
                  </a:lnTo>
                  <a:lnTo>
                    <a:pt x="702" y="591"/>
                  </a:lnTo>
                  <a:lnTo>
                    <a:pt x="698" y="591"/>
                  </a:lnTo>
                  <a:lnTo>
                    <a:pt x="695" y="592"/>
                  </a:lnTo>
                  <a:lnTo>
                    <a:pt x="694" y="594"/>
                  </a:lnTo>
                  <a:lnTo>
                    <a:pt x="692" y="596"/>
                  </a:lnTo>
                  <a:lnTo>
                    <a:pt x="690" y="598"/>
                  </a:lnTo>
                  <a:lnTo>
                    <a:pt x="687" y="597"/>
                  </a:lnTo>
                  <a:lnTo>
                    <a:pt x="684" y="595"/>
                  </a:lnTo>
                  <a:lnTo>
                    <a:pt x="681" y="594"/>
                  </a:lnTo>
                  <a:lnTo>
                    <a:pt x="679" y="594"/>
                  </a:lnTo>
                  <a:lnTo>
                    <a:pt x="676" y="596"/>
                  </a:lnTo>
                  <a:lnTo>
                    <a:pt x="674" y="597"/>
                  </a:lnTo>
                  <a:lnTo>
                    <a:pt x="671" y="597"/>
                  </a:lnTo>
                  <a:lnTo>
                    <a:pt x="667" y="597"/>
                  </a:lnTo>
                  <a:lnTo>
                    <a:pt x="664" y="597"/>
                  </a:lnTo>
                  <a:lnTo>
                    <a:pt x="660" y="596"/>
                  </a:lnTo>
                  <a:lnTo>
                    <a:pt x="657" y="595"/>
                  </a:lnTo>
                  <a:lnTo>
                    <a:pt x="656" y="591"/>
                  </a:lnTo>
                  <a:lnTo>
                    <a:pt x="657" y="586"/>
                  </a:lnTo>
                  <a:lnTo>
                    <a:pt x="657" y="583"/>
                  </a:lnTo>
                  <a:lnTo>
                    <a:pt x="656" y="581"/>
                  </a:lnTo>
                  <a:lnTo>
                    <a:pt x="652" y="580"/>
                  </a:lnTo>
                  <a:lnTo>
                    <a:pt x="648" y="579"/>
                  </a:lnTo>
                  <a:lnTo>
                    <a:pt x="645" y="576"/>
                  </a:lnTo>
                  <a:lnTo>
                    <a:pt x="644" y="574"/>
                  </a:lnTo>
                  <a:lnTo>
                    <a:pt x="644" y="571"/>
                  </a:lnTo>
                  <a:lnTo>
                    <a:pt x="643" y="569"/>
                  </a:lnTo>
                  <a:lnTo>
                    <a:pt x="642" y="566"/>
                  </a:lnTo>
                  <a:lnTo>
                    <a:pt x="641" y="563"/>
                  </a:lnTo>
                  <a:lnTo>
                    <a:pt x="641" y="560"/>
                  </a:lnTo>
                  <a:lnTo>
                    <a:pt x="643" y="558"/>
                  </a:lnTo>
                  <a:lnTo>
                    <a:pt x="644" y="556"/>
                  </a:lnTo>
                  <a:lnTo>
                    <a:pt x="646" y="553"/>
                  </a:lnTo>
                  <a:lnTo>
                    <a:pt x="647" y="551"/>
                  </a:lnTo>
                  <a:lnTo>
                    <a:pt x="651" y="550"/>
                  </a:lnTo>
                  <a:lnTo>
                    <a:pt x="655" y="550"/>
                  </a:lnTo>
                  <a:lnTo>
                    <a:pt x="659" y="550"/>
                  </a:lnTo>
                  <a:lnTo>
                    <a:pt x="662" y="549"/>
                  </a:lnTo>
                  <a:lnTo>
                    <a:pt x="663" y="545"/>
                  </a:lnTo>
                  <a:lnTo>
                    <a:pt x="664" y="541"/>
                  </a:lnTo>
                  <a:lnTo>
                    <a:pt x="666" y="537"/>
                  </a:lnTo>
                  <a:lnTo>
                    <a:pt x="670" y="536"/>
                  </a:lnTo>
                  <a:lnTo>
                    <a:pt x="674" y="537"/>
                  </a:lnTo>
                  <a:lnTo>
                    <a:pt x="678" y="538"/>
                  </a:lnTo>
                  <a:lnTo>
                    <a:pt x="682" y="539"/>
                  </a:lnTo>
                  <a:lnTo>
                    <a:pt x="685" y="539"/>
                  </a:lnTo>
                  <a:lnTo>
                    <a:pt x="689" y="541"/>
                  </a:lnTo>
                  <a:lnTo>
                    <a:pt x="691" y="543"/>
                  </a:lnTo>
                  <a:lnTo>
                    <a:pt x="694" y="544"/>
                  </a:lnTo>
                  <a:lnTo>
                    <a:pt x="697" y="545"/>
                  </a:lnTo>
                  <a:lnTo>
                    <a:pt x="700" y="545"/>
                  </a:lnTo>
                  <a:lnTo>
                    <a:pt x="703" y="545"/>
                  </a:lnTo>
                  <a:lnTo>
                    <a:pt x="705" y="548"/>
                  </a:lnTo>
                  <a:lnTo>
                    <a:pt x="706" y="550"/>
                  </a:lnTo>
                  <a:lnTo>
                    <a:pt x="707" y="553"/>
                  </a:lnTo>
                  <a:lnTo>
                    <a:pt x="709" y="554"/>
                  </a:lnTo>
                  <a:lnTo>
                    <a:pt x="714" y="555"/>
                  </a:lnTo>
                  <a:lnTo>
                    <a:pt x="717" y="557"/>
                  </a:lnTo>
                  <a:lnTo>
                    <a:pt x="717" y="560"/>
                  </a:lnTo>
                  <a:lnTo>
                    <a:pt x="715" y="563"/>
                  </a:lnTo>
                  <a:lnTo>
                    <a:pt x="711" y="566"/>
                  </a:lnTo>
                  <a:close/>
                </a:path>
              </a:pathLst>
            </a:custGeom>
            <a:solidFill>
              <a:srgbClr val="DE8036">
                <a:alpha val="36000"/>
              </a:srgbClr>
            </a:solidFill>
            <a:ln>
              <a:noFill/>
            </a:ln>
          </p:spPr>
          <p:txBody>
            <a:bodyPr anchor="ctr"/>
            <a:lstStyle/>
            <a:p>
              <a:pPr algn="ctr">
                <a:buNone/>
              </a:pPr>
            </a:p>
          </p:txBody>
        </p:sp>
        <p:sp>
          <p:nvSpPr>
            <p:cNvPr id="7656" name="addition:spatial:145">
              <a:extLst>
                <a:ext uri="{FF2B5EF4-FFF2-40B4-BE49-F238E27FC236}">
                  <ns2:creationId id="{27A0AB1E-6A55-4A74-8D90-CA6B15B71F1B}"/>
                </a:ext>
              </a:extLst>
            </p:cNvPr>
            <p:cNvSpPr>
              <a:spLocks noGrp="1"/>
            </p:cNvSpPr>
            <p:nvPr/>
          </p:nvSpPr>
          <p:spPr>
            <a:xfrm>
              <a:off x="5648325" y="1666875"/>
              <a:ext cx="1003691" cy="1116482"/>
            </a:xfrm>
            <a:custGeom>
              <a:rect l="l" t="t" r="r" b="b"/>
              <a:pathLst>
                <a:path w="757" h="660">
                  <a:moveTo>
                    <a:pt x="0" y="0"/>
                  </a:moveTo>
                  <a:moveTo>
                    <a:pt x="753" y="620"/>
                  </a:moveTo>
                  <a:lnTo>
                    <a:pt x="751" y="623"/>
                  </a:lnTo>
                  <a:lnTo>
                    <a:pt x="748" y="626"/>
                  </a:lnTo>
                  <a:lnTo>
                    <a:pt x="745" y="629"/>
                  </a:lnTo>
                  <a:lnTo>
                    <a:pt x="744" y="632"/>
                  </a:lnTo>
                  <a:lnTo>
                    <a:pt x="743" y="636"/>
                  </a:lnTo>
                  <a:lnTo>
                    <a:pt x="741" y="639"/>
                  </a:lnTo>
                  <a:lnTo>
                    <a:pt x="738" y="641"/>
                  </a:lnTo>
                  <a:lnTo>
                    <a:pt x="735" y="643"/>
                  </a:lnTo>
                  <a:lnTo>
                    <a:pt x="734" y="647"/>
                  </a:lnTo>
                  <a:lnTo>
                    <a:pt x="733" y="652"/>
                  </a:lnTo>
                  <a:lnTo>
                    <a:pt x="732" y="657"/>
                  </a:lnTo>
                  <a:lnTo>
                    <a:pt x="729" y="660"/>
                  </a:lnTo>
                  <a:lnTo>
                    <a:pt x="723" y="658"/>
                  </a:lnTo>
                  <a:lnTo>
                    <a:pt x="717" y="655"/>
                  </a:lnTo>
                  <a:lnTo>
                    <a:pt x="713" y="653"/>
                  </a:lnTo>
                  <a:lnTo>
                    <a:pt x="710" y="652"/>
                  </a:lnTo>
                  <a:lnTo>
                    <a:pt x="707" y="654"/>
                  </a:lnTo>
                  <a:lnTo>
                    <a:pt x="704" y="655"/>
                  </a:lnTo>
                  <a:lnTo>
                    <a:pt x="701" y="656"/>
                  </a:lnTo>
                  <a:lnTo>
                    <a:pt x="698" y="656"/>
                  </a:lnTo>
                  <a:lnTo>
                    <a:pt x="694" y="657"/>
                  </a:lnTo>
                  <a:lnTo>
                    <a:pt x="689" y="657"/>
                  </a:lnTo>
                  <a:lnTo>
                    <a:pt x="685" y="657"/>
                  </a:lnTo>
                  <a:lnTo>
                    <a:pt x="682" y="654"/>
                  </a:lnTo>
                  <a:lnTo>
                    <a:pt x="681" y="650"/>
                  </a:lnTo>
                  <a:lnTo>
                    <a:pt x="679" y="647"/>
                  </a:lnTo>
                  <a:lnTo>
                    <a:pt x="675" y="645"/>
                  </a:lnTo>
                  <a:lnTo>
                    <a:pt x="671" y="643"/>
                  </a:lnTo>
                  <a:lnTo>
                    <a:pt x="667" y="641"/>
                  </a:lnTo>
                  <a:lnTo>
                    <a:pt x="667" y="637"/>
                  </a:lnTo>
                  <a:lnTo>
                    <a:pt x="669" y="632"/>
                  </a:lnTo>
                  <a:lnTo>
                    <a:pt x="671" y="628"/>
                  </a:lnTo>
                  <a:lnTo>
                    <a:pt x="670" y="625"/>
                  </a:lnTo>
                  <a:lnTo>
                    <a:pt x="665" y="623"/>
                  </a:lnTo>
                  <a:lnTo>
                    <a:pt x="661" y="620"/>
                  </a:lnTo>
                  <a:lnTo>
                    <a:pt x="657" y="616"/>
                  </a:lnTo>
                  <a:lnTo>
                    <a:pt x="656" y="612"/>
                  </a:lnTo>
                  <a:lnTo>
                    <a:pt x="656" y="608"/>
                  </a:lnTo>
                  <a:lnTo>
                    <a:pt x="656" y="604"/>
                  </a:lnTo>
                  <a:lnTo>
                    <a:pt x="657" y="601"/>
                  </a:lnTo>
                  <a:lnTo>
                    <a:pt x="661" y="599"/>
                  </a:lnTo>
                  <a:lnTo>
                    <a:pt x="667" y="598"/>
                  </a:lnTo>
                  <a:lnTo>
                    <a:pt x="672" y="598"/>
                  </a:lnTo>
                  <a:lnTo>
                    <a:pt x="675" y="596"/>
                  </a:lnTo>
                  <a:lnTo>
                    <a:pt x="676" y="592"/>
                  </a:lnTo>
                  <a:lnTo>
                    <a:pt x="677" y="588"/>
                  </a:lnTo>
                  <a:lnTo>
                    <a:pt x="680" y="585"/>
                  </a:lnTo>
                  <a:lnTo>
                    <a:pt x="685" y="584"/>
                  </a:lnTo>
                  <a:lnTo>
                    <a:pt x="690" y="585"/>
                  </a:lnTo>
                  <a:lnTo>
                    <a:pt x="695" y="584"/>
                  </a:lnTo>
                  <a:lnTo>
                    <a:pt x="699" y="582"/>
                  </a:lnTo>
                  <a:lnTo>
                    <a:pt x="703" y="579"/>
                  </a:lnTo>
                  <a:lnTo>
                    <a:pt x="708" y="577"/>
                  </a:lnTo>
                  <a:lnTo>
                    <a:pt x="713" y="578"/>
                  </a:lnTo>
                  <a:lnTo>
                    <a:pt x="718" y="580"/>
                  </a:lnTo>
                  <a:lnTo>
                    <a:pt x="723" y="582"/>
                  </a:lnTo>
                  <a:lnTo>
                    <a:pt x="727" y="584"/>
                  </a:lnTo>
                  <a:lnTo>
                    <a:pt x="730" y="587"/>
                  </a:lnTo>
                  <a:lnTo>
                    <a:pt x="732" y="591"/>
                  </a:lnTo>
                  <a:lnTo>
                    <a:pt x="733" y="595"/>
                  </a:lnTo>
                  <a:lnTo>
                    <a:pt x="736" y="597"/>
                  </a:lnTo>
                  <a:lnTo>
                    <a:pt x="741" y="597"/>
                  </a:lnTo>
                  <a:lnTo>
                    <a:pt x="748" y="596"/>
                  </a:lnTo>
                  <a:lnTo>
                    <a:pt x="754" y="597"/>
                  </a:lnTo>
                  <a:lnTo>
                    <a:pt x="757" y="600"/>
                  </a:lnTo>
                  <a:lnTo>
                    <a:pt x="756" y="605"/>
                  </a:lnTo>
                  <a:lnTo>
                    <a:pt x="753" y="609"/>
                  </a:lnTo>
                  <a:lnTo>
                    <a:pt x="752" y="613"/>
                  </a:lnTo>
                  <a:lnTo>
                    <a:pt x="753" y="616"/>
                  </a:lnTo>
                  <a:close/>
                </a:path>
              </a:pathLst>
            </a:custGeom>
            <a:solidFill>
              <a:srgbClr val="DE8036">
                <a:alpha val="36000"/>
              </a:srgbClr>
            </a:solidFill>
            <a:ln>
              <a:noFill/>
            </a:ln>
          </p:spPr>
          <p:txBody>
            <a:bodyPr anchor="ctr"/>
            <a:lstStyle/>
            <a:p>
              <a:pPr algn="ctr">
                <a:buNone/>
              </a:pPr>
            </a:p>
          </p:txBody>
        </p:sp>
        <p:sp>
          <p:nvSpPr>
            <p:cNvPr id="7657" name="addition:spatial:146">
              <a:extLst>
                <a:ext uri="{FF2B5EF4-FFF2-40B4-BE49-F238E27FC236}">
                  <ns2:creationId id="{C6C47C44-EFF7-4243-B2E0-5AF64A6C735F}"/>
                </a:ext>
              </a:extLst>
            </p:cNvPr>
            <p:cNvSpPr>
              <a:spLocks noGrp="1"/>
            </p:cNvSpPr>
            <p:nvPr/>
          </p:nvSpPr>
          <p:spPr>
            <a:xfrm>
              <a:off x="5648325" y="1666875"/>
              <a:ext cx="902924" cy="1143549"/>
            </a:xfrm>
            <a:custGeom>
              <a:rect l="l" t="t" r="r" b="b"/>
              <a:pathLst>
                <a:path w="681" h="676">
                  <a:moveTo>
                    <a:pt x="0" y="0"/>
                  </a:moveTo>
                  <a:moveTo>
                    <a:pt x="680" y="642"/>
                  </a:moveTo>
                  <a:lnTo>
                    <a:pt x="680" y="645"/>
                  </a:lnTo>
                  <a:lnTo>
                    <a:pt x="677" y="647"/>
                  </a:lnTo>
                  <a:lnTo>
                    <a:pt x="673" y="649"/>
                  </a:lnTo>
                  <a:lnTo>
                    <a:pt x="670" y="651"/>
                  </a:lnTo>
                  <a:lnTo>
                    <a:pt x="670" y="654"/>
                  </a:lnTo>
                  <a:lnTo>
                    <a:pt x="673" y="658"/>
                  </a:lnTo>
                  <a:lnTo>
                    <a:pt x="675" y="663"/>
                  </a:lnTo>
                  <a:lnTo>
                    <a:pt x="674" y="666"/>
                  </a:lnTo>
                  <a:lnTo>
                    <a:pt x="671" y="668"/>
                  </a:lnTo>
                  <a:lnTo>
                    <a:pt x="667" y="669"/>
                  </a:lnTo>
                  <a:lnTo>
                    <a:pt x="663" y="670"/>
                  </a:lnTo>
                  <a:lnTo>
                    <a:pt x="660" y="670"/>
                  </a:lnTo>
                  <a:lnTo>
                    <a:pt x="657" y="670"/>
                  </a:lnTo>
                  <a:lnTo>
                    <a:pt x="653" y="670"/>
                  </a:lnTo>
                  <a:lnTo>
                    <a:pt x="650" y="669"/>
                  </a:lnTo>
                  <a:lnTo>
                    <a:pt x="648" y="670"/>
                  </a:lnTo>
                  <a:lnTo>
                    <a:pt x="645" y="673"/>
                  </a:lnTo>
                  <a:lnTo>
                    <a:pt x="642" y="675"/>
                  </a:lnTo>
                  <a:lnTo>
                    <a:pt x="639" y="676"/>
                  </a:lnTo>
                  <a:lnTo>
                    <a:pt x="635" y="674"/>
                  </a:lnTo>
                  <a:lnTo>
                    <a:pt x="633" y="672"/>
                  </a:lnTo>
                  <a:lnTo>
                    <a:pt x="630" y="671"/>
                  </a:lnTo>
                  <a:lnTo>
                    <a:pt x="625" y="671"/>
                  </a:lnTo>
                  <a:lnTo>
                    <a:pt x="620" y="672"/>
                  </a:lnTo>
                  <a:lnTo>
                    <a:pt x="616" y="670"/>
                  </a:lnTo>
                  <a:lnTo>
                    <a:pt x="614" y="667"/>
                  </a:lnTo>
                  <a:lnTo>
                    <a:pt x="614" y="663"/>
                  </a:lnTo>
                  <a:lnTo>
                    <a:pt x="613" y="659"/>
                  </a:lnTo>
                  <a:lnTo>
                    <a:pt x="612" y="657"/>
                  </a:lnTo>
                  <a:lnTo>
                    <a:pt x="610" y="654"/>
                  </a:lnTo>
                  <a:lnTo>
                    <a:pt x="608" y="652"/>
                  </a:lnTo>
                  <a:lnTo>
                    <a:pt x="606" y="649"/>
                  </a:lnTo>
                  <a:lnTo>
                    <a:pt x="604" y="647"/>
                  </a:lnTo>
                  <a:lnTo>
                    <a:pt x="599" y="645"/>
                  </a:lnTo>
                  <a:lnTo>
                    <a:pt x="594" y="642"/>
                  </a:lnTo>
                  <a:lnTo>
                    <a:pt x="592" y="638"/>
                  </a:lnTo>
                  <a:lnTo>
                    <a:pt x="594" y="635"/>
                  </a:lnTo>
                  <a:lnTo>
                    <a:pt x="598" y="633"/>
                  </a:lnTo>
                  <a:lnTo>
                    <a:pt x="603" y="631"/>
                  </a:lnTo>
                  <a:lnTo>
                    <a:pt x="605" y="629"/>
                  </a:lnTo>
                  <a:lnTo>
                    <a:pt x="606" y="626"/>
                  </a:lnTo>
                  <a:lnTo>
                    <a:pt x="606" y="622"/>
                  </a:lnTo>
                  <a:lnTo>
                    <a:pt x="609" y="620"/>
                  </a:lnTo>
                  <a:lnTo>
                    <a:pt x="613" y="619"/>
                  </a:lnTo>
                  <a:lnTo>
                    <a:pt x="617" y="618"/>
                  </a:lnTo>
                  <a:lnTo>
                    <a:pt x="620" y="617"/>
                  </a:lnTo>
                  <a:lnTo>
                    <a:pt x="622" y="614"/>
                  </a:lnTo>
                  <a:lnTo>
                    <a:pt x="625" y="611"/>
                  </a:lnTo>
                  <a:lnTo>
                    <a:pt x="629" y="610"/>
                  </a:lnTo>
                  <a:lnTo>
                    <a:pt x="633" y="609"/>
                  </a:lnTo>
                  <a:lnTo>
                    <a:pt x="637" y="607"/>
                  </a:lnTo>
                  <a:lnTo>
                    <a:pt x="642" y="605"/>
                  </a:lnTo>
                  <a:lnTo>
                    <a:pt x="646" y="604"/>
                  </a:lnTo>
                  <a:lnTo>
                    <a:pt x="650" y="606"/>
                  </a:lnTo>
                  <a:lnTo>
                    <a:pt x="653" y="610"/>
                  </a:lnTo>
                  <a:lnTo>
                    <a:pt x="655" y="615"/>
                  </a:lnTo>
                  <a:lnTo>
                    <a:pt x="658" y="618"/>
                  </a:lnTo>
                  <a:lnTo>
                    <a:pt x="661" y="617"/>
                  </a:lnTo>
                  <a:lnTo>
                    <a:pt x="666" y="616"/>
                  </a:lnTo>
                  <a:lnTo>
                    <a:pt x="670" y="616"/>
                  </a:lnTo>
                  <a:lnTo>
                    <a:pt x="673" y="617"/>
                  </a:lnTo>
                  <a:lnTo>
                    <a:pt x="675" y="619"/>
                  </a:lnTo>
                  <a:lnTo>
                    <a:pt x="677" y="622"/>
                  </a:lnTo>
                  <a:lnTo>
                    <a:pt x="679" y="624"/>
                  </a:lnTo>
                  <a:lnTo>
                    <a:pt x="681" y="626"/>
                  </a:lnTo>
                  <a:lnTo>
                    <a:pt x="681" y="630"/>
                  </a:lnTo>
                  <a:lnTo>
                    <a:pt x="680" y="633"/>
                  </a:lnTo>
                  <a:lnTo>
                    <a:pt x="679" y="636"/>
                  </a:lnTo>
                  <a:lnTo>
                    <a:pt x="679" y="639"/>
                  </a:lnTo>
                  <a:close/>
                </a:path>
              </a:pathLst>
            </a:custGeom>
            <a:solidFill>
              <a:srgbClr val="DE8036">
                <a:alpha val="36000"/>
              </a:srgbClr>
            </a:solidFill>
            <a:ln>
              <a:noFill/>
            </a:ln>
          </p:spPr>
          <p:txBody>
            <a:bodyPr anchor="ctr"/>
            <a:lstStyle/>
            <a:p>
              <a:pPr algn="ctr">
                <a:buNone/>
              </a:pPr>
            </a:p>
          </p:txBody>
        </p:sp>
        <p:sp>
          <p:nvSpPr>
            <p:cNvPr id="7658" name="addition:spatial:147">
              <a:extLst>
                <a:ext uri="{FF2B5EF4-FFF2-40B4-BE49-F238E27FC236}">
                  <ns2:creationId id="{FD2A5F25-2D5E-436A-A3C9-948AB298D1EE}"/>
                </a:ext>
              </a:extLst>
            </p:cNvPr>
            <p:cNvSpPr>
              <a:spLocks noGrp="1"/>
            </p:cNvSpPr>
            <p:nvPr/>
          </p:nvSpPr>
          <p:spPr>
            <a:xfrm>
              <a:off x="5648325" y="1666875"/>
              <a:ext cx="872429" cy="1040359"/>
            </a:xfrm>
            <a:custGeom>
              <a:rect l="l" t="t" r="r" b="b"/>
              <a:pathLst>
                <a:path w="658" h="615">
                  <a:moveTo>
                    <a:pt x="0" y="0"/>
                  </a:moveTo>
                  <a:moveTo>
                    <a:pt x="648" y="584"/>
                  </a:moveTo>
                  <a:lnTo>
                    <a:pt x="651" y="586"/>
                  </a:lnTo>
                  <a:lnTo>
                    <a:pt x="655" y="589"/>
                  </a:lnTo>
                  <a:lnTo>
                    <a:pt x="658" y="593"/>
                  </a:lnTo>
                  <a:lnTo>
                    <a:pt x="658" y="596"/>
                  </a:lnTo>
                  <a:lnTo>
                    <a:pt x="655" y="598"/>
                  </a:lnTo>
                  <a:lnTo>
                    <a:pt x="651" y="599"/>
                  </a:lnTo>
                  <a:lnTo>
                    <a:pt x="648" y="600"/>
                  </a:lnTo>
                  <a:lnTo>
                    <a:pt x="646" y="602"/>
                  </a:lnTo>
                  <a:lnTo>
                    <a:pt x="645" y="603"/>
                  </a:lnTo>
                  <a:lnTo>
                    <a:pt x="642" y="605"/>
                  </a:lnTo>
                  <a:lnTo>
                    <a:pt x="640" y="606"/>
                  </a:lnTo>
                  <a:lnTo>
                    <a:pt x="638" y="607"/>
                  </a:lnTo>
                  <a:lnTo>
                    <a:pt x="636" y="610"/>
                  </a:lnTo>
                  <a:lnTo>
                    <a:pt x="634" y="612"/>
                  </a:lnTo>
                  <a:lnTo>
                    <a:pt x="631" y="614"/>
                  </a:lnTo>
                  <a:lnTo>
                    <a:pt x="627" y="613"/>
                  </a:lnTo>
                  <a:lnTo>
                    <a:pt x="624" y="612"/>
                  </a:lnTo>
                  <a:lnTo>
                    <a:pt x="621" y="612"/>
                  </a:lnTo>
                  <a:lnTo>
                    <a:pt x="617" y="614"/>
                  </a:lnTo>
                  <a:lnTo>
                    <a:pt x="614" y="615"/>
                  </a:lnTo>
                  <a:lnTo>
                    <a:pt x="610" y="615"/>
                  </a:lnTo>
                  <a:lnTo>
                    <a:pt x="607" y="612"/>
                  </a:lnTo>
                  <a:lnTo>
                    <a:pt x="606" y="608"/>
                  </a:lnTo>
                  <a:lnTo>
                    <a:pt x="605" y="604"/>
                  </a:lnTo>
                  <a:lnTo>
                    <a:pt x="603" y="603"/>
                  </a:lnTo>
                  <a:lnTo>
                    <a:pt x="600" y="602"/>
                  </a:lnTo>
                  <a:lnTo>
                    <a:pt x="597" y="601"/>
                  </a:lnTo>
                  <a:lnTo>
                    <a:pt x="594" y="600"/>
                  </a:lnTo>
                  <a:lnTo>
                    <a:pt x="592" y="599"/>
                  </a:lnTo>
                  <a:lnTo>
                    <a:pt x="589" y="597"/>
                  </a:lnTo>
                  <a:lnTo>
                    <a:pt x="586" y="595"/>
                  </a:lnTo>
                  <a:lnTo>
                    <a:pt x="585" y="593"/>
                  </a:lnTo>
                  <a:lnTo>
                    <a:pt x="586" y="589"/>
                  </a:lnTo>
                  <a:lnTo>
                    <a:pt x="589" y="586"/>
                  </a:lnTo>
                  <a:lnTo>
                    <a:pt x="592" y="584"/>
                  </a:lnTo>
                  <a:lnTo>
                    <a:pt x="593" y="581"/>
                  </a:lnTo>
                  <a:lnTo>
                    <a:pt x="592" y="579"/>
                  </a:lnTo>
                  <a:lnTo>
                    <a:pt x="591" y="576"/>
                  </a:lnTo>
                  <a:lnTo>
                    <a:pt x="593" y="573"/>
                  </a:lnTo>
                  <a:lnTo>
                    <a:pt x="596" y="572"/>
                  </a:lnTo>
                  <a:lnTo>
                    <a:pt x="599" y="570"/>
                  </a:lnTo>
                  <a:lnTo>
                    <a:pt x="601" y="568"/>
                  </a:lnTo>
                  <a:lnTo>
                    <a:pt x="601" y="565"/>
                  </a:lnTo>
                  <a:lnTo>
                    <a:pt x="602" y="562"/>
                  </a:lnTo>
                  <a:lnTo>
                    <a:pt x="603" y="559"/>
                  </a:lnTo>
                  <a:lnTo>
                    <a:pt x="605" y="557"/>
                  </a:lnTo>
                  <a:lnTo>
                    <a:pt x="608" y="556"/>
                  </a:lnTo>
                  <a:lnTo>
                    <a:pt x="610" y="554"/>
                  </a:lnTo>
                  <a:lnTo>
                    <a:pt x="613" y="553"/>
                  </a:lnTo>
                  <a:lnTo>
                    <a:pt x="616" y="554"/>
                  </a:lnTo>
                  <a:lnTo>
                    <a:pt x="619" y="557"/>
                  </a:lnTo>
                  <a:lnTo>
                    <a:pt x="622" y="560"/>
                  </a:lnTo>
                  <a:lnTo>
                    <a:pt x="623" y="560"/>
                  </a:lnTo>
                  <a:lnTo>
                    <a:pt x="626" y="558"/>
                  </a:lnTo>
                  <a:lnTo>
                    <a:pt x="628" y="555"/>
                  </a:lnTo>
                  <a:lnTo>
                    <a:pt x="631" y="554"/>
                  </a:lnTo>
                  <a:lnTo>
                    <a:pt x="634" y="555"/>
                  </a:lnTo>
                  <a:lnTo>
                    <a:pt x="636" y="557"/>
                  </a:lnTo>
                  <a:lnTo>
                    <a:pt x="637" y="559"/>
                  </a:lnTo>
                  <a:lnTo>
                    <a:pt x="640" y="560"/>
                  </a:lnTo>
                  <a:lnTo>
                    <a:pt x="642" y="561"/>
                  </a:lnTo>
                  <a:lnTo>
                    <a:pt x="644" y="563"/>
                  </a:lnTo>
                  <a:lnTo>
                    <a:pt x="645" y="566"/>
                  </a:lnTo>
                  <a:lnTo>
                    <a:pt x="646" y="569"/>
                  </a:lnTo>
                  <a:lnTo>
                    <a:pt x="647" y="571"/>
                  </a:lnTo>
                  <a:lnTo>
                    <a:pt x="648" y="574"/>
                  </a:lnTo>
                  <a:lnTo>
                    <a:pt x="649" y="576"/>
                  </a:lnTo>
                  <a:lnTo>
                    <a:pt x="649" y="579"/>
                  </a:lnTo>
                  <a:lnTo>
                    <a:pt x="648" y="581"/>
                  </a:lnTo>
                  <a:close/>
                </a:path>
              </a:pathLst>
            </a:custGeom>
            <a:solidFill>
              <a:srgbClr val="E8A571">
                <a:alpha val="32000"/>
              </a:srgbClr>
            </a:solidFill>
            <a:ln>
              <a:noFill/>
            </a:ln>
          </p:spPr>
          <p:txBody>
            <a:bodyPr anchor="ctr"/>
            <a:lstStyle/>
            <a:p>
              <a:pPr algn="ctr">
                <a:buNone/>
              </a:pPr>
            </a:p>
          </p:txBody>
        </p:sp>
        <p:sp>
          <p:nvSpPr>
            <p:cNvPr id="7659" name="addition:spatial:148">
              <a:extLst>
                <a:ext uri="{FF2B5EF4-FFF2-40B4-BE49-F238E27FC236}">
                  <ns2:creationId id="{23935014-55BA-4D3A-9B1E-8D3AFBC5F9EC}"/>
                </a:ext>
              </a:extLst>
            </p:cNvPr>
            <p:cNvSpPr>
              <a:spLocks noGrp="1"/>
            </p:cNvSpPr>
            <p:nvPr/>
          </p:nvSpPr>
          <p:spPr>
            <a:xfrm>
              <a:off x="5648325" y="1666875"/>
              <a:ext cx="967892" cy="1111407"/>
            </a:xfrm>
            <a:custGeom>
              <a:rect l="l" t="t" r="r" b="b"/>
              <a:pathLst>
                <a:path w="730" h="657">
                  <a:moveTo>
                    <a:pt x="0" y="0"/>
                  </a:moveTo>
                  <a:moveTo>
                    <a:pt x="729" y="627"/>
                  </a:moveTo>
                  <a:lnTo>
                    <a:pt x="727" y="629"/>
                  </a:lnTo>
                  <a:lnTo>
                    <a:pt x="726" y="631"/>
                  </a:lnTo>
                  <a:lnTo>
                    <a:pt x="726" y="633"/>
                  </a:lnTo>
                  <a:lnTo>
                    <a:pt x="727" y="636"/>
                  </a:lnTo>
                  <a:lnTo>
                    <a:pt x="726" y="638"/>
                  </a:lnTo>
                  <a:lnTo>
                    <a:pt x="723" y="640"/>
                  </a:lnTo>
                  <a:lnTo>
                    <a:pt x="720" y="641"/>
                  </a:lnTo>
                  <a:lnTo>
                    <a:pt x="717" y="642"/>
                  </a:lnTo>
                  <a:lnTo>
                    <a:pt x="715" y="643"/>
                  </a:lnTo>
                  <a:lnTo>
                    <a:pt x="713" y="645"/>
                  </a:lnTo>
                  <a:lnTo>
                    <a:pt x="710" y="646"/>
                  </a:lnTo>
                  <a:lnTo>
                    <a:pt x="708" y="647"/>
                  </a:lnTo>
                  <a:lnTo>
                    <a:pt x="705" y="649"/>
                  </a:lnTo>
                  <a:lnTo>
                    <a:pt x="703" y="652"/>
                  </a:lnTo>
                  <a:lnTo>
                    <a:pt x="700" y="655"/>
                  </a:lnTo>
                  <a:lnTo>
                    <a:pt x="697" y="657"/>
                  </a:lnTo>
                  <a:lnTo>
                    <a:pt x="693" y="656"/>
                  </a:lnTo>
                  <a:lnTo>
                    <a:pt x="690" y="653"/>
                  </a:lnTo>
                  <a:lnTo>
                    <a:pt x="687" y="650"/>
                  </a:lnTo>
                  <a:lnTo>
                    <a:pt x="685" y="648"/>
                  </a:lnTo>
                  <a:lnTo>
                    <a:pt x="682" y="648"/>
                  </a:lnTo>
                  <a:lnTo>
                    <a:pt x="679" y="649"/>
                  </a:lnTo>
                  <a:lnTo>
                    <a:pt x="676" y="649"/>
                  </a:lnTo>
                  <a:lnTo>
                    <a:pt x="674" y="647"/>
                  </a:lnTo>
                  <a:lnTo>
                    <a:pt x="672" y="646"/>
                  </a:lnTo>
                  <a:lnTo>
                    <a:pt x="670" y="645"/>
                  </a:lnTo>
                  <a:lnTo>
                    <a:pt x="667" y="644"/>
                  </a:lnTo>
                  <a:lnTo>
                    <a:pt x="665" y="642"/>
                  </a:lnTo>
                  <a:lnTo>
                    <a:pt x="664" y="640"/>
                  </a:lnTo>
                  <a:lnTo>
                    <a:pt x="664" y="638"/>
                  </a:lnTo>
                  <a:lnTo>
                    <a:pt x="663" y="636"/>
                  </a:lnTo>
                  <a:lnTo>
                    <a:pt x="661" y="634"/>
                  </a:lnTo>
                  <a:lnTo>
                    <a:pt x="660" y="632"/>
                  </a:lnTo>
                  <a:lnTo>
                    <a:pt x="661" y="629"/>
                  </a:lnTo>
                  <a:lnTo>
                    <a:pt x="665" y="627"/>
                  </a:lnTo>
                  <a:lnTo>
                    <a:pt x="669" y="625"/>
                  </a:lnTo>
                  <a:lnTo>
                    <a:pt x="671" y="623"/>
                  </a:lnTo>
                  <a:lnTo>
                    <a:pt x="670" y="621"/>
                  </a:lnTo>
                  <a:lnTo>
                    <a:pt x="667" y="618"/>
                  </a:lnTo>
                  <a:lnTo>
                    <a:pt x="666" y="615"/>
                  </a:lnTo>
                  <a:lnTo>
                    <a:pt x="666" y="612"/>
                  </a:lnTo>
                  <a:lnTo>
                    <a:pt x="668" y="610"/>
                  </a:lnTo>
                  <a:lnTo>
                    <a:pt x="670" y="608"/>
                  </a:lnTo>
                  <a:lnTo>
                    <a:pt x="671" y="606"/>
                  </a:lnTo>
                  <a:lnTo>
                    <a:pt x="673" y="605"/>
                  </a:lnTo>
                  <a:lnTo>
                    <a:pt x="676" y="605"/>
                  </a:lnTo>
                  <a:lnTo>
                    <a:pt x="679" y="605"/>
                  </a:lnTo>
                  <a:lnTo>
                    <a:pt x="682" y="605"/>
                  </a:lnTo>
                  <a:lnTo>
                    <a:pt x="684" y="604"/>
                  </a:lnTo>
                  <a:lnTo>
                    <a:pt x="685" y="602"/>
                  </a:lnTo>
                  <a:lnTo>
                    <a:pt x="688" y="601"/>
                  </a:lnTo>
                  <a:lnTo>
                    <a:pt x="690" y="601"/>
                  </a:lnTo>
                  <a:lnTo>
                    <a:pt x="693" y="603"/>
                  </a:lnTo>
                  <a:lnTo>
                    <a:pt x="695" y="604"/>
                  </a:lnTo>
                  <a:lnTo>
                    <a:pt x="697" y="603"/>
                  </a:lnTo>
                  <a:lnTo>
                    <a:pt x="701" y="601"/>
                  </a:lnTo>
                  <a:lnTo>
                    <a:pt x="705" y="600"/>
                  </a:lnTo>
                  <a:lnTo>
                    <a:pt x="708" y="600"/>
                  </a:lnTo>
                  <a:lnTo>
                    <a:pt x="710" y="603"/>
                  </a:lnTo>
                  <a:lnTo>
                    <a:pt x="712" y="605"/>
                  </a:lnTo>
                  <a:lnTo>
                    <a:pt x="713" y="608"/>
                  </a:lnTo>
                  <a:lnTo>
                    <a:pt x="715" y="610"/>
                  </a:lnTo>
                  <a:lnTo>
                    <a:pt x="716" y="613"/>
                  </a:lnTo>
                  <a:lnTo>
                    <a:pt x="716" y="615"/>
                  </a:lnTo>
                  <a:lnTo>
                    <a:pt x="717" y="617"/>
                  </a:lnTo>
                  <a:lnTo>
                    <a:pt x="719" y="619"/>
                  </a:lnTo>
                  <a:lnTo>
                    <a:pt x="724" y="620"/>
                  </a:lnTo>
                  <a:lnTo>
                    <a:pt x="728" y="622"/>
                  </a:lnTo>
                  <a:lnTo>
                    <a:pt x="730" y="624"/>
                  </a:lnTo>
                  <a:close/>
                </a:path>
              </a:pathLst>
            </a:custGeom>
            <a:solidFill>
              <a:srgbClr val="E8A571">
                <a:alpha val="32000"/>
              </a:srgbClr>
            </a:solidFill>
            <a:ln>
              <a:noFill/>
            </a:ln>
          </p:spPr>
          <p:txBody>
            <a:bodyPr anchor="ctr"/>
            <a:lstStyle/>
            <a:p>
              <a:pPr algn="ctr">
                <a:buNone/>
              </a:pPr>
            </a:p>
          </p:txBody>
        </p:sp>
        <p:sp>
          <p:nvSpPr>
            <p:cNvPr id="7660" name="addition:spatial:149">
              <a:extLst>
                <a:ext uri="{FF2B5EF4-FFF2-40B4-BE49-F238E27FC236}">
                  <ns2:creationId id="{8E6A655D-E6D5-480F-897D-B96E7B746DBB}"/>
                </a:ext>
              </a:extLst>
            </p:cNvPr>
            <p:cNvSpPr>
              <a:spLocks noGrp="1"/>
            </p:cNvSpPr>
            <p:nvPr/>
          </p:nvSpPr>
          <p:spPr>
            <a:xfrm>
              <a:off x="5648325" y="1666875"/>
              <a:ext cx="1043468" cy="1077575"/>
            </a:xfrm>
            <a:custGeom>
              <a:rect l="l" t="t" r="r" b="b"/>
              <a:pathLst>
                <a:path w="787" h="637">
                  <a:moveTo>
                    <a:pt x="0" y="0"/>
                  </a:moveTo>
                  <a:moveTo>
                    <a:pt x="787" y="610"/>
                  </a:moveTo>
                  <a:lnTo>
                    <a:pt x="787" y="612"/>
                  </a:lnTo>
                  <a:lnTo>
                    <a:pt x="786" y="614"/>
                  </a:lnTo>
                  <a:lnTo>
                    <a:pt x="784" y="616"/>
                  </a:lnTo>
                  <a:lnTo>
                    <a:pt x="782" y="618"/>
                  </a:lnTo>
                  <a:lnTo>
                    <a:pt x="781" y="620"/>
                  </a:lnTo>
                  <a:lnTo>
                    <a:pt x="781" y="622"/>
                  </a:lnTo>
                  <a:lnTo>
                    <a:pt x="781" y="625"/>
                  </a:lnTo>
                  <a:lnTo>
                    <a:pt x="779" y="626"/>
                  </a:lnTo>
                  <a:lnTo>
                    <a:pt x="776" y="626"/>
                  </a:lnTo>
                  <a:lnTo>
                    <a:pt x="774" y="626"/>
                  </a:lnTo>
                  <a:lnTo>
                    <a:pt x="772" y="628"/>
                  </a:lnTo>
                  <a:lnTo>
                    <a:pt x="771" y="631"/>
                  </a:lnTo>
                  <a:lnTo>
                    <a:pt x="770" y="633"/>
                  </a:lnTo>
                  <a:lnTo>
                    <a:pt x="768" y="635"/>
                  </a:lnTo>
                  <a:lnTo>
                    <a:pt x="766" y="636"/>
                  </a:lnTo>
                  <a:lnTo>
                    <a:pt x="764" y="636"/>
                  </a:lnTo>
                  <a:lnTo>
                    <a:pt x="761" y="637"/>
                  </a:lnTo>
                  <a:lnTo>
                    <a:pt x="759" y="637"/>
                  </a:lnTo>
                  <a:lnTo>
                    <a:pt x="757" y="635"/>
                  </a:lnTo>
                  <a:lnTo>
                    <a:pt x="755" y="632"/>
                  </a:lnTo>
                  <a:lnTo>
                    <a:pt x="754" y="629"/>
                  </a:lnTo>
                  <a:lnTo>
                    <a:pt x="753" y="628"/>
                  </a:lnTo>
                  <a:lnTo>
                    <a:pt x="751" y="629"/>
                  </a:lnTo>
                  <a:lnTo>
                    <a:pt x="748" y="630"/>
                  </a:lnTo>
                  <a:lnTo>
                    <a:pt x="746" y="630"/>
                  </a:lnTo>
                  <a:lnTo>
                    <a:pt x="745" y="628"/>
                  </a:lnTo>
                  <a:lnTo>
                    <a:pt x="744" y="626"/>
                  </a:lnTo>
                  <a:lnTo>
                    <a:pt x="744" y="624"/>
                  </a:lnTo>
                  <a:lnTo>
                    <a:pt x="742" y="623"/>
                  </a:lnTo>
                  <a:lnTo>
                    <a:pt x="741" y="621"/>
                  </a:lnTo>
                  <a:lnTo>
                    <a:pt x="740" y="619"/>
                  </a:lnTo>
                  <a:lnTo>
                    <a:pt x="741" y="616"/>
                  </a:lnTo>
                  <a:lnTo>
                    <a:pt x="741" y="614"/>
                  </a:lnTo>
                  <a:lnTo>
                    <a:pt x="742" y="612"/>
                  </a:lnTo>
                  <a:lnTo>
                    <a:pt x="742" y="610"/>
                  </a:lnTo>
                  <a:lnTo>
                    <a:pt x="742" y="607"/>
                  </a:lnTo>
                  <a:lnTo>
                    <a:pt x="744" y="606"/>
                  </a:lnTo>
                  <a:lnTo>
                    <a:pt x="746" y="604"/>
                  </a:lnTo>
                  <a:lnTo>
                    <a:pt x="746" y="602"/>
                  </a:lnTo>
                  <a:lnTo>
                    <a:pt x="745" y="599"/>
                  </a:lnTo>
                  <a:lnTo>
                    <a:pt x="743" y="596"/>
                  </a:lnTo>
                  <a:lnTo>
                    <a:pt x="743" y="593"/>
                  </a:lnTo>
                  <a:lnTo>
                    <a:pt x="744" y="591"/>
                  </a:lnTo>
                  <a:lnTo>
                    <a:pt x="746" y="590"/>
                  </a:lnTo>
                  <a:lnTo>
                    <a:pt x="749" y="590"/>
                  </a:lnTo>
                  <a:lnTo>
                    <a:pt x="750" y="590"/>
                  </a:lnTo>
                  <a:lnTo>
                    <a:pt x="752" y="589"/>
                  </a:lnTo>
                  <a:lnTo>
                    <a:pt x="753" y="588"/>
                  </a:lnTo>
                  <a:lnTo>
                    <a:pt x="755" y="588"/>
                  </a:lnTo>
                  <a:lnTo>
                    <a:pt x="756" y="588"/>
                  </a:lnTo>
                  <a:lnTo>
                    <a:pt x="758" y="587"/>
                  </a:lnTo>
                  <a:lnTo>
                    <a:pt x="759" y="586"/>
                  </a:lnTo>
                  <a:lnTo>
                    <a:pt x="761" y="584"/>
                  </a:lnTo>
                  <a:lnTo>
                    <a:pt x="763" y="584"/>
                  </a:lnTo>
                  <a:lnTo>
                    <a:pt x="765" y="586"/>
                  </a:lnTo>
                  <a:lnTo>
                    <a:pt x="766" y="587"/>
                  </a:lnTo>
                  <a:lnTo>
                    <a:pt x="768" y="587"/>
                  </a:lnTo>
                  <a:lnTo>
                    <a:pt x="771" y="586"/>
                  </a:lnTo>
                  <a:lnTo>
                    <a:pt x="774" y="586"/>
                  </a:lnTo>
                  <a:lnTo>
                    <a:pt x="775" y="588"/>
                  </a:lnTo>
                  <a:lnTo>
                    <a:pt x="776" y="591"/>
                  </a:lnTo>
                  <a:lnTo>
                    <a:pt x="776" y="594"/>
                  </a:lnTo>
                  <a:lnTo>
                    <a:pt x="776" y="597"/>
                  </a:lnTo>
                  <a:lnTo>
                    <a:pt x="777" y="599"/>
                  </a:lnTo>
                  <a:lnTo>
                    <a:pt x="779" y="600"/>
                  </a:lnTo>
                  <a:lnTo>
                    <a:pt x="781" y="601"/>
                  </a:lnTo>
                  <a:lnTo>
                    <a:pt x="782" y="603"/>
                  </a:lnTo>
                  <a:lnTo>
                    <a:pt x="784" y="605"/>
                  </a:lnTo>
                  <a:lnTo>
                    <a:pt x="785" y="607"/>
                  </a:lnTo>
                  <a:close/>
                </a:path>
              </a:pathLst>
            </a:custGeom>
            <a:solidFill>
              <a:srgbClr val="ECB78D">
                <a:alpha val="24000"/>
              </a:srgbClr>
            </a:solidFill>
            <a:ln>
              <a:noFill/>
            </a:ln>
          </p:spPr>
          <p:txBody>
            <a:bodyPr anchor="ctr"/>
            <a:lstStyle/>
            <a:p>
              <a:pPr algn="ctr">
                <a:buNone/>
              </a:pPr>
            </a:p>
          </p:txBody>
        </p:sp>
        <p:sp>
          <p:nvSpPr>
            <p:cNvPr id="7661" name="addition:spatial:150">
              <a:extLst>
                <a:ext uri="{FF2B5EF4-FFF2-40B4-BE49-F238E27FC236}">
                  <ns2:creationId id="{9A209EEE-0BFB-4BC1-9072-54530B926FE3}"/>
                </a:ext>
              </a:extLst>
            </p:cNvPr>
            <p:cNvSpPr>
              <a:spLocks noGrp="1"/>
            </p:cNvSpPr>
            <p:nvPr/>
          </p:nvSpPr>
          <p:spPr>
            <a:xfrm>
              <a:off x="5648325" y="1666875"/>
              <a:ext cx="993084" cy="1168923"/>
            </a:xfrm>
            <a:custGeom>
              <a:rect l="l" t="t" r="r" b="b"/>
              <a:pathLst>
                <a:path w="749" h="691">
                  <a:moveTo>
                    <a:pt x="0" y="0"/>
                  </a:moveTo>
                  <a:moveTo>
                    <a:pt x="741" y="664"/>
                  </a:moveTo>
                  <a:lnTo>
                    <a:pt x="742" y="666"/>
                  </a:lnTo>
                  <a:lnTo>
                    <a:pt x="745" y="668"/>
                  </a:lnTo>
                  <a:lnTo>
                    <a:pt x="748" y="670"/>
                  </a:lnTo>
                  <a:lnTo>
                    <a:pt x="749" y="673"/>
                  </a:lnTo>
                  <a:lnTo>
                    <a:pt x="748" y="675"/>
                  </a:lnTo>
                  <a:lnTo>
                    <a:pt x="745" y="677"/>
                  </a:lnTo>
                  <a:lnTo>
                    <a:pt x="742" y="678"/>
                  </a:lnTo>
                  <a:lnTo>
                    <a:pt x="741" y="679"/>
                  </a:lnTo>
                  <a:lnTo>
                    <a:pt x="741" y="681"/>
                  </a:lnTo>
                  <a:lnTo>
                    <a:pt x="739" y="683"/>
                  </a:lnTo>
                  <a:lnTo>
                    <a:pt x="737" y="684"/>
                  </a:lnTo>
                  <a:lnTo>
                    <a:pt x="734" y="684"/>
                  </a:lnTo>
                  <a:lnTo>
                    <a:pt x="732" y="684"/>
                  </a:lnTo>
                  <a:lnTo>
                    <a:pt x="730" y="685"/>
                  </a:lnTo>
                  <a:lnTo>
                    <a:pt x="728" y="686"/>
                  </a:lnTo>
                  <a:lnTo>
                    <a:pt x="725" y="686"/>
                  </a:lnTo>
                  <a:lnTo>
                    <a:pt x="723" y="686"/>
                  </a:lnTo>
                  <a:lnTo>
                    <a:pt x="720" y="686"/>
                  </a:lnTo>
                  <a:lnTo>
                    <a:pt x="717" y="688"/>
                  </a:lnTo>
                  <a:lnTo>
                    <a:pt x="714" y="690"/>
                  </a:lnTo>
                  <a:lnTo>
                    <a:pt x="710" y="691"/>
                  </a:lnTo>
                  <a:lnTo>
                    <a:pt x="707" y="689"/>
                  </a:lnTo>
                  <a:lnTo>
                    <a:pt x="705" y="686"/>
                  </a:lnTo>
                  <a:lnTo>
                    <a:pt x="705" y="682"/>
                  </a:lnTo>
                  <a:lnTo>
                    <a:pt x="703" y="680"/>
                  </a:lnTo>
                  <a:lnTo>
                    <a:pt x="701" y="679"/>
                  </a:lnTo>
                  <a:lnTo>
                    <a:pt x="698" y="678"/>
                  </a:lnTo>
                  <a:lnTo>
                    <a:pt x="695" y="677"/>
                  </a:lnTo>
                  <a:lnTo>
                    <a:pt x="694" y="675"/>
                  </a:lnTo>
                  <a:lnTo>
                    <a:pt x="692" y="674"/>
                  </a:lnTo>
                  <a:lnTo>
                    <a:pt x="690" y="672"/>
                  </a:lnTo>
                  <a:lnTo>
                    <a:pt x="687" y="670"/>
                  </a:lnTo>
                  <a:lnTo>
                    <a:pt x="686" y="668"/>
                  </a:lnTo>
                  <a:lnTo>
                    <a:pt x="686" y="666"/>
                  </a:lnTo>
                  <a:lnTo>
                    <a:pt x="687" y="664"/>
                  </a:lnTo>
                  <a:lnTo>
                    <a:pt x="687" y="662"/>
                  </a:lnTo>
                  <a:lnTo>
                    <a:pt x="686" y="659"/>
                  </a:lnTo>
                  <a:lnTo>
                    <a:pt x="686" y="657"/>
                  </a:lnTo>
                  <a:lnTo>
                    <a:pt x="687" y="655"/>
                  </a:lnTo>
                  <a:lnTo>
                    <a:pt x="691" y="653"/>
                  </a:lnTo>
                  <a:lnTo>
                    <a:pt x="696" y="653"/>
                  </a:lnTo>
                  <a:lnTo>
                    <a:pt x="699" y="652"/>
                  </a:lnTo>
                  <a:lnTo>
                    <a:pt x="700" y="651"/>
                  </a:lnTo>
                  <a:lnTo>
                    <a:pt x="700" y="648"/>
                  </a:lnTo>
                  <a:lnTo>
                    <a:pt x="701" y="645"/>
                  </a:lnTo>
                  <a:lnTo>
                    <a:pt x="703" y="642"/>
                  </a:lnTo>
                  <a:lnTo>
                    <a:pt x="705" y="641"/>
                  </a:lnTo>
                  <a:lnTo>
                    <a:pt x="708" y="640"/>
                  </a:lnTo>
                  <a:lnTo>
                    <a:pt x="711" y="639"/>
                  </a:lnTo>
                  <a:lnTo>
                    <a:pt x="714" y="638"/>
                  </a:lnTo>
                  <a:lnTo>
                    <a:pt x="717" y="639"/>
                  </a:lnTo>
                  <a:lnTo>
                    <a:pt x="720" y="641"/>
                  </a:lnTo>
                  <a:lnTo>
                    <a:pt x="723" y="643"/>
                  </a:lnTo>
                  <a:lnTo>
                    <a:pt x="725" y="643"/>
                  </a:lnTo>
                  <a:lnTo>
                    <a:pt x="728" y="641"/>
                  </a:lnTo>
                  <a:lnTo>
                    <a:pt x="730" y="641"/>
                  </a:lnTo>
                  <a:lnTo>
                    <a:pt x="733" y="641"/>
                  </a:lnTo>
                  <a:lnTo>
                    <a:pt x="734" y="644"/>
                  </a:lnTo>
                  <a:lnTo>
                    <a:pt x="735" y="646"/>
                  </a:lnTo>
                  <a:lnTo>
                    <a:pt x="737" y="646"/>
                  </a:lnTo>
                  <a:lnTo>
                    <a:pt x="740" y="646"/>
                  </a:lnTo>
                  <a:lnTo>
                    <a:pt x="743" y="647"/>
                  </a:lnTo>
                  <a:lnTo>
                    <a:pt x="746" y="648"/>
                  </a:lnTo>
                  <a:lnTo>
                    <a:pt x="746" y="650"/>
                  </a:lnTo>
                  <a:lnTo>
                    <a:pt x="746" y="653"/>
                  </a:lnTo>
                  <a:lnTo>
                    <a:pt x="746" y="655"/>
                  </a:lnTo>
                  <a:lnTo>
                    <a:pt x="746" y="657"/>
                  </a:lnTo>
                  <a:lnTo>
                    <a:pt x="745" y="660"/>
                  </a:lnTo>
                  <a:lnTo>
                    <a:pt x="743" y="662"/>
                  </a:lnTo>
                  <a:close/>
                </a:path>
              </a:pathLst>
            </a:custGeom>
            <a:solidFill>
              <a:srgbClr val="ECB78D">
                <a:alpha val="24000"/>
              </a:srgbClr>
            </a:solidFill>
            <a:ln>
              <a:noFill/>
            </a:ln>
          </p:spPr>
          <p:txBody>
            <a:bodyPr anchor="ctr"/>
            <a:lstStyle/>
            <a:p>
              <a:pPr algn="ctr">
                <a:buNone/>
              </a:pPr>
            </a:p>
          </p:txBody>
        </p:sp>
        <p:sp>
          <p:nvSpPr>
            <p:cNvPr id="7662" name="addition:spatial:151">
              <a:extLst>
                <a:ext uri="{FF2B5EF4-FFF2-40B4-BE49-F238E27FC236}">
                  <ns2:creationId id="{031E4CF9-E83F-4C90-81E6-D6B9F7CA44A0}"/>
                </a:ext>
              </a:extLst>
            </p:cNvPr>
            <p:cNvSpPr>
              <a:spLocks noGrp="1"/>
            </p:cNvSpPr>
            <p:nvPr/>
          </p:nvSpPr>
          <p:spPr>
            <a:xfrm>
              <a:off x="5648325" y="1666875"/>
              <a:ext cx="896295" cy="1192606"/>
            </a:xfrm>
            <a:custGeom>
              <a:rect l="l" t="t" r="r" b="b"/>
              <a:pathLst>
                <a:path w="676" h="705">
                  <a:moveTo>
                    <a:pt x="0" y="0"/>
                  </a:moveTo>
                  <a:moveTo>
                    <a:pt x="675" y="681"/>
                  </a:moveTo>
                  <a:lnTo>
                    <a:pt x="675" y="683"/>
                  </a:lnTo>
                  <a:lnTo>
                    <a:pt x="674" y="686"/>
                  </a:lnTo>
                  <a:lnTo>
                    <a:pt x="671" y="687"/>
                  </a:lnTo>
                  <a:lnTo>
                    <a:pt x="668" y="689"/>
                  </a:lnTo>
                  <a:lnTo>
                    <a:pt x="665" y="690"/>
                  </a:lnTo>
                  <a:lnTo>
                    <a:pt x="664" y="691"/>
                  </a:lnTo>
                  <a:lnTo>
                    <a:pt x="664" y="694"/>
                  </a:lnTo>
                  <a:lnTo>
                    <a:pt x="665" y="698"/>
                  </a:lnTo>
                  <a:lnTo>
                    <a:pt x="665" y="700"/>
                  </a:lnTo>
                  <a:lnTo>
                    <a:pt x="662" y="702"/>
                  </a:lnTo>
                  <a:lnTo>
                    <a:pt x="659" y="702"/>
                  </a:lnTo>
                  <a:lnTo>
                    <a:pt x="656" y="702"/>
                  </a:lnTo>
                  <a:lnTo>
                    <a:pt x="654" y="704"/>
                  </a:lnTo>
                  <a:lnTo>
                    <a:pt x="652" y="705"/>
                  </a:lnTo>
                  <a:lnTo>
                    <a:pt x="650" y="705"/>
                  </a:lnTo>
                  <a:lnTo>
                    <a:pt x="648" y="705"/>
                  </a:lnTo>
                  <a:lnTo>
                    <a:pt x="646" y="704"/>
                  </a:lnTo>
                  <a:lnTo>
                    <a:pt x="644" y="704"/>
                  </a:lnTo>
                  <a:lnTo>
                    <a:pt x="642" y="704"/>
                  </a:lnTo>
                  <a:lnTo>
                    <a:pt x="640" y="704"/>
                  </a:lnTo>
                  <a:lnTo>
                    <a:pt x="638" y="702"/>
                  </a:lnTo>
                  <a:lnTo>
                    <a:pt x="637" y="701"/>
                  </a:lnTo>
                  <a:lnTo>
                    <a:pt x="635" y="700"/>
                  </a:lnTo>
                  <a:lnTo>
                    <a:pt x="633" y="701"/>
                  </a:lnTo>
                  <a:lnTo>
                    <a:pt x="629" y="702"/>
                  </a:lnTo>
                  <a:lnTo>
                    <a:pt x="626" y="702"/>
                  </a:lnTo>
                  <a:lnTo>
                    <a:pt x="625" y="700"/>
                  </a:lnTo>
                  <a:lnTo>
                    <a:pt x="625" y="696"/>
                  </a:lnTo>
                  <a:lnTo>
                    <a:pt x="626" y="693"/>
                  </a:lnTo>
                  <a:lnTo>
                    <a:pt x="627" y="691"/>
                  </a:lnTo>
                  <a:lnTo>
                    <a:pt x="626" y="689"/>
                  </a:lnTo>
                  <a:lnTo>
                    <a:pt x="625" y="687"/>
                  </a:lnTo>
                  <a:lnTo>
                    <a:pt x="625" y="685"/>
                  </a:lnTo>
                  <a:lnTo>
                    <a:pt x="624" y="683"/>
                  </a:lnTo>
                  <a:lnTo>
                    <a:pt x="623" y="681"/>
                  </a:lnTo>
                  <a:lnTo>
                    <a:pt x="621" y="679"/>
                  </a:lnTo>
                  <a:lnTo>
                    <a:pt x="620" y="677"/>
                  </a:lnTo>
                  <a:lnTo>
                    <a:pt x="620" y="674"/>
                  </a:lnTo>
                  <a:lnTo>
                    <a:pt x="621" y="672"/>
                  </a:lnTo>
                  <a:lnTo>
                    <a:pt x="623" y="671"/>
                  </a:lnTo>
                  <a:lnTo>
                    <a:pt x="624" y="669"/>
                  </a:lnTo>
                  <a:lnTo>
                    <a:pt x="623" y="666"/>
                  </a:lnTo>
                  <a:lnTo>
                    <a:pt x="623" y="664"/>
                  </a:lnTo>
                  <a:lnTo>
                    <a:pt x="625" y="662"/>
                  </a:lnTo>
                  <a:lnTo>
                    <a:pt x="628" y="662"/>
                  </a:lnTo>
                  <a:lnTo>
                    <a:pt x="631" y="663"/>
                  </a:lnTo>
                  <a:lnTo>
                    <a:pt x="634" y="664"/>
                  </a:lnTo>
                  <a:lnTo>
                    <a:pt x="635" y="663"/>
                  </a:lnTo>
                  <a:lnTo>
                    <a:pt x="637" y="660"/>
                  </a:lnTo>
                  <a:lnTo>
                    <a:pt x="639" y="658"/>
                  </a:lnTo>
                  <a:lnTo>
                    <a:pt x="641" y="657"/>
                  </a:lnTo>
                  <a:lnTo>
                    <a:pt x="643" y="656"/>
                  </a:lnTo>
                  <a:lnTo>
                    <a:pt x="646" y="655"/>
                  </a:lnTo>
                  <a:lnTo>
                    <a:pt x="649" y="654"/>
                  </a:lnTo>
                  <a:lnTo>
                    <a:pt x="652" y="655"/>
                  </a:lnTo>
                  <a:lnTo>
                    <a:pt x="654" y="657"/>
                  </a:lnTo>
                  <a:lnTo>
                    <a:pt x="656" y="660"/>
                  </a:lnTo>
                  <a:lnTo>
                    <a:pt x="657" y="663"/>
                  </a:lnTo>
                  <a:lnTo>
                    <a:pt x="660" y="663"/>
                  </a:lnTo>
                  <a:lnTo>
                    <a:pt x="663" y="663"/>
                  </a:lnTo>
                  <a:lnTo>
                    <a:pt x="666" y="664"/>
                  </a:lnTo>
                  <a:lnTo>
                    <a:pt x="667" y="665"/>
                  </a:lnTo>
                  <a:lnTo>
                    <a:pt x="668" y="668"/>
                  </a:lnTo>
                  <a:lnTo>
                    <a:pt x="668" y="670"/>
                  </a:lnTo>
                  <a:lnTo>
                    <a:pt x="670" y="672"/>
                  </a:lnTo>
                  <a:lnTo>
                    <a:pt x="672" y="673"/>
                  </a:lnTo>
                  <a:lnTo>
                    <a:pt x="675" y="674"/>
                  </a:lnTo>
                  <a:lnTo>
                    <a:pt x="676" y="676"/>
                  </a:lnTo>
                  <a:lnTo>
                    <a:pt x="676" y="679"/>
                  </a:lnTo>
                  <a:close/>
                </a:path>
              </a:pathLst>
            </a:custGeom>
            <a:solidFill>
              <a:srgbClr val="ECB78D">
                <a:alpha val="24000"/>
              </a:srgbClr>
            </a:solidFill>
            <a:ln>
              <a:noFill/>
            </a:ln>
          </p:spPr>
          <p:txBody>
            <a:bodyPr anchor="ctr"/>
            <a:lstStyle/>
            <a:p>
              <a:pPr algn="ctr">
                <a:buNone/>
              </a:pPr>
            </a:p>
          </p:txBody>
        </p:sp>
        <p:sp>
          <p:nvSpPr>
            <p:cNvPr id="7663" name="addition:spatial:152">
              <a:extLst>
                <a:ext uri="{FF2B5EF4-FFF2-40B4-BE49-F238E27FC236}">
                  <ns2:creationId id="{A979E6EB-6D7F-422B-9C2D-E7E3D48D37BD}"/>
                </a:ext>
              </a:extLst>
            </p:cNvPr>
            <p:cNvSpPr>
              <a:spLocks noGrp="1"/>
            </p:cNvSpPr>
            <p:nvPr/>
          </p:nvSpPr>
          <p:spPr>
            <a:xfrm>
              <a:off x="5648325" y="1666875"/>
              <a:ext cx="800832" cy="1157082"/>
            </a:xfrm>
            <a:custGeom>
              <a:rect l="l" t="t" r="r" b="b"/>
              <a:pathLst>
                <a:path w="604" h="684">
                  <a:moveTo>
                    <a:pt x="0" y="0"/>
                  </a:moveTo>
                  <a:moveTo>
                    <a:pt x="600" y="655"/>
                  </a:moveTo>
                  <a:lnTo>
                    <a:pt x="603" y="658"/>
                  </a:lnTo>
                  <a:lnTo>
                    <a:pt x="603" y="660"/>
                  </a:lnTo>
                  <a:lnTo>
                    <a:pt x="604" y="663"/>
                  </a:lnTo>
                  <a:lnTo>
                    <a:pt x="604" y="665"/>
                  </a:lnTo>
                  <a:lnTo>
                    <a:pt x="604" y="668"/>
                  </a:lnTo>
                  <a:lnTo>
                    <a:pt x="602" y="670"/>
                  </a:lnTo>
                  <a:lnTo>
                    <a:pt x="599" y="671"/>
                  </a:lnTo>
                  <a:lnTo>
                    <a:pt x="596" y="671"/>
                  </a:lnTo>
                  <a:lnTo>
                    <a:pt x="594" y="672"/>
                  </a:lnTo>
                  <a:lnTo>
                    <a:pt x="593" y="674"/>
                  </a:lnTo>
                  <a:lnTo>
                    <a:pt x="592" y="677"/>
                  </a:lnTo>
                  <a:lnTo>
                    <a:pt x="590" y="678"/>
                  </a:lnTo>
                  <a:lnTo>
                    <a:pt x="587" y="678"/>
                  </a:lnTo>
                  <a:lnTo>
                    <a:pt x="584" y="677"/>
                  </a:lnTo>
                  <a:lnTo>
                    <a:pt x="582" y="677"/>
                  </a:lnTo>
                  <a:lnTo>
                    <a:pt x="579" y="679"/>
                  </a:lnTo>
                  <a:lnTo>
                    <a:pt x="577" y="682"/>
                  </a:lnTo>
                  <a:lnTo>
                    <a:pt x="574" y="684"/>
                  </a:lnTo>
                  <a:lnTo>
                    <a:pt x="570" y="684"/>
                  </a:lnTo>
                  <a:lnTo>
                    <a:pt x="567" y="683"/>
                  </a:lnTo>
                  <a:lnTo>
                    <a:pt x="564" y="681"/>
                  </a:lnTo>
                  <a:lnTo>
                    <a:pt x="562" y="680"/>
                  </a:lnTo>
                  <a:lnTo>
                    <a:pt x="559" y="678"/>
                  </a:lnTo>
                  <a:lnTo>
                    <a:pt x="558" y="675"/>
                  </a:lnTo>
                  <a:lnTo>
                    <a:pt x="557" y="672"/>
                  </a:lnTo>
                  <a:lnTo>
                    <a:pt x="556" y="671"/>
                  </a:lnTo>
                  <a:lnTo>
                    <a:pt x="553" y="670"/>
                  </a:lnTo>
                  <a:lnTo>
                    <a:pt x="548" y="670"/>
                  </a:lnTo>
                  <a:lnTo>
                    <a:pt x="545" y="670"/>
                  </a:lnTo>
                  <a:lnTo>
                    <a:pt x="543" y="668"/>
                  </a:lnTo>
                  <a:lnTo>
                    <a:pt x="543" y="665"/>
                  </a:lnTo>
                  <a:lnTo>
                    <a:pt x="544" y="662"/>
                  </a:lnTo>
                  <a:lnTo>
                    <a:pt x="544" y="660"/>
                  </a:lnTo>
                  <a:lnTo>
                    <a:pt x="543" y="658"/>
                  </a:lnTo>
                  <a:lnTo>
                    <a:pt x="542" y="655"/>
                  </a:lnTo>
                  <a:lnTo>
                    <a:pt x="543" y="653"/>
                  </a:lnTo>
                  <a:lnTo>
                    <a:pt x="545" y="651"/>
                  </a:lnTo>
                  <a:lnTo>
                    <a:pt x="547" y="649"/>
                  </a:lnTo>
                  <a:lnTo>
                    <a:pt x="549" y="647"/>
                  </a:lnTo>
                  <a:lnTo>
                    <a:pt x="550" y="645"/>
                  </a:lnTo>
                  <a:lnTo>
                    <a:pt x="552" y="643"/>
                  </a:lnTo>
                  <a:lnTo>
                    <a:pt x="554" y="642"/>
                  </a:lnTo>
                  <a:lnTo>
                    <a:pt x="556" y="640"/>
                  </a:lnTo>
                  <a:lnTo>
                    <a:pt x="557" y="638"/>
                  </a:lnTo>
                  <a:lnTo>
                    <a:pt x="557" y="634"/>
                  </a:lnTo>
                  <a:lnTo>
                    <a:pt x="558" y="631"/>
                  </a:lnTo>
                  <a:lnTo>
                    <a:pt x="560" y="629"/>
                  </a:lnTo>
                  <a:lnTo>
                    <a:pt x="563" y="629"/>
                  </a:lnTo>
                  <a:lnTo>
                    <a:pt x="567" y="631"/>
                  </a:lnTo>
                  <a:lnTo>
                    <a:pt x="570" y="633"/>
                  </a:lnTo>
                  <a:lnTo>
                    <a:pt x="572" y="633"/>
                  </a:lnTo>
                  <a:lnTo>
                    <a:pt x="574" y="632"/>
                  </a:lnTo>
                  <a:lnTo>
                    <a:pt x="576" y="631"/>
                  </a:lnTo>
                  <a:lnTo>
                    <a:pt x="578" y="631"/>
                  </a:lnTo>
                  <a:lnTo>
                    <a:pt x="580" y="632"/>
                  </a:lnTo>
                  <a:lnTo>
                    <a:pt x="582" y="632"/>
                  </a:lnTo>
                  <a:lnTo>
                    <a:pt x="585" y="632"/>
                  </a:lnTo>
                  <a:lnTo>
                    <a:pt x="587" y="632"/>
                  </a:lnTo>
                  <a:lnTo>
                    <a:pt x="589" y="633"/>
                  </a:lnTo>
                  <a:lnTo>
                    <a:pt x="591" y="635"/>
                  </a:lnTo>
                  <a:lnTo>
                    <a:pt x="592" y="637"/>
                  </a:lnTo>
                  <a:lnTo>
                    <a:pt x="594" y="638"/>
                  </a:lnTo>
                  <a:lnTo>
                    <a:pt x="597" y="639"/>
                  </a:lnTo>
                  <a:lnTo>
                    <a:pt x="600" y="641"/>
                  </a:lnTo>
                  <a:lnTo>
                    <a:pt x="599" y="644"/>
                  </a:lnTo>
                  <a:lnTo>
                    <a:pt x="597" y="647"/>
                  </a:lnTo>
                  <a:lnTo>
                    <a:pt x="595" y="650"/>
                  </a:lnTo>
                  <a:lnTo>
                    <a:pt x="595" y="652"/>
                  </a:lnTo>
                  <a:lnTo>
                    <a:pt x="597" y="653"/>
                  </a:lnTo>
                  <a:close/>
                </a:path>
              </a:pathLst>
            </a:custGeom>
            <a:solidFill>
              <a:srgbClr val="ECB78D">
                <a:alpha val="24000"/>
              </a:srgbClr>
            </a:solidFill>
            <a:ln>
              <a:noFill/>
            </a:ln>
          </p:spPr>
          <p:txBody>
            <a:bodyPr anchor="ctr"/>
            <a:lstStyle/>
            <a:p>
              <a:pPr algn="ctr">
                <a:buNone/>
              </a:pPr>
            </a:p>
          </p:txBody>
        </p:sp>
        <p:sp>
          <p:nvSpPr>
            <p:cNvPr id="7664" name="addition:spatial:153">
              <a:extLst>
                <a:ext uri="{FF2B5EF4-FFF2-40B4-BE49-F238E27FC236}">
                  <ns2:creationId id="{54B7FB0C-9F7D-416D-A32F-05BF201A035F}"/>
                </a:ext>
              </a:extLst>
            </p:cNvPr>
            <p:cNvSpPr>
              <a:spLocks noGrp="1"/>
            </p:cNvSpPr>
            <p:nvPr/>
          </p:nvSpPr>
          <p:spPr>
            <a:xfrm>
              <a:off x="5648325" y="1666875"/>
              <a:ext cx="787573" cy="1048817"/>
            </a:xfrm>
            <a:custGeom>
              <a:rect l="l" t="t" r="r" b="b"/>
              <a:pathLst>
                <a:path w="594" h="620">
                  <a:moveTo>
                    <a:pt x="0" y="0"/>
                  </a:moveTo>
                  <a:moveTo>
                    <a:pt x="590" y="593"/>
                  </a:moveTo>
                  <a:lnTo>
                    <a:pt x="591" y="596"/>
                  </a:lnTo>
                  <a:lnTo>
                    <a:pt x="592" y="598"/>
                  </a:lnTo>
                  <a:lnTo>
                    <a:pt x="591" y="600"/>
                  </a:lnTo>
                  <a:lnTo>
                    <a:pt x="592" y="602"/>
                  </a:lnTo>
                  <a:lnTo>
                    <a:pt x="593" y="605"/>
                  </a:lnTo>
                  <a:lnTo>
                    <a:pt x="594" y="608"/>
                  </a:lnTo>
                  <a:lnTo>
                    <a:pt x="592" y="610"/>
                  </a:lnTo>
                  <a:lnTo>
                    <a:pt x="589" y="611"/>
                  </a:lnTo>
                  <a:lnTo>
                    <a:pt x="584" y="610"/>
                  </a:lnTo>
                  <a:lnTo>
                    <a:pt x="581" y="610"/>
                  </a:lnTo>
                  <a:lnTo>
                    <a:pt x="579" y="610"/>
                  </a:lnTo>
                  <a:lnTo>
                    <a:pt x="578" y="613"/>
                  </a:lnTo>
                  <a:lnTo>
                    <a:pt x="576" y="615"/>
                  </a:lnTo>
                  <a:lnTo>
                    <a:pt x="574" y="617"/>
                  </a:lnTo>
                  <a:lnTo>
                    <a:pt x="572" y="618"/>
                  </a:lnTo>
                  <a:lnTo>
                    <a:pt x="569" y="619"/>
                  </a:lnTo>
                  <a:lnTo>
                    <a:pt x="566" y="620"/>
                  </a:lnTo>
                  <a:lnTo>
                    <a:pt x="562" y="620"/>
                  </a:lnTo>
                  <a:lnTo>
                    <a:pt x="559" y="620"/>
                  </a:lnTo>
                  <a:lnTo>
                    <a:pt x="556" y="618"/>
                  </a:lnTo>
                  <a:lnTo>
                    <a:pt x="554" y="616"/>
                  </a:lnTo>
                  <a:lnTo>
                    <a:pt x="551" y="615"/>
                  </a:lnTo>
                  <a:lnTo>
                    <a:pt x="547" y="615"/>
                  </a:lnTo>
                  <a:lnTo>
                    <a:pt x="544" y="615"/>
                  </a:lnTo>
                  <a:lnTo>
                    <a:pt x="542" y="613"/>
                  </a:lnTo>
                  <a:lnTo>
                    <a:pt x="542" y="610"/>
                  </a:lnTo>
                  <a:lnTo>
                    <a:pt x="541" y="607"/>
                  </a:lnTo>
                  <a:lnTo>
                    <a:pt x="540" y="606"/>
                  </a:lnTo>
                  <a:lnTo>
                    <a:pt x="536" y="605"/>
                  </a:lnTo>
                  <a:lnTo>
                    <a:pt x="532" y="605"/>
                  </a:lnTo>
                  <a:lnTo>
                    <a:pt x="529" y="603"/>
                  </a:lnTo>
                  <a:lnTo>
                    <a:pt x="528" y="601"/>
                  </a:lnTo>
                  <a:lnTo>
                    <a:pt x="528" y="598"/>
                  </a:lnTo>
                  <a:lnTo>
                    <a:pt x="529" y="596"/>
                  </a:lnTo>
                  <a:lnTo>
                    <a:pt x="530" y="593"/>
                  </a:lnTo>
                  <a:lnTo>
                    <a:pt x="531" y="591"/>
                  </a:lnTo>
                  <a:lnTo>
                    <a:pt x="534" y="589"/>
                  </a:lnTo>
                  <a:lnTo>
                    <a:pt x="538" y="588"/>
                  </a:lnTo>
                  <a:lnTo>
                    <a:pt x="539" y="586"/>
                  </a:lnTo>
                  <a:lnTo>
                    <a:pt x="539" y="584"/>
                  </a:lnTo>
                  <a:lnTo>
                    <a:pt x="538" y="581"/>
                  </a:lnTo>
                  <a:lnTo>
                    <a:pt x="538" y="578"/>
                  </a:lnTo>
                  <a:lnTo>
                    <a:pt x="541" y="576"/>
                  </a:lnTo>
                  <a:lnTo>
                    <a:pt x="544" y="576"/>
                  </a:lnTo>
                  <a:lnTo>
                    <a:pt x="547" y="575"/>
                  </a:lnTo>
                  <a:lnTo>
                    <a:pt x="549" y="573"/>
                  </a:lnTo>
                  <a:lnTo>
                    <a:pt x="550" y="570"/>
                  </a:lnTo>
                  <a:lnTo>
                    <a:pt x="552" y="568"/>
                  </a:lnTo>
                  <a:lnTo>
                    <a:pt x="555" y="568"/>
                  </a:lnTo>
                  <a:lnTo>
                    <a:pt x="558" y="568"/>
                  </a:lnTo>
                  <a:lnTo>
                    <a:pt x="561" y="570"/>
                  </a:lnTo>
                  <a:lnTo>
                    <a:pt x="563" y="570"/>
                  </a:lnTo>
                  <a:lnTo>
                    <a:pt x="565" y="571"/>
                  </a:lnTo>
                  <a:lnTo>
                    <a:pt x="567" y="571"/>
                  </a:lnTo>
                  <a:lnTo>
                    <a:pt x="569" y="573"/>
                  </a:lnTo>
                  <a:lnTo>
                    <a:pt x="571" y="573"/>
                  </a:lnTo>
                  <a:lnTo>
                    <a:pt x="573" y="572"/>
                  </a:lnTo>
                  <a:lnTo>
                    <a:pt x="577" y="570"/>
                  </a:lnTo>
                  <a:lnTo>
                    <a:pt x="581" y="569"/>
                  </a:lnTo>
                  <a:lnTo>
                    <a:pt x="583" y="571"/>
                  </a:lnTo>
                  <a:lnTo>
                    <a:pt x="584" y="574"/>
                  </a:lnTo>
                  <a:lnTo>
                    <a:pt x="583" y="577"/>
                  </a:lnTo>
                  <a:lnTo>
                    <a:pt x="583" y="580"/>
                  </a:lnTo>
                  <a:lnTo>
                    <a:pt x="585" y="581"/>
                  </a:lnTo>
                  <a:lnTo>
                    <a:pt x="587" y="583"/>
                  </a:lnTo>
                  <a:lnTo>
                    <a:pt x="588" y="585"/>
                  </a:lnTo>
                  <a:lnTo>
                    <a:pt x="588" y="587"/>
                  </a:lnTo>
                  <a:lnTo>
                    <a:pt x="588" y="589"/>
                  </a:lnTo>
                  <a:lnTo>
                    <a:pt x="589" y="591"/>
                  </a:lnTo>
                  <a:close/>
                </a:path>
              </a:pathLst>
            </a:custGeom>
            <a:solidFill>
              <a:srgbClr val="ECB78D">
                <a:alpha val="24000"/>
              </a:srgbClr>
            </a:solidFill>
            <a:ln>
              <a:noFill/>
            </a:ln>
          </p:spPr>
          <p:txBody>
            <a:bodyPr anchor="ctr"/>
            <a:lstStyle/>
            <a:p>
              <a:pPr algn="ctr">
                <a:buNone/>
              </a:pPr>
            </a:p>
          </p:txBody>
        </p:sp>
        <p:sp>
          <p:nvSpPr>
            <p:cNvPr id="7665" name="addition:spatial:154">
              <a:extLst>
                <a:ext uri="{FF2B5EF4-FFF2-40B4-BE49-F238E27FC236}">
                  <ns2:creationId id="{B75B299F-EB9F-4609-9CEA-2D679E7B6088}"/>
                </a:ext>
              </a:extLst>
            </p:cNvPr>
            <p:cNvSpPr>
              <a:spLocks noGrp="1"/>
            </p:cNvSpPr>
            <p:nvPr/>
          </p:nvSpPr>
          <p:spPr>
            <a:xfrm>
              <a:off x="5648325" y="1666875"/>
              <a:ext cx="823371" cy="954085"/>
            </a:xfrm>
            <a:custGeom>
              <a:rect l="l" t="t" r="r" b="b"/>
              <a:pathLst>
                <a:path w="621" h="564">
                  <a:moveTo>
                    <a:pt x="0" y="0"/>
                  </a:moveTo>
                  <a:moveTo>
                    <a:pt x="618" y="537"/>
                  </a:moveTo>
                  <a:lnTo>
                    <a:pt x="618" y="539"/>
                  </a:lnTo>
                  <a:lnTo>
                    <a:pt x="617" y="542"/>
                  </a:lnTo>
                  <a:lnTo>
                    <a:pt x="615" y="544"/>
                  </a:lnTo>
                  <a:lnTo>
                    <a:pt x="614" y="545"/>
                  </a:lnTo>
                  <a:lnTo>
                    <a:pt x="612" y="547"/>
                  </a:lnTo>
                  <a:lnTo>
                    <a:pt x="612" y="549"/>
                  </a:lnTo>
                  <a:lnTo>
                    <a:pt x="610" y="551"/>
                  </a:lnTo>
                  <a:lnTo>
                    <a:pt x="608" y="553"/>
                  </a:lnTo>
                  <a:lnTo>
                    <a:pt x="607" y="554"/>
                  </a:lnTo>
                  <a:lnTo>
                    <a:pt x="605" y="556"/>
                  </a:lnTo>
                  <a:lnTo>
                    <a:pt x="605" y="559"/>
                  </a:lnTo>
                  <a:lnTo>
                    <a:pt x="604" y="563"/>
                  </a:lnTo>
                  <a:lnTo>
                    <a:pt x="602" y="564"/>
                  </a:lnTo>
                  <a:lnTo>
                    <a:pt x="599" y="563"/>
                  </a:lnTo>
                  <a:lnTo>
                    <a:pt x="596" y="560"/>
                  </a:lnTo>
                  <a:lnTo>
                    <a:pt x="593" y="559"/>
                  </a:lnTo>
                  <a:lnTo>
                    <a:pt x="592" y="558"/>
                  </a:lnTo>
                  <a:lnTo>
                    <a:pt x="590" y="559"/>
                  </a:lnTo>
                  <a:lnTo>
                    <a:pt x="588" y="560"/>
                  </a:lnTo>
                  <a:lnTo>
                    <a:pt x="586" y="560"/>
                  </a:lnTo>
                  <a:lnTo>
                    <a:pt x="584" y="560"/>
                  </a:lnTo>
                  <a:lnTo>
                    <a:pt x="582" y="560"/>
                  </a:lnTo>
                  <a:lnTo>
                    <a:pt x="580" y="560"/>
                  </a:lnTo>
                  <a:lnTo>
                    <a:pt x="578" y="560"/>
                  </a:lnTo>
                  <a:lnTo>
                    <a:pt x="576" y="558"/>
                  </a:lnTo>
                  <a:lnTo>
                    <a:pt x="575" y="555"/>
                  </a:lnTo>
                  <a:lnTo>
                    <a:pt x="575" y="553"/>
                  </a:lnTo>
                  <a:lnTo>
                    <a:pt x="573" y="552"/>
                  </a:lnTo>
                  <a:lnTo>
                    <a:pt x="571" y="550"/>
                  </a:lnTo>
                  <a:lnTo>
                    <a:pt x="569" y="549"/>
                  </a:lnTo>
                  <a:lnTo>
                    <a:pt x="569" y="546"/>
                  </a:lnTo>
                  <a:lnTo>
                    <a:pt x="571" y="543"/>
                  </a:lnTo>
                  <a:lnTo>
                    <a:pt x="572" y="541"/>
                  </a:lnTo>
                  <a:lnTo>
                    <a:pt x="572" y="539"/>
                  </a:lnTo>
                  <a:lnTo>
                    <a:pt x="570" y="537"/>
                  </a:lnTo>
                  <a:lnTo>
                    <a:pt x="567" y="535"/>
                  </a:lnTo>
                  <a:lnTo>
                    <a:pt x="565" y="533"/>
                  </a:lnTo>
                  <a:lnTo>
                    <a:pt x="565" y="530"/>
                  </a:lnTo>
                  <a:lnTo>
                    <a:pt x="565" y="528"/>
                  </a:lnTo>
                  <a:lnTo>
                    <a:pt x="566" y="525"/>
                  </a:lnTo>
                  <a:lnTo>
                    <a:pt x="566" y="523"/>
                  </a:lnTo>
                  <a:lnTo>
                    <a:pt x="569" y="522"/>
                  </a:lnTo>
                  <a:lnTo>
                    <a:pt x="572" y="522"/>
                  </a:lnTo>
                  <a:lnTo>
                    <a:pt x="574" y="522"/>
                  </a:lnTo>
                  <a:lnTo>
                    <a:pt x="576" y="521"/>
                  </a:lnTo>
                  <a:lnTo>
                    <a:pt x="577" y="519"/>
                  </a:lnTo>
                  <a:lnTo>
                    <a:pt x="578" y="516"/>
                  </a:lnTo>
                  <a:lnTo>
                    <a:pt x="579" y="514"/>
                  </a:lnTo>
                  <a:lnTo>
                    <a:pt x="582" y="514"/>
                  </a:lnTo>
                  <a:lnTo>
                    <a:pt x="585" y="515"/>
                  </a:lnTo>
                  <a:lnTo>
                    <a:pt x="587" y="515"/>
                  </a:lnTo>
                  <a:lnTo>
                    <a:pt x="589" y="513"/>
                  </a:lnTo>
                  <a:lnTo>
                    <a:pt x="592" y="511"/>
                  </a:lnTo>
                  <a:lnTo>
                    <a:pt x="595" y="510"/>
                  </a:lnTo>
                  <a:lnTo>
                    <a:pt x="598" y="511"/>
                  </a:lnTo>
                  <a:lnTo>
                    <a:pt x="600" y="512"/>
                  </a:lnTo>
                  <a:lnTo>
                    <a:pt x="603" y="514"/>
                  </a:lnTo>
                  <a:lnTo>
                    <a:pt x="605" y="516"/>
                  </a:lnTo>
                  <a:lnTo>
                    <a:pt x="606" y="518"/>
                  </a:lnTo>
                  <a:lnTo>
                    <a:pt x="608" y="520"/>
                  </a:lnTo>
                  <a:lnTo>
                    <a:pt x="608" y="522"/>
                  </a:lnTo>
                  <a:lnTo>
                    <a:pt x="610" y="524"/>
                  </a:lnTo>
                  <a:lnTo>
                    <a:pt x="612" y="524"/>
                  </a:lnTo>
                  <a:lnTo>
                    <a:pt x="616" y="524"/>
                  </a:lnTo>
                  <a:lnTo>
                    <a:pt x="620" y="525"/>
                  </a:lnTo>
                  <a:lnTo>
                    <a:pt x="621" y="527"/>
                  </a:lnTo>
                  <a:lnTo>
                    <a:pt x="620" y="530"/>
                  </a:lnTo>
                  <a:lnTo>
                    <a:pt x="619" y="533"/>
                  </a:lnTo>
                  <a:lnTo>
                    <a:pt x="618" y="535"/>
                  </a:lnTo>
                  <a:close/>
                </a:path>
              </a:pathLst>
            </a:custGeom>
            <a:solidFill>
              <a:srgbClr val="ECB78D">
                <a:alpha val="24000"/>
              </a:srgbClr>
            </a:solidFill>
            <a:ln>
              <a:noFill/>
            </a:ln>
          </p:spPr>
          <p:txBody>
            <a:bodyPr anchor="ctr"/>
            <a:lstStyle/>
            <a:p>
              <a:pPr algn="ctr">
                <a:buNone/>
              </a:pPr>
            </a:p>
          </p:txBody>
        </p:sp>
        <p:sp>
          <p:nvSpPr>
            <p:cNvPr id="7666" name="addition:spatial:155">
              <a:extLst>
                <a:ext uri="{FF2B5EF4-FFF2-40B4-BE49-F238E27FC236}">
                  <ns2:creationId id="{621BA8BC-36D0-47E6-A9EA-F0F2CB35A995}"/>
                </a:ext>
              </a:extLst>
            </p:cNvPr>
            <p:cNvSpPr>
              <a:spLocks noGrp="1"/>
            </p:cNvSpPr>
            <p:nvPr/>
          </p:nvSpPr>
          <p:spPr>
            <a:xfrm>
              <a:off x="5648325" y="1666875"/>
              <a:ext cx="920161" cy="915177"/>
            </a:xfrm>
            <a:custGeom>
              <a:rect l="l" t="t" r="r" b="b"/>
              <a:pathLst>
                <a:path w="694" h="541">
                  <a:moveTo>
                    <a:pt x="0" y="0"/>
                  </a:moveTo>
                  <a:moveTo>
                    <a:pt x="691" y="515"/>
                  </a:moveTo>
                  <a:lnTo>
                    <a:pt x="691" y="517"/>
                  </a:lnTo>
                  <a:lnTo>
                    <a:pt x="691" y="519"/>
                  </a:lnTo>
                  <a:lnTo>
                    <a:pt x="690" y="521"/>
                  </a:lnTo>
                  <a:lnTo>
                    <a:pt x="688" y="523"/>
                  </a:lnTo>
                  <a:lnTo>
                    <a:pt x="686" y="524"/>
                  </a:lnTo>
                  <a:lnTo>
                    <a:pt x="685" y="526"/>
                  </a:lnTo>
                  <a:lnTo>
                    <a:pt x="684" y="528"/>
                  </a:lnTo>
                  <a:lnTo>
                    <a:pt x="683" y="530"/>
                  </a:lnTo>
                  <a:lnTo>
                    <a:pt x="681" y="531"/>
                  </a:lnTo>
                  <a:lnTo>
                    <a:pt x="679" y="532"/>
                  </a:lnTo>
                  <a:lnTo>
                    <a:pt x="677" y="534"/>
                  </a:lnTo>
                  <a:lnTo>
                    <a:pt x="677" y="537"/>
                  </a:lnTo>
                  <a:lnTo>
                    <a:pt x="675" y="540"/>
                  </a:lnTo>
                  <a:lnTo>
                    <a:pt x="673" y="541"/>
                  </a:lnTo>
                  <a:lnTo>
                    <a:pt x="670" y="540"/>
                  </a:lnTo>
                  <a:lnTo>
                    <a:pt x="668" y="538"/>
                  </a:lnTo>
                  <a:lnTo>
                    <a:pt x="666" y="536"/>
                  </a:lnTo>
                  <a:lnTo>
                    <a:pt x="664" y="535"/>
                  </a:lnTo>
                  <a:lnTo>
                    <a:pt x="662" y="536"/>
                  </a:lnTo>
                  <a:lnTo>
                    <a:pt x="661" y="536"/>
                  </a:lnTo>
                  <a:lnTo>
                    <a:pt x="659" y="536"/>
                  </a:lnTo>
                  <a:lnTo>
                    <a:pt x="657" y="535"/>
                  </a:lnTo>
                  <a:lnTo>
                    <a:pt x="656" y="535"/>
                  </a:lnTo>
                  <a:lnTo>
                    <a:pt x="653" y="535"/>
                  </a:lnTo>
                  <a:lnTo>
                    <a:pt x="651" y="535"/>
                  </a:lnTo>
                  <a:lnTo>
                    <a:pt x="650" y="533"/>
                  </a:lnTo>
                  <a:lnTo>
                    <a:pt x="650" y="530"/>
                  </a:lnTo>
                  <a:lnTo>
                    <a:pt x="650" y="528"/>
                  </a:lnTo>
                  <a:lnTo>
                    <a:pt x="648" y="527"/>
                  </a:lnTo>
                  <a:lnTo>
                    <a:pt x="646" y="526"/>
                  </a:lnTo>
                  <a:lnTo>
                    <a:pt x="645" y="524"/>
                  </a:lnTo>
                  <a:lnTo>
                    <a:pt x="646" y="522"/>
                  </a:lnTo>
                  <a:lnTo>
                    <a:pt x="648" y="519"/>
                  </a:lnTo>
                  <a:lnTo>
                    <a:pt x="649" y="517"/>
                  </a:lnTo>
                  <a:lnTo>
                    <a:pt x="649" y="515"/>
                  </a:lnTo>
                  <a:lnTo>
                    <a:pt x="648" y="513"/>
                  </a:lnTo>
                  <a:lnTo>
                    <a:pt x="646" y="511"/>
                  </a:lnTo>
                  <a:lnTo>
                    <a:pt x="645" y="509"/>
                  </a:lnTo>
                  <a:lnTo>
                    <a:pt x="645" y="507"/>
                  </a:lnTo>
                  <a:lnTo>
                    <a:pt x="645" y="504"/>
                  </a:lnTo>
                  <a:lnTo>
                    <a:pt x="645" y="502"/>
                  </a:lnTo>
                  <a:lnTo>
                    <a:pt x="646" y="500"/>
                  </a:lnTo>
                  <a:lnTo>
                    <a:pt x="648" y="499"/>
                  </a:lnTo>
                  <a:lnTo>
                    <a:pt x="650" y="499"/>
                  </a:lnTo>
                  <a:lnTo>
                    <a:pt x="653" y="499"/>
                  </a:lnTo>
                  <a:lnTo>
                    <a:pt x="654" y="499"/>
                  </a:lnTo>
                  <a:lnTo>
                    <a:pt x="655" y="497"/>
                  </a:lnTo>
                  <a:lnTo>
                    <a:pt x="656" y="494"/>
                  </a:lnTo>
                  <a:lnTo>
                    <a:pt x="658" y="493"/>
                  </a:lnTo>
                  <a:lnTo>
                    <a:pt x="660" y="493"/>
                  </a:lnTo>
                  <a:lnTo>
                    <a:pt x="662" y="494"/>
                  </a:lnTo>
                  <a:lnTo>
                    <a:pt x="664" y="494"/>
                  </a:lnTo>
                  <a:lnTo>
                    <a:pt x="666" y="493"/>
                  </a:lnTo>
                  <a:lnTo>
                    <a:pt x="668" y="491"/>
                  </a:lnTo>
                  <a:lnTo>
                    <a:pt x="671" y="491"/>
                  </a:lnTo>
                  <a:lnTo>
                    <a:pt x="673" y="491"/>
                  </a:lnTo>
                  <a:lnTo>
                    <a:pt x="676" y="493"/>
                  </a:lnTo>
                  <a:lnTo>
                    <a:pt x="678" y="494"/>
                  </a:lnTo>
                  <a:lnTo>
                    <a:pt x="679" y="496"/>
                  </a:lnTo>
                  <a:lnTo>
                    <a:pt x="681" y="498"/>
                  </a:lnTo>
                  <a:lnTo>
                    <a:pt x="682" y="500"/>
                  </a:lnTo>
                  <a:lnTo>
                    <a:pt x="682" y="503"/>
                  </a:lnTo>
                  <a:lnTo>
                    <a:pt x="683" y="504"/>
                  </a:lnTo>
                  <a:lnTo>
                    <a:pt x="685" y="505"/>
                  </a:lnTo>
                  <a:lnTo>
                    <a:pt x="689" y="505"/>
                  </a:lnTo>
                  <a:lnTo>
                    <a:pt x="692" y="506"/>
                  </a:lnTo>
                  <a:lnTo>
                    <a:pt x="694" y="508"/>
                  </a:lnTo>
                  <a:lnTo>
                    <a:pt x="693" y="511"/>
                  </a:lnTo>
                  <a:lnTo>
                    <a:pt x="692" y="513"/>
                  </a:lnTo>
                  <a:close/>
                </a:path>
              </a:pathLst>
            </a:custGeom>
            <a:solidFill>
              <a:srgbClr val="ECB78D">
                <a:alpha val="24000"/>
              </a:srgbClr>
            </a:solidFill>
            <a:ln>
              <a:noFill/>
            </a:ln>
          </p:spPr>
          <p:txBody>
            <a:bodyPr anchor="ctr"/>
            <a:lstStyle/>
            <a:p>
              <a:pPr algn="ctr">
                <a:buNone/>
              </a:pPr>
            </a:p>
          </p:txBody>
        </p:sp>
        <p:sp>
          <p:nvSpPr>
            <p:cNvPr id="7667" name="addition:spatial:156">
              <a:extLst>
                <a:ext uri="{FF2B5EF4-FFF2-40B4-BE49-F238E27FC236}">
                  <ns2:creationId id="{6DF907D6-37C2-4D26-BA8F-D37EDB59C5FB}"/>
                </a:ext>
              </a:extLst>
            </p:cNvPr>
            <p:cNvSpPr>
              <a:spLocks noGrp="1"/>
            </p:cNvSpPr>
            <p:nvPr/>
          </p:nvSpPr>
          <p:spPr>
            <a:xfrm>
              <a:off x="5648325" y="1666875"/>
              <a:ext cx="1012972" cy="971001"/>
            </a:xfrm>
            <a:custGeom>
              <a:rect l="l" t="t" r="r" b="b"/>
              <a:pathLst>
                <a:path w="764" h="574">
                  <a:moveTo>
                    <a:pt x="0" y="0"/>
                  </a:moveTo>
                  <a:moveTo>
                    <a:pt x="764" y="546"/>
                  </a:moveTo>
                  <a:lnTo>
                    <a:pt x="764" y="548"/>
                  </a:lnTo>
                  <a:lnTo>
                    <a:pt x="763" y="550"/>
                  </a:lnTo>
                  <a:lnTo>
                    <a:pt x="763" y="552"/>
                  </a:lnTo>
                  <a:lnTo>
                    <a:pt x="763" y="555"/>
                  </a:lnTo>
                  <a:lnTo>
                    <a:pt x="762" y="557"/>
                  </a:lnTo>
                  <a:lnTo>
                    <a:pt x="760" y="558"/>
                  </a:lnTo>
                  <a:lnTo>
                    <a:pt x="759" y="559"/>
                  </a:lnTo>
                  <a:lnTo>
                    <a:pt x="757" y="561"/>
                  </a:lnTo>
                  <a:lnTo>
                    <a:pt x="756" y="563"/>
                  </a:lnTo>
                  <a:lnTo>
                    <a:pt x="755" y="564"/>
                  </a:lnTo>
                  <a:lnTo>
                    <a:pt x="752" y="565"/>
                  </a:lnTo>
                  <a:lnTo>
                    <a:pt x="750" y="564"/>
                  </a:lnTo>
                  <a:lnTo>
                    <a:pt x="748" y="564"/>
                  </a:lnTo>
                  <a:lnTo>
                    <a:pt x="746" y="566"/>
                  </a:lnTo>
                  <a:lnTo>
                    <a:pt x="745" y="570"/>
                  </a:lnTo>
                  <a:lnTo>
                    <a:pt x="743" y="573"/>
                  </a:lnTo>
                  <a:lnTo>
                    <a:pt x="740" y="574"/>
                  </a:lnTo>
                  <a:lnTo>
                    <a:pt x="737" y="572"/>
                  </a:lnTo>
                  <a:lnTo>
                    <a:pt x="735" y="570"/>
                  </a:lnTo>
                  <a:lnTo>
                    <a:pt x="733" y="568"/>
                  </a:lnTo>
                  <a:lnTo>
                    <a:pt x="731" y="567"/>
                  </a:lnTo>
                  <a:lnTo>
                    <a:pt x="729" y="566"/>
                  </a:lnTo>
                  <a:lnTo>
                    <a:pt x="728" y="565"/>
                  </a:lnTo>
                  <a:lnTo>
                    <a:pt x="726" y="563"/>
                  </a:lnTo>
                  <a:lnTo>
                    <a:pt x="724" y="562"/>
                  </a:lnTo>
                  <a:lnTo>
                    <a:pt x="722" y="562"/>
                  </a:lnTo>
                  <a:lnTo>
                    <a:pt x="719" y="562"/>
                  </a:lnTo>
                  <a:lnTo>
                    <a:pt x="718" y="561"/>
                  </a:lnTo>
                  <a:lnTo>
                    <a:pt x="717" y="558"/>
                  </a:lnTo>
                  <a:lnTo>
                    <a:pt x="718" y="556"/>
                  </a:lnTo>
                  <a:lnTo>
                    <a:pt x="717" y="554"/>
                  </a:lnTo>
                  <a:lnTo>
                    <a:pt x="716" y="552"/>
                  </a:lnTo>
                  <a:lnTo>
                    <a:pt x="714" y="551"/>
                  </a:lnTo>
                  <a:lnTo>
                    <a:pt x="714" y="548"/>
                  </a:lnTo>
                  <a:lnTo>
                    <a:pt x="715" y="546"/>
                  </a:lnTo>
                  <a:lnTo>
                    <a:pt x="718" y="544"/>
                  </a:lnTo>
                  <a:lnTo>
                    <a:pt x="720" y="542"/>
                  </a:lnTo>
                  <a:lnTo>
                    <a:pt x="721" y="541"/>
                  </a:lnTo>
                  <a:lnTo>
                    <a:pt x="722" y="539"/>
                  </a:lnTo>
                  <a:lnTo>
                    <a:pt x="722" y="537"/>
                  </a:lnTo>
                  <a:lnTo>
                    <a:pt x="722" y="535"/>
                  </a:lnTo>
                  <a:lnTo>
                    <a:pt x="723" y="532"/>
                  </a:lnTo>
                  <a:lnTo>
                    <a:pt x="723" y="530"/>
                  </a:lnTo>
                  <a:lnTo>
                    <a:pt x="723" y="527"/>
                  </a:lnTo>
                  <a:lnTo>
                    <a:pt x="724" y="525"/>
                  </a:lnTo>
                  <a:lnTo>
                    <a:pt x="727" y="524"/>
                  </a:lnTo>
                  <a:lnTo>
                    <a:pt x="730" y="525"/>
                  </a:lnTo>
                  <a:lnTo>
                    <a:pt x="732" y="526"/>
                  </a:lnTo>
                  <a:lnTo>
                    <a:pt x="734" y="526"/>
                  </a:lnTo>
                  <a:lnTo>
                    <a:pt x="735" y="524"/>
                  </a:lnTo>
                  <a:lnTo>
                    <a:pt x="736" y="523"/>
                  </a:lnTo>
                  <a:lnTo>
                    <a:pt x="738" y="522"/>
                  </a:lnTo>
                  <a:lnTo>
                    <a:pt x="740" y="523"/>
                  </a:lnTo>
                  <a:lnTo>
                    <a:pt x="741" y="525"/>
                  </a:lnTo>
                  <a:lnTo>
                    <a:pt x="743" y="525"/>
                  </a:lnTo>
                  <a:lnTo>
                    <a:pt x="745" y="524"/>
                  </a:lnTo>
                  <a:lnTo>
                    <a:pt x="747" y="524"/>
                  </a:lnTo>
                  <a:lnTo>
                    <a:pt x="749" y="524"/>
                  </a:lnTo>
                  <a:lnTo>
                    <a:pt x="751" y="525"/>
                  </a:lnTo>
                  <a:lnTo>
                    <a:pt x="752" y="526"/>
                  </a:lnTo>
                  <a:lnTo>
                    <a:pt x="754" y="527"/>
                  </a:lnTo>
                  <a:lnTo>
                    <a:pt x="756" y="529"/>
                  </a:lnTo>
                  <a:lnTo>
                    <a:pt x="757" y="531"/>
                  </a:lnTo>
                  <a:lnTo>
                    <a:pt x="756" y="535"/>
                  </a:lnTo>
                  <a:lnTo>
                    <a:pt x="755" y="537"/>
                  </a:lnTo>
                  <a:lnTo>
                    <a:pt x="755" y="539"/>
                  </a:lnTo>
                  <a:lnTo>
                    <a:pt x="757" y="541"/>
                  </a:lnTo>
                  <a:lnTo>
                    <a:pt x="760" y="542"/>
                  </a:lnTo>
                  <a:lnTo>
                    <a:pt x="763" y="544"/>
                  </a:lnTo>
                  <a:close/>
                </a:path>
              </a:pathLst>
            </a:custGeom>
            <a:solidFill>
              <a:srgbClr val="ECB78D">
                <a:alpha val="24000"/>
              </a:srgbClr>
            </a:solidFill>
            <a:ln>
              <a:noFill/>
            </a:ln>
          </p:spPr>
          <p:txBody>
            <a:bodyPr anchor="ctr"/>
            <a:lstStyle/>
            <a:p>
              <a:pPr algn="ctr">
                <a:buNone/>
              </a:pPr>
            </a:p>
          </p:txBody>
        </p:sp>
        <p:sp>
          <p:nvSpPr>
            <p:cNvPr id="7668" name="addition:spatial:157">
              <a:extLst>
                <a:ext uri="{FF2B5EF4-FFF2-40B4-BE49-F238E27FC236}">
                  <ns2:creationId id="{500ED7E8-9448-4549-9611-9C1E3713638F}"/>
                </a:ext>
              </a:extLst>
            </p:cNvPr>
            <p:cNvSpPr>
              <a:spLocks noGrp="1"/>
            </p:cNvSpPr>
            <p:nvPr/>
          </p:nvSpPr>
          <p:spPr>
            <a:xfrm>
              <a:off x="5648325" y="1666875"/>
              <a:ext cx="1341791" cy="752780"/>
            </a:xfrm>
            <a:custGeom>
              <a:rect l="l" t="t" r="r" b="b"/>
              <a:pathLst>
                <a:path w="1012" h="445">
                  <a:moveTo>
                    <a:pt x="0" y="0"/>
                  </a:moveTo>
                  <a:moveTo>
                    <a:pt x="1007" y="309"/>
                  </a:moveTo>
                  <a:lnTo>
                    <a:pt x="1001" y="322"/>
                  </a:lnTo>
                  <a:lnTo>
                    <a:pt x="987" y="333"/>
                  </a:lnTo>
                  <a:lnTo>
                    <a:pt x="966" y="342"/>
                  </a:lnTo>
                  <a:lnTo>
                    <a:pt x="947" y="349"/>
                  </a:lnTo>
                  <a:lnTo>
                    <a:pt x="940" y="358"/>
                  </a:lnTo>
                  <a:lnTo>
                    <a:pt x="945" y="373"/>
                  </a:lnTo>
                  <a:lnTo>
                    <a:pt x="954" y="393"/>
                  </a:lnTo>
                  <a:lnTo>
                    <a:pt x="953" y="411"/>
                  </a:lnTo>
                  <a:lnTo>
                    <a:pt x="940" y="421"/>
                  </a:lnTo>
                  <a:lnTo>
                    <a:pt x="921" y="424"/>
                  </a:lnTo>
                  <a:lnTo>
                    <a:pt x="904" y="427"/>
                  </a:lnTo>
                  <a:lnTo>
                    <a:pt x="891" y="433"/>
                  </a:lnTo>
                  <a:lnTo>
                    <a:pt x="879" y="441"/>
                  </a:lnTo>
                  <a:lnTo>
                    <a:pt x="866" y="445"/>
                  </a:lnTo>
                  <a:lnTo>
                    <a:pt x="851" y="444"/>
                  </a:lnTo>
                  <a:lnTo>
                    <a:pt x="837" y="440"/>
                  </a:lnTo>
                  <a:lnTo>
                    <a:pt x="824" y="439"/>
                  </a:lnTo>
                  <a:lnTo>
                    <a:pt x="812" y="442"/>
                  </a:lnTo>
                  <a:lnTo>
                    <a:pt x="800" y="442"/>
                  </a:lnTo>
                  <a:lnTo>
                    <a:pt x="789" y="436"/>
                  </a:lnTo>
                  <a:lnTo>
                    <a:pt x="780" y="428"/>
                  </a:lnTo>
                  <a:lnTo>
                    <a:pt x="769" y="424"/>
                  </a:lnTo>
                  <a:lnTo>
                    <a:pt x="753" y="428"/>
                  </a:lnTo>
                  <a:lnTo>
                    <a:pt x="731" y="436"/>
                  </a:lnTo>
                  <a:lnTo>
                    <a:pt x="710" y="437"/>
                  </a:lnTo>
                  <a:lnTo>
                    <a:pt x="697" y="427"/>
                  </a:lnTo>
                  <a:lnTo>
                    <a:pt x="697" y="409"/>
                  </a:lnTo>
                  <a:lnTo>
                    <a:pt x="702" y="389"/>
                  </a:lnTo>
                  <a:lnTo>
                    <a:pt x="704" y="374"/>
                  </a:lnTo>
                  <a:lnTo>
                    <a:pt x="699" y="363"/>
                  </a:lnTo>
                  <a:lnTo>
                    <a:pt x="690" y="354"/>
                  </a:lnTo>
                  <a:lnTo>
                    <a:pt x="684" y="343"/>
                  </a:lnTo>
                  <a:lnTo>
                    <a:pt x="679" y="332"/>
                  </a:lnTo>
                  <a:lnTo>
                    <a:pt x="671" y="321"/>
                  </a:lnTo>
                  <a:lnTo>
                    <a:pt x="658" y="309"/>
                  </a:lnTo>
                  <a:lnTo>
                    <a:pt x="646" y="296"/>
                  </a:lnTo>
                  <a:lnTo>
                    <a:pt x="643" y="282"/>
                  </a:lnTo>
                  <a:lnTo>
                    <a:pt x="650" y="270"/>
                  </a:lnTo>
                  <a:lnTo>
                    <a:pt x="661" y="261"/>
                  </a:lnTo>
                  <a:lnTo>
                    <a:pt x="666" y="250"/>
                  </a:lnTo>
                  <a:lnTo>
                    <a:pt x="664" y="236"/>
                  </a:lnTo>
                  <a:lnTo>
                    <a:pt x="663" y="220"/>
                  </a:lnTo>
                  <a:lnTo>
                    <a:pt x="671" y="209"/>
                  </a:lnTo>
                  <a:lnTo>
                    <a:pt x="691" y="207"/>
                  </a:lnTo>
                  <a:lnTo>
                    <a:pt x="714" y="210"/>
                  </a:lnTo>
                  <a:lnTo>
                    <a:pt x="732" y="212"/>
                  </a:lnTo>
                  <a:lnTo>
                    <a:pt x="742" y="206"/>
                  </a:lnTo>
                  <a:lnTo>
                    <a:pt x="751" y="193"/>
                  </a:lnTo>
                  <a:lnTo>
                    <a:pt x="761" y="181"/>
                  </a:lnTo>
                  <a:lnTo>
                    <a:pt x="775" y="172"/>
                  </a:lnTo>
                  <a:lnTo>
                    <a:pt x="792" y="165"/>
                  </a:lnTo>
                  <a:lnTo>
                    <a:pt x="809" y="158"/>
                  </a:lnTo>
                  <a:lnTo>
                    <a:pt x="828" y="152"/>
                  </a:lnTo>
                  <a:lnTo>
                    <a:pt x="848" y="153"/>
                  </a:lnTo>
                  <a:lnTo>
                    <a:pt x="865" y="164"/>
                  </a:lnTo>
                  <a:lnTo>
                    <a:pt x="877" y="182"/>
                  </a:lnTo>
                  <a:lnTo>
                    <a:pt x="887" y="197"/>
                  </a:lnTo>
                  <a:lnTo>
                    <a:pt x="901" y="202"/>
                  </a:lnTo>
                  <a:lnTo>
                    <a:pt x="921" y="200"/>
                  </a:lnTo>
                  <a:lnTo>
                    <a:pt x="940" y="200"/>
                  </a:lnTo>
                  <a:lnTo>
                    <a:pt x="954" y="208"/>
                  </a:lnTo>
                  <a:lnTo>
                    <a:pt x="959" y="221"/>
                  </a:lnTo>
                  <a:lnTo>
                    <a:pt x="962" y="234"/>
                  </a:lnTo>
                  <a:lnTo>
                    <a:pt x="971" y="243"/>
                  </a:lnTo>
                  <a:lnTo>
                    <a:pt x="987" y="249"/>
                  </a:lnTo>
                  <a:lnTo>
                    <a:pt x="1003" y="257"/>
                  </a:lnTo>
                  <a:lnTo>
                    <a:pt x="1012" y="269"/>
                  </a:lnTo>
                  <a:lnTo>
                    <a:pt x="1012" y="282"/>
                  </a:lnTo>
                  <a:lnTo>
                    <a:pt x="1010" y="296"/>
                  </a:lnTo>
                  <a:close/>
                </a:path>
              </a:pathLst>
            </a:custGeom>
            <a:solidFill>
              <a:srgbClr val="C5E9DF">
                <a:alpha val="43000"/>
              </a:srgbClr>
            </a:solidFill>
            <a:ln>
              <a:noFill/>
            </a:ln>
          </p:spPr>
          <p:txBody>
            <a:bodyPr anchor="ctr"/>
            <a:lstStyle/>
            <a:p>
              <a:pPr algn="ctr">
                <a:buNone/>
              </a:pPr>
            </a:p>
          </p:txBody>
        </p:sp>
        <p:sp>
          <p:nvSpPr>
            <p:cNvPr id="7669" name="addition:spatial:158">
              <a:extLst>
                <a:ext uri="{FF2B5EF4-FFF2-40B4-BE49-F238E27FC236}">
                  <ns2:creationId id="{503D0EFF-5AF5-471E-9BB1-8BCA4951F75D}"/>
                </a:ext>
              </a:extLst>
            </p:cNvPr>
            <p:cNvSpPr>
              <a:spLocks noGrp="1"/>
            </p:cNvSpPr>
            <p:nvPr/>
          </p:nvSpPr>
          <p:spPr>
            <a:xfrm>
              <a:off x="5648325" y="1666875"/>
              <a:ext cx="1300688" cy="764621"/>
            </a:xfrm>
            <a:custGeom>
              <a:rect l="l" t="t" r="r" b="b"/>
              <a:pathLst>
                <a:path w="981" h="452">
                  <a:moveTo>
                    <a:pt x="0" y="0"/>
                  </a:moveTo>
                  <a:moveTo>
                    <a:pt x="981" y="314"/>
                  </a:moveTo>
                  <a:lnTo>
                    <a:pt x="976" y="325"/>
                  </a:lnTo>
                  <a:lnTo>
                    <a:pt x="966" y="335"/>
                  </a:lnTo>
                  <a:lnTo>
                    <a:pt x="960" y="345"/>
                  </a:lnTo>
                  <a:lnTo>
                    <a:pt x="962" y="356"/>
                  </a:lnTo>
                  <a:lnTo>
                    <a:pt x="966" y="369"/>
                  </a:lnTo>
                  <a:lnTo>
                    <a:pt x="962" y="380"/>
                  </a:lnTo>
                  <a:lnTo>
                    <a:pt x="948" y="386"/>
                  </a:lnTo>
                  <a:lnTo>
                    <a:pt x="930" y="388"/>
                  </a:lnTo>
                  <a:lnTo>
                    <a:pt x="913" y="389"/>
                  </a:lnTo>
                  <a:lnTo>
                    <a:pt x="903" y="394"/>
                  </a:lnTo>
                  <a:lnTo>
                    <a:pt x="895" y="403"/>
                  </a:lnTo>
                  <a:lnTo>
                    <a:pt x="886" y="412"/>
                  </a:lnTo>
                  <a:lnTo>
                    <a:pt x="875" y="420"/>
                  </a:lnTo>
                  <a:lnTo>
                    <a:pt x="863" y="428"/>
                  </a:lnTo>
                  <a:lnTo>
                    <a:pt x="850" y="438"/>
                  </a:lnTo>
                  <a:lnTo>
                    <a:pt x="836" y="448"/>
                  </a:lnTo>
                  <a:lnTo>
                    <a:pt x="820" y="452"/>
                  </a:lnTo>
                  <a:lnTo>
                    <a:pt x="803" y="446"/>
                  </a:lnTo>
                  <a:lnTo>
                    <a:pt x="789" y="431"/>
                  </a:lnTo>
                  <a:lnTo>
                    <a:pt x="779" y="416"/>
                  </a:lnTo>
                  <a:lnTo>
                    <a:pt x="768" y="411"/>
                  </a:lnTo>
                  <a:lnTo>
                    <a:pt x="753" y="413"/>
                  </a:lnTo>
                  <a:lnTo>
                    <a:pt x="738" y="416"/>
                  </a:lnTo>
                  <a:lnTo>
                    <a:pt x="725" y="413"/>
                  </a:lnTo>
                  <a:lnTo>
                    <a:pt x="717" y="404"/>
                  </a:lnTo>
                  <a:lnTo>
                    <a:pt x="711" y="395"/>
                  </a:lnTo>
                  <a:lnTo>
                    <a:pt x="703" y="388"/>
                  </a:lnTo>
                  <a:lnTo>
                    <a:pt x="691" y="384"/>
                  </a:lnTo>
                  <a:lnTo>
                    <a:pt x="679" y="378"/>
                  </a:lnTo>
                  <a:lnTo>
                    <a:pt x="673" y="369"/>
                  </a:lnTo>
                  <a:lnTo>
                    <a:pt x="670" y="358"/>
                  </a:lnTo>
                  <a:lnTo>
                    <a:pt x="669" y="347"/>
                  </a:lnTo>
                  <a:lnTo>
                    <a:pt x="665" y="337"/>
                  </a:lnTo>
                  <a:lnTo>
                    <a:pt x="664" y="325"/>
                  </a:lnTo>
                  <a:lnTo>
                    <a:pt x="672" y="314"/>
                  </a:lnTo>
                  <a:lnTo>
                    <a:pt x="689" y="304"/>
                  </a:lnTo>
                  <a:lnTo>
                    <a:pt x="707" y="297"/>
                  </a:lnTo>
                  <a:lnTo>
                    <a:pt x="715" y="289"/>
                  </a:lnTo>
                  <a:lnTo>
                    <a:pt x="710" y="278"/>
                  </a:lnTo>
                  <a:lnTo>
                    <a:pt x="699" y="263"/>
                  </a:lnTo>
                  <a:lnTo>
                    <a:pt x="693" y="248"/>
                  </a:lnTo>
                  <a:lnTo>
                    <a:pt x="697" y="236"/>
                  </a:lnTo>
                  <a:lnTo>
                    <a:pt x="709" y="230"/>
                  </a:lnTo>
                  <a:lnTo>
                    <a:pt x="722" y="224"/>
                  </a:lnTo>
                  <a:lnTo>
                    <a:pt x="731" y="218"/>
                  </a:lnTo>
                  <a:lnTo>
                    <a:pt x="741" y="211"/>
                  </a:lnTo>
                  <a:lnTo>
                    <a:pt x="752" y="208"/>
                  </a:lnTo>
                  <a:lnTo>
                    <a:pt x="765" y="208"/>
                  </a:lnTo>
                  <a:lnTo>
                    <a:pt x="777" y="209"/>
                  </a:lnTo>
                  <a:lnTo>
                    <a:pt x="786" y="206"/>
                  </a:lnTo>
                  <a:lnTo>
                    <a:pt x="795" y="200"/>
                  </a:lnTo>
                  <a:lnTo>
                    <a:pt x="806" y="196"/>
                  </a:lnTo>
                  <a:lnTo>
                    <a:pt x="816" y="199"/>
                  </a:lnTo>
                  <a:lnTo>
                    <a:pt x="826" y="207"/>
                  </a:lnTo>
                  <a:lnTo>
                    <a:pt x="836" y="212"/>
                  </a:lnTo>
                  <a:lnTo>
                    <a:pt x="848" y="209"/>
                  </a:lnTo>
                  <a:lnTo>
                    <a:pt x="865" y="200"/>
                  </a:lnTo>
                  <a:lnTo>
                    <a:pt x="883" y="194"/>
                  </a:lnTo>
                  <a:lnTo>
                    <a:pt x="898" y="198"/>
                  </a:lnTo>
                  <a:lnTo>
                    <a:pt x="905" y="211"/>
                  </a:lnTo>
                  <a:lnTo>
                    <a:pt x="907" y="226"/>
                  </a:lnTo>
                  <a:lnTo>
                    <a:pt x="910" y="240"/>
                  </a:lnTo>
                  <a:lnTo>
                    <a:pt x="915" y="250"/>
                  </a:lnTo>
                  <a:lnTo>
                    <a:pt x="922" y="259"/>
                  </a:lnTo>
                  <a:lnTo>
                    <a:pt x="927" y="268"/>
                  </a:lnTo>
                  <a:lnTo>
                    <a:pt x="932" y="277"/>
                  </a:lnTo>
                  <a:lnTo>
                    <a:pt x="942" y="285"/>
                  </a:lnTo>
                  <a:lnTo>
                    <a:pt x="957" y="293"/>
                  </a:lnTo>
                  <a:lnTo>
                    <a:pt x="974" y="303"/>
                  </a:lnTo>
                  <a:close/>
                </a:path>
              </a:pathLst>
            </a:custGeom>
            <a:solidFill>
              <a:srgbClr val="86D1BC">
                <a:alpha val="43000"/>
              </a:srgbClr>
            </a:solidFill>
            <a:ln>
              <a:noFill/>
            </a:ln>
          </p:spPr>
          <p:txBody>
            <a:bodyPr anchor="ctr"/>
            <a:lstStyle/>
            <a:p>
              <a:pPr algn="ctr">
                <a:buNone/>
              </a:pPr>
            </a:p>
          </p:txBody>
        </p:sp>
        <p:sp>
          <p:nvSpPr>
            <p:cNvPr id="7670" name="addition:spatial:159">
              <a:extLst>
                <a:ext uri="{FF2B5EF4-FFF2-40B4-BE49-F238E27FC236}">
                  <ns2:creationId id="{00FE05B6-471B-4923-B1E2-30A19313D4D4}"/>
                </a:ext>
              </a:extLst>
            </p:cNvPr>
            <p:cNvSpPr>
              <a:spLocks noGrp="1"/>
            </p:cNvSpPr>
            <p:nvPr/>
          </p:nvSpPr>
          <p:spPr>
            <a:xfrm>
              <a:off x="5648325" y="1666875"/>
              <a:ext cx="1237046" cy="730788"/>
            </a:xfrm>
            <a:custGeom>
              <a:rect l="l" t="t" r="r" b="b"/>
              <a:pathLst>
                <a:path w="933" h="432">
                  <a:moveTo>
                    <a:pt x="0" y="0"/>
                  </a:moveTo>
                  <a:moveTo>
                    <a:pt x="924" y="319"/>
                  </a:moveTo>
                  <a:lnTo>
                    <a:pt x="925" y="328"/>
                  </a:lnTo>
                  <a:lnTo>
                    <a:pt x="919" y="337"/>
                  </a:lnTo>
                  <a:lnTo>
                    <a:pt x="910" y="344"/>
                  </a:lnTo>
                  <a:lnTo>
                    <a:pt x="907" y="352"/>
                  </a:lnTo>
                  <a:lnTo>
                    <a:pt x="910" y="362"/>
                  </a:lnTo>
                  <a:lnTo>
                    <a:pt x="913" y="374"/>
                  </a:lnTo>
                  <a:lnTo>
                    <a:pt x="911" y="384"/>
                  </a:lnTo>
                  <a:lnTo>
                    <a:pt x="905" y="392"/>
                  </a:lnTo>
                  <a:lnTo>
                    <a:pt x="898" y="399"/>
                  </a:lnTo>
                  <a:lnTo>
                    <a:pt x="891" y="406"/>
                  </a:lnTo>
                  <a:lnTo>
                    <a:pt x="883" y="412"/>
                  </a:lnTo>
                  <a:lnTo>
                    <a:pt x="872" y="413"/>
                  </a:lnTo>
                  <a:lnTo>
                    <a:pt x="858" y="407"/>
                  </a:lnTo>
                  <a:lnTo>
                    <a:pt x="846" y="400"/>
                  </a:lnTo>
                  <a:lnTo>
                    <a:pt x="838" y="399"/>
                  </a:lnTo>
                  <a:lnTo>
                    <a:pt x="831" y="407"/>
                  </a:lnTo>
                  <a:lnTo>
                    <a:pt x="823" y="420"/>
                  </a:lnTo>
                  <a:lnTo>
                    <a:pt x="812" y="430"/>
                  </a:lnTo>
                  <a:lnTo>
                    <a:pt x="800" y="432"/>
                  </a:lnTo>
                  <a:lnTo>
                    <a:pt x="789" y="426"/>
                  </a:lnTo>
                  <a:lnTo>
                    <a:pt x="779" y="420"/>
                  </a:lnTo>
                  <a:lnTo>
                    <a:pt x="768" y="416"/>
                  </a:lnTo>
                  <a:lnTo>
                    <a:pt x="755" y="413"/>
                  </a:lnTo>
                  <a:lnTo>
                    <a:pt x="744" y="408"/>
                  </a:lnTo>
                  <a:lnTo>
                    <a:pt x="736" y="400"/>
                  </a:lnTo>
                  <a:lnTo>
                    <a:pt x="730" y="391"/>
                  </a:lnTo>
                  <a:lnTo>
                    <a:pt x="722" y="383"/>
                  </a:lnTo>
                  <a:lnTo>
                    <a:pt x="712" y="377"/>
                  </a:lnTo>
                  <a:lnTo>
                    <a:pt x="703" y="371"/>
                  </a:lnTo>
                  <a:lnTo>
                    <a:pt x="699" y="361"/>
                  </a:lnTo>
                  <a:lnTo>
                    <a:pt x="699" y="351"/>
                  </a:lnTo>
                  <a:lnTo>
                    <a:pt x="698" y="343"/>
                  </a:lnTo>
                  <a:lnTo>
                    <a:pt x="688" y="336"/>
                  </a:lnTo>
                  <a:lnTo>
                    <a:pt x="670" y="329"/>
                  </a:lnTo>
                  <a:lnTo>
                    <a:pt x="655" y="319"/>
                  </a:lnTo>
                  <a:lnTo>
                    <a:pt x="651" y="308"/>
                  </a:lnTo>
                  <a:lnTo>
                    <a:pt x="660" y="298"/>
                  </a:lnTo>
                  <a:lnTo>
                    <a:pt x="675" y="291"/>
                  </a:lnTo>
                  <a:lnTo>
                    <a:pt x="688" y="285"/>
                  </a:lnTo>
                  <a:lnTo>
                    <a:pt x="696" y="278"/>
                  </a:lnTo>
                  <a:lnTo>
                    <a:pt x="702" y="270"/>
                  </a:lnTo>
                  <a:lnTo>
                    <a:pt x="710" y="264"/>
                  </a:lnTo>
                  <a:lnTo>
                    <a:pt x="719" y="258"/>
                  </a:lnTo>
                  <a:lnTo>
                    <a:pt x="726" y="251"/>
                  </a:lnTo>
                  <a:lnTo>
                    <a:pt x="731" y="241"/>
                  </a:lnTo>
                  <a:lnTo>
                    <a:pt x="737" y="229"/>
                  </a:lnTo>
                  <a:lnTo>
                    <a:pt x="747" y="221"/>
                  </a:lnTo>
                  <a:lnTo>
                    <a:pt x="761" y="220"/>
                  </a:lnTo>
                  <a:lnTo>
                    <a:pt x="775" y="222"/>
                  </a:lnTo>
                  <a:lnTo>
                    <a:pt x="788" y="221"/>
                  </a:lnTo>
                  <a:lnTo>
                    <a:pt x="800" y="215"/>
                  </a:lnTo>
                  <a:lnTo>
                    <a:pt x="812" y="207"/>
                  </a:lnTo>
                  <a:lnTo>
                    <a:pt x="825" y="204"/>
                  </a:lnTo>
                  <a:lnTo>
                    <a:pt x="837" y="211"/>
                  </a:lnTo>
                  <a:lnTo>
                    <a:pt x="846" y="223"/>
                  </a:lnTo>
                  <a:lnTo>
                    <a:pt x="852" y="234"/>
                  </a:lnTo>
                  <a:lnTo>
                    <a:pt x="860" y="239"/>
                  </a:lnTo>
                  <a:lnTo>
                    <a:pt x="870" y="239"/>
                  </a:lnTo>
                  <a:lnTo>
                    <a:pt x="881" y="239"/>
                  </a:lnTo>
                  <a:lnTo>
                    <a:pt x="891" y="241"/>
                  </a:lnTo>
                  <a:lnTo>
                    <a:pt x="901" y="244"/>
                  </a:lnTo>
                  <a:lnTo>
                    <a:pt x="912" y="247"/>
                  </a:lnTo>
                  <a:lnTo>
                    <a:pt x="924" y="251"/>
                  </a:lnTo>
                  <a:lnTo>
                    <a:pt x="933" y="258"/>
                  </a:lnTo>
                  <a:lnTo>
                    <a:pt x="932" y="269"/>
                  </a:lnTo>
                  <a:lnTo>
                    <a:pt x="923" y="283"/>
                  </a:lnTo>
                  <a:lnTo>
                    <a:pt x="913" y="294"/>
                  </a:lnTo>
                  <a:lnTo>
                    <a:pt x="910" y="303"/>
                  </a:lnTo>
                  <a:lnTo>
                    <a:pt x="917" y="310"/>
                  </a:lnTo>
                  <a:close/>
                </a:path>
              </a:pathLst>
            </a:custGeom>
            <a:solidFill>
              <a:srgbClr val="56BFA2">
                <a:alpha val="35000"/>
              </a:srgbClr>
            </a:solidFill>
            <a:ln>
              <a:noFill/>
            </a:ln>
          </p:spPr>
          <p:txBody>
            <a:bodyPr anchor="ctr"/>
            <a:lstStyle/>
            <a:p>
              <a:pPr algn="ctr">
                <a:buNone/>
              </a:pPr>
            </a:p>
          </p:txBody>
        </p:sp>
        <p:sp>
          <p:nvSpPr>
            <p:cNvPr id="7671" name="addition:spatial:160">
              <a:extLst>
                <a:ext uri="{FF2B5EF4-FFF2-40B4-BE49-F238E27FC236}">
                  <ns2:creationId id="{A2C6E4AE-2B75-4285-B37B-038F05B5EF12}"/>
                </a:ext>
              </a:extLst>
            </p:cNvPr>
            <p:cNvSpPr>
              <a:spLocks noGrp="1"/>
            </p:cNvSpPr>
            <p:nvPr/>
          </p:nvSpPr>
          <p:spPr>
            <a:xfrm>
              <a:off x="5648325" y="1666875"/>
              <a:ext cx="1073963" cy="570083"/>
            </a:xfrm>
            <a:custGeom>
              <a:rect l="l" t="t" r="r" b="b"/>
              <a:pathLst>
                <a:path w="810" h="337">
                  <a:moveTo>
                    <a:pt x="0" y="0"/>
                  </a:moveTo>
                  <a:moveTo>
                    <a:pt x="802" y="289"/>
                  </a:moveTo>
                  <a:lnTo>
                    <a:pt x="800" y="292"/>
                  </a:lnTo>
                  <a:lnTo>
                    <a:pt x="803" y="296"/>
                  </a:lnTo>
                  <a:lnTo>
                    <a:pt x="807" y="301"/>
                  </a:lnTo>
                  <a:lnTo>
                    <a:pt x="810" y="306"/>
                  </a:lnTo>
                  <a:lnTo>
                    <a:pt x="810" y="310"/>
                  </a:lnTo>
                  <a:lnTo>
                    <a:pt x="807" y="313"/>
                  </a:lnTo>
                  <a:lnTo>
                    <a:pt x="803" y="316"/>
                  </a:lnTo>
                  <a:lnTo>
                    <a:pt x="799" y="318"/>
                  </a:lnTo>
                  <a:lnTo>
                    <a:pt x="795" y="320"/>
                  </a:lnTo>
                  <a:lnTo>
                    <a:pt x="790" y="320"/>
                  </a:lnTo>
                  <a:lnTo>
                    <a:pt x="784" y="320"/>
                  </a:lnTo>
                  <a:lnTo>
                    <a:pt x="780" y="320"/>
                  </a:lnTo>
                  <a:lnTo>
                    <a:pt x="777" y="323"/>
                  </a:lnTo>
                  <a:lnTo>
                    <a:pt x="775" y="329"/>
                  </a:lnTo>
                  <a:lnTo>
                    <a:pt x="771" y="335"/>
                  </a:lnTo>
                  <a:lnTo>
                    <a:pt x="766" y="337"/>
                  </a:lnTo>
                  <a:lnTo>
                    <a:pt x="760" y="336"/>
                  </a:lnTo>
                  <a:lnTo>
                    <a:pt x="755" y="333"/>
                  </a:lnTo>
                  <a:lnTo>
                    <a:pt x="749" y="331"/>
                  </a:lnTo>
                  <a:lnTo>
                    <a:pt x="744" y="331"/>
                  </a:lnTo>
                  <a:lnTo>
                    <a:pt x="738" y="332"/>
                  </a:lnTo>
                  <a:lnTo>
                    <a:pt x="732" y="331"/>
                  </a:lnTo>
                  <a:lnTo>
                    <a:pt x="728" y="327"/>
                  </a:lnTo>
                  <a:lnTo>
                    <a:pt x="725" y="323"/>
                  </a:lnTo>
                  <a:lnTo>
                    <a:pt x="722" y="320"/>
                  </a:lnTo>
                  <a:lnTo>
                    <a:pt x="718" y="318"/>
                  </a:lnTo>
                  <a:lnTo>
                    <a:pt x="714" y="316"/>
                  </a:lnTo>
                  <a:lnTo>
                    <a:pt x="712" y="312"/>
                  </a:lnTo>
                  <a:lnTo>
                    <a:pt x="710" y="309"/>
                  </a:lnTo>
                  <a:lnTo>
                    <a:pt x="706" y="307"/>
                  </a:lnTo>
                  <a:lnTo>
                    <a:pt x="700" y="305"/>
                  </a:lnTo>
                  <a:lnTo>
                    <a:pt x="693" y="302"/>
                  </a:lnTo>
                  <a:lnTo>
                    <a:pt x="690" y="298"/>
                  </a:lnTo>
                  <a:lnTo>
                    <a:pt x="692" y="293"/>
                  </a:lnTo>
                  <a:lnTo>
                    <a:pt x="699" y="289"/>
                  </a:lnTo>
                  <a:lnTo>
                    <a:pt x="706" y="285"/>
                  </a:lnTo>
                  <a:lnTo>
                    <a:pt x="709" y="282"/>
                  </a:lnTo>
                  <a:lnTo>
                    <a:pt x="710" y="279"/>
                  </a:lnTo>
                  <a:lnTo>
                    <a:pt x="710" y="275"/>
                  </a:lnTo>
                  <a:lnTo>
                    <a:pt x="711" y="271"/>
                  </a:lnTo>
                  <a:lnTo>
                    <a:pt x="714" y="268"/>
                  </a:lnTo>
                  <a:lnTo>
                    <a:pt x="717" y="265"/>
                  </a:lnTo>
                  <a:lnTo>
                    <a:pt x="719" y="261"/>
                  </a:lnTo>
                  <a:lnTo>
                    <a:pt x="721" y="256"/>
                  </a:lnTo>
                  <a:lnTo>
                    <a:pt x="724" y="253"/>
                  </a:lnTo>
                  <a:lnTo>
                    <a:pt x="729" y="252"/>
                  </a:lnTo>
                  <a:lnTo>
                    <a:pt x="734" y="251"/>
                  </a:lnTo>
                  <a:lnTo>
                    <a:pt x="738" y="249"/>
                  </a:lnTo>
                  <a:lnTo>
                    <a:pt x="742" y="245"/>
                  </a:lnTo>
                  <a:lnTo>
                    <a:pt x="746" y="243"/>
                  </a:lnTo>
                  <a:lnTo>
                    <a:pt x="751" y="243"/>
                  </a:lnTo>
                  <a:lnTo>
                    <a:pt x="755" y="248"/>
                  </a:lnTo>
                  <a:lnTo>
                    <a:pt x="759" y="252"/>
                  </a:lnTo>
                  <a:lnTo>
                    <a:pt x="762" y="255"/>
                  </a:lnTo>
                  <a:lnTo>
                    <a:pt x="765" y="253"/>
                  </a:lnTo>
                  <a:lnTo>
                    <a:pt x="770" y="250"/>
                  </a:lnTo>
                  <a:lnTo>
                    <a:pt x="775" y="248"/>
                  </a:lnTo>
                  <a:lnTo>
                    <a:pt x="780" y="249"/>
                  </a:lnTo>
                  <a:lnTo>
                    <a:pt x="784" y="250"/>
                  </a:lnTo>
                  <a:lnTo>
                    <a:pt x="788" y="252"/>
                  </a:lnTo>
                  <a:lnTo>
                    <a:pt x="792" y="255"/>
                  </a:lnTo>
                  <a:lnTo>
                    <a:pt x="794" y="258"/>
                  </a:lnTo>
                  <a:lnTo>
                    <a:pt x="794" y="263"/>
                  </a:lnTo>
                  <a:lnTo>
                    <a:pt x="793" y="268"/>
                  </a:lnTo>
                  <a:lnTo>
                    <a:pt x="793" y="272"/>
                  </a:lnTo>
                  <a:lnTo>
                    <a:pt x="796" y="275"/>
                  </a:lnTo>
                  <a:lnTo>
                    <a:pt x="801" y="278"/>
                  </a:lnTo>
                  <a:lnTo>
                    <a:pt x="804" y="281"/>
                  </a:lnTo>
                  <a:lnTo>
                    <a:pt x="804" y="285"/>
                  </a:lnTo>
                  <a:close/>
                </a:path>
              </a:pathLst>
            </a:custGeom>
            <a:solidFill>
              <a:srgbClr val="86D1BC">
                <a:alpha val="32000"/>
              </a:srgbClr>
            </a:solidFill>
            <a:ln>
              <a:noFill/>
            </a:ln>
          </p:spPr>
          <p:txBody>
            <a:bodyPr anchor="ctr"/>
            <a:lstStyle/>
            <a:p>
              <a:pPr algn="ctr">
                <a:buNone/>
              </a:pPr>
            </a:p>
          </p:txBody>
        </p:sp>
        <p:sp>
          <p:nvSpPr>
            <p:cNvPr id="7672" name="addition:spatial:161">
              <a:extLst>
                <a:ext uri="{FF2B5EF4-FFF2-40B4-BE49-F238E27FC236}">
                  <ns2:creationId id="{0C85B61B-98D6-41D5-A0E2-6682E282E070}"/>
                </a:ext>
              </a:extLst>
            </p:cNvPr>
            <p:cNvSpPr>
              <a:spLocks noGrp="1"/>
            </p:cNvSpPr>
            <p:nvPr/>
          </p:nvSpPr>
          <p:spPr>
            <a:xfrm>
              <a:off x="5648325" y="1666875"/>
              <a:ext cx="1125672" cy="502417"/>
            </a:xfrm>
            <a:custGeom>
              <a:rect l="l" t="t" r="r" b="b"/>
              <a:pathLst>
                <a:path w="849" h="297">
                  <a:moveTo>
                    <a:pt x="0" y="0"/>
                  </a:moveTo>
                  <a:moveTo>
                    <a:pt x="849" y="254"/>
                  </a:moveTo>
                  <a:lnTo>
                    <a:pt x="845" y="258"/>
                  </a:lnTo>
                  <a:lnTo>
                    <a:pt x="840" y="261"/>
                  </a:lnTo>
                  <a:lnTo>
                    <a:pt x="836" y="264"/>
                  </a:lnTo>
                  <a:lnTo>
                    <a:pt x="834" y="267"/>
                  </a:lnTo>
                  <a:lnTo>
                    <a:pt x="835" y="271"/>
                  </a:lnTo>
                  <a:lnTo>
                    <a:pt x="834" y="275"/>
                  </a:lnTo>
                  <a:lnTo>
                    <a:pt x="833" y="279"/>
                  </a:lnTo>
                  <a:lnTo>
                    <a:pt x="832" y="283"/>
                  </a:lnTo>
                  <a:lnTo>
                    <a:pt x="831" y="287"/>
                  </a:lnTo>
                  <a:lnTo>
                    <a:pt x="829" y="292"/>
                  </a:lnTo>
                  <a:lnTo>
                    <a:pt x="826" y="295"/>
                  </a:lnTo>
                  <a:lnTo>
                    <a:pt x="820" y="295"/>
                  </a:lnTo>
                  <a:lnTo>
                    <a:pt x="814" y="292"/>
                  </a:lnTo>
                  <a:lnTo>
                    <a:pt x="809" y="289"/>
                  </a:lnTo>
                  <a:lnTo>
                    <a:pt x="806" y="289"/>
                  </a:lnTo>
                  <a:lnTo>
                    <a:pt x="803" y="292"/>
                  </a:lnTo>
                  <a:lnTo>
                    <a:pt x="800" y="295"/>
                  </a:lnTo>
                  <a:lnTo>
                    <a:pt x="796" y="297"/>
                  </a:lnTo>
                  <a:lnTo>
                    <a:pt x="793" y="296"/>
                  </a:lnTo>
                  <a:lnTo>
                    <a:pt x="789" y="294"/>
                  </a:lnTo>
                  <a:lnTo>
                    <a:pt x="785" y="293"/>
                  </a:lnTo>
                  <a:lnTo>
                    <a:pt x="781" y="294"/>
                  </a:lnTo>
                  <a:lnTo>
                    <a:pt x="776" y="294"/>
                  </a:lnTo>
                  <a:lnTo>
                    <a:pt x="772" y="292"/>
                  </a:lnTo>
                  <a:lnTo>
                    <a:pt x="769" y="289"/>
                  </a:lnTo>
                  <a:lnTo>
                    <a:pt x="766" y="286"/>
                  </a:lnTo>
                  <a:lnTo>
                    <a:pt x="762" y="283"/>
                  </a:lnTo>
                  <a:lnTo>
                    <a:pt x="758" y="280"/>
                  </a:lnTo>
                  <a:lnTo>
                    <a:pt x="757" y="276"/>
                  </a:lnTo>
                  <a:lnTo>
                    <a:pt x="759" y="271"/>
                  </a:lnTo>
                  <a:lnTo>
                    <a:pt x="761" y="267"/>
                  </a:lnTo>
                  <a:lnTo>
                    <a:pt x="760" y="263"/>
                  </a:lnTo>
                  <a:lnTo>
                    <a:pt x="754" y="261"/>
                  </a:lnTo>
                  <a:lnTo>
                    <a:pt x="747" y="258"/>
                  </a:lnTo>
                  <a:lnTo>
                    <a:pt x="741" y="254"/>
                  </a:lnTo>
                  <a:lnTo>
                    <a:pt x="739" y="250"/>
                  </a:lnTo>
                  <a:lnTo>
                    <a:pt x="741" y="246"/>
                  </a:lnTo>
                  <a:lnTo>
                    <a:pt x="744" y="243"/>
                  </a:lnTo>
                  <a:lnTo>
                    <a:pt x="746" y="239"/>
                  </a:lnTo>
                  <a:lnTo>
                    <a:pt x="748" y="236"/>
                  </a:lnTo>
                  <a:lnTo>
                    <a:pt x="751" y="233"/>
                  </a:lnTo>
                  <a:lnTo>
                    <a:pt x="755" y="231"/>
                  </a:lnTo>
                  <a:lnTo>
                    <a:pt x="759" y="229"/>
                  </a:lnTo>
                  <a:lnTo>
                    <a:pt x="762" y="227"/>
                  </a:lnTo>
                  <a:lnTo>
                    <a:pt x="764" y="223"/>
                  </a:lnTo>
                  <a:lnTo>
                    <a:pt x="767" y="219"/>
                  </a:lnTo>
                  <a:lnTo>
                    <a:pt x="771" y="218"/>
                  </a:lnTo>
                  <a:lnTo>
                    <a:pt x="777" y="218"/>
                  </a:lnTo>
                  <a:lnTo>
                    <a:pt x="782" y="218"/>
                  </a:lnTo>
                  <a:lnTo>
                    <a:pt x="786" y="215"/>
                  </a:lnTo>
                  <a:lnTo>
                    <a:pt x="790" y="210"/>
                  </a:lnTo>
                  <a:lnTo>
                    <a:pt x="795" y="206"/>
                  </a:lnTo>
                  <a:lnTo>
                    <a:pt x="801" y="206"/>
                  </a:lnTo>
                  <a:lnTo>
                    <a:pt x="807" y="209"/>
                  </a:lnTo>
                  <a:lnTo>
                    <a:pt x="811" y="214"/>
                  </a:lnTo>
                  <a:lnTo>
                    <a:pt x="814" y="218"/>
                  </a:lnTo>
                  <a:lnTo>
                    <a:pt x="818" y="220"/>
                  </a:lnTo>
                  <a:lnTo>
                    <a:pt x="822" y="221"/>
                  </a:lnTo>
                  <a:lnTo>
                    <a:pt x="825" y="223"/>
                  </a:lnTo>
                  <a:lnTo>
                    <a:pt x="829" y="225"/>
                  </a:lnTo>
                  <a:lnTo>
                    <a:pt x="833" y="226"/>
                  </a:lnTo>
                  <a:lnTo>
                    <a:pt x="839" y="226"/>
                  </a:lnTo>
                  <a:lnTo>
                    <a:pt x="845" y="227"/>
                  </a:lnTo>
                  <a:lnTo>
                    <a:pt x="848" y="230"/>
                  </a:lnTo>
                  <a:lnTo>
                    <a:pt x="848" y="235"/>
                  </a:lnTo>
                  <a:lnTo>
                    <a:pt x="845" y="240"/>
                  </a:lnTo>
                  <a:lnTo>
                    <a:pt x="844" y="244"/>
                  </a:lnTo>
                  <a:lnTo>
                    <a:pt x="846" y="247"/>
                  </a:lnTo>
                  <a:lnTo>
                    <a:pt x="848" y="251"/>
                  </a:lnTo>
                  <a:close/>
                </a:path>
              </a:pathLst>
            </a:custGeom>
            <a:solidFill>
              <a:srgbClr val="86D1BC">
                <a:alpha val="32000"/>
              </a:srgbClr>
            </a:solidFill>
            <a:ln>
              <a:noFill/>
            </a:ln>
          </p:spPr>
          <p:txBody>
            <a:bodyPr anchor="ctr"/>
            <a:lstStyle/>
            <a:p>
              <a:pPr algn="ctr">
                <a:buNone/>
              </a:pPr>
            </a:p>
          </p:txBody>
        </p:sp>
        <p:sp>
          <p:nvSpPr>
            <p:cNvPr id="7673" name="addition:spatial:162">
              <a:extLst>
                <a:ext uri="{FF2B5EF4-FFF2-40B4-BE49-F238E27FC236}">
                  <ns2:creationId id="{2231AB7C-6314-4145-8152-33E5187D4EEA}"/>
                </a:ext>
              </a:extLst>
            </p:cNvPr>
            <p:cNvSpPr>
              <a:spLocks noGrp="1"/>
            </p:cNvSpPr>
            <p:nvPr/>
          </p:nvSpPr>
          <p:spPr>
            <a:xfrm>
              <a:off x="5648325" y="1666875"/>
              <a:ext cx="1187988" cy="526100"/>
            </a:xfrm>
            <a:custGeom>
              <a:rect l="l" t="t" r="r" b="b"/>
              <a:pathLst>
                <a:path w="896" h="311">
                  <a:moveTo>
                    <a:pt x="0" y="0"/>
                  </a:moveTo>
                  <a:moveTo>
                    <a:pt x="890" y="264"/>
                  </a:moveTo>
                  <a:lnTo>
                    <a:pt x="890" y="268"/>
                  </a:lnTo>
                  <a:lnTo>
                    <a:pt x="890" y="271"/>
                  </a:lnTo>
                  <a:lnTo>
                    <a:pt x="890" y="275"/>
                  </a:lnTo>
                  <a:lnTo>
                    <a:pt x="891" y="279"/>
                  </a:lnTo>
                  <a:lnTo>
                    <a:pt x="894" y="285"/>
                  </a:lnTo>
                  <a:lnTo>
                    <a:pt x="896" y="291"/>
                  </a:lnTo>
                  <a:lnTo>
                    <a:pt x="896" y="296"/>
                  </a:lnTo>
                  <a:lnTo>
                    <a:pt x="891" y="298"/>
                  </a:lnTo>
                  <a:lnTo>
                    <a:pt x="884" y="297"/>
                  </a:lnTo>
                  <a:lnTo>
                    <a:pt x="878" y="296"/>
                  </a:lnTo>
                  <a:lnTo>
                    <a:pt x="874" y="297"/>
                  </a:lnTo>
                  <a:lnTo>
                    <a:pt x="872" y="300"/>
                  </a:lnTo>
                  <a:lnTo>
                    <a:pt x="870" y="304"/>
                  </a:lnTo>
                  <a:lnTo>
                    <a:pt x="867" y="306"/>
                  </a:lnTo>
                  <a:lnTo>
                    <a:pt x="863" y="307"/>
                  </a:lnTo>
                  <a:lnTo>
                    <a:pt x="858" y="307"/>
                  </a:lnTo>
                  <a:lnTo>
                    <a:pt x="854" y="308"/>
                  </a:lnTo>
                  <a:lnTo>
                    <a:pt x="850" y="310"/>
                  </a:lnTo>
                  <a:lnTo>
                    <a:pt x="845" y="311"/>
                  </a:lnTo>
                  <a:lnTo>
                    <a:pt x="840" y="310"/>
                  </a:lnTo>
                  <a:lnTo>
                    <a:pt x="835" y="308"/>
                  </a:lnTo>
                  <a:lnTo>
                    <a:pt x="830" y="307"/>
                  </a:lnTo>
                  <a:lnTo>
                    <a:pt x="824" y="307"/>
                  </a:lnTo>
                  <a:lnTo>
                    <a:pt x="818" y="306"/>
                  </a:lnTo>
                  <a:lnTo>
                    <a:pt x="815" y="302"/>
                  </a:lnTo>
                  <a:lnTo>
                    <a:pt x="814" y="295"/>
                  </a:lnTo>
                  <a:lnTo>
                    <a:pt x="815" y="289"/>
                  </a:lnTo>
                  <a:lnTo>
                    <a:pt x="814" y="285"/>
                  </a:lnTo>
                  <a:lnTo>
                    <a:pt x="809" y="284"/>
                  </a:lnTo>
                  <a:lnTo>
                    <a:pt x="801" y="283"/>
                  </a:lnTo>
                  <a:lnTo>
                    <a:pt x="795" y="281"/>
                  </a:lnTo>
                  <a:lnTo>
                    <a:pt x="791" y="277"/>
                  </a:lnTo>
                  <a:lnTo>
                    <a:pt x="790" y="273"/>
                  </a:lnTo>
                  <a:lnTo>
                    <a:pt x="789" y="268"/>
                  </a:lnTo>
                  <a:lnTo>
                    <a:pt x="789" y="264"/>
                  </a:lnTo>
                  <a:lnTo>
                    <a:pt x="790" y="260"/>
                  </a:lnTo>
                  <a:lnTo>
                    <a:pt x="793" y="256"/>
                  </a:lnTo>
                  <a:lnTo>
                    <a:pt x="798" y="252"/>
                  </a:lnTo>
                  <a:lnTo>
                    <a:pt x="801" y="249"/>
                  </a:lnTo>
                  <a:lnTo>
                    <a:pt x="803" y="246"/>
                  </a:lnTo>
                  <a:lnTo>
                    <a:pt x="803" y="241"/>
                  </a:lnTo>
                  <a:lnTo>
                    <a:pt x="805" y="237"/>
                  </a:lnTo>
                  <a:lnTo>
                    <a:pt x="810" y="235"/>
                  </a:lnTo>
                  <a:lnTo>
                    <a:pt x="816" y="234"/>
                  </a:lnTo>
                  <a:lnTo>
                    <a:pt x="821" y="233"/>
                  </a:lnTo>
                  <a:lnTo>
                    <a:pt x="824" y="229"/>
                  </a:lnTo>
                  <a:lnTo>
                    <a:pt x="825" y="223"/>
                  </a:lnTo>
                  <a:lnTo>
                    <a:pt x="828" y="217"/>
                  </a:lnTo>
                  <a:lnTo>
                    <a:pt x="833" y="214"/>
                  </a:lnTo>
                  <a:lnTo>
                    <a:pt x="839" y="215"/>
                  </a:lnTo>
                  <a:lnTo>
                    <a:pt x="845" y="217"/>
                  </a:lnTo>
                  <a:lnTo>
                    <a:pt x="850" y="219"/>
                  </a:lnTo>
                  <a:lnTo>
                    <a:pt x="854" y="220"/>
                  </a:lnTo>
                  <a:lnTo>
                    <a:pt x="858" y="222"/>
                  </a:lnTo>
                  <a:lnTo>
                    <a:pt x="861" y="225"/>
                  </a:lnTo>
                  <a:lnTo>
                    <a:pt x="864" y="228"/>
                  </a:lnTo>
                  <a:lnTo>
                    <a:pt x="868" y="227"/>
                  </a:lnTo>
                  <a:lnTo>
                    <a:pt x="874" y="225"/>
                  </a:lnTo>
                  <a:lnTo>
                    <a:pt x="880" y="223"/>
                  </a:lnTo>
                  <a:lnTo>
                    <a:pt x="884" y="224"/>
                  </a:lnTo>
                  <a:lnTo>
                    <a:pt x="886" y="229"/>
                  </a:lnTo>
                  <a:lnTo>
                    <a:pt x="886" y="234"/>
                  </a:lnTo>
                  <a:lnTo>
                    <a:pt x="887" y="238"/>
                  </a:lnTo>
                  <a:lnTo>
                    <a:pt x="890" y="241"/>
                  </a:lnTo>
                  <a:lnTo>
                    <a:pt x="894" y="243"/>
                  </a:lnTo>
                  <a:lnTo>
                    <a:pt x="896" y="247"/>
                  </a:lnTo>
                  <a:lnTo>
                    <a:pt x="895" y="252"/>
                  </a:lnTo>
                  <a:lnTo>
                    <a:pt x="892" y="256"/>
                  </a:lnTo>
                  <a:lnTo>
                    <a:pt x="890" y="260"/>
                  </a:lnTo>
                  <a:close/>
                </a:path>
              </a:pathLst>
            </a:custGeom>
            <a:solidFill>
              <a:srgbClr val="86D1BC">
                <a:alpha val="32000"/>
              </a:srgbClr>
            </a:solidFill>
            <a:ln>
              <a:noFill/>
            </a:ln>
          </p:spPr>
          <p:txBody>
            <a:bodyPr anchor="ctr"/>
            <a:lstStyle/>
            <a:p>
              <a:pPr algn="ctr">
                <a:buNone/>
              </a:pPr>
            </a:p>
          </p:txBody>
        </p:sp>
        <p:sp>
          <p:nvSpPr>
            <p:cNvPr id="7674" name="addition:spatial:163">
              <a:extLst>
                <a:ext uri="{FF2B5EF4-FFF2-40B4-BE49-F238E27FC236}">
                  <ns2:creationId id="{51DFFA23-3F77-4BA0-9D2C-3D15ECA45DA9}"/>
                </a:ext>
              </a:extLst>
            </p:cNvPr>
            <p:cNvSpPr>
              <a:spLocks noGrp="1"/>
            </p:cNvSpPr>
            <p:nvPr/>
          </p:nvSpPr>
          <p:spPr>
            <a:xfrm>
              <a:off x="5648325" y="1666875"/>
              <a:ext cx="1259586" cy="595457"/>
            </a:xfrm>
            <a:custGeom>
              <a:rect l="l" t="t" r="r" b="b"/>
              <a:pathLst>
                <a:path w="950" h="352">
                  <a:moveTo>
                    <a:pt x="0" y="0"/>
                  </a:moveTo>
                  <a:moveTo>
                    <a:pt x="949" y="302"/>
                  </a:moveTo>
                  <a:lnTo>
                    <a:pt x="946" y="307"/>
                  </a:lnTo>
                  <a:lnTo>
                    <a:pt x="943" y="311"/>
                  </a:lnTo>
                  <a:lnTo>
                    <a:pt x="941" y="315"/>
                  </a:lnTo>
                  <a:lnTo>
                    <a:pt x="939" y="319"/>
                  </a:lnTo>
                  <a:lnTo>
                    <a:pt x="935" y="323"/>
                  </a:lnTo>
                  <a:lnTo>
                    <a:pt x="929" y="325"/>
                  </a:lnTo>
                  <a:lnTo>
                    <a:pt x="923" y="326"/>
                  </a:lnTo>
                  <a:lnTo>
                    <a:pt x="920" y="330"/>
                  </a:lnTo>
                  <a:lnTo>
                    <a:pt x="921" y="336"/>
                  </a:lnTo>
                  <a:lnTo>
                    <a:pt x="921" y="344"/>
                  </a:lnTo>
                  <a:lnTo>
                    <a:pt x="919" y="350"/>
                  </a:lnTo>
                  <a:lnTo>
                    <a:pt x="913" y="352"/>
                  </a:lnTo>
                  <a:lnTo>
                    <a:pt x="906" y="351"/>
                  </a:lnTo>
                  <a:lnTo>
                    <a:pt x="900" y="349"/>
                  </a:lnTo>
                  <a:lnTo>
                    <a:pt x="895" y="349"/>
                  </a:lnTo>
                  <a:lnTo>
                    <a:pt x="890" y="349"/>
                  </a:lnTo>
                  <a:lnTo>
                    <a:pt x="886" y="348"/>
                  </a:lnTo>
                  <a:lnTo>
                    <a:pt x="882" y="347"/>
                  </a:lnTo>
                  <a:lnTo>
                    <a:pt x="878" y="346"/>
                  </a:lnTo>
                  <a:lnTo>
                    <a:pt x="874" y="346"/>
                  </a:lnTo>
                  <a:lnTo>
                    <a:pt x="869" y="348"/>
                  </a:lnTo>
                  <a:lnTo>
                    <a:pt x="864" y="349"/>
                  </a:lnTo>
                  <a:lnTo>
                    <a:pt x="861" y="347"/>
                  </a:lnTo>
                  <a:lnTo>
                    <a:pt x="859" y="342"/>
                  </a:lnTo>
                  <a:lnTo>
                    <a:pt x="856" y="339"/>
                  </a:lnTo>
                  <a:lnTo>
                    <a:pt x="852" y="338"/>
                  </a:lnTo>
                  <a:lnTo>
                    <a:pt x="845" y="337"/>
                  </a:lnTo>
                  <a:lnTo>
                    <a:pt x="840" y="335"/>
                  </a:lnTo>
                  <a:lnTo>
                    <a:pt x="838" y="330"/>
                  </a:lnTo>
                  <a:lnTo>
                    <a:pt x="840" y="324"/>
                  </a:lnTo>
                  <a:lnTo>
                    <a:pt x="844" y="318"/>
                  </a:lnTo>
                  <a:lnTo>
                    <a:pt x="845" y="313"/>
                  </a:lnTo>
                  <a:lnTo>
                    <a:pt x="844" y="310"/>
                  </a:lnTo>
                  <a:lnTo>
                    <a:pt x="841" y="306"/>
                  </a:lnTo>
                  <a:lnTo>
                    <a:pt x="839" y="302"/>
                  </a:lnTo>
                  <a:lnTo>
                    <a:pt x="837" y="298"/>
                  </a:lnTo>
                  <a:lnTo>
                    <a:pt x="834" y="293"/>
                  </a:lnTo>
                  <a:lnTo>
                    <a:pt x="831" y="288"/>
                  </a:lnTo>
                  <a:lnTo>
                    <a:pt x="828" y="282"/>
                  </a:lnTo>
                  <a:lnTo>
                    <a:pt x="830" y="278"/>
                  </a:lnTo>
                  <a:lnTo>
                    <a:pt x="835" y="275"/>
                  </a:lnTo>
                  <a:lnTo>
                    <a:pt x="842" y="274"/>
                  </a:lnTo>
                  <a:lnTo>
                    <a:pt x="846" y="272"/>
                  </a:lnTo>
                  <a:lnTo>
                    <a:pt x="848" y="269"/>
                  </a:lnTo>
                  <a:lnTo>
                    <a:pt x="849" y="264"/>
                  </a:lnTo>
                  <a:lnTo>
                    <a:pt x="852" y="260"/>
                  </a:lnTo>
                  <a:lnTo>
                    <a:pt x="857" y="260"/>
                  </a:lnTo>
                  <a:lnTo>
                    <a:pt x="863" y="261"/>
                  </a:lnTo>
                  <a:lnTo>
                    <a:pt x="868" y="261"/>
                  </a:lnTo>
                  <a:lnTo>
                    <a:pt x="872" y="259"/>
                  </a:lnTo>
                  <a:lnTo>
                    <a:pt x="876" y="255"/>
                  </a:lnTo>
                  <a:lnTo>
                    <a:pt x="881" y="251"/>
                  </a:lnTo>
                  <a:lnTo>
                    <a:pt x="887" y="250"/>
                  </a:lnTo>
                  <a:lnTo>
                    <a:pt x="893" y="250"/>
                  </a:lnTo>
                  <a:lnTo>
                    <a:pt x="899" y="250"/>
                  </a:lnTo>
                  <a:lnTo>
                    <a:pt x="905" y="250"/>
                  </a:lnTo>
                  <a:lnTo>
                    <a:pt x="911" y="252"/>
                  </a:lnTo>
                  <a:lnTo>
                    <a:pt x="914" y="258"/>
                  </a:lnTo>
                  <a:lnTo>
                    <a:pt x="916" y="266"/>
                  </a:lnTo>
                  <a:lnTo>
                    <a:pt x="917" y="271"/>
                  </a:lnTo>
                  <a:lnTo>
                    <a:pt x="921" y="273"/>
                  </a:lnTo>
                  <a:lnTo>
                    <a:pt x="929" y="273"/>
                  </a:lnTo>
                  <a:lnTo>
                    <a:pt x="936" y="273"/>
                  </a:lnTo>
                  <a:lnTo>
                    <a:pt x="942" y="275"/>
                  </a:lnTo>
                  <a:lnTo>
                    <a:pt x="944" y="280"/>
                  </a:lnTo>
                  <a:lnTo>
                    <a:pt x="944" y="285"/>
                  </a:lnTo>
                  <a:lnTo>
                    <a:pt x="945" y="289"/>
                  </a:lnTo>
                  <a:lnTo>
                    <a:pt x="948" y="293"/>
                  </a:lnTo>
                  <a:lnTo>
                    <a:pt x="950" y="297"/>
                  </a:lnTo>
                  <a:close/>
                </a:path>
              </a:pathLst>
            </a:custGeom>
            <a:solidFill>
              <a:srgbClr val="86D1BC">
                <a:alpha val="32000"/>
              </a:srgbClr>
            </a:solidFill>
            <a:ln>
              <a:noFill/>
            </a:ln>
          </p:spPr>
          <p:txBody>
            <a:bodyPr anchor="ctr"/>
            <a:lstStyle/>
            <a:p>
              <a:pPr algn="ctr">
                <a:buNone/>
              </a:pPr>
            </a:p>
          </p:txBody>
        </p:sp>
        <p:sp>
          <p:nvSpPr>
            <p:cNvPr id="7675" name="addition:spatial:164">
              <a:extLst>
                <a:ext uri="{FF2B5EF4-FFF2-40B4-BE49-F238E27FC236}">
                  <ns2:creationId id="{33D7AD70-5209-466D-A4B6-2B268BEBB4FA}"/>
                </a:ext>
              </a:extLst>
            </p:cNvPr>
            <p:cNvSpPr>
              <a:spLocks noGrp="1"/>
            </p:cNvSpPr>
            <p:nvPr/>
          </p:nvSpPr>
          <p:spPr>
            <a:xfrm>
              <a:off x="5648325" y="1666875"/>
              <a:ext cx="1227765" cy="669889"/>
            </a:xfrm>
            <a:custGeom>
              <a:rect l="l" t="t" r="r" b="b"/>
              <a:pathLst>
                <a:path w="926" h="396">
                  <a:moveTo>
                    <a:pt x="0" y="0"/>
                  </a:moveTo>
                  <a:moveTo>
                    <a:pt x="926" y="344"/>
                  </a:moveTo>
                  <a:lnTo>
                    <a:pt x="925" y="348"/>
                  </a:lnTo>
                  <a:lnTo>
                    <a:pt x="925" y="353"/>
                  </a:lnTo>
                  <a:lnTo>
                    <a:pt x="925" y="358"/>
                  </a:lnTo>
                  <a:lnTo>
                    <a:pt x="924" y="363"/>
                  </a:lnTo>
                  <a:lnTo>
                    <a:pt x="919" y="367"/>
                  </a:lnTo>
                  <a:lnTo>
                    <a:pt x="910" y="369"/>
                  </a:lnTo>
                  <a:lnTo>
                    <a:pt x="900" y="369"/>
                  </a:lnTo>
                  <a:lnTo>
                    <a:pt x="893" y="370"/>
                  </a:lnTo>
                  <a:lnTo>
                    <a:pt x="891" y="374"/>
                  </a:lnTo>
                  <a:lnTo>
                    <a:pt x="891" y="381"/>
                  </a:lnTo>
                  <a:lnTo>
                    <a:pt x="890" y="388"/>
                  </a:lnTo>
                  <a:lnTo>
                    <a:pt x="885" y="393"/>
                  </a:lnTo>
                  <a:lnTo>
                    <a:pt x="877" y="394"/>
                  </a:lnTo>
                  <a:lnTo>
                    <a:pt x="870" y="395"/>
                  </a:lnTo>
                  <a:lnTo>
                    <a:pt x="863" y="396"/>
                  </a:lnTo>
                  <a:lnTo>
                    <a:pt x="856" y="396"/>
                  </a:lnTo>
                  <a:lnTo>
                    <a:pt x="849" y="395"/>
                  </a:lnTo>
                  <a:lnTo>
                    <a:pt x="843" y="392"/>
                  </a:lnTo>
                  <a:lnTo>
                    <a:pt x="837" y="390"/>
                  </a:lnTo>
                  <a:lnTo>
                    <a:pt x="832" y="389"/>
                  </a:lnTo>
                  <a:lnTo>
                    <a:pt x="826" y="390"/>
                  </a:lnTo>
                  <a:lnTo>
                    <a:pt x="820" y="390"/>
                  </a:lnTo>
                  <a:lnTo>
                    <a:pt x="815" y="388"/>
                  </a:lnTo>
                  <a:lnTo>
                    <a:pt x="813" y="383"/>
                  </a:lnTo>
                  <a:lnTo>
                    <a:pt x="811" y="379"/>
                  </a:lnTo>
                  <a:lnTo>
                    <a:pt x="806" y="377"/>
                  </a:lnTo>
                  <a:lnTo>
                    <a:pt x="798" y="377"/>
                  </a:lnTo>
                  <a:lnTo>
                    <a:pt x="790" y="377"/>
                  </a:lnTo>
                  <a:lnTo>
                    <a:pt x="784" y="374"/>
                  </a:lnTo>
                  <a:lnTo>
                    <a:pt x="784" y="368"/>
                  </a:lnTo>
                  <a:lnTo>
                    <a:pt x="787" y="362"/>
                  </a:lnTo>
                  <a:lnTo>
                    <a:pt x="791" y="357"/>
                  </a:lnTo>
                  <a:lnTo>
                    <a:pt x="793" y="352"/>
                  </a:lnTo>
                  <a:lnTo>
                    <a:pt x="794" y="348"/>
                  </a:lnTo>
                  <a:lnTo>
                    <a:pt x="796" y="344"/>
                  </a:lnTo>
                  <a:lnTo>
                    <a:pt x="799" y="340"/>
                  </a:lnTo>
                  <a:lnTo>
                    <a:pt x="798" y="336"/>
                  </a:lnTo>
                  <a:lnTo>
                    <a:pt x="794" y="331"/>
                  </a:lnTo>
                  <a:lnTo>
                    <a:pt x="789" y="325"/>
                  </a:lnTo>
                  <a:lnTo>
                    <a:pt x="788" y="319"/>
                  </a:lnTo>
                  <a:lnTo>
                    <a:pt x="792" y="316"/>
                  </a:lnTo>
                  <a:lnTo>
                    <a:pt x="799" y="314"/>
                  </a:lnTo>
                  <a:lnTo>
                    <a:pt x="804" y="312"/>
                  </a:lnTo>
                  <a:lnTo>
                    <a:pt x="807" y="308"/>
                  </a:lnTo>
                  <a:lnTo>
                    <a:pt x="808" y="303"/>
                  </a:lnTo>
                  <a:lnTo>
                    <a:pt x="811" y="298"/>
                  </a:lnTo>
                  <a:lnTo>
                    <a:pt x="816" y="297"/>
                  </a:lnTo>
                  <a:lnTo>
                    <a:pt x="823" y="299"/>
                  </a:lnTo>
                  <a:lnTo>
                    <a:pt x="829" y="301"/>
                  </a:lnTo>
                  <a:lnTo>
                    <a:pt x="834" y="301"/>
                  </a:lnTo>
                  <a:lnTo>
                    <a:pt x="838" y="299"/>
                  </a:lnTo>
                  <a:lnTo>
                    <a:pt x="843" y="297"/>
                  </a:lnTo>
                  <a:lnTo>
                    <a:pt x="848" y="296"/>
                  </a:lnTo>
                  <a:lnTo>
                    <a:pt x="854" y="295"/>
                  </a:lnTo>
                  <a:lnTo>
                    <a:pt x="861" y="293"/>
                  </a:lnTo>
                  <a:lnTo>
                    <a:pt x="869" y="290"/>
                  </a:lnTo>
                  <a:lnTo>
                    <a:pt x="877" y="289"/>
                  </a:lnTo>
                  <a:lnTo>
                    <a:pt x="883" y="293"/>
                  </a:lnTo>
                  <a:lnTo>
                    <a:pt x="885" y="301"/>
                  </a:lnTo>
                  <a:lnTo>
                    <a:pt x="886" y="308"/>
                  </a:lnTo>
                  <a:lnTo>
                    <a:pt x="889" y="313"/>
                  </a:lnTo>
                  <a:lnTo>
                    <a:pt x="895" y="314"/>
                  </a:lnTo>
                  <a:lnTo>
                    <a:pt x="903" y="315"/>
                  </a:lnTo>
                  <a:lnTo>
                    <a:pt x="909" y="318"/>
                  </a:lnTo>
                  <a:lnTo>
                    <a:pt x="912" y="322"/>
                  </a:lnTo>
                  <a:lnTo>
                    <a:pt x="913" y="327"/>
                  </a:lnTo>
                  <a:lnTo>
                    <a:pt x="916" y="331"/>
                  </a:lnTo>
                  <a:lnTo>
                    <a:pt x="921" y="335"/>
                  </a:lnTo>
                  <a:lnTo>
                    <a:pt x="925" y="339"/>
                  </a:lnTo>
                  <a:close/>
                </a:path>
              </a:pathLst>
            </a:custGeom>
            <a:solidFill>
              <a:srgbClr val="86D1BC">
                <a:alpha val="32000"/>
              </a:srgbClr>
            </a:solidFill>
            <a:ln>
              <a:noFill/>
            </a:ln>
          </p:spPr>
          <p:txBody>
            <a:bodyPr anchor="ctr"/>
            <a:lstStyle/>
            <a:p>
              <a:pPr algn="ctr">
                <a:buNone/>
              </a:pPr>
            </a:p>
          </p:txBody>
        </p:sp>
        <p:sp>
          <p:nvSpPr>
            <p:cNvPr id="7676" name="addition:spatial:165">
              <a:extLst>
                <a:ext uri="{FF2B5EF4-FFF2-40B4-BE49-F238E27FC236}">
                  <ns2:creationId id="{549F0587-486B-4CC1-8AD6-0C45C0846D32}"/>
                </a:ext>
              </a:extLst>
            </p:cNvPr>
            <p:cNvSpPr>
              <a:spLocks noGrp="1"/>
            </p:cNvSpPr>
            <p:nvPr/>
          </p:nvSpPr>
          <p:spPr>
            <a:xfrm>
              <a:off x="5648325" y="1666875"/>
              <a:ext cx="1130976" cy="674964"/>
            </a:xfrm>
            <a:custGeom>
              <a:rect l="l" t="t" r="r" b="b"/>
              <a:pathLst>
                <a:path w="853" h="399">
                  <a:moveTo>
                    <a:pt x="0" y="0"/>
                  </a:moveTo>
                  <a:moveTo>
                    <a:pt x="852" y="349"/>
                  </a:moveTo>
                  <a:lnTo>
                    <a:pt x="848" y="353"/>
                  </a:lnTo>
                  <a:lnTo>
                    <a:pt x="845" y="357"/>
                  </a:lnTo>
                  <a:lnTo>
                    <a:pt x="844" y="361"/>
                  </a:lnTo>
                  <a:lnTo>
                    <a:pt x="842" y="366"/>
                  </a:lnTo>
                  <a:lnTo>
                    <a:pt x="839" y="370"/>
                  </a:lnTo>
                  <a:lnTo>
                    <a:pt x="833" y="372"/>
                  </a:lnTo>
                  <a:lnTo>
                    <a:pt x="826" y="373"/>
                  </a:lnTo>
                  <a:lnTo>
                    <a:pt x="822" y="376"/>
                  </a:lnTo>
                  <a:lnTo>
                    <a:pt x="821" y="381"/>
                  </a:lnTo>
                  <a:lnTo>
                    <a:pt x="821" y="389"/>
                  </a:lnTo>
                  <a:lnTo>
                    <a:pt x="820" y="396"/>
                  </a:lnTo>
                  <a:lnTo>
                    <a:pt x="815" y="399"/>
                  </a:lnTo>
                  <a:lnTo>
                    <a:pt x="808" y="399"/>
                  </a:lnTo>
                  <a:lnTo>
                    <a:pt x="801" y="397"/>
                  </a:lnTo>
                  <a:lnTo>
                    <a:pt x="795" y="396"/>
                  </a:lnTo>
                  <a:lnTo>
                    <a:pt x="790" y="396"/>
                  </a:lnTo>
                  <a:lnTo>
                    <a:pt x="786" y="395"/>
                  </a:lnTo>
                  <a:lnTo>
                    <a:pt x="781" y="393"/>
                  </a:lnTo>
                  <a:lnTo>
                    <a:pt x="777" y="391"/>
                  </a:lnTo>
                  <a:lnTo>
                    <a:pt x="773" y="392"/>
                  </a:lnTo>
                  <a:lnTo>
                    <a:pt x="768" y="394"/>
                  </a:lnTo>
                  <a:lnTo>
                    <a:pt x="763" y="396"/>
                  </a:lnTo>
                  <a:lnTo>
                    <a:pt x="758" y="394"/>
                  </a:lnTo>
                  <a:lnTo>
                    <a:pt x="756" y="390"/>
                  </a:lnTo>
                  <a:lnTo>
                    <a:pt x="754" y="386"/>
                  </a:lnTo>
                  <a:lnTo>
                    <a:pt x="750" y="383"/>
                  </a:lnTo>
                  <a:lnTo>
                    <a:pt x="745" y="382"/>
                  </a:lnTo>
                  <a:lnTo>
                    <a:pt x="738" y="381"/>
                  </a:lnTo>
                  <a:lnTo>
                    <a:pt x="735" y="377"/>
                  </a:lnTo>
                  <a:lnTo>
                    <a:pt x="736" y="371"/>
                  </a:lnTo>
                  <a:lnTo>
                    <a:pt x="739" y="365"/>
                  </a:lnTo>
                  <a:lnTo>
                    <a:pt x="742" y="360"/>
                  </a:lnTo>
                  <a:lnTo>
                    <a:pt x="741" y="356"/>
                  </a:lnTo>
                  <a:lnTo>
                    <a:pt x="739" y="352"/>
                  </a:lnTo>
                  <a:lnTo>
                    <a:pt x="738" y="349"/>
                  </a:lnTo>
                  <a:lnTo>
                    <a:pt x="736" y="344"/>
                  </a:lnTo>
                  <a:lnTo>
                    <a:pt x="734" y="340"/>
                  </a:lnTo>
                  <a:lnTo>
                    <a:pt x="729" y="335"/>
                  </a:lnTo>
                  <a:lnTo>
                    <a:pt x="726" y="329"/>
                  </a:lnTo>
                  <a:lnTo>
                    <a:pt x="726" y="324"/>
                  </a:lnTo>
                  <a:lnTo>
                    <a:pt x="731" y="321"/>
                  </a:lnTo>
                  <a:lnTo>
                    <a:pt x="738" y="320"/>
                  </a:lnTo>
                  <a:lnTo>
                    <a:pt x="744" y="319"/>
                  </a:lnTo>
                  <a:lnTo>
                    <a:pt x="747" y="316"/>
                  </a:lnTo>
                  <a:lnTo>
                    <a:pt x="748" y="311"/>
                  </a:lnTo>
                  <a:lnTo>
                    <a:pt x="751" y="307"/>
                  </a:lnTo>
                  <a:lnTo>
                    <a:pt x="755" y="305"/>
                  </a:lnTo>
                  <a:lnTo>
                    <a:pt x="761" y="306"/>
                  </a:lnTo>
                  <a:lnTo>
                    <a:pt x="766" y="306"/>
                  </a:lnTo>
                  <a:lnTo>
                    <a:pt x="771" y="305"/>
                  </a:lnTo>
                  <a:lnTo>
                    <a:pt x="775" y="301"/>
                  </a:lnTo>
                  <a:lnTo>
                    <a:pt x="780" y="299"/>
                  </a:lnTo>
                  <a:lnTo>
                    <a:pt x="786" y="297"/>
                  </a:lnTo>
                  <a:lnTo>
                    <a:pt x="792" y="297"/>
                  </a:lnTo>
                  <a:lnTo>
                    <a:pt x="799" y="297"/>
                  </a:lnTo>
                  <a:lnTo>
                    <a:pt x="806" y="297"/>
                  </a:lnTo>
                  <a:lnTo>
                    <a:pt x="812" y="298"/>
                  </a:lnTo>
                  <a:lnTo>
                    <a:pt x="817" y="303"/>
                  </a:lnTo>
                  <a:lnTo>
                    <a:pt x="818" y="310"/>
                  </a:lnTo>
                  <a:lnTo>
                    <a:pt x="819" y="317"/>
                  </a:lnTo>
                  <a:lnTo>
                    <a:pt x="822" y="320"/>
                  </a:lnTo>
                  <a:lnTo>
                    <a:pt x="829" y="320"/>
                  </a:lnTo>
                  <a:lnTo>
                    <a:pt x="837" y="320"/>
                  </a:lnTo>
                  <a:lnTo>
                    <a:pt x="844" y="322"/>
                  </a:lnTo>
                  <a:lnTo>
                    <a:pt x="847" y="326"/>
                  </a:lnTo>
                  <a:lnTo>
                    <a:pt x="848" y="331"/>
                  </a:lnTo>
                  <a:lnTo>
                    <a:pt x="849" y="335"/>
                  </a:lnTo>
                  <a:lnTo>
                    <a:pt x="851" y="339"/>
                  </a:lnTo>
                  <a:lnTo>
                    <a:pt x="853" y="344"/>
                  </a:lnTo>
                  <a:close/>
                </a:path>
              </a:pathLst>
            </a:custGeom>
            <a:solidFill>
              <a:srgbClr val="86D1BC">
                <a:alpha val="32000"/>
              </a:srgbClr>
            </a:solidFill>
            <a:ln>
              <a:noFill/>
            </a:ln>
          </p:spPr>
          <p:txBody>
            <a:bodyPr anchor="ctr"/>
            <a:lstStyle/>
            <a:p>
              <a:pPr algn="ctr">
                <a:buNone/>
              </a:pPr>
            </a:p>
          </p:txBody>
        </p:sp>
        <p:sp>
          <p:nvSpPr>
            <p:cNvPr id="7677" name="addition:spatial:166">
              <a:extLst>
                <a:ext uri="{FF2B5EF4-FFF2-40B4-BE49-F238E27FC236}">
                  <ns2:creationId id="{7309E084-1ED0-41B4-8229-6420FB4AA3B5}"/>
                </a:ext>
              </a:extLst>
            </p:cNvPr>
            <p:cNvSpPr>
              <a:spLocks noGrp="1"/>
            </p:cNvSpPr>
            <p:nvPr/>
          </p:nvSpPr>
          <p:spPr>
            <a:xfrm>
              <a:off x="5648325" y="1666875"/>
              <a:ext cx="1050097" cy="632673"/>
            </a:xfrm>
            <a:custGeom>
              <a:rect l="l" t="t" r="r" b="b"/>
              <a:pathLst>
                <a:path w="792" h="374">
                  <a:moveTo>
                    <a:pt x="0" y="0"/>
                  </a:moveTo>
                  <a:moveTo>
                    <a:pt x="792" y="331"/>
                  </a:moveTo>
                  <a:lnTo>
                    <a:pt x="789" y="335"/>
                  </a:lnTo>
                  <a:lnTo>
                    <a:pt x="783" y="338"/>
                  </a:lnTo>
                  <a:lnTo>
                    <a:pt x="776" y="340"/>
                  </a:lnTo>
                  <a:lnTo>
                    <a:pt x="772" y="343"/>
                  </a:lnTo>
                  <a:lnTo>
                    <a:pt x="771" y="346"/>
                  </a:lnTo>
                  <a:lnTo>
                    <a:pt x="771" y="350"/>
                  </a:lnTo>
                  <a:lnTo>
                    <a:pt x="771" y="355"/>
                  </a:lnTo>
                  <a:lnTo>
                    <a:pt x="769" y="358"/>
                  </a:lnTo>
                  <a:lnTo>
                    <a:pt x="766" y="362"/>
                  </a:lnTo>
                  <a:lnTo>
                    <a:pt x="764" y="366"/>
                  </a:lnTo>
                  <a:lnTo>
                    <a:pt x="761" y="370"/>
                  </a:lnTo>
                  <a:lnTo>
                    <a:pt x="757" y="371"/>
                  </a:lnTo>
                  <a:lnTo>
                    <a:pt x="752" y="371"/>
                  </a:lnTo>
                  <a:lnTo>
                    <a:pt x="747" y="369"/>
                  </a:lnTo>
                  <a:lnTo>
                    <a:pt x="743" y="368"/>
                  </a:lnTo>
                  <a:lnTo>
                    <a:pt x="739" y="370"/>
                  </a:lnTo>
                  <a:lnTo>
                    <a:pt x="736" y="373"/>
                  </a:lnTo>
                  <a:lnTo>
                    <a:pt x="732" y="374"/>
                  </a:lnTo>
                  <a:lnTo>
                    <a:pt x="729" y="371"/>
                  </a:lnTo>
                  <a:lnTo>
                    <a:pt x="726" y="367"/>
                  </a:lnTo>
                  <a:lnTo>
                    <a:pt x="724" y="365"/>
                  </a:lnTo>
                  <a:lnTo>
                    <a:pt x="720" y="365"/>
                  </a:lnTo>
                  <a:lnTo>
                    <a:pt x="716" y="367"/>
                  </a:lnTo>
                  <a:lnTo>
                    <a:pt x="710" y="368"/>
                  </a:lnTo>
                  <a:lnTo>
                    <a:pt x="706" y="367"/>
                  </a:lnTo>
                  <a:lnTo>
                    <a:pt x="704" y="364"/>
                  </a:lnTo>
                  <a:lnTo>
                    <a:pt x="701" y="361"/>
                  </a:lnTo>
                  <a:lnTo>
                    <a:pt x="699" y="357"/>
                  </a:lnTo>
                  <a:lnTo>
                    <a:pt x="698" y="353"/>
                  </a:lnTo>
                  <a:lnTo>
                    <a:pt x="699" y="348"/>
                  </a:lnTo>
                  <a:lnTo>
                    <a:pt x="702" y="343"/>
                  </a:lnTo>
                  <a:lnTo>
                    <a:pt x="703" y="340"/>
                  </a:lnTo>
                  <a:lnTo>
                    <a:pt x="700" y="337"/>
                  </a:lnTo>
                  <a:lnTo>
                    <a:pt x="695" y="334"/>
                  </a:lnTo>
                  <a:lnTo>
                    <a:pt x="689" y="331"/>
                  </a:lnTo>
                  <a:lnTo>
                    <a:pt x="688" y="327"/>
                  </a:lnTo>
                  <a:lnTo>
                    <a:pt x="689" y="323"/>
                  </a:lnTo>
                  <a:lnTo>
                    <a:pt x="692" y="320"/>
                  </a:lnTo>
                  <a:lnTo>
                    <a:pt x="693" y="316"/>
                  </a:lnTo>
                  <a:lnTo>
                    <a:pt x="692" y="312"/>
                  </a:lnTo>
                  <a:lnTo>
                    <a:pt x="691" y="308"/>
                  </a:lnTo>
                  <a:lnTo>
                    <a:pt x="693" y="304"/>
                  </a:lnTo>
                  <a:lnTo>
                    <a:pt x="697" y="302"/>
                  </a:lnTo>
                  <a:lnTo>
                    <a:pt x="701" y="301"/>
                  </a:lnTo>
                  <a:lnTo>
                    <a:pt x="705" y="299"/>
                  </a:lnTo>
                  <a:lnTo>
                    <a:pt x="708" y="298"/>
                  </a:lnTo>
                  <a:lnTo>
                    <a:pt x="712" y="296"/>
                  </a:lnTo>
                  <a:lnTo>
                    <a:pt x="716" y="297"/>
                  </a:lnTo>
                  <a:lnTo>
                    <a:pt x="720" y="296"/>
                  </a:lnTo>
                  <a:lnTo>
                    <a:pt x="724" y="294"/>
                  </a:lnTo>
                  <a:lnTo>
                    <a:pt x="727" y="289"/>
                  </a:lnTo>
                  <a:lnTo>
                    <a:pt x="732" y="283"/>
                  </a:lnTo>
                  <a:lnTo>
                    <a:pt x="737" y="281"/>
                  </a:lnTo>
                  <a:lnTo>
                    <a:pt x="742" y="283"/>
                  </a:lnTo>
                  <a:lnTo>
                    <a:pt x="747" y="288"/>
                  </a:lnTo>
                  <a:lnTo>
                    <a:pt x="750" y="292"/>
                  </a:lnTo>
                  <a:lnTo>
                    <a:pt x="754" y="295"/>
                  </a:lnTo>
                  <a:lnTo>
                    <a:pt x="759" y="296"/>
                  </a:lnTo>
                  <a:lnTo>
                    <a:pt x="763" y="297"/>
                  </a:lnTo>
                  <a:lnTo>
                    <a:pt x="766" y="300"/>
                  </a:lnTo>
                  <a:lnTo>
                    <a:pt x="769" y="303"/>
                  </a:lnTo>
                  <a:lnTo>
                    <a:pt x="772" y="305"/>
                  </a:lnTo>
                  <a:lnTo>
                    <a:pt x="777" y="307"/>
                  </a:lnTo>
                  <a:lnTo>
                    <a:pt x="781" y="309"/>
                  </a:lnTo>
                  <a:lnTo>
                    <a:pt x="783" y="312"/>
                  </a:lnTo>
                  <a:lnTo>
                    <a:pt x="783" y="316"/>
                  </a:lnTo>
                  <a:lnTo>
                    <a:pt x="784" y="320"/>
                  </a:lnTo>
                  <a:lnTo>
                    <a:pt x="787" y="323"/>
                  </a:lnTo>
                  <a:lnTo>
                    <a:pt x="790" y="327"/>
                  </a:lnTo>
                  <a:close/>
                </a:path>
              </a:pathLst>
            </a:custGeom>
            <a:solidFill>
              <a:srgbClr val="86D1BC">
                <a:alpha val="32000"/>
              </a:srgbClr>
            </a:solidFill>
            <a:ln>
              <a:noFill/>
            </a:ln>
          </p:spPr>
          <p:txBody>
            <a:bodyPr anchor="ctr"/>
            <a:lstStyle/>
            <a:p>
              <a:pPr algn="ctr">
                <a:buNone/>
              </a:pPr>
            </a:p>
          </p:txBody>
        </p:sp>
        <p:sp>
          <p:nvSpPr>
            <p:cNvPr id="7678" name="addition:spatial:167">
              <a:extLst>
                <a:ext uri="{FF2B5EF4-FFF2-40B4-BE49-F238E27FC236}">
                  <ns2:creationId id="{EC911FF9-6B30-4222-8EE9-0E9845F003A7}"/>
                </a:ext>
              </a:extLst>
            </p:cNvPr>
            <p:cNvSpPr>
              <a:spLocks noGrp="1"/>
            </p:cNvSpPr>
            <p:nvPr/>
          </p:nvSpPr>
          <p:spPr>
            <a:xfrm>
              <a:off x="5648325" y="1666875"/>
              <a:ext cx="1189314" cy="651281"/>
            </a:xfrm>
            <a:custGeom>
              <a:rect l="l" t="t" r="r" b="b"/>
              <a:pathLst>
                <a:path w="897" h="385">
                  <a:moveTo>
                    <a:pt x="0" y="0"/>
                  </a:moveTo>
                  <a:moveTo>
                    <a:pt x="896" y="324"/>
                  </a:moveTo>
                  <a:lnTo>
                    <a:pt x="896" y="329"/>
                  </a:lnTo>
                  <a:lnTo>
                    <a:pt x="897" y="334"/>
                  </a:lnTo>
                  <a:lnTo>
                    <a:pt x="895" y="339"/>
                  </a:lnTo>
                  <a:lnTo>
                    <a:pt x="891" y="343"/>
                  </a:lnTo>
                  <a:lnTo>
                    <a:pt x="885" y="346"/>
                  </a:lnTo>
                  <a:lnTo>
                    <a:pt x="881" y="350"/>
                  </a:lnTo>
                  <a:lnTo>
                    <a:pt x="879" y="355"/>
                  </a:lnTo>
                  <a:lnTo>
                    <a:pt x="875" y="359"/>
                  </a:lnTo>
                  <a:lnTo>
                    <a:pt x="869" y="361"/>
                  </a:lnTo>
                  <a:lnTo>
                    <a:pt x="860" y="361"/>
                  </a:lnTo>
                  <a:lnTo>
                    <a:pt x="853" y="362"/>
                  </a:lnTo>
                  <a:lnTo>
                    <a:pt x="849" y="366"/>
                  </a:lnTo>
                  <a:lnTo>
                    <a:pt x="846" y="374"/>
                  </a:lnTo>
                  <a:lnTo>
                    <a:pt x="842" y="381"/>
                  </a:lnTo>
                  <a:lnTo>
                    <a:pt x="835" y="385"/>
                  </a:lnTo>
                  <a:lnTo>
                    <a:pt x="826" y="384"/>
                  </a:lnTo>
                  <a:lnTo>
                    <a:pt x="818" y="380"/>
                  </a:lnTo>
                  <a:lnTo>
                    <a:pt x="811" y="377"/>
                  </a:lnTo>
                  <a:lnTo>
                    <a:pt x="805" y="375"/>
                  </a:lnTo>
                  <a:lnTo>
                    <a:pt x="799" y="373"/>
                  </a:lnTo>
                  <a:lnTo>
                    <a:pt x="794" y="370"/>
                  </a:lnTo>
                  <a:lnTo>
                    <a:pt x="789" y="367"/>
                  </a:lnTo>
                  <a:lnTo>
                    <a:pt x="784" y="366"/>
                  </a:lnTo>
                  <a:lnTo>
                    <a:pt x="777" y="366"/>
                  </a:lnTo>
                  <a:lnTo>
                    <a:pt x="769" y="367"/>
                  </a:lnTo>
                  <a:lnTo>
                    <a:pt x="763" y="365"/>
                  </a:lnTo>
                  <a:lnTo>
                    <a:pt x="761" y="361"/>
                  </a:lnTo>
                  <a:lnTo>
                    <a:pt x="761" y="355"/>
                  </a:lnTo>
                  <a:lnTo>
                    <a:pt x="760" y="350"/>
                  </a:lnTo>
                  <a:lnTo>
                    <a:pt x="755" y="347"/>
                  </a:lnTo>
                  <a:lnTo>
                    <a:pt x="749" y="344"/>
                  </a:lnTo>
                  <a:lnTo>
                    <a:pt x="745" y="340"/>
                  </a:lnTo>
                  <a:lnTo>
                    <a:pt x="748" y="334"/>
                  </a:lnTo>
                  <a:lnTo>
                    <a:pt x="754" y="328"/>
                  </a:lnTo>
                  <a:lnTo>
                    <a:pt x="761" y="324"/>
                  </a:lnTo>
                  <a:lnTo>
                    <a:pt x="764" y="319"/>
                  </a:lnTo>
                  <a:lnTo>
                    <a:pt x="764" y="315"/>
                  </a:lnTo>
                  <a:lnTo>
                    <a:pt x="763" y="310"/>
                  </a:lnTo>
                  <a:lnTo>
                    <a:pt x="763" y="306"/>
                  </a:lnTo>
                  <a:lnTo>
                    <a:pt x="763" y="301"/>
                  </a:lnTo>
                  <a:lnTo>
                    <a:pt x="762" y="295"/>
                  </a:lnTo>
                  <a:lnTo>
                    <a:pt x="760" y="288"/>
                  </a:lnTo>
                  <a:lnTo>
                    <a:pt x="761" y="282"/>
                  </a:lnTo>
                  <a:lnTo>
                    <a:pt x="767" y="279"/>
                  </a:lnTo>
                  <a:lnTo>
                    <a:pt x="776" y="280"/>
                  </a:lnTo>
                  <a:lnTo>
                    <a:pt x="785" y="282"/>
                  </a:lnTo>
                  <a:lnTo>
                    <a:pt x="790" y="281"/>
                  </a:lnTo>
                  <a:lnTo>
                    <a:pt x="793" y="277"/>
                  </a:lnTo>
                  <a:lnTo>
                    <a:pt x="796" y="273"/>
                  </a:lnTo>
                  <a:lnTo>
                    <a:pt x="801" y="271"/>
                  </a:lnTo>
                  <a:lnTo>
                    <a:pt x="806" y="272"/>
                  </a:lnTo>
                  <a:lnTo>
                    <a:pt x="812" y="274"/>
                  </a:lnTo>
                  <a:lnTo>
                    <a:pt x="817" y="274"/>
                  </a:lnTo>
                  <a:lnTo>
                    <a:pt x="823" y="272"/>
                  </a:lnTo>
                  <a:lnTo>
                    <a:pt x="829" y="270"/>
                  </a:lnTo>
                  <a:lnTo>
                    <a:pt x="836" y="270"/>
                  </a:lnTo>
                  <a:lnTo>
                    <a:pt x="842" y="271"/>
                  </a:lnTo>
                  <a:lnTo>
                    <a:pt x="849" y="273"/>
                  </a:lnTo>
                  <a:lnTo>
                    <a:pt x="856" y="274"/>
                  </a:lnTo>
                  <a:lnTo>
                    <a:pt x="863" y="277"/>
                  </a:lnTo>
                  <a:lnTo>
                    <a:pt x="867" y="282"/>
                  </a:lnTo>
                  <a:lnTo>
                    <a:pt x="867" y="289"/>
                  </a:lnTo>
                  <a:lnTo>
                    <a:pt x="865" y="297"/>
                  </a:lnTo>
                  <a:lnTo>
                    <a:pt x="866" y="302"/>
                  </a:lnTo>
                  <a:lnTo>
                    <a:pt x="872" y="304"/>
                  </a:lnTo>
                  <a:lnTo>
                    <a:pt x="882" y="306"/>
                  </a:lnTo>
                  <a:lnTo>
                    <a:pt x="892" y="308"/>
                  </a:lnTo>
                  <a:lnTo>
                    <a:pt x="896" y="313"/>
                  </a:lnTo>
                  <a:lnTo>
                    <a:pt x="897" y="318"/>
                  </a:lnTo>
                  <a:close/>
                </a:path>
              </a:pathLst>
            </a:custGeom>
            <a:solidFill>
              <a:srgbClr val="86D1BC">
                <a:alpha val="32000"/>
              </a:srgbClr>
            </a:solidFill>
            <a:ln>
              <a:noFill/>
            </a:ln>
          </p:spPr>
          <p:txBody>
            <a:bodyPr anchor="ctr"/>
            <a:lstStyle/>
            <a:p>
              <a:pPr algn="ctr">
                <a:buNone/>
              </a:pPr>
            </a:p>
          </p:txBody>
        </p:sp>
        <p:sp>
          <p:nvSpPr>
            <p:cNvPr id="7679" name="addition:spatial:168">
              <a:extLst>
                <a:ext uri="{FF2B5EF4-FFF2-40B4-BE49-F238E27FC236}">
                  <ns2:creationId id="{6F5C2413-9760-44C1-A779-B309D45D7C1D}"/>
                </a:ext>
              </a:extLst>
            </p:cNvPr>
            <p:cNvSpPr>
              <a:spLocks noGrp="1"/>
            </p:cNvSpPr>
            <p:nvPr/>
          </p:nvSpPr>
          <p:spPr>
            <a:xfrm>
              <a:off x="5648325" y="1666875"/>
              <a:ext cx="1217158" cy="698647"/>
            </a:xfrm>
            <a:custGeom>
              <a:rect l="l" t="t" r="r" b="b"/>
              <a:pathLst>
                <a:path w="918" h="413">
                  <a:moveTo>
                    <a:pt x="0" y="0"/>
                  </a:moveTo>
                  <a:moveTo>
                    <a:pt x="914" y="314"/>
                  </a:moveTo>
                  <a:lnTo>
                    <a:pt x="915" y="322"/>
                  </a:lnTo>
                  <a:lnTo>
                    <a:pt x="912" y="329"/>
                  </a:lnTo>
                  <a:lnTo>
                    <a:pt x="909" y="337"/>
                  </a:lnTo>
                  <a:lnTo>
                    <a:pt x="910" y="345"/>
                  </a:lnTo>
                  <a:lnTo>
                    <a:pt x="913" y="354"/>
                  </a:lnTo>
                  <a:lnTo>
                    <a:pt x="912" y="362"/>
                  </a:lnTo>
                  <a:lnTo>
                    <a:pt x="906" y="369"/>
                  </a:lnTo>
                  <a:lnTo>
                    <a:pt x="900" y="374"/>
                  </a:lnTo>
                  <a:lnTo>
                    <a:pt x="895" y="381"/>
                  </a:lnTo>
                  <a:lnTo>
                    <a:pt x="890" y="387"/>
                  </a:lnTo>
                  <a:lnTo>
                    <a:pt x="883" y="392"/>
                  </a:lnTo>
                  <a:lnTo>
                    <a:pt x="872" y="391"/>
                  </a:lnTo>
                  <a:lnTo>
                    <a:pt x="860" y="386"/>
                  </a:lnTo>
                  <a:lnTo>
                    <a:pt x="850" y="382"/>
                  </a:lnTo>
                  <a:lnTo>
                    <a:pt x="844" y="385"/>
                  </a:lnTo>
                  <a:lnTo>
                    <a:pt x="838" y="395"/>
                  </a:lnTo>
                  <a:lnTo>
                    <a:pt x="830" y="407"/>
                  </a:lnTo>
                  <a:lnTo>
                    <a:pt x="819" y="413"/>
                  </a:lnTo>
                  <a:lnTo>
                    <a:pt x="808" y="412"/>
                  </a:lnTo>
                  <a:lnTo>
                    <a:pt x="797" y="407"/>
                  </a:lnTo>
                  <a:lnTo>
                    <a:pt x="787" y="402"/>
                  </a:lnTo>
                  <a:lnTo>
                    <a:pt x="777" y="399"/>
                  </a:lnTo>
                  <a:lnTo>
                    <a:pt x="767" y="394"/>
                  </a:lnTo>
                  <a:lnTo>
                    <a:pt x="760" y="387"/>
                  </a:lnTo>
                  <a:lnTo>
                    <a:pt x="754" y="378"/>
                  </a:lnTo>
                  <a:lnTo>
                    <a:pt x="748" y="372"/>
                  </a:lnTo>
                  <a:lnTo>
                    <a:pt x="738" y="369"/>
                  </a:lnTo>
                  <a:lnTo>
                    <a:pt x="726" y="365"/>
                  </a:lnTo>
                  <a:lnTo>
                    <a:pt x="718" y="360"/>
                  </a:lnTo>
                  <a:lnTo>
                    <a:pt x="716" y="351"/>
                  </a:lnTo>
                  <a:lnTo>
                    <a:pt x="717" y="342"/>
                  </a:lnTo>
                  <a:lnTo>
                    <a:pt x="713" y="335"/>
                  </a:lnTo>
                  <a:lnTo>
                    <a:pt x="703" y="330"/>
                  </a:lnTo>
                  <a:lnTo>
                    <a:pt x="689" y="323"/>
                  </a:lnTo>
                  <a:lnTo>
                    <a:pt x="681" y="314"/>
                  </a:lnTo>
                  <a:lnTo>
                    <a:pt x="684" y="305"/>
                  </a:lnTo>
                  <a:lnTo>
                    <a:pt x="695" y="297"/>
                  </a:lnTo>
                  <a:lnTo>
                    <a:pt x="708" y="291"/>
                  </a:lnTo>
                  <a:lnTo>
                    <a:pt x="717" y="285"/>
                  </a:lnTo>
                  <a:lnTo>
                    <a:pt x="723" y="279"/>
                  </a:lnTo>
                  <a:lnTo>
                    <a:pt x="730" y="273"/>
                  </a:lnTo>
                  <a:lnTo>
                    <a:pt x="738" y="268"/>
                  </a:lnTo>
                  <a:lnTo>
                    <a:pt x="744" y="262"/>
                  </a:lnTo>
                  <a:lnTo>
                    <a:pt x="747" y="253"/>
                  </a:lnTo>
                  <a:lnTo>
                    <a:pt x="749" y="242"/>
                  </a:lnTo>
                  <a:lnTo>
                    <a:pt x="754" y="231"/>
                  </a:lnTo>
                  <a:lnTo>
                    <a:pt x="765" y="227"/>
                  </a:lnTo>
                  <a:lnTo>
                    <a:pt x="778" y="229"/>
                  </a:lnTo>
                  <a:lnTo>
                    <a:pt x="791" y="232"/>
                  </a:lnTo>
                  <a:lnTo>
                    <a:pt x="801" y="231"/>
                  </a:lnTo>
                  <a:lnTo>
                    <a:pt x="810" y="225"/>
                  </a:lnTo>
                  <a:lnTo>
                    <a:pt x="819" y="220"/>
                  </a:lnTo>
                  <a:lnTo>
                    <a:pt x="829" y="221"/>
                  </a:lnTo>
                  <a:lnTo>
                    <a:pt x="838" y="227"/>
                  </a:lnTo>
                  <a:lnTo>
                    <a:pt x="845" y="236"/>
                  </a:lnTo>
                  <a:lnTo>
                    <a:pt x="851" y="241"/>
                  </a:lnTo>
                  <a:lnTo>
                    <a:pt x="859" y="241"/>
                  </a:lnTo>
                  <a:lnTo>
                    <a:pt x="867" y="241"/>
                  </a:lnTo>
                  <a:lnTo>
                    <a:pt x="876" y="243"/>
                  </a:lnTo>
                  <a:lnTo>
                    <a:pt x="883" y="245"/>
                  </a:lnTo>
                  <a:lnTo>
                    <a:pt x="892" y="248"/>
                  </a:lnTo>
                  <a:lnTo>
                    <a:pt x="904" y="249"/>
                  </a:lnTo>
                  <a:lnTo>
                    <a:pt x="914" y="253"/>
                  </a:lnTo>
                  <a:lnTo>
                    <a:pt x="918" y="262"/>
                  </a:lnTo>
                  <a:lnTo>
                    <a:pt x="913" y="273"/>
                  </a:lnTo>
                  <a:lnTo>
                    <a:pt x="903" y="285"/>
                  </a:lnTo>
                  <a:lnTo>
                    <a:pt x="896" y="294"/>
                  </a:lnTo>
                  <a:lnTo>
                    <a:pt x="899" y="300"/>
                  </a:lnTo>
                  <a:lnTo>
                    <a:pt x="907" y="307"/>
                  </a:lnTo>
                  <a:close/>
                </a:path>
              </a:pathLst>
            </a:custGeom>
            <a:solidFill>
              <a:srgbClr val="56BFA2">
                <a:alpha val="37000"/>
              </a:srgbClr>
            </a:solidFill>
            <a:ln>
              <a:noFill/>
            </a:ln>
          </p:spPr>
          <p:txBody>
            <a:bodyPr anchor="ctr"/>
            <a:lstStyle/>
            <a:p>
              <a:pPr algn="ctr">
                <a:buNone/>
              </a:pPr>
            </a:p>
          </p:txBody>
        </p:sp>
        <p:sp>
          <p:nvSpPr>
            <p:cNvPr id="7680" name="addition:spatial:169">
              <a:extLst>
                <a:ext uri="{FF2B5EF4-FFF2-40B4-BE49-F238E27FC236}">
                  <ns2:creationId id="{39F2CD40-FDC9-4DEF-8869-FF8194498F90}"/>
                </a:ext>
              </a:extLst>
            </p:cNvPr>
            <p:cNvSpPr>
              <a:spLocks noGrp="1"/>
            </p:cNvSpPr>
            <p:nvPr/>
          </p:nvSpPr>
          <p:spPr>
            <a:xfrm>
              <a:off x="5648325" y="1666875"/>
              <a:ext cx="1096503" cy="561624"/>
            </a:xfrm>
            <a:custGeom>
              <a:rect l="l" t="t" r="r" b="b"/>
              <a:pathLst>
                <a:path w="827" h="332">
                  <a:moveTo>
                    <a:pt x="0" y="0"/>
                  </a:moveTo>
                  <a:moveTo>
                    <a:pt x="818" y="293"/>
                  </a:moveTo>
                  <a:lnTo>
                    <a:pt x="813" y="296"/>
                  </a:lnTo>
                  <a:lnTo>
                    <a:pt x="811" y="298"/>
                  </a:lnTo>
                  <a:lnTo>
                    <a:pt x="811" y="302"/>
                  </a:lnTo>
                  <a:lnTo>
                    <a:pt x="812" y="306"/>
                  </a:lnTo>
                  <a:lnTo>
                    <a:pt x="812" y="309"/>
                  </a:lnTo>
                  <a:lnTo>
                    <a:pt x="811" y="313"/>
                  </a:lnTo>
                  <a:lnTo>
                    <a:pt x="810" y="317"/>
                  </a:lnTo>
                  <a:lnTo>
                    <a:pt x="809" y="321"/>
                  </a:lnTo>
                  <a:lnTo>
                    <a:pt x="807" y="324"/>
                  </a:lnTo>
                  <a:lnTo>
                    <a:pt x="804" y="326"/>
                  </a:lnTo>
                  <a:lnTo>
                    <a:pt x="799" y="326"/>
                  </a:lnTo>
                  <a:lnTo>
                    <a:pt x="794" y="326"/>
                  </a:lnTo>
                  <a:lnTo>
                    <a:pt x="791" y="327"/>
                  </a:lnTo>
                  <a:lnTo>
                    <a:pt x="789" y="330"/>
                  </a:lnTo>
                  <a:lnTo>
                    <a:pt x="786" y="332"/>
                  </a:lnTo>
                  <a:lnTo>
                    <a:pt x="783" y="332"/>
                  </a:lnTo>
                  <a:lnTo>
                    <a:pt x="779" y="330"/>
                  </a:lnTo>
                  <a:lnTo>
                    <a:pt x="776" y="327"/>
                  </a:lnTo>
                  <a:lnTo>
                    <a:pt x="774" y="326"/>
                  </a:lnTo>
                  <a:lnTo>
                    <a:pt x="770" y="328"/>
                  </a:lnTo>
                  <a:lnTo>
                    <a:pt x="766" y="331"/>
                  </a:lnTo>
                  <a:lnTo>
                    <a:pt x="761" y="332"/>
                  </a:lnTo>
                  <a:lnTo>
                    <a:pt x="757" y="331"/>
                  </a:lnTo>
                  <a:lnTo>
                    <a:pt x="754" y="329"/>
                  </a:lnTo>
                  <a:lnTo>
                    <a:pt x="750" y="326"/>
                  </a:lnTo>
                  <a:lnTo>
                    <a:pt x="747" y="324"/>
                  </a:lnTo>
                  <a:lnTo>
                    <a:pt x="746" y="320"/>
                  </a:lnTo>
                  <a:lnTo>
                    <a:pt x="746" y="315"/>
                  </a:lnTo>
                  <a:lnTo>
                    <a:pt x="747" y="310"/>
                  </a:lnTo>
                  <a:lnTo>
                    <a:pt x="747" y="307"/>
                  </a:lnTo>
                  <a:lnTo>
                    <a:pt x="743" y="305"/>
                  </a:lnTo>
                  <a:lnTo>
                    <a:pt x="737" y="303"/>
                  </a:lnTo>
                  <a:lnTo>
                    <a:pt x="732" y="300"/>
                  </a:lnTo>
                  <a:lnTo>
                    <a:pt x="730" y="296"/>
                  </a:lnTo>
                  <a:lnTo>
                    <a:pt x="732" y="293"/>
                  </a:lnTo>
                  <a:lnTo>
                    <a:pt x="733" y="289"/>
                  </a:lnTo>
                  <a:lnTo>
                    <a:pt x="732" y="286"/>
                  </a:lnTo>
                  <a:lnTo>
                    <a:pt x="730" y="282"/>
                  </a:lnTo>
                  <a:lnTo>
                    <a:pt x="729" y="277"/>
                  </a:lnTo>
                  <a:lnTo>
                    <a:pt x="731" y="274"/>
                  </a:lnTo>
                  <a:lnTo>
                    <a:pt x="735" y="272"/>
                  </a:lnTo>
                  <a:lnTo>
                    <a:pt x="738" y="270"/>
                  </a:lnTo>
                  <a:lnTo>
                    <a:pt x="741" y="267"/>
                  </a:lnTo>
                  <a:lnTo>
                    <a:pt x="745" y="265"/>
                  </a:lnTo>
                  <a:lnTo>
                    <a:pt x="749" y="264"/>
                  </a:lnTo>
                  <a:lnTo>
                    <a:pt x="753" y="264"/>
                  </a:lnTo>
                  <a:lnTo>
                    <a:pt x="757" y="263"/>
                  </a:lnTo>
                  <a:lnTo>
                    <a:pt x="759" y="260"/>
                  </a:lnTo>
                  <a:lnTo>
                    <a:pt x="762" y="254"/>
                  </a:lnTo>
                  <a:lnTo>
                    <a:pt x="765" y="248"/>
                  </a:lnTo>
                  <a:lnTo>
                    <a:pt x="770" y="246"/>
                  </a:lnTo>
                  <a:lnTo>
                    <a:pt x="775" y="248"/>
                  </a:lnTo>
                  <a:lnTo>
                    <a:pt x="780" y="252"/>
                  </a:lnTo>
                  <a:lnTo>
                    <a:pt x="784" y="255"/>
                  </a:lnTo>
                  <a:lnTo>
                    <a:pt x="788" y="256"/>
                  </a:lnTo>
                  <a:lnTo>
                    <a:pt x="793" y="256"/>
                  </a:lnTo>
                  <a:lnTo>
                    <a:pt x="796" y="258"/>
                  </a:lnTo>
                  <a:lnTo>
                    <a:pt x="800" y="260"/>
                  </a:lnTo>
                  <a:lnTo>
                    <a:pt x="802" y="262"/>
                  </a:lnTo>
                  <a:lnTo>
                    <a:pt x="806" y="264"/>
                  </a:lnTo>
                  <a:lnTo>
                    <a:pt x="810" y="265"/>
                  </a:lnTo>
                  <a:lnTo>
                    <a:pt x="813" y="266"/>
                  </a:lnTo>
                  <a:lnTo>
                    <a:pt x="815" y="269"/>
                  </a:lnTo>
                  <a:lnTo>
                    <a:pt x="816" y="273"/>
                  </a:lnTo>
                  <a:lnTo>
                    <a:pt x="818" y="276"/>
                  </a:lnTo>
                  <a:lnTo>
                    <a:pt x="822" y="278"/>
                  </a:lnTo>
                  <a:lnTo>
                    <a:pt x="826" y="281"/>
                  </a:lnTo>
                  <a:lnTo>
                    <a:pt x="827" y="284"/>
                  </a:lnTo>
                  <a:lnTo>
                    <a:pt x="824" y="289"/>
                  </a:lnTo>
                  <a:close/>
                </a:path>
              </a:pathLst>
            </a:custGeom>
            <a:solidFill>
              <a:srgbClr val="41B796">
                <a:alpha val="36000"/>
              </a:srgbClr>
            </a:solidFill>
            <a:ln>
              <a:noFill/>
            </a:ln>
          </p:spPr>
          <p:txBody>
            <a:bodyPr anchor="ctr"/>
            <a:lstStyle/>
            <a:p>
              <a:pPr algn="ctr">
                <a:buNone/>
              </a:pPr>
            </a:p>
          </p:txBody>
        </p:sp>
        <p:sp>
          <p:nvSpPr>
            <p:cNvPr id="7681" name="addition:spatial:170">
              <a:extLst>
                <a:ext uri="{FF2B5EF4-FFF2-40B4-BE49-F238E27FC236}">
                  <ns2:creationId id="{9E20BCA3-C396-463E-BFE5-40764CA4C30C}"/>
                </a:ext>
              </a:extLst>
            </p:cNvPr>
            <p:cNvSpPr>
              <a:spLocks noGrp="1"/>
            </p:cNvSpPr>
            <p:nvPr/>
          </p:nvSpPr>
          <p:spPr>
            <a:xfrm>
              <a:off x="5648325" y="1666875"/>
              <a:ext cx="1168100" cy="531175"/>
            </a:xfrm>
            <a:custGeom>
              <a:rect l="l" t="t" r="r" b="b"/>
              <a:pathLst>
                <a:path w="881" h="314">
                  <a:moveTo>
                    <a:pt x="0" y="0"/>
                  </a:moveTo>
                  <a:moveTo>
                    <a:pt x="879" y="281"/>
                  </a:moveTo>
                  <a:lnTo>
                    <a:pt x="881" y="284"/>
                  </a:lnTo>
                  <a:lnTo>
                    <a:pt x="880" y="287"/>
                  </a:lnTo>
                  <a:lnTo>
                    <a:pt x="877" y="289"/>
                  </a:lnTo>
                  <a:lnTo>
                    <a:pt x="873" y="291"/>
                  </a:lnTo>
                  <a:lnTo>
                    <a:pt x="871" y="293"/>
                  </a:lnTo>
                  <a:lnTo>
                    <a:pt x="871" y="296"/>
                  </a:lnTo>
                  <a:lnTo>
                    <a:pt x="871" y="299"/>
                  </a:lnTo>
                  <a:lnTo>
                    <a:pt x="869" y="301"/>
                  </a:lnTo>
                  <a:lnTo>
                    <a:pt x="865" y="302"/>
                  </a:lnTo>
                  <a:lnTo>
                    <a:pt x="861" y="302"/>
                  </a:lnTo>
                  <a:lnTo>
                    <a:pt x="857" y="302"/>
                  </a:lnTo>
                  <a:lnTo>
                    <a:pt x="855" y="305"/>
                  </a:lnTo>
                  <a:lnTo>
                    <a:pt x="853" y="308"/>
                  </a:lnTo>
                  <a:lnTo>
                    <a:pt x="851" y="311"/>
                  </a:lnTo>
                  <a:lnTo>
                    <a:pt x="847" y="312"/>
                  </a:lnTo>
                  <a:lnTo>
                    <a:pt x="843" y="313"/>
                  </a:lnTo>
                  <a:lnTo>
                    <a:pt x="840" y="314"/>
                  </a:lnTo>
                  <a:lnTo>
                    <a:pt x="836" y="314"/>
                  </a:lnTo>
                  <a:lnTo>
                    <a:pt x="832" y="313"/>
                  </a:lnTo>
                  <a:lnTo>
                    <a:pt x="829" y="309"/>
                  </a:lnTo>
                  <a:lnTo>
                    <a:pt x="827" y="305"/>
                  </a:lnTo>
                  <a:lnTo>
                    <a:pt x="825" y="303"/>
                  </a:lnTo>
                  <a:lnTo>
                    <a:pt x="822" y="303"/>
                  </a:lnTo>
                  <a:lnTo>
                    <a:pt x="818" y="304"/>
                  </a:lnTo>
                  <a:lnTo>
                    <a:pt x="814" y="305"/>
                  </a:lnTo>
                  <a:lnTo>
                    <a:pt x="811" y="304"/>
                  </a:lnTo>
                  <a:lnTo>
                    <a:pt x="810" y="301"/>
                  </a:lnTo>
                  <a:lnTo>
                    <a:pt x="809" y="298"/>
                  </a:lnTo>
                  <a:lnTo>
                    <a:pt x="808" y="296"/>
                  </a:lnTo>
                  <a:lnTo>
                    <a:pt x="805" y="294"/>
                  </a:lnTo>
                  <a:lnTo>
                    <a:pt x="804" y="292"/>
                  </a:lnTo>
                  <a:lnTo>
                    <a:pt x="804" y="289"/>
                  </a:lnTo>
                  <a:lnTo>
                    <a:pt x="805" y="286"/>
                  </a:lnTo>
                  <a:lnTo>
                    <a:pt x="806" y="283"/>
                  </a:lnTo>
                  <a:lnTo>
                    <a:pt x="806" y="281"/>
                  </a:lnTo>
                  <a:lnTo>
                    <a:pt x="807" y="278"/>
                  </a:lnTo>
                  <a:lnTo>
                    <a:pt x="809" y="276"/>
                  </a:lnTo>
                  <a:lnTo>
                    <a:pt x="812" y="274"/>
                  </a:lnTo>
                  <a:lnTo>
                    <a:pt x="815" y="272"/>
                  </a:lnTo>
                  <a:lnTo>
                    <a:pt x="814" y="269"/>
                  </a:lnTo>
                  <a:lnTo>
                    <a:pt x="812" y="265"/>
                  </a:lnTo>
                  <a:lnTo>
                    <a:pt x="810" y="261"/>
                  </a:lnTo>
                  <a:lnTo>
                    <a:pt x="811" y="257"/>
                  </a:lnTo>
                  <a:lnTo>
                    <a:pt x="814" y="256"/>
                  </a:lnTo>
                  <a:lnTo>
                    <a:pt x="818" y="256"/>
                  </a:lnTo>
                  <a:lnTo>
                    <a:pt x="822" y="256"/>
                  </a:lnTo>
                  <a:lnTo>
                    <a:pt x="824" y="255"/>
                  </a:lnTo>
                  <a:lnTo>
                    <a:pt x="827" y="254"/>
                  </a:lnTo>
                  <a:lnTo>
                    <a:pt x="829" y="254"/>
                  </a:lnTo>
                  <a:lnTo>
                    <a:pt x="832" y="254"/>
                  </a:lnTo>
                  <a:lnTo>
                    <a:pt x="834" y="254"/>
                  </a:lnTo>
                  <a:lnTo>
                    <a:pt x="836" y="253"/>
                  </a:lnTo>
                  <a:lnTo>
                    <a:pt x="839" y="251"/>
                  </a:lnTo>
                  <a:lnTo>
                    <a:pt x="842" y="250"/>
                  </a:lnTo>
                  <a:lnTo>
                    <a:pt x="845" y="251"/>
                  </a:lnTo>
                  <a:lnTo>
                    <a:pt x="847" y="253"/>
                  </a:lnTo>
                  <a:lnTo>
                    <a:pt x="850" y="254"/>
                  </a:lnTo>
                  <a:lnTo>
                    <a:pt x="853" y="254"/>
                  </a:lnTo>
                  <a:lnTo>
                    <a:pt x="858" y="253"/>
                  </a:lnTo>
                  <a:lnTo>
                    <a:pt x="862" y="254"/>
                  </a:lnTo>
                  <a:lnTo>
                    <a:pt x="864" y="257"/>
                  </a:lnTo>
                  <a:lnTo>
                    <a:pt x="864" y="261"/>
                  </a:lnTo>
                  <a:lnTo>
                    <a:pt x="863" y="265"/>
                  </a:lnTo>
                  <a:lnTo>
                    <a:pt x="863" y="268"/>
                  </a:lnTo>
                  <a:lnTo>
                    <a:pt x="866" y="269"/>
                  </a:lnTo>
                  <a:lnTo>
                    <a:pt x="869" y="271"/>
                  </a:lnTo>
                  <a:lnTo>
                    <a:pt x="871" y="273"/>
                  </a:lnTo>
                  <a:lnTo>
                    <a:pt x="873" y="276"/>
                  </a:lnTo>
                  <a:lnTo>
                    <a:pt x="876" y="278"/>
                  </a:lnTo>
                  <a:close/>
                </a:path>
              </a:pathLst>
            </a:custGeom>
            <a:solidFill>
              <a:srgbClr val="41B796">
                <a:alpha val="36000"/>
              </a:srgbClr>
            </a:solidFill>
            <a:ln>
              <a:noFill/>
            </a:ln>
          </p:spPr>
          <p:txBody>
            <a:bodyPr anchor="ctr"/>
            <a:lstStyle/>
            <a:p>
              <a:pPr algn="ctr">
                <a:buNone/>
              </a:pPr>
            </a:p>
          </p:txBody>
        </p:sp>
        <p:sp>
          <p:nvSpPr>
            <p:cNvPr id="7682" name="addition:spatial:171">
              <a:extLst>
                <a:ext uri="{FF2B5EF4-FFF2-40B4-BE49-F238E27FC236}">
                  <ns2:creationId id="{15CF2AE9-3E54-4E5C-96B2-698C4F2F7283}"/>
                </a:ext>
              </a:extLst>
            </p:cNvPr>
            <p:cNvSpPr>
              <a:spLocks noGrp="1"/>
            </p:cNvSpPr>
            <p:nvPr/>
          </p:nvSpPr>
          <p:spPr>
            <a:xfrm>
              <a:off x="5648325" y="1666875"/>
              <a:ext cx="1223787" cy="639440"/>
            </a:xfrm>
            <a:custGeom>
              <a:rect l="l" t="t" r="r" b="b"/>
              <a:pathLst>
                <a:path w="923" h="378">
                  <a:moveTo>
                    <a:pt x="0" y="0"/>
                  </a:moveTo>
                  <a:moveTo>
                    <a:pt x="912" y="333"/>
                  </a:moveTo>
                  <a:lnTo>
                    <a:pt x="918" y="337"/>
                  </a:lnTo>
                  <a:lnTo>
                    <a:pt x="923" y="341"/>
                  </a:lnTo>
                  <a:lnTo>
                    <a:pt x="922" y="345"/>
                  </a:lnTo>
                  <a:lnTo>
                    <a:pt x="917" y="348"/>
                  </a:lnTo>
                  <a:lnTo>
                    <a:pt x="912" y="350"/>
                  </a:lnTo>
                  <a:lnTo>
                    <a:pt x="908" y="352"/>
                  </a:lnTo>
                  <a:lnTo>
                    <a:pt x="906" y="355"/>
                  </a:lnTo>
                  <a:lnTo>
                    <a:pt x="904" y="358"/>
                  </a:lnTo>
                  <a:lnTo>
                    <a:pt x="901" y="360"/>
                  </a:lnTo>
                  <a:lnTo>
                    <a:pt x="897" y="361"/>
                  </a:lnTo>
                  <a:lnTo>
                    <a:pt x="894" y="363"/>
                  </a:lnTo>
                  <a:lnTo>
                    <a:pt x="891" y="367"/>
                  </a:lnTo>
                  <a:lnTo>
                    <a:pt x="888" y="370"/>
                  </a:lnTo>
                  <a:lnTo>
                    <a:pt x="883" y="372"/>
                  </a:lnTo>
                  <a:lnTo>
                    <a:pt x="878" y="371"/>
                  </a:lnTo>
                  <a:lnTo>
                    <a:pt x="873" y="371"/>
                  </a:lnTo>
                  <a:lnTo>
                    <a:pt x="869" y="372"/>
                  </a:lnTo>
                  <a:lnTo>
                    <a:pt x="864" y="376"/>
                  </a:lnTo>
                  <a:lnTo>
                    <a:pt x="858" y="378"/>
                  </a:lnTo>
                  <a:lnTo>
                    <a:pt x="853" y="377"/>
                  </a:lnTo>
                  <a:lnTo>
                    <a:pt x="849" y="372"/>
                  </a:lnTo>
                  <a:lnTo>
                    <a:pt x="847" y="366"/>
                  </a:lnTo>
                  <a:lnTo>
                    <a:pt x="845" y="362"/>
                  </a:lnTo>
                  <a:lnTo>
                    <a:pt x="841" y="361"/>
                  </a:lnTo>
                  <a:lnTo>
                    <a:pt x="837" y="361"/>
                  </a:lnTo>
                  <a:lnTo>
                    <a:pt x="833" y="360"/>
                  </a:lnTo>
                  <a:lnTo>
                    <a:pt x="829" y="358"/>
                  </a:lnTo>
                  <a:lnTo>
                    <a:pt x="825" y="357"/>
                  </a:lnTo>
                  <a:lnTo>
                    <a:pt x="821" y="355"/>
                  </a:lnTo>
                  <a:lnTo>
                    <a:pt x="817" y="352"/>
                  </a:lnTo>
                  <a:lnTo>
                    <a:pt x="815" y="349"/>
                  </a:lnTo>
                  <a:lnTo>
                    <a:pt x="817" y="344"/>
                  </a:lnTo>
                  <a:lnTo>
                    <a:pt x="821" y="340"/>
                  </a:lnTo>
                  <a:lnTo>
                    <a:pt x="824" y="336"/>
                  </a:lnTo>
                  <a:lnTo>
                    <a:pt x="823" y="333"/>
                  </a:lnTo>
                  <a:lnTo>
                    <a:pt x="821" y="330"/>
                  </a:lnTo>
                  <a:lnTo>
                    <a:pt x="821" y="326"/>
                  </a:lnTo>
                  <a:lnTo>
                    <a:pt x="824" y="323"/>
                  </a:lnTo>
                  <a:lnTo>
                    <a:pt x="829" y="320"/>
                  </a:lnTo>
                  <a:lnTo>
                    <a:pt x="833" y="318"/>
                  </a:lnTo>
                  <a:lnTo>
                    <a:pt x="835" y="315"/>
                  </a:lnTo>
                  <a:lnTo>
                    <a:pt x="834" y="311"/>
                  </a:lnTo>
                  <a:lnTo>
                    <a:pt x="834" y="306"/>
                  </a:lnTo>
                  <a:lnTo>
                    <a:pt x="835" y="302"/>
                  </a:lnTo>
                  <a:lnTo>
                    <a:pt x="838" y="299"/>
                  </a:lnTo>
                  <a:lnTo>
                    <a:pt x="842" y="297"/>
                  </a:lnTo>
                  <a:lnTo>
                    <a:pt x="845" y="295"/>
                  </a:lnTo>
                  <a:lnTo>
                    <a:pt x="849" y="294"/>
                  </a:lnTo>
                  <a:lnTo>
                    <a:pt x="854" y="295"/>
                  </a:lnTo>
                  <a:lnTo>
                    <a:pt x="859" y="298"/>
                  </a:lnTo>
                  <a:lnTo>
                    <a:pt x="862" y="301"/>
                  </a:lnTo>
                  <a:lnTo>
                    <a:pt x="865" y="301"/>
                  </a:lnTo>
                  <a:lnTo>
                    <a:pt x="868" y="297"/>
                  </a:lnTo>
                  <a:lnTo>
                    <a:pt x="872" y="293"/>
                  </a:lnTo>
                  <a:lnTo>
                    <a:pt x="876" y="292"/>
                  </a:lnTo>
                  <a:lnTo>
                    <a:pt x="879" y="293"/>
                  </a:lnTo>
                  <a:lnTo>
                    <a:pt x="882" y="296"/>
                  </a:lnTo>
                  <a:lnTo>
                    <a:pt x="885" y="299"/>
                  </a:lnTo>
                  <a:lnTo>
                    <a:pt x="890" y="299"/>
                  </a:lnTo>
                  <a:lnTo>
                    <a:pt x="894" y="300"/>
                  </a:lnTo>
                  <a:lnTo>
                    <a:pt x="898" y="302"/>
                  </a:lnTo>
                  <a:lnTo>
                    <a:pt x="900" y="306"/>
                  </a:lnTo>
                  <a:lnTo>
                    <a:pt x="901" y="310"/>
                  </a:lnTo>
                  <a:lnTo>
                    <a:pt x="903" y="313"/>
                  </a:lnTo>
                  <a:lnTo>
                    <a:pt x="905" y="316"/>
                  </a:lnTo>
                  <a:lnTo>
                    <a:pt x="906" y="320"/>
                  </a:lnTo>
                  <a:lnTo>
                    <a:pt x="906" y="324"/>
                  </a:lnTo>
                  <a:lnTo>
                    <a:pt x="905" y="327"/>
                  </a:lnTo>
                  <a:lnTo>
                    <a:pt x="907" y="330"/>
                  </a:lnTo>
                  <a:close/>
                </a:path>
              </a:pathLst>
            </a:custGeom>
            <a:solidFill>
              <a:srgbClr val="41B796">
                <a:alpha val="36000"/>
              </a:srgbClr>
            </a:solidFill>
            <a:ln>
              <a:noFill/>
            </a:ln>
          </p:spPr>
          <p:txBody>
            <a:bodyPr anchor="ctr"/>
            <a:lstStyle/>
            <a:p>
              <a:pPr algn="ctr">
                <a:buNone/>
              </a:pPr>
            </a:p>
          </p:txBody>
        </p:sp>
        <p:sp>
          <p:nvSpPr>
            <p:cNvPr id="7683" name="addition:spatial:172">
              <a:extLst>
                <a:ext uri="{FF2B5EF4-FFF2-40B4-BE49-F238E27FC236}">
                  <ns2:creationId id="{927ABEFE-3D37-43C9-B39E-640A3474A71A}"/>
                </a:ext>
              </a:extLst>
            </p:cNvPr>
            <p:cNvSpPr>
              <a:spLocks noGrp="1"/>
            </p:cNvSpPr>
            <p:nvPr/>
          </p:nvSpPr>
          <p:spPr>
            <a:xfrm>
              <a:off x="5648325" y="1666875"/>
              <a:ext cx="1125672" cy="666506"/>
            </a:xfrm>
            <a:custGeom>
              <a:rect l="l" t="t" r="r" b="b"/>
              <a:pathLst>
                <a:path w="849" h="394">
                  <a:moveTo>
                    <a:pt x="0" y="0"/>
                  </a:moveTo>
                  <a:moveTo>
                    <a:pt x="848" y="356"/>
                  </a:moveTo>
                  <a:lnTo>
                    <a:pt x="845" y="359"/>
                  </a:lnTo>
                  <a:lnTo>
                    <a:pt x="844" y="361"/>
                  </a:lnTo>
                  <a:lnTo>
                    <a:pt x="845" y="365"/>
                  </a:lnTo>
                  <a:lnTo>
                    <a:pt x="846" y="368"/>
                  </a:lnTo>
                  <a:lnTo>
                    <a:pt x="844" y="371"/>
                  </a:lnTo>
                  <a:lnTo>
                    <a:pt x="840" y="373"/>
                  </a:lnTo>
                  <a:lnTo>
                    <a:pt x="834" y="374"/>
                  </a:lnTo>
                  <a:lnTo>
                    <a:pt x="829" y="374"/>
                  </a:lnTo>
                  <a:lnTo>
                    <a:pt x="827" y="376"/>
                  </a:lnTo>
                  <a:lnTo>
                    <a:pt x="825" y="380"/>
                  </a:lnTo>
                  <a:lnTo>
                    <a:pt x="823" y="383"/>
                  </a:lnTo>
                  <a:lnTo>
                    <a:pt x="821" y="385"/>
                  </a:lnTo>
                  <a:lnTo>
                    <a:pt x="817" y="388"/>
                  </a:lnTo>
                  <a:lnTo>
                    <a:pt x="814" y="390"/>
                  </a:lnTo>
                  <a:lnTo>
                    <a:pt x="810" y="393"/>
                  </a:lnTo>
                  <a:lnTo>
                    <a:pt x="805" y="394"/>
                  </a:lnTo>
                  <a:lnTo>
                    <a:pt x="801" y="392"/>
                  </a:lnTo>
                  <a:lnTo>
                    <a:pt x="797" y="388"/>
                  </a:lnTo>
                  <a:lnTo>
                    <a:pt x="794" y="384"/>
                  </a:lnTo>
                  <a:lnTo>
                    <a:pt x="790" y="384"/>
                  </a:lnTo>
                  <a:lnTo>
                    <a:pt x="787" y="385"/>
                  </a:lnTo>
                  <a:lnTo>
                    <a:pt x="782" y="386"/>
                  </a:lnTo>
                  <a:lnTo>
                    <a:pt x="779" y="386"/>
                  </a:lnTo>
                  <a:lnTo>
                    <a:pt x="777" y="383"/>
                  </a:lnTo>
                  <a:lnTo>
                    <a:pt x="775" y="380"/>
                  </a:lnTo>
                  <a:lnTo>
                    <a:pt x="773" y="379"/>
                  </a:lnTo>
                  <a:lnTo>
                    <a:pt x="770" y="378"/>
                  </a:lnTo>
                  <a:lnTo>
                    <a:pt x="766" y="377"/>
                  </a:lnTo>
                  <a:lnTo>
                    <a:pt x="764" y="374"/>
                  </a:lnTo>
                  <a:lnTo>
                    <a:pt x="763" y="371"/>
                  </a:lnTo>
                  <a:lnTo>
                    <a:pt x="763" y="368"/>
                  </a:lnTo>
                  <a:lnTo>
                    <a:pt x="762" y="365"/>
                  </a:lnTo>
                  <a:lnTo>
                    <a:pt x="762" y="362"/>
                  </a:lnTo>
                  <a:lnTo>
                    <a:pt x="764" y="359"/>
                  </a:lnTo>
                  <a:lnTo>
                    <a:pt x="768" y="356"/>
                  </a:lnTo>
                  <a:lnTo>
                    <a:pt x="772" y="353"/>
                  </a:lnTo>
                  <a:lnTo>
                    <a:pt x="772" y="351"/>
                  </a:lnTo>
                  <a:lnTo>
                    <a:pt x="769" y="348"/>
                  </a:lnTo>
                  <a:lnTo>
                    <a:pt x="765" y="344"/>
                  </a:lnTo>
                  <a:lnTo>
                    <a:pt x="763" y="339"/>
                  </a:lnTo>
                  <a:lnTo>
                    <a:pt x="765" y="336"/>
                  </a:lnTo>
                  <a:lnTo>
                    <a:pt x="768" y="334"/>
                  </a:lnTo>
                  <a:lnTo>
                    <a:pt x="772" y="333"/>
                  </a:lnTo>
                  <a:lnTo>
                    <a:pt x="774" y="331"/>
                  </a:lnTo>
                  <a:lnTo>
                    <a:pt x="776" y="329"/>
                  </a:lnTo>
                  <a:lnTo>
                    <a:pt x="779" y="327"/>
                  </a:lnTo>
                  <a:lnTo>
                    <a:pt x="782" y="327"/>
                  </a:lnTo>
                  <a:lnTo>
                    <a:pt x="786" y="327"/>
                  </a:lnTo>
                  <a:lnTo>
                    <a:pt x="788" y="326"/>
                  </a:lnTo>
                  <a:lnTo>
                    <a:pt x="791" y="324"/>
                  </a:lnTo>
                  <a:lnTo>
                    <a:pt x="794" y="323"/>
                  </a:lnTo>
                  <a:lnTo>
                    <a:pt x="797" y="323"/>
                  </a:lnTo>
                  <a:lnTo>
                    <a:pt x="800" y="325"/>
                  </a:lnTo>
                  <a:lnTo>
                    <a:pt x="803" y="326"/>
                  </a:lnTo>
                  <a:lnTo>
                    <a:pt x="807" y="324"/>
                  </a:lnTo>
                  <a:lnTo>
                    <a:pt x="812" y="321"/>
                  </a:lnTo>
                  <a:lnTo>
                    <a:pt x="817" y="319"/>
                  </a:lnTo>
                  <a:lnTo>
                    <a:pt x="821" y="321"/>
                  </a:lnTo>
                  <a:lnTo>
                    <a:pt x="824" y="325"/>
                  </a:lnTo>
                  <a:lnTo>
                    <a:pt x="824" y="330"/>
                  </a:lnTo>
                  <a:lnTo>
                    <a:pt x="826" y="334"/>
                  </a:lnTo>
                  <a:lnTo>
                    <a:pt x="828" y="336"/>
                  </a:lnTo>
                  <a:lnTo>
                    <a:pt x="831" y="338"/>
                  </a:lnTo>
                  <a:lnTo>
                    <a:pt x="833" y="340"/>
                  </a:lnTo>
                  <a:lnTo>
                    <a:pt x="836" y="342"/>
                  </a:lnTo>
                  <a:lnTo>
                    <a:pt x="839" y="345"/>
                  </a:lnTo>
                  <a:lnTo>
                    <a:pt x="843" y="347"/>
                  </a:lnTo>
                  <a:lnTo>
                    <a:pt x="847" y="349"/>
                  </a:lnTo>
                  <a:lnTo>
                    <a:pt x="849" y="352"/>
                  </a:lnTo>
                  <a:close/>
                </a:path>
              </a:pathLst>
            </a:custGeom>
            <a:solidFill>
              <a:srgbClr val="41B796">
                <a:alpha val="36000"/>
              </a:srgbClr>
            </a:solidFill>
            <a:ln>
              <a:noFill/>
            </a:ln>
          </p:spPr>
          <p:txBody>
            <a:bodyPr anchor="ctr"/>
            <a:lstStyle/>
            <a:p>
              <a:pPr algn="ctr">
                <a:buNone/>
              </a:pPr>
            </a:p>
          </p:txBody>
        </p:sp>
        <p:sp>
          <p:nvSpPr>
            <p:cNvPr id="7684" name="addition:spatial:173">
              <a:extLst>
                <a:ext uri="{FF2B5EF4-FFF2-40B4-BE49-F238E27FC236}">
                  <ns2:creationId id="{696846AE-292E-4307-8CC9-36E70ABA1F7E}"/>
                </a:ext>
              </a:extLst>
            </p:cNvPr>
            <p:cNvSpPr>
              <a:spLocks noGrp="1"/>
            </p:cNvSpPr>
            <p:nvPr/>
          </p:nvSpPr>
          <p:spPr>
            <a:xfrm>
              <a:off x="5648325" y="1666875"/>
              <a:ext cx="1083244" cy="549783"/>
            </a:xfrm>
            <a:custGeom>
              <a:rect l="l" t="t" r="r" b="b"/>
              <a:pathLst>
                <a:path w="817" h="325">
                  <a:moveTo>
                    <a:pt x="0" y="0"/>
                  </a:moveTo>
                  <a:moveTo>
                    <a:pt x="812" y="296"/>
                  </a:moveTo>
                  <a:lnTo>
                    <a:pt x="811" y="299"/>
                  </a:lnTo>
                  <a:lnTo>
                    <a:pt x="809" y="301"/>
                  </a:lnTo>
                  <a:lnTo>
                    <a:pt x="806" y="303"/>
                  </a:lnTo>
                  <a:lnTo>
                    <a:pt x="804" y="305"/>
                  </a:lnTo>
                  <a:lnTo>
                    <a:pt x="804" y="307"/>
                  </a:lnTo>
                  <a:lnTo>
                    <a:pt x="805" y="311"/>
                  </a:lnTo>
                  <a:lnTo>
                    <a:pt x="807" y="315"/>
                  </a:lnTo>
                  <a:lnTo>
                    <a:pt x="807" y="319"/>
                  </a:lnTo>
                  <a:lnTo>
                    <a:pt x="804" y="321"/>
                  </a:lnTo>
                  <a:lnTo>
                    <a:pt x="800" y="321"/>
                  </a:lnTo>
                  <a:lnTo>
                    <a:pt x="796" y="320"/>
                  </a:lnTo>
                  <a:lnTo>
                    <a:pt x="794" y="321"/>
                  </a:lnTo>
                  <a:lnTo>
                    <a:pt x="792" y="323"/>
                  </a:lnTo>
                  <a:lnTo>
                    <a:pt x="790" y="325"/>
                  </a:lnTo>
                  <a:lnTo>
                    <a:pt x="788" y="325"/>
                  </a:lnTo>
                  <a:lnTo>
                    <a:pt x="785" y="324"/>
                  </a:lnTo>
                  <a:lnTo>
                    <a:pt x="783" y="323"/>
                  </a:lnTo>
                  <a:lnTo>
                    <a:pt x="781" y="324"/>
                  </a:lnTo>
                  <a:lnTo>
                    <a:pt x="778" y="324"/>
                  </a:lnTo>
                  <a:lnTo>
                    <a:pt x="776" y="324"/>
                  </a:lnTo>
                  <a:lnTo>
                    <a:pt x="774" y="324"/>
                  </a:lnTo>
                  <a:lnTo>
                    <a:pt x="771" y="323"/>
                  </a:lnTo>
                  <a:lnTo>
                    <a:pt x="768" y="323"/>
                  </a:lnTo>
                  <a:lnTo>
                    <a:pt x="764" y="324"/>
                  </a:lnTo>
                  <a:lnTo>
                    <a:pt x="760" y="324"/>
                  </a:lnTo>
                  <a:lnTo>
                    <a:pt x="758" y="321"/>
                  </a:lnTo>
                  <a:lnTo>
                    <a:pt x="759" y="316"/>
                  </a:lnTo>
                  <a:lnTo>
                    <a:pt x="760" y="312"/>
                  </a:lnTo>
                  <a:lnTo>
                    <a:pt x="760" y="309"/>
                  </a:lnTo>
                  <a:lnTo>
                    <a:pt x="758" y="307"/>
                  </a:lnTo>
                  <a:lnTo>
                    <a:pt x="755" y="306"/>
                  </a:lnTo>
                  <a:lnTo>
                    <a:pt x="752" y="304"/>
                  </a:lnTo>
                  <a:lnTo>
                    <a:pt x="750" y="301"/>
                  </a:lnTo>
                  <a:lnTo>
                    <a:pt x="749" y="299"/>
                  </a:lnTo>
                  <a:lnTo>
                    <a:pt x="748" y="296"/>
                  </a:lnTo>
                  <a:lnTo>
                    <a:pt x="746" y="293"/>
                  </a:lnTo>
                  <a:lnTo>
                    <a:pt x="746" y="290"/>
                  </a:lnTo>
                  <a:lnTo>
                    <a:pt x="747" y="288"/>
                  </a:lnTo>
                  <a:lnTo>
                    <a:pt x="749" y="286"/>
                  </a:lnTo>
                  <a:lnTo>
                    <a:pt x="751" y="283"/>
                  </a:lnTo>
                  <a:lnTo>
                    <a:pt x="751" y="281"/>
                  </a:lnTo>
                  <a:lnTo>
                    <a:pt x="751" y="278"/>
                  </a:lnTo>
                  <a:lnTo>
                    <a:pt x="753" y="276"/>
                  </a:lnTo>
                  <a:lnTo>
                    <a:pt x="757" y="275"/>
                  </a:lnTo>
                  <a:lnTo>
                    <a:pt x="761" y="276"/>
                  </a:lnTo>
                  <a:lnTo>
                    <a:pt x="765" y="276"/>
                  </a:lnTo>
                  <a:lnTo>
                    <a:pt x="767" y="274"/>
                  </a:lnTo>
                  <a:lnTo>
                    <a:pt x="768" y="270"/>
                  </a:lnTo>
                  <a:lnTo>
                    <a:pt x="770" y="266"/>
                  </a:lnTo>
                  <a:lnTo>
                    <a:pt x="773" y="264"/>
                  </a:lnTo>
                  <a:lnTo>
                    <a:pt x="776" y="263"/>
                  </a:lnTo>
                  <a:lnTo>
                    <a:pt x="780" y="263"/>
                  </a:lnTo>
                  <a:lnTo>
                    <a:pt x="784" y="264"/>
                  </a:lnTo>
                  <a:lnTo>
                    <a:pt x="787" y="265"/>
                  </a:lnTo>
                  <a:lnTo>
                    <a:pt x="790" y="267"/>
                  </a:lnTo>
                  <a:lnTo>
                    <a:pt x="792" y="270"/>
                  </a:lnTo>
                  <a:lnTo>
                    <a:pt x="794" y="272"/>
                  </a:lnTo>
                  <a:lnTo>
                    <a:pt x="797" y="273"/>
                  </a:lnTo>
                  <a:lnTo>
                    <a:pt x="800" y="273"/>
                  </a:lnTo>
                  <a:lnTo>
                    <a:pt x="804" y="272"/>
                  </a:lnTo>
                  <a:lnTo>
                    <a:pt x="807" y="274"/>
                  </a:lnTo>
                  <a:lnTo>
                    <a:pt x="808" y="277"/>
                  </a:lnTo>
                  <a:lnTo>
                    <a:pt x="808" y="280"/>
                  </a:lnTo>
                  <a:lnTo>
                    <a:pt x="809" y="282"/>
                  </a:lnTo>
                  <a:lnTo>
                    <a:pt x="812" y="283"/>
                  </a:lnTo>
                  <a:lnTo>
                    <a:pt x="815" y="285"/>
                  </a:lnTo>
                  <a:lnTo>
                    <a:pt x="817" y="287"/>
                  </a:lnTo>
                  <a:lnTo>
                    <a:pt x="816" y="290"/>
                  </a:lnTo>
                  <a:lnTo>
                    <a:pt x="814" y="293"/>
                  </a:lnTo>
                  <a:close/>
                </a:path>
              </a:pathLst>
            </a:custGeom>
            <a:solidFill>
              <a:srgbClr val="69C6AD">
                <a:alpha val="32000"/>
              </a:srgbClr>
            </a:solidFill>
            <a:ln>
              <a:noFill/>
            </a:ln>
          </p:spPr>
          <p:txBody>
            <a:bodyPr anchor="ctr"/>
            <a:lstStyle/>
            <a:p>
              <a:pPr algn="ctr">
                <a:buNone/>
              </a:pPr>
            </a:p>
          </p:txBody>
        </p:sp>
        <p:sp>
          <p:nvSpPr>
            <p:cNvPr id="7685" name="addition:spatial:174">
              <a:extLst>
                <a:ext uri="{FF2B5EF4-FFF2-40B4-BE49-F238E27FC236}">
                  <ns2:creationId id="{FEA65563-8CBE-4A0F-814B-6120C7921C90}"/>
                </a:ext>
              </a:extLst>
            </p:cNvPr>
            <p:cNvSpPr>
              <a:spLocks noGrp="1"/>
            </p:cNvSpPr>
            <p:nvPr/>
          </p:nvSpPr>
          <p:spPr>
            <a:xfrm>
              <a:off x="5648325" y="1666875"/>
              <a:ext cx="1182685" cy="620832"/>
            </a:xfrm>
            <a:custGeom>
              <a:rect l="l" t="t" r="r" b="b"/>
              <a:pathLst>
                <a:path w="892" h="367">
                  <a:moveTo>
                    <a:pt x="0" y="0"/>
                  </a:moveTo>
                  <a:moveTo>
                    <a:pt x="890" y="340"/>
                  </a:moveTo>
                  <a:lnTo>
                    <a:pt x="888" y="343"/>
                  </a:lnTo>
                  <a:lnTo>
                    <a:pt x="886" y="345"/>
                  </a:lnTo>
                  <a:lnTo>
                    <a:pt x="884" y="347"/>
                  </a:lnTo>
                  <a:lnTo>
                    <a:pt x="881" y="348"/>
                  </a:lnTo>
                  <a:lnTo>
                    <a:pt x="878" y="350"/>
                  </a:lnTo>
                  <a:lnTo>
                    <a:pt x="876" y="352"/>
                  </a:lnTo>
                  <a:lnTo>
                    <a:pt x="876" y="354"/>
                  </a:lnTo>
                  <a:lnTo>
                    <a:pt x="877" y="358"/>
                  </a:lnTo>
                  <a:lnTo>
                    <a:pt x="877" y="361"/>
                  </a:lnTo>
                  <a:lnTo>
                    <a:pt x="874" y="363"/>
                  </a:lnTo>
                  <a:lnTo>
                    <a:pt x="870" y="363"/>
                  </a:lnTo>
                  <a:lnTo>
                    <a:pt x="866" y="363"/>
                  </a:lnTo>
                  <a:lnTo>
                    <a:pt x="864" y="364"/>
                  </a:lnTo>
                  <a:lnTo>
                    <a:pt x="861" y="366"/>
                  </a:lnTo>
                  <a:lnTo>
                    <a:pt x="859" y="367"/>
                  </a:lnTo>
                  <a:lnTo>
                    <a:pt x="856" y="367"/>
                  </a:lnTo>
                  <a:lnTo>
                    <a:pt x="853" y="366"/>
                  </a:lnTo>
                  <a:lnTo>
                    <a:pt x="851" y="365"/>
                  </a:lnTo>
                  <a:lnTo>
                    <a:pt x="849" y="364"/>
                  </a:lnTo>
                  <a:lnTo>
                    <a:pt x="846" y="364"/>
                  </a:lnTo>
                  <a:lnTo>
                    <a:pt x="844" y="363"/>
                  </a:lnTo>
                  <a:lnTo>
                    <a:pt x="842" y="362"/>
                  </a:lnTo>
                  <a:lnTo>
                    <a:pt x="840" y="362"/>
                  </a:lnTo>
                  <a:lnTo>
                    <a:pt x="837" y="362"/>
                  </a:lnTo>
                  <a:lnTo>
                    <a:pt x="833" y="363"/>
                  </a:lnTo>
                  <a:lnTo>
                    <a:pt x="829" y="363"/>
                  </a:lnTo>
                  <a:lnTo>
                    <a:pt x="827" y="361"/>
                  </a:lnTo>
                  <a:lnTo>
                    <a:pt x="828" y="357"/>
                  </a:lnTo>
                  <a:lnTo>
                    <a:pt x="830" y="353"/>
                  </a:lnTo>
                  <a:lnTo>
                    <a:pt x="831" y="350"/>
                  </a:lnTo>
                  <a:lnTo>
                    <a:pt x="830" y="348"/>
                  </a:lnTo>
                  <a:lnTo>
                    <a:pt x="828" y="347"/>
                  </a:lnTo>
                  <a:lnTo>
                    <a:pt x="826" y="345"/>
                  </a:lnTo>
                  <a:lnTo>
                    <a:pt x="825" y="342"/>
                  </a:lnTo>
                  <a:lnTo>
                    <a:pt x="825" y="340"/>
                  </a:lnTo>
                  <a:lnTo>
                    <a:pt x="824" y="338"/>
                  </a:lnTo>
                  <a:lnTo>
                    <a:pt x="823" y="335"/>
                  </a:lnTo>
                  <a:lnTo>
                    <a:pt x="822" y="333"/>
                  </a:lnTo>
                  <a:lnTo>
                    <a:pt x="822" y="330"/>
                  </a:lnTo>
                  <a:lnTo>
                    <a:pt x="824" y="329"/>
                  </a:lnTo>
                  <a:lnTo>
                    <a:pt x="825" y="327"/>
                  </a:lnTo>
                  <a:lnTo>
                    <a:pt x="826" y="324"/>
                  </a:lnTo>
                  <a:lnTo>
                    <a:pt x="826" y="321"/>
                  </a:lnTo>
                  <a:lnTo>
                    <a:pt x="828" y="319"/>
                  </a:lnTo>
                  <a:lnTo>
                    <a:pt x="831" y="319"/>
                  </a:lnTo>
                  <a:lnTo>
                    <a:pt x="835" y="320"/>
                  </a:lnTo>
                  <a:lnTo>
                    <a:pt x="839" y="321"/>
                  </a:lnTo>
                  <a:lnTo>
                    <a:pt x="841" y="320"/>
                  </a:lnTo>
                  <a:lnTo>
                    <a:pt x="842" y="318"/>
                  </a:lnTo>
                  <a:lnTo>
                    <a:pt x="844" y="315"/>
                  </a:lnTo>
                  <a:lnTo>
                    <a:pt x="847" y="312"/>
                  </a:lnTo>
                  <a:lnTo>
                    <a:pt x="850" y="312"/>
                  </a:lnTo>
                  <a:lnTo>
                    <a:pt x="854" y="312"/>
                  </a:lnTo>
                  <a:lnTo>
                    <a:pt x="857" y="312"/>
                  </a:lnTo>
                  <a:lnTo>
                    <a:pt x="861" y="312"/>
                  </a:lnTo>
                  <a:lnTo>
                    <a:pt x="864" y="314"/>
                  </a:lnTo>
                  <a:lnTo>
                    <a:pt x="866" y="316"/>
                  </a:lnTo>
                  <a:lnTo>
                    <a:pt x="868" y="319"/>
                  </a:lnTo>
                  <a:lnTo>
                    <a:pt x="870" y="321"/>
                  </a:lnTo>
                  <a:lnTo>
                    <a:pt x="874" y="321"/>
                  </a:lnTo>
                  <a:lnTo>
                    <a:pt x="878" y="321"/>
                  </a:lnTo>
                  <a:lnTo>
                    <a:pt x="880" y="323"/>
                  </a:lnTo>
                  <a:lnTo>
                    <a:pt x="881" y="325"/>
                  </a:lnTo>
                  <a:lnTo>
                    <a:pt x="881" y="328"/>
                  </a:lnTo>
                  <a:lnTo>
                    <a:pt x="882" y="330"/>
                  </a:lnTo>
                  <a:lnTo>
                    <a:pt x="885" y="331"/>
                  </a:lnTo>
                  <a:lnTo>
                    <a:pt x="889" y="333"/>
                  </a:lnTo>
                  <a:lnTo>
                    <a:pt x="892" y="335"/>
                  </a:lnTo>
                  <a:lnTo>
                    <a:pt x="892" y="338"/>
                  </a:lnTo>
                  <a:close/>
                </a:path>
              </a:pathLst>
            </a:custGeom>
            <a:solidFill>
              <a:srgbClr val="69C6AD">
                <a:alpha val="32000"/>
              </a:srgbClr>
            </a:solidFill>
            <a:ln>
              <a:noFill/>
            </a:ln>
          </p:spPr>
          <p:txBody>
            <a:bodyPr anchor="ctr"/>
            <a:lstStyle/>
            <a:p>
              <a:pPr algn="ctr">
                <a:buNone/>
              </a:pPr>
            </a:p>
          </p:txBody>
        </p:sp>
        <p:sp>
          <p:nvSpPr>
            <p:cNvPr id="7686" name="addition:spatial:175">
              <a:extLst>
                <a:ext uri="{FF2B5EF4-FFF2-40B4-BE49-F238E27FC236}">
                  <ns2:creationId id="{8F07C556-898D-4C16-B440-878164801CE1}"/>
                </a:ext>
              </a:extLst>
            </p:cNvPr>
            <p:cNvSpPr>
              <a:spLocks noGrp="1"/>
            </p:cNvSpPr>
            <p:nvPr/>
          </p:nvSpPr>
          <p:spPr>
            <a:xfrm>
              <a:off x="5648325" y="1666875"/>
              <a:ext cx="1243675" cy="593766"/>
            </a:xfrm>
            <a:custGeom>
              <a:rect l="l" t="t" r="r" b="b"/>
              <a:pathLst>
                <a:path w="938" h="351">
                  <a:moveTo>
                    <a:pt x="0" y="0"/>
                  </a:moveTo>
                  <a:moveTo>
                    <a:pt x="937" y="322"/>
                  </a:moveTo>
                  <a:lnTo>
                    <a:pt x="936" y="324"/>
                  </a:lnTo>
                  <a:lnTo>
                    <a:pt x="936" y="327"/>
                  </a:lnTo>
                  <a:lnTo>
                    <a:pt x="937" y="329"/>
                  </a:lnTo>
                  <a:lnTo>
                    <a:pt x="937" y="332"/>
                  </a:lnTo>
                  <a:lnTo>
                    <a:pt x="936" y="334"/>
                  </a:lnTo>
                  <a:lnTo>
                    <a:pt x="935" y="336"/>
                  </a:lnTo>
                  <a:lnTo>
                    <a:pt x="934" y="338"/>
                  </a:lnTo>
                  <a:lnTo>
                    <a:pt x="935" y="341"/>
                  </a:lnTo>
                  <a:lnTo>
                    <a:pt x="934" y="345"/>
                  </a:lnTo>
                  <a:lnTo>
                    <a:pt x="933" y="346"/>
                  </a:lnTo>
                  <a:lnTo>
                    <a:pt x="930" y="346"/>
                  </a:lnTo>
                  <a:lnTo>
                    <a:pt x="927" y="344"/>
                  </a:lnTo>
                  <a:lnTo>
                    <a:pt x="925" y="343"/>
                  </a:lnTo>
                  <a:lnTo>
                    <a:pt x="923" y="343"/>
                  </a:lnTo>
                  <a:lnTo>
                    <a:pt x="922" y="346"/>
                  </a:lnTo>
                  <a:lnTo>
                    <a:pt x="921" y="348"/>
                  </a:lnTo>
                  <a:lnTo>
                    <a:pt x="919" y="350"/>
                  </a:lnTo>
                  <a:lnTo>
                    <a:pt x="917" y="350"/>
                  </a:lnTo>
                  <a:lnTo>
                    <a:pt x="915" y="350"/>
                  </a:lnTo>
                  <a:lnTo>
                    <a:pt x="912" y="351"/>
                  </a:lnTo>
                  <a:lnTo>
                    <a:pt x="910" y="351"/>
                  </a:lnTo>
                  <a:lnTo>
                    <a:pt x="908" y="349"/>
                  </a:lnTo>
                  <a:lnTo>
                    <a:pt x="906" y="346"/>
                  </a:lnTo>
                  <a:lnTo>
                    <a:pt x="905" y="344"/>
                  </a:lnTo>
                  <a:lnTo>
                    <a:pt x="903" y="342"/>
                  </a:lnTo>
                  <a:lnTo>
                    <a:pt x="901" y="342"/>
                  </a:lnTo>
                  <a:lnTo>
                    <a:pt x="898" y="341"/>
                  </a:lnTo>
                  <a:lnTo>
                    <a:pt x="897" y="338"/>
                  </a:lnTo>
                  <a:lnTo>
                    <a:pt x="897" y="335"/>
                  </a:lnTo>
                  <a:lnTo>
                    <a:pt x="897" y="332"/>
                  </a:lnTo>
                  <a:lnTo>
                    <a:pt x="896" y="330"/>
                  </a:lnTo>
                  <a:lnTo>
                    <a:pt x="893" y="329"/>
                  </a:lnTo>
                  <a:lnTo>
                    <a:pt x="890" y="327"/>
                  </a:lnTo>
                  <a:lnTo>
                    <a:pt x="888" y="325"/>
                  </a:lnTo>
                  <a:lnTo>
                    <a:pt x="888" y="322"/>
                  </a:lnTo>
                  <a:lnTo>
                    <a:pt x="889" y="320"/>
                  </a:lnTo>
                  <a:lnTo>
                    <a:pt x="890" y="317"/>
                  </a:lnTo>
                  <a:lnTo>
                    <a:pt x="891" y="315"/>
                  </a:lnTo>
                  <a:lnTo>
                    <a:pt x="893" y="313"/>
                  </a:lnTo>
                  <a:lnTo>
                    <a:pt x="895" y="311"/>
                  </a:lnTo>
                  <a:lnTo>
                    <a:pt x="898" y="311"/>
                  </a:lnTo>
                  <a:lnTo>
                    <a:pt x="900" y="309"/>
                  </a:lnTo>
                  <a:lnTo>
                    <a:pt x="900" y="306"/>
                  </a:lnTo>
                  <a:lnTo>
                    <a:pt x="900" y="303"/>
                  </a:lnTo>
                  <a:lnTo>
                    <a:pt x="901" y="299"/>
                  </a:lnTo>
                  <a:lnTo>
                    <a:pt x="903" y="298"/>
                  </a:lnTo>
                  <a:lnTo>
                    <a:pt x="906" y="298"/>
                  </a:lnTo>
                  <a:lnTo>
                    <a:pt x="908" y="298"/>
                  </a:lnTo>
                  <a:lnTo>
                    <a:pt x="910" y="297"/>
                  </a:lnTo>
                  <a:lnTo>
                    <a:pt x="912" y="294"/>
                  </a:lnTo>
                  <a:lnTo>
                    <a:pt x="914" y="293"/>
                  </a:lnTo>
                  <a:lnTo>
                    <a:pt x="917" y="293"/>
                  </a:lnTo>
                  <a:lnTo>
                    <a:pt x="919" y="295"/>
                  </a:lnTo>
                  <a:lnTo>
                    <a:pt x="921" y="296"/>
                  </a:lnTo>
                  <a:lnTo>
                    <a:pt x="923" y="297"/>
                  </a:lnTo>
                  <a:lnTo>
                    <a:pt x="925" y="298"/>
                  </a:lnTo>
                  <a:lnTo>
                    <a:pt x="926" y="300"/>
                  </a:lnTo>
                  <a:lnTo>
                    <a:pt x="927" y="301"/>
                  </a:lnTo>
                  <a:lnTo>
                    <a:pt x="929" y="302"/>
                  </a:lnTo>
                  <a:lnTo>
                    <a:pt x="931" y="302"/>
                  </a:lnTo>
                  <a:lnTo>
                    <a:pt x="934" y="301"/>
                  </a:lnTo>
                  <a:lnTo>
                    <a:pt x="937" y="301"/>
                  </a:lnTo>
                  <a:lnTo>
                    <a:pt x="938" y="303"/>
                  </a:lnTo>
                  <a:lnTo>
                    <a:pt x="938" y="307"/>
                  </a:lnTo>
                  <a:lnTo>
                    <a:pt x="936" y="311"/>
                  </a:lnTo>
                  <a:lnTo>
                    <a:pt x="935" y="313"/>
                  </a:lnTo>
                  <a:lnTo>
                    <a:pt x="936" y="316"/>
                  </a:lnTo>
                  <a:lnTo>
                    <a:pt x="937" y="318"/>
                  </a:lnTo>
                  <a:lnTo>
                    <a:pt x="937" y="320"/>
                  </a:lnTo>
                  <a:close/>
                </a:path>
              </a:pathLst>
            </a:custGeom>
            <a:solidFill>
              <a:srgbClr val="86D1BC">
                <a:alpha val="24000"/>
              </a:srgbClr>
            </a:solidFill>
            <a:ln>
              <a:noFill/>
            </a:ln>
          </p:spPr>
          <p:txBody>
            <a:bodyPr anchor="ctr"/>
            <a:lstStyle/>
            <a:p>
              <a:pPr algn="ctr">
                <a:buNone/>
              </a:pPr>
            </a:p>
          </p:txBody>
        </p:sp>
        <p:sp>
          <p:nvSpPr>
            <p:cNvPr id="7687" name="addition:spatial:176">
              <a:extLst>
                <a:ext uri="{FF2B5EF4-FFF2-40B4-BE49-F238E27FC236}">
                  <ns2:creationId id="{CF98E8FA-489A-4D5E-B7CF-FE1D0ADB97DF}"/>
                </a:ext>
              </a:extLst>
            </p:cNvPr>
            <p:cNvSpPr>
              <a:spLocks noGrp="1"/>
            </p:cNvSpPr>
            <p:nvPr/>
          </p:nvSpPr>
          <p:spPr>
            <a:xfrm>
              <a:off x="5648325" y="1666875"/>
              <a:ext cx="1199921" cy="691881"/>
            </a:xfrm>
            <a:custGeom>
              <a:rect l="l" t="t" r="r" b="b"/>
              <a:pathLst>
                <a:path w="905" h="409">
                  <a:moveTo>
                    <a:pt x="0" y="0"/>
                  </a:moveTo>
                  <a:moveTo>
                    <a:pt x="904" y="378"/>
                  </a:moveTo>
                  <a:lnTo>
                    <a:pt x="905" y="381"/>
                  </a:lnTo>
                  <a:lnTo>
                    <a:pt x="904" y="383"/>
                  </a:lnTo>
                  <a:lnTo>
                    <a:pt x="902" y="385"/>
                  </a:lnTo>
                  <a:lnTo>
                    <a:pt x="901" y="387"/>
                  </a:lnTo>
                  <a:lnTo>
                    <a:pt x="901" y="390"/>
                  </a:lnTo>
                  <a:lnTo>
                    <a:pt x="901" y="392"/>
                  </a:lnTo>
                  <a:lnTo>
                    <a:pt x="900" y="395"/>
                  </a:lnTo>
                  <a:lnTo>
                    <a:pt x="898" y="396"/>
                  </a:lnTo>
                  <a:lnTo>
                    <a:pt x="896" y="396"/>
                  </a:lnTo>
                  <a:lnTo>
                    <a:pt x="893" y="397"/>
                  </a:lnTo>
                  <a:lnTo>
                    <a:pt x="892" y="398"/>
                  </a:lnTo>
                  <a:lnTo>
                    <a:pt x="891" y="400"/>
                  </a:lnTo>
                  <a:lnTo>
                    <a:pt x="889" y="401"/>
                  </a:lnTo>
                  <a:lnTo>
                    <a:pt x="887" y="403"/>
                  </a:lnTo>
                  <a:lnTo>
                    <a:pt x="885" y="404"/>
                  </a:lnTo>
                  <a:lnTo>
                    <a:pt x="883" y="406"/>
                  </a:lnTo>
                  <a:lnTo>
                    <a:pt x="881" y="409"/>
                  </a:lnTo>
                  <a:lnTo>
                    <a:pt x="878" y="409"/>
                  </a:lnTo>
                  <a:lnTo>
                    <a:pt x="876" y="407"/>
                  </a:lnTo>
                  <a:lnTo>
                    <a:pt x="874" y="404"/>
                  </a:lnTo>
                  <a:lnTo>
                    <a:pt x="873" y="400"/>
                  </a:lnTo>
                  <a:lnTo>
                    <a:pt x="872" y="399"/>
                  </a:lnTo>
                  <a:lnTo>
                    <a:pt x="870" y="399"/>
                  </a:lnTo>
                  <a:lnTo>
                    <a:pt x="867" y="399"/>
                  </a:lnTo>
                  <a:lnTo>
                    <a:pt x="865" y="399"/>
                  </a:lnTo>
                  <a:lnTo>
                    <a:pt x="864" y="397"/>
                  </a:lnTo>
                  <a:lnTo>
                    <a:pt x="863" y="395"/>
                  </a:lnTo>
                  <a:lnTo>
                    <a:pt x="862" y="394"/>
                  </a:lnTo>
                  <a:lnTo>
                    <a:pt x="860" y="392"/>
                  </a:lnTo>
                  <a:lnTo>
                    <a:pt x="859" y="390"/>
                  </a:lnTo>
                  <a:lnTo>
                    <a:pt x="858" y="388"/>
                  </a:lnTo>
                  <a:lnTo>
                    <a:pt x="859" y="386"/>
                  </a:lnTo>
                  <a:lnTo>
                    <a:pt x="858" y="383"/>
                  </a:lnTo>
                  <a:lnTo>
                    <a:pt x="858" y="381"/>
                  </a:lnTo>
                  <a:lnTo>
                    <a:pt x="858" y="378"/>
                  </a:lnTo>
                  <a:lnTo>
                    <a:pt x="859" y="376"/>
                  </a:lnTo>
                  <a:lnTo>
                    <a:pt x="862" y="374"/>
                  </a:lnTo>
                  <a:lnTo>
                    <a:pt x="864" y="373"/>
                  </a:lnTo>
                  <a:lnTo>
                    <a:pt x="865" y="371"/>
                  </a:lnTo>
                  <a:lnTo>
                    <a:pt x="865" y="368"/>
                  </a:lnTo>
                  <a:lnTo>
                    <a:pt x="864" y="365"/>
                  </a:lnTo>
                  <a:lnTo>
                    <a:pt x="863" y="361"/>
                  </a:lnTo>
                  <a:lnTo>
                    <a:pt x="864" y="359"/>
                  </a:lnTo>
                  <a:lnTo>
                    <a:pt x="866" y="357"/>
                  </a:lnTo>
                  <a:lnTo>
                    <a:pt x="867" y="356"/>
                  </a:lnTo>
                  <a:lnTo>
                    <a:pt x="869" y="355"/>
                  </a:lnTo>
                  <a:lnTo>
                    <a:pt x="871" y="354"/>
                  </a:lnTo>
                  <a:lnTo>
                    <a:pt x="873" y="354"/>
                  </a:lnTo>
                  <a:lnTo>
                    <a:pt x="875" y="355"/>
                  </a:lnTo>
                  <a:lnTo>
                    <a:pt x="876" y="355"/>
                  </a:lnTo>
                  <a:lnTo>
                    <a:pt x="878" y="355"/>
                  </a:lnTo>
                  <a:lnTo>
                    <a:pt x="879" y="353"/>
                  </a:lnTo>
                  <a:lnTo>
                    <a:pt x="881" y="352"/>
                  </a:lnTo>
                  <a:lnTo>
                    <a:pt x="882" y="352"/>
                  </a:lnTo>
                  <a:lnTo>
                    <a:pt x="884" y="354"/>
                  </a:lnTo>
                  <a:lnTo>
                    <a:pt x="885" y="356"/>
                  </a:lnTo>
                  <a:lnTo>
                    <a:pt x="887" y="355"/>
                  </a:lnTo>
                  <a:lnTo>
                    <a:pt x="889" y="354"/>
                  </a:lnTo>
                  <a:lnTo>
                    <a:pt x="892" y="353"/>
                  </a:lnTo>
                  <a:lnTo>
                    <a:pt x="894" y="355"/>
                  </a:lnTo>
                  <a:lnTo>
                    <a:pt x="895" y="357"/>
                  </a:lnTo>
                  <a:lnTo>
                    <a:pt x="895" y="361"/>
                  </a:lnTo>
                  <a:lnTo>
                    <a:pt x="895" y="364"/>
                  </a:lnTo>
                  <a:lnTo>
                    <a:pt x="896" y="366"/>
                  </a:lnTo>
                  <a:lnTo>
                    <a:pt x="896" y="368"/>
                  </a:lnTo>
                  <a:lnTo>
                    <a:pt x="897" y="370"/>
                  </a:lnTo>
                  <a:lnTo>
                    <a:pt x="897" y="372"/>
                  </a:lnTo>
                  <a:lnTo>
                    <a:pt x="899" y="374"/>
                  </a:lnTo>
                  <a:lnTo>
                    <a:pt x="902" y="376"/>
                  </a:lnTo>
                  <a:close/>
                </a:path>
              </a:pathLst>
            </a:custGeom>
            <a:solidFill>
              <a:srgbClr val="86D1BC">
                <a:alpha val="24000"/>
              </a:srgbClr>
            </a:solidFill>
            <a:ln>
              <a:noFill/>
            </a:ln>
          </p:spPr>
          <p:txBody>
            <a:bodyPr anchor="ctr"/>
            <a:lstStyle/>
            <a:p>
              <a:pPr algn="ctr">
                <a:buNone/>
              </a:pPr>
            </a:p>
          </p:txBody>
        </p:sp>
        <p:sp>
          <p:nvSpPr>
            <p:cNvPr id="7688" name="addition:spatial:177">
              <a:extLst>
                <a:ext uri="{FF2B5EF4-FFF2-40B4-BE49-F238E27FC236}">
                  <ns2:creationId id="{98EE6D96-7061-4789-9AA1-F058DF37A76E}"/>
                </a:ext>
              </a:extLst>
            </p:cNvPr>
            <p:cNvSpPr>
              <a:spLocks noGrp="1"/>
            </p:cNvSpPr>
            <p:nvPr/>
          </p:nvSpPr>
          <p:spPr>
            <a:xfrm>
              <a:off x="5648325" y="1666875"/>
              <a:ext cx="1101806" cy="702031"/>
            </a:xfrm>
            <a:custGeom>
              <a:rect l="l" t="t" r="r" b="b"/>
              <a:pathLst>
                <a:path w="831" h="415">
                  <a:moveTo>
                    <a:pt x="0" y="0"/>
                  </a:moveTo>
                  <a:moveTo>
                    <a:pt x="827" y="392"/>
                  </a:moveTo>
                  <a:lnTo>
                    <a:pt x="825" y="394"/>
                  </a:lnTo>
                  <a:lnTo>
                    <a:pt x="824" y="395"/>
                  </a:lnTo>
                  <a:lnTo>
                    <a:pt x="824" y="397"/>
                  </a:lnTo>
                  <a:lnTo>
                    <a:pt x="824" y="399"/>
                  </a:lnTo>
                  <a:lnTo>
                    <a:pt x="824" y="401"/>
                  </a:lnTo>
                  <a:lnTo>
                    <a:pt x="824" y="404"/>
                  </a:lnTo>
                  <a:lnTo>
                    <a:pt x="824" y="406"/>
                  </a:lnTo>
                  <a:lnTo>
                    <a:pt x="824" y="409"/>
                  </a:lnTo>
                  <a:lnTo>
                    <a:pt x="823" y="411"/>
                  </a:lnTo>
                  <a:lnTo>
                    <a:pt x="821" y="412"/>
                  </a:lnTo>
                  <a:lnTo>
                    <a:pt x="818" y="411"/>
                  </a:lnTo>
                  <a:lnTo>
                    <a:pt x="816" y="411"/>
                  </a:lnTo>
                  <a:lnTo>
                    <a:pt x="814" y="411"/>
                  </a:lnTo>
                  <a:lnTo>
                    <a:pt x="813" y="413"/>
                  </a:lnTo>
                  <a:lnTo>
                    <a:pt x="812" y="414"/>
                  </a:lnTo>
                  <a:lnTo>
                    <a:pt x="810" y="415"/>
                  </a:lnTo>
                  <a:lnTo>
                    <a:pt x="808" y="414"/>
                  </a:lnTo>
                  <a:lnTo>
                    <a:pt x="807" y="413"/>
                  </a:lnTo>
                  <a:lnTo>
                    <a:pt x="805" y="412"/>
                  </a:lnTo>
                  <a:lnTo>
                    <a:pt x="803" y="413"/>
                  </a:lnTo>
                  <a:lnTo>
                    <a:pt x="801" y="414"/>
                  </a:lnTo>
                  <a:lnTo>
                    <a:pt x="799" y="415"/>
                  </a:lnTo>
                  <a:lnTo>
                    <a:pt x="797" y="414"/>
                  </a:lnTo>
                  <a:lnTo>
                    <a:pt x="795" y="413"/>
                  </a:lnTo>
                  <a:lnTo>
                    <a:pt x="793" y="412"/>
                  </a:lnTo>
                  <a:lnTo>
                    <a:pt x="791" y="410"/>
                  </a:lnTo>
                  <a:lnTo>
                    <a:pt x="790" y="408"/>
                  </a:lnTo>
                  <a:lnTo>
                    <a:pt x="790" y="405"/>
                  </a:lnTo>
                  <a:lnTo>
                    <a:pt x="791" y="402"/>
                  </a:lnTo>
                  <a:lnTo>
                    <a:pt x="791" y="400"/>
                  </a:lnTo>
                  <a:lnTo>
                    <a:pt x="789" y="399"/>
                  </a:lnTo>
                  <a:lnTo>
                    <a:pt x="786" y="398"/>
                  </a:lnTo>
                  <a:lnTo>
                    <a:pt x="783" y="396"/>
                  </a:lnTo>
                  <a:lnTo>
                    <a:pt x="782" y="394"/>
                  </a:lnTo>
                  <a:lnTo>
                    <a:pt x="782" y="392"/>
                  </a:lnTo>
                  <a:lnTo>
                    <a:pt x="783" y="390"/>
                  </a:lnTo>
                  <a:lnTo>
                    <a:pt x="783" y="388"/>
                  </a:lnTo>
                  <a:lnTo>
                    <a:pt x="782" y="385"/>
                  </a:lnTo>
                  <a:lnTo>
                    <a:pt x="783" y="383"/>
                  </a:lnTo>
                  <a:lnTo>
                    <a:pt x="784" y="382"/>
                  </a:lnTo>
                  <a:lnTo>
                    <a:pt x="786" y="380"/>
                  </a:lnTo>
                  <a:lnTo>
                    <a:pt x="787" y="379"/>
                  </a:lnTo>
                  <a:lnTo>
                    <a:pt x="788" y="377"/>
                  </a:lnTo>
                  <a:lnTo>
                    <a:pt x="790" y="376"/>
                  </a:lnTo>
                  <a:lnTo>
                    <a:pt x="792" y="375"/>
                  </a:lnTo>
                  <a:lnTo>
                    <a:pt x="794" y="375"/>
                  </a:lnTo>
                  <a:lnTo>
                    <a:pt x="797" y="374"/>
                  </a:lnTo>
                  <a:lnTo>
                    <a:pt x="798" y="373"/>
                  </a:lnTo>
                  <a:lnTo>
                    <a:pt x="799" y="369"/>
                  </a:lnTo>
                  <a:lnTo>
                    <a:pt x="801" y="366"/>
                  </a:lnTo>
                  <a:lnTo>
                    <a:pt x="803" y="365"/>
                  </a:lnTo>
                  <a:lnTo>
                    <a:pt x="806" y="366"/>
                  </a:lnTo>
                  <a:lnTo>
                    <a:pt x="809" y="368"/>
                  </a:lnTo>
                  <a:lnTo>
                    <a:pt x="811" y="370"/>
                  </a:lnTo>
                  <a:lnTo>
                    <a:pt x="813" y="371"/>
                  </a:lnTo>
                  <a:lnTo>
                    <a:pt x="815" y="371"/>
                  </a:lnTo>
                  <a:lnTo>
                    <a:pt x="816" y="372"/>
                  </a:lnTo>
                  <a:lnTo>
                    <a:pt x="818" y="373"/>
                  </a:lnTo>
                  <a:lnTo>
                    <a:pt x="820" y="374"/>
                  </a:lnTo>
                  <a:lnTo>
                    <a:pt x="822" y="375"/>
                  </a:lnTo>
                  <a:lnTo>
                    <a:pt x="824" y="375"/>
                  </a:lnTo>
                  <a:lnTo>
                    <a:pt x="826" y="376"/>
                  </a:lnTo>
                  <a:lnTo>
                    <a:pt x="827" y="378"/>
                  </a:lnTo>
                  <a:lnTo>
                    <a:pt x="827" y="380"/>
                  </a:lnTo>
                  <a:lnTo>
                    <a:pt x="827" y="382"/>
                  </a:lnTo>
                  <a:lnTo>
                    <a:pt x="828" y="384"/>
                  </a:lnTo>
                  <a:lnTo>
                    <a:pt x="830" y="385"/>
                  </a:lnTo>
                  <a:lnTo>
                    <a:pt x="831" y="387"/>
                  </a:lnTo>
                  <a:lnTo>
                    <a:pt x="830" y="390"/>
                  </a:lnTo>
                  <a:close/>
                </a:path>
              </a:pathLst>
            </a:custGeom>
            <a:solidFill>
              <a:srgbClr val="86D1BC">
                <a:alpha val="24000"/>
              </a:srgbClr>
            </a:solidFill>
            <a:ln>
              <a:noFill/>
            </a:ln>
          </p:spPr>
          <p:txBody>
            <a:bodyPr anchor="ctr"/>
            <a:lstStyle/>
            <a:p>
              <a:pPr algn="ctr">
                <a:buNone/>
              </a:pPr>
            </a:p>
          </p:txBody>
        </p:sp>
        <p:sp>
          <p:nvSpPr>
            <p:cNvPr id="7689" name="addition:spatial:178">
              <a:extLst>
                <a:ext uri="{FF2B5EF4-FFF2-40B4-BE49-F238E27FC236}">
                  <ns2:creationId id="{14AE7EE5-9B34-4505-B8DE-FFF411F6C407}"/>
                </a:ext>
              </a:extLst>
            </p:cNvPr>
            <p:cNvSpPr>
              <a:spLocks noGrp="1"/>
            </p:cNvSpPr>
            <p:nvPr/>
          </p:nvSpPr>
          <p:spPr>
            <a:xfrm>
              <a:off x="5648325" y="1666875"/>
              <a:ext cx="1016950" cy="664815"/>
            </a:xfrm>
            <a:custGeom>
              <a:rect l="l" t="t" r="r" b="b"/>
              <a:pathLst>
                <a:path w="767" h="393">
                  <a:moveTo>
                    <a:pt x="0" y="0"/>
                  </a:moveTo>
                  <a:moveTo>
                    <a:pt x="767" y="368"/>
                  </a:moveTo>
                  <a:lnTo>
                    <a:pt x="766" y="370"/>
                  </a:lnTo>
                  <a:lnTo>
                    <a:pt x="762" y="372"/>
                  </a:lnTo>
                  <a:lnTo>
                    <a:pt x="758" y="373"/>
                  </a:lnTo>
                  <a:lnTo>
                    <a:pt x="756" y="375"/>
                  </a:lnTo>
                  <a:lnTo>
                    <a:pt x="757" y="377"/>
                  </a:lnTo>
                  <a:lnTo>
                    <a:pt x="758" y="381"/>
                  </a:lnTo>
                  <a:lnTo>
                    <a:pt x="759" y="384"/>
                  </a:lnTo>
                  <a:lnTo>
                    <a:pt x="758" y="386"/>
                  </a:lnTo>
                  <a:lnTo>
                    <a:pt x="755" y="388"/>
                  </a:lnTo>
                  <a:lnTo>
                    <a:pt x="753" y="389"/>
                  </a:lnTo>
                  <a:lnTo>
                    <a:pt x="750" y="390"/>
                  </a:lnTo>
                  <a:lnTo>
                    <a:pt x="748" y="391"/>
                  </a:lnTo>
                  <a:lnTo>
                    <a:pt x="746" y="392"/>
                  </a:lnTo>
                  <a:lnTo>
                    <a:pt x="743" y="392"/>
                  </a:lnTo>
                  <a:lnTo>
                    <a:pt x="741" y="391"/>
                  </a:lnTo>
                  <a:lnTo>
                    <a:pt x="739" y="391"/>
                  </a:lnTo>
                  <a:lnTo>
                    <a:pt x="737" y="393"/>
                  </a:lnTo>
                  <a:lnTo>
                    <a:pt x="735" y="393"/>
                  </a:lnTo>
                  <a:lnTo>
                    <a:pt x="733" y="392"/>
                  </a:lnTo>
                  <a:lnTo>
                    <a:pt x="731" y="391"/>
                  </a:lnTo>
                  <a:lnTo>
                    <a:pt x="729" y="389"/>
                  </a:lnTo>
                  <a:lnTo>
                    <a:pt x="727" y="390"/>
                  </a:lnTo>
                  <a:lnTo>
                    <a:pt x="723" y="391"/>
                  </a:lnTo>
                  <a:lnTo>
                    <a:pt x="720" y="392"/>
                  </a:lnTo>
                  <a:lnTo>
                    <a:pt x="717" y="391"/>
                  </a:lnTo>
                  <a:lnTo>
                    <a:pt x="716" y="388"/>
                  </a:lnTo>
                  <a:lnTo>
                    <a:pt x="716" y="385"/>
                  </a:lnTo>
                  <a:lnTo>
                    <a:pt x="716" y="382"/>
                  </a:lnTo>
                  <a:lnTo>
                    <a:pt x="715" y="380"/>
                  </a:lnTo>
                  <a:lnTo>
                    <a:pt x="714" y="378"/>
                  </a:lnTo>
                  <a:lnTo>
                    <a:pt x="713" y="376"/>
                  </a:lnTo>
                  <a:lnTo>
                    <a:pt x="713" y="374"/>
                  </a:lnTo>
                  <a:lnTo>
                    <a:pt x="711" y="372"/>
                  </a:lnTo>
                  <a:lnTo>
                    <a:pt x="708" y="370"/>
                  </a:lnTo>
                  <a:lnTo>
                    <a:pt x="705" y="368"/>
                  </a:lnTo>
                  <a:lnTo>
                    <a:pt x="704" y="365"/>
                  </a:lnTo>
                  <a:lnTo>
                    <a:pt x="705" y="363"/>
                  </a:lnTo>
                  <a:lnTo>
                    <a:pt x="707" y="361"/>
                  </a:lnTo>
                  <a:lnTo>
                    <a:pt x="708" y="359"/>
                  </a:lnTo>
                  <a:lnTo>
                    <a:pt x="708" y="357"/>
                  </a:lnTo>
                  <a:lnTo>
                    <a:pt x="707" y="354"/>
                  </a:lnTo>
                  <a:lnTo>
                    <a:pt x="708" y="351"/>
                  </a:lnTo>
                  <a:lnTo>
                    <a:pt x="711" y="350"/>
                  </a:lnTo>
                  <a:lnTo>
                    <a:pt x="715" y="350"/>
                  </a:lnTo>
                  <a:lnTo>
                    <a:pt x="718" y="350"/>
                  </a:lnTo>
                  <a:lnTo>
                    <a:pt x="720" y="349"/>
                  </a:lnTo>
                  <a:lnTo>
                    <a:pt x="722" y="347"/>
                  </a:lnTo>
                  <a:lnTo>
                    <a:pt x="724" y="346"/>
                  </a:lnTo>
                  <a:lnTo>
                    <a:pt x="726" y="344"/>
                  </a:lnTo>
                  <a:lnTo>
                    <a:pt x="728" y="343"/>
                  </a:lnTo>
                  <a:lnTo>
                    <a:pt x="731" y="341"/>
                  </a:lnTo>
                  <a:lnTo>
                    <a:pt x="734" y="338"/>
                  </a:lnTo>
                  <a:lnTo>
                    <a:pt x="738" y="338"/>
                  </a:lnTo>
                  <a:lnTo>
                    <a:pt x="741" y="339"/>
                  </a:lnTo>
                  <a:lnTo>
                    <a:pt x="743" y="343"/>
                  </a:lnTo>
                  <a:lnTo>
                    <a:pt x="745" y="346"/>
                  </a:lnTo>
                  <a:lnTo>
                    <a:pt x="747" y="347"/>
                  </a:lnTo>
                  <a:lnTo>
                    <a:pt x="750" y="347"/>
                  </a:lnTo>
                  <a:lnTo>
                    <a:pt x="754" y="347"/>
                  </a:lnTo>
                  <a:lnTo>
                    <a:pt x="756" y="348"/>
                  </a:lnTo>
                  <a:lnTo>
                    <a:pt x="758" y="350"/>
                  </a:lnTo>
                  <a:lnTo>
                    <a:pt x="759" y="352"/>
                  </a:lnTo>
                  <a:lnTo>
                    <a:pt x="760" y="353"/>
                  </a:lnTo>
                  <a:lnTo>
                    <a:pt x="763" y="355"/>
                  </a:lnTo>
                  <a:lnTo>
                    <a:pt x="765" y="356"/>
                  </a:lnTo>
                  <a:lnTo>
                    <a:pt x="766" y="358"/>
                  </a:lnTo>
                  <a:lnTo>
                    <a:pt x="767" y="360"/>
                  </a:lnTo>
                  <a:lnTo>
                    <a:pt x="767" y="363"/>
                  </a:lnTo>
                  <a:lnTo>
                    <a:pt x="767" y="365"/>
                  </a:lnTo>
                  <a:close/>
                </a:path>
              </a:pathLst>
            </a:custGeom>
            <a:solidFill>
              <a:srgbClr val="86D1BC">
                <a:alpha val="24000"/>
              </a:srgbClr>
            </a:solidFill>
            <a:ln>
              <a:noFill/>
            </a:ln>
          </p:spPr>
          <p:txBody>
            <a:bodyPr anchor="ctr"/>
            <a:lstStyle/>
            <a:p>
              <a:pPr algn="ctr">
                <a:buNone/>
              </a:pPr>
            </a:p>
          </p:txBody>
        </p:sp>
        <p:sp>
          <p:nvSpPr>
            <p:cNvPr id="7690" name="addition:spatial:179">
              <a:extLst>
                <a:ext uri="{FF2B5EF4-FFF2-40B4-BE49-F238E27FC236}">
                  <ns2:creationId id="{19B87D93-1444-4D31-AF81-23112A35FE78}"/>
                </a:ext>
              </a:extLst>
            </p:cNvPr>
            <p:cNvSpPr>
              <a:spLocks noGrp="1"/>
            </p:cNvSpPr>
            <p:nvPr/>
          </p:nvSpPr>
          <p:spPr>
            <a:xfrm>
              <a:off x="5648325" y="1666875"/>
              <a:ext cx="993084" cy="563316"/>
            </a:xfrm>
            <a:custGeom>
              <a:rect l="l" t="t" r="r" b="b"/>
              <a:pathLst>
                <a:path w="749" h="333">
                  <a:moveTo>
                    <a:pt x="0" y="0"/>
                  </a:moveTo>
                  <a:moveTo>
                    <a:pt x="749" y="306"/>
                  </a:moveTo>
                  <a:lnTo>
                    <a:pt x="747" y="308"/>
                  </a:lnTo>
                  <a:lnTo>
                    <a:pt x="743" y="310"/>
                  </a:lnTo>
                  <a:lnTo>
                    <a:pt x="740" y="312"/>
                  </a:lnTo>
                  <a:lnTo>
                    <a:pt x="739" y="314"/>
                  </a:lnTo>
                  <a:lnTo>
                    <a:pt x="740" y="316"/>
                  </a:lnTo>
                  <a:lnTo>
                    <a:pt x="742" y="320"/>
                  </a:lnTo>
                  <a:lnTo>
                    <a:pt x="743" y="324"/>
                  </a:lnTo>
                  <a:lnTo>
                    <a:pt x="741" y="326"/>
                  </a:lnTo>
                  <a:lnTo>
                    <a:pt x="739" y="327"/>
                  </a:lnTo>
                  <a:lnTo>
                    <a:pt x="736" y="328"/>
                  </a:lnTo>
                  <a:lnTo>
                    <a:pt x="734" y="329"/>
                  </a:lnTo>
                  <a:lnTo>
                    <a:pt x="732" y="330"/>
                  </a:lnTo>
                  <a:lnTo>
                    <a:pt x="729" y="330"/>
                  </a:lnTo>
                  <a:lnTo>
                    <a:pt x="727" y="330"/>
                  </a:lnTo>
                  <a:lnTo>
                    <a:pt x="725" y="329"/>
                  </a:lnTo>
                  <a:lnTo>
                    <a:pt x="723" y="331"/>
                  </a:lnTo>
                  <a:lnTo>
                    <a:pt x="721" y="332"/>
                  </a:lnTo>
                  <a:lnTo>
                    <a:pt x="719" y="333"/>
                  </a:lnTo>
                  <a:lnTo>
                    <a:pt x="717" y="332"/>
                  </a:lnTo>
                  <a:lnTo>
                    <a:pt x="715" y="330"/>
                  </a:lnTo>
                  <a:lnTo>
                    <a:pt x="713" y="329"/>
                  </a:lnTo>
                  <a:lnTo>
                    <a:pt x="710" y="330"/>
                  </a:lnTo>
                  <a:lnTo>
                    <a:pt x="706" y="331"/>
                  </a:lnTo>
                  <a:lnTo>
                    <a:pt x="703" y="332"/>
                  </a:lnTo>
                  <a:lnTo>
                    <a:pt x="700" y="330"/>
                  </a:lnTo>
                  <a:lnTo>
                    <a:pt x="700" y="327"/>
                  </a:lnTo>
                  <a:lnTo>
                    <a:pt x="699" y="324"/>
                  </a:lnTo>
                  <a:lnTo>
                    <a:pt x="699" y="321"/>
                  </a:lnTo>
                  <a:lnTo>
                    <a:pt x="698" y="319"/>
                  </a:lnTo>
                  <a:lnTo>
                    <a:pt x="697" y="316"/>
                  </a:lnTo>
                  <a:lnTo>
                    <a:pt x="696" y="314"/>
                  </a:lnTo>
                  <a:lnTo>
                    <a:pt x="695" y="312"/>
                  </a:lnTo>
                  <a:lnTo>
                    <a:pt x="692" y="310"/>
                  </a:lnTo>
                  <a:lnTo>
                    <a:pt x="689" y="309"/>
                  </a:lnTo>
                  <a:lnTo>
                    <a:pt x="686" y="306"/>
                  </a:lnTo>
                  <a:lnTo>
                    <a:pt x="685" y="303"/>
                  </a:lnTo>
                  <a:lnTo>
                    <a:pt x="687" y="301"/>
                  </a:lnTo>
                  <a:lnTo>
                    <a:pt x="689" y="299"/>
                  </a:lnTo>
                  <a:lnTo>
                    <a:pt x="691" y="297"/>
                  </a:lnTo>
                  <a:lnTo>
                    <a:pt x="691" y="294"/>
                  </a:lnTo>
                  <a:lnTo>
                    <a:pt x="691" y="292"/>
                  </a:lnTo>
                  <a:lnTo>
                    <a:pt x="692" y="289"/>
                  </a:lnTo>
                  <a:lnTo>
                    <a:pt x="695" y="288"/>
                  </a:lnTo>
                  <a:lnTo>
                    <a:pt x="698" y="288"/>
                  </a:lnTo>
                  <a:lnTo>
                    <a:pt x="701" y="287"/>
                  </a:lnTo>
                  <a:lnTo>
                    <a:pt x="703" y="286"/>
                  </a:lnTo>
                  <a:lnTo>
                    <a:pt x="705" y="284"/>
                  </a:lnTo>
                  <a:lnTo>
                    <a:pt x="707" y="282"/>
                  </a:lnTo>
                  <a:lnTo>
                    <a:pt x="710" y="281"/>
                  </a:lnTo>
                  <a:lnTo>
                    <a:pt x="712" y="279"/>
                  </a:lnTo>
                  <a:lnTo>
                    <a:pt x="715" y="277"/>
                  </a:lnTo>
                  <a:lnTo>
                    <a:pt x="718" y="275"/>
                  </a:lnTo>
                  <a:lnTo>
                    <a:pt x="722" y="275"/>
                  </a:lnTo>
                  <a:lnTo>
                    <a:pt x="725" y="277"/>
                  </a:lnTo>
                  <a:lnTo>
                    <a:pt x="727" y="281"/>
                  </a:lnTo>
                  <a:lnTo>
                    <a:pt x="729" y="284"/>
                  </a:lnTo>
                  <a:lnTo>
                    <a:pt x="731" y="285"/>
                  </a:lnTo>
                  <a:lnTo>
                    <a:pt x="734" y="285"/>
                  </a:lnTo>
                  <a:lnTo>
                    <a:pt x="737" y="284"/>
                  </a:lnTo>
                  <a:lnTo>
                    <a:pt x="739" y="285"/>
                  </a:lnTo>
                  <a:lnTo>
                    <a:pt x="741" y="287"/>
                  </a:lnTo>
                  <a:lnTo>
                    <a:pt x="742" y="289"/>
                  </a:lnTo>
                  <a:lnTo>
                    <a:pt x="744" y="290"/>
                  </a:lnTo>
                  <a:lnTo>
                    <a:pt x="746" y="292"/>
                  </a:lnTo>
                  <a:lnTo>
                    <a:pt x="748" y="294"/>
                  </a:lnTo>
                  <a:lnTo>
                    <a:pt x="748" y="296"/>
                  </a:lnTo>
                  <a:lnTo>
                    <a:pt x="748" y="299"/>
                  </a:lnTo>
                  <a:lnTo>
                    <a:pt x="748" y="301"/>
                  </a:lnTo>
                  <a:lnTo>
                    <a:pt x="749" y="303"/>
                  </a:lnTo>
                  <a:close/>
                </a:path>
              </a:pathLst>
            </a:custGeom>
            <a:solidFill>
              <a:srgbClr val="86D1BC">
                <a:alpha val="24000"/>
              </a:srgbClr>
            </a:solidFill>
            <a:ln>
              <a:noFill/>
            </a:ln>
          </p:spPr>
          <p:txBody>
            <a:bodyPr anchor="ctr"/>
            <a:lstStyle/>
            <a:p>
              <a:pPr algn="ctr">
                <a:buNone/>
              </a:pPr>
            </a:p>
          </p:txBody>
        </p:sp>
        <p:sp>
          <p:nvSpPr>
            <p:cNvPr id="7691" name="addition:spatial:180">
              <a:extLst>
                <a:ext uri="{FF2B5EF4-FFF2-40B4-BE49-F238E27FC236}">
                  <ns2:creationId id="{411E91A0-544D-4455-9CB5-342549890EA8}"/>
                </a:ext>
              </a:extLst>
            </p:cNvPr>
            <p:cNvSpPr>
              <a:spLocks noGrp="1"/>
            </p:cNvSpPr>
            <p:nvPr/>
          </p:nvSpPr>
          <p:spPr>
            <a:xfrm>
              <a:off x="5648325" y="1666875"/>
              <a:ext cx="1030209" cy="475351"/>
            </a:xfrm>
            <a:custGeom>
              <a:rect l="l" t="t" r="r" b="b"/>
              <a:pathLst>
                <a:path w="777" h="281">
                  <a:moveTo>
                    <a:pt x="0" y="0"/>
                  </a:moveTo>
                  <a:moveTo>
                    <a:pt x="776" y="251"/>
                  </a:moveTo>
                  <a:lnTo>
                    <a:pt x="776" y="253"/>
                  </a:lnTo>
                  <a:lnTo>
                    <a:pt x="776" y="256"/>
                  </a:lnTo>
                  <a:lnTo>
                    <a:pt x="776" y="258"/>
                  </a:lnTo>
                  <a:lnTo>
                    <a:pt x="777" y="261"/>
                  </a:lnTo>
                  <a:lnTo>
                    <a:pt x="777" y="263"/>
                  </a:lnTo>
                  <a:lnTo>
                    <a:pt x="775" y="265"/>
                  </a:lnTo>
                  <a:lnTo>
                    <a:pt x="774" y="267"/>
                  </a:lnTo>
                  <a:lnTo>
                    <a:pt x="773" y="268"/>
                  </a:lnTo>
                  <a:lnTo>
                    <a:pt x="771" y="270"/>
                  </a:lnTo>
                  <a:lnTo>
                    <a:pt x="770" y="271"/>
                  </a:lnTo>
                  <a:lnTo>
                    <a:pt x="767" y="271"/>
                  </a:lnTo>
                  <a:lnTo>
                    <a:pt x="764" y="270"/>
                  </a:lnTo>
                  <a:lnTo>
                    <a:pt x="762" y="271"/>
                  </a:lnTo>
                  <a:lnTo>
                    <a:pt x="761" y="273"/>
                  </a:lnTo>
                  <a:lnTo>
                    <a:pt x="760" y="277"/>
                  </a:lnTo>
                  <a:lnTo>
                    <a:pt x="758" y="280"/>
                  </a:lnTo>
                  <a:lnTo>
                    <a:pt x="755" y="281"/>
                  </a:lnTo>
                  <a:lnTo>
                    <a:pt x="753" y="280"/>
                  </a:lnTo>
                  <a:lnTo>
                    <a:pt x="750" y="278"/>
                  </a:lnTo>
                  <a:lnTo>
                    <a:pt x="748" y="277"/>
                  </a:lnTo>
                  <a:lnTo>
                    <a:pt x="746" y="276"/>
                  </a:lnTo>
                  <a:lnTo>
                    <a:pt x="744" y="274"/>
                  </a:lnTo>
                  <a:lnTo>
                    <a:pt x="742" y="273"/>
                  </a:lnTo>
                  <a:lnTo>
                    <a:pt x="741" y="271"/>
                  </a:lnTo>
                  <a:lnTo>
                    <a:pt x="739" y="270"/>
                  </a:lnTo>
                  <a:lnTo>
                    <a:pt x="736" y="269"/>
                  </a:lnTo>
                  <a:lnTo>
                    <a:pt x="734" y="268"/>
                  </a:lnTo>
                  <a:lnTo>
                    <a:pt x="732" y="267"/>
                  </a:lnTo>
                  <a:lnTo>
                    <a:pt x="732" y="264"/>
                  </a:lnTo>
                  <a:lnTo>
                    <a:pt x="732" y="262"/>
                  </a:lnTo>
                  <a:lnTo>
                    <a:pt x="731" y="260"/>
                  </a:lnTo>
                  <a:lnTo>
                    <a:pt x="728" y="258"/>
                  </a:lnTo>
                  <a:lnTo>
                    <a:pt x="726" y="256"/>
                  </a:lnTo>
                  <a:lnTo>
                    <a:pt x="725" y="254"/>
                  </a:lnTo>
                  <a:lnTo>
                    <a:pt x="727" y="251"/>
                  </a:lnTo>
                  <a:lnTo>
                    <a:pt x="730" y="249"/>
                  </a:lnTo>
                  <a:lnTo>
                    <a:pt x="733" y="247"/>
                  </a:lnTo>
                  <a:lnTo>
                    <a:pt x="734" y="245"/>
                  </a:lnTo>
                  <a:lnTo>
                    <a:pt x="735" y="243"/>
                  </a:lnTo>
                  <a:lnTo>
                    <a:pt x="735" y="241"/>
                  </a:lnTo>
                  <a:lnTo>
                    <a:pt x="736" y="239"/>
                  </a:lnTo>
                  <a:lnTo>
                    <a:pt x="737" y="237"/>
                  </a:lnTo>
                  <a:lnTo>
                    <a:pt x="737" y="234"/>
                  </a:lnTo>
                  <a:lnTo>
                    <a:pt x="737" y="230"/>
                  </a:lnTo>
                  <a:lnTo>
                    <a:pt x="739" y="228"/>
                  </a:lnTo>
                  <a:lnTo>
                    <a:pt x="741" y="227"/>
                  </a:lnTo>
                  <a:lnTo>
                    <a:pt x="744" y="228"/>
                  </a:lnTo>
                  <a:lnTo>
                    <a:pt x="746" y="228"/>
                  </a:lnTo>
                  <a:lnTo>
                    <a:pt x="748" y="228"/>
                  </a:lnTo>
                  <a:lnTo>
                    <a:pt x="750" y="226"/>
                  </a:lnTo>
                  <a:lnTo>
                    <a:pt x="751" y="224"/>
                  </a:lnTo>
                  <a:lnTo>
                    <a:pt x="753" y="225"/>
                  </a:lnTo>
                  <a:lnTo>
                    <a:pt x="755" y="227"/>
                  </a:lnTo>
                  <a:lnTo>
                    <a:pt x="756" y="229"/>
                  </a:lnTo>
                  <a:lnTo>
                    <a:pt x="758" y="229"/>
                  </a:lnTo>
                  <a:lnTo>
                    <a:pt x="760" y="228"/>
                  </a:lnTo>
                  <a:lnTo>
                    <a:pt x="762" y="228"/>
                  </a:lnTo>
                  <a:lnTo>
                    <a:pt x="764" y="228"/>
                  </a:lnTo>
                  <a:lnTo>
                    <a:pt x="765" y="228"/>
                  </a:lnTo>
                  <a:lnTo>
                    <a:pt x="768" y="229"/>
                  </a:lnTo>
                  <a:lnTo>
                    <a:pt x="770" y="230"/>
                  </a:lnTo>
                  <a:lnTo>
                    <a:pt x="772" y="232"/>
                  </a:lnTo>
                  <a:lnTo>
                    <a:pt x="772" y="235"/>
                  </a:lnTo>
                  <a:lnTo>
                    <a:pt x="771" y="238"/>
                  </a:lnTo>
                  <a:lnTo>
                    <a:pt x="769" y="241"/>
                  </a:lnTo>
                  <a:lnTo>
                    <a:pt x="769" y="244"/>
                  </a:lnTo>
                  <a:lnTo>
                    <a:pt x="771" y="245"/>
                  </a:lnTo>
                  <a:lnTo>
                    <a:pt x="774" y="247"/>
                  </a:lnTo>
                  <a:lnTo>
                    <a:pt x="776" y="249"/>
                  </a:lnTo>
                  <a:close/>
                </a:path>
              </a:pathLst>
            </a:custGeom>
            <a:solidFill>
              <a:srgbClr val="86D1BC">
                <a:alpha val="24000"/>
              </a:srgbClr>
            </a:solidFill>
            <a:ln>
              <a:noFill/>
            </a:ln>
          </p:spPr>
          <p:txBody>
            <a:bodyPr anchor="ctr"/>
            <a:lstStyle/>
            <a:p>
              <a:pPr algn="ctr">
                <a:buNone/>
              </a:pPr>
            </a:p>
          </p:txBody>
        </p:sp>
        <p:sp>
          <p:nvSpPr>
            <p:cNvPr id="7692" name="addition:spatial:181">
              <a:extLst>
                <a:ext uri="{FF2B5EF4-FFF2-40B4-BE49-F238E27FC236}">
                  <ns2:creationId id="{75FC5B9E-D0F4-41E7-85B2-34EDA6A01035}"/>
                </a:ext>
              </a:extLst>
            </p:cNvPr>
            <p:cNvSpPr>
              <a:spLocks noGrp="1"/>
            </p:cNvSpPr>
            <p:nvPr/>
          </p:nvSpPr>
          <p:spPr>
            <a:xfrm>
              <a:off x="5648325" y="1666875"/>
              <a:ext cx="1134953" cy="431368"/>
            </a:xfrm>
            <a:custGeom>
              <a:rect l="l" t="t" r="r" b="b"/>
              <a:pathLst>
                <a:path w="856" h="255">
                  <a:moveTo>
                    <a:pt x="0" y="0"/>
                  </a:moveTo>
                  <a:moveTo>
                    <a:pt x="853" y="226"/>
                  </a:moveTo>
                  <a:lnTo>
                    <a:pt x="853" y="228"/>
                  </a:lnTo>
                  <a:lnTo>
                    <a:pt x="855" y="230"/>
                  </a:lnTo>
                  <a:lnTo>
                    <a:pt x="856" y="233"/>
                  </a:lnTo>
                  <a:lnTo>
                    <a:pt x="855" y="235"/>
                  </a:lnTo>
                  <a:lnTo>
                    <a:pt x="854" y="237"/>
                  </a:lnTo>
                  <a:lnTo>
                    <a:pt x="853" y="240"/>
                  </a:lnTo>
                  <a:lnTo>
                    <a:pt x="853" y="242"/>
                  </a:lnTo>
                  <a:lnTo>
                    <a:pt x="853" y="245"/>
                  </a:lnTo>
                  <a:lnTo>
                    <a:pt x="851" y="247"/>
                  </a:lnTo>
                  <a:lnTo>
                    <a:pt x="848" y="247"/>
                  </a:lnTo>
                  <a:lnTo>
                    <a:pt x="843" y="246"/>
                  </a:lnTo>
                  <a:lnTo>
                    <a:pt x="840" y="245"/>
                  </a:lnTo>
                  <a:lnTo>
                    <a:pt x="839" y="246"/>
                  </a:lnTo>
                  <a:lnTo>
                    <a:pt x="837" y="249"/>
                  </a:lnTo>
                  <a:lnTo>
                    <a:pt x="836" y="252"/>
                  </a:lnTo>
                  <a:lnTo>
                    <a:pt x="833" y="254"/>
                  </a:lnTo>
                  <a:lnTo>
                    <a:pt x="830" y="254"/>
                  </a:lnTo>
                  <a:lnTo>
                    <a:pt x="827" y="254"/>
                  </a:lnTo>
                  <a:lnTo>
                    <a:pt x="824" y="255"/>
                  </a:lnTo>
                  <a:lnTo>
                    <a:pt x="821" y="254"/>
                  </a:lnTo>
                  <a:lnTo>
                    <a:pt x="818" y="253"/>
                  </a:lnTo>
                  <a:lnTo>
                    <a:pt x="816" y="250"/>
                  </a:lnTo>
                  <a:lnTo>
                    <a:pt x="814" y="247"/>
                  </a:lnTo>
                  <a:lnTo>
                    <a:pt x="811" y="246"/>
                  </a:lnTo>
                  <a:lnTo>
                    <a:pt x="808" y="246"/>
                  </a:lnTo>
                  <a:lnTo>
                    <a:pt x="805" y="245"/>
                  </a:lnTo>
                  <a:lnTo>
                    <a:pt x="803" y="243"/>
                  </a:lnTo>
                  <a:lnTo>
                    <a:pt x="802" y="240"/>
                  </a:lnTo>
                  <a:lnTo>
                    <a:pt x="802" y="238"/>
                  </a:lnTo>
                  <a:lnTo>
                    <a:pt x="801" y="236"/>
                  </a:lnTo>
                  <a:lnTo>
                    <a:pt x="797" y="235"/>
                  </a:lnTo>
                  <a:lnTo>
                    <a:pt x="794" y="233"/>
                  </a:lnTo>
                  <a:lnTo>
                    <a:pt x="791" y="231"/>
                  </a:lnTo>
                  <a:lnTo>
                    <a:pt x="791" y="228"/>
                  </a:lnTo>
                  <a:lnTo>
                    <a:pt x="793" y="226"/>
                  </a:lnTo>
                  <a:lnTo>
                    <a:pt x="794" y="223"/>
                  </a:lnTo>
                  <a:lnTo>
                    <a:pt x="796" y="221"/>
                  </a:lnTo>
                  <a:lnTo>
                    <a:pt x="798" y="219"/>
                  </a:lnTo>
                  <a:lnTo>
                    <a:pt x="801" y="217"/>
                  </a:lnTo>
                  <a:lnTo>
                    <a:pt x="804" y="216"/>
                  </a:lnTo>
                  <a:lnTo>
                    <a:pt x="806" y="214"/>
                  </a:lnTo>
                  <a:lnTo>
                    <a:pt x="805" y="211"/>
                  </a:lnTo>
                  <a:lnTo>
                    <a:pt x="805" y="207"/>
                  </a:lnTo>
                  <a:lnTo>
                    <a:pt x="806" y="204"/>
                  </a:lnTo>
                  <a:lnTo>
                    <a:pt x="808" y="203"/>
                  </a:lnTo>
                  <a:lnTo>
                    <a:pt x="812" y="202"/>
                  </a:lnTo>
                  <a:lnTo>
                    <a:pt x="815" y="202"/>
                  </a:lnTo>
                  <a:lnTo>
                    <a:pt x="818" y="201"/>
                  </a:lnTo>
                  <a:lnTo>
                    <a:pt x="820" y="199"/>
                  </a:lnTo>
                  <a:lnTo>
                    <a:pt x="822" y="197"/>
                  </a:lnTo>
                  <a:lnTo>
                    <a:pt x="825" y="197"/>
                  </a:lnTo>
                  <a:lnTo>
                    <a:pt x="828" y="199"/>
                  </a:lnTo>
                  <a:lnTo>
                    <a:pt x="830" y="200"/>
                  </a:lnTo>
                  <a:lnTo>
                    <a:pt x="832" y="201"/>
                  </a:lnTo>
                  <a:lnTo>
                    <a:pt x="834" y="201"/>
                  </a:lnTo>
                  <a:lnTo>
                    <a:pt x="836" y="202"/>
                  </a:lnTo>
                  <a:lnTo>
                    <a:pt x="838" y="203"/>
                  </a:lnTo>
                  <a:lnTo>
                    <a:pt x="840" y="204"/>
                  </a:lnTo>
                  <a:lnTo>
                    <a:pt x="842" y="203"/>
                  </a:lnTo>
                  <a:lnTo>
                    <a:pt x="846" y="202"/>
                  </a:lnTo>
                  <a:lnTo>
                    <a:pt x="850" y="202"/>
                  </a:lnTo>
                  <a:lnTo>
                    <a:pt x="852" y="205"/>
                  </a:lnTo>
                  <a:lnTo>
                    <a:pt x="851" y="208"/>
                  </a:lnTo>
                  <a:lnTo>
                    <a:pt x="849" y="212"/>
                  </a:lnTo>
                  <a:lnTo>
                    <a:pt x="848" y="215"/>
                  </a:lnTo>
                  <a:lnTo>
                    <a:pt x="850" y="217"/>
                  </a:lnTo>
                  <a:lnTo>
                    <a:pt x="852" y="219"/>
                  </a:lnTo>
                  <a:lnTo>
                    <a:pt x="853" y="221"/>
                  </a:lnTo>
                  <a:lnTo>
                    <a:pt x="853" y="223"/>
                  </a:lnTo>
                  <a:close/>
                </a:path>
              </a:pathLst>
            </a:custGeom>
            <a:solidFill>
              <a:srgbClr val="86D1BC">
                <a:alpha val="24000"/>
              </a:srgbClr>
            </a:solidFill>
            <a:ln>
              <a:noFill/>
            </a:ln>
          </p:spPr>
          <p:txBody>
            <a:bodyPr anchor="ctr"/>
            <a:lstStyle/>
            <a:p>
              <a:pPr algn="ctr">
                <a:buNone/>
              </a:pPr>
            </a:p>
          </p:txBody>
        </p:sp>
        <p:sp>
          <p:nvSpPr>
            <p:cNvPr id="7693" name="addition:spatial:182">
              <a:extLst>
                <a:ext uri="{FF2B5EF4-FFF2-40B4-BE49-F238E27FC236}">
                  <ns2:creationId id="{ADDF6FF6-C341-4143-9813-31339FF5ECF5}"/>
                </a:ext>
              </a:extLst>
            </p:cNvPr>
            <p:cNvSpPr>
              <a:spLocks noGrp="1"/>
            </p:cNvSpPr>
            <p:nvPr/>
          </p:nvSpPr>
          <p:spPr>
            <a:xfrm>
              <a:off x="5648325" y="1666875"/>
              <a:ext cx="1222461" cy="483809"/>
            </a:xfrm>
            <a:custGeom>
              <a:rect l="l" t="t" r="r" b="b"/>
              <a:pathLst>
                <a:path w="922" h="286">
                  <a:moveTo>
                    <a:pt x="0" y="0"/>
                  </a:moveTo>
                  <a:moveTo>
                    <a:pt x="920" y="260"/>
                  </a:moveTo>
                  <a:lnTo>
                    <a:pt x="917" y="262"/>
                  </a:lnTo>
                  <a:lnTo>
                    <a:pt x="915" y="264"/>
                  </a:lnTo>
                  <a:lnTo>
                    <a:pt x="914" y="265"/>
                  </a:lnTo>
                  <a:lnTo>
                    <a:pt x="915" y="268"/>
                  </a:lnTo>
                  <a:lnTo>
                    <a:pt x="915" y="270"/>
                  </a:lnTo>
                  <a:lnTo>
                    <a:pt x="914" y="273"/>
                  </a:lnTo>
                  <a:lnTo>
                    <a:pt x="914" y="275"/>
                  </a:lnTo>
                  <a:lnTo>
                    <a:pt x="914" y="278"/>
                  </a:lnTo>
                  <a:lnTo>
                    <a:pt x="913" y="281"/>
                  </a:lnTo>
                  <a:lnTo>
                    <a:pt x="912" y="283"/>
                  </a:lnTo>
                  <a:lnTo>
                    <a:pt x="909" y="283"/>
                  </a:lnTo>
                  <a:lnTo>
                    <a:pt x="906" y="282"/>
                  </a:lnTo>
                  <a:lnTo>
                    <a:pt x="904" y="281"/>
                  </a:lnTo>
                  <a:lnTo>
                    <a:pt x="903" y="282"/>
                  </a:lnTo>
                  <a:lnTo>
                    <a:pt x="902" y="284"/>
                  </a:lnTo>
                  <a:lnTo>
                    <a:pt x="900" y="286"/>
                  </a:lnTo>
                  <a:lnTo>
                    <a:pt x="898" y="285"/>
                  </a:lnTo>
                  <a:lnTo>
                    <a:pt x="897" y="284"/>
                  </a:lnTo>
                  <a:lnTo>
                    <a:pt x="895" y="282"/>
                  </a:lnTo>
                  <a:lnTo>
                    <a:pt x="894" y="282"/>
                  </a:lnTo>
                  <a:lnTo>
                    <a:pt x="892" y="284"/>
                  </a:lnTo>
                  <a:lnTo>
                    <a:pt x="889" y="284"/>
                  </a:lnTo>
                  <a:lnTo>
                    <a:pt x="887" y="284"/>
                  </a:lnTo>
                  <a:lnTo>
                    <a:pt x="885" y="283"/>
                  </a:lnTo>
                  <a:lnTo>
                    <a:pt x="883" y="281"/>
                  </a:lnTo>
                  <a:lnTo>
                    <a:pt x="882" y="280"/>
                  </a:lnTo>
                  <a:lnTo>
                    <a:pt x="880" y="278"/>
                  </a:lnTo>
                  <a:lnTo>
                    <a:pt x="880" y="275"/>
                  </a:lnTo>
                  <a:lnTo>
                    <a:pt x="881" y="271"/>
                  </a:lnTo>
                  <a:lnTo>
                    <a:pt x="881" y="269"/>
                  </a:lnTo>
                  <a:lnTo>
                    <a:pt x="880" y="267"/>
                  </a:lnTo>
                  <a:lnTo>
                    <a:pt x="878" y="266"/>
                  </a:lnTo>
                  <a:lnTo>
                    <a:pt x="874" y="264"/>
                  </a:lnTo>
                  <a:lnTo>
                    <a:pt x="872" y="262"/>
                  </a:lnTo>
                  <a:lnTo>
                    <a:pt x="872" y="260"/>
                  </a:lnTo>
                  <a:lnTo>
                    <a:pt x="873" y="257"/>
                  </a:lnTo>
                  <a:lnTo>
                    <a:pt x="873" y="255"/>
                  </a:lnTo>
                  <a:lnTo>
                    <a:pt x="873" y="253"/>
                  </a:lnTo>
                  <a:lnTo>
                    <a:pt x="873" y="250"/>
                  </a:lnTo>
                  <a:lnTo>
                    <a:pt x="874" y="248"/>
                  </a:lnTo>
                  <a:lnTo>
                    <a:pt x="875" y="246"/>
                  </a:lnTo>
                  <a:lnTo>
                    <a:pt x="877" y="245"/>
                  </a:lnTo>
                  <a:lnTo>
                    <a:pt x="879" y="243"/>
                  </a:lnTo>
                  <a:lnTo>
                    <a:pt x="880" y="242"/>
                  </a:lnTo>
                  <a:lnTo>
                    <a:pt x="882" y="240"/>
                  </a:lnTo>
                  <a:lnTo>
                    <a:pt x="884" y="240"/>
                  </a:lnTo>
                  <a:lnTo>
                    <a:pt x="886" y="240"/>
                  </a:lnTo>
                  <a:lnTo>
                    <a:pt x="888" y="239"/>
                  </a:lnTo>
                  <a:lnTo>
                    <a:pt x="890" y="236"/>
                  </a:lnTo>
                  <a:lnTo>
                    <a:pt x="891" y="232"/>
                  </a:lnTo>
                  <a:lnTo>
                    <a:pt x="893" y="230"/>
                  </a:lnTo>
                  <a:lnTo>
                    <a:pt x="896" y="230"/>
                  </a:lnTo>
                  <a:lnTo>
                    <a:pt x="899" y="232"/>
                  </a:lnTo>
                  <a:lnTo>
                    <a:pt x="901" y="234"/>
                  </a:lnTo>
                  <a:lnTo>
                    <a:pt x="903" y="236"/>
                  </a:lnTo>
                  <a:lnTo>
                    <a:pt x="905" y="237"/>
                  </a:lnTo>
                  <a:lnTo>
                    <a:pt x="907" y="238"/>
                  </a:lnTo>
                  <a:lnTo>
                    <a:pt x="909" y="239"/>
                  </a:lnTo>
                  <a:lnTo>
                    <a:pt x="910" y="240"/>
                  </a:lnTo>
                  <a:lnTo>
                    <a:pt x="912" y="241"/>
                  </a:lnTo>
                  <a:lnTo>
                    <a:pt x="914" y="241"/>
                  </a:lnTo>
                  <a:lnTo>
                    <a:pt x="917" y="242"/>
                  </a:lnTo>
                  <a:lnTo>
                    <a:pt x="918" y="244"/>
                  </a:lnTo>
                  <a:lnTo>
                    <a:pt x="918" y="246"/>
                  </a:lnTo>
                  <a:lnTo>
                    <a:pt x="918" y="249"/>
                  </a:lnTo>
                  <a:lnTo>
                    <a:pt x="919" y="251"/>
                  </a:lnTo>
                  <a:lnTo>
                    <a:pt x="921" y="252"/>
                  </a:lnTo>
                  <a:lnTo>
                    <a:pt x="922" y="254"/>
                  </a:lnTo>
                  <a:lnTo>
                    <a:pt x="922" y="257"/>
                  </a:lnTo>
                  <a:close/>
                </a:path>
              </a:pathLst>
            </a:custGeom>
            <a:solidFill>
              <a:srgbClr val="86D1BC">
                <a:alpha val="24000"/>
              </a:srgbClr>
            </a:solidFill>
            <a:ln>
              <a:noFill/>
            </a:ln>
          </p:spPr>
          <p:txBody>
            <a:bodyPr anchor="ctr"/>
            <a:lstStyle/>
            <a:p>
              <a:pPr algn="ctr">
                <a:buNone/>
              </a:pPr>
            </a:p>
          </p:txBody>
        </p:sp>
        <p:sp>
          <p:nvSpPr>
            <p:cNvPr id="7694" name="addition:spatial:183">
              <a:extLst>
                <a:ext uri="{FF2B5EF4-FFF2-40B4-BE49-F238E27FC236}">
                  <ns2:creationId id="{E7386AC6-7438-4295-B63F-2191C0FCDC34}"/>
                </a:ext>
              </a:extLst>
            </p:cNvPr>
            <p:cNvSpPr>
              <a:spLocks noGrp="1"/>
            </p:cNvSpPr>
            <p:nvPr/>
          </p:nvSpPr>
          <p:spPr>
            <a:xfrm>
              <a:off x="5648325" y="1666875"/>
              <a:ext cx="1689171" cy="833979"/>
            </a:xfrm>
            <a:custGeom>
              <a:rect l="l" t="t" r="r" b="b"/>
              <a:pathLst>
                <a:path w="1274" h="493">
                  <a:moveTo>
                    <a:pt x="0" y="0"/>
                  </a:moveTo>
                  <a:moveTo>
                    <a:pt x="1267" y="354"/>
                  </a:moveTo>
                  <a:lnTo>
                    <a:pt x="1255" y="367"/>
                  </a:lnTo>
                  <a:lnTo>
                    <a:pt x="1237" y="377"/>
                  </a:lnTo>
                  <a:lnTo>
                    <a:pt x="1218" y="385"/>
                  </a:lnTo>
                  <a:lnTo>
                    <a:pt x="1208" y="394"/>
                  </a:lnTo>
                  <a:lnTo>
                    <a:pt x="1212" y="407"/>
                  </a:lnTo>
                  <a:lnTo>
                    <a:pt x="1220" y="425"/>
                  </a:lnTo>
                  <a:lnTo>
                    <a:pt x="1221" y="442"/>
                  </a:lnTo>
                  <a:lnTo>
                    <a:pt x="1210" y="453"/>
                  </a:lnTo>
                  <a:lnTo>
                    <a:pt x="1193" y="458"/>
                  </a:lnTo>
                  <a:lnTo>
                    <a:pt x="1176" y="462"/>
                  </a:lnTo>
                  <a:lnTo>
                    <a:pt x="1165" y="470"/>
                  </a:lnTo>
                  <a:lnTo>
                    <a:pt x="1156" y="482"/>
                  </a:lnTo>
                  <a:lnTo>
                    <a:pt x="1145" y="491"/>
                  </a:lnTo>
                  <a:lnTo>
                    <a:pt x="1130" y="493"/>
                  </a:lnTo>
                  <a:lnTo>
                    <a:pt x="1115" y="490"/>
                  </a:lnTo>
                  <a:lnTo>
                    <a:pt x="1101" y="486"/>
                  </a:lnTo>
                  <a:lnTo>
                    <a:pt x="1089" y="485"/>
                  </a:lnTo>
                  <a:lnTo>
                    <a:pt x="1077" y="485"/>
                  </a:lnTo>
                  <a:lnTo>
                    <a:pt x="1066" y="480"/>
                  </a:lnTo>
                  <a:lnTo>
                    <a:pt x="1056" y="473"/>
                  </a:lnTo>
                  <a:lnTo>
                    <a:pt x="1046" y="469"/>
                  </a:lnTo>
                  <a:lnTo>
                    <a:pt x="1032" y="474"/>
                  </a:lnTo>
                  <a:lnTo>
                    <a:pt x="1012" y="484"/>
                  </a:lnTo>
                  <a:lnTo>
                    <a:pt x="990" y="490"/>
                  </a:lnTo>
                  <a:lnTo>
                    <a:pt x="975" y="483"/>
                  </a:lnTo>
                  <a:lnTo>
                    <a:pt x="972" y="466"/>
                  </a:lnTo>
                  <a:lnTo>
                    <a:pt x="975" y="446"/>
                  </a:lnTo>
                  <a:lnTo>
                    <a:pt x="975" y="430"/>
                  </a:lnTo>
                  <a:lnTo>
                    <a:pt x="969" y="420"/>
                  </a:lnTo>
                  <a:lnTo>
                    <a:pt x="959" y="411"/>
                  </a:lnTo>
                  <a:lnTo>
                    <a:pt x="951" y="400"/>
                  </a:lnTo>
                  <a:lnTo>
                    <a:pt x="948" y="388"/>
                  </a:lnTo>
                  <a:lnTo>
                    <a:pt x="944" y="377"/>
                  </a:lnTo>
                  <a:lnTo>
                    <a:pt x="936" y="366"/>
                  </a:lnTo>
                  <a:lnTo>
                    <a:pt x="925" y="354"/>
                  </a:lnTo>
                  <a:lnTo>
                    <a:pt x="918" y="341"/>
                  </a:lnTo>
                  <a:lnTo>
                    <a:pt x="920" y="329"/>
                  </a:lnTo>
                  <a:lnTo>
                    <a:pt x="926" y="317"/>
                  </a:lnTo>
                  <a:lnTo>
                    <a:pt x="928" y="305"/>
                  </a:lnTo>
                  <a:lnTo>
                    <a:pt x="923" y="291"/>
                  </a:lnTo>
                  <a:lnTo>
                    <a:pt x="918" y="274"/>
                  </a:lnTo>
                  <a:lnTo>
                    <a:pt x="924" y="261"/>
                  </a:lnTo>
                  <a:lnTo>
                    <a:pt x="943" y="257"/>
                  </a:lnTo>
                  <a:lnTo>
                    <a:pt x="967" y="260"/>
                  </a:lnTo>
                  <a:lnTo>
                    <a:pt x="987" y="263"/>
                  </a:lnTo>
                  <a:lnTo>
                    <a:pt x="999" y="259"/>
                  </a:lnTo>
                  <a:lnTo>
                    <a:pt x="1005" y="247"/>
                  </a:lnTo>
                  <a:lnTo>
                    <a:pt x="1013" y="232"/>
                  </a:lnTo>
                  <a:lnTo>
                    <a:pt x="1025" y="222"/>
                  </a:lnTo>
                  <a:lnTo>
                    <a:pt x="1040" y="215"/>
                  </a:lnTo>
                  <a:lnTo>
                    <a:pt x="1056" y="208"/>
                  </a:lnTo>
                  <a:lnTo>
                    <a:pt x="1074" y="201"/>
                  </a:lnTo>
                  <a:lnTo>
                    <a:pt x="1092" y="198"/>
                  </a:lnTo>
                  <a:lnTo>
                    <a:pt x="1111" y="205"/>
                  </a:lnTo>
                  <a:lnTo>
                    <a:pt x="1126" y="218"/>
                  </a:lnTo>
                  <a:lnTo>
                    <a:pt x="1139" y="232"/>
                  </a:lnTo>
                  <a:lnTo>
                    <a:pt x="1153" y="237"/>
                  </a:lnTo>
                  <a:lnTo>
                    <a:pt x="1171" y="236"/>
                  </a:lnTo>
                  <a:lnTo>
                    <a:pt x="1190" y="236"/>
                  </a:lnTo>
                  <a:lnTo>
                    <a:pt x="1203" y="244"/>
                  </a:lnTo>
                  <a:lnTo>
                    <a:pt x="1208" y="259"/>
                  </a:lnTo>
                  <a:lnTo>
                    <a:pt x="1210" y="274"/>
                  </a:lnTo>
                  <a:lnTo>
                    <a:pt x="1218" y="282"/>
                  </a:lnTo>
                  <a:lnTo>
                    <a:pt x="1235" y="287"/>
                  </a:lnTo>
                  <a:lnTo>
                    <a:pt x="1255" y="291"/>
                  </a:lnTo>
                  <a:lnTo>
                    <a:pt x="1269" y="300"/>
                  </a:lnTo>
                  <a:lnTo>
                    <a:pt x="1274" y="313"/>
                  </a:lnTo>
                  <a:lnTo>
                    <a:pt x="1273" y="327"/>
                  </a:lnTo>
                  <a:lnTo>
                    <a:pt x="1271" y="341"/>
                  </a:lnTo>
                  <a:close/>
                </a:path>
              </a:pathLst>
            </a:custGeom>
            <a:solidFill>
              <a:srgbClr val="EFD4E3">
                <a:alpha val="43000"/>
              </a:srgbClr>
            </a:solidFill>
            <a:ln>
              <a:noFill/>
            </a:ln>
          </p:spPr>
          <p:txBody>
            <a:bodyPr anchor="ctr"/>
            <a:lstStyle/>
            <a:p>
              <a:pPr algn="ctr">
                <a:buNone/>
              </a:pPr>
            </a:p>
          </p:txBody>
        </p:sp>
        <p:sp>
          <p:nvSpPr>
            <p:cNvPr id="7695" name="addition:spatial:184">
              <a:extLst>
                <a:ext uri="{FF2B5EF4-FFF2-40B4-BE49-F238E27FC236}">
                  <ns2:creationId id="{3D88671D-D008-4476-BD49-18DB613DD48C}"/>
                </a:ext>
              </a:extLst>
            </p:cNvPr>
            <p:cNvSpPr>
              <a:spLocks noGrp="1"/>
            </p:cNvSpPr>
            <p:nvPr/>
          </p:nvSpPr>
          <p:spPr>
            <a:xfrm>
              <a:off x="5648325" y="1666875"/>
              <a:ext cx="1620225" cy="842437"/>
            </a:xfrm>
            <a:custGeom>
              <a:rect l="l" t="t" r="r" b="b"/>
              <a:pathLst>
                <a:path w="1222" h="498">
                  <a:moveTo>
                    <a:pt x="0" y="0"/>
                  </a:moveTo>
                  <a:moveTo>
                    <a:pt x="1201" y="359"/>
                  </a:moveTo>
                  <a:lnTo>
                    <a:pt x="1215" y="370"/>
                  </a:lnTo>
                  <a:lnTo>
                    <a:pt x="1222" y="382"/>
                  </a:lnTo>
                  <a:lnTo>
                    <a:pt x="1217" y="392"/>
                  </a:lnTo>
                  <a:lnTo>
                    <a:pt x="1207" y="400"/>
                  </a:lnTo>
                  <a:lnTo>
                    <a:pt x="1200" y="409"/>
                  </a:lnTo>
                  <a:lnTo>
                    <a:pt x="1201" y="420"/>
                  </a:lnTo>
                  <a:lnTo>
                    <a:pt x="1204" y="434"/>
                  </a:lnTo>
                  <a:lnTo>
                    <a:pt x="1201" y="445"/>
                  </a:lnTo>
                  <a:lnTo>
                    <a:pt x="1190" y="451"/>
                  </a:lnTo>
                  <a:lnTo>
                    <a:pt x="1175" y="452"/>
                  </a:lnTo>
                  <a:lnTo>
                    <a:pt x="1162" y="453"/>
                  </a:lnTo>
                  <a:lnTo>
                    <a:pt x="1151" y="455"/>
                  </a:lnTo>
                  <a:lnTo>
                    <a:pt x="1141" y="459"/>
                  </a:lnTo>
                  <a:lnTo>
                    <a:pt x="1130" y="460"/>
                  </a:lnTo>
                  <a:lnTo>
                    <a:pt x="1119" y="460"/>
                  </a:lnTo>
                  <a:lnTo>
                    <a:pt x="1108" y="464"/>
                  </a:lnTo>
                  <a:lnTo>
                    <a:pt x="1097" y="475"/>
                  </a:lnTo>
                  <a:lnTo>
                    <a:pt x="1083" y="490"/>
                  </a:lnTo>
                  <a:lnTo>
                    <a:pt x="1066" y="498"/>
                  </a:lnTo>
                  <a:lnTo>
                    <a:pt x="1051" y="494"/>
                  </a:lnTo>
                  <a:lnTo>
                    <a:pt x="1039" y="480"/>
                  </a:lnTo>
                  <a:lnTo>
                    <a:pt x="1030" y="464"/>
                  </a:lnTo>
                  <a:lnTo>
                    <a:pt x="1021" y="455"/>
                  </a:lnTo>
                  <a:lnTo>
                    <a:pt x="1007" y="451"/>
                  </a:lnTo>
                  <a:lnTo>
                    <a:pt x="992" y="449"/>
                  </a:lnTo>
                  <a:lnTo>
                    <a:pt x="981" y="443"/>
                  </a:lnTo>
                  <a:lnTo>
                    <a:pt x="973" y="433"/>
                  </a:lnTo>
                  <a:lnTo>
                    <a:pt x="967" y="423"/>
                  </a:lnTo>
                  <a:lnTo>
                    <a:pt x="957" y="416"/>
                  </a:lnTo>
                  <a:lnTo>
                    <a:pt x="945" y="409"/>
                  </a:lnTo>
                  <a:lnTo>
                    <a:pt x="936" y="401"/>
                  </a:lnTo>
                  <a:lnTo>
                    <a:pt x="931" y="391"/>
                  </a:lnTo>
                  <a:lnTo>
                    <a:pt x="930" y="380"/>
                  </a:lnTo>
                  <a:lnTo>
                    <a:pt x="924" y="370"/>
                  </a:lnTo>
                  <a:lnTo>
                    <a:pt x="915" y="359"/>
                  </a:lnTo>
                  <a:lnTo>
                    <a:pt x="910" y="347"/>
                  </a:lnTo>
                  <a:lnTo>
                    <a:pt x="915" y="335"/>
                  </a:lnTo>
                  <a:lnTo>
                    <a:pt x="934" y="327"/>
                  </a:lnTo>
                  <a:lnTo>
                    <a:pt x="957" y="322"/>
                  </a:lnTo>
                  <a:lnTo>
                    <a:pt x="974" y="317"/>
                  </a:lnTo>
                  <a:lnTo>
                    <a:pt x="979" y="309"/>
                  </a:lnTo>
                  <a:lnTo>
                    <a:pt x="977" y="296"/>
                  </a:lnTo>
                  <a:lnTo>
                    <a:pt x="978" y="282"/>
                  </a:lnTo>
                  <a:lnTo>
                    <a:pt x="985" y="271"/>
                  </a:lnTo>
                  <a:lnTo>
                    <a:pt x="995" y="263"/>
                  </a:lnTo>
                  <a:lnTo>
                    <a:pt x="1006" y="255"/>
                  </a:lnTo>
                  <a:lnTo>
                    <a:pt x="1017" y="246"/>
                  </a:lnTo>
                  <a:lnTo>
                    <a:pt x="1030" y="240"/>
                  </a:lnTo>
                  <a:lnTo>
                    <a:pt x="1045" y="240"/>
                  </a:lnTo>
                  <a:lnTo>
                    <a:pt x="1060" y="244"/>
                  </a:lnTo>
                  <a:lnTo>
                    <a:pt x="1073" y="248"/>
                  </a:lnTo>
                  <a:lnTo>
                    <a:pt x="1085" y="246"/>
                  </a:lnTo>
                  <a:lnTo>
                    <a:pt x="1096" y="241"/>
                  </a:lnTo>
                  <a:lnTo>
                    <a:pt x="1108" y="239"/>
                  </a:lnTo>
                  <a:lnTo>
                    <a:pt x="1118" y="245"/>
                  </a:lnTo>
                  <a:lnTo>
                    <a:pt x="1125" y="257"/>
                  </a:lnTo>
                  <a:lnTo>
                    <a:pt x="1131" y="267"/>
                  </a:lnTo>
                  <a:lnTo>
                    <a:pt x="1140" y="268"/>
                  </a:lnTo>
                  <a:lnTo>
                    <a:pt x="1155" y="263"/>
                  </a:lnTo>
                  <a:lnTo>
                    <a:pt x="1173" y="259"/>
                  </a:lnTo>
                  <a:lnTo>
                    <a:pt x="1187" y="262"/>
                  </a:lnTo>
                  <a:lnTo>
                    <a:pt x="1194" y="271"/>
                  </a:lnTo>
                  <a:lnTo>
                    <a:pt x="1197" y="283"/>
                  </a:lnTo>
                  <a:lnTo>
                    <a:pt x="1200" y="295"/>
                  </a:lnTo>
                  <a:lnTo>
                    <a:pt x="1201" y="306"/>
                  </a:lnTo>
                  <a:lnTo>
                    <a:pt x="1199" y="318"/>
                  </a:lnTo>
                  <a:lnTo>
                    <a:pt x="1192" y="331"/>
                  </a:lnTo>
                  <a:lnTo>
                    <a:pt x="1186" y="341"/>
                  </a:lnTo>
                  <a:lnTo>
                    <a:pt x="1188" y="350"/>
                  </a:lnTo>
                  <a:close/>
                </a:path>
              </a:pathLst>
            </a:custGeom>
            <a:solidFill>
              <a:srgbClr val="DA9FC0">
                <a:alpha val="43000"/>
              </a:srgbClr>
            </a:solidFill>
            <a:ln>
              <a:noFill/>
            </a:ln>
          </p:spPr>
          <p:txBody>
            <a:bodyPr anchor="ctr"/>
            <a:lstStyle/>
            <a:p>
              <a:pPr algn="ctr">
                <a:buNone/>
              </a:pPr>
            </a:p>
          </p:txBody>
        </p:sp>
        <p:sp>
          <p:nvSpPr>
            <p:cNvPr id="7696" name="addition:spatial:185">
              <a:extLst>
                <a:ext uri="{FF2B5EF4-FFF2-40B4-BE49-F238E27FC236}">
                  <ns2:creationId id="{85C39FE4-7C4B-403C-BD72-390151F72A51}"/>
                </a:ext>
              </a:extLst>
            </p:cNvPr>
            <p:cNvSpPr>
              <a:spLocks noGrp="1"/>
            </p:cNvSpPr>
            <p:nvPr/>
          </p:nvSpPr>
          <p:spPr>
            <a:xfrm>
              <a:off x="5648325" y="1666875"/>
              <a:ext cx="1614922" cy="793379"/>
            </a:xfrm>
            <a:custGeom>
              <a:rect l="l" t="t" r="r" b="b"/>
              <a:pathLst>
                <a:path w="1218" h="469">
                  <a:moveTo>
                    <a:pt x="0" y="0"/>
                  </a:moveTo>
                  <a:moveTo>
                    <a:pt x="1194" y="364"/>
                  </a:moveTo>
                  <a:lnTo>
                    <a:pt x="1178" y="372"/>
                  </a:lnTo>
                  <a:lnTo>
                    <a:pt x="1170" y="379"/>
                  </a:lnTo>
                  <a:lnTo>
                    <a:pt x="1170" y="388"/>
                  </a:lnTo>
                  <a:lnTo>
                    <a:pt x="1172" y="397"/>
                  </a:lnTo>
                  <a:lnTo>
                    <a:pt x="1172" y="407"/>
                  </a:lnTo>
                  <a:lnTo>
                    <a:pt x="1168" y="416"/>
                  </a:lnTo>
                  <a:lnTo>
                    <a:pt x="1164" y="425"/>
                  </a:lnTo>
                  <a:lnTo>
                    <a:pt x="1162" y="436"/>
                  </a:lnTo>
                  <a:lnTo>
                    <a:pt x="1157" y="446"/>
                  </a:lnTo>
                  <a:lnTo>
                    <a:pt x="1147" y="452"/>
                  </a:lnTo>
                  <a:lnTo>
                    <a:pt x="1134" y="453"/>
                  </a:lnTo>
                  <a:lnTo>
                    <a:pt x="1122" y="452"/>
                  </a:lnTo>
                  <a:lnTo>
                    <a:pt x="1112" y="455"/>
                  </a:lnTo>
                  <a:lnTo>
                    <a:pt x="1105" y="462"/>
                  </a:lnTo>
                  <a:lnTo>
                    <a:pt x="1098" y="469"/>
                  </a:lnTo>
                  <a:lnTo>
                    <a:pt x="1088" y="469"/>
                  </a:lnTo>
                  <a:lnTo>
                    <a:pt x="1078" y="462"/>
                  </a:lnTo>
                  <a:lnTo>
                    <a:pt x="1069" y="453"/>
                  </a:lnTo>
                  <a:lnTo>
                    <a:pt x="1062" y="449"/>
                  </a:lnTo>
                  <a:lnTo>
                    <a:pt x="1053" y="453"/>
                  </a:lnTo>
                  <a:lnTo>
                    <a:pt x="1042" y="461"/>
                  </a:lnTo>
                  <a:lnTo>
                    <a:pt x="1029" y="465"/>
                  </a:lnTo>
                  <a:lnTo>
                    <a:pt x="1017" y="464"/>
                  </a:lnTo>
                  <a:lnTo>
                    <a:pt x="1008" y="458"/>
                  </a:lnTo>
                  <a:lnTo>
                    <a:pt x="998" y="452"/>
                  </a:lnTo>
                  <a:lnTo>
                    <a:pt x="990" y="446"/>
                  </a:lnTo>
                  <a:lnTo>
                    <a:pt x="985" y="436"/>
                  </a:lnTo>
                  <a:lnTo>
                    <a:pt x="985" y="423"/>
                  </a:lnTo>
                  <a:lnTo>
                    <a:pt x="989" y="410"/>
                  </a:lnTo>
                  <a:lnTo>
                    <a:pt x="988" y="401"/>
                  </a:lnTo>
                  <a:lnTo>
                    <a:pt x="979" y="395"/>
                  </a:lnTo>
                  <a:lnTo>
                    <a:pt x="964" y="390"/>
                  </a:lnTo>
                  <a:lnTo>
                    <a:pt x="951" y="383"/>
                  </a:lnTo>
                  <a:lnTo>
                    <a:pt x="946" y="374"/>
                  </a:lnTo>
                  <a:lnTo>
                    <a:pt x="950" y="364"/>
                  </a:lnTo>
                  <a:lnTo>
                    <a:pt x="953" y="355"/>
                  </a:lnTo>
                  <a:lnTo>
                    <a:pt x="951" y="346"/>
                  </a:lnTo>
                  <a:lnTo>
                    <a:pt x="944" y="335"/>
                  </a:lnTo>
                  <a:lnTo>
                    <a:pt x="940" y="324"/>
                  </a:lnTo>
                  <a:lnTo>
                    <a:pt x="944" y="315"/>
                  </a:lnTo>
                  <a:lnTo>
                    <a:pt x="953" y="308"/>
                  </a:lnTo>
                  <a:lnTo>
                    <a:pt x="964" y="303"/>
                  </a:lnTo>
                  <a:lnTo>
                    <a:pt x="973" y="298"/>
                  </a:lnTo>
                  <a:lnTo>
                    <a:pt x="982" y="293"/>
                  </a:lnTo>
                  <a:lnTo>
                    <a:pt x="993" y="290"/>
                  </a:lnTo>
                  <a:lnTo>
                    <a:pt x="1006" y="290"/>
                  </a:lnTo>
                  <a:lnTo>
                    <a:pt x="1016" y="288"/>
                  </a:lnTo>
                  <a:lnTo>
                    <a:pt x="1023" y="280"/>
                  </a:lnTo>
                  <a:lnTo>
                    <a:pt x="1029" y="266"/>
                  </a:lnTo>
                  <a:lnTo>
                    <a:pt x="1038" y="251"/>
                  </a:lnTo>
                  <a:lnTo>
                    <a:pt x="1051" y="244"/>
                  </a:lnTo>
                  <a:lnTo>
                    <a:pt x="1066" y="248"/>
                  </a:lnTo>
                  <a:lnTo>
                    <a:pt x="1080" y="257"/>
                  </a:lnTo>
                  <a:lnTo>
                    <a:pt x="1092" y="265"/>
                  </a:lnTo>
                  <a:lnTo>
                    <a:pt x="1104" y="268"/>
                  </a:lnTo>
                  <a:lnTo>
                    <a:pt x="1116" y="268"/>
                  </a:lnTo>
                  <a:lnTo>
                    <a:pt x="1128" y="271"/>
                  </a:lnTo>
                  <a:lnTo>
                    <a:pt x="1137" y="278"/>
                  </a:lnTo>
                  <a:lnTo>
                    <a:pt x="1145" y="285"/>
                  </a:lnTo>
                  <a:lnTo>
                    <a:pt x="1154" y="289"/>
                  </a:lnTo>
                  <a:lnTo>
                    <a:pt x="1164" y="293"/>
                  </a:lnTo>
                  <a:lnTo>
                    <a:pt x="1174" y="297"/>
                  </a:lnTo>
                  <a:lnTo>
                    <a:pt x="1180" y="305"/>
                  </a:lnTo>
                  <a:lnTo>
                    <a:pt x="1183" y="313"/>
                  </a:lnTo>
                  <a:lnTo>
                    <a:pt x="1188" y="320"/>
                  </a:lnTo>
                  <a:lnTo>
                    <a:pt x="1199" y="326"/>
                  </a:lnTo>
                  <a:lnTo>
                    <a:pt x="1212" y="333"/>
                  </a:lnTo>
                  <a:lnTo>
                    <a:pt x="1218" y="342"/>
                  </a:lnTo>
                  <a:lnTo>
                    <a:pt x="1211" y="354"/>
                  </a:lnTo>
                  <a:close/>
                </a:path>
              </a:pathLst>
            </a:custGeom>
            <a:solidFill>
              <a:srgbClr val="CC79A7">
                <a:alpha val="35000"/>
              </a:srgbClr>
            </a:solidFill>
            <a:ln>
              <a:noFill/>
            </a:ln>
          </p:spPr>
          <p:txBody>
            <a:bodyPr anchor="ctr"/>
            <a:lstStyle/>
            <a:p>
              <a:pPr algn="ctr">
                <a:buNone/>
              </a:pPr>
            </a:p>
          </p:txBody>
        </p:sp>
        <p:sp>
          <p:nvSpPr>
            <p:cNvPr id="7697" name="addition:spatial:186">
              <a:extLst>
                <a:ext uri="{FF2B5EF4-FFF2-40B4-BE49-F238E27FC236}">
                  <ns2:creationId id="{4662E673-62C0-41C4-B9D2-0FC976063719}"/>
                </a:ext>
              </a:extLst>
            </p:cNvPr>
            <p:cNvSpPr>
              <a:spLocks noGrp="1"/>
            </p:cNvSpPr>
            <p:nvPr/>
          </p:nvSpPr>
          <p:spPr>
            <a:xfrm>
              <a:off x="5648325" y="1666875"/>
              <a:ext cx="1418692" cy="644515"/>
            </a:xfrm>
            <a:custGeom>
              <a:rect l="l" t="t" r="r" b="b"/>
              <a:pathLst>
                <a:path w="1070" h="381">
                  <a:moveTo>
                    <a:pt x="0" y="0"/>
                  </a:moveTo>
                  <a:moveTo>
                    <a:pt x="1066" y="334"/>
                  </a:moveTo>
                  <a:lnTo>
                    <a:pt x="1068" y="338"/>
                  </a:lnTo>
                  <a:lnTo>
                    <a:pt x="1070" y="342"/>
                  </a:lnTo>
                  <a:lnTo>
                    <a:pt x="1070" y="346"/>
                  </a:lnTo>
                  <a:lnTo>
                    <a:pt x="1069" y="349"/>
                  </a:lnTo>
                  <a:lnTo>
                    <a:pt x="1068" y="353"/>
                  </a:lnTo>
                  <a:lnTo>
                    <a:pt x="1068" y="357"/>
                  </a:lnTo>
                  <a:lnTo>
                    <a:pt x="1068" y="362"/>
                  </a:lnTo>
                  <a:lnTo>
                    <a:pt x="1067" y="366"/>
                  </a:lnTo>
                  <a:lnTo>
                    <a:pt x="1061" y="367"/>
                  </a:lnTo>
                  <a:lnTo>
                    <a:pt x="1054" y="366"/>
                  </a:lnTo>
                  <a:lnTo>
                    <a:pt x="1048" y="364"/>
                  </a:lnTo>
                  <a:lnTo>
                    <a:pt x="1044" y="364"/>
                  </a:lnTo>
                  <a:lnTo>
                    <a:pt x="1042" y="368"/>
                  </a:lnTo>
                  <a:lnTo>
                    <a:pt x="1040" y="373"/>
                  </a:lnTo>
                  <a:lnTo>
                    <a:pt x="1036" y="377"/>
                  </a:lnTo>
                  <a:lnTo>
                    <a:pt x="1031" y="379"/>
                  </a:lnTo>
                  <a:lnTo>
                    <a:pt x="1026" y="380"/>
                  </a:lnTo>
                  <a:lnTo>
                    <a:pt x="1020" y="380"/>
                  </a:lnTo>
                  <a:lnTo>
                    <a:pt x="1015" y="381"/>
                  </a:lnTo>
                  <a:lnTo>
                    <a:pt x="1009" y="379"/>
                  </a:lnTo>
                  <a:lnTo>
                    <a:pt x="1005" y="376"/>
                  </a:lnTo>
                  <a:lnTo>
                    <a:pt x="1001" y="372"/>
                  </a:lnTo>
                  <a:lnTo>
                    <a:pt x="997" y="369"/>
                  </a:lnTo>
                  <a:lnTo>
                    <a:pt x="992" y="368"/>
                  </a:lnTo>
                  <a:lnTo>
                    <a:pt x="986" y="368"/>
                  </a:lnTo>
                  <a:lnTo>
                    <a:pt x="982" y="366"/>
                  </a:lnTo>
                  <a:lnTo>
                    <a:pt x="980" y="361"/>
                  </a:lnTo>
                  <a:lnTo>
                    <a:pt x="980" y="356"/>
                  </a:lnTo>
                  <a:lnTo>
                    <a:pt x="978" y="353"/>
                  </a:lnTo>
                  <a:lnTo>
                    <a:pt x="974" y="351"/>
                  </a:lnTo>
                  <a:lnTo>
                    <a:pt x="967" y="350"/>
                  </a:lnTo>
                  <a:lnTo>
                    <a:pt x="961" y="347"/>
                  </a:lnTo>
                  <a:lnTo>
                    <a:pt x="959" y="343"/>
                  </a:lnTo>
                  <a:lnTo>
                    <a:pt x="960" y="338"/>
                  </a:lnTo>
                  <a:lnTo>
                    <a:pt x="963" y="334"/>
                  </a:lnTo>
                  <a:lnTo>
                    <a:pt x="966" y="330"/>
                  </a:lnTo>
                  <a:lnTo>
                    <a:pt x="969" y="326"/>
                  </a:lnTo>
                  <a:lnTo>
                    <a:pt x="973" y="323"/>
                  </a:lnTo>
                  <a:lnTo>
                    <a:pt x="979" y="321"/>
                  </a:lnTo>
                  <a:lnTo>
                    <a:pt x="982" y="318"/>
                  </a:lnTo>
                  <a:lnTo>
                    <a:pt x="983" y="315"/>
                  </a:lnTo>
                  <a:lnTo>
                    <a:pt x="981" y="309"/>
                  </a:lnTo>
                  <a:lnTo>
                    <a:pt x="981" y="304"/>
                  </a:lnTo>
                  <a:lnTo>
                    <a:pt x="985" y="300"/>
                  </a:lnTo>
                  <a:lnTo>
                    <a:pt x="990" y="299"/>
                  </a:lnTo>
                  <a:lnTo>
                    <a:pt x="996" y="299"/>
                  </a:lnTo>
                  <a:lnTo>
                    <a:pt x="1001" y="297"/>
                  </a:lnTo>
                  <a:lnTo>
                    <a:pt x="1004" y="293"/>
                  </a:lnTo>
                  <a:lnTo>
                    <a:pt x="1007" y="290"/>
                  </a:lnTo>
                  <a:lnTo>
                    <a:pt x="1012" y="288"/>
                  </a:lnTo>
                  <a:lnTo>
                    <a:pt x="1017" y="290"/>
                  </a:lnTo>
                  <a:lnTo>
                    <a:pt x="1021" y="293"/>
                  </a:lnTo>
                  <a:lnTo>
                    <a:pt x="1025" y="294"/>
                  </a:lnTo>
                  <a:lnTo>
                    <a:pt x="1029" y="295"/>
                  </a:lnTo>
                  <a:lnTo>
                    <a:pt x="1032" y="296"/>
                  </a:lnTo>
                  <a:lnTo>
                    <a:pt x="1035" y="297"/>
                  </a:lnTo>
                  <a:lnTo>
                    <a:pt x="1038" y="298"/>
                  </a:lnTo>
                  <a:lnTo>
                    <a:pt x="1043" y="298"/>
                  </a:lnTo>
                  <a:lnTo>
                    <a:pt x="1049" y="296"/>
                  </a:lnTo>
                  <a:lnTo>
                    <a:pt x="1055" y="295"/>
                  </a:lnTo>
                  <a:lnTo>
                    <a:pt x="1060" y="297"/>
                  </a:lnTo>
                  <a:lnTo>
                    <a:pt x="1061" y="302"/>
                  </a:lnTo>
                  <a:lnTo>
                    <a:pt x="1059" y="308"/>
                  </a:lnTo>
                  <a:lnTo>
                    <a:pt x="1057" y="314"/>
                  </a:lnTo>
                  <a:lnTo>
                    <a:pt x="1058" y="317"/>
                  </a:lnTo>
                  <a:lnTo>
                    <a:pt x="1061" y="320"/>
                  </a:lnTo>
                  <a:lnTo>
                    <a:pt x="1064" y="323"/>
                  </a:lnTo>
                  <a:lnTo>
                    <a:pt x="1066" y="327"/>
                  </a:lnTo>
                  <a:lnTo>
                    <a:pt x="1065" y="330"/>
                  </a:lnTo>
                  <a:close/>
                </a:path>
              </a:pathLst>
            </a:custGeom>
            <a:solidFill>
              <a:srgbClr val="DA9FC0">
                <a:alpha val="32000"/>
              </a:srgbClr>
            </a:solidFill>
            <a:ln>
              <a:noFill/>
            </a:ln>
          </p:spPr>
          <p:txBody>
            <a:bodyPr anchor="ctr"/>
            <a:lstStyle/>
            <a:p>
              <a:pPr algn="ctr">
                <a:buNone/>
              </a:pPr>
            </a:p>
          </p:txBody>
        </p:sp>
        <p:sp>
          <p:nvSpPr>
            <p:cNvPr id="7698" name="addition:spatial:187">
              <a:extLst>
                <a:ext uri="{FF2B5EF4-FFF2-40B4-BE49-F238E27FC236}">
                  <ns2:creationId id="{AE3D757A-0FBC-4D47-91C5-03238630366C}"/>
                </a:ext>
              </a:extLst>
            </p:cNvPr>
            <p:cNvSpPr>
              <a:spLocks noGrp="1"/>
            </p:cNvSpPr>
            <p:nvPr/>
          </p:nvSpPr>
          <p:spPr>
            <a:xfrm>
              <a:off x="5648325" y="1666875"/>
              <a:ext cx="1473053" cy="585307"/>
            </a:xfrm>
            <a:custGeom>
              <a:rect l="l" t="t" r="r" b="b"/>
              <a:pathLst>
                <a:path w="1111" h="346">
                  <a:moveTo>
                    <a:pt x="0" y="0"/>
                  </a:moveTo>
                  <a:moveTo>
                    <a:pt x="1100" y="300"/>
                  </a:moveTo>
                  <a:lnTo>
                    <a:pt x="1104" y="303"/>
                  </a:lnTo>
                  <a:lnTo>
                    <a:pt x="1106" y="307"/>
                  </a:lnTo>
                  <a:lnTo>
                    <a:pt x="1105" y="311"/>
                  </a:lnTo>
                  <a:lnTo>
                    <a:pt x="1103" y="314"/>
                  </a:lnTo>
                  <a:lnTo>
                    <a:pt x="1103" y="318"/>
                  </a:lnTo>
                  <a:lnTo>
                    <a:pt x="1102" y="322"/>
                  </a:lnTo>
                  <a:lnTo>
                    <a:pt x="1101" y="326"/>
                  </a:lnTo>
                  <a:lnTo>
                    <a:pt x="1099" y="329"/>
                  </a:lnTo>
                  <a:lnTo>
                    <a:pt x="1095" y="330"/>
                  </a:lnTo>
                  <a:lnTo>
                    <a:pt x="1092" y="332"/>
                  </a:lnTo>
                  <a:lnTo>
                    <a:pt x="1089" y="335"/>
                  </a:lnTo>
                  <a:lnTo>
                    <a:pt x="1087" y="338"/>
                  </a:lnTo>
                  <a:lnTo>
                    <a:pt x="1083" y="339"/>
                  </a:lnTo>
                  <a:lnTo>
                    <a:pt x="1078" y="337"/>
                  </a:lnTo>
                  <a:lnTo>
                    <a:pt x="1074" y="334"/>
                  </a:lnTo>
                  <a:lnTo>
                    <a:pt x="1070" y="333"/>
                  </a:lnTo>
                  <a:lnTo>
                    <a:pt x="1067" y="336"/>
                  </a:lnTo>
                  <a:lnTo>
                    <a:pt x="1063" y="342"/>
                  </a:lnTo>
                  <a:lnTo>
                    <a:pt x="1058" y="346"/>
                  </a:lnTo>
                  <a:lnTo>
                    <a:pt x="1053" y="346"/>
                  </a:lnTo>
                  <a:lnTo>
                    <a:pt x="1048" y="344"/>
                  </a:lnTo>
                  <a:lnTo>
                    <a:pt x="1044" y="341"/>
                  </a:lnTo>
                  <a:lnTo>
                    <a:pt x="1040" y="338"/>
                  </a:lnTo>
                  <a:lnTo>
                    <a:pt x="1037" y="335"/>
                  </a:lnTo>
                  <a:lnTo>
                    <a:pt x="1034" y="332"/>
                  </a:lnTo>
                  <a:lnTo>
                    <a:pt x="1032" y="327"/>
                  </a:lnTo>
                  <a:lnTo>
                    <a:pt x="1030" y="324"/>
                  </a:lnTo>
                  <a:lnTo>
                    <a:pt x="1026" y="322"/>
                  </a:lnTo>
                  <a:lnTo>
                    <a:pt x="1020" y="320"/>
                  </a:lnTo>
                  <a:lnTo>
                    <a:pt x="1015" y="318"/>
                  </a:lnTo>
                  <a:lnTo>
                    <a:pt x="1013" y="315"/>
                  </a:lnTo>
                  <a:lnTo>
                    <a:pt x="1013" y="310"/>
                  </a:lnTo>
                  <a:lnTo>
                    <a:pt x="1014" y="306"/>
                  </a:lnTo>
                  <a:lnTo>
                    <a:pt x="1012" y="303"/>
                  </a:lnTo>
                  <a:lnTo>
                    <a:pt x="1007" y="300"/>
                  </a:lnTo>
                  <a:lnTo>
                    <a:pt x="1003" y="295"/>
                  </a:lnTo>
                  <a:lnTo>
                    <a:pt x="1003" y="291"/>
                  </a:lnTo>
                  <a:lnTo>
                    <a:pt x="1007" y="287"/>
                  </a:lnTo>
                  <a:lnTo>
                    <a:pt x="1013" y="285"/>
                  </a:lnTo>
                  <a:lnTo>
                    <a:pt x="1018" y="283"/>
                  </a:lnTo>
                  <a:lnTo>
                    <a:pt x="1021" y="280"/>
                  </a:lnTo>
                  <a:lnTo>
                    <a:pt x="1024" y="277"/>
                  </a:lnTo>
                  <a:lnTo>
                    <a:pt x="1028" y="275"/>
                  </a:lnTo>
                  <a:lnTo>
                    <a:pt x="1031" y="273"/>
                  </a:lnTo>
                  <a:lnTo>
                    <a:pt x="1034" y="269"/>
                  </a:lnTo>
                  <a:lnTo>
                    <a:pt x="1035" y="264"/>
                  </a:lnTo>
                  <a:lnTo>
                    <a:pt x="1037" y="258"/>
                  </a:lnTo>
                  <a:lnTo>
                    <a:pt x="1041" y="255"/>
                  </a:lnTo>
                  <a:lnTo>
                    <a:pt x="1047" y="255"/>
                  </a:lnTo>
                  <a:lnTo>
                    <a:pt x="1054" y="258"/>
                  </a:lnTo>
                  <a:lnTo>
                    <a:pt x="1059" y="260"/>
                  </a:lnTo>
                  <a:lnTo>
                    <a:pt x="1063" y="259"/>
                  </a:lnTo>
                  <a:lnTo>
                    <a:pt x="1068" y="257"/>
                  </a:lnTo>
                  <a:lnTo>
                    <a:pt x="1072" y="257"/>
                  </a:lnTo>
                  <a:lnTo>
                    <a:pt x="1076" y="259"/>
                  </a:lnTo>
                  <a:lnTo>
                    <a:pt x="1079" y="262"/>
                  </a:lnTo>
                  <a:lnTo>
                    <a:pt x="1082" y="265"/>
                  </a:lnTo>
                  <a:lnTo>
                    <a:pt x="1085" y="266"/>
                  </a:lnTo>
                  <a:lnTo>
                    <a:pt x="1089" y="267"/>
                  </a:lnTo>
                  <a:lnTo>
                    <a:pt x="1093" y="268"/>
                  </a:lnTo>
                  <a:lnTo>
                    <a:pt x="1096" y="269"/>
                  </a:lnTo>
                  <a:lnTo>
                    <a:pt x="1099" y="271"/>
                  </a:lnTo>
                  <a:lnTo>
                    <a:pt x="1103" y="273"/>
                  </a:lnTo>
                  <a:lnTo>
                    <a:pt x="1108" y="275"/>
                  </a:lnTo>
                  <a:lnTo>
                    <a:pt x="1111" y="278"/>
                  </a:lnTo>
                  <a:lnTo>
                    <a:pt x="1109" y="283"/>
                  </a:lnTo>
                  <a:lnTo>
                    <a:pt x="1104" y="289"/>
                  </a:lnTo>
                  <a:lnTo>
                    <a:pt x="1099" y="293"/>
                  </a:lnTo>
                  <a:lnTo>
                    <a:pt x="1098" y="296"/>
                  </a:lnTo>
                  <a:close/>
                </a:path>
              </a:pathLst>
            </a:custGeom>
            <a:solidFill>
              <a:srgbClr val="DA9FC0">
                <a:alpha val="32000"/>
              </a:srgbClr>
            </a:solidFill>
            <a:ln>
              <a:noFill/>
            </a:ln>
          </p:spPr>
          <p:txBody>
            <a:bodyPr anchor="ctr"/>
            <a:lstStyle/>
            <a:p>
              <a:pPr algn="ctr">
                <a:buNone/>
              </a:pPr>
            </a:p>
          </p:txBody>
        </p:sp>
        <p:sp>
          <p:nvSpPr>
            <p:cNvPr id="7699" name="addition:spatial:188">
              <a:extLst>
                <a:ext uri="{FF2B5EF4-FFF2-40B4-BE49-F238E27FC236}">
                  <ns2:creationId id="{11F05947-4FFC-4B90-BD18-B5109A3733C3}"/>
                </a:ext>
              </a:extLst>
            </p:cNvPr>
            <p:cNvSpPr>
              <a:spLocks noGrp="1"/>
            </p:cNvSpPr>
            <p:nvPr/>
          </p:nvSpPr>
          <p:spPr>
            <a:xfrm>
              <a:off x="5648325" y="1666875"/>
              <a:ext cx="1548628" cy="608990"/>
            </a:xfrm>
            <a:custGeom>
              <a:rect l="l" t="t" r="r" b="b"/>
              <a:pathLst>
                <a:path w="1168" h="360">
                  <a:moveTo>
                    <a:pt x="0" y="0"/>
                  </a:moveTo>
                  <a:moveTo>
                    <a:pt x="1167" y="309"/>
                  </a:moveTo>
                  <a:lnTo>
                    <a:pt x="1168" y="313"/>
                  </a:lnTo>
                  <a:lnTo>
                    <a:pt x="1166" y="317"/>
                  </a:lnTo>
                  <a:lnTo>
                    <a:pt x="1162" y="321"/>
                  </a:lnTo>
                  <a:lnTo>
                    <a:pt x="1159" y="324"/>
                  </a:lnTo>
                  <a:lnTo>
                    <a:pt x="1157" y="328"/>
                  </a:lnTo>
                  <a:lnTo>
                    <a:pt x="1155" y="332"/>
                  </a:lnTo>
                  <a:lnTo>
                    <a:pt x="1153" y="336"/>
                  </a:lnTo>
                  <a:lnTo>
                    <a:pt x="1148" y="338"/>
                  </a:lnTo>
                  <a:lnTo>
                    <a:pt x="1142" y="338"/>
                  </a:lnTo>
                  <a:lnTo>
                    <a:pt x="1137" y="340"/>
                  </a:lnTo>
                  <a:lnTo>
                    <a:pt x="1135" y="344"/>
                  </a:lnTo>
                  <a:lnTo>
                    <a:pt x="1134" y="351"/>
                  </a:lnTo>
                  <a:lnTo>
                    <a:pt x="1131" y="357"/>
                  </a:lnTo>
                  <a:lnTo>
                    <a:pt x="1126" y="360"/>
                  </a:lnTo>
                  <a:lnTo>
                    <a:pt x="1120" y="359"/>
                  </a:lnTo>
                  <a:lnTo>
                    <a:pt x="1114" y="356"/>
                  </a:lnTo>
                  <a:lnTo>
                    <a:pt x="1109" y="353"/>
                  </a:lnTo>
                  <a:lnTo>
                    <a:pt x="1105" y="352"/>
                  </a:lnTo>
                  <a:lnTo>
                    <a:pt x="1101" y="351"/>
                  </a:lnTo>
                  <a:lnTo>
                    <a:pt x="1098" y="349"/>
                  </a:lnTo>
                  <a:lnTo>
                    <a:pt x="1094" y="347"/>
                  </a:lnTo>
                  <a:lnTo>
                    <a:pt x="1091" y="347"/>
                  </a:lnTo>
                  <a:lnTo>
                    <a:pt x="1086" y="348"/>
                  </a:lnTo>
                  <a:lnTo>
                    <a:pt x="1081" y="349"/>
                  </a:lnTo>
                  <a:lnTo>
                    <a:pt x="1076" y="348"/>
                  </a:lnTo>
                  <a:lnTo>
                    <a:pt x="1075" y="343"/>
                  </a:lnTo>
                  <a:lnTo>
                    <a:pt x="1074" y="339"/>
                  </a:lnTo>
                  <a:lnTo>
                    <a:pt x="1073" y="335"/>
                  </a:lnTo>
                  <a:lnTo>
                    <a:pt x="1069" y="333"/>
                  </a:lnTo>
                  <a:lnTo>
                    <a:pt x="1065" y="330"/>
                  </a:lnTo>
                  <a:lnTo>
                    <a:pt x="1062" y="327"/>
                  </a:lnTo>
                  <a:lnTo>
                    <a:pt x="1064" y="322"/>
                  </a:lnTo>
                  <a:lnTo>
                    <a:pt x="1068" y="317"/>
                  </a:lnTo>
                  <a:lnTo>
                    <a:pt x="1071" y="313"/>
                  </a:lnTo>
                  <a:lnTo>
                    <a:pt x="1072" y="309"/>
                  </a:lnTo>
                  <a:lnTo>
                    <a:pt x="1071" y="305"/>
                  </a:lnTo>
                  <a:lnTo>
                    <a:pt x="1070" y="302"/>
                  </a:lnTo>
                  <a:lnTo>
                    <a:pt x="1069" y="298"/>
                  </a:lnTo>
                  <a:lnTo>
                    <a:pt x="1068" y="293"/>
                  </a:lnTo>
                  <a:lnTo>
                    <a:pt x="1066" y="288"/>
                  </a:lnTo>
                  <a:lnTo>
                    <a:pt x="1064" y="282"/>
                  </a:lnTo>
                  <a:lnTo>
                    <a:pt x="1065" y="278"/>
                  </a:lnTo>
                  <a:lnTo>
                    <a:pt x="1070" y="276"/>
                  </a:lnTo>
                  <a:lnTo>
                    <a:pt x="1076" y="276"/>
                  </a:lnTo>
                  <a:lnTo>
                    <a:pt x="1082" y="277"/>
                  </a:lnTo>
                  <a:lnTo>
                    <a:pt x="1085" y="276"/>
                  </a:lnTo>
                  <a:lnTo>
                    <a:pt x="1087" y="272"/>
                  </a:lnTo>
                  <a:lnTo>
                    <a:pt x="1089" y="268"/>
                  </a:lnTo>
                  <a:lnTo>
                    <a:pt x="1093" y="266"/>
                  </a:lnTo>
                  <a:lnTo>
                    <a:pt x="1097" y="266"/>
                  </a:lnTo>
                  <a:lnTo>
                    <a:pt x="1101" y="267"/>
                  </a:lnTo>
                  <a:lnTo>
                    <a:pt x="1105" y="267"/>
                  </a:lnTo>
                  <a:lnTo>
                    <a:pt x="1109" y="264"/>
                  </a:lnTo>
                  <a:lnTo>
                    <a:pt x="1114" y="262"/>
                  </a:lnTo>
                  <a:lnTo>
                    <a:pt x="1119" y="262"/>
                  </a:lnTo>
                  <a:lnTo>
                    <a:pt x="1124" y="263"/>
                  </a:lnTo>
                  <a:lnTo>
                    <a:pt x="1129" y="265"/>
                  </a:lnTo>
                  <a:lnTo>
                    <a:pt x="1135" y="265"/>
                  </a:lnTo>
                  <a:lnTo>
                    <a:pt x="1140" y="267"/>
                  </a:lnTo>
                  <a:lnTo>
                    <a:pt x="1143" y="272"/>
                  </a:lnTo>
                  <a:lnTo>
                    <a:pt x="1143" y="278"/>
                  </a:lnTo>
                  <a:lnTo>
                    <a:pt x="1143" y="284"/>
                  </a:lnTo>
                  <a:lnTo>
                    <a:pt x="1144" y="288"/>
                  </a:lnTo>
                  <a:lnTo>
                    <a:pt x="1150" y="289"/>
                  </a:lnTo>
                  <a:lnTo>
                    <a:pt x="1158" y="290"/>
                  </a:lnTo>
                  <a:lnTo>
                    <a:pt x="1164" y="292"/>
                  </a:lnTo>
                  <a:lnTo>
                    <a:pt x="1167" y="296"/>
                  </a:lnTo>
                  <a:lnTo>
                    <a:pt x="1167" y="300"/>
                  </a:lnTo>
                  <a:lnTo>
                    <a:pt x="1167" y="305"/>
                  </a:lnTo>
                  <a:close/>
                </a:path>
              </a:pathLst>
            </a:custGeom>
            <a:solidFill>
              <a:srgbClr val="DA9FC0">
                <a:alpha val="32000"/>
              </a:srgbClr>
            </a:solidFill>
            <a:ln>
              <a:noFill/>
            </a:ln>
          </p:spPr>
          <p:txBody>
            <a:bodyPr anchor="ctr"/>
            <a:lstStyle/>
            <a:p>
              <a:pPr algn="ctr">
                <a:buNone/>
              </a:pPr>
            </a:p>
          </p:txBody>
        </p:sp>
        <p:sp>
          <p:nvSpPr>
            <p:cNvPr id="7700" name="addition:spatial:189">
              <a:extLst>
                <a:ext uri="{FF2B5EF4-FFF2-40B4-BE49-F238E27FC236}">
                  <ns2:creationId id="{7AEB84F9-DCC5-40DD-ADC6-52A4C9213F39}"/>
                </a:ext>
              </a:extLst>
            </p:cNvPr>
            <p:cNvSpPr>
              <a:spLocks noGrp="1"/>
            </p:cNvSpPr>
            <p:nvPr/>
          </p:nvSpPr>
          <p:spPr>
            <a:xfrm>
              <a:off x="5648325" y="1666875"/>
              <a:ext cx="1610944" cy="676656"/>
            </a:xfrm>
            <a:custGeom>
              <a:rect l="l" t="t" r="r" b="b"/>
              <a:pathLst>
                <a:path w="1215" h="400">
                  <a:moveTo>
                    <a:pt x="0" y="0"/>
                  </a:moveTo>
                  <a:moveTo>
                    <a:pt x="1205" y="347"/>
                  </a:moveTo>
                  <a:lnTo>
                    <a:pt x="1211" y="352"/>
                  </a:lnTo>
                  <a:lnTo>
                    <a:pt x="1215" y="357"/>
                  </a:lnTo>
                  <a:lnTo>
                    <a:pt x="1214" y="362"/>
                  </a:lnTo>
                  <a:lnTo>
                    <a:pt x="1209" y="366"/>
                  </a:lnTo>
                  <a:lnTo>
                    <a:pt x="1202" y="368"/>
                  </a:lnTo>
                  <a:lnTo>
                    <a:pt x="1197" y="371"/>
                  </a:lnTo>
                  <a:lnTo>
                    <a:pt x="1193" y="373"/>
                  </a:lnTo>
                  <a:lnTo>
                    <a:pt x="1189" y="376"/>
                  </a:lnTo>
                  <a:lnTo>
                    <a:pt x="1185" y="378"/>
                  </a:lnTo>
                  <a:lnTo>
                    <a:pt x="1181" y="381"/>
                  </a:lnTo>
                  <a:lnTo>
                    <a:pt x="1179" y="385"/>
                  </a:lnTo>
                  <a:lnTo>
                    <a:pt x="1177" y="392"/>
                  </a:lnTo>
                  <a:lnTo>
                    <a:pt x="1173" y="398"/>
                  </a:lnTo>
                  <a:lnTo>
                    <a:pt x="1168" y="400"/>
                  </a:lnTo>
                  <a:lnTo>
                    <a:pt x="1161" y="399"/>
                  </a:lnTo>
                  <a:lnTo>
                    <a:pt x="1155" y="396"/>
                  </a:lnTo>
                  <a:lnTo>
                    <a:pt x="1149" y="394"/>
                  </a:lnTo>
                  <a:lnTo>
                    <a:pt x="1144" y="395"/>
                  </a:lnTo>
                  <a:lnTo>
                    <a:pt x="1138" y="397"/>
                  </a:lnTo>
                  <a:lnTo>
                    <a:pt x="1133" y="397"/>
                  </a:lnTo>
                  <a:lnTo>
                    <a:pt x="1129" y="394"/>
                  </a:lnTo>
                  <a:lnTo>
                    <a:pt x="1126" y="389"/>
                  </a:lnTo>
                  <a:lnTo>
                    <a:pt x="1123" y="385"/>
                  </a:lnTo>
                  <a:lnTo>
                    <a:pt x="1119" y="384"/>
                  </a:lnTo>
                  <a:lnTo>
                    <a:pt x="1114" y="383"/>
                  </a:lnTo>
                  <a:lnTo>
                    <a:pt x="1110" y="381"/>
                  </a:lnTo>
                  <a:lnTo>
                    <a:pt x="1107" y="379"/>
                  </a:lnTo>
                  <a:lnTo>
                    <a:pt x="1103" y="377"/>
                  </a:lnTo>
                  <a:lnTo>
                    <a:pt x="1098" y="374"/>
                  </a:lnTo>
                  <a:lnTo>
                    <a:pt x="1093" y="372"/>
                  </a:lnTo>
                  <a:lnTo>
                    <a:pt x="1091" y="367"/>
                  </a:lnTo>
                  <a:lnTo>
                    <a:pt x="1094" y="361"/>
                  </a:lnTo>
                  <a:lnTo>
                    <a:pt x="1100" y="355"/>
                  </a:lnTo>
                  <a:lnTo>
                    <a:pt x="1106" y="351"/>
                  </a:lnTo>
                  <a:lnTo>
                    <a:pt x="1107" y="347"/>
                  </a:lnTo>
                  <a:lnTo>
                    <a:pt x="1105" y="343"/>
                  </a:lnTo>
                  <a:lnTo>
                    <a:pt x="1102" y="339"/>
                  </a:lnTo>
                  <a:lnTo>
                    <a:pt x="1101" y="334"/>
                  </a:lnTo>
                  <a:lnTo>
                    <a:pt x="1103" y="330"/>
                  </a:lnTo>
                  <a:lnTo>
                    <a:pt x="1106" y="326"/>
                  </a:lnTo>
                  <a:lnTo>
                    <a:pt x="1107" y="322"/>
                  </a:lnTo>
                  <a:lnTo>
                    <a:pt x="1108" y="317"/>
                  </a:lnTo>
                  <a:lnTo>
                    <a:pt x="1109" y="313"/>
                  </a:lnTo>
                  <a:lnTo>
                    <a:pt x="1113" y="310"/>
                  </a:lnTo>
                  <a:lnTo>
                    <a:pt x="1117" y="308"/>
                  </a:lnTo>
                  <a:lnTo>
                    <a:pt x="1121" y="305"/>
                  </a:lnTo>
                  <a:lnTo>
                    <a:pt x="1124" y="302"/>
                  </a:lnTo>
                  <a:lnTo>
                    <a:pt x="1127" y="300"/>
                  </a:lnTo>
                  <a:lnTo>
                    <a:pt x="1132" y="300"/>
                  </a:lnTo>
                  <a:lnTo>
                    <a:pt x="1137" y="303"/>
                  </a:lnTo>
                  <a:lnTo>
                    <a:pt x="1141" y="307"/>
                  </a:lnTo>
                  <a:lnTo>
                    <a:pt x="1145" y="307"/>
                  </a:lnTo>
                  <a:lnTo>
                    <a:pt x="1148" y="303"/>
                  </a:lnTo>
                  <a:lnTo>
                    <a:pt x="1153" y="298"/>
                  </a:lnTo>
                  <a:lnTo>
                    <a:pt x="1159" y="294"/>
                  </a:lnTo>
                  <a:lnTo>
                    <a:pt x="1164" y="294"/>
                  </a:lnTo>
                  <a:lnTo>
                    <a:pt x="1169" y="298"/>
                  </a:lnTo>
                  <a:lnTo>
                    <a:pt x="1173" y="301"/>
                  </a:lnTo>
                  <a:lnTo>
                    <a:pt x="1177" y="304"/>
                  </a:lnTo>
                  <a:lnTo>
                    <a:pt x="1181" y="308"/>
                  </a:lnTo>
                  <a:lnTo>
                    <a:pt x="1183" y="312"/>
                  </a:lnTo>
                  <a:lnTo>
                    <a:pt x="1185" y="317"/>
                  </a:lnTo>
                  <a:lnTo>
                    <a:pt x="1187" y="321"/>
                  </a:lnTo>
                  <a:lnTo>
                    <a:pt x="1191" y="324"/>
                  </a:lnTo>
                  <a:lnTo>
                    <a:pt x="1197" y="326"/>
                  </a:lnTo>
                  <a:lnTo>
                    <a:pt x="1202" y="330"/>
                  </a:lnTo>
                  <a:lnTo>
                    <a:pt x="1203" y="334"/>
                  </a:lnTo>
                  <a:lnTo>
                    <a:pt x="1202" y="339"/>
                  </a:lnTo>
                  <a:lnTo>
                    <a:pt x="1202" y="343"/>
                  </a:lnTo>
                  <a:close/>
                </a:path>
              </a:pathLst>
            </a:custGeom>
            <a:solidFill>
              <a:srgbClr val="DA9FC0">
                <a:alpha val="32000"/>
              </a:srgbClr>
            </a:solidFill>
            <a:ln>
              <a:noFill/>
            </a:ln>
          </p:spPr>
          <p:txBody>
            <a:bodyPr anchor="ctr"/>
            <a:lstStyle/>
            <a:p>
              <a:pPr algn="ctr">
                <a:buNone/>
              </a:pPr>
            </a:p>
          </p:txBody>
        </p:sp>
        <p:sp>
          <p:nvSpPr>
            <p:cNvPr id="7701" name="addition:spatial:190">
              <a:extLst>
                <a:ext uri="{FF2B5EF4-FFF2-40B4-BE49-F238E27FC236}">
                  <ns2:creationId id="{11C069C2-521D-4676-9496-0B220A603230}"/>
                </a:ext>
              </a:extLst>
            </p:cNvPr>
            <p:cNvSpPr>
              <a:spLocks noGrp="1"/>
            </p:cNvSpPr>
            <p:nvPr/>
          </p:nvSpPr>
          <p:spPr>
            <a:xfrm>
              <a:off x="5648325" y="1666875"/>
              <a:ext cx="1585752" cy="754471"/>
            </a:xfrm>
            <a:custGeom>
              <a:rect l="l" t="t" r="r" b="b"/>
              <a:pathLst>
                <a:path w="1196" h="446">
                  <a:moveTo>
                    <a:pt x="0" y="0"/>
                  </a:moveTo>
                  <a:moveTo>
                    <a:pt x="1190" y="389"/>
                  </a:moveTo>
                  <a:lnTo>
                    <a:pt x="1184" y="393"/>
                  </a:lnTo>
                  <a:lnTo>
                    <a:pt x="1180" y="397"/>
                  </a:lnTo>
                  <a:lnTo>
                    <a:pt x="1178" y="402"/>
                  </a:lnTo>
                  <a:lnTo>
                    <a:pt x="1177" y="406"/>
                  </a:lnTo>
                  <a:lnTo>
                    <a:pt x="1174" y="410"/>
                  </a:lnTo>
                  <a:lnTo>
                    <a:pt x="1168" y="413"/>
                  </a:lnTo>
                  <a:lnTo>
                    <a:pt x="1164" y="416"/>
                  </a:lnTo>
                  <a:lnTo>
                    <a:pt x="1161" y="420"/>
                  </a:lnTo>
                  <a:lnTo>
                    <a:pt x="1158" y="425"/>
                  </a:lnTo>
                  <a:lnTo>
                    <a:pt x="1153" y="428"/>
                  </a:lnTo>
                  <a:lnTo>
                    <a:pt x="1147" y="430"/>
                  </a:lnTo>
                  <a:lnTo>
                    <a:pt x="1141" y="432"/>
                  </a:lnTo>
                  <a:lnTo>
                    <a:pt x="1136" y="435"/>
                  </a:lnTo>
                  <a:lnTo>
                    <a:pt x="1131" y="441"/>
                  </a:lnTo>
                  <a:lnTo>
                    <a:pt x="1126" y="445"/>
                  </a:lnTo>
                  <a:lnTo>
                    <a:pt x="1119" y="446"/>
                  </a:lnTo>
                  <a:lnTo>
                    <a:pt x="1112" y="441"/>
                  </a:lnTo>
                  <a:lnTo>
                    <a:pt x="1106" y="435"/>
                  </a:lnTo>
                  <a:lnTo>
                    <a:pt x="1102" y="430"/>
                  </a:lnTo>
                  <a:lnTo>
                    <a:pt x="1098" y="430"/>
                  </a:lnTo>
                  <a:lnTo>
                    <a:pt x="1092" y="432"/>
                  </a:lnTo>
                  <a:lnTo>
                    <a:pt x="1087" y="433"/>
                  </a:lnTo>
                  <a:lnTo>
                    <a:pt x="1081" y="433"/>
                  </a:lnTo>
                  <a:lnTo>
                    <a:pt x="1076" y="431"/>
                  </a:lnTo>
                  <a:lnTo>
                    <a:pt x="1071" y="430"/>
                  </a:lnTo>
                  <a:lnTo>
                    <a:pt x="1065" y="428"/>
                  </a:lnTo>
                  <a:lnTo>
                    <a:pt x="1061" y="425"/>
                  </a:lnTo>
                  <a:lnTo>
                    <a:pt x="1060" y="420"/>
                  </a:lnTo>
                  <a:lnTo>
                    <a:pt x="1061" y="414"/>
                  </a:lnTo>
                  <a:lnTo>
                    <a:pt x="1062" y="409"/>
                  </a:lnTo>
                  <a:lnTo>
                    <a:pt x="1060" y="406"/>
                  </a:lnTo>
                  <a:lnTo>
                    <a:pt x="1055" y="402"/>
                  </a:lnTo>
                  <a:lnTo>
                    <a:pt x="1052" y="398"/>
                  </a:lnTo>
                  <a:lnTo>
                    <a:pt x="1054" y="393"/>
                  </a:lnTo>
                  <a:lnTo>
                    <a:pt x="1060" y="389"/>
                  </a:lnTo>
                  <a:lnTo>
                    <a:pt x="1064" y="385"/>
                  </a:lnTo>
                  <a:lnTo>
                    <a:pt x="1063" y="381"/>
                  </a:lnTo>
                  <a:lnTo>
                    <a:pt x="1058" y="376"/>
                  </a:lnTo>
                  <a:lnTo>
                    <a:pt x="1053" y="370"/>
                  </a:lnTo>
                  <a:lnTo>
                    <a:pt x="1051" y="365"/>
                  </a:lnTo>
                  <a:lnTo>
                    <a:pt x="1053" y="360"/>
                  </a:lnTo>
                  <a:lnTo>
                    <a:pt x="1056" y="356"/>
                  </a:lnTo>
                  <a:lnTo>
                    <a:pt x="1060" y="353"/>
                  </a:lnTo>
                  <a:lnTo>
                    <a:pt x="1064" y="350"/>
                  </a:lnTo>
                  <a:lnTo>
                    <a:pt x="1071" y="349"/>
                  </a:lnTo>
                  <a:lnTo>
                    <a:pt x="1078" y="350"/>
                  </a:lnTo>
                  <a:lnTo>
                    <a:pt x="1084" y="352"/>
                  </a:lnTo>
                  <a:lnTo>
                    <a:pt x="1088" y="350"/>
                  </a:lnTo>
                  <a:lnTo>
                    <a:pt x="1091" y="345"/>
                  </a:lnTo>
                  <a:lnTo>
                    <a:pt x="1094" y="339"/>
                  </a:lnTo>
                  <a:lnTo>
                    <a:pt x="1099" y="336"/>
                  </a:lnTo>
                  <a:lnTo>
                    <a:pt x="1106" y="337"/>
                  </a:lnTo>
                  <a:lnTo>
                    <a:pt x="1112" y="339"/>
                  </a:lnTo>
                  <a:lnTo>
                    <a:pt x="1118" y="341"/>
                  </a:lnTo>
                  <a:lnTo>
                    <a:pt x="1125" y="339"/>
                  </a:lnTo>
                  <a:lnTo>
                    <a:pt x="1132" y="338"/>
                  </a:lnTo>
                  <a:lnTo>
                    <a:pt x="1140" y="338"/>
                  </a:lnTo>
                  <a:lnTo>
                    <a:pt x="1145" y="341"/>
                  </a:lnTo>
                  <a:lnTo>
                    <a:pt x="1150" y="346"/>
                  </a:lnTo>
                  <a:lnTo>
                    <a:pt x="1154" y="350"/>
                  </a:lnTo>
                  <a:lnTo>
                    <a:pt x="1158" y="354"/>
                  </a:lnTo>
                  <a:lnTo>
                    <a:pt x="1162" y="358"/>
                  </a:lnTo>
                  <a:lnTo>
                    <a:pt x="1164" y="362"/>
                  </a:lnTo>
                  <a:lnTo>
                    <a:pt x="1165" y="367"/>
                  </a:lnTo>
                  <a:lnTo>
                    <a:pt x="1169" y="370"/>
                  </a:lnTo>
                  <a:lnTo>
                    <a:pt x="1177" y="372"/>
                  </a:lnTo>
                  <a:lnTo>
                    <a:pt x="1188" y="374"/>
                  </a:lnTo>
                  <a:lnTo>
                    <a:pt x="1195" y="378"/>
                  </a:lnTo>
                  <a:lnTo>
                    <a:pt x="1196" y="383"/>
                  </a:lnTo>
                  <a:close/>
                </a:path>
              </a:pathLst>
            </a:custGeom>
            <a:solidFill>
              <a:srgbClr val="DA9FC0">
                <a:alpha val="32000"/>
              </a:srgbClr>
            </a:solidFill>
            <a:ln>
              <a:noFill/>
            </a:ln>
          </p:spPr>
          <p:txBody>
            <a:bodyPr anchor="ctr"/>
            <a:lstStyle/>
            <a:p>
              <a:pPr algn="ctr">
                <a:buNone/>
              </a:pPr>
            </a:p>
          </p:txBody>
        </p:sp>
        <p:sp>
          <p:nvSpPr>
            <p:cNvPr id="7702" name="addition:spatial:191">
              <a:extLst>
                <a:ext uri="{FF2B5EF4-FFF2-40B4-BE49-F238E27FC236}">
                  <ns2:creationId id="{1DBDE440-B4C6-4400-B901-21F697FFF29F}"/>
                </a:ext>
              </a:extLst>
            </p:cNvPr>
            <p:cNvSpPr>
              <a:spLocks noGrp="1"/>
            </p:cNvSpPr>
            <p:nvPr/>
          </p:nvSpPr>
          <p:spPr>
            <a:xfrm>
              <a:off x="5648325" y="1666875"/>
              <a:ext cx="1471727" cy="754471"/>
            </a:xfrm>
            <a:custGeom>
              <a:rect l="l" t="t" r="r" b="b"/>
              <a:pathLst>
                <a:path w="1110" h="446">
                  <a:moveTo>
                    <a:pt x="0" y="0"/>
                  </a:moveTo>
                  <a:moveTo>
                    <a:pt x="1104" y="394"/>
                  </a:moveTo>
                  <a:lnTo>
                    <a:pt x="1107" y="398"/>
                  </a:lnTo>
                  <a:lnTo>
                    <a:pt x="1110" y="403"/>
                  </a:lnTo>
                  <a:lnTo>
                    <a:pt x="1110" y="407"/>
                  </a:lnTo>
                  <a:lnTo>
                    <a:pt x="1108" y="411"/>
                  </a:lnTo>
                  <a:lnTo>
                    <a:pt x="1106" y="415"/>
                  </a:lnTo>
                  <a:lnTo>
                    <a:pt x="1106" y="420"/>
                  </a:lnTo>
                  <a:lnTo>
                    <a:pt x="1106" y="425"/>
                  </a:lnTo>
                  <a:lnTo>
                    <a:pt x="1103" y="429"/>
                  </a:lnTo>
                  <a:lnTo>
                    <a:pt x="1096" y="430"/>
                  </a:lnTo>
                  <a:lnTo>
                    <a:pt x="1088" y="428"/>
                  </a:lnTo>
                  <a:lnTo>
                    <a:pt x="1082" y="427"/>
                  </a:lnTo>
                  <a:lnTo>
                    <a:pt x="1078" y="428"/>
                  </a:lnTo>
                  <a:lnTo>
                    <a:pt x="1076" y="434"/>
                  </a:lnTo>
                  <a:lnTo>
                    <a:pt x="1073" y="440"/>
                  </a:lnTo>
                  <a:lnTo>
                    <a:pt x="1069" y="445"/>
                  </a:lnTo>
                  <a:lnTo>
                    <a:pt x="1063" y="446"/>
                  </a:lnTo>
                  <a:lnTo>
                    <a:pt x="1057" y="446"/>
                  </a:lnTo>
                  <a:lnTo>
                    <a:pt x="1050" y="446"/>
                  </a:lnTo>
                  <a:lnTo>
                    <a:pt x="1044" y="446"/>
                  </a:lnTo>
                  <a:lnTo>
                    <a:pt x="1038" y="444"/>
                  </a:lnTo>
                  <a:lnTo>
                    <a:pt x="1033" y="440"/>
                  </a:lnTo>
                  <a:lnTo>
                    <a:pt x="1029" y="435"/>
                  </a:lnTo>
                  <a:lnTo>
                    <a:pt x="1025" y="433"/>
                  </a:lnTo>
                  <a:lnTo>
                    <a:pt x="1019" y="432"/>
                  </a:lnTo>
                  <a:lnTo>
                    <a:pt x="1012" y="432"/>
                  </a:lnTo>
                  <a:lnTo>
                    <a:pt x="1008" y="429"/>
                  </a:lnTo>
                  <a:lnTo>
                    <a:pt x="1006" y="424"/>
                  </a:lnTo>
                  <a:lnTo>
                    <a:pt x="1006" y="419"/>
                  </a:lnTo>
                  <a:lnTo>
                    <a:pt x="1004" y="416"/>
                  </a:lnTo>
                  <a:lnTo>
                    <a:pt x="997" y="414"/>
                  </a:lnTo>
                  <a:lnTo>
                    <a:pt x="990" y="412"/>
                  </a:lnTo>
                  <a:lnTo>
                    <a:pt x="985" y="408"/>
                  </a:lnTo>
                  <a:lnTo>
                    <a:pt x="984" y="404"/>
                  </a:lnTo>
                  <a:lnTo>
                    <a:pt x="987" y="398"/>
                  </a:lnTo>
                  <a:lnTo>
                    <a:pt x="991" y="394"/>
                  </a:lnTo>
                  <a:lnTo>
                    <a:pt x="994" y="389"/>
                  </a:lnTo>
                  <a:lnTo>
                    <a:pt x="998" y="385"/>
                  </a:lnTo>
                  <a:lnTo>
                    <a:pt x="1003" y="382"/>
                  </a:lnTo>
                  <a:lnTo>
                    <a:pt x="1007" y="379"/>
                  </a:lnTo>
                  <a:lnTo>
                    <a:pt x="1010" y="375"/>
                  </a:lnTo>
                  <a:lnTo>
                    <a:pt x="1010" y="370"/>
                  </a:lnTo>
                  <a:lnTo>
                    <a:pt x="1008" y="364"/>
                  </a:lnTo>
                  <a:lnTo>
                    <a:pt x="1008" y="358"/>
                  </a:lnTo>
                  <a:lnTo>
                    <a:pt x="1012" y="354"/>
                  </a:lnTo>
                  <a:lnTo>
                    <a:pt x="1019" y="354"/>
                  </a:lnTo>
                  <a:lnTo>
                    <a:pt x="1025" y="353"/>
                  </a:lnTo>
                  <a:lnTo>
                    <a:pt x="1029" y="351"/>
                  </a:lnTo>
                  <a:lnTo>
                    <a:pt x="1033" y="347"/>
                  </a:lnTo>
                  <a:lnTo>
                    <a:pt x="1037" y="343"/>
                  </a:lnTo>
                  <a:lnTo>
                    <a:pt x="1042" y="343"/>
                  </a:lnTo>
                  <a:lnTo>
                    <a:pt x="1047" y="345"/>
                  </a:lnTo>
                  <a:lnTo>
                    <a:pt x="1051" y="348"/>
                  </a:lnTo>
                  <a:lnTo>
                    <a:pt x="1055" y="349"/>
                  </a:lnTo>
                  <a:lnTo>
                    <a:pt x="1059" y="349"/>
                  </a:lnTo>
                  <a:lnTo>
                    <a:pt x="1063" y="350"/>
                  </a:lnTo>
                  <a:lnTo>
                    <a:pt x="1067" y="351"/>
                  </a:lnTo>
                  <a:lnTo>
                    <a:pt x="1071" y="351"/>
                  </a:lnTo>
                  <a:lnTo>
                    <a:pt x="1076" y="351"/>
                  </a:lnTo>
                  <a:lnTo>
                    <a:pt x="1083" y="349"/>
                  </a:lnTo>
                  <a:lnTo>
                    <a:pt x="1090" y="348"/>
                  </a:lnTo>
                  <a:lnTo>
                    <a:pt x="1094" y="352"/>
                  </a:lnTo>
                  <a:lnTo>
                    <a:pt x="1094" y="358"/>
                  </a:lnTo>
                  <a:lnTo>
                    <a:pt x="1092" y="366"/>
                  </a:lnTo>
                  <a:lnTo>
                    <a:pt x="1090" y="371"/>
                  </a:lnTo>
                  <a:lnTo>
                    <a:pt x="1093" y="375"/>
                  </a:lnTo>
                  <a:lnTo>
                    <a:pt x="1097" y="377"/>
                  </a:lnTo>
                  <a:lnTo>
                    <a:pt x="1101" y="381"/>
                  </a:lnTo>
                  <a:lnTo>
                    <a:pt x="1103" y="385"/>
                  </a:lnTo>
                  <a:lnTo>
                    <a:pt x="1103" y="389"/>
                  </a:lnTo>
                  <a:close/>
                </a:path>
              </a:pathLst>
            </a:custGeom>
            <a:solidFill>
              <a:srgbClr val="DA9FC0">
                <a:alpha val="32000"/>
              </a:srgbClr>
            </a:solidFill>
            <a:ln>
              <a:noFill/>
            </a:ln>
          </p:spPr>
          <p:txBody>
            <a:bodyPr anchor="ctr"/>
            <a:lstStyle/>
            <a:p>
              <a:pPr algn="ctr">
                <a:buNone/>
              </a:pPr>
            </a:p>
          </p:txBody>
        </p:sp>
        <p:sp>
          <p:nvSpPr>
            <p:cNvPr id="7703" name="addition:spatial:192">
              <a:extLst>
                <a:ext uri="{FF2B5EF4-FFF2-40B4-BE49-F238E27FC236}">
                  <ns2:creationId id="{76AE9260-12EB-4CC7-BE8D-C1ACCBF1135A}"/>
                </a:ext>
              </a:extLst>
            </p:cNvPr>
            <p:cNvSpPr>
              <a:spLocks noGrp="1"/>
            </p:cNvSpPr>
            <p:nvPr/>
          </p:nvSpPr>
          <p:spPr>
            <a:xfrm>
              <a:off x="5648325" y="1666875"/>
              <a:ext cx="1388196" cy="717255"/>
            </a:xfrm>
            <a:custGeom>
              <a:rect l="l" t="t" r="r" b="b"/>
              <a:pathLst>
                <a:path w="1047" h="424">
                  <a:moveTo>
                    <a:pt x="0" y="0"/>
                  </a:moveTo>
                  <a:moveTo>
                    <a:pt x="1043" y="376"/>
                  </a:moveTo>
                  <a:lnTo>
                    <a:pt x="1046" y="380"/>
                  </a:lnTo>
                  <a:lnTo>
                    <a:pt x="1047" y="384"/>
                  </a:lnTo>
                  <a:lnTo>
                    <a:pt x="1044" y="387"/>
                  </a:lnTo>
                  <a:lnTo>
                    <a:pt x="1042" y="390"/>
                  </a:lnTo>
                  <a:lnTo>
                    <a:pt x="1041" y="393"/>
                  </a:lnTo>
                  <a:lnTo>
                    <a:pt x="1043" y="398"/>
                  </a:lnTo>
                  <a:lnTo>
                    <a:pt x="1044" y="403"/>
                  </a:lnTo>
                  <a:lnTo>
                    <a:pt x="1042" y="407"/>
                  </a:lnTo>
                  <a:lnTo>
                    <a:pt x="1038" y="408"/>
                  </a:lnTo>
                  <a:lnTo>
                    <a:pt x="1032" y="408"/>
                  </a:lnTo>
                  <a:lnTo>
                    <a:pt x="1027" y="407"/>
                  </a:lnTo>
                  <a:lnTo>
                    <a:pt x="1024" y="408"/>
                  </a:lnTo>
                  <a:lnTo>
                    <a:pt x="1021" y="410"/>
                  </a:lnTo>
                  <a:lnTo>
                    <a:pt x="1018" y="411"/>
                  </a:lnTo>
                  <a:lnTo>
                    <a:pt x="1015" y="413"/>
                  </a:lnTo>
                  <a:lnTo>
                    <a:pt x="1011" y="415"/>
                  </a:lnTo>
                  <a:lnTo>
                    <a:pt x="1007" y="419"/>
                  </a:lnTo>
                  <a:lnTo>
                    <a:pt x="1003" y="423"/>
                  </a:lnTo>
                  <a:lnTo>
                    <a:pt x="997" y="424"/>
                  </a:lnTo>
                  <a:lnTo>
                    <a:pt x="993" y="421"/>
                  </a:lnTo>
                  <a:lnTo>
                    <a:pt x="989" y="416"/>
                  </a:lnTo>
                  <a:lnTo>
                    <a:pt x="986" y="412"/>
                  </a:lnTo>
                  <a:lnTo>
                    <a:pt x="982" y="410"/>
                  </a:lnTo>
                  <a:lnTo>
                    <a:pt x="977" y="410"/>
                  </a:lnTo>
                  <a:lnTo>
                    <a:pt x="972" y="409"/>
                  </a:lnTo>
                  <a:lnTo>
                    <a:pt x="969" y="406"/>
                  </a:lnTo>
                  <a:lnTo>
                    <a:pt x="967" y="402"/>
                  </a:lnTo>
                  <a:lnTo>
                    <a:pt x="966" y="398"/>
                  </a:lnTo>
                  <a:lnTo>
                    <a:pt x="963" y="395"/>
                  </a:lnTo>
                  <a:lnTo>
                    <a:pt x="959" y="393"/>
                  </a:lnTo>
                  <a:lnTo>
                    <a:pt x="955" y="390"/>
                  </a:lnTo>
                  <a:lnTo>
                    <a:pt x="953" y="387"/>
                  </a:lnTo>
                  <a:lnTo>
                    <a:pt x="951" y="383"/>
                  </a:lnTo>
                  <a:lnTo>
                    <a:pt x="950" y="380"/>
                  </a:lnTo>
                  <a:lnTo>
                    <a:pt x="948" y="376"/>
                  </a:lnTo>
                  <a:lnTo>
                    <a:pt x="947" y="371"/>
                  </a:lnTo>
                  <a:lnTo>
                    <a:pt x="951" y="368"/>
                  </a:lnTo>
                  <a:lnTo>
                    <a:pt x="958" y="365"/>
                  </a:lnTo>
                  <a:lnTo>
                    <a:pt x="964" y="363"/>
                  </a:lnTo>
                  <a:lnTo>
                    <a:pt x="968" y="361"/>
                  </a:lnTo>
                  <a:lnTo>
                    <a:pt x="968" y="357"/>
                  </a:lnTo>
                  <a:lnTo>
                    <a:pt x="967" y="352"/>
                  </a:lnTo>
                  <a:lnTo>
                    <a:pt x="968" y="347"/>
                  </a:lnTo>
                  <a:lnTo>
                    <a:pt x="971" y="344"/>
                  </a:lnTo>
                  <a:lnTo>
                    <a:pt x="975" y="342"/>
                  </a:lnTo>
                  <a:lnTo>
                    <a:pt x="979" y="340"/>
                  </a:lnTo>
                  <a:lnTo>
                    <a:pt x="982" y="337"/>
                  </a:lnTo>
                  <a:lnTo>
                    <a:pt x="986" y="335"/>
                  </a:lnTo>
                  <a:lnTo>
                    <a:pt x="991" y="334"/>
                  </a:lnTo>
                  <a:lnTo>
                    <a:pt x="995" y="334"/>
                  </a:lnTo>
                  <a:lnTo>
                    <a:pt x="999" y="335"/>
                  </a:lnTo>
                  <a:lnTo>
                    <a:pt x="1003" y="334"/>
                  </a:lnTo>
                  <a:lnTo>
                    <a:pt x="1007" y="333"/>
                  </a:lnTo>
                  <a:lnTo>
                    <a:pt x="1011" y="334"/>
                  </a:lnTo>
                  <a:lnTo>
                    <a:pt x="1014" y="337"/>
                  </a:lnTo>
                  <a:lnTo>
                    <a:pt x="1016" y="341"/>
                  </a:lnTo>
                  <a:lnTo>
                    <a:pt x="1018" y="344"/>
                  </a:lnTo>
                  <a:lnTo>
                    <a:pt x="1022" y="343"/>
                  </a:lnTo>
                  <a:lnTo>
                    <a:pt x="1027" y="340"/>
                  </a:lnTo>
                  <a:lnTo>
                    <a:pt x="1033" y="339"/>
                  </a:lnTo>
                  <a:lnTo>
                    <a:pt x="1037" y="340"/>
                  </a:lnTo>
                  <a:lnTo>
                    <a:pt x="1038" y="345"/>
                  </a:lnTo>
                  <a:lnTo>
                    <a:pt x="1038" y="350"/>
                  </a:lnTo>
                  <a:lnTo>
                    <a:pt x="1039" y="354"/>
                  </a:lnTo>
                  <a:lnTo>
                    <a:pt x="1039" y="358"/>
                  </a:lnTo>
                  <a:lnTo>
                    <a:pt x="1039" y="362"/>
                  </a:lnTo>
                  <a:lnTo>
                    <a:pt x="1038" y="366"/>
                  </a:lnTo>
                  <a:lnTo>
                    <a:pt x="1038" y="369"/>
                  </a:lnTo>
                  <a:lnTo>
                    <a:pt x="1039" y="372"/>
                  </a:lnTo>
                  <a:close/>
                </a:path>
              </a:pathLst>
            </a:custGeom>
            <a:solidFill>
              <a:srgbClr val="DA9FC0">
                <a:alpha val="32000"/>
              </a:srgbClr>
            </a:solidFill>
            <a:ln>
              <a:noFill/>
            </a:ln>
          </p:spPr>
          <p:txBody>
            <a:bodyPr anchor="ctr"/>
            <a:lstStyle/>
            <a:p>
              <a:pPr algn="ctr">
                <a:buNone/>
              </a:pPr>
            </a:p>
          </p:txBody>
        </p:sp>
        <p:sp>
          <p:nvSpPr>
            <p:cNvPr id="7704" name="addition:spatial:193">
              <a:extLst>
                <a:ext uri="{FF2B5EF4-FFF2-40B4-BE49-F238E27FC236}">
                  <ns2:creationId id="{7F2E0169-D50B-4BE9-9AF7-D75C26DFD1B7}"/>
                </a:ext>
              </a:extLst>
            </p:cNvPr>
            <p:cNvSpPr>
              <a:spLocks noGrp="1"/>
            </p:cNvSpPr>
            <p:nvPr/>
          </p:nvSpPr>
          <p:spPr>
            <a:xfrm>
              <a:off x="5648325" y="1666875"/>
              <a:ext cx="1543324" cy="717255"/>
            </a:xfrm>
            <a:custGeom>
              <a:rect l="l" t="t" r="r" b="b"/>
              <a:pathLst>
                <a:path w="1164" h="424">
                  <a:moveTo>
                    <a:pt x="0" y="0"/>
                  </a:moveTo>
                  <a:moveTo>
                    <a:pt x="1146" y="369"/>
                  </a:moveTo>
                  <a:lnTo>
                    <a:pt x="1141" y="373"/>
                  </a:lnTo>
                  <a:lnTo>
                    <a:pt x="1141" y="377"/>
                  </a:lnTo>
                  <a:lnTo>
                    <a:pt x="1143" y="382"/>
                  </a:lnTo>
                  <a:lnTo>
                    <a:pt x="1144" y="387"/>
                  </a:lnTo>
                  <a:lnTo>
                    <a:pt x="1140" y="392"/>
                  </a:lnTo>
                  <a:lnTo>
                    <a:pt x="1135" y="395"/>
                  </a:lnTo>
                  <a:lnTo>
                    <a:pt x="1131" y="399"/>
                  </a:lnTo>
                  <a:lnTo>
                    <a:pt x="1129" y="404"/>
                  </a:lnTo>
                  <a:lnTo>
                    <a:pt x="1127" y="409"/>
                  </a:lnTo>
                  <a:lnTo>
                    <a:pt x="1123" y="413"/>
                  </a:lnTo>
                  <a:lnTo>
                    <a:pt x="1117" y="416"/>
                  </a:lnTo>
                  <a:lnTo>
                    <a:pt x="1112" y="418"/>
                  </a:lnTo>
                  <a:lnTo>
                    <a:pt x="1107" y="421"/>
                  </a:lnTo>
                  <a:lnTo>
                    <a:pt x="1102" y="424"/>
                  </a:lnTo>
                  <a:lnTo>
                    <a:pt x="1096" y="424"/>
                  </a:lnTo>
                  <a:lnTo>
                    <a:pt x="1090" y="420"/>
                  </a:lnTo>
                  <a:lnTo>
                    <a:pt x="1084" y="415"/>
                  </a:lnTo>
                  <a:lnTo>
                    <a:pt x="1080" y="411"/>
                  </a:lnTo>
                  <a:lnTo>
                    <a:pt x="1076" y="413"/>
                  </a:lnTo>
                  <a:lnTo>
                    <a:pt x="1070" y="418"/>
                  </a:lnTo>
                  <a:lnTo>
                    <a:pt x="1063" y="423"/>
                  </a:lnTo>
                  <a:lnTo>
                    <a:pt x="1056" y="424"/>
                  </a:lnTo>
                  <a:lnTo>
                    <a:pt x="1051" y="421"/>
                  </a:lnTo>
                  <a:lnTo>
                    <a:pt x="1047" y="416"/>
                  </a:lnTo>
                  <a:lnTo>
                    <a:pt x="1043" y="413"/>
                  </a:lnTo>
                  <a:lnTo>
                    <a:pt x="1039" y="409"/>
                  </a:lnTo>
                  <a:lnTo>
                    <a:pt x="1035" y="405"/>
                  </a:lnTo>
                  <a:lnTo>
                    <a:pt x="1034" y="400"/>
                  </a:lnTo>
                  <a:lnTo>
                    <a:pt x="1033" y="394"/>
                  </a:lnTo>
                  <a:lnTo>
                    <a:pt x="1031" y="390"/>
                  </a:lnTo>
                  <a:lnTo>
                    <a:pt x="1026" y="387"/>
                  </a:lnTo>
                  <a:lnTo>
                    <a:pt x="1020" y="383"/>
                  </a:lnTo>
                  <a:lnTo>
                    <a:pt x="1018" y="378"/>
                  </a:lnTo>
                  <a:lnTo>
                    <a:pt x="1020" y="373"/>
                  </a:lnTo>
                  <a:lnTo>
                    <a:pt x="1022" y="369"/>
                  </a:lnTo>
                  <a:lnTo>
                    <a:pt x="1020" y="364"/>
                  </a:lnTo>
                  <a:lnTo>
                    <a:pt x="1014" y="359"/>
                  </a:lnTo>
                  <a:lnTo>
                    <a:pt x="1007" y="352"/>
                  </a:lnTo>
                  <a:lnTo>
                    <a:pt x="1004" y="346"/>
                  </a:lnTo>
                  <a:lnTo>
                    <a:pt x="1008" y="342"/>
                  </a:lnTo>
                  <a:lnTo>
                    <a:pt x="1016" y="339"/>
                  </a:lnTo>
                  <a:lnTo>
                    <a:pt x="1024" y="338"/>
                  </a:lnTo>
                  <a:lnTo>
                    <a:pt x="1029" y="336"/>
                  </a:lnTo>
                  <a:lnTo>
                    <a:pt x="1034" y="333"/>
                  </a:lnTo>
                  <a:lnTo>
                    <a:pt x="1039" y="331"/>
                  </a:lnTo>
                  <a:lnTo>
                    <a:pt x="1045" y="329"/>
                  </a:lnTo>
                  <a:lnTo>
                    <a:pt x="1049" y="326"/>
                  </a:lnTo>
                  <a:lnTo>
                    <a:pt x="1053" y="321"/>
                  </a:lnTo>
                  <a:lnTo>
                    <a:pt x="1057" y="315"/>
                  </a:lnTo>
                  <a:lnTo>
                    <a:pt x="1063" y="310"/>
                  </a:lnTo>
                  <a:lnTo>
                    <a:pt x="1071" y="310"/>
                  </a:lnTo>
                  <a:lnTo>
                    <a:pt x="1079" y="313"/>
                  </a:lnTo>
                  <a:lnTo>
                    <a:pt x="1086" y="316"/>
                  </a:lnTo>
                  <a:lnTo>
                    <a:pt x="1093" y="316"/>
                  </a:lnTo>
                  <a:lnTo>
                    <a:pt x="1100" y="314"/>
                  </a:lnTo>
                  <a:lnTo>
                    <a:pt x="1108" y="313"/>
                  </a:lnTo>
                  <a:lnTo>
                    <a:pt x="1115" y="316"/>
                  </a:lnTo>
                  <a:lnTo>
                    <a:pt x="1119" y="322"/>
                  </a:lnTo>
                  <a:lnTo>
                    <a:pt x="1121" y="328"/>
                  </a:lnTo>
                  <a:lnTo>
                    <a:pt x="1125" y="332"/>
                  </a:lnTo>
                  <a:lnTo>
                    <a:pt x="1130" y="334"/>
                  </a:lnTo>
                  <a:lnTo>
                    <a:pt x="1136" y="336"/>
                  </a:lnTo>
                  <a:lnTo>
                    <a:pt x="1141" y="338"/>
                  </a:lnTo>
                  <a:lnTo>
                    <a:pt x="1146" y="341"/>
                  </a:lnTo>
                  <a:lnTo>
                    <a:pt x="1152" y="344"/>
                  </a:lnTo>
                  <a:lnTo>
                    <a:pt x="1159" y="347"/>
                  </a:lnTo>
                  <a:lnTo>
                    <a:pt x="1164" y="352"/>
                  </a:lnTo>
                  <a:lnTo>
                    <a:pt x="1163" y="358"/>
                  </a:lnTo>
                  <a:lnTo>
                    <a:pt x="1155" y="364"/>
                  </a:lnTo>
                  <a:close/>
                </a:path>
              </a:pathLst>
            </a:custGeom>
            <a:solidFill>
              <a:srgbClr val="DA9FC0">
                <a:alpha val="32000"/>
              </a:srgbClr>
            </a:solidFill>
            <a:ln>
              <a:noFill/>
            </a:ln>
          </p:spPr>
          <p:txBody>
            <a:bodyPr anchor="ctr"/>
            <a:lstStyle/>
            <a:p>
              <a:pPr algn="ctr">
                <a:buNone/>
              </a:pPr>
            </a:p>
          </p:txBody>
        </p:sp>
        <p:sp>
          <p:nvSpPr>
            <p:cNvPr id="7705" name="addition:spatial:194">
              <a:extLst>
                <a:ext uri="{FF2B5EF4-FFF2-40B4-BE49-F238E27FC236}">
                  <ns2:creationId id="{63E99D23-D872-449E-B8FA-D09DE6274FDC}"/>
                </a:ext>
              </a:extLst>
            </p:cNvPr>
            <p:cNvSpPr>
              <a:spLocks noGrp="1"/>
            </p:cNvSpPr>
            <p:nvPr/>
          </p:nvSpPr>
          <p:spPr>
            <a:xfrm>
              <a:off x="5648325" y="1666875"/>
              <a:ext cx="1580449" cy="779846"/>
            </a:xfrm>
            <a:custGeom>
              <a:rect l="l" t="t" r="r" b="b"/>
              <a:pathLst>
                <a:path w="1192" h="461">
                  <a:moveTo>
                    <a:pt x="0" y="0"/>
                  </a:moveTo>
                  <a:moveTo>
                    <a:pt x="1191" y="359"/>
                  </a:moveTo>
                  <a:lnTo>
                    <a:pt x="1192" y="367"/>
                  </a:lnTo>
                  <a:lnTo>
                    <a:pt x="1187" y="375"/>
                  </a:lnTo>
                  <a:lnTo>
                    <a:pt x="1182" y="382"/>
                  </a:lnTo>
                  <a:lnTo>
                    <a:pt x="1182" y="390"/>
                  </a:lnTo>
                  <a:lnTo>
                    <a:pt x="1186" y="400"/>
                  </a:lnTo>
                  <a:lnTo>
                    <a:pt x="1188" y="410"/>
                  </a:lnTo>
                  <a:lnTo>
                    <a:pt x="1182" y="417"/>
                  </a:lnTo>
                  <a:lnTo>
                    <a:pt x="1169" y="419"/>
                  </a:lnTo>
                  <a:lnTo>
                    <a:pt x="1155" y="418"/>
                  </a:lnTo>
                  <a:lnTo>
                    <a:pt x="1145" y="418"/>
                  </a:lnTo>
                  <a:lnTo>
                    <a:pt x="1138" y="423"/>
                  </a:lnTo>
                  <a:lnTo>
                    <a:pt x="1133" y="429"/>
                  </a:lnTo>
                  <a:lnTo>
                    <a:pt x="1126" y="435"/>
                  </a:lnTo>
                  <a:lnTo>
                    <a:pt x="1117" y="440"/>
                  </a:lnTo>
                  <a:lnTo>
                    <a:pt x="1108" y="446"/>
                  </a:lnTo>
                  <a:lnTo>
                    <a:pt x="1099" y="454"/>
                  </a:lnTo>
                  <a:lnTo>
                    <a:pt x="1087" y="461"/>
                  </a:lnTo>
                  <a:lnTo>
                    <a:pt x="1075" y="461"/>
                  </a:lnTo>
                  <a:lnTo>
                    <a:pt x="1064" y="453"/>
                  </a:lnTo>
                  <a:lnTo>
                    <a:pt x="1055" y="442"/>
                  </a:lnTo>
                  <a:lnTo>
                    <a:pt x="1047" y="434"/>
                  </a:lnTo>
                  <a:lnTo>
                    <a:pt x="1037" y="433"/>
                  </a:lnTo>
                  <a:lnTo>
                    <a:pt x="1025" y="434"/>
                  </a:lnTo>
                  <a:lnTo>
                    <a:pt x="1014" y="434"/>
                  </a:lnTo>
                  <a:lnTo>
                    <a:pt x="1007" y="428"/>
                  </a:lnTo>
                  <a:lnTo>
                    <a:pt x="1003" y="419"/>
                  </a:lnTo>
                  <a:lnTo>
                    <a:pt x="1000" y="412"/>
                  </a:lnTo>
                  <a:lnTo>
                    <a:pt x="992" y="407"/>
                  </a:lnTo>
                  <a:lnTo>
                    <a:pt x="982" y="404"/>
                  </a:lnTo>
                  <a:lnTo>
                    <a:pt x="973" y="399"/>
                  </a:lnTo>
                  <a:lnTo>
                    <a:pt x="968" y="392"/>
                  </a:lnTo>
                  <a:lnTo>
                    <a:pt x="966" y="384"/>
                  </a:lnTo>
                  <a:lnTo>
                    <a:pt x="964" y="376"/>
                  </a:lnTo>
                  <a:lnTo>
                    <a:pt x="962" y="368"/>
                  </a:lnTo>
                  <a:lnTo>
                    <a:pt x="964" y="359"/>
                  </a:lnTo>
                  <a:lnTo>
                    <a:pt x="974" y="351"/>
                  </a:lnTo>
                  <a:lnTo>
                    <a:pt x="989" y="345"/>
                  </a:lnTo>
                  <a:lnTo>
                    <a:pt x="1001" y="340"/>
                  </a:lnTo>
                  <a:lnTo>
                    <a:pt x="1005" y="334"/>
                  </a:lnTo>
                  <a:lnTo>
                    <a:pt x="1000" y="324"/>
                  </a:lnTo>
                  <a:lnTo>
                    <a:pt x="994" y="313"/>
                  </a:lnTo>
                  <a:lnTo>
                    <a:pt x="995" y="303"/>
                  </a:lnTo>
                  <a:lnTo>
                    <a:pt x="1002" y="296"/>
                  </a:lnTo>
                  <a:lnTo>
                    <a:pt x="1012" y="292"/>
                  </a:lnTo>
                  <a:lnTo>
                    <a:pt x="1021" y="288"/>
                  </a:lnTo>
                  <a:lnTo>
                    <a:pt x="1027" y="282"/>
                  </a:lnTo>
                  <a:lnTo>
                    <a:pt x="1035" y="277"/>
                  </a:lnTo>
                  <a:lnTo>
                    <a:pt x="1044" y="275"/>
                  </a:lnTo>
                  <a:lnTo>
                    <a:pt x="1054" y="276"/>
                  </a:lnTo>
                  <a:lnTo>
                    <a:pt x="1062" y="276"/>
                  </a:lnTo>
                  <a:lnTo>
                    <a:pt x="1070" y="274"/>
                  </a:lnTo>
                  <a:lnTo>
                    <a:pt x="1077" y="272"/>
                  </a:lnTo>
                  <a:lnTo>
                    <a:pt x="1085" y="273"/>
                  </a:lnTo>
                  <a:lnTo>
                    <a:pt x="1092" y="278"/>
                  </a:lnTo>
                  <a:lnTo>
                    <a:pt x="1098" y="284"/>
                  </a:lnTo>
                  <a:lnTo>
                    <a:pt x="1104" y="286"/>
                  </a:lnTo>
                  <a:lnTo>
                    <a:pt x="1115" y="281"/>
                  </a:lnTo>
                  <a:lnTo>
                    <a:pt x="1128" y="274"/>
                  </a:lnTo>
                  <a:lnTo>
                    <a:pt x="1141" y="272"/>
                  </a:lnTo>
                  <a:lnTo>
                    <a:pt x="1149" y="278"/>
                  </a:lnTo>
                  <a:lnTo>
                    <a:pt x="1151" y="289"/>
                  </a:lnTo>
                  <a:lnTo>
                    <a:pt x="1152" y="300"/>
                  </a:lnTo>
                  <a:lnTo>
                    <a:pt x="1153" y="309"/>
                  </a:lnTo>
                  <a:lnTo>
                    <a:pt x="1157" y="316"/>
                  </a:lnTo>
                  <a:lnTo>
                    <a:pt x="1161" y="324"/>
                  </a:lnTo>
                  <a:lnTo>
                    <a:pt x="1162" y="331"/>
                  </a:lnTo>
                  <a:lnTo>
                    <a:pt x="1165" y="338"/>
                  </a:lnTo>
                  <a:lnTo>
                    <a:pt x="1172" y="344"/>
                  </a:lnTo>
                  <a:lnTo>
                    <a:pt x="1183" y="351"/>
                  </a:lnTo>
                  <a:close/>
                </a:path>
              </a:pathLst>
            </a:custGeom>
            <a:solidFill>
              <a:srgbClr val="CC79A7">
                <a:alpha val="37000"/>
              </a:srgbClr>
            </a:solidFill>
            <a:ln>
              <a:noFill/>
            </a:ln>
          </p:spPr>
          <p:txBody>
            <a:bodyPr anchor="ctr"/>
            <a:lstStyle/>
            <a:p>
              <a:pPr algn="ctr">
                <a:buNone/>
              </a:pPr>
            </a:p>
          </p:txBody>
        </p:sp>
        <p:sp>
          <p:nvSpPr>
            <p:cNvPr id="7706" name="addition:spatial:195">
              <a:extLst>
                <a:ext uri="{FF2B5EF4-FFF2-40B4-BE49-F238E27FC236}">
                  <ns2:creationId id="{83F3A4AF-94C1-4758-8ACF-26CE6DEF79D8}"/>
                </a:ext>
              </a:extLst>
            </p:cNvPr>
            <p:cNvSpPr>
              <a:spLocks noGrp="1"/>
            </p:cNvSpPr>
            <p:nvPr/>
          </p:nvSpPr>
          <p:spPr>
            <a:xfrm>
              <a:off x="5648325" y="1666875"/>
              <a:ext cx="1443883" cy="636057"/>
            </a:xfrm>
            <a:custGeom>
              <a:rect l="l" t="t" r="r" b="b"/>
              <a:pathLst>
                <a:path w="1089" h="376">
                  <a:moveTo>
                    <a:pt x="0" y="0"/>
                  </a:moveTo>
                  <a:moveTo>
                    <a:pt x="1087" y="338"/>
                  </a:moveTo>
                  <a:lnTo>
                    <a:pt x="1085" y="341"/>
                  </a:lnTo>
                  <a:lnTo>
                    <a:pt x="1083" y="345"/>
                  </a:lnTo>
                  <a:lnTo>
                    <a:pt x="1082" y="348"/>
                  </a:lnTo>
                  <a:lnTo>
                    <a:pt x="1079" y="351"/>
                  </a:lnTo>
                  <a:lnTo>
                    <a:pt x="1074" y="353"/>
                  </a:lnTo>
                  <a:lnTo>
                    <a:pt x="1070" y="355"/>
                  </a:lnTo>
                  <a:lnTo>
                    <a:pt x="1069" y="358"/>
                  </a:lnTo>
                  <a:lnTo>
                    <a:pt x="1070" y="363"/>
                  </a:lnTo>
                  <a:lnTo>
                    <a:pt x="1071" y="369"/>
                  </a:lnTo>
                  <a:lnTo>
                    <a:pt x="1070" y="374"/>
                  </a:lnTo>
                  <a:lnTo>
                    <a:pt x="1066" y="376"/>
                  </a:lnTo>
                  <a:lnTo>
                    <a:pt x="1060" y="375"/>
                  </a:lnTo>
                  <a:lnTo>
                    <a:pt x="1055" y="374"/>
                  </a:lnTo>
                  <a:lnTo>
                    <a:pt x="1052" y="374"/>
                  </a:lnTo>
                  <a:lnTo>
                    <a:pt x="1048" y="375"/>
                  </a:lnTo>
                  <a:lnTo>
                    <a:pt x="1045" y="375"/>
                  </a:lnTo>
                  <a:lnTo>
                    <a:pt x="1042" y="374"/>
                  </a:lnTo>
                  <a:lnTo>
                    <a:pt x="1039" y="373"/>
                  </a:lnTo>
                  <a:lnTo>
                    <a:pt x="1036" y="374"/>
                  </a:lnTo>
                  <a:lnTo>
                    <a:pt x="1033" y="376"/>
                  </a:lnTo>
                  <a:lnTo>
                    <a:pt x="1029" y="376"/>
                  </a:lnTo>
                  <a:lnTo>
                    <a:pt x="1026" y="375"/>
                  </a:lnTo>
                  <a:lnTo>
                    <a:pt x="1024" y="372"/>
                  </a:lnTo>
                  <a:lnTo>
                    <a:pt x="1021" y="369"/>
                  </a:lnTo>
                  <a:lnTo>
                    <a:pt x="1018" y="369"/>
                  </a:lnTo>
                  <a:lnTo>
                    <a:pt x="1012" y="369"/>
                  </a:lnTo>
                  <a:lnTo>
                    <a:pt x="1008" y="368"/>
                  </a:lnTo>
                  <a:lnTo>
                    <a:pt x="1006" y="364"/>
                  </a:lnTo>
                  <a:lnTo>
                    <a:pt x="1008" y="358"/>
                  </a:lnTo>
                  <a:lnTo>
                    <a:pt x="1010" y="353"/>
                  </a:lnTo>
                  <a:lnTo>
                    <a:pt x="1011" y="349"/>
                  </a:lnTo>
                  <a:lnTo>
                    <a:pt x="1009" y="347"/>
                  </a:lnTo>
                  <a:lnTo>
                    <a:pt x="1006" y="344"/>
                  </a:lnTo>
                  <a:lnTo>
                    <a:pt x="1004" y="341"/>
                  </a:lnTo>
                  <a:lnTo>
                    <a:pt x="1002" y="338"/>
                  </a:lnTo>
                  <a:lnTo>
                    <a:pt x="999" y="334"/>
                  </a:lnTo>
                  <a:lnTo>
                    <a:pt x="996" y="330"/>
                  </a:lnTo>
                  <a:lnTo>
                    <a:pt x="994" y="326"/>
                  </a:lnTo>
                  <a:lnTo>
                    <a:pt x="995" y="322"/>
                  </a:lnTo>
                  <a:lnTo>
                    <a:pt x="999" y="320"/>
                  </a:lnTo>
                  <a:lnTo>
                    <a:pt x="1004" y="318"/>
                  </a:lnTo>
                  <a:lnTo>
                    <a:pt x="1007" y="316"/>
                  </a:lnTo>
                  <a:lnTo>
                    <a:pt x="1008" y="313"/>
                  </a:lnTo>
                  <a:lnTo>
                    <a:pt x="1008" y="309"/>
                  </a:lnTo>
                  <a:lnTo>
                    <a:pt x="1011" y="306"/>
                  </a:lnTo>
                  <a:lnTo>
                    <a:pt x="1015" y="305"/>
                  </a:lnTo>
                  <a:lnTo>
                    <a:pt x="1020" y="306"/>
                  </a:lnTo>
                  <a:lnTo>
                    <a:pt x="1024" y="306"/>
                  </a:lnTo>
                  <a:lnTo>
                    <a:pt x="1027" y="304"/>
                  </a:lnTo>
                  <a:lnTo>
                    <a:pt x="1030" y="300"/>
                  </a:lnTo>
                  <a:lnTo>
                    <a:pt x="1034" y="297"/>
                  </a:lnTo>
                  <a:lnTo>
                    <a:pt x="1038" y="295"/>
                  </a:lnTo>
                  <a:lnTo>
                    <a:pt x="1043" y="295"/>
                  </a:lnTo>
                  <a:lnTo>
                    <a:pt x="1048" y="295"/>
                  </a:lnTo>
                  <a:lnTo>
                    <a:pt x="1053" y="295"/>
                  </a:lnTo>
                  <a:lnTo>
                    <a:pt x="1057" y="297"/>
                  </a:lnTo>
                  <a:lnTo>
                    <a:pt x="1060" y="301"/>
                  </a:lnTo>
                  <a:lnTo>
                    <a:pt x="1062" y="307"/>
                  </a:lnTo>
                  <a:lnTo>
                    <a:pt x="1063" y="311"/>
                  </a:lnTo>
                  <a:lnTo>
                    <a:pt x="1067" y="312"/>
                  </a:lnTo>
                  <a:lnTo>
                    <a:pt x="1072" y="311"/>
                  </a:lnTo>
                  <a:lnTo>
                    <a:pt x="1078" y="311"/>
                  </a:lnTo>
                  <a:lnTo>
                    <a:pt x="1082" y="313"/>
                  </a:lnTo>
                  <a:lnTo>
                    <a:pt x="1083" y="317"/>
                  </a:lnTo>
                  <a:lnTo>
                    <a:pt x="1083" y="320"/>
                  </a:lnTo>
                  <a:lnTo>
                    <a:pt x="1085" y="324"/>
                  </a:lnTo>
                  <a:lnTo>
                    <a:pt x="1087" y="327"/>
                  </a:lnTo>
                  <a:lnTo>
                    <a:pt x="1089" y="330"/>
                  </a:lnTo>
                  <a:lnTo>
                    <a:pt x="1089" y="334"/>
                  </a:lnTo>
                  <a:close/>
                </a:path>
              </a:pathLst>
            </a:custGeom>
            <a:solidFill>
              <a:srgbClr val="CC79A7">
                <a:alpha val="36000"/>
              </a:srgbClr>
            </a:solidFill>
            <a:ln>
              <a:noFill/>
            </a:ln>
          </p:spPr>
          <p:txBody>
            <a:bodyPr anchor="ctr"/>
            <a:lstStyle/>
            <a:p>
              <a:pPr algn="ctr">
                <a:buNone/>
              </a:pPr>
            </a:p>
          </p:txBody>
        </p:sp>
        <p:sp>
          <p:nvSpPr>
            <p:cNvPr id="7707" name="addition:spatial:196">
              <a:extLst>
                <a:ext uri="{FF2B5EF4-FFF2-40B4-BE49-F238E27FC236}">
                  <ns2:creationId id="{C9A9F17A-E74C-4DB4-BE71-D641CCCC5D07}"/>
                </a:ext>
              </a:extLst>
            </p:cNvPr>
            <p:cNvSpPr>
              <a:spLocks noGrp="1"/>
            </p:cNvSpPr>
            <p:nvPr/>
          </p:nvSpPr>
          <p:spPr>
            <a:xfrm>
              <a:off x="5648325" y="1666875"/>
              <a:ext cx="1512829" cy="605607"/>
            </a:xfrm>
            <a:custGeom>
              <a:rect l="l" t="t" r="r" b="b"/>
              <a:pathLst>
                <a:path w="1141" h="358">
                  <a:moveTo>
                    <a:pt x="0" y="0"/>
                  </a:moveTo>
                  <a:moveTo>
                    <a:pt x="1137" y="326"/>
                  </a:moveTo>
                  <a:lnTo>
                    <a:pt x="1139" y="328"/>
                  </a:lnTo>
                  <a:lnTo>
                    <a:pt x="1140" y="331"/>
                  </a:lnTo>
                  <a:lnTo>
                    <a:pt x="1140" y="334"/>
                  </a:lnTo>
                  <a:lnTo>
                    <a:pt x="1141" y="337"/>
                  </a:lnTo>
                  <a:lnTo>
                    <a:pt x="1140" y="340"/>
                  </a:lnTo>
                  <a:lnTo>
                    <a:pt x="1137" y="342"/>
                  </a:lnTo>
                  <a:lnTo>
                    <a:pt x="1132" y="343"/>
                  </a:lnTo>
                  <a:lnTo>
                    <a:pt x="1127" y="343"/>
                  </a:lnTo>
                  <a:lnTo>
                    <a:pt x="1124" y="343"/>
                  </a:lnTo>
                  <a:lnTo>
                    <a:pt x="1123" y="346"/>
                  </a:lnTo>
                  <a:lnTo>
                    <a:pt x="1123" y="349"/>
                  </a:lnTo>
                  <a:lnTo>
                    <a:pt x="1121" y="353"/>
                  </a:lnTo>
                  <a:lnTo>
                    <a:pt x="1118" y="355"/>
                  </a:lnTo>
                  <a:lnTo>
                    <a:pt x="1115" y="355"/>
                  </a:lnTo>
                  <a:lnTo>
                    <a:pt x="1111" y="355"/>
                  </a:lnTo>
                  <a:lnTo>
                    <a:pt x="1108" y="356"/>
                  </a:lnTo>
                  <a:lnTo>
                    <a:pt x="1104" y="357"/>
                  </a:lnTo>
                  <a:lnTo>
                    <a:pt x="1100" y="358"/>
                  </a:lnTo>
                  <a:lnTo>
                    <a:pt x="1097" y="356"/>
                  </a:lnTo>
                  <a:lnTo>
                    <a:pt x="1093" y="355"/>
                  </a:lnTo>
                  <a:lnTo>
                    <a:pt x="1090" y="354"/>
                  </a:lnTo>
                  <a:lnTo>
                    <a:pt x="1087" y="353"/>
                  </a:lnTo>
                  <a:lnTo>
                    <a:pt x="1084" y="352"/>
                  </a:lnTo>
                  <a:lnTo>
                    <a:pt x="1082" y="349"/>
                  </a:lnTo>
                  <a:lnTo>
                    <a:pt x="1082" y="346"/>
                  </a:lnTo>
                  <a:lnTo>
                    <a:pt x="1080" y="344"/>
                  </a:lnTo>
                  <a:lnTo>
                    <a:pt x="1077" y="343"/>
                  </a:lnTo>
                  <a:lnTo>
                    <a:pt x="1072" y="343"/>
                  </a:lnTo>
                  <a:lnTo>
                    <a:pt x="1067" y="343"/>
                  </a:lnTo>
                  <a:lnTo>
                    <a:pt x="1065" y="341"/>
                  </a:lnTo>
                  <a:lnTo>
                    <a:pt x="1065" y="338"/>
                  </a:lnTo>
                  <a:lnTo>
                    <a:pt x="1067" y="334"/>
                  </a:lnTo>
                  <a:lnTo>
                    <a:pt x="1068" y="331"/>
                  </a:lnTo>
                  <a:lnTo>
                    <a:pt x="1069" y="328"/>
                  </a:lnTo>
                  <a:lnTo>
                    <a:pt x="1070" y="326"/>
                  </a:lnTo>
                  <a:lnTo>
                    <a:pt x="1072" y="323"/>
                  </a:lnTo>
                  <a:lnTo>
                    <a:pt x="1074" y="321"/>
                  </a:lnTo>
                  <a:lnTo>
                    <a:pt x="1075" y="319"/>
                  </a:lnTo>
                  <a:lnTo>
                    <a:pt x="1074" y="316"/>
                  </a:lnTo>
                  <a:lnTo>
                    <a:pt x="1074" y="313"/>
                  </a:lnTo>
                  <a:lnTo>
                    <a:pt x="1075" y="310"/>
                  </a:lnTo>
                  <a:lnTo>
                    <a:pt x="1077" y="308"/>
                  </a:lnTo>
                  <a:lnTo>
                    <a:pt x="1081" y="307"/>
                  </a:lnTo>
                  <a:lnTo>
                    <a:pt x="1083" y="305"/>
                  </a:lnTo>
                  <a:lnTo>
                    <a:pt x="1083" y="302"/>
                  </a:lnTo>
                  <a:lnTo>
                    <a:pt x="1084" y="298"/>
                  </a:lnTo>
                  <a:lnTo>
                    <a:pt x="1086" y="295"/>
                  </a:lnTo>
                  <a:lnTo>
                    <a:pt x="1090" y="296"/>
                  </a:lnTo>
                  <a:lnTo>
                    <a:pt x="1093" y="297"/>
                  </a:lnTo>
                  <a:lnTo>
                    <a:pt x="1097" y="299"/>
                  </a:lnTo>
                  <a:lnTo>
                    <a:pt x="1099" y="300"/>
                  </a:lnTo>
                  <a:lnTo>
                    <a:pt x="1101" y="299"/>
                  </a:lnTo>
                  <a:lnTo>
                    <a:pt x="1103" y="299"/>
                  </a:lnTo>
                  <a:lnTo>
                    <a:pt x="1106" y="298"/>
                  </a:lnTo>
                  <a:lnTo>
                    <a:pt x="1108" y="298"/>
                  </a:lnTo>
                  <a:lnTo>
                    <a:pt x="1112" y="297"/>
                  </a:lnTo>
                  <a:lnTo>
                    <a:pt x="1115" y="295"/>
                  </a:lnTo>
                  <a:lnTo>
                    <a:pt x="1119" y="295"/>
                  </a:lnTo>
                  <a:lnTo>
                    <a:pt x="1121" y="298"/>
                  </a:lnTo>
                  <a:lnTo>
                    <a:pt x="1122" y="302"/>
                  </a:lnTo>
                  <a:lnTo>
                    <a:pt x="1122" y="305"/>
                  </a:lnTo>
                  <a:lnTo>
                    <a:pt x="1124" y="307"/>
                  </a:lnTo>
                  <a:lnTo>
                    <a:pt x="1127" y="309"/>
                  </a:lnTo>
                  <a:lnTo>
                    <a:pt x="1131" y="310"/>
                  </a:lnTo>
                  <a:lnTo>
                    <a:pt x="1132" y="313"/>
                  </a:lnTo>
                  <a:lnTo>
                    <a:pt x="1132" y="316"/>
                  </a:lnTo>
                  <a:lnTo>
                    <a:pt x="1131" y="319"/>
                  </a:lnTo>
                  <a:lnTo>
                    <a:pt x="1132" y="321"/>
                  </a:lnTo>
                  <a:lnTo>
                    <a:pt x="1135" y="323"/>
                  </a:lnTo>
                  <a:close/>
                </a:path>
              </a:pathLst>
            </a:custGeom>
            <a:solidFill>
              <a:srgbClr val="CC79A7">
                <a:alpha val="36000"/>
              </a:srgbClr>
            </a:solidFill>
            <a:ln>
              <a:noFill/>
            </a:ln>
          </p:spPr>
          <p:txBody>
            <a:bodyPr anchor="ctr"/>
            <a:lstStyle/>
            <a:p>
              <a:pPr algn="ctr">
                <a:buNone/>
              </a:pPr>
            </a:p>
          </p:txBody>
        </p:sp>
        <p:sp>
          <p:nvSpPr>
            <p:cNvPr id="7708" name="addition:spatial:197">
              <a:extLst>
                <a:ext uri="{FF2B5EF4-FFF2-40B4-BE49-F238E27FC236}">
                  <ns2:creationId id="{AE95F4D6-45D6-4DED-996C-418A11D48140}"/>
                </a:ext>
              </a:extLst>
            </p:cNvPr>
            <p:cNvSpPr>
              <a:spLocks noGrp="1"/>
            </p:cNvSpPr>
            <p:nvPr/>
          </p:nvSpPr>
          <p:spPr>
            <a:xfrm>
              <a:off x="5648325" y="1666875"/>
              <a:ext cx="1563213" cy="715564"/>
            </a:xfrm>
            <a:custGeom>
              <a:rect l="l" t="t" r="r" b="b"/>
              <a:pathLst>
                <a:path w="1179" h="423">
                  <a:moveTo>
                    <a:pt x="0" y="0"/>
                  </a:moveTo>
                  <a:moveTo>
                    <a:pt x="1172" y="378"/>
                  </a:moveTo>
                  <a:lnTo>
                    <a:pt x="1172" y="381"/>
                  </a:lnTo>
                  <a:lnTo>
                    <a:pt x="1174" y="385"/>
                  </a:lnTo>
                  <a:lnTo>
                    <a:pt x="1177" y="389"/>
                  </a:lnTo>
                  <a:lnTo>
                    <a:pt x="1179" y="394"/>
                  </a:lnTo>
                  <a:lnTo>
                    <a:pt x="1178" y="397"/>
                  </a:lnTo>
                  <a:lnTo>
                    <a:pt x="1175" y="400"/>
                  </a:lnTo>
                  <a:lnTo>
                    <a:pt x="1171" y="402"/>
                  </a:lnTo>
                  <a:lnTo>
                    <a:pt x="1167" y="404"/>
                  </a:lnTo>
                  <a:lnTo>
                    <a:pt x="1164" y="405"/>
                  </a:lnTo>
                  <a:lnTo>
                    <a:pt x="1159" y="406"/>
                  </a:lnTo>
                  <a:lnTo>
                    <a:pt x="1155" y="406"/>
                  </a:lnTo>
                  <a:lnTo>
                    <a:pt x="1151" y="407"/>
                  </a:lnTo>
                  <a:lnTo>
                    <a:pt x="1149" y="410"/>
                  </a:lnTo>
                  <a:lnTo>
                    <a:pt x="1147" y="416"/>
                  </a:lnTo>
                  <a:lnTo>
                    <a:pt x="1143" y="421"/>
                  </a:lnTo>
                  <a:lnTo>
                    <a:pt x="1138" y="423"/>
                  </a:lnTo>
                  <a:lnTo>
                    <a:pt x="1133" y="421"/>
                  </a:lnTo>
                  <a:lnTo>
                    <a:pt x="1128" y="418"/>
                  </a:lnTo>
                  <a:lnTo>
                    <a:pt x="1123" y="416"/>
                  </a:lnTo>
                  <a:lnTo>
                    <a:pt x="1119" y="416"/>
                  </a:lnTo>
                  <a:lnTo>
                    <a:pt x="1114" y="416"/>
                  </a:lnTo>
                  <a:lnTo>
                    <a:pt x="1109" y="415"/>
                  </a:lnTo>
                  <a:lnTo>
                    <a:pt x="1106" y="412"/>
                  </a:lnTo>
                  <a:lnTo>
                    <a:pt x="1103" y="409"/>
                  </a:lnTo>
                  <a:lnTo>
                    <a:pt x="1100" y="406"/>
                  </a:lnTo>
                  <a:lnTo>
                    <a:pt x="1097" y="405"/>
                  </a:lnTo>
                  <a:lnTo>
                    <a:pt x="1093" y="403"/>
                  </a:lnTo>
                  <a:lnTo>
                    <a:pt x="1091" y="400"/>
                  </a:lnTo>
                  <a:lnTo>
                    <a:pt x="1089" y="397"/>
                  </a:lnTo>
                  <a:lnTo>
                    <a:pt x="1086" y="395"/>
                  </a:lnTo>
                  <a:lnTo>
                    <a:pt x="1081" y="393"/>
                  </a:lnTo>
                  <a:lnTo>
                    <a:pt x="1076" y="390"/>
                  </a:lnTo>
                  <a:lnTo>
                    <a:pt x="1074" y="386"/>
                  </a:lnTo>
                  <a:lnTo>
                    <a:pt x="1077" y="382"/>
                  </a:lnTo>
                  <a:lnTo>
                    <a:pt x="1084" y="378"/>
                  </a:lnTo>
                  <a:lnTo>
                    <a:pt x="1090" y="375"/>
                  </a:lnTo>
                  <a:lnTo>
                    <a:pt x="1092" y="372"/>
                  </a:lnTo>
                  <a:lnTo>
                    <a:pt x="1092" y="369"/>
                  </a:lnTo>
                  <a:lnTo>
                    <a:pt x="1091" y="365"/>
                  </a:lnTo>
                  <a:lnTo>
                    <a:pt x="1092" y="362"/>
                  </a:lnTo>
                  <a:lnTo>
                    <a:pt x="1095" y="358"/>
                  </a:lnTo>
                  <a:lnTo>
                    <a:pt x="1096" y="355"/>
                  </a:lnTo>
                  <a:lnTo>
                    <a:pt x="1097" y="351"/>
                  </a:lnTo>
                  <a:lnTo>
                    <a:pt x="1099" y="347"/>
                  </a:lnTo>
                  <a:lnTo>
                    <a:pt x="1103" y="345"/>
                  </a:lnTo>
                  <a:lnTo>
                    <a:pt x="1107" y="344"/>
                  </a:lnTo>
                  <a:lnTo>
                    <a:pt x="1112" y="344"/>
                  </a:lnTo>
                  <a:lnTo>
                    <a:pt x="1115" y="342"/>
                  </a:lnTo>
                  <a:lnTo>
                    <a:pt x="1118" y="339"/>
                  </a:lnTo>
                  <a:lnTo>
                    <a:pt x="1121" y="337"/>
                  </a:lnTo>
                  <a:lnTo>
                    <a:pt x="1125" y="337"/>
                  </a:lnTo>
                  <a:lnTo>
                    <a:pt x="1129" y="341"/>
                  </a:lnTo>
                  <a:lnTo>
                    <a:pt x="1132" y="345"/>
                  </a:lnTo>
                  <a:lnTo>
                    <a:pt x="1134" y="346"/>
                  </a:lnTo>
                  <a:lnTo>
                    <a:pt x="1138" y="344"/>
                  </a:lnTo>
                  <a:lnTo>
                    <a:pt x="1142" y="341"/>
                  </a:lnTo>
                  <a:lnTo>
                    <a:pt x="1147" y="340"/>
                  </a:lnTo>
                  <a:lnTo>
                    <a:pt x="1151" y="340"/>
                  </a:lnTo>
                  <a:lnTo>
                    <a:pt x="1154" y="342"/>
                  </a:lnTo>
                  <a:lnTo>
                    <a:pt x="1158" y="344"/>
                  </a:lnTo>
                  <a:lnTo>
                    <a:pt x="1161" y="347"/>
                  </a:lnTo>
                  <a:lnTo>
                    <a:pt x="1163" y="350"/>
                  </a:lnTo>
                  <a:lnTo>
                    <a:pt x="1162" y="355"/>
                  </a:lnTo>
                  <a:lnTo>
                    <a:pt x="1161" y="360"/>
                  </a:lnTo>
                  <a:lnTo>
                    <a:pt x="1162" y="363"/>
                  </a:lnTo>
                  <a:lnTo>
                    <a:pt x="1165" y="366"/>
                  </a:lnTo>
                  <a:lnTo>
                    <a:pt x="1170" y="368"/>
                  </a:lnTo>
                  <a:lnTo>
                    <a:pt x="1174" y="371"/>
                  </a:lnTo>
                  <a:lnTo>
                    <a:pt x="1174" y="374"/>
                  </a:lnTo>
                  <a:close/>
                </a:path>
              </a:pathLst>
            </a:custGeom>
            <a:solidFill>
              <a:srgbClr val="CC79A7">
                <a:alpha val="36000"/>
              </a:srgbClr>
            </a:solidFill>
            <a:ln>
              <a:noFill/>
            </a:ln>
          </p:spPr>
          <p:txBody>
            <a:bodyPr anchor="ctr"/>
            <a:lstStyle/>
            <a:p>
              <a:pPr algn="ctr">
                <a:buNone/>
              </a:pPr>
            </a:p>
          </p:txBody>
        </p:sp>
        <p:sp>
          <p:nvSpPr>
            <p:cNvPr id="7709" name="addition:spatial:198">
              <a:extLst>
                <a:ext uri="{FF2B5EF4-FFF2-40B4-BE49-F238E27FC236}">
                  <ns2:creationId id="{45EE442D-04B7-4247-9B4F-4590BCBCFF76}"/>
                </a:ext>
              </a:extLst>
            </p:cNvPr>
            <p:cNvSpPr>
              <a:spLocks noGrp="1"/>
            </p:cNvSpPr>
            <p:nvPr/>
          </p:nvSpPr>
          <p:spPr>
            <a:xfrm>
              <a:off x="5648325" y="1666875"/>
              <a:ext cx="1473053" cy="742630"/>
            </a:xfrm>
            <a:custGeom>
              <a:rect l="l" t="t" r="r" b="b"/>
              <a:pathLst>
                <a:path w="1111" h="439">
                  <a:moveTo>
                    <a:pt x="0" y="0"/>
                  </a:moveTo>
                  <a:moveTo>
                    <a:pt x="1101" y="401"/>
                  </a:moveTo>
                  <a:lnTo>
                    <a:pt x="1107" y="404"/>
                  </a:lnTo>
                  <a:lnTo>
                    <a:pt x="1111" y="408"/>
                  </a:lnTo>
                  <a:lnTo>
                    <a:pt x="1111" y="411"/>
                  </a:lnTo>
                  <a:lnTo>
                    <a:pt x="1108" y="414"/>
                  </a:lnTo>
                  <a:lnTo>
                    <a:pt x="1104" y="415"/>
                  </a:lnTo>
                  <a:lnTo>
                    <a:pt x="1102" y="418"/>
                  </a:lnTo>
                  <a:lnTo>
                    <a:pt x="1100" y="420"/>
                  </a:lnTo>
                  <a:lnTo>
                    <a:pt x="1098" y="422"/>
                  </a:lnTo>
                  <a:lnTo>
                    <a:pt x="1095" y="424"/>
                  </a:lnTo>
                  <a:lnTo>
                    <a:pt x="1092" y="425"/>
                  </a:lnTo>
                  <a:lnTo>
                    <a:pt x="1089" y="426"/>
                  </a:lnTo>
                  <a:lnTo>
                    <a:pt x="1087" y="429"/>
                  </a:lnTo>
                  <a:lnTo>
                    <a:pt x="1084" y="431"/>
                  </a:lnTo>
                  <a:lnTo>
                    <a:pt x="1081" y="432"/>
                  </a:lnTo>
                  <a:lnTo>
                    <a:pt x="1077" y="432"/>
                  </a:lnTo>
                  <a:lnTo>
                    <a:pt x="1073" y="432"/>
                  </a:lnTo>
                  <a:lnTo>
                    <a:pt x="1069" y="434"/>
                  </a:lnTo>
                  <a:lnTo>
                    <a:pt x="1065" y="437"/>
                  </a:lnTo>
                  <a:lnTo>
                    <a:pt x="1060" y="439"/>
                  </a:lnTo>
                  <a:lnTo>
                    <a:pt x="1055" y="439"/>
                  </a:lnTo>
                  <a:lnTo>
                    <a:pt x="1052" y="435"/>
                  </a:lnTo>
                  <a:lnTo>
                    <a:pt x="1049" y="430"/>
                  </a:lnTo>
                  <a:lnTo>
                    <a:pt x="1047" y="426"/>
                  </a:lnTo>
                  <a:lnTo>
                    <a:pt x="1045" y="425"/>
                  </a:lnTo>
                  <a:lnTo>
                    <a:pt x="1041" y="424"/>
                  </a:lnTo>
                  <a:lnTo>
                    <a:pt x="1037" y="423"/>
                  </a:lnTo>
                  <a:lnTo>
                    <a:pt x="1034" y="421"/>
                  </a:lnTo>
                  <a:lnTo>
                    <a:pt x="1031" y="420"/>
                  </a:lnTo>
                  <a:lnTo>
                    <a:pt x="1027" y="418"/>
                  </a:lnTo>
                  <a:lnTo>
                    <a:pt x="1023" y="417"/>
                  </a:lnTo>
                  <a:lnTo>
                    <a:pt x="1021" y="414"/>
                  </a:lnTo>
                  <a:lnTo>
                    <a:pt x="1022" y="410"/>
                  </a:lnTo>
                  <a:lnTo>
                    <a:pt x="1024" y="407"/>
                  </a:lnTo>
                  <a:lnTo>
                    <a:pt x="1026" y="404"/>
                  </a:lnTo>
                  <a:lnTo>
                    <a:pt x="1026" y="401"/>
                  </a:lnTo>
                  <a:lnTo>
                    <a:pt x="1024" y="398"/>
                  </a:lnTo>
                  <a:lnTo>
                    <a:pt x="1024" y="394"/>
                  </a:lnTo>
                  <a:lnTo>
                    <a:pt x="1028" y="392"/>
                  </a:lnTo>
                  <a:lnTo>
                    <a:pt x="1033" y="390"/>
                  </a:lnTo>
                  <a:lnTo>
                    <a:pt x="1037" y="388"/>
                  </a:lnTo>
                  <a:lnTo>
                    <a:pt x="1039" y="386"/>
                  </a:lnTo>
                  <a:lnTo>
                    <a:pt x="1038" y="382"/>
                  </a:lnTo>
                  <a:lnTo>
                    <a:pt x="1038" y="378"/>
                  </a:lnTo>
                  <a:lnTo>
                    <a:pt x="1040" y="375"/>
                  </a:lnTo>
                  <a:lnTo>
                    <a:pt x="1042" y="372"/>
                  </a:lnTo>
                  <a:lnTo>
                    <a:pt x="1045" y="370"/>
                  </a:lnTo>
                  <a:lnTo>
                    <a:pt x="1048" y="368"/>
                  </a:lnTo>
                  <a:lnTo>
                    <a:pt x="1051" y="366"/>
                  </a:lnTo>
                  <a:lnTo>
                    <a:pt x="1055" y="367"/>
                  </a:lnTo>
                  <a:lnTo>
                    <a:pt x="1060" y="370"/>
                  </a:lnTo>
                  <a:lnTo>
                    <a:pt x="1063" y="373"/>
                  </a:lnTo>
                  <a:lnTo>
                    <a:pt x="1066" y="373"/>
                  </a:lnTo>
                  <a:lnTo>
                    <a:pt x="1068" y="370"/>
                  </a:lnTo>
                  <a:lnTo>
                    <a:pt x="1071" y="368"/>
                  </a:lnTo>
                  <a:lnTo>
                    <a:pt x="1075" y="367"/>
                  </a:lnTo>
                  <a:lnTo>
                    <a:pt x="1077" y="368"/>
                  </a:lnTo>
                  <a:lnTo>
                    <a:pt x="1080" y="371"/>
                  </a:lnTo>
                  <a:lnTo>
                    <a:pt x="1082" y="372"/>
                  </a:lnTo>
                  <a:lnTo>
                    <a:pt x="1086" y="372"/>
                  </a:lnTo>
                  <a:lnTo>
                    <a:pt x="1090" y="373"/>
                  </a:lnTo>
                  <a:lnTo>
                    <a:pt x="1093" y="374"/>
                  </a:lnTo>
                  <a:lnTo>
                    <a:pt x="1095" y="377"/>
                  </a:lnTo>
                  <a:lnTo>
                    <a:pt x="1096" y="380"/>
                  </a:lnTo>
                  <a:lnTo>
                    <a:pt x="1097" y="383"/>
                  </a:lnTo>
                  <a:lnTo>
                    <a:pt x="1099" y="386"/>
                  </a:lnTo>
                  <a:lnTo>
                    <a:pt x="1099" y="389"/>
                  </a:lnTo>
                  <a:lnTo>
                    <a:pt x="1098" y="393"/>
                  </a:lnTo>
                  <a:lnTo>
                    <a:pt x="1096" y="396"/>
                  </a:lnTo>
                  <a:lnTo>
                    <a:pt x="1097" y="398"/>
                  </a:lnTo>
                  <a:close/>
                </a:path>
              </a:pathLst>
            </a:custGeom>
            <a:solidFill>
              <a:srgbClr val="CC79A7">
                <a:alpha val="36000"/>
              </a:srgbClr>
            </a:solidFill>
            <a:ln>
              <a:noFill/>
            </a:ln>
          </p:spPr>
          <p:txBody>
            <a:bodyPr anchor="ctr"/>
            <a:lstStyle/>
            <a:p>
              <a:pPr algn="ctr">
                <a:buNone/>
              </a:pPr>
            </a:p>
          </p:txBody>
        </p:sp>
        <p:sp>
          <p:nvSpPr>
            <p:cNvPr id="7710" name="addition:spatial:199">
              <a:extLst>
                <a:ext uri="{FF2B5EF4-FFF2-40B4-BE49-F238E27FC236}">
                  <ns2:creationId id="{07D6570B-749F-4682-BDDC-234A9C0CEADB}"/>
                </a:ext>
              </a:extLst>
            </p:cNvPr>
            <p:cNvSpPr>
              <a:spLocks noGrp="1"/>
            </p:cNvSpPr>
            <p:nvPr/>
          </p:nvSpPr>
          <p:spPr>
            <a:xfrm>
              <a:off x="5648325" y="1666875"/>
              <a:ext cx="1427973" cy="632673"/>
            </a:xfrm>
            <a:custGeom>
              <a:rect l="l" t="t" r="r" b="b"/>
              <a:pathLst>
                <a:path w="1077" h="374">
                  <a:moveTo>
                    <a:pt x="0" y="0"/>
                  </a:moveTo>
                  <a:moveTo>
                    <a:pt x="1074" y="341"/>
                  </a:moveTo>
                  <a:lnTo>
                    <a:pt x="1072" y="344"/>
                  </a:lnTo>
                  <a:lnTo>
                    <a:pt x="1071" y="346"/>
                  </a:lnTo>
                  <a:lnTo>
                    <a:pt x="1072" y="348"/>
                  </a:lnTo>
                  <a:lnTo>
                    <a:pt x="1075" y="352"/>
                  </a:lnTo>
                  <a:lnTo>
                    <a:pt x="1077" y="356"/>
                  </a:lnTo>
                  <a:lnTo>
                    <a:pt x="1077" y="359"/>
                  </a:lnTo>
                  <a:lnTo>
                    <a:pt x="1075" y="361"/>
                  </a:lnTo>
                  <a:lnTo>
                    <a:pt x="1071" y="362"/>
                  </a:lnTo>
                  <a:lnTo>
                    <a:pt x="1068" y="362"/>
                  </a:lnTo>
                  <a:lnTo>
                    <a:pt x="1066" y="363"/>
                  </a:lnTo>
                  <a:lnTo>
                    <a:pt x="1064" y="364"/>
                  </a:lnTo>
                  <a:lnTo>
                    <a:pt x="1061" y="365"/>
                  </a:lnTo>
                  <a:lnTo>
                    <a:pt x="1059" y="365"/>
                  </a:lnTo>
                  <a:lnTo>
                    <a:pt x="1057" y="367"/>
                  </a:lnTo>
                  <a:lnTo>
                    <a:pt x="1055" y="369"/>
                  </a:lnTo>
                  <a:lnTo>
                    <a:pt x="1053" y="372"/>
                  </a:lnTo>
                  <a:lnTo>
                    <a:pt x="1050" y="374"/>
                  </a:lnTo>
                  <a:lnTo>
                    <a:pt x="1047" y="373"/>
                  </a:lnTo>
                  <a:lnTo>
                    <a:pt x="1044" y="371"/>
                  </a:lnTo>
                  <a:lnTo>
                    <a:pt x="1041" y="369"/>
                  </a:lnTo>
                  <a:lnTo>
                    <a:pt x="1037" y="370"/>
                  </a:lnTo>
                  <a:lnTo>
                    <a:pt x="1034" y="371"/>
                  </a:lnTo>
                  <a:lnTo>
                    <a:pt x="1030" y="370"/>
                  </a:lnTo>
                  <a:lnTo>
                    <a:pt x="1028" y="368"/>
                  </a:lnTo>
                  <a:lnTo>
                    <a:pt x="1027" y="364"/>
                  </a:lnTo>
                  <a:lnTo>
                    <a:pt x="1026" y="360"/>
                  </a:lnTo>
                  <a:lnTo>
                    <a:pt x="1024" y="358"/>
                  </a:lnTo>
                  <a:lnTo>
                    <a:pt x="1022" y="357"/>
                  </a:lnTo>
                  <a:lnTo>
                    <a:pt x="1019" y="355"/>
                  </a:lnTo>
                  <a:lnTo>
                    <a:pt x="1017" y="353"/>
                  </a:lnTo>
                  <a:lnTo>
                    <a:pt x="1015" y="351"/>
                  </a:lnTo>
                  <a:lnTo>
                    <a:pt x="1012" y="349"/>
                  </a:lnTo>
                  <a:lnTo>
                    <a:pt x="1009" y="347"/>
                  </a:lnTo>
                  <a:lnTo>
                    <a:pt x="1007" y="344"/>
                  </a:lnTo>
                  <a:lnTo>
                    <a:pt x="1008" y="341"/>
                  </a:lnTo>
                  <a:lnTo>
                    <a:pt x="1012" y="338"/>
                  </a:lnTo>
                  <a:lnTo>
                    <a:pt x="1016" y="336"/>
                  </a:lnTo>
                  <a:lnTo>
                    <a:pt x="1018" y="334"/>
                  </a:lnTo>
                  <a:lnTo>
                    <a:pt x="1018" y="331"/>
                  </a:lnTo>
                  <a:lnTo>
                    <a:pt x="1017" y="328"/>
                  </a:lnTo>
                  <a:lnTo>
                    <a:pt x="1019" y="326"/>
                  </a:lnTo>
                  <a:lnTo>
                    <a:pt x="1021" y="324"/>
                  </a:lnTo>
                  <a:lnTo>
                    <a:pt x="1025" y="323"/>
                  </a:lnTo>
                  <a:lnTo>
                    <a:pt x="1027" y="321"/>
                  </a:lnTo>
                  <a:lnTo>
                    <a:pt x="1028" y="318"/>
                  </a:lnTo>
                  <a:lnTo>
                    <a:pt x="1030" y="315"/>
                  </a:lnTo>
                  <a:lnTo>
                    <a:pt x="1032" y="313"/>
                  </a:lnTo>
                  <a:lnTo>
                    <a:pt x="1035" y="312"/>
                  </a:lnTo>
                  <a:lnTo>
                    <a:pt x="1038" y="311"/>
                  </a:lnTo>
                  <a:lnTo>
                    <a:pt x="1041" y="310"/>
                  </a:lnTo>
                  <a:lnTo>
                    <a:pt x="1044" y="309"/>
                  </a:lnTo>
                  <a:lnTo>
                    <a:pt x="1047" y="309"/>
                  </a:lnTo>
                  <a:lnTo>
                    <a:pt x="1050" y="312"/>
                  </a:lnTo>
                  <a:lnTo>
                    <a:pt x="1051" y="316"/>
                  </a:lnTo>
                  <a:lnTo>
                    <a:pt x="1053" y="318"/>
                  </a:lnTo>
                  <a:lnTo>
                    <a:pt x="1055" y="317"/>
                  </a:lnTo>
                  <a:lnTo>
                    <a:pt x="1059" y="315"/>
                  </a:lnTo>
                  <a:lnTo>
                    <a:pt x="1062" y="313"/>
                  </a:lnTo>
                  <a:lnTo>
                    <a:pt x="1065" y="314"/>
                  </a:lnTo>
                  <a:lnTo>
                    <a:pt x="1067" y="316"/>
                  </a:lnTo>
                  <a:lnTo>
                    <a:pt x="1068" y="319"/>
                  </a:lnTo>
                  <a:lnTo>
                    <a:pt x="1069" y="321"/>
                  </a:lnTo>
                  <a:lnTo>
                    <a:pt x="1071" y="323"/>
                  </a:lnTo>
                  <a:lnTo>
                    <a:pt x="1072" y="325"/>
                  </a:lnTo>
                  <a:lnTo>
                    <a:pt x="1072" y="328"/>
                  </a:lnTo>
                  <a:lnTo>
                    <a:pt x="1072" y="331"/>
                  </a:lnTo>
                  <a:lnTo>
                    <a:pt x="1072" y="334"/>
                  </a:lnTo>
                  <a:lnTo>
                    <a:pt x="1073" y="336"/>
                  </a:lnTo>
                  <a:lnTo>
                    <a:pt x="1075" y="338"/>
                  </a:lnTo>
                  <a:close/>
                </a:path>
              </a:pathLst>
            </a:custGeom>
            <a:solidFill>
              <a:srgbClr val="CC79A7">
                <a:alpha val="32000"/>
              </a:srgbClr>
            </a:solidFill>
            <a:ln>
              <a:noFill/>
            </a:ln>
          </p:spPr>
          <p:txBody>
            <a:bodyPr anchor="ctr"/>
            <a:lstStyle/>
            <a:p>
              <a:pPr algn="ctr">
                <a:buNone/>
              </a:pPr>
            </a:p>
          </p:txBody>
        </p:sp>
        <p:sp>
          <p:nvSpPr>
            <p:cNvPr id="7711" name="addition:spatial:200">
              <a:extLst>
                <a:ext uri="{FF2B5EF4-FFF2-40B4-BE49-F238E27FC236}">
                  <ns2:creationId id="{3CCE64F7-CC2F-45AA-A085-1EA2371B4C72}"/>
                </a:ext>
              </a:extLst>
            </p:cNvPr>
            <p:cNvSpPr>
              <a:spLocks noGrp="1"/>
            </p:cNvSpPr>
            <p:nvPr/>
          </p:nvSpPr>
          <p:spPr>
            <a:xfrm>
              <a:off x="5648325" y="1666875"/>
              <a:ext cx="1526088" cy="700339"/>
            </a:xfrm>
            <a:custGeom>
              <a:rect l="l" t="t" r="r" b="b"/>
              <a:pathLst>
                <a:path w="1151" h="414">
                  <a:moveTo>
                    <a:pt x="0" y="0"/>
                  </a:moveTo>
                  <a:moveTo>
                    <a:pt x="1145" y="385"/>
                  </a:moveTo>
                  <a:lnTo>
                    <a:pt x="1146" y="387"/>
                  </a:lnTo>
                  <a:lnTo>
                    <a:pt x="1148" y="390"/>
                  </a:lnTo>
                  <a:lnTo>
                    <a:pt x="1150" y="393"/>
                  </a:lnTo>
                  <a:lnTo>
                    <a:pt x="1151" y="396"/>
                  </a:lnTo>
                  <a:lnTo>
                    <a:pt x="1150" y="398"/>
                  </a:lnTo>
                  <a:lnTo>
                    <a:pt x="1148" y="400"/>
                  </a:lnTo>
                  <a:lnTo>
                    <a:pt x="1145" y="401"/>
                  </a:lnTo>
                  <a:lnTo>
                    <a:pt x="1143" y="403"/>
                  </a:lnTo>
                  <a:lnTo>
                    <a:pt x="1140" y="403"/>
                  </a:lnTo>
                  <a:lnTo>
                    <a:pt x="1137" y="403"/>
                  </a:lnTo>
                  <a:lnTo>
                    <a:pt x="1134" y="403"/>
                  </a:lnTo>
                  <a:lnTo>
                    <a:pt x="1132" y="404"/>
                  </a:lnTo>
                  <a:lnTo>
                    <a:pt x="1130" y="408"/>
                  </a:lnTo>
                  <a:lnTo>
                    <a:pt x="1129" y="411"/>
                  </a:lnTo>
                  <a:lnTo>
                    <a:pt x="1126" y="414"/>
                  </a:lnTo>
                  <a:lnTo>
                    <a:pt x="1123" y="414"/>
                  </a:lnTo>
                  <a:lnTo>
                    <a:pt x="1119" y="413"/>
                  </a:lnTo>
                  <a:lnTo>
                    <a:pt x="1116" y="411"/>
                  </a:lnTo>
                  <a:lnTo>
                    <a:pt x="1113" y="411"/>
                  </a:lnTo>
                  <a:lnTo>
                    <a:pt x="1109" y="411"/>
                  </a:lnTo>
                  <a:lnTo>
                    <a:pt x="1106" y="411"/>
                  </a:lnTo>
                  <a:lnTo>
                    <a:pt x="1103" y="410"/>
                  </a:lnTo>
                  <a:lnTo>
                    <a:pt x="1101" y="407"/>
                  </a:lnTo>
                  <a:lnTo>
                    <a:pt x="1099" y="406"/>
                  </a:lnTo>
                  <a:lnTo>
                    <a:pt x="1096" y="404"/>
                  </a:lnTo>
                  <a:lnTo>
                    <a:pt x="1094" y="403"/>
                  </a:lnTo>
                  <a:lnTo>
                    <a:pt x="1092" y="401"/>
                  </a:lnTo>
                  <a:lnTo>
                    <a:pt x="1091" y="399"/>
                  </a:lnTo>
                  <a:lnTo>
                    <a:pt x="1090" y="398"/>
                  </a:lnTo>
                  <a:lnTo>
                    <a:pt x="1087" y="397"/>
                  </a:lnTo>
                  <a:lnTo>
                    <a:pt x="1082" y="395"/>
                  </a:lnTo>
                  <a:lnTo>
                    <a:pt x="1079" y="393"/>
                  </a:lnTo>
                  <a:lnTo>
                    <a:pt x="1079" y="391"/>
                  </a:lnTo>
                  <a:lnTo>
                    <a:pt x="1082" y="388"/>
                  </a:lnTo>
                  <a:lnTo>
                    <a:pt x="1086" y="385"/>
                  </a:lnTo>
                  <a:lnTo>
                    <a:pt x="1089" y="383"/>
                  </a:lnTo>
                  <a:lnTo>
                    <a:pt x="1090" y="381"/>
                  </a:lnTo>
                  <a:lnTo>
                    <a:pt x="1090" y="379"/>
                  </a:lnTo>
                  <a:lnTo>
                    <a:pt x="1090" y="376"/>
                  </a:lnTo>
                  <a:lnTo>
                    <a:pt x="1092" y="374"/>
                  </a:lnTo>
                  <a:lnTo>
                    <a:pt x="1093" y="372"/>
                  </a:lnTo>
                  <a:lnTo>
                    <a:pt x="1094" y="370"/>
                  </a:lnTo>
                  <a:lnTo>
                    <a:pt x="1094" y="367"/>
                  </a:lnTo>
                  <a:lnTo>
                    <a:pt x="1096" y="365"/>
                  </a:lnTo>
                  <a:lnTo>
                    <a:pt x="1099" y="364"/>
                  </a:lnTo>
                  <a:lnTo>
                    <a:pt x="1102" y="363"/>
                  </a:lnTo>
                  <a:lnTo>
                    <a:pt x="1104" y="362"/>
                  </a:lnTo>
                  <a:lnTo>
                    <a:pt x="1106" y="360"/>
                  </a:lnTo>
                  <a:lnTo>
                    <a:pt x="1108" y="358"/>
                  </a:lnTo>
                  <a:lnTo>
                    <a:pt x="1111" y="357"/>
                  </a:lnTo>
                  <a:lnTo>
                    <a:pt x="1114" y="359"/>
                  </a:lnTo>
                  <a:lnTo>
                    <a:pt x="1116" y="362"/>
                  </a:lnTo>
                  <a:lnTo>
                    <a:pt x="1118" y="364"/>
                  </a:lnTo>
                  <a:lnTo>
                    <a:pt x="1120" y="364"/>
                  </a:lnTo>
                  <a:lnTo>
                    <a:pt x="1123" y="362"/>
                  </a:lnTo>
                  <a:lnTo>
                    <a:pt x="1126" y="360"/>
                  </a:lnTo>
                  <a:lnTo>
                    <a:pt x="1129" y="360"/>
                  </a:lnTo>
                  <a:lnTo>
                    <a:pt x="1131" y="360"/>
                  </a:lnTo>
                  <a:lnTo>
                    <a:pt x="1134" y="361"/>
                  </a:lnTo>
                  <a:lnTo>
                    <a:pt x="1136" y="362"/>
                  </a:lnTo>
                  <a:lnTo>
                    <a:pt x="1139" y="364"/>
                  </a:lnTo>
                  <a:lnTo>
                    <a:pt x="1139" y="367"/>
                  </a:lnTo>
                  <a:lnTo>
                    <a:pt x="1139" y="370"/>
                  </a:lnTo>
                  <a:lnTo>
                    <a:pt x="1138" y="373"/>
                  </a:lnTo>
                  <a:lnTo>
                    <a:pt x="1140" y="375"/>
                  </a:lnTo>
                  <a:lnTo>
                    <a:pt x="1143" y="376"/>
                  </a:lnTo>
                  <a:lnTo>
                    <a:pt x="1146" y="378"/>
                  </a:lnTo>
                  <a:lnTo>
                    <a:pt x="1147" y="380"/>
                  </a:lnTo>
                  <a:lnTo>
                    <a:pt x="1146" y="383"/>
                  </a:lnTo>
                  <a:close/>
                </a:path>
              </a:pathLst>
            </a:custGeom>
            <a:solidFill>
              <a:srgbClr val="CC79A7">
                <a:alpha val="32000"/>
              </a:srgbClr>
            </a:solidFill>
            <a:ln>
              <a:noFill/>
            </a:ln>
          </p:spPr>
          <p:txBody>
            <a:bodyPr anchor="ctr"/>
            <a:lstStyle/>
            <a:p>
              <a:pPr algn="ctr">
                <a:buNone/>
              </a:pPr>
            </a:p>
          </p:txBody>
        </p:sp>
        <p:sp>
          <p:nvSpPr>
            <p:cNvPr id="7712" name="addition:spatial:201">
              <a:extLst>
                <a:ext uri="{FF2B5EF4-FFF2-40B4-BE49-F238E27FC236}">
                  <ns2:creationId id="{EF51E996-F83D-4BE6-906B-52502A3DD9B3}"/>
                </a:ext>
              </a:extLst>
            </p:cNvPr>
            <p:cNvSpPr>
              <a:spLocks noGrp="1"/>
            </p:cNvSpPr>
            <p:nvPr/>
          </p:nvSpPr>
          <p:spPr>
            <a:xfrm>
              <a:off x="5648325" y="1666875"/>
              <a:ext cx="1593708" cy="663123"/>
            </a:xfrm>
            <a:custGeom>
              <a:rect l="l" t="t" r="r" b="b"/>
              <a:pathLst>
                <a:path w="1202" h="392">
                  <a:moveTo>
                    <a:pt x="0" y="0"/>
                  </a:moveTo>
                  <a:moveTo>
                    <a:pt x="1200" y="367"/>
                  </a:moveTo>
                  <a:lnTo>
                    <a:pt x="1200" y="369"/>
                  </a:lnTo>
                  <a:lnTo>
                    <a:pt x="1201" y="371"/>
                  </a:lnTo>
                  <a:lnTo>
                    <a:pt x="1202" y="374"/>
                  </a:lnTo>
                  <a:lnTo>
                    <a:pt x="1201" y="376"/>
                  </a:lnTo>
                  <a:lnTo>
                    <a:pt x="1200" y="377"/>
                  </a:lnTo>
                  <a:lnTo>
                    <a:pt x="1200" y="379"/>
                  </a:lnTo>
                  <a:lnTo>
                    <a:pt x="1200" y="382"/>
                  </a:lnTo>
                  <a:lnTo>
                    <a:pt x="1200" y="384"/>
                  </a:lnTo>
                  <a:lnTo>
                    <a:pt x="1198" y="386"/>
                  </a:lnTo>
                  <a:lnTo>
                    <a:pt x="1195" y="385"/>
                  </a:lnTo>
                  <a:lnTo>
                    <a:pt x="1192" y="384"/>
                  </a:lnTo>
                  <a:lnTo>
                    <a:pt x="1189" y="383"/>
                  </a:lnTo>
                  <a:lnTo>
                    <a:pt x="1188" y="385"/>
                  </a:lnTo>
                  <a:lnTo>
                    <a:pt x="1187" y="387"/>
                  </a:lnTo>
                  <a:lnTo>
                    <a:pt x="1186" y="390"/>
                  </a:lnTo>
                  <a:lnTo>
                    <a:pt x="1183" y="391"/>
                  </a:lnTo>
                  <a:lnTo>
                    <a:pt x="1181" y="392"/>
                  </a:lnTo>
                  <a:lnTo>
                    <a:pt x="1178" y="392"/>
                  </a:lnTo>
                  <a:lnTo>
                    <a:pt x="1176" y="392"/>
                  </a:lnTo>
                  <a:lnTo>
                    <a:pt x="1173" y="392"/>
                  </a:lnTo>
                  <a:lnTo>
                    <a:pt x="1171" y="390"/>
                  </a:lnTo>
                  <a:lnTo>
                    <a:pt x="1169" y="388"/>
                  </a:lnTo>
                  <a:lnTo>
                    <a:pt x="1167" y="386"/>
                  </a:lnTo>
                  <a:lnTo>
                    <a:pt x="1165" y="385"/>
                  </a:lnTo>
                  <a:lnTo>
                    <a:pt x="1163" y="385"/>
                  </a:lnTo>
                  <a:lnTo>
                    <a:pt x="1160" y="384"/>
                  </a:lnTo>
                  <a:lnTo>
                    <a:pt x="1158" y="382"/>
                  </a:lnTo>
                  <a:lnTo>
                    <a:pt x="1158" y="380"/>
                  </a:lnTo>
                  <a:lnTo>
                    <a:pt x="1158" y="378"/>
                  </a:lnTo>
                  <a:lnTo>
                    <a:pt x="1157" y="376"/>
                  </a:lnTo>
                  <a:lnTo>
                    <a:pt x="1154" y="375"/>
                  </a:lnTo>
                  <a:lnTo>
                    <a:pt x="1151" y="374"/>
                  </a:lnTo>
                  <a:lnTo>
                    <a:pt x="1149" y="372"/>
                  </a:lnTo>
                  <a:lnTo>
                    <a:pt x="1149" y="370"/>
                  </a:lnTo>
                  <a:lnTo>
                    <a:pt x="1150" y="367"/>
                  </a:lnTo>
                  <a:lnTo>
                    <a:pt x="1152" y="365"/>
                  </a:lnTo>
                  <a:lnTo>
                    <a:pt x="1153" y="363"/>
                  </a:lnTo>
                  <a:lnTo>
                    <a:pt x="1155" y="361"/>
                  </a:lnTo>
                  <a:lnTo>
                    <a:pt x="1158" y="360"/>
                  </a:lnTo>
                  <a:lnTo>
                    <a:pt x="1160" y="359"/>
                  </a:lnTo>
                  <a:lnTo>
                    <a:pt x="1161" y="357"/>
                  </a:lnTo>
                  <a:lnTo>
                    <a:pt x="1161" y="355"/>
                  </a:lnTo>
                  <a:lnTo>
                    <a:pt x="1160" y="352"/>
                  </a:lnTo>
                  <a:lnTo>
                    <a:pt x="1161" y="349"/>
                  </a:lnTo>
                  <a:lnTo>
                    <a:pt x="1163" y="348"/>
                  </a:lnTo>
                  <a:lnTo>
                    <a:pt x="1166" y="348"/>
                  </a:lnTo>
                  <a:lnTo>
                    <a:pt x="1169" y="347"/>
                  </a:lnTo>
                  <a:lnTo>
                    <a:pt x="1171" y="346"/>
                  </a:lnTo>
                  <a:lnTo>
                    <a:pt x="1172" y="344"/>
                  </a:lnTo>
                  <a:lnTo>
                    <a:pt x="1174" y="343"/>
                  </a:lnTo>
                  <a:lnTo>
                    <a:pt x="1177" y="343"/>
                  </a:lnTo>
                  <a:lnTo>
                    <a:pt x="1179" y="345"/>
                  </a:lnTo>
                  <a:lnTo>
                    <a:pt x="1181" y="346"/>
                  </a:lnTo>
                  <a:lnTo>
                    <a:pt x="1182" y="346"/>
                  </a:lnTo>
                  <a:lnTo>
                    <a:pt x="1184" y="347"/>
                  </a:lnTo>
                  <a:lnTo>
                    <a:pt x="1186" y="347"/>
                  </a:lnTo>
                  <a:lnTo>
                    <a:pt x="1187" y="348"/>
                  </a:lnTo>
                  <a:lnTo>
                    <a:pt x="1189" y="349"/>
                  </a:lnTo>
                  <a:lnTo>
                    <a:pt x="1191" y="348"/>
                  </a:lnTo>
                  <a:lnTo>
                    <a:pt x="1194" y="347"/>
                  </a:lnTo>
                  <a:lnTo>
                    <a:pt x="1197" y="348"/>
                  </a:lnTo>
                  <a:lnTo>
                    <a:pt x="1198" y="350"/>
                  </a:lnTo>
                  <a:lnTo>
                    <a:pt x="1198" y="353"/>
                  </a:lnTo>
                  <a:lnTo>
                    <a:pt x="1196" y="356"/>
                  </a:lnTo>
                  <a:lnTo>
                    <a:pt x="1196" y="358"/>
                  </a:lnTo>
                  <a:lnTo>
                    <a:pt x="1197" y="360"/>
                  </a:lnTo>
                  <a:lnTo>
                    <a:pt x="1198" y="361"/>
                  </a:lnTo>
                  <a:lnTo>
                    <a:pt x="1200" y="363"/>
                  </a:lnTo>
                  <a:lnTo>
                    <a:pt x="1200" y="365"/>
                  </a:lnTo>
                  <a:close/>
                </a:path>
              </a:pathLst>
            </a:custGeom>
            <a:solidFill>
              <a:srgbClr val="DA9FC0">
                <a:alpha val="24000"/>
              </a:srgbClr>
            </a:solidFill>
            <a:ln>
              <a:noFill/>
            </a:ln>
          </p:spPr>
          <p:txBody>
            <a:bodyPr anchor="ctr"/>
            <a:lstStyle/>
            <a:p>
              <a:pPr algn="ctr">
                <a:buNone/>
              </a:pPr>
            </a:p>
          </p:txBody>
        </p:sp>
        <p:sp>
          <p:nvSpPr>
            <p:cNvPr id="7713" name="addition:spatial:202">
              <a:extLst>
                <a:ext uri="{FF2B5EF4-FFF2-40B4-BE49-F238E27FC236}">
                  <ns2:creationId id="{2DFF2D82-5430-4D67-A28A-D365EFEB7524}"/>
                </a:ext>
              </a:extLst>
            </p:cNvPr>
            <p:cNvSpPr>
              <a:spLocks noGrp="1"/>
            </p:cNvSpPr>
            <p:nvPr/>
          </p:nvSpPr>
          <p:spPr>
            <a:xfrm>
              <a:off x="5648325" y="1666875"/>
              <a:ext cx="1559235" cy="768005"/>
            </a:xfrm>
            <a:custGeom>
              <a:rect l="l" t="t" r="r" b="b"/>
              <a:pathLst>
                <a:path w="1176" h="454">
                  <a:moveTo>
                    <a:pt x="0" y="0"/>
                  </a:moveTo>
                  <a:moveTo>
                    <a:pt x="1174" y="426"/>
                  </a:moveTo>
                  <a:lnTo>
                    <a:pt x="1175" y="428"/>
                  </a:lnTo>
                  <a:lnTo>
                    <a:pt x="1175" y="431"/>
                  </a:lnTo>
                  <a:lnTo>
                    <a:pt x="1176" y="434"/>
                  </a:lnTo>
                  <a:lnTo>
                    <a:pt x="1175" y="436"/>
                  </a:lnTo>
                  <a:lnTo>
                    <a:pt x="1173" y="438"/>
                  </a:lnTo>
                  <a:lnTo>
                    <a:pt x="1170" y="439"/>
                  </a:lnTo>
                  <a:lnTo>
                    <a:pt x="1166" y="439"/>
                  </a:lnTo>
                  <a:lnTo>
                    <a:pt x="1164" y="440"/>
                  </a:lnTo>
                  <a:lnTo>
                    <a:pt x="1163" y="442"/>
                  </a:lnTo>
                  <a:lnTo>
                    <a:pt x="1163" y="445"/>
                  </a:lnTo>
                  <a:lnTo>
                    <a:pt x="1162" y="448"/>
                  </a:lnTo>
                  <a:lnTo>
                    <a:pt x="1160" y="450"/>
                  </a:lnTo>
                  <a:lnTo>
                    <a:pt x="1157" y="450"/>
                  </a:lnTo>
                  <a:lnTo>
                    <a:pt x="1154" y="450"/>
                  </a:lnTo>
                  <a:lnTo>
                    <a:pt x="1151" y="451"/>
                  </a:lnTo>
                  <a:lnTo>
                    <a:pt x="1149" y="453"/>
                  </a:lnTo>
                  <a:lnTo>
                    <a:pt x="1146" y="454"/>
                  </a:lnTo>
                  <a:lnTo>
                    <a:pt x="1143" y="454"/>
                  </a:lnTo>
                  <a:lnTo>
                    <a:pt x="1140" y="453"/>
                  </a:lnTo>
                  <a:lnTo>
                    <a:pt x="1138" y="451"/>
                  </a:lnTo>
                  <a:lnTo>
                    <a:pt x="1135" y="451"/>
                  </a:lnTo>
                  <a:lnTo>
                    <a:pt x="1133" y="449"/>
                  </a:lnTo>
                  <a:lnTo>
                    <a:pt x="1131" y="447"/>
                  </a:lnTo>
                  <a:lnTo>
                    <a:pt x="1131" y="444"/>
                  </a:lnTo>
                  <a:lnTo>
                    <a:pt x="1130" y="443"/>
                  </a:lnTo>
                  <a:lnTo>
                    <a:pt x="1127" y="442"/>
                  </a:lnTo>
                  <a:lnTo>
                    <a:pt x="1123" y="443"/>
                  </a:lnTo>
                  <a:lnTo>
                    <a:pt x="1119" y="443"/>
                  </a:lnTo>
                  <a:lnTo>
                    <a:pt x="1117" y="442"/>
                  </a:lnTo>
                  <a:lnTo>
                    <a:pt x="1117" y="439"/>
                  </a:lnTo>
                  <a:lnTo>
                    <a:pt x="1119" y="436"/>
                  </a:lnTo>
                  <a:lnTo>
                    <a:pt x="1120" y="433"/>
                  </a:lnTo>
                  <a:lnTo>
                    <a:pt x="1120" y="430"/>
                  </a:lnTo>
                  <a:lnTo>
                    <a:pt x="1120" y="428"/>
                  </a:lnTo>
                  <a:lnTo>
                    <a:pt x="1121" y="426"/>
                  </a:lnTo>
                  <a:lnTo>
                    <a:pt x="1122" y="424"/>
                  </a:lnTo>
                  <a:lnTo>
                    <a:pt x="1123" y="422"/>
                  </a:lnTo>
                  <a:lnTo>
                    <a:pt x="1123" y="419"/>
                  </a:lnTo>
                  <a:lnTo>
                    <a:pt x="1123" y="417"/>
                  </a:lnTo>
                  <a:lnTo>
                    <a:pt x="1123" y="415"/>
                  </a:lnTo>
                  <a:lnTo>
                    <a:pt x="1125" y="413"/>
                  </a:lnTo>
                  <a:lnTo>
                    <a:pt x="1127" y="411"/>
                  </a:lnTo>
                  <a:lnTo>
                    <a:pt x="1128" y="410"/>
                  </a:lnTo>
                  <a:lnTo>
                    <a:pt x="1128" y="406"/>
                  </a:lnTo>
                  <a:lnTo>
                    <a:pt x="1128" y="403"/>
                  </a:lnTo>
                  <a:lnTo>
                    <a:pt x="1129" y="401"/>
                  </a:lnTo>
                  <a:lnTo>
                    <a:pt x="1132" y="400"/>
                  </a:lnTo>
                  <a:lnTo>
                    <a:pt x="1136" y="402"/>
                  </a:lnTo>
                  <a:lnTo>
                    <a:pt x="1138" y="404"/>
                  </a:lnTo>
                  <a:lnTo>
                    <a:pt x="1140" y="404"/>
                  </a:lnTo>
                  <a:lnTo>
                    <a:pt x="1142" y="403"/>
                  </a:lnTo>
                  <a:lnTo>
                    <a:pt x="1143" y="402"/>
                  </a:lnTo>
                  <a:lnTo>
                    <a:pt x="1145" y="402"/>
                  </a:lnTo>
                  <a:lnTo>
                    <a:pt x="1147" y="401"/>
                  </a:lnTo>
                  <a:lnTo>
                    <a:pt x="1150" y="400"/>
                  </a:lnTo>
                  <a:lnTo>
                    <a:pt x="1152" y="399"/>
                  </a:lnTo>
                  <a:lnTo>
                    <a:pt x="1155" y="399"/>
                  </a:lnTo>
                  <a:lnTo>
                    <a:pt x="1157" y="401"/>
                  </a:lnTo>
                  <a:lnTo>
                    <a:pt x="1158" y="404"/>
                  </a:lnTo>
                  <a:lnTo>
                    <a:pt x="1159" y="406"/>
                  </a:lnTo>
                  <a:lnTo>
                    <a:pt x="1161" y="408"/>
                  </a:lnTo>
                  <a:lnTo>
                    <a:pt x="1164" y="409"/>
                  </a:lnTo>
                  <a:lnTo>
                    <a:pt x="1166" y="410"/>
                  </a:lnTo>
                  <a:lnTo>
                    <a:pt x="1168" y="412"/>
                  </a:lnTo>
                  <a:lnTo>
                    <a:pt x="1167" y="415"/>
                  </a:lnTo>
                  <a:lnTo>
                    <a:pt x="1167" y="418"/>
                  </a:lnTo>
                  <a:lnTo>
                    <a:pt x="1167" y="420"/>
                  </a:lnTo>
                  <a:lnTo>
                    <a:pt x="1169" y="422"/>
                  </a:lnTo>
                  <a:lnTo>
                    <a:pt x="1172" y="424"/>
                  </a:lnTo>
                  <a:close/>
                </a:path>
              </a:pathLst>
            </a:custGeom>
            <a:solidFill>
              <a:srgbClr val="DA9FC0">
                <a:alpha val="24000"/>
              </a:srgbClr>
            </a:solidFill>
            <a:ln>
              <a:noFill/>
            </a:ln>
          </p:spPr>
          <p:txBody>
            <a:bodyPr anchor="ctr"/>
            <a:lstStyle/>
            <a:p>
              <a:pPr algn="ctr">
                <a:buNone/>
              </a:pPr>
            </a:p>
          </p:txBody>
        </p:sp>
        <p:sp>
          <p:nvSpPr>
            <p:cNvPr id="7714" name="addition:spatial:203">
              <a:extLst>
                <a:ext uri="{FF2B5EF4-FFF2-40B4-BE49-F238E27FC236}">
                  <ns2:creationId id="{FA3A65AF-402C-4841-9314-849F63773657}"/>
                </a:ext>
              </a:extLst>
            </p:cNvPr>
            <p:cNvSpPr>
              <a:spLocks noGrp="1"/>
            </p:cNvSpPr>
            <p:nvPr/>
          </p:nvSpPr>
          <p:spPr>
            <a:xfrm>
              <a:off x="5648325" y="1666875"/>
              <a:ext cx="1459794" cy="795071"/>
            </a:xfrm>
            <a:custGeom>
              <a:rect l="l" t="t" r="r" b="b"/>
              <a:pathLst>
                <a:path w="1101" h="470">
                  <a:moveTo>
                    <a:pt x="0" y="0"/>
                  </a:moveTo>
                  <a:moveTo>
                    <a:pt x="1094" y="442"/>
                  </a:moveTo>
                  <a:lnTo>
                    <a:pt x="1094" y="444"/>
                  </a:lnTo>
                  <a:lnTo>
                    <a:pt x="1094" y="446"/>
                  </a:lnTo>
                  <a:lnTo>
                    <a:pt x="1093" y="448"/>
                  </a:lnTo>
                  <a:lnTo>
                    <a:pt x="1092" y="450"/>
                  </a:lnTo>
                  <a:lnTo>
                    <a:pt x="1091" y="453"/>
                  </a:lnTo>
                  <a:lnTo>
                    <a:pt x="1091" y="455"/>
                  </a:lnTo>
                  <a:lnTo>
                    <a:pt x="1090" y="458"/>
                  </a:lnTo>
                  <a:lnTo>
                    <a:pt x="1089" y="460"/>
                  </a:lnTo>
                  <a:lnTo>
                    <a:pt x="1087" y="461"/>
                  </a:lnTo>
                  <a:lnTo>
                    <a:pt x="1085" y="463"/>
                  </a:lnTo>
                  <a:lnTo>
                    <a:pt x="1084" y="465"/>
                  </a:lnTo>
                  <a:lnTo>
                    <a:pt x="1083" y="468"/>
                  </a:lnTo>
                  <a:lnTo>
                    <a:pt x="1081" y="470"/>
                  </a:lnTo>
                  <a:lnTo>
                    <a:pt x="1078" y="469"/>
                  </a:lnTo>
                  <a:lnTo>
                    <a:pt x="1075" y="466"/>
                  </a:lnTo>
                  <a:lnTo>
                    <a:pt x="1073" y="464"/>
                  </a:lnTo>
                  <a:lnTo>
                    <a:pt x="1071" y="464"/>
                  </a:lnTo>
                  <a:lnTo>
                    <a:pt x="1070" y="465"/>
                  </a:lnTo>
                  <a:lnTo>
                    <a:pt x="1068" y="467"/>
                  </a:lnTo>
                  <a:lnTo>
                    <a:pt x="1065" y="468"/>
                  </a:lnTo>
                  <a:lnTo>
                    <a:pt x="1063" y="468"/>
                  </a:lnTo>
                  <a:lnTo>
                    <a:pt x="1061" y="468"/>
                  </a:lnTo>
                  <a:lnTo>
                    <a:pt x="1058" y="468"/>
                  </a:lnTo>
                  <a:lnTo>
                    <a:pt x="1056" y="467"/>
                  </a:lnTo>
                  <a:lnTo>
                    <a:pt x="1054" y="464"/>
                  </a:lnTo>
                  <a:lnTo>
                    <a:pt x="1054" y="461"/>
                  </a:lnTo>
                  <a:lnTo>
                    <a:pt x="1053" y="458"/>
                  </a:lnTo>
                  <a:lnTo>
                    <a:pt x="1052" y="456"/>
                  </a:lnTo>
                  <a:lnTo>
                    <a:pt x="1050" y="455"/>
                  </a:lnTo>
                  <a:lnTo>
                    <a:pt x="1047" y="453"/>
                  </a:lnTo>
                  <a:lnTo>
                    <a:pt x="1046" y="451"/>
                  </a:lnTo>
                  <a:lnTo>
                    <a:pt x="1046" y="448"/>
                  </a:lnTo>
                  <a:lnTo>
                    <a:pt x="1047" y="446"/>
                  </a:lnTo>
                  <a:lnTo>
                    <a:pt x="1047" y="444"/>
                  </a:lnTo>
                  <a:lnTo>
                    <a:pt x="1045" y="442"/>
                  </a:lnTo>
                  <a:lnTo>
                    <a:pt x="1042" y="439"/>
                  </a:lnTo>
                  <a:lnTo>
                    <a:pt x="1040" y="436"/>
                  </a:lnTo>
                  <a:lnTo>
                    <a:pt x="1040" y="434"/>
                  </a:lnTo>
                  <a:lnTo>
                    <a:pt x="1041" y="431"/>
                  </a:lnTo>
                  <a:lnTo>
                    <a:pt x="1042" y="429"/>
                  </a:lnTo>
                  <a:lnTo>
                    <a:pt x="1044" y="427"/>
                  </a:lnTo>
                  <a:lnTo>
                    <a:pt x="1046" y="426"/>
                  </a:lnTo>
                  <a:lnTo>
                    <a:pt x="1049" y="425"/>
                  </a:lnTo>
                  <a:lnTo>
                    <a:pt x="1052" y="425"/>
                  </a:lnTo>
                  <a:lnTo>
                    <a:pt x="1055" y="424"/>
                  </a:lnTo>
                  <a:lnTo>
                    <a:pt x="1055" y="422"/>
                  </a:lnTo>
                  <a:lnTo>
                    <a:pt x="1056" y="418"/>
                  </a:lnTo>
                  <a:lnTo>
                    <a:pt x="1057" y="415"/>
                  </a:lnTo>
                  <a:lnTo>
                    <a:pt x="1060" y="413"/>
                  </a:lnTo>
                  <a:lnTo>
                    <a:pt x="1063" y="414"/>
                  </a:lnTo>
                  <a:lnTo>
                    <a:pt x="1066" y="415"/>
                  </a:lnTo>
                  <a:lnTo>
                    <a:pt x="1069" y="415"/>
                  </a:lnTo>
                  <a:lnTo>
                    <a:pt x="1072" y="414"/>
                  </a:lnTo>
                  <a:lnTo>
                    <a:pt x="1075" y="413"/>
                  </a:lnTo>
                  <a:lnTo>
                    <a:pt x="1078" y="414"/>
                  </a:lnTo>
                  <a:lnTo>
                    <a:pt x="1080" y="416"/>
                  </a:lnTo>
                  <a:lnTo>
                    <a:pt x="1082" y="418"/>
                  </a:lnTo>
                  <a:lnTo>
                    <a:pt x="1084" y="419"/>
                  </a:lnTo>
                  <a:lnTo>
                    <a:pt x="1086" y="420"/>
                  </a:lnTo>
                  <a:lnTo>
                    <a:pt x="1088" y="422"/>
                  </a:lnTo>
                  <a:lnTo>
                    <a:pt x="1089" y="424"/>
                  </a:lnTo>
                  <a:lnTo>
                    <a:pt x="1090" y="426"/>
                  </a:lnTo>
                  <a:lnTo>
                    <a:pt x="1092" y="427"/>
                  </a:lnTo>
                  <a:lnTo>
                    <a:pt x="1096" y="427"/>
                  </a:lnTo>
                  <a:lnTo>
                    <a:pt x="1100" y="428"/>
                  </a:lnTo>
                  <a:lnTo>
                    <a:pt x="1101" y="430"/>
                  </a:lnTo>
                  <a:lnTo>
                    <a:pt x="1100" y="434"/>
                  </a:lnTo>
                  <a:lnTo>
                    <a:pt x="1097" y="437"/>
                  </a:lnTo>
                  <a:lnTo>
                    <a:pt x="1095" y="439"/>
                  </a:lnTo>
                  <a:close/>
                </a:path>
              </a:pathLst>
            </a:custGeom>
            <a:solidFill>
              <a:srgbClr val="DA9FC0">
                <a:alpha val="24000"/>
              </a:srgbClr>
            </a:solidFill>
            <a:ln>
              <a:noFill/>
            </a:ln>
          </p:spPr>
          <p:txBody>
            <a:bodyPr anchor="ctr"/>
            <a:lstStyle/>
            <a:p>
              <a:pPr algn="ctr">
                <a:buNone/>
              </a:pPr>
            </a:p>
          </p:txBody>
        </p:sp>
        <p:sp>
          <p:nvSpPr>
            <p:cNvPr id="7715" name="addition:spatial:204">
              <a:extLst>
                <a:ext uri="{FF2B5EF4-FFF2-40B4-BE49-F238E27FC236}">
                  <ns2:creationId id="{4EB0A35D-F070-4101-93ED-207F202D9682}"/>
                </a:ext>
              </a:extLst>
            </p:cNvPr>
            <p:cNvSpPr>
              <a:spLocks noGrp="1"/>
            </p:cNvSpPr>
            <p:nvPr/>
          </p:nvSpPr>
          <p:spPr>
            <a:xfrm>
              <a:off x="5648325" y="1666875"/>
              <a:ext cx="1363005" cy="747705"/>
            </a:xfrm>
            <a:custGeom>
              <a:rect l="l" t="t" r="r" b="b"/>
              <a:pathLst>
                <a:path w="1028" h="442">
                  <a:moveTo>
                    <a:pt x="0" y="0"/>
                  </a:moveTo>
                  <a:moveTo>
                    <a:pt x="1028" y="413"/>
                  </a:moveTo>
                  <a:lnTo>
                    <a:pt x="1028" y="416"/>
                  </a:lnTo>
                  <a:lnTo>
                    <a:pt x="1026" y="418"/>
                  </a:lnTo>
                  <a:lnTo>
                    <a:pt x="1025" y="420"/>
                  </a:lnTo>
                  <a:lnTo>
                    <a:pt x="1025" y="423"/>
                  </a:lnTo>
                  <a:lnTo>
                    <a:pt x="1024" y="425"/>
                  </a:lnTo>
                  <a:lnTo>
                    <a:pt x="1023" y="427"/>
                  </a:lnTo>
                  <a:lnTo>
                    <a:pt x="1020" y="428"/>
                  </a:lnTo>
                  <a:lnTo>
                    <a:pt x="1017" y="429"/>
                  </a:lnTo>
                  <a:lnTo>
                    <a:pt x="1015" y="429"/>
                  </a:lnTo>
                  <a:lnTo>
                    <a:pt x="1014" y="431"/>
                  </a:lnTo>
                  <a:lnTo>
                    <a:pt x="1013" y="435"/>
                  </a:lnTo>
                  <a:lnTo>
                    <a:pt x="1012" y="439"/>
                  </a:lnTo>
                  <a:lnTo>
                    <a:pt x="1011" y="441"/>
                  </a:lnTo>
                  <a:lnTo>
                    <a:pt x="1008" y="442"/>
                  </a:lnTo>
                  <a:lnTo>
                    <a:pt x="1005" y="442"/>
                  </a:lnTo>
                  <a:lnTo>
                    <a:pt x="1003" y="441"/>
                  </a:lnTo>
                  <a:lnTo>
                    <a:pt x="1000" y="441"/>
                  </a:lnTo>
                  <a:lnTo>
                    <a:pt x="998" y="440"/>
                  </a:lnTo>
                  <a:lnTo>
                    <a:pt x="996" y="438"/>
                  </a:lnTo>
                  <a:lnTo>
                    <a:pt x="995" y="436"/>
                  </a:lnTo>
                  <a:lnTo>
                    <a:pt x="993" y="436"/>
                  </a:lnTo>
                  <a:lnTo>
                    <a:pt x="991" y="437"/>
                  </a:lnTo>
                  <a:lnTo>
                    <a:pt x="988" y="437"/>
                  </a:lnTo>
                  <a:lnTo>
                    <a:pt x="986" y="437"/>
                  </a:lnTo>
                  <a:lnTo>
                    <a:pt x="985" y="434"/>
                  </a:lnTo>
                  <a:lnTo>
                    <a:pt x="985" y="432"/>
                  </a:lnTo>
                  <a:lnTo>
                    <a:pt x="984" y="430"/>
                  </a:lnTo>
                  <a:lnTo>
                    <a:pt x="982" y="429"/>
                  </a:lnTo>
                  <a:lnTo>
                    <a:pt x="979" y="429"/>
                  </a:lnTo>
                  <a:lnTo>
                    <a:pt x="978" y="427"/>
                  </a:lnTo>
                  <a:lnTo>
                    <a:pt x="978" y="424"/>
                  </a:lnTo>
                  <a:lnTo>
                    <a:pt x="979" y="420"/>
                  </a:lnTo>
                  <a:lnTo>
                    <a:pt x="981" y="418"/>
                  </a:lnTo>
                  <a:lnTo>
                    <a:pt x="981" y="415"/>
                  </a:lnTo>
                  <a:lnTo>
                    <a:pt x="982" y="413"/>
                  </a:lnTo>
                  <a:lnTo>
                    <a:pt x="982" y="411"/>
                  </a:lnTo>
                  <a:lnTo>
                    <a:pt x="983" y="409"/>
                  </a:lnTo>
                  <a:lnTo>
                    <a:pt x="982" y="407"/>
                  </a:lnTo>
                  <a:lnTo>
                    <a:pt x="981" y="404"/>
                  </a:lnTo>
                  <a:lnTo>
                    <a:pt x="979" y="400"/>
                  </a:lnTo>
                  <a:lnTo>
                    <a:pt x="979" y="397"/>
                  </a:lnTo>
                  <a:lnTo>
                    <a:pt x="980" y="395"/>
                  </a:lnTo>
                  <a:lnTo>
                    <a:pt x="983" y="395"/>
                  </a:lnTo>
                  <a:lnTo>
                    <a:pt x="986" y="394"/>
                  </a:lnTo>
                  <a:lnTo>
                    <a:pt x="987" y="393"/>
                  </a:lnTo>
                  <a:lnTo>
                    <a:pt x="988" y="391"/>
                  </a:lnTo>
                  <a:lnTo>
                    <a:pt x="989" y="389"/>
                  </a:lnTo>
                  <a:lnTo>
                    <a:pt x="991" y="388"/>
                  </a:lnTo>
                  <a:lnTo>
                    <a:pt x="993" y="389"/>
                  </a:lnTo>
                  <a:lnTo>
                    <a:pt x="995" y="389"/>
                  </a:lnTo>
                  <a:lnTo>
                    <a:pt x="996" y="389"/>
                  </a:lnTo>
                  <a:lnTo>
                    <a:pt x="998" y="388"/>
                  </a:lnTo>
                  <a:lnTo>
                    <a:pt x="1000" y="387"/>
                  </a:lnTo>
                  <a:lnTo>
                    <a:pt x="1002" y="387"/>
                  </a:lnTo>
                  <a:lnTo>
                    <a:pt x="1004" y="387"/>
                  </a:lnTo>
                  <a:lnTo>
                    <a:pt x="1007" y="386"/>
                  </a:lnTo>
                  <a:lnTo>
                    <a:pt x="1010" y="385"/>
                  </a:lnTo>
                  <a:lnTo>
                    <a:pt x="1012" y="385"/>
                  </a:lnTo>
                  <a:lnTo>
                    <a:pt x="1014" y="388"/>
                  </a:lnTo>
                  <a:lnTo>
                    <a:pt x="1015" y="392"/>
                  </a:lnTo>
                  <a:lnTo>
                    <a:pt x="1015" y="396"/>
                  </a:lnTo>
                  <a:lnTo>
                    <a:pt x="1015" y="399"/>
                  </a:lnTo>
                  <a:lnTo>
                    <a:pt x="1017" y="400"/>
                  </a:lnTo>
                  <a:lnTo>
                    <a:pt x="1020" y="400"/>
                  </a:lnTo>
                  <a:lnTo>
                    <a:pt x="1023" y="401"/>
                  </a:lnTo>
                  <a:lnTo>
                    <a:pt x="1024" y="404"/>
                  </a:lnTo>
                  <a:lnTo>
                    <a:pt x="1025" y="406"/>
                  </a:lnTo>
                  <a:lnTo>
                    <a:pt x="1026" y="408"/>
                  </a:lnTo>
                  <a:lnTo>
                    <a:pt x="1027" y="411"/>
                  </a:lnTo>
                  <a:close/>
                </a:path>
              </a:pathLst>
            </a:custGeom>
            <a:solidFill>
              <a:srgbClr val="DA9FC0">
                <a:alpha val="24000"/>
              </a:srgbClr>
            </a:solidFill>
            <a:ln>
              <a:noFill/>
            </a:ln>
          </p:spPr>
          <p:txBody>
            <a:bodyPr anchor="ctr"/>
            <a:lstStyle/>
            <a:p>
              <a:pPr algn="ctr">
                <a:buNone/>
              </a:pPr>
            </a:p>
          </p:txBody>
        </p:sp>
        <p:sp>
          <p:nvSpPr>
            <p:cNvPr id="7716" name="addition:spatial:205">
              <a:extLst>
                <a:ext uri="{FF2B5EF4-FFF2-40B4-BE49-F238E27FC236}">
                  <ns2:creationId id="{F345EAB5-A4C4-4044-9A1A-15291B7B483F}"/>
                </a:ext>
              </a:extLst>
            </p:cNvPr>
            <p:cNvSpPr>
              <a:spLocks noGrp="1"/>
            </p:cNvSpPr>
            <p:nvPr/>
          </p:nvSpPr>
          <p:spPr>
            <a:xfrm>
              <a:off x="5648325" y="1666875"/>
              <a:ext cx="1336487" cy="637748"/>
            </a:xfrm>
            <a:custGeom>
              <a:rect l="l" t="t" r="r" b="b"/>
              <a:pathLst>
                <a:path w="1008" h="377">
                  <a:moveTo>
                    <a:pt x="0" y="0"/>
                  </a:moveTo>
                  <a:moveTo>
                    <a:pt x="1006" y="351"/>
                  </a:moveTo>
                  <a:lnTo>
                    <a:pt x="1006" y="353"/>
                  </a:lnTo>
                  <a:lnTo>
                    <a:pt x="1005" y="355"/>
                  </a:lnTo>
                  <a:lnTo>
                    <a:pt x="1004" y="357"/>
                  </a:lnTo>
                  <a:lnTo>
                    <a:pt x="1002" y="359"/>
                  </a:lnTo>
                  <a:lnTo>
                    <a:pt x="1001" y="361"/>
                  </a:lnTo>
                  <a:lnTo>
                    <a:pt x="1000" y="363"/>
                  </a:lnTo>
                  <a:lnTo>
                    <a:pt x="999" y="365"/>
                  </a:lnTo>
                  <a:lnTo>
                    <a:pt x="998" y="366"/>
                  </a:lnTo>
                  <a:lnTo>
                    <a:pt x="996" y="367"/>
                  </a:lnTo>
                  <a:lnTo>
                    <a:pt x="995" y="368"/>
                  </a:lnTo>
                  <a:lnTo>
                    <a:pt x="994" y="371"/>
                  </a:lnTo>
                  <a:lnTo>
                    <a:pt x="993" y="375"/>
                  </a:lnTo>
                  <a:lnTo>
                    <a:pt x="992" y="377"/>
                  </a:lnTo>
                  <a:lnTo>
                    <a:pt x="989" y="377"/>
                  </a:lnTo>
                  <a:lnTo>
                    <a:pt x="987" y="375"/>
                  </a:lnTo>
                  <a:lnTo>
                    <a:pt x="985" y="373"/>
                  </a:lnTo>
                  <a:lnTo>
                    <a:pt x="983" y="372"/>
                  </a:lnTo>
                  <a:lnTo>
                    <a:pt x="982" y="372"/>
                  </a:lnTo>
                  <a:lnTo>
                    <a:pt x="980" y="373"/>
                  </a:lnTo>
                  <a:lnTo>
                    <a:pt x="979" y="373"/>
                  </a:lnTo>
                  <a:lnTo>
                    <a:pt x="977" y="372"/>
                  </a:lnTo>
                  <a:lnTo>
                    <a:pt x="976" y="372"/>
                  </a:lnTo>
                  <a:lnTo>
                    <a:pt x="974" y="373"/>
                  </a:lnTo>
                  <a:lnTo>
                    <a:pt x="972" y="373"/>
                  </a:lnTo>
                  <a:lnTo>
                    <a:pt x="970" y="371"/>
                  </a:lnTo>
                  <a:lnTo>
                    <a:pt x="970" y="369"/>
                  </a:lnTo>
                  <a:lnTo>
                    <a:pt x="970" y="366"/>
                  </a:lnTo>
                  <a:lnTo>
                    <a:pt x="969" y="365"/>
                  </a:lnTo>
                  <a:lnTo>
                    <a:pt x="967" y="364"/>
                  </a:lnTo>
                  <a:lnTo>
                    <a:pt x="965" y="362"/>
                  </a:lnTo>
                  <a:lnTo>
                    <a:pt x="965" y="360"/>
                  </a:lnTo>
                  <a:lnTo>
                    <a:pt x="966" y="357"/>
                  </a:lnTo>
                  <a:lnTo>
                    <a:pt x="967" y="355"/>
                  </a:lnTo>
                  <a:lnTo>
                    <a:pt x="968" y="353"/>
                  </a:lnTo>
                  <a:lnTo>
                    <a:pt x="967" y="351"/>
                  </a:lnTo>
                  <a:lnTo>
                    <a:pt x="965" y="349"/>
                  </a:lnTo>
                  <a:lnTo>
                    <a:pt x="964" y="347"/>
                  </a:lnTo>
                  <a:lnTo>
                    <a:pt x="963" y="344"/>
                  </a:lnTo>
                  <a:lnTo>
                    <a:pt x="963" y="342"/>
                  </a:lnTo>
                  <a:lnTo>
                    <a:pt x="963" y="339"/>
                  </a:lnTo>
                  <a:lnTo>
                    <a:pt x="963" y="337"/>
                  </a:lnTo>
                  <a:lnTo>
                    <a:pt x="964" y="335"/>
                  </a:lnTo>
                  <a:lnTo>
                    <a:pt x="967" y="335"/>
                  </a:lnTo>
                  <a:lnTo>
                    <a:pt x="969" y="335"/>
                  </a:lnTo>
                  <a:lnTo>
                    <a:pt x="971" y="335"/>
                  </a:lnTo>
                  <a:lnTo>
                    <a:pt x="972" y="333"/>
                  </a:lnTo>
                  <a:lnTo>
                    <a:pt x="973" y="331"/>
                  </a:lnTo>
                  <a:lnTo>
                    <a:pt x="974" y="328"/>
                  </a:lnTo>
                  <a:lnTo>
                    <a:pt x="976" y="328"/>
                  </a:lnTo>
                  <a:lnTo>
                    <a:pt x="978" y="328"/>
                  </a:lnTo>
                  <a:lnTo>
                    <a:pt x="980" y="329"/>
                  </a:lnTo>
                  <a:lnTo>
                    <a:pt x="981" y="328"/>
                  </a:lnTo>
                  <a:lnTo>
                    <a:pt x="983" y="326"/>
                  </a:lnTo>
                  <a:lnTo>
                    <a:pt x="986" y="325"/>
                  </a:lnTo>
                  <a:lnTo>
                    <a:pt x="988" y="325"/>
                  </a:lnTo>
                  <a:lnTo>
                    <a:pt x="990" y="326"/>
                  </a:lnTo>
                  <a:lnTo>
                    <a:pt x="992" y="328"/>
                  </a:lnTo>
                  <a:lnTo>
                    <a:pt x="994" y="329"/>
                  </a:lnTo>
                  <a:lnTo>
                    <a:pt x="996" y="331"/>
                  </a:lnTo>
                  <a:lnTo>
                    <a:pt x="997" y="333"/>
                  </a:lnTo>
                  <a:lnTo>
                    <a:pt x="997" y="336"/>
                  </a:lnTo>
                  <a:lnTo>
                    <a:pt x="998" y="338"/>
                  </a:lnTo>
                  <a:lnTo>
                    <a:pt x="999" y="339"/>
                  </a:lnTo>
                  <a:lnTo>
                    <a:pt x="1003" y="339"/>
                  </a:lnTo>
                  <a:lnTo>
                    <a:pt x="1006" y="340"/>
                  </a:lnTo>
                  <a:lnTo>
                    <a:pt x="1008" y="341"/>
                  </a:lnTo>
                  <a:lnTo>
                    <a:pt x="1008" y="344"/>
                  </a:lnTo>
                  <a:lnTo>
                    <a:pt x="1007" y="346"/>
                  </a:lnTo>
                  <a:lnTo>
                    <a:pt x="1006" y="349"/>
                  </a:lnTo>
                  <a:close/>
                </a:path>
              </a:pathLst>
            </a:custGeom>
            <a:solidFill>
              <a:srgbClr val="DA9FC0">
                <a:alpha val="24000"/>
              </a:srgbClr>
            </a:solidFill>
            <a:ln>
              <a:noFill/>
            </a:ln>
          </p:spPr>
          <p:txBody>
            <a:bodyPr anchor="ctr"/>
            <a:lstStyle/>
            <a:p>
              <a:pPr algn="ctr">
                <a:buNone/>
              </a:pPr>
            </a:p>
          </p:txBody>
        </p:sp>
        <p:sp>
          <p:nvSpPr>
            <p:cNvPr id="7717" name="addition:spatial:206">
              <a:extLst>
                <a:ext uri="{FF2B5EF4-FFF2-40B4-BE49-F238E27FC236}">
                  <ns2:creationId id="{E7AD33AC-A3D3-4EB7-A0B9-91AA524BEBBC}"/>
                </a:ext>
              </a:extLst>
            </p:cNvPr>
            <p:cNvSpPr>
              <a:spLocks noGrp="1"/>
            </p:cNvSpPr>
            <p:nvPr/>
          </p:nvSpPr>
          <p:spPr>
            <a:xfrm>
              <a:off x="5648325" y="1666875"/>
              <a:ext cx="1386870" cy="539633"/>
            </a:xfrm>
            <a:custGeom>
              <a:rect l="l" t="t" r="r" b="b"/>
              <a:pathLst>
                <a:path w="1046" h="319">
                  <a:moveTo>
                    <a:pt x="0" y="0"/>
                  </a:moveTo>
                  <a:moveTo>
                    <a:pt x="1044" y="295"/>
                  </a:moveTo>
                  <a:lnTo>
                    <a:pt x="1043" y="297"/>
                  </a:lnTo>
                  <a:lnTo>
                    <a:pt x="1041" y="299"/>
                  </a:lnTo>
                  <a:lnTo>
                    <a:pt x="1038" y="300"/>
                  </a:lnTo>
                  <a:lnTo>
                    <a:pt x="1037" y="302"/>
                  </a:lnTo>
                  <a:lnTo>
                    <a:pt x="1038" y="304"/>
                  </a:lnTo>
                  <a:lnTo>
                    <a:pt x="1040" y="307"/>
                  </a:lnTo>
                  <a:lnTo>
                    <a:pt x="1041" y="311"/>
                  </a:lnTo>
                  <a:lnTo>
                    <a:pt x="1040" y="313"/>
                  </a:lnTo>
                  <a:lnTo>
                    <a:pt x="1037" y="314"/>
                  </a:lnTo>
                  <a:lnTo>
                    <a:pt x="1034" y="314"/>
                  </a:lnTo>
                  <a:lnTo>
                    <a:pt x="1031" y="315"/>
                  </a:lnTo>
                  <a:lnTo>
                    <a:pt x="1029" y="315"/>
                  </a:lnTo>
                  <a:lnTo>
                    <a:pt x="1028" y="316"/>
                  </a:lnTo>
                  <a:lnTo>
                    <a:pt x="1025" y="317"/>
                  </a:lnTo>
                  <a:lnTo>
                    <a:pt x="1023" y="316"/>
                  </a:lnTo>
                  <a:lnTo>
                    <a:pt x="1021" y="317"/>
                  </a:lnTo>
                  <a:lnTo>
                    <a:pt x="1019" y="318"/>
                  </a:lnTo>
                  <a:lnTo>
                    <a:pt x="1017" y="319"/>
                  </a:lnTo>
                  <a:lnTo>
                    <a:pt x="1015" y="319"/>
                  </a:lnTo>
                  <a:lnTo>
                    <a:pt x="1013" y="318"/>
                  </a:lnTo>
                  <a:lnTo>
                    <a:pt x="1011" y="317"/>
                  </a:lnTo>
                  <a:lnTo>
                    <a:pt x="1008" y="316"/>
                  </a:lnTo>
                  <a:lnTo>
                    <a:pt x="1005" y="317"/>
                  </a:lnTo>
                  <a:lnTo>
                    <a:pt x="1001" y="318"/>
                  </a:lnTo>
                  <a:lnTo>
                    <a:pt x="998" y="317"/>
                  </a:lnTo>
                  <a:lnTo>
                    <a:pt x="997" y="314"/>
                  </a:lnTo>
                  <a:lnTo>
                    <a:pt x="998" y="310"/>
                  </a:lnTo>
                  <a:lnTo>
                    <a:pt x="998" y="307"/>
                  </a:lnTo>
                  <a:lnTo>
                    <a:pt x="997" y="305"/>
                  </a:lnTo>
                  <a:lnTo>
                    <a:pt x="995" y="304"/>
                  </a:lnTo>
                  <a:lnTo>
                    <a:pt x="993" y="302"/>
                  </a:lnTo>
                  <a:lnTo>
                    <a:pt x="991" y="301"/>
                  </a:lnTo>
                  <a:lnTo>
                    <a:pt x="989" y="299"/>
                  </a:lnTo>
                  <a:lnTo>
                    <a:pt x="987" y="297"/>
                  </a:lnTo>
                  <a:lnTo>
                    <a:pt x="984" y="295"/>
                  </a:lnTo>
                  <a:lnTo>
                    <a:pt x="983" y="292"/>
                  </a:lnTo>
                  <a:lnTo>
                    <a:pt x="984" y="290"/>
                  </a:lnTo>
                  <a:lnTo>
                    <a:pt x="987" y="288"/>
                  </a:lnTo>
                  <a:lnTo>
                    <a:pt x="990" y="286"/>
                  </a:lnTo>
                  <a:lnTo>
                    <a:pt x="990" y="285"/>
                  </a:lnTo>
                  <a:lnTo>
                    <a:pt x="990" y="282"/>
                  </a:lnTo>
                  <a:lnTo>
                    <a:pt x="991" y="280"/>
                  </a:lnTo>
                  <a:lnTo>
                    <a:pt x="993" y="278"/>
                  </a:lnTo>
                  <a:lnTo>
                    <a:pt x="997" y="278"/>
                  </a:lnTo>
                  <a:lnTo>
                    <a:pt x="1000" y="278"/>
                  </a:lnTo>
                  <a:lnTo>
                    <a:pt x="1002" y="277"/>
                  </a:lnTo>
                  <a:lnTo>
                    <a:pt x="1004" y="275"/>
                  </a:lnTo>
                  <a:lnTo>
                    <a:pt x="1005" y="272"/>
                  </a:lnTo>
                  <a:lnTo>
                    <a:pt x="1008" y="270"/>
                  </a:lnTo>
                  <a:lnTo>
                    <a:pt x="1011" y="269"/>
                  </a:lnTo>
                  <a:lnTo>
                    <a:pt x="1014" y="268"/>
                  </a:lnTo>
                  <a:lnTo>
                    <a:pt x="1017" y="267"/>
                  </a:lnTo>
                  <a:lnTo>
                    <a:pt x="1020" y="267"/>
                  </a:lnTo>
                  <a:lnTo>
                    <a:pt x="1023" y="269"/>
                  </a:lnTo>
                  <a:lnTo>
                    <a:pt x="1025" y="272"/>
                  </a:lnTo>
                  <a:lnTo>
                    <a:pt x="1027" y="275"/>
                  </a:lnTo>
                  <a:lnTo>
                    <a:pt x="1029" y="276"/>
                  </a:lnTo>
                  <a:lnTo>
                    <a:pt x="1031" y="276"/>
                  </a:lnTo>
                  <a:lnTo>
                    <a:pt x="1035" y="275"/>
                  </a:lnTo>
                  <a:lnTo>
                    <a:pt x="1038" y="275"/>
                  </a:lnTo>
                  <a:lnTo>
                    <a:pt x="1040" y="276"/>
                  </a:lnTo>
                  <a:lnTo>
                    <a:pt x="1040" y="278"/>
                  </a:lnTo>
                  <a:lnTo>
                    <a:pt x="1041" y="280"/>
                  </a:lnTo>
                  <a:lnTo>
                    <a:pt x="1043" y="282"/>
                  </a:lnTo>
                  <a:lnTo>
                    <a:pt x="1045" y="283"/>
                  </a:lnTo>
                  <a:lnTo>
                    <a:pt x="1046" y="285"/>
                  </a:lnTo>
                  <a:lnTo>
                    <a:pt x="1046" y="288"/>
                  </a:lnTo>
                  <a:lnTo>
                    <a:pt x="1045" y="290"/>
                  </a:lnTo>
                  <a:lnTo>
                    <a:pt x="1045" y="292"/>
                  </a:lnTo>
                  <a:close/>
                </a:path>
              </a:pathLst>
            </a:custGeom>
            <a:solidFill>
              <a:srgbClr val="DA9FC0">
                <a:alpha val="24000"/>
              </a:srgbClr>
            </a:solidFill>
            <a:ln>
              <a:noFill/>
            </a:ln>
          </p:spPr>
          <p:txBody>
            <a:bodyPr anchor="ctr"/>
            <a:lstStyle/>
            <a:p>
              <a:pPr algn="ctr">
                <a:buNone/>
              </a:pPr>
            </a:p>
          </p:txBody>
        </p:sp>
        <p:sp>
          <p:nvSpPr>
            <p:cNvPr id="7718" name="addition:spatial:207">
              <a:extLst>
                <a:ext uri="{FF2B5EF4-FFF2-40B4-BE49-F238E27FC236}">
                  <ns2:creationId id="{D2433AC4-02C5-4E10-AC73-6E9397B10037}"/>
                </a:ext>
              </a:extLst>
            </p:cNvPr>
            <p:cNvSpPr>
              <a:spLocks noGrp="1"/>
            </p:cNvSpPr>
            <p:nvPr/>
          </p:nvSpPr>
          <p:spPr>
            <a:xfrm>
              <a:off x="5648325" y="1666875"/>
              <a:ext cx="1479682" cy="502417"/>
            </a:xfrm>
            <a:custGeom>
              <a:rect l="l" t="t" r="r" b="b"/>
              <a:pathLst>
                <a:path w="1116" h="297">
                  <a:moveTo>
                    <a:pt x="0" y="0"/>
                  </a:moveTo>
                  <a:moveTo>
                    <a:pt x="1114" y="274"/>
                  </a:moveTo>
                  <a:lnTo>
                    <a:pt x="1112" y="276"/>
                  </a:lnTo>
                  <a:lnTo>
                    <a:pt x="1112" y="278"/>
                  </a:lnTo>
                  <a:lnTo>
                    <a:pt x="1112" y="280"/>
                  </a:lnTo>
                  <a:lnTo>
                    <a:pt x="1112" y="282"/>
                  </a:lnTo>
                  <a:lnTo>
                    <a:pt x="1110" y="284"/>
                  </a:lnTo>
                  <a:lnTo>
                    <a:pt x="1107" y="285"/>
                  </a:lnTo>
                  <a:lnTo>
                    <a:pt x="1105" y="286"/>
                  </a:lnTo>
                  <a:lnTo>
                    <a:pt x="1104" y="287"/>
                  </a:lnTo>
                  <a:lnTo>
                    <a:pt x="1104" y="290"/>
                  </a:lnTo>
                  <a:lnTo>
                    <a:pt x="1104" y="293"/>
                  </a:lnTo>
                  <a:lnTo>
                    <a:pt x="1103" y="296"/>
                  </a:lnTo>
                  <a:lnTo>
                    <a:pt x="1100" y="297"/>
                  </a:lnTo>
                  <a:lnTo>
                    <a:pt x="1098" y="297"/>
                  </a:lnTo>
                  <a:lnTo>
                    <a:pt x="1096" y="297"/>
                  </a:lnTo>
                  <a:lnTo>
                    <a:pt x="1094" y="297"/>
                  </a:lnTo>
                  <a:lnTo>
                    <a:pt x="1092" y="296"/>
                  </a:lnTo>
                  <a:lnTo>
                    <a:pt x="1090" y="295"/>
                  </a:lnTo>
                  <a:lnTo>
                    <a:pt x="1088" y="293"/>
                  </a:lnTo>
                  <a:lnTo>
                    <a:pt x="1087" y="293"/>
                  </a:lnTo>
                  <a:lnTo>
                    <a:pt x="1085" y="295"/>
                  </a:lnTo>
                  <a:lnTo>
                    <a:pt x="1083" y="297"/>
                  </a:lnTo>
                  <a:lnTo>
                    <a:pt x="1081" y="297"/>
                  </a:lnTo>
                  <a:lnTo>
                    <a:pt x="1079" y="296"/>
                  </a:lnTo>
                  <a:lnTo>
                    <a:pt x="1079" y="293"/>
                  </a:lnTo>
                  <a:lnTo>
                    <a:pt x="1078" y="292"/>
                  </a:lnTo>
                  <a:lnTo>
                    <a:pt x="1076" y="291"/>
                  </a:lnTo>
                  <a:lnTo>
                    <a:pt x="1074" y="290"/>
                  </a:lnTo>
                  <a:lnTo>
                    <a:pt x="1072" y="289"/>
                  </a:lnTo>
                  <a:lnTo>
                    <a:pt x="1071" y="287"/>
                  </a:lnTo>
                  <a:lnTo>
                    <a:pt x="1072" y="284"/>
                  </a:lnTo>
                  <a:lnTo>
                    <a:pt x="1072" y="282"/>
                  </a:lnTo>
                  <a:lnTo>
                    <a:pt x="1072" y="280"/>
                  </a:lnTo>
                  <a:lnTo>
                    <a:pt x="1071" y="278"/>
                  </a:lnTo>
                  <a:lnTo>
                    <a:pt x="1071" y="276"/>
                  </a:lnTo>
                  <a:lnTo>
                    <a:pt x="1071" y="274"/>
                  </a:lnTo>
                  <a:lnTo>
                    <a:pt x="1071" y="272"/>
                  </a:lnTo>
                  <a:lnTo>
                    <a:pt x="1069" y="270"/>
                  </a:lnTo>
                  <a:lnTo>
                    <a:pt x="1066" y="267"/>
                  </a:lnTo>
                  <a:lnTo>
                    <a:pt x="1065" y="265"/>
                  </a:lnTo>
                  <a:lnTo>
                    <a:pt x="1066" y="263"/>
                  </a:lnTo>
                  <a:lnTo>
                    <a:pt x="1069" y="262"/>
                  </a:lnTo>
                  <a:lnTo>
                    <a:pt x="1071" y="261"/>
                  </a:lnTo>
                  <a:lnTo>
                    <a:pt x="1073" y="260"/>
                  </a:lnTo>
                  <a:lnTo>
                    <a:pt x="1074" y="259"/>
                  </a:lnTo>
                  <a:lnTo>
                    <a:pt x="1075" y="257"/>
                  </a:lnTo>
                  <a:lnTo>
                    <a:pt x="1076" y="256"/>
                  </a:lnTo>
                  <a:lnTo>
                    <a:pt x="1078" y="255"/>
                  </a:lnTo>
                  <a:lnTo>
                    <a:pt x="1080" y="255"/>
                  </a:lnTo>
                  <a:lnTo>
                    <a:pt x="1082" y="254"/>
                  </a:lnTo>
                  <a:lnTo>
                    <a:pt x="1084" y="252"/>
                  </a:lnTo>
                  <a:lnTo>
                    <a:pt x="1086" y="251"/>
                  </a:lnTo>
                  <a:lnTo>
                    <a:pt x="1088" y="251"/>
                  </a:lnTo>
                  <a:lnTo>
                    <a:pt x="1090" y="251"/>
                  </a:lnTo>
                  <a:lnTo>
                    <a:pt x="1093" y="251"/>
                  </a:lnTo>
                  <a:lnTo>
                    <a:pt x="1095" y="250"/>
                  </a:lnTo>
                  <a:lnTo>
                    <a:pt x="1098" y="249"/>
                  </a:lnTo>
                  <a:lnTo>
                    <a:pt x="1100" y="251"/>
                  </a:lnTo>
                  <a:lnTo>
                    <a:pt x="1102" y="254"/>
                  </a:lnTo>
                  <a:lnTo>
                    <a:pt x="1102" y="257"/>
                  </a:lnTo>
                  <a:lnTo>
                    <a:pt x="1103" y="260"/>
                  </a:lnTo>
                  <a:lnTo>
                    <a:pt x="1104" y="261"/>
                  </a:lnTo>
                  <a:lnTo>
                    <a:pt x="1107" y="261"/>
                  </a:lnTo>
                  <a:lnTo>
                    <a:pt x="1110" y="261"/>
                  </a:lnTo>
                  <a:lnTo>
                    <a:pt x="1112" y="262"/>
                  </a:lnTo>
                  <a:lnTo>
                    <a:pt x="1113" y="264"/>
                  </a:lnTo>
                  <a:lnTo>
                    <a:pt x="1114" y="266"/>
                  </a:lnTo>
                  <a:lnTo>
                    <a:pt x="1116" y="268"/>
                  </a:lnTo>
                  <a:lnTo>
                    <a:pt x="1116" y="270"/>
                  </a:lnTo>
                  <a:lnTo>
                    <a:pt x="1115" y="272"/>
                  </a:lnTo>
                  <a:close/>
                </a:path>
              </a:pathLst>
            </a:custGeom>
            <a:solidFill>
              <a:srgbClr val="DA9FC0">
                <a:alpha val="24000"/>
              </a:srgbClr>
            </a:solidFill>
            <a:ln>
              <a:noFill/>
            </a:ln>
          </p:spPr>
          <p:txBody>
            <a:bodyPr anchor="ctr"/>
            <a:lstStyle/>
            <a:p>
              <a:pPr algn="ctr">
                <a:buNone/>
              </a:pPr>
            </a:p>
          </p:txBody>
        </p:sp>
        <p:sp>
          <p:nvSpPr>
            <p:cNvPr id="7719" name="addition:spatial:208">
              <a:extLst>
                <a:ext uri="{FF2B5EF4-FFF2-40B4-BE49-F238E27FC236}">
                  <ns2:creationId id="{D0235368-6A8B-44AF-95A8-D8127AA50675}"/>
                </a:ext>
              </a:extLst>
            </p:cNvPr>
            <p:cNvSpPr>
              <a:spLocks noGrp="1"/>
            </p:cNvSpPr>
            <p:nvPr/>
          </p:nvSpPr>
          <p:spPr>
            <a:xfrm>
              <a:off x="5648325" y="1666875"/>
              <a:ext cx="1577797" cy="559933"/>
            </a:xfrm>
            <a:custGeom>
              <a:rect l="l" t="t" r="r" b="b"/>
              <a:pathLst>
                <a:path w="1190" h="331">
                  <a:moveTo>
                    <a:pt x="0" y="0"/>
                  </a:moveTo>
                  <a:moveTo>
                    <a:pt x="1186" y="303"/>
                  </a:moveTo>
                  <a:lnTo>
                    <a:pt x="1185" y="305"/>
                  </a:lnTo>
                  <a:lnTo>
                    <a:pt x="1187" y="307"/>
                  </a:lnTo>
                  <a:lnTo>
                    <a:pt x="1189" y="310"/>
                  </a:lnTo>
                  <a:lnTo>
                    <a:pt x="1190" y="313"/>
                  </a:lnTo>
                  <a:lnTo>
                    <a:pt x="1190" y="315"/>
                  </a:lnTo>
                  <a:lnTo>
                    <a:pt x="1188" y="317"/>
                  </a:lnTo>
                  <a:lnTo>
                    <a:pt x="1185" y="318"/>
                  </a:lnTo>
                  <a:lnTo>
                    <a:pt x="1183" y="319"/>
                  </a:lnTo>
                  <a:lnTo>
                    <a:pt x="1181" y="320"/>
                  </a:lnTo>
                  <a:lnTo>
                    <a:pt x="1179" y="320"/>
                  </a:lnTo>
                  <a:lnTo>
                    <a:pt x="1176" y="321"/>
                  </a:lnTo>
                  <a:lnTo>
                    <a:pt x="1174" y="321"/>
                  </a:lnTo>
                  <a:lnTo>
                    <a:pt x="1173" y="323"/>
                  </a:lnTo>
                  <a:lnTo>
                    <a:pt x="1172" y="327"/>
                  </a:lnTo>
                  <a:lnTo>
                    <a:pt x="1170" y="330"/>
                  </a:lnTo>
                  <a:lnTo>
                    <a:pt x="1167" y="331"/>
                  </a:lnTo>
                  <a:lnTo>
                    <a:pt x="1164" y="330"/>
                  </a:lnTo>
                  <a:lnTo>
                    <a:pt x="1161" y="328"/>
                  </a:lnTo>
                  <a:lnTo>
                    <a:pt x="1159" y="327"/>
                  </a:lnTo>
                  <a:lnTo>
                    <a:pt x="1156" y="327"/>
                  </a:lnTo>
                  <a:lnTo>
                    <a:pt x="1153" y="327"/>
                  </a:lnTo>
                  <a:lnTo>
                    <a:pt x="1151" y="327"/>
                  </a:lnTo>
                  <a:lnTo>
                    <a:pt x="1149" y="325"/>
                  </a:lnTo>
                  <a:lnTo>
                    <a:pt x="1147" y="322"/>
                  </a:lnTo>
                  <a:lnTo>
                    <a:pt x="1146" y="320"/>
                  </a:lnTo>
                  <a:lnTo>
                    <a:pt x="1144" y="319"/>
                  </a:lnTo>
                  <a:lnTo>
                    <a:pt x="1142" y="318"/>
                  </a:lnTo>
                  <a:lnTo>
                    <a:pt x="1140" y="317"/>
                  </a:lnTo>
                  <a:lnTo>
                    <a:pt x="1139" y="315"/>
                  </a:lnTo>
                  <a:lnTo>
                    <a:pt x="1137" y="313"/>
                  </a:lnTo>
                  <a:lnTo>
                    <a:pt x="1135" y="312"/>
                  </a:lnTo>
                  <a:lnTo>
                    <a:pt x="1132" y="310"/>
                  </a:lnTo>
                  <a:lnTo>
                    <a:pt x="1131" y="308"/>
                  </a:lnTo>
                  <a:lnTo>
                    <a:pt x="1133" y="305"/>
                  </a:lnTo>
                  <a:lnTo>
                    <a:pt x="1136" y="303"/>
                  </a:lnTo>
                  <a:lnTo>
                    <a:pt x="1140" y="301"/>
                  </a:lnTo>
                  <a:lnTo>
                    <a:pt x="1141" y="299"/>
                  </a:lnTo>
                  <a:lnTo>
                    <a:pt x="1141" y="297"/>
                  </a:lnTo>
                  <a:lnTo>
                    <a:pt x="1140" y="294"/>
                  </a:lnTo>
                  <a:lnTo>
                    <a:pt x="1141" y="292"/>
                  </a:lnTo>
                  <a:lnTo>
                    <a:pt x="1142" y="290"/>
                  </a:lnTo>
                  <a:lnTo>
                    <a:pt x="1144" y="288"/>
                  </a:lnTo>
                  <a:lnTo>
                    <a:pt x="1145" y="286"/>
                  </a:lnTo>
                  <a:lnTo>
                    <a:pt x="1145" y="284"/>
                  </a:lnTo>
                  <a:lnTo>
                    <a:pt x="1147" y="282"/>
                  </a:lnTo>
                  <a:lnTo>
                    <a:pt x="1149" y="281"/>
                  </a:lnTo>
                  <a:lnTo>
                    <a:pt x="1152" y="281"/>
                  </a:lnTo>
                  <a:lnTo>
                    <a:pt x="1154" y="279"/>
                  </a:lnTo>
                  <a:lnTo>
                    <a:pt x="1155" y="278"/>
                  </a:lnTo>
                  <a:lnTo>
                    <a:pt x="1157" y="277"/>
                  </a:lnTo>
                  <a:lnTo>
                    <a:pt x="1160" y="277"/>
                  </a:lnTo>
                  <a:lnTo>
                    <a:pt x="1162" y="279"/>
                  </a:lnTo>
                  <a:lnTo>
                    <a:pt x="1163" y="282"/>
                  </a:lnTo>
                  <a:lnTo>
                    <a:pt x="1165" y="283"/>
                  </a:lnTo>
                  <a:lnTo>
                    <a:pt x="1167" y="281"/>
                  </a:lnTo>
                  <a:lnTo>
                    <a:pt x="1169" y="279"/>
                  </a:lnTo>
                  <a:lnTo>
                    <a:pt x="1172" y="278"/>
                  </a:lnTo>
                  <a:lnTo>
                    <a:pt x="1174" y="278"/>
                  </a:lnTo>
                  <a:lnTo>
                    <a:pt x="1176" y="280"/>
                  </a:lnTo>
                  <a:lnTo>
                    <a:pt x="1178" y="282"/>
                  </a:lnTo>
                  <a:lnTo>
                    <a:pt x="1179" y="283"/>
                  </a:lnTo>
                  <a:lnTo>
                    <a:pt x="1180" y="285"/>
                  </a:lnTo>
                  <a:lnTo>
                    <a:pt x="1181" y="288"/>
                  </a:lnTo>
                  <a:lnTo>
                    <a:pt x="1180" y="291"/>
                  </a:lnTo>
                  <a:lnTo>
                    <a:pt x="1181" y="293"/>
                  </a:lnTo>
                  <a:lnTo>
                    <a:pt x="1182" y="295"/>
                  </a:lnTo>
                  <a:lnTo>
                    <a:pt x="1185" y="296"/>
                  </a:lnTo>
                  <a:lnTo>
                    <a:pt x="1187" y="298"/>
                  </a:lnTo>
                  <a:lnTo>
                    <a:pt x="1187" y="300"/>
                  </a:lnTo>
                  <a:close/>
                </a:path>
              </a:pathLst>
            </a:custGeom>
            <a:solidFill>
              <a:srgbClr val="DA9FC0">
                <a:alpha val="24000"/>
              </a:srgbClr>
            </a:solidFill>
            <a:ln>
              <a:noFill/>
            </a:ln>
          </p:spPr>
          <p:txBody>
            <a:bodyPr anchor="ctr"/>
            <a:lstStyle/>
            <a:p>
              <a:pPr algn="ctr">
                <a:buNone/>
              </a:pPr>
            </a:p>
          </p:txBody>
        </p:sp>
        <p:sp>
          <p:nvSpPr>
            <p:cNvPr id="7720" name="addition:spatial:209">
              <a:extLst>
                <a:ext uri="{FF2B5EF4-FFF2-40B4-BE49-F238E27FC236}">
                  <ns2:creationId id="{BF306446-BAAE-4FAA-B2FF-3169B53C6F36}"/>
                </a:ext>
              </a:extLst>
            </p:cNvPr>
            <p:cNvSpPr>
              <a:spLocks noGrp="1"/>
            </p:cNvSpPr>
            <p:nvPr/>
          </p:nvSpPr>
          <p:spPr>
            <a:xfrm>
              <a:off x="5648325" y="1666875"/>
              <a:ext cx="1284778" cy="1527551"/>
            </a:xfrm>
            <a:custGeom>
              <a:rect l="l" t="t" r="r" b="b"/>
              <a:pathLst>
                <a:path w="969" h="903">
                  <a:moveTo>
                    <a:pt x="0" y="0"/>
                  </a:moveTo>
                  <a:moveTo>
                    <a:pt x="107" y="321"/>
                  </a:moveTo>
                  <a:lnTo>
                    <a:pt x="969" y="321"/>
                  </a:lnTo>
                  <a:lnTo>
                    <a:pt x="969" y="903"/>
                  </a:lnTo>
                  <a:lnTo>
                    <a:pt x="107" y="817"/>
                  </a:lnTo>
                  <a:close/>
                </a:path>
              </a:pathLst>
            </a:custGeom>
            <a:solidFill>
              <a:srgbClr val="EAF7FF">
                <a:alpha val="6000"/>
              </a:srgbClr>
            </a:solidFill>
            <a:ln>
              <a:noFill/>
            </a:ln>
          </p:spPr>
          <p:txBody>
            <a:bodyPr anchor="ctr"/>
            <a:lstStyle/>
            <a:p>
              <a:pPr algn="ctr">
                <a:buNone/>
              </a:pPr>
            </a:p>
          </p:txBody>
        </p:sp>
        <p:sp>
          <p:nvSpPr>
            <p:cNvPr id="7721" name="addition:spatial:210">
              <a:extLst>
                <a:ext uri="{FF2B5EF4-FFF2-40B4-BE49-F238E27FC236}">
                  <ns2:creationId id="{A7903E79-476B-445B-B53E-AE624F5A4B18}"/>
                </a:ext>
              </a:extLst>
            </p:cNvPr>
            <p:cNvSpPr>
              <a:spLocks noGrp="1"/>
            </p:cNvSpPr>
            <p:nvPr/>
          </p:nvSpPr>
          <p:spPr>
            <a:xfrm>
              <a:off x="5917744" y="2116513"/>
              <a:ext cx="0" cy="839053"/>
            </a:xfrm>
            <a:prstGeom prst="line">
              <a:avLst/>
            </a:prstGeom>
            <a:ln w="4286">
              <a:solidFill>
                <a:srgbClr val="56A1CC">
                  <a:alpha val="22000"/>
                </a:srgbClr>
              </a:solidFill>
            </a:ln>
          </p:spPr>
        </p:sp>
        <p:sp>
          <p:nvSpPr>
            <p:cNvPr id="7722" name="addition:spatial:211">
              <a:extLst>
                <a:ext uri="{FF2B5EF4-FFF2-40B4-BE49-F238E27FC236}">
                  <ns2:creationId id="{DE036C1B-ED7F-4BD6-9015-EAD50C0C956A}"/>
                </a:ext>
              </a:extLst>
            </p:cNvPr>
            <p:cNvSpPr>
              <a:spLocks noGrp="1"/>
            </p:cNvSpPr>
            <p:nvPr/>
          </p:nvSpPr>
          <p:spPr>
            <a:xfrm>
              <a:off x="7060652" y="2116513"/>
              <a:ext cx="0" cy="984534"/>
            </a:xfrm>
            <a:prstGeom prst="line">
              <a:avLst/>
            </a:prstGeom>
            <a:ln w="4286">
              <a:solidFill>
                <a:srgbClr val="56A1CC">
                  <a:alpha val="28000"/>
                </a:srgbClr>
              </a:solidFill>
            </a:ln>
          </p:spPr>
        </p:sp>
        <p:sp>
          <p:nvSpPr>
            <p:cNvPr id="7723" name="addition:spatial:212">
              <a:extLst>
                <a:ext uri="{FF2B5EF4-FFF2-40B4-BE49-F238E27FC236}">
                  <ns2:creationId id="{ACA62DDF-D42E-4399-8FF4-F79AB4F43F23}"/>
                </a:ext>
              </a:extLst>
            </p:cNvPr>
            <p:cNvSpPr>
              <a:spLocks noGrp="1"/>
            </p:cNvSpPr>
            <p:nvPr/>
          </p:nvSpPr>
          <p:spPr>
            <a:xfrm>
              <a:off x="5917744" y="2116513"/>
              <a:ext cx="1142909" cy="0"/>
            </a:xfrm>
            <a:prstGeom prst="line">
              <a:avLst/>
            </a:prstGeom>
            <a:ln w="4286">
              <a:solidFill>
                <a:srgbClr val="56A1CC">
                  <a:alpha val="35000"/>
                </a:srgbClr>
              </a:solidFill>
            </a:ln>
          </p:spPr>
        </p:sp>
        <p:sp>
          <p:nvSpPr>
            <p:cNvPr id="7724" name="addition:spatial:213">
              <a:extLst>
                <a:ext uri="{FF2B5EF4-FFF2-40B4-BE49-F238E27FC236}">
                  <ns2:creationId id="{E0712B5B-E931-4B58-990C-D7A575DBB77D}"/>
                </a:ext>
              </a:extLst>
            </p:cNvPr>
            <p:cNvSpPr>
              <a:spLocks noGrp="1"/>
            </p:cNvSpPr>
            <p:nvPr/>
          </p:nvSpPr>
          <p:spPr>
            <a:xfrm>
              <a:off x="6045293" y="2023134"/>
              <a:ext cx="0" cy="839053"/>
            </a:xfrm>
            <a:prstGeom prst="line">
              <a:avLst/>
            </a:prstGeom>
            <a:ln w="4286">
              <a:solidFill>
                <a:srgbClr val="56A1CC">
                  <a:alpha val="22000"/>
                </a:srgbClr>
              </a:solidFill>
            </a:ln>
          </p:spPr>
        </p:sp>
        <p:sp>
          <p:nvSpPr>
            <p:cNvPr id="7725" name="addition:spatial:214">
              <a:extLst>
                <a:ext uri="{FF2B5EF4-FFF2-40B4-BE49-F238E27FC236}">
                  <ns2:creationId id="{21AF70A9-7096-450B-B462-0B6A0B3CBB6A}"/>
                </a:ext>
              </a:extLst>
            </p:cNvPr>
            <p:cNvSpPr>
              <a:spLocks noGrp="1"/>
            </p:cNvSpPr>
            <p:nvPr/>
          </p:nvSpPr>
          <p:spPr>
            <a:xfrm>
              <a:off x="7188202" y="2023134"/>
              <a:ext cx="0" cy="984534"/>
            </a:xfrm>
            <a:prstGeom prst="line">
              <a:avLst/>
            </a:prstGeom>
            <a:ln w="4286">
              <a:solidFill>
                <a:srgbClr val="56A1CC">
                  <a:alpha val="28000"/>
                </a:srgbClr>
              </a:solidFill>
            </a:ln>
          </p:spPr>
        </p:sp>
        <p:sp>
          <p:nvSpPr>
            <p:cNvPr id="7726" name="addition:spatial:215">
              <a:extLst>
                <a:ext uri="{FF2B5EF4-FFF2-40B4-BE49-F238E27FC236}">
                  <ns2:creationId id="{F1ECC819-2123-47A7-AAD1-FB45F97221B5}"/>
                </a:ext>
              </a:extLst>
            </p:cNvPr>
            <p:cNvSpPr>
              <a:spLocks noGrp="1"/>
            </p:cNvSpPr>
            <p:nvPr/>
          </p:nvSpPr>
          <p:spPr>
            <a:xfrm>
              <a:off x="6045293" y="2023134"/>
              <a:ext cx="1142909" cy="0"/>
            </a:xfrm>
            <a:prstGeom prst="line">
              <a:avLst/>
            </a:prstGeom>
            <a:ln w="4286">
              <a:solidFill>
                <a:srgbClr val="56A1CC">
                  <a:alpha val="35000"/>
                </a:srgbClr>
              </a:solidFill>
            </a:ln>
          </p:spPr>
        </p:sp>
        <p:sp>
          <p:nvSpPr>
            <p:cNvPr id="7727" name="addition:spatial:216">
              <a:extLst>
                <a:ext uri="{FF2B5EF4-FFF2-40B4-BE49-F238E27FC236}">
                  <ns2:creationId id="{3388E236-BF02-4324-BA1B-F1DB4E1878D8}"/>
                </a:ext>
              </a:extLst>
            </p:cNvPr>
            <p:cNvSpPr>
              <a:spLocks noGrp="1"/>
            </p:cNvSpPr>
            <p:nvPr/>
          </p:nvSpPr>
          <p:spPr>
            <a:xfrm>
              <a:off x="6172843" y="1929756"/>
              <a:ext cx="0" cy="839053"/>
            </a:xfrm>
            <a:prstGeom prst="line">
              <a:avLst/>
            </a:prstGeom>
            <a:ln w="4286">
              <a:solidFill>
                <a:srgbClr val="56A1CC">
                  <a:alpha val="22000"/>
                </a:srgbClr>
              </a:solidFill>
            </a:ln>
          </p:spPr>
        </p:sp>
        <p:sp>
          <p:nvSpPr>
            <p:cNvPr id="7728" name="addition:spatial:217">
              <a:extLst>
                <a:ext uri="{FF2B5EF4-FFF2-40B4-BE49-F238E27FC236}">
                  <ns2:creationId id="{A8766826-ACAF-41D1-8FB9-A03ED02E94FF}"/>
                </a:ext>
              </a:extLst>
            </p:cNvPr>
            <p:cNvSpPr>
              <a:spLocks noGrp="1"/>
            </p:cNvSpPr>
            <p:nvPr/>
          </p:nvSpPr>
          <p:spPr>
            <a:xfrm>
              <a:off x="7315752" y="1929756"/>
              <a:ext cx="0" cy="984534"/>
            </a:xfrm>
            <a:prstGeom prst="line">
              <a:avLst/>
            </a:prstGeom>
            <a:ln w="4286">
              <a:solidFill>
                <a:srgbClr val="56A1CC">
                  <a:alpha val="28000"/>
                </a:srgbClr>
              </a:solidFill>
            </a:ln>
          </p:spPr>
        </p:sp>
        <p:sp>
          <p:nvSpPr>
            <p:cNvPr id="7729" name="addition:spatial:218">
              <a:extLst>
                <a:ext uri="{FF2B5EF4-FFF2-40B4-BE49-F238E27FC236}">
                  <ns2:creationId id="{541A1A3A-7CC8-45AF-9002-3A965A147720}"/>
                </a:ext>
              </a:extLst>
            </p:cNvPr>
            <p:cNvSpPr>
              <a:spLocks noGrp="1"/>
            </p:cNvSpPr>
            <p:nvPr/>
          </p:nvSpPr>
          <p:spPr>
            <a:xfrm>
              <a:off x="6172843" y="1929756"/>
              <a:ext cx="1142909" cy="0"/>
            </a:xfrm>
            <a:prstGeom prst="line">
              <a:avLst/>
            </a:prstGeom>
            <a:ln w="4286">
              <a:solidFill>
                <a:srgbClr val="56A1CC">
                  <a:alpha val="35000"/>
                </a:srgbClr>
              </a:solidFill>
            </a:ln>
          </p:spPr>
        </p:sp>
        <p:sp>
          <p:nvSpPr>
            <p:cNvPr id="7730" name="addition:spatial:219">
              <a:extLst>
                <a:ext uri="{FF2B5EF4-FFF2-40B4-BE49-F238E27FC236}">
                  <ns2:creationId id="{94565430-FCCE-46FF-A07A-63BC67977318}"/>
                </a:ext>
              </a:extLst>
            </p:cNvPr>
            <p:cNvSpPr>
              <a:spLocks noGrp="1"/>
            </p:cNvSpPr>
            <p:nvPr/>
          </p:nvSpPr>
          <p:spPr>
            <a:xfrm>
              <a:off x="6300393" y="1836377"/>
              <a:ext cx="0" cy="839053"/>
            </a:xfrm>
            <a:prstGeom prst="line">
              <a:avLst/>
            </a:prstGeom>
            <a:ln w="4286">
              <a:solidFill>
                <a:srgbClr val="56A1CC">
                  <a:alpha val="22000"/>
                </a:srgbClr>
              </a:solidFill>
            </a:ln>
          </p:spPr>
        </p:sp>
        <p:sp>
          <p:nvSpPr>
            <p:cNvPr id="7731" name="addition:spatial:220">
              <a:extLst>
                <a:ext uri="{FF2B5EF4-FFF2-40B4-BE49-F238E27FC236}">
                  <ns2:creationId id="{E7578DF9-1F6A-4FCD-AA46-654D8DCA75A1}"/>
                </a:ext>
              </a:extLst>
            </p:cNvPr>
            <p:cNvSpPr>
              <a:spLocks noGrp="1"/>
            </p:cNvSpPr>
            <p:nvPr/>
          </p:nvSpPr>
          <p:spPr>
            <a:xfrm>
              <a:off x="7443301" y="1836377"/>
              <a:ext cx="0" cy="984534"/>
            </a:xfrm>
            <a:prstGeom prst="line">
              <a:avLst/>
            </a:prstGeom>
            <a:ln w="4286">
              <a:solidFill>
                <a:srgbClr val="56A1CC">
                  <a:alpha val="28000"/>
                </a:srgbClr>
              </a:solidFill>
            </a:ln>
          </p:spPr>
        </p:sp>
        <p:sp>
          <p:nvSpPr>
            <p:cNvPr id="7732" name="addition:spatial:221">
              <a:extLst>
                <a:ext uri="{FF2B5EF4-FFF2-40B4-BE49-F238E27FC236}">
                  <ns2:creationId id="{7E310CDF-EBC0-4CE8-819F-2F37248D1393}"/>
                </a:ext>
              </a:extLst>
            </p:cNvPr>
            <p:cNvSpPr>
              <a:spLocks noGrp="1"/>
            </p:cNvSpPr>
            <p:nvPr/>
          </p:nvSpPr>
          <p:spPr>
            <a:xfrm>
              <a:off x="6300393" y="1836377"/>
              <a:ext cx="1142909" cy="0"/>
            </a:xfrm>
            <a:prstGeom prst="line">
              <a:avLst/>
            </a:prstGeom>
            <a:ln w="4286">
              <a:solidFill>
                <a:srgbClr val="56A1CC">
                  <a:alpha val="35000"/>
                </a:srgbClr>
              </a:solidFill>
            </a:ln>
          </p:spPr>
        </p:sp>
        <p:sp>
          <p:nvSpPr>
            <p:cNvPr id="7733" name="addition:spatial:222">
              <a:extLst>
                <a:ext uri="{FF2B5EF4-FFF2-40B4-BE49-F238E27FC236}">
                  <ns2:creationId id="{1FD0738F-90A8-4714-A47B-55520E09FE1A}"/>
                </a:ext>
              </a:extLst>
            </p:cNvPr>
            <p:cNvSpPr>
              <a:spLocks noGrp="1"/>
            </p:cNvSpPr>
            <p:nvPr/>
          </p:nvSpPr>
          <p:spPr>
            <a:xfrm>
              <a:off x="5796824" y="2478388"/>
              <a:ext cx="1129650" cy="46554"/>
            </a:xfrm>
            <a:prstGeom prst="line">
              <a:avLst/>
            </a:prstGeom>
            <a:ln w="4286">
              <a:solidFill>
                <a:srgbClr val="56A1CC">
                  <a:alpha val="20000"/>
                </a:srgbClr>
              </a:solidFill>
            </a:ln>
          </p:spPr>
        </p:sp>
        <p:sp>
          <p:nvSpPr>
            <p:cNvPr id="7734" name="addition:spatial:223">
              <a:extLst>
                <a:ext uri="{FF2B5EF4-FFF2-40B4-BE49-F238E27FC236}">
                  <ns2:creationId id="{D1754375-7E5A-4FD0-B33E-908BC0DCB67F}"/>
                </a:ext>
              </a:extLst>
            </p:cNvPr>
            <p:cNvSpPr>
              <a:spLocks noGrp="1"/>
            </p:cNvSpPr>
            <p:nvPr/>
          </p:nvSpPr>
          <p:spPr>
            <a:xfrm>
              <a:off x="5796824" y="2755276"/>
              <a:ext cx="1129650" cy="94563"/>
            </a:xfrm>
            <a:prstGeom prst="line">
              <a:avLst/>
            </a:prstGeom>
            <a:ln w="4286">
              <a:solidFill>
                <a:srgbClr val="56A1CC">
                  <a:alpha val="20000"/>
                </a:srgbClr>
              </a:solidFill>
            </a:ln>
          </p:spPr>
        </p:sp>
        <p:sp>
          <p:nvSpPr>
            <p:cNvPr id="7735" name="addition:spatial:224">
              <a:extLst>
                <a:ext uri="{FF2B5EF4-FFF2-40B4-BE49-F238E27FC236}">
                  <ns2:creationId id="{6CF43FC4-9F8E-4056-8041-BAAE44327E5E}"/>
                </a:ext>
              </a:extLst>
            </p:cNvPr>
            <p:cNvSpPr>
              <a:spLocks noGrp="1"/>
            </p:cNvSpPr>
            <p:nvPr/>
          </p:nvSpPr>
          <p:spPr>
            <a:xfrm>
              <a:off x="5790194" y="2209891"/>
              <a:ext cx="1142909" cy="0"/>
            </a:xfrm>
            <a:prstGeom prst="line">
              <a:avLst/>
            </a:prstGeom>
            <a:ln w="4286">
              <a:solidFill>
                <a:srgbClr val="0072B2">
                  <a:alpha val="82000"/>
                </a:srgbClr>
              </a:solidFill>
            </a:ln>
          </p:spPr>
        </p:sp>
        <p:sp>
          <p:nvSpPr>
            <p:cNvPr id="7736" name="addition:spatial:225">
              <a:extLst>
                <a:ext uri="{FF2B5EF4-FFF2-40B4-BE49-F238E27FC236}">
                  <ns2:creationId id="{4CFB4A77-FCA1-4506-AE0B-D7ABC74499D1}"/>
                </a:ext>
              </a:extLst>
            </p:cNvPr>
            <p:cNvSpPr>
              <a:spLocks noGrp="1"/>
            </p:cNvSpPr>
            <p:nvPr/>
          </p:nvSpPr>
          <p:spPr>
            <a:xfrm>
              <a:off x="6933103" y="2209891"/>
              <a:ext cx="0" cy="984534"/>
            </a:xfrm>
            <a:prstGeom prst="line">
              <a:avLst/>
            </a:prstGeom>
            <a:ln w="4286">
              <a:solidFill>
                <a:srgbClr val="0072B2">
                  <a:alpha val="82000"/>
                </a:srgbClr>
              </a:solidFill>
            </a:ln>
          </p:spPr>
        </p:sp>
        <p:sp>
          <p:nvSpPr>
            <p:cNvPr id="7737" name="addition:spatial:226">
              <a:extLst>
                <a:ext uri="{FF2B5EF4-FFF2-40B4-BE49-F238E27FC236}">
                  <ns2:creationId id="{01DF6915-23A2-4D33-870D-448257B1C15D}"/>
                </a:ext>
              </a:extLst>
            </p:cNvPr>
            <p:cNvSpPr>
              <a:spLocks noGrp="1"/>
            </p:cNvSpPr>
            <p:nvPr/>
          </p:nvSpPr>
          <p:spPr>
            <a:xfrm flipH="1" flipV="1">
              <a:off x="5790194" y="3048945"/>
              <a:ext cx="1142909" cy="145481"/>
            </a:xfrm>
            <a:prstGeom prst="line">
              <a:avLst/>
            </a:prstGeom>
            <a:ln w="4286">
              <a:solidFill>
                <a:srgbClr val="0072B2">
                  <a:alpha val="86000"/>
                </a:srgbClr>
              </a:solidFill>
            </a:ln>
          </p:spPr>
        </p:sp>
        <p:sp>
          <p:nvSpPr>
            <p:cNvPr id="7738" name="addition:spatial:227">
              <a:extLst>
                <a:ext uri="{FF2B5EF4-FFF2-40B4-BE49-F238E27FC236}">
                  <ns2:creationId id="{8B674523-9EB7-48E4-A1A2-13BCAEDF60CC}"/>
                </a:ext>
              </a:extLst>
            </p:cNvPr>
            <p:cNvSpPr>
              <a:spLocks noGrp="1"/>
            </p:cNvSpPr>
            <p:nvPr/>
          </p:nvSpPr>
          <p:spPr>
            <a:xfrm flipV="1">
              <a:off x="5790194" y="2209891"/>
              <a:ext cx="0" cy="839053"/>
            </a:xfrm>
            <a:prstGeom prst="line">
              <a:avLst/>
            </a:prstGeom>
            <a:ln w="4286">
              <a:solidFill>
                <a:srgbClr val="0072B2">
                  <a:alpha val="82000"/>
                </a:srgbClr>
              </a:solidFill>
            </a:ln>
          </p:spPr>
        </p:sp>
        <p:sp>
          <p:nvSpPr>
            <p:cNvPr id="7739" name="addition:spatial:228">
              <a:extLst>
                <a:ext uri="{FF2B5EF4-FFF2-40B4-BE49-F238E27FC236}">
                  <ns2:creationId id="{656D1310-7322-45CC-AC67-90DDBB49F6BD}"/>
                </a:ext>
              </a:extLst>
            </p:cNvPr>
            <p:cNvSpPr>
              <a:spLocks noGrp="1"/>
            </p:cNvSpPr>
            <p:nvPr/>
          </p:nvSpPr>
          <p:spPr>
            <a:xfrm>
              <a:off x="6503518" y="1744690"/>
              <a:ext cx="1069985" cy="0"/>
            </a:xfrm>
            <a:prstGeom prst="line">
              <a:avLst/>
            </a:prstGeom>
            <a:ln w="4420">
              <a:solidFill>
                <a:srgbClr val="0072B2">
                  <a:alpha val="78000"/>
                </a:srgbClr>
              </a:solidFill>
            </a:ln>
          </p:spPr>
        </p:sp>
        <p:sp>
          <p:nvSpPr>
            <p:cNvPr id="7740" name="addition:spatial:229">
              <a:extLst>
                <a:ext uri="{FF2B5EF4-FFF2-40B4-BE49-F238E27FC236}">
                  <ns2:creationId id="{86DF0127-2FA2-4938-8FFE-636BA82C3AD8}"/>
                </a:ext>
              </a:extLst>
            </p:cNvPr>
            <p:cNvSpPr>
              <a:spLocks noGrp="1"/>
            </p:cNvSpPr>
            <p:nvPr/>
          </p:nvSpPr>
          <p:spPr>
            <a:xfrm>
              <a:off x="7573503" y="1744690"/>
              <a:ext cx="0" cy="789996"/>
            </a:xfrm>
            <a:prstGeom prst="line">
              <a:avLst/>
            </a:prstGeom>
            <a:ln w="4286">
              <a:solidFill>
                <a:srgbClr val="0072B2">
                  <a:alpha val="78000"/>
                </a:srgbClr>
              </a:solidFill>
            </a:ln>
          </p:spPr>
        </p:sp>
        <p:sp>
          <p:nvSpPr>
            <p:cNvPr id="7741" name="addition:spatial:230">
              <a:extLst>
                <a:ext uri="{FF2B5EF4-FFF2-40B4-BE49-F238E27FC236}">
                  <ns2:creationId id="{78B6F931-104A-464D-81EF-ECCF70020910}"/>
                </a:ext>
              </a:extLst>
            </p:cNvPr>
            <p:cNvSpPr>
              <a:spLocks noGrp="1"/>
            </p:cNvSpPr>
            <p:nvPr/>
          </p:nvSpPr>
          <p:spPr>
            <a:xfrm flipV="1">
              <a:off x="5790194" y="1744690"/>
              <a:ext cx="713323" cy="465201"/>
            </a:xfrm>
            <a:prstGeom prst="line">
              <a:avLst/>
            </a:prstGeom>
            <a:ln w="4420">
              <a:solidFill>
                <a:srgbClr val="0072B2">
                  <a:alpha val="84000"/>
                </a:srgbClr>
              </a:solidFill>
            </a:ln>
          </p:spPr>
        </p:sp>
        <p:sp>
          <p:nvSpPr>
            <p:cNvPr id="7742" name="addition:spatial:231">
              <a:extLst>
                <a:ext uri="{FF2B5EF4-FFF2-40B4-BE49-F238E27FC236}">
                  <ns2:creationId id="{57756073-06E7-4B21-9542-A6871A31F9AC}"/>
                </a:ext>
              </a:extLst>
            </p:cNvPr>
            <p:cNvSpPr>
              <a:spLocks noGrp="1"/>
            </p:cNvSpPr>
            <p:nvPr/>
          </p:nvSpPr>
          <p:spPr>
            <a:xfrm flipV="1">
              <a:off x="6933103" y="1744690"/>
              <a:ext cx="640400" cy="465201"/>
            </a:xfrm>
            <a:prstGeom prst="line">
              <a:avLst/>
            </a:prstGeom>
            <a:ln w="4420">
              <a:solidFill>
                <a:srgbClr val="0072B2">
                  <a:alpha val="84000"/>
                </a:srgbClr>
              </a:solidFill>
            </a:ln>
          </p:spPr>
        </p:sp>
        <p:sp>
          <p:nvSpPr>
            <p:cNvPr id="7743" name="addition:spatial:232">
              <a:extLst>
                <a:ext uri="{FF2B5EF4-FFF2-40B4-BE49-F238E27FC236}">
                  <ns2:creationId id="{CA087794-5E73-4D7D-860E-5E6AC34D1345}"/>
                </a:ext>
              </a:extLst>
            </p:cNvPr>
            <p:cNvSpPr>
              <a:spLocks noGrp="1"/>
            </p:cNvSpPr>
            <p:nvPr/>
          </p:nvSpPr>
          <p:spPr>
            <a:xfrm flipV="1">
              <a:off x="6933103" y="2534686"/>
              <a:ext cx="640400" cy="659740"/>
            </a:xfrm>
            <a:prstGeom prst="line">
              <a:avLst/>
            </a:prstGeom>
            <a:ln w="4286">
              <a:solidFill>
                <a:srgbClr val="0072B2">
                  <a:alpha val="84000"/>
                </a:srgbClr>
              </a:solidFill>
            </a:ln>
          </p:spPr>
        </p:sp>
        <p:sp>
          <p:nvSpPr>
            <p:cNvPr id="7744" name="addition:spatial:233">
              <a:extLst>
                <a:ext uri="{FF2B5EF4-FFF2-40B4-BE49-F238E27FC236}">
                  <ns2:creationId id="{245F7521-261B-4CEA-85CE-F41F084BDC06}"/>
                </a:ext>
              </a:extLst>
            </p:cNvPr>
            <p:cNvSpPr>
              <a:spLocks noGrp="1"/>
            </p:cNvSpPr>
            <p:nvPr/>
          </p:nvSpPr>
          <p:spPr>
            <a:xfrm flipV="1">
              <a:off x="5790194" y="2582052"/>
              <a:ext cx="713323" cy="466893"/>
            </a:xfrm>
            <a:prstGeom prst="line">
              <a:avLst/>
            </a:prstGeom>
            <a:ln w="4286">
              <a:solidFill>
                <a:srgbClr val="0072B2">
                  <a:alpha val="34000"/>
                </a:srgbClr>
              </a:solidFill>
            </a:ln>
          </p:spPr>
        </p:sp>
        <p:sp>
          <p:nvSpPr>
            <p:cNvPr id="7745" name="addition:spatial:234">
              <a:extLst>
                <a:ext uri="{FF2B5EF4-FFF2-40B4-BE49-F238E27FC236}">
                  <ns2:creationId id="{046AA3A7-964C-4F78-896F-A92D37609532}"/>
                </a:ext>
              </a:extLst>
            </p:cNvPr>
            <p:cNvSpPr>
              <a:spLocks noGrp="1"/>
            </p:cNvSpPr>
            <p:nvPr/>
          </p:nvSpPr>
          <p:spPr>
            <a:xfrm flipV="1">
              <a:off x="6503518" y="2534686"/>
              <a:ext cx="1069985" cy="47366"/>
            </a:xfrm>
            <a:prstGeom prst="line">
              <a:avLst/>
            </a:prstGeom>
            <a:ln w="4286">
              <a:solidFill>
                <a:srgbClr val="0072B2">
                  <a:alpha val="32000"/>
                </a:srgbClr>
              </a:solidFill>
            </a:ln>
          </p:spPr>
        </p:sp>
        <p:sp>
          <p:nvSpPr>
            <p:cNvPr id="7746" name="addition:spatial:235">
              <a:extLst>
                <a:ext uri="{FF2B5EF4-FFF2-40B4-BE49-F238E27FC236}">
                  <ns2:creationId id="{F9465291-E965-4613-8BDB-FFA44710965D}"/>
                </a:ext>
              </a:extLst>
            </p:cNvPr>
            <p:cNvSpPr>
              <a:spLocks noGrp="1"/>
            </p:cNvSpPr>
            <p:nvPr/>
          </p:nvSpPr>
          <p:spPr>
            <a:xfrm>
              <a:off x="6503518" y="1744690"/>
              <a:ext cx="0" cy="837362"/>
            </a:xfrm>
            <a:prstGeom prst="line">
              <a:avLst/>
            </a:prstGeom>
            <a:ln w="4286">
              <a:solidFill>
                <a:srgbClr val="0072B2">
                  <a:alpha val="40000"/>
                </a:srgbClr>
              </a:solidFill>
            </a:ln>
          </p:spPr>
        </p:sp>
        <p:sp>
          <p:nvSpPr>
            <p:cNvPr id="7747" name="addition:spatial:236">
              <a:extLst>
                <a:ext uri="{FF2B5EF4-FFF2-40B4-BE49-F238E27FC236}">
                  <ns2:creationId id="{CA930465-172B-4CFC-A9FD-79170AD2ED69}"/>
                </a:ext>
              </a:extLst>
            </p:cNvPr>
            <p:cNvSpPr>
              <a:spLocks noGrp="1"/>
            </p:cNvSpPr>
            <p:nvPr/>
          </p:nvSpPr>
          <p:spPr>
            <a:xfrm flipV="1">
              <a:off x="6079236" y="2539761"/>
              <a:ext cx="1316599" cy="537942"/>
            </a:xfrm>
            <a:prstGeom prst="line">
              <a:avLst/>
            </a:prstGeom>
            <a:ln w="7366">
              <a:solidFill>
                <a:srgbClr val="20252B">
                  <a:alpha val="100000"/>
                </a:srgbClr>
              </a:solidFill>
            </a:ln>
          </p:spPr>
        </p:sp>
        <p:sp>
          <p:nvSpPr>
            <p:cNvPr id="7748" name="addition:spatial:237">
              <a:extLst>
                <a:ext uri="{FF2B5EF4-FFF2-40B4-BE49-F238E27FC236}">
                  <ns2:creationId id="{8E86F16F-A988-47B3-B6C7-234A54916F9A}"/>
                </a:ext>
              </a:extLst>
            </p:cNvPr>
            <p:cNvSpPr>
              <a:spLocks noGrp="1"/>
            </p:cNvSpPr>
            <p:nvPr/>
          </p:nvSpPr>
          <p:spPr>
            <a:xfrm>
              <a:off x="5648325" y="1666875"/>
              <a:ext cx="1747510" cy="901644"/>
            </a:xfrm>
            <a:custGeom>
              <a:rect l="l" t="t" r="r" b="b"/>
              <a:pathLst>
                <a:path w="1318" h="533">
                  <a:moveTo>
                    <a:pt x="0" y="0"/>
                  </a:moveTo>
                  <a:moveTo>
                    <a:pt x="1318" y="516"/>
                  </a:moveTo>
                  <a:lnTo>
                    <a:pt x="1298" y="533"/>
                  </a:lnTo>
                  <a:lnTo>
                    <a:pt x="1292" y="513"/>
                  </a:lnTo>
                  <a:close/>
                </a:path>
              </a:pathLst>
            </a:custGeom>
            <a:solidFill>
              <a:srgbClr val="20252B">
                <a:alpha val="100000"/>
              </a:srgbClr>
            </a:solidFill>
            <a:ln>
              <a:noFill/>
            </a:ln>
          </p:spPr>
          <p:txBody>
            <a:bodyPr anchor="ctr"/>
            <a:lstStyle/>
            <a:p>
              <a:pPr algn="ctr">
                <a:buNone/>
              </a:pPr>
            </a:p>
          </p:txBody>
        </p:sp>
        <p:sp>
          <p:nvSpPr>
            <p:cNvPr id="7750" name="addition:spatial:d">
              <a:extLst>
                <a:ext uri="{FF2B5EF4-FFF2-40B4-BE49-F238E27FC236}">
                  <ns2:creationId id="{28332B9D-C9B1-4DC2-924B-754F93E16CCA}"/>
                </a:ext>
              </a:extLst>
            </p:cNvPr>
            <p:cNvSpPr>
              <a:spLocks noGrp="1"/>
            </p:cNvSpPr>
            <p:nvPr/>
          </p:nvSpPr>
          <p:spPr>
            <a:xfrm>
              <a:off x="7429500" y="2428875"/>
              <a:ext cx="219075" cy="295275"/>
            </a:xfrm>
            <a:prstGeom prst="rect">
              <a:avLst/>
            </a:prstGeom>
            <a:noFill/>
            <a:ln w="0">
              <a:noFill/>
            </a:ln>
          </p:spPr>
          <p:txBody>
            <a:bodyPr wrap="none" lIns="0" tIns="0" rIns="0" bIns="0" anchor="ctr"/>
            <a:lstStyle>
              <a:defPPr>
                <a:defRPr sz="1950">
                  <a:solidFill>
                    <a:srgbClr val="263238"/>
                  </a:solidFill>
                  <a:latin typeface="Arial"/>
                  <a:ea typeface="Arial"/>
                  <a:cs typeface="Arial"/>
                </a:defRPr>
              </a:defPPr>
              <a:lvl1pPr>
                <a:defRPr sz="1950">
                  <a:solidFill>
                    <a:srgbClr val="263238"/>
                  </a:solidFill>
                  <a:latin typeface="Arial"/>
                  <a:ea typeface="Arial"/>
                  <a:cs typeface="Arial"/>
                </a:defRPr>
              </a:lvl1pPr>
              <a:lvl2pPr>
                <a:defRPr sz="1950">
                  <a:solidFill>
                    <a:srgbClr val="263238"/>
                  </a:solidFill>
                  <a:latin typeface="Arial"/>
                  <a:ea typeface="Arial"/>
                  <a:cs typeface="Arial"/>
                </a:defRPr>
              </a:lvl2pPr>
              <a:lvl3pPr>
                <a:defRPr sz="1950">
                  <a:solidFill>
                    <a:srgbClr val="263238"/>
                  </a:solidFill>
                  <a:latin typeface="Arial"/>
                  <a:ea typeface="Arial"/>
                  <a:cs typeface="Arial"/>
                </a:defRPr>
              </a:lvl3pPr>
              <a:lvl4pPr>
                <a:defRPr sz="1950">
                  <a:solidFill>
                    <a:srgbClr val="263238"/>
                  </a:solidFill>
                  <a:latin typeface="Arial"/>
                  <a:ea typeface="Arial"/>
                  <a:cs typeface="Arial"/>
                </a:defRPr>
              </a:lvl4pPr>
              <a:lvl5pPr>
                <a:defRPr sz="1950">
                  <a:solidFill>
                    <a:srgbClr val="263238"/>
                  </a:solidFill>
                  <a:latin typeface="Arial"/>
                  <a:ea typeface="Arial"/>
                  <a:cs typeface="Arial"/>
                </a:defRPr>
              </a:lvl5pPr>
              <a:lvl6pPr>
                <a:defRPr sz="1950">
                  <a:solidFill>
                    <a:srgbClr val="263238"/>
                  </a:solidFill>
                  <a:latin typeface="Arial"/>
                  <a:ea typeface="Arial"/>
                  <a:cs typeface="Arial"/>
                </a:defRPr>
              </a:lvl6pPr>
              <a:lvl7pPr>
                <a:defRPr sz="1950">
                  <a:solidFill>
                    <a:srgbClr val="263238"/>
                  </a:solidFill>
                  <a:latin typeface="Arial"/>
                  <a:ea typeface="Arial"/>
                  <a:cs typeface="Arial"/>
                </a:defRPr>
              </a:lvl7pPr>
              <a:lvl8pPr>
                <a:defRPr sz="1950">
                  <a:solidFill>
                    <a:srgbClr val="263238"/>
                  </a:solidFill>
                  <a:latin typeface="Arial"/>
                  <a:ea typeface="Arial"/>
                  <a:cs typeface="Arial"/>
                </a:defRPr>
              </a:lvl8pPr>
              <a:lvl9pPr>
                <a:defRPr sz="1950">
                  <a:solidFill>
                    <a:srgbClr val="263238"/>
                  </a:solidFill>
                  <a:latin typeface="Arial"/>
                  <a:ea typeface="Arial"/>
                  <a:cs typeface="Arial"/>
                </a:defRPr>
              </a:lvl9pPr>
            </a:lstStyle>
            <a:p>
              <a:pPr>
                <a:defRPr sz="1950">
                  <a:solidFill>
                    <a:srgbClr val="263238"/>
                  </a:solidFill>
                  <a:latin typeface="Arial"/>
                  <a:ea typeface="Arial"/>
                  <a:cs typeface="Arial"/>
                </a:defRPr>
              </a:pPr>
              <a:r>
                <a:rPr sz="1950">
                  <a:solidFill>
                    <a:srgbClr val="263238"/>
                  </a:solidFill>
                  <a:latin typeface="Arial"/>
                  <a:ea typeface="Arial"/>
                  <a:cs typeface="Arial"/>
                </a:rPr>
                <a:t>d</a:t>
              </a:r>
            </a:p>
          </p:txBody>
        </p:sp>
        <p:sp>
          <p:nvSpPr>
            <p:cNvPr id="17001" name="original-2d:602">
              <a:extLst>
                <a:ext uri="{FF2B5EF4-FFF2-40B4-BE49-F238E27FC236}">
                  <ns2:creationId id="{06791C95-931C-44D9-A19F-643E51F79BA2}"/>
                </a:ext>
              </a:extLst>
            </p:cNvPr>
            <p:cNvSpPr>
              <a:spLocks noGrp="1"/>
            </p:cNvSpPr>
            <p:nvPr/>
          </p:nvSpPr>
          <p:spPr>
            <a:xfrm rot="0" flipH="0" flipV="0">
              <a:off x="3593783" y="1646873"/>
              <a:ext cx="84723" cy="94121"/>
            </a:xfrm>
            <a:prstGeom prst="rect">
              <a:avLst/>
            </a:prstGeom>
            <a:solidFill>
              <a:srgbClr val="DCE8ED"/>
            </a:solidFill>
            <a:ln w="0">
              <a:noFill/>
              <a:prstDash val="solid"/>
            </a:ln>
          </p:spPr>
        </p:sp>
        <p:sp>
          <p:nvSpPr>
            <p:cNvPr id="17002" name="original-2d:603">
              <a:extLst>
                <a:ext uri="{FF2B5EF4-FFF2-40B4-BE49-F238E27FC236}">
                  <ns2:creationId id="{BAA82ADD-3F54-47C7-96FE-AAE9DE46983F}"/>
                </a:ext>
              </a:extLst>
            </p:cNvPr>
            <p:cNvSpPr>
              <a:spLocks noGrp="1"/>
            </p:cNvSpPr>
            <p:nvPr/>
          </p:nvSpPr>
          <p:spPr>
            <a:xfrm rot="0" flipH="0" flipV="0">
              <a:off x="3678365" y="1646873"/>
              <a:ext cx="84723" cy="94121"/>
            </a:xfrm>
            <a:prstGeom prst="rect">
              <a:avLst/>
            </a:prstGeom>
            <a:solidFill>
              <a:srgbClr val="DCE8ED"/>
            </a:solidFill>
            <a:ln w="0">
              <a:noFill/>
              <a:prstDash val="solid"/>
            </a:ln>
          </p:spPr>
        </p:sp>
        <p:sp>
          <p:nvSpPr>
            <p:cNvPr id="17003" name="original-2d:604">
              <a:extLst>
                <a:ext uri="{FF2B5EF4-FFF2-40B4-BE49-F238E27FC236}">
                  <ns2:creationId id="{91E6E8B8-9634-4A9C-B758-09AF8D24637B}"/>
                </a:ext>
              </a:extLst>
            </p:cNvPr>
            <p:cNvSpPr>
              <a:spLocks noGrp="1"/>
            </p:cNvSpPr>
            <p:nvPr/>
          </p:nvSpPr>
          <p:spPr>
            <a:xfrm rot="0" flipH="0" flipV="0">
              <a:off x="3762947" y="1646873"/>
              <a:ext cx="84723" cy="94121"/>
            </a:xfrm>
            <a:prstGeom prst="rect">
              <a:avLst/>
            </a:prstGeom>
            <a:solidFill>
              <a:srgbClr val="DCE8ED"/>
            </a:solidFill>
            <a:ln w="0">
              <a:noFill/>
              <a:prstDash val="solid"/>
            </a:ln>
          </p:spPr>
        </p:sp>
        <p:sp>
          <p:nvSpPr>
            <p:cNvPr id="17004" name="original-2d:605">
              <a:extLst>
                <a:ext uri="{FF2B5EF4-FFF2-40B4-BE49-F238E27FC236}">
                  <ns2:creationId id="{CF326BA0-275F-494F-8EFE-F60E6DB3BB4D}"/>
                </a:ext>
              </a:extLst>
            </p:cNvPr>
            <p:cNvSpPr>
              <a:spLocks noGrp="1"/>
            </p:cNvSpPr>
            <p:nvPr/>
          </p:nvSpPr>
          <p:spPr>
            <a:xfrm rot="0" flipH="0" flipV="0">
              <a:off x="3847529" y="1646873"/>
              <a:ext cx="84723" cy="94121"/>
            </a:xfrm>
            <a:prstGeom prst="rect">
              <a:avLst/>
            </a:prstGeom>
            <a:solidFill>
              <a:srgbClr val="DCE8ED"/>
            </a:solidFill>
            <a:ln w="0">
              <a:noFill/>
              <a:prstDash val="solid"/>
            </a:ln>
          </p:spPr>
        </p:sp>
        <p:sp>
          <p:nvSpPr>
            <p:cNvPr id="17005" name="original-2d:606">
              <a:extLst>
                <a:ext uri="{FF2B5EF4-FFF2-40B4-BE49-F238E27FC236}">
                  <ns2:creationId id="{3F24C855-B2AA-432A-9ECC-A3193D3C5A5F}"/>
                </a:ext>
              </a:extLst>
            </p:cNvPr>
            <p:cNvSpPr>
              <a:spLocks noGrp="1"/>
            </p:cNvSpPr>
            <p:nvPr/>
          </p:nvSpPr>
          <p:spPr>
            <a:xfrm rot="0" flipH="0" flipV="0">
              <a:off x="3932111" y="1646873"/>
              <a:ext cx="84723" cy="94121"/>
            </a:xfrm>
            <a:prstGeom prst="rect">
              <a:avLst/>
            </a:prstGeom>
            <a:solidFill>
              <a:srgbClr val="DCE8ED"/>
            </a:solidFill>
            <a:ln w="0">
              <a:noFill/>
              <a:prstDash val="solid"/>
            </a:ln>
          </p:spPr>
        </p:sp>
        <p:sp>
          <p:nvSpPr>
            <p:cNvPr id="17006" name="original-2d:607">
              <a:extLst>
                <a:ext uri="{FF2B5EF4-FFF2-40B4-BE49-F238E27FC236}">
                  <ns2:creationId id="{891B9A1E-2CA8-4C1E-A145-54DD43361C30}"/>
                </a:ext>
              </a:extLst>
            </p:cNvPr>
            <p:cNvSpPr>
              <a:spLocks noGrp="1"/>
            </p:cNvSpPr>
            <p:nvPr/>
          </p:nvSpPr>
          <p:spPr>
            <a:xfrm rot="0" flipH="0" flipV="0">
              <a:off x="4016693" y="1646873"/>
              <a:ext cx="84723" cy="94121"/>
            </a:xfrm>
            <a:prstGeom prst="rect">
              <a:avLst/>
            </a:prstGeom>
            <a:solidFill>
              <a:srgbClr val="DCE8ED"/>
            </a:solidFill>
            <a:ln w="0">
              <a:noFill/>
              <a:prstDash val="solid"/>
            </a:ln>
          </p:spPr>
        </p:sp>
        <p:sp>
          <p:nvSpPr>
            <p:cNvPr id="17007" name="original-2d:608">
              <a:extLst>
                <a:ext uri="{FF2B5EF4-FFF2-40B4-BE49-F238E27FC236}">
                  <ns2:creationId id="{06AE4989-72B5-4E8F-AB87-4E215E8107AB}"/>
                </a:ext>
              </a:extLst>
            </p:cNvPr>
            <p:cNvSpPr>
              <a:spLocks noGrp="1"/>
            </p:cNvSpPr>
            <p:nvPr/>
          </p:nvSpPr>
          <p:spPr>
            <a:xfrm rot="0" flipH="0" flipV="0">
              <a:off x="4101275" y="1646873"/>
              <a:ext cx="84723" cy="94121"/>
            </a:xfrm>
            <a:prstGeom prst="rect">
              <a:avLst/>
            </a:prstGeom>
            <a:solidFill>
              <a:srgbClr val="DCE8ED"/>
            </a:solidFill>
            <a:ln w="0">
              <a:noFill/>
              <a:prstDash val="solid"/>
            </a:ln>
          </p:spPr>
        </p:sp>
        <p:sp>
          <p:nvSpPr>
            <p:cNvPr id="17008" name="original-2d:609">
              <a:extLst>
                <a:ext uri="{FF2B5EF4-FFF2-40B4-BE49-F238E27FC236}">
                  <ns2:creationId id="{9C6A93A3-3ECE-4AB2-8AE8-198473D6F24C}"/>
                </a:ext>
              </a:extLst>
            </p:cNvPr>
            <p:cNvSpPr>
              <a:spLocks noGrp="1"/>
            </p:cNvSpPr>
            <p:nvPr/>
          </p:nvSpPr>
          <p:spPr>
            <a:xfrm rot="0" flipH="0" flipV="0">
              <a:off x="4185857" y="1646873"/>
              <a:ext cx="84723" cy="94121"/>
            </a:xfrm>
            <a:prstGeom prst="rect">
              <a:avLst/>
            </a:prstGeom>
            <a:solidFill>
              <a:srgbClr val="DCE8ED"/>
            </a:solidFill>
            <a:ln w="0">
              <a:noFill/>
              <a:prstDash val="solid"/>
            </a:ln>
          </p:spPr>
        </p:sp>
        <p:sp>
          <p:nvSpPr>
            <p:cNvPr id="17009" name="original-2d:610">
              <a:extLst>
                <a:ext uri="{FF2B5EF4-FFF2-40B4-BE49-F238E27FC236}">
                  <ns2:creationId id="{6418F53D-4A43-4AF5-80BE-36BCE4A4DED2}"/>
                </a:ext>
              </a:extLst>
            </p:cNvPr>
            <p:cNvSpPr>
              <a:spLocks noGrp="1"/>
            </p:cNvSpPr>
            <p:nvPr/>
          </p:nvSpPr>
          <p:spPr>
            <a:xfrm rot="0" flipH="0" flipV="0">
              <a:off x="4270439" y="1646873"/>
              <a:ext cx="84723" cy="94121"/>
            </a:xfrm>
            <a:prstGeom prst="rect">
              <a:avLst/>
            </a:prstGeom>
            <a:solidFill>
              <a:srgbClr val="D4B4CC"/>
            </a:solidFill>
            <a:ln w="0">
              <a:noFill/>
              <a:prstDash val="solid"/>
            </a:ln>
          </p:spPr>
        </p:sp>
        <p:sp>
          <p:nvSpPr>
            <p:cNvPr id="17010" name="original-2d:611">
              <a:extLst>
                <a:ext uri="{FF2B5EF4-FFF2-40B4-BE49-F238E27FC236}">
                  <ns2:creationId id="{C1330F5F-22D0-4206-B84A-A4622A78D126}"/>
                </a:ext>
              </a:extLst>
            </p:cNvPr>
            <p:cNvSpPr>
              <a:spLocks noGrp="1"/>
            </p:cNvSpPr>
            <p:nvPr/>
          </p:nvSpPr>
          <p:spPr>
            <a:xfrm rot="0" flipH="0" flipV="0">
              <a:off x="4355021" y="1646873"/>
              <a:ext cx="84723" cy="94121"/>
            </a:xfrm>
            <a:prstGeom prst="rect">
              <a:avLst/>
            </a:prstGeom>
            <a:solidFill>
              <a:srgbClr val="D4B4CC"/>
            </a:solidFill>
            <a:ln w="0">
              <a:noFill/>
              <a:prstDash val="solid"/>
            </a:ln>
          </p:spPr>
        </p:sp>
        <p:sp>
          <p:nvSpPr>
            <p:cNvPr id="17011" name="original-2d:612">
              <a:extLst>
                <a:ext uri="{FF2B5EF4-FFF2-40B4-BE49-F238E27FC236}">
                  <ns2:creationId id="{0467641D-494D-45D6-A761-AF566430DF94}"/>
                </a:ext>
              </a:extLst>
            </p:cNvPr>
            <p:cNvSpPr>
              <a:spLocks noGrp="1"/>
            </p:cNvSpPr>
            <p:nvPr/>
          </p:nvSpPr>
          <p:spPr>
            <a:xfrm rot="0" flipH="0" flipV="0">
              <a:off x="4439603" y="1646873"/>
              <a:ext cx="84723" cy="94121"/>
            </a:xfrm>
            <a:prstGeom prst="rect">
              <a:avLst/>
            </a:prstGeom>
            <a:solidFill>
              <a:srgbClr val="D4B4CC"/>
            </a:solidFill>
            <a:ln w="0">
              <a:noFill/>
              <a:prstDash val="solid"/>
            </a:ln>
          </p:spPr>
        </p:sp>
        <p:sp>
          <p:nvSpPr>
            <p:cNvPr id="17012" name="original-2d:613">
              <a:extLst>
                <a:ext uri="{FF2B5EF4-FFF2-40B4-BE49-F238E27FC236}">
                  <ns2:creationId id="{D5031889-CFE7-48C0-A38E-D12A1E8524A5}"/>
                </a:ext>
              </a:extLst>
            </p:cNvPr>
            <p:cNvSpPr>
              <a:spLocks noGrp="1"/>
            </p:cNvSpPr>
            <p:nvPr/>
          </p:nvSpPr>
          <p:spPr>
            <a:xfrm rot="0" flipH="0" flipV="0">
              <a:off x="4524185" y="1646873"/>
              <a:ext cx="84723" cy="94121"/>
            </a:xfrm>
            <a:prstGeom prst="rect">
              <a:avLst/>
            </a:prstGeom>
            <a:solidFill>
              <a:srgbClr val="CC79A7"/>
            </a:solidFill>
            <a:ln w="0">
              <a:noFill/>
              <a:prstDash val="solid"/>
            </a:ln>
          </p:spPr>
        </p:sp>
        <p:sp>
          <p:nvSpPr>
            <p:cNvPr id="17013" name="original-2d:614">
              <a:extLst>
                <a:ext uri="{FF2B5EF4-FFF2-40B4-BE49-F238E27FC236}">
                  <ns2:creationId id="{AF798DDD-F2BF-4A90-9F38-AE3D3C9F4D8E}"/>
                </a:ext>
              </a:extLst>
            </p:cNvPr>
            <p:cNvSpPr>
              <a:spLocks noGrp="1"/>
            </p:cNvSpPr>
            <p:nvPr/>
          </p:nvSpPr>
          <p:spPr>
            <a:xfrm rot="0" flipH="0" flipV="0">
              <a:off x="4608767" y="1646873"/>
              <a:ext cx="84723" cy="94121"/>
            </a:xfrm>
            <a:prstGeom prst="rect">
              <a:avLst/>
            </a:prstGeom>
            <a:solidFill>
              <a:srgbClr val="CC79A7"/>
            </a:solidFill>
            <a:ln w="0">
              <a:noFill/>
              <a:prstDash val="solid"/>
            </a:ln>
          </p:spPr>
        </p:sp>
        <p:sp>
          <p:nvSpPr>
            <p:cNvPr id="17014" name="original-2d:615">
              <a:extLst>
                <a:ext uri="{FF2B5EF4-FFF2-40B4-BE49-F238E27FC236}">
                  <ns2:creationId id="{18CFB7E4-52D9-437C-9D84-0E406ACF93C5}"/>
                </a:ext>
              </a:extLst>
            </p:cNvPr>
            <p:cNvSpPr>
              <a:spLocks noGrp="1"/>
            </p:cNvSpPr>
            <p:nvPr/>
          </p:nvSpPr>
          <p:spPr>
            <a:xfrm rot="0" flipH="0" flipV="0">
              <a:off x="4693349" y="1646873"/>
              <a:ext cx="84723" cy="94121"/>
            </a:xfrm>
            <a:prstGeom prst="rect">
              <a:avLst/>
            </a:prstGeom>
            <a:solidFill>
              <a:srgbClr val="CC79A7"/>
            </a:solidFill>
            <a:ln w="0">
              <a:noFill/>
              <a:prstDash val="solid"/>
            </a:ln>
          </p:spPr>
        </p:sp>
        <p:sp>
          <p:nvSpPr>
            <p:cNvPr id="17015" name="original-2d:616">
              <a:extLst>
                <a:ext uri="{FF2B5EF4-FFF2-40B4-BE49-F238E27FC236}">
                  <ns2:creationId id="{CF77F7B4-AC9B-4A77-8478-3E6737951E06}"/>
                </a:ext>
              </a:extLst>
            </p:cNvPr>
            <p:cNvSpPr>
              <a:spLocks noGrp="1"/>
            </p:cNvSpPr>
            <p:nvPr/>
          </p:nvSpPr>
          <p:spPr>
            <a:xfrm rot="0" flipH="0" flipV="0">
              <a:off x="4777931" y="1646873"/>
              <a:ext cx="84723" cy="94121"/>
            </a:xfrm>
            <a:prstGeom prst="rect">
              <a:avLst/>
            </a:prstGeom>
            <a:solidFill>
              <a:srgbClr val="CC79A7"/>
            </a:solidFill>
            <a:ln w="0">
              <a:noFill/>
              <a:prstDash val="solid"/>
            </a:ln>
          </p:spPr>
        </p:sp>
        <p:sp>
          <p:nvSpPr>
            <p:cNvPr id="17016" name="original-2d:617">
              <a:extLst>
                <a:ext uri="{FF2B5EF4-FFF2-40B4-BE49-F238E27FC236}">
                  <ns2:creationId id="{7DCFFE00-0C88-424A-9562-ED7437E71CE3}"/>
                </a:ext>
              </a:extLst>
            </p:cNvPr>
            <p:cNvSpPr>
              <a:spLocks noGrp="1"/>
            </p:cNvSpPr>
            <p:nvPr/>
          </p:nvSpPr>
          <p:spPr>
            <a:xfrm rot="0" flipH="0" flipV="0">
              <a:off x="4862513" y="1646873"/>
              <a:ext cx="84723" cy="94121"/>
            </a:xfrm>
            <a:prstGeom prst="rect">
              <a:avLst/>
            </a:prstGeom>
            <a:solidFill>
              <a:srgbClr val="CC79A7"/>
            </a:solidFill>
            <a:ln w="0">
              <a:noFill/>
              <a:prstDash val="solid"/>
            </a:ln>
          </p:spPr>
        </p:sp>
        <p:sp>
          <p:nvSpPr>
            <p:cNvPr id="17017" name="original-2d:618">
              <a:extLst>
                <a:ext uri="{FF2B5EF4-FFF2-40B4-BE49-F238E27FC236}">
                  <ns2:creationId id="{D1C661EC-0EB4-46D3-837D-76B1D2C2EBAE}"/>
                </a:ext>
              </a:extLst>
            </p:cNvPr>
            <p:cNvSpPr>
              <a:spLocks noGrp="1"/>
            </p:cNvSpPr>
            <p:nvPr/>
          </p:nvSpPr>
          <p:spPr>
            <a:xfrm rot="0" flipH="0" flipV="0">
              <a:off x="4947095" y="1646873"/>
              <a:ext cx="84723" cy="94121"/>
            </a:xfrm>
            <a:prstGeom prst="rect">
              <a:avLst/>
            </a:prstGeom>
            <a:solidFill>
              <a:srgbClr val="CC79A7"/>
            </a:solidFill>
            <a:ln w="0">
              <a:noFill/>
              <a:prstDash val="solid"/>
            </a:ln>
          </p:spPr>
        </p:sp>
        <p:sp>
          <p:nvSpPr>
            <p:cNvPr id="17018" name="original-2d:619">
              <a:extLst>
                <a:ext uri="{FF2B5EF4-FFF2-40B4-BE49-F238E27FC236}">
                  <ns2:creationId id="{57B3CE2A-66E9-4716-85F5-E64D218F78C9}"/>
                </a:ext>
              </a:extLst>
            </p:cNvPr>
            <p:cNvSpPr>
              <a:spLocks noGrp="1"/>
            </p:cNvSpPr>
            <p:nvPr/>
          </p:nvSpPr>
          <p:spPr>
            <a:xfrm rot="0" flipH="0" flipV="0">
              <a:off x="5031677" y="1646873"/>
              <a:ext cx="84723" cy="94121"/>
            </a:xfrm>
            <a:prstGeom prst="rect">
              <a:avLst/>
            </a:prstGeom>
            <a:solidFill>
              <a:srgbClr val="CC79A7"/>
            </a:solidFill>
            <a:ln w="0">
              <a:noFill/>
              <a:prstDash val="solid"/>
            </a:ln>
          </p:spPr>
        </p:sp>
        <p:sp>
          <p:nvSpPr>
            <p:cNvPr id="17019" name="original-2d:620">
              <a:extLst>
                <a:ext uri="{FF2B5EF4-FFF2-40B4-BE49-F238E27FC236}">
                  <ns2:creationId id="{4C7A6CD3-7255-4ADF-866B-325B23A23DAA}"/>
                </a:ext>
              </a:extLst>
            </p:cNvPr>
            <p:cNvSpPr>
              <a:spLocks noGrp="1"/>
            </p:cNvSpPr>
            <p:nvPr/>
          </p:nvSpPr>
          <p:spPr>
            <a:xfrm rot="0" flipH="0" flipV="0">
              <a:off x="5116259" y="1646873"/>
              <a:ext cx="84723" cy="94121"/>
            </a:xfrm>
            <a:prstGeom prst="rect">
              <a:avLst/>
            </a:prstGeom>
            <a:solidFill>
              <a:srgbClr val="CC79A7"/>
            </a:solidFill>
            <a:ln w="0">
              <a:noFill/>
              <a:prstDash val="solid"/>
            </a:ln>
          </p:spPr>
        </p:sp>
        <p:sp>
          <p:nvSpPr>
            <p:cNvPr id="17020" name="original-2d:621">
              <a:extLst>
                <a:ext uri="{FF2B5EF4-FFF2-40B4-BE49-F238E27FC236}">
                  <ns2:creationId id="{58F4C769-5353-4650-88F8-031ADC3F634A}"/>
                </a:ext>
              </a:extLst>
            </p:cNvPr>
            <p:cNvSpPr>
              <a:spLocks noGrp="1"/>
            </p:cNvSpPr>
            <p:nvPr/>
          </p:nvSpPr>
          <p:spPr>
            <a:xfrm rot="0" flipH="0" flipV="0">
              <a:off x="5200841" y="1646873"/>
              <a:ext cx="84723" cy="94121"/>
            </a:xfrm>
            <a:prstGeom prst="rect">
              <a:avLst/>
            </a:prstGeom>
            <a:solidFill>
              <a:srgbClr val="CC79A7"/>
            </a:solidFill>
            <a:ln w="0">
              <a:noFill/>
              <a:prstDash val="solid"/>
            </a:ln>
          </p:spPr>
        </p:sp>
        <p:sp>
          <p:nvSpPr>
            <p:cNvPr id="17021" name="original-2d:622">
              <a:extLst>
                <a:ext uri="{FF2B5EF4-FFF2-40B4-BE49-F238E27FC236}">
                  <ns2:creationId id="{F9F1CE35-6E4B-4AFA-962E-16FCE2503E0C}"/>
                </a:ext>
              </a:extLst>
            </p:cNvPr>
            <p:cNvSpPr>
              <a:spLocks noGrp="1"/>
            </p:cNvSpPr>
            <p:nvPr/>
          </p:nvSpPr>
          <p:spPr>
            <a:xfrm rot="0" flipH="0" flipV="0">
              <a:off x="3593783" y="1740853"/>
              <a:ext cx="84723" cy="94121"/>
            </a:xfrm>
            <a:prstGeom prst="rect">
              <a:avLst/>
            </a:prstGeom>
            <a:solidFill>
              <a:srgbClr val="DCE8ED"/>
            </a:solidFill>
            <a:ln w="0">
              <a:noFill/>
              <a:prstDash val="solid"/>
            </a:ln>
          </p:spPr>
        </p:sp>
        <p:sp>
          <p:nvSpPr>
            <p:cNvPr id="17022" name="original-2d:623">
              <a:extLst>
                <a:ext uri="{FF2B5EF4-FFF2-40B4-BE49-F238E27FC236}">
                  <ns2:creationId id="{EBBA3274-740D-4B7B-A1B2-AD28C1580AB8}"/>
                </a:ext>
              </a:extLst>
            </p:cNvPr>
            <p:cNvSpPr>
              <a:spLocks noGrp="1"/>
            </p:cNvSpPr>
            <p:nvPr/>
          </p:nvSpPr>
          <p:spPr>
            <a:xfrm rot="0" flipH="0" flipV="0">
              <a:off x="3678365" y="1740853"/>
              <a:ext cx="84723" cy="94121"/>
            </a:xfrm>
            <a:prstGeom prst="rect">
              <a:avLst/>
            </a:prstGeom>
            <a:solidFill>
              <a:srgbClr val="DCE8ED"/>
            </a:solidFill>
            <a:ln w="0">
              <a:noFill/>
              <a:prstDash val="solid"/>
            </a:ln>
          </p:spPr>
        </p:sp>
        <p:sp>
          <p:nvSpPr>
            <p:cNvPr id="17023" name="original-2d:624">
              <a:extLst>
                <a:ext uri="{FF2B5EF4-FFF2-40B4-BE49-F238E27FC236}">
                  <ns2:creationId id="{DFDE27D2-20A0-4605-964A-6CB36481991D}"/>
                </a:ext>
              </a:extLst>
            </p:cNvPr>
            <p:cNvSpPr>
              <a:spLocks noGrp="1"/>
            </p:cNvSpPr>
            <p:nvPr/>
          </p:nvSpPr>
          <p:spPr>
            <a:xfrm rot="0" flipH="0" flipV="0">
              <a:off x="3762947" y="1740853"/>
              <a:ext cx="84723" cy="94121"/>
            </a:xfrm>
            <a:prstGeom prst="rect">
              <a:avLst/>
            </a:prstGeom>
            <a:solidFill>
              <a:srgbClr val="DCE8ED"/>
            </a:solidFill>
            <a:ln w="0">
              <a:noFill/>
              <a:prstDash val="solid"/>
            </a:ln>
          </p:spPr>
        </p:sp>
        <p:sp>
          <p:nvSpPr>
            <p:cNvPr id="17024" name="original-2d:625">
              <a:extLst>
                <a:ext uri="{FF2B5EF4-FFF2-40B4-BE49-F238E27FC236}">
                  <ns2:creationId id="{B36A91A4-B89B-4D32-9EB7-0480F293374A}"/>
                </a:ext>
              </a:extLst>
            </p:cNvPr>
            <p:cNvSpPr>
              <a:spLocks noGrp="1"/>
            </p:cNvSpPr>
            <p:nvPr/>
          </p:nvSpPr>
          <p:spPr>
            <a:xfrm rot="0" flipH="0" flipV="0">
              <a:off x="3847529" y="1740853"/>
              <a:ext cx="84723" cy="94121"/>
            </a:xfrm>
            <a:prstGeom prst="rect">
              <a:avLst/>
            </a:prstGeom>
            <a:solidFill>
              <a:srgbClr val="D4B4CC"/>
            </a:solidFill>
            <a:ln w="0">
              <a:noFill/>
              <a:prstDash val="solid"/>
            </a:ln>
          </p:spPr>
        </p:sp>
        <p:sp>
          <p:nvSpPr>
            <p:cNvPr id="17025" name="original-2d:626">
              <a:extLst>
                <a:ext uri="{FF2B5EF4-FFF2-40B4-BE49-F238E27FC236}">
                  <ns2:creationId id="{28B72696-A4A0-4C95-BACD-30082FDF9A55}"/>
                </a:ext>
              </a:extLst>
            </p:cNvPr>
            <p:cNvSpPr>
              <a:spLocks noGrp="1"/>
            </p:cNvSpPr>
            <p:nvPr/>
          </p:nvSpPr>
          <p:spPr>
            <a:xfrm rot="0" flipH="0" flipV="0">
              <a:off x="3932111" y="1740853"/>
              <a:ext cx="84723" cy="94121"/>
            </a:xfrm>
            <a:prstGeom prst="rect">
              <a:avLst/>
            </a:prstGeom>
            <a:solidFill>
              <a:srgbClr val="D4B4CC"/>
            </a:solidFill>
            <a:ln w="0">
              <a:noFill/>
              <a:prstDash val="solid"/>
            </a:ln>
          </p:spPr>
        </p:sp>
        <p:sp>
          <p:nvSpPr>
            <p:cNvPr id="17026" name="original-2d:627">
              <a:extLst>
                <a:ext uri="{FF2B5EF4-FFF2-40B4-BE49-F238E27FC236}">
                  <ns2:creationId id="{61F516FC-8B49-4AA0-9757-8DB9D2B74C67}"/>
                </a:ext>
              </a:extLst>
            </p:cNvPr>
            <p:cNvSpPr>
              <a:spLocks noGrp="1"/>
            </p:cNvSpPr>
            <p:nvPr/>
          </p:nvSpPr>
          <p:spPr>
            <a:xfrm rot="0" flipH="0" flipV="0">
              <a:off x="4016693" y="1740853"/>
              <a:ext cx="84723" cy="94121"/>
            </a:xfrm>
            <a:prstGeom prst="rect">
              <a:avLst/>
            </a:prstGeom>
            <a:solidFill>
              <a:srgbClr val="D4B4CC"/>
            </a:solidFill>
            <a:ln w="0">
              <a:noFill/>
              <a:prstDash val="solid"/>
            </a:ln>
          </p:spPr>
        </p:sp>
        <p:sp>
          <p:nvSpPr>
            <p:cNvPr id="17027" name="original-2d:628">
              <a:extLst>
                <a:ext uri="{FF2B5EF4-FFF2-40B4-BE49-F238E27FC236}">
                  <ns2:creationId id="{B288CE18-DDC5-465D-87E0-EAA7E2AE2875}"/>
                </a:ext>
              </a:extLst>
            </p:cNvPr>
            <p:cNvSpPr>
              <a:spLocks noGrp="1"/>
            </p:cNvSpPr>
            <p:nvPr/>
          </p:nvSpPr>
          <p:spPr>
            <a:xfrm rot="0" flipH="0" flipV="0">
              <a:off x="4101275" y="1740853"/>
              <a:ext cx="84723" cy="94121"/>
            </a:xfrm>
            <a:prstGeom prst="rect">
              <a:avLst/>
            </a:prstGeom>
            <a:solidFill>
              <a:srgbClr val="D4B4CC"/>
            </a:solidFill>
            <a:ln w="0">
              <a:noFill/>
              <a:prstDash val="solid"/>
            </a:ln>
          </p:spPr>
        </p:sp>
        <p:sp>
          <p:nvSpPr>
            <p:cNvPr id="17028" name="original-2d:629">
              <a:extLst>
                <a:ext uri="{FF2B5EF4-FFF2-40B4-BE49-F238E27FC236}">
                  <ns2:creationId id="{E4B73F86-C798-4A1F-845B-9DBA02876E12}"/>
                </a:ext>
              </a:extLst>
            </p:cNvPr>
            <p:cNvSpPr>
              <a:spLocks noGrp="1"/>
            </p:cNvSpPr>
            <p:nvPr/>
          </p:nvSpPr>
          <p:spPr>
            <a:xfrm rot="0" flipH="0" flipV="0">
              <a:off x="4185857" y="1740853"/>
              <a:ext cx="84723" cy="94121"/>
            </a:xfrm>
            <a:prstGeom prst="rect">
              <a:avLst/>
            </a:prstGeom>
            <a:solidFill>
              <a:srgbClr val="D4B4CC"/>
            </a:solidFill>
            <a:ln w="0">
              <a:noFill/>
              <a:prstDash val="solid"/>
            </a:ln>
          </p:spPr>
        </p:sp>
        <p:sp>
          <p:nvSpPr>
            <p:cNvPr id="17029" name="original-2d:630">
              <a:extLst>
                <a:ext uri="{FF2B5EF4-FFF2-40B4-BE49-F238E27FC236}">
                  <ns2:creationId id="{AAA08093-BA95-4FC7-A28E-F4CEC5132EAC}"/>
                </a:ext>
              </a:extLst>
            </p:cNvPr>
            <p:cNvSpPr>
              <a:spLocks noGrp="1"/>
            </p:cNvSpPr>
            <p:nvPr/>
          </p:nvSpPr>
          <p:spPr>
            <a:xfrm rot="0" flipH="0" flipV="0">
              <a:off x="4270439" y="1740853"/>
              <a:ext cx="84723" cy="94121"/>
            </a:xfrm>
            <a:prstGeom prst="rect">
              <a:avLst/>
            </a:prstGeom>
            <a:solidFill>
              <a:srgbClr val="D4B4CC"/>
            </a:solidFill>
            <a:ln w="0">
              <a:noFill/>
              <a:prstDash val="solid"/>
            </a:ln>
          </p:spPr>
        </p:sp>
        <p:sp>
          <p:nvSpPr>
            <p:cNvPr id="17030" name="original-2d:631">
              <a:extLst>
                <a:ext uri="{FF2B5EF4-FFF2-40B4-BE49-F238E27FC236}">
                  <ns2:creationId id="{82CD86F1-CDC9-495A-90A0-8D2F53B24733}"/>
                </a:ext>
              </a:extLst>
            </p:cNvPr>
            <p:cNvSpPr>
              <a:spLocks noGrp="1"/>
            </p:cNvSpPr>
            <p:nvPr/>
          </p:nvSpPr>
          <p:spPr>
            <a:xfrm rot="0" flipH="0" flipV="0">
              <a:off x="4355021" y="1740853"/>
              <a:ext cx="84723" cy="94121"/>
            </a:xfrm>
            <a:prstGeom prst="rect">
              <a:avLst/>
            </a:prstGeom>
            <a:solidFill>
              <a:srgbClr val="D4B4CC"/>
            </a:solidFill>
            <a:ln w="0">
              <a:noFill/>
              <a:prstDash val="solid"/>
            </a:ln>
          </p:spPr>
        </p:sp>
        <p:sp>
          <p:nvSpPr>
            <p:cNvPr id="17031" name="original-2d:632">
              <a:extLst>
                <a:ext uri="{FF2B5EF4-FFF2-40B4-BE49-F238E27FC236}">
                  <ns2:creationId id="{A732FB6B-78C4-4EDE-B17F-A9F3B424540F}"/>
                </a:ext>
              </a:extLst>
            </p:cNvPr>
            <p:cNvSpPr>
              <a:spLocks noGrp="1"/>
            </p:cNvSpPr>
            <p:nvPr/>
          </p:nvSpPr>
          <p:spPr>
            <a:xfrm rot="0" flipH="0" flipV="0">
              <a:off x="4439603" y="1740853"/>
              <a:ext cx="84723" cy="94121"/>
            </a:xfrm>
            <a:prstGeom prst="rect">
              <a:avLst/>
            </a:prstGeom>
            <a:solidFill>
              <a:srgbClr val="CC79A7"/>
            </a:solidFill>
            <a:ln w="0">
              <a:noFill/>
              <a:prstDash val="solid"/>
            </a:ln>
          </p:spPr>
        </p:sp>
        <p:sp>
          <p:nvSpPr>
            <p:cNvPr id="17032" name="original-2d:633">
              <a:extLst>
                <a:ext uri="{FF2B5EF4-FFF2-40B4-BE49-F238E27FC236}">
                  <ns2:creationId id="{83974F04-40FA-4BE4-81E6-100D7AF09749}"/>
                </a:ext>
              </a:extLst>
            </p:cNvPr>
            <p:cNvSpPr>
              <a:spLocks noGrp="1"/>
            </p:cNvSpPr>
            <p:nvPr/>
          </p:nvSpPr>
          <p:spPr>
            <a:xfrm rot="0" flipH="0" flipV="0">
              <a:off x="4524185" y="1740853"/>
              <a:ext cx="84723" cy="94121"/>
            </a:xfrm>
            <a:prstGeom prst="rect">
              <a:avLst/>
            </a:prstGeom>
            <a:solidFill>
              <a:srgbClr val="CC79A7"/>
            </a:solidFill>
            <a:ln w="0">
              <a:noFill/>
              <a:prstDash val="solid"/>
            </a:ln>
          </p:spPr>
        </p:sp>
        <p:sp>
          <p:nvSpPr>
            <p:cNvPr id="17033" name="original-2d:634">
              <a:extLst>
                <a:ext uri="{FF2B5EF4-FFF2-40B4-BE49-F238E27FC236}">
                  <ns2:creationId id="{3F852AAE-81FB-4BC3-AE13-6C56FE16B77C}"/>
                </a:ext>
              </a:extLst>
            </p:cNvPr>
            <p:cNvSpPr>
              <a:spLocks noGrp="1"/>
            </p:cNvSpPr>
            <p:nvPr/>
          </p:nvSpPr>
          <p:spPr>
            <a:xfrm rot="0" flipH="0" flipV="0">
              <a:off x="4608767" y="1740853"/>
              <a:ext cx="84723" cy="94121"/>
            </a:xfrm>
            <a:prstGeom prst="rect">
              <a:avLst/>
            </a:prstGeom>
            <a:solidFill>
              <a:srgbClr val="CC79A7"/>
            </a:solidFill>
            <a:ln w="0">
              <a:noFill/>
              <a:prstDash val="solid"/>
            </a:ln>
          </p:spPr>
        </p:sp>
        <p:sp>
          <p:nvSpPr>
            <p:cNvPr id="17034" name="original-2d:635">
              <a:extLst>
                <a:ext uri="{FF2B5EF4-FFF2-40B4-BE49-F238E27FC236}">
                  <ns2:creationId id="{88587369-E944-4935-9BA9-02165703B6D7}"/>
                </a:ext>
              </a:extLst>
            </p:cNvPr>
            <p:cNvSpPr>
              <a:spLocks noGrp="1"/>
            </p:cNvSpPr>
            <p:nvPr/>
          </p:nvSpPr>
          <p:spPr>
            <a:xfrm rot="0" flipH="0" flipV="0">
              <a:off x="4693349" y="1740853"/>
              <a:ext cx="84723" cy="94121"/>
            </a:xfrm>
            <a:prstGeom prst="rect">
              <a:avLst/>
            </a:prstGeom>
            <a:solidFill>
              <a:srgbClr val="CC79A7"/>
            </a:solidFill>
            <a:ln w="0">
              <a:noFill/>
              <a:prstDash val="solid"/>
            </a:ln>
          </p:spPr>
        </p:sp>
        <p:sp>
          <p:nvSpPr>
            <p:cNvPr id="17035" name="original-2d:636">
              <a:extLst>
                <a:ext uri="{FF2B5EF4-FFF2-40B4-BE49-F238E27FC236}">
                  <ns2:creationId id="{7B9D8075-2CF5-4153-864B-F86A4BAA9CAC}"/>
                </a:ext>
              </a:extLst>
            </p:cNvPr>
            <p:cNvSpPr>
              <a:spLocks noGrp="1"/>
            </p:cNvSpPr>
            <p:nvPr/>
          </p:nvSpPr>
          <p:spPr>
            <a:xfrm rot="0" flipH="0" flipV="0">
              <a:off x="4777931" y="1740853"/>
              <a:ext cx="84723" cy="94121"/>
            </a:xfrm>
            <a:prstGeom prst="rect">
              <a:avLst/>
            </a:prstGeom>
            <a:solidFill>
              <a:srgbClr val="CC79A7"/>
            </a:solidFill>
            <a:ln w="0">
              <a:noFill/>
              <a:prstDash val="solid"/>
            </a:ln>
          </p:spPr>
        </p:sp>
        <p:sp>
          <p:nvSpPr>
            <p:cNvPr id="17036" name="original-2d:637">
              <a:extLst>
                <a:ext uri="{FF2B5EF4-FFF2-40B4-BE49-F238E27FC236}">
                  <ns2:creationId id="{25B83292-7961-4B9E-8BD0-359DB568AEF9}"/>
                </a:ext>
              </a:extLst>
            </p:cNvPr>
            <p:cNvSpPr>
              <a:spLocks noGrp="1"/>
            </p:cNvSpPr>
            <p:nvPr/>
          </p:nvSpPr>
          <p:spPr>
            <a:xfrm rot="0" flipH="0" flipV="0">
              <a:off x="4862513" y="1740853"/>
              <a:ext cx="84723" cy="94121"/>
            </a:xfrm>
            <a:prstGeom prst="rect">
              <a:avLst/>
            </a:prstGeom>
            <a:solidFill>
              <a:srgbClr val="CC79A7"/>
            </a:solidFill>
            <a:ln w="0">
              <a:noFill/>
              <a:prstDash val="solid"/>
            </a:ln>
          </p:spPr>
        </p:sp>
        <p:sp>
          <p:nvSpPr>
            <p:cNvPr id="17037" name="original-2d:638">
              <a:extLst>
                <a:ext uri="{FF2B5EF4-FFF2-40B4-BE49-F238E27FC236}">
                  <ns2:creationId id="{BD7DC75B-E0FC-492F-B6D8-57D61306EB15}"/>
                </a:ext>
              </a:extLst>
            </p:cNvPr>
            <p:cNvSpPr>
              <a:spLocks noGrp="1"/>
            </p:cNvSpPr>
            <p:nvPr/>
          </p:nvSpPr>
          <p:spPr>
            <a:xfrm rot="0" flipH="0" flipV="0">
              <a:off x="4947095" y="1740853"/>
              <a:ext cx="84723" cy="94121"/>
            </a:xfrm>
            <a:prstGeom prst="rect">
              <a:avLst/>
            </a:prstGeom>
            <a:solidFill>
              <a:srgbClr val="CC79A7"/>
            </a:solidFill>
            <a:ln w="0">
              <a:noFill/>
              <a:prstDash val="solid"/>
            </a:ln>
          </p:spPr>
        </p:sp>
        <p:sp>
          <p:nvSpPr>
            <p:cNvPr id="17038" name="original-2d:639">
              <a:extLst>
                <a:ext uri="{FF2B5EF4-FFF2-40B4-BE49-F238E27FC236}">
                  <ns2:creationId id="{ED731A79-3032-4DAC-8C2A-D050540A9468}"/>
                </a:ext>
              </a:extLst>
            </p:cNvPr>
            <p:cNvSpPr>
              <a:spLocks noGrp="1"/>
            </p:cNvSpPr>
            <p:nvPr/>
          </p:nvSpPr>
          <p:spPr>
            <a:xfrm rot="0" flipH="0" flipV="0">
              <a:off x="5031677" y="1740853"/>
              <a:ext cx="84723" cy="94121"/>
            </a:xfrm>
            <a:prstGeom prst="rect">
              <a:avLst/>
            </a:prstGeom>
            <a:solidFill>
              <a:srgbClr val="CC79A7"/>
            </a:solidFill>
            <a:ln w="0">
              <a:noFill/>
              <a:prstDash val="solid"/>
            </a:ln>
          </p:spPr>
        </p:sp>
        <p:sp>
          <p:nvSpPr>
            <p:cNvPr id="17039" name="original-2d:640">
              <a:extLst>
                <a:ext uri="{FF2B5EF4-FFF2-40B4-BE49-F238E27FC236}">
                  <ns2:creationId id="{A0E91CD4-2F79-4B77-B551-701F843C44C9}"/>
                </a:ext>
              </a:extLst>
            </p:cNvPr>
            <p:cNvSpPr>
              <a:spLocks noGrp="1"/>
            </p:cNvSpPr>
            <p:nvPr/>
          </p:nvSpPr>
          <p:spPr>
            <a:xfrm rot="0" flipH="0" flipV="0">
              <a:off x="5116259" y="1740853"/>
              <a:ext cx="84723" cy="94121"/>
            </a:xfrm>
            <a:prstGeom prst="rect">
              <a:avLst/>
            </a:prstGeom>
            <a:solidFill>
              <a:srgbClr val="CC79A7"/>
            </a:solidFill>
            <a:ln w="0">
              <a:noFill/>
              <a:prstDash val="solid"/>
            </a:ln>
          </p:spPr>
        </p:sp>
        <p:sp>
          <p:nvSpPr>
            <p:cNvPr id="17040" name="original-2d:641">
              <a:extLst>
                <a:ext uri="{FF2B5EF4-FFF2-40B4-BE49-F238E27FC236}">
                  <ns2:creationId id="{7C791C3D-3C12-413F-B32C-116C61A33CC8}"/>
                </a:ext>
              </a:extLst>
            </p:cNvPr>
            <p:cNvSpPr>
              <a:spLocks noGrp="1"/>
            </p:cNvSpPr>
            <p:nvPr/>
          </p:nvSpPr>
          <p:spPr>
            <a:xfrm rot="0" flipH="0" flipV="0">
              <a:off x="5200841" y="1740853"/>
              <a:ext cx="84723" cy="94121"/>
            </a:xfrm>
            <a:prstGeom prst="rect">
              <a:avLst/>
            </a:prstGeom>
            <a:solidFill>
              <a:srgbClr val="CC79A7"/>
            </a:solidFill>
            <a:ln w="0">
              <a:noFill/>
              <a:prstDash val="solid"/>
            </a:ln>
          </p:spPr>
        </p:sp>
        <p:sp>
          <p:nvSpPr>
            <p:cNvPr id="17041" name="original-2d:642">
              <a:extLst>
                <a:ext uri="{FF2B5EF4-FFF2-40B4-BE49-F238E27FC236}">
                  <ns2:creationId id="{F201980D-284A-4152-A572-F166BEB0BA77}"/>
                </a:ext>
              </a:extLst>
            </p:cNvPr>
            <p:cNvSpPr>
              <a:spLocks noGrp="1"/>
            </p:cNvSpPr>
            <p:nvPr/>
          </p:nvSpPr>
          <p:spPr>
            <a:xfrm rot="0" flipH="0" flipV="0">
              <a:off x="3593783" y="1834833"/>
              <a:ext cx="84723" cy="94121"/>
            </a:xfrm>
            <a:prstGeom prst="rect">
              <a:avLst/>
            </a:prstGeom>
            <a:solidFill>
              <a:srgbClr val="D4B4CC"/>
            </a:solidFill>
            <a:ln w="0">
              <a:noFill/>
              <a:prstDash val="solid"/>
            </a:ln>
          </p:spPr>
        </p:sp>
        <p:sp>
          <p:nvSpPr>
            <p:cNvPr id="17042" name="original-2d:643">
              <a:extLst>
                <a:ext uri="{FF2B5EF4-FFF2-40B4-BE49-F238E27FC236}">
                  <ns2:creationId id="{2FA2AF9A-AD3E-4AE8-8BD9-B32939927CE1}"/>
                </a:ext>
              </a:extLst>
            </p:cNvPr>
            <p:cNvSpPr>
              <a:spLocks noGrp="1"/>
            </p:cNvSpPr>
            <p:nvPr/>
          </p:nvSpPr>
          <p:spPr>
            <a:xfrm rot="0" flipH="0" flipV="0">
              <a:off x="3678365" y="1834833"/>
              <a:ext cx="84723" cy="94121"/>
            </a:xfrm>
            <a:prstGeom prst="rect">
              <a:avLst/>
            </a:prstGeom>
            <a:solidFill>
              <a:srgbClr val="D4B4CC"/>
            </a:solidFill>
            <a:ln w="0">
              <a:noFill/>
              <a:prstDash val="solid"/>
            </a:ln>
          </p:spPr>
        </p:sp>
        <p:sp>
          <p:nvSpPr>
            <p:cNvPr id="17043" name="original-2d:644">
              <a:extLst>
                <a:ext uri="{FF2B5EF4-FFF2-40B4-BE49-F238E27FC236}">
                  <ns2:creationId id="{3FD81C4A-0544-4C3F-9237-E764B279EE72}"/>
                </a:ext>
              </a:extLst>
            </p:cNvPr>
            <p:cNvSpPr>
              <a:spLocks noGrp="1"/>
            </p:cNvSpPr>
            <p:nvPr/>
          </p:nvSpPr>
          <p:spPr>
            <a:xfrm rot="0" flipH="0" flipV="0">
              <a:off x="3762947" y="1834833"/>
              <a:ext cx="84723" cy="94121"/>
            </a:xfrm>
            <a:prstGeom prst="rect">
              <a:avLst/>
            </a:prstGeom>
            <a:solidFill>
              <a:srgbClr val="D4B4CC"/>
            </a:solidFill>
            <a:ln w="0">
              <a:noFill/>
              <a:prstDash val="solid"/>
            </a:ln>
          </p:spPr>
        </p:sp>
        <p:sp>
          <p:nvSpPr>
            <p:cNvPr id="17044" name="original-2d:645">
              <a:extLst>
                <a:ext uri="{FF2B5EF4-FFF2-40B4-BE49-F238E27FC236}">
                  <ns2:creationId id="{A8E921F7-D489-4C39-8080-EE458813F333}"/>
                </a:ext>
              </a:extLst>
            </p:cNvPr>
            <p:cNvSpPr>
              <a:spLocks noGrp="1"/>
            </p:cNvSpPr>
            <p:nvPr/>
          </p:nvSpPr>
          <p:spPr>
            <a:xfrm rot="0" flipH="0" flipV="0">
              <a:off x="3847529" y="1834833"/>
              <a:ext cx="84723" cy="94121"/>
            </a:xfrm>
            <a:prstGeom prst="rect">
              <a:avLst/>
            </a:prstGeom>
            <a:solidFill>
              <a:srgbClr val="D4B4CC"/>
            </a:solidFill>
            <a:ln w="0">
              <a:noFill/>
              <a:prstDash val="solid"/>
            </a:ln>
          </p:spPr>
        </p:sp>
        <p:sp>
          <p:nvSpPr>
            <p:cNvPr id="17045" name="original-2d:646">
              <a:extLst>
                <a:ext uri="{FF2B5EF4-FFF2-40B4-BE49-F238E27FC236}">
                  <ns2:creationId id="{936EC688-9A52-4B85-99B5-A6E624B9F886}"/>
                </a:ext>
              </a:extLst>
            </p:cNvPr>
            <p:cNvSpPr>
              <a:spLocks noGrp="1"/>
            </p:cNvSpPr>
            <p:nvPr/>
          </p:nvSpPr>
          <p:spPr>
            <a:xfrm rot="0" flipH="0" flipV="0">
              <a:off x="3932111" y="1834833"/>
              <a:ext cx="84723" cy="94121"/>
            </a:xfrm>
            <a:prstGeom prst="rect">
              <a:avLst/>
            </a:prstGeom>
            <a:solidFill>
              <a:srgbClr val="D4B4CC"/>
            </a:solidFill>
            <a:ln w="0">
              <a:noFill/>
              <a:prstDash val="solid"/>
            </a:ln>
          </p:spPr>
        </p:sp>
        <p:sp>
          <p:nvSpPr>
            <p:cNvPr id="17046" name="original-2d:647">
              <a:extLst>
                <a:ext uri="{FF2B5EF4-FFF2-40B4-BE49-F238E27FC236}">
                  <ns2:creationId id="{17166C08-90FE-4860-95CC-6BDCAADC4FD5}"/>
                </a:ext>
              </a:extLst>
            </p:cNvPr>
            <p:cNvSpPr>
              <a:spLocks noGrp="1"/>
            </p:cNvSpPr>
            <p:nvPr/>
          </p:nvSpPr>
          <p:spPr>
            <a:xfrm rot="0" flipH="0" flipV="0">
              <a:off x="4016693" y="1834833"/>
              <a:ext cx="84723" cy="94121"/>
            </a:xfrm>
            <a:prstGeom prst="rect">
              <a:avLst/>
            </a:prstGeom>
            <a:solidFill>
              <a:srgbClr val="D4B4CC"/>
            </a:solidFill>
            <a:ln w="0">
              <a:noFill/>
              <a:prstDash val="solid"/>
            </a:ln>
          </p:spPr>
        </p:sp>
        <p:sp>
          <p:nvSpPr>
            <p:cNvPr id="17047" name="original-2d:648">
              <a:extLst>
                <a:ext uri="{FF2B5EF4-FFF2-40B4-BE49-F238E27FC236}">
                  <ns2:creationId id="{FF520278-57F0-40EA-8EEB-E01E3DEA17C2}"/>
                </a:ext>
              </a:extLst>
            </p:cNvPr>
            <p:cNvSpPr>
              <a:spLocks noGrp="1"/>
            </p:cNvSpPr>
            <p:nvPr/>
          </p:nvSpPr>
          <p:spPr>
            <a:xfrm rot="0" flipH="0" flipV="0">
              <a:off x="4101275" y="1834833"/>
              <a:ext cx="84723" cy="94121"/>
            </a:xfrm>
            <a:prstGeom prst="rect">
              <a:avLst/>
            </a:prstGeom>
            <a:solidFill>
              <a:srgbClr val="D4B4CC"/>
            </a:solidFill>
            <a:ln w="0">
              <a:noFill/>
              <a:prstDash val="solid"/>
            </a:ln>
          </p:spPr>
        </p:sp>
        <p:sp>
          <p:nvSpPr>
            <p:cNvPr id="17048" name="original-2d:649">
              <a:extLst>
                <a:ext uri="{FF2B5EF4-FFF2-40B4-BE49-F238E27FC236}">
                  <ns2:creationId id="{2E018437-6696-46FF-A2DC-1A37855F010E}"/>
                </a:ext>
              </a:extLst>
            </p:cNvPr>
            <p:cNvSpPr>
              <a:spLocks noGrp="1"/>
            </p:cNvSpPr>
            <p:nvPr/>
          </p:nvSpPr>
          <p:spPr>
            <a:xfrm rot="0" flipH="0" flipV="0">
              <a:off x="4185857" y="1834833"/>
              <a:ext cx="84723" cy="94121"/>
            </a:xfrm>
            <a:prstGeom prst="rect">
              <a:avLst/>
            </a:prstGeom>
            <a:solidFill>
              <a:srgbClr val="D4B4CC"/>
            </a:solidFill>
            <a:ln w="0">
              <a:noFill/>
              <a:prstDash val="solid"/>
            </a:ln>
          </p:spPr>
        </p:sp>
        <p:sp>
          <p:nvSpPr>
            <p:cNvPr id="17049" name="original-2d:650">
              <a:extLst>
                <a:ext uri="{FF2B5EF4-FFF2-40B4-BE49-F238E27FC236}">
                  <ns2:creationId id="{0646759B-979E-47CB-AFD9-C5F50625566E}"/>
                </a:ext>
              </a:extLst>
            </p:cNvPr>
            <p:cNvSpPr>
              <a:spLocks noGrp="1"/>
            </p:cNvSpPr>
            <p:nvPr/>
          </p:nvSpPr>
          <p:spPr>
            <a:xfrm rot="0" flipH="0" flipV="0">
              <a:off x="4270439" y="1834833"/>
              <a:ext cx="84723" cy="94121"/>
            </a:xfrm>
            <a:prstGeom prst="rect">
              <a:avLst/>
            </a:prstGeom>
            <a:solidFill>
              <a:srgbClr val="D4B4CC"/>
            </a:solidFill>
            <a:ln w="0">
              <a:noFill/>
              <a:prstDash val="solid"/>
            </a:ln>
          </p:spPr>
        </p:sp>
        <p:sp>
          <p:nvSpPr>
            <p:cNvPr id="17050" name="original-2d:651">
              <a:extLst>
                <a:ext uri="{FF2B5EF4-FFF2-40B4-BE49-F238E27FC236}">
                  <ns2:creationId id="{607D8094-723B-4E14-B430-3014210C7DED}"/>
                </a:ext>
              </a:extLst>
            </p:cNvPr>
            <p:cNvSpPr>
              <a:spLocks noGrp="1"/>
            </p:cNvSpPr>
            <p:nvPr/>
          </p:nvSpPr>
          <p:spPr>
            <a:xfrm rot="0" flipH="0" flipV="0">
              <a:off x="4355021" y="1834833"/>
              <a:ext cx="84723" cy="94121"/>
            </a:xfrm>
            <a:prstGeom prst="rect">
              <a:avLst/>
            </a:prstGeom>
            <a:solidFill>
              <a:srgbClr val="CC79A7"/>
            </a:solidFill>
            <a:ln w="0">
              <a:noFill/>
              <a:prstDash val="solid"/>
            </a:ln>
          </p:spPr>
        </p:sp>
        <p:sp>
          <p:nvSpPr>
            <p:cNvPr id="17051" name="original-2d:652">
              <a:extLst>
                <a:ext uri="{FF2B5EF4-FFF2-40B4-BE49-F238E27FC236}">
                  <ns2:creationId id="{335E30AA-646E-4834-BC70-F8A4D7A7A166}"/>
                </a:ext>
              </a:extLst>
            </p:cNvPr>
            <p:cNvSpPr>
              <a:spLocks noGrp="1"/>
            </p:cNvSpPr>
            <p:nvPr/>
          </p:nvSpPr>
          <p:spPr>
            <a:xfrm rot="0" flipH="0" flipV="0">
              <a:off x="4439603" y="1834833"/>
              <a:ext cx="84723" cy="94121"/>
            </a:xfrm>
            <a:prstGeom prst="rect">
              <a:avLst/>
            </a:prstGeom>
            <a:solidFill>
              <a:srgbClr val="CC79A7"/>
            </a:solidFill>
            <a:ln w="0">
              <a:noFill/>
              <a:prstDash val="solid"/>
            </a:ln>
          </p:spPr>
        </p:sp>
        <p:sp>
          <p:nvSpPr>
            <p:cNvPr id="17052" name="original-2d:653">
              <a:extLst>
                <a:ext uri="{FF2B5EF4-FFF2-40B4-BE49-F238E27FC236}">
                  <ns2:creationId id="{D723C8B0-2BAC-445D-9D67-2272B3A51BD9}"/>
                </a:ext>
              </a:extLst>
            </p:cNvPr>
            <p:cNvSpPr>
              <a:spLocks noGrp="1"/>
            </p:cNvSpPr>
            <p:nvPr/>
          </p:nvSpPr>
          <p:spPr>
            <a:xfrm rot="0" flipH="0" flipV="0">
              <a:off x="4524185" y="1834833"/>
              <a:ext cx="84723" cy="94121"/>
            </a:xfrm>
            <a:prstGeom prst="rect">
              <a:avLst/>
            </a:prstGeom>
            <a:solidFill>
              <a:srgbClr val="CC79A7"/>
            </a:solidFill>
            <a:ln w="0">
              <a:noFill/>
              <a:prstDash val="solid"/>
            </a:ln>
          </p:spPr>
        </p:sp>
        <p:sp>
          <p:nvSpPr>
            <p:cNvPr id="17053" name="original-2d:654">
              <a:extLst>
                <a:ext uri="{FF2B5EF4-FFF2-40B4-BE49-F238E27FC236}">
                  <ns2:creationId id="{4E716E18-0450-4A53-A22A-5585BE7E3CD6}"/>
                </a:ext>
              </a:extLst>
            </p:cNvPr>
            <p:cNvSpPr>
              <a:spLocks noGrp="1"/>
            </p:cNvSpPr>
            <p:nvPr/>
          </p:nvSpPr>
          <p:spPr>
            <a:xfrm rot="0" flipH="0" flipV="0">
              <a:off x="4608767" y="1834833"/>
              <a:ext cx="84723" cy="94121"/>
            </a:xfrm>
            <a:prstGeom prst="rect">
              <a:avLst/>
            </a:prstGeom>
            <a:solidFill>
              <a:srgbClr val="CC79A7"/>
            </a:solidFill>
            <a:ln w="0">
              <a:noFill/>
              <a:prstDash val="solid"/>
            </a:ln>
          </p:spPr>
        </p:sp>
        <p:sp>
          <p:nvSpPr>
            <p:cNvPr id="17054" name="original-2d:655">
              <a:extLst>
                <a:ext uri="{FF2B5EF4-FFF2-40B4-BE49-F238E27FC236}">
                  <ns2:creationId id="{D2EA5300-5476-4A7D-8CDA-957099F8B1CB}"/>
                </a:ext>
              </a:extLst>
            </p:cNvPr>
            <p:cNvSpPr>
              <a:spLocks noGrp="1"/>
            </p:cNvSpPr>
            <p:nvPr/>
          </p:nvSpPr>
          <p:spPr>
            <a:xfrm rot="0" flipH="0" flipV="0">
              <a:off x="4693349" y="1834833"/>
              <a:ext cx="84723" cy="94121"/>
            </a:xfrm>
            <a:prstGeom prst="rect">
              <a:avLst/>
            </a:prstGeom>
            <a:solidFill>
              <a:srgbClr val="CC79A7"/>
            </a:solidFill>
            <a:ln w="0">
              <a:noFill/>
              <a:prstDash val="solid"/>
            </a:ln>
          </p:spPr>
        </p:sp>
        <p:sp>
          <p:nvSpPr>
            <p:cNvPr id="17055" name="original-2d:656">
              <a:extLst>
                <a:ext uri="{FF2B5EF4-FFF2-40B4-BE49-F238E27FC236}">
                  <ns2:creationId id="{8E885DDB-AF42-42A5-BA32-4E7F6B73D90F}"/>
                </a:ext>
              </a:extLst>
            </p:cNvPr>
            <p:cNvSpPr>
              <a:spLocks noGrp="1"/>
            </p:cNvSpPr>
            <p:nvPr/>
          </p:nvSpPr>
          <p:spPr>
            <a:xfrm rot="0" flipH="0" flipV="0">
              <a:off x="4777931" y="1834833"/>
              <a:ext cx="84723" cy="94121"/>
            </a:xfrm>
            <a:prstGeom prst="rect">
              <a:avLst/>
            </a:prstGeom>
            <a:solidFill>
              <a:srgbClr val="CC79A7"/>
            </a:solidFill>
            <a:ln w="0">
              <a:noFill/>
              <a:prstDash val="solid"/>
            </a:ln>
          </p:spPr>
        </p:sp>
        <p:sp>
          <p:nvSpPr>
            <p:cNvPr id="17056" name="original-2d:657">
              <a:extLst>
                <a:ext uri="{FF2B5EF4-FFF2-40B4-BE49-F238E27FC236}">
                  <ns2:creationId id="{FC7A7C12-8892-47F5-8E23-35DA380B2A1D}"/>
                </a:ext>
              </a:extLst>
            </p:cNvPr>
            <p:cNvSpPr>
              <a:spLocks noGrp="1"/>
            </p:cNvSpPr>
            <p:nvPr/>
          </p:nvSpPr>
          <p:spPr>
            <a:xfrm rot="0" flipH="0" flipV="0">
              <a:off x="4862513" y="1834833"/>
              <a:ext cx="84723" cy="94121"/>
            </a:xfrm>
            <a:prstGeom prst="rect">
              <a:avLst/>
            </a:prstGeom>
            <a:solidFill>
              <a:srgbClr val="CC79A7"/>
            </a:solidFill>
            <a:ln w="0">
              <a:noFill/>
              <a:prstDash val="solid"/>
            </a:ln>
          </p:spPr>
        </p:sp>
        <p:sp>
          <p:nvSpPr>
            <p:cNvPr id="17057" name="original-2d:658">
              <a:extLst>
                <a:ext uri="{FF2B5EF4-FFF2-40B4-BE49-F238E27FC236}">
                  <ns2:creationId id="{48AAB5BD-83A2-4D3B-BA7C-423FD4E9D569}"/>
                </a:ext>
              </a:extLst>
            </p:cNvPr>
            <p:cNvSpPr>
              <a:spLocks noGrp="1"/>
            </p:cNvSpPr>
            <p:nvPr/>
          </p:nvSpPr>
          <p:spPr>
            <a:xfrm rot="0" flipH="0" flipV="0">
              <a:off x="4947095" y="1834833"/>
              <a:ext cx="84723" cy="94121"/>
            </a:xfrm>
            <a:prstGeom prst="rect">
              <a:avLst/>
            </a:prstGeom>
            <a:solidFill>
              <a:srgbClr val="CC79A7"/>
            </a:solidFill>
            <a:ln w="0">
              <a:noFill/>
              <a:prstDash val="solid"/>
            </a:ln>
          </p:spPr>
        </p:sp>
        <p:sp>
          <p:nvSpPr>
            <p:cNvPr id="17058" name="original-2d:659">
              <a:extLst>
                <a:ext uri="{FF2B5EF4-FFF2-40B4-BE49-F238E27FC236}">
                  <ns2:creationId id="{17D88427-10AB-4EC4-8DDE-5975D2860730}"/>
                </a:ext>
              </a:extLst>
            </p:cNvPr>
            <p:cNvSpPr>
              <a:spLocks noGrp="1"/>
            </p:cNvSpPr>
            <p:nvPr/>
          </p:nvSpPr>
          <p:spPr>
            <a:xfrm rot="0" flipH="0" flipV="0">
              <a:off x="5031677" y="1834833"/>
              <a:ext cx="84723" cy="94121"/>
            </a:xfrm>
            <a:prstGeom prst="rect">
              <a:avLst/>
            </a:prstGeom>
            <a:solidFill>
              <a:srgbClr val="CC79A7"/>
            </a:solidFill>
            <a:ln w="0">
              <a:noFill/>
              <a:prstDash val="solid"/>
            </a:ln>
          </p:spPr>
        </p:sp>
        <p:sp>
          <p:nvSpPr>
            <p:cNvPr id="17059" name="original-2d:660">
              <a:extLst>
                <a:ext uri="{FF2B5EF4-FFF2-40B4-BE49-F238E27FC236}">
                  <ns2:creationId id="{61C10949-328D-4AAE-9524-D437E27708C6}"/>
                </a:ext>
              </a:extLst>
            </p:cNvPr>
            <p:cNvSpPr>
              <a:spLocks noGrp="1"/>
            </p:cNvSpPr>
            <p:nvPr/>
          </p:nvSpPr>
          <p:spPr>
            <a:xfrm rot="0" flipH="0" flipV="0">
              <a:off x="5116259" y="1834833"/>
              <a:ext cx="84723" cy="94121"/>
            </a:xfrm>
            <a:prstGeom prst="rect">
              <a:avLst/>
            </a:prstGeom>
            <a:solidFill>
              <a:srgbClr val="CC79A7"/>
            </a:solidFill>
            <a:ln w="0">
              <a:noFill/>
              <a:prstDash val="solid"/>
            </a:ln>
          </p:spPr>
        </p:sp>
        <p:sp>
          <p:nvSpPr>
            <p:cNvPr id="17060" name="original-2d:661">
              <a:extLst>
                <a:ext uri="{FF2B5EF4-FFF2-40B4-BE49-F238E27FC236}">
                  <ns2:creationId id="{CC4A4B9F-29F3-411C-BD41-64D6F2AB29DF}"/>
                </a:ext>
              </a:extLst>
            </p:cNvPr>
            <p:cNvSpPr>
              <a:spLocks noGrp="1"/>
            </p:cNvSpPr>
            <p:nvPr/>
          </p:nvSpPr>
          <p:spPr>
            <a:xfrm rot="0" flipH="0" flipV="0">
              <a:off x="5200841" y="1834833"/>
              <a:ext cx="84723" cy="94121"/>
            </a:xfrm>
            <a:prstGeom prst="rect">
              <a:avLst/>
            </a:prstGeom>
            <a:solidFill>
              <a:srgbClr val="CC79A7"/>
            </a:solidFill>
            <a:ln w="0">
              <a:noFill/>
              <a:prstDash val="solid"/>
            </a:ln>
          </p:spPr>
        </p:sp>
        <p:sp>
          <p:nvSpPr>
            <p:cNvPr id="17061" name="original-2d:662">
              <a:extLst>
                <a:ext uri="{FF2B5EF4-FFF2-40B4-BE49-F238E27FC236}">
                  <ns2:creationId id="{BBBB3457-36B5-4E03-A057-20B988A701F4}"/>
                </a:ext>
              </a:extLst>
            </p:cNvPr>
            <p:cNvSpPr>
              <a:spLocks noGrp="1"/>
            </p:cNvSpPr>
            <p:nvPr/>
          </p:nvSpPr>
          <p:spPr>
            <a:xfrm rot="0" flipH="0" flipV="0">
              <a:off x="3593783" y="1928813"/>
              <a:ext cx="84723" cy="94121"/>
            </a:xfrm>
            <a:prstGeom prst="rect">
              <a:avLst/>
            </a:prstGeom>
            <a:solidFill>
              <a:srgbClr val="D4B4CC"/>
            </a:solidFill>
            <a:ln w="0">
              <a:noFill/>
              <a:prstDash val="solid"/>
            </a:ln>
          </p:spPr>
        </p:sp>
        <p:sp>
          <p:nvSpPr>
            <p:cNvPr id="17062" name="original-2d:663">
              <a:extLst>
                <a:ext uri="{FF2B5EF4-FFF2-40B4-BE49-F238E27FC236}">
                  <ns2:creationId id="{C6A7B2D3-666D-475C-A1BF-81BBD1DE221D}"/>
                </a:ext>
              </a:extLst>
            </p:cNvPr>
            <p:cNvSpPr>
              <a:spLocks noGrp="1"/>
            </p:cNvSpPr>
            <p:nvPr/>
          </p:nvSpPr>
          <p:spPr>
            <a:xfrm rot="0" flipH="0" flipV="0">
              <a:off x="3678365" y="1928813"/>
              <a:ext cx="84723" cy="94121"/>
            </a:xfrm>
            <a:prstGeom prst="rect">
              <a:avLst/>
            </a:prstGeom>
            <a:solidFill>
              <a:srgbClr val="D4B4CC"/>
            </a:solidFill>
            <a:ln w="0">
              <a:noFill/>
              <a:prstDash val="solid"/>
            </a:ln>
          </p:spPr>
        </p:sp>
        <p:sp>
          <p:nvSpPr>
            <p:cNvPr id="17063" name="original-2d:664">
              <a:extLst>
                <a:ext uri="{FF2B5EF4-FFF2-40B4-BE49-F238E27FC236}">
                  <ns2:creationId id="{29685187-6F47-47EE-BFA3-7EA57467A516}"/>
                </a:ext>
              </a:extLst>
            </p:cNvPr>
            <p:cNvSpPr>
              <a:spLocks noGrp="1"/>
            </p:cNvSpPr>
            <p:nvPr/>
          </p:nvSpPr>
          <p:spPr>
            <a:xfrm rot="0" flipH="0" flipV="0">
              <a:off x="3762947" y="1928813"/>
              <a:ext cx="84723" cy="94121"/>
            </a:xfrm>
            <a:prstGeom prst="rect">
              <a:avLst/>
            </a:prstGeom>
            <a:solidFill>
              <a:srgbClr val="0072B2"/>
            </a:solidFill>
            <a:ln w="0">
              <a:noFill/>
              <a:prstDash val="solid"/>
            </a:ln>
          </p:spPr>
        </p:sp>
        <p:sp>
          <p:nvSpPr>
            <p:cNvPr id="17064" name="original-2d:665">
              <a:extLst>
                <a:ext uri="{FF2B5EF4-FFF2-40B4-BE49-F238E27FC236}">
                  <ns2:creationId id="{6F07D983-520D-4737-B966-45C21D65FE61}"/>
                </a:ext>
              </a:extLst>
            </p:cNvPr>
            <p:cNvSpPr>
              <a:spLocks noGrp="1"/>
            </p:cNvSpPr>
            <p:nvPr/>
          </p:nvSpPr>
          <p:spPr>
            <a:xfrm rot="0" flipH="0" flipV="0">
              <a:off x="3847529" y="1928813"/>
              <a:ext cx="84723" cy="94121"/>
            </a:xfrm>
            <a:prstGeom prst="rect">
              <a:avLst/>
            </a:prstGeom>
            <a:solidFill>
              <a:srgbClr val="0072B2"/>
            </a:solidFill>
            <a:ln w="0">
              <a:noFill/>
              <a:prstDash val="solid"/>
            </a:ln>
          </p:spPr>
        </p:sp>
        <p:sp>
          <p:nvSpPr>
            <p:cNvPr id="17065" name="original-2d:666">
              <a:extLst>
                <a:ext uri="{FF2B5EF4-FFF2-40B4-BE49-F238E27FC236}">
                  <ns2:creationId id="{AF56D8F3-9B06-4F0B-88F3-7C2959D97B76}"/>
                </a:ext>
              </a:extLst>
            </p:cNvPr>
            <p:cNvSpPr>
              <a:spLocks noGrp="1"/>
            </p:cNvSpPr>
            <p:nvPr/>
          </p:nvSpPr>
          <p:spPr>
            <a:xfrm rot="0" flipH="0" flipV="0">
              <a:off x="3932111" y="1928813"/>
              <a:ext cx="84723" cy="94121"/>
            </a:xfrm>
            <a:prstGeom prst="rect">
              <a:avLst/>
            </a:prstGeom>
            <a:solidFill>
              <a:srgbClr val="0072B2"/>
            </a:solidFill>
            <a:ln w="0">
              <a:noFill/>
              <a:prstDash val="solid"/>
            </a:ln>
          </p:spPr>
        </p:sp>
        <p:sp>
          <p:nvSpPr>
            <p:cNvPr id="17066" name="original-2d:667">
              <a:extLst>
                <a:ext uri="{FF2B5EF4-FFF2-40B4-BE49-F238E27FC236}">
                  <ns2:creationId id="{3AB4467F-2874-4996-9782-9D48EF7C6FEE}"/>
                </a:ext>
              </a:extLst>
            </p:cNvPr>
            <p:cNvSpPr>
              <a:spLocks noGrp="1"/>
            </p:cNvSpPr>
            <p:nvPr/>
          </p:nvSpPr>
          <p:spPr>
            <a:xfrm rot="0" flipH="0" flipV="0">
              <a:off x="4016693" y="1928813"/>
              <a:ext cx="84723" cy="94121"/>
            </a:xfrm>
            <a:prstGeom prst="rect">
              <a:avLst/>
            </a:prstGeom>
            <a:solidFill>
              <a:srgbClr val="0072B2"/>
            </a:solidFill>
            <a:ln w="0">
              <a:noFill/>
              <a:prstDash val="solid"/>
            </a:ln>
          </p:spPr>
        </p:sp>
        <p:sp>
          <p:nvSpPr>
            <p:cNvPr id="17067" name="original-2d:668">
              <a:extLst>
                <a:ext uri="{FF2B5EF4-FFF2-40B4-BE49-F238E27FC236}">
                  <ns2:creationId id="{A2049B40-2F3A-4883-991E-8D3631EF2A39}"/>
                </a:ext>
              </a:extLst>
            </p:cNvPr>
            <p:cNvSpPr>
              <a:spLocks noGrp="1"/>
            </p:cNvSpPr>
            <p:nvPr/>
          </p:nvSpPr>
          <p:spPr>
            <a:xfrm rot="0" flipH="0" flipV="0">
              <a:off x="4101275" y="1928813"/>
              <a:ext cx="84723" cy="94121"/>
            </a:xfrm>
            <a:prstGeom prst="rect">
              <a:avLst/>
            </a:prstGeom>
            <a:solidFill>
              <a:srgbClr val="D4B4CC"/>
            </a:solidFill>
            <a:ln w="0">
              <a:noFill/>
              <a:prstDash val="solid"/>
            </a:ln>
          </p:spPr>
        </p:sp>
        <p:sp>
          <p:nvSpPr>
            <p:cNvPr id="17068" name="original-2d:669">
              <a:extLst>
                <a:ext uri="{FF2B5EF4-FFF2-40B4-BE49-F238E27FC236}">
                  <ns2:creationId id="{247A61D3-6912-440C-8D3C-3DBD6FD6E3C7}"/>
                </a:ext>
              </a:extLst>
            </p:cNvPr>
            <p:cNvSpPr>
              <a:spLocks noGrp="1"/>
            </p:cNvSpPr>
            <p:nvPr/>
          </p:nvSpPr>
          <p:spPr>
            <a:xfrm rot="0" flipH="0" flipV="0">
              <a:off x="4185857" y="1928813"/>
              <a:ext cx="84723" cy="94121"/>
            </a:xfrm>
            <a:prstGeom prst="rect">
              <a:avLst/>
            </a:prstGeom>
            <a:solidFill>
              <a:srgbClr val="D4B4CC"/>
            </a:solidFill>
            <a:ln w="0">
              <a:noFill/>
              <a:prstDash val="solid"/>
            </a:ln>
          </p:spPr>
        </p:sp>
        <p:sp>
          <p:nvSpPr>
            <p:cNvPr id="17069" name="original-2d:670">
              <a:extLst>
                <a:ext uri="{FF2B5EF4-FFF2-40B4-BE49-F238E27FC236}">
                  <ns2:creationId id="{3729FBC0-7CEA-4E67-830D-9CCE2B28C120}"/>
                </a:ext>
              </a:extLst>
            </p:cNvPr>
            <p:cNvSpPr>
              <a:spLocks noGrp="1"/>
            </p:cNvSpPr>
            <p:nvPr/>
          </p:nvSpPr>
          <p:spPr>
            <a:xfrm rot="0" flipH="0" flipV="0">
              <a:off x="4270439" y="1928813"/>
              <a:ext cx="84723" cy="94121"/>
            </a:xfrm>
            <a:prstGeom prst="rect">
              <a:avLst/>
            </a:prstGeom>
            <a:solidFill>
              <a:srgbClr val="CC79A7"/>
            </a:solidFill>
            <a:ln w="0">
              <a:noFill/>
              <a:prstDash val="solid"/>
            </a:ln>
          </p:spPr>
        </p:sp>
        <p:sp>
          <p:nvSpPr>
            <p:cNvPr id="17070" name="original-2d:671">
              <a:extLst>
                <a:ext uri="{FF2B5EF4-FFF2-40B4-BE49-F238E27FC236}">
                  <ns2:creationId id="{A39D667D-11FD-45D8-96BB-A76823142A96}"/>
                </a:ext>
              </a:extLst>
            </p:cNvPr>
            <p:cNvSpPr>
              <a:spLocks noGrp="1"/>
            </p:cNvSpPr>
            <p:nvPr/>
          </p:nvSpPr>
          <p:spPr>
            <a:xfrm rot="0" flipH="0" flipV="0">
              <a:off x="4355021" y="1928813"/>
              <a:ext cx="84723" cy="94121"/>
            </a:xfrm>
            <a:prstGeom prst="rect">
              <a:avLst/>
            </a:prstGeom>
            <a:solidFill>
              <a:srgbClr val="CC79A7"/>
            </a:solidFill>
            <a:ln w="0">
              <a:noFill/>
              <a:prstDash val="solid"/>
            </a:ln>
          </p:spPr>
        </p:sp>
        <p:sp>
          <p:nvSpPr>
            <p:cNvPr id="17071" name="original-2d:672">
              <a:extLst>
                <a:ext uri="{FF2B5EF4-FFF2-40B4-BE49-F238E27FC236}">
                  <ns2:creationId id="{7CBA74E2-6879-4BA9-8583-8970C1CCFACF}"/>
                </a:ext>
              </a:extLst>
            </p:cNvPr>
            <p:cNvSpPr>
              <a:spLocks noGrp="1"/>
            </p:cNvSpPr>
            <p:nvPr/>
          </p:nvSpPr>
          <p:spPr>
            <a:xfrm rot="0" flipH="0" flipV="0">
              <a:off x="4439603" y="1928813"/>
              <a:ext cx="84723" cy="94121"/>
            </a:xfrm>
            <a:prstGeom prst="rect">
              <a:avLst/>
            </a:prstGeom>
            <a:solidFill>
              <a:srgbClr val="CC79A7"/>
            </a:solidFill>
            <a:ln w="0">
              <a:noFill/>
              <a:prstDash val="solid"/>
            </a:ln>
          </p:spPr>
        </p:sp>
        <p:sp>
          <p:nvSpPr>
            <p:cNvPr id="17072" name="original-2d:673">
              <a:extLst>
                <a:ext uri="{FF2B5EF4-FFF2-40B4-BE49-F238E27FC236}">
                  <ns2:creationId id="{777E7FFF-B532-4C94-B95D-64B399E5392C}"/>
                </a:ext>
              </a:extLst>
            </p:cNvPr>
            <p:cNvSpPr>
              <a:spLocks noGrp="1"/>
            </p:cNvSpPr>
            <p:nvPr/>
          </p:nvSpPr>
          <p:spPr>
            <a:xfrm rot="0" flipH="0" flipV="0">
              <a:off x="4524185" y="1928813"/>
              <a:ext cx="84723" cy="94121"/>
            </a:xfrm>
            <a:prstGeom prst="rect">
              <a:avLst/>
            </a:prstGeom>
            <a:solidFill>
              <a:srgbClr val="CC79A7"/>
            </a:solidFill>
            <a:ln w="0">
              <a:noFill/>
              <a:prstDash val="solid"/>
            </a:ln>
          </p:spPr>
        </p:sp>
        <p:sp>
          <p:nvSpPr>
            <p:cNvPr id="17073" name="original-2d:674">
              <a:extLst>
                <a:ext uri="{FF2B5EF4-FFF2-40B4-BE49-F238E27FC236}">
                  <ns2:creationId id="{7618201C-6446-42B3-9569-CF428D902B81}"/>
                </a:ext>
              </a:extLst>
            </p:cNvPr>
            <p:cNvSpPr>
              <a:spLocks noGrp="1"/>
            </p:cNvSpPr>
            <p:nvPr/>
          </p:nvSpPr>
          <p:spPr>
            <a:xfrm rot="0" flipH="0" flipV="0">
              <a:off x="4608767" y="1928813"/>
              <a:ext cx="84723" cy="94121"/>
            </a:xfrm>
            <a:prstGeom prst="rect">
              <a:avLst/>
            </a:prstGeom>
            <a:solidFill>
              <a:srgbClr val="CC79A7"/>
            </a:solidFill>
            <a:ln w="0">
              <a:noFill/>
              <a:prstDash val="solid"/>
            </a:ln>
          </p:spPr>
        </p:sp>
        <p:sp>
          <p:nvSpPr>
            <p:cNvPr id="17074" name="original-2d:675">
              <a:extLst>
                <a:ext uri="{FF2B5EF4-FFF2-40B4-BE49-F238E27FC236}">
                  <ns2:creationId id="{5C5FE848-042E-4CA9-9599-D5498C38A877}"/>
                </a:ext>
              </a:extLst>
            </p:cNvPr>
            <p:cNvSpPr>
              <a:spLocks noGrp="1"/>
            </p:cNvSpPr>
            <p:nvPr/>
          </p:nvSpPr>
          <p:spPr>
            <a:xfrm rot="0" flipH="0" flipV="0">
              <a:off x="4693349" y="1928813"/>
              <a:ext cx="84723" cy="94121"/>
            </a:xfrm>
            <a:prstGeom prst="rect">
              <a:avLst/>
            </a:prstGeom>
            <a:solidFill>
              <a:srgbClr val="CC79A7"/>
            </a:solidFill>
            <a:ln w="0">
              <a:noFill/>
              <a:prstDash val="solid"/>
            </a:ln>
          </p:spPr>
        </p:sp>
        <p:sp>
          <p:nvSpPr>
            <p:cNvPr id="17075" name="original-2d:676">
              <a:extLst>
                <a:ext uri="{FF2B5EF4-FFF2-40B4-BE49-F238E27FC236}">
                  <ns2:creationId id="{4619D4CB-0BCB-4BFB-8D1F-8AC94FBFFA4B}"/>
                </a:ext>
              </a:extLst>
            </p:cNvPr>
            <p:cNvSpPr>
              <a:spLocks noGrp="1"/>
            </p:cNvSpPr>
            <p:nvPr/>
          </p:nvSpPr>
          <p:spPr>
            <a:xfrm rot="0" flipH="0" flipV="0">
              <a:off x="4777931" y="1928813"/>
              <a:ext cx="84723" cy="94121"/>
            </a:xfrm>
            <a:prstGeom prst="rect">
              <a:avLst/>
            </a:prstGeom>
            <a:solidFill>
              <a:srgbClr val="CC79A7"/>
            </a:solidFill>
            <a:ln w="0">
              <a:noFill/>
              <a:prstDash val="solid"/>
            </a:ln>
          </p:spPr>
        </p:sp>
        <p:sp>
          <p:nvSpPr>
            <p:cNvPr id="17076" name="original-2d:677">
              <a:extLst>
                <a:ext uri="{FF2B5EF4-FFF2-40B4-BE49-F238E27FC236}">
                  <ns2:creationId id="{9FB82B8B-1FF2-415C-AE3F-E1343223FE37}"/>
                </a:ext>
              </a:extLst>
            </p:cNvPr>
            <p:cNvSpPr>
              <a:spLocks noGrp="1"/>
            </p:cNvSpPr>
            <p:nvPr/>
          </p:nvSpPr>
          <p:spPr>
            <a:xfrm rot="0" flipH="0" flipV="0">
              <a:off x="4862513" y="1928813"/>
              <a:ext cx="84723" cy="94121"/>
            </a:xfrm>
            <a:prstGeom prst="rect">
              <a:avLst/>
            </a:prstGeom>
            <a:solidFill>
              <a:srgbClr val="CC79A7"/>
            </a:solidFill>
            <a:ln w="0">
              <a:noFill/>
              <a:prstDash val="solid"/>
            </a:ln>
          </p:spPr>
        </p:sp>
        <p:sp>
          <p:nvSpPr>
            <p:cNvPr id="17077" name="original-2d:678">
              <a:extLst>
                <a:ext uri="{FF2B5EF4-FFF2-40B4-BE49-F238E27FC236}">
                  <ns2:creationId id="{AA475D93-8D1D-47D0-9FCA-64C99379BCDE}"/>
                </a:ext>
              </a:extLst>
            </p:cNvPr>
            <p:cNvSpPr>
              <a:spLocks noGrp="1"/>
            </p:cNvSpPr>
            <p:nvPr/>
          </p:nvSpPr>
          <p:spPr>
            <a:xfrm rot="0" flipH="0" flipV="0">
              <a:off x="4947095" y="1928813"/>
              <a:ext cx="84723" cy="94121"/>
            </a:xfrm>
            <a:prstGeom prst="rect">
              <a:avLst/>
            </a:prstGeom>
            <a:solidFill>
              <a:srgbClr val="CC79A7"/>
            </a:solidFill>
            <a:ln w="0">
              <a:noFill/>
              <a:prstDash val="solid"/>
            </a:ln>
          </p:spPr>
        </p:sp>
        <p:sp>
          <p:nvSpPr>
            <p:cNvPr id="17078" name="original-2d:679">
              <a:extLst>
                <a:ext uri="{FF2B5EF4-FFF2-40B4-BE49-F238E27FC236}">
                  <ns2:creationId id="{3D3A1D65-4F0A-4071-9C1D-5A2CA92D80DF}"/>
                </a:ext>
              </a:extLst>
            </p:cNvPr>
            <p:cNvSpPr>
              <a:spLocks noGrp="1"/>
            </p:cNvSpPr>
            <p:nvPr/>
          </p:nvSpPr>
          <p:spPr>
            <a:xfrm rot="0" flipH="0" flipV="0">
              <a:off x="5031677" y="1928813"/>
              <a:ext cx="84723" cy="94121"/>
            </a:xfrm>
            <a:prstGeom prst="rect">
              <a:avLst/>
            </a:prstGeom>
            <a:solidFill>
              <a:srgbClr val="CC79A7"/>
            </a:solidFill>
            <a:ln w="0">
              <a:noFill/>
              <a:prstDash val="solid"/>
            </a:ln>
          </p:spPr>
        </p:sp>
        <p:sp>
          <p:nvSpPr>
            <p:cNvPr id="17079" name="original-2d:680">
              <a:extLst>
                <a:ext uri="{FF2B5EF4-FFF2-40B4-BE49-F238E27FC236}">
                  <ns2:creationId id="{CC6B7A5B-F40E-411D-B77A-F089520E3594}"/>
                </a:ext>
              </a:extLst>
            </p:cNvPr>
            <p:cNvSpPr>
              <a:spLocks noGrp="1"/>
            </p:cNvSpPr>
            <p:nvPr/>
          </p:nvSpPr>
          <p:spPr>
            <a:xfrm rot="0" flipH="0" flipV="0">
              <a:off x="5116259" y="1928813"/>
              <a:ext cx="84723" cy="94121"/>
            </a:xfrm>
            <a:prstGeom prst="rect">
              <a:avLst/>
            </a:prstGeom>
            <a:solidFill>
              <a:srgbClr val="CC79A7"/>
            </a:solidFill>
            <a:ln w="0">
              <a:noFill/>
              <a:prstDash val="solid"/>
            </a:ln>
          </p:spPr>
        </p:sp>
        <p:sp>
          <p:nvSpPr>
            <p:cNvPr id="17080" name="original-2d:681">
              <a:extLst>
                <a:ext uri="{FF2B5EF4-FFF2-40B4-BE49-F238E27FC236}">
                  <ns2:creationId id="{B8DDC720-B427-4DAB-887A-4065DB7DF59A}"/>
                </a:ext>
              </a:extLst>
            </p:cNvPr>
            <p:cNvSpPr>
              <a:spLocks noGrp="1"/>
            </p:cNvSpPr>
            <p:nvPr/>
          </p:nvSpPr>
          <p:spPr>
            <a:xfrm rot="0" flipH="0" flipV="0">
              <a:off x="5200841" y="1928813"/>
              <a:ext cx="84723" cy="94121"/>
            </a:xfrm>
            <a:prstGeom prst="rect">
              <a:avLst/>
            </a:prstGeom>
            <a:solidFill>
              <a:srgbClr val="D4B4CC"/>
            </a:solidFill>
            <a:ln w="0">
              <a:noFill/>
              <a:prstDash val="solid"/>
            </a:ln>
          </p:spPr>
        </p:sp>
        <p:sp>
          <p:nvSpPr>
            <p:cNvPr id="17081" name="original-2d:682">
              <a:extLst>
                <a:ext uri="{FF2B5EF4-FFF2-40B4-BE49-F238E27FC236}">
                  <ns2:creationId id="{6451E24B-3FC6-410D-AF1D-C2621161A007}"/>
                </a:ext>
              </a:extLst>
            </p:cNvPr>
            <p:cNvSpPr>
              <a:spLocks noGrp="1"/>
            </p:cNvSpPr>
            <p:nvPr/>
          </p:nvSpPr>
          <p:spPr>
            <a:xfrm rot="0" flipH="0" flipV="0">
              <a:off x="3593783" y="2022793"/>
              <a:ext cx="84723" cy="94121"/>
            </a:xfrm>
            <a:prstGeom prst="rect">
              <a:avLst/>
            </a:prstGeom>
            <a:solidFill>
              <a:srgbClr val="D4B4CC"/>
            </a:solidFill>
            <a:ln w="0">
              <a:noFill/>
              <a:prstDash val="solid"/>
            </a:ln>
          </p:spPr>
        </p:sp>
        <p:sp>
          <p:nvSpPr>
            <p:cNvPr id="17082" name="original-2d:683">
              <a:extLst>
                <a:ext uri="{FF2B5EF4-FFF2-40B4-BE49-F238E27FC236}">
                  <ns2:creationId id="{B47554B0-4134-46F6-8384-018A0F5144ED}"/>
                </a:ext>
              </a:extLst>
            </p:cNvPr>
            <p:cNvSpPr>
              <a:spLocks noGrp="1"/>
            </p:cNvSpPr>
            <p:nvPr/>
          </p:nvSpPr>
          <p:spPr>
            <a:xfrm rot="0" flipH="0" flipV="0">
              <a:off x="3678365" y="2022793"/>
              <a:ext cx="84723" cy="94121"/>
            </a:xfrm>
            <a:prstGeom prst="rect">
              <a:avLst/>
            </a:prstGeom>
            <a:solidFill>
              <a:srgbClr val="0072B2"/>
            </a:solidFill>
            <a:ln w="0">
              <a:noFill/>
              <a:prstDash val="solid"/>
            </a:ln>
          </p:spPr>
        </p:sp>
        <p:sp>
          <p:nvSpPr>
            <p:cNvPr id="17083" name="original-2d:684">
              <a:extLst>
                <a:ext uri="{FF2B5EF4-FFF2-40B4-BE49-F238E27FC236}">
                  <ns2:creationId id="{6658A46F-620C-42E3-9F9C-812890797F17}"/>
                </a:ext>
              </a:extLst>
            </p:cNvPr>
            <p:cNvSpPr>
              <a:spLocks noGrp="1"/>
            </p:cNvSpPr>
            <p:nvPr/>
          </p:nvSpPr>
          <p:spPr>
            <a:xfrm rot="0" flipH="0" flipV="0">
              <a:off x="3762947" y="2022793"/>
              <a:ext cx="84723" cy="94121"/>
            </a:xfrm>
            <a:prstGeom prst="rect">
              <a:avLst/>
            </a:prstGeom>
            <a:solidFill>
              <a:srgbClr val="0072B2"/>
            </a:solidFill>
            <a:ln w="0">
              <a:noFill/>
              <a:prstDash val="solid"/>
            </a:ln>
          </p:spPr>
        </p:sp>
        <p:sp>
          <p:nvSpPr>
            <p:cNvPr id="17084" name="original-2d:685">
              <a:extLst>
                <a:ext uri="{FF2B5EF4-FFF2-40B4-BE49-F238E27FC236}">
                  <ns2:creationId id="{C86247B6-AB70-4CA5-B2DF-68698E57EE12}"/>
                </a:ext>
              </a:extLst>
            </p:cNvPr>
            <p:cNvSpPr>
              <a:spLocks noGrp="1"/>
            </p:cNvSpPr>
            <p:nvPr/>
          </p:nvSpPr>
          <p:spPr>
            <a:xfrm rot="0" flipH="0" flipV="0">
              <a:off x="3847529" y="2022793"/>
              <a:ext cx="84723" cy="94121"/>
            </a:xfrm>
            <a:prstGeom prst="rect">
              <a:avLst/>
            </a:prstGeom>
            <a:solidFill>
              <a:srgbClr val="0072B2"/>
            </a:solidFill>
            <a:ln w="0">
              <a:noFill/>
              <a:prstDash val="solid"/>
            </a:ln>
          </p:spPr>
        </p:sp>
        <p:sp>
          <p:nvSpPr>
            <p:cNvPr id="17085" name="original-2d:686">
              <a:extLst>
                <a:ext uri="{FF2B5EF4-FFF2-40B4-BE49-F238E27FC236}">
                  <ns2:creationId id="{0E2E29BD-40DE-4DBA-A129-AFFC9B85074A}"/>
                </a:ext>
              </a:extLst>
            </p:cNvPr>
            <p:cNvSpPr>
              <a:spLocks noGrp="1"/>
            </p:cNvSpPr>
            <p:nvPr/>
          </p:nvSpPr>
          <p:spPr>
            <a:xfrm rot="0" flipH="0" flipV="0">
              <a:off x="3932111" y="2022793"/>
              <a:ext cx="84723" cy="94121"/>
            </a:xfrm>
            <a:prstGeom prst="rect">
              <a:avLst/>
            </a:prstGeom>
            <a:solidFill>
              <a:srgbClr val="0072B2"/>
            </a:solidFill>
            <a:ln w="0">
              <a:noFill/>
              <a:prstDash val="solid"/>
            </a:ln>
          </p:spPr>
        </p:sp>
        <p:sp>
          <p:nvSpPr>
            <p:cNvPr id="17086" name="original-2d:687">
              <a:extLst>
                <a:ext uri="{FF2B5EF4-FFF2-40B4-BE49-F238E27FC236}">
                  <ns2:creationId id="{0023042E-2C10-4314-AD8A-4D67824EFE81}"/>
                </a:ext>
              </a:extLst>
            </p:cNvPr>
            <p:cNvSpPr>
              <a:spLocks noGrp="1"/>
            </p:cNvSpPr>
            <p:nvPr/>
          </p:nvSpPr>
          <p:spPr>
            <a:xfrm rot="0" flipH="0" flipV="0">
              <a:off x="4016693" y="2022793"/>
              <a:ext cx="84723" cy="94121"/>
            </a:xfrm>
            <a:prstGeom prst="rect">
              <a:avLst/>
            </a:prstGeom>
            <a:solidFill>
              <a:srgbClr val="0072B2"/>
            </a:solidFill>
            <a:ln w="0">
              <a:noFill/>
              <a:prstDash val="solid"/>
            </a:ln>
          </p:spPr>
        </p:sp>
        <p:sp>
          <p:nvSpPr>
            <p:cNvPr id="17087" name="original-2d:688">
              <a:extLst>
                <a:ext uri="{FF2B5EF4-FFF2-40B4-BE49-F238E27FC236}">
                  <ns2:creationId id="{DD4BF0F9-9F03-4CC6-A372-5A44D5683347}"/>
                </a:ext>
              </a:extLst>
            </p:cNvPr>
            <p:cNvSpPr>
              <a:spLocks noGrp="1"/>
            </p:cNvSpPr>
            <p:nvPr/>
          </p:nvSpPr>
          <p:spPr>
            <a:xfrm rot="0" flipH="0" flipV="0">
              <a:off x="4101275" y="2022793"/>
              <a:ext cx="84723" cy="94121"/>
            </a:xfrm>
            <a:prstGeom prst="rect">
              <a:avLst/>
            </a:prstGeom>
            <a:solidFill>
              <a:srgbClr val="0072B2"/>
            </a:solidFill>
            <a:ln w="0">
              <a:noFill/>
              <a:prstDash val="solid"/>
            </a:ln>
          </p:spPr>
        </p:sp>
        <p:sp>
          <p:nvSpPr>
            <p:cNvPr id="17088" name="original-2d:689">
              <a:extLst>
                <a:ext uri="{FF2B5EF4-FFF2-40B4-BE49-F238E27FC236}">
                  <ns2:creationId id="{48405ADE-90FF-422D-8BC8-EB0276A563FD}"/>
                </a:ext>
              </a:extLst>
            </p:cNvPr>
            <p:cNvSpPr>
              <a:spLocks noGrp="1"/>
            </p:cNvSpPr>
            <p:nvPr/>
          </p:nvSpPr>
          <p:spPr>
            <a:xfrm rot="0" flipH="0" flipV="0">
              <a:off x="4185857" y="2022793"/>
              <a:ext cx="84723" cy="94121"/>
            </a:xfrm>
            <a:prstGeom prst="rect">
              <a:avLst/>
            </a:prstGeom>
            <a:solidFill>
              <a:srgbClr val="D4B4CC"/>
            </a:solidFill>
            <a:ln w="0">
              <a:noFill/>
              <a:prstDash val="solid"/>
            </a:ln>
          </p:spPr>
        </p:sp>
        <p:sp>
          <p:nvSpPr>
            <p:cNvPr id="17089" name="original-2d:690">
              <a:extLst>
                <a:ext uri="{FF2B5EF4-FFF2-40B4-BE49-F238E27FC236}">
                  <ns2:creationId id="{742FDD4F-19E4-4B20-A1C3-569825AD78BC}"/>
                </a:ext>
              </a:extLst>
            </p:cNvPr>
            <p:cNvSpPr>
              <a:spLocks noGrp="1"/>
            </p:cNvSpPr>
            <p:nvPr/>
          </p:nvSpPr>
          <p:spPr>
            <a:xfrm rot="0" flipH="0" flipV="0">
              <a:off x="4270439" y="2022793"/>
              <a:ext cx="84723" cy="94121"/>
            </a:xfrm>
            <a:prstGeom prst="rect">
              <a:avLst/>
            </a:prstGeom>
            <a:solidFill>
              <a:srgbClr val="CC79A7"/>
            </a:solidFill>
            <a:ln w="0">
              <a:noFill/>
              <a:prstDash val="solid"/>
            </a:ln>
          </p:spPr>
        </p:sp>
        <p:sp>
          <p:nvSpPr>
            <p:cNvPr id="17090" name="original-2d:691">
              <a:extLst>
                <a:ext uri="{FF2B5EF4-FFF2-40B4-BE49-F238E27FC236}">
                  <ns2:creationId id="{24A21EE5-A2D4-4E27-845C-FB744F54DFA6}"/>
                </a:ext>
              </a:extLst>
            </p:cNvPr>
            <p:cNvSpPr>
              <a:spLocks noGrp="1"/>
            </p:cNvSpPr>
            <p:nvPr/>
          </p:nvSpPr>
          <p:spPr>
            <a:xfrm rot="0" flipH="0" flipV="0">
              <a:off x="4355021" y="2022793"/>
              <a:ext cx="84723" cy="94121"/>
            </a:xfrm>
            <a:prstGeom prst="rect">
              <a:avLst/>
            </a:prstGeom>
            <a:solidFill>
              <a:srgbClr val="CC79A7"/>
            </a:solidFill>
            <a:ln w="0">
              <a:noFill/>
              <a:prstDash val="solid"/>
            </a:ln>
          </p:spPr>
        </p:sp>
        <p:sp>
          <p:nvSpPr>
            <p:cNvPr id="17091" name="original-2d:692">
              <a:extLst>
                <a:ext uri="{FF2B5EF4-FFF2-40B4-BE49-F238E27FC236}">
                  <ns2:creationId id="{8904112C-53C3-4886-AD35-E20B9487BE6A}"/>
                </a:ext>
              </a:extLst>
            </p:cNvPr>
            <p:cNvSpPr>
              <a:spLocks noGrp="1"/>
            </p:cNvSpPr>
            <p:nvPr/>
          </p:nvSpPr>
          <p:spPr>
            <a:xfrm rot="0" flipH="0" flipV="0">
              <a:off x="4439603" y="2022793"/>
              <a:ext cx="84723" cy="94121"/>
            </a:xfrm>
            <a:prstGeom prst="rect">
              <a:avLst/>
            </a:prstGeom>
            <a:solidFill>
              <a:srgbClr val="CC79A7"/>
            </a:solidFill>
            <a:ln w="0">
              <a:noFill/>
              <a:prstDash val="solid"/>
            </a:ln>
          </p:spPr>
        </p:sp>
        <p:sp>
          <p:nvSpPr>
            <p:cNvPr id="17092" name="original-2d:693">
              <a:extLst>
                <a:ext uri="{FF2B5EF4-FFF2-40B4-BE49-F238E27FC236}">
                  <ns2:creationId id="{6075C0B3-BC1B-4C58-8CD4-B814D95DFF5A}"/>
                </a:ext>
              </a:extLst>
            </p:cNvPr>
            <p:cNvSpPr>
              <a:spLocks noGrp="1"/>
            </p:cNvSpPr>
            <p:nvPr/>
          </p:nvSpPr>
          <p:spPr>
            <a:xfrm rot="0" flipH="0" flipV="0">
              <a:off x="4524185" y="2022793"/>
              <a:ext cx="84723" cy="94121"/>
            </a:xfrm>
            <a:prstGeom prst="rect">
              <a:avLst/>
            </a:prstGeom>
            <a:solidFill>
              <a:srgbClr val="CC79A7"/>
            </a:solidFill>
            <a:ln w="0">
              <a:noFill/>
              <a:prstDash val="solid"/>
            </a:ln>
          </p:spPr>
        </p:sp>
        <p:sp>
          <p:nvSpPr>
            <p:cNvPr id="17093" name="original-2d:694">
              <a:extLst>
                <a:ext uri="{FF2B5EF4-FFF2-40B4-BE49-F238E27FC236}">
                  <ns2:creationId id="{232A1817-9709-493D-AEF9-41891C6A0F28}"/>
                </a:ext>
              </a:extLst>
            </p:cNvPr>
            <p:cNvSpPr>
              <a:spLocks noGrp="1"/>
            </p:cNvSpPr>
            <p:nvPr/>
          </p:nvSpPr>
          <p:spPr>
            <a:xfrm rot="0" flipH="0" flipV="0">
              <a:off x="4608767" y="2022793"/>
              <a:ext cx="84723" cy="94121"/>
            </a:xfrm>
            <a:prstGeom prst="rect">
              <a:avLst/>
            </a:prstGeom>
            <a:solidFill>
              <a:srgbClr val="CC79A7"/>
            </a:solidFill>
            <a:ln w="0">
              <a:noFill/>
              <a:prstDash val="solid"/>
            </a:ln>
          </p:spPr>
        </p:sp>
        <p:sp>
          <p:nvSpPr>
            <p:cNvPr id="17094" name="original-2d:695">
              <a:extLst>
                <a:ext uri="{FF2B5EF4-FFF2-40B4-BE49-F238E27FC236}">
                  <ns2:creationId id="{2700C8EC-95E4-4D03-898E-C70AE53963A2}"/>
                </a:ext>
              </a:extLst>
            </p:cNvPr>
            <p:cNvSpPr>
              <a:spLocks noGrp="1"/>
            </p:cNvSpPr>
            <p:nvPr/>
          </p:nvSpPr>
          <p:spPr>
            <a:xfrm rot="0" flipH="0" flipV="0">
              <a:off x="4693349" y="2022793"/>
              <a:ext cx="84723" cy="94121"/>
            </a:xfrm>
            <a:prstGeom prst="rect">
              <a:avLst/>
            </a:prstGeom>
            <a:solidFill>
              <a:srgbClr val="CC79A7"/>
            </a:solidFill>
            <a:ln w="0">
              <a:noFill/>
              <a:prstDash val="solid"/>
            </a:ln>
          </p:spPr>
        </p:sp>
        <p:sp>
          <p:nvSpPr>
            <p:cNvPr id="17095" name="original-2d:696">
              <a:extLst>
                <a:ext uri="{FF2B5EF4-FFF2-40B4-BE49-F238E27FC236}">
                  <ns2:creationId id="{DE7FABD3-CBF6-4775-9011-BAA1D97FD3D3}"/>
                </a:ext>
              </a:extLst>
            </p:cNvPr>
            <p:cNvSpPr>
              <a:spLocks noGrp="1"/>
            </p:cNvSpPr>
            <p:nvPr/>
          </p:nvSpPr>
          <p:spPr>
            <a:xfrm rot="0" flipH="0" flipV="0">
              <a:off x="4777931" y="2022793"/>
              <a:ext cx="84723" cy="94121"/>
            </a:xfrm>
            <a:prstGeom prst="rect">
              <a:avLst/>
            </a:prstGeom>
            <a:solidFill>
              <a:srgbClr val="CC79A7"/>
            </a:solidFill>
            <a:ln w="0">
              <a:noFill/>
              <a:prstDash val="solid"/>
            </a:ln>
          </p:spPr>
        </p:sp>
        <p:sp>
          <p:nvSpPr>
            <p:cNvPr id="17096" name="original-2d:697">
              <a:extLst>
                <a:ext uri="{FF2B5EF4-FFF2-40B4-BE49-F238E27FC236}">
                  <ns2:creationId id="{350C9A03-F087-4BF3-823C-885E7E633A4B}"/>
                </a:ext>
              </a:extLst>
            </p:cNvPr>
            <p:cNvSpPr>
              <a:spLocks noGrp="1"/>
            </p:cNvSpPr>
            <p:nvPr/>
          </p:nvSpPr>
          <p:spPr>
            <a:xfrm rot="0" flipH="0" flipV="0">
              <a:off x="4862513" y="2022793"/>
              <a:ext cx="84723" cy="94121"/>
            </a:xfrm>
            <a:prstGeom prst="rect">
              <a:avLst/>
            </a:prstGeom>
            <a:solidFill>
              <a:srgbClr val="CC79A7"/>
            </a:solidFill>
            <a:ln w="0">
              <a:noFill/>
              <a:prstDash val="solid"/>
            </a:ln>
          </p:spPr>
        </p:sp>
        <p:sp>
          <p:nvSpPr>
            <p:cNvPr id="17097" name="original-2d:698">
              <a:extLst>
                <a:ext uri="{FF2B5EF4-FFF2-40B4-BE49-F238E27FC236}">
                  <ns2:creationId id="{9B1C7203-99FE-49D7-BF3E-D8502D5ACAAD}"/>
                </a:ext>
              </a:extLst>
            </p:cNvPr>
            <p:cNvSpPr>
              <a:spLocks noGrp="1"/>
            </p:cNvSpPr>
            <p:nvPr/>
          </p:nvSpPr>
          <p:spPr>
            <a:xfrm rot="0" flipH="0" flipV="0">
              <a:off x="4947095" y="2022793"/>
              <a:ext cx="84723" cy="94121"/>
            </a:xfrm>
            <a:prstGeom prst="rect">
              <a:avLst/>
            </a:prstGeom>
            <a:solidFill>
              <a:srgbClr val="CC79A7"/>
            </a:solidFill>
            <a:ln w="0">
              <a:noFill/>
              <a:prstDash val="solid"/>
            </a:ln>
          </p:spPr>
        </p:sp>
        <p:sp>
          <p:nvSpPr>
            <p:cNvPr id="17098" name="original-2d:699">
              <a:extLst>
                <a:ext uri="{FF2B5EF4-FFF2-40B4-BE49-F238E27FC236}">
                  <ns2:creationId id="{050FBA25-D722-4E1D-8544-78244C5EF7A2}"/>
                </a:ext>
              </a:extLst>
            </p:cNvPr>
            <p:cNvSpPr>
              <a:spLocks noGrp="1"/>
            </p:cNvSpPr>
            <p:nvPr/>
          </p:nvSpPr>
          <p:spPr>
            <a:xfrm rot="0" flipH="0" flipV="0">
              <a:off x="5031677" y="2022793"/>
              <a:ext cx="84723" cy="94121"/>
            </a:xfrm>
            <a:prstGeom prst="rect">
              <a:avLst/>
            </a:prstGeom>
            <a:solidFill>
              <a:srgbClr val="CC79A7"/>
            </a:solidFill>
            <a:ln w="0">
              <a:noFill/>
              <a:prstDash val="solid"/>
            </a:ln>
          </p:spPr>
        </p:sp>
        <p:sp>
          <p:nvSpPr>
            <p:cNvPr id="17099" name="original-2d:700">
              <a:extLst>
                <a:ext uri="{FF2B5EF4-FFF2-40B4-BE49-F238E27FC236}">
                  <ns2:creationId id="{C634B031-2BD7-4ABD-9DFF-E31D74A1B181}"/>
                </a:ext>
              </a:extLst>
            </p:cNvPr>
            <p:cNvSpPr>
              <a:spLocks noGrp="1"/>
            </p:cNvSpPr>
            <p:nvPr/>
          </p:nvSpPr>
          <p:spPr>
            <a:xfrm rot="0" flipH="0" flipV="0">
              <a:off x="5116259" y="2022793"/>
              <a:ext cx="84723" cy="94121"/>
            </a:xfrm>
            <a:prstGeom prst="rect">
              <a:avLst/>
            </a:prstGeom>
            <a:solidFill>
              <a:srgbClr val="CC79A7"/>
            </a:solidFill>
            <a:ln w="0">
              <a:noFill/>
              <a:prstDash val="solid"/>
            </a:ln>
          </p:spPr>
        </p:sp>
        <p:sp>
          <p:nvSpPr>
            <p:cNvPr id="17100" name="original-2d:701">
              <a:extLst>
                <a:ext uri="{FF2B5EF4-FFF2-40B4-BE49-F238E27FC236}">
                  <ns2:creationId id="{96CAF24D-920C-4B48-AAA3-F76555AC8769}"/>
                </a:ext>
              </a:extLst>
            </p:cNvPr>
            <p:cNvSpPr>
              <a:spLocks noGrp="1"/>
            </p:cNvSpPr>
            <p:nvPr/>
          </p:nvSpPr>
          <p:spPr>
            <a:xfrm rot="0" flipH="0" flipV="0">
              <a:off x="5200841" y="2022793"/>
              <a:ext cx="84723" cy="94121"/>
            </a:xfrm>
            <a:prstGeom prst="rect">
              <a:avLst/>
            </a:prstGeom>
            <a:solidFill>
              <a:srgbClr val="D4B4CC"/>
            </a:solidFill>
            <a:ln w="0">
              <a:noFill/>
              <a:prstDash val="solid"/>
            </a:ln>
          </p:spPr>
        </p:sp>
        <p:sp>
          <p:nvSpPr>
            <p:cNvPr id="17101" name="original-2d:702">
              <a:extLst>
                <a:ext uri="{FF2B5EF4-FFF2-40B4-BE49-F238E27FC236}">
                  <ns2:creationId id="{0A068D94-269F-4E2C-AD4E-FDAF371BF5AC}"/>
                </a:ext>
              </a:extLst>
            </p:cNvPr>
            <p:cNvSpPr>
              <a:spLocks noGrp="1"/>
            </p:cNvSpPr>
            <p:nvPr/>
          </p:nvSpPr>
          <p:spPr>
            <a:xfrm rot="0" flipH="0" flipV="0">
              <a:off x="3593783" y="2116773"/>
              <a:ext cx="84723" cy="94121"/>
            </a:xfrm>
            <a:prstGeom prst="rect">
              <a:avLst/>
            </a:prstGeom>
            <a:solidFill>
              <a:srgbClr val="0072B2"/>
            </a:solidFill>
            <a:ln w="0">
              <a:noFill/>
              <a:prstDash val="solid"/>
            </a:ln>
          </p:spPr>
        </p:sp>
        <p:sp>
          <p:nvSpPr>
            <p:cNvPr id="17102" name="original-2d:703">
              <a:extLst>
                <a:ext uri="{FF2B5EF4-FFF2-40B4-BE49-F238E27FC236}">
                  <ns2:creationId id="{64302F09-E258-47F0-9BAE-BAD9C6804C73}"/>
                </a:ext>
              </a:extLst>
            </p:cNvPr>
            <p:cNvSpPr>
              <a:spLocks noGrp="1"/>
            </p:cNvSpPr>
            <p:nvPr/>
          </p:nvSpPr>
          <p:spPr>
            <a:xfrm rot="0" flipH="0" flipV="0">
              <a:off x="3678365" y="2116773"/>
              <a:ext cx="84723" cy="94121"/>
            </a:xfrm>
            <a:prstGeom prst="rect">
              <a:avLst/>
            </a:prstGeom>
            <a:solidFill>
              <a:srgbClr val="0072B2"/>
            </a:solidFill>
            <a:ln w="0">
              <a:noFill/>
              <a:prstDash val="solid"/>
            </a:ln>
          </p:spPr>
        </p:sp>
        <p:sp>
          <p:nvSpPr>
            <p:cNvPr id="17103" name="original-2d:704">
              <a:extLst>
                <a:ext uri="{FF2B5EF4-FFF2-40B4-BE49-F238E27FC236}">
                  <ns2:creationId id="{A562C9D8-4A20-460F-B67A-905CD194B2EA}"/>
                </a:ext>
              </a:extLst>
            </p:cNvPr>
            <p:cNvSpPr>
              <a:spLocks noGrp="1"/>
            </p:cNvSpPr>
            <p:nvPr/>
          </p:nvSpPr>
          <p:spPr>
            <a:xfrm rot="0" flipH="0" flipV="0">
              <a:off x="3762947" y="2116773"/>
              <a:ext cx="84723" cy="94121"/>
            </a:xfrm>
            <a:prstGeom prst="rect">
              <a:avLst/>
            </a:prstGeom>
            <a:solidFill>
              <a:srgbClr val="0072B2"/>
            </a:solidFill>
            <a:ln w="0">
              <a:noFill/>
              <a:prstDash val="solid"/>
            </a:ln>
          </p:spPr>
        </p:sp>
        <p:sp>
          <p:nvSpPr>
            <p:cNvPr id="17104" name="original-2d:705">
              <a:extLst>
                <a:ext uri="{FF2B5EF4-FFF2-40B4-BE49-F238E27FC236}">
                  <ns2:creationId id="{09A398DD-3990-4582-B461-248A0C331044}"/>
                </a:ext>
              </a:extLst>
            </p:cNvPr>
            <p:cNvSpPr>
              <a:spLocks noGrp="1"/>
            </p:cNvSpPr>
            <p:nvPr/>
          </p:nvSpPr>
          <p:spPr>
            <a:xfrm rot="0" flipH="0" flipV="0">
              <a:off x="3847529" y="2116773"/>
              <a:ext cx="84723" cy="94121"/>
            </a:xfrm>
            <a:prstGeom prst="rect">
              <a:avLst/>
            </a:prstGeom>
            <a:solidFill>
              <a:srgbClr val="0072B2"/>
            </a:solidFill>
            <a:ln w="0">
              <a:noFill/>
              <a:prstDash val="solid"/>
            </a:ln>
          </p:spPr>
        </p:sp>
        <p:sp>
          <p:nvSpPr>
            <p:cNvPr id="17105" name="original-2d:706">
              <a:extLst>
                <a:ext uri="{FF2B5EF4-FFF2-40B4-BE49-F238E27FC236}">
                  <ns2:creationId id="{B02C1295-CD27-45D4-A8F9-A97D7494467C}"/>
                </a:ext>
              </a:extLst>
            </p:cNvPr>
            <p:cNvSpPr>
              <a:spLocks noGrp="1"/>
            </p:cNvSpPr>
            <p:nvPr/>
          </p:nvSpPr>
          <p:spPr>
            <a:xfrm rot="0" flipH="0" flipV="0">
              <a:off x="3932111" y="2116773"/>
              <a:ext cx="84723" cy="94121"/>
            </a:xfrm>
            <a:prstGeom prst="rect">
              <a:avLst/>
            </a:prstGeom>
            <a:solidFill>
              <a:srgbClr val="0072B2"/>
            </a:solidFill>
            <a:ln w="0">
              <a:noFill/>
              <a:prstDash val="solid"/>
            </a:ln>
          </p:spPr>
        </p:sp>
        <p:sp>
          <p:nvSpPr>
            <p:cNvPr id="17106" name="original-2d:707">
              <a:extLst>
                <a:ext uri="{FF2B5EF4-FFF2-40B4-BE49-F238E27FC236}">
                  <ns2:creationId id="{0B804194-27B3-4C65-99E1-A7C8067AFC5F}"/>
                </a:ext>
              </a:extLst>
            </p:cNvPr>
            <p:cNvSpPr>
              <a:spLocks noGrp="1"/>
            </p:cNvSpPr>
            <p:nvPr/>
          </p:nvSpPr>
          <p:spPr>
            <a:xfrm rot="0" flipH="0" flipV="0">
              <a:off x="4016693" y="2116773"/>
              <a:ext cx="84723" cy="94121"/>
            </a:xfrm>
            <a:prstGeom prst="rect">
              <a:avLst/>
            </a:prstGeom>
            <a:solidFill>
              <a:srgbClr val="0072B2"/>
            </a:solidFill>
            <a:ln w="0">
              <a:noFill/>
              <a:prstDash val="solid"/>
            </a:ln>
          </p:spPr>
        </p:sp>
        <p:sp>
          <p:nvSpPr>
            <p:cNvPr id="17107" name="original-2d:708">
              <a:extLst>
                <a:ext uri="{FF2B5EF4-FFF2-40B4-BE49-F238E27FC236}">
                  <ns2:creationId id="{1F9C374D-7DB5-489A-A884-9B9302CAF113}"/>
                </a:ext>
              </a:extLst>
            </p:cNvPr>
            <p:cNvSpPr>
              <a:spLocks noGrp="1"/>
            </p:cNvSpPr>
            <p:nvPr/>
          </p:nvSpPr>
          <p:spPr>
            <a:xfrm rot="0" flipH="0" flipV="0">
              <a:off x="4101275" y="2116773"/>
              <a:ext cx="84723" cy="94121"/>
            </a:xfrm>
            <a:prstGeom prst="rect">
              <a:avLst/>
            </a:prstGeom>
            <a:solidFill>
              <a:srgbClr val="0072B2"/>
            </a:solidFill>
            <a:ln w="0">
              <a:noFill/>
              <a:prstDash val="solid"/>
            </a:ln>
          </p:spPr>
        </p:sp>
        <p:sp>
          <p:nvSpPr>
            <p:cNvPr id="17108" name="original-2d:709">
              <a:extLst>
                <a:ext uri="{FF2B5EF4-FFF2-40B4-BE49-F238E27FC236}">
                  <ns2:creationId id="{A9307BD2-389F-418F-9798-EC85A38D4142}"/>
                </a:ext>
              </a:extLst>
            </p:cNvPr>
            <p:cNvSpPr>
              <a:spLocks noGrp="1"/>
            </p:cNvSpPr>
            <p:nvPr/>
          </p:nvSpPr>
          <p:spPr>
            <a:xfrm rot="0" flipH="0" flipV="0">
              <a:off x="4185857" y="2116773"/>
              <a:ext cx="84723" cy="94121"/>
            </a:xfrm>
            <a:prstGeom prst="rect">
              <a:avLst/>
            </a:prstGeom>
            <a:solidFill>
              <a:srgbClr val="0072B2"/>
            </a:solidFill>
            <a:ln w="0">
              <a:noFill/>
              <a:prstDash val="solid"/>
            </a:ln>
          </p:spPr>
        </p:sp>
        <p:sp>
          <p:nvSpPr>
            <p:cNvPr id="17109" name="original-2d:710">
              <a:extLst>
                <a:ext uri="{FF2B5EF4-FFF2-40B4-BE49-F238E27FC236}">
                  <ns2:creationId id="{144BBDC9-018B-4CFF-B699-A41F18ABA936}"/>
                </a:ext>
              </a:extLst>
            </p:cNvPr>
            <p:cNvSpPr>
              <a:spLocks noGrp="1"/>
            </p:cNvSpPr>
            <p:nvPr/>
          </p:nvSpPr>
          <p:spPr>
            <a:xfrm rot="0" flipH="0" flipV="0">
              <a:off x="4270439" y="2116773"/>
              <a:ext cx="84723" cy="94121"/>
            </a:xfrm>
            <a:prstGeom prst="rect">
              <a:avLst/>
            </a:prstGeom>
            <a:solidFill>
              <a:srgbClr val="D4B4CC"/>
            </a:solidFill>
            <a:ln w="0">
              <a:noFill/>
              <a:prstDash val="solid"/>
            </a:ln>
          </p:spPr>
        </p:sp>
        <p:sp>
          <p:nvSpPr>
            <p:cNvPr id="17110" name="original-2d:711">
              <a:extLst>
                <a:ext uri="{FF2B5EF4-FFF2-40B4-BE49-F238E27FC236}">
                  <ns2:creationId id="{801C0569-95AB-4DAA-BC29-BEB33000AE82}"/>
                </a:ext>
              </a:extLst>
            </p:cNvPr>
            <p:cNvSpPr>
              <a:spLocks noGrp="1"/>
            </p:cNvSpPr>
            <p:nvPr/>
          </p:nvSpPr>
          <p:spPr>
            <a:xfrm rot="0" flipH="0" flipV="0">
              <a:off x="4355021" y="2116773"/>
              <a:ext cx="84723" cy="94121"/>
            </a:xfrm>
            <a:prstGeom prst="rect">
              <a:avLst/>
            </a:prstGeom>
            <a:solidFill>
              <a:srgbClr val="CC79A7"/>
            </a:solidFill>
            <a:ln w="0">
              <a:noFill/>
              <a:prstDash val="solid"/>
            </a:ln>
          </p:spPr>
        </p:sp>
        <p:sp>
          <p:nvSpPr>
            <p:cNvPr id="17111" name="original-2d:712">
              <a:extLst>
                <a:ext uri="{FF2B5EF4-FFF2-40B4-BE49-F238E27FC236}">
                  <ns2:creationId id="{937CBFFE-CCDA-4262-8B36-A35B30777BE4}"/>
                </a:ext>
              </a:extLst>
            </p:cNvPr>
            <p:cNvSpPr>
              <a:spLocks noGrp="1"/>
            </p:cNvSpPr>
            <p:nvPr/>
          </p:nvSpPr>
          <p:spPr>
            <a:xfrm rot="0" flipH="0" flipV="0">
              <a:off x="4439603" y="2116773"/>
              <a:ext cx="84723" cy="94121"/>
            </a:xfrm>
            <a:prstGeom prst="rect">
              <a:avLst/>
            </a:prstGeom>
            <a:solidFill>
              <a:srgbClr val="CC79A7"/>
            </a:solidFill>
            <a:ln w="0">
              <a:noFill/>
              <a:prstDash val="solid"/>
            </a:ln>
          </p:spPr>
        </p:sp>
        <p:sp>
          <p:nvSpPr>
            <p:cNvPr id="17112" name="original-2d:713">
              <a:extLst>
                <a:ext uri="{FF2B5EF4-FFF2-40B4-BE49-F238E27FC236}">
                  <ns2:creationId id="{51D5CC9C-23F7-4EFF-BF3C-EF9F4E0CC924}"/>
                </a:ext>
              </a:extLst>
            </p:cNvPr>
            <p:cNvSpPr>
              <a:spLocks noGrp="1"/>
            </p:cNvSpPr>
            <p:nvPr/>
          </p:nvSpPr>
          <p:spPr>
            <a:xfrm rot="0" flipH="0" flipV="0">
              <a:off x="4524185" y="2116773"/>
              <a:ext cx="84723" cy="94121"/>
            </a:xfrm>
            <a:prstGeom prst="rect">
              <a:avLst/>
            </a:prstGeom>
            <a:solidFill>
              <a:srgbClr val="CC79A7"/>
            </a:solidFill>
            <a:ln w="0">
              <a:noFill/>
              <a:prstDash val="solid"/>
            </a:ln>
          </p:spPr>
        </p:sp>
        <p:sp>
          <p:nvSpPr>
            <p:cNvPr id="17113" name="original-2d:714">
              <a:extLst>
                <a:ext uri="{FF2B5EF4-FFF2-40B4-BE49-F238E27FC236}">
                  <ns2:creationId id="{DE876566-B67D-4F61-AA71-28F4F5BD61F6}"/>
                </a:ext>
              </a:extLst>
            </p:cNvPr>
            <p:cNvSpPr>
              <a:spLocks noGrp="1"/>
            </p:cNvSpPr>
            <p:nvPr/>
          </p:nvSpPr>
          <p:spPr>
            <a:xfrm rot="0" flipH="0" flipV="0">
              <a:off x="4608767" y="2116773"/>
              <a:ext cx="84723" cy="94121"/>
            </a:xfrm>
            <a:prstGeom prst="rect">
              <a:avLst/>
            </a:prstGeom>
            <a:solidFill>
              <a:srgbClr val="CC79A7"/>
            </a:solidFill>
            <a:ln w="0">
              <a:noFill/>
              <a:prstDash val="solid"/>
            </a:ln>
          </p:spPr>
        </p:sp>
        <p:sp>
          <p:nvSpPr>
            <p:cNvPr id="17114" name="original-2d:715">
              <a:extLst>
                <a:ext uri="{FF2B5EF4-FFF2-40B4-BE49-F238E27FC236}">
                  <ns2:creationId id="{654B17DD-96BE-411D-9819-D653D1178443}"/>
                </a:ext>
              </a:extLst>
            </p:cNvPr>
            <p:cNvSpPr>
              <a:spLocks noGrp="1"/>
            </p:cNvSpPr>
            <p:nvPr/>
          </p:nvSpPr>
          <p:spPr>
            <a:xfrm rot="0" flipH="0" flipV="0">
              <a:off x="4693349" y="2116773"/>
              <a:ext cx="84723" cy="94121"/>
            </a:xfrm>
            <a:prstGeom prst="rect">
              <a:avLst/>
            </a:prstGeom>
            <a:solidFill>
              <a:srgbClr val="CC79A7"/>
            </a:solidFill>
            <a:ln w="0">
              <a:noFill/>
              <a:prstDash val="solid"/>
            </a:ln>
          </p:spPr>
        </p:sp>
        <p:sp>
          <p:nvSpPr>
            <p:cNvPr id="17115" name="original-2d:716">
              <a:extLst>
                <a:ext uri="{FF2B5EF4-FFF2-40B4-BE49-F238E27FC236}">
                  <ns2:creationId id="{36CBE421-6528-4E8C-9F57-FB18EF3F0AA8}"/>
                </a:ext>
              </a:extLst>
            </p:cNvPr>
            <p:cNvSpPr>
              <a:spLocks noGrp="1"/>
            </p:cNvSpPr>
            <p:nvPr/>
          </p:nvSpPr>
          <p:spPr>
            <a:xfrm rot="0" flipH="0" flipV="0">
              <a:off x="4777931" y="2116773"/>
              <a:ext cx="84723" cy="94121"/>
            </a:xfrm>
            <a:prstGeom prst="rect">
              <a:avLst/>
            </a:prstGeom>
            <a:solidFill>
              <a:srgbClr val="CC79A7"/>
            </a:solidFill>
            <a:ln w="0">
              <a:noFill/>
              <a:prstDash val="solid"/>
            </a:ln>
          </p:spPr>
        </p:sp>
        <p:sp>
          <p:nvSpPr>
            <p:cNvPr id="17116" name="original-2d:717">
              <a:extLst>
                <a:ext uri="{FF2B5EF4-FFF2-40B4-BE49-F238E27FC236}">
                  <ns2:creationId id="{1BADB01F-1A31-47F6-AF0D-9B81AA03E08F}"/>
                </a:ext>
              </a:extLst>
            </p:cNvPr>
            <p:cNvSpPr>
              <a:spLocks noGrp="1"/>
            </p:cNvSpPr>
            <p:nvPr/>
          </p:nvSpPr>
          <p:spPr>
            <a:xfrm rot="0" flipH="0" flipV="0">
              <a:off x="4862513" y="2116773"/>
              <a:ext cx="84723" cy="94121"/>
            </a:xfrm>
            <a:prstGeom prst="rect">
              <a:avLst/>
            </a:prstGeom>
            <a:solidFill>
              <a:srgbClr val="CC79A7"/>
            </a:solidFill>
            <a:ln w="0">
              <a:noFill/>
              <a:prstDash val="solid"/>
            </a:ln>
          </p:spPr>
        </p:sp>
        <p:sp>
          <p:nvSpPr>
            <p:cNvPr id="17117" name="original-2d:718">
              <a:extLst>
                <a:ext uri="{FF2B5EF4-FFF2-40B4-BE49-F238E27FC236}">
                  <ns2:creationId id="{4BE03F24-86F0-44DF-A51A-E88A665FDFF4}"/>
                </a:ext>
              </a:extLst>
            </p:cNvPr>
            <p:cNvSpPr>
              <a:spLocks noGrp="1"/>
            </p:cNvSpPr>
            <p:nvPr/>
          </p:nvSpPr>
          <p:spPr>
            <a:xfrm rot="0" flipH="0" flipV="0">
              <a:off x="4947095" y="2116773"/>
              <a:ext cx="84723" cy="94121"/>
            </a:xfrm>
            <a:prstGeom prst="rect">
              <a:avLst/>
            </a:prstGeom>
            <a:solidFill>
              <a:srgbClr val="D4B4CC"/>
            </a:solidFill>
            <a:ln w="0">
              <a:noFill/>
              <a:prstDash val="solid"/>
            </a:ln>
          </p:spPr>
        </p:sp>
        <p:sp>
          <p:nvSpPr>
            <p:cNvPr id="17118" name="original-2d:719">
              <a:extLst>
                <a:ext uri="{FF2B5EF4-FFF2-40B4-BE49-F238E27FC236}">
                  <ns2:creationId id="{134A501A-CAED-4BF5-A8EF-72637C715FA9}"/>
                </a:ext>
              </a:extLst>
            </p:cNvPr>
            <p:cNvSpPr>
              <a:spLocks noGrp="1"/>
            </p:cNvSpPr>
            <p:nvPr/>
          </p:nvSpPr>
          <p:spPr>
            <a:xfrm rot="0" flipH="0" flipV="0">
              <a:off x="5031677" y="2116773"/>
              <a:ext cx="84723" cy="94121"/>
            </a:xfrm>
            <a:prstGeom prst="rect">
              <a:avLst/>
            </a:prstGeom>
            <a:solidFill>
              <a:srgbClr val="D4B4CC"/>
            </a:solidFill>
            <a:ln w="0">
              <a:noFill/>
              <a:prstDash val="solid"/>
            </a:ln>
          </p:spPr>
        </p:sp>
        <p:sp>
          <p:nvSpPr>
            <p:cNvPr id="17119" name="original-2d:720">
              <a:extLst>
                <a:ext uri="{FF2B5EF4-FFF2-40B4-BE49-F238E27FC236}">
                  <ns2:creationId id="{B2163751-34F3-4613-A555-B030E4EFF339}"/>
                </a:ext>
              </a:extLst>
            </p:cNvPr>
            <p:cNvSpPr>
              <a:spLocks noGrp="1"/>
            </p:cNvSpPr>
            <p:nvPr/>
          </p:nvSpPr>
          <p:spPr>
            <a:xfrm rot="0" flipH="0" flipV="0">
              <a:off x="5116259" y="2116773"/>
              <a:ext cx="84723" cy="94121"/>
            </a:xfrm>
            <a:prstGeom prst="rect">
              <a:avLst/>
            </a:prstGeom>
            <a:solidFill>
              <a:srgbClr val="D4B4CC"/>
            </a:solidFill>
            <a:ln w="0">
              <a:noFill/>
              <a:prstDash val="solid"/>
            </a:ln>
          </p:spPr>
        </p:sp>
        <p:sp>
          <p:nvSpPr>
            <p:cNvPr id="17120" name="original-2d:721">
              <a:extLst>
                <a:ext uri="{FF2B5EF4-FFF2-40B4-BE49-F238E27FC236}">
                  <ns2:creationId id="{451C4701-E46A-4001-950C-24AFF7A71DF6}"/>
                </a:ext>
              </a:extLst>
            </p:cNvPr>
            <p:cNvSpPr>
              <a:spLocks noGrp="1"/>
            </p:cNvSpPr>
            <p:nvPr/>
          </p:nvSpPr>
          <p:spPr>
            <a:xfrm rot="0" flipH="0" flipV="0">
              <a:off x="5200841" y="2116773"/>
              <a:ext cx="84723" cy="94121"/>
            </a:xfrm>
            <a:prstGeom prst="rect">
              <a:avLst/>
            </a:prstGeom>
            <a:solidFill>
              <a:srgbClr val="D4B4CC"/>
            </a:solidFill>
            <a:ln w="0">
              <a:noFill/>
              <a:prstDash val="solid"/>
            </a:ln>
          </p:spPr>
        </p:sp>
        <p:sp>
          <p:nvSpPr>
            <p:cNvPr id="17121" name="original-2d:722">
              <a:extLst>
                <a:ext uri="{FF2B5EF4-FFF2-40B4-BE49-F238E27FC236}">
                  <ns2:creationId id="{C99D830A-B02B-4991-A376-A3EAA9AEDD01}"/>
                </a:ext>
              </a:extLst>
            </p:cNvPr>
            <p:cNvSpPr>
              <a:spLocks noGrp="1"/>
            </p:cNvSpPr>
            <p:nvPr/>
          </p:nvSpPr>
          <p:spPr>
            <a:xfrm rot="0" flipH="0" flipV="0">
              <a:off x="3593783" y="2210753"/>
              <a:ext cx="84723" cy="94121"/>
            </a:xfrm>
            <a:prstGeom prst="rect">
              <a:avLst/>
            </a:prstGeom>
            <a:solidFill>
              <a:srgbClr val="0072B2"/>
            </a:solidFill>
            <a:ln w="0">
              <a:noFill/>
              <a:prstDash val="solid"/>
            </a:ln>
          </p:spPr>
        </p:sp>
        <p:sp>
          <p:nvSpPr>
            <p:cNvPr id="17122" name="original-2d:723">
              <a:extLst>
                <a:ext uri="{FF2B5EF4-FFF2-40B4-BE49-F238E27FC236}">
                  <ns2:creationId id="{6799EE18-B78D-4FEB-8BCB-310206FAF53E}"/>
                </a:ext>
              </a:extLst>
            </p:cNvPr>
            <p:cNvSpPr>
              <a:spLocks noGrp="1"/>
            </p:cNvSpPr>
            <p:nvPr/>
          </p:nvSpPr>
          <p:spPr>
            <a:xfrm rot="0" flipH="0" flipV="0">
              <a:off x="3678365" y="2210753"/>
              <a:ext cx="84723" cy="94121"/>
            </a:xfrm>
            <a:prstGeom prst="rect">
              <a:avLst/>
            </a:prstGeom>
            <a:solidFill>
              <a:srgbClr val="0072B2"/>
            </a:solidFill>
            <a:ln w="0">
              <a:noFill/>
              <a:prstDash val="solid"/>
            </a:ln>
          </p:spPr>
        </p:sp>
        <p:sp>
          <p:nvSpPr>
            <p:cNvPr id="17123" name="original-2d:724">
              <a:extLst>
                <a:ext uri="{FF2B5EF4-FFF2-40B4-BE49-F238E27FC236}">
                  <ns2:creationId id="{1A55B5F6-4317-4AEF-90C0-8EB1B5A5F206}"/>
                </a:ext>
              </a:extLst>
            </p:cNvPr>
            <p:cNvSpPr>
              <a:spLocks noGrp="1"/>
            </p:cNvSpPr>
            <p:nvPr/>
          </p:nvSpPr>
          <p:spPr>
            <a:xfrm rot="0" flipH="0" flipV="0">
              <a:off x="3762947" y="2210753"/>
              <a:ext cx="84723" cy="94121"/>
            </a:xfrm>
            <a:prstGeom prst="rect">
              <a:avLst/>
            </a:prstGeom>
            <a:solidFill>
              <a:srgbClr val="0072B2"/>
            </a:solidFill>
            <a:ln w="0">
              <a:noFill/>
              <a:prstDash val="solid"/>
            </a:ln>
          </p:spPr>
        </p:sp>
        <p:sp>
          <p:nvSpPr>
            <p:cNvPr id="17124" name="original-2d:725">
              <a:extLst>
                <a:ext uri="{FF2B5EF4-FFF2-40B4-BE49-F238E27FC236}">
                  <ns2:creationId id="{009C287A-9B0E-461E-A271-5E0B002DC309}"/>
                </a:ext>
              </a:extLst>
            </p:cNvPr>
            <p:cNvSpPr>
              <a:spLocks noGrp="1"/>
            </p:cNvSpPr>
            <p:nvPr/>
          </p:nvSpPr>
          <p:spPr>
            <a:xfrm rot="0" flipH="0" flipV="0">
              <a:off x="3847529" y="2210753"/>
              <a:ext cx="84723" cy="94121"/>
            </a:xfrm>
            <a:prstGeom prst="rect">
              <a:avLst/>
            </a:prstGeom>
            <a:solidFill>
              <a:srgbClr val="0072B2"/>
            </a:solidFill>
            <a:ln w="0">
              <a:noFill/>
              <a:prstDash val="solid"/>
            </a:ln>
          </p:spPr>
        </p:sp>
        <p:sp>
          <p:nvSpPr>
            <p:cNvPr id="17125" name="original-2d:726">
              <a:extLst>
                <a:ext uri="{FF2B5EF4-FFF2-40B4-BE49-F238E27FC236}">
                  <ns2:creationId id="{748B739D-131F-4AD6-929F-548D170424F1}"/>
                </a:ext>
              </a:extLst>
            </p:cNvPr>
            <p:cNvSpPr>
              <a:spLocks noGrp="1"/>
            </p:cNvSpPr>
            <p:nvPr/>
          </p:nvSpPr>
          <p:spPr>
            <a:xfrm rot="0" flipH="0" flipV="0">
              <a:off x="3932111" y="2210753"/>
              <a:ext cx="84723" cy="94121"/>
            </a:xfrm>
            <a:prstGeom prst="rect">
              <a:avLst/>
            </a:prstGeom>
            <a:solidFill>
              <a:srgbClr val="0072B2"/>
            </a:solidFill>
            <a:ln w="0">
              <a:noFill/>
              <a:prstDash val="solid"/>
            </a:ln>
          </p:spPr>
        </p:sp>
        <p:sp>
          <p:nvSpPr>
            <p:cNvPr id="17126" name="original-2d:727">
              <a:extLst>
                <a:ext uri="{FF2B5EF4-FFF2-40B4-BE49-F238E27FC236}">
                  <ns2:creationId id="{BB034EA4-D501-4E29-9738-1D03B5892566}"/>
                </a:ext>
              </a:extLst>
            </p:cNvPr>
            <p:cNvSpPr>
              <a:spLocks noGrp="1"/>
            </p:cNvSpPr>
            <p:nvPr/>
          </p:nvSpPr>
          <p:spPr>
            <a:xfrm rot="0" flipH="0" flipV="0">
              <a:off x="4016693" y="2210753"/>
              <a:ext cx="84723" cy="94121"/>
            </a:xfrm>
            <a:prstGeom prst="rect">
              <a:avLst/>
            </a:prstGeom>
            <a:solidFill>
              <a:srgbClr val="0072B2"/>
            </a:solidFill>
            <a:ln w="0">
              <a:noFill/>
              <a:prstDash val="solid"/>
            </a:ln>
          </p:spPr>
        </p:sp>
        <p:sp>
          <p:nvSpPr>
            <p:cNvPr id="17127" name="original-2d:728">
              <a:extLst>
                <a:ext uri="{FF2B5EF4-FFF2-40B4-BE49-F238E27FC236}">
                  <ns2:creationId id="{0AF8A2C3-97A4-4358-A0F5-938080AC617A}"/>
                </a:ext>
              </a:extLst>
            </p:cNvPr>
            <p:cNvSpPr>
              <a:spLocks noGrp="1"/>
            </p:cNvSpPr>
            <p:nvPr/>
          </p:nvSpPr>
          <p:spPr>
            <a:xfrm rot="0" flipH="0" flipV="0">
              <a:off x="4101275" y="2210753"/>
              <a:ext cx="84723" cy="94121"/>
            </a:xfrm>
            <a:prstGeom prst="rect">
              <a:avLst/>
            </a:prstGeom>
            <a:solidFill>
              <a:srgbClr val="0072B2"/>
            </a:solidFill>
            <a:ln w="0">
              <a:noFill/>
              <a:prstDash val="solid"/>
            </a:ln>
          </p:spPr>
        </p:sp>
        <p:sp>
          <p:nvSpPr>
            <p:cNvPr id="17128" name="original-2d:729">
              <a:extLst>
                <a:ext uri="{FF2B5EF4-FFF2-40B4-BE49-F238E27FC236}">
                  <ns2:creationId id="{670A192E-B846-43DB-A64D-0148FE5ED06B}"/>
                </a:ext>
              </a:extLst>
            </p:cNvPr>
            <p:cNvSpPr>
              <a:spLocks noGrp="1"/>
            </p:cNvSpPr>
            <p:nvPr/>
          </p:nvSpPr>
          <p:spPr>
            <a:xfrm rot="0" flipH="0" flipV="0">
              <a:off x="4185857" y="2210753"/>
              <a:ext cx="84723" cy="94121"/>
            </a:xfrm>
            <a:prstGeom prst="rect">
              <a:avLst/>
            </a:prstGeom>
            <a:solidFill>
              <a:srgbClr val="0072B2"/>
            </a:solidFill>
            <a:ln w="0">
              <a:noFill/>
              <a:prstDash val="solid"/>
            </a:ln>
          </p:spPr>
        </p:sp>
        <p:sp>
          <p:nvSpPr>
            <p:cNvPr id="17129" name="original-2d:730">
              <a:extLst>
                <a:ext uri="{FF2B5EF4-FFF2-40B4-BE49-F238E27FC236}">
                  <ns2:creationId id="{72D62369-E798-420D-B11C-727B003C06BC}"/>
                </a:ext>
              </a:extLst>
            </p:cNvPr>
            <p:cNvSpPr>
              <a:spLocks noGrp="1"/>
            </p:cNvSpPr>
            <p:nvPr/>
          </p:nvSpPr>
          <p:spPr>
            <a:xfrm rot="0" flipH="0" flipV="0">
              <a:off x="4270439" y="2210753"/>
              <a:ext cx="84723" cy="94121"/>
            </a:xfrm>
            <a:prstGeom prst="rect">
              <a:avLst/>
            </a:prstGeom>
            <a:solidFill>
              <a:srgbClr val="D4B4CC"/>
            </a:solidFill>
            <a:ln w="0">
              <a:noFill/>
              <a:prstDash val="solid"/>
            </a:ln>
          </p:spPr>
        </p:sp>
        <p:sp>
          <p:nvSpPr>
            <p:cNvPr id="17130" name="original-2d:731">
              <a:extLst>
                <a:ext uri="{FF2B5EF4-FFF2-40B4-BE49-F238E27FC236}">
                  <ns2:creationId id="{1D3358E8-A601-45D3-8595-4014339C274D}"/>
                </a:ext>
              </a:extLst>
            </p:cNvPr>
            <p:cNvSpPr>
              <a:spLocks noGrp="1"/>
            </p:cNvSpPr>
            <p:nvPr/>
          </p:nvSpPr>
          <p:spPr>
            <a:xfrm rot="0" flipH="0" flipV="0">
              <a:off x="4355021" y="2210753"/>
              <a:ext cx="84723" cy="94121"/>
            </a:xfrm>
            <a:prstGeom prst="rect">
              <a:avLst/>
            </a:prstGeom>
            <a:solidFill>
              <a:srgbClr val="D4B4CC"/>
            </a:solidFill>
            <a:ln w="0">
              <a:noFill/>
              <a:prstDash val="solid"/>
            </a:ln>
          </p:spPr>
        </p:sp>
        <p:sp>
          <p:nvSpPr>
            <p:cNvPr id="17131" name="original-2d:732">
              <a:extLst>
                <a:ext uri="{FF2B5EF4-FFF2-40B4-BE49-F238E27FC236}">
                  <ns2:creationId id="{CF186CE6-C928-4040-BA11-3CFDCDEF38CB}"/>
                </a:ext>
              </a:extLst>
            </p:cNvPr>
            <p:cNvSpPr>
              <a:spLocks noGrp="1"/>
            </p:cNvSpPr>
            <p:nvPr/>
          </p:nvSpPr>
          <p:spPr>
            <a:xfrm rot="0" flipH="0" flipV="0">
              <a:off x="4439603" y="2210753"/>
              <a:ext cx="84723" cy="94121"/>
            </a:xfrm>
            <a:prstGeom prst="rect">
              <a:avLst/>
            </a:prstGeom>
            <a:solidFill>
              <a:srgbClr val="D4B4CC"/>
            </a:solidFill>
            <a:ln w="0">
              <a:noFill/>
              <a:prstDash val="solid"/>
            </a:ln>
          </p:spPr>
        </p:sp>
        <p:sp>
          <p:nvSpPr>
            <p:cNvPr id="17132" name="original-2d:733">
              <a:extLst>
                <a:ext uri="{FF2B5EF4-FFF2-40B4-BE49-F238E27FC236}">
                  <ns2:creationId id="{6049ABCB-ED6C-4E38-8674-7B7F7FCD5975}"/>
                </a:ext>
              </a:extLst>
            </p:cNvPr>
            <p:cNvSpPr>
              <a:spLocks noGrp="1"/>
            </p:cNvSpPr>
            <p:nvPr/>
          </p:nvSpPr>
          <p:spPr>
            <a:xfrm rot="0" flipH="0" flipV="0">
              <a:off x="4524185" y="2210753"/>
              <a:ext cx="84723" cy="94121"/>
            </a:xfrm>
            <a:prstGeom prst="rect">
              <a:avLst/>
            </a:prstGeom>
            <a:solidFill>
              <a:srgbClr val="D4B4CC"/>
            </a:solidFill>
            <a:ln w="0">
              <a:noFill/>
              <a:prstDash val="solid"/>
            </a:ln>
          </p:spPr>
        </p:sp>
        <p:sp>
          <p:nvSpPr>
            <p:cNvPr id="17133" name="original-2d:734">
              <a:extLst>
                <a:ext uri="{FF2B5EF4-FFF2-40B4-BE49-F238E27FC236}">
                  <ns2:creationId id="{70538F44-811F-4627-80C6-E21A93B61D01}"/>
                </a:ext>
              </a:extLst>
            </p:cNvPr>
            <p:cNvSpPr>
              <a:spLocks noGrp="1"/>
            </p:cNvSpPr>
            <p:nvPr/>
          </p:nvSpPr>
          <p:spPr>
            <a:xfrm rot="0" flipH="0" flipV="0">
              <a:off x="4608767" y="2210753"/>
              <a:ext cx="84723" cy="94121"/>
            </a:xfrm>
            <a:prstGeom prst="rect">
              <a:avLst/>
            </a:prstGeom>
            <a:solidFill>
              <a:srgbClr val="D4B4CC"/>
            </a:solidFill>
            <a:ln w="0">
              <a:noFill/>
              <a:prstDash val="solid"/>
            </a:ln>
          </p:spPr>
        </p:sp>
        <p:sp>
          <p:nvSpPr>
            <p:cNvPr id="17134" name="original-2d:735">
              <a:extLst>
                <a:ext uri="{FF2B5EF4-FFF2-40B4-BE49-F238E27FC236}">
                  <ns2:creationId id="{1E08DD88-D7FB-4AD3-8A34-B00605EBF78E}"/>
                </a:ext>
              </a:extLst>
            </p:cNvPr>
            <p:cNvSpPr>
              <a:spLocks noGrp="1"/>
            </p:cNvSpPr>
            <p:nvPr/>
          </p:nvSpPr>
          <p:spPr>
            <a:xfrm rot="0" flipH="0" flipV="0">
              <a:off x="4693349" y="2210753"/>
              <a:ext cx="84723" cy="94121"/>
            </a:xfrm>
            <a:prstGeom prst="rect">
              <a:avLst/>
            </a:prstGeom>
            <a:solidFill>
              <a:srgbClr val="D4B4CC"/>
            </a:solidFill>
            <a:ln w="0">
              <a:noFill/>
              <a:prstDash val="solid"/>
            </a:ln>
          </p:spPr>
        </p:sp>
        <p:sp>
          <p:nvSpPr>
            <p:cNvPr id="17135" name="original-2d:736">
              <a:extLst>
                <a:ext uri="{FF2B5EF4-FFF2-40B4-BE49-F238E27FC236}">
                  <ns2:creationId id="{B1278FB0-0D8F-4962-AB8B-FCD441CF528D}"/>
                </a:ext>
              </a:extLst>
            </p:cNvPr>
            <p:cNvSpPr>
              <a:spLocks noGrp="1"/>
            </p:cNvSpPr>
            <p:nvPr/>
          </p:nvSpPr>
          <p:spPr>
            <a:xfrm rot="0" flipH="0" flipV="0">
              <a:off x="4777931" y="2210753"/>
              <a:ext cx="84723" cy="94121"/>
            </a:xfrm>
            <a:prstGeom prst="rect">
              <a:avLst/>
            </a:prstGeom>
            <a:solidFill>
              <a:srgbClr val="D4B4CC"/>
            </a:solidFill>
            <a:ln w="0">
              <a:noFill/>
              <a:prstDash val="solid"/>
            </a:ln>
          </p:spPr>
        </p:sp>
        <p:sp>
          <p:nvSpPr>
            <p:cNvPr id="17136" name="original-2d:737">
              <a:extLst>
                <a:ext uri="{FF2B5EF4-FFF2-40B4-BE49-F238E27FC236}">
                  <ns2:creationId id="{488922EF-8624-408B-B955-9509DE00FD2C}"/>
                </a:ext>
              </a:extLst>
            </p:cNvPr>
            <p:cNvSpPr>
              <a:spLocks noGrp="1"/>
            </p:cNvSpPr>
            <p:nvPr/>
          </p:nvSpPr>
          <p:spPr>
            <a:xfrm rot="0" flipH="0" flipV="0">
              <a:off x="4862513" y="2210753"/>
              <a:ext cx="84723" cy="94121"/>
            </a:xfrm>
            <a:prstGeom prst="rect">
              <a:avLst/>
            </a:prstGeom>
            <a:solidFill>
              <a:srgbClr val="D4B4CC"/>
            </a:solidFill>
            <a:ln w="0">
              <a:noFill/>
              <a:prstDash val="solid"/>
            </a:ln>
          </p:spPr>
        </p:sp>
        <p:sp>
          <p:nvSpPr>
            <p:cNvPr id="17137" name="original-2d:738">
              <a:extLst>
                <a:ext uri="{FF2B5EF4-FFF2-40B4-BE49-F238E27FC236}">
                  <ns2:creationId id="{91E1DBA6-EB27-495D-B9CF-350FD48301CB}"/>
                </a:ext>
              </a:extLst>
            </p:cNvPr>
            <p:cNvSpPr>
              <a:spLocks noGrp="1"/>
            </p:cNvSpPr>
            <p:nvPr/>
          </p:nvSpPr>
          <p:spPr>
            <a:xfrm rot="0" flipH="0" flipV="0">
              <a:off x="4947095" y="2210753"/>
              <a:ext cx="84723" cy="94121"/>
            </a:xfrm>
            <a:prstGeom prst="rect">
              <a:avLst/>
            </a:prstGeom>
            <a:solidFill>
              <a:srgbClr val="D4B4CC"/>
            </a:solidFill>
            <a:ln w="0">
              <a:noFill/>
              <a:prstDash val="solid"/>
            </a:ln>
          </p:spPr>
        </p:sp>
        <p:sp>
          <p:nvSpPr>
            <p:cNvPr id="17138" name="original-2d:739">
              <a:extLst>
                <a:ext uri="{FF2B5EF4-FFF2-40B4-BE49-F238E27FC236}">
                  <ns2:creationId id="{BD626B74-E3FB-4611-AAFD-0B5B64CB70AA}"/>
                </a:ext>
              </a:extLst>
            </p:cNvPr>
            <p:cNvSpPr>
              <a:spLocks noGrp="1"/>
            </p:cNvSpPr>
            <p:nvPr/>
          </p:nvSpPr>
          <p:spPr>
            <a:xfrm rot="0" flipH="0" flipV="0">
              <a:off x="5031677" y="2210753"/>
              <a:ext cx="84723" cy="94121"/>
            </a:xfrm>
            <a:prstGeom prst="rect">
              <a:avLst/>
            </a:prstGeom>
            <a:solidFill>
              <a:srgbClr val="D4B4CC"/>
            </a:solidFill>
            <a:ln w="0">
              <a:noFill/>
              <a:prstDash val="solid"/>
            </a:ln>
          </p:spPr>
        </p:sp>
        <p:sp>
          <p:nvSpPr>
            <p:cNvPr id="17139" name="original-2d:740">
              <a:extLst>
                <a:ext uri="{FF2B5EF4-FFF2-40B4-BE49-F238E27FC236}">
                  <ns2:creationId id="{974D714F-73BF-46E9-B988-5D03143A5388}"/>
                </a:ext>
              </a:extLst>
            </p:cNvPr>
            <p:cNvSpPr>
              <a:spLocks noGrp="1"/>
            </p:cNvSpPr>
            <p:nvPr/>
          </p:nvSpPr>
          <p:spPr>
            <a:xfrm rot="0" flipH="0" flipV="0">
              <a:off x="5116259" y="2210753"/>
              <a:ext cx="84723" cy="94121"/>
            </a:xfrm>
            <a:prstGeom prst="rect">
              <a:avLst/>
            </a:prstGeom>
            <a:solidFill>
              <a:srgbClr val="D4B4CC"/>
            </a:solidFill>
            <a:ln w="0">
              <a:noFill/>
              <a:prstDash val="solid"/>
            </a:ln>
          </p:spPr>
        </p:sp>
        <p:sp>
          <p:nvSpPr>
            <p:cNvPr id="17140" name="original-2d:741">
              <a:extLst>
                <a:ext uri="{FF2B5EF4-FFF2-40B4-BE49-F238E27FC236}">
                  <ns2:creationId id="{5F56172C-50EF-4601-BAA7-74A32F00E095}"/>
                </a:ext>
              </a:extLst>
            </p:cNvPr>
            <p:cNvSpPr>
              <a:spLocks noGrp="1"/>
            </p:cNvSpPr>
            <p:nvPr/>
          </p:nvSpPr>
          <p:spPr>
            <a:xfrm rot="0" flipH="0" flipV="0">
              <a:off x="5200841" y="2210753"/>
              <a:ext cx="84723" cy="94121"/>
            </a:xfrm>
            <a:prstGeom prst="rect">
              <a:avLst/>
            </a:prstGeom>
            <a:solidFill>
              <a:srgbClr val="DCE8ED"/>
            </a:solidFill>
            <a:ln w="0">
              <a:noFill/>
              <a:prstDash val="solid"/>
            </a:ln>
          </p:spPr>
        </p:sp>
        <p:sp>
          <p:nvSpPr>
            <p:cNvPr id="17141" name="original-2d:742">
              <a:extLst>
                <a:ext uri="{FF2B5EF4-FFF2-40B4-BE49-F238E27FC236}">
                  <ns2:creationId id="{78E8D482-A191-44A8-97E0-884712644D82}"/>
                </a:ext>
              </a:extLst>
            </p:cNvPr>
            <p:cNvSpPr>
              <a:spLocks noGrp="1"/>
            </p:cNvSpPr>
            <p:nvPr/>
          </p:nvSpPr>
          <p:spPr>
            <a:xfrm rot="0" flipH="0" flipV="0">
              <a:off x="3593783" y="2304733"/>
              <a:ext cx="84723" cy="94121"/>
            </a:xfrm>
            <a:prstGeom prst="rect">
              <a:avLst/>
            </a:prstGeom>
            <a:solidFill>
              <a:srgbClr val="0072B2"/>
            </a:solidFill>
            <a:ln w="0">
              <a:noFill/>
              <a:prstDash val="solid"/>
            </a:ln>
          </p:spPr>
        </p:sp>
        <p:sp>
          <p:nvSpPr>
            <p:cNvPr id="17142" name="original-2d:743">
              <a:extLst>
                <a:ext uri="{FF2B5EF4-FFF2-40B4-BE49-F238E27FC236}">
                  <ns2:creationId id="{9C46D90E-9982-4CAB-8E09-5892EE14C8EF}"/>
                </a:ext>
              </a:extLst>
            </p:cNvPr>
            <p:cNvSpPr>
              <a:spLocks noGrp="1"/>
            </p:cNvSpPr>
            <p:nvPr/>
          </p:nvSpPr>
          <p:spPr>
            <a:xfrm rot="0" flipH="0" flipV="0">
              <a:off x="3678365" y="2304733"/>
              <a:ext cx="84723" cy="94121"/>
            </a:xfrm>
            <a:prstGeom prst="rect">
              <a:avLst/>
            </a:prstGeom>
            <a:solidFill>
              <a:srgbClr val="0072B2"/>
            </a:solidFill>
            <a:ln w="0">
              <a:noFill/>
              <a:prstDash val="solid"/>
            </a:ln>
          </p:spPr>
        </p:sp>
        <p:sp>
          <p:nvSpPr>
            <p:cNvPr id="17143" name="original-2d:744">
              <a:extLst>
                <a:ext uri="{FF2B5EF4-FFF2-40B4-BE49-F238E27FC236}">
                  <ns2:creationId id="{D7BB8991-0F80-47B3-BECF-427AD76A6D11}"/>
                </a:ext>
              </a:extLst>
            </p:cNvPr>
            <p:cNvSpPr>
              <a:spLocks noGrp="1"/>
            </p:cNvSpPr>
            <p:nvPr/>
          </p:nvSpPr>
          <p:spPr>
            <a:xfrm rot="0" flipH="0" flipV="0">
              <a:off x="3762947" y="2304733"/>
              <a:ext cx="84723" cy="94121"/>
            </a:xfrm>
            <a:prstGeom prst="rect">
              <a:avLst/>
            </a:prstGeom>
            <a:solidFill>
              <a:srgbClr val="0072B2"/>
            </a:solidFill>
            <a:ln w="0">
              <a:noFill/>
              <a:prstDash val="solid"/>
            </a:ln>
          </p:spPr>
        </p:sp>
        <p:sp>
          <p:nvSpPr>
            <p:cNvPr id="17144" name="original-2d:745">
              <a:extLst>
                <a:ext uri="{FF2B5EF4-FFF2-40B4-BE49-F238E27FC236}">
                  <ns2:creationId id="{C0F3E327-605B-4D2B-9909-88A51E2F613C}"/>
                </a:ext>
              </a:extLst>
            </p:cNvPr>
            <p:cNvSpPr>
              <a:spLocks noGrp="1"/>
            </p:cNvSpPr>
            <p:nvPr/>
          </p:nvSpPr>
          <p:spPr>
            <a:xfrm rot="0" flipH="0" flipV="0">
              <a:off x="3847529" y="2304733"/>
              <a:ext cx="84723" cy="94121"/>
            </a:xfrm>
            <a:prstGeom prst="rect">
              <a:avLst/>
            </a:prstGeom>
            <a:solidFill>
              <a:srgbClr val="0072B2"/>
            </a:solidFill>
            <a:ln w="0">
              <a:noFill/>
              <a:prstDash val="solid"/>
            </a:ln>
          </p:spPr>
        </p:sp>
        <p:sp>
          <p:nvSpPr>
            <p:cNvPr id="17145" name="original-2d:746">
              <a:extLst>
                <a:ext uri="{FF2B5EF4-FFF2-40B4-BE49-F238E27FC236}">
                  <ns2:creationId id="{47FC8D55-1A2E-427A-8B80-10F43EEF6CB5}"/>
                </a:ext>
              </a:extLst>
            </p:cNvPr>
            <p:cNvSpPr>
              <a:spLocks noGrp="1"/>
            </p:cNvSpPr>
            <p:nvPr/>
          </p:nvSpPr>
          <p:spPr>
            <a:xfrm rot="0" flipH="0" flipV="0">
              <a:off x="3932111" y="2304733"/>
              <a:ext cx="84723" cy="94121"/>
            </a:xfrm>
            <a:prstGeom prst="rect">
              <a:avLst/>
            </a:prstGeom>
            <a:solidFill>
              <a:srgbClr val="0072B2"/>
            </a:solidFill>
            <a:ln w="0">
              <a:noFill/>
              <a:prstDash val="solid"/>
            </a:ln>
          </p:spPr>
        </p:sp>
        <p:sp>
          <p:nvSpPr>
            <p:cNvPr id="17146" name="original-2d:747">
              <a:extLst>
                <a:ext uri="{FF2B5EF4-FFF2-40B4-BE49-F238E27FC236}">
                  <ns2:creationId id="{686E83B1-C739-463D-A279-F6D8BF9EBA98}"/>
                </a:ext>
              </a:extLst>
            </p:cNvPr>
            <p:cNvSpPr>
              <a:spLocks noGrp="1"/>
            </p:cNvSpPr>
            <p:nvPr/>
          </p:nvSpPr>
          <p:spPr>
            <a:xfrm rot="0" flipH="0" flipV="0">
              <a:off x="4016693" y="2304733"/>
              <a:ext cx="84723" cy="94121"/>
            </a:xfrm>
            <a:prstGeom prst="rect">
              <a:avLst/>
            </a:prstGeom>
            <a:solidFill>
              <a:srgbClr val="0072B2"/>
            </a:solidFill>
            <a:ln w="0">
              <a:noFill/>
              <a:prstDash val="solid"/>
            </a:ln>
          </p:spPr>
        </p:sp>
        <p:sp>
          <p:nvSpPr>
            <p:cNvPr id="17147" name="original-2d:748">
              <a:extLst>
                <a:ext uri="{FF2B5EF4-FFF2-40B4-BE49-F238E27FC236}">
                  <ns2:creationId id="{A9CBA3F3-93B6-41D7-B15F-13726B6AEA2F}"/>
                </a:ext>
              </a:extLst>
            </p:cNvPr>
            <p:cNvSpPr>
              <a:spLocks noGrp="1"/>
            </p:cNvSpPr>
            <p:nvPr/>
          </p:nvSpPr>
          <p:spPr>
            <a:xfrm rot="0" flipH="0" flipV="0">
              <a:off x="4101275" y="2304733"/>
              <a:ext cx="84723" cy="94121"/>
            </a:xfrm>
            <a:prstGeom prst="rect">
              <a:avLst/>
            </a:prstGeom>
            <a:solidFill>
              <a:srgbClr val="0072B2"/>
            </a:solidFill>
            <a:ln w="0">
              <a:noFill/>
              <a:prstDash val="solid"/>
            </a:ln>
          </p:spPr>
        </p:sp>
        <p:sp>
          <p:nvSpPr>
            <p:cNvPr id="17148" name="original-2d:749">
              <a:extLst>
                <a:ext uri="{FF2B5EF4-FFF2-40B4-BE49-F238E27FC236}">
                  <ns2:creationId id="{583CCFAF-B89E-4834-A3AA-282130E0230F}"/>
                </a:ext>
              </a:extLst>
            </p:cNvPr>
            <p:cNvSpPr>
              <a:spLocks noGrp="1"/>
            </p:cNvSpPr>
            <p:nvPr/>
          </p:nvSpPr>
          <p:spPr>
            <a:xfrm rot="0" flipH="0" flipV="0">
              <a:off x="4185857" y="2304733"/>
              <a:ext cx="84723" cy="94121"/>
            </a:xfrm>
            <a:prstGeom prst="rect">
              <a:avLst/>
            </a:prstGeom>
            <a:solidFill>
              <a:srgbClr val="D4B4CC"/>
            </a:solidFill>
            <a:ln w="0">
              <a:noFill/>
              <a:prstDash val="solid"/>
            </a:ln>
          </p:spPr>
        </p:sp>
        <p:sp>
          <p:nvSpPr>
            <p:cNvPr id="17149" name="original-2d:750">
              <a:extLst>
                <a:ext uri="{FF2B5EF4-FFF2-40B4-BE49-F238E27FC236}">
                  <ns2:creationId id="{D0157C6F-DDB6-45DE-A313-17E2100B2C79}"/>
                </a:ext>
              </a:extLst>
            </p:cNvPr>
            <p:cNvSpPr>
              <a:spLocks noGrp="1"/>
            </p:cNvSpPr>
            <p:nvPr/>
          </p:nvSpPr>
          <p:spPr>
            <a:xfrm rot="0" flipH="0" flipV="0">
              <a:off x="4270439" y="2304733"/>
              <a:ext cx="84723" cy="94121"/>
            </a:xfrm>
            <a:prstGeom prst="rect">
              <a:avLst/>
            </a:prstGeom>
            <a:solidFill>
              <a:srgbClr val="D4B4CC"/>
            </a:solidFill>
            <a:ln w="0">
              <a:noFill/>
              <a:prstDash val="solid"/>
            </a:ln>
          </p:spPr>
        </p:sp>
        <p:sp>
          <p:nvSpPr>
            <p:cNvPr id="17150" name="original-2d:751">
              <a:extLst>
                <a:ext uri="{FF2B5EF4-FFF2-40B4-BE49-F238E27FC236}">
                  <ns2:creationId id="{084C3393-46CB-4DE7-BF9C-6ECC2F57A34A}"/>
                </a:ext>
              </a:extLst>
            </p:cNvPr>
            <p:cNvSpPr>
              <a:spLocks noGrp="1"/>
            </p:cNvSpPr>
            <p:nvPr/>
          </p:nvSpPr>
          <p:spPr>
            <a:xfrm rot="0" flipH="0" flipV="0">
              <a:off x="4355021" y="2304733"/>
              <a:ext cx="84723" cy="94121"/>
            </a:xfrm>
            <a:prstGeom prst="rect">
              <a:avLst/>
            </a:prstGeom>
            <a:solidFill>
              <a:srgbClr val="D4B4CC"/>
            </a:solidFill>
            <a:ln w="0">
              <a:noFill/>
              <a:prstDash val="solid"/>
            </a:ln>
          </p:spPr>
        </p:sp>
        <p:sp>
          <p:nvSpPr>
            <p:cNvPr id="17151" name="original-2d:752">
              <a:extLst>
                <a:ext uri="{FF2B5EF4-FFF2-40B4-BE49-F238E27FC236}">
                  <ns2:creationId id="{C59FFFEB-4C91-45FA-B989-7F03024C208A}"/>
                </a:ext>
              </a:extLst>
            </p:cNvPr>
            <p:cNvSpPr>
              <a:spLocks noGrp="1"/>
            </p:cNvSpPr>
            <p:nvPr/>
          </p:nvSpPr>
          <p:spPr>
            <a:xfrm rot="0" flipH="0" flipV="0">
              <a:off x="4439603" y="2304733"/>
              <a:ext cx="84723" cy="94121"/>
            </a:xfrm>
            <a:prstGeom prst="rect">
              <a:avLst/>
            </a:prstGeom>
            <a:solidFill>
              <a:srgbClr val="D4B4CC"/>
            </a:solidFill>
            <a:ln w="0">
              <a:noFill/>
              <a:prstDash val="solid"/>
            </a:ln>
          </p:spPr>
        </p:sp>
        <p:sp>
          <p:nvSpPr>
            <p:cNvPr id="17152" name="original-2d:753">
              <a:extLst>
                <a:ext uri="{FF2B5EF4-FFF2-40B4-BE49-F238E27FC236}">
                  <ns2:creationId id="{5421E780-2287-471A-AF56-890B8421C887}"/>
                </a:ext>
              </a:extLst>
            </p:cNvPr>
            <p:cNvSpPr>
              <a:spLocks noGrp="1"/>
            </p:cNvSpPr>
            <p:nvPr/>
          </p:nvSpPr>
          <p:spPr>
            <a:xfrm rot="0" flipH="0" flipV="0">
              <a:off x="4524185" y="2304733"/>
              <a:ext cx="84723" cy="94121"/>
            </a:xfrm>
            <a:prstGeom prst="rect">
              <a:avLst/>
            </a:prstGeom>
            <a:solidFill>
              <a:srgbClr val="D4B4CC"/>
            </a:solidFill>
            <a:ln w="0">
              <a:noFill/>
              <a:prstDash val="solid"/>
            </a:ln>
          </p:spPr>
        </p:sp>
        <p:sp>
          <p:nvSpPr>
            <p:cNvPr id="17153" name="original-2d:754">
              <a:extLst>
                <a:ext uri="{FF2B5EF4-FFF2-40B4-BE49-F238E27FC236}">
                  <ns2:creationId id="{C181D2DA-00B4-406F-A5BC-888A448EA455}"/>
                </a:ext>
              </a:extLst>
            </p:cNvPr>
            <p:cNvSpPr>
              <a:spLocks noGrp="1"/>
            </p:cNvSpPr>
            <p:nvPr/>
          </p:nvSpPr>
          <p:spPr>
            <a:xfrm rot="0" flipH="0" flipV="0">
              <a:off x="4608767" y="2304733"/>
              <a:ext cx="84723" cy="94121"/>
            </a:xfrm>
            <a:prstGeom prst="rect">
              <a:avLst/>
            </a:prstGeom>
            <a:solidFill>
              <a:srgbClr val="D4B4CC"/>
            </a:solidFill>
            <a:ln w="0">
              <a:noFill/>
              <a:prstDash val="solid"/>
            </a:ln>
          </p:spPr>
        </p:sp>
        <p:sp>
          <p:nvSpPr>
            <p:cNvPr id="17154" name="original-2d:755">
              <a:extLst>
                <a:ext uri="{FF2B5EF4-FFF2-40B4-BE49-F238E27FC236}">
                  <ns2:creationId id="{76680F3B-73E6-4258-B458-391C127A1448}"/>
                </a:ext>
              </a:extLst>
            </p:cNvPr>
            <p:cNvSpPr>
              <a:spLocks noGrp="1"/>
            </p:cNvSpPr>
            <p:nvPr/>
          </p:nvSpPr>
          <p:spPr>
            <a:xfrm rot="0" flipH="0" flipV="0">
              <a:off x="4693349" y="2304733"/>
              <a:ext cx="84723" cy="94121"/>
            </a:xfrm>
            <a:prstGeom prst="rect">
              <a:avLst/>
            </a:prstGeom>
            <a:solidFill>
              <a:srgbClr val="D4B4CC"/>
            </a:solidFill>
            <a:ln w="0">
              <a:noFill/>
              <a:prstDash val="solid"/>
            </a:ln>
          </p:spPr>
        </p:sp>
        <p:sp>
          <p:nvSpPr>
            <p:cNvPr id="17155" name="original-2d:756">
              <a:extLst>
                <a:ext uri="{FF2B5EF4-FFF2-40B4-BE49-F238E27FC236}">
                  <ns2:creationId id="{B58E42E3-AEE4-40BE-9E7D-39E13094594C}"/>
                </a:ext>
              </a:extLst>
            </p:cNvPr>
            <p:cNvSpPr>
              <a:spLocks noGrp="1"/>
            </p:cNvSpPr>
            <p:nvPr/>
          </p:nvSpPr>
          <p:spPr>
            <a:xfrm rot="0" flipH="0" flipV="0">
              <a:off x="4777931" y="2304733"/>
              <a:ext cx="84723" cy="94121"/>
            </a:xfrm>
            <a:prstGeom prst="rect">
              <a:avLst/>
            </a:prstGeom>
            <a:solidFill>
              <a:srgbClr val="D4B4CC"/>
            </a:solidFill>
            <a:ln w="0">
              <a:noFill/>
              <a:prstDash val="solid"/>
            </a:ln>
          </p:spPr>
        </p:sp>
        <p:sp>
          <p:nvSpPr>
            <p:cNvPr id="17156" name="original-2d:757">
              <a:extLst>
                <a:ext uri="{FF2B5EF4-FFF2-40B4-BE49-F238E27FC236}">
                  <ns2:creationId id="{A5CFE1AD-BACB-4A78-A0C1-601242E5E11C}"/>
                </a:ext>
              </a:extLst>
            </p:cNvPr>
            <p:cNvSpPr>
              <a:spLocks noGrp="1"/>
            </p:cNvSpPr>
            <p:nvPr/>
          </p:nvSpPr>
          <p:spPr>
            <a:xfrm rot="0" flipH="0" flipV="0">
              <a:off x="4862513" y="2304733"/>
              <a:ext cx="84723" cy="94121"/>
            </a:xfrm>
            <a:prstGeom prst="rect">
              <a:avLst/>
            </a:prstGeom>
            <a:solidFill>
              <a:srgbClr val="D4B4CC"/>
            </a:solidFill>
            <a:ln w="0">
              <a:noFill/>
              <a:prstDash val="solid"/>
            </a:ln>
          </p:spPr>
        </p:sp>
        <p:sp>
          <p:nvSpPr>
            <p:cNvPr id="17157" name="original-2d:758">
              <a:extLst>
                <a:ext uri="{FF2B5EF4-FFF2-40B4-BE49-F238E27FC236}">
                  <ns2:creationId id="{EB6E5F35-42BE-425E-B2D7-08087543555F}"/>
                </a:ext>
              </a:extLst>
            </p:cNvPr>
            <p:cNvSpPr>
              <a:spLocks noGrp="1"/>
            </p:cNvSpPr>
            <p:nvPr/>
          </p:nvSpPr>
          <p:spPr>
            <a:xfrm rot="0" flipH="0" flipV="0">
              <a:off x="4947095" y="2304733"/>
              <a:ext cx="84723" cy="94121"/>
            </a:xfrm>
            <a:prstGeom prst="rect">
              <a:avLst/>
            </a:prstGeom>
            <a:solidFill>
              <a:srgbClr val="DCE8ED"/>
            </a:solidFill>
            <a:ln w="0">
              <a:noFill/>
              <a:prstDash val="solid"/>
            </a:ln>
          </p:spPr>
        </p:sp>
        <p:sp>
          <p:nvSpPr>
            <p:cNvPr id="17158" name="original-2d:759">
              <a:extLst>
                <a:ext uri="{FF2B5EF4-FFF2-40B4-BE49-F238E27FC236}">
                  <ns2:creationId id="{704CE84C-A06F-4127-A819-65B174D384D8}"/>
                </a:ext>
              </a:extLst>
            </p:cNvPr>
            <p:cNvSpPr>
              <a:spLocks noGrp="1"/>
            </p:cNvSpPr>
            <p:nvPr/>
          </p:nvSpPr>
          <p:spPr>
            <a:xfrm rot="0" flipH="0" flipV="0">
              <a:off x="5031677" y="2304733"/>
              <a:ext cx="84723" cy="94121"/>
            </a:xfrm>
            <a:prstGeom prst="rect">
              <a:avLst/>
            </a:prstGeom>
            <a:solidFill>
              <a:srgbClr val="DCE8ED"/>
            </a:solidFill>
            <a:ln w="0">
              <a:noFill/>
              <a:prstDash val="solid"/>
            </a:ln>
          </p:spPr>
        </p:sp>
        <p:sp>
          <p:nvSpPr>
            <p:cNvPr id="17159" name="original-2d:760">
              <a:extLst>
                <a:ext uri="{FF2B5EF4-FFF2-40B4-BE49-F238E27FC236}">
                  <ns2:creationId id="{E5E1B695-2FBD-4ECC-9FC5-885A26A5CF1B}"/>
                </a:ext>
              </a:extLst>
            </p:cNvPr>
            <p:cNvSpPr>
              <a:spLocks noGrp="1"/>
            </p:cNvSpPr>
            <p:nvPr/>
          </p:nvSpPr>
          <p:spPr>
            <a:xfrm rot="0" flipH="0" flipV="0">
              <a:off x="5116259" y="2304733"/>
              <a:ext cx="84723" cy="94121"/>
            </a:xfrm>
            <a:prstGeom prst="rect">
              <a:avLst/>
            </a:prstGeom>
            <a:solidFill>
              <a:srgbClr val="DCE8ED"/>
            </a:solidFill>
            <a:ln w="0">
              <a:noFill/>
              <a:prstDash val="solid"/>
            </a:ln>
          </p:spPr>
        </p:sp>
        <p:sp>
          <p:nvSpPr>
            <p:cNvPr id="17160" name="original-2d:761">
              <a:extLst>
                <a:ext uri="{FF2B5EF4-FFF2-40B4-BE49-F238E27FC236}">
                  <ns2:creationId id="{DF032092-958E-4118-A3E3-AB30260157C1}"/>
                </a:ext>
              </a:extLst>
            </p:cNvPr>
            <p:cNvSpPr>
              <a:spLocks noGrp="1"/>
            </p:cNvSpPr>
            <p:nvPr/>
          </p:nvSpPr>
          <p:spPr>
            <a:xfrm rot="0" flipH="0" flipV="0">
              <a:off x="5200841" y="2304733"/>
              <a:ext cx="84723" cy="94121"/>
            </a:xfrm>
            <a:prstGeom prst="rect">
              <a:avLst/>
            </a:prstGeom>
            <a:solidFill>
              <a:srgbClr val="DCE8ED"/>
            </a:solidFill>
            <a:ln w="0">
              <a:noFill/>
              <a:prstDash val="solid"/>
            </a:ln>
          </p:spPr>
        </p:sp>
        <p:sp>
          <p:nvSpPr>
            <p:cNvPr id="17161" name="original-2d:762">
              <a:extLst>
                <a:ext uri="{FF2B5EF4-FFF2-40B4-BE49-F238E27FC236}">
                  <ns2:creationId id="{1C0249AC-EA1F-47CA-B0FA-06614C5383B4}"/>
                </a:ext>
              </a:extLst>
            </p:cNvPr>
            <p:cNvSpPr>
              <a:spLocks noGrp="1"/>
            </p:cNvSpPr>
            <p:nvPr/>
          </p:nvSpPr>
          <p:spPr>
            <a:xfrm rot="0" flipH="0" flipV="0">
              <a:off x="3593783" y="2398713"/>
              <a:ext cx="84723" cy="94121"/>
            </a:xfrm>
            <a:prstGeom prst="rect">
              <a:avLst/>
            </a:prstGeom>
            <a:solidFill>
              <a:srgbClr val="0072B2"/>
            </a:solidFill>
            <a:ln w="0">
              <a:noFill/>
              <a:prstDash val="solid"/>
            </a:ln>
          </p:spPr>
        </p:sp>
        <p:sp>
          <p:nvSpPr>
            <p:cNvPr id="17162" name="original-2d:763">
              <a:extLst>
                <a:ext uri="{FF2B5EF4-FFF2-40B4-BE49-F238E27FC236}">
                  <ns2:creationId id="{88DE5679-91D1-4F3A-8573-50C8F198AA91}"/>
                </a:ext>
              </a:extLst>
            </p:cNvPr>
            <p:cNvSpPr>
              <a:spLocks noGrp="1"/>
            </p:cNvSpPr>
            <p:nvPr/>
          </p:nvSpPr>
          <p:spPr>
            <a:xfrm rot="0" flipH="0" flipV="0">
              <a:off x="3678365" y="2398713"/>
              <a:ext cx="84723" cy="94121"/>
            </a:xfrm>
            <a:prstGeom prst="rect">
              <a:avLst/>
            </a:prstGeom>
            <a:solidFill>
              <a:srgbClr val="0072B2"/>
            </a:solidFill>
            <a:ln w="0">
              <a:noFill/>
              <a:prstDash val="solid"/>
            </a:ln>
          </p:spPr>
        </p:sp>
        <p:sp>
          <p:nvSpPr>
            <p:cNvPr id="17163" name="original-2d:764">
              <a:extLst>
                <a:ext uri="{FF2B5EF4-FFF2-40B4-BE49-F238E27FC236}">
                  <ns2:creationId id="{8473C9CD-DF99-467B-AA37-C617104D9740}"/>
                </a:ext>
              </a:extLst>
            </p:cNvPr>
            <p:cNvSpPr>
              <a:spLocks noGrp="1"/>
            </p:cNvSpPr>
            <p:nvPr/>
          </p:nvSpPr>
          <p:spPr>
            <a:xfrm rot="0" flipH="0" flipV="0">
              <a:off x="3762947" y="2398713"/>
              <a:ext cx="84723" cy="94121"/>
            </a:xfrm>
            <a:prstGeom prst="rect">
              <a:avLst/>
            </a:prstGeom>
            <a:solidFill>
              <a:srgbClr val="0072B2"/>
            </a:solidFill>
            <a:ln w="0">
              <a:noFill/>
              <a:prstDash val="solid"/>
            </a:ln>
          </p:spPr>
        </p:sp>
        <p:sp>
          <p:nvSpPr>
            <p:cNvPr id="17164" name="original-2d:765">
              <a:extLst>
                <a:ext uri="{FF2B5EF4-FFF2-40B4-BE49-F238E27FC236}">
                  <ns2:creationId id="{2B1A0860-887E-4E38-8A11-D35292FA3E8E}"/>
                </a:ext>
              </a:extLst>
            </p:cNvPr>
            <p:cNvSpPr>
              <a:spLocks noGrp="1"/>
            </p:cNvSpPr>
            <p:nvPr/>
          </p:nvSpPr>
          <p:spPr>
            <a:xfrm rot="0" flipH="0" flipV="0">
              <a:off x="3847529" y="2398713"/>
              <a:ext cx="84723" cy="94121"/>
            </a:xfrm>
            <a:prstGeom prst="rect">
              <a:avLst/>
            </a:prstGeom>
            <a:solidFill>
              <a:srgbClr val="0072B2"/>
            </a:solidFill>
            <a:ln w="0">
              <a:noFill/>
              <a:prstDash val="solid"/>
            </a:ln>
          </p:spPr>
        </p:sp>
        <p:sp>
          <p:nvSpPr>
            <p:cNvPr id="17165" name="original-2d:766">
              <a:extLst>
                <a:ext uri="{FF2B5EF4-FFF2-40B4-BE49-F238E27FC236}">
                  <ns2:creationId id="{E8E2E7CF-5882-4661-9126-B609FCE19FC6}"/>
                </a:ext>
              </a:extLst>
            </p:cNvPr>
            <p:cNvSpPr>
              <a:spLocks noGrp="1"/>
            </p:cNvSpPr>
            <p:nvPr/>
          </p:nvSpPr>
          <p:spPr>
            <a:xfrm rot="0" flipH="0" flipV="0">
              <a:off x="3932111" y="2398713"/>
              <a:ext cx="84723" cy="94121"/>
            </a:xfrm>
            <a:prstGeom prst="rect">
              <a:avLst/>
            </a:prstGeom>
            <a:solidFill>
              <a:srgbClr val="0072B2"/>
            </a:solidFill>
            <a:ln w="0">
              <a:noFill/>
              <a:prstDash val="solid"/>
            </a:ln>
          </p:spPr>
        </p:sp>
        <p:sp>
          <p:nvSpPr>
            <p:cNvPr id="17166" name="original-2d:767">
              <a:extLst>
                <a:ext uri="{FF2B5EF4-FFF2-40B4-BE49-F238E27FC236}">
                  <ns2:creationId id="{FDEA7A4D-AC6E-4E7F-B3E7-A1712D244B3F}"/>
                </a:ext>
              </a:extLst>
            </p:cNvPr>
            <p:cNvSpPr>
              <a:spLocks noGrp="1"/>
            </p:cNvSpPr>
            <p:nvPr/>
          </p:nvSpPr>
          <p:spPr>
            <a:xfrm rot="0" flipH="0" flipV="0">
              <a:off x="4016693" y="2398713"/>
              <a:ext cx="84723" cy="94121"/>
            </a:xfrm>
            <a:prstGeom prst="rect">
              <a:avLst/>
            </a:prstGeom>
            <a:solidFill>
              <a:srgbClr val="0072B2"/>
            </a:solidFill>
            <a:ln w="0">
              <a:noFill/>
              <a:prstDash val="solid"/>
            </a:ln>
          </p:spPr>
        </p:sp>
        <p:sp>
          <p:nvSpPr>
            <p:cNvPr id="17167" name="original-2d:768">
              <a:extLst>
                <a:ext uri="{FF2B5EF4-FFF2-40B4-BE49-F238E27FC236}">
                  <ns2:creationId id="{D0FB98E1-9C29-4913-8901-22A9E1400EB9}"/>
                </a:ext>
              </a:extLst>
            </p:cNvPr>
            <p:cNvSpPr>
              <a:spLocks noGrp="1"/>
            </p:cNvSpPr>
            <p:nvPr/>
          </p:nvSpPr>
          <p:spPr>
            <a:xfrm rot="0" flipH="0" flipV="0">
              <a:off x="4101275" y="2398713"/>
              <a:ext cx="84723" cy="94121"/>
            </a:xfrm>
            <a:prstGeom prst="rect">
              <a:avLst/>
            </a:prstGeom>
            <a:solidFill>
              <a:srgbClr val="D4B4CC"/>
            </a:solidFill>
            <a:ln w="0">
              <a:noFill/>
              <a:prstDash val="solid"/>
            </a:ln>
          </p:spPr>
        </p:sp>
        <p:sp>
          <p:nvSpPr>
            <p:cNvPr id="17168" name="original-2d:769">
              <a:extLst>
                <a:ext uri="{FF2B5EF4-FFF2-40B4-BE49-F238E27FC236}">
                  <ns2:creationId id="{9F1E6A8A-E638-4FC5-AC59-39F165C49E28}"/>
                </a:ext>
              </a:extLst>
            </p:cNvPr>
            <p:cNvSpPr>
              <a:spLocks noGrp="1"/>
            </p:cNvSpPr>
            <p:nvPr/>
          </p:nvSpPr>
          <p:spPr>
            <a:xfrm rot="0" flipH="0" flipV="0">
              <a:off x="4185857" y="2398713"/>
              <a:ext cx="84723" cy="94121"/>
            </a:xfrm>
            <a:prstGeom prst="rect">
              <a:avLst/>
            </a:prstGeom>
            <a:solidFill>
              <a:srgbClr val="D4B4CC"/>
            </a:solidFill>
            <a:ln w="0">
              <a:noFill/>
              <a:prstDash val="solid"/>
            </a:ln>
          </p:spPr>
        </p:sp>
        <p:sp>
          <p:nvSpPr>
            <p:cNvPr id="17169" name="original-2d:770">
              <a:extLst>
                <a:ext uri="{FF2B5EF4-FFF2-40B4-BE49-F238E27FC236}">
                  <ns2:creationId id="{A75A4C3E-0DBA-4F32-BCEF-F6A3CE6BFDAF}"/>
                </a:ext>
              </a:extLst>
            </p:cNvPr>
            <p:cNvSpPr>
              <a:spLocks noGrp="1"/>
            </p:cNvSpPr>
            <p:nvPr/>
          </p:nvSpPr>
          <p:spPr>
            <a:xfrm rot="0" flipH="0" flipV="0">
              <a:off x="4270439" y="2398713"/>
              <a:ext cx="84723" cy="94121"/>
            </a:xfrm>
            <a:prstGeom prst="rect">
              <a:avLst/>
            </a:prstGeom>
            <a:solidFill>
              <a:srgbClr val="D4B4CC"/>
            </a:solidFill>
            <a:ln w="0">
              <a:noFill/>
              <a:prstDash val="solid"/>
            </a:ln>
          </p:spPr>
        </p:sp>
        <p:sp>
          <p:nvSpPr>
            <p:cNvPr id="17170" name="original-2d:771">
              <a:extLst>
                <a:ext uri="{FF2B5EF4-FFF2-40B4-BE49-F238E27FC236}">
                  <ns2:creationId id="{D6126A7C-3F74-430E-A1E2-28C350F1B302}"/>
                </a:ext>
              </a:extLst>
            </p:cNvPr>
            <p:cNvSpPr>
              <a:spLocks noGrp="1"/>
            </p:cNvSpPr>
            <p:nvPr/>
          </p:nvSpPr>
          <p:spPr>
            <a:xfrm rot="0" flipH="0" flipV="0">
              <a:off x="4355021" y="2398713"/>
              <a:ext cx="84723" cy="94121"/>
            </a:xfrm>
            <a:prstGeom prst="rect">
              <a:avLst/>
            </a:prstGeom>
            <a:solidFill>
              <a:srgbClr val="D4B4CC"/>
            </a:solidFill>
            <a:ln w="0">
              <a:noFill/>
              <a:prstDash val="solid"/>
            </a:ln>
          </p:spPr>
        </p:sp>
        <p:sp>
          <p:nvSpPr>
            <p:cNvPr id="17171" name="original-2d:772">
              <a:extLst>
                <a:ext uri="{FF2B5EF4-FFF2-40B4-BE49-F238E27FC236}">
                  <ns2:creationId id="{57549686-B47F-4AC1-AD93-FDFEF9BD8D9C}"/>
                </a:ext>
              </a:extLst>
            </p:cNvPr>
            <p:cNvSpPr>
              <a:spLocks noGrp="1"/>
            </p:cNvSpPr>
            <p:nvPr/>
          </p:nvSpPr>
          <p:spPr>
            <a:xfrm rot="0" flipH="0" flipV="0">
              <a:off x="4439603" y="2398713"/>
              <a:ext cx="84723" cy="94121"/>
            </a:xfrm>
            <a:prstGeom prst="rect">
              <a:avLst/>
            </a:prstGeom>
            <a:solidFill>
              <a:srgbClr val="DCE8ED"/>
            </a:solidFill>
            <a:ln w="0">
              <a:noFill/>
              <a:prstDash val="solid"/>
            </a:ln>
          </p:spPr>
        </p:sp>
        <p:sp>
          <p:nvSpPr>
            <p:cNvPr id="17172" name="original-2d:773">
              <a:extLst>
                <a:ext uri="{FF2B5EF4-FFF2-40B4-BE49-F238E27FC236}">
                  <ns2:creationId id="{42849E55-A782-4AC2-ABFE-FE244488D5FE}"/>
                </a:ext>
              </a:extLst>
            </p:cNvPr>
            <p:cNvSpPr>
              <a:spLocks noGrp="1"/>
            </p:cNvSpPr>
            <p:nvPr/>
          </p:nvSpPr>
          <p:spPr>
            <a:xfrm rot="0" flipH="0" flipV="0">
              <a:off x="4524185" y="2398713"/>
              <a:ext cx="84723" cy="94121"/>
            </a:xfrm>
            <a:prstGeom prst="rect">
              <a:avLst/>
            </a:prstGeom>
            <a:solidFill>
              <a:srgbClr val="DCE8ED"/>
            </a:solidFill>
            <a:ln w="0">
              <a:noFill/>
              <a:prstDash val="solid"/>
            </a:ln>
          </p:spPr>
        </p:sp>
        <p:sp>
          <p:nvSpPr>
            <p:cNvPr id="17173" name="original-2d:774">
              <a:extLst>
                <a:ext uri="{FF2B5EF4-FFF2-40B4-BE49-F238E27FC236}">
                  <ns2:creationId id="{84B96D42-9202-4BEC-8CE9-671237601BBD}"/>
                </a:ext>
              </a:extLst>
            </p:cNvPr>
            <p:cNvSpPr>
              <a:spLocks noGrp="1"/>
            </p:cNvSpPr>
            <p:nvPr/>
          </p:nvSpPr>
          <p:spPr>
            <a:xfrm rot="0" flipH="0" flipV="0">
              <a:off x="4608767" y="2398713"/>
              <a:ext cx="84723" cy="94121"/>
            </a:xfrm>
            <a:prstGeom prst="rect">
              <a:avLst/>
            </a:prstGeom>
            <a:solidFill>
              <a:srgbClr val="DCE8ED"/>
            </a:solidFill>
            <a:ln w="0">
              <a:noFill/>
              <a:prstDash val="solid"/>
            </a:ln>
          </p:spPr>
        </p:sp>
        <p:sp>
          <p:nvSpPr>
            <p:cNvPr id="17174" name="original-2d:775">
              <a:extLst>
                <a:ext uri="{FF2B5EF4-FFF2-40B4-BE49-F238E27FC236}">
                  <ns2:creationId id="{41E87226-22DD-46EB-995B-11CFECD4ADD4}"/>
                </a:ext>
              </a:extLst>
            </p:cNvPr>
            <p:cNvSpPr>
              <a:spLocks noGrp="1"/>
            </p:cNvSpPr>
            <p:nvPr/>
          </p:nvSpPr>
          <p:spPr>
            <a:xfrm rot="0" flipH="0" flipV="0">
              <a:off x="4693349" y="2398713"/>
              <a:ext cx="84723" cy="94121"/>
            </a:xfrm>
            <a:prstGeom prst="rect">
              <a:avLst/>
            </a:prstGeom>
            <a:solidFill>
              <a:srgbClr val="DCE8ED"/>
            </a:solidFill>
            <a:ln w="0">
              <a:noFill/>
              <a:prstDash val="solid"/>
            </a:ln>
          </p:spPr>
        </p:sp>
        <p:sp>
          <p:nvSpPr>
            <p:cNvPr id="17175" name="original-2d:776">
              <a:extLst>
                <a:ext uri="{FF2B5EF4-FFF2-40B4-BE49-F238E27FC236}">
                  <ns2:creationId id="{61BCEEE6-30F1-4F0A-83CD-B8BB0AA66BBE}"/>
                </a:ext>
              </a:extLst>
            </p:cNvPr>
            <p:cNvSpPr>
              <a:spLocks noGrp="1"/>
            </p:cNvSpPr>
            <p:nvPr/>
          </p:nvSpPr>
          <p:spPr>
            <a:xfrm rot="0" flipH="0" flipV="0">
              <a:off x="4777931" y="2398713"/>
              <a:ext cx="84723" cy="94121"/>
            </a:xfrm>
            <a:prstGeom prst="rect">
              <a:avLst/>
            </a:prstGeom>
            <a:solidFill>
              <a:srgbClr val="DCE8ED"/>
            </a:solidFill>
            <a:ln w="0">
              <a:noFill/>
              <a:prstDash val="solid"/>
            </a:ln>
          </p:spPr>
        </p:sp>
        <p:sp>
          <p:nvSpPr>
            <p:cNvPr id="17176" name="original-2d:777">
              <a:extLst>
                <a:ext uri="{FF2B5EF4-FFF2-40B4-BE49-F238E27FC236}">
                  <ns2:creationId id="{82C4D143-C42E-47B1-8C0B-CCDC875F032F}"/>
                </a:ext>
              </a:extLst>
            </p:cNvPr>
            <p:cNvSpPr>
              <a:spLocks noGrp="1"/>
            </p:cNvSpPr>
            <p:nvPr/>
          </p:nvSpPr>
          <p:spPr>
            <a:xfrm rot="0" flipH="0" flipV="0">
              <a:off x="4862513" y="2398713"/>
              <a:ext cx="84723" cy="94121"/>
            </a:xfrm>
            <a:prstGeom prst="rect">
              <a:avLst/>
            </a:prstGeom>
            <a:solidFill>
              <a:srgbClr val="DCE8ED"/>
            </a:solidFill>
            <a:ln w="0">
              <a:noFill/>
              <a:prstDash val="solid"/>
            </a:ln>
          </p:spPr>
        </p:sp>
        <p:sp>
          <p:nvSpPr>
            <p:cNvPr id="17177" name="original-2d:778">
              <a:extLst>
                <a:ext uri="{FF2B5EF4-FFF2-40B4-BE49-F238E27FC236}">
                  <ns2:creationId id="{2BBC3215-97CD-42A1-B934-DDFA18C27C1A}"/>
                </a:ext>
              </a:extLst>
            </p:cNvPr>
            <p:cNvSpPr>
              <a:spLocks noGrp="1"/>
            </p:cNvSpPr>
            <p:nvPr/>
          </p:nvSpPr>
          <p:spPr>
            <a:xfrm rot="0" flipH="0" flipV="0">
              <a:off x="4947095" y="2398713"/>
              <a:ext cx="84723" cy="94121"/>
            </a:xfrm>
            <a:prstGeom prst="rect">
              <a:avLst/>
            </a:prstGeom>
            <a:solidFill>
              <a:srgbClr val="DCE8ED"/>
            </a:solidFill>
            <a:ln w="0">
              <a:noFill/>
              <a:prstDash val="solid"/>
            </a:ln>
          </p:spPr>
        </p:sp>
        <p:sp>
          <p:nvSpPr>
            <p:cNvPr id="17178" name="original-2d:779">
              <a:extLst>
                <a:ext uri="{FF2B5EF4-FFF2-40B4-BE49-F238E27FC236}">
                  <ns2:creationId id="{2D3BC0CA-2E73-4D0F-B26C-8ADDD30FC31F}"/>
                </a:ext>
              </a:extLst>
            </p:cNvPr>
            <p:cNvSpPr>
              <a:spLocks noGrp="1"/>
            </p:cNvSpPr>
            <p:nvPr/>
          </p:nvSpPr>
          <p:spPr>
            <a:xfrm rot="0" flipH="0" flipV="0">
              <a:off x="5031677" y="2398713"/>
              <a:ext cx="84723" cy="94121"/>
            </a:xfrm>
            <a:prstGeom prst="rect">
              <a:avLst/>
            </a:prstGeom>
            <a:solidFill>
              <a:srgbClr val="DCE8ED"/>
            </a:solidFill>
            <a:ln w="0">
              <a:noFill/>
              <a:prstDash val="solid"/>
            </a:ln>
          </p:spPr>
        </p:sp>
        <p:sp>
          <p:nvSpPr>
            <p:cNvPr id="17179" name="original-2d:780">
              <a:extLst>
                <a:ext uri="{FF2B5EF4-FFF2-40B4-BE49-F238E27FC236}">
                  <ns2:creationId id="{03185CE5-64D1-4DE0-8FF9-AEC2099424A9}"/>
                </a:ext>
              </a:extLst>
            </p:cNvPr>
            <p:cNvSpPr>
              <a:spLocks noGrp="1"/>
            </p:cNvSpPr>
            <p:nvPr/>
          </p:nvSpPr>
          <p:spPr>
            <a:xfrm rot="0" flipH="0" flipV="0">
              <a:off x="5116259" y="2398713"/>
              <a:ext cx="84723" cy="94121"/>
            </a:xfrm>
            <a:prstGeom prst="rect">
              <a:avLst/>
            </a:prstGeom>
            <a:solidFill>
              <a:srgbClr val="DCE8ED"/>
            </a:solidFill>
            <a:ln w="0">
              <a:noFill/>
              <a:prstDash val="solid"/>
            </a:ln>
          </p:spPr>
        </p:sp>
        <p:sp>
          <p:nvSpPr>
            <p:cNvPr id="17180" name="original-2d:781">
              <a:extLst>
                <a:ext uri="{FF2B5EF4-FFF2-40B4-BE49-F238E27FC236}">
                  <ns2:creationId id="{03070222-8859-4401-8FB9-A787A80D6EB4}"/>
                </a:ext>
              </a:extLst>
            </p:cNvPr>
            <p:cNvSpPr>
              <a:spLocks noGrp="1"/>
            </p:cNvSpPr>
            <p:nvPr/>
          </p:nvSpPr>
          <p:spPr>
            <a:xfrm rot="0" flipH="0" flipV="0">
              <a:off x="5200841" y="2398713"/>
              <a:ext cx="84723" cy="94121"/>
            </a:xfrm>
            <a:prstGeom prst="rect">
              <a:avLst/>
            </a:prstGeom>
            <a:solidFill>
              <a:srgbClr val="DCE8ED"/>
            </a:solidFill>
            <a:ln w="0">
              <a:noFill/>
              <a:prstDash val="solid"/>
            </a:ln>
          </p:spPr>
        </p:sp>
        <p:sp>
          <p:nvSpPr>
            <p:cNvPr id="17181" name="original-2d:782">
              <a:extLst>
                <a:ext uri="{FF2B5EF4-FFF2-40B4-BE49-F238E27FC236}">
                  <ns2:creationId id="{482EC453-843C-48D3-82AB-E5E327C8E4AA}"/>
                </a:ext>
              </a:extLst>
            </p:cNvPr>
            <p:cNvSpPr>
              <a:spLocks noGrp="1"/>
            </p:cNvSpPr>
            <p:nvPr/>
          </p:nvSpPr>
          <p:spPr>
            <a:xfrm rot="0" flipH="0" flipV="0">
              <a:off x="3593783" y="2492693"/>
              <a:ext cx="84723" cy="94121"/>
            </a:xfrm>
            <a:prstGeom prst="rect">
              <a:avLst/>
            </a:prstGeom>
            <a:solidFill>
              <a:srgbClr val="0072B2"/>
            </a:solidFill>
            <a:ln w="0">
              <a:noFill/>
              <a:prstDash val="solid"/>
            </a:ln>
          </p:spPr>
        </p:sp>
        <p:sp>
          <p:nvSpPr>
            <p:cNvPr id="17182" name="original-2d:783">
              <a:extLst>
                <a:ext uri="{FF2B5EF4-FFF2-40B4-BE49-F238E27FC236}">
                  <ns2:creationId id="{00D1D138-83BB-487E-B33E-19A8668DAB9F}"/>
                </a:ext>
              </a:extLst>
            </p:cNvPr>
            <p:cNvSpPr>
              <a:spLocks noGrp="1"/>
            </p:cNvSpPr>
            <p:nvPr/>
          </p:nvSpPr>
          <p:spPr>
            <a:xfrm rot="0" flipH="0" flipV="0">
              <a:off x="3678365" y="2492693"/>
              <a:ext cx="84723" cy="94121"/>
            </a:xfrm>
            <a:prstGeom prst="rect">
              <a:avLst/>
            </a:prstGeom>
            <a:solidFill>
              <a:srgbClr val="0072B2"/>
            </a:solidFill>
            <a:ln w="0">
              <a:noFill/>
              <a:prstDash val="solid"/>
            </a:ln>
          </p:spPr>
        </p:sp>
        <p:sp>
          <p:nvSpPr>
            <p:cNvPr id="17183" name="original-2d:784">
              <a:extLst>
                <a:ext uri="{FF2B5EF4-FFF2-40B4-BE49-F238E27FC236}">
                  <ns2:creationId id="{57140FFB-7940-46C4-A6FA-4B44FEEA5978}"/>
                </a:ext>
              </a:extLst>
            </p:cNvPr>
            <p:cNvSpPr>
              <a:spLocks noGrp="1"/>
            </p:cNvSpPr>
            <p:nvPr/>
          </p:nvSpPr>
          <p:spPr>
            <a:xfrm rot="0" flipH="0" flipV="0">
              <a:off x="3762947" y="2492693"/>
              <a:ext cx="84723" cy="94121"/>
            </a:xfrm>
            <a:prstGeom prst="rect">
              <a:avLst/>
            </a:prstGeom>
            <a:solidFill>
              <a:srgbClr val="0072B2"/>
            </a:solidFill>
            <a:ln w="0">
              <a:noFill/>
              <a:prstDash val="solid"/>
            </a:ln>
          </p:spPr>
        </p:sp>
        <p:sp>
          <p:nvSpPr>
            <p:cNvPr id="17184" name="original-2d:785">
              <a:extLst>
                <a:ext uri="{FF2B5EF4-FFF2-40B4-BE49-F238E27FC236}">
                  <ns2:creationId id="{C9B89E44-3488-413B-AD2C-9721DAF2B500}"/>
                </a:ext>
              </a:extLst>
            </p:cNvPr>
            <p:cNvSpPr>
              <a:spLocks noGrp="1"/>
            </p:cNvSpPr>
            <p:nvPr/>
          </p:nvSpPr>
          <p:spPr>
            <a:xfrm rot="0" flipH="0" flipV="0">
              <a:off x="3847529" y="2492693"/>
              <a:ext cx="84723" cy="94121"/>
            </a:xfrm>
            <a:prstGeom prst="rect">
              <a:avLst/>
            </a:prstGeom>
            <a:solidFill>
              <a:srgbClr val="0072B2"/>
            </a:solidFill>
            <a:ln w="0">
              <a:noFill/>
              <a:prstDash val="solid"/>
            </a:ln>
          </p:spPr>
        </p:sp>
        <p:sp>
          <p:nvSpPr>
            <p:cNvPr id="17185" name="original-2d:786">
              <a:extLst>
                <a:ext uri="{FF2B5EF4-FFF2-40B4-BE49-F238E27FC236}">
                  <ns2:creationId id="{00F71E73-F43C-4263-A330-734A97568647}"/>
                </a:ext>
              </a:extLst>
            </p:cNvPr>
            <p:cNvSpPr>
              <a:spLocks noGrp="1"/>
            </p:cNvSpPr>
            <p:nvPr/>
          </p:nvSpPr>
          <p:spPr>
            <a:xfrm rot="0" flipH="0" flipV="0">
              <a:off x="3932111" y="2492693"/>
              <a:ext cx="84723" cy="94121"/>
            </a:xfrm>
            <a:prstGeom prst="rect">
              <a:avLst/>
            </a:prstGeom>
            <a:solidFill>
              <a:srgbClr val="0072B2"/>
            </a:solidFill>
            <a:ln w="0">
              <a:noFill/>
              <a:prstDash val="solid"/>
            </a:ln>
          </p:spPr>
        </p:sp>
        <p:sp>
          <p:nvSpPr>
            <p:cNvPr id="17186" name="original-2d:787">
              <a:extLst>
                <a:ext uri="{FF2B5EF4-FFF2-40B4-BE49-F238E27FC236}">
                  <ns2:creationId id="{73572C07-8A3E-4A1B-85BC-50F7DC136CB1}"/>
                </a:ext>
              </a:extLst>
            </p:cNvPr>
            <p:cNvSpPr>
              <a:spLocks noGrp="1"/>
            </p:cNvSpPr>
            <p:nvPr/>
          </p:nvSpPr>
          <p:spPr>
            <a:xfrm rot="0" flipH="0" flipV="0">
              <a:off x="4016693" y="2492693"/>
              <a:ext cx="84723" cy="94121"/>
            </a:xfrm>
            <a:prstGeom prst="rect">
              <a:avLst/>
            </a:prstGeom>
            <a:solidFill>
              <a:srgbClr val="D4B4CC"/>
            </a:solidFill>
            <a:ln w="0">
              <a:noFill/>
              <a:prstDash val="solid"/>
            </a:ln>
          </p:spPr>
        </p:sp>
        <p:sp>
          <p:nvSpPr>
            <p:cNvPr id="17187" name="original-2d:788">
              <a:extLst>
                <a:ext uri="{FF2B5EF4-FFF2-40B4-BE49-F238E27FC236}">
                  <ns2:creationId id="{2FA78F81-91AF-4F8F-A39C-35B77017C02D}"/>
                </a:ext>
              </a:extLst>
            </p:cNvPr>
            <p:cNvSpPr>
              <a:spLocks noGrp="1"/>
            </p:cNvSpPr>
            <p:nvPr/>
          </p:nvSpPr>
          <p:spPr>
            <a:xfrm rot="0" flipH="0" flipV="0">
              <a:off x="4101275" y="2492693"/>
              <a:ext cx="84723" cy="94121"/>
            </a:xfrm>
            <a:prstGeom prst="rect">
              <a:avLst/>
            </a:prstGeom>
            <a:solidFill>
              <a:srgbClr val="D4B4CC"/>
            </a:solidFill>
            <a:ln w="0">
              <a:noFill/>
              <a:prstDash val="solid"/>
            </a:ln>
          </p:spPr>
        </p:sp>
        <p:sp>
          <p:nvSpPr>
            <p:cNvPr id="17188" name="original-2d:789">
              <a:extLst>
                <a:ext uri="{FF2B5EF4-FFF2-40B4-BE49-F238E27FC236}">
                  <ns2:creationId id="{9E2E751A-FFB7-46F3-A89E-C4427E689DDD}"/>
                </a:ext>
              </a:extLst>
            </p:cNvPr>
            <p:cNvSpPr>
              <a:spLocks noGrp="1"/>
            </p:cNvSpPr>
            <p:nvPr/>
          </p:nvSpPr>
          <p:spPr>
            <a:xfrm rot="0" flipH="0" flipV="0">
              <a:off x="4185857" y="2492693"/>
              <a:ext cx="84723" cy="94121"/>
            </a:xfrm>
            <a:prstGeom prst="rect">
              <a:avLst/>
            </a:prstGeom>
            <a:solidFill>
              <a:srgbClr val="D4B4CC"/>
            </a:solidFill>
            <a:ln w="0">
              <a:noFill/>
              <a:prstDash val="solid"/>
            </a:ln>
          </p:spPr>
        </p:sp>
        <p:sp>
          <p:nvSpPr>
            <p:cNvPr id="17189" name="original-2d:790">
              <a:extLst>
                <a:ext uri="{FF2B5EF4-FFF2-40B4-BE49-F238E27FC236}">
                  <ns2:creationId id="{BBD93052-AA22-449B-BBD1-0D1CB5596A6E}"/>
                </a:ext>
              </a:extLst>
            </p:cNvPr>
            <p:cNvSpPr>
              <a:spLocks noGrp="1"/>
            </p:cNvSpPr>
            <p:nvPr/>
          </p:nvSpPr>
          <p:spPr>
            <a:xfrm rot="0" flipH="0" flipV="0">
              <a:off x="4270439" y="2492693"/>
              <a:ext cx="84723" cy="94121"/>
            </a:xfrm>
            <a:prstGeom prst="rect">
              <a:avLst/>
            </a:prstGeom>
            <a:solidFill>
              <a:srgbClr val="DCE8ED"/>
            </a:solidFill>
            <a:ln w="0">
              <a:noFill/>
              <a:prstDash val="solid"/>
            </a:ln>
          </p:spPr>
        </p:sp>
        <p:sp>
          <p:nvSpPr>
            <p:cNvPr id="17190" name="original-2d:791">
              <a:extLst>
                <a:ext uri="{FF2B5EF4-FFF2-40B4-BE49-F238E27FC236}">
                  <ns2:creationId id="{9E899C1A-25BB-4C75-B39B-786683658B32}"/>
                </a:ext>
              </a:extLst>
            </p:cNvPr>
            <p:cNvSpPr>
              <a:spLocks noGrp="1"/>
            </p:cNvSpPr>
            <p:nvPr/>
          </p:nvSpPr>
          <p:spPr>
            <a:xfrm rot="0" flipH="0" flipV="0">
              <a:off x="4355021" y="2492693"/>
              <a:ext cx="84723" cy="94121"/>
            </a:xfrm>
            <a:prstGeom prst="rect">
              <a:avLst/>
            </a:prstGeom>
            <a:solidFill>
              <a:srgbClr val="DCE8ED"/>
            </a:solidFill>
            <a:ln w="0">
              <a:noFill/>
              <a:prstDash val="solid"/>
            </a:ln>
          </p:spPr>
        </p:sp>
        <p:sp>
          <p:nvSpPr>
            <p:cNvPr id="17191" name="original-2d:792">
              <a:extLst>
                <a:ext uri="{FF2B5EF4-FFF2-40B4-BE49-F238E27FC236}">
                  <ns2:creationId id="{64F9A69E-F959-43CD-831C-792CA893D3C8}"/>
                </a:ext>
              </a:extLst>
            </p:cNvPr>
            <p:cNvSpPr>
              <a:spLocks noGrp="1"/>
            </p:cNvSpPr>
            <p:nvPr/>
          </p:nvSpPr>
          <p:spPr>
            <a:xfrm rot="0" flipH="0" flipV="0">
              <a:off x="4439603" y="2492693"/>
              <a:ext cx="84723" cy="94121"/>
            </a:xfrm>
            <a:prstGeom prst="rect">
              <a:avLst/>
            </a:prstGeom>
            <a:solidFill>
              <a:srgbClr val="DCE8ED"/>
            </a:solidFill>
            <a:ln w="0">
              <a:noFill/>
              <a:prstDash val="solid"/>
            </a:ln>
          </p:spPr>
        </p:sp>
        <p:sp>
          <p:nvSpPr>
            <p:cNvPr id="17192" name="original-2d:793">
              <a:extLst>
                <a:ext uri="{FF2B5EF4-FFF2-40B4-BE49-F238E27FC236}">
                  <ns2:creationId id="{0385E1D5-5C38-472E-9AD9-30C4067C7659}"/>
                </a:ext>
              </a:extLst>
            </p:cNvPr>
            <p:cNvSpPr>
              <a:spLocks noGrp="1"/>
            </p:cNvSpPr>
            <p:nvPr/>
          </p:nvSpPr>
          <p:spPr>
            <a:xfrm rot="0" flipH="0" flipV="0">
              <a:off x="4524185" y="2492693"/>
              <a:ext cx="84723" cy="94121"/>
            </a:xfrm>
            <a:prstGeom prst="rect">
              <a:avLst/>
            </a:prstGeom>
            <a:solidFill>
              <a:srgbClr val="DCE8ED"/>
            </a:solidFill>
            <a:ln w="0">
              <a:noFill/>
              <a:prstDash val="solid"/>
            </a:ln>
          </p:spPr>
        </p:sp>
        <p:sp>
          <p:nvSpPr>
            <p:cNvPr id="17193" name="original-2d:794">
              <a:extLst>
                <a:ext uri="{FF2B5EF4-FFF2-40B4-BE49-F238E27FC236}">
                  <ns2:creationId id="{E4D4C404-D0D4-450A-B4E3-1EE1C43594FA}"/>
                </a:ext>
              </a:extLst>
            </p:cNvPr>
            <p:cNvSpPr>
              <a:spLocks noGrp="1"/>
            </p:cNvSpPr>
            <p:nvPr/>
          </p:nvSpPr>
          <p:spPr>
            <a:xfrm rot="0" flipH="0" flipV="0">
              <a:off x="4608767" y="2492693"/>
              <a:ext cx="84723" cy="94121"/>
            </a:xfrm>
            <a:prstGeom prst="rect">
              <a:avLst/>
            </a:prstGeom>
            <a:solidFill>
              <a:srgbClr val="81C9BA"/>
            </a:solidFill>
            <a:ln w="0">
              <a:noFill/>
              <a:prstDash val="solid"/>
            </a:ln>
          </p:spPr>
        </p:sp>
        <p:sp>
          <p:nvSpPr>
            <p:cNvPr id="17194" name="original-2d:795">
              <a:extLst>
                <a:ext uri="{FF2B5EF4-FFF2-40B4-BE49-F238E27FC236}">
                  <ns2:creationId id="{46FD471F-2817-47F4-AD74-B136AD41B42C}"/>
                </a:ext>
              </a:extLst>
            </p:cNvPr>
            <p:cNvSpPr>
              <a:spLocks noGrp="1"/>
            </p:cNvSpPr>
            <p:nvPr/>
          </p:nvSpPr>
          <p:spPr>
            <a:xfrm rot="0" flipH="0" flipV="0">
              <a:off x="4693349" y="2492693"/>
              <a:ext cx="84723" cy="94121"/>
            </a:xfrm>
            <a:prstGeom prst="rect">
              <a:avLst/>
            </a:prstGeom>
            <a:solidFill>
              <a:srgbClr val="81C9BA"/>
            </a:solidFill>
            <a:ln w="0">
              <a:noFill/>
              <a:prstDash val="solid"/>
            </a:ln>
          </p:spPr>
        </p:sp>
        <p:sp>
          <p:nvSpPr>
            <p:cNvPr id="17195" name="original-2d:796">
              <a:extLst>
                <a:ext uri="{FF2B5EF4-FFF2-40B4-BE49-F238E27FC236}">
                  <ns2:creationId id="{2911FD74-FD04-49B6-ADE2-9A3E2DF3144E}"/>
                </a:ext>
              </a:extLst>
            </p:cNvPr>
            <p:cNvSpPr>
              <a:spLocks noGrp="1"/>
            </p:cNvSpPr>
            <p:nvPr/>
          </p:nvSpPr>
          <p:spPr>
            <a:xfrm rot="0" flipH="0" flipV="0">
              <a:off x="4777931" y="2492693"/>
              <a:ext cx="84723" cy="94121"/>
            </a:xfrm>
            <a:prstGeom prst="rect">
              <a:avLst/>
            </a:prstGeom>
            <a:solidFill>
              <a:srgbClr val="81C9BA"/>
            </a:solidFill>
            <a:ln w="0">
              <a:noFill/>
              <a:prstDash val="solid"/>
            </a:ln>
          </p:spPr>
        </p:sp>
        <p:sp>
          <p:nvSpPr>
            <p:cNvPr id="17196" name="original-2d:797">
              <a:extLst>
                <a:ext uri="{FF2B5EF4-FFF2-40B4-BE49-F238E27FC236}">
                  <ns2:creationId id="{06624498-A3E9-4DA1-B2ED-0C1964FC3B99}"/>
                </a:ext>
              </a:extLst>
            </p:cNvPr>
            <p:cNvSpPr>
              <a:spLocks noGrp="1"/>
            </p:cNvSpPr>
            <p:nvPr/>
          </p:nvSpPr>
          <p:spPr>
            <a:xfrm rot="0" flipH="0" flipV="0">
              <a:off x="4862513" y="2492693"/>
              <a:ext cx="84723" cy="94121"/>
            </a:xfrm>
            <a:prstGeom prst="rect">
              <a:avLst/>
            </a:prstGeom>
            <a:solidFill>
              <a:srgbClr val="81C9BA"/>
            </a:solidFill>
            <a:ln w="0">
              <a:noFill/>
              <a:prstDash val="solid"/>
            </a:ln>
          </p:spPr>
        </p:sp>
        <p:sp>
          <p:nvSpPr>
            <p:cNvPr id="17197" name="original-2d:798">
              <a:extLst>
                <a:ext uri="{FF2B5EF4-FFF2-40B4-BE49-F238E27FC236}">
                  <ns2:creationId id="{72DE0B4D-B008-427C-BEE9-B4C5CF8E42D8}"/>
                </a:ext>
              </a:extLst>
            </p:cNvPr>
            <p:cNvSpPr>
              <a:spLocks noGrp="1"/>
            </p:cNvSpPr>
            <p:nvPr/>
          </p:nvSpPr>
          <p:spPr>
            <a:xfrm rot="0" flipH="0" flipV="0">
              <a:off x="4947095" y="2492693"/>
              <a:ext cx="84723" cy="94121"/>
            </a:xfrm>
            <a:prstGeom prst="rect">
              <a:avLst/>
            </a:prstGeom>
            <a:solidFill>
              <a:srgbClr val="81C9BA"/>
            </a:solidFill>
            <a:ln w="0">
              <a:noFill/>
              <a:prstDash val="solid"/>
            </a:ln>
          </p:spPr>
        </p:sp>
        <p:sp>
          <p:nvSpPr>
            <p:cNvPr id="17198" name="original-2d:799">
              <a:extLst>
                <a:ext uri="{FF2B5EF4-FFF2-40B4-BE49-F238E27FC236}">
                  <ns2:creationId id="{7A0306B9-8E18-4321-AFFD-BA037A13BDF4}"/>
                </a:ext>
              </a:extLst>
            </p:cNvPr>
            <p:cNvSpPr>
              <a:spLocks noGrp="1"/>
            </p:cNvSpPr>
            <p:nvPr/>
          </p:nvSpPr>
          <p:spPr>
            <a:xfrm rot="0" flipH="0" flipV="0">
              <a:off x="5031677" y="2492693"/>
              <a:ext cx="84723" cy="94121"/>
            </a:xfrm>
            <a:prstGeom prst="rect">
              <a:avLst/>
            </a:prstGeom>
            <a:solidFill>
              <a:srgbClr val="81C9BA"/>
            </a:solidFill>
            <a:ln w="0">
              <a:noFill/>
              <a:prstDash val="solid"/>
            </a:ln>
          </p:spPr>
        </p:sp>
        <p:sp>
          <p:nvSpPr>
            <p:cNvPr id="17199" name="original-2d:800">
              <a:extLst>
                <a:ext uri="{FF2B5EF4-FFF2-40B4-BE49-F238E27FC236}">
                  <ns2:creationId id="{8A64CB1B-C7D8-4E1D-8175-438861A923FF}"/>
                </a:ext>
              </a:extLst>
            </p:cNvPr>
            <p:cNvSpPr>
              <a:spLocks noGrp="1"/>
            </p:cNvSpPr>
            <p:nvPr/>
          </p:nvSpPr>
          <p:spPr>
            <a:xfrm rot="0" flipH="0" flipV="0">
              <a:off x="5116259" y="2492693"/>
              <a:ext cx="84723" cy="94121"/>
            </a:xfrm>
            <a:prstGeom prst="rect">
              <a:avLst/>
            </a:prstGeom>
            <a:solidFill>
              <a:srgbClr val="DCE8ED"/>
            </a:solidFill>
            <a:ln w="0">
              <a:noFill/>
              <a:prstDash val="solid"/>
            </a:ln>
          </p:spPr>
        </p:sp>
        <p:sp>
          <p:nvSpPr>
            <p:cNvPr id="17200" name="original-2d:801">
              <a:extLst>
                <a:ext uri="{FF2B5EF4-FFF2-40B4-BE49-F238E27FC236}">
                  <ns2:creationId id="{D5E3D5AC-2BF9-4571-9E59-FBF12AE62386}"/>
                </a:ext>
              </a:extLst>
            </p:cNvPr>
            <p:cNvSpPr>
              <a:spLocks noGrp="1"/>
            </p:cNvSpPr>
            <p:nvPr/>
          </p:nvSpPr>
          <p:spPr>
            <a:xfrm rot="0" flipH="0" flipV="0">
              <a:off x="5200841" y="2492693"/>
              <a:ext cx="84723" cy="94121"/>
            </a:xfrm>
            <a:prstGeom prst="rect">
              <a:avLst/>
            </a:prstGeom>
            <a:solidFill>
              <a:srgbClr val="DCE8ED"/>
            </a:solidFill>
            <a:ln w="0">
              <a:noFill/>
              <a:prstDash val="solid"/>
            </a:ln>
          </p:spPr>
        </p:sp>
        <p:sp>
          <p:nvSpPr>
            <p:cNvPr id="17201" name="original-2d:802">
              <a:extLst>
                <a:ext uri="{FF2B5EF4-FFF2-40B4-BE49-F238E27FC236}">
                  <ns2:creationId id="{BEF112C2-2AD4-47E2-806C-2047C5BE78A2}"/>
                </a:ext>
              </a:extLst>
            </p:cNvPr>
            <p:cNvSpPr>
              <a:spLocks noGrp="1"/>
            </p:cNvSpPr>
            <p:nvPr/>
          </p:nvSpPr>
          <p:spPr>
            <a:xfrm rot="0" flipH="0" flipV="0">
              <a:off x="3593783" y="2586673"/>
              <a:ext cx="84723" cy="94121"/>
            </a:xfrm>
            <a:prstGeom prst="rect">
              <a:avLst/>
            </a:prstGeom>
            <a:solidFill>
              <a:srgbClr val="D4B4CC"/>
            </a:solidFill>
            <a:ln w="0">
              <a:noFill/>
              <a:prstDash val="solid"/>
            </a:ln>
          </p:spPr>
        </p:sp>
        <p:sp>
          <p:nvSpPr>
            <p:cNvPr id="17202" name="original-2d:803">
              <a:extLst>
                <a:ext uri="{FF2B5EF4-FFF2-40B4-BE49-F238E27FC236}">
                  <ns2:creationId id="{F83D39D8-A93F-4DC4-A8B4-BF9F66665513}"/>
                </a:ext>
              </a:extLst>
            </p:cNvPr>
            <p:cNvSpPr>
              <a:spLocks noGrp="1"/>
            </p:cNvSpPr>
            <p:nvPr/>
          </p:nvSpPr>
          <p:spPr>
            <a:xfrm rot="0" flipH="0" flipV="0">
              <a:off x="3678365" y="2586673"/>
              <a:ext cx="84723" cy="94121"/>
            </a:xfrm>
            <a:prstGeom prst="rect">
              <a:avLst/>
            </a:prstGeom>
            <a:solidFill>
              <a:srgbClr val="0072B2"/>
            </a:solidFill>
            <a:ln w="0">
              <a:noFill/>
              <a:prstDash val="solid"/>
            </a:ln>
          </p:spPr>
        </p:sp>
        <p:sp>
          <p:nvSpPr>
            <p:cNvPr id="17203" name="original-2d:804">
              <a:extLst>
                <a:ext uri="{FF2B5EF4-FFF2-40B4-BE49-F238E27FC236}">
                  <ns2:creationId id="{CD50EC17-96CE-40ED-9DDC-8432DB759293}"/>
                </a:ext>
              </a:extLst>
            </p:cNvPr>
            <p:cNvSpPr>
              <a:spLocks noGrp="1"/>
            </p:cNvSpPr>
            <p:nvPr/>
          </p:nvSpPr>
          <p:spPr>
            <a:xfrm rot="0" flipH="0" flipV="0">
              <a:off x="3762947" y="2586673"/>
              <a:ext cx="84723" cy="94121"/>
            </a:xfrm>
            <a:prstGeom prst="rect">
              <a:avLst/>
            </a:prstGeom>
            <a:solidFill>
              <a:srgbClr val="0072B2"/>
            </a:solidFill>
            <a:ln w="0">
              <a:noFill/>
              <a:prstDash val="solid"/>
            </a:ln>
          </p:spPr>
        </p:sp>
        <p:sp>
          <p:nvSpPr>
            <p:cNvPr id="17204" name="original-2d:805">
              <a:extLst>
                <a:ext uri="{FF2B5EF4-FFF2-40B4-BE49-F238E27FC236}">
                  <ns2:creationId id="{2E1415EB-25E5-496D-999E-083B25D527E7}"/>
                </a:ext>
              </a:extLst>
            </p:cNvPr>
            <p:cNvSpPr>
              <a:spLocks noGrp="1"/>
            </p:cNvSpPr>
            <p:nvPr/>
          </p:nvSpPr>
          <p:spPr>
            <a:xfrm rot="0" flipH="0" flipV="0">
              <a:off x="3847529" y="2586673"/>
              <a:ext cx="84723" cy="94121"/>
            </a:xfrm>
            <a:prstGeom prst="rect">
              <a:avLst/>
            </a:prstGeom>
            <a:solidFill>
              <a:srgbClr val="D4B4CC"/>
            </a:solidFill>
            <a:ln w="0">
              <a:noFill/>
              <a:prstDash val="solid"/>
            </a:ln>
          </p:spPr>
        </p:sp>
        <p:sp>
          <p:nvSpPr>
            <p:cNvPr id="17205" name="original-2d:806">
              <a:extLst>
                <a:ext uri="{FF2B5EF4-FFF2-40B4-BE49-F238E27FC236}">
                  <ns2:creationId id="{D1AE3FD0-F996-4DB3-8B20-0D4A20C9FE01}"/>
                </a:ext>
              </a:extLst>
            </p:cNvPr>
            <p:cNvSpPr>
              <a:spLocks noGrp="1"/>
            </p:cNvSpPr>
            <p:nvPr/>
          </p:nvSpPr>
          <p:spPr>
            <a:xfrm rot="0" flipH="0" flipV="0">
              <a:off x="3932111" y="2586673"/>
              <a:ext cx="84723" cy="94121"/>
            </a:xfrm>
            <a:prstGeom prst="rect">
              <a:avLst/>
            </a:prstGeom>
            <a:solidFill>
              <a:srgbClr val="D4B4CC"/>
            </a:solidFill>
            <a:ln w="0">
              <a:noFill/>
              <a:prstDash val="solid"/>
            </a:ln>
          </p:spPr>
        </p:sp>
        <p:sp>
          <p:nvSpPr>
            <p:cNvPr id="17206" name="original-2d:807">
              <a:extLst>
                <a:ext uri="{FF2B5EF4-FFF2-40B4-BE49-F238E27FC236}">
                  <ns2:creationId id="{F5A2BDB4-9849-4F54-B362-C45EB8FBB24A}"/>
                </a:ext>
              </a:extLst>
            </p:cNvPr>
            <p:cNvSpPr>
              <a:spLocks noGrp="1"/>
            </p:cNvSpPr>
            <p:nvPr/>
          </p:nvSpPr>
          <p:spPr>
            <a:xfrm rot="0" flipH="0" flipV="0">
              <a:off x="4016693" y="2586673"/>
              <a:ext cx="84723" cy="94121"/>
            </a:xfrm>
            <a:prstGeom prst="rect">
              <a:avLst/>
            </a:prstGeom>
            <a:solidFill>
              <a:srgbClr val="D4B4CC"/>
            </a:solidFill>
            <a:ln w="0">
              <a:noFill/>
              <a:prstDash val="solid"/>
            </a:ln>
          </p:spPr>
        </p:sp>
        <p:sp>
          <p:nvSpPr>
            <p:cNvPr id="17207" name="original-2d:808">
              <a:extLst>
                <a:ext uri="{FF2B5EF4-FFF2-40B4-BE49-F238E27FC236}">
                  <ns2:creationId id="{A3425B14-C42D-40B9-B4F2-67AB493972FB}"/>
                </a:ext>
              </a:extLst>
            </p:cNvPr>
            <p:cNvSpPr>
              <a:spLocks noGrp="1"/>
            </p:cNvSpPr>
            <p:nvPr/>
          </p:nvSpPr>
          <p:spPr>
            <a:xfrm rot="0" flipH="0" flipV="0">
              <a:off x="4101275" y="2586673"/>
              <a:ext cx="84723" cy="94121"/>
            </a:xfrm>
            <a:prstGeom prst="rect">
              <a:avLst/>
            </a:prstGeom>
            <a:solidFill>
              <a:srgbClr val="D4B4CC"/>
            </a:solidFill>
            <a:ln w="0">
              <a:noFill/>
              <a:prstDash val="solid"/>
            </a:ln>
          </p:spPr>
        </p:sp>
        <p:sp>
          <p:nvSpPr>
            <p:cNvPr id="17208" name="original-2d:809">
              <a:extLst>
                <a:ext uri="{FF2B5EF4-FFF2-40B4-BE49-F238E27FC236}">
                  <ns2:creationId id="{DC5D1A2F-CDCB-449B-947E-7E9A933492EC}"/>
                </a:ext>
              </a:extLst>
            </p:cNvPr>
            <p:cNvSpPr>
              <a:spLocks noGrp="1"/>
            </p:cNvSpPr>
            <p:nvPr/>
          </p:nvSpPr>
          <p:spPr>
            <a:xfrm rot="0" flipH="0" flipV="0">
              <a:off x="4185857" y="2586673"/>
              <a:ext cx="84723" cy="94121"/>
            </a:xfrm>
            <a:prstGeom prst="rect">
              <a:avLst/>
            </a:prstGeom>
            <a:solidFill>
              <a:srgbClr val="DCE8ED"/>
            </a:solidFill>
            <a:ln w="0">
              <a:noFill/>
              <a:prstDash val="solid"/>
            </a:ln>
          </p:spPr>
        </p:sp>
        <p:sp>
          <p:nvSpPr>
            <p:cNvPr id="17209" name="original-2d:810">
              <a:extLst>
                <a:ext uri="{FF2B5EF4-FFF2-40B4-BE49-F238E27FC236}">
                  <ns2:creationId id="{117E6CD1-3FE4-45AD-8156-3F6237FB76AB}"/>
                </a:ext>
              </a:extLst>
            </p:cNvPr>
            <p:cNvSpPr>
              <a:spLocks noGrp="1"/>
            </p:cNvSpPr>
            <p:nvPr/>
          </p:nvSpPr>
          <p:spPr>
            <a:xfrm rot="0" flipH="0" flipV="0">
              <a:off x="4270439" y="2586673"/>
              <a:ext cx="84723" cy="94121"/>
            </a:xfrm>
            <a:prstGeom prst="rect">
              <a:avLst/>
            </a:prstGeom>
            <a:solidFill>
              <a:srgbClr val="DCE8ED"/>
            </a:solidFill>
            <a:ln w="0">
              <a:noFill/>
              <a:prstDash val="solid"/>
            </a:ln>
          </p:spPr>
        </p:sp>
        <p:sp>
          <p:nvSpPr>
            <p:cNvPr id="17210" name="original-2d:811">
              <a:extLst>
                <a:ext uri="{FF2B5EF4-FFF2-40B4-BE49-F238E27FC236}">
                  <ns2:creationId id="{2CBC3DEE-5973-4D17-8F9E-55FAE59C0A60}"/>
                </a:ext>
              </a:extLst>
            </p:cNvPr>
            <p:cNvSpPr>
              <a:spLocks noGrp="1"/>
            </p:cNvSpPr>
            <p:nvPr/>
          </p:nvSpPr>
          <p:spPr>
            <a:xfrm rot="0" flipH="0" flipV="0">
              <a:off x="4355021" y="2586673"/>
              <a:ext cx="84723" cy="94121"/>
            </a:xfrm>
            <a:prstGeom prst="rect">
              <a:avLst/>
            </a:prstGeom>
            <a:solidFill>
              <a:srgbClr val="81C9BA"/>
            </a:solidFill>
            <a:ln w="0">
              <a:noFill/>
              <a:prstDash val="solid"/>
            </a:ln>
          </p:spPr>
        </p:sp>
        <p:sp>
          <p:nvSpPr>
            <p:cNvPr id="17211" name="original-2d:812">
              <a:extLst>
                <a:ext uri="{FF2B5EF4-FFF2-40B4-BE49-F238E27FC236}">
                  <ns2:creationId id="{76F0553A-BB8A-485E-8E05-2055CFBCF611}"/>
                </a:ext>
              </a:extLst>
            </p:cNvPr>
            <p:cNvSpPr>
              <a:spLocks noGrp="1"/>
            </p:cNvSpPr>
            <p:nvPr/>
          </p:nvSpPr>
          <p:spPr>
            <a:xfrm rot="0" flipH="0" flipV="0">
              <a:off x="4439603" y="2586673"/>
              <a:ext cx="84723" cy="94121"/>
            </a:xfrm>
            <a:prstGeom prst="rect">
              <a:avLst/>
            </a:prstGeom>
            <a:solidFill>
              <a:srgbClr val="81C9BA"/>
            </a:solidFill>
            <a:ln w="0">
              <a:noFill/>
              <a:prstDash val="solid"/>
            </a:ln>
          </p:spPr>
        </p:sp>
        <p:sp>
          <p:nvSpPr>
            <p:cNvPr id="17212" name="original-2d:813">
              <a:extLst>
                <a:ext uri="{FF2B5EF4-FFF2-40B4-BE49-F238E27FC236}">
                  <ns2:creationId id="{7EDBEAAB-B5F3-477E-9251-0A9A228FA256}"/>
                </a:ext>
              </a:extLst>
            </p:cNvPr>
            <p:cNvSpPr>
              <a:spLocks noGrp="1"/>
            </p:cNvSpPr>
            <p:nvPr/>
          </p:nvSpPr>
          <p:spPr>
            <a:xfrm rot="0" flipH="0" flipV="0">
              <a:off x="4524185" y="2586673"/>
              <a:ext cx="84723" cy="94121"/>
            </a:xfrm>
            <a:prstGeom prst="rect">
              <a:avLst/>
            </a:prstGeom>
            <a:solidFill>
              <a:srgbClr val="81C9BA"/>
            </a:solidFill>
            <a:ln w="0">
              <a:noFill/>
              <a:prstDash val="solid"/>
            </a:ln>
          </p:spPr>
        </p:sp>
        <p:sp>
          <p:nvSpPr>
            <p:cNvPr id="17213" name="original-2d:814">
              <a:extLst>
                <a:ext uri="{FF2B5EF4-FFF2-40B4-BE49-F238E27FC236}">
                  <ns2:creationId id="{9FF7384E-8D23-4736-B5F0-AE5978EC4EBD}"/>
                </a:ext>
              </a:extLst>
            </p:cNvPr>
            <p:cNvSpPr>
              <a:spLocks noGrp="1"/>
            </p:cNvSpPr>
            <p:nvPr/>
          </p:nvSpPr>
          <p:spPr>
            <a:xfrm rot="0" flipH="0" flipV="0">
              <a:off x="4608767" y="2586673"/>
              <a:ext cx="84723" cy="94121"/>
            </a:xfrm>
            <a:prstGeom prst="rect">
              <a:avLst/>
            </a:prstGeom>
            <a:solidFill>
              <a:srgbClr val="81C9BA"/>
            </a:solidFill>
            <a:ln w="0">
              <a:noFill/>
              <a:prstDash val="solid"/>
            </a:ln>
          </p:spPr>
        </p:sp>
        <p:sp>
          <p:nvSpPr>
            <p:cNvPr id="17214" name="original-2d:815">
              <a:extLst>
                <a:ext uri="{FF2B5EF4-FFF2-40B4-BE49-F238E27FC236}">
                  <ns2:creationId id="{26A825C9-3C81-409C-B75D-561497D6D6CB}"/>
                </a:ext>
              </a:extLst>
            </p:cNvPr>
            <p:cNvSpPr>
              <a:spLocks noGrp="1"/>
            </p:cNvSpPr>
            <p:nvPr/>
          </p:nvSpPr>
          <p:spPr>
            <a:xfrm rot="0" flipH="0" flipV="0">
              <a:off x="4693349" y="2586673"/>
              <a:ext cx="84723" cy="94121"/>
            </a:xfrm>
            <a:prstGeom prst="rect">
              <a:avLst/>
            </a:prstGeom>
            <a:solidFill>
              <a:srgbClr val="81C9BA"/>
            </a:solidFill>
            <a:ln w="0">
              <a:noFill/>
              <a:prstDash val="solid"/>
            </a:ln>
          </p:spPr>
        </p:sp>
        <p:sp>
          <p:nvSpPr>
            <p:cNvPr id="17215" name="original-2d:816">
              <a:extLst>
                <a:ext uri="{FF2B5EF4-FFF2-40B4-BE49-F238E27FC236}">
                  <ns2:creationId id="{CCAD9658-C7A8-45DA-851D-7FFFC8E3EDDA}"/>
                </a:ext>
              </a:extLst>
            </p:cNvPr>
            <p:cNvSpPr>
              <a:spLocks noGrp="1"/>
            </p:cNvSpPr>
            <p:nvPr/>
          </p:nvSpPr>
          <p:spPr>
            <a:xfrm rot="0" flipH="0" flipV="0">
              <a:off x="4777931" y="2586673"/>
              <a:ext cx="84723" cy="94121"/>
            </a:xfrm>
            <a:prstGeom prst="rect">
              <a:avLst/>
            </a:prstGeom>
            <a:solidFill>
              <a:srgbClr val="81C9BA"/>
            </a:solidFill>
            <a:ln w="0">
              <a:noFill/>
              <a:prstDash val="solid"/>
            </a:ln>
          </p:spPr>
        </p:sp>
        <p:sp>
          <p:nvSpPr>
            <p:cNvPr id="17216" name="original-2d:817">
              <a:extLst>
                <a:ext uri="{FF2B5EF4-FFF2-40B4-BE49-F238E27FC236}">
                  <ns2:creationId id="{CF0923AF-D2DE-4AD6-8D49-57EE46AACA71}"/>
                </a:ext>
              </a:extLst>
            </p:cNvPr>
            <p:cNvSpPr>
              <a:spLocks noGrp="1"/>
            </p:cNvSpPr>
            <p:nvPr/>
          </p:nvSpPr>
          <p:spPr>
            <a:xfrm rot="0" flipH="0" flipV="0">
              <a:off x="4862513" y="2586673"/>
              <a:ext cx="84723" cy="94121"/>
            </a:xfrm>
            <a:prstGeom prst="rect">
              <a:avLst/>
            </a:prstGeom>
            <a:solidFill>
              <a:srgbClr val="81C9BA"/>
            </a:solidFill>
            <a:ln w="0">
              <a:noFill/>
              <a:prstDash val="solid"/>
            </a:ln>
          </p:spPr>
        </p:sp>
        <p:sp>
          <p:nvSpPr>
            <p:cNvPr id="17217" name="original-2d:818">
              <a:extLst>
                <a:ext uri="{FF2B5EF4-FFF2-40B4-BE49-F238E27FC236}">
                  <ns2:creationId id="{F109E4C6-7DBE-4F16-9B4B-140A5B7E3C40}"/>
                </a:ext>
              </a:extLst>
            </p:cNvPr>
            <p:cNvSpPr>
              <a:spLocks noGrp="1"/>
            </p:cNvSpPr>
            <p:nvPr/>
          </p:nvSpPr>
          <p:spPr>
            <a:xfrm rot="0" flipH="0" flipV="0">
              <a:off x="4947095" y="2586673"/>
              <a:ext cx="84723" cy="94121"/>
            </a:xfrm>
            <a:prstGeom prst="rect">
              <a:avLst/>
            </a:prstGeom>
            <a:solidFill>
              <a:srgbClr val="81C9BA"/>
            </a:solidFill>
            <a:ln w="0">
              <a:noFill/>
              <a:prstDash val="solid"/>
            </a:ln>
          </p:spPr>
        </p:sp>
        <p:sp>
          <p:nvSpPr>
            <p:cNvPr id="17218" name="original-2d:819">
              <a:extLst>
                <a:ext uri="{FF2B5EF4-FFF2-40B4-BE49-F238E27FC236}">
                  <ns2:creationId id="{90925089-5BAA-4E83-A09F-BC0AFE40D9AF}"/>
                </a:ext>
              </a:extLst>
            </p:cNvPr>
            <p:cNvSpPr>
              <a:spLocks noGrp="1"/>
            </p:cNvSpPr>
            <p:nvPr/>
          </p:nvSpPr>
          <p:spPr>
            <a:xfrm rot="0" flipH="0" flipV="0">
              <a:off x="5031677" y="2586673"/>
              <a:ext cx="84723" cy="94121"/>
            </a:xfrm>
            <a:prstGeom prst="rect">
              <a:avLst/>
            </a:prstGeom>
            <a:solidFill>
              <a:srgbClr val="81C9BA"/>
            </a:solidFill>
            <a:ln w="0">
              <a:noFill/>
              <a:prstDash val="solid"/>
            </a:ln>
          </p:spPr>
        </p:sp>
        <p:sp>
          <p:nvSpPr>
            <p:cNvPr id="17219" name="original-2d:820">
              <a:extLst>
                <a:ext uri="{FF2B5EF4-FFF2-40B4-BE49-F238E27FC236}">
                  <ns2:creationId id="{1EC2FB4D-B709-4D42-8651-331235251FE5}"/>
                </a:ext>
              </a:extLst>
            </p:cNvPr>
            <p:cNvSpPr>
              <a:spLocks noGrp="1"/>
            </p:cNvSpPr>
            <p:nvPr/>
          </p:nvSpPr>
          <p:spPr>
            <a:xfrm rot="0" flipH="0" flipV="0">
              <a:off x="5116259" y="2586673"/>
              <a:ext cx="84723" cy="94121"/>
            </a:xfrm>
            <a:prstGeom prst="rect">
              <a:avLst/>
            </a:prstGeom>
            <a:solidFill>
              <a:srgbClr val="81C9BA"/>
            </a:solidFill>
            <a:ln w="0">
              <a:noFill/>
              <a:prstDash val="solid"/>
            </a:ln>
          </p:spPr>
        </p:sp>
        <p:sp>
          <p:nvSpPr>
            <p:cNvPr id="17220" name="original-2d:821">
              <a:extLst>
                <a:ext uri="{FF2B5EF4-FFF2-40B4-BE49-F238E27FC236}">
                  <ns2:creationId id="{5F4A1028-6470-41FC-B65D-E5ADD39DDBAE}"/>
                </a:ext>
              </a:extLst>
            </p:cNvPr>
            <p:cNvSpPr>
              <a:spLocks noGrp="1"/>
            </p:cNvSpPr>
            <p:nvPr/>
          </p:nvSpPr>
          <p:spPr>
            <a:xfrm rot="0" flipH="0" flipV="0">
              <a:off x="5200841" y="2586673"/>
              <a:ext cx="84723" cy="94121"/>
            </a:xfrm>
            <a:prstGeom prst="rect">
              <a:avLst/>
            </a:prstGeom>
            <a:solidFill>
              <a:srgbClr val="DCE8ED"/>
            </a:solidFill>
            <a:ln w="0">
              <a:noFill/>
              <a:prstDash val="solid"/>
            </a:ln>
          </p:spPr>
        </p:sp>
        <p:sp>
          <p:nvSpPr>
            <p:cNvPr id="17221" name="original-2d:822">
              <a:extLst>
                <a:ext uri="{FF2B5EF4-FFF2-40B4-BE49-F238E27FC236}">
                  <ns2:creationId id="{129C4CB1-2394-49AD-99CD-C88FE802F980}"/>
                </a:ext>
              </a:extLst>
            </p:cNvPr>
            <p:cNvSpPr>
              <a:spLocks noGrp="1"/>
            </p:cNvSpPr>
            <p:nvPr/>
          </p:nvSpPr>
          <p:spPr>
            <a:xfrm rot="0" flipH="0" flipV="0">
              <a:off x="3593783" y="2680653"/>
              <a:ext cx="84723" cy="94121"/>
            </a:xfrm>
            <a:prstGeom prst="rect">
              <a:avLst/>
            </a:prstGeom>
            <a:solidFill>
              <a:srgbClr val="D4B4CC"/>
            </a:solidFill>
            <a:ln w="0">
              <a:noFill/>
              <a:prstDash val="solid"/>
            </a:ln>
          </p:spPr>
        </p:sp>
        <p:sp>
          <p:nvSpPr>
            <p:cNvPr id="17222" name="original-2d:823">
              <a:extLst>
                <a:ext uri="{FF2B5EF4-FFF2-40B4-BE49-F238E27FC236}">
                  <ns2:creationId id="{1E1DC262-CAA6-4563-B3FF-4E504695A0ED}"/>
                </a:ext>
              </a:extLst>
            </p:cNvPr>
            <p:cNvSpPr>
              <a:spLocks noGrp="1"/>
            </p:cNvSpPr>
            <p:nvPr/>
          </p:nvSpPr>
          <p:spPr>
            <a:xfrm rot="0" flipH="0" flipV="0">
              <a:off x="3678365" y="2680653"/>
              <a:ext cx="84723" cy="94121"/>
            </a:xfrm>
            <a:prstGeom prst="rect">
              <a:avLst/>
            </a:prstGeom>
            <a:solidFill>
              <a:srgbClr val="D4B4CC"/>
            </a:solidFill>
            <a:ln w="0">
              <a:noFill/>
              <a:prstDash val="solid"/>
            </a:ln>
          </p:spPr>
        </p:sp>
        <p:sp>
          <p:nvSpPr>
            <p:cNvPr id="17223" name="original-2d:824">
              <a:extLst>
                <a:ext uri="{FF2B5EF4-FFF2-40B4-BE49-F238E27FC236}">
                  <ns2:creationId id="{6C96AC24-80FE-4654-AF23-058F61AD0360}"/>
                </a:ext>
              </a:extLst>
            </p:cNvPr>
            <p:cNvSpPr>
              <a:spLocks noGrp="1"/>
            </p:cNvSpPr>
            <p:nvPr/>
          </p:nvSpPr>
          <p:spPr>
            <a:xfrm rot="0" flipH="0" flipV="0">
              <a:off x="3762947" y="2680653"/>
              <a:ext cx="84723" cy="94121"/>
            </a:xfrm>
            <a:prstGeom prst="rect">
              <a:avLst/>
            </a:prstGeom>
            <a:solidFill>
              <a:srgbClr val="D4B4CC"/>
            </a:solidFill>
            <a:ln w="0">
              <a:noFill/>
              <a:prstDash val="solid"/>
            </a:ln>
          </p:spPr>
        </p:sp>
        <p:sp>
          <p:nvSpPr>
            <p:cNvPr id="17224" name="original-2d:825">
              <a:extLst>
                <a:ext uri="{FF2B5EF4-FFF2-40B4-BE49-F238E27FC236}">
                  <ns2:creationId id="{E15B9C84-B0DF-4B2E-BF98-852BCD3FA938}"/>
                </a:ext>
              </a:extLst>
            </p:cNvPr>
            <p:cNvSpPr>
              <a:spLocks noGrp="1"/>
            </p:cNvSpPr>
            <p:nvPr/>
          </p:nvSpPr>
          <p:spPr>
            <a:xfrm rot="0" flipH="0" flipV="0">
              <a:off x="3847529" y="2680653"/>
              <a:ext cx="84723" cy="94121"/>
            </a:xfrm>
            <a:prstGeom prst="rect">
              <a:avLst/>
            </a:prstGeom>
            <a:solidFill>
              <a:srgbClr val="D4B4CC"/>
            </a:solidFill>
            <a:ln w="0">
              <a:noFill/>
              <a:prstDash val="solid"/>
            </a:ln>
          </p:spPr>
        </p:sp>
        <p:sp>
          <p:nvSpPr>
            <p:cNvPr id="17225" name="original-2d:826">
              <a:extLst>
                <a:ext uri="{FF2B5EF4-FFF2-40B4-BE49-F238E27FC236}">
                  <ns2:creationId id="{30726F7B-2212-42DF-B1B6-1498D11E515C}"/>
                </a:ext>
              </a:extLst>
            </p:cNvPr>
            <p:cNvSpPr>
              <a:spLocks noGrp="1"/>
            </p:cNvSpPr>
            <p:nvPr/>
          </p:nvSpPr>
          <p:spPr>
            <a:xfrm rot="0" flipH="0" flipV="0">
              <a:off x="3932111" y="2680653"/>
              <a:ext cx="84723" cy="94121"/>
            </a:xfrm>
            <a:prstGeom prst="rect">
              <a:avLst/>
            </a:prstGeom>
            <a:solidFill>
              <a:srgbClr val="D4B4CC"/>
            </a:solidFill>
            <a:ln w="0">
              <a:noFill/>
              <a:prstDash val="solid"/>
            </a:ln>
          </p:spPr>
        </p:sp>
        <p:sp>
          <p:nvSpPr>
            <p:cNvPr id="17226" name="original-2d:827">
              <a:extLst>
                <a:ext uri="{FF2B5EF4-FFF2-40B4-BE49-F238E27FC236}">
                  <ns2:creationId id="{4C70428F-0FC8-4822-87A0-F71A9B2A262E}"/>
                </a:ext>
              </a:extLst>
            </p:cNvPr>
            <p:cNvSpPr>
              <a:spLocks noGrp="1"/>
            </p:cNvSpPr>
            <p:nvPr/>
          </p:nvSpPr>
          <p:spPr>
            <a:xfrm rot="0" flipH="0" flipV="0">
              <a:off x="4016693" y="2680653"/>
              <a:ext cx="84723" cy="94121"/>
            </a:xfrm>
            <a:prstGeom prst="rect">
              <a:avLst/>
            </a:prstGeom>
            <a:solidFill>
              <a:srgbClr val="DCE8ED"/>
            </a:solidFill>
            <a:ln w="0">
              <a:noFill/>
              <a:prstDash val="solid"/>
            </a:ln>
          </p:spPr>
        </p:sp>
        <p:sp>
          <p:nvSpPr>
            <p:cNvPr id="17227" name="original-2d:828">
              <a:extLst>
                <a:ext uri="{FF2B5EF4-FFF2-40B4-BE49-F238E27FC236}">
                  <ns2:creationId id="{8D8BB0C2-3978-4ACC-9279-D75F96B665BA}"/>
                </a:ext>
              </a:extLst>
            </p:cNvPr>
            <p:cNvSpPr>
              <a:spLocks noGrp="1"/>
            </p:cNvSpPr>
            <p:nvPr/>
          </p:nvSpPr>
          <p:spPr>
            <a:xfrm rot="0" flipH="0" flipV="0">
              <a:off x="4101275" y="2680653"/>
              <a:ext cx="84723" cy="94121"/>
            </a:xfrm>
            <a:prstGeom prst="rect">
              <a:avLst/>
            </a:prstGeom>
            <a:solidFill>
              <a:srgbClr val="DCE8ED"/>
            </a:solidFill>
            <a:ln w="0">
              <a:noFill/>
              <a:prstDash val="solid"/>
            </a:ln>
          </p:spPr>
        </p:sp>
        <p:sp>
          <p:nvSpPr>
            <p:cNvPr id="17228" name="original-2d:829">
              <a:extLst>
                <a:ext uri="{FF2B5EF4-FFF2-40B4-BE49-F238E27FC236}">
                  <ns2:creationId id="{9038AB64-46FE-4C78-AB03-C88D726B376F}"/>
                </a:ext>
              </a:extLst>
            </p:cNvPr>
            <p:cNvSpPr>
              <a:spLocks noGrp="1"/>
            </p:cNvSpPr>
            <p:nvPr/>
          </p:nvSpPr>
          <p:spPr>
            <a:xfrm rot="0" flipH="0" flipV="0">
              <a:off x="4185857" y="2680653"/>
              <a:ext cx="84723" cy="94121"/>
            </a:xfrm>
            <a:prstGeom prst="rect">
              <a:avLst/>
            </a:prstGeom>
            <a:solidFill>
              <a:srgbClr val="81C9BA"/>
            </a:solidFill>
            <a:ln w="0">
              <a:noFill/>
              <a:prstDash val="solid"/>
            </a:ln>
          </p:spPr>
        </p:sp>
        <p:sp>
          <p:nvSpPr>
            <p:cNvPr id="17229" name="original-2d:830">
              <a:extLst>
                <a:ext uri="{FF2B5EF4-FFF2-40B4-BE49-F238E27FC236}">
                  <ns2:creationId id="{0085CC9C-DA72-4AC5-BDD2-030195BD19D2}"/>
                </a:ext>
              </a:extLst>
            </p:cNvPr>
            <p:cNvSpPr>
              <a:spLocks noGrp="1"/>
            </p:cNvSpPr>
            <p:nvPr/>
          </p:nvSpPr>
          <p:spPr>
            <a:xfrm rot="0" flipH="0" flipV="0">
              <a:off x="4270439" y="2680653"/>
              <a:ext cx="84723" cy="94121"/>
            </a:xfrm>
            <a:prstGeom prst="rect">
              <a:avLst/>
            </a:prstGeom>
            <a:solidFill>
              <a:srgbClr val="81C9BA"/>
            </a:solidFill>
            <a:ln w="0">
              <a:noFill/>
              <a:prstDash val="solid"/>
            </a:ln>
          </p:spPr>
        </p:sp>
        <p:sp>
          <p:nvSpPr>
            <p:cNvPr id="17230" name="original-2d:831">
              <a:extLst>
                <a:ext uri="{FF2B5EF4-FFF2-40B4-BE49-F238E27FC236}">
                  <ns2:creationId id="{6AB2B45D-6834-4E8C-BC63-CF8394E8EC33}"/>
                </a:ext>
              </a:extLst>
            </p:cNvPr>
            <p:cNvSpPr>
              <a:spLocks noGrp="1"/>
            </p:cNvSpPr>
            <p:nvPr/>
          </p:nvSpPr>
          <p:spPr>
            <a:xfrm rot="0" flipH="0" flipV="0">
              <a:off x="4355021" y="2680653"/>
              <a:ext cx="84723" cy="94121"/>
            </a:xfrm>
            <a:prstGeom prst="rect">
              <a:avLst/>
            </a:prstGeom>
            <a:solidFill>
              <a:srgbClr val="81C9BA"/>
            </a:solidFill>
            <a:ln w="0">
              <a:noFill/>
              <a:prstDash val="solid"/>
            </a:ln>
          </p:spPr>
        </p:sp>
        <p:sp>
          <p:nvSpPr>
            <p:cNvPr id="17231" name="original-2d:832">
              <a:extLst>
                <a:ext uri="{FF2B5EF4-FFF2-40B4-BE49-F238E27FC236}">
                  <ns2:creationId id="{D696595B-3E3C-482E-AECD-C047FEB282C2}"/>
                </a:ext>
              </a:extLst>
            </p:cNvPr>
            <p:cNvSpPr>
              <a:spLocks noGrp="1"/>
            </p:cNvSpPr>
            <p:nvPr/>
          </p:nvSpPr>
          <p:spPr>
            <a:xfrm rot="0" flipH="0" flipV="0">
              <a:off x="4439603" y="2680653"/>
              <a:ext cx="84723" cy="94121"/>
            </a:xfrm>
            <a:prstGeom prst="rect">
              <a:avLst/>
            </a:prstGeom>
            <a:solidFill>
              <a:srgbClr val="81C9BA"/>
            </a:solidFill>
            <a:ln w="0">
              <a:noFill/>
              <a:prstDash val="solid"/>
            </a:ln>
          </p:spPr>
        </p:sp>
        <p:sp>
          <p:nvSpPr>
            <p:cNvPr id="17232" name="original-2d:833">
              <a:extLst>
                <a:ext uri="{FF2B5EF4-FFF2-40B4-BE49-F238E27FC236}">
                  <ns2:creationId id="{785B68B5-0131-413F-935D-84FAD0389070}"/>
                </a:ext>
              </a:extLst>
            </p:cNvPr>
            <p:cNvSpPr>
              <a:spLocks noGrp="1"/>
            </p:cNvSpPr>
            <p:nvPr/>
          </p:nvSpPr>
          <p:spPr>
            <a:xfrm rot="0" flipH="0" flipV="0">
              <a:off x="4524185" y="2680653"/>
              <a:ext cx="84723" cy="94121"/>
            </a:xfrm>
            <a:prstGeom prst="rect">
              <a:avLst/>
            </a:prstGeom>
            <a:solidFill>
              <a:srgbClr val="81C9BA"/>
            </a:solidFill>
            <a:ln w="0">
              <a:noFill/>
              <a:prstDash val="solid"/>
            </a:ln>
          </p:spPr>
        </p:sp>
        <p:sp>
          <p:nvSpPr>
            <p:cNvPr id="17233" name="original-2d:834">
              <a:extLst>
                <a:ext uri="{FF2B5EF4-FFF2-40B4-BE49-F238E27FC236}">
                  <ns2:creationId id="{69A1ECF1-1DF6-45E5-9803-56D9BD956E99}"/>
                </a:ext>
              </a:extLst>
            </p:cNvPr>
            <p:cNvSpPr>
              <a:spLocks noGrp="1"/>
            </p:cNvSpPr>
            <p:nvPr/>
          </p:nvSpPr>
          <p:spPr>
            <a:xfrm rot="0" flipH="0" flipV="0">
              <a:off x="4608767" y="2680653"/>
              <a:ext cx="84723" cy="94121"/>
            </a:xfrm>
            <a:prstGeom prst="rect">
              <a:avLst/>
            </a:prstGeom>
            <a:solidFill>
              <a:srgbClr val="81C9BA"/>
            </a:solidFill>
            <a:ln w="0">
              <a:noFill/>
              <a:prstDash val="solid"/>
            </a:ln>
          </p:spPr>
        </p:sp>
        <p:sp>
          <p:nvSpPr>
            <p:cNvPr id="17234" name="original-2d:835">
              <a:extLst>
                <a:ext uri="{FF2B5EF4-FFF2-40B4-BE49-F238E27FC236}">
                  <ns2:creationId id="{15BF64CA-093D-4B1E-9D50-792C3C70830B}"/>
                </a:ext>
              </a:extLst>
            </p:cNvPr>
            <p:cNvSpPr>
              <a:spLocks noGrp="1"/>
            </p:cNvSpPr>
            <p:nvPr/>
          </p:nvSpPr>
          <p:spPr>
            <a:xfrm rot="0" flipH="0" flipV="0">
              <a:off x="4693349" y="2680653"/>
              <a:ext cx="84723" cy="94121"/>
            </a:xfrm>
            <a:prstGeom prst="rect">
              <a:avLst/>
            </a:prstGeom>
            <a:solidFill>
              <a:srgbClr val="81C9BA"/>
            </a:solidFill>
            <a:ln w="0">
              <a:noFill/>
              <a:prstDash val="solid"/>
            </a:ln>
          </p:spPr>
        </p:sp>
        <p:sp>
          <p:nvSpPr>
            <p:cNvPr id="17235" name="original-2d:836">
              <a:extLst>
                <a:ext uri="{FF2B5EF4-FFF2-40B4-BE49-F238E27FC236}">
                  <ns2:creationId id="{AD715891-0A6E-4A4C-A0F6-8F1B3CA0161E}"/>
                </a:ext>
              </a:extLst>
            </p:cNvPr>
            <p:cNvSpPr>
              <a:spLocks noGrp="1"/>
            </p:cNvSpPr>
            <p:nvPr/>
          </p:nvSpPr>
          <p:spPr>
            <a:xfrm rot="0" flipH="0" flipV="0">
              <a:off x="4777931" y="2680653"/>
              <a:ext cx="84723" cy="94121"/>
            </a:xfrm>
            <a:prstGeom prst="rect">
              <a:avLst/>
            </a:prstGeom>
            <a:solidFill>
              <a:srgbClr val="009E73"/>
            </a:solidFill>
            <a:ln w="0">
              <a:noFill/>
              <a:prstDash val="solid"/>
            </a:ln>
          </p:spPr>
        </p:sp>
        <p:sp>
          <p:nvSpPr>
            <p:cNvPr id="17236" name="original-2d:837">
              <a:extLst>
                <a:ext uri="{FF2B5EF4-FFF2-40B4-BE49-F238E27FC236}">
                  <ns2:creationId id="{81A30855-0FA5-432E-9B1C-43C2B436100B}"/>
                </a:ext>
              </a:extLst>
            </p:cNvPr>
            <p:cNvSpPr>
              <a:spLocks noGrp="1"/>
            </p:cNvSpPr>
            <p:nvPr/>
          </p:nvSpPr>
          <p:spPr>
            <a:xfrm rot="0" flipH="0" flipV="0">
              <a:off x="4862513" y="2680653"/>
              <a:ext cx="84723" cy="94121"/>
            </a:xfrm>
            <a:prstGeom prst="rect">
              <a:avLst/>
            </a:prstGeom>
            <a:solidFill>
              <a:srgbClr val="81C9BA"/>
            </a:solidFill>
            <a:ln w="0">
              <a:noFill/>
              <a:prstDash val="solid"/>
            </a:ln>
          </p:spPr>
        </p:sp>
        <p:sp>
          <p:nvSpPr>
            <p:cNvPr id="17237" name="original-2d:838">
              <a:extLst>
                <a:ext uri="{FF2B5EF4-FFF2-40B4-BE49-F238E27FC236}">
                  <ns2:creationId id="{A0F337F8-5725-41A3-9467-C824A017899E}"/>
                </a:ext>
              </a:extLst>
            </p:cNvPr>
            <p:cNvSpPr>
              <a:spLocks noGrp="1"/>
            </p:cNvSpPr>
            <p:nvPr/>
          </p:nvSpPr>
          <p:spPr>
            <a:xfrm rot="0" flipH="0" flipV="0">
              <a:off x="4947095" y="2680653"/>
              <a:ext cx="84723" cy="94121"/>
            </a:xfrm>
            <a:prstGeom prst="rect">
              <a:avLst/>
            </a:prstGeom>
            <a:solidFill>
              <a:srgbClr val="81C9BA"/>
            </a:solidFill>
            <a:ln w="0">
              <a:noFill/>
              <a:prstDash val="solid"/>
            </a:ln>
          </p:spPr>
        </p:sp>
        <p:sp>
          <p:nvSpPr>
            <p:cNvPr id="17238" name="original-2d:839">
              <a:extLst>
                <a:ext uri="{FF2B5EF4-FFF2-40B4-BE49-F238E27FC236}">
                  <ns2:creationId id="{328920F4-1A8A-4FB0-815C-0C7735B4A57A}"/>
                </a:ext>
              </a:extLst>
            </p:cNvPr>
            <p:cNvSpPr>
              <a:spLocks noGrp="1"/>
            </p:cNvSpPr>
            <p:nvPr/>
          </p:nvSpPr>
          <p:spPr>
            <a:xfrm rot="0" flipH="0" flipV="0">
              <a:off x="5031677" y="2680653"/>
              <a:ext cx="84723" cy="94121"/>
            </a:xfrm>
            <a:prstGeom prst="rect">
              <a:avLst/>
            </a:prstGeom>
            <a:solidFill>
              <a:srgbClr val="81C9BA"/>
            </a:solidFill>
            <a:ln w="0">
              <a:noFill/>
              <a:prstDash val="solid"/>
            </a:ln>
          </p:spPr>
        </p:sp>
        <p:sp>
          <p:nvSpPr>
            <p:cNvPr id="17239" name="original-2d:840">
              <a:extLst>
                <a:ext uri="{FF2B5EF4-FFF2-40B4-BE49-F238E27FC236}">
                  <ns2:creationId id="{C575CF76-673F-4FF4-9BD4-70D0F3062341}"/>
                </a:ext>
              </a:extLst>
            </p:cNvPr>
            <p:cNvSpPr>
              <a:spLocks noGrp="1"/>
            </p:cNvSpPr>
            <p:nvPr/>
          </p:nvSpPr>
          <p:spPr>
            <a:xfrm rot="0" flipH="0" flipV="0">
              <a:off x="5116259" y="2680653"/>
              <a:ext cx="84723" cy="94121"/>
            </a:xfrm>
            <a:prstGeom prst="rect">
              <a:avLst/>
            </a:prstGeom>
            <a:solidFill>
              <a:srgbClr val="81C9BA"/>
            </a:solidFill>
            <a:ln w="0">
              <a:noFill/>
              <a:prstDash val="solid"/>
            </a:ln>
          </p:spPr>
        </p:sp>
        <p:sp>
          <p:nvSpPr>
            <p:cNvPr id="17240" name="original-2d:841">
              <a:extLst>
                <a:ext uri="{FF2B5EF4-FFF2-40B4-BE49-F238E27FC236}">
                  <ns2:creationId id="{5F7D48CD-0792-4E85-BBEA-B2B657E81749}"/>
                </a:ext>
              </a:extLst>
            </p:cNvPr>
            <p:cNvSpPr>
              <a:spLocks noGrp="1"/>
            </p:cNvSpPr>
            <p:nvPr/>
          </p:nvSpPr>
          <p:spPr>
            <a:xfrm rot="0" flipH="0" flipV="0">
              <a:off x="5200841" y="2680653"/>
              <a:ext cx="84723" cy="94121"/>
            </a:xfrm>
            <a:prstGeom prst="rect">
              <a:avLst/>
            </a:prstGeom>
            <a:solidFill>
              <a:srgbClr val="DCE8ED"/>
            </a:solidFill>
            <a:ln w="0">
              <a:noFill/>
              <a:prstDash val="solid"/>
            </a:ln>
          </p:spPr>
        </p:sp>
        <p:sp>
          <p:nvSpPr>
            <p:cNvPr id="17241" name="original-2d:842">
              <a:extLst>
                <a:ext uri="{FF2B5EF4-FFF2-40B4-BE49-F238E27FC236}">
                  <ns2:creationId id="{43CA3F22-88C7-4FDE-92B4-00129C3ACEFF}"/>
                </a:ext>
              </a:extLst>
            </p:cNvPr>
            <p:cNvSpPr>
              <a:spLocks noGrp="1"/>
            </p:cNvSpPr>
            <p:nvPr/>
          </p:nvSpPr>
          <p:spPr>
            <a:xfrm rot="0" flipH="0" flipV="0">
              <a:off x="3593783" y="2774633"/>
              <a:ext cx="84723" cy="94121"/>
            </a:xfrm>
            <a:prstGeom prst="rect">
              <a:avLst/>
            </a:prstGeom>
            <a:solidFill>
              <a:srgbClr val="D4B4CC"/>
            </a:solidFill>
            <a:ln w="0">
              <a:noFill/>
              <a:prstDash val="solid"/>
            </a:ln>
          </p:spPr>
        </p:sp>
        <p:sp>
          <p:nvSpPr>
            <p:cNvPr id="17242" name="original-2d:843">
              <a:extLst>
                <a:ext uri="{FF2B5EF4-FFF2-40B4-BE49-F238E27FC236}">
                  <ns2:creationId id="{D9EAB602-765A-4898-BABC-436EEC9F9C07}"/>
                </a:ext>
              </a:extLst>
            </p:cNvPr>
            <p:cNvSpPr>
              <a:spLocks noGrp="1"/>
            </p:cNvSpPr>
            <p:nvPr/>
          </p:nvSpPr>
          <p:spPr>
            <a:xfrm rot="0" flipH="0" flipV="0">
              <a:off x="3678365" y="2774633"/>
              <a:ext cx="84723" cy="94121"/>
            </a:xfrm>
            <a:prstGeom prst="rect">
              <a:avLst/>
            </a:prstGeom>
            <a:solidFill>
              <a:srgbClr val="D4B4CC"/>
            </a:solidFill>
            <a:ln w="0">
              <a:noFill/>
              <a:prstDash val="solid"/>
            </a:ln>
          </p:spPr>
        </p:sp>
        <p:sp>
          <p:nvSpPr>
            <p:cNvPr id="17243" name="original-2d:844">
              <a:extLst>
                <a:ext uri="{FF2B5EF4-FFF2-40B4-BE49-F238E27FC236}">
                  <ns2:creationId id="{A8CD61A4-2396-42C0-AAE0-611C76A0F9CE}"/>
                </a:ext>
              </a:extLst>
            </p:cNvPr>
            <p:cNvSpPr>
              <a:spLocks noGrp="1"/>
            </p:cNvSpPr>
            <p:nvPr/>
          </p:nvSpPr>
          <p:spPr>
            <a:xfrm rot="0" flipH="0" flipV="0">
              <a:off x="3762947" y="2774633"/>
              <a:ext cx="84723" cy="94121"/>
            </a:xfrm>
            <a:prstGeom prst="rect">
              <a:avLst/>
            </a:prstGeom>
            <a:solidFill>
              <a:srgbClr val="D4B4CC"/>
            </a:solidFill>
            <a:ln w="0">
              <a:noFill/>
              <a:prstDash val="solid"/>
            </a:ln>
          </p:spPr>
        </p:sp>
        <p:sp>
          <p:nvSpPr>
            <p:cNvPr id="17244" name="original-2d:845">
              <a:extLst>
                <a:ext uri="{FF2B5EF4-FFF2-40B4-BE49-F238E27FC236}">
                  <ns2:creationId id="{41AD11CE-297F-4A56-8BD1-1808581A4C15}"/>
                </a:ext>
              </a:extLst>
            </p:cNvPr>
            <p:cNvSpPr>
              <a:spLocks noGrp="1"/>
            </p:cNvSpPr>
            <p:nvPr/>
          </p:nvSpPr>
          <p:spPr>
            <a:xfrm rot="0" flipH="0" flipV="0">
              <a:off x="3847529" y="2774633"/>
              <a:ext cx="84723" cy="94121"/>
            </a:xfrm>
            <a:prstGeom prst="rect">
              <a:avLst/>
            </a:prstGeom>
            <a:solidFill>
              <a:srgbClr val="DCE8ED"/>
            </a:solidFill>
            <a:ln w="0">
              <a:noFill/>
              <a:prstDash val="solid"/>
            </a:ln>
          </p:spPr>
        </p:sp>
        <p:sp>
          <p:nvSpPr>
            <p:cNvPr id="17245" name="original-2d:846">
              <a:extLst>
                <a:ext uri="{FF2B5EF4-FFF2-40B4-BE49-F238E27FC236}">
                  <ns2:creationId id="{D981041A-9CDD-4418-8C29-09330E3B2FE5}"/>
                </a:ext>
              </a:extLst>
            </p:cNvPr>
            <p:cNvSpPr>
              <a:spLocks noGrp="1"/>
            </p:cNvSpPr>
            <p:nvPr/>
          </p:nvSpPr>
          <p:spPr>
            <a:xfrm rot="0" flipH="0" flipV="0">
              <a:off x="3932111" y="2774633"/>
              <a:ext cx="84723" cy="94121"/>
            </a:xfrm>
            <a:prstGeom prst="rect">
              <a:avLst/>
            </a:prstGeom>
            <a:solidFill>
              <a:srgbClr val="DCE8ED"/>
            </a:solidFill>
            <a:ln w="0">
              <a:noFill/>
              <a:prstDash val="solid"/>
            </a:ln>
          </p:spPr>
        </p:sp>
        <p:sp>
          <p:nvSpPr>
            <p:cNvPr id="17246" name="original-2d:847">
              <a:extLst>
                <a:ext uri="{FF2B5EF4-FFF2-40B4-BE49-F238E27FC236}">
                  <ns2:creationId id="{69C3E829-AB8D-4E2F-AFB6-1FBC32EB4CD5}"/>
                </a:ext>
              </a:extLst>
            </p:cNvPr>
            <p:cNvSpPr>
              <a:spLocks noGrp="1"/>
            </p:cNvSpPr>
            <p:nvPr/>
          </p:nvSpPr>
          <p:spPr>
            <a:xfrm rot="0" flipH="0" flipV="0">
              <a:off x="4016693" y="2774633"/>
              <a:ext cx="84723" cy="94121"/>
            </a:xfrm>
            <a:prstGeom prst="rect">
              <a:avLst/>
            </a:prstGeom>
            <a:solidFill>
              <a:srgbClr val="81C9BA"/>
            </a:solidFill>
            <a:ln w="0">
              <a:noFill/>
              <a:prstDash val="solid"/>
            </a:ln>
          </p:spPr>
        </p:sp>
        <p:sp>
          <p:nvSpPr>
            <p:cNvPr id="17247" name="original-2d:848">
              <a:extLst>
                <a:ext uri="{FF2B5EF4-FFF2-40B4-BE49-F238E27FC236}">
                  <ns2:creationId id="{09CD7391-3CC0-4FD7-8D04-B4F19D10C584}"/>
                </a:ext>
              </a:extLst>
            </p:cNvPr>
            <p:cNvSpPr>
              <a:spLocks noGrp="1"/>
            </p:cNvSpPr>
            <p:nvPr/>
          </p:nvSpPr>
          <p:spPr>
            <a:xfrm rot="0" flipH="0" flipV="0">
              <a:off x="4101275" y="2774633"/>
              <a:ext cx="84723" cy="94121"/>
            </a:xfrm>
            <a:prstGeom prst="rect">
              <a:avLst/>
            </a:prstGeom>
            <a:solidFill>
              <a:srgbClr val="81C9BA"/>
            </a:solidFill>
            <a:ln w="0">
              <a:noFill/>
              <a:prstDash val="solid"/>
            </a:ln>
          </p:spPr>
        </p:sp>
        <p:sp>
          <p:nvSpPr>
            <p:cNvPr id="17248" name="original-2d:849">
              <a:extLst>
                <a:ext uri="{FF2B5EF4-FFF2-40B4-BE49-F238E27FC236}">
                  <ns2:creationId id="{6DC1C975-D630-4FB6-9233-E1D6E7BF38A8}"/>
                </a:ext>
              </a:extLst>
            </p:cNvPr>
            <p:cNvSpPr>
              <a:spLocks noGrp="1"/>
            </p:cNvSpPr>
            <p:nvPr/>
          </p:nvSpPr>
          <p:spPr>
            <a:xfrm rot="0" flipH="0" flipV="0">
              <a:off x="4185857" y="2774633"/>
              <a:ext cx="84723" cy="94121"/>
            </a:xfrm>
            <a:prstGeom prst="rect">
              <a:avLst/>
            </a:prstGeom>
            <a:solidFill>
              <a:srgbClr val="81C9BA"/>
            </a:solidFill>
            <a:ln w="0">
              <a:noFill/>
              <a:prstDash val="solid"/>
            </a:ln>
          </p:spPr>
        </p:sp>
        <p:sp>
          <p:nvSpPr>
            <p:cNvPr id="17249" name="original-2d:850">
              <a:extLst>
                <a:ext uri="{FF2B5EF4-FFF2-40B4-BE49-F238E27FC236}">
                  <ns2:creationId id="{460DBC47-4BBA-4550-935A-66509284C0E3}"/>
                </a:ext>
              </a:extLst>
            </p:cNvPr>
            <p:cNvSpPr>
              <a:spLocks noGrp="1"/>
            </p:cNvSpPr>
            <p:nvPr/>
          </p:nvSpPr>
          <p:spPr>
            <a:xfrm rot="0" flipH="0" flipV="0">
              <a:off x="4270439" y="2774633"/>
              <a:ext cx="84723" cy="94121"/>
            </a:xfrm>
            <a:prstGeom prst="rect">
              <a:avLst/>
            </a:prstGeom>
            <a:solidFill>
              <a:srgbClr val="81C9BA"/>
            </a:solidFill>
            <a:ln w="0">
              <a:noFill/>
              <a:prstDash val="solid"/>
            </a:ln>
          </p:spPr>
        </p:sp>
        <p:sp>
          <p:nvSpPr>
            <p:cNvPr id="17250" name="original-2d:851">
              <a:extLst>
                <a:ext uri="{FF2B5EF4-FFF2-40B4-BE49-F238E27FC236}">
                  <ns2:creationId id="{41B87633-58EE-44C9-8D72-3029157BC839}"/>
                </a:ext>
              </a:extLst>
            </p:cNvPr>
            <p:cNvSpPr>
              <a:spLocks noGrp="1"/>
            </p:cNvSpPr>
            <p:nvPr/>
          </p:nvSpPr>
          <p:spPr>
            <a:xfrm rot="0" flipH="0" flipV="0">
              <a:off x="4355021" y="2774633"/>
              <a:ext cx="84723" cy="94121"/>
            </a:xfrm>
            <a:prstGeom prst="rect">
              <a:avLst/>
            </a:prstGeom>
            <a:solidFill>
              <a:srgbClr val="81C9BA"/>
            </a:solidFill>
            <a:ln w="0">
              <a:noFill/>
              <a:prstDash val="solid"/>
            </a:ln>
          </p:spPr>
        </p:sp>
        <p:sp>
          <p:nvSpPr>
            <p:cNvPr id="17251" name="original-2d:852">
              <a:extLst>
                <a:ext uri="{FF2B5EF4-FFF2-40B4-BE49-F238E27FC236}">
                  <ns2:creationId id="{F0B6F3C8-DA1F-4D98-862D-E9200BD3AE78}"/>
                </a:ext>
              </a:extLst>
            </p:cNvPr>
            <p:cNvSpPr>
              <a:spLocks noGrp="1"/>
            </p:cNvSpPr>
            <p:nvPr/>
          </p:nvSpPr>
          <p:spPr>
            <a:xfrm rot="0" flipH="0" flipV="0">
              <a:off x="4439603" y="2774633"/>
              <a:ext cx="84723" cy="94121"/>
            </a:xfrm>
            <a:prstGeom prst="rect">
              <a:avLst/>
            </a:prstGeom>
            <a:solidFill>
              <a:srgbClr val="81C9BA"/>
            </a:solidFill>
            <a:ln w="0">
              <a:noFill/>
              <a:prstDash val="solid"/>
            </a:ln>
          </p:spPr>
        </p:sp>
        <p:sp>
          <p:nvSpPr>
            <p:cNvPr id="17252" name="original-2d:853">
              <a:extLst>
                <a:ext uri="{FF2B5EF4-FFF2-40B4-BE49-F238E27FC236}">
                  <ns2:creationId id="{53D59148-A6D9-4541-983C-37BDBE2C49A7}"/>
                </a:ext>
              </a:extLst>
            </p:cNvPr>
            <p:cNvSpPr>
              <a:spLocks noGrp="1"/>
            </p:cNvSpPr>
            <p:nvPr/>
          </p:nvSpPr>
          <p:spPr>
            <a:xfrm rot="0" flipH="0" flipV="0">
              <a:off x="4524185" y="2774633"/>
              <a:ext cx="84723" cy="94121"/>
            </a:xfrm>
            <a:prstGeom prst="rect">
              <a:avLst/>
            </a:prstGeom>
            <a:solidFill>
              <a:srgbClr val="81C9BA"/>
            </a:solidFill>
            <a:ln w="0">
              <a:noFill/>
              <a:prstDash val="solid"/>
            </a:ln>
          </p:spPr>
        </p:sp>
        <p:sp>
          <p:nvSpPr>
            <p:cNvPr id="17253" name="original-2d:854">
              <a:extLst>
                <a:ext uri="{FF2B5EF4-FFF2-40B4-BE49-F238E27FC236}">
                  <ns2:creationId id="{5476278B-AE4B-4874-8DFF-561C9BCBBF35}"/>
                </a:ext>
              </a:extLst>
            </p:cNvPr>
            <p:cNvSpPr>
              <a:spLocks noGrp="1"/>
            </p:cNvSpPr>
            <p:nvPr/>
          </p:nvSpPr>
          <p:spPr>
            <a:xfrm rot="0" flipH="0" flipV="0">
              <a:off x="4608767" y="2774633"/>
              <a:ext cx="84723" cy="94121"/>
            </a:xfrm>
            <a:prstGeom prst="rect">
              <a:avLst/>
            </a:prstGeom>
            <a:solidFill>
              <a:srgbClr val="81C9BA"/>
            </a:solidFill>
            <a:ln w="0">
              <a:noFill/>
              <a:prstDash val="solid"/>
            </a:ln>
          </p:spPr>
        </p:sp>
        <p:sp>
          <p:nvSpPr>
            <p:cNvPr id="17254" name="original-2d:855">
              <a:extLst>
                <a:ext uri="{FF2B5EF4-FFF2-40B4-BE49-F238E27FC236}">
                  <ns2:creationId id="{043C6AFD-E378-4C67-B404-E6DEE4851426}"/>
                </a:ext>
              </a:extLst>
            </p:cNvPr>
            <p:cNvSpPr>
              <a:spLocks noGrp="1"/>
            </p:cNvSpPr>
            <p:nvPr/>
          </p:nvSpPr>
          <p:spPr>
            <a:xfrm rot="0" flipH="0" flipV="0">
              <a:off x="4693349" y="2774633"/>
              <a:ext cx="84723" cy="94121"/>
            </a:xfrm>
            <a:prstGeom prst="rect">
              <a:avLst/>
            </a:prstGeom>
            <a:solidFill>
              <a:srgbClr val="009E73"/>
            </a:solidFill>
            <a:ln w="0">
              <a:noFill/>
              <a:prstDash val="solid"/>
            </a:ln>
          </p:spPr>
        </p:sp>
        <p:sp>
          <p:nvSpPr>
            <p:cNvPr id="17255" name="original-2d:856">
              <a:extLst>
                <a:ext uri="{FF2B5EF4-FFF2-40B4-BE49-F238E27FC236}">
                  <ns2:creationId id="{99315942-8D4D-4AD2-B83F-A67B3AB045D9}"/>
                </a:ext>
              </a:extLst>
            </p:cNvPr>
            <p:cNvSpPr>
              <a:spLocks noGrp="1"/>
            </p:cNvSpPr>
            <p:nvPr/>
          </p:nvSpPr>
          <p:spPr>
            <a:xfrm rot="0" flipH="0" flipV="0">
              <a:off x="4777931" y="2774633"/>
              <a:ext cx="84723" cy="94121"/>
            </a:xfrm>
            <a:prstGeom prst="rect">
              <a:avLst/>
            </a:prstGeom>
            <a:solidFill>
              <a:srgbClr val="009E73"/>
            </a:solidFill>
            <a:ln w="0">
              <a:noFill/>
              <a:prstDash val="solid"/>
            </a:ln>
          </p:spPr>
        </p:sp>
        <p:sp>
          <p:nvSpPr>
            <p:cNvPr id="17256" name="original-2d:857">
              <a:extLst>
                <a:ext uri="{FF2B5EF4-FFF2-40B4-BE49-F238E27FC236}">
                  <ns2:creationId id="{D502757C-E332-49E5-8B4E-337A41305BF4}"/>
                </a:ext>
              </a:extLst>
            </p:cNvPr>
            <p:cNvSpPr>
              <a:spLocks noGrp="1"/>
            </p:cNvSpPr>
            <p:nvPr/>
          </p:nvSpPr>
          <p:spPr>
            <a:xfrm rot="0" flipH="0" flipV="0">
              <a:off x="4862513" y="2774633"/>
              <a:ext cx="84723" cy="94121"/>
            </a:xfrm>
            <a:prstGeom prst="rect">
              <a:avLst/>
            </a:prstGeom>
            <a:solidFill>
              <a:srgbClr val="009E73"/>
            </a:solidFill>
            <a:ln w="0">
              <a:noFill/>
              <a:prstDash val="solid"/>
            </a:ln>
          </p:spPr>
        </p:sp>
        <p:sp>
          <p:nvSpPr>
            <p:cNvPr id="17257" name="original-2d:858">
              <a:extLst>
                <a:ext uri="{FF2B5EF4-FFF2-40B4-BE49-F238E27FC236}">
                  <ns2:creationId id="{DFDD6E16-4BE2-4C1F-9021-182C96D3FFD1}"/>
                </a:ext>
              </a:extLst>
            </p:cNvPr>
            <p:cNvSpPr>
              <a:spLocks noGrp="1"/>
            </p:cNvSpPr>
            <p:nvPr/>
          </p:nvSpPr>
          <p:spPr>
            <a:xfrm rot="0" flipH="0" flipV="0">
              <a:off x="4947095" y="2774633"/>
              <a:ext cx="84723" cy="94121"/>
            </a:xfrm>
            <a:prstGeom prst="rect">
              <a:avLst/>
            </a:prstGeom>
            <a:solidFill>
              <a:srgbClr val="009E73"/>
            </a:solidFill>
            <a:ln w="0">
              <a:noFill/>
              <a:prstDash val="solid"/>
            </a:ln>
          </p:spPr>
        </p:sp>
        <p:sp>
          <p:nvSpPr>
            <p:cNvPr id="17258" name="original-2d:859">
              <a:extLst>
                <a:ext uri="{FF2B5EF4-FFF2-40B4-BE49-F238E27FC236}">
                  <ns2:creationId id="{7DFC6615-37FE-4B4B-B33C-ACE34C2A40AE}"/>
                </a:ext>
              </a:extLst>
            </p:cNvPr>
            <p:cNvSpPr>
              <a:spLocks noGrp="1"/>
            </p:cNvSpPr>
            <p:nvPr/>
          </p:nvSpPr>
          <p:spPr>
            <a:xfrm rot="0" flipH="0" flipV="0">
              <a:off x="5031677" y="2774633"/>
              <a:ext cx="84723" cy="94121"/>
            </a:xfrm>
            <a:prstGeom prst="rect">
              <a:avLst/>
            </a:prstGeom>
            <a:solidFill>
              <a:srgbClr val="81C9BA"/>
            </a:solidFill>
            <a:ln w="0">
              <a:noFill/>
              <a:prstDash val="solid"/>
            </a:ln>
          </p:spPr>
        </p:sp>
        <p:sp>
          <p:nvSpPr>
            <p:cNvPr id="17259" name="original-2d:860">
              <a:extLst>
                <a:ext uri="{FF2B5EF4-FFF2-40B4-BE49-F238E27FC236}">
                  <ns2:creationId id="{449B094A-DD3A-4B22-A92A-FD9EEFF8CD90}"/>
                </a:ext>
              </a:extLst>
            </p:cNvPr>
            <p:cNvSpPr>
              <a:spLocks noGrp="1"/>
            </p:cNvSpPr>
            <p:nvPr/>
          </p:nvSpPr>
          <p:spPr>
            <a:xfrm rot="0" flipH="0" flipV="0">
              <a:off x="5116259" y="2774633"/>
              <a:ext cx="84723" cy="94121"/>
            </a:xfrm>
            <a:prstGeom prst="rect">
              <a:avLst/>
            </a:prstGeom>
            <a:solidFill>
              <a:srgbClr val="81C9BA"/>
            </a:solidFill>
            <a:ln w="0">
              <a:noFill/>
              <a:prstDash val="solid"/>
            </a:ln>
          </p:spPr>
        </p:sp>
        <p:sp>
          <p:nvSpPr>
            <p:cNvPr id="17260" name="original-2d:861">
              <a:extLst>
                <a:ext uri="{FF2B5EF4-FFF2-40B4-BE49-F238E27FC236}">
                  <ns2:creationId id="{5F9EDA4C-B27A-44A1-B4C2-B134BDEB4D41}"/>
                </a:ext>
              </a:extLst>
            </p:cNvPr>
            <p:cNvSpPr>
              <a:spLocks noGrp="1"/>
            </p:cNvSpPr>
            <p:nvPr/>
          </p:nvSpPr>
          <p:spPr>
            <a:xfrm rot="0" flipH="0" flipV="0">
              <a:off x="5200841" y="2774633"/>
              <a:ext cx="84723" cy="94121"/>
            </a:xfrm>
            <a:prstGeom prst="rect">
              <a:avLst/>
            </a:prstGeom>
            <a:solidFill>
              <a:srgbClr val="81C9BA"/>
            </a:solidFill>
            <a:ln w="0">
              <a:noFill/>
              <a:prstDash val="solid"/>
            </a:ln>
          </p:spPr>
        </p:sp>
        <p:sp>
          <p:nvSpPr>
            <p:cNvPr id="17261" name="original-2d:862">
              <a:extLst>
                <a:ext uri="{FF2B5EF4-FFF2-40B4-BE49-F238E27FC236}">
                  <ns2:creationId id="{07F56EBF-3301-4798-94BD-3CEB7D8EC674}"/>
                </a:ext>
              </a:extLst>
            </p:cNvPr>
            <p:cNvSpPr>
              <a:spLocks noGrp="1"/>
            </p:cNvSpPr>
            <p:nvPr/>
          </p:nvSpPr>
          <p:spPr>
            <a:xfrm rot="0" flipH="0" flipV="0">
              <a:off x="3593783" y="2868613"/>
              <a:ext cx="84723" cy="94121"/>
            </a:xfrm>
            <a:prstGeom prst="rect">
              <a:avLst/>
            </a:prstGeom>
            <a:solidFill>
              <a:srgbClr val="DCE8ED"/>
            </a:solidFill>
            <a:ln w="0">
              <a:noFill/>
              <a:prstDash val="solid"/>
            </a:ln>
          </p:spPr>
        </p:sp>
        <p:sp>
          <p:nvSpPr>
            <p:cNvPr id="17262" name="original-2d:863">
              <a:extLst>
                <a:ext uri="{FF2B5EF4-FFF2-40B4-BE49-F238E27FC236}">
                  <ns2:creationId id="{CBF384A1-309F-43C3-B32F-15EEAD34EDF7}"/>
                </a:ext>
              </a:extLst>
            </p:cNvPr>
            <p:cNvSpPr>
              <a:spLocks noGrp="1"/>
            </p:cNvSpPr>
            <p:nvPr/>
          </p:nvSpPr>
          <p:spPr>
            <a:xfrm rot="0" flipH="0" flipV="0">
              <a:off x="3678365" y="2868613"/>
              <a:ext cx="84723" cy="94121"/>
            </a:xfrm>
            <a:prstGeom prst="rect">
              <a:avLst/>
            </a:prstGeom>
            <a:solidFill>
              <a:srgbClr val="DCE8ED"/>
            </a:solidFill>
            <a:ln w="0">
              <a:noFill/>
              <a:prstDash val="solid"/>
            </a:ln>
          </p:spPr>
        </p:sp>
        <p:sp>
          <p:nvSpPr>
            <p:cNvPr id="17263" name="original-2d:864">
              <a:extLst>
                <a:ext uri="{FF2B5EF4-FFF2-40B4-BE49-F238E27FC236}">
                  <ns2:creationId id="{6FF8EA7A-99C4-474F-A855-5202524D1CE2}"/>
                </a:ext>
              </a:extLst>
            </p:cNvPr>
            <p:cNvSpPr>
              <a:spLocks noGrp="1"/>
            </p:cNvSpPr>
            <p:nvPr/>
          </p:nvSpPr>
          <p:spPr>
            <a:xfrm rot="0" flipH="0" flipV="0">
              <a:off x="3762947" y="2868613"/>
              <a:ext cx="84723" cy="94121"/>
            </a:xfrm>
            <a:prstGeom prst="rect">
              <a:avLst/>
            </a:prstGeom>
            <a:solidFill>
              <a:srgbClr val="DCE8ED"/>
            </a:solidFill>
            <a:ln w="0">
              <a:noFill/>
              <a:prstDash val="solid"/>
            </a:ln>
          </p:spPr>
        </p:sp>
        <p:sp>
          <p:nvSpPr>
            <p:cNvPr id="17264" name="original-2d:865">
              <a:extLst>
                <a:ext uri="{FF2B5EF4-FFF2-40B4-BE49-F238E27FC236}">
                  <ns2:creationId id="{1392CFFA-B974-4A84-B20C-425DDBE947AB}"/>
                </a:ext>
              </a:extLst>
            </p:cNvPr>
            <p:cNvSpPr>
              <a:spLocks noGrp="1"/>
            </p:cNvSpPr>
            <p:nvPr/>
          </p:nvSpPr>
          <p:spPr>
            <a:xfrm rot="0" flipH="0" flipV="0">
              <a:off x="3847529" y="2868613"/>
              <a:ext cx="84723" cy="94121"/>
            </a:xfrm>
            <a:prstGeom prst="rect">
              <a:avLst/>
            </a:prstGeom>
            <a:solidFill>
              <a:srgbClr val="DCE8ED"/>
            </a:solidFill>
            <a:ln w="0">
              <a:noFill/>
              <a:prstDash val="solid"/>
            </a:ln>
          </p:spPr>
        </p:sp>
        <p:sp>
          <p:nvSpPr>
            <p:cNvPr id="17265" name="original-2d:866">
              <a:extLst>
                <a:ext uri="{FF2B5EF4-FFF2-40B4-BE49-F238E27FC236}">
                  <ns2:creationId id="{0E94F397-F1F6-4E6C-91CF-75555209C136}"/>
                </a:ext>
              </a:extLst>
            </p:cNvPr>
            <p:cNvSpPr>
              <a:spLocks noGrp="1"/>
            </p:cNvSpPr>
            <p:nvPr/>
          </p:nvSpPr>
          <p:spPr>
            <a:xfrm rot="0" flipH="0" flipV="0">
              <a:off x="3932111" y="2868613"/>
              <a:ext cx="84723" cy="94121"/>
            </a:xfrm>
            <a:prstGeom prst="rect">
              <a:avLst/>
            </a:prstGeom>
            <a:solidFill>
              <a:srgbClr val="DCE8ED"/>
            </a:solidFill>
            <a:ln w="0">
              <a:noFill/>
              <a:prstDash val="solid"/>
            </a:ln>
          </p:spPr>
        </p:sp>
        <p:sp>
          <p:nvSpPr>
            <p:cNvPr id="17266" name="original-2d:867">
              <a:extLst>
                <a:ext uri="{FF2B5EF4-FFF2-40B4-BE49-F238E27FC236}">
                  <ns2:creationId id="{D5B4707B-C34D-465C-99FB-DD9010C00148}"/>
                </a:ext>
              </a:extLst>
            </p:cNvPr>
            <p:cNvSpPr>
              <a:spLocks noGrp="1"/>
            </p:cNvSpPr>
            <p:nvPr/>
          </p:nvSpPr>
          <p:spPr>
            <a:xfrm rot="0" flipH="0" flipV="0">
              <a:off x="4016693" y="2868613"/>
              <a:ext cx="84723" cy="94121"/>
            </a:xfrm>
            <a:prstGeom prst="rect">
              <a:avLst/>
            </a:prstGeom>
            <a:solidFill>
              <a:srgbClr val="81C9BA"/>
            </a:solidFill>
            <a:ln w="0">
              <a:noFill/>
              <a:prstDash val="solid"/>
            </a:ln>
          </p:spPr>
        </p:sp>
        <p:sp>
          <p:nvSpPr>
            <p:cNvPr id="17267" name="original-2d:868">
              <a:extLst>
                <a:ext uri="{FF2B5EF4-FFF2-40B4-BE49-F238E27FC236}">
                  <ns2:creationId id="{1693F46C-46D5-4905-B041-08D81729653F}"/>
                </a:ext>
              </a:extLst>
            </p:cNvPr>
            <p:cNvSpPr>
              <a:spLocks noGrp="1"/>
            </p:cNvSpPr>
            <p:nvPr/>
          </p:nvSpPr>
          <p:spPr>
            <a:xfrm rot="0" flipH="0" flipV="0">
              <a:off x="4101275" y="2868613"/>
              <a:ext cx="84723" cy="94121"/>
            </a:xfrm>
            <a:prstGeom prst="rect">
              <a:avLst/>
            </a:prstGeom>
            <a:solidFill>
              <a:srgbClr val="81C9BA"/>
            </a:solidFill>
            <a:ln w="0">
              <a:noFill/>
              <a:prstDash val="solid"/>
            </a:ln>
          </p:spPr>
        </p:sp>
        <p:sp>
          <p:nvSpPr>
            <p:cNvPr id="17268" name="original-2d:869">
              <a:extLst>
                <a:ext uri="{FF2B5EF4-FFF2-40B4-BE49-F238E27FC236}">
                  <ns2:creationId id="{CE2D5881-27F5-4BD0-8CDA-1C94723F391B}"/>
                </a:ext>
              </a:extLst>
            </p:cNvPr>
            <p:cNvSpPr>
              <a:spLocks noGrp="1"/>
            </p:cNvSpPr>
            <p:nvPr/>
          </p:nvSpPr>
          <p:spPr>
            <a:xfrm rot="0" flipH="0" flipV="0">
              <a:off x="4185857" y="2868613"/>
              <a:ext cx="84723" cy="94121"/>
            </a:xfrm>
            <a:prstGeom prst="rect">
              <a:avLst/>
            </a:prstGeom>
            <a:solidFill>
              <a:srgbClr val="81C9BA"/>
            </a:solidFill>
            <a:ln w="0">
              <a:noFill/>
              <a:prstDash val="solid"/>
            </a:ln>
          </p:spPr>
        </p:sp>
        <p:sp>
          <p:nvSpPr>
            <p:cNvPr id="17269" name="original-2d:870">
              <a:extLst>
                <a:ext uri="{FF2B5EF4-FFF2-40B4-BE49-F238E27FC236}">
                  <ns2:creationId id="{B0D1AAC0-BB14-4A0C-ABEA-AFD2B09161D5}"/>
                </a:ext>
              </a:extLst>
            </p:cNvPr>
            <p:cNvSpPr>
              <a:spLocks noGrp="1"/>
            </p:cNvSpPr>
            <p:nvPr/>
          </p:nvSpPr>
          <p:spPr>
            <a:xfrm rot="0" flipH="0" flipV="0">
              <a:off x="4270439" y="2868613"/>
              <a:ext cx="84723" cy="94121"/>
            </a:xfrm>
            <a:prstGeom prst="rect">
              <a:avLst/>
            </a:prstGeom>
            <a:solidFill>
              <a:srgbClr val="81C9BA"/>
            </a:solidFill>
            <a:ln w="0">
              <a:noFill/>
              <a:prstDash val="solid"/>
            </a:ln>
          </p:spPr>
        </p:sp>
        <p:sp>
          <p:nvSpPr>
            <p:cNvPr id="17270" name="original-2d:871">
              <a:extLst>
                <a:ext uri="{FF2B5EF4-FFF2-40B4-BE49-F238E27FC236}">
                  <ns2:creationId id="{754D471C-38E2-4795-AB09-C5055C808A91}"/>
                </a:ext>
              </a:extLst>
            </p:cNvPr>
            <p:cNvSpPr>
              <a:spLocks noGrp="1"/>
            </p:cNvSpPr>
            <p:nvPr/>
          </p:nvSpPr>
          <p:spPr>
            <a:xfrm rot="0" flipH="0" flipV="0">
              <a:off x="4355021" y="2868613"/>
              <a:ext cx="84723" cy="94121"/>
            </a:xfrm>
            <a:prstGeom prst="rect">
              <a:avLst/>
            </a:prstGeom>
            <a:solidFill>
              <a:srgbClr val="D55E00"/>
            </a:solidFill>
            <a:ln w="0">
              <a:noFill/>
              <a:prstDash val="solid"/>
            </a:ln>
          </p:spPr>
        </p:sp>
        <p:sp>
          <p:nvSpPr>
            <p:cNvPr id="17271" name="original-2d:872">
              <a:extLst>
                <a:ext uri="{FF2B5EF4-FFF2-40B4-BE49-F238E27FC236}">
                  <ns2:creationId id="{8393FBA9-1D26-4298-89DC-76896461F1C2}"/>
                </a:ext>
              </a:extLst>
            </p:cNvPr>
            <p:cNvSpPr>
              <a:spLocks noGrp="1"/>
            </p:cNvSpPr>
            <p:nvPr/>
          </p:nvSpPr>
          <p:spPr>
            <a:xfrm rot="0" flipH="0" flipV="0">
              <a:off x="4439603" y="2868613"/>
              <a:ext cx="84723" cy="94121"/>
            </a:xfrm>
            <a:prstGeom prst="rect">
              <a:avLst/>
            </a:prstGeom>
            <a:solidFill>
              <a:srgbClr val="D55E00"/>
            </a:solidFill>
            <a:ln w="0">
              <a:noFill/>
              <a:prstDash val="solid"/>
            </a:ln>
          </p:spPr>
        </p:sp>
        <p:sp>
          <p:nvSpPr>
            <p:cNvPr id="17272" name="original-2d:873">
              <a:extLst>
                <a:ext uri="{FF2B5EF4-FFF2-40B4-BE49-F238E27FC236}">
                  <ns2:creationId id="{9CC22C17-9BE7-4EF3-B14D-41CD73FE2F52}"/>
                </a:ext>
              </a:extLst>
            </p:cNvPr>
            <p:cNvSpPr>
              <a:spLocks noGrp="1"/>
            </p:cNvSpPr>
            <p:nvPr/>
          </p:nvSpPr>
          <p:spPr>
            <a:xfrm rot="0" flipH="0" flipV="0">
              <a:off x="4524185" y="2868613"/>
              <a:ext cx="84723" cy="94121"/>
            </a:xfrm>
            <a:prstGeom prst="rect">
              <a:avLst/>
            </a:prstGeom>
            <a:solidFill>
              <a:srgbClr val="81C9BA"/>
            </a:solidFill>
            <a:ln w="0">
              <a:noFill/>
              <a:prstDash val="solid"/>
            </a:ln>
          </p:spPr>
        </p:sp>
        <p:sp>
          <p:nvSpPr>
            <p:cNvPr id="17273" name="original-2d:874">
              <a:extLst>
                <a:ext uri="{FF2B5EF4-FFF2-40B4-BE49-F238E27FC236}">
                  <ns2:creationId id="{A0ACB5ED-C213-4B93-B956-6CB57A2C427D}"/>
                </a:ext>
              </a:extLst>
            </p:cNvPr>
            <p:cNvSpPr>
              <a:spLocks noGrp="1"/>
            </p:cNvSpPr>
            <p:nvPr/>
          </p:nvSpPr>
          <p:spPr>
            <a:xfrm rot="0" flipH="0" flipV="0">
              <a:off x="4608767" y="2868613"/>
              <a:ext cx="84723" cy="94121"/>
            </a:xfrm>
            <a:prstGeom prst="rect">
              <a:avLst/>
            </a:prstGeom>
            <a:solidFill>
              <a:srgbClr val="009E73"/>
            </a:solidFill>
            <a:ln w="0">
              <a:noFill/>
              <a:prstDash val="solid"/>
            </a:ln>
          </p:spPr>
        </p:sp>
        <p:sp>
          <p:nvSpPr>
            <p:cNvPr id="17274" name="original-2d:875">
              <a:extLst>
                <a:ext uri="{FF2B5EF4-FFF2-40B4-BE49-F238E27FC236}">
                  <ns2:creationId id="{6DD7B9FE-AA8D-4C38-992F-B6568A8F1114}"/>
                </a:ext>
              </a:extLst>
            </p:cNvPr>
            <p:cNvSpPr>
              <a:spLocks noGrp="1"/>
            </p:cNvSpPr>
            <p:nvPr/>
          </p:nvSpPr>
          <p:spPr>
            <a:xfrm rot="0" flipH="0" flipV="0">
              <a:off x="4693349" y="2868613"/>
              <a:ext cx="84723" cy="94121"/>
            </a:xfrm>
            <a:prstGeom prst="rect">
              <a:avLst/>
            </a:prstGeom>
            <a:solidFill>
              <a:srgbClr val="009E73"/>
            </a:solidFill>
            <a:ln w="0">
              <a:noFill/>
              <a:prstDash val="solid"/>
            </a:ln>
          </p:spPr>
        </p:sp>
        <p:sp>
          <p:nvSpPr>
            <p:cNvPr id="17275" name="original-2d:876">
              <a:extLst>
                <a:ext uri="{FF2B5EF4-FFF2-40B4-BE49-F238E27FC236}">
                  <ns2:creationId id="{97202834-AAFF-4C7E-AAAD-DE66ED30B4A2}"/>
                </a:ext>
              </a:extLst>
            </p:cNvPr>
            <p:cNvSpPr>
              <a:spLocks noGrp="1"/>
            </p:cNvSpPr>
            <p:nvPr/>
          </p:nvSpPr>
          <p:spPr>
            <a:xfrm rot="0" flipH="0" flipV="0">
              <a:off x="4777931" y="2868613"/>
              <a:ext cx="84723" cy="94121"/>
            </a:xfrm>
            <a:prstGeom prst="rect">
              <a:avLst/>
            </a:prstGeom>
            <a:solidFill>
              <a:srgbClr val="009E73"/>
            </a:solidFill>
            <a:ln w="0">
              <a:noFill/>
              <a:prstDash val="solid"/>
            </a:ln>
          </p:spPr>
        </p:sp>
        <p:sp>
          <p:nvSpPr>
            <p:cNvPr id="17276" name="original-2d:877">
              <a:extLst>
                <a:ext uri="{FF2B5EF4-FFF2-40B4-BE49-F238E27FC236}">
                  <ns2:creationId id="{D12B6337-C406-4E21-AFFE-C7292F378D2A}"/>
                </a:ext>
              </a:extLst>
            </p:cNvPr>
            <p:cNvSpPr>
              <a:spLocks noGrp="1"/>
            </p:cNvSpPr>
            <p:nvPr/>
          </p:nvSpPr>
          <p:spPr>
            <a:xfrm rot="0" flipH="0" flipV="0">
              <a:off x="4862513" y="2868613"/>
              <a:ext cx="84723" cy="94121"/>
            </a:xfrm>
            <a:prstGeom prst="rect">
              <a:avLst/>
            </a:prstGeom>
            <a:solidFill>
              <a:srgbClr val="009E73"/>
            </a:solidFill>
            <a:ln w="0">
              <a:noFill/>
              <a:prstDash val="solid"/>
            </a:ln>
          </p:spPr>
        </p:sp>
        <p:sp>
          <p:nvSpPr>
            <p:cNvPr id="17277" name="original-2d:878">
              <a:extLst>
                <a:ext uri="{FF2B5EF4-FFF2-40B4-BE49-F238E27FC236}">
                  <ns2:creationId id="{DC36A526-673B-4093-9808-DA8BE8EB665C}"/>
                </a:ext>
              </a:extLst>
            </p:cNvPr>
            <p:cNvSpPr>
              <a:spLocks noGrp="1"/>
            </p:cNvSpPr>
            <p:nvPr/>
          </p:nvSpPr>
          <p:spPr>
            <a:xfrm rot="0" flipH="0" flipV="0">
              <a:off x="4947095" y="2868613"/>
              <a:ext cx="84723" cy="94121"/>
            </a:xfrm>
            <a:prstGeom prst="rect">
              <a:avLst/>
            </a:prstGeom>
            <a:solidFill>
              <a:srgbClr val="009E73"/>
            </a:solidFill>
            <a:ln w="0">
              <a:noFill/>
              <a:prstDash val="solid"/>
            </a:ln>
          </p:spPr>
        </p:sp>
        <p:sp>
          <p:nvSpPr>
            <p:cNvPr id="17278" name="original-2d:879">
              <a:extLst>
                <a:ext uri="{FF2B5EF4-FFF2-40B4-BE49-F238E27FC236}">
                  <ns2:creationId id="{AE75B9AB-91D2-4439-856B-D16FD61FC53C}"/>
                </a:ext>
              </a:extLst>
            </p:cNvPr>
            <p:cNvSpPr>
              <a:spLocks noGrp="1"/>
            </p:cNvSpPr>
            <p:nvPr/>
          </p:nvSpPr>
          <p:spPr>
            <a:xfrm rot="0" flipH="0" flipV="0">
              <a:off x="5031677" y="2868613"/>
              <a:ext cx="84723" cy="94121"/>
            </a:xfrm>
            <a:prstGeom prst="rect">
              <a:avLst/>
            </a:prstGeom>
            <a:solidFill>
              <a:srgbClr val="81C9BA"/>
            </a:solidFill>
            <a:ln w="0">
              <a:noFill/>
              <a:prstDash val="solid"/>
            </a:ln>
          </p:spPr>
        </p:sp>
        <p:sp>
          <p:nvSpPr>
            <p:cNvPr id="17279" name="original-2d:880">
              <a:extLst>
                <a:ext uri="{FF2B5EF4-FFF2-40B4-BE49-F238E27FC236}">
                  <ns2:creationId id="{133649BC-5A8B-463F-8CE9-C174DE848605}"/>
                </a:ext>
              </a:extLst>
            </p:cNvPr>
            <p:cNvSpPr>
              <a:spLocks noGrp="1"/>
            </p:cNvSpPr>
            <p:nvPr/>
          </p:nvSpPr>
          <p:spPr>
            <a:xfrm rot="0" flipH="0" flipV="0">
              <a:off x="5116259" y="2868613"/>
              <a:ext cx="84723" cy="94121"/>
            </a:xfrm>
            <a:prstGeom prst="rect">
              <a:avLst/>
            </a:prstGeom>
            <a:solidFill>
              <a:srgbClr val="81C9BA"/>
            </a:solidFill>
            <a:ln w="0">
              <a:noFill/>
              <a:prstDash val="solid"/>
            </a:ln>
          </p:spPr>
        </p:sp>
        <p:sp>
          <p:nvSpPr>
            <p:cNvPr id="17280" name="original-2d:881">
              <a:extLst>
                <a:ext uri="{FF2B5EF4-FFF2-40B4-BE49-F238E27FC236}">
                  <ns2:creationId id="{4302F018-EB29-4261-9EB6-40A928E6A0A4}"/>
                </a:ext>
              </a:extLst>
            </p:cNvPr>
            <p:cNvSpPr>
              <a:spLocks noGrp="1"/>
            </p:cNvSpPr>
            <p:nvPr/>
          </p:nvSpPr>
          <p:spPr>
            <a:xfrm rot="0" flipH="0" flipV="0">
              <a:off x="5200841" y="2868613"/>
              <a:ext cx="84723" cy="94121"/>
            </a:xfrm>
            <a:prstGeom prst="rect">
              <a:avLst/>
            </a:prstGeom>
            <a:solidFill>
              <a:srgbClr val="81C9BA"/>
            </a:solidFill>
            <a:ln w="0">
              <a:noFill/>
              <a:prstDash val="solid"/>
            </a:ln>
          </p:spPr>
        </p:sp>
        <p:sp>
          <p:nvSpPr>
            <p:cNvPr id="17281" name="original-2d:882">
              <a:extLst>
                <a:ext uri="{FF2B5EF4-FFF2-40B4-BE49-F238E27FC236}">
                  <ns2:creationId id="{C7E60DC3-3197-42D0-8368-56793197BF05}"/>
                </a:ext>
              </a:extLst>
            </p:cNvPr>
            <p:cNvSpPr>
              <a:spLocks noGrp="1"/>
            </p:cNvSpPr>
            <p:nvPr/>
          </p:nvSpPr>
          <p:spPr>
            <a:xfrm rot="0" flipH="0" flipV="0">
              <a:off x="3593783" y="2962593"/>
              <a:ext cx="84723" cy="94121"/>
            </a:xfrm>
            <a:prstGeom prst="rect">
              <a:avLst/>
            </a:prstGeom>
            <a:solidFill>
              <a:srgbClr val="DCE8ED"/>
            </a:solidFill>
            <a:ln w="0">
              <a:noFill/>
              <a:prstDash val="solid"/>
            </a:ln>
          </p:spPr>
        </p:sp>
        <p:sp>
          <p:nvSpPr>
            <p:cNvPr id="17282" name="original-2d:883">
              <a:extLst>
                <a:ext uri="{FF2B5EF4-FFF2-40B4-BE49-F238E27FC236}">
                  <ns2:creationId id="{D8ACC466-B80C-450D-A5AA-E2E00C5F5D6C}"/>
                </a:ext>
              </a:extLst>
            </p:cNvPr>
            <p:cNvSpPr>
              <a:spLocks noGrp="1"/>
            </p:cNvSpPr>
            <p:nvPr/>
          </p:nvSpPr>
          <p:spPr>
            <a:xfrm rot="0" flipH="0" flipV="0">
              <a:off x="3678365" y="2962593"/>
              <a:ext cx="84723" cy="94121"/>
            </a:xfrm>
            <a:prstGeom prst="rect">
              <a:avLst/>
            </a:prstGeom>
            <a:solidFill>
              <a:srgbClr val="DCE8ED"/>
            </a:solidFill>
            <a:ln w="0">
              <a:noFill/>
              <a:prstDash val="solid"/>
            </a:ln>
          </p:spPr>
        </p:sp>
        <p:sp>
          <p:nvSpPr>
            <p:cNvPr id="17283" name="original-2d:884">
              <a:extLst>
                <a:ext uri="{FF2B5EF4-FFF2-40B4-BE49-F238E27FC236}">
                  <ns2:creationId id="{2AD54283-9EAA-4323-9EEA-0E146F0E51D5}"/>
                </a:ext>
              </a:extLst>
            </p:cNvPr>
            <p:cNvSpPr>
              <a:spLocks noGrp="1"/>
            </p:cNvSpPr>
            <p:nvPr/>
          </p:nvSpPr>
          <p:spPr>
            <a:xfrm rot="0" flipH="0" flipV="0">
              <a:off x="3762947" y="2962593"/>
              <a:ext cx="84723" cy="94121"/>
            </a:xfrm>
            <a:prstGeom prst="rect">
              <a:avLst/>
            </a:prstGeom>
            <a:solidFill>
              <a:srgbClr val="DCE8ED"/>
            </a:solidFill>
            <a:ln w="0">
              <a:noFill/>
              <a:prstDash val="solid"/>
            </a:ln>
          </p:spPr>
        </p:sp>
        <p:sp>
          <p:nvSpPr>
            <p:cNvPr id="17284" name="original-2d:885">
              <a:extLst>
                <a:ext uri="{FF2B5EF4-FFF2-40B4-BE49-F238E27FC236}">
                  <ns2:creationId id="{566FA6BD-A15F-4661-82C4-C59E5F1495EF}"/>
                </a:ext>
              </a:extLst>
            </p:cNvPr>
            <p:cNvSpPr>
              <a:spLocks noGrp="1"/>
            </p:cNvSpPr>
            <p:nvPr/>
          </p:nvSpPr>
          <p:spPr>
            <a:xfrm rot="0" flipH="0" flipV="0">
              <a:off x="3847529" y="2962593"/>
              <a:ext cx="84723" cy="94121"/>
            </a:xfrm>
            <a:prstGeom prst="rect">
              <a:avLst/>
            </a:prstGeom>
            <a:solidFill>
              <a:srgbClr val="DCE8ED"/>
            </a:solidFill>
            <a:ln w="0">
              <a:noFill/>
              <a:prstDash val="solid"/>
            </a:ln>
          </p:spPr>
        </p:sp>
        <p:sp>
          <p:nvSpPr>
            <p:cNvPr id="17285" name="original-2d:886">
              <a:extLst>
                <a:ext uri="{FF2B5EF4-FFF2-40B4-BE49-F238E27FC236}">
                  <ns2:creationId id="{F52D8D7A-FE2D-47E6-A0A4-2048AFAAF5ED}"/>
                </a:ext>
              </a:extLst>
            </p:cNvPr>
            <p:cNvSpPr>
              <a:spLocks noGrp="1"/>
            </p:cNvSpPr>
            <p:nvPr/>
          </p:nvSpPr>
          <p:spPr>
            <a:xfrm rot="0" flipH="0" flipV="0">
              <a:off x="3932111" y="2962593"/>
              <a:ext cx="84723" cy="94121"/>
            </a:xfrm>
            <a:prstGeom prst="rect">
              <a:avLst/>
            </a:prstGeom>
            <a:solidFill>
              <a:srgbClr val="81C9BA"/>
            </a:solidFill>
            <a:ln w="0">
              <a:noFill/>
              <a:prstDash val="solid"/>
            </a:ln>
          </p:spPr>
        </p:sp>
        <p:sp>
          <p:nvSpPr>
            <p:cNvPr id="17286" name="original-2d:887">
              <a:extLst>
                <a:ext uri="{FF2B5EF4-FFF2-40B4-BE49-F238E27FC236}">
                  <ns2:creationId id="{1E83A636-F917-4F38-8B79-A252D1AEAF23}"/>
                </a:ext>
              </a:extLst>
            </p:cNvPr>
            <p:cNvSpPr>
              <a:spLocks noGrp="1"/>
            </p:cNvSpPr>
            <p:nvPr/>
          </p:nvSpPr>
          <p:spPr>
            <a:xfrm rot="0" flipH="0" flipV="0">
              <a:off x="4016693" y="2962593"/>
              <a:ext cx="84723" cy="94121"/>
            </a:xfrm>
            <a:prstGeom prst="rect">
              <a:avLst/>
            </a:prstGeom>
            <a:solidFill>
              <a:srgbClr val="81C9BA"/>
            </a:solidFill>
            <a:ln w="0">
              <a:noFill/>
              <a:prstDash val="solid"/>
            </a:ln>
          </p:spPr>
        </p:sp>
        <p:sp>
          <p:nvSpPr>
            <p:cNvPr id="17287" name="original-2d:888">
              <a:extLst>
                <a:ext uri="{FF2B5EF4-FFF2-40B4-BE49-F238E27FC236}">
                  <ns2:creationId id="{63274436-663A-40DF-9DA2-99F72C85D86E}"/>
                </a:ext>
              </a:extLst>
            </p:cNvPr>
            <p:cNvSpPr>
              <a:spLocks noGrp="1"/>
            </p:cNvSpPr>
            <p:nvPr/>
          </p:nvSpPr>
          <p:spPr>
            <a:xfrm rot="0" flipH="0" flipV="0">
              <a:off x="4101275" y="2962593"/>
              <a:ext cx="84723" cy="94121"/>
            </a:xfrm>
            <a:prstGeom prst="rect">
              <a:avLst/>
            </a:prstGeom>
            <a:solidFill>
              <a:srgbClr val="81C9BA"/>
            </a:solidFill>
            <a:ln w="0">
              <a:noFill/>
              <a:prstDash val="solid"/>
            </a:ln>
          </p:spPr>
        </p:sp>
        <p:sp>
          <p:nvSpPr>
            <p:cNvPr id="17288" name="original-2d:889">
              <a:extLst>
                <a:ext uri="{FF2B5EF4-FFF2-40B4-BE49-F238E27FC236}">
                  <ns2:creationId id="{D7B88FBF-800A-42DC-8A57-F6F3225A6C08}"/>
                </a:ext>
              </a:extLst>
            </p:cNvPr>
            <p:cNvSpPr>
              <a:spLocks noGrp="1"/>
            </p:cNvSpPr>
            <p:nvPr/>
          </p:nvSpPr>
          <p:spPr>
            <a:xfrm rot="0" flipH="0" flipV="0">
              <a:off x="4185857" y="2962593"/>
              <a:ext cx="84723" cy="94121"/>
            </a:xfrm>
            <a:prstGeom prst="rect">
              <a:avLst/>
            </a:prstGeom>
            <a:solidFill>
              <a:srgbClr val="81C9BA"/>
            </a:solidFill>
            <a:ln w="0">
              <a:noFill/>
              <a:prstDash val="solid"/>
            </a:ln>
          </p:spPr>
        </p:sp>
        <p:sp>
          <p:nvSpPr>
            <p:cNvPr id="17289" name="original-2d:890">
              <a:extLst>
                <a:ext uri="{FF2B5EF4-FFF2-40B4-BE49-F238E27FC236}">
                  <ns2:creationId id="{2F7C2FE5-9303-4042-9BA4-217C0684EDF0}"/>
                </a:ext>
              </a:extLst>
            </p:cNvPr>
            <p:cNvSpPr>
              <a:spLocks noGrp="1"/>
            </p:cNvSpPr>
            <p:nvPr/>
          </p:nvSpPr>
          <p:spPr>
            <a:xfrm rot="0" flipH="0" flipV="0">
              <a:off x="4270439" y="2962593"/>
              <a:ext cx="84723" cy="94121"/>
            </a:xfrm>
            <a:prstGeom prst="rect">
              <a:avLst/>
            </a:prstGeom>
            <a:solidFill>
              <a:srgbClr val="D55E00"/>
            </a:solidFill>
            <a:ln w="0">
              <a:noFill/>
              <a:prstDash val="solid"/>
            </a:ln>
          </p:spPr>
        </p:sp>
        <p:sp>
          <p:nvSpPr>
            <p:cNvPr id="17290" name="original-2d:891">
              <a:extLst>
                <a:ext uri="{FF2B5EF4-FFF2-40B4-BE49-F238E27FC236}">
                  <ns2:creationId id="{4C7C680C-DD14-4C46-A704-FBE413544007}"/>
                </a:ext>
              </a:extLst>
            </p:cNvPr>
            <p:cNvSpPr>
              <a:spLocks noGrp="1"/>
            </p:cNvSpPr>
            <p:nvPr/>
          </p:nvSpPr>
          <p:spPr>
            <a:xfrm rot="0" flipH="0" flipV="0">
              <a:off x="4355021" y="2962593"/>
              <a:ext cx="84723" cy="94121"/>
            </a:xfrm>
            <a:prstGeom prst="rect">
              <a:avLst/>
            </a:prstGeom>
            <a:solidFill>
              <a:srgbClr val="D55E00"/>
            </a:solidFill>
            <a:ln w="0">
              <a:noFill/>
              <a:prstDash val="solid"/>
            </a:ln>
          </p:spPr>
        </p:sp>
        <p:sp>
          <p:nvSpPr>
            <p:cNvPr id="17291" name="original-2d:892">
              <a:extLst>
                <a:ext uri="{FF2B5EF4-FFF2-40B4-BE49-F238E27FC236}">
                  <ns2:creationId id="{BDA2C01E-D9E5-4DE9-8852-F0D36E0A7A87}"/>
                </a:ext>
              </a:extLst>
            </p:cNvPr>
            <p:cNvSpPr>
              <a:spLocks noGrp="1"/>
            </p:cNvSpPr>
            <p:nvPr/>
          </p:nvSpPr>
          <p:spPr>
            <a:xfrm rot="0" flipH="0" flipV="0">
              <a:off x="4439603" y="2962593"/>
              <a:ext cx="84723" cy="94121"/>
            </a:xfrm>
            <a:prstGeom prst="rect">
              <a:avLst/>
            </a:prstGeom>
            <a:solidFill>
              <a:srgbClr val="D55E00"/>
            </a:solidFill>
            <a:ln w="0">
              <a:noFill/>
              <a:prstDash val="solid"/>
            </a:ln>
          </p:spPr>
        </p:sp>
        <p:sp>
          <p:nvSpPr>
            <p:cNvPr id="17292" name="original-2d:893">
              <a:extLst>
                <a:ext uri="{FF2B5EF4-FFF2-40B4-BE49-F238E27FC236}">
                  <ns2:creationId id="{12EBD6A4-BA9E-4736-8B4F-D38A011D3846}"/>
                </a:ext>
              </a:extLst>
            </p:cNvPr>
            <p:cNvSpPr>
              <a:spLocks noGrp="1"/>
            </p:cNvSpPr>
            <p:nvPr/>
          </p:nvSpPr>
          <p:spPr>
            <a:xfrm rot="0" flipH="0" flipV="0">
              <a:off x="4524185" y="2962593"/>
              <a:ext cx="84723" cy="94121"/>
            </a:xfrm>
            <a:prstGeom prst="rect">
              <a:avLst/>
            </a:prstGeom>
            <a:solidFill>
              <a:srgbClr val="D55E00"/>
            </a:solidFill>
            <a:ln w="0">
              <a:noFill/>
              <a:prstDash val="solid"/>
            </a:ln>
          </p:spPr>
        </p:sp>
        <p:sp>
          <p:nvSpPr>
            <p:cNvPr id="17293" name="original-2d:894">
              <a:extLst>
                <a:ext uri="{FF2B5EF4-FFF2-40B4-BE49-F238E27FC236}">
                  <ns2:creationId id="{970690EE-F867-435E-83D4-7E2C5E1498DC}"/>
                </a:ext>
              </a:extLst>
            </p:cNvPr>
            <p:cNvSpPr>
              <a:spLocks noGrp="1"/>
            </p:cNvSpPr>
            <p:nvPr/>
          </p:nvSpPr>
          <p:spPr>
            <a:xfrm rot="0" flipH="0" flipV="0">
              <a:off x="4608767" y="2962593"/>
              <a:ext cx="84723" cy="94121"/>
            </a:xfrm>
            <a:prstGeom prst="rect">
              <a:avLst/>
            </a:prstGeom>
            <a:solidFill>
              <a:srgbClr val="81C9BA"/>
            </a:solidFill>
            <a:ln w="0">
              <a:noFill/>
              <a:prstDash val="solid"/>
            </a:ln>
          </p:spPr>
        </p:sp>
        <p:sp>
          <p:nvSpPr>
            <p:cNvPr id="17294" name="original-2d:895">
              <a:extLst>
                <a:ext uri="{FF2B5EF4-FFF2-40B4-BE49-F238E27FC236}">
                  <ns2:creationId id="{36F7E13A-7B40-4528-9882-789307B1D193}"/>
                </a:ext>
              </a:extLst>
            </p:cNvPr>
            <p:cNvSpPr>
              <a:spLocks noGrp="1"/>
            </p:cNvSpPr>
            <p:nvPr/>
          </p:nvSpPr>
          <p:spPr>
            <a:xfrm rot="0" flipH="0" flipV="0">
              <a:off x="4693349" y="2962593"/>
              <a:ext cx="84723" cy="94121"/>
            </a:xfrm>
            <a:prstGeom prst="rect">
              <a:avLst/>
            </a:prstGeom>
            <a:solidFill>
              <a:srgbClr val="009E73"/>
            </a:solidFill>
            <a:ln w="0">
              <a:noFill/>
              <a:prstDash val="solid"/>
            </a:ln>
          </p:spPr>
        </p:sp>
        <p:sp>
          <p:nvSpPr>
            <p:cNvPr id="17295" name="original-2d:896">
              <a:extLst>
                <a:ext uri="{FF2B5EF4-FFF2-40B4-BE49-F238E27FC236}">
                  <ns2:creationId id="{B51D0081-8DDB-4460-BDBA-4651DF3BD338}"/>
                </a:ext>
              </a:extLst>
            </p:cNvPr>
            <p:cNvSpPr>
              <a:spLocks noGrp="1"/>
            </p:cNvSpPr>
            <p:nvPr/>
          </p:nvSpPr>
          <p:spPr>
            <a:xfrm rot="0" flipH="0" flipV="0">
              <a:off x="4777931" y="2962593"/>
              <a:ext cx="84723" cy="94121"/>
            </a:xfrm>
            <a:prstGeom prst="rect">
              <a:avLst/>
            </a:prstGeom>
            <a:solidFill>
              <a:srgbClr val="009E73"/>
            </a:solidFill>
            <a:ln w="0">
              <a:noFill/>
              <a:prstDash val="solid"/>
            </a:ln>
          </p:spPr>
        </p:sp>
        <p:sp>
          <p:nvSpPr>
            <p:cNvPr id="17296" name="original-2d:897">
              <a:extLst>
                <a:ext uri="{FF2B5EF4-FFF2-40B4-BE49-F238E27FC236}">
                  <ns2:creationId id="{6652AFDF-48D0-4714-9B14-A7BFEB4BDD78}"/>
                </a:ext>
              </a:extLst>
            </p:cNvPr>
            <p:cNvSpPr>
              <a:spLocks noGrp="1"/>
            </p:cNvSpPr>
            <p:nvPr/>
          </p:nvSpPr>
          <p:spPr>
            <a:xfrm rot="0" flipH="0" flipV="0">
              <a:off x="4862513" y="2962593"/>
              <a:ext cx="84723" cy="94121"/>
            </a:xfrm>
            <a:prstGeom prst="rect">
              <a:avLst/>
            </a:prstGeom>
            <a:solidFill>
              <a:srgbClr val="009E73"/>
            </a:solidFill>
            <a:ln w="0">
              <a:noFill/>
              <a:prstDash val="solid"/>
            </a:ln>
          </p:spPr>
        </p:sp>
        <p:sp>
          <p:nvSpPr>
            <p:cNvPr id="17297" name="original-2d:898">
              <a:extLst>
                <a:ext uri="{FF2B5EF4-FFF2-40B4-BE49-F238E27FC236}">
                  <ns2:creationId id="{C072DCE7-663D-4B24-A246-94B217E5CDBE}"/>
                </a:ext>
              </a:extLst>
            </p:cNvPr>
            <p:cNvSpPr>
              <a:spLocks noGrp="1"/>
            </p:cNvSpPr>
            <p:nvPr/>
          </p:nvSpPr>
          <p:spPr>
            <a:xfrm rot="0" flipH="0" flipV="0">
              <a:off x="4947095" y="2962593"/>
              <a:ext cx="84723" cy="94121"/>
            </a:xfrm>
            <a:prstGeom prst="rect">
              <a:avLst/>
            </a:prstGeom>
            <a:solidFill>
              <a:srgbClr val="81C9BA"/>
            </a:solidFill>
            <a:ln w="0">
              <a:noFill/>
              <a:prstDash val="solid"/>
            </a:ln>
          </p:spPr>
        </p:sp>
        <p:sp>
          <p:nvSpPr>
            <p:cNvPr id="17298" name="original-2d:899">
              <a:extLst>
                <a:ext uri="{FF2B5EF4-FFF2-40B4-BE49-F238E27FC236}">
                  <ns2:creationId id="{95817408-FB18-4389-8576-571081CBE41E}"/>
                </a:ext>
              </a:extLst>
            </p:cNvPr>
            <p:cNvSpPr>
              <a:spLocks noGrp="1"/>
            </p:cNvSpPr>
            <p:nvPr/>
          </p:nvSpPr>
          <p:spPr>
            <a:xfrm rot="0" flipH="0" flipV="0">
              <a:off x="5031677" y="2962593"/>
              <a:ext cx="84723" cy="94121"/>
            </a:xfrm>
            <a:prstGeom prst="rect">
              <a:avLst/>
            </a:prstGeom>
            <a:solidFill>
              <a:srgbClr val="81C9BA"/>
            </a:solidFill>
            <a:ln w="0">
              <a:noFill/>
              <a:prstDash val="solid"/>
            </a:ln>
          </p:spPr>
        </p:sp>
        <p:sp>
          <p:nvSpPr>
            <p:cNvPr id="17299" name="original-2d:900">
              <a:extLst>
                <a:ext uri="{FF2B5EF4-FFF2-40B4-BE49-F238E27FC236}">
                  <ns2:creationId id="{79727A2D-728B-44F5-8189-4B9448E63690}"/>
                </a:ext>
              </a:extLst>
            </p:cNvPr>
            <p:cNvSpPr>
              <a:spLocks noGrp="1"/>
            </p:cNvSpPr>
            <p:nvPr/>
          </p:nvSpPr>
          <p:spPr>
            <a:xfrm rot="0" flipH="0" flipV="0">
              <a:off x="5116259" y="2962593"/>
              <a:ext cx="84723" cy="94121"/>
            </a:xfrm>
            <a:prstGeom prst="rect">
              <a:avLst/>
            </a:prstGeom>
            <a:solidFill>
              <a:srgbClr val="81C9BA"/>
            </a:solidFill>
            <a:ln w="0">
              <a:noFill/>
              <a:prstDash val="solid"/>
            </a:ln>
          </p:spPr>
        </p:sp>
        <p:sp>
          <p:nvSpPr>
            <p:cNvPr id="17300" name="original-2d:901">
              <a:extLst>
                <a:ext uri="{FF2B5EF4-FFF2-40B4-BE49-F238E27FC236}">
                  <ns2:creationId id="{44B560BB-8F84-4356-AF1E-35851BB68F45}"/>
                </a:ext>
              </a:extLst>
            </p:cNvPr>
            <p:cNvSpPr>
              <a:spLocks noGrp="1"/>
            </p:cNvSpPr>
            <p:nvPr/>
          </p:nvSpPr>
          <p:spPr>
            <a:xfrm rot="0" flipH="0" flipV="0">
              <a:off x="5200841" y="2962593"/>
              <a:ext cx="84723" cy="94121"/>
            </a:xfrm>
            <a:prstGeom prst="rect">
              <a:avLst/>
            </a:prstGeom>
            <a:solidFill>
              <a:srgbClr val="DCE8ED"/>
            </a:solidFill>
            <a:ln w="0">
              <a:noFill/>
              <a:prstDash val="solid"/>
            </a:ln>
          </p:spPr>
        </p:sp>
        <p:sp>
          <p:nvSpPr>
            <p:cNvPr id="17301" name="original-2d:902">
              <a:extLst>
                <a:ext uri="{FF2B5EF4-FFF2-40B4-BE49-F238E27FC236}">
                  <ns2:creationId id="{8FB72630-22AC-46CF-83D8-C92DB0294784}"/>
                </a:ext>
              </a:extLst>
            </p:cNvPr>
            <p:cNvSpPr>
              <a:spLocks noGrp="1"/>
            </p:cNvSpPr>
            <p:nvPr/>
          </p:nvSpPr>
          <p:spPr>
            <a:xfrm rot="0" flipH="0" flipV="0">
              <a:off x="3593783" y="3056573"/>
              <a:ext cx="84723" cy="94121"/>
            </a:xfrm>
            <a:prstGeom prst="rect">
              <a:avLst/>
            </a:prstGeom>
            <a:solidFill>
              <a:srgbClr val="DCE8ED"/>
            </a:solidFill>
            <a:ln w="0">
              <a:noFill/>
              <a:prstDash val="solid"/>
            </a:ln>
          </p:spPr>
        </p:sp>
        <p:sp>
          <p:nvSpPr>
            <p:cNvPr id="17302" name="original-2d:903">
              <a:extLst>
                <a:ext uri="{FF2B5EF4-FFF2-40B4-BE49-F238E27FC236}">
                  <ns2:creationId id="{F242007C-1ADB-434D-81D7-E75ABABF020C}"/>
                </a:ext>
              </a:extLst>
            </p:cNvPr>
            <p:cNvSpPr>
              <a:spLocks noGrp="1"/>
            </p:cNvSpPr>
            <p:nvPr/>
          </p:nvSpPr>
          <p:spPr>
            <a:xfrm rot="0" flipH="0" flipV="0">
              <a:off x="3678365" y="3056573"/>
              <a:ext cx="84723" cy="94121"/>
            </a:xfrm>
            <a:prstGeom prst="rect">
              <a:avLst/>
            </a:prstGeom>
            <a:solidFill>
              <a:srgbClr val="DCE8ED"/>
            </a:solidFill>
            <a:ln w="0">
              <a:noFill/>
              <a:prstDash val="solid"/>
            </a:ln>
          </p:spPr>
        </p:sp>
        <p:sp>
          <p:nvSpPr>
            <p:cNvPr id="17303" name="original-2d:904">
              <a:extLst>
                <a:ext uri="{FF2B5EF4-FFF2-40B4-BE49-F238E27FC236}">
                  <ns2:creationId id="{749CAA18-9228-4886-A951-15F8D7690EAF}"/>
                </a:ext>
              </a:extLst>
            </p:cNvPr>
            <p:cNvSpPr>
              <a:spLocks noGrp="1"/>
            </p:cNvSpPr>
            <p:nvPr/>
          </p:nvSpPr>
          <p:spPr>
            <a:xfrm rot="0" flipH="0" flipV="0">
              <a:off x="3762947" y="3056573"/>
              <a:ext cx="84723" cy="94121"/>
            </a:xfrm>
            <a:prstGeom prst="rect">
              <a:avLst/>
            </a:prstGeom>
            <a:solidFill>
              <a:srgbClr val="DCE8ED"/>
            </a:solidFill>
            <a:ln w="0">
              <a:noFill/>
              <a:prstDash val="solid"/>
            </a:ln>
          </p:spPr>
        </p:sp>
        <p:sp>
          <p:nvSpPr>
            <p:cNvPr id="17304" name="original-2d:905">
              <a:extLst>
                <a:ext uri="{FF2B5EF4-FFF2-40B4-BE49-F238E27FC236}">
                  <ns2:creationId id="{16868616-2374-4CA2-8F38-2040668685B2}"/>
                </a:ext>
              </a:extLst>
            </p:cNvPr>
            <p:cNvSpPr>
              <a:spLocks noGrp="1"/>
            </p:cNvSpPr>
            <p:nvPr/>
          </p:nvSpPr>
          <p:spPr>
            <a:xfrm rot="0" flipH="0" flipV="0">
              <a:off x="3847529" y="3056573"/>
              <a:ext cx="84723" cy="94121"/>
            </a:xfrm>
            <a:prstGeom prst="rect">
              <a:avLst/>
            </a:prstGeom>
            <a:solidFill>
              <a:srgbClr val="DCE8ED"/>
            </a:solidFill>
            <a:ln w="0">
              <a:noFill/>
              <a:prstDash val="solid"/>
            </a:ln>
          </p:spPr>
        </p:sp>
        <p:sp>
          <p:nvSpPr>
            <p:cNvPr id="17305" name="original-2d:906">
              <a:extLst>
                <a:ext uri="{FF2B5EF4-FFF2-40B4-BE49-F238E27FC236}">
                  <ns2:creationId id="{7F9BF6F7-19BC-4E75-A99B-BFAFB469700A}"/>
                </a:ext>
              </a:extLst>
            </p:cNvPr>
            <p:cNvSpPr>
              <a:spLocks noGrp="1"/>
            </p:cNvSpPr>
            <p:nvPr/>
          </p:nvSpPr>
          <p:spPr>
            <a:xfrm rot="0" flipH="0" flipV="0">
              <a:off x="3932111" y="3056573"/>
              <a:ext cx="84723" cy="94121"/>
            </a:xfrm>
            <a:prstGeom prst="rect">
              <a:avLst/>
            </a:prstGeom>
            <a:solidFill>
              <a:srgbClr val="81C9BA"/>
            </a:solidFill>
            <a:ln w="0">
              <a:noFill/>
              <a:prstDash val="solid"/>
            </a:ln>
          </p:spPr>
        </p:sp>
        <p:sp>
          <p:nvSpPr>
            <p:cNvPr id="17306" name="original-2d:907">
              <a:extLst>
                <a:ext uri="{FF2B5EF4-FFF2-40B4-BE49-F238E27FC236}">
                  <ns2:creationId id="{649AD598-BEB6-4980-9E5B-6EBE3E5DB326}"/>
                </a:ext>
              </a:extLst>
            </p:cNvPr>
            <p:cNvSpPr>
              <a:spLocks noGrp="1"/>
            </p:cNvSpPr>
            <p:nvPr/>
          </p:nvSpPr>
          <p:spPr>
            <a:xfrm rot="0" flipH="0" flipV="0">
              <a:off x="4016693" y="3056573"/>
              <a:ext cx="84723" cy="94121"/>
            </a:xfrm>
            <a:prstGeom prst="rect">
              <a:avLst/>
            </a:prstGeom>
            <a:solidFill>
              <a:srgbClr val="81C9BA"/>
            </a:solidFill>
            <a:ln w="0">
              <a:noFill/>
              <a:prstDash val="solid"/>
            </a:ln>
          </p:spPr>
        </p:sp>
        <p:sp>
          <p:nvSpPr>
            <p:cNvPr id="17307" name="original-2d:908">
              <a:extLst>
                <a:ext uri="{FF2B5EF4-FFF2-40B4-BE49-F238E27FC236}">
                  <ns2:creationId id="{BC7055E9-3CEB-4B8C-B3FB-7D7BC513CA79}"/>
                </a:ext>
              </a:extLst>
            </p:cNvPr>
            <p:cNvSpPr>
              <a:spLocks noGrp="1"/>
            </p:cNvSpPr>
            <p:nvPr/>
          </p:nvSpPr>
          <p:spPr>
            <a:xfrm rot="0" flipH="0" flipV="0">
              <a:off x="4101275" y="3056573"/>
              <a:ext cx="84723" cy="94121"/>
            </a:xfrm>
            <a:prstGeom prst="rect">
              <a:avLst/>
            </a:prstGeom>
            <a:solidFill>
              <a:srgbClr val="81C9BA"/>
            </a:solidFill>
            <a:ln w="0">
              <a:noFill/>
              <a:prstDash val="solid"/>
            </a:ln>
          </p:spPr>
        </p:sp>
        <p:sp>
          <p:nvSpPr>
            <p:cNvPr id="17308" name="original-2d:909">
              <a:extLst>
                <a:ext uri="{FF2B5EF4-FFF2-40B4-BE49-F238E27FC236}">
                  <ns2:creationId id="{B03738B4-7E6D-40F0-B6DC-EA64730F0337}"/>
                </a:ext>
              </a:extLst>
            </p:cNvPr>
            <p:cNvSpPr>
              <a:spLocks noGrp="1"/>
            </p:cNvSpPr>
            <p:nvPr/>
          </p:nvSpPr>
          <p:spPr>
            <a:xfrm rot="0" flipH="0" flipV="0">
              <a:off x="4185857" y="3056573"/>
              <a:ext cx="84723" cy="94121"/>
            </a:xfrm>
            <a:prstGeom prst="rect">
              <a:avLst/>
            </a:prstGeom>
            <a:solidFill>
              <a:srgbClr val="81C9BA"/>
            </a:solidFill>
            <a:ln w="0">
              <a:noFill/>
              <a:prstDash val="solid"/>
            </a:ln>
          </p:spPr>
        </p:sp>
        <p:sp>
          <p:nvSpPr>
            <p:cNvPr id="17309" name="original-2d:910">
              <a:extLst>
                <a:ext uri="{FF2B5EF4-FFF2-40B4-BE49-F238E27FC236}">
                  <ns2:creationId id="{0F6E2A32-0B5E-4C7F-BD38-37BF5EEC0C30}"/>
                </a:ext>
              </a:extLst>
            </p:cNvPr>
            <p:cNvSpPr>
              <a:spLocks noGrp="1"/>
            </p:cNvSpPr>
            <p:nvPr/>
          </p:nvSpPr>
          <p:spPr>
            <a:xfrm rot="0" flipH="0" flipV="0">
              <a:off x="4270439" y="3056573"/>
              <a:ext cx="84723" cy="94121"/>
            </a:xfrm>
            <a:prstGeom prst="rect">
              <a:avLst/>
            </a:prstGeom>
            <a:solidFill>
              <a:srgbClr val="D55E00"/>
            </a:solidFill>
            <a:ln w="0">
              <a:noFill/>
              <a:prstDash val="solid"/>
            </a:ln>
          </p:spPr>
        </p:sp>
        <p:sp>
          <p:nvSpPr>
            <p:cNvPr id="17310" name="original-2d:911">
              <a:extLst>
                <a:ext uri="{FF2B5EF4-FFF2-40B4-BE49-F238E27FC236}">
                  <ns2:creationId id="{FF3D0998-2209-491A-89FA-3A6A43183DF0}"/>
                </a:ext>
              </a:extLst>
            </p:cNvPr>
            <p:cNvSpPr>
              <a:spLocks noGrp="1"/>
            </p:cNvSpPr>
            <p:nvPr/>
          </p:nvSpPr>
          <p:spPr>
            <a:xfrm rot="0" flipH="0" flipV="0">
              <a:off x="4355021" y="3056573"/>
              <a:ext cx="84723" cy="94121"/>
            </a:xfrm>
            <a:prstGeom prst="rect">
              <a:avLst/>
            </a:prstGeom>
            <a:solidFill>
              <a:srgbClr val="D55E00"/>
            </a:solidFill>
            <a:ln w="0">
              <a:noFill/>
              <a:prstDash val="solid"/>
            </a:ln>
          </p:spPr>
        </p:sp>
        <p:sp>
          <p:nvSpPr>
            <p:cNvPr id="17311" name="original-2d:912">
              <a:extLst>
                <a:ext uri="{FF2B5EF4-FFF2-40B4-BE49-F238E27FC236}">
                  <ns2:creationId id="{DF3EFF63-6CFE-4C17-8664-71CF37EF68AF}"/>
                </a:ext>
              </a:extLst>
            </p:cNvPr>
            <p:cNvSpPr>
              <a:spLocks noGrp="1"/>
            </p:cNvSpPr>
            <p:nvPr/>
          </p:nvSpPr>
          <p:spPr>
            <a:xfrm rot="0" flipH="0" flipV="0">
              <a:off x="4439603" y="3056573"/>
              <a:ext cx="84723" cy="94121"/>
            </a:xfrm>
            <a:prstGeom prst="rect">
              <a:avLst/>
            </a:prstGeom>
            <a:solidFill>
              <a:srgbClr val="D55E00"/>
            </a:solidFill>
            <a:ln w="0">
              <a:noFill/>
              <a:prstDash val="solid"/>
            </a:ln>
          </p:spPr>
        </p:sp>
        <p:sp>
          <p:nvSpPr>
            <p:cNvPr id="17312" name="original-2d:913">
              <a:extLst>
                <a:ext uri="{FF2B5EF4-FFF2-40B4-BE49-F238E27FC236}">
                  <ns2:creationId id="{D1245430-3DE8-458D-87A9-05FBAA5C2F0E}"/>
                </a:ext>
              </a:extLst>
            </p:cNvPr>
            <p:cNvSpPr>
              <a:spLocks noGrp="1"/>
            </p:cNvSpPr>
            <p:nvPr/>
          </p:nvSpPr>
          <p:spPr>
            <a:xfrm rot="0" flipH="0" flipV="0">
              <a:off x="4524185" y="3056573"/>
              <a:ext cx="84723" cy="94121"/>
            </a:xfrm>
            <a:prstGeom prst="rect">
              <a:avLst/>
            </a:prstGeom>
            <a:solidFill>
              <a:srgbClr val="D55E00"/>
            </a:solidFill>
            <a:ln w="0">
              <a:noFill/>
              <a:prstDash val="solid"/>
            </a:ln>
          </p:spPr>
        </p:sp>
        <p:sp>
          <p:nvSpPr>
            <p:cNvPr id="17313" name="original-2d:914">
              <a:extLst>
                <a:ext uri="{FF2B5EF4-FFF2-40B4-BE49-F238E27FC236}">
                  <ns2:creationId id="{5E4B6002-126D-4723-AC22-F1DE240A2151}"/>
                </a:ext>
              </a:extLst>
            </p:cNvPr>
            <p:cNvSpPr>
              <a:spLocks noGrp="1"/>
            </p:cNvSpPr>
            <p:nvPr/>
          </p:nvSpPr>
          <p:spPr>
            <a:xfrm rot="0" flipH="0" flipV="0">
              <a:off x="4608767" y="3056573"/>
              <a:ext cx="84723" cy="94121"/>
            </a:xfrm>
            <a:prstGeom prst="rect">
              <a:avLst/>
            </a:prstGeom>
            <a:solidFill>
              <a:srgbClr val="81C9BA"/>
            </a:solidFill>
            <a:ln w="0">
              <a:noFill/>
              <a:prstDash val="solid"/>
            </a:ln>
          </p:spPr>
        </p:sp>
        <p:sp>
          <p:nvSpPr>
            <p:cNvPr id="17314" name="original-2d:915">
              <a:extLst>
                <a:ext uri="{FF2B5EF4-FFF2-40B4-BE49-F238E27FC236}">
                  <ns2:creationId id="{505A4A9E-26EB-436E-900A-1090BA7C8324}"/>
                </a:ext>
              </a:extLst>
            </p:cNvPr>
            <p:cNvSpPr>
              <a:spLocks noGrp="1"/>
            </p:cNvSpPr>
            <p:nvPr/>
          </p:nvSpPr>
          <p:spPr>
            <a:xfrm rot="0" flipH="0" flipV="0">
              <a:off x="4693349" y="3056573"/>
              <a:ext cx="84723" cy="94121"/>
            </a:xfrm>
            <a:prstGeom prst="rect">
              <a:avLst/>
            </a:prstGeom>
            <a:solidFill>
              <a:srgbClr val="81C9BA"/>
            </a:solidFill>
            <a:ln w="0">
              <a:noFill/>
              <a:prstDash val="solid"/>
            </a:ln>
          </p:spPr>
        </p:sp>
        <p:sp>
          <p:nvSpPr>
            <p:cNvPr id="17315" name="original-2d:916">
              <a:extLst>
                <a:ext uri="{FF2B5EF4-FFF2-40B4-BE49-F238E27FC236}">
                  <ns2:creationId id="{7683F978-ED56-4D9D-8244-0D30408D9FA2}"/>
                </a:ext>
              </a:extLst>
            </p:cNvPr>
            <p:cNvSpPr>
              <a:spLocks noGrp="1"/>
            </p:cNvSpPr>
            <p:nvPr/>
          </p:nvSpPr>
          <p:spPr>
            <a:xfrm rot="0" flipH="0" flipV="0">
              <a:off x="4777931" y="3056573"/>
              <a:ext cx="84723" cy="94121"/>
            </a:xfrm>
            <a:prstGeom prst="rect">
              <a:avLst/>
            </a:prstGeom>
            <a:solidFill>
              <a:srgbClr val="81C9BA"/>
            </a:solidFill>
            <a:ln w="0">
              <a:noFill/>
              <a:prstDash val="solid"/>
            </a:ln>
          </p:spPr>
        </p:sp>
        <p:sp>
          <p:nvSpPr>
            <p:cNvPr id="17316" name="original-2d:917">
              <a:extLst>
                <a:ext uri="{FF2B5EF4-FFF2-40B4-BE49-F238E27FC236}">
                  <ns2:creationId id="{E02B5587-1080-45FE-8C18-67427DDE1A70}"/>
                </a:ext>
              </a:extLst>
            </p:cNvPr>
            <p:cNvSpPr>
              <a:spLocks noGrp="1"/>
            </p:cNvSpPr>
            <p:nvPr/>
          </p:nvSpPr>
          <p:spPr>
            <a:xfrm rot="0" flipH="0" flipV="0">
              <a:off x="4862513" y="3056573"/>
              <a:ext cx="84723" cy="94121"/>
            </a:xfrm>
            <a:prstGeom prst="rect">
              <a:avLst/>
            </a:prstGeom>
            <a:solidFill>
              <a:srgbClr val="81C9BA"/>
            </a:solidFill>
            <a:ln w="0">
              <a:noFill/>
              <a:prstDash val="solid"/>
            </a:ln>
          </p:spPr>
        </p:sp>
        <p:sp>
          <p:nvSpPr>
            <p:cNvPr id="17317" name="original-2d:918">
              <a:extLst>
                <a:ext uri="{FF2B5EF4-FFF2-40B4-BE49-F238E27FC236}">
                  <ns2:creationId id="{AE25AF55-F42E-4AD2-8CEC-9059CA1CB4B6}"/>
                </a:ext>
              </a:extLst>
            </p:cNvPr>
            <p:cNvSpPr>
              <a:spLocks noGrp="1"/>
            </p:cNvSpPr>
            <p:nvPr/>
          </p:nvSpPr>
          <p:spPr>
            <a:xfrm rot="0" flipH="0" flipV="0">
              <a:off x="4947095" y="3056573"/>
              <a:ext cx="84723" cy="94121"/>
            </a:xfrm>
            <a:prstGeom prst="rect">
              <a:avLst/>
            </a:prstGeom>
            <a:solidFill>
              <a:srgbClr val="81C9BA"/>
            </a:solidFill>
            <a:ln w="0">
              <a:noFill/>
              <a:prstDash val="solid"/>
            </a:ln>
          </p:spPr>
        </p:sp>
        <p:sp>
          <p:nvSpPr>
            <p:cNvPr id="17318" name="original-2d:919">
              <a:extLst>
                <a:ext uri="{FF2B5EF4-FFF2-40B4-BE49-F238E27FC236}">
                  <ns2:creationId id="{DD66CC75-0917-49E9-880E-2A8DEE38B03A}"/>
                </a:ext>
              </a:extLst>
            </p:cNvPr>
            <p:cNvSpPr>
              <a:spLocks noGrp="1"/>
            </p:cNvSpPr>
            <p:nvPr/>
          </p:nvSpPr>
          <p:spPr>
            <a:xfrm rot="0" flipH="0" flipV="0">
              <a:off x="5031677" y="3056573"/>
              <a:ext cx="84723" cy="94121"/>
            </a:xfrm>
            <a:prstGeom prst="rect">
              <a:avLst/>
            </a:prstGeom>
            <a:solidFill>
              <a:srgbClr val="81C9BA"/>
            </a:solidFill>
            <a:ln w="0">
              <a:noFill/>
              <a:prstDash val="solid"/>
            </a:ln>
          </p:spPr>
        </p:sp>
        <p:sp>
          <p:nvSpPr>
            <p:cNvPr id="17319" name="original-2d:920">
              <a:extLst>
                <a:ext uri="{FF2B5EF4-FFF2-40B4-BE49-F238E27FC236}">
                  <ns2:creationId id="{B84DD0FF-5AD0-4FB3-8FFD-75B74F5615E0}"/>
                </a:ext>
              </a:extLst>
            </p:cNvPr>
            <p:cNvSpPr>
              <a:spLocks noGrp="1"/>
            </p:cNvSpPr>
            <p:nvPr/>
          </p:nvSpPr>
          <p:spPr>
            <a:xfrm rot="0" flipH="0" flipV="0">
              <a:off x="5116259" y="3056573"/>
              <a:ext cx="84723" cy="94121"/>
            </a:xfrm>
            <a:prstGeom prst="rect">
              <a:avLst/>
            </a:prstGeom>
            <a:solidFill>
              <a:srgbClr val="81C9BA"/>
            </a:solidFill>
            <a:ln w="0">
              <a:noFill/>
              <a:prstDash val="solid"/>
            </a:ln>
          </p:spPr>
        </p:sp>
        <p:sp>
          <p:nvSpPr>
            <p:cNvPr id="17320" name="original-2d:921">
              <a:extLst>
                <a:ext uri="{FF2B5EF4-FFF2-40B4-BE49-F238E27FC236}">
                  <ns2:creationId id="{7AA67315-678F-4A2B-8F2F-07A38B18FD38}"/>
                </a:ext>
              </a:extLst>
            </p:cNvPr>
            <p:cNvSpPr>
              <a:spLocks noGrp="1"/>
            </p:cNvSpPr>
            <p:nvPr/>
          </p:nvSpPr>
          <p:spPr>
            <a:xfrm rot="0" flipH="0" flipV="0">
              <a:off x="5200841" y="3056573"/>
              <a:ext cx="84723" cy="94121"/>
            </a:xfrm>
            <a:prstGeom prst="rect">
              <a:avLst/>
            </a:prstGeom>
            <a:solidFill>
              <a:srgbClr val="DCE8ED"/>
            </a:solidFill>
            <a:ln w="0">
              <a:noFill/>
              <a:prstDash val="solid"/>
            </a:ln>
          </p:spPr>
        </p:sp>
        <p:sp>
          <p:nvSpPr>
            <p:cNvPr id="17321" name="original-2d:922">
              <a:extLst>
                <a:ext uri="{FF2B5EF4-FFF2-40B4-BE49-F238E27FC236}">
                  <ns2:creationId id="{15CAA971-7133-4728-A2E1-FE5D7EE87B4C}"/>
                </a:ext>
              </a:extLst>
            </p:cNvPr>
            <p:cNvSpPr>
              <a:spLocks noGrp="1"/>
            </p:cNvSpPr>
            <p:nvPr/>
          </p:nvSpPr>
          <p:spPr>
            <a:xfrm rot="0" flipH="0" flipV="0">
              <a:off x="3593783" y="3150553"/>
              <a:ext cx="84723" cy="94121"/>
            </a:xfrm>
            <a:prstGeom prst="rect">
              <a:avLst/>
            </a:prstGeom>
            <a:solidFill>
              <a:srgbClr val="DCE8ED"/>
            </a:solidFill>
            <a:ln w="0">
              <a:noFill/>
              <a:prstDash val="solid"/>
            </a:ln>
          </p:spPr>
        </p:sp>
        <p:sp>
          <p:nvSpPr>
            <p:cNvPr id="17322" name="original-2d:923">
              <a:extLst>
                <a:ext uri="{FF2B5EF4-FFF2-40B4-BE49-F238E27FC236}">
                  <ns2:creationId id="{0CB240EA-F6D3-48F5-B86D-666712E066E4}"/>
                </a:ext>
              </a:extLst>
            </p:cNvPr>
            <p:cNvSpPr>
              <a:spLocks noGrp="1"/>
            </p:cNvSpPr>
            <p:nvPr/>
          </p:nvSpPr>
          <p:spPr>
            <a:xfrm rot="0" flipH="0" flipV="0">
              <a:off x="3678365" y="3150553"/>
              <a:ext cx="84723" cy="94121"/>
            </a:xfrm>
            <a:prstGeom prst="rect">
              <a:avLst/>
            </a:prstGeom>
            <a:solidFill>
              <a:srgbClr val="DCE8ED"/>
            </a:solidFill>
            <a:ln w="0">
              <a:noFill/>
              <a:prstDash val="solid"/>
            </a:ln>
          </p:spPr>
        </p:sp>
        <p:sp>
          <p:nvSpPr>
            <p:cNvPr id="17323" name="original-2d:924">
              <a:extLst>
                <a:ext uri="{FF2B5EF4-FFF2-40B4-BE49-F238E27FC236}">
                  <ns2:creationId id="{61C371F4-4CAF-479F-9C73-BC0E074AED67}"/>
                </a:ext>
              </a:extLst>
            </p:cNvPr>
            <p:cNvSpPr>
              <a:spLocks noGrp="1"/>
            </p:cNvSpPr>
            <p:nvPr/>
          </p:nvSpPr>
          <p:spPr>
            <a:xfrm rot="0" flipH="0" flipV="0">
              <a:off x="3762947" y="3150553"/>
              <a:ext cx="84723" cy="94121"/>
            </a:xfrm>
            <a:prstGeom prst="rect">
              <a:avLst/>
            </a:prstGeom>
            <a:solidFill>
              <a:srgbClr val="DCE8ED"/>
            </a:solidFill>
            <a:ln w="0">
              <a:noFill/>
              <a:prstDash val="solid"/>
            </a:ln>
          </p:spPr>
        </p:sp>
        <p:sp>
          <p:nvSpPr>
            <p:cNvPr id="17324" name="original-2d:925">
              <a:extLst>
                <a:ext uri="{FF2B5EF4-FFF2-40B4-BE49-F238E27FC236}">
                  <ns2:creationId id="{BF1A5A0C-C9C0-4365-A6FD-EB1D2B483278}"/>
                </a:ext>
              </a:extLst>
            </p:cNvPr>
            <p:cNvSpPr>
              <a:spLocks noGrp="1"/>
            </p:cNvSpPr>
            <p:nvPr/>
          </p:nvSpPr>
          <p:spPr>
            <a:xfrm rot="0" flipH="0" flipV="0">
              <a:off x="3847529" y="3150553"/>
              <a:ext cx="84723" cy="94121"/>
            </a:xfrm>
            <a:prstGeom prst="rect">
              <a:avLst/>
            </a:prstGeom>
            <a:solidFill>
              <a:srgbClr val="DCE8ED"/>
            </a:solidFill>
            <a:ln w="0">
              <a:noFill/>
              <a:prstDash val="solid"/>
            </a:ln>
          </p:spPr>
        </p:sp>
        <p:sp>
          <p:nvSpPr>
            <p:cNvPr id="17325" name="original-2d:926">
              <a:extLst>
                <a:ext uri="{FF2B5EF4-FFF2-40B4-BE49-F238E27FC236}">
                  <ns2:creationId id="{E88DC4FF-3C1A-479B-BD96-50CD74809B8B}"/>
                </a:ext>
              </a:extLst>
            </p:cNvPr>
            <p:cNvSpPr>
              <a:spLocks noGrp="1"/>
            </p:cNvSpPr>
            <p:nvPr/>
          </p:nvSpPr>
          <p:spPr>
            <a:xfrm rot="0" flipH="0" flipV="0">
              <a:off x="3932111" y="3150553"/>
              <a:ext cx="84723" cy="94121"/>
            </a:xfrm>
            <a:prstGeom prst="rect">
              <a:avLst/>
            </a:prstGeom>
            <a:solidFill>
              <a:srgbClr val="DCE8ED"/>
            </a:solidFill>
            <a:ln w="0">
              <a:noFill/>
              <a:prstDash val="solid"/>
            </a:ln>
          </p:spPr>
        </p:sp>
        <p:sp>
          <p:nvSpPr>
            <p:cNvPr id="17326" name="original-2d:927">
              <a:extLst>
                <a:ext uri="{FF2B5EF4-FFF2-40B4-BE49-F238E27FC236}">
                  <ns2:creationId id="{973631A4-27A6-441F-A118-585F64A4EED3}"/>
                </a:ext>
              </a:extLst>
            </p:cNvPr>
            <p:cNvSpPr>
              <a:spLocks noGrp="1"/>
            </p:cNvSpPr>
            <p:nvPr/>
          </p:nvSpPr>
          <p:spPr>
            <a:xfrm rot="0" flipH="0" flipV="0">
              <a:off x="4016693" y="3150553"/>
              <a:ext cx="84723" cy="94121"/>
            </a:xfrm>
            <a:prstGeom prst="rect">
              <a:avLst/>
            </a:prstGeom>
            <a:solidFill>
              <a:srgbClr val="81C9BA"/>
            </a:solidFill>
            <a:ln w="0">
              <a:noFill/>
              <a:prstDash val="solid"/>
            </a:ln>
          </p:spPr>
        </p:sp>
        <p:sp>
          <p:nvSpPr>
            <p:cNvPr id="17327" name="original-2d:928">
              <a:extLst>
                <a:ext uri="{FF2B5EF4-FFF2-40B4-BE49-F238E27FC236}">
                  <ns2:creationId id="{F16F38CE-66A1-4E92-B397-6B1B9F80EC79}"/>
                </a:ext>
              </a:extLst>
            </p:cNvPr>
            <p:cNvSpPr>
              <a:spLocks noGrp="1"/>
            </p:cNvSpPr>
            <p:nvPr/>
          </p:nvSpPr>
          <p:spPr>
            <a:xfrm rot="0" flipH="0" flipV="0">
              <a:off x="4101275" y="3150553"/>
              <a:ext cx="84723" cy="94121"/>
            </a:xfrm>
            <a:prstGeom prst="rect">
              <a:avLst/>
            </a:prstGeom>
            <a:solidFill>
              <a:srgbClr val="81C9BA"/>
            </a:solidFill>
            <a:ln w="0">
              <a:noFill/>
              <a:prstDash val="solid"/>
            </a:ln>
          </p:spPr>
        </p:sp>
        <p:sp>
          <p:nvSpPr>
            <p:cNvPr id="17328" name="original-2d:929">
              <a:extLst>
                <a:ext uri="{FF2B5EF4-FFF2-40B4-BE49-F238E27FC236}">
                  <ns2:creationId id="{50E63F7F-1692-477D-9365-39E5CA509A2E}"/>
                </a:ext>
              </a:extLst>
            </p:cNvPr>
            <p:cNvSpPr>
              <a:spLocks noGrp="1"/>
            </p:cNvSpPr>
            <p:nvPr/>
          </p:nvSpPr>
          <p:spPr>
            <a:xfrm rot="0" flipH="0" flipV="0">
              <a:off x="4185857" y="3150553"/>
              <a:ext cx="84723" cy="94121"/>
            </a:xfrm>
            <a:prstGeom prst="rect">
              <a:avLst/>
            </a:prstGeom>
            <a:solidFill>
              <a:srgbClr val="81C9BA"/>
            </a:solidFill>
            <a:ln w="0">
              <a:noFill/>
              <a:prstDash val="solid"/>
            </a:ln>
          </p:spPr>
        </p:sp>
        <p:sp>
          <p:nvSpPr>
            <p:cNvPr id="17329" name="original-2d:930">
              <a:extLst>
                <a:ext uri="{FF2B5EF4-FFF2-40B4-BE49-F238E27FC236}">
                  <ns2:creationId id="{27E20F8A-9557-4F29-92F2-ACC36428F0D3}"/>
                </a:ext>
              </a:extLst>
            </p:cNvPr>
            <p:cNvSpPr>
              <a:spLocks noGrp="1"/>
            </p:cNvSpPr>
            <p:nvPr/>
          </p:nvSpPr>
          <p:spPr>
            <a:xfrm rot="0" flipH="0" flipV="0">
              <a:off x="4270439" y="3150553"/>
              <a:ext cx="84723" cy="94121"/>
            </a:xfrm>
            <a:prstGeom prst="rect">
              <a:avLst/>
            </a:prstGeom>
            <a:solidFill>
              <a:srgbClr val="81C9BA"/>
            </a:solidFill>
            <a:ln w="0">
              <a:noFill/>
              <a:prstDash val="solid"/>
            </a:ln>
          </p:spPr>
        </p:sp>
        <p:sp>
          <p:nvSpPr>
            <p:cNvPr id="17330" name="original-2d:931">
              <a:extLst>
                <a:ext uri="{FF2B5EF4-FFF2-40B4-BE49-F238E27FC236}">
                  <ns2:creationId id="{21CAD178-4970-43D4-A435-3E7B78F1819C}"/>
                </a:ext>
              </a:extLst>
            </p:cNvPr>
            <p:cNvSpPr>
              <a:spLocks noGrp="1"/>
            </p:cNvSpPr>
            <p:nvPr/>
          </p:nvSpPr>
          <p:spPr>
            <a:xfrm rot="0" flipH="0" flipV="0">
              <a:off x="4355021" y="3150553"/>
              <a:ext cx="84723" cy="94121"/>
            </a:xfrm>
            <a:prstGeom prst="rect">
              <a:avLst/>
            </a:prstGeom>
            <a:solidFill>
              <a:srgbClr val="D55E00"/>
            </a:solidFill>
            <a:ln w="0">
              <a:noFill/>
              <a:prstDash val="solid"/>
            </a:ln>
          </p:spPr>
        </p:sp>
        <p:sp>
          <p:nvSpPr>
            <p:cNvPr id="17331" name="original-2d:932">
              <a:extLst>
                <a:ext uri="{FF2B5EF4-FFF2-40B4-BE49-F238E27FC236}">
                  <ns2:creationId id="{CAB88405-1011-47BB-BEE7-2E7353A90453}"/>
                </a:ext>
              </a:extLst>
            </p:cNvPr>
            <p:cNvSpPr>
              <a:spLocks noGrp="1"/>
            </p:cNvSpPr>
            <p:nvPr/>
          </p:nvSpPr>
          <p:spPr>
            <a:xfrm rot="0" flipH="0" flipV="0">
              <a:off x="4439603" y="3150553"/>
              <a:ext cx="84723" cy="94121"/>
            </a:xfrm>
            <a:prstGeom prst="rect">
              <a:avLst/>
            </a:prstGeom>
            <a:solidFill>
              <a:srgbClr val="D55E00"/>
            </a:solidFill>
            <a:ln w="0">
              <a:noFill/>
              <a:prstDash val="solid"/>
            </a:ln>
          </p:spPr>
        </p:sp>
        <p:sp>
          <p:nvSpPr>
            <p:cNvPr id="17332" name="original-2d:933">
              <a:extLst>
                <a:ext uri="{FF2B5EF4-FFF2-40B4-BE49-F238E27FC236}">
                  <ns2:creationId id="{2DC72AC1-6F9D-44E7-A4EA-5966CBD901B5}"/>
                </a:ext>
              </a:extLst>
            </p:cNvPr>
            <p:cNvSpPr>
              <a:spLocks noGrp="1"/>
            </p:cNvSpPr>
            <p:nvPr/>
          </p:nvSpPr>
          <p:spPr>
            <a:xfrm rot="0" flipH="0" flipV="0">
              <a:off x="4524185" y="3150553"/>
              <a:ext cx="84723" cy="94121"/>
            </a:xfrm>
            <a:prstGeom prst="rect">
              <a:avLst/>
            </a:prstGeom>
            <a:solidFill>
              <a:srgbClr val="81C9BA"/>
            </a:solidFill>
            <a:ln w="0">
              <a:noFill/>
              <a:prstDash val="solid"/>
            </a:ln>
          </p:spPr>
        </p:sp>
        <p:sp>
          <p:nvSpPr>
            <p:cNvPr id="17333" name="original-2d:934">
              <a:extLst>
                <a:ext uri="{FF2B5EF4-FFF2-40B4-BE49-F238E27FC236}">
                  <ns2:creationId id="{C6F9C981-9645-4551-B9C4-48562D196FCC}"/>
                </a:ext>
              </a:extLst>
            </p:cNvPr>
            <p:cNvSpPr>
              <a:spLocks noGrp="1"/>
            </p:cNvSpPr>
            <p:nvPr/>
          </p:nvSpPr>
          <p:spPr>
            <a:xfrm rot="0" flipH="0" flipV="0">
              <a:off x="4608767" y="3150553"/>
              <a:ext cx="84723" cy="94121"/>
            </a:xfrm>
            <a:prstGeom prst="rect">
              <a:avLst/>
            </a:prstGeom>
            <a:solidFill>
              <a:srgbClr val="81C9BA"/>
            </a:solidFill>
            <a:ln w="0">
              <a:noFill/>
              <a:prstDash val="solid"/>
            </a:ln>
          </p:spPr>
        </p:sp>
        <p:sp>
          <p:nvSpPr>
            <p:cNvPr id="17334" name="original-2d:935">
              <a:extLst>
                <a:ext uri="{FF2B5EF4-FFF2-40B4-BE49-F238E27FC236}">
                  <ns2:creationId id="{F643AB81-B4FB-4091-B0AA-74908CABF066}"/>
                </a:ext>
              </a:extLst>
            </p:cNvPr>
            <p:cNvSpPr>
              <a:spLocks noGrp="1"/>
            </p:cNvSpPr>
            <p:nvPr/>
          </p:nvSpPr>
          <p:spPr>
            <a:xfrm rot="0" flipH="0" flipV="0">
              <a:off x="4693349" y="3150553"/>
              <a:ext cx="84723" cy="94121"/>
            </a:xfrm>
            <a:prstGeom prst="rect">
              <a:avLst/>
            </a:prstGeom>
            <a:solidFill>
              <a:srgbClr val="81C9BA"/>
            </a:solidFill>
            <a:ln w="0">
              <a:noFill/>
              <a:prstDash val="solid"/>
            </a:ln>
          </p:spPr>
        </p:sp>
        <p:sp>
          <p:nvSpPr>
            <p:cNvPr id="17335" name="original-2d:936">
              <a:extLst>
                <a:ext uri="{FF2B5EF4-FFF2-40B4-BE49-F238E27FC236}">
                  <ns2:creationId id="{A84E31B8-6BD4-4338-9F56-DA4A4677CCFC}"/>
                </a:ext>
              </a:extLst>
            </p:cNvPr>
            <p:cNvSpPr>
              <a:spLocks noGrp="1"/>
            </p:cNvSpPr>
            <p:nvPr/>
          </p:nvSpPr>
          <p:spPr>
            <a:xfrm rot="0" flipH="0" flipV="0">
              <a:off x="4777931" y="3150553"/>
              <a:ext cx="84723" cy="94121"/>
            </a:xfrm>
            <a:prstGeom prst="rect">
              <a:avLst/>
            </a:prstGeom>
            <a:solidFill>
              <a:srgbClr val="81C9BA"/>
            </a:solidFill>
            <a:ln w="0">
              <a:noFill/>
              <a:prstDash val="solid"/>
            </a:ln>
          </p:spPr>
        </p:sp>
        <p:sp>
          <p:nvSpPr>
            <p:cNvPr id="17336" name="original-2d:937">
              <a:extLst>
                <a:ext uri="{FF2B5EF4-FFF2-40B4-BE49-F238E27FC236}">
                  <ns2:creationId id="{1CCC8127-5090-4A8E-BB11-AF35F690CCC8}"/>
                </a:ext>
              </a:extLst>
            </p:cNvPr>
            <p:cNvSpPr>
              <a:spLocks noGrp="1"/>
            </p:cNvSpPr>
            <p:nvPr/>
          </p:nvSpPr>
          <p:spPr>
            <a:xfrm rot="0" flipH="0" flipV="0">
              <a:off x="4862513" y="3150553"/>
              <a:ext cx="84723" cy="94121"/>
            </a:xfrm>
            <a:prstGeom prst="rect">
              <a:avLst/>
            </a:prstGeom>
            <a:solidFill>
              <a:srgbClr val="81C9BA"/>
            </a:solidFill>
            <a:ln w="0">
              <a:noFill/>
              <a:prstDash val="solid"/>
            </a:ln>
          </p:spPr>
        </p:sp>
        <p:sp>
          <p:nvSpPr>
            <p:cNvPr id="17337" name="original-2d:938">
              <a:extLst>
                <a:ext uri="{FF2B5EF4-FFF2-40B4-BE49-F238E27FC236}">
                  <ns2:creationId id="{F8C6C407-4F16-4A22-BFA2-311A9ACEB04D}"/>
                </a:ext>
              </a:extLst>
            </p:cNvPr>
            <p:cNvSpPr>
              <a:spLocks noGrp="1"/>
            </p:cNvSpPr>
            <p:nvPr/>
          </p:nvSpPr>
          <p:spPr>
            <a:xfrm rot="0" flipH="0" flipV="0">
              <a:off x="4947095" y="3150553"/>
              <a:ext cx="84723" cy="94121"/>
            </a:xfrm>
            <a:prstGeom prst="rect">
              <a:avLst/>
            </a:prstGeom>
            <a:solidFill>
              <a:srgbClr val="81C9BA"/>
            </a:solidFill>
            <a:ln w="0">
              <a:noFill/>
              <a:prstDash val="solid"/>
            </a:ln>
          </p:spPr>
        </p:sp>
        <p:sp>
          <p:nvSpPr>
            <p:cNvPr id="17338" name="original-2d:939">
              <a:extLst>
                <a:ext uri="{FF2B5EF4-FFF2-40B4-BE49-F238E27FC236}">
                  <ns2:creationId id="{E49AAE42-7CEB-4126-B564-EE0B3A3941AB}"/>
                </a:ext>
              </a:extLst>
            </p:cNvPr>
            <p:cNvSpPr>
              <a:spLocks noGrp="1"/>
            </p:cNvSpPr>
            <p:nvPr/>
          </p:nvSpPr>
          <p:spPr>
            <a:xfrm rot="0" flipH="0" flipV="0">
              <a:off x="5031677" y="3150553"/>
              <a:ext cx="84723" cy="94121"/>
            </a:xfrm>
            <a:prstGeom prst="rect">
              <a:avLst/>
            </a:prstGeom>
            <a:solidFill>
              <a:srgbClr val="81C9BA"/>
            </a:solidFill>
            <a:ln w="0">
              <a:noFill/>
              <a:prstDash val="solid"/>
            </a:ln>
          </p:spPr>
        </p:sp>
        <p:sp>
          <p:nvSpPr>
            <p:cNvPr id="17339" name="original-2d:940">
              <a:extLst>
                <a:ext uri="{FF2B5EF4-FFF2-40B4-BE49-F238E27FC236}">
                  <ns2:creationId id="{1F899CEF-3624-458F-8AA8-2BC8BFB48251}"/>
                </a:ext>
              </a:extLst>
            </p:cNvPr>
            <p:cNvSpPr>
              <a:spLocks noGrp="1"/>
            </p:cNvSpPr>
            <p:nvPr/>
          </p:nvSpPr>
          <p:spPr>
            <a:xfrm rot="0" flipH="0" flipV="0">
              <a:off x="5116259" y="3150553"/>
              <a:ext cx="84723" cy="94121"/>
            </a:xfrm>
            <a:prstGeom prst="rect">
              <a:avLst/>
            </a:prstGeom>
            <a:solidFill>
              <a:srgbClr val="DCE8ED"/>
            </a:solidFill>
            <a:ln w="0">
              <a:noFill/>
              <a:prstDash val="solid"/>
            </a:ln>
          </p:spPr>
        </p:sp>
        <p:sp>
          <p:nvSpPr>
            <p:cNvPr id="17340" name="original-2d:941">
              <a:extLst>
                <a:ext uri="{FF2B5EF4-FFF2-40B4-BE49-F238E27FC236}">
                  <ns2:creationId id="{D1DA3641-95A4-4F54-949F-468C2F86460B}"/>
                </a:ext>
              </a:extLst>
            </p:cNvPr>
            <p:cNvSpPr>
              <a:spLocks noGrp="1"/>
            </p:cNvSpPr>
            <p:nvPr/>
          </p:nvSpPr>
          <p:spPr>
            <a:xfrm rot="0" flipH="0" flipV="0">
              <a:off x="5200841" y="3150553"/>
              <a:ext cx="84723" cy="94121"/>
            </a:xfrm>
            <a:prstGeom prst="rect">
              <a:avLst/>
            </a:prstGeom>
            <a:solidFill>
              <a:srgbClr val="DCE8ED"/>
            </a:solidFill>
            <a:ln w="0">
              <a:noFill/>
              <a:prstDash val="solid"/>
            </a:ln>
          </p:spPr>
        </p:sp>
        <p:sp>
          <p:nvSpPr>
            <p:cNvPr id="17341" name="original-2d:942">
              <a:extLst>
                <a:ext uri="{FF2B5EF4-FFF2-40B4-BE49-F238E27FC236}">
                  <ns2:creationId id="{1090FD85-F5CC-44E9-9354-1031D333E9AA}"/>
                </a:ext>
              </a:extLst>
            </p:cNvPr>
            <p:cNvSpPr>
              <a:spLocks noGrp="1"/>
            </p:cNvSpPr>
            <p:nvPr/>
          </p:nvSpPr>
          <p:spPr>
            <a:xfrm rot="0" flipH="0" flipV="0">
              <a:off x="3593783" y="3244533"/>
              <a:ext cx="84723" cy="94121"/>
            </a:xfrm>
            <a:prstGeom prst="rect">
              <a:avLst/>
            </a:prstGeom>
            <a:solidFill>
              <a:srgbClr val="DCE8ED"/>
            </a:solidFill>
            <a:ln w="0">
              <a:noFill/>
              <a:prstDash val="solid"/>
            </a:ln>
          </p:spPr>
        </p:sp>
        <p:sp>
          <p:nvSpPr>
            <p:cNvPr id="17342" name="original-2d:943">
              <a:extLst>
                <a:ext uri="{FF2B5EF4-FFF2-40B4-BE49-F238E27FC236}">
                  <ns2:creationId id="{FB726B1F-C42D-48AE-9536-40D840C4DB02}"/>
                </a:ext>
              </a:extLst>
            </p:cNvPr>
            <p:cNvSpPr>
              <a:spLocks noGrp="1"/>
            </p:cNvSpPr>
            <p:nvPr/>
          </p:nvSpPr>
          <p:spPr>
            <a:xfrm rot="0" flipH="0" flipV="0">
              <a:off x="3678365" y="3244533"/>
              <a:ext cx="84723" cy="94121"/>
            </a:xfrm>
            <a:prstGeom prst="rect">
              <a:avLst/>
            </a:prstGeom>
            <a:solidFill>
              <a:srgbClr val="DCE8ED"/>
            </a:solidFill>
            <a:ln w="0">
              <a:noFill/>
              <a:prstDash val="solid"/>
            </a:ln>
          </p:spPr>
        </p:sp>
        <p:sp>
          <p:nvSpPr>
            <p:cNvPr id="17343" name="original-2d:944">
              <a:extLst>
                <a:ext uri="{FF2B5EF4-FFF2-40B4-BE49-F238E27FC236}">
                  <ns2:creationId id="{08985983-32AF-407B-9BCD-E2D6943E5098}"/>
                </a:ext>
              </a:extLst>
            </p:cNvPr>
            <p:cNvSpPr>
              <a:spLocks noGrp="1"/>
            </p:cNvSpPr>
            <p:nvPr/>
          </p:nvSpPr>
          <p:spPr>
            <a:xfrm rot="0" flipH="0" flipV="0">
              <a:off x="3762947" y="3244533"/>
              <a:ext cx="84723" cy="94121"/>
            </a:xfrm>
            <a:prstGeom prst="rect">
              <a:avLst/>
            </a:prstGeom>
            <a:solidFill>
              <a:srgbClr val="DCE8ED"/>
            </a:solidFill>
            <a:ln w="0">
              <a:noFill/>
              <a:prstDash val="solid"/>
            </a:ln>
          </p:spPr>
        </p:sp>
        <p:sp>
          <p:nvSpPr>
            <p:cNvPr id="17344" name="original-2d:945">
              <a:extLst>
                <a:ext uri="{FF2B5EF4-FFF2-40B4-BE49-F238E27FC236}">
                  <ns2:creationId id="{3B0D4F04-64CA-4981-817B-E4F8EA260934}"/>
                </a:ext>
              </a:extLst>
            </p:cNvPr>
            <p:cNvSpPr>
              <a:spLocks noGrp="1"/>
            </p:cNvSpPr>
            <p:nvPr/>
          </p:nvSpPr>
          <p:spPr>
            <a:xfrm rot="0" flipH="0" flipV="0">
              <a:off x="3847529" y="3244533"/>
              <a:ext cx="84723" cy="94121"/>
            </a:xfrm>
            <a:prstGeom prst="rect">
              <a:avLst/>
            </a:prstGeom>
            <a:solidFill>
              <a:srgbClr val="DCE8ED"/>
            </a:solidFill>
            <a:ln w="0">
              <a:noFill/>
              <a:prstDash val="solid"/>
            </a:ln>
          </p:spPr>
        </p:sp>
        <p:sp>
          <p:nvSpPr>
            <p:cNvPr id="17345" name="original-2d:946">
              <a:extLst>
                <a:ext uri="{FF2B5EF4-FFF2-40B4-BE49-F238E27FC236}">
                  <ns2:creationId id="{736A2E40-70DC-4192-ACCB-2C8947F4B461}"/>
                </a:ext>
              </a:extLst>
            </p:cNvPr>
            <p:cNvSpPr>
              <a:spLocks noGrp="1"/>
            </p:cNvSpPr>
            <p:nvPr/>
          </p:nvSpPr>
          <p:spPr>
            <a:xfrm rot="0" flipH="0" flipV="0">
              <a:off x="3932111" y="3244533"/>
              <a:ext cx="84723" cy="94121"/>
            </a:xfrm>
            <a:prstGeom prst="rect">
              <a:avLst/>
            </a:prstGeom>
            <a:solidFill>
              <a:srgbClr val="DCE8ED"/>
            </a:solidFill>
            <a:ln w="0">
              <a:noFill/>
              <a:prstDash val="solid"/>
            </a:ln>
          </p:spPr>
        </p:sp>
        <p:sp>
          <p:nvSpPr>
            <p:cNvPr id="17346" name="original-2d:947">
              <a:extLst>
                <a:ext uri="{FF2B5EF4-FFF2-40B4-BE49-F238E27FC236}">
                  <ns2:creationId id="{3FCF59B6-5723-4A5D-BB6D-77DCA9CB3028}"/>
                </a:ext>
              </a:extLst>
            </p:cNvPr>
            <p:cNvSpPr>
              <a:spLocks noGrp="1"/>
            </p:cNvSpPr>
            <p:nvPr/>
          </p:nvSpPr>
          <p:spPr>
            <a:xfrm rot="0" flipH="0" flipV="0">
              <a:off x="4016693" y="3244533"/>
              <a:ext cx="84723" cy="94121"/>
            </a:xfrm>
            <a:prstGeom prst="rect">
              <a:avLst/>
            </a:prstGeom>
            <a:solidFill>
              <a:srgbClr val="81C9BA"/>
            </a:solidFill>
            <a:ln w="0">
              <a:noFill/>
              <a:prstDash val="solid"/>
            </a:ln>
          </p:spPr>
        </p:sp>
        <p:sp>
          <p:nvSpPr>
            <p:cNvPr id="17347" name="original-2d:948">
              <a:extLst>
                <a:ext uri="{FF2B5EF4-FFF2-40B4-BE49-F238E27FC236}">
                  <ns2:creationId id="{EA34D96B-7D58-4BF5-B611-FB79DA5C3218}"/>
                </a:ext>
              </a:extLst>
            </p:cNvPr>
            <p:cNvSpPr>
              <a:spLocks noGrp="1"/>
            </p:cNvSpPr>
            <p:nvPr/>
          </p:nvSpPr>
          <p:spPr>
            <a:xfrm rot="0" flipH="0" flipV="0">
              <a:off x="4101275" y="3244533"/>
              <a:ext cx="84723" cy="94121"/>
            </a:xfrm>
            <a:prstGeom prst="rect">
              <a:avLst/>
            </a:prstGeom>
            <a:solidFill>
              <a:srgbClr val="81C9BA"/>
            </a:solidFill>
            <a:ln w="0">
              <a:noFill/>
              <a:prstDash val="solid"/>
            </a:ln>
          </p:spPr>
        </p:sp>
        <p:sp>
          <p:nvSpPr>
            <p:cNvPr id="17348" name="original-2d:949">
              <a:extLst>
                <a:ext uri="{FF2B5EF4-FFF2-40B4-BE49-F238E27FC236}">
                  <ns2:creationId id="{9AADFEBC-1951-4EB8-A5D8-936FC0B01A39}"/>
                </a:ext>
              </a:extLst>
            </p:cNvPr>
            <p:cNvSpPr>
              <a:spLocks noGrp="1"/>
            </p:cNvSpPr>
            <p:nvPr/>
          </p:nvSpPr>
          <p:spPr>
            <a:xfrm rot="0" flipH="0" flipV="0">
              <a:off x="4185857" y="3244533"/>
              <a:ext cx="84723" cy="94121"/>
            </a:xfrm>
            <a:prstGeom prst="rect">
              <a:avLst/>
            </a:prstGeom>
            <a:solidFill>
              <a:srgbClr val="81C9BA"/>
            </a:solidFill>
            <a:ln w="0">
              <a:noFill/>
              <a:prstDash val="solid"/>
            </a:ln>
          </p:spPr>
        </p:sp>
        <p:sp>
          <p:nvSpPr>
            <p:cNvPr id="17349" name="original-2d:950">
              <a:extLst>
                <a:ext uri="{FF2B5EF4-FFF2-40B4-BE49-F238E27FC236}">
                  <ns2:creationId id="{E9E9E840-06E6-429C-B69A-0A0C5290CCFB}"/>
                </a:ext>
              </a:extLst>
            </p:cNvPr>
            <p:cNvSpPr>
              <a:spLocks noGrp="1"/>
            </p:cNvSpPr>
            <p:nvPr/>
          </p:nvSpPr>
          <p:spPr>
            <a:xfrm rot="0" flipH="0" flipV="0">
              <a:off x="4270439" y="3244533"/>
              <a:ext cx="84723" cy="94121"/>
            </a:xfrm>
            <a:prstGeom prst="rect">
              <a:avLst/>
            </a:prstGeom>
            <a:solidFill>
              <a:srgbClr val="81C9BA"/>
            </a:solidFill>
            <a:ln w="0">
              <a:noFill/>
              <a:prstDash val="solid"/>
            </a:ln>
          </p:spPr>
        </p:sp>
        <p:sp>
          <p:nvSpPr>
            <p:cNvPr id="17350" name="original-2d:951">
              <a:extLst>
                <a:ext uri="{FF2B5EF4-FFF2-40B4-BE49-F238E27FC236}">
                  <ns2:creationId id="{1A91454D-BA22-45FF-8AE8-C972B124F2A2}"/>
                </a:ext>
              </a:extLst>
            </p:cNvPr>
            <p:cNvSpPr>
              <a:spLocks noGrp="1"/>
            </p:cNvSpPr>
            <p:nvPr/>
          </p:nvSpPr>
          <p:spPr>
            <a:xfrm rot="0" flipH="0" flipV="0">
              <a:off x="4355021" y="3244533"/>
              <a:ext cx="84723" cy="94121"/>
            </a:xfrm>
            <a:prstGeom prst="rect">
              <a:avLst/>
            </a:prstGeom>
            <a:solidFill>
              <a:srgbClr val="81C9BA"/>
            </a:solidFill>
            <a:ln w="0">
              <a:noFill/>
              <a:prstDash val="solid"/>
            </a:ln>
          </p:spPr>
        </p:sp>
        <p:sp>
          <p:nvSpPr>
            <p:cNvPr id="17351" name="original-2d:952">
              <a:extLst>
                <a:ext uri="{FF2B5EF4-FFF2-40B4-BE49-F238E27FC236}">
                  <ns2:creationId id="{C32CC19A-4A5D-4395-9CAA-8F26688FE4F6}"/>
                </a:ext>
              </a:extLst>
            </p:cNvPr>
            <p:cNvSpPr>
              <a:spLocks noGrp="1"/>
            </p:cNvSpPr>
            <p:nvPr/>
          </p:nvSpPr>
          <p:spPr>
            <a:xfrm rot="0" flipH="0" flipV="0">
              <a:off x="4439603" y="3244533"/>
              <a:ext cx="84723" cy="94121"/>
            </a:xfrm>
            <a:prstGeom prst="rect">
              <a:avLst/>
            </a:prstGeom>
            <a:solidFill>
              <a:srgbClr val="81C9BA"/>
            </a:solidFill>
            <a:ln w="0">
              <a:noFill/>
              <a:prstDash val="solid"/>
            </a:ln>
          </p:spPr>
        </p:sp>
        <p:sp>
          <p:nvSpPr>
            <p:cNvPr id="17352" name="original-2d:953">
              <a:extLst>
                <a:ext uri="{FF2B5EF4-FFF2-40B4-BE49-F238E27FC236}">
                  <ns2:creationId id="{E70469A9-AC66-4864-8C2A-DBD36A3EACD5}"/>
                </a:ext>
              </a:extLst>
            </p:cNvPr>
            <p:cNvSpPr>
              <a:spLocks noGrp="1"/>
            </p:cNvSpPr>
            <p:nvPr/>
          </p:nvSpPr>
          <p:spPr>
            <a:xfrm rot="0" flipH="0" flipV="0">
              <a:off x="4524185" y="3244533"/>
              <a:ext cx="84723" cy="94121"/>
            </a:xfrm>
            <a:prstGeom prst="rect">
              <a:avLst/>
            </a:prstGeom>
            <a:solidFill>
              <a:srgbClr val="81C9BA"/>
            </a:solidFill>
            <a:ln w="0">
              <a:noFill/>
              <a:prstDash val="solid"/>
            </a:ln>
          </p:spPr>
        </p:sp>
        <p:sp>
          <p:nvSpPr>
            <p:cNvPr id="17353" name="original-2d:954">
              <a:extLst>
                <a:ext uri="{FF2B5EF4-FFF2-40B4-BE49-F238E27FC236}">
                  <ns2:creationId id="{FA06CD3F-5B81-4A06-A873-ED1672E3027A}"/>
                </a:ext>
              </a:extLst>
            </p:cNvPr>
            <p:cNvSpPr>
              <a:spLocks noGrp="1"/>
            </p:cNvSpPr>
            <p:nvPr/>
          </p:nvSpPr>
          <p:spPr>
            <a:xfrm rot="0" flipH="0" flipV="0">
              <a:off x="4608767" y="3244533"/>
              <a:ext cx="84723" cy="94121"/>
            </a:xfrm>
            <a:prstGeom prst="rect">
              <a:avLst/>
            </a:prstGeom>
            <a:solidFill>
              <a:srgbClr val="81C9BA"/>
            </a:solidFill>
            <a:ln w="0">
              <a:noFill/>
              <a:prstDash val="solid"/>
            </a:ln>
          </p:spPr>
        </p:sp>
        <p:sp>
          <p:nvSpPr>
            <p:cNvPr id="17354" name="original-2d:955">
              <a:extLst>
                <a:ext uri="{FF2B5EF4-FFF2-40B4-BE49-F238E27FC236}">
                  <ns2:creationId id="{EA4293FB-07EA-465B-9B61-91993ABFB629}"/>
                </a:ext>
              </a:extLst>
            </p:cNvPr>
            <p:cNvSpPr>
              <a:spLocks noGrp="1"/>
            </p:cNvSpPr>
            <p:nvPr/>
          </p:nvSpPr>
          <p:spPr>
            <a:xfrm rot="0" flipH="0" flipV="0">
              <a:off x="4693349" y="3244533"/>
              <a:ext cx="84723" cy="94121"/>
            </a:xfrm>
            <a:prstGeom prst="rect">
              <a:avLst/>
            </a:prstGeom>
            <a:solidFill>
              <a:srgbClr val="81C9BA"/>
            </a:solidFill>
            <a:ln w="0">
              <a:noFill/>
              <a:prstDash val="solid"/>
            </a:ln>
          </p:spPr>
        </p:sp>
        <p:sp>
          <p:nvSpPr>
            <p:cNvPr id="17355" name="original-2d:956">
              <a:extLst>
                <a:ext uri="{FF2B5EF4-FFF2-40B4-BE49-F238E27FC236}">
                  <ns2:creationId id="{D850502E-30F6-429A-BBD8-068ED76748ED}"/>
                </a:ext>
              </a:extLst>
            </p:cNvPr>
            <p:cNvSpPr>
              <a:spLocks noGrp="1"/>
            </p:cNvSpPr>
            <p:nvPr/>
          </p:nvSpPr>
          <p:spPr>
            <a:xfrm rot="0" flipH="0" flipV="0">
              <a:off x="4777931" y="3244533"/>
              <a:ext cx="84723" cy="94121"/>
            </a:xfrm>
            <a:prstGeom prst="rect">
              <a:avLst/>
            </a:prstGeom>
            <a:solidFill>
              <a:srgbClr val="81C9BA"/>
            </a:solidFill>
            <a:ln w="0">
              <a:noFill/>
              <a:prstDash val="solid"/>
            </a:ln>
          </p:spPr>
        </p:sp>
        <p:sp>
          <p:nvSpPr>
            <p:cNvPr id="17356" name="original-2d:957">
              <a:extLst>
                <a:ext uri="{FF2B5EF4-FFF2-40B4-BE49-F238E27FC236}">
                  <ns2:creationId id="{D1229572-5F34-42C4-8436-AD5BE284DB2C}"/>
                </a:ext>
              </a:extLst>
            </p:cNvPr>
            <p:cNvSpPr>
              <a:spLocks noGrp="1"/>
            </p:cNvSpPr>
            <p:nvPr/>
          </p:nvSpPr>
          <p:spPr>
            <a:xfrm rot="0" flipH="0" flipV="0">
              <a:off x="4862513" y="3244533"/>
              <a:ext cx="84723" cy="94121"/>
            </a:xfrm>
            <a:prstGeom prst="rect">
              <a:avLst/>
            </a:prstGeom>
            <a:solidFill>
              <a:srgbClr val="81C9BA"/>
            </a:solidFill>
            <a:ln w="0">
              <a:noFill/>
              <a:prstDash val="solid"/>
            </a:ln>
          </p:spPr>
        </p:sp>
        <p:sp>
          <p:nvSpPr>
            <p:cNvPr id="17357" name="original-2d:958">
              <a:extLst>
                <a:ext uri="{FF2B5EF4-FFF2-40B4-BE49-F238E27FC236}">
                  <ns2:creationId id="{3BC51CA2-C9BD-4DAD-A854-37EC2DE8E523}"/>
                </a:ext>
              </a:extLst>
            </p:cNvPr>
            <p:cNvSpPr>
              <a:spLocks noGrp="1"/>
            </p:cNvSpPr>
            <p:nvPr/>
          </p:nvSpPr>
          <p:spPr>
            <a:xfrm rot="0" flipH="0" flipV="0">
              <a:off x="4947095" y="3244533"/>
              <a:ext cx="84723" cy="94121"/>
            </a:xfrm>
            <a:prstGeom prst="rect">
              <a:avLst/>
            </a:prstGeom>
            <a:solidFill>
              <a:srgbClr val="DCE8ED"/>
            </a:solidFill>
            <a:ln w="0">
              <a:noFill/>
              <a:prstDash val="solid"/>
            </a:ln>
          </p:spPr>
        </p:sp>
        <p:sp>
          <p:nvSpPr>
            <p:cNvPr id="17358" name="original-2d:959">
              <a:extLst>
                <a:ext uri="{FF2B5EF4-FFF2-40B4-BE49-F238E27FC236}">
                  <ns2:creationId id="{2BF36D48-5CFD-4E99-8661-548CE1DDB2B9}"/>
                </a:ext>
              </a:extLst>
            </p:cNvPr>
            <p:cNvSpPr>
              <a:spLocks noGrp="1"/>
            </p:cNvSpPr>
            <p:nvPr/>
          </p:nvSpPr>
          <p:spPr>
            <a:xfrm rot="0" flipH="0" flipV="0">
              <a:off x="5031677" y="3244533"/>
              <a:ext cx="84723" cy="94121"/>
            </a:xfrm>
            <a:prstGeom prst="rect">
              <a:avLst/>
            </a:prstGeom>
            <a:solidFill>
              <a:srgbClr val="DCE8ED"/>
            </a:solidFill>
            <a:ln w="0">
              <a:noFill/>
              <a:prstDash val="solid"/>
            </a:ln>
          </p:spPr>
        </p:sp>
        <p:sp>
          <p:nvSpPr>
            <p:cNvPr id="17359" name="original-2d:960">
              <a:extLst>
                <a:ext uri="{FF2B5EF4-FFF2-40B4-BE49-F238E27FC236}">
                  <ns2:creationId id="{ED6C51C0-8D95-4F7C-A61C-500F2022C681}"/>
                </a:ext>
              </a:extLst>
            </p:cNvPr>
            <p:cNvSpPr>
              <a:spLocks noGrp="1"/>
            </p:cNvSpPr>
            <p:nvPr/>
          </p:nvSpPr>
          <p:spPr>
            <a:xfrm rot="0" flipH="0" flipV="0">
              <a:off x="5116259" y="3244533"/>
              <a:ext cx="84723" cy="94121"/>
            </a:xfrm>
            <a:prstGeom prst="rect">
              <a:avLst/>
            </a:prstGeom>
            <a:solidFill>
              <a:srgbClr val="DCE8ED"/>
            </a:solidFill>
            <a:ln w="0">
              <a:noFill/>
              <a:prstDash val="solid"/>
            </a:ln>
          </p:spPr>
        </p:sp>
        <p:sp>
          <p:nvSpPr>
            <p:cNvPr id="17360" name="original-2d:961">
              <a:extLst>
                <a:ext uri="{FF2B5EF4-FFF2-40B4-BE49-F238E27FC236}">
                  <ns2:creationId id="{DAE32CF7-CF88-4BCF-96B3-F78A50A2A4CD}"/>
                </a:ext>
              </a:extLst>
            </p:cNvPr>
            <p:cNvSpPr>
              <a:spLocks noGrp="1"/>
            </p:cNvSpPr>
            <p:nvPr/>
          </p:nvSpPr>
          <p:spPr>
            <a:xfrm rot="0" flipH="0" flipV="0">
              <a:off x="5200841" y="3244533"/>
              <a:ext cx="84723" cy="94121"/>
            </a:xfrm>
            <a:prstGeom prst="rect">
              <a:avLst/>
            </a:prstGeom>
            <a:solidFill>
              <a:srgbClr val="DCE8ED"/>
            </a:solidFill>
            <a:ln w="0">
              <a:noFill/>
              <a:prstDash val="solid"/>
            </a:ln>
          </p:spPr>
        </p:sp>
        <p:sp>
          <p:nvSpPr>
            <p:cNvPr id="17361" name="original-2d:962">
              <a:extLst>
                <a:ext uri="{FF2B5EF4-FFF2-40B4-BE49-F238E27FC236}">
                  <ns2:creationId id="{1908D23A-2542-42DF-860D-397D574FDC5C}"/>
                </a:ext>
              </a:extLst>
            </p:cNvPr>
            <p:cNvSpPr>
              <a:spLocks noGrp="1"/>
            </p:cNvSpPr>
            <p:nvPr/>
          </p:nvSpPr>
          <p:spPr>
            <a:xfrm rot="0" flipH="0" flipV="0">
              <a:off x="3593783" y="1646873"/>
              <a:ext cx="705" cy="1691640"/>
            </a:xfrm>
            <a:custGeom>
              <a:pathLst>
                <a:path w="953" h="2286000">
                  <a:moveTo>
                    <a:pt x="0" y="0"/>
                  </a:moveTo>
                  <a:lnTo>
                    <a:pt x="0" y="2286000"/>
                  </a:lnTo>
                </a:path>
              </a:pathLst>
            </a:custGeom>
            <a:noFill/>
            <a:ln w="3172">
              <a:solidFill>
                <a:srgbClr val="7B8790">
                  <a:alpha val="35000"/>
                </a:srgbClr>
              </a:solidFill>
              <a:prstDash val="solid"/>
            </a:ln>
          </p:spPr>
        </p:sp>
        <p:sp>
          <p:nvSpPr>
            <p:cNvPr id="17362" name="original-2d:963">
              <a:extLst>
                <a:ext uri="{FF2B5EF4-FFF2-40B4-BE49-F238E27FC236}">
                  <ns2:creationId id="{8CF9055B-C093-4B51-811D-FBBA904E45B0}"/>
                </a:ext>
              </a:extLst>
            </p:cNvPr>
            <p:cNvSpPr>
              <a:spLocks noGrp="1"/>
            </p:cNvSpPr>
            <p:nvPr/>
          </p:nvSpPr>
          <p:spPr>
            <a:xfrm rot="0" flipH="0" flipV="0">
              <a:off x="3678365" y="1646873"/>
              <a:ext cx="705" cy="1691640"/>
            </a:xfrm>
            <a:custGeom>
              <a:pathLst>
                <a:path w="953" h="2286000">
                  <a:moveTo>
                    <a:pt x="0" y="0"/>
                  </a:moveTo>
                  <a:lnTo>
                    <a:pt x="0" y="2286000"/>
                  </a:lnTo>
                </a:path>
              </a:pathLst>
            </a:custGeom>
            <a:noFill/>
            <a:ln w="3172">
              <a:solidFill>
                <a:srgbClr val="7B8790">
                  <a:alpha val="35000"/>
                </a:srgbClr>
              </a:solidFill>
              <a:prstDash val="solid"/>
            </a:ln>
          </p:spPr>
        </p:sp>
        <p:sp>
          <p:nvSpPr>
            <p:cNvPr id="17363" name="original-2d:964">
              <a:extLst>
                <a:ext uri="{FF2B5EF4-FFF2-40B4-BE49-F238E27FC236}">
                  <ns2:creationId id="{EFA70EF9-8EFB-45AD-B63A-A43AE7B716D5}"/>
                </a:ext>
              </a:extLst>
            </p:cNvPr>
            <p:cNvSpPr>
              <a:spLocks noGrp="1"/>
            </p:cNvSpPr>
            <p:nvPr/>
          </p:nvSpPr>
          <p:spPr>
            <a:xfrm rot="0" flipH="0" flipV="0">
              <a:off x="3762947" y="1646873"/>
              <a:ext cx="705" cy="1691640"/>
            </a:xfrm>
            <a:custGeom>
              <a:pathLst>
                <a:path w="953" h="2286000">
                  <a:moveTo>
                    <a:pt x="0" y="0"/>
                  </a:moveTo>
                  <a:lnTo>
                    <a:pt x="0" y="2286000"/>
                  </a:lnTo>
                </a:path>
              </a:pathLst>
            </a:custGeom>
            <a:noFill/>
            <a:ln w="3172">
              <a:solidFill>
                <a:srgbClr val="7B8790">
                  <a:alpha val="35000"/>
                </a:srgbClr>
              </a:solidFill>
              <a:prstDash val="solid"/>
            </a:ln>
          </p:spPr>
        </p:sp>
        <p:sp>
          <p:nvSpPr>
            <p:cNvPr id="17364" name="original-2d:965">
              <a:extLst>
                <a:ext uri="{FF2B5EF4-FFF2-40B4-BE49-F238E27FC236}">
                  <ns2:creationId id="{1D4A2283-B20B-4D87-B337-B0CFCBFE5E36}"/>
                </a:ext>
              </a:extLst>
            </p:cNvPr>
            <p:cNvSpPr>
              <a:spLocks noGrp="1"/>
            </p:cNvSpPr>
            <p:nvPr/>
          </p:nvSpPr>
          <p:spPr>
            <a:xfrm rot="0" flipH="0" flipV="0">
              <a:off x="3847529" y="1646873"/>
              <a:ext cx="705" cy="1691640"/>
            </a:xfrm>
            <a:custGeom>
              <a:pathLst>
                <a:path w="953" h="2286000">
                  <a:moveTo>
                    <a:pt x="0" y="0"/>
                  </a:moveTo>
                  <a:lnTo>
                    <a:pt x="0" y="2286000"/>
                  </a:lnTo>
                </a:path>
              </a:pathLst>
            </a:custGeom>
            <a:noFill/>
            <a:ln w="3172">
              <a:solidFill>
                <a:srgbClr val="7B8790">
                  <a:alpha val="35000"/>
                </a:srgbClr>
              </a:solidFill>
              <a:prstDash val="solid"/>
            </a:ln>
          </p:spPr>
        </p:sp>
        <p:sp>
          <p:nvSpPr>
            <p:cNvPr id="17365" name="original-2d:966">
              <a:extLst>
                <a:ext uri="{FF2B5EF4-FFF2-40B4-BE49-F238E27FC236}">
                  <ns2:creationId id="{DA20A919-1210-4554-85D6-77B70440F3A1}"/>
                </a:ext>
              </a:extLst>
            </p:cNvPr>
            <p:cNvSpPr>
              <a:spLocks noGrp="1"/>
            </p:cNvSpPr>
            <p:nvPr/>
          </p:nvSpPr>
          <p:spPr>
            <a:xfrm rot="0" flipH="0" flipV="0">
              <a:off x="3932111" y="1646873"/>
              <a:ext cx="705" cy="1691640"/>
            </a:xfrm>
            <a:custGeom>
              <a:pathLst>
                <a:path w="953" h="2286000">
                  <a:moveTo>
                    <a:pt x="0" y="0"/>
                  </a:moveTo>
                  <a:lnTo>
                    <a:pt x="0" y="2286000"/>
                  </a:lnTo>
                </a:path>
              </a:pathLst>
            </a:custGeom>
            <a:noFill/>
            <a:ln w="3172">
              <a:solidFill>
                <a:srgbClr val="7B8790">
                  <a:alpha val="35000"/>
                </a:srgbClr>
              </a:solidFill>
              <a:prstDash val="solid"/>
            </a:ln>
          </p:spPr>
        </p:sp>
        <p:sp>
          <p:nvSpPr>
            <p:cNvPr id="17366" name="original-2d:967">
              <a:extLst>
                <a:ext uri="{FF2B5EF4-FFF2-40B4-BE49-F238E27FC236}">
                  <ns2:creationId id="{9EF04707-261E-464B-BD80-7040F9E69B9D}"/>
                </a:ext>
              </a:extLst>
            </p:cNvPr>
            <p:cNvSpPr>
              <a:spLocks noGrp="1"/>
            </p:cNvSpPr>
            <p:nvPr/>
          </p:nvSpPr>
          <p:spPr>
            <a:xfrm rot="0" flipH="0" flipV="0">
              <a:off x="4016693" y="1646873"/>
              <a:ext cx="705" cy="1691640"/>
            </a:xfrm>
            <a:custGeom>
              <a:pathLst>
                <a:path w="953" h="2286000">
                  <a:moveTo>
                    <a:pt x="0" y="0"/>
                  </a:moveTo>
                  <a:lnTo>
                    <a:pt x="0" y="2286000"/>
                  </a:lnTo>
                </a:path>
              </a:pathLst>
            </a:custGeom>
            <a:noFill/>
            <a:ln w="3172">
              <a:solidFill>
                <a:srgbClr val="7B8790">
                  <a:alpha val="35000"/>
                </a:srgbClr>
              </a:solidFill>
              <a:prstDash val="solid"/>
            </a:ln>
          </p:spPr>
        </p:sp>
        <p:sp>
          <p:nvSpPr>
            <p:cNvPr id="17367" name="original-2d:968">
              <a:extLst>
                <a:ext uri="{FF2B5EF4-FFF2-40B4-BE49-F238E27FC236}">
                  <ns2:creationId id="{5A771F1F-45C3-4AD6-88E5-6B24131D67BB}"/>
                </a:ext>
              </a:extLst>
            </p:cNvPr>
            <p:cNvSpPr>
              <a:spLocks noGrp="1"/>
            </p:cNvSpPr>
            <p:nvPr/>
          </p:nvSpPr>
          <p:spPr>
            <a:xfrm rot="0" flipH="0" flipV="0">
              <a:off x="4101275" y="1646873"/>
              <a:ext cx="705" cy="1691640"/>
            </a:xfrm>
            <a:custGeom>
              <a:pathLst>
                <a:path w="953" h="2286000">
                  <a:moveTo>
                    <a:pt x="0" y="0"/>
                  </a:moveTo>
                  <a:lnTo>
                    <a:pt x="0" y="2286000"/>
                  </a:lnTo>
                </a:path>
              </a:pathLst>
            </a:custGeom>
            <a:noFill/>
            <a:ln w="3172">
              <a:solidFill>
                <a:srgbClr val="7B8790">
                  <a:alpha val="35000"/>
                </a:srgbClr>
              </a:solidFill>
              <a:prstDash val="solid"/>
            </a:ln>
          </p:spPr>
        </p:sp>
        <p:sp>
          <p:nvSpPr>
            <p:cNvPr id="17368" name="original-2d:969">
              <a:extLst>
                <a:ext uri="{FF2B5EF4-FFF2-40B4-BE49-F238E27FC236}">
                  <ns2:creationId id="{547CA33A-2AE0-4E0A-BF7D-7D73F05C8E96}"/>
                </a:ext>
              </a:extLst>
            </p:cNvPr>
            <p:cNvSpPr>
              <a:spLocks noGrp="1"/>
            </p:cNvSpPr>
            <p:nvPr/>
          </p:nvSpPr>
          <p:spPr>
            <a:xfrm rot="0" flipH="0" flipV="0">
              <a:off x="4185857" y="1646873"/>
              <a:ext cx="705" cy="1691640"/>
            </a:xfrm>
            <a:custGeom>
              <a:pathLst>
                <a:path w="953" h="2286000">
                  <a:moveTo>
                    <a:pt x="0" y="0"/>
                  </a:moveTo>
                  <a:lnTo>
                    <a:pt x="0" y="2286000"/>
                  </a:lnTo>
                </a:path>
              </a:pathLst>
            </a:custGeom>
            <a:noFill/>
            <a:ln w="3172">
              <a:solidFill>
                <a:srgbClr val="7B8790">
                  <a:alpha val="35000"/>
                </a:srgbClr>
              </a:solidFill>
              <a:prstDash val="solid"/>
            </a:ln>
          </p:spPr>
        </p:sp>
        <p:sp>
          <p:nvSpPr>
            <p:cNvPr id="17369" name="original-2d:970">
              <a:extLst>
                <a:ext uri="{FF2B5EF4-FFF2-40B4-BE49-F238E27FC236}">
                  <ns2:creationId id="{5AE66ADA-1CED-4E7A-8D86-9BCBE92B3CB7}"/>
                </a:ext>
              </a:extLst>
            </p:cNvPr>
            <p:cNvSpPr>
              <a:spLocks noGrp="1"/>
            </p:cNvSpPr>
            <p:nvPr/>
          </p:nvSpPr>
          <p:spPr>
            <a:xfrm rot="0" flipH="0" flipV="0">
              <a:off x="4270439" y="1646873"/>
              <a:ext cx="705" cy="1691640"/>
            </a:xfrm>
            <a:custGeom>
              <a:pathLst>
                <a:path w="953" h="2286000">
                  <a:moveTo>
                    <a:pt x="0" y="0"/>
                  </a:moveTo>
                  <a:lnTo>
                    <a:pt x="0" y="2286000"/>
                  </a:lnTo>
                </a:path>
              </a:pathLst>
            </a:custGeom>
            <a:noFill/>
            <a:ln w="3172">
              <a:solidFill>
                <a:srgbClr val="7B8790">
                  <a:alpha val="35000"/>
                </a:srgbClr>
              </a:solidFill>
              <a:prstDash val="solid"/>
            </a:ln>
          </p:spPr>
        </p:sp>
        <p:sp>
          <p:nvSpPr>
            <p:cNvPr id="17370" name="original-2d:971">
              <a:extLst>
                <a:ext uri="{FF2B5EF4-FFF2-40B4-BE49-F238E27FC236}">
                  <ns2:creationId id="{170E52FE-8CC7-4971-AE58-B0CF385F60D1}"/>
                </a:ext>
              </a:extLst>
            </p:cNvPr>
            <p:cNvSpPr>
              <a:spLocks noGrp="1"/>
            </p:cNvSpPr>
            <p:nvPr/>
          </p:nvSpPr>
          <p:spPr>
            <a:xfrm rot="0" flipH="0" flipV="0">
              <a:off x="4355021" y="1646873"/>
              <a:ext cx="705" cy="1691640"/>
            </a:xfrm>
            <a:custGeom>
              <a:pathLst>
                <a:path w="953" h="2286000">
                  <a:moveTo>
                    <a:pt x="0" y="0"/>
                  </a:moveTo>
                  <a:lnTo>
                    <a:pt x="0" y="2286000"/>
                  </a:lnTo>
                </a:path>
              </a:pathLst>
            </a:custGeom>
            <a:noFill/>
            <a:ln w="3172">
              <a:solidFill>
                <a:srgbClr val="7B8790">
                  <a:alpha val="35000"/>
                </a:srgbClr>
              </a:solidFill>
              <a:prstDash val="solid"/>
            </a:ln>
          </p:spPr>
        </p:sp>
        <p:sp>
          <p:nvSpPr>
            <p:cNvPr id="17371" name="original-2d:972">
              <a:extLst>
                <a:ext uri="{FF2B5EF4-FFF2-40B4-BE49-F238E27FC236}">
                  <ns2:creationId id="{C5E57FD1-03D3-4DEB-B04D-D5F4B96DD701}"/>
                </a:ext>
              </a:extLst>
            </p:cNvPr>
            <p:cNvSpPr>
              <a:spLocks noGrp="1"/>
            </p:cNvSpPr>
            <p:nvPr/>
          </p:nvSpPr>
          <p:spPr>
            <a:xfrm rot="0" flipH="0" flipV="0">
              <a:off x="4439603" y="1646873"/>
              <a:ext cx="705" cy="1691640"/>
            </a:xfrm>
            <a:custGeom>
              <a:pathLst>
                <a:path w="953" h="2286000">
                  <a:moveTo>
                    <a:pt x="0" y="0"/>
                  </a:moveTo>
                  <a:lnTo>
                    <a:pt x="0" y="2286000"/>
                  </a:lnTo>
                </a:path>
              </a:pathLst>
            </a:custGeom>
            <a:noFill/>
            <a:ln w="3172">
              <a:solidFill>
                <a:srgbClr val="7B8790">
                  <a:alpha val="35000"/>
                </a:srgbClr>
              </a:solidFill>
              <a:prstDash val="solid"/>
            </a:ln>
          </p:spPr>
        </p:sp>
        <p:sp>
          <p:nvSpPr>
            <p:cNvPr id="17372" name="original-2d:973">
              <a:extLst>
                <a:ext uri="{FF2B5EF4-FFF2-40B4-BE49-F238E27FC236}">
                  <ns2:creationId id="{B4D7181E-B052-4B48-98EC-5655C42FA30D}"/>
                </a:ext>
              </a:extLst>
            </p:cNvPr>
            <p:cNvSpPr>
              <a:spLocks noGrp="1"/>
            </p:cNvSpPr>
            <p:nvPr/>
          </p:nvSpPr>
          <p:spPr>
            <a:xfrm rot="0" flipH="0" flipV="0">
              <a:off x="4524185" y="1646873"/>
              <a:ext cx="705" cy="1691640"/>
            </a:xfrm>
            <a:custGeom>
              <a:pathLst>
                <a:path w="953" h="2286000">
                  <a:moveTo>
                    <a:pt x="0" y="0"/>
                  </a:moveTo>
                  <a:lnTo>
                    <a:pt x="0" y="2286000"/>
                  </a:lnTo>
                </a:path>
              </a:pathLst>
            </a:custGeom>
            <a:noFill/>
            <a:ln w="3172">
              <a:solidFill>
                <a:srgbClr val="7B8790">
                  <a:alpha val="35000"/>
                </a:srgbClr>
              </a:solidFill>
              <a:prstDash val="solid"/>
            </a:ln>
          </p:spPr>
        </p:sp>
        <p:sp>
          <p:nvSpPr>
            <p:cNvPr id="17373" name="original-2d:974">
              <a:extLst>
                <a:ext uri="{FF2B5EF4-FFF2-40B4-BE49-F238E27FC236}">
                  <ns2:creationId id="{75408E3A-EF79-4EBE-B9A2-9C51A4DF1B6B}"/>
                </a:ext>
              </a:extLst>
            </p:cNvPr>
            <p:cNvSpPr>
              <a:spLocks noGrp="1"/>
            </p:cNvSpPr>
            <p:nvPr/>
          </p:nvSpPr>
          <p:spPr>
            <a:xfrm rot="0" flipH="0" flipV="0">
              <a:off x="4608767" y="1646873"/>
              <a:ext cx="705" cy="1691640"/>
            </a:xfrm>
            <a:custGeom>
              <a:pathLst>
                <a:path w="953" h="2286000">
                  <a:moveTo>
                    <a:pt x="0" y="0"/>
                  </a:moveTo>
                  <a:lnTo>
                    <a:pt x="0" y="2286000"/>
                  </a:lnTo>
                </a:path>
              </a:pathLst>
            </a:custGeom>
            <a:noFill/>
            <a:ln w="3172">
              <a:solidFill>
                <a:srgbClr val="7B8790">
                  <a:alpha val="35000"/>
                </a:srgbClr>
              </a:solidFill>
              <a:prstDash val="solid"/>
            </a:ln>
          </p:spPr>
        </p:sp>
        <p:sp>
          <p:nvSpPr>
            <p:cNvPr id="17374" name="original-2d:975">
              <a:extLst>
                <a:ext uri="{FF2B5EF4-FFF2-40B4-BE49-F238E27FC236}">
                  <ns2:creationId id="{2673F610-7AD5-4B85-82D1-12C41F370E0C}"/>
                </a:ext>
              </a:extLst>
            </p:cNvPr>
            <p:cNvSpPr>
              <a:spLocks noGrp="1"/>
            </p:cNvSpPr>
            <p:nvPr/>
          </p:nvSpPr>
          <p:spPr>
            <a:xfrm rot="0" flipH="0" flipV="0">
              <a:off x="4693349" y="1646873"/>
              <a:ext cx="705" cy="1691640"/>
            </a:xfrm>
            <a:custGeom>
              <a:pathLst>
                <a:path w="953" h="2286000">
                  <a:moveTo>
                    <a:pt x="0" y="0"/>
                  </a:moveTo>
                  <a:lnTo>
                    <a:pt x="0" y="2286000"/>
                  </a:lnTo>
                </a:path>
              </a:pathLst>
            </a:custGeom>
            <a:noFill/>
            <a:ln w="3172">
              <a:solidFill>
                <a:srgbClr val="7B8790">
                  <a:alpha val="35000"/>
                </a:srgbClr>
              </a:solidFill>
              <a:prstDash val="solid"/>
            </a:ln>
          </p:spPr>
        </p:sp>
        <p:sp>
          <p:nvSpPr>
            <p:cNvPr id="17375" name="original-2d:976">
              <a:extLst>
                <a:ext uri="{FF2B5EF4-FFF2-40B4-BE49-F238E27FC236}">
                  <ns2:creationId id="{7590A0C7-1482-4572-A0B5-F7E6AF2BB1A6}"/>
                </a:ext>
              </a:extLst>
            </p:cNvPr>
            <p:cNvSpPr>
              <a:spLocks noGrp="1"/>
            </p:cNvSpPr>
            <p:nvPr/>
          </p:nvSpPr>
          <p:spPr>
            <a:xfrm rot="0" flipH="0" flipV="0">
              <a:off x="4777931" y="1646873"/>
              <a:ext cx="705" cy="1691640"/>
            </a:xfrm>
            <a:custGeom>
              <a:pathLst>
                <a:path w="953" h="2286000">
                  <a:moveTo>
                    <a:pt x="0" y="0"/>
                  </a:moveTo>
                  <a:lnTo>
                    <a:pt x="0" y="2286000"/>
                  </a:lnTo>
                </a:path>
              </a:pathLst>
            </a:custGeom>
            <a:noFill/>
            <a:ln w="3172">
              <a:solidFill>
                <a:srgbClr val="7B8790">
                  <a:alpha val="35000"/>
                </a:srgbClr>
              </a:solidFill>
              <a:prstDash val="solid"/>
            </a:ln>
          </p:spPr>
        </p:sp>
        <p:sp>
          <p:nvSpPr>
            <p:cNvPr id="17376" name="original-2d:977">
              <a:extLst>
                <a:ext uri="{FF2B5EF4-FFF2-40B4-BE49-F238E27FC236}">
                  <ns2:creationId id="{93286D39-D86B-41CF-B692-130398604DB7}"/>
                </a:ext>
              </a:extLst>
            </p:cNvPr>
            <p:cNvSpPr>
              <a:spLocks noGrp="1"/>
            </p:cNvSpPr>
            <p:nvPr/>
          </p:nvSpPr>
          <p:spPr>
            <a:xfrm rot="0" flipH="0" flipV="0">
              <a:off x="4862513" y="1646873"/>
              <a:ext cx="705" cy="1691640"/>
            </a:xfrm>
            <a:custGeom>
              <a:pathLst>
                <a:path w="953" h="2286000">
                  <a:moveTo>
                    <a:pt x="0" y="0"/>
                  </a:moveTo>
                  <a:lnTo>
                    <a:pt x="0" y="2286000"/>
                  </a:lnTo>
                </a:path>
              </a:pathLst>
            </a:custGeom>
            <a:noFill/>
            <a:ln w="3172">
              <a:solidFill>
                <a:srgbClr val="7B8790">
                  <a:alpha val="35000"/>
                </a:srgbClr>
              </a:solidFill>
              <a:prstDash val="solid"/>
            </a:ln>
          </p:spPr>
        </p:sp>
        <p:sp>
          <p:nvSpPr>
            <p:cNvPr id="17377" name="original-2d:978">
              <a:extLst>
                <a:ext uri="{FF2B5EF4-FFF2-40B4-BE49-F238E27FC236}">
                  <ns2:creationId id="{73C8ADE5-6B57-48CD-BCE7-4C47054EEC23}"/>
                </a:ext>
              </a:extLst>
            </p:cNvPr>
            <p:cNvSpPr>
              <a:spLocks noGrp="1"/>
            </p:cNvSpPr>
            <p:nvPr/>
          </p:nvSpPr>
          <p:spPr>
            <a:xfrm rot="0" flipH="0" flipV="0">
              <a:off x="4947095" y="1646873"/>
              <a:ext cx="705" cy="1691640"/>
            </a:xfrm>
            <a:custGeom>
              <a:pathLst>
                <a:path w="953" h="2286000">
                  <a:moveTo>
                    <a:pt x="0" y="0"/>
                  </a:moveTo>
                  <a:lnTo>
                    <a:pt x="0" y="2286000"/>
                  </a:lnTo>
                </a:path>
              </a:pathLst>
            </a:custGeom>
            <a:noFill/>
            <a:ln w="3172">
              <a:solidFill>
                <a:srgbClr val="7B8790">
                  <a:alpha val="35000"/>
                </a:srgbClr>
              </a:solidFill>
              <a:prstDash val="solid"/>
            </a:ln>
          </p:spPr>
        </p:sp>
        <p:sp>
          <p:nvSpPr>
            <p:cNvPr id="17378" name="original-2d:979">
              <a:extLst>
                <a:ext uri="{FF2B5EF4-FFF2-40B4-BE49-F238E27FC236}">
                  <ns2:creationId id="{2B6BE65C-C865-438D-87A2-BE1EA39A74E5}"/>
                </a:ext>
              </a:extLst>
            </p:cNvPr>
            <p:cNvSpPr>
              <a:spLocks noGrp="1"/>
            </p:cNvSpPr>
            <p:nvPr/>
          </p:nvSpPr>
          <p:spPr>
            <a:xfrm rot="0" flipH="0" flipV="0">
              <a:off x="5031677" y="1646873"/>
              <a:ext cx="705" cy="1691640"/>
            </a:xfrm>
            <a:custGeom>
              <a:pathLst>
                <a:path w="953" h="2286000">
                  <a:moveTo>
                    <a:pt x="0" y="0"/>
                  </a:moveTo>
                  <a:lnTo>
                    <a:pt x="0" y="2286000"/>
                  </a:lnTo>
                </a:path>
              </a:pathLst>
            </a:custGeom>
            <a:noFill/>
            <a:ln w="3172">
              <a:solidFill>
                <a:srgbClr val="7B8790">
                  <a:alpha val="35000"/>
                </a:srgbClr>
              </a:solidFill>
              <a:prstDash val="solid"/>
            </a:ln>
          </p:spPr>
        </p:sp>
        <p:sp>
          <p:nvSpPr>
            <p:cNvPr id="17379" name="original-2d:980">
              <a:extLst>
                <a:ext uri="{FF2B5EF4-FFF2-40B4-BE49-F238E27FC236}">
                  <ns2:creationId id="{4C2B6C27-3A46-4708-802A-94AC7F012BB4}"/>
                </a:ext>
              </a:extLst>
            </p:cNvPr>
            <p:cNvSpPr>
              <a:spLocks noGrp="1"/>
            </p:cNvSpPr>
            <p:nvPr/>
          </p:nvSpPr>
          <p:spPr>
            <a:xfrm rot="0" flipH="0" flipV="0">
              <a:off x="5116259" y="1646873"/>
              <a:ext cx="705" cy="1691640"/>
            </a:xfrm>
            <a:custGeom>
              <a:pathLst>
                <a:path w="953" h="2286000">
                  <a:moveTo>
                    <a:pt x="0" y="0"/>
                  </a:moveTo>
                  <a:lnTo>
                    <a:pt x="0" y="2286000"/>
                  </a:lnTo>
                </a:path>
              </a:pathLst>
            </a:custGeom>
            <a:noFill/>
            <a:ln w="3172">
              <a:solidFill>
                <a:srgbClr val="7B8790">
                  <a:alpha val="35000"/>
                </a:srgbClr>
              </a:solidFill>
              <a:prstDash val="solid"/>
            </a:ln>
          </p:spPr>
        </p:sp>
        <p:sp>
          <p:nvSpPr>
            <p:cNvPr id="17380" name="original-2d:981">
              <a:extLst>
                <a:ext uri="{FF2B5EF4-FFF2-40B4-BE49-F238E27FC236}">
                  <ns2:creationId id="{657E3F87-975E-4543-8A52-B7147B32F6BF}"/>
                </a:ext>
              </a:extLst>
            </p:cNvPr>
            <p:cNvSpPr>
              <a:spLocks noGrp="1"/>
            </p:cNvSpPr>
            <p:nvPr/>
          </p:nvSpPr>
          <p:spPr>
            <a:xfrm rot="0" flipH="0" flipV="0">
              <a:off x="5200841" y="1646873"/>
              <a:ext cx="705" cy="1691640"/>
            </a:xfrm>
            <a:custGeom>
              <a:pathLst>
                <a:path w="953" h="2286000">
                  <a:moveTo>
                    <a:pt x="0" y="0"/>
                  </a:moveTo>
                  <a:lnTo>
                    <a:pt x="0" y="2286000"/>
                  </a:lnTo>
                </a:path>
              </a:pathLst>
            </a:custGeom>
            <a:noFill/>
            <a:ln w="3172">
              <a:solidFill>
                <a:srgbClr val="7B8790">
                  <a:alpha val="35000"/>
                </a:srgbClr>
              </a:solidFill>
              <a:prstDash val="solid"/>
            </a:ln>
          </p:spPr>
        </p:sp>
        <p:sp>
          <p:nvSpPr>
            <p:cNvPr id="17381" name="original-2d:982">
              <a:extLst>
                <a:ext uri="{FF2B5EF4-FFF2-40B4-BE49-F238E27FC236}">
                  <ns2:creationId id="{632BEBE4-BF96-4E60-8B95-7DEFC88FC511}"/>
                </a:ext>
              </a:extLst>
            </p:cNvPr>
            <p:cNvSpPr>
              <a:spLocks noGrp="1"/>
            </p:cNvSpPr>
            <p:nvPr/>
          </p:nvSpPr>
          <p:spPr>
            <a:xfrm rot="0" flipH="0" flipV="0">
              <a:off x="5285423" y="1646873"/>
              <a:ext cx="705" cy="1691640"/>
            </a:xfrm>
            <a:custGeom>
              <a:pathLst>
                <a:path w="953" h="2286000">
                  <a:moveTo>
                    <a:pt x="0" y="0"/>
                  </a:moveTo>
                  <a:lnTo>
                    <a:pt x="0" y="2286000"/>
                  </a:lnTo>
                </a:path>
              </a:pathLst>
            </a:custGeom>
            <a:noFill/>
            <a:ln w="3172">
              <a:solidFill>
                <a:srgbClr val="7B8790">
                  <a:alpha val="35000"/>
                </a:srgbClr>
              </a:solidFill>
              <a:prstDash val="solid"/>
            </a:ln>
          </p:spPr>
        </p:sp>
        <p:sp>
          <p:nvSpPr>
            <p:cNvPr id="17382" name="original-2d:983">
              <a:extLst>
                <a:ext uri="{FF2B5EF4-FFF2-40B4-BE49-F238E27FC236}">
                  <ns2:creationId id="{E81CE92F-A74A-48DA-BA2B-1B693E593606}"/>
                </a:ext>
              </a:extLst>
            </p:cNvPr>
            <p:cNvSpPr>
              <a:spLocks noGrp="1"/>
            </p:cNvSpPr>
            <p:nvPr/>
          </p:nvSpPr>
          <p:spPr>
            <a:xfrm rot="0" flipH="0" flipV="0">
              <a:off x="3593783" y="1646873"/>
              <a:ext cx="1691640" cy="705"/>
            </a:xfrm>
            <a:custGeom>
              <a:pathLst>
                <a:path w="2286000" h="953">
                  <a:moveTo>
                    <a:pt x="0" y="0"/>
                  </a:moveTo>
                  <a:lnTo>
                    <a:pt x="2286000" y="0"/>
                  </a:lnTo>
                </a:path>
              </a:pathLst>
            </a:custGeom>
            <a:noFill/>
            <a:ln w="3172">
              <a:solidFill>
                <a:srgbClr val="7B8790">
                  <a:alpha val="35000"/>
                </a:srgbClr>
              </a:solidFill>
              <a:prstDash val="solid"/>
            </a:ln>
          </p:spPr>
        </p:sp>
        <p:sp>
          <p:nvSpPr>
            <p:cNvPr id="17383" name="original-2d:984">
              <a:extLst>
                <a:ext uri="{FF2B5EF4-FFF2-40B4-BE49-F238E27FC236}">
                  <ns2:creationId id="{4A25FB2A-8952-4263-97B9-06CD77DB7E1B}"/>
                </a:ext>
              </a:extLst>
            </p:cNvPr>
            <p:cNvSpPr>
              <a:spLocks noGrp="1"/>
            </p:cNvSpPr>
            <p:nvPr/>
          </p:nvSpPr>
          <p:spPr>
            <a:xfrm rot="0" flipH="0" flipV="0">
              <a:off x="3593783" y="1740853"/>
              <a:ext cx="1691640" cy="705"/>
            </a:xfrm>
            <a:custGeom>
              <a:pathLst>
                <a:path w="2286000" h="953">
                  <a:moveTo>
                    <a:pt x="0" y="0"/>
                  </a:moveTo>
                  <a:lnTo>
                    <a:pt x="2286000" y="0"/>
                  </a:lnTo>
                </a:path>
              </a:pathLst>
            </a:custGeom>
            <a:noFill/>
            <a:ln w="3172">
              <a:solidFill>
                <a:srgbClr val="7B8790">
                  <a:alpha val="35000"/>
                </a:srgbClr>
              </a:solidFill>
              <a:prstDash val="solid"/>
            </a:ln>
          </p:spPr>
        </p:sp>
        <p:sp>
          <p:nvSpPr>
            <p:cNvPr id="17384" name="original-2d:985">
              <a:extLst>
                <a:ext uri="{FF2B5EF4-FFF2-40B4-BE49-F238E27FC236}">
                  <ns2:creationId id="{363129FD-488B-44D6-9B6E-294FD6DE79D6}"/>
                </a:ext>
              </a:extLst>
            </p:cNvPr>
            <p:cNvSpPr>
              <a:spLocks noGrp="1"/>
            </p:cNvSpPr>
            <p:nvPr/>
          </p:nvSpPr>
          <p:spPr>
            <a:xfrm rot="0" flipH="0" flipV="0">
              <a:off x="3593783" y="1834833"/>
              <a:ext cx="1691640" cy="705"/>
            </a:xfrm>
            <a:custGeom>
              <a:pathLst>
                <a:path w="2286000" h="953">
                  <a:moveTo>
                    <a:pt x="0" y="0"/>
                  </a:moveTo>
                  <a:lnTo>
                    <a:pt x="2286000" y="0"/>
                  </a:lnTo>
                </a:path>
              </a:pathLst>
            </a:custGeom>
            <a:noFill/>
            <a:ln w="3172">
              <a:solidFill>
                <a:srgbClr val="7B8790">
                  <a:alpha val="35000"/>
                </a:srgbClr>
              </a:solidFill>
              <a:prstDash val="solid"/>
            </a:ln>
          </p:spPr>
        </p:sp>
        <p:sp>
          <p:nvSpPr>
            <p:cNvPr id="17385" name="original-2d:986">
              <a:extLst>
                <a:ext uri="{FF2B5EF4-FFF2-40B4-BE49-F238E27FC236}">
                  <ns2:creationId id="{5E485F56-7012-4B59-A92F-E5E6BB9C14C5}"/>
                </a:ext>
              </a:extLst>
            </p:cNvPr>
            <p:cNvSpPr>
              <a:spLocks noGrp="1"/>
            </p:cNvSpPr>
            <p:nvPr/>
          </p:nvSpPr>
          <p:spPr>
            <a:xfrm rot="0" flipH="0" flipV="0">
              <a:off x="3593783" y="1928813"/>
              <a:ext cx="1691640" cy="705"/>
            </a:xfrm>
            <a:custGeom>
              <a:pathLst>
                <a:path w="2286000" h="953">
                  <a:moveTo>
                    <a:pt x="0" y="0"/>
                  </a:moveTo>
                  <a:lnTo>
                    <a:pt x="2286000" y="0"/>
                  </a:lnTo>
                </a:path>
              </a:pathLst>
            </a:custGeom>
            <a:noFill/>
            <a:ln w="3172">
              <a:solidFill>
                <a:srgbClr val="7B8790">
                  <a:alpha val="35000"/>
                </a:srgbClr>
              </a:solidFill>
              <a:prstDash val="solid"/>
            </a:ln>
          </p:spPr>
        </p:sp>
        <p:sp>
          <p:nvSpPr>
            <p:cNvPr id="17386" name="original-2d:987">
              <a:extLst>
                <a:ext uri="{FF2B5EF4-FFF2-40B4-BE49-F238E27FC236}">
                  <ns2:creationId id="{4F5F9891-E1C5-4DC8-9ADF-239074A92A46}"/>
                </a:ext>
              </a:extLst>
            </p:cNvPr>
            <p:cNvSpPr>
              <a:spLocks noGrp="1"/>
            </p:cNvSpPr>
            <p:nvPr/>
          </p:nvSpPr>
          <p:spPr>
            <a:xfrm rot="0" flipH="0" flipV="0">
              <a:off x="3593783" y="2022793"/>
              <a:ext cx="1691640" cy="705"/>
            </a:xfrm>
            <a:custGeom>
              <a:pathLst>
                <a:path w="2286000" h="953">
                  <a:moveTo>
                    <a:pt x="0" y="0"/>
                  </a:moveTo>
                  <a:lnTo>
                    <a:pt x="2286000" y="0"/>
                  </a:lnTo>
                </a:path>
              </a:pathLst>
            </a:custGeom>
            <a:noFill/>
            <a:ln w="3172">
              <a:solidFill>
                <a:srgbClr val="7B8790">
                  <a:alpha val="35000"/>
                </a:srgbClr>
              </a:solidFill>
              <a:prstDash val="solid"/>
            </a:ln>
          </p:spPr>
        </p:sp>
        <p:sp>
          <p:nvSpPr>
            <p:cNvPr id="17387" name="original-2d:988">
              <a:extLst>
                <a:ext uri="{FF2B5EF4-FFF2-40B4-BE49-F238E27FC236}">
                  <ns2:creationId id="{FBFA687E-ACC5-4342-A703-90F84F49B97A}"/>
                </a:ext>
              </a:extLst>
            </p:cNvPr>
            <p:cNvSpPr>
              <a:spLocks noGrp="1"/>
            </p:cNvSpPr>
            <p:nvPr/>
          </p:nvSpPr>
          <p:spPr>
            <a:xfrm rot="0" flipH="0" flipV="0">
              <a:off x="3593783" y="2116773"/>
              <a:ext cx="1691640" cy="705"/>
            </a:xfrm>
            <a:custGeom>
              <a:pathLst>
                <a:path w="2286000" h="953">
                  <a:moveTo>
                    <a:pt x="0" y="0"/>
                  </a:moveTo>
                  <a:lnTo>
                    <a:pt x="2286000" y="0"/>
                  </a:lnTo>
                </a:path>
              </a:pathLst>
            </a:custGeom>
            <a:noFill/>
            <a:ln w="3172">
              <a:solidFill>
                <a:srgbClr val="7B8790">
                  <a:alpha val="35000"/>
                </a:srgbClr>
              </a:solidFill>
              <a:prstDash val="solid"/>
            </a:ln>
          </p:spPr>
        </p:sp>
        <p:sp>
          <p:nvSpPr>
            <p:cNvPr id="17388" name="original-2d:989">
              <a:extLst>
                <a:ext uri="{FF2B5EF4-FFF2-40B4-BE49-F238E27FC236}">
                  <ns2:creationId id="{37B187F9-8D04-4FDB-AF51-654946008295}"/>
                </a:ext>
              </a:extLst>
            </p:cNvPr>
            <p:cNvSpPr>
              <a:spLocks noGrp="1"/>
            </p:cNvSpPr>
            <p:nvPr/>
          </p:nvSpPr>
          <p:spPr>
            <a:xfrm rot="0" flipH="0" flipV="0">
              <a:off x="3593783" y="2210753"/>
              <a:ext cx="1691640" cy="705"/>
            </a:xfrm>
            <a:custGeom>
              <a:pathLst>
                <a:path w="2286000" h="953">
                  <a:moveTo>
                    <a:pt x="0" y="0"/>
                  </a:moveTo>
                  <a:lnTo>
                    <a:pt x="2286000" y="0"/>
                  </a:lnTo>
                </a:path>
              </a:pathLst>
            </a:custGeom>
            <a:noFill/>
            <a:ln w="3172">
              <a:solidFill>
                <a:srgbClr val="7B8790">
                  <a:alpha val="35000"/>
                </a:srgbClr>
              </a:solidFill>
              <a:prstDash val="solid"/>
            </a:ln>
          </p:spPr>
        </p:sp>
        <p:sp>
          <p:nvSpPr>
            <p:cNvPr id="17389" name="original-2d:990">
              <a:extLst>
                <a:ext uri="{FF2B5EF4-FFF2-40B4-BE49-F238E27FC236}">
                  <ns2:creationId id="{1A73D269-FF4B-4151-AD51-FFAA33A7B597}"/>
                </a:ext>
              </a:extLst>
            </p:cNvPr>
            <p:cNvSpPr>
              <a:spLocks noGrp="1"/>
            </p:cNvSpPr>
            <p:nvPr/>
          </p:nvSpPr>
          <p:spPr>
            <a:xfrm rot="0" flipH="0" flipV="0">
              <a:off x="3593783" y="2304733"/>
              <a:ext cx="1691640" cy="705"/>
            </a:xfrm>
            <a:custGeom>
              <a:pathLst>
                <a:path w="2286000" h="953">
                  <a:moveTo>
                    <a:pt x="0" y="0"/>
                  </a:moveTo>
                  <a:lnTo>
                    <a:pt x="2286000" y="0"/>
                  </a:lnTo>
                </a:path>
              </a:pathLst>
            </a:custGeom>
            <a:noFill/>
            <a:ln w="3172">
              <a:solidFill>
                <a:srgbClr val="7B8790">
                  <a:alpha val="35000"/>
                </a:srgbClr>
              </a:solidFill>
              <a:prstDash val="solid"/>
            </a:ln>
          </p:spPr>
        </p:sp>
        <p:sp>
          <p:nvSpPr>
            <p:cNvPr id="17390" name="original-2d:991">
              <a:extLst>
                <a:ext uri="{FF2B5EF4-FFF2-40B4-BE49-F238E27FC236}">
                  <ns2:creationId id="{28C700C0-970C-4FD5-B699-E1F3A2D44459}"/>
                </a:ext>
              </a:extLst>
            </p:cNvPr>
            <p:cNvSpPr>
              <a:spLocks noGrp="1"/>
            </p:cNvSpPr>
            <p:nvPr/>
          </p:nvSpPr>
          <p:spPr>
            <a:xfrm rot="0" flipH="0" flipV="0">
              <a:off x="3593783" y="2398713"/>
              <a:ext cx="1691640" cy="705"/>
            </a:xfrm>
            <a:custGeom>
              <a:pathLst>
                <a:path w="2286000" h="953">
                  <a:moveTo>
                    <a:pt x="0" y="0"/>
                  </a:moveTo>
                  <a:lnTo>
                    <a:pt x="2286000" y="0"/>
                  </a:lnTo>
                </a:path>
              </a:pathLst>
            </a:custGeom>
            <a:noFill/>
            <a:ln w="3172">
              <a:solidFill>
                <a:srgbClr val="7B8790">
                  <a:alpha val="35000"/>
                </a:srgbClr>
              </a:solidFill>
              <a:prstDash val="solid"/>
            </a:ln>
          </p:spPr>
        </p:sp>
        <p:sp>
          <p:nvSpPr>
            <p:cNvPr id="17391" name="original-2d:992">
              <a:extLst>
                <a:ext uri="{FF2B5EF4-FFF2-40B4-BE49-F238E27FC236}">
                  <ns2:creationId id="{908F81E2-A499-40F1-97A1-C27CBB7EDFA3}"/>
                </a:ext>
              </a:extLst>
            </p:cNvPr>
            <p:cNvSpPr>
              <a:spLocks noGrp="1"/>
            </p:cNvSpPr>
            <p:nvPr/>
          </p:nvSpPr>
          <p:spPr>
            <a:xfrm rot="0" flipH="0" flipV="0">
              <a:off x="3593783" y="2492693"/>
              <a:ext cx="1691640" cy="705"/>
            </a:xfrm>
            <a:custGeom>
              <a:pathLst>
                <a:path w="2286000" h="953">
                  <a:moveTo>
                    <a:pt x="0" y="0"/>
                  </a:moveTo>
                  <a:lnTo>
                    <a:pt x="2286000" y="0"/>
                  </a:lnTo>
                </a:path>
              </a:pathLst>
            </a:custGeom>
            <a:noFill/>
            <a:ln w="3172">
              <a:solidFill>
                <a:srgbClr val="7B8790">
                  <a:alpha val="35000"/>
                </a:srgbClr>
              </a:solidFill>
              <a:prstDash val="solid"/>
            </a:ln>
          </p:spPr>
        </p:sp>
        <p:sp>
          <p:nvSpPr>
            <p:cNvPr id="17392" name="original-2d:993">
              <a:extLst>
                <a:ext uri="{FF2B5EF4-FFF2-40B4-BE49-F238E27FC236}">
                  <ns2:creationId id="{F1DAE1A7-AC27-4FEF-989E-418D7DF36005}"/>
                </a:ext>
              </a:extLst>
            </p:cNvPr>
            <p:cNvSpPr>
              <a:spLocks noGrp="1"/>
            </p:cNvSpPr>
            <p:nvPr/>
          </p:nvSpPr>
          <p:spPr>
            <a:xfrm rot="0" flipH="0" flipV="0">
              <a:off x="3593783" y="2586673"/>
              <a:ext cx="1691640" cy="705"/>
            </a:xfrm>
            <a:custGeom>
              <a:pathLst>
                <a:path w="2286000" h="953">
                  <a:moveTo>
                    <a:pt x="0" y="0"/>
                  </a:moveTo>
                  <a:lnTo>
                    <a:pt x="2286000" y="0"/>
                  </a:lnTo>
                </a:path>
              </a:pathLst>
            </a:custGeom>
            <a:noFill/>
            <a:ln w="3172">
              <a:solidFill>
                <a:srgbClr val="7B8790">
                  <a:alpha val="35000"/>
                </a:srgbClr>
              </a:solidFill>
              <a:prstDash val="solid"/>
            </a:ln>
          </p:spPr>
        </p:sp>
        <p:sp>
          <p:nvSpPr>
            <p:cNvPr id="17393" name="original-2d:994">
              <a:extLst>
                <a:ext uri="{FF2B5EF4-FFF2-40B4-BE49-F238E27FC236}">
                  <ns2:creationId id="{8BB01E7A-E04B-4BE7-A1D9-06E8C622CD3A}"/>
                </a:ext>
              </a:extLst>
            </p:cNvPr>
            <p:cNvSpPr>
              <a:spLocks noGrp="1"/>
            </p:cNvSpPr>
            <p:nvPr/>
          </p:nvSpPr>
          <p:spPr>
            <a:xfrm rot="0" flipH="0" flipV="0">
              <a:off x="3593783" y="2680653"/>
              <a:ext cx="1691640" cy="705"/>
            </a:xfrm>
            <a:custGeom>
              <a:pathLst>
                <a:path w="2286000" h="953">
                  <a:moveTo>
                    <a:pt x="0" y="0"/>
                  </a:moveTo>
                  <a:lnTo>
                    <a:pt x="2286000" y="0"/>
                  </a:lnTo>
                </a:path>
              </a:pathLst>
            </a:custGeom>
            <a:noFill/>
            <a:ln w="3172">
              <a:solidFill>
                <a:srgbClr val="7B8790">
                  <a:alpha val="35000"/>
                </a:srgbClr>
              </a:solidFill>
              <a:prstDash val="solid"/>
            </a:ln>
          </p:spPr>
        </p:sp>
        <p:sp>
          <p:nvSpPr>
            <p:cNvPr id="17394" name="original-2d:995">
              <a:extLst>
                <a:ext uri="{FF2B5EF4-FFF2-40B4-BE49-F238E27FC236}">
                  <ns2:creationId id="{BE08D7C5-6504-4393-9E74-EA0140B3A52E}"/>
                </a:ext>
              </a:extLst>
            </p:cNvPr>
            <p:cNvSpPr>
              <a:spLocks noGrp="1"/>
            </p:cNvSpPr>
            <p:nvPr/>
          </p:nvSpPr>
          <p:spPr>
            <a:xfrm rot="0" flipH="0" flipV="0">
              <a:off x="3593783" y="2774633"/>
              <a:ext cx="1691640" cy="705"/>
            </a:xfrm>
            <a:custGeom>
              <a:pathLst>
                <a:path w="2286000" h="953">
                  <a:moveTo>
                    <a:pt x="0" y="0"/>
                  </a:moveTo>
                  <a:lnTo>
                    <a:pt x="2286000" y="0"/>
                  </a:lnTo>
                </a:path>
              </a:pathLst>
            </a:custGeom>
            <a:noFill/>
            <a:ln w="3172">
              <a:solidFill>
                <a:srgbClr val="7B8790">
                  <a:alpha val="35000"/>
                </a:srgbClr>
              </a:solidFill>
              <a:prstDash val="solid"/>
            </a:ln>
          </p:spPr>
        </p:sp>
        <p:sp>
          <p:nvSpPr>
            <p:cNvPr id="17395" name="original-2d:996">
              <a:extLst>
                <a:ext uri="{FF2B5EF4-FFF2-40B4-BE49-F238E27FC236}">
                  <ns2:creationId id="{E66EACE8-B560-41F5-A43D-7C6879BD15CD}"/>
                </a:ext>
              </a:extLst>
            </p:cNvPr>
            <p:cNvSpPr>
              <a:spLocks noGrp="1"/>
            </p:cNvSpPr>
            <p:nvPr/>
          </p:nvSpPr>
          <p:spPr>
            <a:xfrm rot="0" flipH="0" flipV="0">
              <a:off x="3593783" y="2868613"/>
              <a:ext cx="1691640" cy="705"/>
            </a:xfrm>
            <a:custGeom>
              <a:pathLst>
                <a:path w="2286000" h="953">
                  <a:moveTo>
                    <a:pt x="0" y="0"/>
                  </a:moveTo>
                  <a:lnTo>
                    <a:pt x="2286000" y="0"/>
                  </a:lnTo>
                </a:path>
              </a:pathLst>
            </a:custGeom>
            <a:noFill/>
            <a:ln w="3172">
              <a:solidFill>
                <a:srgbClr val="7B8790">
                  <a:alpha val="35000"/>
                </a:srgbClr>
              </a:solidFill>
              <a:prstDash val="solid"/>
            </a:ln>
          </p:spPr>
        </p:sp>
        <p:sp>
          <p:nvSpPr>
            <p:cNvPr id="17396" name="original-2d:997">
              <a:extLst>
                <a:ext uri="{FF2B5EF4-FFF2-40B4-BE49-F238E27FC236}">
                  <ns2:creationId id="{B2856674-0DBF-4186-8E97-862F4C9E4F3E}"/>
                </a:ext>
              </a:extLst>
            </p:cNvPr>
            <p:cNvSpPr>
              <a:spLocks noGrp="1"/>
            </p:cNvSpPr>
            <p:nvPr/>
          </p:nvSpPr>
          <p:spPr>
            <a:xfrm rot="0" flipH="0" flipV="0">
              <a:off x="3593783" y="2962593"/>
              <a:ext cx="1691640" cy="705"/>
            </a:xfrm>
            <a:custGeom>
              <a:pathLst>
                <a:path w="2286000" h="953">
                  <a:moveTo>
                    <a:pt x="0" y="0"/>
                  </a:moveTo>
                  <a:lnTo>
                    <a:pt x="2286000" y="0"/>
                  </a:lnTo>
                </a:path>
              </a:pathLst>
            </a:custGeom>
            <a:noFill/>
            <a:ln w="3172">
              <a:solidFill>
                <a:srgbClr val="7B8790">
                  <a:alpha val="35000"/>
                </a:srgbClr>
              </a:solidFill>
              <a:prstDash val="solid"/>
            </a:ln>
          </p:spPr>
        </p:sp>
        <p:sp>
          <p:nvSpPr>
            <p:cNvPr id="17397" name="original-2d:998">
              <a:extLst>
                <a:ext uri="{FF2B5EF4-FFF2-40B4-BE49-F238E27FC236}">
                  <ns2:creationId id="{6A0BD1FB-868D-45F8-82BD-C7992FE91A9D}"/>
                </a:ext>
              </a:extLst>
            </p:cNvPr>
            <p:cNvSpPr>
              <a:spLocks noGrp="1"/>
            </p:cNvSpPr>
            <p:nvPr/>
          </p:nvSpPr>
          <p:spPr>
            <a:xfrm rot="0" flipH="0" flipV="0">
              <a:off x="3593783" y="3056573"/>
              <a:ext cx="1691640" cy="705"/>
            </a:xfrm>
            <a:custGeom>
              <a:pathLst>
                <a:path w="2286000" h="953">
                  <a:moveTo>
                    <a:pt x="0" y="0"/>
                  </a:moveTo>
                  <a:lnTo>
                    <a:pt x="2286000" y="0"/>
                  </a:lnTo>
                </a:path>
              </a:pathLst>
            </a:custGeom>
            <a:noFill/>
            <a:ln w="3172">
              <a:solidFill>
                <a:srgbClr val="7B8790">
                  <a:alpha val="35000"/>
                </a:srgbClr>
              </a:solidFill>
              <a:prstDash val="solid"/>
            </a:ln>
          </p:spPr>
        </p:sp>
        <p:sp>
          <p:nvSpPr>
            <p:cNvPr id="17398" name="original-2d:999">
              <a:extLst>
                <a:ext uri="{FF2B5EF4-FFF2-40B4-BE49-F238E27FC236}">
                  <ns2:creationId id="{E65F3723-C855-4AEC-BFB1-F8DE0BBBEBB3}"/>
                </a:ext>
              </a:extLst>
            </p:cNvPr>
            <p:cNvSpPr>
              <a:spLocks noGrp="1"/>
            </p:cNvSpPr>
            <p:nvPr/>
          </p:nvSpPr>
          <p:spPr>
            <a:xfrm rot="0" flipH="0" flipV="0">
              <a:off x="3593783" y="3150553"/>
              <a:ext cx="1691640" cy="705"/>
            </a:xfrm>
            <a:custGeom>
              <a:pathLst>
                <a:path w="2286000" h="953">
                  <a:moveTo>
                    <a:pt x="0" y="0"/>
                  </a:moveTo>
                  <a:lnTo>
                    <a:pt x="2286000" y="0"/>
                  </a:lnTo>
                </a:path>
              </a:pathLst>
            </a:custGeom>
            <a:noFill/>
            <a:ln w="3172">
              <a:solidFill>
                <a:srgbClr val="7B8790">
                  <a:alpha val="35000"/>
                </a:srgbClr>
              </a:solidFill>
              <a:prstDash val="solid"/>
            </a:ln>
          </p:spPr>
        </p:sp>
        <p:sp>
          <p:nvSpPr>
            <p:cNvPr id="17399" name="original-2d:1000">
              <a:extLst>
                <a:ext uri="{FF2B5EF4-FFF2-40B4-BE49-F238E27FC236}">
                  <ns2:creationId id="{0C3D51B6-03A1-4D59-8907-F81F599B0256}"/>
                </a:ext>
              </a:extLst>
            </p:cNvPr>
            <p:cNvSpPr>
              <a:spLocks noGrp="1"/>
            </p:cNvSpPr>
            <p:nvPr/>
          </p:nvSpPr>
          <p:spPr>
            <a:xfrm rot="0" flipH="0" flipV="0">
              <a:off x="3593783" y="3244533"/>
              <a:ext cx="1691640" cy="705"/>
            </a:xfrm>
            <a:custGeom>
              <a:pathLst>
                <a:path w="2286000" h="953">
                  <a:moveTo>
                    <a:pt x="0" y="0"/>
                  </a:moveTo>
                  <a:lnTo>
                    <a:pt x="2286000" y="0"/>
                  </a:lnTo>
                </a:path>
              </a:pathLst>
            </a:custGeom>
            <a:noFill/>
            <a:ln w="3172">
              <a:solidFill>
                <a:srgbClr val="7B8790">
                  <a:alpha val="35000"/>
                </a:srgbClr>
              </a:solidFill>
              <a:prstDash val="solid"/>
            </a:ln>
          </p:spPr>
        </p:sp>
        <p:sp>
          <p:nvSpPr>
            <p:cNvPr id="17400" name="original-2d:1001">
              <a:extLst>
                <a:ext uri="{FF2B5EF4-FFF2-40B4-BE49-F238E27FC236}">
                  <ns2:creationId id="{1245B61E-E5FC-47EE-B687-80F4FD514FA5}"/>
                </a:ext>
              </a:extLst>
            </p:cNvPr>
            <p:cNvSpPr>
              <a:spLocks noGrp="1"/>
            </p:cNvSpPr>
            <p:nvPr/>
          </p:nvSpPr>
          <p:spPr>
            <a:xfrm rot="0" flipH="0" flipV="0">
              <a:off x="3593783" y="3338513"/>
              <a:ext cx="1691640" cy="705"/>
            </a:xfrm>
            <a:custGeom>
              <a:pathLst>
                <a:path w="2286000" h="953">
                  <a:moveTo>
                    <a:pt x="0" y="0"/>
                  </a:moveTo>
                  <a:lnTo>
                    <a:pt x="2286000" y="0"/>
                  </a:lnTo>
                </a:path>
              </a:pathLst>
            </a:custGeom>
            <a:noFill/>
            <a:ln w="3172">
              <a:solidFill>
                <a:srgbClr val="7B8790">
                  <a:alpha val="35000"/>
                </a:srgbClr>
              </a:solidFill>
              <a:prstDash val="solid"/>
            </a:ln>
          </p:spPr>
        </p:sp>
        <p:sp>
          <p:nvSpPr>
            <p:cNvPr id="17401" name="original-2d:1002">
              <a:extLst>
                <a:ext uri="{FF2B5EF4-FFF2-40B4-BE49-F238E27FC236}">
                  <ns2:creationId id="{6076C6EC-4DEF-4E87-A837-A8AE10BB821F}"/>
                </a:ext>
              </a:extLst>
            </p:cNvPr>
            <p:cNvSpPr>
              <a:spLocks noGrp="1"/>
            </p:cNvSpPr>
            <p:nvPr/>
          </p:nvSpPr>
          <p:spPr>
            <a:xfrm rot="0" flipH="0" flipV="0">
              <a:off x="3593783" y="1646873"/>
              <a:ext cx="1691640" cy="1691640"/>
            </a:xfrm>
            <a:prstGeom prst="rect">
              <a:avLst/>
            </a:prstGeom>
            <a:noFill/>
            <a:ln w="8810">
              <a:solidFill>
                <a:srgbClr val="263238"/>
              </a:solidFill>
              <a:prstDash val="solid"/>
            </a:ln>
          </p:spPr>
        </p:sp>
        <p:sp>
          <p:nvSpPr>
            <p:cNvPr id="17402" name="original-2d:1003">
              <a:extLst>
                <a:ext uri="{FF2B5EF4-FFF2-40B4-BE49-F238E27FC236}">
                  <ns2:creationId id="{BD3906B4-9567-4581-9F1A-2F2F3038D97B}"/>
                </a:ext>
              </a:extLst>
            </p:cNvPr>
            <p:cNvSpPr>
              <a:spLocks noGrp="1"/>
            </p:cNvSpPr>
            <p:nvPr/>
          </p:nvSpPr>
          <p:spPr>
            <a:xfrm rot="0" flipH="0" flipV="0">
              <a:off x="3655372" y="2364071"/>
              <a:ext cx="1646884" cy="665384"/>
            </a:xfrm>
            <a:custGeom>
              <a:pathLst>
                <a:path w="2225519" h="899168">
                  <a:moveTo>
                    <a:pt x="0" y="899168"/>
                  </a:moveTo>
                  <a:lnTo>
                    <a:pt x="2225519" y="0"/>
                  </a:lnTo>
                </a:path>
              </a:pathLst>
            </a:custGeom>
            <a:noFill/>
            <a:ln w="42291">
              <a:solidFill>
                <a:srgbClr val="FFFFFF"/>
              </a:solidFill>
              <a:prstDash val="solid"/>
            </a:ln>
          </p:spPr>
        </p:sp>
        <p:sp>
          <p:nvSpPr>
            <p:cNvPr id="17403" name="original-2d:1004">
              <a:extLst>
                <a:ext uri="{FF2B5EF4-FFF2-40B4-BE49-F238E27FC236}">
                  <ns2:creationId id="{0D7295B1-0C4E-4F27-B33F-964FE74325BB}"/>
                </a:ext>
              </a:extLst>
            </p:cNvPr>
            <p:cNvSpPr>
              <a:spLocks noGrp="1"/>
            </p:cNvSpPr>
            <p:nvPr/>
          </p:nvSpPr>
          <p:spPr>
            <a:xfrm rot="0" flipH="0" flipV="0">
              <a:off x="3655372" y="2364071"/>
              <a:ext cx="1646884" cy="665384"/>
            </a:xfrm>
            <a:custGeom>
              <a:pathLst>
                <a:path w="2225519" h="899168">
                  <a:moveTo>
                    <a:pt x="0" y="899168"/>
                  </a:moveTo>
                  <a:lnTo>
                    <a:pt x="2225519" y="0"/>
                  </a:lnTo>
                </a:path>
              </a:pathLst>
            </a:custGeom>
            <a:noFill/>
            <a:ln w="18326">
              <a:solidFill>
                <a:srgbClr val="7B8790"/>
              </a:solidFill>
              <a:prstDash val="solid"/>
            </a:ln>
          </p:spPr>
        </p:sp>
        <p:sp>
          <p:nvSpPr>
            <p:cNvPr id="17404" name="original-2d:1005">
              <a:extLst>
                <a:ext uri="{FF2B5EF4-FFF2-40B4-BE49-F238E27FC236}">
                  <ns2:creationId id="{1A20EF62-4CF2-4A7C-BC7F-76E9D6F6C7CC}"/>
                </a:ext>
              </a:extLst>
            </p:cNvPr>
            <p:cNvSpPr>
              <a:spLocks noGrp="1"/>
            </p:cNvSpPr>
            <p:nvPr/>
          </p:nvSpPr>
          <p:spPr>
            <a:xfrm rot="0" flipH="0" flipV="0">
              <a:off x="5217879" y="2362204"/>
              <a:ext cx="84377" cy="61823"/>
            </a:xfrm>
            <a:custGeom>
              <a:pathLst>
                <a:path w="114023" h="83545">
                  <a:moveTo>
                    <a:pt x="114023" y="2523"/>
                  </a:moveTo>
                  <a:lnTo>
                    <a:pt x="0" y="0"/>
                  </a:lnTo>
                  <a:lnTo>
                    <a:pt x="33754" y="83545"/>
                  </a:lnTo>
                  <a:close/>
                </a:path>
              </a:pathLst>
            </a:custGeom>
            <a:solidFill>
              <a:srgbClr val="7B8790"/>
            </a:solidFill>
            <a:ln w="0">
              <a:noFill/>
              <a:prstDash val="solid"/>
            </a:ln>
          </p:spPr>
        </p:sp>
        <p:sp>
          <p:nvSpPr>
            <p:cNvPr id="17405" name="original-2d:1006">
              <a:extLst>
                <a:ext uri="{FF2B5EF4-FFF2-40B4-BE49-F238E27FC236}">
                  <ns2:creationId id="{054EC85A-FBC5-458C-A8DF-DCA2B22AA904}"/>
                </a:ext>
              </a:extLst>
            </p:cNvPr>
            <p:cNvSpPr>
              <a:spLocks noGrp="1"/>
            </p:cNvSpPr>
            <p:nvPr/>
          </p:nvSpPr>
          <p:spPr>
            <a:xfrm rot="0" flipH="0" flipV="0">
              <a:off x="5330450" y="2145567"/>
              <a:ext cx="232601" cy="253746"/>
            </a:xfrm>
            <a:prstGeom prst="rect">
              <a:avLst/>
            </a:prstGeom>
            <a:noFill/>
            <a:ln w="0">
              <a:noFill/>
              <a:prstDash val="solid"/>
            </a:ln>
          </p:spPr>
          <p:txBody>
            <a:bodyPr wrap="none" lIns="0" tIns="0" rIns="0" bIns="0" anchor="ctr">
              <a:normAutofit fontScale="100000"/>
            </a:bodyPr>
            <a:lstStyle>
              <a:defPPr algn="ctr">
                <a:defRPr sz="1610" b="0">
                  <a:solidFill>
                    <a:srgbClr val="7B8790"/>
                  </a:solidFill>
                  <a:latin typeface="Arial"/>
                  <a:ea typeface="Arial"/>
                  <a:cs typeface="Arial"/>
                </a:defRPr>
              </a:defPPr>
              <a:lvl1pPr algn="ctr">
                <a:defRPr sz="1610" b="0">
                  <a:solidFill>
                    <a:srgbClr val="7B8790"/>
                  </a:solidFill>
                  <a:latin typeface="Arial"/>
                  <a:ea typeface="Arial"/>
                  <a:cs typeface="Arial"/>
                </a:defRPr>
              </a:lvl1pPr>
              <a:lvl2pPr algn="ctr">
                <a:defRPr sz="1610" b="0">
                  <a:solidFill>
                    <a:srgbClr val="7B8790"/>
                  </a:solidFill>
                  <a:latin typeface="Arial"/>
                  <a:ea typeface="Arial"/>
                  <a:cs typeface="Arial"/>
                </a:defRPr>
              </a:lvl2pPr>
              <a:lvl3pPr algn="ctr">
                <a:defRPr sz="1610" b="0">
                  <a:solidFill>
                    <a:srgbClr val="7B8790"/>
                  </a:solidFill>
                  <a:latin typeface="Arial"/>
                  <a:ea typeface="Arial"/>
                  <a:cs typeface="Arial"/>
                </a:defRPr>
              </a:lvl3pPr>
              <a:lvl4pPr algn="ctr">
                <a:defRPr sz="1610" b="0">
                  <a:solidFill>
                    <a:srgbClr val="7B8790"/>
                  </a:solidFill>
                  <a:latin typeface="Arial"/>
                  <a:ea typeface="Arial"/>
                  <a:cs typeface="Arial"/>
                </a:defRPr>
              </a:lvl4pPr>
              <a:lvl5pPr algn="ctr">
                <a:defRPr sz="1610" b="0">
                  <a:solidFill>
                    <a:srgbClr val="7B8790"/>
                  </a:solidFill>
                  <a:latin typeface="Arial"/>
                  <a:ea typeface="Arial"/>
                  <a:cs typeface="Arial"/>
                </a:defRPr>
              </a:lvl5pPr>
              <a:lvl6pPr algn="ctr">
                <a:defRPr sz="1610" b="0">
                  <a:solidFill>
                    <a:srgbClr val="7B8790"/>
                  </a:solidFill>
                  <a:latin typeface="Arial"/>
                  <a:ea typeface="Arial"/>
                  <a:cs typeface="Arial"/>
                </a:defRPr>
              </a:lvl6pPr>
              <a:lvl7pPr algn="ctr">
                <a:defRPr sz="1610" b="0">
                  <a:solidFill>
                    <a:srgbClr val="7B8790"/>
                  </a:solidFill>
                  <a:latin typeface="Arial"/>
                  <a:ea typeface="Arial"/>
                  <a:cs typeface="Arial"/>
                </a:defRPr>
              </a:lvl7pPr>
              <a:lvl8pPr algn="ctr">
                <a:defRPr sz="1610" b="0">
                  <a:solidFill>
                    <a:srgbClr val="7B8790"/>
                  </a:solidFill>
                  <a:latin typeface="Arial"/>
                  <a:ea typeface="Arial"/>
                  <a:cs typeface="Arial"/>
                </a:defRPr>
              </a:lvl8pPr>
              <a:lvl9pPr algn="ctr">
                <a:defRPr sz="1610" b="0">
                  <a:solidFill>
                    <a:srgbClr val="7B8790"/>
                  </a:solidFill>
                  <a:latin typeface="Arial"/>
                  <a:ea typeface="Arial"/>
                  <a:cs typeface="Arial"/>
                </a:defRPr>
              </a:lvl9pPr>
            </a:lstStyle>
            <a:p>
              <a:pPr algn="ctr">
                <a:buNone/>
                <a:defRPr sz="1610" b="0">
                  <a:solidFill>
                    <a:srgbClr val="7B8790"/>
                  </a:solidFill>
                  <a:latin typeface="Arial"/>
                  <a:ea typeface="Arial"/>
                  <a:cs typeface="Arial"/>
                </a:defRPr>
              </a:pPr>
              <a:r>
                <a:rPr sz="1610" b="0">
                  <a:solidFill>
                    <a:srgbClr val="7B8790"/>
                  </a:solidFill>
                  <a:latin typeface="Arial"/>
                  <a:ea typeface="Arial"/>
                  <a:cs typeface="Arial"/>
                </a:rPr>
                <a:t>d</a:t>
              </a:r>
            </a:p>
          </p:txBody>
        </p:sp>
        <p:sp>
          <p:nvSpPr>
            <p:cNvPr id="17406" name="original-2d:1007">
              <a:extLst>
                <a:ext uri="{FF2B5EF4-FFF2-40B4-BE49-F238E27FC236}">
                  <ns2:creationId id="{18FCC43D-F00D-4E51-B78E-B61FD35735C4}"/>
                </a:ext>
              </a:extLst>
            </p:cNvPr>
            <p:cNvSpPr>
              <a:spLocks noGrp="1"/>
            </p:cNvSpPr>
            <p:nvPr/>
          </p:nvSpPr>
          <p:spPr>
            <a:xfrm rot="0" flipH="0" flipV="0">
              <a:off x="3693005" y="2338215"/>
              <a:ext cx="234807" cy="581168"/>
            </a:xfrm>
            <a:custGeom>
              <a:pathLst>
                <a:path w="317307" h="785362">
                  <a:moveTo>
                    <a:pt x="0" y="0"/>
                  </a:moveTo>
                  <a:lnTo>
                    <a:pt x="317307" y="785362"/>
                  </a:lnTo>
                </a:path>
              </a:pathLst>
            </a:custGeom>
            <a:noFill/>
            <a:ln w="7754">
              <a:solidFill>
                <a:srgbClr val="263238"/>
              </a:solidFill>
              <a:prstDash val="dash"/>
            </a:ln>
          </p:spPr>
        </p:sp>
        <p:sp>
          <p:nvSpPr>
            <p:cNvPr id="17407" name="original-2d:1008">
              <a:extLst>
                <a:ext uri="{FF2B5EF4-FFF2-40B4-BE49-F238E27FC236}">
                  <ns2:creationId id="{622625D7-2D36-4969-BCC6-61856B76F657}"/>
                </a:ext>
              </a:extLst>
            </p:cNvPr>
            <p:cNvSpPr>
              <a:spLocks noGrp="1"/>
            </p:cNvSpPr>
            <p:nvPr/>
          </p:nvSpPr>
          <p:spPr>
            <a:xfrm rot="0" flipH="0" flipV="0">
              <a:off x="3650714" y="2295924"/>
              <a:ext cx="84582" cy="84582"/>
            </a:xfrm>
            <a:prstGeom prst="ellipse">
              <a:avLst/>
            </a:prstGeom>
            <a:solidFill>
              <a:srgbClr val="0072B2"/>
            </a:solidFill>
            <a:ln w="7049">
              <a:solidFill>
                <a:srgbClr val="263238"/>
              </a:solidFill>
              <a:prstDash val="solid"/>
            </a:ln>
          </p:spPr>
        </p:sp>
        <p:sp>
          <p:nvSpPr>
            <p:cNvPr id="17408" name="original-2d:1009">
              <a:extLst>
                <a:ext uri="{FF2B5EF4-FFF2-40B4-BE49-F238E27FC236}">
                  <ns2:creationId id="{0DFDCB0D-84DA-4900-97D9-CFAFFC063996}"/>
                </a:ext>
              </a:extLst>
            </p:cNvPr>
            <p:cNvSpPr>
              <a:spLocks noGrp="1"/>
            </p:cNvSpPr>
            <p:nvPr/>
          </p:nvSpPr>
          <p:spPr>
            <a:xfrm rot="0" flipH="0" flipV="0">
              <a:off x="3898913" y="2890484"/>
              <a:ext cx="57798" cy="57798"/>
            </a:xfrm>
            <a:prstGeom prst="ellipse">
              <a:avLst/>
            </a:prstGeom>
            <a:solidFill>
              <a:srgbClr val="0072B2"/>
            </a:solidFill>
            <a:ln w="7049">
              <a:solidFill>
                <a:srgbClr val="263238"/>
              </a:solidFill>
              <a:prstDash val="solid"/>
            </a:ln>
          </p:spPr>
        </p:sp>
        <p:sp>
          <p:nvSpPr>
            <p:cNvPr id="17409" name="original-2d:1010">
              <a:extLst>
                <a:ext uri="{FF2B5EF4-FFF2-40B4-BE49-F238E27FC236}">
                  <ns2:creationId id="{781DD7C1-FD7B-42ED-B881-1211153D69B7}"/>
                </a:ext>
              </a:extLst>
            </p:cNvPr>
            <p:cNvSpPr>
              <a:spLocks noGrp="1"/>
            </p:cNvSpPr>
            <p:nvPr/>
          </p:nvSpPr>
          <p:spPr>
            <a:xfrm rot="0" flipH="0" flipV="0">
              <a:off x="3955076" y="2855153"/>
              <a:ext cx="18483" cy="45747"/>
            </a:xfrm>
            <a:custGeom>
              <a:pathLst>
                <a:path w="24977" h="61820">
                  <a:moveTo>
                    <a:pt x="24977" y="61820"/>
                  </a:moveTo>
                  <a:lnTo>
                    <a:pt x="0" y="0"/>
                  </a:lnTo>
                </a:path>
              </a:pathLst>
            </a:custGeom>
            <a:noFill/>
            <a:ln w="5639">
              <a:solidFill>
                <a:srgbClr val="263238"/>
              </a:solidFill>
              <a:prstDash val="solid"/>
            </a:ln>
          </p:spPr>
        </p:sp>
        <p:sp>
          <p:nvSpPr>
            <p:cNvPr id="17410" name="original-2d:1011">
              <a:extLst>
                <a:ext uri="{FF2B5EF4-FFF2-40B4-BE49-F238E27FC236}">
                  <ns2:creationId id="{2AFA81BA-4178-47A2-B6BA-3B616FA02E34}"/>
                </a:ext>
              </a:extLst>
            </p:cNvPr>
            <p:cNvSpPr>
              <a:spLocks noGrp="1"/>
            </p:cNvSpPr>
            <p:nvPr/>
          </p:nvSpPr>
          <p:spPr>
            <a:xfrm rot="0" flipH="0" flipV="0">
              <a:off x="3909329" y="2855153"/>
              <a:ext cx="45747" cy="18483"/>
            </a:xfrm>
            <a:custGeom>
              <a:pathLst>
                <a:path w="61820" h="24977">
                  <a:moveTo>
                    <a:pt x="61820" y="0"/>
                  </a:moveTo>
                  <a:lnTo>
                    <a:pt x="0" y="24977"/>
                  </a:lnTo>
                </a:path>
              </a:pathLst>
            </a:custGeom>
            <a:noFill/>
            <a:ln w="5639">
              <a:solidFill>
                <a:srgbClr val="263238"/>
              </a:solidFill>
              <a:prstDash val="solid"/>
            </a:ln>
          </p:spPr>
        </p:sp>
        <p:sp>
          <p:nvSpPr>
            <p:cNvPr id="17411" name="original-2d:1012">
              <a:extLst>
                <a:ext uri="{FF2B5EF4-FFF2-40B4-BE49-F238E27FC236}">
                  <ns2:creationId id="{918D8AA4-9A1A-4135-9B42-7149C3E3D362}"/>
                </a:ext>
              </a:extLst>
            </p:cNvPr>
            <p:cNvSpPr>
              <a:spLocks noGrp="1"/>
            </p:cNvSpPr>
            <p:nvPr/>
          </p:nvSpPr>
          <p:spPr>
            <a:xfrm rot="0" flipH="0" flipV="0">
              <a:off x="4869351" y="1862940"/>
              <a:ext cx="234807" cy="581168"/>
            </a:xfrm>
            <a:custGeom>
              <a:pathLst>
                <a:path w="317307" h="785362">
                  <a:moveTo>
                    <a:pt x="0" y="0"/>
                  </a:moveTo>
                  <a:lnTo>
                    <a:pt x="317307" y="785362"/>
                  </a:lnTo>
                </a:path>
              </a:pathLst>
            </a:custGeom>
            <a:noFill/>
            <a:ln w="7754">
              <a:solidFill>
                <a:srgbClr val="263238"/>
              </a:solidFill>
              <a:prstDash val="dash"/>
            </a:ln>
          </p:spPr>
        </p:sp>
        <p:sp>
          <p:nvSpPr>
            <p:cNvPr id="17412" name="original-2d:1013">
              <a:extLst>
                <a:ext uri="{FF2B5EF4-FFF2-40B4-BE49-F238E27FC236}">
                  <ns2:creationId id="{7CDB6BDB-D53A-4A09-8039-997C530577FB}"/>
                </a:ext>
              </a:extLst>
            </p:cNvPr>
            <p:cNvSpPr>
              <a:spLocks noGrp="1"/>
            </p:cNvSpPr>
            <p:nvPr/>
          </p:nvSpPr>
          <p:spPr>
            <a:xfrm rot="0" flipH="0" flipV="0">
              <a:off x="4827060" y="1820649"/>
              <a:ext cx="84582" cy="84582"/>
            </a:xfrm>
            <a:prstGeom prst="ellipse">
              <a:avLst/>
            </a:prstGeom>
            <a:solidFill>
              <a:srgbClr val="CC79A7"/>
            </a:solidFill>
            <a:ln w="7049">
              <a:solidFill>
                <a:srgbClr val="263238"/>
              </a:solidFill>
              <a:prstDash val="solid"/>
            </a:ln>
          </p:spPr>
        </p:sp>
        <p:sp>
          <p:nvSpPr>
            <p:cNvPr id="17413" name="original-2d:1014">
              <a:extLst>
                <a:ext uri="{FF2B5EF4-FFF2-40B4-BE49-F238E27FC236}">
                  <ns2:creationId id="{A2708371-2508-4FE3-975D-54206DC61E97}"/>
                </a:ext>
              </a:extLst>
            </p:cNvPr>
            <p:cNvSpPr>
              <a:spLocks noGrp="1"/>
            </p:cNvSpPr>
            <p:nvPr/>
          </p:nvSpPr>
          <p:spPr>
            <a:xfrm rot="0" flipH="0" flipV="0">
              <a:off x="5075259" y="2415209"/>
              <a:ext cx="57798" cy="57798"/>
            </a:xfrm>
            <a:prstGeom prst="ellipse">
              <a:avLst/>
            </a:prstGeom>
            <a:solidFill>
              <a:srgbClr val="CC79A7"/>
            </a:solidFill>
            <a:ln w="7049">
              <a:solidFill>
                <a:srgbClr val="263238"/>
              </a:solidFill>
              <a:prstDash val="solid"/>
            </a:ln>
          </p:spPr>
        </p:sp>
        <p:sp>
          <p:nvSpPr>
            <p:cNvPr id="17414" name="original-2d:1015">
              <a:extLst>
                <a:ext uri="{FF2B5EF4-FFF2-40B4-BE49-F238E27FC236}">
                  <ns2:creationId id="{35E65171-D7DE-47B2-9946-76411642EB08}"/>
                </a:ext>
              </a:extLst>
            </p:cNvPr>
            <p:cNvSpPr>
              <a:spLocks noGrp="1"/>
            </p:cNvSpPr>
            <p:nvPr/>
          </p:nvSpPr>
          <p:spPr>
            <a:xfrm rot="0" flipH="0" flipV="0">
              <a:off x="5131422" y="2379878"/>
              <a:ext cx="18483" cy="45747"/>
            </a:xfrm>
            <a:custGeom>
              <a:pathLst>
                <a:path w="24977" h="61820">
                  <a:moveTo>
                    <a:pt x="24977" y="61820"/>
                  </a:moveTo>
                  <a:lnTo>
                    <a:pt x="0" y="0"/>
                  </a:lnTo>
                </a:path>
              </a:pathLst>
            </a:custGeom>
            <a:noFill/>
            <a:ln w="5639">
              <a:solidFill>
                <a:srgbClr val="263238"/>
              </a:solidFill>
              <a:prstDash val="solid"/>
            </a:ln>
          </p:spPr>
        </p:sp>
        <p:sp>
          <p:nvSpPr>
            <p:cNvPr id="17415" name="original-2d:1016">
              <a:extLst>
                <a:ext uri="{FF2B5EF4-FFF2-40B4-BE49-F238E27FC236}">
                  <ns2:creationId id="{B77DE0B0-E5EC-4BC0-A584-91CD5746306D}"/>
                </a:ext>
              </a:extLst>
            </p:cNvPr>
            <p:cNvSpPr>
              <a:spLocks noGrp="1"/>
            </p:cNvSpPr>
            <p:nvPr/>
          </p:nvSpPr>
          <p:spPr>
            <a:xfrm rot="0" flipH="0" flipV="0">
              <a:off x="5085675" y="2379878"/>
              <a:ext cx="45747" cy="18483"/>
            </a:xfrm>
            <a:custGeom>
              <a:pathLst>
                <a:path w="61820" h="24977">
                  <a:moveTo>
                    <a:pt x="61820" y="0"/>
                  </a:moveTo>
                  <a:lnTo>
                    <a:pt x="0" y="24977"/>
                  </a:lnTo>
                </a:path>
              </a:pathLst>
            </a:custGeom>
            <a:noFill/>
            <a:ln w="5639">
              <a:solidFill>
                <a:srgbClr val="263238"/>
              </a:solidFill>
              <a:prstDash val="solid"/>
            </a:ln>
          </p:spPr>
        </p:sp>
        <p:sp>
          <p:nvSpPr>
            <p:cNvPr id="17416" name="original-2d:1017">
              <a:extLst>
                <a:ext uri="{FF2B5EF4-FFF2-40B4-BE49-F238E27FC236}">
                  <ns2:creationId id="{3085F786-D6E8-4EC3-AB9E-AC61DAE0C804}"/>
                </a:ext>
              </a:extLst>
            </p:cNvPr>
            <p:cNvSpPr>
              <a:spLocks noGrp="1"/>
            </p:cNvSpPr>
            <p:nvPr/>
          </p:nvSpPr>
          <p:spPr>
            <a:xfrm rot="0" flipH="0" flipV="0">
              <a:off x="4319927" y="2760958"/>
              <a:ext cx="117248" cy="290199"/>
            </a:xfrm>
            <a:custGeom>
              <a:pathLst>
                <a:path w="158443" h="392161">
                  <a:moveTo>
                    <a:pt x="158443" y="392161"/>
                  </a:moveTo>
                  <a:lnTo>
                    <a:pt x="0" y="0"/>
                  </a:lnTo>
                </a:path>
              </a:pathLst>
            </a:custGeom>
            <a:noFill/>
            <a:ln w="7754">
              <a:solidFill>
                <a:srgbClr val="263238"/>
              </a:solidFill>
              <a:prstDash val="dash"/>
            </a:ln>
          </p:spPr>
        </p:sp>
        <p:sp>
          <p:nvSpPr>
            <p:cNvPr id="17417" name="original-2d:1018">
              <a:extLst>
                <a:ext uri="{FF2B5EF4-FFF2-40B4-BE49-F238E27FC236}">
                  <ns2:creationId id="{26C692FE-F553-492A-B7BA-A294939D1500}"/>
                </a:ext>
              </a:extLst>
            </p:cNvPr>
            <p:cNvSpPr>
              <a:spLocks noGrp="1"/>
            </p:cNvSpPr>
            <p:nvPr/>
          </p:nvSpPr>
          <p:spPr>
            <a:xfrm rot="0" flipH="0" flipV="0">
              <a:off x="4394884" y="3008866"/>
              <a:ext cx="84582" cy="84582"/>
            </a:xfrm>
            <a:prstGeom prst="ellipse">
              <a:avLst/>
            </a:prstGeom>
            <a:solidFill>
              <a:srgbClr val="D55E00"/>
            </a:solidFill>
            <a:ln w="7049">
              <a:solidFill>
                <a:srgbClr val="263238"/>
              </a:solidFill>
              <a:prstDash val="solid"/>
            </a:ln>
          </p:spPr>
        </p:sp>
        <p:sp>
          <p:nvSpPr>
            <p:cNvPr id="17418" name="original-2d:1019">
              <a:extLst>
                <a:ext uri="{FF2B5EF4-FFF2-40B4-BE49-F238E27FC236}">
                  <ns2:creationId id="{BE99D656-6CEA-43F5-97B5-562267D5DD43}"/>
                </a:ext>
              </a:extLst>
            </p:cNvPr>
            <p:cNvSpPr>
              <a:spLocks noGrp="1"/>
            </p:cNvSpPr>
            <p:nvPr/>
          </p:nvSpPr>
          <p:spPr>
            <a:xfrm rot="0" flipH="0" flipV="0">
              <a:off x="4291028" y="2732059"/>
              <a:ext cx="57798" cy="57798"/>
            </a:xfrm>
            <a:prstGeom prst="ellipse">
              <a:avLst/>
            </a:prstGeom>
            <a:solidFill>
              <a:srgbClr val="D55E00"/>
            </a:solidFill>
            <a:ln w="7049">
              <a:solidFill>
                <a:srgbClr val="263238"/>
              </a:solidFill>
              <a:prstDash val="solid"/>
            </a:ln>
          </p:spPr>
        </p:sp>
        <p:sp>
          <p:nvSpPr>
            <p:cNvPr id="17419" name="original-2d:1020">
              <a:extLst>
                <a:ext uri="{FF2B5EF4-FFF2-40B4-BE49-F238E27FC236}">
                  <ns2:creationId id="{C2EC4A82-1611-4F42-9C6C-E4A3522D6760}"/>
                </a:ext>
              </a:extLst>
            </p:cNvPr>
            <p:cNvSpPr>
              <a:spLocks noGrp="1"/>
            </p:cNvSpPr>
            <p:nvPr/>
          </p:nvSpPr>
          <p:spPr>
            <a:xfrm rot="0" flipH="0" flipV="0">
              <a:off x="4365674" y="2742475"/>
              <a:ext cx="18483" cy="45747"/>
            </a:xfrm>
            <a:custGeom>
              <a:pathLst>
                <a:path w="24977" h="61820">
                  <a:moveTo>
                    <a:pt x="0" y="0"/>
                  </a:moveTo>
                  <a:lnTo>
                    <a:pt x="24977" y="61820"/>
                  </a:lnTo>
                </a:path>
              </a:pathLst>
            </a:custGeom>
            <a:noFill/>
            <a:ln w="5639">
              <a:solidFill>
                <a:srgbClr val="263238"/>
              </a:solidFill>
              <a:prstDash val="solid"/>
            </a:ln>
          </p:spPr>
        </p:sp>
        <p:sp>
          <p:nvSpPr>
            <p:cNvPr id="17420" name="original-2d:1021">
              <a:extLst>
                <a:ext uri="{FF2B5EF4-FFF2-40B4-BE49-F238E27FC236}">
                  <ns2:creationId id="{05AF91A9-F9B3-480D-A5F2-B9F37C6C12E0}"/>
                </a:ext>
              </a:extLst>
            </p:cNvPr>
            <p:cNvSpPr>
              <a:spLocks noGrp="1"/>
            </p:cNvSpPr>
            <p:nvPr/>
          </p:nvSpPr>
          <p:spPr>
            <a:xfrm rot="0" flipH="0" flipV="0">
              <a:off x="4338410" y="2788222"/>
              <a:ext cx="45747" cy="18483"/>
            </a:xfrm>
            <a:custGeom>
              <a:pathLst>
                <a:path w="61820" h="24977">
                  <a:moveTo>
                    <a:pt x="61820" y="0"/>
                  </a:moveTo>
                  <a:lnTo>
                    <a:pt x="0" y="24977"/>
                  </a:lnTo>
                </a:path>
              </a:pathLst>
            </a:custGeom>
            <a:noFill/>
            <a:ln w="5639">
              <a:solidFill>
                <a:srgbClr val="263238"/>
              </a:solidFill>
              <a:prstDash val="solid"/>
            </a:ln>
          </p:spPr>
        </p:sp>
        <p:sp>
          <p:nvSpPr>
            <p:cNvPr id="17421" name="original-2d:1022">
              <a:extLst>
                <a:ext uri="{FF2B5EF4-FFF2-40B4-BE49-F238E27FC236}">
                  <ns2:creationId id="{4F549789-ED65-4BE1-9786-542B6ABBD6F7}"/>
                </a:ext>
              </a:extLst>
            </p:cNvPr>
            <p:cNvSpPr>
              <a:spLocks noGrp="1"/>
            </p:cNvSpPr>
            <p:nvPr/>
          </p:nvSpPr>
          <p:spPr>
            <a:xfrm rot="0" flipH="0" flipV="0">
              <a:off x="4712042" y="2602533"/>
              <a:ext cx="117248" cy="290199"/>
            </a:xfrm>
            <a:custGeom>
              <a:pathLst>
                <a:path w="158443" h="392161">
                  <a:moveTo>
                    <a:pt x="158443" y="392161"/>
                  </a:moveTo>
                  <a:lnTo>
                    <a:pt x="0" y="0"/>
                  </a:lnTo>
                </a:path>
              </a:pathLst>
            </a:custGeom>
            <a:noFill/>
            <a:ln w="7754">
              <a:solidFill>
                <a:srgbClr val="263238"/>
              </a:solidFill>
              <a:prstDash val="dash"/>
            </a:ln>
          </p:spPr>
        </p:sp>
        <p:sp>
          <p:nvSpPr>
            <p:cNvPr id="17422" name="original-2d:1023">
              <a:extLst>
                <a:ext uri="{FF2B5EF4-FFF2-40B4-BE49-F238E27FC236}">
                  <ns2:creationId id="{55AFFA3C-F53B-4D81-88D0-9A4A602D68BE}"/>
                </a:ext>
              </a:extLst>
            </p:cNvPr>
            <p:cNvSpPr>
              <a:spLocks noGrp="1"/>
            </p:cNvSpPr>
            <p:nvPr/>
          </p:nvSpPr>
          <p:spPr>
            <a:xfrm rot="0" flipH="0" flipV="0">
              <a:off x="4786999" y="2850441"/>
              <a:ext cx="84582" cy="84582"/>
            </a:xfrm>
            <a:prstGeom prst="ellipse">
              <a:avLst/>
            </a:prstGeom>
            <a:solidFill>
              <a:srgbClr val="009E73"/>
            </a:solidFill>
            <a:ln w="7049">
              <a:solidFill>
                <a:srgbClr val="263238"/>
              </a:solidFill>
              <a:prstDash val="solid"/>
            </a:ln>
          </p:spPr>
        </p:sp>
        <p:sp>
          <p:nvSpPr>
            <p:cNvPr id="17423" name="original-2d:1024">
              <a:extLst>
                <a:ext uri="{FF2B5EF4-FFF2-40B4-BE49-F238E27FC236}">
                  <ns2:creationId id="{E64E0F07-FDF1-4B1F-A1C2-C32BC5D347F5}"/>
                </a:ext>
              </a:extLst>
            </p:cNvPr>
            <p:cNvSpPr>
              <a:spLocks noGrp="1"/>
            </p:cNvSpPr>
            <p:nvPr/>
          </p:nvSpPr>
          <p:spPr>
            <a:xfrm rot="0" flipH="0" flipV="0">
              <a:off x="4683144" y="2573634"/>
              <a:ext cx="57798" cy="57798"/>
            </a:xfrm>
            <a:prstGeom prst="ellipse">
              <a:avLst/>
            </a:prstGeom>
            <a:solidFill>
              <a:srgbClr val="009E73"/>
            </a:solidFill>
            <a:ln w="7049">
              <a:solidFill>
                <a:srgbClr val="263238"/>
              </a:solidFill>
              <a:prstDash val="solid"/>
            </a:ln>
          </p:spPr>
        </p:sp>
        <p:sp>
          <p:nvSpPr>
            <p:cNvPr id="17424" name="original-2d:1025">
              <a:extLst>
                <a:ext uri="{FF2B5EF4-FFF2-40B4-BE49-F238E27FC236}">
                  <ns2:creationId id="{333AAEE1-7B59-48B8-8A62-844E3FB6326A}"/>
                </a:ext>
              </a:extLst>
            </p:cNvPr>
            <p:cNvSpPr>
              <a:spLocks noGrp="1"/>
            </p:cNvSpPr>
            <p:nvPr/>
          </p:nvSpPr>
          <p:spPr>
            <a:xfrm rot="0" flipH="0" flipV="0">
              <a:off x="4757789" y="2584050"/>
              <a:ext cx="18483" cy="45747"/>
            </a:xfrm>
            <a:custGeom>
              <a:pathLst>
                <a:path w="24977" h="61820">
                  <a:moveTo>
                    <a:pt x="0" y="0"/>
                  </a:moveTo>
                  <a:lnTo>
                    <a:pt x="24977" y="61820"/>
                  </a:lnTo>
                </a:path>
              </a:pathLst>
            </a:custGeom>
            <a:noFill/>
            <a:ln w="5639">
              <a:solidFill>
                <a:srgbClr val="263238"/>
              </a:solidFill>
              <a:prstDash val="solid"/>
            </a:ln>
          </p:spPr>
        </p:sp>
        <p:sp>
          <p:nvSpPr>
            <p:cNvPr id="17425" name="original-2d:1026">
              <a:extLst>
                <a:ext uri="{FF2B5EF4-FFF2-40B4-BE49-F238E27FC236}">
                  <ns2:creationId id="{7455C3FD-5D53-41B0-B388-53197D624BD3}"/>
                </a:ext>
              </a:extLst>
            </p:cNvPr>
            <p:cNvSpPr>
              <a:spLocks noGrp="1"/>
            </p:cNvSpPr>
            <p:nvPr/>
          </p:nvSpPr>
          <p:spPr>
            <a:xfrm rot="0" flipH="0" flipV="0">
              <a:off x="4730525" y="2629797"/>
              <a:ext cx="45747" cy="18483"/>
            </a:xfrm>
            <a:custGeom>
              <a:pathLst>
                <a:path w="61820" h="24977">
                  <a:moveTo>
                    <a:pt x="61820" y="0"/>
                  </a:moveTo>
                  <a:lnTo>
                    <a:pt x="0" y="24977"/>
                  </a:lnTo>
                </a:path>
              </a:pathLst>
            </a:custGeom>
            <a:noFill/>
            <a:ln w="5639">
              <a:solidFill>
                <a:srgbClr val="263238"/>
              </a:solidFill>
              <a:prstDash val="solid"/>
            </a:ln>
          </p:spPr>
        </p:sp>
        <p:sp>
          <p:nvSpPr>
            <p:cNvPr id="17426" name="original-2d:1027">
              <a:extLst>
                <a:ext uri="{FF2B5EF4-FFF2-40B4-BE49-F238E27FC236}">
                  <ns2:creationId id="{91824D01-9EC8-4F09-9587-51434F50910E}"/>
                </a:ext>
              </a:extLst>
            </p:cNvPr>
            <p:cNvSpPr>
              <a:spLocks noGrp="1"/>
            </p:cNvSpPr>
            <p:nvPr/>
          </p:nvSpPr>
          <p:spPr>
            <a:xfrm rot="0" flipH="0" flipV="0">
              <a:off x="4453890" y="3381375"/>
              <a:ext cx="705" cy="259080"/>
            </a:xfrm>
            <a:custGeom>
              <a:pathLst>
                <a:path w="953" h="161925">
                  <a:moveTo>
                    <a:pt x="0" y="0"/>
                  </a:moveTo>
                  <a:lnTo>
                    <a:pt x="0" y="161925"/>
                  </a:lnTo>
                </a:path>
              </a:pathLst>
            </a:custGeom>
            <a:noFill/>
            <a:ln w="10573">
              <a:solidFill>
                <a:srgbClr val="91A5B4"/>
              </a:solidFill>
              <a:prstDash val="solid"/>
            </a:ln>
          </p:spPr>
        </p:sp>
        <p:sp>
          <p:nvSpPr>
            <p:cNvPr id="17427" name="original-2d:1028">
              <a:extLst>
                <a:ext uri="{FF2B5EF4-FFF2-40B4-BE49-F238E27FC236}">
                  <ns2:creationId id="{462FE025-FB67-4998-BE72-C8755C94AB30}"/>
                </a:ext>
              </a:extLst>
            </p:cNvPr>
            <p:cNvSpPr>
              <a:spLocks noGrp="1"/>
            </p:cNvSpPr>
            <p:nvPr/>
          </p:nvSpPr>
          <p:spPr>
            <a:xfrm rot="0" flipH="0" flipV="0">
              <a:off x="4435705" y="3549015"/>
              <a:ext cx="36370" cy="91440"/>
            </a:xfrm>
            <a:custGeom>
              <a:pathLst>
                <a:path w="49149" h="57150">
                  <a:moveTo>
                    <a:pt x="24575" y="57150"/>
                  </a:moveTo>
                  <a:lnTo>
                    <a:pt x="49149" y="0"/>
                  </a:lnTo>
                  <a:lnTo>
                    <a:pt x="0" y="0"/>
                  </a:lnTo>
                  <a:close/>
                </a:path>
              </a:pathLst>
            </a:custGeom>
            <a:solidFill>
              <a:srgbClr val="91A5B4"/>
            </a:solidFill>
            <a:ln w="0">
              <a:noFill/>
              <a:prstDash val="solid"/>
            </a:ln>
          </p:spPr>
        </p:sp>
        <p:sp>
          <p:nvSpPr>
            <p:cNvPr id="17428" name="original-2d:1029">
              <a:extLst>
                <a:ext uri="{FF2B5EF4-FFF2-40B4-BE49-F238E27FC236}">
                  <ns2:creationId id="{4E9B7334-95AA-48F1-BC33-4BAFC99C088C}"/>
                </a:ext>
              </a:extLst>
            </p:cNvPr>
            <p:cNvSpPr>
              <a:spLocks noGrp="1"/>
            </p:cNvSpPr>
            <p:nvPr/>
          </p:nvSpPr>
          <p:spPr>
            <a:xfrm rot="0" flipH="0" flipV="0">
              <a:off x="3474720" y="3878580"/>
              <a:ext cx="1807274" cy="715"/>
            </a:xfrm>
            <a:custGeom>
              <a:pathLst>
                <a:path w="3409950" h="953">
                  <a:moveTo>
                    <a:pt x="0" y="0"/>
                  </a:moveTo>
                  <a:lnTo>
                    <a:pt x="3409950" y="0"/>
                  </a:lnTo>
                </a:path>
              </a:pathLst>
            </a:custGeom>
            <a:noFill/>
            <a:ln w="8077">
              <a:solidFill>
                <a:srgbClr val="263238"/>
              </a:solidFill>
              <a:prstDash val="solid"/>
            </a:ln>
          </p:spPr>
        </p:sp>
        <p:sp>
          <p:nvSpPr>
            <p:cNvPr id="17429" name="original-2d:1030">
              <a:extLst>
                <a:ext uri="{FF2B5EF4-FFF2-40B4-BE49-F238E27FC236}">
                  <ns2:creationId id="{2CFD9F54-4B5F-453A-A101-E3085AAF787E}"/>
                </a:ext>
              </a:extLst>
            </p:cNvPr>
            <p:cNvSpPr>
              <a:spLocks noGrp="1"/>
            </p:cNvSpPr>
            <p:nvPr/>
          </p:nvSpPr>
          <p:spPr>
            <a:xfrm rot="0" flipH="0" flipV="0">
              <a:off x="5236559" y="3850934"/>
              <a:ext cx="45434" cy="55293"/>
            </a:xfrm>
            <a:custGeom>
              <a:pathLst>
                <a:path w="85725" h="73724">
                  <a:moveTo>
                    <a:pt x="85725" y="36862"/>
                  </a:moveTo>
                  <a:lnTo>
                    <a:pt x="0" y="0"/>
                  </a:lnTo>
                  <a:lnTo>
                    <a:pt x="0" y="73724"/>
                  </a:lnTo>
                  <a:close/>
                </a:path>
              </a:pathLst>
            </a:custGeom>
            <a:solidFill>
              <a:srgbClr val="263238"/>
            </a:solidFill>
            <a:ln w="0">
              <a:noFill/>
              <a:prstDash val="solid"/>
            </a:ln>
          </p:spPr>
        </p:sp>
        <p:sp>
          <p:nvSpPr>
            <p:cNvPr id="17430" name="original-2d:1031">
              <a:extLst>
                <a:ext uri="{FF2B5EF4-FFF2-40B4-BE49-F238E27FC236}">
                  <ns2:creationId id="{02476097-4B2C-4CEF-B124-42EA68BA2704}"/>
                </a:ext>
              </a:extLst>
            </p:cNvPr>
            <p:cNvSpPr>
              <a:spLocks noGrp="1"/>
            </p:cNvSpPr>
            <p:nvPr/>
          </p:nvSpPr>
          <p:spPr>
            <a:xfrm rot="0" flipH="0" flipV="0">
              <a:off x="3457219" y="3774996"/>
              <a:ext cx="216738" cy="207169"/>
            </a:xfrm>
            <a:prstGeom prst="rect">
              <a:avLst/>
            </a:prstGeom>
            <a:solidFill>
              <a:srgbClr val="0072B2"/>
            </a:solidFill>
            <a:ln w="4039">
              <a:solidFill>
                <a:srgbClr val="263238"/>
              </a:solidFill>
              <a:prstDash val="solid"/>
            </a:ln>
          </p:spPr>
        </p:sp>
        <p:sp>
          <p:nvSpPr>
            <p:cNvPr id="17431" name="original-2d:1032">
              <a:extLst>
                <a:ext uri="{FF2B5EF4-FFF2-40B4-BE49-F238E27FC236}">
                  <ns2:creationId id="{8962B97D-4BC8-44BA-8AED-ADD6DD3FC0F0}"/>
                </a:ext>
              </a:extLst>
            </p:cNvPr>
            <p:cNvSpPr>
              <a:spLocks noGrp="1"/>
            </p:cNvSpPr>
            <p:nvPr/>
          </p:nvSpPr>
          <p:spPr>
            <a:xfrm rot="0" flipH="0" flipV="0">
              <a:off x="3550444" y="3857149"/>
              <a:ext cx="30290" cy="42863"/>
            </a:xfrm>
            <a:prstGeom prst="ellipse">
              <a:avLst/>
            </a:prstGeom>
            <a:solidFill>
              <a:srgbClr val="263238"/>
            </a:solidFill>
            <a:ln w="0">
              <a:noFill/>
              <a:prstDash val="solid"/>
            </a:ln>
          </p:spPr>
        </p:sp>
        <p:sp>
          <p:nvSpPr>
            <p:cNvPr id="17432" name="original-2d:1033">
              <a:extLst>
                <a:ext uri="{FF2B5EF4-FFF2-40B4-BE49-F238E27FC236}">
                  <ns2:creationId id="{2A21B198-9BF7-44CD-9585-14C6689B126B}"/>
                </a:ext>
              </a:extLst>
            </p:cNvPr>
            <p:cNvSpPr>
              <a:spLocks noGrp="1"/>
            </p:cNvSpPr>
            <p:nvPr/>
          </p:nvSpPr>
          <p:spPr>
            <a:xfrm rot="0" flipH="0" flipV="0">
              <a:off x="3999065" y="3774996"/>
              <a:ext cx="216738" cy="207169"/>
            </a:xfrm>
            <a:prstGeom prst="rect">
              <a:avLst/>
            </a:prstGeom>
            <a:solidFill>
              <a:srgbClr val="D55E00"/>
            </a:solidFill>
            <a:ln w="4039">
              <a:solidFill>
                <a:srgbClr val="263238"/>
              </a:solidFill>
              <a:prstDash val="solid"/>
            </a:ln>
          </p:spPr>
        </p:sp>
        <p:sp>
          <p:nvSpPr>
            <p:cNvPr id="17433" name="original-2d:1034">
              <a:extLst>
                <a:ext uri="{FF2B5EF4-FFF2-40B4-BE49-F238E27FC236}">
                  <ns2:creationId id="{03012EBC-F1EC-4882-863C-51E3BF193D01}"/>
                </a:ext>
              </a:extLst>
            </p:cNvPr>
            <p:cNvSpPr>
              <a:spLocks noGrp="1"/>
            </p:cNvSpPr>
            <p:nvPr/>
          </p:nvSpPr>
          <p:spPr>
            <a:xfrm rot="0" flipH="0" flipV="0">
              <a:off x="4092289" y="3857149"/>
              <a:ext cx="30290" cy="42863"/>
            </a:xfrm>
            <a:prstGeom prst="ellipse">
              <a:avLst/>
            </a:prstGeom>
            <a:solidFill>
              <a:srgbClr val="263238"/>
            </a:solidFill>
            <a:ln w="0">
              <a:noFill/>
              <a:prstDash val="solid"/>
            </a:ln>
          </p:spPr>
        </p:sp>
        <p:sp>
          <p:nvSpPr>
            <p:cNvPr id="17434" name="original-2d:1035">
              <a:extLst>
                <a:ext uri="{FF2B5EF4-FFF2-40B4-BE49-F238E27FC236}">
                  <ns2:creationId id="{4811E385-6F1E-4C74-8BB3-4C334CE15392}"/>
                </a:ext>
              </a:extLst>
            </p:cNvPr>
            <p:cNvSpPr>
              <a:spLocks noGrp="1"/>
            </p:cNvSpPr>
            <p:nvPr/>
          </p:nvSpPr>
          <p:spPr>
            <a:xfrm rot="0" flipH="0" flipV="0">
              <a:off x="4540910" y="3774996"/>
              <a:ext cx="216738" cy="207169"/>
            </a:xfrm>
            <a:prstGeom prst="rect">
              <a:avLst/>
            </a:prstGeom>
            <a:solidFill>
              <a:srgbClr val="009E73"/>
            </a:solidFill>
            <a:ln w="4039">
              <a:solidFill>
                <a:srgbClr val="263238"/>
              </a:solidFill>
              <a:prstDash val="solid"/>
            </a:ln>
          </p:spPr>
        </p:sp>
        <p:sp>
          <p:nvSpPr>
            <p:cNvPr id="17435" name="original-2d:1036">
              <a:extLst>
                <a:ext uri="{FF2B5EF4-FFF2-40B4-BE49-F238E27FC236}">
                  <ns2:creationId id="{35F8847F-EAF3-45A4-B70E-92E890E0B4E4}"/>
                </a:ext>
              </a:extLst>
            </p:cNvPr>
            <p:cNvSpPr>
              <a:spLocks noGrp="1"/>
            </p:cNvSpPr>
            <p:nvPr/>
          </p:nvSpPr>
          <p:spPr>
            <a:xfrm rot="0" flipH="0" flipV="0">
              <a:off x="4634135" y="3857149"/>
              <a:ext cx="30290" cy="42863"/>
            </a:xfrm>
            <a:prstGeom prst="ellipse">
              <a:avLst/>
            </a:prstGeom>
            <a:solidFill>
              <a:srgbClr val="263238"/>
            </a:solidFill>
            <a:ln w="0">
              <a:noFill/>
              <a:prstDash val="solid"/>
            </a:ln>
          </p:spPr>
        </p:sp>
        <p:sp>
          <p:nvSpPr>
            <p:cNvPr id="17436" name="original-2d:1037">
              <a:extLst>
                <a:ext uri="{FF2B5EF4-FFF2-40B4-BE49-F238E27FC236}">
                  <ns2:creationId id="{47262210-332F-40AC-94A3-DAE8247038E9}"/>
                </a:ext>
              </a:extLst>
            </p:cNvPr>
            <p:cNvSpPr>
              <a:spLocks noGrp="1"/>
            </p:cNvSpPr>
            <p:nvPr/>
          </p:nvSpPr>
          <p:spPr>
            <a:xfrm rot="0" flipH="0" flipV="0">
              <a:off x="5082756" y="3774996"/>
              <a:ext cx="216738" cy="207169"/>
            </a:xfrm>
            <a:prstGeom prst="rect">
              <a:avLst/>
            </a:prstGeom>
            <a:solidFill>
              <a:srgbClr val="CC79A7"/>
            </a:solidFill>
            <a:ln w="4039">
              <a:solidFill>
                <a:srgbClr val="263238"/>
              </a:solidFill>
              <a:prstDash val="solid"/>
            </a:ln>
          </p:spPr>
        </p:sp>
        <p:sp>
          <p:nvSpPr>
            <p:cNvPr id="17437" name="original-2d:1038">
              <a:extLst>
                <a:ext uri="{FF2B5EF4-FFF2-40B4-BE49-F238E27FC236}">
                  <ns2:creationId id="{87A92578-982F-49A8-A4BE-00B3CC2C775E}"/>
                </a:ext>
              </a:extLst>
            </p:cNvPr>
            <p:cNvSpPr>
              <a:spLocks noGrp="1"/>
            </p:cNvSpPr>
            <p:nvPr/>
          </p:nvSpPr>
          <p:spPr>
            <a:xfrm rot="0" flipH="0" flipV="0">
              <a:off x="5175980" y="3857149"/>
              <a:ext cx="30290" cy="42863"/>
            </a:xfrm>
            <a:prstGeom prst="ellipse">
              <a:avLst/>
            </a:prstGeom>
            <a:solidFill>
              <a:srgbClr val="263238"/>
            </a:solidFill>
            <a:ln w="0">
              <a:noFill/>
              <a:prstDash val="solid"/>
            </a:ln>
          </p:spPr>
        </p:sp>
        <p:sp>
          <p:nvSpPr>
            <p:cNvPr id="17438" name="original-2d:1039">
              <a:extLst>
                <a:ext uri="{FF2B5EF4-FFF2-40B4-BE49-F238E27FC236}">
                  <ns2:creationId id="{8692CF3E-6D18-4FE5-B563-5AB0C77AF386}"/>
                </a:ext>
              </a:extLst>
            </p:cNvPr>
            <p:cNvSpPr>
              <a:spLocks noGrp="1"/>
            </p:cNvSpPr>
            <p:nvPr/>
          </p:nvSpPr>
          <p:spPr>
            <a:xfrm rot="0" flipH="0" flipV="0">
              <a:off x="5332476" y="3735705"/>
              <a:ext cx="156496" cy="257175"/>
            </a:xfrm>
            <a:prstGeom prst="rect">
              <a:avLst/>
            </a:prstGeom>
            <a:noFill/>
            <a:ln w="0">
              <a:noFill/>
              <a:prstDash val="solid"/>
            </a:ln>
          </p:spPr>
          <p:txBody>
            <a:bodyPr wrap="none" lIns="0" tIns="0" rIns="0" bIns="0" anchor="ctr">
              <a:normAutofit fontScale="100000"/>
            </a:bodyPr>
            <a:lstStyle>
              <a:defPPr algn="ctr">
                <a:defRPr sz="1575" b="0">
                  <a:solidFill>
                    <a:srgbClr val="7B8790"/>
                  </a:solidFill>
                  <a:latin typeface="Arial"/>
                  <a:ea typeface="Arial"/>
                  <a:cs typeface="Arial"/>
                </a:defRPr>
              </a:defPPr>
              <a:lvl1pPr algn="ctr">
                <a:defRPr sz="1575" b="0">
                  <a:solidFill>
                    <a:srgbClr val="7B8790"/>
                  </a:solidFill>
                  <a:latin typeface="Arial"/>
                  <a:ea typeface="Arial"/>
                  <a:cs typeface="Arial"/>
                </a:defRPr>
              </a:lvl1pPr>
              <a:lvl2pPr algn="ctr">
                <a:defRPr sz="1575" b="0">
                  <a:solidFill>
                    <a:srgbClr val="7B8790"/>
                  </a:solidFill>
                  <a:latin typeface="Arial"/>
                  <a:ea typeface="Arial"/>
                  <a:cs typeface="Arial"/>
                </a:defRPr>
              </a:lvl2pPr>
              <a:lvl3pPr algn="ctr">
                <a:defRPr sz="1575" b="0">
                  <a:solidFill>
                    <a:srgbClr val="7B8790"/>
                  </a:solidFill>
                  <a:latin typeface="Arial"/>
                  <a:ea typeface="Arial"/>
                  <a:cs typeface="Arial"/>
                </a:defRPr>
              </a:lvl3pPr>
              <a:lvl4pPr algn="ctr">
                <a:defRPr sz="1575" b="0">
                  <a:solidFill>
                    <a:srgbClr val="7B8790"/>
                  </a:solidFill>
                  <a:latin typeface="Arial"/>
                  <a:ea typeface="Arial"/>
                  <a:cs typeface="Arial"/>
                </a:defRPr>
              </a:lvl4pPr>
              <a:lvl5pPr algn="ctr">
                <a:defRPr sz="1575" b="0">
                  <a:solidFill>
                    <a:srgbClr val="7B8790"/>
                  </a:solidFill>
                  <a:latin typeface="Arial"/>
                  <a:ea typeface="Arial"/>
                  <a:cs typeface="Arial"/>
                </a:defRPr>
              </a:lvl5pPr>
              <a:lvl6pPr algn="ctr">
                <a:defRPr sz="1575" b="0">
                  <a:solidFill>
                    <a:srgbClr val="7B8790"/>
                  </a:solidFill>
                  <a:latin typeface="Arial"/>
                  <a:ea typeface="Arial"/>
                  <a:cs typeface="Arial"/>
                </a:defRPr>
              </a:lvl6pPr>
              <a:lvl7pPr algn="ctr">
                <a:defRPr sz="1575" b="0">
                  <a:solidFill>
                    <a:srgbClr val="7B8790"/>
                  </a:solidFill>
                  <a:latin typeface="Arial"/>
                  <a:ea typeface="Arial"/>
                  <a:cs typeface="Arial"/>
                </a:defRPr>
              </a:lvl7pPr>
              <a:lvl8pPr algn="ctr">
                <a:defRPr sz="1575" b="0">
                  <a:solidFill>
                    <a:srgbClr val="7B8790"/>
                  </a:solidFill>
                  <a:latin typeface="Arial"/>
                  <a:ea typeface="Arial"/>
                  <a:cs typeface="Arial"/>
                </a:defRPr>
              </a:lvl8pPr>
              <a:lvl9pPr algn="ctr">
                <a:defRPr sz="1575" b="0">
                  <a:solidFill>
                    <a:srgbClr val="7B8790"/>
                  </a:solidFill>
                  <a:latin typeface="Arial"/>
                  <a:ea typeface="Arial"/>
                  <a:cs typeface="Arial"/>
                </a:defRPr>
              </a:lvl9pPr>
            </a:lstStyle>
            <a:p>
              <a:pPr algn="ctr">
                <a:buNone/>
                <a:defRPr sz="1575" b="0">
                  <a:solidFill>
                    <a:srgbClr val="7B8790"/>
                  </a:solidFill>
                  <a:latin typeface="Arial"/>
                  <a:ea typeface="Arial"/>
                  <a:cs typeface="Arial"/>
                </a:defRPr>
              </a:pPr>
              <a:r>
                <a:rPr sz="1575" b="0">
                  <a:solidFill>
                    <a:srgbClr val="7B8790"/>
                  </a:solidFill>
                  <a:latin typeface="Arial"/>
                  <a:ea typeface="Arial"/>
                  <a:cs typeface="Arial"/>
                </a:rPr>
                <a:t>d</a:t>
              </a:r>
            </a:p>
          </p:txBody>
        </p:sp>
        <p:sp>
          <p:nvSpPr>
            <p:cNvPr id="20001" name="projection-3d:source-239">
              <a:extLst>
                <a:ext uri="{FF2B5EF4-FFF2-40B4-BE49-F238E27FC236}">
                  <ns2:creationId id="{1EB70888-48AE-462E-9637-2E52ACAB14AE}"/>
                </a:ext>
              </a:extLst>
            </p:cNvPr>
            <p:cNvSpPr>
              <a:spLocks noGrp="1"/>
            </p:cNvSpPr>
            <p:nvPr/>
          </p:nvSpPr>
          <p:spPr>
            <a:xfrm>
              <a:off x="6003661" y="2698775"/>
              <a:ext cx="82205" cy="377236"/>
            </a:xfrm>
            <a:prstGeom prst="line">
              <a:avLst/>
            </a:prstGeom>
            <a:ln w="5156">
              <a:solidFill>
                <a:srgbClr val="0072B2">
                  <a:alpha val="96000"/>
                </a:srgbClr>
              </a:solidFill>
              <a:prstDash val="dash"/>
            </a:ln>
          </p:spPr>
        </p:sp>
        <p:sp>
          <p:nvSpPr>
            <p:cNvPr id="20002" name="projection-3d:source-240">
              <a:extLst>
                <a:ext uri="{FF2B5EF4-FFF2-40B4-BE49-F238E27FC236}">
                  <ns2:creationId id="{5359030C-D69E-40A1-AD24-355662AEC633}"/>
                </a:ext>
              </a:extLst>
            </p:cNvPr>
            <p:cNvSpPr>
              <a:spLocks noGrp="1"/>
            </p:cNvSpPr>
            <p:nvPr/>
          </p:nvSpPr>
          <p:spPr>
            <a:xfrm>
              <a:off x="5997429" y="2690825"/>
              <a:ext cx="12463" cy="15901"/>
            </a:xfrm>
            <a:prstGeom prst="ellipse">
              <a:avLst/>
            </a:prstGeom>
            <a:solidFill>
              <a:srgbClr val="0072B2">
                <a:alpha val="95000"/>
              </a:srgbClr>
            </a:solidFill>
            <a:ln>
              <a:noFill/>
            </a:ln>
          </p:spPr>
          <p:txBody>
            <a:bodyPr anchor="ctr"/>
            <a:lstStyle/>
            <a:p>
              <a:pPr algn="ctr">
                <a:buNone/>
              </a:pPr>
            </a:p>
          </p:txBody>
        </p:sp>
        <p:sp>
          <p:nvSpPr>
            <p:cNvPr id="20003" name="projection-3d:source-241">
              <a:extLst>
                <a:ext uri="{FF2B5EF4-FFF2-40B4-BE49-F238E27FC236}">
                  <ns2:creationId id="{9EB4629C-E0EE-4FD8-82DA-B2C244D4E3BA}"/>
                </a:ext>
              </a:extLst>
            </p:cNvPr>
            <p:cNvSpPr>
              <a:spLocks noGrp="1"/>
            </p:cNvSpPr>
            <p:nvPr/>
          </p:nvSpPr>
          <p:spPr>
            <a:xfrm>
              <a:off x="5648325" y="1666875"/>
              <a:ext cx="486598" cy="1434511"/>
            </a:xfrm>
            <a:custGeom>
              <a:rect l="l" t="t" r="r" b="b"/>
              <a:pathLst>
                <a:path w="367" h="848">
                  <a:moveTo>
                    <a:pt x="0" y="0"/>
                  </a:moveTo>
                  <a:moveTo>
                    <a:pt x="296" y="835"/>
                  </a:moveTo>
                  <a:lnTo>
                    <a:pt x="326" y="819"/>
                  </a:lnTo>
                  <a:lnTo>
                    <a:pt x="367" y="832"/>
                  </a:lnTo>
                  <a:lnTo>
                    <a:pt x="332" y="848"/>
                  </a:lnTo>
                  <a:close/>
                </a:path>
              </a:pathLst>
            </a:custGeom>
            <a:solidFill>
              <a:srgbClr val="0072B2">
                <a:alpha val="100000"/>
              </a:srgbClr>
            </a:solidFill>
            <a:ln>
              <a:noFill/>
            </a:ln>
          </p:spPr>
          <p:txBody>
            <a:bodyPr anchor="ctr"/>
            <a:lstStyle/>
            <a:p>
              <a:pPr algn="ctr">
                <a:buNone/>
              </a:pPr>
            </a:p>
          </p:txBody>
        </p:sp>
        <p:sp>
          <p:nvSpPr>
            <p:cNvPr id="20004" name="projection-3d:source-242">
              <a:extLst>
                <a:ext uri="{FF2B5EF4-FFF2-40B4-BE49-F238E27FC236}">
                  <ns2:creationId id="{A87A74FA-41D2-4C5F-A417-4FB1BACAFAF4}"/>
                </a:ext>
              </a:extLst>
            </p:cNvPr>
            <p:cNvSpPr>
              <a:spLocks noGrp="1"/>
            </p:cNvSpPr>
            <p:nvPr/>
          </p:nvSpPr>
          <p:spPr>
            <a:xfrm flipH="1">
              <a:off x="6507495" y="2761366"/>
              <a:ext cx="31821" cy="150556"/>
            </a:xfrm>
            <a:prstGeom prst="line">
              <a:avLst/>
            </a:prstGeom>
            <a:ln w="5156">
              <a:solidFill>
                <a:srgbClr val="DD7D32">
                  <a:alpha val="96000"/>
                </a:srgbClr>
              </a:solidFill>
              <a:prstDash val="dash"/>
            </a:ln>
          </p:spPr>
        </p:sp>
        <p:sp>
          <p:nvSpPr>
            <p:cNvPr id="20005" name="projection-3d:source-243">
              <a:extLst>
                <a:ext uri="{FF2B5EF4-FFF2-40B4-BE49-F238E27FC236}">
                  <ns2:creationId id="{DA15ED62-4112-4EBE-BEC9-50FD1B0A64B0}"/>
                </a:ext>
              </a:extLst>
            </p:cNvPr>
            <p:cNvSpPr>
              <a:spLocks noGrp="1"/>
            </p:cNvSpPr>
            <p:nvPr/>
          </p:nvSpPr>
          <p:spPr>
            <a:xfrm>
              <a:off x="6533085" y="2753415"/>
              <a:ext cx="12463" cy="15901"/>
            </a:xfrm>
            <a:prstGeom prst="ellipse">
              <a:avLst/>
            </a:prstGeom>
            <a:solidFill>
              <a:srgbClr val="DD7D32">
                <a:alpha val="95000"/>
              </a:srgbClr>
            </a:solidFill>
            <a:ln>
              <a:noFill/>
            </a:ln>
          </p:spPr>
          <p:txBody>
            <a:bodyPr anchor="ctr"/>
            <a:lstStyle/>
            <a:p>
              <a:pPr algn="ctr">
                <a:buNone/>
              </a:pPr>
            </a:p>
          </p:txBody>
        </p:sp>
        <p:sp>
          <p:nvSpPr>
            <p:cNvPr id="20006" name="projection-3d:source-244">
              <a:extLst>
                <a:ext uri="{FF2B5EF4-FFF2-40B4-BE49-F238E27FC236}">
                  <ns2:creationId id="{1D5845AE-2673-4556-8078-12F2FC703E0A}"/>
                </a:ext>
              </a:extLst>
            </p:cNvPr>
            <p:cNvSpPr>
              <a:spLocks noGrp="1"/>
            </p:cNvSpPr>
            <p:nvPr/>
          </p:nvSpPr>
          <p:spPr>
            <a:xfrm>
              <a:off x="5648325" y="1666875"/>
              <a:ext cx="908228" cy="1270422"/>
            </a:xfrm>
            <a:custGeom>
              <a:rect l="l" t="t" r="r" b="b"/>
              <a:pathLst>
                <a:path w="685" h="751">
                  <a:moveTo>
                    <a:pt x="0" y="0"/>
                  </a:moveTo>
                  <a:moveTo>
                    <a:pt x="614" y="738"/>
                  </a:moveTo>
                  <a:lnTo>
                    <a:pt x="644" y="722"/>
                  </a:lnTo>
                  <a:lnTo>
                    <a:pt x="685" y="735"/>
                  </a:lnTo>
                  <a:lnTo>
                    <a:pt x="650" y="751"/>
                  </a:lnTo>
                  <a:close/>
                </a:path>
              </a:pathLst>
            </a:custGeom>
            <a:solidFill>
              <a:srgbClr val="DD7D32">
                <a:alpha val="100000"/>
              </a:srgbClr>
            </a:solidFill>
            <a:ln>
              <a:noFill/>
            </a:ln>
          </p:spPr>
          <p:txBody>
            <a:bodyPr anchor="ctr"/>
            <a:lstStyle/>
            <a:p>
              <a:pPr algn="ctr">
                <a:buNone/>
              </a:pPr>
            </a:p>
          </p:txBody>
        </p:sp>
        <p:sp>
          <p:nvSpPr>
            <p:cNvPr id="20007" name="projection-3d:source-245">
              <a:extLst>
                <a:ext uri="{FF2B5EF4-FFF2-40B4-BE49-F238E27FC236}">
                  <ns2:creationId id="{017B340A-7B93-4FD3-B707-30B6369F40DF}"/>
                </a:ext>
              </a:extLst>
            </p:cNvPr>
            <p:cNvSpPr>
              <a:spLocks noGrp="1"/>
            </p:cNvSpPr>
            <p:nvPr/>
          </p:nvSpPr>
          <p:spPr>
            <a:xfrm>
              <a:off x="6800515" y="2284324"/>
              <a:ext cx="59665" cy="470276"/>
            </a:xfrm>
            <a:prstGeom prst="line">
              <a:avLst/>
            </a:prstGeom>
            <a:ln w="5156">
              <a:solidFill>
                <a:srgbClr val="0CA37A">
                  <a:alpha val="96000"/>
                </a:srgbClr>
              </a:solidFill>
              <a:prstDash val="dash"/>
            </a:ln>
          </p:spPr>
        </p:sp>
        <p:sp>
          <p:nvSpPr>
            <p:cNvPr id="20008" name="projection-3d:source-246">
              <a:extLst>
                <a:ext uri="{FF2B5EF4-FFF2-40B4-BE49-F238E27FC236}">
                  <ns2:creationId id="{D24E6208-8CD2-420C-8AF4-0BB7C8858312}"/>
                </a:ext>
              </a:extLst>
            </p:cNvPr>
            <p:cNvSpPr>
              <a:spLocks noGrp="1"/>
            </p:cNvSpPr>
            <p:nvPr/>
          </p:nvSpPr>
          <p:spPr>
            <a:xfrm>
              <a:off x="6794283" y="2276373"/>
              <a:ext cx="12463" cy="15901"/>
            </a:xfrm>
            <a:prstGeom prst="ellipse">
              <a:avLst/>
            </a:prstGeom>
            <a:solidFill>
              <a:srgbClr val="0CA37A">
                <a:alpha val="95000"/>
              </a:srgbClr>
            </a:solidFill>
            <a:ln>
              <a:noFill/>
            </a:ln>
          </p:spPr>
          <p:txBody>
            <a:bodyPr anchor="ctr"/>
            <a:lstStyle/>
            <a:p>
              <a:pPr algn="ctr">
                <a:buNone/>
              </a:pPr>
            </a:p>
          </p:txBody>
        </p:sp>
        <p:sp>
          <p:nvSpPr>
            <p:cNvPr id="20009" name="projection-3d:source-247">
              <a:extLst>
                <a:ext uri="{FF2B5EF4-FFF2-40B4-BE49-F238E27FC236}">
                  <ns2:creationId id="{46F158D8-D00B-4457-A94C-6ECAB81340D1}"/>
                </a:ext>
              </a:extLst>
            </p:cNvPr>
            <p:cNvSpPr>
              <a:spLocks noGrp="1"/>
            </p:cNvSpPr>
            <p:nvPr/>
          </p:nvSpPr>
          <p:spPr>
            <a:xfrm>
              <a:off x="5648325" y="1666875"/>
              <a:ext cx="1260912" cy="1113099"/>
            </a:xfrm>
            <a:custGeom>
              <a:rect l="l" t="t" r="r" b="b"/>
              <a:pathLst>
                <a:path w="951" h="658">
                  <a:moveTo>
                    <a:pt x="0" y="0"/>
                  </a:moveTo>
                  <a:moveTo>
                    <a:pt x="880" y="645"/>
                  </a:moveTo>
                  <a:lnTo>
                    <a:pt x="910" y="629"/>
                  </a:lnTo>
                  <a:lnTo>
                    <a:pt x="951" y="642"/>
                  </a:lnTo>
                  <a:lnTo>
                    <a:pt x="916" y="658"/>
                  </a:lnTo>
                  <a:close/>
                </a:path>
              </a:pathLst>
            </a:custGeom>
            <a:solidFill>
              <a:srgbClr val="0CA37A">
                <a:alpha val="100000"/>
              </a:srgbClr>
            </a:solidFill>
            <a:ln>
              <a:noFill/>
            </a:ln>
          </p:spPr>
          <p:txBody>
            <a:bodyPr anchor="ctr"/>
            <a:lstStyle/>
            <a:p>
              <a:pPr algn="ctr">
                <a:buNone/>
              </a:pPr>
            </a:p>
          </p:txBody>
        </p:sp>
        <p:sp>
          <p:nvSpPr>
            <p:cNvPr id="20010" name="projection-3d:source-248">
              <a:extLst>
                <a:ext uri="{FF2B5EF4-FFF2-40B4-BE49-F238E27FC236}">
                  <ns2:creationId id="{FDE4F394-1AD4-4679-8DB8-D5EEC1CFE790}"/>
                </a:ext>
              </a:extLst>
            </p:cNvPr>
            <p:cNvSpPr>
              <a:spLocks noGrp="1"/>
            </p:cNvSpPr>
            <p:nvPr/>
          </p:nvSpPr>
          <p:spPr>
            <a:xfrm>
              <a:off x="7069668" y="2395972"/>
              <a:ext cx="46406" cy="257129"/>
            </a:xfrm>
            <a:prstGeom prst="line">
              <a:avLst/>
            </a:prstGeom>
            <a:ln w="5156">
              <a:solidFill>
                <a:srgbClr val="CC79A7">
                  <a:alpha val="96000"/>
                </a:srgbClr>
              </a:solidFill>
              <a:prstDash val="dash"/>
            </a:ln>
          </p:spPr>
        </p:sp>
        <p:sp>
          <p:nvSpPr>
            <p:cNvPr id="20011" name="projection-3d:source-249">
              <a:extLst>
                <a:ext uri="{FF2B5EF4-FFF2-40B4-BE49-F238E27FC236}">
                  <ns2:creationId id="{EDB50AC7-B713-46CE-953F-0F6E4CE2E640}"/>
                </a:ext>
              </a:extLst>
            </p:cNvPr>
            <p:cNvSpPr>
              <a:spLocks noGrp="1"/>
            </p:cNvSpPr>
            <p:nvPr/>
          </p:nvSpPr>
          <p:spPr>
            <a:xfrm>
              <a:off x="7063437" y="2388021"/>
              <a:ext cx="12463" cy="15901"/>
            </a:xfrm>
            <a:prstGeom prst="ellipse">
              <a:avLst/>
            </a:prstGeom>
            <a:solidFill>
              <a:srgbClr val="CC79A7">
                <a:alpha val="95000"/>
              </a:srgbClr>
            </a:solidFill>
            <a:ln>
              <a:noFill/>
            </a:ln>
          </p:spPr>
          <p:txBody>
            <a:bodyPr anchor="ctr"/>
            <a:lstStyle/>
            <a:p>
              <a:pPr algn="ctr">
                <a:buNone/>
              </a:pPr>
            </a:p>
          </p:txBody>
        </p:sp>
        <p:sp>
          <p:nvSpPr>
            <p:cNvPr id="20012" name="projection-3d:source-250">
              <a:extLst>
                <a:ext uri="{FF2B5EF4-FFF2-40B4-BE49-F238E27FC236}">
                  <ns2:creationId id="{34C05FF2-B3DB-47E6-8FE1-DF8BCFF0981D}"/>
                </a:ext>
              </a:extLst>
            </p:cNvPr>
            <p:cNvSpPr>
              <a:spLocks noGrp="1"/>
            </p:cNvSpPr>
            <p:nvPr/>
          </p:nvSpPr>
          <p:spPr>
            <a:xfrm>
              <a:off x="5648325" y="1666875"/>
              <a:ext cx="1516807" cy="1011601"/>
            </a:xfrm>
            <a:custGeom>
              <a:rect l="l" t="t" r="r" b="b"/>
              <a:pathLst>
                <a:path w="1144" h="598">
                  <a:moveTo>
                    <a:pt x="0" y="0"/>
                  </a:moveTo>
                  <a:moveTo>
                    <a:pt x="1073" y="585"/>
                  </a:moveTo>
                  <a:lnTo>
                    <a:pt x="1103" y="569"/>
                  </a:lnTo>
                  <a:lnTo>
                    <a:pt x="1144" y="582"/>
                  </a:lnTo>
                  <a:lnTo>
                    <a:pt x="1109" y="598"/>
                  </a:lnTo>
                  <a:close/>
                </a:path>
              </a:pathLst>
            </a:custGeom>
            <a:solidFill>
              <a:srgbClr val="CC79A7">
                <a:alpha val="100000"/>
              </a:srgbClr>
            </a:solidFill>
            <a:ln>
              <a:noFill/>
            </a:ln>
          </p:spPr>
          <p:txBody>
            <a:bodyPr anchor="ctr"/>
            <a:lstStyle/>
            <a:p>
              <a:pPr algn="ctr">
                <a:buNone/>
              </a:pPr>
            </a:p>
          </p:txBody>
        </p:sp>
        <p:sp>
          <p:nvSpPr>
            <p:cNvPr id="20013" name="projection-3d:frame">
              <a:extLst>
                <a:ext uri="{FF2B5EF4-FFF2-40B4-BE49-F238E27FC236}">
                  <ns2:creationId id="{9C8DBB23-3353-43CD-A734-2E510BC1BE80}"/>
                </a:ext>
              </a:extLst>
            </p:cNvPr>
            <p:cNvSpPr>
              <a:spLocks noGrp="1"/>
            </p:cNvSpPr>
            <p:nvPr/>
          </p:nvSpPr>
          <p:spPr>
            <a:xfrm rot="0" flipH="0" flipV="0">
              <a:off x="5753100" y="1646873"/>
              <a:ext cx="1857375" cy="1691640"/>
            </a:xfrm>
            <a:prstGeom prst="rect">
              <a:avLst/>
            </a:prstGeom>
            <a:noFill/>
            <a:ln w="8810">
              <a:solidFill>
                <a:srgbClr val="263238"/>
              </a:solidFill>
              <a:prstDash val="solid"/>
            </a:ln>
          </p:spPr>
        </p:sp>
        <p:sp>
          <p:nvSpPr>
            <p:cNvPr id="20014" name="projection-3d:down-arrow-1027">
              <a:extLst>
                <a:ext uri="{FF2B5EF4-FFF2-40B4-BE49-F238E27FC236}">
                  <ns2:creationId id="{352F2AA5-63D1-4152-973F-C4F154904357}"/>
                </a:ext>
              </a:extLst>
            </p:cNvPr>
            <p:cNvSpPr>
              <a:spLocks noGrp="1"/>
            </p:cNvSpPr>
            <p:nvPr/>
          </p:nvSpPr>
          <p:spPr>
            <a:xfrm rot="0" flipH="0" flipV="0">
              <a:off x="6667500" y="3381375"/>
              <a:ext cx="705" cy="259080"/>
            </a:xfrm>
            <a:custGeom>
              <a:pathLst>
                <a:path w="953" h="161925">
                  <a:moveTo>
                    <a:pt x="0" y="0"/>
                  </a:moveTo>
                  <a:lnTo>
                    <a:pt x="0" y="161925"/>
                  </a:lnTo>
                </a:path>
              </a:pathLst>
            </a:custGeom>
            <a:noFill/>
            <a:ln w="10573">
              <a:solidFill>
                <a:srgbClr val="91A5B4"/>
              </a:solidFill>
              <a:prstDash val="solid"/>
            </a:ln>
          </p:spPr>
        </p:sp>
        <p:sp>
          <p:nvSpPr>
            <p:cNvPr id="20015" name="projection-3d:down-arrow-1028">
              <a:extLst>
                <a:ext uri="{FF2B5EF4-FFF2-40B4-BE49-F238E27FC236}">
                  <ns2:creationId id="{CA8D46BE-E65D-4102-9D4C-ADC6AAAB5B78}"/>
                </a:ext>
              </a:extLst>
            </p:cNvPr>
            <p:cNvSpPr>
              <a:spLocks noGrp="1"/>
            </p:cNvSpPr>
            <p:nvPr/>
          </p:nvSpPr>
          <p:spPr>
            <a:xfrm rot="0" flipH="0" flipV="0">
              <a:off x="6649315" y="3549015"/>
              <a:ext cx="36370" cy="91440"/>
            </a:xfrm>
            <a:custGeom>
              <a:pathLst>
                <a:path w="49149" h="57150">
                  <a:moveTo>
                    <a:pt x="24575" y="57150"/>
                  </a:moveTo>
                  <a:lnTo>
                    <a:pt x="49149" y="0"/>
                  </a:lnTo>
                  <a:lnTo>
                    <a:pt x="0" y="0"/>
                  </a:lnTo>
                  <a:close/>
                </a:path>
              </a:pathLst>
            </a:custGeom>
            <a:solidFill>
              <a:srgbClr val="91A5B4"/>
            </a:solidFill>
            <a:ln w="0">
              <a:noFill/>
              <a:prstDash val="solid"/>
            </a:ln>
          </p:spPr>
        </p:sp>
      </p:grpSp>
      <p:grpSp>
        <p:nvGrpSpPr>
          <p:cNvPr id="3179" name="position-certificate"/>
          <p:cNvGrpSpPr/>
          <p:nvPr/>
        </p:nvGrpSpPr>
        <p:grpSpPr>
          <a:xfrm>
            <a:off x="0" y="0"/>
            <a:ext cx="24955500" cy="8572500"/>
            <a:chOff x="0" y="0"/>
            <a:chExt cx="24955500" cy="8572500"/>
          </a:xfrm>
        </p:grpSpPr>
        <p:sp>
          <p:nvSpPr>
            <p:cNvPr id="1040" name="four:position-certificate:textbox:1040">
              <a:extLst>
                <a:ext uri="{FF2B5EF4-FFF2-40B4-BE49-F238E27FC236}">
                  <ns2:creationId id="{AA97211A-DBEF-423F-A893-82FEC402FB94}"/>
                </a:ext>
              </a:extLst>
            </p:cNvPr>
            <p:cNvSpPr>
              <a:spLocks noGrp="1"/>
            </p:cNvSpPr>
            <p:nvPr/>
          </p:nvSpPr>
          <p:spPr>
            <a:xfrm>
              <a:off x="8572500" y="1057275"/>
              <a:ext cx="2857500" cy="304800"/>
            </a:xfrm>
            <a:prstGeom prst="rect">
              <a:avLst/>
            </a:prstGeom>
            <a:noFill/>
            <a:ln w="0">
              <a:noFill/>
              <a:prstDash val="solid"/>
            </a:ln>
          </p:spPr>
          <p:txBody>
            <a:bodyPr wrap="none" lIns="0" tIns="0" rIns="0" bIns="0" anchor="ctr">
              <a:normAutofit fontScale="100000"/>
            </a:bodyPr>
            <a:lstStyle>
              <a:defPPr algn="l">
                <a:defRPr sz="1875" b="1">
                  <a:solidFill>
                    <a:srgbClr val="263238"/>
                  </a:solidFill>
                  <a:latin typeface="Arial"/>
                  <a:ea typeface="Arial"/>
                  <a:cs typeface="Arial"/>
                </a:defRPr>
              </a:defPPr>
            </a:lstStyle>
            <a:p>
              <a:pPr algn="l">
                <a:defRPr sz="1875" b="1">
                  <a:solidFill>
                    <a:srgbClr val="263238"/>
                  </a:solidFill>
                  <a:latin typeface="Arial"/>
                  <a:ea typeface="Arial"/>
                  <a:cs typeface="Arial"/>
                </a:defRPr>
              </a:pPr>
              <a:r>
                <a:rPr sz="1875" b="1">
                  <a:solidFill>
                    <a:srgbClr val="263238"/>
                  </a:solidFill>
                  <a:latin typeface="Arial"/>
                  <a:ea typeface="Arial"/>
                  <a:cs typeface="Arial"/>
                </a:rPr>
                <a:t>Position certificate</a:t>
              </a:r>
            </a:p>
          </p:txBody>
        </p:sp>
        <p:sp>
          <p:nvSpPr>
            <p:cNvPr id="1041" name="four:position-certificate:line:1041">
              <a:extLst>
                <a:ext uri="{FF2B5EF4-FFF2-40B4-BE49-F238E27FC236}">
                  <ns2:creationId id="{7A6C3B28-414E-44CD-8DD8-6F515B6D5769}"/>
                </a:ext>
              </a:extLst>
            </p:cNvPr>
            <p:cNvSpPr>
              <a:spLocks noGrp="1"/>
            </p:cNvSpPr>
            <p:nvPr/>
          </p:nvSpPr>
          <p:spPr>
            <a:xfrm>
              <a:off x="11811000" y="1171575"/>
              <a:ext cx="314325" cy="953"/>
            </a:xfrm>
            <a:custGeom>
              <a:pathLst>
                <a:path w="314325" h="953">
                  <a:moveTo>
                    <a:pt x="0" y="0"/>
                  </a:moveTo>
                  <a:lnTo>
                    <a:pt x="314325" y="0"/>
                  </a:lnTo>
                </a:path>
              </a:pathLst>
            </a:custGeom>
            <a:noFill/>
            <a:ln w="11430">
              <a:solidFill>
                <a:srgbClr val="263238"/>
              </a:solidFill>
              <a:prstDash val="solid"/>
            </a:ln>
          </p:spPr>
        </p:sp>
        <p:sp>
          <p:nvSpPr>
            <p:cNvPr id="1042" name="four:position-certificate:reference-box-key:1042">
              <a:extLst>
                <a:ext uri="{FF2B5EF4-FFF2-40B4-BE49-F238E27FC236}">
                  <ns2:creationId id="{A41B316A-1511-4852-AA48-6093F5ADFF7D}"/>
                </a:ext>
              </a:extLst>
            </p:cNvPr>
            <p:cNvSpPr>
              <a:spLocks noGrp="1"/>
            </p:cNvSpPr>
            <p:nvPr/>
          </p:nvSpPr>
          <p:spPr>
            <a:xfrm>
              <a:off x="11887200" y="1104900"/>
              <a:ext cx="171450" cy="133350"/>
            </a:xfrm>
            <a:prstGeom prst="rect">
              <a:avLst/>
            </a:prstGeom>
            <a:solidFill>
              <a:srgbClr val="92C0D9"/>
            </a:solidFill>
            <a:ln w="7620">
              <a:solidFill>
                <a:srgbClr val="263238"/>
              </a:solidFill>
              <a:prstDash val="solid"/>
            </a:ln>
          </p:spPr>
        </p:sp>
        <p:sp>
          <p:nvSpPr>
            <p:cNvPr id="1043" name="four:position-certificate:regular-node:1043">
              <a:extLst>
                <a:ext uri="{FF2B5EF4-FFF2-40B4-BE49-F238E27FC236}">
                  <ns2:creationId id="{3C50B046-ACA6-433B-80DB-1B79A99E032A}"/>
                </a:ext>
              </a:extLst>
            </p:cNvPr>
            <p:cNvSpPr>
              <a:spLocks noGrp="1"/>
            </p:cNvSpPr>
            <p:nvPr/>
          </p:nvSpPr>
          <p:spPr>
            <a:xfrm>
              <a:off x="11953875" y="1152525"/>
              <a:ext cx="38100" cy="38100"/>
            </a:xfrm>
            <a:prstGeom prst="ellipse">
              <a:avLst/>
            </a:prstGeom>
            <a:solidFill>
              <a:srgbClr val="263238"/>
            </a:solidFill>
            <a:ln w="0">
              <a:noFill/>
              <a:prstDash val="solid"/>
            </a:ln>
          </p:spPr>
        </p:sp>
        <p:sp>
          <p:nvSpPr>
            <p:cNvPr id="1044" name="four:position-certificate:textbox:1044">
              <a:extLst>
                <a:ext uri="{FF2B5EF4-FFF2-40B4-BE49-F238E27FC236}">
                  <ns2:creationId id="{3308DBF4-08BD-4835-9759-03ED93479A83}"/>
                </a:ext>
              </a:extLst>
            </p:cNvPr>
            <p:cNvSpPr>
              <a:spLocks noGrp="1"/>
            </p:cNvSpPr>
            <p:nvPr/>
          </p:nvSpPr>
          <p:spPr>
            <a:xfrm>
              <a:off x="12192000" y="990600"/>
              <a:ext cx="419100" cy="342900"/>
            </a:xfrm>
            <a:prstGeom prst="rect">
              <a:avLst/>
            </a:prstGeom>
            <a:noFill/>
            <a:ln w="0">
              <a:noFill/>
              <a:prstDash val="solid"/>
            </a:ln>
          </p:spPr>
          <p:txBody>
            <a:bodyPr wrap="none" lIns="0" tIns="0" rIns="0" bIns="0" anchor="ctr">
              <a:normAutofit fontScale="100000"/>
            </a:bodyPr>
            <a:lstStyle>
              <a:defPPr algn="ctr">
                <a:defRPr sz="1650" b="0">
                  <a:solidFill>
                    <a:srgbClr val="263238"/>
                  </a:solidFill>
                  <a:latin typeface="Arial"/>
                  <a:ea typeface="Arial"/>
                  <a:cs typeface="Arial"/>
                </a:defRPr>
              </a:defPPr>
            </a:lstStyle>
            <a:p>
              <a:pPr algn="ctr">
                <a:defRPr sz="1650" b="0">
                  <a:solidFill>
                    <a:srgbClr val="263238"/>
                  </a:solidFill>
                  <a:latin typeface="Arial"/>
                  <a:ea typeface="Arial"/>
                  <a:cs typeface="Arial"/>
                </a:defRPr>
              </a:pPr>
              <a:r>
                <a:rPr sz="1650" b="0">
                  <a:solidFill>
                    <a:srgbClr val="263238"/>
                  </a:solidFill>
                  <a:latin typeface="Arial"/>
                  <a:ea typeface="Arial"/>
                  <a:cs typeface="Arial"/>
                </a:rPr>
                <a:t>q</a:t>
              </a:r>
              <a:r>
                <a:rPr sz="1188" b="0" baseline="-25000">
                  <a:solidFill>
                    <a:srgbClr val="263238"/>
                  </a:solidFill>
                  <a:latin typeface="Arial"/>
                  <a:ea typeface="Arial"/>
                  <a:cs typeface="Arial"/>
                </a:rPr>
                <a:t>i</a:t>
              </a:r>
            </a:p>
          </p:txBody>
        </p:sp>
        <p:sp>
          <p:nvSpPr>
            <p:cNvPr id="1045" name="four:position-certificate:line:1045">
              <a:extLst>
                <a:ext uri="{FF2B5EF4-FFF2-40B4-BE49-F238E27FC236}">
                  <ns2:creationId id="{45FE9B5F-0ECC-4117-9205-C1A88D55845D}"/>
                </a:ext>
              </a:extLst>
            </p:cNvPr>
            <p:cNvSpPr>
              <a:spLocks noGrp="1"/>
            </p:cNvSpPr>
            <p:nvPr/>
          </p:nvSpPr>
          <p:spPr>
            <a:xfrm>
              <a:off x="13001625" y="1171575"/>
              <a:ext cx="314325" cy="953"/>
            </a:xfrm>
            <a:custGeom>
              <a:pathLst>
                <a:path w="314325" h="953">
                  <a:moveTo>
                    <a:pt x="0" y="0"/>
                  </a:moveTo>
                  <a:lnTo>
                    <a:pt x="314325" y="0"/>
                  </a:lnTo>
                </a:path>
              </a:pathLst>
            </a:custGeom>
            <a:noFill/>
            <a:ln w="11430">
              <a:solidFill>
                <a:srgbClr val="263238"/>
              </a:solidFill>
              <a:prstDash val="dash"/>
            </a:ln>
          </p:spPr>
        </p:sp>
        <p:sp>
          <p:nvSpPr>
            <p:cNvPr id="1046" name="four:position-certificate:line:1046">
              <a:extLst>
                <a:ext uri="{FF2B5EF4-FFF2-40B4-BE49-F238E27FC236}">
                  <ns2:creationId id="{AEA261D5-5566-468C-82B7-DE6530EA1153}"/>
                </a:ext>
              </a:extLst>
            </p:cNvPr>
            <p:cNvSpPr>
              <a:spLocks noGrp="1"/>
            </p:cNvSpPr>
            <p:nvPr/>
          </p:nvSpPr>
          <p:spPr>
            <a:xfrm>
              <a:off x="13154025" y="1095375"/>
              <a:ext cx="953" cy="152400"/>
            </a:xfrm>
            <a:custGeom>
              <a:pathLst>
                <a:path w="953" h="152400">
                  <a:moveTo>
                    <a:pt x="0" y="0"/>
                  </a:moveTo>
                  <a:lnTo>
                    <a:pt x="0" y="152400"/>
                  </a:lnTo>
                </a:path>
              </a:pathLst>
            </a:custGeom>
            <a:noFill/>
            <a:ln w="11430">
              <a:solidFill>
                <a:srgbClr val="263238"/>
              </a:solidFill>
              <a:prstDash val="dash"/>
            </a:ln>
          </p:spPr>
        </p:sp>
        <p:sp>
          <p:nvSpPr>
            <p:cNvPr id="1047" name="four:position-certificate:line:1047">
              <a:extLst>
                <a:ext uri="{FF2B5EF4-FFF2-40B4-BE49-F238E27FC236}">
                  <ns2:creationId id="{BCA4C937-13F9-4ED7-90DA-79DFE1DB4A07}"/>
                </a:ext>
              </a:extLst>
            </p:cNvPr>
            <p:cNvSpPr>
              <a:spLocks noGrp="1"/>
            </p:cNvSpPr>
            <p:nvPr/>
          </p:nvSpPr>
          <p:spPr>
            <a:xfrm>
              <a:off x="13115925" y="1095375"/>
              <a:ext cx="76200" cy="953"/>
            </a:xfrm>
            <a:custGeom>
              <a:pathLst>
                <a:path w="76200" h="953">
                  <a:moveTo>
                    <a:pt x="0" y="0"/>
                  </a:moveTo>
                  <a:lnTo>
                    <a:pt x="76200" y="0"/>
                  </a:lnTo>
                </a:path>
              </a:pathLst>
            </a:custGeom>
            <a:noFill/>
            <a:ln w="11430">
              <a:solidFill>
                <a:srgbClr val="263238"/>
              </a:solidFill>
              <a:prstDash val="solid"/>
            </a:ln>
          </p:spPr>
        </p:sp>
        <p:sp>
          <p:nvSpPr>
            <p:cNvPr id="1048" name="four:position-certificate:textbox:1048">
              <a:extLst>
                <a:ext uri="{FF2B5EF4-FFF2-40B4-BE49-F238E27FC236}">
                  <ns2:creationId id="{6C6D6525-13A5-4580-BA94-D5DDE1400546}"/>
                </a:ext>
              </a:extLst>
            </p:cNvPr>
            <p:cNvSpPr>
              <a:spLocks noGrp="1"/>
            </p:cNvSpPr>
            <p:nvPr/>
          </p:nvSpPr>
          <p:spPr>
            <a:xfrm>
              <a:off x="13382625" y="990600"/>
              <a:ext cx="419100" cy="342900"/>
            </a:xfrm>
            <a:prstGeom prst="rect">
              <a:avLst/>
            </a:prstGeom>
            <a:noFill/>
            <a:ln w="0">
              <a:noFill/>
              <a:prstDash val="solid"/>
            </a:ln>
          </p:spPr>
          <p:txBody>
            <a:bodyPr wrap="none" lIns="0" tIns="0" rIns="0" bIns="0" anchor="ctr">
              <a:normAutofit fontScale="100000"/>
            </a:bodyPr>
            <a:lstStyle>
              <a:defPPr algn="ctr">
                <a:defRPr sz="1650" b="0">
                  <a:solidFill>
                    <a:srgbClr val="263238"/>
                  </a:solidFill>
                  <a:latin typeface="Arial"/>
                  <a:ea typeface="Arial"/>
                  <a:cs typeface="Arial"/>
                </a:defRPr>
              </a:defPPr>
            </a:lstStyle>
            <a:p>
              <a:pPr algn="ctr">
                <a:defRPr sz="1650" b="0">
                  <a:solidFill>
                    <a:srgbClr val="263238"/>
                  </a:solidFill>
                  <a:latin typeface="Arial"/>
                  <a:ea typeface="Arial"/>
                  <a:cs typeface="Arial"/>
                </a:defRPr>
              </a:pPr>
              <a:r>
                <a:rPr sz="1650" b="0">
                  <a:solidFill>
                    <a:srgbClr val="263238"/>
                  </a:solidFill>
                  <a:latin typeface="Arial"/>
                  <a:ea typeface="Arial"/>
                  <a:cs typeface="Arial"/>
                </a:rPr>
                <a:t>u</a:t>
              </a:r>
              <a:r>
                <a:rPr sz="1188" b="0" baseline="-25000">
                  <a:solidFill>
                    <a:srgbClr val="263238"/>
                  </a:solidFill>
                  <a:latin typeface="Arial"/>
                  <a:ea typeface="Arial"/>
                  <a:cs typeface="Arial"/>
                </a:rPr>
                <a:t>i</a:t>
              </a:r>
            </a:p>
          </p:txBody>
        </p:sp>
        <p:sp>
          <p:nvSpPr>
            <p:cNvPr id="1049" name="four:position-certificate:textbox:1049">
              <a:extLst>
                <a:ext uri="{FF2B5EF4-FFF2-40B4-BE49-F238E27FC236}">
                  <ns2:creationId id="{596B60AD-522F-4A94-88F6-575CA3EC68B8}"/>
                </a:ext>
              </a:extLst>
            </p:cNvPr>
            <p:cNvSpPr>
              <a:spLocks noGrp="1"/>
            </p:cNvSpPr>
            <p:nvPr/>
          </p:nvSpPr>
          <p:spPr>
            <a:xfrm>
              <a:off x="8648700" y="1400175"/>
              <a:ext cx="2762250" cy="276225"/>
            </a:xfrm>
            <a:prstGeom prst="rect">
              <a:avLst/>
            </a:prstGeom>
            <a:noFill/>
            <a:ln w="0">
              <a:noFill/>
              <a:prstDash val="solid"/>
            </a:ln>
          </p:spPr>
          <p:txBody>
            <a:bodyPr wrap="none" lIns="0" tIns="0" rIns="0" bIns="0" anchor="ctr">
              <a:normAutofit fontScale="100000"/>
            </a:bodyPr>
            <a:lstStyle>
              <a:defPPr algn="ctr">
                <a:defRPr sz="1650" b="1">
                  <a:solidFill>
                    <a:srgbClr val="263238"/>
                  </a:solidFill>
                  <a:latin typeface="Arial"/>
                  <a:ea typeface="Arial"/>
                  <a:cs typeface="Arial"/>
                </a:defRPr>
              </a:defPPr>
            </a:lstStyle>
            <a:p>
              <a:pPr algn="ctr">
                <a:defRPr sz="1650" b="1">
                  <a:solidFill>
                    <a:srgbClr val="263238"/>
                  </a:solidFill>
                  <a:latin typeface="Arial"/>
                  <a:ea typeface="Arial"/>
                  <a:cs typeface="Arial"/>
                </a:defRPr>
              </a:pPr>
              <a:r>
                <a:rPr sz="1650" b="1">
                  <a:solidFill>
                    <a:srgbClr val="263238"/>
                  </a:solidFill>
                  <a:latin typeface="Arial"/>
                  <a:ea typeface="Arial"/>
                  <a:cs typeface="Arial"/>
                </a:rPr>
                <a:t>Geometry only</a:t>
              </a:r>
            </a:p>
          </p:txBody>
        </p:sp>
        <p:sp>
          <p:nvSpPr>
            <p:cNvPr id="1050" name="four:position-certificate:textbox:1050">
              <a:extLst>
                <a:ext uri="{FF2B5EF4-FFF2-40B4-BE49-F238E27FC236}">
                  <ns2:creationId id="{FCC96523-4C71-4F25-8FA2-84411EEF1D1D}"/>
                </a:ext>
              </a:extLst>
            </p:cNvPr>
            <p:cNvSpPr>
              <a:spLocks noGrp="1"/>
            </p:cNvSpPr>
            <p:nvPr/>
          </p:nvSpPr>
          <p:spPr>
            <a:xfrm>
              <a:off x="8610600" y="1800225"/>
              <a:ext cx="266700" cy="342900"/>
            </a:xfrm>
            <a:prstGeom prst="rect">
              <a:avLst/>
            </a:prstGeom>
            <a:noFill/>
            <a:ln w="0">
              <a:noFill/>
              <a:prstDash val="solid"/>
            </a:ln>
          </p:spPr>
          <p:txBody>
            <a:bodyPr wrap="none" lIns="0" tIns="0" rIns="0" bIns="0" anchor="ctr">
              <a:normAutofit fontScale="100000"/>
            </a:bodyPr>
            <a:lstStyle>
              <a:defPPr algn="ctr">
                <a:defRPr sz="1650" b="0">
                  <a:solidFill>
                    <a:srgbClr val="7B8790"/>
                  </a:solidFill>
                  <a:latin typeface="Arial"/>
                  <a:ea typeface="Arial"/>
                  <a:cs typeface="Arial"/>
                </a:defRPr>
              </a:defPPr>
            </a:lstStyle>
            <a:p>
              <a:pPr algn="ctr">
                <a:defRPr sz="1650" b="0">
                  <a:solidFill>
                    <a:srgbClr val="7B8790"/>
                  </a:solidFill>
                  <a:latin typeface="Arial"/>
                  <a:ea typeface="Arial"/>
                  <a:cs typeface="Arial"/>
                </a:defRPr>
              </a:pPr>
              <a:r>
                <a:rPr sz="1650" b="0">
                  <a:solidFill>
                    <a:srgbClr val="7B8790"/>
                  </a:solidFill>
                  <a:latin typeface="Arial"/>
                  <a:ea typeface="Arial"/>
                  <a:cs typeface="Arial"/>
                </a:rPr>
                <a:t>u</a:t>
              </a:r>
              <a:r>
                <a:rPr sz="1188" b="0" baseline="-25000">
                  <a:solidFill>
                    <a:srgbClr val="7B8790"/>
                  </a:solidFill>
                  <a:latin typeface="Arial"/>
                  <a:ea typeface="Arial"/>
                  <a:cs typeface="Arial"/>
                </a:rPr>
                <a:t>i</a:t>
              </a:r>
            </a:p>
          </p:txBody>
        </p:sp>
        <p:sp>
          <p:nvSpPr>
            <p:cNvPr id="1051" name="four:position-certificate:textbox:1051">
              <a:extLst>
                <a:ext uri="{FF2B5EF4-FFF2-40B4-BE49-F238E27FC236}">
                  <ns2:creationId id="{B6B99628-50CB-424A-ACEF-CDD2F7BC1F57}"/>
                </a:ext>
              </a:extLst>
            </p:cNvPr>
            <p:cNvSpPr>
              <a:spLocks noGrp="1"/>
            </p:cNvSpPr>
            <p:nvPr/>
          </p:nvSpPr>
          <p:spPr>
            <a:xfrm>
              <a:off x="8610600" y="2486025"/>
              <a:ext cx="266700" cy="342900"/>
            </a:xfrm>
            <a:prstGeom prst="rect">
              <a:avLst/>
            </a:prstGeom>
            <a:noFill/>
            <a:ln w="0">
              <a:noFill/>
              <a:prstDash val="solid"/>
            </a:ln>
          </p:spPr>
          <p:txBody>
            <a:bodyPr wrap="none" lIns="0" tIns="0" rIns="0" bIns="0" anchor="ctr">
              <a:normAutofit fontScale="100000"/>
            </a:bodyPr>
            <a:lstStyle>
              <a:defPPr algn="ctr">
                <a:defRPr sz="1650" b="0">
                  <a:solidFill>
                    <a:srgbClr val="7B8790"/>
                  </a:solidFill>
                  <a:latin typeface="Arial"/>
                  <a:ea typeface="Arial"/>
                  <a:cs typeface="Arial"/>
                </a:defRPr>
              </a:defPPr>
            </a:lstStyle>
            <a:p>
              <a:pPr algn="ctr">
                <a:defRPr sz="1650" b="0">
                  <a:solidFill>
                    <a:srgbClr val="7B8790"/>
                  </a:solidFill>
                  <a:latin typeface="Arial"/>
                  <a:ea typeface="Arial"/>
                  <a:cs typeface="Arial"/>
                </a:defRPr>
              </a:pPr>
              <a:r>
                <a:rPr sz="1650" b="0">
                  <a:solidFill>
                    <a:srgbClr val="7B8790"/>
                  </a:solidFill>
                  <a:latin typeface="Arial"/>
                  <a:ea typeface="Arial"/>
                  <a:cs typeface="Arial"/>
                </a:rPr>
                <a:t>q</a:t>
              </a:r>
              <a:r>
                <a:rPr sz="1188" b="0" baseline="-25000">
                  <a:solidFill>
                    <a:srgbClr val="7B8790"/>
                  </a:solidFill>
                  <a:latin typeface="Arial"/>
                  <a:ea typeface="Arial"/>
                  <a:cs typeface="Arial"/>
                </a:rPr>
                <a:t>i</a:t>
              </a:r>
            </a:p>
          </p:txBody>
        </p:sp>
        <p:sp>
          <p:nvSpPr>
            <p:cNvPr id="1052" name="four:position-certificate:line:1052">
              <a:extLst>
                <a:ext uri="{FF2B5EF4-FFF2-40B4-BE49-F238E27FC236}">
                  <ns2:creationId id="{AB51CE09-96A5-4C67-832A-37814F504C9F}"/>
                </a:ext>
              </a:extLst>
            </p:cNvPr>
            <p:cNvSpPr>
              <a:spLocks noGrp="1"/>
            </p:cNvSpPr>
            <p:nvPr/>
          </p:nvSpPr>
          <p:spPr>
            <a:xfrm>
              <a:off x="9043988" y="2124075"/>
              <a:ext cx="100013" cy="400050"/>
            </a:xfrm>
            <a:custGeom>
              <a:pathLst>
                <a:path w="100013" h="400050">
                  <a:moveTo>
                    <a:pt x="0" y="0"/>
                  </a:moveTo>
                  <a:lnTo>
                    <a:pt x="100013" y="400050"/>
                  </a:lnTo>
                </a:path>
              </a:pathLst>
            </a:custGeom>
            <a:noFill/>
            <a:ln w="10478">
              <a:solidFill>
                <a:srgbClr val="0072B2">
                  <a:alpha val="48000"/>
                </a:srgbClr>
              </a:solidFill>
              <a:prstDash val="solid"/>
            </a:ln>
          </p:spPr>
        </p:sp>
        <p:sp>
          <p:nvSpPr>
            <p:cNvPr id="1053" name="four:position-certificate:line:1053">
              <a:extLst>
                <a:ext uri="{FF2B5EF4-FFF2-40B4-BE49-F238E27FC236}">
                  <ns2:creationId id="{AA68D12B-3A1C-479C-ABD8-4C3BC972E481}"/>
                </a:ext>
              </a:extLst>
            </p:cNvPr>
            <p:cNvSpPr>
              <a:spLocks noGrp="1"/>
            </p:cNvSpPr>
            <p:nvPr/>
          </p:nvSpPr>
          <p:spPr>
            <a:xfrm>
              <a:off x="9777413" y="2124075"/>
              <a:ext cx="33338" cy="400050"/>
            </a:xfrm>
            <a:custGeom>
              <a:pathLst>
                <a:path w="33338" h="400050">
                  <a:moveTo>
                    <a:pt x="0" y="0"/>
                  </a:moveTo>
                  <a:lnTo>
                    <a:pt x="33338" y="400050"/>
                  </a:lnTo>
                </a:path>
              </a:pathLst>
            </a:custGeom>
            <a:noFill/>
            <a:ln w="10478">
              <a:solidFill>
                <a:srgbClr val="D55E00">
                  <a:alpha val="48000"/>
                </a:srgbClr>
              </a:solidFill>
              <a:prstDash val="solid"/>
            </a:ln>
          </p:spPr>
        </p:sp>
        <p:sp>
          <p:nvSpPr>
            <p:cNvPr id="1054" name="four:position-certificate:line:1054">
              <a:extLst>
                <a:ext uri="{FF2B5EF4-FFF2-40B4-BE49-F238E27FC236}">
                  <ns2:creationId id="{CDD1EF76-5714-49E0-ADC9-BF9EE1F2A413}"/>
                </a:ext>
              </a:extLst>
            </p:cNvPr>
            <p:cNvSpPr>
              <a:spLocks noGrp="1"/>
            </p:cNvSpPr>
            <p:nvPr/>
          </p:nvSpPr>
          <p:spPr>
            <a:xfrm>
              <a:off x="10477500" y="2124075"/>
              <a:ext cx="33338" cy="400050"/>
            </a:xfrm>
            <a:custGeom>
              <a:pathLst>
                <a:path w="33338" h="400050">
                  <a:moveTo>
                    <a:pt x="33338" y="0"/>
                  </a:moveTo>
                  <a:lnTo>
                    <a:pt x="0" y="400050"/>
                  </a:lnTo>
                </a:path>
              </a:pathLst>
            </a:custGeom>
            <a:noFill/>
            <a:ln w="10478">
              <a:solidFill>
                <a:srgbClr val="009E73">
                  <a:alpha val="48000"/>
                </a:srgbClr>
              </a:solidFill>
              <a:prstDash val="solid"/>
            </a:ln>
          </p:spPr>
        </p:sp>
        <p:sp>
          <p:nvSpPr>
            <p:cNvPr id="1055" name="four:position-certificate:line:1055">
              <a:extLst>
                <a:ext uri="{FF2B5EF4-FFF2-40B4-BE49-F238E27FC236}">
                  <ns2:creationId id="{E0381C89-3167-40D5-82DA-FD2C95557595}"/>
                </a:ext>
              </a:extLst>
            </p:cNvPr>
            <p:cNvSpPr>
              <a:spLocks noGrp="1"/>
            </p:cNvSpPr>
            <p:nvPr/>
          </p:nvSpPr>
          <p:spPr>
            <a:xfrm>
              <a:off x="11144250" y="2124075"/>
              <a:ext cx="100013" cy="400050"/>
            </a:xfrm>
            <a:custGeom>
              <a:pathLst>
                <a:path w="100013" h="400050">
                  <a:moveTo>
                    <a:pt x="100013" y="0"/>
                  </a:moveTo>
                  <a:lnTo>
                    <a:pt x="0" y="400050"/>
                  </a:lnTo>
                </a:path>
              </a:pathLst>
            </a:custGeom>
            <a:noFill/>
            <a:ln w="10478">
              <a:solidFill>
                <a:srgbClr val="CC79A7">
                  <a:alpha val="48000"/>
                </a:srgbClr>
              </a:solidFill>
              <a:prstDash val="solid"/>
            </a:ln>
          </p:spPr>
        </p:sp>
        <p:sp>
          <p:nvSpPr>
            <p:cNvPr id="1056" name="four:position-certificate:line:1056">
              <a:extLst>
                <a:ext uri="{FF2B5EF4-FFF2-40B4-BE49-F238E27FC236}">
                  <ns2:creationId id="{F7E87FD0-179D-4A7A-A94E-BC3637A0B8BA}"/>
                </a:ext>
              </a:extLst>
            </p:cNvPr>
            <p:cNvSpPr>
              <a:spLocks noGrp="1"/>
            </p:cNvSpPr>
            <p:nvPr/>
          </p:nvSpPr>
          <p:spPr>
            <a:xfrm>
              <a:off x="8915400" y="1990725"/>
              <a:ext cx="2457450" cy="953"/>
            </a:xfrm>
            <a:custGeom>
              <a:pathLst>
                <a:path w="2457450" h="953">
                  <a:moveTo>
                    <a:pt x="0" y="0"/>
                  </a:moveTo>
                  <a:lnTo>
                    <a:pt x="2457450" y="0"/>
                  </a:lnTo>
                </a:path>
              </a:pathLst>
            </a:custGeom>
            <a:noFill/>
            <a:ln w="12383">
              <a:solidFill>
                <a:srgbClr val="263238"/>
              </a:solidFill>
              <a:prstDash val="dash"/>
            </a:ln>
          </p:spPr>
        </p:sp>
        <p:sp>
          <p:nvSpPr>
            <p:cNvPr id="1057" name="four:position-certificate:polygon:1057">
              <a:extLst>
                <a:ext uri="{FF2B5EF4-FFF2-40B4-BE49-F238E27FC236}">
                  <ns2:creationId id="{8108A69E-AE9D-49AB-B5F0-E43C43F89D1B}"/>
                </a:ext>
              </a:extLst>
            </p:cNvPr>
            <p:cNvSpPr>
              <a:spLocks noGrp="1"/>
            </p:cNvSpPr>
            <p:nvPr/>
          </p:nvSpPr>
          <p:spPr>
            <a:xfrm>
              <a:off x="11306175" y="1962055"/>
              <a:ext cx="66675" cy="57340"/>
            </a:xfrm>
            <a:custGeom>
              <a:pathLst>
                <a:path w="66675" h="57340">
                  <a:moveTo>
                    <a:pt x="66675" y="28670"/>
                  </a:moveTo>
                  <a:lnTo>
                    <a:pt x="0" y="0"/>
                  </a:lnTo>
                  <a:lnTo>
                    <a:pt x="0" y="57340"/>
                  </a:lnTo>
                  <a:close/>
                </a:path>
              </a:pathLst>
            </a:custGeom>
            <a:solidFill>
              <a:srgbClr val="263238"/>
            </a:solidFill>
            <a:ln w="0">
              <a:noFill/>
              <a:prstDash val="solid"/>
            </a:ln>
          </p:spPr>
        </p:sp>
        <p:sp>
          <p:nvSpPr>
            <p:cNvPr id="1058" name="four:position-certificate:line:1058">
              <a:extLst>
                <a:ext uri="{FF2B5EF4-FFF2-40B4-BE49-F238E27FC236}">
                  <ns2:creationId id="{1B2DD57F-1482-429C-B628-7568A4EECF8E}"/>
                </a:ext>
              </a:extLst>
            </p:cNvPr>
            <p:cNvSpPr>
              <a:spLocks noGrp="1"/>
            </p:cNvSpPr>
            <p:nvPr/>
          </p:nvSpPr>
          <p:spPr>
            <a:xfrm>
              <a:off x="9043988" y="1876425"/>
              <a:ext cx="953" cy="228600"/>
            </a:xfrm>
            <a:custGeom>
              <a:pathLst>
                <a:path w="953" h="228600">
                  <a:moveTo>
                    <a:pt x="0" y="0"/>
                  </a:moveTo>
                  <a:lnTo>
                    <a:pt x="0" y="228600"/>
                  </a:lnTo>
                </a:path>
              </a:pathLst>
            </a:custGeom>
            <a:noFill/>
            <a:ln w="15240">
              <a:solidFill>
                <a:srgbClr val="0072B2"/>
              </a:solidFill>
              <a:prstDash val="dash"/>
            </a:ln>
          </p:spPr>
        </p:sp>
        <p:sp>
          <p:nvSpPr>
            <p:cNvPr id="1059" name="four:position-certificate:line:1059">
              <a:extLst>
                <a:ext uri="{FF2B5EF4-FFF2-40B4-BE49-F238E27FC236}">
                  <ns2:creationId id="{A582DEAA-A17D-4DC1-909F-AEE99F70296D}"/>
                </a:ext>
              </a:extLst>
            </p:cNvPr>
            <p:cNvSpPr>
              <a:spLocks noGrp="1"/>
            </p:cNvSpPr>
            <p:nvPr/>
          </p:nvSpPr>
          <p:spPr>
            <a:xfrm>
              <a:off x="9005888" y="1876425"/>
              <a:ext cx="76200" cy="953"/>
            </a:xfrm>
            <a:custGeom>
              <a:pathLst>
                <a:path w="76200" h="953">
                  <a:moveTo>
                    <a:pt x="0" y="0"/>
                  </a:moveTo>
                  <a:lnTo>
                    <a:pt x="76200" y="0"/>
                  </a:lnTo>
                </a:path>
              </a:pathLst>
            </a:custGeom>
            <a:noFill/>
            <a:ln w="15240">
              <a:solidFill>
                <a:srgbClr val="0072B2"/>
              </a:solidFill>
              <a:prstDash val="solid"/>
            </a:ln>
          </p:spPr>
        </p:sp>
        <p:sp>
          <p:nvSpPr>
            <p:cNvPr id="1060" name="four:position-certificate:regular-node:1060">
              <a:extLst>
                <a:ext uri="{FF2B5EF4-FFF2-40B4-BE49-F238E27FC236}">
                  <ns2:creationId id="{77BA45D8-BE56-41BD-9EB4-CB2A213B911A}"/>
                </a:ext>
              </a:extLst>
            </p:cNvPr>
            <p:cNvSpPr>
              <a:spLocks noGrp="1"/>
            </p:cNvSpPr>
            <p:nvPr/>
          </p:nvSpPr>
          <p:spPr>
            <a:xfrm>
              <a:off x="9022080" y="1968818"/>
              <a:ext cx="43815" cy="43815"/>
            </a:xfrm>
            <a:prstGeom prst="ellipse">
              <a:avLst/>
            </a:prstGeom>
            <a:solidFill>
              <a:srgbClr val="0072B2"/>
            </a:solidFill>
            <a:ln w="0">
              <a:noFill/>
              <a:prstDash val="solid"/>
            </a:ln>
          </p:spPr>
        </p:sp>
        <p:sp>
          <p:nvSpPr>
            <p:cNvPr id="1061" name="four:position-certificate:line:1061">
              <a:extLst>
                <a:ext uri="{FF2B5EF4-FFF2-40B4-BE49-F238E27FC236}">
                  <ns2:creationId id="{11CB2EF2-05FD-4C1A-A777-20A81CF7386F}"/>
                </a:ext>
              </a:extLst>
            </p:cNvPr>
            <p:cNvSpPr>
              <a:spLocks noGrp="1"/>
            </p:cNvSpPr>
            <p:nvPr/>
          </p:nvSpPr>
          <p:spPr>
            <a:xfrm>
              <a:off x="9777413" y="1876425"/>
              <a:ext cx="953" cy="228600"/>
            </a:xfrm>
            <a:custGeom>
              <a:pathLst>
                <a:path w="953" h="228600">
                  <a:moveTo>
                    <a:pt x="0" y="0"/>
                  </a:moveTo>
                  <a:lnTo>
                    <a:pt x="0" y="228600"/>
                  </a:lnTo>
                </a:path>
              </a:pathLst>
            </a:custGeom>
            <a:noFill/>
            <a:ln w="15240">
              <a:solidFill>
                <a:srgbClr val="D55E00"/>
              </a:solidFill>
              <a:prstDash val="dash"/>
            </a:ln>
          </p:spPr>
        </p:sp>
        <p:sp>
          <p:nvSpPr>
            <p:cNvPr id="1062" name="four:position-certificate:line:1062">
              <a:extLst>
                <a:ext uri="{FF2B5EF4-FFF2-40B4-BE49-F238E27FC236}">
                  <ns2:creationId id="{AA0E9B3D-F47A-4958-8A2C-76F198E900AD}"/>
                </a:ext>
              </a:extLst>
            </p:cNvPr>
            <p:cNvSpPr>
              <a:spLocks noGrp="1"/>
            </p:cNvSpPr>
            <p:nvPr/>
          </p:nvSpPr>
          <p:spPr>
            <a:xfrm>
              <a:off x="9739313" y="1876425"/>
              <a:ext cx="76200" cy="953"/>
            </a:xfrm>
            <a:custGeom>
              <a:pathLst>
                <a:path w="76200" h="953">
                  <a:moveTo>
                    <a:pt x="0" y="0"/>
                  </a:moveTo>
                  <a:lnTo>
                    <a:pt x="76200" y="0"/>
                  </a:lnTo>
                </a:path>
              </a:pathLst>
            </a:custGeom>
            <a:noFill/>
            <a:ln w="15240">
              <a:solidFill>
                <a:srgbClr val="D55E00"/>
              </a:solidFill>
              <a:prstDash val="solid"/>
            </a:ln>
          </p:spPr>
        </p:sp>
        <p:sp>
          <p:nvSpPr>
            <p:cNvPr id="1063" name="four:position-certificate:regular-node:1063">
              <a:extLst>
                <a:ext uri="{FF2B5EF4-FFF2-40B4-BE49-F238E27FC236}">
                  <ns2:creationId id="{96EAB132-3427-4CC8-986E-26A786124756}"/>
                </a:ext>
              </a:extLst>
            </p:cNvPr>
            <p:cNvSpPr>
              <a:spLocks noGrp="1"/>
            </p:cNvSpPr>
            <p:nvPr/>
          </p:nvSpPr>
          <p:spPr>
            <a:xfrm>
              <a:off x="9755505" y="1968818"/>
              <a:ext cx="43815" cy="43815"/>
            </a:xfrm>
            <a:prstGeom prst="ellipse">
              <a:avLst/>
            </a:prstGeom>
            <a:solidFill>
              <a:srgbClr val="D55E00"/>
            </a:solidFill>
            <a:ln w="0">
              <a:noFill/>
              <a:prstDash val="solid"/>
            </a:ln>
          </p:spPr>
        </p:sp>
        <p:sp>
          <p:nvSpPr>
            <p:cNvPr id="1064" name="four:position-certificate:line:1064">
              <a:extLst>
                <a:ext uri="{FF2B5EF4-FFF2-40B4-BE49-F238E27FC236}">
                  <ns2:creationId id="{801566AB-A6C8-4E21-8823-8E709BB59CA6}"/>
                </a:ext>
              </a:extLst>
            </p:cNvPr>
            <p:cNvSpPr>
              <a:spLocks noGrp="1"/>
            </p:cNvSpPr>
            <p:nvPr/>
          </p:nvSpPr>
          <p:spPr>
            <a:xfrm>
              <a:off x="10510838" y="1876425"/>
              <a:ext cx="953" cy="228600"/>
            </a:xfrm>
            <a:custGeom>
              <a:pathLst>
                <a:path w="953" h="228600">
                  <a:moveTo>
                    <a:pt x="0" y="0"/>
                  </a:moveTo>
                  <a:lnTo>
                    <a:pt x="0" y="228600"/>
                  </a:lnTo>
                </a:path>
              </a:pathLst>
            </a:custGeom>
            <a:noFill/>
            <a:ln w="15240">
              <a:solidFill>
                <a:srgbClr val="009E73"/>
              </a:solidFill>
              <a:prstDash val="dash"/>
            </a:ln>
          </p:spPr>
        </p:sp>
        <p:sp>
          <p:nvSpPr>
            <p:cNvPr id="1065" name="four:position-certificate:line:1065">
              <a:extLst>
                <a:ext uri="{FF2B5EF4-FFF2-40B4-BE49-F238E27FC236}">
                  <ns2:creationId id="{319FE9D2-4BDD-41D3-951B-2BD04A857223}"/>
                </a:ext>
              </a:extLst>
            </p:cNvPr>
            <p:cNvSpPr>
              <a:spLocks noGrp="1"/>
            </p:cNvSpPr>
            <p:nvPr/>
          </p:nvSpPr>
          <p:spPr>
            <a:xfrm>
              <a:off x="10472738" y="1876425"/>
              <a:ext cx="76200" cy="953"/>
            </a:xfrm>
            <a:custGeom>
              <a:pathLst>
                <a:path w="76200" h="953">
                  <a:moveTo>
                    <a:pt x="0" y="0"/>
                  </a:moveTo>
                  <a:lnTo>
                    <a:pt x="76200" y="0"/>
                  </a:lnTo>
                </a:path>
              </a:pathLst>
            </a:custGeom>
            <a:noFill/>
            <a:ln w="15240">
              <a:solidFill>
                <a:srgbClr val="009E73"/>
              </a:solidFill>
              <a:prstDash val="solid"/>
            </a:ln>
          </p:spPr>
        </p:sp>
        <p:sp>
          <p:nvSpPr>
            <p:cNvPr id="1066" name="four:position-certificate:regular-node:1066">
              <a:extLst>
                <a:ext uri="{FF2B5EF4-FFF2-40B4-BE49-F238E27FC236}">
                  <ns2:creationId id="{515DA00F-9426-4341-82C6-4E97DEF3D8CD}"/>
                </a:ext>
              </a:extLst>
            </p:cNvPr>
            <p:cNvSpPr>
              <a:spLocks noGrp="1"/>
            </p:cNvSpPr>
            <p:nvPr/>
          </p:nvSpPr>
          <p:spPr>
            <a:xfrm>
              <a:off x="10488930" y="1968818"/>
              <a:ext cx="43815" cy="43815"/>
            </a:xfrm>
            <a:prstGeom prst="ellipse">
              <a:avLst/>
            </a:prstGeom>
            <a:solidFill>
              <a:srgbClr val="009E73"/>
            </a:solidFill>
            <a:ln w="0">
              <a:noFill/>
              <a:prstDash val="solid"/>
            </a:ln>
          </p:spPr>
        </p:sp>
        <p:sp>
          <p:nvSpPr>
            <p:cNvPr id="1067" name="four:position-certificate:line:1067">
              <a:extLst>
                <a:ext uri="{FF2B5EF4-FFF2-40B4-BE49-F238E27FC236}">
                  <ns2:creationId id="{38F4844C-429F-4629-832E-9553AA223F7F}"/>
                </a:ext>
              </a:extLst>
            </p:cNvPr>
            <p:cNvSpPr>
              <a:spLocks noGrp="1"/>
            </p:cNvSpPr>
            <p:nvPr/>
          </p:nvSpPr>
          <p:spPr>
            <a:xfrm>
              <a:off x="11244263" y="1876425"/>
              <a:ext cx="953" cy="228600"/>
            </a:xfrm>
            <a:custGeom>
              <a:pathLst>
                <a:path w="953" h="228600">
                  <a:moveTo>
                    <a:pt x="0" y="0"/>
                  </a:moveTo>
                  <a:lnTo>
                    <a:pt x="0" y="228600"/>
                  </a:lnTo>
                </a:path>
              </a:pathLst>
            </a:custGeom>
            <a:noFill/>
            <a:ln w="15240">
              <a:solidFill>
                <a:srgbClr val="CC79A7"/>
              </a:solidFill>
              <a:prstDash val="dash"/>
            </a:ln>
          </p:spPr>
        </p:sp>
        <p:sp>
          <p:nvSpPr>
            <p:cNvPr id="1068" name="four:position-certificate:line:1068">
              <a:extLst>
                <a:ext uri="{FF2B5EF4-FFF2-40B4-BE49-F238E27FC236}">
                  <ns2:creationId id="{FABB8B8C-6FC8-4FFF-8120-C33B40158BF5}"/>
                </a:ext>
              </a:extLst>
            </p:cNvPr>
            <p:cNvSpPr>
              <a:spLocks noGrp="1"/>
            </p:cNvSpPr>
            <p:nvPr/>
          </p:nvSpPr>
          <p:spPr>
            <a:xfrm>
              <a:off x="11206163" y="1876425"/>
              <a:ext cx="76200" cy="953"/>
            </a:xfrm>
            <a:custGeom>
              <a:pathLst>
                <a:path w="76200" h="953">
                  <a:moveTo>
                    <a:pt x="0" y="0"/>
                  </a:moveTo>
                  <a:lnTo>
                    <a:pt x="76200" y="0"/>
                  </a:lnTo>
                </a:path>
              </a:pathLst>
            </a:custGeom>
            <a:noFill/>
            <a:ln w="15240">
              <a:solidFill>
                <a:srgbClr val="CC79A7"/>
              </a:solidFill>
              <a:prstDash val="solid"/>
            </a:ln>
          </p:spPr>
        </p:sp>
        <p:sp>
          <p:nvSpPr>
            <p:cNvPr id="1069" name="four:position-certificate:regular-node:1069">
              <a:extLst>
                <a:ext uri="{FF2B5EF4-FFF2-40B4-BE49-F238E27FC236}">
                  <ns2:creationId id="{57E588AD-46D2-440B-90C9-BD74B9D60D73}"/>
                </a:ext>
              </a:extLst>
            </p:cNvPr>
            <p:cNvSpPr>
              <a:spLocks noGrp="1"/>
            </p:cNvSpPr>
            <p:nvPr/>
          </p:nvSpPr>
          <p:spPr>
            <a:xfrm>
              <a:off x="11222355" y="1968818"/>
              <a:ext cx="43815" cy="43815"/>
            </a:xfrm>
            <a:prstGeom prst="ellipse">
              <a:avLst/>
            </a:prstGeom>
            <a:solidFill>
              <a:srgbClr val="CC79A7"/>
            </a:solidFill>
            <a:ln w="0">
              <a:noFill/>
              <a:prstDash val="solid"/>
            </a:ln>
          </p:spPr>
        </p:sp>
        <p:sp>
          <p:nvSpPr>
            <p:cNvPr id="1070" name="four:position-certificate:line:1070">
              <a:extLst>
                <a:ext uri="{FF2B5EF4-FFF2-40B4-BE49-F238E27FC236}">
                  <ns2:creationId id="{94170492-C1A5-46FB-86A5-64CD29B162F7}"/>
                </a:ext>
              </a:extLst>
            </p:cNvPr>
            <p:cNvSpPr>
              <a:spLocks noGrp="1"/>
            </p:cNvSpPr>
            <p:nvPr/>
          </p:nvSpPr>
          <p:spPr>
            <a:xfrm>
              <a:off x="8915400" y="2676525"/>
              <a:ext cx="2457450" cy="953"/>
            </a:xfrm>
            <a:custGeom>
              <a:pathLst>
                <a:path w="2457450" h="953">
                  <a:moveTo>
                    <a:pt x="0" y="0"/>
                  </a:moveTo>
                  <a:lnTo>
                    <a:pt x="2457450" y="0"/>
                  </a:lnTo>
                </a:path>
              </a:pathLst>
            </a:custGeom>
            <a:noFill/>
            <a:ln w="14288">
              <a:solidFill>
                <a:srgbClr val="263238"/>
              </a:solidFill>
              <a:prstDash val="solid"/>
            </a:ln>
          </p:spPr>
        </p:sp>
        <p:sp>
          <p:nvSpPr>
            <p:cNvPr id="1071" name="four:position-certificate:polygon:1071">
              <a:extLst>
                <a:ext uri="{FF2B5EF4-FFF2-40B4-BE49-F238E27FC236}">
                  <ns2:creationId id="{C01FEAE8-5C16-481E-8B60-FB710DBF6E1E}"/>
                </a:ext>
              </a:extLst>
            </p:cNvPr>
            <p:cNvSpPr>
              <a:spLocks noGrp="1"/>
            </p:cNvSpPr>
            <p:nvPr/>
          </p:nvSpPr>
          <p:spPr>
            <a:xfrm>
              <a:off x="11306175" y="2647855"/>
              <a:ext cx="66675" cy="57340"/>
            </a:xfrm>
            <a:custGeom>
              <a:pathLst>
                <a:path w="66675" h="57340">
                  <a:moveTo>
                    <a:pt x="66675" y="28670"/>
                  </a:moveTo>
                  <a:lnTo>
                    <a:pt x="0" y="0"/>
                  </a:lnTo>
                  <a:lnTo>
                    <a:pt x="0" y="57340"/>
                  </a:lnTo>
                  <a:close/>
                </a:path>
              </a:pathLst>
            </a:custGeom>
            <a:solidFill>
              <a:srgbClr val="263238"/>
            </a:solidFill>
            <a:ln w="0">
              <a:noFill/>
              <a:prstDash val="solid"/>
            </a:ln>
          </p:spPr>
        </p:sp>
        <p:sp>
          <p:nvSpPr>
            <p:cNvPr id="1072" name="four:position-certificate:interval-A:1072">
              <a:extLst>
                <a:ext uri="{FF2B5EF4-FFF2-40B4-BE49-F238E27FC236}">
                  <ns2:creationId id="{E61C3230-6C95-44DD-9FCD-F23ACD8D17D9}"/>
                </a:ext>
              </a:extLst>
            </p:cNvPr>
            <p:cNvSpPr>
              <a:spLocks noGrp="1"/>
            </p:cNvSpPr>
            <p:nvPr/>
          </p:nvSpPr>
          <p:spPr>
            <a:xfrm>
              <a:off x="9010650" y="2543175"/>
              <a:ext cx="266700" cy="266700"/>
            </a:xfrm>
            <a:prstGeom prst="rect">
              <a:avLst/>
            </a:prstGeom>
            <a:solidFill>
              <a:srgbClr val="0072B2"/>
            </a:solidFill>
            <a:ln w="7620">
              <a:solidFill>
                <a:srgbClr val="263238"/>
              </a:solidFill>
              <a:prstDash val="solid"/>
            </a:ln>
          </p:spPr>
        </p:sp>
        <p:sp>
          <p:nvSpPr>
            <p:cNvPr id="1073" name="four:position-certificate:regular-node:1073">
              <a:extLst>
                <a:ext uri="{FF2B5EF4-FFF2-40B4-BE49-F238E27FC236}">
                  <ns2:creationId id="{8D349AE7-1A5E-4700-BD38-6FFD6711B605}"/>
                </a:ext>
              </a:extLst>
            </p:cNvPr>
            <p:cNvSpPr>
              <a:spLocks noGrp="1"/>
            </p:cNvSpPr>
            <p:nvPr/>
          </p:nvSpPr>
          <p:spPr>
            <a:xfrm>
              <a:off x="9120188" y="2652713"/>
              <a:ext cx="47625" cy="47625"/>
            </a:xfrm>
            <a:prstGeom prst="ellipse">
              <a:avLst/>
            </a:prstGeom>
            <a:solidFill>
              <a:srgbClr val="263238"/>
            </a:solidFill>
            <a:ln w="0">
              <a:noFill/>
              <a:prstDash val="solid"/>
            </a:ln>
          </p:spPr>
        </p:sp>
        <p:sp>
          <p:nvSpPr>
            <p:cNvPr id="1074" name="four:position-certificate:interval-C:1074">
              <a:extLst>
                <a:ext uri="{FF2B5EF4-FFF2-40B4-BE49-F238E27FC236}">
                  <ns2:creationId id="{59D619CF-C95A-447C-9666-A2BEC0469AD8}"/>
                </a:ext>
              </a:extLst>
            </p:cNvPr>
            <p:cNvSpPr>
              <a:spLocks noGrp="1"/>
            </p:cNvSpPr>
            <p:nvPr/>
          </p:nvSpPr>
          <p:spPr>
            <a:xfrm>
              <a:off x="9677400" y="2543175"/>
              <a:ext cx="266700" cy="266700"/>
            </a:xfrm>
            <a:prstGeom prst="rect">
              <a:avLst/>
            </a:prstGeom>
            <a:solidFill>
              <a:srgbClr val="D55E00"/>
            </a:solidFill>
            <a:ln w="7620">
              <a:solidFill>
                <a:srgbClr val="263238"/>
              </a:solidFill>
              <a:prstDash val="solid"/>
            </a:ln>
          </p:spPr>
        </p:sp>
        <p:sp>
          <p:nvSpPr>
            <p:cNvPr id="1075" name="four:position-certificate:regular-node:1075">
              <a:extLst>
                <a:ext uri="{FF2B5EF4-FFF2-40B4-BE49-F238E27FC236}">
                  <ns2:creationId id="{D4CE32B3-B613-4F81-85E3-AB3001626E99}"/>
                </a:ext>
              </a:extLst>
            </p:cNvPr>
            <p:cNvSpPr>
              <a:spLocks noGrp="1"/>
            </p:cNvSpPr>
            <p:nvPr/>
          </p:nvSpPr>
          <p:spPr>
            <a:xfrm>
              <a:off x="9786938" y="2652713"/>
              <a:ext cx="47625" cy="47625"/>
            </a:xfrm>
            <a:prstGeom prst="ellipse">
              <a:avLst/>
            </a:prstGeom>
            <a:solidFill>
              <a:srgbClr val="263238"/>
            </a:solidFill>
            <a:ln w="0">
              <a:noFill/>
              <a:prstDash val="solid"/>
            </a:ln>
          </p:spPr>
        </p:sp>
        <p:sp>
          <p:nvSpPr>
            <p:cNvPr id="1076" name="four:position-certificate:interval-D:1076">
              <a:extLst>
                <a:ext uri="{FF2B5EF4-FFF2-40B4-BE49-F238E27FC236}">
                  <ns2:creationId id="{BC0FAA8C-0032-4EAD-A83B-B9A8775B99C3}"/>
                </a:ext>
              </a:extLst>
            </p:cNvPr>
            <p:cNvSpPr>
              <a:spLocks noGrp="1"/>
            </p:cNvSpPr>
            <p:nvPr/>
          </p:nvSpPr>
          <p:spPr>
            <a:xfrm>
              <a:off x="10344150" y="2543175"/>
              <a:ext cx="266700" cy="266700"/>
            </a:xfrm>
            <a:prstGeom prst="rect">
              <a:avLst/>
            </a:prstGeom>
            <a:solidFill>
              <a:srgbClr val="009E73"/>
            </a:solidFill>
            <a:ln w="7620">
              <a:solidFill>
                <a:srgbClr val="263238"/>
              </a:solidFill>
              <a:prstDash val="solid"/>
            </a:ln>
          </p:spPr>
        </p:sp>
        <p:sp>
          <p:nvSpPr>
            <p:cNvPr id="1077" name="four:position-certificate:regular-node:1077">
              <a:extLst>
                <a:ext uri="{FF2B5EF4-FFF2-40B4-BE49-F238E27FC236}">
                  <ns2:creationId id="{B7C3EFB6-FA80-45B9-9768-ABA3690FE2A1}"/>
                </a:ext>
              </a:extLst>
            </p:cNvPr>
            <p:cNvSpPr>
              <a:spLocks noGrp="1"/>
            </p:cNvSpPr>
            <p:nvPr/>
          </p:nvSpPr>
          <p:spPr>
            <a:xfrm>
              <a:off x="10453688" y="2652713"/>
              <a:ext cx="47625" cy="47625"/>
            </a:xfrm>
            <a:prstGeom prst="ellipse">
              <a:avLst/>
            </a:prstGeom>
            <a:solidFill>
              <a:srgbClr val="263238"/>
            </a:solidFill>
            <a:ln w="0">
              <a:noFill/>
              <a:prstDash val="solid"/>
            </a:ln>
          </p:spPr>
        </p:sp>
        <p:sp>
          <p:nvSpPr>
            <p:cNvPr id="1078" name="four:position-certificate:interval-B:1078">
              <a:extLst>
                <a:ext uri="{FF2B5EF4-FFF2-40B4-BE49-F238E27FC236}">
                  <ns2:creationId id="{28493800-73FE-4BD6-85A3-2FD43FFEBD37}"/>
                </a:ext>
              </a:extLst>
            </p:cNvPr>
            <p:cNvSpPr>
              <a:spLocks noGrp="1"/>
            </p:cNvSpPr>
            <p:nvPr/>
          </p:nvSpPr>
          <p:spPr>
            <a:xfrm>
              <a:off x="11010900" y="2543175"/>
              <a:ext cx="266700" cy="266700"/>
            </a:xfrm>
            <a:prstGeom prst="rect">
              <a:avLst/>
            </a:prstGeom>
            <a:solidFill>
              <a:srgbClr val="CC79A7"/>
            </a:solidFill>
            <a:ln w="7620">
              <a:solidFill>
                <a:srgbClr val="263238"/>
              </a:solidFill>
              <a:prstDash val="solid"/>
            </a:ln>
          </p:spPr>
        </p:sp>
        <p:sp>
          <p:nvSpPr>
            <p:cNvPr id="1079" name="four:position-certificate:regular-node:1079">
              <a:extLst>
                <a:ext uri="{FF2B5EF4-FFF2-40B4-BE49-F238E27FC236}">
                  <ns2:creationId id="{74B37AD8-A30E-45DA-A2C4-97FC4F3E26EF}"/>
                </a:ext>
              </a:extLst>
            </p:cNvPr>
            <p:cNvSpPr>
              <a:spLocks noGrp="1"/>
            </p:cNvSpPr>
            <p:nvPr/>
          </p:nvSpPr>
          <p:spPr>
            <a:xfrm>
              <a:off x="11120438" y="2652713"/>
              <a:ext cx="47625" cy="47625"/>
            </a:xfrm>
            <a:prstGeom prst="ellipse">
              <a:avLst/>
            </a:prstGeom>
            <a:solidFill>
              <a:srgbClr val="263238"/>
            </a:solidFill>
            <a:ln w="0">
              <a:noFill/>
              <a:prstDash val="solid"/>
            </a:ln>
          </p:spPr>
        </p:sp>
        <p:sp>
          <p:nvSpPr>
            <p:cNvPr id="1080" name="four:position-certificate:textbox:1080">
              <a:extLst>
                <a:ext uri="{FF2B5EF4-FFF2-40B4-BE49-F238E27FC236}">
                  <ns2:creationId id="{ABC86171-05F0-4439-8AB6-3227174A98DC}"/>
                </a:ext>
              </a:extLst>
            </p:cNvPr>
            <p:cNvSpPr>
              <a:spLocks noGrp="1"/>
            </p:cNvSpPr>
            <p:nvPr/>
          </p:nvSpPr>
          <p:spPr>
            <a:xfrm>
              <a:off x="11887200" y="1400175"/>
              <a:ext cx="2762250" cy="276225"/>
            </a:xfrm>
            <a:prstGeom prst="rect">
              <a:avLst/>
            </a:prstGeom>
            <a:noFill/>
            <a:ln w="0">
              <a:noFill/>
              <a:prstDash val="solid"/>
            </a:ln>
          </p:spPr>
          <p:txBody>
            <a:bodyPr wrap="none" lIns="0" tIns="0" rIns="0" bIns="0" anchor="ctr">
              <a:normAutofit fontScale="100000"/>
            </a:bodyPr>
            <a:lstStyle>
              <a:defPPr algn="ctr">
                <a:defRPr sz="1650" b="1">
                  <a:solidFill>
                    <a:srgbClr val="263238"/>
                  </a:solidFill>
                  <a:latin typeface="Arial"/>
                  <a:ea typeface="Arial"/>
                  <a:cs typeface="Arial"/>
                </a:defRPr>
              </a:defPPr>
            </a:lstStyle>
            <a:p>
              <a:pPr algn="ctr">
                <a:defRPr sz="1650" b="1">
                  <a:solidFill>
                    <a:srgbClr val="263238"/>
                  </a:solidFill>
                  <a:latin typeface="Arial"/>
                  <a:ea typeface="Arial"/>
                  <a:cs typeface="Arial"/>
                </a:defRPr>
              </a:pPr>
              <a:r>
                <a:rPr sz="1650" b="1">
                  <a:solidFill>
                    <a:srgbClr val="263238"/>
                  </a:solidFill>
                  <a:latin typeface="Arial"/>
                  <a:ea typeface="Arial"/>
                  <a:cs typeface="Arial"/>
                </a:rPr>
                <a:t>Geometry + hierarchy</a:t>
              </a:r>
            </a:p>
          </p:txBody>
        </p:sp>
        <p:sp>
          <p:nvSpPr>
            <p:cNvPr id="1081" name="four:position-certificate:textbox:1081">
              <a:extLst>
                <a:ext uri="{FF2B5EF4-FFF2-40B4-BE49-F238E27FC236}">
                  <ns2:creationId id="{C1B915AA-7727-44F2-95D3-02F9C98385FA}"/>
                </a:ext>
              </a:extLst>
            </p:cNvPr>
            <p:cNvSpPr>
              <a:spLocks noGrp="1"/>
            </p:cNvSpPr>
            <p:nvPr/>
          </p:nvSpPr>
          <p:spPr>
            <a:xfrm>
              <a:off x="11849100" y="1800225"/>
              <a:ext cx="266700" cy="342900"/>
            </a:xfrm>
            <a:prstGeom prst="rect">
              <a:avLst/>
            </a:prstGeom>
            <a:noFill/>
            <a:ln w="0">
              <a:noFill/>
              <a:prstDash val="solid"/>
            </a:ln>
          </p:spPr>
          <p:txBody>
            <a:bodyPr wrap="none" lIns="0" tIns="0" rIns="0" bIns="0" anchor="ctr">
              <a:normAutofit fontScale="100000"/>
            </a:bodyPr>
            <a:lstStyle>
              <a:defPPr algn="ctr">
                <a:defRPr sz="1650" b="0">
                  <a:solidFill>
                    <a:srgbClr val="7B8790"/>
                  </a:solidFill>
                  <a:latin typeface="Arial"/>
                  <a:ea typeface="Arial"/>
                  <a:cs typeface="Arial"/>
                </a:defRPr>
              </a:defPPr>
            </a:lstStyle>
            <a:p>
              <a:pPr algn="ctr">
                <a:defRPr sz="1650" b="0">
                  <a:solidFill>
                    <a:srgbClr val="7B8790"/>
                  </a:solidFill>
                  <a:latin typeface="Arial"/>
                  <a:ea typeface="Arial"/>
                  <a:cs typeface="Arial"/>
                </a:defRPr>
              </a:pPr>
              <a:r>
                <a:rPr sz="1650" b="0">
                  <a:solidFill>
                    <a:srgbClr val="7B8790"/>
                  </a:solidFill>
                  <a:latin typeface="Arial"/>
                  <a:ea typeface="Arial"/>
                  <a:cs typeface="Arial"/>
                </a:rPr>
                <a:t>u</a:t>
              </a:r>
              <a:r>
                <a:rPr sz="1188" b="0" baseline="-25000">
                  <a:solidFill>
                    <a:srgbClr val="7B8790"/>
                  </a:solidFill>
                  <a:latin typeface="Arial"/>
                  <a:ea typeface="Arial"/>
                  <a:cs typeface="Arial"/>
                </a:rPr>
                <a:t>i</a:t>
              </a:r>
            </a:p>
          </p:txBody>
        </p:sp>
        <p:sp>
          <p:nvSpPr>
            <p:cNvPr id="1082" name="four:position-certificate:textbox:1082">
              <a:extLst>
                <a:ext uri="{FF2B5EF4-FFF2-40B4-BE49-F238E27FC236}">
                  <ns2:creationId id="{C2EDE554-BCDC-476E-BEE4-681696634BBE}"/>
                </a:ext>
              </a:extLst>
            </p:cNvPr>
            <p:cNvSpPr>
              <a:spLocks noGrp="1"/>
            </p:cNvSpPr>
            <p:nvPr/>
          </p:nvSpPr>
          <p:spPr>
            <a:xfrm>
              <a:off x="11849100" y="2486025"/>
              <a:ext cx="266700" cy="342900"/>
            </a:xfrm>
            <a:prstGeom prst="rect">
              <a:avLst/>
            </a:prstGeom>
            <a:noFill/>
            <a:ln w="0">
              <a:noFill/>
              <a:prstDash val="solid"/>
            </a:ln>
          </p:spPr>
          <p:txBody>
            <a:bodyPr wrap="none" lIns="0" tIns="0" rIns="0" bIns="0" anchor="ctr">
              <a:normAutofit fontScale="100000"/>
            </a:bodyPr>
            <a:lstStyle>
              <a:defPPr algn="ctr">
                <a:defRPr sz="1650" b="0">
                  <a:solidFill>
                    <a:srgbClr val="7B8790"/>
                  </a:solidFill>
                  <a:latin typeface="Arial"/>
                  <a:ea typeface="Arial"/>
                  <a:cs typeface="Arial"/>
                </a:defRPr>
              </a:defPPr>
            </a:lstStyle>
            <a:p>
              <a:pPr algn="ctr">
                <a:defRPr sz="1650" b="0">
                  <a:solidFill>
                    <a:srgbClr val="7B8790"/>
                  </a:solidFill>
                  <a:latin typeface="Arial"/>
                  <a:ea typeface="Arial"/>
                  <a:cs typeface="Arial"/>
                </a:defRPr>
              </a:pPr>
              <a:r>
                <a:rPr sz="1650" b="0">
                  <a:solidFill>
                    <a:srgbClr val="7B8790"/>
                  </a:solidFill>
                  <a:latin typeface="Arial"/>
                  <a:ea typeface="Arial"/>
                  <a:cs typeface="Arial"/>
                </a:rPr>
                <a:t>q</a:t>
              </a:r>
              <a:r>
                <a:rPr sz="1188" b="0" baseline="-25000">
                  <a:solidFill>
                    <a:srgbClr val="7B8790"/>
                  </a:solidFill>
                  <a:latin typeface="Arial"/>
                  <a:ea typeface="Arial"/>
                  <a:cs typeface="Arial"/>
                </a:rPr>
                <a:t>i</a:t>
              </a:r>
            </a:p>
          </p:txBody>
        </p:sp>
        <p:sp>
          <p:nvSpPr>
            <p:cNvPr id="1083" name="four:position-certificate:line:1083">
              <a:extLst>
                <a:ext uri="{FF2B5EF4-FFF2-40B4-BE49-F238E27FC236}">
                  <ns2:creationId id="{1CCC2CBC-D874-4D6C-871C-E1C06E9AD7D9}"/>
                </a:ext>
              </a:extLst>
            </p:cNvPr>
            <p:cNvSpPr>
              <a:spLocks noGrp="1"/>
            </p:cNvSpPr>
            <p:nvPr/>
          </p:nvSpPr>
          <p:spPr>
            <a:xfrm>
              <a:off x="12382500" y="2124075"/>
              <a:ext cx="953" cy="400050"/>
            </a:xfrm>
            <a:custGeom>
              <a:pathLst>
                <a:path w="953" h="400050">
                  <a:moveTo>
                    <a:pt x="0" y="0"/>
                  </a:moveTo>
                  <a:lnTo>
                    <a:pt x="0" y="400050"/>
                  </a:lnTo>
                </a:path>
              </a:pathLst>
            </a:custGeom>
            <a:noFill/>
            <a:ln w="10478">
              <a:solidFill>
                <a:srgbClr val="0072B2">
                  <a:alpha val="48000"/>
                </a:srgbClr>
              </a:solidFill>
              <a:prstDash val="solid"/>
            </a:ln>
          </p:spPr>
        </p:sp>
        <p:sp>
          <p:nvSpPr>
            <p:cNvPr id="1084" name="four:position-certificate:line:1084">
              <a:extLst>
                <a:ext uri="{FF2B5EF4-FFF2-40B4-BE49-F238E27FC236}">
                  <ns2:creationId id="{9141388E-B4F8-4ED3-8A50-D66124E06CD6}"/>
                </a:ext>
              </a:extLst>
            </p:cNvPr>
            <p:cNvSpPr>
              <a:spLocks noGrp="1"/>
            </p:cNvSpPr>
            <p:nvPr/>
          </p:nvSpPr>
          <p:spPr>
            <a:xfrm>
              <a:off x="13049250" y="2124075"/>
              <a:ext cx="800100" cy="400050"/>
            </a:xfrm>
            <a:custGeom>
              <a:pathLst>
                <a:path w="800100" h="400050">
                  <a:moveTo>
                    <a:pt x="800100" y="0"/>
                  </a:moveTo>
                  <a:lnTo>
                    <a:pt x="0" y="400050"/>
                  </a:lnTo>
                </a:path>
              </a:pathLst>
            </a:custGeom>
            <a:noFill/>
            <a:ln w="10478">
              <a:solidFill>
                <a:srgbClr val="D55E00">
                  <a:alpha val="48000"/>
                </a:srgbClr>
              </a:solidFill>
              <a:prstDash val="solid"/>
            </a:ln>
          </p:spPr>
        </p:sp>
        <p:sp>
          <p:nvSpPr>
            <p:cNvPr id="1085" name="four:position-certificate:line:1085">
              <a:extLst>
                <a:ext uri="{FF2B5EF4-FFF2-40B4-BE49-F238E27FC236}">
                  <ns2:creationId id="{6B2E187F-66EF-4645-A65B-D3EEF15E8D0F}"/>
                </a:ext>
              </a:extLst>
            </p:cNvPr>
            <p:cNvSpPr>
              <a:spLocks noGrp="1"/>
            </p:cNvSpPr>
            <p:nvPr/>
          </p:nvSpPr>
          <p:spPr>
            <a:xfrm>
              <a:off x="13716000" y="2124075"/>
              <a:ext cx="866775" cy="400050"/>
            </a:xfrm>
            <a:custGeom>
              <a:pathLst>
                <a:path w="866775" h="400050">
                  <a:moveTo>
                    <a:pt x="866775" y="0"/>
                  </a:moveTo>
                  <a:lnTo>
                    <a:pt x="0" y="400050"/>
                  </a:lnTo>
                </a:path>
              </a:pathLst>
            </a:custGeom>
            <a:noFill/>
            <a:ln w="10478">
              <a:solidFill>
                <a:srgbClr val="009E73">
                  <a:alpha val="48000"/>
                </a:srgbClr>
              </a:solidFill>
              <a:prstDash val="solid"/>
            </a:ln>
          </p:spPr>
        </p:sp>
        <p:sp>
          <p:nvSpPr>
            <p:cNvPr id="1086" name="four:position-certificate:line:1086">
              <a:extLst>
                <a:ext uri="{FF2B5EF4-FFF2-40B4-BE49-F238E27FC236}">
                  <ns2:creationId id="{19139623-B410-4EA5-8544-5FA5232465EA}"/>
                </a:ext>
              </a:extLst>
            </p:cNvPr>
            <p:cNvSpPr>
              <a:spLocks noGrp="1"/>
            </p:cNvSpPr>
            <p:nvPr/>
          </p:nvSpPr>
          <p:spPr>
            <a:xfrm>
              <a:off x="13115925" y="2124075"/>
              <a:ext cx="1266825" cy="400050"/>
            </a:xfrm>
            <a:custGeom>
              <a:pathLst>
                <a:path w="1266825" h="400050">
                  <a:moveTo>
                    <a:pt x="0" y="0"/>
                  </a:moveTo>
                  <a:lnTo>
                    <a:pt x="1266825" y="400050"/>
                  </a:lnTo>
                </a:path>
              </a:pathLst>
            </a:custGeom>
            <a:noFill/>
            <a:ln w="10478">
              <a:solidFill>
                <a:srgbClr val="CC79A7">
                  <a:alpha val="48000"/>
                </a:srgbClr>
              </a:solidFill>
              <a:prstDash val="solid"/>
            </a:ln>
          </p:spPr>
        </p:sp>
        <p:sp>
          <p:nvSpPr>
            <p:cNvPr id="1087" name="four:position-certificate:line:1087">
              <a:extLst>
                <a:ext uri="{FF2B5EF4-FFF2-40B4-BE49-F238E27FC236}">
                  <ns2:creationId id="{D38B21A5-650F-4A3A-BC3C-E74A0F7CAC59}"/>
                </a:ext>
              </a:extLst>
            </p:cNvPr>
            <p:cNvSpPr>
              <a:spLocks noGrp="1"/>
            </p:cNvSpPr>
            <p:nvPr/>
          </p:nvSpPr>
          <p:spPr>
            <a:xfrm>
              <a:off x="12153900" y="1990725"/>
              <a:ext cx="2457450" cy="953"/>
            </a:xfrm>
            <a:custGeom>
              <a:pathLst>
                <a:path w="2457450" h="953">
                  <a:moveTo>
                    <a:pt x="0" y="0"/>
                  </a:moveTo>
                  <a:lnTo>
                    <a:pt x="2457450" y="0"/>
                  </a:lnTo>
                </a:path>
              </a:pathLst>
            </a:custGeom>
            <a:noFill/>
            <a:ln w="12383">
              <a:solidFill>
                <a:srgbClr val="263238"/>
              </a:solidFill>
              <a:prstDash val="dash"/>
            </a:ln>
          </p:spPr>
        </p:sp>
        <p:sp>
          <p:nvSpPr>
            <p:cNvPr id="1088" name="four:position-certificate:polygon:1088">
              <a:extLst>
                <a:ext uri="{FF2B5EF4-FFF2-40B4-BE49-F238E27FC236}">
                  <ns2:creationId id="{0539AED4-8878-42D9-A56C-3EC37A7B3423}"/>
                </a:ext>
              </a:extLst>
            </p:cNvPr>
            <p:cNvSpPr>
              <a:spLocks noGrp="1"/>
            </p:cNvSpPr>
            <p:nvPr/>
          </p:nvSpPr>
          <p:spPr>
            <a:xfrm>
              <a:off x="14544675" y="1962055"/>
              <a:ext cx="66675" cy="57340"/>
            </a:xfrm>
            <a:custGeom>
              <a:pathLst>
                <a:path w="66675" h="57340">
                  <a:moveTo>
                    <a:pt x="66675" y="28670"/>
                  </a:moveTo>
                  <a:lnTo>
                    <a:pt x="0" y="0"/>
                  </a:lnTo>
                  <a:lnTo>
                    <a:pt x="0" y="57340"/>
                  </a:lnTo>
                  <a:close/>
                </a:path>
              </a:pathLst>
            </a:custGeom>
            <a:solidFill>
              <a:srgbClr val="263238"/>
            </a:solidFill>
            <a:ln w="0">
              <a:noFill/>
              <a:prstDash val="solid"/>
            </a:ln>
          </p:spPr>
        </p:sp>
        <p:sp>
          <p:nvSpPr>
            <p:cNvPr id="1089" name="four:position-certificate:line:1089">
              <a:extLst>
                <a:ext uri="{FF2B5EF4-FFF2-40B4-BE49-F238E27FC236}">
                  <ns2:creationId id="{4AEA6BA2-F818-4A47-BD02-092F1D6BFF0F}"/>
                </a:ext>
              </a:extLst>
            </p:cNvPr>
            <p:cNvSpPr>
              <a:spLocks noGrp="1"/>
            </p:cNvSpPr>
            <p:nvPr/>
          </p:nvSpPr>
          <p:spPr>
            <a:xfrm>
              <a:off x="12382500" y="1876425"/>
              <a:ext cx="953" cy="228600"/>
            </a:xfrm>
            <a:custGeom>
              <a:pathLst>
                <a:path w="953" h="228600">
                  <a:moveTo>
                    <a:pt x="0" y="0"/>
                  </a:moveTo>
                  <a:lnTo>
                    <a:pt x="0" y="228600"/>
                  </a:lnTo>
                </a:path>
              </a:pathLst>
            </a:custGeom>
            <a:noFill/>
            <a:ln w="15240">
              <a:solidFill>
                <a:srgbClr val="0072B2"/>
              </a:solidFill>
              <a:prstDash val="dash"/>
            </a:ln>
          </p:spPr>
        </p:sp>
        <p:sp>
          <p:nvSpPr>
            <p:cNvPr id="1090" name="four:position-certificate:line:1090">
              <a:extLst>
                <a:ext uri="{FF2B5EF4-FFF2-40B4-BE49-F238E27FC236}">
                  <ns2:creationId id="{DB48440C-D5EB-44B2-BE29-EAB62F56A606}"/>
                </a:ext>
              </a:extLst>
            </p:cNvPr>
            <p:cNvSpPr>
              <a:spLocks noGrp="1"/>
            </p:cNvSpPr>
            <p:nvPr/>
          </p:nvSpPr>
          <p:spPr>
            <a:xfrm>
              <a:off x="12344400" y="1876425"/>
              <a:ext cx="76200" cy="953"/>
            </a:xfrm>
            <a:custGeom>
              <a:pathLst>
                <a:path w="76200" h="953">
                  <a:moveTo>
                    <a:pt x="0" y="0"/>
                  </a:moveTo>
                  <a:lnTo>
                    <a:pt x="76200" y="0"/>
                  </a:lnTo>
                </a:path>
              </a:pathLst>
            </a:custGeom>
            <a:noFill/>
            <a:ln w="15240">
              <a:solidFill>
                <a:srgbClr val="0072B2"/>
              </a:solidFill>
              <a:prstDash val="solid"/>
            </a:ln>
          </p:spPr>
        </p:sp>
        <p:sp>
          <p:nvSpPr>
            <p:cNvPr id="1091" name="four:position-certificate:regular-node:1091">
              <a:extLst>
                <a:ext uri="{FF2B5EF4-FFF2-40B4-BE49-F238E27FC236}">
                  <ns2:creationId id="{C27BC865-29A9-4320-9A94-8FACF5B3F931}"/>
                </a:ext>
              </a:extLst>
            </p:cNvPr>
            <p:cNvSpPr>
              <a:spLocks noGrp="1"/>
            </p:cNvSpPr>
            <p:nvPr/>
          </p:nvSpPr>
          <p:spPr>
            <a:xfrm>
              <a:off x="12360593" y="1968818"/>
              <a:ext cx="43815" cy="43815"/>
            </a:xfrm>
            <a:prstGeom prst="ellipse">
              <a:avLst/>
            </a:prstGeom>
            <a:solidFill>
              <a:srgbClr val="0072B2"/>
            </a:solidFill>
            <a:ln w="0">
              <a:noFill/>
              <a:prstDash val="solid"/>
            </a:ln>
          </p:spPr>
        </p:sp>
        <p:sp>
          <p:nvSpPr>
            <p:cNvPr id="1092" name="four:position-certificate:line:1092">
              <a:extLst>
                <a:ext uri="{FF2B5EF4-FFF2-40B4-BE49-F238E27FC236}">
                  <ns2:creationId id="{FAEEC342-E0DB-4FF1-8620-E1B957C77F69}"/>
                </a:ext>
              </a:extLst>
            </p:cNvPr>
            <p:cNvSpPr>
              <a:spLocks noGrp="1"/>
            </p:cNvSpPr>
            <p:nvPr/>
          </p:nvSpPr>
          <p:spPr>
            <a:xfrm>
              <a:off x="13849350" y="1876425"/>
              <a:ext cx="953" cy="228600"/>
            </a:xfrm>
            <a:custGeom>
              <a:pathLst>
                <a:path w="953" h="228600">
                  <a:moveTo>
                    <a:pt x="0" y="0"/>
                  </a:moveTo>
                  <a:lnTo>
                    <a:pt x="0" y="228600"/>
                  </a:lnTo>
                </a:path>
              </a:pathLst>
            </a:custGeom>
            <a:noFill/>
            <a:ln w="15240">
              <a:solidFill>
                <a:srgbClr val="D55E00"/>
              </a:solidFill>
              <a:prstDash val="dash"/>
            </a:ln>
          </p:spPr>
        </p:sp>
        <p:sp>
          <p:nvSpPr>
            <p:cNvPr id="1093" name="four:position-certificate:line:1093">
              <a:extLst>
                <a:ext uri="{FF2B5EF4-FFF2-40B4-BE49-F238E27FC236}">
                  <ns2:creationId id="{573F6767-8E68-4AB5-8250-660B1487E26C}"/>
                </a:ext>
              </a:extLst>
            </p:cNvPr>
            <p:cNvSpPr>
              <a:spLocks noGrp="1"/>
            </p:cNvSpPr>
            <p:nvPr/>
          </p:nvSpPr>
          <p:spPr>
            <a:xfrm>
              <a:off x="13811250" y="1876425"/>
              <a:ext cx="76200" cy="953"/>
            </a:xfrm>
            <a:custGeom>
              <a:pathLst>
                <a:path w="76200" h="953">
                  <a:moveTo>
                    <a:pt x="0" y="0"/>
                  </a:moveTo>
                  <a:lnTo>
                    <a:pt x="76200" y="0"/>
                  </a:lnTo>
                </a:path>
              </a:pathLst>
            </a:custGeom>
            <a:noFill/>
            <a:ln w="15240">
              <a:solidFill>
                <a:srgbClr val="D55E00"/>
              </a:solidFill>
              <a:prstDash val="solid"/>
            </a:ln>
          </p:spPr>
        </p:sp>
        <p:sp>
          <p:nvSpPr>
            <p:cNvPr id="1094" name="four:position-certificate:regular-node:1094">
              <a:extLst>
                <a:ext uri="{FF2B5EF4-FFF2-40B4-BE49-F238E27FC236}">
                  <ns2:creationId id="{20CE98E8-B1BF-41FC-9A0B-2A5574CB7904}"/>
                </a:ext>
              </a:extLst>
            </p:cNvPr>
            <p:cNvSpPr>
              <a:spLocks noGrp="1"/>
            </p:cNvSpPr>
            <p:nvPr/>
          </p:nvSpPr>
          <p:spPr>
            <a:xfrm>
              <a:off x="13827443" y="1968818"/>
              <a:ext cx="43815" cy="43815"/>
            </a:xfrm>
            <a:prstGeom prst="ellipse">
              <a:avLst/>
            </a:prstGeom>
            <a:solidFill>
              <a:srgbClr val="D55E00"/>
            </a:solidFill>
            <a:ln w="0">
              <a:noFill/>
              <a:prstDash val="solid"/>
            </a:ln>
          </p:spPr>
        </p:sp>
        <p:sp>
          <p:nvSpPr>
            <p:cNvPr id="1095" name="four:position-certificate:line:1095">
              <a:extLst>
                <a:ext uri="{FF2B5EF4-FFF2-40B4-BE49-F238E27FC236}">
                  <ns2:creationId id="{BC889BF9-1738-4BB2-AB6C-5BB9FA3F1EB9}"/>
                </a:ext>
              </a:extLst>
            </p:cNvPr>
            <p:cNvSpPr>
              <a:spLocks noGrp="1"/>
            </p:cNvSpPr>
            <p:nvPr/>
          </p:nvSpPr>
          <p:spPr>
            <a:xfrm>
              <a:off x="14582775" y="1876425"/>
              <a:ext cx="953" cy="228600"/>
            </a:xfrm>
            <a:custGeom>
              <a:pathLst>
                <a:path w="953" h="228600">
                  <a:moveTo>
                    <a:pt x="0" y="0"/>
                  </a:moveTo>
                  <a:lnTo>
                    <a:pt x="0" y="228600"/>
                  </a:lnTo>
                </a:path>
              </a:pathLst>
            </a:custGeom>
            <a:noFill/>
            <a:ln w="15240">
              <a:solidFill>
                <a:srgbClr val="009E73"/>
              </a:solidFill>
              <a:prstDash val="dash"/>
            </a:ln>
          </p:spPr>
        </p:sp>
        <p:sp>
          <p:nvSpPr>
            <p:cNvPr id="1096" name="four:position-certificate:line:1096">
              <a:extLst>
                <a:ext uri="{FF2B5EF4-FFF2-40B4-BE49-F238E27FC236}">
                  <ns2:creationId id="{627A7D46-4965-4945-AE96-ABD9AB01C9BA}"/>
                </a:ext>
              </a:extLst>
            </p:cNvPr>
            <p:cNvSpPr>
              <a:spLocks noGrp="1"/>
            </p:cNvSpPr>
            <p:nvPr/>
          </p:nvSpPr>
          <p:spPr>
            <a:xfrm>
              <a:off x="14544675" y="1876425"/>
              <a:ext cx="76200" cy="953"/>
            </a:xfrm>
            <a:custGeom>
              <a:pathLst>
                <a:path w="76200" h="953">
                  <a:moveTo>
                    <a:pt x="0" y="0"/>
                  </a:moveTo>
                  <a:lnTo>
                    <a:pt x="76200" y="0"/>
                  </a:lnTo>
                </a:path>
              </a:pathLst>
            </a:custGeom>
            <a:noFill/>
            <a:ln w="15240">
              <a:solidFill>
                <a:srgbClr val="009E73"/>
              </a:solidFill>
              <a:prstDash val="solid"/>
            </a:ln>
          </p:spPr>
        </p:sp>
        <p:sp>
          <p:nvSpPr>
            <p:cNvPr id="1097" name="four:position-certificate:regular-node:1097">
              <a:extLst>
                <a:ext uri="{FF2B5EF4-FFF2-40B4-BE49-F238E27FC236}">
                  <ns2:creationId id="{D8003F91-D79F-4C64-A203-1084F6067B2C}"/>
                </a:ext>
              </a:extLst>
            </p:cNvPr>
            <p:cNvSpPr>
              <a:spLocks noGrp="1"/>
            </p:cNvSpPr>
            <p:nvPr/>
          </p:nvSpPr>
          <p:spPr>
            <a:xfrm>
              <a:off x="14560868" y="1968818"/>
              <a:ext cx="43815" cy="43815"/>
            </a:xfrm>
            <a:prstGeom prst="ellipse">
              <a:avLst/>
            </a:prstGeom>
            <a:solidFill>
              <a:srgbClr val="009E73"/>
            </a:solidFill>
            <a:ln w="0">
              <a:noFill/>
              <a:prstDash val="solid"/>
            </a:ln>
          </p:spPr>
        </p:sp>
        <p:sp>
          <p:nvSpPr>
            <p:cNvPr id="1098" name="four:position-certificate:line:1098">
              <a:extLst>
                <a:ext uri="{FF2B5EF4-FFF2-40B4-BE49-F238E27FC236}">
                  <ns2:creationId id="{2E5EFB51-CD25-46C9-AA94-D9B71A2055EC}"/>
                </a:ext>
              </a:extLst>
            </p:cNvPr>
            <p:cNvSpPr>
              <a:spLocks noGrp="1"/>
            </p:cNvSpPr>
            <p:nvPr/>
          </p:nvSpPr>
          <p:spPr>
            <a:xfrm>
              <a:off x="13115925" y="1876425"/>
              <a:ext cx="953" cy="228600"/>
            </a:xfrm>
            <a:custGeom>
              <a:pathLst>
                <a:path w="953" h="228600">
                  <a:moveTo>
                    <a:pt x="0" y="0"/>
                  </a:moveTo>
                  <a:lnTo>
                    <a:pt x="0" y="228600"/>
                  </a:lnTo>
                </a:path>
              </a:pathLst>
            </a:custGeom>
            <a:noFill/>
            <a:ln w="15240">
              <a:solidFill>
                <a:srgbClr val="CC79A7"/>
              </a:solidFill>
              <a:prstDash val="dash"/>
            </a:ln>
          </p:spPr>
        </p:sp>
        <p:sp>
          <p:nvSpPr>
            <p:cNvPr id="1099" name="four:position-certificate:line:1099">
              <a:extLst>
                <a:ext uri="{FF2B5EF4-FFF2-40B4-BE49-F238E27FC236}">
                  <ns2:creationId id="{D6ADF916-ED26-4BB0-B036-D1A6A07A31E4}"/>
                </a:ext>
              </a:extLst>
            </p:cNvPr>
            <p:cNvSpPr>
              <a:spLocks noGrp="1"/>
            </p:cNvSpPr>
            <p:nvPr/>
          </p:nvSpPr>
          <p:spPr>
            <a:xfrm>
              <a:off x="13077825" y="1876425"/>
              <a:ext cx="76200" cy="953"/>
            </a:xfrm>
            <a:custGeom>
              <a:pathLst>
                <a:path w="76200" h="953">
                  <a:moveTo>
                    <a:pt x="0" y="0"/>
                  </a:moveTo>
                  <a:lnTo>
                    <a:pt x="76200" y="0"/>
                  </a:lnTo>
                </a:path>
              </a:pathLst>
            </a:custGeom>
            <a:noFill/>
            <a:ln w="15240">
              <a:solidFill>
                <a:srgbClr val="CC79A7"/>
              </a:solidFill>
              <a:prstDash val="solid"/>
            </a:ln>
          </p:spPr>
        </p:sp>
        <p:sp>
          <p:nvSpPr>
            <p:cNvPr id="1100" name="four:position-certificate:regular-node:1100">
              <a:extLst>
                <a:ext uri="{FF2B5EF4-FFF2-40B4-BE49-F238E27FC236}">
                  <ns2:creationId id="{42155E4F-15BF-4DB5-8C8B-5B712AF1972F}"/>
                </a:ext>
              </a:extLst>
            </p:cNvPr>
            <p:cNvSpPr>
              <a:spLocks noGrp="1"/>
            </p:cNvSpPr>
            <p:nvPr/>
          </p:nvSpPr>
          <p:spPr>
            <a:xfrm>
              <a:off x="13094018" y="1968818"/>
              <a:ext cx="43815" cy="43815"/>
            </a:xfrm>
            <a:prstGeom prst="ellipse">
              <a:avLst/>
            </a:prstGeom>
            <a:solidFill>
              <a:srgbClr val="CC79A7"/>
            </a:solidFill>
            <a:ln w="0">
              <a:noFill/>
              <a:prstDash val="solid"/>
            </a:ln>
          </p:spPr>
        </p:sp>
        <p:sp>
          <p:nvSpPr>
            <p:cNvPr id="1101" name="four:position-certificate:line:1101">
              <a:extLst>
                <a:ext uri="{FF2B5EF4-FFF2-40B4-BE49-F238E27FC236}">
                  <ns2:creationId id="{BF7DF5E1-8012-4065-A644-8022FA826703}"/>
                </a:ext>
              </a:extLst>
            </p:cNvPr>
            <p:cNvSpPr>
              <a:spLocks noGrp="1"/>
            </p:cNvSpPr>
            <p:nvPr/>
          </p:nvSpPr>
          <p:spPr>
            <a:xfrm>
              <a:off x="12153900" y="2676525"/>
              <a:ext cx="2457450" cy="953"/>
            </a:xfrm>
            <a:custGeom>
              <a:pathLst>
                <a:path w="2457450" h="953">
                  <a:moveTo>
                    <a:pt x="0" y="0"/>
                  </a:moveTo>
                  <a:lnTo>
                    <a:pt x="2457450" y="0"/>
                  </a:lnTo>
                </a:path>
              </a:pathLst>
            </a:custGeom>
            <a:noFill/>
            <a:ln w="14288">
              <a:solidFill>
                <a:srgbClr val="263238"/>
              </a:solidFill>
              <a:prstDash val="solid"/>
            </a:ln>
          </p:spPr>
        </p:sp>
        <p:sp>
          <p:nvSpPr>
            <p:cNvPr id="1102" name="four:position-certificate:polygon:1102">
              <a:extLst>
                <a:ext uri="{FF2B5EF4-FFF2-40B4-BE49-F238E27FC236}">
                  <ns2:creationId id="{FDEBC238-272E-43E1-BBAF-4905CA25896A}"/>
                </a:ext>
              </a:extLst>
            </p:cNvPr>
            <p:cNvSpPr>
              <a:spLocks noGrp="1"/>
            </p:cNvSpPr>
            <p:nvPr/>
          </p:nvSpPr>
          <p:spPr>
            <a:xfrm>
              <a:off x="14544675" y="2647855"/>
              <a:ext cx="66675" cy="57340"/>
            </a:xfrm>
            <a:custGeom>
              <a:pathLst>
                <a:path w="66675" h="57340">
                  <a:moveTo>
                    <a:pt x="66675" y="28670"/>
                  </a:moveTo>
                  <a:lnTo>
                    <a:pt x="0" y="0"/>
                  </a:lnTo>
                  <a:lnTo>
                    <a:pt x="0" y="57340"/>
                  </a:lnTo>
                  <a:close/>
                </a:path>
              </a:pathLst>
            </a:custGeom>
            <a:solidFill>
              <a:srgbClr val="263238"/>
            </a:solidFill>
            <a:ln w="0">
              <a:noFill/>
              <a:prstDash val="solid"/>
            </a:ln>
          </p:spPr>
        </p:sp>
        <p:sp>
          <p:nvSpPr>
            <p:cNvPr id="1103" name="four:position-certificate:interval-A:1103">
              <a:extLst>
                <a:ext uri="{FF2B5EF4-FFF2-40B4-BE49-F238E27FC236}">
                  <ns2:creationId id="{6B47067A-7BB2-4DAB-A295-586ED5CEEEF9}"/>
                </a:ext>
              </a:extLst>
            </p:cNvPr>
            <p:cNvSpPr>
              <a:spLocks noGrp="1"/>
            </p:cNvSpPr>
            <p:nvPr/>
          </p:nvSpPr>
          <p:spPr>
            <a:xfrm>
              <a:off x="12249150" y="2543175"/>
              <a:ext cx="266700" cy="266700"/>
            </a:xfrm>
            <a:prstGeom prst="rect">
              <a:avLst/>
            </a:prstGeom>
            <a:solidFill>
              <a:srgbClr val="0072B2"/>
            </a:solidFill>
            <a:ln w="7620">
              <a:solidFill>
                <a:srgbClr val="263238"/>
              </a:solidFill>
              <a:prstDash val="solid"/>
            </a:ln>
          </p:spPr>
        </p:sp>
        <p:sp>
          <p:nvSpPr>
            <p:cNvPr id="1104" name="four:position-certificate:regular-node:1104">
              <a:extLst>
                <a:ext uri="{FF2B5EF4-FFF2-40B4-BE49-F238E27FC236}">
                  <ns2:creationId id="{F4CEBE48-6C70-4A23-939A-65AA6E0C88DB}"/>
                </a:ext>
              </a:extLst>
            </p:cNvPr>
            <p:cNvSpPr>
              <a:spLocks noGrp="1"/>
            </p:cNvSpPr>
            <p:nvPr/>
          </p:nvSpPr>
          <p:spPr>
            <a:xfrm>
              <a:off x="12358688" y="2652713"/>
              <a:ext cx="47625" cy="47625"/>
            </a:xfrm>
            <a:prstGeom prst="ellipse">
              <a:avLst/>
            </a:prstGeom>
            <a:solidFill>
              <a:srgbClr val="263238"/>
            </a:solidFill>
            <a:ln w="0">
              <a:noFill/>
              <a:prstDash val="solid"/>
            </a:ln>
          </p:spPr>
        </p:sp>
        <p:sp>
          <p:nvSpPr>
            <p:cNvPr id="1105" name="four:position-certificate:interval-C:1105">
              <a:extLst>
                <a:ext uri="{FF2B5EF4-FFF2-40B4-BE49-F238E27FC236}">
                  <ns2:creationId id="{6E7E5E92-1474-4B45-9997-F046BE5333AE}"/>
                </a:ext>
              </a:extLst>
            </p:cNvPr>
            <p:cNvSpPr>
              <a:spLocks noGrp="1"/>
            </p:cNvSpPr>
            <p:nvPr/>
          </p:nvSpPr>
          <p:spPr>
            <a:xfrm>
              <a:off x="12915900" y="2543175"/>
              <a:ext cx="266700" cy="266700"/>
            </a:xfrm>
            <a:prstGeom prst="rect">
              <a:avLst/>
            </a:prstGeom>
            <a:solidFill>
              <a:srgbClr val="D55E00"/>
            </a:solidFill>
            <a:ln w="7620">
              <a:solidFill>
                <a:srgbClr val="263238"/>
              </a:solidFill>
              <a:prstDash val="solid"/>
            </a:ln>
          </p:spPr>
        </p:sp>
        <p:sp>
          <p:nvSpPr>
            <p:cNvPr id="1106" name="four:position-certificate:regular-node:1106">
              <a:extLst>
                <a:ext uri="{FF2B5EF4-FFF2-40B4-BE49-F238E27FC236}">
                  <ns2:creationId id="{010951F2-9A7E-4CC8-B9D3-A22B590B91EF}"/>
                </a:ext>
              </a:extLst>
            </p:cNvPr>
            <p:cNvSpPr>
              <a:spLocks noGrp="1"/>
            </p:cNvSpPr>
            <p:nvPr/>
          </p:nvSpPr>
          <p:spPr>
            <a:xfrm>
              <a:off x="13025438" y="2652713"/>
              <a:ext cx="47625" cy="47625"/>
            </a:xfrm>
            <a:prstGeom prst="ellipse">
              <a:avLst/>
            </a:prstGeom>
            <a:solidFill>
              <a:srgbClr val="263238"/>
            </a:solidFill>
            <a:ln w="0">
              <a:noFill/>
              <a:prstDash val="solid"/>
            </a:ln>
          </p:spPr>
        </p:sp>
        <p:sp>
          <p:nvSpPr>
            <p:cNvPr id="1107" name="four:position-certificate:interval-D:1107">
              <a:extLst>
                <a:ext uri="{FF2B5EF4-FFF2-40B4-BE49-F238E27FC236}">
                  <ns2:creationId id="{73811BDA-9F30-40CB-8409-96213EE9634F}"/>
                </a:ext>
              </a:extLst>
            </p:cNvPr>
            <p:cNvSpPr>
              <a:spLocks noGrp="1"/>
            </p:cNvSpPr>
            <p:nvPr/>
          </p:nvSpPr>
          <p:spPr>
            <a:xfrm>
              <a:off x="13582650" y="2543175"/>
              <a:ext cx="266700" cy="266700"/>
            </a:xfrm>
            <a:prstGeom prst="rect">
              <a:avLst/>
            </a:prstGeom>
            <a:solidFill>
              <a:srgbClr val="009E73"/>
            </a:solidFill>
            <a:ln w="7620">
              <a:solidFill>
                <a:srgbClr val="263238"/>
              </a:solidFill>
              <a:prstDash val="solid"/>
            </a:ln>
          </p:spPr>
        </p:sp>
        <p:sp>
          <p:nvSpPr>
            <p:cNvPr id="1108" name="four:position-certificate:regular-node:1108">
              <a:extLst>
                <a:ext uri="{FF2B5EF4-FFF2-40B4-BE49-F238E27FC236}">
                  <ns2:creationId id="{0386B928-B7D1-47AB-AC52-C7452788D3FB}"/>
                </a:ext>
              </a:extLst>
            </p:cNvPr>
            <p:cNvSpPr>
              <a:spLocks noGrp="1"/>
            </p:cNvSpPr>
            <p:nvPr/>
          </p:nvSpPr>
          <p:spPr>
            <a:xfrm>
              <a:off x="13692188" y="2652713"/>
              <a:ext cx="47625" cy="47625"/>
            </a:xfrm>
            <a:prstGeom prst="ellipse">
              <a:avLst/>
            </a:prstGeom>
            <a:solidFill>
              <a:srgbClr val="263238"/>
            </a:solidFill>
            <a:ln w="0">
              <a:noFill/>
              <a:prstDash val="solid"/>
            </a:ln>
          </p:spPr>
        </p:sp>
        <p:sp>
          <p:nvSpPr>
            <p:cNvPr id="1109" name="four:position-certificate:interval-B:1109">
              <a:extLst>
                <a:ext uri="{FF2B5EF4-FFF2-40B4-BE49-F238E27FC236}">
                  <ns2:creationId id="{F7393685-0AB0-4F5A-BCC6-73833D89FB37}"/>
                </a:ext>
              </a:extLst>
            </p:cNvPr>
            <p:cNvSpPr>
              <a:spLocks noGrp="1"/>
            </p:cNvSpPr>
            <p:nvPr/>
          </p:nvSpPr>
          <p:spPr>
            <a:xfrm>
              <a:off x="14249400" y="2543175"/>
              <a:ext cx="266700" cy="266700"/>
            </a:xfrm>
            <a:prstGeom prst="rect">
              <a:avLst/>
            </a:prstGeom>
            <a:solidFill>
              <a:srgbClr val="CC79A7"/>
            </a:solidFill>
            <a:ln w="7620">
              <a:solidFill>
                <a:srgbClr val="263238"/>
              </a:solidFill>
              <a:prstDash val="solid"/>
            </a:ln>
          </p:spPr>
        </p:sp>
        <p:sp>
          <p:nvSpPr>
            <p:cNvPr id="1110" name="four:position-certificate:regular-node:1110">
              <a:extLst>
                <a:ext uri="{FF2B5EF4-FFF2-40B4-BE49-F238E27FC236}">
                  <ns2:creationId id="{6720D497-C112-4F58-9BF0-2A21D057767B}"/>
                </a:ext>
              </a:extLst>
            </p:cNvPr>
            <p:cNvSpPr>
              <a:spLocks noGrp="1"/>
            </p:cNvSpPr>
            <p:nvPr/>
          </p:nvSpPr>
          <p:spPr>
            <a:xfrm>
              <a:off x="14358938" y="2652713"/>
              <a:ext cx="47625" cy="47625"/>
            </a:xfrm>
            <a:prstGeom prst="ellipse">
              <a:avLst/>
            </a:prstGeom>
            <a:solidFill>
              <a:srgbClr val="263238"/>
            </a:solidFill>
            <a:ln w="0">
              <a:noFill/>
              <a:prstDash val="solid"/>
            </a:ln>
          </p:spPr>
        </p:sp>
        <p:sp>
          <p:nvSpPr>
            <p:cNvPr id="1111" name="four:position-certificate:line:1111">
              <a:extLst>
                <a:ext uri="{FF2B5EF4-FFF2-40B4-BE49-F238E27FC236}">
                  <ns2:creationId id="{BCDD3056-E23F-4700-8A79-2748E4030EA0}"/>
                </a:ext>
              </a:extLst>
            </p:cNvPr>
            <p:cNvSpPr>
              <a:spLocks noGrp="1"/>
            </p:cNvSpPr>
            <p:nvPr/>
          </p:nvSpPr>
          <p:spPr>
            <a:xfrm>
              <a:off x="9043988" y="2143125"/>
              <a:ext cx="953" cy="352425"/>
            </a:xfrm>
            <a:custGeom>
              <a:pathLst>
                <a:path w="953" h="352425">
                  <a:moveTo>
                    <a:pt x="0" y="0"/>
                  </a:moveTo>
                  <a:lnTo>
                    <a:pt x="0" y="352425"/>
                  </a:lnTo>
                </a:path>
              </a:pathLst>
            </a:custGeom>
            <a:noFill/>
            <a:ln w="9525">
              <a:solidFill>
                <a:srgbClr val="0072B2">
                  <a:alpha val="65000"/>
                </a:srgbClr>
              </a:solidFill>
              <a:prstDash val="dash"/>
            </a:ln>
          </p:spPr>
        </p:sp>
        <p:sp>
          <p:nvSpPr>
            <p:cNvPr id="1112" name="four:position-certificate:line:1112">
              <a:extLst>
                <a:ext uri="{FF2B5EF4-FFF2-40B4-BE49-F238E27FC236}">
                  <ns2:creationId id="{BB9AE212-F990-4B0F-8F37-F11E1248C3F0}"/>
                </a:ext>
              </a:extLst>
            </p:cNvPr>
            <p:cNvSpPr>
              <a:spLocks noGrp="1"/>
            </p:cNvSpPr>
            <p:nvPr/>
          </p:nvSpPr>
          <p:spPr>
            <a:xfrm>
              <a:off x="9043988" y="2857500"/>
              <a:ext cx="953" cy="590550"/>
            </a:xfrm>
            <a:custGeom>
              <a:pathLst>
                <a:path w="953" h="590550">
                  <a:moveTo>
                    <a:pt x="0" y="0"/>
                  </a:moveTo>
                  <a:lnTo>
                    <a:pt x="0" y="590550"/>
                  </a:lnTo>
                </a:path>
              </a:pathLst>
            </a:custGeom>
            <a:noFill/>
            <a:ln w="9525">
              <a:solidFill>
                <a:srgbClr val="0072B2">
                  <a:alpha val="65000"/>
                </a:srgbClr>
              </a:solidFill>
              <a:prstDash val="dash"/>
            </a:ln>
          </p:spPr>
        </p:sp>
        <p:sp>
          <p:nvSpPr>
            <p:cNvPr id="1113" name="four:position-certificate:line:1113">
              <a:extLst>
                <a:ext uri="{FF2B5EF4-FFF2-40B4-BE49-F238E27FC236}">
                  <ns2:creationId id="{E4BDA046-39D7-496B-B918-44BBDAC0143F}"/>
                </a:ext>
              </a:extLst>
            </p:cNvPr>
            <p:cNvSpPr>
              <a:spLocks noGrp="1"/>
            </p:cNvSpPr>
            <p:nvPr/>
          </p:nvSpPr>
          <p:spPr>
            <a:xfrm>
              <a:off x="9144000" y="2828925"/>
              <a:ext cx="953" cy="619125"/>
            </a:xfrm>
            <a:custGeom>
              <a:pathLst>
                <a:path w="953" h="619125">
                  <a:moveTo>
                    <a:pt x="0" y="0"/>
                  </a:moveTo>
                  <a:lnTo>
                    <a:pt x="0" y="619125"/>
                  </a:lnTo>
                </a:path>
              </a:pathLst>
            </a:custGeom>
            <a:noFill/>
            <a:ln w="10478">
              <a:solidFill>
                <a:srgbClr val="0072B2"/>
              </a:solidFill>
              <a:prstDash val="solid"/>
            </a:ln>
          </p:spPr>
        </p:sp>
        <p:sp>
          <p:nvSpPr>
            <p:cNvPr id="1114" name="four:position-certificate:line:1114">
              <a:extLst>
                <a:ext uri="{FF2B5EF4-FFF2-40B4-BE49-F238E27FC236}">
                  <ns2:creationId id="{2B9CBEF6-3A32-4E12-9EED-DD97AF95CADC}"/>
                </a:ext>
              </a:extLst>
            </p:cNvPr>
            <p:cNvSpPr>
              <a:spLocks noGrp="1"/>
            </p:cNvSpPr>
            <p:nvPr/>
          </p:nvSpPr>
          <p:spPr>
            <a:xfrm>
              <a:off x="9043988" y="3381375"/>
              <a:ext cx="100013" cy="953"/>
            </a:xfrm>
            <a:custGeom>
              <a:pathLst>
                <a:path w="100013" h="953">
                  <a:moveTo>
                    <a:pt x="0" y="0"/>
                  </a:moveTo>
                  <a:lnTo>
                    <a:pt x="100013" y="0"/>
                  </a:lnTo>
                </a:path>
              </a:pathLst>
            </a:custGeom>
            <a:noFill/>
            <a:ln w="15240">
              <a:solidFill>
                <a:srgbClr val="0072B2"/>
              </a:solidFill>
              <a:prstDash val="solid"/>
            </a:ln>
          </p:spPr>
        </p:sp>
        <p:sp>
          <p:nvSpPr>
            <p:cNvPr id="1115" name="four:position-certificate:polygon:1115">
              <a:extLst>
                <a:ext uri="{FF2B5EF4-FFF2-40B4-BE49-F238E27FC236}">
                  <ns2:creationId id="{C48B1B97-4310-4B3C-9904-66FD1AD22ADA}"/>
                </a:ext>
              </a:extLst>
            </p:cNvPr>
            <p:cNvSpPr>
              <a:spLocks noGrp="1"/>
            </p:cNvSpPr>
            <p:nvPr/>
          </p:nvSpPr>
          <p:spPr>
            <a:xfrm>
              <a:off x="9105900" y="3364992"/>
              <a:ext cx="38100" cy="32766"/>
            </a:xfrm>
            <a:custGeom>
              <a:pathLst>
                <a:path w="38100" h="32766">
                  <a:moveTo>
                    <a:pt x="38100" y="16383"/>
                  </a:moveTo>
                  <a:lnTo>
                    <a:pt x="0" y="0"/>
                  </a:lnTo>
                  <a:lnTo>
                    <a:pt x="0" y="32766"/>
                  </a:lnTo>
                  <a:close/>
                </a:path>
              </a:pathLst>
            </a:custGeom>
            <a:solidFill>
              <a:srgbClr val="0072B2"/>
            </a:solidFill>
            <a:ln w="0">
              <a:noFill/>
              <a:prstDash val="solid"/>
            </a:ln>
          </p:spPr>
        </p:sp>
        <p:sp>
          <p:nvSpPr>
            <p:cNvPr id="1116" name="four:position-certificate:polygon:1116">
              <a:extLst>
                <a:ext uri="{FF2B5EF4-FFF2-40B4-BE49-F238E27FC236}">
                  <ns2:creationId id="{E98A7385-CE90-431C-BF6E-2251A0900F13}"/>
                </a:ext>
              </a:extLst>
            </p:cNvPr>
            <p:cNvSpPr>
              <a:spLocks noGrp="1"/>
            </p:cNvSpPr>
            <p:nvPr/>
          </p:nvSpPr>
          <p:spPr>
            <a:xfrm>
              <a:off x="9043988" y="3364992"/>
              <a:ext cx="38100" cy="32766"/>
            </a:xfrm>
            <a:custGeom>
              <a:pathLst>
                <a:path w="38100" h="32766">
                  <a:moveTo>
                    <a:pt x="0" y="16383"/>
                  </a:moveTo>
                  <a:lnTo>
                    <a:pt x="38100" y="32766"/>
                  </a:lnTo>
                  <a:lnTo>
                    <a:pt x="38100" y="0"/>
                  </a:lnTo>
                  <a:close/>
                </a:path>
              </a:pathLst>
            </a:custGeom>
            <a:solidFill>
              <a:srgbClr val="0072B2"/>
            </a:solidFill>
            <a:ln w="0">
              <a:noFill/>
              <a:prstDash val="solid"/>
            </a:ln>
          </p:spPr>
        </p:sp>
        <p:sp>
          <p:nvSpPr>
            <p:cNvPr id="1117" name="four:position-certificate:textbox:1117">
              <a:extLst>
                <a:ext uri="{FF2B5EF4-FFF2-40B4-BE49-F238E27FC236}">
                  <ns2:creationId id="{AC3291BB-F983-4079-932C-4E8A359F2149}"/>
                </a:ext>
              </a:extLst>
            </p:cNvPr>
            <p:cNvSpPr>
              <a:spLocks noGrp="1"/>
            </p:cNvSpPr>
            <p:nvPr/>
          </p:nvSpPr>
          <p:spPr>
            <a:xfrm>
              <a:off x="8617744" y="3009900"/>
              <a:ext cx="952500" cy="342900"/>
            </a:xfrm>
            <a:prstGeom prst="rect">
              <a:avLst/>
            </a:prstGeom>
            <a:solidFill>
              <a:srgbClr val="F7F9FA"/>
            </a:solidFill>
            <a:ln w="0">
              <a:noFill/>
              <a:prstDash val="solid"/>
            </a:ln>
          </p:spPr>
          <p:txBody>
            <a:bodyPr wrap="none" lIns="0" tIns="0" rIns="0" bIns="0" anchor="ctr">
              <a:normAutofit fontScale="100000"/>
            </a:bodyPr>
            <a:lstStyle>
              <a:defPPr algn="ctr">
                <a:defRPr sz="2175" b="0">
                  <a:solidFill>
                    <a:srgbClr val="0072B2"/>
                  </a:solidFill>
                  <a:latin typeface="Arial"/>
                  <a:ea typeface="Arial"/>
                  <a:cs typeface="Arial"/>
                </a:defRPr>
              </a:defPPr>
            </a:lstStyle>
            <a:p>
              <a:pPr algn="ctr">
                <a:defRPr sz="2175" b="0">
                  <a:solidFill>
                    <a:srgbClr val="0072B2"/>
                  </a:solidFill>
                  <a:latin typeface="Arial"/>
                  <a:ea typeface="Arial"/>
                  <a:cs typeface="Arial"/>
                </a:defRPr>
              </a:pPr>
              <a:r>
                <a:rPr sz="2175" b="0">
                  <a:solidFill>
                    <a:srgbClr val="0072B2"/>
                  </a:solidFill>
                  <a:latin typeface="Arial"/>
                  <a:ea typeface="Arial"/>
                  <a:cs typeface="Arial"/>
                </a:rPr>
                <a:t>τ</a:t>
              </a:r>
              <a:r>
                <a:rPr sz="1566" b="0" baseline="-25000">
                  <a:solidFill>
                    <a:srgbClr val="0072B2"/>
                  </a:solidFill>
                  <a:latin typeface="Arial"/>
                  <a:ea typeface="Arial"/>
                  <a:cs typeface="Arial"/>
                </a:rPr>
                <a:t>free</a:t>
              </a:r>
            </a:p>
          </p:txBody>
        </p:sp>
        <p:sp>
          <p:nvSpPr>
            <p:cNvPr id="1118" name="four:position-certificate:textbox:1118">
              <a:extLst>
                <a:ext uri="{FF2B5EF4-FFF2-40B4-BE49-F238E27FC236}">
                  <ns2:creationId id="{1E988130-B821-4442-A924-D8745AAAE1E0}"/>
                </a:ext>
              </a:extLst>
            </p:cNvPr>
            <p:cNvSpPr>
              <a:spLocks noGrp="1"/>
            </p:cNvSpPr>
            <p:nvPr/>
          </p:nvSpPr>
          <p:spPr>
            <a:xfrm>
              <a:off x="10010775" y="3105150"/>
              <a:ext cx="1371600" cy="238125"/>
            </a:xfrm>
            <a:prstGeom prst="rect">
              <a:avLst/>
            </a:prstGeom>
            <a:noFill/>
            <a:ln w="0">
              <a:noFill/>
              <a:prstDash val="solid"/>
            </a:ln>
          </p:spPr>
          <p:txBody>
            <a:bodyPr wrap="none" lIns="0" tIns="0" rIns="0" bIns="0" anchor="ctr">
              <a:normAutofit fontScale="100000"/>
            </a:bodyPr>
            <a:lstStyle>
              <a:defPPr algn="ctr">
                <a:defRPr sz="1425" b="0">
                  <a:solidFill>
                    <a:srgbClr val="7B8790"/>
                  </a:solidFill>
                  <a:latin typeface="Arial"/>
                  <a:ea typeface="Arial"/>
                  <a:cs typeface="Arial"/>
                </a:defRPr>
              </a:defPPr>
            </a:lstStyle>
            <a:p>
              <a:pPr algn="ctr">
                <a:defRPr sz="1425" b="0">
                  <a:solidFill>
                    <a:srgbClr val="7B8790"/>
                  </a:solidFill>
                  <a:latin typeface="Arial"/>
                  <a:ea typeface="Arial"/>
                  <a:cs typeface="Arial"/>
                </a:defRPr>
              </a:pPr>
              <a:r>
                <a:rPr sz="1425" b="0">
                  <a:solidFill>
                    <a:srgbClr val="7B8790"/>
                  </a:solidFill>
                  <a:latin typeface="Arial"/>
                  <a:ea typeface="Arial"/>
                  <a:cs typeface="Arial"/>
                </a:rPr>
                <a:t>Geometry cost</a:t>
              </a:r>
            </a:p>
          </p:txBody>
        </p:sp>
        <p:sp>
          <p:nvSpPr>
            <p:cNvPr id="1119" name="four:position-certificate:line:1119">
              <a:extLst>
                <a:ext uri="{FF2B5EF4-FFF2-40B4-BE49-F238E27FC236}">
                  <ns2:creationId id="{31512681-C07A-4812-B510-EF3F043F3720}"/>
                </a:ext>
              </a:extLst>
            </p:cNvPr>
            <p:cNvSpPr>
              <a:spLocks noGrp="1"/>
            </p:cNvSpPr>
            <p:nvPr/>
          </p:nvSpPr>
          <p:spPr>
            <a:xfrm>
              <a:off x="13115925" y="2143125"/>
              <a:ext cx="953" cy="352425"/>
            </a:xfrm>
            <a:custGeom>
              <a:pathLst>
                <a:path w="953" h="352425">
                  <a:moveTo>
                    <a:pt x="0" y="0"/>
                  </a:moveTo>
                  <a:lnTo>
                    <a:pt x="0" y="352425"/>
                  </a:lnTo>
                </a:path>
              </a:pathLst>
            </a:custGeom>
            <a:noFill/>
            <a:ln w="11430">
              <a:solidFill>
                <a:srgbClr val="CC79A7">
                  <a:alpha val="70000"/>
                </a:srgbClr>
              </a:solidFill>
              <a:prstDash val="dash"/>
            </a:ln>
          </p:spPr>
        </p:sp>
        <p:sp>
          <p:nvSpPr>
            <p:cNvPr id="1120" name="four:position-certificate:line:1120">
              <a:extLst>
                <a:ext uri="{FF2B5EF4-FFF2-40B4-BE49-F238E27FC236}">
                  <ns2:creationId id="{2E017023-CF69-4C31-879F-67FD51271C6B}"/>
                </a:ext>
              </a:extLst>
            </p:cNvPr>
            <p:cNvSpPr>
              <a:spLocks noGrp="1"/>
            </p:cNvSpPr>
            <p:nvPr/>
          </p:nvSpPr>
          <p:spPr>
            <a:xfrm>
              <a:off x="13115925" y="2857500"/>
              <a:ext cx="953" cy="590550"/>
            </a:xfrm>
            <a:custGeom>
              <a:pathLst>
                <a:path w="953" h="590550">
                  <a:moveTo>
                    <a:pt x="0" y="0"/>
                  </a:moveTo>
                  <a:lnTo>
                    <a:pt x="0" y="590550"/>
                  </a:lnTo>
                </a:path>
              </a:pathLst>
            </a:custGeom>
            <a:noFill/>
            <a:ln w="11430">
              <a:solidFill>
                <a:srgbClr val="CC79A7">
                  <a:alpha val="70000"/>
                </a:srgbClr>
              </a:solidFill>
              <a:prstDash val="dash"/>
            </a:ln>
          </p:spPr>
        </p:sp>
        <p:sp>
          <p:nvSpPr>
            <p:cNvPr id="1121" name="four:position-certificate:line:1121">
              <a:extLst>
                <a:ext uri="{FF2B5EF4-FFF2-40B4-BE49-F238E27FC236}">
                  <ns2:creationId id="{483137C8-4C47-4AF9-A131-6404D75F6722}"/>
                </a:ext>
              </a:extLst>
            </p:cNvPr>
            <p:cNvSpPr>
              <a:spLocks noGrp="1"/>
            </p:cNvSpPr>
            <p:nvPr/>
          </p:nvSpPr>
          <p:spPr>
            <a:xfrm>
              <a:off x="14382750" y="2828925"/>
              <a:ext cx="953" cy="619125"/>
            </a:xfrm>
            <a:custGeom>
              <a:pathLst>
                <a:path w="953" h="619125">
                  <a:moveTo>
                    <a:pt x="0" y="0"/>
                  </a:moveTo>
                  <a:lnTo>
                    <a:pt x="0" y="619125"/>
                  </a:lnTo>
                </a:path>
              </a:pathLst>
            </a:custGeom>
            <a:noFill/>
            <a:ln w="11430">
              <a:solidFill>
                <a:srgbClr val="CC79A7"/>
              </a:solidFill>
              <a:prstDash val="solid"/>
            </a:ln>
          </p:spPr>
        </p:sp>
        <p:sp>
          <p:nvSpPr>
            <p:cNvPr id="1122" name="four:position-certificate:line:1122">
              <a:extLst>
                <a:ext uri="{FF2B5EF4-FFF2-40B4-BE49-F238E27FC236}">
                  <ns2:creationId id="{3E7ABB45-44B3-487F-8810-620BE153C0F5}"/>
                </a:ext>
              </a:extLst>
            </p:cNvPr>
            <p:cNvSpPr>
              <a:spLocks noGrp="1"/>
            </p:cNvSpPr>
            <p:nvPr/>
          </p:nvSpPr>
          <p:spPr>
            <a:xfrm>
              <a:off x="13115925" y="3381375"/>
              <a:ext cx="1266825" cy="953"/>
            </a:xfrm>
            <a:custGeom>
              <a:pathLst>
                <a:path w="1266825" h="953">
                  <a:moveTo>
                    <a:pt x="0" y="0"/>
                  </a:moveTo>
                  <a:lnTo>
                    <a:pt x="1266825" y="0"/>
                  </a:lnTo>
                </a:path>
              </a:pathLst>
            </a:custGeom>
            <a:noFill/>
            <a:ln w="15240">
              <a:solidFill>
                <a:srgbClr val="CC79A7"/>
              </a:solidFill>
              <a:prstDash val="solid"/>
            </a:ln>
          </p:spPr>
        </p:sp>
        <p:sp>
          <p:nvSpPr>
            <p:cNvPr id="1123" name="four:position-certificate:polygon:1123">
              <a:extLst>
                <a:ext uri="{FF2B5EF4-FFF2-40B4-BE49-F238E27FC236}">
                  <ns2:creationId id="{E468C975-7A4A-4630-8382-C77650F5498A}"/>
                </a:ext>
              </a:extLst>
            </p:cNvPr>
            <p:cNvSpPr>
              <a:spLocks noGrp="1"/>
            </p:cNvSpPr>
            <p:nvPr/>
          </p:nvSpPr>
          <p:spPr>
            <a:xfrm>
              <a:off x="14325600" y="3356801"/>
              <a:ext cx="57150" cy="49149"/>
            </a:xfrm>
            <a:custGeom>
              <a:pathLst>
                <a:path w="57150" h="49149">
                  <a:moveTo>
                    <a:pt x="57150" y="24574"/>
                  </a:moveTo>
                  <a:lnTo>
                    <a:pt x="0" y="0"/>
                  </a:lnTo>
                  <a:lnTo>
                    <a:pt x="0" y="49149"/>
                  </a:lnTo>
                  <a:close/>
                </a:path>
              </a:pathLst>
            </a:custGeom>
            <a:solidFill>
              <a:srgbClr val="CC79A7"/>
            </a:solidFill>
            <a:ln w="0">
              <a:noFill/>
              <a:prstDash val="solid"/>
            </a:ln>
          </p:spPr>
        </p:sp>
        <p:sp>
          <p:nvSpPr>
            <p:cNvPr id="1124" name="four:position-certificate:polygon:1124">
              <a:extLst>
                <a:ext uri="{FF2B5EF4-FFF2-40B4-BE49-F238E27FC236}">
                  <ns2:creationId id="{D8E64B47-8D44-42CF-B231-36ED7573EF55}"/>
                </a:ext>
              </a:extLst>
            </p:cNvPr>
            <p:cNvSpPr>
              <a:spLocks noGrp="1"/>
            </p:cNvSpPr>
            <p:nvPr/>
          </p:nvSpPr>
          <p:spPr>
            <a:xfrm>
              <a:off x="13115925" y="3356801"/>
              <a:ext cx="57150" cy="49149"/>
            </a:xfrm>
            <a:custGeom>
              <a:pathLst>
                <a:path w="57150" h="49149">
                  <a:moveTo>
                    <a:pt x="0" y="24574"/>
                  </a:moveTo>
                  <a:lnTo>
                    <a:pt x="57150" y="49149"/>
                  </a:lnTo>
                  <a:lnTo>
                    <a:pt x="57150" y="0"/>
                  </a:lnTo>
                  <a:close/>
                </a:path>
              </a:pathLst>
            </a:custGeom>
            <a:solidFill>
              <a:srgbClr val="CC79A7"/>
            </a:solidFill>
            <a:ln w="0">
              <a:noFill/>
              <a:prstDash val="solid"/>
            </a:ln>
          </p:spPr>
        </p:sp>
        <p:sp>
          <p:nvSpPr>
            <p:cNvPr id="1125" name="four:position-certificate:textbox:1125">
              <a:extLst>
                <a:ext uri="{FF2B5EF4-FFF2-40B4-BE49-F238E27FC236}">
                  <ns2:creationId id="{F5A4AB35-B012-4278-B5C2-F45C7F00B364}"/>
                </a:ext>
              </a:extLst>
            </p:cNvPr>
            <p:cNvSpPr>
              <a:spLocks noGrp="1"/>
            </p:cNvSpPr>
            <p:nvPr/>
          </p:nvSpPr>
          <p:spPr>
            <a:xfrm>
              <a:off x="13425488" y="3009900"/>
              <a:ext cx="647700" cy="342900"/>
            </a:xfrm>
            <a:prstGeom prst="rect">
              <a:avLst/>
            </a:prstGeom>
            <a:solidFill>
              <a:srgbClr val="F7F9FA"/>
            </a:solidFill>
            <a:ln w="0">
              <a:noFill/>
              <a:prstDash val="solid"/>
            </a:ln>
          </p:spPr>
          <p:txBody>
            <a:bodyPr wrap="none" lIns="0" tIns="0" rIns="0" bIns="0" anchor="ctr">
              <a:normAutofit fontScale="100000"/>
            </a:bodyPr>
            <a:lstStyle>
              <a:defPPr algn="ctr">
                <a:defRPr sz="2175" b="0">
                  <a:solidFill>
                    <a:srgbClr val="CC79A7"/>
                  </a:solidFill>
                  <a:latin typeface="Arial"/>
                  <a:ea typeface="Arial"/>
                  <a:cs typeface="Arial"/>
                </a:defRPr>
              </a:defPPr>
            </a:lstStyle>
            <a:p>
              <a:pPr algn="ctr">
                <a:defRPr sz="2175" b="0">
                  <a:solidFill>
                    <a:srgbClr val="CC79A7"/>
                  </a:solidFill>
                  <a:latin typeface="Arial"/>
                  <a:ea typeface="Arial"/>
                  <a:cs typeface="Arial"/>
                </a:defRPr>
              </a:pPr>
              <a:r>
                <a:rPr sz="2175" b="0">
                  <a:solidFill>
                    <a:srgbClr val="CC79A7"/>
                  </a:solidFill>
                  <a:latin typeface="Arial"/>
                  <a:ea typeface="Arial"/>
                  <a:cs typeface="Arial"/>
                </a:rPr>
                <a:t>τ</a:t>
              </a:r>
              <a:r>
                <a:rPr sz="1566" b="0" baseline="32000">
                  <a:solidFill>
                    <a:srgbClr val="CC79A7"/>
                  </a:solidFill>
                  <a:latin typeface="Arial"/>
                  <a:ea typeface="Arial"/>
                  <a:cs typeface="Arial"/>
                </a:rPr>
                <a:t>*</a:t>
              </a:r>
            </a:p>
          </p:txBody>
        </p:sp>
        <p:sp>
          <p:nvSpPr>
            <p:cNvPr id="1126" name="four:position-certificate:textbox:1126">
              <a:extLst>
                <a:ext uri="{FF2B5EF4-FFF2-40B4-BE49-F238E27FC236}">
                  <ns2:creationId id="{C2D3740F-9676-4015-A38A-B6A261FD9866}"/>
                </a:ext>
              </a:extLst>
            </p:cNvPr>
            <p:cNvSpPr>
              <a:spLocks noGrp="1"/>
            </p:cNvSpPr>
            <p:nvPr/>
          </p:nvSpPr>
          <p:spPr>
            <a:xfrm rot="0" flipH="0" flipV="0">
              <a:off x="8629650" y="3629025"/>
              <a:ext cx="2857500" cy="342900"/>
            </a:xfrm>
            <a:prstGeom prst="rect">
              <a:avLst/>
            </a:prstGeom>
            <a:noFill/>
            <a:ln w="0">
              <a:noFill/>
              <a:prstDash val="solid"/>
            </a:ln>
          </p:spPr>
          <p:txBody>
            <a:bodyPr wrap="none" lIns="0" tIns="0" rIns="0" bIns="0" anchor="ctr">
              <a:normAutofit fontScale="100000"/>
            </a:bodyPr>
            <a:lstStyle>
              <a:defPPr algn="ctr">
                <a:defRPr sz="1875" b="0">
                  <a:solidFill>
                    <a:srgbClr val="263238"/>
                  </a:solidFill>
                  <a:latin typeface="Arial"/>
                  <a:ea typeface="Arial"/>
                  <a:cs typeface="Arial"/>
                </a:defRPr>
              </a:defPPr>
              <a:lvl1pPr algn="ctr">
                <a:defRPr sz="1875" b="0">
                  <a:solidFill>
                    <a:srgbClr val="263238"/>
                  </a:solidFill>
                  <a:latin typeface="Arial"/>
                  <a:ea typeface="Arial"/>
                  <a:cs typeface="Arial"/>
                </a:defRPr>
              </a:lvl1pPr>
              <a:lvl2pPr algn="ctr">
                <a:defRPr sz="1875" b="0">
                  <a:solidFill>
                    <a:srgbClr val="263238"/>
                  </a:solidFill>
                  <a:latin typeface="Arial"/>
                  <a:ea typeface="Arial"/>
                  <a:cs typeface="Arial"/>
                </a:defRPr>
              </a:lvl2pPr>
              <a:lvl3pPr algn="ctr">
                <a:defRPr sz="1875" b="0">
                  <a:solidFill>
                    <a:srgbClr val="263238"/>
                  </a:solidFill>
                  <a:latin typeface="Arial"/>
                  <a:ea typeface="Arial"/>
                  <a:cs typeface="Arial"/>
                </a:defRPr>
              </a:lvl3pPr>
              <a:lvl4pPr algn="ctr">
                <a:defRPr sz="1875" b="0">
                  <a:solidFill>
                    <a:srgbClr val="263238"/>
                  </a:solidFill>
                  <a:latin typeface="Arial"/>
                  <a:ea typeface="Arial"/>
                  <a:cs typeface="Arial"/>
                </a:defRPr>
              </a:lvl4pPr>
              <a:lvl5pPr algn="ctr">
                <a:defRPr sz="1875" b="0">
                  <a:solidFill>
                    <a:srgbClr val="263238"/>
                  </a:solidFill>
                  <a:latin typeface="Arial"/>
                  <a:ea typeface="Arial"/>
                  <a:cs typeface="Arial"/>
                </a:defRPr>
              </a:lvl5pPr>
              <a:lvl6pPr algn="ctr">
                <a:defRPr sz="1875" b="0">
                  <a:solidFill>
                    <a:srgbClr val="263238"/>
                  </a:solidFill>
                  <a:latin typeface="Arial"/>
                  <a:ea typeface="Arial"/>
                  <a:cs typeface="Arial"/>
                </a:defRPr>
              </a:lvl6pPr>
              <a:lvl7pPr algn="ctr">
                <a:defRPr sz="1875" b="0">
                  <a:solidFill>
                    <a:srgbClr val="263238"/>
                  </a:solidFill>
                  <a:latin typeface="Arial"/>
                  <a:ea typeface="Arial"/>
                  <a:cs typeface="Arial"/>
                </a:defRPr>
              </a:lvl7pPr>
              <a:lvl8pPr algn="ctr">
                <a:defRPr sz="1875" b="0">
                  <a:solidFill>
                    <a:srgbClr val="263238"/>
                  </a:solidFill>
                  <a:latin typeface="Arial"/>
                  <a:ea typeface="Arial"/>
                  <a:cs typeface="Arial"/>
                </a:defRPr>
              </a:lvl8pPr>
              <a:lvl9pPr algn="ctr">
                <a:defRPr sz="1875" b="0">
                  <a:solidFill>
                    <a:srgbClr val="263238"/>
                  </a:solidFill>
                  <a:latin typeface="Arial"/>
                  <a:ea typeface="Arial"/>
                  <a:cs typeface="Arial"/>
                </a:defRPr>
              </a:lvl9pPr>
            </a:lstStyle>
            <a:p>
              <a:pPr algn="ctr">
                <a:buNone/>
                <a:defRPr sz="1875" b="0">
                  <a:solidFill>
                    <a:srgbClr val="263238"/>
                  </a:solidFill>
                  <a:latin typeface="Arial"/>
                  <a:ea typeface="Arial"/>
                  <a:cs typeface="Arial"/>
                </a:defRPr>
              </a:pPr>
              <a:r>
                <a:rPr sz="1875" b="0">
                  <a:solidFill>
                    <a:srgbClr val="263238"/>
                  </a:solidFill>
                  <a:latin typeface="Arial"/>
                  <a:ea typeface="Arial"/>
                  <a:cs typeface="Arial"/>
                </a:rPr>
                <a:t>τ</a:t>
              </a:r>
              <a:r>
                <a:rPr sz="1350" b="0" baseline="-25000">
                  <a:solidFill>
                    <a:srgbClr val="263238"/>
                  </a:solidFill>
                  <a:latin typeface="Arial"/>
                  <a:ea typeface="Arial"/>
                  <a:cs typeface="Arial"/>
                </a:rPr>
                <a:t>free</a:t>
              </a:r>
            </a:p>
          </p:txBody>
        </p:sp>
        <p:sp>
          <p:nvSpPr>
            <p:cNvPr id="1127" name="four:position-certificate:textbox:1127">
              <a:extLst>
                <a:ext uri="{FF2B5EF4-FFF2-40B4-BE49-F238E27FC236}">
                  <ns2:creationId id="{6F436207-3084-4A39-A6C6-BF5D7D60EB63}"/>
                </a:ext>
              </a:extLst>
            </p:cNvPr>
            <p:cNvSpPr>
              <a:spLocks noGrp="1"/>
            </p:cNvSpPr>
            <p:nvPr/>
          </p:nvSpPr>
          <p:spPr>
            <a:xfrm rot="0" flipH="0" flipV="0">
              <a:off x="11811000" y="3629025"/>
              <a:ext cx="3009900" cy="342900"/>
            </a:xfrm>
            <a:prstGeom prst="rect">
              <a:avLst/>
            </a:prstGeom>
            <a:noFill/>
            <a:ln w="0">
              <a:noFill/>
              <a:prstDash val="solid"/>
            </a:ln>
          </p:spPr>
          <p:txBody>
            <a:bodyPr wrap="none" lIns="0" tIns="0" rIns="0" bIns="0" anchor="ctr">
              <a:normAutofit fontScale="100000"/>
            </a:bodyPr>
            <a:lstStyle>
              <a:defPPr algn="ctr">
                <a:defRPr sz="1950" b="0">
                  <a:solidFill>
                    <a:srgbClr val="263238"/>
                  </a:solidFill>
                  <a:latin typeface="Arial"/>
                  <a:ea typeface="Arial"/>
                  <a:cs typeface="Arial"/>
                </a:defRPr>
              </a:defPPr>
              <a:lvl1pPr algn="ctr">
                <a:defRPr sz="1950" b="0">
                  <a:solidFill>
                    <a:srgbClr val="263238"/>
                  </a:solidFill>
                  <a:latin typeface="Arial"/>
                  <a:ea typeface="Arial"/>
                  <a:cs typeface="Arial"/>
                </a:defRPr>
              </a:lvl1pPr>
              <a:lvl2pPr algn="ctr">
                <a:defRPr sz="1950" b="0">
                  <a:solidFill>
                    <a:srgbClr val="263238"/>
                  </a:solidFill>
                  <a:latin typeface="Arial"/>
                  <a:ea typeface="Arial"/>
                  <a:cs typeface="Arial"/>
                </a:defRPr>
              </a:lvl2pPr>
              <a:lvl3pPr algn="ctr">
                <a:defRPr sz="1950" b="0">
                  <a:solidFill>
                    <a:srgbClr val="263238"/>
                  </a:solidFill>
                  <a:latin typeface="Arial"/>
                  <a:ea typeface="Arial"/>
                  <a:cs typeface="Arial"/>
                </a:defRPr>
              </a:lvl3pPr>
              <a:lvl4pPr algn="ctr">
                <a:defRPr sz="1950" b="0">
                  <a:solidFill>
                    <a:srgbClr val="263238"/>
                  </a:solidFill>
                  <a:latin typeface="Arial"/>
                  <a:ea typeface="Arial"/>
                  <a:cs typeface="Arial"/>
                </a:defRPr>
              </a:lvl4pPr>
              <a:lvl5pPr algn="ctr">
                <a:defRPr sz="1950" b="0">
                  <a:solidFill>
                    <a:srgbClr val="263238"/>
                  </a:solidFill>
                  <a:latin typeface="Arial"/>
                  <a:ea typeface="Arial"/>
                  <a:cs typeface="Arial"/>
                </a:defRPr>
              </a:lvl5pPr>
              <a:lvl6pPr algn="ctr">
                <a:defRPr sz="1950" b="0">
                  <a:solidFill>
                    <a:srgbClr val="263238"/>
                  </a:solidFill>
                  <a:latin typeface="Arial"/>
                  <a:ea typeface="Arial"/>
                  <a:cs typeface="Arial"/>
                </a:defRPr>
              </a:lvl6pPr>
              <a:lvl7pPr algn="ctr">
                <a:defRPr sz="1950" b="0">
                  <a:solidFill>
                    <a:srgbClr val="263238"/>
                  </a:solidFill>
                  <a:latin typeface="Arial"/>
                  <a:ea typeface="Arial"/>
                  <a:cs typeface="Arial"/>
                </a:defRPr>
              </a:lvl7pPr>
              <a:lvl8pPr algn="ctr">
                <a:defRPr sz="1950" b="0">
                  <a:solidFill>
                    <a:srgbClr val="263238"/>
                  </a:solidFill>
                  <a:latin typeface="Arial"/>
                  <a:ea typeface="Arial"/>
                  <a:cs typeface="Arial"/>
                </a:defRPr>
              </a:lvl8pPr>
              <a:lvl9pPr algn="ctr">
                <a:defRPr sz="1950" b="0">
                  <a:solidFill>
                    <a:srgbClr val="263238"/>
                  </a:solidFill>
                  <a:latin typeface="Arial"/>
                  <a:ea typeface="Arial"/>
                  <a:cs typeface="Arial"/>
                </a:defRPr>
              </a:lvl9pPr>
            </a:lstStyle>
            <a:p>
              <a:pPr algn="ctr">
                <a:buNone/>
                <a:defRPr sz="1950" b="0">
                  <a:solidFill>
                    <a:srgbClr val="263238"/>
                  </a:solidFill>
                  <a:latin typeface="Arial"/>
                  <a:ea typeface="Arial"/>
                  <a:cs typeface="Arial"/>
                </a:defRPr>
              </a:pPr>
              <a:r>
                <a:rPr sz="1950" b="0">
                  <a:solidFill>
                    <a:srgbClr val="263238"/>
                  </a:solidFill>
                  <a:latin typeface="Arial"/>
                  <a:ea typeface="Arial"/>
                  <a:cs typeface="Arial"/>
                </a:rPr>
                <a:t>τ</a:t>
              </a:r>
              <a:r>
                <a:rPr sz="1404" b="0" baseline="32000">
                  <a:solidFill>
                    <a:srgbClr val="263238"/>
                  </a:solidFill>
                  <a:latin typeface="Arial"/>
                  <a:ea typeface="Arial"/>
                  <a:cs typeface="Arial"/>
                </a:rPr>
                <a:t>*</a:t>
              </a:r>
            </a:p>
          </p:txBody>
        </p:sp>
      </p:grpSp>
      <p:grpSp>
        <p:nvGrpSpPr>
          <p:cNvPr id="3180" name="certificate-flow"/>
          <p:cNvGrpSpPr/>
          <p:nvPr/>
        </p:nvGrpSpPr>
        <p:grpSpPr>
          <a:xfrm>
            <a:off x="0" y="0"/>
            <a:ext cx="24955500" cy="8572500"/>
            <a:chOff x="0" y="0"/>
            <a:chExt cx="24955500" cy="8572500"/>
          </a:xfrm>
        </p:grpSpPr>
        <p:sp>
          <p:nvSpPr>
            <p:cNvPr id="1128" name="four:certificate-flow:line:1128">
              <a:extLst>
                <a:ext uri="{FF2B5EF4-FFF2-40B4-BE49-F238E27FC236}">
                  <ns2:creationId id="{2A02FA2A-EBDA-4C5E-94CB-2373451E414F}"/>
                </a:ext>
              </a:extLst>
            </p:cNvPr>
            <p:cNvSpPr>
              <a:spLocks noGrp="1"/>
            </p:cNvSpPr>
            <p:nvPr/>
          </p:nvSpPr>
          <p:spPr>
            <a:xfrm>
              <a:off x="11601450" y="4162425"/>
              <a:ext cx="953" cy="542925"/>
            </a:xfrm>
            <a:custGeom>
              <a:pathLst>
                <a:path w="953" h="542925">
                  <a:moveTo>
                    <a:pt x="0" y="0"/>
                  </a:moveTo>
                  <a:lnTo>
                    <a:pt x="0" y="542925"/>
                  </a:lnTo>
                </a:path>
              </a:pathLst>
            </a:custGeom>
            <a:noFill/>
            <a:ln w="19050">
              <a:solidFill>
                <a:srgbClr val="7895A8"/>
              </a:solidFill>
              <a:prstDash val="solid"/>
            </a:ln>
          </p:spPr>
        </p:sp>
        <p:sp>
          <p:nvSpPr>
            <p:cNvPr id="1129" name="four:certificate-flow:polygon:1129">
              <a:extLst>
                <a:ext uri="{FF2B5EF4-FFF2-40B4-BE49-F238E27FC236}">
                  <ns2:creationId id="{71910B65-FDDA-4532-80C6-4786C034A441}"/>
                </a:ext>
              </a:extLst>
            </p:cNvPr>
            <p:cNvSpPr>
              <a:spLocks noGrp="1"/>
            </p:cNvSpPr>
            <p:nvPr/>
          </p:nvSpPr>
          <p:spPr>
            <a:xfrm>
              <a:off x="11564588" y="4619625"/>
              <a:ext cx="73723" cy="85725"/>
            </a:xfrm>
            <a:custGeom>
              <a:pathLst>
                <a:path w="73723" h="85725">
                  <a:moveTo>
                    <a:pt x="36862" y="85725"/>
                  </a:moveTo>
                  <a:lnTo>
                    <a:pt x="73723" y="0"/>
                  </a:lnTo>
                  <a:lnTo>
                    <a:pt x="0" y="0"/>
                  </a:lnTo>
                  <a:close/>
                </a:path>
              </a:pathLst>
            </a:custGeom>
            <a:solidFill>
              <a:srgbClr val="7895A8"/>
            </a:solidFill>
            <a:ln w="0">
              <a:noFill/>
              <a:prstDash val="solid"/>
            </a:ln>
          </p:spPr>
        </p:sp>
        <p:sp>
          <p:nvSpPr>
            <p:cNvPr id="1130" name="four:certificate-flow:textbox:1130">
              <a:extLst>
                <a:ext uri="{FF2B5EF4-FFF2-40B4-BE49-F238E27FC236}">
                  <ns2:creationId id="{AB5C2CC1-9913-4341-BF5C-5F3FDDDC5365}"/>
                </a:ext>
              </a:extLst>
            </p:cNvPr>
            <p:cNvSpPr>
              <a:spLocks noGrp="1"/>
            </p:cNvSpPr>
            <p:nvPr/>
          </p:nvSpPr>
          <p:spPr>
            <a:xfrm>
              <a:off x="8572500" y="4257675"/>
              <a:ext cx="2857500" cy="342900"/>
            </a:xfrm>
            <a:prstGeom prst="rect">
              <a:avLst/>
            </a:prstGeom>
            <a:noFill/>
            <a:ln w="0">
              <a:noFill/>
              <a:prstDash val="solid"/>
            </a:ln>
          </p:spPr>
          <p:txBody>
            <a:bodyPr wrap="none" lIns="0" tIns="0" rIns="0" bIns="0" anchor="ctr">
              <a:normAutofit fontScale="100000"/>
            </a:bodyPr>
            <a:lstStyle>
              <a:defPPr algn="ctr">
                <a:defRPr sz="2025" b="0">
                  <a:solidFill>
                    <a:srgbClr val="7B8790"/>
                  </a:solidFill>
                  <a:latin typeface="Arial"/>
                  <a:ea typeface="Arial"/>
                  <a:cs typeface="Arial"/>
                </a:defRPr>
              </a:defPPr>
            </a:lstStyle>
            <a:p>
              <a:pPr algn="ctr">
                <a:defRPr sz="2025" b="0">
                  <a:solidFill>
                    <a:srgbClr val="7B8790"/>
                  </a:solidFill>
                  <a:latin typeface="Arial"/>
                  <a:ea typeface="Arial"/>
                  <a:cs typeface="Arial"/>
                </a:defRPr>
              </a:pPr>
              <a:r>
                <a:rPr sz="2025" b="0">
                  <a:solidFill>
                    <a:srgbClr val="7B8790"/>
                  </a:solidFill>
                  <a:latin typeface="Arial"/>
                  <a:ea typeface="Arial"/>
                  <a:cs typeface="Arial"/>
                </a:rPr>
                <a:t>H = </a:t>
              </a:r>
              <a:r>
                <a:rPr sz="2025" b="0">
                  <a:solidFill>
                    <a:srgbClr val="7B8790"/>
                  </a:solidFill>
                  <a:latin typeface="Arial"/>
                  <a:ea typeface="Arial"/>
                  <a:cs typeface="Arial"/>
                </a:rPr>
                <a:t>τ</a:t>
              </a:r>
              <a:r>
                <a:rPr sz="1458" b="0" baseline="32000">
                  <a:solidFill>
                    <a:srgbClr val="7B8790"/>
                  </a:solidFill>
                  <a:latin typeface="Arial"/>
                  <a:ea typeface="Arial"/>
                  <a:cs typeface="Arial"/>
                </a:rPr>
                <a:t>*</a:t>
              </a:r>
              <a:r>
                <a:rPr sz="2025" b="0">
                  <a:solidFill>
                    <a:srgbClr val="7B8790"/>
                  </a:solidFill>
                  <a:latin typeface="Arial"/>
                  <a:ea typeface="Arial"/>
                  <a:cs typeface="Arial"/>
                </a:rPr>
                <a:t> − </a:t>
              </a:r>
              <a:r>
                <a:rPr sz="2025" b="0">
                  <a:solidFill>
                    <a:srgbClr val="7B8790"/>
                  </a:solidFill>
                  <a:latin typeface="Arial"/>
                  <a:ea typeface="Arial"/>
                  <a:cs typeface="Arial"/>
                </a:rPr>
                <a:t>τ</a:t>
              </a:r>
              <a:r>
                <a:rPr sz="1458" b="0" baseline="-25000">
                  <a:solidFill>
                    <a:srgbClr val="7B8790"/>
                  </a:solidFill>
                  <a:latin typeface="Arial"/>
                  <a:ea typeface="Arial"/>
                  <a:cs typeface="Arial"/>
                </a:rPr>
                <a:t>free</a:t>
              </a:r>
            </a:p>
          </p:txBody>
        </p:sp>
        <p:sp>
          <p:nvSpPr>
            <p:cNvPr id="1131" name="four:certificate-flow:textbox:1131">
              <a:extLst>
                <a:ext uri="{FF2B5EF4-FFF2-40B4-BE49-F238E27FC236}">
                  <ns2:creationId id="{AAD5D2A2-61C9-4AE4-9770-6886025BD5D3}"/>
                </a:ext>
              </a:extLst>
            </p:cNvPr>
            <p:cNvSpPr>
              <a:spLocks noGrp="1"/>
            </p:cNvSpPr>
            <p:nvPr/>
          </p:nvSpPr>
          <p:spPr>
            <a:xfrm>
              <a:off x="11830050" y="4257675"/>
              <a:ext cx="1524000" cy="342900"/>
            </a:xfrm>
            <a:prstGeom prst="rect">
              <a:avLst/>
            </a:prstGeom>
            <a:noFill/>
            <a:ln w="0">
              <a:noFill/>
              <a:prstDash val="solid"/>
            </a:ln>
          </p:spPr>
          <p:txBody>
            <a:bodyPr wrap="none" lIns="0" tIns="0" rIns="0" bIns="0" anchor="ctr">
              <a:normAutofit fontScale="100000"/>
            </a:bodyPr>
            <a:lstStyle>
              <a:defPPr algn="ctr">
                <a:defRPr sz="2250" b="0">
                  <a:solidFill>
                    <a:srgbClr val="7B8790"/>
                  </a:solidFill>
                  <a:latin typeface="Arial"/>
                  <a:ea typeface="Arial"/>
                  <a:cs typeface="Arial"/>
                </a:defRPr>
              </a:defPPr>
            </a:lstStyle>
            <a:p>
              <a:pPr algn="ctr">
                <a:defRPr sz="2250" b="0">
                  <a:solidFill>
                    <a:srgbClr val="7B8790"/>
                  </a:solidFill>
                  <a:latin typeface="Arial"/>
                  <a:ea typeface="Arial"/>
                  <a:cs typeface="Arial"/>
                </a:defRPr>
              </a:pPr>
              <a:r>
                <a:rPr sz="2250" b="0">
                  <a:solidFill>
                    <a:srgbClr val="7B8790"/>
                  </a:solidFill>
                  <a:latin typeface="Arial"/>
                  <a:ea typeface="Arial"/>
                  <a:cs typeface="Arial"/>
                </a:rPr>
                <a:t>H &gt; θ</a:t>
              </a:r>
            </a:p>
          </p:txBody>
        </p:sp>
      </p:grpSp>
      <p:grpSp>
        <p:nvGrpSpPr>
          <p:cNvPr id="3181" name="selective-relaxation"/>
          <p:cNvGrpSpPr/>
          <p:nvPr/>
        </p:nvGrpSpPr>
        <p:grpSpPr>
          <a:xfrm>
            <a:off x="0" y="0"/>
            <a:ext cx="24955500" cy="8572500"/>
            <a:chOff x="0" y="0"/>
            <a:chExt cx="24955500" cy="8572500"/>
          </a:xfrm>
        </p:grpSpPr>
        <p:sp>
          <p:nvSpPr>
            <p:cNvPr id="1132" name="four:selective-relaxation:textbox:1132">
              <a:extLst>
                <a:ext uri="{FF2B5EF4-FFF2-40B4-BE49-F238E27FC236}">
                  <ns2:creationId id="{F1FB1A25-8499-4258-A072-12634B4CFE69}"/>
                </a:ext>
              </a:extLst>
            </p:cNvPr>
            <p:cNvSpPr>
              <a:spLocks noGrp="1"/>
            </p:cNvSpPr>
            <p:nvPr/>
          </p:nvSpPr>
          <p:spPr>
            <a:xfrm>
              <a:off x="8572500" y="4867275"/>
              <a:ext cx="4219575" cy="304800"/>
            </a:xfrm>
            <a:prstGeom prst="rect">
              <a:avLst/>
            </a:prstGeom>
            <a:noFill/>
            <a:ln w="0">
              <a:noFill/>
              <a:prstDash val="solid"/>
            </a:ln>
          </p:spPr>
          <p:txBody>
            <a:bodyPr wrap="none" lIns="0" tIns="0" rIns="0" bIns="0" anchor="ctr">
              <a:normAutofit fontScale="100000"/>
            </a:bodyPr>
            <a:lstStyle>
              <a:defPPr algn="l">
                <a:defRPr sz="1875" b="1">
                  <a:solidFill>
                    <a:srgbClr val="263238"/>
                  </a:solidFill>
                  <a:latin typeface="Arial"/>
                  <a:ea typeface="Arial"/>
                  <a:cs typeface="Arial"/>
                </a:defRPr>
              </a:defPPr>
            </a:lstStyle>
            <a:p>
              <a:pPr algn="l">
                <a:defRPr sz="1875" b="1">
                  <a:solidFill>
                    <a:srgbClr val="263238"/>
                  </a:solidFill>
                  <a:latin typeface="Arial"/>
                  <a:ea typeface="Arial"/>
                  <a:cs typeface="Arial"/>
                </a:defRPr>
              </a:pPr>
              <a:r>
                <a:rPr sz="1875" b="1">
                  <a:solidFill>
                    <a:srgbClr val="263238"/>
                  </a:solidFill>
                  <a:latin typeface="Arial"/>
                  <a:ea typeface="Arial"/>
                  <a:cs typeface="Arial"/>
                </a:rPr>
                <a:t>Selective relaxation</a:t>
              </a:r>
            </a:p>
          </p:txBody>
        </p:sp>
        <p:sp>
          <p:nvSpPr>
            <p:cNvPr id="1133" name="four:selective-relaxation:textbox:1133">
              <a:extLst>
                <a:ext uri="{FF2B5EF4-FFF2-40B4-BE49-F238E27FC236}">
                  <ns2:creationId id="{4D9BD45E-AFA8-49A6-B4C9-F94382C8DAB0}"/>
                </a:ext>
              </a:extLst>
            </p:cNvPr>
            <p:cNvSpPr>
              <a:spLocks noGrp="1"/>
            </p:cNvSpPr>
            <p:nvPr/>
          </p:nvSpPr>
          <p:spPr>
            <a:xfrm>
              <a:off x="8572500" y="5172075"/>
              <a:ext cx="1333500" cy="342900"/>
            </a:xfrm>
            <a:prstGeom prst="rect">
              <a:avLst/>
            </a:prstGeom>
            <a:noFill/>
            <a:ln w="0">
              <a:noFill/>
              <a:prstDash val="solid"/>
            </a:ln>
          </p:spPr>
          <p:txBody>
            <a:bodyPr wrap="none" lIns="0" tIns="0" rIns="0" bIns="0" anchor="ctr">
              <a:normAutofit fontScale="100000"/>
            </a:bodyPr>
            <a:lstStyle>
              <a:defPPr algn="ctr">
                <a:defRPr sz="2025" b="0">
                  <a:solidFill>
                    <a:srgbClr val="7B8790"/>
                  </a:solidFill>
                  <a:latin typeface="Arial"/>
                  <a:ea typeface="Arial"/>
                  <a:cs typeface="Arial"/>
                </a:defRPr>
              </a:defPPr>
            </a:lstStyle>
            <a:p>
              <a:pPr algn="ctr">
                <a:defRPr sz="2025" b="0">
                  <a:solidFill>
                    <a:srgbClr val="7B8790"/>
                  </a:solidFill>
                  <a:latin typeface="Arial"/>
                  <a:ea typeface="Arial"/>
                  <a:cs typeface="Arial"/>
                </a:defRPr>
              </a:pPr>
              <a:r>
                <a:rPr sz="2025" b="0">
                  <a:solidFill>
                    <a:srgbClr val="7B8790"/>
                  </a:solidFill>
                  <a:latin typeface="Arial"/>
                  <a:ea typeface="Arial"/>
                  <a:cs typeface="Arial"/>
                </a:rPr>
                <a:t>γ</a:t>
              </a:r>
              <a:r>
                <a:rPr sz="1458" b="0" baseline="-25000">
                  <a:solidFill>
                    <a:srgbClr val="7B8790"/>
                  </a:solidFill>
                  <a:latin typeface="Arial"/>
                  <a:ea typeface="Arial"/>
                  <a:cs typeface="Arial"/>
                </a:rPr>
                <a:t>v</a:t>
              </a:r>
              <a:r>
                <a:rPr sz="2025" b="0">
                  <a:solidFill>
                    <a:srgbClr val="7B8790"/>
                  </a:solidFill>
                  <a:latin typeface="Arial"/>
                  <a:ea typeface="Arial"/>
                  <a:cs typeface="Arial"/>
                </a:rPr>
                <a:t> ≤ κ</a:t>
              </a:r>
            </a:p>
          </p:txBody>
        </p:sp>
        <p:sp>
          <p:nvSpPr>
            <p:cNvPr id="1134" name="four:selective-relaxation:textbox:1134">
              <a:extLst>
                <a:ext uri="{FF2B5EF4-FFF2-40B4-BE49-F238E27FC236}">
                  <ns2:creationId id="{85A0F2AD-26FA-48A5-9C63-11A4CA722558}"/>
                </a:ext>
              </a:extLst>
            </p:cNvPr>
            <p:cNvSpPr>
              <a:spLocks noGrp="1"/>
            </p:cNvSpPr>
            <p:nvPr/>
          </p:nvSpPr>
          <p:spPr>
            <a:xfrm>
              <a:off x="8572500" y="5467350"/>
              <a:ext cx="1333500" cy="219075"/>
            </a:xfrm>
            <a:prstGeom prst="rect">
              <a:avLst/>
            </a:prstGeom>
            <a:noFill/>
            <a:ln w="0">
              <a:noFill/>
              <a:prstDash val="solid"/>
            </a:ln>
          </p:spPr>
          <p:txBody>
            <a:bodyPr wrap="none" lIns="0" tIns="0" rIns="0" bIns="0" anchor="ctr">
              <a:normAutofit fontScale="100000"/>
            </a:bodyPr>
            <a:lstStyle>
              <a:defPPr algn="ctr">
                <a:defRPr sz="1425" b="1">
                  <a:solidFill>
                    <a:srgbClr val="7B8790"/>
                  </a:solidFill>
                  <a:latin typeface="Arial"/>
                  <a:ea typeface="Arial"/>
                  <a:cs typeface="Arial"/>
                </a:defRPr>
              </a:defPPr>
            </a:lstStyle>
            <a:p>
              <a:pPr algn="ctr">
                <a:defRPr sz="1425" b="1">
                  <a:solidFill>
                    <a:srgbClr val="7B8790"/>
                  </a:solidFill>
                  <a:latin typeface="Arial"/>
                  <a:ea typeface="Arial"/>
                  <a:cs typeface="Arial"/>
                </a:defRPr>
              </a:pPr>
              <a:r>
                <a:rPr sz="1425" b="1">
                  <a:solidFill>
                    <a:srgbClr val="7B8790"/>
                  </a:solidFill>
                  <a:latin typeface="Arial"/>
                  <a:ea typeface="Arial"/>
                  <a:cs typeface="Arial"/>
                </a:rPr>
                <a:t>Expand</a:t>
              </a:r>
            </a:p>
          </p:txBody>
        </p:sp>
        <p:sp>
          <p:nvSpPr>
            <p:cNvPr id="1135" name="four:selective-relaxation:textbox:1135">
              <a:extLst>
                <a:ext uri="{FF2B5EF4-FFF2-40B4-BE49-F238E27FC236}">
                  <ns2:creationId id="{46EC5B2D-FA2A-4C56-BA41-908388EB963C}"/>
                </a:ext>
              </a:extLst>
            </p:cNvPr>
            <p:cNvSpPr>
              <a:spLocks noGrp="1"/>
            </p:cNvSpPr>
            <p:nvPr/>
          </p:nvSpPr>
          <p:spPr>
            <a:xfrm>
              <a:off x="10039350" y="5172075"/>
              <a:ext cx="1333500" cy="342900"/>
            </a:xfrm>
            <a:prstGeom prst="rect">
              <a:avLst/>
            </a:prstGeom>
            <a:noFill/>
            <a:ln w="0">
              <a:noFill/>
              <a:prstDash val="solid"/>
            </a:ln>
          </p:spPr>
          <p:txBody>
            <a:bodyPr wrap="none" lIns="0" tIns="0" rIns="0" bIns="0" anchor="ctr">
              <a:normAutofit fontScale="100000"/>
            </a:bodyPr>
            <a:lstStyle>
              <a:defPPr algn="ctr">
                <a:defRPr sz="2025" b="0">
                  <a:solidFill>
                    <a:srgbClr val="7B8790"/>
                  </a:solidFill>
                  <a:latin typeface="Arial"/>
                  <a:ea typeface="Arial"/>
                  <a:cs typeface="Arial"/>
                </a:defRPr>
              </a:defPPr>
            </a:lstStyle>
            <a:p>
              <a:pPr algn="ctr">
                <a:defRPr sz="2025" b="0">
                  <a:solidFill>
                    <a:srgbClr val="7B8790"/>
                  </a:solidFill>
                  <a:latin typeface="Arial"/>
                  <a:ea typeface="Arial"/>
                  <a:cs typeface="Arial"/>
                </a:defRPr>
              </a:pPr>
              <a:r>
                <a:rPr sz="2025" b="0">
                  <a:solidFill>
                    <a:srgbClr val="7B8790"/>
                  </a:solidFill>
                  <a:latin typeface="Arial"/>
                  <a:ea typeface="Arial"/>
                  <a:cs typeface="Arial"/>
                </a:rPr>
                <a:t>γ</a:t>
              </a:r>
              <a:r>
                <a:rPr sz="1458" b="0" baseline="-25000">
                  <a:solidFill>
                    <a:srgbClr val="7B8790"/>
                  </a:solidFill>
                  <a:latin typeface="Arial"/>
                  <a:ea typeface="Arial"/>
                  <a:cs typeface="Arial"/>
                </a:rPr>
                <a:t>v</a:t>
              </a:r>
              <a:r>
                <a:rPr sz="2025" b="0">
                  <a:solidFill>
                    <a:srgbClr val="7B8790"/>
                  </a:solidFill>
                  <a:latin typeface="Arial"/>
                  <a:ea typeface="Arial"/>
                  <a:cs typeface="Arial"/>
                </a:rPr>
                <a:t> &gt; κ</a:t>
              </a:r>
            </a:p>
          </p:txBody>
        </p:sp>
        <p:sp>
          <p:nvSpPr>
            <p:cNvPr id="1136" name="four:selective-relaxation:textbox:1136">
              <a:extLst>
                <a:ext uri="{FF2B5EF4-FFF2-40B4-BE49-F238E27FC236}">
                  <ns2:creationId id="{5D3978CA-A3EC-4530-808C-B5EE3EDCBFFC}"/>
                </a:ext>
              </a:extLst>
            </p:cNvPr>
            <p:cNvSpPr>
              <a:spLocks noGrp="1"/>
            </p:cNvSpPr>
            <p:nvPr/>
          </p:nvSpPr>
          <p:spPr>
            <a:xfrm>
              <a:off x="10039350" y="5467350"/>
              <a:ext cx="1333500" cy="219075"/>
            </a:xfrm>
            <a:prstGeom prst="rect">
              <a:avLst/>
            </a:prstGeom>
            <a:noFill/>
            <a:ln w="0">
              <a:noFill/>
              <a:prstDash val="solid"/>
            </a:ln>
          </p:spPr>
          <p:txBody>
            <a:bodyPr wrap="none" lIns="0" tIns="0" rIns="0" bIns="0" anchor="ctr">
              <a:normAutofit fontScale="100000"/>
            </a:bodyPr>
            <a:lstStyle>
              <a:defPPr algn="ctr">
                <a:defRPr sz="1425" b="1">
                  <a:solidFill>
                    <a:srgbClr val="7B8790"/>
                  </a:solidFill>
                  <a:latin typeface="Arial"/>
                  <a:ea typeface="Arial"/>
                  <a:cs typeface="Arial"/>
                </a:defRPr>
              </a:defPPr>
            </a:lstStyle>
            <a:p>
              <a:pPr algn="ctr">
                <a:defRPr sz="1425" b="1">
                  <a:solidFill>
                    <a:srgbClr val="7B8790"/>
                  </a:solidFill>
                  <a:latin typeface="Arial"/>
                  <a:ea typeface="Arial"/>
                  <a:cs typeface="Arial"/>
                </a:defRPr>
              </a:pPr>
              <a:r>
                <a:rPr sz="1425" b="1">
                  <a:solidFill>
                    <a:srgbClr val="7B8790"/>
                  </a:solidFill>
                  <a:latin typeface="Arial"/>
                  <a:ea typeface="Arial"/>
                  <a:cs typeface="Arial"/>
                </a:rPr>
                <a:t>Retain</a:t>
              </a:r>
            </a:p>
          </p:txBody>
        </p:sp>
        <p:sp>
          <p:nvSpPr>
            <p:cNvPr id="1137" name="four:selective-relaxation:line:1137">
              <a:extLst>
                <a:ext uri="{FF2B5EF4-FFF2-40B4-BE49-F238E27FC236}">
                  <ns2:creationId id="{3238EDE6-A3C3-4D18-9C46-5D8C310815EF}"/>
                </a:ext>
              </a:extLst>
            </p:cNvPr>
            <p:cNvSpPr>
              <a:spLocks noGrp="1"/>
            </p:cNvSpPr>
            <p:nvPr/>
          </p:nvSpPr>
          <p:spPr>
            <a:xfrm>
              <a:off x="9696450" y="5581650"/>
              <a:ext cx="953" cy="293370"/>
            </a:xfrm>
            <a:custGeom>
              <a:pathLst>
                <a:path w="953" h="293370">
                  <a:moveTo>
                    <a:pt x="0" y="60341"/>
                  </a:moveTo>
                  <a:lnTo>
                    <a:pt x="0" y="233029"/>
                  </a:lnTo>
                </a:path>
              </a:pathLst>
            </a:custGeom>
            <a:noFill/>
            <a:ln w="11906">
              <a:solidFill>
                <a:srgbClr val="263238"/>
              </a:solidFill>
              <a:prstDash val="solid"/>
            </a:ln>
          </p:spPr>
        </p:sp>
        <p:sp>
          <p:nvSpPr>
            <p:cNvPr id="1138" name="four:selective-relaxation:regular-node:1138">
              <a:extLst>
                <a:ext uri="{FF2B5EF4-FFF2-40B4-BE49-F238E27FC236}">
                  <ns2:creationId id="{31E788D4-A087-4E42-9EBD-1F3BF1EBE5D7}"/>
                </a:ext>
              </a:extLst>
            </p:cNvPr>
            <p:cNvSpPr>
              <a:spLocks noGrp="1"/>
            </p:cNvSpPr>
            <p:nvPr/>
          </p:nvSpPr>
          <p:spPr>
            <a:xfrm>
              <a:off x="9678048" y="5672795"/>
              <a:ext cx="36805" cy="36805"/>
            </a:xfrm>
            <a:prstGeom prst="ellipse">
              <a:avLst/>
            </a:prstGeom>
            <a:solidFill>
              <a:srgbClr val="DCE8ED"/>
            </a:solidFill>
            <a:ln w="9525">
              <a:solidFill>
                <a:srgbClr val="263238"/>
              </a:solidFill>
              <a:prstDash val="solid"/>
            </a:ln>
          </p:spPr>
        </p:sp>
        <p:sp>
          <p:nvSpPr>
            <p:cNvPr id="1139" name="four:selective-relaxation:regular-node:1139">
              <a:extLst>
                <a:ext uri="{FF2B5EF4-FFF2-40B4-BE49-F238E27FC236}">
                  <ns2:creationId id="{4D298528-6CF2-49EA-ADAA-67223BAA0F04}"/>
                </a:ext>
              </a:extLst>
            </p:cNvPr>
            <p:cNvSpPr>
              <a:spLocks noGrp="1"/>
            </p:cNvSpPr>
            <p:nvPr/>
          </p:nvSpPr>
          <p:spPr>
            <a:xfrm>
              <a:off x="9678048" y="5747071"/>
              <a:ext cx="36805" cy="36805"/>
            </a:xfrm>
            <a:prstGeom prst="ellipse">
              <a:avLst/>
            </a:prstGeom>
            <a:solidFill>
              <a:srgbClr val="DCE8ED"/>
            </a:solidFill>
            <a:ln w="9525">
              <a:solidFill>
                <a:srgbClr val="263238"/>
              </a:solidFill>
              <a:prstDash val="solid"/>
            </a:ln>
          </p:spPr>
        </p:sp>
        <p:sp>
          <p:nvSpPr>
            <p:cNvPr id="1140" name="four:selective-relaxation:critical-node:1140">
              <a:extLst>
                <a:ext uri="{FF2B5EF4-FFF2-40B4-BE49-F238E27FC236}">
                  <ns2:creationId id="{5C760112-C9E3-4067-85F8-BFE2C905D538}"/>
                </a:ext>
              </a:extLst>
            </p:cNvPr>
            <p:cNvSpPr>
              <a:spLocks noGrp="1"/>
            </p:cNvSpPr>
            <p:nvPr/>
          </p:nvSpPr>
          <p:spPr>
            <a:xfrm>
              <a:off x="9642777" y="5527977"/>
              <a:ext cx="107347" cy="107347"/>
            </a:xfrm>
            <a:prstGeom prst="diamond">
              <a:avLst/>
            </a:prstGeom>
            <a:solidFill>
              <a:srgbClr val="DCE8ED"/>
            </a:solidFill>
            <a:ln w="10478">
              <a:solidFill>
                <a:srgbClr val="263238"/>
              </a:solidFill>
              <a:prstDash val="solid"/>
            </a:ln>
          </p:spPr>
        </p:sp>
        <p:sp>
          <p:nvSpPr>
            <p:cNvPr id="1141" name="four:selective-relaxation:critical-node:1141">
              <a:extLst>
                <a:ext uri="{FF2B5EF4-FFF2-40B4-BE49-F238E27FC236}">
                  <ns2:creationId id="{285A6D79-5E99-44DD-8F2A-9B066F470D08}"/>
                </a:ext>
              </a:extLst>
            </p:cNvPr>
            <p:cNvSpPr>
              <a:spLocks noGrp="1"/>
            </p:cNvSpPr>
            <p:nvPr/>
          </p:nvSpPr>
          <p:spPr>
            <a:xfrm>
              <a:off x="9642777" y="5821347"/>
              <a:ext cx="107347" cy="107347"/>
            </a:xfrm>
            <a:prstGeom prst="diamond">
              <a:avLst/>
            </a:prstGeom>
            <a:solidFill>
              <a:srgbClr val="DCE8ED"/>
            </a:solidFill>
            <a:ln w="10478">
              <a:solidFill>
                <a:srgbClr val="263238"/>
              </a:solidFill>
              <a:prstDash val="solid"/>
            </a:ln>
          </p:spPr>
        </p:sp>
        <p:sp>
          <p:nvSpPr>
            <p:cNvPr id="1142" name="four:selective-relaxation:line:1142">
              <a:extLst>
                <a:ext uri="{FF2B5EF4-FFF2-40B4-BE49-F238E27FC236}">
                  <ns2:creationId id="{858191A9-D2A0-4184-AB7B-BDD52788ABE7}"/>
                </a:ext>
              </a:extLst>
            </p:cNvPr>
            <p:cNvSpPr>
              <a:spLocks noGrp="1"/>
            </p:cNvSpPr>
            <p:nvPr/>
          </p:nvSpPr>
          <p:spPr>
            <a:xfrm>
              <a:off x="9151239" y="5875020"/>
              <a:ext cx="1090422" cy="953"/>
            </a:xfrm>
            <a:custGeom>
              <a:pathLst>
                <a:path w="1090422" h="953">
                  <a:moveTo>
                    <a:pt x="0" y="0"/>
                  </a:moveTo>
                  <a:lnTo>
                    <a:pt x="484870" y="0"/>
                  </a:lnTo>
                  <a:moveTo>
                    <a:pt x="605552" y="0"/>
                  </a:moveTo>
                  <a:lnTo>
                    <a:pt x="1090422" y="0"/>
                  </a:lnTo>
                </a:path>
              </a:pathLst>
            </a:custGeom>
            <a:noFill/>
            <a:ln w="11906">
              <a:solidFill>
                <a:srgbClr val="263238"/>
              </a:solidFill>
              <a:prstDash val="solid"/>
            </a:ln>
          </p:spPr>
        </p:sp>
        <p:sp>
          <p:nvSpPr>
            <p:cNvPr id="1143" name="four:selective-relaxation:line:1143">
              <a:extLst>
                <a:ext uri="{FF2B5EF4-FFF2-40B4-BE49-F238E27FC236}">
                  <ns2:creationId id="{4DF5CCEF-1529-499C-99E5-47EFCE5F44D6}"/>
                </a:ext>
              </a:extLst>
            </p:cNvPr>
            <p:cNvSpPr>
              <a:spLocks noGrp="1"/>
            </p:cNvSpPr>
            <p:nvPr/>
          </p:nvSpPr>
          <p:spPr>
            <a:xfrm>
              <a:off x="9151239" y="5875020"/>
              <a:ext cx="953" cy="320040"/>
            </a:xfrm>
            <a:custGeom>
              <a:pathLst>
                <a:path w="953" h="320040">
                  <a:moveTo>
                    <a:pt x="0" y="0"/>
                  </a:moveTo>
                  <a:lnTo>
                    <a:pt x="0" y="236696"/>
                  </a:lnTo>
                </a:path>
              </a:pathLst>
            </a:custGeom>
            <a:noFill/>
            <a:ln w="11906">
              <a:solidFill>
                <a:srgbClr val="263238"/>
              </a:solidFill>
              <a:prstDash val="solid"/>
            </a:ln>
          </p:spPr>
        </p:sp>
        <p:sp>
          <p:nvSpPr>
            <p:cNvPr id="1144" name="four:selective-relaxation:regular-node:1144">
              <a:extLst>
                <a:ext uri="{FF2B5EF4-FFF2-40B4-BE49-F238E27FC236}">
                  <ns2:creationId id="{77885CD6-7B48-477C-BCCD-52F6665365B7}"/>
                </a:ext>
              </a:extLst>
            </p:cNvPr>
            <p:cNvSpPr>
              <a:spLocks noGrp="1"/>
            </p:cNvSpPr>
            <p:nvPr/>
          </p:nvSpPr>
          <p:spPr>
            <a:xfrm>
              <a:off x="9125169" y="5921381"/>
              <a:ext cx="52140" cy="52140"/>
            </a:xfrm>
            <a:prstGeom prst="ellipse">
              <a:avLst/>
            </a:prstGeom>
            <a:solidFill>
              <a:srgbClr val="D4B4CC"/>
            </a:solidFill>
            <a:ln w="9525">
              <a:solidFill>
                <a:srgbClr val="263238"/>
              </a:solidFill>
              <a:prstDash val="solid"/>
            </a:ln>
          </p:spPr>
        </p:sp>
        <p:sp>
          <p:nvSpPr>
            <p:cNvPr id="1145" name="four:selective-relaxation:regular-node:1145">
              <a:extLst>
                <a:ext uri="{FF2B5EF4-FFF2-40B4-BE49-F238E27FC236}">
                  <ns2:creationId id="{2C8B3802-70C9-4A2C-807F-DFFEDF9BA77D}"/>
                </a:ext>
              </a:extLst>
            </p:cNvPr>
            <p:cNvSpPr>
              <a:spLocks noGrp="1"/>
            </p:cNvSpPr>
            <p:nvPr/>
          </p:nvSpPr>
          <p:spPr>
            <a:xfrm>
              <a:off x="9125169" y="6019883"/>
              <a:ext cx="52140" cy="52140"/>
            </a:xfrm>
            <a:prstGeom prst="ellipse">
              <a:avLst/>
            </a:prstGeom>
            <a:solidFill>
              <a:srgbClr val="D4B4CC"/>
            </a:solidFill>
            <a:ln w="9525">
              <a:solidFill>
                <a:srgbClr val="263238"/>
              </a:solidFill>
              <a:prstDash val="solid"/>
            </a:ln>
          </p:spPr>
        </p:sp>
        <p:sp>
          <p:nvSpPr>
            <p:cNvPr id="1146" name="four:selective-relaxation:line:1146">
              <a:extLst>
                <a:ext uri="{FF2B5EF4-FFF2-40B4-BE49-F238E27FC236}">
                  <ns2:creationId id="{9B1693FF-8DF8-4AB0-8145-1EBF4D48F50B}"/>
                </a:ext>
              </a:extLst>
            </p:cNvPr>
            <p:cNvSpPr>
              <a:spLocks noGrp="1"/>
            </p:cNvSpPr>
            <p:nvPr/>
          </p:nvSpPr>
          <p:spPr>
            <a:xfrm>
              <a:off x="10241661" y="5875020"/>
              <a:ext cx="953" cy="773430"/>
            </a:xfrm>
            <a:custGeom>
              <a:pathLst>
                <a:path w="953" h="773430">
                  <a:moveTo>
                    <a:pt x="0" y="0"/>
                  </a:moveTo>
                  <a:lnTo>
                    <a:pt x="0" y="690086"/>
                  </a:lnTo>
                </a:path>
              </a:pathLst>
            </a:custGeom>
            <a:noFill/>
            <a:ln w="11906">
              <a:solidFill>
                <a:srgbClr val="263238"/>
              </a:solidFill>
              <a:prstDash val="solid"/>
            </a:ln>
          </p:spPr>
        </p:sp>
        <p:sp>
          <p:nvSpPr>
            <p:cNvPr id="1147" name="four:selective-relaxation:regular-node:1147">
              <a:extLst>
                <a:ext uri="{FF2B5EF4-FFF2-40B4-BE49-F238E27FC236}">
                  <ns2:creationId id="{4C2BF638-7180-44F2-A8EF-870B1E3B448F}"/>
                </a:ext>
              </a:extLst>
            </p:cNvPr>
            <p:cNvSpPr>
              <a:spLocks noGrp="1"/>
            </p:cNvSpPr>
            <p:nvPr/>
          </p:nvSpPr>
          <p:spPr>
            <a:xfrm>
              <a:off x="10215591" y="6010104"/>
              <a:ext cx="52140" cy="52140"/>
            </a:xfrm>
            <a:prstGeom prst="ellipse">
              <a:avLst/>
            </a:prstGeom>
            <a:solidFill>
              <a:srgbClr val="81C9BA"/>
            </a:solidFill>
            <a:ln w="9525">
              <a:solidFill>
                <a:srgbClr val="263238"/>
              </a:solidFill>
              <a:prstDash val="solid"/>
            </a:ln>
          </p:spPr>
        </p:sp>
        <p:sp>
          <p:nvSpPr>
            <p:cNvPr id="1148" name="four:selective-relaxation:regular-node:1148">
              <a:extLst>
                <a:ext uri="{FF2B5EF4-FFF2-40B4-BE49-F238E27FC236}">
                  <ns2:creationId id="{CABFC6AA-2E50-479E-A47B-14696AC25210}"/>
                </a:ext>
              </a:extLst>
            </p:cNvPr>
            <p:cNvSpPr>
              <a:spLocks noGrp="1"/>
            </p:cNvSpPr>
            <p:nvPr/>
          </p:nvSpPr>
          <p:spPr>
            <a:xfrm>
              <a:off x="10215591" y="6197327"/>
              <a:ext cx="52140" cy="52140"/>
            </a:xfrm>
            <a:prstGeom prst="ellipse">
              <a:avLst/>
            </a:prstGeom>
            <a:solidFill>
              <a:srgbClr val="81C9BA"/>
            </a:solidFill>
            <a:ln w="9525">
              <a:solidFill>
                <a:srgbClr val="263238"/>
              </a:solidFill>
              <a:prstDash val="solid"/>
            </a:ln>
          </p:spPr>
        </p:sp>
        <p:sp>
          <p:nvSpPr>
            <p:cNvPr id="1149" name="four:selective-relaxation:regular-node:1149">
              <a:extLst>
                <a:ext uri="{FF2B5EF4-FFF2-40B4-BE49-F238E27FC236}">
                  <ns2:creationId id="{F599D4D3-FCF0-42DF-90BF-8672F763190B}"/>
                </a:ext>
              </a:extLst>
            </p:cNvPr>
            <p:cNvSpPr>
              <a:spLocks noGrp="1"/>
            </p:cNvSpPr>
            <p:nvPr/>
          </p:nvSpPr>
          <p:spPr>
            <a:xfrm>
              <a:off x="10215591" y="6384550"/>
              <a:ext cx="52140" cy="52140"/>
            </a:xfrm>
            <a:prstGeom prst="ellipse">
              <a:avLst/>
            </a:prstGeom>
            <a:solidFill>
              <a:srgbClr val="81C9BA"/>
            </a:solidFill>
            <a:ln w="9525">
              <a:solidFill>
                <a:srgbClr val="263238"/>
              </a:solidFill>
              <a:prstDash val="solid"/>
            </a:ln>
          </p:spPr>
        </p:sp>
        <p:sp>
          <p:nvSpPr>
            <p:cNvPr id="1150" name="four:selective-relaxation:line:1150">
              <a:extLst>
                <a:ext uri="{FF2B5EF4-FFF2-40B4-BE49-F238E27FC236}">
                  <ns2:creationId id="{BAB93A01-C5C4-4B4F-A597-89F7A028891E}"/>
                </a:ext>
              </a:extLst>
            </p:cNvPr>
            <p:cNvSpPr>
              <a:spLocks noGrp="1"/>
            </p:cNvSpPr>
            <p:nvPr/>
          </p:nvSpPr>
          <p:spPr>
            <a:xfrm>
              <a:off x="8807958" y="6195060"/>
              <a:ext cx="686562" cy="953"/>
            </a:xfrm>
            <a:custGeom>
              <a:pathLst>
                <a:path w="686562" h="953">
                  <a:moveTo>
                    <a:pt x="0" y="0"/>
                  </a:moveTo>
                  <a:lnTo>
                    <a:pt x="259937" y="0"/>
                  </a:lnTo>
                  <a:moveTo>
                    <a:pt x="426625" y="0"/>
                  </a:moveTo>
                  <a:lnTo>
                    <a:pt x="686562" y="0"/>
                  </a:lnTo>
                </a:path>
              </a:pathLst>
            </a:custGeom>
            <a:noFill/>
            <a:ln w="11906">
              <a:solidFill>
                <a:srgbClr val="263238"/>
              </a:solidFill>
              <a:prstDash val="solid"/>
            </a:ln>
          </p:spPr>
        </p:sp>
        <p:sp>
          <p:nvSpPr>
            <p:cNvPr id="1151" name="four:selective-relaxation:line:1151">
              <a:extLst>
                <a:ext uri="{FF2B5EF4-FFF2-40B4-BE49-F238E27FC236}">
                  <ns2:creationId id="{5A785127-FCE0-46A1-871F-12B8F5136248}"/>
                </a:ext>
              </a:extLst>
            </p:cNvPr>
            <p:cNvSpPr>
              <a:spLocks noGrp="1"/>
            </p:cNvSpPr>
            <p:nvPr/>
          </p:nvSpPr>
          <p:spPr>
            <a:xfrm>
              <a:off x="9898380" y="6648450"/>
              <a:ext cx="686562" cy="953"/>
            </a:xfrm>
            <a:custGeom>
              <a:pathLst>
                <a:path w="686562" h="953">
                  <a:moveTo>
                    <a:pt x="0" y="0"/>
                  </a:moveTo>
                  <a:lnTo>
                    <a:pt x="259937" y="0"/>
                  </a:lnTo>
                  <a:moveTo>
                    <a:pt x="426625" y="0"/>
                  </a:moveTo>
                  <a:lnTo>
                    <a:pt x="686562" y="0"/>
                  </a:lnTo>
                </a:path>
              </a:pathLst>
            </a:custGeom>
            <a:noFill/>
            <a:ln w="11906">
              <a:solidFill>
                <a:srgbClr val="263238"/>
              </a:solidFill>
              <a:prstDash val="solid"/>
            </a:ln>
          </p:spPr>
        </p:sp>
        <p:sp>
          <p:nvSpPr>
            <p:cNvPr id="1152" name="four:selective-relaxation:line:1152">
              <a:extLst>
                <a:ext uri="{FF2B5EF4-FFF2-40B4-BE49-F238E27FC236}">
                  <ns2:creationId id="{E11BB8CB-BD11-4D7F-B661-7417DAE93B24}"/>
                </a:ext>
              </a:extLst>
            </p:cNvPr>
            <p:cNvSpPr>
              <a:spLocks noGrp="1"/>
            </p:cNvSpPr>
            <p:nvPr/>
          </p:nvSpPr>
          <p:spPr>
            <a:xfrm>
              <a:off x="8807958" y="6195060"/>
              <a:ext cx="953" cy="720090"/>
            </a:xfrm>
            <a:custGeom>
              <a:pathLst>
                <a:path w="953" h="720090">
                  <a:moveTo>
                    <a:pt x="0" y="0"/>
                  </a:moveTo>
                  <a:lnTo>
                    <a:pt x="0" y="636746"/>
                  </a:lnTo>
                </a:path>
              </a:pathLst>
            </a:custGeom>
            <a:noFill/>
            <a:ln w="11906">
              <a:solidFill>
                <a:srgbClr val="263238"/>
              </a:solidFill>
              <a:prstDash val="solid"/>
            </a:ln>
          </p:spPr>
        </p:sp>
        <p:sp>
          <p:nvSpPr>
            <p:cNvPr id="1153" name="four:selective-relaxation:regular-node:1153">
              <a:extLst>
                <a:ext uri="{FF2B5EF4-FFF2-40B4-BE49-F238E27FC236}">
                  <ns2:creationId id="{EF87E333-D4A1-4FE5-9224-D8604B10B5E6}"/>
                </a:ext>
              </a:extLst>
            </p:cNvPr>
            <p:cNvSpPr>
              <a:spLocks noGrp="1"/>
            </p:cNvSpPr>
            <p:nvPr/>
          </p:nvSpPr>
          <p:spPr>
            <a:xfrm>
              <a:off x="8781888" y="6316809"/>
              <a:ext cx="52140" cy="52140"/>
            </a:xfrm>
            <a:prstGeom prst="ellipse">
              <a:avLst/>
            </a:prstGeom>
            <a:solidFill>
              <a:srgbClr val="0072B2"/>
            </a:solidFill>
            <a:ln w="9525">
              <a:solidFill>
                <a:srgbClr val="263238"/>
              </a:solidFill>
              <a:prstDash val="solid"/>
            </a:ln>
          </p:spPr>
        </p:sp>
        <p:sp>
          <p:nvSpPr>
            <p:cNvPr id="1154" name="four:selective-relaxation:regular-node:1154">
              <a:extLst>
                <a:ext uri="{FF2B5EF4-FFF2-40B4-BE49-F238E27FC236}">
                  <ns2:creationId id="{E653F3CB-C139-404F-BADE-783D9FD3E211}"/>
                </a:ext>
              </a:extLst>
            </p:cNvPr>
            <p:cNvSpPr>
              <a:spLocks noGrp="1"/>
            </p:cNvSpPr>
            <p:nvPr/>
          </p:nvSpPr>
          <p:spPr>
            <a:xfrm>
              <a:off x="8781888" y="6490697"/>
              <a:ext cx="52140" cy="52140"/>
            </a:xfrm>
            <a:prstGeom prst="ellipse">
              <a:avLst/>
            </a:prstGeom>
            <a:solidFill>
              <a:srgbClr val="0072B2"/>
            </a:solidFill>
            <a:ln w="9525">
              <a:solidFill>
                <a:srgbClr val="263238"/>
              </a:solidFill>
              <a:prstDash val="solid"/>
            </a:ln>
          </p:spPr>
        </p:sp>
        <p:sp>
          <p:nvSpPr>
            <p:cNvPr id="1155" name="four:selective-relaxation:regular-node:1155">
              <a:extLst>
                <a:ext uri="{FF2B5EF4-FFF2-40B4-BE49-F238E27FC236}">
                  <ns2:creationId id="{6FBE8BD5-31B1-45B7-970E-E60F57E16108}"/>
                </a:ext>
              </a:extLst>
            </p:cNvPr>
            <p:cNvSpPr>
              <a:spLocks noGrp="1"/>
            </p:cNvSpPr>
            <p:nvPr/>
          </p:nvSpPr>
          <p:spPr>
            <a:xfrm>
              <a:off x="8781888" y="6664585"/>
              <a:ext cx="52140" cy="52140"/>
            </a:xfrm>
            <a:prstGeom prst="ellipse">
              <a:avLst/>
            </a:prstGeom>
            <a:solidFill>
              <a:srgbClr val="0072B2"/>
            </a:solidFill>
            <a:ln w="9525">
              <a:solidFill>
                <a:srgbClr val="263238"/>
              </a:solidFill>
              <a:prstDash val="solid"/>
            </a:ln>
          </p:spPr>
        </p:sp>
        <p:sp>
          <p:nvSpPr>
            <p:cNvPr id="1156" name="four:selective-relaxation:line:1156">
              <a:extLst>
                <a:ext uri="{FF2B5EF4-FFF2-40B4-BE49-F238E27FC236}">
                  <ns2:creationId id="{FF87F583-6556-42C9-8320-53C4E09A103F}"/>
                </a:ext>
              </a:extLst>
            </p:cNvPr>
            <p:cNvSpPr>
              <a:spLocks noGrp="1"/>
            </p:cNvSpPr>
            <p:nvPr/>
          </p:nvSpPr>
          <p:spPr>
            <a:xfrm>
              <a:off x="9494520" y="6195060"/>
              <a:ext cx="953" cy="720090"/>
            </a:xfrm>
            <a:custGeom>
              <a:pathLst>
                <a:path w="953" h="720090">
                  <a:moveTo>
                    <a:pt x="0" y="0"/>
                  </a:moveTo>
                  <a:lnTo>
                    <a:pt x="0" y="636746"/>
                  </a:lnTo>
                </a:path>
              </a:pathLst>
            </a:custGeom>
            <a:noFill/>
            <a:ln w="11906">
              <a:solidFill>
                <a:srgbClr val="263238"/>
              </a:solidFill>
              <a:prstDash val="solid"/>
            </a:ln>
          </p:spPr>
        </p:sp>
        <p:sp>
          <p:nvSpPr>
            <p:cNvPr id="1157" name="four:selective-relaxation:regular-node:1157">
              <a:extLst>
                <a:ext uri="{FF2B5EF4-FFF2-40B4-BE49-F238E27FC236}">
                  <ns2:creationId id="{B3B0665D-1EAC-4C42-ABED-95467CF9418A}"/>
                </a:ext>
              </a:extLst>
            </p:cNvPr>
            <p:cNvSpPr>
              <a:spLocks noGrp="1"/>
            </p:cNvSpPr>
            <p:nvPr/>
          </p:nvSpPr>
          <p:spPr>
            <a:xfrm>
              <a:off x="9468450" y="6316809"/>
              <a:ext cx="52140" cy="52140"/>
            </a:xfrm>
            <a:prstGeom prst="ellipse">
              <a:avLst/>
            </a:prstGeom>
            <a:solidFill>
              <a:srgbClr val="CC79A7"/>
            </a:solidFill>
            <a:ln w="9525">
              <a:solidFill>
                <a:srgbClr val="263238"/>
              </a:solidFill>
              <a:prstDash val="solid"/>
            </a:ln>
          </p:spPr>
        </p:sp>
        <p:sp>
          <p:nvSpPr>
            <p:cNvPr id="1158" name="four:selective-relaxation:regular-node:1158">
              <a:extLst>
                <a:ext uri="{FF2B5EF4-FFF2-40B4-BE49-F238E27FC236}">
                  <ns2:creationId id="{20CCF6DA-2A1B-4346-A777-C3AE2FE17EC7}"/>
                </a:ext>
              </a:extLst>
            </p:cNvPr>
            <p:cNvSpPr>
              <a:spLocks noGrp="1"/>
            </p:cNvSpPr>
            <p:nvPr/>
          </p:nvSpPr>
          <p:spPr>
            <a:xfrm>
              <a:off x="9468450" y="6490697"/>
              <a:ext cx="52140" cy="52140"/>
            </a:xfrm>
            <a:prstGeom prst="ellipse">
              <a:avLst/>
            </a:prstGeom>
            <a:solidFill>
              <a:srgbClr val="CC79A7"/>
            </a:solidFill>
            <a:ln w="9525">
              <a:solidFill>
                <a:srgbClr val="263238"/>
              </a:solidFill>
              <a:prstDash val="solid"/>
            </a:ln>
          </p:spPr>
        </p:sp>
        <p:sp>
          <p:nvSpPr>
            <p:cNvPr id="1159" name="four:selective-relaxation:regular-node:1159">
              <a:extLst>
                <a:ext uri="{FF2B5EF4-FFF2-40B4-BE49-F238E27FC236}">
                  <ns2:creationId id="{B960246A-BCF4-48BC-BAC9-28805F7EDD57}"/>
                </a:ext>
              </a:extLst>
            </p:cNvPr>
            <p:cNvSpPr>
              <a:spLocks noGrp="1"/>
            </p:cNvSpPr>
            <p:nvPr/>
          </p:nvSpPr>
          <p:spPr>
            <a:xfrm>
              <a:off x="9468450" y="6664585"/>
              <a:ext cx="52140" cy="52140"/>
            </a:xfrm>
            <a:prstGeom prst="ellipse">
              <a:avLst/>
            </a:prstGeom>
            <a:solidFill>
              <a:srgbClr val="CC79A7"/>
            </a:solidFill>
            <a:ln w="9525">
              <a:solidFill>
                <a:srgbClr val="263238"/>
              </a:solidFill>
              <a:prstDash val="solid"/>
            </a:ln>
          </p:spPr>
        </p:sp>
        <p:sp>
          <p:nvSpPr>
            <p:cNvPr id="1160" name="four:selective-relaxation:line:1160">
              <a:extLst>
                <a:ext uri="{FF2B5EF4-FFF2-40B4-BE49-F238E27FC236}">
                  <ns2:creationId id="{EE16AEB5-F471-4DD6-9A31-519A4B2103F1}"/>
                </a:ext>
              </a:extLst>
            </p:cNvPr>
            <p:cNvSpPr>
              <a:spLocks noGrp="1"/>
            </p:cNvSpPr>
            <p:nvPr/>
          </p:nvSpPr>
          <p:spPr>
            <a:xfrm>
              <a:off x="9898380" y="6648450"/>
              <a:ext cx="953" cy="266700"/>
            </a:xfrm>
            <a:custGeom>
              <a:pathLst>
                <a:path w="953" h="266700">
                  <a:moveTo>
                    <a:pt x="0" y="0"/>
                  </a:moveTo>
                  <a:lnTo>
                    <a:pt x="0" y="183356"/>
                  </a:lnTo>
                </a:path>
              </a:pathLst>
            </a:custGeom>
            <a:noFill/>
            <a:ln w="11906">
              <a:solidFill>
                <a:srgbClr val="263238"/>
              </a:solidFill>
              <a:prstDash val="solid"/>
            </a:ln>
          </p:spPr>
        </p:sp>
        <p:sp>
          <p:nvSpPr>
            <p:cNvPr id="1161" name="four:selective-relaxation:regular-node:1161">
              <a:extLst>
                <a:ext uri="{FF2B5EF4-FFF2-40B4-BE49-F238E27FC236}">
                  <ns2:creationId id="{45D125F0-7F79-42E1-9855-C7766CC31A70}"/>
                </a:ext>
              </a:extLst>
            </p:cNvPr>
            <p:cNvSpPr>
              <a:spLocks noGrp="1"/>
            </p:cNvSpPr>
            <p:nvPr/>
          </p:nvSpPr>
          <p:spPr>
            <a:xfrm>
              <a:off x="9872310" y="6717392"/>
              <a:ext cx="52140" cy="52140"/>
            </a:xfrm>
            <a:prstGeom prst="ellipse">
              <a:avLst/>
            </a:prstGeom>
            <a:solidFill>
              <a:srgbClr val="D55E00"/>
            </a:solidFill>
            <a:ln w="9525">
              <a:solidFill>
                <a:srgbClr val="263238"/>
              </a:solidFill>
              <a:prstDash val="solid"/>
            </a:ln>
          </p:spPr>
        </p:sp>
        <p:sp>
          <p:nvSpPr>
            <p:cNvPr id="1162" name="four:selective-relaxation:line:1162">
              <a:extLst>
                <a:ext uri="{FF2B5EF4-FFF2-40B4-BE49-F238E27FC236}">
                  <ns2:creationId id="{DDBD812B-4FEB-4381-BBE4-CF3AFD095A56}"/>
                </a:ext>
              </a:extLst>
            </p:cNvPr>
            <p:cNvSpPr>
              <a:spLocks noGrp="1"/>
            </p:cNvSpPr>
            <p:nvPr/>
          </p:nvSpPr>
          <p:spPr>
            <a:xfrm>
              <a:off x="10584942" y="6648450"/>
              <a:ext cx="953" cy="266700"/>
            </a:xfrm>
            <a:custGeom>
              <a:pathLst>
                <a:path w="953" h="266700">
                  <a:moveTo>
                    <a:pt x="0" y="0"/>
                  </a:moveTo>
                  <a:lnTo>
                    <a:pt x="0" y="183356"/>
                  </a:lnTo>
                </a:path>
              </a:pathLst>
            </a:custGeom>
            <a:noFill/>
            <a:ln w="11906">
              <a:solidFill>
                <a:srgbClr val="263238"/>
              </a:solidFill>
              <a:prstDash val="solid"/>
            </a:ln>
          </p:spPr>
        </p:sp>
        <p:sp>
          <p:nvSpPr>
            <p:cNvPr id="1163" name="four:selective-relaxation:regular-node:1163">
              <a:extLst>
                <a:ext uri="{FF2B5EF4-FFF2-40B4-BE49-F238E27FC236}">
                  <ns2:creationId id="{4FBBD0D7-2A69-4792-A741-F5FB6A241FC3}"/>
                </a:ext>
              </a:extLst>
            </p:cNvPr>
            <p:cNvSpPr>
              <a:spLocks noGrp="1"/>
            </p:cNvSpPr>
            <p:nvPr/>
          </p:nvSpPr>
          <p:spPr>
            <a:xfrm>
              <a:off x="10558872" y="6717392"/>
              <a:ext cx="52140" cy="52140"/>
            </a:xfrm>
            <a:prstGeom prst="ellipse">
              <a:avLst/>
            </a:prstGeom>
            <a:solidFill>
              <a:srgbClr val="009E73"/>
            </a:solidFill>
            <a:ln w="9525">
              <a:solidFill>
                <a:srgbClr val="263238"/>
              </a:solidFill>
              <a:prstDash val="solid"/>
            </a:ln>
          </p:spPr>
        </p:sp>
        <p:sp>
          <p:nvSpPr>
            <p:cNvPr id="1164" name="four:selective-relaxation:critical-node:1164">
              <a:extLst>
                <a:ext uri="{FF2B5EF4-FFF2-40B4-BE49-F238E27FC236}">
                  <ns2:creationId id="{1333CA64-AB51-455C-A23E-68B397B2664C}"/>
                </a:ext>
              </a:extLst>
            </p:cNvPr>
            <p:cNvSpPr>
              <a:spLocks noGrp="1"/>
            </p:cNvSpPr>
            <p:nvPr/>
          </p:nvSpPr>
          <p:spPr>
            <a:xfrm>
              <a:off x="9074563" y="6118384"/>
              <a:ext cx="153353" cy="153353"/>
            </a:xfrm>
            <a:prstGeom prst="diamond">
              <a:avLst/>
            </a:prstGeom>
            <a:solidFill>
              <a:srgbClr val="D4B4CC"/>
            </a:solidFill>
            <a:ln w="10478">
              <a:solidFill>
                <a:srgbClr val="263238"/>
              </a:solidFill>
              <a:prstDash val="solid"/>
            </a:ln>
          </p:spPr>
        </p:sp>
        <p:sp>
          <p:nvSpPr>
            <p:cNvPr id="1165" name="four:selective-relaxation:critical-node:1165">
              <a:extLst>
                <a:ext uri="{FF2B5EF4-FFF2-40B4-BE49-F238E27FC236}">
                  <ns2:creationId id="{BDF21209-04AB-4344-8738-03DACB082E82}"/>
                </a:ext>
              </a:extLst>
            </p:cNvPr>
            <p:cNvSpPr>
              <a:spLocks noGrp="1"/>
            </p:cNvSpPr>
            <p:nvPr/>
          </p:nvSpPr>
          <p:spPr>
            <a:xfrm>
              <a:off x="10164985" y="6571774"/>
              <a:ext cx="153353" cy="153353"/>
            </a:xfrm>
            <a:prstGeom prst="diamond">
              <a:avLst/>
            </a:prstGeom>
            <a:solidFill>
              <a:srgbClr val="81C9BA"/>
            </a:solidFill>
            <a:ln w="10478">
              <a:solidFill>
                <a:srgbClr val="263238"/>
              </a:solidFill>
              <a:prstDash val="solid"/>
            </a:ln>
          </p:spPr>
        </p:sp>
        <p:sp>
          <p:nvSpPr>
            <p:cNvPr id="1166" name="four:selective-relaxation:critical-node:1166">
              <a:extLst>
                <a:ext uri="{FF2B5EF4-FFF2-40B4-BE49-F238E27FC236}">
                  <ns2:creationId id="{4FCE08ED-6055-4EA5-82EF-A4820132A5E5}"/>
                </a:ext>
              </a:extLst>
            </p:cNvPr>
            <p:cNvSpPr>
              <a:spLocks noGrp="1"/>
            </p:cNvSpPr>
            <p:nvPr/>
          </p:nvSpPr>
          <p:spPr>
            <a:xfrm>
              <a:off x="8731282" y="6838474"/>
              <a:ext cx="153353" cy="153353"/>
            </a:xfrm>
            <a:prstGeom prst="diamond">
              <a:avLst/>
            </a:prstGeom>
            <a:solidFill>
              <a:srgbClr val="0072B2"/>
            </a:solidFill>
            <a:ln w="10478">
              <a:solidFill>
                <a:srgbClr val="263238"/>
              </a:solidFill>
              <a:prstDash val="solid"/>
            </a:ln>
          </p:spPr>
        </p:sp>
        <p:sp>
          <p:nvSpPr>
            <p:cNvPr id="1167" name="four:selective-relaxation:critical-node:1167">
              <a:extLst>
                <a:ext uri="{FF2B5EF4-FFF2-40B4-BE49-F238E27FC236}">
                  <ns2:creationId id="{D0F8B67B-0104-4AED-AB68-F8A2D0C85F75}"/>
                </a:ext>
              </a:extLst>
            </p:cNvPr>
            <p:cNvSpPr>
              <a:spLocks noGrp="1"/>
            </p:cNvSpPr>
            <p:nvPr/>
          </p:nvSpPr>
          <p:spPr>
            <a:xfrm>
              <a:off x="9417844" y="6838474"/>
              <a:ext cx="153353" cy="153353"/>
            </a:xfrm>
            <a:prstGeom prst="diamond">
              <a:avLst/>
            </a:prstGeom>
            <a:solidFill>
              <a:srgbClr val="CC79A7"/>
            </a:solidFill>
            <a:ln w="10478">
              <a:solidFill>
                <a:srgbClr val="263238"/>
              </a:solidFill>
              <a:prstDash val="solid"/>
            </a:ln>
          </p:spPr>
        </p:sp>
        <p:sp>
          <p:nvSpPr>
            <p:cNvPr id="1168" name="four:selective-relaxation:critical-node:1168">
              <a:extLst>
                <a:ext uri="{FF2B5EF4-FFF2-40B4-BE49-F238E27FC236}">
                  <ns2:creationId id="{83A18D83-50D8-4B9B-9424-B8888D52677D}"/>
                </a:ext>
              </a:extLst>
            </p:cNvPr>
            <p:cNvSpPr>
              <a:spLocks noGrp="1"/>
            </p:cNvSpPr>
            <p:nvPr/>
          </p:nvSpPr>
          <p:spPr>
            <a:xfrm>
              <a:off x="9821704" y="6838474"/>
              <a:ext cx="153353" cy="153353"/>
            </a:xfrm>
            <a:prstGeom prst="diamond">
              <a:avLst/>
            </a:prstGeom>
            <a:solidFill>
              <a:srgbClr val="D55E00"/>
            </a:solidFill>
            <a:ln w="10478">
              <a:solidFill>
                <a:srgbClr val="263238"/>
              </a:solidFill>
              <a:prstDash val="solid"/>
            </a:ln>
          </p:spPr>
        </p:sp>
        <p:sp>
          <p:nvSpPr>
            <p:cNvPr id="1169" name="four:selective-relaxation:critical-node:1169">
              <a:extLst>
                <a:ext uri="{FF2B5EF4-FFF2-40B4-BE49-F238E27FC236}">
                  <ns2:creationId id="{8D90D834-B048-4368-8D1C-18B9E8ED1CE9}"/>
                </a:ext>
              </a:extLst>
            </p:cNvPr>
            <p:cNvSpPr>
              <a:spLocks noGrp="1"/>
            </p:cNvSpPr>
            <p:nvPr/>
          </p:nvSpPr>
          <p:spPr>
            <a:xfrm>
              <a:off x="10508266" y="6838474"/>
              <a:ext cx="153353" cy="153353"/>
            </a:xfrm>
            <a:prstGeom prst="diamond">
              <a:avLst/>
            </a:prstGeom>
            <a:solidFill>
              <a:srgbClr val="009E73"/>
            </a:solidFill>
            <a:ln w="10478">
              <a:solidFill>
                <a:srgbClr val="263238"/>
              </a:solidFill>
              <a:prstDash val="solid"/>
            </a:ln>
          </p:spPr>
        </p:sp>
        <p:sp>
          <p:nvSpPr>
            <p:cNvPr id="1170" name="four:selective-relaxation:admissible-merge:1170">
              <a:extLst>
                <a:ext uri="{FF2B5EF4-FFF2-40B4-BE49-F238E27FC236}">
                  <ns2:creationId id="{5E3DB1AB-91B8-4A04-AA5F-79F66FA8716C}"/>
                </a:ext>
              </a:extLst>
            </p:cNvPr>
            <p:cNvSpPr>
              <a:spLocks noGrp="1"/>
            </p:cNvSpPr>
            <p:nvPr/>
          </p:nvSpPr>
          <p:spPr>
            <a:xfrm>
              <a:off x="8979789" y="6023610"/>
              <a:ext cx="342900" cy="342900"/>
            </a:xfrm>
            <a:prstGeom prst="ellipse">
              <a:avLst/>
            </a:prstGeom>
            <a:solidFill>
              <a:srgbClr val="E6E8EB">
                <a:alpha val="35000"/>
              </a:srgbClr>
            </a:solidFill>
            <a:ln w="18098">
              <a:solidFill>
                <a:srgbClr val="7B8790"/>
              </a:solidFill>
              <a:prstDash val="solid"/>
            </a:ln>
          </p:spPr>
        </p:sp>
        <p:sp>
          <p:nvSpPr>
            <p:cNvPr id="1171" name="four:selective-relaxation:retained-merge:1171">
              <a:extLst>
                <a:ext uri="{FF2B5EF4-FFF2-40B4-BE49-F238E27FC236}">
                  <ns2:creationId id="{FCE869FE-2721-43B9-BB69-FD41E3C6C03D}"/>
                </a:ext>
              </a:extLst>
            </p:cNvPr>
            <p:cNvSpPr>
              <a:spLocks noGrp="1"/>
            </p:cNvSpPr>
            <p:nvPr/>
          </p:nvSpPr>
          <p:spPr>
            <a:xfrm>
              <a:off x="10070211" y="6477000"/>
              <a:ext cx="342900" cy="342900"/>
            </a:xfrm>
            <a:prstGeom prst="ellipse">
              <a:avLst/>
            </a:prstGeom>
            <a:solidFill>
              <a:srgbClr val="E6E8EB">
                <a:alpha val="35000"/>
              </a:srgbClr>
            </a:solidFill>
            <a:ln w="18098">
              <a:solidFill>
                <a:srgbClr val="7B8790"/>
              </a:solidFill>
              <a:prstDash val="solid"/>
            </a:ln>
          </p:spPr>
        </p:sp>
        <p:sp>
          <p:nvSpPr>
            <p:cNvPr id="1172" name="four:selective-relaxation:line:1172">
              <a:extLst>
                <a:ext uri="{FF2B5EF4-FFF2-40B4-BE49-F238E27FC236}">
                  <ns2:creationId id="{99AC0168-3F61-46F0-8977-AC137AAE120A}"/>
                </a:ext>
              </a:extLst>
            </p:cNvPr>
            <p:cNvSpPr>
              <a:spLocks noGrp="1"/>
            </p:cNvSpPr>
            <p:nvPr/>
          </p:nvSpPr>
          <p:spPr>
            <a:xfrm>
              <a:off x="8896350" y="5695950"/>
              <a:ext cx="152400" cy="123825"/>
            </a:xfrm>
            <a:custGeom>
              <a:pathLst>
                <a:path w="152400" h="123825">
                  <a:moveTo>
                    <a:pt x="152400" y="0"/>
                  </a:moveTo>
                  <a:lnTo>
                    <a:pt x="0" y="123825"/>
                  </a:lnTo>
                </a:path>
              </a:pathLst>
            </a:custGeom>
            <a:noFill/>
            <a:ln w="13335">
              <a:solidFill>
                <a:srgbClr val="7B8790"/>
              </a:solidFill>
              <a:prstDash val="solid"/>
            </a:ln>
          </p:spPr>
        </p:sp>
        <p:sp>
          <p:nvSpPr>
            <p:cNvPr id="1173" name="four:selective-relaxation:line:1173">
              <a:extLst>
                <a:ext uri="{FF2B5EF4-FFF2-40B4-BE49-F238E27FC236}">
                  <ns2:creationId id="{CC378E21-E8D0-438D-8931-1696816D99CD}"/>
                </a:ext>
              </a:extLst>
            </p:cNvPr>
            <p:cNvSpPr>
              <a:spLocks noGrp="1"/>
            </p:cNvSpPr>
            <p:nvPr/>
          </p:nvSpPr>
          <p:spPr>
            <a:xfrm>
              <a:off x="8896350" y="5819775"/>
              <a:ext cx="953" cy="114300"/>
            </a:xfrm>
            <a:custGeom>
              <a:pathLst>
                <a:path w="953" h="114300">
                  <a:moveTo>
                    <a:pt x="0" y="0"/>
                  </a:moveTo>
                  <a:lnTo>
                    <a:pt x="0" y="114300"/>
                  </a:lnTo>
                </a:path>
              </a:pathLst>
            </a:custGeom>
            <a:noFill/>
            <a:ln w="13335">
              <a:solidFill>
                <a:srgbClr val="7B8790"/>
              </a:solidFill>
              <a:prstDash val="solid"/>
            </a:ln>
          </p:spPr>
        </p:sp>
        <p:sp>
          <p:nvSpPr>
            <p:cNvPr id="1174" name="four:selective-relaxation:line:1174">
              <a:extLst>
                <a:ext uri="{FF2B5EF4-FFF2-40B4-BE49-F238E27FC236}">
                  <ns2:creationId id="{91A56CAD-4DF7-4B87-9976-A8E25AEF31A0}"/>
                </a:ext>
              </a:extLst>
            </p:cNvPr>
            <p:cNvSpPr>
              <a:spLocks noGrp="1"/>
            </p:cNvSpPr>
            <p:nvPr/>
          </p:nvSpPr>
          <p:spPr>
            <a:xfrm>
              <a:off x="8896350" y="5934075"/>
              <a:ext cx="125349" cy="131445"/>
            </a:xfrm>
            <a:custGeom>
              <a:pathLst>
                <a:path w="125349" h="131445">
                  <a:moveTo>
                    <a:pt x="0" y="0"/>
                  </a:moveTo>
                  <a:lnTo>
                    <a:pt x="125349" y="131445"/>
                  </a:lnTo>
                </a:path>
              </a:pathLst>
            </a:custGeom>
            <a:noFill/>
            <a:ln w="13335">
              <a:solidFill>
                <a:srgbClr val="7B8790"/>
              </a:solidFill>
              <a:prstDash val="solid"/>
            </a:ln>
          </p:spPr>
        </p:sp>
        <p:sp>
          <p:nvSpPr>
            <p:cNvPr id="1175" name="four:selective-relaxation:line:1175">
              <a:extLst>
                <a:ext uri="{FF2B5EF4-FFF2-40B4-BE49-F238E27FC236}">
                  <ns2:creationId id="{88D0B7A7-D623-4982-A103-337286FFFBE8}"/>
                </a:ext>
              </a:extLst>
            </p:cNvPr>
            <p:cNvSpPr>
              <a:spLocks noGrp="1"/>
            </p:cNvSpPr>
            <p:nvPr/>
          </p:nvSpPr>
          <p:spPr>
            <a:xfrm>
              <a:off x="10801350" y="5695950"/>
              <a:ext cx="953" cy="542925"/>
            </a:xfrm>
            <a:custGeom>
              <a:pathLst>
                <a:path w="953" h="542925">
                  <a:moveTo>
                    <a:pt x="0" y="0"/>
                  </a:moveTo>
                  <a:lnTo>
                    <a:pt x="0" y="542925"/>
                  </a:lnTo>
                </a:path>
              </a:pathLst>
            </a:custGeom>
            <a:noFill/>
            <a:ln w="13335">
              <a:solidFill>
                <a:srgbClr val="7B8790"/>
              </a:solidFill>
              <a:prstDash val="solid"/>
            </a:ln>
          </p:spPr>
        </p:sp>
        <p:sp>
          <p:nvSpPr>
            <p:cNvPr id="1176" name="four:selective-relaxation:line:1176">
              <a:extLst>
                <a:ext uri="{FF2B5EF4-FFF2-40B4-BE49-F238E27FC236}">
                  <ns2:creationId id="{D17954F4-A0E9-43AE-99DA-6AF14ED8A13F}"/>
                </a:ext>
              </a:extLst>
            </p:cNvPr>
            <p:cNvSpPr>
              <a:spLocks noGrp="1"/>
            </p:cNvSpPr>
            <p:nvPr/>
          </p:nvSpPr>
          <p:spPr>
            <a:xfrm>
              <a:off x="10371201" y="6238875"/>
              <a:ext cx="430149" cy="280035"/>
            </a:xfrm>
            <a:custGeom>
              <a:pathLst>
                <a:path w="430149" h="280035">
                  <a:moveTo>
                    <a:pt x="430149" y="0"/>
                  </a:moveTo>
                  <a:lnTo>
                    <a:pt x="0" y="280035"/>
                  </a:lnTo>
                </a:path>
              </a:pathLst>
            </a:custGeom>
            <a:noFill/>
            <a:ln w="13335">
              <a:solidFill>
                <a:srgbClr val="7B8790"/>
              </a:solidFill>
              <a:prstDash val="solid"/>
            </a:ln>
          </p:spPr>
        </p:sp>
        <p:sp>
          <p:nvSpPr>
            <p:cNvPr id="1205" name="four:selective-relaxation:textbox:1205">
              <a:extLst>
                <a:ext uri="{FF2B5EF4-FFF2-40B4-BE49-F238E27FC236}">
                  <ns2:creationId id="{81BFE2E5-631F-4902-996D-FF41DC8AFD92}"/>
                </a:ext>
              </a:extLst>
            </p:cNvPr>
            <p:cNvSpPr>
              <a:spLocks noGrp="1"/>
            </p:cNvSpPr>
            <p:nvPr/>
          </p:nvSpPr>
          <p:spPr>
            <a:xfrm>
              <a:off x="10839450" y="5600700"/>
              <a:ext cx="1524000" cy="276225"/>
            </a:xfrm>
            <a:prstGeom prst="rect">
              <a:avLst/>
            </a:prstGeom>
            <a:noFill/>
            <a:ln w="0">
              <a:noFill/>
              <a:prstDash val="solid"/>
            </a:ln>
          </p:spPr>
          <p:txBody>
            <a:bodyPr wrap="none" lIns="0" tIns="0" rIns="0" bIns="0" anchor="ctr">
              <a:normAutofit fontScale="96334"/>
            </a:bodyPr>
            <a:lstStyle>
              <a:defPPr algn="ctr">
                <a:defRPr sz="1425" b="1">
                  <a:solidFill>
                    <a:srgbClr val="7B8790"/>
                  </a:solidFill>
                  <a:latin typeface="Arial"/>
                  <a:ea typeface="Arial"/>
                  <a:cs typeface="Arial"/>
                </a:defRPr>
              </a:defPPr>
            </a:lstStyle>
            <a:p>
              <a:pPr algn="ctr">
                <a:defRPr sz="1425" b="1">
                  <a:solidFill>
                    <a:srgbClr val="7B8790"/>
                  </a:solidFill>
                  <a:latin typeface="Arial"/>
                  <a:ea typeface="Arial"/>
                  <a:cs typeface="Arial"/>
                </a:defRPr>
              </a:pPr>
              <a:r>
                <a:rPr sz="1425" b="1">
                  <a:solidFill>
                    <a:srgbClr val="7B8790"/>
                  </a:solidFill>
                  <a:latin typeface="Arial"/>
                  <a:ea typeface="Arial"/>
                  <a:cs typeface="Arial"/>
                </a:rPr>
                <a:t>Flatten then prune</a:t>
              </a:r>
            </a:p>
          </p:txBody>
        </p:sp>
        <p:sp>
          <p:nvSpPr>
            <p:cNvPr id="1206" name="four:selective-relaxation:rightArrow:1206">
              <a:extLst>
                <a:ext uri="{FF2B5EF4-FFF2-40B4-BE49-F238E27FC236}">
                  <ns2:creationId id="{C3588755-0D09-4D89-B3EC-D204EF59710F}"/>
                </a:ext>
              </a:extLst>
            </p:cNvPr>
            <p:cNvSpPr>
              <a:spLocks noGrp="1"/>
            </p:cNvSpPr>
            <p:nvPr/>
          </p:nvSpPr>
          <p:spPr>
            <a:xfrm>
              <a:off x="11372850" y="6105525"/>
              <a:ext cx="457200" cy="314325"/>
            </a:xfrm>
            <a:prstGeom prst="rightArrow">
              <a:avLst/>
            </a:prstGeom>
            <a:solidFill>
              <a:srgbClr val="9AAEBC"/>
            </a:solidFill>
            <a:ln w="0">
              <a:noFill/>
              <a:prstDash val="solid"/>
            </a:ln>
          </p:spPr>
        </p:sp>
        <p:sp>
          <p:nvSpPr>
            <p:cNvPr id="1207" name="four:selective-relaxation:textbox:1207">
              <a:extLst>
                <a:ext uri="{FF2B5EF4-FFF2-40B4-BE49-F238E27FC236}">
                  <ns2:creationId id="{EA4F6AF4-D3E2-4AD3-935A-69FFDAE21625}"/>
                </a:ext>
              </a:extLst>
            </p:cNvPr>
            <p:cNvSpPr>
              <a:spLocks noGrp="1"/>
            </p:cNvSpPr>
            <p:nvPr/>
          </p:nvSpPr>
          <p:spPr>
            <a:xfrm>
              <a:off x="8686800" y="7124700"/>
              <a:ext cx="2019300" cy="342900"/>
            </a:xfrm>
            <a:prstGeom prst="rect">
              <a:avLst/>
            </a:prstGeom>
            <a:noFill/>
            <a:ln w="0">
              <a:noFill/>
              <a:prstDash val="solid"/>
            </a:ln>
          </p:spPr>
          <p:txBody>
            <a:bodyPr wrap="none" lIns="0" tIns="0" rIns="0" bIns="0" anchor="ctr">
              <a:normAutofit fontScale="100000"/>
            </a:bodyPr>
            <a:lstStyle>
              <a:defPPr algn="ctr">
                <a:defRPr sz="2100" b="0">
                  <a:solidFill>
                    <a:srgbClr val="263238"/>
                  </a:solidFill>
                  <a:latin typeface="Arial"/>
                  <a:ea typeface="Arial"/>
                  <a:cs typeface="Arial"/>
                </a:defRPr>
              </a:defPPr>
            </a:lstStyle>
            <a:p>
              <a:pPr algn="ctr">
                <a:defRPr sz="2100" b="0">
                  <a:solidFill>
                    <a:srgbClr val="263238"/>
                  </a:solidFill>
                  <a:latin typeface="Arial"/>
                  <a:ea typeface="Arial"/>
                  <a:cs typeface="Arial"/>
                </a:defRPr>
              </a:pPr>
              <a:r>
                <a:rPr sz="2100" b="0">
                  <a:solidFill>
                    <a:srgbClr val="263238"/>
                  </a:solidFill>
                  <a:latin typeface="Arial"/>
                  <a:ea typeface="Arial"/>
                  <a:cs typeface="Arial"/>
                </a:rPr>
                <a:t>T</a:t>
              </a:r>
            </a:p>
          </p:txBody>
        </p:sp>
        <p:sp>
          <p:nvSpPr>
            <p:cNvPr id="1208" name="four:selective-relaxation:textbox:1208">
              <a:extLst>
                <a:ext uri="{FF2B5EF4-FFF2-40B4-BE49-F238E27FC236}">
                  <ns2:creationId id="{F45AA82E-311D-4DE9-BD57-B55BD06AAEE3}"/>
                </a:ext>
              </a:extLst>
            </p:cNvPr>
            <p:cNvSpPr>
              <a:spLocks noGrp="1"/>
            </p:cNvSpPr>
            <p:nvPr/>
          </p:nvSpPr>
          <p:spPr>
            <a:xfrm>
              <a:off x="12639675" y="7124700"/>
              <a:ext cx="2019300" cy="342900"/>
            </a:xfrm>
            <a:prstGeom prst="rect">
              <a:avLst/>
            </a:prstGeom>
            <a:noFill/>
            <a:ln w="0">
              <a:noFill/>
              <a:prstDash val="solid"/>
            </a:ln>
          </p:spPr>
          <p:txBody>
            <a:bodyPr wrap="none" lIns="0" tIns="0" rIns="0" bIns="0" anchor="ctr">
              <a:normAutofit fontScale="100000"/>
            </a:bodyPr>
            <a:lstStyle>
              <a:defPPr algn="ctr">
                <a:defRPr sz="2100" b="0">
                  <a:solidFill>
                    <a:srgbClr val="263238"/>
                  </a:solidFill>
                  <a:latin typeface="Arial"/>
                  <a:ea typeface="Arial"/>
                  <a:cs typeface="Arial"/>
                </a:defRPr>
              </a:defPPr>
            </a:lstStyle>
            <a:p>
              <a:pPr algn="ctr">
                <a:defRPr sz="2100" b="0">
                  <a:solidFill>
                    <a:srgbClr val="263238"/>
                  </a:solidFill>
                  <a:latin typeface="Arial"/>
                  <a:ea typeface="Arial"/>
                  <a:cs typeface="Arial"/>
                </a:defRPr>
              </a:pPr>
              <a:r>
                <a:rPr sz="2100" b="0">
                  <a:solidFill>
                    <a:srgbClr val="263238"/>
                  </a:solidFill>
                  <a:latin typeface="Arial"/>
                  <a:ea typeface="Arial"/>
                  <a:cs typeface="Arial"/>
                </a:rPr>
                <a:t>T′</a:t>
              </a:r>
            </a:p>
          </p:txBody>
        </p:sp>
      </p:grpSp>
      <p:grpSp>
        <p:nvGrpSpPr>
          <p:cNvPr id="3182" name="relaxed-hierarchy"/>
          <p:cNvGrpSpPr/>
          <p:nvPr/>
        </p:nvGrpSpPr>
        <p:grpSpPr>
          <a:xfrm>
            <a:off x="0" y="0"/>
            <a:ext cx="24955500" cy="8572500"/>
            <a:chOff x="0" y="0"/>
            <a:chExt cx="24955500" cy="8572500"/>
          </a:xfrm>
        </p:grpSpPr>
        <p:sp>
          <p:nvSpPr>
            <p:cNvPr id="1177" name="four:relaxed-hierarchy:line:1177">
              <a:extLst>
                <a:ext uri="{FF2B5EF4-FFF2-40B4-BE49-F238E27FC236}">
                  <ns2:creationId id="{88043821-D85B-4C3F-BE4C-6F052A599B48}"/>
                </a:ext>
              </a:extLst>
            </p:cNvPr>
            <p:cNvSpPr>
              <a:spLocks noGrp="1"/>
            </p:cNvSpPr>
            <p:nvPr/>
          </p:nvSpPr>
          <p:spPr>
            <a:xfrm>
              <a:off x="13649325" y="5372100"/>
              <a:ext cx="953" cy="339471"/>
            </a:xfrm>
            <a:custGeom>
              <a:pathLst>
                <a:path w="953" h="339471">
                  <a:moveTo>
                    <a:pt x="0" y="68775"/>
                  </a:moveTo>
                  <a:lnTo>
                    <a:pt x="0" y="270696"/>
                  </a:lnTo>
                </a:path>
              </a:pathLst>
            </a:custGeom>
            <a:noFill/>
            <a:ln w="11906">
              <a:solidFill>
                <a:srgbClr val="263238"/>
              </a:solidFill>
              <a:prstDash val="solid"/>
            </a:ln>
          </p:spPr>
        </p:sp>
        <p:sp>
          <p:nvSpPr>
            <p:cNvPr id="1178" name="four:relaxed-hierarchy:regular-node:1178">
              <a:extLst>
                <a:ext uri="{FF2B5EF4-FFF2-40B4-BE49-F238E27FC236}">
                  <ns2:creationId id="{32025D97-13DB-4120-A973-A7BD9FABAB3B}"/>
                </a:ext>
              </a:extLst>
            </p:cNvPr>
            <p:cNvSpPr>
              <a:spLocks noGrp="1"/>
            </p:cNvSpPr>
            <p:nvPr/>
          </p:nvSpPr>
          <p:spPr>
            <a:xfrm>
              <a:off x="13628031" y="5477567"/>
              <a:ext cx="42588" cy="42588"/>
            </a:xfrm>
            <a:prstGeom prst="ellipse">
              <a:avLst/>
            </a:prstGeom>
            <a:solidFill>
              <a:srgbClr val="DCE8ED"/>
            </a:solidFill>
            <a:ln w="9525">
              <a:solidFill>
                <a:srgbClr val="263238"/>
              </a:solidFill>
              <a:prstDash val="solid"/>
            </a:ln>
          </p:spPr>
        </p:sp>
        <p:sp>
          <p:nvSpPr>
            <p:cNvPr id="1179" name="four:relaxed-hierarchy:regular-node:1179">
              <a:extLst>
                <a:ext uri="{FF2B5EF4-FFF2-40B4-BE49-F238E27FC236}">
                  <ns2:creationId id="{EFE4A765-B05D-4CCE-8ABB-22FCEE005AE0}"/>
                </a:ext>
              </a:extLst>
            </p:cNvPr>
            <p:cNvSpPr>
              <a:spLocks noGrp="1"/>
            </p:cNvSpPr>
            <p:nvPr/>
          </p:nvSpPr>
          <p:spPr>
            <a:xfrm>
              <a:off x="13628031" y="5563515"/>
              <a:ext cx="42588" cy="42588"/>
            </a:xfrm>
            <a:prstGeom prst="ellipse">
              <a:avLst/>
            </a:prstGeom>
            <a:solidFill>
              <a:srgbClr val="DCE8ED"/>
            </a:solidFill>
            <a:ln w="9525">
              <a:solidFill>
                <a:srgbClr val="263238"/>
              </a:solidFill>
              <a:prstDash val="solid"/>
            </a:ln>
          </p:spPr>
        </p:sp>
        <p:sp>
          <p:nvSpPr>
            <p:cNvPr id="1180" name="four:relaxed-hierarchy:critical-node:1180">
              <a:extLst>
                <a:ext uri="{FF2B5EF4-FFF2-40B4-BE49-F238E27FC236}">
                  <ns2:creationId id="{D7538290-BB8D-4786-B38E-59454F05144E}"/>
                </a:ext>
              </a:extLst>
            </p:cNvPr>
            <p:cNvSpPr>
              <a:spLocks noGrp="1"/>
            </p:cNvSpPr>
            <p:nvPr/>
          </p:nvSpPr>
          <p:spPr>
            <a:xfrm>
              <a:off x="13587217" y="5309992"/>
              <a:ext cx="124216" cy="124216"/>
            </a:xfrm>
            <a:prstGeom prst="diamond">
              <a:avLst/>
            </a:prstGeom>
            <a:solidFill>
              <a:srgbClr val="DCE8ED"/>
            </a:solidFill>
            <a:ln w="10478">
              <a:solidFill>
                <a:srgbClr val="263238"/>
              </a:solidFill>
              <a:prstDash val="solid"/>
            </a:ln>
          </p:spPr>
        </p:sp>
        <p:sp>
          <p:nvSpPr>
            <p:cNvPr id="1181" name="four:relaxed-hierarchy:critical-node:1181">
              <a:extLst>
                <a:ext uri="{FF2B5EF4-FFF2-40B4-BE49-F238E27FC236}">
                  <ns2:creationId id="{D8F06087-9EF9-4EA8-A7A3-C1E8CB71FAFF}"/>
                </a:ext>
              </a:extLst>
            </p:cNvPr>
            <p:cNvSpPr>
              <a:spLocks noGrp="1"/>
            </p:cNvSpPr>
            <p:nvPr/>
          </p:nvSpPr>
          <p:spPr>
            <a:xfrm>
              <a:off x="13587217" y="5649463"/>
              <a:ext cx="124216" cy="124216"/>
            </a:xfrm>
            <a:prstGeom prst="diamond">
              <a:avLst/>
            </a:prstGeom>
            <a:solidFill>
              <a:srgbClr val="DCE8ED"/>
            </a:solidFill>
            <a:ln w="10478">
              <a:solidFill>
                <a:srgbClr val="263238"/>
              </a:solidFill>
              <a:prstDash val="solid"/>
            </a:ln>
          </p:spPr>
        </p:sp>
        <p:sp>
          <p:nvSpPr>
            <p:cNvPr id="1182" name="four:relaxed-hierarchy:line:1182">
              <a:extLst>
                <a:ext uri="{FF2B5EF4-FFF2-40B4-BE49-F238E27FC236}">
                  <ns2:creationId id="{541F9518-FDB4-41FA-BCCC-9BE54E26CA22}"/>
                </a:ext>
              </a:extLst>
            </p:cNvPr>
            <p:cNvSpPr>
              <a:spLocks noGrp="1"/>
            </p:cNvSpPr>
            <p:nvPr/>
          </p:nvSpPr>
          <p:spPr>
            <a:xfrm>
              <a:off x="12760833" y="5711571"/>
              <a:ext cx="1776984" cy="953"/>
            </a:xfrm>
            <a:custGeom>
              <a:pathLst>
                <a:path w="1776984" h="953">
                  <a:moveTo>
                    <a:pt x="0" y="0"/>
                  </a:moveTo>
                  <a:lnTo>
                    <a:pt x="819717" y="0"/>
                  </a:lnTo>
                  <a:moveTo>
                    <a:pt x="957267" y="0"/>
                  </a:moveTo>
                  <a:lnTo>
                    <a:pt x="1776984" y="0"/>
                  </a:lnTo>
                </a:path>
              </a:pathLst>
            </a:custGeom>
            <a:noFill/>
            <a:ln w="11906">
              <a:solidFill>
                <a:srgbClr val="263238"/>
              </a:solidFill>
              <a:prstDash val="solid"/>
            </a:ln>
          </p:spPr>
        </p:sp>
        <p:sp>
          <p:nvSpPr>
            <p:cNvPr id="1183" name="four:relaxed-hierarchy:line:1183">
              <a:extLst>
                <a:ext uri="{FF2B5EF4-FFF2-40B4-BE49-F238E27FC236}">
                  <ns2:creationId id="{D40E5FEC-1268-41EA-9557-469D64784E35}"/>
                </a:ext>
              </a:extLst>
            </p:cNvPr>
            <p:cNvSpPr>
              <a:spLocks noGrp="1"/>
            </p:cNvSpPr>
            <p:nvPr/>
          </p:nvSpPr>
          <p:spPr>
            <a:xfrm>
              <a:off x="12760833" y="5711571"/>
              <a:ext cx="953" cy="1203579"/>
            </a:xfrm>
            <a:custGeom>
              <a:pathLst>
                <a:path w="953" h="1203579">
                  <a:moveTo>
                    <a:pt x="0" y="0"/>
                  </a:moveTo>
                  <a:lnTo>
                    <a:pt x="0" y="1108186"/>
                  </a:lnTo>
                </a:path>
              </a:pathLst>
            </a:custGeom>
            <a:noFill/>
            <a:ln w="11906">
              <a:solidFill>
                <a:srgbClr val="263238"/>
              </a:solidFill>
              <a:prstDash val="solid"/>
            </a:ln>
          </p:spPr>
        </p:sp>
        <p:sp>
          <p:nvSpPr>
            <p:cNvPr id="1184" name="four:relaxed-hierarchy:regular-node:1184">
              <a:extLst>
                <a:ext uri="{FF2B5EF4-FFF2-40B4-BE49-F238E27FC236}">
                  <ns2:creationId id="{63600FB5-B052-4590-9980-48902E64073C}"/>
                </a:ext>
              </a:extLst>
            </p:cNvPr>
            <p:cNvSpPr>
              <a:spLocks noGrp="1"/>
            </p:cNvSpPr>
            <p:nvPr/>
          </p:nvSpPr>
          <p:spPr>
            <a:xfrm>
              <a:off x="12730666" y="5945034"/>
              <a:ext cx="60333" cy="60333"/>
            </a:xfrm>
            <a:prstGeom prst="ellipse">
              <a:avLst/>
            </a:prstGeom>
            <a:solidFill>
              <a:srgbClr val="0072B2"/>
            </a:solidFill>
            <a:ln w="9525">
              <a:solidFill>
                <a:srgbClr val="263238"/>
              </a:solidFill>
              <a:prstDash val="solid"/>
            </a:ln>
          </p:spPr>
        </p:sp>
        <p:sp>
          <p:nvSpPr>
            <p:cNvPr id="1185" name="four:relaxed-hierarchy:regular-node:1185">
              <a:extLst>
                <a:ext uri="{FF2B5EF4-FFF2-40B4-BE49-F238E27FC236}">
                  <ns2:creationId id="{5B0378BA-D2FC-4F4C-86F7-BFC0EAB39A0A}"/>
                </a:ext>
              </a:extLst>
            </p:cNvPr>
            <p:cNvSpPr>
              <a:spLocks noGrp="1"/>
            </p:cNvSpPr>
            <p:nvPr/>
          </p:nvSpPr>
          <p:spPr>
            <a:xfrm>
              <a:off x="12730666" y="6238831"/>
              <a:ext cx="60333" cy="60333"/>
            </a:xfrm>
            <a:prstGeom prst="ellipse">
              <a:avLst/>
            </a:prstGeom>
            <a:solidFill>
              <a:srgbClr val="0072B2"/>
            </a:solidFill>
            <a:ln w="9525">
              <a:solidFill>
                <a:srgbClr val="263238"/>
              </a:solidFill>
              <a:prstDash val="solid"/>
            </a:ln>
          </p:spPr>
        </p:sp>
        <p:sp>
          <p:nvSpPr>
            <p:cNvPr id="1186" name="four:relaxed-hierarchy:regular-node:1186">
              <a:extLst>
                <a:ext uri="{FF2B5EF4-FFF2-40B4-BE49-F238E27FC236}">
                  <ns2:creationId id="{5964611D-9B1B-47D3-B2D4-8C9709AED000}"/>
                </a:ext>
              </a:extLst>
            </p:cNvPr>
            <p:cNvSpPr>
              <a:spLocks noGrp="1"/>
            </p:cNvSpPr>
            <p:nvPr/>
          </p:nvSpPr>
          <p:spPr>
            <a:xfrm>
              <a:off x="12730666" y="6532628"/>
              <a:ext cx="60333" cy="60333"/>
            </a:xfrm>
            <a:prstGeom prst="ellipse">
              <a:avLst/>
            </a:prstGeom>
            <a:solidFill>
              <a:srgbClr val="0072B2"/>
            </a:solidFill>
            <a:ln w="9525">
              <a:solidFill>
                <a:srgbClr val="263238"/>
              </a:solidFill>
              <a:prstDash val="solid"/>
            </a:ln>
          </p:spPr>
        </p:sp>
        <p:sp>
          <p:nvSpPr>
            <p:cNvPr id="1187" name="four:relaxed-hierarchy:line:1187">
              <a:extLst>
                <a:ext uri="{FF2B5EF4-FFF2-40B4-BE49-F238E27FC236}">
                  <ns2:creationId id="{22EE3AAC-AB8E-43D7-AE36-0CD45A06A090}"/>
                </a:ext>
              </a:extLst>
            </p:cNvPr>
            <p:cNvSpPr>
              <a:spLocks noGrp="1"/>
            </p:cNvSpPr>
            <p:nvPr/>
          </p:nvSpPr>
          <p:spPr>
            <a:xfrm>
              <a:off x="14537817" y="5711571"/>
              <a:ext cx="953" cy="1203579"/>
            </a:xfrm>
            <a:custGeom>
              <a:pathLst>
                <a:path w="953" h="1203579">
                  <a:moveTo>
                    <a:pt x="0" y="0"/>
                  </a:moveTo>
                  <a:lnTo>
                    <a:pt x="0" y="1108186"/>
                  </a:lnTo>
                </a:path>
              </a:pathLst>
            </a:custGeom>
            <a:noFill/>
            <a:ln w="11906">
              <a:solidFill>
                <a:srgbClr val="263238"/>
              </a:solidFill>
              <a:prstDash val="solid"/>
            </a:ln>
          </p:spPr>
        </p:sp>
        <p:sp>
          <p:nvSpPr>
            <p:cNvPr id="1188" name="four:relaxed-hierarchy:regular-node:1188">
              <a:extLst>
                <a:ext uri="{FF2B5EF4-FFF2-40B4-BE49-F238E27FC236}">
                  <ns2:creationId id="{3505DFCC-CCFD-4D3E-8542-C94A587AA0DB}"/>
                </a:ext>
              </a:extLst>
            </p:cNvPr>
            <p:cNvSpPr>
              <a:spLocks noGrp="1"/>
            </p:cNvSpPr>
            <p:nvPr/>
          </p:nvSpPr>
          <p:spPr>
            <a:xfrm>
              <a:off x="14507650" y="5945034"/>
              <a:ext cx="60333" cy="60333"/>
            </a:xfrm>
            <a:prstGeom prst="ellipse">
              <a:avLst/>
            </a:prstGeom>
            <a:solidFill>
              <a:srgbClr val="CC79A7"/>
            </a:solidFill>
            <a:ln w="9525">
              <a:solidFill>
                <a:srgbClr val="263238"/>
              </a:solidFill>
              <a:prstDash val="solid"/>
            </a:ln>
          </p:spPr>
        </p:sp>
        <p:sp>
          <p:nvSpPr>
            <p:cNvPr id="1189" name="four:relaxed-hierarchy:regular-node:1189">
              <a:extLst>
                <a:ext uri="{FF2B5EF4-FFF2-40B4-BE49-F238E27FC236}">
                  <ns2:creationId id="{3DA0202A-576F-4B46-93FA-7C8CA55B895D}"/>
                </a:ext>
              </a:extLst>
            </p:cNvPr>
            <p:cNvSpPr>
              <a:spLocks noGrp="1"/>
            </p:cNvSpPr>
            <p:nvPr/>
          </p:nvSpPr>
          <p:spPr>
            <a:xfrm>
              <a:off x="14507650" y="6238831"/>
              <a:ext cx="60333" cy="60333"/>
            </a:xfrm>
            <a:prstGeom prst="ellipse">
              <a:avLst/>
            </a:prstGeom>
            <a:solidFill>
              <a:srgbClr val="CC79A7"/>
            </a:solidFill>
            <a:ln w="9525">
              <a:solidFill>
                <a:srgbClr val="263238"/>
              </a:solidFill>
              <a:prstDash val="solid"/>
            </a:ln>
          </p:spPr>
        </p:sp>
        <p:sp>
          <p:nvSpPr>
            <p:cNvPr id="1190" name="four:relaxed-hierarchy:regular-node:1190">
              <a:extLst>
                <a:ext uri="{FF2B5EF4-FFF2-40B4-BE49-F238E27FC236}">
                  <ns2:creationId id="{2815775A-370C-49A0-ACF5-C8127CAC2299}"/>
                </a:ext>
              </a:extLst>
            </p:cNvPr>
            <p:cNvSpPr>
              <a:spLocks noGrp="1"/>
            </p:cNvSpPr>
            <p:nvPr/>
          </p:nvSpPr>
          <p:spPr>
            <a:xfrm>
              <a:off x="14507650" y="6532628"/>
              <a:ext cx="60333" cy="60333"/>
            </a:xfrm>
            <a:prstGeom prst="ellipse">
              <a:avLst/>
            </a:prstGeom>
            <a:solidFill>
              <a:srgbClr val="CC79A7"/>
            </a:solidFill>
            <a:ln w="9525">
              <a:solidFill>
                <a:srgbClr val="263238"/>
              </a:solidFill>
              <a:prstDash val="solid"/>
            </a:ln>
          </p:spPr>
        </p:sp>
        <p:sp>
          <p:nvSpPr>
            <p:cNvPr id="1191" name="four:relaxed-hierarchy:line:1191">
              <a:extLst>
                <a:ext uri="{FF2B5EF4-FFF2-40B4-BE49-F238E27FC236}">
                  <ns2:creationId id="{0B468E75-4A2D-4ED2-AAD0-795CDA64927C}"/>
                </a:ext>
              </a:extLst>
            </p:cNvPr>
            <p:cNvSpPr>
              <a:spLocks noGrp="1"/>
            </p:cNvSpPr>
            <p:nvPr/>
          </p:nvSpPr>
          <p:spPr>
            <a:xfrm>
              <a:off x="13649325" y="5711571"/>
              <a:ext cx="953" cy="894969"/>
            </a:xfrm>
            <a:custGeom>
              <a:pathLst>
                <a:path w="953" h="894969">
                  <a:moveTo>
                    <a:pt x="0" y="68775"/>
                  </a:moveTo>
                  <a:lnTo>
                    <a:pt x="0" y="799576"/>
                  </a:lnTo>
                </a:path>
              </a:pathLst>
            </a:custGeom>
            <a:noFill/>
            <a:ln w="11906">
              <a:solidFill>
                <a:srgbClr val="263238"/>
              </a:solidFill>
              <a:prstDash val="solid"/>
            </a:ln>
          </p:spPr>
        </p:sp>
        <p:sp>
          <p:nvSpPr>
            <p:cNvPr id="1192" name="four:relaxed-hierarchy:regular-node:1192">
              <a:extLst>
                <a:ext uri="{FF2B5EF4-FFF2-40B4-BE49-F238E27FC236}">
                  <ns2:creationId id="{031EA58C-0F5D-44C1-817C-94FC3C9F530B}"/>
                </a:ext>
              </a:extLst>
            </p:cNvPr>
            <p:cNvSpPr>
              <a:spLocks noGrp="1"/>
            </p:cNvSpPr>
            <p:nvPr/>
          </p:nvSpPr>
          <p:spPr>
            <a:xfrm>
              <a:off x="13619158" y="5914463"/>
              <a:ext cx="60333" cy="60333"/>
            </a:xfrm>
            <a:prstGeom prst="ellipse">
              <a:avLst/>
            </a:prstGeom>
            <a:solidFill>
              <a:srgbClr val="81C9BA"/>
            </a:solidFill>
            <a:ln w="9525">
              <a:solidFill>
                <a:srgbClr val="263238"/>
              </a:solidFill>
              <a:prstDash val="solid"/>
            </a:ln>
          </p:spPr>
        </p:sp>
        <p:sp>
          <p:nvSpPr>
            <p:cNvPr id="1193" name="four:relaxed-hierarchy:regular-node:1193">
              <a:extLst>
                <a:ext uri="{FF2B5EF4-FFF2-40B4-BE49-F238E27FC236}">
                  <ns2:creationId id="{D6053FC3-72FE-4362-AA7D-9F31EBDF6D09}"/>
                </a:ext>
              </a:extLst>
            </p:cNvPr>
            <p:cNvSpPr>
              <a:spLocks noGrp="1"/>
            </p:cNvSpPr>
            <p:nvPr/>
          </p:nvSpPr>
          <p:spPr>
            <a:xfrm>
              <a:off x="13619158" y="6115580"/>
              <a:ext cx="60333" cy="60333"/>
            </a:xfrm>
            <a:prstGeom prst="ellipse">
              <a:avLst/>
            </a:prstGeom>
            <a:solidFill>
              <a:srgbClr val="81C9BA"/>
            </a:solidFill>
            <a:ln w="9525">
              <a:solidFill>
                <a:srgbClr val="263238"/>
              </a:solidFill>
              <a:prstDash val="solid"/>
            </a:ln>
          </p:spPr>
        </p:sp>
        <p:sp>
          <p:nvSpPr>
            <p:cNvPr id="1194" name="four:relaxed-hierarchy:regular-node:1194">
              <a:extLst>
                <a:ext uri="{FF2B5EF4-FFF2-40B4-BE49-F238E27FC236}">
                  <ns2:creationId id="{70FA1199-131F-472B-A759-C65AED7BEC99}"/>
                </a:ext>
              </a:extLst>
            </p:cNvPr>
            <p:cNvSpPr>
              <a:spLocks noGrp="1"/>
            </p:cNvSpPr>
            <p:nvPr/>
          </p:nvSpPr>
          <p:spPr>
            <a:xfrm>
              <a:off x="13619158" y="6316697"/>
              <a:ext cx="60333" cy="60333"/>
            </a:xfrm>
            <a:prstGeom prst="ellipse">
              <a:avLst/>
            </a:prstGeom>
            <a:solidFill>
              <a:srgbClr val="81C9BA"/>
            </a:solidFill>
            <a:ln w="9525">
              <a:solidFill>
                <a:srgbClr val="263238"/>
              </a:solidFill>
              <a:prstDash val="solid"/>
            </a:ln>
          </p:spPr>
        </p:sp>
        <p:sp>
          <p:nvSpPr>
            <p:cNvPr id="1195" name="four:relaxed-hierarchy:line:1195">
              <a:extLst>
                <a:ext uri="{FF2B5EF4-FFF2-40B4-BE49-F238E27FC236}">
                  <ns2:creationId id="{9B1211E9-F275-45B5-B49A-504893175C5A}"/>
                </a:ext>
              </a:extLst>
            </p:cNvPr>
            <p:cNvSpPr>
              <a:spLocks noGrp="1"/>
            </p:cNvSpPr>
            <p:nvPr/>
          </p:nvSpPr>
          <p:spPr>
            <a:xfrm>
              <a:off x="13346430" y="6606540"/>
              <a:ext cx="605790" cy="953"/>
            </a:xfrm>
            <a:custGeom>
              <a:pathLst>
                <a:path w="605790" h="953">
                  <a:moveTo>
                    <a:pt x="0" y="0"/>
                  </a:moveTo>
                  <a:lnTo>
                    <a:pt x="207502" y="0"/>
                  </a:lnTo>
                  <a:moveTo>
                    <a:pt x="398288" y="0"/>
                  </a:moveTo>
                  <a:lnTo>
                    <a:pt x="605790" y="0"/>
                  </a:lnTo>
                </a:path>
              </a:pathLst>
            </a:custGeom>
            <a:noFill/>
            <a:ln w="11906">
              <a:solidFill>
                <a:srgbClr val="263238"/>
              </a:solidFill>
              <a:prstDash val="solid"/>
            </a:ln>
          </p:spPr>
        </p:sp>
        <p:sp>
          <p:nvSpPr>
            <p:cNvPr id="1196" name="four:relaxed-hierarchy:line:1196">
              <a:extLst>
                <a:ext uri="{FF2B5EF4-FFF2-40B4-BE49-F238E27FC236}">
                  <ns2:creationId id="{C68146C5-A6C0-49AE-9023-440A730DA61D}"/>
                </a:ext>
              </a:extLst>
            </p:cNvPr>
            <p:cNvSpPr>
              <a:spLocks noGrp="1"/>
            </p:cNvSpPr>
            <p:nvPr/>
          </p:nvSpPr>
          <p:spPr>
            <a:xfrm>
              <a:off x="13346430" y="6606540"/>
              <a:ext cx="953" cy="308610"/>
            </a:xfrm>
            <a:custGeom>
              <a:pathLst>
                <a:path w="953" h="308610">
                  <a:moveTo>
                    <a:pt x="0" y="0"/>
                  </a:moveTo>
                  <a:lnTo>
                    <a:pt x="0" y="213217"/>
                  </a:lnTo>
                </a:path>
              </a:pathLst>
            </a:custGeom>
            <a:noFill/>
            <a:ln w="11906">
              <a:solidFill>
                <a:srgbClr val="263238"/>
              </a:solidFill>
              <a:prstDash val="solid"/>
            </a:ln>
          </p:spPr>
        </p:sp>
        <p:sp>
          <p:nvSpPr>
            <p:cNvPr id="1197" name="four:relaxed-hierarchy:regular-node:1197">
              <a:extLst>
                <a:ext uri="{FF2B5EF4-FFF2-40B4-BE49-F238E27FC236}">
                  <ns2:creationId id="{B6E99B7E-094C-4D26-B21D-D0DF05742501}"/>
                </a:ext>
              </a:extLst>
            </p:cNvPr>
            <p:cNvSpPr>
              <a:spLocks noGrp="1"/>
            </p:cNvSpPr>
            <p:nvPr/>
          </p:nvSpPr>
          <p:spPr>
            <a:xfrm>
              <a:off x="13316263" y="6686316"/>
              <a:ext cx="60333" cy="60333"/>
            </a:xfrm>
            <a:prstGeom prst="ellipse">
              <a:avLst/>
            </a:prstGeom>
            <a:solidFill>
              <a:srgbClr val="D55E00"/>
            </a:solidFill>
            <a:ln w="9525">
              <a:solidFill>
                <a:srgbClr val="263238"/>
              </a:solidFill>
              <a:prstDash val="solid"/>
            </a:ln>
          </p:spPr>
        </p:sp>
        <p:sp>
          <p:nvSpPr>
            <p:cNvPr id="1198" name="four:relaxed-hierarchy:line:1198">
              <a:extLst>
                <a:ext uri="{FF2B5EF4-FFF2-40B4-BE49-F238E27FC236}">
                  <ns2:creationId id="{0DBFA2E5-0EE1-490F-A0AA-A50E66D0BDF6}"/>
                </a:ext>
              </a:extLst>
            </p:cNvPr>
            <p:cNvSpPr>
              <a:spLocks noGrp="1"/>
            </p:cNvSpPr>
            <p:nvPr/>
          </p:nvSpPr>
          <p:spPr>
            <a:xfrm>
              <a:off x="13952220" y="6606540"/>
              <a:ext cx="953" cy="308610"/>
            </a:xfrm>
            <a:custGeom>
              <a:pathLst>
                <a:path w="953" h="308610">
                  <a:moveTo>
                    <a:pt x="0" y="0"/>
                  </a:moveTo>
                  <a:lnTo>
                    <a:pt x="0" y="213217"/>
                  </a:lnTo>
                </a:path>
              </a:pathLst>
            </a:custGeom>
            <a:noFill/>
            <a:ln w="11906">
              <a:solidFill>
                <a:srgbClr val="263238"/>
              </a:solidFill>
              <a:prstDash val="solid"/>
            </a:ln>
          </p:spPr>
        </p:sp>
        <p:sp>
          <p:nvSpPr>
            <p:cNvPr id="1199" name="four:relaxed-hierarchy:regular-node:1199">
              <a:extLst>
                <a:ext uri="{FF2B5EF4-FFF2-40B4-BE49-F238E27FC236}">
                  <ns2:creationId id="{021A08B9-0391-46F6-ACA7-6ED0EE6F7051}"/>
                </a:ext>
              </a:extLst>
            </p:cNvPr>
            <p:cNvSpPr>
              <a:spLocks noGrp="1"/>
            </p:cNvSpPr>
            <p:nvPr/>
          </p:nvSpPr>
          <p:spPr>
            <a:xfrm>
              <a:off x="13922053" y="6686316"/>
              <a:ext cx="60333" cy="60333"/>
            </a:xfrm>
            <a:prstGeom prst="ellipse">
              <a:avLst/>
            </a:prstGeom>
            <a:solidFill>
              <a:srgbClr val="009E73"/>
            </a:solidFill>
            <a:ln w="9525">
              <a:solidFill>
                <a:srgbClr val="263238"/>
              </a:solidFill>
              <a:prstDash val="solid"/>
            </a:ln>
          </p:spPr>
        </p:sp>
        <p:sp>
          <p:nvSpPr>
            <p:cNvPr id="1200" name="four:relaxed-hierarchy:critical-node:1200">
              <a:extLst>
                <a:ext uri="{FF2B5EF4-FFF2-40B4-BE49-F238E27FC236}">
                  <ns2:creationId id="{12A83335-37D2-449D-B88D-D9C3DEE2839C}"/>
                </a:ext>
              </a:extLst>
            </p:cNvPr>
            <p:cNvSpPr>
              <a:spLocks noGrp="1"/>
            </p:cNvSpPr>
            <p:nvPr/>
          </p:nvSpPr>
          <p:spPr>
            <a:xfrm>
              <a:off x="13560600" y="6517815"/>
              <a:ext cx="177451" cy="177451"/>
            </a:xfrm>
            <a:prstGeom prst="diamond">
              <a:avLst/>
            </a:prstGeom>
            <a:solidFill>
              <a:srgbClr val="81C9BA"/>
            </a:solidFill>
            <a:ln w="10478">
              <a:solidFill>
                <a:srgbClr val="263238"/>
              </a:solidFill>
              <a:prstDash val="solid"/>
            </a:ln>
          </p:spPr>
        </p:sp>
        <p:sp>
          <p:nvSpPr>
            <p:cNvPr id="1201" name="four:relaxed-hierarchy:critical-node:1201">
              <a:extLst>
                <a:ext uri="{FF2B5EF4-FFF2-40B4-BE49-F238E27FC236}">
                  <ns2:creationId id="{D2AA5A7C-694F-430E-8A54-CD796FE7D081}"/>
                </a:ext>
              </a:extLst>
            </p:cNvPr>
            <p:cNvSpPr>
              <a:spLocks noGrp="1"/>
            </p:cNvSpPr>
            <p:nvPr/>
          </p:nvSpPr>
          <p:spPr>
            <a:xfrm>
              <a:off x="12672108" y="6826425"/>
              <a:ext cx="177451" cy="177451"/>
            </a:xfrm>
            <a:prstGeom prst="diamond">
              <a:avLst/>
            </a:prstGeom>
            <a:solidFill>
              <a:srgbClr val="0072B2"/>
            </a:solidFill>
            <a:ln w="10478">
              <a:solidFill>
                <a:srgbClr val="263238"/>
              </a:solidFill>
              <a:prstDash val="solid"/>
            </a:ln>
          </p:spPr>
        </p:sp>
        <p:sp>
          <p:nvSpPr>
            <p:cNvPr id="1202" name="four:relaxed-hierarchy:critical-node:1202">
              <a:extLst>
                <a:ext uri="{FF2B5EF4-FFF2-40B4-BE49-F238E27FC236}">
                  <ns2:creationId id="{9D3316A9-42A7-4EB9-A39B-44242A71635B}"/>
                </a:ext>
              </a:extLst>
            </p:cNvPr>
            <p:cNvSpPr>
              <a:spLocks noGrp="1"/>
            </p:cNvSpPr>
            <p:nvPr/>
          </p:nvSpPr>
          <p:spPr>
            <a:xfrm>
              <a:off x="13257705" y="6826425"/>
              <a:ext cx="177451" cy="177451"/>
            </a:xfrm>
            <a:prstGeom prst="diamond">
              <a:avLst/>
            </a:prstGeom>
            <a:solidFill>
              <a:srgbClr val="D55E00"/>
            </a:solidFill>
            <a:ln w="10478">
              <a:solidFill>
                <a:srgbClr val="263238"/>
              </a:solidFill>
              <a:prstDash val="solid"/>
            </a:ln>
          </p:spPr>
        </p:sp>
        <p:sp>
          <p:nvSpPr>
            <p:cNvPr id="1203" name="four:relaxed-hierarchy:critical-node:1203">
              <a:extLst>
                <a:ext uri="{FF2B5EF4-FFF2-40B4-BE49-F238E27FC236}">
                  <ns2:creationId id="{76AD8D64-8E9A-4730-9A53-83D5FBFDC6F7}"/>
                </a:ext>
              </a:extLst>
            </p:cNvPr>
            <p:cNvSpPr>
              <a:spLocks noGrp="1"/>
            </p:cNvSpPr>
            <p:nvPr/>
          </p:nvSpPr>
          <p:spPr>
            <a:xfrm>
              <a:off x="13863495" y="6826425"/>
              <a:ext cx="177451" cy="177451"/>
            </a:xfrm>
            <a:prstGeom prst="diamond">
              <a:avLst/>
            </a:prstGeom>
            <a:solidFill>
              <a:srgbClr val="009E73"/>
            </a:solidFill>
            <a:ln w="10478">
              <a:solidFill>
                <a:srgbClr val="263238"/>
              </a:solidFill>
              <a:prstDash val="solid"/>
            </a:ln>
          </p:spPr>
        </p:sp>
        <p:sp>
          <p:nvSpPr>
            <p:cNvPr id="1204" name="four:relaxed-hierarchy:critical-node:1204">
              <a:extLst>
                <a:ext uri="{FF2B5EF4-FFF2-40B4-BE49-F238E27FC236}">
                  <ns2:creationId id="{15968231-1402-4A11-A78C-0CF40501C7A3}"/>
                </a:ext>
              </a:extLst>
            </p:cNvPr>
            <p:cNvSpPr>
              <a:spLocks noGrp="1"/>
            </p:cNvSpPr>
            <p:nvPr/>
          </p:nvSpPr>
          <p:spPr>
            <a:xfrm>
              <a:off x="14449092" y="6826425"/>
              <a:ext cx="177451" cy="177451"/>
            </a:xfrm>
            <a:prstGeom prst="diamond">
              <a:avLst/>
            </a:prstGeom>
            <a:solidFill>
              <a:srgbClr val="CC79A7"/>
            </a:solidFill>
            <a:ln w="10478">
              <a:solidFill>
                <a:srgbClr val="263238"/>
              </a:solidFill>
              <a:prstDash val="solid"/>
            </a:ln>
          </p:spPr>
        </p:sp>
      </p:grpSp>
      <p:grpSp>
        <p:nvGrpSpPr>
          <p:cNvPr id="3183" name="linked-tree-layout"/>
          <p:cNvGrpSpPr/>
          <p:nvPr/>
        </p:nvGrpSpPr>
        <p:grpSpPr>
          <a:xfrm>
            <a:off x="0" y="0"/>
            <a:ext cx="24955500" cy="8572500"/>
            <a:chOff x="0" y="0"/>
            <a:chExt cx="24955500" cy="8572500"/>
          </a:xfrm>
        </p:grpSpPr>
        <p:sp>
          <p:nvSpPr>
            <p:cNvPr id="1209" name="four:linked-tree-layout:textbox:1209">
              <a:extLst>
                <a:ext uri="{FF2B5EF4-FFF2-40B4-BE49-F238E27FC236}">
                  <ns2:creationId id="{155F0153-1A0D-4D77-ADF2-C2767BFE4C05}"/>
                </a:ext>
              </a:extLst>
            </p:cNvPr>
            <p:cNvSpPr>
              <a:spLocks noGrp="1"/>
            </p:cNvSpPr>
            <p:nvPr/>
          </p:nvSpPr>
          <p:spPr>
            <a:xfrm>
              <a:off x="15754350" y="1057275"/>
              <a:ext cx="4114800" cy="304800"/>
            </a:xfrm>
            <a:prstGeom prst="rect">
              <a:avLst/>
            </a:prstGeom>
            <a:noFill/>
            <a:ln w="0">
              <a:noFill/>
              <a:prstDash val="solid"/>
            </a:ln>
          </p:spPr>
          <p:txBody>
            <a:bodyPr wrap="none" lIns="0" tIns="0" rIns="0" bIns="0" anchor="ctr">
              <a:normAutofit fontScale="100000"/>
            </a:bodyPr>
            <a:lstStyle>
              <a:defPPr algn="l">
                <a:defRPr sz="1800" b="1">
                  <a:solidFill>
                    <a:srgbClr val="263238"/>
                  </a:solidFill>
                  <a:latin typeface="Arial"/>
                  <a:ea typeface="Arial"/>
                  <a:cs typeface="Arial"/>
                </a:defRPr>
              </a:defPPr>
            </a:lstStyle>
            <a:p>
              <a:pPr algn="l">
                <a:defRPr sz="1800" b="1">
                  <a:solidFill>
                    <a:srgbClr val="263238"/>
                  </a:solidFill>
                  <a:latin typeface="Arial"/>
                  <a:ea typeface="Arial"/>
                  <a:cs typeface="Arial"/>
                </a:defRPr>
              </a:pPr>
              <a:r>
                <a:rPr sz="1800" b="1">
                  <a:solidFill>
                    <a:srgbClr val="263238"/>
                  </a:solidFill>
                  <a:latin typeface="Arial"/>
                  <a:ea typeface="Arial"/>
                  <a:cs typeface="Arial"/>
                </a:rPr>
                <a:t>Budgeted interval layout</a:t>
              </a:r>
            </a:p>
          </p:txBody>
        </p:sp>
        <p:sp>
          <p:nvSpPr>
            <p:cNvPr id="1238" name="four:linked-tree-layout:textbox:1238">
              <a:extLst>
                <a:ext uri="{FF2B5EF4-FFF2-40B4-BE49-F238E27FC236}">
                  <ns2:creationId id="{BF037CEA-0C65-417E-B15C-E72A10105D2C}"/>
                </a:ext>
              </a:extLst>
            </p:cNvPr>
            <p:cNvSpPr>
              <a:spLocks noGrp="1"/>
            </p:cNvSpPr>
            <p:nvPr/>
          </p:nvSpPr>
          <p:spPr>
            <a:xfrm>
              <a:off x="19450050" y="1457325"/>
              <a:ext cx="428625" cy="342900"/>
            </a:xfrm>
            <a:prstGeom prst="rect">
              <a:avLst/>
            </a:prstGeom>
            <a:noFill/>
            <a:ln w="0">
              <a:noFill/>
              <a:prstDash val="solid"/>
            </a:ln>
          </p:spPr>
          <p:txBody>
            <a:bodyPr wrap="none" lIns="0" tIns="0" rIns="0" bIns="0" anchor="ctr">
              <a:normAutofit fontScale="100000"/>
            </a:bodyPr>
            <a:lstStyle>
              <a:defPPr algn="ctr">
                <a:defRPr sz="2025" b="0">
                  <a:solidFill>
                    <a:srgbClr val="263238"/>
                  </a:solidFill>
                  <a:latin typeface="Arial"/>
                  <a:ea typeface="Arial"/>
                  <a:cs typeface="Arial"/>
                </a:defRPr>
              </a:defPPr>
            </a:lstStyle>
            <a:p>
              <a:pPr algn="ctr">
                <a:defRPr sz="2025" b="0">
                  <a:solidFill>
                    <a:srgbClr val="263238"/>
                  </a:solidFill>
                  <a:latin typeface="Arial"/>
                  <a:ea typeface="Arial"/>
                  <a:cs typeface="Arial"/>
                </a:defRPr>
              </a:pPr>
              <a:r>
                <a:rPr sz="2025" b="0">
                  <a:solidFill>
                    <a:srgbClr val="263238"/>
                  </a:solidFill>
                  <a:latin typeface="Arial"/>
                  <a:ea typeface="Arial"/>
                  <a:cs typeface="Arial"/>
                </a:rPr>
                <a:t>T′</a:t>
              </a:r>
            </a:p>
          </p:txBody>
        </p:sp>
        <p:sp>
          <p:nvSpPr>
            <p:cNvPr id="1239" name="four:linked-tree-layout:line:1239">
              <a:extLst>
                <a:ext uri="{FF2B5EF4-FFF2-40B4-BE49-F238E27FC236}">
                  <ns2:creationId id="{24792923-143F-4010-B765-DAEEDD84FED9}"/>
                </a:ext>
              </a:extLst>
            </p:cNvPr>
            <p:cNvSpPr>
              <a:spLocks noGrp="1"/>
            </p:cNvSpPr>
            <p:nvPr/>
          </p:nvSpPr>
          <p:spPr>
            <a:xfrm>
              <a:off x="16059150" y="3171825"/>
              <a:ext cx="3648075" cy="953"/>
            </a:xfrm>
            <a:custGeom>
              <a:pathLst>
                <a:path w="3648075" h="953">
                  <a:moveTo>
                    <a:pt x="0" y="0"/>
                  </a:moveTo>
                  <a:lnTo>
                    <a:pt x="3648075" y="0"/>
                  </a:lnTo>
                </a:path>
              </a:pathLst>
            </a:custGeom>
            <a:noFill/>
            <a:ln w="11430">
              <a:solidFill>
                <a:srgbClr val="263238"/>
              </a:solidFill>
              <a:prstDash val="dash"/>
            </a:ln>
          </p:spPr>
        </p:sp>
        <p:sp>
          <p:nvSpPr>
            <p:cNvPr id="1240" name="four:linked-tree-layout:polygon:1240">
              <a:extLst>
                <a:ext uri="{FF2B5EF4-FFF2-40B4-BE49-F238E27FC236}">
                  <ns2:creationId id="{F6094A20-E7C9-49E0-BEC4-0EE60168B914}"/>
                </a:ext>
              </a:extLst>
            </p:cNvPr>
            <p:cNvSpPr>
              <a:spLocks noGrp="1"/>
            </p:cNvSpPr>
            <p:nvPr/>
          </p:nvSpPr>
          <p:spPr>
            <a:xfrm>
              <a:off x="19640550" y="3143155"/>
              <a:ext cx="66675" cy="57340"/>
            </a:xfrm>
            <a:custGeom>
              <a:pathLst>
                <a:path w="66675" h="57340">
                  <a:moveTo>
                    <a:pt x="66675" y="28670"/>
                  </a:moveTo>
                  <a:lnTo>
                    <a:pt x="0" y="0"/>
                  </a:lnTo>
                  <a:lnTo>
                    <a:pt x="0" y="57340"/>
                  </a:lnTo>
                  <a:close/>
                </a:path>
              </a:pathLst>
            </a:custGeom>
            <a:solidFill>
              <a:srgbClr val="263238"/>
            </a:solidFill>
            <a:ln w="0">
              <a:noFill/>
              <a:prstDash val="solid"/>
            </a:ln>
          </p:spPr>
        </p:sp>
        <p:sp>
          <p:nvSpPr>
            <p:cNvPr id="1241" name="four:linked-tree-layout:textbox:1241">
              <a:extLst>
                <a:ext uri="{FF2B5EF4-FFF2-40B4-BE49-F238E27FC236}">
                  <ns2:creationId id="{00EE2EEB-9BDC-41C1-AC13-95CD48F86FF8}"/>
                </a:ext>
              </a:extLst>
            </p:cNvPr>
            <p:cNvSpPr>
              <a:spLocks noGrp="1"/>
            </p:cNvSpPr>
            <p:nvPr/>
          </p:nvSpPr>
          <p:spPr>
            <a:xfrm>
              <a:off x="15716250" y="2981325"/>
              <a:ext cx="333375" cy="342900"/>
            </a:xfrm>
            <a:prstGeom prst="rect">
              <a:avLst/>
            </a:prstGeom>
            <a:noFill/>
            <a:ln w="0">
              <a:noFill/>
              <a:prstDash val="solid"/>
            </a:ln>
          </p:spPr>
          <p:txBody>
            <a:bodyPr wrap="none" lIns="0" tIns="0" rIns="0" bIns="0" anchor="ctr">
              <a:normAutofit fontScale="100000"/>
            </a:bodyPr>
            <a:lstStyle>
              <a:defPPr algn="ctr">
                <a:defRPr sz="1725" b="0">
                  <a:solidFill>
                    <a:srgbClr val="7B8790"/>
                  </a:solidFill>
                  <a:latin typeface="Arial"/>
                  <a:ea typeface="Arial"/>
                  <a:cs typeface="Arial"/>
                </a:defRPr>
              </a:defPPr>
            </a:lstStyle>
            <a:p>
              <a:pPr algn="ctr">
                <a:defRPr sz="1725" b="0">
                  <a:solidFill>
                    <a:srgbClr val="7B8790"/>
                  </a:solidFill>
                  <a:latin typeface="Arial"/>
                  <a:ea typeface="Arial"/>
                  <a:cs typeface="Arial"/>
                </a:defRPr>
              </a:pPr>
              <a:r>
                <a:rPr sz="1725" b="0">
                  <a:solidFill>
                    <a:srgbClr val="7B8790"/>
                  </a:solidFill>
                  <a:latin typeface="Arial"/>
                  <a:ea typeface="Arial"/>
                  <a:cs typeface="Arial"/>
                </a:rPr>
                <a:t>u</a:t>
              </a:r>
              <a:r>
                <a:rPr sz="1242" b="0" baseline="-25000">
                  <a:solidFill>
                    <a:srgbClr val="7B8790"/>
                  </a:solidFill>
                  <a:latin typeface="Arial"/>
                  <a:ea typeface="Arial"/>
                  <a:cs typeface="Arial"/>
                </a:rPr>
                <a:t>i</a:t>
              </a:r>
            </a:p>
          </p:txBody>
        </p:sp>
        <p:sp>
          <p:nvSpPr>
            <p:cNvPr id="1242" name="four:linked-tree-layout:line:1242">
              <a:extLst>
                <a:ext uri="{FF2B5EF4-FFF2-40B4-BE49-F238E27FC236}">
                  <ns2:creationId id="{9C0BF1EB-0A5C-420B-96D1-8FCD083FE745}"/>
                </a:ext>
              </a:extLst>
            </p:cNvPr>
            <p:cNvSpPr>
              <a:spLocks noGrp="1"/>
            </p:cNvSpPr>
            <p:nvPr/>
          </p:nvSpPr>
          <p:spPr>
            <a:xfrm>
              <a:off x="16268224" y="2809875"/>
              <a:ext cx="953" cy="457200"/>
            </a:xfrm>
            <a:custGeom>
              <a:pathLst>
                <a:path w="953" h="457200">
                  <a:moveTo>
                    <a:pt x="0" y="3310"/>
                  </a:moveTo>
                  <a:lnTo>
                    <a:pt x="0" y="457200"/>
                  </a:lnTo>
                </a:path>
              </a:pathLst>
            </a:custGeom>
            <a:noFill/>
            <a:ln w="13335">
              <a:solidFill>
                <a:srgbClr val="0072B2"/>
              </a:solidFill>
              <a:prstDash val="dash"/>
            </a:ln>
          </p:spPr>
        </p:sp>
        <p:sp>
          <p:nvSpPr>
            <p:cNvPr id="1243" name="four:linked-tree-layout:line:1243">
              <a:extLst>
                <a:ext uri="{FF2B5EF4-FFF2-40B4-BE49-F238E27FC236}">
                  <ns2:creationId id="{C0AEF529-D9E8-4A97-8AED-507E3D2E49EF}"/>
                </a:ext>
              </a:extLst>
            </p:cNvPr>
            <p:cNvSpPr>
              <a:spLocks noGrp="1"/>
            </p:cNvSpPr>
            <p:nvPr/>
          </p:nvSpPr>
          <p:spPr>
            <a:xfrm>
              <a:off x="16230124" y="3076575"/>
              <a:ext cx="76200" cy="953"/>
            </a:xfrm>
            <a:custGeom>
              <a:pathLst>
                <a:path w="76200" h="953">
                  <a:moveTo>
                    <a:pt x="0" y="0"/>
                  </a:moveTo>
                  <a:lnTo>
                    <a:pt x="76200" y="0"/>
                  </a:lnTo>
                </a:path>
              </a:pathLst>
            </a:custGeom>
            <a:noFill/>
            <a:ln w="14288">
              <a:solidFill>
                <a:srgbClr val="0072B2"/>
              </a:solidFill>
              <a:prstDash val="solid"/>
            </a:ln>
          </p:spPr>
        </p:sp>
        <p:sp>
          <p:nvSpPr>
            <p:cNvPr id="1244" name="four:linked-tree-layout:regular-node:1244">
              <a:extLst>
                <a:ext uri="{FF2B5EF4-FFF2-40B4-BE49-F238E27FC236}">
                  <ns2:creationId id="{8B1401FA-1F1F-4792-86B2-83088D5A2D7A}"/>
                </a:ext>
              </a:extLst>
            </p:cNvPr>
            <p:cNvSpPr>
              <a:spLocks noGrp="1"/>
            </p:cNvSpPr>
            <p:nvPr/>
          </p:nvSpPr>
          <p:spPr>
            <a:xfrm>
              <a:off x="16246316" y="3149918"/>
              <a:ext cx="43815" cy="43815"/>
            </a:xfrm>
            <a:prstGeom prst="ellipse">
              <a:avLst/>
            </a:prstGeom>
            <a:solidFill>
              <a:srgbClr val="0072B2"/>
            </a:solidFill>
            <a:ln w="0">
              <a:noFill/>
              <a:prstDash val="solid"/>
            </a:ln>
          </p:spPr>
        </p:sp>
        <p:sp>
          <p:nvSpPr>
            <p:cNvPr id="1245" name="four:linked-tree-layout:line:1245">
              <a:extLst>
                <a:ext uri="{FF2B5EF4-FFF2-40B4-BE49-F238E27FC236}">
                  <ns2:creationId id="{5DB83F6D-A0F8-4909-9050-4FDAD33F2A54}"/>
                </a:ext>
              </a:extLst>
            </p:cNvPr>
            <p:cNvSpPr>
              <a:spLocks noGrp="1"/>
            </p:cNvSpPr>
            <p:nvPr/>
          </p:nvSpPr>
          <p:spPr>
            <a:xfrm>
              <a:off x="16268224" y="3286125"/>
              <a:ext cx="138589" cy="171450"/>
            </a:xfrm>
            <a:custGeom>
              <a:pathLst>
                <a:path w="138589" h="171450">
                  <a:moveTo>
                    <a:pt x="0" y="0"/>
                  </a:moveTo>
                  <a:lnTo>
                    <a:pt x="138589" y="171450"/>
                  </a:lnTo>
                </a:path>
              </a:pathLst>
            </a:custGeom>
            <a:noFill/>
            <a:ln w="11430">
              <a:solidFill>
                <a:srgbClr val="0072B2">
                  <a:alpha val="65000"/>
                </a:srgbClr>
              </a:solidFill>
              <a:prstDash val="solid"/>
            </a:ln>
          </p:spPr>
        </p:sp>
        <p:sp>
          <p:nvSpPr>
            <p:cNvPr id="1246" name="four:linked-tree-layout:line:1246">
              <a:extLst>
                <a:ext uri="{FF2B5EF4-FFF2-40B4-BE49-F238E27FC236}">
                  <ns2:creationId id="{AADADDA8-87CC-45FF-847F-E418E4595415}"/>
                </a:ext>
              </a:extLst>
            </p:cNvPr>
            <p:cNvSpPr>
              <a:spLocks noGrp="1"/>
            </p:cNvSpPr>
            <p:nvPr/>
          </p:nvSpPr>
          <p:spPr>
            <a:xfrm>
              <a:off x="17284541" y="2809875"/>
              <a:ext cx="953" cy="457200"/>
            </a:xfrm>
            <a:custGeom>
              <a:pathLst>
                <a:path w="953" h="457200">
                  <a:moveTo>
                    <a:pt x="0" y="3310"/>
                  </a:moveTo>
                  <a:lnTo>
                    <a:pt x="0" y="457200"/>
                  </a:lnTo>
                </a:path>
              </a:pathLst>
            </a:custGeom>
            <a:noFill/>
            <a:ln w="13335">
              <a:solidFill>
                <a:srgbClr val="D55E00"/>
              </a:solidFill>
              <a:prstDash val="dash"/>
            </a:ln>
          </p:spPr>
        </p:sp>
        <p:sp>
          <p:nvSpPr>
            <p:cNvPr id="1247" name="four:linked-tree-layout:line:1247">
              <a:extLst>
                <a:ext uri="{FF2B5EF4-FFF2-40B4-BE49-F238E27FC236}">
                  <ns2:creationId id="{8A9BCF82-3678-4C50-9699-2978BF4A7ABA}"/>
                </a:ext>
              </a:extLst>
            </p:cNvPr>
            <p:cNvSpPr>
              <a:spLocks noGrp="1"/>
            </p:cNvSpPr>
            <p:nvPr/>
          </p:nvSpPr>
          <p:spPr>
            <a:xfrm>
              <a:off x="17246441" y="3076575"/>
              <a:ext cx="76200" cy="953"/>
            </a:xfrm>
            <a:custGeom>
              <a:pathLst>
                <a:path w="76200" h="953">
                  <a:moveTo>
                    <a:pt x="0" y="0"/>
                  </a:moveTo>
                  <a:lnTo>
                    <a:pt x="76200" y="0"/>
                  </a:lnTo>
                </a:path>
              </a:pathLst>
            </a:custGeom>
            <a:noFill/>
            <a:ln w="14288">
              <a:solidFill>
                <a:srgbClr val="D55E00"/>
              </a:solidFill>
              <a:prstDash val="solid"/>
            </a:ln>
          </p:spPr>
        </p:sp>
        <p:sp>
          <p:nvSpPr>
            <p:cNvPr id="1248" name="four:linked-tree-layout:regular-node:1248">
              <a:extLst>
                <a:ext uri="{FF2B5EF4-FFF2-40B4-BE49-F238E27FC236}">
                  <ns2:creationId id="{5A006C85-CD03-472F-BBCA-275827CAA265}"/>
                </a:ext>
              </a:extLst>
            </p:cNvPr>
            <p:cNvSpPr>
              <a:spLocks noGrp="1"/>
            </p:cNvSpPr>
            <p:nvPr/>
          </p:nvSpPr>
          <p:spPr>
            <a:xfrm>
              <a:off x="17262634" y="3149918"/>
              <a:ext cx="43815" cy="43815"/>
            </a:xfrm>
            <a:prstGeom prst="ellipse">
              <a:avLst/>
            </a:prstGeom>
            <a:solidFill>
              <a:srgbClr val="D55E00"/>
            </a:solidFill>
            <a:ln w="0">
              <a:noFill/>
              <a:prstDash val="solid"/>
            </a:ln>
          </p:spPr>
        </p:sp>
        <p:sp>
          <p:nvSpPr>
            <p:cNvPr id="1249" name="four:linked-tree-layout:line:1249">
              <a:extLst>
                <a:ext uri="{FF2B5EF4-FFF2-40B4-BE49-F238E27FC236}">
                  <ns2:creationId id="{FDDD4268-1C74-4774-9A84-6DAEE5CD813F}"/>
                </a:ext>
              </a:extLst>
            </p:cNvPr>
            <p:cNvSpPr>
              <a:spLocks noGrp="1"/>
            </p:cNvSpPr>
            <p:nvPr/>
          </p:nvSpPr>
          <p:spPr>
            <a:xfrm>
              <a:off x="17284541" y="3286125"/>
              <a:ext cx="46196" cy="171450"/>
            </a:xfrm>
            <a:custGeom>
              <a:pathLst>
                <a:path w="46196" h="171450">
                  <a:moveTo>
                    <a:pt x="0" y="0"/>
                  </a:moveTo>
                  <a:lnTo>
                    <a:pt x="46196" y="171450"/>
                  </a:lnTo>
                </a:path>
              </a:pathLst>
            </a:custGeom>
            <a:noFill/>
            <a:ln w="11430">
              <a:solidFill>
                <a:srgbClr val="D55E00">
                  <a:alpha val="65000"/>
                </a:srgbClr>
              </a:solidFill>
              <a:prstDash val="solid"/>
            </a:ln>
          </p:spPr>
        </p:sp>
        <p:sp>
          <p:nvSpPr>
            <p:cNvPr id="1250" name="four:linked-tree-layout:line:1250">
              <a:extLst>
                <a:ext uri="{FF2B5EF4-FFF2-40B4-BE49-F238E27FC236}">
                  <ns2:creationId id="{31C7DE49-EBA8-4D10-89D4-F13C9E74FD01}"/>
                </a:ext>
              </a:extLst>
            </p:cNvPr>
            <p:cNvSpPr>
              <a:spLocks noGrp="1"/>
            </p:cNvSpPr>
            <p:nvPr/>
          </p:nvSpPr>
          <p:spPr>
            <a:xfrm>
              <a:off x="18300859" y="2809875"/>
              <a:ext cx="953" cy="457200"/>
            </a:xfrm>
            <a:custGeom>
              <a:pathLst>
                <a:path w="953" h="457200">
                  <a:moveTo>
                    <a:pt x="0" y="3310"/>
                  </a:moveTo>
                  <a:lnTo>
                    <a:pt x="0" y="457200"/>
                  </a:lnTo>
                </a:path>
              </a:pathLst>
            </a:custGeom>
            <a:noFill/>
            <a:ln w="13335">
              <a:solidFill>
                <a:srgbClr val="009E73"/>
              </a:solidFill>
              <a:prstDash val="dash"/>
            </a:ln>
          </p:spPr>
        </p:sp>
        <p:sp>
          <p:nvSpPr>
            <p:cNvPr id="1251" name="four:linked-tree-layout:line:1251">
              <a:extLst>
                <a:ext uri="{FF2B5EF4-FFF2-40B4-BE49-F238E27FC236}">
                  <ns2:creationId id="{129FC32F-42DA-4F95-88A8-CDAC1EFBE477}"/>
                </a:ext>
              </a:extLst>
            </p:cNvPr>
            <p:cNvSpPr>
              <a:spLocks noGrp="1"/>
            </p:cNvSpPr>
            <p:nvPr/>
          </p:nvSpPr>
          <p:spPr>
            <a:xfrm>
              <a:off x="18262759" y="3076575"/>
              <a:ext cx="76200" cy="953"/>
            </a:xfrm>
            <a:custGeom>
              <a:pathLst>
                <a:path w="76200" h="953">
                  <a:moveTo>
                    <a:pt x="0" y="0"/>
                  </a:moveTo>
                  <a:lnTo>
                    <a:pt x="76200" y="0"/>
                  </a:lnTo>
                </a:path>
              </a:pathLst>
            </a:custGeom>
            <a:noFill/>
            <a:ln w="14288">
              <a:solidFill>
                <a:srgbClr val="009E73"/>
              </a:solidFill>
              <a:prstDash val="solid"/>
            </a:ln>
          </p:spPr>
        </p:sp>
        <p:sp>
          <p:nvSpPr>
            <p:cNvPr id="1252" name="four:linked-tree-layout:regular-node:1252">
              <a:extLst>
                <a:ext uri="{FF2B5EF4-FFF2-40B4-BE49-F238E27FC236}">
                  <ns2:creationId id="{82E5D8FF-CDA3-473C-86B9-63DFCA2F699B}"/>
                </a:ext>
              </a:extLst>
            </p:cNvPr>
            <p:cNvSpPr>
              <a:spLocks noGrp="1"/>
            </p:cNvSpPr>
            <p:nvPr/>
          </p:nvSpPr>
          <p:spPr>
            <a:xfrm>
              <a:off x="18278951" y="3149918"/>
              <a:ext cx="43815" cy="43815"/>
            </a:xfrm>
            <a:prstGeom prst="ellipse">
              <a:avLst/>
            </a:prstGeom>
            <a:solidFill>
              <a:srgbClr val="009E73"/>
            </a:solidFill>
            <a:ln w="0">
              <a:noFill/>
              <a:prstDash val="solid"/>
            </a:ln>
          </p:spPr>
        </p:sp>
        <p:sp>
          <p:nvSpPr>
            <p:cNvPr id="1253" name="four:linked-tree-layout:line:1253">
              <a:extLst>
                <a:ext uri="{FF2B5EF4-FFF2-40B4-BE49-F238E27FC236}">
                  <ns2:creationId id="{75717534-1216-4BFF-9FBB-CCF8491FC06E}"/>
                </a:ext>
              </a:extLst>
            </p:cNvPr>
            <p:cNvSpPr>
              <a:spLocks noGrp="1"/>
            </p:cNvSpPr>
            <p:nvPr/>
          </p:nvSpPr>
          <p:spPr>
            <a:xfrm>
              <a:off x="18254663" y="3286125"/>
              <a:ext cx="46196" cy="171450"/>
            </a:xfrm>
            <a:custGeom>
              <a:pathLst>
                <a:path w="46196" h="171450">
                  <a:moveTo>
                    <a:pt x="46196" y="0"/>
                  </a:moveTo>
                  <a:lnTo>
                    <a:pt x="0" y="171450"/>
                  </a:lnTo>
                </a:path>
              </a:pathLst>
            </a:custGeom>
            <a:noFill/>
            <a:ln w="11430">
              <a:solidFill>
                <a:srgbClr val="009E73">
                  <a:alpha val="65000"/>
                </a:srgbClr>
              </a:solidFill>
              <a:prstDash val="solid"/>
            </a:ln>
          </p:spPr>
        </p:sp>
        <p:sp>
          <p:nvSpPr>
            <p:cNvPr id="1254" name="four:linked-tree-layout:line:1254">
              <a:extLst>
                <a:ext uri="{FF2B5EF4-FFF2-40B4-BE49-F238E27FC236}">
                  <ns2:creationId id="{B3029ACB-4B68-4706-9C25-4ACA7CDD20B3}"/>
                </a:ext>
              </a:extLst>
            </p:cNvPr>
            <p:cNvSpPr>
              <a:spLocks noGrp="1"/>
            </p:cNvSpPr>
            <p:nvPr/>
          </p:nvSpPr>
          <p:spPr>
            <a:xfrm>
              <a:off x="19317176" y="2809875"/>
              <a:ext cx="953" cy="457200"/>
            </a:xfrm>
            <a:custGeom>
              <a:pathLst>
                <a:path w="953" h="457200">
                  <a:moveTo>
                    <a:pt x="0" y="3310"/>
                  </a:moveTo>
                  <a:lnTo>
                    <a:pt x="0" y="457200"/>
                  </a:lnTo>
                </a:path>
              </a:pathLst>
            </a:custGeom>
            <a:noFill/>
            <a:ln w="13335">
              <a:solidFill>
                <a:srgbClr val="CC79A7"/>
              </a:solidFill>
              <a:prstDash val="dash"/>
            </a:ln>
          </p:spPr>
        </p:sp>
        <p:sp>
          <p:nvSpPr>
            <p:cNvPr id="1255" name="four:linked-tree-layout:line:1255">
              <a:extLst>
                <a:ext uri="{FF2B5EF4-FFF2-40B4-BE49-F238E27FC236}">
                  <ns2:creationId id="{E8BC3BDE-1CD3-4A18-B331-220B8065A745}"/>
                </a:ext>
              </a:extLst>
            </p:cNvPr>
            <p:cNvSpPr>
              <a:spLocks noGrp="1"/>
            </p:cNvSpPr>
            <p:nvPr/>
          </p:nvSpPr>
          <p:spPr>
            <a:xfrm>
              <a:off x="19279076" y="3076575"/>
              <a:ext cx="76200" cy="953"/>
            </a:xfrm>
            <a:custGeom>
              <a:pathLst>
                <a:path w="76200" h="953">
                  <a:moveTo>
                    <a:pt x="0" y="0"/>
                  </a:moveTo>
                  <a:lnTo>
                    <a:pt x="76200" y="0"/>
                  </a:lnTo>
                </a:path>
              </a:pathLst>
            </a:custGeom>
            <a:noFill/>
            <a:ln w="14288">
              <a:solidFill>
                <a:srgbClr val="CC79A7"/>
              </a:solidFill>
              <a:prstDash val="solid"/>
            </a:ln>
          </p:spPr>
        </p:sp>
        <p:sp>
          <p:nvSpPr>
            <p:cNvPr id="1256" name="four:linked-tree-layout:regular-node:1256">
              <a:extLst>
                <a:ext uri="{FF2B5EF4-FFF2-40B4-BE49-F238E27FC236}">
                  <ns2:creationId id="{3DF98C59-8DA1-4B6D-B790-0D59A38F740E}"/>
                </a:ext>
              </a:extLst>
            </p:cNvPr>
            <p:cNvSpPr>
              <a:spLocks noGrp="1"/>
            </p:cNvSpPr>
            <p:nvPr/>
          </p:nvSpPr>
          <p:spPr>
            <a:xfrm>
              <a:off x="19295269" y="3149918"/>
              <a:ext cx="43815" cy="43815"/>
            </a:xfrm>
            <a:prstGeom prst="ellipse">
              <a:avLst/>
            </a:prstGeom>
            <a:solidFill>
              <a:srgbClr val="CC79A7"/>
            </a:solidFill>
            <a:ln w="0">
              <a:noFill/>
              <a:prstDash val="solid"/>
            </a:ln>
          </p:spPr>
        </p:sp>
        <p:sp>
          <p:nvSpPr>
            <p:cNvPr id="1257" name="four:linked-tree-layout:line:1257">
              <a:extLst>
                <a:ext uri="{FF2B5EF4-FFF2-40B4-BE49-F238E27FC236}">
                  <ns2:creationId id="{958B3FB5-1590-4BF4-B78A-12D31E64C18F}"/>
                </a:ext>
              </a:extLst>
            </p:cNvPr>
            <p:cNvSpPr>
              <a:spLocks noGrp="1"/>
            </p:cNvSpPr>
            <p:nvPr/>
          </p:nvSpPr>
          <p:spPr>
            <a:xfrm>
              <a:off x="19178588" y="3286125"/>
              <a:ext cx="138589" cy="171450"/>
            </a:xfrm>
            <a:custGeom>
              <a:pathLst>
                <a:path w="138589" h="171450">
                  <a:moveTo>
                    <a:pt x="138589" y="0"/>
                  </a:moveTo>
                  <a:lnTo>
                    <a:pt x="0" y="171450"/>
                  </a:lnTo>
                </a:path>
              </a:pathLst>
            </a:custGeom>
            <a:noFill/>
            <a:ln w="11430">
              <a:solidFill>
                <a:srgbClr val="CC79A7">
                  <a:alpha val="65000"/>
                </a:srgbClr>
              </a:solidFill>
              <a:prstDash val="solid"/>
            </a:ln>
          </p:spPr>
        </p:sp>
        <p:sp>
          <p:nvSpPr>
            <p:cNvPr id="1258" name="four:linked-tree-layout:line:1258">
              <a:extLst>
                <a:ext uri="{FF2B5EF4-FFF2-40B4-BE49-F238E27FC236}">
                  <ns2:creationId id="{9CD2A915-860D-4797-B93D-F4DC79C18F83}"/>
                </a:ext>
              </a:extLst>
            </p:cNvPr>
            <p:cNvSpPr>
              <a:spLocks noGrp="1"/>
            </p:cNvSpPr>
            <p:nvPr/>
          </p:nvSpPr>
          <p:spPr>
            <a:xfrm>
              <a:off x="16059150" y="3600450"/>
              <a:ext cx="3648075" cy="953"/>
            </a:xfrm>
            <a:custGeom>
              <a:pathLst>
                <a:path w="3648075" h="953">
                  <a:moveTo>
                    <a:pt x="0" y="0"/>
                  </a:moveTo>
                  <a:lnTo>
                    <a:pt x="3648075" y="0"/>
                  </a:lnTo>
                </a:path>
              </a:pathLst>
            </a:custGeom>
            <a:noFill/>
            <a:ln w="14288">
              <a:solidFill>
                <a:srgbClr val="263238"/>
              </a:solidFill>
              <a:prstDash val="solid"/>
            </a:ln>
          </p:spPr>
        </p:sp>
        <p:sp>
          <p:nvSpPr>
            <p:cNvPr id="1259" name="four:linked-tree-layout:polygon:1259">
              <a:extLst>
                <a:ext uri="{FF2B5EF4-FFF2-40B4-BE49-F238E27FC236}">
                  <ns2:creationId id="{A3E564B4-A116-4DAD-97FA-4F80BBB65448}"/>
                </a:ext>
              </a:extLst>
            </p:cNvPr>
            <p:cNvSpPr>
              <a:spLocks noGrp="1"/>
            </p:cNvSpPr>
            <p:nvPr/>
          </p:nvSpPr>
          <p:spPr>
            <a:xfrm>
              <a:off x="19631025" y="3567684"/>
              <a:ext cx="76200" cy="65532"/>
            </a:xfrm>
            <a:custGeom>
              <a:pathLst>
                <a:path w="76200" h="65532">
                  <a:moveTo>
                    <a:pt x="76200" y="32766"/>
                  </a:moveTo>
                  <a:lnTo>
                    <a:pt x="0" y="0"/>
                  </a:lnTo>
                  <a:lnTo>
                    <a:pt x="0" y="65532"/>
                  </a:lnTo>
                  <a:close/>
                </a:path>
              </a:pathLst>
            </a:custGeom>
            <a:solidFill>
              <a:srgbClr val="263238"/>
            </a:solidFill>
            <a:ln w="0">
              <a:noFill/>
              <a:prstDash val="solid"/>
            </a:ln>
          </p:spPr>
        </p:sp>
        <p:sp>
          <p:nvSpPr>
            <p:cNvPr id="1260" name="four:linked-tree-layout:textbox:1260">
              <a:extLst>
                <a:ext uri="{FF2B5EF4-FFF2-40B4-BE49-F238E27FC236}">
                  <ns2:creationId id="{05C87C27-4C5F-49E9-97A5-4A384E6083F0}"/>
                </a:ext>
              </a:extLst>
            </p:cNvPr>
            <p:cNvSpPr>
              <a:spLocks noGrp="1"/>
            </p:cNvSpPr>
            <p:nvPr/>
          </p:nvSpPr>
          <p:spPr>
            <a:xfrm>
              <a:off x="15716250" y="3409950"/>
              <a:ext cx="333375" cy="342900"/>
            </a:xfrm>
            <a:prstGeom prst="rect">
              <a:avLst/>
            </a:prstGeom>
            <a:noFill/>
            <a:ln w="0">
              <a:noFill/>
              <a:prstDash val="solid"/>
            </a:ln>
          </p:spPr>
          <p:txBody>
            <a:bodyPr wrap="none" lIns="0" tIns="0" rIns="0" bIns="0" anchor="ctr">
              <a:normAutofit fontScale="100000"/>
            </a:bodyPr>
            <a:lstStyle>
              <a:defPPr algn="ctr">
                <a:defRPr sz="1725" b="0">
                  <a:solidFill>
                    <a:srgbClr val="7B8790"/>
                  </a:solidFill>
                  <a:latin typeface="Arial"/>
                  <a:ea typeface="Arial"/>
                  <a:cs typeface="Arial"/>
                </a:defRPr>
              </a:defPPr>
            </a:lstStyle>
            <a:p>
              <a:pPr algn="ctr">
                <a:defRPr sz="1725" b="0">
                  <a:solidFill>
                    <a:srgbClr val="7B8790"/>
                  </a:solidFill>
                  <a:latin typeface="Arial"/>
                  <a:ea typeface="Arial"/>
                  <a:cs typeface="Arial"/>
                </a:defRPr>
              </a:pPr>
              <a:r>
                <a:rPr sz="1725" b="0">
                  <a:solidFill>
                    <a:srgbClr val="7B8790"/>
                  </a:solidFill>
                  <a:latin typeface="Arial"/>
                  <a:ea typeface="Arial"/>
                  <a:cs typeface="Arial"/>
                </a:rPr>
                <a:t>q</a:t>
              </a:r>
              <a:r>
                <a:rPr sz="1242" b="0" baseline="-25000">
                  <a:solidFill>
                    <a:srgbClr val="7B8790"/>
                  </a:solidFill>
                  <a:latin typeface="Arial"/>
                  <a:ea typeface="Arial"/>
                  <a:cs typeface="Arial"/>
                </a:rPr>
                <a:t>i</a:t>
              </a:r>
            </a:p>
          </p:txBody>
        </p:sp>
        <p:sp>
          <p:nvSpPr>
            <p:cNvPr id="1261" name="four:linked-tree-layout:interval-A:1261">
              <a:extLst>
                <a:ext uri="{FF2B5EF4-FFF2-40B4-BE49-F238E27FC236}">
                  <ns2:creationId id="{A93544E8-ACF4-4F33-B626-DF3DC276ABCB}"/>
                </a:ext>
              </a:extLst>
            </p:cNvPr>
            <p:cNvSpPr>
              <a:spLocks noGrp="1"/>
            </p:cNvSpPr>
            <p:nvPr/>
          </p:nvSpPr>
          <p:spPr>
            <a:xfrm>
              <a:off x="16222028" y="3462338"/>
              <a:ext cx="369570" cy="276225"/>
            </a:xfrm>
            <a:prstGeom prst="rect">
              <a:avLst/>
            </a:prstGeom>
            <a:solidFill>
              <a:srgbClr val="0072B2"/>
            </a:solidFill>
            <a:ln w="7620">
              <a:solidFill>
                <a:srgbClr val="263238"/>
              </a:solidFill>
              <a:prstDash val="solid"/>
            </a:ln>
          </p:spPr>
        </p:sp>
        <p:sp>
          <p:nvSpPr>
            <p:cNvPr id="1262" name="four:linked-tree-layout:regular-node:1262">
              <a:extLst>
                <a:ext uri="{FF2B5EF4-FFF2-40B4-BE49-F238E27FC236}">
                  <ns2:creationId id="{FDBDCB57-7CFA-46B5-9547-4984CAEFA178}"/>
                </a:ext>
              </a:extLst>
            </p:cNvPr>
            <p:cNvSpPr>
              <a:spLocks noGrp="1"/>
            </p:cNvSpPr>
            <p:nvPr/>
          </p:nvSpPr>
          <p:spPr>
            <a:xfrm>
              <a:off x="16383000" y="3576638"/>
              <a:ext cx="47625" cy="47625"/>
            </a:xfrm>
            <a:prstGeom prst="ellipse">
              <a:avLst/>
            </a:prstGeom>
            <a:solidFill>
              <a:srgbClr val="263238"/>
            </a:solidFill>
            <a:ln w="0">
              <a:noFill/>
              <a:prstDash val="solid"/>
            </a:ln>
          </p:spPr>
        </p:sp>
        <p:sp>
          <p:nvSpPr>
            <p:cNvPr id="1263" name="four:linked-tree-layout:interval-C:1263">
              <a:extLst>
                <a:ext uri="{FF2B5EF4-FFF2-40B4-BE49-F238E27FC236}">
                  <ns2:creationId id="{000F4C78-9F23-44EB-9AA0-DECA5A0DFED8}"/>
                </a:ext>
              </a:extLst>
            </p:cNvPr>
            <p:cNvSpPr>
              <a:spLocks noGrp="1"/>
            </p:cNvSpPr>
            <p:nvPr/>
          </p:nvSpPr>
          <p:spPr>
            <a:xfrm>
              <a:off x="17145953" y="3462338"/>
              <a:ext cx="369570" cy="276225"/>
            </a:xfrm>
            <a:prstGeom prst="rect">
              <a:avLst/>
            </a:prstGeom>
            <a:solidFill>
              <a:srgbClr val="D55E00"/>
            </a:solidFill>
            <a:ln w="7620">
              <a:solidFill>
                <a:srgbClr val="263238"/>
              </a:solidFill>
              <a:prstDash val="solid"/>
            </a:ln>
          </p:spPr>
        </p:sp>
        <p:sp>
          <p:nvSpPr>
            <p:cNvPr id="1264" name="four:linked-tree-layout:regular-node:1264">
              <a:extLst>
                <a:ext uri="{FF2B5EF4-FFF2-40B4-BE49-F238E27FC236}">
                  <ns2:creationId id="{C1C3041B-90BC-4530-9BBD-DC688705D21E}"/>
                </a:ext>
              </a:extLst>
            </p:cNvPr>
            <p:cNvSpPr>
              <a:spLocks noGrp="1"/>
            </p:cNvSpPr>
            <p:nvPr/>
          </p:nvSpPr>
          <p:spPr>
            <a:xfrm>
              <a:off x="17306925" y="3576638"/>
              <a:ext cx="47625" cy="47625"/>
            </a:xfrm>
            <a:prstGeom prst="ellipse">
              <a:avLst/>
            </a:prstGeom>
            <a:solidFill>
              <a:srgbClr val="263238"/>
            </a:solidFill>
            <a:ln w="0">
              <a:noFill/>
              <a:prstDash val="solid"/>
            </a:ln>
          </p:spPr>
        </p:sp>
        <p:sp>
          <p:nvSpPr>
            <p:cNvPr id="1265" name="four:linked-tree-layout:interval-D:1265">
              <a:extLst>
                <a:ext uri="{FF2B5EF4-FFF2-40B4-BE49-F238E27FC236}">
                  <ns2:creationId id="{578A14EE-D7F3-4C3B-A7D1-39ACF8E62761}"/>
                </a:ext>
              </a:extLst>
            </p:cNvPr>
            <p:cNvSpPr>
              <a:spLocks noGrp="1"/>
            </p:cNvSpPr>
            <p:nvPr/>
          </p:nvSpPr>
          <p:spPr>
            <a:xfrm>
              <a:off x="18069878" y="3462338"/>
              <a:ext cx="369570" cy="276225"/>
            </a:xfrm>
            <a:prstGeom prst="rect">
              <a:avLst/>
            </a:prstGeom>
            <a:solidFill>
              <a:srgbClr val="009E73"/>
            </a:solidFill>
            <a:ln w="7620">
              <a:solidFill>
                <a:srgbClr val="263238"/>
              </a:solidFill>
              <a:prstDash val="solid"/>
            </a:ln>
          </p:spPr>
        </p:sp>
        <p:sp>
          <p:nvSpPr>
            <p:cNvPr id="1266" name="four:linked-tree-layout:regular-node:1266">
              <a:extLst>
                <a:ext uri="{FF2B5EF4-FFF2-40B4-BE49-F238E27FC236}">
                  <ns2:creationId id="{1CAB97C3-63F9-4CDC-9A8D-839D7C3F95BC}"/>
                </a:ext>
              </a:extLst>
            </p:cNvPr>
            <p:cNvSpPr>
              <a:spLocks noGrp="1"/>
            </p:cNvSpPr>
            <p:nvPr/>
          </p:nvSpPr>
          <p:spPr>
            <a:xfrm>
              <a:off x="18230850" y="3576638"/>
              <a:ext cx="47625" cy="47625"/>
            </a:xfrm>
            <a:prstGeom prst="ellipse">
              <a:avLst/>
            </a:prstGeom>
            <a:solidFill>
              <a:srgbClr val="263238"/>
            </a:solidFill>
            <a:ln w="0">
              <a:noFill/>
              <a:prstDash val="solid"/>
            </a:ln>
          </p:spPr>
        </p:sp>
        <p:sp>
          <p:nvSpPr>
            <p:cNvPr id="1267" name="four:linked-tree-layout:interval-B:1267">
              <a:extLst>
                <a:ext uri="{FF2B5EF4-FFF2-40B4-BE49-F238E27FC236}">
                  <ns2:creationId id="{198A4736-5BCC-43DF-BE91-BADAA7E364F5}"/>
                </a:ext>
              </a:extLst>
            </p:cNvPr>
            <p:cNvSpPr>
              <a:spLocks noGrp="1"/>
            </p:cNvSpPr>
            <p:nvPr/>
          </p:nvSpPr>
          <p:spPr>
            <a:xfrm>
              <a:off x="18993803" y="3462338"/>
              <a:ext cx="369570" cy="276225"/>
            </a:xfrm>
            <a:prstGeom prst="rect">
              <a:avLst/>
            </a:prstGeom>
            <a:solidFill>
              <a:srgbClr val="CC79A7"/>
            </a:solidFill>
            <a:ln w="7620">
              <a:solidFill>
                <a:srgbClr val="263238"/>
              </a:solidFill>
              <a:prstDash val="solid"/>
            </a:ln>
          </p:spPr>
        </p:sp>
        <p:sp>
          <p:nvSpPr>
            <p:cNvPr id="1268" name="four:linked-tree-layout:regular-node:1268">
              <a:extLst>
                <a:ext uri="{FF2B5EF4-FFF2-40B4-BE49-F238E27FC236}">
                  <ns2:creationId id="{9390D1F4-DCEB-499F-8BC9-27311260B485}"/>
                </a:ext>
              </a:extLst>
            </p:cNvPr>
            <p:cNvSpPr>
              <a:spLocks noGrp="1"/>
            </p:cNvSpPr>
            <p:nvPr/>
          </p:nvSpPr>
          <p:spPr>
            <a:xfrm>
              <a:off x="19154775" y="3576638"/>
              <a:ext cx="47625" cy="47625"/>
            </a:xfrm>
            <a:prstGeom prst="ellipse">
              <a:avLst/>
            </a:prstGeom>
            <a:solidFill>
              <a:srgbClr val="263238"/>
            </a:solidFill>
            <a:ln w="0">
              <a:noFill/>
              <a:prstDash val="solid"/>
            </a:ln>
          </p:spPr>
        </p:sp>
        <p:sp>
          <p:nvSpPr>
            <p:cNvPr id="1269" name="four:linked-tree-layout:line:1269">
              <a:extLst>
                <a:ext uri="{FF2B5EF4-FFF2-40B4-BE49-F238E27FC236}">
                  <ns2:creationId id="{B1ED71CE-A914-4843-9C3A-906ABA4DD9D3}"/>
                </a:ext>
              </a:extLst>
            </p:cNvPr>
            <p:cNvSpPr>
              <a:spLocks noGrp="1"/>
            </p:cNvSpPr>
            <p:nvPr/>
          </p:nvSpPr>
          <p:spPr>
            <a:xfrm>
              <a:off x="19317176" y="3286125"/>
              <a:ext cx="953" cy="152400"/>
            </a:xfrm>
            <a:custGeom>
              <a:pathLst>
                <a:path w="953" h="152400">
                  <a:moveTo>
                    <a:pt x="0" y="0"/>
                  </a:moveTo>
                  <a:lnTo>
                    <a:pt x="0" y="152400"/>
                  </a:lnTo>
                </a:path>
              </a:pathLst>
            </a:custGeom>
            <a:noFill/>
            <a:ln w="9525">
              <a:solidFill>
                <a:srgbClr val="CC79A7"/>
              </a:solidFill>
              <a:prstDash val="dash"/>
            </a:ln>
          </p:spPr>
        </p:sp>
        <p:sp>
          <p:nvSpPr>
            <p:cNvPr id="1270" name="four:linked-tree-layout:line:1270">
              <a:extLst>
                <a:ext uri="{FF2B5EF4-FFF2-40B4-BE49-F238E27FC236}">
                  <ns2:creationId id="{B25C6465-D379-4ECE-8E9D-CAAF73C42943}"/>
                </a:ext>
              </a:extLst>
            </p:cNvPr>
            <p:cNvSpPr>
              <a:spLocks noGrp="1"/>
            </p:cNvSpPr>
            <p:nvPr/>
          </p:nvSpPr>
          <p:spPr>
            <a:xfrm>
              <a:off x="19178588" y="3371850"/>
              <a:ext cx="953" cy="85725"/>
            </a:xfrm>
            <a:custGeom>
              <a:pathLst>
                <a:path w="953" h="85725">
                  <a:moveTo>
                    <a:pt x="0" y="85725"/>
                  </a:moveTo>
                  <a:lnTo>
                    <a:pt x="0" y="0"/>
                  </a:lnTo>
                </a:path>
              </a:pathLst>
            </a:custGeom>
            <a:noFill/>
            <a:ln w="9525">
              <a:solidFill>
                <a:srgbClr val="CC79A7"/>
              </a:solidFill>
              <a:prstDash val="solid"/>
            </a:ln>
          </p:spPr>
        </p:sp>
        <p:sp>
          <p:nvSpPr>
            <p:cNvPr id="1271" name="four:linked-tree-layout:line:1271">
              <a:extLst>
                <a:ext uri="{FF2B5EF4-FFF2-40B4-BE49-F238E27FC236}">
                  <ns2:creationId id="{E6CE2F4A-6AD3-4A23-BCA9-9A11026BD448}"/>
                </a:ext>
              </a:extLst>
            </p:cNvPr>
            <p:cNvSpPr>
              <a:spLocks noGrp="1"/>
            </p:cNvSpPr>
            <p:nvPr/>
          </p:nvSpPr>
          <p:spPr>
            <a:xfrm>
              <a:off x="19178588" y="3400425"/>
              <a:ext cx="138589" cy="953"/>
            </a:xfrm>
            <a:custGeom>
              <a:pathLst>
                <a:path w="138589" h="953">
                  <a:moveTo>
                    <a:pt x="0" y="0"/>
                  </a:moveTo>
                  <a:lnTo>
                    <a:pt x="138589" y="0"/>
                  </a:lnTo>
                </a:path>
              </a:pathLst>
            </a:custGeom>
            <a:noFill/>
            <a:ln w="14288">
              <a:solidFill>
                <a:srgbClr val="CC79A7"/>
              </a:solidFill>
              <a:prstDash val="solid"/>
            </a:ln>
          </p:spPr>
        </p:sp>
        <p:sp>
          <p:nvSpPr>
            <p:cNvPr id="1272" name="four:linked-tree-layout:polygon:1272">
              <a:extLst>
                <a:ext uri="{FF2B5EF4-FFF2-40B4-BE49-F238E27FC236}">
                  <ns2:creationId id="{7417BD32-833B-4610-89C1-E7146EEE04AF}"/>
                </a:ext>
              </a:extLst>
            </p:cNvPr>
            <p:cNvSpPr>
              <a:spLocks noGrp="1"/>
            </p:cNvSpPr>
            <p:nvPr/>
          </p:nvSpPr>
          <p:spPr>
            <a:xfrm>
              <a:off x="19279076" y="3384042"/>
              <a:ext cx="38100" cy="32766"/>
            </a:xfrm>
            <a:custGeom>
              <a:pathLst>
                <a:path w="38100" h="32766">
                  <a:moveTo>
                    <a:pt x="38100" y="16383"/>
                  </a:moveTo>
                  <a:lnTo>
                    <a:pt x="0" y="0"/>
                  </a:lnTo>
                  <a:lnTo>
                    <a:pt x="0" y="32766"/>
                  </a:lnTo>
                  <a:close/>
                </a:path>
              </a:pathLst>
            </a:custGeom>
            <a:solidFill>
              <a:srgbClr val="CC79A7"/>
            </a:solidFill>
            <a:ln w="0">
              <a:noFill/>
              <a:prstDash val="solid"/>
            </a:ln>
          </p:spPr>
        </p:sp>
        <p:sp>
          <p:nvSpPr>
            <p:cNvPr id="1273" name="four:linked-tree-layout:polygon:1273">
              <a:extLst>
                <a:ext uri="{FF2B5EF4-FFF2-40B4-BE49-F238E27FC236}">
                  <ns2:creationId id="{9F2BC1D5-F23E-49D4-ADFD-507B484F0598}"/>
                </a:ext>
              </a:extLst>
            </p:cNvPr>
            <p:cNvSpPr>
              <a:spLocks noGrp="1"/>
            </p:cNvSpPr>
            <p:nvPr/>
          </p:nvSpPr>
          <p:spPr>
            <a:xfrm>
              <a:off x="19178588" y="3384042"/>
              <a:ext cx="38100" cy="32766"/>
            </a:xfrm>
            <a:custGeom>
              <a:pathLst>
                <a:path w="38100" h="32766">
                  <a:moveTo>
                    <a:pt x="0" y="16383"/>
                  </a:moveTo>
                  <a:lnTo>
                    <a:pt x="38100" y="32766"/>
                  </a:lnTo>
                  <a:lnTo>
                    <a:pt x="38100" y="0"/>
                  </a:lnTo>
                  <a:close/>
                </a:path>
              </a:pathLst>
            </a:custGeom>
            <a:solidFill>
              <a:srgbClr val="CC79A7"/>
            </a:solidFill>
            <a:ln w="0">
              <a:noFill/>
              <a:prstDash val="solid"/>
            </a:ln>
          </p:spPr>
        </p:sp>
        <p:sp>
          <p:nvSpPr>
            <p:cNvPr id="1274" name="four:linked-tree-layout:textbox:1274">
              <a:extLst>
                <a:ext uri="{FF2B5EF4-FFF2-40B4-BE49-F238E27FC236}">
                  <ns2:creationId id="{513881EE-B1C3-4ECF-BACA-41D3C4D3EC58}"/>
                </a:ext>
              </a:extLst>
            </p:cNvPr>
            <p:cNvSpPr>
              <a:spLocks noGrp="1"/>
            </p:cNvSpPr>
            <p:nvPr/>
          </p:nvSpPr>
          <p:spPr>
            <a:xfrm>
              <a:off x="15754350" y="3752850"/>
              <a:ext cx="1885950" cy="238125"/>
            </a:xfrm>
            <a:prstGeom prst="rect">
              <a:avLst/>
            </a:prstGeom>
            <a:noFill/>
            <a:ln w="0">
              <a:noFill/>
              <a:prstDash val="solid"/>
            </a:ln>
          </p:spPr>
          <p:txBody>
            <a:bodyPr wrap="none" lIns="0" tIns="0" rIns="0" bIns="0" anchor="ctr">
              <a:normAutofit fontScale="100000"/>
            </a:bodyPr>
            <a:lstStyle>
              <a:defPPr algn="ctr">
                <a:defRPr sz="1500" b="0">
                  <a:solidFill>
                    <a:srgbClr val="7B8790"/>
                  </a:solidFill>
                  <a:latin typeface="Arial"/>
                  <a:ea typeface="Arial"/>
                  <a:cs typeface="Arial"/>
                </a:defRPr>
              </a:defPPr>
            </a:lstStyle>
            <a:p>
              <a:pPr algn="ctr">
                <a:defRPr sz="1500" b="0">
                  <a:solidFill>
                    <a:srgbClr val="7B8790"/>
                  </a:solidFill>
                  <a:latin typeface="Arial"/>
                  <a:ea typeface="Arial"/>
                  <a:cs typeface="Arial"/>
                </a:defRPr>
              </a:pPr>
              <a:r>
                <a:rPr sz="1500" b="0">
                  <a:solidFill>
                    <a:srgbClr val="7B8790"/>
                  </a:solidFill>
                  <a:latin typeface="Arial"/>
                  <a:ea typeface="Arial"/>
                  <a:cs typeface="Arial"/>
                </a:rPr>
                <a:t>Reference positions</a:t>
              </a:r>
            </a:p>
          </p:txBody>
        </p:sp>
        <p:sp>
          <p:nvSpPr>
            <p:cNvPr id="1275" name="four:linked-tree-layout:textbox:1275">
              <a:extLst>
                <a:ext uri="{FF2B5EF4-FFF2-40B4-BE49-F238E27FC236}">
                  <ns2:creationId id="{74F21888-DE96-4610-9E65-2934166FDDE2}"/>
                </a:ext>
              </a:extLst>
            </p:cNvPr>
            <p:cNvSpPr>
              <a:spLocks noGrp="1"/>
            </p:cNvSpPr>
            <p:nvPr/>
          </p:nvSpPr>
          <p:spPr>
            <a:xfrm>
              <a:off x="17678400" y="3676650"/>
              <a:ext cx="2190750" cy="342900"/>
            </a:xfrm>
            <a:prstGeom prst="rect">
              <a:avLst/>
            </a:prstGeom>
            <a:noFill/>
            <a:ln w="0">
              <a:noFill/>
              <a:prstDash val="solid"/>
            </a:ln>
          </p:spPr>
          <p:txBody>
            <a:bodyPr wrap="none" lIns="0" tIns="0" rIns="0" bIns="0" anchor="ctr">
              <a:normAutofit fontScale="100000"/>
            </a:bodyPr>
            <a:lstStyle>
              <a:defPPr algn="ctr">
                <a:defRPr sz="1800" b="0">
                  <a:solidFill>
                    <a:srgbClr val="7B8790"/>
                  </a:solidFill>
                  <a:latin typeface="Arial"/>
                  <a:ea typeface="Arial"/>
                  <a:cs typeface="Arial"/>
                </a:defRPr>
              </a:defPPr>
            </a:lstStyle>
            <a:p>
              <a:pPr algn="ctr">
                <a:defRPr sz="1800" b="0">
                  <a:solidFill>
                    <a:srgbClr val="7B8790"/>
                  </a:solidFill>
                  <a:latin typeface="Arial"/>
                  <a:ea typeface="Arial"/>
                  <a:cs typeface="Arial"/>
                </a:defRPr>
              </a:pPr>
              <a:r>
                <a:rPr sz="1800" b="0">
                  <a:solidFill>
                    <a:srgbClr val="7B8790"/>
                  </a:solidFill>
                  <a:latin typeface="Arial"/>
                  <a:ea typeface="Arial"/>
                  <a:cs typeface="Arial"/>
                </a:rPr>
                <a:t>e</a:t>
              </a:r>
              <a:r>
                <a:rPr sz="1296" b="0" baseline="-25000">
                  <a:solidFill>
                    <a:srgbClr val="7B8790"/>
                  </a:solidFill>
                  <a:latin typeface="Arial"/>
                  <a:ea typeface="Arial"/>
                  <a:cs typeface="Arial"/>
                </a:rPr>
                <a:t>i</a:t>
              </a:r>
              <a:r>
                <a:rPr sz="1800" b="0">
                  <a:solidFill>
                    <a:srgbClr val="7B8790"/>
                  </a:solidFill>
                  <a:latin typeface="Arial"/>
                  <a:ea typeface="Arial"/>
                  <a:cs typeface="Arial"/>
                </a:rPr>
                <a:t> = |</a:t>
              </a:r>
              <a:r>
                <a:rPr sz="1800" b="0">
                  <a:solidFill>
                    <a:srgbClr val="7B8790"/>
                  </a:solidFill>
                  <a:latin typeface="Arial"/>
                  <a:ea typeface="Arial"/>
                  <a:cs typeface="Arial"/>
                </a:rPr>
                <a:t>u</a:t>
              </a:r>
              <a:r>
                <a:rPr sz="1296" b="0" baseline="-25000">
                  <a:solidFill>
                    <a:srgbClr val="7B8790"/>
                  </a:solidFill>
                  <a:latin typeface="Arial"/>
                  <a:ea typeface="Arial"/>
                  <a:cs typeface="Arial"/>
                </a:rPr>
                <a:t>i</a:t>
              </a:r>
              <a:r>
                <a:rPr sz="1800" b="0">
                  <a:solidFill>
                    <a:srgbClr val="7B8790"/>
                  </a:solidFill>
                  <a:latin typeface="Arial"/>
                  <a:ea typeface="Arial"/>
                  <a:cs typeface="Arial"/>
                </a:rPr>
                <a:t> − </a:t>
              </a:r>
              <a:r>
                <a:rPr sz="1800" b="0">
                  <a:solidFill>
                    <a:srgbClr val="7B8790"/>
                  </a:solidFill>
                  <a:latin typeface="Arial"/>
                  <a:ea typeface="Arial"/>
                  <a:cs typeface="Arial"/>
                </a:rPr>
                <a:t>q</a:t>
              </a:r>
              <a:r>
                <a:rPr sz="1296" b="0" baseline="-25000">
                  <a:solidFill>
                    <a:srgbClr val="7B8790"/>
                  </a:solidFill>
                  <a:latin typeface="Arial"/>
                  <a:ea typeface="Arial"/>
                  <a:cs typeface="Arial"/>
                </a:rPr>
                <a:t>i</a:t>
              </a:r>
              <a:r>
                <a:rPr sz="1800" b="0">
                  <a:solidFill>
                    <a:srgbClr val="7B8790"/>
                  </a:solidFill>
                  <a:latin typeface="Arial"/>
                  <a:ea typeface="Arial"/>
                  <a:cs typeface="Arial"/>
                </a:rPr>
                <a:t>|</a:t>
              </a:r>
            </a:p>
          </p:txBody>
        </p:sp>
      </p:grpSp>
      <p:grpSp>
        <p:nvGrpSpPr>
          <p:cNvPr id="3184" name="layout-hierarchy"/>
          <p:cNvGrpSpPr/>
          <p:nvPr/>
        </p:nvGrpSpPr>
        <p:grpSpPr>
          <a:xfrm>
            <a:off x="0" y="0"/>
            <a:ext cx="24955500" cy="8572500"/>
            <a:chOff x="0" y="0"/>
            <a:chExt cx="24955500" cy="8572500"/>
          </a:xfrm>
        </p:grpSpPr>
        <p:sp>
          <p:nvSpPr>
            <p:cNvPr id="1210" name="four:layout-hierarchy:line:1210">
              <a:extLst>
                <a:ext uri="{FF2B5EF4-FFF2-40B4-BE49-F238E27FC236}">
                  <ns2:creationId id="{78F3E56B-A6E3-4884-9761-5E8A7AA5B0CB}"/>
                </a:ext>
              </a:extLst>
            </p:cNvPr>
            <p:cNvSpPr>
              <a:spLocks noGrp="1"/>
            </p:cNvSpPr>
            <p:nvPr/>
          </p:nvSpPr>
          <p:spPr>
            <a:xfrm>
              <a:off x="17792700" y="1466850"/>
              <a:ext cx="953" cy="278701"/>
            </a:xfrm>
            <a:custGeom>
              <a:pathLst>
                <a:path w="953" h="278701">
                  <a:moveTo>
                    <a:pt x="0" y="57657"/>
                  </a:moveTo>
                  <a:lnTo>
                    <a:pt x="0" y="221044"/>
                  </a:lnTo>
                </a:path>
              </a:pathLst>
            </a:custGeom>
            <a:noFill/>
            <a:ln w="11906">
              <a:solidFill>
                <a:srgbClr val="263238"/>
              </a:solidFill>
              <a:prstDash val="solid"/>
            </a:ln>
          </p:spPr>
        </p:sp>
        <p:sp>
          <p:nvSpPr>
            <p:cNvPr id="1211" name="four:layout-hierarchy:regular-node:1211">
              <a:extLst>
                <a:ext uri="{FF2B5EF4-FFF2-40B4-BE49-F238E27FC236}">
                  <ns2:creationId id="{2F13D338-6DEE-422F-955B-19C3CD30A47B}"/>
                </a:ext>
              </a:extLst>
            </p:cNvPr>
            <p:cNvSpPr>
              <a:spLocks noGrp="1"/>
            </p:cNvSpPr>
            <p:nvPr/>
          </p:nvSpPr>
          <p:spPr>
            <a:xfrm>
              <a:off x="17775218" y="1553437"/>
              <a:ext cx="34964" cy="34964"/>
            </a:xfrm>
            <a:prstGeom prst="ellipse">
              <a:avLst/>
            </a:prstGeom>
            <a:solidFill>
              <a:srgbClr val="DCE8ED"/>
            </a:solidFill>
            <a:ln w="9525">
              <a:solidFill>
                <a:srgbClr val="263238"/>
              </a:solidFill>
              <a:prstDash val="solid"/>
            </a:ln>
          </p:spPr>
        </p:sp>
        <p:sp>
          <p:nvSpPr>
            <p:cNvPr id="1212" name="four:layout-hierarchy:regular-node:1212">
              <a:extLst>
                <a:ext uri="{FF2B5EF4-FFF2-40B4-BE49-F238E27FC236}">
                  <ns2:creationId id="{21A759B3-DFE5-419D-9AA4-28F8E835C00A}"/>
                </a:ext>
              </a:extLst>
            </p:cNvPr>
            <p:cNvSpPr>
              <a:spLocks noGrp="1"/>
            </p:cNvSpPr>
            <p:nvPr/>
          </p:nvSpPr>
          <p:spPr>
            <a:xfrm>
              <a:off x="17775218" y="1624000"/>
              <a:ext cx="34964" cy="34964"/>
            </a:xfrm>
            <a:prstGeom prst="ellipse">
              <a:avLst/>
            </a:prstGeom>
            <a:solidFill>
              <a:srgbClr val="DCE8ED"/>
            </a:solidFill>
            <a:ln w="9525">
              <a:solidFill>
                <a:srgbClr val="263238"/>
              </a:solidFill>
              <a:prstDash val="solid"/>
            </a:ln>
          </p:spPr>
        </p:sp>
        <p:sp>
          <p:nvSpPr>
            <p:cNvPr id="1213" name="four:layout-hierarchy:critical-node:1213">
              <a:extLst>
                <a:ext uri="{FF2B5EF4-FFF2-40B4-BE49-F238E27FC236}">
                  <ns2:creationId id="{1348903E-2E26-4951-AA68-A629C994FBAB}"/>
                </a:ext>
              </a:extLst>
            </p:cNvPr>
            <p:cNvSpPr>
              <a:spLocks noGrp="1"/>
            </p:cNvSpPr>
            <p:nvPr/>
          </p:nvSpPr>
          <p:spPr>
            <a:xfrm>
              <a:off x="17741710" y="1415860"/>
              <a:ext cx="101979" cy="101979"/>
            </a:xfrm>
            <a:prstGeom prst="diamond">
              <a:avLst/>
            </a:prstGeom>
            <a:solidFill>
              <a:srgbClr val="DCE8ED"/>
            </a:solidFill>
            <a:ln w="10478">
              <a:solidFill>
                <a:srgbClr val="263238"/>
              </a:solidFill>
              <a:prstDash val="solid"/>
            </a:ln>
          </p:spPr>
        </p:sp>
        <p:sp>
          <p:nvSpPr>
            <p:cNvPr id="1214" name="four:layout-hierarchy:critical-node:1214">
              <a:extLst>
                <a:ext uri="{FF2B5EF4-FFF2-40B4-BE49-F238E27FC236}">
                  <ns2:creationId id="{DEF391B2-B640-498E-89D4-A8CA908C8D29}"/>
                </a:ext>
              </a:extLst>
            </p:cNvPr>
            <p:cNvSpPr>
              <a:spLocks noGrp="1"/>
            </p:cNvSpPr>
            <p:nvPr/>
          </p:nvSpPr>
          <p:spPr>
            <a:xfrm>
              <a:off x="17741710" y="1694562"/>
              <a:ext cx="101979" cy="101979"/>
            </a:xfrm>
            <a:prstGeom prst="diamond">
              <a:avLst/>
            </a:prstGeom>
            <a:solidFill>
              <a:srgbClr val="DCE8ED"/>
            </a:solidFill>
            <a:ln w="10478">
              <a:solidFill>
                <a:srgbClr val="263238"/>
              </a:solidFill>
              <a:prstDash val="solid"/>
            </a:ln>
          </p:spPr>
        </p:sp>
        <p:sp>
          <p:nvSpPr>
            <p:cNvPr id="1215" name="four:layout-hierarchy:line:1215">
              <a:extLst>
                <a:ext uri="{FF2B5EF4-FFF2-40B4-BE49-F238E27FC236}">
                  <ns2:creationId id="{14258E33-FC0F-4B4E-BA87-166115445138}"/>
                </a:ext>
              </a:extLst>
            </p:cNvPr>
            <p:cNvSpPr>
              <a:spLocks noGrp="1"/>
            </p:cNvSpPr>
            <p:nvPr/>
          </p:nvSpPr>
          <p:spPr>
            <a:xfrm>
              <a:off x="16268224" y="1745552"/>
              <a:ext cx="3048952" cy="953"/>
            </a:xfrm>
            <a:custGeom>
              <a:pathLst>
                <a:path w="3048952" h="953">
                  <a:moveTo>
                    <a:pt x="0" y="0"/>
                  </a:moveTo>
                  <a:lnTo>
                    <a:pt x="1466819" y="0"/>
                  </a:lnTo>
                  <a:moveTo>
                    <a:pt x="1582133" y="0"/>
                  </a:moveTo>
                  <a:lnTo>
                    <a:pt x="3048952" y="0"/>
                  </a:lnTo>
                </a:path>
              </a:pathLst>
            </a:custGeom>
            <a:noFill/>
            <a:ln w="11906">
              <a:solidFill>
                <a:srgbClr val="263238"/>
              </a:solidFill>
              <a:prstDash val="solid"/>
            </a:ln>
          </p:spPr>
        </p:sp>
        <p:sp>
          <p:nvSpPr>
            <p:cNvPr id="1216" name="four:layout-hierarchy:line:1216">
              <a:extLst>
                <a:ext uri="{FF2B5EF4-FFF2-40B4-BE49-F238E27FC236}">
                  <ns2:creationId id="{4FD60CD9-A5BE-4DC6-A330-2641ADD93600}"/>
                </a:ext>
              </a:extLst>
            </p:cNvPr>
            <p:cNvSpPr>
              <a:spLocks noGrp="1"/>
            </p:cNvSpPr>
            <p:nvPr/>
          </p:nvSpPr>
          <p:spPr>
            <a:xfrm>
              <a:off x="16268224" y="1745552"/>
              <a:ext cx="953" cy="988124"/>
            </a:xfrm>
            <a:custGeom>
              <a:pathLst>
                <a:path w="953" h="988124">
                  <a:moveTo>
                    <a:pt x="0" y="0"/>
                  </a:moveTo>
                  <a:lnTo>
                    <a:pt x="0" y="908614"/>
                  </a:lnTo>
                </a:path>
              </a:pathLst>
            </a:custGeom>
            <a:noFill/>
            <a:ln w="11906">
              <a:solidFill>
                <a:srgbClr val="263238"/>
              </a:solidFill>
              <a:prstDash val="solid"/>
            </a:ln>
          </p:spPr>
        </p:sp>
        <p:sp>
          <p:nvSpPr>
            <p:cNvPr id="1217" name="four:layout-hierarchy:regular-node:1217">
              <a:extLst>
                <a:ext uri="{FF2B5EF4-FFF2-40B4-BE49-F238E27FC236}">
                  <ns2:creationId id="{F4056874-F9A1-45A5-BAB6-34CBE59CB139}"/>
                </a:ext>
              </a:extLst>
            </p:cNvPr>
            <p:cNvSpPr>
              <a:spLocks noGrp="1"/>
            </p:cNvSpPr>
            <p:nvPr/>
          </p:nvSpPr>
          <p:spPr>
            <a:xfrm>
              <a:off x="16243457" y="1937222"/>
              <a:ext cx="49533" cy="49533"/>
            </a:xfrm>
            <a:prstGeom prst="ellipse">
              <a:avLst/>
            </a:prstGeom>
            <a:solidFill>
              <a:srgbClr val="0072B2"/>
            </a:solidFill>
            <a:ln w="9525">
              <a:solidFill>
                <a:srgbClr val="263238"/>
              </a:solidFill>
              <a:prstDash val="solid"/>
            </a:ln>
          </p:spPr>
        </p:sp>
        <p:sp>
          <p:nvSpPr>
            <p:cNvPr id="1218" name="four:layout-hierarchy:regular-node:1218">
              <a:extLst>
                <a:ext uri="{FF2B5EF4-FFF2-40B4-BE49-F238E27FC236}">
                  <ns2:creationId id="{4DE60448-8A44-4D33-8079-ADD1495E157B}"/>
                </a:ext>
              </a:extLst>
            </p:cNvPr>
            <p:cNvSpPr>
              <a:spLocks noGrp="1"/>
            </p:cNvSpPr>
            <p:nvPr/>
          </p:nvSpPr>
          <p:spPr>
            <a:xfrm>
              <a:off x="16243457" y="2178426"/>
              <a:ext cx="49533" cy="49533"/>
            </a:xfrm>
            <a:prstGeom prst="ellipse">
              <a:avLst/>
            </a:prstGeom>
            <a:solidFill>
              <a:srgbClr val="0072B2"/>
            </a:solidFill>
            <a:ln w="9525">
              <a:solidFill>
                <a:srgbClr val="263238"/>
              </a:solidFill>
              <a:prstDash val="solid"/>
            </a:ln>
          </p:spPr>
        </p:sp>
        <p:sp>
          <p:nvSpPr>
            <p:cNvPr id="1219" name="four:layout-hierarchy:regular-node:1219">
              <a:extLst>
                <a:ext uri="{FF2B5EF4-FFF2-40B4-BE49-F238E27FC236}">
                  <ns2:creationId id="{2008C94A-0964-4828-AAB4-3F92E61FD3B7}"/>
                </a:ext>
              </a:extLst>
            </p:cNvPr>
            <p:cNvSpPr>
              <a:spLocks noGrp="1"/>
            </p:cNvSpPr>
            <p:nvPr/>
          </p:nvSpPr>
          <p:spPr>
            <a:xfrm>
              <a:off x="16243457" y="2419629"/>
              <a:ext cx="49533" cy="49533"/>
            </a:xfrm>
            <a:prstGeom prst="ellipse">
              <a:avLst/>
            </a:prstGeom>
            <a:solidFill>
              <a:srgbClr val="0072B2"/>
            </a:solidFill>
            <a:ln w="9525">
              <a:solidFill>
                <a:srgbClr val="263238"/>
              </a:solidFill>
              <a:prstDash val="solid"/>
            </a:ln>
          </p:spPr>
        </p:sp>
        <p:sp>
          <p:nvSpPr>
            <p:cNvPr id="1220" name="four:layout-hierarchy:line:1220">
              <a:extLst>
                <a:ext uri="{FF2B5EF4-FFF2-40B4-BE49-F238E27FC236}">
                  <ns2:creationId id="{CC34CCAD-4CD8-4B3A-BC62-E70C3877BEBD}"/>
                </a:ext>
              </a:extLst>
            </p:cNvPr>
            <p:cNvSpPr>
              <a:spLocks noGrp="1"/>
            </p:cNvSpPr>
            <p:nvPr/>
          </p:nvSpPr>
          <p:spPr>
            <a:xfrm>
              <a:off x="19317176" y="1745552"/>
              <a:ext cx="953" cy="988124"/>
            </a:xfrm>
            <a:custGeom>
              <a:pathLst>
                <a:path w="953" h="988124">
                  <a:moveTo>
                    <a:pt x="0" y="0"/>
                  </a:moveTo>
                  <a:lnTo>
                    <a:pt x="0" y="908614"/>
                  </a:lnTo>
                </a:path>
              </a:pathLst>
            </a:custGeom>
            <a:noFill/>
            <a:ln w="11906">
              <a:solidFill>
                <a:srgbClr val="263238"/>
              </a:solidFill>
              <a:prstDash val="solid"/>
            </a:ln>
          </p:spPr>
        </p:sp>
        <p:sp>
          <p:nvSpPr>
            <p:cNvPr id="1221" name="four:layout-hierarchy:regular-node:1221">
              <a:extLst>
                <a:ext uri="{FF2B5EF4-FFF2-40B4-BE49-F238E27FC236}">
                  <ns2:creationId id="{F5296D3B-64DC-40BF-9778-90B4C9882D5E}"/>
                </a:ext>
              </a:extLst>
            </p:cNvPr>
            <p:cNvSpPr>
              <a:spLocks noGrp="1"/>
            </p:cNvSpPr>
            <p:nvPr/>
          </p:nvSpPr>
          <p:spPr>
            <a:xfrm>
              <a:off x="19292410" y="1937222"/>
              <a:ext cx="49533" cy="49533"/>
            </a:xfrm>
            <a:prstGeom prst="ellipse">
              <a:avLst/>
            </a:prstGeom>
            <a:solidFill>
              <a:srgbClr val="CC79A7"/>
            </a:solidFill>
            <a:ln w="9525">
              <a:solidFill>
                <a:srgbClr val="263238"/>
              </a:solidFill>
              <a:prstDash val="solid"/>
            </a:ln>
          </p:spPr>
        </p:sp>
        <p:sp>
          <p:nvSpPr>
            <p:cNvPr id="1222" name="four:layout-hierarchy:regular-node:1222">
              <a:extLst>
                <a:ext uri="{FF2B5EF4-FFF2-40B4-BE49-F238E27FC236}">
                  <ns2:creationId id="{D63E2D21-5C14-4E17-A206-45AA10374006}"/>
                </a:ext>
              </a:extLst>
            </p:cNvPr>
            <p:cNvSpPr>
              <a:spLocks noGrp="1"/>
            </p:cNvSpPr>
            <p:nvPr/>
          </p:nvSpPr>
          <p:spPr>
            <a:xfrm>
              <a:off x="19292410" y="2178426"/>
              <a:ext cx="49533" cy="49533"/>
            </a:xfrm>
            <a:prstGeom prst="ellipse">
              <a:avLst/>
            </a:prstGeom>
            <a:solidFill>
              <a:srgbClr val="CC79A7"/>
            </a:solidFill>
            <a:ln w="9525">
              <a:solidFill>
                <a:srgbClr val="263238"/>
              </a:solidFill>
              <a:prstDash val="solid"/>
            </a:ln>
          </p:spPr>
        </p:sp>
        <p:sp>
          <p:nvSpPr>
            <p:cNvPr id="1223" name="four:layout-hierarchy:regular-node:1223">
              <a:extLst>
                <a:ext uri="{FF2B5EF4-FFF2-40B4-BE49-F238E27FC236}">
                  <ns2:creationId id="{E54C6EAA-5722-4398-9FCB-2EC0F6283ADA}"/>
                </a:ext>
              </a:extLst>
            </p:cNvPr>
            <p:cNvSpPr>
              <a:spLocks noGrp="1"/>
            </p:cNvSpPr>
            <p:nvPr/>
          </p:nvSpPr>
          <p:spPr>
            <a:xfrm>
              <a:off x="19292410" y="2419629"/>
              <a:ext cx="49533" cy="49533"/>
            </a:xfrm>
            <a:prstGeom prst="ellipse">
              <a:avLst/>
            </a:prstGeom>
            <a:solidFill>
              <a:srgbClr val="CC79A7"/>
            </a:solidFill>
            <a:ln w="9525">
              <a:solidFill>
                <a:srgbClr val="263238"/>
              </a:solidFill>
              <a:prstDash val="solid"/>
            </a:ln>
          </p:spPr>
        </p:sp>
        <p:sp>
          <p:nvSpPr>
            <p:cNvPr id="1224" name="four:layout-hierarchy:line:1224">
              <a:extLst>
                <a:ext uri="{FF2B5EF4-FFF2-40B4-BE49-F238E27FC236}">
                  <ns2:creationId id="{070069EC-9238-410D-9C97-740476A6D691}"/>
                </a:ext>
              </a:extLst>
            </p:cNvPr>
            <p:cNvSpPr>
              <a:spLocks noGrp="1"/>
            </p:cNvSpPr>
            <p:nvPr/>
          </p:nvSpPr>
          <p:spPr>
            <a:xfrm>
              <a:off x="17792700" y="1745552"/>
              <a:ext cx="953" cy="734758"/>
            </a:xfrm>
            <a:custGeom>
              <a:pathLst>
                <a:path w="953" h="734758">
                  <a:moveTo>
                    <a:pt x="0" y="57657"/>
                  </a:moveTo>
                  <a:lnTo>
                    <a:pt x="0" y="655249"/>
                  </a:lnTo>
                </a:path>
              </a:pathLst>
            </a:custGeom>
            <a:noFill/>
            <a:ln w="11906">
              <a:solidFill>
                <a:srgbClr val="263238"/>
              </a:solidFill>
              <a:prstDash val="solid"/>
            </a:ln>
          </p:spPr>
        </p:sp>
        <p:sp>
          <p:nvSpPr>
            <p:cNvPr id="1225" name="four:layout-hierarchy:regular-node:1225">
              <a:extLst>
                <a:ext uri="{FF2B5EF4-FFF2-40B4-BE49-F238E27FC236}">
                  <ns2:creationId id="{91EAF5FB-B3E1-4DAC-9097-B8C0F8B6C28E}"/>
                </a:ext>
              </a:extLst>
            </p:cNvPr>
            <p:cNvSpPr>
              <a:spLocks noGrp="1"/>
            </p:cNvSpPr>
            <p:nvPr/>
          </p:nvSpPr>
          <p:spPr>
            <a:xfrm>
              <a:off x="17767934" y="1912123"/>
              <a:ext cx="49533" cy="49533"/>
            </a:xfrm>
            <a:prstGeom prst="ellipse">
              <a:avLst/>
            </a:prstGeom>
            <a:solidFill>
              <a:srgbClr val="81C9BA"/>
            </a:solidFill>
            <a:ln w="9525">
              <a:solidFill>
                <a:srgbClr val="263238"/>
              </a:solidFill>
              <a:prstDash val="solid"/>
            </a:ln>
          </p:spPr>
        </p:sp>
        <p:sp>
          <p:nvSpPr>
            <p:cNvPr id="1226" name="four:layout-hierarchy:regular-node:1226">
              <a:extLst>
                <a:ext uri="{FF2B5EF4-FFF2-40B4-BE49-F238E27FC236}">
                  <ns2:creationId id="{526FD4F8-27A9-4CBC-81E5-C4D2DEFE1366}"/>
                </a:ext>
              </a:extLst>
            </p:cNvPr>
            <p:cNvSpPr>
              <a:spLocks noGrp="1"/>
            </p:cNvSpPr>
            <p:nvPr/>
          </p:nvSpPr>
          <p:spPr>
            <a:xfrm>
              <a:off x="17767934" y="2077238"/>
              <a:ext cx="49533" cy="49533"/>
            </a:xfrm>
            <a:prstGeom prst="ellipse">
              <a:avLst/>
            </a:prstGeom>
            <a:solidFill>
              <a:srgbClr val="81C9BA"/>
            </a:solidFill>
            <a:ln w="9525">
              <a:solidFill>
                <a:srgbClr val="263238"/>
              </a:solidFill>
              <a:prstDash val="solid"/>
            </a:ln>
          </p:spPr>
        </p:sp>
        <p:sp>
          <p:nvSpPr>
            <p:cNvPr id="1227" name="four:layout-hierarchy:regular-node:1227">
              <a:extLst>
                <a:ext uri="{FF2B5EF4-FFF2-40B4-BE49-F238E27FC236}">
                  <ns2:creationId id="{6336C1F6-774F-46D3-B706-381788768D82}"/>
                </a:ext>
              </a:extLst>
            </p:cNvPr>
            <p:cNvSpPr>
              <a:spLocks noGrp="1"/>
            </p:cNvSpPr>
            <p:nvPr/>
          </p:nvSpPr>
          <p:spPr>
            <a:xfrm>
              <a:off x="17767934" y="2242353"/>
              <a:ext cx="49533" cy="49533"/>
            </a:xfrm>
            <a:prstGeom prst="ellipse">
              <a:avLst/>
            </a:prstGeom>
            <a:solidFill>
              <a:srgbClr val="81C9BA"/>
            </a:solidFill>
            <a:ln w="9525">
              <a:solidFill>
                <a:srgbClr val="263238"/>
              </a:solidFill>
              <a:prstDash val="solid"/>
            </a:ln>
          </p:spPr>
        </p:sp>
        <p:sp>
          <p:nvSpPr>
            <p:cNvPr id="1228" name="four:layout-hierarchy:line:1228">
              <a:extLst>
                <a:ext uri="{FF2B5EF4-FFF2-40B4-BE49-F238E27FC236}">
                  <ns2:creationId id="{6A6CCF4A-554B-40C7-A983-73417154EF44}"/>
                </a:ext>
              </a:extLst>
            </p:cNvPr>
            <p:cNvSpPr>
              <a:spLocks noGrp="1"/>
            </p:cNvSpPr>
            <p:nvPr/>
          </p:nvSpPr>
          <p:spPr>
            <a:xfrm>
              <a:off x="17284541" y="2480310"/>
              <a:ext cx="1016317" cy="953"/>
            </a:xfrm>
            <a:custGeom>
              <a:pathLst>
                <a:path w="1016317" h="953">
                  <a:moveTo>
                    <a:pt x="0" y="0"/>
                  </a:moveTo>
                  <a:lnTo>
                    <a:pt x="428649" y="0"/>
                  </a:lnTo>
                  <a:moveTo>
                    <a:pt x="587669" y="0"/>
                  </a:moveTo>
                  <a:lnTo>
                    <a:pt x="1016317" y="0"/>
                  </a:lnTo>
                </a:path>
              </a:pathLst>
            </a:custGeom>
            <a:noFill/>
            <a:ln w="11906">
              <a:solidFill>
                <a:srgbClr val="263238"/>
              </a:solidFill>
              <a:prstDash val="solid"/>
            </a:ln>
          </p:spPr>
        </p:sp>
        <p:sp>
          <p:nvSpPr>
            <p:cNvPr id="1229" name="four:layout-hierarchy:line:1229">
              <a:extLst>
                <a:ext uri="{FF2B5EF4-FFF2-40B4-BE49-F238E27FC236}">
                  <ns2:creationId id="{3B01C2ED-2CB9-4168-A5A0-1AA53F635A02}"/>
                </a:ext>
              </a:extLst>
            </p:cNvPr>
            <p:cNvSpPr>
              <a:spLocks noGrp="1"/>
            </p:cNvSpPr>
            <p:nvPr/>
          </p:nvSpPr>
          <p:spPr>
            <a:xfrm>
              <a:off x="17284541" y="2480310"/>
              <a:ext cx="953" cy="253365"/>
            </a:xfrm>
            <a:custGeom>
              <a:pathLst>
                <a:path w="953" h="253365">
                  <a:moveTo>
                    <a:pt x="0" y="0"/>
                  </a:moveTo>
                  <a:lnTo>
                    <a:pt x="0" y="173855"/>
                  </a:lnTo>
                </a:path>
              </a:pathLst>
            </a:custGeom>
            <a:noFill/>
            <a:ln w="11906">
              <a:solidFill>
                <a:srgbClr val="263238"/>
              </a:solidFill>
              <a:prstDash val="solid"/>
            </a:ln>
          </p:spPr>
        </p:sp>
        <p:sp>
          <p:nvSpPr>
            <p:cNvPr id="1230" name="four:layout-hierarchy:regular-node:1230">
              <a:extLst>
                <a:ext uri="{FF2B5EF4-FFF2-40B4-BE49-F238E27FC236}">
                  <ns2:creationId id="{13259937-9C29-4714-BF56-4ED535674E38}"/>
                </a:ext>
              </a:extLst>
            </p:cNvPr>
            <p:cNvSpPr>
              <a:spLocks noGrp="1"/>
            </p:cNvSpPr>
            <p:nvPr/>
          </p:nvSpPr>
          <p:spPr>
            <a:xfrm>
              <a:off x="17259775" y="2545805"/>
              <a:ext cx="49533" cy="49533"/>
            </a:xfrm>
            <a:prstGeom prst="ellipse">
              <a:avLst/>
            </a:prstGeom>
            <a:solidFill>
              <a:srgbClr val="D55E00"/>
            </a:solidFill>
            <a:ln w="9525">
              <a:solidFill>
                <a:srgbClr val="263238"/>
              </a:solidFill>
              <a:prstDash val="solid"/>
            </a:ln>
          </p:spPr>
        </p:sp>
        <p:sp>
          <p:nvSpPr>
            <p:cNvPr id="1231" name="four:layout-hierarchy:line:1231">
              <a:extLst>
                <a:ext uri="{FF2B5EF4-FFF2-40B4-BE49-F238E27FC236}">
                  <ns2:creationId id="{ACE5B7BF-F463-41AE-B28B-FD33E6E81D33}"/>
                </a:ext>
              </a:extLst>
            </p:cNvPr>
            <p:cNvSpPr>
              <a:spLocks noGrp="1"/>
            </p:cNvSpPr>
            <p:nvPr/>
          </p:nvSpPr>
          <p:spPr>
            <a:xfrm>
              <a:off x="18300859" y="2480310"/>
              <a:ext cx="953" cy="253365"/>
            </a:xfrm>
            <a:custGeom>
              <a:pathLst>
                <a:path w="953" h="253365">
                  <a:moveTo>
                    <a:pt x="0" y="0"/>
                  </a:moveTo>
                  <a:lnTo>
                    <a:pt x="0" y="173855"/>
                  </a:lnTo>
                </a:path>
              </a:pathLst>
            </a:custGeom>
            <a:noFill/>
            <a:ln w="11906">
              <a:solidFill>
                <a:srgbClr val="263238"/>
              </a:solidFill>
              <a:prstDash val="solid"/>
            </a:ln>
          </p:spPr>
        </p:sp>
        <p:sp>
          <p:nvSpPr>
            <p:cNvPr id="1232" name="four:layout-hierarchy:regular-node:1232">
              <a:extLst>
                <a:ext uri="{FF2B5EF4-FFF2-40B4-BE49-F238E27FC236}">
                  <ns2:creationId id="{402EAA4F-BE42-44BD-BA5C-5264181AB943}"/>
                </a:ext>
              </a:extLst>
            </p:cNvPr>
            <p:cNvSpPr>
              <a:spLocks noGrp="1"/>
            </p:cNvSpPr>
            <p:nvPr/>
          </p:nvSpPr>
          <p:spPr>
            <a:xfrm>
              <a:off x="18276092" y="2545805"/>
              <a:ext cx="49533" cy="49533"/>
            </a:xfrm>
            <a:prstGeom prst="ellipse">
              <a:avLst/>
            </a:prstGeom>
            <a:solidFill>
              <a:srgbClr val="009E73"/>
            </a:solidFill>
            <a:ln w="9525">
              <a:solidFill>
                <a:srgbClr val="263238"/>
              </a:solidFill>
              <a:prstDash val="solid"/>
            </a:ln>
          </p:spPr>
        </p:sp>
        <p:sp>
          <p:nvSpPr>
            <p:cNvPr id="1233" name="four:layout-hierarchy:critical-node:1233">
              <a:extLst>
                <a:ext uri="{FF2B5EF4-FFF2-40B4-BE49-F238E27FC236}">
                  <ns2:creationId id="{F2F7C42B-5578-4FEB-BFD8-9292BEE94425}"/>
                </a:ext>
              </a:extLst>
            </p:cNvPr>
            <p:cNvSpPr>
              <a:spLocks noGrp="1"/>
            </p:cNvSpPr>
            <p:nvPr/>
          </p:nvSpPr>
          <p:spPr>
            <a:xfrm>
              <a:off x="17719858" y="2407468"/>
              <a:ext cx="145685" cy="145685"/>
            </a:xfrm>
            <a:prstGeom prst="diamond">
              <a:avLst/>
            </a:prstGeom>
            <a:solidFill>
              <a:srgbClr val="81C9BA"/>
            </a:solidFill>
            <a:ln w="10478">
              <a:solidFill>
                <a:srgbClr val="263238"/>
              </a:solidFill>
              <a:prstDash val="solid"/>
            </a:ln>
          </p:spPr>
        </p:sp>
        <p:sp>
          <p:nvSpPr>
            <p:cNvPr id="1234" name="four:layout-hierarchy:critical-node:1234">
              <a:extLst>
                <a:ext uri="{FF2B5EF4-FFF2-40B4-BE49-F238E27FC236}">
                  <ns2:creationId id="{E9467B60-2623-4272-B580-F7388F9171E4}"/>
                </a:ext>
              </a:extLst>
            </p:cNvPr>
            <p:cNvSpPr>
              <a:spLocks noGrp="1"/>
            </p:cNvSpPr>
            <p:nvPr/>
          </p:nvSpPr>
          <p:spPr>
            <a:xfrm>
              <a:off x="16195381" y="2660833"/>
              <a:ext cx="145685" cy="145685"/>
            </a:xfrm>
            <a:prstGeom prst="diamond">
              <a:avLst/>
            </a:prstGeom>
            <a:solidFill>
              <a:srgbClr val="0072B2"/>
            </a:solidFill>
            <a:ln w="10478">
              <a:solidFill>
                <a:srgbClr val="263238"/>
              </a:solidFill>
              <a:prstDash val="solid"/>
            </a:ln>
          </p:spPr>
        </p:sp>
        <p:sp>
          <p:nvSpPr>
            <p:cNvPr id="1235" name="four:layout-hierarchy:critical-node:1235">
              <a:extLst>
                <a:ext uri="{FF2B5EF4-FFF2-40B4-BE49-F238E27FC236}">
                  <ns2:creationId id="{0433C869-4FBB-44E9-99FD-E089983E142F}"/>
                </a:ext>
              </a:extLst>
            </p:cNvPr>
            <p:cNvSpPr>
              <a:spLocks noGrp="1"/>
            </p:cNvSpPr>
            <p:nvPr/>
          </p:nvSpPr>
          <p:spPr>
            <a:xfrm>
              <a:off x="17211699" y="2660833"/>
              <a:ext cx="145685" cy="145685"/>
            </a:xfrm>
            <a:prstGeom prst="diamond">
              <a:avLst/>
            </a:prstGeom>
            <a:solidFill>
              <a:srgbClr val="D55E00"/>
            </a:solidFill>
            <a:ln w="10478">
              <a:solidFill>
                <a:srgbClr val="263238"/>
              </a:solidFill>
              <a:prstDash val="solid"/>
            </a:ln>
          </p:spPr>
        </p:sp>
        <p:sp>
          <p:nvSpPr>
            <p:cNvPr id="1236" name="four:layout-hierarchy:critical-node:1236">
              <a:extLst>
                <a:ext uri="{FF2B5EF4-FFF2-40B4-BE49-F238E27FC236}">
                  <ns2:creationId id="{C38A991A-D235-42A7-8E0A-975AAD120B2C}"/>
                </a:ext>
              </a:extLst>
            </p:cNvPr>
            <p:cNvSpPr>
              <a:spLocks noGrp="1"/>
            </p:cNvSpPr>
            <p:nvPr/>
          </p:nvSpPr>
          <p:spPr>
            <a:xfrm>
              <a:off x="18228016" y="2660833"/>
              <a:ext cx="145685" cy="145685"/>
            </a:xfrm>
            <a:prstGeom prst="diamond">
              <a:avLst/>
            </a:prstGeom>
            <a:solidFill>
              <a:srgbClr val="009E73"/>
            </a:solidFill>
            <a:ln w="10478">
              <a:solidFill>
                <a:srgbClr val="263238"/>
              </a:solidFill>
              <a:prstDash val="solid"/>
            </a:ln>
          </p:spPr>
        </p:sp>
        <p:sp>
          <p:nvSpPr>
            <p:cNvPr id="1237" name="four:layout-hierarchy:critical-node:1237">
              <a:extLst>
                <a:ext uri="{FF2B5EF4-FFF2-40B4-BE49-F238E27FC236}">
                  <ns2:creationId id="{6BC1E3CC-1CEA-4497-9473-9F61DC03CADD}"/>
                </a:ext>
              </a:extLst>
            </p:cNvPr>
            <p:cNvSpPr>
              <a:spLocks noGrp="1"/>
            </p:cNvSpPr>
            <p:nvPr/>
          </p:nvSpPr>
          <p:spPr>
            <a:xfrm>
              <a:off x="19244334" y="2660833"/>
              <a:ext cx="145685" cy="145685"/>
            </a:xfrm>
            <a:prstGeom prst="diamond">
              <a:avLst/>
            </a:prstGeom>
            <a:solidFill>
              <a:srgbClr val="CC79A7"/>
            </a:solidFill>
            <a:ln w="10478">
              <a:solidFill>
                <a:srgbClr val="263238"/>
              </a:solidFill>
              <a:prstDash val="solid"/>
            </a:ln>
          </p:spPr>
        </p:sp>
      </p:grpSp>
      <p:grpSp>
        <p:nvGrpSpPr>
          <p:cNvPr id="3185" name="layout-to-filling"/>
          <p:cNvGrpSpPr/>
          <p:nvPr/>
        </p:nvGrpSpPr>
        <p:grpSpPr>
          <a:xfrm>
            <a:off x="0" y="0"/>
            <a:ext cx="24955500" cy="8572500"/>
            <a:chOff x="0" y="0"/>
            <a:chExt cx="24955500" cy="8572500"/>
          </a:xfrm>
        </p:grpSpPr>
        <p:sp>
          <p:nvSpPr>
            <p:cNvPr id="1276" name="four:layout-to-filling:line:1276">
              <a:extLst>
                <a:ext uri="{FF2B5EF4-FFF2-40B4-BE49-F238E27FC236}">
                  <ns2:creationId id="{D235D92B-AF7D-45DA-9F9D-7452D46B04A2}"/>
                </a:ext>
              </a:extLst>
            </p:cNvPr>
            <p:cNvSpPr>
              <a:spLocks noGrp="1"/>
            </p:cNvSpPr>
            <p:nvPr/>
          </p:nvSpPr>
          <p:spPr>
            <a:xfrm>
              <a:off x="17811750" y="4057650"/>
              <a:ext cx="953" cy="114300"/>
            </a:xfrm>
            <a:custGeom>
              <a:pathLst>
                <a:path w="953" h="114300">
                  <a:moveTo>
                    <a:pt x="0" y="0"/>
                  </a:moveTo>
                  <a:lnTo>
                    <a:pt x="0" y="114300"/>
                  </a:lnTo>
                </a:path>
              </a:pathLst>
            </a:custGeom>
            <a:noFill/>
            <a:ln w="13335">
              <a:solidFill>
                <a:srgbClr val="91A5B4"/>
              </a:solidFill>
              <a:prstDash val="solid"/>
            </a:ln>
          </p:spPr>
        </p:sp>
        <p:sp>
          <p:nvSpPr>
            <p:cNvPr id="1277" name="four:layout-to-filling:polygon:1277">
              <a:extLst>
                <a:ext uri="{FF2B5EF4-FFF2-40B4-BE49-F238E27FC236}">
                  <ns2:creationId id="{42791645-839D-4BF5-BBD8-E4424B20B1DF}"/>
                </a:ext>
              </a:extLst>
            </p:cNvPr>
            <p:cNvSpPr>
              <a:spLocks noGrp="1"/>
            </p:cNvSpPr>
            <p:nvPr/>
          </p:nvSpPr>
          <p:spPr>
            <a:xfrm>
              <a:off x="17791271" y="4124325"/>
              <a:ext cx="40958" cy="47625"/>
            </a:xfrm>
            <a:custGeom>
              <a:pathLst>
                <a:path w="40958" h="47625">
                  <a:moveTo>
                    <a:pt x="20479" y="47625"/>
                  </a:moveTo>
                  <a:lnTo>
                    <a:pt x="40958" y="0"/>
                  </a:lnTo>
                  <a:lnTo>
                    <a:pt x="0" y="0"/>
                  </a:lnTo>
                  <a:close/>
                </a:path>
              </a:pathLst>
            </a:custGeom>
            <a:solidFill>
              <a:srgbClr val="91A5B4"/>
            </a:solidFill>
            <a:ln w="0">
              <a:noFill/>
              <a:prstDash val="solid"/>
            </a:ln>
          </p:spPr>
        </p:sp>
      </p:grpSp>
      <p:grpSp>
        <p:nvGrpSpPr>
          <p:cNvPr id="3186" name="barrier-filling"/>
          <p:cNvGrpSpPr/>
          <p:nvPr/>
        </p:nvGrpSpPr>
        <p:grpSpPr>
          <a:xfrm>
            <a:off x="0" y="0"/>
            <a:ext cx="24955500" cy="8572500"/>
            <a:chOff x="0" y="0"/>
            <a:chExt cx="24955500" cy="8572500"/>
          </a:xfrm>
        </p:grpSpPr>
        <p:sp>
          <p:nvSpPr>
            <p:cNvPr id="1278" name="four:barrier-filling:textbox:1278">
              <a:extLst>
                <a:ext uri="{FF2B5EF4-FFF2-40B4-BE49-F238E27FC236}">
                  <ns2:creationId id="{42E07587-D8F2-4D86-8A0F-A128A9619CE2}"/>
                </a:ext>
              </a:extLst>
            </p:cNvPr>
            <p:cNvSpPr>
              <a:spLocks noGrp="1"/>
            </p:cNvSpPr>
            <p:nvPr/>
          </p:nvSpPr>
          <p:spPr>
            <a:xfrm>
              <a:off x="15754350" y="4267200"/>
              <a:ext cx="4114800" cy="304800"/>
            </a:xfrm>
            <a:prstGeom prst="rect">
              <a:avLst/>
            </a:prstGeom>
            <a:noFill/>
            <a:ln w="0">
              <a:noFill/>
              <a:prstDash val="solid"/>
            </a:ln>
          </p:spPr>
          <p:txBody>
            <a:bodyPr wrap="none" lIns="0" tIns="0" rIns="0" bIns="0" anchor="ctr">
              <a:normAutofit fontScale="100000"/>
            </a:bodyPr>
            <a:lstStyle>
              <a:defPPr algn="l">
                <a:defRPr sz="1800" b="1">
                  <a:solidFill>
                    <a:srgbClr val="263238"/>
                  </a:solidFill>
                  <a:latin typeface="Arial"/>
                  <a:ea typeface="Arial"/>
                  <a:cs typeface="Arial"/>
                </a:defRPr>
              </a:defPPr>
            </a:lstStyle>
            <a:p>
              <a:pPr algn="l">
                <a:defRPr sz="1800" b="1">
                  <a:solidFill>
                    <a:srgbClr val="263238"/>
                  </a:solidFill>
                  <a:latin typeface="Arial"/>
                  <a:ea typeface="Arial"/>
                  <a:cs typeface="Arial"/>
                </a:defRPr>
              </a:pPr>
              <a:r>
                <a:rPr sz="1800" b="1">
                  <a:solidFill>
                    <a:srgbClr val="263238"/>
                  </a:solidFill>
                  <a:latin typeface="Arial"/>
                  <a:ea typeface="Arial"/>
                  <a:cs typeface="Arial"/>
                </a:rPr>
                <a:t>Minimax barrier filling</a:t>
              </a:r>
            </a:p>
          </p:txBody>
        </p:sp>
        <p:sp>
          <p:nvSpPr>
            <p:cNvPr id="1279" name="four:barrier-filling:line:1279">
              <a:extLst>
                <a:ext uri="{FF2B5EF4-FFF2-40B4-BE49-F238E27FC236}">
                  <ns2:creationId id="{8E78AE4A-3591-4A71-B0B0-7CB2455B479C}"/>
                </a:ext>
              </a:extLst>
            </p:cNvPr>
            <p:cNvSpPr>
              <a:spLocks noGrp="1"/>
            </p:cNvSpPr>
            <p:nvPr/>
          </p:nvSpPr>
          <p:spPr>
            <a:xfrm>
              <a:off x="15963900" y="4695825"/>
              <a:ext cx="266700" cy="953"/>
            </a:xfrm>
            <a:custGeom>
              <a:pathLst>
                <a:path w="266700" h="953">
                  <a:moveTo>
                    <a:pt x="0" y="0"/>
                  </a:moveTo>
                  <a:lnTo>
                    <a:pt x="266700" y="0"/>
                  </a:lnTo>
                </a:path>
              </a:pathLst>
            </a:custGeom>
            <a:noFill/>
            <a:ln w="33338">
              <a:solidFill>
                <a:srgbClr val="DDA5C4"/>
              </a:solidFill>
              <a:prstDash val="dash"/>
            </a:ln>
          </p:spPr>
        </p:sp>
        <p:sp>
          <p:nvSpPr>
            <p:cNvPr id="1280" name="four:barrier-filling:textbox:1280">
              <a:extLst>
                <a:ext uri="{FF2B5EF4-FFF2-40B4-BE49-F238E27FC236}">
                  <ns2:creationId id="{FAB530FF-1D36-49D5-B781-18214F6093A6}"/>
                </a:ext>
              </a:extLst>
            </p:cNvPr>
            <p:cNvSpPr>
              <a:spLocks noGrp="1"/>
            </p:cNvSpPr>
            <p:nvPr/>
          </p:nvSpPr>
          <p:spPr>
            <a:xfrm>
              <a:off x="16325850" y="4581525"/>
              <a:ext cx="1333500" cy="228600"/>
            </a:xfrm>
            <a:prstGeom prst="rect">
              <a:avLst/>
            </a:prstGeom>
            <a:noFill/>
            <a:ln w="0">
              <a:noFill/>
              <a:prstDash val="solid"/>
            </a:ln>
          </p:spPr>
          <p:txBody>
            <a:bodyPr wrap="none" lIns="0" tIns="0" rIns="0" bIns="0" anchor="ctr">
              <a:normAutofit fontScale="100000"/>
            </a:bodyPr>
            <a:lstStyle>
              <a:defPPr algn="l">
                <a:defRPr sz="1500" b="1">
                  <a:solidFill>
                    <a:srgbClr val="DDA5C4"/>
                  </a:solidFill>
                  <a:latin typeface="Arial"/>
                  <a:ea typeface="Arial"/>
                  <a:cs typeface="Arial"/>
                </a:defRPr>
              </a:defPPr>
            </a:lstStyle>
            <a:p>
              <a:pPr algn="l">
                <a:defRPr sz="1500" b="1">
                  <a:solidFill>
                    <a:srgbClr val="DDA5C4"/>
                  </a:solidFill>
                  <a:latin typeface="Arial"/>
                  <a:ea typeface="Arial"/>
                  <a:cs typeface="Arial"/>
                </a:defRPr>
              </a:pPr>
              <a:r>
                <a:rPr sz="1500" b="1">
                  <a:solidFill>
                    <a:srgbClr val="DDA5C4"/>
                  </a:solidFill>
                  <a:latin typeface="Arial"/>
                  <a:ea typeface="Arial"/>
                  <a:cs typeface="Arial"/>
                </a:rPr>
                <a:t>LCA path</a:t>
              </a:r>
            </a:p>
          </p:txBody>
        </p:sp>
        <p:sp>
          <p:nvSpPr>
            <p:cNvPr id="1281" name="four:barrier-filling:line:1281">
              <a:extLst>
                <a:ext uri="{FF2B5EF4-FFF2-40B4-BE49-F238E27FC236}">
                  <ns2:creationId id="{F1EF65AA-6263-4A8E-B040-352E42D3FFB0}"/>
                </a:ext>
              </a:extLst>
            </p:cNvPr>
            <p:cNvSpPr>
              <a:spLocks noGrp="1"/>
            </p:cNvSpPr>
            <p:nvPr/>
          </p:nvSpPr>
          <p:spPr>
            <a:xfrm>
              <a:off x="18030825" y="4695825"/>
              <a:ext cx="247650" cy="953"/>
            </a:xfrm>
            <a:custGeom>
              <a:pathLst>
                <a:path w="247650" h="953">
                  <a:moveTo>
                    <a:pt x="0" y="0"/>
                  </a:moveTo>
                  <a:lnTo>
                    <a:pt x="247650" y="0"/>
                  </a:lnTo>
                </a:path>
              </a:pathLst>
            </a:custGeom>
            <a:noFill/>
            <a:ln w="27623">
              <a:solidFill>
                <a:srgbClr val="263238"/>
              </a:solidFill>
              <a:prstDash val="solid"/>
            </a:ln>
          </p:spPr>
        </p:sp>
        <p:sp>
          <p:nvSpPr>
            <p:cNvPr id="1282" name="four:barrier-filling:textbox:1282">
              <a:extLst>
                <a:ext uri="{FF2B5EF4-FFF2-40B4-BE49-F238E27FC236}">
                  <ns2:creationId id="{AFC24822-FE4A-44E6-9E8E-2E390666E89F}"/>
                </a:ext>
              </a:extLst>
            </p:cNvPr>
            <p:cNvSpPr>
              <a:spLocks noGrp="1"/>
            </p:cNvSpPr>
            <p:nvPr/>
          </p:nvSpPr>
          <p:spPr>
            <a:xfrm>
              <a:off x="18345150" y="4581525"/>
              <a:ext cx="1143000" cy="228600"/>
            </a:xfrm>
            <a:prstGeom prst="rect">
              <a:avLst/>
            </a:prstGeom>
            <a:noFill/>
            <a:ln w="0">
              <a:noFill/>
              <a:prstDash val="solid"/>
            </a:ln>
          </p:spPr>
          <p:txBody>
            <a:bodyPr wrap="none" lIns="0" tIns="0" rIns="0" bIns="0" anchor="ctr">
              <a:normAutofit fontScale="100000"/>
            </a:bodyPr>
            <a:lstStyle>
              <a:defPPr algn="l">
                <a:defRPr sz="1500" b="1">
                  <a:solidFill>
                    <a:srgbClr val="263238"/>
                  </a:solidFill>
                  <a:latin typeface="Arial"/>
                  <a:ea typeface="Arial"/>
                  <a:cs typeface="Arial"/>
                </a:defRPr>
              </a:defPPr>
            </a:lstStyle>
            <a:p>
              <a:pPr algn="l">
                <a:defRPr sz="1500" b="1">
                  <a:solidFill>
                    <a:srgbClr val="263238"/>
                  </a:solidFill>
                  <a:latin typeface="Arial"/>
                  <a:ea typeface="Arial"/>
                  <a:cs typeface="Arial"/>
                </a:defRPr>
              </a:pPr>
              <a:r>
                <a:rPr sz="1500" b="1">
                  <a:solidFill>
                    <a:srgbClr val="263238"/>
                  </a:solidFill>
                  <a:latin typeface="Arial"/>
                  <a:ea typeface="Arial"/>
                  <a:cs typeface="Arial"/>
                </a:rPr>
                <a:t>Optimal</a:t>
              </a:r>
            </a:p>
          </p:txBody>
        </p:sp>
        <p:sp>
          <p:nvSpPr>
            <p:cNvPr id="1283" name="four:barrier-filling:line:1283">
              <a:extLst>
                <a:ext uri="{FF2B5EF4-FFF2-40B4-BE49-F238E27FC236}">
                  <ns2:creationId id="{8019D7C9-1E3B-4A64-967A-6D407EDD4621}"/>
                </a:ext>
              </a:extLst>
            </p:cNvPr>
            <p:cNvSpPr>
              <a:spLocks noGrp="1"/>
            </p:cNvSpPr>
            <p:nvPr/>
          </p:nvSpPr>
          <p:spPr>
            <a:xfrm>
              <a:off x="15944850" y="4867275"/>
              <a:ext cx="953" cy="1905000"/>
            </a:xfrm>
            <a:custGeom>
              <a:pathLst>
                <a:path w="953" h="1905000">
                  <a:moveTo>
                    <a:pt x="0" y="54293"/>
                  </a:moveTo>
                  <a:lnTo>
                    <a:pt x="0" y="1905000"/>
                  </a:lnTo>
                </a:path>
              </a:pathLst>
            </a:custGeom>
            <a:noFill/>
            <a:ln w="4763">
              <a:solidFill>
                <a:srgbClr val="D8E1E7"/>
              </a:solidFill>
              <a:prstDash val="solid"/>
            </a:ln>
          </p:spPr>
        </p:sp>
        <p:sp>
          <p:nvSpPr>
            <p:cNvPr id="1284" name="four:barrier-filling:line:1284">
              <a:extLst>
                <a:ext uri="{FF2B5EF4-FFF2-40B4-BE49-F238E27FC236}">
                  <ns2:creationId id="{6EF64ECB-D578-4C8C-9A10-8D6BD0C8DB5B}"/>
                </a:ext>
              </a:extLst>
            </p:cNvPr>
            <p:cNvSpPr>
              <a:spLocks noGrp="1"/>
            </p:cNvSpPr>
            <p:nvPr/>
          </p:nvSpPr>
          <p:spPr>
            <a:xfrm>
              <a:off x="16868775" y="4867275"/>
              <a:ext cx="953" cy="1905000"/>
            </a:xfrm>
            <a:custGeom>
              <a:pathLst>
                <a:path w="953" h="1905000">
                  <a:moveTo>
                    <a:pt x="0" y="0"/>
                  </a:moveTo>
                  <a:lnTo>
                    <a:pt x="0" y="1905000"/>
                  </a:lnTo>
                </a:path>
              </a:pathLst>
            </a:custGeom>
            <a:noFill/>
            <a:ln w="4763">
              <a:solidFill>
                <a:srgbClr val="D8E1E7"/>
              </a:solidFill>
              <a:prstDash val="solid"/>
            </a:ln>
          </p:spPr>
        </p:sp>
        <p:sp>
          <p:nvSpPr>
            <p:cNvPr id="1285" name="four:barrier-filling:line:1285">
              <a:extLst>
                <a:ext uri="{FF2B5EF4-FFF2-40B4-BE49-F238E27FC236}">
                  <ns2:creationId id="{6A9227DB-5AD3-4D6A-B5E7-0647BB1F3D7D}"/>
                </a:ext>
              </a:extLst>
            </p:cNvPr>
            <p:cNvSpPr>
              <a:spLocks noGrp="1"/>
            </p:cNvSpPr>
            <p:nvPr/>
          </p:nvSpPr>
          <p:spPr>
            <a:xfrm>
              <a:off x="17792700" y="4867275"/>
              <a:ext cx="953" cy="1905000"/>
            </a:xfrm>
            <a:custGeom>
              <a:pathLst>
                <a:path w="953" h="1905000">
                  <a:moveTo>
                    <a:pt x="0" y="0"/>
                  </a:moveTo>
                  <a:lnTo>
                    <a:pt x="0" y="1170350"/>
                  </a:lnTo>
                  <a:moveTo>
                    <a:pt x="0" y="1278935"/>
                  </a:moveTo>
                  <a:lnTo>
                    <a:pt x="0" y="1311184"/>
                  </a:lnTo>
                  <a:moveTo>
                    <a:pt x="0" y="1410244"/>
                  </a:moveTo>
                  <a:lnTo>
                    <a:pt x="0" y="1905000"/>
                  </a:lnTo>
                </a:path>
              </a:pathLst>
            </a:custGeom>
            <a:noFill/>
            <a:ln w="4763">
              <a:solidFill>
                <a:srgbClr val="D8E1E7"/>
              </a:solidFill>
              <a:prstDash val="solid"/>
            </a:ln>
          </p:spPr>
        </p:sp>
        <p:sp>
          <p:nvSpPr>
            <p:cNvPr id="1286" name="four:barrier-filling:line:1286">
              <a:extLst>
                <a:ext uri="{FF2B5EF4-FFF2-40B4-BE49-F238E27FC236}">
                  <ns2:creationId id="{A109EEF7-7BD7-4F42-9200-B1B072007491}"/>
                </a:ext>
              </a:extLst>
            </p:cNvPr>
            <p:cNvSpPr>
              <a:spLocks noGrp="1"/>
            </p:cNvSpPr>
            <p:nvPr/>
          </p:nvSpPr>
          <p:spPr>
            <a:xfrm>
              <a:off x="18716625" y="4867275"/>
              <a:ext cx="953" cy="1905000"/>
            </a:xfrm>
            <a:custGeom>
              <a:pathLst>
                <a:path w="953" h="1905000">
                  <a:moveTo>
                    <a:pt x="0" y="0"/>
                  </a:moveTo>
                  <a:lnTo>
                    <a:pt x="0" y="1905000"/>
                  </a:lnTo>
                </a:path>
              </a:pathLst>
            </a:custGeom>
            <a:noFill/>
            <a:ln w="4763">
              <a:solidFill>
                <a:srgbClr val="D8E1E7"/>
              </a:solidFill>
              <a:prstDash val="solid"/>
            </a:ln>
          </p:spPr>
        </p:sp>
        <p:sp>
          <p:nvSpPr>
            <p:cNvPr id="1287" name="four:barrier-filling:line:1287">
              <a:extLst>
                <a:ext uri="{FF2B5EF4-FFF2-40B4-BE49-F238E27FC236}">
                  <ns2:creationId id="{D19DBB15-1CB7-4E78-B777-1FD7B09D08B3}"/>
                </a:ext>
              </a:extLst>
            </p:cNvPr>
            <p:cNvSpPr>
              <a:spLocks noGrp="1"/>
            </p:cNvSpPr>
            <p:nvPr/>
          </p:nvSpPr>
          <p:spPr>
            <a:xfrm>
              <a:off x="19640550" y="4867275"/>
              <a:ext cx="953" cy="1905000"/>
            </a:xfrm>
            <a:custGeom>
              <a:pathLst>
                <a:path w="953" h="1905000">
                  <a:moveTo>
                    <a:pt x="0" y="54293"/>
                  </a:moveTo>
                  <a:lnTo>
                    <a:pt x="0" y="1905000"/>
                  </a:lnTo>
                </a:path>
              </a:pathLst>
            </a:custGeom>
            <a:noFill/>
            <a:ln w="4763">
              <a:solidFill>
                <a:srgbClr val="D8E1E7"/>
              </a:solidFill>
              <a:prstDash val="solid"/>
            </a:ln>
          </p:spPr>
        </p:sp>
        <p:sp>
          <p:nvSpPr>
            <p:cNvPr id="1288" name="four:barrier-filling:line:1288">
              <a:extLst>
                <a:ext uri="{FF2B5EF4-FFF2-40B4-BE49-F238E27FC236}">
                  <ns2:creationId id="{78DB4BD4-1D71-4197-ACDB-9A61EFF46987}"/>
                </a:ext>
              </a:extLst>
            </p:cNvPr>
            <p:cNvSpPr>
              <a:spLocks noGrp="1"/>
            </p:cNvSpPr>
            <p:nvPr/>
          </p:nvSpPr>
          <p:spPr>
            <a:xfrm>
              <a:off x="15944850" y="4867275"/>
              <a:ext cx="3695700" cy="953"/>
            </a:xfrm>
            <a:custGeom>
              <a:pathLst>
                <a:path w="3695700" h="953">
                  <a:moveTo>
                    <a:pt x="54293" y="0"/>
                  </a:moveTo>
                  <a:lnTo>
                    <a:pt x="3641408" y="0"/>
                  </a:lnTo>
                </a:path>
              </a:pathLst>
            </a:custGeom>
            <a:noFill/>
            <a:ln w="4763">
              <a:solidFill>
                <a:srgbClr val="D8E1E7"/>
              </a:solidFill>
              <a:prstDash val="solid"/>
            </a:ln>
          </p:spPr>
        </p:sp>
        <p:sp>
          <p:nvSpPr>
            <p:cNvPr id="1289" name="four:barrier-filling:line:1289">
              <a:extLst>
                <a:ext uri="{FF2B5EF4-FFF2-40B4-BE49-F238E27FC236}">
                  <ns2:creationId id="{600B3F16-3CFB-45DE-9A88-1C21A0BDD7DD}"/>
                </a:ext>
              </a:extLst>
            </p:cNvPr>
            <p:cNvSpPr>
              <a:spLocks noGrp="1"/>
            </p:cNvSpPr>
            <p:nvPr/>
          </p:nvSpPr>
          <p:spPr>
            <a:xfrm>
              <a:off x="15944850" y="5248275"/>
              <a:ext cx="3695700" cy="953"/>
            </a:xfrm>
            <a:custGeom>
              <a:pathLst>
                <a:path w="3695700" h="953">
                  <a:moveTo>
                    <a:pt x="0" y="0"/>
                  </a:moveTo>
                  <a:lnTo>
                    <a:pt x="3695700" y="0"/>
                  </a:lnTo>
                </a:path>
              </a:pathLst>
            </a:custGeom>
            <a:noFill/>
            <a:ln w="4763">
              <a:solidFill>
                <a:srgbClr val="D8E1E7"/>
              </a:solidFill>
              <a:prstDash val="solid"/>
            </a:ln>
          </p:spPr>
        </p:sp>
        <p:sp>
          <p:nvSpPr>
            <p:cNvPr id="1290" name="four:barrier-filling:line:1290">
              <a:extLst>
                <a:ext uri="{FF2B5EF4-FFF2-40B4-BE49-F238E27FC236}">
                  <ns2:creationId id="{8BF2130B-5471-42D7-94A6-3A44A99D2FF8}"/>
                </a:ext>
              </a:extLst>
            </p:cNvPr>
            <p:cNvSpPr>
              <a:spLocks noGrp="1"/>
            </p:cNvSpPr>
            <p:nvPr/>
          </p:nvSpPr>
          <p:spPr>
            <a:xfrm>
              <a:off x="15944850" y="5629275"/>
              <a:ext cx="3695700" cy="953"/>
            </a:xfrm>
            <a:custGeom>
              <a:pathLst>
                <a:path w="3695700" h="953">
                  <a:moveTo>
                    <a:pt x="0" y="0"/>
                  </a:moveTo>
                  <a:lnTo>
                    <a:pt x="3695700" y="0"/>
                  </a:lnTo>
                </a:path>
              </a:pathLst>
            </a:custGeom>
            <a:noFill/>
            <a:ln w="4763">
              <a:solidFill>
                <a:srgbClr val="D8E1E7"/>
              </a:solidFill>
              <a:prstDash val="solid"/>
            </a:ln>
          </p:spPr>
        </p:sp>
        <p:sp>
          <p:nvSpPr>
            <p:cNvPr id="1291" name="four:barrier-filling:line:1291">
              <a:extLst>
                <a:ext uri="{FF2B5EF4-FFF2-40B4-BE49-F238E27FC236}">
                  <ns2:creationId id="{63D80240-B256-40DD-BF45-A8F54E6ABCE1}"/>
                </a:ext>
              </a:extLst>
            </p:cNvPr>
            <p:cNvSpPr>
              <a:spLocks noGrp="1"/>
            </p:cNvSpPr>
            <p:nvPr/>
          </p:nvSpPr>
          <p:spPr>
            <a:xfrm>
              <a:off x="15944850" y="6010275"/>
              <a:ext cx="3695700" cy="953"/>
            </a:xfrm>
            <a:custGeom>
              <a:pathLst>
                <a:path w="3695700" h="953">
                  <a:moveTo>
                    <a:pt x="0" y="0"/>
                  </a:moveTo>
                  <a:lnTo>
                    <a:pt x="3695700" y="0"/>
                  </a:lnTo>
                </a:path>
              </a:pathLst>
            </a:custGeom>
            <a:noFill/>
            <a:ln w="4763">
              <a:solidFill>
                <a:srgbClr val="D8E1E7"/>
              </a:solidFill>
              <a:prstDash val="solid"/>
            </a:ln>
          </p:spPr>
        </p:sp>
        <p:sp>
          <p:nvSpPr>
            <p:cNvPr id="1292" name="four:barrier-filling:line:1292">
              <a:extLst>
                <a:ext uri="{FF2B5EF4-FFF2-40B4-BE49-F238E27FC236}">
                  <ns2:creationId id="{29FC334F-4CF3-4D16-B8ED-F46C88EFB723}"/>
                </a:ext>
              </a:extLst>
            </p:cNvPr>
            <p:cNvSpPr>
              <a:spLocks noGrp="1"/>
            </p:cNvSpPr>
            <p:nvPr/>
          </p:nvSpPr>
          <p:spPr>
            <a:xfrm>
              <a:off x="15944850" y="6391275"/>
              <a:ext cx="3695700" cy="953"/>
            </a:xfrm>
            <a:custGeom>
              <a:pathLst>
                <a:path w="3695700" h="953">
                  <a:moveTo>
                    <a:pt x="0" y="0"/>
                  </a:moveTo>
                  <a:lnTo>
                    <a:pt x="3695700" y="0"/>
                  </a:lnTo>
                </a:path>
              </a:pathLst>
            </a:custGeom>
            <a:noFill/>
            <a:ln w="4763">
              <a:solidFill>
                <a:srgbClr val="D8E1E7"/>
              </a:solidFill>
              <a:prstDash val="solid"/>
            </a:ln>
          </p:spPr>
        </p:sp>
        <p:sp>
          <p:nvSpPr>
            <p:cNvPr id="1293" name="four:barrier-filling:line:1293">
              <a:extLst>
                <a:ext uri="{FF2B5EF4-FFF2-40B4-BE49-F238E27FC236}">
                  <ns2:creationId id="{8027C743-A6D8-4350-85B3-9B3FDFB4F2BE}"/>
                </a:ext>
              </a:extLst>
            </p:cNvPr>
            <p:cNvSpPr>
              <a:spLocks noGrp="1"/>
            </p:cNvSpPr>
            <p:nvPr/>
          </p:nvSpPr>
          <p:spPr>
            <a:xfrm>
              <a:off x="15944850" y="6772275"/>
              <a:ext cx="3695700" cy="953"/>
            </a:xfrm>
            <a:custGeom>
              <a:pathLst>
                <a:path w="3695700" h="953">
                  <a:moveTo>
                    <a:pt x="0" y="0"/>
                  </a:moveTo>
                  <a:lnTo>
                    <a:pt x="1285399" y="0"/>
                  </a:lnTo>
                  <a:moveTo>
                    <a:pt x="1393984" y="0"/>
                  </a:moveTo>
                  <a:lnTo>
                    <a:pt x="3695700" y="0"/>
                  </a:lnTo>
                </a:path>
              </a:pathLst>
            </a:custGeom>
            <a:noFill/>
            <a:ln w="4763">
              <a:solidFill>
                <a:srgbClr val="D8E1E7"/>
              </a:solidFill>
              <a:prstDash val="solid"/>
            </a:ln>
          </p:spPr>
        </p:sp>
        <p:sp>
          <p:nvSpPr>
            <p:cNvPr id="1294" name="four:barrier-filling:rect:1294">
              <a:extLst>
                <a:ext uri="{FF2B5EF4-FFF2-40B4-BE49-F238E27FC236}">
                  <ns2:creationId id="{08875273-4676-464E-8D3D-2CED948009FB}"/>
                </a:ext>
              </a:extLst>
            </p:cNvPr>
            <p:cNvSpPr>
              <a:spLocks noGrp="1"/>
            </p:cNvSpPr>
            <p:nvPr/>
          </p:nvSpPr>
          <p:spPr>
            <a:xfrm>
              <a:off x="15944850" y="4867275"/>
              <a:ext cx="3695700" cy="1905000"/>
            </a:xfrm>
            <a:prstGeom prst="rect">
              <a:avLst/>
            </a:prstGeom>
            <a:noFill/>
            <a:ln w="7620">
              <a:solidFill>
                <a:srgbClr val="A8B6C1"/>
              </a:solidFill>
              <a:prstDash val="solid"/>
            </a:ln>
          </p:spPr>
        </p:sp>
        <p:sp>
          <p:nvSpPr>
            <p:cNvPr id="1295" name="four:barrier-filling:line:1295">
              <a:extLst>
                <a:ext uri="{FF2B5EF4-FFF2-40B4-BE49-F238E27FC236}">
                  <ns2:creationId id="{FA5A6B12-3D36-45E9-AA31-24F69ABD228D}"/>
                </a:ext>
              </a:extLst>
            </p:cNvPr>
            <p:cNvSpPr>
              <a:spLocks noGrp="1"/>
            </p:cNvSpPr>
            <p:nvPr/>
          </p:nvSpPr>
          <p:spPr>
            <a:xfrm>
              <a:off x="16268224" y="6267450"/>
              <a:ext cx="953" cy="762000"/>
            </a:xfrm>
            <a:custGeom>
              <a:pathLst>
                <a:path w="953" h="762000">
                  <a:moveTo>
                    <a:pt x="0" y="0"/>
                  </a:moveTo>
                  <a:lnTo>
                    <a:pt x="0" y="762000"/>
                  </a:lnTo>
                </a:path>
              </a:pathLst>
            </a:custGeom>
            <a:noFill/>
            <a:ln w="9525">
              <a:solidFill>
                <a:srgbClr val="0072B2">
                  <a:alpha val="70000"/>
                </a:srgbClr>
              </a:solidFill>
              <a:prstDash val="dash"/>
            </a:ln>
          </p:spPr>
        </p:sp>
        <p:sp>
          <p:nvSpPr>
            <p:cNvPr id="1296" name="four:barrier-filling:line:1296">
              <a:extLst>
                <a:ext uri="{FF2B5EF4-FFF2-40B4-BE49-F238E27FC236}">
                  <ns2:creationId id="{59B53D15-A766-424D-B997-15BC003E458D}"/>
                </a:ext>
              </a:extLst>
            </p:cNvPr>
            <p:cNvSpPr>
              <a:spLocks noGrp="1"/>
            </p:cNvSpPr>
            <p:nvPr/>
          </p:nvSpPr>
          <p:spPr>
            <a:xfrm>
              <a:off x="17284541" y="6838950"/>
              <a:ext cx="953" cy="190500"/>
            </a:xfrm>
            <a:custGeom>
              <a:pathLst>
                <a:path w="953" h="190500">
                  <a:moveTo>
                    <a:pt x="0" y="0"/>
                  </a:moveTo>
                  <a:lnTo>
                    <a:pt x="0" y="190500"/>
                  </a:lnTo>
                </a:path>
              </a:pathLst>
            </a:custGeom>
            <a:noFill/>
            <a:ln w="9525">
              <a:solidFill>
                <a:srgbClr val="D55E00">
                  <a:alpha val="70000"/>
                </a:srgbClr>
              </a:solidFill>
              <a:prstDash val="dash"/>
            </a:ln>
          </p:spPr>
        </p:sp>
        <p:sp>
          <p:nvSpPr>
            <p:cNvPr id="1297" name="four:barrier-filling:line:1297">
              <a:extLst>
                <a:ext uri="{FF2B5EF4-FFF2-40B4-BE49-F238E27FC236}">
                  <ns2:creationId id="{68959BE5-3BAD-4D63-8EC4-4D23DAB604C5}"/>
                </a:ext>
              </a:extLst>
            </p:cNvPr>
            <p:cNvSpPr>
              <a:spLocks noGrp="1"/>
            </p:cNvSpPr>
            <p:nvPr/>
          </p:nvSpPr>
          <p:spPr>
            <a:xfrm>
              <a:off x="18300859" y="6539593"/>
              <a:ext cx="953" cy="489857"/>
            </a:xfrm>
            <a:custGeom>
              <a:pathLst>
                <a:path w="953" h="489857">
                  <a:moveTo>
                    <a:pt x="0" y="0"/>
                  </a:moveTo>
                  <a:lnTo>
                    <a:pt x="0" y="489857"/>
                  </a:lnTo>
                </a:path>
              </a:pathLst>
            </a:custGeom>
            <a:noFill/>
            <a:ln w="9525">
              <a:solidFill>
                <a:srgbClr val="009E73">
                  <a:alpha val="70000"/>
                </a:srgbClr>
              </a:solidFill>
              <a:prstDash val="dash"/>
            </a:ln>
          </p:spPr>
        </p:sp>
        <p:sp>
          <p:nvSpPr>
            <p:cNvPr id="1298" name="four:barrier-filling:line:1298">
              <a:extLst>
                <a:ext uri="{FF2B5EF4-FFF2-40B4-BE49-F238E27FC236}">
                  <ns2:creationId id="{D983FE4A-4DDD-429E-ACE4-FD4D0D466640}"/>
                </a:ext>
              </a:extLst>
            </p:cNvPr>
            <p:cNvSpPr>
              <a:spLocks noGrp="1"/>
            </p:cNvSpPr>
            <p:nvPr/>
          </p:nvSpPr>
          <p:spPr>
            <a:xfrm>
              <a:off x="19317176" y="5913664"/>
              <a:ext cx="953" cy="1115786"/>
            </a:xfrm>
            <a:custGeom>
              <a:pathLst>
                <a:path w="953" h="1115786">
                  <a:moveTo>
                    <a:pt x="0" y="0"/>
                  </a:moveTo>
                  <a:lnTo>
                    <a:pt x="0" y="1115786"/>
                  </a:lnTo>
                </a:path>
              </a:pathLst>
            </a:custGeom>
            <a:noFill/>
            <a:ln w="9525">
              <a:solidFill>
                <a:srgbClr val="CC79A7">
                  <a:alpha val="70000"/>
                </a:srgbClr>
              </a:solidFill>
              <a:prstDash val="dash"/>
            </a:ln>
          </p:spPr>
        </p:sp>
        <p:sp>
          <p:nvSpPr>
            <p:cNvPr id="1299" name="four:barrier-filling:smooth-change-band:1299">
              <a:extLst>
                <a:ext uri="{FF2B5EF4-FFF2-40B4-BE49-F238E27FC236}">
                  <ns2:creationId id="{4D6DED5C-6963-4DA1-BA88-006573B0F9EC}"/>
                </a:ext>
              </a:extLst>
            </p:cNvPr>
            <p:cNvSpPr>
              <a:spLocks noGrp="1"/>
            </p:cNvSpPr>
            <p:nvPr/>
          </p:nvSpPr>
          <p:spPr>
            <a:xfrm>
              <a:off x="16268224" y="5003346"/>
              <a:ext cx="508159" cy="1197429"/>
            </a:xfrm>
            <a:custGeom>
              <a:pathLst>
                <a:path w="508159" h="1197429">
                  <a:moveTo>
                    <a:pt x="0" y="1197429"/>
                  </a:moveTo>
                  <a:cubicBezTo>
                    <a:pt x="169386" y="1197429"/>
                    <a:pt x="338772" y="136071"/>
                    <a:pt x="508159" y="136071"/>
                  </a:cubicBezTo>
                  <a:lnTo>
                    <a:pt x="508159" y="0"/>
                  </a:lnTo>
                  <a:cubicBezTo>
                    <a:pt x="338772" y="0"/>
                    <a:pt x="169386" y="1197429"/>
                    <a:pt x="0" y="1197429"/>
                  </a:cubicBezTo>
                  <a:close/>
                </a:path>
              </a:pathLst>
            </a:custGeom>
            <a:solidFill>
              <a:srgbClr val="D3DCE4">
                <a:alpha val="32000"/>
              </a:srgbClr>
            </a:solidFill>
            <a:ln w="0">
              <a:noFill/>
            </a:ln>
          </p:spPr>
        </p:sp>
        <p:sp>
          <p:nvSpPr>
            <p:cNvPr id="1300" name="four:barrier-filling:smooth-change-band:1300">
              <a:extLst>
                <a:ext uri="{FF2B5EF4-FFF2-40B4-BE49-F238E27FC236}">
                  <ns2:creationId id="{66F556D9-619B-4958-9F3B-CA0177491364}"/>
                </a:ext>
              </a:extLst>
            </p:cNvPr>
            <p:cNvSpPr>
              <a:spLocks noGrp="1"/>
            </p:cNvSpPr>
            <p:nvPr/>
          </p:nvSpPr>
          <p:spPr>
            <a:xfrm>
              <a:off x="16776383" y="5003346"/>
              <a:ext cx="508159" cy="1768929"/>
            </a:xfrm>
            <a:custGeom>
              <a:pathLst>
                <a:path w="508159" h="1768929">
                  <a:moveTo>
                    <a:pt x="0" y="136071"/>
                  </a:moveTo>
                  <a:cubicBezTo>
                    <a:pt x="169386" y="136071"/>
                    <a:pt x="338773" y="1768929"/>
                    <a:pt x="508159" y="1768929"/>
                  </a:cubicBezTo>
                  <a:lnTo>
                    <a:pt x="508159" y="1768929"/>
                  </a:lnTo>
                  <a:cubicBezTo>
                    <a:pt x="338773" y="1768929"/>
                    <a:pt x="169386" y="0"/>
                    <a:pt x="0" y="0"/>
                  </a:cubicBezTo>
                  <a:close/>
                </a:path>
              </a:pathLst>
            </a:custGeom>
            <a:solidFill>
              <a:srgbClr val="D3DCE4">
                <a:alpha val="32000"/>
              </a:srgbClr>
            </a:solidFill>
            <a:ln w="0">
              <a:noFill/>
            </a:ln>
          </p:spPr>
        </p:sp>
        <p:sp>
          <p:nvSpPr>
            <p:cNvPr id="1301" name="four:barrier-filling:smooth-change-band:1301">
              <a:extLst>
                <a:ext uri="{FF2B5EF4-FFF2-40B4-BE49-F238E27FC236}">
                  <ns2:creationId id="{C1E50906-92F5-4637-B849-CE781706BF22}"/>
                </a:ext>
              </a:extLst>
            </p:cNvPr>
            <p:cNvSpPr>
              <a:spLocks noGrp="1"/>
            </p:cNvSpPr>
            <p:nvPr/>
          </p:nvSpPr>
          <p:spPr>
            <a:xfrm>
              <a:off x="17284541" y="6091918"/>
              <a:ext cx="508159" cy="680357"/>
            </a:xfrm>
            <a:custGeom>
              <a:pathLst>
                <a:path w="508159" h="680357">
                  <a:moveTo>
                    <a:pt x="0" y="680357"/>
                  </a:moveTo>
                  <a:cubicBezTo>
                    <a:pt x="169386" y="680357"/>
                    <a:pt x="338772" y="0"/>
                    <a:pt x="508159" y="0"/>
                  </a:cubicBezTo>
                  <a:lnTo>
                    <a:pt x="508159" y="136071"/>
                  </a:lnTo>
                  <a:cubicBezTo>
                    <a:pt x="338772" y="136071"/>
                    <a:pt x="169386" y="680357"/>
                    <a:pt x="0" y="680357"/>
                  </a:cubicBezTo>
                  <a:close/>
                </a:path>
              </a:pathLst>
            </a:custGeom>
            <a:solidFill>
              <a:srgbClr val="D3DCE4">
                <a:alpha val="32000"/>
              </a:srgbClr>
            </a:solidFill>
            <a:ln w="0">
              <a:noFill/>
            </a:ln>
          </p:spPr>
        </p:sp>
        <p:sp>
          <p:nvSpPr>
            <p:cNvPr id="1302" name="four:barrier-filling:smooth-change-band:1302">
              <a:extLst>
                <a:ext uri="{FF2B5EF4-FFF2-40B4-BE49-F238E27FC236}">
                  <ns2:creationId id="{4795E2E8-2823-4A86-8796-B638C7FEBD43}"/>
                </a:ext>
              </a:extLst>
            </p:cNvPr>
            <p:cNvSpPr>
              <a:spLocks noGrp="1"/>
            </p:cNvSpPr>
            <p:nvPr/>
          </p:nvSpPr>
          <p:spPr>
            <a:xfrm>
              <a:off x="17792700" y="6091918"/>
              <a:ext cx="508159" cy="381000"/>
            </a:xfrm>
            <a:custGeom>
              <a:pathLst>
                <a:path w="508159" h="381000">
                  <a:moveTo>
                    <a:pt x="0" y="0"/>
                  </a:moveTo>
                  <a:cubicBezTo>
                    <a:pt x="169386" y="0"/>
                    <a:pt x="338772" y="381000"/>
                    <a:pt x="508159" y="381000"/>
                  </a:cubicBezTo>
                  <a:lnTo>
                    <a:pt x="508159" y="381000"/>
                  </a:lnTo>
                  <a:cubicBezTo>
                    <a:pt x="338772" y="381000"/>
                    <a:pt x="169386" y="136071"/>
                    <a:pt x="0" y="136071"/>
                  </a:cubicBezTo>
                  <a:close/>
                </a:path>
              </a:pathLst>
            </a:custGeom>
            <a:solidFill>
              <a:srgbClr val="D3DCE4">
                <a:alpha val="32000"/>
              </a:srgbClr>
            </a:solidFill>
            <a:ln w="0">
              <a:noFill/>
            </a:ln>
          </p:spPr>
        </p:sp>
        <p:sp>
          <p:nvSpPr>
            <p:cNvPr id="1303" name="four:barrier-filling:smooth-change-band:1303">
              <a:extLst>
                <a:ext uri="{FF2B5EF4-FFF2-40B4-BE49-F238E27FC236}">
                  <ns2:creationId id="{DCCBBC11-2010-437A-BC59-AE26CC209A6E}"/>
                </a:ext>
              </a:extLst>
            </p:cNvPr>
            <p:cNvSpPr>
              <a:spLocks noGrp="1"/>
            </p:cNvSpPr>
            <p:nvPr/>
          </p:nvSpPr>
          <p:spPr>
            <a:xfrm>
              <a:off x="18300859" y="5003346"/>
              <a:ext cx="508159" cy="1469571"/>
            </a:xfrm>
            <a:custGeom>
              <a:pathLst>
                <a:path w="508159" h="1469571">
                  <a:moveTo>
                    <a:pt x="0" y="1469571"/>
                  </a:moveTo>
                  <a:cubicBezTo>
                    <a:pt x="169386" y="1469571"/>
                    <a:pt x="338773" y="136071"/>
                    <a:pt x="508159" y="136071"/>
                  </a:cubicBezTo>
                  <a:lnTo>
                    <a:pt x="508159" y="0"/>
                  </a:lnTo>
                  <a:cubicBezTo>
                    <a:pt x="338773" y="0"/>
                    <a:pt x="169386" y="1469571"/>
                    <a:pt x="0" y="1469571"/>
                  </a:cubicBezTo>
                  <a:close/>
                </a:path>
              </a:pathLst>
            </a:custGeom>
            <a:solidFill>
              <a:srgbClr val="D3DCE4">
                <a:alpha val="32000"/>
              </a:srgbClr>
            </a:solidFill>
            <a:ln w="0">
              <a:noFill/>
            </a:ln>
          </p:spPr>
        </p:sp>
        <p:sp>
          <p:nvSpPr>
            <p:cNvPr id="1304" name="four:barrier-filling:smooth-change-band:1304">
              <a:extLst>
                <a:ext uri="{FF2B5EF4-FFF2-40B4-BE49-F238E27FC236}">
                  <ns2:creationId id="{45F992E7-9479-4E36-9621-2AFA5B9E62EF}"/>
                </a:ext>
              </a:extLst>
            </p:cNvPr>
            <p:cNvSpPr>
              <a:spLocks noGrp="1"/>
            </p:cNvSpPr>
            <p:nvPr/>
          </p:nvSpPr>
          <p:spPr>
            <a:xfrm>
              <a:off x="18809018" y="5003346"/>
              <a:ext cx="508159" cy="843643"/>
            </a:xfrm>
            <a:custGeom>
              <a:pathLst>
                <a:path w="508159" h="843643">
                  <a:moveTo>
                    <a:pt x="0" y="136071"/>
                  </a:moveTo>
                  <a:cubicBezTo>
                    <a:pt x="169386" y="136071"/>
                    <a:pt x="338772" y="843643"/>
                    <a:pt x="508159" y="843643"/>
                  </a:cubicBezTo>
                  <a:lnTo>
                    <a:pt x="508159" y="843643"/>
                  </a:lnTo>
                  <a:cubicBezTo>
                    <a:pt x="338772" y="843643"/>
                    <a:pt x="169386" y="0"/>
                    <a:pt x="0" y="0"/>
                  </a:cubicBezTo>
                  <a:close/>
                </a:path>
              </a:pathLst>
            </a:custGeom>
            <a:solidFill>
              <a:srgbClr val="D3DCE4">
                <a:alpha val="32000"/>
              </a:srgbClr>
            </a:solidFill>
            <a:ln w="0">
              <a:noFill/>
            </a:ln>
          </p:spPr>
        </p:sp>
        <p:sp>
          <p:nvSpPr>
            <p:cNvPr id="1305" name="four:barrier-filling:initial-filling-curve:1305">
              <a:extLst>
                <a:ext uri="{FF2B5EF4-FFF2-40B4-BE49-F238E27FC236}">
                  <ns2:creationId id="{FB0C1D6C-474E-4886-A00C-BFAA4EC1BA08}"/>
                </a:ext>
              </a:extLst>
            </p:cNvPr>
            <p:cNvSpPr>
              <a:spLocks noGrp="1"/>
            </p:cNvSpPr>
            <p:nvPr/>
          </p:nvSpPr>
          <p:spPr>
            <a:xfrm>
              <a:off x="15944850" y="4867275"/>
              <a:ext cx="323374" cy="1333500"/>
            </a:xfrm>
            <a:custGeom>
              <a:pathLst>
                <a:path w="323374" h="1333500">
                  <a:moveTo>
                    <a:pt x="27329" y="26963"/>
                  </a:moveTo>
                  <a:cubicBezTo>
                    <a:pt x="116901" y="198432"/>
                    <a:pt x="206473" y="1135068"/>
                    <a:pt x="296045" y="1306537"/>
                  </a:cubicBezTo>
                </a:path>
              </a:pathLst>
            </a:custGeom>
            <a:noFill/>
            <a:ln w="33338">
              <a:solidFill>
                <a:srgbClr val="DDA5C4"/>
              </a:solidFill>
              <a:prstDash val="dash"/>
            </a:ln>
          </p:spPr>
        </p:sp>
        <p:sp>
          <p:nvSpPr>
            <p:cNvPr id="1306" name="four:barrier-filling:initial-filling-curve:1306">
              <a:extLst>
                <a:ext uri="{FF2B5EF4-FFF2-40B4-BE49-F238E27FC236}">
                  <ns2:creationId id="{6F6241D0-1F74-4E9D-9D4C-CE1FF50440B1}"/>
                </a:ext>
              </a:extLst>
            </p:cNvPr>
            <p:cNvSpPr>
              <a:spLocks noGrp="1"/>
            </p:cNvSpPr>
            <p:nvPr/>
          </p:nvSpPr>
          <p:spPr>
            <a:xfrm>
              <a:off x="16268224" y="5003346"/>
              <a:ext cx="508159" cy="1197429"/>
            </a:xfrm>
            <a:custGeom>
              <a:pathLst>
                <a:path w="508159" h="1197429">
                  <a:moveTo>
                    <a:pt x="36575" y="1179711"/>
                  </a:moveTo>
                  <a:cubicBezTo>
                    <a:pt x="182407" y="1041990"/>
                    <a:pt x="328239" y="144475"/>
                    <a:pt x="474071" y="15442"/>
                  </a:cubicBezTo>
                </a:path>
              </a:pathLst>
            </a:custGeom>
            <a:noFill/>
            <a:ln w="33338">
              <a:solidFill>
                <a:srgbClr val="DDA5C4"/>
              </a:solidFill>
              <a:prstDash val="dash"/>
            </a:ln>
          </p:spPr>
        </p:sp>
        <p:sp>
          <p:nvSpPr>
            <p:cNvPr id="1307" name="four:barrier-filling:initial-filling-curve:1307">
              <a:extLst>
                <a:ext uri="{FF2B5EF4-FFF2-40B4-BE49-F238E27FC236}">
                  <ns2:creationId id="{D343E27B-77B8-440E-BD7A-574E39AF8CF0}"/>
                </a:ext>
              </a:extLst>
            </p:cNvPr>
            <p:cNvSpPr>
              <a:spLocks noGrp="1"/>
            </p:cNvSpPr>
            <p:nvPr/>
          </p:nvSpPr>
          <p:spPr>
            <a:xfrm>
              <a:off x="16776383" y="5003346"/>
              <a:ext cx="508159" cy="1768929"/>
            </a:xfrm>
            <a:custGeom>
              <a:pathLst>
                <a:path w="508159" h="1768929">
                  <a:moveTo>
                    <a:pt x="30810" y="18720"/>
                  </a:moveTo>
                  <a:cubicBezTo>
                    <a:pt x="178944" y="194936"/>
                    <a:pt x="327077" y="1559986"/>
                    <a:pt x="475211" y="1747584"/>
                  </a:cubicBezTo>
                </a:path>
              </a:pathLst>
            </a:custGeom>
            <a:noFill/>
            <a:ln w="33338">
              <a:solidFill>
                <a:srgbClr val="DDA5C4"/>
              </a:solidFill>
              <a:prstDash val="dash"/>
            </a:ln>
          </p:spPr>
        </p:sp>
        <p:sp>
          <p:nvSpPr>
            <p:cNvPr id="1308" name="four:barrier-filling:initial-filling-curve:1308">
              <a:extLst>
                <a:ext uri="{FF2B5EF4-FFF2-40B4-BE49-F238E27FC236}">
                  <ns2:creationId id="{E4E30E9F-1CD4-499B-BC90-A931FC0CA04F}"/>
                </a:ext>
              </a:extLst>
            </p:cNvPr>
            <p:cNvSpPr>
              <a:spLocks noGrp="1"/>
            </p:cNvSpPr>
            <p:nvPr/>
          </p:nvSpPr>
          <p:spPr>
            <a:xfrm>
              <a:off x="17284541" y="6227989"/>
              <a:ext cx="508159" cy="544286"/>
            </a:xfrm>
            <a:custGeom>
              <a:pathLst>
                <a:path w="508159" h="544286">
                  <a:moveTo>
                    <a:pt x="43174" y="533167"/>
                  </a:moveTo>
                  <a:cubicBezTo>
                    <a:pt x="184848" y="462384"/>
                    <a:pt x="326523" y="75538"/>
                    <a:pt x="468197" y="9569"/>
                  </a:cubicBezTo>
                </a:path>
              </a:pathLst>
            </a:custGeom>
            <a:noFill/>
            <a:ln w="33338">
              <a:solidFill>
                <a:srgbClr val="DDA5C4"/>
              </a:solidFill>
              <a:prstDash val="dash"/>
            </a:ln>
          </p:spPr>
        </p:sp>
        <p:sp>
          <p:nvSpPr>
            <p:cNvPr id="1309" name="four:barrier-filling:initial-filling-curve:1309">
              <a:extLst>
                <a:ext uri="{FF2B5EF4-FFF2-40B4-BE49-F238E27FC236}">
                  <ns2:creationId id="{D32240FB-08AE-4C2B-96E7-AA876715C002}"/>
                </a:ext>
              </a:extLst>
            </p:cNvPr>
            <p:cNvSpPr>
              <a:spLocks noGrp="1"/>
            </p:cNvSpPr>
            <p:nvPr/>
          </p:nvSpPr>
          <p:spPr>
            <a:xfrm>
              <a:off x="17792700" y="6227989"/>
              <a:ext cx="508159" cy="244929"/>
            </a:xfrm>
            <a:custGeom>
              <a:pathLst>
                <a:path w="508159" h="244929">
                  <a:moveTo>
                    <a:pt x="44276" y="5254"/>
                  </a:moveTo>
                  <a:cubicBezTo>
                    <a:pt x="182864" y="37132"/>
                    <a:pt x="321451" y="204397"/>
                    <a:pt x="460039" y="238756"/>
                  </a:cubicBezTo>
                </a:path>
              </a:pathLst>
            </a:custGeom>
            <a:noFill/>
            <a:ln w="33338">
              <a:solidFill>
                <a:srgbClr val="DDA5C4"/>
              </a:solidFill>
              <a:prstDash val="dash"/>
            </a:ln>
          </p:spPr>
        </p:sp>
        <p:sp>
          <p:nvSpPr>
            <p:cNvPr id="1310" name="four:barrier-filling:initial-filling-curve:1310">
              <a:extLst>
                <a:ext uri="{FF2B5EF4-FFF2-40B4-BE49-F238E27FC236}">
                  <ns2:creationId id="{6DE5D821-766A-4552-89F8-F6BF3B3C7100}"/>
                </a:ext>
              </a:extLst>
            </p:cNvPr>
            <p:cNvSpPr>
              <a:spLocks noGrp="1"/>
            </p:cNvSpPr>
            <p:nvPr/>
          </p:nvSpPr>
          <p:spPr>
            <a:xfrm>
              <a:off x="18300859" y="5003346"/>
              <a:ext cx="508159" cy="1469571"/>
            </a:xfrm>
            <a:custGeom>
              <a:pathLst>
                <a:path w="508159" h="1469571">
                  <a:moveTo>
                    <a:pt x="34686" y="1449965"/>
                  </a:moveTo>
                  <a:cubicBezTo>
                    <a:pt x="181715" y="1287710"/>
                    <a:pt x="328745" y="169372"/>
                    <a:pt x="475774" y="17145"/>
                  </a:cubicBezTo>
                </a:path>
              </a:pathLst>
            </a:custGeom>
            <a:noFill/>
            <a:ln w="33338">
              <a:solidFill>
                <a:srgbClr val="DDA5C4"/>
              </a:solidFill>
              <a:prstDash val="dash"/>
            </a:ln>
          </p:spPr>
        </p:sp>
        <p:sp>
          <p:nvSpPr>
            <p:cNvPr id="1311" name="four:barrier-filling:initial-filling-curve:1311">
              <a:extLst>
                <a:ext uri="{FF2B5EF4-FFF2-40B4-BE49-F238E27FC236}">
                  <ns2:creationId id="{E764FD5F-B691-448D-B5EA-CE7B451202B6}"/>
                </a:ext>
              </a:extLst>
            </p:cNvPr>
            <p:cNvSpPr>
              <a:spLocks noGrp="1"/>
            </p:cNvSpPr>
            <p:nvPr/>
          </p:nvSpPr>
          <p:spPr>
            <a:xfrm>
              <a:off x="18809018" y="5003346"/>
              <a:ext cx="508159" cy="843643"/>
            </a:xfrm>
            <a:custGeom>
              <a:pathLst>
                <a:path w="508159" h="843643">
                  <a:moveTo>
                    <a:pt x="36858" y="12672"/>
                  </a:moveTo>
                  <a:cubicBezTo>
                    <a:pt x="180735" y="109085"/>
                    <a:pt x="324612" y="725871"/>
                    <a:pt x="468488" y="829021"/>
                  </a:cubicBezTo>
                </a:path>
              </a:pathLst>
            </a:custGeom>
            <a:noFill/>
            <a:ln w="33338">
              <a:solidFill>
                <a:srgbClr val="DDA5C4"/>
              </a:solidFill>
              <a:prstDash val="dash"/>
            </a:ln>
          </p:spPr>
        </p:sp>
        <p:sp>
          <p:nvSpPr>
            <p:cNvPr id="1312" name="four:barrier-filling:initial-filling-curve:1312">
              <a:extLst>
                <a:ext uri="{FF2B5EF4-FFF2-40B4-BE49-F238E27FC236}">
                  <ns2:creationId id="{6B7DF382-FC74-4928-85D8-C764FC709572}"/>
                </a:ext>
              </a:extLst>
            </p:cNvPr>
            <p:cNvSpPr>
              <a:spLocks noGrp="1"/>
            </p:cNvSpPr>
            <p:nvPr/>
          </p:nvSpPr>
          <p:spPr>
            <a:xfrm>
              <a:off x="19317176" y="4867275"/>
              <a:ext cx="323374" cy="979714"/>
            </a:xfrm>
            <a:custGeom>
              <a:pathLst>
                <a:path w="323374" h="979714">
                  <a:moveTo>
                    <a:pt x="30221" y="955643"/>
                  </a:moveTo>
                  <a:cubicBezTo>
                    <a:pt x="117865" y="820665"/>
                    <a:pt x="205509" y="159049"/>
                    <a:pt x="293152" y="24071"/>
                  </a:cubicBezTo>
                </a:path>
              </a:pathLst>
            </a:custGeom>
            <a:noFill/>
            <a:ln w="33338">
              <a:solidFill>
                <a:srgbClr val="DDA5C4"/>
              </a:solidFill>
              <a:prstDash val="dash"/>
            </a:ln>
          </p:spPr>
        </p:sp>
        <p:sp>
          <p:nvSpPr>
            <p:cNvPr id="1313" name="four:barrier-filling:profile-halo:1313">
              <a:extLst>
                <a:ext uri="{FF2B5EF4-FFF2-40B4-BE49-F238E27FC236}">
                  <ns2:creationId id="{A7F70710-9C12-438A-AD81-1A81C6B28E04}"/>
                </a:ext>
              </a:extLst>
            </p:cNvPr>
            <p:cNvSpPr>
              <a:spLocks noGrp="1"/>
            </p:cNvSpPr>
            <p:nvPr/>
          </p:nvSpPr>
          <p:spPr>
            <a:xfrm>
              <a:off x="15944850" y="4867275"/>
              <a:ext cx="323374" cy="1333500"/>
            </a:xfrm>
            <a:custGeom>
              <a:pathLst>
                <a:path w="323374" h="1333500">
                  <a:moveTo>
                    <a:pt x="27329" y="26963"/>
                  </a:moveTo>
                  <a:cubicBezTo>
                    <a:pt x="116901" y="198432"/>
                    <a:pt x="206473" y="1135068"/>
                    <a:pt x="296045" y="1306537"/>
                  </a:cubicBezTo>
                </a:path>
              </a:pathLst>
            </a:custGeom>
            <a:noFill/>
            <a:ln w="42863">
              <a:solidFill>
                <a:srgbClr val="FFFFFF"/>
              </a:solidFill>
              <a:prstDash val="solid"/>
            </a:ln>
          </p:spPr>
        </p:sp>
        <p:sp>
          <p:nvSpPr>
            <p:cNvPr id="1314" name="four:barrier-filling:optimized-filling-curve:1314">
              <a:extLst>
                <a:ext uri="{FF2B5EF4-FFF2-40B4-BE49-F238E27FC236}">
                  <ns2:creationId id="{78FB2897-6269-45AE-BDD7-382CEFD333C5}"/>
                </a:ext>
              </a:extLst>
            </p:cNvPr>
            <p:cNvSpPr>
              <a:spLocks noGrp="1"/>
            </p:cNvSpPr>
            <p:nvPr/>
          </p:nvSpPr>
          <p:spPr>
            <a:xfrm>
              <a:off x="15944850" y="4867275"/>
              <a:ext cx="323374" cy="1333500"/>
            </a:xfrm>
            <a:custGeom>
              <a:pathLst>
                <a:path w="323374" h="1333500">
                  <a:moveTo>
                    <a:pt x="27329" y="26963"/>
                  </a:moveTo>
                  <a:cubicBezTo>
                    <a:pt x="116901" y="198432"/>
                    <a:pt x="206473" y="1135068"/>
                    <a:pt x="296045" y="1306537"/>
                  </a:cubicBezTo>
                </a:path>
              </a:pathLst>
            </a:custGeom>
            <a:noFill/>
            <a:ln w="26670">
              <a:solidFill>
                <a:srgbClr val="263238"/>
              </a:solidFill>
              <a:prstDash val="solid"/>
            </a:ln>
          </p:spPr>
        </p:sp>
        <p:sp>
          <p:nvSpPr>
            <p:cNvPr id="1315" name="four:barrier-filling:profile-halo:1315">
              <a:extLst>
                <a:ext uri="{FF2B5EF4-FFF2-40B4-BE49-F238E27FC236}">
                  <ns2:creationId id="{6810CE41-0343-4119-816C-22CE391BE745}"/>
                </a:ext>
              </a:extLst>
            </p:cNvPr>
            <p:cNvSpPr>
              <a:spLocks noGrp="1"/>
            </p:cNvSpPr>
            <p:nvPr/>
          </p:nvSpPr>
          <p:spPr>
            <a:xfrm>
              <a:off x="16268224" y="5139418"/>
              <a:ext cx="508159" cy="1061357"/>
            </a:xfrm>
            <a:custGeom>
              <a:pathLst>
                <a:path w="508159" h="1061357">
                  <a:moveTo>
                    <a:pt x="37664" y="1044729"/>
                  </a:moveTo>
                  <a:cubicBezTo>
                    <a:pt x="181941" y="920651"/>
                    <a:pt x="326218" y="140707"/>
                    <a:pt x="470494" y="16628"/>
                  </a:cubicBezTo>
                </a:path>
              </a:pathLst>
            </a:custGeom>
            <a:noFill/>
            <a:ln w="42863">
              <a:solidFill>
                <a:srgbClr val="FFFFFF"/>
              </a:solidFill>
              <a:prstDash val="solid"/>
            </a:ln>
          </p:spPr>
        </p:sp>
        <p:sp>
          <p:nvSpPr>
            <p:cNvPr id="1316" name="four:barrier-filling:optimized-filling-curve:1316">
              <a:extLst>
                <a:ext uri="{FF2B5EF4-FFF2-40B4-BE49-F238E27FC236}">
                  <ns2:creationId id="{DE3C722B-BEC4-4907-8562-6428ED6F9621}"/>
                </a:ext>
              </a:extLst>
            </p:cNvPr>
            <p:cNvSpPr>
              <a:spLocks noGrp="1"/>
            </p:cNvSpPr>
            <p:nvPr/>
          </p:nvSpPr>
          <p:spPr>
            <a:xfrm>
              <a:off x="16268224" y="5139418"/>
              <a:ext cx="508159" cy="1061357"/>
            </a:xfrm>
            <a:custGeom>
              <a:pathLst>
                <a:path w="508159" h="1061357">
                  <a:moveTo>
                    <a:pt x="37664" y="1044729"/>
                  </a:moveTo>
                  <a:cubicBezTo>
                    <a:pt x="181941" y="920651"/>
                    <a:pt x="326218" y="140707"/>
                    <a:pt x="470494" y="16628"/>
                  </a:cubicBezTo>
                </a:path>
              </a:pathLst>
            </a:custGeom>
            <a:noFill/>
            <a:ln w="26670">
              <a:solidFill>
                <a:srgbClr val="263238"/>
              </a:solidFill>
              <a:prstDash val="solid"/>
            </a:ln>
          </p:spPr>
        </p:sp>
        <p:sp>
          <p:nvSpPr>
            <p:cNvPr id="1317" name="four:barrier-filling:profile-halo:1317">
              <a:extLst>
                <a:ext uri="{FF2B5EF4-FFF2-40B4-BE49-F238E27FC236}">
                  <ns2:creationId id="{38AF504D-DD78-4DD8-9573-9883DAEC33CF}"/>
                </a:ext>
              </a:extLst>
            </p:cNvPr>
            <p:cNvSpPr>
              <a:spLocks noGrp="1"/>
            </p:cNvSpPr>
            <p:nvPr/>
          </p:nvSpPr>
          <p:spPr>
            <a:xfrm>
              <a:off x="16776383" y="5139418"/>
              <a:ext cx="508159" cy="1632857"/>
            </a:xfrm>
            <a:custGeom>
              <a:pathLst>
                <a:path w="508159" h="1632857">
                  <a:moveTo>
                    <a:pt x="33700" y="20592"/>
                  </a:moveTo>
                  <a:cubicBezTo>
                    <a:pt x="180620" y="195985"/>
                    <a:pt x="327539" y="1436872"/>
                    <a:pt x="474458" y="1612265"/>
                  </a:cubicBezTo>
                </a:path>
              </a:pathLst>
            </a:custGeom>
            <a:noFill/>
            <a:ln w="42863">
              <a:solidFill>
                <a:srgbClr val="FFFFFF"/>
              </a:solidFill>
              <a:prstDash val="solid"/>
            </a:ln>
          </p:spPr>
        </p:sp>
        <p:sp>
          <p:nvSpPr>
            <p:cNvPr id="1318" name="four:barrier-filling:optimized-filling-curve:1318">
              <a:extLst>
                <a:ext uri="{FF2B5EF4-FFF2-40B4-BE49-F238E27FC236}">
                  <ns2:creationId id="{CAF186E7-90D1-449A-B5E0-5A1A7C877CAA}"/>
                </a:ext>
              </a:extLst>
            </p:cNvPr>
            <p:cNvSpPr>
              <a:spLocks noGrp="1"/>
            </p:cNvSpPr>
            <p:nvPr/>
          </p:nvSpPr>
          <p:spPr>
            <a:xfrm>
              <a:off x="16776383" y="5139418"/>
              <a:ext cx="508159" cy="1632857"/>
            </a:xfrm>
            <a:custGeom>
              <a:pathLst>
                <a:path w="508159" h="1632857">
                  <a:moveTo>
                    <a:pt x="33700" y="20592"/>
                  </a:moveTo>
                  <a:cubicBezTo>
                    <a:pt x="180620" y="195985"/>
                    <a:pt x="327539" y="1436872"/>
                    <a:pt x="474458" y="1612265"/>
                  </a:cubicBezTo>
                </a:path>
              </a:pathLst>
            </a:custGeom>
            <a:noFill/>
            <a:ln w="26670">
              <a:solidFill>
                <a:srgbClr val="263238"/>
              </a:solidFill>
              <a:prstDash val="solid"/>
            </a:ln>
          </p:spPr>
        </p:sp>
        <p:sp>
          <p:nvSpPr>
            <p:cNvPr id="1319" name="four:barrier-filling:profile-halo:1319">
              <a:extLst>
                <a:ext uri="{FF2B5EF4-FFF2-40B4-BE49-F238E27FC236}">
                  <ns2:creationId id="{DF6222DE-E438-48CE-B645-B6F95FBB9C69}"/>
                </a:ext>
              </a:extLst>
            </p:cNvPr>
            <p:cNvSpPr>
              <a:spLocks noGrp="1"/>
            </p:cNvSpPr>
            <p:nvPr/>
          </p:nvSpPr>
          <p:spPr>
            <a:xfrm>
              <a:off x="17284541" y="6091918"/>
              <a:ext cx="508159" cy="680357"/>
            </a:xfrm>
            <a:custGeom>
              <a:pathLst>
                <a:path w="508159" h="680357">
                  <a:moveTo>
                    <a:pt x="41450" y="667515"/>
                  </a:moveTo>
                  <a:cubicBezTo>
                    <a:pt x="183203" y="582206"/>
                    <a:pt x="324956" y="98151"/>
                    <a:pt x="466708" y="12842"/>
                  </a:cubicBezTo>
                </a:path>
              </a:pathLst>
            </a:custGeom>
            <a:noFill/>
            <a:ln w="42863">
              <a:solidFill>
                <a:srgbClr val="FFFFFF"/>
              </a:solidFill>
              <a:prstDash val="solid"/>
            </a:ln>
          </p:spPr>
        </p:sp>
        <p:sp>
          <p:nvSpPr>
            <p:cNvPr id="1320" name="four:barrier-filling:optimized-filling-curve:1320">
              <a:extLst>
                <a:ext uri="{FF2B5EF4-FFF2-40B4-BE49-F238E27FC236}">
                  <ns2:creationId id="{634C2A54-E8F6-402C-B866-BFDC22F128A9}"/>
                </a:ext>
              </a:extLst>
            </p:cNvPr>
            <p:cNvSpPr>
              <a:spLocks noGrp="1"/>
            </p:cNvSpPr>
            <p:nvPr/>
          </p:nvSpPr>
          <p:spPr>
            <a:xfrm>
              <a:off x="17284541" y="6091918"/>
              <a:ext cx="508159" cy="680357"/>
            </a:xfrm>
            <a:custGeom>
              <a:pathLst>
                <a:path w="508159" h="680357">
                  <a:moveTo>
                    <a:pt x="41450" y="667515"/>
                  </a:moveTo>
                  <a:cubicBezTo>
                    <a:pt x="183203" y="582206"/>
                    <a:pt x="324956" y="98151"/>
                    <a:pt x="466708" y="12842"/>
                  </a:cubicBezTo>
                </a:path>
              </a:pathLst>
            </a:custGeom>
            <a:noFill/>
            <a:ln w="26670">
              <a:solidFill>
                <a:srgbClr val="263238"/>
              </a:solidFill>
              <a:prstDash val="solid"/>
            </a:ln>
          </p:spPr>
        </p:sp>
        <p:sp>
          <p:nvSpPr>
            <p:cNvPr id="1321" name="four:barrier-filling:profile-halo:1321">
              <a:extLst>
                <a:ext uri="{FF2B5EF4-FFF2-40B4-BE49-F238E27FC236}">
                  <ns2:creationId id="{E0BF4A63-E1A0-48F6-A3EB-578E0EB31E98}"/>
                </a:ext>
              </a:extLst>
            </p:cNvPr>
            <p:cNvSpPr>
              <a:spLocks noGrp="1"/>
            </p:cNvSpPr>
            <p:nvPr/>
          </p:nvSpPr>
          <p:spPr>
            <a:xfrm>
              <a:off x="17792700" y="6091918"/>
              <a:ext cx="508159" cy="381000"/>
            </a:xfrm>
            <a:custGeom>
              <a:pathLst>
                <a:path w="508159" h="381000">
                  <a:moveTo>
                    <a:pt x="45629" y="8664"/>
                  </a:moveTo>
                  <a:cubicBezTo>
                    <a:pt x="184596" y="59758"/>
                    <a:pt x="323563" y="321242"/>
                    <a:pt x="462530" y="372336"/>
                  </a:cubicBezTo>
                </a:path>
              </a:pathLst>
            </a:custGeom>
            <a:noFill/>
            <a:ln w="42863">
              <a:solidFill>
                <a:srgbClr val="FFFFFF"/>
              </a:solidFill>
              <a:prstDash val="solid"/>
            </a:ln>
          </p:spPr>
        </p:sp>
        <p:sp>
          <p:nvSpPr>
            <p:cNvPr id="1322" name="four:barrier-filling:optimized-filling-curve:1322">
              <a:extLst>
                <a:ext uri="{FF2B5EF4-FFF2-40B4-BE49-F238E27FC236}">
                  <ns2:creationId id="{F9B427BF-D5AA-4E19-A1BA-3D7EA79A6D82}"/>
                </a:ext>
              </a:extLst>
            </p:cNvPr>
            <p:cNvSpPr>
              <a:spLocks noGrp="1"/>
            </p:cNvSpPr>
            <p:nvPr/>
          </p:nvSpPr>
          <p:spPr>
            <a:xfrm>
              <a:off x="17792700" y="6091918"/>
              <a:ext cx="508159" cy="381000"/>
            </a:xfrm>
            <a:custGeom>
              <a:pathLst>
                <a:path w="508159" h="381000">
                  <a:moveTo>
                    <a:pt x="45629" y="8664"/>
                  </a:moveTo>
                  <a:cubicBezTo>
                    <a:pt x="184596" y="59758"/>
                    <a:pt x="323563" y="321242"/>
                    <a:pt x="462530" y="372336"/>
                  </a:cubicBezTo>
                </a:path>
              </a:pathLst>
            </a:custGeom>
            <a:noFill/>
            <a:ln w="26670">
              <a:solidFill>
                <a:srgbClr val="263238"/>
              </a:solidFill>
              <a:prstDash val="solid"/>
            </a:ln>
          </p:spPr>
        </p:sp>
        <p:sp>
          <p:nvSpPr>
            <p:cNvPr id="1323" name="four:barrier-filling:profile-halo:1323">
              <a:extLst>
                <a:ext uri="{FF2B5EF4-FFF2-40B4-BE49-F238E27FC236}">
                  <ns2:creationId id="{6C6D4B66-0A73-482E-884C-08949528F905}"/>
                </a:ext>
              </a:extLst>
            </p:cNvPr>
            <p:cNvSpPr>
              <a:spLocks noGrp="1"/>
            </p:cNvSpPr>
            <p:nvPr/>
          </p:nvSpPr>
          <p:spPr>
            <a:xfrm>
              <a:off x="18300859" y="5139418"/>
              <a:ext cx="508159" cy="1333500"/>
            </a:xfrm>
            <a:custGeom>
              <a:pathLst>
                <a:path w="508159" h="1333500">
                  <a:moveTo>
                    <a:pt x="35588" y="1314795"/>
                  </a:moveTo>
                  <a:cubicBezTo>
                    <a:pt x="181249" y="1165427"/>
                    <a:pt x="326910" y="168073"/>
                    <a:pt x="472571" y="18705"/>
                  </a:cubicBezTo>
                </a:path>
              </a:pathLst>
            </a:custGeom>
            <a:noFill/>
            <a:ln w="42863">
              <a:solidFill>
                <a:srgbClr val="FFFFFF"/>
              </a:solidFill>
              <a:prstDash val="solid"/>
            </a:ln>
          </p:spPr>
        </p:sp>
        <p:sp>
          <p:nvSpPr>
            <p:cNvPr id="1324" name="four:barrier-filling:optimized-filling-curve:1324">
              <a:extLst>
                <a:ext uri="{FF2B5EF4-FFF2-40B4-BE49-F238E27FC236}">
                  <ns2:creationId id="{DB641212-3FD6-4542-A490-3D871958C3B9}"/>
                </a:ext>
              </a:extLst>
            </p:cNvPr>
            <p:cNvSpPr>
              <a:spLocks noGrp="1"/>
            </p:cNvSpPr>
            <p:nvPr/>
          </p:nvSpPr>
          <p:spPr>
            <a:xfrm>
              <a:off x="18300859" y="5139418"/>
              <a:ext cx="508159" cy="1333500"/>
            </a:xfrm>
            <a:custGeom>
              <a:pathLst>
                <a:path w="508159" h="1333500">
                  <a:moveTo>
                    <a:pt x="35588" y="1314795"/>
                  </a:moveTo>
                  <a:cubicBezTo>
                    <a:pt x="181249" y="1165427"/>
                    <a:pt x="326910" y="168073"/>
                    <a:pt x="472571" y="18705"/>
                  </a:cubicBezTo>
                </a:path>
              </a:pathLst>
            </a:custGeom>
            <a:noFill/>
            <a:ln w="26670">
              <a:solidFill>
                <a:srgbClr val="263238"/>
              </a:solidFill>
              <a:prstDash val="solid"/>
            </a:ln>
          </p:spPr>
        </p:sp>
        <p:sp>
          <p:nvSpPr>
            <p:cNvPr id="1325" name="four:barrier-filling:profile-halo:1325">
              <a:extLst>
                <a:ext uri="{FF2B5EF4-FFF2-40B4-BE49-F238E27FC236}">
                  <ns2:creationId id="{3611799A-76AD-4CBB-83EC-94137BB8857B}"/>
                </a:ext>
              </a:extLst>
            </p:cNvPr>
            <p:cNvSpPr>
              <a:spLocks noGrp="1"/>
            </p:cNvSpPr>
            <p:nvPr/>
          </p:nvSpPr>
          <p:spPr>
            <a:xfrm>
              <a:off x="18809018" y="5139418"/>
              <a:ext cx="508159" cy="707571"/>
            </a:xfrm>
            <a:custGeom>
              <a:pathLst>
                <a:path w="508159" h="707571">
                  <a:moveTo>
                    <a:pt x="41134" y="13158"/>
                  </a:moveTo>
                  <a:cubicBezTo>
                    <a:pt x="183098" y="101394"/>
                    <a:pt x="325061" y="606178"/>
                    <a:pt x="467025" y="694413"/>
                  </a:cubicBezTo>
                </a:path>
              </a:pathLst>
            </a:custGeom>
            <a:noFill/>
            <a:ln w="42863">
              <a:solidFill>
                <a:srgbClr val="FFFFFF"/>
              </a:solidFill>
              <a:prstDash val="solid"/>
            </a:ln>
          </p:spPr>
        </p:sp>
        <p:sp>
          <p:nvSpPr>
            <p:cNvPr id="1326" name="four:barrier-filling:optimized-filling-curve:1326">
              <a:extLst>
                <a:ext uri="{FF2B5EF4-FFF2-40B4-BE49-F238E27FC236}">
                  <ns2:creationId id="{3B07B079-622D-43F1-BC0A-97D2ECC491B3}"/>
                </a:ext>
              </a:extLst>
            </p:cNvPr>
            <p:cNvSpPr>
              <a:spLocks noGrp="1"/>
            </p:cNvSpPr>
            <p:nvPr/>
          </p:nvSpPr>
          <p:spPr>
            <a:xfrm>
              <a:off x="18809018" y="5139418"/>
              <a:ext cx="508159" cy="707571"/>
            </a:xfrm>
            <a:custGeom>
              <a:pathLst>
                <a:path w="508159" h="707571">
                  <a:moveTo>
                    <a:pt x="41134" y="13158"/>
                  </a:moveTo>
                  <a:cubicBezTo>
                    <a:pt x="183098" y="101394"/>
                    <a:pt x="325061" y="606178"/>
                    <a:pt x="467025" y="694413"/>
                  </a:cubicBezTo>
                </a:path>
              </a:pathLst>
            </a:custGeom>
            <a:noFill/>
            <a:ln w="26670">
              <a:solidFill>
                <a:srgbClr val="263238"/>
              </a:solidFill>
              <a:prstDash val="solid"/>
            </a:ln>
          </p:spPr>
        </p:sp>
        <p:sp>
          <p:nvSpPr>
            <p:cNvPr id="1327" name="four:barrier-filling:profile-halo:1327">
              <a:extLst>
                <a:ext uri="{FF2B5EF4-FFF2-40B4-BE49-F238E27FC236}">
                  <ns2:creationId id="{B57FB723-F7FC-48D5-BD74-013C7CE74166}"/>
                </a:ext>
              </a:extLst>
            </p:cNvPr>
            <p:cNvSpPr>
              <a:spLocks noGrp="1"/>
            </p:cNvSpPr>
            <p:nvPr/>
          </p:nvSpPr>
          <p:spPr>
            <a:xfrm>
              <a:off x="19317176" y="4867275"/>
              <a:ext cx="323374" cy="979714"/>
            </a:xfrm>
            <a:custGeom>
              <a:pathLst>
                <a:path w="323374" h="979714">
                  <a:moveTo>
                    <a:pt x="30221" y="955643"/>
                  </a:moveTo>
                  <a:cubicBezTo>
                    <a:pt x="117865" y="820665"/>
                    <a:pt x="205509" y="159049"/>
                    <a:pt x="293152" y="24071"/>
                  </a:cubicBezTo>
                </a:path>
              </a:pathLst>
            </a:custGeom>
            <a:noFill/>
            <a:ln w="42863">
              <a:solidFill>
                <a:srgbClr val="FFFFFF"/>
              </a:solidFill>
              <a:prstDash val="solid"/>
            </a:ln>
          </p:spPr>
        </p:sp>
        <p:sp>
          <p:nvSpPr>
            <p:cNvPr id="1328" name="four:barrier-filling:optimized-filling-curve:1328">
              <a:extLst>
                <a:ext uri="{FF2B5EF4-FFF2-40B4-BE49-F238E27FC236}">
                  <ns2:creationId id="{8B199E3A-50EA-495C-B857-37664693A1D3}"/>
                </a:ext>
              </a:extLst>
            </p:cNvPr>
            <p:cNvSpPr>
              <a:spLocks noGrp="1"/>
            </p:cNvSpPr>
            <p:nvPr/>
          </p:nvSpPr>
          <p:spPr>
            <a:xfrm>
              <a:off x="19317176" y="4867275"/>
              <a:ext cx="323374" cy="979714"/>
            </a:xfrm>
            <a:custGeom>
              <a:pathLst>
                <a:path w="323374" h="979714">
                  <a:moveTo>
                    <a:pt x="30221" y="955643"/>
                  </a:moveTo>
                  <a:cubicBezTo>
                    <a:pt x="117865" y="820665"/>
                    <a:pt x="205509" y="159049"/>
                    <a:pt x="293152" y="24071"/>
                  </a:cubicBezTo>
                </a:path>
              </a:pathLst>
            </a:custGeom>
            <a:noFill/>
            <a:ln w="26670">
              <a:solidFill>
                <a:srgbClr val="263238"/>
              </a:solidFill>
              <a:prstDash val="solid"/>
            </a:ln>
          </p:spPr>
        </p:sp>
        <p:sp>
          <p:nvSpPr>
            <p:cNvPr id="1329" name="four:barrier-filling:line:1329">
              <a:extLst>
                <a:ext uri="{FF2B5EF4-FFF2-40B4-BE49-F238E27FC236}">
                  <ns2:creationId id="{1E1F7ACC-BDE6-4CC8-B330-62690A136B77}"/>
                </a:ext>
              </a:extLst>
            </p:cNvPr>
            <p:cNvSpPr>
              <a:spLocks noGrp="1"/>
            </p:cNvSpPr>
            <p:nvPr/>
          </p:nvSpPr>
          <p:spPr>
            <a:xfrm>
              <a:off x="16268224" y="5275489"/>
              <a:ext cx="3048952" cy="953"/>
            </a:xfrm>
            <a:custGeom>
              <a:pathLst>
                <a:path w="3048952" h="953">
                  <a:moveTo>
                    <a:pt x="0" y="0"/>
                  </a:moveTo>
                  <a:lnTo>
                    <a:pt x="3048952" y="0"/>
                  </a:lnTo>
                </a:path>
              </a:pathLst>
            </a:custGeom>
            <a:noFill/>
            <a:ln w="11430">
              <a:solidFill>
                <a:srgbClr val="8F9DA9"/>
              </a:solidFill>
              <a:prstDash val="dash"/>
            </a:ln>
          </p:spPr>
        </p:sp>
        <p:sp>
          <p:nvSpPr>
            <p:cNvPr id="1330" name="four:barrier-filling:textbox:1330">
              <a:extLst>
                <a:ext uri="{FF2B5EF4-FFF2-40B4-BE49-F238E27FC236}">
                  <ns2:creationId id="{667B37E0-C97D-4DAF-AED7-A7836A4E6123}"/>
                </a:ext>
              </a:extLst>
            </p:cNvPr>
            <p:cNvSpPr>
              <a:spLocks noGrp="1"/>
            </p:cNvSpPr>
            <p:nvPr/>
          </p:nvSpPr>
          <p:spPr>
            <a:xfrm>
              <a:off x="16230124" y="5104039"/>
              <a:ext cx="190500" cy="342900"/>
            </a:xfrm>
            <a:prstGeom prst="rect">
              <a:avLst/>
            </a:prstGeom>
            <a:solidFill>
              <a:srgbClr val="FFFFFF"/>
            </a:solidFill>
            <a:ln w="0">
              <a:noFill/>
              <a:prstDash val="solid"/>
            </a:ln>
          </p:spPr>
          <p:txBody>
            <a:bodyPr wrap="none" lIns="0" tIns="0" rIns="0" bIns="0" anchor="ctr">
              <a:normAutofit fontScale="100000"/>
            </a:bodyPr>
            <a:lstStyle>
              <a:defPPr algn="ctr">
                <a:defRPr sz="1725" b="0">
                  <a:solidFill>
                    <a:srgbClr val="7B8790"/>
                  </a:solidFill>
                  <a:latin typeface="Arial"/>
                  <a:ea typeface="Arial"/>
                  <a:cs typeface="Arial"/>
                </a:defRPr>
              </a:defPPr>
            </a:lstStyle>
            <a:p>
              <a:pPr algn="ctr">
                <a:defRPr sz="1725" b="0">
                  <a:solidFill>
                    <a:srgbClr val="7B8790"/>
                  </a:solidFill>
                  <a:latin typeface="Arial"/>
                  <a:ea typeface="Arial"/>
                  <a:cs typeface="Arial"/>
                </a:defRPr>
              </a:pPr>
              <a:r>
                <a:rPr sz="1725" b="0">
                  <a:solidFill>
                    <a:srgbClr val="7B8790"/>
                  </a:solidFill>
                  <a:latin typeface="Arial"/>
                  <a:ea typeface="Arial"/>
                  <a:cs typeface="Arial"/>
                </a:rPr>
                <a:t>T</a:t>
              </a:r>
            </a:p>
          </p:txBody>
        </p:sp>
        <p:sp>
          <p:nvSpPr>
            <p:cNvPr id="1331" name="four:barrier-filling:source-pair-A:1331">
              <a:extLst>
                <a:ext uri="{FF2B5EF4-FFF2-40B4-BE49-F238E27FC236}">
                  <ns2:creationId id="{AA35FA99-846E-420F-8361-8B47721FB2D4}"/>
                </a:ext>
              </a:extLst>
            </p:cNvPr>
            <p:cNvSpPr>
              <a:spLocks noGrp="1"/>
            </p:cNvSpPr>
            <p:nvPr/>
          </p:nvSpPr>
          <p:spPr>
            <a:xfrm>
              <a:off x="16439674" y="5237389"/>
              <a:ext cx="76200" cy="76200"/>
            </a:xfrm>
            <a:prstGeom prst="rect">
              <a:avLst/>
            </a:prstGeom>
            <a:solidFill>
              <a:srgbClr val="0072B2"/>
            </a:solidFill>
            <a:ln w="0">
              <a:noFill/>
              <a:prstDash val="solid"/>
            </a:ln>
          </p:spPr>
        </p:sp>
        <p:sp>
          <p:nvSpPr>
            <p:cNvPr id="1332" name="four:barrier-filling:source-pair-B:1332">
              <a:extLst>
                <a:ext uri="{FF2B5EF4-FFF2-40B4-BE49-F238E27FC236}">
                  <ns2:creationId id="{6AF36CFE-EE9D-4D78-BE99-55E910B49CE6}"/>
                </a:ext>
              </a:extLst>
            </p:cNvPr>
            <p:cNvSpPr>
              <a:spLocks noGrp="1"/>
            </p:cNvSpPr>
            <p:nvPr/>
          </p:nvSpPr>
          <p:spPr>
            <a:xfrm>
              <a:off x="16534924" y="5237389"/>
              <a:ext cx="76200" cy="76200"/>
            </a:xfrm>
            <a:prstGeom prst="rect">
              <a:avLst/>
            </a:prstGeom>
            <a:solidFill>
              <a:srgbClr val="CC79A7"/>
            </a:solidFill>
            <a:ln w="0">
              <a:noFill/>
              <a:prstDash val="solid"/>
            </a:ln>
          </p:spPr>
        </p:sp>
        <p:sp>
          <p:nvSpPr>
            <p:cNvPr id="1333" name="four:barrier-filling:line:1333">
              <a:extLst>
                <a:ext uri="{FF2B5EF4-FFF2-40B4-BE49-F238E27FC236}">
                  <ns2:creationId id="{FB5FA431-18DE-48BF-99E8-21965EF87B35}"/>
                </a:ext>
              </a:extLst>
            </p:cNvPr>
            <p:cNvSpPr>
              <a:spLocks noGrp="1"/>
            </p:cNvSpPr>
            <p:nvPr/>
          </p:nvSpPr>
          <p:spPr>
            <a:xfrm>
              <a:off x="16833533" y="5003346"/>
              <a:ext cx="959168" cy="953"/>
            </a:xfrm>
            <a:custGeom>
              <a:pathLst>
                <a:path w="959168" h="953">
                  <a:moveTo>
                    <a:pt x="0" y="0"/>
                  </a:moveTo>
                  <a:lnTo>
                    <a:pt x="959168" y="0"/>
                  </a:lnTo>
                </a:path>
              </a:pathLst>
            </a:custGeom>
            <a:noFill/>
            <a:ln w="9525">
              <a:solidFill>
                <a:srgbClr val="DDA5C4">
                  <a:alpha val="70000"/>
                </a:srgbClr>
              </a:solidFill>
              <a:prstDash val="dash"/>
            </a:ln>
          </p:spPr>
        </p:sp>
        <p:sp>
          <p:nvSpPr>
            <p:cNvPr id="1334" name="four:barrier-filling:line:1334">
              <a:extLst>
                <a:ext uri="{FF2B5EF4-FFF2-40B4-BE49-F238E27FC236}">
                  <ns2:creationId id="{27816B0D-6611-410C-9BF7-2975811084A9}"/>
                </a:ext>
              </a:extLst>
            </p:cNvPr>
            <p:cNvSpPr>
              <a:spLocks noGrp="1"/>
            </p:cNvSpPr>
            <p:nvPr/>
          </p:nvSpPr>
          <p:spPr>
            <a:xfrm>
              <a:off x="16833533" y="5139418"/>
              <a:ext cx="1282541" cy="953"/>
            </a:xfrm>
            <a:custGeom>
              <a:pathLst>
                <a:path w="1282541" h="953">
                  <a:moveTo>
                    <a:pt x="0" y="0"/>
                  </a:moveTo>
                  <a:lnTo>
                    <a:pt x="1282541" y="0"/>
                  </a:lnTo>
                </a:path>
              </a:pathLst>
            </a:custGeom>
            <a:noFill/>
            <a:ln w="9525">
              <a:solidFill>
                <a:srgbClr val="263238">
                  <a:alpha val="65000"/>
                </a:srgbClr>
              </a:solidFill>
              <a:prstDash val="dash"/>
            </a:ln>
          </p:spPr>
        </p:sp>
        <p:sp>
          <p:nvSpPr>
            <p:cNvPr id="1335" name="four:barrier-filling:line:1335">
              <a:extLst>
                <a:ext uri="{FF2B5EF4-FFF2-40B4-BE49-F238E27FC236}">
                  <ns2:creationId id="{F41CE400-A108-4788-86D2-48A9550A61D5}"/>
                </a:ext>
              </a:extLst>
            </p:cNvPr>
            <p:cNvSpPr>
              <a:spLocks noGrp="1"/>
            </p:cNvSpPr>
            <p:nvPr/>
          </p:nvSpPr>
          <p:spPr>
            <a:xfrm>
              <a:off x="17792700" y="5003346"/>
              <a:ext cx="953" cy="272143"/>
            </a:xfrm>
            <a:custGeom>
              <a:pathLst>
                <a:path w="953" h="272143">
                  <a:moveTo>
                    <a:pt x="0" y="0"/>
                  </a:moveTo>
                  <a:lnTo>
                    <a:pt x="0" y="272143"/>
                  </a:lnTo>
                </a:path>
              </a:pathLst>
            </a:custGeom>
            <a:noFill/>
            <a:ln w="20003">
              <a:solidFill>
                <a:srgbClr val="DDA5C4"/>
              </a:solidFill>
              <a:prstDash val="solid"/>
            </a:ln>
          </p:spPr>
        </p:sp>
        <p:sp>
          <p:nvSpPr>
            <p:cNvPr id="1336" name="four:barrier-filling:line:1336">
              <a:extLst>
                <a:ext uri="{FF2B5EF4-FFF2-40B4-BE49-F238E27FC236}">
                  <ns2:creationId id="{7734443B-66FC-419B-A905-9B7A12110636}"/>
                </a:ext>
              </a:extLst>
            </p:cNvPr>
            <p:cNvSpPr>
              <a:spLocks noGrp="1"/>
            </p:cNvSpPr>
            <p:nvPr/>
          </p:nvSpPr>
          <p:spPr>
            <a:xfrm>
              <a:off x="17754600" y="5003346"/>
              <a:ext cx="76200" cy="953"/>
            </a:xfrm>
            <a:custGeom>
              <a:pathLst>
                <a:path w="76200" h="953">
                  <a:moveTo>
                    <a:pt x="0" y="0"/>
                  </a:moveTo>
                  <a:lnTo>
                    <a:pt x="76200" y="0"/>
                  </a:lnTo>
                </a:path>
              </a:pathLst>
            </a:custGeom>
            <a:noFill/>
            <a:ln w="20003">
              <a:solidFill>
                <a:srgbClr val="DDA5C4"/>
              </a:solidFill>
              <a:prstDash val="solid"/>
            </a:ln>
          </p:spPr>
        </p:sp>
        <p:sp>
          <p:nvSpPr>
            <p:cNvPr id="1337" name="four:barrier-filling:line:1337">
              <a:extLst>
                <a:ext uri="{FF2B5EF4-FFF2-40B4-BE49-F238E27FC236}">
                  <ns2:creationId id="{B5F52962-8A48-49BC-938D-88FC6D22BD5C}"/>
                </a:ext>
              </a:extLst>
            </p:cNvPr>
            <p:cNvSpPr>
              <a:spLocks noGrp="1"/>
            </p:cNvSpPr>
            <p:nvPr/>
          </p:nvSpPr>
          <p:spPr>
            <a:xfrm>
              <a:off x="17754600" y="5275489"/>
              <a:ext cx="76200" cy="953"/>
            </a:xfrm>
            <a:custGeom>
              <a:pathLst>
                <a:path w="76200" h="953">
                  <a:moveTo>
                    <a:pt x="0" y="0"/>
                  </a:moveTo>
                  <a:lnTo>
                    <a:pt x="76200" y="0"/>
                  </a:lnTo>
                </a:path>
              </a:pathLst>
            </a:custGeom>
            <a:noFill/>
            <a:ln w="20003">
              <a:solidFill>
                <a:srgbClr val="DDA5C4"/>
              </a:solidFill>
              <a:prstDash val="solid"/>
            </a:ln>
          </p:spPr>
        </p:sp>
        <p:sp>
          <p:nvSpPr>
            <p:cNvPr id="1338" name="four:barrier-filling:line:1338">
              <a:extLst>
                <a:ext uri="{FF2B5EF4-FFF2-40B4-BE49-F238E27FC236}">
                  <ns2:creationId id="{E4207323-ABDF-4CBE-920A-B47F1356FE71}"/>
                </a:ext>
              </a:extLst>
            </p:cNvPr>
            <p:cNvSpPr>
              <a:spLocks noGrp="1"/>
            </p:cNvSpPr>
            <p:nvPr/>
          </p:nvSpPr>
          <p:spPr>
            <a:xfrm>
              <a:off x="18116074" y="5139418"/>
              <a:ext cx="953" cy="136071"/>
            </a:xfrm>
            <a:custGeom>
              <a:pathLst>
                <a:path w="953" h="136071">
                  <a:moveTo>
                    <a:pt x="0" y="0"/>
                  </a:moveTo>
                  <a:lnTo>
                    <a:pt x="0" y="136071"/>
                  </a:lnTo>
                </a:path>
              </a:pathLst>
            </a:custGeom>
            <a:noFill/>
            <a:ln w="20003">
              <a:solidFill>
                <a:srgbClr val="263238"/>
              </a:solidFill>
              <a:prstDash val="solid"/>
            </a:ln>
          </p:spPr>
        </p:sp>
        <p:sp>
          <p:nvSpPr>
            <p:cNvPr id="1339" name="four:barrier-filling:line:1339">
              <a:extLst>
                <a:ext uri="{FF2B5EF4-FFF2-40B4-BE49-F238E27FC236}">
                  <ns2:creationId id="{B61D6B93-AB28-466D-82F3-C03C8D0075D3}"/>
                </a:ext>
              </a:extLst>
            </p:cNvPr>
            <p:cNvSpPr>
              <a:spLocks noGrp="1"/>
            </p:cNvSpPr>
            <p:nvPr/>
          </p:nvSpPr>
          <p:spPr>
            <a:xfrm>
              <a:off x="18077974" y="5139418"/>
              <a:ext cx="76200" cy="953"/>
            </a:xfrm>
            <a:custGeom>
              <a:pathLst>
                <a:path w="76200" h="953">
                  <a:moveTo>
                    <a:pt x="0" y="0"/>
                  </a:moveTo>
                  <a:lnTo>
                    <a:pt x="76200" y="0"/>
                  </a:lnTo>
                </a:path>
              </a:pathLst>
            </a:custGeom>
            <a:noFill/>
            <a:ln w="20003">
              <a:solidFill>
                <a:srgbClr val="263238"/>
              </a:solidFill>
              <a:prstDash val="solid"/>
            </a:ln>
          </p:spPr>
        </p:sp>
        <p:sp>
          <p:nvSpPr>
            <p:cNvPr id="1340" name="four:barrier-filling:line:1340">
              <a:extLst>
                <a:ext uri="{FF2B5EF4-FFF2-40B4-BE49-F238E27FC236}">
                  <ns2:creationId id="{7371BCE7-544F-4460-A2E3-335352B5990A}"/>
                </a:ext>
              </a:extLst>
            </p:cNvPr>
            <p:cNvSpPr>
              <a:spLocks noGrp="1"/>
            </p:cNvSpPr>
            <p:nvPr/>
          </p:nvSpPr>
          <p:spPr>
            <a:xfrm>
              <a:off x="18077974" y="5275489"/>
              <a:ext cx="76200" cy="953"/>
            </a:xfrm>
            <a:custGeom>
              <a:pathLst>
                <a:path w="76200" h="953">
                  <a:moveTo>
                    <a:pt x="0" y="0"/>
                  </a:moveTo>
                  <a:lnTo>
                    <a:pt x="76200" y="0"/>
                  </a:lnTo>
                </a:path>
              </a:pathLst>
            </a:custGeom>
            <a:noFill/>
            <a:ln w="20003">
              <a:solidFill>
                <a:srgbClr val="263238"/>
              </a:solidFill>
              <a:prstDash val="solid"/>
            </a:ln>
          </p:spPr>
        </p:sp>
        <p:sp>
          <p:nvSpPr>
            <p:cNvPr id="1341" name="four:barrier-filling:textbox:1341">
              <a:extLst>
                <a:ext uri="{FF2B5EF4-FFF2-40B4-BE49-F238E27FC236}">
                  <ns2:creationId id="{53768369-C203-416B-B748-7462AA3388E3}"/>
                </a:ext>
              </a:extLst>
            </p:cNvPr>
            <p:cNvSpPr>
              <a:spLocks noGrp="1"/>
            </p:cNvSpPr>
            <p:nvPr/>
          </p:nvSpPr>
          <p:spPr>
            <a:xfrm>
              <a:off x="16916400" y="4917621"/>
              <a:ext cx="781050" cy="342900"/>
            </a:xfrm>
            <a:prstGeom prst="rect">
              <a:avLst/>
            </a:prstGeom>
            <a:solidFill>
              <a:srgbClr val="FFFFFF"/>
            </a:solidFill>
            <a:ln w="0">
              <a:noFill/>
              <a:prstDash val="solid"/>
            </a:ln>
          </p:spPr>
          <p:txBody>
            <a:bodyPr wrap="none" lIns="0" tIns="0" rIns="0" bIns="0" anchor="ctr">
              <a:normAutofit fontScale="100000"/>
            </a:bodyPr>
            <a:lstStyle>
              <a:defPPr algn="ctr">
                <a:defRPr sz="1800" b="0">
                  <a:solidFill>
                    <a:srgbClr val="DDA5C4"/>
                  </a:solidFill>
                  <a:latin typeface="Arial"/>
                  <a:ea typeface="Arial"/>
                  <a:cs typeface="Arial"/>
                </a:defRPr>
              </a:defPPr>
            </a:lstStyle>
            <a:p>
              <a:pPr algn="ctr">
                <a:defRPr sz="1800" b="0">
                  <a:solidFill>
                    <a:srgbClr val="DDA5C4"/>
                  </a:solidFill>
                  <a:latin typeface="Arial"/>
                  <a:ea typeface="Arial"/>
                  <a:cs typeface="Arial"/>
                </a:defRPr>
              </a:pPr>
              <a:r>
                <a:rPr sz="1800" b="0">
                  <a:solidFill>
                    <a:srgbClr val="DDA5C4"/>
                  </a:solidFill>
                  <a:latin typeface="Arial"/>
                  <a:ea typeface="Arial"/>
                  <a:cs typeface="Arial"/>
                </a:rPr>
                <a:t>δ</a:t>
              </a:r>
              <a:r>
                <a:rPr sz="1296" b="0" baseline="-25000">
                  <a:solidFill>
                    <a:srgbClr val="DDA5C4"/>
                  </a:solidFill>
                  <a:latin typeface="Arial"/>
                  <a:ea typeface="Arial"/>
                  <a:cs typeface="Arial"/>
                </a:rPr>
                <a:t>LCA</a:t>
              </a:r>
            </a:p>
          </p:txBody>
        </p:sp>
        <p:sp>
          <p:nvSpPr>
            <p:cNvPr id="1342" name="four:barrier-filling:textbox:1342">
              <a:extLst>
                <a:ext uri="{FF2B5EF4-FFF2-40B4-BE49-F238E27FC236}">
                  <ns2:creationId id="{F5E91E61-0078-4A56-9052-2B75381E9804}"/>
                </a:ext>
              </a:extLst>
            </p:cNvPr>
            <p:cNvSpPr>
              <a:spLocks noGrp="1"/>
            </p:cNvSpPr>
            <p:nvPr/>
          </p:nvSpPr>
          <p:spPr>
            <a:xfrm>
              <a:off x="17620774" y="5342164"/>
              <a:ext cx="514350" cy="342900"/>
            </a:xfrm>
            <a:prstGeom prst="rect">
              <a:avLst/>
            </a:prstGeom>
            <a:solidFill>
              <a:srgbClr val="FFFFFF"/>
            </a:solidFill>
            <a:ln w="0">
              <a:noFill/>
              <a:prstDash val="solid"/>
            </a:ln>
          </p:spPr>
          <p:txBody>
            <a:bodyPr wrap="none" lIns="0" tIns="0" rIns="0" bIns="0" anchor="ctr">
              <a:normAutofit fontScale="100000"/>
            </a:bodyPr>
            <a:lstStyle>
              <a:defPPr algn="ctr">
                <a:defRPr sz="1800" b="0">
                  <a:solidFill>
                    <a:srgbClr val="263238"/>
                  </a:solidFill>
                  <a:latin typeface="Arial"/>
                  <a:ea typeface="Arial"/>
                  <a:cs typeface="Arial"/>
                </a:defRPr>
              </a:defPPr>
            </a:lstStyle>
            <a:p>
              <a:pPr algn="ctr">
                <a:defRPr sz="1800" b="0">
                  <a:solidFill>
                    <a:srgbClr val="263238"/>
                  </a:solidFill>
                  <a:latin typeface="Arial"/>
                  <a:ea typeface="Arial"/>
                  <a:cs typeface="Arial"/>
                </a:defRPr>
              </a:pPr>
              <a:r>
                <a:rPr sz="1800" b="0">
                  <a:solidFill>
                    <a:srgbClr val="263238"/>
                  </a:solidFill>
                  <a:latin typeface="Arial"/>
                  <a:ea typeface="Arial"/>
                  <a:cs typeface="Arial"/>
                </a:rPr>
                <a:t>δ</a:t>
              </a:r>
              <a:r>
                <a:rPr sz="1296" b="0" baseline="32000">
                  <a:solidFill>
                    <a:srgbClr val="263238"/>
                  </a:solidFill>
                  <a:latin typeface="Arial"/>
                  <a:ea typeface="Arial"/>
                  <a:cs typeface="Arial"/>
                </a:rPr>
                <a:t>*</a:t>
              </a:r>
            </a:p>
          </p:txBody>
        </p:sp>
        <p:sp>
          <p:nvSpPr>
            <p:cNvPr id="1343" name="four:barrier-filling:line:1343">
              <a:extLst>
                <a:ext uri="{FF2B5EF4-FFF2-40B4-BE49-F238E27FC236}">
                  <ns2:creationId id="{ABD95F83-7572-4CA7-9BB0-15FB4C9EA1C8}"/>
                </a:ext>
              </a:extLst>
            </p:cNvPr>
            <p:cNvSpPr>
              <a:spLocks noGrp="1"/>
            </p:cNvSpPr>
            <p:nvPr/>
          </p:nvSpPr>
          <p:spPr>
            <a:xfrm>
              <a:off x="18116074" y="5304064"/>
              <a:ext cx="953" cy="200025"/>
            </a:xfrm>
            <a:custGeom>
              <a:pathLst>
                <a:path w="953" h="200025">
                  <a:moveTo>
                    <a:pt x="0" y="0"/>
                  </a:moveTo>
                  <a:lnTo>
                    <a:pt x="0" y="200025"/>
                  </a:lnTo>
                </a:path>
              </a:pathLst>
            </a:custGeom>
            <a:noFill/>
            <a:ln w="11430">
              <a:solidFill>
                <a:srgbClr val="263238"/>
              </a:solidFill>
              <a:prstDash val="solid"/>
            </a:ln>
          </p:spPr>
        </p:sp>
        <p:sp>
          <p:nvSpPr>
            <p:cNvPr id="1344" name="four:barrier-filling:line:1344">
              <a:extLst>
                <a:ext uri="{FF2B5EF4-FFF2-40B4-BE49-F238E27FC236}">
                  <ns2:creationId id="{10F20FDA-52EC-4F9A-860D-D58346772CB7}"/>
                </a:ext>
              </a:extLst>
            </p:cNvPr>
            <p:cNvSpPr>
              <a:spLocks noGrp="1"/>
            </p:cNvSpPr>
            <p:nvPr/>
          </p:nvSpPr>
          <p:spPr>
            <a:xfrm>
              <a:off x="18068449" y="5504089"/>
              <a:ext cx="47625" cy="953"/>
            </a:xfrm>
            <a:custGeom>
              <a:pathLst>
                <a:path w="47625" h="953">
                  <a:moveTo>
                    <a:pt x="47625" y="0"/>
                  </a:moveTo>
                  <a:lnTo>
                    <a:pt x="0" y="0"/>
                  </a:lnTo>
                </a:path>
              </a:pathLst>
            </a:custGeom>
            <a:noFill/>
            <a:ln w="11430">
              <a:solidFill>
                <a:srgbClr val="263238"/>
              </a:solidFill>
              <a:prstDash val="solid"/>
            </a:ln>
          </p:spPr>
        </p:sp>
        <p:sp>
          <p:nvSpPr>
            <p:cNvPr id="1345" name="four:barrier-filling:line:1345">
              <a:extLst>
                <a:ext uri="{FF2B5EF4-FFF2-40B4-BE49-F238E27FC236}">
                  <ns2:creationId id="{F75DD136-D99A-414E-9030-0586F61F8E0B}"/>
                </a:ext>
              </a:extLst>
            </p:cNvPr>
            <p:cNvSpPr>
              <a:spLocks noGrp="1"/>
            </p:cNvSpPr>
            <p:nvPr/>
          </p:nvSpPr>
          <p:spPr>
            <a:xfrm>
              <a:off x="16268224" y="6886575"/>
              <a:ext cx="3048952" cy="953"/>
            </a:xfrm>
            <a:custGeom>
              <a:pathLst>
                <a:path w="3048952" h="953">
                  <a:moveTo>
                    <a:pt x="0" y="0"/>
                  </a:moveTo>
                  <a:lnTo>
                    <a:pt x="3048952" y="0"/>
                  </a:lnTo>
                </a:path>
              </a:pathLst>
            </a:custGeom>
            <a:noFill/>
            <a:ln w="10478">
              <a:solidFill>
                <a:srgbClr val="7A8994"/>
              </a:solidFill>
              <a:prstDash val="solid"/>
            </a:ln>
          </p:spPr>
        </p:sp>
        <p:sp>
          <p:nvSpPr>
            <p:cNvPr id="1346" name="four:barrier-filling:line:1346">
              <a:extLst>
                <a:ext uri="{FF2B5EF4-FFF2-40B4-BE49-F238E27FC236}">
                  <ns2:creationId id="{AC216FD4-60F4-469A-9F94-6CDCC9CB0BFD}"/>
                </a:ext>
              </a:extLst>
            </p:cNvPr>
            <p:cNvSpPr>
              <a:spLocks noGrp="1"/>
            </p:cNvSpPr>
            <p:nvPr/>
          </p:nvSpPr>
          <p:spPr>
            <a:xfrm>
              <a:off x="16268224" y="6838950"/>
              <a:ext cx="953" cy="95250"/>
            </a:xfrm>
            <a:custGeom>
              <a:pathLst>
                <a:path w="953" h="95250">
                  <a:moveTo>
                    <a:pt x="0" y="0"/>
                  </a:moveTo>
                  <a:lnTo>
                    <a:pt x="0" y="95250"/>
                  </a:lnTo>
                </a:path>
              </a:pathLst>
            </a:custGeom>
            <a:noFill/>
            <a:ln w="19050">
              <a:solidFill>
                <a:srgbClr val="0072B2"/>
              </a:solidFill>
              <a:prstDash val="solid"/>
            </a:ln>
          </p:spPr>
        </p:sp>
        <p:sp>
          <p:nvSpPr>
            <p:cNvPr id="1347" name="four:barrier-filling:line:1347">
              <a:extLst>
                <a:ext uri="{FF2B5EF4-FFF2-40B4-BE49-F238E27FC236}">
                  <ns2:creationId id="{D9637273-60EA-48A7-B438-1A80B9A31CC4}"/>
                </a:ext>
              </a:extLst>
            </p:cNvPr>
            <p:cNvSpPr>
              <a:spLocks noGrp="1"/>
            </p:cNvSpPr>
            <p:nvPr/>
          </p:nvSpPr>
          <p:spPr>
            <a:xfrm>
              <a:off x="19317176" y="6838950"/>
              <a:ext cx="953" cy="95250"/>
            </a:xfrm>
            <a:custGeom>
              <a:pathLst>
                <a:path w="953" h="95250">
                  <a:moveTo>
                    <a:pt x="0" y="0"/>
                  </a:moveTo>
                  <a:lnTo>
                    <a:pt x="0" y="95250"/>
                  </a:lnTo>
                </a:path>
              </a:pathLst>
            </a:custGeom>
            <a:noFill/>
            <a:ln w="19050">
              <a:solidFill>
                <a:srgbClr val="CC79A7"/>
              </a:solidFill>
              <a:prstDash val="solid"/>
            </a:ln>
          </p:spPr>
        </p:sp>
        <p:sp>
          <p:nvSpPr>
            <p:cNvPr id="1348" name="four:barrier-filling:regular-node:1348">
              <a:extLst>
                <a:ext uri="{FF2B5EF4-FFF2-40B4-BE49-F238E27FC236}">
                  <ns2:creationId id="{F359334D-7BE5-47EB-9C92-B73EBEFDAEBF}"/>
                </a:ext>
              </a:extLst>
            </p:cNvPr>
            <p:cNvSpPr>
              <a:spLocks noGrp="1"/>
            </p:cNvSpPr>
            <p:nvPr/>
          </p:nvSpPr>
          <p:spPr>
            <a:xfrm>
              <a:off x="16070342" y="5497830"/>
              <a:ext cx="72390" cy="72390"/>
            </a:xfrm>
            <a:prstGeom prst="ellipse">
              <a:avLst/>
            </a:prstGeom>
            <a:solidFill>
              <a:srgbClr val="0072B2"/>
            </a:solidFill>
            <a:ln w="9525">
              <a:solidFill>
                <a:srgbClr val="263238"/>
              </a:solidFill>
              <a:prstDash val="solid"/>
            </a:ln>
          </p:spPr>
        </p:sp>
        <p:sp>
          <p:nvSpPr>
            <p:cNvPr id="1349" name="four:barrier-filling:regular-node:1349">
              <a:extLst>
                <a:ext uri="{FF2B5EF4-FFF2-40B4-BE49-F238E27FC236}">
                  <ns2:creationId id="{F481202D-89AF-49AF-A0D0-76BE5BCE5427}"/>
                </a:ext>
              </a:extLst>
            </p:cNvPr>
            <p:cNvSpPr>
              <a:spLocks noGrp="1"/>
            </p:cNvSpPr>
            <p:nvPr/>
          </p:nvSpPr>
          <p:spPr>
            <a:xfrm>
              <a:off x="16486108" y="5633901"/>
              <a:ext cx="72390" cy="72390"/>
            </a:xfrm>
            <a:prstGeom prst="ellipse">
              <a:avLst/>
            </a:prstGeom>
            <a:solidFill>
              <a:srgbClr val="0072B2"/>
            </a:solidFill>
            <a:ln w="9525">
              <a:solidFill>
                <a:srgbClr val="263238"/>
              </a:solidFill>
              <a:prstDash val="solid"/>
            </a:ln>
          </p:spPr>
        </p:sp>
        <p:sp>
          <p:nvSpPr>
            <p:cNvPr id="1350" name="four:barrier-filling:regular-node:1350">
              <a:extLst>
                <a:ext uri="{FF2B5EF4-FFF2-40B4-BE49-F238E27FC236}">
                  <ns2:creationId id="{A508E111-FD27-4A3B-9405-27C9008CF873}"/>
                </a:ext>
              </a:extLst>
            </p:cNvPr>
            <p:cNvSpPr>
              <a:spLocks noGrp="1"/>
            </p:cNvSpPr>
            <p:nvPr/>
          </p:nvSpPr>
          <p:spPr>
            <a:xfrm>
              <a:off x="16994267" y="5919651"/>
              <a:ext cx="72390" cy="72390"/>
            </a:xfrm>
            <a:prstGeom prst="ellipse">
              <a:avLst/>
            </a:prstGeom>
            <a:solidFill>
              <a:srgbClr val="81C9BA"/>
            </a:solidFill>
            <a:ln w="9525">
              <a:solidFill>
                <a:srgbClr val="263238"/>
              </a:solidFill>
              <a:prstDash val="solid"/>
            </a:ln>
          </p:spPr>
        </p:sp>
        <p:sp>
          <p:nvSpPr>
            <p:cNvPr id="1351" name="four:barrier-filling:regular-node:1351">
              <a:extLst>
                <a:ext uri="{FF2B5EF4-FFF2-40B4-BE49-F238E27FC236}">
                  <ns2:creationId id="{B88BA42C-17F1-459A-A16E-C6567134CD11}"/>
                </a:ext>
              </a:extLst>
            </p:cNvPr>
            <p:cNvSpPr>
              <a:spLocks noGrp="1"/>
            </p:cNvSpPr>
            <p:nvPr/>
          </p:nvSpPr>
          <p:spPr>
            <a:xfrm>
              <a:off x="17502426" y="6395901"/>
              <a:ext cx="72390" cy="72390"/>
            </a:xfrm>
            <a:prstGeom prst="ellipse">
              <a:avLst/>
            </a:prstGeom>
            <a:solidFill>
              <a:srgbClr val="D55E00"/>
            </a:solidFill>
            <a:ln w="9525">
              <a:solidFill>
                <a:srgbClr val="263238"/>
              </a:solidFill>
              <a:prstDash val="solid"/>
            </a:ln>
          </p:spPr>
        </p:sp>
        <p:sp>
          <p:nvSpPr>
            <p:cNvPr id="1352" name="four:barrier-filling:regular-node:1352">
              <a:extLst>
                <a:ext uri="{FF2B5EF4-FFF2-40B4-BE49-F238E27FC236}">
                  <ns2:creationId id="{6BD45AC1-ACE3-49E7-BD60-AC0BEC85EEC2}"/>
                </a:ext>
              </a:extLst>
            </p:cNvPr>
            <p:cNvSpPr>
              <a:spLocks noGrp="1"/>
            </p:cNvSpPr>
            <p:nvPr/>
          </p:nvSpPr>
          <p:spPr>
            <a:xfrm>
              <a:off x="18010584" y="6246223"/>
              <a:ext cx="72390" cy="72390"/>
            </a:xfrm>
            <a:prstGeom prst="ellipse">
              <a:avLst/>
            </a:prstGeom>
            <a:solidFill>
              <a:srgbClr val="009E73"/>
            </a:solidFill>
            <a:ln w="9525">
              <a:solidFill>
                <a:srgbClr val="263238"/>
              </a:solidFill>
              <a:prstDash val="solid"/>
            </a:ln>
          </p:spPr>
        </p:sp>
        <p:sp>
          <p:nvSpPr>
            <p:cNvPr id="1353" name="four:barrier-filling:regular-node:1353">
              <a:extLst>
                <a:ext uri="{FF2B5EF4-FFF2-40B4-BE49-F238E27FC236}">
                  <ns2:creationId id="{0A338EC9-AF42-40A1-8D18-D973644A5B7C}"/>
                </a:ext>
              </a:extLst>
            </p:cNvPr>
            <p:cNvSpPr>
              <a:spLocks noGrp="1"/>
            </p:cNvSpPr>
            <p:nvPr/>
          </p:nvSpPr>
          <p:spPr>
            <a:xfrm>
              <a:off x="18518743" y="5769973"/>
              <a:ext cx="72390" cy="72390"/>
            </a:xfrm>
            <a:prstGeom prst="ellipse">
              <a:avLst/>
            </a:prstGeom>
            <a:solidFill>
              <a:srgbClr val="81C9BA"/>
            </a:solidFill>
            <a:ln w="9525">
              <a:solidFill>
                <a:srgbClr val="263238"/>
              </a:solidFill>
              <a:prstDash val="solid"/>
            </a:ln>
          </p:spPr>
        </p:sp>
        <p:sp>
          <p:nvSpPr>
            <p:cNvPr id="1354" name="four:barrier-filling:regular-node:1354">
              <a:extLst>
                <a:ext uri="{FF2B5EF4-FFF2-40B4-BE49-F238E27FC236}">
                  <ns2:creationId id="{40359FFB-21CB-420F-AD73-E15CA8D5B202}"/>
                </a:ext>
              </a:extLst>
            </p:cNvPr>
            <p:cNvSpPr>
              <a:spLocks noGrp="1"/>
            </p:cNvSpPr>
            <p:nvPr/>
          </p:nvSpPr>
          <p:spPr>
            <a:xfrm>
              <a:off x="19026902" y="5457009"/>
              <a:ext cx="72390" cy="72390"/>
            </a:xfrm>
            <a:prstGeom prst="ellipse">
              <a:avLst/>
            </a:prstGeom>
            <a:solidFill>
              <a:srgbClr val="CC79A7"/>
            </a:solidFill>
            <a:ln w="9525">
              <a:solidFill>
                <a:srgbClr val="263238"/>
              </a:solidFill>
              <a:prstDash val="solid"/>
            </a:ln>
          </p:spPr>
        </p:sp>
        <p:sp>
          <p:nvSpPr>
            <p:cNvPr id="1355" name="four:barrier-filling:regular-node:1355">
              <a:extLst>
                <a:ext uri="{FF2B5EF4-FFF2-40B4-BE49-F238E27FC236}">
                  <ns2:creationId id="{A89F5E88-BB3E-41AF-9D98-F634EA18AE6C}"/>
                </a:ext>
              </a:extLst>
            </p:cNvPr>
            <p:cNvSpPr>
              <a:spLocks noGrp="1"/>
            </p:cNvSpPr>
            <p:nvPr/>
          </p:nvSpPr>
          <p:spPr>
            <a:xfrm>
              <a:off x="19442668" y="5320937"/>
              <a:ext cx="72390" cy="72390"/>
            </a:xfrm>
            <a:prstGeom prst="ellipse">
              <a:avLst/>
            </a:prstGeom>
            <a:solidFill>
              <a:srgbClr val="CC79A7"/>
            </a:solidFill>
            <a:ln w="9525">
              <a:solidFill>
                <a:srgbClr val="263238"/>
              </a:solidFill>
              <a:prstDash val="solid"/>
            </a:ln>
          </p:spPr>
        </p:sp>
        <p:sp>
          <p:nvSpPr>
            <p:cNvPr id="1356" name="four:barrier-filling:critical-node:1356">
              <a:extLst>
                <a:ext uri="{FF2B5EF4-FFF2-40B4-BE49-F238E27FC236}">
                  <ns2:creationId id="{197FC193-76C8-44EA-84BD-496EB513FF5C}"/>
                </a:ext>
              </a:extLst>
            </p:cNvPr>
            <p:cNvSpPr>
              <a:spLocks noGrp="1"/>
            </p:cNvSpPr>
            <p:nvPr/>
          </p:nvSpPr>
          <p:spPr>
            <a:xfrm>
              <a:off x="15897225" y="4819650"/>
              <a:ext cx="95250" cy="95250"/>
            </a:xfrm>
            <a:prstGeom prst="diamond">
              <a:avLst/>
            </a:prstGeom>
            <a:solidFill>
              <a:srgbClr val="DCE8ED"/>
            </a:solidFill>
            <a:ln w="10478">
              <a:solidFill>
                <a:srgbClr val="263238"/>
              </a:solidFill>
              <a:prstDash val="solid"/>
            </a:ln>
          </p:spPr>
        </p:sp>
        <p:sp>
          <p:nvSpPr>
            <p:cNvPr id="1357" name="four:barrier-filling:critical-node:1357">
              <a:extLst>
                <a:ext uri="{FF2B5EF4-FFF2-40B4-BE49-F238E27FC236}">
                  <ns2:creationId id="{BDAB1D27-714B-4F2C-B05E-07C306725BA4}"/>
                </a:ext>
              </a:extLst>
            </p:cNvPr>
            <p:cNvSpPr>
              <a:spLocks noGrp="1"/>
            </p:cNvSpPr>
            <p:nvPr/>
          </p:nvSpPr>
          <p:spPr>
            <a:xfrm>
              <a:off x="16220599" y="6153150"/>
              <a:ext cx="95250" cy="95250"/>
            </a:xfrm>
            <a:prstGeom prst="diamond">
              <a:avLst/>
            </a:prstGeom>
            <a:solidFill>
              <a:srgbClr val="0072B2"/>
            </a:solidFill>
            <a:ln w="10478">
              <a:solidFill>
                <a:srgbClr val="263238"/>
              </a:solidFill>
              <a:prstDash val="solid"/>
            </a:ln>
          </p:spPr>
        </p:sp>
        <p:sp>
          <p:nvSpPr>
            <p:cNvPr id="1358" name="four:barrier-filling:baseline-barrier:1358">
              <a:extLst>
                <a:ext uri="{FF2B5EF4-FFF2-40B4-BE49-F238E27FC236}">
                  <ns2:creationId id="{0B7D7BD1-528E-4729-9540-0D531F9B715E}"/>
                </a:ext>
              </a:extLst>
            </p:cNvPr>
            <p:cNvSpPr>
              <a:spLocks noGrp="1"/>
            </p:cNvSpPr>
            <p:nvPr/>
          </p:nvSpPr>
          <p:spPr>
            <a:xfrm>
              <a:off x="16733520" y="4960484"/>
              <a:ext cx="85725" cy="85725"/>
            </a:xfrm>
            <a:prstGeom prst="diamond">
              <a:avLst/>
            </a:prstGeom>
            <a:solidFill>
              <a:srgbClr val="FFFFFF"/>
            </a:solidFill>
            <a:ln w="17145">
              <a:solidFill>
                <a:srgbClr val="DDA5C4"/>
              </a:solidFill>
              <a:prstDash val="solid"/>
            </a:ln>
          </p:spPr>
        </p:sp>
        <p:sp>
          <p:nvSpPr>
            <p:cNvPr id="1359" name="four:barrier-filling:optimal-barrier:1359">
              <a:extLst>
                <a:ext uri="{FF2B5EF4-FFF2-40B4-BE49-F238E27FC236}">
                  <ns2:creationId id="{0B42EC12-73FD-4B84-A58A-E643A1C4AB82}"/>
                </a:ext>
              </a:extLst>
            </p:cNvPr>
            <p:cNvSpPr>
              <a:spLocks noGrp="1"/>
            </p:cNvSpPr>
            <p:nvPr/>
          </p:nvSpPr>
          <p:spPr>
            <a:xfrm>
              <a:off x="16728758" y="5091793"/>
              <a:ext cx="95250" cy="95250"/>
            </a:xfrm>
            <a:prstGeom prst="diamond">
              <a:avLst/>
            </a:prstGeom>
            <a:solidFill>
              <a:srgbClr val="FFFFFF"/>
            </a:solidFill>
            <a:ln w="16193">
              <a:solidFill>
                <a:srgbClr val="263238"/>
              </a:solidFill>
              <a:prstDash val="solid"/>
            </a:ln>
          </p:spPr>
        </p:sp>
        <p:sp>
          <p:nvSpPr>
            <p:cNvPr id="1360" name="four:barrier-filling:critical-node:1360">
              <a:extLst>
                <a:ext uri="{FF2B5EF4-FFF2-40B4-BE49-F238E27FC236}">
                  <ns2:creationId id="{8509DF09-7C4A-4855-A8E2-6214C6BE52B2}"/>
                </a:ext>
              </a:extLst>
            </p:cNvPr>
            <p:cNvSpPr>
              <a:spLocks noGrp="1"/>
            </p:cNvSpPr>
            <p:nvPr/>
          </p:nvSpPr>
          <p:spPr>
            <a:xfrm>
              <a:off x="17236916" y="6724650"/>
              <a:ext cx="95250" cy="95250"/>
            </a:xfrm>
            <a:prstGeom prst="diamond">
              <a:avLst/>
            </a:prstGeom>
            <a:solidFill>
              <a:srgbClr val="D55E00"/>
            </a:solidFill>
            <a:ln w="10478">
              <a:solidFill>
                <a:srgbClr val="263238"/>
              </a:solidFill>
              <a:prstDash val="solid"/>
            </a:ln>
          </p:spPr>
        </p:sp>
        <p:sp>
          <p:nvSpPr>
            <p:cNvPr id="1361" name="four:barrier-filling:baseline-barrier:1361">
              <a:extLst>
                <a:ext uri="{FF2B5EF4-FFF2-40B4-BE49-F238E27FC236}">
                  <ns2:creationId id="{9D55F4C9-5807-40A7-A64D-60D23DD8B5BB}"/>
                </a:ext>
              </a:extLst>
            </p:cNvPr>
            <p:cNvSpPr>
              <a:spLocks noGrp="1"/>
            </p:cNvSpPr>
            <p:nvPr/>
          </p:nvSpPr>
          <p:spPr>
            <a:xfrm>
              <a:off x="17749838" y="6185127"/>
              <a:ext cx="85725" cy="85725"/>
            </a:xfrm>
            <a:prstGeom prst="diamond">
              <a:avLst/>
            </a:prstGeom>
            <a:solidFill>
              <a:srgbClr val="FFFFFF"/>
            </a:solidFill>
            <a:ln w="17145">
              <a:solidFill>
                <a:srgbClr val="DDA5C4"/>
              </a:solidFill>
              <a:prstDash val="solid"/>
            </a:ln>
          </p:spPr>
        </p:sp>
        <p:sp>
          <p:nvSpPr>
            <p:cNvPr id="1362" name="four:barrier-filling:optimal-barrier:1362">
              <a:extLst>
                <a:ext uri="{FF2B5EF4-FFF2-40B4-BE49-F238E27FC236}">
                  <ns2:creationId id="{A84B37DA-1950-4334-B708-167F707D923F}"/>
                </a:ext>
              </a:extLst>
            </p:cNvPr>
            <p:cNvSpPr>
              <a:spLocks noGrp="1"/>
            </p:cNvSpPr>
            <p:nvPr/>
          </p:nvSpPr>
          <p:spPr>
            <a:xfrm>
              <a:off x="17745075" y="6044293"/>
              <a:ext cx="95250" cy="95250"/>
            </a:xfrm>
            <a:prstGeom prst="diamond">
              <a:avLst/>
            </a:prstGeom>
            <a:solidFill>
              <a:srgbClr val="FFFFFF"/>
            </a:solidFill>
            <a:ln w="16193">
              <a:solidFill>
                <a:srgbClr val="263238"/>
              </a:solidFill>
              <a:prstDash val="solid"/>
            </a:ln>
          </p:spPr>
        </p:sp>
        <p:sp>
          <p:nvSpPr>
            <p:cNvPr id="1363" name="four:barrier-filling:critical-node:1363">
              <a:extLst>
                <a:ext uri="{FF2B5EF4-FFF2-40B4-BE49-F238E27FC236}">
                  <ns2:creationId id="{E45ED308-C2B8-4BA0-881A-E05A8AF49ECC}"/>
                </a:ext>
              </a:extLst>
            </p:cNvPr>
            <p:cNvSpPr>
              <a:spLocks noGrp="1"/>
            </p:cNvSpPr>
            <p:nvPr/>
          </p:nvSpPr>
          <p:spPr>
            <a:xfrm>
              <a:off x="18253234" y="6425293"/>
              <a:ext cx="95250" cy="95250"/>
            </a:xfrm>
            <a:prstGeom prst="diamond">
              <a:avLst/>
            </a:prstGeom>
            <a:solidFill>
              <a:srgbClr val="009E73"/>
            </a:solidFill>
            <a:ln w="10478">
              <a:solidFill>
                <a:srgbClr val="263238"/>
              </a:solidFill>
              <a:prstDash val="solid"/>
            </a:ln>
          </p:spPr>
        </p:sp>
        <p:sp>
          <p:nvSpPr>
            <p:cNvPr id="1364" name="four:barrier-filling:baseline-barrier:1364">
              <a:extLst>
                <a:ext uri="{FF2B5EF4-FFF2-40B4-BE49-F238E27FC236}">
                  <ns2:creationId id="{996DE7FE-CED3-4015-BFE1-D1C3107A3453}"/>
                </a:ext>
              </a:extLst>
            </p:cNvPr>
            <p:cNvSpPr>
              <a:spLocks noGrp="1"/>
            </p:cNvSpPr>
            <p:nvPr/>
          </p:nvSpPr>
          <p:spPr>
            <a:xfrm>
              <a:off x="18766155" y="4960484"/>
              <a:ext cx="85725" cy="85725"/>
            </a:xfrm>
            <a:prstGeom prst="diamond">
              <a:avLst/>
            </a:prstGeom>
            <a:solidFill>
              <a:srgbClr val="FFFFFF"/>
            </a:solidFill>
            <a:ln w="17145">
              <a:solidFill>
                <a:srgbClr val="DDA5C4"/>
              </a:solidFill>
              <a:prstDash val="solid"/>
            </a:ln>
          </p:spPr>
        </p:sp>
        <p:sp>
          <p:nvSpPr>
            <p:cNvPr id="1365" name="four:barrier-filling:optimal-barrier:1365">
              <a:extLst>
                <a:ext uri="{FF2B5EF4-FFF2-40B4-BE49-F238E27FC236}">
                  <ns2:creationId id="{75EE9EBD-D8A4-4266-BFEB-7329EA7ADAC5}"/>
                </a:ext>
              </a:extLst>
            </p:cNvPr>
            <p:cNvSpPr>
              <a:spLocks noGrp="1"/>
            </p:cNvSpPr>
            <p:nvPr/>
          </p:nvSpPr>
          <p:spPr>
            <a:xfrm>
              <a:off x="18761393" y="5091793"/>
              <a:ext cx="95250" cy="95250"/>
            </a:xfrm>
            <a:prstGeom prst="diamond">
              <a:avLst/>
            </a:prstGeom>
            <a:solidFill>
              <a:srgbClr val="FFFFFF"/>
            </a:solidFill>
            <a:ln w="16193">
              <a:solidFill>
                <a:srgbClr val="263238"/>
              </a:solidFill>
              <a:prstDash val="solid"/>
            </a:ln>
          </p:spPr>
        </p:sp>
        <p:sp>
          <p:nvSpPr>
            <p:cNvPr id="1366" name="four:barrier-filling:critical-node:1366">
              <a:extLst>
                <a:ext uri="{FF2B5EF4-FFF2-40B4-BE49-F238E27FC236}">
                  <ns2:creationId id="{24A9B753-7829-4543-91CA-D099E90F8C36}"/>
                </a:ext>
              </a:extLst>
            </p:cNvPr>
            <p:cNvSpPr>
              <a:spLocks noGrp="1"/>
            </p:cNvSpPr>
            <p:nvPr/>
          </p:nvSpPr>
          <p:spPr>
            <a:xfrm>
              <a:off x="19269551" y="5799364"/>
              <a:ext cx="95250" cy="95250"/>
            </a:xfrm>
            <a:prstGeom prst="diamond">
              <a:avLst/>
            </a:prstGeom>
            <a:solidFill>
              <a:srgbClr val="CC79A7"/>
            </a:solidFill>
            <a:ln w="10478">
              <a:solidFill>
                <a:srgbClr val="263238"/>
              </a:solidFill>
              <a:prstDash val="solid"/>
            </a:ln>
          </p:spPr>
        </p:sp>
        <p:sp>
          <p:nvSpPr>
            <p:cNvPr id="1367" name="four:barrier-filling:critical-node:1367">
              <a:extLst>
                <a:ext uri="{FF2B5EF4-FFF2-40B4-BE49-F238E27FC236}">
                  <ns2:creationId id="{C023AB0B-601C-4F11-918D-5002384173A2}"/>
                </a:ext>
              </a:extLst>
            </p:cNvPr>
            <p:cNvSpPr>
              <a:spLocks noGrp="1"/>
            </p:cNvSpPr>
            <p:nvPr/>
          </p:nvSpPr>
          <p:spPr>
            <a:xfrm>
              <a:off x="19592925" y="4819650"/>
              <a:ext cx="95250" cy="95250"/>
            </a:xfrm>
            <a:prstGeom prst="diamond">
              <a:avLst/>
            </a:prstGeom>
            <a:solidFill>
              <a:srgbClr val="DCE8ED"/>
            </a:solidFill>
            <a:ln w="10478">
              <a:solidFill>
                <a:srgbClr val="263238"/>
              </a:solidFill>
              <a:prstDash val="solid"/>
            </a:ln>
          </p:spPr>
        </p:sp>
        <p:sp>
          <p:nvSpPr>
            <p:cNvPr id="1368" name="four:barrier-filling:line:1368">
              <a:extLst>
                <a:ext uri="{FF2B5EF4-FFF2-40B4-BE49-F238E27FC236}">
                  <ns2:creationId id="{7C318CD8-7DFB-4BE5-B8F0-C3D053212D61}"/>
                </a:ext>
              </a:extLst>
            </p:cNvPr>
            <p:cNvSpPr>
              <a:spLocks noGrp="1"/>
            </p:cNvSpPr>
            <p:nvPr/>
          </p:nvSpPr>
          <p:spPr>
            <a:xfrm>
              <a:off x="15801975" y="4819650"/>
              <a:ext cx="953" cy="1952625"/>
            </a:xfrm>
            <a:custGeom>
              <a:pathLst>
                <a:path w="953" h="1952625">
                  <a:moveTo>
                    <a:pt x="0" y="1952625"/>
                  </a:moveTo>
                  <a:lnTo>
                    <a:pt x="0" y="0"/>
                  </a:lnTo>
                </a:path>
              </a:pathLst>
            </a:custGeom>
            <a:noFill/>
            <a:ln w="14288">
              <a:solidFill>
                <a:srgbClr val="263238"/>
              </a:solidFill>
              <a:prstDash val="solid"/>
            </a:ln>
          </p:spPr>
        </p:sp>
        <p:sp>
          <p:nvSpPr>
            <p:cNvPr id="1369" name="four:barrier-filling:polygon:1369">
              <a:extLst>
                <a:ext uri="{FF2B5EF4-FFF2-40B4-BE49-F238E27FC236}">
                  <ns2:creationId id="{D0FC5680-206B-45CF-982D-30D3807E08C6}"/>
                </a:ext>
              </a:extLst>
            </p:cNvPr>
            <p:cNvSpPr>
              <a:spLocks noGrp="1"/>
            </p:cNvSpPr>
            <p:nvPr/>
          </p:nvSpPr>
          <p:spPr>
            <a:xfrm>
              <a:off x="15769209" y="4819650"/>
              <a:ext cx="65532" cy="76200"/>
            </a:xfrm>
            <a:custGeom>
              <a:pathLst>
                <a:path w="65532" h="76200">
                  <a:moveTo>
                    <a:pt x="32766" y="0"/>
                  </a:moveTo>
                  <a:lnTo>
                    <a:pt x="0" y="76200"/>
                  </a:lnTo>
                  <a:lnTo>
                    <a:pt x="65532" y="76200"/>
                  </a:lnTo>
                  <a:close/>
                </a:path>
              </a:pathLst>
            </a:custGeom>
            <a:solidFill>
              <a:srgbClr val="263238"/>
            </a:solidFill>
            <a:ln w="0">
              <a:noFill/>
              <a:prstDash val="solid"/>
            </a:ln>
          </p:spPr>
        </p:sp>
        <p:sp>
          <p:nvSpPr>
            <p:cNvPr id="1370" name="four:barrier-filling:textbox:1370">
              <a:extLst>
                <a:ext uri="{FF2B5EF4-FFF2-40B4-BE49-F238E27FC236}">
                  <ns2:creationId id="{6BA5512E-C004-4278-885F-92AE66DD5DC7}"/>
                </a:ext>
              </a:extLst>
            </p:cNvPr>
            <p:cNvSpPr>
              <a:spLocks noGrp="1"/>
            </p:cNvSpPr>
            <p:nvPr/>
          </p:nvSpPr>
          <p:spPr>
            <a:xfrm>
              <a:off x="15592425" y="5648325"/>
              <a:ext cx="209550" cy="342900"/>
            </a:xfrm>
            <a:prstGeom prst="rect">
              <a:avLst/>
            </a:prstGeom>
            <a:noFill/>
            <a:ln w="0">
              <a:noFill/>
              <a:prstDash val="solid"/>
            </a:ln>
          </p:spPr>
          <p:txBody>
            <a:bodyPr wrap="none" lIns="0" tIns="0" rIns="0" bIns="0" anchor="ctr">
              <a:normAutofit fontScale="100000"/>
            </a:bodyPr>
            <a:lstStyle>
              <a:defPPr algn="ctr">
                <a:defRPr sz="1875" b="0">
                  <a:solidFill>
                    <a:srgbClr val="263238"/>
                  </a:solidFill>
                  <a:latin typeface="Arial"/>
                  <a:ea typeface="Arial"/>
                  <a:cs typeface="Arial"/>
                </a:defRPr>
              </a:defPPr>
            </a:lstStyle>
            <a:p>
              <a:pPr algn="ctr">
                <a:defRPr sz="1875" b="0">
                  <a:solidFill>
                    <a:srgbClr val="263238"/>
                  </a:solidFill>
                  <a:latin typeface="Arial"/>
                  <a:ea typeface="Arial"/>
                  <a:cs typeface="Arial"/>
                </a:defRPr>
              </a:pPr>
              <a:r>
                <a:rPr sz="1875" b="0">
                  <a:solidFill>
                    <a:srgbClr val="263238"/>
                  </a:solidFill>
                  <a:latin typeface="Arial"/>
                  <a:ea typeface="Arial"/>
                  <a:cs typeface="Arial"/>
                </a:rPr>
                <a:t>ψ</a:t>
              </a:r>
            </a:p>
          </p:txBody>
        </p:sp>
        <p:sp>
          <p:nvSpPr>
            <p:cNvPr id="1371" name="four:barrier-filling:line:1371">
              <a:extLst>
                <a:ext uri="{FF2B5EF4-FFF2-40B4-BE49-F238E27FC236}">
                  <ns2:creationId id="{2ECCDEA6-2F3B-4ABF-A2C4-E50D28EBFF33}"/>
                </a:ext>
              </a:extLst>
            </p:cNvPr>
            <p:cNvSpPr>
              <a:spLocks noGrp="1"/>
            </p:cNvSpPr>
            <p:nvPr/>
          </p:nvSpPr>
          <p:spPr>
            <a:xfrm>
              <a:off x="15944850" y="7029450"/>
              <a:ext cx="3695700" cy="953"/>
            </a:xfrm>
            <a:custGeom>
              <a:pathLst>
                <a:path w="3695700" h="953">
                  <a:moveTo>
                    <a:pt x="0" y="0"/>
                  </a:moveTo>
                  <a:lnTo>
                    <a:pt x="3695700" y="0"/>
                  </a:lnTo>
                </a:path>
              </a:pathLst>
            </a:custGeom>
            <a:noFill/>
            <a:ln w="12383">
              <a:solidFill>
                <a:srgbClr val="263238"/>
              </a:solidFill>
              <a:prstDash val="solid"/>
            </a:ln>
          </p:spPr>
        </p:sp>
        <p:sp>
          <p:nvSpPr>
            <p:cNvPr id="1372" name="four:barrier-filling:polygon:1372">
              <a:extLst>
                <a:ext uri="{FF2B5EF4-FFF2-40B4-BE49-F238E27FC236}">
                  <ns2:creationId id="{20C8C735-64A5-4085-9A22-53108205A6DF}"/>
                </a:ext>
              </a:extLst>
            </p:cNvPr>
            <p:cNvSpPr>
              <a:spLocks noGrp="1"/>
            </p:cNvSpPr>
            <p:nvPr/>
          </p:nvSpPr>
          <p:spPr>
            <a:xfrm>
              <a:off x="19573875" y="7000780"/>
              <a:ext cx="66675" cy="57340"/>
            </a:xfrm>
            <a:custGeom>
              <a:pathLst>
                <a:path w="66675" h="57340">
                  <a:moveTo>
                    <a:pt x="66675" y="28670"/>
                  </a:moveTo>
                  <a:lnTo>
                    <a:pt x="0" y="0"/>
                  </a:lnTo>
                  <a:lnTo>
                    <a:pt x="0" y="57340"/>
                  </a:lnTo>
                  <a:close/>
                </a:path>
              </a:pathLst>
            </a:custGeom>
            <a:solidFill>
              <a:srgbClr val="263238"/>
            </a:solidFill>
            <a:ln w="0">
              <a:noFill/>
              <a:prstDash val="solid"/>
            </a:ln>
          </p:spPr>
        </p:sp>
        <p:sp>
          <p:nvSpPr>
            <p:cNvPr id="1373" name="four:barrier-filling:textbox:1373">
              <a:extLst>
                <a:ext uri="{FF2B5EF4-FFF2-40B4-BE49-F238E27FC236}">
                  <ns2:creationId id="{B48ADD8E-AC65-4E76-8E05-8D61A1480E8B}"/>
                </a:ext>
              </a:extLst>
            </p:cNvPr>
            <p:cNvSpPr>
              <a:spLocks noGrp="1"/>
            </p:cNvSpPr>
            <p:nvPr/>
          </p:nvSpPr>
          <p:spPr>
            <a:xfrm>
              <a:off x="19678650" y="6896100"/>
              <a:ext cx="219075" cy="342900"/>
            </a:xfrm>
            <a:prstGeom prst="rect">
              <a:avLst/>
            </a:prstGeom>
            <a:noFill/>
            <a:ln w="0">
              <a:noFill/>
              <a:prstDash val="solid"/>
            </a:ln>
          </p:spPr>
          <p:txBody>
            <a:bodyPr wrap="none" lIns="0" tIns="0" rIns="0" bIns="0" anchor="ctr">
              <a:normAutofit fontScale="100000"/>
            </a:bodyPr>
            <a:lstStyle>
              <a:defPPr algn="ctr">
                <a:defRPr sz="1800" b="0">
                  <a:solidFill>
                    <a:srgbClr val="263238"/>
                  </a:solidFill>
                  <a:latin typeface="Arial"/>
                  <a:ea typeface="Arial"/>
                  <a:cs typeface="Arial"/>
                </a:defRPr>
              </a:defPPr>
            </a:lstStyle>
            <a:p>
              <a:pPr algn="ctr">
                <a:defRPr sz="1800" b="0">
                  <a:solidFill>
                    <a:srgbClr val="263238"/>
                  </a:solidFill>
                  <a:latin typeface="Arial"/>
                  <a:ea typeface="Arial"/>
                  <a:cs typeface="Arial"/>
                </a:defRPr>
              </a:pPr>
              <a:r>
                <a:rPr sz="1800" b="0">
                  <a:solidFill>
                    <a:srgbClr val="263238"/>
                  </a:solidFill>
                  <a:latin typeface="Arial"/>
                  <a:ea typeface="Arial"/>
                  <a:cs typeface="Arial"/>
                </a:rPr>
                <a:t>u</a:t>
              </a:r>
            </a:p>
          </p:txBody>
        </p:sp>
        <p:sp>
          <p:nvSpPr>
            <p:cNvPr id="1374" name="four:barrier-filling:line:1374">
              <a:extLst>
                <a:ext uri="{FF2B5EF4-FFF2-40B4-BE49-F238E27FC236}">
                  <ns2:creationId id="{EBD87F66-4FC9-4768-B7C8-83CED9F6F5CB}"/>
                </a:ext>
              </a:extLst>
            </p:cNvPr>
            <p:cNvSpPr>
              <a:spLocks noGrp="1"/>
            </p:cNvSpPr>
            <p:nvPr/>
          </p:nvSpPr>
          <p:spPr>
            <a:xfrm>
              <a:off x="15944850" y="7181850"/>
              <a:ext cx="3695700" cy="953"/>
            </a:xfrm>
            <a:custGeom>
              <a:pathLst>
                <a:path w="3695700" h="953">
                  <a:moveTo>
                    <a:pt x="49530" y="0"/>
                  </a:moveTo>
                  <a:lnTo>
                    <a:pt x="273844" y="0"/>
                  </a:lnTo>
                  <a:moveTo>
                    <a:pt x="372904" y="0"/>
                  </a:moveTo>
                  <a:lnTo>
                    <a:pt x="782002" y="0"/>
                  </a:lnTo>
                  <a:moveTo>
                    <a:pt x="881063" y="0"/>
                  </a:moveTo>
                  <a:lnTo>
                    <a:pt x="1290161" y="0"/>
                  </a:lnTo>
                  <a:moveTo>
                    <a:pt x="1389221" y="0"/>
                  </a:moveTo>
                  <a:lnTo>
                    <a:pt x="1798320" y="0"/>
                  </a:lnTo>
                  <a:moveTo>
                    <a:pt x="1897380" y="0"/>
                  </a:moveTo>
                  <a:lnTo>
                    <a:pt x="2306479" y="0"/>
                  </a:lnTo>
                  <a:moveTo>
                    <a:pt x="2405539" y="0"/>
                  </a:moveTo>
                  <a:lnTo>
                    <a:pt x="2814638" y="0"/>
                  </a:lnTo>
                  <a:moveTo>
                    <a:pt x="2913698" y="0"/>
                  </a:moveTo>
                  <a:lnTo>
                    <a:pt x="3322796" y="0"/>
                  </a:lnTo>
                  <a:moveTo>
                    <a:pt x="3421856" y="0"/>
                  </a:moveTo>
                  <a:lnTo>
                    <a:pt x="3646170" y="0"/>
                  </a:lnTo>
                </a:path>
              </a:pathLst>
            </a:custGeom>
            <a:noFill/>
            <a:ln w="8573">
              <a:solidFill>
                <a:srgbClr val="91A5B4"/>
              </a:solidFill>
              <a:prstDash val="solid"/>
            </a:ln>
          </p:spPr>
        </p:sp>
        <p:sp>
          <p:nvSpPr>
            <p:cNvPr id="1375" name="four:barrier-filling:critical-node:1375">
              <a:extLst>
                <a:ext uri="{FF2B5EF4-FFF2-40B4-BE49-F238E27FC236}">
                  <ns2:creationId id="{96EEA48B-6839-48D6-862D-6F459CB23A46}"/>
                </a:ext>
              </a:extLst>
            </p:cNvPr>
            <p:cNvSpPr>
              <a:spLocks noGrp="1"/>
            </p:cNvSpPr>
            <p:nvPr/>
          </p:nvSpPr>
          <p:spPr>
            <a:xfrm>
              <a:off x="15901988" y="7138988"/>
              <a:ext cx="85725" cy="85725"/>
            </a:xfrm>
            <a:prstGeom prst="diamond">
              <a:avLst/>
            </a:prstGeom>
            <a:solidFill>
              <a:srgbClr val="DCE8ED"/>
            </a:solidFill>
            <a:ln w="10478">
              <a:solidFill>
                <a:srgbClr val="263238"/>
              </a:solidFill>
              <a:prstDash val="solid"/>
            </a:ln>
          </p:spPr>
        </p:sp>
        <p:sp>
          <p:nvSpPr>
            <p:cNvPr id="1376" name="four:barrier-filling:regular-node:1376">
              <a:extLst>
                <a:ext uri="{FF2B5EF4-FFF2-40B4-BE49-F238E27FC236}">
                  <ns2:creationId id="{81BB0F4D-467B-4FBF-8C7D-D1E42B1985F0}"/>
                </a:ext>
              </a:extLst>
            </p:cNvPr>
            <p:cNvSpPr>
              <a:spLocks noGrp="1"/>
            </p:cNvSpPr>
            <p:nvPr/>
          </p:nvSpPr>
          <p:spPr>
            <a:xfrm>
              <a:off x="16073199" y="7148513"/>
              <a:ext cx="66675" cy="66675"/>
            </a:xfrm>
            <a:prstGeom prst="ellipse">
              <a:avLst/>
            </a:prstGeom>
            <a:solidFill>
              <a:srgbClr val="0072B2"/>
            </a:solidFill>
            <a:ln w="6668">
              <a:solidFill>
                <a:srgbClr val="263238"/>
              </a:solidFill>
              <a:prstDash val="solid"/>
            </a:ln>
          </p:spPr>
        </p:sp>
        <p:sp>
          <p:nvSpPr>
            <p:cNvPr id="1377" name="four:barrier-filling:critical-node:1377">
              <a:extLst>
                <a:ext uri="{FF2B5EF4-FFF2-40B4-BE49-F238E27FC236}">
                  <ns2:creationId id="{8CBDB0FA-B2BC-4C1C-9AC1-DE6ED87A751C}"/>
                </a:ext>
              </a:extLst>
            </p:cNvPr>
            <p:cNvSpPr>
              <a:spLocks noGrp="1"/>
            </p:cNvSpPr>
            <p:nvPr/>
          </p:nvSpPr>
          <p:spPr>
            <a:xfrm>
              <a:off x="16225361" y="7138988"/>
              <a:ext cx="85725" cy="85725"/>
            </a:xfrm>
            <a:prstGeom prst="diamond">
              <a:avLst/>
            </a:prstGeom>
            <a:solidFill>
              <a:srgbClr val="0072B2"/>
            </a:solidFill>
            <a:ln w="10478">
              <a:solidFill>
                <a:srgbClr val="263238"/>
              </a:solidFill>
              <a:prstDash val="solid"/>
            </a:ln>
          </p:spPr>
        </p:sp>
        <p:sp>
          <p:nvSpPr>
            <p:cNvPr id="1378" name="four:barrier-filling:regular-node:1378">
              <a:extLst>
                <a:ext uri="{FF2B5EF4-FFF2-40B4-BE49-F238E27FC236}">
                  <ns2:creationId id="{DE7E9D61-D038-4224-811E-79A00872865A}"/>
                </a:ext>
              </a:extLst>
            </p:cNvPr>
            <p:cNvSpPr>
              <a:spLocks noGrp="1"/>
            </p:cNvSpPr>
            <p:nvPr/>
          </p:nvSpPr>
          <p:spPr>
            <a:xfrm>
              <a:off x="16488966" y="7148513"/>
              <a:ext cx="66675" cy="66675"/>
            </a:xfrm>
            <a:prstGeom prst="ellipse">
              <a:avLst/>
            </a:prstGeom>
            <a:solidFill>
              <a:srgbClr val="0072B2"/>
            </a:solidFill>
            <a:ln w="6668">
              <a:solidFill>
                <a:srgbClr val="263238"/>
              </a:solidFill>
              <a:prstDash val="solid"/>
            </a:ln>
          </p:spPr>
        </p:sp>
        <p:sp>
          <p:nvSpPr>
            <p:cNvPr id="1379" name="four:barrier-filling:critical-node:1379">
              <a:extLst>
                <a:ext uri="{FF2B5EF4-FFF2-40B4-BE49-F238E27FC236}">
                  <ns2:creationId id="{FBCCF955-65CE-4F7A-BE1B-AE0E79710271}"/>
                </a:ext>
              </a:extLst>
            </p:cNvPr>
            <p:cNvSpPr>
              <a:spLocks noGrp="1"/>
            </p:cNvSpPr>
            <p:nvPr/>
          </p:nvSpPr>
          <p:spPr>
            <a:xfrm>
              <a:off x="16733520" y="7138988"/>
              <a:ext cx="85725" cy="85725"/>
            </a:xfrm>
            <a:prstGeom prst="diamond">
              <a:avLst/>
            </a:prstGeom>
            <a:solidFill>
              <a:srgbClr val="DCE8ED"/>
            </a:solidFill>
            <a:ln w="10478">
              <a:solidFill>
                <a:srgbClr val="263238"/>
              </a:solidFill>
              <a:prstDash val="solid"/>
            </a:ln>
          </p:spPr>
        </p:sp>
        <p:sp>
          <p:nvSpPr>
            <p:cNvPr id="1380" name="four:barrier-filling:regular-node:1380">
              <a:extLst>
                <a:ext uri="{FF2B5EF4-FFF2-40B4-BE49-F238E27FC236}">
                  <ns2:creationId id="{99F62026-551D-4D65-95C1-5D1186118802}"/>
                </a:ext>
              </a:extLst>
            </p:cNvPr>
            <p:cNvSpPr>
              <a:spLocks noGrp="1"/>
            </p:cNvSpPr>
            <p:nvPr/>
          </p:nvSpPr>
          <p:spPr>
            <a:xfrm>
              <a:off x="16997124" y="7148513"/>
              <a:ext cx="66675" cy="66675"/>
            </a:xfrm>
            <a:prstGeom prst="ellipse">
              <a:avLst/>
            </a:prstGeom>
            <a:solidFill>
              <a:srgbClr val="81C9BA"/>
            </a:solidFill>
            <a:ln w="6668">
              <a:solidFill>
                <a:srgbClr val="263238"/>
              </a:solidFill>
              <a:prstDash val="solid"/>
            </a:ln>
          </p:spPr>
        </p:sp>
        <p:sp>
          <p:nvSpPr>
            <p:cNvPr id="1381" name="four:barrier-filling:critical-node:1381">
              <a:extLst>
                <a:ext uri="{FF2B5EF4-FFF2-40B4-BE49-F238E27FC236}">
                  <ns2:creationId id="{E367BA84-6EA8-4796-B706-9913B41EAF11}"/>
                </a:ext>
              </a:extLst>
            </p:cNvPr>
            <p:cNvSpPr>
              <a:spLocks noGrp="1"/>
            </p:cNvSpPr>
            <p:nvPr/>
          </p:nvSpPr>
          <p:spPr>
            <a:xfrm>
              <a:off x="17241679" y="7138988"/>
              <a:ext cx="85725" cy="85725"/>
            </a:xfrm>
            <a:prstGeom prst="diamond">
              <a:avLst/>
            </a:prstGeom>
            <a:solidFill>
              <a:srgbClr val="D55E00"/>
            </a:solidFill>
            <a:ln w="10478">
              <a:solidFill>
                <a:srgbClr val="263238"/>
              </a:solidFill>
              <a:prstDash val="solid"/>
            </a:ln>
          </p:spPr>
        </p:sp>
        <p:sp>
          <p:nvSpPr>
            <p:cNvPr id="1382" name="four:barrier-filling:regular-node:1382">
              <a:extLst>
                <a:ext uri="{FF2B5EF4-FFF2-40B4-BE49-F238E27FC236}">
                  <ns2:creationId id="{B06D6A94-78A1-4F17-9094-2D47ADEF2459}"/>
                </a:ext>
              </a:extLst>
            </p:cNvPr>
            <p:cNvSpPr>
              <a:spLocks noGrp="1"/>
            </p:cNvSpPr>
            <p:nvPr/>
          </p:nvSpPr>
          <p:spPr>
            <a:xfrm>
              <a:off x="17505283" y="7148513"/>
              <a:ext cx="66675" cy="66675"/>
            </a:xfrm>
            <a:prstGeom prst="ellipse">
              <a:avLst/>
            </a:prstGeom>
            <a:solidFill>
              <a:srgbClr val="D55E00"/>
            </a:solidFill>
            <a:ln w="6668">
              <a:solidFill>
                <a:srgbClr val="263238"/>
              </a:solidFill>
              <a:prstDash val="solid"/>
            </a:ln>
          </p:spPr>
        </p:sp>
        <p:sp>
          <p:nvSpPr>
            <p:cNvPr id="1383" name="four:barrier-filling:critical-node:1383">
              <a:extLst>
                <a:ext uri="{FF2B5EF4-FFF2-40B4-BE49-F238E27FC236}">
                  <ns2:creationId id="{16B231DA-55AB-4CCE-9577-F81BC469EB71}"/>
                </a:ext>
              </a:extLst>
            </p:cNvPr>
            <p:cNvSpPr>
              <a:spLocks noGrp="1"/>
            </p:cNvSpPr>
            <p:nvPr/>
          </p:nvSpPr>
          <p:spPr>
            <a:xfrm>
              <a:off x="17749838" y="7138988"/>
              <a:ext cx="85725" cy="85725"/>
            </a:xfrm>
            <a:prstGeom prst="diamond">
              <a:avLst/>
            </a:prstGeom>
            <a:solidFill>
              <a:srgbClr val="81C9BA"/>
            </a:solidFill>
            <a:ln w="10478">
              <a:solidFill>
                <a:srgbClr val="263238"/>
              </a:solidFill>
              <a:prstDash val="solid"/>
            </a:ln>
          </p:spPr>
        </p:sp>
        <p:sp>
          <p:nvSpPr>
            <p:cNvPr id="1384" name="four:barrier-filling:regular-node:1384">
              <a:extLst>
                <a:ext uri="{FF2B5EF4-FFF2-40B4-BE49-F238E27FC236}">
                  <ns2:creationId id="{DEC9D393-4CC3-4D7A-BF69-D142761AAB06}"/>
                </a:ext>
              </a:extLst>
            </p:cNvPr>
            <p:cNvSpPr>
              <a:spLocks noGrp="1"/>
            </p:cNvSpPr>
            <p:nvPr/>
          </p:nvSpPr>
          <p:spPr>
            <a:xfrm>
              <a:off x="18013442" y="7148513"/>
              <a:ext cx="66675" cy="66675"/>
            </a:xfrm>
            <a:prstGeom prst="ellipse">
              <a:avLst/>
            </a:prstGeom>
            <a:solidFill>
              <a:srgbClr val="009E73"/>
            </a:solidFill>
            <a:ln w="6668">
              <a:solidFill>
                <a:srgbClr val="263238"/>
              </a:solidFill>
              <a:prstDash val="solid"/>
            </a:ln>
          </p:spPr>
        </p:sp>
        <p:sp>
          <p:nvSpPr>
            <p:cNvPr id="1385" name="four:barrier-filling:critical-node:1385">
              <a:extLst>
                <a:ext uri="{FF2B5EF4-FFF2-40B4-BE49-F238E27FC236}">
                  <ns2:creationId id="{D8857408-BE8A-4860-A1A4-7580D30BF0A0}"/>
                </a:ext>
              </a:extLst>
            </p:cNvPr>
            <p:cNvSpPr>
              <a:spLocks noGrp="1"/>
            </p:cNvSpPr>
            <p:nvPr/>
          </p:nvSpPr>
          <p:spPr>
            <a:xfrm>
              <a:off x="18257996" y="7138988"/>
              <a:ext cx="85725" cy="85725"/>
            </a:xfrm>
            <a:prstGeom prst="diamond">
              <a:avLst/>
            </a:prstGeom>
            <a:solidFill>
              <a:srgbClr val="009E73"/>
            </a:solidFill>
            <a:ln w="10478">
              <a:solidFill>
                <a:srgbClr val="263238"/>
              </a:solidFill>
              <a:prstDash val="solid"/>
            </a:ln>
          </p:spPr>
        </p:sp>
        <p:sp>
          <p:nvSpPr>
            <p:cNvPr id="1386" name="four:barrier-filling:regular-node:1386">
              <a:extLst>
                <a:ext uri="{FF2B5EF4-FFF2-40B4-BE49-F238E27FC236}">
                  <ns2:creationId id="{AA1C1CF2-0444-48D7-8572-0C690C074B98}"/>
                </a:ext>
              </a:extLst>
            </p:cNvPr>
            <p:cNvSpPr>
              <a:spLocks noGrp="1"/>
            </p:cNvSpPr>
            <p:nvPr/>
          </p:nvSpPr>
          <p:spPr>
            <a:xfrm>
              <a:off x="18521601" y="7148513"/>
              <a:ext cx="66675" cy="66675"/>
            </a:xfrm>
            <a:prstGeom prst="ellipse">
              <a:avLst/>
            </a:prstGeom>
            <a:solidFill>
              <a:srgbClr val="81C9BA"/>
            </a:solidFill>
            <a:ln w="6668">
              <a:solidFill>
                <a:srgbClr val="263238"/>
              </a:solidFill>
              <a:prstDash val="solid"/>
            </a:ln>
          </p:spPr>
        </p:sp>
        <p:sp>
          <p:nvSpPr>
            <p:cNvPr id="1387" name="four:barrier-filling:critical-node:1387">
              <a:extLst>
                <a:ext uri="{FF2B5EF4-FFF2-40B4-BE49-F238E27FC236}">
                  <ns2:creationId id="{8C1159D5-4634-487F-A30B-EBCFB11F9291}"/>
                </a:ext>
              </a:extLst>
            </p:cNvPr>
            <p:cNvSpPr>
              <a:spLocks noGrp="1"/>
            </p:cNvSpPr>
            <p:nvPr/>
          </p:nvSpPr>
          <p:spPr>
            <a:xfrm>
              <a:off x="18766155" y="7138988"/>
              <a:ext cx="85725" cy="85725"/>
            </a:xfrm>
            <a:prstGeom prst="diamond">
              <a:avLst/>
            </a:prstGeom>
            <a:solidFill>
              <a:srgbClr val="DCE8ED"/>
            </a:solidFill>
            <a:ln w="10478">
              <a:solidFill>
                <a:srgbClr val="263238"/>
              </a:solidFill>
              <a:prstDash val="solid"/>
            </a:ln>
          </p:spPr>
        </p:sp>
        <p:sp>
          <p:nvSpPr>
            <p:cNvPr id="1388" name="four:barrier-filling:regular-node:1388">
              <a:extLst>
                <a:ext uri="{FF2B5EF4-FFF2-40B4-BE49-F238E27FC236}">
                  <ns2:creationId id="{BE51F6FA-DE1E-4553-B01D-3BC06F5D8017}"/>
                </a:ext>
              </a:extLst>
            </p:cNvPr>
            <p:cNvSpPr>
              <a:spLocks noGrp="1"/>
            </p:cNvSpPr>
            <p:nvPr/>
          </p:nvSpPr>
          <p:spPr>
            <a:xfrm>
              <a:off x="19029759" y="7148513"/>
              <a:ext cx="66675" cy="66675"/>
            </a:xfrm>
            <a:prstGeom prst="ellipse">
              <a:avLst/>
            </a:prstGeom>
            <a:solidFill>
              <a:srgbClr val="CC79A7"/>
            </a:solidFill>
            <a:ln w="6668">
              <a:solidFill>
                <a:srgbClr val="263238"/>
              </a:solidFill>
              <a:prstDash val="solid"/>
            </a:ln>
          </p:spPr>
        </p:sp>
        <p:sp>
          <p:nvSpPr>
            <p:cNvPr id="1389" name="four:barrier-filling:critical-node:1389">
              <a:extLst>
                <a:ext uri="{FF2B5EF4-FFF2-40B4-BE49-F238E27FC236}">
                  <ns2:creationId id="{014CF7AE-AF0B-4311-BB1E-76E841BFADA1}"/>
                </a:ext>
              </a:extLst>
            </p:cNvPr>
            <p:cNvSpPr>
              <a:spLocks noGrp="1"/>
            </p:cNvSpPr>
            <p:nvPr/>
          </p:nvSpPr>
          <p:spPr>
            <a:xfrm>
              <a:off x="19274314" y="7138988"/>
              <a:ext cx="85725" cy="85725"/>
            </a:xfrm>
            <a:prstGeom prst="diamond">
              <a:avLst/>
            </a:prstGeom>
            <a:solidFill>
              <a:srgbClr val="CC79A7"/>
            </a:solidFill>
            <a:ln w="10478">
              <a:solidFill>
                <a:srgbClr val="263238"/>
              </a:solidFill>
              <a:prstDash val="solid"/>
            </a:ln>
          </p:spPr>
        </p:sp>
        <p:sp>
          <p:nvSpPr>
            <p:cNvPr id="1390" name="four:barrier-filling:regular-node:1390">
              <a:extLst>
                <a:ext uri="{FF2B5EF4-FFF2-40B4-BE49-F238E27FC236}">
                  <ns2:creationId id="{5A71C183-0ABB-4B6F-B530-DB93E2ED2000}"/>
                </a:ext>
              </a:extLst>
            </p:cNvPr>
            <p:cNvSpPr>
              <a:spLocks noGrp="1"/>
            </p:cNvSpPr>
            <p:nvPr/>
          </p:nvSpPr>
          <p:spPr>
            <a:xfrm>
              <a:off x="19445526" y="7148513"/>
              <a:ext cx="66675" cy="66675"/>
            </a:xfrm>
            <a:prstGeom prst="ellipse">
              <a:avLst/>
            </a:prstGeom>
            <a:solidFill>
              <a:srgbClr val="CC79A7"/>
            </a:solidFill>
            <a:ln w="6668">
              <a:solidFill>
                <a:srgbClr val="263238"/>
              </a:solidFill>
              <a:prstDash val="solid"/>
            </a:ln>
          </p:spPr>
        </p:sp>
        <p:sp>
          <p:nvSpPr>
            <p:cNvPr id="1391" name="four:barrier-filling:critical-node:1391">
              <a:extLst>
                <a:ext uri="{FF2B5EF4-FFF2-40B4-BE49-F238E27FC236}">
                  <ns2:creationId id="{CC53E2CE-5FD9-4342-8295-3F58F54EC325}"/>
                </a:ext>
              </a:extLst>
            </p:cNvPr>
            <p:cNvSpPr>
              <a:spLocks noGrp="1"/>
            </p:cNvSpPr>
            <p:nvPr/>
          </p:nvSpPr>
          <p:spPr>
            <a:xfrm>
              <a:off x="19597688" y="7138988"/>
              <a:ext cx="85725" cy="85725"/>
            </a:xfrm>
            <a:prstGeom prst="diamond">
              <a:avLst/>
            </a:prstGeom>
            <a:solidFill>
              <a:srgbClr val="DCE8ED"/>
            </a:solidFill>
            <a:ln w="10478">
              <a:solidFill>
                <a:srgbClr val="263238"/>
              </a:solidFill>
              <a:prstDash val="solid"/>
            </a:ln>
          </p:spPr>
        </p:sp>
        <p:sp>
          <p:nvSpPr>
            <p:cNvPr id="1392" name="four:barrier-filling:line:1392">
              <a:extLst>
                <a:ext uri="{FF2B5EF4-FFF2-40B4-BE49-F238E27FC236}">
                  <ns2:creationId id="{156C9410-9F3D-4DE7-B6E4-19FD20BA9759}"/>
                </a:ext>
              </a:extLst>
            </p:cNvPr>
            <p:cNvSpPr>
              <a:spLocks noGrp="1"/>
            </p:cNvSpPr>
            <p:nvPr/>
          </p:nvSpPr>
          <p:spPr>
            <a:xfrm>
              <a:off x="17792700" y="7258050"/>
              <a:ext cx="953" cy="57150"/>
            </a:xfrm>
            <a:custGeom>
              <a:pathLst>
                <a:path w="953" h="57150">
                  <a:moveTo>
                    <a:pt x="0" y="0"/>
                  </a:moveTo>
                  <a:lnTo>
                    <a:pt x="0" y="57150"/>
                  </a:lnTo>
                </a:path>
              </a:pathLst>
            </a:custGeom>
            <a:noFill/>
            <a:ln w="11430">
              <a:solidFill>
                <a:srgbClr val="91A5B4"/>
              </a:solidFill>
              <a:prstDash val="solid"/>
            </a:ln>
          </p:spPr>
        </p:sp>
        <p:sp>
          <p:nvSpPr>
            <p:cNvPr id="1393" name="four:barrier-filling:polygon:1393">
              <a:extLst>
                <a:ext uri="{FF2B5EF4-FFF2-40B4-BE49-F238E27FC236}">
                  <ns2:creationId id="{41FC6F16-E386-4A90-B7FB-9FE6A4F34D46}"/>
                </a:ext>
              </a:extLst>
            </p:cNvPr>
            <p:cNvSpPr>
              <a:spLocks noGrp="1"/>
            </p:cNvSpPr>
            <p:nvPr/>
          </p:nvSpPr>
          <p:spPr>
            <a:xfrm>
              <a:off x="17776317" y="7277100"/>
              <a:ext cx="32766" cy="38100"/>
            </a:xfrm>
            <a:custGeom>
              <a:pathLst>
                <a:path w="32766" h="38100">
                  <a:moveTo>
                    <a:pt x="16383" y="38100"/>
                  </a:moveTo>
                  <a:lnTo>
                    <a:pt x="32766" y="0"/>
                  </a:lnTo>
                  <a:lnTo>
                    <a:pt x="0" y="0"/>
                  </a:lnTo>
                  <a:close/>
                </a:path>
              </a:pathLst>
            </a:custGeom>
            <a:solidFill>
              <a:srgbClr val="91A5B4"/>
            </a:solidFill>
            <a:ln w="0">
              <a:noFill/>
              <a:prstDash val="solid"/>
            </a:ln>
          </p:spPr>
        </p:sp>
        <p:sp>
          <p:nvSpPr>
            <p:cNvPr id="1394" name="four:barrier-filling:textbox:1394">
              <a:extLst>
                <a:ext uri="{FF2B5EF4-FFF2-40B4-BE49-F238E27FC236}">
                  <ns2:creationId id="{FC9C65FE-BEF3-47E9-A458-3D458EF1F89B}"/>
                </a:ext>
              </a:extLst>
            </p:cNvPr>
            <p:cNvSpPr>
              <a:spLocks noGrp="1"/>
            </p:cNvSpPr>
            <p:nvPr/>
          </p:nvSpPr>
          <p:spPr>
            <a:xfrm>
              <a:off x="15630525" y="7277100"/>
              <a:ext cx="247650" cy="342900"/>
            </a:xfrm>
            <a:prstGeom prst="rect">
              <a:avLst/>
            </a:prstGeom>
            <a:noFill/>
            <a:ln w="0">
              <a:noFill/>
              <a:prstDash val="solid"/>
            </a:ln>
          </p:spPr>
          <p:txBody>
            <a:bodyPr wrap="none" lIns="0" tIns="0" rIns="0" bIns="0" anchor="ctr">
              <a:normAutofit fontScale="100000"/>
            </a:bodyPr>
            <a:lstStyle>
              <a:defPPr algn="ctr">
                <a:defRPr sz="1950" b="0">
                  <a:solidFill>
                    <a:srgbClr val="263238"/>
                  </a:solidFill>
                  <a:latin typeface="Arial"/>
                  <a:ea typeface="Arial"/>
                  <a:cs typeface="Arial"/>
                </a:defRPr>
              </a:defPPr>
            </a:lstStyle>
            <a:p>
              <a:pPr algn="ctr">
                <a:defRPr sz="1950" b="0">
                  <a:solidFill>
                    <a:srgbClr val="263238"/>
                  </a:solidFill>
                  <a:latin typeface="Arial"/>
                  <a:ea typeface="Arial"/>
                  <a:cs typeface="Arial"/>
                </a:defRPr>
              </a:pPr>
              <a:r>
                <a:rPr sz="1950" b="0">
                  <a:solidFill>
                    <a:srgbClr val="263238"/>
                  </a:solidFill>
                  <a:latin typeface="Arial"/>
                  <a:ea typeface="Arial"/>
                  <a:cs typeface="Arial"/>
                </a:rPr>
                <a:t>tₐ</a:t>
              </a:r>
            </a:p>
          </p:txBody>
        </p:sp>
        <p:sp>
          <p:nvSpPr>
            <p:cNvPr id="1395" name="four:barrier-filling:filled-output-cell-0:1395">
              <a:extLst>
                <a:ext uri="{FF2B5EF4-FFF2-40B4-BE49-F238E27FC236}">
                  <ns2:creationId id="{87848EED-E2AF-4B53-A51F-2BCAD851385D}"/>
                </a:ext>
              </a:extLst>
            </p:cNvPr>
            <p:cNvSpPr>
              <a:spLocks noGrp="1"/>
            </p:cNvSpPr>
            <p:nvPr/>
          </p:nvSpPr>
          <p:spPr>
            <a:xfrm>
              <a:off x="15944850" y="7343775"/>
              <a:ext cx="19248" cy="200025"/>
            </a:xfrm>
            <a:prstGeom prst="rect">
              <a:avLst/>
            </a:prstGeom>
            <a:solidFill>
              <a:srgbClr val="DCE8ED"/>
            </a:solidFill>
            <a:ln w="0">
              <a:noFill/>
              <a:prstDash val="solid"/>
            </a:ln>
          </p:spPr>
        </p:sp>
        <p:sp>
          <p:nvSpPr>
            <p:cNvPr id="1396" name="four:barrier-filling:filled-output-cell-1:1396">
              <a:extLst>
                <a:ext uri="{FF2B5EF4-FFF2-40B4-BE49-F238E27FC236}">
                  <ns2:creationId id="{64D8E52E-5F0F-4D2E-ADE2-17704014DB5C}"/>
                </a:ext>
              </a:extLst>
            </p:cNvPr>
            <p:cNvSpPr>
              <a:spLocks noGrp="1"/>
            </p:cNvSpPr>
            <p:nvPr/>
          </p:nvSpPr>
          <p:spPr>
            <a:xfrm>
              <a:off x="15964098" y="7343775"/>
              <a:ext cx="19248" cy="200025"/>
            </a:xfrm>
            <a:prstGeom prst="rect">
              <a:avLst/>
            </a:prstGeom>
            <a:solidFill>
              <a:srgbClr val="DCE8ED"/>
            </a:solidFill>
            <a:ln w="0">
              <a:noFill/>
              <a:prstDash val="solid"/>
            </a:ln>
          </p:spPr>
        </p:sp>
        <p:sp>
          <p:nvSpPr>
            <p:cNvPr id="1397" name="four:barrier-filling:filled-output-cell-2:1397">
              <a:extLst>
                <a:ext uri="{FF2B5EF4-FFF2-40B4-BE49-F238E27FC236}">
                  <ns2:creationId id="{2E9E8E24-543A-4DEF-807C-2BB004C92B32}"/>
                </a:ext>
              </a:extLst>
            </p:cNvPr>
            <p:cNvSpPr>
              <a:spLocks noGrp="1"/>
            </p:cNvSpPr>
            <p:nvPr/>
          </p:nvSpPr>
          <p:spPr>
            <a:xfrm>
              <a:off x="15983347" y="7343775"/>
              <a:ext cx="19248" cy="200025"/>
            </a:xfrm>
            <a:prstGeom prst="rect">
              <a:avLst/>
            </a:prstGeom>
            <a:solidFill>
              <a:srgbClr val="DCE8ED"/>
            </a:solidFill>
            <a:ln w="0">
              <a:noFill/>
              <a:prstDash val="solid"/>
            </a:ln>
          </p:spPr>
        </p:sp>
        <p:sp>
          <p:nvSpPr>
            <p:cNvPr id="1398" name="four:barrier-filling:filled-output-cell-3:1398">
              <a:extLst>
                <a:ext uri="{FF2B5EF4-FFF2-40B4-BE49-F238E27FC236}">
                  <ns2:creationId id="{432A6887-F86D-4BC2-A359-2172575CE572}"/>
                </a:ext>
              </a:extLst>
            </p:cNvPr>
            <p:cNvSpPr>
              <a:spLocks noGrp="1"/>
            </p:cNvSpPr>
            <p:nvPr/>
          </p:nvSpPr>
          <p:spPr>
            <a:xfrm>
              <a:off x="16002595" y="7343775"/>
              <a:ext cx="19248" cy="200025"/>
            </a:xfrm>
            <a:prstGeom prst="rect">
              <a:avLst/>
            </a:prstGeom>
            <a:solidFill>
              <a:srgbClr val="DCE8ED"/>
            </a:solidFill>
            <a:ln w="0">
              <a:noFill/>
              <a:prstDash val="solid"/>
            </a:ln>
          </p:spPr>
        </p:sp>
        <p:sp>
          <p:nvSpPr>
            <p:cNvPr id="1399" name="four:barrier-filling:filled-output-cell-4:1399">
              <a:extLst>
                <a:ext uri="{FF2B5EF4-FFF2-40B4-BE49-F238E27FC236}">
                  <ns2:creationId id="{53D7E0F4-940C-49A5-B207-A990F8DE8D3D}"/>
                </a:ext>
              </a:extLst>
            </p:cNvPr>
            <p:cNvSpPr>
              <a:spLocks noGrp="1"/>
            </p:cNvSpPr>
            <p:nvPr/>
          </p:nvSpPr>
          <p:spPr>
            <a:xfrm>
              <a:off x="16021844" y="7343775"/>
              <a:ext cx="19248" cy="200025"/>
            </a:xfrm>
            <a:prstGeom prst="rect">
              <a:avLst/>
            </a:prstGeom>
            <a:solidFill>
              <a:srgbClr val="DCE8ED"/>
            </a:solidFill>
            <a:ln w="0">
              <a:noFill/>
              <a:prstDash val="solid"/>
            </a:ln>
          </p:spPr>
        </p:sp>
        <p:sp>
          <p:nvSpPr>
            <p:cNvPr id="1400" name="four:barrier-filling:filled-output-cell-5:1400">
              <a:extLst>
                <a:ext uri="{FF2B5EF4-FFF2-40B4-BE49-F238E27FC236}">
                  <ns2:creationId id="{5117F398-2F4F-474A-881D-8E149A154DE4}"/>
                </a:ext>
              </a:extLst>
            </p:cNvPr>
            <p:cNvSpPr>
              <a:spLocks noGrp="1"/>
            </p:cNvSpPr>
            <p:nvPr/>
          </p:nvSpPr>
          <p:spPr>
            <a:xfrm>
              <a:off x="16041092" y="7343775"/>
              <a:ext cx="19248" cy="200025"/>
            </a:xfrm>
            <a:prstGeom prst="rect">
              <a:avLst/>
            </a:prstGeom>
            <a:solidFill>
              <a:srgbClr val="D4E2E9"/>
            </a:solidFill>
            <a:ln w="0">
              <a:noFill/>
              <a:prstDash val="solid"/>
            </a:ln>
          </p:spPr>
        </p:sp>
        <p:sp>
          <p:nvSpPr>
            <p:cNvPr id="1401" name="four:barrier-filling:filled-output-cell-6:1401">
              <a:extLst>
                <a:ext uri="{FF2B5EF4-FFF2-40B4-BE49-F238E27FC236}">
                  <ns2:creationId id="{FCDAA1C8-39E1-4E5A-8947-2634018E37C2}"/>
                </a:ext>
              </a:extLst>
            </p:cNvPr>
            <p:cNvSpPr>
              <a:spLocks noGrp="1"/>
            </p:cNvSpPr>
            <p:nvPr/>
          </p:nvSpPr>
          <p:spPr>
            <a:xfrm>
              <a:off x="16060341" y="7343775"/>
              <a:ext cx="19248" cy="200025"/>
            </a:xfrm>
            <a:prstGeom prst="rect">
              <a:avLst/>
            </a:prstGeom>
            <a:solidFill>
              <a:srgbClr val="9DC6DC"/>
            </a:solidFill>
            <a:ln w="0">
              <a:noFill/>
              <a:prstDash val="solid"/>
            </a:ln>
          </p:spPr>
        </p:sp>
        <p:sp>
          <p:nvSpPr>
            <p:cNvPr id="1402" name="four:barrier-filling:filled-output-cell-7:1402">
              <a:extLst>
                <a:ext uri="{FF2B5EF4-FFF2-40B4-BE49-F238E27FC236}">
                  <ns2:creationId id="{9F7842CB-6579-4000-92E4-43AA49FD23D7}"/>
                </a:ext>
              </a:extLst>
            </p:cNvPr>
            <p:cNvSpPr>
              <a:spLocks noGrp="1"/>
            </p:cNvSpPr>
            <p:nvPr/>
          </p:nvSpPr>
          <p:spPr>
            <a:xfrm>
              <a:off x="16079589" y="7343775"/>
              <a:ext cx="19248" cy="200025"/>
            </a:xfrm>
            <a:prstGeom prst="rect">
              <a:avLst/>
            </a:prstGeom>
            <a:solidFill>
              <a:srgbClr val="5AA2CA"/>
            </a:solidFill>
            <a:ln w="0">
              <a:noFill/>
              <a:prstDash val="solid"/>
            </a:ln>
          </p:spPr>
        </p:sp>
        <p:sp>
          <p:nvSpPr>
            <p:cNvPr id="1403" name="four:barrier-filling:filled-output-cell-8:1403">
              <a:extLst>
                <a:ext uri="{FF2B5EF4-FFF2-40B4-BE49-F238E27FC236}">
                  <ns2:creationId id="{E837A17D-886B-4CE1-81EA-47CAF7669290}"/>
                </a:ext>
              </a:extLst>
            </p:cNvPr>
            <p:cNvSpPr>
              <a:spLocks noGrp="1"/>
            </p:cNvSpPr>
            <p:nvPr/>
          </p:nvSpPr>
          <p:spPr>
            <a:xfrm>
              <a:off x="16098838" y="7343775"/>
              <a:ext cx="19248" cy="200025"/>
            </a:xfrm>
            <a:prstGeom prst="rect">
              <a:avLst/>
            </a:prstGeom>
            <a:solidFill>
              <a:srgbClr val="1D82BA"/>
            </a:solidFill>
            <a:ln w="0">
              <a:noFill/>
              <a:prstDash val="solid"/>
            </a:ln>
          </p:spPr>
        </p:sp>
        <p:sp>
          <p:nvSpPr>
            <p:cNvPr id="1404" name="four:barrier-filling:filled-output-cell-9:1404">
              <a:extLst>
                <a:ext uri="{FF2B5EF4-FFF2-40B4-BE49-F238E27FC236}">
                  <ns2:creationId id="{E392C788-6B06-42BD-A379-46D32834F74E}"/>
                </a:ext>
              </a:extLst>
            </p:cNvPr>
            <p:cNvSpPr>
              <a:spLocks noGrp="1"/>
            </p:cNvSpPr>
            <p:nvPr/>
          </p:nvSpPr>
          <p:spPr>
            <a:xfrm>
              <a:off x="16118086" y="7343775"/>
              <a:ext cx="19248" cy="200025"/>
            </a:xfrm>
            <a:prstGeom prst="rect">
              <a:avLst/>
            </a:prstGeom>
            <a:solidFill>
              <a:srgbClr val="0072B2"/>
            </a:solidFill>
            <a:ln w="0">
              <a:noFill/>
              <a:prstDash val="solid"/>
            </a:ln>
          </p:spPr>
        </p:sp>
        <p:sp>
          <p:nvSpPr>
            <p:cNvPr id="1405" name="four:barrier-filling:filled-output-cell-10:1405">
              <a:extLst>
                <a:ext uri="{FF2B5EF4-FFF2-40B4-BE49-F238E27FC236}">
                  <ns2:creationId id="{4F9D7015-7827-400D-BD97-4837096CBBA7}"/>
                </a:ext>
              </a:extLst>
            </p:cNvPr>
            <p:cNvSpPr>
              <a:spLocks noGrp="1"/>
            </p:cNvSpPr>
            <p:nvPr/>
          </p:nvSpPr>
          <p:spPr>
            <a:xfrm>
              <a:off x="16137334" y="7343775"/>
              <a:ext cx="19248" cy="200025"/>
            </a:xfrm>
            <a:prstGeom prst="rect">
              <a:avLst/>
            </a:prstGeom>
            <a:solidFill>
              <a:srgbClr val="0072B2"/>
            </a:solidFill>
            <a:ln w="0">
              <a:noFill/>
              <a:prstDash val="solid"/>
            </a:ln>
          </p:spPr>
        </p:sp>
        <p:sp>
          <p:nvSpPr>
            <p:cNvPr id="1406" name="four:barrier-filling:filled-output-cell-11:1406">
              <a:extLst>
                <a:ext uri="{FF2B5EF4-FFF2-40B4-BE49-F238E27FC236}">
                  <ns2:creationId id="{FA0580D8-5D69-4C8A-B319-AED54F6E72F5}"/>
                </a:ext>
              </a:extLst>
            </p:cNvPr>
            <p:cNvSpPr>
              <a:spLocks noGrp="1"/>
            </p:cNvSpPr>
            <p:nvPr/>
          </p:nvSpPr>
          <p:spPr>
            <a:xfrm>
              <a:off x="16156583" y="7343775"/>
              <a:ext cx="19248" cy="200025"/>
            </a:xfrm>
            <a:prstGeom prst="rect">
              <a:avLst/>
            </a:prstGeom>
            <a:solidFill>
              <a:srgbClr val="0072B2"/>
            </a:solidFill>
            <a:ln w="0">
              <a:noFill/>
              <a:prstDash val="solid"/>
            </a:ln>
          </p:spPr>
        </p:sp>
        <p:sp>
          <p:nvSpPr>
            <p:cNvPr id="1407" name="four:barrier-filling:filled-output-cell-12:1407">
              <a:extLst>
                <a:ext uri="{FF2B5EF4-FFF2-40B4-BE49-F238E27FC236}">
                  <ns2:creationId id="{C6F6D8B4-8A32-44D0-9906-00D1F30B4240}"/>
                </a:ext>
              </a:extLst>
            </p:cNvPr>
            <p:cNvSpPr>
              <a:spLocks noGrp="1"/>
            </p:cNvSpPr>
            <p:nvPr/>
          </p:nvSpPr>
          <p:spPr>
            <a:xfrm>
              <a:off x="16175831" y="7343775"/>
              <a:ext cx="19248" cy="200025"/>
            </a:xfrm>
            <a:prstGeom prst="rect">
              <a:avLst/>
            </a:prstGeom>
            <a:solidFill>
              <a:srgbClr val="0072B2"/>
            </a:solidFill>
            <a:ln w="0">
              <a:noFill/>
              <a:prstDash val="solid"/>
            </a:ln>
          </p:spPr>
        </p:sp>
        <p:sp>
          <p:nvSpPr>
            <p:cNvPr id="1408" name="four:barrier-filling:filled-output-cell-13:1408">
              <a:extLst>
                <a:ext uri="{FF2B5EF4-FFF2-40B4-BE49-F238E27FC236}">
                  <ns2:creationId id="{60522F7D-9719-4D8F-B268-10CC2FCF7A5E}"/>
                </a:ext>
              </a:extLst>
            </p:cNvPr>
            <p:cNvSpPr>
              <a:spLocks noGrp="1"/>
            </p:cNvSpPr>
            <p:nvPr/>
          </p:nvSpPr>
          <p:spPr>
            <a:xfrm>
              <a:off x="16195080" y="7343775"/>
              <a:ext cx="19248" cy="200025"/>
            </a:xfrm>
            <a:prstGeom prst="rect">
              <a:avLst/>
            </a:prstGeom>
            <a:solidFill>
              <a:srgbClr val="0072B2"/>
            </a:solidFill>
            <a:ln w="0">
              <a:noFill/>
              <a:prstDash val="solid"/>
            </a:ln>
          </p:spPr>
        </p:sp>
        <p:sp>
          <p:nvSpPr>
            <p:cNvPr id="1409" name="four:barrier-filling:filled-output-cell-14:1409">
              <a:extLst>
                <a:ext uri="{FF2B5EF4-FFF2-40B4-BE49-F238E27FC236}">
                  <ns2:creationId id="{2022003D-5331-40CE-B888-B588EB8B41A5}"/>
                </a:ext>
              </a:extLst>
            </p:cNvPr>
            <p:cNvSpPr>
              <a:spLocks noGrp="1"/>
            </p:cNvSpPr>
            <p:nvPr/>
          </p:nvSpPr>
          <p:spPr>
            <a:xfrm>
              <a:off x="16214328" y="7343775"/>
              <a:ext cx="19248" cy="200025"/>
            </a:xfrm>
            <a:prstGeom prst="rect">
              <a:avLst/>
            </a:prstGeom>
            <a:solidFill>
              <a:srgbClr val="0072B2"/>
            </a:solidFill>
            <a:ln w="0">
              <a:noFill/>
              <a:prstDash val="solid"/>
            </a:ln>
          </p:spPr>
        </p:sp>
        <p:sp>
          <p:nvSpPr>
            <p:cNvPr id="1410" name="four:barrier-filling:filled-output-cell-15:1410">
              <a:extLst>
                <a:ext uri="{FF2B5EF4-FFF2-40B4-BE49-F238E27FC236}">
                  <ns2:creationId id="{CF6E4918-24CA-4A27-9427-58CE66C28587}"/>
                </a:ext>
              </a:extLst>
            </p:cNvPr>
            <p:cNvSpPr>
              <a:spLocks noGrp="1"/>
            </p:cNvSpPr>
            <p:nvPr/>
          </p:nvSpPr>
          <p:spPr>
            <a:xfrm>
              <a:off x="16233577" y="7343775"/>
              <a:ext cx="19248" cy="200025"/>
            </a:xfrm>
            <a:prstGeom prst="rect">
              <a:avLst/>
            </a:prstGeom>
            <a:solidFill>
              <a:srgbClr val="0072B2"/>
            </a:solidFill>
            <a:ln w="0">
              <a:noFill/>
              <a:prstDash val="solid"/>
            </a:ln>
          </p:spPr>
        </p:sp>
        <p:sp>
          <p:nvSpPr>
            <p:cNvPr id="1411" name="four:barrier-filling:filled-output-cell-16:1411">
              <a:extLst>
                <a:ext uri="{FF2B5EF4-FFF2-40B4-BE49-F238E27FC236}">
                  <ns2:creationId id="{1244DCEE-45F4-4074-9BFF-6AED78FF2F1E}"/>
                </a:ext>
              </a:extLst>
            </p:cNvPr>
            <p:cNvSpPr>
              <a:spLocks noGrp="1"/>
            </p:cNvSpPr>
            <p:nvPr/>
          </p:nvSpPr>
          <p:spPr>
            <a:xfrm>
              <a:off x="16252825" y="7343775"/>
              <a:ext cx="19248" cy="200025"/>
            </a:xfrm>
            <a:prstGeom prst="rect">
              <a:avLst/>
            </a:prstGeom>
            <a:solidFill>
              <a:srgbClr val="0072B2"/>
            </a:solidFill>
            <a:ln w="0">
              <a:noFill/>
              <a:prstDash val="solid"/>
            </a:ln>
          </p:spPr>
        </p:sp>
        <p:sp>
          <p:nvSpPr>
            <p:cNvPr id="1412" name="four:barrier-filling:filled-output-cell-17:1412">
              <a:extLst>
                <a:ext uri="{FF2B5EF4-FFF2-40B4-BE49-F238E27FC236}">
                  <ns2:creationId id="{863D8A5F-1FD2-428F-B5B2-A3FC03B87ECB}"/>
                </a:ext>
              </a:extLst>
            </p:cNvPr>
            <p:cNvSpPr>
              <a:spLocks noGrp="1"/>
            </p:cNvSpPr>
            <p:nvPr/>
          </p:nvSpPr>
          <p:spPr>
            <a:xfrm>
              <a:off x="16272073" y="7343775"/>
              <a:ext cx="19248" cy="200025"/>
            </a:xfrm>
            <a:prstGeom prst="rect">
              <a:avLst/>
            </a:prstGeom>
            <a:solidFill>
              <a:srgbClr val="0072B2"/>
            </a:solidFill>
            <a:ln w="0">
              <a:noFill/>
              <a:prstDash val="solid"/>
            </a:ln>
          </p:spPr>
        </p:sp>
        <p:sp>
          <p:nvSpPr>
            <p:cNvPr id="1413" name="four:barrier-filling:filled-output-cell-18:1413">
              <a:extLst>
                <a:ext uri="{FF2B5EF4-FFF2-40B4-BE49-F238E27FC236}">
                  <ns2:creationId id="{BE19BB26-208D-4061-BD1C-1771D908C6C0}"/>
                </a:ext>
              </a:extLst>
            </p:cNvPr>
            <p:cNvSpPr>
              <a:spLocks noGrp="1"/>
            </p:cNvSpPr>
            <p:nvPr/>
          </p:nvSpPr>
          <p:spPr>
            <a:xfrm>
              <a:off x="16291322" y="7343775"/>
              <a:ext cx="19248" cy="200025"/>
            </a:xfrm>
            <a:prstGeom prst="rect">
              <a:avLst/>
            </a:prstGeom>
            <a:solidFill>
              <a:srgbClr val="0072B2"/>
            </a:solidFill>
            <a:ln w="0">
              <a:noFill/>
              <a:prstDash val="solid"/>
            </a:ln>
          </p:spPr>
        </p:sp>
        <p:sp>
          <p:nvSpPr>
            <p:cNvPr id="1414" name="four:barrier-filling:filled-output-cell-19:1414">
              <a:extLst>
                <a:ext uri="{FF2B5EF4-FFF2-40B4-BE49-F238E27FC236}">
                  <ns2:creationId id="{F69FC73C-4BDA-4FB5-96F8-62166DA98D1B}"/>
                </a:ext>
              </a:extLst>
            </p:cNvPr>
            <p:cNvSpPr>
              <a:spLocks noGrp="1"/>
            </p:cNvSpPr>
            <p:nvPr/>
          </p:nvSpPr>
          <p:spPr>
            <a:xfrm>
              <a:off x="16310570" y="7343775"/>
              <a:ext cx="19248" cy="200025"/>
            </a:xfrm>
            <a:prstGeom prst="rect">
              <a:avLst/>
            </a:prstGeom>
            <a:solidFill>
              <a:srgbClr val="0072B2"/>
            </a:solidFill>
            <a:ln w="0">
              <a:noFill/>
              <a:prstDash val="solid"/>
            </a:ln>
          </p:spPr>
        </p:sp>
        <p:sp>
          <p:nvSpPr>
            <p:cNvPr id="1415" name="four:barrier-filling:filled-output-cell-20:1415">
              <a:extLst>
                <a:ext uri="{FF2B5EF4-FFF2-40B4-BE49-F238E27FC236}">
                  <ns2:creationId id="{2E569B97-B459-4956-9631-438D48E8CE60}"/>
                </a:ext>
              </a:extLst>
            </p:cNvPr>
            <p:cNvSpPr>
              <a:spLocks noGrp="1"/>
            </p:cNvSpPr>
            <p:nvPr/>
          </p:nvSpPr>
          <p:spPr>
            <a:xfrm>
              <a:off x="16329819" y="7343775"/>
              <a:ext cx="19248" cy="200025"/>
            </a:xfrm>
            <a:prstGeom prst="rect">
              <a:avLst/>
            </a:prstGeom>
            <a:solidFill>
              <a:srgbClr val="0072B2"/>
            </a:solidFill>
            <a:ln w="0">
              <a:noFill/>
              <a:prstDash val="solid"/>
            </a:ln>
          </p:spPr>
        </p:sp>
        <p:sp>
          <p:nvSpPr>
            <p:cNvPr id="1416" name="four:barrier-filling:filled-output-cell-21:1416">
              <a:extLst>
                <a:ext uri="{FF2B5EF4-FFF2-40B4-BE49-F238E27FC236}">
                  <ns2:creationId id="{02B32A8D-96D7-45F1-9365-4EAEF846CEFB}"/>
                </a:ext>
              </a:extLst>
            </p:cNvPr>
            <p:cNvSpPr>
              <a:spLocks noGrp="1"/>
            </p:cNvSpPr>
            <p:nvPr/>
          </p:nvSpPr>
          <p:spPr>
            <a:xfrm>
              <a:off x="16349067" y="7343775"/>
              <a:ext cx="19248" cy="200025"/>
            </a:xfrm>
            <a:prstGeom prst="rect">
              <a:avLst/>
            </a:prstGeom>
            <a:solidFill>
              <a:srgbClr val="0072B2"/>
            </a:solidFill>
            <a:ln w="0">
              <a:noFill/>
              <a:prstDash val="solid"/>
            </a:ln>
          </p:spPr>
        </p:sp>
        <p:sp>
          <p:nvSpPr>
            <p:cNvPr id="1417" name="four:barrier-filling:filled-output-cell-22:1417">
              <a:extLst>
                <a:ext uri="{FF2B5EF4-FFF2-40B4-BE49-F238E27FC236}">
                  <ns2:creationId id="{8A333FC6-9C49-4E1D-8BEE-113109FBACD7}"/>
                </a:ext>
              </a:extLst>
            </p:cNvPr>
            <p:cNvSpPr>
              <a:spLocks noGrp="1"/>
            </p:cNvSpPr>
            <p:nvPr/>
          </p:nvSpPr>
          <p:spPr>
            <a:xfrm>
              <a:off x="16368316" y="7343775"/>
              <a:ext cx="19248" cy="200025"/>
            </a:xfrm>
            <a:prstGeom prst="rect">
              <a:avLst/>
            </a:prstGeom>
            <a:solidFill>
              <a:srgbClr val="0072B2"/>
            </a:solidFill>
            <a:ln w="0">
              <a:noFill/>
              <a:prstDash val="solid"/>
            </a:ln>
          </p:spPr>
        </p:sp>
        <p:sp>
          <p:nvSpPr>
            <p:cNvPr id="1418" name="four:barrier-filling:filled-output-cell-23:1418">
              <a:extLst>
                <a:ext uri="{FF2B5EF4-FFF2-40B4-BE49-F238E27FC236}">
                  <ns2:creationId id="{09E43C03-7599-49E2-B555-70A8804578F4}"/>
                </a:ext>
              </a:extLst>
            </p:cNvPr>
            <p:cNvSpPr>
              <a:spLocks noGrp="1"/>
            </p:cNvSpPr>
            <p:nvPr/>
          </p:nvSpPr>
          <p:spPr>
            <a:xfrm>
              <a:off x="16387564" y="7343775"/>
              <a:ext cx="19248" cy="200025"/>
            </a:xfrm>
            <a:prstGeom prst="rect">
              <a:avLst/>
            </a:prstGeom>
            <a:solidFill>
              <a:srgbClr val="0977B4"/>
            </a:solidFill>
            <a:ln w="0">
              <a:noFill/>
              <a:prstDash val="solid"/>
            </a:ln>
          </p:spPr>
        </p:sp>
        <p:sp>
          <p:nvSpPr>
            <p:cNvPr id="1419" name="four:barrier-filling:filled-output-cell-24:1419">
              <a:extLst>
                <a:ext uri="{FF2B5EF4-FFF2-40B4-BE49-F238E27FC236}">
                  <ns2:creationId id="{E58B5BC4-FB97-4436-8252-461AF50C9DFF}"/>
                </a:ext>
              </a:extLst>
            </p:cNvPr>
            <p:cNvSpPr>
              <a:spLocks noGrp="1"/>
            </p:cNvSpPr>
            <p:nvPr/>
          </p:nvSpPr>
          <p:spPr>
            <a:xfrm>
              <a:off x="16406813" y="7343775"/>
              <a:ext cx="19248" cy="200025"/>
            </a:xfrm>
            <a:prstGeom prst="rect">
              <a:avLst/>
            </a:prstGeom>
            <a:solidFill>
              <a:srgbClr val="2385BB"/>
            </a:solidFill>
            <a:ln w="0">
              <a:noFill/>
              <a:prstDash val="solid"/>
            </a:ln>
          </p:spPr>
        </p:sp>
        <p:sp>
          <p:nvSpPr>
            <p:cNvPr id="1420" name="four:barrier-filling:filled-output-cell-25:1420">
              <a:extLst>
                <a:ext uri="{FF2B5EF4-FFF2-40B4-BE49-F238E27FC236}">
                  <ns2:creationId id="{32CC9CD2-FB53-44B3-9E4A-F10D80B13F4F}"/>
                </a:ext>
              </a:extLst>
            </p:cNvPr>
            <p:cNvSpPr>
              <a:spLocks noGrp="1"/>
            </p:cNvSpPr>
            <p:nvPr/>
          </p:nvSpPr>
          <p:spPr>
            <a:xfrm>
              <a:off x="16426061" y="7343775"/>
              <a:ext cx="19248" cy="200025"/>
            </a:xfrm>
            <a:prstGeom prst="rect">
              <a:avLst/>
            </a:prstGeom>
            <a:solidFill>
              <a:srgbClr val="4899C5"/>
            </a:solidFill>
            <a:ln w="0">
              <a:noFill/>
              <a:prstDash val="solid"/>
            </a:ln>
          </p:spPr>
        </p:sp>
        <p:sp>
          <p:nvSpPr>
            <p:cNvPr id="1421" name="four:barrier-filling:filled-output-cell-26:1421">
              <a:extLst>
                <a:ext uri="{FF2B5EF4-FFF2-40B4-BE49-F238E27FC236}">
                  <ns2:creationId id="{55ACC7F3-7BFC-4DA9-97FE-B5E4DC889CDD}"/>
                </a:ext>
              </a:extLst>
            </p:cNvPr>
            <p:cNvSpPr>
              <a:spLocks noGrp="1"/>
            </p:cNvSpPr>
            <p:nvPr/>
          </p:nvSpPr>
          <p:spPr>
            <a:xfrm>
              <a:off x="16445309" y="7343775"/>
              <a:ext cx="19248" cy="200025"/>
            </a:xfrm>
            <a:prstGeom prst="rect">
              <a:avLst/>
            </a:prstGeom>
            <a:solidFill>
              <a:srgbClr val="72AFD1"/>
            </a:solidFill>
            <a:ln w="0">
              <a:noFill/>
              <a:prstDash val="solid"/>
            </a:ln>
          </p:spPr>
        </p:sp>
        <p:sp>
          <p:nvSpPr>
            <p:cNvPr id="1422" name="four:barrier-filling:filled-output-cell-27:1422">
              <a:extLst>
                <a:ext uri="{FF2B5EF4-FFF2-40B4-BE49-F238E27FC236}">
                  <ns2:creationId id="{8CD92198-3F74-460E-9AA2-94BE6A671AA9}"/>
                </a:ext>
              </a:extLst>
            </p:cNvPr>
            <p:cNvSpPr>
              <a:spLocks noGrp="1"/>
            </p:cNvSpPr>
            <p:nvPr/>
          </p:nvSpPr>
          <p:spPr>
            <a:xfrm>
              <a:off x="16464558" y="7343775"/>
              <a:ext cx="19248" cy="200025"/>
            </a:xfrm>
            <a:prstGeom prst="rect">
              <a:avLst/>
            </a:prstGeom>
            <a:solidFill>
              <a:srgbClr val="9CC5DC"/>
            </a:solidFill>
            <a:ln w="0">
              <a:noFill/>
              <a:prstDash val="solid"/>
            </a:ln>
          </p:spPr>
        </p:sp>
        <p:sp>
          <p:nvSpPr>
            <p:cNvPr id="1423" name="four:barrier-filling:filled-output-cell-28:1423">
              <a:extLst>
                <a:ext uri="{FF2B5EF4-FFF2-40B4-BE49-F238E27FC236}">
                  <ns2:creationId id="{1B4001E7-DBD1-4DD1-8664-0570DFB72E5C}"/>
                </a:ext>
              </a:extLst>
            </p:cNvPr>
            <p:cNvSpPr>
              <a:spLocks noGrp="1"/>
            </p:cNvSpPr>
            <p:nvPr/>
          </p:nvSpPr>
          <p:spPr>
            <a:xfrm>
              <a:off x="16483806" y="7343775"/>
              <a:ext cx="19248" cy="200025"/>
            </a:xfrm>
            <a:prstGeom prst="rect">
              <a:avLst/>
            </a:prstGeom>
            <a:solidFill>
              <a:srgbClr val="C9DBE4"/>
            </a:solidFill>
            <a:ln w="0">
              <a:noFill/>
              <a:prstDash val="solid"/>
            </a:ln>
          </p:spPr>
        </p:sp>
        <p:sp>
          <p:nvSpPr>
            <p:cNvPr id="1424" name="four:barrier-filling:filled-output-cell-29:1424">
              <a:extLst>
                <a:ext uri="{FF2B5EF4-FFF2-40B4-BE49-F238E27FC236}">
                  <ns2:creationId id="{29D41C62-E07C-4783-9140-4AC5D2BC76D9}"/>
                </a:ext>
              </a:extLst>
            </p:cNvPr>
            <p:cNvSpPr>
              <a:spLocks noGrp="1"/>
            </p:cNvSpPr>
            <p:nvPr/>
          </p:nvSpPr>
          <p:spPr>
            <a:xfrm>
              <a:off x="16503055" y="7343775"/>
              <a:ext cx="19248" cy="200025"/>
            </a:xfrm>
            <a:prstGeom prst="rect">
              <a:avLst/>
            </a:prstGeom>
            <a:solidFill>
              <a:srgbClr val="D8E5EB"/>
            </a:solidFill>
            <a:ln w="0">
              <a:noFill/>
              <a:prstDash val="solid"/>
            </a:ln>
          </p:spPr>
        </p:sp>
        <p:sp>
          <p:nvSpPr>
            <p:cNvPr id="1425" name="four:barrier-filling:filled-output-cell-30:1425">
              <a:extLst>
                <a:ext uri="{FF2B5EF4-FFF2-40B4-BE49-F238E27FC236}">
                  <ns2:creationId id="{C13BF9DF-7792-441A-AE87-DB86084439C7}"/>
                </a:ext>
              </a:extLst>
            </p:cNvPr>
            <p:cNvSpPr>
              <a:spLocks noGrp="1"/>
            </p:cNvSpPr>
            <p:nvPr/>
          </p:nvSpPr>
          <p:spPr>
            <a:xfrm>
              <a:off x="16522303" y="7343775"/>
              <a:ext cx="19248" cy="200025"/>
            </a:xfrm>
            <a:prstGeom prst="rect">
              <a:avLst/>
            </a:prstGeom>
            <a:solidFill>
              <a:srgbClr val="DCE8ED"/>
            </a:solidFill>
            <a:ln w="0">
              <a:noFill/>
              <a:prstDash val="solid"/>
            </a:ln>
          </p:spPr>
        </p:sp>
        <p:sp>
          <p:nvSpPr>
            <p:cNvPr id="1426" name="four:barrier-filling:filled-output-cell-31:1426">
              <a:extLst>
                <a:ext uri="{FF2B5EF4-FFF2-40B4-BE49-F238E27FC236}">
                  <ns2:creationId id="{13D86A4B-FBF1-43D3-96DB-06CC20F2FFA3}"/>
                </a:ext>
              </a:extLst>
            </p:cNvPr>
            <p:cNvSpPr>
              <a:spLocks noGrp="1"/>
            </p:cNvSpPr>
            <p:nvPr/>
          </p:nvSpPr>
          <p:spPr>
            <a:xfrm>
              <a:off x="16541552" y="7343775"/>
              <a:ext cx="19248" cy="200025"/>
            </a:xfrm>
            <a:prstGeom prst="rect">
              <a:avLst/>
            </a:prstGeom>
            <a:solidFill>
              <a:srgbClr val="DCE8ED"/>
            </a:solidFill>
            <a:ln w="0">
              <a:noFill/>
              <a:prstDash val="solid"/>
            </a:ln>
          </p:spPr>
        </p:sp>
        <p:sp>
          <p:nvSpPr>
            <p:cNvPr id="1427" name="four:barrier-filling:filled-output-cell-32:1427">
              <a:extLst>
                <a:ext uri="{FF2B5EF4-FFF2-40B4-BE49-F238E27FC236}">
                  <ns2:creationId id="{C3039544-C976-429A-90B1-A6705308E238}"/>
                </a:ext>
              </a:extLst>
            </p:cNvPr>
            <p:cNvSpPr>
              <a:spLocks noGrp="1"/>
            </p:cNvSpPr>
            <p:nvPr/>
          </p:nvSpPr>
          <p:spPr>
            <a:xfrm>
              <a:off x="16560800" y="7343775"/>
              <a:ext cx="19248" cy="200025"/>
            </a:xfrm>
            <a:prstGeom prst="rect">
              <a:avLst/>
            </a:prstGeom>
            <a:solidFill>
              <a:srgbClr val="DCE8ED"/>
            </a:solidFill>
            <a:ln w="0">
              <a:noFill/>
              <a:prstDash val="solid"/>
            </a:ln>
          </p:spPr>
        </p:sp>
        <p:sp>
          <p:nvSpPr>
            <p:cNvPr id="1428" name="four:barrier-filling:filled-output-cell-33:1428">
              <a:extLst>
                <a:ext uri="{FF2B5EF4-FFF2-40B4-BE49-F238E27FC236}">
                  <ns2:creationId id="{36D23ABA-6333-4346-B960-AE0A3D148BCE}"/>
                </a:ext>
              </a:extLst>
            </p:cNvPr>
            <p:cNvSpPr>
              <a:spLocks noGrp="1"/>
            </p:cNvSpPr>
            <p:nvPr/>
          </p:nvSpPr>
          <p:spPr>
            <a:xfrm>
              <a:off x="16580048" y="7343775"/>
              <a:ext cx="19248" cy="200025"/>
            </a:xfrm>
            <a:prstGeom prst="rect">
              <a:avLst/>
            </a:prstGeom>
            <a:solidFill>
              <a:srgbClr val="DCE8ED"/>
            </a:solidFill>
            <a:ln w="0">
              <a:noFill/>
              <a:prstDash val="solid"/>
            </a:ln>
          </p:spPr>
        </p:sp>
        <p:sp>
          <p:nvSpPr>
            <p:cNvPr id="1429" name="four:barrier-filling:filled-output-cell-34:1429">
              <a:extLst>
                <a:ext uri="{FF2B5EF4-FFF2-40B4-BE49-F238E27FC236}">
                  <ns2:creationId id="{CF9BE855-18CC-4018-95D7-4B156030BE59}"/>
                </a:ext>
              </a:extLst>
            </p:cNvPr>
            <p:cNvSpPr>
              <a:spLocks noGrp="1"/>
            </p:cNvSpPr>
            <p:nvPr/>
          </p:nvSpPr>
          <p:spPr>
            <a:xfrm>
              <a:off x="16599297" y="7343775"/>
              <a:ext cx="19248" cy="200025"/>
            </a:xfrm>
            <a:prstGeom prst="rect">
              <a:avLst/>
            </a:prstGeom>
            <a:solidFill>
              <a:srgbClr val="DCE8ED"/>
            </a:solidFill>
            <a:ln w="0">
              <a:noFill/>
              <a:prstDash val="solid"/>
            </a:ln>
          </p:spPr>
        </p:sp>
        <p:sp>
          <p:nvSpPr>
            <p:cNvPr id="1430" name="four:barrier-filling:filled-output-cell-35:1430">
              <a:extLst>
                <a:ext uri="{FF2B5EF4-FFF2-40B4-BE49-F238E27FC236}">
                  <ns2:creationId id="{52157236-7D80-4963-90A3-CD484EDA7F1C}"/>
                </a:ext>
              </a:extLst>
            </p:cNvPr>
            <p:cNvSpPr>
              <a:spLocks noGrp="1"/>
            </p:cNvSpPr>
            <p:nvPr/>
          </p:nvSpPr>
          <p:spPr>
            <a:xfrm>
              <a:off x="16618545" y="7343775"/>
              <a:ext cx="19248" cy="200025"/>
            </a:xfrm>
            <a:prstGeom prst="rect">
              <a:avLst/>
            </a:prstGeom>
            <a:solidFill>
              <a:srgbClr val="DCE8ED"/>
            </a:solidFill>
            <a:ln w="0">
              <a:noFill/>
              <a:prstDash val="solid"/>
            </a:ln>
          </p:spPr>
        </p:sp>
        <p:sp>
          <p:nvSpPr>
            <p:cNvPr id="1431" name="four:barrier-filling:filled-output-cell-36:1431">
              <a:extLst>
                <a:ext uri="{FF2B5EF4-FFF2-40B4-BE49-F238E27FC236}">
                  <ns2:creationId id="{B963F870-5E0C-4E7B-B0ED-FC7620A61538}"/>
                </a:ext>
              </a:extLst>
            </p:cNvPr>
            <p:cNvSpPr>
              <a:spLocks noGrp="1"/>
            </p:cNvSpPr>
            <p:nvPr/>
          </p:nvSpPr>
          <p:spPr>
            <a:xfrm>
              <a:off x="16637794" y="7343775"/>
              <a:ext cx="19248" cy="200025"/>
            </a:xfrm>
            <a:prstGeom prst="rect">
              <a:avLst/>
            </a:prstGeom>
            <a:solidFill>
              <a:srgbClr val="DCE8ED"/>
            </a:solidFill>
            <a:ln w="0">
              <a:noFill/>
              <a:prstDash val="solid"/>
            </a:ln>
          </p:spPr>
        </p:sp>
        <p:sp>
          <p:nvSpPr>
            <p:cNvPr id="1432" name="four:barrier-filling:filled-output-cell-37:1432">
              <a:extLst>
                <a:ext uri="{FF2B5EF4-FFF2-40B4-BE49-F238E27FC236}">
                  <ns2:creationId id="{12521C1A-33AB-4323-870E-A53662D086D6}"/>
                </a:ext>
              </a:extLst>
            </p:cNvPr>
            <p:cNvSpPr>
              <a:spLocks noGrp="1"/>
            </p:cNvSpPr>
            <p:nvPr/>
          </p:nvSpPr>
          <p:spPr>
            <a:xfrm>
              <a:off x="16657042" y="7343775"/>
              <a:ext cx="19248" cy="200025"/>
            </a:xfrm>
            <a:prstGeom prst="rect">
              <a:avLst/>
            </a:prstGeom>
            <a:solidFill>
              <a:srgbClr val="DCE8ED"/>
            </a:solidFill>
            <a:ln w="0">
              <a:noFill/>
              <a:prstDash val="solid"/>
            </a:ln>
          </p:spPr>
        </p:sp>
        <p:sp>
          <p:nvSpPr>
            <p:cNvPr id="1433" name="four:barrier-filling:filled-output-cell-38:1433">
              <a:extLst>
                <a:ext uri="{FF2B5EF4-FFF2-40B4-BE49-F238E27FC236}">
                  <ns2:creationId id="{97B849CA-479E-4F9F-86D8-0CC5538AC494}"/>
                </a:ext>
              </a:extLst>
            </p:cNvPr>
            <p:cNvSpPr>
              <a:spLocks noGrp="1"/>
            </p:cNvSpPr>
            <p:nvPr/>
          </p:nvSpPr>
          <p:spPr>
            <a:xfrm>
              <a:off x="16676291" y="7343775"/>
              <a:ext cx="19248" cy="200025"/>
            </a:xfrm>
            <a:prstGeom prst="rect">
              <a:avLst/>
            </a:prstGeom>
            <a:solidFill>
              <a:srgbClr val="DCE8ED"/>
            </a:solidFill>
            <a:ln w="0">
              <a:noFill/>
              <a:prstDash val="solid"/>
            </a:ln>
          </p:spPr>
        </p:sp>
        <p:sp>
          <p:nvSpPr>
            <p:cNvPr id="1434" name="four:barrier-filling:filled-output-cell-39:1434">
              <a:extLst>
                <a:ext uri="{FF2B5EF4-FFF2-40B4-BE49-F238E27FC236}">
                  <ns2:creationId id="{A484494A-A053-4238-A4CF-B726A31A3BE8}"/>
                </a:ext>
              </a:extLst>
            </p:cNvPr>
            <p:cNvSpPr>
              <a:spLocks noGrp="1"/>
            </p:cNvSpPr>
            <p:nvPr/>
          </p:nvSpPr>
          <p:spPr>
            <a:xfrm>
              <a:off x="16695539" y="7343775"/>
              <a:ext cx="19248" cy="200025"/>
            </a:xfrm>
            <a:prstGeom prst="rect">
              <a:avLst/>
            </a:prstGeom>
            <a:solidFill>
              <a:srgbClr val="DCE8ED"/>
            </a:solidFill>
            <a:ln w="0">
              <a:noFill/>
              <a:prstDash val="solid"/>
            </a:ln>
          </p:spPr>
        </p:sp>
        <p:sp>
          <p:nvSpPr>
            <p:cNvPr id="1435" name="four:barrier-filling:filled-output-cell-40:1435">
              <a:extLst>
                <a:ext uri="{FF2B5EF4-FFF2-40B4-BE49-F238E27FC236}">
                  <ns2:creationId id="{5B4CCD0C-2DBE-40C3-8AC1-EAABB7F26574}"/>
                </a:ext>
              </a:extLst>
            </p:cNvPr>
            <p:cNvSpPr>
              <a:spLocks noGrp="1"/>
            </p:cNvSpPr>
            <p:nvPr/>
          </p:nvSpPr>
          <p:spPr>
            <a:xfrm>
              <a:off x="16714788" y="7343775"/>
              <a:ext cx="19248" cy="200025"/>
            </a:xfrm>
            <a:prstGeom prst="rect">
              <a:avLst/>
            </a:prstGeom>
            <a:solidFill>
              <a:srgbClr val="DCE8ED"/>
            </a:solidFill>
            <a:ln w="0">
              <a:noFill/>
              <a:prstDash val="solid"/>
            </a:ln>
          </p:spPr>
        </p:sp>
        <p:sp>
          <p:nvSpPr>
            <p:cNvPr id="1436" name="four:barrier-filling:filled-output-cell-41:1436">
              <a:extLst>
                <a:ext uri="{FF2B5EF4-FFF2-40B4-BE49-F238E27FC236}">
                  <ns2:creationId id="{C9FD1511-7202-4A36-8A32-1561D6D58480}"/>
                </a:ext>
              </a:extLst>
            </p:cNvPr>
            <p:cNvSpPr>
              <a:spLocks noGrp="1"/>
            </p:cNvSpPr>
            <p:nvPr/>
          </p:nvSpPr>
          <p:spPr>
            <a:xfrm>
              <a:off x="16734036" y="7343775"/>
              <a:ext cx="19248" cy="200025"/>
            </a:xfrm>
            <a:prstGeom prst="rect">
              <a:avLst/>
            </a:prstGeom>
            <a:solidFill>
              <a:srgbClr val="DCE8ED"/>
            </a:solidFill>
            <a:ln w="0">
              <a:noFill/>
              <a:prstDash val="solid"/>
            </a:ln>
          </p:spPr>
        </p:sp>
        <p:sp>
          <p:nvSpPr>
            <p:cNvPr id="1437" name="four:barrier-filling:filled-output-cell-42:1437">
              <a:extLst>
                <a:ext uri="{FF2B5EF4-FFF2-40B4-BE49-F238E27FC236}">
                  <ns2:creationId id="{78C62432-8686-4B54-8439-7D17842D2573}"/>
                </a:ext>
              </a:extLst>
            </p:cNvPr>
            <p:cNvSpPr>
              <a:spLocks noGrp="1"/>
            </p:cNvSpPr>
            <p:nvPr/>
          </p:nvSpPr>
          <p:spPr>
            <a:xfrm>
              <a:off x="16753284" y="7343775"/>
              <a:ext cx="19248" cy="200025"/>
            </a:xfrm>
            <a:prstGeom prst="rect">
              <a:avLst/>
            </a:prstGeom>
            <a:solidFill>
              <a:srgbClr val="DCE8ED"/>
            </a:solidFill>
            <a:ln w="0">
              <a:noFill/>
              <a:prstDash val="solid"/>
            </a:ln>
          </p:spPr>
        </p:sp>
        <p:sp>
          <p:nvSpPr>
            <p:cNvPr id="1438" name="four:barrier-filling:filled-output-cell-43:1438">
              <a:extLst>
                <a:ext uri="{FF2B5EF4-FFF2-40B4-BE49-F238E27FC236}">
                  <ns2:creationId id="{90D4BF4B-6ED2-4979-A66B-C9CD93E74ABF}"/>
                </a:ext>
              </a:extLst>
            </p:cNvPr>
            <p:cNvSpPr>
              <a:spLocks noGrp="1"/>
            </p:cNvSpPr>
            <p:nvPr/>
          </p:nvSpPr>
          <p:spPr>
            <a:xfrm>
              <a:off x="16772533" y="7343775"/>
              <a:ext cx="19248" cy="200025"/>
            </a:xfrm>
            <a:prstGeom prst="rect">
              <a:avLst/>
            </a:prstGeom>
            <a:solidFill>
              <a:srgbClr val="DCE8ED"/>
            </a:solidFill>
            <a:ln w="0">
              <a:noFill/>
              <a:prstDash val="solid"/>
            </a:ln>
          </p:spPr>
        </p:sp>
        <p:sp>
          <p:nvSpPr>
            <p:cNvPr id="1439" name="four:barrier-filling:filled-output-cell-44:1439">
              <a:extLst>
                <a:ext uri="{FF2B5EF4-FFF2-40B4-BE49-F238E27FC236}">
                  <ns2:creationId id="{AEB07ECF-8B44-4E49-B125-E69A95642F85}"/>
                </a:ext>
              </a:extLst>
            </p:cNvPr>
            <p:cNvSpPr>
              <a:spLocks noGrp="1"/>
            </p:cNvSpPr>
            <p:nvPr/>
          </p:nvSpPr>
          <p:spPr>
            <a:xfrm>
              <a:off x="16791781" y="7343775"/>
              <a:ext cx="19248" cy="200025"/>
            </a:xfrm>
            <a:prstGeom prst="rect">
              <a:avLst/>
            </a:prstGeom>
            <a:solidFill>
              <a:srgbClr val="DCE8ED"/>
            </a:solidFill>
            <a:ln w="0">
              <a:noFill/>
              <a:prstDash val="solid"/>
            </a:ln>
          </p:spPr>
        </p:sp>
        <p:sp>
          <p:nvSpPr>
            <p:cNvPr id="1440" name="four:barrier-filling:filled-output-cell-45:1440">
              <a:extLst>
                <a:ext uri="{FF2B5EF4-FFF2-40B4-BE49-F238E27FC236}">
                  <ns2:creationId id="{E3857303-9A9D-42C3-A684-042CB90B332A}"/>
                </a:ext>
              </a:extLst>
            </p:cNvPr>
            <p:cNvSpPr>
              <a:spLocks noGrp="1"/>
            </p:cNvSpPr>
            <p:nvPr/>
          </p:nvSpPr>
          <p:spPr>
            <a:xfrm>
              <a:off x="16811030" y="7343775"/>
              <a:ext cx="19248" cy="200025"/>
            </a:xfrm>
            <a:prstGeom prst="rect">
              <a:avLst/>
            </a:prstGeom>
            <a:solidFill>
              <a:srgbClr val="DCE8ED"/>
            </a:solidFill>
            <a:ln w="0">
              <a:noFill/>
              <a:prstDash val="solid"/>
            </a:ln>
          </p:spPr>
        </p:sp>
        <p:sp>
          <p:nvSpPr>
            <p:cNvPr id="1441" name="four:barrier-filling:filled-output-cell-46:1441">
              <a:extLst>
                <a:ext uri="{FF2B5EF4-FFF2-40B4-BE49-F238E27FC236}">
                  <ns2:creationId id="{B2BB00B6-A70D-4A4A-9126-AC8187F29EAE}"/>
                </a:ext>
              </a:extLst>
            </p:cNvPr>
            <p:cNvSpPr>
              <a:spLocks noGrp="1"/>
            </p:cNvSpPr>
            <p:nvPr/>
          </p:nvSpPr>
          <p:spPr>
            <a:xfrm>
              <a:off x="16830278" y="7343775"/>
              <a:ext cx="19248" cy="200025"/>
            </a:xfrm>
            <a:prstGeom prst="rect">
              <a:avLst/>
            </a:prstGeom>
            <a:solidFill>
              <a:srgbClr val="DCE8ED"/>
            </a:solidFill>
            <a:ln w="0">
              <a:noFill/>
              <a:prstDash val="solid"/>
            </a:ln>
          </p:spPr>
        </p:sp>
        <p:sp>
          <p:nvSpPr>
            <p:cNvPr id="1442" name="four:barrier-filling:filled-output-cell-47:1442">
              <a:extLst>
                <a:ext uri="{FF2B5EF4-FFF2-40B4-BE49-F238E27FC236}">
                  <ns2:creationId id="{EC99DB7A-C806-47EF-B71A-28B99596E304}"/>
                </a:ext>
              </a:extLst>
            </p:cNvPr>
            <p:cNvSpPr>
              <a:spLocks noGrp="1"/>
            </p:cNvSpPr>
            <p:nvPr/>
          </p:nvSpPr>
          <p:spPr>
            <a:xfrm>
              <a:off x="16849527" y="7343775"/>
              <a:ext cx="19248" cy="200025"/>
            </a:xfrm>
            <a:prstGeom prst="rect">
              <a:avLst/>
            </a:prstGeom>
            <a:solidFill>
              <a:srgbClr val="DCE8ED"/>
            </a:solidFill>
            <a:ln w="0">
              <a:noFill/>
              <a:prstDash val="solid"/>
            </a:ln>
          </p:spPr>
        </p:sp>
        <p:sp>
          <p:nvSpPr>
            <p:cNvPr id="1443" name="four:barrier-filling:filled-output-cell-48:1443">
              <a:extLst>
                <a:ext uri="{FF2B5EF4-FFF2-40B4-BE49-F238E27FC236}">
                  <ns2:creationId id="{FAF7483B-E5B8-4A3A-9F85-D9685B63DB06}"/>
                </a:ext>
              </a:extLst>
            </p:cNvPr>
            <p:cNvSpPr>
              <a:spLocks noGrp="1"/>
            </p:cNvSpPr>
            <p:nvPr/>
          </p:nvSpPr>
          <p:spPr>
            <a:xfrm>
              <a:off x="16868775" y="7343775"/>
              <a:ext cx="19248" cy="200025"/>
            </a:xfrm>
            <a:prstGeom prst="rect">
              <a:avLst/>
            </a:prstGeom>
            <a:solidFill>
              <a:srgbClr val="DCE8ED"/>
            </a:solidFill>
            <a:ln w="0">
              <a:noFill/>
              <a:prstDash val="solid"/>
            </a:ln>
          </p:spPr>
        </p:sp>
        <p:sp>
          <p:nvSpPr>
            <p:cNvPr id="1444" name="four:barrier-filling:filled-output-cell-49:1444">
              <a:extLst>
                <a:ext uri="{FF2B5EF4-FFF2-40B4-BE49-F238E27FC236}">
                  <ns2:creationId id="{A447916E-AE3E-404E-9D6C-D7BF1381DC6D}"/>
                </a:ext>
              </a:extLst>
            </p:cNvPr>
            <p:cNvSpPr>
              <a:spLocks noGrp="1"/>
            </p:cNvSpPr>
            <p:nvPr/>
          </p:nvSpPr>
          <p:spPr>
            <a:xfrm>
              <a:off x="16888023" y="7343775"/>
              <a:ext cx="19248" cy="200025"/>
            </a:xfrm>
            <a:prstGeom prst="rect">
              <a:avLst/>
            </a:prstGeom>
            <a:solidFill>
              <a:srgbClr val="DCE8ED"/>
            </a:solidFill>
            <a:ln w="0">
              <a:noFill/>
              <a:prstDash val="solid"/>
            </a:ln>
          </p:spPr>
        </p:sp>
        <p:sp>
          <p:nvSpPr>
            <p:cNvPr id="1445" name="four:barrier-filling:filled-output-cell-50:1445">
              <a:extLst>
                <a:ext uri="{FF2B5EF4-FFF2-40B4-BE49-F238E27FC236}">
                  <ns2:creationId id="{DD1C4552-DCE0-476A-B07D-6E26B3C809D6}"/>
                </a:ext>
              </a:extLst>
            </p:cNvPr>
            <p:cNvSpPr>
              <a:spLocks noGrp="1"/>
            </p:cNvSpPr>
            <p:nvPr/>
          </p:nvSpPr>
          <p:spPr>
            <a:xfrm>
              <a:off x="16907272" y="7343775"/>
              <a:ext cx="19248" cy="200025"/>
            </a:xfrm>
            <a:prstGeom prst="rect">
              <a:avLst/>
            </a:prstGeom>
            <a:solidFill>
              <a:srgbClr val="DCE8ED"/>
            </a:solidFill>
            <a:ln w="0">
              <a:noFill/>
              <a:prstDash val="solid"/>
            </a:ln>
          </p:spPr>
        </p:sp>
        <p:sp>
          <p:nvSpPr>
            <p:cNvPr id="1446" name="four:barrier-filling:filled-output-cell-51:1446">
              <a:extLst>
                <a:ext uri="{FF2B5EF4-FFF2-40B4-BE49-F238E27FC236}">
                  <ns2:creationId id="{FDD6994F-BD01-42DB-80F9-EDDD09B7D80A}"/>
                </a:ext>
              </a:extLst>
            </p:cNvPr>
            <p:cNvSpPr>
              <a:spLocks noGrp="1"/>
            </p:cNvSpPr>
            <p:nvPr/>
          </p:nvSpPr>
          <p:spPr>
            <a:xfrm>
              <a:off x="16926520" y="7343775"/>
              <a:ext cx="19248" cy="200025"/>
            </a:xfrm>
            <a:prstGeom prst="rect">
              <a:avLst/>
            </a:prstGeom>
            <a:solidFill>
              <a:srgbClr val="DCE8ED"/>
            </a:solidFill>
            <a:ln w="0">
              <a:noFill/>
              <a:prstDash val="solid"/>
            </a:ln>
          </p:spPr>
        </p:sp>
        <p:sp>
          <p:nvSpPr>
            <p:cNvPr id="1447" name="four:barrier-filling:filled-output-cell-52:1447">
              <a:extLst>
                <a:ext uri="{FF2B5EF4-FFF2-40B4-BE49-F238E27FC236}">
                  <ns2:creationId id="{904BA196-577F-476F-9623-1E87FAEA1CDE}"/>
                </a:ext>
              </a:extLst>
            </p:cNvPr>
            <p:cNvSpPr>
              <a:spLocks noGrp="1"/>
            </p:cNvSpPr>
            <p:nvPr/>
          </p:nvSpPr>
          <p:spPr>
            <a:xfrm>
              <a:off x="16945769" y="7343775"/>
              <a:ext cx="19248" cy="200025"/>
            </a:xfrm>
            <a:prstGeom prst="rect">
              <a:avLst/>
            </a:prstGeom>
            <a:solidFill>
              <a:srgbClr val="DCE8ED"/>
            </a:solidFill>
            <a:ln w="0">
              <a:noFill/>
              <a:prstDash val="solid"/>
            </a:ln>
          </p:spPr>
        </p:sp>
        <p:sp>
          <p:nvSpPr>
            <p:cNvPr id="1448" name="four:barrier-filling:filled-output-cell-53:1448">
              <a:extLst>
                <a:ext uri="{FF2B5EF4-FFF2-40B4-BE49-F238E27FC236}">
                  <ns2:creationId id="{877F847E-53DE-4109-9922-D102FA97645B}"/>
                </a:ext>
              </a:extLst>
            </p:cNvPr>
            <p:cNvSpPr>
              <a:spLocks noGrp="1"/>
            </p:cNvSpPr>
            <p:nvPr/>
          </p:nvSpPr>
          <p:spPr>
            <a:xfrm>
              <a:off x="16965017" y="7343775"/>
              <a:ext cx="19248" cy="200025"/>
            </a:xfrm>
            <a:prstGeom prst="rect">
              <a:avLst/>
            </a:prstGeom>
            <a:solidFill>
              <a:srgbClr val="DCE8ED"/>
            </a:solidFill>
            <a:ln w="0">
              <a:noFill/>
              <a:prstDash val="solid"/>
            </a:ln>
          </p:spPr>
        </p:sp>
        <p:sp>
          <p:nvSpPr>
            <p:cNvPr id="1449" name="four:barrier-filling:filled-output-cell-54:1449">
              <a:extLst>
                <a:ext uri="{FF2B5EF4-FFF2-40B4-BE49-F238E27FC236}">
                  <ns2:creationId id="{6B681FA4-51BA-4E34-AEFB-8DCBD269AE07}"/>
                </a:ext>
              </a:extLst>
            </p:cNvPr>
            <p:cNvSpPr>
              <a:spLocks noGrp="1"/>
            </p:cNvSpPr>
            <p:nvPr/>
          </p:nvSpPr>
          <p:spPr>
            <a:xfrm>
              <a:off x="16984266" y="7343775"/>
              <a:ext cx="19248" cy="200025"/>
            </a:xfrm>
            <a:prstGeom prst="rect">
              <a:avLst/>
            </a:prstGeom>
            <a:solidFill>
              <a:srgbClr val="DCE8ED"/>
            </a:solidFill>
            <a:ln w="0">
              <a:noFill/>
              <a:prstDash val="solid"/>
            </a:ln>
          </p:spPr>
        </p:sp>
        <p:sp>
          <p:nvSpPr>
            <p:cNvPr id="1450" name="four:barrier-filling:filled-output-cell-55:1450">
              <a:extLst>
                <a:ext uri="{FF2B5EF4-FFF2-40B4-BE49-F238E27FC236}">
                  <ns2:creationId id="{B5398F03-0356-421E-9D12-1B99B0BDD5C5}"/>
                </a:ext>
              </a:extLst>
            </p:cNvPr>
            <p:cNvSpPr>
              <a:spLocks noGrp="1"/>
            </p:cNvSpPr>
            <p:nvPr/>
          </p:nvSpPr>
          <p:spPr>
            <a:xfrm>
              <a:off x="17003514" y="7343775"/>
              <a:ext cx="19248" cy="200025"/>
            </a:xfrm>
            <a:prstGeom prst="rect">
              <a:avLst/>
            </a:prstGeom>
            <a:solidFill>
              <a:srgbClr val="DCE8ED"/>
            </a:solidFill>
            <a:ln w="0">
              <a:noFill/>
              <a:prstDash val="solid"/>
            </a:ln>
          </p:spPr>
        </p:sp>
        <p:sp>
          <p:nvSpPr>
            <p:cNvPr id="1451" name="four:barrier-filling:filled-output-cell-56:1451">
              <a:extLst>
                <a:ext uri="{FF2B5EF4-FFF2-40B4-BE49-F238E27FC236}">
                  <ns2:creationId id="{898284DB-38D9-493B-8C8B-F4C43B104610}"/>
                </a:ext>
              </a:extLst>
            </p:cNvPr>
            <p:cNvSpPr>
              <a:spLocks noGrp="1"/>
            </p:cNvSpPr>
            <p:nvPr/>
          </p:nvSpPr>
          <p:spPr>
            <a:xfrm>
              <a:off x="17022763" y="7343775"/>
              <a:ext cx="19248" cy="200025"/>
            </a:xfrm>
            <a:prstGeom prst="rect">
              <a:avLst/>
            </a:prstGeom>
            <a:solidFill>
              <a:srgbClr val="DBE8EC"/>
            </a:solidFill>
            <a:ln w="0">
              <a:noFill/>
              <a:prstDash val="solid"/>
            </a:ln>
          </p:spPr>
        </p:sp>
        <p:sp>
          <p:nvSpPr>
            <p:cNvPr id="1452" name="four:barrier-filling:filled-output-cell-57:1452">
              <a:extLst>
                <a:ext uri="{FF2B5EF4-FFF2-40B4-BE49-F238E27FC236}">
                  <ns2:creationId id="{AB32D181-A350-469B-AECB-3E70AE59A81F}"/>
                </a:ext>
              </a:extLst>
            </p:cNvPr>
            <p:cNvSpPr>
              <a:spLocks noGrp="1"/>
            </p:cNvSpPr>
            <p:nvPr/>
          </p:nvSpPr>
          <p:spPr>
            <a:xfrm>
              <a:off x="17042011" y="7343775"/>
              <a:ext cx="19248" cy="200025"/>
            </a:xfrm>
            <a:prstGeom prst="rect">
              <a:avLst/>
            </a:prstGeom>
            <a:solidFill>
              <a:srgbClr val="D3E3E5"/>
            </a:solidFill>
            <a:ln w="0">
              <a:noFill/>
              <a:prstDash val="solid"/>
            </a:ln>
          </p:spPr>
        </p:sp>
        <p:sp>
          <p:nvSpPr>
            <p:cNvPr id="1453" name="four:barrier-filling:filled-output-cell-58:1453">
              <a:extLst>
                <a:ext uri="{FF2B5EF4-FFF2-40B4-BE49-F238E27FC236}">
                  <ns2:creationId id="{D23D3D46-7FCD-4784-86AB-7676B47AFB4F}"/>
                </a:ext>
              </a:extLst>
            </p:cNvPr>
            <p:cNvSpPr>
              <a:spLocks noGrp="1"/>
            </p:cNvSpPr>
            <p:nvPr/>
          </p:nvSpPr>
          <p:spPr>
            <a:xfrm>
              <a:off x="17061259" y="7343775"/>
              <a:ext cx="19248" cy="200025"/>
            </a:xfrm>
            <a:prstGeom prst="rect">
              <a:avLst/>
            </a:prstGeom>
            <a:solidFill>
              <a:srgbClr val="DAC9B8"/>
            </a:solidFill>
            <a:ln w="0">
              <a:noFill/>
              <a:prstDash val="solid"/>
            </a:ln>
          </p:spPr>
        </p:sp>
        <p:sp>
          <p:nvSpPr>
            <p:cNvPr id="1454" name="four:barrier-filling:filled-output-cell-59:1454">
              <a:extLst>
                <a:ext uri="{FF2B5EF4-FFF2-40B4-BE49-F238E27FC236}">
                  <ns2:creationId id="{98DB987B-B5E6-4067-938C-AB02B9EC6FFE}"/>
                </a:ext>
              </a:extLst>
            </p:cNvPr>
            <p:cNvSpPr>
              <a:spLocks noGrp="1"/>
            </p:cNvSpPr>
            <p:nvPr/>
          </p:nvSpPr>
          <p:spPr>
            <a:xfrm>
              <a:off x="17080508" y="7343775"/>
              <a:ext cx="19248" cy="200025"/>
            </a:xfrm>
            <a:prstGeom prst="rect">
              <a:avLst/>
            </a:prstGeom>
            <a:solidFill>
              <a:srgbClr val="D9B08D"/>
            </a:solidFill>
            <a:ln w="0">
              <a:noFill/>
              <a:prstDash val="solid"/>
            </a:ln>
          </p:spPr>
        </p:sp>
        <p:sp>
          <p:nvSpPr>
            <p:cNvPr id="1455" name="four:barrier-filling:filled-output-cell-60:1455">
              <a:extLst>
                <a:ext uri="{FF2B5EF4-FFF2-40B4-BE49-F238E27FC236}">
                  <ns2:creationId id="{49A400C6-4C3E-47FF-B5CF-8B77F8951182}"/>
                </a:ext>
              </a:extLst>
            </p:cNvPr>
            <p:cNvSpPr>
              <a:spLocks noGrp="1"/>
            </p:cNvSpPr>
            <p:nvPr/>
          </p:nvSpPr>
          <p:spPr>
            <a:xfrm>
              <a:off x="17099756" y="7343775"/>
              <a:ext cx="19248" cy="200025"/>
            </a:xfrm>
            <a:prstGeom prst="rect">
              <a:avLst/>
            </a:prstGeom>
            <a:solidFill>
              <a:srgbClr val="D89660"/>
            </a:solidFill>
            <a:ln w="0">
              <a:noFill/>
              <a:prstDash val="solid"/>
            </a:ln>
          </p:spPr>
        </p:sp>
        <p:sp>
          <p:nvSpPr>
            <p:cNvPr id="1456" name="four:barrier-filling:filled-output-cell-61:1456">
              <a:extLst>
                <a:ext uri="{FF2B5EF4-FFF2-40B4-BE49-F238E27FC236}">
                  <ns2:creationId id="{D4E4516A-BB99-4561-914A-929CB9AC06E1}"/>
                </a:ext>
              </a:extLst>
            </p:cNvPr>
            <p:cNvSpPr>
              <a:spLocks noGrp="1"/>
            </p:cNvSpPr>
            <p:nvPr/>
          </p:nvSpPr>
          <p:spPr>
            <a:xfrm>
              <a:off x="17119005" y="7343775"/>
              <a:ext cx="19248" cy="200025"/>
            </a:xfrm>
            <a:prstGeom prst="rect">
              <a:avLst/>
            </a:prstGeom>
            <a:solidFill>
              <a:srgbClr val="D77D35"/>
            </a:solidFill>
            <a:ln w="0">
              <a:noFill/>
              <a:prstDash val="solid"/>
            </a:ln>
          </p:spPr>
        </p:sp>
        <p:sp>
          <p:nvSpPr>
            <p:cNvPr id="1457" name="four:barrier-filling:filled-output-cell-62:1457">
              <a:extLst>
                <a:ext uri="{FF2B5EF4-FFF2-40B4-BE49-F238E27FC236}">
                  <ns2:creationId id="{0F6FC316-336A-4F8B-86E9-537E1445C031}"/>
                </a:ext>
              </a:extLst>
            </p:cNvPr>
            <p:cNvSpPr>
              <a:spLocks noGrp="1"/>
            </p:cNvSpPr>
            <p:nvPr/>
          </p:nvSpPr>
          <p:spPr>
            <a:xfrm>
              <a:off x="17138253" y="7343775"/>
              <a:ext cx="19248" cy="200025"/>
            </a:xfrm>
            <a:prstGeom prst="rect">
              <a:avLst/>
            </a:prstGeom>
            <a:solidFill>
              <a:srgbClr val="D66913"/>
            </a:solidFill>
            <a:ln w="0">
              <a:noFill/>
              <a:prstDash val="solid"/>
            </a:ln>
          </p:spPr>
        </p:sp>
        <p:sp>
          <p:nvSpPr>
            <p:cNvPr id="1458" name="four:barrier-filling:filled-output-cell-63:1458">
              <a:extLst>
                <a:ext uri="{FF2B5EF4-FFF2-40B4-BE49-F238E27FC236}">
                  <ns2:creationId id="{6EF8CB2A-0B6A-4DC0-8B6E-7ACB4AFE5CCB}"/>
                </a:ext>
              </a:extLst>
            </p:cNvPr>
            <p:cNvSpPr>
              <a:spLocks noGrp="1"/>
            </p:cNvSpPr>
            <p:nvPr/>
          </p:nvSpPr>
          <p:spPr>
            <a:xfrm>
              <a:off x="17157502" y="7343775"/>
              <a:ext cx="19248" cy="200025"/>
            </a:xfrm>
            <a:prstGeom prst="rect">
              <a:avLst/>
            </a:prstGeom>
            <a:solidFill>
              <a:srgbClr val="D55F02"/>
            </a:solidFill>
            <a:ln w="0">
              <a:noFill/>
              <a:prstDash val="solid"/>
            </a:ln>
          </p:spPr>
        </p:sp>
        <p:sp>
          <p:nvSpPr>
            <p:cNvPr id="1459" name="four:barrier-filling:filled-output-cell-64:1459">
              <a:extLst>
                <a:ext uri="{FF2B5EF4-FFF2-40B4-BE49-F238E27FC236}">
                  <ns2:creationId id="{301E1CFA-ABDC-40DE-B8C0-CC731BCD799E}"/>
                </a:ext>
              </a:extLst>
            </p:cNvPr>
            <p:cNvSpPr>
              <a:spLocks noGrp="1"/>
            </p:cNvSpPr>
            <p:nvPr/>
          </p:nvSpPr>
          <p:spPr>
            <a:xfrm>
              <a:off x="17176750" y="7343775"/>
              <a:ext cx="19248" cy="200025"/>
            </a:xfrm>
            <a:prstGeom prst="rect">
              <a:avLst/>
            </a:prstGeom>
            <a:solidFill>
              <a:srgbClr val="D55E00"/>
            </a:solidFill>
            <a:ln w="0">
              <a:noFill/>
              <a:prstDash val="solid"/>
            </a:ln>
          </p:spPr>
        </p:sp>
        <p:sp>
          <p:nvSpPr>
            <p:cNvPr id="1460" name="four:barrier-filling:filled-output-cell-65:1460">
              <a:extLst>
                <a:ext uri="{FF2B5EF4-FFF2-40B4-BE49-F238E27FC236}">
                  <ns2:creationId id="{A2AB8EFA-3825-49CD-8664-2C51889CBC96}"/>
                </a:ext>
              </a:extLst>
            </p:cNvPr>
            <p:cNvSpPr>
              <a:spLocks noGrp="1"/>
            </p:cNvSpPr>
            <p:nvPr/>
          </p:nvSpPr>
          <p:spPr>
            <a:xfrm>
              <a:off x="17195998" y="7343775"/>
              <a:ext cx="19248" cy="200025"/>
            </a:xfrm>
            <a:prstGeom prst="rect">
              <a:avLst/>
            </a:prstGeom>
            <a:solidFill>
              <a:srgbClr val="D55E00"/>
            </a:solidFill>
            <a:ln w="0">
              <a:noFill/>
              <a:prstDash val="solid"/>
            </a:ln>
          </p:spPr>
        </p:sp>
        <p:sp>
          <p:nvSpPr>
            <p:cNvPr id="1461" name="four:barrier-filling:filled-output-cell-66:1461">
              <a:extLst>
                <a:ext uri="{FF2B5EF4-FFF2-40B4-BE49-F238E27FC236}">
                  <ns2:creationId id="{B16C7D9B-E7E4-4DF1-BB01-152D3C022F8B}"/>
                </a:ext>
              </a:extLst>
            </p:cNvPr>
            <p:cNvSpPr>
              <a:spLocks noGrp="1"/>
            </p:cNvSpPr>
            <p:nvPr/>
          </p:nvSpPr>
          <p:spPr>
            <a:xfrm>
              <a:off x="17215247" y="7343775"/>
              <a:ext cx="19248" cy="200025"/>
            </a:xfrm>
            <a:prstGeom prst="rect">
              <a:avLst/>
            </a:prstGeom>
            <a:solidFill>
              <a:srgbClr val="D55E00"/>
            </a:solidFill>
            <a:ln w="0">
              <a:noFill/>
              <a:prstDash val="solid"/>
            </a:ln>
          </p:spPr>
        </p:sp>
        <p:sp>
          <p:nvSpPr>
            <p:cNvPr id="1462" name="four:barrier-filling:filled-output-cell-67:1462">
              <a:extLst>
                <a:ext uri="{FF2B5EF4-FFF2-40B4-BE49-F238E27FC236}">
                  <ns2:creationId id="{2471CF37-149C-4CD9-8BEC-1C687FBD87F8}"/>
                </a:ext>
              </a:extLst>
            </p:cNvPr>
            <p:cNvSpPr>
              <a:spLocks noGrp="1"/>
            </p:cNvSpPr>
            <p:nvPr/>
          </p:nvSpPr>
          <p:spPr>
            <a:xfrm>
              <a:off x="17234495" y="7343775"/>
              <a:ext cx="19248" cy="200025"/>
            </a:xfrm>
            <a:prstGeom prst="rect">
              <a:avLst/>
            </a:prstGeom>
            <a:solidFill>
              <a:srgbClr val="D55E00"/>
            </a:solidFill>
            <a:ln w="0">
              <a:noFill/>
              <a:prstDash val="solid"/>
            </a:ln>
          </p:spPr>
        </p:sp>
        <p:sp>
          <p:nvSpPr>
            <p:cNvPr id="1463" name="four:barrier-filling:filled-output-cell-68:1463">
              <a:extLst>
                <a:ext uri="{FF2B5EF4-FFF2-40B4-BE49-F238E27FC236}">
                  <ns2:creationId id="{679E2BFD-7A91-4E09-8FBC-3DA5918B05D5}"/>
                </a:ext>
              </a:extLst>
            </p:cNvPr>
            <p:cNvSpPr>
              <a:spLocks noGrp="1"/>
            </p:cNvSpPr>
            <p:nvPr/>
          </p:nvSpPr>
          <p:spPr>
            <a:xfrm>
              <a:off x="17253744" y="7343775"/>
              <a:ext cx="19248" cy="200025"/>
            </a:xfrm>
            <a:prstGeom prst="rect">
              <a:avLst/>
            </a:prstGeom>
            <a:solidFill>
              <a:srgbClr val="D55E00"/>
            </a:solidFill>
            <a:ln w="0">
              <a:noFill/>
              <a:prstDash val="solid"/>
            </a:ln>
          </p:spPr>
        </p:sp>
        <p:sp>
          <p:nvSpPr>
            <p:cNvPr id="1464" name="four:barrier-filling:filled-output-cell-69:1464">
              <a:extLst>
                <a:ext uri="{FF2B5EF4-FFF2-40B4-BE49-F238E27FC236}">
                  <ns2:creationId id="{0526946E-7520-4E4F-AF28-C35B67C08C70}"/>
                </a:ext>
              </a:extLst>
            </p:cNvPr>
            <p:cNvSpPr>
              <a:spLocks noGrp="1"/>
            </p:cNvSpPr>
            <p:nvPr/>
          </p:nvSpPr>
          <p:spPr>
            <a:xfrm>
              <a:off x="17272992" y="7343775"/>
              <a:ext cx="19248" cy="200025"/>
            </a:xfrm>
            <a:prstGeom prst="rect">
              <a:avLst/>
            </a:prstGeom>
            <a:solidFill>
              <a:srgbClr val="D55E00"/>
            </a:solidFill>
            <a:ln w="0">
              <a:noFill/>
              <a:prstDash val="solid"/>
            </a:ln>
          </p:spPr>
        </p:sp>
        <p:sp>
          <p:nvSpPr>
            <p:cNvPr id="1465" name="four:barrier-filling:filled-output-cell-70:1465">
              <a:extLst>
                <a:ext uri="{FF2B5EF4-FFF2-40B4-BE49-F238E27FC236}">
                  <ns2:creationId id="{317C4E2A-838C-4E07-BFF4-0BF9ACF01ECE}"/>
                </a:ext>
              </a:extLst>
            </p:cNvPr>
            <p:cNvSpPr>
              <a:spLocks noGrp="1"/>
            </p:cNvSpPr>
            <p:nvPr/>
          </p:nvSpPr>
          <p:spPr>
            <a:xfrm>
              <a:off x="17292241" y="7343775"/>
              <a:ext cx="19248" cy="200025"/>
            </a:xfrm>
            <a:prstGeom prst="rect">
              <a:avLst/>
            </a:prstGeom>
            <a:solidFill>
              <a:srgbClr val="D55E00"/>
            </a:solidFill>
            <a:ln w="0">
              <a:noFill/>
              <a:prstDash val="solid"/>
            </a:ln>
          </p:spPr>
        </p:sp>
        <p:sp>
          <p:nvSpPr>
            <p:cNvPr id="1466" name="four:barrier-filling:filled-output-cell-71:1466">
              <a:extLst>
                <a:ext uri="{FF2B5EF4-FFF2-40B4-BE49-F238E27FC236}">
                  <ns2:creationId id="{66B0898E-D724-410D-9A10-8F07D95C40E1}"/>
                </a:ext>
              </a:extLst>
            </p:cNvPr>
            <p:cNvSpPr>
              <a:spLocks noGrp="1"/>
            </p:cNvSpPr>
            <p:nvPr/>
          </p:nvSpPr>
          <p:spPr>
            <a:xfrm>
              <a:off x="17311489" y="7343775"/>
              <a:ext cx="19248" cy="200025"/>
            </a:xfrm>
            <a:prstGeom prst="rect">
              <a:avLst/>
            </a:prstGeom>
            <a:solidFill>
              <a:srgbClr val="D55E00"/>
            </a:solidFill>
            <a:ln w="0">
              <a:noFill/>
              <a:prstDash val="solid"/>
            </a:ln>
          </p:spPr>
        </p:sp>
        <p:sp>
          <p:nvSpPr>
            <p:cNvPr id="1467" name="four:barrier-filling:filled-output-cell-72:1467">
              <a:extLst>
                <a:ext uri="{FF2B5EF4-FFF2-40B4-BE49-F238E27FC236}">
                  <ns2:creationId id="{F04C8777-72B1-4B5D-9E19-F8A684D079DE}"/>
                </a:ext>
              </a:extLst>
            </p:cNvPr>
            <p:cNvSpPr>
              <a:spLocks noGrp="1"/>
            </p:cNvSpPr>
            <p:nvPr/>
          </p:nvSpPr>
          <p:spPr>
            <a:xfrm>
              <a:off x="17330738" y="7343775"/>
              <a:ext cx="19248" cy="200025"/>
            </a:xfrm>
            <a:prstGeom prst="rect">
              <a:avLst/>
            </a:prstGeom>
            <a:solidFill>
              <a:srgbClr val="D55E00"/>
            </a:solidFill>
            <a:ln w="0">
              <a:noFill/>
              <a:prstDash val="solid"/>
            </a:ln>
          </p:spPr>
        </p:sp>
        <p:sp>
          <p:nvSpPr>
            <p:cNvPr id="1468" name="four:barrier-filling:filled-output-cell-73:1468">
              <a:extLst>
                <a:ext uri="{FF2B5EF4-FFF2-40B4-BE49-F238E27FC236}">
                  <ns2:creationId id="{8922E2EE-FE9B-4785-8C10-9BC0E947B643}"/>
                </a:ext>
              </a:extLst>
            </p:cNvPr>
            <p:cNvSpPr>
              <a:spLocks noGrp="1"/>
            </p:cNvSpPr>
            <p:nvPr/>
          </p:nvSpPr>
          <p:spPr>
            <a:xfrm>
              <a:off x="17349986" y="7343775"/>
              <a:ext cx="19248" cy="200025"/>
            </a:xfrm>
            <a:prstGeom prst="rect">
              <a:avLst/>
            </a:prstGeom>
            <a:solidFill>
              <a:srgbClr val="D55E00"/>
            </a:solidFill>
            <a:ln w="0">
              <a:noFill/>
              <a:prstDash val="solid"/>
            </a:ln>
          </p:spPr>
        </p:sp>
        <p:sp>
          <p:nvSpPr>
            <p:cNvPr id="1469" name="four:barrier-filling:filled-output-cell-74:1469">
              <a:extLst>
                <a:ext uri="{FF2B5EF4-FFF2-40B4-BE49-F238E27FC236}">
                  <ns2:creationId id="{BF2AF4A5-F08F-4D3A-AE4A-FF108446E646}"/>
                </a:ext>
              </a:extLst>
            </p:cNvPr>
            <p:cNvSpPr>
              <a:spLocks noGrp="1"/>
            </p:cNvSpPr>
            <p:nvPr/>
          </p:nvSpPr>
          <p:spPr>
            <a:xfrm>
              <a:off x="17369234" y="7343775"/>
              <a:ext cx="19248" cy="200025"/>
            </a:xfrm>
            <a:prstGeom prst="rect">
              <a:avLst/>
            </a:prstGeom>
            <a:solidFill>
              <a:srgbClr val="D55E00"/>
            </a:solidFill>
            <a:ln w="0">
              <a:noFill/>
              <a:prstDash val="solid"/>
            </a:ln>
          </p:spPr>
        </p:sp>
        <p:sp>
          <p:nvSpPr>
            <p:cNvPr id="1470" name="four:barrier-filling:filled-output-cell-75:1470">
              <a:extLst>
                <a:ext uri="{FF2B5EF4-FFF2-40B4-BE49-F238E27FC236}">
                  <ns2:creationId id="{97A0ACC0-86AC-46A7-BA4F-FF248C94E1F0}"/>
                </a:ext>
              </a:extLst>
            </p:cNvPr>
            <p:cNvSpPr>
              <a:spLocks noGrp="1"/>
            </p:cNvSpPr>
            <p:nvPr/>
          </p:nvSpPr>
          <p:spPr>
            <a:xfrm>
              <a:off x="17388483" y="7343775"/>
              <a:ext cx="19248" cy="200025"/>
            </a:xfrm>
            <a:prstGeom prst="rect">
              <a:avLst/>
            </a:prstGeom>
            <a:solidFill>
              <a:srgbClr val="D55E00"/>
            </a:solidFill>
            <a:ln w="0">
              <a:noFill/>
              <a:prstDash val="solid"/>
            </a:ln>
          </p:spPr>
        </p:sp>
        <p:sp>
          <p:nvSpPr>
            <p:cNvPr id="1471" name="four:barrier-filling:filled-output-cell-76:1471">
              <a:extLst>
                <a:ext uri="{FF2B5EF4-FFF2-40B4-BE49-F238E27FC236}">
                  <ns2:creationId id="{D21F0696-094F-43D1-B089-C97DF32EBD1F}"/>
                </a:ext>
              </a:extLst>
            </p:cNvPr>
            <p:cNvSpPr>
              <a:spLocks noGrp="1"/>
            </p:cNvSpPr>
            <p:nvPr/>
          </p:nvSpPr>
          <p:spPr>
            <a:xfrm>
              <a:off x="17407731" y="7343775"/>
              <a:ext cx="19248" cy="200025"/>
            </a:xfrm>
            <a:prstGeom prst="rect">
              <a:avLst/>
            </a:prstGeom>
            <a:solidFill>
              <a:srgbClr val="D5640A"/>
            </a:solidFill>
            <a:ln w="0">
              <a:noFill/>
              <a:prstDash val="solid"/>
            </a:ln>
          </p:spPr>
        </p:sp>
        <p:sp>
          <p:nvSpPr>
            <p:cNvPr id="1472" name="four:barrier-filling:filled-output-cell-77:1472">
              <a:extLst>
                <a:ext uri="{FF2B5EF4-FFF2-40B4-BE49-F238E27FC236}">
                  <ns2:creationId id="{568FF54C-A6C1-458D-B526-3F9856BE8EB1}"/>
                </a:ext>
              </a:extLst>
            </p:cNvPr>
            <p:cNvSpPr>
              <a:spLocks noGrp="1"/>
            </p:cNvSpPr>
            <p:nvPr/>
          </p:nvSpPr>
          <p:spPr>
            <a:xfrm>
              <a:off x="17426980" y="7343775"/>
              <a:ext cx="19248" cy="200025"/>
            </a:xfrm>
            <a:prstGeom prst="rect">
              <a:avLst/>
            </a:prstGeom>
            <a:solidFill>
              <a:srgbClr val="D67120"/>
            </a:solidFill>
            <a:ln w="0">
              <a:noFill/>
              <a:prstDash val="solid"/>
            </a:ln>
          </p:spPr>
        </p:sp>
        <p:sp>
          <p:nvSpPr>
            <p:cNvPr id="1473" name="four:barrier-filling:filled-output-cell-78:1473">
              <a:extLst>
                <a:ext uri="{FF2B5EF4-FFF2-40B4-BE49-F238E27FC236}">
                  <ns2:creationId id="{B852EDA1-BA43-4C22-8DC2-876CA60509A1}"/>
                </a:ext>
              </a:extLst>
            </p:cNvPr>
            <p:cNvSpPr>
              <a:spLocks noGrp="1"/>
            </p:cNvSpPr>
            <p:nvPr/>
          </p:nvSpPr>
          <p:spPr>
            <a:xfrm>
              <a:off x="17446228" y="7343775"/>
              <a:ext cx="19248" cy="200025"/>
            </a:xfrm>
            <a:prstGeom prst="rect">
              <a:avLst/>
            </a:prstGeom>
            <a:solidFill>
              <a:srgbClr val="D7813D"/>
            </a:solidFill>
            <a:ln w="0">
              <a:noFill/>
              <a:prstDash val="solid"/>
            </a:ln>
          </p:spPr>
        </p:sp>
        <p:sp>
          <p:nvSpPr>
            <p:cNvPr id="1474" name="four:barrier-filling:filled-output-cell-79:1474">
              <a:extLst>
                <a:ext uri="{FF2B5EF4-FFF2-40B4-BE49-F238E27FC236}">
                  <ns2:creationId id="{9A070317-5EA1-4DD3-96F8-017569348605}"/>
                </a:ext>
              </a:extLst>
            </p:cNvPr>
            <p:cNvSpPr>
              <a:spLocks noGrp="1"/>
            </p:cNvSpPr>
            <p:nvPr/>
          </p:nvSpPr>
          <p:spPr>
            <a:xfrm>
              <a:off x="17465477" y="7343775"/>
              <a:ext cx="19248" cy="200025"/>
            </a:xfrm>
            <a:prstGeom prst="rect">
              <a:avLst/>
            </a:prstGeom>
            <a:solidFill>
              <a:srgbClr val="A1B0B5"/>
            </a:solidFill>
            <a:ln w="0">
              <a:noFill/>
              <a:prstDash val="solid"/>
            </a:ln>
          </p:spPr>
        </p:sp>
        <p:sp>
          <p:nvSpPr>
            <p:cNvPr id="1475" name="four:barrier-filling:filled-output-cell-80:1475">
              <a:extLst>
                <a:ext uri="{FF2B5EF4-FFF2-40B4-BE49-F238E27FC236}">
                  <ns2:creationId id="{C5FFEA33-D6A8-484B-A363-83DFD5185F92}"/>
                </a:ext>
              </a:extLst>
            </p:cNvPr>
            <p:cNvSpPr>
              <a:spLocks noGrp="1"/>
            </p:cNvSpPr>
            <p:nvPr/>
          </p:nvSpPr>
          <p:spPr>
            <a:xfrm>
              <a:off x="17484725" y="7343775"/>
              <a:ext cx="19248" cy="200025"/>
            </a:xfrm>
            <a:prstGeom prst="rect">
              <a:avLst/>
            </a:prstGeom>
            <a:solidFill>
              <a:srgbClr val="5CBDA6"/>
            </a:solidFill>
            <a:ln w="0">
              <a:noFill/>
              <a:prstDash val="solid"/>
            </a:ln>
          </p:spPr>
        </p:sp>
        <p:sp>
          <p:nvSpPr>
            <p:cNvPr id="1476" name="four:barrier-filling:filled-output-cell-81:1476">
              <a:extLst>
                <a:ext uri="{FF2B5EF4-FFF2-40B4-BE49-F238E27FC236}">
                  <ns2:creationId id="{FCD1B2B7-18C4-4CE3-AC74-C1F2CCB3D415}"/>
                </a:ext>
              </a:extLst>
            </p:cNvPr>
            <p:cNvSpPr>
              <a:spLocks noGrp="1"/>
            </p:cNvSpPr>
            <p:nvPr/>
          </p:nvSpPr>
          <p:spPr>
            <a:xfrm>
              <a:off x="17503973" y="7343775"/>
              <a:ext cx="19248" cy="200025"/>
            </a:xfrm>
            <a:prstGeom prst="rect">
              <a:avLst/>
            </a:prstGeom>
            <a:solidFill>
              <a:srgbClr val="72C4B2"/>
            </a:solidFill>
            <a:ln w="0">
              <a:noFill/>
              <a:prstDash val="solid"/>
            </a:ln>
          </p:spPr>
        </p:sp>
        <p:sp>
          <p:nvSpPr>
            <p:cNvPr id="1477" name="four:barrier-filling:filled-output-cell-82:1477">
              <a:extLst>
                <a:ext uri="{FF2B5EF4-FFF2-40B4-BE49-F238E27FC236}">
                  <ns2:creationId id="{1512467C-CB5A-4FE0-98CC-544CB1FC1AFA}"/>
                </a:ext>
              </a:extLst>
            </p:cNvPr>
            <p:cNvSpPr>
              <a:spLocks noGrp="1"/>
            </p:cNvSpPr>
            <p:nvPr/>
          </p:nvSpPr>
          <p:spPr>
            <a:xfrm>
              <a:off x="17523222" y="7343775"/>
              <a:ext cx="19248" cy="200025"/>
            </a:xfrm>
            <a:prstGeom prst="rect">
              <a:avLst/>
            </a:prstGeom>
            <a:solidFill>
              <a:srgbClr val="7FC9BA"/>
            </a:solidFill>
            <a:ln w="0">
              <a:noFill/>
              <a:prstDash val="solid"/>
            </a:ln>
          </p:spPr>
        </p:sp>
        <p:sp>
          <p:nvSpPr>
            <p:cNvPr id="1478" name="four:barrier-filling:filled-output-cell-83:1478">
              <a:extLst>
                <a:ext uri="{FF2B5EF4-FFF2-40B4-BE49-F238E27FC236}">
                  <ns2:creationId id="{0DB270BF-220B-4DAD-B323-49C0D91EE6A9}"/>
                </a:ext>
              </a:extLst>
            </p:cNvPr>
            <p:cNvSpPr>
              <a:spLocks noGrp="1"/>
            </p:cNvSpPr>
            <p:nvPr/>
          </p:nvSpPr>
          <p:spPr>
            <a:xfrm>
              <a:off x="17542470" y="7343775"/>
              <a:ext cx="19248" cy="200025"/>
            </a:xfrm>
            <a:prstGeom prst="rect">
              <a:avLst/>
            </a:prstGeom>
            <a:solidFill>
              <a:srgbClr val="81C9BA"/>
            </a:solidFill>
            <a:ln w="0">
              <a:noFill/>
              <a:prstDash val="solid"/>
            </a:ln>
          </p:spPr>
        </p:sp>
        <p:sp>
          <p:nvSpPr>
            <p:cNvPr id="1479" name="four:barrier-filling:filled-output-cell-84:1479">
              <a:extLst>
                <a:ext uri="{FF2B5EF4-FFF2-40B4-BE49-F238E27FC236}">
                  <ns2:creationId id="{7C47F9D0-D9FD-4F58-94C8-08150AE9A5D1}"/>
                </a:ext>
              </a:extLst>
            </p:cNvPr>
            <p:cNvSpPr>
              <a:spLocks noGrp="1"/>
            </p:cNvSpPr>
            <p:nvPr/>
          </p:nvSpPr>
          <p:spPr>
            <a:xfrm>
              <a:off x="17561719" y="7343775"/>
              <a:ext cx="19248" cy="200025"/>
            </a:xfrm>
            <a:prstGeom prst="rect">
              <a:avLst/>
            </a:prstGeom>
            <a:solidFill>
              <a:srgbClr val="81C9BA"/>
            </a:solidFill>
            <a:ln w="0">
              <a:noFill/>
              <a:prstDash val="solid"/>
            </a:ln>
          </p:spPr>
        </p:sp>
        <p:sp>
          <p:nvSpPr>
            <p:cNvPr id="1480" name="four:barrier-filling:filled-output-cell-85:1480">
              <a:extLst>
                <a:ext uri="{FF2B5EF4-FFF2-40B4-BE49-F238E27FC236}">
                  <ns2:creationId id="{092F84A2-924B-4643-ADDC-A81BC4061977}"/>
                </a:ext>
              </a:extLst>
            </p:cNvPr>
            <p:cNvSpPr>
              <a:spLocks noGrp="1"/>
            </p:cNvSpPr>
            <p:nvPr/>
          </p:nvSpPr>
          <p:spPr>
            <a:xfrm>
              <a:off x="17580967" y="7343775"/>
              <a:ext cx="19248" cy="200025"/>
            </a:xfrm>
            <a:prstGeom prst="rect">
              <a:avLst/>
            </a:prstGeom>
            <a:solidFill>
              <a:srgbClr val="81C9BA"/>
            </a:solidFill>
            <a:ln w="0">
              <a:noFill/>
              <a:prstDash val="solid"/>
            </a:ln>
          </p:spPr>
        </p:sp>
        <p:sp>
          <p:nvSpPr>
            <p:cNvPr id="1481" name="four:barrier-filling:filled-output-cell-86:1481">
              <a:extLst>
                <a:ext uri="{FF2B5EF4-FFF2-40B4-BE49-F238E27FC236}">
                  <ns2:creationId id="{76FCB357-7BE6-469D-8D7D-41402257B5AB}"/>
                </a:ext>
              </a:extLst>
            </p:cNvPr>
            <p:cNvSpPr>
              <a:spLocks noGrp="1"/>
            </p:cNvSpPr>
            <p:nvPr/>
          </p:nvSpPr>
          <p:spPr>
            <a:xfrm>
              <a:off x="17600216" y="7343775"/>
              <a:ext cx="19248" cy="200025"/>
            </a:xfrm>
            <a:prstGeom prst="rect">
              <a:avLst/>
            </a:prstGeom>
            <a:solidFill>
              <a:srgbClr val="81C9BA"/>
            </a:solidFill>
            <a:ln w="0">
              <a:noFill/>
              <a:prstDash val="solid"/>
            </a:ln>
          </p:spPr>
        </p:sp>
        <p:sp>
          <p:nvSpPr>
            <p:cNvPr id="1482" name="four:barrier-filling:filled-output-cell-87:1482">
              <a:extLst>
                <a:ext uri="{FF2B5EF4-FFF2-40B4-BE49-F238E27FC236}">
                  <ns2:creationId id="{BBBED46F-7E28-4BAF-B761-430DAA54915C}"/>
                </a:ext>
              </a:extLst>
            </p:cNvPr>
            <p:cNvSpPr>
              <a:spLocks noGrp="1"/>
            </p:cNvSpPr>
            <p:nvPr/>
          </p:nvSpPr>
          <p:spPr>
            <a:xfrm>
              <a:off x="17619464" y="7343775"/>
              <a:ext cx="19248" cy="200025"/>
            </a:xfrm>
            <a:prstGeom prst="rect">
              <a:avLst/>
            </a:prstGeom>
            <a:solidFill>
              <a:srgbClr val="81C9BA"/>
            </a:solidFill>
            <a:ln w="0">
              <a:noFill/>
              <a:prstDash val="solid"/>
            </a:ln>
          </p:spPr>
        </p:sp>
        <p:sp>
          <p:nvSpPr>
            <p:cNvPr id="1483" name="four:barrier-filling:filled-output-cell-88:1483">
              <a:extLst>
                <a:ext uri="{FF2B5EF4-FFF2-40B4-BE49-F238E27FC236}">
                  <ns2:creationId id="{93F12358-6D3C-4A79-9D1A-67F8565A0207}"/>
                </a:ext>
              </a:extLst>
            </p:cNvPr>
            <p:cNvSpPr>
              <a:spLocks noGrp="1"/>
            </p:cNvSpPr>
            <p:nvPr/>
          </p:nvSpPr>
          <p:spPr>
            <a:xfrm>
              <a:off x="17638713" y="7343775"/>
              <a:ext cx="19248" cy="200025"/>
            </a:xfrm>
            <a:prstGeom prst="rect">
              <a:avLst/>
            </a:prstGeom>
            <a:solidFill>
              <a:srgbClr val="81C9BA"/>
            </a:solidFill>
            <a:ln w="0">
              <a:noFill/>
              <a:prstDash val="solid"/>
            </a:ln>
          </p:spPr>
        </p:sp>
        <p:sp>
          <p:nvSpPr>
            <p:cNvPr id="1484" name="four:barrier-filling:filled-output-cell-89:1484">
              <a:extLst>
                <a:ext uri="{FF2B5EF4-FFF2-40B4-BE49-F238E27FC236}">
                  <ns2:creationId id="{24031299-E3D6-4BC5-9AE7-CEA60BB48284}"/>
                </a:ext>
              </a:extLst>
            </p:cNvPr>
            <p:cNvSpPr>
              <a:spLocks noGrp="1"/>
            </p:cNvSpPr>
            <p:nvPr/>
          </p:nvSpPr>
          <p:spPr>
            <a:xfrm>
              <a:off x="17657961" y="7343775"/>
              <a:ext cx="19248" cy="200025"/>
            </a:xfrm>
            <a:prstGeom prst="rect">
              <a:avLst/>
            </a:prstGeom>
            <a:solidFill>
              <a:srgbClr val="81C9BA"/>
            </a:solidFill>
            <a:ln w="0">
              <a:noFill/>
              <a:prstDash val="solid"/>
            </a:ln>
          </p:spPr>
        </p:sp>
        <p:sp>
          <p:nvSpPr>
            <p:cNvPr id="1485" name="four:barrier-filling:filled-output-cell-90:1485">
              <a:extLst>
                <a:ext uri="{FF2B5EF4-FFF2-40B4-BE49-F238E27FC236}">
                  <ns2:creationId id="{98ED26FC-05F0-43E3-89F1-3CB96C74B508}"/>
                </a:ext>
              </a:extLst>
            </p:cNvPr>
            <p:cNvSpPr>
              <a:spLocks noGrp="1"/>
            </p:cNvSpPr>
            <p:nvPr/>
          </p:nvSpPr>
          <p:spPr>
            <a:xfrm>
              <a:off x="17677209" y="7343775"/>
              <a:ext cx="19248" cy="200025"/>
            </a:xfrm>
            <a:prstGeom prst="rect">
              <a:avLst/>
            </a:prstGeom>
            <a:solidFill>
              <a:srgbClr val="81C9BA"/>
            </a:solidFill>
            <a:ln w="0">
              <a:noFill/>
              <a:prstDash val="solid"/>
            </a:ln>
          </p:spPr>
        </p:sp>
        <p:sp>
          <p:nvSpPr>
            <p:cNvPr id="1486" name="four:barrier-filling:filled-output-cell-91:1486">
              <a:extLst>
                <a:ext uri="{FF2B5EF4-FFF2-40B4-BE49-F238E27FC236}">
                  <ns2:creationId id="{509F6CB3-7DF1-4D60-89EB-AE6F5D6D848F}"/>
                </a:ext>
              </a:extLst>
            </p:cNvPr>
            <p:cNvSpPr>
              <a:spLocks noGrp="1"/>
            </p:cNvSpPr>
            <p:nvPr/>
          </p:nvSpPr>
          <p:spPr>
            <a:xfrm>
              <a:off x="17696458" y="7343775"/>
              <a:ext cx="19248" cy="200025"/>
            </a:xfrm>
            <a:prstGeom prst="rect">
              <a:avLst/>
            </a:prstGeom>
            <a:solidFill>
              <a:srgbClr val="81C9BA"/>
            </a:solidFill>
            <a:ln w="0">
              <a:noFill/>
              <a:prstDash val="solid"/>
            </a:ln>
          </p:spPr>
        </p:sp>
        <p:sp>
          <p:nvSpPr>
            <p:cNvPr id="1487" name="four:barrier-filling:filled-output-cell-92:1487">
              <a:extLst>
                <a:ext uri="{FF2B5EF4-FFF2-40B4-BE49-F238E27FC236}">
                  <ns2:creationId id="{25248D22-4D14-4EBF-8FE4-6F82085A65F9}"/>
                </a:ext>
              </a:extLst>
            </p:cNvPr>
            <p:cNvSpPr>
              <a:spLocks noGrp="1"/>
            </p:cNvSpPr>
            <p:nvPr/>
          </p:nvSpPr>
          <p:spPr>
            <a:xfrm>
              <a:off x="17715706" y="7343775"/>
              <a:ext cx="19248" cy="200025"/>
            </a:xfrm>
            <a:prstGeom prst="rect">
              <a:avLst/>
            </a:prstGeom>
            <a:solidFill>
              <a:srgbClr val="81C9BA"/>
            </a:solidFill>
            <a:ln w="0">
              <a:noFill/>
              <a:prstDash val="solid"/>
            </a:ln>
          </p:spPr>
        </p:sp>
        <p:sp>
          <p:nvSpPr>
            <p:cNvPr id="1488" name="four:barrier-filling:filled-output-cell-93:1488">
              <a:extLst>
                <a:ext uri="{FF2B5EF4-FFF2-40B4-BE49-F238E27FC236}">
                  <ns2:creationId id="{1E4C0F70-21B9-4779-B766-D91B2890C9AB}"/>
                </a:ext>
              </a:extLst>
            </p:cNvPr>
            <p:cNvSpPr>
              <a:spLocks noGrp="1"/>
            </p:cNvSpPr>
            <p:nvPr/>
          </p:nvSpPr>
          <p:spPr>
            <a:xfrm>
              <a:off x="17734955" y="7343775"/>
              <a:ext cx="19248" cy="200025"/>
            </a:xfrm>
            <a:prstGeom prst="rect">
              <a:avLst/>
            </a:prstGeom>
            <a:solidFill>
              <a:srgbClr val="81C9BA"/>
            </a:solidFill>
            <a:ln w="0">
              <a:noFill/>
              <a:prstDash val="solid"/>
            </a:ln>
          </p:spPr>
        </p:sp>
        <p:sp>
          <p:nvSpPr>
            <p:cNvPr id="1489" name="four:barrier-filling:filled-output-cell-94:1489">
              <a:extLst>
                <a:ext uri="{FF2B5EF4-FFF2-40B4-BE49-F238E27FC236}">
                  <ns2:creationId id="{4786ACBF-E43E-47ED-AF76-0BBB3D9E0F08}"/>
                </a:ext>
              </a:extLst>
            </p:cNvPr>
            <p:cNvSpPr>
              <a:spLocks noGrp="1"/>
            </p:cNvSpPr>
            <p:nvPr/>
          </p:nvSpPr>
          <p:spPr>
            <a:xfrm>
              <a:off x="17754203" y="7343775"/>
              <a:ext cx="19248" cy="200025"/>
            </a:xfrm>
            <a:prstGeom prst="rect">
              <a:avLst/>
            </a:prstGeom>
            <a:solidFill>
              <a:srgbClr val="81C9BA"/>
            </a:solidFill>
            <a:ln w="0">
              <a:noFill/>
              <a:prstDash val="solid"/>
            </a:ln>
          </p:spPr>
        </p:sp>
        <p:sp>
          <p:nvSpPr>
            <p:cNvPr id="1490" name="four:barrier-filling:filled-output-cell-95:1490">
              <a:extLst>
                <a:ext uri="{FF2B5EF4-FFF2-40B4-BE49-F238E27FC236}">
                  <ns2:creationId id="{23AB2D56-5E8A-4B64-8A60-97741FEEF918}"/>
                </a:ext>
              </a:extLst>
            </p:cNvPr>
            <p:cNvSpPr>
              <a:spLocks noGrp="1"/>
            </p:cNvSpPr>
            <p:nvPr/>
          </p:nvSpPr>
          <p:spPr>
            <a:xfrm>
              <a:off x="17773452" y="7343775"/>
              <a:ext cx="19248" cy="200025"/>
            </a:xfrm>
            <a:prstGeom prst="rect">
              <a:avLst/>
            </a:prstGeom>
            <a:solidFill>
              <a:srgbClr val="81C9BA"/>
            </a:solidFill>
            <a:ln w="0">
              <a:noFill/>
              <a:prstDash val="solid"/>
            </a:ln>
          </p:spPr>
        </p:sp>
        <p:sp>
          <p:nvSpPr>
            <p:cNvPr id="1491" name="four:barrier-filling:filled-output-cell-96:1491">
              <a:extLst>
                <a:ext uri="{FF2B5EF4-FFF2-40B4-BE49-F238E27FC236}">
                  <ns2:creationId id="{77AF408C-C83B-428A-B42C-7BF569F0FB10}"/>
                </a:ext>
              </a:extLst>
            </p:cNvPr>
            <p:cNvSpPr>
              <a:spLocks noGrp="1"/>
            </p:cNvSpPr>
            <p:nvPr/>
          </p:nvSpPr>
          <p:spPr>
            <a:xfrm>
              <a:off x="17792700" y="7343775"/>
              <a:ext cx="19248" cy="200025"/>
            </a:xfrm>
            <a:prstGeom prst="rect">
              <a:avLst/>
            </a:prstGeom>
            <a:solidFill>
              <a:srgbClr val="81C9BA"/>
            </a:solidFill>
            <a:ln w="0">
              <a:noFill/>
              <a:prstDash val="solid"/>
            </a:ln>
          </p:spPr>
        </p:sp>
        <p:sp>
          <p:nvSpPr>
            <p:cNvPr id="1492" name="four:barrier-filling:filled-output-cell-97:1492">
              <a:extLst>
                <a:ext uri="{FF2B5EF4-FFF2-40B4-BE49-F238E27FC236}">
                  <ns2:creationId id="{D3AD7CCD-84EA-4EEB-88A8-B25A2B9A00A0}"/>
                </a:ext>
              </a:extLst>
            </p:cNvPr>
            <p:cNvSpPr>
              <a:spLocks noGrp="1"/>
            </p:cNvSpPr>
            <p:nvPr/>
          </p:nvSpPr>
          <p:spPr>
            <a:xfrm>
              <a:off x="17811948" y="7343775"/>
              <a:ext cx="19248" cy="200025"/>
            </a:xfrm>
            <a:prstGeom prst="rect">
              <a:avLst/>
            </a:prstGeom>
            <a:solidFill>
              <a:srgbClr val="81C9BA"/>
            </a:solidFill>
            <a:ln w="0">
              <a:noFill/>
              <a:prstDash val="solid"/>
            </a:ln>
          </p:spPr>
        </p:sp>
        <p:sp>
          <p:nvSpPr>
            <p:cNvPr id="1493" name="four:barrier-filling:filled-output-cell-98:1493">
              <a:extLst>
                <a:ext uri="{FF2B5EF4-FFF2-40B4-BE49-F238E27FC236}">
                  <ns2:creationId id="{7C655B37-68CB-4936-A2EC-A277153691D5}"/>
                </a:ext>
              </a:extLst>
            </p:cNvPr>
            <p:cNvSpPr>
              <a:spLocks noGrp="1"/>
            </p:cNvSpPr>
            <p:nvPr/>
          </p:nvSpPr>
          <p:spPr>
            <a:xfrm>
              <a:off x="17831197" y="7343775"/>
              <a:ext cx="19248" cy="200025"/>
            </a:xfrm>
            <a:prstGeom prst="rect">
              <a:avLst/>
            </a:prstGeom>
            <a:solidFill>
              <a:srgbClr val="81C9BA"/>
            </a:solidFill>
            <a:ln w="0">
              <a:noFill/>
              <a:prstDash val="solid"/>
            </a:ln>
          </p:spPr>
        </p:sp>
        <p:sp>
          <p:nvSpPr>
            <p:cNvPr id="1494" name="four:barrier-filling:filled-output-cell-99:1494">
              <a:extLst>
                <a:ext uri="{FF2B5EF4-FFF2-40B4-BE49-F238E27FC236}">
                  <ns2:creationId id="{5CE1DC33-C9AD-4740-BF1A-5808057EB941}"/>
                </a:ext>
              </a:extLst>
            </p:cNvPr>
            <p:cNvSpPr>
              <a:spLocks noGrp="1"/>
            </p:cNvSpPr>
            <p:nvPr/>
          </p:nvSpPr>
          <p:spPr>
            <a:xfrm>
              <a:off x="17850445" y="7343775"/>
              <a:ext cx="19248" cy="200025"/>
            </a:xfrm>
            <a:prstGeom prst="rect">
              <a:avLst/>
            </a:prstGeom>
            <a:solidFill>
              <a:srgbClr val="81C9BA"/>
            </a:solidFill>
            <a:ln w="0">
              <a:noFill/>
              <a:prstDash val="solid"/>
            </a:ln>
          </p:spPr>
        </p:sp>
        <p:sp>
          <p:nvSpPr>
            <p:cNvPr id="1495" name="four:barrier-filling:filled-output-cell-100:1495">
              <a:extLst>
                <a:ext uri="{FF2B5EF4-FFF2-40B4-BE49-F238E27FC236}">
                  <ns2:creationId id="{35FB31FE-4C87-45EF-B1E0-B21DEB65A919}"/>
                </a:ext>
              </a:extLst>
            </p:cNvPr>
            <p:cNvSpPr>
              <a:spLocks noGrp="1"/>
            </p:cNvSpPr>
            <p:nvPr/>
          </p:nvSpPr>
          <p:spPr>
            <a:xfrm>
              <a:off x="17869694" y="7343775"/>
              <a:ext cx="19248" cy="200025"/>
            </a:xfrm>
            <a:prstGeom prst="rect">
              <a:avLst/>
            </a:prstGeom>
            <a:solidFill>
              <a:srgbClr val="81C9BA"/>
            </a:solidFill>
            <a:ln w="0">
              <a:noFill/>
              <a:prstDash val="solid"/>
            </a:ln>
          </p:spPr>
        </p:sp>
        <p:sp>
          <p:nvSpPr>
            <p:cNvPr id="1496" name="four:barrier-filling:filled-output-cell-101:1496">
              <a:extLst>
                <a:ext uri="{FF2B5EF4-FFF2-40B4-BE49-F238E27FC236}">
                  <ns2:creationId id="{3E17DE93-92AD-4454-9804-87FC0CE92CCB}"/>
                </a:ext>
              </a:extLst>
            </p:cNvPr>
            <p:cNvSpPr>
              <a:spLocks noGrp="1"/>
            </p:cNvSpPr>
            <p:nvPr/>
          </p:nvSpPr>
          <p:spPr>
            <a:xfrm>
              <a:off x="17888942" y="7343775"/>
              <a:ext cx="19248" cy="200025"/>
            </a:xfrm>
            <a:prstGeom prst="rect">
              <a:avLst/>
            </a:prstGeom>
            <a:solidFill>
              <a:srgbClr val="81C9BA"/>
            </a:solidFill>
            <a:ln w="0">
              <a:noFill/>
              <a:prstDash val="solid"/>
            </a:ln>
          </p:spPr>
        </p:sp>
        <p:sp>
          <p:nvSpPr>
            <p:cNvPr id="1497" name="four:barrier-filling:filled-output-cell-102:1497">
              <a:extLst>
                <a:ext uri="{FF2B5EF4-FFF2-40B4-BE49-F238E27FC236}">
                  <ns2:creationId id="{9644B630-83F3-41F2-A1BD-C90EF8A59C98}"/>
                </a:ext>
              </a:extLst>
            </p:cNvPr>
            <p:cNvSpPr>
              <a:spLocks noGrp="1"/>
            </p:cNvSpPr>
            <p:nvPr/>
          </p:nvSpPr>
          <p:spPr>
            <a:xfrm>
              <a:off x="17908191" y="7343775"/>
              <a:ext cx="19248" cy="200025"/>
            </a:xfrm>
            <a:prstGeom prst="rect">
              <a:avLst/>
            </a:prstGeom>
            <a:solidFill>
              <a:srgbClr val="81C9BA"/>
            </a:solidFill>
            <a:ln w="0">
              <a:noFill/>
              <a:prstDash val="solid"/>
            </a:ln>
          </p:spPr>
        </p:sp>
        <p:sp>
          <p:nvSpPr>
            <p:cNvPr id="1498" name="four:barrier-filling:filled-output-cell-103:1498">
              <a:extLst>
                <a:ext uri="{FF2B5EF4-FFF2-40B4-BE49-F238E27FC236}">
                  <ns2:creationId id="{023A420A-38B7-43CC-9249-45F48582B9B2}"/>
                </a:ext>
              </a:extLst>
            </p:cNvPr>
            <p:cNvSpPr>
              <a:spLocks noGrp="1"/>
            </p:cNvSpPr>
            <p:nvPr/>
          </p:nvSpPr>
          <p:spPr>
            <a:xfrm>
              <a:off x="17927439" y="7343775"/>
              <a:ext cx="19248" cy="200025"/>
            </a:xfrm>
            <a:prstGeom prst="rect">
              <a:avLst/>
            </a:prstGeom>
            <a:solidFill>
              <a:srgbClr val="81C9BA"/>
            </a:solidFill>
            <a:ln w="0">
              <a:noFill/>
              <a:prstDash val="solid"/>
            </a:ln>
          </p:spPr>
        </p:sp>
        <p:sp>
          <p:nvSpPr>
            <p:cNvPr id="1499" name="four:barrier-filling:filled-output-cell-104:1499">
              <a:extLst>
                <a:ext uri="{FF2B5EF4-FFF2-40B4-BE49-F238E27FC236}">
                  <ns2:creationId id="{A62516FA-AEDB-48A3-8905-27126B390F94}"/>
                </a:ext>
              </a:extLst>
            </p:cNvPr>
            <p:cNvSpPr>
              <a:spLocks noGrp="1"/>
            </p:cNvSpPr>
            <p:nvPr/>
          </p:nvSpPr>
          <p:spPr>
            <a:xfrm>
              <a:off x="17946688" y="7343775"/>
              <a:ext cx="19248" cy="200025"/>
            </a:xfrm>
            <a:prstGeom prst="rect">
              <a:avLst/>
            </a:prstGeom>
            <a:solidFill>
              <a:srgbClr val="81C9BA"/>
            </a:solidFill>
            <a:ln w="0">
              <a:noFill/>
              <a:prstDash val="solid"/>
            </a:ln>
          </p:spPr>
        </p:sp>
        <p:sp>
          <p:nvSpPr>
            <p:cNvPr id="1500" name="four:barrier-filling:filled-output-cell-105:1500">
              <a:extLst>
                <a:ext uri="{FF2B5EF4-FFF2-40B4-BE49-F238E27FC236}">
                  <ns2:creationId id="{4C2EC040-EE40-4D5B-AE0B-78480DFDAB5F}"/>
                </a:ext>
              </a:extLst>
            </p:cNvPr>
            <p:cNvSpPr>
              <a:spLocks noGrp="1"/>
            </p:cNvSpPr>
            <p:nvPr/>
          </p:nvSpPr>
          <p:spPr>
            <a:xfrm>
              <a:off x="17965936" y="7343775"/>
              <a:ext cx="19248" cy="200025"/>
            </a:xfrm>
            <a:prstGeom prst="rect">
              <a:avLst/>
            </a:prstGeom>
            <a:solidFill>
              <a:srgbClr val="81C9BA"/>
            </a:solidFill>
            <a:ln w="0">
              <a:noFill/>
              <a:prstDash val="solid"/>
            </a:ln>
          </p:spPr>
        </p:sp>
        <p:sp>
          <p:nvSpPr>
            <p:cNvPr id="1501" name="four:barrier-filling:filled-output-cell-106:1501">
              <a:extLst>
                <a:ext uri="{FF2B5EF4-FFF2-40B4-BE49-F238E27FC236}">
                  <ns2:creationId id="{E396892E-06B2-414A-9836-E2C15C4485A9}"/>
                </a:ext>
              </a:extLst>
            </p:cNvPr>
            <p:cNvSpPr>
              <a:spLocks noGrp="1"/>
            </p:cNvSpPr>
            <p:nvPr/>
          </p:nvSpPr>
          <p:spPr>
            <a:xfrm>
              <a:off x="17985184" y="7343775"/>
              <a:ext cx="19248" cy="200025"/>
            </a:xfrm>
            <a:prstGeom prst="rect">
              <a:avLst/>
            </a:prstGeom>
            <a:solidFill>
              <a:srgbClr val="81C9BA"/>
            </a:solidFill>
            <a:ln w="0">
              <a:noFill/>
              <a:prstDash val="solid"/>
            </a:ln>
          </p:spPr>
        </p:sp>
        <p:sp>
          <p:nvSpPr>
            <p:cNvPr id="1502" name="four:barrier-filling:filled-output-cell-107:1502">
              <a:extLst>
                <a:ext uri="{FF2B5EF4-FFF2-40B4-BE49-F238E27FC236}">
                  <ns2:creationId id="{B6925129-E2F8-4676-8613-D17F8195201C}"/>
                </a:ext>
              </a:extLst>
            </p:cNvPr>
            <p:cNvSpPr>
              <a:spLocks noGrp="1"/>
            </p:cNvSpPr>
            <p:nvPr/>
          </p:nvSpPr>
          <p:spPr>
            <a:xfrm>
              <a:off x="18004433" y="7343775"/>
              <a:ext cx="19248" cy="200025"/>
            </a:xfrm>
            <a:prstGeom prst="rect">
              <a:avLst/>
            </a:prstGeom>
            <a:solidFill>
              <a:srgbClr val="81C9BA"/>
            </a:solidFill>
            <a:ln w="0">
              <a:noFill/>
              <a:prstDash val="solid"/>
            </a:ln>
          </p:spPr>
        </p:sp>
        <p:sp>
          <p:nvSpPr>
            <p:cNvPr id="1503" name="four:barrier-filling:filled-output-cell-108:1503">
              <a:extLst>
                <a:ext uri="{FF2B5EF4-FFF2-40B4-BE49-F238E27FC236}">
                  <ns2:creationId id="{7938A8AA-1B71-491D-BF1C-112B45573511}"/>
                </a:ext>
              </a:extLst>
            </p:cNvPr>
            <p:cNvSpPr>
              <a:spLocks noGrp="1"/>
            </p:cNvSpPr>
            <p:nvPr/>
          </p:nvSpPr>
          <p:spPr>
            <a:xfrm>
              <a:off x="18023681" y="7343775"/>
              <a:ext cx="19248" cy="200025"/>
            </a:xfrm>
            <a:prstGeom prst="rect">
              <a:avLst/>
            </a:prstGeom>
            <a:solidFill>
              <a:srgbClr val="81C9BA"/>
            </a:solidFill>
            <a:ln w="0">
              <a:noFill/>
              <a:prstDash val="solid"/>
            </a:ln>
          </p:spPr>
        </p:sp>
        <p:sp>
          <p:nvSpPr>
            <p:cNvPr id="1504" name="four:barrier-filling:filled-output-cell-109:1504">
              <a:extLst>
                <a:ext uri="{FF2B5EF4-FFF2-40B4-BE49-F238E27FC236}">
                  <ns2:creationId id="{2C63750F-59AA-4713-BF73-8F68CBD468E8}"/>
                </a:ext>
              </a:extLst>
            </p:cNvPr>
            <p:cNvSpPr>
              <a:spLocks noGrp="1"/>
            </p:cNvSpPr>
            <p:nvPr/>
          </p:nvSpPr>
          <p:spPr>
            <a:xfrm>
              <a:off x="18042930" y="7343775"/>
              <a:ext cx="19248" cy="200025"/>
            </a:xfrm>
            <a:prstGeom prst="rect">
              <a:avLst/>
            </a:prstGeom>
            <a:solidFill>
              <a:srgbClr val="7FC9B9"/>
            </a:solidFill>
            <a:ln w="0">
              <a:noFill/>
              <a:prstDash val="solid"/>
            </a:ln>
          </p:spPr>
        </p:sp>
        <p:sp>
          <p:nvSpPr>
            <p:cNvPr id="1505" name="four:barrier-filling:filled-output-cell-110:1505">
              <a:extLst>
                <a:ext uri="{FF2B5EF4-FFF2-40B4-BE49-F238E27FC236}">
                  <ns2:creationId id="{9A575AEC-F8DC-4E3F-8278-FC5A0FD50065}"/>
                </a:ext>
              </a:extLst>
            </p:cNvPr>
            <p:cNvSpPr>
              <a:spLocks noGrp="1"/>
            </p:cNvSpPr>
            <p:nvPr/>
          </p:nvSpPr>
          <p:spPr>
            <a:xfrm>
              <a:off x="18062178" y="7343775"/>
              <a:ext cx="19248" cy="200025"/>
            </a:xfrm>
            <a:prstGeom prst="rect">
              <a:avLst/>
            </a:prstGeom>
            <a:solidFill>
              <a:srgbClr val="73C5B3"/>
            </a:solidFill>
            <a:ln w="0">
              <a:noFill/>
              <a:prstDash val="solid"/>
            </a:ln>
          </p:spPr>
        </p:sp>
        <p:sp>
          <p:nvSpPr>
            <p:cNvPr id="1506" name="four:barrier-filling:filled-output-cell-111:1506">
              <a:extLst>
                <a:ext uri="{FF2B5EF4-FFF2-40B4-BE49-F238E27FC236}">
                  <ns2:creationId id="{32A6F633-DC0C-4DE6-8B36-2DAEAAC5574D}"/>
                </a:ext>
              </a:extLst>
            </p:cNvPr>
            <p:cNvSpPr>
              <a:spLocks noGrp="1"/>
            </p:cNvSpPr>
            <p:nvPr/>
          </p:nvSpPr>
          <p:spPr>
            <a:xfrm>
              <a:off x="18081427" y="7343775"/>
              <a:ext cx="19248" cy="200025"/>
            </a:xfrm>
            <a:prstGeom prst="rect">
              <a:avLst/>
            </a:prstGeom>
            <a:solidFill>
              <a:srgbClr val="60BEA8"/>
            </a:solidFill>
            <a:ln w="0">
              <a:noFill/>
              <a:prstDash val="solid"/>
            </a:ln>
          </p:spPr>
        </p:sp>
        <p:sp>
          <p:nvSpPr>
            <p:cNvPr id="1507" name="four:barrier-filling:filled-output-cell-112:1507">
              <a:extLst>
                <a:ext uri="{FF2B5EF4-FFF2-40B4-BE49-F238E27FC236}">
                  <ns2:creationId id="{5CD4DD49-40E5-4244-A6B4-5D0179D2DD08}"/>
                </a:ext>
              </a:extLst>
            </p:cNvPr>
            <p:cNvSpPr>
              <a:spLocks noGrp="1"/>
            </p:cNvSpPr>
            <p:nvPr/>
          </p:nvSpPr>
          <p:spPr>
            <a:xfrm>
              <a:off x="18100675" y="7343775"/>
              <a:ext cx="19248" cy="200025"/>
            </a:xfrm>
            <a:prstGeom prst="rect">
              <a:avLst/>
            </a:prstGeom>
            <a:solidFill>
              <a:srgbClr val="48B69B"/>
            </a:solidFill>
            <a:ln w="0">
              <a:noFill/>
              <a:prstDash val="solid"/>
            </a:ln>
          </p:spPr>
        </p:sp>
        <p:sp>
          <p:nvSpPr>
            <p:cNvPr id="1508" name="four:barrier-filling:filled-output-cell-113:1508">
              <a:extLst>
                <a:ext uri="{FF2B5EF4-FFF2-40B4-BE49-F238E27FC236}">
                  <ns2:creationId id="{149D9565-47BB-45F5-AA77-14338C68020A}"/>
                </a:ext>
              </a:extLst>
            </p:cNvPr>
            <p:cNvSpPr>
              <a:spLocks noGrp="1"/>
            </p:cNvSpPr>
            <p:nvPr/>
          </p:nvSpPr>
          <p:spPr>
            <a:xfrm>
              <a:off x="18119923" y="7343775"/>
              <a:ext cx="19248" cy="200025"/>
            </a:xfrm>
            <a:prstGeom prst="rect">
              <a:avLst/>
            </a:prstGeom>
            <a:solidFill>
              <a:srgbClr val="2EAE8D"/>
            </a:solidFill>
            <a:ln w="0">
              <a:noFill/>
              <a:prstDash val="solid"/>
            </a:ln>
          </p:spPr>
        </p:sp>
        <p:sp>
          <p:nvSpPr>
            <p:cNvPr id="1509" name="four:barrier-filling:filled-output-cell-114:1509">
              <a:extLst>
                <a:ext uri="{FF2B5EF4-FFF2-40B4-BE49-F238E27FC236}">
                  <ns2:creationId id="{8F748753-6D8D-4CAA-ACFB-C05775488830}"/>
                </a:ext>
              </a:extLst>
            </p:cNvPr>
            <p:cNvSpPr>
              <a:spLocks noGrp="1"/>
            </p:cNvSpPr>
            <p:nvPr/>
          </p:nvSpPr>
          <p:spPr>
            <a:xfrm>
              <a:off x="18139172" y="7343775"/>
              <a:ext cx="19248" cy="200025"/>
            </a:xfrm>
            <a:prstGeom prst="rect">
              <a:avLst/>
            </a:prstGeom>
            <a:solidFill>
              <a:srgbClr val="1AA781"/>
            </a:solidFill>
            <a:ln w="0">
              <a:noFill/>
              <a:prstDash val="solid"/>
            </a:ln>
          </p:spPr>
        </p:sp>
        <p:sp>
          <p:nvSpPr>
            <p:cNvPr id="1510" name="four:barrier-filling:filled-output-cell-115:1510">
              <a:extLst>
                <a:ext uri="{FF2B5EF4-FFF2-40B4-BE49-F238E27FC236}">
                  <ns2:creationId id="{9848CB11-BBF2-4454-ABE9-C6A2DB11D290}"/>
                </a:ext>
              </a:extLst>
            </p:cNvPr>
            <p:cNvSpPr>
              <a:spLocks noGrp="1"/>
            </p:cNvSpPr>
            <p:nvPr/>
          </p:nvSpPr>
          <p:spPr>
            <a:xfrm>
              <a:off x="18158420" y="7343775"/>
              <a:ext cx="19248" cy="200025"/>
            </a:xfrm>
            <a:prstGeom prst="rect">
              <a:avLst/>
            </a:prstGeom>
            <a:solidFill>
              <a:srgbClr val="07A177"/>
            </a:solidFill>
            <a:ln w="0">
              <a:noFill/>
              <a:prstDash val="solid"/>
            </a:ln>
          </p:spPr>
        </p:sp>
        <p:sp>
          <p:nvSpPr>
            <p:cNvPr id="1511" name="four:barrier-filling:filled-output-cell-116:1511">
              <a:extLst>
                <a:ext uri="{FF2B5EF4-FFF2-40B4-BE49-F238E27FC236}">
                  <ns2:creationId id="{8DE7E19D-50FB-4DBB-B86A-05D14763D845}"/>
                </a:ext>
              </a:extLst>
            </p:cNvPr>
            <p:cNvSpPr>
              <a:spLocks noGrp="1"/>
            </p:cNvSpPr>
            <p:nvPr/>
          </p:nvSpPr>
          <p:spPr>
            <a:xfrm>
              <a:off x="18177669" y="7343775"/>
              <a:ext cx="19248" cy="200025"/>
            </a:xfrm>
            <a:prstGeom prst="rect">
              <a:avLst/>
            </a:prstGeom>
            <a:solidFill>
              <a:srgbClr val="009E73"/>
            </a:solidFill>
            <a:ln w="0">
              <a:noFill/>
              <a:prstDash val="solid"/>
            </a:ln>
          </p:spPr>
        </p:sp>
        <p:sp>
          <p:nvSpPr>
            <p:cNvPr id="1512" name="four:barrier-filling:filled-output-cell-117:1512">
              <a:extLst>
                <a:ext uri="{FF2B5EF4-FFF2-40B4-BE49-F238E27FC236}">
                  <ns2:creationId id="{B913480B-D703-42A0-BCAF-05D924BD2CCE}"/>
                </a:ext>
              </a:extLst>
            </p:cNvPr>
            <p:cNvSpPr>
              <a:spLocks noGrp="1"/>
            </p:cNvSpPr>
            <p:nvPr/>
          </p:nvSpPr>
          <p:spPr>
            <a:xfrm>
              <a:off x="18196917" y="7343775"/>
              <a:ext cx="19248" cy="200025"/>
            </a:xfrm>
            <a:prstGeom prst="rect">
              <a:avLst/>
            </a:prstGeom>
            <a:solidFill>
              <a:srgbClr val="009E73"/>
            </a:solidFill>
            <a:ln w="0">
              <a:noFill/>
              <a:prstDash val="solid"/>
            </a:ln>
          </p:spPr>
        </p:sp>
        <p:sp>
          <p:nvSpPr>
            <p:cNvPr id="1513" name="four:barrier-filling:filled-output-cell-118:1513">
              <a:extLst>
                <a:ext uri="{FF2B5EF4-FFF2-40B4-BE49-F238E27FC236}">
                  <ns2:creationId id="{DF56A2ED-D0CB-4FE7-B2AE-9D5D3EDCECDC}"/>
                </a:ext>
              </a:extLst>
            </p:cNvPr>
            <p:cNvSpPr>
              <a:spLocks noGrp="1"/>
            </p:cNvSpPr>
            <p:nvPr/>
          </p:nvSpPr>
          <p:spPr>
            <a:xfrm>
              <a:off x="18216166" y="7343775"/>
              <a:ext cx="19248" cy="200025"/>
            </a:xfrm>
            <a:prstGeom prst="rect">
              <a:avLst/>
            </a:prstGeom>
            <a:solidFill>
              <a:srgbClr val="009E73"/>
            </a:solidFill>
            <a:ln w="0">
              <a:noFill/>
              <a:prstDash val="solid"/>
            </a:ln>
          </p:spPr>
        </p:sp>
        <p:sp>
          <p:nvSpPr>
            <p:cNvPr id="1514" name="four:barrier-filling:filled-output-cell-119:1514">
              <a:extLst>
                <a:ext uri="{FF2B5EF4-FFF2-40B4-BE49-F238E27FC236}">
                  <ns2:creationId id="{792F19B6-5BB7-419D-991B-C982489E55A2}"/>
                </a:ext>
              </a:extLst>
            </p:cNvPr>
            <p:cNvSpPr>
              <a:spLocks noGrp="1"/>
            </p:cNvSpPr>
            <p:nvPr/>
          </p:nvSpPr>
          <p:spPr>
            <a:xfrm>
              <a:off x="18235414" y="7343775"/>
              <a:ext cx="19248" cy="200025"/>
            </a:xfrm>
            <a:prstGeom prst="rect">
              <a:avLst/>
            </a:prstGeom>
            <a:solidFill>
              <a:srgbClr val="009E73"/>
            </a:solidFill>
            <a:ln w="0">
              <a:noFill/>
              <a:prstDash val="solid"/>
            </a:ln>
          </p:spPr>
        </p:sp>
        <p:sp>
          <p:nvSpPr>
            <p:cNvPr id="1515" name="four:barrier-filling:filled-output-cell-120:1515">
              <a:extLst>
                <a:ext uri="{FF2B5EF4-FFF2-40B4-BE49-F238E27FC236}">
                  <ns2:creationId id="{C71CD9C4-3FD5-466D-9292-6857E97C30D6}"/>
                </a:ext>
              </a:extLst>
            </p:cNvPr>
            <p:cNvSpPr>
              <a:spLocks noGrp="1"/>
            </p:cNvSpPr>
            <p:nvPr/>
          </p:nvSpPr>
          <p:spPr>
            <a:xfrm>
              <a:off x="18254663" y="7343775"/>
              <a:ext cx="19248" cy="200025"/>
            </a:xfrm>
            <a:prstGeom prst="rect">
              <a:avLst/>
            </a:prstGeom>
            <a:solidFill>
              <a:srgbClr val="009E73"/>
            </a:solidFill>
            <a:ln w="0">
              <a:noFill/>
              <a:prstDash val="solid"/>
            </a:ln>
          </p:spPr>
        </p:sp>
        <p:sp>
          <p:nvSpPr>
            <p:cNvPr id="1516" name="four:barrier-filling:filled-output-cell-121:1516">
              <a:extLst>
                <a:ext uri="{FF2B5EF4-FFF2-40B4-BE49-F238E27FC236}">
                  <ns2:creationId id="{FB20568F-5327-439E-92A4-01F0F9C7ECBF}"/>
                </a:ext>
              </a:extLst>
            </p:cNvPr>
            <p:cNvSpPr>
              <a:spLocks noGrp="1"/>
            </p:cNvSpPr>
            <p:nvPr/>
          </p:nvSpPr>
          <p:spPr>
            <a:xfrm>
              <a:off x="18273911" y="7343775"/>
              <a:ext cx="19248" cy="200025"/>
            </a:xfrm>
            <a:prstGeom prst="rect">
              <a:avLst/>
            </a:prstGeom>
            <a:solidFill>
              <a:srgbClr val="009E73"/>
            </a:solidFill>
            <a:ln w="0">
              <a:noFill/>
              <a:prstDash val="solid"/>
            </a:ln>
          </p:spPr>
        </p:sp>
        <p:sp>
          <p:nvSpPr>
            <p:cNvPr id="1517" name="four:barrier-filling:filled-output-cell-122:1517">
              <a:extLst>
                <a:ext uri="{FF2B5EF4-FFF2-40B4-BE49-F238E27FC236}">
                  <ns2:creationId id="{764CF7BD-2256-4C6A-94EF-240B4B6BB0B5}"/>
                </a:ext>
              </a:extLst>
            </p:cNvPr>
            <p:cNvSpPr>
              <a:spLocks noGrp="1"/>
            </p:cNvSpPr>
            <p:nvPr/>
          </p:nvSpPr>
          <p:spPr>
            <a:xfrm>
              <a:off x="18293159" y="7343775"/>
              <a:ext cx="19248" cy="200025"/>
            </a:xfrm>
            <a:prstGeom prst="rect">
              <a:avLst/>
            </a:prstGeom>
            <a:solidFill>
              <a:srgbClr val="009E73"/>
            </a:solidFill>
            <a:ln w="0">
              <a:noFill/>
              <a:prstDash val="solid"/>
            </a:ln>
          </p:spPr>
        </p:sp>
        <p:sp>
          <p:nvSpPr>
            <p:cNvPr id="1518" name="four:barrier-filling:filled-output-cell-123:1518">
              <a:extLst>
                <a:ext uri="{FF2B5EF4-FFF2-40B4-BE49-F238E27FC236}">
                  <ns2:creationId id="{0B84DA89-C135-49C5-A585-D5A7D1CAD501}"/>
                </a:ext>
              </a:extLst>
            </p:cNvPr>
            <p:cNvSpPr>
              <a:spLocks noGrp="1"/>
            </p:cNvSpPr>
            <p:nvPr/>
          </p:nvSpPr>
          <p:spPr>
            <a:xfrm>
              <a:off x="18312408" y="7343775"/>
              <a:ext cx="19248" cy="200025"/>
            </a:xfrm>
            <a:prstGeom prst="rect">
              <a:avLst/>
            </a:prstGeom>
            <a:solidFill>
              <a:srgbClr val="009E73"/>
            </a:solidFill>
            <a:ln w="0">
              <a:noFill/>
              <a:prstDash val="solid"/>
            </a:ln>
          </p:spPr>
        </p:sp>
        <p:sp>
          <p:nvSpPr>
            <p:cNvPr id="1519" name="four:barrier-filling:filled-output-cell-124:1519">
              <a:extLst>
                <a:ext uri="{FF2B5EF4-FFF2-40B4-BE49-F238E27FC236}">
                  <ns2:creationId id="{28EE1B43-F633-48C3-BAF7-0C1C8D5AC28A}"/>
                </a:ext>
              </a:extLst>
            </p:cNvPr>
            <p:cNvSpPr>
              <a:spLocks noGrp="1"/>
            </p:cNvSpPr>
            <p:nvPr/>
          </p:nvSpPr>
          <p:spPr>
            <a:xfrm>
              <a:off x="18331656" y="7343775"/>
              <a:ext cx="19248" cy="200025"/>
            </a:xfrm>
            <a:prstGeom prst="rect">
              <a:avLst/>
            </a:prstGeom>
            <a:solidFill>
              <a:srgbClr val="009E73"/>
            </a:solidFill>
            <a:ln w="0">
              <a:noFill/>
              <a:prstDash val="solid"/>
            </a:ln>
          </p:spPr>
        </p:sp>
        <p:sp>
          <p:nvSpPr>
            <p:cNvPr id="1520" name="four:barrier-filling:filled-output-cell-125:1520">
              <a:extLst>
                <a:ext uri="{FF2B5EF4-FFF2-40B4-BE49-F238E27FC236}">
                  <ns2:creationId id="{D4D88E65-BCA9-4DAE-93DE-BAB2F680E931}"/>
                </a:ext>
              </a:extLst>
            </p:cNvPr>
            <p:cNvSpPr>
              <a:spLocks noGrp="1"/>
            </p:cNvSpPr>
            <p:nvPr/>
          </p:nvSpPr>
          <p:spPr>
            <a:xfrm>
              <a:off x="18350905" y="7343775"/>
              <a:ext cx="19248" cy="200025"/>
            </a:xfrm>
            <a:prstGeom prst="rect">
              <a:avLst/>
            </a:prstGeom>
            <a:solidFill>
              <a:srgbClr val="009E73"/>
            </a:solidFill>
            <a:ln w="0">
              <a:noFill/>
              <a:prstDash val="solid"/>
            </a:ln>
          </p:spPr>
        </p:sp>
        <p:sp>
          <p:nvSpPr>
            <p:cNvPr id="1521" name="four:barrier-filling:filled-output-cell-126:1521">
              <a:extLst>
                <a:ext uri="{FF2B5EF4-FFF2-40B4-BE49-F238E27FC236}">
                  <ns2:creationId id="{D34DD752-CDA9-4BCF-B2D2-C9BDDA45DF6B}"/>
                </a:ext>
              </a:extLst>
            </p:cNvPr>
            <p:cNvSpPr>
              <a:spLocks noGrp="1"/>
            </p:cNvSpPr>
            <p:nvPr/>
          </p:nvSpPr>
          <p:spPr>
            <a:xfrm>
              <a:off x="18370153" y="7343775"/>
              <a:ext cx="19248" cy="200025"/>
            </a:xfrm>
            <a:prstGeom prst="rect">
              <a:avLst/>
            </a:prstGeom>
            <a:solidFill>
              <a:srgbClr val="009E73"/>
            </a:solidFill>
            <a:ln w="0">
              <a:noFill/>
              <a:prstDash val="solid"/>
            </a:ln>
          </p:spPr>
        </p:sp>
        <p:sp>
          <p:nvSpPr>
            <p:cNvPr id="1522" name="four:barrier-filling:filled-output-cell-127:1522">
              <a:extLst>
                <a:ext uri="{FF2B5EF4-FFF2-40B4-BE49-F238E27FC236}">
                  <ns2:creationId id="{8B9F979B-B0F5-4F76-8057-502E244CDF61}"/>
                </a:ext>
              </a:extLst>
            </p:cNvPr>
            <p:cNvSpPr>
              <a:spLocks noGrp="1"/>
            </p:cNvSpPr>
            <p:nvPr/>
          </p:nvSpPr>
          <p:spPr>
            <a:xfrm>
              <a:off x="18389402" y="7343775"/>
              <a:ext cx="19248" cy="200025"/>
            </a:xfrm>
            <a:prstGeom prst="rect">
              <a:avLst/>
            </a:prstGeom>
            <a:solidFill>
              <a:srgbClr val="009E73"/>
            </a:solidFill>
            <a:ln w="0">
              <a:noFill/>
              <a:prstDash val="solid"/>
            </a:ln>
          </p:spPr>
        </p:sp>
        <p:sp>
          <p:nvSpPr>
            <p:cNvPr id="1523" name="four:barrier-filling:filled-output-cell-128:1523">
              <a:extLst>
                <a:ext uri="{FF2B5EF4-FFF2-40B4-BE49-F238E27FC236}">
                  <ns2:creationId id="{D3455165-CC00-4534-9DC5-9AC04F20604B}"/>
                </a:ext>
              </a:extLst>
            </p:cNvPr>
            <p:cNvSpPr>
              <a:spLocks noGrp="1"/>
            </p:cNvSpPr>
            <p:nvPr/>
          </p:nvSpPr>
          <p:spPr>
            <a:xfrm>
              <a:off x="18408650" y="7343775"/>
              <a:ext cx="19248" cy="200025"/>
            </a:xfrm>
            <a:prstGeom prst="rect">
              <a:avLst/>
            </a:prstGeom>
            <a:solidFill>
              <a:srgbClr val="019E74"/>
            </a:solidFill>
            <a:ln w="0">
              <a:noFill/>
              <a:prstDash val="solid"/>
            </a:ln>
          </p:spPr>
        </p:sp>
        <p:sp>
          <p:nvSpPr>
            <p:cNvPr id="1524" name="four:barrier-filling:filled-output-cell-129:1524">
              <a:extLst>
                <a:ext uri="{FF2B5EF4-FFF2-40B4-BE49-F238E27FC236}">
                  <ns2:creationId id="{1B0914FB-3626-4BCA-BFB9-E3B274707668}"/>
                </a:ext>
              </a:extLst>
            </p:cNvPr>
            <p:cNvSpPr>
              <a:spLocks noGrp="1"/>
            </p:cNvSpPr>
            <p:nvPr/>
          </p:nvSpPr>
          <p:spPr>
            <a:xfrm>
              <a:off x="18427898" y="7343775"/>
              <a:ext cx="19248" cy="200025"/>
            </a:xfrm>
            <a:prstGeom prst="rect">
              <a:avLst/>
            </a:prstGeom>
            <a:solidFill>
              <a:srgbClr val="11A47D"/>
            </a:solidFill>
            <a:ln w="0">
              <a:noFill/>
              <a:prstDash val="solid"/>
            </a:ln>
          </p:spPr>
        </p:sp>
        <p:sp>
          <p:nvSpPr>
            <p:cNvPr id="1525" name="four:barrier-filling:filled-output-cell-130:1525">
              <a:extLst>
                <a:ext uri="{FF2B5EF4-FFF2-40B4-BE49-F238E27FC236}">
                  <ns2:creationId id="{EA8DCD5D-93C9-4CAE-89D7-E306CD11F8E5}"/>
                </a:ext>
              </a:extLst>
            </p:cNvPr>
            <p:cNvSpPr>
              <a:spLocks noGrp="1"/>
            </p:cNvSpPr>
            <p:nvPr/>
          </p:nvSpPr>
          <p:spPr>
            <a:xfrm>
              <a:off x="18447147" y="7343775"/>
              <a:ext cx="19248" cy="200025"/>
            </a:xfrm>
            <a:prstGeom prst="rect">
              <a:avLst/>
            </a:prstGeom>
            <a:solidFill>
              <a:srgbClr val="31AF8E"/>
            </a:solidFill>
            <a:ln w="0">
              <a:noFill/>
              <a:prstDash val="solid"/>
            </a:ln>
          </p:spPr>
        </p:sp>
        <p:sp>
          <p:nvSpPr>
            <p:cNvPr id="1526" name="four:barrier-filling:filled-output-cell-131:1526">
              <a:extLst>
                <a:ext uri="{FF2B5EF4-FFF2-40B4-BE49-F238E27FC236}">
                  <ns2:creationId id="{7954A0AE-777F-4732-B2AF-99076DD3098E}"/>
                </a:ext>
              </a:extLst>
            </p:cNvPr>
            <p:cNvSpPr>
              <a:spLocks noGrp="1"/>
            </p:cNvSpPr>
            <p:nvPr/>
          </p:nvSpPr>
          <p:spPr>
            <a:xfrm>
              <a:off x="18466395" y="7343775"/>
              <a:ext cx="19248" cy="200025"/>
            </a:xfrm>
            <a:prstGeom prst="rect">
              <a:avLst/>
            </a:prstGeom>
            <a:solidFill>
              <a:srgbClr val="59BCA4"/>
            </a:solidFill>
            <a:ln w="0">
              <a:noFill/>
              <a:prstDash val="solid"/>
            </a:ln>
          </p:spPr>
        </p:sp>
        <p:sp>
          <p:nvSpPr>
            <p:cNvPr id="1527" name="four:barrier-filling:filled-output-cell-132:1527">
              <a:extLst>
                <a:ext uri="{FF2B5EF4-FFF2-40B4-BE49-F238E27FC236}">
                  <ns2:creationId id="{21C7E55D-C4AF-4420-9CB4-5009FEBF4874}"/>
                </a:ext>
              </a:extLst>
            </p:cNvPr>
            <p:cNvSpPr>
              <a:spLocks noGrp="1"/>
            </p:cNvSpPr>
            <p:nvPr/>
          </p:nvSpPr>
          <p:spPr>
            <a:xfrm>
              <a:off x="18485644" y="7343775"/>
              <a:ext cx="19248" cy="200025"/>
            </a:xfrm>
            <a:prstGeom prst="rect">
              <a:avLst/>
            </a:prstGeom>
            <a:solidFill>
              <a:srgbClr val="83CABC"/>
            </a:solidFill>
            <a:ln w="0">
              <a:noFill/>
              <a:prstDash val="solid"/>
            </a:ln>
          </p:spPr>
        </p:sp>
        <p:sp>
          <p:nvSpPr>
            <p:cNvPr id="1528" name="four:barrier-filling:filled-output-cell-133:1528">
              <a:extLst>
                <a:ext uri="{FF2B5EF4-FFF2-40B4-BE49-F238E27FC236}">
                  <ns2:creationId id="{D8DEE483-E2EE-4D85-B5FC-EE87541CDA0A}"/>
                </a:ext>
              </a:extLst>
            </p:cNvPr>
            <p:cNvSpPr>
              <a:spLocks noGrp="1"/>
            </p:cNvSpPr>
            <p:nvPr/>
          </p:nvSpPr>
          <p:spPr>
            <a:xfrm>
              <a:off x="18504892" y="7343775"/>
              <a:ext cx="19248" cy="200025"/>
            </a:xfrm>
            <a:prstGeom prst="rect">
              <a:avLst/>
            </a:prstGeom>
            <a:solidFill>
              <a:srgbClr val="ABD7D2"/>
            </a:solidFill>
            <a:ln w="0">
              <a:noFill/>
              <a:prstDash val="solid"/>
            </a:ln>
          </p:spPr>
        </p:sp>
        <p:sp>
          <p:nvSpPr>
            <p:cNvPr id="1529" name="four:barrier-filling:filled-output-cell-134:1529">
              <a:extLst>
                <a:ext uri="{FF2B5EF4-FFF2-40B4-BE49-F238E27FC236}">
                  <ns2:creationId id="{5AA96F06-2B7D-46BF-9772-1AE10C51F88D}"/>
                </a:ext>
              </a:extLst>
            </p:cNvPr>
            <p:cNvSpPr>
              <a:spLocks noGrp="1"/>
            </p:cNvSpPr>
            <p:nvPr/>
          </p:nvSpPr>
          <p:spPr>
            <a:xfrm>
              <a:off x="18524141" y="7343775"/>
              <a:ext cx="19248" cy="200025"/>
            </a:xfrm>
            <a:prstGeom prst="rect">
              <a:avLst/>
            </a:prstGeom>
            <a:solidFill>
              <a:srgbClr val="D7E0E8"/>
            </a:solidFill>
            <a:ln w="0">
              <a:noFill/>
              <a:prstDash val="solid"/>
            </a:ln>
          </p:spPr>
        </p:sp>
        <p:sp>
          <p:nvSpPr>
            <p:cNvPr id="1530" name="four:barrier-filling:filled-output-cell-135:1530">
              <a:extLst>
                <a:ext uri="{FF2B5EF4-FFF2-40B4-BE49-F238E27FC236}">
                  <ns2:creationId id="{0BA2B9B4-36C4-46B0-8AB9-706F0843CD38}"/>
                </a:ext>
              </a:extLst>
            </p:cNvPr>
            <p:cNvSpPr>
              <a:spLocks noGrp="1"/>
            </p:cNvSpPr>
            <p:nvPr/>
          </p:nvSpPr>
          <p:spPr>
            <a:xfrm>
              <a:off x="18543389" y="7343775"/>
              <a:ext cx="19248" cy="200025"/>
            </a:xfrm>
            <a:prstGeom prst="rect">
              <a:avLst/>
            </a:prstGeom>
            <a:solidFill>
              <a:srgbClr val="DCE7ED"/>
            </a:solidFill>
            <a:ln w="0">
              <a:noFill/>
              <a:prstDash val="solid"/>
            </a:ln>
          </p:spPr>
        </p:sp>
        <p:sp>
          <p:nvSpPr>
            <p:cNvPr id="1531" name="four:barrier-filling:filled-output-cell-136:1531">
              <a:extLst>
                <a:ext uri="{FF2B5EF4-FFF2-40B4-BE49-F238E27FC236}">
                  <ns2:creationId id="{82000C24-24ED-421D-A4D5-59BC44E68F56}"/>
                </a:ext>
              </a:extLst>
            </p:cNvPr>
            <p:cNvSpPr>
              <a:spLocks noGrp="1"/>
            </p:cNvSpPr>
            <p:nvPr/>
          </p:nvSpPr>
          <p:spPr>
            <a:xfrm>
              <a:off x="18562638" y="7343775"/>
              <a:ext cx="19248" cy="200025"/>
            </a:xfrm>
            <a:prstGeom prst="rect">
              <a:avLst/>
            </a:prstGeom>
            <a:solidFill>
              <a:srgbClr val="DCE8ED"/>
            </a:solidFill>
            <a:ln w="0">
              <a:noFill/>
              <a:prstDash val="solid"/>
            </a:ln>
          </p:spPr>
        </p:sp>
        <p:sp>
          <p:nvSpPr>
            <p:cNvPr id="1532" name="four:barrier-filling:filled-output-cell-137:1532">
              <a:extLst>
                <a:ext uri="{FF2B5EF4-FFF2-40B4-BE49-F238E27FC236}">
                  <ns2:creationId id="{92246119-9A9C-4AAE-A9D7-47C172A33C9B}"/>
                </a:ext>
              </a:extLst>
            </p:cNvPr>
            <p:cNvSpPr>
              <a:spLocks noGrp="1"/>
            </p:cNvSpPr>
            <p:nvPr/>
          </p:nvSpPr>
          <p:spPr>
            <a:xfrm>
              <a:off x="18581886" y="7343775"/>
              <a:ext cx="19248" cy="200025"/>
            </a:xfrm>
            <a:prstGeom prst="rect">
              <a:avLst/>
            </a:prstGeom>
            <a:solidFill>
              <a:srgbClr val="DCE8ED"/>
            </a:solidFill>
            <a:ln w="0">
              <a:noFill/>
              <a:prstDash val="solid"/>
            </a:ln>
          </p:spPr>
        </p:sp>
        <p:sp>
          <p:nvSpPr>
            <p:cNvPr id="1533" name="four:barrier-filling:filled-output-cell-138:1533">
              <a:extLst>
                <a:ext uri="{FF2B5EF4-FFF2-40B4-BE49-F238E27FC236}">
                  <ns2:creationId id="{2041F410-72EB-4841-9364-3E36ECB9F8DF}"/>
                </a:ext>
              </a:extLst>
            </p:cNvPr>
            <p:cNvSpPr>
              <a:spLocks noGrp="1"/>
            </p:cNvSpPr>
            <p:nvPr/>
          </p:nvSpPr>
          <p:spPr>
            <a:xfrm>
              <a:off x="18601134" y="7343775"/>
              <a:ext cx="19248" cy="200025"/>
            </a:xfrm>
            <a:prstGeom prst="rect">
              <a:avLst/>
            </a:prstGeom>
            <a:solidFill>
              <a:srgbClr val="DCE8ED"/>
            </a:solidFill>
            <a:ln w="0">
              <a:noFill/>
              <a:prstDash val="solid"/>
            </a:ln>
          </p:spPr>
        </p:sp>
        <p:sp>
          <p:nvSpPr>
            <p:cNvPr id="1534" name="four:barrier-filling:filled-output-cell-139:1534">
              <a:extLst>
                <a:ext uri="{FF2B5EF4-FFF2-40B4-BE49-F238E27FC236}">
                  <ns2:creationId id="{1CCD82DA-0E1B-41A9-AF1B-5D81C214B707}"/>
                </a:ext>
              </a:extLst>
            </p:cNvPr>
            <p:cNvSpPr>
              <a:spLocks noGrp="1"/>
            </p:cNvSpPr>
            <p:nvPr/>
          </p:nvSpPr>
          <p:spPr>
            <a:xfrm>
              <a:off x="18620383" y="7343775"/>
              <a:ext cx="19248" cy="200025"/>
            </a:xfrm>
            <a:prstGeom prst="rect">
              <a:avLst/>
            </a:prstGeom>
            <a:solidFill>
              <a:srgbClr val="DCE8ED"/>
            </a:solidFill>
            <a:ln w="0">
              <a:noFill/>
              <a:prstDash val="solid"/>
            </a:ln>
          </p:spPr>
        </p:sp>
        <p:sp>
          <p:nvSpPr>
            <p:cNvPr id="1535" name="four:barrier-filling:filled-output-cell-140:1535">
              <a:extLst>
                <a:ext uri="{FF2B5EF4-FFF2-40B4-BE49-F238E27FC236}">
                  <ns2:creationId id="{A1AD7951-380B-4543-9EEE-CB7A39634512}"/>
                </a:ext>
              </a:extLst>
            </p:cNvPr>
            <p:cNvSpPr>
              <a:spLocks noGrp="1"/>
            </p:cNvSpPr>
            <p:nvPr/>
          </p:nvSpPr>
          <p:spPr>
            <a:xfrm>
              <a:off x="18639631" y="7343775"/>
              <a:ext cx="19248" cy="200025"/>
            </a:xfrm>
            <a:prstGeom prst="rect">
              <a:avLst/>
            </a:prstGeom>
            <a:solidFill>
              <a:srgbClr val="DCE8ED"/>
            </a:solidFill>
            <a:ln w="0">
              <a:noFill/>
              <a:prstDash val="solid"/>
            </a:ln>
          </p:spPr>
        </p:sp>
        <p:sp>
          <p:nvSpPr>
            <p:cNvPr id="1536" name="four:barrier-filling:filled-output-cell-141:1536">
              <a:extLst>
                <a:ext uri="{FF2B5EF4-FFF2-40B4-BE49-F238E27FC236}">
                  <ns2:creationId id="{33F6694F-84DC-40BE-AD53-3583B248C317}"/>
                </a:ext>
              </a:extLst>
            </p:cNvPr>
            <p:cNvSpPr>
              <a:spLocks noGrp="1"/>
            </p:cNvSpPr>
            <p:nvPr/>
          </p:nvSpPr>
          <p:spPr>
            <a:xfrm>
              <a:off x="18658880" y="7343775"/>
              <a:ext cx="19248" cy="200025"/>
            </a:xfrm>
            <a:prstGeom prst="rect">
              <a:avLst/>
            </a:prstGeom>
            <a:solidFill>
              <a:srgbClr val="DCE8ED"/>
            </a:solidFill>
            <a:ln w="0">
              <a:noFill/>
              <a:prstDash val="solid"/>
            </a:ln>
          </p:spPr>
        </p:sp>
        <p:sp>
          <p:nvSpPr>
            <p:cNvPr id="1537" name="four:barrier-filling:filled-output-cell-142:1537">
              <a:extLst>
                <a:ext uri="{FF2B5EF4-FFF2-40B4-BE49-F238E27FC236}">
                  <ns2:creationId id="{D0B6523C-0F88-4E22-AD76-080C57C5A71A}"/>
                </a:ext>
              </a:extLst>
            </p:cNvPr>
            <p:cNvSpPr>
              <a:spLocks noGrp="1"/>
            </p:cNvSpPr>
            <p:nvPr/>
          </p:nvSpPr>
          <p:spPr>
            <a:xfrm>
              <a:off x="18678128" y="7343775"/>
              <a:ext cx="19248" cy="200025"/>
            </a:xfrm>
            <a:prstGeom prst="rect">
              <a:avLst/>
            </a:prstGeom>
            <a:solidFill>
              <a:srgbClr val="DCE8ED"/>
            </a:solidFill>
            <a:ln w="0">
              <a:noFill/>
              <a:prstDash val="solid"/>
            </a:ln>
          </p:spPr>
        </p:sp>
        <p:sp>
          <p:nvSpPr>
            <p:cNvPr id="1538" name="four:barrier-filling:filled-output-cell-143:1538">
              <a:extLst>
                <a:ext uri="{FF2B5EF4-FFF2-40B4-BE49-F238E27FC236}">
                  <ns2:creationId id="{B05FC563-985C-4ACA-8318-C7ADBB5C116A}"/>
                </a:ext>
              </a:extLst>
            </p:cNvPr>
            <p:cNvSpPr>
              <a:spLocks noGrp="1"/>
            </p:cNvSpPr>
            <p:nvPr/>
          </p:nvSpPr>
          <p:spPr>
            <a:xfrm>
              <a:off x="18697377" y="7343775"/>
              <a:ext cx="19248" cy="200025"/>
            </a:xfrm>
            <a:prstGeom prst="rect">
              <a:avLst/>
            </a:prstGeom>
            <a:solidFill>
              <a:srgbClr val="DCE8ED"/>
            </a:solidFill>
            <a:ln w="0">
              <a:noFill/>
              <a:prstDash val="solid"/>
            </a:ln>
          </p:spPr>
        </p:sp>
        <p:sp>
          <p:nvSpPr>
            <p:cNvPr id="1539" name="four:barrier-filling:filled-output-cell-144:1539">
              <a:extLst>
                <a:ext uri="{FF2B5EF4-FFF2-40B4-BE49-F238E27FC236}">
                  <ns2:creationId id="{0A840B99-6820-4B40-A641-65B3EF9432A0}"/>
                </a:ext>
              </a:extLst>
            </p:cNvPr>
            <p:cNvSpPr>
              <a:spLocks noGrp="1"/>
            </p:cNvSpPr>
            <p:nvPr/>
          </p:nvSpPr>
          <p:spPr>
            <a:xfrm>
              <a:off x="18716625" y="7343775"/>
              <a:ext cx="19248" cy="200025"/>
            </a:xfrm>
            <a:prstGeom prst="rect">
              <a:avLst/>
            </a:prstGeom>
            <a:solidFill>
              <a:srgbClr val="DCE8ED"/>
            </a:solidFill>
            <a:ln w="0">
              <a:noFill/>
              <a:prstDash val="solid"/>
            </a:ln>
          </p:spPr>
        </p:sp>
        <p:sp>
          <p:nvSpPr>
            <p:cNvPr id="1540" name="four:barrier-filling:filled-output-cell-145:1540">
              <a:extLst>
                <a:ext uri="{FF2B5EF4-FFF2-40B4-BE49-F238E27FC236}">
                  <ns2:creationId id="{EE366BAA-734B-45C9-AEC4-4F1A024FF3EB}"/>
                </a:ext>
              </a:extLst>
            </p:cNvPr>
            <p:cNvSpPr>
              <a:spLocks noGrp="1"/>
            </p:cNvSpPr>
            <p:nvPr/>
          </p:nvSpPr>
          <p:spPr>
            <a:xfrm>
              <a:off x="18735873" y="7343775"/>
              <a:ext cx="19248" cy="200025"/>
            </a:xfrm>
            <a:prstGeom prst="rect">
              <a:avLst/>
            </a:prstGeom>
            <a:solidFill>
              <a:srgbClr val="DCE8ED"/>
            </a:solidFill>
            <a:ln w="0">
              <a:noFill/>
              <a:prstDash val="solid"/>
            </a:ln>
          </p:spPr>
        </p:sp>
        <p:sp>
          <p:nvSpPr>
            <p:cNvPr id="1541" name="four:barrier-filling:filled-output-cell-146:1541">
              <a:extLst>
                <a:ext uri="{FF2B5EF4-FFF2-40B4-BE49-F238E27FC236}">
                  <ns2:creationId id="{B655402B-9840-4A70-89C7-714C4216ACB6}"/>
                </a:ext>
              </a:extLst>
            </p:cNvPr>
            <p:cNvSpPr>
              <a:spLocks noGrp="1"/>
            </p:cNvSpPr>
            <p:nvPr/>
          </p:nvSpPr>
          <p:spPr>
            <a:xfrm>
              <a:off x="18755122" y="7343775"/>
              <a:ext cx="19248" cy="200025"/>
            </a:xfrm>
            <a:prstGeom prst="rect">
              <a:avLst/>
            </a:prstGeom>
            <a:solidFill>
              <a:srgbClr val="DCE8ED"/>
            </a:solidFill>
            <a:ln w="0">
              <a:noFill/>
              <a:prstDash val="solid"/>
            </a:ln>
          </p:spPr>
        </p:sp>
        <p:sp>
          <p:nvSpPr>
            <p:cNvPr id="1542" name="four:barrier-filling:filled-output-cell-147:1542">
              <a:extLst>
                <a:ext uri="{FF2B5EF4-FFF2-40B4-BE49-F238E27FC236}">
                  <ns2:creationId id="{25BC5EA3-F78F-409D-8682-4FE87F4DFC6C}"/>
                </a:ext>
              </a:extLst>
            </p:cNvPr>
            <p:cNvSpPr>
              <a:spLocks noGrp="1"/>
            </p:cNvSpPr>
            <p:nvPr/>
          </p:nvSpPr>
          <p:spPr>
            <a:xfrm>
              <a:off x="18774370" y="7343775"/>
              <a:ext cx="19248" cy="200025"/>
            </a:xfrm>
            <a:prstGeom prst="rect">
              <a:avLst/>
            </a:prstGeom>
            <a:solidFill>
              <a:srgbClr val="DCE8ED"/>
            </a:solidFill>
            <a:ln w="0">
              <a:noFill/>
              <a:prstDash val="solid"/>
            </a:ln>
          </p:spPr>
        </p:sp>
        <p:sp>
          <p:nvSpPr>
            <p:cNvPr id="1543" name="four:barrier-filling:filled-output-cell-148:1543">
              <a:extLst>
                <a:ext uri="{FF2B5EF4-FFF2-40B4-BE49-F238E27FC236}">
                  <ns2:creationId id="{2675EA89-DA31-4041-AECA-0CAE011E1788}"/>
                </a:ext>
              </a:extLst>
            </p:cNvPr>
            <p:cNvSpPr>
              <a:spLocks noGrp="1"/>
            </p:cNvSpPr>
            <p:nvPr/>
          </p:nvSpPr>
          <p:spPr>
            <a:xfrm>
              <a:off x="18793619" y="7343775"/>
              <a:ext cx="19248" cy="200025"/>
            </a:xfrm>
            <a:prstGeom prst="rect">
              <a:avLst/>
            </a:prstGeom>
            <a:solidFill>
              <a:srgbClr val="DCE8ED"/>
            </a:solidFill>
            <a:ln w="0">
              <a:noFill/>
              <a:prstDash val="solid"/>
            </a:ln>
          </p:spPr>
        </p:sp>
        <p:sp>
          <p:nvSpPr>
            <p:cNvPr id="1544" name="four:barrier-filling:filled-output-cell-149:1544">
              <a:extLst>
                <a:ext uri="{FF2B5EF4-FFF2-40B4-BE49-F238E27FC236}">
                  <ns2:creationId id="{C11570FA-8DF3-4A35-AD49-682CD0D27941}"/>
                </a:ext>
              </a:extLst>
            </p:cNvPr>
            <p:cNvSpPr>
              <a:spLocks noGrp="1"/>
            </p:cNvSpPr>
            <p:nvPr/>
          </p:nvSpPr>
          <p:spPr>
            <a:xfrm>
              <a:off x="18812867" y="7343775"/>
              <a:ext cx="19248" cy="200025"/>
            </a:xfrm>
            <a:prstGeom prst="rect">
              <a:avLst/>
            </a:prstGeom>
            <a:solidFill>
              <a:srgbClr val="DCE8ED"/>
            </a:solidFill>
            <a:ln w="0">
              <a:noFill/>
              <a:prstDash val="solid"/>
            </a:ln>
          </p:spPr>
        </p:sp>
        <p:sp>
          <p:nvSpPr>
            <p:cNvPr id="1545" name="four:barrier-filling:filled-output-cell-150:1545">
              <a:extLst>
                <a:ext uri="{FF2B5EF4-FFF2-40B4-BE49-F238E27FC236}">
                  <ns2:creationId id="{76EB84D2-7D34-4B90-A21D-46F7B5CD3AC8}"/>
                </a:ext>
              </a:extLst>
            </p:cNvPr>
            <p:cNvSpPr>
              <a:spLocks noGrp="1"/>
            </p:cNvSpPr>
            <p:nvPr/>
          </p:nvSpPr>
          <p:spPr>
            <a:xfrm>
              <a:off x="18832116" y="7343775"/>
              <a:ext cx="19248" cy="200025"/>
            </a:xfrm>
            <a:prstGeom prst="rect">
              <a:avLst/>
            </a:prstGeom>
            <a:solidFill>
              <a:srgbClr val="DCE8ED"/>
            </a:solidFill>
            <a:ln w="0">
              <a:noFill/>
              <a:prstDash val="solid"/>
            </a:ln>
          </p:spPr>
        </p:sp>
        <p:sp>
          <p:nvSpPr>
            <p:cNvPr id="1546" name="four:barrier-filling:filled-output-cell-151:1546">
              <a:extLst>
                <a:ext uri="{FF2B5EF4-FFF2-40B4-BE49-F238E27FC236}">
                  <ns2:creationId id="{76A744D3-07D7-4970-ABF6-558948698373}"/>
                </a:ext>
              </a:extLst>
            </p:cNvPr>
            <p:cNvSpPr>
              <a:spLocks noGrp="1"/>
            </p:cNvSpPr>
            <p:nvPr/>
          </p:nvSpPr>
          <p:spPr>
            <a:xfrm>
              <a:off x="18851364" y="7343775"/>
              <a:ext cx="19248" cy="200025"/>
            </a:xfrm>
            <a:prstGeom prst="rect">
              <a:avLst/>
            </a:prstGeom>
            <a:solidFill>
              <a:srgbClr val="DCE8ED"/>
            </a:solidFill>
            <a:ln w="0">
              <a:noFill/>
              <a:prstDash val="solid"/>
            </a:ln>
          </p:spPr>
        </p:sp>
        <p:sp>
          <p:nvSpPr>
            <p:cNvPr id="1547" name="four:barrier-filling:filled-output-cell-152:1547">
              <a:extLst>
                <a:ext uri="{FF2B5EF4-FFF2-40B4-BE49-F238E27FC236}">
                  <ns2:creationId id="{59431A88-5A4C-4258-AB46-B9E939CC08D4}"/>
                </a:ext>
              </a:extLst>
            </p:cNvPr>
            <p:cNvSpPr>
              <a:spLocks noGrp="1"/>
            </p:cNvSpPr>
            <p:nvPr/>
          </p:nvSpPr>
          <p:spPr>
            <a:xfrm>
              <a:off x="18870613" y="7343775"/>
              <a:ext cx="19248" cy="200025"/>
            </a:xfrm>
            <a:prstGeom prst="rect">
              <a:avLst/>
            </a:prstGeom>
            <a:solidFill>
              <a:srgbClr val="DCE8ED"/>
            </a:solidFill>
            <a:ln w="0">
              <a:noFill/>
              <a:prstDash val="solid"/>
            </a:ln>
          </p:spPr>
        </p:sp>
        <p:sp>
          <p:nvSpPr>
            <p:cNvPr id="1548" name="four:barrier-filling:filled-output-cell-153:1548">
              <a:extLst>
                <a:ext uri="{FF2B5EF4-FFF2-40B4-BE49-F238E27FC236}">
                  <ns2:creationId id="{422A2C41-CDC8-4D0F-9FE3-09D6E9B1EA7F}"/>
                </a:ext>
              </a:extLst>
            </p:cNvPr>
            <p:cNvSpPr>
              <a:spLocks noGrp="1"/>
            </p:cNvSpPr>
            <p:nvPr/>
          </p:nvSpPr>
          <p:spPr>
            <a:xfrm>
              <a:off x="18889861" y="7343775"/>
              <a:ext cx="19248" cy="200025"/>
            </a:xfrm>
            <a:prstGeom prst="rect">
              <a:avLst/>
            </a:prstGeom>
            <a:solidFill>
              <a:srgbClr val="DCE8ED"/>
            </a:solidFill>
            <a:ln w="0">
              <a:noFill/>
              <a:prstDash val="solid"/>
            </a:ln>
          </p:spPr>
        </p:sp>
        <p:sp>
          <p:nvSpPr>
            <p:cNvPr id="1549" name="four:barrier-filling:filled-output-cell-154:1549">
              <a:extLst>
                <a:ext uri="{FF2B5EF4-FFF2-40B4-BE49-F238E27FC236}">
                  <ns2:creationId id="{130D1D79-A149-49B5-B32A-A2CFEC0244E9}"/>
                </a:ext>
              </a:extLst>
            </p:cNvPr>
            <p:cNvSpPr>
              <a:spLocks noGrp="1"/>
            </p:cNvSpPr>
            <p:nvPr/>
          </p:nvSpPr>
          <p:spPr>
            <a:xfrm>
              <a:off x="18909109" y="7343775"/>
              <a:ext cx="19248" cy="200025"/>
            </a:xfrm>
            <a:prstGeom prst="rect">
              <a:avLst/>
            </a:prstGeom>
            <a:solidFill>
              <a:srgbClr val="DCE8ED"/>
            </a:solidFill>
            <a:ln w="0">
              <a:noFill/>
              <a:prstDash val="solid"/>
            </a:ln>
          </p:spPr>
        </p:sp>
        <p:sp>
          <p:nvSpPr>
            <p:cNvPr id="1550" name="four:barrier-filling:filled-output-cell-155:1550">
              <a:extLst>
                <a:ext uri="{FF2B5EF4-FFF2-40B4-BE49-F238E27FC236}">
                  <ns2:creationId id="{898D202A-66FD-431B-AB3D-1FA9223D51F9}"/>
                </a:ext>
              </a:extLst>
            </p:cNvPr>
            <p:cNvSpPr>
              <a:spLocks noGrp="1"/>
            </p:cNvSpPr>
            <p:nvPr/>
          </p:nvSpPr>
          <p:spPr>
            <a:xfrm>
              <a:off x="18928358" y="7343775"/>
              <a:ext cx="19248" cy="200025"/>
            </a:xfrm>
            <a:prstGeom prst="rect">
              <a:avLst/>
            </a:prstGeom>
            <a:solidFill>
              <a:srgbClr val="DCE8ED"/>
            </a:solidFill>
            <a:ln w="0">
              <a:noFill/>
              <a:prstDash val="solid"/>
            </a:ln>
          </p:spPr>
        </p:sp>
        <p:sp>
          <p:nvSpPr>
            <p:cNvPr id="1551" name="four:barrier-filling:filled-output-cell-156:1551">
              <a:extLst>
                <a:ext uri="{FF2B5EF4-FFF2-40B4-BE49-F238E27FC236}">
                  <ns2:creationId id="{3D40682D-20F1-49D3-B95E-483E9651D170}"/>
                </a:ext>
              </a:extLst>
            </p:cNvPr>
            <p:cNvSpPr>
              <a:spLocks noGrp="1"/>
            </p:cNvSpPr>
            <p:nvPr/>
          </p:nvSpPr>
          <p:spPr>
            <a:xfrm>
              <a:off x="18947606" y="7343775"/>
              <a:ext cx="19248" cy="200025"/>
            </a:xfrm>
            <a:prstGeom prst="rect">
              <a:avLst/>
            </a:prstGeom>
            <a:solidFill>
              <a:srgbClr val="DCE8ED"/>
            </a:solidFill>
            <a:ln w="0">
              <a:noFill/>
              <a:prstDash val="solid"/>
            </a:ln>
          </p:spPr>
        </p:sp>
        <p:sp>
          <p:nvSpPr>
            <p:cNvPr id="1552" name="four:barrier-filling:filled-output-cell-157:1552">
              <a:extLst>
                <a:ext uri="{FF2B5EF4-FFF2-40B4-BE49-F238E27FC236}">
                  <ns2:creationId id="{3AB525E3-40F3-4683-A736-146341B0C093}"/>
                </a:ext>
              </a:extLst>
            </p:cNvPr>
            <p:cNvSpPr>
              <a:spLocks noGrp="1"/>
            </p:cNvSpPr>
            <p:nvPr/>
          </p:nvSpPr>
          <p:spPr>
            <a:xfrm>
              <a:off x="18966855" y="7343775"/>
              <a:ext cx="19248" cy="200025"/>
            </a:xfrm>
            <a:prstGeom prst="rect">
              <a:avLst/>
            </a:prstGeom>
            <a:solidFill>
              <a:srgbClr val="DCE8ED"/>
            </a:solidFill>
            <a:ln w="0">
              <a:noFill/>
              <a:prstDash val="solid"/>
            </a:ln>
          </p:spPr>
        </p:sp>
        <p:sp>
          <p:nvSpPr>
            <p:cNvPr id="1553" name="four:barrier-filling:filled-output-cell-158:1553">
              <a:extLst>
                <a:ext uri="{FF2B5EF4-FFF2-40B4-BE49-F238E27FC236}">
                  <ns2:creationId id="{6419D288-0CA8-4641-AB49-8A09EC4C6F5E}"/>
                </a:ext>
              </a:extLst>
            </p:cNvPr>
            <p:cNvSpPr>
              <a:spLocks noGrp="1"/>
            </p:cNvSpPr>
            <p:nvPr/>
          </p:nvSpPr>
          <p:spPr>
            <a:xfrm>
              <a:off x="18986103" y="7343775"/>
              <a:ext cx="19248" cy="200025"/>
            </a:xfrm>
            <a:prstGeom prst="rect">
              <a:avLst/>
            </a:prstGeom>
            <a:solidFill>
              <a:srgbClr val="DCE8ED"/>
            </a:solidFill>
            <a:ln w="0">
              <a:noFill/>
              <a:prstDash val="solid"/>
            </a:ln>
          </p:spPr>
        </p:sp>
        <p:sp>
          <p:nvSpPr>
            <p:cNvPr id="1554" name="four:barrier-filling:filled-output-cell-159:1554">
              <a:extLst>
                <a:ext uri="{FF2B5EF4-FFF2-40B4-BE49-F238E27FC236}">
                  <ns2:creationId id="{20133BEA-1F60-4E99-8EDA-A1B930021A78}"/>
                </a:ext>
              </a:extLst>
            </p:cNvPr>
            <p:cNvSpPr>
              <a:spLocks noGrp="1"/>
            </p:cNvSpPr>
            <p:nvPr/>
          </p:nvSpPr>
          <p:spPr>
            <a:xfrm>
              <a:off x="19005352" y="7343775"/>
              <a:ext cx="19248" cy="200025"/>
            </a:xfrm>
            <a:prstGeom prst="rect">
              <a:avLst/>
            </a:prstGeom>
            <a:solidFill>
              <a:srgbClr val="DCE8ED"/>
            </a:solidFill>
            <a:ln w="0">
              <a:noFill/>
              <a:prstDash val="solid"/>
            </a:ln>
          </p:spPr>
        </p:sp>
        <p:sp>
          <p:nvSpPr>
            <p:cNvPr id="1555" name="four:barrier-filling:filled-output-cell-160:1555">
              <a:extLst>
                <a:ext uri="{FF2B5EF4-FFF2-40B4-BE49-F238E27FC236}">
                  <ns2:creationId id="{5733DB6A-DBF4-4C2C-9C13-8FFBC61CA1A1}"/>
                </a:ext>
              </a:extLst>
            </p:cNvPr>
            <p:cNvSpPr>
              <a:spLocks noGrp="1"/>
            </p:cNvSpPr>
            <p:nvPr/>
          </p:nvSpPr>
          <p:spPr>
            <a:xfrm>
              <a:off x="19024600" y="7343775"/>
              <a:ext cx="19248" cy="200025"/>
            </a:xfrm>
            <a:prstGeom prst="rect">
              <a:avLst/>
            </a:prstGeom>
            <a:solidFill>
              <a:srgbClr val="DCE8ED"/>
            </a:solidFill>
            <a:ln w="0">
              <a:noFill/>
              <a:prstDash val="solid"/>
            </a:ln>
          </p:spPr>
        </p:sp>
        <p:sp>
          <p:nvSpPr>
            <p:cNvPr id="1556" name="four:barrier-filling:filled-output-cell-161:1556">
              <a:extLst>
                <a:ext uri="{FF2B5EF4-FFF2-40B4-BE49-F238E27FC236}">
                  <ns2:creationId id="{B8DA04D5-84DF-4583-983D-C419590E08BE}"/>
                </a:ext>
              </a:extLst>
            </p:cNvPr>
            <p:cNvSpPr>
              <a:spLocks noGrp="1"/>
            </p:cNvSpPr>
            <p:nvPr/>
          </p:nvSpPr>
          <p:spPr>
            <a:xfrm>
              <a:off x="19043848" y="7343775"/>
              <a:ext cx="19248" cy="200025"/>
            </a:xfrm>
            <a:prstGeom prst="rect">
              <a:avLst/>
            </a:prstGeom>
            <a:solidFill>
              <a:srgbClr val="DCE8ED"/>
            </a:solidFill>
            <a:ln w="0">
              <a:noFill/>
              <a:prstDash val="solid"/>
            </a:ln>
          </p:spPr>
        </p:sp>
        <p:sp>
          <p:nvSpPr>
            <p:cNvPr id="1557" name="four:barrier-filling:filled-output-cell-162:1557">
              <a:extLst>
                <a:ext uri="{FF2B5EF4-FFF2-40B4-BE49-F238E27FC236}">
                  <ns2:creationId id="{1FBED837-526C-4E51-BB13-A1352F8C9A16}"/>
                </a:ext>
              </a:extLst>
            </p:cNvPr>
            <p:cNvSpPr>
              <a:spLocks noGrp="1"/>
            </p:cNvSpPr>
            <p:nvPr/>
          </p:nvSpPr>
          <p:spPr>
            <a:xfrm>
              <a:off x="19063097" y="7343775"/>
              <a:ext cx="19248" cy="200025"/>
            </a:xfrm>
            <a:prstGeom prst="rect">
              <a:avLst/>
            </a:prstGeom>
            <a:solidFill>
              <a:srgbClr val="DCE6E9"/>
            </a:solidFill>
            <a:ln w="0">
              <a:noFill/>
              <a:prstDash val="solid"/>
            </a:ln>
          </p:spPr>
        </p:sp>
        <p:sp>
          <p:nvSpPr>
            <p:cNvPr id="1558" name="four:barrier-filling:filled-output-cell-163:1558">
              <a:extLst>
                <a:ext uri="{FF2B5EF4-FFF2-40B4-BE49-F238E27FC236}">
                  <ns2:creationId id="{ED49969D-866A-4B26-9C23-0E5F3402EA6C}"/>
                </a:ext>
              </a:extLst>
            </p:cNvPr>
            <p:cNvSpPr>
              <a:spLocks noGrp="1"/>
            </p:cNvSpPr>
            <p:nvPr/>
          </p:nvSpPr>
          <p:spPr>
            <a:xfrm>
              <a:off x="19082345" y="7343775"/>
              <a:ext cx="19248" cy="200025"/>
            </a:xfrm>
            <a:prstGeom prst="rect">
              <a:avLst/>
            </a:prstGeom>
            <a:solidFill>
              <a:srgbClr val="DADCDB"/>
            </a:solidFill>
            <a:ln w="0">
              <a:noFill/>
              <a:prstDash val="solid"/>
            </a:ln>
          </p:spPr>
        </p:sp>
        <p:sp>
          <p:nvSpPr>
            <p:cNvPr id="1559" name="four:barrier-filling:filled-output-cell-164:1559">
              <a:extLst>
                <a:ext uri="{FF2B5EF4-FFF2-40B4-BE49-F238E27FC236}">
                  <ns2:creationId id="{BDCB4A6A-D3BF-435B-87C7-BD77758723C3}"/>
                </a:ext>
              </a:extLst>
            </p:cNvPr>
            <p:cNvSpPr>
              <a:spLocks noGrp="1"/>
            </p:cNvSpPr>
            <p:nvPr/>
          </p:nvSpPr>
          <p:spPr>
            <a:xfrm>
              <a:off x="19101594" y="7343775"/>
              <a:ext cx="19248" cy="200025"/>
            </a:xfrm>
            <a:prstGeom prst="rect">
              <a:avLst/>
            </a:prstGeom>
            <a:solidFill>
              <a:srgbClr val="D7C8D9"/>
            </a:solidFill>
            <a:ln w="0">
              <a:noFill/>
              <a:prstDash val="solid"/>
            </a:ln>
          </p:spPr>
        </p:sp>
        <p:sp>
          <p:nvSpPr>
            <p:cNvPr id="1560" name="four:barrier-filling:filled-output-cell-165:1560">
              <a:extLst>
                <a:ext uri="{FF2B5EF4-FFF2-40B4-BE49-F238E27FC236}">
                  <ns2:creationId id="{A4453AB3-9918-4BC8-A38F-19DA5D5E28B6}"/>
                </a:ext>
              </a:extLst>
            </p:cNvPr>
            <p:cNvSpPr>
              <a:spLocks noGrp="1"/>
            </p:cNvSpPr>
            <p:nvPr/>
          </p:nvSpPr>
          <p:spPr>
            <a:xfrm>
              <a:off x="19120842" y="7343775"/>
              <a:ext cx="19248" cy="200025"/>
            </a:xfrm>
            <a:prstGeom prst="rect">
              <a:avLst/>
            </a:prstGeom>
            <a:solidFill>
              <a:srgbClr val="D4B2CB"/>
            </a:solidFill>
            <a:ln w="0">
              <a:noFill/>
              <a:prstDash val="solid"/>
            </a:ln>
          </p:spPr>
        </p:sp>
        <p:sp>
          <p:nvSpPr>
            <p:cNvPr id="1561" name="four:barrier-filling:filled-output-cell-166:1561">
              <a:extLst>
                <a:ext uri="{FF2B5EF4-FFF2-40B4-BE49-F238E27FC236}">
                  <ns2:creationId id="{95B138DA-24B1-4F13-9254-BC9EBD780506}"/>
                </a:ext>
              </a:extLst>
            </p:cNvPr>
            <p:cNvSpPr>
              <a:spLocks noGrp="1"/>
            </p:cNvSpPr>
            <p:nvPr/>
          </p:nvSpPr>
          <p:spPr>
            <a:xfrm>
              <a:off x="19140091" y="7343775"/>
              <a:ext cx="19248" cy="200025"/>
            </a:xfrm>
            <a:prstGeom prst="rect">
              <a:avLst/>
            </a:prstGeom>
            <a:solidFill>
              <a:srgbClr val="D19DBE"/>
            </a:solidFill>
            <a:ln w="0">
              <a:noFill/>
              <a:prstDash val="solid"/>
            </a:ln>
          </p:spPr>
        </p:sp>
        <p:sp>
          <p:nvSpPr>
            <p:cNvPr id="1562" name="four:barrier-filling:filled-output-cell-167:1562">
              <a:extLst>
                <a:ext uri="{FF2B5EF4-FFF2-40B4-BE49-F238E27FC236}">
                  <ns2:creationId id="{F6E16BFB-3616-4AD2-BB1D-FCAFD155C480}"/>
                </a:ext>
              </a:extLst>
            </p:cNvPr>
            <p:cNvSpPr>
              <a:spLocks noGrp="1"/>
            </p:cNvSpPr>
            <p:nvPr/>
          </p:nvSpPr>
          <p:spPr>
            <a:xfrm>
              <a:off x="19159339" y="7343775"/>
              <a:ext cx="19248" cy="200025"/>
            </a:xfrm>
            <a:prstGeom prst="rect">
              <a:avLst/>
            </a:prstGeom>
            <a:solidFill>
              <a:srgbClr val="CF8AB2"/>
            </a:solidFill>
            <a:ln w="0">
              <a:noFill/>
              <a:prstDash val="solid"/>
            </a:ln>
          </p:spPr>
        </p:sp>
        <p:sp>
          <p:nvSpPr>
            <p:cNvPr id="1563" name="four:barrier-filling:filled-output-cell-168:1563">
              <a:extLst>
                <a:ext uri="{FF2B5EF4-FFF2-40B4-BE49-F238E27FC236}">
                  <ns2:creationId id="{C11BFB50-7FE1-4D21-BDD9-DE558076C1B9}"/>
                </a:ext>
              </a:extLst>
            </p:cNvPr>
            <p:cNvSpPr>
              <a:spLocks noGrp="1"/>
            </p:cNvSpPr>
            <p:nvPr/>
          </p:nvSpPr>
          <p:spPr>
            <a:xfrm>
              <a:off x="19178588" y="7343775"/>
              <a:ext cx="19248" cy="200025"/>
            </a:xfrm>
            <a:prstGeom prst="rect">
              <a:avLst/>
            </a:prstGeom>
            <a:solidFill>
              <a:srgbClr val="CD7EAA"/>
            </a:solidFill>
            <a:ln w="0">
              <a:noFill/>
              <a:prstDash val="solid"/>
            </a:ln>
          </p:spPr>
        </p:sp>
        <p:sp>
          <p:nvSpPr>
            <p:cNvPr id="1564" name="four:barrier-filling:filled-output-cell-169:1564">
              <a:extLst>
                <a:ext uri="{FF2B5EF4-FFF2-40B4-BE49-F238E27FC236}">
                  <ns2:creationId id="{00BC080F-94C9-43A5-997A-6498A687351C}"/>
                </a:ext>
              </a:extLst>
            </p:cNvPr>
            <p:cNvSpPr>
              <a:spLocks noGrp="1"/>
            </p:cNvSpPr>
            <p:nvPr/>
          </p:nvSpPr>
          <p:spPr>
            <a:xfrm>
              <a:off x="19197836" y="7343775"/>
              <a:ext cx="19248" cy="200025"/>
            </a:xfrm>
            <a:prstGeom prst="rect">
              <a:avLst/>
            </a:prstGeom>
            <a:solidFill>
              <a:srgbClr val="CC79A7"/>
            </a:solidFill>
            <a:ln w="0">
              <a:noFill/>
              <a:prstDash val="solid"/>
            </a:ln>
          </p:spPr>
        </p:sp>
        <p:sp>
          <p:nvSpPr>
            <p:cNvPr id="1565" name="four:barrier-filling:filled-output-cell-170:1565">
              <a:extLst>
                <a:ext uri="{FF2B5EF4-FFF2-40B4-BE49-F238E27FC236}">
                  <ns2:creationId id="{D544B00D-F738-4A79-AF3D-AC5B153D786F}"/>
                </a:ext>
              </a:extLst>
            </p:cNvPr>
            <p:cNvSpPr>
              <a:spLocks noGrp="1"/>
            </p:cNvSpPr>
            <p:nvPr/>
          </p:nvSpPr>
          <p:spPr>
            <a:xfrm>
              <a:off x="19217084" y="7343775"/>
              <a:ext cx="19248" cy="200025"/>
            </a:xfrm>
            <a:prstGeom prst="rect">
              <a:avLst/>
            </a:prstGeom>
            <a:solidFill>
              <a:srgbClr val="CC79A7"/>
            </a:solidFill>
            <a:ln w="0">
              <a:noFill/>
              <a:prstDash val="solid"/>
            </a:ln>
          </p:spPr>
        </p:sp>
        <p:sp>
          <p:nvSpPr>
            <p:cNvPr id="1566" name="four:barrier-filling:filled-output-cell-171:1566">
              <a:extLst>
                <a:ext uri="{FF2B5EF4-FFF2-40B4-BE49-F238E27FC236}">
                  <ns2:creationId id="{03A8599C-794A-464A-9238-F1400ECF849A}"/>
                </a:ext>
              </a:extLst>
            </p:cNvPr>
            <p:cNvSpPr>
              <a:spLocks noGrp="1"/>
            </p:cNvSpPr>
            <p:nvPr/>
          </p:nvSpPr>
          <p:spPr>
            <a:xfrm>
              <a:off x="19236333" y="7343775"/>
              <a:ext cx="19248" cy="200025"/>
            </a:xfrm>
            <a:prstGeom prst="rect">
              <a:avLst/>
            </a:prstGeom>
            <a:solidFill>
              <a:srgbClr val="CC79A7"/>
            </a:solidFill>
            <a:ln w="0">
              <a:noFill/>
              <a:prstDash val="solid"/>
            </a:ln>
          </p:spPr>
        </p:sp>
        <p:sp>
          <p:nvSpPr>
            <p:cNvPr id="1567" name="four:barrier-filling:filled-output-cell-172:1567">
              <a:extLst>
                <a:ext uri="{FF2B5EF4-FFF2-40B4-BE49-F238E27FC236}">
                  <ns2:creationId id="{72AD747B-480C-4F42-A5FD-18817A564909}"/>
                </a:ext>
              </a:extLst>
            </p:cNvPr>
            <p:cNvSpPr>
              <a:spLocks noGrp="1"/>
            </p:cNvSpPr>
            <p:nvPr/>
          </p:nvSpPr>
          <p:spPr>
            <a:xfrm>
              <a:off x="19255581" y="7343775"/>
              <a:ext cx="19248" cy="200025"/>
            </a:xfrm>
            <a:prstGeom prst="rect">
              <a:avLst/>
            </a:prstGeom>
            <a:solidFill>
              <a:srgbClr val="CC79A7"/>
            </a:solidFill>
            <a:ln w="0">
              <a:noFill/>
              <a:prstDash val="solid"/>
            </a:ln>
          </p:spPr>
        </p:sp>
        <p:sp>
          <p:nvSpPr>
            <p:cNvPr id="1568" name="four:barrier-filling:filled-output-cell-173:1568">
              <a:extLst>
                <a:ext uri="{FF2B5EF4-FFF2-40B4-BE49-F238E27FC236}">
                  <ns2:creationId id="{86E02D66-EF8B-45C8-9DF8-AD096B9A795D}"/>
                </a:ext>
              </a:extLst>
            </p:cNvPr>
            <p:cNvSpPr>
              <a:spLocks noGrp="1"/>
            </p:cNvSpPr>
            <p:nvPr/>
          </p:nvSpPr>
          <p:spPr>
            <a:xfrm>
              <a:off x="19274830" y="7343775"/>
              <a:ext cx="19248" cy="200025"/>
            </a:xfrm>
            <a:prstGeom prst="rect">
              <a:avLst/>
            </a:prstGeom>
            <a:solidFill>
              <a:srgbClr val="CC79A7"/>
            </a:solidFill>
            <a:ln w="0">
              <a:noFill/>
              <a:prstDash val="solid"/>
            </a:ln>
          </p:spPr>
        </p:sp>
        <p:sp>
          <p:nvSpPr>
            <p:cNvPr id="1569" name="four:barrier-filling:filled-output-cell-174:1569">
              <a:extLst>
                <a:ext uri="{FF2B5EF4-FFF2-40B4-BE49-F238E27FC236}">
                  <ns2:creationId id="{4125E4ED-E7D6-4D2A-A1BD-8C115A83CE99}"/>
                </a:ext>
              </a:extLst>
            </p:cNvPr>
            <p:cNvSpPr>
              <a:spLocks noGrp="1"/>
            </p:cNvSpPr>
            <p:nvPr/>
          </p:nvSpPr>
          <p:spPr>
            <a:xfrm>
              <a:off x="19294078" y="7343775"/>
              <a:ext cx="19248" cy="200025"/>
            </a:xfrm>
            <a:prstGeom prst="rect">
              <a:avLst/>
            </a:prstGeom>
            <a:solidFill>
              <a:srgbClr val="CC79A7"/>
            </a:solidFill>
            <a:ln w="0">
              <a:noFill/>
              <a:prstDash val="solid"/>
            </a:ln>
          </p:spPr>
        </p:sp>
        <p:sp>
          <p:nvSpPr>
            <p:cNvPr id="1570" name="four:barrier-filling:filled-output-cell-175:1570">
              <a:extLst>
                <a:ext uri="{FF2B5EF4-FFF2-40B4-BE49-F238E27FC236}">
                  <ns2:creationId id="{25EFDF33-BD23-485D-A98B-28F6C372E400}"/>
                </a:ext>
              </a:extLst>
            </p:cNvPr>
            <p:cNvSpPr>
              <a:spLocks noGrp="1"/>
            </p:cNvSpPr>
            <p:nvPr/>
          </p:nvSpPr>
          <p:spPr>
            <a:xfrm>
              <a:off x="19313327" y="7343775"/>
              <a:ext cx="19248" cy="200025"/>
            </a:xfrm>
            <a:prstGeom prst="rect">
              <a:avLst/>
            </a:prstGeom>
            <a:solidFill>
              <a:srgbClr val="CC79A7"/>
            </a:solidFill>
            <a:ln w="0">
              <a:noFill/>
              <a:prstDash val="solid"/>
            </a:ln>
          </p:spPr>
        </p:sp>
        <p:sp>
          <p:nvSpPr>
            <p:cNvPr id="1571" name="four:barrier-filling:filled-output-cell-176:1571">
              <a:extLst>
                <a:ext uri="{FF2B5EF4-FFF2-40B4-BE49-F238E27FC236}">
                  <ns2:creationId id="{2FEAD2D9-D12C-4E9E-8095-9AEFBFC4F07C}"/>
                </a:ext>
              </a:extLst>
            </p:cNvPr>
            <p:cNvSpPr>
              <a:spLocks noGrp="1"/>
            </p:cNvSpPr>
            <p:nvPr/>
          </p:nvSpPr>
          <p:spPr>
            <a:xfrm>
              <a:off x="19332575" y="7343775"/>
              <a:ext cx="19248" cy="200025"/>
            </a:xfrm>
            <a:prstGeom prst="rect">
              <a:avLst/>
            </a:prstGeom>
            <a:solidFill>
              <a:srgbClr val="CC79A7"/>
            </a:solidFill>
            <a:ln w="0">
              <a:noFill/>
              <a:prstDash val="solid"/>
            </a:ln>
          </p:spPr>
        </p:sp>
        <p:sp>
          <p:nvSpPr>
            <p:cNvPr id="1572" name="four:barrier-filling:filled-output-cell-177:1572">
              <a:extLst>
                <a:ext uri="{FF2B5EF4-FFF2-40B4-BE49-F238E27FC236}">
                  <ns2:creationId id="{FEFD1341-5B08-49CC-8FE4-BB6B5D9BB518}"/>
                </a:ext>
              </a:extLst>
            </p:cNvPr>
            <p:cNvSpPr>
              <a:spLocks noGrp="1"/>
            </p:cNvSpPr>
            <p:nvPr/>
          </p:nvSpPr>
          <p:spPr>
            <a:xfrm>
              <a:off x="19351823" y="7343775"/>
              <a:ext cx="19248" cy="200025"/>
            </a:xfrm>
            <a:prstGeom prst="rect">
              <a:avLst/>
            </a:prstGeom>
            <a:solidFill>
              <a:srgbClr val="CC79A7"/>
            </a:solidFill>
            <a:ln w="0">
              <a:noFill/>
              <a:prstDash val="solid"/>
            </a:ln>
          </p:spPr>
        </p:sp>
        <p:sp>
          <p:nvSpPr>
            <p:cNvPr id="1573" name="four:barrier-filling:filled-output-cell-178:1573">
              <a:extLst>
                <a:ext uri="{FF2B5EF4-FFF2-40B4-BE49-F238E27FC236}">
                  <ns2:creationId id="{EB9225AF-DA40-411C-9A50-C11C7EA84485}"/>
                </a:ext>
              </a:extLst>
            </p:cNvPr>
            <p:cNvSpPr>
              <a:spLocks noGrp="1"/>
            </p:cNvSpPr>
            <p:nvPr/>
          </p:nvSpPr>
          <p:spPr>
            <a:xfrm>
              <a:off x="19371072" y="7343775"/>
              <a:ext cx="19248" cy="200025"/>
            </a:xfrm>
            <a:prstGeom prst="rect">
              <a:avLst/>
            </a:prstGeom>
            <a:solidFill>
              <a:srgbClr val="CC79A7"/>
            </a:solidFill>
            <a:ln w="0">
              <a:noFill/>
              <a:prstDash val="solid"/>
            </a:ln>
          </p:spPr>
        </p:sp>
        <p:sp>
          <p:nvSpPr>
            <p:cNvPr id="1574" name="four:barrier-filling:filled-output-cell-179:1574">
              <a:extLst>
                <a:ext uri="{FF2B5EF4-FFF2-40B4-BE49-F238E27FC236}">
                  <ns2:creationId id="{1AD30BC3-8215-448F-A8DB-AFFBF6310CB4}"/>
                </a:ext>
              </a:extLst>
            </p:cNvPr>
            <p:cNvSpPr>
              <a:spLocks noGrp="1"/>
            </p:cNvSpPr>
            <p:nvPr/>
          </p:nvSpPr>
          <p:spPr>
            <a:xfrm>
              <a:off x="19390320" y="7343775"/>
              <a:ext cx="19248" cy="200025"/>
            </a:xfrm>
            <a:prstGeom prst="rect">
              <a:avLst/>
            </a:prstGeom>
            <a:solidFill>
              <a:srgbClr val="CC79A7"/>
            </a:solidFill>
            <a:ln w="0">
              <a:noFill/>
              <a:prstDash val="solid"/>
            </a:ln>
          </p:spPr>
        </p:sp>
        <p:sp>
          <p:nvSpPr>
            <p:cNvPr id="1575" name="four:barrier-filling:filled-output-cell-180:1575">
              <a:extLst>
                <a:ext uri="{FF2B5EF4-FFF2-40B4-BE49-F238E27FC236}">
                  <ns2:creationId id="{9049CD2E-4EB3-43B9-AA1D-8BEDB834F094}"/>
                </a:ext>
              </a:extLst>
            </p:cNvPr>
            <p:cNvSpPr>
              <a:spLocks noGrp="1"/>
            </p:cNvSpPr>
            <p:nvPr/>
          </p:nvSpPr>
          <p:spPr>
            <a:xfrm>
              <a:off x="19409569" y="7343775"/>
              <a:ext cx="19248" cy="200025"/>
            </a:xfrm>
            <a:prstGeom prst="rect">
              <a:avLst/>
            </a:prstGeom>
            <a:solidFill>
              <a:srgbClr val="CC79A7"/>
            </a:solidFill>
            <a:ln w="0">
              <a:noFill/>
              <a:prstDash val="solid"/>
            </a:ln>
          </p:spPr>
        </p:sp>
        <p:sp>
          <p:nvSpPr>
            <p:cNvPr id="1576" name="four:barrier-filling:filled-output-cell-181:1576">
              <a:extLst>
                <a:ext uri="{FF2B5EF4-FFF2-40B4-BE49-F238E27FC236}">
                  <ns2:creationId id="{075D6AC1-81D4-43BE-8BC3-3961A7A3F226}"/>
                </a:ext>
              </a:extLst>
            </p:cNvPr>
            <p:cNvSpPr>
              <a:spLocks noGrp="1"/>
            </p:cNvSpPr>
            <p:nvPr/>
          </p:nvSpPr>
          <p:spPr>
            <a:xfrm>
              <a:off x="19428817" y="7343775"/>
              <a:ext cx="19248" cy="200025"/>
            </a:xfrm>
            <a:prstGeom prst="rect">
              <a:avLst/>
            </a:prstGeom>
            <a:solidFill>
              <a:srgbClr val="CC79A7"/>
            </a:solidFill>
            <a:ln w="0">
              <a:noFill/>
              <a:prstDash val="solid"/>
            </a:ln>
          </p:spPr>
        </p:sp>
        <p:sp>
          <p:nvSpPr>
            <p:cNvPr id="1577" name="four:barrier-filling:filled-output-cell-182:1577">
              <a:extLst>
                <a:ext uri="{FF2B5EF4-FFF2-40B4-BE49-F238E27FC236}">
                  <ns2:creationId id="{9DA1318B-A968-4971-BEB7-35A288AE98E0}"/>
                </a:ext>
              </a:extLst>
            </p:cNvPr>
            <p:cNvSpPr>
              <a:spLocks noGrp="1"/>
            </p:cNvSpPr>
            <p:nvPr/>
          </p:nvSpPr>
          <p:spPr>
            <a:xfrm>
              <a:off x="19448066" y="7343775"/>
              <a:ext cx="19248" cy="200025"/>
            </a:xfrm>
            <a:prstGeom prst="rect">
              <a:avLst/>
            </a:prstGeom>
            <a:solidFill>
              <a:srgbClr val="CC79A7"/>
            </a:solidFill>
            <a:ln w="0">
              <a:noFill/>
              <a:prstDash val="solid"/>
            </a:ln>
          </p:spPr>
        </p:sp>
        <p:sp>
          <p:nvSpPr>
            <p:cNvPr id="1578" name="four:barrier-filling:filled-output-cell-183:1578">
              <a:extLst>
                <a:ext uri="{FF2B5EF4-FFF2-40B4-BE49-F238E27FC236}">
                  <ns2:creationId id="{802E8ED8-50FA-4714-806B-35CFE2D6F343}"/>
                </a:ext>
              </a:extLst>
            </p:cNvPr>
            <p:cNvSpPr>
              <a:spLocks noGrp="1"/>
            </p:cNvSpPr>
            <p:nvPr/>
          </p:nvSpPr>
          <p:spPr>
            <a:xfrm>
              <a:off x="19467314" y="7343775"/>
              <a:ext cx="19248" cy="200025"/>
            </a:xfrm>
            <a:prstGeom prst="rect">
              <a:avLst/>
            </a:prstGeom>
            <a:solidFill>
              <a:srgbClr val="CE88B0"/>
            </a:solidFill>
            <a:ln w="0">
              <a:noFill/>
              <a:prstDash val="solid"/>
            </a:ln>
          </p:spPr>
        </p:sp>
        <p:sp>
          <p:nvSpPr>
            <p:cNvPr id="1579" name="four:barrier-filling:filled-output-cell-184:1579">
              <a:extLst>
                <a:ext uri="{FF2B5EF4-FFF2-40B4-BE49-F238E27FC236}">
                  <ns2:creationId id="{D0770EC2-A11C-45C4-BFF4-A246501E240C}"/>
                </a:ext>
              </a:extLst>
            </p:cNvPr>
            <p:cNvSpPr>
              <a:spLocks noGrp="1"/>
            </p:cNvSpPr>
            <p:nvPr/>
          </p:nvSpPr>
          <p:spPr>
            <a:xfrm>
              <a:off x="19486563" y="7343775"/>
              <a:ext cx="19248" cy="200025"/>
            </a:xfrm>
            <a:prstGeom prst="rect">
              <a:avLst/>
            </a:prstGeom>
            <a:solidFill>
              <a:srgbClr val="D2A6C3"/>
            </a:solidFill>
            <a:ln w="0">
              <a:noFill/>
              <a:prstDash val="solid"/>
            </a:ln>
          </p:spPr>
        </p:sp>
        <p:sp>
          <p:nvSpPr>
            <p:cNvPr id="1580" name="four:barrier-filling:filled-output-cell-185:1580">
              <a:extLst>
                <a:ext uri="{FF2B5EF4-FFF2-40B4-BE49-F238E27FC236}">
                  <ns2:creationId id="{AA09D539-8307-4E2D-BA95-009CAD449DB2}"/>
                </a:ext>
              </a:extLst>
            </p:cNvPr>
            <p:cNvSpPr>
              <a:spLocks noGrp="1"/>
            </p:cNvSpPr>
            <p:nvPr/>
          </p:nvSpPr>
          <p:spPr>
            <a:xfrm>
              <a:off x="19505811" y="7343775"/>
              <a:ext cx="19248" cy="200025"/>
            </a:xfrm>
            <a:prstGeom prst="rect">
              <a:avLst/>
            </a:prstGeom>
            <a:solidFill>
              <a:srgbClr val="D7C8D9"/>
            </a:solidFill>
            <a:ln w="0">
              <a:noFill/>
              <a:prstDash val="solid"/>
            </a:ln>
          </p:spPr>
        </p:sp>
        <p:sp>
          <p:nvSpPr>
            <p:cNvPr id="1581" name="four:barrier-filling:filled-output-cell-186:1581">
              <a:extLst>
                <a:ext uri="{FF2B5EF4-FFF2-40B4-BE49-F238E27FC236}">
                  <ns2:creationId id="{A92C97CB-2D9A-49B3-B851-76A63269B4AB}"/>
                </a:ext>
              </a:extLst>
            </p:cNvPr>
            <p:cNvSpPr>
              <a:spLocks noGrp="1"/>
            </p:cNvSpPr>
            <p:nvPr/>
          </p:nvSpPr>
          <p:spPr>
            <a:xfrm>
              <a:off x="19525059" y="7343775"/>
              <a:ext cx="19248" cy="200025"/>
            </a:xfrm>
            <a:prstGeom prst="rect">
              <a:avLst/>
            </a:prstGeom>
            <a:solidFill>
              <a:srgbClr val="DBE3E5"/>
            </a:solidFill>
            <a:ln w="0">
              <a:noFill/>
              <a:prstDash val="solid"/>
            </a:ln>
          </p:spPr>
        </p:sp>
        <p:sp>
          <p:nvSpPr>
            <p:cNvPr id="1582" name="four:barrier-filling:filled-output-cell-187:1582">
              <a:extLst>
                <a:ext uri="{FF2B5EF4-FFF2-40B4-BE49-F238E27FC236}">
                  <ns2:creationId id="{5E8567B3-7155-4560-838C-3D82B5991328}"/>
                </a:ext>
              </a:extLst>
            </p:cNvPr>
            <p:cNvSpPr>
              <a:spLocks noGrp="1"/>
            </p:cNvSpPr>
            <p:nvPr/>
          </p:nvSpPr>
          <p:spPr>
            <a:xfrm>
              <a:off x="19544308" y="7343775"/>
              <a:ext cx="19248" cy="200025"/>
            </a:xfrm>
            <a:prstGeom prst="rect">
              <a:avLst/>
            </a:prstGeom>
            <a:solidFill>
              <a:srgbClr val="DCE8ED"/>
            </a:solidFill>
            <a:ln w="0">
              <a:noFill/>
              <a:prstDash val="solid"/>
            </a:ln>
          </p:spPr>
        </p:sp>
        <p:sp>
          <p:nvSpPr>
            <p:cNvPr id="1583" name="four:barrier-filling:filled-output-cell-188:1583">
              <a:extLst>
                <a:ext uri="{FF2B5EF4-FFF2-40B4-BE49-F238E27FC236}">
                  <ns2:creationId id="{D56E1460-5B47-428D-A8F8-816B3261AC39}"/>
                </a:ext>
              </a:extLst>
            </p:cNvPr>
            <p:cNvSpPr>
              <a:spLocks noGrp="1"/>
            </p:cNvSpPr>
            <p:nvPr/>
          </p:nvSpPr>
          <p:spPr>
            <a:xfrm>
              <a:off x="19563556" y="7343775"/>
              <a:ext cx="19248" cy="200025"/>
            </a:xfrm>
            <a:prstGeom prst="rect">
              <a:avLst/>
            </a:prstGeom>
            <a:solidFill>
              <a:srgbClr val="DCE8ED"/>
            </a:solidFill>
            <a:ln w="0">
              <a:noFill/>
              <a:prstDash val="solid"/>
            </a:ln>
          </p:spPr>
        </p:sp>
        <p:sp>
          <p:nvSpPr>
            <p:cNvPr id="1584" name="four:barrier-filling:filled-output-cell-189:1584">
              <a:extLst>
                <a:ext uri="{FF2B5EF4-FFF2-40B4-BE49-F238E27FC236}">
                  <ns2:creationId id="{AE24FCC7-FA2A-47CE-980E-9028DC790B3F}"/>
                </a:ext>
              </a:extLst>
            </p:cNvPr>
            <p:cNvSpPr>
              <a:spLocks noGrp="1"/>
            </p:cNvSpPr>
            <p:nvPr/>
          </p:nvSpPr>
          <p:spPr>
            <a:xfrm>
              <a:off x="19582805" y="7343775"/>
              <a:ext cx="19248" cy="200025"/>
            </a:xfrm>
            <a:prstGeom prst="rect">
              <a:avLst/>
            </a:prstGeom>
            <a:solidFill>
              <a:srgbClr val="DCE8ED"/>
            </a:solidFill>
            <a:ln w="0">
              <a:noFill/>
              <a:prstDash val="solid"/>
            </a:ln>
          </p:spPr>
        </p:sp>
        <p:sp>
          <p:nvSpPr>
            <p:cNvPr id="1585" name="four:barrier-filling:filled-output-cell-190:1585">
              <a:extLst>
                <a:ext uri="{FF2B5EF4-FFF2-40B4-BE49-F238E27FC236}">
                  <ns2:creationId id="{43664FF5-B074-46D2-A01C-99C1137B7496}"/>
                </a:ext>
              </a:extLst>
            </p:cNvPr>
            <p:cNvSpPr>
              <a:spLocks noGrp="1"/>
            </p:cNvSpPr>
            <p:nvPr/>
          </p:nvSpPr>
          <p:spPr>
            <a:xfrm>
              <a:off x="19602053" y="7343775"/>
              <a:ext cx="19248" cy="200025"/>
            </a:xfrm>
            <a:prstGeom prst="rect">
              <a:avLst/>
            </a:prstGeom>
            <a:solidFill>
              <a:srgbClr val="DCE8ED"/>
            </a:solidFill>
            <a:ln w="0">
              <a:noFill/>
              <a:prstDash val="solid"/>
            </a:ln>
          </p:spPr>
        </p:sp>
        <p:sp>
          <p:nvSpPr>
            <p:cNvPr id="1586" name="four:barrier-filling:filled-output-cell-191:1586">
              <a:extLst>
                <a:ext uri="{FF2B5EF4-FFF2-40B4-BE49-F238E27FC236}">
                  <ns2:creationId id="{27DB1C06-D154-481F-8030-E17ABF3BDD86}"/>
                </a:ext>
              </a:extLst>
            </p:cNvPr>
            <p:cNvSpPr>
              <a:spLocks noGrp="1"/>
            </p:cNvSpPr>
            <p:nvPr/>
          </p:nvSpPr>
          <p:spPr>
            <a:xfrm>
              <a:off x="19621302" y="7343775"/>
              <a:ext cx="19248" cy="200025"/>
            </a:xfrm>
            <a:prstGeom prst="rect">
              <a:avLst/>
            </a:prstGeom>
            <a:solidFill>
              <a:srgbClr val="DCE8ED"/>
            </a:solidFill>
            <a:ln w="0">
              <a:noFill/>
              <a:prstDash val="solid"/>
            </a:ln>
          </p:spPr>
        </p:sp>
        <p:sp>
          <p:nvSpPr>
            <p:cNvPr id="1587" name="four:barrier-filling:filled-output-border:1587">
              <a:extLst>
                <a:ext uri="{FF2B5EF4-FFF2-40B4-BE49-F238E27FC236}">
                  <ns2:creationId id="{D17E0D52-A6F1-41CA-ADD2-A32DA56DAAD9}"/>
                </a:ext>
              </a:extLst>
            </p:cNvPr>
            <p:cNvSpPr>
              <a:spLocks noGrp="1"/>
            </p:cNvSpPr>
            <p:nvPr/>
          </p:nvSpPr>
          <p:spPr>
            <a:xfrm>
              <a:off x="15944850" y="7343775"/>
              <a:ext cx="3695700" cy="200025"/>
            </a:xfrm>
            <a:prstGeom prst="rect">
              <a:avLst/>
            </a:prstGeom>
            <a:noFill/>
            <a:ln w="7620">
              <a:solidFill>
                <a:srgbClr val="263238"/>
              </a:solidFill>
              <a:prstDash val="solid"/>
            </a:ln>
          </p:spPr>
        </p:sp>
      </p:grpSp>
      <p:grpSp>
        <p:nvGrpSpPr>
          <p:cNvPr id="3187" name="time-step-strips"/>
          <p:cNvGrpSpPr/>
          <p:nvPr/>
        </p:nvGrpSpPr>
        <p:grpSpPr>
          <a:xfrm>
            <a:off x="0" y="0"/>
            <a:ext cx="24955500" cy="8572500"/>
            <a:chOff x="0" y="0"/>
            <a:chExt cx="24955500" cy="8572500"/>
          </a:xfrm>
        </p:grpSpPr>
        <p:sp>
          <p:nvSpPr>
            <p:cNvPr id="1588" name="four:time-step-strips:textbox:1588">
              <a:extLst>
                <a:ext uri="{FF2B5EF4-FFF2-40B4-BE49-F238E27FC236}">
                  <ns2:creationId id="{00129C71-3070-435F-8B3A-E692F2A181C5}"/>
                </a:ext>
              </a:extLst>
            </p:cNvPr>
            <p:cNvSpPr>
              <a:spLocks noGrp="1"/>
            </p:cNvSpPr>
            <p:nvPr/>
          </p:nvSpPr>
          <p:spPr>
            <a:xfrm>
              <a:off x="20840700" y="1057275"/>
              <a:ext cx="3514725" cy="304800"/>
            </a:xfrm>
            <a:prstGeom prst="rect">
              <a:avLst/>
            </a:prstGeom>
            <a:noFill/>
            <a:ln w="0">
              <a:noFill/>
              <a:prstDash val="solid"/>
            </a:ln>
          </p:spPr>
          <p:txBody>
            <a:bodyPr wrap="none" lIns="0" tIns="0" rIns="0" bIns="0" anchor="ctr">
              <a:normAutofit fontScale="100000"/>
            </a:bodyPr>
            <a:lstStyle>
              <a:defPPr algn="l">
                <a:defRPr sz="1800" b="1">
                  <a:solidFill>
                    <a:srgbClr val="263238"/>
                  </a:solidFill>
                  <a:latin typeface="Arial"/>
                  <a:ea typeface="Arial"/>
                  <a:cs typeface="Arial"/>
                </a:defRPr>
              </a:defPPr>
            </a:lstStyle>
            <a:p>
              <a:pPr algn="l">
                <a:defRPr sz="1800" b="1">
                  <a:solidFill>
                    <a:srgbClr val="263238"/>
                  </a:solidFill>
                  <a:latin typeface="Arial"/>
                  <a:ea typeface="Arial"/>
                  <a:cs typeface="Arial"/>
                </a:defRPr>
              </a:pPr>
              <a:r>
                <a:rPr sz="1800" b="1">
                  <a:solidFill>
                    <a:srgbClr val="263238"/>
                  </a:solidFill>
                  <a:latin typeface="Arial"/>
                  <a:ea typeface="Arial"/>
                  <a:cs typeface="Arial"/>
                </a:rPr>
                <a:t>Time-step layouts</a:t>
              </a:r>
            </a:p>
          </p:txBody>
        </p:sp>
        <p:sp>
          <p:nvSpPr>
            <p:cNvPr id="1589" name="four:time-step-strips:textbox:1589">
              <a:extLst>
                <a:ext uri="{FF2B5EF4-FFF2-40B4-BE49-F238E27FC236}">
                  <ns2:creationId id="{8CB78C82-9A3C-499F-A2EF-36F2E79BD6F4}"/>
                </a:ext>
              </a:extLst>
            </p:cNvPr>
            <p:cNvSpPr>
              <a:spLocks noGrp="1"/>
            </p:cNvSpPr>
            <p:nvPr/>
          </p:nvSpPr>
          <p:spPr>
            <a:xfrm>
              <a:off x="20831175" y="1552575"/>
              <a:ext cx="323850" cy="342900"/>
            </a:xfrm>
            <a:prstGeom prst="rect">
              <a:avLst/>
            </a:prstGeom>
            <a:noFill/>
            <a:ln w="0">
              <a:noFill/>
              <a:prstDash val="solid"/>
            </a:ln>
          </p:spPr>
          <p:txBody>
            <a:bodyPr wrap="none" lIns="0" tIns="0" rIns="0" bIns="0" anchor="ctr">
              <a:normAutofit fontScale="100000"/>
            </a:bodyPr>
            <a:lstStyle>
              <a:defPPr algn="ctr">
                <a:defRPr sz="2025" b="0">
                  <a:solidFill>
                    <a:srgbClr val="263238"/>
                  </a:solidFill>
                  <a:latin typeface="Arial"/>
                  <a:ea typeface="Arial"/>
                  <a:cs typeface="Arial"/>
                </a:defRPr>
              </a:defPPr>
            </a:lstStyle>
            <a:p>
              <a:pPr algn="ctr">
                <a:defRPr sz="2025" b="0">
                  <a:solidFill>
                    <a:srgbClr val="263238"/>
                  </a:solidFill>
                  <a:latin typeface="Arial"/>
                  <a:ea typeface="Arial"/>
                  <a:cs typeface="Arial"/>
                </a:defRPr>
              </a:pPr>
              <a:r>
                <a:rPr sz="2025" b="0">
                  <a:solidFill>
                    <a:srgbClr val="263238"/>
                  </a:solidFill>
                  <a:latin typeface="Arial"/>
                  <a:ea typeface="Arial"/>
                  <a:cs typeface="Arial"/>
                </a:rPr>
                <a:t>tₐ</a:t>
              </a:r>
            </a:p>
          </p:txBody>
        </p:sp>
        <p:sp>
          <p:nvSpPr>
            <p:cNvPr id="1590" name="four:time-step-strips:time-strip-tₐ-cell-0:1590">
              <a:extLst>
                <a:ext uri="{FF2B5EF4-FFF2-40B4-BE49-F238E27FC236}">
                  <ns2:creationId id="{5807DC7C-47C1-4E5B-99CE-00F19C2D0F7D}"/>
                </a:ext>
              </a:extLst>
            </p:cNvPr>
            <p:cNvSpPr>
              <a:spLocks noGrp="1"/>
            </p:cNvSpPr>
            <p:nvPr/>
          </p:nvSpPr>
          <p:spPr>
            <a:xfrm>
              <a:off x="21240750" y="1581150"/>
              <a:ext cx="15379" cy="276225"/>
            </a:xfrm>
            <a:prstGeom prst="rect">
              <a:avLst/>
            </a:prstGeom>
            <a:solidFill>
              <a:srgbClr val="DCE8ED"/>
            </a:solidFill>
            <a:ln w="0">
              <a:noFill/>
              <a:prstDash val="solid"/>
            </a:ln>
          </p:spPr>
        </p:sp>
        <p:sp>
          <p:nvSpPr>
            <p:cNvPr id="1591" name="four:time-step-strips:time-strip-tₐ-cell-1:1591">
              <a:extLst>
                <a:ext uri="{FF2B5EF4-FFF2-40B4-BE49-F238E27FC236}">
                  <ns2:creationId id="{AF02D005-4D3E-4B3A-A7A1-72D0A5744849}"/>
                </a:ext>
              </a:extLst>
            </p:cNvPr>
            <p:cNvSpPr>
              <a:spLocks noGrp="1"/>
            </p:cNvSpPr>
            <p:nvPr/>
          </p:nvSpPr>
          <p:spPr>
            <a:xfrm>
              <a:off x="21256129" y="1581150"/>
              <a:ext cx="15379" cy="276225"/>
            </a:xfrm>
            <a:prstGeom prst="rect">
              <a:avLst/>
            </a:prstGeom>
            <a:solidFill>
              <a:srgbClr val="DCE8ED"/>
            </a:solidFill>
            <a:ln w="0">
              <a:noFill/>
              <a:prstDash val="solid"/>
            </a:ln>
          </p:spPr>
        </p:sp>
        <p:sp>
          <p:nvSpPr>
            <p:cNvPr id="1592" name="four:time-step-strips:time-strip-tₐ-cell-2:1592">
              <a:extLst>
                <a:ext uri="{FF2B5EF4-FFF2-40B4-BE49-F238E27FC236}">
                  <ns2:creationId id="{A6531F25-A3A4-447A-A289-ABCDA28F96F4}"/>
                </a:ext>
              </a:extLst>
            </p:cNvPr>
            <p:cNvSpPr>
              <a:spLocks noGrp="1"/>
            </p:cNvSpPr>
            <p:nvPr/>
          </p:nvSpPr>
          <p:spPr>
            <a:xfrm>
              <a:off x="21271508" y="1581150"/>
              <a:ext cx="15379" cy="276225"/>
            </a:xfrm>
            <a:prstGeom prst="rect">
              <a:avLst/>
            </a:prstGeom>
            <a:solidFill>
              <a:srgbClr val="DCE8ED"/>
            </a:solidFill>
            <a:ln w="0">
              <a:noFill/>
              <a:prstDash val="solid"/>
            </a:ln>
          </p:spPr>
        </p:sp>
        <p:sp>
          <p:nvSpPr>
            <p:cNvPr id="1593" name="four:time-step-strips:time-strip-tₐ-cell-3:1593">
              <a:extLst>
                <a:ext uri="{FF2B5EF4-FFF2-40B4-BE49-F238E27FC236}">
                  <ns2:creationId id="{F2E6CD9E-6D65-4264-93AC-70C2934F543C}"/>
                </a:ext>
              </a:extLst>
            </p:cNvPr>
            <p:cNvSpPr>
              <a:spLocks noGrp="1"/>
            </p:cNvSpPr>
            <p:nvPr/>
          </p:nvSpPr>
          <p:spPr>
            <a:xfrm>
              <a:off x="21286887" y="1581150"/>
              <a:ext cx="15379" cy="276225"/>
            </a:xfrm>
            <a:prstGeom prst="rect">
              <a:avLst/>
            </a:prstGeom>
            <a:solidFill>
              <a:srgbClr val="DCE8ED"/>
            </a:solidFill>
            <a:ln w="0">
              <a:noFill/>
              <a:prstDash val="solid"/>
            </a:ln>
          </p:spPr>
        </p:sp>
        <p:sp>
          <p:nvSpPr>
            <p:cNvPr id="1594" name="four:time-step-strips:time-strip-tₐ-cell-4:1594">
              <a:extLst>
                <a:ext uri="{FF2B5EF4-FFF2-40B4-BE49-F238E27FC236}">
                  <ns2:creationId id="{2D601813-4190-4A62-9325-40555B04D7F7}"/>
                </a:ext>
              </a:extLst>
            </p:cNvPr>
            <p:cNvSpPr>
              <a:spLocks noGrp="1"/>
            </p:cNvSpPr>
            <p:nvPr/>
          </p:nvSpPr>
          <p:spPr>
            <a:xfrm>
              <a:off x="21302266" y="1581150"/>
              <a:ext cx="15379" cy="276225"/>
            </a:xfrm>
            <a:prstGeom prst="rect">
              <a:avLst/>
            </a:prstGeom>
            <a:solidFill>
              <a:srgbClr val="DCE8ED"/>
            </a:solidFill>
            <a:ln w="0">
              <a:noFill/>
              <a:prstDash val="solid"/>
            </a:ln>
          </p:spPr>
        </p:sp>
        <p:sp>
          <p:nvSpPr>
            <p:cNvPr id="1595" name="four:time-step-strips:time-strip-tₐ-cell-5:1595">
              <a:extLst>
                <a:ext uri="{FF2B5EF4-FFF2-40B4-BE49-F238E27FC236}">
                  <ns2:creationId id="{030F0286-37AA-4897-9007-C1B6095A3013}"/>
                </a:ext>
              </a:extLst>
            </p:cNvPr>
            <p:cNvSpPr>
              <a:spLocks noGrp="1"/>
            </p:cNvSpPr>
            <p:nvPr/>
          </p:nvSpPr>
          <p:spPr>
            <a:xfrm>
              <a:off x="21317645" y="1581150"/>
              <a:ext cx="15379" cy="276225"/>
            </a:xfrm>
            <a:prstGeom prst="rect">
              <a:avLst/>
            </a:prstGeom>
            <a:solidFill>
              <a:srgbClr val="D4E2E9"/>
            </a:solidFill>
            <a:ln w="0">
              <a:noFill/>
              <a:prstDash val="solid"/>
            </a:ln>
          </p:spPr>
        </p:sp>
        <p:sp>
          <p:nvSpPr>
            <p:cNvPr id="1596" name="four:time-step-strips:time-strip-tₐ-cell-6:1596">
              <a:extLst>
                <a:ext uri="{FF2B5EF4-FFF2-40B4-BE49-F238E27FC236}">
                  <ns2:creationId id="{D0789D58-7A44-4A22-ABE6-AC581439D6F9}"/>
                </a:ext>
              </a:extLst>
            </p:cNvPr>
            <p:cNvSpPr>
              <a:spLocks noGrp="1"/>
            </p:cNvSpPr>
            <p:nvPr/>
          </p:nvSpPr>
          <p:spPr>
            <a:xfrm>
              <a:off x="21333023" y="1581150"/>
              <a:ext cx="15379" cy="276225"/>
            </a:xfrm>
            <a:prstGeom prst="rect">
              <a:avLst/>
            </a:prstGeom>
            <a:solidFill>
              <a:srgbClr val="9DC6DC"/>
            </a:solidFill>
            <a:ln w="0">
              <a:noFill/>
              <a:prstDash val="solid"/>
            </a:ln>
          </p:spPr>
        </p:sp>
        <p:sp>
          <p:nvSpPr>
            <p:cNvPr id="1597" name="four:time-step-strips:time-strip-tₐ-cell-7:1597">
              <a:extLst>
                <a:ext uri="{FF2B5EF4-FFF2-40B4-BE49-F238E27FC236}">
                  <ns2:creationId id="{FE294E77-02E2-432B-B880-E46D0FDDCD70}"/>
                </a:ext>
              </a:extLst>
            </p:cNvPr>
            <p:cNvSpPr>
              <a:spLocks noGrp="1"/>
            </p:cNvSpPr>
            <p:nvPr/>
          </p:nvSpPr>
          <p:spPr>
            <a:xfrm>
              <a:off x="21348402" y="1581150"/>
              <a:ext cx="15379" cy="276225"/>
            </a:xfrm>
            <a:prstGeom prst="rect">
              <a:avLst/>
            </a:prstGeom>
            <a:solidFill>
              <a:srgbClr val="5AA2CA"/>
            </a:solidFill>
            <a:ln w="0">
              <a:noFill/>
              <a:prstDash val="solid"/>
            </a:ln>
          </p:spPr>
        </p:sp>
        <p:sp>
          <p:nvSpPr>
            <p:cNvPr id="1598" name="four:time-step-strips:time-strip-tₐ-cell-8:1598">
              <a:extLst>
                <a:ext uri="{FF2B5EF4-FFF2-40B4-BE49-F238E27FC236}">
                  <ns2:creationId id="{125288D0-E8C9-4A9A-8315-FF8B3FDBBF6D}"/>
                </a:ext>
              </a:extLst>
            </p:cNvPr>
            <p:cNvSpPr>
              <a:spLocks noGrp="1"/>
            </p:cNvSpPr>
            <p:nvPr/>
          </p:nvSpPr>
          <p:spPr>
            <a:xfrm>
              <a:off x="21363781" y="1581150"/>
              <a:ext cx="15379" cy="276225"/>
            </a:xfrm>
            <a:prstGeom prst="rect">
              <a:avLst/>
            </a:prstGeom>
            <a:solidFill>
              <a:srgbClr val="1D82BA"/>
            </a:solidFill>
            <a:ln w="0">
              <a:noFill/>
              <a:prstDash val="solid"/>
            </a:ln>
          </p:spPr>
        </p:sp>
        <p:sp>
          <p:nvSpPr>
            <p:cNvPr id="1599" name="four:time-step-strips:time-strip-tₐ-cell-9:1599">
              <a:extLst>
                <a:ext uri="{FF2B5EF4-FFF2-40B4-BE49-F238E27FC236}">
                  <ns2:creationId id="{25E9BBF1-D604-4095-B725-C832B927E507}"/>
                </a:ext>
              </a:extLst>
            </p:cNvPr>
            <p:cNvSpPr>
              <a:spLocks noGrp="1"/>
            </p:cNvSpPr>
            <p:nvPr/>
          </p:nvSpPr>
          <p:spPr>
            <a:xfrm>
              <a:off x="21379160" y="1581150"/>
              <a:ext cx="15379" cy="276225"/>
            </a:xfrm>
            <a:prstGeom prst="rect">
              <a:avLst/>
            </a:prstGeom>
            <a:solidFill>
              <a:srgbClr val="0072B2"/>
            </a:solidFill>
            <a:ln w="0">
              <a:noFill/>
              <a:prstDash val="solid"/>
            </a:ln>
          </p:spPr>
        </p:sp>
        <p:sp>
          <p:nvSpPr>
            <p:cNvPr id="1600" name="four:time-step-strips:time-strip-tₐ-cell-10:1600">
              <a:extLst>
                <a:ext uri="{FF2B5EF4-FFF2-40B4-BE49-F238E27FC236}">
                  <ns2:creationId id="{D7222DFA-71FC-4807-B89B-54848D5E8B5B}"/>
                </a:ext>
              </a:extLst>
            </p:cNvPr>
            <p:cNvSpPr>
              <a:spLocks noGrp="1"/>
            </p:cNvSpPr>
            <p:nvPr/>
          </p:nvSpPr>
          <p:spPr>
            <a:xfrm>
              <a:off x="21394539" y="1581150"/>
              <a:ext cx="15379" cy="276225"/>
            </a:xfrm>
            <a:prstGeom prst="rect">
              <a:avLst/>
            </a:prstGeom>
            <a:solidFill>
              <a:srgbClr val="0072B2"/>
            </a:solidFill>
            <a:ln w="0">
              <a:noFill/>
              <a:prstDash val="solid"/>
            </a:ln>
          </p:spPr>
        </p:sp>
        <p:sp>
          <p:nvSpPr>
            <p:cNvPr id="1601" name="four:time-step-strips:time-strip-tₐ-cell-11:1601">
              <a:extLst>
                <a:ext uri="{FF2B5EF4-FFF2-40B4-BE49-F238E27FC236}">
                  <ns2:creationId id="{6BEA775C-7A7F-4C51-8189-E48275CAEC41}"/>
                </a:ext>
              </a:extLst>
            </p:cNvPr>
            <p:cNvSpPr>
              <a:spLocks noGrp="1"/>
            </p:cNvSpPr>
            <p:nvPr/>
          </p:nvSpPr>
          <p:spPr>
            <a:xfrm>
              <a:off x="21409918" y="1581150"/>
              <a:ext cx="15379" cy="276225"/>
            </a:xfrm>
            <a:prstGeom prst="rect">
              <a:avLst/>
            </a:prstGeom>
            <a:solidFill>
              <a:srgbClr val="0072B2"/>
            </a:solidFill>
            <a:ln w="0">
              <a:noFill/>
              <a:prstDash val="solid"/>
            </a:ln>
          </p:spPr>
        </p:sp>
        <p:sp>
          <p:nvSpPr>
            <p:cNvPr id="1602" name="four:time-step-strips:time-strip-tₐ-cell-12:1602">
              <a:extLst>
                <a:ext uri="{FF2B5EF4-FFF2-40B4-BE49-F238E27FC236}">
                  <ns2:creationId id="{8012951C-12E6-4822-B386-39C39A7C1C24}"/>
                </a:ext>
              </a:extLst>
            </p:cNvPr>
            <p:cNvSpPr>
              <a:spLocks noGrp="1"/>
            </p:cNvSpPr>
            <p:nvPr/>
          </p:nvSpPr>
          <p:spPr>
            <a:xfrm>
              <a:off x="21425297" y="1581150"/>
              <a:ext cx="15379" cy="276225"/>
            </a:xfrm>
            <a:prstGeom prst="rect">
              <a:avLst/>
            </a:prstGeom>
            <a:solidFill>
              <a:srgbClr val="0072B2"/>
            </a:solidFill>
            <a:ln w="0">
              <a:noFill/>
              <a:prstDash val="solid"/>
            </a:ln>
          </p:spPr>
        </p:sp>
        <p:sp>
          <p:nvSpPr>
            <p:cNvPr id="1603" name="four:time-step-strips:time-strip-tₐ-cell-13:1603">
              <a:extLst>
                <a:ext uri="{FF2B5EF4-FFF2-40B4-BE49-F238E27FC236}">
                  <ns2:creationId id="{F518B13D-6492-4764-A36B-742C827328D6}"/>
                </a:ext>
              </a:extLst>
            </p:cNvPr>
            <p:cNvSpPr>
              <a:spLocks noGrp="1"/>
            </p:cNvSpPr>
            <p:nvPr/>
          </p:nvSpPr>
          <p:spPr>
            <a:xfrm>
              <a:off x="21440676" y="1581150"/>
              <a:ext cx="15379" cy="276225"/>
            </a:xfrm>
            <a:prstGeom prst="rect">
              <a:avLst/>
            </a:prstGeom>
            <a:solidFill>
              <a:srgbClr val="0072B2"/>
            </a:solidFill>
            <a:ln w="0">
              <a:noFill/>
              <a:prstDash val="solid"/>
            </a:ln>
          </p:spPr>
        </p:sp>
        <p:sp>
          <p:nvSpPr>
            <p:cNvPr id="1604" name="four:time-step-strips:time-strip-tₐ-cell-14:1604">
              <a:extLst>
                <a:ext uri="{FF2B5EF4-FFF2-40B4-BE49-F238E27FC236}">
                  <ns2:creationId id="{19341801-5478-4879-AAC5-02846F459C72}"/>
                </a:ext>
              </a:extLst>
            </p:cNvPr>
            <p:cNvSpPr>
              <a:spLocks noGrp="1"/>
            </p:cNvSpPr>
            <p:nvPr/>
          </p:nvSpPr>
          <p:spPr>
            <a:xfrm>
              <a:off x="21456055" y="1581150"/>
              <a:ext cx="15379" cy="276225"/>
            </a:xfrm>
            <a:prstGeom prst="rect">
              <a:avLst/>
            </a:prstGeom>
            <a:solidFill>
              <a:srgbClr val="0072B2"/>
            </a:solidFill>
            <a:ln w="0">
              <a:noFill/>
              <a:prstDash val="solid"/>
            </a:ln>
          </p:spPr>
        </p:sp>
        <p:sp>
          <p:nvSpPr>
            <p:cNvPr id="1605" name="four:time-step-strips:time-strip-tₐ-cell-15:1605">
              <a:extLst>
                <a:ext uri="{FF2B5EF4-FFF2-40B4-BE49-F238E27FC236}">
                  <ns2:creationId id="{11292CB9-D0E4-4CD2-82CD-6146F38DD66E}"/>
                </a:ext>
              </a:extLst>
            </p:cNvPr>
            <p:cNvSpPr>
              <a:spLocks noGrp="1"/>
            </p:cNvSpPr>
            <p:nvPr/>
          </p:nvSpPr>
          <p:spPr>
            <a:xfrm>
              <a:off x="21471434" y="1581150"/>
              <a:ext cx="15379" cy="276225"/>
            </a:xfrm>
            <a:prstGeom prst="rect">
              <a:avLst/>
            </a:prstGeom>
            <a:solidFill>
              <a:srgbClr val="0072B2"/>
            </a:solidFill>
            <a:ln w="0">
              <a:noFill/>
              <a:prstDash val="solid"/>
            </a:ln>
          </p:spPr>
        </p:sp>
        <p:sp>
          <p:nvSpPr>
            <p:cNvPr id="1606" name="four:time-step-strips:time-strip-tₐ-cell-16:1606">
              <a:extLst>
                <a:ext uri="{FF2B5EF4-FFF2-40B4-BE49-F238E27FC236}">
                  <ns2:creationId id="{15E84C7E-2ED3-4E61-AF89-B797FCB15DB6}"/>
                </a:ext>
              </a:extLst>
            </p:cNvPr>
            <p:cNvSpPr>
              <a:spLocks noGrp="1"/>
            </p:cNvSpPr>
            <p:nvPr/>
          </p:nvSpPr>
          <p:spPr>
            <a:xfrm>
              <a:off x="21486812" y="1581150"/>
              <a:ext cx="15379" cy="276225"/>
            </a:xfrm>
            <a:prstGeom prst="rect">
              <a:avLst/>
            </a:prstGeom>
            <a:solidFill>
              <a:srgbClr val="0072B2"/>
            </a:solidFill>
            <a:ln w="0">
              <a:noFill/>
              <a:prstDash val="solid"/>
            </a:ln>
          </p:spPr>
        </p:sp>
        <p:sp>
          <p:nvSpPr>
            <p:cNvPr id="1607" name="four:time-step-strips:time-strip-tₐ-cell-17:1607">
              <a:extLst>
                <a:ext uri="{FF2B5EF4-FFF2-40B4-BE49-F238E27FC236}">
                  <ns2:creationId id="{BD8F6D85-7317-416B-81F9-DB47A67FCF81}"/>
                </a:ext>
              </a:extLst>
            </p:cNvPr>
            <p:cNvSpPr>
              <a:spLocks noGrp="1"/>
            </p:cNvSpPr>
            <p:nvPr/>
          </p:nvSpPr>
          <p:spPr>
            <a:xfrm>
              <a:off x="21502191" y="1581150"/>
              <a:ext cx="15379" cy="276225"/>
            </a:xfrm>
            <a:prstGeom prst="rect">
              <a:avLst/>
            </a:prstGeom>
            <a:solidFill>
              <a:srgbClr val="0072B2"/>
            </a:solidFill>
            <a:ln w="0">
              <a:noFill/>
              <a:prstDash val="solid"/>
            </a:ln>
          </p:spPr>
        </p:sp>
        <p:sp>
          <p:nvSpPr>
            <p:cNvPr id="1608" name="four:time-step-strips:time-strip-tₐ-cell-18:1608">
              <a:extLst>
                <a:ext uri="{FF2B5EF4-FFF2-40B4-BE49-F238E27FC236}">
                  <ns2:creationId id="{6CDF60BC-A7F3-49F2-AD0A-F8171736F151}"/>
                </a:ext>
              </a:extLst>
            </p:cNvPr>
            <p:cNvSpPr>
              <a:spLocks noGrp="1"/>
            </p:cNvSpPr>
            <p:nvPr/>
          </p:nvSpPr>
          <p:spPr>
            <a:xfrm>
              <a:off x="21517570" y="1581150"/>
              <a:ext cx="15379" cy="276225"/>
            </a:xfrm>
            <a:prstGeom prst="rect">
              <a:avLst/>
            </a:prstGeom>
            <a:solidFill>
              <a:srgbClr val="0072B2"/>
            </a:solidFill>
            <a:ln w="0">
              <a:noFill/>
              <a:prstDash val="solid"/>
            </a:ln>
          </p:spPr>
        </p:sp>
        <p:sp>
          <p:nvSpPr>
            <p:cNvPr id="1609" name="four:time-step-strips:time-strip-tₐ-cell-19:1609">
              <a:extLst>
                <a:ext uri="{FF2B5EF4-FFF2-40B4-BE49-F238E27FC236}">
                  <ns2:creationId id="{B4E2789B-172F-4F24-ACC1-3C24A2089361}"/>
                </a:ext>
              </a:extLst>
            </p:cNvPr>
            <p:cNvSpPr>
              <a:spLocks noGrp="1"/>
            </p:cNvSpPr>
            <p:nvPr/>
          </p:nvSpPr>
          <p:spPr>
            <a:xfrm>
              <a:off x="21532949" y="1581150"/>
              <a:ext cx="15379" cy="276225"/>
            </a:xfrm>
            <a:prstGeom prst="rect">
              <a:avLst/>
            </a:prstGeom>
            <a:solidFill>
              <a:srgbClr val="0072B2"/>
            </a:solidFill>
            <a:ln w="0">
              <a:noFill/>
              <a:prstDash val="solid"/>
            </a:ln>
          </p:spPr>
        </p:sp>
        <p:sp>
          <p:nvSpPr>
            <p:cNvPr id="1610" name="four:time-step-strips:time-strip-tₐ-cell-20:1610">
              <a:extLst>
                <a:ext uri="{FF2B5EF4-FFF2-40B4-BE49-F238E27FC236}">
                  <ns2:creationId id="{044EDFD6-624F-4246-ACDA-F6CF27B71977}"/>
                </a:ext>
              </a:extLst>
            </p:cNvPr>
            <p:cNvSpPr>
              <a:spLocks noGrp="1"/>
            </p:cNvSpPr>
            <p:nvPr/>
          </p:nvSpPr>
          <p:spPr>
            <a:xfrm>
              <a:off x="21548328" y="1581150"/>
              <a:ext cx="15379" cy="276225"/>
            </a:xfrm>
            <a:prstGeom prst="rect">
              <a:avLst/>
            </a:prstGeom>
            <a:solidFill>
              <a:srgbClr val="0072B2"/>
            </a:solidFill>
            <a:ln w="0">
              <a:noFill/>
              <a:prstDash val="solid"/>
            </a:ln>
          </p:spPr>
        </p:sp>
        <p:sp>
          <p:nvSpPr>
            <p:cNvPr id="1611" name="four:time-step-strips:time-strip-tₐ-cell-21:1611">
              <a:extLst>
                <a:ext uri="{FF2B5EF4-FFF2-40B4-BE49-F238E27FC236}">
                  <ns2:creationId id="{23865BB0-68C7-4115-B502-8C12F0E0C3A5}"/>
                </a:ext>
              </a:extLst>
            </p:cNvPr>
            <p:cNvSpPr>
              <a:spLocks noGrp="1"/>
            </p:cNvSpPr>
            <p:nvPr/>
          </p:nvSpPr>
          <p:spPr>
            <a:xfrm>
              <a:off x="21563707" y="1581150"/>
              <a:ext cx="15379" cy="276225"/>
            </a:xfrm>
            <a:prstGeom prst="rect">
              <a:avLst/>
            </a:prstGeom>
            <a:solidFill>
              <a:srgbClr val="0072B2"/>
            </a:solidFill>
            <a:ln w="0">
              <a:noFill/>
              <a:prstDash val="solid"/>
            </a:ln>
          </p:spPr>
        </p:sp>
        <p:sp>
          <p:nvSpPr>
            <p:cNvPr id="1612" name="four:time-step-strips:time-strip-tₐ-cell-22:1612">
              <a:extLst>
                <a:ext uri="{FF2B5EF4-FFF2-40B4-BE49-F238E27FC236}">
                  <ns2:creationId id="{67347BE8-7D12-4050-A369-65911499C819}"/>
                </a:ext>
              </a:extLst>
            </p:cNvPr>
            <p:cNvSpPr>
              <a:spLocks noGrp="1"/>
            </p:cNvSpPr>
            <p:nvPr/>
          </p:nvSpPr>
          <p:spPr>
            <a:xfrm>
              <a:off x="21579086" y="1581150"/>
              <a:ext cx="15379" cy="276225"/>
            </a:xfrm>
            <a:prstGeom prst="rect">
              <a:avLst/>
            </a:prstGeom>
            <a:solidFill>
              <a:srgbClr val="0072B2"/>
            </a:solidFill>
            <a:ln w="0">
              <a:noFill/>
              <a:prstDash val="solid"/>
            </a:ln>
          </p:spPr>
        </p:sp>
        <p:sp>
          <p:nvSpPr>
            <p:cNvPr id="1613" name="four:time-step-strips:time-strip-tₐ-cell-23:1613">
              <a:extLst>
                <a:ext uri="{FF2B5EF4-FFF2-40B4-BE49-F238E27FC236}">
                  <ns2:creationId id="{DC461569-9DBF-4359-8BD6-FB6AEDAFE5CE}"/>
                </a:ext>
              </a:extLst>
            </p:cNvPr>
            <p:cNvSpPr>
              <a:spLocks noGrp="1"/>
            </p:cNvSpPr>
            <p:nvPr/>
          </p:nvSpPr>
          <p:spPr>
            <a:xfrm>
              <a:off x="21594465" y="1581150"/>
              <a:ext cx="15379" cy="276225"/>
            </a:xfrm>
            <a:prstGeom prst="rect">
              <a:avLst/>
            </a:prstGeom>
            <a:solidFill>
              <a:srgbClr val="0977B4"/>
            </a:solidFill>
            <a:ln w="0">
              <a:noFill/>
              <a:prstDash val="solid"/>
            </a:ln>
          </p:spPr>
        </p:sp>
        <p:sp>
          <p:nvSpPr>
            <p:cNvPr id="1614" name="four:time-step-strips:time-strip-tₐ-cell-24:1614">
              <a:extLst>
                <a:ext uri="{FF2B5EF4-FFF2-40B4-BE49-F238E27FC236}">
                  <ns2:creationId id="{FF680D3E-5B27-4DDF-ABBA-943ECF4E9307}"/>
                </a:ext>
              </a:extLst>
            </p:cNvPr>
            <p:cNvSpPr>
              <a:spLocks noGrp="1"/>
            </p:cNvSpPr>
            <p:nvPr/>
          </p:nvSpPr>
          <p:spPr>
            <a:xfrm>
              <a:off x="21609844" y="1581150"/>
              <a:ext cx="15379" cy="276225"/>
            </a:xfrm>
            <a:prstGeom prst="rect">
              <a:avLst/>
            </a:prstGeom>
            <a:solidFill>
              <a:srgbClr val="2385BB"/>
            </a:solidFill>
            <a:ln w="0">
              <a:noFill/>
              <a:prstDash val="solid"/>
            </a:ln>
          </p:spPr>
        </p:sp>
        <p:sp>
          <p:nvSpPr>
            <p:cNvPr id="1615" name="four:time-step-strips:time-strip-tₐ-cell-25:1615">
              <a:extLst>
                <a:ext uri="{FF2B5EF4-FFF2-40B4-BE49-F238E27FC236}">
                  <ns2:creationId id="{85F63FF4-8878-4642-A37B-30B03A29566B}"/>
                </a:ext>
              </a:extLst>
            </p:cNvPr>
            <p:cNvSpPr>
              <a:spLocks noGrp="1"/>
            </p:cNvSpPr>
            <p:nvPr/>
          </p:nvSpPr>
          <p:spPr>
            <a:xfrm>
              <a:off x="21625223" y="1581150"/>
              <a:ext cx="15379" cy="276225"/>
            </a:xfrm>
            <a:prstGeom prst="rect">
              <a:avLst/>
            </a:prstGeom>
            <a:solidFill>
              <a:srgbClr val="4899C5"/>
            </a:solidFill>
            <a:ln w="0">
              <a:noFill/>
              <a:prstDash val="solid"/>
            </a:ln>
          </p:spPr>
        </p:sp>
        <p:sp>
          <p:nvSpPr>
            <p:cNvPr id="1616" name="four:time-step-strips:time-strip-tₐ-cell-26:1616">
              <a:extLst>
                <a:ext uri="{FF2B5EF4-FFF2-40B4-BE49-F238E27FC236}">
                  <ns2:creationId id="{0C03D8B6-2E37-49CB-B86B-2A4E66CFB316}"/>
                </a:ext>
              </a:extLst>
            </p:cNvPr>
            <p:cNvSpPr>
              <a:spLocks noGrp="1"/>
            </p:cNvSpPr>
            <p:nvPr/>
          </p:nvSpPr>
          <p:spPr>
            <a:xfrm>
              <a:off x="21640602" y="1581150"/>
              <a:ext cx="15379" cy="276225"/>
            </a:xfrm>
            <a:prstGeom prst="rect">
              <a:avLst/>
            </a:prstGeom>
            <a:solidFill>
              <a:srgbClr val="72AFD1"/>
            </a:solidFill>
            <a:ln w="0">
              <a:noFill/>
              <a:prstDash val="solid"/>
            </a:ln>
          </p:spPr>
        </p:sp>
        <p:sp>
          <p:nvSpPr>
            <p:cNvPr id="1617" name="four:time-step-strips:time-strip-tₐ-cell-27:1617">
              <a:extLst>
                <a:ext uri="{FF2B5EF4-FFF2-40B4-BE49-F238E27FC236}">
                  <ns2:creationId id="{C85D5A81-FA14-4B9F-84D7-E38BE28AF839}"/>
                </a:ext>
              </a:extLst>
            </p:cNvPr>
            <p:cNvSpPr>
              <a:spLocks noGrp="1"/>
            </p:cNvSpPr>
            <p:nvPr/>
          </p:nvSpPr>
          <p:spPr>
            <a:xfrm>
              <a:off x="21655980" y="1581150"/>
              <a:ext cx="15379" cy="276225"/>
            </a:xfrm>
            <a:prstGeom prst="rect">
              <a:avLst/>
            </a:prstGeom>
            <a:solidFill>
              <a:srgbClr val="9CC5DC"/>
            </a:solidFill>
            <a:ln w="0">
              <a:noFill/>
              <a:prstDash val="solid"/>
            </a:ln>
          </p:spPr>
        </p:sp>
        <p:sp>
          <p:nvSpPr>
            <p:cNvPr id="1618" name="four:time-step-strips:time-strip-tₐ-cell-28:1618">
              <a:extLst>
                <a:ext uri="{FF2B5EF4-FFF2-40B4-BE49-F238E27FC236}">
                  <ns2:creationId id="{2F06022E-0B1F-4C33-A5F8-7BF40E822EA6}"/>
                </a:ext>
              </a:extLst>
            </p:cNvPr>
            <p:cNvSpPr>
              <a:spLocks noGrp="1"/>
            </p:cNvSpPr>
            <p:nvPr/>
          </p:nvSpPr>
          <p:spPr>
            <a:xfrm>
              <a:off x="21671359" y="1581150"/>
              <a:ext cx="15379" cy="276225"/>
            </a:xfrm>
            <a:prstGeom prst="rect">
              <a:avLst/>
            </a:prstGeom>
            <a:solidFill>
              <a:srgbClr val="C9DBE4"/>
            </a:solidFill>
            <a:ln w="0">
              <a:noFill/>
              <a:prstDash val="solid"/>
            </a:ln>
          </p:spPr>
        </p:sp>
        <p:sp>
          <p:nvSpPr>
            <p:cNvPr id="1619" name="four:time-step-strips:time-strip-tₐ-cell-29:1619">
              <a:extLst>
                <a:ext uri="{FF2B5EF4-FFF2-40B4-BE49-F238E27FC236}">
                  <ns2:creationId id="{84DB59B7-B718-4832-AEB7-275E629C705E}"/>
                </a:ext>
              </a:extLst>
            </p:cNvPr>
            <p:cNvSpPr>
              <a:spLocks noGrp="1"/>
            </p:cNvSpPr>
            <p:nvPr/>
          </p:nvSpPr>
          <p:spPr>
            <a:xfrm>
              <a:off x="21686738" y="1581150"/>
              <a:ext cx="15379" cy="276225"/>
            </a:xfrm>
            <a:prstGeom prst="rect">
              <a:avLst/>
            </a:prstGeom>
            <a:solidFill>
              <a:srgbClr val="D8E5EB"/>
            </a:solidFill>
            <a:ln w="0">
              <a:noFill/>
              <a:prstDash val="solid"/>
            </a:ln>
          </p:spPr>
        </p:sp>
        <p:sp>
          <p:nvSpPr>
            <p:cNvPr id="1620" name="four:time-step-strips:time-strip-tₐ-cell-30:1620">
              <a:extLst>
                <a:ext uri="{FF2B5EF4-FFF2-40B4-BE49-F238E27FC236}">
                  <ns2:creationId id="{1E33D146-57E0-461C-921F-E6674D587709}"/>
                </a:ext>
              </a:extLst>
            </p:cNvPr>
            <p:cNvSpPr>
              <a:spLocks noGrp="1"/>
            </p:cNvSpPr>
            <p:nvPr/>
          </p:nvSpPr>
          <p:spPr>
            <a:xfrm>
              <a:off x="21702117" y="1581150"/>
              <a:ext cx="15379" cy="276225"/>
            </a:xfrm>
            <a:prstGeom prst="rect">
              <a:avLst/>
            </a:prstGeom>
            <a:solidFill>
              <a:srgbClr val="DCE8ED"/>
            </a:solidFill>
            <a:ln w="0">
              <a:noFill/>
              <a:prstDash val="solid"/>
            </a:ln>
          </p:spPr>
        </p:sp>
        <p:sp>
          <p:nvSpPr>
            <p:cNvPr id="1621" name="four:time-step-strips:time-strip-tₐ-cell-31:1621">
              <a:extLst>
                <a:ext uri="{FF2B5EF4-FFF2-40B4-BE49-F238E27FC236}">
                  <ns2:creationId id="{C3C008D4-7933-41C4-A10F-24B64ED19E4A}"/>
                </a:ext>
              </a:extLst>
            </p:cNvPr>
            <p:cNvSpPr>
              <a:spLocks noGrp="1"/>
            </p:cNvSpPr>
            <p:nvPr/>
          </p:nvSpPr>
          <p:spPr>
            <a:xfrm>
              <a:off x="21717496" y="1581150"/>
              <a:ext cx="15379" cy="276225"/>
            </a:xfrm>
            <a:prstGeom prst="rect">
              <a:avLst/>
            </a:prstGeom>
            <a:solidFill>
              <a:srgbClr val="DCE8ED"/>
            </a:solidFill>
            <a:ln w="0">
              <a:noFill/>
              <a:prstDash val="solid"/>
            </a:ln>
          </p:spPr>
        </p:sp>
        <p:sp>
          <p:nvSpPr>
            <p:cNvPr id="1622" name="four:time-step-strips:time-strip-tₐ-cell-32:1622">
              <a:extLst>
                <a:ext uri="{FF2B5EF4-FFF2-40B4-BE49-F238E27FC236}">
                  <ns2:creationId id="{38D15D01-E512-424E-B9B4-FA0362F85AB1}"/>
                </a:ext>
              </a:extLst>
            </p:cNvPr>
            <p:cNvSpPr>
              <a:spLocks noGrp="1"/>
            </p:cNvSpPr>
            <p:nvPr/>
          </p:nvSpPr>
          <p:spPr>
            <a:xfrm>
              <a:off x="21732875" y="1581150"/>
              <a:ext cx="15379" cy="276225"/>
            </a:xfrm>
            <a:prstGeom prst="rect">
              <a:avLst/>
            </a:prstGeom>
            <a:solidFill>
              <a:srgbClr val="DCE8ED"/>
            </a:solidFill>
            <a:ln w="0">
              <a:noFill/>
              <a:prstDash val="solid"/>
            </a:ln>
          </p:spPr>
        </p:sp>
        <p:sp>
          <p:nvSpPr>
            <p:cNvPr id="1623" name="four:time-step-strips:time-strip-tₐ-cell-33:1623">
              <a:extLst>
                <a:ext uri="{FF2B5EF4-FFF2-40B4-BE49-F238E27FC236}">
                  <ns2:creationId id="{6C225175-7427-41B3-9879-6CF19E559174}"/>
                </a:ext>
              </a:extLst>
            </p:cNvPr>
            <p:cNvSpPr>
              <a:spLocks noGrp="1"/>
            </p:cNvSpPr>
            <p:nvPr/>
          </p:nvSpPr>
          <p:spPr>
            <a:xfrm>
              <a:off x="21748254" y="1581150"/>
              <a:ext cx="15379" cy="276225"/>
            </a:xfrm>
            <a:prstGeom prst="rect">
              <a:avLst/>
            </a:prstGeom>
            <a:solidFill>
              <a:srgbClr val="DCE8ED"/>
            </a:solidFill>
            <a:ln w="0">
              <a:noFill/>
              <a:prstDash val="solid"/>
            </a:ln>
          </p:spPr>
        </p:sp>
        <p:sp>
          <p:nvSpPr>
            <p:cNvPr id="1624" name="four:time-step-strips:time-strip-tₐ-cell-34:1624">
              <a:extLst>
                <a:ext uri="{FF2B5EF4-FFF2-40B4-BE49-F238E27FC236}">
                  <ns2:creationId id="{A3BA0ED3-5DB7-44EB-BB10-0AAA9B8A765D}"/>
                </a:ext>
              </a:extLst>
            </p:cNvPr>
            <p:cNvSpPr>
              <a:spLocks noGrp="1"/>
            </p:cNvSpPr>
            <p:nvPr/>
          </p:nvSpPr>
          <p:spPr>
            <a:xfrm>
              <a:off x="21763633" y="1581150"/>
              <a:ext cx="15379" cy="276225"/>
            </a:xfrm>
            <a:prstGeom prst="rect">
              <a:avLst/>
            </a:prstGeom>
            <a:solidFill>
              <a:srgbClr val="DCE8ED"/>
            </a:solidFill>
            <a:ln w="0">
              <a:noFill/>
              <a:prstDash val="solid"/>
            </a:ln>
          </p:spPr>
        </p:sp>
        <p:sp>
          <p:nvSpPr>
            <p:cNvPr id="1625" name="four:time-step-strips:time-strip-tₐ-cell-35:1625">
              <a:extLst>
                <a:ext uri="{FF2B5EF4-FFF2-40B4-BE49-F238E27FC236}">
                  <ns2:creationId id="{B6078E40-29AC-419E-A57C-1473A1537FDC}"/>
                </a:ext>
              </a:extLst>
            </p:cNvPr>
            <p:cNvSpPr>
              <a:spLocks noGrp="1"/>
            </p:cNvSpPr>
            <p:nvPr/>
          </p:nvSpPr>
          <p:spPr>
            <a:xfrm>
              <a:off x="21779012" y="1581150"/>
              <a:ext cx="15379" cy="276225"/>
            </a:xfrm>
            <a:prstGeom prst="rect">
              <a:avLst/>
            </a:prstGeom>
            <a:solidFill>
              <a:srgbClr val="DCE8ED"/>
            </a:solidFill>
            <a:ln w="0">
              <a:noFill/>
              <a:prstDash val="solid"/>
            </a:ln>
          </p:spPr>
        </p:sp>
        <p:sp>
          <p:nvSpPr>
            <p:cNvPr id="1626" name="four:time-step-strips:time-strip-tₐ-cell-36:1626">
              <a:extLst>
                <a:ext uri="{FF2B5EF4-FFF2-40B4-BE49-F238E27FC236}">
                  <ns2:creationId id="{A9689911-F407-4AD7-8D09-03A510B3D2D9}"/>
                </a:ext>
              </a:extLst>
            </p:cNvPr>
            <p:cNvSpPr>
              <a:spLocks noGrp="1"/>
            </p:cNvSpPr>
            <p:nvPr/>
          </p:nvSpPr>
          <p:spPr>
            <a:xfrm>
              <a:off x="21794391" y="1581150"/>
              <a:ext cx="15379" cy="276225"/>
            </a:xfrm>
            <a:prstGeom prst="rect">
              <a:avLst/>
            </a:prstGeom>
            <a:solidFill>
              <a:srgbClr val="DCE8ED"/>
            </a:solidFill>
            <a:ln w="0">
              <a:noFill/>
              <a:prstDash val="solid"/>
            </a:ln>
          </p:spPr>
        </p:sp>
        <p:sp>
          <p:nvSpPr>
            <p:cNvPr id="1627" name="four:time-step-strips:time-strip-tₐ-cell-37:1627">
              <a:extLst>
                <a:ext uri="{FF2B5EF4-FFF2-40B4-BE49-F238E27FC236}">
                  <ns2:creationId id="{10BC7D6C-21F3-4A64-B27B-1F8D215BBD1F}"/>
                </a:ext>
              </a:extLst>
            </p:cNvPr>
            <p:cNvSpPr>
              <a:spLocks noGrp="1"/>
            </p:cNvSpPr>
            <p:nvPr/>
          </p:nvSpPr>
          <p:spPr>
            <a:xfrm>
              <a:off x="21809770" y="1581150"/>
              <a:ext cx="15379" cy="276225"/>
            </a:xfrm>
            <a:prstGeom prst="rect">
              <a:avLst/>
            </a:prstGeom>
            <a:solidFill>
              <a:srgbClr val="DCE8ED"/>
            </a:solidFill>
            <a:ln w="0">
              <a:noFill/>
              <a:prstDash val="solid"/>
            </a:ln>
          </p:spPr>
        </p:sp>
        <p:sp>
          <p:nvSpPr>
            <p:cNvPr id="1628" name="four:time-step-strips:time-strip-tₐ-cell-38:1628">
              <a:extLst>
                <a:ext uri="{FF2B5EF4-FFF2-40B4-BE49-F238E27FC236}">
                  <ns2:creationId id="{02C6B629-4D6B-4338-8B8E-C12026135986}"/>
                </a:ext>
              </a:extLst>
            </p:cNvPr>
            <p:cNvSpPr>
              <a:spLocks noGrp="1"/>
            </p:cNvSpPr>
            <p:nvPr/>
          </p:nvSpPr>
          <p:spPr>
            <a:xfrm>
              <a:off x="21825148" y="1581150"/>
              <a:ext cx="15379" cy="276225"/>
            </a:xfrm>
            <a:prstGeom prst="rect">
              <a:avLst/>
            </a:prstGeom>
            <a:solidFill>
              <a:srgbClr val="DCE8ED"/>
            </a:solidFill>
            <a:ln w="0">
              <a:noFill/>
              <a:prstDash val="solid"/>
            </a:ln>
          </p:spPr>
        </p:sp>
        <p:sp>
          <p:nvSpPr>
            <p:cNvPr id="1629" name="four:time-step-strips:time-strip-tₐ-cell-39:1629">
              <a:extLst>
                <a:ext uri="{FF2B5EF4-FFF2-40B4-BE49-F238E27FC236}">
                  <ns2:creationId id="{B30765F1-7D3D-4EEE-B109-7F57EFA88910}"/>
                </a:ext>
              </a:extLst>
            </p:cNvPr>
            <p:cNvSpPr>
              <a:spLocks noGrp="1"/>
            </p:cNvSpPr>
            <p:nvPr/>
          </p:nvSpPr>
          <p:spPr>
            <a:xfrm>
              <a:off x="21840527" y="1581150"/>
              <a:ext cx="15379" cy="276225"/>
            </a:xfrm>
            <a:prstGeom prst="rect">
              <a:avLst/>
            </a:prstGeom>
            <a:solidFill>
              <a:srgbClr val="DCE8ED"/>
            </a:solidFill>
            <a:ln w="0">
              <a:noFill/>
              <a:prstDash val="solid"/>
            </a:ln>
          </p:spPr>
        </p:sp>
        <p:sp>
          <p:nvSpPr>
            <p:cNvPr id="1630" name="four:time-step-strips:time-strip-tₐ-cell-40:1630">
              <a:extLst>
                <a:ext uri="{FF2B5EF4-FFF2-40B4-BE49-F238E27FC236}">
                  <ns2:creationId id="{D5A9A656-41FC-4739-945E-809D87277D5B}"/>
                </a:ext>
              </a:extLst>
            </p:cNvPr>
            <p:cNvSpPr>
              <a:spLocks noGrp="1"/>
            </p:cNvSpPr>
            <p:nvPr/>
          </p:nvSpPr>
          <p:spPr>
            <a:xfrm>
              <a:off x="21855906" y="1581150"/>
              <a:ext cx="15379" cy="276225"/>
            </a:xfrm>
            <a:prstGeom prst="rect">
              <a:avLst/>
            </a:prstGeom>
            <a:solidFill>
              <a:srgbClr val="DCE8ED"/>
            </a:solidFill>
            <a:ln w="0">
              <a:noFill/>
              <a:prstDash val="solid"/>
            </a:ln>
          </p:spPr>
        </p:sp>
        <p:sp>
          <p:nvSpPr>
            <p:cNvPr id="1631" name="four:time-step-strips:time-strip-tₐ-cell-41:1631">
              <a:extLst>
                <a:ext uri="{FF2B5EF4-FFF2-40B4-BE49-F238E27FC236}">
                  <ns2:creationId id="{AB929BC4-4274-49C7-9D44-525A3938435C}"/>
                </a:ext>
              </a:extLst>
            </p:cNvPr>
            <p:cNvSpPr>
              <a:spLocks noGrp="1"/>
            </p:cNvSpPr>
            <p:nvPr/>
          </p:nvSpPr>
          <p:spPr>
            <a:xfrm>
              <a:off x="21871285" y="1581150"/>
              <a:ext cx="15379" cy="276225"/>
            </a:xfrm>
            <a:prstGeom prst="rect">
              <a:avLst/>
            </a:prstGeom>
            <a:solidFill>
              <a:srgbClr val="DCE8ED"/>
            </a:solidFill>
            <a:ln w="0">
              <a:noFill/>
              <a:prstDash val="solid"/>
            </a:ln>
          </p:spPr>
        </p:sp>
        <p:sp>
          <p:nvSpPr>
            <p:cNvPr id="1632" name="four:time-step-strips:time-strip-tₐ-cell-42:1632">
              <a:extLst>
                <a:ext uri="{FF2B5EF4-FFF2-40B4-BE49-F238E27FC236}">
                  <ns2:creationId id="{7DBC558F-7299-4532-AFAB-15B24ADB7062}"/>
                </a:ext>
              </a:extLst>
            </p:cNvPr>
            <p:cNvSpPr>
              <a:spLocks noGrp="1"/>
            </p:cNvSpPr>
            <p:nvPr/>
          </p:nvSpPr>
          <p:spPr>
            <a:xfrm>
              <a:off x="21886664" y="1581150"/>
              <a:ext cx="15379" cy="276225"/>
            </a:xfrm>
            <a:prstGeom prst="rect">
              <a:avLst/>
            </a:prstGeom>
            <a:solidFill>
              <a:srgbClr val="DCE8ED"/>
            </a:solidFill>
            <a:ln w="0">
              <a:noFill/>
              <a:prstDash val="solid"/>
            </a:ln>
          </p:spPr>
        </p:sp>
        <p:sp>
          <p:nvSpPr>
            <p:cNvPr id="1633" name="four:time-step-strips:time-strip-tₐ-cell-43:1633">
              <a:extLst>
                <a:ext uri="{FF2B5EF4-FFF2-40B4-BE49-F238E27FC236}">
                  <ns2:creationId id="{E5C936A5-C662-4BF0-B9D6-EB33CFB79742}"/>
                </a:ext>
              </a:extLst>
            </p:cNvPr>
            <p:cNvSpPr>
              <a:spLocks noGrp="1"/>
            </p:cNvSpPr>
            <p:nvPr/>
          </p:nvSpPr>
          <p:spPr>
            <a:xfrm>
              <a:off x="21902043" y="1581150"/>
              <a:ext cx="15379" cy="276225"/>
            </a:xfrm>
            <a:prstGeom prst="rect">
              <a:avLst/>
            </a:prstGeom>
            <a:solidFill>
              <a:srgbClr val="DCE8ED"/>
            </a:solidFill>
            <a:ln w="0">
              <a:noFill/>
              <a:prstDash val="solid"/>
            </a:ln>
          </p:spPr>
        </p:sp>
        <p:sp>
          <p:nvSpPr>
            <p:cNvPr id="1634" name="four:time-step-strips:time-strip-tₐ-cell-44:1634">
              <a:extLst>
                <a:ext uri="{FF2B5EF4-FFF2-40B4-BE49-F238E27FC236}">
                  <ns2:creationId id="{9C8361E0-8249-4CE1-92A4-06AD117828F5}"/>
                </a:ext>
              </a:extLst>
            </p:cNvPr>
            <p:cNvSpPr>
              <a:spLocks noGrp="1"/>
            </p:cNvSpPr>
            <p:nvPr/>
          </p:nvSpPr>
          <p:spPr>
            <a:xfrm>
              <a:off x="21917422" y="1581150"/>
              <a:ext cx="15379" cy="276225"/>
            </a:xfrm>
            <a:prstGeom prst="rect">
              <a:avLst/>
            </a:prstGeom>
            <a:solidFill>
              <a:srgbClr val="DCE8ED"/>
            </a:solidFill>
            <a:ln w="0">
              <a:noFill/>
              <a:prstDash val="solid"/>
            </a:ln>
          </p:spPr>
        </p:sp>
        <p:sp>
          <p:nvSpPr>
            <p:cNvPr id="1635" name="four:time-step-strips:time-strip-tₐ-cell-45:1635">
              <a:extLst>
                <a:ext uri="{FF2B5EF4-FFF2-40B4-BE49-F238E27FC236}">
                  <ns2:creationId id="{27E8D582-CBD7-4C53-BF80-1684FDF8633D}"/>
                </a:ext>
              </a:extLst>
            </p:cNvPr>
            <p:cNvSpPr>
              <a:spLocks noGrp="1"/>
            </p:cNvSpPr>
            <p:nvPr/>
          </p:nvSpPr>
          <p:spPr>
            <a:xfrm>
              <a:off x="21932801" y="1581150"/>
              <a:ext cx="15379" cy="276225"/>
            </a:xfrm>
            <a:prstGeom prst="rect">
              <a:avLst/>
            </a:prstGeom>
            <a:solidFill>
              <a:srgbClr val="DCE8ED"/>
            </a:solidFill>
            <a:ln w="0">
              <a:noFill/>
              <a:prstDash val="solid"/>
            </a:ln>
          </p:spPr>
        </p:sp>
        <p:sp>
          <p:nvSpPr>
            <p:cNvPr id="1636" name="four:time-step-strips:time-strip-tₐ-cell-46:1636">
              <a:extLst>
                <a:ext uri="{FF2B5EF4-FFF2-40B4-BE49-F238E27FC236}">
                  <ns2:creationId id="{D579FDDE-7618-4A65-9DF0-53AB5AECAF65}"/>
                </a:ext>
              </a:extLst>
            </p:cNvPr>
            <p:cNvSpPr>
              <a:spLocks noGrp="1"/>
            </p:cNvSpPr>
            <p:nvPr/>
          </p:nvSpPr>
          <p:spPr>
            <a:xfrm>
              <a:off x="21948180" y="1581150"/>
              <a:ext cx="15379" cy="276225"/>
            </a:xfrm>
            <a:prstGeom prst="rect">
              <a:avLst/>
            </a:prstGeom>
            <a:solidFill>
              <a:srgbClr val="DCE8ED"/>
            </a:solidFill>
            <a:ln w="0">
              <a:noFill/>
              <a:prstDash val="solid"/>
            </a:ln>
          </p:spPr>
        </p:sp>
        <p:sp>
          <p:nvSpPr>
            <p:cNvPr id="1637" name="four:time-step-strips:time-strip-tₐ-cell-47:1637">
              <a:extLst>
                <a:ext uri="{FF2B5EF4-FFF2-40B4-BE49-F238E27FC236}">
                  <ns2:creationId id="{2D0A03D0-8EB9-4620-ACDF-FE46688FC24C}"/>
                </a:ext>
              </a:extLst>
            </p:cNvPr>
            <p:cNvSpPr>
              <a:spLocks noGrp="1"/>
            </p:cNvSpPr>
            <p:nvPr/>
          </p:nvSpPr>
          <p:spPr>
            <a:xfrm>
              <a:off x="21963559" y="1581150"/>
              <a:ext cx="15379" cy="276225"/>
            </a:xfrm>
            <a:prstGeom prst="rect">
              <a:avLst/>
            </a:prstGeom>
            <a:solidFill>
              <a:srgbClr val="DCE8ED"/>
            </a:solidFill>
            <a:ln w="0">
              <a:noFill/>
              <a:prstDash val="solid"/>
            </a:ln>
          </p:spPr>
        </p:sp>
        <p:sp>
          <p:nvSpPr>
            <p:cNvPr id="1638" name="four:time-step-strips:time-strip-tₐ-cell-48:1638">
              <a:extLst>
                <a:ext uri="{FF2B5EF4-FFF2-40B4-BE49-F238E27FC236}">
                  <ns2:creationId id="{96771913-0933-4819-BD60-BBA6A65F9694}"/>
                </a:ext>
              </a:extLst>
            </p:cNvPr>
            <p:cNvSpPr>
              <a:spLocks noGrp="1"/>
            </p:cNvSpPr>
            <p:nvPr/>
          </p:nvSpPr>
          <p:spPr>
            <a:xfrm>
              <a:off x="21978938" y="1581150"/>
              <a:ext cx="15379" cy="276225"/>
            </a:xfrm>
            <a:prstGeom prst="rect">
              <a:avLst/>
            </a:prstGeom>
            <a:solidFill>
              <a:srgbClr val="DCE8ED"/>
            </a:solidFill>
            <a:ln w="0">
              <a:noFill/>
              <a:prstDash val="solid"/>
            </a:ln>
          </p:spPr>
        </p:sp>
        <p:sp>
          <p:nvSpPr>
            <p:cNvPr id="1639" name="four:time-step-strips:time-strip-tₐ-cell-49:1639">
              <a:extLst>
                <a:ext uri="{FF2B5EF4-FFF2-40B4-BE49-F238E27FC236}">
                  <ns2:creationId id="{9535E0AB-892F-469E-B688-8E6F0BD2E4BE}"/>
                </a:ext>
              </a:extLst>
            </p:cNvPr>
            <p:cNvSpPr>
              <a:spLocks noGrp="1"/>
            </p:cNvSpPr>
            <p:nvPr/>
          </p:nvSpPr>
          <p:spPr>
            <a:xfrm>
              <a:off x="21994316" y="1581150"/>
              <a:ext cx="15379" cy="276225"/>
            </a:xfrm>
            <a:prstGeom prst="rect">
              <a:avLst/>
            </a:prstGeom>
            <a:solidFill>
              <a:srgbClr val="DCE8ED"/>
            </a:solidFill>
            <a:ln w="0">
              <a:noFill/>
              <a:prstDash val="solid"/>
            </a:ln>
          </p:spPr>
        </p:sp>
        <p:sp>
          <p:nvSpPr>
            <p:cNvPr id="1640" name="four:time-step-strips:time-strip-tₐ-cell-50:1640">
              <a:extLst>
                <a:ext uri="{FF2B5EF4-FFF2-40B4-BE49-F238E27FC236}">
                  <ns2:creationId id="{D3C159C1-040F-4570-A261-56C1DECCA3B5}"/>
                </a:ext>
              </a:extLst>
            </p:cNvPr>
            <p:cNvSpPr>
              <a:spLocks noGrp="1"/>
            </p:cNvSpPr>
            <p:nvPr/>
          </p:nvSpPr>
          <p:spPr>
            <a:xfrm>
              <a:off x="22009695" y="1581150"/>
              <a:ext cx="15379" cy="276225"/>
            </a:xfrm>
            <a:prstGeom prst="rect">
              <a:avLst/>
            </a:prstGeom>
            <a:solidFill>
              <a:srgbClr val="DCE8ED"/>
            </a:solidFill>
            <a:ln w="0">
              <a:noFill/>
              <a:prstDash val="solid"/>
            </a:ln>
          </p:spPr>
        </p:sp>
        <p:sp>
          <p:nvSpPr>
            <p:cNvPr id="1641" name="four:time-step-strips:time-strip-tₐ-cell-51:1641">
              <a:extLst>
                <a:ext uri="{FF2B5EF4-FFF2-40B4-BE49-F238E27FC236}">
                  <ns2:creationId id="{C0F463B7-DA9A-4540-9E41-B296B03BE344}"/>
                </a:ext>
              </a:extLst>
            </p:cNvPr>
            <p:cNvSpPr>
              <a:spLocks noGrp="1"/>
            </p:cNvSpPr>
            <p:nvPr/>
          </p:nvSpPr>
          <p:spPr>
            <a:xfrm>
              <a:off x="22025074" y="1581150"/>
              <a:ext cx="15379" cy="276225"/>
            </a:xfrm>
            <a:prstGeom prst="rect">
              <a:avLst/>
            </a:prstGeom>
            <a:solidFill>
              <a:srgbClr val="DCE8ED"/>
            </a:solidFill>
            <a:ln w="0">
              <a:noFill/>
              <a:prstDash val="solid"/>
            </a:ln>
          </p:spPr>
        </p:sp>
        <p:sp>
          <p:nvSpPr>
            <p:cNvPr id="1642" name="four:time-step-strips:time-strip-tₐ-cell-52:1642">
              <a:extLst>
                <a:ext uri="{FF2B5EF4-FFF2-40B4-BE49-F238E27FC236}">
                  <ns2:creationId id="{59ED3E18-9F8D-4045-AE78-50778234BBDF}"/>
                </a:ext>
              </a:extLst>
            </p:cNvPr>
            <p:cNvSpPr>
              <a:spLocks noGrp="1"/>
            </p:cNvSpPr>
            <p:nvPr/>
          </p:nvSpPr>
          <p:spPr>
            <a:xfrm>
              <a:off x="22040453" y="1581150"/>
              <a:ext cx="15379" cy="276225"/>
            </a:xfrm>
            <a:prstGeom prst="rect">
              <a:avLst/>
            </a:prstGeom>
            <a:solidFill>
              <a:srgbClr val="DCE8ED"/>
            </a:solidFill>
            <a:ln w="0">
              <a:noFill/>
              <a:prstDash val="solid"/>
            </a:ln>
          </p:spPr>
        </p:sp>
        <p:sp>
          <p:nvSpPr>
            <p:cNvPr id="1643" name="four:time-step-strips:time-strip-tₐ-cell-53:1643">
              <a:extLst>
                <a:ext uri="{FF2B5EF4-FFF2-40B4-BE49-F238E27FC236}">
                  <ns2:creationId id="{811D924A-B7B7-4E08-8E7B-3ED7094B01C2}"/>
                </a:ext>
              </a:extLst>
            </p:cNvPr>
            <p:cNvSpPr>
              <a:spLocks noGrp="1"/>
            </p:cNvSpPr>
            <p:nvPr/>
          </p:nvSpPr>
          <p:spPr>
            <a:xfrm>
              <a:off x="22055832" y="1581150"/>
              <a:ext cx="15379" cy="276225"/>
            </a:xfrm>
            <a:prstGeom prst="rect">
              <a:avLst/>
            </a:prstGeom>
            <a:solidFill>
              <a:srgbClr val="DCE8ED"/>
            </a:solidFill>
            <a:ln w="0">
              <a:noFill/>
              <a:prstDash val="solid"/>
            </a:ln>
          </p:spPr>
        </p:sp>
        <p:sp>
          <p:nvSpPr>
            <p:cNvPr id="1644" name="four:time-step-strips:time-strip-tₐ-cell-54:1644">
              <a:extLst>
                <a:ext uri="{FF2B5EF4-FFF2-40B4-BE49-F238E27FC236}">
                  <ns2:creationId id="{5466FC4A-5C4A-4634-B118-A4E77AE8AEDA}"/>
                </a:ext>
              </a:extLst>
            </p:cNvPr>
            <p:cNvSpPr>
              <a:spLocks noGrp="1"/>
            </p:cNvSpPr>
            <p:nvPr/>
          </p:nvSpPr>
          <p:spPr>
            <a:xfrm>
              <a:off x="22071211" y="1581150"/>
              <a:ext cx="15379" cy="276225"/>
            </a:xfrm>
            <a:prstGeom prst="rect">
              <a:avLst/>
            </a:prstGeom>
            <a:solidFill>
              <a:srgbClr val="DCE8ED"/>
            </a:solidFill>
            <a:ln w="0">
              <a:noFill/>
              <a:prstDash val="solid"/>
            </a:ln>
          </p:spPr>
        </p:sp>
        <p:sp>
          <p:nvSpPr>
            <p:cNvPr id="1645" name="four:time-step-strips:time-strip-tₐ-cell-55:1645">
              <a:extLst>
                <a:ext uri="{FF2B5EF4-FFF2-40B4-BE49-F238E27FC236}">
                  <ns2:creationId id="{D97B609C-30D2-4927-A615-B2C30CF595D7}"/>
                </a:ext>
              </a:extLst>
            </p:cNvPr>
            <p:cNvSpPr>
              <a:spLocks noGrp="1"/>
            </p:cNvSpPr>
            <p:nvPr/>
          </p:nvSpPr>
          <p:spPr>
            <a:xfrm>
              <a:off x="22086590" y="1581150"/>
              <a:ext cx="15379" cy="276225"/>
            </a:xfrm>
            <a:prstGeom prst="rect">
              <a:avLst/>
            </a:prstGeom>
            <a:solidFill>
              <a:srgbClr val="DCE8ED"/>
            </a:solidFill>
            <a:ln w="0">
              <a:noFill/>
              <a:prstDash val="solid"/>
            </a:ln>
          </p:spPr>
        </p:sp>
        <p:sp>
          <p:nvSpPr>
            <p:cNvPr id="1646" name="four:time-step-strips:time-strip-tₐ-cell-56:1646">
              <a:extLst>
                <a:ext uri="{FF2B5EF4-FFF2-40B4-BE49-F238E27FC236}">
                  <ns2:creationId id="{34077A15-CF61-4C25-B360-A6E31700EBE8}"/>
                </a:ext>
              </a:extLst>
            </p:cNvPr>
            <p:cNvSpPr>
              <a:spLocks noGrp="1"/>
            </p:cNvSpPr>
            <p:nvPr/>
          </p:nvSpPr>
          <p:spPr>
            <a:xfrm>
              <a:off x="22101969" y="1581150"/>
              <a:ext cx="15379" cy="276225"/>
            </a:xfrm>
            <a:prstGeom prst="rect">
              <a:avLst/>
            </a:prstGeom>
            <a:solidFill>
              <a:srgbClr val="DBE8EC"/>
            </a:solidFill>
            <a:ln w="0">
              <a:noFill/>
              <a:prstDash val="solid"/>
            </a:ln>
          </p:spPr>
        </p:sp>
        <p:sp>
          <p:nvSpPr>
            <p:cNvPr id="1647" name="four:time-step-strips:time-strip-tₐ-cell-57:1647">
              <a:extLst>
                <a:ext uri="{FF2B5EF4-FFF2-40B4-BE49-F238E27FC236}">
                  <ns2:creationId id="{814A0B72-7ACF-4A61-ABA3-2E3082F97BF3}"/>
                </a:ext>
              </a:extLst>
            </p:cNvPr>
            <p:cNvSpPr>
              <a:spLocks noGrp="1"/>
            </p:cNvSpPr>
            <p:nvPr/>
          </p:nvSpPr>
          <p:spPr>
            <a:xfrm>
              <a:off x="22117348" y="1581150"/>
              <a:ext cx="15379" cy="276225"/>
            </a:xfrm>
            <a:prstGeom prst="rect">
              <a:avLst/>
            </a:prstGeom>
            <a:solidFill>
              <a:srgbClr val="D3E3E5"/>
            </a:solidFill>
            <a:ln w="0">
              <a:noFill/>
              <a:prstDash val="solid"/>
            </a:ln>
          </p:spPr>
        </p:sp>
        <p:sp>
          <p:nvSpPr>
            <p:cNvPr id="1648" name="four:time-step-strips:time-strip-tₐ-cell-58:1648">
              <a:extLst>
                <a:ext uri="{FF2B5EF4-FFF2-40B4-BE49-F238E27FC236}">
                  <ns2:creationId id="{29C4D7A1-9517-4A76-BFD8-48DCC9D9C809}"/>
                </a:ext>
              </a:extLst>
            </p:cNvPr>
            <p:cNvSpPr>
              <a:spLocks noGrp="1"/>
            </p:cNvSpPr>
            <p:nvPr/>
          </p:nvSpPr>
          <p:spPr>
            <a:xfrm>
              <a:off x="22132727" y="1581150"/>
              <a:ext cx="15379" cy="276225"/>
            </a:xfrm>
            <a:prstGeom prst="rect">
              <a:avLst/>
            </a:prstGeom>
            <a:solidFill>
              <a:srgbClr val="DAC9B8"/>
            </a:solidFill>
            <a:ln w="0">
              <a:noFill/>
              <a:prstDash val="solid"/>
            </a:ln>
          </p:spPr>
        </p:sp>
        <p:sp>
          <p:nvSpPr>
            <p:cNvPr id="1649" name="four:time-step-strips:time-strip-tₐ-cell-59:1649">
              <a:extLst>
                <a:ext uri="{FF2B5EF4-FFF2-40B4-BE49-F238E27FC236}">
                  <ns2:creationId id="{585BF348-8858-499E-80A3-1EA6BE4964DB}"/>
                </a:ext>
              </a:extLst>
            </p:cNvPr>
            <p:cNvSpPr>
              <a:spLocks noGrp="1"/>
            </p:cNvSpPr>
            <p:nvPr/>
          </p:nvSpPr>
          <p:spPr>
            <a:xfrm>
              <a:off x="22148105" y="1581150"/>
              <a:ext cx="15379" cy="276225"/>
            </a:xfrm>
            <a:prstGeom prst="rect">
              <a:avLst/>
            </a:prstGeom>
            <a:solidFill>
              <a:srgbClr val="D9B08D"/>
            </a:solidFill>
            <a:ln w="0">
              <a:noFill/>
              <a:prstDash val="solid"/>
            </a:ln>
          </p:spPr>
        </p:sp>
        <p:sp>
          <p:nvSpPr>
            <p:cNvPr id="1650" name="four:time-step-strips:time-strip-tₐ-cell-60:1650">
              <a:extLst>
                <a:ext uri="{FF2B5EF4-FFF2-40B4-BE49-F238E27FC236}">
                  <ns2:creationId id="{FA97C58E-584B-4BFC-9BB7-64AE134A2090}"/>
                </a:ext>
              </a:extLst>
            </p:cNvPr>
            <p:cNvSpPr>
              <a:spLocks noGrp="1"/>
            </p:cNvSpPr>
            <p:nvPr/>
          </p:nvSpPr>
          <p:spPr>
            <a:xfrm>
              <a:off x="22163484" y="1581150"/>
              <a:ext cx="15379" cy="276225"/>
            </a:xfrm>
            <a:prstGeom prst="rect">
              <a:avLst/>
            </a:prstGeom>
            <a:solidFill>
              <a:srgbClr val="D89660"/>
            </a:solidFill>
            <a:ln w="0">
              <a:noFill/>
              <a:prstDash val="solid"/>
            </a:ln>
          </p:spPr>
        </p:sp>
        <p:sp>
          <p:nvSpPr>
            <p:cNvPr id="1651" name="four:time-step-strips:time-strip-tₐ-cell-61:1651">
              <a:extLst>
                <a:ext uri="{FF2B5EF4-FFF2-40B4-BE49-F238E27FC236}">
                  <ns2:creationId id="{65726F42-2DEB-4731-B7F8-C334DDEC7087}"/>
                </a:ext>
              </a:extLst>
            </p:cNvPr>
            <p:cNvSpPr>
              <a:spLocks noGrp="1"/>
            </p:cNvSpPr>
            <p:nvPr/>
          </p:nvSpPr>
          <p:spPr>
            <a:xfrm>
              <a:off x="22178863" y="1581150"/>
              <a:ext cx="15379" cy="276225"/>
            </a:xfrm>
            <a:prstGeom prst="rect">
              <a:avLst/>
            </a:prstGeom>
            <a:solidFill>
              <a:srgbClr val="D77D35"/>
            </a:solidFill>
            <a:ln w="0">
              <a:noFill/>
              <a:prstDash val="solid"/>
            </a:ln>
          </p:spPr>
        </p:sp>
        <p:sp>
          <p:nvSpPr>
            <p:cNvPr id="1652" name="four:time-step-strips:time-strip-tₐ-cell-62:1652">
              <a:extLst>
                <a:ext uri="{FF2B5EF4-FFF2-40B4-BE49-F238E27FC236}">
                  <ns2:creationId id="{CE27588F-2C3A-4976-AC30-B66C9D76A202}"/>
                </a:ext>
              </a:extLst>
            </p:cNvPr>
            <p:cNvSpPr>
              <a:spLocks noGrp="1"/>
            </p:cNvSpPr>
            <p:nvPr/>
          </p:nvSpPr>
          <p:spPr>
            <a:xfrm>
              <a:off x="22194242" y="1581150"/>
              <a:ext cx="15379" cy="276225"/>
            </a:xfrm>
            <a:prstGeom prst="rect">
              <a:avLst/>
            </a:prstGeom>
            <a:solidFill>
              <a:srgbClr val="D66913"/>
            </a:solidFill>
            <a:ln w="0">
              <a:noFill/>
              <a:prstDash val="solid"/>
            </a:ln>
          </p:spPr>
        </p:sp>
        <p:sp>
          <p:nvSpPr>
            <p:cNvPr id="1653" name="four:time-step-strips:time-strip-tₐ-cell-63:1653">
              <a:extLst>
                <a:ext uri="{FF2B5EF4-FFF2-40B4-BE49-F238E27FC236}">
                  <ns2:creationId id="{E6A16122-E4B4-4BB9-9DD5-57772AD9432F}"/>
                </a:ext>
              </a:extLst>
            </p:cNvPr>
            <p:cNvSpPr>
              <a:spLocks noGrp="1"/>
            </p:cNvSpPr>
            <p:nvPr/>
          </p:nvSpPr>
          <p:spPr>
            <a:xfrm>
              <a:off x="22209621" y="1581150"/>
              <a:ext cx="15379" cy="276225"/>
            </a:xfrm>
            <a:prstGeom prst="rect">
              <a:avLst/>
            </a:prstGeom>
            <a:solidFill>
              <a:srgbClr val="D55F02"/>
            </a:solidFill>
            <a:ln w="0">
              <a:noFill/>
              <a:prstDash val="solid"/>
            </a:ln>
          </p:spPr>
        </p:sp>
        <p:sp>
          <p:nvSpPr>
            <p:cNvPr id="1654" name="four:time-step-strips:time-strip-tₐ-cell-64:1654">
              <a:extLst>
                <a:ext uri="{FF2B5EF4-FFF2-40B4-BE49-F238E27FC236}">
                  <ns2:creationId id="{7E136DC6-7278-470E-8F6A-6407EA7CCBD8}"/>
                </a:ext>
              </a:extLst>
            </p:cNvPr>
            <p:cNvSpPr>
              <a:spLocks noGrp="1"/>
            </p:cNvSpPr>
            <p:nvPr/>
          </p:nvSpPr>
          <p:spPr>
            <a:xfrm>
              <a:off x="22225000" y="1581150"/>
              <a:ext cx="15379" cy="276225"/>
            </a:xfrm>
            <a:prstGeom prst="rect">
              <a:avLst/>
            </a:prstGeom>
            <a:solidFill>
              <a:srgbClr val="D55E00"/>
            </a:solidFill>
            <a:ln w="0">
              <a:noFill/>
              <a:prstDash val="solid"/>
            </a:ln>
          </p:spPr>
        </p:sp>
        <p:sp>
          <p:nvSpPr>
            <p:cNvPr id="1655" name="four:time-step-strips:time-strip-tₐ-cell-65:1655">
              <a:extLst>
                <a:ext uri="{FF2B5EF4-FFF2-40B4-BE49-F238E27FC236}">
                  <ns2:creationId id="{ED2CB79E-3D19-45A5-AE7D-DCAAE273771C}"/>
                </a:ext>
              </a:extLst>
            </p:cNvPr>
            <p:cNvSpPr>
              <a:spLocks noGrp="1"/>
            </p:cNvSpPr>
            <p:nvPr/>
          </p:nvSpPr>
          <p:spPr>
            <a:xfrm>
              <a:off x="22240379" y="1581150"/>
              <a:ext cx="15379" cy="276225"/>
            </a:xfrm>
            <a:prstGeom prst="rect">
              <a:avLst/>
            </a:prstGeom>
            <a:solidFill>
              <a:srgbClr val="D55E00"/>
            </a:solidFill>
            <a:ln w="0">
              <a:noFill/>
              <a:prstDash val="solid"/>
            </a:ln>
          </p:spPr>
        </p:sp>
        <p:sp>
          <p:nvSpPr>
            <p:cNvPr id="1656" name="four:time-step-strips:time-strip-tₐ-cell-66:1656">
              <a:extLst>
                <a:ext uri="{FF2B5EF4-FFF2-40B4-BE49-F238E27FC236}">
                  <ns2:creationId id="{46B45301-11D3-44B2-AB00-C06516105135}"/>
                </a:ext>
              </a:extLst>
            </p:cNvPr>
            <p:cNvSpPr>
              <a:spLocks noGrp="1"/>
            </p:cNvSpPr>
            <p:nvPr/>
          </p:nvSpPr>
          <p:spPr>
            <a:xfrm>
              <a:off x="22255758" y="1581150"/>
              <a:ext cx="15379" cy="276225"/>
            </a:xfrm>
            <a:prstGeom prst="rect">
              <a:avLst/>
            </a:prstGeom>
            <a:solidFill>
              <a:srgbClr val="D55E00"/>
            </a:solidFill>
            <a:ln w="0">
              <a:noFill/>
              <a:prstDash val="solid"/>
            </a:ln>
          </p:spPr>
        </p:sp>
        <p:sp>
          <p:nvSpPr>
            <p:cNvPr id="1657" name="four:time-step-strips:time-strip-tₐ-cell-67:1657">
              <a:extLst>
                <a:ext uri="{FF2B5EF4-FFF2-40B4-BE49-F238E27FC236}">
                  <ns2:creationId id="{BE3F7AC4-31E4-4687-ADE3-EB9BEAAA921B}"/>
                </a:ext>
              </a:extLst>
            </p:cNvPr>
            <p:cNvSpPr>
              <a:spLocks noGrp="1"/>
            </p:cNvSpPr>
            <p:nvPr/>
          </p:nvSpPr>
          <p:spPr>
            <a:xfrm>
              <a:off x="22271137" y="1581150"/>
              <a:ext cx="15379" cy="276225"/>
            </a:xfrm>
            <a:prstGeom prst="rect">
              <a:avLst/>
            </a:prstGeom>
            <a:solidFill>
              <a:srgbClr val="D55E00"/>
            </a:solidFill>
            <a:ln w="0">
              <a:noFill/>
              <a:prstDash val="solid"/>
            </a:ln>
          </p:spPr>
        </p:sp>
        <p:sp>
          <p:nvSpPr>
            <p:cNvPr id="1658" name="four:time-step-strips:time-strip-tₐ-cell-68:1658">
              <a:extLst>
                <a:ext uri="{FF2B5EF4-FFF2-40B4-BE49-F238E27FC236}">
                  <ns2:creationId id="{00AB7853-9A60-4FAB-9BED-66E5C61F1DB5}"/>
                </a:ext>
              </a:extLst>
            </p:cNvPr>
            <p:cNvSpPr>
              <a:spLocks noGrp="1"/>
            </p:cNvSpPr>
            <p:nvPr/>
          </p:nvSpPr>
          <p:spPr>
            <a:xfrm>
              <a:off x="22286516" y="1581150"/>
              <a:ext cx="15379" cy="276225"/>
            </a:xfrm>
            <a:prstGeom prst="rect">
              <a:avLst/>
            </a:prstGeom>
            <a:solidFill>
              <a:srgbClr val="D55E00"/>
            </a:solidFill>
            <a:ln w="0">
              <a:noFill/>
              <a:prstDash val="solid"/>
            </a:ln>
          </p:spPr>
        </p:sp>
        <p:sp>
          <p:nvSpPr>
            <p:cNvPr id="1659" name="four:time-step-strips:time-strip-tₐ-cell-69:1659">
              <a:extLst>
                <a:ext uri="{FF2B5EF4-FFF2-40B4-BE49-F238E27FC236}">
                  <ns2:creationId id="{DD0EA059-FD2E-4CE1-BC42-1BB2ED3437CB}"/>
                </a:ext>
              </a:extLst>
            </p:cNvPr>
            <p:cNvSpPr>
              <a:spLocks noGrp="1"/>
            </p:cNvSpPr>
            <p:nvPr/>
          </p:nvSpPr>
          <p:spPr>
            <a:xfrm>
              <a:off x="22301895" y="1581150"/>
              <a:ext cx="15379" cy="276225"/>
            </a:xfrm>
            <a:prstGeom prst="rect">
              <a:avLst/>
            </a:prstGeom>
            <a:solidFill>
              <a:srgbClr val="D55E00"/>
            </a:solidFill>
            <a:ln w="0">
              <a:noFill/>
              <a:prstDash val="solid"/>
            </a:ln>
          </p:spPr>
        </p:sp>
        <p:sp>
          <p:nvSpPr>
            <p:cNvPr id="1660" name="four:time-step-strips:time-strip-tₐ-cell-70:1660">
              <a:extLst>
                <a:ext uri="{FF2B5EF4-FFF2-40B4-BE49-F238E27FC236}">
                  <ns2:creationId id="{53629FDA-8844-4D67-BB38-18DB1741EF03}"/>
                </a:ext>
              </a:extLst>
            </p:cNvPr>
            <p:cNvSpPr>
              <a:spLocks noGrp="1"/>
            </p:cNvSpPr>
            <p:nvPr/>
          </p:nvSpPr>
          <p:spPr>
            <a:xfrm>
              <a:off x="22317273" y="1581150"/>
              <a:ext cx="15379" cy="276225"/>
            </a:xfrm>
            <a:prstGeom prst="rect">
              <a:avLst/>
            </a:prstGeom>
            <a:solidFill>
              <a:srgbClr val="D55E00"/>
            </a:solidFill>
            <a:ln w="0">
              <a:noFill/>
              <a:prstDash val="solid"/>
            </a:ln>
          </p:spPr>
        </p:sp>
        <p:sp>
          <p:nvSpPr>
            <p:cNvPr id="1661" name="four:time-step-strips:time-strip-tₐ-cell-71:1661">
              <a:extLst>
                <a:ext uri="{FF2B5EF4-FFF2-40B4-BE49-F238E27FC236}">
                  <ns2:creationId id="{E5C0EBF0-EAFC-4211-9783-1120B0D7ED4E}"/>
                </a:ext>
              </a:extLst>
            </p:cNvPr>
            <p:cNvSpPr>
              <a:spLocks noGrp="1"/>
            </p:cNvSpPr>
            <p:nvPr/>
          </p:nvSpPr>
          <p:spPr>
            <a:xfrm>
              <a:off x="22332652" y="1581150"/>
              <a:ext cx="15379" cy="276225"/>
            </a:xfrm>
            <a:prstGeom prst="rect">
              <a:avLst/>
            </a:prstGeom>
            <a:solidFill>
              <a:srgbClr val="D55E00"/>
            </a:solidFill>
            <a:ln w="0">
              <a:noFill/>
              <a:prstDash val="solid"/>
            </a:ln>
          </p:spPr>
        </p:sp>
        <p:sp>
          <p:nvSpPr>
            <p:cNvPr id="1662" name="four:time-step-strips:time-strip-tₐ-cell-72:1662">
              <a:extLst>
                <a:ext uri="{FF2B5EF4-FFF2-40B4-BE49-F238E27FC236}">
                  <ns2:creationId id="{A8EA651B-DBA1-4CBC-9215-E11BFE8C0B88}"/>
                </a:ext>
              </a:extLst>
            </p:cNvPr>
            <p:cNvSpPr>
              <a:spLocks noGrp="1"/>
            </p:cNvSpPr>
            <p:nvPr/>
          </p:nvSpPr>
          <p:spPr>
            <a:xfrm>
              <a:off x="22348031" y="1581150"/>
              <a:ext cx="15379" cy="276225"/>
            </a:xfrm>
            <a:prstGeom prst="rect">
              <a:avLst/>
            </a:prstGeom>
            <a:solidFill>
              <a:srgbClr val="D55E00"/>
            </a:solidFill>
            <a:ln w="0">
              <a:noFill/>
              <a:prstDash val="solid"/>
            </a:ln>
          </p:spPr>
        </p:sp>
        <p:sp>
          <p:nvSpPr>
            <p:cNvPr id="1663" name="four:time-step-strips:time-strip-tₐ-cell-73:1663">
              <a:extLst>
                <a:ext uri="{FF2B5EF4-FFF2-40B4-BE49-F238E27FC236}">
                  <ns2:creationId id="{B56D9927-A578-4340-A102-9D8FEE7B1CCC}"/>
                </a:ext>
              </a:extLst>
            </p:cNvPr>
            <p:cNvSpPr>
              <a:spLocks noGrp="1"/>
            </p:cNvSpPr>
            <p:nvPr/>
          </p:nvSpPr>
          <p:spPr>
            <a:xfrm>
              <a:off x="22363410" y="1581150"/>
              <a:ext cx="15379" cy="276225"/>
            </a:xfrm>
            <a:prstGeom prst="rect">
              <a:avLst/>
            </a:prstGeom>
            <a:solidFill>
              <a:srgbClr val="D55E00"/>
            </a:solidFill>
            <a:ln w="0">
              <a:noFill/>
              <a:prstDash val="solid"/>
            </a:ln>
          </p:spPr>
        </p:sp>
        <p:sp>
          <p:nvSpPr>
            <p:cNvPr id="1664" name="four:time-step-strips:time-strip-tₐ-cell-74:1664">
              <a:extLst>
                <a:ext uri="{FF2B5EF4-FFF2-40B4-BE49-F238E27FC236}">
                  <ns2:creationId id="{FAF8F7D7-D4C1-4C81-9FB5-9A21E2B03892}"/>
                </a:ext>
              </a:extLst>
            </p:cNvPr>
            <p:cNvSpPr>
              <a:spLocks noGrp="1"/>
            </p:cNvSpPr>
            <p:nvPr/>
          </p:nvSpPr>
          <p:spPr>
            <a:xfrm>
              <a:off x="22378789" y="1581150"/>
              <a:ext cx="15379" cy="276225"/>
            </a:xfrm>
            <a:prstGeom prst="rect">
              <a:avLst/>
            </a:prstGeom>
            <a:solidFill>
              <a:srgbClr val="D55E00"/>
            </a:solidFill>
            <a:ln w="0">
              <a:noFill/>
              <a:prstDash val="solid"/>
            </a:ln>
          </p:spPr>
        </p:sp>
        <p:sp>
          <p:nvSpPr>
            <p:cNvPr id="1665" name="four:time-step-strips:time-strip-tₐ-cell-75:1665">
              <a:extLst>
                <a:ext uri="{FF2B5EF4-FFF2-40B4-BE49-F238E27FC236}">
                  <ns2:creationId id="{4231A09B-2930-411B-A0E8-FA4A48EBA2A4}"/>
                </a:ext>
              </a:extLst>
            </p:cNvPr>
            <p:cNvSpPr>
              <a:spLocks noGrp="1"/>
            </p:cNvSpPr>
            <p:nvPr/>
          </p:nvSpPr>
          <p:spPr>
            <a:xfrm>
              <a:off x="22394168" y="1581150"/>
              <a:ext cx="15379" cy="276225"/>
            </a:xfrm>
            <a:prstGeom prst="rect">
              <a:avLst/>
            </a:prstGeom>
            <a:solidFill>
              <a:srgbClr val="D55E00"/>
            </a:solidFill>
            <a:ln w="0">
              <a:noFill/>
              <a:prstDash val="solid"/>
            </a:ln>
          </p:spPr>
        </p:sp>
        <p:sp>
          <p:nvSpPr>
            <p:cNvPr id="1666" name="four:time-step-strips:time-strip-tₐ-cell-76:1666">
              <a:extLst>
                <a:ext uri="{FF2B5EF4-FFF2-40B4-BE49-F238E27FC236}">
                  <ns2:creationId id="{253506E8-A629-4873-97B3-9AE978A3249E}"/>
                </a:ext>
              </a:extLst>
            </p:cNvPr>
            <p:cNvSpPr>
              <a:spLocks noGrp="1"/>
            </p:cNvSpPr>
            <p:nvPr/>
          </p:nvSpPr>
          <p:spPr>
            <a:xfrm>
              <a:off x="22409547" y="1581150"/>
              <a:ext cx="15379" cy="276225"/>
            </a:xfrm>
            <a:prstGeom prst="rect">
              <a:avLst/>
            </a:prstGeom>
            <a:solidFill>
              <a:srgbClr val="D5640A"/>
            </a:solidFill>
            <a:ln w="0">
              <a:noFill/>
              <a:prstDash val="solid"/>
            </a:ln>
          </p:spPr>
        </p:sp>
        <p:sp>
          <p:nvSpPr>
            <p:cNvPr id="1667" name="four:time-step-strips:time-strip-tₐ-cell-77:1667">
              <a:extLst>
                <a:ext uri="{FF2B5EF4-FFF2-40B4-BE49-F238E27FC236}">
                  <ns2:creationId id="{0CA56F65-AAEC-42C5-9BEA-80E62AC0C8AC}"/>
                </a:ext>
              </a:extLst>
            </p:cNvPr>
            <p:cNvSpPr>
              <a:spLocks noGrp="1"/>
            </p:cNvSpPr>
            <p:nvPr/>
          </p:nvSpPr>
          <p:spPr>
            <a:xfrm>
              <a:off x="22424926" y="1581150"/>
              <a:ext cx="15379" cy="276225"/>
            </a:xfrm>
            <a:prstGeom prst="rect">
              <a:avLst/>
            </a:prstGeom>
            <a:solidFill>
              <a:srgbClr val="D67120"/>
            </a:solidFill>
            <a:ln w="0">
              <a:noFill/>
              <a:prstDash val="solid"/>
            </a:ln>
          </p:spPr>
        </p:sp>
        <p:sp>
          <p:nvSpPr>
            <p:cNvPr id="1668" name="four:time-step-strips:time-strip-tₐ-cell-78:1668">
              <a:extLst>
                <a:ext uri="{FF2B5EF4-FFF2-40B4-BE49-F238E27FC236}">
                  <ns2:creationId id="{E76ACC13-5202-44C5-AF04-C378BB9C540E}"/>
                </a:ext>
              </a:extLst>
            </p:cNvPr>
            <p:cNvSpPr>
              <a:spLocks noGrp="1"/>
            </p:cNvSpPr>
            <p:nvPr/>
          </p:nvSpPr>
          <p:spPr>
            <a:xfrm>
              <a:off x="22440305" y="1581150"/>
              <a:ext cx="15379" cy="276225"/>
            </a:xfrm>
            <a:prstGeom prst="rect">
              <a:avLst/>
            </a:prstGeom>
            <a:solidFill>
              <a:srgbClr val="D7813D"/>
            </a:solidFill>
            <a:ln w="0">
              <a:noFill/>
              <a:prstDash val="solid"/>
            </a:ln>
          </p:spPr>
        </p:sp>
        <p:sp>
          <p:nvSpPr>
            <p:cNvPr id="1669" name="four:time-step-strips:time-strip-tₐ-cell-79:1669">
              <a:extLst>
                <a:ext uri="{FF2B5EF4-FFF2-40B4-BE49-F238E27FC236}">
                  <ns2:creationId id="{E1E2F5BF-BCA3-4DBB-86BC-893A561F477F}"/>
                </a:ext>
              </a:extLst>
            </p:cNvPr>
            <p:cNvSpPr>
              <a:spLocks noGrp="1"/>
            </p:cNvSpPr>
            <p:nvPr/>
          </p:nvSpPr>
          <p:spPr>
            <a:xfrm>
              <a:off x="22455684" y="1581150"/>
              <a:ext cx="15379" cy="276225"/>
            </a:xfrm>
            <a:prstGeom prst="rect">
              <a:avLst/>
            </a:prstGeom>
            <a:solidFill>
              <a:srgbClr val="A1B0B5"/>
            </a:solidFill>
            <a:ln w="0">
              <a:noFill/>
              <a:prstDash val="solid"/>
            </a:ln>
          </p:spPr>
        </p:sp>
        <p:sp>
          <p:nvSpPr>
            <p:cNvPr id="1670" name="four:time-step-strips:time-strip-tₐ-cell-80:1670">
              <a:extLst>
                <a:ext uri="{FF2B5EF4-FFF2-40B4-BE49-F238E27FC236}">
                  <ns2:creationId id="{2C965C0A-30FC-4882-BC24-D7958682769E}"/>
                </a:ext>
              </a:extLst>
            </p:cNvPr>
            <p:cNvSpPr>
              <a:spLocks noGrp="1"/>
            </p:cNvSpPr>
            <p:nvPr/>
          </p:nvSpPr>
          <p:spPr>
            <a:xfrm>
              <a:off x="22471063" y="1581150"/>
              <a:ext cx="15379" cy="276225"/>
            </a:xfrm>
            <a:prstGeom prst="rect">
              <a:avLst/>
            </a:prstGeom>
            <a:solidFill>
              <a:srgbClr val="5CBDA6"/>
            </a:solidFill>
            <a:ln w="0">
              <a:noFill/>
              <a:prstDash val="solid"/>
            </a:ln>
          </p:spPr>
        </p:sp>
        <p:sp>
          <p:nvSpPr>
            <p:cNvPr id="1671" name="four:time-step-strips:time-strip-tₐ-cell-81:1671">
              <a:extLst>
                <a:ext uri="{FF2B5EF4-FFF2-40B4-BE49-F238E27FC236}">
                  <ns2:creationId id="{6E3AF814-8482-42FF-81B6-C416FCAD6346}"/>
                </a:ext>
              </a:extLst>
            </p:cNvPr>
            <p:cNvSpPr>
              <a:spLocks noGrp="1"/>
            </p:cNvSpPr>
            <p:nvPr/>
          </p:nvSpPr>
          <p:spPr>
            <a:xfrm>
              <a:off x="22486441" y="1581150"/>
              <a:ext cx="15379" cy="276225"/>
            </a:xfrm>
            <a:prstGeom prst="rect">
              <a:avLst/>
            </a:prstGeom>
            <a:solidFill>
              <a:srgbClr val="72C4B2"/>
            </a:solidFill>
            <a:ln w="0">
              <a:noFill/>
              <a:prstDash val="solid"/>
            </a:ln>
          </p:spPr>
        </p:sp>
        <p:sp>
          <p:nvSpPr>
            <p:cNvPr id="1672" name="four:time-step-strips:time-strip-tₐ-cell-82:1672">
              <a:extLst>
                <a:ext uri="{FF2B5EF4-FFF2-40B4-BE49-F238E27FC236}">
                  <ns2:creationId id="{8EBEB2B3-BC41-47B4-85AF-18B3DC4474F1}"/>
                </a:ext>
              </a:extLst>
            </p:cNvPr>
            <p:cNvSpPr>
              <a:spLocks noGrp="1"/>
            </p:cNvSpPr>
            <p:nvPr/>
          </p:nvSpPr>
          <p:spPr>
            <a:xfrm>
              <a:off x="22501820" y="1581150"/>
              <a:ext cx="15379" cy="276225"/>
            </a:xfrm>
            <a:prstGeom prst="rect">
              <a:avLst/>
            </a:prstGeom>
            <a:solidFill>
              <a:srgbClr val="7FC9BA"/>
            </a:solidFill>
            <a:ln w="0">
              <a:noFill/>
              <a:prstDash val="solid"/>
            </a:ln>
          </p:spPr>
        </p:sp>
        <p:sp>
          <p:nvSpPr>
            <p:cNvPr id="1673" name="four:time-step-strips:time-strip-tₐ-cell-83:1673">
              <a:extLst>
                <a:ext uri="{FF2B5EF4-FFF2-40B4-BE49-F238E27FC236}">
                  <ns2:creationId id="{A8C7365D-AF9E-4F9A-9DE5-1FEC4C4F5FC1}"/>
                </a:ext>
              </a:extLst>
            </p:cNvPr>
            <p:cNvSpPr>
              <a:spLocks noGrp="1"/>
            </p:cNvSpPr>
            <p:nvPr/>
          </p:nvSpPr>
          <p:spPr>
            <a:xfrm>
              <a:off x="22517199" y="1581150"/>
              <a:ext cx="15379" cy="276225"/>
            </a:xfrm>
            <a:prstGeom prst="rect">
              <a:avLst/>
            </a:prstGeom>
            <a:solidFill>
              <a:srgbClr val="81C9BA"/>
            </a:solidFill>
            <a:ln w="0">
              <a:noFill/>
              <a:prstDash val="solid"/>
            </a:ln>
          </p:spPr>
        </p:sp>
        <p:sp>
          <p:nvSpPr>
            <p:cNvPr id="1674" name="four:time-step-strips:time-strip-tₐ-cell-84:1674">
              <a:extLst>
                <a:ext uri="{FF2B5EF4-FFF2-40B4-BE49-F238E27FC236}">
                  <ns2:creationId id="{05D0C273-EB9A-4533-B701-C4179734546A}"/>
                </a:ext>
              </a:extLst>
            </p:cNvPr>
            <p:cNvSpPr>
              <a:spLocks noGrp="1"/>
            </p:cNvSpPr>
            <p:nvPr/>
          </p:nvSpPr>
          <p:spPr>
            <a:xfrm>
              <a:off x="22532578" y="1581150"/>
              <a:ext cx="15379" cy="276225"/>
            </a:xfrm>
            <a:prstGeom prst="rect">
              <a:avLst/>
            </a:prstGeom>
            <a:solidFill>
              <a:srgbClr val="81C9BA"/>
            </a:solidFill>
            <a:ln w="0">
              <a:noFill/>
              <a:prstDash val="solid"/>
            </a:ln>
          </p:spPr>
        </p:sp>
        <p:sp>
          <p:nvSpPr>
            <p:cNvPr id="1675" name="four:time-step-strips:time-strip-tₐ-cell-85:1675">
              <a:extLst>
                <a:ext uri="{FF2B5EF4-FFF2-40B4-BE49-F238E27FC236}">
                  <ns2:creationId id="{991D389A-2A73-4056-A620-CCB2905BB579}"/>
                </a:ext>
              </a:extLst>
            </p:cNvPr>
            <p:cNvSpPr>
              <a:spLocks noGrp="1"/>
            </p:cNvSpPr>
            <p:nvPr/>
          </p:nvSpPr>
          <p:spPr>
            <a:xfrm>
              <a:off x="22547957" y="1581150"/>
              <a:ext cx="15379" cy="276225"/>
            </a:xfrm>
            <a:prstGeom prst="rect">
              <a:avLst/>
            </a:prstGeom>
            <a:solidFill>
              <a:srgbClr val="81C9BA"/>
            </a:solidFill>
            <a:ln w="0">
              <a:noFill/>
              <a:prstDash val="solid"/>
            </a:ln>
          </p:spPr>
        </p:sp>
        <p:sp>
          <p:nvSpPr>
            <p:cNvPr id="1676" name="four:time-step-strips:time-strip-tₐ-cell-86:1676">
              <a:extLst>
                <a:ext uri="{FF2B5EF4-FFF2-40B4-BE49-F238E27FC236}">
                  <ns2:creationId id="{39AA94DF-DF30-4C0B-A318-1B5E7B487794}"/>
                </a:ext>
              </a:extLst>
            </p:cNvPr>
            <p:cNvSpPr>
              <a:spLocks noGrp="1"/>
            </p:cNvSpPr>
            <p:nvPr/>
          </p:nvSpPr>
          <p:spPr>
            <a:xfrm>
              <a:off x="22563336" y="1581150"/>
              <a:ext cx="15379" cy="276225"/>
            </a:xfrm>
            <a:prstGeom prst="rect">
              <a:avLst/>
            </a:prstGeom>
            <a:solidFill>
              <a:srgbClr val="81C9BA"/>
            </a:solidFill>
            <a:ln w="0">
              <a:noFill/>
              <a:prstDash val="solid"/>
            </a:ln>
          </p:spPr>
        </p:sp>
        <p:sp>
          <p:nvSpPr>
            <p:cNvPr id="1677" name="four:time-step-strips:time-strip-tₐ-cell-87:1677">
              <a:extLst>
                <a:ext uri="{FF2B5EF4-FFF2-40B4-BE49-F238E27FC236}">
                  <ns2:creationId id="{7CF26C63-03E7-4B36-90F9-DF650DC858CF}"/>
                </a:ext>
              </a:extLst>
            </p:cNvPr>
            <p:cNvSpPr>
              <a:spLocks noGrp="1"/>
            </p:cNvSpPr>
            <p:nvPr/>
          </p:nvSpPr>
          <p:spPr>
            <a:xfrm>
              <a:off x="22578715" y="1581150"/>
              <a:ext cx="15379" cy="276225"/>
            </a:xfrm>
            <a:prstGeom prst="rect">
              <a:avLst/>
            </a:prstGeom>
            <a:solidFill>
              <a:srgbClr val="81C9BA"/>
            </a:solidFill>
            <a:ln w="0">
              <a:noFill/>
              <a:prstDash val="solid"/>
            </a:ln>
          </p:spPr>
        </p:sp>
        <p:sp>
          <p:nvSpPr>
            <p:cNvPr id="1678" name="four:time-step-strips:time-strip-tₐ-cell-88:1678">
              <a:extLst>
                <a:ext uri="{FF2B5EF4-FFF2-40B4-BE49-F238E27FC236}">
                  <ns2:creationId id="{4E602635-E459-4FDF-888F-7AEC2D1E9DDD}"/>
                </a:ext>
              </a:extLst>
            </p:cNvPr>
            <p:cNvSpPr>
              <a:spLocks noGrp="1"/>
            </p:cNvSpPr>
            <p:nvPr/>
          </p:nvSpPr>
          <p:spPr>
            <a:xfrm>
              <a:off x="22594094" y="1581150"/>
              <a:ext cx="15379" cy="276225"/>
            </a:xfrm>
            <a:prstGeom prst="rect">
              <a:avLst/>
            </a:prstGeom>
            <a:solidFill>
              <a:srgbClr val="81C9BA"/>
            </a:solidFill>
            <a:ln w="0">
              <a:noFill/>
              <a:prstDash val="solid"/>
            </a:ln>
          </p:spPr>
        </p:sp>
        <p:sp>
          <p:nvSpPr>
            <p:cNvPr id="1679" name="four:time-step-strips:time-strip-tₐ-cell-89:1679">
              <a:extLst>
                <a:ext uri="{FF2B5EF4-FFF2-40B4-BE49-F238E27FC236}">
                  <ns2:creationId id="{F64C78FC-25BA-4C34-B100-8CF90BC4572F}"/>
                </a:ext>
              </a:extLst>
            </p:cNvPr>
            <p:cNvSpPr>
              <a:spLocks noGrp="1"/>
            </p:cNvSpPr>
            <p:nvPr/>
          </p:nvSpPr>
          <p:spPr>
            <a:xfrm>
              <a:off x="22609473" y="1581150"/>
              <a:ext cx="15379" cy="276225"/>
            </a:xfrm>
            <a:prstGeom prst="rect">
              <a:avLst/>
            </a:prstGeom>
            <a:solidFill>
              <a:srgbClr val="81C9BA"/>
            </a:solidFill>
            <a:ln w="0">
              <a:noFill/>
              <a:prstDash val="solid"/>
            </a:ln>
          </p:spPr>
        </p:sp>
        <p:sp>
          <p:nvSpPr>
            <p:cNvPr id="1680" name="four:time-step-strips:time-strip-tₐ-cell-90:1680">
              <a:extLst>
                <a:ext uri="{FF2B5EF4-FFF2-40B4-BE49-F238E27FC236}">
                  <ns2:creationId id="{FC414B5A-F7C6-4292-BCCC-2279E1BDBA4C}"/>
                </a:ext>
              </a:extLst>
            </p:cNvPr>
            <p:cNvSpPr>
              <a:spLocks noGrp="1"/>
            </p:cNvSpPr>
            <p:nvPr/>
          </p:nvSpPr>
          <p:spPr>
            <a:xfrm>
              <a:off x="22624852" y="1581150"/>
              <a:ext cx="15379" cy="276225"/>
            </a:xfrm>
            <a:prstGeom prst="rect">
              <a:avLst/>
            </a:prstGeom>
            <a:solidFill>
              <a:srgbClr val="81C9BA"/>
            </a:solidFill>
            <a:ln w="0">
              <a:noFill/>
              <a:prstDash val="solid"/>
            </a:ln>
          </p:spPr>
        </p:sp>
        <p:sp>
          <p:nvSpPr>
            <p:cNvPr id="1681" name="four:time-step-strips:time-strip-tₐ-cell-91:1681">
              <a:extLst>
                <a:ext uri="{FF2B5EF4-FFF2-40B4-BE49-F238E27FC236}">
                  <ns2:creationId id="{A7290271-3874-43F2-9B95-4349D9C46067}"/>
                </a:ext>
              </a:extLst>
            </p:cNvPr>
            <p:cNvSpPr>
              <a:spLocks noGrp="1"/>
            </p:cNvSpPr>
            <p:nvPr/>
          </p:nvSpPr>
          <p:spPr>
            <a:xfrm>
              <a:off x="22640230" y="1581150"/>
              <a:ext cx="15379" cy="276225"/>
            </a:xfrm>
            <a:prstGeom prst="rect">
              <a:avLst/>
            </a:prstGeom>
            <a:solidFill>
              <a:srgbClr val="81C9BA"/>
            </a:solidFill>
            <a:ln w="0">
              <a:noFill/>
              <a:prstDash val="solid"/>
            </a:ln>
          </p:spPr>
        </p:sp>
        <p:sp>
          <p:nvSpPr>
            <p:cNvPr id="1682" name="four:time-step-strips:time-strip-tₐ-cell-92:1682">
              <a:extLst>
                <a:ext uri="{FF2B5EF4-FFF2-40B4-BE49-F238E27FC236}">
                  <ns2:creationId id="{1D8BD45D-3C0B-4CE9-BF71-DA8937A43B7C}"/>
                </a:ext>
              </a:extLst>
            </p:cNvPr>
            <p:cNvSpPr>
              <a:spLocks noGrp="1"/>
            </p:cNvSpPr>
            <p:nvPr/>
          </p:nvSpPr>
          <p:spPr>
            <a:xfrm>
              <a:off x="22655609" y="1581150"/>
              <a:ext cx="15379" cy="276225"/>
            </a:xfrm>
            <a:prstGeom prst="rect">
              <a:avLst/>
            </a:prstGeom>
            <a:solidFill>
              <a:srgbClr val="81C9BA"/>
            </a:solidFill>
            <a:ln w="0">
              <a:noFill/>
              <a:prstDash val="solid"/>
            </a:ln>
          </p:spPr>
        </p:sp>
        <p:sp>
          <p:nvSpPr>
            <p:cNvPr id="1683" name="four:time-step-strips:time-strip-tₐ-cell-93:1683">
              <a:extLst>
                <a:ext uri="{FF2B5EF4-FFF2-40B4-BE49-F238E27FC236}">
                  <ns2:creationId id="{3F82C22C-1692-4668-B0B2-4443FEB5ADC4}"/>
                </a:ext>
              </a:extLst>
            </p:cNvPr>
            <p:cNvSpPr>
              <a:spLocks noGrp="1"/>
            </p:cNvSpPr>
            <p:nvPr/>
          </p:nvSpPr>
          <p:spPr>
            <a:xfrm>
              <a:off x="22670988" y="1581150"/>
              <a:ext cx="15379" cy="276225"/>
            </a:xfrm>
            <a:prstGeom prst="rect">
              <a:avLst/>
            </a:prstGeom>
            <a:solidFill>
              <a:srgbClr val="81C9BA"/>
            </a:solidFill>
            <a:ln w="0">
              <a:noFill/>
              <a:prstDash val="solid"/>
            </a:ln>
          </p:spPr>
        </p:sp>
        <p:sp>
          <p:nvSpPr>
            <p:cNvPr id="1684" name="four:time-step-strips:time-strip-tₐ-cell-94:1684">
              <a:extLst>
                <a:ext uri="{FF2B5EF4-FFF2-40B4-BE49-F238E27FC236}">
                  <ns2:creationId id="{11CDBDAA-A444-4071-8394-76AEFED9FE4A}"/>
                </a:ext>
              </a:extLst>
            </p:cNvPr>
            <p:cNvSpPr>
              <a:spLocks noGrp="1"/>
            </p:cNvSpPr>
            <p:nvPr/>
          </p:nvSpPr>
          <p:spPr>
            <a:xfrm>
              <a:off x="22686367" y="1581150"/>
              <a:ext cx="15379" cy="276225"/>
            </a:xfrm>
            <a:prstGeom prst="rect">
              <a:avLst/>
            </a:prstGeom>
            <a:solidFill>
              <a:srgbClr val="81C9BA"/>
            </a:solidFill>
            <a:ln w="0">
              <a:noFill/>
              <a:prstDash val="solid"/>
            </a:ln>
          </p:spPr>
        </p:sp>
        <p:sp>
          <p:nvSpPr>
            <p:cNvPr id="1685" name="four:time-step-strips:time-strip-tₐ-cell-95:1685">
              <a:extLst>
                <a:ext uri="{FF2B5EF4-FFF2-40B4-BE49-F238E27FC236}">
                  <ns2:creationId id="{1EAC5AE9-5AF9-442C-AA91-070CBFFC4193}"/>
                </a:ext>
              </a:extLst>
            </p:cNvPr>
            <p:cNvSpPr>
              <a:spLocks noGrp="1"/>
            </p:cNvSpPr>
            <p:nvPr/>
          </p:nvSpPr>
          <p:spPr>
            <a:xfrm>
              <a:off x="22701746" y="1581150"/>
              <a:ext cx="15379" cy="276225"/>
            </a:xfrm>
            <a:prstGeom prst="rect">
              <a:avLst/>
            </a:prstGeom>
            <a:solidFill>
              <a:srgbClr val="81C9BA"/>
            </a:solidFill>
            <a:ln w="0">
              <a:noFill/>
              <a:prstDash val="solid"/>
            </a:ln>
          </p:spPr>
        </p:sp>
        <p:sp>
          <p:nvSpPr>
            <p:cNvPr id="1686" name="four:time-step-strips:time-strip-tₐ-cell-96:1686">
              <a:extLst>
                <a:ext uri="{FF2B5EF4-FFF2-40B4-BE49-F238E27FC236}">
                  <ns2:creationId id="{3D0F1D22-AE96-4CC0-95C6-00CFFBC1AAD5}"/>
                </a:ext>
              </a:extLst>
            </p:cNvPr>
            <p:cNvSpPr>
              <a:spLocks noGrp="1"/>
            </p:cNvSpPr>
            <p:nvPr/>
          </p:nvSpPr>
          <p:spPr>
            <a:xfrm>
              <a:off x="22717125" y="1581150"/>
              <a:ext cx="15379" cy="276225"/>
            </a:xfrm>
            <a:prstGeom prst="rect">
              <a:avLst/>
            </a:prstGeom>
            <a:solidFill>
              <a:srgbClr val="81C9BA"/>
            </a:solidFill>
            <a:ln w="0">
              <a:noFill/>
              <a:prstDash val="solid"/>
            </a:ln>
          </p:spPr>
        </p:sp>
        <p:sp>
          <p:nvSpPr>
            <p:cNvPr id="1687" name="four:time-step-strips:time-strip-tₐ-cell-97:1687">
              <a:extLst>
                <a:ext uri="{FF2B5EF4-FFF2-40B4-BE49-F238E27FC236}">
                  <ns2:creationId id="{3B02FC1D-1D8B-479E-B59C-8DD4E1B3156A}"/>
                </a:ext>
              </a:extLst>
            </p:cNvPr>
            <p:cNvSpPr>
              <a:spLocks noGrp="1"/>
            </p:cNvSpPr>
            <p:nvPr/>
          </p:nvSpPr>
          <p:spPr>
            <a:xfrm>
              <a:off x="22732504" y="1581150"/>
              <a:ext cx="15379" cy="276225"/>
            </a:xfrm>
            <a:prstGeom prst="rect">
              <a:avLst/>
            </a:prstGeom>
            <a:solidFill>
              <a:srgbClr val="81C9BA"/>
            </a:solidFill>
            <a:ln w="0">
              <a:noFill/>
              <a:prstDash val="solid"/>
            </a:ln>
          </p:spPr>
        </p:sp>
        <p:sp>
          <p:nvSpPr>
            <p:cNvPr id="1688" name="four:time-step-strips:time-strip-tₐ-cell-98:1688">
              <a:extLst>
                <a:ext uri="{FF2B5EF4-FFF2-40B4-BE49-F238E27FC236}">
                  <ns2:creationId id="{A8B7E33F-A54F-4857-9BB8-CC7AA67F2B46}"/>
                </a:ext>
              </a:extLst>
            </p:cNvPr>
            <p:cNvSpPr>
              <a:spLocks noGrp="1"/>
            </p:cNvSpPr>
            <p:nvPr/>
          </p:nvSpPr>
          <p:spPr>
            <a:xfrm>
              <a:off x="22747883" y="1581150"/>
              <a:ext cx="15379" cy="276225"/>
            </a:xfrm>
            <a:prstGeom prst="rect">
              <a:avLst/>
            </a:prstGeom>
            <a:solidFill>
              <a:srgbClr val="81C9BA"/>
            </a:solidFill>
            <a:ln w="0">
              <a:noFill/>
              <a:prstDash val="solid"/>
            </a:ln>
          </p:spPr>
        </p:sp>
        <p:sp>
          <p:nvSpPr>
            <p:cNvPr id="1689" name="four:time-step-strips:time-strip-tₐ-cell-99:1689">
              <a:extLst>
                <a:ext uri="{FF2B5EF4-FFF2-40B4-BE49-F238E27FC236}">
                  <ns2:creationId id="{952FA95A-F67D-44CF-B80A-23092E86DF3B}"/>
                </a:ext>
              </a:extLst>
            </p:cNvPr>
            <p:cNvSpPr>
              <a:spLocks noGrp="1"/>
            </p:cNvSpPr>
            <p:nvPr/>
          </p:nvSpPr>
          <p:spPr>
            <a:xfrm>
              <a:off x="22763262" y="1581150"/>
              <a:ext cx="15379" cy="276225"/>
            </a:xfrm>
            <a:prstGeom prst="rect">
              <a:avLst/>
            </a:prstGeom>
            <a:solidFill>
              <a:srgbClr val="81C9BA"/>
            </a:solidFill>
            <a:ln w="0">
              <a:noFill/>
              <a:prstDash val="solid"/>
            </a:ln>
          </p:spPr>
        </p:sp>
        <p:sp>
          <p:nvSpPr>
            <p:cNvPr id="1690" name="four:time-step-strips:time-strip-tₐ-cell-100:1690">
              <a:extLst>
                <a:ext uri="{FF2B5EF4-FFF2-40B4-BE49-F238E27FC236}">
                  <ns2:creationId id="{C3D0C322-518D-42ED-AA28-DE324C85D38E}"/>
                </a:ext>
              </a:extLst>
            </p:cNvPr>
            <p:cNvSpPr>
              <a:spLocks noGrp="1"/>
            </p:cNvSpPr>
            <p:nvPr/>
          </p:nvSpPr>
          <p:spPr>
            <a:xfrm>
              <a:off x="22778641" y="1581150"/>
              <a:ext cx="15379" cy="276225"/>
            </a:xfrm>
            <a:prstGeom prst="rect">
              <a:avLst/>
            </a:prstGeom>
            <a:solidFill>
              <a:srgbClr val="81C9BA"/>
            </a:solidFill>
            <a:ln w="0">
              <a:noFill/>
              <a:prstDash val="solid"/>
            </a:ln>
          </p:spPr>
        </p:sp>
        <p:sp>
          <p:nvSpPr>
            <p:cNvPr id="1691" name="four:time-step-strips:time-strip-tₐ-cell-101:1691">
              <a:extLst>
                <a:ext uri="{FF2B5EF4-FFF2-40B4-BE49-F238E27FC236}">
                  <ns2:creationId id="{0278B97B-6689-4FD6-A5BC-C2A965596241}"/>
                </a:ext>
              </a:extLst>
            </p:cNvPr>
            <p:cNvSpPr>
              <a:spLocks noGrp="1"/>
            </p:cNvSpPr>
            <p:nvPr/>
          </p:nvSpPr>
          <p:spPr>
            <a:xfrm>
              <a:off x="22794020" y="1581150"/>
              <a:ext cx="15379" cy="276225"/>
            </a:xfrm>
            <a:prstGeom prst="rect">
              <a:avLst/>
            </a:prstGeom>
            <a:solidFill>
              <a:srgbClr val="81C9BA"/>
            </a:solidFill>
            <a:ln w="0">
              <a:noFill/>
              <a:prstDash val="solid"/>
            </a:ln>
          </p:spPr>
        </p:sp>
        <p:sp>
          <p:nvSpPr>
            <p:cNvPr id="1692" name="four:time-step-strips:time-strip-tₐ-cell-102:1692">
              <a:extLst>
                <a:ext uri="{FF2B5EF4-FFF2-40B4-BE49-F238E27FC236}">
                  <ns2:creationId id="{8AF2E931-C90D-46D5-8842-C45AC89FEFF2}"/>
                </a:ext>
              </a:extLst>
            </p:cNvPr>
            <p:cNvSpPr>
              <a:spLocks noGrp="1"/>
            </p:cNvSpPr>
            <p:nvPr/>
          </p:nvSpPr>
          <p:spPr>
            <a:xfrm>
              <a:off x="22809398" y="1581150"/>
              <a:ext cx="15379" cy="276225"/>
            </a:xfrm>
            <a:prstGeom prst="rect">
              <a:avLst/>
            </a:prstGeom>
            <a:solidFill>
              <a:srgbClr val="81C9BA"/>
            </a:solidFill>
            <a:ln w="0">
              <a:noFill/>
              <a:prstDash val="solid"/>
            </a:ln>
          </p:spPr>
        </p:sp>
        <p:sp>
          <p:nvSpPr>
            <p:cNvPr id="1693" name="four:time-step-strips:time-strip-tₐ-cell-103:1693">
              <a:extLst>
                <a:ext uri="{FF2B5EF4-FFF2-40B4-BE49-F238E27FC236}">
                  <ns2:creationId id="{41E25C53-4378-45CC-9BB5-DD76F66E634E}"/>
                </a:ext>
              </a:extLst>
            </p:cNvPr>
            <p:cNvSpPr>
              <a:spLocks noGrp="1"/>
            </p:cNvSpPr>
            <p:nvPr/>
          </p:nvSpPr>
          <p:spPr>
            <a:xfrm>
              <a:off x="22824777" y="1581150"/>
              <a:ext cx="15379" cy="276225"/>
            </a:xfrm>
            <a:prstGeom prst="rect">
              <a:avLst/>
            </a:prstGeom>
            <a:solidFill>
              <a:srgbClr val="81C9BA"/>
            </a:solidFill>
            <a:ln w="0">
              <a:noFill/>
              <a:prstDash val="solid"/>
            </a:ln>
          </p:spPr>
        </p:sp>
        <p:sp>
          <p:nvSpPr>
            <p:cNvPr id="1694" name="four:time-step-strips:time-strip-tₐ-cell-104:1694">
              <a:extLst>
                <a:ext uri="{FF2B5EF4-FFF2-40B4-BE49-F238E27FC236}">
                  <ns2:creationId id="{BB763271-7E4E-456C-AF74-8592A00A05EF}"/>
                </a:ext>
              </a:extLst>
            </p:cNvPr>
            <p:cNvSpPr>
              <a:spLocks noGrp="1"/>
            </p:cNvSpPr>
            <p:nvPr/>
          </p:nvSpPr>
          <p:spPr>
            <a:xfrm>
              <a:off x="22840156" y="1581150"/>
              <a:ext cx="15379" cy="276225"/>
            </a:xfrm>
            <a:prstGeom prst="rect">
              <a:avLst/>
            </a:prstGeom>
            <a:solidFill>
              <a:srgbClr val="81C9BA"/>
            </a:solidFill>
            <a:ln w="0">
              <a:noFill/>
              <a:prstDash val="solid"/>
            </a:ln>
          </p:spPr>
        </p:sp>
        <p:sp>
          <p:nvSpPr>
            <p:cNvPr id="1695" name="four:time-step-strips:time-strip-tₐ-cell-105:1695">
              <a:extLst>
                <a:ext uri="{FF2B5EF4-FFF2-40B4-BE49-F238E27FC236}">
                  <ns2:creationId id="{B602CAB0-46C5-416E-85CA-78779ACB3481}"/>
                </a:ext>
              </a:extLst>
            </p:cNvPr>
            <p:cNvSpPr>
              <a:spLocks noGrp="1"/>
            </p:cNvSpPr>
            <p:nvPr/>
          </p:nvSpPr>
          <p:spPr>
            <a:xfrm>
              <a:off x="22855535" y="1581150"/>
              <a:ext cx="15379" cy="276225"/>
            </a:xfrm>
            <a:prstGeom prst="rect">
              <a:avLst/>
            </a:prstGeom>
            <a:solidFill>
              <a:srgbClr val="81C9BA"/>
            </a:solidFill>
            <a:ln w="0">
              <a:noFill/>
              <a:prstDash val="solid"/>
            </a:ln>
          </p:spPr>
        </p:sp>
        <p:sp>
          <p:nvSpPr>
            <p:cNvPr id="1696" name="four:time-step-strips:time-strip-tₐ-cell-106:1696">
              <a:extLst>
                <a:ext uri="{FF2B5EF4-FFF2-40B4-BE49-F238E27FC236}">
                  <ns2:creationId id="{96B09638-9CE4-48FE-8AD4-580F5E121EC8}"/>
                </a:ext>
              </a:extLst>
            </p:cNvPr>
            <p:cNvSpPr>
              <a:spLocks noGrp="1"/>
            </p:cNvSpPr>
            <p:nvPr/>
          </p:nvSpPr>
          <p:spPr>
            <a:xfrm>
              <a:off x="22870914" y="1581150"/>
              <a:ext cx="15379" cy="276225"/>
            </a:xfrm>
            <a:prstGeom prst="rect">
              <a:avLst/>
            </a:prstGeom>
            <a:solidFill>
              <a:srgbClr val="81C9BA"/>
            </a:solidFill>
            <a:ln w="0">
              <a:noFill/>
              <a:prstDash val="solid"/>
            </a:ln>
          </p:spPr>
        </p:sp>
        <p:sp>
          <p:nvSpPr>
            <p:cNvPr id="1697" name="four:time-step-strips:time-strip-tₐ-cell-107:1697">
              <a:extLst>
                <a:ext uri="{FF2B5EF4-FFF2-40B4-BE49-F238E27FC236}">
                  <ns2:creationId id="{BCB41DC4-0890-4482-B657-5A3A4FA7BDA2}"/>
                </a:ext>
              </a:extLst>
            </p:cNvPr>
            <p:cNvSpPr>
              <a:spLocks noGrp="1"/>
            </p:cNvSpPr>
            <p:nvPr/>
          </p:nvSpPr>
          <p:spPr>
            <a:xfrm>
              <a:off x="22886293" y="1581150"/>
              <a:ext cx="15379" cy="276225"/>
            </a:xfrm>
            <a:prstGeom prst="rect">
              <a:avLst/>
            </a:prstGeom>
            <a:solidFill>
              <a:srgbClr val="81C9BA"/>
            </a:solidFill>
            <a:ln w="0">
              <a:noFill/>
              <a:prstDash val="solid"/>
            </a:ln>
          </p:spPr>
        </p:sp>
        <p:sp>
          <p:nvSpPr>
            <p:cNvPr id="1698" name="four:time-step-strips:time-strip-tₐ-cell-108:1698">
              <a:extLst>
                <a:ext uri="{FF2B5EF4-FFF2-40B4-BE49-F238E27FC236}">
                  <ns2:creationId id="{AF911E21-2249-48F6-87F7-A1D8103161A2}"/>
                </a:ext>
              </a:extLst>
            </p:cNvPr>
            <p:cNvSpPr>
              <a:spLocks noGrp="1"/>
            </p:cNvSpPr>
            <p:nvPr/>
          </p:nvSpPr>
          <p:spPr>
            <a:xfrm>
              <a:off x="22901672" y="1581150"/>
              <a:ext cx="15379" cy="276225"/>
            </a:xfrm>
            <a:prstGeom prst="rect">
              <a:avLst/>
            </a:prstGeom>
            <a:solidFill>
              <a:srgbClr val="81C9BA"/>
            </a:solidFill>
            <a:ln w="0">
              <a:noFill/>
              <a:prstDash val="solid"/>
            </a:ln>
          </p:spPr>
        </p:sp>
        <p:sp>
          <p:nvSpPr>
            <p:cNvPr id="1699" name="four:time-step-strips:time-strip-tₐ-cell-109:1699">
              <a:extLst>
                <a:ext uri="{FF2B5EF4-FFF2-40B4-BE49-F238E27FC236}">
                  <ns2:creationId id="{FB9DCE11-6E79-4265-BAC8-AED2CE6E1769}"/>
                </a:ext>
              </a:extLst>
            </p:cNvPr>
            <p:cNvSpPr>
              <a:spLocks noGrp="1"/>
            </p:cNvSpPr>
            <p:nvPr/>
          </p:nvSpPr>
          <p:spPr>
            <a:xfrm>
              <a:off x="22917051" y="1581150"/>
              <a:ext cx="15379" cy="276225"/>
            </a:xfrm>
            <a:prstGeom prst="rect">
              <a:avLst/>
            </a:prstGeom>
            <a:solidFill>
              <a:srgbClr val="7FC9B9"/>
            </a:solidFill>
            <a:ln w="0">
              <a:noFill/>
              <a:prstDash val="solid"/>
            </a:ln>
          </p:spPr>
        </p:sp>
        <p:sp>
          <p:nvSpPr>
            <p:cNvPr id="1700" name="four:time-step-strips:time-strip-tₐ-cell-110:1700">
              <a:extLst>
                <a:ext uri="{FF2B5EF4-FFF2-40B4-BE49-F238E27FC236}">
                  <ns2:creationId id="{A018A4E2-1626-4F46-932A-F9E2B5137CB5}"/>
                </a:ext>
              </a:extLst>
            </p:cNvPr>
            <p:cNvSpPr>
              <a:spLocks noGrp="1"/>
            </p:cNvSpPr>
            <p:nvPr/>
          </p:nvSpPr>
          <p:spPr>
            <a:xfrm>
              <a:off x="22932430" y="1581150"/>
              <a:ext cx="15379" cy="276225"/>
            </a:xfrm>
            <a:prstGeom prst="rect">
              <a:avLst/>
            </a:prstGeom>
            <a:solidFill>
              <a:srgbClr val="73C5B3"/>
            </a:solidFill>
            <a:ln w="0">
              <a:noFill/>
              <a:prstDash val="solid"/>
            </a:ln>
          </p:spPr>
        </p:sp>
        <p:sp>
          <p:nvSpPr>
            <p:cNvPr id="1701" name="four:time-step-strips:time-strip-tₐ-cell-111:1701">
              <a:extLst>
                <a:ext uri="{FF2B5EF4-FFF2-40B4-BE49-F238E27FC236}">
                  <ns2:creationId id="{503488FC-9C21-46D0-AD0D-ECA5CDFCD8D6}"/>
                </a:ext>
              </a:extLst>
            </p:cNvPr>
            <p:cNvSpPr>
              <a:spLocks noGrp="1"/>
            </p:cNvSpPr>
            <p:nvPr/>
          </p:nvSpPr>
          <p:spPr>
            <a:xfrm>
              <a:off x="22947809" y="1581150"/>
              <a:ext cx="15379" cy="276225"/>
            </a:xfrm>
            <a:prstGeom prst="rect">
              <a:avLst/>
            </a:prstGeom>
            <a:solidFill>
              <a:srgbClr val="60BEA8"/>
            </a:solidFill>
            <a:ln w="0">
              <a:noFill/>
              <a:prstDash val="solid"/>
            </a:ln>
          </p:spPr>
        </p:sp>
        <p:sp>
          <p:nvSpPr>
            <p:cNvPr id="1702" name="four:time-step-strips:time-strip-tₐ-cell-112:1702">
              <a:extLst>
                <a:ext uri="{FF2B5EF4-FFF2-40B4-BE49-F238E27FC236}">
                  <ns2:creationId id="{E6CF45C4-EDFA-4596-A4EE-6D0CBD3A9844}"/>
                </a:ext>
              </a:extLst>
            </p:cNvPr>
            <p:cNvSpPr>
              <a:spLocks noGrp="1"/>
            </p:cNvSpPr>
            <p:nvPr/>
          </p:nvSpPr>
          <p:spPr>
            <a:xfrm>
              <a:off x="22963188" y="1581150"/>
              <a:ext cx="15379" cy="276225"/>
            </a:xfrm>
            <a:prstGeom prst="rect">
              <a:avLst/>
            </a:prstGeom>
            <a:solidFill>
              <a:srgbClr val="48B69B"/>
            </a:solidFill>
            <a:ln w="0">
              <a:noFill/>
              <a:prstDash val="solid"/>
            </a:ln>
          </p:spPr>
        </p:sp>
        <p:sp>
          <p:nvSpPr>
            <p:cNvPr id="1703" name="four:time-step-strips:time-strip-tₐ-cell-113:1703">
              <a:extLst>
                <a:ext uri="{FF2B5EF4-FFF2-40B4-BE49-F238E27FC236}">
                  <ns2:creationId id="{9E7CEE56-687D-4887-8505-13EA44F04AAE}"/>
                </a:ext>
              </a:extLst>
            </p:cNvPr>
            <p:cNvSpPr>
              <a:spLocks noGrp="1"/>
            </p:cNvSpPr>
            <p:nvPr/>
          </p:nvSpPr>
          <p:spPr>
            <a:xfrm>
              <a:off x="22978566" y="1581150"/>
              <a:ext cx="15379" cy="276225"/>
            </a:xfrm>
            <a:prstGeom prst="rect">
              <a:avLst/>
            </a:prstGeom>
            <a:solidFill>
              <a:srgbClr val="2EAE8D"/>
            </a:solidFill>
            <a:ln w="0">
              <a:noFill/>
              <a:prstDash val="solid"/>
            </a:ln>
          </p:spPr>
        </p:sp>
        <p:sp>
          <p:nvSpPr>
            <p:cNvPr id="1704" name="four:time-step-strips:time-strip-tₐ-cell-114:1704">
              <a:extLst>
                <a:ext uri="{FF2B5EF4-FFF2-40B4-BE49-F238E27FC236}">
                  <ns2:creationId id="{C06C66C2-F77E-44D6-B5E5-FFCE5C7BC63D}"/>
                </a:ext>
              </a:extLst>
            </p:cNvPr>
            <p:cNvSpPr>
              <a:spLocks noGrp="1"/>
            </p:cNvSpPr>
            <p:nvPr/>
          </p:nvSpPr>
          <p:spPr>
            <a:xfrm>
              <a:off x="22993945" y="1581150"/>
              <a:ext cx="15379" cy="276225"/>
            </a:xfrm>
            <a:prstGeom prst="rect">
              <a:avLst/>
            </a:prstGeom>
            <a:solidFill>
              <a:srgbClr val="1AA781"/>
            </a:solidFill>
            <a:ln w="0">
              <a:noFill/>
              <a:prstDash val="solid"/>
            </a:ln>
          </p:spPr>
        </p:sp>
        <p:sp>
          <p:nvSpPr>
            <p:cNvPr id="1705" name="four:time-step-strips:time-strip-tₐ-cell-115:1705">
              <a:extLst>
                <a:ext uri="{FF2B5EF4-FFF2-40B4-BE49-F238E27FC236}">
                  <ns2:creationId id="{939254F5-8767-42EC-89BF-4FC861FD6BF7}"/>
                </a:ext>
              </a:extLst>
            </p:cNvPr>
            <p:cNvSpPr>
              <a:spLocks noGrp="1"/>
            </p:cNvSpPr>
            <p:nvPr/>
          </p:nvSpPr>
          <p:spPr>
            <a:xfrm>
              <a:off x="23009324" y="1581150"/>
              <a:ext cx="15379" cy="276225"/>
            </a:xfrm>
            <a:prstGeom prst="rect">
              <a:avLst/>
            </a:prstGeom>
            <a:solidFill>
              <a:srgbClr val="07A177"/>
            </a:solidFill>
            <a:ln w="0">
              <a:noFill/>
              <a:prstDash val="solid"/>
            </a:ln>
          </p:spPr>
        </p:sp>
        <p:sp>
          <p:nvSpPr>
            <p:cNvPr id="1706" name="four:time-step-strips:time-strip-tₐ-cell-116:1706">
              <a:extLst>
                <a:ext uri="{FF2B5EF4-FFF2-40B4-BE49-F238E27FC236}">
                  <ns2:creationId id="{E76FD28C-2E4B-4756-AEF5-2E213568AEC1}"/>
                </a:ext>
              </a:extLst>
            </p:cNvPr>
            <p:cNvSpPr>
              <a:spLocks noGrp="1"/>
            </p:cNvSpPr>
            <p:nvPr/>
          </p:nvSpPr>
          <p:spPr>
            <a:xfrm>
              <a:off x="23024703" y="1581150"/>
              <a:ext cx="15379" cy="276225"/>
            </a:xfrm>
            <a:prstGeom prst="rect">
              <a:avLst/>
            </a:prstGeom>
            <a:solidFill>
              <a:srgbClr val="009E73"/>
            </a:solidFill>
            <a:ln w="0">
              <a:noFill/>
              <a:prstDash val="solid"/>
            </a:ln>
          </p:spPr>
        </p:sp>
        <p:sp>
          <p:nvSpPr>
            <p:cNvPr id="1707" name="four:time-step-strips:time-strip-tₐ-cell-117:1707">
              <a:extLst>
                <a:ext uri="{FF2B5EF4-FFF2-40B4-BE49-F238E27FC236}">
                  <ns2:creationId id="{DD0BFF92-992C-4305-B747-48F7350EA9D3}"/>
                </a:ext>
              </a:extLst>
            </p:cNvPr>
            <p:cNvSpPr>
              <a:spLocks noGrp="1"/>
            </p:cNvSpPr>
            <p:nvPr/>
          </p:nvSpPr>
          <p:spPr>
            <a:xfrm>
              <a:off x="23040082" y="1581150"/>
              <a:ext cx="15379" cy="276225"/>
            </a:xfrm>
            <a:prstGeom prst="rect">
              <a:avLst/>
            </a:prstGeom>
            <a:solidFill>
              <a:srgbClr val="009E73"/>
            </a:solidFill>
            <a:ln w="0">
              <a:noFill/>
              <a:prstDash val="solid"/>
            </a:ln>
          </p:spPr>
        </p:sp>
        <p:sp>
          <p:nvSpPr>
            <p:cNvPr id="1708" name="four:time-step-strips:time-strip-tₐ-cell-118:1708">
              <a:extLst>
                <a:ext uri="{FF2B5EF4-FFF2-40B4-BE49-F238E27FC236}">
                  <ns2:creationId id="{5F152DB8-5D28-420F-95DE-B4FB26B2F648}"/>
                </a:ext>
              </a:extLst>
            </p:cNvPr>
            <p:cNvSpPr>
              <a:spLocks noGrp="1"/>
            </p:cNvSpPr>
            <p:nvPr/>
          </p:nvSpPr>
          <p:spPr>
            <a:xfrm>
              <a:off x="23055461" y="1581150"/>
              <a:ext cx="15379" cy="276225"/>
            </a:xfrm>
            <a:prstGeom prst="rect">
              <a:avLst/>
            </a:prstGeom>
            <a:solidFill>
              <a:srgbClr val="009E73"/>
            </a:solidFill>
            <a:ln w="0">
              <a:noFill/>
              <a:prstDash val="solid"/>
            </a:ln>
          </p:spPr>
        </p:sp>
        <p:sp>
          <p:nvSpPr>
            <p:cNvPr id="1709" name="four:time-step-strips:time-strip-tₐ-cell-119:1709">
              <a:extLst>
                <a:ext uri="{FF2B5EF4-FFF2-40B4-BE49-F238E27FC236}">
                  <ns2:creationId id="{5DC570B8-A79F-48CF-83C2-5DDBF7D8DCF4}"/>
                </a:ext>
              </a:extLst>
            </p:cNvPr>
            <p:cNvSpPr>
              <a:spLocks noGrp="1"/>
            </p:cNvSpPr>
            <p:nvPr/>
          </p:nvSpPr>
          <p:spPr>
            <a:xfrm>
              <a:off x="23070840" y="1581150"/>
              <a:ext cx="15379" cy="276225"/>
            </a:xfrm>
            <a:prstGeom prst="rect">
              <a:avLst/>
            </a:prstGeom>
            <a:solidFill>
              <a:srgbClr val="009E73"/>
            </a:solidFill>
            <a:ln w="0">
              <a:noFill/>
              <a:prstDash val="solid"/>
            </a:ln>
          </p:spPr>
        </p:sp>
        <p:sp>
          <p:nvSpPr>
            <p:cNvPr id="1710" name="four:time-step-strips:time-strip-tₐ-cell-120:1710">
              <a:extLst>
                <a:ext uri="{FF2B5EF4-FFF2-40B4-BE49-F238E27FC236}">
                  <ns2:creationId id="{3B8C3370-D2CA-46CF-A8C3-DF4078CBC2D4}"/>
                </a:ext>
              </a:extLst>
            </p:cNvPr>
            <p:cNvSpPr>
              <a:spLocks noGrp="1"/>
            </p:cNvSpPr>
            <p:nvPr/>
          </p:nvSpPr>
          <p:spPr>
            <a:xfrm>
              <a:off x="23086219" y="1581150"/>
              <a:ext cx="15379" cy="276225"/>
            </a:xfrm>
            <a:prstGeom prst="rect">
              <a:avLst/>
            </a:prstGeom>
            <a:solidFill>
              <a:srgbClr val="009E73"/>
            </a:solidFill>
            <a:ln w="0">
              <a:noFill/>
              <a:prstDash val="solid"/>
            </a:ln>
          </p:spPr>
        </p:sp>
        <p:sp>
          <p:nvSpPr>
            <p:cNvPr id="1711" name="four:time-step-strips:time-strip-tₐ-cell-121:1711">
              <a:extLst>
                <a:ext uri="{FF2B5EF4-FFF2-40B4-BE49-F238E27FC236}">
                  <ns2:creationId id="{889E00F7-FDF6-48E6-8597-60ECF5F08A08}"/>
                </a:ext>
              </a:extLst>
            </p:cNvPr>
            <p:cNvSpPr>
              <a:spLocks noGrp="1"/>
            </p:cNvSpPr>
            <p:nvPr/>
          </p:nvSpPr>
          <p:spPr>
            <a:xfrm>
              <a:off x="23101598" y="1581150"/>
              <a:ext cx="15379" cy="276225"/>
            </a:xfrm>
            <a:prstGeom prst="rect">
              <a:avLst/>
            </a:prstGeom>
            <a:solidFill>
              <a:srgbClr val="009E73"/>
            </a:solidFill>
            <a:ln w="0">
              <a:noFill/>
              <a:prstDash val="solid"/>
            </a:ln>
          </p:spPr>
        </p:sp>
        <p:sp>
          <p:nvSpPr>
            <p:cNvPr id="1712" name="four:time-step-strips:time-strip-tₐ-cell-122:1712">
              <a:extLst>
                <a:ext uri="{FF2B5EF4-FFF2-40B4-BE49-F238E27FC236}">
                  <ns2:creationId id="{45899EF6-F69B-4D63-971B-BBD05C1C4367}"/>
                </a:ext>
              </a:extLst>
            </p:cNvPr>
            <p:cNvSpPr>
              <a:spLocks noGrp="1"/>
            </p:cNvSpPr>
            <p:nvPr/>
          </p:nvSpPr>
          <p:spPr>
            <a:xfrm>
              <a:off x="23116977" y="1581150"/>
              <a:ext cx="15379" cy="276225"/>
            </a:xfrm>
            <a:prstGeom prst="rect">
              <a:avLst/>
            </a:prstGeom>
            <a:solidFill>
              <a:srgbClr val="009E73"/>
            </a:solidFill>
            <a:ln w="0">
              <a:noFill/>
              <a:prstDash val="solid"/>
            </a:ln>
          </p:spPr>
        </p:sp>
        <p:sp>
          <p:nvSpPr>
            <p:cNvPr id="1713" name="four:time-step-strips:time-strip-tₐ-cell-123:1713">
              <a:extLst>
                <a:ext uri="{FF2B5EF4-FFF2-40B4-BE49-F238E27FC236}">
                  <ns2:creationId id="{D28ADE53-89AE-4484-BE12-F979D1A68EE0}"/>
                </a:ext>
              </a:extLst>
            </p:cNvPr>
            <p:cNvSpPr>
              <a:spLocks noGrp="1"/>
            </p:cNvSpPr>
            <p:nvPr/>
          </p:nvSpPr>
          <p:spPr>
            <a:xfrm>
              <a:off x="23132355" y="1581150"/>
              <a:ext cx="15379" cy="276225"/>
            </a:xfrm>
            <a:prstGeom prst="rect">
              <a:avLst/>
            </a:prstGeom>
            <a:solidFill>
              <a:srgbClr val="009E73"/>
            </a:solidFill>
            <a:ln w="0">
              <a:noFill/>
              <a:prstDash val="solid"/>
            </a:ln>
          </p:spPr>
        </p:sp>
        <p:sp>
          <p:nvSpPr>
            <p:cNvPr id="1714" name="four:time-step-strips:time-strip-tₐ-cell-124:1714">
              <a:extLst>
                <a:ext uri="{FF2B5EF4-FFF2-40B4-BE49-F238E27FC236}">
                  <ns2:creationId id="{A701D7E9-6542-4C2F-9C78-D15E6C2B9000}"/>
                </a:ext>
              </a:extLst>
            </p:cNvPr>
            <p:cNvSpPr>
              <a:spLocks noGrp="1"/>
            </p:cNvSpPr>
            <p:nvPr/>
          </p:nvSpPr>
          <p:spPr>
            <a:xfrm>
              <a:off x="23147734" y="1581150"/>
              <a:ext cx="15379" cy="276225"/>
            </a:xfrm>
            <a:prstGeom prst="rect">
              <a:avLst/>
            </a:prstGeom>
            <a:solidFill>
              <a:srgbClr val="009E73"/>
            </a:solidFill>
            <a:ln w="0">
              <a:noFill/>
              <a:prstDash val="solid"/>
            </a:ln>
          </p:spPr>
        </p:sp>
        <p:sp>
          <p:nvSpPr>
            <p:cNvPr id="1715" name="four:time-step-strips:time-strip-tₐ-cell-125:1715">
              <a:extLst>
                <a:ext uri="{FF2B5EF4-FFF2-40B4-BE49-F238E27FC236}">
                  <ns2:creationId id="{3CB63930-0F49-4703-B80A-2D19BADD61EC}"/>
                </a:ext>
              </a:extLst>
            </p:cNvPr>
            <p:cNvSpPr>
              <a:spLocks noGrp="1"/>
            </p:cNvSpPr>
            <p:nvPr/>
          </p:nvSpPr>
          <p:spPr>
            <a:xfrm>
              <a:off x="23163113" y="1581150"/>
              <a:ext cx="15379" cy="276225"/>
            </a:xfrm>
            <a:prstGeom prst="rect">
              <a:avLst/>
            </a:prstGeom>
            <a:solidFill>
              <a:srgbClr val="009E73"/>
            </a:solidFill>
            <a:ln w="0">
              <a:noFill/>
              <a:prstDash val="solid"/>
            </a:ln>
          </p:spPr>
        </p:sp>
        <p:sp>
          <p:nvSpPr>
            <p:cNvPr id="1716" name="four:time-step-strips:time-strip-tₐ-cell-126:1716">
              <a:extLst>
                <a:ext uri="{FF2B5EF4-FFF2-40B4-BE49-F238E27FC236}">
                  <ns2:creationId id="{2F37E922-9968-4BAC-A2C1-63CD023C4E83}"/>
                </a:ext>
              </a:extLst>
            </p:cNvPr>
            <p:cNvSpPr>
              <a:spLocks noGrp="1"/>
            </p:cNvSpPr>
            <p:nvPr/>
          </p:nvSpPr>
          <p:spPr>
            <a:xfrm>
              <a:off x="23178492" y="1581150"/>
              <a:ext cx="15379" cy="276225"/>
            </a:xfrm>
            <a:prstGeom prst="rect">
              <a:avLst/>
            </a:prstGeom>
            <a:solidFill>
              <a:srgbClr val="009E73"/>
            </a:solidFill>
            <a:ln w="0">
              <a:noFill/>
              <a:prstDash val="solid"/>
            </a:ln>
          </p:spPr>
        </p:sp>
        <p:sp>
          <p:nvSpPr>
            <p:cNvPr id="1717" name="four:time-step-strips:time-strip-tₐ-cell-127:1717">
              <a:extLst>
                <a:ext uri="{FF2B5EF4-FFF2-40B4-BE49-F238E27FC236}">
                  <ns2:creationId id="{6274B76D-66D3-40CB-9FF3-2F324DBBCEED}"/>
                </a:ext>
              </a:extLst>
            </p:cNvPr>
            <p:cNvSpPr>
              <a:spLocks noGrp="1"/>
            </p:cNvSpPr>
            <p:nvPr/>
          </p:nvSpPr>
          <p:spPr>
            <a:xfrm>
              <a:off x="23193871" y="1581150"/>
              <a:ext cx="15379" cy="276225"/>
            </a:xfrm>
            <a:prstGeom prst="rect">
              <a:avLst/>
            </a:prstGeom>
            <a:solidFill>
              <a:srgbClr val="009E73"/>
            </a:solidFill>
            <a:ln w="0">
              <a:noFill/>
              <a:prstDash val="solid"/>
            </a:ln>
          </p:spPr>
        </p:sp>
        <p:sp>
          <p:nvSpPr>
            <p:cNvPr id="1718" name="four:time-step-strips:time-strip-tₐ-cell-128:1718">
              <a:extLst>
                <a:ext uri="{FF2B5EF4-FFF2-40B4-BE49-F238E27FC236}">
                  <ns2:creationId id="{77AE4A00-968D-4FCA-A426-D108EA07EC13}"/>
                </a:ext>
              </a:extLst>
            </p:cNvPr>
            <p:cNvSpPr>
              <a:spLocks noGrp="1"/>
            </p:cNvSpPr>
            <p:nvPr/>
          </p:nvSpPr>
          <p:spPr>
            <a:xfrm>
              <a:off x="23209250" y="1581150"/>
              <a:ext cx="15379" cy="276225"/>
            </a:xfrm>
            <a:prstGeom prst="rect">
              <a:avLst/>
            </a:prstGeom>
            <a:solidFill>
              <a:srgbClr val="019E74"/>
            </a:solidFill>
            <a:ln w="0">
              <a:noFill/>
              <a:prstDash val="solid"/>
            </a:ln>
          </p:spPr>
        </p:sp>
        <p:sp>
          <p:nvSpPr>
            <p:cNvPr id="1719" name="four:time-step-strips:time-strip-tₐ-cell-129:1719">
              <a:extLst>
                <a:ext uri="{FF2B5EF4-FFF2-40B4-BE49-F238E27FC236}">
                  <ns2:creationId id="{06E13FB6-CE22-433C-B1CA-69C55097FF95}"/>
                </a:ext>
              </a:extLst>
            </p:cNvPr>
            <p:cNvSpPr>
              <a:spLocks noGrp="1"/>
            </p:cNvSpPr>
            <p:nvPr/>
          </p:nvSpPr>
          <p:spPr>
            <a:xfrm>
              <a:off x="23224629" y="1581150"/>
              <a:ext cx="15379" cy="276225"/>
            </a:xfrm>
            <a:prstGeom prst="rect">
              <a:avLst/>
            </a:prstGeom>
            <a:solidFill>
              <a:srgbClr val="11A47D"/>
            </a:solidFill>
            <a:ln w="0">
              <a:noFill/>
              <a:prstDash val="solid"/>
            </a:ln>
          </p:spPr>
        </p:sp>
        <p:sp>
          <p:nvSpPr>
            <p:cNvPr id="1720" name="four:time-step-strips:time-strip-tₐ-cell-130:1720">
              <a:extLst>
                <a:ext uri="{FF2B5EF4-FFF2-40B4-BE49-F238E27FC236}">
                  <ns2:creationId id="{118C640A-C620-4779-9F45-3D4836688804}"/>
                </a:ext>
              </a:extLst>
            </p:cNvPr>
            <p:cNvSpPr>
              <a:spLocks noGrp="1"/>
            </p:cNvSpPr>
            <p:nvPr/>
          </p:nvSpPr>
          <p:spPr>
            <a:xfrm>
              <a:off x="23240008" y="1581150"/>
              <a:ext cx="15379" cy="276225"/>
            </a:xfrm>
            <a:prstGeom prst="rect">
              <a:avLst/>
            </a:prstGeom>
            <a:solidFill>
              <a:srgbClr val="31AF8E"/>
            </a:solidFill>
            <a:ln w="0">
              <a:noFill/>
              <a:prstDash val="solid"/>
            </a:ln>
          </p:spPr>
        </p:sp>
        <p:sp>
          <p:nvSpPr>
            <p:cNvPr id="1721" name="four:time-step-strips:time-strip-tₐ-cell-131:1721">
              <a:extLst>
                <a:ext uri="{FF2B5EF4-FFF2-40B4-BE49-F238E27FC236}">
                  <ns2:creationId id="{2479147D-D89E-4367-8D42-563C141A0CD1}"/>
                </a:ext>
              </a:extLst>
            </p:cNvPr>
            <p:cNvSpPr>
              <a:spLocks noGrp="1"/>
            </p:cNvSpPr>
            <p:nvPr/>
          </p:nvSpPr>
          <p:spPr>
            <a:xfrm>
              <a:off x="23255387" y="1581150"/>
              <a:ext cx="15379" cy="276225"/>
            </a:xfrm>
            <a:prstGeom prst="rect">
              <a:avLst/>
            </a:prstGeom>
            <a:solidFill>
              <a:srgbClr val="59BCA4"/>
            </a:solidFill>
            <a:ln w="0">
              <a:noFill/>
              <a:prstDash val="solid"/>
            </a:ln>
          </p:spPr>
        </p:sp>
        <p:sp>
          <p:nvSpPr>
            <p:cNvPr id="1722" name="four:time-step-strips:time-strip-tₐ-cell-132:1722">
              <a:extLst>
                <a:ext uri="{FF2B5EF4-FFF2-40B4-BE49-F238E27FC236}">
                  <ns2:creationId id="{628F93D8-985B-4A05-9E7D-5A9ED22273F8}"/>
                </a:ext>
              </a:extLst>
            </p:cNvPr>
            <p:cNvSpPr>
              <a:spLocks noGrp="1"/>
            </p:cNvSpPr>
            <p:nvPr/>
          </p:nvSpPr>
          <p:spPr>
            <a:xfrm>
              <a:off x="23270766" y="1581150"/>
              <a:ext cx="15379" cy="276225"/>
            </a:xfrm>
            <a:prstGeom prst="rect">
              <a:avLst/>
            </a:prstGeom>
            <a:solidFill>
              <a:srgbClr val="83CABC"/>
            </a:solidFill>
            <a:ln w="0">
              <a:noFill/>
              <a:prstDash val="solid"/>
            </a:ln>
          </p:spPr>
        </p:sp>
        <p:sp>
          <p:nvSpPr>
            <p:cNvPr id="1723" name="four:time-step-strips:time-strip-tₐ-cell-133:1723">
              <a:extLst>
                <a:ext uri="{FF2B5EF4-FFF2-40B4-BE49-F238E27FC236}">
                  <ns2:creationId id="{366115B2-8FA8-4A3E-A02F-7F26BF4512E2}"/>
                </a:ext>
              </a:extLst>
            </p:cNvPr>
            <p:cNvSpPr>
              <a:spLocks noGrp="1"/>
            </p:cNvSpPr>
            <p:nvPr/>
          </p:nvSpPr>
          <p:spPr>
            <a:xfrm>
              <a:off x="23286145" y="1581150"/>
              <a:ext cx="15379" cy="276225"/>
            </a:xfrm>
            <a:prstGeom prst="rect">
              <a:avLst/>
            </a:prstGeom>
            <a:solidFill>
              <a:srgbClr val="ABD7D2"/>
            </a:solidFill>
            <a:ln w="0">
              <a:noFill/>
              <a:prstDash val="solid"/>
            </a:ln>
          </p:spPr>
        </p:sp>
        <p:sp>
          <p:nvSpPr>
            <p:cNvPr id="1724" name="four:time-step-strips:time-strip-tₐ-cell-134:1724">
              <a:extLst>
                <a:ext uri="{FF2B5EF4-FFF2-40B4-BE49-F238E27FC236}">
                  <ns2:creationId id="{D48F21B8-10D8-45AD-9865-476955C188F6}"/>
                </a:ext>
              </a:extLst>
            </p:cNvPr>
            <p:cNvSpPr>
              <a:spLocks noGrp="1"/>
            </p:cNvSpPr>
            <p:nvPr/>
          </p:nvSpPr>
          <p:spPr>
            <a:xfrm>
              <a:off x="23301523" y="1581150"/>
              <a:ext cx="15379" cy="276225"/>
            </a:xfrm>
            <a:prstGeom prst="rect">
              <a:avLst/>
            </a:prstGeom>
            <a:solidFill>
              <a:srgbClr val="D7E0E8"/>
            </a:solidFill>
            <a:ln w="0">
              <a:noFill/>
              <a:prstDash val="solid"/>
            </a:ln>
          </p:spPr>
        </p:sp>
        <p:sp>
          <p:nvSpPr>
            <p:cNvPr id="1725" name="four:time-step-strips:time-strip-tₐ-cell-135:1725">
              <a:extLst>
                <a:ext uri="{FF2B5EF4-FFF2-40B4-BE49-F238E27FC236}">
                  <ns2:creationId id="{65AC65C7-3518-47C3-AD66-AB187FD665ED}"/>
                </a:ext>
              </a:extLst>
            </p:cNvPr>
            <p:cNvSpPr>
              <a:spLocks noGrp="1"/>
            </p:cNvSpPr>
            <p:nvPr/>
          </p:nvSpPr>
          <p:spPr>
            <a:xfrm>
              <a:off x="23316902" y="1581150"/>
              <a:ext cx="15379" cy="276225"/>
            </a:xfrm>
            <a:prstGeom prst="rect">
              <a:avLst/>
            </a:prstGeom>
            <a:solidFill>
              <a:srgbClr val="DCE7ED"/>
            </a:solidFill>
            <a:ln w="0">
              <a:noFill/>
              <a:prstDash val="solid"/>
            </a:ln>
          </p:spPr>
        </p:sp>
        <p:sp>
          <p:nvSpPr>
            <p:cNvPr id="1726" name="four:time-step-strips:time-strip-tₐ-cell-136:1726">
              <a:extLst>
                <a:ext uri="{FF2B5EF4-FFF2-40B4-BE49-F238E27FC236}">
                  <ns2:creationId id="{3E11EB3F-9FB9-4128-B526-40E4CFAF06CE}"/>
                </a:ext>
              </a:extLst>
            </p:cNvPr>
            <p:cNvSpPr>
              <a:spLocks noGrp="1"/>
            </p:cNvSpPr>
            <p:nvPr/>
          </p:nvSpPr>
          <p:spPr>
            <a:xfrm>
              <a:off x="23332281" y="1581150"/>
              <a:ext cx="15379" cy="276225"/>
            </a:xfrm>
            <a:prstGeom prst="rect">
              <a:avLst/>
            </a:prstGeom>
            <a:solidFill>
              <a:srgbClr val="DCE8ED"/>
            </a:solidFill>
            <a:ln w="0">
              <a:noFill/>
              <a:prstDash val="solid"/>
            </a:ln>
          </p:spPr>
        </p:sp>
        <p:sp>
          <p:nvSpPr>
            <p:cNvPr id="1727" name="four:time-step-strips:time-strip-tₐ-cell-137:1727">
              <a:extLst>
                <a:ext uri="{FF2B5EF4-FFF2-40B4-BE49-F238E27FC236}">
                  <ns2:creationId id="{25168F6B-CA3A-42B4-85E7-E06915AB1907}"/>
                </a:ext>
              </a:extLst>
            </p:cNvPr>
            <p:cNvSpPr>
              <a:spLocks noGrp="1"/>
            </p:cNvSpPr>
            <p:nvPr/>
          </p:nvSpPr>
          <p:spPr>
            <a:xfrm>
              <a:off x="23347660" y="1581150"/>
              <a:ext cx="15379" cy="276225"/>
            </a:xfrm>
            <a:prstGeom prst="rect">
              <a:avLst/>
            </a:prstGeom>
            <a:solidFill>
              <a:srgbClr val="DCE8ED"/>
            </a:solidFill>
            <a:ln w="0">
              <a:noFill/>
              <a:prstDash val="solid"/>
            </a:ln>
          </p:spPr>
        </p:sp>
        <p:sp>
          <p:nvSpPr>
            <p:cNvPr id="1728" name="four:time-step-strips:time-strip-tₐ-cell-138:1728">
              <a:extLst>
                <a:ext uri="{FF2B5EF4-FFF2-40B4-BE49-F238E27FC236}">
                  <ns2:creationId id="{CC31DFEE-B871-4B3D-B165-578CEB26F3F1}"/>
                </a:ext>
              </a:extLst>
            </p:cNvPr>
            <p:cNvSpPr>
              <a:spLocks noGrp="1"/>
            </p:cNvSpPr>
            <p:nvPr/>
          </p:nvSpPr>
          <p:spPr>
            <a:xfrm>
              <a:off x="23363039" y="1581150"/>
              <a:ext cx="15379" cy="276225"/>
            </a:xfrm>
            <a:prstGeom prst="rect">
              <a:avLst/>
            </a:prstGeom>
            <a:solidFill>
              <a:srgbClr val="DCE8ED"/>
            </a:solidFill>
            <a:ln w="0">
              <a:noFill/>
              <a:prstDash val="solid"/>
            </a:ln>
          </p:spPr>
        </p:sp>
        <p:sp>
          <p:nvSpPr>
            <p:cNvPr id="1729" name="four:time-step-strips:time-strip-tₐ-cell-139:1729">
              <a:extLst>
                <a:ext uri="{FF2B5EF4-FFF2-40B4-BE49-F238E27FC236}">
                  <ns2:creationId id="{A954A599-A451-4201-A985-51DE409EC17F}"/>
                </a:ext>
              </a:extLst>
            </p:cNvPr>
            <p:cNvSpPr>
              <a:spLocks noGrp="1"/>
            </p:cNvSpPr>
            <p:nvPr/>
          </p:nvSpPr>
          <p:spPr>
            <a:xfrm>
              <a:off x="23378418" y="1581150"/>
              <a:ext cx="15379" cy="276225"/>
            </a:xfrm>
            <a:prstGeom prst="rect">
              <a:avLst/>
            </a:prstGeom>
            <a:solidFill>
              <a:srgbClr val="DCE8ED"/>
            </a:solidFill>
            <a:ln w="0">
              <a:noFill/>
              <a:prstDash val="solid"/>
            </a:ln>
          </p:spPr>
        </p:sp>
        <p:sp>
          <p:nvSpPr>
            <p:cNvPr id="1730" name="four:time-step-strips:time-strip-tₐ-cell-140:1730">
              <a:extLst>
                <a:ext uri="{FF2B5EF4-FFF2-40B4-BE49-F238E27FC236}">
                  <ns2:creationId id="{C86D67F0-B230-4586-8A77-2202973BBF23}"/>
                </a:ext>
              </a:extLst>
            </p:cNvPr>
            <p:cNvSpPr>
              <a:spLocks noGrp="1"/>
            </p:cNvSpPr>
            <p:nvPr/>
          </p:nvSpPr>
          <p:spPr>
            <a:xfrm>
              <a:off x="23393797" y="1581150"/>
              <a:ext cx="15379" cy="276225"/>
            </a:xfrm>
            <a:prstGeom prst="rect">
              <a:avLst/>
            </a:prstGeom>
            <a:solidFill>
              <a:srgbClr val="DCE8ED"/>
            </a:solidFill>
            <a:ln w="0">
              <a:noFill/>
              <a:prstDash val="solid"/>
            </a:ln>
          </p:spPr>
        </p:sp>
        <p:sp>
          <p:nvSpPr>
            <p:cNvPr id="1731" name="four:time-step-strips:time-strip-tₐ-cell-141:1731">
              <a:extLst>
                <a:ext uri="{FF2B5EF4-FFF2-40B4-BE49-F238E27FC236}">
                  <ns2:creationId id="{6620E492-FA0D-4F60-B2D9-87EFEF7914AE}"/>
                </a:ext>
              </a:extLst>
            </p:cNvPr>
            <p:cNvSpPr>
              <a:spLocks noGrp="1"/>
            </p:cNvSpPr>
            <p:nvPr/>
          </p:nvSpPr>
          <p:spPr>
            <a:xfrm>
              <a:off x="23409176" y="1581150"/>
              <a:ext cx="15379" cy="276225"/>
            </a:xfrm>
            <a:prstGeom prst="rect">
              <a:avLst/>
            </a:prstGeom>
            <a:solidFill>
              <a:srgbClr val="DCE8ED"/>
            </a:solidFill>
            <a:ln w="0">
              <a:noFill/>
              <a:prstDash val="solid"/>
            </a:ln>
          </p:spPr>
        </p:sp>
        <p:sp>
          <p:nvSpPr>
            <p:cNvPr id="1732" name="four:time-step-strips:time-strip-tₐ-cell-142:1732">
              <a:extLst>
                <a:ext uri="{FF2B5EF4-FFF2-40B4-BE49-F238E27FC236}">
                  <ns2:creationId id="{AA120E18-EB07-476A-85CA-D2B6CEF86D50}"/>
                </a:ext>
              </a:extLst>
            </p:cNvPr>
            <p:cNvSpPr>
              <a:spLocks noGrp="1"/>
            </p:cNvSpPr>
            <p:nvPr/>
          </p:nvSpPr>
          <p:spPr>
            <a:xfrm>
              <a:off x="23424555" y="1581150"/>
              <a:ext cx="15379" cy="276225"/>
            </a:xfrm>
            <a:prstGeom prst="rect">
              <a:avLst/>
            </a:prstGeom>
            <a:solidFill>
              <a:srgbClr val="DCE8ED"/>
            </a:solidFill>
            <a:ln w="0">
              <a:noFill/>
              <a:prstDash val="solid"/>
            </a:ln>
          </p:spPr>
        </p:sp>
        <p:sp>
          <p:nvSpPr>
            <p:cNvPr id="1733" name="four:time-step-strips:time-strip-tₐ-cell-143:1733">
              <a:extLst>
                <a:ext uri="{FF2B5EF4-FFF2-40B4-BE49-F238E27FC236}">
                  <ns2:creationId id="{5781777F-008A-4FAC-8FF5-2D2EE37DD526}"/>
                </a:ext>
              </a:extLst>
            </p:cNvPr>
            <p:cNvSpPr>
              <a:spLocks noGrp="1"/>
            </p:cNvSpPr>
            <p:nvPr/>
          </p:nvSpPr>
          <p:spPr>
            <a:xfrm>
              <a:off x="23439934" y="1581150"/>
              <a:ext cx="15379" cy="276225"/>
            </a:xfrm>
            <a:prstGeom prst="rect">
              <a:avLst/>
            </a:prstGeom>
            <a:solidFill>
              <a:srgbClr val="DCE8ED"/>
            </a:solidFill>
            <a:ln w="0">
              <a:noFill/>
              <a:prstDash val="solid"/>
            </a:ln>
          </p:spPr>
        </p:sp>
        <p:sp>
          <p:nvSpPr>
            <p:cNvPr id="1734" name="four:time-step-strips:time-strip-tₐ-cell-144:1734">
              <a:extLst>
                <a:ext uri="{FF2B5EF4-FFF2-40B4-BE49-F238E27FC236}">
                  <ns2:creationId id="{300D4719-206D-42A2-9CD6-321BF9507467}"/>
                </a:ext>
              </a:extLst>
            </p:cNvPr>
            <p:cNvSpPr>
              <a:spLocks noGrp="1"/>
            </p:cNvSpPr>
            <p:nvPr/>
          </p:nvSpPr>
          <p:spPr>
            <a:xfrm>
              <a:off x="23455313" y="1581150"/>
              <a:ext cx="15379" cy="276225"/>
            </a:xfrm>
            <a:prstGeom prst="rect">
              <a:avLst/>
            </a:prstGeom>
            <a:solidFill>
              <a:srgbClr val="DCE8ED"/>
            </a:solidFill>
            <a:ln w="0">
              <a:noFill/>
              <a:prstDash val="solid"/>
            </a:ln>
          </p:spPr>
        </p:sp>
        <p:sp>
          <p:nvSpPr>
            <p:cNvPr id="1735" name="four:time-step-strips:time-strip-tₐ-cell-145:1735">
              <a:extLst>
                <a:ext uri="{FF2B5EF4-FFF2-40B4-BE49-F238E27FC236}">
                  <ns2:creationId id="{C82F4A38-10C4-468A-98D4-0C467A861377}"/>
                </a:ext>
              </a:extLst>
            </p:cNvPr>
            <p:cNvSpPr>
              <a:spLocks noGrp="1"/>
            </p:cNvSpPr>
            <p:nvPr/>
          </p:nvSpPr>
          <p:spPr>
            <a:xfrm>
              <a:off x="23470691" y="1581150"/>
              <a:ext cx="15379" cy="276225"/>
            </a:xfrm>
            <a:prstGeom prst="rect">
              <a:avLst/>
            </a:prstGeom>
            <a:solidFill>
              <a:srgbClr val="DCE8ED"/>
            </a:solidFill>
            <a:ln w="0">
              <a:noFill/>
              <a:prstDash val="solid"/>
            </a:ln>
          </p:spPr>
        </p:sp>
        <p:sp>
          <p:nvSpPr>
            <p:cNvPr id="1736" name="four:time-step-strips:time-strip-tₐ-cell-146:1736">
              <a:extLst>
                <a:ext uri="{FF2B5EF4-FFF2-40B4-BE49-F238E27FC236}">
                  <ns2:creationId id="{5363C243-D592-49D8-8442-48BD327EE62C}"/>
                </a:ext>
              </a:extLst>
            </p:cNvPr>
            <p:cNvSpPr>
              <a:spLocks noGrp="1"/>
            </p:cNvSpPr>
            <p:nvPr/>
          </p:nvSpPr>
          <p:spPr>
            <a:xfrm>
              <a:off x="23486070" y="1581150"/>
              <a:ext cx="15379" cy="276225"/>
            </a:xfrm>
            <a:prstGeom prst="rect">
              <a:avLst/>
            </a:prstGeom>
            <a:solidFill>
              <a:srgbClr val="DCE8ED"/>
            </a:solidFill>
            <a:ln w="0">
              <a:noFill/>
              <a:prstDash val="solid"/>
            </a:ln>
          </p:spPr>
        </p:sp>
        <p:sp>
          <p:nvSpPr>
            <p:cNvPr id="1737" name="four:time-step-strips:time-strip-tₐ-cell-147:1737">
              <a:extLst>
                <a:ext uri="{FF2B5EF4-FFF2-40B4-BE49-F238E27FC236}">
                  <ns2:creationId id="{AE779DB4-EFEB-431C-AE07-891EF2E83A7F}"/>
                </a:ext>
              </a:extLst>
            </p:cNvPr>
            <p:cNvSpPr>
              <a:spLocks noGrp="1"/>
            </p:cNvSpPr>
            <p:nvPr/>
          </p:nvSpPr>
          <p:spPr>
            <a:xfrm>
              <a:off x="23501449" y="1581150"/>
              <a:ext cx="15379" cy="276225"/>
            </a:xfrm>
            <a:prstGeom prst="rect">
              <a:avLst/>
            </a:prstGeom>
            <a:solidFill>
              <a:srgbClr val="DCE8ED"/>
            </a:solidFill>
            <a:ln w="0">
              <a:noFill/>
              <a:prstDash val="solid"/>
            </a:ln>
          </p:spPr>
        </p:sp>
        <p:sp>
          <p:nvSpPr>
            <p:cNvPr id="1738" name="four:time-step-strips:time-strip-tₐ-cell-148:1738">
              <a:extLst>
                <a:ext uri="{FF2B5EF4-FFF2-40B4-BE49-F238E27FC236}">
                  <ns2:creationId id="{3C857915-5332-418D-B429-9F3A4C52D663}"/>
                </a:ext>
              </a:extLst>
            </p:cNvPr>
            <p:cNvSpPr>
              <a:spLocks noGrp="1"/>
            </p:cNvSpPr>
            <p:nvPr/>
          </p:nvSpPr>
          <p:spPr>
            <a:xfrm>
              <a:off x="23516828" y="1581150"/>
              <a:ext cx="15379" cy="276225"/>
            </a:xfrm>
            <a:prstGeom prst="rect">
              <a:avLst/>
            </a:prstGeom>
            <a:solidFill>
              <a:srgbClr val="DCE8ED"/>
            </a:solidFill>
            <a:ln w="0">
              <a:noFill/>
              <a:prstDash val="solid"/>
            </a:ln>
          </p:spPr>
        </p:sp>
        <p:sp>
          <p:nvSpPr>
            <p:cNvPr id="1739" name="four:time-step-strips:time-strip-tₐ-cell-149:1739">
              <a:extLst>
                <a:ext uri="{FF2B5EF4-FFF2-40B4-BE49-F238E27FC236}">
                  <ns2:creationId id="{443E963A-F43A-471D-B48C-5EC5CF7FCC68}"/>
                </a:ext>
              </a:extLst>
            </p:cNvPr>
            <p:cNvSpPr>
              <a:spLocks noGrp="1"/>
            </p:cNvSpPr>
            <p:nvPr/>
          </p:nvSpPr>
          <p:spPr>
            <a:xfrm>
              <a:off x="23532207" y="1581150"/>
              <a:ext cx="15379" cy="276225"/>
            </a:xfrm>
            <a:prstGeom prst="rect">
              <a:avLst/>
            </a:prstGeom>
            <a:solidFill>
              <a:srgbClr val="DCE8ED"/>
            </a:solidFill>
            <a:ln w="0">
              <a:noFill/>
              <a:prstDash val="solid"/>
            </a:ln>
          </p:spPr>
        </p:sp>
        <p:sp>
          <p:nvSpPr>
            <p:cNvPr id="1740" name="four:time-step-strips:time-strip-tₐ-cell-150:1740">
              <a:extLst>
                <a:ext uri="{FF2B5EF4-FFF2-40B4-BE49-F238E27FC236}">
                  <ns2:creationId id="{F314AFBE-B736-4FD8-B101-A8FBC95C0CBD}"/>
                </a:ext>
              </a:extLst>
            </p:cNvPr>
            <p:cNvSpPr>
              <a:spLocks noGrp="1"/>
            </p:cNvSpPr>
            <p:nvPr/>
          </p:nvSpPr>
          <p:spPr>
            <a:xfrm>
              <a:off x="23547586" y="1581150"/>
              <a:ext cx="15379" cy="276225"/>
            </a:xfrm>
            <a:prstGeom prst="rect">
              <a:avLst/>
            </a:prstGeom>
            <a:solidFill>
              <a:srgbClr val="DCE8ED"/>
            </a:solidFill>
            <a:ln w="0">
              <a:noFill/>
              <a:prstDash val="solid"/>
            </a:ln>
          </p:spPr>
        </p:sp>
        <p:sp>
          <p:nvSpPr>
            <p:cNvPr id="1741" name="four:time-step-strips:time-strip-tₐ-cell-151:1741">
              <a:extLst>
                <a:ext uri="{FF2B5EF4-FFF2-40B4-BE49-F238E27FC236}">
                  <ns2:creationId id="{ABC14068-643A-4D02-89DD-3201D920725F}"/>
                </a:ext>
              </a:extLst>
            </p:cNvPr>
            <p:cNvSpPr>
              <a:spLocks noGrp="1"/>
            </p:cNvSpPr>
            <p:nvPr/>
          </p:nvSpPr>
          <p:spPr>
            <a:xfrm>
              <a:off x="23562965" y="1581150"/>
              <a:ext cx="15379" cy="276225"/>
            </a:xfrm>
            <a:prstGeom prst="rect">
              <a:avLst/>
            </a:prstGeom>
            <a:solidFill>
              <a:srgbClr val="DCE8ED"/>
            </a:solidFill>
            <a:ln w="0">
              <a:noFill/>
              <a:prstDash val="solid"/>
            </a:ln>
          </p:spPr>
        </p:sp>
        <p:sp>
          <p:nvSpPr>
            <p:cNvPr id="1742" name="four:time-step-strips:time-strip-tₐ-cell-152:1742">
              <a:extLst>
                <a:ext uri="{FF2B5EF4-FFF2-40B4-BE49-F238E27FC236}">
                  <ns2:creationId id="{62088455-9E32-4558-9523-5AB2692DE4CF}"/>
                </a:ext>
              </a:extLst>
            </p:cNvPr>
            <p:cNvSpPr>
              <a:spLocks noGrp="1"/>
            </p:cNvSpPr>
            <p:nvPr/>
          </p:nvSpPr>
          <p:spPr>
            <a:xfrm>
              <a:off x="23578344" y="1581150"/>
              <a:ext cx="15379" cy="276225"/>
            </a:xfrm>
            <a:prstGeom prst="rect">
              <a:avLst/>
            </a:prstGeom>
            <a:solidFill>
              <a:srgbClr val="DCE8ED"/>
            </a:solidFill>
            <a:ln w="0">
              <a:noFill/>
              <a:prstDash val="solid"/>
            </a:ln>
          </p:spPr>
        </p:sp>
        <p:sp>
          <p:nvSpPr>
            <p:cNvPr id="1743" name="four:time-step-strips:time-strip-tₐ-cell-153:1743">
              <a:extLst>
                <a:ext uri="{FF2B5EF4-FFF2-40B4-BE49-F238E27FC236}">
                  <ns2:creationId id="{DF942FE4-6DEB-435E-9A6F-CB450564ACBF}"/>
                </a:ext>
              </a:extLst>
            </p:cNvPr>
            <p:cNvSpPr>
              <a:spLocks noGrp="1"/>
            </p:cNvSpPr>
            <p:nvPr/>
          </p:nvSpPr>
          <p:spPr>
            <a:xfrm>
              <a:off x="23593723" y="1581150"/>
              <a:ext cx="15379" cy="276225"/>
            </a:xfrm>
            <a:prstGeom prst="rect">
              <a:avLst/>
            </a:prstGeom>
            <a:solidFill>
              <a:srgbClr val="DCE8ED"/>
            </a:solidFill>
            <a:ln w="0">
              <a:noFill/>
              <a:prstDash val="solid"/>
            </a:ln>
          </p:spPr>
        </p:sp>
        <p:sp>
          <p:nvSpPr>
            <p:cNvPr id="1744" name="four:time-step-strips:time-strip-tₐ-cell-154:1744">
              <a:extLst>
                <a:ext uri="{FF2B5EF4-FFF2-40B4-BE49-F238E27FC236}">
                  <ns2:creationId id="{C8961E39-9FF5-4409-9F28-39741F9378BE}"/>
                </a:ext>
              </a:extLst>
            </p:cNvPr>
            <p:cNvSpPr>
              <a:spLocks noGrp="1"/>
            </p:cNvSpPr>
            <p:nvPr/>
          </p:nvSpPr>
          <p:spPr>
            <a:xfrm>
              <a:off x="23609102" y="1581150"/>
              <a:ext cx="15379" cy="276225"/>
            </a:xfrm>
            <a:prstGeom prst="rect">
              <a:avLst/>
            </a:prstGeom>
            <a:solidFill>
              <a:srgbClr val="DCE8ED"/>
            </a:solidFill>
            <a:ln w="0">
              <a:noFill/>
              <a:prstDash val="solid"/>
            </a:ln>
          </p:spPr>
        </p:sp>
        <p:sp>
          <p:nvSpPr>
            <p:cNvPr id="1745" name="four:time-step-strips:time-strip-tₐ-cell-155:1745">
              <a:extLst>
                <a:ext uri="{FF2B5EF4-FFF2-40B4-BE49-F238E27FC236}">
                  <ns2:creationId id="{7F4EA149-4DD0-4E2E-B5FE-34BEBAA51DE5}"/>
                </a:ext>
              </a:extLst>
            </p:cNvPr>
            <p:cNvSpPr>
              <a:spLocks noGrp="1"/>
            </p:cNvSpPr>
            <p:nvPr/>
          </p:nvSpPr>
          <p:spPr>
            <a:xfrm>
              <a:off x="23624480" y="1581150"/>
              <a:ext cx="15379" cy="276225"/>
            </a:xfrm>
            <a:prstGeom prst="rect">
              <a:avLst/>
            </a:prstGeom>
            <a:solidFill>
              <a:srgbClr val="DCE8ED"/>
            </a:solidFill>
            <a:ln w="0">
              <a:noFill/>
              <a:prstDash val="solid"/>
            </a:ln>
          </p:spPr>
        </p:sp>
        <p:sp>
          <p:nvSpPr>
            <p:cNvPr id="1746" name="four:time-step-strips:time-strip-tₐ-cell-156:1746">
              <a:extLst>
                <a:ext uri="{FF2B5EF4-FFF2-40B4-BE49-F238E27FC236}">
                  <ns2:creationId id="{9D30DE1A-E3F8-4E70-9EF8-BCB7004D3DBD}"/>
                </a:ext>
              </a:extLst>
            </p:cNvPr>
            <p:cNvSpPr>
              <a:spLocks noGrp="1"/>
            </p:cNvSpPr>
            <p:nvPr/>
          </p:nvSpPr>
          <p:spPr>
            <a:xfrm>
              <a:off x="23639859" y="1581150"/>
              <a:ext cx="15379" cy="276225"/>
            </a:xfrm>
            <a:prstGeom prst="rect">
              <a:avLst/>
            </a:prstGeom>
            <a:solidFill>
              <a:srgbClr val="DCE8ED"/>
            </a:solidFill>
            <a:ln w="0">
              <a:noFill/>
              <a:prstDash val="solid"/>
            </a:ln>
          </p:spPr>
        </p:sp>
        <p:sp>
          <p:nvSpPr>
            <p:cNvPr id="1747" name="four:time-step-strips:time-strip-tₐ-cell-157:1747">
              <a:extLst>
                <a:ext uri="{FF2B5EF4-FFF2-40B4-BE49-F238E27FC236}">
                  <ns2:creationId id="{E45B7609-1D3C-497B-ADD7-1F4DCE58EE80}"/>
                </a:ext>
              </a:extLst>
            </p:cNvPr>
            <p:cNvSpPr>
              <a:spLocks noGrp="1"/>
            </p:cNvSpPr>
            <p:nvPr/>
          </p:nvSpPr>
          <p:spPr>
            <a:xfrm>
              <a:off x="23655238" y="1581150"/>
              <a:ext cx="15379" cy="276225"/>
            </a:xfrm>
            <a:prstGeom prst="rect">
              <a:avLst/>
            </a:prstGeom>
            <a:solidFill>
              <a:srgbClr val="DCE8ED"/>
            </a:solidFill>
            <a:ln w="0">
              <a:noFill/>
              <a:prstDash val="solid"/>
            </a:ln>
          </p:spPr>
        </p:sp>
        <p:sp>
          <p:nvSpPr>
            <p:cNvPr id="1748" name="four:time-step-strips:time-strip-tₐ-cell-158:1748">
              <a:extLst>
                <a:ext uri="{FF2B5EF4-FFF2-40B4-BE49-F238E27FC236}">
                  <ns2:creationId id="{1653D0C3-8FAF-4EB8-A9AB-ED7C500B9D26}"/>
                </a:ext>
              </a:extLst>
            </p:cNvPr>
            <p:cNvSpPr>
              <a:spLocks noGrp="1"/>
            </p:cNvSpPr>
            <p:nvPr/>
          </p:nvSpPr>
          <p:spPr>
            <a:xfrm>
              <a:off x="23670617" y="1581150"/>
              <a:ext cx="15379" cy="276225"/>
            </a:xfrm>
            <a:prstGeom prst="rect">
              <a:avLst/>
            </a:prstGeom>
            <a:solidFill>
              <a:srgbClr val="DCE8ED"/>
            </a:solidFill>
            <a:ln w="0">
              <a:noFill/>
              <a:prstDash val="solid"/>
            </a:ln>
          </p:spPr>
        </p:sp>
        <p:sp>
          <p:nvSpPr>
            <p:cNvPr id="1749" name="four:time-step-strips:time-strip-tₐ-cell-159:1749">
              <a:extLst>
                <a:ext uri="{FF2B5EF4-FFF2-40B4-BE49-F238E27FC236}">
                  <ns2:creationId id="{AA0D1543-578D-45F0-B989-35E109F22C85}"/>
                </a:ext>
              </a:extLst>
            </p:cNvPr>
            <p:cNvSpPr>
              <a:spLocks noGrp="1"/>
            </p:cNvSpPr>
            <p:nvPr/>
          </p:nvSpPr>
          <p:spPr>
            <a:xfrm>
              <a:off x="23685996" y="1581150"/>
              <a:ext cx="15379" cy="276225"/>
            </a:xfrm>
            <a:prstGeom prst="rect">
              <a:avLst/>
            </a:prstGeom>
            <a:solidFill>
              <a:srgbClr val="DCE8ED"/>
            </a:solidFill>
            <a:ln w="0">
              <a:noFill/>
              <a:prstDash val="solid"/>
            </a:ln>
          </p:spPr>
        </p:sp>
        <p:sp>
          <p:nvSpPr>
            <p:cNvPr id="1750" name="four:time-step-strips:time-strip-tₐ-cell-160:1750">
              <a:extLst>
                <a:ext uri="{FF2B5EF4-FFF2-40B4-BE49-F238E27FC236}">
                  <ns2:creationId id="{4BFD8972-C7B2-4DC7-8258-E864362D1488}"/>
                </a:ext>
              </a:extLst>
            </p:cNvPr>
            <p:cNvSpPr>
              <a:spLocks noGrp="1"/>
            </p:cNvSpPr>
            <p:nvPr/>
          </p:nvSpPr>
          <p:spPr>
            <a:xfrm>
              <a:off x="23701375" y="1581150"/>
              <a:ext cx="15379" cy="276225"/>
            </a:xfrm>
            <a:prstGeom prst="rect">
              <a:avLst/>
            </a:prstGeom>
            <a:solidFill>
              <a:srgbClr val="DCE8ED"/>
            </a:solidFill>
            <a:ln w="0">
              <a:noFill/>
              <a:prstDash val="solid"/>
            </a:ln>
          </p:spPr>
        </p:sp>
        <p:sp>
          <p:nvSpPr>
            <p:cNvPr id="1751" name="four:time-step-strips:time-strip-tₐ-cell-161:1751">
              <a:extLst>
                <a:ext uri="{FF2B5EF4-FFF2-40B4-BE49-F238E27FC236}">
                  <ns2:creationId id="{8F90E4AE-0008-45A3-AC97-DFB5AC10E049}"/>
                </a:ext>
              </a:extLst>
            </p:cNvPr>
            <p:cNvSpPr>
              <a:spLocks noGrp="1"/>
            </p:cNvSpPr>
            <p:nvPr/>
          </p:nvSpPr>
          <p:spPr>
            <a:xfrm>
              <a:off x="23716754" y="1581150"/>
              <a:ext cx="15379" cy="276225"/>
            </a:xfrm>
            <a:prstGeom prst="rect">
              <a:avLst/>
            </a:prstGeom>
            <a:solidFill>
              <a:srgbClr val="DCE8ED"/>
            </a:solidFill>
            <a:ln w="0">
              <a:noFill/>
              <a:prstDash val="solid"/>
            </a:ln>
          </p:spPr>
        </p:sp>
        <p:sp>
          <p:nvSpPr>
            <p:cNvPr id="1752" name="four:time-step-strips:time-strip-tₐ-cell-162:1752">
              <a:extLst>
                <a:ext uri="{FF2B5EF4-FFF2-40B4-BE49-F238E27FC236}">
                  <ns2:creationId id="{BA6A7BA2-6D81-4180-BF10-F9896F39DB4F}"/>
                </a:ext>
              </a:extLst>
            </p:cNvPr>
            <p:cNvSpPr>
              <a:spLocks noGrp="1"/>
            </p:cNvSpPr>
            <p:nvPr/>
          </p:nvSpPr>
          <p:spPr>
            <a:xfrm>
              <a:off x="23732133" y="1581150"/>
              <a:ext cx="15379" cy="276225"/>
            </a:xfrm>
            <a:prstGeom prst="rect">
              <a:avLst/>
            </a:prstGeom>
            <a:solidFill>
              <a:srgbClr val="DCE6E9"/>
            </a:solidFill>
            <a:ln w="0">
              <a:noFill/>
              <a:prstDash val="solid"/>
            </a:ln>
          </p:spPr>
        </p:sp>
        <p:sp>
          <p:nvSpPr>
            <p:cNvPr id="1753" name="four:time-step-strips:time-strip-tₐ-cell-163:1753">
              <a:extLst>
                <a:ext uri="{FF2B5EF4-FFF2-40B4-BE49-F238E27FC236}">
                  <ns2:creationId id="{5B7A084C-38EA-46E1-9D03-3DE26AA5EE43}"/>
                </a:ext>
              </a:extLst>
            </p:cNvPr>
            <p:cNvSpPr>
              <a:spLocks noGrp="1"/>
            </p:cNvSpPr>
            <p:nvPr/>
          </p:nvSpPr>
          <p:spPr>
            <a:xfrm>
              <a:off x="23747512" y="1581150"/>
              <a:ext cx="15379" cy="276225"/>
            </a:xfrm>
            <a:prstGeom prst="rect">
              <a:avLst/>
            </a:prstGeom>
            <a:solidFill>
              <a:srgbClr val="DADCDB"/>
            </a:solidFill>
            <a:ln w="0">
              <a:noFill/>
              <a:prstDash val="solid"/>
            </a:ln>
          </p:spPr>
        </p:sp>
        <p:sp>
          <p:nvSpPr>
            <p:cNvPr id="1754" name="four:time-step-strips:time-strip-tₐ-cell-164:1754">
              <a:extLst>
                <a:ext uri="{FF2B5EF4-FFF2-40B4-BE49-F238E27FC236}">
                  <ns2:creationId id="{2648FBF3-3A6C-47B2-94BD-BBB9B1CF75AE}"/>
                </a:ext>
              </a:extLst>
            </p:cNvPr>
            <p:cNvSpPr>
              <a:spLocks noGrp="1"/>
            </p:cNvSpPr>
            <p:nvPr/>
          </p:nvSpPr>
          <p:spPr>
            <a:xfrm>
              <a:off x="23762891" y="1581150"/>
              <a:ext cx="15379" cy="276225"/>
            </a:xfrm>
            <a:prstGeom prst="rect">
              <a:avLst/>
            </a:prstGeom>
            <a:solidFill>
              <a:srgbClr val="D7C8D9"/>
            </a:solidFill>
            <a:ln w="0">
              <a:noFill/>
              <a:prstDash val="solid"/>
            </a:ln>
          </p:spPr>
        </p:sp>
        <p:sp>
          <p:nvSpPr>
            <p:cNvPr id="1755" name="four:time-step-strips:time-strip-tₐ-cell-165:1755">
              <a:extLst>
                <a:ext uri="{FF2B5EF4-FFF2-40B4-BE49-F238E27FC236}">
                  <ns2:creationId id="{3AC5A1F6-732B-4F45-AA5F-99795457216E}"/>
                </a:ext>
              </a:extLst>
            </p:cNvPr>
            <p:cNvSpPr>
              <a:spLocks noGrp="1"/>
            </p:cNvSpPr>
            <p:nvPr/>
          </p:nvSpPr>
          <p:spPr>
            <a:xfrm>
              <a:off x="23778270" y="1581150"/>
              <a:ext cx="15379" cy="276225"/>
            </a:xfrm>
            <a:prstGeom prst="rect">
              <a:avLst/>
            </a:prstGeom>
            <a:solidFill>
              <a:srgbClr val="D4B2CB"/>
            </a:solidFill>
            <a:ln w="0">
              <a:noFill/>
              <a:prstDash val="solid"/>
            </a:ln>
          </p:spPr>
        </p:sp>
        <p:sp>
          <p:nvSpPr>
            <p:cNvPr id="1756" name="four:time-step-strips:time-strip-tₐ-cell-166:1756">
              <a:extLst>
                <a:ext uri="{FF2B5EF4-FFF2-40B4-BE49-F238E27FC236}">
                  <ns2:creationId id="{64B2CEE0-6934-4FD9-B4C9-EA797D24737E}"/>
                </a:ext>
              </a:extLst>
            </p:cNvPr>
            <p:cNvSpPr>
              <a:spLocks noGrp="1"/>
            </p:cNvSpPr>
            <p:nvPr/>
          </p:nvSpPr>
          <p:spPr>
            <a:xfrm>
              <a:off x="23793648" y="1581150"/>
              <a:ext cx="15379" cy="276225"/>
            </a:xfrm>
            <a:prstGeom prst="rect">
              <a:avLst/>
            </a:prstGeom>
            <a:solidFill>
              <a:srgbClr val="D19DBE"/>
            </a:solidFill>
            <a:ln w="0">
              <a:noFill/>
              <a:prstDash val="solid"/>
            </a:ln>
          </p:spPr>
        </p:sp>
        <p:sp>
          <p:nvSpPr>
            <p:cNvPr id="1757" name="four:time-step-strips:time-strip-tₐ-cell-167:1757">
              <a:extLst>
                <a:ext uri="{FF2B5EF4-FFF2-40B4-BE49-F238E27FC236}">
                  <ns2:creationId id="{A2DCF1F6-0245-40F9-98BB-C3C413AF3900}"/>
                </a:ext>
              </a:extLst>
            </p:cNvPr>
            <p:cNvSpPr>
              <a:spLocks noGrp="1"/>
            </p:cNvSpPr>
            <p:nvPr/>
          </p:nvSpPr>
          <p:spPr>
            <a:xfrm>
              <a:off x="23809027" y="1581150"/>
              <a:ext cx="15379" cy="276225"/>
            </a:xfrm>
            <a:prstGeom prst="rect">
              <a:avLst/>
            </a:prstGeom>
            <a:solidFill>
              <a:srgbClr val="CF8AB2"/>
            </a:solidFill>
            <a:ln w="0">
              <a:noFill/>
              <a:prstDash val="solid"/>
            </a:ln>
          </p:spPr>
        </p:sp>
        <p:sp>
          <p:nvSpPr>
            <p:cNvPr id="1758" name="four:time-step-strips:time-strip-tₐ-cell-168:1758">
              <a:extLst>
                <a:ext uri="{FF2B5EF4-FFF2-40B4-BE49-F238E27FC236}">
                  <ns2:creationId id="{BDAF1EDE-BFA5-4677-9948-47C8CB840E92}"/>
                </a:ext>
              </a:extLst>
            </p:cNvPr>
            <p:cNvSpPr>
              <a:spLocks noGrp="1"/>
            </p:cNvSpPr>
            <p:nvPr/>
          </p:nvSpPr>
          <p:spPr>
            <a:xfrm>
              <a:off x="23824406" y="1581150"/>
              <a:ext cx="15379" cy="276225"/>
            </a:xfrm>
            <a:prstGeom prst="rect">
              <a:avLst/>
            </a:prstGeom>
            <a:solidFill>
              <a:srgbClr val="CD7EAA"/>
            </a:solidFill>
            <a:ln w="0">
              <a:noFill/>
              <a:prstDash val="solid"/>
            </a:ln>
          </p:spPr>
        </p:sp>
        <p:sp>
          <p:nvSpPr>
            <p:cNvPr id="1759" name="four:time-step-strips:time-strip-tₐ-cell-169:1759">
              <a:extLst>
                <a:ext uri="{FF2B5EF4-FFF2-40B4-BE49-F238E27FC236}">
                  <ns2:creationId id="{657E8954-B50D-41D8-A12E-BB54DAAC6DF8}"/>
                </a:ext>
              </a:extLst>
            </p:cNvPr>
            <p:cNvSpPr>
              <a:spLocks noGrp="1"/>
            </p:cNvSpPr>
            <p:nvPr/>
          </p:nvSpPr>
          <p:spPr>
            <a:xfrm>
              <a:off x="23839785" y="1581150"/>
              <a:ext cx="15379" cy="276225"/>
            </a:xfrm>
            <a:prstGeom prst="rect">
              <a:avLst/>
            </a:prstGeom>
            <a:solidFill>
              <a:srgbClr val="CC79A7"/>
            </a:solidFill>
            <a:ln w="0">
              <a:noFill/>
              <a:prstDash val="solid"/>
            </a:ln>
          </p:spPr>
        </p:sp>
        <p:sp>
          <p:nvSpPr>
            <p:cNvPr id="1760" name="four:time-step-strips:time-strip-tₐ-cell-170:1760">
              <a:extLst>
                <a:ext uri="{FF2B5EF4-FFF2-40B4-BE49-F238E27FC236}">
                  <ns2:creationId id="{7E70241D-22D2-412B-9C5A-033DBA514650}"/>
                </a:ext>
              </a:extLst>
            </p:cNvPr>
            <p:cNvSpPr>
              <a:spLocks noGrp="1"/>
            </p:cNvSpPr>
            <p:nvPr/>
          </p:nvSpPr>
          <p:spPr>
            <a:xfrm>
              <a:off x="23855164" y="1581150"/>
              <a:ext cx="15379" cy="276225"/>
            </a:xfrm>
            <a:prstGeom prst="rect">
              <a:avLst/>
            </a:prstGeom>
            <a:solidFill>
              <a:srgbClr val="CC79A7"/>
            </a:solidFill>
            <a:ln w="0">
              <a:noFill/>
              <a:prstDash val="solid"/>
            </a:ln>
          </p:spPr>
        </p:sp>
        <p:sp>
          <p:nvSpPr>
            <p:cNvPr id="1761" name="four:time-step-strips:time-strip-tₐ-cell-171:1761">
              <a:extLst>
                <a:ext uri="{FF2B5EF4-FFF2-40B4-BE49-F238E27FC236}">
                  <ns2:creationId id="{22BDA857-2792-4A78-B984-CB969D0FAAAF}"/>
                </a:ext>
              </a:extLst>
            </p:cNvPr>
            <p:cNvSpPr>
              <a:spLocks noGrp="1"/>
            </p:cNvSpPr>
            <p:nvPr/>
          </p:nvSpPr>
          <p:spPr>
            <a:xfrm>
              <a:off x="23870543" y="1581150"/>
              <a:ext cx="15379" cy="276225"/>
            </a:xfrm>
            <a:prstGeom prst="rect">
              <a:avLst/>
            </a:prstGeom>
            <a:solidFill>
              <a:srgbClr val="CC79A7"/>
            </a:solidFill>
            <a:ln w="0">
              <a:noFill/>
              <a:prstDash val="solid"/>
            </a:ln>
          </p:spPr>
        </p:sp>
        <p:sp>
          <p:nvSpPr>
            <p:cNvPr id="1762" name="four:time-step-strips:time-strip-tₐ-cell-172:1762">
              <a:extLst>
                <a:ext uri="{FF2B5EF4-FFF2-40B4-BE49-F238E27FC236}">
                  <ns2:creationId id="{740E6319-3A22-4423-A614-693F50725226}"/>
                </a:ext>
              </a:extLst>
            </p:cNvPr>
            <p:cNvSpPr>
              <a:spLocks noGrp="1"/>
            </p:cNvSpPr>
            <p:nvPr/>
          </p:nvSpPr>
          <p:spPr>
            <a:xfrm>
              <a:off x="23885922" y="1581150"/>
              <a:ext cx="15379" cy="276225"/>
            </a:xfrm>
            <a:prstGeom prst="rect">
              <a:avLst/>
            </a:prstGeom>
            <a:solidFill>
              <a:srgbClr val="CC79A7"/>
            </a:solidFill>
            <a:ln w="0">
              <a:noFill/>
              <a:prstDash val="solid"/>
            </a:ln>
          </p:spPr>
        </p:sp>
        <p:sp>
          <p:nvSpPr>
            <p:cNvPr id="1763" name="four:time-step-strips:time-strip-tₐ-cell-173:1763">
              <a:extLst>
                <a:ext uri="{FF2B5EF4-FFF2-40B4-BE49-F238E27FC236}">
                  <ns2:creationId id="{0653D57D-F3F2-481B-B743-60D687230884}"/>
                </a:ext>
              </a:extLst>
            </p:cNvPr>
            <p:cNvSpPr>
              <a:spLocks noGrp="1"/>
            </p:cNvSpPr>
            <p:nvPr/>
          </p:nvSpPr>
          <p:spPr>
            <a:xfrm>
              <a:off x="23901301" y="1581150"/>
              <a:ext cx="15379" cy="276225"/>
            </a:xfrm>
            <a:prstGeom prst="rect">
              <a:avLst/>
            </a:prstGeom>
            <a:solidFill>
              <a:srgbClr val="CC79A7"/>
            </a:solidFill>
            <a:ln w="0">
              <a:noFill/>
              <a:prstDash val="solid"/>
            </a:ln>
          </p:spPr>
        </p:sp>
        <p:sp>
          <p:nvSpPr>
            <p:cNvPr id="1764" name="four:time-step-strips:time-strip-tₐ-cell-174:1764">
              <a:extLst>
                <a:ext uri="{FF2B5EF4-FFF2-40B4-BE49-F238E27FC236}">
                  <ns2:creationId id="{4A7CAFEA-F24C-49CE-9969-B11E48E8532A}"/>
                </a:ext>
              </a:extLst>
            </p:cNvPr>
            <p:cNvSpPr>
              <a:spLocks noGrp="1"/>
            </p:cNvSpPr>
            <p:nvPr/>
          </p:nvSpPr>
          <p:spPr>
            <a:xfrm>
              <a:off x="23916680" y="1581150"/>
              <a:ext cx="15379" cy="276225"/>
            </a:xfrm>
            <a:prstGeom prst="rect">
              <a:avLst/>
            </a:prstGeom>
            <a:solidFill>
              <a:srgbClr val="CC79A7"/>
            </a:solidFill>
            <a:ln w="0">
              <a:noFill/>
              <a:prstDash val="solid"/>
            </a:ln>
          </p:spPr>
        </p:sp>
        <p:sp>
          <p:nvSpPr>
            <p:cNvPr id="1765" name="four:time-step-strips:time-strip-tₐ-cell-175:1765">
              <a:extLst>
                <a:ext uri="{FF2B5EF4-FFF2-40B4-BE49-F238E27FC236}">
                  <ns2:creationId id="{3FFC7F79-34FD-4C33-9E16-B211626FF99C}"/>
                </a:ext>
              </a:extLst>
            </p:cNvPr>
            <p:cNvSpPr>
              <a:spLocks noGrp="1"/>
            </p:cNvSpPr>
            <p:nvPr/>
          </p:nvSpPr>
          <p:spPr>
            <a:xfrm>
              <a:off x="23932059" y="1581150"/>
              <a:ext cx="15379" cy="276225"/>
            </a:xfrm>
            <a:prstGeom prst="rect">
              <a:avLst/>
            </a:prstGeom>
            <a:solidFill>
              <a:srgbClr val="CC79A7"/>
            </a:solidFill>
            <a:ln w="0">
              <a:noFill/>
              <a:prstDash val="solid"/>
            </a:ln>
          </p:spPr>
        </p:sp>
        <p:sp>
          <p:nvSpPr>
            <p:cNvPr id="1766" name="four:time-step-strips:time-strip-tₐ-cell-176:1766">
              <a:extLst>
                <a:ext uri="{FF2B5EF4-FFF2-40B4-BE49-F238E27FC236}">
                  <ns2:creationId id="{BCC3E021-CF61-4ACA-A320-42F9CE0F0AC5}"/>
                </a:ext>
              </a:extLst>
            </p:cNvPr>
            <p:cNvSpPr>
              <a:spLocks noGrp="1"/>
            </p:cNvSpPr>
            <p:nvPr/>
          </p:nvSpPr>
          <p:spPr>
            <a:xfrm>
              <a:off x="23947438" y="1581150"/>
              <a:ext cx="15379" cy="276225"/>
            </a:xfrm>
            <a:prstGeom prst="rect">
              <a:avLst/>
            </a:prstGeom>
            <a:solidFill>
              <a:srgbClr val="CC79A7"/>
            </a:solidFill>
            <a:ln w="0">
              <a:noFill/>
              <a:prstDash val="solid"/>
            </a:ln>
          </p:spPr>
        </p:sp>
        <p:sp>
          <p:nvSpPr>
            <p:cNvPr id="1767" name="four:time-step-strips:time-strip-tₐ-cell-177:1767">
              <a:extLst>
                <a:ext uri="{FF2B5EF4-FFF2-40B4-BE49-F238E27FC236}">
                  <ns2:creationId id="{7718B5FB-03AA-4DBA-89D5-37AD346825CF}"/>
                </a:ext>
              </a:extLst>
            </p:cNvPr>
            <p:cNvSpPr>
              <a:spLocks noGrp="1"/>
            </p:cNvSpPr>
            <p:nvPr/>
          </p:nvSpPr>
          <p:spPr>
            <a:xfrm>
              <a:off x="23962816" y="1581150"/>
              <a:ext cx="15379" cy="276225"/>
            </a:xfrm>
            <a:prstGeom prst="rect">
              <a:avLst/>
            </a:prstGeom>
            <a:solidFill>
              <a:srgbClr val="CC79A7"/>
            </a:solidFill>
            <a:ln w="0">
              <a:noFill/>
              <a:prstDash val="solid"/>
            </a:ln>
          </p:spPr>
        </p:sp>
        <p:sp>
          <p:nvSpPr>
            <p:cNvPr id="1768" name="four:time-step-strips:time-strip-tₐ-cell-178:1768">
              <a:extLst>
                <a:ext uri="{FF2B5EF4-FFF2-40B4-BE49-F238E27FC236}">
                  <ns2:creationId id="{1FCF0A14-3F53-4E0E-8A38-B4470673533D}"/>
                </a:ext>
              </a:extLst>
            </p:cNvPr>
            <p:cNvSpPr>
              <a:spLocks noGrp="1"/>
            </p:cNvSpPr>
            <p:nvPr/>
          </p:nvSpPr>
          <p:spPr>
            <a:xfrm>
              <a:off x="23978195" y="1581150"/>
              <a:ext cx="15379" cy="276225"/>
            </a:xfrm>
            <a:prstGeom prst="rect">
              <a:avLst/>
            </a:prstGeom>
            <a:solidFill>
              <a:srgbClr val="CC79A7"/>
            </a:solidFill>
            <a:ln w="0">
              <a:noFill/>
              <a:prstDash val="solid"/>
            </a:ln>
          </p:spPr>
        </p:sp>
        <p:sp>
          <p:nvSpPr>
            <p:cNvPr id="1769" name="four:time-step-strips:time-strip-tₐ-cell-179:1769">
              <a:extLst>
                <a:ext uri="{FF2B5EF4-FFF2-40B4-BE49-F238E27FC236}">
                  <ns2:creationId id="{80AEB7A2-61A2-4A75-836A-66AD6767929B}"/>
                </a:ext>
              </a:extLst>
            </p:cNvPr>
            <p:cNvSpPr>
              <a:spLocks noGrp="1"/>
            </p:cNvSpPr>
            <p:nvPr/>
          </p:nvSpPr>
          <p:spPr>
            <a:xfrm>
              <a:off x="23993574" y="1581150"/>
              <a:ext cx="15379" cy="276225"/>
            </a:xfrm>
            <a:prstGeom prst="rect">
              <a:avLst/>
            </a:prstGeom>
            <a:solidFill>
              <a:srgbClr val="CC79A7"/>
            </a:solidFill>
            <a:ln w="0">
              <a:noFill/>
              <a:prstDash val="solid"/>
            </a:ln>
          </p:spPr>
        </p:sp>
        <p:sp>
          <p:nvSpPr>
            <p:cNvPr id="1770" name="four:time-step-strips:time-strip-tₐ-cell-180:1770">
              <a:extLst>
                <a:ext uri="{FF2B5EF4-FFF2-40B4-BE49-F238E27FC236}">
                  <ns2:creationId id="{65D87A5A-9FF8-47DA-96C6-6661660184E1}"/>
                </a:ext>
              </a:extLst>
            </p:cNvPr>
            <p:cNvSpPr>
              <a:spLocks noGrp="1"/>
            </p:cNvSpPr>
            <p:nvPr/>
          </p:nvSpPr>
          <p:spPr>
            <a:xfrm>
              <a:off x="24008953" y="1581150"/>
              <a:ext cx="15379" cy="276225"/>
            </a:xfrm>
            <a:prstGeom prst="rect">
              <a:avLst/>
            </a:prstGeom>
            <a:solidFill>
              <a:srgbClr val="CC79A7"/>
            </a:solidFill>
            <a:ln w="0">
              <a:noFill/>
              <a:prstDash val="solid"/>
            </a:ln>
          </p:spPr>
        </p:sp>
        <p:sp>
          <p:nvSpPr>
            <p:cNvPr id="1771" name="four:time-step-strips:time-strip-tₐ-cell-181:1771">
              <a:extLst>
                <a:ext uri="{FF2B5EF4-FFF2-40B4-BE49-F238E27FC236}">
                  <ns2:creationId id="{5A914DE3-965B-46A9-9AB4-19F6204AEE22}"/>
                </a:ext>
              </a:extLst>
            </p:cNvPr>
            <p:cNvSpPr>
              <a:spLocks noGrp="1"/>
            </p:cNvSpPr>
            <p:nvPr/>
          </p:nvSpPr>
          <p:spPr>
            <a:xfrm>
              <a:off x="24024332" y="1581150"/>
              <a:ext cx="15379" cy="276225"/>
            </a:xfrm>
            <a:prstGeom prst="rect">
              <a:avLst/>
            </a:prstGeom>
            <a:solidFill>
              <a:srgbClr val="CC79A7"/>
            </a:solidFill>
            <a:ln w="0">
              <a:noFill/>
              <a:prstDash val="solid"/>
            </a:ln>
          </p:spPr>
        </p:sp>
        <p:sp>
          <p:nvSpPr>
            <p:cNvPr id="1772" name="four:time-step-strips:time-strip-tₐ-cell-182:1772">
              <a:extLst>
                <a:ext uri="{FF2B5EF4-FFF2-40B4-BE49-F238E27FC236}">
                  <ns2:creationId id="{1530EF9A-1089-4D31-A0AF-A1D5D5C282E0}"/>
                </a:ext>
              </a:extLst>
            </p:cNvPr>
            <p:cNvSpPr>
              <a:spLocks noGrp="1"/>
            </p:cNvSpPr>
            <p:nvPr/>
          </p:nvSpPr>
          <p:spPr>
            <a:xfrm>
              <a:off x="24039711" y="1581150"/>
              <a:ext cx="15379" cy="276225"/>
            </a:xfrm>
            <a:prstGeom prst="rect">
              <a:avLst/>
            </a:prstGeom>
            <a:solidFill>
              <a:srgbClr val="CC79A7"/>
            </a:solidFill>
            <a:ln w="0">
              <a:noFill/>
              <a:prstDash val="solid"/>
            </a:ln>
          </p:spPr>
        </p:sp>
        <p:sp>
          <p:nvSpPr>
            <p:cNvPr id="1773" name="four:time-step-strips:time-strip-tₐ-cell-183:1773">
              <a:extLst>
                <a:ext uri="{FF2B5EF4-FFF2-40B4-BE49-F238E27FC236}">
                  <ns2:creationId id="{EB31670B-8D49-4AD3-9439-EB588FD5AAEB}"/>
                </a:ext>
              </a:extLst>
            </p:cNvPr>
            <p:cNvSpPr>
              <a:spLocks noGrp="1"/>
            </p:cNvSpPr>
            <p:nvPr/>
          </p:nvSpPr>
          <p:spPr>
            <a:xfrm>
              <a:off x="24055090" y="1581150"/>
              <a:ext cx="15379" cy="276225"/>
            </a:xfrm>
            <a:prstGeom prst="rect">
              <a:avLst/>
            </a:prstGeom>
            <a:solidFill>
              <a:srgbClr val="CE88B0"/>
            </a:solidFill>
            <a:ln w="0">
              <a:noFill/>
              <a:prstDash val="solid"/>
            </a:ln>
          </p:spPr>
        </p:sp>
        <p:sp>
          <p:nvSpPr>
            <p:cNvPr id="1774" name="four:time-step-strips:time-strip-tₐ-cell-184:1774">
              <a:extLst>
                <a:ext uri="{FF2B5EF4-FFF2-40B4-BE49-F238E27FC236}">
                  <ns2:creationId id="{F910E53B-AE44-46D7-A4A7-0A5B1E2A745D}"/>
                </a:ext>
              </a:extLst>
            </p:cNvPr>
            <p:cNvSpPr>
              <a:spLocks noGrp="1"/>
            </p:cNvSpPr>
            <p:nvPr/>
          </p:nvSpPr>
          <p:spPr>
            <a:xfrm>
              <a:off x="24070469" y="1581150"/>
              <a:ext cx="15379" cy="276225"/>
            </a:xfrm>
            <a:prstGeom prst="rect">
              <a:avLst/>
            </a:prstGeom>
            <a:solidFill>
              <a:srgbClr val="D2A6C3"/>
            </a:solidFill>
            <a:ln w="0">
              <a:noFill/>
              <a:prstDash val="solid"/>
            </a:ln>
          </p:spPr>
        </p:sp>
        <p:sp>
          <p:nvSpPr>
            <p:cNvPr id="1775" name="four:time-step-strips:time-strip-tₐ-cell-185:1775">
              <a:extLst>
                <a:ext uri="{FF2B5EF4-FFF2-40B4-BE49-F238E27FC236}">
                  <ns2:creationId id="{FEB5B4AA-7E6F-4356-8CB1-7C2F9EF2B31A}"/>
                </a:ext>
              </a:extLst>
            </p:cNvPr>
            <p:cNvSpPr>
              <a:spLocks noGrp="1"/>
            </p:cNvSpPr>
            <p:nvPr/>
          </p:nvSpPr>
          <p:spPr>
            <a:xfrm>
              <a:off x="24085848" y="1581150"/>
              <a:ext cx="15379" cy="276225"/>
            </a:xfrm>
            <a:prstGeom prst="rect">
              <a:avLst/>
            </a:prstGeom>
            <a:solidFill>
              <a:srgbClr val="D7C8D9"/>
            </a:solidFill>
            <a:ln w="0">
              <a:noFill/>
              <a:prstDash val="solid"/>
            </a:ln>
          </p:spPr>
        </p:sp>
        <p:sp>
          <p:nvSpPr>
            <p:cNvPr id="1776" name="four:time-step-strips:time-strip-tₐ-cell-186:1776">
              <a:extLst>
                <a:ext uri="{FF2B5EF4-FFF2-40B4-BE49-F238E27FC236}">
                  <ns2:creationId id="{8795A939-F156-4B09-A831-569ED8095D10}"/>
                </a:ext>
              </a:extLst>
            </p:cNvPr>
            <p:cNvSpPr>
              <a:spLocks noGrp="1"/>
            </p:cNvSpPr>
            <p:nvPr/>
          </p:nvSpPr>
          <p:spPr>
            <a:xfrm>
              <a:off x="24101227" y="1581150"/>
              <a:ext cx="15379" cy="276225"/>
            </a:xfrm>
            <a:prstGeom prst="rect">
              <a:avLst/>
            </a:prstGeom>
            <a:solidFill>
              <a:srgbClr val="DBE3E5"/>
            </a:solidFill>
            <a:ln w="0">
              <a:noFill/>
              <a:prstDash val="solid"/>
            </a:ln>
          </p:spPr>
        </p:sp>
        <p:sp>
          <p:nvSpPr>
            <p:cNvPr id="1777" name="four:time-step-strips:time-strip-tₐ-cell-187:1777">
              <a:extLst>
                <a:ext uri="{FF2B5EF4-FFF2-40B4-BE49-F238E27FC236}">
                  <ns2:creationId id="{BF47850A-76A0-4D68-A2EE-37903230CA3B}"/>
                </a:ext>
              </a:extLst>
            </p:cNvPr>
            <p:cNvSpPr>
              <a:spLocks noGrp="1"/>
            </p:cNvSpPr>
            <p:nvPr/>
          </p:nvSpPr>
          <p:spPr>
            <a:xfrm>
              <a:off x="24116605" y="1581150"/>
              <a:ext cx="15379" cy="276225"/>
            </a:xfrm>
            <a:prstGeom prst="rect">
              <a:avLst/>
            </a:prstGeom>
            <a:solidFill>
              <a:srgbClr val="DCE8ED"/>
            </a:solidFill>
            <a:ln w="0">
              <a:noFill/>
              <a:prstDash val="solid"/>
            </a:ln>
          </p:spPr>
        </p:sp>
        <p:sp>
          <p:nvSpPr>
            <p:cNvPr id="1778" name="four:time-step-strips:time-strip-tₐ-cell-188:1778">
              <a:extLst>
                <a:ext uri="{FF2B5EF4-FFF2-40B4-BE49-F238E27FC236}">
                  <ns2:creationId id="{1B48B9F2-E5FE-4F0D-A70B-7F1C1FA9359B}"/>
                </a:ext>
              </a:extLst>
            </p:cNvPr>
            <p:cNvSpPr>
              <a:spLocks noGrp="1"/>
            </p:cNvSpPr>
            <p:nvPr/>
          </p:nvSpPr>
          <p:spPr>
            <a:xfrm>
              <a:off x="24131984" y="1581150"/>
              <a:ext cx="15379" cy="276225"/>
            </a:xfrm>
            <a:prstGeom prst="rect">
              <a:avLst/>
            </a:prstGeom>
            <a:solidFill>
              <a:srgbClr val="DCE8ED"/>
            </a:solidFill>
            <a:ln w="0">
              <a:noFill/>
              <a:prstDash val="solid"/>
            </a:ln>
          </p:spPr>
        </p:sp>
        <p:sp>
          <p:nvSpPr>
            <p:cNvPr id="1779" name="four:time-step-strips:time-strip-tₐ-cell-189:1779">
              <a:extLst>
                <a:ext uri="{FF2B5EF4-FFF2-40B4-BE49-F238E27FC236}">
                  <ns2:creationId id="{D168EC70-BEB0-492D-A77A-4E25BF061C5E}"/>
                </a:ext>
              </a:extLst>
            </p:cNvPr>
            <p:cNvSpPr>
              <a:spLocks noGrp="1"/>
            </p:cNvSpPr>
            <p:nvPr/>
          </p:nvSpPr>
          <p:spPr>
            <a:xfrm>
              <a:off x="24147363" y="1581150"/>
              <a:ext cx="15379" cy="276225"/>
            </a:xfrm>
            <a:prstGeom prst="rect">
              <a:avLst/>
            </a:prstGeom>
            <a:solidFill>
              <a:srgbClr val="DCE8ED"/>
            </a:solidFill>
            <a:ln w="0">
              <a:noFill/>
              <a:prstDash val="solid"/>
            </a:ln>
          </p:spPr>
        </p:sp>
        <p:sp>
          <p:nvSpPr>
            <p:cNvPr id="1780" name="four:time-step-strips:time-strip-tₐ-cell-190:1780">
              <a:extLst>
                <a:ext uri="{FF2B5EF4-FFF2-40B4-BE49-F238E27FC236}">
                  <ns2:creationId id="{473FBADF-A889-4AAA-9A08-66CFAA3332E3}"/>
                </a:ext>
              </a:extLst>
            </p:cNvPr>
            <p:cNvSpPr>
              <a:spLocks noGrp="1"/>
            </p:cNvSpPr>
            <p:nvPr/>
          </p:nvSpPr>
          <p:spPr>
            <a:xfrm>
              <a:off x="24162742" y="1581150"/>
              <a:ext cx="15379" cy="276225"/>
            </a:xfrm>
            <a:prstGeom prst="rect">
              <a:avLst/>
            </a:prstGeom>
            <a:solidFill>
              <a:srgbClr val="DCE8ED"/>
            </a:solidFill>
            <a:ln w="0">
              <a:noFill/>
              <a:prstDash val="solid"/>
            </a:ln>
          </p:spPr>
        </p:sp>
        <p:sp>
          <p:nvSpPr>
            <p:cNvPr id="1781" name="four:time-step-strips:time-strip-tₐ-cell-191:1781">
              <a:extLst>
                <a:ext uri="{FF2B5EF4-FFF2-40B4-BE49-F238E27FC236}">
                  <ns2:creationId id="{92E24FD9-3513-45F9-9DBB-49C228D8155E}"/>
                </a:ext>
              </a:extLst>
            </p:cNvPr>
            <p:cNvSpPr>
              <a:spLocks noGrp="1"/>
            </p:cNvSpPr>
            <p:nvPr/>
          </p:nvSpPr>
          <p:spPr>
            <a:xfrm>
              <a:off x="24178121" y="1581150"/>
              <a:ext cx="15379" cy="276225"/>
            </a:xfrm>
            <a:prstGeom prst="rect">
              <a:avLst/>
            </a:prstGeom>
            <a:solidFill>
              <a:srgbClr val="DCE8ED"/>
            </a:solidFill>
            <a:ln w="0">
              <a:noFill/>
              <a:prstDash val="solid"/>
            </a:ln>
          </p:spPr>
        </p:sp>
        <p:sp>
          <p:nvSpPr>
            <p:cNvPr id="1782" name="four:time-step-strips:time-strip-tₐ-border:1782">
              <a:extLst>
                <a:ext uri="{FF2B5EF4-FFF2-40B4-BE49-F238E27FC236}">
                  <ns2:creationId id="{059FDDA8-9865-425E-8830-BEFCE063A3C6}"/>
                </a:ext>
              </a:extLst>
            </p:cNvPr>
            <p:cNvSpPr>
              <a:spLocks noGrp="1"/>
            </p:cNvSpPr>
            <p:nvPr/>
          </p:nvSpPr>
          <p:spPr>
            <a:xfrm>
              <a:off x="21240750" y="1581150"/>
              <a:ext cx="2952750" cy="276225"/>
            </a:xfrm>
            <a:prstGeom prst="rect">
              <a:avLst/>
            </a:prstGeom>
            <a:noFill/>
            <a:ln w="7620">
              <a:solidFill>
                <a:srgbClr val="263238"/>
              </a:solidFill>
              <a:prstDash val="solid"/>
            </a:ln>
          </p:spPr>
        </p:sp>
        <p:sp>
          <p:nvSpPr>
            <p:cNvPr id="1783" name="four:time-step-strips:textbox:1783">
              <a:extLst>
                <a:ext uri="{FF2B5EF4-FFF2-40B4-BE49-F238E27FC236}">
                  <ns2:creationId id="{601B62B4-75F7-4577-A9CB-C2EEFDC20118}"/>
                </a:ext>
              </a:extLst>
            </p:cNvPr>
            <p:cNvSpPr>
              <a:spLocks noGrp="1"/>
            </p:cNvSpPr>
            <p:nvPr/>
          </p:nvSpPr>
          <p:spPr>
            <a:xfrm>
              <a:off x="20831175" y="2266950"/>
              <a:ext cx="323850" cy="342900"/>
            </a:xfrm>
            <a:prstGeom prst="rect">
              <a:avLst/>
            </a:prstGeom>
            <a:noFill/>
            <a:ln w="0">
              <a:noFill/>
              <a:prstDash val="solid"/>
            </a:ln>
          </p:spPr>
          <p:txBody>
            <a:bodyPr wrap="none" lIns="0" tIns="0" rIns="0" bIns="0" anchor="ctr">
              <a:normAutofit fontScale="100000"/>
            </a:bodyPr>
            <a:lstStyle>
              <a:defPPr algn="ctr">
                <a:defRPr sz="2025" b="0">
                  <a:solidFill>
                    <a:srgbClr val="263238"/>
                  </a:solidFill>
                  <a:latin typeface="Arial"/>
                  <a:ea typeface="Arial"/>
                  <a:cs typeface="Arial"/>
                </a:defRPr>
              </a:defPPr>
            </a:lstStyle>
            <a:p>
              <a:pPr algn="ctr">
                <a:defRPr sz="2025" b="0">
                  <a:solidFill>
                    <a:srgbClr val="263238"/>
                  </a:solidFill>
                  <a:latin typeface="Arial"/>
                  <a:ea typeface="Arial"/>
                  <a:cs typeface="Arial"/>
                </a:defRPr>
              </a:pPr>
              <a:r>
                <a:rPr sz="2025" b="0">
                  <a:solidFill>
                    <a:srgbClr val="263238"/>
                  </a:solidFill>
                  <a:latin typeface="Arial"/>
                  <a:ea typeface="Arial"/>
                  <a:cs typeface="Arial"/>
                </a:rPr>
                <a:t>tᵦ</a:t>
              </a:r>
            </a:p>
          </p:txBody>
        </p:sp>
        <p:sp>
          <p:nvSpPr>
            <p:cNvPr id="1784" name="four:time-step-strips:time-strip-tᵦ-cell-0:1784">
              <a:extLst>
                <a:ext uri="{FF2B5EF4-FFF2-40B4-BE49-F238E27FC236}">
                  <ns2:creationId id="{B317882C-2A4B-4F3D-AA71-AE2418B49B3D}"/>
                </a:ext>
              </a:extLst>
            </p:cNvPr>
            <p:cNvSpPr>
              <a:spLocks noGrp="1"/>
            </p:cNvSpPr>
            <p:nvPr/>
          </p:nvSpPr>
          <p:spPr>
            <a:xfrm>
              <a:off x="21240750" y="2295525"/>
              <a:ext cx="15379" cy="276225"/>
            </a:xfrm>
            <a:prstGeom prst="rect">
              <a:avLst/>
            </a:prstGeom>
            <a:solidFill>
              <a:srgbClr val="DCE8ED"/>
            </a:solidFill>
            <a:ln w="0">
              <a:noFill/>
              <a:prstDash val="solid"/>
            </a:ln>
          </p:spPr>
        </p:sp>
        <p:sp>
          <p:nvSpPr>
            <p:cNvPr id="1785" name="four:time-step-strips:time-strip-tᵦ-cell-1:1785">
              <a:extLst>
                <a:ext uri="{FF2B5EF4-FFF2-40B4-BE49-F238E27FC236}">
                  <ns2:creationId id="{E94BFA65-6BFC-410B-817F-EF9B1775B0BE}"/>
                </a:ext>
              </a:extLst>
            </p:cNvPr>
            <p:cNvSpPr>
              <a:spLocks noGrp="1"/>
            </p:cNvSpPr>
            <p:nvPr/>
          </p:nvSpPr>
          <p:spPr>
            <a:xfrm>
              <a:off x="21256129" y="2295525"/>
              <a:ext cx="15379" cy="276225"/>
            </a:xfrm>
            <a:prstGeom prst="rect">
              <a:avLst/>
            </a:prstGeom>
            <a:solidFill>
              <a:srgbClr val="DCE8ED"/>
            </a:solidFill>
            <a:ln w="0">
              <a:noFill/>
              <a:prstDash val="solid"/>
            </a:ln>
          </p:spPr>
        </p:sp>
        <p:sp>
          <p:nvSpPr>
            <p:cNvPr id="1786" name="four:time-step-strips:time-strip-tᵦ-cell-2:1786">
              <a:extLst>
                <a:ext uri="{FF2B5EF4-FFF2-40B4-BE49-F238E27FC236}">
                  <ns2:creationId id="{E937BE60-BDC2-4CC8-83BD-36E7407228FF}"/>
                </a:ext>
              </a:extLst>
            </p:cNvPr>
            <p:cNvSpPr>
              <a:spLocks noGrp="1"/>
            </p:cNvSpPr>
            <p:nvPr/>
          </p:nvSpPr>
          <p:spPr>
            <a:xfrm>
              <a:off x="21271508" y="2295525"/>
              <a:ext cx="15379" cy="276225"/>
            </a:xfrm>
            <a:prstGeom prst="rect">
              <a:avLst/>
            </a:prstGeom>
            <a:solidFill>
              <a:srgbClr val="5AA2CA"/>
            </a:solidFill>
            <a:ln w="0">
              <a:noFill/>
              <a:prstDash val="solid"/>
            </a:ln>
          </p:spPr>
        </p:sp>
        <p:sp>
          <p:nvSpPr>
            <p:cNvPr id="1787" name="four:time-step-strips:time-strip-tᵦ-cell-3:1787">
              <a:extLst>
                <a:ext uri="{FF2B5EF4-FFF2-40B4-BE49-F238E27FC236}">
                  <ns2:creationId id="{18F69410-16EF-4267-B816-7273FC576892}"/>
                </a:ext>
              </a:extLst>
            </p:cNvPr>
            <p:cNvSpPr>
              <a:spLocks noGrp="1"/>
            </p:cNvSpPr>
            <p:nvPr/>
          </p:nvSpPr>
          <p:spPr>
            <a:xfrm>
              <a:off x="21286887" y="2295525"/>
              <a:ext cx="15379" cy="276225"/>
            </a:xfrm>
            <a:prstGeom prst="rect">
              <a:avLst/>
            </a:prstGeom>
            <a:solidFill>
              <a:srgbClr val="0072B2"/>
            </a:solidFill>
            <a:ln w="0">
              <a:noFill/>
              <a:prstDash val="solid"/>
            </a:ln>
          </p:spPr>
        </p:sp>
        <p:sp>
          <p:nvSpPr>
            <p:cNvPr id="1788" name="four:time-step-strips:time-strip-tᵦ-cell-4:1788">
              <a:extLst>
                <a:ext uri="{FF2B5EF4-FFF2-40B4-BE49-F238E27FC236}">
                  <ns2:creationId id="{1B44EE66-A18A-41EE-8C7D-2DD4B7298F2E}"/>
                </a:ext>
              </a:extLst>
            </p:cNvPr>
            <p:cNvSpPr>
              <a:spLocks noGrp="1"/>
            </p:cNvSpPr>
            <p:nvPr/>
          </p:nvSpPr>
          <p:spPr>
            <a:xfrm>
              <a:off x="21302266" y="2295525"/>
              <a:ext cx="15379" cy="276225"/>
            </a:xfrm>
            <a:prstGeom prst="rect">
              <a:avLst/>
            </a:prstGeom>
            <a:solidFill>
              <a:srgbClr val="0072B2"/>
            </a:solidFill>
            <a:ln w="0">
              <a:noFill/>
              <a:prstDash val="solid"/>
            </a:ln>
          </p:spPr>
        </p:sp>
        <p:sp>
          <p:nvSpPr>
            <p:cNvPr id="1789" name="four:time-step-strips:time-strip-tᵦ-cell-5:1789">
              <a:extLst>
                <a:ext uri="{FF2B5EF4-FFF2-40B4-BE49-F238E27FC236}">
                  <ns2:creationId id="{D8E50DC2-E433-40C1-ADDB-8765EFA2B122}"/>
                </a:ext>
              </a:extLst>
            </p:cNvPr>
            <p:cNvSpPr>
              <a:spLocks noGrp="1"/>
            </p:cNvSpPr>
            <p:nvPr/>
          </p:nvSpPr>
          <p:spPr>
            <a:xfrm>
              <a:off x="21317645" y="2295525"/>
              <a:ext cx="15379" cy="276225"/>
            </a:xfrm>
            <a:prstGeom prst="rect">
              <a:avLst/>
            </a:prstGeom>
            <a:solidFill>
              <a:srgbClr val="0072B2"/>
            </a:solidFill>
            <a:ln w="0">
              <a:noFill/>
              <a:prstDash val="solid"/>
            </a:ln>
          </p:spPr>
        </p:sp>
        <p:sp>
          <p:nvSpPr>
            <p:cNvPr id="1790" name="four:time-step-strips:time-strip-tᵦ-cell-6:1790">
              <a:extLst>
                <a:ext uri="{FF2B5EF4-FFF2-40B4-BE49-F238E27FC236}">
                  <ns2:creationId id="{70CD6891-689B-418B-8EB9-A352F75741CC}"/>
                </a:ext>
              </a:extLst>
            </p:cNvPr>
            <p:cNvSpPr>
              <a:spLocks noGrp="1"/>
            </p:cNvSpPr>
            <p:nvPr/>
          </p:nvSpPr>
          <p:spPr>
            <a:xfrm>
              <a:off x="21333023" y="2295525"/>
              <a:ext cx="15379" cy="276225"/>
            </a:xfrm>
            <a:prstGeom prst="rect">
              <a:avLst/>
            </a:prstGeom>
            <a:solidFill>
              <a:srgbClr val="0072B2"/>
            </a:solidFill>
            <a:ln w="0">
              <a:noFill/>
              <a:prstDash val="solid"/>
            </a:ln>
          </p:spPr>
        </p:sp>
        <p:sp>
          <p:nvSpPr>
            <p:cNvPr id="1791" name="four:time-step-strips:time-strip-tᵦ-cell-7:1791">
              <a:extLst>
                <a:ext uri="{FF2B5EF4-FFF2-40B4-BE49-F238E27FC236}">
                  <ns2:creationId id="{750827A7-3A51-44A4-8936-3031577CDE46}"/>
                </a:ext>
              </a:extLst>
            </p:cNvPr>
            <p:cNvSpPr>
              <a:spLocks noGrp="1"/>
            </p:cNvSpPr>
            <p:nvPr/>
          </p:nvSpPr>
          <p:spPr>
            <a:xfrm>
              <a:off x="21348402" y="2295525"/>
              <a:ext cx="15379" cy="276225"/>
            </a:xfrm>
            <a:prstGeom prst="rect">
              <a:avLst/>
            </a:prstGeom>
            <a:solidFill>
              <a:srgbClr val="0072B2"/>
            </a:solidFill>
            <a:ln w="0">
              <a:noFill/>
              <a:prstDash val="solid"/>
            </a:ln>
          </p:spPr>
        </p:sp>
        <p:sp>
          <p:nvSpPr>
            <p:cNvPr id="1792" name="four:time-step-strips:time-strip-tᵦ-cell-8:1792">
              <a:extLst>
                <a:ext uri="{FF2B5EF4-FFF2-40B4-BE49-F238E27FC236}">
                  <ns2:creationId id="{8A08C5A2-B249-451B-81F0-2F52FD92E9E9}"/>
                </a:ext>
              </a:extLst>
            </p:cNvPr>
            <p:cNvSpPr>
              <a:spLocks noGrp="1"/>
            </p:cNvSpPr>
            <p:nvPr/>
          </p:nvSpPr>
          <p:spPr>
            <a:xfrm>
              <a:off x="21363781" y="2295525"/>
              <a:ext cx="15379" cy="276225"/>
            </a:xfrm>
            <a:prstGeom prst="rect">
              <a:avLst/>
            </a:prstGeom>
            <a:solidFill>
              <a:srgbClr val="0072B2"/>
            </a:solidFill>
            <a:ln w="0">
              <a:noFill/>
              <a:prstDash val="solid"/>
            </a:ln>
          </p:spPr>
        </p:sp>
        <p:sp>
          <p:nvSpPr>
            <p:cNvPr id="1793" name="four:time-step-strips:time-strip-tᵦ-cell-9:1793">
              <a:extLst>
                <a:ext uri="{FF2B5EF4-FFF2-40B4-BE49-F238E27FC236}">
                  <ns2:creationId id="{B7EEA953-22B5-48E9-BA5B-AF246A3FCF04}"/>
                </a:ext>
              </a:extLst>
            </p:cNvPr>
            <p:cNvSpPr>
              <a:spLocks noGrp="1"/>
            </p:cNvSpPr>
            <p:nvPr/>
          </p:nvSpPr>
          <p:spPr>
            <a:xfrm>
              <a:off x="21379160" y="2295525"/>
              <a:ext cx="15379" cy="276225"/>
            </a:xfrm>
            <a:prstGeom prst="rect">
              <a:avLst/>
            </a:prstGeom>
            <a:solidFill>
              <a:srgbClr val="0072B2"/>
            </a:solidFill>
            <a:ln w="0">
              <a:noFill/>
              <a:prstDash val="solid"/>
            </a:ln>
          </p:spPr>
        </p:sp>
        <p:sp>
          <p:nvSpPr>
            <p:cNvPr id="1794" name="four:time-step-strips:time-strip-tᵦ-cell-10:1794">
              <a:extLst>
                <a:ext uri="{FF2B5EF4-FFF2-40B4-BE49-F238E27FC236}">
                  <ns2:creationId id="{9868620E-95BA-46A0-9F9C-8CF3052EB2A3}"/>
                </a:ext>
              </a:extLst>
            </p:cNvPr>
            <p:cNvSpPr>
              <a:spLocks noGrp="1"/>
            </p:cNvSpPr>
            <p:nvPr/>
          </p:nvSpPr>
          <p:spPr>
            <a:xfrm>
              <a:off x="21394539" y="2295525"/>
              <a:ext cx="15379" cy="276225"/>
            </a:xfrm>
            <a:prstGeom prst="rect">
              <a:avLst/>
            </a:prstGeom>
            <a:solidFill>
              <a:srgbClr val="0072B2"/>
            </a:solidFill>
            <a:ln w="0">
              <a:noFill/>
              <a:prstDash val="solid"/>
            </a:ln>
          </p:spPr>
        </p:sp>
        <p:sp>
          <p:nvSpPr>
            <p:cNvPr id="1795" name="four:time-step-strips:time-strip-tᵦ-cell-11:1795">
              <a:extLst>
                <a:ext uri="{FF2B5EF4-FFF2-40B4-BE49-F238E27FC236}">
                  <ns2:creationId id="{3904F43A-DD6C-480E-8136-6A334FAF3962}"/>
                </a:ext>
              </a:extLst>
            </p:cNvPr>
            <p:cNvSpPr>
              <a:spLocks noGrp="1"/>
            </p:cNvSpPr>
            <p:nvPr/>
          </p:nvSpPr>
          <p:spPr>
            <a:xfrm>
              <a:off x="21409918" y="2295525"/>
              <a:ext cx="15379" cy="276225"/>
            </a:xfrm>
            <a:prstGeom prst="rect">
              <a:avLst/>
            </a:prstGeom>
            <a:solidFill>
              <a:srgbClr val="0072B2"/>
            </a:solidFill>
            <a:ln w="0">
              <a:noFill/>
              <a:prstDash val="solid"/>
            </a:ln>
          </p:spPr>
        </p:sp>
        <p:sp>
          <p:nvSpPr>
            <p:cNvPr id="1796" name="four:time-step-strips:time-strip-tᵦ-cell-12:1796">
              <a:extLst>
                <a:ext uri="{FF2B5EF4-FFF2-40B4-BE49-F238E27FC236}">
                  <ns2:creationId id="{06501674-309A-468E-8874-1565A639EC93}"/>
                </a:ext>
              </a:extLst>
            </p:cNvPr>
            <p:cNvSpPr>
              <a:spLocks noGrp="1"/>
            </p:cNvSpPr>
            <p:nvPr/>
          </p:nvSpPr>
          <p:spPr>
            <a:xfrm>
              <a:off x="21425297" y="2295525"/>
              <a:ext cx="15379" cy="276225"/>
            </a:xfrm>
            <a:prstGeom prst="rect">
              <a:avLst/>
            </a:prstGeom>
            <a:solidFill>
              <a:srgbClr val="0072B2"/>
            </a:solidFill>
            <a:ln w="0">
              <a:noFill/>
              <a:prstDash val="solid"/>
            </a:ln>
          </p:spPr>
        </p:sp>
        <p:sp>
          <p:nvSpPr>
            <p:cNvPr id="1797" name="four:time-step-strips:time-strip-tᵦ-cell-13:1797">
              <a:extLst>
                <a:ext uri="{FF2B5EF4-FFF2-40B4-BE49-F238E27FC236}">
                  <ns2:creationId id="{2E46279A-7E58-46EB-9652-109F383CFD76}"/>
                </a:ext>
              </a:extLst>
            </p:cNvPr>
            <p:cNvSpPr>
              <a:spLocks noGrp="1"/>
            </p:cNvSpPr>
            <p:nvPr/>
          </p:nvSpPr>
          <p:spPr>
            <a:xfrm>
              <a:off x="21440676" y="2295525"/>
              <a:ext cx="15379" cy="276225"/>
            </a:xfrm>
            <a:prstGeom prst="rect">
              <a:avLst/>
            </a:prstGeom>
            <a:solidFill>
              <a:srgbClr val="0072B2"/>
            </a:solidFill>
            <a:ln w="0">
              <a:noFill/>
              <a:prstDash val="solid"/>
            </a:ln>
          </p:spPr>
        </p:sp>
        <p:sp>
          <p:nvSpPr>
            <p:cNvPr id="1798" name="four:time-step-strips:time-strip-tᵦ-cell-14:1798">
              <a:extLst>
                <a:ext uri="{FF2B5EF4-FFF2-40B4-BE49-F238E27FC236}">
                  <ns2:creationId id="{81836E53-7ACF-4390-9A99-7E3DBEF977AA}"/>
                </a:ext>
              </a:extLst>
            </p:cNvPr>
            <p:cNvSpPr>
              <a:spLocks noGrp="1"/>
            </p:cNvSpPr>
            <p:nvPr/>
          </p:nvSpPr>
          <p:spPr>
            <a:xfrm>
              <a:off x="21456055" y="2295525"/>
              <a:ext cx="15379" cy="276225"/>
            </a:xfrm>
            <a:prstGeom prst="rect">
              <a:avLst/>
            </a:prstGeom>
            <a:solidFill>
              <a:srgbClr val="0072B2"/>
            </a:solidFill>
            <a:ln w="0">
              <a:noFill/>
              <a:prstDash val="solid"/>
            </a:ln>
          </p:spPr>
        </p:sp>
        <p:sp>
          <p:nvSpPr>
            <p:cNvPr id="1799" name="four:time-step-strips:time-strip-tᵦ-cell-15:1799">
              <a:extLst>
                <a:ext uri="{FF2B5EF4-FFF2-40B4-BE49-F238E27FC236}">
                  <ns2:creationId id="{ADE8E10C-89F5-416C-A307-529E4B3C268B}"/>
                </a:ext>
              </a:extLst>
            </p:cNvPr>
            <p:cNvSpPr>
              <a:spLocks noGrp="1"/>
            </p:cNvSpPr>
            <p:nvPr/>
          </p:nvSpPr>
          <p:spPr>
            <a:xfrm>
              <a:off x="21471434" y="2295525"/>
              <a:ext cx="15379" cy="276225"/>
            </a:xfrm>
            <a:prstGeom prst="rect">
              <a:avLst/>
            </a:prstGeom>
            <a:solidFill>
              <a:srgbClr val="0072B2"/>
            </a:solidFill>
            <a:ln w="0">
              <a:noFill/>
              <a:prstDash val="solid"/>
            </a:ln>
          </p:spPr>
        </p:sp>
        <p:sp>
          <p:nvSpPr>
            <p:cNvPr id="1800" name="four:time-step-strips:time-strip-tᵦ-cell-16:1800">
              <a:extLst>
                <a:ext uri="{FF2B5EF4-FFF2-40B4-BE49-F238E27FC236}">
                  <ns2:creationId id="{DA7D7AE9-518A-4536-9ECE-271D7E548087}"/>
                </a:ext>
              </a:extLst>
            </p:cNvPr>
            <p:cNvSpPr>
              <a:spLocks noGrp="1"/>
            </p:cNvSpPr>
            <p:nvPr/>
          </p:nvSpPr>
          <p:spPr>
            <a:xfrm>
              <a:off x="21486812" y="2295525"/>
              <a:ext cx="15379" cy="276225"/>
            </a:xfrm>
            <a:prstGeom prst="rect">
              <a:avLst/>
            </a:prstGeom>
            <a:solidFill>
              <a:srgbClr val="0072B2"/>
            </a:solidFill>
            <a:ln w="0">
              <a:noFill/>
              <a:prstDash val="solid"/>
            </a:ln>
          </p:spPr>
        </p:sp>
        <p:sp>
          <p:nvSpPr>
            <p:cNvPr id="1801" name="four:time-step-strips:time-strip-tᵦ-cell-17:1801">
              <a:extLst>
                <a:ext uri="{FF2B5EF4-FFF2-40B4-BE49-F238E27FC236}">
                  <ns2:creationId id="{52A7D2B2-22A9-4BC8-9628-3C0E4F176A68}"/>
                </a:ext>
              </a:extLst>
            </p:cNvPr>
            <p:cNvSpPr>
              <a:spLocks noGrp="1"/>
            </p:cNvSpPr>
            <p:nvPr/>
          </p:nvSpPr>
          <p:spPr>
            <a:xfrm>
              <a:off x="21502191" y="2295525"/>
              <a:ext cx="15379" cy="276225"/>
            </a:xfrm>
            <a:prstGeom prst="rect">
              <a:avLst/>
            </a:prstGeom>
            <a:solidFill>
              <a:srgbClr val="0072B2"/>
            </a:solidFill>
            <a:ln w="0">
              <a:noFill/>
              <a:prstDash val="solid"/>
            </a:ln>
          </p:spPr>
        </p:sp>
        <p:sp>
          <p:nvSpPr>
            <p:cNvPr id="1802" name="four:time-step-strips:time-strip-tᵦ-cell-18:1802">
              <a:extLst>
                <a:ext uri="{FF2B5EF4-FFF2-40B4-BE49-F238E27FC236}">
                  <ns2:creationId id="{31E3E32F-F6E6-4E08-9205-E9B799EA942B}"/>
                </a:ext>
              </a:extLst>
            </p:cNvPr>
            <p:cNvSpPr>
              <a:spLocks noGrp="1"/>
            </p:cNvSpPr>
            <p:nvPr/>
          </p:nvSpPr>
          <p:spPr>
            <a:xfrm>
              <a:off x="21517570" y="2295525"/>
              <a:ext cx="15379" cy="276225"/>
            </a:xfrm>
            <a:prstGeom prst="rect">
              <a:avLst/>
            </a:prstGeom>
            <a:solidFill>
              <a:srgbClr val="0072B2"/>
            </a:solidFill>
            <a:ln w="0">
              <a:noFill/>
              <a:prstDash val="solid"/>
            </a:ln>
          </p:spPr>
        </p:sp>
        <p:sp>
          <p:nvSpPr>
            <p:cNvPr id="1803" name="four:time-step-strips:time-strip-tᵦ-cell-19:1803">
              <a:extLst>
                <a:ext uri="{FF2B5EF4-FFF2-40B4-BE49-F238E27FC236}">
                  <ns2:creationId id="{33E0ADF4-4959-4B5C-93E6-0D27C35C03D5}"/>
                </a:ext>
              </a:extLst>
            </p:cNvPr>
            <p:cNvSpPr>
              <a:spLocks noGrp="1"/>
            </p:cNvSpPr>
            <p:nvPr/>
          </p:nvSpPr>
          <p:spPr>
            <a:xfrm>
              <a:off x="21532949" y="2295525"/>
              <a:ext cx="15379" cy="276225"/>
            </a:xfrm>
            <a:prstGeom prst="rect">
              <a:avLst/>
            </a:prstGeom>
            <a:solidFill>
              <a:srgbClr val="0072B2"/>
            </a:solidFill>
            <a:ln w="0">
              <a:noFill/>
              <a:prstDash val="solid"/>
            </a:ln>
          </p:spPr>
        </p:sp>
        <p:sp>
          <p:nvSpPr>
            <p:cNvPr id="1804" name="four:time-step-strips:time-strip-tᵦ-cell-20:1804">
              <a:extLst>
                <a:ext uri="{FF2B5EF4-FFF2-40B4-BE49-F238E27FC236}">
                  <ns2:creationId id="{4B8D7DB2-B8BA-4CCD-883F-B61B9728AB05}"/>
                </a:ext>
              </a:extLst>
            </p:cNvPr>
            <p:cNvSpPr>
              <a:spLocks noGrp="1"/>
            </p:cNvSpPr>
            <p:nvPr/>
          </p:nvSpPr>
          <p:spPr>
            <a:xfrm>
              <a:off x="21548328" y="2295525"/>
              <a:ext cx="15379" cy="276225"/>
            </a:xfrm>
            <a:prstGeom prst="rect">
              <a:avLst/>
            </a:prstGeom>
            <a:solidFill>
              <a:srgbClr val="0072B2"/>
            </a:solidFill>
            <a:ln w="0">
              <a:noFill/>
              <a:prstDash val="solid"/>
            </a:ln>
          </p:spPr>
        </p:sp>
        <p:sp>
          <p:nvSpPr>
            <p:cNvPr id="1805" name="four:time-step-strips:time-strip-tᵦ-cell-21:1805">
              <a:extLst>
                <a:ext uri="{FF2B5EF4-FFF2-40B4-BE49-F238E27FC236}">
                  <ns2:creationId id="{1A21AB64-A43D-45AC-BCC5-D4BD280178B5}"/>
                </a:ext>
              </a:extLst>
            </p:cNvPr>
            <p:cNvSpPr>
              <a:spLocks noGrp="1"/>
            </p:cNvSpPr>
            <p:nvPr/>
          </p:nvSpPr>
          <p:spPr>
            <a:xfrm>
              <a:off x="21563707" y="2295525"/>
              <a:ext cx="15379" cy="276225"/>
            </a:xfrm>
            <a:prstGeom prst="rect">
              <a:avLst/>
            </a:prstGeom>
            <a:solidFill>
              <a:srgbClr val="0072B2"/>
            </a:solidFill>
            <a:ln w="0">
              <a:noFill/>
              <a:prstDash val="solid"/>
            </a:ln>
          </p:spPr>
        </p:sp>
        <p:sp>
          <p:nvSpPr>
            <p:cNvPr id="1806" name="four:time-step-strips:time-strip-tᵦ-cell-22:1806">
              <a:extLst>
                <a:ext uri="{FF2B5EF4-FFF2-40B4-BE49-F238E27FC236}">
                  <ns2:creationId id="{482AA9B3-E20E-4413-891C-B2DB23A66A14}"/>
                </a:ext>
              </a:extLst>
            </p:cNvPr>
            <p:cNvSpPr>
              <a:spLocks noGrp="1"/>
            </p:cNvSpPr>
            <p:nvPr/>
          </p:nvSpPr>
          <p:spPr>
            <a:xfrm>
              <a:off x="21579086" y="2295525"/>
              <a:ext cx="15379" cy="276225"/>
            </a:xfrm>
            <a:prstGeom prst="rect">
              <a:avLst/>
            </a:prstGeom>
            <a:solidFill>
              <a:srgbClr val="0072B2"/>
            </a:solidFill>
            <a:ln w="0">
              <a:noFill/>
              <a:prstDash val="solid"/>
            </a:ln>
          </p:spPr>
        </p:sp>
        <p:sp>
          <p:nvSpPr>
            <p:cNvPr id="1807" name="four:time-step-strips:time-strip-tᵦ-cell-23:1807">
              <a:extLst>
                <a:ext uri="{FF2B5EF4-FFF2-40B4-BE49-F238E27FC236}">
                  <ns2:creationId id="{A8DC62AC-5769-4A8D-8C79-74B271432E8E}"/>
                </a:ext>
              </a:extLst>
            </p:cNvPr>
            <p:cNvSpPr>
              <a:spLocks noGrp="1"/>
            </p:cNvSpPr>
            <p:nvPr/>
          </p:nvSpPr>
          <p:spPr>
            <a:xfrm>
              <a:off x="21594465" y="2295525"/>
              <a:ext cx="15379" cy="276225"/>
            </a:xfrm>
            <a:prstGeom prst="rect">
              <a:avLst/>
            </a:prstGeom>
            <a:solidFill>
              <a:srgbClr val="0977B4"/>
            </a:solidFill>
            <a:ln w="0">
              <a:noFill/>
              <a:prstDash val="solid"/>
            </a:ln>
          </p:spPr>
        </p:sp>
        <p:sp>
          <p:nvSpPr>
            <p:cNvPr id="1808" name="four:time-step-strips:time-strip-tᵦ-cell-24:1808">
              <a:extLst>
                <a:ext uri="{FF2B5EF4-FFF2-40B4-BE49-F238E27FC236}">
                  <ns2:creationId id="{A358BA41-2FA2-4068-BEF2-7B231CED6CAB}"/>
                </a:ext>
              </a:extLst>
            </p:cNvPr>
            <p:cNvSpPr>
              <a:spLocks noGrp="1"/>
            </p:cNvSpPr>
            <p:nvPr/>
          </p:nvSpPr>
          <p:spPr>
            <a:xfrm>
              <a:off x="21609844" y="2295525"/>
              <a:ext cx="15379" cy="276225"/>
            </a:xfrm>
            <a:prstGeom prst="rect">
              <a:avLst/>
            </a:prstGeom>
            <a:solidFill>
              <a:srgbClr val="2385BB"/>
            </a:solidFill>
            <a:ln w="0">
              <a:noFill/>
              <a:prstDash val="solid"/>
            </a:ln>
          </p:spPr>
        </p:sp>
        <p:sp>
          <p:nvSpPr>
            <p:cNvPr id="1809" name="four:time-step-strips:time-strip-tᵦ-cell-25:1809">
              <a:extLst>
                <a:ext uri="{FF2B5EF4-FFF2-40B4-BE49-F238E27FC236}">
                  <ns2:creationId id="{D7C4DE55-C101-4F63-8A45-6077F6CB8534}"/>
                </a:ext>
              </a:extLst>
            </p:cNvPr>
            <p:cNvSpPr>
              <a:spLocks noGrp="1"/>
            </p:cNvSpPr>
            <p:nvPr/>
          </p:nvSpPr>
          <p:spPr>
            <a:xfrm>
              <a:off x="21625223" y="2295525"/>
              <a:ext cx="15379" cy="276225"/>
            </a:xfrm>
            <a:prstGeom prst="rect">
              <a:avLst/>
            </a:prstGeom>
            <a:solidFill>
              <a:srgbClr val="4899C5"/>
            </a:solidFill>
            <a:ln w="0">
              <a:noFill/>
              <a:prstDash val="solid"/>
            </a:ln>
          </p:spPr>
        </p:sp>
        <p:sp>
          <p:nvSpPr>
            <p:cNvPr id="1810" name="four:time-step-strips:time-strip-tᵦ-cell-26:1810">
              <a:extLst>
                <a:ext uri="{FF2B5EF4-FFF2-40B4-BE49-F238E27FC236}">
                  <ns2:creationId id="{F0F2C4C7-18AC-4DB0-ABE5-C9748E9422E8}"/>
                </a:ext>
              </a:extLst>
            </p:cNvPr>
            <p:cNvSpPr>
              <a:spLocks noGrp="1"/>
            </p:cNvSpPr>
            <p:nvPr/>
          </p:nvSpPr>
          <p:spPr>
            <a:xfrm>
              <a:off x="21640602" y="2295525"/>
              <a:ext cx="15379" cy="276225"/>
            </a:xfrm>
            <a:prstGeom prst="rect">
              <a:avLst/>
            </a:prstGeom>
            <a:solidFill>
              <a:srgbClr val="72AFD1"/>
            </a:solidFill>
            <a:ln w="0">
              <a:noFill/>
              <a:prstDash val="solid"/>
            </a:ln>
          </p:spPr>
        </p:sp>
        <p:sp>
          <p:nvSpPr>
            <p:cNvPr id="1811" name="four:time-step-strips:time-strip-tᵦ-cell-27:1811">
              <a:extLst>
                <a:ext uri="{FF2B5EF4-FFF2-40B4-BE49-F238E27FC236}">
                  <ns2:creationId id="{59ED10EB-B297-4BE4-A22D-A5B9332D2D90}"/>
                </a:ext>
              </a:extLst>
            </p:cNvPr>
            <p:cNvSpPr>
              <a:spLocks noGrp="1"/>
            </p:cNvSpPr>
            <p:nvPr/>
          </p:nvSpPr>
          <p:spPr>
            <a:xfrm>
              <a:off x="21655980" y="2295525"/>
              <a:ext cx="15379" cy="276225"/>
            </a:xfrm>
            <a:prstGeom prst="rect">
              <a:avLst/>
            </a:prstGeom>
            <a:solidFill>
              <a:srgbClr val="9CC5DC"/>
            </a:solidFill>
            <a:ln w="0">
              <a:noFill/>
              <a:prstDash val="solid"/>
            </a:ln>
          </p:spPr>
        </p:sp>
        <p:sp>
          <p:nvSpPr>
            <p:cNvPr id="1812" name="four:time-step-strips:time-strip-tᵦ-cell-28:1812">
              <a:extLst>
                <a:ext uri="{FF2B5EF4-FFF2-40B4-BE49-F238E27FC236}">
                  <ns2:creationId id="{48A2051F-8548-4B5E-B8BA-A6B7F54428E9}"/>
                </a:ext>
              </a:extLst>
            </p:cNvPr>
            <p:cNvSpPr>
              <a:spLocks noGrp="1"/>
            </p:cNvSpPr>
            <p:nvPr/>
          </p:nvSpPr>
          <p:spPr>
            <a:xfrm>
              <a:off x="21671359" y="2295525"/>
              <a:ext cx="15379" cy="276225"/>
            </a:xfrm>
            <a:prstGeom prst="rect">
              <a:avLst/>
            </a:prstGeom>
            <a:solidFill>
              <a:srgbClr val="C9DBE4"/>
            </a:solidFill>
            <a:ln w="0">
              <a:noFill/>
              <a:prstDash val="solid"/>
            </a:ln>
          </p:spPr>
        </p:sp>
        <p:sp>
          <p:nvSpPr>
            <p:cNvPr id="1813" name="four:time-step-strips:time-strip-tᵦ-cell-29:1813">
              <a:extLst>
                <a:ext uri="{FF2B5EF4-FFF2-40B4-BE49-F238E27FC236}">
                  <ns2:creationId id="{C32BA1C1-E04D-4CC4-8496-13C3F3219A5E}"/>
                </a:ext>
              </a:extLst>
            </p:cNvPr>
            <p:cNvSpPr>
              <a:spLocks noGrp="1"/>
            </p:cNvSpPr>
            <p:nvPr/>
          </p:nvSpPr>
          <p:spPr>
            <a:xfrm>
              <a:off x="21686738" y="2295525"/>
              <a:ext cx="15379" cy="276225"/>
            </a:xfrm>
            <a:prstGeom prst="rect">
              <a:avLst/>
            </a:prstGeom>
            <a:solidFill>
              <a:srgbClr val="D8E5EB"/>
            </a:solidFill>
            <a:ln w="0">
              <a:noFill/>
              <a:prstDash val="solid"/>
            </a:ln>
          </p:spPr>
        </p:sp>
        <p:sp>
          <p:nvSpPr>
            <p:cNvPr id="1814" name="four:time-step-strips:time-strip-tᵦ-cell-30:1814">
              <a:extLst>
                <a:ext uri="{FF2B5EF4-FFF2-40B4-BE49-F238E27FC236}">
                  <ns2:creationId id="{5B56F18A-3953-480E-A275-E64001E674EA}"/>
                </a:ext>
              </a:extLst>
            </p:cNvPr>
            <p:cNvSpPr>
              <a:spLocks noGrp="1"/>
            </p:cNvSpPr>
            <p:nvPr/>
          </p:nvSpPr>
          <p:spPr>
            <a:xfrm>
              <a:off x="21702117" y="2295525"/>
              <a:ext cx="15379" cy="276225"/>
            </a:xfrm>
            <a:prstGeom prst="rect">
              <a:avLst/>
            </a:prstGeom>
            <a:solidFill>
              <a:srgbClr val="DCE8ED"/>
            </a:solidFill>
            <a:ln w="0">
              <a:noFill/>
              <a:prstDash val="solid"/>
            </a:ln>
          </p:spPr>
        </p:sp>
        <p:sp>
          <p:nvSpPr>
            <p:cNvPr id="1815" name="four:time-step-strips:time-strip-tᵦ-cell-31:1815">
              <a:extLst>
                <a:ext uri="{FF2B5EF4-FFF2-40B4-BE49-F238E27FC236}">
                  <ns2:creationId id="{2E508848-1E05-44B0-B702-9814E345F7BC}"/>
                </a:ext>
              </a:extLst>
            </p:cNvPr>
            <p:cNvSpPr>
              <a:spLocks noGrp="1"/>
            </p:cNvSpPr>
            <p:nvPr/>
          </p:nvSpPr>
          <p:spPr>
            <a:xfrm>
              <a:off x="21717496" y="2295525"/>
              <a:ext cx="15379" cy="276225"/>
            </a:xfrm>
            <a:prstGeom prst="rect">
              <a:avLst/>
            </a:prstGeom>
            <a:solidFill>
              <a:srgbClr val="DCE8ED"/>
            </a:solidFill>
            <a:ln w="0">
              <a:noFill/>
              <a:prstDash val="solid"/>
            </a:ln>
          </p:spPr>
        </p:sp>
        <p:sp>
          <p:nvSpPr>
            <p:cNvPr id="1816" name="four:time-step-strips:time-strip-tᵦ-cell-32:1816">
              <a:extLst>
                <a:ext uri="{FF2B5EF4-FFF2-40B4-BE49-F238E27FC236}">
                  <ns2:creationId id="{BD7C8F20-C2B4-4B23-86AE-56AED7205D73}"/>
                </a:ext>
              </a:extLst>
            </p:cNvPr>
            <p:cNvSpPr>
              <a:spLocks noGrp="1"/>
            </p:cNvSpPr>
            <p:nvPr/>
          </p:nvSpPr>
          <p:spPr>
            <a:xfrm>
              <a:off x="21732875" y="2295525"/>
              <a:ext cx="15379" cy="276225"/>
            </a:xfrm>
            <a:prstGeom prst="rect">
              <a:avLst/>
            </a:prstGeom>
            <a:solidFill>
              <a:srgbClr val="DCE8ED"/>
            </a:solidFill>
            <a:ln w="0">
              <a:noFill/>
              <a:prstDash val="solid"/>
            </a:ln>
          </p:spPr>
        </p:sp>
        <p:sp>
          <p:nvSpPr>
            <p:cNvPr id="1817" name="four:time-step-strips:time-strip-tᵦ-cell-33:1817">
              <a:extLst>
                <a:ext uri="{FF2B5EF4-FFF2-40B4-BE49-F238E27FC236}">
                  <ns2:creationId id="{E44BC3EE-C24C-461F-AEE8-5170C4C7AF2F}"/>
                </a:ext>
              </a:extLst>
            </p:cNvPr>
            <p:cNvSpPr>
              <a:spLocks noGrp="1"/>
            </p:cNvSpPr>
            <p:nvPr/>
          </p:nvSpPr>
          <p:spPr>
            <a:xfrm>
              <a:off x="21748254" y="2295525"/>
              <a:ext cx="15379" cy="276225"/>
            </a:xfrm>
            <a:prstGeom prst="rect">
              <a:avLst/>
            </a:prstGeom>
            <a:solidFill>
              <a:srgbClr val="DCE8ED"/>
            </a:solidFill>
            <a:ln w="0">
              <a:noFill/>
              <a:prstDash val="solid"/>
            </a:ln>
          </p:spPr>
        </p:sp>
        <p:sp>
          <p:nvSpPr>
            <p:cNvPr id="1818" name="four:time-step-strips:time-strip-tᵦ-cell-34:1818">
              <a:extLst>
                <a:ext uri="{FF2B5EF4-FFF2-40B4-BE49-F238E27FC236}">
                  <ns2:creationId id="{1D04ECDD-B792-421C-8FF0-ED8E8EC571AC}"/>
                </a:ext>
              </a:extLst>
            </p:cNvPr>
            <p:cNvSpPr>
              <a:spLocks noGrp="1"/>
            </p:cNvSpPr>
            <p:nvPr/>
          </p:nvSpPr>
          <p:spPr>
            <a:xfrm>
              <a:off x="21763633" y="2295525"/>
              <a:ext cx="15379" cy="276225"/>
            </a:xfrm>
            <a:prstGeom prst="rect">
              <a:avLst/>
            </a:prstGeom>
            <a:solidFill>
              <a:srgbClr val="DCE8ED"/>
            </a:solidFill>
            <a:ln w="0">
              <a:noFill/>
              <a:prstDash val="solid"/>
            </a:ln>
          </p:spPr>
        </p:sp>
        <p:sp>
          <p:nvSpPr>
            <p:cNvPr id="1819" name="four:time-step-strips:time-strip-tᵦ-cell-35:1819">
              <a:extLst>
                <a:ext uri="{FF2B5EF4-FFF2-40B4-BE49-F238E27FC236}">
                  <ns2:creationId id="{155D742E-DC50-4281-909A-27D96AF3DDFF}"/>
                </a:ext>
              </a:extLst>
            </p:cNvPr>
            <p:cNvSpPr>
              <a:spLocks noGrp="1"/>
            </p:cNvSpPr>
            <p:nvPr/>
          </p:nvSpPr>
          <p:spPr>
            <a:xfrm>
              <a:off x="21779012" y="2295525"/>
              <a:ext cx="15379" cy="276225"/>
            </a:xfrm>
            <a:prstGeom prst="rect">
              <a:avLst/>
            </a:prstGeom>
            <a:solidFill>
              <a:srgbClr val="DCE8ED"/>
            </a:solidFill>
            <a:ln w="0">
              <a:noFill/>
              <a:prstDash val="solid"/>
            </a:ln>
          </p:spPr>
        </p:sp>
        <p:sp>
          <p:nvSpPr>
            <p:cNvPr id="1820" name="four:time-step-strips:time-strip-tᵦ-cell-36:1820">
              <a:extLst>
                <a:ext uri="{FF2B5EF4-FFF2-40B4-BE49-F238E27FC236}">
                  <ns2:creationId id="{C28B0775-D421-4C05-A086-9A6293EB5AD0}"/>
                </a:ext>
              </a:extLst>
            </p:cNvPr>
            <p:cNvSpPr>
              <a:spLocks noGrp="1"/>
            </p:cNvSpPr>
            <p:nvPr/>
          </p:nvSpPr>
          <p:spPr>
            <a:xfrm>
              <a:off x="21794391" y="2295525"/>
              <a:ext cx="15379" cy="276225"/>
            </a:xfrm>
            <a:prstGeom prst="rect">
              <a:avLst/>
            </a:prstGeom>
            <a:solidFill>
              <a:srgbClr val="DCE8ED"/>
            </a:solidFill>
            <a:ln w="0">
              <a:noFill/>
              <a:prstDash val="solid"/>
            </a:ln>
          </p:spPr>
        </p:sp>
        <p:sp>
          <p:nvSpPr>
            <p:cNvPr id="1821" name="four:time-step-strips:time-strip-tᵦ-cell-37:1821">
              <a:extLst>
                <a:ext uri="{FF2B5EF4-FFF2-40B4-BE49-F238E27FC236}">
                  <ns2:creationId id="{D85667EA-6B54-4AE3-ADAE-C8B0D96F6B2A}"/>
                </a:ext>
              </a:extLst>
            </p:cNvPr>
            <p:cNvSpPr>
              <a:spLocks noGrp="1"/>
            </p:cNvSpPr>
            <p:nvPr/>
          </p:nvSpPr>
          <p:spPr>
            <a:xfrm>
              <a:off x="21809770" y="2295525"/>
              <a:ext cx="15379" cy="276225"/>
            </a:xfrm>
            <a:prstGeom prst="rect">
              <a:avLst/>
            </a:prstGeom>
            <a:solidFill>
              <a:srgbClr val="DCE8ED"/>
            </a:solidFill>
            <a:ln w="0">
              <a:noFill/>
              <a:prstDash val="solid"/>
            </a:ln>
          </p:spPr>
        </p:sp>
        <p:sp>
          <p:nvSpPr>
            <p:cNvPr id="1822" name="four:time-step-strips:time-strip-tᵦ-cell-38:1822">
              <a:extLst>
                <a:ext uri="{FF2B5EF4-FFF2-40B4-BE49-F238E27FC236}">
                  <ns2:creationId id="{A389293E-A23C-4788-9CEB-6E2CCAEEEC77}"/>
                </a:ext>
              </a:extLst>
            </p:cNvPr>
            <p:cNvSpPr>
              <a:spLocks noGrp="1"/>
            </p:cNvSpPr>
            <p:nvPr/>
          </p:nvSpPr>
          <p:spPr>
            <a:xfrm>
              <a:off x="21825148" y="2295525"/>
              <a:ext cx="15379" cy="276225"/>
            </a:xfrm>
            <a:prstGeom prst="rect">
              <a:avLst/>
            </a:prstGeom>
            <a:solidFill>
              <a:srgbClr val="DCE8ED"/>
            </a:solidFill>
            <a:ln w="0">
              <a:noFill/>
              <a:prstDash val="solid"/>
            </a:ln>
          </p:spPr>
        </p:sp>
        <p:sp>
          <p:nvSpPr>
            <p:cNvPr id="1823" name="four:time-step-strips:time-strip-tᵦ-cell-39:1823">
              <a:extLst>
                <a:ext uri="{FF2B5EF4-FFF2-40B4-BE49-F238E27FC236}">
                  <ns2:creationId id="{EB83F767-F3B7-408B-B121-8202F5A1010B}"/>
                </a:ext>
              </a:extLst>
            </p:cNvPr>
            <p:cNvSpPr>
              <a:spLocks noGrp="1"/>
            </p:cNvSpPr>
            <p:nvPr/>
          </p:nvSpPr>
          <p:spPr>
            <a:xfrm>
              <a:off x="21840527" y="2295525"/>
              <a:ext cx="15379" cy="276225"/>
            </a:xfrm>
            <a:prstGeom prst="rect">
              <a:avLst/>
            </a:prstGeom>
            <a:solidFill>
              <a:srgbClr val="DCE8ED"/>
            </a:solidFill>
            <a:ln w="0">
              <a:noFill/>
              <a:prstDash val="solid"/>
            </a:ln>
          </p:spPr>
        </p:sp>
        <p:sp>
          <p:nvSpPr>
            <p:cNvPr id="1824" name="four:time-step-strips:time-strip-tᵦ-cell-40:1824">
              <a:extLst>
                <a:ext uri="{FF2B5EF4-FFF2-40B4-BE49-F238E27FC236}">
                  <ns2:creationId id="{0CE36106-221C-4154-92CA-2A95E5F6E301}"/>
                </a:ext>
              </a:extLst>
            </p:cNvPr>
            <p:cNvSpPr>
              <a:spLocks noGrp="1"/>
            </p:cNvSpPr>
            <p:nvPr/>
          </p:nvSpPr>
          <p:spPr>
            <a:xfrm>
              <a:off x="21855906" y="2295525"/>
              <a:ext cx="15379" cy="276225"/>
            </a:xfrm>
            <a:prstGeom prst="rect">
              <a:avLst/>
            </a:prstGeom>
            <a:solidFill>
              <a:srgbClr val="DCE8ED"/>
            </a:solidFill>
            <a:ln w="0">
              <a:noFill/>
              <a:prstDash val="solid"/>
            </a:ln>
          </p:spPr>
        </p:sp>
        <p:sp>
          <p:nvSpPr>
            <p:cNvPr id="1825" name="four:time-step-strips:time-strip-tᵦ-cell-41:1825">
              <a:extLst>
                <a:ext uri="{FF2B5EF4-FFF2-40B4-BE49-F238E27FC236}">
                  <ns2:creationId id="{334E42C3-3148-490E-90F5-3C9E1C21DA60}"/>
                </a:ext>
              </a:extLst>
            </p:cNvPr>
            <p:cNvSpPr>
              <a:spLocks noGrp="1"/>
            </p:cNvSpPr>
            <p:nvPr/>
          </p:nvSpPr>
          <p:spPr>
            <a:xfrm>
              <a:off x="21871285" y="2295525"/>
              <a:ext cx="15379" cy="276225"/>
            </a:xfrm>
            <a:prstGeom prst="rect">
              <a:avLst/>
            </a:prstGeom>
            <a:solidFill>
              <a:srgbClr val="DCE8ED"/>
            </a:solidFill>
            <a:ln w="0">
              <a:noFill/>
              <a:prstDash val="solid"/>
            </a:ln>
          </p:spPr>
        </p:sp>
        <p:sp>
          <p:nvSpPr>
            <p:cNvPr id="1826" name="four:time-step-strips:time-strip-tᵦ-cell-42:1826">
              <a:extLst>
                <a:ext uri="{FF2B5EF4-FFF2-40B4-BE49-F238E27FC236}">
                  <ns2:creationId id="{BEEE191A-2AC2-4C33-814F-67D085BB1047}"/>
                </a:ext>
              </a:extLst>
            </p:cNvPr>
            <p:cNvSpPr>
              <a:spLocks noGrp="1"/>
            </p:cNvSpPr>
            <p:nvPr/>
          </p:nvSpPr>
          <p:spPr>
            <a:xfrm>
              <a:off x="21886664" y="2295525"/>
              <a:ext cx="15379" cy="276225"/>
            </a:xfrm>
            <a:prstGeom prst="rect">
              <a:avLst/>
            </a:prstGeom>
            <a:solidFill>
              <a:srgbClr val="DCE8ED"/>
            </a:solidFill>
            <a:ln w="0">
              <a:noFill/>
              <a:prstDash val="solid"/>
            </a:ln>
          </p:spPr>
        </p:sp>
        <p:sp>
          <p:nvSpPr>
            <p:cNvPr id="1827" name="four:time-step-strips:time-strip-tᵦ-cell-43:1827">
              <a:extLst>
                <a:ext uri="{FF2B5EF4-FFF2-40B4-BE49-F238E27FC236}">
                  <ns2:creationId id="{B187781A-DA90-4BCA-9BEE-7416DBBC859D}"/>
                </a:ext>
              </a:extLst>
            </p:cNvPr>
            <p:cNvSpPr>
              <a:spLocks noGrp="1"/>
            </p:cNvSpPr>
            <p:nvPr/>
          </p:nvSpPr>
          <p:spPr>
            <a:xfrm>
              <a:off x="21902043" y="2295525"/>
              <a:ext cx="15379" cy="276225"/>
            </a:xfrm>
            <a:prstGeom prst="rect">
              <a:avLst/>
            </a:prstGeom>
            <a:solidFill>
              <a:srgbClr val="DCE8ED"/>
            </a:solidFill>
            <a:ln w="0">
              <a:noFill/>
              <a:prstDash val="solid"/>
            </a:ln>
          </p:spPr>
        </p:sp>
        <p:sp>
          <p:nvSpPr>
            <p:cNvPr id="1828" name="four:time-step-strips:time-strip-tᵦ-cell-44:1828">
              <a:extLst>
                <a:ext uri="{FF2B5EF4-FFF2-40B4-BE49-F238E27FC236}">
                  <ns2:creationId id="{655D9406-2105-4F70-A24F-D20DD10FAD46}"/>
                </a:ext>
              </a:extLst>
            </p:cNvPr>
            <p:cNvSpPr>
              <a:spLocks noGrp="1"/>
            </p:cNvSpPr>
            <p:nvPr/>
          </p:nvSpPr>
          <p:spPr>
            <a:xfrm>
              <a:off x="21917422" y="2295525"/>
              <a:ext cx="15379" cy="276225"/>
            </a:xfrm>
            <a:prstGeom prst="rect">
              <a:avLst/>
            </a:prstGeom>
            <a:solidFill>
              <a:srgbClr val="DCE8ED"/>
            </a:solidFill>
            <a:ln w="0">
              <a:noFill/>
              <a:prstDash val="solid"/>
            </a:ln>
          </p:spPr>
        </p:sp>
        <p:sp>
          <p:nvSpPr>
            <p:cNvPr id="1829" name="four:time-step-strips:time-strip-tᵦ-cell-45:1829">
              <a:extLst>
                <a:ext uri="{FF2B5EF4-FFF2-40B4-BE49-F238E27FC236}">
                  <ns2:creationId id="{22AC34AD-0222-4C74-BD15-08955D059208}"/>
                </a:ext>
              </a:extLst>
            </p:cNvPr>
            <p:cNvSpPr>
              <a:spLocks noGrp="1"/>
            </p:cNvSpPr>
            <p:nvPr/>
          </p:nvSpPr>
          <p:spPr>
            <a:xfrm>
              <a:off x="21932801" y="2295525"/>
              <a:ext cx="15379" cy="276225"/>
            </a:xfrm>
            <a:prstGeom prst="rect">
              <a:avLst/>
            </a:prstGeom>
            <a:solidFill>
              <a:srgbClr val="DCE8ED"/>
            </a:solidFill>
            <a:ln w="0">
              <a:noFill/>
              <a:prstDash val="solid"/>
            </a:ln>
          </p:spPr>
        </p:sp>
        <p:sp>
          <p:nvSpPr>
            <p:cNvPr id="1830" name="four:time-step-strips:time-strip-tᵦ-cell-46:1830">
              <a:extLst>
                <a:ext uri="{FF2B5EF4-FFF2-40B4-BE49-F238E27FC236}">
                  <ns2:creationId id="{FAF8CC93-5DAF-4BFE-94AB-BD7BFDB17817}"/>
                </a:ext>
              </a:extLst>
            </p:cNvPr>
            <p:cNvSpPr>
              <a:spLocks noGrp="1"/>
            </p:cNvSpPr>
            <p:nvPr/>
          </p:nvSpPr>
          <p:spPr>
            <a:xfrm>
              <a:off x="21948180" y="2295525"/>
              <a:ext cx="15379" cy="276225"/>
            </a:xfrm>
            <a:prstGeom prst="rect">
              <a:avLst/>
            </a:prstGeom>
            <a:solidFill>
              <a:srgbClr val="DCE8ED"/>
            </a:solidFill>
            <a:ln w="0">
              <a:noFill/>
              <a:prstDash val="solid"/>
            </a:ln>
          </p:spPr>
        </p:sp>
        <p:sp>
          <p:nvSpPr>
            <p:cNvPr id="1831" name="four:time-step-strips:time-strip-tᵦ-cell-47:1831">
              <a:extLst>
                <a:ext uri="{FF2B5EF4-FFF2-40B4-BE49-F238E27FC236}">
                  <ns2:creationId id="{056A2B97-83AE-4B74-8598-FE1BAE98401A}"/>
                </a:ext>
              </a:extLst>
            </p:cNvPr>
            <p:cNvSpPr>
              <a:spLocks noGrp="1"/>
            </p:cNvSpPr>
            <p:nvPr/>
          </p:nvSpPr>
          <p:spPr>
            <a:xfrm>
              <a:off x="21963559" y="2295525"/>
              <a:ext cx="15379" cy="276225"/>
            </a:xfrm>
            <a:prstGeom prst="rect">
              <a:avLst/>
            </a:prstGeom>
            <a:solidFill>
              <a:srgbClr val="DCE8ED"/>
            </a:solidFill>
            <a:ln w="0">
              <a:noFill/>
              <a:prstDash val="solid"/>
            </a:ln>
          </p:spPr>
        </p:sp>
        <p:sp>
          <p:nvSpPr>
            <p:cNvPr id="1832" name="four:time-step-strips:time-strip-tᵦ-cell-48:1832">
              <a:extLst>
                <a:ext uri="{FF2B5EF4-FFF2-40B4-BE49-F238E27FC236}">
                  <ns2:creationId id="{C7A6D001-9EA3-43FF-B5C9-B3BADA92BF1D}"/>
                </a:ext>
              </a:extLst>
            </p:cNvPr>
            <p:cNvSpPr>
              <a:spLocks noGrp="1"/>
            </p:cNvSpPr>
            <p:nvPr/>
          </p:nvSpPr>
          <p:spPr>
            <a:xfrm>
              <a:off x="21978938" y="2295525"/>
              <a:ext cx="15379" cy="276225"/>
            </a:xfrm>
            <a:prstGeom prst="rect">
              <a:avLst/>
            </a:prstGeom>
            <a:solidFill>
              <a:srgbClr val="DCE8ED"/>
            </a:solidFill>
            <a:ln w="0">
              <a:noFill/>
              <a:prstDash val="solid"/>
            </a:ln>
          </p:spPr>
        </p:sp>
        <p:sp>
          <p:nvSpPr>
            <p:cNvPr id="1833" name="four:time-step-strips:time-strip-tᵦ-cell-49:1833">
              <a:extLst>
                <a:ext uri="{FF2B5EF4-FFF2-40B4-BE49-F238E27FC236}">
                  <ns2:creationId id="{BA129410-B85B-4415-B2CE-CAE7BCA39569}"/>
                </a:ext>
              </a:extLst>
            </p:cNvPr>
            <p:cNvSpPr>
              <a:spLocks noGrp="1"/>
            </p:cNvSpPr>
            <p:nvPr/>
          </p:nvSpPr>
          <p:spPr>
            <a:xfrm>
              <a:off x="21994316" y="2295525"/>
              <a:ext cx="15379" cy="276225"/>
            </a:xfrm>
            <a:prstGeom prst="rect">
              <a:avLst/>
            </a:prstGeom>
            <a:solidFill>
              <a:srgbClr val="DCE8ED"/>
            </a:solidFill>
            <a:ln w="0">
              <a:noFill/>
              <a:prstDash val="solid"/>
            </a:ln>
          </p:spPr>
        </p:sp>
        <p:sp>
          <p:nvSpPr>
            <p:cNvPr id="1834" name="four:time-step-strips:time-strip-tᵦ-cell-50:1834">
              <a:extLst>
                <a:ext uri="{FF2B5EF4-FFF2-40B4-BE49-F238E27FC236}">
                  <ns2:creationId id="{ABED9505-E78A-40EE-8D9C-071E1E9273A7}"/>
                </a:ext>
              </a:extLst>
            </p:cNvPr>
            <p:cNvSpPr>
              <a:spLocks noGrp="1"/>
            </p:cNvSpPr>
            <p:nvPr/>
          </p:nvSpPr>
          <p:spPr>
            <a:xfrm>
              <a:off x="22009695" y="2295525"/>
              <a:ext cx="15379" cy="276225"/>
            </a:xfrm>
            <a:prstGeom prst="rect">
              <a:avLst/>
            </a:prstGeom>
            <a:solidFill>
              <a:srgbClr val="DCE8ED"/>
            </a:solidFill>
            <a:ln w="0">
              <a:noFill/>
              <a:prstDash val="solid"/>
            </a:ln>
          </p:spPr>
        </p:sp>
        <p:sp>
          <p:nvSpPr>
            <p:cNvPr id="1835" name="four:time-step-strips:time-strip-tᵦ-cell-51:1835">
              <a:extLst>
                <a:ext uri="{FF2B5EF4-FFF2-40B4-BE49-F238E27FC236}">
                  <ns2:creationId id="{144EE005-8A95-4F1D-A2E1-43705508E320}"/>
                </a:ext>
              </a:extLst>
            </p:cNvPr>
            <p:cNvSpPr>
              <a:spLocks noGrp="1"/>
            </p:cNvSpPr>
            <p:nvPr/>
          </p:nvSpPr>
          <p:spPr>
            <a:xfrm>
              <a:off x="22025074" y="2295525"/>
              <a:ext cx="15379" cy="276225"/>
            </a:xfrm>
            <a:prstGeom prst="rect">
              <a:avLst/>
            </a:prstGeom>
            <a:solidFill>
              <a:srgbClr val="DCE8ED"/>
            </a:solidFill>
            <a:ln w="0">
              <a:noFill/>
              <a:prstDash val="solid"/>
            </a:ln>
          </p:spPr>
        </p:sp>
        <p:sp>
          <p:nvSpPr>
            <p:cNvPr id="1836" name="four:time-step-strips:time-strip-tᵦ-cell-52:1836">
              <a:extLst>
                <a:ext uri="{FF2B5EF4-FFF2-40B4-BE49-F238E27FC236}">
                  <ns2:creationId id="{BCC69580-526C-455F-8FD1-28ECC9AE95C4}"/>
                </a:ext>
              </a:extLst>
            </p:cNvPr>
            <p:cNvSpPr>
              <a:spLocks noGrp="1"/>
            </p:cNvSpPr>
            <p:nvPr/>
          </p:nvSpPr>
          <p:spPr>
            <a:xfrm>
              <a:off x="22040453" y="2295525"/>
              <a:ext cx="15379" cy="276225"/>
            </a:xfrm>
            <a:prstGeom prst="rect">
              <a:avLst/>
            </a:prstGeom>
            <a:solidFill>
              <a:srgbClr val="DCE8ED"/>
            </a:solidFill>
            <a:ln w="0">
              <a:noFill/>
              <a:prstDash val="solid"/>
            </a:ln>
          </p:spPr>
        </p:sp>
        <p:sp>
          <p:nvSpPr>
            <p:cNvPr id="1837" name="four:time-step-strips:time-strip-tᵦ-cell-53:1837">
              <a:extLst>
                <a:ext uri="{FF2B5EF4-FFF2-40B4-BE49-F238E27FC236}">
                  <ns2:creationId id="{C921FBFA-5FE6-4911-84D3-DC0F64C004B0}"/>
                </a:ext>
              </a:extLst>
            </p:cNvPr>
            <p:cNvSpPr>
              <a:spLocks noGrp="1"/>
            </p:cNvSpPr>
            <p:nvPr/>
          </p:nvSpPr>
          <p:spPr>
            <a:xfrm>
              <a:off x="22055832" y="2295525"/>
              <a:ext cx="15379" cy="276225"/>
            </a:xfrm>
            <a:prstGeom prst="rect">
              <a:avLst/>
            </a:prstGeom>
            <a:solidFill>
              <a:srgbClr val="DCE8ED"/>
            </a:solidFill>
            <a:ln w="0">
              <a:noFill/>
              <a:prstDash val="solid"/>
            </a:ln>
          </p:spPr>
        </p:sp>
        <p:sp>
          <p:nvSpPr>
            <p:cNvPr id="1838" name="four:time-step-strips:time-strip-tᵦ-cell-54:1838">
              <a:extLst>
                <a:ext uri="{FF2B5EF4-FFF2-40B4-BE49-F238E27FC236}">
                  <ns2:creationId id="{123E2921-958B-4447-B507-1AB78BE4251E}"/>
                </a:ext>
              </a:extLst>
            </p:cNvPr>
            <p:cNvSpPr>
              <a:spLocks noGrp="1"/>
            </p:cNvSpPr>
            <p:nvPr/>
          </p:nvSpPr>
          <p:spPr>
            <a:xfrm>
              <a:off x="22071211" y="2295525"/>
              <a:ext cx="15379" cy="276225"/>
            </a:xfrm>
            <a:prstGeom prst="rect">
              <a:avLst/>
            </a:prstGeom>
            <a:solidFill>
              <a:srgbClr val="DCE8ED"/>
            </a:solidFill>
            <a:ln w="0">
              <a:noFill/>
              <a:prstDash val="solid"/>
            </a:ln>
          </p:spPr>
        </p:sp>
        <p:sp>
          <p:nvSpPr>
            <p:cNvPr id="1839" name="four:time-step-strips:time-strip-tᵦ-cell-55:1839">
              <a:extLst>
                <a:ext uri="{FF2B5EF4-FFF2-40B4-BE49-F238E27FC236}">
                  <ns2:creationId id="{C68488E6-B8B4-40CD-897E-103C366E4F2D}"/>
                </a:ext>
              </a:extLst>
            </p:cNvPr>
            <p:cNvSpPr>
              <a:spLocks noGrp="1"/>
            </p:cNvSpPr>
            <p:nvPr/>
          </p:nvSpPr>
          <p:spPr>
            <a:xfrm>
              <a:off x="22086590" y="2295525"/>
              <a:ext cx="15379" cy="276225"/>
            </a:xfrm>
            <a:prstGeom prst="rect">
              <a:avLst/>
            </a:prstGeom>
            <a:solidFill>
              <a:srgbClr val="DCE8ED"/>
            </a:solidFill>
            <a:ln w="0">
              <a:noFill/>
              <a:prstDash val="solid"/>
            </a:ln>
          </p:spPr>
        </p:sp>
        <p:sp>
          <p:nvSpPr>
            <p:cNvPr id="1840" name="four:time-step-strips:time-strip-tᵦ-cell-56:1840">
              <a:extLst>
                <a:ext uri="{FF2B5EF4-FFF2-40B4-BE49-F238E27FC236}">
                  <ns2:creationId id="{1D556795-2021-480F-A1FB-DB7D5621BA47}"/>
                </a:ext>
              </a:extLst>
            </p:cNvPr>
            <p:cNvSpPr>
              <a:spLocks noGrp="1"/>
            </p:cNvSpPr>
            <p:nvPr/>
          </p:nvSpPr>
          <p:spPr>
            <a:xfrm>
              <a:off x="22101969" y="2295525"/>
              <a:ext cx="15379" cy="276225"/>
            </a:xfrm>
            <a:prstGeom prst="rect">
              <a:avLst/>
            </a:prstGeom>
            <a:solidFill>
              <a:srgbClr val="DCE8ED"/>
            </a:solidFill>
            <a:ln w="0">
              <a:noFill/>
              <a:prstDash val="solid"/>
            </a:ln>
          </p:spPr>
        </p:sp>
        <p:sp>
          <p:nvSpPr>
            <p:cNvPr id="1841" name="four:time-step-strips:time-strip-tᵦ-cell-57:1841">
              <a:extLst>
                <a:ext uri="{FF2B5EF4-FFF2-40B4-BE49-F238E27FC236}">
                  <ns2:creationId id="{A4870BB6-49B2-44A3-8403-797702BEBF55}"/>
                </a:ext>
              </a:extLst>
            </p:cNvPr>
            <p:cNvSpPr>
              <a:spLocks noGrp="1"/>
            </p:cNvSpPr>
            <p:nvPr/>
          </p:nvSpPr>
          <p:spPr>
            <a:xfrm>
              <a:off x="22117348" y="2295525"/>
              <a:ext cx="15379" cy="276225"/>
            </a:xfrm>
            <a:prstGeom prst="rect">
              <a:avLst/>
            </a:prstGeom>
            <a:solidFill>
              <a:srgbClr val="DCE8ED"/>
            </a:solidFill>
            <a:ln w="0">
              <a:noFill/>
              <a:prstDash val="solid"/>
            </a:ln>
          </p:spPr>
        </p:sp>
        <p:sp>
          <p:nvSpPr>
            <p:cNvPr id="1842" name="four:time-step-strips:time-strip-tᵦ-cell-58:1842">
              <a:extLst>
                <a:ext uri="{FF2B5EF4-FFF2-40B4-BE49-F238E27FC236}">
                  <ns2:creationId id="{14A7502E-B6B8-4C89-81B1-D51E97A84F9B}"/>
                </a:ext>
              </a:extLst>
            </p:cNvPr>
            <p:cNvSpPr>
              <a:spLocks noGrp="1"/>
            </p:cNvSpPr>
            <p:nvPr/>
          </p:nvSpPr>
          <p:spPr>
            <a:xfrm>
              <a:off x="22132727" y="2295525"/>
              <a:ext cx="15379" cy="276225"/>
            </a:xfrm>
            <a:prstGeom prst="rect">
              <a:avLst/>
            </a:prstGeom>
            <a:solidFill>
              <a:srgbClr val="D6E4E7"/>
            </a:solidFill>
            <a:ln w="0">
              <a:noFill/>
              <a:prstDash val="solid"/>
            </a:ln>
          </p:spPr>
        </p:sp>
        <p:sp>
          <p:nvSpPr>
            <p:cNvPr id="1843" name="four:time-step-strips:time-strip-tᵦ-cell-59:1843">
              <a:extLst>
                <a:ext uri="{FF2B5EF4-FFF2-40B4-BE49-F238E27FC236}">
                  <ns2:creationId id="{FDF16CD2-2EA0-4856-95C1-0DDDBC4543AB}"/>
                </a:ext>
              </a:extLst>
            </p:cNvPr>
            <p:cNvSpPr>
              <a:spLocks noGrp="1"/>
            </p:cNvSpPr>
            <p:nvPr/>
          </p:nvSpPr>
          <p:spPr>
            <a:xfrm>
              <a:off x="22148105" y="2295525"/>
              <a:ext cx="15379" cy="276225"/>
            </a:xfrm>
            <a:prstGeom prst="rect">
              <a:avLst/>
            </a:prstGeom>
            <a:solidFill>
              <a:srgbClr val="DBCEC0"/>
            </a:solidFill>
            <a:ln w="0">
              <a:noFill/>
              <a:prstDash val="solid"/>
            </a:ln>
          </p:spPr>
        </p:sp>
        <p:sp>
          <p:nvSpPr>
            <p:cNvPr id="1844" name="four:time-step-strips:time-strip-tᵦ-cell-60:1844">
              <a:extLst>
                <a:ext uri="{FF2B5EF4-FFF2-40B4-BE49-F238E27FC236}">
                  <ns2:creationId id="{6847D7B7-3FD6-4E67-9DFA-8C77A6561A7C}"/>
                </a:ext>
              </a:extLst>
            </p:cNvPr>
            <p:cNvSpPr>
              <a:spLocks noGrp="1"/>
            </p:cNvSpPr>
            <p:nvPr/>
          </p:nvSpPr>
          <p:spPr>
            <a:xfrm>
              <a:off x="22163484" y="2295525"/>
              <a:ext cx="15379" cy="276225"/>
            </a:xfrm>
            <a:prstGeom prst="rect">
              <a:avLst/>
            </a:prstGeom>
            <a:solidFill>
              <a:srgbClr val="D9B697"/>
            </a:solidFill>
            <a:ln w="0">
              <a:noFill/>
              <a:prstDash val="solid"/>
            </a:ln>
          </p:spPr>
        </p:sp>
        <p:sp>
          <p:nvSpPr>
            <p:cNvPr id="1845" name="four:time-step-strips:time-strip-tᵦ-cell-61:1845">
              <a:extLst>
                <a:ext uri="{FF2B5EF4-FFF2-40B4-BE49-F238E27FC236}">
                  <ns2:creationId id="{E1780D32-B7B3-4B4D-A38D-9E4827C41871}"/>
                </a:ext>
              </a:extLst>
            </p:cNvPr>
            <p:cNvSpPr>
              <a:spLocks noGrp="1"/>
            </p:cNvSpPr>
            <p:nvPr/>
          </p:nvSpPr>
          <p:spPr>
            <a:xfrm>
              <a:off x="22178863" y="2295525"/>
              <a:ext cx="15379" cy="276225"/>
            </a:xfrm>
            <a:prstGeom prst="rect">
              <a:avLst/>
            </a:prstGeom>
            <a:solidFill>
              <a:srgbClr val="D89B69"/>
            </a:solidFill>
            <a:ln w="0">
              <a:noFill/>
              <a:prstDash val="solid"/>
            </a:ln>
          </p:spPr>
        </p:sp>
        <p:sp>
          <p:nvSpPr>
            <p:cNvPr id="1846" name="four:time-step-strips:time-strip-tᵦ-cell-62:1846">
              <a:extLst>
                <a:ext uri="{FF2B5EF4-FFF2-40B4-BE49-F238E27FC236}">
                  <ns2:creationId id="{E36831EB-A3CB-47FE-BBF1-47EB97142089}"/>
                </a:ext>
              </a:extLst>
            </p:cNvPr>
            <p:cNvSpPr>
              <a:spLocks noGrp="1"/>
            </p:cNvSpPr>
            <p:nvPr/>
          </p:nvSpPr>
          <p:spPr>
            <a:xfrm>
              <a:off x="22194242" y="2295525"/>
              <a:ext cx="15379" cy="276225"/>
            </a:xfrm>
            <a:prstGeom prst="rect">
              <a:avLst/>
            </a:prstGeom>
            <a:solidFill>
              <a:srgbClr val="D7813C"/>
            </a:solidFill>
            <a:ln w="0">
              <a:noFill/>
              <a:prstDash val="solid"/>
            </a:ln>
          </p:spPr>
        </p:sp>
        <p:sp>
          <p:nvSpPr>
            <p:cNvPr id="1847" name="four:time-step-strips:time-strip-tᵦ-cell-63:1847">
              <a:extLst>
                <a:ext uri="{FF2B5EF4-FFF2-40B4-BE49-F238E27FC236}">
                  <ns2:creationId id="{C8004137-E019-41FC-9A05-F2A153D46E4B}"/>
                </a:ext>
              </a:extLst>
            </p:cNvPr>
            <p:cNvSpPr>
              <a:spLocks noGrp="1"/>
            </p:cNvSpPr>
            <p:nvPr/>
          </p:nvSpPr>
          <p:spPr>
            <a:xfrm>
              <a:off x="22209621" y="2295525"/>
              <a:ext cx="15379" cy="276225"/>
            </a:xfrm>
            <a:prstGeom prst="rect">
              <a:avLst/>
            </a:prstGeom>
            <a:solidFill>
              <a:srgbClr val="D66C18"/>
            </a:solidFill>
            <a:ln w="0">
              <a:noFill/>
              <a:prstDash val="solid"/>
            </a:ln>
          </p:spPr>
        </p:sp>
        <p:sp>
          <p:nvSpPr>
            <p:cNvPr id="1848" name="four:time-step-strips:time-strip-tᵦ-cell-64:1848">
              <a:extLst>
                <a:ext uri="{FF2B5EF4-FFF2-40B4-BE49-F238E27FC236}">
                  <ns2:creationId id="{66B9E9CE-5149-4FA9-9B02-9C006897D5BF}"/>
                </a:ext>
              </a:extLst>
            </p:cNvPr>
            <p:cNvSpPr>
              <a:spLocks noGrp="1"/>
            </p:cNvSpPr>
            <p:nvPr/>
          </p:nvSpPr>
          <p:spPr>
            <a:xfrm>
              <a:off x="22225000" y="2295525"/>
              <a:ext cx="15379" cy="276225"/>
            </a:xfrm>
            <a:prstGeom prst="rect">
              <a:avLst/>
            </a:prstGeom>
            <a:solidFill>
              <a:srgbClr val="D55F03"/>
            </a:solidFill>
            <a:ln w="0">
              <a:noFill/>
              <a:prstDash val="solid"/>
            </a:ln>
          </p:spPr>
        </p:sp>
        <p:sp>
          <p:nvSpPr>
            <p:cNvPr id="1849" name="four:time-step-strips:time-strip-tᵦ-cell-65:1849">
              <a:extLst>
                <a:ext uri="{FF2B5EF4-FFF2-40B4-BE49-F238E27FC236}">
                  <ns2:creationId id="{2951FB2B-9D32-44D0-B141-F67776D8757F}"/>
                </a:ext>
              </a:extLst>
            </p:cNvPr>
            <p:cNvSpPr>
              <a:spLocks noGrp="1"/>
            </p:cNvSpPr>
            <p:nvPr/>
          </p:nvSpPr>
          <p:spPr>
            <a:xfrm>
              <a:off x="22240379" y="2295525"/>
              <a:ext cx="15379" cy="276225"/>
            </a:xfrm>
            <a:prstGeom prst="rect">
              <a:avLst/>
            </a:prstGeom>
            <a:solidFill>
              <a:srgbClr val="D55E00"/>
            </a:solidFill>
            <a:ln w="0">
              <a:noFill/>
              <a:prstDash val="solid"/>
            </a:ln>
          </p:spPr>
        </p:sp>
        <p:sp>
          <p:nvSpPr>
            <p:cNvPr id="1850" name="four:time-step-strips:time-strip-tᵦ-cell-66:1850">
              <a:extLst>
                <a:ext uri="{FF2B5EF4-FFF2-40B4-BE49-F238E27FC236}">
                  <ns2:creationId id="{C72E85BF-56A3-4FEB-8C72-46E76559A50A}"/>
                </a:ext>
              </a:extLst>
            </p:cNvPr>
            <p:cNvSpPr>
              <a:spLocks noGrp="1"/>
            </p:cNvSpPr>
            <p:nvPr/>
          </p:nvSpPr>
          <p:spPr>
            <a:xfrm>
              <a:off x="22255758" y="2295525"/>
              <a:ext cx="15379" cy="276225"/>
            </a:xfrm>
            <a:prstGeom prst="rect">
              <a:avLst/>
            </a:prstGeom>
            <a:solidFill>
              <a:srgbClr val="D55E00"/>
            </a:solidFill>
            <a:ln w="0">
              <a:noFill/>
              <a:prstDash val="solid"/>
            </a:ln>
          </p:spPr>
        </p:sp>
        <p:sp>
          <p:nvSpPr>
            <p:cNvPr id="1851" name="four:time-step-strips:time-strip-tᵦ-cell-67:1851">
              <a:extLst>
                <a:ext uri="{FF2B5EF4-FFF2-40B4-BE49-F238E27FC236}">
                  <ns2:creationId id="{86381A2A-470A-459C-BC07-129B0A77BDD3}"/>
                </a:ext>
              </a:extLst>
            </p:cNvPr>
            <p:cNvSpPr>
              <a:spLocks noGrp="1"/>
            </p:cNvSpPr>
            <p:nvPr/>
          </p:nvSpPr>
          <p:spPr>
            <a:xfrm>
              <a:off x="22271137" y="2295525"/>
              <a:ext cx="15379" cy="276225"/>
            </a:xfrm>
            <a:prstGeom prst="rect">
              <a:avLst/>
            </a:prstGeom>
            <a:solidFill>
              <a:srgbClr val="D55E00"/>
            </a:solidFill>
            <a:ln w="0">
              <a:noFill/>
              <a:prstDash val="solid"/>
            </a:ln>
          </p:spPr>
        </p:sp>
        <p:sp>
          <p:nvSpPr>
            <p:cNvPr id="1852" name="four:time-step-strips:time-strip-tᵦ-cell-68:1852">
              <a:extLst>
                <a:ext uri="{FF2B5EF4-FFF2-40B4-BE49-F238E27FC236}">
                  <ns2:creationId id="{0AC93362-D874-486D-83E1-C99D3C41D162}"/>
                </a:ext>
              </a:extLst>
            </p:cNvPr>
            <p:cNvSpPr>
              <a:spLocks noGrp="1"/>
            </p:cNvSpPr>
            <p:nvPr/>
          </p:nvSpPr>
          <p:spPr>
            <a:xfrm>
              <a:off x="22286516" y="2295525"/>
              <a:ext cx="15379" cy="276225"/>
            </a:xfrm>
            <a:prstGeom prst="rect">
              <a:avLst/>
            </a:prstGeom>
            <a:solidFill>
              <a:srgbClr val="D55E00"/>
            </a:solidFill>
            <a:ln w="0">
              <a:noFill/>
              <a:prstDash val="solid"/>
            </a:ln>
          </p:spPr>
        </p:sp>
        <p:sp>
          <p:nvSpPr>
            <p:cNvPr id="1853" name="four:time-step-strips:time-strip-tᵦ-cell-69:1853">
              <a:extLst>
                <a:ext uri="{FF2B5EF4-FFF2-40B4-BE49-F238E27FC236}">
                  <ns2:creationId id="{F1F04AEC-CC18-48BC-A175-67A83CB12ACC}"/>
                </a:ext>
              </a:extLst>
            </p:cNvPr>
            <p:cNvSpPr>
              <a:spLocks noGrp="1"/>
            </p:cNvSpPr>
            <p:nvPr/>
          </p:nvSpPr>
          <p:spPr>
            <a:xfrm>
              <a:off x="22301895" y="2295525"/>
              <a:ext cx="15379" cy="276225"/>
            </a:xfrm>
            <a:prstGeom prst="rect">
              <a:avLst/>
            </a:prstGeom>
            <a:solidFill>
              <a:srgbClr val="D55E00"/>
            </a:solidFill>
            <a:ln w="0">
              <a:noFill/>
              <a:prstDash val="solid"/>
            </a:ln>
          </p:spPr>
        </p:sp>
        <p:sp>
          <p:nvSpPr>
            <p:cNvPr id="1854" name="four:time-step-strips:time-strip-tᵦ-cell-70:1854">
              <a:extLst>
                <a:ext uri="{FF2B5EF4-FFF2-40B4-BE49-F238E27FC236}">
                  <ns2:creationId id="{B95457A1-0674-41AB-B5A0-0D4EF9BEAC65}"/>
                </a:ext>
              </a:extLst>
            </p:cNvPr>
            <p:cNvSpPr>
              <a:spLocks noGrp="1"/>
            </p:cNvSpPr>
            <p:nvPr/>
          </p:nvSpPr>
          <p:spPr>
            <a:xfrm>
              <a:off x="22317273" y="2295525"/>
              <a:ext cx="15379" cy="276225"/>
            </a:xfrm>
            <a:prstGeom prst="rect">
              <a:avLst/>
            </a:prstGeom>
            <a:solidFill>
              <a:srgbClr val="D55E00"/>
            </a:solidFill>
            <a:ln w="0">
              <a:noFill/>
              <a:prstDash val="solid"/>
            </a:ln>
          </p:spPr>
        </p:sp>
        <p:sp>
          <p:nvSpPr>
            <p:cNvPr id="1855" name="four:time-step-strips:time-strip-tᵦ-cell-71:1855">
              <a:extLst>
                <a:ext uri="{FF2B5EF4-FFF2-40B4-BE49-F238E27FC236}">
                  <ns2:creationId id="{5FDAF2A9-9108-4DFA-A5C8-8BA4562D1511}"/>
                </a:ext>
              </a:extLst>
            </p:cNvPr>
            <p:cNvSpPr>
              <a:spLocks noGrp="1"/>
            </p:cNvSpPr>
            <p:nvPr/>
          </p:nvSpPr>
          <p:spPr>
            <a:xfrm>
              <a:off x="22332652" y="2295525"/>
              <a:ext cx="15379" cy="276225"/>
            </a:xfrm>
            <a:prstGeom prst="rect">
              <a:avLst/>
            </a:prstGeom>
            <a:solidFill>
              <a:srgbClr val="D55E00"/>
            </a:solidFill>
            <a:ln w="0">
              <a:noFill/>
              <a:prstDash val="solid"/>
            </a:ln>
          </p:spPr>
        </p:sp>
        <p:sp>
          <p:nvSpPr>
            <p:cNvPr id="1856" name="four:time-step-strips:time-strip-tᵦ-cell-72:1856">
              <a:extLst>
                <a:ext uri="{FF2B5EF4-FFF2-40B4-BE49-F238E27FC236}">
                  <ns2:creationId id="{871434CD-AAE1-4024-A157-8474971CD010}"/>
                </a:ext>
              </a:extLst>
            </p:cNvPr>
            <p:cNvSpPr>
              <a:spLocks noGrp="1"/>
            </p:cNvSpPr>
            <p:nvPr/>
          </p:nvSpPr>
          <p:spPr>
            <a:xfrm>
              <a:off x="22348031" y="2295525"/>
              <a:ext cx="15379" cy="276225"/>
            </a:xfrm>
            <a:prstGeom prst="rect">
              <a:avLst/>
            </a:prstGeom>
            <a:solidFill>
              <a:srgbClr val="D55E00"/>
            </a:solidFill>
            <a:ln w="0">
              <a:noFill/>
              <a:prstDash val="solid"/>
            </a:ln>
          </p:spPr>
        </p:sp>
        <p:sp>
          <p:nvSpPr>
            <p:cNvPr id="1857" name="four:time-step-strips:time-strip-tᵦ-cell-73:1857">
              <a:extLst>
                <a:ext uri="{FF2B5EF4-FFF2-40B4-BE49-F238E27FC236}">
                  <ns2:creationId id="{B1BC83A6-FEE9-43A0-A02B-95B0DC22D6B8}"/>
                </a:ext>
              </a:extLst>
            </p:cNvPr>
            <p:cNvSpPr>
              <a:spLocks noGrp="1"/>
            </p:cNvSpPr>
            <p:nvPr/>
          </p:nvSpPr>
          <p:spPr>
            <a:xfrm>
              <a:off x="22363410" y="2295525"/>
              <a:ext cx="15379" cy="276225"/>
            </a:xfrm>
            <a:prstGeom prst="rect">
              <a:avLst/>
            </a:prstGeom>
            <a:solidFill>
              <a:srgbClr val="D55E00"/>
            </a:solidFill>
            <a:ln w="0">
              <a:noFill/>
              <a:prstDash val="solid"/>
            </a:ln>
          </p:spPr>
        </p:sp>
        <p:sp>
          <p:nvSpPr>
            <p:cNvPr id="1858" name="four:time-step-strips:time-strip-tᵦ-cell-74:1858">
              <a:extLst>
                <a:ext uri="{FF2B5EF4-FFF2-40B4-BE49-F238E27FC236}">
                  <ns2:creationId id="{D92589B6-48EF-45D9-ACEE-C5825C5F7EF0}"/>
                </a:ext>
              </a:extLst>
            </p:cNvPr>
            <p:cNvSpPr>
              <a:spLocks noGrp="1"/>
            </p:cNvSpPr>
            <p:nvPr/>
          </p:nvSpPr>
          <p:spPr>
            <a:xfrm>
              <a:off x="22378789" y="2295525"/>
              <a:ext cx="15379" cy="276225"/>
            </a:xfrm>
            <a:prstGeom prst="rect">
              <a:avLst/>
            </a:prstGeom>
            <a:solidFill>
              <a:srgbClr val="D55E00"/>
            </a:solidFill>
            <a:ln w="0">
              <a:noFill/>
              <a:prstDash val="solid"/>
            </a:ln>
          </p:spPr>
        </p:sp>
        <p:sp>
          <p:nvSpPr>
            <p:cNvPr id="1859" name="four:time-step-strips:time-strip-tᵦ-cell-75:1859">
              <a:extLst>
                <a:ext uri="{FF2B5EF4-FFF2-40B4-BE49-F238E27FC236}">
                  <ns2:creationId id="{A2F9FCBA-66DF-4A92-A060-7806A49B17B6}"/>
                </a:ext>
              </a:extLst>
            </p:cNvPr>
            <p:cNvSpPr>
              <a:spLocks noGrp="1"/>
            </p:cNvSpPr>
            <p:nvPr/>
          </p:nvSpPr>
          <p:spPr>
            <a:xfrm>
              <a:off x="22394168" y="2295525"/>
              <a:ext cx="15379" cy="276225"/>
            </a:xfrm>
            <a:prstGeom prst="rect">
              <a:avLst/>
            </a:prstGeom>
            <a:solidFill>
              <a:srgbClr val="D55E00"/>
            </a:solidFill>
            <a:ln w="0">
              <a:noFill/>
              <a:prstDash val="solid"/>
            </a:ln>
          </p:spPr>
        </p:sp>
        <p:sp>
          <p:nvSpPr>
            <p:cNvPr id="1860" name="four:time-step-strips:time-strip-tᵦ-cell-76:1860">
              <a:extLst>
                <a:ext uri="{FF2B5EF4-FFF2-40B4-BE49-F238E27FC236}">
                  <ns2:creationId id="{73ABB029-0E5C-4693-BBB4-49D7A0E56909}"/>
                </a:ext>
              </a:extLst>
            </p:cNvPr>
            <p:cNvSpPr>
              <a:spLocks noGrp="1"/>
            </p:cNvSpPr>
            <p:nvPr/>
          </p:nvSpPr>
          <p:spPr>
            <a:xfrm>
              <a:off x="22409547" y="2295525"/>
              <a:ext cx="15379" cy="276225"/>
            </a:xfrm>
            <a:prstGeom prst="rect">
              <a:avLst/>
            </a:prstGeom>
            <a:solidFill>
              <a:srgbClr val="D55E00"/>
            </a:solidFill>
            <a:ln w="0">
              <a:noFill/>
              <a:prstDash val="solid"/>
            </a:ln>
          </p:spPr>
        </p:sp>
        <p:sp>
          <p:nvSpPr>
            <p:cNvPr id="1861" name="four:time-step-strips:time-strip-tᵦ-cell-77:1861">
              <a:extLst>
                <a:ext uri="{FF2B5EF4-FFF2-40B4-BE49-F238E27FC236}">
                  <ns2:creationId id="{060A131E-732A-41A3-A37C-FFCB9DF54391}"/>
                </a:ext>
              </a:extLst>
            </p:cNvPr>
            <p:cNvSpPr>
              <a:spLocks noGrp="1"/>
            </p:cNvSpPr>
            <p:nvPr/>
          </p:nvSpPr>
          <p:spPr>
            <a:xfrm>
              <a:off x="22424926" y="2295525"/>
              <a:ext cx="15379" cy="276225"/>
            </a:xfrm>
            <a:prstGeom prst="rect">
              <a:avLst/>
            </a:prstGeom>
            <a:solidFill>
              <a:srgbClr val="D55E00"/>
            </a:solidFill>
            <a:ln w="0">
              <a:noFill/>
              <a:prstDash val="solid"/>
            </a:ln>
          </p:spPr>
        </p:sp>
        <p:sp>
          <p:nvSpPr>
            <p:cNvPr id="1862" name="four:time-step-strips:time-strip-tᵦ-cell-78:1862">
              <a:extLst>
                <a:ext uri="{FF2B5EF4-FFF2-40B4-BE49-F238E27FC236}">
                  <ns2:creationId id="{9F8A5807-C304-4090-A67A-7A74EA76EFE1}"/>
                </a:ext>
              </a:extLst>
            </p:cNvPr>
            <p:cNvSpPr>
              <a:spLocks noGrp="1"/>
            </p:cNvSpPr>
            <p:nvPr/>
          </p:nvSpPr>
          <p:spPr>
            <a:xfrm>
              <a:off x="22440305" y="2295525"/>
              <a:ext cx="15379" cy="276225"/>
            </a:xfrm>
            <a:prstGeom prst="rect">
              <a:avLst/>
            </a:prstGeom>
            <a:solidFill>
              <a:srgbClr val="D55E00"/>
            </a:solidFill>
            <a:ln w="0">
              <a:noFill/>
              <a:prstDash val="solid"/>
            </a:ln>
          </p:spPr>
        </p:sp>
        <p:sp>
          <p:nvSpPr>
            <p:cNvPr id="1863" name="four:time-step-strips:time-strip-tᵦ-cell-79:1863">
              <a:extLst>
                <a:ext uri="{FF2B5EF4-FFF2-40B4-BE49-F238E27FC236}">
                  <ns2:creationId id="{BEA4E7D1-94CD-458A-9606-7D7C68BF26E1}"/>
                </a:ext>
              </a:extLst>
            </p:cNvPr>
            <p:cNvSpPr>
              <a:spLocks noGrp="1"/>
            </p:cNvSpPr>
            <p:nvPr/>
          </p:nvSpPr>
          <p:spPr>
            <a:xfrm>
              <a:off x="22455684" y="2295525"/>
              <a:ext cx="15379" cy="276225"/>
            </a:xfrm>
            <a:prstGeom prst="rect">
              <a:avLst/>
            </a:prstGeom>
            <a:solidFill>
              <a:srgbClr val="D55F02"/>
            </a:solidFill>
            <a:ln w="0">
              <a:noFill/>
              <a:prstDash val="solid"/>
            </a:ln>
          </p:spPr>
        </p:sp>
        <p:sp>
          <p:nvSpPr>
            <p:cNvPr id="1864" name="four:time-step-strips:time-strip-tᵦ-cell-80:1864">
              <a:extLst>
                <a:ext uri="{FF2B5EF4-FFF2-40B4-BE49-F238E27FC236}">
                  <ns2:creationId id="{7CEB2F57-75C2-4352-812B-E726E8099E72}"/>
                </a:ext>
              </a:extLst>
            </p:cNvPr>
            <p:cNvSpPr>
              <a:spLocks noGrp="1"/>
            </p:cNvSpPr>
            <p:nvPr/>
          </p:nvSpPr>
          <p:spPr>
            <a:xfrm>
              <a:off x="22471063" y="2295525"/>
              <a:ext cx="15379" cy="276225"/>
            </a:xfrm>
            <a:prstGeom prst="rect">
              <a:avLst/>
            </a:prstGeom>
            <a:solidFill>
              <a:srgbClr val="D66811"/>
            </a:solidFill>
            <a:ln w="0">
              <a:noFill/>
              <a:prstDash val="solid"/>
            </a:ln>
          </p:spPr>
        </p:sp>
        <p:sp>
          <p:nvSpPr>
            <p:cNvPr id="1865" name="four:time-step-strips:time-strip-tᵦ-cell-81:1865">
              <a:extLst>
                <a:ext uri="{FF2B5EF4-FFF2-40B4-BE49-F238E27FC236}">
                  <ns2:creationId id="{8F48515D-9295-44A8-983F-69146D7A2DD8}"/>
                </a:ext>
              </a:extLst>
            </p:cNvPr>
            <p:cNvSpPr>
              <a:spLocks noGrp="1"/>
            </p:cNvSpPr>
            <p:nvPr/>
          </p:nvSpPr>
          <p:spPr>
            <a:xfrm>
              <a:off x="22486441" y="2295525"/>
              <a:ext cx="15379" cy="276225"/>
            </a:xfrm>
            <a:prstGeom prst="rect">
              <a:avLst/>
            </a:prstGeom>
            <a:solidFill>
              <a:srgbClr val="D6772B"/>
            </a:solidFill>
            <a:ln w="0">
              <a:noFill/>
              <a:prstDash val="solid"/>
            </a:ln>
          </p:spPr>
        </p:sp>
        <p:sp>
          <p:nvSpPr>
            <p:cNvPr id="1866" name="four:time-step-strips:time-strip-tᵦ-cell-82:1866">
              <a:extLst>
                <a:ext uri="{FF2B5EF4-FFF2-40B4-BE49-F238E27FC236}">
                  <ns2:creationId id="{FADAE54F-DEAD-4B58-9F3F-AE6880EC8F1A}"/>
                </a:ext>
              </a:extLst>
            </p:cNvPr>
            <p:cNvSpPr>
              <a:spLocks noGrp="1"/>
            </p:cNvSpPr>
            <p:nvPr/>
          </p:nvSpPr>
          <p:spPr>
            <a:xfrm>
              <a:off x="22501820" y="2295525"/>
              <a:ext cx="15379" cy="276225"/>
            </a:xfrm>
            <a:prstGeom prst="rect">
              <a:avLst/>
            </a:prstGeom>
            <a:solidFill>
              <a:srgbClr val="98ADAC"/>
            </a:solidFill>
            <a:ln w="0">
              <a:noFill/>
              <a:prstDash val="solid"/>
            </a:ln>
          </p:spPr>
        </p:sp>
        <p:sp>
          <p:nvSpPr>
            <p:cNvPr id="1867" name="four:time-step-strips:time-strip-tᵦ-cell-83:1867">
              <a:extLst>
                <a:ext uri="{FF2B5EF4-FFF2-40B4-BE49-F238E27FC236}">
                  <ns2:creationId id="{D74DABC2-4AB2-4D1F-88CC-99BE17FC0FFF}"/>
                </a:ext>
              </a:extLst>
            </p:cNvPr>
            <p:cNvSpPr>
              <a:spLocks noGrp="1"/>
            </p:cNvSpPr>
            <p:nvPr/>
          </p:nvSpPr>
          <p:spPr>
            <a:xfrm>
              <a:off x="22517199" y="2295525"/>
              <a:ext cx="15379" cy="276225"/>
            </a:xfrm>
            <a:prstGeom prst="rect">
              <a:avLst/>
            </a:prstGeom>
            <a:solidFill>
              <a:srgbClr val="A8B1BB"/>
            </a:solidFill>
            <a:ln w="0">
              <a:noFill/>
              <a:prstDash val="solid"/>
            </a:ln>
          </p:spPr>
        </p:sp>
        <p:sp>
          <p:nvSpPr>
            <p:cNvPr id="1868" name="four:time-step-strips:time-strip-tᵦ-cell-84:1868">
              <a:extLst>
                <a:ext uri="{FF2B5EF4-FFF2-40B4-BE49-F238E27FC236}">
                  <ns2:creationId id="{A998CB31-5B3D-4152-B27D-FF473BAFCC1C}"/>
                </a:ext>
              </a:extLst>
            </p:cNvPr>
            <p:cNvSpPr>
              <a:spLocks noGrp="1"/>
            </p:cNvSpPr>
            <p:nvPr/>
          </p:nvSpPr>
          <p:spPr>
            <a:xfrm>
              <a:off x="22532578" y="2295525"/>
              <a:ext cx="15379" cy="276225"/>
            </a:xfrm>
            <a:prstGeom prst="rect">
              <a:avLst/>
            </a:prstGeom>
            <a:solidFill>
              <a:srgbClr val="65C0AB"/>
            </a:solidFill>
            <a:ln w="0">
              <a:noFill/>
              <a:prstDash val="solid"/>
            </a:ln>
          </p:spPr>
        </p:sp>
        <p:sp>
          <p:nvSpPr>
            <p:cNvPr id="1869" name="four:time-step-strips:time-strip-tᵦ-cell-85:1869">
              <a:extLst>
                <a:ext uri="{FF2B5EF4-FFF2-40B4-BE49-F238E27FC236}">
                  <ns2:creationId id="{FAABCB9C-82A3-4AE2-8DEE-AAC740BC2E8C}"/>
                </a:ext>
              </a:extLst>
            </p:cNvPr>
            <p:cNvSpPr>
              <a:spLocks noGrp="1"/>
            </p:cNvSpPr>
            <p:nvPr/>
          </p:nvSpPr>
          <p:spPr>
            <a:xfrm>
              <a:off x="22547957" y="2295525"/>
              <a:ext cx="15379" cy="276225"/>
            </a:xfrm>
            <a:prstGeom prst="rect">
              <a:avLst/>
            </a:prstGeom>
            <a:solidFill>
              <a:srgbClr val="78C6B6"/>
            </a:solidFill>
            <a:ln w="0">
              <a:noFill/>
              <a:prstDash val="solid"/>
            </a:ln>
          </p:spPr>
        </p:sp>
        <p:sp>
          <p:nvSpPr>
            <p:cNvPr id="1870" name="four:time-step-strips:time-strip-tᵦ-cell-86:1870">
              <a:extLst>
                <a:ext uri="{FF2B5EF4-FFF2-40B4-BE49-F238E27FC236}">
                  <ns2:creationId id="{D2727B80-257B-4A13-BB84-D9A94B10B613}"/>
                </a:ext>
              </a:extLst>
            </p:cNvPr>
            <p:cNvSpPr>
              <a:spLocks noGrp="1"/>
            </p:cNvSpPr>
            <p:nvPr/>
          </p:nvSpPr>
          <p:spPr>
            <a:xfrm>
              <a:off x="22563336" y="2295525"/>
              <a:ext cx="15379" cy="276225"/>
            </a:xfrm>
            <a:prstGeom prst="rect">
              <a:avLst/>
            </a:prstGeom>
            <a:solidFill>
              <a:srgbClr val="81C9BA"/>
            </a:solidFill>
            <a:ln w="0">
              <a:noFill/>
              <a:prstDash val="solid"/>
            </a:ln>
          </p:spPr>
        </p:sp>
        <p:sp>
          <p:nvSpPr>
            <p:cNvPr id="1871" name="four:time-step-strips:time-strip-tᵦ-cell-87:1871">
              <a:extLst>
                <a:ext uri="{FF2B5EF4-FFF2-40B4-BE49-F238E27FC236}">
                  <ns2:creationId id="{CBB77740-197F-4534-BBFD-91E6F56A3FF3}"/>
                </a:ext>
              </a:extLst>
            </p:cNvPr>
            <p:cNvSpPr>
              <a:spLocks noGrp="1"/>
            </p:cNvSpPr>
            <p:nvPr/>
          </p:nvSpPr>
          <p:spPr>
            <a:xfrm>
              <a:off x="22578715" y="2295525"/>
              <a:ext cx="15379" cy="276225"/>
            </a:xfrm>
            <a:prstGeom prst="rect">
              <a:avLst/>
            </a:prstGeom>
            <a:solidFill>
              <a:srgbClr val="81C9BA"/>
            </a:solidFill>
            <a:ln w="0">
              <a:noFill/>
              <a:prstDash val="solid"/>
            </a:ln>
          </p:spPr>
        </p:sp>
        <p:sp>
          <p:nvSpPr>
            <p:cNvPr id="1872" name="four:time-step-strips:time-strip-tᵦ-cell-88:1872">
              <a:extLst>
                <a:ext uri="{FF2B5EF4-FFF2-40B4-BE49-F238E27FC236}">
                  <ns2:creationId id="{7B5270D4-21A9-4723-A893-C5192F49C794}"/>
                </a:ext>
              </a:extLst>
            </p:cNvPr>
            <p:cNvSpPr>
              <a:spLocks noGrp="1"/>
            </p:cNvSpPr>
            <p:nvPr/>
          </p:nvSpPr>
          <p:spPr>
            <a:xfrm>
              <a:off x="22594094" y="2295525"/>
              <a:ext cx="15379" cy="276225"/>
            </a:xfrm>
            <a:prstGeom prst="rect">
              <a:avLst/>
            </a:prstGeom>
            <a:solidFill>
              <a:srgbClr val="81C9BA"/>
            </a:solidFill>
            <a:ln w="0">
              <a:noFill/>
              <a:prstDash val="solid"/>
            </a:ln>
          </p:spPr>
        </p:sp>
        <p:sp>
          <p:nvSpPr>
            <p:cNvPr id="1873" name="four:time-step-strips:time-strip-tᵦ-cell-89:1873">
              <a:extLst>
                <a:ext uri="{FF2B5EF4-FFF2-40B4-BE49-F238E27FC236}">
                  <ns2:creationId id="{C90C3DE1-D667-43BB-ACF3-2F3D0F62AFF5}"/>
                </a:ext>
              </a:extLst>
            </p:cNvPr>
            <p:cNvSpPr>
              <a:spLocks noGrp="1"/>
            </p:cNvSpPr>
            <p:nvPr/>
          </p:nvSpPr>
          <p:spPr>
            <a:xfrm>
              <a:off x="22609473" y="2295525"/>
              <a:ext cx="15379" cy="276225"/>
            </a:xfrm>
            <a:prstGeom prst="rect">
              <a:avLst/>
            </a:prstGeom>
            <a:solidFill>
              <a:srgbClr val="81C9BA"/>
            </a:solidFill>
            <a:ln w="0">
              <a:noFill/>
              <a:prstDash val="solid"/>
            </a:ln>
          </p:spPr>
        </p:sp>
        <p:sp>
          <p:nvSpPr>
            <p:cNvPr id="1874" name="four:time-step-strips:time-strip-tᵦ-cell-90:1874">
              <a:extLst>
                <a:ext uri="{FF2B5EF4-FFF2-40B4-BE49-F238E27FC236}">
                  <ns2:creationId id="{29EA5E73-E788-4A0B-B538-C1445151CCFA}"/>
                </a:ext>
              </a:extLst>
            </p:cNvPr>
            <p:cNvSpPr>
              <a:spLocks noGrp="1"/>
            </p:cNvSpPr>
            <p:nvPr/>
          </p:nvSpPr>
          <p:spPr>
            <a:xfrm>
              <a:off x="22624852" y="2295525"/>
              <a:ext cx="15379" cy="276225"/>
            </a:xfrm>
            <a:prstGeom prst="rect">
              <a:avLst/>
            </a:prstGeom>
            <a:solidFill>
              <a:srgbClr val="81C9BA"/>
            </a:solidFill>
            <a:ln w="0">
              <a:noFill/>
              <a:prstDash val="solid"/>
            </a:ln>
          </p:spPr>
        </p:sp>
        <p:sp>
          <p:nvSpPr>
            <p:cNvPr id="1875" name="four:time-step-strips:time-strip-tᵦ-cell-91:1875">
              <a:extLst>
                <a:ext uri="{FF2B5EF4-FFF2-40B4-BE49-F238E27FC236}">
                  <ns2:creationId id="{3F637F98-AD1D-46CB-93F3-23DD4FD58247}"/>
                </a:ext>
              </a:extLst>
            </p:cNvPr>
            <p:cNvSpPr>
              <a:spLocks noGrp="1"/>
            </p:cNvSpPr>
            <p:nvPr/>
          </p:nvSpPr>
          <p:spPr>
            <a:xfrm>
              <a:off x="22640230" y="2295525"/>
              <a:ext cx="15379" cy="276225"/>
            </a:xfrm>
            <a:prstGeom prst="rect">
              <a:avLst/>
            </a:prstGeom>
            <a:solidFill>
              <a:srgbClr val="81C9BA"/>
            </a:solidFill>
            <a:ln w="0">
              <a:noFill/>
              <a:prstDash val="solid"/>
            </a:ln>
          </p:spPr>
        </p:sp>
        <p:sp>
          <p:nvSpPr>
            <p:cNvPr id="1876" name="four:time-step-strips:time-strip-tᵦ-cell-92:1876">
              <a:extLst>
                <a:ext uri="{FF2B5EF4-FFF2-40B4-BE49-F238E27FC236}">
                  <ns2:creationId id="{19089EAB-8782-4752-BEFA-E96EBC389B38}"/>
                </a:ext>
              </a:extLst>
            </p:cNvPr>
            <p:cNvSpPr>
              <a:spLocks noGrp="1"/>
            </p:cNvSpPr>
            <p:nvPr/>
          </p:nvSpPr>
          <p:spPr>
            <a:xfrm>
              <a:off x="22655609" y="2295525"/>
              <a:ext cx="15379" cy="276225"/>
            </a:xfrm>
            <a:prstGeom prst="rect">
              <a:avLst/>
            </a:prstGeom>
            <a:solidFill>
              <a:srgbClr val="81C9BA"/>
            </a:solidFill>
            <a:ln w="0">
              <a:noFill/>
              <a:prstDash val="solid"/>
            </a:ln>
          </p:spPr>
        </p:sp>
        <p:sp>
          <p:nvSpPr>
            <p:cNvPr id="1877" name="four:time-step-strips:time-strip-tᵦ-cell-93:1877">
              <a:extLst>
                <a:ext uri="{FF2B5EF4-FFF2-40B4-BE49-F238E27FC236}">
                  <ns2:creationId id="{E31E3484-AFA1-4E11-B6AF-A3EAC492A0B9}"/>
                </a:ext>
              </a:extLst>
            </p:cNvPr>
            <p:cNvSpPr>
              <a:spLocks noGrp="1"/>
            </p:cNvSpPr>
            <p:nvPr/>
          </p:nvSpPr>
          <p:spPr>
            <a:xfrm>
              <a:off x="22670988" y="2295525"/>
              <a:ext cx="15379" cy="276225"/>
            </a:xfrm>
            <a:prstGeom prst="rect">
              <a:avLst/>
            </a:prstGeom>
            <a:solidFill>
              <a:srgbClr val="81C9BA"/>
            </a:solidFill>
            <a:ln w="0">
              <a:noFill/>
              <a:prstDash val="solid"/>
            </a:ln>
          </p:spPr>
        </p:sp>
        <p:sp>
          <p:nvSpPr>
            <p:cNvPr id="1878" name="four:time-step-strips:time-strip-tᵦ-cell-94:1878">
              <a:extLst>
                <a:ext uri="{FF2B5EF4-FFF2-40B4-BE49-F238E27FC236}">
                  <ns2:creationId id="{C921D054-2484-4AE4-91DF-DF4CF94F6784}"/>
                </a:ext>
              </a:extLst>
            </p:cNvPr>
            <p:cNvSpPr>
              <a:spLocks noGrp="1"/>
            </p:cNvSpPr>
            <p:nvPr/>
          </p:nvSpPr>
          <p:spPr>
            <a:xfrm>
              <a:off x="22686367" y="2295525"/>
              <a:ext cx="15379" cy="276225"/>
            </a:xfrm>
            <a:prstGeom prst="rect">
              <a:avLst/>
            </a:prstGeom>
            <a:solidFill>
              <a:srgbClr val="81C9BA"/>
            </a:solidFill>
            <a:ln w="0">
              <a:noFill/>
              <a:prstDash val="solid"/>
            </a:ln>
          </p:spPr>
        </p:sp>
        <p:sp>
          <p:nvSpPr>
            <p:cNvPr id="1879" name="four:time-step-strips:time-strip-tᵦ-cell-95:1879">
              <a:extLst>
                <a:ext uri="{FF2B5EF4-FFF2-40B4-BE49-F238E27FC236}">
                  <ns2:creationId id="{C0A160E9-6795-4CCD-A9FE-A30D2D1542F4}"/>
                </a:ext>
              </a:extLst>
            </p:cNvPr>
            <p:cNvSpPr>
              <a:spLocks noGrp="1"/>
            </p:cNvSpPr>
            <p:nvPr/>
          </p:nvSpPr>
          <p:spPr>
            <a:xfrm>
              <a:off x="22701746" y="2295525"/>
              <a:ext cx="15379" cy="276225"/>
            </a:xfrm>
            <a:prstGeom prst="rect">
              <a:avLst/>
            </a:prstGeom>
            <a:solidFill>
              <a:srgbClr val="81C9BA"/>
            </a:solidFill>
            <a:ln w="0">
              <a:noFill/>
              <a:prstDash val="solid"/>
            </a:ln>
          </p:spPr>
        </p:sp>
        <p:sp>
          <p:nvSpPr>
            <p:cNvPr id="1880" name="four:time-step-strips:time-strip-tᵦ-cell-96:1880">
              <a:extLst>
                <a:ext uri="{FF2B5EF4-FFF2-40B4-BE49-F238E27FC236}">
                  <ns2:creationId id="{2D657133-BE6E-4100-B75F-C143143F700D}"/>
                </a:ext>
              </a:extLst>
            </p:cNvPr>
            <p:cNvSpPr>
              <a:spLocks noGrp="1"/>
            </p:cNvSpPr>
            <p:nvPr/>
          </p:nvSpPr>
          <p:spPr>
            <a:xfrm>
              <a:off x="22717125" y="2295525"/>
              <a:ext cx="15379" cy="276225"/>
            </a:xfrm>
            <a:prstGeom prst="rect">
              <a:avLst/>
            </a:prstGeom>
            <a:solidFill>
              <a:srgbClr val="81C9BA"/>
            </a:solidFill>
            <a:ln w="0">
              <a:noFill/>
              <a:prstDash val="solid"/>
            </a:ln>
          </p:spPr>
        </p:sp>
        <p:sp>
          <p:nvSpPr>
            <p:cNvPr id="1881" name="four:time-step-strips:time-strip-tᵦ-cell-97:1881">
              <a:extLst>
                <a:ext uri="{FF2B5EF4-FFF2-40B4-BE49-F238E27FC236}">
                  <ns2:creationId id="{1AAEB171-992A-4D8D-8374-0E3309FAE663}"/>
                </a:ext>
              </a:extLst>
            </p:cNvPr>
            <p:cNvSpPr>
              <a:spLocks noGrp="1"/>
            </p:cNvSpPr>
            <p:nvPr/>
          </p:nvSpPr>
          <p:spPr>
            <a:xfrm>
              <a:off x="22732504" y="2295525"/>
              <a:ext cx="15379" cy="276225"/>
            </a:xfrm>
            <a:prstGeom prst="rect">
              <a:avLst/>
            </a:prstGeom>
            <a:solidFill>
              <a:srgbClr val="81C9BA"/>
            </a:solidFill>
            <a:ln w="0">
              <a:noFill/>
              <a:prstDash val="solid"/>
            </a:ln>
          </p:spPr>
        </p:sp>
        <p:sp>
          <p:nvSpPr>
            <p:cNvPr id="1882" name="four:time-step-strips:time-strip-tᵦ-cell-98:1882">
              <a:extLst>
                <a:ext uri="{FF2B5EF4-FFF2-40B4-BE49-F238E27FC236}">
                  <ns2:creationId id="{9BB921BE-4B86-4603-873E-11C4D20FCF5C}"/>
                </a:ext>
              </a:extLst>
            </p:cNvPr>
            <p:cNvSpPr>
              <a:spLocks noGrp="1"/>
            </p:cNvSpPr>
            <p:nvPr/>
          </p:nvSpPr>
          <p:spPr>
            <a:xfrm>
              <a:off x="22747883" y="2295525"/>
              <a:ext cx="15379" cy="276225"/>
            </a:xfrm>
            <a:prstGeom prst="rect">
              <a:avLst/>
            </a:prstGeom>
            <a:solidFill>
              <a:srgbClr val="81C9BA"/>
            </a:solidFill>
            <a:ln w="0">
              <a:noFill/>
              <a:prstDash val="solid"/>
            </a:ln>
          </p:spPr>
        </p:sp>
        <p:sp>
          <p:nvSpPr>
            <p:cNvPr id="1883" name="four:time-step-strips:time-strip-tᵦ-cell-99:1883">
              <a:extLst>
                <a:ext uri="{FF2B5EF4-FFF2-40B4-BE49-F238E27FC236}">
                  <ns2:creationId id="{0FFA7B26-B51F-4079-8AA1-D5213E878274}"/>
                </a:ext>
              </a:extLst>
            </p:cNvPr>
            <p:cNvSpPr>
              <a:spLocks noGrp="1"/>
            </p:cNvSpPr>
            <p:nvPr/>
          </p:nvSpPr>
          <p:spPr>
            <a:xfrm>
              <a:off x="22763262" y="2295525"/>
              <a:ext cx="15379" cy="276225"/>
            </a:xfrm>
            <a:prstGeom prst="rect">
              <a:avLst/>
            </a:prstGeom>
            <a:solidFill>
              <a:srgbClr val="81C9BA"/>
            </a:solidFill>
            <a:ln w="0">
              <a:noFill/>
              <a:prstDash val="solid"/>
            </a:ln>
          </p:spPr>
        </p:sp>
        <p:sp>
          <p:nvSpPr>
            <p:cNvPr id="1884" name="four:time-step-strips:time-strip-tᵦ-cell-100:1884">
              <a:extLst>
                <a:ext uri="{FF2B5EF4-FFF2-40B4-BE49-F238E27FC236}">
                  <ns2:creationId id="{F6AB5EF7-175E-4E45-A479-267AECF00D88}"/>
                </a:ext>
              </a:extLst>
            </p:cNvPr>
            <p:cNvSpPr>
              <a:spLocks noGrp="1"/>
            </p:cNvSpPr>
            <p:nvPr/>
          </p:nvSpPr>
          <p:spPr>
            <a:xfrm>
              <a:off x="22778641" y="2295525"/>
              <a:ext cx="15379" cy="276225"/>
            </a:xfrm>
            <a:prstGeom prst="rect">
              <a:avLst/>
            </a:prstGeom>
            <a:solidFill>
              <a:srgbClr val="81C9BA"/>
            </a:solidFill>
            <a:ln w="0">
              <a:noFill/>
              <a:prstDash val="solid"/>
            </a:ln>
          </p:spPr>
        </p:sp>
        <p:sp>
          <p:nvSpPr>
            <p:cNvPr id="1885" name="four:time-step-strips:time-strip-tᵦ-cell-101:1885">
              <a:extLst>
                <a:ext uri="{FF2B5EF4-FFF2-40B4-BE49-F238E27FC236}">
                  <ns2:creationId id="{55795953-158C-4926-825B-503E0AB6F5DD}"/>
                </a:ext>
              </a:extLst>
            </p:cNvPr>
            <p:cNvSpPr>
              <a:spLocks noGrp="1"/>
            </p:cNvSpPr>
            <p:nvPr/>
          </p:nvSpPr>
          <p:spPr>
            <a:xfrm>
              <a:off x="22794020" y="2295525"/>
              <a:ext cx="15379" cy="276225"/>
            </a:xfrm>
            <a:prstGeom prst="rect">
              <a:avLst/>
            </a:prstGeom>
            <a:solidFill>
              <a:srgbClr val="81C9BA"/>
            </a:solidFill>
            <a:ln w="0">
              <a:noFill/>
              <a:prstDash val="solid"/>
            </a:ln>
          </p:spPr>
        </p:sp>
        <p:sp>
          <p:nvSpPr>
            <p:cNvPr id="1886" name="four:time-step-strips:time-strip-tᵦ-cell-102:1886">
              <a:extLst>
                <a:ext uri="{FF2B5EF4-FFF2-40B4-BE49-F238E27FC236}">
                  <ns2:creationId id="{90CA0266-3118-4465-88AC-493AE4C8541B}"/>
                </a:ext>
              </a:extLst>
            </p:cNvPr>
            <p:cNvSpPr>
              <a:spLocks noGrp="1"/>
            </p:cNvSpPr>
            <p:nvPr/>
          </p:nvSpPr>
          <p:spPr>
            <a:xfrm>
              <a:off x="22809398" y="2295525"/>
              <a:ext cx="15379" cy="276225"/>
            </a:xfrm>
            <a:prstGeom prst="rect">
              <a:avLst/>
            </a:prstGeom>
            <a:solidFill>
              <a:srgbClr val="81C9BA"/>
            </a:solidFill>
            <a:ln w="0">
              <a:noFill/>
              <a:prstDash val="solid"/>
            </a:ln>
          </p:spPr>
        </p:sp>
        <p:sp>
          <p:nvSpPr>
            <p:cNvPr id="1887" name="four:time-step-strips:time-strip-tᵦ-cell-103:1887">
              <a:extLst>
                <a:ext uri="{FF2B5EF4-FFF2-40B4-BE49-F238E27FC236}">
                  <ns2:creationId id="{5A627599-A520-4573-8FDD-289C0A57E9A9}"/>
                </a:ext>
              </a:extLst>
            </p:cNvPr>
            <p:cNvSpPr>
              <a:spLocks noGrp="1"/>
            </p:cNvSpPr>
            <p:nvPr/>
          </p:nvSpPr>
          <p:spPr>
            <a:xfrm>
              <a:off x="22824777" y="2295525"/>
              <a:ext cx="15379" cy="276225"/>
            </a:xfrm>
            <a:prstGeom prst="rect">
              <a:avLst/>
            </a:prstGeom>
            <a:solidFill>
              <a:srgbClr val="81C9BA"/>
            </a:solidFill>
            <a:ln w="0">
              <a:noFill/>
              <a:prstDash val="solid"/>
            </a:ln>
          </p:spPr>
        </p:sp>
        <p:sp>
          <p:nvSpPr>
            <p:cNvPr id="1888" name="four:time-step-strips:time-strip-tᵦ-cell-104:1888">
              <a:extLst>
                <a:ext uri="{FF2B5EF4-FFF2-40B4-BE49-F238E27FC236}">
                  <ns2:creationId id="{6FB1785B-F7D9-4B7D-9172-D721CE6F49BA}"/>
                </a:ext>
              </a:extLst>
            </p:cNvPr>
            <p:cNvSpPr>
              <a:spLocks noGrp="1"/>
            </p:cNvSpPr>
            <p:nvPr/>
          </p:nvSpPr>
          <p:spPr>
            <a:xfrm>
              <a:off x="22840156" y="2295525"/>
              <a:ext cx="15379" cy="276225"/>
            </a:xfrm>
            <a:prstGeom prst="rect">
              <a:avLst/>
            </a:prstGeom>
            <a:solidFill>
              <a:srgbClr val="81C9BA"/>
            </a:solidFill>
            <a:ln w="0">
              <a:noFill/>
              <a:prstDash val="solid"/>
            </a:ln>
          </p:spPr>
        </p:sp>
        <p:sp>
          <p:nvSpPr>
            <p:cNvPr id="1889" name="four:time-step-strips:time-strip-tᵦ-cell-105:1889">
              <a:extLst>
                <a:ext uri="{FF2B5EF4-FFF2-40B4-BE49-F238E27FC236}">
                  <ns2:creationId id="{FDFF81A9-3F22-490F-A011-207F4472BA5C}"/>
                </a:ext>
              </a:extLst>
            </p:cNvPr>
            <p:cNvSpPr>
              <a:spLocks noGrp="1"/>
            </p:cNvSpPr>
            <p:nvPr/>
          </p:nvSpPr>
          <p:spPr>
            <a:xfrm>
              <a:off x="22855535" y="2295525"/>
              <a:ext cx="15379" cy="276225"/>
            </a:xfrm>
            <a:prstGeom prst="rect">
              <a:avLst/>
            </a:prstGeom>
            <a:solidFill>
              <a:srgbClr val="81C9BA"/>
            </a:solidFill>
            <a:ln w="0">
              <a:noFill/>
              <a:prstDash val="solid"/>
            </a:ln>
          </p:spPr>
        </p:sp>
        <p:sp>
          <p:nvSpPr>
            <p:cNvPr id="1890" name="four:time-step-strips:time-strip-tᵦ-cell-106:1890">
              <a:extLst>
                <a:ext uri="{FF2B5EF4-FFF2-40B4-BE49-F238E27FC236}">
                  <ns2:creationId id="{A3B97359-CF54-4879-9707-BBE6ADD1425B}"/>
                </a:ext>
              </a:extLst>
            </p:cNvPr>
            <p:cNvSpPr>
              <a:spLocks noGrp="1"/>
            </p:cNvSpPr>
            <p:nvPr/>
          </p:nvSpPr>
          <p:spPr>
            <a:xfrm>
              <a:off x="22870914" y="2295525"/>
              <a:ext cx="15379" cy="276225"/>
            </a:xfrm>
            <a:prstGeom prst="rect">
              <a:avLst/>
            </a:prstGeom>
            <a:solidFill>
              <a:srgbClr val="81C9BA"/>
            </a:solidFill>
            <a:ln w="0">
              <a:noFill/>
              <a:prstDash val="solid"/>
            </a:ln>
          </p:spPr>
        </p:sp>
        <p:sp>
          <p:nvSpPr>
            <p:cNvPr id="1891" name="four:time-step-strips:time-strip-tᵦ-cell-107:1891">
              <a:extLst>
                <a:ext uri="{FF2B5EF4-FFF2-40B4-BE49-F238E27FC236}">
                  <ns2:creationId id="{D2D3D02D-C6E5-4F03-A672-8659B3D0F6F0}"/>
                </a:ext>
              </a:extLst>
            </p:cNvPr>
            <p:cNvSpPr>
              <a:spLocks noGrp="1"/>
            </p:cNvSpPr>
            <p:nvPr/>
          </p:nvSpPr>
          <p:spPr>
            <a:xfrm>
              <a:off x="22886293" y="2295525"/>
              <a:ext cx="15379" cy="276225"/>
            </a:xfrm>
            <a:prstGeom prst="rect">
              <a:avLst/>
            </a:prstGeom>
            <a:solidFill>
              <a:srgbClr val="81C9BA"/>
            </a:solidFill>
            <a:ln w="0">
              <a:noFill/>
              <a:prstDash val="solid"/>
            </a:ln>
          </p:spPr>
        </p:sp>
        <p:sp>
          <p:nvSpPr>
            <p:cNvPr id="1892" name="four:time-step-strips:time-strip-tᵦ-cell-108:1892">
              <a:extLst>
                <a:ext uri="{FF2B5EF4-FFF2-40B4-BE49-F238E27FC236}">
                  <ns2:creationId id="{CBA2BF93-78C5-4561-B22D-15A65A667894}"/>
                </a:ext>
              </a:extLst>
            </p:cNvPr>
            <p:cNvSpPr>
              <a:spLocks noGrp="1"/>
            </p:cNvSpPr>
            <p:nvPr/>
          </p:nvSpPr>
          <p:spPr>
            <a:xfrm>
              <a:off x="22901672" y="2295525"/>
              <a:ext cx="15379" cy="276225"/>
            </a:xfrm>
            <a:prstGeom prst="rect">
              <a:avLst/>
            </a:prstGeom>
            <a:solidFill>
              <a:srgbClr val="81C9BA"/>
            </a:solidFill>
            <a:ln w="0">
              <a:noFill/>
              <a:prstDash val="solid"/>
            </a:ln>
          </p:spPr>
        </p:sp>
        <p:sp>
          <p:nvSpPr>
            <p:cNvPr id="1893" name="four:time-step-strips:time-strip-tᵦ-cell-109:1893">
              <a:extLst>
                <a:ext uri="{FF2B5EF4-FFF2-40B4-BE49-F238E27FC236}">
                  <ns2:creationId id="{601A4EBF-5E18-4FE7-ACA4-AE44DEA40445}"/>
                </a:ext>
              </a:extLst>
            </p:cNvPr>
            <p:cNvSpPr>
              <a:spLocks noGrp="1"/>
            </p:cNvSpPr>
            <p:nvPr/>
          </p:nvSpPr>
          <p:spPr>
            <a:xfrm>
              <a:off x="22917051" y="2295525"/>
              <a:ext cx="15379" cy="276225"/>
            </a:xfrm>
            <a:prstGeom prst="rect">
              <a:avLst/>
            </a:prstGeom>
            <a:solidFill>
              <a:srgbClr val="81C9BA"/>
            </a:solidFill>
            <a:ln w="0">
              <a:noFill/>
              <a:prstDash val="solid"/>
            </a:ln>
          </p:spPr>
        </p:sp>
        <p:sp>
          <p:nvSpPr>
            <p:cNvPr id="1894" name="four:time-step-strips:time-strip-tᵦ-cell-110:1894">
              <a:extLst>
                <a:ext uri="{FF2B5EF4-FFF2-40B4-BE49-F238E27FC236}">
                  <ns2:creationId id="{A6A54A53-29FA-4C1D-8594-725776670D91}"/>
                </a:ext>
              </a:extLst>
            </p:cNvPr>
            <p:cNvSpPr>
              <a:spLocks noGrp="1"/>
            </p:cNvSpPr>
            <p:nvPr/>
          </p:nvSpPr>
          <p:spPr>
            <a:xfrm>
              <a:off x="22932430" y="2295525"/>
              <a:ext cx="15379" cy="276225"/>
            </a:xfrm>
            <a:prstGeom prst="rect">
              <a:avLst/>
            </a:prstGeom>
            <a:solidFill>
              <a:srgbClr val="81C9BA"/>
            </a:solidFill>
            <a:ln w="0">
              <a:noFill/>
              <a:prstDash val="solid"/>
            </a:ln>
          </p:spPr>
        </p:sp>
        <p:sp>
          <p:nvSpPr>
            <p:cNvPr id="1895" name="four:time-step-strips:time-strip-tᵦ-cell-111:1895">
              <a:extLst>
                <a:ext uri="{FF2B5EF4-FFF2-40B4-BE49-F238E27FC236}">
                  <ns2:creationId id="{37B9FBC3-ED71-4353-BD7C-C3B0508CBF7C}"/>
                </a:ext>
              </a:extLst>
            </p:cNvPr>
            <p:cNvSpPr>
              <a:spLocks noGrp="1"/>
            </p:cNvSpPr>
            <p:nvPr/>
          </p:nvSpPr>
          <p:spPr>
            <a:xfrm>
              <a:off x="22947809" y="2295525"/>
              <a:ext cx="15379" cy="276225"/>
            </a:xfrm>
            <a:prstGeom prst="rect">
              <a:avLst/>
            </a:prstGeom>
            <a:solidFill>
              <a:srgbClr val="81C9BA"/>
            </a:solidFill>
            <a:ln w="0">
              <a:noFill/>
              <a:prstDash val="solid"/>
            </a:ln>
          </p:spPr>
        </p:sp>
        <p:sp>
          <p:nvSpPr>
            <p:cNvPr id="1896" name="four:time-step-strips:time-strip-tᵦ-cell-112:1896">
              <a:extLst>
                <a:ext uri="{FF2B5EF4-FFF2-40B4-BE49-F238E27FC236}">
                  <ns2:creationId id="{139ED911-56F2-4E5F-BCE0-F9FB529A8EA7}"/>
                </a:ext>
              </a:extLst>
            </p:cNvPr>
            <p:cNvSpPr>
              <a:spLocks noGrp="1"/>
            </p:cNvSpPr>
            <p:nvPr/>
          </p:nvSpPr>
          <p:spPr>
            <a:xfrm>
              <a:off x="22963188" y="2295525"/>
              <a:ext cx="15379" cy="276225"/>
            </a:xfrm>
            <a:prstGeom prst="rect">
              <a:avLst/>
            </a:prstGeom>
            <a:solidFill>
              <a:srgbClr val="81C9BA"/>
            </a:solidFill>
            <a:ln w="0">
              <a:noFill/>
              <a:prstDash val="solid"/>
            </a:ln>
          </p:spPr>
        </p:sp>
        <p:sp>
          <p:nvSpPr>
            <p:cNvPr id="1897" name="four:time-step-strips:time-strip-tᵦ-cell-113:1897">
              <a:extLst>
                <a:ext uri="{FF2B5EF4-FFF2-40B4-BE49-F238E27FC236}">
                  <ns2:creationId id="{F358E69D-1674-459C-92A4-75136A2278FB}"/>
                </a:ext>
              </a:extLst>
            </p:cNvPr>
            <p:cNvSpPr>
              <a:spLocks noGrp="1"/>
            </p:cNvSpPr>
            <p:nvPr/>
          </p:nvSpPr>
          <p:spPr>
            <a:xfrm>
              <a:off x="22978566" y="2295525"/>
              <a:ext cx="15379" cy="276225"/>
            </a:xfrm>
            <a:prstGeom prst="rect">
              <a:avLst/>
            </a:prstGeom>
            <a:solidFill>
              <a:srgbClr val="81C9BA"/>
            </a:solidFill>
            <a:ln w="0">
              <a:noFill/>
              <a:prstDash val="solid"/>
            </a:ln>
          </p:spPr>
        </p:sp>
        <p:sp>
          <p:nvSpPr>
            <p:cNvPr id="1898" name="four:time-step-strips:time-strip-tᵦ-cell-114:1898">
              <a:extLst>
                <a:ext uri="{FF2B5EF4-FFF2-40B4-BE49-F238E27FC236}">
                  <ns2:creationId id="{25CE50C2-EF34-49C1-9381-77E4443D3592}"/>
                </a:ext>
              </a:extLst>
            </p:cNvPr>
            <p:cNvSpPr>
              <a:spLocks noGrp="1"/>
            </p:cNvSpPr>
            <p:nvPr/>
          </p:nvSpPr>
          <p:spPr>
            <a:xfrm>
              <a:off x="22993945" y="2295525"/>
              <a:ext cx="15379" cy="276225"/>
            </a:xfrm>
            <a:prstGeom prst="rect">
              <a:avLst/>
            </a:prstGeom>
            <a:solidFill>
              <a:srgbClr val="81C9BA"/>
            </a:solidFill>
            <a:ln w="0">
              <a:noFill/>
              <a:prstDash val="solid"/>
            </a:ln>
          </p:spPr>
        </p:sp>
        <p:sp>
          <p:nvSpPr>
            <p:cNvPr id="1899" name="four:time-step-strips:time-strip-tᵦ-cell-115:1899">
              <a:extLst>
                <a:ext uri="{FF2B5EF4-FFF2-40B4-BE49-F238E27FC236}">
                  <ns2:creationId id="{CBCF3ED2-7F92-4165-8CDF-5440D40468B4}"/>
                </a:ext>
              </a:extLst>
            </p:cNvPr>
            <p:cNvSpPr>
              <a:spLocks noGrp="1"/>
            </p:cNvSpPr>
            <p:nvPr/>
          </p:nvSpPr>
          <p:spPr>
            <a:xfrm>
              <a:off x="23009324" y="2295525"/>
              <a:ext cx="15379" cy="276225"/>
            </a:xfrm>
            <a:prstGeom prst="rect">
              <a:avLst/>
            </a:prstGeom>
            <a:solidFill>
              <a:srgbClr val="7FC9B9"/>
            </a:solidFill>
            <a:ln w="0">
              <a:noFill/>
              <a:prstDash val="solid"/>
            </a:ln>
          </p:spPr>
        </p:sp>
        <p:sp>
          <p:nvSpPr>
            <p:cNvPr id="1900" name="four:time-step-strips:time-strip-tᵦ-cell-116:1900">
              <a:extLst>
                <a:ext uri="{FF2B5EF4-FFF2-40B4-BE49-F238E27FC236}">
                  <ns2:creationId id="{BB4E33E1-0CDE-48AD-8749-BE3ED533C88C}"/>
                </a:ext>
              </a:extLst>
            </p:cNvPr>
            <p:cNvSpPr>
              <a:spLocks noGrp="1"/>
            </p:cNvSpPr>
            <p:nvPr/>
          </p:nvSpPr>
          <p:spPr>
            <a:xfrm>
              <a:off x="23024703" y="2295525"/>
              <a:ext cx="15379" cy="276225"/>
            </a:xfrm>
            <a:prstGeom prst="rect">
              <a:avLst/>
            </a:prstGeom>
            <a:solidFill>
              <a:srgbClr val="73C5B3"/>
            </a:solidFill>
            <a:ln w="0">
              <a:noFill/>
              <a:prstDash val="solid"/>
            </a:ln>
          </p:spPr>
        </p:sp>
        <p:sp>
          <p:nvSpPr>
            <p:cNvPr id="1901" name="four:time-step-strips:time-strip-tᵦ-cell-117:1901">
              <a:extLst>
                <a:ext uri="{FF2B5EF4-FFF2-40B4-BE49-F238E27FC236}">
                  <ns2:creationId id="{A700ED14-E4E5-4671-9452-53D5669E5F2F}"/>
                </a:ext>
              </a:extLst>
            </p:cNvPr>
            <p:cNvSpPr>
              <a:spLocks noGrp="1"/>
            </p:cNvSpPr>
            <p:nvPr/>
          </p:nvSpPr>
          <p:spPr>
            <a:xfrm>
              <a:off x="23040082" y="2295525"/>
              <a:ext cx="15379" cy="276225"/>
            </a:xfrm>
            <a:prstGeom prst="rect">
              <a:avLst/>
            </a:prstGeom>
            <a:solidFill>
              <a:srgbClr val="60BEA8"/>
            </a:solidFill>
            <a:ln w="0">
              <a:noFill/>
              <a:prstDash val="solid"/>
            </a:ln>
          </p:spPr>
        </p:sp>
        <p:sp>
          <p:nvSpPr>
            <p:cNvPr id="1902" name="four:time-step-strips:time-strip-tᵦ-cell-118:1902">
              <a:extLst>
                <a:ext uri="{FF2B5EF4-FFF2-40B4-BE49-F238E27FC236}">
                  <ns2:creationId id="{D0CD6613-48A6-4089-A730-B699F36455FE}"/>
                </a:ext>
              </a:extLst>
            </p:cNvPr>
            <p:cNvSpPr>
              <a:spLocks noGrp="1"/>
            </p:cNvSpPr>
            <p:nvPr/>
          </p:nvSpPr>
          <p:spPr>
            <a:xfrm>
              <a:off x="23055461" y="2295525"/>
              <a:ext cx="15379" cy="276225"/>
            </a:xfrm>
            <a:prstGeom prst="rect">
              <a:avLst/>
            </a:prstGeom>
            <a:solidFill>
              <a:srgbClr val="48B69B"/>
            </a:solidFill>
            <a:ln w="0">
              <a:noFill/>
              <a:prstDash val="solid"/>
            </a:ln>
          </p:spPr>
        </p:sp>
        <p:sp>
          <p:nvSpPr>
            <p:cNvPr id="1903" name="four:time-step-strips:time-strip-tᵦ-cell-119:1903">
              <a:extLst>
                <a:ext uri="{FF2B5EF4-FFF2-40B4-BE49-F238E27FC236}">
                  <ns2:creationId id="{84F53162-B9BC-45F5-AFF2-CC449B251A5B}"/>
                </a:ext>
              </a:extLst>
            </p:cNvPr>
            <p:cNvSpPr>
              <a:spLocks noGrp="1"/>
            </p:cNvSpPr>
            <p:nvPr/>
          </p:nvSpPr>
          <p:spPr>
            <a:xfrm>
              <a:off x="23070840" y="2295525"/>
              <a:ext cx="15379" cy="276225"/>
            </a:xfrm>
            <a:prstGeom prst="rect">
              <a:avLst/>
            </a:prstGeom>
            <a:solidFill>
              <a:srgbClr val="2EAE8D"/>
            </a:solidFill>
            <a:ln w="0">
              <a:noFill/>
              <a:prstDash val="solid"/>
            </a:ln>
          </p:spPr>
        </p:sp>
        <p:sp>
          <p:nvSpPr>
            <p:cNvPr id="1904" name="four:time-step-strips:time-strip-tᵦ-cell-120:1904">
              <a:extLst>
                <a:ext uri="{FF2B5EF4-FFF2-40B4-BE49-F238E27FC236}">
                  <ns2:creationId id="{B829C7A5-CA0A-41B7-B204-C050ECC7DAB1}"/>
                </a:ext>
              </a:extLst>
            </p:cNvPr>
            <p:cNvSpPr>
              <a:spLocks noGrp="1"/>
            </p:cNvSpPr>
            <p:nvPr/>
          </p:nvSpPr>
          <p:spPr>
            <a:xfrm>
              <a:off x="23086219" y="2295525"/>
              <a:ext cx="15379" cy="276225"/>
            </a:xfrm>
            <a:prstGeom prst="rect">
              <a:avLst/>
            </a:prstGeom>
            <a:solidFill>
              <a:srgbClr val="1AA781"/>
            </a:solidFill>
            <a:ln w="0">
              <a:noFill/>
              <a:prstDash val="solid"/>
            </a:ln>
          </p:spPr>
        </p:sp>
        <p:sp>
          <p:nvSpPr>
            <p:cNvPr id="1905" name="four:time-step-strips:time-strip-tᵦ-cell-121:1905">
              <a:extLst>
                <a:ext uri="{FF2B5EF4-FFF2-40B4-BE49-F238E27FC236}">
                  <ns2:creationId id="{AB2647E1-97FA-4C44-AA2E-1C8B657C82B7}"/>
                </a:ext>
              </a:extLst>
            </p:cNvPr>
            <p:cNvSpPr>
              <a:spLocks noGrp="1"/>
            </p:cNvSpPr>
            <p:nvPr/>
          </p:nvSpPr>
          <p:spPr>
            <a:xfrm>
              <a:off x="23101598" y="2295525"/>
              <a:ext cx="15379" cy="276225"/>
            </a:xfrm>
            <a:prstGeom prst="rect">
              <a:avLst/>
            </a:prstGeom>
            <a:solidFill>
              <a:srgbClr val="07A177"/>
            </a:solidFill>
            <a:ln w="0">
              <a:noFill/>
              <a:prstDash val="solid"/>
            </a:ln>
          </p:spPr>
        </p:sp>
        <p:sp>
          <p:nvSpPr>
            <p:cNvPr id="1906" name="four:time-step-strips:time-strip-tᵦ-cell-122:1906">
              <a:extLst>
                <a:ext uri="{FF2B5EF4-FFF2-40B4-BE49-F238E27FC236}">
                  <ns2:creationId id="{493834B0-6FD2-4511-A807-E95C428E0B5D}"/>
                </a:ext>
              </a:extLst>
            </p:cNvPr>
            <p:cNvSpPr>
              <a:spLocks noGrp="1"/>
            </p:cNvSpPr>
            <p:nvPr/>
          </p:nvSpPr>
          <p:spPr>
            <a:xfrm>
              <a:off x="23116977" y="2295525"/>
              <a:ext cx="15379" cy="276225"/>
            </a:xfrm>
            <a:prstGeom prst="rect">
              <a:avLst/>
            </a:prstGeom>
            <a:solidFill>
              <a:srgbClr val="009E73"/>
            </a:solidFill>
            <a:ln w="0">
              <a:noFill/>
              <a:prstDash val="solid"/>
            </a:ln>
          </p:spPr>
        </p:sp>
        <p:sp>
          <p:nvSpPr>
            <p:cNvPr id="1907" name="four:time-step-strips:time-strip-tᵦ-cell-123:1907">
              <a:extLst>
                <a:ext uri="{FF2B5EF4-FFF2-40B4-BE49-F238E27FC236}">
                  <ns2:creationId id="{130BE74D-5AA5-4E4C-91DB-9A114FB5B658}"/>
                </a:ext>
              </a:extLst>
            </p:cNvPr>
            <p:cNvSpPr>
              <a:spLocks noGrp="1"/>
            </p:cNvSpPr>
            <p:nvPr/>
          </p:nvSpPr>
          <p:spPr>
            <a:xfrm>
              <a:off x="23132355" y="2295525"/>
              <a:ext cx="15379" cy="276225"/>
            </a:xfrm>
            <a:prstGeom prst="rect">
              <a:avLst/>
            </a:prstGeom>
            <a:solidFill>
              <a:srgbClr val="009E73"/>
            </a:solidFill>
            <a:ln w="0">
              <a:noFill/>
              <a:prstDash val="solid"/>
            </a:ln>
          </p:spPr>
        </p:sp>
        <p:sp>
          <p:nvSpPr>
            <p:cNvPr id="1908" name="four:time-step-strips:time-strip-tᵦ-cell-124:1908">
              <a:extLst>
                <a:ext uri="{FF2B5EF4-FFF2-40B4-BE49-F238E27FC236}">
                  <ns2:creationId id="{ECEA4EAC-74F8-45F6-9E34-7E82449AD402}"/>
                </a:ext>
              </a:extLst>
            </p:cNvPr>
            <p:cNvSpPr>
              <a:spLocks noGrp="1"/>
            </p:cNvSpPr>
            <p:nvPr/>
          </p:nvSpPr>
          <p:spPr>
            <a:xfrm>
              <a:off x="23147734" y="2295525"/>
              <a:ext cx="15379" cy="276225"/>
            </a:xfrm>
            <a:prstGeom prst="rect">
              <a:avLst/>
            </a:prstGeom>
            <a:solidFill>
              <a:srgbClr val="009E73"/>
            </a:solidFill>
            <a:ln w="0">
              <a:noFill/>
              <a:prstDash val="solid"/>
            </a:ln>
          </p:spPr>
        </p:sp>
        <p:sp>
          <p:nvSpPr>
            <p:cNvPr id="1909" name="four:time-step-strips:time-strip-tᵦ-cell-125:1909">
              <a:extLst>
                <a:ext uri="{FF2B5EF4-FFF2-40B4-BE49-F238E27FC236}">
                  <ns2:creationId id="{A677C6FB-EF6D-4CC3-8AF7-8C0A25467590}"/>
                </a:ext>
              </a:extLst>
            </p:cNvPr>
            <p:cNvSpPr>
              <a:spLocks noGrp="1"/>
            </p:cNvSpPr>
            <p:nvPr/>
          </p:nvSpPr>
          <p:spPr>
            <a:xfrm>
              <a:off x="23163113" y="2295525"/>
              <a:ext cx="15379" cy="276225"/>
            </a:xfrm>
            <a:prstGeom prst="rect">
              <a:avLst/>
            </a:prstGeom>
            <a:solidFill>
              <a:srgbClr val="009E73"/>
            </a:solidFill>
            <a:ln w="0">
              <a:noFill/>
              <a:prstDash val="solid"/>
            </a:ln>
          </p:spPr>
        </p:sp>
        <p:sp>
          <p:nvSpPr>
            <p:cNvPr id="1910" name="four:time-step-strips:time-strip-tᵦ-cell-126:1910">
              <a:extLst>
                <a:ext uri="{FF2B5EF4-FFF2-40B4-BE49-F238E27FC236}">
                  <ns2:creationId id="{0EE7C283-D678-4749-841A-8B592E340A73}"/>
                </a:ext>
              </a:extLst>
            </p:cNvPr>
            <p:cNvSpPr>
              <a:spLocks noGrp="1"/>
            </p:cNvSpPr>
            <p:nvPr/>
          </p:nvSpPr>
          <p:spPr>
            <a:xfrm>
              <a:off x="23178492" y="2295525"/>
              <a:ext cx="15379" cy="276225"/>
            </a:xfrm>
            <a:prstGeom prst="rect">
              <a:avLst/>
            </a:prstGeom>
            <a:solidFill>
              <a:srgbClr val="009E73"/>
            </a:solidFill>
            <a:ln w="0">
              <a:noFill/>
              <a:prstDash val="solid"/>
            </a:ln>
          </p:spPr>
        </p:sp>
        <p:sp>
          <p:nvSpPr>
            <p:cNvPr id="1911" name="four:time-step-strips:time-strip-tᵦ-cell-127:1911">
              <a:extLst>
                <a:ext uri="{FF2B5EF4-FFF2-40B4-BE49-F238E27FC236}">
                  <ns2:creationId id="{887E4ABE-1DE6-413A-9792-6F6111324C19}"/>
                </a:ext>
              </a:extLst>
            </p:cNvPr>
            <p:cNvSpPr>
              <a:spLocks noGrp="1"/>
            </p:cNvSpPr>
            <p:nvPr/>
          </p:nvSpPr>
          <p:spPr>
            <a:xfrm>
              <a:off x="23193871" y="2295525"/>
              <a:ext cx="15379" cy="276225"/>
            </a:xfrm>
            <a:prstGeom prst="rect">
              <a:avLst/>
            </a:prstGeom>
            <a:solidFill>
              <a:srgbClr val="009E73"/>
            </a:solidFill>
            <a:ln w="0">
              <a:noFill/>
              <a:prstDash val="solid"/>
            </a:ln>
          </p:spPr>
        </p:sp>
        <p:sp>
          <p:nvSpPr>
            <p:cNvPr id="1912" name="four:time-step-strips:time-strip-tᵦ-cell-128:1912">
              <a:extLst>
                <a:ext uri="{FF2B5EF4-FFF2-40B4-BE49-F238E27FC236}">
                  <ns2:creationId id="{30DBA507-F4E0-4FC4-94CB-C59B366B923D}"/>
                </a:ext>
              </a:extLst>
            </p:cNvPr>
            <p:cNvSpPr>
              <a:spLocks noGrp="1"/>
            </p:cNvSpPr>
            <p:nvPr/>
          </p:nvSpPr>
          <p:spPr>
            <a:xfrm>
              <a:off x="23209250" y="2295525"/>
              <a:ext cx="15379" cy="276225"/>
            </a:xfrm>
            <a:prstGeom prst="rect">
              <a:avLst/>
            </a:prstGeom>
            <a:solidFill>
              <a:srgbClr val="009E73"/>
            </a:solidFill>
            <a:ln w="0">
              <a:noFill/>
              <a:prstDash val="solid"/>
            </a:ln>
          </p:spPr>
        </p:sp>
        <p:sp>
          <p:nvSpPr>
            <p:cNvPr id="1913" name="four:time-step-strips:time-strip-tᵦ-cell-129:1913">
              <a:extLst>
                <a:ext uri="{FF2B5EF4-FFF2-40B4-BE49-F238E27FC236}">
                  <ns2:creationId id="{7DD2C6D2-56E6-4C92-B630-A7F75A74BA7C}"/>
                </a:ext>
              </a:extLst>
            </p:cNvPr>
            <p:cNvSpPr>
              <a:spLocks noGrp="1"/>
            </p:cNvSpPr>
            <p:nvPr/>
          </p:nvSpPr>
          <p:spPr>
            <a:xfrm>
              <a:off x="23224629" y="2295525"/>
              <a:ext cx="15379" cy="276225"/>
            </a:xfrm>
            <a:prstGeom prst="rect">
              <a:avLst/>
            </a:prstGeom>
            <a:solidFill>
              <a:srgbClr val="009E73"/>
            </a:solidFill>
            <a:ln w="0">
              <a:noFill/>
              <a:prstDash val="solid"/>
            </a:ln>
          </p:spPr>
        </p:sp>
        <p:sp>
          <p:nvSpPr>
            <p:cNvPr id="1914" name="four:time-step-strips:time-strip-tᵦ-cell-130:1914">
              <a:extLst>
                <a:ext uri="{FF2B5EF4-FFF2-40B4-BE49-F238E27FC236}">
                  <ns2:creationId id="{D8393440-7090-404E-ABDE-B3C809F3144C}"/>
                </a:ext>
              </a:extLst>
            </p:cNvPr>
            <p:cNvSpPr>
              <a:spLocks noGrp="1"/>
            </p:cNvSpPr>
            <p:nvPr/>
          </p:nvSpPr>
          <p:spPr>
            <a:xfrm>
              <a:off x="23240008" y="2295525"/>
              <a:ext cx="15379" cy="276225"/>
            </a:xfrm>
            <a:prstGeom prst="rect">
              <a:avLst/>
            </a:prstGeom>
            <a:solidFill>
              <a:srgbClr val="009E73"/>
            </a:solidFill>
            <a:ln w="0">
              <a:noFill/>
              <a:prstDash val="solid"/>
            </a:ln>
          </p:spPr>
        </p:sp>
        <p:sp>
          <p:nvSpPr>
            <p:cNvPr id="1915" name="four:time-step-strips:time-strip-tᵦ-cell-131:1915">
              <a:extLst>
                <a:ext uri="{FF2B5EF4-FFF2-40B4-BE49-F238E27FC236}">
                  <ns2:creationId id="{C31E4D0D-291E-43B0-89C1-05EE73730F5B}"/>
                </a:ext>
              </a:extLst>
            </p:cNvPr>
            <p:cNvSpPr>
              <a:spLocks noGrp="1"/>
            </p:cNvSpPr>
            <p:nvPr/>
          </p:nvSpPr>
          <p:spPr>
            <a:xfrm>
              <a:off x="23255387" y="2295525"/>
              <a:ext cx="15379" cy="276225"/>
            </a:xfrm>
            <a:prstGeom prst="rect">
              <a:avLst/>
            </a:prstGeom>
            <a:solidFill>
              <a:srgbClr val="009E73"/>
            </a:solidFill>
            <a:ln w="0">
              <a:noFill/>
              <a:prstDash val="solid"/>
            </a:ln>
          </p:spPr>
        </p:sp>
        <p:sp>
          <p:nvSpPr>
            <p:cNvPr id="1916" name="four:time-step-strips:time-strip-tᵦ-cell-132:1916">
              <a:extLst>
                <a:ext uri="{FF2B5EF4-FFF2-40B4-BE49-F238E27FC236}">
                  <ns2:creationId id="{1DBAA69D-A9F2-4C0B-83D3-A733069766DF}"/>
                </a:ext>
              </a:extLst>
            </p:cNvPr>
            <p:cNvSpPr>
              <a:spLocks noGrp="1"/>
            </p:cNvSpPr>
            <p:nvPr/>
          </p:nvSpPr>
          <p:spPr>
            <a:xfrm>
              <a:off x="23270766" y="2295525"/>
              <a:ext cx="15379" cy="276225"/>
            </a:xfrm>
            <a:prstGeom prst="rect">
              <a:avLst/>
            </a:prstGeom>
            <a:solidFill>
              <a:srgbClr val="06A076"/>
            </a:solidFill>
            <a:ln w="0">
              <a:noFill/>
              <a:prstDash val="solid"/>
            </a:ln>
          </p:spPr>
        </p:sp>
        <p:sp>
          <p:nvSpPr>
            <p:cNvPr id="1917" name="four:time-step-strips:time-strip-tᵦ-cell-133:1917">
              <a:extLst>
                <a:ext uri="{FF2B5EF4-FFF2-40B4-BE49-F238E27FC236}">
                  <ns2:creationId id="{38CD8558-E3D4-4CBC-99BE-8B7079ECFC39}"/>
                </a:ext>
              </a:extLst>
            </p:cNvPr>
            <p:cNvSpPr>
              <a:spLocks noGrp="1"/>
            </p:cNvSpPr>
            <p:nvPr/>
          </p:nvSpPr>
          <p:spPr>
            <a:xfrm>
              <a:off x="23286145" y="2295525"/>
              <a:ext cx="15379" cy="276225"/>
            </a:xfrm>
            <a:prstGeom prst="rect">
              <a:avLst/>
            </a:prstGeom>
            <a:solidFill>
              <a:srgbClr val="1DA883"/>
            </a:solidFill>
            <a:ln w="0">
              <a:noFill/>
              <a:prstDash val="solid"/>
            </a:ln>
          </p:spPr>
        </p:sp>
        <p:sp>
          <p:nvSpPr>
            <p:cNvPr id="1918" name="four:time-step-strips:time-strip-tᵦ-cell-134:1918">
              <a:extLst>
                <a:ext uri="{FF2B5EF4-FFF2-40B4-BE49-F238E27FC236}">
                  <ns2:creationId id="{2D52F353-9909-4595-9EED-4717BD53613F}"/>
                </a:ext>
              </a:extLst>
            </p:cNvPr>
            <p:cNvSpPr>
              <a:spLocks noGrp="1"/>
            </p:cNvSpPr>
            <p:nvPr/>
          </p:nvSpPr>
          <p:spPr>
            <a:xfrm>
              <a:off x="23301523" y="2295525"/>
              <a:ext cx="15379" cy="276225"/>
            </a:xfrm>
            <a:prstGeom prst="rect">
              <a:avLst/>
            </a:prstGeom>
            <a:solidFill>
              <a:srgbClr val="40B396"/>
            </a:solidFill>
            <a:ln w="0">
              <a:noFill/>
              <a:prstDash val="solid"/>
            </a:ln>
          </p:spPr>
        </p:sp>
        <p:sp>
          <p:nvSpPr>
            <p:cNvPr id="1919" name="four:time-step-strips:time-strip-tᵦ-cell-135:1919">
              <a:extLst>
                <a:ext uri="{FF2B5EF4-FFF2-40B4-BE49-F238E27FC236}">
                  <ns2:creationId id="{1AEDAD33-3875-4F28-9E18-0AD59BA00827}"/>
                </a:ext>
              </a:extLst>
            </p:cNvPr>
            <p:cNvSpPr>
              <a:spLocks noGrp="1"/>
            </p:cNvSpPr>
            <p:nvPr/>
          </p:nvSpPr>
          <p:spPr>
            <a:xfrm>
              <a:off x="23316902" y="2295525"/>
              <a:ext cx="15379" cy="276225"/>
            </a:xfrm>
            <a:prstGeom prst="rect">
              <a:avLst/>
            </a:prstGeom>
            <a:solidFill>
              <a:srgbClr val="6AC2AE"/>
            </a:solidFill>
            <a:ln w="0">
              <a:noFill/>
              <a:prstDash val="solid"/>
            </a:ln>
          </p:spPr>
        </p:sp>
        <p:sp>
          <p:nvSpPr>
            <p:cNvPr id="1920" name="four:time-step-strips:time-strip-tᵦ-cell-136:1920">
              <a:extLst>
                <a:ext uri="{FF2B5EF4-FFF2-40B4-BE49-F238E27FC236}">
                  <ns2:creationId id="{76679366-23FE-4832-9149-76F10F69AFB8}"/>
                </a:ext>
              </a:extLst>
            </p:cNvPr>
            <p:cNvSpPr>
              <a:spLocks noGrp="1"/>
            </p:cNvSpPr>
            <p:nvPr/>
          </p:nvSpPr>
          <p:spPr>
            <a:xfrm>
              <a:off x="23332281" y="2295525"/>
              <a:ext cx="15379" cy="276225"/>
            </a:xfrm>
            <a:prstGeom prst="rect">
              <a:avLst/>
            </a:prstGeom>
            <a:solidFill>
              <a:srgbClr val="93D0C5"/>
            </a:solidFill>
            <a:ln w="0">
              <a:noFill/>
              <a:prstDash val="solid"/>
            </a:ln>
          </p:spPr>
        </p:sp>
        <p:sp>
          <p:nvSpPr>
            <p:cNvPr id="1921" name="four:time-step-strips:time-strip-tᵦ-cell-137:1921">
              <a:extLst>
                <a:ext uri="{FF2B5EF4-FFF2-40B4-BE49-F238E27FC236}">
                  <ns2:creationId id="{F7B8CB35-DBDC-4939-AFD6-F867013E9D70}"/>
                </a:ext>
              </a:extLst>
            </p:cNvPr>
            <p:cNvSpPr>
              <a:spLocks noGrp="1"/>
            </p:cNvSpPr>
            <p:nvPr/>
          </p:nvSpPr>
          <p:spPr>
            <a:xfrm>
              <a:off x="23347660" y="2295525"/>
              <a:ext cx="15379" cy="276225"/>
            </a:xfrm>
            <a:prstGeom prst="rect">
              <a:avLst/>
            </a:prstGeom>
            <a:solidFill>
              <a:srgbClr val="B8DCD9"/>
            </a:solidFill>
            <a:ln w="0">
              <a:noFill/>
              <a:prstDash val="solid"/>
            </a:ln>
          </p:spPr>
        </p:sp>
        <p:sp>
          <p:nvSpPr>
            <p:cNvPr id="1922" name="four:time-step-strips:time-strip-tᵦ-cell-138:1922">
              <a:extLst>
                <a:ext uri="{FF2B5EF4-FFF2-40B4-BE49-F238E27FC236}">
                  <ns2:creationId id="{0235F7DF-7725-4D3F-A2C2-966903D09A9B}"/>
                </a:ext>
              </a:extLst>
            </p:cNvPr>
            <p:cNvSpPr>
              <a:spLocks noGrp="1"/>
            </p:cNvSpPr>
            <p:nvPr/>
          </p:nvSpPr>
          <p:spPr>
            <a:xfrm>
              <a:off x="23363039" y="2295525"/>
              <a:ext cx="15379" cy="276225"/>
            </a:xfrm>
            <a:prstGeom prst="rect">
              <a:avLst/>
            </a:prstGeom>
            <a:solidFill>
              <a:srgbClr val="D9E4EB"/>
            </a:solidFill>
            <a:ln w="0">
              <a:noFill/>
              <a:prstDash val="solid"/>
            </a:ln>
          </p:spPr>
        </p:sp>
        <p:sp>
          <p:nvSpPr>
            <p:cNvPr id="1923" name="four:time-step-strips:time-strip-tᵦ-cell-139:1923">
              <a:extLst>
                <a:ext uri="{FF2B5EF4-FFF2-40B4-BE49-F238E27FC236}">
                  <ns2:creationId id="{F3A5BE05-51D3-48FE-BDAD-1B46A0809C0A}"/>
                </a:ext>
              </a:extLst>
            </p:cNvPr>
            <p:cNvSpPr>
              <a:spLocks noGrp="1"/>
            </p:cNvSpPr>
            <p:nvPr/>
          </p:nvSpPr>
          <p:spPr>
            <a:xfrm>
              <a:off x="23378418" y="2295525"/>
              <a:ext cx="15379" cy="276225"/>
            </a:xfrm>
            <a:prstGeom prst="rect">
              <a:avLst/>
            </a:prstGeom>
            <a:solidFill>
              <a:srgbClr val="DCE8ED"/>
            </a:solidFill>
            <a:ln w="0">
              <a:noFill/>
              <a:prstDash val="solid"/>
            </a:ln>
          </p:spPr>
        </p:sp>
        <p:sp>
          <p:nvSpPr>
            <p:cNvPr id="1924" name="four:time-step-strips:time-strip-tᵦ-cell-140:1924">
              <a:extLst>
                <a:ext uri="{FF2B5EF4-FFF2-40B4-BE49-F238E27FC236}">
                  <ns2:creationId id="{419BE0BC-151D-4531-8AD5-1B342EA0EAFA}"/>
                </a:ext>
              </a:extLst>
            </p:cNvPr>
            <p:cNvSpPr>
              <a:spLocks noGrp="1"/>
            </p:cNvSpPr>
            <p:nvPr/>
          </p:nvSpPr>
          <p:spPr>
            <a:xfrm>
              <a:off x="23393797" y="2295525"/>
              <a:ext cx="15379" cy="276225"/>
            </a:xfrm>
            <a:prstGeom prst="rect">
              <a:avLst/>
            </a:prstGeom>
            <a:solidFill>
              <a:srgbClr val="DCE8ED"/>
            </a:solidFill>
            <a:ln w="0">
              <a:noFill/>
              <a:prstDash val="solid"/>
            </a:ln>
          </p:spPr>
        </p:sp>
        <p:sp>
          <p:nvSpPr>
            <p:cNvPr id="1925" name="four:time-step-strips:time-strip-tᵦ-cell-141:1925">
              <a:extLst>
                <a:ext uri="{FF2B5EF4-FFF2-40B4-BE49-F238E27FC236}">
                  <ns2:creationId id="{5F20FF70-4129-4A51-9191-8020913B426B}"/>
                </a:ext>
              </a:extLst>
            </p:cNvPr>
            <p:cNvSpPr>
              <a:spLocks noGrp="1"/>
            </p:cNvSpPr>
            <p:nvPr/>
          </p:nvSpPr>
          <p:spPr>
            <a:xfrm>
              <a:off x="23409176" y="2295525"/>
              <a:ext cx="15379" cy="276225"/>
            </a:xfrm>
            <a:prstGeom prst="rect">
              <a:avLst/>
            </a:prstGeom>
            <a:solidFill>
              <a:srgbClr val="DCE8ED"/>
            </a:solidFill>
            <a:ln w="0">
              <a:noFill/>
              <a:prstDash val="solid"/>
            </a:ln>
          </p:spPr>
        </p:sp>
        <p:sp>
          <p:nvSpPr>
            <p:cNvPr id="1926" name="four:time-step-strips:time-strip-tᵦ-cell-142:1926">
              <a:extLst>
                <a:ext uri="{FF2B5EF4-FFF2-40B4-BE49-F238E27FC236}">
                  <ns2:creationId id="{1A0989F9-E0C6-4B49-AB18-8F1D7BF1181A}"/>
                </a:ext>
              </a:extLst>
            </p:cNvPr>
            <p:cNvSpPr>
              <a:spLocks noGrp="1"/>
            </p:cNvSpPr>
            <p:nvPr/>
          </p:nvSpPr>
          <p:spPr>
            <a:xfrm>
              <a:off x="23424555" y="2295525"/>
              <a:ext cx="15379" cy="276225"/>
            </a:xfrm>
            <a:prstGeom prst="rect">
              <a:avLst/>
            </a:prstGeom>
            <a:solidFill>
              <a:srgbClr val="DCE8ED"/>
            </a:solidFill>
            <a:ln w="0">
              <a:noFill/>
              <a:prstDash val="solid"/>
            </a:ln>
          </p:spPr>
        </p:sp>
        <p:sp>
          <p:nvSpPr>
            <p:cNvPr id="1927" name="four:time-step-strips:time-strip-tᵦ-cell-143:1927">
              <a:extLst>
                <a:ext uri="{FF2B5EF4-FFF2-40B4-BE49-F238E27FC236}">
                  <ns2:creationId id="{5D7DAE3D-11E2-4C07-A1F4-6BE6908F3C7E}"/>
                </a:ext>
              </a:extLst>
            </p:cNvPr>
            <p:cNvSpPr>
              <a:spLocks noGrp="1"/>
            </p:cNvSpPr>
            <p:nvPr/>
          </p:nvSpPr>
          <p:spPr>
            <a:xfrm>
              <a:off x="23439934" y="2295525"/>
              <a:ext cx="15379" cy="276225"/>
            </a:xfrm>
            <a:prstGeom prst="rect">
              <a:avLst/>
            </a:prstGeom>
            <a:solidFill>
              <a:srgbClr val="DCE8ED"/>
            </a:solidFill>
            <a:ln w="0">
              <a:noFill/>
              <a:prstDash val="solid"/>
            </a:ln>
          </p:spPr>
        </p:sp>
        <p:sp>
          <p:nvSpPr>
            <p:cNvPr id="1928" name="four:time-step-strips:time-strip-tᵦ-cell-144:1928">
              <a:extLst>
                <a:ext uri="{FF2B5EF4-FFF2-40B4-BE49-F238E27FC236}">
                  <ns2:creationId id="{B0FB32EA-E288-4267-9E05-0090056CEC54}"/>
                </a:ext>
              </a:extLst>
            </p:cNvPr>
            <p:cNvSpPr>
              <a:spLocks noGrp="1"/>
            </p:cNvSpPr>
            <p:nvPr/>
          </p:nvSpPr>
          <p:spPr>
            <a:xfrm>
              <a:off x="23455313" y="2295525"/>
              <a:ext cx="15379" cy="276225"/>
            </a:xfrm>
            <a:prstGeom prst="rect">
              <a:avLst/>
            </a:prstGeom>
            <a:solidFill>
              <a:srgbClr val="DCE8ED"/>
            </a:solidFill>
            <a:ln w="0">
              <a:noFill/>
              <a:prstDash val="solid"/>
            </a:ln>
          </p:spPr>
        </p:sp>
        <p:sp>
          <p:nvSpPr>
            <p:cNvPr id="1929" name="four:time-step-strips:time-strip-tᵦ-cell-145:1929">
              <a:extLst>
                <a:ext uri="{FF2B5EF4-FFF2-40B4-BE49-F238E27FC236}">
                  <ns2:creationId id="{910FABE9-36EF-404E-AC4F-61E9211665C8}"/>
                </a:ext>
              </a:extLst>
            </p:cNvPr>
            <p:cNvSpPr>
              <a:spLocks noGrp="1"/>
            </p:cNvSpPr>
            <p:nvPr/>
          </p:nvSpPr>
          <p:spPr>
            <a:xfrm>
              <a:off x="23470691" y="2295525"/>
              <a:ext cx="15379" cy="276225"/>
            </a:xfrm>
            <a:prstGeom prst="rect">
              <a:avLst/>
            </a:prstGeom>
            <a:solidFill>
              <a:srgbClr val="DCE8ED"/>
            </a:solidFill>
            <a:ln w="0">
              <a:noFill/>
              <a:prstDash val="solid"/>
            </a:ln>
          </p:spPr>
        </p:sp>
        <p:sp>
          <p:nvSpPr>
            <p:cNvPr id="1930" name="four:time-step-strips:time-strip-tᵦ-cell-146:1930">
              <a:extLst>
                <a:ext uri="{FF2B5EF4-FFF2-40B4-BE49-F238E27FC236}">
                  <ns2:creationId id="{7C9A4943-E5CF-4FFD-B817-909A763F290C}"/>
                </a:ext>
              </a:extLst>
            </p:cNvPr>
            <p:cNvSpPr>
              <a:spLocks noGrp="1"/>
            </p:cNvSpPr>
            <p:nvPr/>
          </p:nvSpPr>
          <p:spPr>
            <a:xfrm>
              <a:off x="23486070" y="2295525"/>
              <a:ext cx="15379" cy="276225"/>
            </a:xfrm>
            <a:prstGeom prst="rect">
              <a:avLst/>
            </a:prstGeom>
            <a:solidFill>
              <a:srgbClr val="DCE8ED"/>
            </a:solidFill>
            <a:ln w="0">
              <a:noFill/>
              <a:prstDash val="solid"/>
            </a:ln>
          </p:spPr>
        </p:sp>
        <p:sp>
          <p:nvSpPr>
            <p:cNvPr id="1931" name="four:time-step-strips:time-strip-tᵦ-cell-147:1931">
              <a:extLst>
                <a:ext uri="{FF2B5EF4-FFF2-40B4-BE49-F238E27FC236}">
                  <ns2:creationId id="{322ACFDC-69B8-41D0-9447-A02B36559F29}"/>
                </a:ext>
              </a:extLst>
            </p:cNvPr>
            <p:cNvSpPr>
              <a:spLocks noGrp="1"/>
            </p:cNvSpPr>
            <p:nvPr/>
          </p:nvSpPr>
          <p:spPr>
            <a:xfrm>
              <a:off x="23501449" y="2295525"/>
              <a:ext cx="15379" cy="276225"/>
            </a:xfrm>
            <a:prstGeom prst="rect">
              <a:avLst/>
            </a:prstGeom>
            <a:solidFill>
              <a:srgbClr val="DCE8ED"/>
            </a:solidFill>
            <a:ln w="0">
              <a:noFill/>
              <a:prstDash val="solid"/>
            </a:ln>
          </p:spPr>
        </p:sp>
        <p:sp>
          <p:nvSpPr>
            <p:cNvPr id="1932" name="four:time-step-strips:time-strip-tᵦ-cell-148:1932">
              <a:extLst>
                <a:ext uri="{FF2B5EF4-FFF2-40B4-BE49-F238E27FC236}">
                  <ns2:creationId id="{AC0A7A72-DEFC-44C6-B3F9-4445C8BFC4F6}"/>
                </a:ext>
              </a:extLst>
            </p:cNvPr>
            <p:cNvSpPr>
              <a:spLocks noGrp="1"/>
            </p:cNvSpPr>
            <p:nvPr/>
          </p:nvSpPr>
          <p:spPr>
            <a:xfrm>
              <a:off x="23516828" y="2295525"/>
              <a:ext cx="15379" cy="276225"/>
            </a:xfrm>
            <a:prstGeom prst="rect">
              <a:avLst/>
            </a:prstGeom>
            <a:solidFill>
              <a:srgbClr val="DCE8ED"/>
            </a:solidFill>
            <a:ln w="0">
              <a:noFill/>
              <a:prstDash val="solid"/>
            </a:ln>
          </p:spPr>
        </p:sp>
        <p:sp>
          <p:nvSpPr>
            <p:cNvPr id="1933" name="four:time-step-strips:time-strip-tᵦ-cell-149:1933">
              <a:extLst>
                <a:ext uri="{FF2B5EF4-FFF2-40B4-BE49-F238E27FC236}">
                  <ns2:creationId id="{97FAB4D4-2EDF-4939-83B8-366A0A58C250}"/>
                </a:ext>
              </a:extLst>
            </p:cNvPr>
            <p:cNvSpPr>
              <a:spLocks noGrp="1"/>
            </p:cNvSpPr>
            <p:nvPr/>
          </p:nvSpPr>
          <p:spPr>
            <a:xfrm>
              <a:off x="23532207" y="2295525"/>
              <a:ext cx="15379" cy="276225"/>
            </a:xfrm>
            <a:prstGeom prst="rect">
              <a:avLst/>
            </a:prstGeom>
            <a:solidFill>
              <a:srgbClr val="DCE8ED"/>
            </a:solidFill>
            <a:ln w="0">
              <a:noFill/>
              <a:prstDash val="solid"/>
            </a:ln>
          </p:spPr>
        </p:sp>
        <p:sp>
          <p:nvSpPr>
            <p:cNvPr id="1934" name="four:time-step-strips:time-strip-tᵦ-cell-150:1934">
              <a:extLst>
                <a:ext uri="{FF2B5EF4-FFF2-40B4-BE49-F238E27FC236}">
                  <ns2:creationId id="{055DDCCE-4D76-4908-9485-66F3651D763F}"/>
                </a:ext>
              </a:extLst>
            </p:cNvPr>
            <p:cNvSpPr>
              <a:spLocks noGrp="1"/>
            </p:cNvSpPr>
            <p:nvPr/>
          </p:nvSpPr>
          <p:spPr>
            <a:xfrm>
              <a:off x="23547586" y="2295525"/>
              <a:ext cx="15379" cy="276225"/>
            </a:xfrm>
            <a:prstGeom prst="rect">
              <a:avLst/>
            </a:prstGeom>
            <a:solidFill>
              <a:srgbClr val="DCE8ED"/>
            </a:solidFill>
            <a:ln w="0">
              <a:noFill/>
              <a:prstDash val="solid"/>
            </a:ln>
          </p:spPr>
        </p:sp>
        <p:sp>
          <p:nvSpPr>
            <p:cNvPr id="1935" name="four:time-step-strips:time-strip-tᵦ-cell-151:1935">
              <a:extLst>
                <a:ext uri="{FF2B5EF4-FFF2-40B4-BE49-F238E27FC236}">
                  <ns2:creationId id="{C26A5F3D-2F43-4DBB-81D8-7A40F70B1064}"/>
                </a:ext>
              </a:extLst>
            </p:cNvPr>
            <p:cNvSpPr>
              <a:spLocks noGrp="1"/>
            </p:cNvSpPr>
            <p:nvPr/>
          </p:nvSpPr>
          <p:spPr>
            <a:xfrm>
              <a:off x="23562965" y="2295525"/>
              <a:ext cx="15379" cy="276225"/>
            </a:xfrm>
            <a:prstGeom prst="rect">
              <a:avLst/>
            </a:prstGeom>
            <a:solidFill>
              <a:srgbClr val="DCE8ED"/>
            </a:solidFill>
            <a:ln w="0">
              <a:noFill/>
              <a:prstDash val="solid"/>
            </a:ln>
          </p:spPr>
        </p:sp>
        <p:sp>
          <p:nvSpPr>
            <p:cNvPr id="1936" name="four:time-step-strips:time-strip-tᵦ-cell-152:1936">
              <a:extLst>
                <a:ext uri="{FF2B5EF4-FFF2-40B4-BE49-F238E27FC236}">
                  <ns2:creationId id="{2B6AC17E-0F37-415E-B88A-37944B97A560}"/>
                </a:ext>
              </a:extLst>
            </p:cNvPr>
            <p:cNvSpPr>
              <a:spLocks noGrp="1"/>
            </p:cNvSpPr>
            <p:nvPr/>
          </p:nvSpPr>
          <p:spPr>
            <a:xfrm>
              <a:off x="23578344" y="2295525"/>
              <a:ext cx="15379" cy="276225"/>
            </a:xfrm>
            <a:prstGeom prst="rect">
              <a:avLst/>
            </a:prstGeom>
            <a:solidFill>
              <a:srgbClr val="DCE8ED"/>
            </a:solidFill>
            <a:ln w="0">
              <a:noFill/>
              <a:prstDash val="solid"/>
            </a:ln>
          </p:spPr>
        </p:sp>
        <p:sp>
          <p:nvSpPr>
            <p:cNvPr id="1937" name="four:time-step-strips:time-strip-tᵦ-cell-153:1937">
              <a:extLst>
                <a:ext uri="{FF2B5EF4-FFF2-40B4-BE49-F238E27FC236}">
                  <ns2:creationId id="{A468D377-A791-4AFD-9484-101AC3D2ACCD}"/>
                </a:ext>
              </a:extLst>
            </p:cNvPr>
            <p:cNvSpPr>
              <a:spLocks noGrp="1"/>
            </p:cNvSpPr>
            <p:nvPr/>
          </p:nvSpPr>
          <p:spPr>
            <a:xfrm>
              <a:off x="23593723" y="2295525"/>
              <a:ext cx="15379" cy="276225"/>
            </a:xfrm>
            <a:prstGeom prst="rect">
              <a:avLst/>
            </a:prstGeom>
            <a:solidFill>
              <a:srgbClr val="DCE8ED"/>
            </a:solidFill>
            <a:ln w="0">
              <a:noFill/>
              <a:prstDash val="solid"/>
            </a:ln>
          </p:spPr>
        </p:sp>
        <p:sp>
          <p:nvSpPr>
            <p:cNvPr id="1938" name="four:time-step-strips:time-strip-tᵦ-cell-154:1938">
              <a:extLst>
                <a:ext uri="{FF2B5EF4-FFF2-40B4-BE49-F238E27FC236}">
                  <ns2:creationId id="{0A93DEA9-CB91-4E30-AD65-AC3E8079765B}"/>
                </a:ext>
              </a:extLst>
            </p:cNvPr>
            <p:cNvSpPr>
              <a:spLocks noGrp="1"/>
            </p:cNvSpPr>
            <p:nvPr/>
          </p:nvSpPr>
          <p:spPr>
            <a:xfrm>
              <a:off x="23609102" y="2295525"/>
              <a:ext cx="15379" cy="276225"/>
            </a:xfrm>
            <a:prstGeom prst="rect">
              <a:avLst/>
            </a:prstGeom>
            <a:solidFill>
              <a:srgbClr val="DCE8ED"/>
            </a:solidFill>
            <a:ln w="0">
              <a:noFill/>
              <a:prstDash val="solid"/>
            </a:ln>
          </p:spPr>
        </p:sp>
        <p:sp>
          <p:nvSpPr>
            <p:cNvPr id="1939" name="four:time-step-strips:time-strip-tᵦ-cell-155:1939">
              <a:extLst>
                <a:ext uri="{FF2B5EF4-FFF2-40B4-BE49-F238E27FC236}">
                  <ns2:creationId id="{EF6BBC8F-3DFA-492E-A33B-F7B43A7F9070}"/>
                </a:ext>
              </a:extLst>
            </p:cNvPr>
            <p:cNvSpPr>
              <a:spLocks noGrp="1"/>
            </p:cNvSpPr>
            <p:nvPr/>
          </p:nvSpPr>
          <p:spPr>
            <a:xfrm>
              <a:off x="23624480" y="2295525"/>
              <a:ext cx="15379" cy="276225"/>
            </a:xfrm>
            <a:prstGeom prst="rect">
              <a:avLst/>
            </a:prstGeom>
            <a:solidFill>
              <a:srgbClr val="DCE8ED"/>
            </a:solidFill>
            <a:ln w="0">
              <a:noFill/>
              <a:prstDash val="solid"/>
            </a:ln>
          </p:spPr>
        </p:sp>
        <p:sp>
          <p:nvSpPr>
            <p:cNvPr id="1940" name="four:time-step-strips:time-strip-tᵦ-cell-156:1940">
              <a:extLst>
                <a:ext uri="{FF2B5EF4-FFF2-40B4-BE49-F238E27FC236}">
                  <ns2:creationId id="{AE5C99EB-1462-461D-B246-C1FDE4B4B382}"/>
                </a:ext>
              </a:extLst>
            </p:cNvPr>
            <p:cNvSpPr>
              <a:spLocks noGrp="1"/>
            </p:cNvSpPr>
            <p:nvPr/>
          </p:nvSpPr>
          <p:spPr>
            <a:xfrm>
              <a:off x="23639859" y="2295525"/>
              <a:ext cx="15379" cy="276225"/>
            </a:xfrm>
            <a:prstGeom prst="rect">
              <a:avLst/>
            </a:prstGeom>
            <a:solidFill>
              <a:srgbClr val="DCE8ED"/>
            </a:solidFill>
            <a:ln w="0">
              <a:noFill/>
              <a:prstDash val="solid"/>
            </a:ln>
          </p:spPr>
        </p:sp>
        <p:sp>
          <p:nvSpPr>
            <p:cNvPr id="1941" name="four:time-step-strips:time-strip-tᵦ-cell-157:1941">
              <a:extLst>
                <a:ext uri="{FF2B5EF4-FFF2-40B4-BE49-F238E27FC236}">
                  <ns2:creationId id="{6F73A4D5-B161-4E87-9D94-9BAEFE6395A5}"/>
                </a:ext>
              </a:extLst>
            </p:cNvPr>
            <p:cNvSpPr>
              <a:spLocks noGrp="1"/>
            </p:cNvSpPr>
            <p:nvPr/>
          </p:nvSpPr>
          <p:spPr>
            <a:xfrm>
              <a:off x="23655238" y="2295525"/>
              <a:ext cx="15379" cy="276225"/>
            </a:xfrm>
            <a:prstGeom prst="rect">
              <a:avLst/>
            </a:prstGeom>
            <a:solidFill>
              <a:srgbClr val="DCE8ED"/>
            </a:solidFill>
            <a:ln w="0">
              <a:noFill/>
              <a:prstDash val="solid"/>
            </a:ln>
          </p:spPr>
        </p:sp>
        <p:sp>
          <p:nvSpPr>
            <p:cNvPr id="1942" name="four:time-step-strips:time-strip-tᵦ-cell-158:1942">
              <a:extLst>
                <a:ext uri="{FF2B5EF4-FFF2-40B4-BE49-F238E27FC236}">
                  <ns2:creationId id="{5BAA2CE4-04D7-4649-9083-8038AF4A0AAB}"/>
                </a:ext>
              </a:extLst>
            </p:cNvPr>
            <p:cNvSpPr>
              <a:spLocks noGrp="1"/>
            </p:cNvSpPr>
            <p:nvPr/>
          </p:nvSpPr>
          <p:spPr>
            <a:xfrm>
              <a:off x="23670617" y="2295525"/>
              <a:ext cx="15379" cy="276225"/>
            </a:xfrm>
            <a:prstGeom prst="rect">
              <a:avLst/>
            </a:prstGeom>
            <a:solidFill>
              <a:srgbClr val="DCE8ED"/>
            </a:solidFill>
            <a:ln w="0">
              <a:noFill/>
              <a:prstDash val="solid"/>
            </a:ln>
          </p:spPr>
        </p:sp>
        <p:sp>
          <p:nvSpPr>
            <p:cNvPr id="1943" name="four:time-step-strips:time-strip-tᵦ-cell-159:1943">
              <a:extLst>
                <a:ext uri="{FF2B5EF4-FFF2-40B4-BE49-F238E27FC236}">
                  <ns2:creationId id="{AB9A11D8-669E-466C-AC82-CCE6E19F20A7}"/>
                </a:ext>
              </a:extLst>
            </p:cNvPr>
            <p:cNvSpPr>
              <a:spLocks noGrp="1"/>
            </p:cNvSpPr>
            <p:nvPr/>
          </p:nvSpPr>
          <p:spPr>
            <a:xfrm>
              <a:off x="23685996" y="2295525"/>
              <a:ext cx="15379" cy="276225"/>
            </a:xfrm>
            <a:prstGeom prst="rect">
              <a:avLst/>
            </a:prstGeom>
            <a:solidFill>
              <a:srgbClr val="DCE8ED"/>
            </a:solidFill>
            <a:ln w="0">
              <a:noFill/>
              <a:prstDash val="solid"/>
            </a:ln>
          </p:spPr>
        </p:sp>
        <p:sp>
          <p:nvSpPr>
            <p:cNvPr id="1944" name="four:time-step-strips:time-strip-tᵦ-cell-160:1944">
              <a:extLst>
                <a:ext uri="{FF2B5EF4-FFF2-40B4-BE49-F238E27FC236}">
                  <ns2:creationId id="{021CAC82-A4AA-40DB-947E-D673FA374FFB}"/>
                </a:ext>
              </a:extLst>
            </p:cNvPr>
            <p:cNvSpPr>
              <a:spLocks noGrp="1"/>
            </p:cNvSpPr>
            <p:nvPr/>
          </p:nvSpPr>
          <p:spPr>
            <a:xfrm>
              <a:off x="23701375" y="2295525"/>
              <a:ext cx="15379" cy="276225"/>
            </a:xfrm>
            <a:prstGeom prst="rect">
              <a:avLst/>
            </a:prstGeom>
            <a:solidFill>
              <a:srgbClr val="DCE8ED"/>
            </a:solidFill>
            <a:ln w="0">
              <a:noFill/>
              <a:prstDash val="solid"/>
            </a:ln>
          </p:spPr>
        </p:sp>
        <p:sp>
          <p:nvSpPr>
            <p:cNvPr id="1945" name="four:time-step-strips:time-strip-tᵦ-cell-161:1945">
              <a:extLst>
                <a:ext uri="{FF2B5EF4-FFF2-40B4-BE49-F238E27FC236}">
                  <ns2:creationId id="{D8E0671F-5C4B-436E-AD82-9FBB9A80D5E7}"/>
                </a:ext>
              </a:extLst>
            </p:cNvPr>
            <p:cNvSpPr>
              <a:spLocks noGrp="1"/>
            </p:cNvSpPr>
            <p:nvPr/>
          </p:nvSpPr>
          <p:spPr>
            <a:xfrm>
              <a:off x="23716754" y="2295525"/>
              <a:ext cx="15379" cy="276225"/>
            </a:xfrm>
            <a:prstGeom prst="rect">
              <a:avLst/>
            </a:prstGeom>
            <a:solidFill>
              <a:srgbClr val="DCE8ED"/>
            </a:solidFill>
            <a:ln w="0">
              <a:noFill/>
              <a:prstDash val="solid"/>
            </a:ln>
          </p:spPr>
        </p:sp>
        <p:sp>
          <p:nvSpPr>
            <p:cNvPr id="1946" name="four:time-step-strips:time-strip-tᵦ-cell-162:1946">
              <a:extLst>
                <a:ext uri="{FF2B5EF4-FFF2-40B4-BE49-F238E27FC236}">
                  <ns2:creationId id="{7D343626-F644-4A56-B35B-CD2CAE386755}"/>
                </a:ext>
              </a:extLst>
            </p:cNvPr>
            <p:cNvSpPr>
              <a:spLocks noGrp="1"/>
            </p:cNvSpPr>
            <p:nvPr/>
          </p:nvSpPr>
          <p:spPr>
            <a:xfrm>
              <a:off x="23732133" y="2295525"/>
              <a:ext cx="15379" cy="276225"/>
            </a:xfrm>
            <a:prstGeom prst="rect">
              <a:avLst/>
            </a:prstGeom>
            <a:solidFill>
              <a:srgbClr val="DCE8ED"/>
            </a:solidFill>
            <a:ln w="0">
              <a:noFill/>
              <a:prstDash val="solid"/>
            </a:ln>
          </p:spPr>
        </p:sp>
        <p:sp>
          <p:nvSpPr>
            <p:cNvPr id="1947" name="four:time-step-strips:time-strip-tᵦ-cell-163:1947">
              <a:extLst>
                <a:ext uri="{FF2B5EF4-FFF2-40B4-BE49-F238E27FC236}">
                  <ns2:creationId id="{FEE11B3D-7CEE-475B-B5E1-3E6DD316F483}"/>
                </a:ext>
              </a:extLst>
            </p:cNvPr>
            <p:cNvSpPr>
              <a:spLocks noGrp="1"/>
            </p:cNvSpPr>
            <p:nvPr/>
          </p:nvSpPr>
          <p:spPr>
            <a:xfrm>
              <a:off x="23747512" y="2295525"/>
              <a:ext cx="15379" cy="276225"/>
            </a:xfrm>
            <a:prstGeom prst="rect">
              <a:avLst/>
            </a:prstGeom>
            <a:solidFill>
              <a:srgbClr val="DCE8ED"/>
            </a:solidFill>
            <a:ln w="0">
              <a:noFill/>
              <a:prstDash val="solid"/>
            </a:ln>
          </p:spPr>
        </p:sp>
        <p:sp>
          <p:nvSpPr>
            <p:cNvPr id="1948" name="four:time-step-strips:time-strip-tᵦ-cell-164:1948">
              <a:extLst>
                <a:ext uri="{FF2B5EF4-FFF2-40B4-BE49-F238E27FC236}">
                  <ns2:creationId id="{78B65CCE-333D-41CA-BEB0-C58136B6B7C0}"/>
                </a:ext>
              </a:extLst>
            </p:cNvPr>
            <p:cNvSpPr>
              <a:spLocks noGrp="1"/>
            </p:cNvSpPr>
            <p:nvPr/>
          </p:nvSpPr>
          <p:spPr>
            <a:xfrm>
              <a:off x="23762891" y="2295525"/>
              <a:ext cx="15379" cy="276225"/>
            </a:xfrm>
            <a:prstGeom prst="rect">
              <a:avLst/>
            </a:prstGeom>
            <a:solidFill>
              <a:srgbClr val="DCE8ED"/>
            </a:solidFill>
            <a:ln w="0">
              <a:noFill/>
              <a:prstDash val="solid"/>
            </a:ln>
          </p:spPr>
        </p:sp>
        <p:sp>
          <p:nvSpPr>
            <p:cNvPr id="1949" name="four:time-step-strips:time-strip-tᵦ-cell-165:1949">
              <a:extLst>
                <a:ext uri="{FF2B5EF4-FFF2-40B4-BE49-F238E27FC236}">
                  <ns2:creationId id="{1EC942A1-BAAE-42DD-B7B8-F6D00121ECC3}"/>
                </a:ext>
              </a:extLst>
            </p:cNvPr>
            <p:cNvSpPr>
              <a:spLocks noGrp="1"/>
            </p:cNvSpPr>
            <p:nvPr/>
          </p:nvSpPr>
          <p:spPr>
            <a:xfrm>
              <a:off x="23778270" y="2295525"/>
              <a:ext cx="15379" cy="276225"/>
            </a:xfrm>
            <a:prstGeom prst="rect">
              <a:avLst/>
            </a:prstGeom>
            <a:solidFill>
              <a:srgbClr val="DCE8ED"/>
            </a:solidFill>
            <a:ln w="0">
              <a:noFill/>
              <a:prstDash val="solid"/>
            </a:ln>
          </p:spPr>
        </p:sp>
        <p:sp>
          <p:nvSpPr>
            <p:cNvPr id="1950" name="four:time-step-strips:time-strip-tᵦ-cell-166:1950">
              <a:extLst>
                <a:ext uri="{FF2B5EF4-FFF2-40B4-BE49-F238E27FC236}">
                  <ns2:creationId id="{4D79C953-5B3D-4C8C-A0A1-9D70B2C3E204}"/>
                </a:ext>
              </a:extLst>
            </p:cNvPr>
            <p:cNvSpPr>
              <a:spLocks noGrp="1"/>
            </p:cNvSpPr>
            <p:nvPr/>
          </p:nvSpPr>
          <p:spPr>
            <a:xfrm>
              <a:off x="23793648" y="2295525"/>
              <a:ext cx="15379" cy="276225"/>
            </a:xfrm>
            <a:prstGeom prst="rect">
              <a:avLst/>
            </a:prstGeom>
            <a:solidFill>
              <a:srgbClr val="DBE2E5"/>
            </a:solidFill>
            <a:ln w="0">
              <a:noFill/>
              <a:prstDash val="solid"/>
            </a:ln>
          </p:spPr>
        </p:sp>
        <p:sp>
          <p:nvSpPr>
            <p:cNvPr id="1951" name="four:time-step-strips:time-strip-tᵦ-cell-167:1951">
              <a:extLst>
                <a:ext uri="{FF2B5EF4-FFF2-40B4-BE49-F238E27FC236}">
                  <ns2:creationId id="{5EEDD4AD-D2FC-44EC-8A86-A4728F48483C}"/>
                </a:ext>
              </a:extLst>
            </p:cNvPr>
            <p:cNvSpPr>
              <a:spLocks noGrp="1"/>
            </p:cNvSpPr>
            <p:nvPr/>
          </p:nvSpPr>
          <p:spPr>
            <a:xfrm>
              <a:off x="23809027" y="2295525"/>
              <a:ext cx="15379" cy="276225"/>
            </a:xfrm>
            <a:prstGeom prst="rect">
              <a:avLst/>
            </a:prstGeom>
            <a:solidFill>
              <a:srgbClr val="D9D3E0"/>
            </a:solidFill>
            <a:ln w="0">
              <a:noFill/>
              <a:prstDash val="solid"/>
            </a:ln>
          </p:spPr>
        </p:sp>
        <p:sp>
          <p:nvSpPr>
            <p:cNvPr id="1952" name="four:time-step-strips:time-strip-tᵦ-cell-168:1952">
              <a:extLst>
                <a:ext uri="{FF2B5EF4-FFF2-40B4-BE49-F238E27FC236}">
                  <ns2:creationId id="{77D19D0A-8745-4FB6-9880-4C7A3589285B}"/>
                </a:ext>
              </a:extLst>
            </p:cNvPr>
            <p:cNvSpPr>
              <a:spLocks noGrp="1"/>
            </p:cNvSpPr>
            <p:nvPr/>
          </p:nvSpPr>
          <p:spPr>
            <a:xfrm>
              <a:off x="23824406" y="2295525"/>
              <a:ext cx="15379" cy="276225"/>
            </a:xfrm>
            <a:prstGeom prst="rect">
              <a:avLst/>
            </a:prstGeom>
            <a:solidFill>
              <a:srgbClr val="D6C0D4"/>
            </a:solidFill>
            <a:ln w="0">
              <a:noFill/>
              <a:prstDash val="solid"/>
            </a:ln>
          </p:spPr>
        </p:sp>
        <p:sp>
          <p:nvSpPr>
            <p:cNvPr id="1953" name="four:time-step-strips:time-strip-tᵦ-cell-169:1953">
              <a:extLst>
                <a:ext uri="{FF2B5EF4-FFF2-40B4-BE49-F238E27FC236}">
                  <ns2:creationId id="{7C78BE1B-CFD8-4915-BC9B-12168B42E4C8}"/>
                </a:ext>
              </a:extLst>
            </p:cNvPr>
            <p:cNvSpPr>
              <a:spLocks noGrp="1"/>
            </p:cNvSpPr>
            <p:nvPr/>
          </p:nvSpPr>
          <p:spPr>
            <a:xfrm>
              <a:off x="23839785" y="2295525"/>
              <a:ext cx="15379" cy="276225"/>
            </a:xfrm>
            <a:prstGeom prst="rect">
              <a:avLst/>
            </a:prstGeom>
            <a:solidFill>
              <a:srgbClr val="D3AAC6"/>
            </a:solidFill>
            <a:ln w="0">
              <a:noFill/>
              <a:prstDash val="solid"/>
            </a:ln>
          </p:spPr>
        </p:sp>
        <p:sp>
          <p:nvSpPr>
            <p:cNvPr id="1954" name="four:time-step-strips:time-strip-tᵦ-cell-170:1954">
              <a:extLst>
                <a:ext uri="{FF2B5EF4-FFF2-40B4-BE49-F238E27FC236}">
                  <ns2:creationId id="{B1115676-34B2-4964-BB33-B6D80AE2721A}"/>
                </a:ext>
              </a:extLst>
            </p:cNvPr>
            <p:cNvSpPr>
              <a:spLocks noGrp="1"/>
            </p:cNvSpPr>
            <p:nvPr/>
          </p:nvSpPr>
          <p:spPr>
            <a:xfrm>
              <a:off x="23855164" y="2295525"/>
              <a:ext cx="15379" cy="276225"/>
            </a:xfrm>
            <a:prstGeom prst="rect">
              <a:avLst/>
            </a:prstGeom>
            <a:solidFill>
              <a:srgbClr val="D095B9"/>
            </a:solidFill>
            <a:ln w="0">
              <a:noFill/>
              <a:prstDash val="solid"/>
            </a:ln>
          </p:spPr>
        </p:sp>
        <p:sp>
          <p:nvSpPr>
            <p:cNvPr id="1955" name="four:time-step-strips:time-strip-tᵦ-cell-171:1955">
              <a:extLst>
                <a:ext uri="{FF2B5EF4-FFF2-40B4-BE49-F238E27FC236}">
                  <ns2:creationId id="{78D81021-96BE-40BC-BA9F-538F33BAE2E0}"/>
                </a:ext>
              </a:extLst>
            </p:cNvPr>
            <p:cNvSpPr>
              <a:spLocks noGrp="1"/>
            </p:cNvSpPr>
            <p:nvPr/>
          </p:nvSpPr>
          <p:spPr>
            <a:xfrm>
              <a:off x="23870543" y="2295525"/>
              <a:ext cx="15379" cy="276225"/>
            </a:xfrm>
            <a:prstGeom prst="rect">
              <a:avLst/>
            </a:prstGeom>
            <a:solidFill>
              <a:srgbClr val="CE85AE"/>
            </a:solidFill>
            <a:ln w="0">
              <a:noFill/>
              <a:prstDash val="solid"/>
            </a:ln>
          </p:spPr>
        </p:sp>
        <p:sp>
          <p:nvSpPr>
            <p:cNvPr id="1956" name="four:time-step-strips:time-strip-tᵦ-cell-172:1956">
              <a:extLst>
                <a:ext uri="{FF2B5EF4-FFF2-40B4-BE49-F238E27FC236}">
                  <ns2:creationId id="{8DA2190B-8D61-4FE7-9281-D98008973F3D}"/>
                </a:ext>
              </a:extLst>
            </p:cNvPr>
            <p:cNvSpPr>
              <a:spLocks noGrp="1"/>
            </p:cNvSpPr>
            <p:nvPr/>
          </p:nvSpPr>
          <p:spPr>
            <a:xfrm>
              <a:off x="23885922" y="2295525"/>
              <a:ext cx="15379" cy="276225"/>
            </a:xfrm>
            <a:prstGeom prst="rect">
              <a:avLst/>
            </a:prstGeom>
            <a:solidFill>
              <a:srgbClr val="CC7AA8"/>
            </a:solidFill>
            <a:ln w="0">
              <a:noFill/>
              <a:prstDash val="solid"/>
            </a:ln>
          </p:spPr>
        </p:sp>
        <p:sp>
          <p:nvSpPr>
            <p:cNvPr id="1957" name="four:time-step-strips:time-strip-tᵦ-cell-173:1957">
              <a:extLst>
                <a:ext uri="{FF2B5EF4-FFF2-40B4-BE49-F238E27FC236}">
                  <ns2:creationId id="{550B6815-C417-4978-A436-4144DE08E061}"/>
                </a:ext>
              </a:extLst>
            </p:cNvPr>
            <p:cNvSpPr>
              <a:spLocks noGrp="1"/>
            </p:cNvSpPr>
            <p:nvPr/>
          </p:nvSpPr>
          <p:spPr>
            <a:xfrm>
              <a:off x="23901301" y="2295525"/>
              <a:ext cx="15379" cy="276225"/>
            </a:xfrm>
            <a:prstGeom prst="rect">
              <a:avLst/>
            </a:prstGeom>
            <a:solidFill>
              <a:srgbClr val="CC79A7"/>
            </a:solidFill>
            <a:ln w="0">
              <a:noFill/>
              <a:prstDash val="solid"/>
            </a:ln>
          </p:spPr>
        </p:sp>
        <p:sp>
          <p:nvSpPr>
            <p:cNvPr id="1958" name="four:time-step-strips:time-strip-tᵦ-cell-174:1958">
              <a:extLst>
                <a:ext uri="{FF2B5EF4-FFF2-40B4-BE49-F238E27FC236}">
                  <ns2:creationId id="{A0B6B9DD-0DB7-4006-A776-9A8CF79E86BB}"/>
                </a:ext>
              </a:extLst>
            </p:cNvPr>
            <p:cNvSpPr>
              <a:spLocks noGrp="1"/>
            </p:cNvSpPr>
            <p:nvPr/>
          </p:nvSpPr>
          <p:spPr>
            <a:xfrm>
              <a:off x="23916680" y="2295525"/>
              <a:ext cx="15379" cy="276225"/>
            </a:xfrm>
            <a:prstGeom prst="rect">
              <a:avLst/>
            </a:prstGeom>
            <a:solidFill>
              <a:srgbClr val="CC79A7"/>
            </a:solidFill>
            <a:ln w="0">
              <a:noFill/>
              <a:prstDash val="solid"/>
            </a:ln>
          </p:spPr>
        </p:sp>
        <p:sp>
          <p:nvSpPr>
            <p:cNvPr id="1959" name="four:time-step-strips:time-strip-tᵦ-cell-175:1959">
              <a:extLst>
                <a:ext uri="{FF2B5EF4-FFF2-40B4-BE49-F238E27FC236}">
                  <ns2:creationId id="{6AC9197D-53DE-4550-9D09-E7D8C9D64BAA}"/>
                </a:ext>
              </a:extLst>
            </p:cNvPr>
            <p:cNvSpPr>
              <a:spLocks noGrp="1"/>
            </p:cNvSpPr>
            <p:nvPr/>
          </p:nvSpPr>
          <p:spPr>
            <a:xfrm>
              <a:off x="23932059" y="2295525"/>
              <a:ext cx="15379" cy="276225"/>
            </a:xfrm>
            <a:prstGeom prst="rect">
              <a:avLst/>
            </a:prstGeom>
            <a:solidFill>
              <a:srgbClr val="CC79A7"/>
            </a:solidFill>
            <a:ln w="0">
              <a:noFill/>
              <a:prstDash val="solid"/>
            </a:ln>
          </p:spPr>
        </p:sp>
        <p:sp>
          <p:nvSpPr>
            <p:cNvPr id="1960" name="four:time-step-strips:time-strip-tᵦ-cell-176:1960">
              <a:extLst>
                <a:ext uri="{FF2B5EF4-FFF2-40B4-BE49-F238E27FC236}">
                  <ns2:creationId id="{2B26BC96-064E-43B2-A178-4C1E15DFC886}"/>
                </a:ext>
              </a:extLst>
            </p:cNvPr>
            <p:cNvSpPr>
              <a:spLocks noGrp="1"/>
            </p:cNvSpPr>
            <p:nvPr/>
          </p:nvSpPr>
          <p:spPr>
            <a:xfrm>
              <a:off x="23947438" y="2295525"/>
              <a:ext cx="15379" cy="276225"/>
            </a:xfrm>
            <a:prstGeom prst="rect">
              <a:avLst/>
            </a:prstGeom>
            <a:solidFill>
              <a:srgbClr val="CC79A7"/>
            </a:solidFill>
            <a:ln w="0">
              <a:noFill/>
              <a:prstDash val="solid"/>
            </a:ln>
          </p:spPr>
        </p:sp>
        <p:sp>
          <p:nvSpPr>
            <p:cNvPr id="1961" name="four:time-step-strips:time-strip-tᵦ-cell-177:1961">
              <a:extLst>
                <a:ext uri="{FF2B5EF4-FFF2-40B4-BE49-F238E27FC236}">
                  <ns2:creationId id="{B7B52B03-0AE6-4BB9-B685-BFBD9D17304E}"/>
                </a:ext>
              </a:extLst>
            </p:cNvPr>
            <p:cNvSpPr>
              <a:spLocks noGrp="1"/>
            </p:cNvSpPr>
            <p:nvPr/>
          </p:nvSpPr>
          <p:spPr>
            <a:xfrm>
              <a:off x="23962816" y="2295525"/>
              <a:ext cx="15379" cy="276225"/>
            </a:xfrm>
            <a:prstGeom prst="rect">
              <a:avLst/>
            </a:prstGeom>
            <a:solidFill>
              <a:srgbClr val="CC79A7"/>
            </a:solidFill>
            <a:ln w="0">
              <a:noFill/>
              <a:prstDash val="solid"/>
            </a:ln>
          </p:spPr>
        </p:sp>
        <p:sp>
          <p:nvSpPr>
            <p:cNvPr id="1962" name="four:time-step-strips:time-strip-tᵦ-cell-178:1962">
              <a:extLst>
                <a:ext uri="{FF2B5EF4-FFF2-40B4-BE49-F238E27FC236}">
                  <ns2:creationId id="{F23F1083-4123-405E-8E45-E28DADF71B20}"/>
                </a:ext>
              </a:extLst>
            </p:cNvPr>
            <p:cNvSpPr>
              <a:spLocks noGrp="1"/>
            </p:cNvSpPr>
            <p:nvPr/>
          </p:nvSpPr>
          <p:spPr>
            <a:xfrm>
              <a:off x="23978195" y="2295525"/>
              <a:ext cx="15379" cy="276225"/>
            </a:xfrm>
            <a:prstGeom prst="rect">
              <a:avLst/>
            </a:prstGeom>
            <a:solidFill>
              <a:srgbClr val="CC79A7"/>
            </a:solidFill>
            <a:ln w="0">
              <a:noFill/>
              <a:prstDash val="solid"/>
            </a:ln>
          </p:spPr>
        </p:sp>
        <p:sp>
          <p:nvSpPr>
            <p:cNvPr id="1963" name="four:time-step-strips:time-strip-tᵦ-cell-179:1963">
              <a:extLst>
                <a:ext uri="{FF2B5EF4-FFF2-40B4-BE49-F238E27FC236}">
                  <ns2:creationId id="{CBEB8DD9-C296-4505-A16F-EA50559E62CF}"/>
                </a:ext>
              </a:extLst>
            </p:cNvPr>
            <p:cNvSpPr>
              <a:spLocks noGrp="1"/>
            </p:cNvSpPr>
            <p:nvPr/>
          </p:nvSpPr>
          <p:spPr>
            <a:xfrm>
              <a:off x="23993574" y="2295525"/>
              <a:ext cx="15379" cy="276225"/>
            </a:xfrm>
            <a:prstGeom prst="rect">
              <a:avLst/>
            </a:prstGeom>
            <a:solidFill>
              <a:srgbClr val="CC79A7"/>
            </a:solidFill>
            <a:ln w="0">
              <a:noFill/>
              <a:prstDash val="solid"/>
            </a:ln>
          </p:spPr>
        </p:sp>
        <p:sp>
          <p:nvSpPr>
            <p:cNvPr id="1964" name="four:time-step-strips:time-strip-tᵦ-cell-180:1964">
              <a:extLst>
                <a:ext uri="{FF2B5EF4-FFF2-40B4-BE49-F238E27FC236}">
                  <ns2:creationId id="{97F48788-FABB-4AAF-ADCF-380F5BAD366A}"/>
                </a:ext>
              </a:extLst>
            </p:cNvPr>
            <p:cNvSpPr>
              <a:spLocks noGrp="1"/>
            </p:cNvSpPr>
            <p:nvPr/>
          </p:nvSpPr>
          <p:spPr>
            <a:xfrm>
              <a:off x="24008953" y="2295525"/>
              <a:ext cx="15379" cy="276225"/>
            </a:xfrm>
            <a:prstGeom prst="rect">
              <a:avLst/>
            </a:prstGeom>
            <a:solidFill>
              <a:srgbClr val="CC79A7"/>
            </a:solidFill>
            <a:ln w="0">
              <a:noFill/>
              <a:prstDash val="solid"/>
            </a:ln>
          </p:spPr>
        </p:sp>
        <p:sp>
          <p:nvSpPr>
            <p:cNvPr id="1965" name="four:time-step-strips:time-strip-tᵦ-cell-181:1965">
              <a:extLst>
                <a:ext uri="{FF2B5EF4-FFF2-40B4-BE49-F238E27FC236}">
                  <ns2:creationId id="{93751779-1B17-426C-9131-827E21BDC5EC}"/>
                </a:ext>
              </a:extLst>
            </p:cNvPr>
            <p:cNvSpPr>
              <a:spLocks noGrp="1"/>
            </p:cNvSpPr>
            <p:nvPr/>
          </p:nvSpPr>
          <p:spPr>
            <a:xfrm>
              <a:off x="24024332" y="2295525"/>
              <a:ext cx="15379" cy="276225"/>
            </a:xfrm>
            <a:prstGeom prst="rect">
              <a:avLst/>
            </a:prstGeom>
            <a:solidFill>
              <a:srgbClr val="CD7EAA"/>
            </a:solidFill>
            <a:ln w="0">
              <a:noFill/>
              <a:prstDash val="solid"/>
            </a:ln>
          </p:spPr>
        </p:sp>
        <p:sp>
          <p:nvSpPr>
            <p:cNvPr id="1966" name="four:time-step-strips:time-strip-tᵦ-cell-182:1966">
              <a:extLst>
                <a:ext uri="{FF2B5EF4-FFF2-40B4-BE49-F238E27FC236}">
                  <ns2:creationId id="{2D63425A-B025-4604-AD6E-C63A9E1587DB}"/>
                </a:ext>
              </a:extLst>
            </p:cNvPr>
            <p:cNvSpPr>
              <a:spLocks noGrp="1"/>
            </p:cNvSpPr>
            <p:nvPr/>
          </p:nvSpPr>
          <p:spPr>
            <a:xfrm>
              <a:off x="24039711" y="2295525"/>
              <a:ext cx="15379" cy="276225"/>
            </a:xfrm>
            <a:prstGeom prst="rect">
              <a:avLst/>
            </a:prstGeom>
            <a:solidFill>
              <a:srgbClr val="D091B6"/>
            </a:solidFill>
            <a:ln w="0">
              <a:noFill/>
              <a:prstDash val="solid"/>
            </a:ln>
          </p:spPr>
        </p:sp>
        <p:sp>
          <p:nvSpPr>
            <p:cNvPr id="1967" name="four:time-step-strips:time-strip-tᵦ-cell-183:1967">
              <a:extLst>
                <a:ext uri="{FF2B5EF4-FFF2-40B4-BE49-F238E27FC236}">
                  <ns2:creationId id="{BF781752-ECF6-420C-BC99-281EF2583928}"/>
                </a:ext>
              </a:extLst>
            </p:cNvPr>
            <p:cNvSpPr>
              <a:spLocks noGrp="1"/>
            </p:cNvSpPr>
            <p:nvPr/>
          </p:nvSpPr>
          <p:spPr>
            <a:xfrm>
              <a:off x="24055090" y="2295525"/>
              <a:ext cx="15379" cy="276225"/>
            </a:xfrm>
            <a:prstGeom prst="rect">
              <a:avLst/>
            </a:prstGeom>
            <a:solidFill>
              <a:srgbClr val="D4AEC8"/>
            </a:solidFill>
            <a:ln w="0">
              <a:noFill/>
              <a:prstDash val="solid"/>
            </a:ln>
          </p:spPr>
        </p:sp>
        <p:sp>
          <p:nvSpPr>
            <p:cNvPr id="1968" name="four:time-step-strips:time-strip-tᵦ-cell-184:1968">
              <a:extLst>
                <a:ext uri="{FF2B5EF4-FFF2-40B4-BE49-F238E27FC236}">
                  <ns2:creationId id="{D8980D60-51E5-4952-ABC6-7E5277450463}"/>
                </a:ext>
              </a:extLst>
            </p:cNvPr>
            <p:cNvSpPr>
              <a:spLocks noGrp="1"/>
            </p:cNvSpPr>
            <p:nvPr/>
          </p:nvSpPr>
          <p:spPr>
            <a:xfrm>
              <a:off x="24070469" y="2295525"/>
              <a:ext cx="15379" cy="276225"/>
            </a:xfrm>
            <a:prstGeom prst="rect">
              <a:avLst/>
            </a:prstGeom>
            <a:solidFill>
              <a:srgbClr val="D8CADA"/>
            </a:solidFill>
            <a:ln w="0">
              <a:noFill/>
              <a:prstDash val="solid"/>
            </a:ln>
          </p:spPr>
        </p:sp>
        <p:sp>
          <p:nvSpPr>
            <p:cNvPr id="1969" name="four:time-step-strips:time-strip-tᵦ-cell-185:1969">
              <a:extLst>
                <a:ext uri="{FF2B5EF4-FFF2-40B4-BE49-F238E27FC236}">
                  <ns2:creationId id="{386C5272-D46A-4696-8D28-ADFE5D202DD0}"/>
                </a:ext>
              </a:extLst>
            </p:cNvPr>
            <p:cNvSpPr>
              <a:spLocks noGrp="1"/>
            </p:cNvSpPr>
            <p:nvPr/>
          </p:nvSpPr>
          <p:spPr>
            <a:xfrm>
              <a:off x="24085848" y="2295525"/>
              <a:ext cx="15379" cy="276225"/>
            </a:xfrm>
            <a:prstGeom prst="rect">
              <a:avLst/>
            </a:prstGeom>
            <a:solidFill>
              <a:srgbClr val="DBE1E3"/>
            </a:solidFill>
            <a:ln w="0">
              <a:noFill/>
              <a:prstDash val="solid"/>
            </a:ln>
          </p:spPr>
        </p:sp>
        <p:sp>
          <p:nvSpPr>
            <p:cNvPr id="1970" name="four:time-step-strips:time-strip-tᵦ-cell-186:1970">
              <a:extLst>
                <a:ext uri="{FF2B5EF4-FFF2-40B4-BE49-F238E27FC236}">
                  <ns2:creationId id="{C6BCE0AB-7304-4807-A1DF-0D4B977D2FA6}"/>
                </a:ext>
              </a:extLst>
            </p:cNvPr>
            <p:cNvSpPr>
              <a:spLocks noGrp="1"/>
            </p:cNvSpPr>
            <p:nvPr/>
          </p:nvSpPr>
          <p:spPr>
            <a:xfrm>
              <a:off x="24101227" y="2295525"/>
              <a:ext cx="15379" cy="276225"/>
            </a:xfrm>
            <a:prstGeom prst="rect">
              <a:avLst/>
            </a:prstGeom>
            <a:solidFill>
              <a:srgbClr val="DCE8ED"/>
            </a:solidFill>
            <a:ln w="0">
              <a:noFill/>
              <a:prstDash val="solid"/>
            </a:ln>
          </p:spPr>
        </p:sp>
        <p:sp>
          <p:nvSpPr>
            <p:cNvPr id="1971" name="four:time-step-strips:time-strip-tᵦ-cell-187:1971">
              <a:extLst>
                <a:ext uri="{FF2B5EF4-FFF2-40B4-BE49-F238E27FC236}">
                  <ns2:creationId id="{F878F404-0466-49A3-B751-220EA8FD20D3}"/>
                </a:ext>
              </a:extLst>
            </p:cNvPr>
            <p:cNvSpPr>
              <a:spLocks noGrp="1"/>
            </p:cNvSpPr>
            <p:nvPr/>
          </p:nvSpPr>
          <p:spPr>
            <a:xfrm>
              <a:off x="24116605" y="2295525"/>
              <a:ext cx="15379" cy="276225"/>
            </a:xfrm>
            <a:prstGeom prst="rect">
              <a:avLst/>
            </a:prstGeom>
            <a:solidFill>
              <a:srgbClr val="DCE8ED"/>
            </a:solidFill>
            <a:ln w="0">
              <a:noFill/>
              <a:prstDash val="solid"/>
            </a:ln>
          </p:spPr>
        </p:sp>
        <p:sp>
          <p:nvSpPr>
            <p:cNvPr id="1972" name="four:time-step-strips:time-strip-tᵦ-cell-188:1972">
              <a:extLst>
                <a:ext uri="{FF2B5EF4-FFF2-40B4-BE49-F238E27FC236}">
                  <ns2:creationId id="{6C45ECCB-11CD-4E8F-83AD-1815EA6C68BF}"/>
                </a:ext>
              </a:extLst>
            </p:cNvPr>
            <p:cNvSpPr>
              <a:spLocks noGrp="1"/>
            </p:cNvSpPr>
            <p:nvPr/>
          </p:nvSpPr>
          <p:spPr>
            <a:xfrm>
              <a:off x="24131984" y="2295525"/>
              <a:ext cx="15379" cy="276225"/>
            </a:xfrm>
            <a:prstGeom prst="rect">
              <a:avLst/>
            </a:prstGeom>
            <a:solidFill>
              <a:srgbClr val="DCE8ED"/>
            </a:solidFill>
            <a:ln w="0">
              <a:noFill/>
              <a:prstDash val="solid"/>
            </a:ln>
          </p:spPr>
        </p:sp>
        <p:sp>
          <p:nvSpPr>
            <p:cNvPr id="1973" name="four:time-step-strips:time-strip-tᵦ-cell-189:1973">
              <a:extLst>
                <a:ext uri="{FF2B5EF4-FFF2-40B4-BE49-F238E27FC236}">
                  <ns2:creationId id="{5498B0DB-A2CC-4144-BC86-CC1DEB2D9BE8}"/>
                </a:ext>
              </a:extLst>
            </p:cNvPr>
            <p:cNvSpPr>
              <a:spLocks noGrp="1"/>
            </p:cNvSpPr>
            <p:nvPr/>
          </p:nvSpPr>
          <p:spPr>
            <a:xfrm>
              <a:off x="24147363" y="2295525"/>
              <a:ext cx="15379" cy="276225"/>
            </a:xfrm>
            <a:prstGeom prst="rect">
              <a:avLst/>
            </a:prstGeom>
            <a:solidFill>
              <a:srgbClr val="DCE8ED"/>
            </a:solidFill>
            <a:ln w="0">
              <a:noFill/>
              <a:prstDash val="solid"/>
            </a:ln>
          </p:spPr>
        </p:sp>
        <p:sp>
          <p:nvSpPr>
            <p:cNvPr id="1974" name="four:time-step-strips:time-strip-tᵦ-cell-190:1974">
              <a:extLst>
                <a:ext uri="{FF2B5EF4-FFF2-40B4-BE49-F238E27FC236}">
                  <ns2:creationId id="{418A349B-6CE7-46EF-9B23-D8CAAE826B7A}"/>
                </a:ext>
              </a:extLst>
            </p:cNvPr>
            <p:cNvSpPr>
              <a:spLocks noGrp="1"/>
            </p:cNvSpPr>
            <p:nvPr/>
          </p:nvSpPr>
          <p:spPr>
            <a:xfrm>
              <a:off x="24162742" y="2295525"/>
              <a:ext cx="15379" cy="276225"/>
            </a:xfrm>
            <a:prstGeom prst="rect">
              <a:avLst/>
            </a:prstGeom>
            <a:solidFill>
              <a:srgbClr val="DCE8ED"/>
            </a:solidFill>
            <a:ln w="0">
              <a:noFill/>
              <a:prstDash val="solid"/>
            </a:ln>
          </p:spPr>
        </p:sp>
        <p:sp>
          <p:nvSpPr>
            <p:cNvPr id="1975" name="four:time-step-strips:time-strip-tᵦ-cell-191:1975">
              <a:extLst>
                <a:ext uri="{FF2B5EF4-FFF2-40B4-BE49-F238E27FC236}">
                  <ns2:creationId id="{B9CF1B54-8D8A-4FB3-8977-41F2714381BF}"/>
                </a:ext>
              </a:extLst>
            </p:cNvPr>
            <p:cNvSpPr>
              <a:spLocks noGrp="1"/>
            </p:cNvSpPr>
            <p:nvPr/>
          </p:nvSpPr>
          <p:spPr>
            <a:xfrm>
              <a:off x="24178121" y="2295525"/>
              <a:ext cx="15379" cy="276225"/>
            </a:xfrm>
            <a:prstGeom prst="rect">
              <a:avLst/>
            </a:prstGeom>
            <a:solidFill>
              <a:srgbClr val="DCE8ED"/>
            </a:solidFill>
            <a:ln w="0">
              <a:noFill/>
              <a:prstDash val="solid"/>
            </a:ln>
          </p:spPr>
        </p:sp>
        <p:sp>
          <p:nvSpPr>
            <p:cNvPr id="1976" name="four:time-step-strips:time-strip-tᵦ-border:1976">
              <a:extLst>
                <a:ext uri="{FF2B5EF4-FFF2-40B4-BE49-F238E27FC236}">
                  <ns2:creationId id="{E85012F2-84CC-4322-A7C4-69E77FAE01DE}"/>
                </a:ext>
              </a:extLst>
            </p:cNvPr>
            <p:cNvSpPr>
              <a:spLocks noGrp="1"/>
            </p:cNvSpPr>
            <p:nvPr/>
          </p:nvSpPr>
          <p:spPr>
            <a:xfrm>
              <a:off x="21240750" y="2295525"/>
              <a:ext cx="2952750" cy="276225"/>
            </a:xfrm>
            <a:prstGeom prst="rect">
              <a:avLst/>
            </a:prstGeom>
            <a:noFill/>
            <a:ln w="7620">
              <a:solidFill>
                <a:srgbClr val="263238"/>
              </a:solidFill>
              <a:prstDash val="solid"/>
            </a:ln>
          </p:spPr>
        </p:sp>
        <p:sp>
          <p:nvSpPr>
            <p:cNvPr id="1977" name="four:time-step-strips:textbox:1977">
              <a:extLst>
                <a:ext uri="{FF2B5EF4-FFF2-40B4-BE49-F238E27FC236}">
                  <ns2:creationId id="{DF1EFA1B-C641-4423-876C-183A8958649F}"/>
                </a:ext>
              </a:extLst>
            </p:cNvPr>
            <p:cNvSpPr>
              <a:spLocks noGrp="1"/>
            </p:cNvSpPr>
            <p:nvPr/>
          </p:nvSpPr>
          <p:spPr>
            <a:xfrm>
              <a:off x="20831175" y="2981325"/>
              <a:ext cx="323850" cy="342900"/>
            </a:xfrm>
            <a:prstGeom prst="rect">
              <a:avLst/>
            </a:prstGeom>
            <a:noFill/>
            <a:ln w="0">
              <a:noFill/>
              <a:prstDash val="solid"/>
            </a:ln>
          </p:spPr>
          <p:txBody>
            <a:bodyPr wrap="none" lIns="0" tIns="0" rIns="0" bIns="0" anchor="ctr">
              <a:normAutofit fontScale="100000"/>
            </a:bodyPr>
            <a:lstStyle>
              <a:defPPr algn="ctr">
                <a:defRPr sz="2025" b="0">
                  <a:solidFill>
                    <a:srgbClr val="263238"/>
                  </a:solidFill>
                  <a:latin typeface="Arial"/>
                  <a:ea typeface="Arial"/>
                  <a:cs typeface="Arial"/>
                </a:defRPr>
              </a:defPPr>
            </a:lstStyle>
            <a:p>
              <a:pPr algn="ctr">
                <a:defRPr sz="2025" b="0">
                  <a:solidFill>
                    <a:srgbClr val="263238"/>
                  </a:solidFill>
                  <a:latin typeface="Arial"/>
                  <a:ea typeface="Arial"/>
                  <a:cs typeface="Arial"/>
                </a:defRPr>
              </a:pPr>
              <a:r>
                <a:rPr sz="2025" b="0">
                  <a:solidFill>
                    <a:srgbClr val="263238"/>
                  </a:solidFill>
                  <a:latin typeface="Arial"/>
                  <a:ea typeface="Arial"/>
                  <a:cs typeface="Arial"/>
                </a:rPr>
                <a:t>tᵢ</a:t>
              </a:r>
            </a:p>
          </p:txBody>
        </p:sp>
        <p:sp>
          <p:nvSpPr>
            <p:cNvPr id="1978" name="four:time-step-strips:time-strip-tᵢ-cell-0:1978">
              <a:extLst>
                <a:ext uri="{FF2B5EF4-FFF2-40B4-BE49-F238E27FC236}">
                  <ns2:creationId id="{825D311B-830B-44E1-8BA2-BFD27D59A206}"/>
                </a:ext>
              </a:extLst>
            </p:cNvPr>
            <p:cNvSpPr>
              <a:spLocks noGrp="1"/>
            </p:cNvSpPr>
            <p:nvPr/>
          </p:nvSpPr>
          <p:spPr>
            <a:xfrm>
              <a:off x="21240750" y="3009900"/>
              <a:ext cx="15379" cy="276225"/>
            </a:xfrm>
            <a:prstGeom prst="rect">
              <a:avLst/>
            </a:prstGeom>
            <a:solidFill>
              <a:srgbClr val="DCE8ED"/>
            </a:solidFill>
            <a:ln w="0">
              <a:noFill/>
              <a:prstDash val="solid"/>
            </a:ln>
          </p:spPr>
        </p:sp>
        <p:sp>
          <p:nvSpPr>
            <p:cNvPr id="1979" name="four:time-step-strips:time-strip-tᵢ-cell-1:1979">
              <a:extLst>
                <a:ext uri="{FF2B5EF4-FFF2-40B4-BE49-F238E27FC236}">
                  <ns2:creationId id="{65B7873F-56AF-46D7-A6FC-F51619A0BF08}"/>
                </a:ext>
              </a:extLst>
            </p:cNvPr>
            <p:cNvSpPr>
              <a:spLocks noGrp="1"/>
            </p:cNvSpPr>
            <p:nvPr/>
          </p:nvSpPr>
          <p:spPr>
            <a:xfrm>
              <a:off x="21256129" y="3009900"/>
              <a:ext cx="15379" cy="276225"/>
            </a:xfrm>
            <a:prstGeom prst="rect">
              <a:avLst/>
            </a:prstGeom>
            <a:solidFill>
              <a:srgbClr val="DCE8ED"/>
            </a:solidFill>
            <a:ln w="0">
              <a:noFill/>
              <a:prstDash val="solid"/>
            </a:ln>
          </p:spPr>
        </p:sp>
        <p:sp>
          <p:nvSpPr>
            <p:cNvPr id="1980" name="four:time-step-strips:time-strip-tᵢ-cell-2:1980">
              <a:extLst>
                <a:ext uri="{FF2B5EF4-FFF2-40B4-BE49-F238E27FC236}">
                  <ns2:creationId id="{021CA1FC-0C75-4038-8BAE-E7862CA253B9}"/>
                </a:ext>
              </a:extLst>
            </p:cNvPr>
            <p:cNvSpPr>
              <a:spLocks noGrp="1"/>
            </p:cNvSpPr>
            <p:nvPr/>
          </p:nvSpPr>
          <p:spPr>
            <a:xfrm>
              <a:off x="21271508" y="3009900"/>
              <a:ext cx="15379" cy="276225"/>
            </a:xfrm>
            <a:prstGeom prst="rect">
              <a:avLst/>
            </a:prstGeom>
            <a:solidFill>
              <a:srgbClr val="DCE8ED"/>
            </a:solidFill>
            <a:ln w="0">
              <a:noFill/>
              <a:prstDash val="solid"/>
            </a:ln>
          </p:spPr>
        </p:sp>
        <p:sp>
          <p:nvSpPr>
            <p:cNvPr id="1981" name="four:time-step-strips:time-strip-tᵢ-cell-3:1981">
              <a:extLst>
                <a:ext uri="{FF2B5EF4-FFF2-40B4-BE49-F238E27FC236}">
                  <ns2:creationId id="{B4061B4D-CF77-4E70-98D3-C47A5068A099}"/>
                </a:ext>
              </a:extLst>
            </p:cNvPr>
            <p:cNvSpPr>
              <a:spLocks noGrp="1"/>
            </p:cNvSpPr>
            <p:nvPr/>
          </p:nvSpPr>
          <p:spPr>
            <a:xfrm>
              <a:off x="21286887" y="3009900"/>
              <a:ext cx="15379" cy="276225"/>
            </a:xfrm>
            <a:prstGeom prst="rect">
              <a:avLst/>
            </a:prstGeom>
            <a:solidFill>
              <a:srgbClr val="DCE8ED"/>
            </a:solidFill>
            <a:ln w="0">
              <a:noFill/>
              <a:prstDash val="solid"/>
            </a:ln>
          </p:spPr>
        </p:sp>
        <p:sp>
          <p:nvSpPr>
            <p:cNvPr id="1982" name="four:time-step-strips:time-strip-tᵢ-cell-4:1982">
              <a:extLst>
                <a:ext uri="{FF2B5EF4-FFF2-40B4-BE49-F238E27FC236}">
                  <ns2:creationId id="{981CC452-8DE0-4D6D-A6A7-9B39EDF473E3}"/>
                </a:ext>
              </a:extLst>
            </p:cNvPr>
            <p:cNvSpPr>
              <a:spLocks noGrp="1"/>
            </p:cNvSpPr>
            <p:nvPr/>
          </p:nvSpPr>
          <p:spPr>
            <a:xfrm>
              <a:off x="21302266" y="3009900"/>
              <a:ext cx="15379" cy="276225"/>
            </a:xfrm>
            <a:prstGeom prst="rect">
              <a:avLst/>
            </a:prstGeom>
            <a:solidFill>
              <a:srgbClr val="DCE8ED"/>
            </a:solidFill>
            <a:ln w="0">
              <a:noFill/>
              <a:prstDash val="solid"/>
            </a:ln>
          </p:spPr>
        </p:sp>
        <p:sp>
          <p:nvSpPr>
            <p:cNvPr id="1983" name="four:time-step-strips:time-strip-tᵢ-cell-5:1983">
              <a:extLst>
                <a:ext uri="{FF2B5EF4-FFF2-40B4-BE49-F238E27FC236}">
                  <ns2:creationId id="{FA96C334-5958-462B-90EB-0125715C5224}"/>
                </a:ext>
              </a:extLst>
            </p:cNvPr>
            <p:cNvSpPr>
              <a:spLocks noGrp="1"/>
            </p:cNvSpPr>
            <p:nvPr/>
          </p:nvSpPr>
          <p:spPr>
            <a:xfrm>
              <a:off x="21317645" y="3009900"/>
              <a:ext cx="15379" cy="276225"/>
            </a:xfrm>
            <a:prstGeom prst="rect">
              <a:avLst/>
            </a:prstGeom>
            <a:solidFill>
              <a:srgbClr val="DCE8ED"/>
            </a:solidFill>
            <a:ln w="0">
              <a:noFill/>
              <a:prstDash val="solid"/>
            </a:ln>
          </p:spPr>
        </p:sp>
        <p:sp>
          <p:nvSpPr>
            <p:cNvPr id="1984" name="four:time-step-strips:time-strip-tᵢ-cell-6:1984">
              <a:extLst>
                <a:ext uri="{FF2B5EF4-FFF2-40B4-BE49-F238E27FC236}">
                  <ns2:creationId id="{16AF985D-8FD3-48AF-8B75-10F89DBD2C3D}"/>
                </a:ext>
              </a:extLst>
            </p:cNvPr>
            <p:cNvSpPr>
              <a:spLocks noGrp="1"/>
            </p:cNvSpPr>
            <p:nvPr/>
          </p:nvSpPr>
          <p:spPr>
            <a:xfrm>
              <a:off x="21333023" y="3009900"/>
              <a:ext cx="15379" cy="276225"/>
            </a:xfrm>
            <a:prstGeom prst="rect">
              <a:avLst/>
            </a:prstGeom>
            <a:solidFill>
              <a:srgbClr val="D2E1E8"/>
            </a:solidFill>
            <a:ln w="0">
              <a:noFill/>
              <a:prstDash val="solid"/>
            </a:ln>
          </p:spPr>
        </p:sp>
        <p:sp>
          <p:nvSpPr>
            <p:cNvPr id="1985" name="four:time-step-strips:time-strip-tᵢ-cell-7:1985">
              <a:extLst>
                <a:ext uri="{FF2B5EF4-FFF2-40B4-BE49-F238E27FC236}">
                  <ns2:creationId id="{38AA467C-ED45-4D84-B51A-1A8EED20C316}"/>
                </a:ext>
              </a:extLst>
            </p:cNvPr>
            <p:cNvSpPr>
              <a:spLocks noGrp="1"/>
            </p:cNvSpPr>
            <p:nvPr/>
          </p:nvSpPr>
          <p:spPr>
            <a:xfrm>
              <a:off x="21348402" y="3009900"/>
              <a:ext cx="15379" cy="276225"/>
            </a:xfrm>
            <a:prstGeom prst="rect">
              <a:avLst/>
            </a:prstGeom>
            <a:solidFill>
              <a:srgbClr val="A2C9DD"/>
            </a:solidFill>
            <a:ln w="0">
              <a:noFill/>
              <a:prstDash val="solid"/>
            </a:ln>
          </p:spPr>
        </p:sp>
        <p:sp>
          <p:nvSpPr>
            <p:cNvPr id="1986" name="four:time-step-strips:time-strip-tᵢ-cell-8:1986">
              <a:extLst>
                <a:ext uri="{FF2B5EF4-FFF2-40B4-BE49-F238E27FC236}">
                  <ns2:creationId id="{26334750-04C8-4EAC-9A64-73A23259CFED}"/>
                </a:ext>
              </a:extLst>
            </p:cNvPr>
            <p:cNvSpPr>
              <a:spLocks noGrp="1"/>
            </p:cNvSpPr>
            <p:nvPr/>
          </p:nvSpPr>
          <p:spPr>
            <a:xfrm>
              <a:off x="21363781" y="3009900"/>
              <a:ext cx="15379" cy="276225"/>
            </a:xfrm>
            <a:prstGeom prst="rect">
              <a:avLst/>
            </a:prstGeom>
            <a:solidFill>
              <a:srgbClr val="68AACE"/>
            </a:solidFill>
            <a:ln w="0">
              <a:noFill/>
              <a:prstDash val="solid"/>
            </a:ln>
          </p:spPr>
        </p:sp>
        <p:sp>
          <p:nvSpPr>
            <p:cNvPr id="1987" name="four:time-step-strips:time-strip-tᵢ-cell-9:1987">
              <a:extLst>
                <a:ext uri="{FF2B5EF4-FFF2-40B4-BE49-F238E27FC236}">
                  <ns2:creationId id="{04B5002F-82CA-4B1F-9774-A3AE18B6A828}"/>
                </a:ext>
              </a:extLst>
            </p:cNvPr>
            <p:cNvSpPr>
              <a:spLocks noGrp="1"/>
            </p:cNvSpPr>
            <p:nvPr/>
          </p:nvSpPr>
          <p:spPr>
            <a:xfrm>
              <a:off x="21379160" y="3009900"/>
              <a:ext cx="15379" cy="276225"/>
            </a:xfrm>
            <a:prstGeom prst="rect">
              <a:avLst/>
            </a:prstGeom>
            <a:solidFill>
              <a:srgbClr val="318CBF"/>
            </a:solidFill>
            <a:ln w="0">
              <a:noFill/>
              <a:prstDash val="solid"/>
            </a:ln>
          </p:spPr>
        </p:sp>
        <p:sp>
          <p:nvSpPr>
            <p:cNvPr id="1988" name="four:time-step-strips:time-strip-tᵢ-cell-10:1988">
              <a:extLst>
                <a:ext uri="{FF2B5EF4-FFF2-40B4-BE49-F238E27FC236}">
                  <ns2:creationId id="{6D152975-7609-4A0E-81BF-4A14D63985AD}"/>
                </a:ext>
              </a:extLst>
            </p:cNvPr>
            <p:cNvSpPr>
              <a:spLocks noGrp="1"/>
            </p:cNvSpPr>
            <p:nvPr/>
          </p:nvSpPr>
          <p:spPr>
            <a:xfrm>
              <a:off x="21394539" y="3009900"/>
              <a:ext cx="15379" cy="276225"/>
            </a:xfrm>
            <a:prstGeom prst="rect">
              <a:avLst/>
            </a:prstGeom>
            <a:solidFill>
              <a:srgbClr val="0977B4"/>
            </a:solidFill>
            <a:ln w="0">
              <a:noFill/>
              <a:prstDash val="solid"/>
            </a:ln>
          </p:spPr>
        </p:sp>
        <p:sp>
          <p:nvSpPr>
            <p:cNvPr id="1989" name="four:time-step-strips:time-strip-tᵢ-cell-11:1989">
              <a:extLst>
                <a:ext uri="{FF2B5EF4-FFF2-40B4-BE49-F238E27FC236}">
                  <ns2:creationId id="{D5DB168F-8B65-4B47-9070-E2A2F561ED42}"/>
                </a:ext>
              </a:extLst>
            </p:cNvPr>
            <p:cNvSpPr>
              <a:spLocks noGrp="1"/>
            </p:cNvSpPr>
            <p:nvPr/>
          </p:nvSpPr>
          <p:spPr>
            <a:xfrm>
              <a:off x="21409918" y="3009900"/>
              <a:ext cx="15379" cy="276225"/>
            </a:xfrm>
            <a:prstGeom prst="rect">
              <a:avLst/>
            </a:prstGeom>
            <a:solidFill>
              <a:srgbClr val="0072B2"/>
            </a:solidFill>
            <a:ln w="0">
              <a:noFill/>
              <a:prstDash val="solid"/>
            </a:ln>
          </p:spPr>
        </p:sp>
        <p:sp>
          <p:nvSpPr>
            <p:cNvPr id="1990" name="four:time-step-strips:time-strip-tᵢ-cell-12:1990">
              <a:extLst>
                <a:ext uri="{FF2B5EF4-FFF2-40B4-BE49-F238E27FC236}">
                  <ns2:creationId id="{66D4A933-C0DF-4CE1-8F59-8E23B108214A}"/>
                </a:ext>
              </a:extLst>
            </p:cNvPr>
            <p:cNvSpPr>
              <a:spLocks noGrp="1"/>
            </p:cNvSpPr>
            <p:nvPr/>
          </p:nvSpPr>
          <p:spPr>
            <a:xfrm>
              <a:off x="21425297" y="3009900"/>
              <a:ext cx="15379" cy="276225"/>
            </a:xfrm>
            <a:prstGeom prst="rect">
              <a:avLst/>
            </a:prstGeom>
            <a:solidFill>
              <a:srgbClr val="0072B2"/>
            </a:solidFill>
            <a:ln w="0">
              <a:noFill/>
              <a:prstDash val="solid"/>
            </a:ln>
          </p:spPr>
        </p:sp>
        <p:sp>
          <p:nvSpPr>
            <p:cNvPr id="1991" name="four:time-step-strips:time-strip-tᵢ-cell-13:1991">
              <a:extLst>
                <a:ext uri="{FF2B5EF4-FFF2-40B4-BE49-F238E27FC236}">
                  <ns2:creationId id="{16C0A967-846B-4B83-940E-C8DE8AF4C55E}"/>
                </a:ext>
              </a:extLst>
            </p:cNvPr>
            <p:cNvSpPr>
              <a:spLocks noGrp="1"/>
            </p:cNvSpPr>
            <p:nvPr/>
          </p:nvSpPr>
          <p:spPr>
            <a:xfrm>
              <a:off x="21440676" y="3009900"/>
              <a:ext cx="15379" cy="276225"/>
            </a:xfrm>
            <a:prstGeom prst="rect">
              <a:avLst/>
            </a:prstGeom>
            <a:solidFill>
              <a:srgbClr val="0072B2"/>
            </a:solidFill>
            <a:ln w="0">
              <a:noFill/>
              <a:prstDash val="solid"/>
            </a:ln>
          </p:spPr>
        </p:sp>
        <p:sp>
          <p:nvSpPr>
            <p:cNvPr id="1992" name="four:time-step-strips:time-strip-tᵢ-cell-14:1992">
              <a:extLst>
                <a:ext uri="{FF2B5EF4-FFF2-40B4-BE49-F238E27FC236}">
                  <ns2:creationId id="{24D19921-57A4-4FB1-844E-60A2252D161A}"/>
                </a:ext>
              </a:extLst>
            </p:cNvPr>
            <p:cNvSpPr>
              <a:spLocks noGrp="1"/>
            </p:cNvSpPr>
            <p:nvPr/>
          </p:nvSpPr>
          <p:spPr>
            <a:xfrm>
              <a:off x="21456055" y="3009900"/>
              <a:ext cx="15379" cy="276225"/>
            </a:xfrm>
            <a:prstGeom prst="rect">
              <a:avLst/>
            </a:prstGeom>
            <a:solidFill>
              <a:srgbClr val="0072B2"/>
            </a:solidFill>
            <a:ln w="0">
              <a:noFill/>
              <a:prstDash val="solid"/>
            </a:ln>
          </p:spPr>
        </p:sp>
        <p:sp>
          <p:nvSpPr>
            <p:cNvPr id="1993" name="four:time-step-strips:time-strip-tᵢ-cell-15:1993">
              <a:extLst>
                <a:ext uri="{FF2B5EF4-FFF2-40B4-BE49-F238E27FC236}">
                  <ns2:creationId id="{F23A827E-B693-44B0-900F-17A5CB2A9960}"/>
                </a:ext>
              </a:extLst>
            </p:cNvPr>
            <p:cNvSpPr>
              <a:spLocks noGrp="1"/>
            </p:cNvSpPr>
            <p:nvPr/>
          </p:nvSpPr>
          <p:spPr>
            <a:xfrm>
              <a:off x="21471434" y="3009900"/>
              <a:ext cx="15379" cy="276225"/>
            </a:xfrm>
            <a:prstGeom prst="rect">
              <a:avLst/>
            </a:prstGeom>
            <a:solidFill>
              <a:srgbClr val="0072B2"/>
            </a:solidFill>
            <a:ln w="0">
              <a:noFill/>
              <a:prstDash val="solid"/>
            </a:ln>
          </p:spPr>
        </p:sp>
        <p:sp>
          <p:nvSpPr>
            <p:cNvPr id="1994" name="four:time-step-strips:time-strip-tᵢ-cell-16:1994">
              <a:extLst>
                <a:ext uri="{FF2B5EF4-FFF2-40B4-BE49-F238E27FC236}">
                  <ns2:creationId id="{5CC4D444-B14A-4EF8-8C36-BC0712BB3FD2}"/>
                </a:ext>
              </a:extLst>
            </p:cNvPr>
            <p:cNvSpPr>
              <a:spLocks noGrp="1"/>
            </p:cNvSpPr>
            <p:nvPr/>
          </p:nvSpPr>
          <p:spPr>
            <a:xfrm>
              <a:off x="21486812" y="3009900"/>
              <a:ext cx="15379" cy="276225"/>
            </a:xfrm>
            <a:prstGeom prst="rect">
              <a:avLst/>
            </a:prstGeom>
            <a:solidFill>
              <a:srgbClr val="0072B2"/>
            </a:solidFill>
            <a:ln w="0">
              <a:noFill/>
              <a:prstDash val="solid"/>
            </a:ln>
          </p:spPr>
        </p:sp>
        <p:sp>
          <p:nvSpPr>
            <p:cNvPr id="1995" name="four:time-step-strips:time-strip-tᵢ-cell-17:1995">
              <a:extLst>
                <a:ext uri="{FF2B5EF4-FFF2-40B4-BE49-F238E27FC236}">
                  <ns2:creationId id="{EB7E7AC7-56A4-47B8-8086-5AA74A751B95}"/>
                </a:ext>
              </a:extLst>
            </p:cNvPr>
            <p:cNvSpPr>
              <a:spLocks noGrp="1"/>
            </p:cNvSpPr>
            <p:nvPr/>
          </p:nvSpPr>
          <p:spPr>
            <a:xfrm>
              <a:off x="21502191" y="3009900"/>
              <a:ext cx="15379" cy="276225"/>
            </a:xfrm>
            <a:prstGeom prst="rect">
              <a:avLst/>
            </a:prstGeom>
            <a:solidFill>
              <a:srgbClr val="0072B2"/>
            </a:solidFill>
            <a:ln w="0">
              <a:noFill/>
              <a:prstDash val="solid"/>
            </a:ln>
          </p:spPr>
        </p:sp>
        <p:sp>
          <p:nvSpPr>
            <p:cNvPr id="1996" name="four:time-step-strips:time-strip-tᵢ-cell-18:1996">
              <a:extLst>
                <a:ext uri="{FF2B5EF4-FFF2-40B4-BE49-F238E27FC236}">
                  <ns2:creationId id="{CEB0A1C7-7ECA-4EAF-8467-AD077B107661}"/>
                </a:ext>
              </a:extLst>
            </p:cNvPr>
            <p:cNvSpPr>
              <a:spLocks noGrp="1"/>
            </p:cNvSpPr>
            <p:nvPr/>
          </p:nvSpPr>
          <p:spPr>
            <a:xfrm>
              <a:off x="21517570" y="3009900"/>
              <a:ext cx="15379" cy="276225"/>
            </a:xfrm>
            <a:prstGeom prst="rect">
              <a:avLst/>
            </a:prstGeom>
            <a:solidFill>
              <a:srgbClr val="0072B2"/>
            </a:solidFill>
            <a:ln w="0">
              <a:noFill/>
              <a:prstDash val="solid"/>
            </a:ln>
          </p:spPr>
        </p:sp>
        <p:sp>
          <p:nvSpPr>
            <p:cNvPr id="1997" name="four:time-step-strips:time-strip-tᵢ-cell-19:1997">
              <a:extLst>
                <a:ext uri="{FF2B5EF4-FFF2-40B4-BE49-F238E27FC236}">
                  <ns2:creationId id="{BA1AEC15-E27B-4762-B973-30286FB78809}"/>
                </a:ext>
              </a:extLst>
            </p:cNvPr>
            <p:cNvSpPr>
              <a:spLocks noGrp="1"/>
            </p:cNvSpPr>
            <p:nvPr/>
          </p:nvSpPr>
          <p:spPr>
            <a:xfrm>
              <a:off x="21532949" y="3009900"/>
              <a:ext cx="15379" cy="276225"/>
            </a:xfrm>
            <a:prstGeom prst="rect">
              <a:avLst/>
            </a:prstGeom>
            <a:solidFill>
              <a:srgbClr val="0072B2"/>
            </a:solidFill>
            <a:ln w="0">
              <a:noFill/>
              <a:prstDash val="solid"/>
            </a:ln>
          </p:spPr>
        </p:sp>
        <p:sp>
          <p:nvSpPr>
            <p:cNvPr id="1998" name="four:time-step-strips:time-strip-tᵢ-cell-20:1998">
              <a:extLst>
                <a:ext uri="{FF2B5EF4-FFF2-40B4-BE49-F238E27FC236}">
                  <ns2:creationId id="{1A58D797-BC9F-40A2-9046-3FE4F2ED5B67}"/>
                </a:ext>
              </a:extLst>
            </p:cNvPr>
            <p:cNvSpPr>
              <a:spLocks noGrp="1"/>
            </p:cNvSpPr>
            <p:nvPr/>
          </p:nvSpPr>
          <p:spPr>
            <a:xfrm>
              <a:off x="21548328" y="3009900"/>
              <a:ext cx="15379" cy="276225"/>
            </a:xfrm>
            <a:prstGeom prst="rect">
              <a:avLst/>
            </a:prstGeom>
            <a:solidFill>
              <a:srgbClr val="0072B2"/>
            </a:solidFill>
            <a:ln w="0">
              <a:noFill/>
              <a:prstDash val="solid"/>
            </a:ln>
          </p:spPr>
        </p:sp>
        <p:sp>
          <p:nvSpPr>
            <p:cNvPr id="1999" name="four:time-step-strips:time-strip-tᵢ-cell-21:1999">
              <a:extLst>
                <a:ext uri="{FF2B5EF4-FFF2-40B4-BE49-F238E27FC236}">
                  <ns2:creationId id="{DB2A2AC7-25F7-4435-824C-D10446E45044}"/>
                </a:ext>
              </a:extLst>
            </p:cNvPr>
            <p:cNvSpPr>
              <a:spLocks noGrp="1"/>
            </p:cNvSpPr>
            <p:nvPr/>
          </p:nvSpPr>
          <p:spPr>
            <a:xfrm>
              <a:off x="21563707" y="3009900"/>
              <a:ext cx="15379" cy="276225"/>
            </a:xfrm>
            <a:prstGeom prst="rect">
              <a:avLst/>
            </a:prstGeom>
            <a:solidFill>
              <a:srgbClr val="0072B2"/>
            </a:solidFill>
            <a:ln w="0">
              <a:noFill/>
              <a:prstDash val="solid"/>
            </a:ln>
          </p:spPr>
        </p:sp>
        <p:sp>
          <p:nvSpPr>
            <p:cNvPr id="2000" name="four:time-step-strips:time-strip-tᵢ-cell-22:2000">
              <a:extLst>
                <a:ext uri="{FF2B5EF4-FFF2-40B4-BE49-F238E27FC236}">
                  <ns2:creationId id="{C50CCE63-A011-4E07-A700-878B2766AD71}"/>
                </a:ext>
              </a:extLst>
            </p:cNvPr>
            <p:cNvSpPr>
              <a:spLocks noGrp="1"/>
            </p:cNvSpPr>
            <p:nvPr/>
          </p:nvSpPr>
          <p:spPr>
            <a:xfrm>
              <a:off x="21579086" y="3009900"/>
              <a:ext cx="15379" cy="276225"/>
            </a:xfrm>
            <a:prstGeom prst="rect">
              <a:avLst/>
            </a:prstGeom>
            <a:solidFill>
              <a:srgbClr val="0D79B6"/>
            </a:solidFill>
            <a:ln w="0">
              <a:noFill/>
              <a:prstDash val="solid"/>
            </a:ln>
          </p:spPr>
        </p:sp>
        <p:sp>
          <p:nvSpPr>
            <p:cNvPr id="2001" name="four:time-step-strips:time-strip-tᵢ-cell-23:2001">
              <a:extLst>
                <a:ext uri="{FF2B5EF4-FFF2-40B4-BE49-F238E27FC236}">
                  <ns2:creationId id="{1A49D100-C3E8-46CB-B379-BBCFC4813E5C}"/>
                </a:ext>
              </a:extLst>
            </p:cNvPr>
            <p:cNvSpPr>
              <a:spLocks noGrp="1"/>
            </p:cNvSpPr>
            <p:nvPr/>
          </p:nvSpPr>
          <p:spPr>
            <a:xfrm>
              <a:off x="21594465" y="3009900"/>
              <a:ext cx="15379" cy="276225"/>
            </a:xfrm>
            <a:prstGeom prst="rect">
              <a:avLst/>
            </a:prstGeom>
            <a:solidFill>
              <a:srgbClr val="2A88BD"/>
            </a:solidFill>
            <a:ln w="0">
              <a:noFill/>
              <a:prstDash val="solid"/>
            </a:ln>
          </p:spPr>
        </p:sp>
        <p:sp>
          <p:nvSpPr>
            <p:cNvPr id="2002" name="four:time-step-strips:time-strip-tᵢ-cell-24:2002">
              <a:extLst>
                <a:ext uri="{FF2B5EF4-FFF2-40B4-BE49-F238E27FC236}">
                  <ns2:creationId id="{6D8424E6-0EAB-4CEA-94B4-308E341DF832}"/>
                </a:ext>
              </a:extLst>
            </p:cNvPr>
            <p:cNvSpPr>
              <a:spLocks noGrp="1"/>
            </p:cNvSpPr>
            <p:nvPr/>
          </p:nvSpPr>
          <p:spPr>
            <a:xfrm>
              <a:off x="21609844" y="3009900"/>
              <a:ext cx="15379" cy="276225"/>
            </a:xfrm>
            <a:prstGeom prst="rect">
              <a:avLst/>
            </a:prstGeom>
            <a:solidFill>
              <a:srgbClr val="519DC8"/>
            </a:solidFill>
            <a:ln w="0">
              <a:noFill/>
              <a:prstDash val="solid"/>
            </a:ln>
          </p:spPr>
        </p:sp>
        <p:sp>
          <p:nvSpPr>
            <p:cNvPr id="2003" name="four:time-step-strips:time-strip-tᵢ-cell-25:2003">
              <a:extLst>
                <a:ext uri="{FF2B5EF4-FFF2-40B4-BE49-F238E27FC236}">
                  <ns2:creationId id="{95665B30-139A-44A6-A22F-A5A44CEF356B}"/>
                </a:ext>
              </a:extLst>
            </p:cNvPr>
            <p:cNvSpPr>
              <a:spLocks noGrp="1"/>
            </p:cNvSpPr>
            <p:nvPr/>
          </p:nvSpPr>
          <p:spPr>
            <a:xfrm>
              <a:off x="21625223" y="3009900"/>
              <a:ext cx="15379" cy="276225"/>
            </a:xfrm>
            <a:prstGeom prst="rect">
              <a:avLst/>
            </a:prstGeom>
            <a:solidFill>
              <a:srgbClr val="7BB4D3"/>
            </a:solidFill>
            <a:ln w="0">
              <a:noFill/>
              <a:prstDash val="solid"/>
            </a:ln>
          </p:spPr>
        </p:sp>
        <p:sp>
          <p:nvSpPr>
            <p:cNvPr id="2004" name="four:time-step-strips:time-strip-tᵢ-cell-26:2004">
              <a:extLst>
                <a:ext uri="{FF2B5EF4-FFF2-40B4-BE49-F238E27FC236}">
                  <ns2:creationId id="{32BF2FF2-356E-4B7E-80B6-B760833E7F34}"/>
                </a:ext>
              </a:extLst>
            </p:cNvPr>
            <p:cNvSpPr>
              <a:spLocks noGrp="1"/>
            </p:cNvSpPr>
            <p:nvPr/>
          </p:nvSpPr>
          <p:spPr>
            <a:xfrm>
              <a:off x="21640602" y="3009900"/>
              <a:ext cx="15379" cy="276225"/>
            </a:xfrm>
            <a:prstGeom prst="rect">
              <a:avLst/>
            </a:prstGeom>
            <a:solidFill>
              <a:srgbClr val="A4CADE"/>
            </a:solidFill>
            <a:ln w="0">
              <a:noFill/>
              <a:prstDash val="solid"/>
            </a:ln>
          </p:spPr>
        </p:sp>
        <p:sp>
          <p:nvSpPr>
            <p:cNvPr id="2005" name="four:time-step-strips:time-strip-tᵢ-cell-27:2005">
              <a:extLst>
                <a:ext uri="{FF2B5EF4-FFF2-40B4-BE49-F238E27FC236}">
                  <ns2:creationId id="{A6AB8162-7B53-41AE-B598-96285C7F91CF}"/>
                </a:ext>
              </a:extLst>
            </p:cNvPr>
            <p:cNvSpPr>
              <a:spLocks noGrp="1"/>
            </p:cNvSpPr>
            <p:nvPr/>
          </p:nvSpPr>
          <p:spPr>
            <a:xfrm>
              <a:off x="21655980" y="3009900"/>
              <a:ext cx="15379" cy="276225"/>
            </a:xfrm>
            <a:prstGeom prst="rect">
              <a:avLst/>
            </a:prstGeom>
            <a:solidFill>
              <a:srgbClr val="CDDEE5"/>
            </a:solidFill>
            <a:ln w="0">
              <a:noFill/>
              <a:prstDash val="solid"/>
            </a:ln>
          </p:spPr>
        </p:sp>
        <p:sp>
          <p:nvSpPr>
            <p:cNvPr id="2006" name="four:time-step-strips:time-strip-tᵢ-cell-28:2006">
              <a:extLst>
                <a:ext uri="{FF2B5EF4-FFF2-40B4-BE49-F238E27FC236}">
                  <ns2:creationId id="{0BC2F3D4-2C4A-47C8-8F5D-F8FB2238690F}"/>
                </a:ext>
              </a:extLst>
            </p:cNvPr>
            <p:cNvSpPr>
              <a:spLocks noGrp="1"/>
            </p:cNvSpPr>
            <p:nvPr/>
          </p:nvSpPr>
          <p:spPr>
            <a:xfrm>
              <a:off x="21671359" y="3009900"/>
              <a:ext cx="15379" cy="276225"/>
            </a:xfrm>
            <a:prstGeom prst="rect">
              <a:avLst/>
            </a:prstGeom>
            <a:solidFill>
              <a:srgbClr val="DAE7EC"/>
            </a:solidFill>
            <a:ln w="0">
              <a:noFill/>
              <a:prstDash val="solid"/>
            </a:ln>
          </p:spPr>
        </p:sp>
        <p:sp>
          <p:nvSpPr>
            <p:cNvPr id="2007" name="four:time-step-strips:time-strip-tᵢ-cell-29:2007">
              <a:extLst>
                <a:ext uri="{FF2B5EF4-FFF2-40B4-BE49-F238E27FC236}">
                  <ns2:creationId id="{FFFECE0C-99DD-4C16-BF73-ACFDF8EE6039}"/>
                </a:ext>
              </a:extLst>
            </p:cNvPr>
            <p:cNvSpPr>
              <a:spLocks noGrp="1"/>
            </p:cNvSpPr>
            <p:nvPr/>
          </p:nvSpPr>
          <p:spPr>
            <a:xfrm>
              <a:off x="21686738" y="3009900"/>
              <a:ext cx="15379" cy="276225"/>
            </a:xfrm>
            <a:prstGeom prst="rect">
              <a:avLst/>
            </a:prstGeom>
            <a:solidFill>
              <a:srgbClr val="DCE8ED"/>
            </a:solidFill>
            <a:ln w="0">
              <a:noFill/>
              <a:prstDash val="solid"/>
            </a:ln>
          </p:spPr>
        </p:sp>
        <p:sp>
          <p:nvSpPr>
            <p:cNvPr id="2008" name="four:time-step-strips:time-strip-tᵢ-cell-30:2008">
              <a:extLst>
                <a:ext uri="{FF2B5EF4-FFF2-40B4-BE49-F238E27FC236}">
                  <ns2:creationId id="{F6752C18-3E26-4FBD-917D-0B1349556FB9}"/>
                </a:ext>
              </a:extLst>
            </p:cNvPr>
            <p:cNvSpPr>
              <a:spLocks noGrp="1"/>
            </p:cNvSpPr>
            <p:nvPr/>
          </p:nvSpPr>
          <p:spPr>
            <a:xfrm>
              <a:off x="21702117" y="3009900"/>
              <a:ext cx="15379" cy="276225"/>
            </a:xfrm>
            <a:prstGeom prst="rect">
              <a:avLst/>
            </a:prstGeom>
            <a:solidFill>
              <a:srgbClr val="DCE8ED"/>
            </a:solidFill>
            <a:ln w="0">
              <a:noFill/>
              <a:prstDash val="solid"/>
            </a:ln>
          </p:spPr>
        </p:sp>
        <p:sp>
          <p:nvSpPr>
            <p:cNvPr id="2009" name="four:time-step-strips:time-strip-tᵢ-cell-31:2009">
              <a:extLst>
                <a:ext uri="{FF2B5EF4-FFF2-40B4-BE49-F238E27FC236}">
                  <ns2:creationId id="{87110DEE-D9FC-43BB-B5B1-1DAF7BB996C9}"/>
                </a:ext>
              </a:extLst>
            </p:cNvPr>
            <p:cNvSpPr>
              <a:spLocks noGrp="1"/>
            </p:cNvSpPr>
            <p:nvPr/>
          </p:nvSpPr>
          <p:spPr>
            <a:xfrm>
              <a:off x="21717496" y="3009900"/>
              <a:ext cx="15379" cy="276225"/>
            </a:xfrm>
            <a:prstGeom prst="rect">
              <a:avLst/>
            </a:prstGeom>
            <a:solidFill>
              <a:srgbClr val="DCE8ED"/>
            </a:solidFill>
            <a:ln w="0">
              <a:noFill/>
              <a:prstDash val="solid"/>
            </a:ln>
          </p:spPr>
        </p:sp>
        <p:sp>
          <p:nvSpPr>
            <p:cNvPr id="2010" name="four:time-step-strips:time-strip-tᵢ-cell-32:2010">
              <a:extLst>
                <a:ext uri="{FF2B5EF4-FFF2-40B4-BE49-F238E27FC236}">
                  <ns2:creationId id="{D895BDAC-15B4-45FA-A59B-968E82927ED5}"/>
                </a:ext>
              </a:extLst>
            </p:cNvPr>
            <p:cNvSpPr>
              <a:spLocks noGrp="1"/>
            </p:cNvSpPr>
            <p:nvPr/>
          </p:nvSpPr>
          <p:spPr>
            <a:xfrm>
              <a:off x="21732875" y="3009900"/>
              <a:ext cx="15379" cy="276225"/>
            </a:xfrm>
            <a:prstGeom prst="rect">
              <a:avLst/>
            </a:prstGeom>
            <a:solidFill>
              <a:srgbClr val="DCE8ED"/>
            </a:solidFill>
            <a:ln w="0">
              <a:noFill/>
              <a:prstDash val="solid"/>
            </a:ln>
          </p:spPr>
        </p:sp>
        <p:sp>
          <p:nvSpPr>
            <p:cNvPr id="2011" name="four:time-step-strips:time-strip-tᵢ-cell-33:2011">
              <a:extLst>
                <a:ext uri="{FF2B5EF4-FFF2-40B4-BE49-F238E27FC236}">
                  <ns2:creationId id="{9CAD9838-581E-42E7-83C3-833A8BF8BEAA}"/>
                </a:ext>
              </a:extLst>
            </p:cNvPr>
            <p:cNvSpPr>
              <a:spLocks noGrp="1"/>
            </p:cNvSpPr>
            <p:nvPr/>
          </p:nvSpPr>
          <p:spPr>
            <a:xfrm>
              <a:off x="21748254" y="3009900"/>
              <a:ext cx="15379" cy="276225"/>
            </a:xfrm>
            <a:prstGeom prst="rect">
              <a:avLst/>
            </a:prstGeom>
            <a:solidFill>
              <a:srgbClr val="DCE8ED"/>
            </a:solidFill>
            <a:ln w="0">
              <a:noFill/>
              <a:prstDash val="solid"/>
            </a:ln>
          </p:spPr>
        </p:sp>
        <p:sp>
          <p:nvSpPr>
            <p:cNvPr id="2012" name="four:time-step-strips:time-strip-tᵢ-cell-34:2012">
              <a:extLst>
                <a:ext uri="{FF2B5EF4-FFF2-40B4-BE49-F238E27FC236}">
                  <ns2:creationId id="{A378447D-F6D0-4B0B-B1D3-EF8552DDFB32}"/>
                </a:ext>
              </a:extLst>
            </p:cNvPr>
            <p:cNvSpPr>
              <a:spLocks noGrp="1"/>
            </p:cNvSpPr>
            <p:nvPr/>
          </p:nvSpPr>
          <p:spPr>
            <a:xfrm>
              <a:off x="21763633" y="3009900"/>
              <a:ext cx="15379" cy="276225"/>
            </a:xfrm>
            <a:prstGeom prst="rect">
              <a:avLst/>
            </a:prstGeom>
            <a:solidFill>
              <a:srgbClr val="DCE8ED"/>
            </a:solidFill>
            <a:ln w="0">
              <a:noFill/>
              <a:prstDash val="solid"/>
            </a:ln>
          </p:spPr>
        </p:sp>
        <p:sp>
          <p:nvSpPr>
            <p:cNvPr id="2013" name="four:time-step-strips:time-strip-tᵢ-cell-35:2013">
              <a:extLst>
                <a:ext uri="{FF2B5EF4-FFF2-40B4-BE49-F238E27FC236}">
                  <ns2:creationId id="{51D57662-E799-4873-8FFE-AAFD048FF996}"/>
                </a:ext>
              </a:extLst>
            </p:cNvPr>
            <p:cNvSpPr>
              <a:spLocks noGrp="1"/>
            </p:cNvSpPr>
            <p:nvPr/>
          </p:nvSpPr>
          <p:spPr>
            <a:xfrm>
              <a:off x="21779012" y="3009900"/>
              <a:ext cx="15379" cy="276225"/>
            </a:xfrm>
            <a:prstGeom prst="rect">
              <a:avLst/>
            </a:prstGeom>
            <a:solidFill>
              <a:srgbClr val="DCE8ED"/>
            </a:solidFill>
            <a:ln w="0">
              <a:noFill/>
              <a:prstDash val="solid"/>
            </a:ln>
          </p:spPr>
        </p:sp>
        <p:sp>
          <p:nvSpPr>
            <p:cNvPr id="2014" name="four:time-step-strips:time-strip-tᵢ-cell-36:2014">
              <a:extLst>
                <a:ext uri="{FF2B5EF4-FFF2-40B4-BE49-F238E27FC236}">
                  <ns2:creationId id="{9B6518A2-ED67-4FD9-A7A3-432C1687FEC9}"/>
                </a:ext>
              </a:extLst>
            </p:cNvPr>
            <p:cNvSpPr>
              <a:spLocks noGrp="1"/>
            </p:cNvSpPr>
            <p:nvPr/>
          </p:nvSpPr>
          <p:spPr>
            <a:xfrm>
              <a:off x="21794391" y="3009900"/>
              <a:ext cx="15379" cy="276225"/>
            </a:xfrm>
            <a:prstGeom prst="rect">
              <a:avLst/>
            </a:prstGeom>
            <a:solidFill>
              <a:srgbClr val="DCE8ED"/>
            </a:solidFill>
            <a:ln w="0">
              <a:noFill/>
              <a:prstDash val="solid"/>
            </a:ln>
          </p:spPr>
        </p:sp>
        <p:sp>
          <p:nvSpPr>
            <p:cNvPr id="2015" name="four:time-step-strips:time-strip-tᵢ-cell-37:2015">
              <a:extLst>
                <a:ext uri="{FF2B5EF4-FFF2-40B4-BE49-F238E27FC236}">
                  <ns2:creationId id="{DA185D3F-1C1F-4C96-8205-55BC24910E25}"/>
                </a:ext>
              </a:extLst>
            </p:cNvPr>
            <p:cNvSpPr>
              <a:spLocks noGrp="1"/>
            </p:cNvSpPr>
            <p:nvPr/>
          </p:nvSpPr>
          <p:spPr>
            <a:xfrm>
              <a:off x="21809770" y="3009900"/>
              <a:ext cx="15379" cy="276225"/>
            </a:xfrm>
            <a:prstGeom prst="rect">
              <a:avLst/>
            </a:prstGeom>
            <a:solidFill>
              <a:srgbClr val="DCE8ED"/>
            </a:solidFill>
            <a:ln w="0">
              <a:noFill/>
              <a:prstDash val="solid"/>
            </a:ln>
          </p:spPr>
        </p:sp>
        <p:sp>
          <p:nvSpPr>
            <p:cNvPr id="2016" name="four:time-step-strips:time-strip-tᵢ-cell-38:2016">
              <a:extLst>
                <a:ext uri="{FF2B5EF4-FFF2-40B4-BE49-F238E27FC236}">
                  <ns2:creationId id="{58EB7393-BE53-4F51-8920-F995E10EED8C}"/>
                </a:ext>
              </a:extLst>
            </p:cNvPr>
            <p:cNvSpPr>
              <a:spLocks noGrp="1"/>
            </p:cNvSpPr>
            <p:nvPr/>
          </p:nvSpPr>
          <p:spPr>
            <a:xfrm>
              <a:off x="21825148" y="3009900"/>
              <a:ext cx="15379" cy="276225"/>
            </a:xfrm>
            <a:prstGeom prst="rect">
              <a:avLst/>
            </a:prstGeom>
            <a:solidFill>
              <a:srgbClr val="DCE8ED"/>
            </a:solidFill>
            <a:ln w="0">
              <a:noFill/>
              <a:prstDash val="solid"/>
            </a:ln>
          </p:spPr>
        </p:sp>
        <p:sp>
          <p:nvSpPr>
            <p:cNvPr id="2017" name="four:time-step-strips:time-strip-tᵢ-cell-39:2017">
              <a:extLst>
                <a:ext uri="{FF2B5EF4-FFF2-40B4-BE49-F238E27FC236}">
                  <ns2:creationId id="{EFA6D931-6AA4-4463-96F0-4211D311AE4E}"/>
                </a:ext>
              </a:extLst>
            </p:cNvPr>
            <p:cNvSpPr>
              <a:spLocks noGrp="1"/>
            </p:cNvSpPr>
            <p:nvPr/>
          </p:nvSpPr>
          <p:spPr>
            <a:xfrm>
              <a:off x="21840527" y="3009900"/>
              <a:ext cx="15379" cy="276225"/>
            </a:xfrm>
            <a:prstGeom prst="rect">
              <a:avLst/>
            </a:prstGeom>
            <a:solidFill>
              <a:srgbClr val="DCE8ED"/>
            </a:solidFill>
            <a:ln w="0">
              <a:noFill/>
              <a:prstDash val="solid"/>
            </a:ln>
          </p:spPr>
        </p:sp>
        <p:sp>
          <p:nvSpPr>
            <p:cNvPr id="2018" name="four:time-step-strips:time-strip-tᵢ-cell-40:2018">
              <a:extLst>
                <a:ext uri="{FF2B5EF4-FFF2-40B4-BE49-F238E27FC236}">
                  <ns2:creationId id="{5B55A407-6541-4A72-A298-347979C194BA}"/>
                </a:ext>
              </a:extLst>
            </p:cNvPr>
            <p:cNvSpPr>
              <a:spLocks noGrp="1"/>
            </p:cNvSpPr>
            <p:nvPr/>
          </p:nvSpPr>
          <p:spPr>
            <a:xfrm>
              <a:off x="21855906" y="3009900"/>
              <a:ext cx="15379" cy="276225"/>
            </a:xfrm>
            <a:prstGeom prst="rect">
              <a:avLst/>
            </a:prstGeom>
            <a:solidFill>
              <a:srgbClr val="DCE8ED"/>
            </a:solidFill>
            <a:ln w="0">
              <a:noFill/>
              <a:prstDash val="solid"/>
            </a:ln>
          </p:spPr>
        </p:sp>
        <p:sp>
          <p:nvSpPr>
            <p:cNvPr id="2019" name="four:time-step-strips:time-strip-tᵢ-cell-41:2019">
              <a:extLst>
                <a:ext uri="{FF2B5EF4-FFF2-40B4-BE49-F238E27FC236}">
                  <ns2:creationId id="{65463867-C190-4FB1-83EB-51B4E0BBFCF3}"/>
                </a:ext>
              </a:extLst>
            </p:cNvPr>
            <p:cNvSpPr>
              <a:spLocks noGrp="1"/>
            </p:cNvSpPr>
            <p:nvPr/>
          </p:nvSpPr>
          <p:spPr>
            <a:xfrm>
              <a:off x="21871285" y="3009900"/>
              <a:ext cx="15379" cy="276225"/>
            </a:xfrm>
            <a:prstGeom prst="rect">
              <a:avLst/>
            </a:prstGeom>
            <a:solidFill>
              <a:srgbClr val="DCE8ED"/>
            </a:solidFill>
            <a:ln w="0">
              <a:noFill/>
              <a:prstDash val="solid"/>
            </a:ln>
          </p:spPr>
        </p:sp>
        <p:sp>
          <p:nvSpPr>
            <p:cNvPr id="2020" name="four:time-step-strips:time-strip-tᵢ-cell-42:2020">
              <a:extLst>
                <a:ext uri="{FF2B5EF4-FFF2-40B4-BE49-F238E27FC236}">
                  <ns2:creationId id="{79DC39FD-1C32-4B22-B955-6C03F0C31447}"/>
                </a:ext>
              </a:extLst>
            </p:cNvPr>
            <p:cNvSpPr>
              <a:spLocks noGrp="1"/>
            </p:cNvSpPr>
            <p:nvPr/>
          </p:nvSpPr>
          <p:spPr>
            <a:xfrm>
              <a:off x="21886664" y="3009900"/>
              <a:ext cx="15379" cy="276225"/>
            </a:xfrm>
            <a:prstGeom prst="rect">
              <a:avLst/>
            </a:prstGeom>
            <a:solidFill>
              <a:srgbClr val="DCE8ED"/>
            </a:solidFill>
            <a:ln w="0">
              <a:noFill/>
              <a:prstDash val="solid"/>
            </a:ln>
          </p:spPr>
        </p:sp>
        <p:sp>
          <p:nvSpPr>
            <p:cNvPr id="2021" name="four:time-step-strips:time-strip-tᵢ-cell-43:2021">
              <a:extLst>
                <a:ext uri="{FF2B5EF4-FFF2-40B4-BE49-F238E27FC236}">
                  <ns2:creationId id="{CDC48DF0-71E3-4CF9-B4F3-470DAEB41DFF}"/>
                </a:ext>
              </a:extLst>
            </p:cNvPr>
            <p:cNvSpPr>
              <a:spLocks noGrp="1"/>
            </p:cNvSpPr>
            <p:nvPr/>
          </p:nvSpPr>
          <p:spPr>
            <a:xfrm>
              <a:off x="21902043" y="3009900"/>
              <a:ext cx="15379" cy="276225"/>
            </a:xfrm>
            <a:prstGeom prst="rect">
              <a:avLst/>
            </a:prstGeom>
            <a:solidFill>
              <a:srgbClr val="DCE8ED"/>
            </a:solidFill>
            <a:ln w="0">
              <a:noFill/>
              <a:prstDash val="solid"/>
            </a:ln>
          </p:spPr>
        </p:sp>
        <p:sp>
          <p:nvSpPr>
            <p:cNvPr id="2022" name="four:time-step-strips:time-strip-tᵢ-cell-44:2022">
              <a:extLst>
                <a:ext uri="{FF2B5EF4-FFF2-40B4-BE49-F238E27FC236}">
                  <ns2:creationId id="{DE04177E-F015-4FD8-A389-7DEEA6666B3F}"/>
                </a:ext>
              </a:extLst>
            </p:cNvPr>
            <p:cNvSpPr>
              <a:spLocks noGrp="1"/>
            </p:cNvSpPr>
            <p:nvPr/>
          </p:nvSpPr>
          <p:spPr>
            <a:xfrm>
              <a:off x="21917422" y="3009900"/>
              <a:ext cx="15379" cy="276225"/>
            </a:xfrm>
            <a:prstGeom prst="rect">
              <a:avLst/>
            </a:prstGeom>
            <a:solidFill>
              <a:srgbClr val="DCE8ED"/>
            </a:solidFill>
            <a:ln w="0">
              <a:noFill/>
              <a:prstDash val="solid"/>
            </a:ln>
          </p:spPr>
        </p:sp>
        <p:sp>
          <p:nvSpPr>
            <p:cNvPr id="2023" name="four:time-step-strips:time-strip-tᵢ-cell-45:2023">
              <a:extLst>
                <a:ext uri="{FF2B5EF4-FFF2-40B4-BE49-F238E27FC236}">
                  <ns2:creationId id="{70B64F11-6D69-4F6D-B070-509574807E83}"/>
                </a:ext>
              </a:extLst>
            </p:cNvPr>
            <p:cNvSpPr>
              <a:spLocks noGrp="1"/>
            </p:cNvSpPr>
            <p:nvPr/>
          </p:nvSpPr>
          <p:spPr>
            <a:xfrm>
              <a:off x="21932801" y="3009900"/>
              <a:ext cx="15379" cy="276225"/>
            </a:xfrm>
            <a:prstGeom prst="rect">
              <a:avLst/>
            </a:prstGeom>
            <a:solidFill>
              <a:srgbClr val="DCE8ED"/>
            </a:solidFill>
            <a:ln w="0">
              <a:noFill/>
              <a:prstDash val="solid"/>
            </a:ln>
          </p:spPr>
        </p:sp>
        <p:sp>
          <p:nvSpPr>
            <p:cNvPr id="2024" name="four:time-step-strips:time-strip-tᵢ-cell-46:2024">
              <a:extLst>
                <a:ext uri="{FF2B5EF4-FFF2-40B4-BE49-F238E27FC236}">
                  <ns2:creationId id="{0DB3F650-8EEA-43BF-A80A-021E1B3EBE5A}"/>
                </a:ext>
              </a:extLst>
            </p:cNvPr>
            <p:cNvSpPr>
              <a:spLocks noGrp="1"/>
            </p:cNvSpPr>
            <p:nvPr/>
          </p:nvSpPr>
          <p:spPr>
            <a:xfrm>
              <a:off x="21948180" y="3009900"/>
              <a:ext cx="15379" cy="276225"/>
            </a:xfrm>
            <a:prstGeom prst="rect">
              <a:avLst/>
            </a:prstGeom>
            <a:solidFill>
              <a:srgbClr val="DCE8ED"/>
            </a:solidFill>
            <a:ln w="0">
              <a:noFill/>
              <a:prstDash val="solid"/>
            </a:ln>
          </p:spPr>
        </p:sp>
        <p:sp>
          <p:nvSpPr>
            <p:cNvPr id="2025" name="four:time-step-strips:time-strip-tᵢ-cell-47:2025">
              <a:extLst>
                <a:ext uri="{FF2B5EF4-FFF2-40B4-BE49-F238E27FC236}">
                  <ns2:creationId id="{CE2B8547-122E-47B4-8C1D-04B63E27EBAA}"/>
                </a:ext>
              </a:extLst>
            </p:cNvPr>
            <p:cNvSpPr>
              <a:spLocks noGrp="1"/>
            </p:cNvSpPr>
            <p:nvPr/>
          </p:nvSpPr>
          <p:spPr>
            <a:xfrm>
              <a:off x="21963559" y="3009900"/>
              <a:ext cx="15379" cy="276225"/>
            </a:xfrm>
            <a:prstGeom prst="rect">
              <a:avLst/>
            </a:prstGeom>
            <a:solidFill>
              <a:srgbClr val="DCE8ED"/>
            </a:solidFill>
            <a:ln w="0">
              <a:noFill/>
              <a:prstDash val="solid"/>
            </a:ln>
          </p:spPr>
        </p:sp>
        <p:sp>
          <p:nvSpPr>
            <p:cNvPr id="2026" name="four:time-step-strips:time-strip-tᵢ-cell-48:2026">
              <a:extLst>
                <a:ext uri="{FF2B5EF4-FFF2-40B4-BE49-F238E27FC236}">
                  <ns2:creationId id="{7123B786-224A-4ADC-B562-FA0D9CB04A3E}"/>
                </a:ext>
              </a:extLst>
            </p:cNvPr>
            <p:cNvSpPr>
              <a:spLocks noGrp="1"/>
            </p:cNvSpPr>
            <p:nvPr/>
          </p:nvSpPr>
          <p:spPr>
            <a:xfrm>
              <a:off x="21978938" y="3009900"/>
              <a:ext cx="15379" cy="276225"/>
            </a:xfrm>
            <a:prstGeom prst="rect">
              <a:avLst/>
            </a:prstGeom>
            <a:solidFill>
              <a:srgbClr val="DCE8ED"/>
            </a:solidFill>
            <a:ln w="0">
              <a:noFill/>
              <a:prstDash val="solid"/>
            </a:ln>
          </p:spPr>
        </p:sp>
        <p:sp>
          <p:nvSpPr>
            <p:cNvPr id="2027" name="four:time-step-strips:time-strip-tᵢ-cell-49:2027">
              <a:extLst>
                <a:ext uri="{FF2B5EF4-FFF2-40B4-BE49-F238E27FC236}">
                  <ns2:creationId id="{867E9E20-558C-431B-8406-425444D73CAE}"/>
                </a:ext>
              </a:extLst>
            </p:cNvPr>
            <p:cNvSpPr>
              <a:spLocks noGrp="1"/>
            </p:cNvSpPr>
            <p:nvPr/>
          </p:nvSpPr>
          <p:spPr>
            <a:xfrm>
              <a:off x="21994316" y="3009900"/>
              <a:ext cx="15379" cy="276225"/>
            </a:xfrm>
            <a:prstGeom prst="rect">
              <a:avLst/>
            </a:prstGeom>
            <a:solidFill>
              <a:srgbClr val="DCE8ED"/>
            </a:solidFill>
            <a:ln w="0">
              <a:noFill/>
              <a:prstDash val="solid"/>
            </a:ln>
          </p:spPr>
        </p:sp>
        <p:sp>
          <p:nvSpPr>
            <p:cNvPr id="2028" name="four:time-step-strips:time-strip-tᵢ-cell-50:2028">
              <a:extLst>
                <a:ext uri="{FF2B5EF4-FFF2-40B4-BE49-F238E27FC236}">
                  <ns2:creationId id="{46DBF6A2-5A82-4747-AD70-897E8E76658D}"/>
                </a:ext>
              </a:extLst>
            </p:cNvPr>
            <p:cNvSpPr>
              <a:spLocks noGrp="1"/>
            </p:cNvSpPr>
            <p:nvPr/>
          </p:nvSpPr>
          <p:spPr>
            <a:xfrm>
              <a:off x="22009695" y="3009900"/>
              <a:ext cx="15379" cy="276225"/>
            </a:xfrm>
            <a:prstGeom prst="rect">
              <a:avLst/>
            </a:prstGeom>
            <a:solidFill>
              <a:srgbClr val="DCE8ED"/>
            </a:solidFill>
            <a:ln w="0">
              <a:noFill/>
              <a:prstDash val="solid"/>
            </a:ln>
          </p:spPr>
        </p:sp>
        <p:sp>
          <p:nvSpPr>
            <p:cNvPr id="2029" name="four:time-step-strips:time-strip-tᵢ-cell-51:2029">
              <a:extLst>
                <a:ext uri="{FF2B5EF4-FFF2-40B4-BE49-F238E27FC236}">
                  <ns2:creationId id="{CB1B9E9D-6C80-4CA9-A7BA-C5F824814ECE}"/>
                </a:ext>
              </a:extLst>
            </p:cNvPr>
            <p:cNvSpPr>
              <a:spLocks noGrp="1"/>
            </p:cNvSpPr>
            <p:nvPr/>
          </p:nvSpPr>
          <p:spPr>
            <a:xfrm>
              <a:off x="22025074" y="3009900"/>
              <a:ext cx="15379" cy="276225"/>
            </a:xfrm>
            <a:prstGeom prst="rect">
              <a:avLst/>
            </a:prstGeom>
            <a:solidFill>
              <a:srgbClr val="DCE8ED"/>
            </a:solidFill>
            <a:ln w="0">
              <a:noFill/>
              <a:prstDash val="solid"/>
            </a:ln>
          </p:spPr>
        </p:sp>
        <p:sp>
          <p:nvSpPr>
            <p:cNvPr id="2030" name="four:time-step-strips:time-strip-tᵢ-cell-52:2030">
              <a:extLst>
                <a:ext uri="{FF2B5EF4-FFF2-40B4-BE49-F238E27FC236}">
                  <ns2:creationId id="{4517D3B2-F67A-4D24-9816-545BB18BFF2F}"/>
                </a:ext>
              </a:extLst>
            </p:cNvPr>
            <p:cNvSpPr>
              <a:spLocks noGrp="1"/>
            </p:cNvSpPr>
            <p:nvPr/>
          </p:nvSpPr>
          <p:spPr>
            <a:xfrm>
              <a:off x="22040453" y="3009900"/>
              <a:ext cx="15379" cy="276225"/>
            </a:xfrm>
            <a:prstGeom prst="rect">
              <a:avLst/>
            </a:prstGeom>
            <a:solidFill>
              <a:srgbClr val="DCE8ED"/>
            </a:solidFill>
            <a:ln w="0">
              <a:noFill/>
              <a:prstDash val="solid"/>
            </a:ln>
          </p:spPr>
        </p:sp>
        <p:sp>
          <p:nvSpPr>
            <p:cNvPr id="2031" name="four:time-step-strips:time-strip-tᵢ-cell-53:2031">
              <a:extLst>
                <a:ext uri="{FF2B5EF4-FFF2-40B4-BE49-F238E27FC236}">
                  <ns2:creationId id="{2C61E78A-FD53-4379-A46E-E9EE30108C04}"/>
                </a:ext>
              </a:extLst>
            </p:cNvPr>
            <p:cNvSpPr>
              <a:spLocks noGrp="1"/>
            </p:cNvSpPr>
            <p:nvPr/>
          </p:nvSpPr>
          <p:spPr>
            <a:xfrm>
              <a:off x="22055832" y="3009900"/>
              <a:ext cx="15379" cy="276225"/>
            </a:xfrm>
            <a:prstGeom prst="rect">
              <a:avLst/>
            </a:prstGeom>
            <a:solidFill>
              <a:srgbClr val="DCE8ED"/>
            </a:solidFill>
            <a:ln w="0">
              <a:noFill/>
              <a:prstDash val="solid"/>
            </a:ln>
          </p:spPr>
        </p:sp>
        <p:sp>
          <p:nvSpPr>
            <p:cNvPr id="2032" name="four:time-step-strips:time-strip-tᵢ-cell-54:2032">
              <a:extLst>
                <a:ext uri="{FF2B5EF4-FFF2-40B4-BE49-F238E27FC236}">
                  <ns2:creationId id="{A5624143-DDBC-4236-BD7F-9C45A56BCA65}"/>
                </a:ext>
              </a:extLst>
            </p:cNvPr>
            <p:cNvSpPr>
              <a:spLocks noGrp="1"/>
            </p:cNvSpPr>
            <p:nvPr/>
          </p:nvSpPr>
          <p:spPr>
            <a:xfrm>
              <a:off x="22071211" y="3009900"/>
              <a:ext cx="15379" cy="276225"/>
            </a:xfrm>
            <a:prstGeom prst="rect">
              <a:avLst/>
            </a:prstGeom>
            <a:solidFill>
              <a:srgbClr val="DCE8ED"/>
            </a:solidFill>
            <a:ln w="0">
              <a:noFill/>
              <a:prstDash val="solid"/>
            </a:ln>
          </p:spPr>
        </p:sp>
        <p:sp>
          <p:nvSpPr>
            <p:cNvPr id="2033" name="four:time-step-strips:time-strip-tᵢ-cell-55:2033">
              <a:extLst>
                <a:ext uri="{FF2B5EF4-FFF2-40B4-BE49-F238E27FC236}">
                  <ns2:creationId id="{1545A562-85D1-466D-BA56-C75F36577597}"/>
                </a:ext>
              </a:extLst>
            </p:cNvPr>
            <p:cNvSpPr>
              <a:spLocks noGrp="1"/>
            </p:cNvSpPr>
            <p:nvPr/>
          </p:nvSpPr>
          <p:spPr>
            <a:xfrm>
              <a:off x="22086590" y="3009900"/>
              <a:ext cx="15379" cy="276225"/>
            </a:xfrm>
            <a:prstGeom prst="rect">
              <a:avLst/>
            </a:prstGeom>
            <a:solidFill>
              <a:srgbClr val="DBE7EC"/>
            </a:solidFill>
            <a:ln w="0">
              <a:noFill/>
              <a:prstDash val="solid"/>
            </a:ln>
          </p:spPr>
        </p:sp>
        <p:sp>
          <p:nvSpPr>
            <p:cNvPr id="2034" name="four:time-step-strips:time-strip-tᵢ-cell-56:2034">
              <a:extLst>
                <a:ext uri="{FF2B5EF4-FFF2-40B4-BE49-F238E27FC236}">
                  <ns2:creationId id="{D91D919B-F46A-475D-B5CD-F8E8E3DCAFA1}"/>
                </a:ext>
              </a:extLst>
            </p:cNvPr>
            <p:cNvSpPr>
              <a:spLocks noGrp="1"/>
            </p:cNvSpPr>
            <p:nvPr/>
          </p:nvSpPr>
          <p:spPr>
            <a:xfrm>
              <a:off x="22101969" y="3009900"/>
              <a:ext cx="15379" cy="276225"/>
            </a:xfrm>
            <a:prstGeom prst="rect">
              <a:avLst/>
            </a:prstGeom>
            <a:solidFill>
              <a:srgbClr val="D5DDE7"/>
            </a:solidFill>
            <a:ln w="0">
              <a:noFill/>
              <a:prstDash val="solid"/>
            </a:ln>
          </p:spPr>
        </p:sp>
        <p:sp>
          <p:nvSpPr>
            <p:cNvPr id="2035" name="four:time-step-strips:time-strip-tᵢ-cell-57:2035">
              <a:extLst>
                <a:ext uri="{FF2B5EF4-FFF2-40B4-BE49-F238E27FC236}">
                  <ns2:creationId id="{EF344EC9-AC3A-4629-83C6-03BD16DBE70C}"/>
                </a:ext>
              </a:extLst>
            </p:cNvPr>
            <p:cNvSpPr>
              <a:spLocks noGrp="1"/>
            </p:cNvSpPr>
            <p:nvPr/>
          </p:nvSpPr>
          <p:spPr>
            <a:xfrm>
              <a:off x="22117348" y="3009900"/>
              <a:ext cx="15379" cy="276225"/>
            </a:xfrm>
            <a:prstGeom prst="rect">
              <a:avLst/>
            </a:prstGeom>
            <a:solidFill>
              <a:srgbClr val="A3D5CD"/>
            </a:solidFill>
            <a:ln w="0">
              <a:noFill/>
              <a:prstDash val="solid"/>
            </a:ln>
          </p:spPr>
        </p:sp>
        <p:sp>
          <p:nvSpPr>
            <p:cNvPr id="2036" name="four:time-step-strips:time-strip-tᵢ-cell-58:2036">
              <a:extLst>
                <a:ext uri="{FF2B5EF4-FFF2-40B4-BE49-F238E27FC236}">
                  <ns2:creationId id="{003CF683-6C78-475A-A5A2-B28D0C4DE61A}"/>
                </a:ext>
              </a:extLst>
            </p:cNvPr>
            <p:cNvSpPr>
              <a:spLocks noGrp="1"/>
            </p:cNvSpPr>
            <p:nvPr/>
          </p:nvSpPr>
          <p:spPr>
            <a:xfrm>
              <a:off x="22132727" y="3009900"/>
              <a:ext cx="15379" cy="276225"/>
            </a:xfrm>
            <a:prstGeom prst="rect">
              <a:avLst/>
            </a:prstGeom>
            <a:solidFill>
              <a:srgbClr val="7BC7B7"/>
            </a:solidFill>
            <a:ln w="0">
              <a:noFill/>
              <a:prstDash val="solid"/>
            </a:ln>
          </p:spPr>
        </p:sp>
        <p:sp>
          <p:nvSpPr>
            <p:cNvPr id="2037" name="four:time-step-strips:time-strip-tᵢ-cell-59:2037">
              <a:extLst>
                <a:ext uri="{FF2B5EF4-FFF2-40B4-BE49-F238E27FC236}">
                  <ns2:creationId id="{469948D3-C658-4B95-825F-48BE5A0DC08C}"/>
                </a:ext>
              </a:extLst>
            </p:cNvPr>
            <p:cNvSpPr>
              <a:spLocks noGrp="1"/>
            </p:cNvSpPr>
            <p:nvPr/>
          </p:nvSpPr>
          <p:spPr>
            <a:xfrm>
              <a:off x="22148105" y="3009900"/>
              <a:ext cx="15379" cy="276225"/>
            </a:xfrm>
            <a:prstGeom prst="rect">
              <a:avLst/>
            </a:prstGeom>
            <a:solidFill>
              <a:srgbClr val="50B9A0"/>
            </a:solidFill>
            <a:ln w="0">
              <a:noFill/>
              <a:prstDash val="solid"/>
            </a:ln>
          </p:spPr>
        </p:sp>
        <p:sp>
          <p:nvSpPr>
            <p:cNvPr id="2038" name="four:time-step-strips:time-strip-tᵢ-cell-60:2038">
              <a:extLst>
                <a:ext uri="{FF2B5EF4-FFF2-40B4-BE49-F238E27FC236}">
                  <ns2:creationId id="{92A3E43D-A907-4FFE-BE0E-EB6A1D286969}"/>
                </a:ext>
              </a:extLst>
            </p:cNvPr>
            <p:cNvSpPr>
              <a:spLocks noGrp="1"/>
            </p:cNvSpPr>
            <p:nvPr/>
          </p:nvSpPr>
          <p:spPr>
            <a:xfrm>
              <a:off x="22163484" y="3009900"/>
              <a:ext cx="15379" cy="276225"/>
            </a:xfrm>
            <a:prstGeom prst="rect">
              <a:avLst/>
            </a:prstGeom>
            <a:solidFill>
              <a:srgbClr val="2BAC8B"/>
            </a:solidFill>
            <a:ln w="0">
              <a:noFill/>
              <a:prstDash val="solid"/>
            </a:ln>
          </p:spPr>
        </p:sp>
        <p:sp>
          <p:nvSpPr>
            <p:cNvPr id="2039" name="four:time-step-strips:time-strip-tᵢ-cell-61:2039">
              <a:extLst>
                <a:ext uri="{FF2B5EF4-FFF2-40B4-BE49-F238E27FC236}">
                  <ns2:creationId id="{F1950C3D-B2DF-4A90-8749-4C9937F77175}"/>
                </a:ext>
              </a:extLst>
            </p:cNvPr>
            <p:cNvSpPr>
              <a:spLocks noGrp="1"/>
            </p:cNvSpPr>
            <p:nvPr/>
          </p:nvSpPr>
          <p:spPr>
            <a:xfrm>
              <a:off x="22178863" y="3009900"/>
              <a:ext cx="15379" cy="276225"/>
            </a:xfrm>
            <a:prstGeom prst="rect">
              <a:avLst/>
            </a:prstGeom>
            <a:solidFill>
              <a:srgbClr val="0DA27A"/>
            </a:solidFill>
            <a:ln w="0">
              <a:noFill/>
              <a:prstDash val="solid"/>
            </a:ln>
          </p:spPr>
        </p:sp>
        <p:sp>
          <p:nvSpPr>
            <p:cNvPr id="2040" name="four:time-step-strips:time-strip-tᵢ-cell-62:2040">
              <a:extLst>
                <a:ext uri="{FF2B5EF4-FFF2-40B4-BE49-F238E27FC236}">
                  <ns2:creationId id="{FE59FAF5-48C0-416E-8355-95C94421F50D}"/>
                </a:ext>
              </a:extLst>
            </p:cNvPr>
            <p:cNvSpPr>
              <a:spLocks noGrp="1"/>
            </p:cNvSpPr>
            <p:nvPr/>
          </p:nvSpPr>
          <p:spPr>
            <a:xfrm>
              <a:off x="22194242" y="3009900"/>
              <a:ext cx="15379" cy="276225"/>
            </a:xfrm>
            <a:prstGeom prst="rect">
              <a:avLst/>
            </a:prstGeom>
            <a:solidFill>
              <a:srgbClr val="009E73"/>
            </a:solidFill>
            <a:ln w="0">
              <a:noFill/>
              <a:prstDash val="solid"/>
            </a:ln>
          </p:spPr>
        </p:sp>
        <p:sp>
          <p:nvSpPr>
            <p:cNvPr id="2041" name="four:time-step-strips:time-strip-tᵢ-cell-63:2041">
              <a:extLst>
                <a:ext uri="{FF2B5EF4-FFF2-40B4-BE49-F238E27FC236}">
                  <ns2:creationId id="{9F6980A4-AAD5-4C5E-9D8E-083A5CACB0A2}"/>
                </a:ext>
              </a:extLst>
            </p:cNvPr>
            <p:cNvSpPr>
              <a:spLocks noGrp="1"/>
            </p:cNvSpPr>
            <p:nvPr/>
          </p:nvSpPr>
          <p:spPr>
            <a:xfrm>
              <a:off x="22209621" y="3009900"/>
              <a:ext cx="15379" cy="276225"/>
            </a:xfrm>
            <a:prstGeom prst="rect">
              <a:avLst/>
            </a:prstGeom>
            <a:solidFill>
              <a:srgbClr val="009E73"/>
            </a:solidFill>
            <a:ln w="0">
              <a:noFill/>
              <a:prstDash val="solid"/>
            </a:ln>
          </p:spPr>
        </p:sp>
        <p:sp>
          <p:nvSpPr>
            <p:cNvPr id="2042" name="four:time-step-strips:time-strip-tᵢ-cell-64:2042">
              <a:extLst>
                <a:ext uri="{FF2B5EF4-FFF2-40B4-BE49-F238E27FC236}">
                  <ns2:creationId id="{48B5A3EC-8B20-49A2-9BC6-BFCC7CAE84BE}"/>
                </a:ext>
              </a:extLst>
            </p:cNvPr>
            <p:cNvSpPr>
              <a:spLocks noGrp="1"/>
            </p:cNvSpPr>
            <p:nvPr/>
          </p:nvSpPr>
          <p:spPr>
            <a:xfrm>
              <a:off x="22225000" y="3009900"/>
              <a:ext cx="15379" cy="276225"/>
            </a:xfrm>
            <a:prstGeom prst="rect">
              <a:avLst/>
            </a:prstGeom>
            <a:solidFill>
              <a:srgbClr val="009E73"/>
            </a:solidFill>
            <a:ln w="0">
              <a:noFill/>
              <a:prstDash val="solid"/>
            </a:ln>
          </p:spPr>
        </p:sp>
        <p:sp>
          <p:nvSpPr>
            <p:cNvPr id="2043" name="four:time-step-strips:time-strip-tᵢ-cell-65:2043">
              <a:extLst>
                <a:ext uri="{FF2B5EF4-FFF2-40B4-BE49-F238E27FC236}">
                  <ns2:creationId id="{5A7A239F-2757-4C37-B308-0304CF5F8ADA}"/>
                </a:ext>
              </a:extLst>
            </p:cNvPr>
            <p:cNvSpPr>
              <a:spLocks noGrp="1"/>
            </p:cNvSpPr>
            <p:nvPr/>
          </p:nvSpPr>
          <p:spPr>
            <a:xfrm>
              <a:off x="22240379" y="3009900"/>
              <a:ext cx="15379" cy="276225"/>
            </a:xfrm>
            <a:prstGeom prst="rect">
              <a:avLst/>
            </a:prstGeom>
            <a:solidFill>
              <a:srgbClr val="009E73"/>
            </a:solidFill>
            <a:ln w="0">
              <a:noFill/>
              <a:prstDash val="solid"/>
            </a:ln>
          </p:spPr>
        </p:sp>
        <p:sp>
          <p:nvSpPr>
            <p:cNvPr id="2044" name="four:time-step-strips:time-strip-tᵢ-cell-66:2044">
              <a:extLst>
                <a:ext uri="{FF2B5EF4-FFF2-40B4-BE49-F238E27FC236}">
                  <ns2:creationId id="{72AF087C-9911-4908-9D83-5B21FC178D4B}"/>
                </a:ext>
              </a:extLst>
            </p:cNvPr>
            <p:cNvSpPr>
              <a:spLocks noGrp="1"/>
            </p:cNvSpPr>
            <p:nvPr/>
          </p:nvSpPr>
          <p:spPr>
            <a:xfrm>
              <a:off x="22255758" y="3009900"/>
              <a:ext cx="15379" cy="276225"/>
            </a:xfrm>
            <a:prstGeom prst="rect">
              <a:avLst/>
            </a:prstGeom>
            <a:solidFill>
              <a:srgbClr val="009E73"/>
            </a:solidFill>
            <a:ln w="0">
              <a:noFill/>
              <a:prstDash val="solid"/>
            </a:ln>
          </p:spPr>
        </p:sp>
        <p:sp>
          <p:nvSpPr>
            <p:cNvPr id="2045" name="four:time-step-strips:time-strip-tᵢ-cell-67:2045">
              <a:extLst>
                <a:ext uri="{FF2B5EF4-FFF2-40B4-BE49-F238E27FC236}">
                  <ns2:creationId id="{7D2C42EF-B60E-46DB-9D02-F49B71A844B0}"/>
                </a:ext>
              </a:extLst>
            </p:cNvPr>
            <p:cNvSpPr>
              <a:spLocks noGrp="1"/>
            </p:cNvSpPr>
            <p:nvPr/>
          </p:nvSpPr>
          <p:spPr>
            <a:xfrm>
              <a:off x="22271137" y="3009900"/>
              <a:ext cx="15379" cy="276225"/>
            </a:xfrm>
            <a:prstGeom prst="rect">
              <a:avLst/>
            </a:prstGeom>
            <a:solidFill>
              <a:srgbClr val="009E73"/>
            </a:solidFill>
            <a:ln w="0">
              <a:noFill/>
              <a:prstDash val="solid"/>
            </a:ln>
          </p:spPr>
        </p:sp>
        <p:sp>
          <p:nvSpPr>
            <p:cNvPr id="2046" name="four:time-step-strips:time-strip-tᵢ-cell-68:2046">
              <a:extLst>
                <a:ext uri="{FF2B5EF4-FFF2-40B4-BE49-F238E27FC236}">
                  <ns2:creationId id="{4BEBBC39-7AE5-41F4-AEE4-12388000FC85}"/>
                </a:ext>
              </a:extLst>
            </p:cNvPr>
            <p:cNvSpPr>
              <a:spLocks noGrp="1"/>
            </p:cNvSpPr>
            <p:nvPr/>
          </p:nvSpPr>
          <p:spPr>
            <a:xfrm>
              <a:off x="22286516" y="3009900"/>
              <a:ext cx="15379" cy="276225"/>
            </a:xfrm>
            <a:prstGeom prst="rect">
              <a:avLst/>
            </a:prstGeom>
            <a:solidFill>
              <a:srgbClr val="009E73"/>
            </a:solidFill>
            <a:ln w="0">
              <a:noFill/>
              <a:prstDash val="solid"/>
            </a:ln>
          </p:spPr>
        </p:sp>
        <p:sp>
          <p:nvSpPr>
            <p:cNvPr id="2047" name="four:time-step-strips:time-strip-tᵢ-cell-69:2047">
              <a:extLst>
                <a:ext uri="{FF2B5EF4-FFF2-40B4-BE49-F238E27FC236}">
                  <ns2:creationId id="{821FC1E8-E92E-43B9-9711-D951474C1B32}"/>
                </a:ext>
              </a:extLst>
            </p:cNvPr>
            <p:cNvSpPr>
              <a:spLocks noGrp="1"/>
            </p:cNvSpPr>
            <p:nvPr/>
          </p:nvSpPr>
          <p:spPr>
            <a:xfrm>
              <a:off x="22301895" y="3009900"/>
              <a:ext cx="15379" cy="276225"/>
            </a:xfrm>
            <a:prstGeom prst="rect">
              <a:avLst/>
            </a:prstGeom>
            <a:solidFill>
              <a:srgbClr val="009E73"/>
            </a:solidFill>
            <a:ln w="0">
              <a:noFill/>
              <a:prstDash val="solid"/>
            </a:ln>
          </p:spPr>
        </p:sp>
        <p:sp>
          <p:nvSpPr>
            <p:cNvPr id="2048" name="four:time-step-strips:time-strip-tᵢ-cell-70:2048">
              <a:extLst>
                <a:ext uri="{FF2B5EF4-FFF2-40B4-BE49-F238E27FC236}">
                  <ns2:creationId id="{88DD0C8D-71D8-49C0-8E7E-7F51C08E715D}"/>
                </a:ext>
              </a:extLst>
            </p:cNvPr>
            <p:cNvSpPr>
              <a:spLocks noGrp="1"/>
            </p:cNvSpPr>
            <p:nvPr/>
          </p:nvSpPr>
          <p:spPr>
            <a:xfrm>
              <a:off x="22317273" y="3009900"/>
              <a:ext cx="15379" cy="276225"/>
            </a:xfrm>
            <a:prstGeom prst="rect">
              <a:avLst/>
            </a:prstGeom>
            <a:solidFill>
              <a:srgbClr val="009E73"/>
            </a:solidFill>
            <a:ln w="0">
              <a:noFill/>
              <a:prstDash val="solid"/>
            </a:ln>
          </p:spPr>
        </p:sp>
        <p:sp>
          <p:nvSpPr>
            <p:cNvPr id="2049" name="four:time-step-strips:time-strip-tᵢ-cell-71:2049">
              <a:extLst>
                <a:ext uri="{FF2B5EF4-FFF2-40B4-BE49-F238E27FC236}">
                  <ns2:creationId id="{43BDACFA-B575-416F-A073-A4E4D097DDB8}"/>
                </a:ext>
              </a:extLst>
            </p:cNvPr>
            <p:cNvSpPr>
              <a:spLocks noGrp="1"/>
            </p:cNvSpPr>
            <p:nvPr/>
          </p:nvSpPr>
          <p:spPr>
            <a:xfrm>
              <a:off x="22332652" y="3009900"/>
              <a:ext cx="15379" cy="276225"/>
            </a:xfrm>
            <a:prstGeom prst="rect">
              <a:avLst/>
            </a:prstGeom>
            <a:solidFill>
              <a:srgbClr val="009E73"/>
            </a:solidFill>
            <a:ln w="0">
              <a:noFill/>
              <a:prstDash val="solid"/>
            </a:ln>
          </p:spPr>
        </p:sp>
        <p:sp>
          <p:nvSpPr>
            <p:cNvPr id="2050" name="four:time-step-strips:time-strip-tᵢ-cell-72:2050">
              <a:extLst>
                <a:ext uri="{FF2B5EF4-FFF2-40B4-BE49-F238E27FC236}">
                  <ns2:creationId id="{B1A7AB40-FC01-4E1D-9D5B-EFAE918002D4}"/>
                </a:ext>
              </a:extLst>
            </p:cNvPr>
            <p:cNvSpPr>
              <a:spLocks noGrp="1"/>
            </p:cNvSpPr>
            <p:nvPr/>
          </p:nvSpPr>
          <p:spPr>
            <a:xfrm>
              <a:off x="22348031" y="3009900"/>
              <a:ext cx="15379" cy="276225"/>
            </a:xfrm>
            <a:prstGeom prst="rect">
              <a:avLst/>
            </a:prstGeom>
            <a:solidFill>
              <a:srgbClr val="009E73"/>
            </a:solidFill>
            <a:ln w="0">
              <a:noFill/>
              <a:prstDash val="solid"/>
            </a:ln>
          </p:spPr>
        </p:sp>
        <p:sp>
          <p:nvSpPr>
            <p:cNvPr id="2051" name="four:time-step-strips:time-strip-tᵢ-cell-73:2051">
              <a:extLst>
                <a:ext uri="{FF2B5EF4-FFF2-40B4-BE49-F238E27FC236}">
                  <ns2:creationId id="{686A2D0C-5A9A-45A1-AE5E-8EC9029FC4B0}"/>
                </a:ext>
              </a:extLst>
            </p:cNvPr>
            <p:cNvSpPr>
              <a:spLocks noGrp="1"/>
            </p:cNvSpPr>
            <p:nvPr/>
          </p:nvSpPr>
          <p:spPr>
            <a:xfrm>
              <a:off x="22363410" y="3009900"/>
              <a:ext cx="15379" cy="276225"/>
            </a:xfrm>
            <a:prstGeom prst="rect">
              <a:avLst/>
            </a:prstGeom>
            <a:solidFill>
              <a:srgbClr val="009E73"/>
            </a:solidFill>
            <a:ln w="0">
              <a:noFill/>
              <a:prstDash val="solid"/>
            </a:ln>
          </p:spPr>
        </p:sp>
        <p:sp>
          <p:nvSpPr>
            <p:cNvPr id="2052" name="four:time-step-strips:time-strip-tᵢ-cell-74:2052">
              <a:extLst>
                <a:ext uri="{FF2B5EF4-FFF2-40B4-BE49-F238E27FC236}">
                  <ns2:creationId id="{CB896DAA-63A1-42E3-9453-8DF6D967460B}"/>
                </a:ext>
              </a:extLst>
            </p:cNvPr>
            <p:cNvSpPr>
              <a:spLocks noGrp="1"/>
            </p:cNvSpPr>
            <p:nvPr/>
          </p:nvSpPr>
          <p:spPr>
            <a:xfrm>
              <a:off x="22378789" y="3009900"/>
              <a:ext cx="15379" cy="276225"/>
            </a:xfrm>
            <a:prstGeom prst="rect">
              <a:avLst/>
            </a:prstGeom>
            <a:solidFill>
              <a:srgbClr val="009E73"/>
            </a:solidFill>
            <a:ln w="0">
              <a:noFill/>
              <a:prstDash val="solid"/>
            </a:ln>
          </p:spPr>
        </p:sp>
        <p:sp>
          <p:nvSpPr>
            <p:cNvPr id="2053" name="four:time-step-strips:time-strip-tᵢ-cell-75:2053">
              <a:extLst>
                <a:ext uri="{FF2B5EF4-FFF2-40B4-BE49-F238E27FC236}">
                  <ns2:creationId id="{111CC723-403A-4E7D-AF17-5FE205579BE7}"/>
                </a:ext>
              </a:extLst>
            </p:cNvPr>
            <p:cNvSpPr>
              <a:spLocks noGrp="1"/>
            </p:cNvSpPr>
            <p:nvPr/>
          </p:nvSpPr>
          <p:spPr>
            <a:xfrm>
              <a:off x="22394168" y="3009900"/>
              <a:ext cx="15379" cy="276225"/>
            </a:xfrm>
            <a:prstGeom prst="rect">
              <a:avLst/>
            </a:prstGeom>
            <a:solidFill>
              <a:srgbClr val="009E73"/>
            </a:solidFill>
            <a:ln w="0">
              <a:noFill/>
              <a:prstDash val="solid"/>
            </a:ln>
          </p:spPr>
        </p:sp>
        <p:sp>
          <p:nvSpPr>
            <p:cNvPr id="2054" name="four:time-step-strips:time-strip-tᵢ-cell-76:2054">
              <a:extLst>
                <a:ext uri="{FF2B5EF4-FFF2-40B4-BE49-F238E27FC236}">
                  <ns2:creationId id="{63ECF58C-489E-44BC-96A7-9E06B15F2A0B}"/>
                </a:ext>
              </a:extLst>
            </p:cNvPr>
            <p:cNvSpPr>
              <a:spLocks noGrp="1"/>
            </p:cNvSpPr>
            <p:nvPr/>
          </p:nvSpPr>
          <p:spPr>
            <a:xfrm>
              <a:off x="22409547" y="3009900"/>
              <a:ext cx="15379" cy="276225"/>
            </a:xfrm>
            <a:prstGeom prst="rect">
              <a:avLst/>
            </a:prstGeom>
            <a:solidFill>
              <a:srgbClr val="009E73"/>
            </a:solidFill>
            <a:ln w="0">
              <a:noFill/>
              <a:prstDash val="solid"/>
            </a:ln>
          </p:spPr>
        </p:sp>
        <p:sp>
          <p:nvSpPr>
            <p:cNvPr id="2055" name="four:time-step-strips:time-strip-tᵢ-cell-77:2055">
              <a:extLst>
                <a:ext uri="{FF2B5EF4-FFF2-40B4-BE49-F238E27FC236}">
                  <ns2:creationId id="{9F09DEF3-974B-4980-85EC-2B91490E3CAD}"/>
                </a:ext>
              </a:extLst>
            </p:cNvPr>
            <p:cNvSpPr>
              <a:spLocks noGrp="1"/>
            </p:cNvSpPr>
            <p:nvPr/>
          </p:nvSpPr>
          <p:spPr>
            <a:xfrm>
              <a:off x="22424926" y="3009900"/>
              <a:ext cx="15379" cy="276225"/>
            </a:xfrm>
            <a:prstGeom prst="rect">
              <a:avLst/>
            </a:prstGeom>
            <a:solidFill>
              <a:srgbClr val="009E73"/>
            </a:solidFill>
            <a:ln w="0">
              <a:noFill/>
              <a:prstDash val="solid"/>
            </a:ln>
          </p:spPr>
        </p:sp>
        <p:sp>
          <p:nvSpPr>
            <p:cNvPr id="2056" name="four:time-step-strips:time-strip-tᵢ-cell-78:2056">
              <a:extLst>
                <a:ext uri="{FF2B5EF4-FFF2-40B4-BE49-F238E27FC236}">
                  <ns2:creationId id="{765BDAA2-F07E-4A2F-89FF-866FBCF6888F}"/>
                </a:ext>
              </a:extLst>
            </p:cNvPr>
            <p:cNvSpPr>
              <a:spLocks noGrp="1"/>
            </p:cNvSpPr>
            <p:nvPr/>
          </p:nvSpPr>
          <p:spPr>
            <a:xfrm>
              <a:off x="22440305" y="3009900"/>
              <a:ext cx="15379" cy="276225"/>
            </a:xfrm>
            <a:prstGeom prst="rect">
              <a:avLst/>
            </a:prstGeom>
            <a:solidFill>
              <a:srgbClr val="009E73"/>
            </a:solidFill>
            <a:ln w="0">
              <a:noFill/>
              <a:prstDash val="solid"/>
            </a:ln>
          </p:spPr>
        </p:sp>
        <p:sp>
          <p:nvSpPr>
            <p:cNvPr id="2057" name="four:time-step-strips:time-strip-tᵢ-cell-79:2057">
              <a:extLst>
                <a:ext uri="{FF2B5EF4-FFF2-40B4-BE49-F238E27FC236}">
                  <ns2:creationId id="{75D08233-6EF7-4379-B29A-EEFFDBAF8FE2}"/>
                </a:ext>
              </a:extLst>
            </p:cNvPr>
            <p:cNvSpPr>
              <a:spLocks noGrp="1"/>
            </p:cNvSpPr>
            <p:nvPr/>
          </p:nvSpPr>
          <p:spPr>
            <a:xfrm>
              <a:off x="22455684" y="3009900"/>
              <a:ext cx="15379" cy="276225"/>
            </a:xfrm>
            <a:prstGeom prst="rect">
              <a:avLst/>
            </a:prstGeom>
            <a:solidFill>
              <a:srgbClr val="029F74"/>
            </a:solidFill>
            <a:ln w="0">
              <a:noFill/>
              <a:prstDash val="solid"/>
            </a:ln>
          </p:spPr>
        </p:sp>
        <p:sp>
          <p:nvSpPr>
            <p:cNvPr id="2058" name="four:time-step-strips:time-strip-tᵢ-cell-80:2058">
              <a:extLst>
                <a:ext uri="{FF2B5EF4-FFF2-40B4-BE49-F238E27FC236}">
                  <ns2:creationId id="{49E6A318-4096-440C-94EA-A2AF09BA6234}"/>
                </a:ext>
              </a:extLst>
            </p:cNvPr>
            <p:cNvSpPr>
              <a:spLocks noGrp="1"/>
            </p:cNvSpPr>
            <p:nvPr/>
          </p:nvSpPr>
          <p:spPr>
            <a:xfrm>
              <a:off x="22471063" y="3009900"/>
              <a:ext cx="15379" cy="276225"/>
            </a:xfrm>
            <a:prstGeom prst="rect">
              <a:avLst/>
            </a:prstGeom>
            <a:solidFill>
              <a:srgbClr val="0EA37B"/>
            </a:solidFill>
            <a:ln w="0">
              <a:noFill/>
              <a:prstDash val="solid"/>
            </a:ln>
          </p:spPr>
        </p:sp>
        <p:sp>
          <p:nvSpPr>
            <p:cNvPr id="2059" name="four:time-step-strips:time-strip-tᵢ-cell-81:2059">
              <a:extLst>
                <a:ext uri="{FF2B5EF4-FFF2-40B4-BE49-F238E27FC236}">
                  <ns2:creationId id="{B9935048-F6A0-41C0-9AF6-7B96F65C9C3A}"/>
                </a:ext>
              </a:extLst>
            </p:cNvPr>
            <p:cNvSpPr>
              <a:spLocks noGrp="1"/>
            </p:cNvSpPr>
            <p:nvPr/>
          </p:nvSpPr>
          <p:spPr>
            <a:xfrm>
              <a:off x="22486441" y="3009900"/>
              <a:ext cx="15379" cy="276225"/>
            </a:xfrm>
            <a:prstGeom prst="rect">
              <a:avLst/>
            </a:prstGeom>
            <a:solidFill>
              <a:srgbClr val="21A985"/>
            </a:solidFill>
            <a:ln w="0">
              <a:noFill/>
              <a:prstDash val="solid"/>
            </a:ln>
          </p:spPr>
        </p:sp>
        <p:sp>
          <p:nvSpPr>
            <p:cNvPr id="2060" name="four:time-step-strips:time-strip-tᵢ-cell-82:2060">
              <a:extLst>
                <a:ext uri="{FF2B5EF4-FFF2-40B4-BE49-F238E27FC236}">
                  <ns2:creationId id="{0C7A9E9E-7DBF-49E8-882F-054E6396B53D}"/>
                </a:ext>
              </a:extLst>
            </p:cNvPr>
            <p:cNvSpPr>
              <a:spLocks noGrp="1"/>
            </p:cNvSpPr>
            <p:nvPr/>
          </p:nvSpPr>
          <p:spPr>
            <a:xfrm>
              <a:off x="22501820" y="3009900"/>
              <a:ext cx="15379" cy="276225"/>
            </a:xfrm>
            <a:prstGeom prst="rect">
              <a:avLst/>
            </a:prstGeom>
            <a:solidFill>
              <a:srgbClr val="39B193"/>
            </a:solidFill>
            <a:ln w="0">
              <a:noFill/>
              <a:prstDash val="solid"/>
            </a:ln>
          </p:spPr>
        </p:sp>
        <p:sp>
          <p:nvSpPr>
            <p:cNvPr id="2061" name="four:time-step-strips:time-strip-tᵢ-cell-83:2061">
              <a:extLst>
                <a:ext uri="{FF2B5EF4-FFF2-40B4-BE49-F238E27FC236}">
                  <ns2:creationId id="{DC1A405E-A0FF-4140-AF52-1F2D6A789953}"/>
                </a:ext>
              </a:extLst>
            </p:cNvPr>
            <p:cNvSpPr>
              <a:spLocks noGrp="1"/>
            </p:cNvSpPr>
            <p:nvPr/>
          </p:nvSpPr>
          <p:spPr>
            <a:xfrm>
              <a:off x="22517199" y="3009900"/>
              <a:ext cx="15379" cy="276225"/>
            </a:xfrm>
            <a:prstGeom prst="rect">
              <a:avLst/>
            </a:prstGeom>
            <a:solidFill>
              <a:srgbClr val="53BAA1"/>
            </a:solidFill>
            <a:ln w="0">
              <a:noFill/>
              <a:prstDash val="solid"/>
            </a:ln>
          </p:spPr>
        </p:sp>
        <p:sp>
          <p:nvSpPr>
            <p:cNvPr id="2062" name="four:time-step-strips:time-strip-tᵢ-cell-84:2062">
              <a:extLst>
                <a:ext uri="{FF2B5EF4-FFF2-40B4-BE49-F238E27FC236}">
                  <ns2:creationId id="{3B8E9CBA-89F7-4F40-BA5F-2779485C5A55}"/>
                </a:ext>
              </a:extLst>
            </p:cNvPr>
            <p:cNvSpPr>
              <a:spLocks noGrp="1"/>
            </p:cNvSpPr>
            <p:nvPr/>
          </p:nvSpPr>
          <p:spPr>
            <a:xfrm>
              <a:off x="22532578" y="3009900"/>
              <a:ext cx="15379" cy="276225"/>
            </a:xfrm>
            <a:prstGeom prst="rect">
              <a:avLst/>
            </a:prstGeom>
            <a:solidFill>
              <a:srgbClr val="67C1AC"/>
            </a:solidFill>
            <a:ln w="0">
              <a:noFill/>
              <a:prstDash val="solid"/>
            </a:ln>
          </p:spPr>
        </p:sp>
        <p:sp>
          <p:nvSpPr>
            <p:cNvPr id="2063" name="four:time-step-strips:time-strip-tᵢ-cell-85:2063">
              <a:extLst>
                <a:ext uri="{FF2B5EF4-FFF2-40B4-BE49-F238E27FC236}">
                  <ns2:creationId id="{0B12E6BE-BA59-4F5C-AD5F-DE600B0D8014}"/>
                </a:ext>
              </a:extLst>
            </p:cNvPr>
            <p:cNvSpPr>
              <a:spLocks noGrp="1"/>
            </p:cNvSpPr>
            <p:nvPr/>
          </p:nvSpPr>
          <p:spPr>
            <a:xfrm>
              <a:off x="22547957" y="3009900"/>
              <a:ext cx="15379" cy="276225"/>
            </a:xfrm>
            <a:prstGeom prst="rect">
              <a:avLst/>
            </a:prstGeom>
            <a:solidFill>
              <a:srgbClr val="79C7B6"/>
            </a:solidFill>
            <a:ln w="0">
              <a:noFill/>
              <a:prstDash val="solid"/>
            </a:ln>
          </p:spPr>
        </p:sp>
        <p:sp>
          <p:nvSpPr>
            <p:cNvPr id="2064" name="four:time-step-strips:time-strip-tᵢ-cell-86:2064">
              <a:extLst>
                <a:ext uri="{FF2B5EF4-FFF2-40B4-BE49-F238E27FC236}">
                  <ns2:creationId id="{B17AC5B8-4834-4E34-BF90-FB379B3688DD}"/>
                </a:ext>
              </a:extLst>
            </p:cNvPr>
            <p:cNvSpPr>
              <a:spLocks noGrp="1"/>
            </p:cNvSpPr>
            <p:nvPr/>
          </p:nvSpPr>
          <p:spPr>
            <a:xfrm>
              <a:off x="22563336" y="3009900"/>
              <a:ext cx="15379" cy="276225"/>
            </a:xfrm>
            <a:prstGeom prst="rect">
              <a:avLst/>
            </a:prstGeom>
            <a:solidFill>
              <a:srgbClr val="81C9BA"/>
            </a:solidFill>
            <a:ln w="0">
              <a:noFill/>
              <a:prstDash val="solid"/>
            </a:ln>
          </p:spPr>
        </p:sp>
        <p:sp>
          <p:nvSpPr>
            <p:cNvPr id="2065" name="four:time-step-strips:time-strip-tᵢ-cell-87:2065">
              <a:extLst>
                <a:ext uri="{FF2B5EF4-FFF2-40B4-BE49-F238E27FC236}">
                  <ns2:creationId id="{401A6A37-0E39-4D60-8853-717147B52DE3}"/>
                </a:ext>
              </a:extLst>
            </p:cNvPr>
            <p:cNvSpPr>
              <a:spLocks noGrp="1"/>
            </p:cNvSpPr>
            <p:nvPr/>
          </p:nvSpPr>
          <p:spPr>
            <a:xfrm>
              <a:off x="22578715" y="3009900"/>
              <a:ext cx="15379" cy="276225"/>
            </a:xfrm>
            <a:prstGeom prst="rect">
              <a:avLst/>
            </a:prstGeom>
            <a:solidFill>
              <a:srgbClr val="81C9BA"/>
            </a:solidFill>
            <a:ln w="0">
              <a:noFill/>
              <a:prstDash val="solid"/>
            </a:ln>
          </p:spPr>
        </p:sp>
        <p:sp>
          <p:nvSpPr>
            <p:cNvPr id="2066" name="four:time-step-strips:time-strip-tᵢ-cell-88:2066">
              <a:extLst>
                <a:ext uri="{FF2B5EF4-FFF2-40B4-BE49-F238E27FC236}">
                  <ns2:creationId id="{6A6A5171-6C0A-424C-B3F3-78DA55F32A43}"/>
                </a:ext>
              </a:extLst>
            </p:cNvPr>
            <p:cNvSpPr>
              <a:spLocks noGrp="1"/>
            </p:cNvSpPr>
            <p:nvPr/>
          </p:nvSpPr>
          <p:spPr>
            <a:xfrm>
              <a:off x="22594094" y="3009900"/>
              <a:ext cx="15379" cy="276225"/>
            </a:xfrm>
            <a:prstGeom prst="rect">
              <a:avLst/>
            </a:prstGeom>
            <a:solidFill>
              <a:srgbClr val="81C9BA"/>
            </a:solidFill>
            <a:ln w="0">
              <a:noFill/>
              <a:prstDash val="solid"/>
            </a:ln>
          </p:spPr>
        </p:sp>
        <p:sp>
          <p:nvSpPr>
            <p:cNvPr id="2067" name="four:time-step-strips:time-strip-tᵢ-cell-89:2067">
              <a:extLst>
                <a:ext uri="{FF2B5EF4-FFF2-40B4-BE49-F238E27FC236}">
                  <ns2:creationId id="{AC24581E-D199-4D7D-818E-409462AF0E2F}"/>
                </a:ext>
              </a:extLst>
            </p:cNvPr>
            <p:cNvSpPr>
              <a:spLocks noGrp="1"/>
            </p:cNvSpPr>
            <p:nvPr/>
          </p:nvSpPr>
          <p:spPr>
            <a:xfrm>
              <a:off x="22609473" y="3009900"/>
              <a:ext cx="15379" cy="276225"/>
            </a:xfrm>
            <a:prstGeom prst="rect">
              <a:avLst/>
            </a:prstGeom>
            <a:solidFill>
              <a:srgbClr val="81C9BA"/>
            </a:solidFill>
            <a:ln w="0">
              <a:noFill/>
              <a:prstDash val="solid"/>
            </a:ln>
          </p:spPr>
        </p:sp>
        <p:sp>
          <p:nvSpPr>
            <p:cNvPr id="2068" name="four:time-step-strips:time-strip-tᵢ-cell-90:2068">
              <a:extLst>
                <a:ext uri="{FF2B5EF4-FFF2-40B4-BE49-F238E27FC236}">
                  <ns2:creationId id="{AA9F42BB-E6D7-46A7-933E-227FB3B088A0}"/>
                </a:ext>
              </a:extLst>
            </p:cNvPr>
            <p:cNvSpPr>
              <a:spLocks noGrp="1"/>
            </p:cNvSpPr>
            <p:nvPr/>
          </p:nvSpPr>
          <p:spPr>
            <a:xfrm>
              <a:off x="22624852" y="3009900"/>
              <a:ext cx="15379" cy="276225"/>
            </a:xfrm>
            <a:prstGeom prst="rect">
              <a:avLst/>
            </a:prstGeom>
            <a:solidFill>
              <a:srgbClr val="81C9BA"/>
            </a:solidFill>
            <a:ln w="0">
              <a:noFill/>
              <a:prstDash val="solid"/>
            </a:ln>
          </p:spPr>
        </p:sp>
        <p:sp>
          <p:nvSpPr>
            <p:cNvPr id="2069" name="four:time-step-strips:time-strip-tᵢ-cell-91:2069">
              <a:extLst>
                <a:ext uri="{FF2B5EF4-FFF2-40B4-BE49-F238E27FC236}">
                  <ns2:creationId id="{4981B53B-990B-4433-8C9C-77D849CBD502}"/>
                </a:ext>
              </a:extLst>
            </p:cNvPr>
            <p:cNvSpPr>
              <a:spLocks noGrp="1"/>
            </p:cNvSpPr>
            <p:nvPr/>
          </p:nvSpPr>
          <p:spPr>
            <a:xfrm>
              <a:off x="22640230" y="3009900"/>
              <a:ext cx="15379" cy="276225"/>
            </a:xfrm>
            <a:prstGeom prst="rect">
              <a:avLst/>
            </a:prstGeom>
            <a:solidFill>
              <a:srgbClr val="81C9BA"/>
            </a:solidFill>
            <a:ln w="0">
              <a:noFill/>
              <a:prstDash val="solid"/>
            </a:ln>
          </p:spPr>
        </p:sp>
        <p:sp>
          <p:nvSpPr>
            <p:cNvPr id="2070" name="four:time-step-strips:time-strip-tᵢ-cell-92:2070">
              <a:extLst>
                <a:ext uri="{FF2B5EF4-FFF2-40B4-BE49-F238E27FC236}">
                  <ns2:creationId id="{A5E43B85-961F-437C-A310-F2179A9B69F4}"/>
                </a:ext>
              </a:extLst>
            </p:cNvPr>
            <p:cNvSpPr>
              <a:spLocks noGrp="1"/>
            </p:cNvSpPr>
            <p:nvPr/>
          </p:nvSpPr>
          <p:spPr>
            <a:xfrm>
              <a:off x="22655609" y="3009900"/>
              <a:ext cx="15379" cy="276225"/>
            </a:xfrm>
            <a:prstGeom prst="rect">
              <a:avLst/>
            </a:prstGeom>
            <a:solidFill>
              <a:srgbClr val="81C9BA"/>
            </a:solidFill>
            <a:ln w="0">
              <a:noFill/>
              <a:prstDash val="solid"/>
            </a:ln>
          </p:spPr>
        </p:sp>
        <p:sp>
          <p:nvSpPr>
            <p:cNvPr id="2071" name="four:time-step-strips:time-strip-tᵢ-cell-93:2071">
              <a:extLst>
                <a:ext uri="{FF2B5EF4-FFF2-40B4-BE49-F238E27FC236}">
                  <ns2:creationId id="{A13CBE26-9D30-48A4-AF29-49B472D263BF}"/>
                </a:ext>
              </a:extLst>
            </p:cNvPr>
            <p:cNvSpPr>
              <a:spLocks noGrp="1"/>
            </p:cNvSpPr>
            <p:nvPr/>
          </p:nvSpPr>
          <p:spPr>
            <a:xfrm>
              <a:off x="22670988" y="3009900"/>
              <a:ext cx="15379" cy="276225"/>
            </a:xfrm>
            <a:prstGeom prst="rect">
              <a:avLst/>
            </a:prstGeom>
            <a:solidFill>
              <a:srgbClr val="81C9BA"/>
            </a:solidFill>
            <a:ln w="0">
              <a:noFill/>
              <a:prstDash val="solid"/>
            </a:ln>
          </p:spPr>
        </p:sp>
        <p:sp>
          <p:nvSpPr>
            <p:cNvPr id="2072" name="four:time-step-strips:time-strip-tᵢ-cell-94:2072">
              <a:extLst>
                <a:ext uri="{FF2B5EF4-FFF2-40B4-BE49-F238E27FC236}">
                  <ns2:creationId id="{FE8803D2-DB34-47E2-A0E3-80D4D88C3E6D}"/>
                </a:ext>
              </a:extLst>
            </p:cNvPr>
            <p:cNvSpPr>
              <a:spLocks noGrp="1"/>
            </p:cNvSpPr>
            <p:nvPr/>
          </p:nvSpPr>
          <p:spPr>
            <a:xfrm>
              <a:off x="22686367" y="3009900"/>
              <a:ext cx="15379" cy="276225"/>
            </a:xfrm>
            <a:prstGeom prst="rect">
              <a:avLst/>
            </a:prstGeom>
            <a:solidFill>
              <a:srgbClr val="81C9BA"/>
            </a:solidFill>
            <a:ln w="0">
              <a:noFill/>
              <a:prstDash val="solid"/>
            </a:ln>
          </p:spPr>
        </p:sp>
        <p:sp>
          <p:nvSpPr>
            <p:cNvPr id="2073" name="four:time-step-strips:time-strip-tᵢ-cell-95:2073">
              <a:extLst>
                <a:ext uri="{FF2B5EF4-FFF2-40B4-BE49-F238E27FC236}">
                  <ns2:creationId id="{CBD4157E-AC30-409C-9315-41119B583EC8}"/>
                </a:ext>
              </a:extLst>
            </p:cNvPr>
            <p:cNvSpPr>
              <a:spLocks noGrp="1"/>
            </p:cNvSpPr>
            <p:nvPr/>
          </p:nvSpPr>
          <p:spPr>
            <a:xfrm>
              <a:off x="22701746" y="3009900"/>
              <a:ext cx="15379" cy="276225"/>
            </a:xfrm>
            <a:prstGeom prst="rect">
              <a:avLst/>
            </a:prstGeom>
            <a:solidFill>
              <a:srgbClr val="81C9BA"/>
            </a:solidFill>
            <a:ln w="0">
              <a:noFill/>
              <a:prstDash val="solid"/>
            </a:ln>
          </p:spPr>
        </p:sp>
        <p:sp>
          <p:nvSpPr>
            <p:cNvPr id="2074" name="four:time-step-strips:time-strip-tᵢ-cell-96:2074">
              <a:extLst>
                <a:ext uri="{FF2B5EF4-FFF2-40B4-BE49-F238E27FC236}">
                  <ns2:creationId id="{099E5731-C19A-4CF4-8FD6-53C333620840}"/>
                </a:ext>
              </a:extLst>
            </p:cNvPr>
            <p:cNvSpPr>
              <a:spLocks noGrp="1"/>
            </p:cNvSpPr>
            <p:nvPr/>
          </p:nvSpPr>
          <p:spPr>
            <a:xfrm>
              <a:off x="22717125" y="3009900"/>
              <a:ext cx="15379" cy="276225"/>
            </a:xfrm>
            <a:prstGeom prst="rect">
              <a:avLst/>
            </a:prstGeom>
            <a:solidFill>
              <a:srgbClr val="81C9BA"/>
            </a:solidFill>
            <a:ln w="0">
              <a:noFill/>
              <a:prstDash val="solid"/>
            </a:ln>
          </p:spPr>
        </p:sp>
        <p:sp>
          <p:nvSpPr>
            <p:cNvPr id="2075" name="four:time-step-strips:time-strip-tᵢ-cell-97:2075">
              <a:extLst>
                <a:ext uri="{FF2B5EF4-FFF2-40B4-BE49-F238E27FC236}">
                  <ns2:creationId id="{8585480F-2649-428C-B85F-075E9F37949E}"/>
                </a:ext>
              </a:extLst>
            </p:cNvPr>
            <p:cNvSpPr>
              <a:spLocks noGrp="1"/>
            </p:cNvSpPr>
            <p:nvPr/>
          </p:nvSpPr>
          <p:spPr>
            <a:xfrm>
              <a:off x="22732504" y="3009900"/>
              <a:ext cx="15379" cy="276225"/>
            </a:xfrm>
            <a:prstGeom prst="rect">
              <a:avLst/>
            </a:prstGeom>
            <a:solidFill>
              <a:srgbClr val="81C9BA"/>
            </a:solidFill>
            <a:ln w="0">
              <a:noFill/>
              <a:prstDash val="solid"/>
            </a:ln>
          </p:spPr>
        </p:sp>
        <p:sp>
          <p:nvSpPr>
            <p:cNvPr id="2076" name="four:time-step-strips:time-strip-tᵢ-cell-98:2076">
              <a:extLst>
                <a:ext uri="{FF2B5EF4-FFF2-40B4-BE49-F238E27FC236}">
                  <ns2:creationId id="{5E729B65-F092-443D-831B-57F0D5978608}"/>
                </a:ext>
              </a:extLst>
            </p:cNvPr>
            <p:cNvSpPr>
              <a:spLocks noGrp="1"/>
            </p:cNvSpPr>
            <p:nvPr/>
          </p:nvSpPr>
          <p:spPr>
            <a:xfrm>
              <a:off x="22747883" y="3009900"/>
              <a:ext cx="15379" cy="276225"/>
            </a:xfrm>
            <a:prstGeom prst="rect">
              <a:avLst/>
            </a:prstGeom>
            <a:solidFill>
              <a:srgbClr val="81C9BA"/>
            </a:solidFill>
            <a:ln w="0">
              <a:noFill/>
              <a:prstDash val="solid"/>
            </a:ln>
          </p:spPr>
        </p:sp>
        <p:sp>
          <p:nvSpPr>
            <p:cNvPr id="2077" name="four:time-step-strips:time-strip-tᵢ-cell-99:2077">
              <a:extLst>
                <a:ext uri="{FF2B5EF4-FFF2-40B4-BE49-F238E27FC236}">
                  <ns2:creationId id="{C8E6444D-6624-4865-878A-053ADA29073F}"/>
                </a:ext>
              </a:extLst>
            </p:cNvPr>
            <p:cNvSpPr>
              <a:spLocks noGrp="1"/>
            </p:cNvSpPr>
            <p:nvPr/>
          </p:nvSpPr>
          <p:spPr>
            <a:xfrm>
              <a:off x="22763262" y="3009900"/>
              <a:ext cx="15379" cy="276225"/>
            </a:xfrm>
            <a:prstGeom prst="rect">
              <a:avLst/>
            </a:prstGeom>
            <a:solidFill>
              <a:srgbClr val="81C9BA"/>
            </a:solidFill>
            <a:ln w="0">
              <a:noFill/>
              <a:prstDash val="solid"/>
            </a:ln>
          </p:spPr>
        </p:sp>
        <p:sp>
          <p:nvSpPr>
            <p:cNvPr id="2078" name="four:time-step-strips:time-strip-tᵢ-cell-100:2078">
              <a:extLst>
                <a:ext uri="{FF2B5EF4-FFF2-40B4-BE49-F238E27FC236}">
                  <ns2:creationId id="{C29A1E5C-580F-4D6C-915E-8B9F2567334E}"/>
                </a:ext>
              </a:extLst>
            </p:cNvPr>
            <p:cNvSpPr>
              <a:spLocks noGrp="1"/>
            </p:cNvSpPr>
            <p:nvPr/>
          </p:nvSpPr>
          <p:spPr>
            <a:xfrm>
              <a:off x="22778641" y="3009900"/>
              <a:ext cx="15379" cy="276225"/>
            </a:xfrm>
            <a:prstGeom prst="rect">
              <a:avLst/>
            </a:prstGeom>
            <a:solidFill>
              <a:srgbClr val="81C9BA"/>
            </a:solidFill>
            <a:ln w="0">
              <a:noFill/>
              <a:prstDash val="solid"/>
            </a:ln>
          </p:spPr>
        </p:sp>
        <p:sp>
          <p:nvSpPr>
            <p:cNvPr id="2079" name="four:time-step-strips:time-strip-tᵢ-cell-101:2079">
              <a:extLst>
                <a:ext uri="{FF2B5EF4-FFF2-40B4-BE49-F238E27FC236}">
                  <ns2:creationId id="{D009B196-1072-4A26-A28F-EDE3E933933A}"/>
                </a:ext>
              </a:extLst>
            </p:cNvPr>
            <p:cNvSpPr>
              <a:spLocks noGrp="1"/>
            </p:cNvSpPr>
            <p:nvPr/>
          </p:nvSpPr>
          <p:spPr>
            <a:xfrm>
              <a:off x="22794020" y="3009900"/>
              <a:ext cx="15379" cy="276225"/>
            </a:xfrm>
            <a:prstGeom prst="rect">
              <a:avLst/>
            </a:prstGeom>
            <a:solidFill>
              <a:srgbClr val="81C9BA"/>
            </a:solidFill>
            <a:ln w="0">
              <a:noFill/>
              <a:prstDash val="solid"/>
            </a:ln>
          </p:spPr>
        </p:sp>
        <p:sp>
          <p:nvSpPr>
            <p:cNvPr id="2080" name="four:time-step-strips:time-strip-tᵢ-cell-102:2080">
              <a:extLst>
                <a:ext uri="{FF2B5EF4-FFF2-40B4-BE49-F238E27FC236}">
                  <ns2:creationId id="{D9CB8007-E89F-4EC0-915D-0D20BE8D8E38}"/>
                </a:ext>
              </a:extLst>
            </p:cNvPr>
            <p:cNvSpPr>
              <a:spLocks noGrp="1"/>
            </p:cNvSpPr>
            <p:nvPr/>
          </p:nvSpPr>
          <p:spPr>
            <a:xfrm>
              <a:off x="22809398" y="3009900"/>
              <a:ext cx="15379" cy="276225"/>
            </a:xfrm>
            <a:prstGeom prst="rect">
              <a:avLst/>
            </a:prstGeom>
            <a:solidFill>
              <a:srgbClr val="81C9BA"/>
            </a:solidFill>
            <a:ln w="0">
              <a:noFill/>
              <a:prstDash val="solid"/>
            </a:ln>
          </p:spPr>
        </p:sp>
        <p:sp>
          <p:nvSpPr>
            <p:cNvPr id="2081" name="four:time-step-strips:time-strip-tᵢ-cell-103:2081">
              <a:extLst>
                <a:ext uri="{FF2B5EF4-FFF2-40B4-BE49-F238E27FC236}">
                  <ns2:creationId id="{91AC6AFE-4F30-438C-9D13-9D166557B709}"/>
                </a:ext>
              </a:extLst>
            </p:cNvPr>
            <p:cNvSpPr>
              <a:spLocks noGrp="1"/>
            </p:cNvSpPr>
            <p:nvPr/>
          </p:nvSpPr>
          <p:spPr>
            <a:xfrm>
              <a:off x="22824777" y="3009900"/>
              <a:ext cx="15379" cy="276225"/>
            </a:xfrm>
            <a:prstGeom prst="rect">
              <a:avLst/>
            </a:prstGeom>
            <a:solidFill>
              <a:srgbClr val="81C9BA"/>
            </a:solidFill>
            <a:ln w="0">
              <a:noFill/>
              <a:prstDash val="solid"/>
            </a:ln>
          </p:spPr>
        </p:sp>
        <p:sp>
          <p:nvSpPr>
            <p:cNvPr id="2082" name="four:time-step-strips:time-strip-tᵢ-cell-104:2082">
              <a:extLst>
                <a:ext uri="{FF2B5EF4-FFF2-40B4-BE49-F238E27FC236}">
                  <ns2:creationId id="{2D6E2DE4-84FF-4389-B251-439C351D2975}"/>
                </a:ext>
              </a:extLst>
            </p:cNvPr>
            <p:cNvSpPr>
              <a:spLocks noGrp="1"/>
            </p:cNvSpPr>
            <p:nvPr/>
          </p:nvSpPr>
          <p:spPr>
            <a:xfrm>
              <a:off x="22840156" y="3009900"/>
              <a:ext cx="15379" cy="276225"/>
            </a:xfrm>
            <a:prstGeom prst="rect">
              <a:avLst/>
            </a:prstGeom>
            <a:solidFill>
              <a:srgbClr val="81C9BA"/>
            </a:solidFill>
            <a:ln w="0">
              <a:noFill/>
              <a:prstDash val="solid"/>
            </a:ln>
          </p:spPr>
        </p:sp>
        <p:sp>
          <p:nvSpPr>
            <p:cNvPr id="2083" name="four:time-step-strips:time-strip-tᵢ-cell-105:2083">
              <a:extLst>
                <a:ext uri="{FF2B5EF4-FFF2-40B4-BE49-F238E27FC236}">
                  <ns2:creationId id="{16A91703-5D02-4F97-A58B-F44297895F72}"/>
                </a:ext>
              </a:extLst>
            </p:cNvPr>
            <p:cNvSpPr>
              <a:spLocks noGrp="1"/>
            </p:cNvSpPr>
            <p:nvPr/>
          </p:nvSpPr>
          <p:spPr>
            <a:xfrm>
              <a:off x="22855535" y="3009900"/>
              <a:ext cx="15379" cy="276225"/>
            </a:xfrm>
            <a:prstGeom prst="rect">
              <a:avLst/>
            </a:prstGeom>
            <a:solidFill>
              <a:srgbClr val="81C9BA"/>
            </a:solidFill>
            <a:ln w="0">
              <a:noFill/>
              <a:prstDash val="solid"/>
            </a:ln>
          </p:spPr>
        </p:sp>
        <p:sp>
          <p:nvSpPr>
            <p:cNvPr id="2084" name="four:time-step-strips:time-strip-tᵢ-cell-106:2084">
              <a:extLst>
                <a:ext uri="{FF2B5EF4-FFF2-40B4-BE49-F238E27FC236}">
                  <ns2:creationId id="{044B1539-4ECE-4C9A-8D94-D146AFCF9EF0}"/>
                </a:ext>
              </a:extLst>
            </p:cNvPr>
            <p:cNvSpPr>
              <a:spLocks noGrp="1"/>
            </p:cNvSpPr>
            <p:nvPr/>
          </p:nvSpPr>
          <p:spPr>
            <a:xfrm>
              <a:off x="22870914" y="3009900"/>
              <a:ext cx="15379" cy="276225"/>
            </a:xfrm>
            <a:prstGeom prst="rect">
              <a:avLst/>
            </a:prstGeom>
            <a:solidFill>
              <a:srgbClr val="81C9BA"/>
            </a:solidFill>
            <a:ln w="0">
              <a:noFill/>
              <a:prstDash val="solid"/>
            </a:ln>
          </p:spPr>
        </p:sp>
        <p:sp>
          <p:nvSpPr>
            <p:cNvPr id="2085" name="four:time-step-strips:time-strip-tᵢ-cell-107:2085">
              <a:extLst>
                <a:ext uri="{FF2B5EF4-FFF2-40B4-BE49-F238E27FC236}">
                  <ns2:creationId id="{E3A8BB19-0F3A-4FCF-8CCB-50DED206412F}"/>
                </a:ext>
              </a:extLst>
            </p:cNvPr>
            <p:cNvSpPr>
              <a:spLocks noGrp="1"/>
            </p:cNvSpPr>
            <p:nvPr/>
          </p:nvSpPr>
          <p:spPr>
            <a:xfrm>
              <a:off x="22886293" y="3009900"/>
              <a:ext cx="15379" cy="276225"/>
            </a:xfrm>
            <a:prstGeom prst="rect">
              <a:avLst/>
            </a:prstGeom>
            <a:solidFill>
              <a:srgbClr val="81C9BA"/>
            </a:solidFill>
            <a:ln w="0">
              <a:noFill/>
              <a:prstDash val="solid"/>
            </a:ln>
          </p:spPr>
        </p:sp>
        <p:sp>
          <p:nvSpPr>
            <p:cNvPr id="2086" name="four:time-step-strips:time-strip-tᵢ-cell-108:2086">
              <a:extLst>
                <a:ext uri="{FF2B5EF4-FFF2-40B4-BE49-F238E27FC236}">
                  <ns2:creationId id="{368B6984-B6C4-4157-9A59-6360061DF1B3}"/>
                </a:ext>
              </a:extLst>
            </p:cNvPr>
            <p:cNvSpPr>
              <a:spLocks noGrp="1"/>
            </p:cNvSpPr>
            <p:nvPr/>
          </p:nvSpPr>
          <p:spPr>
            <a:xfrm>
              <a:off x="22901672" y="3009900"/>
              <a:ext cx="15379" cy="276225"/>
            </a:xfrm>
            <a:prstGeom prst="rect">
              <a:avLst/>
            </a:prstGeom>
            <a:solidFill>
              <a:srgbClr val="81C9BA"/>
            </a:solidFill>
            <a:ln w="0">
              <a:noFill/>
              <a:prstDash val="solid"/>
            </a:ln>
          </p:spPr>
        </p:sp>
        <p:sp>
          <p:nvSpPr>
            <p:cNvPr id="2087" name="four:time-step-strips:time-strip-tᵢ-cell-109:2087">
              <a:extLst>
                <a:ext uri="{FF2B5EF4-FFF2-40B4-BE49-F238E27FC236}">
                  <ns2:creationId id="{24DE0DEA-BBD0-4359-B952-8F103E488299}"/>
                </a:ext>
              </a:extLst>
            </p:cNvPr>
            <p:cNvSpPr>
              <a:spLocks noGrp="1"/>
            </p:cNvSpPr>
            <p:nvPr/>
          </p:nvSpPr>
          <p:spPr>
            <a:xfrm>
              <a:off x="22917051" y="3009900"/>
              <a:ext cx="15379" cy="276225"/>
            </a:xfrm>
            <a:prstGeom prst="rect">
              <a:avLst/>
            </a:prstGeom>
            <a:solidFill>
              <a:srgbClr val="81C9BA"/>
            </a:solidFill>
            <a:ln w="0">
              <a:noFill/>
              <a:prstDash val="solid"/>
            </a:ln>
          </p:spPr>
        </p:sp>
        <p:sp>
          <p:nvSpPr>
            <p:cNvPr id="2088" name="four:time-step-strips:time-strip-tᵢ-cell-110:2088">
              <a:extLst>
                <a:ext uri="{FF2B5EF4-FFF2-40B4-BE49-F238E27FC236}">
                  <ns2:creationId id="{38F2A03D-5F9D-4DB6-A4BC-9757C88354A5}"/>
                </a:ext>
              </a:extLst>
            </p:cNvPr>
            <p:cNvSpPr>
              <a:spLocks noGrp="1"/>
            </p:cNvSpPr>
            <p:nvPr/>
          </p:nvSpPr>
          <p:spPr>
            <a:xfrm>
              <a:off x="22932430" y="3009900"/>
              <a:ext cx="15379" cy="276225"/>
            </a:xfrm>
            <a:prstGeom prst="rect">
              <a:avLst/>
            </a:prstGeom>
            <a:solidFill>
              <a:srgbClr val="81C9BA"/>
            </a:solidFill>
            <a:ln w="0">
              <a:noFill/>
              <a:prstDash val="solid"/>
            </a:ln>
          </p:spPr>
        </p:sp>
        <p:sp>
          <p:nvSpPr>
            <p:cNvPr id="2089" name="four:time-step-strips:time-strip-tᵢ-cell-111:2089">
              <a:extLst>
                <a:ext uri="{FF2B5EF4-FFF2-40B4-BE49-F238E27FC236}">
                  <ns2:creationId id="{E066E0AB-8E04-4B16-99D3-8873C56D9DDF}"/>
                </a:ext>
              </a:extLst>
            </p:cNvPr>
            <p:cNvSpPr>
              <a:spLocks noGrp="1"/>
            </p:cNvSpPr>
            <p:nvPr/>
          </p:nvSpPr>
          <p:spPr>
            <a:xfrm>
              <a:off x="22947809" y="3009900"/>
              <a:ext cx="15379" cy="276225"/>
            </a:xfrm>
            <a:prstGeom prst="rect">
              <a:avLst/>
            </a:prstGeom>
            <a:solidFill>
              <a:srgbClr val="81C9BA"/>
            </a:solidFill>
            <a:ln w="0">
              <a:noFill/>
              <a:prstDash val="solid"/>
            </a:ln>
          </p:spPr>
        </p:sp>
        <p:sp>
          <p:nvSpPr>
            <p:cNvPr id="2090" name="four:time-step-strips:time-strip-tᵢ-cell-112:2090">
              <a:extLst>
                <a:ext uri="{FF2B5EF4-FFF2-40B4-BE49-F238E27FC236}">
                  <ns2:creationId id="{254AC070-3FBA-4C7D-8EE0-8D954AEB4B13}"/>
                </a:ext>
              </a:extLst>
            </p:cNvPr>
            <p:cNvSpPr>
              <a:spLocks noGrp="1"/>
            </p:cNvSpPr>
            <p:nvPr/>
          </p:nvSpPr>
          <p:spPr>
            <a:xfrm>
              <a:off x="22963188" y="3009900"/>
              <a:ext cx="15379" cy="276225"/>
            </a:xfrm>
            <a:prstGeom prst="rect">
              <a:avLst/>
            </a:prstGeom>
            <a:solidFill>
              <a:srgbClr val="81C9BA"/>
            </a:solidFill>
            <a:ln w="0">
              <a:noFill/>
              <a:prstDash val="solid"/>
            </a:ln>
          </p:spPr>
        </p:sp>
        <p:sp>
          <p:nvSpPr>
            <p:cNvPr id="2091" name="four:time-step-strips:time-strip-tᵢ-cell-113:2091">
              <a:extLst>
                <a:ext uri="{FF2B5EF4-FFF2-40B4-BE49-F238E27FC236}">
                  <ns2:creationId id="{0BF3B367-F62E-48BF-B02E-052D23E66B3B}"/>
                </a:ext>
              </a:extLst>
            </p:cNvPr>
            <p:cNvSpPr>
              <a:spLocks noGrp="1"/>
            </p:cNvSpPr>
            <p:nvPr/>
          </p:nvSpPr>
          <p:spPr>
            <a:xfrm>
              <a:off x="22978566" y="3009900"/>
              <a:ext cx="15379" cy="276225"/>
            </a:xfrm>
            <a:prstGeom prst="rect">
              <a:avLst/>
            </a:prstGeom>
            <a:solidFill>
              <a:srgbClr val="81C9BA"/>
            </a:solidFill>
            <a:ln w="0">
              <a:noFill/>
              <a:prstDash val="solid"/>
            </a:ln>
          </p:spPr>
        </p:sp>
        <p:sp>
          <p:nvSpPr>
            <p:cNvPr id="2092" name="four:time-step-strips:time-strip-tᵢ-cell-114:2092">
              <a:extLst>
                <a:ext uri="{FF2B5EF4-FFF2-40B4-BE49-F238E27FC236}">
                  <ns2:creationId id="{A6134E58-4854-4313-A21B-802508A9F6B4}"/>
                </a:ext>
              </a:extLst>
            </p:cNvPr>
            <p:cNvSpPr>
              <a:spLocks noGrp="1"/>
            </p:cNvSpPr>
            <p:nvPr/>
          </p:nvSpPr>
          <p:spPr>
            <a:xfrm>
              <a:off x="22993945" y="3009900"/>
              <a:ext cx="15379" cy="276225"/>
            </a:xfrm>
            <a:prstGeom prst="rect">
              <a:avLst/>
            </a:prstGeom>
            <a:solidFill>
              <a:srgbClr val="7EC8B9"/>
            </a:solidFill>
            <a:ln w="0">
              <a:noFill/>
              <a:prstDash val="solid"/>
            </a:ln>
          </p:spPr>
        </p:sp>
        <p:sp>
          <p:nvSpPr>
            <p:cNvPr id="2093" name="four:time-step-strips:time-strip-tᵢ-cell-115:2093">
              <a:extLst>
                <a:ext uri="{FF2B5EF4-FFF2-40B4-BE49-F238E27FC236}">
                  <ns2:creationId id="{B2805A4A-80CC-4D83-B4B3-EF49D9063F04}"/>
                </a:ext>
              </a:extLst>
            </p:cNvPr>
            <p:cNvSpPr>
              <a:spLocks noGrp="1"/>
            </p:cNvSpPr>
            <p:nvPr/>
          </p:nvSpPr>
          <p:spPr>
            <a:xfrm>
              <a:off x="23009324" y="3009900"/>
              <a:ext cx="15379" cy="276225"/>
            </a:xfrm>
            <a:prstGeom prst="rect">
              <a:avLst/>
            </a:prstGeom>
            <a:solidFill>
              <a:srgbClr val="6FC3B0"/>
            </a:solidFill>
            <a:ln w="0">
              <a:noFill/>
              <a:prstDash val="solid"/>
            </a:ln>
          </p:spPr>
        </p:sp>
        <p:sp>
          <p:nvSpPr>
            <p:cNvPr id="2094" name="four:time-step-strips:time-strip-tᵢ-cell-116:2094">
              <a:extLst>
                <a:ext uri="{FF2B5EF4-FFF2-40B4-BE49-F238E27FC236}">
                  <ns2:creationId id="{AF0A1E38-F20D-40F2-9472-5AE2F946360D}"/>
                </a:ext>
              </a:extLst>
            </p:cNvPr>
            <p:cNvSpPr>
              <a:spLocks noGrp="1"/>
            </p:cNvSpPr>
            <p:nvPr/>
          </p:nvSpPr>
          <p:spPr>
            <a:xfrm>
              <a:off x="23024703" y="3009900"/>
              <a:ext cx="15379" cy="276225"/>
            </a:xfrm>
            <a:prstGeom prst="rect">
              <a:avLst/>
            </a:prstGeom>
            <a:solidFill>
              <a:srgbClr val="AEB2C1"/>
            </a:solidFill>
            <a:ln w="0">
              <a:noFill/>
              <a:prstDash val="solid"/>
            </a:ln>
          </p:spPr>
        </p:sp>
        <p:sp>
          <p:nvSpPr>
            <p:cNvPr id="2095" name="four:time-step-strips:time-strip-tᵢ-cell-117:2095">
              <a:extLst>
                <a:ext uri="{FF2B5EF4-FFF2-40B4-BE49-F238E27FC236}">
                  <ns2:creationId id="{005A8623-0F74-480C-8879-2404D5C1157B}"/>
                </a:ext>
              </a:extLst>
            </p:cNvPr>
            <p:cNvSpPr>
              <a:spLocks noGrp="1"/>
            </p:cNvSpPr>
            <p:nvPr/>
          </p:nvSpPr>
          <p:spPr>
            <a:xfrm>
              <a:off x="23040082" y="3009900"/>
              <a:ext cx="15379" cy="276225"/>
            </a:xfrm>
            <a:prstGeom prst="rect">
              <a:avLst/>
            </a:prstGeom>
            <a:solidFill>
              <a:srgbClr val="9EAFB2"/>
            </a:solidFill>
            <a:ln w="0">
              <a:noFill/>
              <a:prstDash val="solid"/>
            </a:ln>
          </p:spPr>
        </p:sp>
        <p:sp>
          <p:nvSpPr>
            <p:cNvPr id="2096" name="four:time-step-strips:time-strip-tᵢ-cell-118:2096">
              <a:extLst>
                <a:ext uri="{FF2B5EF4-FFF2-40B4-BE49-F238E27FC236}">
                  <ns2:creationId id="{50212B74-595F-4112-8E77-DC833FEB2027}"/>
                </a:ext>
              </a:extLst>
            </p:cNvPr>
            <p:cNvSpPr>
              <a:spLocks noGrp="1"/>
            </p:cNvSpPr>
            <p:nvPr/>
          </p:nvSpPr>
          <p:spPr>
            <a:xfrm>
              <a:off x="23055461" y="3009900"/>
              <a:ext cx="15379" cy="276225"/>
            </a:xfrm>
            <a:prstGeom prst="rect">
              <a:avLst/>
            </a:prstGeom>
            <a:solidFill>
              <a:srgbClr val="D77E36"/>
            </a:solidFill>
            <a:ln w="0">
              <a:noFill/>
              <a:prstDash val="solid"/>
            </a:ln>
          </p:spPr>
        </p:sp>
        <p:sp>
          <p:nvSpPr>
            <p:cNvPr id="2097" name="four:time-step-strips:time-strip-tᵢ-cell-119:2097">
              <a:extLst>
                <a:ext uri="{FF2B5EF4-FFF2-40B4-BE49-F238E27FC236}">
                  <ns2:creationId id="{268D445D-2BDB-4145-B84D-0A01D803AACD}"/>
                </a:ext>
              </a:extLst>
            </p:cNvPr>
            <p:cNvSpPr>
              <a:spLocks noGrp="1"/>
            </p:cNvSpPr>
            <p:nvPr/>
          </p:nvSpPr>
          <p:spPr>
            <a:xfrm>
              <a:off x="23070840" y="3009900"/>
              <a:ext cx="15379" cy="276225"/>
            </a:xfrm>
            <a:prstGeom prst="rect">
              <a:avLst/>
            </a:prstGeom>
            <a:solidFill>
              <a:srgbClr val="D66E1B"/>
            </a:solidFill>
            <a:ln w="0">
              <a:noFill/>
              <a:prstDash val="solid"/>
            </a:ln>
          </p:spPr>
        </p:sp>
        <p:sp>
          <p:nvSpPr>
            <p:cNvPr id="2098" name="four:time-step-strips:time-strip-tᵢ-cell-120:2098">
              <a:extLst>
                <a:ext uri="{FF2B5EF4-FFF2-40B4-BE49-F238E27FC236}">
                  <ns2:creationId id="{06C76A95-E8FA-4F8E-840C-CD8754DD7471}"/>
                </a:ext>
              </a:extLst>
            </p:cNvPr>
            <p:cNvSpPr>
              <a:spLocks noGrp="1"/>
            </p:cNvSpPr>
            <p:nvPr/>
          </p:nvSpPr>
          <p:spPr>
            <a:xfrm>
              <a:off x="23086219" y="3009900"/>
              <a:ext cx="15379" cy="276225"/>
            </a:xfrm>
            <a:prstGeom prst="rect">
              <a:avLst/>
            </a:prstGeom>
            <a:solidFill>
              <a:srgbClr val="D56207"/>
            </a:solidFill>
            <a:ln w="0">
              <a:noFill/>
              <a:prstDash val="solid"/>
            </a:ln>
          </p:spPr>
        </p:sp>
        <p:sp>
          <p:nvSpPr>
            <p:cNvPr id="2099" name="four:time-step-strips:time-strip-tᵢ-cell-121:2099">
              <a:extLst>
                <a:ext uri="{FF2B5EF4-FFF2-40B4-BE49-F238E27FC236}">
                  <ns2:creationId id="{2CCA77A1-6D3E-4B58-9F98-818ED8C62834}"/>
                </a:ext>
              </a:extLst>
            </p:cNvPr>
            <p:cNvSpPr>
              <a:spLocks noGrp="1"/>
            </p:cNvSpPr>
            <p:nvPr/>
          </p:nvSpPr>
          <p:spPr>
            <a:xfrm>
              <a:off x="23101598" y="3009900"/>
              <a:ext cx="15379" cy="276225"/>
            </a:xfrm>
            <a:prstGeom prst="rect">
              <a:avLst/>
            </a:prstGeom>
            <a:solidFill>
              <a:srgbClr val="D55E00"/>
            </a:solidFill>
            <a:ln w="0">
              <a:noFill/>
              <a:prstDash val="solid"/>
            </a:ln>
          </p:spPr>
        </p:sp>
        <p:sp>
          <p:nvSpPr>
            <p:cNvPr id="2100" name="four:time-step-strips:time-strip-tᵢ-cell-122:2100">
              <a:extLst>
                <a:ext uri="{FF2B5EF4-FFF2-40B4-BE49-F238E27FC236}">
                  <ns2:creationId id="{6061DFF8-8FCA-4F06-9A49-FB331EAAF615}"/>
                </a:ext>
              </a:extLst>
            </p:cNvPr>
            <p:cNvSpPr>
              <a:spLocks noGrp="1"/>
            </p:cNvSpPr>
            <p:nvPr/>
          </p:nvSpPr>
          <p:spPr>
            <a:xfrm>
              <a:off x="23116977" y="3009900"/>
              <a:ext cx="15379" cy="276225"/>
            </a:xfrm>
            <a:prstGeom prst="rect">
              <a:avLst/>
            </a:prstGeom>
            <a:solidFill>
              <a:srgbClr val="D55E00"/>
            </a:solidFill>
            <a:ln w="0">
              <a:noFill/>
              <a:prstDash val="solid"/>
            </a:ln>
          </p:spPr>
        </p:sp>
        <p:sp>
          <p:nvSpPr>
            <p:cNvPr id="2101" name="four:time-step-strips:time-strip-tᵢ-cell-123:2101">
              <a:extLst>
                <a:ext uri="{FF2B5EF4-FFF2-40B4-BE49-F238E27FC236}">
                  <ns2:creationId id="{5E6791E2-703B-4027-9952-1E01320CB559}"/>
                </a:ext>
              </a:extLst>
            </p:cNvPr>
            <p:cNvSpPr>
              <a:spLocks noGrp="1"/>
            </p:cNvSpPr>
            <p:nvPr/>
          </p:nvSpPr>
          <p:spPr>
            <a:xfrm>
              <a:off x="23132355" y="3009900"/>
              <a:ext cx="15379" cy="276225"/>
            </a:xfrm>
            <a:prstGeom prst="rect">
              <a:avLst/>
            </a:prstGeom>
            <a:solidFill>
              <a:srgbClr val="D55E00"/>
            </a:solidFill>
            <a:ln w="0">
              <a:noFill/>
              <a:prstDash val="solid"/>
            </a:ln>
          </p:spPr>
        </p:sp>
        <p:sp>
          <p:nvSpPr>
            <p:cNvPr id="2102" name="four:time-step-strips:time-strip-tᵢ-cell-124:2102">
              <a:extLst>
                <a:ext uri="{FF2B5EF4-FFF2-40B4-BE49-F238E27FC236}">
                  <ns2:creationId id="{154A2FAE-F70D-48E5-A1CA-3B24ED90879B}"/>
                </a:ext>
              </a:extLst>
            </p:cNvPr>
            <p:cNvSpPr>
              <a:spLocks noGrp="1"/>
            </p:cNvSpPr>
            <p:nvPr/>
          </p:nvSpPr>
          <p:spPr>
            <a:xfrm>
              <a:off x="23147734" y="3009900"/>
              <a:ext cx="15379" cy="276225"/>
            </a:xfrm>
            <a:prstGeom prst="rect">
              <a:avLst/>
            </a:prstGeom>
            <a:solidFill>
              <a:srgbClr val="D55E00"/>
            </a:solidFill>
            <a:ln w="0">
              <a:noFill/>
              <a:prstDash val="solid"/>
            </a:ln>
          </p:spPr>
        </p:sp>
        <p:sp>
          <p:nvSpPr>
            <p:cNvPr id="2103" name="four:time-step-strips:time-strip-tᵢ-cell-125:2103">
              <a:extLst>
                <a:ext uri="{FF2B5EF4-FFF2-40B4-BE49-F238E27FC236}">
                  <ns2:creationId id="{265538E1-7C23-4CCE-B507-BA4167DB0359}"/>
                </a:ext>
              </a:extLst>
            </p:cNvPr>
            <p:cNvSpPr>
              <a:spLocks noGrp="1"/>
            </p:cNvSpPr>
            <p:nvPr/>
          </p:nvSpPr>
          <p:spPr>
            <a:xfrm>
              <a:off x="23163113" y="3009900"/>
              <a:ext cx="15379" cy="276225"/>
            </a:xfrm>
            <a:prstGeom prst="rect">
              <a:avLst/>
            </a:prstGeom>
            <a:solidFill>
              <a:srgbClr val="D55E00"/>
            </a:solidFill>
            <a:ln w="0">
              <a:noFill/>
              <a:prstDash val="solid"/>
            </a:ln>
          </p:spPr>
        </p:sp>
        <p:sp>
          <p:nvSpPr>
            <p:cNvPr id="2104" name="four:time-step-strips:time-strip-tᵢ-cell-126:2104">
              <a:extLst>
                <a:ext uri="{FF2B5EF4-FFF2-40B4-BE49-F238E27FC236}">
                  <ns2:creationId id="{EF24EA44-0448-40CC-B0DA-6A4A944F8266}"/>
                </a:ext>
              </a:extLst>
            </p:cNvPr>
            <p:cNvSpPr>
              <a:spLocks noGrp="1"/>
            </p:cNvSpPr>
            <p:nvPr/>
          </p:nvSpPr>
          <p:spPr>
            <a:xfrm>
              <a:off x="23178492" y="3009900"/>
              <a:ext cx="15379" cy="276225"/>
            </a:xfrm>
            <a:prstGeom prst="rect">
              <a:avLst/>
            </a:prstGeom>
            <a:solidFill>
              <a:srgbClr val="D55E00"/>
            </a:solidFill>
            <a:ln w="0">
              <a:noFill/>
              <a:prstDash val="solid"/>
            </a:ln>
          </p:spPr>
        </p:sp>
        <p:sp>
          <p:nvSpPr>
            <p:cNvPr id="2105" name="four:time-step-strips:time-strip-tᵢ-cell-127:2105">
              <a:extLst>
                <a:ext uri="{FF2B5EF4-FFF2-40B4-BE49-F238E27FC236}">
                  <ns2:creationId id="{8C27CC07-99B4-4774-B677-0450558F378E}"/>
                </a:ext>
              </a:extLst>
            </p:cNvPr>
            <p:cNvSpPr>
              <a:spLocks noGrp="1"/>
            </p:cNvSpPr>
            <p:nvPr/>
          </p:nvSpPr>
          <p:spPr>
            <a:xfrm>
              <a:off x="23193871" y="3009900"/>
              <a:ext cx="15379" cy="276225"/>
            </a:xfrm>
            <a:prstGeom prst="rect">
              <a:avLst/>
            </a:prstGeom>
            <a:solidFill>
              <a:srgbClr val="D55E00"/>
            </a:solidFill>
            <a:ln w="0">
              <a:noFill/>
              <a:prstDash val="solid"/>
            </a:ln>
          </p:spPr>
        </p:sp>
        <p:sp>
          <p:nvSpPr>
            <p:cNvPr id="2106" name="four:time-step-strips:time-strip-tᵢ-cell-128:2106">
              <a:extLst>
                <a:ext uri="{FF2B5EF4-FFF2-40B4-BE49-F238E27FC236}">
                  <ns2:creationId id="{A991550A-F30C-41F5-B365-3FA856E3B115}"/>
                </a:ext>
              </a:extLst>
            </p:cNvPr>
            <p:cNvSpPr>
              <a:spLocks noGrp="1"/>
            </p:cNvSpPr>
            <p:nvPr/>
          </p:nvSpPr>
          <p:spPr>
            <a:xfrm>
              <a:off x="23209250" y="3009900"/>
              <a:ext cx="15379" cy="276225"/>
            </a:xfrm>
            <a:prstGeom prst="rect">
              <a:avLst/>
            </a:prstGeom>
            <a:solidFill>
              <a:srgbClr val="D55E00"/>
            </a:solidFill>
            <a:ln w="0">
              <a:noFill/>
              <a:prstDash val="solid"/>
            </a:ln>
          </p:spPr>
        </p:sp>
        <p:sp>
          <p:nvSpPr>
            <p:cNvPr id="2107" name="four:time-step-strips:time-strip-tᵢ-cell-129:2107">
              <a:extLst>
                <a:ext uri="{FF2B5EF4-FFF2-40B4-BE49-F238E27FC236}">
                  <ns2:creationId id="{578F4434-C9AC-42EB-82A3-57191106354D}"/>
                </a:ext>
              </a:extLst>
            </p:cNvPr>
            <p:cNvSpPr>
              <a:spLocks noGrp="1"/>
            </p:cNvSpPr>
            <p:nvPr/>
          </p:nvSpPr>
          <p:spPr>
            <a:xfrm>
              <a:off x="23224629" y="3009900"/>
              <a:ext cx="15379" cy="276225"/>
            </a:xfrm>
            <a:prstGeom prst="rect">
              <a:avLst/>
            </a:prstGeom>
            <a:solidFill>
              <a:srgbClr val="D55E00"/>
            </a:solidFill>
            <a:ln w="0">
              <a:noFill/>
              <a:prstDash val="solid"/>
            </a:ln>
          </p:spPr>
        </p:sp>
        <p:sp>
          <p:nvSpPr>
            <p:cNvPr id="2108" name="four:time-step-strips:time-strip-tᵢ-cell-130:2108">
              <a:extLst>
                <a:ext uri="{FF2B5EF4-FFF2-40B4-BE49-F238E27FC236}">
                  <ns2:creationId id="{074D65B8-F66E-4AF6-AA88-015451C67ECC}"/>
                </a:ext>
              </a:extLst>
            </p:cNvPr>
            <p:cNvSpPr>
              <a:spLocks noGrp="1"/>
            </p:cNvSpPr>
            <p:nvPr/>
          </p:nvSpPr>
          <p:spPr>
            <a:xfrm>
              <a:off x="23240008" y="3009900"/>
              <a:ext cx="15379" cy="276225"/>
            </a:xfrm>
            <a:prstGeom prst="rect">
              <a:avLst/>
            </a:prstGeom>
            <a:solidFill>
              <a:srgbClr val="D55E00"/>
            </a:solidFill>
            <a:ln w="0">
              <a:noFill/>
              <a:prstDash val="solid"/>
            </a:ln>
          </p:spPr>
        </p:sp>
        <p:sp>
          <p:nvSpPr>
            <p:cNvPr id="2109" name="four:time-step-strips:time-strip-tᵢ-cell-131:2109">
              <a:extLst>
                <a:ext uri="{FF2B5EF4-FFF2-40B4-BE49-F238E27FC236}">
                  <ns2:creationId id="{8AE26F3F-F909-470F-A962-B43383D13E9A}"/>
                </a:ext>
              </a:extLst>
            </p:cNvPr>
            <p:cNvSpPr>
              <a:spLocks noGrp="1"/>
            </p:cNvSpPr>
            <p:nvPr/>
          </p:nvSpPr>
          <p:spPr>
            <a:xfrm>
              <a:off x="23255387" y="3009900"/>
              <a:ext cx="15379" cy="276225"/>
            </a:xfrm>
            <a:prstGeom prst="rect">
              <a:avLst/>
            </a:prstGeom>
            <a:solidFill>
              <a:srgbClr val="D55E00"/>
            </a:solidFill>
            <a:ln w="0">
              <a:noFill/>
              <a:prstDash val="solid"/>
            </a:ln>
          </p:spPr>
        </p:sp>
        <p:sp>
          <p:nvSpPr>
            <p:cNvPr id="2110" name="four:time-step-strips:time-strip-tᵢ-cell-132:2110">
              <a:extLst>
                <a:ext uri="{FF2B5EF4-FFF2-40B4-BE49-F238E27FC236}">
                  <ns2:creationId id="{22FA528C-A40E-4AC5-8677-B78707AB4D39}"/>
                </a:ext>
              </a:extLst>
            </p:cNvPr>
            <p:cNvSpPr>
              <a:spLocks noGrp="1"/>
            </p:cNvSpPr>
            <p:nvPr/>
          </p:nvSpPr>
          <p:spPr>
            <a:xfrm>
              <a:off x="23270766" y="3009900"/>
              <a:ext cx="15379" cy="276225"/>
            </a:xfrm>
            <a:prstGeom prst="rect">
              <a:avLst/>
            </a:prstGeom>
            <a:solidFill>
              <a:srgbClr val="D55E00"/>
            </a:solidFill>
            <a:ln w="0">
              <a:noFill/>
              <a:prstDash val="solid"/>
            </a:ln>
          </p:spPr>
        </p:sp>
        <p:sp>
          <p:nvSpPr>
            <p:cNvPr id="2111" name="four:time-step-strips:time-strip-tᵢ-cell-133:2111">
              <a:extLst>
                <a:ext uri="{FF2B5EF4-FFF2-40B4-BE49-F238E27FC236}">
                  <ns2:creationId id="{3EF66870-17DF-4EA8-B31E-899B9F8BAA5C}"/>
                </a:ext>
              </a:extLst>
            </p:cNvPr>
            <p:cNvSpPr>
              <a:spLocks noGrp="1"/>
            </p:cNvSpPr>
            <p:nvPr/>
          </p:nvSpPr>
          <p:spPr>
            <a:xfrm>
              <a:off x="23286145" y="3009900"/>
              <a:ext cx="15379" cy="276225"/>
            </a:xfrm>
            <a:prstGeom prst="rect">
              <a:avLst/>
            </a:prstGeom>
            <a:solidFill>
              <a:srgbClr val="D55E00"/>
            </a:solidFill>
            <a:ln w="0">
              <a:noFill/>
              <a:prstDash val="solid"/>
            </a:ln>
          </p:spPr>
        </p:sp>
        <p:sp>
          <p:nvSpPr>
            <p:cNvPr id="2112" name="four:time-step-strips:time-strip-tᵢ-cell-134:2112">
              <a:extLst>
                <a:ext uri="{FF2B5EF4-FFF2-40B4-BE49-F238E27FC236}">
                  <ns2:creationId id="{6B6C5E1D-E28A-4437-9E5C-C6FE264448E2}"/>
                </a:ext>
              </a:extLst>
            </p:cNvPr>
            <p:cNvSpPr>
              <a:spLocks noGrp="1"/>
            </p:cNvSpPr>
            <p:nvPr/>
          </p:nvSpPr>
          <p:spPr>
            <a:xfrm>
              <a:off x="23301523" y="3009900"/>
              <a:ext cx="15379" cy="276225"/>
            </a:xfrm>
            <a:prstGeom prst="rect">
              <a:avLst/>
            </a:prstGeom>
            <a:solidFill>
              <a:srgbClr val="D55E00"/>
            </a:solidFill>
            <a:ln w="0">
              <a:noFill/>
              <a:prstDash val="solid"/>
            </a:ln>
          </p:spPr>
        </p:sp>
        <p:sp>
          <p:nvSpPr>
            <p:cNvPr id="2113" name="four:time-step-strips:time-strip-tᵢ-cell-135:2113">
              <a:extLst>
                <a:ext uri="{FF2B5EF4-FFF2-40B4-BE49-F238E27FC236}">
                  <ns2:creationId id="{181FE6F1-7B70-400F-87CA-89F455E58796}"/>
                </a:ext>
              </a:extLst>
            </p:cNvPr>
            <p:cNvSpPr>
              <a:spLocks noGrp="1"/>
            </p:cNvSpPr>
            <p:nvPr/>
          </p:nvSpPr>
          <p:spPr>
            <a:xfrm>
              <a:off x="23316902" y="3009900"/>
              <a:ext cx="15379" cy="276225"/>
            </a:xfrm>
            <a:prstGeom prst="rect">
              <a:avLst/>
            </a:prstGeom>
            <a:solidFill>
              <a:srgbClr val="D55E00"/>
            </a:solidFill>
            <a:ln w="0">
              <a:noFill/>
              <a:prstDash val="solid"/>
            </a:ln>
          </p:spPr>
        </p:sp>
        <p:sp>
          <p:nvSpPr>
            <p:cNvPr id="2114" name="four:time-step-strips:time-strip-tᵢ-cell-136:2114">
              <a:extLst>
                <a:ext uri="{FF2B5EF4-FFF2-40B4-BE49-F238E27FC236}">
                  <ns2:creationId id="{91269E92-7DCE-49A3-AE72-24B448F4C7AE}"/>
                </a:ext>
              </a:extLst>
            </p:cNvPr>
            <p:cNvSpPr>
              <a:spLocks noGrp="1"/>
            </p:cNvSpPr>
            <p:nvPr/>
          </p:nvSpPr>
          <p:spPr>
            <a:xfrm>
              <a:off x="23332281" y="3009900"/>
              <a:ext cx="15379" cy="276225"/>
            </a:xfrm>
            <a:prstGeom prst="rect">
              <a:avLst/>
            </a:prstGeom>
            <a:solidFill>
              <a:srgbClr val="D5660E"/>
            </a:solidFill>
            <a:ln w="0">
              <a:noFill/>
              <a:prstDash val="solid"/>
            </a:ln>
          </p:spPr>
        </p:sp>
        <p:sp>
          <p:nvSpPr>
            <p:cNvPr id="2115" name="four:time-step-strips:time-strip-tᵢ-cell-137:2115">
              <a:extLst>
                <a:ext uri="{FF2B5EF4-FFF2-40B4-BE49-F238E27FC236}">
                  <ns2:creationId id="{3F049A19-16EF-411E-B835-3FD521C425C1}"/>
                </a:ext>
              </a:extLst>
            </p:cNvPr>
            <p:cNvSpPr>
              <a:spLocks noGrp="1"/>
            </p:cNvSpPr>
            <p:nvPr/>
          </p:nvSpPr>
          <p:spPr>
            <a:xfrm>
              <a:off x="23347660" y="3009900"/>
              <a:ext cx="15379" cy="276225"/>
            </a:xfrm>
            <a:prstGeom prst="rect">
              <a:avLst/>
            </a:prstGeom>
            <a:solidFill>
              <a:srgbClr val="D6782D"/>
            </a:solidFill>
            <a:ln w="0">
              <a:noFill/>
              <a:prstDash val="solid"/>
            </a:ln>
          </p:spPr>
        </p:sp>
        <p:sp>
          <p:nvSpPr>
            <p:cNvPr id="2116" name="four:time-step-strips:time-strip-tᵢ-cell-138:2116">
              <a:extLst>
                <a:ext uri="{FF2B5EF4-FFF2-40B4-BE49-F238E27FC236}">
                  <ns2:creationId id="{B180CA20-41FF-4FF3-A233-0E03ADB3C07B}"/>
                </a:ext>
              </a:extLst>
            </p:cNvPr>
            <p:cNvSpPr>
              <a:spLocks noGrp="1"/>
            </p:cNvSpPr>
            <p:nvPr/>
          </p:nvSpPr>
          <p:spPr>
            <a:xfrm>
              <a:off x="23363039" y="3009900"/>
              <a:ext cx="15379" cy="276225"/>
            </a:xfrm>
            <a:prstGeom prst="rect">
              <a:avLst/>
            </a:prstGeom>
            <a:solidFill>
              <a:srgbClr val="D89056"/>
            </a:solidFill>
            <a:ln w="0">
              <a:noFill/>
              <a:prstDash val="solid"/>
            </a:ln>
          </p:spPr>
        </p:sp>
        <p:sp>
          <p:nvSpPr>
            <p:cNvPr id="2117" name="four:time-step-strips:time-strip-tᵢ-cell-139:2117">
              <a:extLst>
                <a:ext uri="{FF2B5EF4-FFF2-40B4-BE49-F238E27FC236}">
                  <ns2:creationId id="{DFAE4790-2ADF-404E-A4E5-1B9F2675D199}"/>
                </a:ext>
              </a:extLst>
            </p:cNvPr>
            <p:cNvSpPr>
              <a:spLocks noGrp="1"/>
            </p:cNvSpPr>
            <p:nvPr/>
          </p:nvSpPr>
          <p:spPr>
            <a:xfrm>
              <a:off x="23378418" y="3009900"/>
              <a:ext cx="15379" cy="276225"/>
            </a:xfrm>
            <a:prstGeom prst="rect">
              <a:avLst/>
            </a:prstGeom>
            <a:solidFill>
              <a:srgbClr val="D9AB84"/>
            </a:solidFill>
            <a:ln w="0">
              <a:noFill/>
              <a:prstDash val="solid"/>
            </a:ln>
          </p:spPr>
        </p:sp>
        <p:sp>
          <p:nvSpPr>
            <p:cNvPr id="2118" name="four:time-step-strips:time-strip-tᵢ-cell-140:2118">
              <a:extLst>
                <a:ext uri="{FF2B5EF4-FFF2-40B4-BE49-F238E27FC236}">
                  <ns2:creationId id="{60FF8356-7937-43DF-B2FC-0480F501DDC5}"/>
                </a:ext>
              </a:extLst>
            </p:cNvPr>
            <p:cNvSpPr>
              <a:spLocks noGrp="1"/>
            </p:cNvSpPr>
            <p:nvPr/>
          </p:nvSpPr>
          <p:spPr>
            <a:xfrm>
              <a:off x="23393797" y="3009900"/>
              <a:ext cx="15379" cy="276225"/>
            </a:xfrm>
            <a:prstGeom prst="rect">
              <a:avLst/>
            </a:prstGeom>
            <a:solidFill>
              <a:srgbClr val="DAC5B1"/>
            </a:solidFill>
            <a:ln w="0">
              <a:noFill/>
              <a:prstDash val="solid"/>
            </a:ln>
          </p:spPr>
        </p:sp>
        <p:sp>
          <p:nvSpPr>
            <p:cNvPr id="2119" name="four:time-step-strips:time-strip-tᵢ-cell-141:2119">
              <a:extLst>
                <a:ext uri="{FF2B5EF4-FFF2-40B4-BE49-F238E27FC236}">
                  <ns2:creationId id="{E20847DE-D451-4B58-8A48-70C7C27B90FF}"/>
                </a:ext>
              </a:extLst>
            </p:cNvPr>
            <p:cNvSpPr>
              <a:spLocks noGrp="1"/>
            </p:cNvSpPr>
            <p:nvPr/>
          </p:nvSpPr>
          <p:spPr>
            <a:xfrm>
              <a:off x="23409176" y="3009900"/>
              <a:ext cx="15379" cy="276225"/>
            </a:xfrm>
            <a:prstGeom prst="rect">
              <a:avLst/>
            </a:prstGeom>
            <a:solidFill>
              <a:srgbClr val="D1E1E3"/>
            </a:solidFill>
            <a:ln w="0">
              <a:noFill/>
              <a:prstDash val="solid"/>
            </a:ln>
          </p:spPr>
        </p:sp>
        <p:sp>
          <p:nvSpPr>
            <p:cNvPr id="2120" name="four:time-step-strips:time-strip-tᵢ-cell-142:2120">
              <a:extLst>
                <a:ext uri="{FF2B5EF4-FFF2-40B4-BE49-F238E27FC236}">
                  <ns2:creationId id="{D4473F81-F9A5-4117-8432-B9A4A4244E99}"/>
                </a:ext>
              </a:extLst>
            </p:cNvPr>
            <p:cNvSpPr>
              <a:spLocks noGrp="1"/>
            </p:cNvSpPr>
            <p:nvPr/>
          </p:nvSpPr>
          <p:spPr>
            <a:xfrm>
              <a:off x="23424555" y="3009900"/>
              <a:ext cx="15379" cy="276225"/>
            </a:xfrm>
            <a:prstGeom prst="rect">
              <a:avLst/>
            </a:prstGeom>
            <a:solidFill>
              <a:srgbClr val="DBE7EC"/>
            </a:solidFill>
            <a:ln w="0">
              <a:noFill/>
              <a:prstDash val="solid"/>
            </a:ln>
          </p:spPr>
        </p:sp>
        <p:sp>
          <p:nvSpPr>
            <p:cNvPr id="2121" name="four:time-step-strips:time-strip-tᵢ-cell-143:2121">
              <a:extLst>
                <a:ext uri="{FF2B5EF4-FFF2-40B4-BE49-F238E27FC236}">
                  <ns2:creationId id="{A5C66E2E-3867-4F95-B28E-AD55B3AAC8F5}"/>
                </a:ext>
              </a:extLst>
            </p:cNvPr>
            <p:cNvSpPr>
              <a:spLocks noGrp="1"/>
            </p:cNvSpPr>
            <p:nvPr/>
          </p:nvSpPr>
          <p:spPr>
            <a:xfrm>
              <a:off x="23439934" y="3009900"/>
              <a:ext cx="15379" cy="276225"/>
            </a:xfrm>
            <a:prstGeom prst="rect">
              <a:avLst/>
            </a:prstGeom>
            <a:solidFill>
              <a:srgbClr val="DCE8ED"/>
            </a:solidFill>
            <a:ln w="0">
              <a:noFill/>
              <a:prstDash val="solid"/>
            </a:ln>
          </p:spPr>
        </p:sp>
        <p:sp>
          <p:nvSpPr>
            <p:cNvPr id="2122" name="four:time-step-strips:time-strip-tᵢ-cell-144:2122">
              <a:extLst>
                <a:ext uri="{FF2B5EF4-FFF2-40B4-BE49-F238E27FC236}">
                  <ns2:creationId id="{C73569C4-01A2-47CA-A8AB-A16F48898203}"/>
                </a:ext>
              </a:extLst>
            </p:cNvPr>
            <p:cNvSpPr>
              <a:spLocks noGrp="1"/>
            </p:cNvSpPr>
            <p:nvPr/>
          </p:nvSpPr>
          <p:spPr>
            <a:xfrm>
              <a:off x="23455313" y="3009900"/>
              <a:ext cx="15379" cy="276225"/>
            </a:xfrm>
            <a:prstGeom prst="rect">
              <a:avLst/>
            </a:prstGeom>
            <a:solidFill>
              <a:srgbClr val="DCE8ED"/>
            </a:solidFill>
            <a:ln w="0">
              <a:noFill/>
              <a:prstDash val="solid"/>
            </a:ln>
          </p:spPr>
        </p:sp>
        <p:sp>
          <p:nvSpPr>
            <p:cNvPr id="2123" name="four:time-step-strips:time-strip-tᵢ-cell-145:2123">
              <a:extLst>
                <a:ext uri="{FF2B5EF4-FFF2-40B4-BE49-F238E27FC236}">
                  <ns2:creationId id="{F4A55F46-AAB3-463D-A59F-C999EEBBFA46}"/>
                </a:ext>
              </a:extLst>
            </p:cNvPr>
            <p:cNvSpPr>
              <a:spLocks noGrp="1"/>
            </p:cNvSpPr>
            <p:nvPr/>
          </p:nvSpPr>
          <p:spPr>
            <a:xfrm>
              <a:off x="23470691" y="3009900"/>
              <a:ext cx="15379" cy="276225"/>
            </a:xfrm>
            <a:prstGeom prst="rect">
              <a:avLst/>
            </a:prstGeom>
            <a:solidFill>
              <a:srgbClr val="DCE8ED"/>
            </a:solidFill>
            <a:ln w="0">
              <a:noFill/>
              <a:prstDash val="solid"/>
            </a:ln>
          </p:spPr>
        </p:sp>
        <p:sp>
          <p:nvSpPr>
            <p:cNvPr id="2124" name="four:time-step-strips:time-strip-tᵢ-cell-146:2124">
              <a:extLst>
                <a:ext uri="{FF2B5EF4-FFF2-40B4-BE49-F238E27FC236}">
                  <ns2:creationId id="{39BC837F-D3FB-4A05-8DA8-3025FFDFB3BB}"/>
                </a:ext>
              </a:extLst>
            </p:cNvPr>
            <p:cNvSpPr>
              <a:spLocks noGrp="1"/>
            </p:cNvSpPr>
            <p:nvPr/>
          </p:nvSpPr>
          <p:spPr>
            <a:xfrm>
              <a:off x="23486070" y="3009900"/>
              <a:ext cx="15379" cy="276225"/>
            </a:xfrm>
            <a:prstGeom prst="rect">
              <a:avLst/>
            </a:prstGeom>
            <a:solidFill>
              <a:srgbClr val="DCE8ED"/>
            </a:solidFill>
            <a:ln w="0">
              <a:noFill/>
              <a:prstDash val="solid"/>
            </a:ln>
          </p:spPr>
        </p:sp>
        <p:sp>
          <p:nvSpPr>
            <p:cNvPr id="2125" name="four:time-step-strips:time-strip-tᵢ-cell-147:2125">
              <a:extLst>
                <a:ext uri="{FF2B5EF4-FFF2-40B4-BE49-F238E27FC236}">
                  <ns2:creationId id="{87136DAA-E1A4-4875-8C2A-3AB114DE7183}"/>
                </a:ext>
              </a:extLst>
            </p:cNvPr>
            <p:cNvSpPr>
              <a:spLocks noGrp="1"/>
            </p:cNvSpPr>
            <p:nvPr/>
          </p:nvSpPr>
          <p:spPr>
            <a:xfrm>
              <a:off x="23501449" y="3009900"/>
              <a:ext cx="15379" cy="276225"/>
            </a:xfrm>
            <a:prstGeom prst="rect">
              <a:avLst/>
            </a:prstGeom>
            <a:solidFill>
              <a:srgbClr val="DCE8ED"/>
            </a:solidFill>
            <a:ln w="0">
              <a:noFill/>
              <a:prstDash val="solid"/>
            </a:ln>
          </p:spPr>
        </p:sp>
        <p:sp>
          <p:nvSpPr>
            <p:cNvPr id="2126" name="four:time-step-strips:time-strip-tᵢ-cell-148:2126">
              <a:extLst>
                <a:ext uri="{FF2B5EF4-FFF2-40B4-BE49-F238E27FC236}">
                  <ns2:creationId id="{AE4E7889-4DD7-421B-968F-5C30C1C32450}"/>
                </a:ext>
              </a:extLst>
            </p:cNvPr>
            <p:cNvSpPr>
              <a:spLocks noGrp="1"/>
            </p:cNvSpPr>
            <p:nvPr/>
          </p:nvSpPr>
          <p:spPr>
            <a:xfrm>
              <a:off x="23516828" y="3009900"/>
              <a:ext cx="15379" cy="276225"/>
            </a:xfrm>
            <a:prstGeom prst="rect">
              <a:avLst/>
            </a:prstGeom>
            <a:solidFill>
              <a:srgbClr val="DCE8ED"/>
            </a:solidFill>
            <a:ln w="0">
              <a:noFill/>
              <a:prstDash val="solid"/>
            </a:ln>
          </p:spPr>
        </p:sp>
        <p:sp>
          <p:nvSpPr>
            <p:cNvPr id="2127" name="four:time-step-strips:time-strip-tᵢ-cell-149:2127">
              <a:extLst>
                <a:ext uri="{FF2B5EF4-FFF2-40B4-BE49-F238E27FC236}">
                  <ns2:creationId id="{09F8BDBA-CF10-440B-A805-5F80684F6685}"/>
                </a:ext>
              </a:extLst>
            </p:cNvPr>
            <p:cNvSpPr>
              <a:spLocks noGrp="1"/>
            </p:cNvSpPr>
            <p:nvPr/>
          </p:nvSpPr>
          <p:spPr>
            <a:xfrm>
              <a:off x="23532207" y="3009900"/>
              <a:ext cx="15379" cy="276225"/>
            </a:xfrm>
            <a:prstGeom prst="rect">
              <a:avLst/>
            </a:prstGeom>
            <a:solidFill>
              <a:srgbClr val="DCE8ED"/>
            </a:solidFill>
            <a:ln w="0">
              <a:noFill/>
              <a:prstDash val="solid"/>
            </a:ln>
          </p:spPr>
        </p:sp>
        <p:sp>
          <p:nvSpPr>
            <p:cNvPr id="2128" name="four:time-step-strips:time-strip-tᵢ-cell-150:2128">
              <a:extLst>
                <a:ext uri="{FF2B5EF4-FFF2-40B4-BE49-F238E27FC236}">
                  <ns2:creationId id="{1A6FACE8-8177-47D0-90B0-5E91BF9B2916}"/>
                </a:ext>
              </a:extLst>
            </p:cNvPr>
            <p:cNvSpPr>
              <a:spLocks noGrp="1"/>
            </p:cNvSpPr>
            <p:nvPr/>
          </p:nvSpPr>
          <p:spPr>
            <a:xfrm>
              <a:off x="23547586" y="3009900"/>
              <a:ext cx="15379" cy="276225"/>
            </a:xfrm>
            <a:prstGeom prst="rect">
              <a:avLst/>
            </a:prstGeom>
            <a:solidFill>
              <a:srgbClr val="DCE8ED"/>
            </a:solidFill>
            <a:ln w="0">
              <a:noFill/>
              <a:prstDash val="solid"/>
            </a:ln>
          </p:spPr>
        </p:sp>
        <p:sp>
          <p:nvSpPr>
            <p:cNvPr id="2129" name="four:time-step-strips:time-strip-tᵢ-cell-151:2129">
              <a:extLst>
                <a:ext uri="{FF2B5EF4-FFF2-40B4-BE49-F238E27FC236}">
                  <ns2:creationId id="{CC9904FA-BB47-485F-8258-7B77D0AF4024}"/>
                </a:ext>
              </a:extLst>
            </p:cNvPr>
            <p:cNvSpPr>
              <a:spLocks noGrp="1"/>
            </p:cNvSpPr>
            <p:nvPr/>
          </p:nvSpPr>
          <p:spPr>
            <a:xfrm>
              <a:off x="23562965" y="3009900"/>
              <a:ext cx="15379" cy="276225"/>
            </a:xfrm>
            <a:prstGeom prst="rect">
              <a:avLst/>
            </a:prstGeom>
            <a:solidFill>
              <a:srgbClr val="DCE8ED"/>
            </a:solidFill>
            <a:ln w="0">
              <a:noFill/>
              <a:prstDash val="solid"/>
            </a:ln>
          </p:spPr>
        </p:sp>
        <p:sp>
          <p:nvSpPr>
            <p:cNvPr id="2130" name="four:time-step-strips:time-strip-tᵢ-cell-152:2130">
              <a:extLst>
                <a:ext uri="{FF2B5EF4-FFF2-40B4-BE49-F238E27FC236}">
                  <ns2:creationId id="{D8693538-E0C6-4AB7-9182-CF83E9C75C9D}"/>
                </a:ext>
              </a:extLst>
            </p:cNvPr>
            <p:cNvSpPr>
              <a:spLocks noGrp="1"/>
            </p:cNvSpPr>
            <p:nvPr/>
          </p:nvSpPr>
          <p:spPr>
            <a:xfrm>
              <a:off x="23578344" y="3009900"/>
              <a:ext cx="15379" cy="276225"/>
            </a:xfrm>
            <a:prstGeom prst="rect">
              <a:avLst/>
            </a:prstGeom>
            <a:solidFill>
              <a:srgbClr val="DCE8ED"/>
            </a:solidFill>
            <a:ln w="0">
              <a:noFill/>
              <a:prstDash val="solid"/>
            </a:ln>
          </p:spPr>
        </p:sp>
        <p:sp>
          <p:nvSpPr>
            <p:cNvPr id="2131" name="four:time-step-strips:time-strip-tᵢ-cell-153:2131">
              <a:extLst>
                <a:ext uri="{FF2B5EF4-FFF2-40B4-BE49-F238E27FC236}">
                  <ns2:creationId id="{C49C840A-E1BA-4046-BD3C-900FD742EE62}"/>
                </a:ext>
              </a:extLst>
            </p:cNvPr>
            <p:cNvSpPr>
              <a:spLocks noGrp="1"/>
            </p:cNvSpPr>
            <p:nvPr/>
          </p:nvSpPr>
          <p:spPr>
            <a:xfrm>
              <a:off x="23593723" y="3009900"/>
              <a:ext cx="15379" cy="276225"/>
            </a:xfrm>
            <a:prstGeom prst="rect">
              <a:avLst/>
            </a:prstGeom>
            <a:solidFill>
              <a:srgbClr val="DCE8ED"/>
            </a:solidFill>
            <a:ln w="0">
              <a:noFill/>
              <a:prstDash val="solid"/>
            </a:ln>
          </p:spPr>
        </p:sp>
        <p:sp>
          <p:nvSpPr>
            <p:cNvPr id="2132" name="four:time-step-strips:time-strip-tᵢ-cell-154:2132">
              <a:extLst>
                <a:ext uri="{FF2B5EF4-FFF2-40B4-BE49-F238E27FC236}">
                  <ns2:creationId id="{A934686C-1055-4591-9597-69AD0F21E27A}"/>
                </a:ext>
              </a:extLst>
            </p:cNvPr>
            <p:cNvSpPr>
              <a:spLocks noGrp="1"/>
            </p:cNvSpPr>
            <p:nvPr/>
          </p:nvSpPr>
          <p:spPr>
            <a:xfrm>
              <a:off x="23609102" y="3009900"/>
              <a:ext cx="15379" cy="276225"/>
            </a:xfrm>
            <a:prstGeom prst="rect">
              <a:avLst/>
            </a:prstGeom>
            <a:solidFill>
              <a:srgbClr val="DCE8ED"/>
            </a:solidFill>
            <a:ln w="0">
              <a:noFill/>
              <a:prstDash val="solid"/>
            </a:ln>
          </p:spPr>
        </p:sp>
        <p:sp>
          <p:nvSpPr>
            <p:cNvPr id="2133" name="four:time-step-strips:time-strip-tᵢ-cell-155:2133">
              <a:extLst>
                <a:ext uri="{FF2B5EF4-FFF2-40B4-BE49-F238E27FC236}">
                  <ns2:creationId id="{89A326BF-8AFD-4D74-809D-0A2799D6A255}"/>
                </a:ext>
              </a:extLst>
            </p:cNvPr>
            <p:cNvSpPr>
              <a:spLocks noGrp="1"/>
            </p:cNvSpPr>
            <p:nvPr/>
          </p:nvSpPr>
          <p:spPr>
            <a:xfrm>
              <a:off x="23624480" y="3009900"/>
              <a:ext cx="15379" cy="276225"/>
            </a:xfrm>
            <a:prstGeom prst="rect">
              <a:avLst/>
            </a:prstGeom>
            <a:solidFill>
              <a:srgbClr val="DCE8ED"/>
            </a:solidFill>
            <a:ln w="0">
              <a:noFill/>
              <a:prstDash val="solid"/>
            </a:ln>
          </p:spPr>
        </p:sp>
        <p:sp>
          <p:nvSpPr>
            <p:cNvPr id="2134" name="four:time-step-strips:time-strip-tᵢ-cell-156:2134">
              <a:extLst>
                <a:ext uri="{FF2B5EF4-FFF2-40B4-BE49-F238E27FC236}">
                  <ns2:creationId id="{9D69620E-E9BF-479B-B25C-0CC6004B2EE0}"/>
                </a:ext>
              </a:extLst>
            </p:cNvPr>
            <p:cNvSpPr>
              <a:spLocks noGrp="1"/>
            </p:cNvSpPr>
            <p:nvPr/>
          </p:nvSpPr>
          <p:spPr>
            <a:xfrm>
              <a:off x="23639859" y="3009900"/>
              <a:ext cx="15379" cy="276225"/>
            </a:xfrm>
            <a:prstGeom prst="rect">
              <a:avLst/>
            </a:prstGeom>
            <a:solidFill>
              <a:srgbClr val="DCE8ED"/>
            </a:solidFill>
            <a:ln w="0">
              <a:noFill/>
              <a:prstDash val="solid"/>
            </a:ln>
          </p:spPr>
        </p:sp>
        <p:sp>
          <p:nvSpPr>
            <p:cNvPr id="2135" name="four:time-step-strips:time-strip-tᵢ-cell-157:2135">
              <a:extLst>
                <a:ext uri="{FF2B5EF4-FFF2-40B4-BE49-F238E27FC236}">
                  <ns2:creationId id="{9CCA92F5-6D7D-466A-B677-086DADBB55AC}"/>
                </a:ext>
              </a:extLst>
            </p:cNvPr>
            <p:cNvSpPr>
              <a:spLocks noGrp="1"/>
            </p:cNvSpPr>
            <p:nvPr/>
          </p:nvSpPr>
          <p:spPr>
            <a:xfrm>
              <a:off x="23655238" y="3009900"/>
              <a:ext cx="15379" cy="276225"/>
            </a:xfrm>
            <a:prstGeom prst="rect">
              <a:avLst/>
            </a:prstGeom>
            <a:solidFill>
              <a:srgbClr val="DCE8ED"/>
            </a:solidFill>
            <a:ln w="0">
              <a:noFill/>
              <a:prstDash val="solid"/>
            </a:ln>
          </p:spPr>
        </p:sp>
        <p:sp>
          <p:nvSpPr>
            <p:cNvPr id="2136" name="four:time-step-strips:time-strip-tᵢ-cell-158:2136">
              <a:extLst>
                <a:ext uri="{FF2B5EF4-FFF2-40B4-BE49-F238E27FC236}">
                  <ns2:creationId id="{052C6893-4BEB-4817-BA42-E0776E89829D}"/>
                </a:ext>
              </a:extLst>
            </p:cNvPr>
            <p:cNvSpPr>
              <a:spLocks noGrp="1"/>
            </p:cNvSpPr>
            <p:nvPr/>
          </p:nvSpPr>
          <p:spPr>
            <a:xfrm>
              <a:off x="23670617" y="3009900"/>
              <a:ext cx="15379" cy="276225"/>
            </a:xfrm>
            <a:prstGeom prst="rect">
              <a:avLst/>
            </a:prstGeom>
            <a:solidFill>
              <a:srgbClr val="DCE8ED"/>
            </a:solidFill>
            <a:ln w="0">
              <a:noFill/>
              <a:prstDash val="solid"/>
            </a:ln>
          </p:spPr>
        </p:sp>
        <p:sp>
          <p:nvSpPr>
            <p:cNvPr id="2137" name="four:time-step-strips:time-strip-tᵢ-cell-159:2137">
              <a:extLst>
                <a:ext uri="{FF2B5EF4-FFF2-40B4-BE49-F238E27FC236}">
                  <ns2:creationId id="{8913DB97-DAD0-4E03-A727-E2B16D49BC5C}"/>
                </a:ext>
              </a:extLst>
            </p:cNvPr>
            <p:cNvSpPr>
              <a:spLocks noGrp="1"/>
            </p:cNvSpPr>
            <p:nvPr/>
          </p:nvSpPr>
          <p:spPr>
            <a:xfrm>
              <a:off x="23685996" y="3009900"/>
              <a:ext cx="15379" cy="276225"/>
            </a:xfrm>
            <a:prstGeom prst="rect">
              <a:avLst/>
            </a:prstGeom>
            <a:solidFill>
              <a:srgbClr val="DCE8ED"/>
            </a:solidFill>
            <a:ln w="0">
              <a:noFill/>
              <a:prstDash val="solid"/>
            </a:ln>
          </p:spPr>
        </p:sp>
        <p:sp>
          <p:nvSpPr>
            <p:cNvPr id="2138" name="four:time-step-strips:time-strip-tᵢ-cell-160:2138">
              <a:extLst>
                <a:ext uri="{FF2B5EF4-FFF2-40B4-BE49-F238E27FC236}">
                  <ns2:creationId id="{680C48E2-9716-4193-8484-92B9A5013490}"/>
                </a:ext>
              </a:extLst>
            </p:cNvPr>
            <p:cNvSpPr>
              <a:spLocks noGrp="1"/>
            </p:cNvSpPr>
            <p:nvPr/>
          </p:nvSpPr>
          <p:spPr>
            <a:xfrm>
              <a:off x="23701375" y="3009900"/>
              <a:ext cx="15379" cy="276225"/>
            </a:xfrm>
            <a:prstGeom prst="rect">
              <a:avLst/>
            </a:prstGeom>
            <a:solidFill>
              <a:srgbClr val="DCE8ED"/>
            </a:solidFill>
            <a:ln w="0">
              <a:noFill/>
              <a:prstDash val="solid"/>
            </a:ln>
          </p:spPr>
        </p:sp>
        <p:sp>
          <p:nvSpPr>
            <p:cNvPr id="2139" name="four:time-step-strips:time-strip-tᵢ-cell-161:2139">
              <a:extLst>
                <a:ext uri="{FF2B5EF4-FFF2-40B4-BE49-F238E27FC236}">
                  <ns2:creationId id="{12FF55A0-7E3B-4227-9BB1-9FA29EE22822}"/>
                </a:ext>
              </a:extLst>
            </p:cNvPr>
            <p:cNvSpPr>
              <a:spLocks noGrp="1"/>
            </p:cNvSpPr>
            <p:nvPr/>
          </p:nvSpPr>
          <p:spPr>
            <a:xfrm>
              <a:off x="23716754" y="3009900"/>
              <a:ext cx="15379" cy="276225"/>
            </a:xfrm>
            <a:prstGeom prst="rect">
              <a:avLst/>
            </a:prstGeom>
            <a:solidFill>
              <a:srgbClr val="DCE8ED"/>
            </a:solidFill>
            <a:ln w="0">
              <a:noFill/>
              <a:prstDash val="solid"/>
            </a:ln>
          </p:spPr>
        </p:sp>
        <p:sp>
          <p:nvSpPr>
            <p:cNvPr id="2140" name="four:time-step-strips:time-strip-tᵢ-cell-162:2140">
              <a:extLst>
                <a:ext uri="{FF2B5EF4-FFF2-40B4-BE49-F238E27FC236}">
                  <ns2:creationId id="{A5866E9F-3843-4C32-9597-54FFABCB21A1}"/>
                </a:ext>
              </a:extLst>
            </p:cNvPr>
            <p:cNvSpPr>
              <a:spLocks noGrp="1"/>
            </p:cNvSpPr>
            <p:nvPr/>
          </p:nvSpPr>
          <p:spPr>
            <a:xfrm>
              <a:off x="23732133" y="3009900"/>
              <a:ext cx="15379" cy="276225"/>
            </a:xfrm>
            <a:prstGeom prst="rect">
              <a:avLst/>
            </a:prstGeom>
            <a:solidFill>
              <a:srgbClr val="DCE8ED"/>
            </a:solidFill>
            <a:ln w="0">
              <a:noFill/>
              <a:prstDash val="solid"/>
            </a:ln>
          </p:spPr>
        </p:sp>
        <p:sp>
          <p:nvSpPr>
            <p:cNvPr id="2141" name="four:time-step-strips:time-strip-tᵢ-cell-163:2141">
              <a:extLst>
                <a:ext uri="{FF2B5EF4-FFF2-40B4-BE49-F238E27FC236}">
                  <ns2:creationId id="{0CB49557-4424-46A8-B433-69732D69001D}"/>
                </a:ext>
              </a:extLst>
            </p:cNvPr>
            <p:cNvSpPr>
              <a:spLocks noGrp="1"/>
            </p:cNvSpPr>
            <p:nvPr/>
          </p:nvSpPr>
          <p:spPr>
            <a:xfrm>
              <a:off x="23747512" y="3009900"/>
              <a:ext cx="15379" cy="276225"/>
            </a:xfrm>
            <a:prstGeom prst="rect">
              <a:avLst/>
            </a:prstGeom>
            <a:solidFill>
              <a:srgbClr val="DCE8ED"/>
            </a:solidFill>
            <a:ln w="0">
              <a:noFill/>
              <a:prstDash val="solid"/>
            </a:ln>
          </p:spPr>
        </p:sp>
        <p:sp>
          <p:nvSpPr>
            <p:cNvPr id="2142" name="four:time-step-strips:time-strip-tᵢ-cell-164:2142">
              <a:extLst>
                <a:ext uri="{FF2B5EF4-FFF2-40B4-BE49-F238E27FC236}">
                  <ns2:creationId id="{1739CDDF-C58F-4F84-998D-69EBAABF2BBB}"/>
                </a:ext>
              </a:extLst>
            </p:cNvPr>
            <p:cNvSpPr>
              <a:spLocks noGrp="1"/>
            </p:cNvSpPr>
            <p:nvPr/>
          </p:nvSpPr>
          <p:spPr>
            <a:xfrm>
              <a:off x="23762891" y="3009900"/>
              <a:ext cx="15379" cy="276225"/>
            </a:xfrm>
            <a:prstGeom prst="rect">
              <a:avLst/>
            </a:prstGeom>
            <a:solidFill>
              <a:srgbClr val="DCE8ED"/>
            </a:solidFill>
            <a:ln w="0">
              <a:noFill/>
              <a:prstDash val="solid"/>
            </a:ln>
          </p:spPr>
        </p:sp>
        <p:sp>
          <p:nvSpPr>
            <p:cNvPr id="2143" name="four:time-step-strips:time-strip-tᵢ-cell-165:2143">
              <a:extLst>
                <a:ext uri="{FF2B5EF4-FFF2-40B4-BE49-F238E27FC236}">
                  <ns2:creationId id="{66AA24FC-620E-4BD6-A8CF-0583FEB27996}"/>
                </a:ext>
              </a:extLst>
            </p:cNvPr>
            <p:cNvSpPr>
              <a:spLocks noGrp="1"/>
            </p:cNvSpPr>
            <p:nvPr/>
          </p:nvSpPr>
          <p:spPr>
            <a:xfrm>
              <a:off x="23778270" y="3009900"/>
              <a:ext cx="15379" cy="276225"/>
            </a:xfrm>
            <a:prstGeom prst="rect">
              <a:avLst/>
            </a:prstGeom>
            <a:solidFill>
              <a:srgbClr val="DCE8ED"/>
            </a:solidFill>
            <a:ln w="0">
              <a:noFill/>
              <a:prstDash val="solid"/>
            </a:ln>
          </p:spPr>
        </p:sp>
        <p:sp>
          <p:nvSpPr>
            <p:cNvPr id="2144" name="four:time-step-strips:time-strip-tᵢ-cell-166:2144">
              <a:extLst>
                <a:ext uri="{FF2B5EF4-FFF2-40B4-BE49-F238E27FC236}">
                  <ns2:creationId id="{7D8042C5-DAA5-4D1D-807B-5798449914D2}"/>
                </a:ext>
              </a:extLst>
            </p:cNvPr>
            <p:cNvSpPr>
              <a:spLocks noGrp="1"/>
            </p:cNvSpPr>
            <p:nvPr/>
          </p:nvSpPr>
          <p:spPr>
            <a:xfrm>
              <a:off x="23793648" y="3009900"/>
              <a:ext cx="15379" cy="276225"/>
            </a:xfrm>
            <a:prstGeom prst="rect">
              <a:avLst/>
            </a:prstGeom>
            <a:solidFill>
              <a:srgbClr val="DCE8ED"/>
            </a:solidFill>
            <a:ln w="0">
              <a:noFill/>
              <a:prstDash val="solid"/>
            </a:ln>
          </p:spPr>
        </p:sp>
        <p:sp>
          <p:nvSpPr>
            <p:cNvPr id="2145" name="four:time-step-strips:time-strip-tᵢ-cell-167:2145">
              <a:extLst>
                <a:ext uri="{FF2B5EF4-FFF2-40B4-BE49-F238E27FC236}">
                  <ns2:creationId id="{3DBDCC81-914D-4908-A9E0-B49FF91056CC}"/>
                </a:ext>
              </a:extLst>
            </p:cNvPr>
            <p:cNvSpPr>
              <a:spLocks noGrp="1"/>
            </p:cNvSpPr>
            <p:nvPr/>
          </p:nvSpPr>
          <p:spPr>
            <a:xfrm>
              <a:off x="23809027" y="3009900"/>
              <a:ext cx="15379" cy="276225"/>
            </a:xfrm>
            <a:prstGeom prst="rect">
              <a:avLst/>
            </a:prstGeom>
            <a:solidFill>
              <a:srgbClr val="DCE8ED"/>
            </a:solidFill>
            <a:ln w="0">
              <a:noFill/>
              <a:prstDash val="solid"/>
            </a:ln>
          </p:spPr>
        </p:sp>
        <p:sp>
          <p:nvSpPr>
            <p:cNvPr id="2146" name="four:time-step-strips:time-strip-tᵢ-cell-168:2146">
              <a:extLst>
                <a:ext uri="{FF2B5EF4-FFF2-40B4-BE49-F238E27FC236}">
                  <ns2:creationId id="{E64C7870-BA47-4352-BDEF-4E224338C016}"/>
                </a:ext>
              </a:extLst>
            </p:cNvPr>
            <p:cNvSpPr>
              <a:spLocks noGrp="1"/>
            </p:cNvSpPr>
            <p:nvPr/>
          </p:nvSpPr>
          <p:spPr>
            <a:xfrm>
              <a:off x="23824406" y="3009900"/>
              <a:ext cx="15379" cy="276225"/>
            </a:xfrm>
            <a:prstGeom prst="rect">
              <a:avLst/>
            </a:prstGeom>
            <a:solidFill>
              <a:srgbClr val="DCE8ED"/>
            </a:solidFill>
            <a:ln w="0">
              <a:noFill/>
              <a:prstDash val="solid"/>
            </a:ln>
          </p:spPr>
        </p:sp>
        <p:sp>
          <p:nvSpPr>
            <p:cNvPr id="2147" name="four:time-step-strips:time-strip-tᵢ-cell-169:2147">
              <a:extLst>
                <a:ext uri="{FF2B5EF4-FFF2-40B4-BE49-F238E27FC236}">
                  <ns2:creationId id="{B8F12332-3BED-41A9-9B3C-A0DBE09081AD}"/>
                </a:ext>
              </a:extLst>
            </p:cNvPr>
            <p:cNvSpPr>
              <a:spLocks noGrp="1"/>
            </p:cNvSpPr>
            <p:nvPr/>
          </p:nvSpPr>
          <p:spPr>
            <a:xfrm>
              <a:off x="23839785" y="3009900"/>
              <a:ext cx="15379" cy="276225"/>
            </a:xfrm>
            <a:prstGeom prst="rect">
              <a:avLst/>
            </a:prstGeom>
            <a:solidFill>
              <a:srgbClr val="DCE8ED"/>
            </a:solidFill>
            <a:ln w="0">
              <a:noFill/>
              <a:prstDash val="solid"/>
            </a:ln>
          </p:spPr>
        </p:sp>
        <p:sp>
          <p:nvSpPr>
            <p:cNvPr id="2148" name="four:time-step-strips:time-strip-tᵢ-cell-170:2148">
              <a:extLst>
                <a:ext uri="{FF2B5EF4-FFF2-40B4-BE49-F238E27FC236}">
                  <ns2:creationId id="{3254A1A5-7198-4356-90E4-20A3F0EEEEC0}"/>
                </a:ext>
              </a:extLst>
            </p:cNvPr>
            <p:cNvSpPr>
              <a:spLocks noGrp="1"/>
            </p:cNvSpPr>
            <p:nvPr/>
          </p:nvSpPr>
          <p:spPr>
            <a:xfrm>
              <a:off x="23855164" y="3009900"/>
              <a:ext cx="15379" cy="276225"/>
            </a:xfrm>
            <a:prstGeom prst="rect">
              <a:avLst/>
            </a:prstGeom>
            <a:solidFill>
              <a:srgbClr val="DCE7EC"/>
            </a:solidFill>
            <a:ln w="0">
              <a:noFill/>
              <a:prstDash val="solid"/>
            </a:ln>
          </p:spPr>
        </p:sp>
        <p:sp>
          <p:nvSpPr>
            <p:cNvPr id="2149" name="four:time-step-strips:time-strip-tᵢ-cell-171:2149">
              <a:extLst>
                <a:ext uri="{FF2B5EF4-FFF2-40B4-BE49-F238E27FC236}">
                  <ns2:creationId id="{CECCE565-A083-4333-A09B-86A81C780EE3}"/>
                </a:ext>
              </a:extLst>
            </p:cNvPr>
            <p:cNvSpPr>
              <a:spLocks noGrp="1"/>
            </p:cNvSpPr>
            <p:nvPr/>
          </p:nvSpPr>
          <p:spPr>
            <a:xfrm>
              <a:off x="23870543" y="3009900"/>
              <a:ext cx="15379" cy="276225"/>
            </a:xfrm>
            <a:prstGeom prst="rect">
              <a:avLst/>
            </a:prstGeom>
            <a:solidFill>
              <a:srgbClr val="DBE0E2"/>
            </a:solidFill>
            <a:ln w="0">
              <a:noFill/>
              <a:prstDash val="solid"/>
            </a:ln>
          </p:spPr>
        </p:sp>
        <p:sp>
          <p:nvSpPr>
            <p:cNvPr id="2150" name="four:time-step-strips:time-strip-tᵢ-cell-172:2150">
              <a:extLst>
                <a:ext uri="{FF2B5EF4-FFF2-40B4-BE49-F238E27FC236}">
                  <ns2:creationId id="{6FEA8985-9CC0-40B1-AF13-E2A2937E9DCD}"/>
                </a:ext>
              </a:extLst>
            </p:cNvPr>
            <p:cNvSpPr>
              <a:spLocks noGrp="1"/>
            </p:cNvSpPr>
            <p:nvPr/>
          </p:nvSpPr>
          <p:spPr>
            <a:xfrm>
              <a:off x="23885922" y="3009900"/>
              <a:ext cx="15379" cy="276225"/>
            </a:xfrm>
            <a:prstGeom prst="rect">
              <a:avLst/>
            </a:prstGeom>
            <a:solidFill>
              <a:srgbClr val="D8D0DE"/>
            </a:solidFill>
            <a:ln w="0">
              <a:noFill/>
              <a:prstDash val="solid"/>
            </a:ln>
          </p:spPr>
        </p:sp>
        <p:sp>
          <p:nvSpPr>
            <p:cNvPr id="2151" name="four:time-step-strips:time-strip-tᵢ-cell-173:2151">
              <a:extLst>
                <a:ext uri="{FF2B5EF4-FFF2-40B4-BE49-F238E27FC236}">
                  <ns2:creationId id="{D42263D8-465E-444F-AFDF-F8326171CEC7}"/>
                </a:ext>
              </a:extLst>
            </p:cNvPr>
            <p:cNvSpPr>
              <a:spLocks noGrp="1"/>
            </p:cNvSpPr>
            <p:nvPr/>
          </p:nvSpPr>
          <p:spPr>
            <a:xfrm>
              <a:off x="23901301" y="3009900"/>
              <a:ext cx="15379" cy="276225"/>
            </a:xfrm>
            <a:prstGeom prst="rect">
              <a:avLst/>
            </a:prstGeom>
            <a:solidFill>
              <a:srgbClr val="D6BBD1"/>
            </a:solidFill>
            <a:ln w="0">
              <a:noFill/>
              <a:prstDash val="solid"/>
            </a:ln>
          </p:spPr>
        </p:sp>
        <p:sp>
          <p:nvSpPr>
            <p:cNvPr id="2152" name="four:time-step-strips:time-strip-tᵢ-cell-174:2152">
              <a:extLst>
                <a:ext uri="{FF2B5EF4-FFF2-40B4-BE49-F238E27FC236}">
                  <ns2:creationId id="{5F6C0A4B-2673-4B2E-B455-4339AC2DA346}"/>
                </a:ext>
              </a:extLst>
            </p:cNvPr>
            <p:cNvSpPr>
              <a:spLocks noGrp="1"/>
            </p:cNvSpPr>
            <p:nvPr/>
          </p:nvSpPr>
          <p:spPr>
            <a:xfrm>
              <a:off x="23916680" y="3009900"/>
              <a:ext cx="15379" cy="276225"/>
            </a:xfrm>
            <a:prstGeom prst="rect">
              <a:avLst/>
            </a:prstGeom>
            <a:solidFill>
              <a:srgbClr val="D2A6C3"/>
            </a:solidFill>
            <a:ln w="0">
              <a:noFill/>
              <a:prstDash val="solid"/>
            </a:ln>
          </p:spPr>
        </p:sp>
        <p:sp>
          <p:nvSpPr>
            <p:cNvPr id="2153" name="four:time-step-strips:time-strip-tᵢ-cell-175:2153">
              <a:extLst>
                <a:ext uri="{FF2B5EF4-FFF2-40B4-BE49-F238E27FC236}">
                  <ns2:creationId id="{D7E43013-0C93-4B7E-B745-ED55F9858303}"/>
                </a:ext>
              </a:extLst>
            </p:cNvPr>
            <p:cNvSpPr>
              <a:spLocks noGrp="1"/>
            </p:cNvSpPr>
            <p:nvPr/>
          </p:nvSpPr>
          <p:spPr>
            <a:xfrm>
              <a:off x="23932059" y="3009900"/>
              <a:ext cx="15379" cy="276225"/>
            </a:xfrm>
            <a:prstGeom prst="rect">
              <a:avLst/>
            </a:prstGeom>
            <a:solidFill>
              <a:srgbClr val="D091B6"/>
            </a:solidFill>
            <a:ln w="0">
              <a:noFill/>
              <a:prstDash val="solid"/>
            </a:ln>
          </p:spPr>
        </p:sp>
        <p:sp>
          <p:nvSpPr>
            <p:cNvPr id="2154" name="four:time-step-strips:time-strip-tᵢ-cell-176:2154">
              <a:extLst>
                <a:ext uri="{FF2B5EF4-FFF2-40B4-BE49-F238E27FC236}">
                  <ns2:creationId id="{9754A056-36F0-4327-83D2-46A9ADB5E5B3}"/>
                </a:ext>
              </a:extLst>
            </p:cNvPr>
            <p:cNvSpPr>
              <a:spLocks noGrp="1"/>
            </p:cNvSpPr>
            <p:nvPr/>
          </p:nvSpPr>
          <p:spPr>
            <a:xfrm>
              <a:off x="23947438" y="3009900"/>
              <a:ext cx="15379" cy="276225"/>
            </a:xfrm>
            <a:prstGeom prst="rect">
              <a:avLst/>
            </a:prstGeom>
            <a:solidFill>
              <a:srgbClr val="CD82AD"/>
            </a:solidFill>
            <a:ln w="0">
              <a:noFill/>
              <a:prstDash val="solid"/>
            </a:ln>
          </p:spPr>
        </p:sp>
        <p:sp>
          <p:nvSpPr>
            <p:cNvPr id="2155" name="four:time-step-strips:time-strip-tᵢ-cell-177:2155">
              <a:extLst>
                <a:ext uri="{FF2B5EF4-FFF2-40B4-BE49-F238E27FC236}">
                  <ns2:creationId id="{8DF8499D-A454-41DE-966E-118D461EB74D}"/>
                </a:ext>
              </a:extLst>
            </p:cNvPr>
            <p:cNvSpPr>
              <a:spLocks noGrp="1"/>
            </p:cNvSpPr>
            <p:nvPr/>
          </p:nvSpPr>
          <p:spPr>
            <a:xfrm>
              <a:off x="23962816" y="3009900"/>
              <a:ext cx="15379" cy="276225"/>
            </a:xfrm>
            <a:prstGeom prst="rect">
              <a:avLst/>
            </a:prstGeom>
            <a:solidFill>
              <a:srgbClr val="CC7AA8"/>
            </a:solidFill>
            <a:ln w="0">
              <a:noFill/>
              <a:prstDash val="solid"/>
            </a:ln>
          </p:spPr>
        </p:sp>
        <p:sp>
          <p:nvSpPr>
            <p:cNvPr id="2156" name="four:time-step-strips:time-strip-tᵢ-cell-178:2156">
              <a:extLst>
                <a:ext uri="{FF2B5EF4-FFF2-40B4-BE49-F238E27FC236}">
                  <ns2:creationId id="{A7109644-8BC0-4F5A-B277-D1402BBF923A}"/>
                </a:ext>
              </a:extLst>
            </p:cNvPr>
            <p:cNvSpPr>
              <a:spLocks noGrp="1"/>
            </p:cNvSpPr>
            <p:nvPr/>
          </p:nvSpPr>
          <p:spPr>
            <a:xfrm>
              <a:off x="23978195" y="3009900"/>
              <a:ext cx="15379" cy="276225"/>
            </a:xfrm>
            <a:prstGeom prst="rect">
              <a:avLst/>
            </a:prstGeom>
            <a:solidFill>
              <a:srgbClr val="CC79A7"/>
            </a:solidFill>
            <a:ln w="0">
              <a:noFill/>
              <a:prstDash val="solid"/>
            </a:ln>
          </p:spPr>
        </p:sp>
        <p:sp>
          <p:nvSpPr>
            <p:cNvPr id="2157" name="four:time-step-strips:time-strip-tᵢ-cell-179:2157">
              <a:extLst>
                <a:ext uri="{FF2B5EF4-FFF2-40B4-BE49-F238E27FC236}">
                  <ns2:creationId id="{10E18E04-D193-498B-B38F-DF20D2BC44F8}"/>
                </a:ext>
              </a:extLst>
            </p:cNvPr>
            <p:cNvSpPr>
              <a:spLocks noGrp="1"/>
            </p:cNvSpPr>
            <p:nvPr/>
          </p:nvSpPr>
          <p:spPr>
            <a:xfrm>
              <a:off x="23993574" y="3009900"/>
              <a:ext cx="15379" cy="276225"/>
            </a:xfrm>
            <a:prstGeom prst="rect">
              <a:avLst/>
            </a:prstGeom>
            <a:solidFill>
              <a:srgbClr val="CC79A7"/>
            </a:solidFill>
            <a:ln w="0">
              <a:noFill/>
              <a:prstDash val="solid"/>
            </a:ln>
          </p:spPr>
        </p:sp>
        <p:sp>
          <p:nvSpPr>
            <p:cNvPr id="2158" name="four:time-step-strips:time-strip-tᵢ-cell-180:2158">
              <a:extLst>
                <a:ext uri="{FF2B5EF4-FFF2-40B4-BE49-F238E27FC236}">
                  <ns2:creationId id="{97892DDF-F1FF-47F4-85CD-918A7E6E2B0F}"/>
                </a:ext>
              </a:extLst>
            </p:cNvPr>
            <p:cNvSpPr>
              <a:spLocks noGrp="1"/>
            </p:cNvSpPr>
            <p:nvPr/>
          </p:nvSpPr>
          <p:spPr>
            <a:xfrm>
              <a:off x="24008953" y="3009900"/>
              <a:ext cx="15379" cy="276225"/>
            </a:xfrm>
            <a:prstGeom prst="rect">
              <a:avLst/>
            </a:prstGeom>
            <a:solidFill>
              <a:srgbClr val="CC79A7"/>
            </a:solidFill>
            <a:ln w="0">
              <a:noFill/>
              <a:prstDash val="solid"/>
            </a:ln>
          </p:spPr>
        </p:sp>
        <p:sp>
          <p:nvSpPr>
            <p:cNvPr id="2159" name="four:time-step-strips:time-strip-tᵢ-cell-181:2159">
              <a:extLst>
                <a:ext uri="{FF2B5EF4-FFF2-40B4-BE49-F238E27FC236}">
                  <ns2:creationId id="{C4B998E8-E574-4FD0-8F26-AC7CAA7D92FE}"/>
                </a:ext>
              </a:extLst>
            </p:cNvPr>
            <p:cNvSpPr>
              <a:spLocks noGrp="1"/>
            </p:cNvSpPr>
            <p:nvPr/>
          </p:nvSpPr>
          <p:spPr>
            <a:xfrm>
              <a:off x="24024332" y="3009900"/>
              <a:ext cx="15379" cy="276225"/>
            </a:xfrm>
            <a:prstGeom prst="rect">
              <a:avLst/>
            </a:prstGeom>
            <a:solidFill>
              <a:srgbClr val="CC79A7"/>
            </a:solidFill>
            <a:ln w="0">
              <a:noFill/>
              <a:prstDash val="solid"/>
            </a:ln>
          </p:spPr>
        </p:sp>
        <p:sp>
          <p:nvSpPr>
            <p:cNvPr id="2160" name="four:time-step-strips:time-strip-tᵢ-cell-182:2160">
              <a:extLst>
                <a:ext uri="{FF2B5EF4-FFF2-40B4-BE49-F238E27FC236}">
                  <ns2:creationId id="{8722014A-D784-49F6-83B9-C1CA17E2C38A}"/>
                </a:ext>
              </a:extLst>
            </p:cNvPr>
            <p:cNvSpPr>
              <a:spLocks noGrp="1"/>
            </p:cNvSpPr>
            <p:nvPr/>
          </p:nvSpPr>
          <p:spPr>
            <a:xfrm>
              <a:off x="24039711" y="3009900"/>
              <a:ext cx="15379" cy="276225"/>
            </a:xfrm>
            <a:prstGeom prst="rect">
              <a:avLst/>
            </a:prstGeom>
            <a:solidFill>
              <a:srgbClr val="CC79A7"/>
            </a:solidFill>
            <a:ln w="0">
              <a:noFill/>
              <a:prstDash val="solid"/>
            </a:ln>
          </p:spPr>
        </p:sp>
        <p:sp>
          <p:nvSpPr>
            <p:cNvPr id="2161" name="four:time-step-strips:time-strip-tᵢ-cell-183:2161">
              <a:extLst>
                <a:ext uri="{FF2B5EF4-FFF2-40B4-BE49-F238E27FC236}">
                  <ns2:creationId id="{084B83CB-9381-442C-A582-A92566449460}"/>
                </a:ext>
              </a:extLst>
            </p:cNvPr>
            <p:cNvSpPr>
              <a:spLocks noGrp="1"/>
            </p:cNvSpPr>
            <p:nvPr/>
          </p:nvSpPr>
          <p:spPr>
            <a:xfrm>
              <a:off x="24055090" y="3009900"/>
              <a:ext cx="15379" cy="276225"/>
            </a:xfrm>
            <a:prstGeom prst="rect">
              <a:avLst/>
            </a:prstGeom>
            <a:solidFill>
              <a:srgbClr val="CC79A7"/>
            </a:solidFill>
            <a:ln w="0">
              <a:noFill/>
              <a:prstDash val="solid"/>
            </a:ln>
          </p:spPr>
        </p:sp>
        <p:sp>
          <p:nvSpPr>
            <p:cNvPr id="2162" name="four:time-step-strips:time-strip-tᵢ-cell-184:2162">
              <a:extLst>
                <a:ext uri="{FF2B5EF4-FFF2-40B4-BE49-F238E27FC236}">
                  <ns2:creationId id="{E7A2AB2D-9688-482A-AF6A-BB95E7E3FB57}"/>
                </a:ext>
              </a:extLst>
            </p:cNvPr>
            <p:cNvSpPr>
              <a:spLocks noGrp="1"/>
            </p:cNvSpPr>
            <p:nvPr/>
          </p:nvSpPr>
          <p:spPr>
            <a:xfrm>
              <a:off x="24070469" y="3009900"/>
              <a:ext cx="15379" cy="276225"/>
            </a:xfrm>
            <a:prstGeom prst="rect">
              <a:avLst/>
            </a:prstGeom>
            <a:solidFill>
              <a:srgbClr val="CC79A7"/>
            </a:solidFill>
            <a:ln w="0">
              <a:noFill/>
              <a:prstDash val="solid"/>
            </a:ln>
          </p:spPr>
        </p:sp>
        <p:sp>
          <p:nvSpPr>
            <p:cNvPr id="2163" name="four:time-step-strips:time-strip-tᵢ-cell-185:2163">
              <a:extLst>
                <a:ext uri="{FF2B5EF4-FFF2-40B4-BE49-F238E27FC236}">
                  <ns2:creationId id="{8FB6E226-8E99-431C-A1C6-09C7076FE984}"/>
                </a:ext>
              </a:extLst>
            </p:cNvPr>
            <p:cNvSpPr>
              <a:spLocks noGrp="1"/>
            </p:cNvSpPr>
            <p:nvPr/>
          </p:nvSpPr>
          <p:spPr>
            <a:xfrm>
              <a:off x="24085848" y="3009900"/>
              <a:ext cx="15379" cy="276225"/>
            </a:xfrm>
            <a:prstGeom prst="rect">
              <a:avLst/>
            </a:prstGeom>
            <a:solidFill>
              <a:srgbClr val="CC79A7"/>
            </a:solidFill>
            <a:ln w="0">
              <a:noFill/>
              <a:prstDash val="solid"/>
            </a:ln>
          </p:spPr>
        </p:sp>
        <p:sp>
          <p:nvSpPr>
            <p:cNvPr id="2164" name="four:time-step-strips:time-strip-tᵢ-cell-186:2164">
              <a:extLst>
                <a:ext uri="{FF2B5EF4-FFF2-40B4-BE49-F238E27FC236}">
                  <ns2:creationId id="{C5068295-98A1-41F0-9D90-46EA02AB1C67}"/>
                </a:ext>
              </a:extLst>
            </p:cNvPr>
            <p:cNvSpPr>
              <a:spLocks noGrp="1"/>
            </p:cNvSpPr>
            <p:nvPr/>
          </p:nvSpPr>
          <p:spPr>
            <a:xfrm>
              <a:off x="24101227" y="3009900"/>
              <a:ext cx="15379" cy="276225"/>
            </a:xfrm>
            <a:prstGeom prst="rect">
              <a:avLst/>
            </a:prstGeom>
            <a:solidFill>
              <a:srgbClr val="CC79A7"/>
            </a:solidFill>
            <a:ln w="0">
              <a:noFill/>
              <a:prstDash val="solid"/>
            </a:ln>
          </p:spPr>
        </p:sp>
        <p:sp>
          <p:nvSpPr>
            <p:cNvPr id="2165" name="four:time-step-strips:time-strip-tᵢ-cell-187:2165">
              <a:extLst>
                <a:ext uri="{FF2B5EF4-FFF2-40B4-BE49-F238E27FC236}">
                  <ns2:creationId id="{411E96AE-83A2-4FA3-A667-4209F25F440A}"/>
                </a:ext>
              </a:extLst>
            </p:cNvPr>
            <p:cNvSpPr>
              <a:spLocks noGrp="1"/>
            </p:cNvSpPr>
            <p:nvPr/>
          </p:nvSpPr>
          <p:spPr>
            <a:xfrm>
              <a:off x="24116605" y="3009900"/>
              <a:ext cx="15379" cy="276225"/>
            </a:xfrm>
            <a:prstGeom prst="rect">
              <a:avLst/>
            </a:prstGeom>
            <a:solidFill>
              <a:srgbClr val="CD7EAA"/>
            </a:solidFill>
            <a:ln w="0">
              <a:noFill/>
              <a:prstDash val="solid"/>
            </a:ln>
          </p:spPr>
        </p:sp>
        <p:sp>
          <p:nvSpPr>
            <p:cNvPr id="2166" name="four:time-step-strips:time-strip-tᵢ-cell-188:2166">
              <a:extLst>
                <a:ext uri="{FF2B5EF4-FFF2-40B4-BE49-F238E27FC236}">
                  <ns2:creationId id="{DFDB7F41-0A2B-4C86-8EB6-7561BBCB6187}"/>
                </a:ext>
              </a:extLst>
            </p:cNvPr>
            <p:cNvSpPr>
              <a:spLocks noGrp="1"/>
            </p:cNvSpPr>
            <p:nvPr/>
          </p:nvSpPr>
          <p:spPr>
            <a:xfrm>
              <a:off x="24131984" y="3009900"/>
              <a:ext cx="15379" cy="276225"/>
            </a:xfrm>
            <a:prstGeom prst="rect">
              <a:avLst/>
            </a:prstGeom>
            <a:solidFill>
              <a:srgbClr val="D5B7CE"/>
            </a:solidFill>
            <a:ln w="0">
              <a:noFill/>
              <a:prstDash val="solid"/>
            </a:ln>
          </p:spPr>
        </p:sp>
        <p:sp>
          <p:nvSpPr>
            <p:cNvPr id="2167" name="four:time-step-strips:time-strip-tᵢ-cell-189:2167">
              <a:extLst>
                <a:ext uri="{FF2B5EF4-FFF2-40B4-BE49-F238E27FC236}">
                  <ns2:creationId id="{730569E8-E04A-4DCD-9C3C-4A599F905584}"/>
                </a:ext>
              </a:extLst>
            </p:cNvPr>
            <p:cNvSpPr>
              <a:spLocks noGrp="1"/>
            </p:cNvSpPr>
            <p:nvPr/>
          </p:nvSpPr>
          <p:spPr>
            <a:xfrm>
              <a:off x="24147363" y="3009900"/>
              <a:ext cx="15379" cy="276225"/>
            </a:xfrm>
            <a:prstGeom prst="rect">
              <a:avLst/>
            </a:prstGeom>
            <a:solidFill>
              <a:srgbClr val="DCE8EC"/>
            </a:solidFill>
            <a:ln w="0">
              <a:noFill/>
              <a:prstDash val="solid"/>
            </a:ln>
          </p:spPr>
        </p:sp>
        <p:sp>
          <p:nvSpPr>
            <p:cNvPr id="2168" name="four:time-step-strips:time-strip-tᵢ-cell-190:2168">
              <a:extLst>
                <a:ext uri="{FF2B5EF4-FFF2-40B4-BE49-F238E27FC236}">
                  <ns2:creationId id="{9BB932AD-2EED-473B-9180-ED7C76C8F25C}"/>
                </a:ext>
              </a:extLst>
            </p:cNvPr>
            <p:cNvSpPr>
              <a:spLocks noGrp="1"/>
            </p:cNvSpPr>
            <p:nvPr/>
          </p:nvSpPr>
          <p:spPr>
            <a:xfrm>
              <a:off x="24162742" y="3009900"/>
              <a:ext cx="15379" cy="276225"/>
            </a:xfrm>
            <a:prstGeom prst="rect">
              <a:avLst/>
            </a:prstGeom>
            <a:solidFill>
              <a:srgbClr val="DCE8ED"/>
            </a:solidFill>
            <a:ln w="0">
              <a:noFill/>
              <a:prstDash val="solid"/>
            </a:ln>
          </p:spPr>
        </p:sp>
        <p:sp>
          <p:nvSpPr>
            <p:cNvPr id="2169" name="four:time-step-strips:time-strip-tᵢ-cell-191:2169">
              <a:extLst>
                <a:ext uri="{FF2B5EF4-FFF2-40B4-BE49-F238E27FC236}">
                  <ns2:creationId id="{D449DCD0-126A-4B9A-9811-4B0AE075F729}"/>
                </a:ext>
              </a:extLst>
            </p:cNvPr>
            <p:cNvSpPr>
              <a:spLocks noGrp="1"/>
            </p:cNvSpPr>
            <p:nvPr/>
          </p:nvSpPr>
          <p:spPr>
            <a:xfrm>
              <a:off x="24178121" y="3009900"/>
              <a:ext cx="15379" cy="276225"/>
            </a:xfrm>
            <a:prstGeom prst="rect">
              <a:avLst/>
            </a:prstGeom>
            <a:solidFill>
              <a:srgbClr val="DCE8ED"/>
            </a:solidFill>
            <a:ln w="0">
              <a:noFill/>
              <a:prstDash val="solid"/>
            </a:ln>
          </p:spPr>
        </p:sp>
        <p:sp>
          <p:nvSpPr>
            <p:cNvPr id="2170" name="four:time-step-strips:time-strip-tᵢ-border:2170">
              <a:extLst>
                <a:ext uri="{FF2B5EF4-FFF2-40B4-BE49-F238E27FC236}">
                  <ns2:creationId id="{3554CCEB-9D2E-42AC-A28A-2D1531FC31F2}"/>
                </a:ext>
              </a:extLst>
            </p:cNvPr>
            <p:cNvSpPr>
              <a:spLocks noGrp="1"/>
            </p:cNvSpPr>
            <p:nvPr/>
          </p:nvSpPr>
          <p:spPr>
            <a:xfrm>
              <a:off x="21240750" y="3009900"/>
              <a:ext cx="2952750" cy="276225"/>
            </a:xfrm>
            <a:prstGeom prst="rect">
              <a:avLst/>
            </a:prstGeom>
            <a:noFill/>
            <a:ln w="7620">
              <a:solidFill>
                <a:srgbClr val="263238"/>
              </a:solidFill>
              <a:prstDash val="solid"/>
            </a:ln>
          </p:spPr>
        </p:sp>
        <p:sp>
          <p:nvSpPr>
            <p:cNvPr id="2171" name="four:time-step-strips:textbox:2171">
              <a:extLst>
                <a:ext uri="{FF2B5EF4-FFF2-40B4-BE49-F238E27FC236}">
                  <ns2:creationId id="{3170BFAE-D13D-4D75-88FD-EA23C8832BA7}"/>
                </a:ext>
              </a:extLst>
            </p:cNvPr>
            <p:cNvSpPr>
              <a:spLocks noGrp="1"/>
            </p:cNvSpPr>
            <p:nvPr/>
          </p:nvSpPr>
          <p:spPr>
            <a:xfrm>
              <a:off x="20831175" y="3695700"/>
              <a:ext cx="323850" cy="342900"/>
            </a:xfrm>
            <a:prstGeom prst="rect">
              <a:avLst/>
            </a:prstGeom>
            <a:noFill/>
            <a:ln w="0">
              <a:noFill/>
              <a:prstDash val="solid"/>
            </a:ln>
          </p:spPr>
          <p:txBody>
            <a:bodyPr wrap="none" lIns="0" tIns="0" rIns="0" bIns="0" anchor="ctr">
              <a:normAutofit fontScale="100000"/>
            </a:bodyPr>
            <a:lstStyle>
              <a:defPPr algn="ctr">
                <a:defRPr sz="2025" b="0">
                  <a:solidFill>
                    <a:srgbClr val="263238"/>
                  </a:solidFill>
                  <a:latin typeface="Arial"/>
                  <a:ea typeface="Arial"/>
                  <a:cs typeface="Arial"/>
                </a:defRPr>
              </a:defPPr>
            </a:lstStyle>
            <a:p>
              <a:pPr algn="ctr">
                <a:defRPr sz="2025" b="0">
                  <a:solidFill>
                    <a:srgbClr val="263238"/>
                  </a:solidFill>
                  <a:latin typeface="Arial"/>
                  <a:ea typeface="Arial"/>
                  <a:cs typeface="Arial"/>
                </a:defRPr>
              </a:pPr>
              <a:r>
                <a:rPr sz="2025" b="0">
                  <a:solidFill>
                    <a:srgbClr val="263238"/>
                  </a:solidFill>
                  <a:latin typeface="Arial"/>
                  <a:ea typeface="Arial"/>
                  <a:cs typeface="Arial"/>
                </a:rPr>
                <a:t>t</a:t>
              </a:r>
              <a:r>
                <a:rPr sz="1458" b="0" baseline="-25000">
                  <a:solidFill>
                    <a:srgbClr val="263238"/>
                  </a:solidFill>
                  <a:latin typeface="Arial"/>
                  <a:ea typeface="Arial"/>
                  <a:cs typeface="Arial"/>
                </a:rPr>
                <a:t>n</a:t>
              </a:r>
            </a:p>
          </p:txBody>
        </p:sp>
        <p:sp>
          <p:nvSpPr>
            <p:cNvPr id="2172" name="four:time-step-strips:time-strip-tₙ-cell-0:2172">
              <a:extLst>
                <a:ext uri="{FF2B5EF4-FFF2-40B4-BE49-F238E27FC236}">
                  <ns2:creationId id="{F4D3CA1F-0A89-4462-A899-ECBACDABC687}"/>
                </a:ext>
              </a:extLst>
            </p:cNvPr>
            <p:cNvSpPr>
              <a:spLocks noGrp="1"/>
            </p:cNvSpPr>
            <p:nvPr/>
          </p:nvSpPr>
          <p:spPr>
            <a:xfrm>
              <a:off x="21240750" y="3724275"/>
              <a:ext cx="15379" cy="276225"/>
            </a:xfrm>
            <a:prstGeom prst="rect">
              <a:avLst/>
            </a:prstGeom>
            <a:solidFill>
              <a:srgbClr val="DCE8ED"/>
            </a:solidFill>
            <a:ln w="0">
              <a:noFill/>
              <a:prstDash val="solid"/>
            </a:ln>
          </p:spPr>
        </p:sp>
        <p:sp>
          <p:nvSpPr>
            <p:cNvPr id="2173" name="four:time-step-strips:time-strip-tₙ-cell-1:2173">
              <a:extLst>
                <a:ext uri="{FF2B5EF4-FFF2-40B4-BE49-F238E27FC236}">
                  <ns2:creationId id="{A31A0921-8C2B-4F96-ADAF-61B8D727C188}"/>
                </a:ext>
              </a:extLst>
            </p:cNvPr>
            <p:cNvSpPr>
              <a:spLocks noGrp="1"/>
            </p:cNvSpPr>
            <p:nvPr/>
          </p:nvSpPr>
          <p:spPr>
            <a:xfrm>
              <a:off x="21256129" y="3724275"/>
              <a:ext cx="15379" cy="276225"/>
            </a:xfrm>
            <a:prstGeom prst="rect">
              <a:avLst/>
            </a:prstGeom>
            <a:solidFill>
              <a:srgbClr val="DCE8ED"/>
            </a:solidFill>
            <a:ln w="0">
              <a:noFill/>
              <a:prstDash val="solid"/>
            </a:ln>
          </p:spPr>
        </p:sp>
        <p:sp>
          <p:nvSpPr>
            <p:cNvPr id="2174" name="four:time-step-strips:time-strip-tₙ-cell-2:2174">
              <a:extLst>
                <a:ext uri="{FF2B5EF4-FFF2-40B4-BE49-F238E27FC236}">
                  <ns2:creationId id="{6BE8A150-F06B-4B2C-A133-34CE24658968}"/>
                </a:ext>
              </a:extLst>
            </p:cNvPr>
            <p:cNvSpPr>
              <a:spLocks noGrp="1"/>
            </p:cNvSpPr>
            <p:nvPr/>
          </p:nvSpPr>
          <p:spPr>
            <a:xfrm>
              <a:off x="21271508" y="3724275"/>
              <a:ext cx="15379" cy="276225"/>
            </a:xfrm>
            <a:prstGeom prst="rect">
              <a:avLst/>
            </a:prstGeom>
            <a:solidFill>
              <a:srgbClr val="DCE8ED"/>
            </a:solidFill>
            <a:ln w="0">
              <a:noFill/>
              <a:prstDash val="solid"/>
            </a:ln>
          </p:spPr>
        </p:sp>
        <p:sp>
          <p:nvSpPr>
            <p:cNvPr id="2175" name="four:time-step-strips:time-strip-tₙ-cell-3:2175">
              <a:extLst>
                <a:ext uri="{FF2B5EF4-FFF2-40B4-BE49-F238E27FC236}">
                  <ns2:creationId id="{A2E7891C-758B-4FF5-AEEF-B58DF70C9E64}"/>
                </a:ext>
              </a:extLst>
            </p:cNvPr>
            <p:cNvSpPr>
              <a:spLocks noGrp="1"/>
            </p:cNvSpPr>
            <p:nvPr/>
          </p:nvSpPr>
          <p:spPr>
            <a:xfrm>
              <a:off x="21286887" y="3724275"/>
              <a:ext cx="15379" cy="276225"/>
            </a:xfrm>
            <a:prstGeom prst="rect">
              <a:avLst/>
            </a:prstGeom>
            <a:solidFill>
              <a:srgbClr val="D9E6EB"/>
            </a:solidFill>
            <a:ln w="0">
              <a:noFill/>
              <a:prstDash val="solid"/>
            </a:ln>
          </p:spPr>
        </p:sp>
        <p:sp>
          <p:nvSpPr>
            <p:cNvPr id="2176" name="four:time-step-strips:time-strip-tₙ-cell-4:2176">
              <a:extLst>
                <a:ext uri="{FF2B5EF4-FFF2-40B4-BE49-F238E27FC236}">
                  <ns2:creationId id="{B289FE2A-A1F7-44E0-A4EA-1F218C7EC849}"/>
                </a:ext>
              </a:extLst>
            </p:cNvPr>
            <p:cNvSpPr>
              <a:spLocks noGrp="1"/>
            </p:cNvSpPr>
            <p:nvPr/>
          </p:nvSpPr>
          <p:spPr>
            <a:xfrm>
              <a:off x="21302266" y="3724275"/>
              <a:ext cx="15379" cy="276225"/>
            </a:xfrm>
            <a:prstGeom prst="rect">
              <a:avLst/>
            </a:prstGeom>
            <a:solidFill>
              <a:srgbClr val="D9B698"/>
            </a:solidFill>
            <a:ln w="0">
              <a:noFill/>
              <a:prstDash val="solid"/>
            </a:ln>
          </p:spPr>
        </p:sp>
        <p:sp>
          <p:nvSpPr>
            <p:cNvPr id="2177" name="four:time-step-strips:time-strip-tₙ-cell-5:2177">
              <a:extLst>
                <a:ext uri="{FF2B5EF4-FFF2-40B4-BE49-F238E27FC236}">
                  <ns2:creationId id="{F5042C96-FE2E-41CF-BAE0-64CA55C01231}"/>
                </a:ext>
              </a:extLst>
            </p:cNvPr>
            <p:cNvSpPr>
              <a:spLocks noGrp="1"/>
            </p:cNvSpPr>
            <p:nvPr/>
          </p:nvSpPr>
          <p:spPr>
            <a:xfrm>
              <a:off x="21317645" y="3724275"/>
              <a:ext cx="15379" cy="276225"/>
            </a:xfrm>
            <a:prstGeom prst="rect">
              <a:avLst/>
            </a:prstGeom>
            <a:solidFill>
              <a:srgbClr val="D6782D"/>
            </a:solidFill>
            <a:ln w="0">
              <a:noFill/>
              <a:prstDash val="solid"/>
            </a:ln>
          </p:spPr>
        </p:sp>
        <p:sp>
          <p:nvSpPr>
            <p:cNvPr id="2178" name="four:time-step-strips:time-strip-tₙ-cell-6:2178">
              <a:extLst>
                <a:ext uri="{FF2B5EF4-FFF2-40B4-BE49-F238E27FC236}">
                  <ns2:creationId id="{CEF94A36-A32B-4309-9011-69559D3A2031}"/>
                </a:ext>
              </a:extLst>
            </p:cNvPr>
            <p:cNvSpPr>
              <a:spLocks noGrp="1"/>
            </p:cNvSpPr>
            <p:nvPr/>
          </p:nvSpPr>
          <p:spPr>
            <a:xfrm>
              <a:off x="21333023" y="3724275"/>
              <a:ext cx="15379" cy="276225"/>
            </a:xfrm>
            <a:prstGeom prst="rect">
              <a:avLst/>
            </a:prstGeom>
            <a:solidFill>
              <a:srgbClr val="D55E00"/>
            </a:solidFill>
            <a:ln w="0">
              <a:noFill/>
              <a:prstDash val="solid"/>
            </a:ln>
          </p:spPr>
        </p:sp>
        <p:sp>
          <p:nvSpPr>
            <p:cNvPr id="2179" name="four:time-step-strips:time-strip-tₙ-cell-7:2179">
              <a:extLst>
                <a:ext uri="{FF2B5EF4-FFF2-40B4-BE49-F238E27FC236}">
                  <ns2:creationId id="{0834CC60-D13C-4869-991E-C75B7FCE5E47}"/>
                </a:ext>
              </a:extLst>
            </p:cNvPr>
            <p:cNvSpPr>
              <a:spLocks noGrp="1"/>
            </p:cNvSpPr>
            <p:nvPr/>
          </p:nvSpPr>
          <p:spPr>
            <a:xfrm>
              <a:off x="21348402" y="3724275"/>
              <a:ext cx="15379" cy="276225"/>
            </a:xfrm>
            <a:prstGeom prst="rect">
              <a:avLst/>
            </a:prstGeom>
            <a:solidFill>
              <a:srgbClr val="D55E00"/>
            </a:solidFill>
            <a:ln w="0">
              <a:noFill/>
              <a:prstDash val="solid"/>
            </a:ln>
          </p:spPr>
        </p:sp>
        <p:sp>
          <p:nvSpPr>
            <p:cNvPr id="2180" name="four:time-step-strips:time-strip-tₙ-cell-8:2180">
              <a:extLst>
                <a:ext uri="{FF2B5EF4-FFF2-40B4-BE49-F238E27FC236}">
                  <ns2:creationId id="{DADC94AE-7270-4735-AD63-1BA678C018D9}"/>
                </a:ext>
              </a:extLst>
            </p:cNvPr>
            <p:cNvSpPr>
              <a:spLocks noGrp="1"/>
            </p:cNvSpPr>
            <p:nvPr/>
          </p:nvSpPr>
          <p:spPr>
            <a:xfrm>
              <a:off x="21363781" y="3724275"/>
              <a:ext cx="15379" cy="276225"/>
            </a:xfrm>
            <a:prstGeom prst="rect">
              <a:avLst/>
            </a:prstGeom>
            <a:solidFill>
              <a:srgbClr val="D55E00"/>
            </a:solidFill>
            <a:ln w="0">
              <a:noFill/>
              <a:prstDash val="solid"/>
            </a:ln>
          </p:spPr>
        </p:sp>
        <p:sp>
          <p:nvSpPr>
            <p:cNvPr id="2181" name="four:time-step-strips:time-strip-tₙ-cell-9:2181">
              <a:extLst>
                <a:ext uri="{FF2B5EF4-FFF2-40B4-BE49-F238E27FC236}">
                  <ns2:creationId id="{8FAA6B94-A6D1-4153-AD57-3A61B1B9BF47}"/>
                </a:ext>
              </a:extLst>
            </p:cNvPr>
            <p:cNvSpPr>
              <a:spLocks noGrp="1"/>
            </p:cNvSpPr>
            <p:nvPr/>
          </p:nvSpPr>
          <p:spPr>
            <a:xfrm>
              <a:off x="21379160" y="3724275"/>
              <a:ext cx="15379" cy="276225"/>
            </a:xfrm>
            <a:prstGeom prst="rect">
              <a:avLst/>
            </a:prstGeom>
            <a:solidFill>
              <a:srgbClr val="D55E00"/>
            </a:solidFill>
            <a:ln w="0">
              <a:noFill/>
              <a:prstDash val="solid"/>
            </a:ln>
          </p:spPr>
        </p:sp>
        <p:sp>
          <p:nvSpPr>
            <p:cNvPr id="2182" name="four:time-step-strips:time-strip-tₙ-cell-10:2182">
              <a:extLst>
                <a:ext uri="{FF2B5EF4-FFF2-40B4-BE49-F238E27FC236}">
                  <ns2:creationId id="{27FF6E96-BF16-4E58-B141-5102C04C3BD9}"/>
                </a:ext>
              </a:extLst>
            </p:cNvPr>
            <p:cNvSpPr>
              <a:spLocks noGrp="1"/>
            </p:cNvSpPr>
            <p:nvPr/>
          </p:nvSpPr>
          <p:spPr>
            <a:xfrm>
              <a:off x="21394539" y="3724275"/>
              <a:ext cx="15379" cy="276225"/>
            </a:xfrm>
            <a:prstGeom prst="rect">
              <a:avLst/>
            </a:prstGeom>
            <a:solidFill>
              <a:srgbClr val="D55E00"/>
            </a:solidFill>
            <a:ln w="0">
              <a:noFill/>
              <a:prstDash val="solid"/>
            </a:ln>
          </p:spPr>
        </p:sp>
        <p:sp>
          <p:nvSpPr>
            <p:cNvPr id="2183" name="four:time-step-strips:time-strip-tₙ-cell-11:2183">
              <a:extLst>
                <a:ext uri="{FF2B5EF4-FFF2-40B4-BE49-F238E27FC236}">
                  <ns2:creationId id="{1728FECB-8A54-4CCB-8F4C-3A66151C7040}"/>
                </a:ext>
              </a:extLst>
            </p:cNvPr>
            <p:cNvSpPr>
              <a:spLocks noGrp="1"/>
            </p:cNvSpPr>
            <p:nvPr/>
          </p:nvSpPr>
          <p:spPr>
            <a:xfrm>
              <a:off x="21409918" y="3724275"/>
              <a:ext cx="15379" cy="276225"/>
            </a:xfrm>
            <a:prstGeom prst="rect">
              <a:avLst/>
            </a:prstGeom>
            <a:solidFill>
              <a:srgbClr val="D55E00"/>
            </a:solidFill>
            <a:ln w="0">
              <a:noFill/>
              <a:prstDash val="solid"/>
            </a:ln>
          </p:spPr>
        </p:sp>
        <p:sp>
          <p:nvSpPr>
            <p:cNvPr id="2184" name="four:time-step-strips:time-strip-tₙ-cell-12:2184">
              <a:extLst>
                <a:ext uri="{FF2B5EF4-FFF2-40B4-BE49-F238E27FC236}">
                  <ns2:creationId id="{DCA3EDE4-2820-4B80-8D6F-385C4C6F7613}"/>
                </a:ext>
              </a:extLst>
            </p:cNvPr>
            <p:cNvSpPr>
              <a:spLocks noGrp="1"/>
            </p:cNvSpPr>
            <p:nvPr/>
          </p:nvSpPr>
          <p:spPr>
            <a:xfrm>
              <a:off x="21425297" y="3724275"/>
              <a:ext cx="15379" cy="276225"/>
            </a:xfrm>
            <a:prstGeom prst="rect">
              <a:avLst/>
            </a:prstGeom>
            <a:solidFill>
              <a:srgbClr val="D55E00"/>
            </a:solidFill>
            <a:ln w="0">
              <a:noFill/>
              <a:prstDash val="solid"/>
            </a:ln>
          </p:spPr>
        </p:sp>
        <p:sp>
          <p:nvSpPr>
            <p:cNvPr id="2185" name="four:time-step-strips:time-strip-tₙ-cell-13:2185">
              <a:extLst>
                <a:ext uri="{FF2B5EF4-FFF2-40B4-BE49-F238E27FC236}">
                  <ns2:creationId id="{7087E7B4-E1B2-447E-AA6A-ADEB40EB83B1}"/>
                </a:ext>
              </a:extLst>
            </p:cNvPr>
            <p:cNvSpPr>
              <a:spLocks noGrp="1"/>
            </p:cNvSpPr>
            <p:nvPr/>
          </p:nvSpPr>
          <p:spPr>
            <a:xfrm>
              <a:off x="21440676" y="3724275"/>
              <a:ext cx="15379" cy="276225"/>
            </a:xfrm>
            <a:prstGeom prst="rect">
              <a:avLst/>
            </a:prstGeom>
            <a:solidFill>
              <a:srgbClr val="D55E00"/>
            </a:solidFill>
            <a:ln w="0">
              <a:noFill/>
              <a:prstDash val="solid"/>
            </a:ln>
          </p:spPr>
        </p:sp>
        <p:sp>
          <p:nvSpPr>
            <p:cNvPr id="2186" name="four:time-step-strips:time-strip-tₙ-cell-14:2186">
              <a:extLst>
                <a:ext uri="{FF2B5EF4-FFF2-40B4-BE49-F238E27FC236}">
                  <ns2:creationId id="{EE2C9F2F-C661-4279-B1E0-7218FB527799}"/>
                </a:ext>
              </a:extLst>
            </p:cNvPr>
            <p:cNvSpPr>
              <a:spLocks noGrp="1"/>
            </p:cNvSpPr>
            <p:nvPr/>
          </p:nvSpPr>
          <p:spPr>
            <a:xfrm>
              <a:off x="21456055" y="3724275"/>
              <a:ext cx="15379" cy="276225"/>
            </a:xfrm>
            <a:prstGeom prst="rect">
              <a:avLst/>
            </a:prstGeom>
            <a:solidFill>
              <a:srgbClr val="D55E00"/>
            </a:solidFill>
            <a:ln w="0">
              <a:noFill/>
              <a:prstDash val="solid"/>
            </a:ln>
          </p:spPr>
        </p:sp>
        <p:sp>
          <p:nvSpPr>
            <p:cNvPr id="2187" name="four:time-step-strips:time-strip-tₙ-cell-15:2187">
              <a:extLst>
                <a:ext uri="{FF2B5EF4-FFF2-40B4-BE49-F238E27FC236}">
                  <ns2:creationId id="{3C4F9D94-B5FD-4DF8-9E30-DAF1E0B7A0F2}"/>
                </a:ext>
              </a:extLst>
            </p:cNvPr>
            <p:cNvSpPr>
              <a:spLocks noGrp="1"/>
            </p:cNvSpPr>
            <p:nvPr/>
          </p:nvSpPr>
          <p:spPr>
            <a:xfrm>
              <a:off x="21471434" y="3724275"/>
              <a:ext cx="15379" cy="276225"/>
            </a:xfrm>
            <a:prstGeom prst="rect">
              <a:avLst/>
            </a:prstGeom>
            <a:solidFill>
              <a:srgbClr val="D55E00"/>
            </a:solidFill>
            <a:ln w="0">
              <a:noFill/>
              <a:prstDash val="solid"/>
            </a:ln>
          </p:spPr>
        </p:sp>
        <p:sp>
          <p:nvSpPr>
            <p:cNvPr id="2188" name="four:time-step-strips:time-strip-tₙ-cell-16:2188">
              <a:extLst>
                <a:ext uri="{FF2B5EF4-FFF2-40B4-BE49-F238E27FC236}">
                  <ns2:creationId id="{BC91AD09-C25D-4E42-B882-2608FD9340E3}"/>
                </a:ext>
              </a:extLst>
            </p:cNvPr>
            <p:cNvSpPr>
              <a:spLocks noGrp="1"/>
            </p:cNvSpPr>
            <p:nvPr/>
          </p:nvSpPr>
          <p:spPr>
            <a:xfrm>
              <a:off x="21486812" y="3724275"/>
              <a:ext cx="15379" cy="276225"/>
            </a:xfrm>
            <a:prstGeom prst="rect">
              <a:avLst/>
            </a:prstGeom>
            <a:solidFill>
              <a:srgbClr val="D55E00"/>
            </a:solidFill>
            <a:ln w="0">
              <a:noFill/>
              <a:prstDash val="solid"/>
            </a:ln>
          </p:spPr>
        </p:sp>
        <p:sp>
          <p:nvSpPr>
            <p:cNvPr id="2189" name="four:time-step-strips:time-strip-tₙ-cell-17:2189">
              <a:extLst>
                <a:ext uri="{FF2B5EF4-FFF2-40B4-BE49-F238E27FC236}">
                  <ns2:creationId id="{15D5FCCD-7A92-416D-82FE-37BC1171AD47}"/>
                </a:ext>
              </a:extLst>
            </p:cNvPr>
            <p:cNvSpPr>
              <a:spLocks noGrp="1"/>
            </p:cNvSpPr>
            <p:nvPr/>
          </p:nvSpPr>
          <p:spPr>
            <a:xfrm>
              <a:off x="21502191" y="3724275"/>
              <a:ext cx="15379" cy="276225"/>
            </a:xfrm>
            <a:prstGeom prst="rect">
              <a:avLst/>
            </a:prstGeom>
            <a:solidFill>
              <a:srgbClr val="D55E00"/>
            </a:solidFill>
            <a:ln w="0">
              <a:noFill/>
              <a:prstDash val="solid"/>
            </a:ln>
          </p:spPr>
        </p:sp>
        <p:sp>
          <p:nvSpPr>
            <p:cNvPr id="2190" name="four:time-step-strips:time-strip-tₙ-cell-18:2190">
              <a:extLst>
                <a:ext uri="{FF2B5EF4-FFF2-40B4-BE49-F238E27FC236}">
                  <ns2:creationId id="{8D90DF28-AC7F-49C2-B0F6-4B6B499EB57D}"/>
                </a:ext>
              </a:extLst>
            </p:cNvPr>
            <p:cNvSpPr>
              <a:spLocks noGrp="1"/>
            </p:cNvSpPr>
            <p:nvPr/>
          </p:nvSpPr>
          <p:spPr>
            <a:xfrm>
              <a:off x="21517570" y="3724275"/>
              <a:ext cx="15379" cy="276225"/>
            </a:xfrm>
            <a:prstGeom prst="rect">
              <a:avLst/>
            </a:prstGeom>
            <a:solidFill>
              <a:srgbClr val="D55E00"/>
            </a:solidFill>
            <a:ln w="0">
              <a:noFill/>
              <a:prstDash val="solid"/>
            </a:ln>
          </p:spPr>
        </p:sp>
        <p:sp>
          <p:nvSpPr>
            <p:cNvPr id="2191" name="four:time-step-strips:time-strip-tₙ-cell-19:2191">
              <a:extLst>
                <a:ext uri="{FF2B5EF4-FFF2-40B4-BE49-F238E27FC236}">
                  <ns2:creationId id="{7AF7CF36-9A21-486D-990F-2AAD70A9E3BF}"/>
                </a:ext>
              </a:extLst>
            </p:cNvPr>
            <p:cNvSpPr>
              <a:spLocks noGrp="1"/>
            </p:cNvSpPr>
            <p:nvPr/>
          </p:nvSpPr>
          <p:spPr>
            <a:xfrm>
              <a:off x="21532949" y="3724275"/>
              <a:ext cx="15379" cy="276225"/>
            </a:xfrm>
            <a:prstGeom prst="rect">
              <a:avLst/>
            </a:prstGeom>
            <a:solidFill>
              <a:srgbClr val="D55E00"/>
            </a:solidFill>
            <a:ln w="0">
              <a:noFill/>
              <a:prstDash val="solid"/>
            </a:ln>
          </p:spPr>
        </p:sp>
        <p:sp>
          <p:nvSpPr>
            <p:cNvPr id="2192" name="four:time-step-strips:time-strip-tₙ-cell-20:2192">
              <a:extLst>
                <a:ext uri="{FF2B5EF4-FFF2-40B4-BE49-F238E27FC236}">
                  <ns2:creationId id="{21E8966F-CCCC-486D-B82C-6E3AF42F2307}"/>
                </a:ext>
              </a:extLst>
            </p:cNvPr>
            <p:cNvSpPr>
              <a:spLocks noGrp="1"/>
            </p:cNvSpPr>
            <p:nvPr/>
          </p:nvSpPr>
          <p:spPr>
            <a:xfrm>
              <a:off x="21548328" y="3724275"/>
              <a:ext cx="15379" cy="276225"/>
            </a:xfrm>
            <a:prstGeom prst="rect">
              <a:avLst/>
            </a:prstGeom>
            <a:solidFill>
              <a:srgbClr val="D55E00"/>
            </a:solidFill>
            <a:ln w="0">
              <a:noFill/>
              <a:prstDash val="solid"/>
            </a:ln>
          </p:spPr>
        </p:sp>
        <p:sp>
          <p:nvSpPr>
            <p:cNvPr id="2193" name="four:time-step-strips:time-strip-tₙ-cell-21:2193">
              <a:extLst>
                <a:ext uri="{FF2B5EF4-FFF2-40B4-BE49-F238E27FC236}">
                  <ns2:creationId id="{CAB9887E-D571-4111-98CB-7738E242621B}"/>
                </a:ext>
              </a:extLst>
            </p:cNvPr>
            <p:cNvSpPr>
              <a:spLocks noGrp="1"/>
            </p:cNvSpPr>
            <p:nvPr/>
          </p:nvSpPr>
          <p:spPr>
            <a:xfrm>
              <a:off x="21563707" y="3724275"/>
              <a:ext cx="15379" cy="276225"/>
            </a:xfrm>
            <a:prstGeom prst="rect">
              <a:avLst/>
            </a:prstGeom>
            <a:solidFill>
              <a:srgbClr val="D55E00"/>
            </a:solidFill>
            <a:ln w="0">
              <a:noFill/>
              <a:prstDash val="solid"/>
            </a:ln>
          </p:spPr>
        </p:sp>
        <p:sp>
          <p:nvSpPr>
            <p:cNvPr id="2194" name="four:time-step-strips:time-strip-tₙ-cell-22:2194">
              <a:extLst>
                <a:ext uri="{FF2B5EF4-FFF2-40B4-BE49-F238E27FC236}">
                  <ns2:creationId id="{71E18CFB-A854-40EC-AA32-5722A96487BE}"/>
                </a:ext>
              </a:extLst>
            </p:cNvPr>
            <p:cNvSpPr>
              <a:spLocks noGrp="1"/>
            </p:cNvSpPr>
            <p:nvPr/>
          </p:nvSpPr>
          <p:spPr>
            <a:xfrm>
              <a:off x="21579086" y="3724275"/>
              <a:ext cx="15379" cy="276225"/>
            </a:xfrm>
            <a:prstGeom prst="rect">
              <a:avLst/>
            </a:prstGeom>
            <a:solidFill>
              <a:srgbClr val="D55E00"/>
            </a:solidFill>
            <a:ln w="0">
              <a:noFill/>
              <a:prstDash val="solid"/>
            </a:ln>
          </p:spPr>
        </p:sp>
        <p:sp>
          <p:nvSpPr>
            <p:cNvPr id="2195" name="four:time-step-strips:time-strip-tₙ-cell-23:2195">
              <a:extLst>
                <a:ext uri="{FF2B5EF4-FFF2-40B4-BE49-F238E27FC236}">
                  <ns2:creationId id="{B6A3F9B6-B3D6-4E91-B22B-1C282402BA59}"/>
                </a:ext>
              </a:extLst>
            </p:cNvPr>
            <p:cNvSpPr>
              <a:spLocks noGrp="1"/>
            </p:cNvSpPr>
            <p:nvPr/>
          </p:nvSpPr>
          <p:spPr>
            <a:xfrm>
              <a:off x="21594465" y="3724275"/>
              <a:ext cx="15379" cy="276225"/>
            </a:xfrm>
            <a:prstGeom prst="rect">
              <a:avLst/>
            </a:prstGeom>
            <a:solidFill>
              <a:srgbClr val="D55E00"/>
            </a:solidFill>
            <a:ln w="0">
              <a:noFill/>
              <a:prstDash val="solid"/>
            </a:ln>
          </p:spPr>
        </p:sp>
        <p:sp>
          <p:nvSpPr>
            <p:cNvPr id="2196" name="four:time-step-strips:time-strip-tₙ-cell-24:2196">
              <a:extLst>
                <a:ext uri="{FF2B5EF4-FFF2-40B4-BE49-F238E27FC236}">
                  <ns2:creationId id="{13C1179F-F070-44AB-A16D-75652B993BDF}"/>
                </a:ext>
              </a:extLst>
            </p:cNvPr>
            <p:cNvSpPr>
              <a:spLocks noGrp="1"/>
            </p:cNvSpPr>
            <p:nvPr/>
          </p:nvSpPr>
          <p:spPr>
            <a:xfrm>
              <a:off x="21609844" y="3724275"/>
              <a:ext cx="15379" cy="276225"/>
            </a:xfrm>
            <a:prstGeom prst="rect">
              <a:avLst/>
            </a:prstGeom>
            <a:solidFill>
              <a:srgbClr val="D55E00"/>
            </a:solidFill>
            <a:ln w="0">
              <a:noFill/>
              <a:prstDash val="solid"/>
            </a:ln>
          </p:spPr>
        </p:sp>
        <p:sp>
          <p:nvSpPr>
            <p:cNvPr id="2197" name="four:time-step-strips:time-strip-tₙ-cell-25:2197">
              <a:extLst>
                <a:ext uri="{FF2B5EF4-FFF2-40B4-BE49-F238E27FC236}">
                  <ns2:creationId id="{A9F890C0-5DB9-4C50-B816-C5B3EA059D79}"/>
                </a:ext>
              </a:extLst>
            </p:cNvPr>
            <p:cNvSpPr>
              <a:spLocks noGrp="1"/>
            </p:cNvSpPr>
            <p:nvPr/>
          </p:nvSpPr>
          <p:spPr>
            <a:xfrm>
              <a:off x="21625223" y="3724275"/>
              <a:ext cx="15379" cy="276225"/>
            </a:xfrm>
            <a:prstGeom prst="rect">
              <a:avLst/>
            </a:prstGeom>
            <a:solidFill>
              <a:srgbClr val="D55F02"/>
            </a:solidFill>
            <a:ln w="0">
              <a:noFill/>
              <a:prstDash val="solid"/>
            </a:ln>
          </p:spPr>
        </p:sp>
        <p:sp>
          <p:nvSpPr>
            <p:cNvPr id="2198" name="four:time-step-strips:time-strip-tₙ-cell-26:2198">
              <a:extLst>
                <a:ext uri="{FF2B5EF4-FFF2-40B4-BE49-F238E27FC236}">
                  <ns2:creationId id="{7C9E0047-24C5-40E7-80BA-475FFAB03A17}"/>
                </a:ext>
              </a:extLst>
            </p:cNvPr>
            <p:cNvSpPr>
              <a:spLocks noGrp="1"/>
            </p:cNvSpPr>
            <p:nvPr/>
          </p:nvSpPr>
          <p:spPr>
            <a:xfrm>
              <a:off x="21640602" y="3724275"/>
              <a:ext cx="15379" cy="276225"/>
            </a:xfrm>
            <a:prstGeom prst="rect">
              <a:avLst/>
            </a:prstGeom>
            <a:solidFill>
              <a:srgbClr val="D66811"/>
            </a:solidFill>
            <a:ln w="0">
              <a:noFill/>
              <a:prstDash val="solid"/>
            </a:ln>
          </p:spPr>
        </p:sp>
        <p:sp>
          <p:nvSpPr>
            <p:cNvPr id="2199" name="four:time-step-strips:time-strip-tₙ-cell-27:2199">
              <a:extLst>
                <a:ext uri="{FF2B5EF4-FFF2-40B4-BE49-F238E27FC236}">
                  <ns2:creationId id="{30EB572A-C3D3-4F70-A9BA-95A44A4ACD89}"/>
                </a:ext>
              </a:extLst>
            </p:cNvPr>
            <p:cNvSpPr>
              <a:spLocks noGrp="1"/>
            </p:cNvSpPr>
            <p:nvPr/>
          </p:nvSpPr>
          <p:spPr>
            <a:xfrm>
              <a:off x="21655980" y="3724275"/>
              <a:ext cx="15379" cy="276225"/>
            </a:xfrm>
            <a:prstGeom prst="rect">
              <a:avLst/>
            </a:prstGeom>
            <a:solidFill>
              <a:srgbClr val="D6772B"/>
            </a:solidFill>
            <a:ln w="0">
              <a:noFill/>
              <a:prstDash val="solid"/>
            </a:ln>
          </p:spPr>
        </p:sp>
        <p:sp>
          <p:nvSpPr>
            <p:cNvPr id="2200" name="four:time-step-strips:time-strip-tₙ-cell-28:2200">
              <a:extLst>
                <a:ext uri="{FF2B5EF4-FFF2-40B4-BE49-F238E27FC236}">
                  <ns2:creationId id="{0276AB1A-8919-48CD-BC9A-FFF1717629C6}"/>
                </a:ext>
              </a:extLst>
            </p:cNvPr>
            <p:cNvSpPr>
              <a:spLocks noGrp="1"/>
            </p:cNvSpPr>
            <p:nvPr/>
          </p:nvSpPr>
          <p:spPr>
            <a:xfrm>
              <a:off x="21671359" y="3724275"/>
              <a:ext cx="15379" cy="276225"/>
            </a:xfrm>
            <a:prstGeom prst="rect">
              <a:avLst/>
            </a:prstGeom>
            <a:solidFill>
              <a:srgbClr val="98ADAC"/>
            </a:solidFill>
            <a:ln w="0">
              <a:noFill/>
              <a:prstDash val="solid"/>
            </a:ln>
          </p:spPr>
        </p:sp>
        <p:sp>
          <p:nvSpPr>
            <p:cNvPr id="2201" name="four:time-step-strips:time-strip-tₙ-cell-29:2201">
              <a:extLst>
                <a:ext uri="{FF2B5EF4-FFF2-40B4-BE49-F238E27FC236}">
                  <ns2:creationId id="{B3925E1C-8C79-4493-9AE4-37429F1B0D18}"/>
                </a:ext>
              </a:extLst>
            </p:cNvPr>
            <p:cNvSpPr>
              <a:spLocks noGrp="1"/>
            </p:cNvSpPr>
            <p:nvPr/>
          </p:nvSpPr>
          <p:spPr>
            <a:xfrm>
              <a:off x="21686738" y="3724275"/>
              <a:ext cx="15379" cy="276225"/>
            </a:xfrm>
            <a:prstGeom prst="rect">
              <a:avLst/>
            </a:prstGeom>
            <a:solidFill>
              <a:srgbClr val="A8B1BB"/>
            </a:solidFill>
            <a:ln w="0">
              <a:noFill/>
              <a:prstDash val="solid"/>
            </a:ln>
          </p:spPr>
        </p:sp>
        <p:sp>
          <p:nvSpPr>
            <p:cNvPr id="2202" name="four:time-step-strips:time-strip-tₙ-cell-30:2202">
              <a:extLst>
                <a:ext uri="{FF2B5EF4-FFF2-40B4-BE49-F238E27FC236}">
                  <ns2:creationId id="{B9D523A0-92BD-42CB-BEA4-3D8B1607BC7A}"/>
                </a:ext>
              </a:extLst>
            </p:cNvPr>
            <p:cNvSpPr>
              <a:spLocks noGrp="1"/>
            </p:cNvSpPr>
            <p:nvPr/>
          </p:nvSpPr>
          <p:spPr>
            <a:xfrm>
              <a:off x="21702117" y="3724275"/>
              <a:ext cx="15379" cy="276225"/>
            </a:xfrm>
            <a:prstGeom prst="rect">
              <a:avLst/>
            </a:prstGeom>
            <a:solidFill>
              <a:srgbClr val="65C0AB"/>
            </a:solidFill>
            <a:ln w="0">
              <a:noFill/>
              <a:prstDash val="solid"/>
            </a:ln>
          </p:spPr>
        </p:sp>
        <p:sp>
          <p:nvSpPr>
            <p:cNvPr id="2203" name="four:time-step-strips:time-strip-tₙ-cell-31:2203">
              <a:extLst>
                <a:ext uri="{FF2B5EF4-FFF2-40B4-BE49-F238E27FC236}">
                  <ns2:creationId id="{6C9E4619-8A8C-4A68-83C4-418B3EC1F77C}"/>
                </a:ext>
              </a:extLst>
            </p:cNvPr>
            <p:cNvSpPr>
              <a:spLocks noGrp="1"/>
            </p:cNvSpPr>
            <p:nvPr/>
          </p:nvSpPr>
          <p:spPr>
            <a:xfrm>
              <a:off x="21717496" y="3724275"/>
              <a:ext cx="15379" cy="276225"/>
            </a:xfrm>
            <a:prstGeom prst="rect">
              <a:avLst/>
            </a:prstGeom>
            <a:solidFill>
              <a:srgbClr val="78C6B6"/>
            </a:solidFill>
            <a:ln w="0">
              <a:noFill/>
              <a:prstDash val="solid"/>
            </a:ln>
          </p:spPr>
        </p:sp>
        <p:sp>
          <p:nvSpPr>
            <p:cNvPr id="2204" name="four:time-step-strips:time-strip-tₙ-cell-32:2204">
              <a:extLst>
                <a:ext uri="{FF2B5EF4-FFF2-40B4-BE49-F238E27FC236}">
                  <ns2:creationId id="{D2BDAC8B-26B0-4026-A2F4-671A08037FD8}"/>
                </a:ext>
              </a:extLst>
            </p:cNvPr>
            <p:cNvSpPr>
              <a:spLocks noGrp="1"/>
            </p:cNvSpPr>
            <p:nvPr/>
          </p:nvSpPr>
          <p:spPr>
            <a:xfrm>
              <a:off x="21732875" y="3724275"/>
              <a:ext cx="15379" cy="276225"/>
            </a:xfrm>
            <a:prstGeom prst="rect">
              <a:avLst/>
            </a:prstGeom>
            <a:solidFill>
              <a:srgbClr val="81C9BA"/>
            </a:solidFill>
            <a:ln w="0">
              <a:noFill/>
              <a:prstDash val="solid"/>
            </a:ln>
          </p:spPr>
        </p:sp>
        <p:sp>
          <p:nvSpPr>
            <p:cNvPr id="2205" name="four:time-step-strips:time-strip-tₙ-cell-33:2205">
              <a:extLst>
                <a:ext uri="{FF2B5EF4-FFF2-40B4-BE49-F238E27FC236}">
                  <ns2:creationId id="{3243D301-7ABB-47DE-AE2E-C9C13DEC787F}"/>
                </a:ext>
              </a:extLst>
            </p:cNvPr>
            <p:cNvSpPr>
              <a:spLocks noGrp="1"/>
            </p:cNvSpPr>
            <p:nvPr/>
          </p:nvSpPr>
          <p:spPr>
            <a:xfrm>
              <a:off x="21748254" y="3724275"/>
              <a:ext cx="15379" cy="276225"/>
            </a:xfrm>
            <a:prstGeom prst="rect">
              <a:avLst/>
            </a:prstGeom>
            <a:solidFill>
              <a:srgbClr val="81C9BA"/>
            </a:solidFill>
            <a:ln w="0">
              <a:noFill/>
              <a:prstDash val="solid"/>
            </a:ln>
          </p:spPr>
        </p:sp>
        <p:sp>
          <p:nvSpPr>
            <p:cNvPr id="2206" name="four:time-step-strips:time-strip-tₙ-cell-34:2206">
              <a:extLst>
                <a:ext uri="{FF2B5EF4-FFF2-40B4-BE49-F238E27FC236}">
                  <ns2:creationId id="{4D7DE2FD-506D-46CF-9A78-E698BD057FE6}"/>
                </a:ext>
              </a:extLst>
            </p:cNvPr>
            <p:cNvSpPr>
              <a:spLocks noGrp="1"/>
            </p:cNvSpPr>
            <p:nvPr/>
          </p:nvSpPr>
          <p:spPr>
            <a:xfrm>
              <a:off x="21763633" y="3724275"/>
              <a:ext cx="15379" cy="276225"/>
            </a:xfrm>
            <a:prstGeom prst="rect">
              <a:avLst/>
            </a:prstGeom>
            <a:solidFill>
              <a:srgbClr val="81C9BA"/>
            </a:solidFill>
            <a:ln w="0">
              <a:noFill/>
              <a:prstDash val="solid"/>
            </a:ln>
          </p:spPr>
        </p:sp>
        <p:sp>
          <p:nvSpPr>
            <p:cNvPr id="2207" name="four:time-step-strips:time-strip-tₙ-cell-35:2207">
              <a:extLst>
                <a:ext uri="{FF2B5EF4-FFF2-40B4-BE49-F238E27FC236}">
                  <ns2:creationId id="{87F8EEAF-7707-463D-8C07-CFF2FCF0A5D6}"/>
                </a:ext>
              </a:extLst>
            </p:cNvPr>
            <p:cNvSpPr>
              <a:spLocks noGrp="1"/>
            </p:cNvSpPr>
            <p:nvPr/>
          </p:nvSpPr>
          <p:spPr>
            <a:xfrm>
              <a:off x="21779012" y="3724275"/>
              <a:ext cx="15379" cy="276225"/>
            </a:xfrm>
            <a:prstGeom prst="rect">
              <a:avLst/>
            </a:prstGeom>
            <a:solidFill>
              <a:srgbClr val="81C9BA"/>
            </a:solidFill>
            <a:ln w="0">
              <a:noFill/>
              <a:prstDash val="solid"/>
            </a:ln>
          </p:spPr>
        </p:sp>
        <p:sp>
          <p:nvSpPr>
            <p:cNvPr id="2208" name="four:time-step-strips:time-strip-tₙ-cell-36:2208">
              <a:extLst>
                <a:ext uri="{FF2B5EF4-FFF2-40B4-BE49-F238E27FC236}">
                  <ns2:creationId id="{B30DCD1D-310C-4A48-A647-10561484C723}"/>
                </a:ext>
              </a:extLst>
            </p:cNvPr>
            <p:cNvSpPr>
              <a:spLocks noGrp="1"/>
            </p:cNvSpPr>
            <p:nvPr/>
          </p:nvSpPr>
          <p:spPr>
            <a:xfrm>
              <a:off x="21794391" y="3724275"/>
              <a:ext cx="15379" cy="276225"/>
            </a:xfrm>
            <a:prstGeom prst="rect">
              <a:avLst/>
            </a:prstGeom>
            <a:solidFill>
              <a:srgbClr val="81C9BA"/>
            </a:solidFill>
            <a:ln w="0">
              <a:noFill/>
              <a:prstDash val="solid"/>
            </a:ln>
          </p:spPr>
        </p:sp>
        <p:sp>
          <p:nvSpPr>
            <p:cNvPr id="2209" name="four:time-step-strips:time-strip-tₙ-cell-37:2209">
              <a:extLst>
                <a:ext uri="{FF2B5EF4-FFF2-40B4-BE49-F238E27FC236}">
                  <ns2:creationId id="{8D615F5B-28CF-4E4C-90E0-20065807D4DB}"/>
                </a:ext>
              </a:extLst>
            </p:cNvPr>
            <p:cNvSpPr>
              <a:spLocks noGrp="1"/>
            </p:cNvSpPr>
            <p:nvPr/>
          </p:nvSpPr>
          <p:spPr>
            <a:xfrm>
              <a:off x="21809770" y="3724275"/>
              <a:ext cx="15379" cy="276225"/>
            </a:xfrm>
            <a:prstGeom prst="rect">
              <a:avLst/>
            </a:prstGeom>
            <a:solidFill>
              <a:srgbClr val="81C9BA"/>
            </a:solidFill>
            <a:ln w="0">
              <a:noFill/>
              <a:prstDash val="solid"/>
            </a:ln>
          </p:spPr>
        </p:sp>
        <p:sp>
          <p:nvSpPr>
            <p:cNvPr id="2210" name="four:time-step-strips:time-strip-tₙ-cell-38:2210">
              <a:extLst>
                <a:ext uri="{FF2B5EF4-FFF2-40B4-BE49-F238E27FC236}">
                  <ns2:creationId id="{1518544C-2524-4ACF-8073-A7F78DAF2A15}"/>
                </a:ext>
              </a:extLst>
            </p:cNvPr>
            <p:cNvSpPr>
              <a:spLocks noGrp="1"/>
            </p:cNvSpPr>
            <p:nvPr/>
          </p:nvSpPr>
          <p:spPr>
            <a:xfrm>
              <a:off x="21825148" y="3724275"/>
              <a:ext cx="15379" cy="276225"/>
            </a:xfrm>
            <a:prstGeom prst="rect">
              <a:avLst/>
            </a:prstGeom>
            <a:solidFill>
              <a:srgbClr val="81C9BA"/>
            </a:solidFill>
            <a:ln w="0">
              <a:noFill/>
              <a:prstDash val="solid"/>
            </a:ln>
          </p:spPr>
        </p:sp>
        <p:sp>
          <p:nvSpPr>
            <p:cNvPr id="2211" name="four:time-step-strips:time-strip-tₙ-cell-39:2211">
              <a:extLst>
                <a:ext uri="{FF2B5EF4-FFF2-40B4-BE49-F238E27FC236}">
                  <ns2:creationId id="{3D3B3A23-7100-4C0B-BBEC-41EBDCFE8F45}"/>
                </a:ext>
              </a:extLst>
            </p:cNvPr>
            <p:cNvSpPr>
              <a:spLocks noGrp="1"/>
            </p:cNvSpPr>
            <p:nvPr/>
          </p:nvSpPr>
          <p:spPr>
            <a:xfrm>
              <a:off x="21840527" y="3724275"/>
              <a:ext cx="15379" cy="276225"/>
            </a:xfrm>
            <a:prstGeom prst="rect">
              <a:avLst/>
            </a:prstGeom>
            <a:solidFill>
              <a:srgbClr val="81C9BA"/>
            </a:solidFill>
            <a:ln w="0">
              <a:noFill/>
              <a:prstDash val="solid"/>
            </a:ln>
          </p:spPr>
        </p:sp>
        <p:sp>
          <p:nvSpPr>
            <p:cNvPr id="2212" name="four:time-step-strips:time-strip-tₙ-cell-40:2212">
              <a:extLst>
                <a:ext uri="{FF2B5EF4-FFF2-40B4-BE49-F238E27FC236}">
                  <ns2:creationId id="{31E3131F-7F05-49F4-86FF-6C7408737AC7}"/>
                </a:ext>
              </a:extLst>
            </p:cNvPr>
            <p:cNvSpPr>
              <a:spLocks noGrp="1"/>
            </p:cNvSpPr>
            <p:nvPr/>
          </p:nvSpPr>
          <p:spPr>
            <a:xfrm>
              <a:off x="21855906" y="3724275"/>
              <a:ext cx="15379" cy="276225"/>
            </a:xfrm>
            <a:prstGeom prst="rect">
              <a:avLst/>
            </a:prstGeom>
            <a:solidFill>
              <a:srgbClr val="81C9BA"/>
            </a:solidFill>
            <a:ln w="0">
              <a:noFill/>
              <a:prstDash val="solid"/>
            </a:ln>
          </p:spPr>
        </p:sp>
        <p:sp>
          <p:nvSpPr>
            <p:cNvPr id="2213" name="four:time-step-strips:time-strip-tₙ-cell-41:2213">
              <a:extLst>
                <a:ext uri="{FF2B5EF4-FFF2-40B4-BE49-F238E27FC236}">
                  <ns2:creationId id="{A8B291CD-AC25-4958-87F6-2937BE27D239}"/>
                </a:ext>
              </a:extLst>
            </p:cNvPr>
            <p:cNvSpPr>
              <a:spLocks noGrp="1"/>
            </p:cNvSpPr>
            <p:nvPr/>
          </p:nvSpPr>
          <p:spPr>
            <a:xfrm>
              <a:off x="21871285" y="3724275"/>
              <a:ext cx="15379" cy="276225"/>
            </a:xfrm>
            <a:prstGeom prst="rect">
              <a:avLst/>
            </a:prstGeom>
            <a:solidFill>
              <a:srgbClr val="81C9BA"/>
            </a:solidFill>
            <a:ln w="0">
              <a:noFill/>
              <a:prstDash val="solid"/>
            </a:ln>
          </p:spPr>
        </p:sp>
        <p:sp>
          <p:nvSpPr>
            <p:cNvPr id="2214" name="four:time-step-strips:time-strip-tₙ-cell-42:2214">
              <a:extLst>
                <a:ext uri="{FF2B5EF4-FFF2-40B4-BE49-F238E27FC236}">
                  <ns2:creationId id="{74B50234-F890-4992-B538-2988661276C2}"/>
                </a:ext>
              </a:extLst>
            </p:cNvPr>
            <p:cNvSpPr>
              <a:spLocks noGrp="1"/>
            </p:cNvSpPr>
            <p:nvPr/>
          </p:nvSpPr>
          <p:spPr>
            <a:xfrm>
              <a:off x="21886664" y="3724275"/>
              <a:ext cx="15379" cy="276225"/>
            </a:xfrm>
            <a:prstGeom prst="rect">
              <a:avLst/>
            </a:prstGeom>
            <a:solidFill>
              <a:srgbClr val="81C9BA"/>
            </a:solidFill>
            <a:ln w="0">
              <a:noFill/>
              <a:prstDash val="solid"/>
            </a:ln>
          </p:spPr>
        </p:sp>
        <p:sp>
          <p:nvSpPr>
            <p:cNvPr id="2215" name="four:time-step-strips:time-strip-tₙ-cell-43:2215">
              <a:extLst>
                <a:ext uri="{FF2B5EF4-FFF2-40B4-BE49-F238E27FC236}">
                  <ns2:creationId id="{2020C410-AED1-4B46-BA6B-9E96B383FB39}"/>
                </a:ext>
              </a:extLst>
            </p:cNvPr>
            <p:cNvSpPr>
              <a:spLocks noGrp="1"/>
            </p:cNvSpPr>
            <p:nvPr/>
          </p:nvSpPr>
          <p:spPr>
            <a:xfrm>
              <a:off x="21902043" y="3724275"/>
              <a:ext cx="15379" cy="276225"/>
            </a:xfrm>
            <a:prstGeom prst="rect">
              <a:avLst/>
            </a:prstGeom>
            <a:solidFill>
              <a:srgbClr val="81C9BA"/>
            </a:solidFill>
            <a:ln w="0">
              <a:noFill/>
              <a:prstDash val="solid"/>
            </a:ln>
          </p:spPr>
        </p:sp>
        <p:sp>
          <p:nvSpPr>
            <p:cNvPr id="2216" name="four:time-step-strips:time-strip-tₙ-cell-44:2216">
              <a:extLst>
                <a:ext uri="{FF2B5EF4-FFF2-40B4-BE49-F238E27FC236}">
                  <ns2:creationId id="{0FFD52EC-E43B-49C1-9BB4-D29042918DA1}"/>
                </a:ext>
              </a:extLst>
            </p:cNvPr>
            <p:cNvSpPr>
              <a:spLocks noGrp="1"/>
            </p:cNvSpPr>
            <p:nvPr/>
          </p:nvSpPr>
          <p:spPr>
            <a:xfrm>
              <a:off x="21917422" y="3724275"/>
              <a:ext cx="15379" cy="276225"/>
            </a:xfrm>
            <a:prstGeom prst="rect">
              <a:avLst/>
            </a:prstGeom>
            <a:solidFill>
              <a:srgbClr val="81C9BA"/>
            </a:solidFill>
            <a:ln w="0">
              <a:noFill/>
              <a:prstDash val="solid"/>
            </a:ln>
          </p:spPr>
        </p:sp>
        <p:sp>
          <p:nvSpPr>
            <p:cNvPr id="2217" name="four:time-step-strips:time-strip-tₙ-cell-45:2217">
              <a:extLst>
                <a:ext uri="{FF2B5EF4-FFF2-40B4-BE49-F238E27FC236}">
                  <ns2:creationId id="{C7B05045-F99A-42C4-A7BD-CD7648E43CA5}"/>
                </a:ext>
              </a:extLst>
            </p:cNvPr>
            <p:cNvSpPr>
              <a:spLocks noGrp="1"/>
            </p:cNvSpPr>
            <p:nvPr/>
          </p:nvSpPr>
          <p:spPr>
            <a:xfrm>
              <a:off x="21932801" y="3724275"/>
              <a:ext cx="15379" cy="276225"/>
            </a:xfrm>
            <a:prstGeom prst="rect">
              <a:avLst/>
            </a:prstGeom>
            <a:solidFill>
              <a:srgbClr val="81C9BA"/>
            </a:solidFill>
            <a:ln w="0">
              <a:noFill/>
              <a:prstDash val="solid"/>
            </a:ln>
          </p:spPr>
        </p:sp>
        <p:sp>
          <p:nvSpPr>
            <p:cNvPr id="2218" name="four:time-step-strips:time-strip-tₙ-cell-46:2218">
              <a:extLst>
                <a:ext uri="{FF2B5EF4-FFF2-40B4-BE49-F238E27FC236}">
                  <ns2:creationId id="{E94B4A25-8718-4CBE-ACA9-5E0E32F37702}"/>
                </a:ext>
              </a:extLst>
            </p:cNvPr>
            <p:cNvSpPr>
              <a:spLocks noGrp="1"/>
            </p:cNvSpPr>
            <p:nvPr/>
          </p:nvSpPr>
          <p:spPr>
            <a:xfrm>
              <a:off x="21948180" y="3724275"/>
              <a:ext cx="15379" cy="276225"/>
            </a:xfrm>
            <a:prstGeom prst="rect">
              <a:avLst/>
            </a:prstGeom>
            <a:solidFill>
              <a:srgbClr val="81C9BA"/>
            </a:solidFill>
            <a:ln w="0">
              <a:noFill/>
              <a:prstDash val="solid"/>
            </a:ln>
          </p:spPr>
        </p:sp>
        <p:sp>
          <p:nvSpPr>
            <p:cNvPr id="2219" name="four:time-step-strips:time-strip-tₙ-cell-47:2219">
              <a:extLst>
                <a:ext uri="{FF2B5EF4-FFF2-40B4-BE49-F238E27FC236}">
                  <ns2:creationId id="{E5821294-04DC-4477-AB8E-6A9A58B626C0}"/>
                </a:ext>
              </a:extLst>
            </p:cNvPr>
            <p:cNvSpPr>
              <a:spLocks noGrp="1"/>
            </p:cNvSpPr>
            <p:nvPr/>
          </p:nvSpPr>
          <p:spPr>
            <a:xfrm>
              <a:off x="21963559" y="3724275"/>
              <a:ext cx="15379" cy="276225"/>
            </a:xfrm>
            <a:prstGeom prst="rect">
              <a:avLst/>
            </a:prstGeom>
            <a:solidFill>
              <a:srgbClr val="81C9BA"/>
            </a:solidFill>
            <a:ln w="0">
              <a:noFill/>
              <a:prstDash val="solid"/>
            </a:ln>
          </p:spPr>
        </p:sp>
        <p:sp>
          <p:nvSpPr>
            <p:cNvPr id="2220" name="four:time-step-strips:time-strip-tₙ-cell-48:2220">
              <a:extLst>
                <a:ext uri="{FF2B5EF4-FFF2-40B4-BE49-F238E27FC236}">
                  <ns2:creationId id="{352BECB7-EC10-49EC-946F-EDFAD096D6C2}"/>
                </a:ext>
              </a:extLst>
            </p:cNvPr>
            <p:cNvSpPr>
              <a:spLocks noGrp="1"/>
            </p:cNvSpPr>
            <p:nvPr/>
          </p:nvSpPr>
          <p:spPr>
            <a:xfrm>
              <a:off x="21978938" y="3724275"/>
              <a:ext cx="15379" cy="276225"/>
            </a:xfrm>
            <a:prstGeom prst="rect">
              <a:avLst/>
            </a:prstGeom>
            <a:solidFill>
              <a:srgbClr val="81C9BA"/>
            </a:solidFill>
            <a:ln w="0">
              <a:noFill/>
              <a:prstDash val="solid"/>
            </a:ln>
          </p:spPr>
        </p:sp>
        <p:sp>
          <p:nvSpPr>
            <p:cNvPr id="2221" name="four:time-step-strips:time-strip-tₙ-cell-49:2221">
              <a:extLst>
                <a:ext uri="{FF2B5EF4-FFF2-40B4-BE49-F238E27FC236}">
                  <ns2:creationId id="{5811E4E8-E408-4908-A0C0-402E7497A8CA}"/>
                </a:ext>
              </a:extLst>
            </p:cNvPr>
            <p:cNvSpPr>
              <a:spLocks noGrp="1"/>
            </p:cNvSpPr>
            <p:nvPr/>
          </p:nvSpPr>
          <p:spPr>
            <a:xfrm>
              <a:off x="21994316" y="3724275"/>
              <a:ext cx="15379" cy="276225"/>
            </a:xfrm>
            <a:prstGeom prst="rect">
              <a:avLst/>
            </a:prstGeom>
            <a:solidFill>
              <a:srgbClr val="81C9BA"/>
            </a:solidFill>
            <a:ln w="0">
              <a:noFill/>
              <a:prstDash val="solid"/>
            </a:ln>
          </p:spPr>
        </p:sp>
        <p:sp>
          <p:nvSpPr>
            <p:cNvPr id="2222" name="four:time-step-strips:time-strip-tₙ-cell-50:2222">
              <a:extLst>
                <a:ext uri="{FF2B5EF4-FFF2-40B4-BE49-F238E27FC236}">
                  <ns2:creationId id="{8BF8EB31-7F30-4326-BFFF-61B355CF8273}"/>
                </a:ext>
              </a:extLst>
            </p:cNvPr>
            <p:cNvSpPr>
              <a:spLocks noGrp="1"/>
            </p:cNvSpPr>
            <p:nvPr/>
          </p:nvSpPr>
          <p:spPr>
            <a:xfrm>
              <a:off x="22009695" y="3724275"/>
              <a:ext cx="15379" cy="276225"/>
            </a:xfrm>
            <a:prstGeom prst="rect">
              <a:avLst/>
            </a:prstGeom>
            <a:solidFill>
              <a:srgbClr val="81C9BA"/>
            </a:solidFill>
            <a:ln w="0">
              <a:noFill/>
              <a:prstDash val="solid"/>
            </a:ln>
          </p:spPr>
        </p:sp>
        <p:sp>
          <p:nvSpPr>
            <p:cNvPr id="2223" name="four:time-step-strips:time-strip-tₙ-cell-51:2223">
              <a:extLst>
                <a:ext uri="{FF2B5EF4-FFF2-40B4-BE49-F238E27FC236}">
                  <ns2:creationId id="{05EE9F0B-D55E-4C21-B115-5E60907DE458}"/>
                </a:ext>
              </a:extLst>
            </p:cNvPr>
            <p:cNvSpPr>
              <a:spLocks noGrp="1"/>
            </p:cNvSpPr>
            <p:nvPr/>
          </p:nvSpPr>
          <p:spPr>
            <a:xfrm>
              <a:off x="22025074" y="3724275"/>
              <a:ext cx="15379" cy="276225"/>
            </a:xfrm>
            <a:prstGeom prst="rect">
              <a:avLst/>
            </a:prstGeom>
            <a:solidFill>
              <a:srgbClr val="81C9BA"/>
            </a:solidFill>
            <a:ln w="0">
              <a:noFill/>
              <a:prstDash val="solid"/>
            </a:ln>
          </p:spPr>
        </p:sp>
        <p:sp>
          <p:nvSpPr>
            <p:cNvPr id="2224" name="four:time-step-strips:time-strip-tₙ-cell-52:2224">
              <a:extLst>
                <a:ext uri="{FF2B5EF4-FFF2-40B4-BE49-F238E27FC236}">
                  <ns2:creationId id="{14BD1BC0-214E-47CB-8856-9EAAD0422818}"/>
                </a:ext>
              </a:extLst>
            </p:cNvPr>
            <p:cNvSpPr>
              <a:spLocks noGrp="1"/>
            </p:cNvSpPr>
            <p:nvPr/>
          </p:nvSpPr>
          <p:spPr>
            <a:xfrm>
              <a:off x="22040453" y="3724275"/>
              <a:ext cx="15379" cy="276225"/>
            </a:xfrm>
            <a:prstGeom prst="rect">
              <a:avLst/>
            </a:prstGeom>
            <a:solidFill>
              <a:srgbClr val="81C9BA"/>
            </a:solidFill>
            <a:ln w="0">
              <a:noFill/>
              <a:prstDash val="solid"/>
            </a:ln>
          </p:spPr>
        </p:sp>
        <p:sp>
          <p:nvSpPr>
            <p:cNvPr id="2225" name="four:time-step-strips:time-strip-tₙ-cell-53:2225">
              <a:extLst>
                <a:ext uri="{FF2B5EF4-FFF2-40B4-BE49-F238E27FC236}">
                  <ns2:creationId id="{3EEE19BD-0BD9-4CD0-BC59-BF371237FF10}"/>
                </a:ext>
              </a:extLst>
            </p:cNvPr>
            <p:cNvSpPr>
              <a:spLocks noGrp="1"/>
            </p:cNvSpPr>
            <p:nvPr/>
          </p:nvSpPr>
          <p:spPr>
            <a:xfrm>
              <a:off x="22055832" y="3724275"/>
              <a:ext cx="15379" cy="276225"/>
            </a:xfrm>
            <a:prstGeom prst="rect">
              <a:avLst/>
            </a:prstGeom>
            <a:solidFill>
              <a:srgbClr val="81C9BA"/>
            </a:solidFill>
            <a:ln w="0">
              <a:noFill/>
              <a:prstDash val="solid"/>
            </a:ln>
          </p:spPr>
        </p:sp>
        <p:sp>
          <p:nvSpPr>
            <p:cNvPr id="2226" name="four:time-step-strips:time-strip-tₙ-cell-54:2226">
              <a:extLst>
                <a:ext uri="{FF2B5EF4-FFF2-40B4-BE49-F238E27FC236}">
                  <ns2:creationId id="{8CE363FE-EAB6-4772-812E-DE5644E29384}"/>
                </a:ext>
              </a:extLst>
            </p:cNvPr>
            <p:cNvSpPr>
              <a:spLocks noGrp="1"/>
            </p:cNvSpPr>
            <p:nvPr/>
          </p:nvSpPr>
          <p:spPr>
            <a:xfrm>
              <a:off x="22071211" y="3724275"/>
              <a:ext cx="15379" cy="276225"/>
            </a:xfrm>
            <a:prstGeom prst="rect">
              <a:avLst/>
            </a:prstGeom>
            <a:solidFill>
              <a:srgbClr val="81C9BA"/>
            </a:solidFill>
            <a:ln w="0">
              <a:noFill/>
              <a:prstDash val="solid"/>
            </a:ln>
          </p:spPr>
        </p:sp>
        <p:sp>
          <p:nvSpPr>
            <p:cNvPr id="2227" name="four:time-step-strips:time-strip-tₙ-cell-55:2227">
              <a:extLst>
                <a:ext uri="{FF2B5EF4-FFF2-40B4-BE49-F238E27FC236}">
                  <ns2:creationId id="{15667A7A-BD84-4DA0-95CE-695C8B9AE44D}"/>
                </a:ext>
              </a:extLst>
            </p:cNvPr>
            <p:cNvSpPr>
              <a:spLocks noGrp="1"/>
            </p:cNvSpPr>
            <p:nvPr/>
          </p:nvSpPr>
          <p:spPr>
            <a:xfrm>
              <a:off x="22086590" y="3724275"/>
              <a:ext cx="15379" cy="276225"/>
            </a:xfrm>
            <a:prstGeom prst="rect">
              <a:avLst/>
            </a:prstGeom>
            <a:solidFill>
              <a:srgbClr val="81C9BA"/>
            </a:solidFill>
            <a:ln w="0">
              <a:noFill/>
              <a:prstDash val="solid"/>
            </a:ln>
          </p:spPr>
        </p:sp>
        <p:sp>
          <p:nvSpPr>
            <p:cNvPr id="2228" name="four:time-step-strips:time-strip-tₙ-cell-56:2228">
              <a:extLst>
                <a:ext uri="{FF2B5EF4-FFF2-40B4-BE49-F238E27FC236}">
                  <ns2:creationId id="{7F044BCE-3BDA-4119-9467-74CBF0C11C13}"/>
                </a:ext>
              </a:extLst>
            </p:cNvPr>
            <p:cNvSpPr>
              <a:spLocks noGrp="1"/>
            </p:cNvSpPr>
            <p:nvPr/>
          </p:nvSpPr>
          <p:spPr>
            <a:xfrm>
              <a:off x="22101969" y="3724275"/>
              <a:ext cx="15379" cy="276225"/>
            </a:xfrm>
            <a:prstGeom prst="rect">
              <a:avLst/>
            </a:prstGeom>
            <a:solidFill>
              <a:srgbClr val="81C9BA"/>
            </a:solidFill>
            <a:ln w="0">
              <a:noFill/>
              <a:prstDash val="solid"/>
            </a:ln>
          </p:spPr>
        </p:sp>
        <p:sp>
          <p:nvSpPr>
            <p:cNvPr id="2229" name="four:time-step-strips:time-strip-tₙ-cell-57:2229">
              <a:extLst>
                <a:ext uri="{FF2B5EF4-FFF2-40B4-BE49-F238E27FC236}">
                  <ns2:creationId id="{D5CBDC08-CD7A-4842-8A0C-FEE430CC1D3B}"/>
                </a:ext>
              </a:extLst>
            </p:cNvPr>
            <p:cNvSpPr>
              <a:spLocks noGrp="1"/>
            </p:cNvSpPr>
            <p:nvPr/>
          </p:nvSpPr>
          <p:spPr>
            <a:xfrm>
              <a:off x="22117348" y="3724275"/>
              <a:ext cx="15379" cy="276225"/>
            </a:xfrm>
            <a:prstGeom prst="rect">
              <a:avLst/>
            </a:prstGeom>
            <a:solidFill>
              <a:srgbClr val="81C9BA"/>
            </a:solidFill>
            <a:ln w="0">
              <a:noFill/>
              <a:prstDash val="solid"/>
            </a:ln>
          </p:spPr>
        </p:sp>
        <p:sp>
          <p:nvSpPr>
            <p:cNvPr id="2230" name="four:time-step-strips:time-strip-tₙ-cell-58:2230">
              <a:extLst>
                <a:ext uri="{FF2B5EF4-FFF2-40B4-BE49-F238E27FC236}">
                  <ns2:creationId id="{3C1B89E6-FB4B-48CE-8B9B-E02F5B8A1E04}"/>
                </a:ext>
              </a:extLst>
            </p:cNvPr>
            <p:cNvSpPr>
              <a:spLocks noGrp="1"/>
            </p:cNvSpPr>
            <p:nvPr/>
          </p:nvSpPr>
          <p:spPr>
            <a:xfrm>
              <a:off x="22132727" y="3724275"/>
              <a:ext cx="15379" cy="276225"/>
            </a:xfrm>
            <a:prstGeom prst="rect">
              <a:avLst/>
            </a:prstGeom>
            <a:solidFill>
              <a:srgbClr val="81C9BA"/>
            </a:solidFill>
            <a:ln w="0">
              <a:noFill/>
              <a:prstDash val="solid"/>
            </a:ln>
          </p:spPr>
        </p:sp>
        <p:sp>
          <p:nvSpPr>
            <p:cNvPr id="2231" name="four:time-step-strips:time-strip-tₙ-cell-59:2231">
              <a:extLst>
                <a:ext uri="{FF2B5EF4-FFF2-40B4-BE49-F238E27FC236}">
                  <ns2:creationId id="{DFB26659-AD18-4844-80E2-B33C98EDA99B}"/>
                </a:ext>
              </a:extLst>
            </p:cNvPr>
            <p:cNvSpPr>
              <a:spLocks noGrp="1"/>
            </p:cNvSpPr>
            <p:nvPr/>
          </p:nvSpPr>
          <p:spPr>
            <a:xfrm>
              <a:off x="22148105" y="3724275"/>
              <a:ext cx="15379" cy="276225"/>
            </a:xfrm>
            <a:prstGeom prst="rect">
              <a:avLst/>
            </a:prstGeom>
            <a:solidFill>
              <a:srgbClr val="81C9BA"/>
            </a:solidFill>
            <a:ln w="0">
              <a:noFill/>
              <a:prstDash val="solid"/>
            </a:ln>
          </p:spPr>
        </p:sp>
        <p:sp>
          <p:nvSpPr>
            <p:cNvPr id="2232" name="four:time-step-strips:time-strip-tₙ-cell-60:2232">
              <a:extLst>
                <a:ext uri="{FF2B5EF4-FFF2-40B4-BE49-F238E27FC236}">
                  <ns2:creationId id="{E7231956-F8BF-4AC7-B3DD-B09147282730}"/>
                </a:ext>
              </a:extLst>
            </p:cNvPr>
            <p:cNvSpPr>
              <a:spLocks noGrp="1"/>
            </p:cNvSpPr>
            <p:nvPr/>
          </p:nvSpPr>
          <p:spPr>
            <a:xfrm>
              <a:off x="22163484" y="3724275"/>
              <a:ext cx="15379" cy="276225"/>
            </a:xfrm>
            <a:prstGeom prst="rect">
              <a:avLst/>
            </a:prstGeom>
            <a:solidFill>
              <a:srgbClr val="7EC8B9"/>
            </a:solidFill>
            <a:ln w="0">
              <a:noFill/>
              <a:prstDash val="solid"/>
            </a:ln>
          </p:spPr>
        </p:sp>
        <p:sp>
          <p:nvSpPr>
            <p:cNvPr id="2233" name="four:time-step-strips:time-strip-tₙ-cell-61:2233">
              <a:extLst>
                <a:ext uri="{FF2B5EF4-FFF2-40B4-BE49-F238E27FC236}">
                  <ns2:creationId id="{15417030-9152-42F7-9D75-54A25A09BFF8}"/>
                </a:ext>
              </a:extLst>
            </p:cNvPr>
            <p:cNvSpPr>
              <a:spLocks noGrp="1"/>
            </p:cNvSpPr>
            <p:nvPr/>
          </p:nvSpPr>
          <p:spPr>
            <a:xfrm>
              <a:off x="22178863" y="3724275"/>
              <a:ext cx="15379" cy="276225"/>
            </a:xfrm>
            <a:prstGeom prst="rect">
              <a:avLst/>
            </a:prstGeom>
            <a:solidFill>
              <a:srgbClr val="70C4B1"/>
            </a:solidFill>
            <a:ln w="0">
              <a:noFill/>
              <a:prstDash val="solid"/>
            </a:ln>
          </p:spPr>
        </p:sp>
        <p:sp>
          <p:nvSpPr>
            <p:cNvPr id="2234" name="four:time-step-strips:time-strip-tₙ-cell-62:2234">
              <a:extLst>
                <a:ext uri="{FF2B5EF4-FFF2-40B4-BE49-F238E27FC236}">
                  <ns2:creationId id="{54FDB83C-1EBD-43D7-9AE4-DF45A4A0AD21}"/>
                </a:ext>
              </a:extLst>
            </p:cNvPr>
            <p:cNvSpPr>
              <a:spLocks noGrp="1"/>
            </p:cNvSpPr>
            <p:nvPr/>
          </p:nvSpPr>
          <p:spPr>
            <a:xfrm>
              <a:off x="22194242" y="3724275"/>
              <a:ext cx="15379" cy="276225"/>
            </a:xfrm>
            <a:prstGeom prst="rect">
              <a:avLst/>
            </a:prstGeom>
            <a:solidFill>
              <a:srgbClr val="5CBDA6"/>
            </a:solidFill>
            <a:ln w="0">
              <a:noFill/>
              <a:prstDash val="solid"/>
            </a:ln>
          </p:spPr>
        </p:sp>
        <p:sp>
          <p:nvSpPr>
            <p:cNvPr id="2235" name="four:time-step-strips:time-strip-tₙ-cell-63:2235">
              <a:extLst>
                <a:ext uri="{FF2B5EF4-FFF2-40B4-BE49-F238E27FC236}">
                  <ns2:creationId id="{D28279AC-B783-4894-B6B4-E61F70B9CE0F}"/>
                </a:ext>
              </a:extLst>
            </p:cNvPr>
            <p:cNvSpPr>
              <a:spLocks noGrp="1"/>
            </p:cNvSpPr>
            <p:nvPr/>
          </p:nvSpPr>
          <p:spPr>
            <a:xfrm>
              <a:off x="22209621" y="3724275"/>
              <a:ext cx="15379" cy="276225"/>
            </a:xfrm>
            <a:prstGeom prst="rect">
              <a:avLst/>
            </a:prstGeom>
            <a:solidFill>
              <a:srgbClr val="42B498"/>
            </a:solidFill>
            <a:ln w="0">
              <a:noFill/>
              <a:prstDash val="solid"/>
            </a:ln>
          </p:spPr>
        </p:sp>
        <p:sp>
          <p:nvSpPr>
            <p:cNvPr id="2236" name="four:time-step-strips:time-strip-tₙ-cell-64:2236">
              <a:extLst>
                <a:ext uri="{FF2B5EF4-FFF2-40B4-BE49-F238E27FC236}">
                  <ns2:creationId id="{D0522657-09AC-410B-BF80-5BDBB3180D53}"/>
                </a:ext>
              </a:extLst>
            </p:cNvPr>
            <p:cNvSpPr>
              <a:spLocks noGrp="1"/>
            </p:cNvSpPr>
            <p:nvPr/>
          </p:nvSpPr>
          <p:spPr>
            <a:xfrm>
              <a:off x="22225000" y="3724275"/>
              <a:ext cx="15379" cy="276225"/>
            </a:xfrm>
            <a:prstGeom prst="rect">
              <a:avLst/>
            </a:prstGeom>
            <a:solidFill>
              <a:srgbClr val="2AAC8A"/>
            </a:solidFill>
            <a:ln w="0">
              <a:noFill/>
              <a:prstDash val="solid"/>
            </a:ln>
          </p:spPr>
        </p:sp>
        <p:sp>
          <p:nvSpPr>
            <p:cNvPr id="2237" name="four:time-step-strips:time-strip-tₙ-cell-65:2237">
              <a:extLst>
                <a:ext uri="{FF2B5EF4-FFF2-40B4-BE49-F238E27FC236}">
                  <ns2:creationId id="{7D4A2251-9F3B-4176-8FC0-DB45BB404BED}"/>
                </a:ext>
              </a:extLst>
            </p:cNvPr>
            <p:cNvSpPr>
              <a:spLocks noGrp="1"/>
            </p:cNvSpPr>
            <p:nvPr/>
          </p:nvSpPr>
          <p:spPr>
            <a:xfrm>
              <a:off x="22240379" y="3724275"/>
              <a:ext cx="15379" cy="276225"/>
            </a:xfrm>
            <a:prstGeom prst="rect">
              <a:avLst/>
            </a:prstGeom>
            <a:solidFill>
              <a:srgbClr val="15A57F"/>
            </a:solidFill>
            <a:ln w="0">
              <a:noFill/>
              <a:prstDash val="solid"/>
            </a:ln>
          </p:spPr>
        </p:sp>
        <p:sp>
          <p:nvSpPr>
            <p:cNvPr id="2238" name="four:time-step-strips:time-strip-tₙ-cell-66:2238">
              <a:extLst>
                <a:ext uri="{FF2B5EF4-FFF2-40B4-BE49-F238E27FC236}">
                  <ns2:creationId id="{1F4A46FB-441B-4996-A1A8-7A323CFA9672}"/>
                </a:ext>
              </a:extLst>
            </p:cNvPr>
            <p:cNvSpPr>
              <a:spLocks noGrp="1"/>
            </p:cNvSpPr>
            <p:nvPr/>
          </p:nvSpPr>
          <p:spPr>
            <a:xfrm>
              <a:off x="22255758" y="3724275"/>
              <a:ext cx="15379" cy="276225"/>
            </a:xfrm>
            <a:prstGeom prst="rect">
              <a:avLst/>
            </a:prstGeom>
            <a:solidFill>
              <a:srgbClr val="05A076"/>
            </a:solidFill>
            <a:ln w="0">
              <a:noFill/>
              <a:prstDash val="solid"/>
            </a:ln>
          </p:spPr>
        </p:sp>
        <p:sp>
          <p:nvSpPr>
            <p:cNvPr id="2239" name="four:time-step-strips:time-strip-tₙ-cell-67:2239">
              <a:extLst>
                <a:ext uri="{FF2B5EF4-FFF2-40B4-BE49-F238E27FC236}">
                  <ns2:creationId id="{5A59C18D-EF4B-4781-86B5-A111E5388AFE}"/>
                </a:ext>
              </a:extLst>
            </p:cNvPr>
            <p:cNvSpPr>
              <a:spLocks noGrp="1"/>
            </p:cNvSpPr>
            <p:nvPr/>
          </p:nvSpPr>
          <p:spPr>
            <a:xfrm>
              <a:off x="22271137" y="3724275"/>
              <a:ext cx="15379" cy="276225"/>
            </a:xfrm>
            <a:prstGeom prst="rect">
              <a:avLst/>
            </a:prstGeom>
            <a:solidFill>
              <a:srgbClr val="009E73"/>
            </a:solidFill>
            <a:ln w="0">
              <a:noFill/>
              <a:prstDash val="solid"/>
            </a:ln>
          </p:spPr>
        </p:sp>
        <p:sp>
          <p:nvSpPr>
            <p:cNvPr id="2240" name="four:time-step-strips:time-strip-tₙ-cell-68:2240">
              <a:extLst>
                <a:ext uri="{FF2B5EF4-FFF2-40B4-BE49-F238E27FC236}">
                  <ns2:creationId id="{81367A1D-AB52-41B2-B422-C80F762E89F5}"/>
                </a:ext>
              </a:extLst>
            </p:cNvPr>
            <p:cNvSpPr>
              <a:spLocks noGrp="1"/>
            </p:cNvSpPr>
            <p:nvPr/>
          </p:nvSpPr>
          <p:spPr>
            <a:xfrm>
              <a:off x="22286516" y="3724275"/>
              <a:ext cx="15379" cy="276225"/>
            </a:xfrm>
            <a:prstGeom prst="rect">
              <a:avLst/>
            </a:prstGeom>
            <a:solidFill>
              <a:srgbClr val="009E73"/>
            </a:solidFill>
            <a:ln w="0">
              <a:noFill/>
              <a:prstDash val="solid"/>
            </a:ln>
          </p:spPr>
        </p:sp>
        <p:sp>
          <p:nvSpPr>
            <p:cNvPr id="2241" name="four:time-step-strips:time-strip-tₙ-cell-69:2241">
              <a:extLst>
                <a:ext uri="{FF2B5EF4-FFF2-40B4-BE49-F238E27FC236}">
                  <ns2:creationId id="{7A4712A0-2900-4097-947A-B5EAA0CC4EA8}"/>
                </a:ext>
              </a:extLst>
            </p:cNvPr>
            <p:cNvSpPr>
              <a:spLocks noGrp="1"/>
            </p:cNvSpPr>
            <p:nvPr/>
          </p:nvSpPr>
          <p:spPr>
            <a:xfrm>
              <a:off x="22301895" y="3724275"/>
              <a:ext cx="15379" cy="276225"/>
            </a:xfrm>
            <a:prstGeom prst="rect">
              <a:avLst/>
            </a:prstGeom>
            <a:solidFill>
              <a:srgbClr val="009E73"/>
            </a:solidFill>
            <a:ln w="0">
              <a:noFill/>
              <a:prstDash val="solid"/>
            </a:ln>
          </p:spPr>
        </p:sp>
        <p:sp>
          <p:nvSpPr>
            <p:cNvPr id="2242" name="four:time-step-strips:time-strip-tₙ-cell-70:2242">
              <a:extLst>
                <a:ext uri="{FF2B5EF4-FFF2-40B4-BE49-F238E27FC236}">
                  <ns2:creationId id="{4B54E73E-1657-48BF-94D0-B3263E62B9F5}"/>
                </a:ext>
              </a:extLst>
            </p:cNvPr>
            <p:cNvSpPr>
              <a:spLocks noGrp="1"/>
            </p:cNvSpPr>
            <p:nvPr/>
          </p:nvSpPr>
          <p:spPr>
            <a:xfrm>
              <a:off x="22317273" y="3724275"/>
              <a:ext cx="15379" cy="276225"/>
            </a:xfrm>
            <a:prstGeom prst="rect">
              <a:avLst/>
            </a:prstGeom>
            <a:solidFill>
              <a:srgbClr val="009E73"/>
            </a:solidFill>
            <a:ln w="0">
              <a:noFill/>
              <a:prstDash val="solid"/>
            </a:ln>
          </p:spPr>
        </p:sp>
        <p:sp>
          <p:nvSpPr>
            <p:cNvPr id="2243" name="four:time-step-strips:time-strip-tₙ-cell-71:2243">
              <a:extLst>
                <a:ext uri="{FF2B5EF4-FFF2-40B4-BE49-F238E27FC236}">
                  <ns2:creationId id="{D0F0CC2D-905E-40BB-83FB-DF9CB23A66EC}"/>
                </a:ext>
              </a:extLst>
            </p:cNvPr>
            <p:cNvSpPr>
              <a:spLocks noGrp="1"/>
            </p:cNvSpPr>
            <p:nvPr/>
          </p:nvSpPr>
          <p:spPr>
            <a:xfrm>
              <a:off x="22332652" y="3724275"/>
              <a:ext cx="15379" cy="276225"/>
            </a:xfrm>
            <a:prstGeom prst="rect">
              <a:avLst/>
            </a:prstGeom>
            <a:solidFill>
              <a:srgbClr val="009E73"/>
            </a:solidFill>
            <a:ln w="0">
              <a:noFill/>
              <a:prstDash val="solid"/>
            </a:ln>
          </p:spPr>
        </p:sp>
        <p:sp>
          <p:nvSpPr>
            <p:cNvPr id="2244" name="four:time-step-strips:time-strip-tₙ-cell-72:2244">
              <a:extLst>
                <a:ext uri="{FF2B5EF4-FFF2-40B4-BE49-F238E27FC236}">
                  <ns2:creationId id="{0AE61585-6B4E-48DA-AE31-6985C57D5C72}"/>
                </a:ext>
              </a:extLst>
            </p:cNvPr>
            <p:cNvSpPr>
              <a:spLocks noGrp="1"/>
            </p:cNvSpPr>
            <p:nvPr/>
          </p:nvSpPr>
          <p:spPr>
            <a:xfrm>
              <a:off x="22348031" y="3724275"/>
              <a:ext cx="15379" cy="276225"/>
            </a:xfrm>
            <a:prstGeom prst="rect">
              <a:avLst/>
            </a:prstGeom>
            <a:solidFill>
              <a:srgbClr val="009E73"/>
            </a:solidFill>
            <a:ln w="0">
              <a:noFill/>
              <a:prstDash val="solid"/>
            </a:ln>
          </p:spPr>
        </p:sp>
        <p:sp>
          <p:nvSpPr>
            <p:cNvPr id="2245" name="four:time-step-strips:time-strip-tₙ-cell-73:2245">
              <a:extLst>
                <a:ext uri="{FF2B5EF4-FFF2-40B4-BE49-F238E27FC236}">
                  <ns2:creationId id="{0DBCFA7A-8702-4FB8-B922-162B8B194059}"/>
                </a:ext>
              </a:extLst>
            </p:cNvPr>
            <p:cNvSpPr>
              <a:spLocks noGrp="1"/>
            </p:cNvSpPr>
            <p:nvPr/>
          </p:nvSpPr>
          <p:spPr>
            <a:xfrm>
              <a:off x="22363410" y="3724275"/>
              <a:ext cx="15379" cy="276225"/>
            </a:xfrm>
            <a:prstGeom prst="rect">
              <a:avLst/>
            </a:prstGeom>
            <a:solidFill>
              <a:srgbClr val="009E73"/>
            </a:solidFill>
            <a:ln w="0">
              <a:noFill/>
              <a:prstDash val="solid"/>
            </a:ln>
          </p:spPr>
        </p:sp>
        <p:sp>
          <p:nvSpPr>
            <p:cNvPr id="2246" name="four:time-step-strips:time-strip-tₙ-cell-74:2246">
              <a:extLst>
                <a:ext uri="{FF2B5EF4-FFF2-40B4-BE49-F238E27FC236}">
                  <ns2:creationId id="{F8C0F12C-D655-4524-A5F8-04AA57AC38EE}"/>
                </a:ext>
              </a:extLst>
            </p:cNvPr>
            <p:cNvSpPr>
              <a:spLocks noGrp="1"/>
            </p:cNvSpPr>
            <p:nvPr/>
          </p:nvSpPr>
          <p:spPr>
            <a:xfrm>
              <a:off x="22378789" y="3724275"/>
              <a:ext cx="15379" cy="276225"/>
            </a:xfrm>
            <a:prstGeom prst="rect">
              <a:avLst/>
            </a:prstGeom>
            <a:solidFill>
              <a:srgbClr val="009E73"/>
            </a:solidFill>
            <a:ln w="0">
              <a:noFill/>
              <a:prstDash val="solid"/>
            </a:ln>
          </p:spPr>
        </p:sp>
        <p:sp>
          <p:nvSpPr>
            <p:cNvPr id="2247" name="four:time-step-strips:time-strip-tₙ-cell-75:2247">
              <a:extLst>
                <a:ext uri="{FF2B5EF4-FFF2-40B4-BE49-F238E27FC236}">
                  <ns2:creationId id="{0846E9C2-78A2-4575-BF33-3335B03B099D}"/>
                </a:ext>
              </a:extLst>
            </p:cNvPr>
            <p:cNvSpPr>
              <a:spLocks noGrp="1"/>
            </p:cNvSpPr>
            <p:nvPr/>
          </p:nvSpPr>
          <p:spPr>
            <a:xfrm>
              <a:off x="22394168" y="3724275"/>
              <a:ext cx="15379" cy="276225"/>
            </a:xfrm>
            <a:prstGeom prst="rect">
              <a:avLst/>
            </a:prstGeom>
            <a:solidFill>
              <a:srgbClr val="009E73"/>
            </a:solidFill>
            <a:ln w="0">
              <a:noFill/>
              <a:prstDash val="solid"/>
            </a:ln>
          </p:spPr>
        </p:sp>
        <p:sp>
          <p:nvSpPr>
            <p:cNvPr id="2248" name="four:time-step-strips:time-strip-tₙ-cell-76:2248">
              <a:extLst>
                <a:ext uri="{FF2B5EF4-FFF2-40B4-BE49-F238E27FC236}">
                  <ns2:creationId id="{77D483D7-97AA-4BE1-A559-ACC14DF05375}"/>
                </a:ext>
              </a:extLst>
            </p:cNvPr>
            <p:cNvSpPr>
              <a:spLocks noGrp="1"/>
            </p:cNvSpPr>
            <p:nvPr/>
          </p:nvSpPr>
          <p:spPr>
            <a:xfrm>
              <a:off x="22409547" y="3724275"/>
              <a:ext cx="15379" cy="276225"/>
            </a:xfrm>
            <a:prstGeom prst="rect">
              <a:avLst/>
            </a:prstGeom>
            <a:solidFill>
              <a:srgbClr val="009E73"/>
            </a:solidFill>
            <a:ln w="0">
              <a:noFill/>
              <a:prstDash val="solid"/>
            </a:ln>
          </p:spPr>
        </p:sp>
        <p:sp>
          <p:nvSpPr>
            <p:cNvPr id="2249" name="four:time-step-strips:time-strip-tₙ-cell-77:2249">
              <a:extLst>
                <a:ext uri="{FF2B5EF4-FFF2-40B4-BE49-F238E27FC236}">
                  <ns2:creationId id="{B3B29A0A-52A5-4D03-8F85-44C004516AD2}"/>
                </a:ext>
              </a:extLst>
            </p:cNvPr>
            <p:cNvSpPr>
              <a:spLocks noGrp="1"/>
            </p:cNvSpPr>
            <p:nvPr/>
          </p:nvSpPr>
          <p:spPr>
            <a:xfrm>
              <a:off x="22424926" y="3724275"/>
              <a:ext cx="15379" cy="276225"/>
            </a:xfrm>
            <a:prstGeom prst="rect">
              <a:avLst/>
            </a:prstGeom>
            <a:solidFill>
              <a:srgbClr val="09A178"/>
            </a:solidFill>
            <a:ln w="0">
              <a:noFill/>
              <a:prstDash val="solid"/>
            </a:ln>
          </p:spPr>
        </p:sp>
        <p:sp>
          <p:nvSpPr>
            <p:cNvPr id="2250" name="four:time-step-strips:time-strip-tₙ-cell-78:2250">
              <a:extLst>
                <a:ext uri="{FF2B5EF4-FFF2-40B4-BE49-F238E27FC236}">
                  <ns2:creationId id="{6EBBCC63-4B25-40FC-BE68-4D90B3366A21}"/>
                </a:ext>
              </a:extLst>
            </p:cNvPr>
            <p:cNvSpPr>
              <a:spLocks noGrp="1"/>
            </p:cNvSpPr>
            <p:nvPr/>
          </p:nvSpPr>
          <p:spPr>
            <a:xfrm>
              <a:off x="22440305" y="3724275"/>
              <a:ext cx="15379" cy="276225"/>
            </a:xfrm>
            <a:prstGeom prst="rect">
              <a:avLst/>
            </a:prstGeom>
            <a:solidFill>
              <a:srgbClr val="24AA87"/>
            </a:solidFill>
            <a:ln w="0">
              <a:noFill/>
              <a:prstDash val="solid"/>
            </a:ln>
          </p:spPr>
        </p:sp>
        <p:sp>
          <p:nvSpPr>
            <p:cNvPr id="2251" name="four:time-step-strips:time-strip-tₙ-cell-79:2251">
              <a:extLst>
                <a:ext uri="{FF2B5EF4-FFF2-40B4-BE49-F238E27FC236}">
                  <ns2:creationId id="{69A28D53-5EA8-4506-A264-9B1087301F1F}"/>
                </a:ext>
              </a:extLst>
            </p:cNvPr>
            <p:cNvSpPr>
              <a:spLocks noGrp="1"/>
            </p:cNvSpPr>
            <p:nvPr/>
          </p:nvSpPr>
          <p:spPr>
            <a:xfrm>
              <a:off x="22455684" y="3724275"/>
              <a:ext cx="15379" cy="276225"/>
            </a:xfrm>
            <a:prstGeom prst="rect">
              <a:avLst/>
            </a:prstGeom>
            <a:solidFill>
              <a:srgbClr val="49B69B"/>
            </a:solidFill>
            <a:ln w="0">
              <a:noFill/>
              <a:prstDash val="solid"/>
            </a:ln>
          </p:spPr>
        </p:sp>
        <p:sp>
          <p:nvSpPr>
            <p:cNvPr id="2252" name="four:time-step-strips:time-strip-tₙ-cell-80:2252">
              <a:extLst>
                <a:ext uri="{FF2B5EF4-FFF2-40B4-BE49-F238E27FC236}">
                  <ns2:creationId id="{80E1EA0F-71DC-47B7-A816-E39C2F92211D}"/>
                </a:ext>
              </a:extLst>
            </p:cNvPr>
            <p:cNvSpPr>
              <a:spLocks noGrp="1"/>
            </p:cNvSpPr>
            <p:nvPr/>
          </p:nvSpPr>
          <p:spPr>
            <a:xfrm>
              <a:off x="22471063" y="3724275"/>
              <a:ext cx="15379" cy="276225"/>
            </a:xfrm>
            <a:prstGeom prst="rect">
              <a:avLst/>
            </a:prstGeom>
            <a:solidFill>
              <a:srgbClr val="72C4B2"/>
            </a:solidFill>
            <a:ln w="0">
              <a:noFill/>
              <a:prstDash val="solid"/>
            </a:ln>
          </p:spPr>
        </p:sp>
        <p:sp>
          <p:nvSpPr>
            <p:cNvPr id="2253" name="four:time-step-strips:time-strip-tₙ-cell-81:2253">
              <a:extLst>
                <a:ext uri="{FF2B5EF4-FFF2-40B4-BE49-F238E27FC236}">
                  <ns2:creationId id="{36C10274-6085-4A0C-AA35-5CE5506FD9EF}"/>
                </a:ext>
              </a:extLst>
            </p:cNvPr>
            <p:cNvSpPr>
              <a:spLocks noGrp="1"/>
            </p:cNvSpPr>
            <p:nvPr/>
          </p:nvSpPr>
          <p:spPr>
            <a:xfrm>
              <a:off x="22486441" y="3724275"/>
              <a:ext cx="15379" cy="276225"/>
            </a:xfrm>
            <a:prstGeom prst="rect">
              <a:avLst/>
            </a:prstGeom>
            <a:solidFill>
              <a:srgbClr val="9CD3CA"/>
            </a:solidFill>
            <a:ln w="0">
              <a:noFill/>
              <a:prstDash val="solid"/>
            </a:ln>
          </p:spPr>
        </p:sp>
        <p:sp>
          <p:nvSpPr>
            <p:cNvPr id="2254" name="four:time-step-strips:time-strip-tₙ-cell-82:2254">
              <a:extLst>
                <a:ext uri="{FF2B5EF4-FFF2-40B4-BE49-F238E27FC236}">
                  <ns2:creationId id="{0D6D71C8-66D6-41EC-99BD-7DC65EFFFD40}"/>
                </a:ext>
              </a:extLst>
            </p:cNvPr>
            <p:cNvSpPr>
              <a:spLocks noGrp="1"/>
            </p:cNvSpPr>
            <p:nvPr/>
          </p:nvSpPr>
          <p:spPr>
            <a:xfrm>
              <a:off x="22501820" y="3724275"/>
              <a:ext cx="15379" cy="276225"/>
            </a:xfrm>
            <a:prstGeom prst="rect">
              <a:avLst/>
            </a:prstGeom>
            <a:solidFill>
              <a:srgbClr val="D3DAE6"/>
            </a:solidFill>
            <a:ln w="0">
              <a:noFill/>
              <a:prstDash val="solid"/>
            </a:ln>
          </p:spPr>
        </p:sp>
        <p:sp>
          <p:nvSpPr>
            <p:cNvPr id="2255" name="four:time-step-strips:time-strip-tₙ-cell-83:2255">
              <a:extLst>
                <a:ext uri="{FF2B5EF4-FFF2-40B4-BE49-F238E27FC236}">
                  <ns2:creationId id="{964EDED7-B60E-4028-92F5-8268BD8F0789}"/>
                </a:ext>
              </a:extLst>
            </p:cNvPr>
            <p:cNvSpPr>
              <a:spLocks noGrp="1"/>
            </p:cNvSpPr>
            <p:nvPr/>
          </p:nvSpPr>
          <p:spPr>
            <a:xfrm>
              <a:off x="22517199" y="3724275"/>
              <a:ext cx="15379" cy="276225"/>
            </a:xfrm>
            <a:prstGeom prst="rect">
              <a:avLst/>
            </a:prstGeom>
            <a:solidFill>
              <a:srgbClr val="DAE5EC"/>
            </a:solidFill>
            <a:ln w="0">
              <a:noFill/>
              <a:prstDash val="solid"/>
            </a:ln>
          </p:spPr>
        </p:sp>
        <p:sp>
          <p:nvSpPr>
            <p:cNvPr id="2256" name="four:time-step-strips:time-strip-tₙ-cell-84:2256">
              <a:extLst>
                <a:ext uri="{FF2B5EF4-FFF2-40B4-BE49-F238E27FC236}">
                  <ns2:creationId id="{3D3FB427-DF24-43DB-864E-5ED4A4FA8F02}"/>
                </a:ext>
              </a:extLst>
            </p:cNvPr>
            <p:cNvSpPr>
              <a:spLocks noGrp="1"/>
            </p:cNvSpPr>
            <p:nvPr/>
          </p:nvSpPr>
          <p:spPr>
            <a:xfrm>
              <a:off x="22532578" y="3724275"/>
              <a:ext cx="15379" cy="276225"/>
            </a:xfrm>
            <a:prstGeom prst="rect">
              <a:avLst/>
            </a:prstGeom>
            <a:solidFill>
              <a:srgbClr val="DCE8ED"/>
            </a:solidFill>
            <a:ln w="0">
              <a:noFill/>
              <a:prstDash val="solid"/>
            </a:ln>
          </p:spPr>
        </p:sp>
        <p:sp>
          <p:nvSpPr>
            <p:cNvPr id="2257" name="four:time-step-strips:time-strip-tₙ-cell-85:2257">
              <a:extLst>
                <a:ext uri="{FF2B5EF4-FFF2-40B4-BE49-F238E27FC236}">
                  <ns2:creationId id="{D0AA55DF-551B-4951-A482-2EBBF0A4331B}"/>
                </a:ext>
              </a:extLst>
            </p:cNvPr>
            <p:cNvSpPr>
              <a:spLocks noGrp="1"/>
            </p:cNvSpPr>
            <p:nvPr/>
          </p:nvSpPr>
          <p:spPr>
            <a:xfrm>
              <a:off x="22547957" y="3724275"/>
              <a:ext cx="15379" cy="276225"/>
            </a:xfrm>
            <a:prstGeom prst="rect">
              <a:avLst/>
            </a:prstGeom>
            <a:solidFill>
              <a:srgbClr val="DCE8ED"/>
            </a:solidFill>
            <a:ln w="0">
              <a:noFill/>
              <a:prstDash val="solid"/>
            </a:ln>
          </p:spPr>
        </p:sp>
        <p:sp>
          <p:nvSpPr>
            <p:cNvPr id="2258" name="four:time-step-strips:time-strip-tₙ-cell-86:2258">
              <a:extLst>
                <a:ext uri="{FF2B5EF4-FFF2-40B4-BE49-F238E27FC236}">
                  <ns2:creationId id="{B01F4BB2-5E2E-4867-AC61-104C25A94DE7}"/>
                </a:ext>
              </a:extLst>
            </p:cNvPr>
            <p:cNvSpPr>
              <a:spLocks noGrp="1"/>
            </p:cNvSpPr>
            <p:nvPr/>
          </p:nvSpPr>
          <p:spPr>
            <a:xfrm>
              <a:off x="22563336" y="3724275"/>
              <a:ext cx="15379" cy="276225"/>
            </a:xfrm>
            <a:prstGeom prst="rect">
              <a:avLst/>
            </a:prstGeom>
            <a:solidFill>
              <a:srgbClr val="DCE8ED"/>
            </a:solidFill>
            <a:ln w="0">
              <a:noFill/>
              <a:prstDash val="solid"/>
            </a:ln>
          </p:spPr>
        </p:sp>
        <p:sp>
          <p:nvSpPr>
            <p:cNvPr id="2259" name="four:time-step-strips:time-strip-tₙ-cell-87:2259">
              <a:extLst>
                <a:ext uri="{FF2B5EF4-FFF2-40B4-BE49-F238E27FC236}">
                  <ns2:creationId id="{2FEE2A30-4A30-4C8C-AA07-175E097DACC7}"/>
                </a:ext>
              </a:extLst>
            </p:cNvPr>
            <p:cNvSpPr>
              <a:spLocks noGrp="1"/>
            </p:cNvSpPr>
            <p:nvPr/>
          </p:nvSpPr>
          <p:spPr>
            <a:xfrm>
              <a:off x="22578715" y="3724275"/>
              <a:ext cx="15379" cy="276225"/>
            </a:xfrm>
            <a:prstGeom prst="rect">
              <a:avLst/>
            </a:prstGeom>
            <a:solidFill>
              <a:srgbClr val="DCE8ED"/>
            </a:solidFill>
            <a:ln w="0">
              <a:noFill/>
              <a:prstDash val="solid"/>
            </a:ln>
          </p:spPr>
        </p:sp>
        <p:sp>
          <p:nvSpPr>
            <p:cNvPr id="2260" name="four:time-step-strips:time-strip-tₙ-cell-88:2260">
              <a:extLst>
                <a:ext uri="{FF2B5EF4-FFF2-40B4-BE49-F238E27FC236}">
                  <ns2:creationId id="{90B0C297-79A1-458A-AB9E-6B83A1C7AA4E}"/>
                </a:ext>
              </a:extLst>
            </p:cNvPr>
            <p:cNvSpPr>
              <a:spLocks noGrp="1"/>
            </p:cNvSpPr>
            <p:nvPr/>
          </p:nvSpPr>
          <p:spPr>
            <a:xfrm>
              <a:off x="22594094" y="3724275"/>
              <a:ext cx="15379" cy="276225"/>
            </a:xfrm>
            <a:prstGeom prst="rect">
              <a:avLst/>
            </a:prstGeom>
            <a:solidFill>
              <a:srgbClr val="DCE8ED"/>
            </a:solidFill>
            <a:ln w="0">
              <a:noFill/>
              <a:prstDash val="solid"/>
            </a:ln>
          </p:spPr>
        </p:sp>
        <p:sp>
          <p:nvSpPr>
            <p:cNvPr id="2261" name="four:time-step-strips:time-strip-tₙ-cell-89:2261">
              <a:extLst>
                <a:ext uri="{FF2B5EF4-FFF2-40B4-BE49-F238E27FC236}">
                  <ns2:creationId id="{264B4492-F6DA-4700-974C-B9F487134874}"/>
                </a:ext>
              </a:extLst>
            </p:cNvPr>
            <p:cNvSpPr>
              <a:spLocks noGrp="1"/>
            </p:cNvSpPr>
            <p:nvPr/>
          </p:nvSpPr>
          <p:spPr>
            <a:xfrm>
              <a:off x="22609473" y="3724275"/>
              <a:ext cx="15379" cy="276225"/>
            </a:xfrm>
            <a:prstGeom prst="rect">
              <a:avLst/>
            </a:prstGeom>
            <a:solidFill>
              <a:srgbClr val="DCE8ED"/>
            </a:solidFill>
            <a:ln w="0">
              <a:noFill/>
              <a:prstDash val="solid"/>
            </a:ln>
          </p:spPr>
        </p:sp>
        <p:sp>
          <p:nvSpPr>
            <p:cNvPr id="2262" name="four:time-step-strips:time-strip-tₙ-cell-90:2262">
              <a:extLst>
                <a:ext uri="{FF2B5EF4-FFF2-40B4-BE49-F238E27FC236}">
                  <ns2:creationId id="{B91D3B56-9121-4342-8ACA-06243E99D295}"/>
                </a:ext>
              </a:extLst>
            </p:cNvPr>
            <p:cNvSpPr>
              <a:spLocks noGrp="1"/>
            </p:cNvSpPr>
            <p:nvPr/>
          </p:nvSpPr>
          <p:spPr>
            <a:xfrm>
              <a:off x="22624852" y="3724275"/>
              <a:ext cx="15379" cy="276225"/>
            </a:xfrm>
            <a:prstGeom prst="rect">
              <a:avLst/>
            </a:prstGeom>
            <a:solidFill>
              <a:srgbClr val="DCE8ED"/>
            </a:solidFill>
            <a:ln w="0">
              <a:noFill/>
              <a:prstDash val="solid"/>
            </a:ln>
          </p:spPr>
        </p:sp>
        <p:sp>
          <p:nvSpPr>
            <p:cNvPr id="2263" name="four:time-step-strips:time-strip-tₙ-cell-91:2263">
              <a:extLst>
                <a:ext uri="{FF2B5EF4-FFF2-40B4-BE49-F238E27FC236}">
                  <ns2:creationId id="{AAED5746-7FFD-4EE9-A4EA-FE8C9C2C8B55}"/>
                </a:ext>
              </a:extLst>
            </p:cNvPr>
            <p:cNvSpPr>
              <a:spLocks noGrp="1"/>
            </p:cNvSpPr>
            <p:nvPr/>
          </p:nvSpPr>
          <p:spPr>
            <a:xfrm>
              <a:off x="22640230" y="3724275"/>
              <a:ext cx="15379" cy="276225"/>
            </a:xfrm>
            <a:prstGeom prst="rect">
              <a:avLst/>
            </a:prstGeom>
            <a:solidFill>
              <a:srgbClr val="DCE8ED"/>
            </a:solidFill>
            <a:ln w="0">
              <a:noFill/>
              <a:prstDash val="solid"/>
            </a:ln>
          </p:spPr>
        </p:sp>
        <p:sp>
          <p:nvSpPr>
            <p:cNvPr id="2264" name="four:time-step-strips:time-strip-tₙ-cell-92:2264">
              <a:extLst>
                <a:ext uri="{FF2B5EF4-FFF2-40B4-BE49-F238E27FC236}">
                  <ns2:creationId id="{D5390834-6C10-481D-83DA-4544783FB107}"/>
                </a:ext>
              </a:extLst>
            </p:cNvPr>
            <p:cNvSpPr>
              <a:spLocks noGrp="1"/>
            </p:cNvSpPr>
            <p:nvPr/>
          </p:nvSpPr>
          <p:spPr>
            <a:xfrm>
              <a:off x="22655609" y="3724275"/>
              <a:ext cx="15379" cy="276225"/>
            </a:xfrm>
            <a:prstGeom prst="rect">
              <a:avLst/>
            </a:prstGeom>
            <a:solidFill>
              <a:srgbClr val="DCE8ED"/>
            </a:solidFill>
            <a:ln w="0">
              <a:noFill/>
              <a:prstDash val="solid"/>
            </a:ln>
          </p:spPr>
        </p:sp>
        <p:sp>
          <p:nvSpPr>
            <p:cNvPr id="2265" name="four:time-step-strips:time-strip-tₙ-cell-93:2265">
              <a:extLst>
                <a:ext uri="{FF2B5EF4-FFF2-40B4-BE49-F238E27FC236}">
                  <ns2:creationId id="{2F15DE8C-A056-4E02-9891-ED54A29DB2EB}"/>
                </a:ext>
              </a:extLst>
            </p:cNvPr>
            <p:cNvSpPr>
              <a:spLocks noGrp="1"/>
            </p:cNvSpPr>
            <p:nvPr/>
          </p:nvSpPr>
          <p:spPr>
            <a:xfrm>
              <a:off x="22670988" y="3724275"/>
              <a:ext cx="15379" cy="276225"/>
            </a:xfrm>
            <a:prstGeom prst="rect">
              <a:avLst/>
            </a:prstGeom>
            <a:solidFill>
              <a:srgbClr val="DCE8ED"/>
            </a:solidFill>
            <a:ln w="0">
              <a:noFill/>
              <a:prstDash val="solid"/>
            </a:ln>
          </p:spPr>
        </p:sp>
        <p:sp>
          <p:nvSpPr>
            <p:cNvPr id="2266" name="four:time-step-strips:time-strip-tₙ-cell-94:2266">
              <a:extLst>
                <a:ext uri="{FF2B5EF4-FFF2-40B4-BE49-F238E27FC236}">
                  <ns2:creationId id="{009BFF89-7BE8-4908-9EDF-32634C3665FB}"/>
                </a:ext>
              </a:extLst>
            </p:cNvPr>
            <p:cNvSpPr>
              <a:spLocks noGrp="1"/>
            </p:cNvSpPr>
            <p:nvPr/>
          </p:nvSpPr>
          <p:spPr>
            <a:xfrm>
              <a:off x="22686367" y="3724275"/>
              <a:ext cx="15379" cy="276225"/>
            </a:xfrm>
            <a:prstGeom prst="rect">
              <a:avLst/>
            </a:prstGeom>
            <a:solidFill>
              <a:srgbClr val="DCE8ED"/>
            </a:solidFill>
            <a:ln w="0">
              <a:noFill/>
              <a:prstDash val="solid"/>
            </a:ln>
          </p:spPr>
        </p:sp>
        <p:sp>
          <p:nvSpPr>
            <p:cNvPr id="2267" name="four:time-step-strips:time-strip-tₙ-cell-95:2267">
              <a:extLst>
                <a:ext uri="{FF2B5EF4-FFF2-40B4-BE49-F238E27FC236}">
                  <ns2:creationId id="{577855C8-9749-47C6-8E1A-F8B4968329D5}"/>
                </a:ext>
              </a:extLst>
            </p:cNvPr>
            <p:cNvSpPr>
              <a:spLocks noGrp="1"/>
            </p:cNvSpPr>
            <p:nvPr/>
          </p:nvSpPr>
          <p:spPr>
            <a:xfrm>
              <a:off x="22701746" y="3724275"/>
              <a:ext cx="15379" cy="276225"/>
            </a:xfrm>
            <a:prstGeom prst="rect">
              <a:avLst/>
            </a:prstGeom>
            <a:solidFill>
              <a:srgbClr val="DCE8ED"/>
            </a:solidFill>
            <a:ln w="0">
              <a:noFill/>
              <a:prstDash val="solid"/>
            </a:ln>
          </p:spPr>
        </p:sp>
        <p:sp>
          <p:nvSpPr>
            <p:cNvPr id="2268" name="four:time-step-strips:time-strip-tₙ-cell-96:2268">
              <a:extLst>
                <a:ext uri="{FF2B5EF4-FFF2-40B4-BE49-F238E27FC236}">
                  <ns2:creationId id="{56EA3DA4-D755-4F51-9EDB-684500612554}"/>
                </a:ext>
              </a:extLst>
            </p:cNvPr>
            <p:cNvSpPr>
              <a:spLocks noGrp="1"/>
            </p:cNvSpPr>
            <p:nvPr/>
          </p:nvSpPr>
          <p:spPr>
            <a:xfrm>
              <a:off x="22717125" y="3724275"/>
              <a:ext cx="15379" cy="276225"/>
            </a:xfrm>
            <a:prstGeom prst="rect">
              <a:avLst/>
            </a:prstGeom>
            <a:solidFill>
              <a:srgbClr val="DCE8ED"/>
            </a:solidFill>
            <a:ln w="0">
              <a:noFill/>
              <a:prstDash val="solid"/>
            </a:ln>
          </p:spPr>
        </p:sp>
        <p:sp>
          <p:nvSpPr>
            <p:cNvPr id="2269" name="four:time-step-strips:time-strip-tₙ-cell-97:2269">
              <a:extLst>
                <a:ext uri="{FF2B5EF4-FFF2-40B4-BE49-F238E27FC236}">
                  <ns2:creationId id="{02FE5C03-3043-4473-887E-3FE021432472}"/>
                </a:ext>
              </a:extLst>
            </p:cNvPr>
            <p:cNvSpPr>
              <a:spLocks noGrp="1"/>
            </p:cNvSpPr>
            <p:nvPr/>
          </p:nvSpPr>
          <p:spPr>
            <a:xfrm>
              <a:off x="22732504" y="3724275"/>
              <a:ext cx="15379" cy="276225"/>
            </a:xfrm>
            <a:prstGeom prst="rect">
              <a:avLst/>
            </a:prstGeom>
            <a:solidFill>
              <a:srgbClr val="DCE8ED"/>
            </a:solidFill>
            <a:ln w="0">
              <a:noFill/>
              <a:prstDash val="solid"/>
            </a:ln>
          </p:spPr>
        </p:sp>
        <p:sp>
          <p:nvSpPr>
            <p:cNvPr id="2270" name="four:time-step-strips:time-strip-tₙ-cell-98:2270">
              <a:extLst>
                <a:ext uri="{FF2B5EF4-FFF2-40B4-BE49-F238E27FC236}">
                  <ns2:creationId id="{2A46DF89-672D-430A-A119-8DB6D6453A6C}"/>
                </a:ext>
              </a:extLst>
            </p:cNvPr>
            <p:cNvSpPr>
              <a:spLocks noGrp="1"/>
            </p:cNvSpPr>
            <p:nvPr/>
          </p:nvSpPr>
          <p:spPr>
            <a:xfrm>
              <a:off x="22747883" y="3724275"/>
              <a:ext cx="15379" cy="276225"/>
            </a:xfrm>
            <a:prstGeom prst="rect">
              <a:avLst/>
            </a:prstGeom>
            <a:solidFill>
              <a:srgbClr val="DCE8ED"/>
            </a:solidFill>
            <a:ln w="0">
              <a:noFill/>
              <a:prstDash val="solid"/>
            </a:ln>
          </p:spPr>
        </p:sp>
        <p:sp>
          <p:nvSpPr>
            <p:cNvPr id="2271" name="four:time-step-strips:time-strip-tₙ-cell-99:2271">
              <a:extLst>
                <a:ext uri="{FF2B5EF4-FFF2-40B4-BE49-F238E27FC236}">
                  <ns2:creationId id="{A96CA2D9-8CB2-4385-AB4F-0661CE23546F}"/>
                </a:ext>
              </a:extLst>
            </p:cNvPr>
            <p:cNvSpPr>
              <a:spLocks noGrp="1"/>
            </p:cNvSpPr>
            <p:nvPr/>
          </p:nvSpPr>
          <p:spPr>
            <a:xfrm>
              <a:off x="22763262" y="3724275"/>
              <a:ext cx="15379" cy="276225"/>
            </a:xfrm>
            <a:prstGeom prst="rect">
              <a:avLst/>
            </a:prstGeom>
            <a:solidFill>
              <a:srgbClr val="DCE8ED"/>
            </a:solidFill>
            <a:ln w="0">
              <a:noFill/>
              <a:prstDash val="solid"/>
            </a:ln>
          </p:spPr>
        </p:sp>
        <p:sp>
          <p:nvSpPr>
            <p:cNvPr id="2272" name="four:time-step-strips:time-strip-tₙ-cell-100:2272">
              <a:extLst>
                <a:ext uri="{FF2B5EF4-FFF2-40B4-BE49-F238E27FC236}">
                  <ns2:creationId id="{12B8161B-E0AE-4C4E-98E7-87770923ACD9}"/>
                </a:ext>
              </a:extLst>
            </p:cNvPr>
            <p:cNvSpPr>
              <a:spLocks noGrp="1"/>
            </p:cNvSpPr>
            <p:nvPr/>
          </p:nvSpPr>
          <p:spPr>
            <a:xfrm>
              <a:off x="22778641" y="3724275"/>
              <a:ext cx="15379" cy="276225"/>
            </a:xfrm>
            <a:prstGeom prst="rect">
              <a:avLst/>
            </a:prstGeom>
            <a:solidFill>
              <a:srgbClr val="DCE8ED"/>
            </a:solidFill>
            <a:ln w="0">
              <a:noFill/>
              <a:prstDash val="solid"/>
            </a:ln>
          </p:spPr>
        </p:sp>
        <p:sp>
          <p:nvSpPr>
            <p:cNvPr id="2273" name="four:time-step-strips:time-strip-tₙ-cell-101:2273">
              <a:extLst>
                <a:ext uri="{FF2B5EF4-FFF2-40B4-BE49-F238E27FC236}">
                  <ns2:creationId id="{DE20FB4A-7DCB-41E7-A84B-1B1E982EEAC6}"/>
                </a:ext>
              </a:extLst>
            </p:cNvPr>
            <p:cNvSpPr>
              <a:spLocks noGrp="1"/>
            </p:cNvSpPr>
            <p:nvPr/>
          </p:nvSpPr>
          <p:spPr>
            <a:xfrm>
              <a:off x="22794020" y="3724275"/>
              <a:ext cx="15379" cy="276225"/>
            </a:xfrm>
            <a:prstGeom prst="rect">
              <a:avLst/>
            </a:prstGeom>
            <a:solidFill>
              <a:srgbClr val="DCE8ED"/>
            </a:solidFill>
            <a:ln w="0">
              <a:noFill/>
              <a:prstDash val="solid"/>
            </a:ln>
          </p:spPr>
        </p:sp>
        <p:sp>
          <p:nvSpPr>
            <p:cNvPr id="2274" name="four:time-step-strips:time-strip-tₙ-cell-102:2274">
              <a:extLst>
                <a:ext uri="{FF2B5EF4-FFF2-40B4-BE49-F238E27FC236}">
                  <ns2:creationId id="{4E102030-E8AF-4E05-9325-A56C120AD474}"/>
                </a:ext>
              </a:extLst>
            </p:cNvPr>
            <p:cNvSpPr>
              <a:spLocks noGrp="1"/>
            </p:cNvSpPr>
            <p:nvPr/>
          </p:nvSpPr>
          <p:spPr>
            <a:xfrm>
              <a:off x="22809398" y="3724275"/>
              <a:ext cx="15379" cy="276225"/>
            </a:xfrm>
            <a:prstGeom prst="rect">
              <a:avLst/>
            </a:prstGeom>
            <a:solidFill>
              <a:srgbClr val="DCE8ED"/>
            </a:solidFill>
            <a:ln w="0">
              <a:noFill/>
              <a:prstDash val="solid"/>
            </a:ln>
          </p:spPr>
        </p:sp>
        <p:sp>
          <p:nvSpPr>
            <p:cNvPr id="2275" name="four:time-step-strips:time-strip-tₙ-cell-103:2275">
              <a:extLst>
                <a:ext uri="{FF2B5EF4-FFF2-40B4-BE49-F238E27FC236}">
                  <ns2:creationId id="{5B8EBF67-4409-45D8-A8B0-534F0196559B}"/>
                </a:ext>
              </a:extLst>
            </p:cNvPr>
            <p:cNvSpPr>
              <a:spLocks noGrp="1"/>
            </p:cNvSpPr>
            <p:nvPr/>
          </p:nvSpPr>
          <p:spPr>
            <a:xfrm>
              <a:off x="22824777" y="3724275"/>
              <a:ext cx="15379" cy="276225"/>
            </a:xfrm>
            <a:prstGeom prst="rect">
              <a:avLst/>
            </a:prstGeom>
            <a:solidFill>
              <a:srgbClr val="DCE8ED"/>
            </a:solidFill>
            <a:ln w="0">
              <a:noFill/>
              <a:prstDash val="solid"/>
            </a:ln>
          </p:spPr>
        </p:sp>
        <p:sp>
          <p:nvSpPr>
            <p:cNvPr id="2276" name="four:time-step-strips:time-strip-tₙ-cell-104:2276">
              <a:extLst>
                <a:ext uri="{FF2B5EF4-FFF2-40B4-BE49-F238E27FC236}">
                  <ns2:creationId id="{AE485D9F-5BB6-4099-8E5C-41ACB1F9BF80}"/>
                </a:ext>
              </a:extLst>
            </p:cNvPr>
            <p:cNvSpPr>
              <a:spLocks noGrp="1"/>
            </p:cNvSpPr>
            <p:nvPr/>
          </p:nvSpPr>
          <p:spPr>
            <a:xfrm>
              <a:off x="22840156" y="3724275"/>
              <a:ext cx="15379" cy="276225"/>
            </a:xfrm>
            <a:prstGeom prst="rect">
              <a:avLst/>
            </a:prstGeom>
            <a:solidFill>
              <a:srgbClr val="DCE8ED"/>
            </a:solidFill>
            <a:ln w="0">
              <a:noFill/>
              <a:prstDash val="solid"/>
            </a:ln>
          </p:spPr>
        </p:sp>
        <p:sp>
          <p:nvSpPr>
            <p:cNvPr id="2277" name="four:time-step-strips:time-strip-tₙ-cell-105:2277">
              <a:extLst>
                <a:ext uri="{FF2B5EF4-FFF2-40B4-BE49-F238E27FC236}">
                  <ns2:creationId id="{6895E19B-7FE6-4CF8-885C-7EC40A43398D}"/>
                </a:ext>
              </a:extLst>
            </p:cNvPr>
            <p:cNvSpPr>
              <a:spLocks noGrp="1"/>
            </p:cNvSpPr>
            <p:nvPr/>
          </p:nvSpPr>
          <p:spPr>
            <a:xfrm>
              <a:off x="22855535" y="3724275"/>
              <a:ext cx="15379" cy="276225"/>
            </a:xfrm>
            <a:prstGeom prst="rect">
              <a:avLst/>
            </a:prstGeom>
            <a:solidFill>
              <a:srgbClr val="DCE8ED"/>
            </a:solidFill>
            <a:ln w="0">
              <a:noFill/>
              <a:prstDash val="solid"/>
            </a:ln>
          </p:spPr>
        </p:sp>
        <p:sp>
          <p:nvSpPr>
            <p:cNvPr id="2278" name="four:time-step-strips:time-strip-tₙ-cell-106:2278">
              <a:extLst>
                <a:ext uri="{FF2B5EF4-FFF2-40B4-BE49-F238E27FC236}">
                  <ns2:creationId id="{6EE9EF21-66BC-429A-A093-F6F2619A2D2B}"/>
                </a:ext>
              </a:extLst>
            </p:cNvPr>
            <p:cNvSpPr>
              <a:spLocks noGrp="1"/>
            </p:cNvSpPr>
            <p:nvPr/>
          </p:nvSpPr>
          <p:spPr>
            <a:xfrm>
              <a:off x="22870914" y="3724275"/>
              <a:ext cx="15379" cy="276225"/>
            </a:xfrm>
            <a:prstGeom prst="rect">
              <a:avLst/>
            </a:prstGeom>
            <a:solidFill>
              <a:srgbClr val="DCE8ED"/>
            </a:solidFill>
            <a:ln w="0">
              <a:noFill/>
              <a:prstDash val="solid"/>
            </a:ln>
          </p:spPr>
        </p:sp>
        <p:sp>
          <p:nvSpPr>
            <p:cNvPr id="2279" name="four:time-step-strips:time-strip-tₙ-cell-107:2279">
              <a:extLst>
                <a:ext uri="{FF2B5EF4-FFF2-40B4-BE49-F238E27FC236}">
                  <ns2:creationId id="{1EE5B499-AA7A-4701-AF98-1BFEF57AEFEF}"/>
                </a:ext>
              </a:extLst>
            </p:cNvPr>
            <p:cNvSpPr>
              <a:spLocks noGrp="1"/>
            </p:cNvSpPr>
            <p:nvPr/>
          </p:nvSpPr>
          <p:spPr>
            <a:xfrm>
              <a:off x="22886293" y="3724275"/>
              <a:ext cx="15379" cy="276225"/>
            </a:xfrm>
            <a:prstGeom prst="rect">
              <a:avLst/>
            </a:prstGeom>
            <a:solidFill>
              <a:srgbClr val="DCE8ED"/>
            </a:solidFill>
            <a:ln w="0">
              <a:noFill/>
              <a:prstDash val="solid"/>
            </a:ln>
          </p:spPr>
        </p:sp>
        <p:sp>
          <p:nvSpPr>
            <p:cNvPr id="2280" name="four:time-step-strips:time-strip-tₙ-cell-108:2280">
              <a:extLst>
                <a:ext uri="{FF2B5EF4-FFF2-40B4-BE49-F238E27FC236}">
                  <ns2:creationId id="{7D48E3DB-808F-4D4F-BB58-6B39CF6EDD4F}"/>
                </a:ext>
              </a:extLst>
            </p:cNvPr>
            <p:cNvSpPr>
              <a:spLocks noGrp="1"/>
            </p:cNvSpPr>
            <p:nvPr/>
          </p:nvSpPr>
          <p:spPr>
            <a:xfrm>
              <a:off x="22901672" y="3724275"/>
              <a:ext cx="15379" cy="276225"/>
            </a:xfrm>
            <a:prstGeom prst="rect">
              <a:avLst/>
            </a:prstGeom>
            <a:solidFill>
              <a:srgbClr val="DCE8ED"/>
            </a:solidFill>
            <a:ln w="0">
              <a:noFill/>
              <a:prstDash val="solid"/>
            </a:ln>
          </p:spPr>
        </p:sp>
        <p:sp>
          <p:nvSpPr>
            <p:cNvPr id="2281" name="four:time-step-strips:time-strip-tₙ-cell-109:2281">
              <a:extLst>
                <a:ext uri="{FF2B5EF4-FFF2-40B4-BE49-F238E27FC236}">
                  <ns2:creationId id="{E475D50B-77F0-4332-9AE0-BB5F5107C5C0}"/>
                </a:ext>
              </a:extLst>
            </p:cNvPr>
            <p:cNvSpPr>
              <a:spLocks noGrp="1"/>
            </p:cNvSpPr>
            <p:nvPr/>
          </p:nvSpPr>
          <p:spPr>
            <a:xfrm>
              <a:off x="22917051" y="3724275"/>
              <a:ext cx="15379" cy="276225"/>
            </a:xfrm>
            <a:prstGeom prst="rect">
              <a:avLst/>
            </a:prstGeom>
            <a:solidFill>
              <a:srgbClr val="DCE8ED"/>
            </a:solidFill>
            <a:ln w="0">
              <a:noFill/>
              <a:prstDash val="solid"/>
            </a:ln>
          </p:spPr>
        </p:sp>
        <p:sp>
          <p:nvSpPr>
            <p:cNvPr id="2282" name="four:time-step-strips:time-strip-tₙ-cell-110:2282">
              <a:extLst>
                <a:ext uri="{FF2B5EF4-FFF2-40B4-BE49-F238E27FC236}">
                  <ns2:creationId id="{4237FDF6-C5D1-402F-BFC6-1C7400C0EAA0}"/>
                </a:ext>
              </a:extLst>
            </p:cNvPr>
            <p:cNvSpPr>
              <a:spLocks noGrp="1"/>
            </p:cNvSpPr>
            <p:nvPr/>
          </p:nvSpPr>
          <p:spPr>
            <a:xfrm>
              <a:off x="22932430" y="3724275"/>
              <a:ext cx="15379" cy="276225"/>
            </a:xfrm>
            <a:prstGeom prst="rect">
              <a:avLst/>
            </a:prstGeom>
            <a:solidFill>
              <a:srgbClr val="DBE7ED"/>
            </a:solidFill>
            <a:ln w="0">
              <a:noFill/>
              <a:prstDash val="solid"/>
            </a:ln>
          </p:spPr>
        </p:sp>
        <p:sp>
          <p:nvSpPr>
            <p:cNvPr id="2283" name="four:time-step-strips:time-strip-tₙ-cell-111:2283">
              <a:extLst>
                <a:ext uri="{FF2B5EF4-FFF2-40B4-BE49-F238E27FC236}">
                  <ns2:creationId id="{65C92F23-3F24-428D-B35A-2876BD87F0D5}"/>
                </a:ext>
              </a:extLst>
            </p:cNvPr>
            <p:cNvSpPr>
              <a:spLocks noGrp="1"/>
            </p:cNvSpPr>
            <p:nvPr/>
          </p:nvSpPr>
          <p:spPr>
            <a:xfrm>
              <a:off x="22947809" y="3724275"/>
              <a:ext cx="15379" cy="276225"/>
            </a:xfrm>
            <a:prstGeom prst="rect">
              <a:avLst/>
            </a:prstGeom>
            <a:solidFill>
              <a:srgbClr val="D0E0E7"/>
            </a:solidFill>
            <a:ln w="0">
              <a:noFill/>
              <a:prstDash val="solid"/>
            </a:ln>
          </p:spPr>
        </p:sp>
        <p:sp>
          <p:nvSpPr>
            <p:cNvPr id="2284" name="four:time-step-strips:time-strip-tₙ-cell-112:2284">
              <a:extLst>
                <a:ext uri="{FF2B5EF4-FFF2-40B4-BE49-F238E27FC236}">
                  <ns2:creationId id="{AD05669B-1F03-49ED-9370-A0D7A91C6E9A}"/>
                </a:ext>
              </a:extLst>
            </p:cNvPr>
            <p:cNvSpPr>
              <a:spLocks noGrp="1"/>
            </p:cNvSpPr>
            <p:nvPr/>
          </p:nvSpPr>
          <p:spPr>
            <a:xfrm>
              <a:off x="22963188" y="3724275"/>
              <a:ext cx="15379" cy="276225"/>
            </a:xfrm>
            <a:prstGeom prst="rect">
              <a:avLst/>
            </a:prstGeom>
            <a:solidFill>
              <a:srgbClr val="ABCEE0"/>
            </a:solidFill>
            <a:ln w="0">
              <a:noFill/>
              <a:prstDash val="solid"/>
            </a:ln>
          </p:spPr>
        </p:sp>
        <p:sp>
          <p:nvSpPr>
            <p:cNvPr id="2285" name="four:time-step-strips:time-strip-tₙ-cell-113:2285">
              <a:extLst>
                <a:ext uri="{FF2B5EF4-FFF2-40B4-BE49-F238E27FC236}">
                  <ns2:creationId id="{B73E04B0-A823-488C-BB76-4DED143C8A95}"/>
                </a:ext>
              </a:extLst>
            </p:cNvPr>
            <p:cNvSpPr>
              <a:spLocks noGrp="1"/>
            </p:cNvSpPr>
            <p:nvPr/>
          </p:nvSpPr>
          <p:spPr>
            <a:xfrm>
              <a:off x="22978566" y="3724275"/>
              <a:ext cx="15379" cy="276225"/>
            </a:xfrm>
            <a:prstGeom prst="rect">
              <a:avLst/>
            </a:prstGeom>
            <a:solidFill>
              <a:srgbClr val="84B9D5"/>
            </a:solidFill>
            <a:ln w="0">
              <a:noFill/>
              <a:prstDash val="solid"/>
            </a:ln>
          </p:spPr>
        </p:sp>
        <p:sp>
          <p:nvSpPr>
            <p:cNvPr id="2286" name="four:time-step-strips:time-strip-tₙ-cell-114:2286">
              <a:extLst>
                <a:ext uri="{FF2B5EF4-FFF2-40B4-BE49-F238E27FC236}">
                  <ns2:creationId id="{A179074B-CDAF-421D-BEEC-410141B7F23C}"/>
                </a:ext>
              </a:extLst>
            </p:cNvPr>
            <p:cNvSpPr>
              <a:spLocks noGrp="1"/>
            </p:cNvSpPr>
            <p:nvPr/>
          </p:nvSpPr>
          <p:spPr>
            <a:xfrm>
              <a:off x="22993945" y="3724275"/>
              <a:ext cx="15379" cy="276225"/>
            </a:xfrm>
            <a:prstGeom prst="rect">
              <a:avLst/>
            </a:prstGeom>
            <a:solidFill>
              <a:srgbClr val="58A1CA"/>
            </a:solidFill>
            <a:ln w="0">
              <a:noFill/>
              <a:prstDash val="solid"/>
            </a:ln>
          </p:spPr>
        </p:sp>
        <p:sp>
          <p:nvSpPr>
            <p:cNvPr id="2287" name="four:time-step-strips:time-strip-tₙ-cell-115:2287">
              <a:extLst>
                <a:ext uri="{FF2B5EF4-FFF2-40B4-BE49-F238E27FC236}">
                  <ns2:creationId id="{FB5B216C-1833-43D8-A6E3-C4199E20D725}"/>
                </a:ext>
              </a:extLst>
            </p:cNvPr>
            <p:cNvSpPr>
              <a:spLocks noGrp="1"/>
            </p:cNvSpPr>
            <p:nvPr/>
          </p:nvSpPr>
          <p:spPr>
            <a:xfrm>
              <a:off x="23009324" y="3724275"/>
              <a:ext cx="15379" cy="276225"/>
            </a:xfrm>
            <a:prstGeom prst="rect">
              <a:avLst/>
            </a:prstGeom>
            <a:solidFill>
              <a:srgbClr val="318CBF"/>
            </a:solidFill>
            <a:ln w="0">
              <a:noFill/>
              <a:prstDash val="solid"/>
            </a:ln>
          </p:spPr>
        </p:sp>
        <p:sp>
          <p:nvSpPr>
            <p:cNvPr id="2288" name="four:time-step-strips:time-strip-tₙ-cell-116:2288">
              <a:extLst>
                <a:ext uri="{FF2B5EF4-FFF2-40B4-BE49-F238E27FC236}">
                  <ns2:creationId id="{DDF0EDC2-BE72-40B0-A272-3BB607EA9316}"/>
                </a:ext>
              </a:extLst>
            </p:cNvPr>
            <p:cNvSpPr>
              <a:spLocks noGrp="1"/>
            </p:cNvSpPr>
            <p:nvPr/>
          </p:nvSpPr>
          <p:spPr>
            <a:xfrm>
              <a:off x="23024703" y="3724275"/>
              <a:ext cx="15379" cy="276225"/>
            </a:xfrm>
            <a:prstGeom prst="rect">
              <a:avLst/>
            </a:prstGeom>
            <a:solidFill>
              <a:srgbClr val="127CB7"/>
            </a:solidFill>
            <a:ln w="0">
              <a:noFill/>
              <a:prstDash val="solid"/>
            </a:ln>
          </p:spPr>
        </p:sp>
        <p:sp>
          <p:nvSpPr>
            <p:cNvPr id="2289" name="four:time-step-strips:time-strip-tₙ-cell-117:2289">
              <a:extLst>
                <a:ext uri="{FF2B5EF4-FFF2-40B4-BE49-F238E27FC236}">
                  <ns2:creationId id="{C64D1D0D-5210-4EA1-9248-1AE4E66296B7}"/>
                </a:ext>
              </a:extLst>
            </p:cNvPr>
            <p:cNvSpPr>
              <a:spLocks noGrp="1"/>
            </p:cNvSpPr>
            <p:nvPr/>
          </p:nvSpPr>
          <p:spPr>
            <a:xfrm>
              <a:off x="23040082" y="3724275"/>
              <a:ext cx="15379" cy="276225"/>
            </a:xfrm>
            <a:prstGeom prst="rect">
              <a:avLst/>
            </a:prstGeom>
            <a:solidFill>
              <a:srgbClr val="0173B2"/>
            </a:solidFill>
            <a:ln w="0">
              <a:noFill/>
              <a:prstDash val="solid"/>
            </a:ln>
          </p:spPr>
        </p:sp>
        <p:sp>
          <p:nvSpPr>
            <p:cNvPr id="2290" name="four:time-step-strips:time-strip-tₙ-cell-118:2290">
              <a:extLst>
                <a:ext uri="{FF2B5EF4-FFF2-40B4-BE49-F238E27FC236}">
                  <ns2:creationId id="{2543C61D-3F13-4712-B58B-8C05D351CE48}"/>
                </a:ext>
              </a:extLst>
            </p:cNvPr>
            <p:cNvSpPr>
              <a:spLocks noGrp="1"/>
            </p:cNvSpPr>
            <p:nvPr/>
          </p:nvSpPr>
          <p:spPr>
            <a:xfrm>
              <a:off x="23055461" y="3724275"/>
              <a:ext cx="15379" cy="276225"/>
            </a:xfrm>
            <a:prstGeom prst="rect">
              <a:avLst/>
            </a:prstGeom>
            <a:solidFill>
              <a:srgbClr val="0072B2"/>
            </a:solidFill>
            <a:ln w="0">
              <a:noFill/>
              <a:prstDash val="solid"/>
            </a:ln>
          </p:spPr>
        </p:sp>
        <p:sp>
          <p:nvSpPr>
            <p:cNvPr id="2291" name="four:time-step-strips:time-strip-tₙ-cell-119:2291">
              <a:extLst>
                <a:ext uri="{FF2B5EF4-FFF2-40B4-BE49-F238E27FC236}">
                  <ns2:creationId id="{19CF8EDA-9D95-4193-84A1-8441EFE427CD}"/>
                </a:ext>
              </a:extLst>
            </p:cNvPr>
            <p:cNvSpPr>
              <a:spLocks noGrp="1"/>
            </p:cNvSpPr>
            <p:nvPr/>
          </p:nvSpPr>
          <p:spPr>
            <a:xfrm>
              <a:off x="23070840" y="3724275"/>
              <a:ext cx="15379" cy="276225"/>
            </a:xfrm>
            <a:prstGeom prst="rect">
              <a:avLst/>
            </a:prstGeom>
            <a:solidFill>
              <a:srgbClr val="0072B2"/>
            </a:solidFill>
            <a:ln w="0">
              <a:noFill/>
              <a:prstDash val="solid"/>
            </a:ln>
          </p:spPr>
        </p:sp>
        <p:sp>
          <p:nvSpPr>
            <p:cNvPr id="2292" name="four:time-step-strips:time-strip-tₙ-cell-120:2292">
              <a:extLst>
                <a:ext uri="{FF2B5EF4-FFF2-40B4-BE49-F238E27FC236}">
                  <ns2:creationId id="{1608AE55-C115-4EC7-A27B-043E2E814EA5}"/>
                </a:ext>
              </a:extLst>
            </p:cNvPr>
            <p:cNvSpPr>
              <a:spLocks noGrp="1"/>
            </p:cNvSpPr>
            <p:nvPr/>
          </p:nvSpPr>
          <p:spPr>
            <a:xfrm>
              <a:off x="23086219" y="3724275"/>
              <a:ext cx="15379" cy="276225"/>
            </a:xfrm>
            <a:prstGeom prst="rect">
              <a:avLst/>
            </a:prstGeom>
            <a:solidFill>
              <a:srgbClr val="0072B2"/>
            </a:solidFill>
            <a:ln w="0">
              <a:noFill/>
              <a:prstDash val="solid"/>
            </a:ln>
          </p:spPr>
        </p:sp>
        <p:sp>
          <p:nvSpPr>
            <p:cNvPr id="2293" name="four:time-step-strips:time-strip-tₙ-cell-121:2293">
              <a:extLst>
                <a:ext uri="{FF2B5EF4-FFF2-40B4-BE49-F238E27FC236}">
                  <ns2:creationId id="{D80B2C96-E3A7-41AA-A781-5FFA3C14E5BC}"/>
                </a:ext>
              </a:extLst>
            </p:cNvPr>
            <p:cNvSpPr>
              <a:spLocks noGrp="1"/>
            </p:cNvSpPr>
            <p:nvPr/>
          </p:nvSpPr>
          <p:spPr>
            <a:xfrm>
              <a:off x="23101598" y="3724275"/>
              <a:ext cx="15379" cy="276225"/>
            </a:xfrm>
            <a:prstGeom prst="rect">
              <a:avLst/>
            </a:prstGeom>
            <a:solidFill>
              <a:srgbClr val="0072B2"/>
            </a:solidFill>
            <a:ln w="0">
              <a:noFill/>
              <a:prstDash val="solid"/>
            </a:ln>
          </p:spPr>
        </p:sp>
        <p:sp>
          <p:nvSpPr>
            <p:cNvPr id="2294" name="four:time-step-strips:time-strip-tₙ-cell-122:2294">
              <a:extLst>
                <a:ext uri="{FF2B5EF4-FFF2-40B4-BE49-F238E27FC236}">
                  <ns2:creationId id="{A4BC20D0-5BFE-4C6C-8245-AE9EDF225A58}"/>
                </a:ext>
              </a:extLst>
            </p:cNvPr>
            <p:cNvSpPr>
              <a:spLocks noGrp="1"/>
            </p:cNvSpPr>
            <p:nvPr/>
          </p:nvSpPr>
          <p:spPr>
            <a:xfrm>
              <a:off x="23116977" y="3724275"/>
              <a:ext cx="15379" cy="276225"/>
            </a:xfrm>
            <a:prstGeom prst="rect">
              <a:avLst/>
            </a:prstGeom>
            <a:solidFill>
              <a:srgbClr val="0072B2"/>
            </a:solidFill>
            <a:ln w="0">
              <a:noFill/>
              <a:prstDash val="solid"/>
            </a:ln>
          </p:spPr>
        </p:sp>
        <p:sp>
          <p:nvSpPr>
            <p:cNvPr id="2295" name="four:time-step-strips:time-strip-tₙ-cell-123:2295">
              <a:extLst>
                <a:ext uri="{FF2B5EF4-FFF2-40B4-BE49-F238E27FC236}">
                  <ns2:creationId id="{ADEFACF7-A2DB-4D71-909E-1DD642D3D1ED}"/>
                </a:ext>
              </a:extLst>
            </p:cNvPr>
            <p:cNvSpPr>
              <a:spLocks noGrp="1"/>
            </p:cNvSpPr>
            <p:nvPr/>
          </p:nvSpPr>
          <p:spPr>
            <a:xfrm>
              <a:off x="23132355" y="3724275"/>
              <a:ext cx="15379" cy="276225"/>
            </a:xfrm>
            <a:prstGeom prst="rect">
              <a:avLst/>
            </a:prstGeom>
            <a:solidFill>
              <a:srgbClr val="0072B2"/>
            </a:solidFill>
            <a:ln w="0">
              <a:noFill/>
              <a:prstDash val="solid"/>
            </a:ln>
          </p:spPr>
        </p:sp>
        <p:sp>
          <p:nvSpPr>
            <p:cNvPr id="2296" name="four:time-step-strips:time-strip-tₙ-cell-124:2296">
              <a:extLst>
                <a:ext uri="{FF2B5EF4-FFF2-40B4-BE49-F238E27FC236}">
                  <ns2:creationId id="{3E4D88C5-7D9C-4164-A733-A73B6A8AB4C2}"/>
                </a:ext>
              </a:extLst>
            </p:cNvPr>
            <p:cNvSpPr>
              <a:spLocks noGrp="1"/>
            </p:cNvSpPr>
            <p:nvPr/>
          </p:nvSpPr>
          <p:spPr>
            <a:xfrm>
              <a:off x="23147734" y="3724275"/>
              <a:ext cx="15379" cy="276225"/>
            </a:xfrm>
            <a:prstGeom prst="rect">
              <a:avLst/>
            </a:prstGeom>
            <a:solidFill>
              <a:srgbClr val="0072B2"/>
            </a:solidFill>
            <a:ln w="0">
              <a:noFill/>
              <a:prstDash val="solid"/>
            </a:ln>
          </p:spPr>
        </p:sp>
        <p:sp>
          <p:nvSpPr>
            <p:cNvPr id="2297" name="four:time-step-strips:time-strip-tₙ-cell-125:2297">
              <a:extLst>
                <a:ext uri="{FF2B5EF4-FFF2-40B4-BE49-F238E27FC236}">
                  <ns2:creationId id="{026B5AF6-BEB2-4C14-8DE0-7EA934B1034D}"/>
                </a:ext>
              </a:extLst>
            </p:cNvPr>
            <p:cNvSpPr>
              <a:spLocks noGrp="1"/>
            </p:cNvSpPr>
            <p:nvPr/>
          </p:nvSpPr>
          <p:spPr>
            <a:xfrm>
              <a:off x="23163113" y="3724275"/>
              <a:ext cx="15379" cy="276225"/>
            </a:xfrm>
            <a:prstGeom prst="rect">
              <a:avLst/>
            </a:prstGeom>
            <a:solidFill>
              <a:srgbClr val="0072B2"/>
            </a:solidFill>
            <a:ln w="0">
              <a:noFill/>
              <a:prstDash val="solid"/>
            </a:ln>
          </p:spPr>
        </p:sp>
        <p:sp>
          <p:nvSpPr>
            <p:cNvPr id="2298" name="four:time-step-strips:time-strip-tₙ-cell-126:2298">
              <a:extLst>
                <a:ext uri="{FF2B5EF4-FFF2-40B4-BE49-F238E27FC236}">
                  <ns2:creationId id="{ABC0BE29-D90D-46A5-A22F-A854FE680708}"/>
                </a:ext>
              </a:extLst>
            </p:cNvPr>
            <p:cNvSpPr>
              <a:spLocks noGrp="1"/>
            </p:cNvSpPr>
            <p:nvPr/>
          </p:nvSpPr>
          <p:spPr>
            <a:xfrm>
              <a:off x="23178492" y="3724275"/>
              <a:ext cx="15379" cy="276225"/>
            </a:xfrm>
            <a:prstGeom prst="rect">
              <a:avLst/>
            </a:prstGeom>
            <a:solidFill>
              <a:srgbClr val="0072B2"/>
            </a:solidFill>
            <a:ln w="0">
              <a:noFill/>
              <a:prstDash val="solid"/>
            </a:ln>
          </p:spPr>
        </p:sp>
        <p:sp>
          <p:nvSpPr>
            <p:cNvPr id="2299" name="four:time-step-strips:time-strip-tₙ-cell-127:2299">
              <a:extLst>
                <a:ext uri="{FF2B5EF4-FFF2-40B4-BE49-F238E27FC236}">
                  <ns2:creationId id="{B4AF910A-F28F-4215-96A5-B9971C80B796}"/>
                </a:ext>
              </a:extLst>
            </p:cNvPr>
            <p:cNvSpPr>
              <a:spLocks noGrp="1"/>
            </p:cNvSpPr>
            <p:nvPr/>
          </p:nvSpPr>
          <p:spPr>
            <a:xfrm>
              <a:off x="23193871" y="3724275"/>
              <a:ext cx="15379" cy="276225"/>
            </a:xfrm>
            <a:prstGeom prst="rect">
              <a:avLst/>
            </a:prstGeom>
            <a:solidFill>
              <a:srgbClr val="0072B2"/>
            </a:solidFill>
            <a:ln w="0">
              <a:noFill/>
              <a:prstDash val="solid"/>
            </a:ln>
          </p:spPr>
        </p:sp>
        <p:sp>
          <p:nvSpPr>
            <p:cNvPr id="2300" name="four:time-step-strips:time-strip-tₙ-cell-128:2300">
              <a:extLst>
                <a:ext uri="{FF2B5EF4-FFF2-40B4-BE49-F238E27FC236}">
                  <ns2:creationId id="{7D9E10E7-8129-4806-9AD8-4E936A5E8A9C}"/>
                </a:ext>
              </a:extLst>
            </p:cNvPr>
            <p:cNvSpPr>
              <a:spLocks noGrp="1"/>
            </p:cNvSpPr>
            <p:nvPr/>
          </p:nvSpPr>
          <p:spPr>
            <a:xfrm>
              <a:off x="23209250" y="3724275"/>
              <a:ext cx="15379" cy="276225"/>
            </a:xfrm>
            <a:prstGeom prst="rect">
              <a:avLst/>
            </a:prstGeom>
            <a:solidFill>
              <a:srgbClr val="0072B2"/>
            </a:solidFill>
            <a:ln w="0">
              <a:noFill/>
              <a:prstDash val="solid"/>
            </a:ln>
          </p:spPr>
        </p:sp>
        <p:sp>
          <p:nvSpPr>
            <p:cNvPr id="2301" name="four:time-step-strips:time-strip-tₙ-cell-129:2301">
              <a:extLst>
                <a:ext uri="{FF2B5EF4-FFF2-40B4-BE49-F238E27FC236}">
                  <ns2:creationId id="{981283BB-640D-4281-9521-A5AA21B82BA0}"/>
                </a:ext>
              </a:extLst>
            </p:cNvPr>
            <p:cNvSpPr>
              <a:spLocks noGrp="1"/>
            </p:cNvSpPr>
            <p:nvPr/>
          </p:nvSpPr>
          <p:spPr>
            <a:xfrm>
              <a:off x="23224629" y="3724275"/>
              <a:ext cx="15379" cy="276225"/>
            </a:xfrm>
            <a:prstGeom prst="rect">
              <a:avLst/>
            </a:prstGeom>
            <a:solidFill>
              <a:srgbClr val="0072B2"/>
            </a:solidFill>
            <a:ln w="0">
              <a:noFill/>
              <a:prstDash val="solid"/>
            </a:ln>
          </p:spPr>
        </p:sp>
        <p:sp>
          <p:nvSpPr>
            <p:cNvPr id="2302" name="four:time-step-strips:time-strip-tₙ-cell-130:2302">
              <a:extLst>
                <a:ext uri="{FF2B5EF4-FFF2-40B4-BE49-F238E27FC236}">
                  <ns2:creationId id="{554745A5-D475-48DA-9E59-828893B0C7C4}"/>
                </a:ext>
              </a:extLst>
            </p:cNvPr>
            <p:cNvSpPr>
              <a:spLocks noGrp="1"/>
            </p:cNvSpPr>
            <p:nvPr/>
          </p:nvSpPr>
          <p:spPr>
            <a:xfrm>
              <a:off x="23240008" y="3724275"/>
              <a:ext cx="15379" cy="276225"/>
            </a:xfrm>
            <a:prstGeom prst="rect">
              <a:avLst/>
            </a:prstGeom>
            <a:solidFill>
              <a:srgbClr val="0072B2"/>
            </a:solidFill>
            <a:ln w="0">
              <a:noFill/>
              <a:prstDash val="solid"/>
            </a:ln>
          </p:spPr>
        </p:sp>
        <p:sp>
          <p:nvSpPr>
            <p:cNvPr id="2303" name="four:time-step-strips:time-strip-tₙ-cell-131:2303">
              <a:extLst>
                <a:ext uri="{FF2B5EF4-FFF2-40B4-BE49-F238E27FC236}">
                  <ns2:creationId id="{B27685BE-316E-4B3D-B0E1-CA572B98B669}"/>
                </a:ext>
              </a:extLst>
            </p:cNvPr>
            <p:cNvSpPr>
              <a:spLocks noGrp="1"/>
            </p:cNvSpPr>
            <p:nvPr/>
          </p:nvSpPr>
          <p:spPr>
            <a:xfrm>
              <a:off x="23255387" y="3724275"/>
              <a:ext cx="15379" cy="276225"/>
            </a:xfrm>
            <a:prstGeom prst="rect">
              <a:avLst/>
            </a:prstGeom>
            <a:solidFill>
              <a:srgbClr val="0072B2"/>
            </a:solidFill>
            <a:ln w="0">
              <a:noFill/>
              <a:prstDash val="solid"/>
            </a:ln>
          </p:spPr>
        </p:sp>
        <p:sp>
          <p:nvSpPr>
            <p:cNvPr id="2304" name="four:time-step-strips:time-strip-tₙ-cell-132:2304">
              <a:extLst>
                <a:ext uri="{FF2B5EF4-FFF2-40B4-BE49-F238E27FC236}">
                  <ns2:creationId id="{38BD3FD5-3BC3-4E76-8340-50B6A2A44287}"/>
                </a:ext>
              </a:extLst>
            </p:cNvPr>
            <p:cNvSpPr>
              <a:spLocks noGrp="1"/>
            </p:cNvSpPr>
            <p:nvPr/>
          </p:nvSpPr>
          <p:spPr>
            <a:xfrm>
              <a:off x="23270766" y="3724275"/>
              <a:ext cx="15379" cy="276225"/>
            </a:xfrm>
            <a:prstGeom prst="rect">
              <a:avLst/>
            </a:prstGeom>
            <a:solidFill>
              <a:srgbClr val="0575B3"/>
            </a:solidFill>
            <a:ln w="0">
              <a:noFill/>
              <a:prstDash val="solid"/>
            </a:ln>
          </p:spPr>
        </p:sp>
        <p:sp>
          <p:nvSpPr>
            <p:cNvPr id="2305" name="four:time-step-strips:time-strip-tₙ-cell-133:2305">
              <a:extLst>
                <a:ext uri="{FF2B5EF4-FFF2-40B4-BE49-F238E27FC236}">
                  <ns2:creationId id="{470FC69D-3378-400F-9366-288AD97E842D}"/>
                </a:ext>
              </a:extLst>
            </p:cNvPr>
            <p:cNvSpPr>
              <a:spLocks noGrp="1"/>
            </p:cNvSpPr>
            <p:nvPr/>
          </p:nvSpPr>
          <p:spPr>
            <a:xfrm>
              <a:off x="23286145" y="3724275"/>
              <a:ext cx="15379" cy="276225"/>
            </a:xfrm>
            <a:prstGeom prst="rect">
              <a:avLst/>
            </a:prstGeom>
            <a:solidFill>
              <a:srgbClr val="167EB8"/>
            </a:solidFill>
            <a:ln w="0">
              <a:noFill/>
              <a:prstDash val="solid"/>
            </a:ln>
          </p:spPr>
        </p:sp>
        <p:sp>
          <p:nvSpPr>
            <p:cNvPr id="2306" name="four:time-step-strips:time-strip-tₙ-cell-134:2306">
              <a:extLst>
                <a:ext uri="{FF2B5EF4-FFF2-40B4-BE49-F238E27FC236}">
                  <ns2:creationId id="{1E0E073E-8AE7-4E85-B342-2FF74216E0EF}"/>
                </a:ext>
              </a:extLst>
            </p:cNvPr>
            <p:cNvSpPr>
              <a:spLocks noGrp="1"/>
            </p:cNvSpPr>
            <p:nvPr/>
          </p:nvSpPr>
          <p:spPr>
            <a:xfrm>
              <a:off x="23301523" y="3724275"/>
              <a:ext cx="15379" cy="276225"/>
            </a:xfrm>
            <a:prstGeom prst="rect">
              <a:avLst/>
            </a:prstGeom>
            <a:solidFill>
              <a:srgbClr val="7698A5"/>
            </a:solidFill>
            <a:ln w="0">
              <a:noFill/>
              <a:prstDash val="solid"/>
            </a:ln>
          </p:spPr>
        </p:sp>
        <p:sp>
          <p:nvSpPr>
            <p:cNvPr id="2307" name="four:time-step-strips:time-strip-tₙ-cell-135:2307">
              <a:extLst>
                <a:ext uri="{FF2B5EF4-FFF2-40B4-BE49-F238E27FC236}">
                  <ns2:creationId id="{9288C715-D8AB-4823-9B4F-3F94C0D6BC09}"/>
                </a:ext>
              </a:extLst>
            </p:cNvPr>
            <p:cNvSpPr>
              <a:spLocks noGrp="1"/>
            </p:cNvSpPr>
            <p:nvPr/>
          </p:nvSpPr>
          <p:spPr>
            <a:xfrm>
              <a:off x="23316902" y="3724275"/>
              <a:ext cx="15379" cy="276225"/>
            </a:xfrm>
            <a:prstGeom prst="rect">
              <a:avLst/>
            </a:prstGeom>
            <a:solidFill>
              <a:srgbClr val="92A3A5"/>
            </a:solidFill>
            <a:ln w="0">
              <a:noFill/>
              <a:prstDash val="solid"/>
            </a:ln>
          </p:spPr>
        </p:sp>
        <p:sp>
          <p:nvSpPr>
            <p:cNvPr id="2308" name="four:time-step-strips:time-strip-tₙ-cell-136:2308">
              <a:extLst>
                <a:ext uri="{FF2B5EF4-FFF2-40B4-BE49-F238E27FC236}">
                  <ns2:creationId id="{C8C0DDA2-046F-40A5-A468-B2F70AD16D6B}"/>
                </a:ext>
              </a:extLst>
            </p:cNvPr>
            <p:cNvSpPr>
              <a:spLocks noGrp="1"/>
            </p:cNvSpPr>
            <p:nvPr/>
          </p:nvSpPr>
          <p:spPr>
            <a:xfrm>
              <a:off x="23332281" y="3724275"/>
              <a:ext cx="15379" cy="276225"/>
            </a:xfrm>
            <a:prstGeom prst="rect">
              <a:avLst/>
            </a:prstGeom>
            <a:solidFill>
              <a:srgbClr val="AEAFA5"/>
            </a:solidFill>
            <a:ln w="0">
              <a:noFill/>
              <a:prstDash val="solid"/>
            </a:ln>
          </p:spPr>
        </p:sp>
        <p:sp>
          <p:nvSpPr>
            <p:cNvPr id="2309" name="four:time-step-strips:time-strip-tₙ-cell-137:2309">
              <a:extLst>
                <a:ext uri="{FF2B5EF4-FFF2-40B4-BE49-F238E27FC236}">
                  <ns2:creationId id="{E27FFE6E-F74B-4ADE-A9C8-74C84507F706}"/>
                </a:ext>
              </a:extLst>
            </p:cNvPr>
            <p:cNvSpPr>
              <a:spLocks noGrp="1"/>
            </p:cNvSpPr>
            <p:nvPr/>
          </p:nvSpPr>
          <p:spPr>
            <a:xfrm>
              <a:off x="23347660" y="3724275"/>
              <a:ext cx="15379" cy="276225"/>
            </a:xfrm>
            <a:prstGeom prst="rect">
              <a:avLst/>
            </a:prstGeom>
            <a:solidFill>
              <a:srgbClr val="C7B9A5"/>
            </a:solidFill>
            <a:ln w="0">
              <a:noFill/>
              <a:prstDash val="solid"/>
            </a:ln>
          </p:spPr>
        </p:sp>
        <p:sp>
          <p:nvSpPr>
            <p:cNvPr id="2310" name="four:time-step-strips:time-strip-tₙ-cell-138:2310">
              <a:extLst>
                <a:ext uri="{FF2B5EF4-FFF2-40B4-BE49-F238E27FC236}">
                  <ns2:creationId id="{0D04B914-91F4-49C4-9EFF-D603E6D38432}"/>
                </a:ext>
              </a:extLst>
            </p:cNvPr>
            <p:cNvSpPr>
              <a:spLocks noGrp="1"/>
            </p:cNvSpPr>
            <p:nvPr/>
          </p:nvSpPr>
          <p:spPr>
            <a:xfrm>
              <a:off x="23363039" y="3724275"/>
              <a:ext cx="15379" cy="276225"/>
            </a:xfrm>
            <a:prstGeom prst="rect">
              <a:avLst/>
            </a:prstGeom>
            <a:solidFill>
              <a:srgbClr val="D4B3CB"/>
            </a:solidFill>
            <a:ln w="0">
              <a:noFill/>
              <a:prstDash val="solid"/>
            </a:ln>
          </p:spPr>
        </p:sp>
        <p:sp>
          <p:nvSpPr>
            <p:cNvPr id="2311" name="four:time-step-strips:time-strip-tₙ-cell-139:2311">
              <a:extLst>
                <a:ext uri="{FF2B5EF4-FFF2-40B4-BE49-F238E27FC236}">
                  <ns2:creationId id="{370976A8-C0BE-4D9F-B163-EB5186CDBE1F}"/>
                </a:ext>
              </a:extLst>
            </p:cNvPr>
            <p:cNvSpPr>
              <a:spLocks noGrp="1"/>
            </p:cNvSpPr>
            <p:nvPr/>
          </p:nvSpPr>
          <p:spPr>
            <a:xfrm>
              <a:off x="23378418" y="3724275"/>
              <a:ext cx="15379" cy="276225"/>
            </a:xfrm>
            <a:prstGeom prst="rect">
              <a:avLst/>
            </a:prstGeom>
            <a:solidFill>
              <a:srgbClr val="D4B4CC"/>
            </a:solidFill>
            <a:ln w="0">
              <a:noFill/>
              <a:prstDash val="solid"/>
            </a:ln>
          </p:spPr>
        </p:sp>
        <p:sp>
          <p:nvSpPr>
            <p:cNvPr id="2312" name="four:time-step-strips:time-strip-tₙ-cell-140:2312">
              <a:extLst>
                <a:ext uri="{FF2B5EF4-FFF2-40B4-BE49-F238E27FC236}">
                  <ns2:creationId id="{5AFCCB5C-BDCF-4C69-9AA2-115924A44367}"/>
                </a:ext>
              </a:extLst>
            </p:cNvPr>
            <p:cNvSpPr>
              <a:spLocks noGrp="1"/>
            </p:cNvSpPr>
            <p:nvPr/>
          </p:nvSpPr>
          <p:spPr>
            <a:xfrm>
              <a:off x="23393797" y="3724275"/>
              <a:ext cx="15379" cy="276225"/>
            </a:xfrm>
            <a:prstGeom prst="rect">
              <a:avLst/>
            </a:prstGeom>
            <a:solidFill>
              <a:srgbClr val="D4B4CC"/>
            </a:solidFill>
            <a:ln w="0">
              <a:noFill/>
              <a:prstDash val="solid"/>
            </a:ln>
          </p:spPr>
        </p:sp>
        <p:sp>
          <p:nvSpPr>
            <p:cNvPr id="2313" name="four:time-step-strips:time-strip-tₙ-cell-141:2313">
              <a:extLst>
                <a:ext uri="{FF2B5EF4-FFF2-40B4-BE49-F238E27FC236}">
                  <ns2:creationId id="{B11890BA-CFB0-435C-9F10-52AB5A509B19}"/>
                </a:ext>
              </a:extLst>
            </p:cNvPr>
            <p:cNvSpPr>
              <a:spLocks noGrp="1"/>
            </p:cNvSpPr>
            <p:nvPr/>
          </p:nvSpPr>
          <p:spPr>
            <a:xfrm>
              <a:off x="23409176" y="3724275"/>
              <a:ext cx="15379" cy="276225"/>
            </a:xfrm>
            <a:prstGeom prst="rect">
              <a:avLst/>
            </a:prstGeom>
            <a:solidFill>
              <a:srgbClr val="D4B4CC"/>
            </a:solidFill>
            <a:ln w="0">
              <a:noFill/>
              <a:prstDash val="solid"/>
            </a:ln>
          </p:spPr>
        </p:sp>
        <p:sp>
          <p:nvSpPr>
            <p:cNvPr id="2314" name="four:time-step-strips:time-strip-tₙ-cell-142:2314">
              <a:extLst>
                <a:ext uri="{FF2B5EF4-FFF2-40B4-BE49-F238E27FC236}">
                  <ns2:creationId id="{359A695E-2FC8-4BBA-9E74-1A8720BB065A}"/>
                </a:ext>
              </a:extLst>
            </p:cNvPr>
            <p:cNvSpPr>
              <a:spLocks noGrp="1"/>
            </p:cNvSpPr>
            <p:nvPr/>
          </p:nvSpPr>
          <p:spPr>
            <a:xfrm>
              <a:off x="23424555" y="3724275"/>
              <a:ext cx="15379" cy="276225"/>
            </a:xfrm>
            <a:prstGeom prst="rect">
              <a:avLst/>
            </a:prstGeom>
            <a:solidFill>
              <a:srgbClr val="D4B4CC"/>
            </a:solidFill>
            <a:ln w="0">
              <a:noFill/>
              <a:prstDash val="solid"/>
            </a:ln>
          </p:spPr>
        </p:sp>
        <p:sp>
          <p:nvSpPr>
            <p:cNvPr id="2315" name="four:time-step-strips:time-strip-tₙ-cell-143:2315">
              <a:extLst>
                <a:ext uri="{FF2B5EF4-FFF2-40B4-BE49-F238E27FC236}">
                  <ns2:creationId id="{77902657-0443-4D2D-B2FC-702A59D0DF45}"/>
                </a:ext>
              </a:extLst>
            </p:cNvPr>
            <p:cNvSpPr>
              <a:spLocks noGrp="1"/>
            </p:cNvSpPr>
            <p:nvPr/>
          </p:nvSpPr>
          <p:spPr>
            <a:xfrm>
              <a:off x="23439934" y="3724275"/>
              <a:ext cx="15379" cy="276225"/>
            </a:xfrm>
            <a:prstGeom prst="rect">
              <a:avLst/>
            </a:prstGeom>
            <a:solidFill>
              <a:srgbClr val="D4B4CC"/>
            </a:solidFill>
            <a:ln w="0">
              <a:noFill/>
              <a:prstDash val="solid"/>
            </a:ln>
          </p:spPr>
        </p:sp>
        <p:sp>
          <p:nvSpPr>
            <p:cNvPr id="2316" name="four:time-step-strips:time-strip-tₙ-cell-144:2316">
              <a:extLst>
                <a:ext uri="{FF2B5EF4-FFF2-40B4-BE49-F238E27FC236}">
                  <ns2:creationId id="{EB93C00B-2526-4D31-8C3B-ADA5D018B3F8}"/>
                </a:ext>
              </a:extLst>
            </p:cNvPr>
            <p:cNvSpPr>
              <a:spLocks noGrp="1"/>
            </p:cNvSpPr>
            <p:nvPr/>
          </p:nvSpPr>
          <p:spPr>
            <a:xfrm>
              <a:off x="23455313" y="3724275"/>
              <a:ext cx="15379" cy="276225"/>
            </a:xfrm>
            <a:prstGeom prst="rect">
              <a:avLst/>
            </a:prstGeom>
            <a:solidFill>
              <a:srgbClr val="D4B4CC"/>
            </a:solidFill>
            <a:ln w="0">
              <a:noFill/>
              <a:prstDash val="solid"/>
            </a:ln>
          </p:spPr>
        </p:sp>
        <p:sp>
          <p:nvSpPr>
            <p:cNvPr id="2317" name="four:time-step-strips:time-strip-tₙ-cell-145:2317">
              <a:extLst>
                <a:ext uri="{FF2B5EF4-FFF2-40B4-BE49-F238E27FC236}">
                  <ns2:creationId id="{48C94EBE-7D42-4885-AD36-CDA3C6FC6A3B}"/>
                </a:ext>
              </a:extLst>
            </p:cNvPr>
            <p:cNvSpPr>
              <a:spLocks noGrp="1"/>
            </p:cNvSpPr>
            <p:nvPr/>
          </p:nvSpPr>
          <p:spPr>
            <a:xfrm>
              <a:off x="23470691" y="3724275"/>
              <a:ext cx="15379" cy="276225"/>
            </a:xfrm>
            <a:prstGeom prst="rect">
              <a:avLst/>
            </a:prstGeom>
            <a:solidFill>
              <a:srgbClr val="D4B4CC"/>
            </a:solidFill>
            <a:ln w="0">
              <a:noFill/>
              <a:prstDash val="solid"/>
            </a:ln>
          </p:spPr>
        </p:sp>
        <p:sp>
          <p:nvSpPr>
            <p:cNvPr id="2318" name="four:time-step-strips:time-strip-tₙ-cell-146:2318">
              <a:extLst>
                <a:ext uri="{FF2B5EF4-FFF2-40B4-BE49-F238E27FC236}">
                  <ns2:creationId id="{10DE7018-4BE2-4FA1-AC14-B915F36CC33A}"/>
                </a:ext>
              </a:extLst>
            </p:cNvPr>
            <p:cNvSpPr>
              <a:spLocks noGrp="1"/>
            </p:cNvSpPr>
            <p:nvPr/>
          </p:nvSpPr>
          <p:spPr>
            <a:xfrm>
              <a:off x="23486070" y="3724275"/>
              <a:ext cx="15379" cy="276225"/>
            </a:xfrm>
            <a:prstGeom prst="rect">
              <a:avLst/>
            </a:prstGeom>
            <a:solidFill>
              <a:srgbClr val="D4B4CC"/>
            </a:solidFill>
            <a:ln w="0">
              <a:noFill/>
              <a:prstDash val="solid"/>
            </a:ln>
          </p:spPr>
        </p:sp>
        <p:sp>
          <p:nvSpPr>
            <p:cNvPr id="2319" name="four:time-step-strips:time-strip-tₙ-cell-147:2319">
              <a:extLst>
                <a:ext uri="{FF2B5EF4-FFF2-40B4-BE49-F238E27FC236}">
                  <ns2:creationId id="{936D73D1-C1CD-4353-9860-DCBC67DC0E74}"/>
                </a:ext>
              </a:extLst>
            </p:cNvPr>
            <p:cNvSpPr>
              <a:spLocks noGrp="1"/>
            </p:cNvSpPr>
            <p:nvPr/>
          </p:nvSpPr>
          <p:spPr>
            <a:xfrm>
              <a:off x="23501449" y="3724275"/>
              <a:ext cx="15379" cy="276225"/>
            </a:xfrm>
            <a:prstGeom prst="rect">
              <a:avLst/>
            </a:prstGeom>
            <a:solidFill>
              <a:srgbClr val="D4B4CC"/>
            </a:solidFill>
            <a:ln w="0">
              <a:noFill/>
              <a:prstDash val="solid"/>
            </a:ln>
          </p:spPr>
        </p:sp>
        <p:sp>
          <p:nvSpPr>
            <p:cNvPr id="2320" name="four:time-step-strips:time-strip-tₙ-cell-148:2320">
              <a:extLst>
                <a:ext uri="{FF2B5EF4-FFF2-40B4-BE49-F238E27FC236}">
                  <ns2:creationId id="{D7C0BFA3-A466-4251-8BD3-7B644EA34846}"/>
                </a:ext>
              </a:extLst>
            </p:cNvPr>
            <p:cNvSpPr>
              <a:spLocks noGrp="1"/>
            </p:cNvSpPr>
            <p:nvPr/>
          </p:nvSpPr>
          <p:spPr>
            <a:xfrm>
              <a:off x="23516828" y="3724275"/>
              <a:ext cx="15379" cy="276225"/>
            </a:xfrm>
            <a:prstGeom prst="rect">
              <a:avLst/>
            </a:prstGeom>
            <a:solidFill>
              <a:srgbClr val="D4B4CC"/>
            </a:solidFill>
            <a:ln w="0">
              <a:noFill/>
              <a:prstDash val="solid"/>
            </a:ln>
          </p:spPr>
        </p:sp>
        <p:sp>
          <p:nvSpPr>
            <p:cNvPr id="2321" name="four:time-step-strips:time-strip-tₙ-cell-149:2321">
              <a:extLst>
                <a:ext uri="{FF2B5EF4-FFF2-40B4-BE49-F238E27FC236}">
                  <ns2:creationId id="{9FB9B573-F227-472C-9CD5-A5233DDC5CE8}"/>
                </a:ext>
              </a:extLst>
            </p:cNvPr>
            <p:cNvSpPr>
              <a:spLocks noGrp="1"/>
            </p:cNvSpPr>
            <p:nvPr/>
          </p:nvSpPr>
          <p:spPr>
            <a:xfrm>
              <a:off x="23532207" y="3724275"/>
              <a:ext cx="15379" cy="276225"/>
            </a:xfrm>
            <a:prstGeom prst="rect">
              <a:avLst/>
            </a:prstGeom>
            <a:solidFill>
              <a:srgbClr val="D4B4CC"/>
            </a:solidFill>
            <a:ln w="0">
              <a:noFill/>
              <a:prstDash val="solid"/>
            </a:ln>
          </p:spPr>
        </p:sp>
        <p:sp>
          <p:nvSpPr>
            <p:cNvPr id="2322" name="four:time-step-strips:time-strip-tₙ-cell-150:2322">
              <a:extLst>
                <a:ext uri="{FF2B5EF4-FFF2-40B4-BE49-F238E27FC236}">
                  <ns2:creationId id="{E6131498-171D-448C-B9F8-6FB01E798817}"/>
                </a:ext>
              </a:extLst>
            </p:cNvPr>
            <p:cNvSpPr>
              <a:spLocks noGrp="1"/>
            </p:cNvSpPr>
            <p:nvPr/>
          </p:nvSpPr>
          <p:spPr>
            <a:xfrm>
              <a:off x="23547586" y="3724275"/>
              <a:ext cx="15379" cy="276225"/>
            </a:xfrm>
            <a:prstGeom prst="rect">
              <a:avLst/>
            </a:prstGeom>
            <a:solidFill>
              <a:srgbClr val="D4B4CC"/>
            </a:solidFill>
            <a:ln w="0">
              <a:noFill/>
              <a:prstDash val="solid"/>
            </a:ln>
          </p:spPr>
        </p:sp>
        <p:sp>
          <p:nvSpPr>
            <p:cNvPr id="2323" name="four:time-step-strips:time-strip-tₙ-cell-151:2323">
              <a:extLst>
                <a:ext uri="{FF2B5EF4-FFF2-40B4-BE49-F238E27FC236}">
                  <ns2:creationId id="{926E0A7B-D915-4EE5-9910-879909C62DB9}"/>
                </a:ext>
              </a:extLst>
            </p:cNvPr>
            <p:cNvSpPr>
              <a:spLocks noGrp="1"/>
            </p:cNvSpPr>
            <p:nvPr/>
          </p:nvSpPr>
          <p:spPr>
            <a:xfrm>
              <a:off x="23562965" y="3724275"/>
              <a:ext cx="15379" cy="276225"/>
            </a:xfrm>
            <a:prstGeom prst="rect">
              <a:avLst/>
            </a:prstGeom>
            <a:solidFill>
              <a:srgbClr val="D4B4CC"/>
            </a:solidFill>
            <a:ln w="0">
              <a:noFill/>
              <a:prstDash val="solid"/>
            </a:ln>
          </p:spPr>
        </p:sp>
        <p:sp>
          <p:nvSpPr>
            <p:cNvPr id="2324" name="four:time-step-strips:time-strip-tₙ-cell-152:2324">
              <a:extLst>
                <a:ext uri="{FF2B5EF4-FFF2-40B4-BE49-F238E27FC236}">
                  <ns2:creationId id="{DFB76D99-8E89-4048-AC3A-290E1489BF45}"/>
                </a:ext>
              </a:extLst>
            </p:cNvPr>
            <p:cNvSpPr>
              <a:spLocks noGrp="1"/>
            </p:cNvSpPr>
            <p:nvPr/>
          </p:nvSpPr>
          <p:spPr>
            <a:xfrm>
              <a:off x="23578344" y="3724275"/>
              <a:ext cx="15379" cy="276225"/>
            </a:xfrm>
            <a:prstGeom prst="rect">
              <a:avLst/>
            </a:prstGeom>
            <a:solidFill>
              <a:srgbClr val="D4B4CC"/>
            </a:solidFill>
            <a:ln w="0">
              <a:noFill/>
              <a:prstDash val="solid"/>
            </a:ln>
          </p:spPr>
        </p:sp>
        <p:sp>
          <p:nvSpPr>
            <p:cNvPr id="2325" name="four:time-step-strips:time-strip-tₙ-cell-153:2325">
              <a:extLst>
                <a:ext uri="{FF2B5EF4-FFF2-40B4-BE49-F238E27FC236}">
                  <ns2:creationId id="{EDE76064-1D66-4897-A7E5-303C303A768A}"/>
                </a:ext>
              </a:extLst>
            </p:cNvPr>
            <p:cNvSpPr>
              <a:spLocks noGrp="1"/>
            </p:cNvSpPr>
            <p:nvPr/>
          </p:nvSpPr>
          <p:spPr>
            <a:xfrm>
              <a:off x="23593723" y="3724275"/>
              <a:ext cx="15379" cy="276225"/>
            </a:xfrm>
            <a:prstGeom prst="rect">
              <a:avLst/>
            </a:prstGeom>
            <a:solidFill>
              <a:srgbClr val="D4B4CC"/>
            </a:solidFill>
            <a:ln w="0">
              <a:noFill/>
              <a:prstDash val="solid"/>
            </a:ln>
          </p:spPr>
        </p:sp>
        <p:sp>
          <p:nvSpPr>
            <p:cNvPr id="2326" name="four:time-step-strips:time-strip-tₙ-cell-154:2326">
              <a:extLst>
                <a:ext uri="{FF2B5EF4-FFF2-40B4-BE49-F238E27FC236}">
                  <ns2:creationId id="{FC11CAEB-A6FD-4561-B6DA-F33E40BD75FF}"/>
                </a:ext>
              </a:extLst>
            </p:cNvPr>
            <p:cNvSpPr>
              <a:spLocks noGrp="1"/>
            </p:cNvSpPr>
            <p:nvPr/>
          </p:nvSpPr>
          <p:spPr>
            <a:xfrm>
              <a:off x="23609102" y="3724275"/>
              <a:ext cx="15379" cy="276225"/>
            </a:xfrm>
            <a:prstGeom prst="rect">
              <a:avLst/>
            </a:prstGeom>
            <a:solidFill>
              <a:srgbClr val="D4B4CC"/>
            </a:solidFill>
            <a:ln w="0">
              <a:noFill/>
              <a:prstDash val="solid"/>
            </a:ln>
          </p:spPr>
        </p:sp>
        <p:sp>
          <p:nvSpPr>
            <p:cNvPr id="2327" name="four:time-step-strips:time-strip-tₙ-cell-155:2327">
              <a:extLst>
                <a:ext uri="{FF2B5EF4-FFF2-40B4-BE49-F238E27FC236}">
                  <ns2:creationId id="{662D6462-E638-41EC-BFC5-59E500B1F28F}"/>
                </a:ext>
              </a:extLst>
            </p:cNvPr>
            <p:cNvSpPr>
              <a:spLocks noGrp="1"/>
            </p:cNvSpPr>
            <p:nvPr/>
          </p:nvSpPr>
          <p:spPr>
            <a:xfrm>
              <a:off x="23624480" y="3724275"/>
              <a:ext cx="15379" cy="276225"/>
            </a:xfrm>
            <a:prstGeom prst="rect">
              <a:avLst/>
            </a:prstGeom>
            <a:solidFill>
              <a:srgbClr val="D4B4CC"/>
            </a:solidFill>
            <a:ln w="0">
              <a:noFill/>
              <a:prstDash val="solid"/>
            </a:ln>
          </p:spPr>
        </p:sp>
        <p:sp>
          <p:nvSpPr>
            <p:cNvPr id="2328" name="four:time-step-strips:time-strip-tₙ-cell-156:2328">
              <a:extLst>
                <a:ext uri="{FF2B5EF4-FFF2-40B4-BE49-F238E27FC236}">
                  <ns2:creationId id="{95E5C524-2A23-462B-9285-3D84A8DA48FA}"/>
                </a:ext>
              </a:extLst>
            </p:cNvPr>
            <p:cNvSpPr>
              <a:spLocks noGrp="1"/>
            </p:cNvSpPr>
            <p:nvPr/>
          </p:nvSpPr>
          <p:spPr>
            <a:xfrm>
              <a:off x="23639859" y="3724275"/>
              <a:ext cx="15379" cy="276225"/>
            </a:xfrm>
            <a:prstGeom prst="rect">
              <a:avLst/>
            </a:prstGeom>
            <a:solidFill>
              <a:srgbClr val="D4B4CC"/>
            </a:solidFill>
            <a:ln w="0">
              <a:noFill/>
              <a:prstDash val="solid"/>
            </a:ln>
          </p:spPr>
        </p:sp>
        <p:sp>
          <p:nvSpPr>
            <p:cNvPr id="2329" name="four:time-step-strips:time-strip-tₙ-cell-157:2329">
              <a:extLst>
                <a:ext uri="{FF2B5EF4-FFF2-40B4-BE49-F238E27FC236}">
                  <ns2:creationId id="{5E0D85C6-4A1F-4788-B88C-048DA9DFB165}"/>
                </a:ext>
              </a:extLst>
            </p:cNvPr>
            <p:cNvSpPr>
              <a:spLocks noGrp="1"/>
            </p:cNvSpPr>
            <p:nvPr/>
          </p:nvSpPr>
          <p:spPr>
            <a:xfrm>
              <a:off x="23655238" y="3724275"/>
              <a:ext cx="15379" cy="276225"/>
            </a:xfrm>
            <a:prstGeom prst="rect">
              <a:avLst/>
            </a:prstGeom>
            <a:solidFill>
              <a:srgbClr val="D4B4CC"/>
            </a:solidFill>
            <a:ln w="0">
              <a:noFill/>
              <a:prstDash val="solid"/>
            </a:ln>
          </p:spPr>
        </p:sp>
        <p:sp>
          <p:nvSpPr>
            <p:cNvPr id="2330" name="four:time-step-strips:time-strip-tₙ-cell-158:2330">
              <a:extLst>
                <a:ext uri="{FF2B5EF4-FFF2-40B4-BE49-F238E27FC236}">
                  <ns2:creationId id="{534FB818-EEC3-4A54-85A3-B1A8A3D4DD0E}"/>
                </a:ext>
              </a:extLst>
            </p:cNvPr>
            <p:cNvSpPr>
              <a:spLocks noGrp="1"/>
            </p:cNvSpPr>
            <p:nvPr/>
          </p:nvSpPr>
          <p:spPr>
            <a:xfrm>
              <a:off x="23670617" y="3724275"/>
              <a:ext cx="15379" cy="276225"/>
            </a:xfrm>
            <a:prstGeom prst="rect">
              <a:avLst/>
            </a:prstGeom>
            <a:solidFill>
              <a:srgbClr val="D4B4CC"/>
            </a:solidFill>
            <a:ln w="0">
              <a:noFill/>
              <a:prstDash val="solid"/>
            </a:ln>
          </p:spPr>
        </p:sp>
        <p:sp>
          <p:nvSpPr>
            <p:cNvPr id="2331" name="four:time-step-strips:time-strip-tₙ-cell-159:2331">
              <a:extLst>
                <a:ext uri="{FF2B5EF4-FFF2-40B4-BE49-F238E27FC236}">
                  <ns2:creationId id="{98318F13-0CC8-4CC4-966E-C05D3804CF02}"/>
                </a:ext>
              </a:extLst>
            </p:cNvPr>
            <p:cNvSpPr>
              <a:spLocks noGrp="1"/>
            </p:cNvSpPr>
            <p:nvPr/>
          </p:nvSpPr>
          <p:spPr>
            <a:xfrm>
              <a:off x="23685996" y="3724275"/>
              <a:ext cx="15379" cy="276225"/>
            </a:xfrm>
            <a:prstGeom prst="rect">
              <a:avLst/>
            </a:prstGeom>
            <a:solidFill>
              <a:srgbClr val="D4B4CC"/>
            </a:solidFill>
            <a:ln w="0">
              <a:noFill/>
              <a:prstDash val="solid"/>
            </a:ln>
          </p:spPr>
        </p:sp>
        <p:sp>
          <p:nvSpPr>
            <p:cNvPr id="2332" name="four:time-step-strips:time-strip-tₙ-cell-160:2332">
              <a:extLst>
                <a:ext uri="{FF2B5EF4-FFF2-40B4-BE49-F238E27FC236}">
                  <ns2:creationId id="{BA9C720C-3425-4E09-984B-24F8CEAEB139}"/>
                </a:ext>
              </a:extLst>
            </p:cNvPr>
            <p:cNvSpPr>
              <a:spLocks noGrp="1"/>
            </p:cNvSpPr>
            <p:nvPr/>
          </p:nvSpPr>
          <p:spPr>
            <a:xfrm>
              <a:off x="23701375" y="3724275"/>
              <a:ext cx="15379" cy="276225"/>
            </a:xfrm>
            <a:prstGeom prst="rect">
              <a:avLst/>
            </a:prstGeom>
            <a:solidFill>
              <a:srgbClr val="D4B4CC"/>
            </a:solidFill>
            <a:ln w="0">
              <a:noFill/>
              <a:prstDash val="solid"/>
            </a:ln>
          </p:spPr>
        </p:sp>
        <p:sp>
          <p:nvSpPr>
            <p:cNvPr id="2333" name="four:time-step-strips:time-strip-tₙ-cell-161:2333">
              <a:extLst>
                <a:ext uri="{FF2B5EF4-FFF2-40B4-BE49-F238E27FC236}">
                  <ns2:creationId id="{17A8B0CA-88E8-4EBA-8F7C-C86E051D0BA0}"/>
                </a:ext>
              </a:extLst>
            </p:cNvPr>
            <p:cNvSpPr>
              <a:spLocks noGrp="1"/>
            </p:cNvSpPr>
            <p:nvPr/>
          </p:nvSpPr>
          <p:spPr>
            <a:xfrm>
              <a:off x="23716754" y="3724275"/>
              <a:ext cx="15379" cy="276225"/>
            </a:xfrm>
            <a:prstGeom prst="rect">
              <a:avLst/>
            </a:prstGeom>
            <a:solidFill>
              <a:srgbClr val="D4B4CC"/>
            </a:solidFill>
            <a:ln w="0">
              <a:noFill/>
              <a:prstDash val="solid"/>
            </a:ln>
          </p:spPr>
        </p:sp>
        <p:sp>
          <p:nvSpPr>
            <p:cNvPr id="2334" name="four:time-step-strips:time-strip-tₙ-cell-162:2334">
              <a:extLst>
                <a:ext uri="{FF2B5EF4-FFF2-40B4-BE49-F238E27FC236}">
                  <ns2:creationId id="{14DB9467-160C-4685-8B33-D34D0802A8E8}"/>
                </a:ext>
              </a:extLst>
            </p:cNvPr>
            <p:cNvSpPr>
              <a:spLocks noGrp="1"/>
            </p:cNvSpPr>
            <p:nvPr/>
          </p:nvSpPr>
          <p:spPr>
            <a:xfrm>
              <a:off x="23732133" y="3724275"/>
              <a:ext cx="15379" cy="276225"/>
            </a:xfrm>
            <a:prstGeom prst="rect">
              <a:avLst/>
            </a:prstGeom>
            <a:solidFill>
              <a:srgbClr val="D4B4CC"/>
            </a:solidFill>
            <a:ln w="0">
              <a:noFill/>
              <a:prstDash val="solid"/>
            </a:ln>
          </p:spPr>
        </p:sp>
        <p:sp>
          <p:nvSpPr>
            <p:cNvPr id="2335" name="four:time-step-strips:time-strip-tₙ-cell-163:2335">
              <a:extLst>
                <a:ext uri="{FF2B5EF4-FFF2-40B4-BE49-F238E27FC236}">
                  <ns2:creationId id="{369AAC8A-574A-4C5A-BAF3-FD02170988F5}"/>
                </a:ext>
              </a:extLst>
            </p:cNvPr>
            <p:cNvSpPr>
              <a:spLocks noGrp="1"/>
            </p:cNvSpPr>
            <p:nvPr/>
          </p:nvSpPr>
          <p:spPr>
            <a:xfrm>
              <a:off x="23747512" y="3724275"/>
              <a:ext cx="15379" cy="276225"/>
            </a:xfrm>
            <a:prstGeom prst="rect">
              <a:avLst/>
            </a:prstGeom>
            <a:solidFill>
              <a:srgbClr val="D4B4CC"/>
            </a:solidFill>
            <a:ln w="0">
              <a:noFill/>
              <a:prstDash val="solid"/>
            </a:ln>
          </p:spPr>
        </p:sp>
        <p:sp>
          <p:nvSpPr>
            <p:cNvPr id="2336" name="four:time-step-strips:time-strip-tₙ-cell-164:2336">
              <a:extLst>
                <a:ext uri="{FF2B5EF4-FFF2-40B4-BE49-F238E27FC236}">
                  <ns2:creationId id="{04E44314-2F11-422A-A6A3-AE47F86DB31B}"/>
                </a:ext>
              </a:extLst>
            </p:cNvPr>
            <p:cNvSpPr>
              <a:spLocks noGrp="1"/>
            </p:cNvSpPr>
            <p:nvPr/>
          </p:nvSpPr>
          <p:spPr>
            <a:xfrm>
              <a:off x="23762891" y="3724275"/>
              <a:ext cx="15379" cy="276225"/>
            </a:xfrm>
            <a:prstGeom prst="rect">
              <a:avLst/>
            </a:prstGeom>
            <a:solidFill>
              <a:srgbClr val="D4B4CC"/>
            </a:solidFill>
            <a:ln w="0">
              <a:noFill/>
              <a:prstDash val="solid"/>
            </a:ln>
          </p:spPr>
        </p:sp>
        <p:sp>
          <p:nvSpPr>
            <p:cNvPr id="2337" name="four:time-step-strips:time-strip-tₙ-cell-165:2337">
              <a:extLst>
                <a:ext uri="{FF2B5EF4-FFF2-40B4-BE49-F238E27FC236}">
                  <ns2:creationId id="{A10EE2D5-A180-4F83-AA26-4A8041DAD351}"/>
                </a:ext>
              </a:extLst>
            </p:cNvPr>
            <p:cNvSpPr>
              <a:spLocks noGrp="1"/>
            </p:cNvSpPr>
            <p:nvPr/>
          </p:nvSpPr>
          <p:spPr>
            <a:xfrm>
              <a:off x="23778270" y="3724275"/>
              <a:ext cx="15379" cy="276225"/>
            </a:xfrm>
            <a:prstGeom prst="rect">
              <a:avLst/>
            </a:prstGeom>
            <a:solidFill>
              <a:srgbClr val="D4B4CC"/>
            </a:solidFill>
            <a:ln w="0">
              <a:noFill/>
              <a:prstDash val="solid"/>
            </a:ln>
          </p:spPr>
        </p:sp>
        <p:sp>
          <p:nvSpPr>
            <p:cNvPr id="2338" name="four:time-step-strips:time-strip-tₙ-cell-166:2338">
              <a:extLst>
                <a:ext uri="{FF2B5EF4-FFF2-40B4-BE49-F238E27FC236}">
                  <ns2:creationId id="{170141A3-8BA0-4276-8F49-0EE39E8E925B}"/>
                </a:ext>
              </a:extLst>
            </p:cNvPr>
            <p:cNvSpPr>
              <a:spLocks noGrp="1"/>
            </p:cNvSpPr>
            <p:nvPr/>
          </p:nvSpPr>
          <p:spPr>
            <a:xfrm>
              <a:off x="23793648" y="3724275"/>
              <a:ext cx="15379" cy="276225"/>
            </a:xfrm>
            <a:prstGeom prst="rect">
              <a:avLst/>
            </a:prstGeom>
            <a:solidFill>
              <a:srgbClr val="D4B4CC"/>
            </a:solidFill>
            <a:ln w="0">
              <a:noFill/>
              <a:prstDash val="solid"/>
            </a:ln>
          </p:spPr>
        </p:sp>
        <p:sp>
          <p:nvSpPr>
            <p:cNvPr id="2339" name="four:time-step-strips:time-strip-tₙ-cell-167:2339">
              <a:extLst>
                <a:ext uri="{FF2B5EF4-FFF2-40B4-BE49-F238E27FC236}">
                  <ns2:creationId id="{FDA47A2B-8442-4C1E-BE87-DFF1D75A8196}"/>
                </a:ext>
              </a:extLst>
            </p:cNvPr>
            <p:cNvSpPr>
              <a:spLocks noGrp="1"/>
            </p:cNvSpPr>
            <p:nvPr/>
          </p:nvSpPr>
          <p:spPr>
            <a:xfrm>
              <a:off x="23809027" y="3724275"/>
              <a:ext cx="15379" cy="276225"/>
            </a:xfrm>
            <a:prstGeom prst="rect">
              <a:avLst/>
            </a:prstGeom>
            <a:solidFill>
              <a:srgbClr val="D4B4CC"/>
            </a:solidFill>
            <a:ln w="0">
              <a:noFill/>
              <a:prstDash val="solid"/>
            </a:ln>
          </p:spPr>
        </p:sp>
        <p:sp>
          <p:nvSpPr>
            <p:cNvPr id="2340" name="four:time-step-strips:time-strip-tₙ-cell-168:2340">
              <a:extLst>
                <a:ext uri="{FF2B5EF4-FFF2-40B4-BE49-F238E27FC236}">
                  <ns2:creationId id="{31227E1D-BE31-42AD-8B7E-746C5D7F03AE}"/>
                </a:ext>
              </a:extLst>
            </p:cNvPr>
            <p:cNvSpPr>
              <a:spLocks noGrp="1"/>
            </p:cNvSpPr>
            <p:nvPr/>
          </p:nvSpPr>
          <p:spPr>
            <a:xfrm>
              <a:off x="23824406" y="3724275"/>
              <a:ext cx="15379" cy="276225"/>
            </a:xfrm>
            <a:prstGeom prst="rect">
              <a:avLst/>
            </a:prstGeom>
            <a:solidFill>
              <a:srgbClr val="D4B2CB"/>
            </a:solidFill>
            <a:ln w="0">
              <a:noFill/>
              <a:prstDash val="solid"/>
            </a:ln>
          </p:spPr>
        </p:sp>
        <p:sp>
          <p:nvSpPr>
            <p:cNvPr id="2341" name="four:time-step-strips:time-strip-tₙ-cell-169:2341">
              <a:extLst>
                <a:ext uri="{FF2B5EF4-FFF2-40B4-BE49-F238E27FC236}">
                  <ns2:creationId id="{1E68FAD7-22E5-4A50-AFF0-DBCA1517DD6D}"/>
                </a:ext>
              </a:extLst>
            </p:cNvPr>
            <p:cNvSpPr>
              <a:spLocks noGrp="1"/>
            </p:cNvSpPr>
            <p:nvPr/>
          </p:nvSpPr>
          <p:spPr>
            <a:xfrm>
              <a:off x="23839785" y="3724275"/>
              <a:ext cx="15379" cy="276225"/>
            </a:xfrm>
            <a:prstGeom prst="rect">
              <a:avLst/>
            </a:prstGeom>
            <a:solidFill>
              <a:srgbClr val="D3ACC7"/>
            </a:solidFill>
            <a:ln w="0">
              <a:noFill/>
              <a:prstDash val="solid"/>
            </a:ln>
          </p:spPr>
        </p:sp>
        <p:sp>
          <p:nvSpPr>
            <p:cNvPr id="2342" name="four:time-step-strips:time-strip-tₙ-cell-170:2342">
              <a:extLst>
                <a:ext uri="{FF2B5EF4-FFF2-40B4-BE49-F238E27FC236}">
                  <ns2:creationId id="{A084B730-5311-4639-8B9D-8BC69BB86C80}"/>
                </a:ext>
              </a:extLst>
            </p:cNvPr>
            <p:cNvSpPr>
              <a:spLocks noGrp="1"/>
            </p:cNvSpPr>
            <p:nvPr/>
          </p:nvSpPr>
          <p:spPr>
            <a:xfrm>
              <a:off x="23855164" y="3724275"/>
              <a:ext cx="15379" cy="276225"/>
            </a:xfrm>
            <a:prstGeom prst="rect">
              <a:avLst/>
            </a:prstGeom>
            <a:solidFill>
              <a:srgbClr val="D2A3C1"/>
            </a:solidFill>
            <a:ln w="0">
              <a:noFill/>
              <a:prstDash val="solid"/>
            </a:ln>
          </p:spPr>
        </p:sp>
        <p:sp>
          <p:nvSpPr>
            <p:cNvPr id="2343" name="four:time-step-strips:time-strip-tₙ-cell-171:2343">
              <a:extLst>
                <a:ext uri="{FF2B5EF4-FFF2-40B4-BE49-F238E27FC236}">
                  <ns2:creationId id="{732C7140-D485-484F-9B13-289092A30C50}"/>
                </a:ext>
              </a:extLst>
            </p:cNvPr>
            <p:cNvSpPr>
              <a:spLocks noGrp="1"/>
            </p:cNvSpPr>
            <p:nvPr/>
          </p:nvSpPr>
          <p:spPr>
            <a:xfrm>
              <a:off x="23870543" y="3724275"/>
              <a:ext cx="15379" cy="276225"/>
            </a:xfrm>
            <a:prstGeom prst="rect">
              <a:avLst/>
            </a:prstGeom>
            <a:solidFill>
              <a:srgbClr val="D098BA"/>
            </a:solidFill>
            <a:ln w="0">
              <a:noFill/>
              <a:prstDash val="solid"/>
            </a:ln>
          </p:spPr>
        </p:sp>
        <p:sp>
          <p:nvSpPr>
            <p:cNvPr id="2344" name="four:time-step-strips:time-strip-tₙ-cell-172:2344">
              <a:extLst>
                <a:ext uri="{FF2B5EF4-FFF2-40B4-BE49-F238E27FC236}">
                  <ns2:creationId id="{8ECCB154-9D4E-401F-913E-57A0B38AF318}"/>
                </a:ext>
              </a:extLst>
            </p:cNvPr>
            <p:cNvSpPr>
              <a:spLocks noGrp="1"/>
            </p:cNvSpPr>
            <p:nvPr/>
          </p:nvSpPr>
          <p:spPr>
            <a:xfrm>
              <a:off x="23885922" y="3724275"/>
              <a:ext cx="15379" cy="276225"/>
            </a:xfrm>
            <a:prstGeom prst="rect">
              <a:avLst/>
            </a:prstGeom>
            <a:solidFill>
              <a:srgbClr val="CF8DB3"/>
            </a:solidFill>
            <a:ln w="0">
              <a:noFill/>
              <a:prstDash val="solid"/>
            </a:ln>
          </p:spPr>
        </p:sp>
        <p:sp>
          <p:nvSpPr>
            <p:cNvPr id="2345" name="four:time-step-strips:time-strip-tₙ-cell-173:2345">
              <a:extLst>
                <a:ext uri="{FF2B5EF4-FFF2-40B4-BE49-F238E27FC236}">
                  <ns2:creationId id="{7B108A3B-9CBF-45A1-BCBB-164F62EB1044}"/>
                </a:ext>
              </a:extLst>
            </p:cNvPr>
            <p:cNvSpPr>
              <a:spLocks noGrp="1"/>
            </p:cNvSpPr>
            <p:nvPr/>
          </p:nvSpPr>
          <p:spPr>
            <a:xfrm>
              <a:off x="23901301" y="3724275"/>
              <a:ext cx="15379" cy="276225"/>
            </a:xfrm>
            <a:prstGeom prst="rect">
              <a:avLst/>
            </a:prstGeom>
            <a:solidFill>
              <a:srgbClr val="CD82AD"/>
            </a:solidFill>
            <a:ln w="0">
              <a:noFill/>
              <a:prstDash val="solid"/>
            </a:ln>
          </p:spPr>
        </p:sp>
        <p:sp>
          <p:nvSpPr>
            <p:cNvPr id="2346" name="four:time-step-strips:time-strip-tₙ-cell-174:2346">
              <a:extLst>
                <a:ext uri="{FF2B5EF4-FFF2-40B4-BE49-F238E27FC236}">
                  <ns2:creationId id="{0EA4927B-0E99-434D-87C7-68F60D0888C7}"/>
                </a:ext>
              </a:extLst>
            </p:cNvPr>
            <p:cNvSpPr>
              <a:spLocks noGrp="1"/>
            </p:cNvSpPr>
            <p:nvPr/>
          </p:nvSpPr>
          <p:spPr>
            <a:xfrm>
              <a:off x="23916680" y="3724275"/>
              <a:ext cx="15379" cy="276225"/>
            </a:xfrm>
            <a:prstGeom prst="rect">
              <a:avLst/>
            </a:prstGeom>
            <a:solidFill>
              <a:srgbClr val="CC7BA9"/>
            </a:solidFill>
            <a:ln w="0">
              <a:noFill/>
              <a:prstDash val="solid"/>
            </a:ln>
          </p:spPr>
        </p:sp>
        <p:sp>
          <p:nvSpPr>
            <p:cNvPr id="2347" name="four:time-step-strips:time-strip-tₙ-cell-175:2347">
              <a:extLst>
                <a:ext uri="{FF2B5EF4-FFF2-40B4-BE49-F238E27FC236}">
                  <ns2:creationId id="{6886A718-E09F-490F-A5DC-B4380AF326D2}"/>
                </a:ext>
              </a:extLst>
            </p:cNvPr>
            <p:cNvSpPr>
              <a:spLocks noGrp="1"/>
            </p:cNvSpPr>
            <p:nvPr/>
          </p:nvSpPr>
          <p:spPr>
            <a:xfrm>
              <a:off x="23932059" y="3724275"/>
              <a:ext cx="15379" cy="276225"/>
            </a:xfrm>
            <a:prstGeom prst="rect">
              <a:avLst/>
            </a:prstGeom>
            <a:solidFill>
              <a:srgbClr val="CC79A7"/>
            </a:solidFill>
            <a:ln w="0">
              <a:noFill/>
              <a:prstDash val="solid"/>
            </a:ln>
          </p:spPr>
        </p:sp>
        <p:sp>
          <p:nvSpPr>
            <p:cNvPr id="2348" name="four:time-step-strips:time-strip-tₙ-cell-176:2348">
              <a:extLst>
                <a:ext uri="{FF2B5EF4-FFF2-40B4-BE49-F238E27FC236}">
                  <ns2:creationId id="{FB1776B4-34F5-4C28-B9C2-C37028C4A6B4}"/>
                </a:ext>
              </a:extLst>
            </p:cNvPr>
            <p:cNvSpPr>
              <a:spLocks noGrp="1"/>
            </p:cNvSpPr>
            <p:nvPr/>
          </p:nvSpPr>
          <p:spPr>
            <a:xfrm>
              <a:off x="23947438" y="3724275"/>
              <a:ext cx="15379" cy="276225"/>
            </a:xfrm>
            <a:prstGeom prst="rect">
              <a:avLst/>
            </a:prstGeom>
            <a:solidFill>
              <a:srgbClr val="CC79A7"/>
            </a:solidFill>
            <a:ln w="0">
              <a:noFill/>
              <a:prstDash val="solid"/>
            </a:ln>
          </p:spPr>
        </p:sp>
        <p:sp>
          <p:nvSpPr>
            <p:cNvPr id="2349" name="four:time-step-strips:time-strip-tₙ-cell-177:2349">
              <a:extLst>
                <a:ext uri="{FF2B5EF4-FFF2-40B4-BE49-F238E27FC236}">
                  <ns2:creationId id="{FEA54BEC-7D00-4DA4-999A-B624654BADF6}"/>
                </a:ext>
              </a:extLst>
            </p:cNvPr>
            <p:cNvSpPr>
              <a:spLocks noGrp="1"/>
            </p:cNvSpPr>
            <p:nvPr/>
          </p:nvSpPr>
          <p:spPr>
            <a:xfrm>
              <a:off x="23962816" y="3724275"/>
              <a:ext cx="15379" cy="276225"/>
            </a:xfrm>
            <a:prstGeom prst="rect">
              <a:avLst/>
            </a:prstGeom>
            <a:solidFill>
              <a:srgbClr val="CC79A7"/>
            </a:solidFill>
            <a:ln w="0">
              <a:noFill/>
              <a:prstDash val="solid"/>
            </a:ln>
          </p:spPr>
        </p:sp>
        <p:sp>
          <p:nvSpPr>
            <p:cNvPr id="2350" name="four:time-step-strips:time-strip-tₙ-cell-178:2350">
              <a:extLst>
                <a:ext uri="{FF2B5EF4-FFF2-40B4-BE49-F238E27FC236}">
                  <ns2:creationId id="{C6CB000C-6886-44A2-BA0B-89B44735C0F9}"/>
                </a:ext>
              </a:extLst>
            </p:cNvPr>
            <p:cNvSpPr>
              <a:spLocks noGrp="1"/>
            </p:cNvSpPr>
            <p:nvPr/>
          </p:nvSpPr>
          <p:spPr>
            <a:xfrm>
              <a:off x="23978195" y="3724275"/>
              <a:ext cx="15379" cy="276225"/>
            </a:xfrm>
            <a:prstGeom prst="rect">
              <a:avLst/>
            </a:prstGeom>
            <a:solidFill>
              <a:srgbClr val="CC79A7"/>
            </a:solidFill>
            <a:ln w="0">
              <a:noFill/>
              <a:prstDash val="solid"/>
            </a:ln>
          </p:spPr>
        </p:sp>
        <p:sp>
          <p:nvSpPr>
            <p:cNvPr id="2351" name="four:time-step-strips:time-strip-tₙ-cell-179:2351">
              <a:extLst>
                <a:ext uri="{FF2B5EF4-FFF2-40B4-BE49-F238E27FC236}">
                  <ns2:creationId id="{F2B16EB0-0FF5-43CE-8285-A62F93A4F640}"/>
                </a:ext>
              </a:extLst>
            </p:cNvPr>
            <p:cNvSpPr>
              <a:spLocks noGrp="1"/>
            </p:cNvSpPr>
            <p:nvPr/>
          </p:nvSpPr>
          <p:spPr>
            <a:xfrm>
              <a:off x="23993574" y="3724275"/>
              <a:ext cx="15379" cy="276225"/>
            </a:xfrm>
            <a:prstGeom prst="rect">
              <a:avLst/>
            </a:prstGeom>
            <a:solidFill>
              <a:srgbClr val="CC79A7"/>
            </a:solidFill>
            <a:ln w="0">
              <a:noFill/>
              <a:prstDash val="solid"/>
            </a:ln>
          </p:spPr>
        </p:sp>
        <p:sp>
          <p:nvSpPr>
            <p:cNvPr id="2352" name="four:time-step-strips:time-strip-tₙ-cell-180:2352">
              <a:extLst>
                <a:ext uri="{FF2B5EF4-FFF2-40B4-BE49-F238E27FC236}">
                  <ns2:creationId id="{ECAB9A5E-ED82-4A38-ADAD-2EBBACBC1B63}"/>
                </a:ext>
              </a:extLst>
            </p:cNvPr>
            <p:cNvSpPr>
              <a:spLocks noGrp="1"/>
            </p:cNvSpPr>
            <p:nvPr/>
          </p:nvSpPr>
          <p:spPr>
            <a:xfrm>
              <a:off x="24008953" y="3724275"/>
              <a:ext cx="15379" cy="276225"/>
            </a:xfrm>
            <a:prstGeom prst="rect">
              <a:avLst/>
            </a:prstGeom>
            <a:solidFill>
              <a:srgbClr val="CC79A7"/>
            </a:solidFill>
            <a:ln w="0">
              <a:noFill/>
              <a:prstDash val="solid"/>
            </a:ln>
          </p:spPr>
        </p:sp>
        <p:sp>
          <p:nvSpPr>
            <p:cNvPr id="2353" name="four:time-step-strips:time-strip-tₙ-cell-181:2353">
              <a:extLst>
                <a:ext uri="{FF2B5EF4-FFF2-40B4-BE49-F238E27FC236}">
                  <ns2:creationId id="{8CA83B4E-0915-48DB-AE0A-7FB82ED6E18E}"/>
                </a:ext>
              </a:extLst>
            </p:cNvPr>
            <p:cNvSpPr>
              <a:spLocks noGrp="1"/>
            </p:cNvSpPr>
            <p:nvPr/>
          </p:nvSpPr>
          <p:spPr>
            <a:xfrm>
              <a:off x="24024332" y="3724275"/>
              <a:ext cx="15379" cy="276225"/>
            </a:xfrm>
            <a:prstGeom prst="rect">
              <a:avLst/>
            </a:prstGeom>
            <a:solidFill>
              <a:srgbClr val="CC79A7"/>
            </a:solidFill>
            <a:ln w="0">
              <a:noFill/>
              <a:prstDash val="solid"/>
            </a:ln>
          </p:spPr>
        </p:sp>
        <p:sp>
          <p:nvSpPr>
            <p:cNvPr id="2354" name="four:time-step-strips:time-strip-tₙ-cell-182:2354">
              <a:extLst>
                <a:ext uri="{FF2B5EF4-FFF2-40B4-BE49-F238E27FC236}">
                  <ns2:creationId id="{88F17DA6-0B20-4F05-9FA7-49EC053A36FE}"/>
                </a:ext>
              </a:extLst>
            </p:cNvPr>
            <p:cNvSpPr>
              <a:spLocks noGrp="1"/>
            </p:cNvSpPr>
            <p:nvPr/>
          </p:nvSpPr>
          <p:spPr>
            <a:xfrm>
              <a:off x="24039711" y="3724275"/>
              <a:ext cx="15379" cy="276225"/>
            </a:xfrm>
            <a:prstGeom prst="rect">
              <a:avLst/>
            </a:prstGeom>
            <a:solidFill>
              <a:srgbClr val="CC79A7"/>
            </a:solidFill>
            <a:ln w="0">
              <a:noFill/>
              <a:prstDash val="solid"/>
            </a:ln>
          </p:spPr>
        </p:sp>
        <p:sp>
          <p:nvSpPr>
            <p:cNvPr id="2355" name="four:time-step-strips:time-strip-tₙ-cell-183:2355">
              <a:extLst>
                <a:ext uri="{FF2B5EF4-FFF2-40B4-BE49-F238E27FC236}">
                  <ns2:creationId id="{7071078F-D59F-473B-9A8A-C31F0306140B}"/>
                </a:ext>
              </a:extLst>
            </p:cNvPr>
            <p:cNvSpPr>
              <a:spLocks noGrp="1"/>
            </p:cNvSpPr>
            <p:nvPr/>
          </p:nvSpPr>
          <p:spPr>
            <a:xfrm>
              <a:off x="24055090" y="3724275"/>
              <a:ext cx="15379" cy="276225"/>
            </a:xfrm>
            <a:prstGeom prst="rect">
              <a:avLst/>
            </a:prstGeom>
            <a:solidFill>
              <a:srgbClr val="CC79A7"/>
            </a:solidFill>
            <a:ln w="0">
              <a:noFill/>
              <a:prstDash val="solid"/>
            </a:ln>
          </p:spPr>
        </p:sp>
        <p:sp>
          <p:nvSpPr>
            <p:cNvPr id="2356" name="four:time-step-strips:time-strip-tₙ-cell-184:2356">
              <a:extLst>
                <a:ext uri="{FF2B5EF4-FFF2-40B4-BE49-F238E27FC236}">
                  <ns2:creationId id="{AA389C50-1257-44A6-A4A3-1FBFEC77C304}"/>
                </a:ext>
              </a:extLst>
            </p:cNvPr>
            <p:cNvSpPr>
              <a:spLocks noGrp="1"/>
            </p:cNvSpPr>
            <p:nvPr/>
          </p:nvSpPr>
          <p:spPr>
            <a:xfrm>
              <a:off x="24070469" y="3724275"/>
              <a:ext cx="15379" cy="276225"/>
            </a:xfrm>
            <a:prstGeom prst="rect">
              <a:avLst/>
            </a:prstGeom>
            <a:solidFill>
              <a:srgbClr val="CD7EAA"/>
            </a:solidFill>
            <a:ln w="0">
              <a:noFill/>
              <a:prstDash val="solid"/>
            </a:ln>
          </p:spPr>
        </p:sp>
        <p:sp>
          <p:nvSpPr>
            <p:cNvPr id="2357" name="four:time-step-strips:time-strip-tₙ-cell-185:2357">
              <a:extLst>
                <a:ext uri="{FF2B5EF4-FFF2-40B4-BE49-F238E27FC236}">
                  <ns2:creationId id="{CCCEED19-90D6-452C-9DFF-99FE335A2491}"/>
                </a:ext>
              </a:extLst>
            </p:cNvPr>
            <p:cNvSpPr>
              <a:spLocks noGrp="1"/>
            </p:cNvSpPr>
            <p:nvPr/>
          </p:nvSpPr>
          <p:spPr>
            <a:xfrm>
              <a:off x="24085848" y="3724275"/>
              <a:ext cx="15379" cy="276225"/>
            </a:xfrm>
            <a:prstGeom prst="rect">
              <a:avLst/>
            </a:prstGeom>
            <a:solidFill>
              <a:srgbClr val="D19CBD"/>
            </a:solidFill>
            <a:ln w="0">
              <a:noFill/>
              <a:prstDash val="solid"/>
            </a:ln>
          </p:spPr>
        </p:sp>
        <p:sp>
          <p:nvSpPr>
            <p:cNvPr id="2358" name="four:time-step-strips:time-strip-tₙ-cell-186:2358">
              <a:extLst>
                <a:ext uri="{FF2B5EF4-FFF2-40B4-BE49-F238E27FC236}">
                  <ns2:creationId id="{132B9760-4CFE-4875-9BF8-764EF642D37E}"/>
                </a:ext>
              </a:extLst>
            </p:cNvPr>
            <p:cNvSpPr>
              <a:spLocks noGrp="1"/>
            </p:cNvSpPr>
            <p:nvPr/>
          </p:nvSpPr>
          <p:spPr>
            <a:xfrm>
              <a:off x="24101227" y="3724275"/>
              <a:ext cx="15379" cy="276225"/>
            </a:xfrm>
            <a:prstGeom prst="rect">
              <a:avLst/>
            </a:prstGeom>
            <a:solidFill>
              <a:srgbClr val="D7C5D7"/>
            </a:solidFill>
            <a:ln w="0">
              <a:noFill/>
              <a:prstDash val="solid"/>
            </a:ln>
          </p:spPr>
        </p:sp>
        <p:sp>
          <p:nvSpPr>
            <p:cNvPr id="2359" name="four:time-step-strips:time-strip-tₙ-cell-187:2359">
              <a:extLst>
                <a:ext uri="{FF2B5EF4-FFF2-40B4-BE49-F238E27FC236}">
                  <ns2:creationId id="{5F3D19B3-7ECD-4CB5-96D9-E5123EB41942}"/>
                </a:ext>
              </a:extLst>
            </p:cNvPr>
            <p:cNvSpPr>
              <a:spLocks noGrp="1"/>
            </p:cNvSpPr>
            <p:nvPr/>
          </p:nvSpPr>
          <p:spPr>
            <a:xfrm>
              <a:off x="24116605" y="3724275"/>
              <a:ext cx="15379" cy="276225"/>
            </a:xfrm>
            <a:prstGeom prst="rect">
              <a:avLst/>
            </a:prstGeom>
            <a:solidFill>
              <a:srgbClr val="DBE4E7"/>
            </a:solidFill>
            <a:ln w="0">
              <a:noFill/>
              <a:prstDash val="solid"/>
            </a:ln>
          </p:spPr>
        </p:sp>
        <p:sp>
          <p:nvSpPr>
            <p:cNvPr id="2360" name="four:time-step-strips:time-strip-tₙ-cell-188:2360">
              <a:extLst>
                <a:ext uri="{FF2B5EF4-FFF2-40B4-BE49-F238E27FC236}">
                  <ns2:creationId id="{140E1524-20B5-48EA-8A16-0FD5587E8AF4}"/>
                </a:ext>
              </a:extLst>
            </p:cNvPr>
            <p:cNvSpPr>
              <a:spLocks noGrp="1"/>
            </p:cNvSpPr>
            <p:nvPr/>
          </p:nvSpPr>
          <p:spPr>
            <a:xfrm>
              <a:off x="24131984" y="3724275"/>
              <a:ext cx="15379" cy="276225"/>
            </a:xfrm>
            <a:prstGeom prst="rect">
              <a:avLst/>
            </a:prstGeom>
            <a:solidFill>
              <a:srgbClr val="DCE8ED"/>
            </a:solidFill>
            <a:ln w="0">
              <a:noFill/>
              <a:prstDash val="solid"/>
            </a:ln>
          </p:spPr>
        </p:sp>
        <p:sp>
          <p:nvSpPr>
            <p:cNvPr id="2361" name="four:time-step-strips:time-strip-tₙ-cell-189:2361">
              <a:extLst>
                <a:ext uri="{FF2B5EF4-FFF2-40B4-BE49-F238E27FC236}">
                  <ns2:creationId id="{4B4842ED-B599-4860-B2A2-3B7B378292A6}"/>
                </a:ext>
              </a:extLst>
            </p:cNvPr>
            <p:cNvSpPr>
              <a:spLocks noGrp="1"/>
            </p:cNvSpPr>
            <p:nvPr/>
          </p:nvSpPr>
          <p:spPr>
            <a:xfrm>
              <a:off x="24147363" y="3724275"/>
              <a:ext cx="15379" cy="276225"/>
            </a:xfrm>
            <a:prstGeom prst="rect">
              <a:avLst/>
            </a:prstGeom>
            <a:solidFill>
              <a:srgbClr val="DCE8ED"/>
            </a:solidFill>
            <a:ln w="0">
              <a:noFill/>
              <a:prstDash val="solid"/>
            </a:ln>
          </p:spPr>
        </p:sp>
        <p:sp>
          <p:nvSpPr>
            <p:cNvPr id="2362" name="four:time-step-strips:time-strip-tₙ-cell-190:2362">
              <a:extLst>
                <a:ext uri="{FF2B5EF4-FFF2-40B4-BE49-F238E27FC236}">
                  <ns2:creationId id="{1183C683-67EB-4A40-ACEF-C23D1AF20172}"/>
                </a:ext>
              </a:extLst>
            </p:cNvPr>
            <p:cNvSpPr>
              <a:spLocks noGrp="1"/>
            </p:cNvSpPr>
            <p:nvPr/>
          </p:nvSpPr>
          <p:spPr>
            <a:xfrm>
              <a:off x="24162742" y="3724275"/>
              <a:ext cx="15379" cy="276225"/>
            </a:xfrm>
            <a:prstGeom prst="rect">
              <a:avLst/>
            </a:prstGeom>
            <a:solidFill>
              <a:srgbClr val="DCE8ED"/>
            </a:solidFill>
            <a:ln w="0">
              <a:noFill/>
              <a:prstDash val="solid"/>
            </a:ln>
          </p:spPr>
        </p:sp>
        <p:sp>
          <p:nvSpPr>
            <p:cNvPr id="2363" name="four:time-step-strips:time-strip-tₙ-cell-191:2363">
              <a:extLst>
                <a:ext uri="{FF2B5EF4-FFF2-40B4-BE49-F238E27FC236}">
                  <ns2:creationId id="{A8E702EE-D0FA-4C66-B9D4-13DF83855D10}"/>
                </a:ext>
              </a:extLst>
            </p:cNvPr>
            <p:cNvSpPr>
              <a:spLocks noGrp="1"/>
            </p:cNvSpPr>
            <p:nvPr/>
          </p:nvSpPr>
          <p:spPr>
            <a:xfrm>
              <a:off x="24178121" y="3724275"/>
              <a:ext cx="15379" cy="276225"/>
            </a:xfrm>
            <a:prstGeom prst="rect">
              <a:avLst/>
            </a:prstGeom>
            <a:solidFill>
              <a:srgbClr val="DCE8ED"/>
            </a:solidFill>
            <a:ln w="0">
              <a:noFill/>
              <a:prstDash val="solid"/>
            </a:ln>
          </p:spPr>
        </p:sp>
        <p:sp>
          <p:nvSpPr>
            <p:cNvPr id="2364" name="four:time-step-strips:time-strip-tₙ-border:2364">
              <a:extLst>
                <a:ext uri="{FF2B5EF4-FFF2-40B4-BE49-F238E27FC236}">
                  <ns2:creationId id="{82565AF3-8BB0-4273-844A-A396ADAB7F47}"/>
                </a:ext>
              </a:extLst>
            </p:cNvPr>
            <p:cNvSpPr>
              <a:spLocks noGrp="1"/>
            </p:cNvSpPr>
            <p:nvPr/>
          </p:nvSpPr>
          <p:spPr>
            <a:xfrm>
              <a:off x="21240750" y="3724275"/>
              <a:ext cx="2952750" cy="276225"/>
            </a:xfrm>
            <a:prstGeom prst="rect">
              <a:avLst/>
            </a:prstGeom>
            <a:noFill/>
            <a:ln w="7620">
              <a:solidFill>
                <a:srgbClr val="263238"/>
              </a:solidFill>
              <a:prstDash val="solid"/>
            </a:ln>
          </p:spPr>
        </p:sp>
        <p:sp>
          <p:nvSpPr>
            <p:cNvPr id="2365" name="four:time-step-strips:line:2365">
              <a:extLst>
                <a:ext uri="{FF2B5EF4-FFF2-40B4-BE49-F238E27FC236}">
                  <ns2:creationId id="{0DF89B7C-E8DA-42E6-B7C2-017B720EF7DB}"/>
                </a:ext>
              </a:extLst>
            </p:cNvPr>
            <p:cNvSpPr>
              <a:spLocks noGrp="1"/>
            </p:cNvSpPr>
            <p:nvPr/>
          </p:nvSpPr>
          <p:spPr>
            <a:xfrm>
              <a:off x="24336375" y="1676400"/>
              <a:ext cx="953" cy="2324100"/>
            </a:xfrm>
            <a:custGeom>
              <a:pathLst>
                <a:path w="953" h="2324100">
                  <a:moveTo>
                    <a:pt x="0" y="0"/>
                  </a:moveTo>
                  <a:lnTo>
                    <a:pt x="0" y="2324100"/>
                  </a:lnTo>
                </a:path>
              </a:pathLst>
            </a:custGeom>
            <a:noFill/>
            <a:ln w="13335">
              <a:solidFill>
                <a:srgbClr val="5DA4CB"/>
              </a:solidFill>
              <a:prstDash val="solid"/>
            </a:ln>
          </p:spPr>
        </p:sp>
        <p:sp>
          <p:nvSpPr>
            <p:cNvPr id="2366" name="four:time-step-strips:polygon:2366">
              <a:extLst>
                <a:ext uri="{FF2B5EF4-FFF2-40B4-BE49-F238E27FC236}">
                  <ns2:creationId id="{83F2BE99-C244-4D33-B2B1-0C2B1BC580E9}"/>
                </a:ext>
              </a:extLst>
            </p:cNvPr>
            <p:cNvSpPr>
              <a:spLocks noGrp="1"/>
            </p:cNvSpPr>
            <p:nvPr/>
          </p:nvSpPr>
          <p:spPr>
            <a:xfrm>
              <a:off x="24303609" y="3924300"/>
              <a:ext cx="65532" cy="76200"/>
            </a:xfrm>
            <a:custGeom>
              <a:pathLst>
                <a:path w="65532" h="76200">
                  <a:moveTo>
                    <a:pt x="32766" y="76200"/>
                  </a:moveTo>
                  <a:lnTo>
                    <a:pt x="65532" y="0"/>
                  </a:lnTo>
                  <a:lnTo>
                    <a:pt x="0" y="0"/>
                  </a:lnTo>
                  <a:close/>
                </a:path>
              </a:pathLst>
            </a:custGeom>
            <a:solidFill>
              <a:srgbClr val="5DA4CB"/>
            </a:solidFill>
            <a:ln w="0">
              <a:noFill/>
              <a:prstDash val="solid"/>
            </a:ln>
          </p:spPr>
        </p:sp>
        <p:sp>
          <p:nvSpPr>
            <p:cNvPr id="2367" name="four:time-step-strips:textbox:2367">
              <a:extLst>
                <a:ext uri="{FF2B5EF4-FFF2-40B4-BE49-F238E27FC236}">
                  <ns2:creationId id="{56F0098B-AED1-4516-8863-27470BED3A06}"/>
                </a:ext>
              </a:extLst>
            </p:cNvPr>
            <p:cNvSpPr>
              <a:spLocks noGrp="1"/>
            </p:cNvSpPr>
            <p:nvPr/>
          </p:nvSpPr>
          <p:spPr>
            <a:xfrm>
              <a:off x="24355425" y="2686050"/>
              <a:ext cx="190500" cy="342900"/>
            </a:xfrm>
            <a:prstGeom prst="rect">
              <a:avLst/>
            </a:prstGeom>
            <a:noFill/>
            <a:ln w="0">
              <a:noFill/>
              <a:prstDash val="solid"/>
            </a:ln>
          </p:spPr>
          <p:txBody>
            <a:bodyPr wrap="none" lIns="0" tIns="0" rIns="0" bIns="0" anchor="ctr">
              <a:normAutofit fontScale="100000"/>
            </a:bodyPr>
            <a:lstStyle>
              <a:defPPr algn="ctr">
                <a:defRPr sz="1875" b="0">
                  <a:solidFill>
                    <a:srgbClr val="7B8790"/>
                  </a:solidFill>
                  <a:latin typeface="Arial"/>
                  <a:ea typeface="Arial"/>
                  <a:cs typeface="Arial"/>
                </a:defRPr>
              </a:defPPr>
            </a:lstStyle>
            <a:p>
              <a:pPr algn="ctr">
                <a:defRPr sz="1875" b="0">
                  <a:solidFill>
                    <a:srgbClr val="7B8790"/>
                  </a:solidFill>
                  <a:latin typeface="Arial"/>
                  <a:ea typeface="Arial"/>
                  <a:cs typeface="Arial"/>
                </a:defRPr>
              </a:pPr>
              <a:r>
                <a:rPr sz="1875" b="0">
                  <a:solidFill>
                    <a:srgbClr val="7B8790"/>
                  </a:solidFill>
                  <a:latin typeface="Arial"/>
                  <a:ea typeface="Arial"/>
                  <a:cs typeface="Arial"/>
                </a:rPr>
                <a:t>t</a:t>
              </a:r>
            </a:p>
          </p:txBody>
        </p:sp>
        <p:sp>
          <p:nvSpPr>
            <p:cNvPr id="2368" name="four:time-step-strips:line:2368">
              <a:extLst>
                <a:ext uri="{FF2B5EF4-FFF2-40B4-BE49-F238E27FC236}">
                  <ns2:creationId id="{24E8CF95-85F9-4515-B7E0-38ACCA27774C}"/>
                </a:ext>
              </a:extLst>
            </p:cNvPr>
            <p:cNvSpPr>
              <a:spLocks noGrp="1"/>
            </p:cNvSpPr>
            <p:nvPr/>
          </p:nvSpPr>
          <p:spPr>
            <a:xfrm>
              <a:off x="22650450" y="4286250"/>
              <a:ext cx="953" cy="123825"/>
            </a:xfrm>
            <a:custGeom>
              <a:pathLst>
                <a:path w="953" h="123825">
                  <a:moveTo>
                    <a:pt x="0" y="0"/>
                  </a:moveTo>
                  <a:lnTo>
                    <a:pt x="0" y="123825"/>
                  </a:lnTo>
                </a:path>
              </a:pathLst>
            </a:custGeom>
            <a:noFill/>
            <a:ln w="15240">
              <a:solidFill>
                <a:srgbClr val="5DA4CB"/>
              </a:solidFill>
              <a:prstDash val="solid"/>
            </a:ln>
          </p:spPr>
        </p:sp>
        <p:sp>
          <p:nvSpPr>
            <p:cNvPr id="2369" name="four:time-step-strips:polygon:2369">
              <a:extLst>
                <a:ext uri="{FF2B5EF4-FFF2-40B4-BE49-F238E27FC236}">
                  <ns2:creationId id="{AE519584-719A-4C30-9CD5-63B2CFEB1043}"/>
                </a:ext>
              </a:extLst>
            </p:cNvPr>
            <p:cNvSpPr>
              <a:spLocks noGrp="1"/>
            </p:cNvSpPr>
            <p:nvPr/>
          </p:nvSpPr>
          <p:spPr>
            <a:xfrm>
              <a:off x="22621780" y="4343400"/>
              <a:ext cx="57341" cy="66675"/>
            </a:xfrm>
            <a:custGeom>
              <a:pathLst>
                <a:path w="57341" h="66675">
                  <a:moveTo>
                    <a:pt x="28670" y="66675"/>
                  </a:moveTo>
                  <a:lnTo>
                    <a:pt x="57341" y="0"/>
                  </a:lnTo>
                  <a:lnTo>
                    <a:pt x="0" y="0"/>
                  </a:lnTo>
                  <a:close/>
                </a:path>
              </a:pathLst>
            </a:custGeom>
            <a:solidFill>
              <a:srgbClr val="5DA4CB"/>
            </a:solidFill>
            <a:ln w="0">
              <a:noFill/>
              <a:prstDash val="solid"/>
            </a:ln>
          </p:spPr>
        </p:sp>
      </p:grpSp>
      <p:grpSp>
        <p:nvGrpSpPr>
          <p:cNvPr id="3188" name="rotate-and-assemble"/>
          <p:cNvGrpSpPr/>
          <p:nvPr/>
        </p:nvGrpSpPr>
        <p:grpSpPr>
          <a:xfrm>
            <a:off x="0" y="0"/>
            <a:ext cx="24955500" cy="8572500"/>
            <a:chOff x="0" y="0"/>
            <a:chExt cx="24955500" cy="8572500"/>
          </a:xfrm>
        </p:grpSpPr>
        <p:sp>
          <p:nvSpPr>
            <p:cNvPr id="2370" name="four:rotate-and-assemble:line:2370">
              <a:extLst>
                <a:ext uri="{FF2B5EF4-FFF2-40B4-BE49-F238E27FC236}">
                  <ns2:creationId id="{349C2297-C3CF-44F3-9FE4-99337A4BB222}"/>
                </a:ext>
              </a:extLst>
            </p:cNvPr>
            <p:cNvSpPr>
              <a:spLocks noGrp="1"/>
            </p:cNvSpPr>
            <p:nvPr/>
          </p:nvSpPr>
          <p:spPr>
            <a:xfrm>
              <a:off x="23087513" y="4889995"/>
              <a:ext cx="1087" cy="24905"/>
            </a:xfrm>
            <a:custGeom>
              <a:pathLst>
                <a:path w="1087" h="24905">
                  <a:moveTo>
                    <a:pt x="1087" y="24905"/>
                  </a:moveTo>
                  <a:lnTo>
                    <a:pt x="0" y="0"/>
                  </a:lnTo>
                </a:path>
              </a:pathLst>
            </a:custGeom>
            <a:noFill/>
            <a:ln w="26670">
              <a:solidFill>
                <a:srgbClr val="6F8EA9"/>
              </a:solidFill>
              <a:prstDash val="solid"/>
            </a:ln>
          </p:spPr>
        </p:sp>
        <p:sp>
          <p:nvSpPr>
            <p:cNvPr id="2371" name="four:rotate-and-assemble:line:2371">
              <a:extLst>
                <a:ext uri="{FF2B5EF4-FFF2-40B4-BE49-F238E27FC236}">
                  <ns2:creationId id="{CA4DE2DD-9223-4A56-BC20-B7A27B4D482D}"/>
                </a:ext>
              </a:extLst>
            </p:cNvPr>
            <p:cNvSpPr>
              <a:spLocks noGrp="1"/>
            </p:cNvSpPr>
            <p:nvPr/>
          </p:nvSpPr>
          <p:spPr>
            <a:xfrm>
              <a:off x="23084259" y="4865280"/>
              <a:ext cx="3254" cy="24715"/>
            </a:xfrm>
            <a:custGeom>
              <a:pathLst>
                <a:path w="3254" h="24715">
                  <a:moveTo>
                    <a:pt x="3254" y="24715"/>
                  </a:moveTo>
                  <a:lnTo>
                    <a:pt x="0" y="0"/>
                  </a:lnTo>
                </a:path>
              </a:pathLst>
            </a:custGeom>
            <a:noFill/>
            <a:ln w="26670">
              <a:solidFill>
                <a:srgbClr val="6F8EA9"/>
              </a:solidFill>
              <a:prstDash val="solid"/>
            </a:ln>
          </p:spPr>
        </p:sp>
        <p:sp>
          <p:nvSpPr>
            <p:cNvPr id="2372" name="four:rotate-and-assemble:line:2372">
              <a:extLst>
                <a:ext uri="{FF2B5EF4-FFF2-40B4-BE49-F238E27FC236}">
                  <ns2:creationId id="{58CAD3DF-CF1F-4737-B8A4-D5D242891B74}"/>
                </a:ext>
              </a:extLst>
            </p:cNvPr>
            <p:cNvSpPr>
              <a:spLocks noGrp="1"/>
            </p:cNvSpPr>
            <p:nvPr/>
          </p:nvSpPr>
          <p:spPr>
            <a:xfrm>
              <a:off x="23078863" y="4840942"/>
              <a:ext cx="5396" cy="24338"/>
            </a:xfrm>
            <a:custGeom>
              <a:pathLst>
                <a:path w="5396" h="24338">
                  <a:moveTo>
                    <a:pt x="5396" y="24338"/>
                  </a:moveTo>
                  <a:lnTo>
                    <a:pt x="0" y="0"/>
                  </a:lnTo>
                </a:path>
              </a:pathLst>
            </a:custGeom>
            <a:noFill/>
            <a:ln w="26670">
              <a:solidFill>
                <a:srgbClr val="6F8EA9"/>
              </a:solidFill>
              <a:prstDash val="solid"/>
            </a:ln>
          </p:spPr>
        </p:sp>
        <p:sp>
          <p:nvSpPr>
            <p:cNvPr id="2373" name="four:rotate-and-assemble:line:2373">
              <a:extLst>
                <a:ext uri="{FF2B5EF4-FFF2-40B4-BE49-F238E27FC236}">
                  <ns2:creationId id="{1E89A977-8B2E-41EC-B7D9-00D5C27570AE}"/>
                </a:ext>
              </a:extLst>
            </p:cNvPr>
            <p:cNvSpPr>
              <a:spLocks noGrp="1"/>
            </p:cNvSpPr>
            <p:nvPr/>
          </p:nvSpPr>
          <p:spPr>
            <a:xfrm>
              <a:off x="23071367" y="4817168"/>
              <a:ext cx="7496" cy="23775"/>
            </a:xfrm>
            <a:custGeom>
              <a:pathLst>
                <a:path w="7496" h="23775">
                  <a:moveTo>
                    <a:pt x="7496" y="23775"/>
                  </a:moveTo>
                  <a:lnTo>
                    <a:pt x="0" y="0"/>
                  </a:lnTo>
                </a:path>
              </a:pathLst>
            </a:custGeom>
            <a:noFill/>
            <a:ln w="26670">
              <a:solidFill>
                <a:srgbClr val="6F8EA9"/>
              </a:solidFill>
              <a:prstDash val="solid"/>
            </a:ln>
          </p:spPr>
        </p:sp>
        <p:sp>
          <p:nvSpPr>
            <p:cNvPr id="2374" name="four:rotate-and-assemble:line:2374">
              <a:extLst>
                <a:ext uri="{FF2B5EF4-FFF2-40B4-BE49-F238E27FC236}">
                  <ns2:creationId id="{1FC81BBE-477C-4440-AF41-757A6F5B414C}"/>
                </a:ext>
              </a:extLst>
            </p:cNvPr>
            <p:cNvSpPr>
              <a:spLocks noGrp="1"/>
            </p:cNvSpPr>
            <p:nvPr/>
          </p:nvSpPr>
          <p:spPr>
            <a:xfrm>
              <a:off x="23061827" y="4794137"/>
              <a:ext cx="9540" cy="23031"/>
            </a:xfrm>
            <a:custGeom>
              <a:pathLst>
                <a:path w="9540" h="23031">
                  <a:moveTo>
                    <a:pt x="9540" y="23031"/>
                  </a:moveTo>
                  <a:lnTo>
                    <a:pt x="0" y="0"/>
                  </a:lnTo>
                </a:path>
              </a:pathLst>
            </a:custGeom>
            <a:noFill/>
            <a:ln w="26670">
              <a:solidFill>
                <a:srgbClr val="6F8EA9"/>
              </a:solidFill>
              <a:prstDash val="solid"/>
            </a:ln>
          </p:spPr>
        </p:sp>
        <p:sp>
          <p:nvSpPr>
            <p:cNvPr id="2375" name="four:rotate-and-assemble:line:2375">
              <a:extLst>
                <a:ext uri="{FF2B5EF4-FFF2-40B4-BE49-F238E27FC236}">
                  <ns2:creationId id="{83290639-6BF2-4039-AB9E-7F93191CE3F2}"/>
                </a:ext>
              </a:extLst>
            </p:cNvPr>
            <p:cNvSpPr>
              <a:spLocks noGrp="1"/>
            </p:cNvSpPr>
            <p:nvPr/>
          </p:nvSpPr>
          <p:spPr>
            <a:xfrm>
              <a:off x="23050317" y="4772025"/>
              <a:ext cx="11511" cy="22112"/>
            </a:xfrm>
            <a:custGeom>
              <a:pathLst>
                <a:path w="11511" h="22112">
                  <a:moveTo>
                    <a:pt x="11511" y="22112"/>
                  </a:moveTo>
                  <a:lnTo>
                    <a:pt x="0" y="0"/>
                  </a:lnTo>
                </a:path>
              </a:pathLst>
            </a:custGeom>
            <a:noFill/>
            <a:ln w="26670">
              <a:solidFill>
                <a:srgbClr val="6F8EA9"/>
              </a:solidFill>
              <a:prstDash val="solid"/>
            </a:ln>
          </p:spPr>
        </p:sp>
        <p:sp>
          <p:nvSpPr>
            <p:cNvPr id="2376" name="four:rotate-and-assemble:line:2376">
              <a:extLst>
                <a:ext uri="{FF2B5EF4-FFF2-40B4-BE49-F238E27FC236}">
                  <ns2:creationId id="{AE5EA3DA-7EFA-47FE-9EEA-AB3B9ACF2C55}"/>
                </a:ext>
              </a:extLst>
            </p:cNvPr>
            <p:cNvSpPr>
              <a:spLocks noGrp="1"/>
            </p:cNvSpPr>
            <p:nvPr/>
          </p:nvSpPr>
          <p:spPr>
            <a:xfrm>
              <a:off x="23036923" y="4751001"/>
              <a:ext cx="13394" cy="21024"/>
            </a:xfrm>
            <a:custGeom>
              <a:pathLst>
                <a:path w="13394" h="21024">
                  <a:moveTo>
                    <a:pt x="13394" y="21024"/>
                  </a:moveTo>
                  <a:lnTo>
                    <a:pt x="0" y="0"/>
                  </a:lnTo>
                </a:path>
              </a:pathLst>
            </a:custGeom>
            <a:noFill/>
            <a:ln w="26670">
              <a:solidFill>
                <a:srgbClr val="6F8EA9"/>
              </a:solidFill>
              <a:prstDash val="solid"/>
            </a:ln>
          </p:spPr>
        </p:sp>
        <p:sp>
          <p:nvSpPr>
            <p:cNvPr id="2377" name="four:rotate-and-assemble:line:2377">
              <a:extLst>
                <a:ext uri="{FF2B5EF4-FFF2-40B4-BE49-F238E27FC236}">
                  <ns2:creationId id="{4C82E25B-08A6-4D17-A2F9-C161782C6438}"/>
                </a:ext>
              </a:extLst>
            </p:cNvPr>
            <p:cNvSpPr>
              <a:spLocks noGrp="1"/>
            </p:cNvSpPr>
            <p:nvPr/>
          </p:nvSpPr>
          <p:spPr>
            <a:xfrm>
              <a:off x="23021747" y="4731223"/>
              <a:ext cx="15175" cy="19777"/>
            </a:xfrm>
            <a:custGeom>
              <a:pathLst>
                <a:path w="15175" h="19777">
                  <a:moveTo>
                    <a:pt x="15175" y="19777"/>
                  </a:moveTo>
                  <a:lnTo>
                    <a:pt x="0" y="0"/>
                  </a:lnTo>
                </a:path>
              </a:pathLst>
            </a:custGeom>
            <a:noFill/>
            <a:ln w="26670">
              <a:solidFill>
                <a:srgbClr val="6F8EA9"/>
              </a:solidFill>
              <a:prstDash val="solid"/>
            </a:ln>
          </p:spPr>
        </p:sp>
        <p:sp>
          <p:nvSpPr>
            <p:cNvPr id="2378" name="four:rotate-and-assemble:line:2378">
              <a:extLst>
                <a:ext uri="{FF2B5EF4-FFF2-40B4-BE49-F238E27FC236}">
                  <ns2:creationId id="{864F1F68-E2C9-4D6D-9A30-2310A1F1DDE8}"/>
                </a:ext>
              </a:extLst>
            </p:cNvPr>
            <p:cNvSpPr>
              <a:spLocks noGrp="1"/>
            </p:cNvSpPr>
            <p:nvPr/>
          </p:nvSpPr>
          <p:spPr>
            <a:xfrm>
              <a:off x="23004906" y="4712844"/>
              <a:ext cx="16841" cy="18379"/>
            </a:xfrm>
            <a:custGeom>
              <a:pathLst>
                <a:path w="16841" h="18379">
                  <a:moveTo>
                    <a:pt x="16841" y="18379"/>
                  </a:moveTo>
                  <a:lnTo>
                    <a:pt x="0" y="0"/>
                  </a:lnTo>
                </a:path>
              </a:pathLst>
            </a:custGeom>
            <a:noFill/>
            <a:ln w="26670">
              <a:solidFill>
                <a:srgbClr val="6F8EA9"/>
              </a:solidFill>
              <a:prstDash val="solid"/>
            </a:ln>
          </p:spPr>
        </p:sp>
        <p:sp>
          <p:nvSpPr>
            <p:cNvPr id="2379" name="four:rotate-and-assemble:line:2379">
              <a:extLst>
                <a:ext uri="{FF2B5EF4-FFF2-40B4-BE49-F238E27FC236}">
                  <ns2:creationId id="{290659F9-7E5B-4CB3-907C-7EF1DEB8A783}"/>
                </a:ext>
              </a:extLst>
            </p:cNvPr>
            <p:cNvSpPr>
              <a:spLocks noGrp="1"/>
            </p:cNvSpPr>
            <p:nvPr/>
          </p:nvSpPr>
          <p:spPr>
            <a:xfrm>
              <a:off x="22986527" y="4696003"/>
              <a:ext cx="18379" cy="16841"/>
            </a:xfrm>
            <a:custGeom>
              <a:pathLst>
                <a:path w="18379" h="16841">
                  <a:moveTo>
                    <a:pt x="18379" y="16841"/>
                  </a:moveTo>
                  <a:lnTo>
                    <a:pt x="0" y="0"/>
                  </a:lnTo>
                </a:path>
              </a:pathLst>
            </a:custGeom>
            <a:noFill/>
            <a:ln w="26670">
              <a:solidFill>
                <a:srgbClr val="6F8EA9"/>
              </a:solidFill>
              <a:prstDash val="solid"/>
            </a:ln>
          </p:spPr>
        </p:sp>
        <p:sp>
          <p:nvSpPr>
            <p:cNvPr id="2380" name="four:rotate-and-assemble:line:2380">
              <a:extLst>
                <a:ext uri="{FF2B5EF4-FFF2-40B4-BE49-F238E27FC236}">
                  <ns2:creationId id="{4332F740-845F-471C-ABCD-C358A01E3FFF}"/>
                </a:ext>
              </a:extLst>
            </p:cNvPr>
            <p:cNvSpPr>
              <a:spLocks noGrp="1"/>
            </p:cNvSpPr>
            <p:nvPr/>
          </p:nvSpPr>
          <p:spPr>
            <a:xfrm>
              <a:off x="22966749" y="4680827"/>
              <a:ext cx="19777" cy="15175"/>
            </a:xfrm>
            <a:custGeom>
              <a:pathLst>
                <a:path w="19777" h="15175">
                  <a:moveTo>
                    <a:pt x="19777" y="15175"/>
                  </a:moveTo>
                  <a:lnTo>
                    <a:pt x="0" y="0"/>
                  </a:lnTo>
                </a:path>
              </a:pathLst>
            </a:custGeom>
            <a:noFill/>
            <a:ln w="26670">
              <a:solidFill>
                <a:srgbClr val="6F8EA9"/>
              </a:solidFill>
              <a:prstDash val="solid"/>
            </a:ln>
          </p:spPr>
        </p:sp>
        <p:sp>
          <p:nvSpPr>
            <p:cNvPr id="2381" name="four:rotate-and-assemble:line:2381">
              <a:extLst>
                <a:ext uri="{FF2B5EF4-FFF2-40B4-BE49-F238E27FC236}">
                  <ns2:creationId id="{79195087-6C37-4290-A787-E1BD745903E8}"/>
                </a:ext>
              </a:extLst>
            </p:cNvPr>
            <p:cNvSpPr>
              <a:spLocks noGrp="1"/>
            </p:cNvSpPr>
            <p:nvPr/>
          </p:nvSpPr>
          <p:spPr>
            <a:xfrm>
              <a:off x="22945725" y="4667433"/>
              <a:ext cx="21024" cy="13394"/>
            </a:xfrm>
            <a:custGeom>
              <a:pathLst>
                <a:path w="21024" h="13394">
                  <a:moveTo>
                    <a:pt x="21024" y="13394"/>
                  </a:moveTo>
                  <a:lnTo>
                    <a:pt x="0" y="0"/>
                  </a:lnTo>
                </a:path>
              </a:pathLst>
            </a:custGeom>
            <a:noFill/>
            <a:ln w="26670">
              <a:solidFill>
                <a:srgbClr val="6F8EA9"/>
              </a:solidFill>
              <a:prstDash val="solid"/>
            </a:ln>
          </p:spPr>
        </p:sp>
        <p:sp>
          <p:nvSpPr>
            <p:cNvPr id="2382" name="four:rotate-and-assemble:line:2382">
              <a:extLst>
                <a:ext uri="{FF2B5EF4-FFF2-40B4-BE49-F238E27FC236}">
                  <ns2:creationId id="{E5B57D14-199C-4E43-B5DD-3E27965B9A11}"/>
                </a:ext>
              </a:extLst>
            </p:cNvPr>
            <p:cNvSpPr>
              <a:spLocks noGrp="1"/>
            </p:cNvSpPr>
            <p:nvPr/>
          </p:nvSpPr>
          <p:spPr>
            <a:xfrm>
              <a:off x="22923613" y="4655923"/>
              <a:ext cx="22112" cy="11511"/>
            </a:xfrm>
            <a:custGeom>
              <a:pathLst>
                <a:path w="22112" h="11511">
                  <a:moveTo>
                    <a:pt x="22112" y="11511"/>
                  </a:moveTo>
                  <a:lnTo>
                    <a:pt x="0" y="0"/>
                  </a:lnTo>
                </a:path>
              </a:pathLst>
            </a:custGeom>
            <a:noFill/>
            <a:ln w="26670">
              <a:solidFill>
                <a:srgbClr val="6F8EA9"/>
              </a:solidFill>
              <a:prstDash val="solid"/>
            </a:ln>
          </p:spPr>
        </p:sp>
        <p:sp>
          <p:nvSpPr>
            <p:cNvPr id="2383" name="four:rotate-and-assemble:line:2383">
              <a:extLst>
                <a:ext uri="{FF2B5EF4-FFF2-40B4-BE49-F238E27FC236}">
                  <ns2:creationId id="{1FA72113-6D86-42D6-9F4A-8FA195DCC749}"/>
                </a:ext>
              </a:extLst>
            </p:cNvPr>
            <p:cNvSpPr>
              <a:spLocks noGrp="1"/>
            </p:cNvSpPr>
            <p:nvPr/>
          </p:nvSpPr>
          <p:spPr>
            <a:xfrm>
              <a:off x="22900582" y="4646383"/>
              <a:ext cx="23031" cy="9540"/>
            </a:xfrm>
            <a:custGeom>
              <a:pathLst>
                <a:path w="23031" h="9540">
                  <a:moveTo>
                    <a:pt x="23031" y="9540"/>
                  </a:moveTo>
                  <a:lnTo>
                    <a:pt x="0" y="0"/>
                  </a:lnTo>
                </a:path>
              </a:pathLst>
            </a:custGeom>
            <a:noFill/>
            <a:ln w="26670">
              <a:solidFill>
                <a:srgbClr val="6F8EA9"/>
              </a:solidFill>
              <a:prstDash val="solid"/>
            </a:ln>
          </p:spPr>
        </p:sp>
        <p:sp>
          <p:nvSpPr>
            <p:cNvPr id="2384" name="four:rotate-and-assemble:line:2384">
              <a:extLst>
                <a:ext uri="{FF2B5EF4-FFF2-40B4-BE49-F238E27FC236}">
                  <ns2:creationId id="{173C99AD-1F18-4F82-ACAD-9F0DDEAB57A8}"/>
                </a:ext>
              </a:extLst>
            </p:cNvPr>
            <p:cNvSpPr>
              <a:spLocks noGrp="1"/>
            </p:cNvSpPr>
            <p:nvPr/>
          </p:nvSpPr>
          <p:spPr>
            <a:xfrm>
              <a:off x="22876808" y="4638887"/>
              <a:ext cx="23775" cy="7496"/>
            </a:xfrm>
            <a:custGeom>
              <a:pathLst>
                <a:path w="23775" h="7496">
                  <a:moveTo>
                    <a:pt x="23775" y="7496"/>
                  </a:moveTo>
                  <a:lnTo>
                    <a:pt x="0" y="0"/>
                  </a:lnTo>
                </a:path>
              </a:pathLst>
            </a:custGeom>
            <a:noFill/>
            <a:ln w="26670">
              <a:solidFill>
                <a:srgbClr val="6F8EA9"/>
              </a:solidFill>
              <a:prstDash val="solid"/>
            </a:ln>
          </p:spPr>
        </p:sp>
        <p:sp>
          <p:nvSpPr>
            <p:cNvPr id="2385" name="four:rotate-and-assemble:line:2385">
              <a:extLst>
                <a:ext uri="{FF2B5EF4-FFF2-40B4-BE49-F238E27FC236}">
                  <ns2:creationId id="{1478D610-6167-437C-8557-B0E855BB931F}"/>
                </a:ext>
              </a:extLst>
            </p:cNvPr>
            <p:cNvSpPr>
              <a:spLocks noGrp="1"/>
            </p:cNvSpPr>
            <p:nvPr/>
          </p:nvSpPr>
          <p:spPr>
            <a:xfrm>
              <a:off x="22852470" y="4633491"/>
              <a:ext cx="24338" cy="5396"/>
            </a:xfrm>
            <a:custGeom>
              <a:pathLst>
                <a:path w="24338" h="5396">
                  <a:moveTo>
                    <a:pt x="24338" y="5396"/>
                  </a:moveTo>
                  <a:lnTo>
                    <a:pt x="0" y="0"/>
                  </a:lnTo>
                </a:path>
              </a:pathLst>
            </a:custGeom>
            <a:noFill/>
            <a:ln w="26670">
              <a:solidFill>
                <a:srgbClr val="6F8EA9"/>
              </a:solidFill>
              <a:prstDash val="solid"/>
            </a:ln>
          </p:spPr>
        </p:sp>
        <p:sp>
          <p:nvSpPr>
            <p:cNvPr id="2386" name="four:rotate-and-assemble:line:2386">
              <a:extLst>
                <a:ext uri="{FF2B5EF4-FFF2-40B4-BE49-F238E27FC236}">
                  <ns2:creationId id="{450B8559-5FEF-4F96-96A6-15002F7F9AC5}"/>
                </a:ext>
              </a:extLst>
            </p:cNvPr>
            <p:cNvSpPr>
              <a:spLocks noGrp="1"/>
            </p:cNvSpPr>
            <p:nvPr/>
          </p:nvSpPr>
          <p:spPr>
            <a:xfrm>
              <a:off x="22827755" y="4630237"/>
              <a:ext cx="24715" cy="3254"/>
            </a:xfrm>
            <a:custGeom>
              <a:pathLst>
                <a:path w="24715" h="3254">
                  <a:moveTo>
                    <a:pt x="24715" y="3254"/>
                  </a:moveTo>
                  <a:lnTo>
                    <a:pt x="0" y="0"/>
                  </a:lnTo>
                </a:path>
              </a:pathLst>
            </a:custGeom>
            <a:noFill/>
            <a:ln w="26670">
              <a:solidFill>
                <a:srgbClr val="6F8EA9"/>
              </a:solidFill>
              <a:prstDash val="solid"/>
            </a:ln>
          </p:spPr>
        </p:sp>
        <p:sp>
          <p:nvSpPr>
            <p:cNvPr id="2387" name="four:rotate-and-assemble:line:2387">
              <a:extLst>
                <a:ext uri="{FF2B5EF4-FFF2-40B4-BE49-F238E27FC236}">
                  <ns2:creationId id="{D4C4A7F9-04E7-4493-A1AA-05F907B41DE5}"/>
                </a:ext>
              </a:extLst>
            </p:cNvPr>
            <p:cNvSpPr>
              <a:spLocks noGrp="1"/>
            </p:cNvSpPr>
            <p:nvPr/>
          </p:nvSpPr>
          <p:spPr>
            <a:xfrm>
              <a:off x="22802850" y="4629150"/>
              <a:ext cx="24905" cy="1087"/>
            </a:xfrm>
            <a:custGeom>
              <a:pathLst>
                <a:path w="24905" h="1087">
                  <a:moveTo>
                    <a:pt x="24905" y="1087"/>
                  </a:moveTo>
                  <a:lnTo>
                    <a:pt x="0" y="0"/>
                  </a:lnTo>
                </a:path>
              </a:pathLst>
            </a:custGeom>
            <a:noFill/>
            <a:ln w="26670">
              <a:solidFill>
                <a:srgbClr val="6F8EA9"/>
              </a:solidFill>
              <a:prstDash val="solid"/>
            </a:ln>
          </p:spPr>
        </p:sp>
        <p:sp>
          <p:nvSpPr>
            <p:cNvPr id="2388" name="four:rotate-and-assemble:polygon:2388">
              <a:extLst>
                <a:ext uri="{FF2B5EF4-FFF2-40B4-BE49-F238E27FC236}">
                  <ns2:creationId id="{B6D10EE1-8D9F-4C0D-9519-8A3F19282347}"/>
                </a:ext>
              </a:extLst>
            </p:cNvPr>
            <p:cNvSpPr>
              <a:spLocks noGrp="1"/>
            </p:cNvSpPr>
            <p:nvPr/>
          </p:nvSpPr>
          <p:spPr>
            <a:xfrm>
              <a:off x="22802850" y="4592386"/>
              <a:ext cx="96946" cy="81837"/>
            </a:xfrm>
            <a:custGeom>
              <a:pathLst>
                <a:path w="96946" h="81837">
                  <a:moveTo>
                    <a:pt x="0" y="36764"/>
                  </a:moveTo>
                  <a:lnTo>
                    <a:pt x="93373" y="81837"/>
                  </a:lnTo>
                  <a:lnTo>
                    <a:pt x="96946" y="0"/>
                  </a:lnTo>
                  <a:close/>
                </a:path>
              </a:pathLst>
            </a:custGeom>
            <a:solidFill>
              <a:srgbClr val="6F8EA9"/>
            </a:solidFill>
            <a:ln w="0">
              <a:noFill/>
              <a:prstDash val="solid"/>
            </a:ln>
          </p:spPr>
        </p:sp>
        <p:sp>
          <p:nvSpPr>
            <p:cNvPr id="2389" name="four:rotate-and-assemble:textbox:2389">
              <a:extLst>
                <a:ext uri="{FF2B5EF4-FFF2-40B4-BE49-F238E27FC236}">
                  <ns2:creationId id="{AC1967E3-37C4-42E4-A4C0-DDAA316FA576}"/>
                </a:ext>
              </a:extLst>
            </p:cNvPr>
            <p:cNvSpPr>
              <a:spLocks noGrp="1"/>
            </p:cNvSpPr>
            <p:nvPr/>
          </p:nvSpPr>
          <p:spPr>
            <a:xfrm>
              <a:off x="22212300" y="4591050"/>
              <a:ext cx="514350" cy="295275"/>
            </a:xfrm>
            <a:prstGeom prst="rect">
              <a:avLst/>
            </a:prstGeom>
            <a:noFill/>
            <a:ln w="0">
              <a:noFill/>
              <a:prstDash val="solid"/>
            </a:ln>
          </p:spPr>
          <p:txBody>
            <a:bodyPr wrap="none" lIns="0" tIns="0" rIns="0" bIns="0" anchor="ctr">
              <a:normAutofit fontScale="100000"/>
            </a:bodyPr>
            <a:lstStyle>
              <a:defPPr algn="ctr">
                <a:defRPr sz="1575" b="1">
                  <a:solidFill>
                    <a:srgbClr val="6F8EA9"/>
                  </a:solidFill>
                  <a:latin typeface="Arial"/>
                  <a:ea typeface="Arial"/>
                  <a:cs typeface="Arial"/>
                </a:defRPr>
              </a:defPPr>
            </a:lstStyle>
            <a:p>
              <a:pPr algn="ctr">
                <a:defRPr sz="1575" b="1">
                  <a:solidFill>
                    <a:srgbClr val="6F8EA9"/>
                  </a:solidFill>
                  <a:latin typeface="Arial"/>
                  <a:ea typeface="Arial"/>
                  <a:cs typeface="Arial"/>
                </a:defRPr>
              </a:pPr>
              <a:r>
                <a:rPr sz="1575" b="1">
                  <a:solidFill>
                    <a:srgbClr val="6F8EA9"/>
                  </a:solidFill>
                  <a:latin typeface="Arial"/>
                  <a:ea typeface="Arial"/>
                  <a:cs typeface="Arial"/>
                </a:rPr>
                <a:t>90°</a:t>
              </a:r>
            </a:p>
          </p:txBody>
        </p:sp>
        <p:sp>
          <p:nvSpPr>
            <p:cNvPr id="2390" name="four:rotate-and-assemble:line:2390">
              <a:extLst>
                <a:ext uri="{FF2B5EF4-FFF2-40B4-BE49-F238E27FC236}">
                  <ns2:creationId id="{F8B82437-A4E0-46E1-8144-C73C61C32D4F}"/>
                </a:ext>
              </a:extLst>
            </p:cNvPr>
            <p:cNvSpPr>
              <a:spLocks noGrp="1"/>
            </p:cNvSpPr>
            <p:nvPr/>
          </p:nvSpPr>
          <p:spPr>
            <a:xfrm>
              <a:off x="22650450" y="5133975"/>
              <a:ext cx="953" cy="180975"/>
            </a:xfrm>
            <a:custGeom>
              <a:pathLst>
                <a:path w="953" h="180975">
                  <a:moveTo>
                    <a:pt x="0" y="0"/>
                  </a:moveTo>
                  <a:lnTo>
                    <a:pt x="0" y="180975"/>
                  </a:lnTo>
                </a:path>
              </a:pathLst>
            </a:custGeom>
            <a:noFill/>
            <a:ln w="15240">
              <a:solidFill>
                <a:srgbClr val="5DA4CB"/>
              </a:solidFill>
              <a:prstDash val="solid"/>
            </a:ln>
          </p:spPr>
        </p:sp>
        <p:sp>
          <p:nvSpPr>
            <p:cNvPr id="2391" name="four:rotate-and-assemble:polygon:2391">
              <a:extLst>
                <a:ext uri="{FF2B5EF4-FFF2-40B4-BE49-F238E27FC236}">
                  <ns2:creationId id="{79F5C45D-41E5-4416-A1C1-259583FDF391}"/>
                </a:ext>
              </a:extLst>
            </p:cNvPr>
            <p:cNvSpPr>
              <a:spLocks noGrp="1"/>
            </p:cNvSpPr>
            <p:nvPr/>
          </p:nvSpPr>
          <p:spPr>
            <a:xfrm>
              <a:off x="22617684" y="5238750"/>
              <a:ext cx="65532" cy="76200"/>
            </a:xfrm>
            <a:custGeom>
              <a:pathLst>
                <a:path w="65532" h="76200">
                  <a:moveTo>
                    <a:pt x="32766" y="76200"/>
                  </a:moveTo>
                  <a:lnTo>
                    <a:pt x="65532" y="0"/>
                  </a:lnTo>
                  <a:lnTo>
                    <a:pt x="0" y="0"/>
                  </a:lnTo>
                  <a:close/>
                </a:path>
              </a:pathLst>
            </a:custGeom>
            <a:solidFill>
              <a:srgbClr val="5DA4CB"/>
            </a:solidFill>
            <a:ln w="0">
              <a:noFill/>
              <a:prstDash val="solid"/>
            </a:ln>
          </p:spPr>
        </p:sp>
      </p:grpSp>
      <p:grpSp>
        <p:nvGrpSpPr>
          <p:cNvPr id="3189" name="temporal-output"/>
          <p:cNvGrpSpPr/>
          <p:nvPr/>
        </p:nvGrpSpPr>
        <p:grpSpPr>
          <a:xfrm>
            <a:off x="0" y="0"/>
            <a:ext cx="24955500" cy="8572500"/>
            <a:chOff x="0" y="0"/>
            <a:chExt cx="24955500" cy="8572500"/>
          </a:xfrm>
        </p:grpSpPr>
        <p:sp>
          <p:nvSpPr>
            <p:cNvPr id="2392" name="four:temporal-output:textbox:2392">
              <a:extLst>
                <a:ext uri="{FF2B5EF4-FFF2-40B4-BE49-F238E27FC236}">
                  <ns2:creationId id="{1269A70D-38FB-4C68-B494-E374B329E511}"/>
                </a:ext>
              </a:extLst>
            </p:cNvPr>
            <p:cNvSpPr>
              <a:spLocks noGrp="1"/>
            </p:cNvSpPr>
            <p:nvPr/>
          </p:nvSpPr>
          <p:spPr>
            <a:xfrm>
              <a:off x="20840700" y="5429250"/>
              <a:ext cx="3514725" cy="304800"/>
            </a:xfrm>
            <a:prstGeom prst="rect">
              <a:avLst/>
            </a:prstGeom>
            <a:noFill/>
            <a:ln w="0">
              <a:noFill/>
              <a:prstDash val="solid"/>
            </a:ln>
          </p:spPr>
          <p:txBody>
            <a:bodyPr wrap="none" lIns="0" tIns="0" rIns="0" bIns="0" anchor="ctr">
              <a:normAutofit fontScale="100000"/>
            </a:bodyPr>
            <a:lstStyle>
              <a:defPPr algn="l">
                <a:defRPr sz="1725" b="1">
                  <a:solidFill>
                    <a:srgbClr val="263238"/>
                  </a:solidFill>
                  <a:latin typeface="Arial"/>
                  <a:ea typeface="Arial"/>
                  <a:cs typeface="Arial"/>
                </a:defRPr>
              </a:defPPr>
            </a:lstStyle>
            <a:p>
              <a:pPr algn="l">
                <a:defRPr sz="1725" b="1">
                  <a:solidFill>
                    <a:srgbClr val="263238"/>
                  </a:solidFill>
                  <a:latin typeface="Arial"/>
                  <a:ea typeface="Arial"/>
                  <a:cs typeface="Arial"/>
                </a:defRPr>
              </a:pPr>
              <a:r>
                <a:rPr sz="1725" b="1">
                  <a:solidFill>
                    <a:srgbClr val="263238"/>
                  </a:solidFill>
                  <a:latin typeface="Arial"/>
                  <a:ea typeface="Arial"/>
                  <a:cs typeface="Arial"/>
                </a:rPr>
                <a:t>Temporal merge tree map</a:t>
              </a:r>
            </a:p>
          </p:txBody>
        </p:sp>
        <p:sp>
          <p:nvSpPr>
            <p:cNvPr id="2393" name="four:temporal-output:map-continuous-underlay:2393">
              <a:extLst>
                <a:ext uri="{FF2B5EF4-FFF2-40B4-BE49-F238E27FC236}">
                  <ns2:creationId id="{1561A342-A89A-49AC-8A53-E4924E517797}"/>
                </a:ext>
              </a:extLst>
            </p:cNvPr>
            <p:cNvSpPr>
              <a:spLocks noGrp="1"/>
            </p:cNvSpPr>
            <p:nvPr/>
          </p:nvSpPr>
          <p:spPr>
            <a:xfrm>
              <a:off x="21240750" y="6019800"/>
              <a:ext cx="2838450" cy="1143000"/>
            </a:xfrm>
            <a:prstGeom prst="rect">
              <a:avLst/>
            </a:prstGeom>
            <a:solidFill>
              <a:srgbClr val="DCE8ED"/>
            </a:solidFill>
            <a:ln w="0">
              <a:noFill/>
              <a:prstDash val="solid"/>
            </a:ln>
          </p:spPr>
        </p:sp>
        <p:sp>
          <p:nvSpPr>
            <p:cNvPr id="2394" name="four:temporal-output:textbox:2394">
              <a:extLst>
                <a:ext uri="{FF2B5EF4-FFF2-40B4-BE49-F238E27FC236}">
                  <ns2:creationId id="{65DDF774-A132-4FAD-AAC7-4E8844CB212F}"/>
                </a:ext>
              </a:extLst>
            </p:cNvPr>
            <p:cNvSpPr>
              <a:spLocks noGrp="1"/>
            </p:cNvSpPr>
            <p:nvPr/>
          </p:nvSpPr>
          <p:spPr>
            <a:xfrm>
              <a:off x="21240750" y="5743575"/>
              <a:ext cx="709613" cy="342900"/>
            </a:xfrm>
            <a:prstGeom prst="rect">
              <a:avLst/>
            </a:prstGeom>
            <a:noFill/>
            <a:ln w="0">
              <a:noFill/>
              <a:prstDash val="solid"/>
            </a:ln>
          </p:spPr>
          <p:txBody>
            <a:bodyPr wrap="none" lIns="0" tIns="0" rIns="0" bIns="0" anchor="ctr">
              <a:normAutofit fontScale="100000"/>
            </a:bodyPr>
            <a:lstStyle>
              <a:defPPr algn="ctr">
                <a:defRPr sz="1650" b="0">
                  <a:solidFill>
                    <a:srgbClr val="263238"/>
                  </a:solidFill>
                  <a:latin typeface="Arial"/>
                  <a:ea typeface="Arial"/>
                  <a:cs typeface="Arial"/>
                </a:defRPr>
              </a:defPPr>
            </a:lstStyle>
            <a:p>
              <a:pPr algn="ctr">
                <a:defRPr sz="1650" b="0">
                  <a:solidFill>
                    <a:srgbClr val="263238"/>
                  </a:solidFill>
                  <a:latin typeface="Arial"/>
                  <a:ea typeface="Arial"/>
                  <a:cs typeface="Arial"/>
                </a:defRPr>
              </a:pPr>
              <a:r>
                <a:rPr sz="1650" b="0">
                  <a:solidFill>
                    <a:srgbClr val="263238"/>
                  </a:solidFill>
                  <a:latin typeface="Arial"/>
                  <a:ea typeface="Arial"/>
                  <a:cs typeface="Arial"/>
                </a:rPr>
                <a:t>tₐ</a:t>
              </a:r>
            </a:p>
          </p:txBody>
        </p:sp>
        <p:sp>
          <p:nvSpPr>
            <p:cNvPr id="2395" name="four:temporal-output:rotated-tₐ-cell-0:2395">
              <a:extLst>
                <a:ext uri="{FF2B5EF4-FFF2-40B4-BE49-F238E27FC236}">
                  <ns2:creationId id="{33B79F84-AFB3-4D99-9AFF-7FEF87223E29}"/>
                </a:ext>
              </a:extLst>
            </p:cNvPr>
            <p:cNvSpPr>
              <a:spLocks noGrp="1"/>
            </p:cNvSpPr>
            <p:nvPr/>
          </p:nvSpPr>
          <p:spPr>
            <a:xfrm>
              <a:off x="21240750" y="7156847"/>
              <a:ext cx="709613" cy="5953"/>
            </a:xfrm>
            <a:prstGeom prst="rect">
              <a:avLst/>
            </a:prstGeom>
            <a:solidFill>
              <a:srgbClr val="DCE8ED"/>
            </a:solidFill>
            <a:ln w="0">
              <a:noFill/>
              <a:prstDash val="solid"/>
            </a:ln>
          </p:spPr>
        </p:sp>
        <p:sp>
          <p:nvSpPr>
            <p:cNvPr id="2396" name="four:temporal-output:rotated-tₐ-cell-1:2396">
              <a:extLst>
                <a:ext uri="{FF2B5EF4-FFF2-40B4-BE49-F238E27FC236}">
                  <ns2:creationId id="{7F1FD296-01D3-49FE-B5F6-7F52943BCE82}"/>
                </a:ext>
              </a:extLst>
            </p:cNvPr>
            <p:cNvSpPr>
              <a:spLocks noGrp="1"/>
            </p:cNvSpPr>
            <p:nvPr/>
          </p:nvSpPr>
          <p:spPr>
            <a:xfrm>
              <a:off x="21240750" y="7150894"/>
              <a:ext cx="709613" cy="5953"/>
            </a:xfrm>
            <a:prstGeom prst="rect">
              <a:avLst/>
            </a:prstGeom>
            <a:solidFill>
              <a:srgbClr val="DCE8ED"/>
            </a:solidFill>
            <a:ln w="0">
              <a:noFill/>
              <a:prstDash val="solid"/>
            </a:ln>
          </p:spPr>
        </p:sp>
        <p:sp>
          <p:nvSpPr>
            <p:cNvPr id="2397" name="four:temporal-output:rotated-tₐ-cell-2:2397">
              <a:extLst>
                <a:ext uri="{FF2B5EF4-FFF2-40B4-BE49-F238E27FC236}">
                  <ns2:creationId id="{C839A479-E8D8-4F60-A52D-C1FE26621D05}"/>
                </a:ext>
              </a:extLst>
            </p:cNvPr>
            <p:cNvSpPr>
              <a:spLocks noGrp="1"/>
            </p:cNvSpPr>
            <p:nvPr/>
          </p:nvSpPr>
          <p:spPr>
            <a:xfrm>
              <a:off x="21240750" y="7144941"/>
              <a:ext cx="709613" cy="5953"/>
            </a:xfrm>
            <a:prstGeom prst="rect">
              <a:avLst/>
            </a:prstGeom>
            <a:solidFill>
              <a:srgbClr val="DCE8ED"/>
            </a:solidFill>
            <a:ln w="0">
              <a:noFill/>
              <a:prstDash val="solid"/>
            </a:ln>
          </p:spPr>
        </p:sp>
        <p:sp>
          <p:nvSpPr>
            <p:cNvPr id="2398" name="four:temporal-output:rotated-tₐ-cell-3:2398">
              <a:extLst>
                <a:ext uri="{FF2B5EF4-FFF2-40B4-BE49-F238E27FC236}">
                  <ns2:creationId id="{AE5BF2DA-9304-4DF3-BD59-EA97AA378BAF}"/>
                </a:ext>
              </a:extLst>
            </p:cNvPr>
            <p:cNvSpPr>
              <a:spLocks noGrp="1"/>
            </p:cNvSpPr>
            <p:nvPr/>
          </p:nvSpPr>
          <p:spPr>
            <a:xfrm>
              <a:off x="21240750" y="7138988"/>
              <a:ext cx="709613" cy="5953"/>
            </a:xfrm>
            <a:prstGeom prst="rect">
              <a:avLst/>
            </a:prstGeom>
            <a:solidFill>
              <a:srgbClr val="DCE8ED"/>
            </a:solidFill>
            <a:ln w="0">
              <a:noFill/>
              <a:prstDash val="solid"/>
            </a:ln>
          </p:spPr>
        </p:sp>
        <p:sp>
          <p:nvSpPr>
            <p:cNvPr id="2399" name="four:temporal-output:rotated-tₐ-cell-4:2399">
              <a:extLst>
                <a:ext uri="{FF2B5EF4-FFF2-40B4-BE49-F238E27FC236}">
                  <ns2:creationId id="{AD40C2B1-7FC0-465D-B366-EC193A0F8EBA}"/>
                </a:ext>
              </a:extLst>
            </p:cNvPr>
            <p:cNvSpPr>
              <a:spLocks noGrp="1"/>
            </p:cNvSpPr>
            <p:nvPr/>
          </p:nvSpPr>
          <p:spPr>
            <a:xfrm>
              <a:off x="21240750" y="7133034"/>
              <a:ext cx="709613" cy="5953"/>
            </a:xfrm>
            <a:prstGeom prst="rect">
              <a:avLst/>
            </a:prstGeom>
            <a:solidFill>
              <a:srgbClr val="DCE8ED"/>
            </a:solidFill>
            <a:ln w="0">
              <a:noFill/>
              <a:prstDash val="solid"/>
            </a:ln>
          </p:spPr>
        </p:sp>
        <p:sp>
          <p:nvSpPr>
            <p:cNvPr id="2400" name="four:temporal-output:rotated-tₐ-cell-5:2400">
              <a:extLst>
                <a:ext uri="{FF2B5EF4-FFF2-40B4-BE49-F238E27FC236}">
                  <ns2:creationId id="{E2FC8AED-1697-4390-98D2-8A1CE3A5A42A}"/>
                </a:ext>
              </a:extLst>
            </p:cNvPr>
            <p:cNvSpPr>
              <a:spLocks noGrp="1"/>
            </p:cNvSpPr>
            <p:nvPr/>
          </p:nvSpPr>
          <p:spPr>
            <a:xfrm>
              <a:off x="21240750" y="7127081"/>
              <a:ext cx="709613" cy="5953"/>
            </a:xfrm>
            <a:prstGeom prst="rect">
              <a:avLst/>
            </a:prstGeom>
            <a:solidFill>
              <a:srgbClr val="D4E2E9"/>
            </a:solidFill>
            <a:ln w="0">
              <a:noFill/>
              <a:prstDash val="solid"/>
            </a:ln>
          </p:spPr>
        </p:sp>
        <p:sp>
          <p:nvSpPr>
            <p:cNvPr id="2401" name="four:temporal-output:rotated-tₐ-cell-6:2401">
              <a:extLst>
                <a:ext uri="{FF2B5EF4-FFF2-40B4-BE49-F238E27FC236}">
                  <ns2:creationId id="{2F42D397-C44F-4257-8EA1-7BFA4A6A60BB}"/>
                </a:ext>
              </a:extLst>
            </p:cNvPr>
            <p:cNvSpPr>
              <a:spLocks noGrp="1"/>
            </p:cNvSpPr>
            <p:nvPr/>
          </p:nvSpPr>
          <p:spPr>
            <a:xfrm>
              <a:off x="21240750" y="7121128"/>
              <a:ext cx="709613" cy="5953"/>
            </a:xfrm>
            <a:prstGeom prst="rect">
              <a:avLst/>
            </a:prstGeom>
            <a:solidFill>
              <a:srgbClr val="9DC6DC"/>
            </a:solidFill>
            <a:ln w="0">
              <a:noFill/>
              <a:prstDash val="solid"/>
            </a:ln>
          </p:spPr>
        </p:sp>
        <p:sp>
          <p:nvSpPr>
            <p:cNvPr id="2402" name="four:temporal-output:rotated-tₐ-cell-7:2402">
              <a:extLst>
                <a:ext uri="{FF2B5EF4-FFF2-40B4-BE49-F238E27FC236}">
                  <ns2:creationId id="{02952368-9306-49EA-9230-B3B7128BCA75}"/>
                </a:ext>
              </a:extLst>
            </p:cNvPr>
            <p:cNvSpPr>
              <a:spLocks noGrp="1"/>
            </p:cNvSpPr>
            <p:nvPr/>
          </p:nvSpPr>
          <p:spPr>
            <a:xfrm>
              <a:off x="21240750" y="7115175"/>
              <a:ext cx="709613" cy="5953"/>
            </a:xfrm>
            <a:prstGeom prst="rect">
              <a:avLst/>
            </a:prstGeom>
            <a:solidFill>
              <a:srgbClr val="5AA2CA"/>
            </a:solidFill>
            <a:ln w="0">
              <a:noFill/>
              <a:prstDash val="solid"/>
            </a:ln>
          </p:spPr>
        </p:sp>
        <p:sp>
          <p:nvSpPr>
            <p:cNvPr id="2403" name="four:temporal-output:rotated-tₐ-cell-8:2403">
              <a:extLst>
                <a:ext uri="{FF2B5EF4-FFF2-40B4-BE49-F238E27FC236}">
                  <ns2:creationId id="{5E6ADC7E-93A9-4C14-8E49-B4E49A7E8FFB}"/>
                </a:ext>
              </a:extLst>
            </p:cNvPr>
            <p:cNvSpPr>
              <a:spLocks noGrp="1"/>
            </p:cNvSpPr>
            <p:nvPr/>
          </p:nvSpPr>
          <p:spPr>
            <a:xfrm>
              <a:off x="21240750" y="7109222"/>
              <a:ext cx="709613" cy="5953"/>
            </a:xfrm>
            <a:prstGeom prst="rect">
              <a:avLst/>
            </a:prstGeom>
            <a:solidFill>
              <a:srgbClr val="1D82BA"/>
            </a:solidFill>
            <a:ln w="0">
              <a:noFill/>
              <a:prstDash val="solid"/>
            </a:ln>
          </p:spPr>
        </p:sp>
        <p:sp>
          <p:nvSpPr>
            <p:cNvPr id="2404" name="four:temporal-output:rotated-tₐ-cell-9:2404">
              <a:extLst>
                <a:ext uri="{FF2B5EF4-FFF2-40B4-BE49-F238E27FC236}">
                  <ns2:creationId id="{98582188-5D73-4F89-9DF1-F2A89CB70A8A}"/>
                </a:ext>
              </a:extLst>
            </p:cNvPr>
            <p:cNvSpPr>
              <a:spLocks noGrp="1"/>
            </p:cNvSpPr>
            <p:nvPr/>
          </p:nvSpPr>
          <p:spPr>
            <a:xfrm>
              <a:off x="21240750" y="7103269"/>
              <a:ext cx="709613" cy="5953"/>
            </a:xfrm>
            <a:prstGeom prst="rect">
              <a:avLst/>
            </a:prstGeom>
            <a:solidFill>
              <a:srgbClr val="0072B2"/>
            </a:solidFill>
            <a:ln w="0">
              <a:noFill/>
              <a:prstDash val="solid"/>
            </a:ln>
          </p:spPr>
        </p:sp>
        <p:sp>
          <p:nvSpPr>
            <p:cNvPr id="2405" name="four:temporal-output:rotated-tₐ-cell-10:2405">
              <a:extLst>
                <a:ext uri="{FF2B5EF4-FFF2-40B4-BE49-F238E27FC236}">
                  <ns2:creationId id="{026402BC-9D3C-4643-9BC8-58586C35CB5A}"/>
                </a:ext>
              </a:extLst>
            </p:cNvPr>
            <p:cNvSpPr>
              <a:spLocks noGrp="1"/>
            </p:cNvSpPr>
            <p:nvPr/>
          </p:nvSpPr>
          <p:spPr>
            <a:xfrm>
              <a:off x="21240750" y="7097316"/>
              <a:ext cx="709613" cy="5953"/>
            </a:xfrm>
            <a:prstGeom prst="rect">
              <a:avLst/>
            </a:prstGeom>
            <a:solidFill>
              <a:srgbClr val="0072B2"/>
            </a:solidFill>
            <a:ln w="0">
              <a:noFill/>
              <a:prstDash val="solid"/>
            </a:ln>
          </p:spPr>
        </p:sp>
        <p:sp>
          <p:nvSpPr>
            <p:cNvPr id="2406" name="four:temporal-output:rotated-tₐ-cell-11:2406">
              <a:extLst>
                <a:ext uri="{FF2B5EF4-FFF2-40B4-BE49-F238E27FC236}">
                  <ns2:creationId id="{A5D23284-840B-4548-8D3C-2C14402B0897}"/>
                </a:ext>
              </a:extLst>
            </p:cNvPr>
            <p:cNvSpPr>
              <a:spLocks noGrp="1"/>
            </p:cNvSpPr>
            <p:nvPr/>
          </p:nvSpPr>
          <p:spPr>
            <a:xfrm>
              <a:off x="21240750" y="7091363"/>
              <a:ext cx="709613" cy="5953"/>
            </a:xfrm>
            <a:prstGeom prst="rect">
              <a:avLst/>
            </a:prstGeom>
            <a:solidFill>
              <a:srgbClr val="0072B2"/>
            </a:solidFill>
            <a:ln w="0">
              <a:noFill/>
              <a:prstDash val="solid"/>
            </a:ln>
          </p:spPr>
        </p:sp>
        <p:sp>
          <p:nvSpPr>
            <p:cNvPr id="2407" name="four:temporal-output:rotated-tₐ-cell-12:2407">
              <a:extLst>
                <a:ext uri="{FF2B5EF4-FFF2-40B4-BE49-F238E27FC236}">
                  <ns2:creationId id="{12FF2201-D878-4CA1-9D80-359CF518A20E}"/>
                </a:ext>
              </a:extLst>
            </p:cNvPr>
            <p:cNvSpPr>
              <a:spLocks noGrp="1"/>
            </p:cNvSpPr>
            <p:nvPr/>
          </p:nvSpPr>
          <p:spPr>
            <a:xfrm>
              <a:off x="21240750" y="7085409"/>
              <a:ext cx="709613" cy="5953"/>
            </a:xfrm>
            <a:prstGeom prst="rect">
              <a:avLst/>
            </a:prstGeom>
            <a:solidFill>
              <a:srgbClr val="0072B2"/>
            </a:solidFill>
            <a:ln w="0">
              <a:noFill/>
              <a:prstDash val="solid"/>
            </a:ln>
          </p:spPr>
        </p:sp>
        <p:sp>
          <p:nvSpPr>
            <p:cNvPr id="2408" name="four:temporal-output:rotated-tₐ-cell-13:2408">
              <a:extLst>
                <a:ext uri="{FF2B5EF4-FFF2-40B4-BE49-F238E27FC236}">
                  <ns2:creationId id="{A71D9E90-05B6-435A-851F-2D5D9F5BC3C1}"/>
                </a:ext>
              </a:extLst>
            </p:cNvPr>
            <p:cNvSpPr>
              <a:spLocks noGrp="1"/>
            </p:cNvSpPr>
            <p:nvPr/>
          </p:nvSpPr>
          <p:spPr>
            <a:xfrm>
              <a:off x="21240750" y="7079456"/>
              <a:ext cx="709613" cy="5953"/>
            </a:xfrm>
            <a:prstGeom prst="rect">
              <a:avLst/>
            </a:prstGeom>
            <a:solidFill>
              <a:srgbClr val="0072B2"/>
            </a:solidFill>
            <a:ln w="0">
              <a:noFill/>
              <a:prstDash val="solid"/>
            </a:ln>
          </p:spPr>
        </p:sp>
        <p:sp>
          <p:nvSpPr>
            <p:cNvPr id="2409" name="four:temporal-output:rotated-tₐ-cell-14:2409">
              <a:extLst>
                <a:ext uri="{FF2B5EF4-FFF2-40B4-BE49-F238E27FC236}">
                  <ns2:creationId id="{60A72CDA-EEA0-4E4E-8061-73FFD476D052}"/>
                </a:ext>
              </a:extLst>
            </p:cNvPr>
            <p:cNvSpPr>
              <a:spLocks noGrp="1"/>
            </p:cNvSpPr>
            <p:nvPr/>
          </p:nvSpPr>
          <p:spPr>
            <a:xfrm>
              <a:off x="21240750" y="7073503"/>
              <a:ext cx="709613" cy="5953"/>
            </a:xfrm>
            <a:prstGeom prst="rect">
              <a:avLst/>
            </a:prstGeom>
            <a:solidFill>
              <a:srgbClr val="0072B2"/>
            </a:solidFill>
            <a:ln w="0">
              <a:noFill/>
              <a:prstDash val="solid"/>
            </a:ln>
          </p:spPr>
        </p:sp>
        <p:sp>
          <p:nvSpPr>
            <p:cNvPr id="2410" name="four:temporal-output:rotated-tₐ-cell-15:2410">
              <a:extLst>
                <a:ext uri="{FF2B5EF4-FFF2-40B4-BE49-F238E27FC236}">
                  <ns2:creationId id="{C39994F1-83E4-4C25-A817-D0F5FB385B6F}"/>
                </a:ext>
              </a:extLst>
            </p:cNvPr>
            <p:cNvSpPr>
              <a:spLocks noGrp="1"/>
            </p:cNvSpPr>
            <p:nvPr/>
          </p:nvSpPr>
          <p:spPr>
            <a:xfrm>
              <a:off x="21240750" y="7067550"/>
              <a:ext cx="709613" cy="5953"/>
            </a:xfrm>
            <a:prstGeom prst="rect">
              <a:avLst/>
            </a:prstGeom>
            <a:solidFill>
              <a:srgbClr val="0072B2"/>
            </a:solidFill>
            <a:ln w="0">
              <a:noFill/>
              <a:prstDash val="solid"/>
            </a:ln>
          </p:spPr>
        </p:sp>
        <p:sp>
          <p:nvSpPr>
            <p:cNvPr id="2411" name="four:temporal-output:rotated-tₐ-cell-16:2411">
              <a:extLst>
                <a:ext uri="{FF2B5EF4-FFF2-40B4-BE49-F238E27FC236}">
                  <ns2:creationId id="{FBAA3BD6-BBBE-45B5-AE70-D4B88E288BCB}"/>
                </a:ext>
              </a:extLst>
            </p:cNvPr>
            <p:cNvSpPr>
              <a:spLocks noGrp="1"/>
            </p:cNvSpPr>
            <p:nvPr/>
          </p:nvSpPr>
          <p:spPr>
            <a:xfrm>
              <a:off x="21240750" y="7061597"/>
              <a:ext cx="709613" cy="5953"/>
            </a:xfrm>
            <a:prstGeom prst="rect">
              <a:avLst/>
            </a:prstGeom>
            <a:solidFill>
              <a:srgbClr val="0072B2"/>
            </a:solidFill>
            <a:ln w="0">
              <a:noFill/>
              <a:prstDash val="solid"/>
            </a:ln>
          </p:spPr>
        </p:sp>
        <p:sp>
          <p:nvSpPr>
            <p:cNvPr id="2412" name="four:temporal-output:rotated-tₐ-cell-17:2412">
              <a:extLst>
                <a:ext uri="{FF2B5EF4-FFF2-40B4-BE49-F238E27FC236}">
                  <ns2:creationId id="{32BEEBD8-F98F-4010-9BC6-03B95149DFF1}"/>
                </a:ext>
              </a:extLst>
            </p:cNvPr>
            <p:cNvSpPr>
              <a:spLocks noGrp="1"/>
            </p:cNvSpPr>
            <p:nvPr/>
          </p:nvSpPr>
          <p:spPr>
            <a:xfrm>
              <a:off x="21240750" y="7055644"/>
              <a:ext cx="709613" cy="5953"/>
            </a:xfrm>
            <a:prstGeom prst="rect">
              <a:avLst/>
            </a:prstGeom>
            <a:solidFill>
              <a:srgbClr val="0072B2"/>
            </a:solidFill>
            <a:ln w="0">
              <a:noFill/>
              <a:prstDash val="solid"/>
            </a:ln>
          </p:spPr>
        </p:sp>
        <p:sp>
          <p:nvSpPr>
            <p:cNvPr id="2413" name="four:temporal-output:rotated-tₐ-cell-18:2413">
              <a:extLst>
                <a:ext uri="{FF2B5EF4-FFF2-40B4-BE49-F238E27FC236}">
                  <ns2:creationId id="{D7E4B85B-A28A-45DA-BF77-1414C0B40467}"/>
                </a:ext>
              </a:extLst>
            </p:cNvPr>
            <p:cNvSpPr>
              <a:spLocks noGrp="1"/>
            </p:cNvSpPr>
            <p:nvPr/>
          </p:nvSpPr>
          <p:spPr>
            <a:xfrm>
              <a:off x="21240750" y="7049691"/>
              <a:ext cx="709613" cy="5953"/>
            </a:xfrm>
            <a:prstGeom prst="rect">
              <a:avLst/>
            </a:prstGeom>
            <a:solidFill>
              <a:srgbClr val="0072B2"/>
            </a:solidFill>
            <a:ln w="0">
              <a:noFill/>
              <a:prstDash val="solid"/>
            </a:ln>
          </p:spPr>
        </p:sp>
        <p:sp>
          <p:nvSpPr>
            <p:cNvPr id="2414" name="four:temporal-output:rotated-tₐ-cell-19:2414">
              <a:extLst>
                <a:ext uri="{FF2B5EF4-FFF2-40B4-BE49-F238E27FC236}">
                  <ns2:creationId id="{6C444FCA-6721-4833-972E-941C49E32683}"/>
                </a:ext>
              </a:extLst>
            </p:cNvPr>
            <p:cNvSpPr>
              <a:spLocks noGrp="1"/>
            </p:cNvSpPr>
            <p:nvPr/>
          </p:nvSpPr>
          <p:spPr>
            <a:xfrm>
              <a:off x="21240750" y="7043738"/>
              <a:ext cx="709613" cy="5953"/>
            </a:xfrm>
            <a:prstGeom prst="rect">
              <a:avLst/>
            </a:prstGeom>
            <a:solidFill>
              <a:srgbClr val="0072B2"/>
            </a:solidFill>
            <a:ln w="0">
              <a:noFill/>
              <a:prstDash val="solid"/>
            </a:ln>
          </p:spPr>
        </p:sp>
        <p:sp>
          <p:nvSpPr>
            <p:cNvPr id="2415" name="four:temporal-output:rotated-tₐ-cell-20:2415">
              <a:extLst>
                <a:ext uri="{FF2B5EF4-FFF2-40B4-BE49-F238E27FC236}">
                  <ns2:creationId id="{50A0A759-1665-40F5-A587-68362B308E3F}"/>
                </a:ext>
              </a:extLst>
            </p:cNvPr>
            <p:cNvSpPr>
              <a:spLocks noGrp="1"/>
            </p:cNvSpPr>
            <p:nvPr/>
          </p:nvSpPr>
          <p:spPr>
            <a:xfrm>
              <a:off x="21240750" y="7037784"/>
              <a:ext cx="709613" cy="5953"/>
            </a:xfrm>
            <a:prstGeom prst="rect">
              <a:avLst/>
            </a:prstGeom>
            <a:solidFill>
              <a:srgbClr val="0072B2"/>
            </a:solidFill>
            <a:ln w="0">
              <a:noFill/>
              <a:prstDash val="solid"/>
            </a:ln>
          </p:spPr>
        </p:sp>
        <p:sp>
          <p:nvSpPr>
            <p:cNvPr id="2416" name="four:temporal-output:rotated-tₐ-cell-21:2416">
              <a:extLst>
                <a:ext uri="{FF2B5EF4-FFF2-40B4-BE49-F238E27FC236}">
                  <ns2:creationId id="{DA26FAE8-90A7-42E1-8A05-2756BCCDF7BE}"/>
                </a:ext>
              </a:extLst>
            </p:cNvPr>
            <p:cNvSpPr>
              <a:spLocks noGrp="1"/>
            </p:cNvSpPr>
            <p:nvPr/>
          </p:nvSpPr>
          <p:spPr>
            <a:xfrm>
              <a:off x="21240750" y="7031831"/>
              <a:ext cx="709613" cy="5953"/>
            </a:xfrm>
            <a:prstGeom prst="rect">
              <a:avLst/>
            </a:prstGeom>
            <a:solidFill>
              <a:srgbClr val="0072B2"/>
            </a:solidFill>
            <a:ln w="0">
              <a:noFill/>
              <a:prstDash val="solid"/>
            </a:ln>
          </p:spPr>
        </p:sp>
        <p:sp>
          <p:nvSpPr>
            <p:cNvPr id="2417" name="four:temporal-output:rotated-tₐ-cell-22:2417">
              <a:extLst>
                <a:ext uri="{FF2B5EF4-FFF2-40B4-BE49-F238E27FC236}">
                  <ns2:creationId id="{E525530E-EB8E-4D63-B364-FDCE4131D6BE}"/>
                </a:ext>
              </a:extLst>
            </p:cNvPr>
            <p:cNvSpPr>
              <a:spLocks noGrp="1"/>
            </p:cNvSpPr>
            <p:nvPr/>
          </p:nvSpPr>
          <p:spPr>
            <a:xfrm>
              <a:off x="21240750" y="7025878"/>
              <a:ext cx="709613" cy="5953"/>
            </a:xfrm>
            <a:prstGeom prst="rect">
              <a:avLst/>
            </a:prstGeom>
            <a:solidFill>
              <a:srgbClr val="0072B2"/>
            </a:solidFill>
            <a:ln w="0">
              <a:noFill/>
              <a:prstDash val="solid"/>
            </a:ln>
          </p:spPr>
        </p:sp>
        <p:sp>
          <p:nvSpPr>
            <p:cNvPr id="2418" name="four:temporal-output:rotated-tₐ-cell-23:2418">
              <a:extLst>
                <a:ext uri="{FF2B5EF4-FFF2-40B4-BE49-F238E27FC236}">
                  <ns2:creationId id="{ED799E7E-5E21-413C-A975-9F7D56EAF185}"/>
                </a:ext>
              </a:extLst>
            </p:cNvPr>
            <p:cNvSpPr>
              <a:spLocks noGrp="1"/>
            </p:cNvSpPr>
            <p:nvPr/>
          </p:nvSpPr>
          <p:spPr>
            <a:xfrm>
              <a:off x="21240750" y="7019925"/>
              <a:ext cx="709613" cy="5953"/>
            </a:xfrm>
            <a:prstGeom prst="rect">
              <a:avLst/>
            </a:prstGeom>
            <a:solidFill>
              <a:srgbClr val="0977B4"/>
            </a:solidFill>
            <a:ln w="0">
              <a:noFill/>
              <a:prstDash val="solid"/>
            </a:ln>
          </p:spPr>
        </p:sp>
        <p:sp>
          <p:nvSpPr>
            <p:cNvPr id="2419" name="four:temporal-output:rotated-tₐ-cell-24:2419">
              <a:extLst>
                <a:ext uri="{FF2B5EF4-FFF2-40B4-BE49-F238E27FC236}">
                  <ns2:creationId id="{57D05C98-EDC7-4B42-A461-EA79CD7C9937}"/>
                </a:ext>
              </a:extLst>
            </p:cNvPr>
            <p:cNvSpPr>
              <a:spLocks noGrp="1"/>
            </p:cNvSpPr>
            <p:nvPr/>
          </p:nvSpPr>
          <p:spPr>
            <a:xfrm>
              <a:off x="21240750" y="7013972"/>
              <a:ext cx="709613" cy="5953"/>
            </a:xfrm>
            <a:prstGeom prst="rect">
              <a:avLst/>
            </a:prstGeom>
            <a:solidFill>
              <a:srgbClr val="2385BB"/>
            </a:solidFill>
            <a:ln w="0">
              <a:noFill/>
              <a:prstDash val="solid"/>
            </a:ln>
          </p:spPr>
        </p:sp>
        <p:sp>
          <p:nvSpPr>
            <p:cNvPr id="2420" name="four:temporal-output:rotated-tₐ-cell-25:2420">
              <a:extLst>
                <a:ext uri="{FF2B5EF4-FFF2-40B4-BE49-F238E27FC236}">
                  <ns2:creationId id="{10927E64-E5A3-4E8A-A9F0-C2F7C25B188F}"/>
                </a:ext>
              </a:extLst>
            </p:cNvPr>
            <p:cNvSpPr>
              <a:spLocks noGrp="1"/>
            </p:cNvSpPr>
            <p:nvPr/>
          </p:nvSpPr>
          <p:spPr>
            <a:xfrm>
              <a:off x="21240750" y="7008019"/>
              <a:ext cx="709613" cy="5953"/>
            </a:xfrm>
            <a:prstGeom prst="rect">
              <a:avLst/>
            </a:prstGeom>
            <a:solidFill>
              <a:srgbClr val="4899C5"/>
            </a:solidFill>
            <a:ln w="0">
              <a:noFill/>
              <a:prstDash val="solid"/>
            </a:ln>
          </p:spPr>
        </p:sp>
        <p:sp>
          <p:nvSpPr>
            <p:cNvPr id="2421" name="four:temporal-output:rotated-tₐ-cell-26:2421">
              <a:extLst>
                <a:ext uri="{FF2B5EF4-FFF2-40B4-BE49-F238E27FC236}">
                  <ns2:creationId id="{2ECBF702-1216-426B-B5A0-AD3946E5AEFD}"/>
                </a:ext>
              </a:extLst>
            </p:cNvPr>
            <p:cNvSpPr>
              <a:spLocks noGrp="1"/>
            </p:cNvSpPr>
            <p:nvPr/>
          </p:nvSpPr>
          <p:spPr>
            <a:xfrm>
              <a:off x="21240750" y="7002066"/>
              <a:ext cx="709613" cy="5953"/>
            </a:xfrm>
            <a:prstGeom prst="rect">
              <a:avLst/>
            </a:prstGeom>
            <a:solidFill>
              <a:srgbClr val="72AFD1"/>
            </a:solidFill>
            <a:ln w="0">
              <a:noFill/>
              <a:prstDash val="solid"/>
            </a:ln>
          </p:spPr>
        </p:sp>
        <p:sp>
          <p:nvSpPr>
            <p:cNvPr id="2422" name="four:temporal-output:rotated-tₐ-cell-27:2422">
              <a:extLst>
                <a:ext uri="{FF2B5EF4-FFF2-40B4-BE49-F238E27FC236}">
                  <ns2:creationId id="{00B9F91C-9DE3-487C-90C5-7451F9ED2100}"/>
                </a:ext>
              </a:extLst>
            </p:cNvPr>
            <p:cNvSpPr>
              <a:spLocks noGrp="1"/>
            </p:cNvSpPr>
            <p:nvPr/>
          </p:nvSpPr>
          <p:spPr>
            <a:xfrm>
              <a:off x="21240750" y="6996113"/>
              <a:ext cx="709613" cy="5953"/>
            </a:xfrm>
            <a:prstGeom prst="rect">
              <a:avLst/>
            </a:prstGeom>
            <a:solidFill>
              <a:srgbClr val="9CC5DC"/>
            </a:solidFill>
            <a:ln w="0">
              <a:noFill/>
              <a:prstDash val="solid"/>
            </a:ln>
          </p:spPr>
        </p:sp>
        <p:sp>
          <p:nvSpPr>
            <p:cNvPr id="2423" name="four:temporal-output:rotated-tₐ-cell-28:2423">
              <a:extLst>
                <a:ext uri="{FF2B5EF4-FFF2-40B4-BE49-F238E27FC236}">
                  <ns2:creationId id="{1CF8DC1C-BA7F-4CAC-A0D3-C9F28230DA85}"/>
                </a:ext>
              </a:extLst>
            </p:cNvPr>
            <p:cNvSpPr>
              <a:spLocks noGrp="1"/>
            </p:cNvSpPr>
            <p:nvPr/>
          </p:nvSpPr>
          <p:spPr>
            <a:xfrm>
              <a:off x="21240750" y="6990159"/>
              <a:ext cx="709613" cy="5953"/>
            </a:xfrm>
            <a:prstGeom prst="rect">
              <a:avLst/>
            </a:prstGeom>
            <a:solidFill>
              <a:srgbClr val="C9DBE4"/>
            </a:solidFill>
            <a:ln w="0">
              <a:noFill/>
              <a:prstDash val="solid"/>
            </a:ln>
          </p:spPr>
        </p:sp>
        <p:sp>
          <p:nvSpPr>
            <p:cNvPr id="2424" name="four:temporal-output:rotated-tₐ-cell-29:2424">
              <a:extLst>
                <a:ext uri="{FF2B5EF4-FFF2-40B4-BE49-F238E27FC236}">
                  <ns2:creationId id="{0A4050F9-DB7B-4924-B476-EECCC2EC3DA2}"/>
                </a:ext>
              </a:extLst>
            </p:cNvPr>
            <p:cNvSpPr>
              <a:spLocks noGrp="1"/>
            </p:cNvSpPr>
            <p:nvPr/>
          </p:nvSpPr>
          <p:spPr>
            <a:xfrm>
              <a:off x="21240750" y="6984206"/>
              <a:ext cx="709613" cy="5953"/>
            </a:xfrm>
            <a:prstGeom prst="rect">
              <a:avLst/>
            </a:prstGeom>
            <a:solidFill>
              <a:srgbClr val="D8E5EB"/>
            </a:solidFill>
            <a:ln w="0">
              <a:noFill/>
              <a:prstDash val="solid"/>
            </a:ln>
          </p:spPr>
        </p:sp>
        <p:sp>
          <p:nvSpPr>
            <p:cNvPr id="2425" name="four:temporal-output:rotated-tₐ-cell-30:2425">
              <a:extLst>
                <a:ext uri="{FF2B5EF4-FFF2-40B4-BE49-F238E27FC236}">
                  <ns2:creationId id="{5E858639-AC35-4250-9ED2-C9B37D55AB03}"/>
                </a:ext>
              </a:extLst>
            </p:cNvPr>
            <p:cNvSpPr>
              <a:spLocks noGrp="1"/>
            </p:cNvSpPr>
            <p:nvPr/>
          </p:nvSpPr>
          <p:spPr>
            <a:xfrm>
              <a:off x="21240750" y="6978253"/>
              <a:ext cx="709613" cy="5953"/>
            </a:xfrm>
            <a:prstGeom prst="rect">
              <a:avLst/>
            </a:prstGeom>
            <a:solidFill>
              <a:srgbClr val="DCE8ED"/>
            </a:solidFill>
            <a:ln w="0">
              <a:noFill/>
              <a:prstDash val="solid"/>
            </a:ln>
          </p:spPr>
        </p:sp>
        <p:sp>
          <p:nvSpPr>
            <p:cNvPr id="2426" name="four:temporal-output:rotated-tₐ-cell-31:2426">
              <a:extLst>
                <a:ext uri="{FF2B5EF4-FFF2-40B4-BE49-F238E27FC236}">
                  <ns2:creationId id="{685EBB62-3292-4458-AF7B-63FECB0E250E}"/>
                </a:ext>
              </a:extLst>
            </p:cNvPr>
            <p:cNvSpPr>
              <a:spLocks noGrp="1"/>
            </p:cNvSpPr>
            <p:nvPr/>
          </p:nvSpPr>
          <p:spPr>
            <a:xfrm>
              <a:off x="21240750" y="6972300"/>
              <a:ext cx="709613" cy="5953"/>
            </a:xfrm>
            <a:prstGeom prst="rect">
              <a:avLst/>
            </a:prstGeom>
            <a:solidFill>
              <a:srgbClr val="DCE8ED"/>
            </a:solidFill>
            <a:ln w="0">
              <a:noFill/>
              <a:prstDash val="solid"/>
            </a:ln>
          </p:spPr>
        </p:sp>
        <p:sp>
          <p:nvSpPr>
            <p:cNvPr id="2427" name="four:temporal-output:rotated-tₐ-cell-32:2427">
              <a:extLst>
                <a:ext uri="{FF2B5EF4-FFF2-40B4-BE49-F238E27FC236}">
                  <ns2:creationId id="{8A0029A0-BB30-4DBA-BB04-AF4DE1763481}"/>
                </a:ext>
              </a:extLst>
            </p:cNvPr>
            <p:cNvSpPr>
              <a:spLocks noGrp="1"/>
            </p:cNvSpPr>
            <p:nvPr/>
          </p:nvSpPr>
          <p:spPr>
            <a:xfrm>
              <a:off x="21240750" y="6966347"/>
              <a:ext cx="709613" cy="5953"/>
            </a:xfrm>
            <a:prstGeom prst="rect">
              <a:avLst/>
            </a:prstGeom>
            <a:solidFill>
              <a:srgbClr val="DCE8ED"/>
            </a:solidFill>
            <a:ln w="0">
              <a:noFill/>
              <a:prstDash val="solid"/>
            </a:ln>
          </p:spPr>
        </p:sp>
        <p:sp>
          <p:nvSpPr>
            <p:cNvPr id="2428" name="four:temporal-output:rotated-tₐ-cell-33:2428">
              <a:extLst>
                <a:ext uri="{FF2B5EF4-FFF2-40B4-BE49-F238E27FC236}">
                  <ns2:creationId id="{1847147D-B294-43C1-A510-DB0095B32097}"/>
                </a:ext>
              </a:extLst>
            </p:cNvPr>
            <p:cNvSpPr>
              <a:spLocks noGrp="1"/>
            </p:cNvSpPr>
            <p:nvPr/>
          </p:nvSpPr>
          <p:spPr>
            <a:xfrm>
              <a:off x="21240750" y="6960394"/>
              <a:ext cx="709613" cy="5953"/>
            </a:xfrm>
            <a:prstGeom prst="rect">
              <a:avLst/>
            </a:prstGeom>
            <a:solidFill>
              <a:srgbClr val="DCE8ED"/>
            </a:solidFill>
            <a:ln w="0">
              <a:noFill/>
              <a:prstDash val="solid"/>
            </a:ln>
          </p:spPr>
        </p:sp>
        <p:sp>
          <p:nvSpPr>
            <p:cNvPr id="2429" name="four:temporal-output:rotated-tₐ-cell-34:2429">
              <a:extLst>
                <a:ext uri="{FF2B5EF4-FFF2-40B4-BE49-F238E27FC236}">
                  <ns2:creationId id="{32D38F35-D076-4E2D-AC2E-0CE752049EE7}"/>
                </a:ext>
              </a:extLst>
            </p:cNvPr>
            <p:cNvSpPr>
              <a:spLocks noGrp="1"/>
            </p:cNvSpPr>
            <p:nvPr/>
          </p:nvSpPr>
          <p:spPr>
            <a:xfrm>
              <a:off x="21240750" y="6954441"/>
              <a:ext cx="709613" cy="5953"/>
            </a:xfrm>
            <a:prstGeom prst="rect">
              <a:avLst/>
            </a:prstGeom>
            <a:solidFill>
              <a:srgbClr val="DCE8ED"/>
            </a:solidFill>
            <a:ln w="0">
              <a:noFill/>
              <a:prstDash val="solid"/>
            </a:ln>
          </p:spPr>
        </p:sp>
        <p:sp>
          <p:nvSpPr>
            <p:cNvPr id="2430" name="four:temporal-output:rotated-tₐ-cell-35:2430">
              <a:extLst>
                <a:ext uri="{FF2B5EF4-FFF2-40B4-BE49-F238E27FC236}">
                  <ns2:creationId id="{5A30B556-00D2-4A50-A398-6C6E5F362915}"/>
                </a:ext>
              </a:extLst>
            </p:cNvPr>
            <p:cNvSpPr>
              <a:spLocks noGrp="1"/>
            </p:cNvSpPr>
            <p:nvPr/>
          </p:nvSpPr>
          <p:spPr>
            <a:xfrm>
              <a:off x="21240750" y="6948488"/>
              <a:ext cx="709613" cy="5953"/>
            </a:xfrm>
            <a:prstGeom prst="rect">
              <a:avLst/>
            </a:prstGeom>
            <a:solidFill>
              <a:srgbClr val="DCE8ED"/>
            </a:solidFill>
            <a:ln w="0">
              <a:noFill/>
              <a:prstDash val="solid"/>
            </a:ln>
          </p:spPr>
        </p:sp>
        <p:sp>
          <p:nvSpPr>
            <p:cNvPr id="2431" name="four:temporal-output:rotated-tₐ-cell-36:2431">
              <a:extLst>
                <a:ext uri="{FF2B5EF4-FFF2-40B4-BE49-F238E27FC236}">
                  <ns2:creationId id="{6CB77B14-87EF-463D-A837-C16029E60228}"/>
                </a:ext>
              </a:extLst>
            </p:cNvPr>
            <p:cNvSpPr>
              <a:spLocks noGrp="1"/>
            </p:cNvSpPr>
            <p:nvPr/>
          </p:nvSpPr>
          <p:spPr>
            <a:xfrm>
              <a:off x="21240750" y="6942534"/>
              <a:ext cx="709613" cy="5953"/>
            </a:xfrm>
            <a:prstGeom prst="rect">
              <a:avLst/>
            </a:prstGeom>
            <a:solidFill>
              <a:srgbClr val="DCE8ED"/>
            </a:solidFill>
            <a:ln w="0">
              <a:noFill/>
              <a:prstDash val="solid"/>
            </a:ln>
          </p:spPr>
        </p:sp>
        <p:sp>
          <p:nvSpPr>
            <p:cNvPr id="2432" name="four:temporal-output:rotated-tₐ-cell-37:2432">
              <a:extLst>
                <a:ext uri="{FF2B5EF4-FFF2-40B4-BE49-F238E27FC236}">
                  <ns2:creationId id="{C4BB0E3C-31B4-45F7-8735-43A4784CB6CA}"/>
                </a:ext>
              </a:extLst>
            </p:cNvPr>
            <p:cNvSpPr>
              <a:spLocks noGrp="1"/>
            </p:cNvSpPr>
            <p:nvPr/>
          </p:nvSpPr>
          <p:spPr>
            <a:xfrm>
              <a:off x="21240750" y="6936581"/>
              <a:ext cx="709613" cy="5953"/>
            </a:xfrm>
            <a:prstGeom prst="rect">
              <a:avLst/>
            </a:prstGeom>
            <a:solidFill>
              <a:srgbClr val="DCE8ED"/>
            </a:solidFill>
            <a:ln w="0">
              <a:noFill/>
              <a:prstDash val="solid"/>
            </a:ln>
          </p:spPr>
        </p:sp>
        <p:sp>
          <p:nvSpPr>
            <p:cNvPr id="2433" name="four:temporal-output:rotated-tₐ-cell-38:2433">
              <a:extLst>
                <a:ext uri="{FF2B5EF4-FFF2-40B4-BE49-F238E27FC236}">
                  <ns2:creationId id="{95B63BFB-0C3F-4F13-ABD5-F68A546D1222}"/>
                </a:ext>
              </a:extLst>
            </p:cNvPr>
            <p:cNvSpPr>
              <a:spLocks noGrp="1"/>
            </p:cNvSpPr>
            <p:nvPr/>
          </p:nvSpPr>
          <p:spPr>
            <a:xfrm>
              <a:off x="21240750" y="6930628"/>
              <a:ext cx="709613" cy="5953"/>
            </a:xfrm>
            <a:prstGeom prst="rect">
              <a:avLst/>
            </a:prstGeom>
            <a:solidFill>
              <a:srgbClr val="DCE8ED"/>
            </a:solidFill>
            <a:ln w="0">
              <a:noFill/>
              <a:prstDash val="solid"/>
            </a:ln>
          </p:spPr>
        </p:sp>
        <p:sp>
          <p:nvSpPr>
            <p:cNvPr id="2434" name="four:temporal-output:rotated-tₐ-cell-39:2434">
              <a:extLst>
                <a:ext uri="{FF2B5EF4-FFF2-40B4-BE49-F238E27FC236}">
                  <ns2:creationId id="{BCD846C6-B031-4F0A-9205-21117C24D1EE}"/>
                </a:ext>
              </a:extLst>
            </p:cNvPr>
            <p:cNvSpPr>
              <a:spLocks noGrp="1"/>
            </p:cNvSpPr>
            <p:nvPr/>
          </p:nvSpPr>
          <p:spPr>
            <a:xfrm>
              <a:off x="21240750" y="6924675"/>
              <a:ext cx="709613" cy="5953"/>
            </a:xfrm>
            <a:prstGeom prst="rect">
              <a:avLst/>
            </a:prstGeom>
            <a:solidFill>
              <a:srgbClr val="DCE8ED"/>
            </a:solidFill>
            <a:ln w="0">
              <a:noFill/>
              <a:prstDash val="solid"/>
            </a:ln>
          </p:spPr>
        </p:sp>
        <p:sp>
          <p:nvSpPr>
            <p:cNvPr id="2435" name="four:temporal-output:rotated-tₐ-cell-40:2435">
              <a:extLst>
                <a:ext uri="{FF2B5EF4-FFF2-40B4-BE49-F238E27FC236}">
                  <ns2:creationId id="{00F80EED-8AAC-4ECA-932C-DA070270D129}"/>
                </a:ext>
              </a:extLst>
            </p:cNvPr>
            <p:cNvSpPr>
              <a:spLocks noGrp="1"/>
            </p:cNvSpPr>
            <p:nvPr/>
          </p:nvSpPr>
          <p:spPr>
            <a:xfrm>
              <a:off x="21240750" y="6918722"/>
              <a:ext cx="709613" cy="5953"/>
            </a:xfrm>
            <a:prstGeom prst="rect">
              <a:avLst/>
            </a:prstGeom>
            <a:solidFill>
              <a:srgbClr val="DCE8ED"/>
            </a:solidFill>
            <a:ln w="0">
              <a:noFill/>
              <a:prstDash val="solid"/>
            </a:ln>
          </p:spPr>
        </p:sp>
        <p:sp>
          <p:nvSpPr>
            <p:cNvPr id="2436" name="four:temporal-output:rotated-tₐ-cell-41:2436">
              <a:extLst>
                <a:ext uri="{FF2B5EF4-FFF2-40B4-BE49-F238E27FC236}">
                  <ns2:creationId id="{43205A5B-F1A2-474B-B137-D458698247E2}"/>
                </a:ext>
              </a:extLst>
            </p:cNvPr>
            <p:cNvSpPr>
              <a:spLocks noGrp="1"/>
            </p:cNvSpPr>
            <p:nvPr/>
          </p:nvSpPr>
          <p:spPr>
            <a:xfrm>
              <a:off x="21240750" y="6912769"/>
              <a:ext cx="709613" cy="5953"/>
            </a:xfrm>
            <a:prstGeom prst="rect">
              <a:avLst/>
            </a:prstGeom>
            <a:solidFill>
              <a:srgbClr val="DCE8ED"/>
            </a:solidFill>
            <a:ln w="0">
              <a:noFill/>
              <a:prstDash val="solid"/>
            </a:ln>
          </p:spPr>
        </p:sp>
        <p:sp>
          <p:nvSpPr>
            <p:cNvPr id="2437" name="four:temporal-output:rotated-tₐ-cell-42:2437">
              <a:extLst>
                <a:ext uri="{FF2B5EF4-FFF2-40B4-BE49-F238E27FC236}">
                  <ns2:creationId id="{D1BBE10E-CE7E-4286-ABE2-613D815FAB61}"/>
                </a:ext>
              </a:extLst>
            </p:cNvPr>
            <p:cNvSpPr>
              <a:spLocks noGrp="1"/>
            </p:cNvSpPr>
            <p:nvPr/>
          </p:nvSpPr>
          <p:spPr>
            <a:xfrm>
              <a:off x="21240750" y="6906816"/>
              <a:ext cx="709613" cy="5953"/>
            </a:xfrm>
            <a:prstGeom prst="rect">
              <a:avLst/>
            </a:prstGeom>
            <a:solidFill>
              <a:srgbClr val="DCE8ED"/>
            </a:solidFill>
            <a:ln w="0">
              <a:noFill/>
              <a:prstDash val="solid"/>
            </a:ln>
          </p:spPr>
        </p:sp>
        <p:sp>
          <p:nvSpPr>
            <p:cNvPr id="2438" name="four:temporal-output:rotated-tₐ-cell-43:2438">
              <a:extLst>
                <a:ext uri="{FF2B5EF4-FFF2-40B4-BE49-F238E27FC236}">
                  <ns2:creationId id="{F42EF32E-D3BD-422C-BC7C-B7CC4ECD6519}"/>
                </a:ext>
              </a:extLst>
            </p:cNvPr>
            <p:cNvSpPr>
              <a:spLocks noGrp="1"/>
            </p:cNvSpPr>
            <p:nvPr/>
          </p:nvSpPr>
          <p:spPr>
            <a:xfrm>
              <a:off x="21240750" y="6900863"/>
              <a:ext cx="709613" cy="5953"/>
            </a:xfrm>
            <a:prstGeom prst="rect">
              <a:avLst/>
            </a:prstGeom>
            <a:solidFill>
              <a:srgbClr val="DCE8ED"/>
            </a:solidFill>
            <a:ln w="0">
              <a:noFill/>
              <a:prstDash val="solid"/>
            </a:ln>
          </p:spPr>
        </p:sp>
        <p:sp>
          <p:nvSpPr>
            <p:cNvPr id="2439" name="four:temporal-output:rotated-tₐ-cell-44:2439">
              <a:extLst>
                <a:ext uri="{FF2B5EF4-FFF2-40B4-BE49-F238E27FC236}">
                  <ns2:creationId id="{64488B22-7579-4E95-A65F-63B7FB22B27A}"/>
                </a:ext>
              </a:extLst>
            </p:cNvPr>
            <p:cNvSpPr>
              <a:spLocks noGrp="1"/>
            </p:cNvSpPr>
            <p:nvPr/>
          </p:nvSpPr>
          <p:spPr>
            <a:xfrm>
              <a:off x="21240750" y="6894909"/>
              <a:ext cx="709613" cy="5953"/>
            </a:xfrm>
            <a:prstGeom prst="rect">
              <a:avLst/>
            </a:prstGeom>
            <a:solidFill>
              <a:srgbClr val="DCE8ED"/>
            </a:solidFill>
            <a:ln w="0">
              <a:noFill/>
              <a:prstDash val="solid"/>
            </a:ln>
          </p:spPr>
        </p:sp>
        <p:sp>
          <p:nvSpPr>
            <p:cNvPr id="2440" name="four:temporal-output:rotated-tₐ-cell-45:2440">
              <a:extLst>
                <a:ext uri="{FF2B5EF4-FFF2-40B4-BE49-F238E27FC236}">
                  <ns2:creationId id="{B03E70D3-B88E-4290-B113-C24110DFE08C}"/>
                </a:ext>
              </a:extLst>
            </p:cNvPr>
            <p:cNvSpPr>
              <a:spLocks noGrp="1"/>
            </p:cNvSpPr>
            <p:nvPr/>
          </p:nvSpPr>
          <p:spPr>
            <a:xfrm>
              <a:off x="21240750" y="6888956"/>
              <a:ext cx="709613" cy="5953"/>
            </a:xfrm>
            <a:prstGeom prst="rect">
              <a:avLst/>
            </a:prstGeom>
            <a:solidFill>
              <a:srgbClr val="DCE8ED"/>
            </a:solidFill>
            <a:ln w="0">
              <a:noFill/>
              <a:prstDash val="solid"/>
            </a:ln>
          </p:spPr>
        </p:sp>
        <p:sp>
          <p:nvSpPr>
            <p:cNvPr id="2441" name="four:temporal-output:rotated-tₐ-cell-46:2441">
              <a:extLst>
                <a:ext uri="{FF2B5EF4-FFF2-40B4-BE49-F238E27FC236}">
                  <ns2:creationId id="{21AEEA31-9378-40A1-A7F6-6D30034CB1F8}"/>
                </a:ext>
              </a:extLst>
            </p:cNvPr>
            <p:cNvSpPr>
              <a:spLocks noGrp="1"/>
            </p:cNvSpPr>
            <p:nvPr/>
          </p:nvSpPr>
          <p:spPr>
            <a:xfrm>
              <a:off x="21240750" y="6883003"/>
              <a:ext cx="709613" cy="5953"/>
            </a:xfrm>
            <a:prstGeom prst="rect">
              <a:avLst/>
            </a:prstGeom>
            <a:solidFill>
              <a:srgbClr val="DCE8ED"/>
            </a:solidFill>
            <a:ln w="0">
              <a:noFill/>
              <a:prstDash val="solid"/>
            </a:ln>
          </p:spPr>
        </p:sp>
        <p:sp>
          <p:nvSpPr>
            <p:cNvPr id="2442" name="four:temporal-output:rotated-tₐ-cell-47:2442">
              <a:extLst>
                <a:ext uri="{FF2B5EF4-FFF2-40B4-BE49-F238E27FC236}">
                  <ns2:creationId id="{002A4873-42D8-4D93-A3C0-4098AA68F782}"/>
                </a:ext>
              </a:extLst>
            </p:cNvPr>
            <p:cNvSpPr>
              <a:spLocks noGrp="1"/>
            </p:cNvSpPr>
            <p:nvPr/>
          </p:nvSpPr>
          <p:spPr>
            <a:xfrm>
              <a:off x="21240750" y="6877050"/>
              <a:ext cx="709613" cy="5953"/>
            </a:xfrm>
            <a:prstGeom prst="rect">
              <a:avLst/>
            </a:prstGeom>
            <a:solidFill>
              <a:srgbClr val="DCE8ED"/>
            </a:solidFill>
            <a:ln w="0">
              <a:noFill/>
              <a:prstDash val="solid"/>
            </a:ln>
          </p:spPr>
        </p:sp>
        <p:sp>
          <p:nvSpPr>
            <p:cNvPr id="2443" name="four:temporal-output:rotated-tₐ-cell-48:2443">
              <a:extLst>
                <a:ext uri="{FF2B5EF4-FFF2-40B4-BE49-F238E27FC236}">
                  <ns2:creationId id="{1C9C9F0C-586A-4F57-96F7-578FCCEF2E56}"/>
                </a:ext>
              </a:extLst>
            </p:cNvPr>
            <p:cNvSpPr>
              <a:spLocks noGrp="1"/>
            </p:cNvSpPr>
            <p:nvPr/>
          </p:nvSpPr>
          <p:spPr>
            <a:xfrm>
              <a:off x="21240750" y="6871097"/>
              <a:ext cx="709613" cy="5953"/>
            </a:xfrm>
            <a:prstGeom prst="rect">
              <a:avLst/>
            </a:prstGeom>
            <a:solidFill>
              <a:srgbClr val="DCE8ED"/>
            </a:solidFill>
            <a:ln w="0">
              <a:noFill/>
              <a:prstDash val="solid"/>
            </a:ln>
          </p:spPr>
        </p:sp>
        <p:sp>
          <p:nvSpPr>
            <p:cNvPr id="2444" name="four:temporal-output:rotated-tₐ-cell-49:2444">
              <a:extLst>
                <a:ext uri="{FF2B5EF4-FFF2-40B4-BE49-F238E27FC236}">
                  <ns2:creationId id="{551091E7-B94C-4C43-A25B-B6B1B30AC91E}"/>
                </a:ext>
              </a:extLst>
            </p:cNvPr>
            <p:cNvSpPr>
              <a:spLocks noGrp="1"/>
            </p:cNvSpPr>
            <p:nvPr/>
          </p:nvSpPr>
          <p:spPr>
            <a:xfrm>
              <a:off x="21240750" y="6865144"/>
              <a:ext cx="709613" cy="5953"/>
            </a:xfrm>
            <a:prstGeom prst="rect">
              <a:avLst/>
            </a:prstGeom>
            <a:solidFill>
              <a:srgbClr val="DCE8ED"/>
            </a:solidFill>
            <a:ln w="0">
              <a:noFill/>
              <a:prstDash val="solid"/>
            </a:ln>
          </p:spPr>
        </p:sp>
        <p:sp>
          <p:nvSpPr>
            <p:cNvPr id="2445" name="four:temporal-output:rotated-tₐ-cell-50:2445">
              <a:extLst>
                <a:ext uri="{FF2B5EF4-FFF2-40B4-BE49-F238E27FC236}">
                  <ns2:creationId id="{F421BA76-416B-4F37-9ECA-597C5DF64C16}"/>
                </a:ext>
              </a:extLst>
            </p:cNvPr>
            <p:cNvSpPr>
              <a:spLocks noGrp="1"/>
            </p:cNvSpPr>
            <p:nvPr/>
          </p:nvSpPr>
          <p:spPr>
            <a:xfrm>
              <a:off x="21240750" y="6859191"/>
              <a:ext cx="709613" cy="5953"/>
            </a:xfrm>
            <a:prstGeom prst="rect">
              <a:avLst/>
            </a:prstGeom>
            <a:solidFill>
              <a:srgbClr val="DCE8ED"/>
            </a:solidFill>
            <a:ln w="0">
              <a:noFill/>
              <a:prstDash val="solid"/>
            </a:ln>
          </p:spPr>
        </p:sp>
        <p:sp>
          <p:nvSpPr>
            <p:cNvPr id="2446" name="four:temporal-output:rotated-tₐ-cell-51:2446">
              <a:extLst>
                <a:ext uri="{FF2B5EF4-FFF2-40B4-BE49-F238E27FC236}">
                  <ns2:creationId id="{E865618A-A9E8-421B-B386-17413AC9EBD6}"/>
                </a:ext>
              </a:extLst>
            </p:cNvPr>
            <p:cNvSpPr>
              <a:spLocks noGrp="1"/>
            </p:cNvSpPr>
            <p:nvPr/>
          </p:nvSpPr>
          <p:spPr>
            <a:xfrm>
              <a:off x="21240750" y="6853238"/>
              <a:ext cx="709613" cy="5953"/>
            </a:xfrm>
            <a:prstGeom prst="rect">
              <a:avLst/>
            </a:prstGeom>
            <a:solidFill>
              <a:srgbClr val="DCE8ED"/>
            </a:solidFill>
            <a:ln w="0">
              <a:noFill/>
              <a:prstDash val="solid"/>
            </a:ln>
          </p:spPr>
        </p:sp>
        <p:sp>
          <p:nvSpPr>
            <p:cNvPr id="2447" name="four:temporal-output:rotated-tₐ-cell-52:2447">
              <a:extLst>
                <a:ext uri="{FF2B5EF4-FFF2-40B4-BE49-F238E27FC236}">
                  <ns2:creationId id="{28216F98-5829-4071-A18F-19D21667AE00}"/>
                </a:ext>
              </a:extLst>
            </p:cNvPr>
            <p:cNvSpPr>
              <a:spLocks noGrp="1"/>
            </p:cNvSpPr>
            <p:nvPr/>
          </p:nvSpPr>
          <p:spPr>
            <a:xfrm>
              <a:off x="21240750" y="6847284"/>
              <a:ext cx="709613" cy="5953"/>
            </a:xfrm>
            <a:prstGeom prst="rect">
              <a:avLst/>
            </a:prstGeom>
            <a:solidFill>
              <a:srgbClr val="DCE8ED"/>
            </a:solidFill>
            <a:ln w="0">
              <a:noFill/>
              <a:prstDash val="solid"/>
            </a:ln>
          </p:spPr>
        </p:sp>
        <p:sp>
          <p:nvSpPr>
            <p:cNvPr id="2448" name="four:temporal-output:rotated-tₐ-cell-53:2448">
              <a:extLst>
                <a:ext uri="{FF2B5EF4-FFF2-40B4-BE49-F238E27FC236}">
                  <ns2:creationId id="{E0DB779E-C84C-4DF6-BC63-4AB86716047A}"/>
                </a:ext>
              </a:extLst>
            </p:cNvPr>
            <p:cNvSpPr>
              <a:spLocks noGrp="1"/>
            </p:cNvSpPr>
            <p:nvPr/>
          </p:nvSpPr>
          <p:spPr>
            <a:xfrm>
              <a:off x="21240750" y="6841331"/>
              <a:ext cx="709613" cy="5953"/>
            </a:xfrm>
            <a:prstGeom prst="rect">
              <a:avLst/>
            </a:prstGeom>
            <a:solidFill>
              <a:srgbClr val="DCE8ED"/>
            </a:solidFill>
            <a:ln w="0">
              <a:noFill/>
              <a:prstDash val="solid"/>
            </a:ln>
          </p:spPr>
        </p:sp>
        <p:sp>
          <p:nvSpPr>
            <p:cNvPr id="2449" name="four:temporal-output:rotated-tₐ-cell-54:2449">
              <a:extLst>
                <a:ext uri="{FF2B5EF4-FFF2-40B4-BE49-F238E27FC236}">
                  <ns2:creationId id="{22DD9985-95B4-428A-8C77-B1E3E5930259}"/>
                </a:ext>
              </a:extLst>
            </p:cNvPr>
            <p:cNvSpPr>
              <a:spLocks noGrp="1"/>
            </p:cNvSpPr>
            <p:nvPr/>
          </p:nvSpPr>
          <p:spPr>
            <a:xfrm>
              <a:off x="21240750" y="6835378"/>
              <a:ext cx="709613" cy="5953"/>
            </a:xfrm>
            <a:prstGeom prst="rect">
              <a:avLst/>
            </a:prstGeom>
            <a:solidFill>
              <a:srgbClr val="DCE8ED"/>
            </a:solidFill>
            <a:ln w="0">
              <a:noFill/>
              <a:prstDash val="solid"/>
            </a:ln>
          </p:spPr>
        </p:sp>
        <p:sp>
          <p:nvSpPr>
            <p:cNvPr id="2450" name="four:temporal-output:rotated-tₐ-cell-55:2450">
              <a:extLst>
                <a:ext uri="{FF2B5EF4-FFF2-40B4-BE49-F238E27FC236}">
                  <ns2:creationId id="{40BA000E-73EB-40DA-A1B2-18033A9A17FF}"/>
                </a:ext>
              </a:extLst>
            </p:cNvPr>
            <p:cNvSpPr>
              <a:spLocks noGrp="1"/>
            </p:cNvSpPr>
            <p:nvPr/>
          </p:nvSpPr>
          <p:spPr>
            <a:xfrm>
              <a:off x="21240750" y="6829425"/>
              <a:ext cx="709613" cy="5953"/>
            </a:xfrm>
            <a:prstGeom prst="rect">
              <a:avLst/>
            </a:prstGeom>
            <a:solidFill>
              <a:srgbClr val="DCE8ED"/>
            </a:solidFill>
            <a:ln w="0">
              <a:noFill/>
              <a:prstDash val="solid"/>
            </a:ln>
          </p:spPr>
        </p:sp>
        <p:sp>
          <p:nvSpPr>
            <p:cNvPr id="2451" name="four:temporal-output:rotated-tₐ-cell-56:2451">
              <a:extLst>
                <a:ext uri="{FF2B5EF4-FFF2-40B4-BE49-F238E27FC236}">
                  <ns2:creationId id="{C6AB9D90-A2AA-45D8-B77E-E41DD6796554}"/>
                </a:ext>
              </a:extLst>
            </p:cNvPr>
            <p:cNvSpPr>
              <a:spLocks noGrp="1"/>
            </p:cNvSpPr>
            <p:nvPr/>
          </p:nvSpPr>
          <p:spPr>
            <a:xfrm>
              <a:off x="21240750" y="6823472"/>
              <a:ext cx="709613" cy="5953"/>
            </a:xfrm>
            <a:prstGeom prst="rect">
              <a:avLst/>
            </a:prstGeom>
            <a:solidFill>
              <a:srgbClr val="DBE8EC"/>
            </a:solidFill>
            <a:ln w="0">
              <a:noFill/>
              <a:prstDash val="solid"/>
            </a:ln>
          </p:spPr>
        </p:sp>
        <p:sp>
          <p:nvSpPr>
            <p:cNvPr id="2452" name="four:temporal-output:rotated-tₐ-cell-57:2452">
              <a:extLst>
                <a:ext uri="{FF2B5EF4-FFF2-40B4-BE49-F238E27FC236}">
                  <ns2:creationId id="{FAC83FFC-39E4-46CB-8723-523F866D37FE}"/>
                </a:ext>
              </a:extLst>
            </p:cNvPr>
            <p:cNvSpPr>
              <a:spLocks noGrp="1"/>
            </p:cNvSpPr>
            <p:nvPr/>
          </p:nvSpPr>
          <p:spPr>
            <a:xfrm>
              <a:off x="21240750" y="6817519"/>
              <a:ext cx="709613" cy="5953"/>
            </a:xfrm>
            <a:prstGeom prst="rect">
              <a:avLst/>
            </a:prstGeom>
            <a:solidFill>
              <a:srgbClr val="D3E3E5"/>
            </a:solidFill>
            <a:ln w="0">
              <a:noFill/>
              <a:prstDash val="solid"/>
            </a:ln>
          </p:spPr>
        </p:sp>
        <p:sp>
          <p:nvSpPr>
            <p:cNvPr id="2453" name="four:temporal-output:rotated-tₐ-cell-58:2453">
              <a:extLst>
                <a:ext uri="{FF2B5EF4-FFF2-40B4-BE49-F238E27FC236}">
                  <ns2:creationId id="{0870D064-5730-40C1-A980-8700EC36C033}"/>
                </a:ext>
              </a:extLst>
            </p:cNvPr>
            <p:cNvSpPr>
              <a:spLocks noGrp="1"/>
            </p:cNvSpPr>
            <p:nvPr/>
          </p:nvSpPr>
          <p:spPr>
            <a:xfrm>
              <a:off x="21240750" y="6811566"/>
              <a:ext cx="709613" cy="5953"/>
            </a:xfrm>
            <a:prstGeom prst="rect">
              <a:avLst/>
            </a:prstGeom>
            <a:solidFill>
              <a:srgbClr val="DAC9B8"/>
            </a:solidFill>
            <a:ln w="0">
              <a:noFill/>
              <a:prstDash val="solid"/>
            </a:ln>
          </p:spPr>
        </p:sp>
        <p:sp>
          <p:nvSpPr>
            <p:cNvPr id="2454" name="four:temporal-output:rotated-tₐ-cell-59:2454">
              <a:extLst>
                <a:ext uri="{FF2B5EF4-FFF2-40B4-BE49-F238E27FC236}">
                  <ns2:creationId id="{2699FF6E-E7EA-48EC-9780-C1CA9A37D31E}"/>
                </a:ext>
              </a:extLst>
            </p:cNvPr>
            <p:cNvSpPr>
              <a:spLocks noGrp="1"/>
            </p:cNvSpPr>
            <p:nvPr/>
          </p:nvSpPr>
          <p:spPr>
            <a:xfrm>
              <a:off x="21240750" y="6805613"/>
              <a:ext cx="709613" cy="5953"/>
            </a:xfrm>
            <a:prstGeom prst="rect">
              <a:avLst/>
            </a:prstGeom>
            <a:solidFill>
              <a:srgbClr val="D9B08D"/>
            </a:solidFill>
            <a:ln w="0">
              <a:noFill/>
              <a:prstDash val="solid"/>
            </a:ln>
          </p:spPr>
        </p:sp>
        <p:sp>
          <p:nvSpPr>
            <p:cNvPr id="2455" name="four:temporal-output:rotated-tₐ-cell-60:2455">
              <a:extLst>
                <a:ext uri="{FF2B5EF4-FFF2-40B4-BE49-F238E27FC236}">
                  <ns2:creationId id="{C8E98352-9731-4231-BAC8-5AB56A4EE4FB}"/>
                </a:ext>
              </a:extLst>
            </p:cNvPr>
            <p:cNvSpPr>
              <a:spLocks noGrp="1"/>
            </p:cNvSpPr>
            <p:nvPr/>
          </p:nvSpPr>
          <p:spPr>
            <a:xfrm>
              <a:off x="21240750" y="6799659"/>
              <a:ext cx="709613" cy="5953"/>
            </a:xfrm>
            <a:prstGeom prst="rect">
              <a:avLst/>
            </a:prstGeom>
            <a:solidFill>
              <a:srgbClr val="D89660"/>
            </a:solidFill>
            <a:ln w="0">
              <a:noFill/>
              <a:prstDash val="solid"/>
            </a:ln>
          </p:spPr>
        </p:sp>
        <p:sp>
          <p:nvSpPr>
            <p:cNvPr id="2456" name="four:temporal-output:rotated-tₐ-cell-61:2456">
              <a:extLst>
                <a:ext uri="{FF2B5EF4-FFF2-40B4-BE49-F238E27FC236}">
                  <ns2:creationId id="{9DB9F6FB-DDF1-4022-A2ED-A1E27C1ECFE8}"/>
                </a:ext>
              </a:extLst>
            </p:cNvPr>
            <p:cNvSpPr>
              <a:spLocks noGrp="1"/>
            </p:cNvSpPr>
            <p:nvPr/>
          </p:nvSpPr>
          <p:spPr>
            <a:xfrm>
              <a:off x="21240750" y="6793706"/>
              <a:ext cx="709613" cy="5953"/>
            </a:xfrm>
            <a:prstGeom prst="rect">
              <a:avLst/>
            </a:prstGeom>
            <a:solidFill>
              <a:srgbClr val="D77D35"/>
            </a:solidFill>
            <a:ln w="0">
              <a:noFill/>
              <a:prstDash val="solid"/>
            </a:ln>
          </p:spPr>
        </p:sp>
        <p:sp>
          <p:nvSpPr>
            <p:cNvPr id="2457" name="four:temporal-output:rotated-tₐ-cell-62:2457">
              <a:extLst>
                <a:ext uri="{FF2B5EF4-FFF2-40B4-BE49-F238E27FC236}">
                  <ns2:creationId id="{52CD8ABD-8ECC-409C-9D0F-72E6D5DF0E92}"/>
                </a:ext>
              </a:extLst>
            </p:cNvPr>
            <p:cNvSpPr>
              <a:spLocks noGrp="1"/>
            </p:cNvSpPr>
            <p:nvPr/>
          </p:nvSpPr>
          <p:spPr>
            <a:xfrm>
              <a:off x="21240750" y="6787753"/>
              <a:ext cx="709613" cy="5953"/>
            </a:xfrm>
            <a:prstGeom prst="rect">
              <a:avLst/>
            </a:prstGeom>
            <a:solidFill>
              <a:srgbClr val="D66913"/>
            </a:solidFill>
            <a:ln w="0">
              <a:noFill/>
              <a:prstDash val="solid"/>
            </a:ln>
          </p:spPr>
        </p:sp>
        <p:sp>
          <p:nvSpPr>
            <p:cNvPr id="2458" name="four:temporal-output:rotated-tₐ-cell-63:2458">
              <a:extLst>
                <a:ext uri="{FF2B5EF4-FFF2-40B4-BE49-F238E27FC236}">
                  <ns2:creationId id="{11091239-43D9-482F-A484-6FE5BA77BA34}"/>
                </a:ext>
              </a:extLst>
            </p:cNvPr>
            <p:cNvSpPr>
              <a:spLocks noGrp="1"/>
            </p:cNvSpPr>
            <p:nvPr/>
          </p:nvSpPr>
          <p:spPr>
            <a:xfrm>
              <a:off x="21240750" y="6781800"/>
              <a:ext cx="709613" cy="5953"/>
            </a:xfrm>
            <a:prstGeom prst="rect">
              <a:avLst/>
            </a:prstGeom>
            <a:solidFill>
              <a:srgbClr val="D55F02"/>
            </a:solidFill>
            <a:ln w="0">
              <a:noFill/>
              <a:prstDash val="solid"/>
            </a:ln>
          </p:spPr>
        </p:sp>
        <p:sp>
          <p:nvSpPr>
            <p:cNvPr id="2459" name="four:temporal-output:rotated-tₐ-cell-64:2459">
              <a:extLst>
                <a:ext uri="{FF2B5EF4-FFF2-40B4-BE49-F238E27FC236}">
                  <ns2:creationId id="{F07F7DC9-1166-42E0-B15E-C8493FCDDE17}"/>
                </a:ext>
              </a:extLst>
            </p:cNvPr>
            <p:cNvSpPr>
              <a:spLocks noGrp="1"/>
            </p:cNvSpPr>
            <p:nvPr/>
          </p:nvSpPr>
          <p:spPr>
            <a:xfrm>
              <a:off x="21240750" y="6775847"/>
              <a:ext cx="709613" cy="5953"/>
            </a:xfrm>
            <a:prstGeom prst="rect">
              <a:avLst/>
            </a:prstGeom>
            <a:solidFill>
              <a:srgbClr val="D55E00"/>
            </a:solidFill>
            <a:ln w="0">
              <a:noFill/>
              <a:prstDash val="solid"/>
            </a:ln>
          </p:spPr>
        </p:sp>
        <p:sp>
          <p:nvSpPr>
            <p:cNvPr id="2460" name="four:temporal-output:rotated-tₐ-cell-65:2460">
              <a:extLst>
                <a:ext uri="{FF2B5EF4-FFF2-40B4-BE49-F238E27FC236}">
                  <ns2:creationId id="{306B8284-A194-45F3-A9CA-33709B8B7F6F}"/>
                </a:ext>
              </a:extLst>
            </p:cNvPr>
            <p:cNvSpPr>
              <a:spLocks noGrp="1"/>
            </p:cNvSpPr>
            <p:nvPr/>
          </p:nvSpPr>
          <p:spPr>
            <a:xfrm>
              <a:off x="21240750" y="6769894"/>
              <a:ext cx="709613" cy="5953"/>
            </a:xfrm>
            <a:prstGeom prst="rect">
              <a:avLst/>
            </a:prstGeom>
            <a:solidFill>
              <a:srgbClr val="D55E00"/>
            </a:solidFill>
            <a:ln w="0">
              <a:noFill/>
              <a:prstDash val="solid"/>
            </a:ln>
          </p:spPr>
        </p:sp>
        <p:sp>
          <p:nvSpPr>
            <p:cNvPr id="2461" name="four:temporal-output:rotated-tₐ-cell-66:2461">
              <a:extLst>
                <a:ext uri="{FF2B5EF4-FFF2-40B4-BE49-F238E27FC236}">
                  <ns2:creationId id="{9CAA461D-390D-46B0-B6E3-D1E5CC0186C1}"/>
                </a:ext>
              </a:extLst>
            </p:cNvPr>
            <p:cNvSpPr>
              <a:spLocks noGrp="1"/>
            </p:cNvSpPr>
            <p:nvPr/>
          </p:nvSpPr>
          <p:spPr>
            <a:xfrm>
              <a:off x="21240750" y="6763941"/>
              <a:ext cx="709613" cy="5953"/>
            </a:xfrm>
            <a:prstGeom prst="rect">
              <a:avLst/>
            </a:prstGeom>
            <a:solidFill>
              <a:srgbClr val="D55E00"/>
            </a:solidFill>
            <a:ln w="0">
              <a:noFill/>
              <a:prstDash val="solid"/>
            </a:ln>
          </p:spPr>
        </p:sp>
        <p:sp>
          <p:nvSpPr>
            <p:cNvPr id="2462" name="four:temporal-output:rotated-tₐ-cell-67:2462">
              <a:extLst>
                <a:ext uri="{FF2B5EF4-FFF2-40B4-BE49-F238E27FC236}">
                  <ns2:creationId id="{C41FBCB2-0FE1-4455-8B25-0249D96240C3}"/>
                </a:ext>
              </a:extLst>
            </p:cNvPr>
            <p:cNvSpPr>
              <a:spLocks noGrp="1"/>
            </p:cNvSpPr>
            <p:nvPr/>
          </p:nvSpPr>
          <p:spPr>
            <a:xfrm>
              <a:off x="21240750" y="6757988"/>
              <a:ext cx="709613" cy="5953"/>
            </a:xfrm>
            <a:prstGeom prst="rect">
              <a:avLst/>
            </a:prstGeom>
            <a:solidFill>
              <a:srgbClr val="D55E00"/>
            </a:solidFill>
            <a:ln w="0">
              <a:noFill/>
              <a:prstDash val="solid"/>
            </a:ln>
          </p:spPr>
        </p:sp>
        <p:sp>
          <p:nvSpPr>
            <p:cNvPr id="2463" name="four:temporal-output:rotated-tₐ-cell-68:2463">
              <a:extLst>
                <a:ext uri="{FF2B5EF4-FFF2-40B4-BE49-F238E27FC236}">
                  <ns2:creationId id="{DB98F5BB-6657-4606-BD14-CB219EABE914}"/>
                </a:ext>
              </a:extLst>
            </p:cNvPr>
            <p:cNvSpPr>
              <a:spLocks noGrp="1"/>
            </p:cNvSpPr>
            <p:nvPr/>
          </p:nvSpPr>
          <p:spPr>
            <a:xfrm>
              <a:off x="21240750" y="6752034"/>
              <a:ext cx="709613" cy="5953"/>
            </a:xfrm>
            <a:prstGeom prst="rect">
              <a:avLst/>
            </a:prstGeom>
            <a:solidFill>
              <a:srgbClr val="D55E00"/>
            </a:solidFill>
            <a:ln w="0">
              <a:noFill/>
              <a:prstDash val="solid"/>
            </a:ln>
          </p:spPr>
        </p:sp>
        <p:sp>
          <p:nvSpPr>
            <p:cNvPr id="2464" name="four:temporal-output:rotated-tₐ-cell-69:2464">
              <a:extLst>
                <a:ext uri="{FF2B5EF4-FFF2-40B4-BE49-F238E27FC236}">
                  <ns2:creationId id="{4785949A-9245-4C03-9E62-9E2B001B084E}"/>
                </a:ext>
              </a:extLst>
            </p:cNvPr>
            <p:cNvSpPr>
              <a:spLocks noGrp="1"/>
            </p:cNvSpPr>
            <p:nvPr/>
          </p:nvSpPr>
          <p:spPr>
            <a:xfrm>
              <a:off x="21240750" y="6746081"/>
              <a:ext cx="709613" cy="5953"/>
            </a:xfrm>
            <a:prstGeom prst="rect">
              <a:avLst/>
            </a:prstGeom>
            <a:solidFill>
              <a:srgbClr val="D55E00"/>
            </a:solidFill>
            <a:ln w="0">
              <a:noFill/>
              <a:prstDash val="solid"/>
            </a:ln>
          </p:spPr>
        </p:sp>
        <p:sp>
          <p:nvSpPr>
            <p:cNvPr id="2465" name="four:temporal-output:rotated-tₐ-cell-70:2465">
              <a:extLst>
                <a:ext uri="{FF2B5EF4-FFF2-40B4-BE49-F238E27FC236}">
                  <ns2:creationId id="{A3391B02-A7AD-455F-9C55-5514F14F4E83}"/>
                </a:ext>
              </a:extLst>
            </p:cNvPr>
            <p:cNvSpPr>
              <a:spLocks noGrp="1"/>
            </p:cNvSpPr>
            <p:nvPr/>
          </p:nvSpPr>
          <p:spPr>
            <a:xfrm>
              <a:off x="21240750" y="6740128"/>
              <a:ext cx="709613" cy="5953"/>
            </a:xfrm>
            <a:prstGeom prst="rect">
              <a:avLst/>
            </a:prstGeom>
            <a:solidFill>
              <a:srgbClr val="D55E00"/>
            </a:solidFill>
            <a:ln w="0">
              <a:noFill/>
              <a:prstDash val="solid"/>
            </a:ln>
          </p:spPr>
        </p:sp>
        <p:sp>
          <p:nvSpPr>
            <p:cNvPr id="2466" name="four:temporal-output:rotated-tₐ-cell-71:2466">
              <a:extLst>
                <a:ext uri="{FF2B5EF4-FFF2-40B4-BE49-F238E27FC236}">
                  <ns2:creationId id="{42EA24E8-DCF5-4605-8234-AF8E780B770C}"/>
                </a:ext>
              </a:extLst>
            </p:cNvPr>
            <p:cNvSpPr>
              <a:spLocks noGrp="1"/>
            </p:cNvSpPr>
            <p:nvPr/>
          </p:nvSpPr>
          <p:spPr>
            <a:xfrm>
              <a:off x="21240750" y="6734175"/>
              <a:ext cx="709613" cy="5953"/>
            </a:xfrm>
            <a:prstGeom prst="rect">
              <a:avLst/>
            </a:prstGeom>
            <a:solidFill>
              <a:srgbClr val="D55E00"/>
            </a:solidFill>
            <a:ln w="0">
              <a:noFill/>
              <a:prstDash val="solid"/>
            </a:ln>
          </p:spPr>
        </p:sp>
        <p:sp>
          <p:nvSpPr>
            <p:cNvPr id="2467" name="four:temporal-output:rotated-tₐ-cell-72:2467">
              <a:extLst>
                <a:ext uri="{FF2B5EF4-FFF2-40B4-BE49-F238E27FC236}">
                  <ns2:creationId id="{3C542292-06C0-4DA9-864B-8A22B2BDEEE0}"/>
                </a:ext>
              </a:extLst>
            </p:cNvPr>
            <p:cNvSpPr>
              <a:spLocks noGrp="1"/>
            </p:cNvSpPr>
            <p:nvPr/>
          </p:nvSpPr>
          <p:spPr>
            <a:xfrm>
              <a:off x="21240750" y="6728222"/>
              <a:ext cx="709613" cy="5953"/>
            </a:xfrm>
            <a:prstGeom prst="rect">
              <a:avLst/>
            </a:prstGeom>
            <a:solidFill>
              <a:srgbClr val="D55E00"/>
            </a:solidFill>
            <a:ln w="0">
              <a:noFill/>
              <a:prstDash val="solid"/>
            </a:ln>
          </p:spPr>
        </p:sp>
        <p:sp>
          <p:nvSpPr>
            <p:cNvPr id="2468" name="four:temporal-output:rotated-tₐ-cell-73:2468">
              <a:extLst>
                <a:ext uri="{FF2B5EF4-FFF2-40B4-BE49-F238E27FC236}">
                  <ns2:creationId id="{3DEB0899-0A03-4B11-9C65-CA3F000CF3F9}"/>
                </a:ext>
              </a:extLst>
            </p:cNvPr>
            <p:cNvSpPr>
              <a:spLocks noGrp="1"/>
            </p:cNvSpPr>
            <p:nvPr/>
          </p:nvSpPr>
          <p:spPr>
            <a:xfrm>
              <a:off x="21240750" y="6722269"/>
              <a:ext cx="709613" cy="5953"/>
            </a:xfrm>
            <a:prstGeom prst="rect">
              <a:avLst/>
            </a:prstGeom>
            <a:solidFill>
              <a:srgbClr val="D55E00"/>
            </a:solidFill>
            <a:ln w="0">
              <a:noFill/>
              <a:prstDash val="solid"/>
            </a:ln>
          </p:spPr>
        </p:sp>
        <p:sp>
          <p:nvSpPr>
            <p:cNvPr id="2469" name="four:temporal-output:rotated-tₐ-cell-74:2469">
              <a:extLst>
                <a:ext uri="{FF2B5EF4-FFF2-40B4-BE49-F238E27FC236}">
                  <ns2:creationId id="{B0CBEE35-3982-4B5C-A682-3E2B1F144316}"/>
                </a:ext>
              </a:extLst>
            </p:cNvPr>
            <p:cNvSpPr>
              <a:spLocks noGrp="1"/>
            </p:cNvSpPr>
            <p:nvPr/>
          </p:nvSpPr>
          <p:spPr>
            <a:xfrm>
              <a:off x="21240750" y="6716316"/>
              <a:ext cx="709613" cy="5953"/>
            </a:xfrm>
            <a:prstGeom prst="rect">
              <a:avLst/>
            </a:prstGeom>
            <a:solidFill>
              <a:srgbClr val="D55E00"/>
            </a:solidFill>
            <a:ln w="0">
              <a:noFill/>
              <a:prstDash val="solid"/>
            </a:ln>
          </p:spPr>
        </p:sp>
        <p:sp>
          <p:nvSpPr>
            <p:cNvPr id="2470" name="four:temporal-output:rotated-tₐ-cell-75:2470">
              <a:extLst>
                <a:ext uri="{FF2B5EF4-FFF2-40B4-BE49-F238E27FC236}">
                  <ns2:creationId id="{AC7DCF75-4B75-49DD-B452-C6CD8FDEFD29}"/>
                </a:ext>
              </a:extLst>
            </p:cNvPr>
            <p:cNvSpPr>
              <a:spLocks noGrp="1"/>
            </p:cNvSpPr>
            <p:nvPr/>
          </p:nvSpPr>
          <p:spPr>
            <a:xfrm>
              <a:off x="21240750" y="6710363"/>
              <a:ext cx="709613" cy="5953"/>
            </a:xfrm>
            <a:prstGeom prst="rect">
              <a:avLst/>
            </a:prstGeom>
            <a:solidFill>
              <a:srgbClr val="D55E00"/>
            </a:solidFill>
            <a:ln w="0">
              <a:noFill/>
              <a:prstDash val="solid"/>
            </a:ln>
          </p:spPr>
        </p:sp>
        <p:sp>
          <p:nvSpPr>
            <p:cNvPr id="2471" name="four:temporal-output:rotated-tₐ-cell-76:2471">
              <a:extLst>
                <a:ext uri="{FF2B5EF4-FFF2-40B4-BE49-F238E27FC236}">
                  <ns2:creationId id="{1FBA7B35-411E-475C-847E-EEDEDB3003DC}"/>
                </a:ext>
              </a:extLst>
            </p:cNvPr>
            <p:cNvSpPr>
              <a:spLocks noGrp="1"/>
            </p:cNvSpPr>
            <p:nvPr/>
          </p:nvSpPr>
          <p:spPr>
            <a:xfrm>
              <a:off x="21240750" y="6704409"/>
              <a:ext cx="709613" cy="5953"/>
            </a:xfrm>
            <a:prstGeom prst="rect">
              <a:avLst/>
            </a:prstGeom>
            <a:solidFill>
              <a:srgbClr val="D5640A"/>
            </a:solidFill>
            <a:ln w="0">
              <a:noFill/>
              <a:prstDash val="solid"/>
            </a:ln>
          </p:spPr>
        </p:sp>
        <p:sp>
          <p:nvSpPr>
            <p:cNvPr id="2472" name="four:temporal-output:rotated-tₐ-cell-77:2472">
              <a:extLst>
                <a:ext uri="{FF2B5EF4-FFF2-40B4-BE49-F238E27FC236}">
                  <ns2:creationId id="{52002981-DF4D-44F5-90AD-3A7102D8E6E0}"/>
                </a:ext>
              </a:extLst>
            </p:cNvPr>
            <p:cNvSpPr>
              <a:spLocks noGrp="1"/>
            </p:cNvSpPr>
            <p:nvPr/>
          </p:nvSpPr>
          <p:spPr>
            <a:xfrm>
              <a:off x="21240750" y="6698456"/>
              <a:ext cx="709613" cy="5953"/>
            </a:xfrm>
            <a:prstGeom prst="rect">
              <a:avLst/>
            </a:prstGeom>
            <a:solidFill>
              <a:srgbClr val="D67120"/>
            </a:solidFill>
            <a:ln w="0">
              <a:noFill/>
              <a:prstDash val="solid"/>
            </a:ln>
          </p:spPr>
        </p:sp>
        <p:sp>
          <p:nvSpPr>
            <p:cNvPr id="2473" name="four:temporal-output:rotated-tₐ-cell-78:2473">
              <a:extLst>
                <a:ext uri="{FF2B5EF4-FFF2-40B4-BE49-F238E27FC236}">
                  <ns2:creationId id="{A0BEF197-2718-4C0E-965A-3B49EEDDE9D9}"/>
                </a:ext>
              </a:extLst>
            </p:cNvPr>
            <p:cNvSpPr>
              <a:spLocks noGrp="1"/>
            </p:cNvSpPr>
            <p:nvPr/>
          </p:nvSpPr>
          <p:spPr>
            <a:xfrm>
              <a:off x="21240750" y="6692503"/>
              <a:ext cx="709613" cy="5953"/>
            </a:xfrm>
            <a:prstGeom prst="rect">
              <a:avLst/>
            </a:prstGeom>
            <a:solidFill>
              <a:srgbClr val="D7813D"/>
            </a:solidFill>
            <a:ln w="0">
              <a:noFill/>
              <a:prstDash val="solid"/>
            </a:ln>
          </p:spPr>
        </p:sp>
        <p:sp>
          <p:nvSpPr>
            <p:cNvPr id="2474" name="four:temporal-output:rotated-tₐ-cell-79:2474">
              <a:extLst>
                <a:ext uri="{FF2B5EF4-FFF2-40B4-BE49-F238E27FC236}">
                  <ns2:creationId id="{681C3C3F-D581-4FDB-980E-85737CA02DF4}"/>
                </a:ext>
              </a:extLst>
            </p:cNvPr>
            <p:cNvSpPr>
              <a:spLocks noGrp="1"/>
            </p:cNvSpPr>
            <p:nvPr/>
          </p:nvSpPr>
          <p:spPr>
            <a:xfrm>
              <a:off x="21240750" y="6686550"/>
              <a:ext cx="709613" cy="5953"/>
            </a:xfrm>
            <a:prstGeom prst="rect">
              <a:avLst/>
            </a:prstGeom>
            <a:solidFill>
              <a:srgbClr val="A1B0B5"/>
            </a:solidFill>
            <a:ln w="0">
              <a:noFill/>
              <a:prstDash val="solid"/>
            </a:ln>
          </p:spPr>
        </p:sp>
        <p:sp>
          <p:nvSpPr>
            <p:cNvPr id="2475" name="four:temporal-output:rotated-tₐ-cell-80:2475">
              <a:extLst>
                <a:ext uri="{FF2B5EF4-FFF2-40B4-BE49-F238E27FC236}">
                  <ns2:creationId id="{09324A19-4744-45BB-8219-944287BDACC3}"/>
                </a:ext>
              </a:extLst>
            </p:cNvPr>
            <p:cNvSpPr>
              <a:spLocks noGrp="1"/>
            </p:cNvSpPr>
            <p:nvPr/>
          </p:nvSpPr>
          <p:spPr>
            <a:xfrm>
              <a:off x="21240750" y="6680597"/>
              <a:ext cx="709613" cy="5953"/>
            </a:xfrm>
            <a:prstGeom prst="rect">
              <a:avLst/>
            </a:prstGeom>
            <a:solidFill>
              <a:srgbClr val="5CBDA6"/>
            </a:solidFill>
            <a:ln w="0">
              <a:noFill/>
              <a:prstDash val="solid"/>
            </a:ln>
          </p:spPr>
        </p:sp>
        <p:sp>
          <p:nvSpPr>
            <p:cNvPr id="2476" name="four:temporal-output:rotated-tₐ-cell-81:2476">
              <a:extLst>
                <a:ext uri="{FF2B5EF4-FFF2-40B4-BE49-F238E27FC236}">
                  <ns2:creationId id="{B3BA6C87-7D7C-4EC3-BBC0-C913FA32BDF0}"/>
                </a:ext>
              </a:extLst>
            </p:cNvPr>
            <p:cNvSpPr>
              <a:spLocks noGrp="1"/>
            </p:cNvSpPr>
            <p:nvPr/>
          </p:nvSpPr>
          <p:spPr>
            <a:xfrm>
              <a:off x="21240750" y="6674644"/>
              <a:ext cx="709613" cy="5953"/>
            </a:xfrm>
            <a:prstGeom prst="rect">
              <a:avLst/>
            </a:prstGeom>
            <a:solidFill>
              <a:srgbClr val="72C4B2"/>
            </a:solidFill>
            <a:ln w="0">
              <a:noFill/>
              <a:prstDash val="solid"/>
            </a:ln>
          </p:spPr>
        </p:sp>
        <p:sp>
          <p:nvSpPr>
            <p:cNvPr id="2477" name="four:temporal-output:rotated-tₐ-cell-82:2477">
              <a:extLst>
                <a:ext uri="{FF2B5EF4-FFF2-40B4-BE49-F238E27FC236}">
                  <ns2:creationId id="{031BB370-66B7-4CDC-8F57-9B8C033DBC32}"/>
                </a:ext>
              </a:extLst>
            </p:cNvPr>
            <p:cNvSpPr>
              <a:spLocks noGrp="1"/>
            </p:cNvSpPr>
            <p:nvPr/>
          </p:nvSpPr>
          <p:spPr>
            <a:xfrm>
              <a:off x="21240750" y="6668691"/>
              <a:ext cx="709613" cy="5953"/>
            </a:xfrm>
            <a:prstGeom prst="rect">
              <a:avLst/>
            </a:prstGeom>
            <a:solidFill>
              <a:srgbClr val="7FC9BA"/>
            </a:solidFill>
            <a:ln w="0">
              <a:noFill/>
              <a:prstDash val="solid"/>
            </a:ln>
          </p:spPr>
        </p:sp>
        <p:sp>
          <p:nvSpPr>
            <p:cNvPr id="2478" name="four:temporal-output:rotated-tₐ-cell-83:2478">
              <a:extLst>
                <a:ext uri="{FF2B5EF4-FFF2-40B4-BE49-F238E27FC236}">
                  <ns2:creationId id="{F64024F7-852D-4AFA-8C0D-79188745609E}"/>
                </a:ext>
              </a:extLst>
            </p:cNvPr>
            <p:cNvSpPr>
              <a:spLocks noGrp="1"/>
            </p:cNvSpPr>
            <p:nvPr/>
          </p:nvSpPr>
          <p:spPr>
            <a:xfrm>
              <a:off x="21240750" y="6662738"/>
              <a:ext cx="709613" cy="5953"/>
            </a:xfrm>
            <a:prstGeom prst="rect">
              <a:avLst/>
            </a:prstGeom>
            <a:solidFill>
              <a:srgbClr val="81C9BA"/>
            </a:solidFill>
            <a:ln w="0">
              <a:noFill/>
              <a:prstDash val="solid"/>
            </a:ln>
          </p:spPr>
        </p:sp>
        <p:sp>
          <p:nvSpPr>
            <p:cNvPr id="2479" name="four:temporal-output:rotated-tₐ-cell-84:2479">
              <a:extLst>
                <a:ext uri="{FF2B5EF4-FFF2-40B4-BE49-F238E27FC236}">
                  <ns2:creationId id="{82C2DAF6-42AC-4E02-8D5A-77B6C6D46878}"/>
                </a:ext>
              </a:extLst>
            </p:cNvPr>
            <p:cNvSpPr>
              <a:spLocks noGrp="1"/>
            </p:cNvSpPr>
            <p:nvPr/>
          </p:nvSpPr>
          <p:spPr>
            <a:xfrm>
              <a:off x="21240750" y="6656784"/>
              <a:ext cx="709613" cy="5953"/>
            </a:xfrm>
            <a:prstGeom prst="rect">
              <a:avLst/>
            </a:prstGeom>
            <a:solidFill>
              <a:srgbClr val="81C9BA"/>
            </a:solidFill>
            <a:ln w="0">
              <a:noFill/>
              <a:prstDash val="solid"/>
            </a:ln>
          </p:spPr>
        </p:sp>
        <p:sp>
          <p:nvSpPr>
            <p:cNvPr id="2480" name="four:temporal-output:rotated-tₐ-cell-85:2480">
              <a:extLst>
                <a:ext uri="{FF2B5EF4-FFF2-40B4-BE49-F238E27FC236}">
                  <ns2:creationId id="{E3D4C5DA-D388-4D08-88DE-A3FE86431E14}"/>
                </a:ext>
              </a:extLst>
            </p:cNvPr>
            <p:cNvSpPr>
              <a:spLocks noGrp="1"/>
            </p:cNvSpPr>
            <p:nvPr/>
          </p:nvSpPr>
          <p:spPr>
            <a:xfrm>
              <a:off x="21240750" y="6650831"/>
              <a:ext cx="709613" cy="5953"/>
            </a:xfrm>
            <a:prstGeom prst="rect">
              <a:avLst/>
            </a:prstGeom>
            <a:solidFill>
              <a:srgbClr val="81C9BA"/>
            </a:solidFill>
            <a:ln w="0">
              <a:noFill/>
              <a:prstDash val="solid"/>
            </a:ln>
          </p:spPr>
        </p:sp>
        <p:sp>
          <p:nvSpPr>
            <p:cNvPr id="2481" name="four:temporal-output:rotated-tₐ-cell-86:2481">
              <a:extLst>
                <a:ext uri="{FF2B5EF4-FFF2-40B4-BE49-F238E27FC236}">
                  <ns2:creationId id="{12CFDDC6-57B5-4F11-879A-757577080ABD}"/>
                </a:ext>
              </a:extLst>
            </p:cNvPr>
            <p:cNvSpPr>
              <a:spLocks noGrp="1"/>
            </p:cNvSpPr>
            <p:nvPr/>
          </p:nvSpPr>
          <p:spPr>
            <a:xfrm>
              <a:off x="21240750" y="6644878"/>
              <a:ext cx="709613" cy="5953"/>
            </a:xfrm>
            <a:prstGeom prst="rect">
              <a:avLst/>
            </a:prstGeom>
            <a:solidFill>
              <a:srgbClr val="81C9BA"/>
            </a:solidFill>
            <a:ln w="0">
              <a:noFill/>
              <a:prstDash val="solid"/>
            </a:ln>
          </p:spPr>
        </p:sp>
        <p:sp>
          <p:nvSpPr>
            <p:cNvPr id="2482" name="four:temporal-output:rotated-tₐ-cell-87:2482">
              <a:extLst>
                <a:ext uri="{FF2B5EF4-FFF2-40B4-BE49-F238E27FC236}">
                  <ns2:creationId id="{2A3AFF6D-0661-43C7-8EB1-51239BD5B99B}"/>
                </a:ext>
              </a:extLst>
            </p:cNvPr>
            <p:cNvSpPr>
              <a:spLocks noGrp="1"/>
            </p:cNvSpPr>
            <p:nvPr/>
          </p:nvSpPr>
          <p:spPr>
            <a:xfrm>
              <a:off x="21240750" y="6638925"/>
              <a:ext cx="709613" cy="5953"/>
            </a:xfrm>
            <a:prstGeom prst="rect">
              <a:avLst/>
            </a:prstGeom>
            <a:solidFill>
              <a:srgbClr val="81C9BA"/>
            </a:solidFill>
            <a:ln w="0">
              <a:noFill/>
              <a:prstDash val="solid"/>
            </a:ln>
          </p:spPr>
        </p:sp>
        <p:sp>
          <p:nvSpPr>
            <p:cNvPr id="2483" name="four:temporal-output:rotated-tₐ-cell-88:2483">
              <a:extLst>
                <a:ext uri="{FF2B5EF4-FFF2-40B4-BE49-F238E27FC236}">
                  <ns2:creationId id="{04D71E24-0DD7-4B55-8220-310669AB2434}"/>
                </a:ext>
              </a:extLst>
            </p:cNvPr>
            <p:cNvSpPr>
              <a:spLocks noGrp="1"/>
            </p:cNvSpPr>
            <p:nvPr/>
          </p:nvSpPr>
          <p:spPr>
            <a:xfrm>
              <a:off x="21240750" y="6632972"/>
              <a:ext cx="709613" cy="5953"/>
            </a:xfrm>
            <a:prstGeom prst="rect">
              <a:avLst/>
            </a:prstGeom>
            <a:solidFill>
              <a:srgbClr val="81C9BA"/>
            </a:solidFill>
            <a:ln w="0">
              <a:noFill/>
              <a:prstDash val="solid"/>
            </a:ln>
          </p:spPr>
        </p:sp>
        <p:sp>
          <p:nvSpPr>
            <p:cNvPr id="2484" name="four:temporal-output:rotated-tₐ-cell-89:2484">
              <a:extLst>
                <a:ext uri="{FF2B5EF4-FFF2-40B4-BE49-F238E27FC236}">
                  <ns2:creationId id="{D8E0D0A8-D6A0-4ACF-A1AC-F99338D1ECA2}"/>
                </a:ext>
              </a:extLst>
            </p:cNvPr>
            <p:cNvSpPr>
              <a:spLocks noGrp="1"/>
            </p:cNvSpPr>
            <p:nvPr/>
          </p:nvSpPr>
          <p:spPr>
            <a:xfrm>
              <a:off x="21240750" y="6627019"/>
              <a:ext cx="709613" cy="5953"/>
            </a:xfrm>
            <a:prstGeom prst="rect">
              <a:avLst/>
            </a:prstGeom>
            <a:solidFill>
              <a:srgbClr val="81C9BA"/>
            </a:solidFill>
            <a:ln w="0">
              <a:noFill/>
              <a:prstDash val="solid"/>
            </a:ln>
          </p:spPr>
        </p:sp>
        <p:sp>
          <p:nvSpPr>
            <p:cNvPr id="2485" name="four:temporal-output:rotated-tₐ-cell-90:2485">
              <a:extLst>
                <a:ext uri="{FF2B5EF4-FFF2-40B4-BE49-F238E27FC236}">
                  <ns2:creationId id="{833888A3-296F-496E-9F64-02D5BAC3D2FB}"/>
                </a:ext>
              </a:extLst>
            </p:cNvPr>
            <p:cNvSpPr>
              <a:spLocks noGrp="1"/>
            </p:cNvSpPr>
            <p:nvPr/>
          </p:nvSpPr>
          <p:spPr>
            <a:xfrm>
              <a:off x="21240750" y="6621066"/>
              <a:ext cx="709613" cy="5953"/>
            </a:xfrm>
            <a:prstGeom prst="rect">
              <a:avLst/>
            </a:prstGeom>
            <a:solidFill>
              <a:srgbClr val="81C9BA"/>
            </a:solidFill>
            <a:ln w="0">
              <a:noFill/>
              <a:prstDash val="solid"/>
            </a:ln>
          </p:spPr>
        </p:sp>
        <p:sp>
          <p:nvSpPr>
            <p:cNvPr id="2486" name="four:temporal-output:rotated-tₐ-cell-91:2486">
              <a:extLst>
                <a:ext uri="{FF2B5EF4-FFF2-40B4-BE49-F238E27FC236}">
                  <ns2:creationId id="{A01D91E7-1C9B-4496-8C6F-918AA3D4B93C}"/>
                </a:ext>
              </a:extLst>
            </p:cNvPr>
            <p:cNvSpPr>
              <a:spLocks noGrp="1"/>
            </p:cNvSpPr>
            <p:nvPr/>
          </p:nvSpPr>
          <p:spPr>
            <a:xfrm>
              <a:off x="21240750" y="6615113"/>
              <a:ext cx="709613" cy="5953"/>
            </a:xfrm>
            <a:prstGeom prst="rect">
              <a:avLst/>
            </a:prstGeom>
            <a:solidFill>
              <a:srgbClr val="81C9BA"/>
            </a:solidFill>
            <a:ln w="0">
              <a:noFill/>
              <a:prstDash val="solid"/>
            </a:ln>
          </p:spPr>
        </p:sp>
        <p:sp>
          <p:nvSpPr>
            <p:cNvPr id="2487" name="four:temporal-output:rotated-tₐ-cell-92:2487">
              <a:extLst>
                <a:ext uri="{FF2B5EF4-FFF2-40B4-BE49-F238E27FC236}">
                  <ns2:creationId id="{F0718F1B-27A3-413F-9EFF-AF8DA879917D}"/>
                </a:ext>
              </a:extLst>
            </p:cNvPr>
            <p:cNvSpPr>
              <a:spLocks noGrp="1"/>
            </p:cNvSpPr>
            <p:nvPr/>
          </p:nvSpPr>
          <p:spPr>
            <a:xfrm>
              <a:off x="21240750" y="6609159"/>
              <a:ext cx="709613" cy="5953"/>
            </a:xfrm>
            <a:prstGeom prst="rect">
              <a:avLst/>
            </a:prstGeom>
            <a:solidFill>
              <a:srgbClr val="81C9BA"/>
            </a:solidFill>
            <a:ln w="0">
              <a:noFill/>
              <a:prstDash val="solid"/>
            </a:ln>
          </p:spPr>
        </p:sp>
        <p:sp>
          <p:nvSpPr>
            <p:cNvPr id="2488" name="four:temporal-output:rotated-tₐ-cell-93:2488">
              <a:extLst>
                <a:ext uri="{FF2B5EF4-FFF2-40B4-BE49-F238E27FC236}">
                  <ns2:creationId id="{ABBABBB8-893D-45E2-8A57-3B3B5C3E27BE}"/>
                </a:ext>
              </a:extLst>
            </p:cNvPr>
            <p:cNvSpPr>
              <a:spLocks noGrp="1"/>
            </p:cNvSpPr>
            <p:nvPr/>
          </p:nvSpPr>
          <p:spPr>
            <a:xfrm>
              <a:off x="21240750" y="6603206"/>
              <a:ext cx="709613" cy="5953"/>
            </a:xfrm>
            <a:prstGeom prst="rect">
              <a:avLst/>
            </a:prstGeom>
            <a:solidFill>
              <a:srgbClr val="81C9BA"/>
            </a:solidFill>
            <a:ln w="0">
              <a:noFill/>
              <a:prstDash val="solid"/>
            </a:ln>
          </p:spPr>
        </p:sp>
        <p:sp>
          <p:nvSpPr>
            <p:cNvPr id="2489" name="four:temporal-output:rotated-tₐ-cell-94:2489">
              <a:extLst>
                <a:ext uri="{FF2B5EF4-FFF2-40B4-BE49-F238E27FC236}">
                  <ns2:creationId id="{0AD06CCB-203C-44A3-97E5-CF4C60E54CED}"/>
                </a:ext>
              </a:extLst>
            </p:cNvPr>
            <p:cNvSpPr>
              <a:spLocks noGrp="1"/>
            </p:cNvSpPr>
            <p:nvPr/>
          </p:nvSpPr>
          <p:spPr>
            <a:xfrm>
              <a:off x="21240750" y="6597253"/>
              <a:ext cx="709613" cy="5953"/>
            </a:xfrm>
            <a:prstGeom prst="rect">
              <a:avLst/>
            </a:prstGeom>
            <a:solidFill>
              <a:srgbClr val="81C9BA"/>
            </a:solidFill>
            <a:ln w="0">
              <a:noFill/>
              <a:prstDash val="solid"/>
            </a:ln>
          </p:spPr>
        </p:sp>
        <p:sp>
          <p:nvSpPr>
            <p:cNvPr id="2490" name="four:temporal-output:rotated-tₐ-cell-95:2490">
              <a:extLst>
                <a:ext uri="{FF2B5EF4-FFF2-40B4-BE49-F238E27FC236}">
                  <ns2:creationId id="{42C9EEEB-B11E-4FC0-A7AF-66C8BEDD74F4}"/>
                </a:ext>
              </a:extLst>
            </p:cNvPr>
            <p:cNvSpPr>
              <a:spLocks noGrp="1"/>
            </p:cNvSpPr>
            <p:nvPr/>
          </p:nvSpPr>
          <p:spPr>
            <a:xfrm>
              <a:off x="21240750" y="6591300"/>
              <a:ext cx="709613" cy="5953"/>
            </a:xfrm>
            <a:prstGeom prst="rect">
              <a:avLst/>
            </a:prstGeom>
            <a:solidFill>
              <a:srgbClr val="81C9BA"/>
            </a:solidFill>
            <a:ln w="0">
              <a:noFill/>
              <a:prstDash val="solid"/>
            </a:ln>
          </p:spPr>
        </p:sp>
        <p:sp>
          <p:nvSpPr>
            <p:cNvPr id="2491" name="four:temporal-output:rotated-tₐ-cell-96:2491">
              <a:extLst>
                <a:ext uri="{FF2B5EF4-FFF2-40B4-BE49-F238E27FC236}">
                  <ns2:creationId id="{0DDD41A6-9614-43CC-9FB0-1FCB3CDFD413}"/>
                </a:ext>
              </a:extLst>
            </p:cNvPr>
            <p:cNvSpPr>
              <a:spLocks noGrp="1"/>
            </p:cNvSpPr>
            <p:nvPr/>
          </p:nvSpPr>
          <p:spPr>
            <a:xfrm>
              <a:off x="21240750" y="6585347"/>
              <a:ext cx="709613" cy="5953"/>
            </a:xfrm>
            <a:prstGeom prst="rect">
              <a:avLst/>
            </a:prstGeom>
            <a:solidFill>
              <a:srgbClr val="81C9BA"/>
            </a:solidFill>
            <a:ln w="0">
              <a:noFill/>
              <a:prstDash val="solid"/>
            </a:ln>
          </p:spPr>
        </p:sp>
        <p:sp>
          <p:nvSpPr>
            <p:cNvPr id="2492" name="four:temporal-output:rotated-tₐ-cell-97:2492">
              <a:extLst>
                <a:ext uri="{FF2B5EF4-FFF2-40B4-BE49-F238E27FC236}">
                  <ns2:creationId id="{5AD109CF-544F-455B-B894-4641768F37B2}"/>
                </a:ext>
              </a:extLst>
            </p:cNvPr>
            <p:cNvSpPr>
              <a:spLocks noGrp="1"/>
            </p:cNvSpPr>
            <p:nvPr/>
          </p:nvSpPr>
          <p:spPr>
            <a:xfrm>
              <a:off x="21240750" y="6579394"/>
              <a:ext cx="709613" cy="5953"/>
            </a:xfrm>
            <a:prstGeom prst="rect">
              <a:avLst/>
            </a:prstGeom>
            <a:solidFill>
              <a:srgbClr val="81C9BA"/>
            </a:solidFill>
            <a:ln w="0">
              <a:noFill/>
              <a:prstDash val="solid"/>
            </a:ln>
          </p:spPr>
        </p:sp>
        <p:sp>
          <p:nvSpPr>
            <p:cNvPr id="2493" name="four:temporal-output:rotated-tₐ-cell-98:2493">
              <a:extLst>
                <a:ext uri="{FF2B5EF4-FFF2-40B4-BE49-F238E27FC236}">
                  <ns2:creationId id="{8E44904E-35D6-435B-834F-3016428CED43}"/>
                </a:ext>
              </a:extLst>
            </p:cNvPr>
            <p:cNvSpPr>
              <a:spLocks noGrp="1"/>
            </p:cNvSpPr>
            <p:nvPr/>
          </p:nvSpPr>
          <p:spPr>
            <a:xfrm>
              <a:off x="21240750" y="6573441"/>
              <a:ext cx="709613" cy="5953"/>
            </a:xfrm>
            <a:prstGeom prst="rect">
              <a:avLst/>
            </a:prstGeom>
            <a:solidFill>
              <a:srgbClr val="81C9BA"/>
            </a:solidFill>
            <a:ln w="0">
              <a:noFill/>
              <a:prstDash val="solid"/>
            </a:ln>
          </p:spPr>
        </p:sp>
        <p:sp>
          <p:nvSpPr>
            <p:cNvPr id="2494" name="four:temporal-output:rotated-tₐ-cell-99:2494">
              <a:extLst>
                <a:ext uri="{FF2B5EF4-FFF2-40B4-BE49-F238E27FC236}">
                  <ns2:creationId id="{301D5E78-DEC1-46BD-A5EC-1C04B41A757F}"/>
                </a:ext>
              </a:extLst>
            </p:cNvPr>
            <p:cNvSpPr>
              <a:spLocks noGrp="1"/>
            </p:cNvSpPr>
            <p:nvPr/>
          </p:nvSpPr>
          <p:spPr>
            <a:xfrm>
              <a:off x="21240750" y="6567488"/>
              <a:ext cx="709613" cy="5953"/>
            </a:xfrm>
            <a:prstGeom prst="rect">
              <a:avLst/>
            </a:prstGeom>
            <a:solidFill>
              <a:srgbClr val="81C9BA"/>
            </a:solidFill>
            <a:ln w="0">
              <a:noFill/>
              <a:prstDash val="solid"/>
            </a:ln>
          </p:spPr>
        </p:sp>
        <p:sp>
          <p:nvSpPr>
            <p:cNvPr id="2495" name="four:temporal-output:rotated-tₐ-cell-100:2495">
              <a:extLst>
                <a:ext uri="{FF2B5EF4-FFF2-40B4-BE49-F238E27FC236}">
                  <ns2:creationId id="{7EAEC71E-D7CB-4991-83F4-5ABE3D29537B}"/>
                </a:ext>
              </a:extLst>
            </p:cNvPr>
            <p:cNvSpPr>
              <a:spLocks noGrp="1"/>
            </p:cNvSpPr>
            <p:nvPr/>
          </p:nvSpPr>
          <p:spPr>
            <a:xfrm>
              <a:off x="21240750" y="6561534"/>
              <a:ext cx="709613" cy="5953"/>
            </a:xfrm>
            <a:prstGeom prst="rect">
              <a:avLst/>
            </a:prstGeom>
            <a:solidFill>
              <a:srgbClr val="81C9BA"/>
            </a:solidFill>
            <a:ln w="0">
              <a:noFill/>
              <a:prstDash val="solid"/>
            </a:ln>
          </p:spPr>
        </p:sp>
        <p:sp>
          <p:nvSpPr>
            <p:cNvPr id="2496" name="four:temporal-output:rotated-tₐ-cell-101:2496">
              <a:extLst>
                <a:ext uri="{FF2B5EF4-FFF2-40B4-BE49-F238E27FC236}">
                  <ns2:creationId id="{449965CD-F520-4ABE-9708-7DF37EC8A56D}"/>
                </a:ext>
              </a:extLst>
            </p:cNvPr>
            <p:cNvSpPr>
              <a:spLocks noGrp="1"/>
            </p:cNvSpPr>
            <p:nvPr/>
          </p:nvSpPr>
          <p:spPr>
            <a:xfrm>
              <a:off x="21240750" y="6555581"/>
              <a:ext cx="709613" cy="5953"/>
            </a:xfrm>
            <a:prstGeom prst="rect">
              <a:avLst/>
            </a:prstGeom>
            <a:solidFill>
              <a:srgbClr val="81C9BA"/>
            </a:solidFill>
            <a:ln w="0">
              <a:noFill/>
              <a:prstDash val="solid"/>
            </a:ln>
          </p:spPr>
        </p:sp>
        <p:sp>
          <p:nvSpPr>
            <p:cNvPr id="2497" name="four:temporal-output:rotated-tₐ-cell-102:2497">
              <a:extLst>
                <a:ext uri="{FF2B5EF4-FFF2-40B4-BE49-F238E27FC236}">
                  <ns2:creationId id="{52483EA5-E488-439F-9FC7-E64EAF03348D}"/>
                </a:ext>
              </a:extLst>
            </p:cNvPr>
            <p:cNvSpPr>
              <a:spLocks noGrp="1"/>
            </p:cNvSpPr>
            <p:nvPr/>
          </p:nvSpPr>
          <p:spPr>
            <a:xfrm>
              <a:off x="21240750" y="6549628"/>
              <a:ext cx="709613" cy="5953"/>
            </a:xfrm>
            <a:prstGeom prst="rect">
              <a:avLst/>
            </a:prstGeom>
            <a:solidFill>
              <a:srgbClr val="81C9BA"/>
            </a:solidFill>
            <a:ln w="0">
              <a:noFill/>
              <a:prstDash val="solid"/>
            </a:ln>
          </p:spPr>
        </p:sp>
        <p:sp>
          <p:nvSpPr>
            <p:cNvPr id="2498" name="four:temporal-output:rotated-tₐ-cell-103:2498">
              <a:extLst>
                <a:ext uri="{FF2B5EF4-FFF2-40B4-BE49-F238E27FC236}">
                  <ns2:creationId id="{0E9C2348-DAB6-4B64-838D-D44BD7378A2E}"/>
                </a:ext>
              </a:extLst>
            </p:cNvPr>
            <p:cNvSpPr>
              <a:spLocks noGrp="1"/>
            </p:cNvSpPr>
            <p:nvPr/>
          </p:nvSpPr>
          <p:spPr>
            <a:xfrm>
              <a:off x="21240750" y="6543675"/>
              <a:ext cx="709613" cy="5953"/>
            </a:xfrm>
            <a:prstGeom prst="rect">
              <a:avLst/>
            </a:prstGeom>
            <a:solidFill>
              <a:srgbClr val="81C9BA"/>
            </a:solidFill>
            <a:ln w="0">
              <a:noFill/>
              <a:prstDash val="solid"/>
            </a:ln>
          </p:spPr>
        </p:sp>
        <p:sp>
          <p:nvSpPr>
            <p:cNvPr id="2499" name="four:temporal-output:rotated-tₐ-cell-104:2499">
              <a:extLst>
                <a:ext uri="{FF2B5EF4-FFF2-40B4-BE49-F238E27FC236}">
                  <ns2:creationId id="{DB7EA5FE-671A-48CF-97B0-88BE700F986E}"/>
                </a:ext>
              </a:extLst>
            </p:cNvPr>
            <p:cNvSpPr>
              <a:spLocks noGrp="1"/>
            </p:cNvSpPr>
            <p:nvPr/>
          </p:nvSpPr>
          <p:spPr>
            <a:xfrm>
              <a:off x="21240750" y="6537722"/>
              <a:ext cx="709613" cy="5953"/>
            </a:xfrm>
            <a:prstGeom prst="rect">
              <a:avLst/>
            </a:prstGeom>
            <a:solidFill>
              <a:srgbClr val="81C9BA"/>
            </a:solidFill>
            <a:ln w="0">
              <a:noFill/>
              <a:prstDash val="solid"/>
            </a:ln>
          </p:spPr>
        </p:sp>
        <p:sp>
          <p:nvSpPr>
            <p:cNvPr id="2500" name="four:temporal-output:rotated-tₐ-cell-105:2500">
              <a:extLst>
                <a:ext uri="{FF2B5EF4-FFF2-40B4-BE49-F238E27FC236}">
                  <ns2:creationId id="{DD8BF391-EFEF-4851-A23F-FB708C44B6AF}"/>
                </a:ext>
              </a:extLst>
            </p:cNvPr>
            <p:cNvSpPr>
              <a:spLocks noGrp="1"/>
            </p:cNvSpPr>
            <p:nvPr/>
          </p:nvSpPr>
          <p:spPr>
            <a:xfrm>
              <a:off x="21240750" y="6531769"/>
              <a:ext cx="709613" cy="5953"/>
            </a:xfrm>
            <a:prstGeom prst="rect">
              <a:avLst/>
            </a:prstGeom>
            <a:solidFill>
              <a:srgbClr val="81C9BA"/>
            </a:solidFill>
            <a:ln w="0">
              <a:noFill/>
              <a:prstDash val="solid"/>
            </a:ln>
          </p:spPr>
        </p:sp>
        <p:sp>
          <p:nvSpPr>
            <p:cNvPr id="2501" name="four:temporal-output:rotated-tₐ-cell-106:2501">
              <a:extLst>
                <a:ext uri="{FF2B5EF4-FFF2-40B4-BE49-F238E27FC236}">
                  <ns2:creationId id="{8400CB1C-747F-40BD-A8BC-29F9679D8569}"/>
                </a:ext>
              </a:extLst>
            </p:cNvPr>
            <p:cNvSpPr>
              <a:spLocks noGrp="1"/>
            </p:cNvSpPr>
            <p:nvPr/>
          </p:nvSpPr>
          <p:spPr>
            <a:xfrm>
              <a:off x="21240750" y="6525816"/>
              <a:ext cx="709613" cy="5953"/>
            </a:xfrm>
            <a:prstGeom prst="rect">
              <a:avLst/>
            </a:prstGeom>
            <a:solidFill>
              <a:srgbClr val="81C9BA"/>
            </a:solidFill>
            <a:ln w="0">
              <a:noFill/>
              <a:prstDash val="solid"/>
            </a:ln>
          </p:spPr>
        </p:sp>
        <p:sp>
          <p:nvSpPr>
            <p:cNvPr id="2502" name="four:temporal-output:rotated-tₐ-cell-107:2502">
              <a:extLst>
                <a:ext uri="{FF2B5EF4-FFF2-40B4-BE49-F238E27FC236}">
                  <ns2:creationId id="{BD590E70-A796-46A6-91B5-66EB4D6DEDA3}"/>
                </a:ext>
              </a:extLst>
            </p:cNvPr>
            <p:cNvSpPr>
              <a:spLocks noGrp="1"/>
            </p:cNvSpPr>
            <p:nvPr/>
          </p:nvSpPr>
          <p:spPr>
            <a:xfrm>
              <a:off x="21240750" y="6519863"/>
              <a:ext cx="709613" cy="5953"/>
            </a:xfrm>
            <a:prstGeom prst="rect">
              <a:avLst/>
            </a:prstGeom>
            <a:solidFill>
              <a:srgbClr val="81C9BA"/>
            </a:solidFill>
            <a:ln w="0">
              <a:noFill/>
              <a:prstDash val="solid"/>
            </a:ln>
          </p:spPr>
        </p:sp>
        <p:sp>
          <p:nvSpPr>
            <p:cNvPr id="2503" name="four:temporal-output:rotated-tₐ-cell-108:2503">
              <a:extLst>
                <a:ext uri="{FF2B5EF4-FFF2-40B4-BE49-F238E27FC236}">
                  <ns2:creationId id="{DE7FB66D-6297-4963-914A-28381D99C733}"/>
                </a:ext>
              </a:extLst>
            </p:cNvPr>
            <p:cNvSpPr>
              <a:spLocks noGrp="1"/>
            </p:cNvSpPr>
            <p:nvPr/>
          </p:nvSpPr>
          <p:spPr>
            <a:xfrm>
              <a:off x="21240750" y="6513909"/>
              <a:ext cx="709613" cy="5953"/>
            </a:xfrm>
            <a:prstGeom prst="rect">
              <a:avLst/>
            </a:prstGeom>
            <a:solidFill>
              <a:srgbClr val="81C9BA"/>
            </a:solidFill>
            <a:ln w="0">
              <a:noFill/>
              <a:prstDash val="solid"/>
            </a:ln>
          </p:spPr>
        </p:sp>
        <p:sp>
          <p:nvSpPr>
            <p:cNvPr id="2504" name="four:temporal-output:rotated-tₐ-cell-109:2504">
              <a:extLst>
                <a:ext uri="{FF2B5EF4-FFF2-40B4-BE49-F238E27FC236}">
                  <ns2:creationId id="{7559C4C0-281F-4962-B1C9-85DD7CA15990}"/>
                </a:ext>
              </a:extLst>
            </p:cNvPr>
            <p:cNvSpPr>
              <a:spLocks noGrp="1"/>
            </p:cNvSpPr>
            <p:nvPr/>
          </p:nvSpPr>
          <p:spPr>
            <a:xfrm>
              <a:off x="21240750" y="6507956"/>
              <a:ext cx="709613" cy="5953"/>
            </a:xfrm>
            <a:prstGeom prst="rect">
              <a:avLst/>
            </a:prstGeom>
            <a:solidFill>
              <a:srgbClr val="7FC9B9"/>
            </a:solidFill>
            <a:ln w="0">
              <a:noFill/>
              <a:prstDash val="solid"/>
            </a:ln>
          </p:spPr>
        </p:sp>
        <p:sp>
          <p:nvSpPr>
            <p:cNvPr id="2505" name="four:temporal-output:rotated-tₐ-cell-110:2505">
              <a:extLst>
                <a:ext uri="{FF2B5EF4-FFF2-40B4-BE49-F238E27FC236}">
                  <ns2:creationId id="{FDC893FF-94E7-49A8-9860-9A55914ED9DF}"/>
                </a:ext>
              </a:extLst>
            </p:cNvPr>
            <p:cNvSpPr>
              <a:spLocks noGrp="1"/>
            </p:cNvSpPr>
            <p:nvPr/>
          </p:nvSpPr>
          <p:spPr>
            <a:xfrm>
              <a:off x="21240750" y="6502003"/>
              <a:ext cx="709613" cy="5953"/>
            </a:xfrm>
            <a:prstGeom prst="rect">
              <a:avLst/>
            </a:prstGeom>
            <a:solidFill>
              <a:srgbClr val="73C5B3"/>
            </a:solidFill>
            <a:ln w="0">
              <a:noFill/>
              <a:prstDash val="solid"/>
            </a:ln>
          </p:spPr>
        </p:sp>
        <p:sp>
          <p:nvSpPr>
            <p:cNvPr id="2506" name="four:temporal-output:rotated-tₐ-cell-111:2506">
              <a:extLst>
                <a:ext uri="{FF2B5EF4-FFF2-40B4-BE49-F238E27FC236}">
                  <ns2:creationId id="{2BDA52BA-0E49-4B95-A97B-F5DF268F4036}"/>
                </a:ext>
              </a:extLst>
            </p:cNvPr>
            <p:cNvSpPr>
              <a:spLocks noGrp="1"/>
            </p:cNvSpPr>
            <p:nvPr/>
          </p:nvSpPr>
          <p:spPr>
            <a:xfrm>
              <a:off x="21240750" y="6496050"/>
              <a:ext cx="709613" cy="5953"/>
            </a:xfrm>
            <a:prstGeom prst="rect">
              <a:avLst/>
            </a:prstGeom>
            <a:solidFill>
              <a:srgbClr val="60BEA8"/>
            </a:solidFill>
            <a:ln w="0">
              <a:noFill/>
              <a:prstDash val="solid"/>
            </a:ln>
          </p:spPr>
        </p:sp>
        <p:sp>
          <p:nvSpPr>
            <p:cNvPr id="2507" name="four:temporal-output:rotated-tₐ-cell-112:2507">
              <a:extLst>
                <a:ext uri="{FF2B5EF4-FFF2-40B4-BE49-F238E27FC236}">
                  <ns2:creationId id="{E8B1436E-A158-4A83-B943-DB45B011301F}"/>
                </a:ext>
              </a:extLst>
            </p:cNvPr>
            <p:cNvSpPr>
              <a:spLocks noGrp="1"/>
            </p:cNvSpPr>
            <p:nvPr/>
          </p:nvSpPr>
          <p:spPr>
            <a:xfrm>
              <a:off x="21240750" y="6490097"/>
              <a:ext cx="709613" cy="5953"/>
            </a:xfrm>
            <a:prstGeom prst="rect">
              <a:avLst/>
            </a:prstGeom>
            <a:solidFill>
              <a:srgbClr val="48B69B"/>
            </a:solidFill>
            <a:ln w="0">
              <a:noFill/>
              <a:prstDash val="solid"/>
            </a:ln>
          </p:spPr>
        </p:sp>
        <p:sp>
          <p:nvSpPr>
            <p:cNvPr id="2508" name="four:temporal-output:rotated-tₐ-cell-113:2508">
              <a:extLst>
                <a:ext uri="{FF2B5EF4-FFF2-40B4-BE49-F238E27FC236}">
                  <ns2:creationId id="{07F38301-46A8-4169-A2D3-430AFD929CA3}"/>
                </a:ext>
              </a:extLst>
            </p:cNvPr>
            <p:cNvSpPr>
              <a:spLocks noGrp="1"/>
            </p:cNvSpPr>
            <p:nvPr/>
          </p:nvSpPr>
          <p:spPr>
            <a:xfrm>
              <a:off x="21240750" y="6484144"/>
              <a:ext cx="709613" cy="5953"/>
            </a:xfrm>
            <a:prstGeom prst="rect">
              <a:avLst/>
            </a:prstGeom>
            <a:solidFill>
              <a:srgbClr val="2EAE8D"/>
            </a:solidFill>
            <a:ln w="0">
              <a:noFill/>
              <a:prstDash val="solid"/>
            </a:ln>
          </p:spPr>
        </p:sp>
        <p:sp>
          <p:nvSpPr>
            <p:cNvPr id="2509" name="four:temporal-output:rotated-tₐ-cell-114:2509">
              <a:extLst>
                <a:ext uri="{FF2B5EF4-FFF2-40B4-BE49-F238E27FC236}">
                  <ns2:creationId id="{1D550B9D-CF23-4B44-8E73-CAD5A1FA9043}"/>
                </a:ext>
              </a:extLst>
            </p:cNvPr>
            <p:cNvSpPr>
              <a:spLocks noGrp="1"/>
            </p:cNvSpPr>
            <p:nvPr/>
          </p:nvSpPr>
          <p:spPr>
            <a:xfrm>
              <a:off x="21240750" y="6478191"/>
              <a:ext cx="709613" cy="5953"/>
            </a:xfrm>
            <a:prstGeom prst="rect">
              <a:avLst/>
            </a:prstGeom>
            <a:solidFill>
              <a:srgbClr val="1AA781"/>
            </a:solidFill>
            <a:ln w="0">
              <a:noFill/>
              <a:prstDash val="solid"/>
            </a:ln>
          </p:spPr>
        </p:sp>
        <p:sp>
          <p:nvSpPr>
            <p:cNvPr id="2510" name="four:temporal-output:rotated-tₐ-cell-115:2510">
              <a:extLst>
                <a:ext uri="{FF2B5EF4-FFF2-40B4-BE49-F238E27FC236}">
                  <ns2:creationId id="{8D9BFF4B-DC4F-4794-B279-E35202C59449}"/>
                </a:ext>
              </a:extLst>
            </p:cNvPr>
            <p:cNvSpPr>
              <a:spLocks noGrp="1"/>
            </p:cNvSpPr>
            <p:nvPr/>
          </p:nvSpPr>
          <p:spPr>
            <a:xfrm>
              <a:off x="21240750" y="6472238"/>
              <a:ext cx="709613" cy="5953"/>
            </a:xfrm>
            <a:prstGeom prst="rect">
              <a:avLst/>
            </a:prstGeom>
            <a:solidFill>
              <a:srgbClr val="07A177"/>
            </a:solidFill>
            <a:ln w="0">
              <a:noFill/>
              <a:prstDash val="solid"/>
            </a:ln>
          </p:spPr>
        </p:sp>
        <p:sp>
          <p:nvSpPr>
            <p:cNvPr id="2511" name="four:temporal-output:rotated-tₐ-cell-116:2511">
              <a:extLst>
                <a:ext uri="{FF2B5EF4-FFF2-40B4-BE49-F238E27FC236}">
                  <ns2:creationId id="{B0FA65BE-D962-44CB-B125-865F97250D9E}"/>
                </a:ext>
              </a:extLst>
            </p:cNvPr>
            <p:cNvSpPr>
              <a:spLocks noGrp="1"/>
            </p:cNvSpPr>
            <p:nvPr/>
          </p:nvSpPr>
          <p:spPr>
            <a:xfrm>
              <a:off x="21240750" y="6466284"/>
              <a:ext cx="709613" cy="5953"/>
            </a:xfrm>
            <a:prstGeom prst="rect">
              <a:avLst/>
            </a:prstGeom>
            <a:solidFill>
              <a:srgbClr val="009E73"/>
            </a:solidFill>
            <a:ln w="0">
              <a:noFill/>
              <a:prstDash val="solid"/>
            </a:ln>
          </p:spPr>
        </p:sp>
        <p:sp>
          <p:nvSpPr>
            <p:cNvPr id="2512" name="four:temporal-output:rotated-tₐ-cell-117:2512">
              <a:extLst>
                <a:ext uri="{FF2B5EF4-FFF2-40B4-BE49-F238E27FC236}">
                  <ns2:creationId id="{976BD187-9101-4921-9276-DB55FD262096}"/>
                </a:ext>
              </a:extLst>
            </p:cNvPr>
            <p:cNvSpPr>
              <a:spLocks noGrp="1"/>
            </p:cNvSpPr>
            <p:nvPr/>
          </p:nvSpPr>
          <p:spPr>
            <a:xfrm>
              <a:off x="21240750" y="6460331"/>
              <a:ext cx="709613" cy="5953"/>
            </a:xfrm>
            <a:prstGeom prst="rect">
              <a:avLst/>
            </a:prstGeom>
            <a:solidFill>
              <a:srgbClr val="009E73"/>
            </a:solidFill>
            <a:ln w="0">
              <a:noFill/>
              <a:prstDash val="solid"/>
            </a:ln>
          </p:spPr>
        </p:sp>
        <p:sp>
          <p:nvSpPr>
            <p:cNvPr id="2513" name="four:temporal-output:rotated-tₐ-cell-118:2513">
              <a:extLst>
                <a:ext uri="{FF2B5EF4-FFF2-40B4-BE49-F238E27FC236}">
                  <ns2:creationId id="{3F33BB47-EC0A-4026-8878-8D936B71D50A}"/>
                </a:ext>
              </a:extLst>
            </p:cNvPr>
            <p:cNvSpPr>
              <a:spLocks noGrp="1"/>
            </p:cNvSpPr>
            <p:nvPr/>
          </p:nvSpPr>
          <p:spPr>
            <a:xfrm>
              <a:off x="21240750" y="6454378"/>
              <a:ext cx="709613" cy="5953"/>
            </a:xfrm>
            <a:prstGeom prst="rect">
              <a:avLst/>
            </a:prstGeom>
            <a:solidFill>
              <a:srgbClr val="009E73"/>
            </a:solidFill>
            <a:ln w="0">
              <a:noFill/>
              <a:prstDash val="solid"/>
            </a:ln>
          </p:spPr>
        </p:sp>
        <p:sp>
          <p:nvSpPr>
            <p:cNvPr id="2514" name="four:temporal-output:rotated-tₐ-cell-119:2514">
              <a:extLst>
                <a:ext uri="{FF2B5EF4-FFF2-40B4-BE49-F238E27FC236}">
                  <ns2:creationId id="{3F34157C-E6E9-4B63-A0FC-2743141CE671}"/>
                </a:ext>
              </a:extLst>
            </p:cNvPr>
            <p:cNvSpPr>
              <a:spLocks noGrp="1"/>
            </p:cNvSpPr>
            <p:nvPr/>
          </p:nvSpPr>
          <p:spPr>
            <a:xfrm>
              <a:off x="21240750" y="6448425"/>
              <a:ext cx="709613" cy="5953"/>
            </a:xfrm>
            <a:prstGeom prst="rect">
              <a:avLst/>
            </a:prstGeom>
            <a:solidFill>
              <a:srgbClr val="009E73"/>
            </a:solidFill>
            <a:ln w="0">
              <a:noFill/>
              <a:prstDash val="solid"/>
            </a:ln>
          </p:spPr>
        </p:sp>
        <p:sp>
          <p:nvSpPr>
            <p:cNvPr id="2515" name="four:temporal-output:rotated-tₐ-cell-120:2515">
              <a:extLst>
                <a:ext uri="{FF2B5EF4-FFF2-40B4-BE49-F238E27FC236}">
                  <ns2:creationId id="{3BB53C76-ED57-4D5F-AD73-C1860515FBE2}"/>
                </a:ext>
              </a:extLst>
            </p:cNvPr>
            <p:cNvSpPr>
              <a:spLocks noGrp="1"/>
            </p:cNvSpPr>
            <p:nvPr/>
          </p:nvSpPr>
          <p:spPr>
            <a:xfrm>
              <a:off x="21240750" y="6442472"/>
              <a:ext cx="709613" cy="5953"/>
            </a:xfrm>
            <a:prstGeom prst="rect">
              <a:avLst/>
            </a:prstGeom>
            <a:solidFill>
              <a:srgbClr val="009E73"/>
            </a:solidFill>
            <a:ln w="0">
              <a:noFill/>
              <a:prstDash val="solid"/>
            </a:ln>
          </p:spPr>
        </p:sp>
        <p:sp>
          <p:nvSpPr>
            <p:cNvPr id="2516" name="four:temporal-output:rotated-tₐ-cell-121:2516">
              <a:extLst>
                <a:ext uri="{FF2B5EF4-FFF2-40B4-BE49-F238E27FC236}">
                  <ns2:creationId id="{B75FEC14-2B0B-4B85-833B-8E6FDEE53F54}"/>
                </a:ext>
              </a:extLst>
            </p:cNvPr>
            <p:cNvSpPr>
              <a:spLocks noGrp="1"/>
            </p:cNvSpPr>
            <p:nvPr/>
          </p:nvSpPr>
          <p:spPr>
            <a:xfrm>
              <a:off x="21240750" y="6436519"/>
              <a:ext cx="709613" cy="5953"/>
            </a:xfrm>
            <a:prstGeom prst="rect">
              <a:avLst/>
            </a:prstGeom>
            <a:solidFill>
              <a:srgbClr val="009E73"/>
            </a:solidFill>
            <a:ln w="0">
              <a:noFill/>
              <a:prstDash val="solid"/>
            </a:ln>
          </p:spPr>
        </p:sp>
        <p:sp>
          <p:nvSpPr>
            <p:cNvPr id="2517" name="four:temporal-output:rotated-tₐ-cell-122:2517">
              <a:extLst>
                <a:ext uri="{FF2B5EF4-FFF2-40B4-BE49-F238E27FC236}">
                  <ns2:creationId id="{3E454E87-5BBE-4B3A-99DD-DED7D77AA3A0}"/>
                </a:ext>
              </a:extLst>
            </p:cNvPr>
            <p:cNvSpPr>
              <a:spLocks noGrp="1"/>
            </p:cNvSpPr>
            <p:nvPr/>
          </p:nvSpPr>
          <p:spPr>
            <a:xfrm>
              <a:off x="21240750" y="6430566"/>
              <a:ext cx="709613" cy="5953"/>
            </a:xfrm>
            <a:prstGeom prst="rect">
              <a:avLst/>
            </a:prstGeom>
            <a:solidFill>
              <a:srgbClr val="009E73"/>
            </a:solidFill>
            <a:ln w="0">
              <a:noFill/>
              <a:prstDash val="solid"/>
            </a:ln>
          </p:spPr>
        </p:sp>
        <p:sp>
          <p:nvSpPr>
            <p:cNvPr id="2518" name="four:temporal-output:rotated-tₐ-cell-123:2518">
              <a:extLst>
                <a:ext uri="{FF2B5EF4-FFF2-40B4-BE49-F238E27FC236}">
                  <ns2:creationId id="{A0E1ABE5-5D64-4BC3-B062-0002320C1E8B}"/>
                </a:ext>
              </a:extLst>
            </p:cNvPr>
            <p:cNvSpPr>
              <a:spLocks noGrp="1"/>
            </p:cNvSpPr>
            <p:nvPr/>
          </p:nvSpPr>
          <p:spPr>
            <a:xfrm>
              <a:off x="21240750" y="6424613"/>
              <a:ext cx="709613" cy="5953"/>
            </a:xfrm>
            <a:prstGeom prst="rect">
              <a:avLst/>
            </a:prstGeom>
            <a:solidFill>
              <a:srgbClr val="009E73"/>
            </a:solidFill>
            <a:ln w="0">
              <a:noFill/>
              <a:prstDash val="solid"/>
            </a:ln>
          </p:spPr>
        </p:sp>
        <p:sp>
          <p:nvSpPr>
            <p:cNvPr id="2519" name="four:temporal-output:rotated-tₐ-cell-124:2519">
              <a:extLst>
                <a:ext uri="{FF2B5EF4-FFF2-40B4-BE49-F238E27FC236}">
                  <ns2:creationId id="{C8A5F79A-27B4-4108-BB44-7648347A1B4D}"/>
                </a:ext>
              </a:extLst>
            </p:cNvPr>
            <p:cNvSpPr>
              <a:spLocks noGrp="1"/>
            </p:cNvSpPr>
            <p:nvPr/>
          </p:nvSpPr>
          <p:spPr>
            <a:xfrm>
              <a:off x="21240750" y="6418659"/>
              <a:ext cx="709613" cy="5953"/>
            </a:xfrm>
            <a:prstGeom prst="rect">
              <a:avLst/>
            </a:prstGeom>
            <a:solidFill>
              <a:srgbClr val="009E73"/>
            </a:solidFill>
            <a:ln w="0">
              <a:noFill/>
              <a:prstDash val="solid"/>
            </a:ln>
          </p:spPr>
        </p:sp>
        <p:sp>
          <p:nvSpPr>
            <p:cNvPr id="2520" name="four:temporal-output:rotated-tₐ-cell-125:2520">
              <a:extLst>
                <a:ext uri="{FF2B5EF4-FFF2-40B4-BE49-F238E27FC236}">
                  <ns2:creationId id="{83FB0A1E-AD90-472B-B14D-54DE2A87935D}"/>
                </a:ext>
              </a:extLst>
            </p:cNvPr>
            <p:cNvSpPr>
              <a:spLocks noGrp="1"/>
            </p:cNvSpPr>
            <p:nvPr/>
          </p:nvSpPr>
          <p:spPr>
            <a:xfrm>
              <a:off x="21240750" y="6412706"/>
              <a:ext cx="709613" cy="5953"/>
            </a:xfrm>
            <a:prstGeom prst="rect">
              <a:avLst/>
            </a:prstGeom>
            <a:solidFill>
              <a:srgbClr val="009E73"/>
            </a:solidFill>
            <a:ln w="0">
              <a:noFill/>
              <a:prstDash val="solid"/>
            </a:ln>
          </p:spPr>
        </p:sp>
        <p:sp>
          <p:nvSpPr>
            <p:cNvPr id="2521" name="four:temporal-output:rotated-tₐ-cell-126:2521">
              <a:extLst>
                <a:ext uri="{FF2B5EF4-FFF2-40B4-BE49-F238E27FC236}">
                  <ns2:creationId id="{D1DBAE31-96A9-4AA7-89CD-36A3CF585208}"/>
                </a:ext>
              </a:extLst>
            </p:cNvPr>
            <p:cNvSpPr>
              <a:spLocks noGrp="1"/>
            </p:cNvSpPr>
            <p:nvPr/>
          </p:nvSpPr>
          <p:spPr>
            <a:xfrm>
              <a:off x="21240750" y="6406753"/>
              <a:ext cx="709613" cy="5953"/>
            </a:xfrm>
            <a:prstGeom prst="rect">
              <a:avLst/>
            </a:prstGeom>
            <a:solidFill>
              <a:srgbClr val="009E73"/>
            </a:solidFill>
            <a:ln w="0">
              <a:noFill/>
              <a:prstDash val="solid"/>
            </a:ln>
          </p:spPr>
        </p:sp>
        <p:sp>
          <p:nvSpPr>
            <p:cNvPr id="2522" name="four:temporal-output:rotated-tₐ-cell-127:2522">
              <a:extLst>
                <a:ext uri="{FF2B5EF4-FFF2-40B4-BE49-F238E27FC236}">
                  <ns2:creationId id="{0465837D-1718-426C-8792-DA347E01EB3A}"/>
                </a:ext>
              </a:extLst>
            </p:cNvPr>
            <p:cNvSpPr>
              <a:spLocks noGrp="1"/>
            </p:cNvSpPr>
            <p:nvPr/>
          </p:nvSpPr>
          <p:spPr>
            <a:xfrm>
              <a:off x="21240750" y="6400800"/>
              <a:ext cx="709613" cy="5953"/>
            </a:xfrm>
            <a:prstGeom prst="rect">
              <a:avLst/>
            </a:prstGeom>
            <a:solidFill>
              <a:srgbClr val="009E73"/>
            </a:solidFill>
            <a:ln w="0">
              <a:noFill/>
              <a:prstDash val="solid"/>
            </a:ln>
          </p:spPr>
        </p:sp>
        <p:sp>
          <p:nvSpPr>
            <p:cNvPr id="2523" name="four:temporal-output:rotated-tₐ-cell-128:2523">
              <a:extLst>
                <a:ext uri="{FF2B5EF4-FFF2-40B4-BE49-F238E27FC236}">
                  <ns2:creationId id="{B9ECFB19-4FC1-4E2B-9981-D7BAC4866FC8}"/>
                </a:ext>
              </a:extLst>
            </p:cNvPr>
            <p:cNvSpPr>
              <a:spLocks noGrp="1"/>
            </p:cNvSpPr>
            <p:nvPr/>
          </p:nvSpPr>
          <p:spPr>
            <a:xfrm>
              <a:off x="21240750" y="6394847"/>
              <a:ext cx="709613" cy="5953"/>
            </a:xfrm>
            <a:prstGeom prst="rect">
              <a:avLst/>
            </a:prstGeom>
            <a:solidFill>
              <a:srgbClr val="019E74"/>
            </a:solidFill>
            <a:ln w="0">
              <a:noFill/>
              <a:prstDash val="solid"/>
            </a:ln>
          </p:spPr>
        </p:sp>
        <p:sp>
          <p:nvSpPr>
            <p:cNvPr id="2524" name="four:temporal-output:rotated-tₐ-cell-129:2524">
              <a:extLst>
                <a:ext uri="{FF2B5EF4-FFF2-40B4-BE49-F238E27FC236}">
                  <ns2:creationId id="{52B7CEE4-9F27-4B93-BF0A-D53678C6F93F}"/>
                </a:ext>
              </a:extLst>
            </p:cNvPr>
            <p:cNvSpPr>
              <a:spLocks noGrp="1"/>
            </p:cNvSpPr>
            <p:nvPr/>
          </p:nvSpPr>
          <p:spPr>
            <a:xfrm>
              <a:off x="21240750" y="6388894"/>
              <a:ext cx="709613" cy="5953"/>
            </a:xfrm>
            <a:prstGeom prst="rect">
              <a:avLst/>
            </a:prstGeom>
            <a:solidFill>
              <a:srgbClr val="11A47D"/>
            </a:solidFill>
            <a:ln w="0">
              <a:noFill/>
              <a:prstDash val="solid"/>
            </a:ln>
          </p:spPr>
        </p:sp>
        <p:sp>
          <p:nvSpPr>
            <p:cNvPr id="2525" name="four:temporal-output:rotated-tₐ-cell-130:2525">
              <a:extLst>
                <a:ext uri="{FF2B5EF4-FFF2-40B4-BE49-F238E27FC236}">
                  <ns2:creationId id="{9D2A44D8-6982-4BF1-8316-C366054CD3E5}"/>
                </a:ext>
              </a:extLst>
            </p:cNvPr>
            <p:cNvSpPr>
              <a:spLocks noGrp="1"/>
            </p:cNvSpPr>
            <p:nvPr/>
          </p:nvSpPr>
          <p:spPr>
            <a:xfrm>
              <a:off x="21240750" y="6382941"/>
              <a:ext cx="709613" cy="5953"/>
            </a:xfrm>
            <a:prstGeom prst="rect">
              <a:avLst/>
            </a:prstGeom>
            <a:solidFill>
              <a:srgbClr val="31AF8E"/>
            </a:solidFill>
            <a:ln w="0">
              <a:noFill/>
              <a:prstDash val="solid"/>
            </a:ln>
          </p:spPr>
        </p:sp>
        <p:sp>
          <p:nvSpPr>
            <p:cNvPr id="2526" name="four:temporal-output:rotated-tₐ-cell-131:2526">
              <a:extLst>
                <a:ext uri="{FF2B5EF4-FFF2-40B4-BE49-F238E27FC236}">
                  <ns2:creationId id="{42C501BA-47A8-4BD8-AB3B-B2DB5737321A}"/>
                </a:ext>
              </a:extLst>
            </p:cNvPr>
            <p:cNvSpPr>
              <a:spLocks noGrp="1"/>
            </p:cNvSpPr>
            <p:nvPr/>
          </p:nvSpPr>
          <p:spPr>
            <a:xfrm>
              <a:off x="21240750" y="6376988"/>
              <a:ext cx="709613" cy="5953"/>
            </a:xfrm>
            <a:prstGeom prst="rect">
              <a:avLst/>
            </a:prstGeom>
            <a:solidFill>
              <a:srgbClr val="59BCA4"/>
            </a:solidFill>
            <a:ln w="0">
              <a:noFill/>
              <a:prstDash val="solid"/>
            </a:ln>
          </p:spPr>
        </p:sp>
        <p:sp>
          <p:nvSpPr>
            <p:cNvPr id="2527" name="four:temporal-output:rotated-tₐ-cell-132:2527">
              <a:extLst>
                <a:ext uri="{FF2B5EF4-FFF2-40B4-BE49-F238E27FC236}">
                  <ns2:creationId id="{DB77EFA0-18F2-475A-82C6-DAA86500BB89}"/>
                </a:ext>
              </a:extLst>
            </p:cNvPr>
            <p:cNvSpPr>
              <a:spLocks noGrp="1"/>
            </p:cNvSpPr>
            <p:nvPr/>
          </p:nvSpPr>
          <p:spPr>
            <a:xfrm>
              <a:off x="21240750" y="6371034"/>
              <a:ext cx="709613" cy="5953"/>
            </a:xfrm>
            <a:prstGeom prst="rect">
              <a:avLst/>
            </a:prstGeom>
            <a:solidFill>
              <a:srgbClr val="83CABC"/>
            </a:solidFill>
            <a:ln w="0">
              <a:noFill/>
              <a:prstDash val="solid"/>
            </a:ln>
          </p:spPr>
        </p:sp>
        <p:sp>
          <p:nvSpPr>
            <p:cNvPr id="2528" name="four:temporal-output:rotated-tₐ-cell-133:2528">
              <a:extLst>
                <a:ext uri="{FF2B5EF4-FFF2-40B4-BE49-F238E27FC236}">
                  <ns2:creationId id="{AB358CD0-A415-4E4B-83A5-F5CD0A81CF69}"/>
                </a:ext>
              </a:extLst>
            </p:cNvPr>
            <p:cNvSpPr>
              <a:spLocks noGrp="1"/>
            </p:cNvSpPr>
            <p:nvPr/>
          </p:nvSpPr>
          <p:spPr>
            <a:xfrm>
              <a:off x="21240750" y="6365081"/>
              <a:ext cx="709613" cy="5953"/>
            </a:xfrm>
            <a:prstGeom prst="rect">
              <a:avLst/>
            </a:prstGeom>
            <a:solidFill>
              <a:srgbClr val="ABD7D2"/>
            </a:solidFill>
            <a:ln w="0">
              <a:noFill/>
              <a:prstDash val="solid"/>
            </a:ln>
          </p:spPr>
        </p:sp>
        <p:sp>
          <p:nvSpPr>
            <p:cNvPr id="2529" name="four:temporal-output:rotated-tₐ-cell-134:2529">
              <a:extLst>
                <a:ext uri="{FF2B5EF4-FFF2-40B4-BE49-F238E27FC236}">
                  <ns2:creationId id="{6479FD9A-62C7-4EB7-8449-F52DD136B9F5}"/>
                </a:ext>
              </a:extLst>
            </p:cNvPr>
            <p:cNvSpPr>
              <a:spLocks noGrp="1"/>
            </p:cNvSpPr>
            <p:nvPr/>
          </p:nvSpPr>
          <p:spPr>
            <a:xfrm>
              <a:off x="21240750" y="6359128"/>
              <a:ext cx="709613" cy="5953"/>
            </a:xfrm>
            <a:prstGeom prst="rect">
              <a:avLst/>
            </a:prstGeom>
            <a:solidFill>
              <a:srgbClr val="D7E0E8"/>
            </a:solidFill>
            <a:ln w="0">
              <a:noFill/>
              <a:prstDash val="solid"/>
            </a:ln>
          </p:spPr>
        </p:sp>
        <p:sp>
          <p:nvSpPr>
            <p:cNvPr id="2530" name="four:temporal-output:rotated-tₐ-cell-135:2530">
              <a:extLst>
                <a:ext uri="{FF2B5EF4-FFF2-40B4-BE49-F238E27FC236}">
                  <ns2:creationId id="{68875C98-4C96-4CE1-8219-AD9EEC14A806}"/>
                </a:ext>
              </a:extLst>
            </p:cNvPr>
            <p:cNvSpPr>
              <a:spLocks noGrp="1"/>
            </p:cNvSpPr>
            <p:nvPr/>
          </p:nvSpPr>
          <p:spPr>
            <a:xfrm>
              <a:off x="21240750" y="6353175"/>
              <a:ext cx="709613" cy="5953"/>
            </a:xfrm>
            <a:prstGeom prst="rect">
              <a:avLst/>
            </a:prstGeom>
            <a:solidFill>
              <a:srgbClr val="DCE7ED"/>
            </a:solidFill>
            <a:ln w="0">
              <a:noFill/>
              <a:prstDash val="solid"/>
            </a:ln>
          </p:spPr>
        </p:sp>
        <p:sp>
          <p:nvSpPr>
            <p:cNvPr id="2531" name="four:temporal-output:rotated-tₐ-cell-136:2531">
              <a:extLst>
                <a:ext uri="{FF2B5EF4-FFF2-40B4-BE49-F238E27FC236}">
                  <ns2:creationId id="{9E7A7CB5-C868-4C24-9145-D7B5C92EDFC7}"/>
                </a:ext>
              </a:extLst>
            </p:cNvPr>
            <p:cNvSpPr>
              <a:spLocks noGrp="1"/>
            </p:cNvSpPr>
            <p:nvPr/>
          </p:nvSpPr>
          <p:spPr>
            <a:xfrm>
              <a:off x="21240750" y="6347222"/>
              <a:ext cx="709613" cy="5953"/>
            </a:xfrm>
            <a:prstGeom prst="rect">
              <a:avLst/>
            </a:prstGeom>
            <a:solidFill>
              <a:srgbClr val="DCE8ED"/>
            </a:solidFill>
            <a:ln w="0">
              <a:noFill/>
              <a:prstDash val="solid"/>
            </a:ln>
          </p:spPr>
        </p:sp>
        <p:sp>
          <p:nvSpPr>
            <p:cNvPr id="2532" name="four:temporal-output:rotated-tₐ-cell-137:2532">
              <a:extLst>
                <a:ext uri="{FF2B5EF4-FFF2-40B4-BE49-F238E27FC236}">
                  <ns2:creationId id="{88E831A4-2FB4-4715-A0DD-E123AABF2CA5}"/>
                </a:ext>
              </a:extLst>
            </p:cNvPr>
            <p:cNvSpPr>
              <a:spLocks noGrp="1"/>
            </p:cNvSpPr>
            <p:nvPr/>
          </p:nvSpPr>
          <p:spPr>
            <a:xfrm>
              <a:off x="21240750" y="6341269"/>
              <a:ext cx="709613" cy="5953"/>
            </a:xfrm>
            <a:prstGeom prst="rect">
              <a:avLst/>
            </a:prstGeom>
            <a:solidFill>
              <a:srgbClr val="DCE8ED"/>
            </a:solidFill>
            <a:ln w="0">
              <a:noFill/>
              <a:prstDash val="solid"/>
            </a:ln>
          </p:spPr>
        </p:sp>
        <p:sp>
          <p:nvSpPr>
            <p:cNvPr id="2533" name="four:temporal-output:rotated-tₐ-cell-138:2533">
              <a:extLst>
                <a:ext uri="{FF2B5EF4-FFF2-40B4-BE49-F238E27FC236}">
                  <ns2:creationId id="{5D8D0ED4-6F03-4126-AB83-87D6062D58D1}"/>
                </a:ext>
              </a:extLst>
            </p:cNvPr>
            <p:cNvSpPr>
              <a:spLocks noGrp="1"/>
            </p:cNvSpPr>
            <p:nvPr/>
          </p:nvSpPr>
          <p:spPr>
            <a:xfrm>
              <a:off x="21240750" y="6335316"/>
              <a:ext cx="709613" cy="5953"/>
            </a:xfrm>
            <a:prstGeom prst="rect">
              <a:avLst/>
            </a:prstGeom>
            <a:solidFill>
              <a:srgbClr val="DCE8ED"/>
            </a:solidFill>
            <a:ln w="0">
              <a:noFill/>
              <a:prstDash val="solid"/>
            </a:ln>
          </p:spPr>
        </p:sp>
        <p:sp>
          <p:nvSpPr>
            <p:cNvPr id="2534" name="four:temporal-output:rotated-tₐ-cell-139:2534">
              <a:extLst>
                <a:ext uri="{FF2B5EF4-FFF2-40B4-BE49-F238E27FC236}">
                  <ns2:creationId id="{4CD0CE69-FF81-4E43-8A54-24E7533A6ACB}"/>
                </a:ext>
              </a:extLst>
            </p:cNvPr>
            <p:cNvSpPr>
              <a:spLocks noGrp="1"/>
            </p:cNvSpPr>
            <p:nvPr/>
          </p:nvSpPr>
          <p:spPr>
            <a:xfrm>
              <a:off x="21240750" y="6329363"/>
              <a:ext cx="709613" cy="5953"/>
            </a:xfrm>
            <a:prstGeom prst="rect">
              <a:avLst/>
            </a:prstGeom>
            <a:solidFill>
              <a:srgbClr val="DCE8ED"/>
            </a:solidFill>
            <a:ln w="0">
              <a:noFill/>
              <a:prstDash val="solid"/>
            </a:ln>
          </p:spPr>
        </p:sp>
        <p:sp>
          <p:nvSpPr>
            <p:cNvPr id="2535" name="four:temporal-output:rotated-tₐ-cell-140:2535">
              <a:extLst>
                <a:ext uri="{FF2B5EF4-FFF2-40B4-BE49-F238E27FC236}">
                  <ns2:creationId id="{191FBEE7-36AC-4707-94A6-0EB3B54C09D1}"/>
                </a:ext>
              </a:extLst>
            </p:cNvPr>
            <p:cNvSpPr>
              <a:spLocks noGrp="1"/>
            </p:cNvSpPr>
            <p:nvPr/>
          </p:nvSpPr>
          <p:spPr>
            <a:xfrm>
              <a:off x="21240750" y="6323409"/>
              <a:ext cx="709613" cy="5953"/>
            </a:xfrm>
            <a:prstGeom prst="rect">
              <a:avLst/>
            </a:prstGeom>
            <a:solidFill>
              <a:srgbClr val="DCE8ED"/>
            </a:solidFill>
            <a:ln w="0">
              <a:noFill/>
              <a:prstDash val="solid"/>
            </a:ln>
          </p:spPr>
        </p:sp>
        <p:sp>
          <p:nvSpPr>
            <p:cNvPr id="2536" name="four:temporal-output:rotated-tₐ-cell-141:2536">
              <a:extLst>
                <a:ext uri="{FF2B5EF4-FFF2-40B4-BE49-F238E27FC236}">
                  <ns2:creationId id="{4A5DAF75-3B91-4F4F-B310-78FE10293DB9}"/>
                </a:ext>
              </a:extLst>
            </p:cNvPr>
            <p:cNvSpPr>
              <a:spLocks noGrp="1"/>
            </p:cNvSpPr>
            <p:nvPr/>
          </p:nvSpPr>
          <p:spPr>
            <a:xfrm>
              <a:off x="21240750" y="6317456"/>
              <a:ext cx="709613" cy="5953"/>
            </a:xfrm>
            <a:prstGeom prst="rect">
              <a:avLst/>
            </a:prstGeom>
            <a:solidFill>
              <a:srgbClr val="DCE8ED"/>
            </a:solidFill>
            <a:ln w="0">
              <a:noFill/>
              <a:prstDash val="solid"/>
            </a:ln>
          </p:spPr>
        </p:sp>
        <p:sp>
          <p:nvSpPr>
            <p:cNvPr id="2537" name="four:temporal-output:rotated-tₐ-cell-142:2537">
              <a:extLst>
                <a:ext uri="{FF2B5EF4-FFF2-40B4-BE49-F238E27FC236}">
                  <ns2:creationId id="{D74BB3AB-B228-4195-B4AB-A4E4AF278907}"/>
                </a:ext>
              </a:extLst>
            </p:cNvPr>
            <p:cNvSpPr>
              <a:spLocks noGrp="1"/>
            </p:cNvSpPr>
            <p:nvPr/>
          </p:nvSpPr>
          <p:spPr>
            <a:xfrm>
              <a:off x="21240750" y="6311503"/>
              <a:ext cx="709613" cy="5953"/>
            </a:xfrm>
            <a:prstGeom prst="rect">
              <a:avLst/>
            </a:prstGeom>
            <a:solidFill>
              <a:srgbClr val="DCE8ED"/>
            </a:solidFill>
            <a:ln w="0">
              <a:noFill/>
              <a:prstDash val="solid"/>
            </a:ln>
          </p:spPr>
        </p:sp>
        <p:sp>
          <p:nvSpPr>
            <p:cNvPr id="2538" name="four:temporal-output:rotated-tₐ-cell-143:2538">
              <a:extLst>
                <a:ext uri="{FF2B5EF4-FFF2-40B4-BE49-F238E27FC236}">
                  <ns2:creationId id="{2A47D038-B538-4049-89D9-44FFEDF37F57}"/>
                </a:ext>
              </a:extLst>
            </p:cNvPr>
            <p:cNvSpPr>
              <a:spLocks noGrp="1"/>
            </p:cNvSpPr>
            <p:nvPr/>
          </p:nvSpPr>
          <p:spPr>
            <a:xfrm>
              <a:off x="21240750" y="6305550"/>
              <a:ext cx="709613" cy="5953"/>
            </a:xfrm>
            <a:prstGeom prst="rect">
              <a:avLst/>
            </a:prstGeom>
            <a:solidFill>
              <a:srgbClr val="DCE8ED"/>
            </a:solidFill>
            <a:ln w="0">
              <a:noFill/>
              <a:prstDash val="solid"/>
            </a:ln>
          </p:spPr>
        </p:sp>
        <p:sp>
          <p:nvSpPr>
            <p:cNvPr id="2539" name="four:temporal-output:rotated-tₐ-cell-144:2539">
              <a:extLst>
                <a:ext uri="{FF2B5EF4-FFF2-40B4-BE49-F238E27FC236}">
                  <ns2:creationId id="{75C6AD40-9177-41E6-9A00-7FAB3F1F5E85}"/>
                </a:ext>
              </a:extLst>
            </p:cNvPr>
            <p:cNvSpPr>
              <a:spLocks noGrp="1"/>
            </p:cNvSpPr>
            <p:nvPr/>
          </p:nvSpPr>
          <p:spPr>
            <a:xfrm>
              <a:off x="21240750" y="6299597"/>
              <a:ext cx="709613" cy="5953"/>
            </a:xfrm>
            <a:prstGeom prst="rect">
              <a:avLst/>
            </a:prstGeom>
            <a:solidFill>
              <a:srgbClr val="DCE8ED"/>
            </a:solidFill>
            <a:ln w="0">
              <a:noFill/>
              <a:prstDash val="solid"/>
            </a:ln>
          </p:spPr>
        </p:sp>
        <p:sp>
          <p:nvSpPr>
            <p:cNvPr id="2540" name="four:temporal-output:rotated-tₐ-cell-145:2540">
              <a:extLst>
                <a:ext uri="{FF2B5EF4-FFF2-40B4-BE49-F238E27FC236}">
                  <ns2:creationId id="{98C16FA8-F839-4B8D-A185-CBC059253D83}"/>
                </a:ext>
              </a:extLst>
            </p:cNvPr>
            <p:cNvSpPr>
              <a:spLocks noGrp="1"/>
            </p:cNvSpPr>
            <p:nvPr/>
          </p:nvSpPr>
          <p:spPr>
            <a:xfrm>
              <a:off x="21240750" y="6293644"/>
              <a:ext cx="709613" cy="5953"/>
            </a:xfrm>
            <a:prstGeom prst="rect">
              <a:avLst/>
            </a:prstGeom>
            <a:solidFill>
              <a:srgbClr val="DCE8ED"/>
            </a:solidFill>
            <a:ln w="0">
              <a:noFill/>
              <a:prstDash val="solid"/>
            </a:ln>
          </p:spPr>
        </p:sp>
        <p:sp>
          <p:nvSpPr>
            <p:cNvPr id="2541" name="four:temporal-output:rotated-tₐ-cell-146:2541">
              <a:extLst>
                <a:ext uri="{FF2B5EF4-FFF2-40B4-BE49-F238E27FC236}">
                  <ns2:creationId id="{EC612803-75EC-4BDD-9488-A81E16BE7CEF}"/>
                </a:ext>
              </a:extLst>
            </p:cNvPr>
            <p:cNvSpPr>
              <a:spLocks noGrp="1"/>
            </p:cNvSpPr>
            <p:nvPr/>
          </p:nvSpPr>
          <p:spPr>
            <a:xfrm>
              <a:off x="21240750" y="6287691"/>
              <a:ext cx="709613" cy="5953"/>
            </a:xfrm>
            <a:prstGeom prst="rect">
              <a:avLst/>
            </a:prstGeom>
            <a:solidFill>
              <a:srgbClr val="DCE8ED"/>
            </a:solidFill>
            <a:ln w="0">
              <a:noFill/>
              <a:prstDash val="solid"/>
            </a:ln>
          </p:spPr>
        </p:sp>
        <p:sp>
          <p:nvSpPr>
            <p:cNvPr id="2542" name="four:temporal-output:rotated-tₐ-cell-147:2542">
              <a:extLst>
                <a:ext uri="{FF2B5EF4-FFF2-40B4-BE49-F238E27FC236}">
                  <ns2:creationId id="{C06C482A-8A83-47F9-804F-41E958487A09}"/>
                </a:ext>
              </a:extLst>
            </p:cNvPr>
            <p:cNvSpPr>
              <a:spLocks noGrp="1"/>
            </p:cNvSpPr>
            <p:nvPr/>
          </p:nvSpPr>
          <p:spPr>
            <a:xfrm>
              <a:off x="21240750" y="6281738"/>
              <a:ext cx="709613" cy="5953"/>
            </a:xfrm>
            <a:prstGeom prst="rect">
              <a:avLst/>
            </a:prstGeom>
            <a:solidFill>
              <a:srgbClr val="DCE8ED"/>
            </a:solidFill>
            <a:ln w="0">
              <a:noFill/>
              <a:prstDash val="solid"/>
            </a:ln>
          </p:spPr>
        </p:sp>
        <p:sp>
          <p:nvSpPr>
            <p:cNvPr id="2543" name="four:temporal-output:rotated-tₐ-cell-148:2543">
              <a:extLst>
                <a:ext uri="{FF2B5EF4-FFF2-40B4-BE49-F238E27FC236}">
                  <ns2:creationId id="{88493B07-377E-4F66-9E7A-3123C21F229D}"/>
                </a:ext>
              </a:extLst>
            </p:cNvPr>
            <p:cNvSpPr>
              <a:spLocks noGrp="1"/>
            </p:cNvSpPr>
            <p:nvPr/>
          </p:nvSpPr>
          <p:spPr>
            <a:xfrm>
              <a:off x="21240750" y="6275784"/>
              <a:ext cx="709613" cy="5953"/>
            </a:xfrm>
            <a:prstGeom prst="rect">
              <a:avLst/>
            </a:prstGeom>
            <a:solidFill>
              <a:srgbClr val="DCE8ED"/>
            </a:solidFill>
            <a:ln w="0">
              <a:noFill/>
              <a:prstDash val="solid"/>
            </a:ln>
          </p:spPr>
        </p:sp>
        <p:sp>
          <p:nvSpPr>
            <p:cNvPr id="2544" name="four:temporal-output:rotated-tₐ-cell-149:2544">
              <a:extLst>
                <a:ext uri="{FF2B5EF4-FFF2-40B4-BE49-F238E27FC236}">
                  <ns2:creationId id="{9D769692-FDB0-44F6-AE41-361942AEE8C1}"/>
                </a:ext>
              </a:extLst>
            </p:cNvPr>
            <p:cNvSpPr>
              <a:spLocks noGrp="1"/>
            </p:cNvSpPr>
            <p:nvPr/>
          </p:nvSpPr>
          <p:spPr>
            <a:xfrm>
              <a:off x="21240750" y="6269831"/>
              <a:ext cx="709613" cy="5953"/>
            </a:xfrm>
            <a:prstGeom prst="rect">
              <a:avLst/>
            </a:prstGeom>
            <a:solidFill>
              <a:srgbClr val="DCE8ED"/>
            </a:solidFill>
            <a:ln w="0">
              <a:noFill/>
              <a:prstDash val="solid"/>
            </a:ln>
          </p:spPr>
        </p:sp>
        <p:sp>
          <p:nvSpPr>
            <p:cNvPr id="2545" name="four:temporal-output:rotated-tₐ-cell-150:2545">
              <a:extLst>
                <a:ext uri="{FF2B5EF4-FFF2-40B4-BE49-F238E27FC236}">
                  <ns2:creationId id="{02F12BF0-9A48-4A78-BFE9-7BBFC22650C8}"/>
                </a:ext>
              </a:extLst>
            </p:cNvPr>
            <p:cNvSpPr>
              <a:spLocks noGrp="1"/>
            </p:cNvSpPr>
            <p:nvPr/>
          </p:nvSpPr>
          <p:spPr>
            <a:xfrm>
              <a:off x="21240750" y="6263878"/>
              <a:ext cx="709613" cy="5953"/>
            </a:xfrm>
            <a:prstGeom prst="rect">
              <a:avLst/>
            </a:prstGeom>
            <a:solidFill>
              <a:srgbClr val="DCE8ED"/>
            </a:solidFill>
            <a:ln w="0">
              <a:noFill/>
              <a:prstDash val="solid"/>
            </a:ln>
          </p:spPr>
        </p:sp>
        <p:sp>
          <p:nvSpPr>
            <p:cNvPr id="2546" name="four:temporal-output:rotated-tₐ-cell-151:2546">
              <a:extLst>
                <a:ext uri="{FF2B5EF4-FFF2-40B4-BE49-F238E27FC236}">
                  <ns2:creationId id="{B3A84DC8-5A71-4522-8303-0E0841CB7D57}"/>
                </a:ext>
              </a:extLst>
            </p:cNvPr>
            <p:cNvSpPr>
              <a:spLocks noGrp="1"/>
            </p:cNvSpPr>
            <p:nvPr/>
          </p:nvSpPr>
          <p:spPr>
            <a:xfrm>
              <a:off x="21240750" y="6257925"/>
              <a:ext cx="709613" cy="5953"/>
            </a:xfrm>
            <a:prstGeom prst="rect">
              <a:avLst/>
            </a:prstGeom>
            <a:solidFill>
              <a:srgbClr val="DCE8ED"/>
            </a:solidFill>
            <a:ln w="0">
              <a:noFill/>
              <a:prstDash val="solid"/>
            </a:ln>
          </p:spPr>
        </p:sp>
        <p:sp>
          <p:nvSpPr>
            <p:cNvPr id="2547" name="four:temporal-output:rotated-tₐ-cell-152:2547">
              <a:extLst>
                <a:ext uri="{FF2B5EF4-FFF2-40B4-BE49-F238E27FC236}">
                  <ns2:creationId id="{CCFA9E87-13E5-4D84-857B-D3BFFBFD607D}"/>
                </a:ext>
              </a:extLst>
            </p:cNvPr>
            <p:cNvSpPr>
              <a:spLocks noGrp="1"/>
            </p:cNvSpPr>
            <p:nvPr/>
          </p:nvSpPr>
          <p:spPr>
            <a:xfrm>
              <a:off x="21240750" y="6251972"/>
              <a:ext cx="709613" cy="5953"/>
            </a:xfrm>
            <a:prstGeom prst="rect">
              <a:avLst/>
            </a:prstGeom>
            <a:solidFill>
              <a:srgbClr val="DCE8ED"/>
            </a:solidFill>
            <a:ln w="0">
              <a:noFill/>
              <a:prstDash val="solid"/>
            </a:ln>
          </p:spPr>
        </p:sp>
        <p:sp>
          <p:nvSpPr>
            <p:cNvPr id="2548" name="four:temporal-output:rotated-tₐ-cell-153:2548">
              <a:extLst>
                <a:ext uri="{FF2B5EF4-FFF2-40B4-BE49-F238E27FC236}">
                  <ns2:creationId id="{C36F435C-456A-4E7B-865C-C72577CE5C27}"/>
                </a:ext>
              </a:extLst>
            </p:cNvPr>
            <p:cNvSpPr>
              <a:spLocks noGrp="1"/>
            </p:cNvSpPr>
            <p:nvPr/>
          </p:nvSpPr>
          <p:spPr>
            <a:xfrm>
              <a:off x="21240750" y="6246019"/>
              <a:ext cx="709613" cy="5953"/>
            </a:xfrm>
            <a:prstGeom prst="rect">
              <a:avLst/>
            </a:prstGeom>
            <a:solidFill>
              <a:srgbClr val="DCE8ED"/>
            </a:solidFill>
            <a:ln w="0">
              <a:noFill/>
              <a:prstDash val="solid"/>
            </a:ln>
          </p:spPr>
        </p:sp>
        <p:sp>
          <p:nvSpPr>
            <p:cNvPr id="2549" name="four:temporal-output:rotated-tₐ-cell-154:2549">
              <a:extLst>
                <a:ext uri="{FF2B5EF4-FFF2-40B4-BE49-F238E27FC236}">
                  <ns2:creationId id="{62BFB87A-1483-4B8A-A9F8-7B1273E7F33B}"/>
                </a:ext>
              </a:extLst>
            </p:cNvPr>
            <p:cNvSpPr>
              <a:spLocks noGrp="1"/>
            </p:cNvSpPr>
            <p:nvPr/>
          </p:nvSpPr>
          <p:spPr>
            <a:xfrm>
              <a:off x="21240750" y="6240066"/>
              <a:ext cx="709613" cy="5953"/>
            </a:xfrm>
            <a:prstGeom prst="rect">
              <a:avLst/>
            </a:prstGeom>
            <a:solidFill>
              <a:srgbClr val="DCE8ED"/>
            </a:solidFill>
            <a:ln w="0">
              <a:noFill/>
              <a:prstDash val="solid"/>
            </a:ln>
          </p:spPr>
        </p:sp>
        <p:sp>
          <p:nvSpPr>
            <p:cNvPr id="2550" name="four:temporal-output:rotated-tₐ-cell-155:2550">
              <a:extLst>
                <a:ext uri="{FF2B5EF4-FFF2-40B4-BE49-F238E27FC236}">
                  <ns2:creationId id="{C06E6DCD-FA0C-4216-A0ED-2C180FFD36EA}"/>
                </a:ext>
              </a:extLst>
            </p:cNvPr>
            <p:cNvSpPr>
              <a:spLocks noGrp="1"/>
            </p:cNvSpPr>
            <p:nvPr/>
          </p:nvSpPr>
          <p:spPr>
            <a:xfrm>
              <a:off x="21240750" y="6234113"/>
              <a:ext cx="709613" cy="5953"/>
            </a:xfrm>
            <a:prstGeom prst="rect">
              <a:avLst/>
            </a:prstGeom>
            <a:solidFill>
              <a:srgbClr val="DCE8ED"/>
            </a:solidFill>
            <a:ln w="0">
              <a:noFill/>
              <a:prstDash val="solid"/>
            </a:ln>
          </p:spPr>
        </p:sp>
        <p:sp>
          <p:nvSpPr>
            <p:cNvPr id="2551" name="four:temporal-output:rotated-tₐ-cell-156:2551">
              <a:extLst>
                <a:ext uri="{FF2B5EF4-FFF2-40B4-BE49-F238E27FC236}">
                  <ns2:creationId id="{A931554C-B2D4-400A-99AE-E2ED07AA6014}"/>
                </a:ext>
              </a:extLst>
            </p:cNvPr>
            <p:cNvSpPr>
              <a:spLocks noGrp="1"/>
            </p:cNvSpPr>
            <p:nvPr/>
          </p:nvSpPr>
          <p:spPr>
            <a:xfrm>
              <a:off x="21240750" y="6228159"/>
              <a:ext cx="709613" cy="5953"/>
            </a:xfrm>
            <a:prstGeom prst="rect">
              <a:avLst/>
            </a:prstGeom>
            <a:solidFill>
              <a:srgbClr val="DCE8ED"/>
            </a:solidFill>
            <a:ln w="0">
              <a:noFill/>
              <a:prstDash val="solid"/>
            </a:ln>
          </p:spPr>
        </p:sp>
        <p:sp>
          <p:nvSpPr>
            <p:cNvPr id="2552" name="four:temporal-output:rotated-tₐ-cell-157:2552">
              <a:extLst>
                <a:ext uri="{FF2B5EF4-FFF2-40B4-BE49-F238E27FC236}">
                  <ns2:creationId id="{150994BC-268A-484B-82F2-660073E7B7BA}"/>
                </a:ext>
              </a:extLst>
            </p:cNvPr>
            <p:cNvSpPr>
              <a:spLocks noGrp="1"/>
            </p:cNvSpPr>
            <p:nvPr/>
          </p:nvSpPr>
          <p:spPr>
            <a:xfrm>
              <a:off x="21240750" y="6222206"/>
              <a:ext cx="709613" cy="5953"/>
            </a:xfrm>
            <a:prstGeom prst="rect">
              <a:avLst/>
            </a:prstGeom>
            <a:solidFill>
              <a:srgbClr val="DCE8ED"/>
            </a:solidFill>
            <a:ln w="0">
              <a:noFill/>
              <a:prstDash val="solid"/>
            </a:ln>
          </p:spPr>
        </p:sp>
        <p:sp>
          <p:nvSpPr>
            <p:cNvPr id="2553" name="four:temporal-output:rotated-tₐ-cell-158:2553">
              <a:extLst>
                <a:ext uri="{FF2B5EF4-FFF2-40B4-BE49-F238E27FC236}">
                  <ns2:creationId id="{8AAE1110-3964-4954-92D4-A9AF2819B248}"/>
                </a:ext>
              </a:extLst>
            </p:cNvPr>
            <p:cNvSpPr>
              <a:spLocks noGrp="1"/>
            </p:cNvSpPr>
            <p:nvPr/>
          </p:nvSpPr>
          <p:spPr>
            <a:xfrm>
              <a:off x="21240750" y="6216253"/>
              <a:ext cx="709613" cy="5953"/>
            </a:xfrm>
            <a:prstGeom prst="rect">
              <a:avLst/>
            </a:prstGeom>
            <a:solidFill>
              <a:srgbClr val="DCE8ED"/>
            </a:solidFill>
            <a:ln w="0">
              <a:noFill/>
              <a:prstDash val="solid"/>
            </a:ln>
          </p:spPr>
        </p:sp>
        <p:sp>
          <p:nvSpPr>
            <p:cNvPr id="2554" name="four:temporal-output:rotated-tₐ-cell-159:2554">
              <a:extLst>
                <a:ext uri="{FF2B5EF4-FFF2-40B4-BE49-F238E27FC236}">
                  <ns2:creationId id="{5B05E573-4EB4-4872-B844-863B7CFFBF85}"/>
                </a:ext>
              </a:extLst>
            </p:cNvPr>
            <p:cNvSpPr>
              <a:spLocks noGrp="1"/>
            </p:cNvSpPr>
            <p:nvPr/>
          </p:nvSpPr>
          <p:spPr>
            <a:xfrm>
              <a:off x="21240750" y="6210300"/>
              <a:ext cx="709613" cy="5953"/>
            </a:xfrm>
            <a:prstGeom prst="rect">
              <a:avLst/>
            </a:prstGeom>
            <a:solidFill>
              <a:srgbClr val="DCE8ED"/>
            </a:solidFill>
            <a:ln w="0">
              <a:noFill/>
              <a:prstDash val="solid"/>
            </a:ln>
          </p:spPr>
        </p:sp>
        <p:sp>
          <p:nvSpPr>
            <p:cNvPr id="2555" name="four:temporal-output:rotated-tₐ-cell-160:2555">
              <a:extLst>
                <a:ext uri="{FF2B5EF4-FFF2-40B4-BE49-F238E27FC236}">
                  <ns2:creationId id="{D046C869-BEF5-4B8F-A6EF-E0E6F3469D25}"/>
                </a:ext>
              </a:extLst>
            </p:cNvPr>
            <p:cNvSpPr>
              <a:spLocks noGrp="1"/>
            </p:cNvSpPr>
            <p:nvPr/>
          </p:nvSpPr>
          <p:spPr>
            <a:xfrm>
              <a:off x="21240750" y="6204347"/>
              <a:ext cx="709613" cy="5953"/>
            </a:xfrm>
            <a:prstGeom prst="rect">
              <a:avLst/>
            </a:prstGeom>
            <a:solidFill>
              <a:srgbClr val="DCE8ED"/>
            </a:solidFill>
            <a:ln w="0">
              <a:noFill/>
              <a:prstDash val="solid"/>
            </a:ln>
          </p:spPr>
        </p:sp>
        <p:sp>
          <p:nvSpPr>
            <p:cNvPr id="2556" name="four:temporal-output:rotated-tₐ-cell-161:2556">
              <a:extLst>
                <a:ext uri="{FF2B5EF4-FFF2-40B4-BE49-F238E27FC236}">
                  <ns2:creationId id="{EDF99466-2DFE-437B-88F4-55A5DDD18DD2}"/>
                </a:ext>
              </a:extLst>
            </p:cNvPr>
            <p:cNvSpPr>
              <a:spLocks noGrp="1"/>
            </p:cNvSpPr>
            <p:nvPr/>
          </p:nvSpPr>
          <p:spPr>
            <a:xfrm>
              <a:off x="21240750" y="6198394"/>
              <a:ext cx="709613" cy="5953"/>
            </a:xfrm>
            <a:prstGeom prst="rect">
              <a:avLst/>
            </a:prstGeom>
            <a:solidFill>
              <a:srgbClr val="DCE8ED"/>
            </a:solidFill>
            <a:ln w="0">
              <a:noFill/>
              <a:prstDash val="solid"/>
            </a:ln>
          </p:spPr>
        </p:sp>
        <p:sp>
          <p:nvSpPr>
            <p:cNvPr id="2557" name="four:temporal-output:rotated-tₐ-cell-162:2557">
              <a:extLst>
                <a:ext uri="{FF2B5EF4-FFF2-40B4-BE49-F238E27FC236}">
                  <ns2:creationId id="{19B40A5F-99DF-4466-9124-842FCC2DE368}"/>
                </a:ext>
              </a:extLst>
            </p:cNvPr>
            <p:cNvSpPr>
              <a:spLocks noGrp="1"/>
            </p:cNvSpPr>
            <p:nvPr/>
          </p:nvSpPr>
          <p:spPr>
            <a:xfrm>
              <a:off x="21240750" y="6192441"/>
              <a:ext cx="709613" cy="5953"/>
            </a:xfrm>
            <a:prstGeom prst="rect">
              <a:avLst/>
            </a:prstGeom>
            <a:solidFill>
              <a:srgbClr val="DCE6E9"/>
            </a:solidFill>
            <a:ln w="0">
              <a:noFill/>
              <a:prstDash val="solid"/>
            </a:ln>
          </p:spPr>
        </p:sp>
        <p:sp>
          <p:nvSpPr>
            <p:cNvPr id="2558" name="four:temporal-output:rotated-tₐ-cell-163:2558">
              <a:extLst>
                <a:ext uri="{FF2B5EF4-FFF2-40B4-BE49-F238E27FC236}">
                  <ns2:creationId id="{CA26A66D-E6CD-47B0-AD43-0B17A3EE61F7}"/>
                </a:ext>
              </a:extLst>
            </p:cNvPr>
            <p:cNvSpPr>
              <a:spLocks noGrp="1"/>
            </p:cNvSpPr>
            <p:nvPr/>
          </p:nvSpPr>
          <p:spPr>
            <a:xfrm>
              <a:off x="21240750" y="6186488"/>
              <a:ext cx="709613" cy="5953"/>
            </a:xfrm>
            <a:prstGeom prst="rect">
              <a:avLst/>
            </a:prstGeom>
            <a:solidFill>
              <a:srgbClr val="DADCDB"/>
            </a:solidFill>
            <a:ln w="0">
              <a:noFill/>
              <a:prstDash val="solid"/>
            </a:ln>
          </p:spPr>
        </p:sp>
        <p:sp>
          <p:nvSpPr>
            <p:cNvPr id="2559" name="four:temporal-output:rotated-tₐ-cell-164:2559">
              <a:extLst>
                <a:ext uri="{FF2B5EF4-FFF2-40B4-BE49-F238E27FC236}">
                  <ns2:creationId id="{0C3218BD-229E-4C6E-A871-8C50EF8BDB54}"/>
                </a:ext>
              </a:extLst>
            </p:cNvPr>
            <p:cNvSpPr>
              <a:spLocks noGrp="1"/>
            </p:cNvSpPr>
            <p:nvPr/>
          </p:nvSpPr>
          <p:spPr>
            <a:xfrm>
              <a:off x="21240750" y="6180534"/>
              <a:ext cx="709613" cy="5953"/>
            </a:xfrm>
            <a:prstGeom prst="rect">
              <a:avLst/>
            </a:prstGeom>
            <a:solidFill>
              <a:srgbClr val="D7C8D9"/>
            </a:solidFill>
            <a:ln w="0">
              <a:noFill/>
              <a:prstDash val="solid"/>
            </a:ln>
          </p:spPr>
        </p:sp>
        <p:sp>
          <p:nvSpPr>
            <p:cNvPr id="2560" name="four:temporal-output:rotated-tₐ-cell-165:2560">
              <a:extLst>
                <a:ext uri="{FF2B5EF4-FFF2-40B4-BE49-F238E27FC236}">
                  <ns2:creationId id="{319C199F-8D4F-4C3E-B5BF-B29CBA591B51}"/>
                </a:ext>
              </a:extLst>
            </p:cNvPr>
            <p:cNvSpPr>
              <a:spLocks noGrp="1"/>
            </p:cNvSpPr>
            <p:nvPr/>
          </p:nvSpPr>
          <p:spPr>
            <a:xfrm>
              <a:off x="21240750" y="6174581"/>
              <a:ext cx="709613" cy="5953"/>
            </a:xfrm>
            <a:prstGeom prst="rect">
              <a:avLst/>
            </a:prstGeom>
            <a:solidFill>
              <a:srgbClr val="D4B2CB"/>
            </a:solidFill>
            <a:ln w="0">
              <a:noFill/>
              <a:prstDash val="solid"/>
            </a:ln>
          </p:spPr>
        </p:sp>
        <p:sp>
          <p:nvSpPr>
            <p:cNvPr id="2561" name="four:temporal-output:rotated-tₐ-cell-166:2561">
              <a:extLst>
                <a:ext uri="{FF2B5EF4-FFF2-40B4-BE49-F238E27FC236}">
                  <ns2:creationId id="{BBE32475-4349-44A9-B668-59C3F27557B0}"/>
                </a:ext>
              </a:extLst>
            </p:cNvPr>
            <p:cNvSpPr>
              <a:spLocks noGrp="1"/>
            </p:cNvSpPr>
            <p:nvPr/>
          </p:nvSpPr>
          <p:spPr>
            <a:xfrm>
              <a:off x="21240750" y="6168628"/>
              <a:ext cx="709613" cy="5953"/>
            </a:xfrm>
            <a:prstGeom prst="rect">
              <a:avLst/>
            </a:prstGeom>
            <a:solidFill>
              <a:srgbClr val="D19DBE"/>
            </a:solidFill>
            <a:ln w="0">
              <a:noFill/>
              <a:prstDash val="solid"/>
            </a:ln>
          </p:spPr>
        </p:sp>
        <p:sp>
          <p:nvSpPr>
            <p:cNvPr id="2562" name="four:temporal-output:rotated-tₐ-cell-167:2562">
              <a:extLst>
                <a:ext uri="{FF2B5EF4-FFF2-40B4-BE49-F238E27FC236}">
                  <ns2:creationId id="{8630AF62-0D28-4A27-B362-6A2E8EAB18F0}"/>
                </a:ext>
              </a:extLst>
            </p:cNvPr>
            <p:cNvSpPr>
              <a:spLocks noGrp="1"/>
            </p:cNvSpPr>
            <p:nvPr/>
          </p:nvSpPr>
          <p:spPr>
            <a:xfrm>
              <a:off x="21240750" y="6162675"/>
              <a:ext cx="709613" cy="5953"/>
            </a:xfrm>
            <a:prstGeom prst="rect">
              <a:avLst/>
            </a:prstGeom>
            <a:solidFill>
              <a:srgbClr val="CF8AB2"/>
            </a:solidFill>
            <a:ln w="0">
              <a:noFill/>
              <a:prstDash val="solid"/>
            </a:ln>
          </p:spPr>
        </p:sp>
        <p:sp>
          <p:nvSpPr>
            <p:cNvPr id="2563" name="four:temporal-output:rotated-tₐ-cell-168:2563">
              <a:extLst>
                <a:ext uri="{FF2B5EF4-FFF2-40B4-BE49-F238E27FC236}">
                  <ns2:creationId id="{B85B2066-508E-48C5-ADEA-4F26B2817E47}"/>
                </a:ext>
              </a:extLst>
            </p:cNvPr>
            <p:cNvSpPr>
              <a:spLocks noGrp="1"/>
            </p:cNvSpPr>
            <p:nvPr/>
          </p:nvSpPr>
          <p:spPr>
            <a:xfrm>
              <a:off x="21240750" y="6156722"/>
              <a:ext cx="709613" cy="5953"/>
            </a:xfrm>
            <a:prstGeom prst="rect">
              <a:avLst/>
            </a:prstGeom>
            <a:solidFill>
              <a:srgbClr val="CD7EAA"/>
            </a:solidFill>
            <a:ln w="0">
              <a:noFill/>
              <a:prstDash val="solid"/>
            </a:ln>
          </p:spPr>
        </p:sp>
        <p:sp>
          <p:nvSpPr>
            <p:cNvPr id="2564" name="four:temporal-output:rotated-tₐ-cell-169:2564">
              <a:extLst>
                <a:ext uri="{FF2B5EF4-FFF2-40B4-BE49-F238E27FC236}">
                  <ns2:creationId id="{D1AEB620-B626-4E82-92CB-5D114B0963C0}"/>
                </a:ext>
              </a:extLst>
            </p:cNvPr>
            <p:cNvSpPr>
              <a:spLocks noGrp="1"/>
            </p:cNvSpPr>
            <p:nvPr/>
          </p:nvSpPr>
          <p:spPr>
            <a:xfrm>
              <a:off x="21240750" y="6150769"/>
              <a:ext cx="709613" cy="5953"/>
            </a:xfrm>
            <a:prstGeom prst="rect">
              <a:avLst/>
            </a:prstGeom>
            <a:solidFill>
              <a:srgbClr val="CC79A7"/>
            </a:solidFill>
            <a:ln w="0">
              <a:noFill/>
              <a:prstDash val="solid"/>
            </a:ln>
          </p:spPr>
        </p:sp>
        <p:sp>
          <p:nvSpPr>
            <p:cNvPr id="2565" name="four:temporal-output:rotated-tₐ-cell-170:2565">
              <a:extLst>
                <a:ext uri="{FF2B5EF4-FFF2-40B4-BE49-F238E27FC236}">
                  <ns2:creationId id="{E0436613-98CD-4F68-941E-67D64A7B4657}"/>
                </a:ext>
              </a:extLst>
            </p:cNvPr>
            <p:cNvSpPr>
              <a:spLocks noGrp="1"/>
            </p:cNvSpPr>
            <p:nvPr/>
          </p:nvSpPr>
          <p:spPr>
            <a:xfrm>
              <a:off x="21240750" y="6144816"/>
              <a:ext cx="709613" cy="5953"/>
            </a:xfrm>
            <a:prstGeom prst="rect">
              <a:avLst/>
            </a:prstGeom>
            <a:solidFill>
              <a:srgbClr val="CC79A7"/>
            </a:solidFill>
            <a:ln w="0">
              <a:noFill/>
              <a:prstDash val="solid"/>
            </a:ln>
          </p:spPr>
        </p:sp>
        <p:sp>
          <p:nvSpPr>
            <p:cNvPr id="2566" name="four:temporal-output:rotated-tₐ-cell-171:2566">
              <a:extLst>
                <a:ext uri="{FF2B5EF4-FFF2-40B4-BE49-F238E27FC236}">
                  <ns2:creationId id="{A7825A0C-2118-41A9-9649-54EB5D96BA9E}"/>
                </a:ext>
              </a:extLst>
            </p:cNvPr>
            <p:cNvSpPr>
              <a:spLocks noGrp="1"/>
            </p:cNvSpPr>
            <p:nvPr/>
          </p:nvSpPr>
          <p:spPr>
            <a:xfrm>
              <a:off x="21240750" y="6138863"/>
              <a:ext cx="709613" cy="5953"/>
            </a:xfrm>
            <a:prstGeom prst="rect">
              <a:avLst/>
            </a:prstGeom>
            <a:solidFill>
              <a:srgbClr val="CC79A7"/>
            </a:solidFill>
            <a:ln w="0">
              <a:noFill/>
              <a:prstDash val="solid"/>
            </a:ln>
          </p:spPr>
        </p:sp>
        <p:sp>
          <p:nvSpPr>
            <p:cNvPr id="2567" name="four:temporal-output:rotated-tₐ-cell-172:2567">
              <a:extLst>
                <a:ext uri="{FF2B5EF4-FFF2-40B4-BE49-F238E27FC236}">
                  <ns2:creationId id="{10D465C7-6C22-4428-B9AB-09912C818769}"/>
                </a:ext>
              </a:extLst>
            </p:cNvPr>
            <p:cNvSpPr>
              <a:spLocks noGrp="1"/>
            </p:cNvSpPr>
            <p:nvPr/>
          </p:nvSpPr>
          <p:spPr>
            <a:xfrm>
              <a:off x="21240750" y="6132909"/>
              <a:ext cx="709613" cy="5953"/>
            </a:xfrm>
            <a:prstGeom prst="rect">
              <a:avLst/>
            </a:prstGeom>
            <a:solidFill>
              <a:srgbClr val="CC79A7"/>
            </a:solidFill>
            <a:ln w="0">
              <a:noFill/>
              <a:prstDash val="solid"/>
            </a:ln>
          </p:spPr>
        </p:sp>
        <p:sp>
          <p:nvSpPr>
            <p:cNvPr id="2568" name="four:temporal-output:rotated-tₐ-cell-173:2568">
              <a:extLst>
                <a:ext uri="{FF2B5EF4-FFF2-40B4-BE49-F238E27FC236}">
                  <ns2:creationId id="{A6DF4009-67F7-4FE8-B8A6-C12B864F80B8}"/>
                </a:ext>
              </a:extLst>
            </p:cNvPr>
            <p:cNvSpPr>
              <a:spLocks noGrp="1"/>
            </p:cNvSpPr>
            <p:nvPr/>
          </p:nvSpPr>
          <p:spPr>
            <a:xfrm>
              <a:off x="21240750" y="6126956"/>
              <a:ext cx="709613" cy="5953"/>
            </a:xfrm>
            <a:prstGeom prst="rect">
              <a:avLst/>
            </a:prstGeom>
            <a:solidFill>
              <a:srgbClr val="CC79A7"/>
            </a:solidFill>
            <a:ln w="0">
              <a:noFill/>
              <a:prstDash val="solid"/>
            </a:ln>
          </p:spPr>
        </p:sp>
        <p:sp>
          <p:nvSpPr>
            <p:cNvPr id="2569" name="four:temporal-output:rotated-tₐ-cell-174:2569">
              <a:extLst>
                <a:ext uri="{FF2B5EF4-FFF2-40B4-BE49-F238E27FC236}">
                  <ns2:creationId id="{1587666A-DBC2-40EE-81D8-377BD24ED119}"/>
                </a:ext>
              </a:extLst>
            </p:cNvPr>
            <p:cNvSpPr>
              <a:spLocks noGrp="1"/>
            </p:cNvSpPr>
            <p:nvPr/>
          </p:nvSpPr>
          <p:spPr>
            <a:xfrm>
              <a:off x="21240750" y="6121003"/>
              <a:ext cx="709613" cy="5953"/>
            </a:xfrm>
            <a:prstGeom prst="rect">
              <a:avLst/>
            </a:prstGeom>
            <a:solidFill>
              <a:srgbClr val="CC79A7"/>
            </a:solidFill>
            <a:ln w="0">
              <a:noFill/>
              <a:prstDash val="solid"/>
            </a:ln>
          </p:spPr>
        </p:sp>
        <p:sp>
          <p:nvSpPr>
            <p:cNvPr id="2570" name="four:temporal-output:rotated-tₐ-cell-175:2570">
              <a:extLst>
                <a:ext uri="{FF2B5EF4-FFF2-40B4-BE49-F238E27FC236}">
                  <ns2:creationId id="{8D1DC542-1515-40AE-8B5E-9FB6084F7912}"/>
                </a:ext>
              </a:extLst>
            </p:cNvPr>
            <p:cNvSpPr>
              <a:spLocks noGrp="1"/>
            </p:cNvSpPr>
            <p:nvPr/>
          </p:nvSpPr>
          <p:spPr>
            <a:xfrm>
              <a:off x="21240750" y="6115050"/>
              <a:ext cx="709613" cy="5953"/>
            </a:xfrm>
            <a:prstGeom prst="rect">
              <a:avLst/>
            </a:prstGeom>
            <a:solidFill>
              <a:srgbClr val="CC79A7"/>
            </a:solidFill>
            <a:ln w="0">
              <a:noFill/>
              <a:prstDash val="solid"/>
            </a:ln>
          </p:spPr>
        </p:sp>
        <p:sp>
          <p:nvSpPr>
            <p:cNvPr id="2571" name="four:temporal-output:rotated-tₐ-cell-176:2571">
              <a:extLst>
                <a:ext uri="{FF2B5EF4-FFF2-40B4-BE49-F238E27FC236}">
                  <ns2:creationId id="{872064E8-F648-4E28-B336-79D9A12E7A0B}"/>
                </a:ext>
              </a:extLst>
            </p:cNvPr>
            <p:cNvSpPr>
              <a:spLocks noGrp="1"/>
            </p:cNvSpPr>
            <p:nvPr/>
          </p:nvSpPr>
          <p:spPr>
            <a:xfrm>
              <a:off x="21240750" y="6109097"/>
              <a:ext cx="709613" cy="5953"/>
            </a:xfrm>
            <a:prstGeom prst="rect">
              <a:avLst/>
            </a:prstGeom>
            <a:solidFill>
              <a:srgbClr val="CC79A7"/>
            </a:solidFill>
            <a:ln w="0">
              <a:noFill/>
              <a:prstDash val="solid"/>
            </a:ln>
          </p:spPr>
        </p:sp>
        <p:sp>
          <p:nvSpPr>
            <p:cNvPr id="2572" name="four:temporal-output:rotated-tₐ-cell-177:2572">
              <a:extLst>
                <a:ext uri="{FF2B5EF4-FFF2-40B4-BE49-F238E27FC236}">
                  <ns2:creationId id="{1DA15CC4-677D-4012-AAE3-DBB2F89E8B73}"/>
                </a:ext>
              </a:extLst>
            </p:cNvPr>
            <p:cNvSpPr>
              <a:spLocks noGrp="1"/>
            </p:cNvSpPr>
            <p:nvPr/>
          </p:nvSpPr>
          <p:spPr>
            <a:xfrm>
              <a:off x="21240750" y="6103144"/>
              <a:ext cx="709613" cy="5953"/>
            </a:xfrm>
            <a:prstGeom prst="rect">
              <a:avLst/>
            </a:prstGeom>
            <a:solidFill>
              <a:srgbClr val="CC79A7"/>
            </a:solidFill>
            <a:ln w="0">
              <a:noFill/>
              <a:prstDash val="solid"/>
            </a:ln>
          </p:spPr>
        </p:sp>
        <p:sp>
          <p:nvSpPr>
            <p:cNvPr id="2573" name="four:temporal-output:rotated-tₐ-cell-178:2573">
              <a:extLst>
                <a:ext uri="{FF2B5EF4-FFF2-40B4-BE49-F238E27FC236}">
                  <ns2:creationId id="{869271B4-656A-4B40-A0CA-357158B687F8}"/>
                </a:ext>
              </a:extLst>
            </p:cNvPr>
            <p:cNvSpPr>
              <a:spLocks noGrp="1"/>
            </p:cNvSpPr>
            <p:nvPr/>
          </p:nvSpPr>
          <p:spPr>
            <a:xfrm>
              <a:off x="21240750" y="6097191"/>
              <a:ext cx="709613" cy="5953"/>
            </a:xfrm>
            <a:prstGeom prst="rect">
              <a:avLst/>
            </a:prstGeom>
            <a:solidFill>
              <a:srgbClr val="CC79A7"/>
            </a:solidFill>
            <a:ln w="0">
              <a:noFill/>
              <a:prstDash val="solid"/>
            </a:ln>
          </p:spPr>
        </p:sp>
        <p:sp>
          <p:nvSpPr>
            <p:cNvPr id="2574" name="four:temporal-output:rotated-tₐ-cell-179:2574">
              <a:extLst>
                <a:ext uri="{FF2B5EF4-FFF2-40B4-BE49-F238E27FC236}">
                  <ns2:creationId id="{6A17FA05-36F8-4ABE-AC23-DACA5C464713}"/>
                </a:ext>
              </a:extLst>
            </p:cNvPr>
            <p:cNvSpPr>
              <a:spLocks noGrp="1"/>
            </p:cNvSpPr>
            <p:nvPr/>
          </p:nvSpPr>
          <p:spPr>
            <a:xfrm>
              <a:off x="21240750" y="6091238"/>
              <a:ext cx="709613" cy="5953"/>
            </a:xfrm>
            <a:prstGeom prst="rect">
              <a:avLst/>
            </a:prstGeom>
            <a:solidFill>
              <a:srgbClr val="CC79A7"/>
            </a:solidFill>
            <a:ln w="0">
              <a:noFill/>
              <a:prstDash val="solid"/>
            </a:ln>
          </p:spPr>
        </p:sp>
        <p:sp>
          <p:nvSpPr>
            <p:cNvPr id="2575" name="four:temporal-output:rotated-tₐ-cell-180:2575">
              <a:extLst>
                <a:ext uri="{FF2B5EF4-FFF2-40B4-BE49-F238E27FC236}">
                  <ns2:creationId id="{8F7E90D3-D31F-4FE6-BDB6-E2AF5BF17A27}"/>
                </a:ext>
              </a:extLst>
            </p:cNvPr>
            <p:cNvSpPr>
              <a:spLocks noGrp="1"/>
            </p:cNvSpPr>
            <p:nvPr/>
          </p:nvSpPr>
          <p:spPr>
            <a:xfrm>
              <a:off x="21240750" y="6085284"/>
              <a:ext cx="709613" cy="5953"/>
            </a:xfrm>
            <a:prstGeom prst="rect">
              <a:avLst/>
            </a:prstGeom>
            <a:solidFill>
              <a:srgbClr val="CC79A7"/>
            </a:solidFill>
            <a:ln w="0">
              <a:noFill/>
              <a:prstDash val="solid"/>
            </a:ln>
          </p:spPr>
        </p:sp>
        <p:sp>
          <p:nvSpPr>
            <p:cNvPr id="2576" name="four:temporal-output:rotated-tₐ-cell-181:2576">
              <a:extLst>
                <a:ext uri="{FF2B5EF4-FFF2-40B4-BE49-F238E27FC236}">
                  <ns2:creationId id="{579E0740-4106-4FFD-A7ED-F7C67EDFEE1C}"/>
                </a:ext>
              </a:extLst>
            </p:cNvPr>
            <p:cNvSpPr>
              <a:spLocks noGrp="1"/>
            </p:cNvSpPr>
            <p:nvPr/>
          </p:nvSpPr>
          <p:spPr>
            <a:xfrm>
              <a:off x="21240750" y="6079331"/>
              <a:ext cx="709613" cy="5953"/>
            </a:xfrm>
            <a:prstGeom prst="rect">
              <a:avLst/>
            </a:prstGeom>
            <a:solidFill>
              <a:srgbClr val="CC79A7"/>
            </a:solidFill>
            <a:ln w="0">
              <a:noFill/>
              <a:prstDash val="solid"/>
            </a:ln>
          </p:spPr>
        </p:sp>
        <p:sp>
          <p:nvSpPr>
            <p:cNvPr id="2577" name="four:temporal-output:rotated-tₐ-cell-182:2577">
              <a:extLst>
                <a:ext uri="{FF2B5EF4-FFF2-40B4-BE49-F238E27FC236}">
                  <ns2:creationId id="{E2565263-C1DB-48FD-A4A5-F9CDF8248380}"/>
                </a:ext>
              </a:extLst>
            </p:cNvPr>
            <p:cNvSpPr>
              <a:spLocks noGrp="1"/>
            </p:cNvSpPr>
            <p:nvPr/>
          </p:nvSpPr>
          <p:spPr>
            <a:xfrm>
              <a:off x="21240750" y="6073378"/>
              <a:ext cx="709613" cy="5953"/>
            </a:xfrm>
            <a:prstGeom prst="rect">
              <a:avLst/>
            </a:prstGeom>
            <a:solidFill>
              <a:srgbClr val="CC79A7"/>
            </a:solidFill>
            <a:ln w="0">
              <a:noFill/>
              <a:prstDash val="solid"/>
            </a:ln>
          </p:spPr>
        </p:sp>
        <p:sp>
          <p:nvSpPr>
            <p:cNvPr id="2578" name="four:temporal-output:rotated-tₐ-cell-183:2578">
              <a:extLst>
                <a:ext uri="{FF2B5EF4-FFF2-40B4-BE49-F238E27FC236}">
                  <ns2:creationId id="{690CED6D-6B92-4E05-8845-8E8B890368E0}"/>
                </a:ext>
              </a:extLst>
            </p:cNvPr>
            <p:cNvSpPr>
              <a:spLocks noGrp="1"/>
            </p:cNvSpPr>
            <p:nvPr/>
          </p:nvSpPr>
          <p:spPr>
            <a:xfrm>
              <a:off x="21240750" y="6067425"/>
              <a:ext cx="709613" cy="5953"/>
            </a:xfrm>
            <a:prstGeom prst="rect">
              <a:avLst/>
            </a:prstGeom>
            <a:solidFill>
              <a:srgbClr val="CE88B0"/>
            </a:solidFill>
            <a:ln w="0">
              <a:noFill/>
              <a:prstDash val="solid"/>
            </a:ln>
          </p:spPr>
        </p:sp>
        <p:sp>
          <p:nvSpPr>
            <p:cNvPr id="2579" name="four:temporal-output:rotated-tₐ-cell-184:2579">
              <a:extLst>
                <a:ext uri="{FF2B5EF4-FFF2-40B4-BE49-F238E27FC236}">
                  <ns2:creationId id="{4D290D05-46D9-4C32-85DF-0BD933D633A7}"/>
                </a:ext>
              </a:extLst>
            </p:cNvPr>
            <p:cNvSpPr>
              <a:spLocks noGrp="1"/>
            </p:cNvSpPr>
            <p:nvPr/>
          </p:nvSpPr>
          <p:spPr>
            <a:xfrm>
              <a:off x="21240750" y="6061472"/>
              <a:ext cx="709613" cy="5953"/>
            </a:xfrm>
            <a:prstGeom prst="rect">
              <a:avLst/>
            </a:prstGeom>
            <a:solidFill>
              <a:srgbClr val="D2A6C3"/>
            </a:solidFill>
            <a:ln w="0">
              <a:noFill/>
              <a:prstDash val="solid"/>
            </a:ln>
          </p:spPr>
        </p:sp>
        <p:sp>
          <p:nvSpPr>
            <p:cNvPr id="2580" name="four:temporal-output:rotated-tₐ-cell-185:2580">
              <a:extLst>
                <a:ext uri="{FF2B5EF4-FFF2-40B4-BE49-F238E27FC236}">
                  <ns2:creationId id="{8E3FB5F7-12CC-41AF-B9F3-A332B9937AC9}"/>
                </a:ext>
              </a:extLst>
            </p:cNvPr>
            <p:cNvSpPr>
              <a:spLocks noGrp="1"/>
            </p:cNvSpPr>
            <p:nvPr/>
          </p:nvSpPr>
          <p:spPr>
            <a:xfrm>
              <a:off x="21240750" y="6055519"/>
              <a:ext cx="709613" cy="5953"/>
            </a:xfrm>
            <a:prstGeom prst="rect">
              <a:avLst/>
            </a:prstGeom>
            <a:solidFill>
              <a:srgbClr val="D7C8D9"/>
            </a:solidFill>
            <a:ln w="0">
              <a:noFill/>
              <a:prstDash val="solid"/>
            </a:ln>
          </p:spPr>
        </p:sp>
        <p:sp>
          <p:nvSpPr>
            <p:cNvPr id="2581" name="four:temporal-output:rotated-tₐ-cell-186:2581">
              <a:extLst>
                <a:ext uri="{FF2B5EF4-FFF2-40B4-BE49-F238E27FC236}">
                  <ns2:creationId id="{A43F8970-605D-479D-8FC0-1EF0021EB9E4}"/>
                </a:ext>
              </a:extLst>
            </p:cNvPr>
            <p:cNvSpPr>
              <a:spLocks noGrp="1"/>
            </p:cNvSpPr>
            <p:nvPr/>
          </p:nvSpPr>
          <p:spPr>
            <a:xfrm>
              <a:off x="21240750" y="6049566"/>
              <a:ext cx="709613" cy="5953"/>
            </a:xfrm>
            <a:prstGeom prst="rect">
              <a:avLst/>
            </a:prstGeom>
            <a:solidFill>
              <a:srgbClr val="DBE3E5"/>
            </a:solidFill>
            <a:ln w="0">
              <a:noFill/>
              <a:prstDash val="solid"/>
            </a:ln>
          </p:spPr>
        </p:sp>
        <p:sp>
          <p:nvSpPr>
            <p:cNvPr id="2582" name="four:temporal-output:rotated-tₐ-cell-187:2582">
              <a:extLst>
                <a:ext uri="{FF2B5EF4-FFF2-40B4-BE49-F238E27FC236}">
                  <ns2:creationId id="{BDA09D1D-2596-4949-A57E-1AD4CD86DEEA}"/>
                </a:ext>
              </a:extLst>
            </p:cNvPr>
            <p:cNvSpPr>
              <a:spLocks noGrp="1"/>
            </p:cNvSpPr>
            <p:nvPr/>
          </p:nvSpPr>
          <p:spPr>
            <a:xfrm>
              <a:off x="21240750" y="6043613"/>
              <a:ext cx="709613" cy="5953"/>
            </a:xfrm>
            <a:prstGeom prst="rect">
              <a:avLst/>
            </a:prstGeom>
            <a:solidFill>
              <a:srgbClr val="DCE8ED"/>
            </a:solidFill>
            <a:ln w="0">
              <a:noFill/>
              <a:prstDash val="solid"/>
            </a:ln>
          </p:spPr>
        </p:sp>
        <p:sp>
          <p:nvSpPr>
            <p:cNvPr id="2583" name="four:temporal-output:rotated-tₐ-cell-188:2583">
              <a:extLst>
                <a:ext uri="{FF2B5EF4-FFF2-40B4-BE49-F238E27FC236}">
                  <ns2:creationId id="{BA34ECB8-B753-471A-B117-C4E0B83CBAE5}"/>
                </a:ext>
              </a:extLst>
            </p:cNvPr>
            <p:cNvSpPr>
              <a:spLocks noGrp="1"/>
            </p:cNvSpPr>
            <p:nvPr/>
          </p:nvSpPr>
          <p:spPr>
            <a:xfrm>
              <a:off x="21240750" y="6037659"/>
              <a:ext cx="709613" cy="5953"/>
            </a:xfrm>
            <a:prstGeom prst="rect">
              <a:avLst/>
            </a:prstGeom>
            <a:solidFill>
              <a:srgbClr val="DCE8ED"/>
            </a:solidFill>
            <a:ln w="0">
              <a:noFill/>
              <a:prstDash val="solid"/>
            </a:ln>
          </p:spPr>
        </p:sp>
        <p:sp>
          <p:nvSpPr>
            <p:cNvPr id="2584" name="four:temporal-output:rotated-tₐ-cell-189:2584">
              <a:extLst>
                <a:ext uri="{FF2B5EF4-FFF2-40B4-BE49-F238E27FC236}">
                  <ns2:creationId id="{4636DE33-D66D-41F5-B35A-A76631BC8F1F}"/>
                </a:ext>
              </a:extLst>
            </p:cNvPr>
            <p:cNvSpPr>
              <a:spLocks noGrp="1"/>
            </p:cNvSpPr>
            <p:nvPr/>
          </p:nvSpPr>
          <p:spPr>
            <a:xfrm>
              <a:off x="21240750" y="6031706"/>
              <a:ext cx="709613" cy="5953"/>
            </a:xfrm>
            <a:prstGeom prst="rect">
              <a:avLst/>
            </a:prstGeom>
            <a:solidFill>
              <a:srgbClr val="DCE8ED"/>
            </a:solidFill>
            <a:ln w="0">
              <a:noFill/>
              <a:prstDash val="solid"/>
            </a:ln>
          </p:spPr>
        </p:sp>
        <p:sp>
          <p:nvSpPr>
            <p:cNvPr id="2585" name="four:temporal-output:rotated-tₐ-cell-190:2585">
              <a:extLst>
                <a:ext uri="{FF2B5EF4-FFF2-40B4-BE49-F238E27FC236}">
                  <ns2:creationId id="{ACE1A07A-B054-42E1-B7C4-C5133D0FC315}"/>
                </a:ext>
              </a:extLst>
            </p:cNvPr>
            <p:cNvSpPr>
              <a:spLocks noGrp="1"/>
            </p:cNvSpPr>
            <p:nvPr/>
          </p:nvSpPr>
          <p:spPr>
            <a:xfrm>
              <a:off x="21240750" y="6025753"/>
              <a:ext cx="709613" cy="5953"/>
            </a:xfrm>
            <a:prstGeom prst="rect">
              <a:avLst/>
            </a:prstGeom>
            <a:solidFill>
              <a:srgbClr val="DCE8ED"/>
            </a:solidFill>
            <a:ln w="0">
              <a:noFill/>
              <a:prstDash val="solid"/>
            </a:ln>
          </p:spPr>
        </p:sp>
        <p:sp>
          <p:nvSpPr>
            <p:cNvPr id="2586" name="four:temporal-output:rotated-tₐ-cell-191:2586">
              <a:extLst>
                <a:ext uri="{FF2B5EF4-FFF2-40B4-BE49-F238E27FC236}">
                  <ns2:creationId id="{44CA7244-F974-42D0-8C0F-077590996F2C}"/>
                </a:ext>
              </a:extLst>
            </p:cNvPr>
            <p:cNvSpPr>
              <a:spLocks noGrp="1"/>
            </p:cNvSpPr>
            <p:nvPr/>
          </p:nvSpPr>
          <p:spPr>
            <a:xfrm>
              <a:off x="21240750" y="6019800"/>
              <a:ext cx="709613" cy="5953"/>
            </a:xfrm>
            <a:prstGeom prst="rect">
              <a:avLst/>
            </a:prstGeom>
            <a:solidFill>
              <a:srgbClr val="DCE8ED"/>
            </a:solidFill>
            <a:ln w="0">
              <a:noFill/>
              <a:prstDash val="solid"/>
            </a:ln>
          </p:spPr>
        </p:sp>
        <p:sp>
          <p:nvSpPr>
            <p:cNvPr id="2587" name="four:temporal-output:textbox:2587">
              <a:extLst>
                <a:ext uri="{FF2B5EF4-FFF2-40B4-BE49-F238E27FC236}">
                  <ns2:creationId id="{AE3E7B61-2510-42C4-8A08-27C748DF7697}"/>
                </a:ext>
              </a:extLst>
            </p:cNvPr>
            <p:cNvSpPr>
              <a:spLocks noGrp="1"/>
            </p:cNvSpPr>
            <p:nvPr/>
          </p:nvSpPr>
          <p:spPr>
            <a:xfrm>
              <a:off x="21950363" y="5743575"/>
              <a:ext cx="709613" cy="342900"/>
            </a:xfrm>
            <a:prstGeom prst="rect">
              <a:avLst/>
            </a:prstGeom>
            <a:noFill/>
            <a:ln w="0">
              <a:noFill/>
              <a:prstDash val="solid"/>
            </a:ln>
          </p:spPr>
          <p:txBody>
            <a:bodyPr wrap="none" lIns="0" tIns="0" rIns="0" bIns="0" anchor="ctr">
              <a:normAutofit fontScale="100000"/>
            </a:bodyPr>
            <a:lstStyle>
              <a:defPPr algn="ctr">
                <a:defRPr sz="1650" b="0">
                  <a:solidFill>
                    <a:srgbClr val="263238"/>
                  </a:solidFill>
                  <a:latin typeface="Arial"/>
                  <a:ea typeface="Arial"/>
                  <a:cs typeface="Arial"/>
                </a:defRPr>
              </a:defPPr>
            </a:lstStyle>
            <a:p>
              <a:pPr algn="ctr">
                <a:defRPr sz="1650" b="0">
                  <a:solidFill>
                    <a:srgbClr val="263238"/>
                  </a:solidFill>
                  <a:latin typeface="Arial"/>
                  <a:ea typeface="Arial"/>
                  <a:cs typeface="Arial"/>
                </a:defRPr>
              </a:pPr>
              <a:r>
                <a:rPr sz="1650" b="0">
                  <a:solidFill>
                    <a:srgbClr val="263238"/>
                  </a:solidFill>
                  <a:latin typeface="Arial"/>
                  <a:ea typeface="Arial"/>
                  <a:cs typeface="Arial"/>
                </a:rPr>
                <a:t>tᵦ</a:t>
              </a:r>
            </a:p>
          </p:txBody>
        </p:sp>
        <p:sp>
          <p:nvSpPr>
            <p:cNvPr id="2588" name="four:temporal-output:rotated-tᵦ-cell-0:2588">
              <a:extLst>
                <a:ext uri="{FF2B5EF4-FFF2-40B4-BE49-F238E27FC236}">
                  <ns2:creationId id="{0E6FFBE7-0130-45F9-AD90-4C8444EF0DB3}"/>
                </a:ext>
              </a:extLst>
            </p:cNvPr>
            <p:cNvSpPr>
              <a:spLocks noGrp="1"/>
            </p:cNvSpPr>
            <p:nvPr/>
          </p:nvSpPr>
          <p:spPr>
            <a:xfrm>
              <a:off x="21950363" y="7156847"/>
              <a:ext cx="709613" cy="5953"/>
            </a:xfrm>
            <a:prstGeom prst="rect">
              <a:avLst/>
            </a:prstGeom>
            <a:solidFill>
              <a:srgbClr val="DCE8ED"/>
            </a:solidFill>
            <a:ln w="0">
              <a:noFill/>
              <a:prstDash val="solid"/>
            </a:ln>
          </p:spPr>
        </p:sp>
        <p:sp>
          <p:nvSpPr>
            <p:cNvPr id="2589" name="four:temporal-output:rotated-tᵦ-cell-1:2589">
              <a:extLst>
                <a:ext uri="{FF2B5EF4-FFF2-40B4-BE49-F238E27FC236}">
                  <ns2:creationId id="{787319F8-3D10-4241-9BC3-6E7D86B75023}"/>
                </a:ext>
              </a:extLst>
            </p:cNvPr>
            <p:cNvSpPr>
              <a:spLocks noGrp="1"/>
            </p:cNvSpPr>
            <p:nvPr/>
          </p:nvSpPr>
          <p:spPr>
            <a:xfrm>
              <a:off x="21950363" y="7150894"/>
              <a:ext cx="709613" cy="5953"/>
            </a:xfrm>
            <a:prstGeom prst="rect">
              <a:avLst/>
            </a:prstGeom>
            <a:solidFill>
              <a:srgbClr val="DCE8ED"/>
            </a:solidFill>
            <a:ln w="0">
              <a:noFill/>
              <a:prstDash val="solid"/>
            </a:ln>
          </p:spPr>
        </p:sp>
        <p:sp>
          <p:nvSpPr>
            <p:cNvPr id="2590" name="four:temporal-output:rotated-tᵦ-cell-2:2590">
              <a:extLst>
                <a:ext uri="{FF2B5EF4-FFF2-40B4-BE49-F238E27FC236}">
                  <ns2:creationId id="{F8C91C9D-92A0-4F4E-AA82-ADEC8F6E6167}"/>
                </a:ext>
              </a:extLst>
            </p:cNvPr>
            <p:cNvSpPr>
              <a:spLocks noGrp="1"/>
            </p:cNvSpPr>
            <p:nvPr/>
          </p:nvSpPr>
          <p:spPr>
            <a:xfrm>
              <a:off x="21950363" y="7144941"/>
              <a:ext cx="709613" cy="5953"/>
            </a:xfrm>
            <a:prstGeom prst="rect">
              <a:avLst/>
            </a:prstGeom>
            <a:solidFill>
              <a:srgbClr val="5AA2CA"/>
            </a:solidFill>
            <a:ln w="0">
              <a:noFill/>
              <a:prstDash val="solid"/>
            </a:ln>
          </p:spPr>
        </p:sp>
        <p:sp>
          <p:nvSpPr>
            <p:cNvPr id="2591" name="four:temporal-output:rotated-tᵦ-cell-3:2591">
              <a:extLst>
                <a:ext uri="{FF2B5EF4-FFF2-40B4-BE49-F238E27FC236}">
                  <ns2:creationId id="{C29F2599-42F6-4403-ABD4-80B8A16267DB}"/>
                </a:ext>
              </a:extLst>
            </p:cNvPr>
            <p:cNvSpPr>
              <a:spLocks noGrp="1"/>
            </p:cNvSpPr>
            <p:nvPr/>
          </p:nvSpPr>
          <p:spPr>
            <a:xfrm>
              <a:off x="21950363" y="7138988"/>
              <a:ext cx="709613" cy="5953"/>
            </a:xfrm>
            <a:prstGeom prst="rect">
              <a:avLst/>
            </a:prstGeom>
            <a:solidFill>
              <a:srgbClr val="0072B2"/>
            </a:solidFill>
            <a:ln w="0">
              <a:noFill/>
              <a:prstDash val="solid"/>
            </a:ln>
          </p:spPr>
        </p:sp>
        <p:sp>
          <p:nvSpPr>
            <p:cNvPr id="2592" name="four:temporal-output:rotated-tᵦ-cell-4:2592">
              <a:extLst>
                <a:ext uri="{FF2B5EF4-FFF2-40B4-BE49-F238E27FC236}">
                  <ns2:creationId id="{C8238AA6-446B-4935-8222-5CAB32461FB0}"/>
                </a:ext>
              </a:extLst>
            </p:cNvPr>
            <p:cNvSpPr>
              <a:spLocks noGrp="1"/>
            </p:cNvSpPr>
            <p:nvPr/>
          </p:nvSpPr>
          <p:spPr>
            <a:xfrm>
              <a:off x="21950363" y="7133034"/>
              <a:ext cx="709613" cy="5953"/>
            </a:xfrm>
            <a:prstGeom prst="rect">
              <a:avLst/>
            </a:prstGeom>
            <a:solidFill>
              <a:srgbClr val="0072B2"/>
            </a:solidFill>
            <a:ln w="0">
              <a:noFill/>
              <a:prstDash val="solid"/>
            </a:ln>
          </p:spPr>
        </p:sp>
        <p:sp>
          <p:nvSpPr>
            <p:cNvPr id="2593" name="four:temporal-output:rotated-tᵦ-cell-5:2593">
              <a:extLst>
                <a:ext uri="{FF2B5EF4-FFF2-40B4-BE49-F238E27FC236}">
                  <ns2:creationId id="{45234184-3D3E-4C43-A6BC-6E687A585950}"/>
                </a:ext>
              </a:extLst>
            </p:cNvPr>
            <p:cNvSpPr>
              <a:spLocks noGrp="1"/>
            </p:cNvSpPr>
            <p:nvPr/>
          </p:nvSpPr>
          <p:spPr>
            <a:xfrm>
              <a:off x="21950363" y="7127081"/>
              <a:ext cx="709613" cy="5953"/>
            </a:xfrm>
            <a:prstGeom prst="rect">
              <a:avLst/>
            </a:prstGeom>
            <a:solidFill>
              <a:srgbClr val="0072B2"/>
            </a:solidFill>
            <a:ln w="0">
              <a:noFill/>
              <a:prstDash val="solid"/>
            </a:ln>
          </p:spPr>
        </p:sp>
        <p:sp>
          <p:nvSpPr>
            <p:cNvPr id="2594" name="four:temporal-output:rotated-tᵦ-cell-6:2594">
              <a:extLst>
                <a:ext uri="{FF2B5EF4-FFF2-40B4-BE49-F238E27FC236}">
                  <ns2:creationId id="{B853BD29-79E9-4E5C-9D50-C1A0FEDCBE9A}"/>
                </a:ext>
              </a:extLst>
            </p:cNvPr>
            <p:cNvSpPr>
              <a:spLocks noGrp="1"/>
            </p:cNvSpPr>
            <p:nvPr/>
          </p:nvSpPr>
          <p:spPr>
            <a:xfrm>
              <a:off x="21950363" y="7121128"/>
              <a:ext cx="709613" cy="5953"/>
            </a:xfrm>
            <a:prstGeom prst="rect">
              <a:avLst/>
            </a:prstGeom>
            <a:solidFill>
              <a:srgbClr val="0072B2"/>
            </a:solidFill>
            <a:ln w="0">
              <a:noFill/>
              <a:prstDash val="solid"/>
            </a:ln>
          </p:spPr>
        </p:sp>
        <p:sp>
          <p:nvSpPr>
            <p:cNvPr id="2595" name="four:temporal-output:rotated-tᵦ-cell-7:2595">
              <a:extLst>
                <a:ext uri="{FF2B5EF4-FFF2-40B4-BE49-F238E27FC236}">
                  <ns2:creationId id="{45F719BB-6E8B-4455-A306-4676A6E1E028}"/>
                </a:ext>
              </a:extLst>
            </p:cNvPr>
            <p:cNvSpPr>
              <a:spLocks noGrp="1"/>
            </p:cNvSpPr>
            <p:nvPr/>
          </p:nvSpPr>
          <p:spPr>
            <a:xfrm>
              <a:off x="21950363" y="7115175"/>
              <a:ext cx="709613" cy="5953"/>
            </a:xfrm>
            <a:prstGeom prst="rect">
              <a:avLst/>
            </a:prstGeom>
            <a:solidFill>
              <a:srgbClr val="0072B2"/>
            </a:solidFill>
            <a:ln w="0">
              <a:noFill/>
              <a:prstDash val="solid"/>
            </a:ln>
          </p:spPr>
        </p:sp>
        <p:sp>
          <p:nvSpPr>
            <p:cNvPr id="2596" name="four:temporal-output:rotated-tᵦ-cell-8:2596">
              <a:extLst>
                <a:ext uri="{FF2B5EF4-FFF2-40B4-BE49-F238E27FC236}">
                  <ns2:creationId id="{84B8B576-1849-4F2C-9D73-FFF9714D0EE1}"/>
                </a:ext>
              </a:extLst>
            </p:cNvPr>
            <p:cNvSpPr>
              <a:spLocks noGrp="1"/>
            </p:cNvSpPr>
            <p:nvPr/>
          </p:nvSpPr>
          <p:spPr>
            <a:xfrm>
              <a:off x="21950363" y="7109222"/>
              <a:ext cx="709613" cy="5953"/>
            </a:xfrm>
            <a:prstGeom prst="rect">
              <a:avLst/>
            </a:prstGeom>
            <a:solidFill>
              <a:srgbClr val="0072B2"/>
            </a:solidFill>
            <a:ln w="0">
              <a:noFill/>
              <a:prstDash val="solid"/>
            </a:ln>
          </p:spPr>
        </p:sp>
        <p:sp>
          <p:nvSpPr>
            <p:cNvPr id="2597" name="four:temporal-output:rotated-tᵦ-cell-9:2597">
              <a:extLst>
                <a:ext uri="{FF2B5EF4-FFF2-40B4-BE49-F238E27FC236}">
                  <ns2:creationId id="{79C27C48-6EB9-4CCC-8205-F9AD58B9704D}"/>
                </a:ext>
              </a:extLst>
            </p:cNvPr>
            <p:cNvSpPr>
              <a:spLocks noGrp="1"/>
            </p:cNvSpPr>
            <p:nvPr/>
          </p:nvSpPr>
          <p:spPr>
            <a:xfrm>
              <a:off x="21950363" y="7103269"/>
              <a:ext cx="709613" cy="5953"/>
            </a:xfrm>
            <a:prstGeom prst="rect">
              <a:avLst/>
            </a:prstGeom>
            <a:solidFill>
              <a:srgbClr val="0072B2"/>
            </a:solidFill>
            <a:ln w="0">
              <a:noFill/>
              <a:prstDash val="solid"/>
            </a:ln>
          </p:spPr>
        </p:sp>
        <p:sp>
          <p:nvSpPr>
            <p:cNvPr id="2598" name="four:temporal-output:rotated-tᵦ-cell-10:2598">
              <a:extLst>
                <a:ext uri="{FF2B5EF4-FFF2-40B4-BE49-F238E27FC236}">
                  <ns2:creationId id="{633C3C3D-7108-49B2-912B-2E1A807D8B04}"/>
                </a:ext>
              </a:extLst>
            </p:cNvPr>
            <p:cNvSpPr>
              <a:spLocks noGrp="1"/>
            </p:cNvSpPr>
            <p:nvPr/>
          </p:nvSpPr>
          <p:spPr>
            <a:xfrm>
              <a:off x="21950363" y="7097316"/>
              <a:ext cx="709613" cy="5953"/>
            </a:xfrm>
            <a:prstGeom prst="rect">
              <a:avLst/>
            </a:prstGeom>
            <a:solidFill>
              <a:srgbClr val="0072B2"/>
            </a:solidFill>
            <a:ln w="0">
              <a:noFill/>
              <a:prstDash val="solid"/>
            </a:ln>
          </p:spPr>
        </p:sp>
        <p:sp>
          <p:nvSpPr>
            <p:cNvPr id="2599" name="four:temporal-output:rotated-tᵦ-cell-11:2599">
              <a:extLst>
                <a:ext uri="{FF2B5EF4-FFF2-40B4-BE49-F238E27FC236}">
                  <ns2:creationId id="{3EB89938-D2FF-4AAA-A936-B0FE5BCA10EE}"/>
                </a:ext>
              </a:extLst>
            </p:cNvPr>
            <p:cNvSpPr>
              <a:spLocks noGrp="1"/>
            </p:cNvSpPr>
            <p:nvPr/>
          </p:nvSpPr>
          <p:spPr>
            <a:xfrm>
              <a:off x="21950363" y="7091363"/>
              <a:ext cx="709613" cy="5953"/>
            </a:xfrm>
            <a:prstGeom prst="rect">
              <a:avLst/>
            </a:prstGeom>
            <a:solidFill>
              <a:srgbClr val="0072B2"/>
            </a:solidFill>
            <a:ln w="0">
              <a:noFill/>
              <a:prstDash val="solid"/>
            </a:ln>
          </p:spPr>
        </p:sp>
        <p:sp>
          <p:nvSpPr>
            <p:cNvPr id="2600" name="four:temporal-output:rotated-tᵦ-cell-12:2600">
              <a:extLst>
                <a:ext uri="{FF2B5EF4-FFF2-40B4-BE49-F238E27FC236}">
                  <ns2:creationId id="{B6C031D9-D249-41C6-96F4-D0F3C06CFAA1}"/>
                </a:ext>
              </a:extLst>
            </p:cNvPr>
            <p:cNvSpPr>
              <a:spLocks noGrp="1"/>
            </p:cNvSpPr>
            <p:nvPr/>
          </p:nvSpPr>
          <p:spPr>
            <a:xfrm>
              <a:off x="21950363" y="7085409"/>
              <a:ext cx="709613" cy="5953"/>
            </a:xfrm>
            <a:prstGeom prst="rect">
              <a:avLst/>
            </a:prstGeom>
            <a:solidFill>
              <a:srgbClr val="0072B2"/>
            </a:solidFill>
            <a:ln w="0">
              <a:noFill/>
              <a:prstDash val="solid"/>
            </a:ln>
          </p:spPr>
        </p:sp>
        <p:sp>
          <p:nvSpPr>
            <p:cNvPr id="2601" name="four:temporal-output:rotated-tᵦ-cell-13:2601">
              <a:extLst>
                <a:ext uri="{FF2B5EF4-FFF2-40B4-BE49-F238E27FC236}">
                  <ns2:creationId id="{B75BB04B-2CFE-424D-AC70-DB12D31BCC89}"/>
                </a:ext>
              </a:extLst>
            </p:cNvPr>
            <p:cNvSpPr>
              <a:spLocks noGrp="1"/>
            </p:cNvSpPr>
            <p:nvPr/>
          </p:nvSpPr>
          <p:spPr>
            <a:xfrm>
              <a:off x="21950363" y="7079456"/>
              <a:ext cx="709613" cy="5953"/>
            </a:xfrm>
            <a:prstGeom prst="rect">
              <a:avLst/>
            </a:prstGeom>
            <a:solidFill>
              <a:srgbClr val="0072B2"/>
            </a:solidFill>
            <a:ln w="0">
              <a:noFill/>
              <a:prstDash val="solid"/>
            </a:ln>
          </p:spPr>
        </p:sp>
        <p:sp>
          <p:nvSpPr>
            <p:cNvPr id="2602" name="four:temporal-output:rotated-tᵦ-cell-14:2602">
              <a:extLst>
                <a:ext uri="{FF2B5EF4-FFF2-40B4-BE49-F238E27FC236}">
                  <ns2:creationId id="{FC15F9C0-6D03-45EC-B846-D4CDE75CB2C7}"/>
                </a:ext>
              </a:extLst>
            </p:cNvPr>
            <p:cNvSpPr>
              <a:spLocks noGrp="1"/>
            </p:cNvSpPr>
            <p:nvPr/>
          </p:nvSpPr>
          <p:spPr>
            <a:xfrm>
              <a:off x="21950363" y="7073503"/>
              <a:ext cx="709613" cy="5953"/>
            </a:xfrm>
            <a:prstGeom prst="rect">
              <a:avLst/>
            </a:prstGeom>
            <a:solidFill>
              <a:srgbClr val="0072B2"/>
            </a:solidFill>
            <a:ln w="0">
              <a:noFill/>
              <a:prstDash val="solid"/>
            </a:ln>
          </p:spPr>
        </p:sp>
        <p:sp>
          <p:nvSpPr>
            <p:cNvPr id="2603" name="four:temporal-output:rotated-tᵦ-cell-15:2603">
              <a:extLst>
                <a:ext uri="{FF2B5EF4-FFF2-40B4-BE49-F238E27FC236}">
                  <ns2:creationId id="{628A4BFE-6662-4AB6-B316-2EB22CC4C66E}"/>
                </a:ext>
              </a:extLst>
            </p:cNvPr>
            <p:cNvSpPr>
              <a:spLocks noGrp="1"/>
            </p:cNvSpPr>
            <p:nvPr/>
          </p:nvSpPr>
          <p:spPr>
            <a:xfrm>
              <a:off x="21950363" y="7067550"/>
              <a:ext cx="709613" cy="5953"/>
            </a:xfrm>
            <a:prstGeom prst="rect">
              <a:avLst/>
            </a:prstGeom>
            <a:solidFill>
              <a:srgbClr val="0072B2"/>
            </a:solidFill>
            <a:ln w="0">
              <a:noFill/>
              <a:prstDash val="solid"/>
            </a:ln>
          </p:spPr>
        </p:sp>
        <p:sp>
          <p:nvSpPr>
            <p:cNvPr id="2604" name="four:temporal-output:rotated-tᵦ-cell-16:2604">
              <a:extLst>
                <a:ext uri="{FF2B5EF4-FFF2-40B4-BE49-F238E27FC236}">
                  <ns2:creationId id="{376CA17C-B0C6-4A3E-84F7-C392B18E6AA9}"/>
                </a:ext>
              </a:extLst>
            </p:cNvPr>
            <p:cNvSpPr>
              <a:spLocks noGrp="1"/>
            </p:cNvSpPr>
            <p:nvPr/>
          </p:nvSpPr>
          <p:spPr>
            <a:xfrm>
              <a:off x="21950363" y="7061597"/>
              <a:ext cx="709613" cy="5953"/>
            </a:xfrm>
            <a:prstGeom prst="rect">
              <a:avLst/>
            </a:prstGeom>
            <a:solidFill>
              <a:srgbClr val="0072B2"/>
            </a:solidFill>
            <a:ln w="0">
              <a:noFill/>
              <a:prstDash val="solid"/>
            </a:ln>
          </p:spPr>
        </p:sp>
        <p:sp>
          <p:nvSpPr>
            <p:cNvPr id="2605" name="four:temporal-output:rotated-tᵦ-cell-17:2605">
              <a:extLst>
                <a:ext uri="{FF2B5EF4-FFF2-40B4-BE49-F238E27FC236}">
                  <ns2:creationId id="{D3CB257D-E1D9-49BD-ADA0-8A5B59AC77C6}"/>
                </a:ext>
              </a:extLst>
            </p:cNvPr>
            <p:cNvSpPr>
              <a:spLocks noGrp="1"/>
            </p:cNvSpPr>
            <p:nvPr/>
          </p:nvSpPr>
          <p:spPr>
            <a:xfrm>
              <a:off x="21950363" y="7055644"/>
              <a:ext cx="709613" cy="5953"/>
            </a:xfrm>
            <a:prstGeom prst="rect">
              <a:avLst/>
            </a:prstGeom>
            <a:solidFill>
              <a:srgbClr val="0072B2"/>
            </a:solidFill>
            <a:ln w="0">
              <a:noFill/>
              <a:prstDash val="solid"/>
            </a:ln>
          </p:spPr>
        </p:sp>
        <p:sp>
          <p:nvSpPr>
            <p:cNvPr id="2606" name="four:temporal-output:rotated-tᵦ-cell-18:2606">
              <a:extLst>
                <a:ext uri="{FF2B5EF4-FFF2-40B4-BE49-F238E27FC236}">
                  <ns2:creationId id="{98098E4A-B442-4CDB-BC5C-39C49F53D69F}"/>
                </a:ext>
              </a:extLst>
            </p:cNvPr>
            <p:cNvSpPr>
              <a:spLocks noGrp="1"/>
            </p:cNvSpPr>
            <p:nvPr/>
          </p:nvSpPr>
          <p:spPr>
            <a:xfrm>
              <a:off x="21950363" y="7049691"/>
              <a:ext cx="709613" cy="5953"/>
            </a:xfrm>
            <a:prstGeom prst="rect">
              <a:avLst/>
            </a:prstGeom>
            <a:solidFill>
              <a:srgbClr val="0072B2"/>
            </a:solidFill>
            <a:ln w="0">
              <a:noFill/>
              <a:prstDash val="solid"/>
            </a:ln>
          </p:spPr>
        </p:sp>
        <p:sp>
          <p:nvSpPr>
            <p:cNvPr id="2607" name="four:temporal-output:rotated-tᵦ-cell-19:2607">
              <a:extLst>
                <a:ext uri="{FF2B5EF4-FFF2-40B4-BE49-F238E27FC236}">
                  <ns2:creationId id="{DA877BBA-A24A-416E-A667-E031210EE03D}"/>
                </a:ext>
              </a:extLst>
            </p:cNvPr>
            <p:cNvSpPr>
              <a:spLocks noGrp="1"/>
            </p:cNvSpPr>
            <p:nvPr/>
          </p:nvSpPr>
          <p:spPr>
            <a:xfrm>
              <a:off x="21950363" y="7043738"/>
              <a:ext cx="709613" cy="5953"/>
            </a:xfrm>
            <a:prstGeom prst="rect">
              <a:avLst/>
            </a:prstGeom>
            <a:solidFill>
              <a:srgbClr val="0072B2"/>
            </a:solidFill>
            <a:ln w="0">
              <a:noFill/>
              <a:prstDash val="solid"/>
            </a:ln>
          </p:spPr>
        </p:sp>
        <p:sp>
          <p:nvSpPr>
            <p:cNvPr id="2608" name="four:temporal-output:rotated-tᵦ-cell-20:2608">
              <a:extLst>
                <a:ext uri="{FF2B5EF4-FFF2-40B4-BE49-F238E27FC236}">
                  <ns2:creationId id="{47CDE01B-D220-4942-A067-91C0DB70135C}"/>
                </a:ext>
              </a:extLst>
            </p:cNvPr>
            <p:cNvSpPr>
              <a:spLocks noGrp="1"/>
            </p:cNvSpPr>
            <p:nvPr/>
          </p:nvSpPr>
          <p:spPr>
            <a:xfrm>
              <a:off x="21950363" y="7037784"/>
              <a:ext cx="709613" cy="5953"/>
            </a:xfrm>
            <a:prstGeom prst="rect">
              <a:avLst/>
            </a:prstGeom>
            <a:solidFill>
              <a:srgbClr val="0072B2"/>
            </a:solidFill>
            <a:ln w="0">
              <a:noFill/>
              <a:prstDash val="solid"/>
            </a:ln>
          </p:spPr>
        </p:sp>
        <p:sp>
          <p:nvSpPr>
            <p:cNvPr id="2609" name="four:temporal-output:rotated-tᵦ-cell-21:2609">
              <a:extLst>
                <a:ext uri="{FF2B5EF4-FFF2-40B4-BE49-F238E27FC236}">
                  <ns2:creationId id="{4172AF28-3F43-4CB7-A9EE-DDCA4E5EF424}"/>
                </a:ext>
              </a:extLst>
            </p:cNvPr>
            <p:cNvSpPr>
              <a:spLocks noGrp="1"/>
            </p:cNvSpPr>
            <p:nvPr/>
          </p:nvSpPr>
          <p:spPr>
            <a:xfrm>
              <a:off x="21950363" y="7031831"/>
              <a:ext cx="709613" cy="5953"/>
            </a:xfrm>
            <a:prstGeom prst="rect">
              <a:avLst/>
            </a:prstGeom>
            <a:solidFill>
              <a:srgbClr val="0072B2"/>
            </a:solidFill>
            <a:ln w="0">
              <a:noFill/>
              <a:prstDash val="solid"/>
            </a:ln>
          </p:spPr>
        </p:sp>
        <p:sp>
          <p:nvSpPr>
            <p:cNvPr id="2610" name="four:temporal-output:rotated-tᵦ-cell-22:2610">
              <a:extLst>
                <a:ext uri="{FF2B5EF4-FFF2-40B4-BE49-F238E27FC236}">
                  <ns2:creationId id="{D9A79703-4AF7-40D5-A760-B7306F74AA57}"/>
                </a:ext>
              </a:extLst>
            </p:cNvPr>
            <p:cNvSpPr>
              <a:spLocks noGrp="1"/>
            </p:cNvSpPr>
            <p:nvPr/>
          </p:nvSpPr>
          <p:spPr>
            <a:xfrm>
              <a:off x="21950363" y="7025878"/>
              <a:ext cx="709613" cy="5953"/>
            </a:xfrm>
            <a:prstGeom prst="rect">
              <a:avLst/>
            </a:prstGeom>
            <a:solidFill>
              <a:srgbClr val="0072B2"/>
            </a:solidFill>
            <a:ln w="0">
              <a:noFill/>
              <a:prstDash val="solid"/>
            </a:ln>
          </p:spPr>
        </p:sp>
        <p:sp>
          <p:nvSpPr>
            <p:cNvPr id="2611" name="four:temporal-output:rotated-tᵦ-cell-23:2611">
              <a:extLst>
                <a:ext uri="{FF2B5EF4-FFF2-40B4-BE49-F238E27FC236}">
                  <ns2:creationId id="{2E81BA93-1B55-4114-AAAE-978ED503B3ED}"/>
                </a:ext>
              </a:extLst>
            </p:cNvPr>
            <p:cNvSpPr>
              <a:spLocks noGrp="1"/>
            </p:cNvSpPr>
            <p:nvPr/>
          </p:nvSpPr>
          <p:spPr>
            <a:xfrm>
              <a:off x="21950363" y="7019925"/>
              <a:ext cx="709613" cy="5953"/>
            </a:xfrm>
            <a:prstGeom prst="rect">
              <a:avLst/>
            </a:prstGeom>
            <a:solidFill>
              <a:srgbClr val="0977B4"/>
            </a:solidFill>
            <a:ln w="0">
              <a:noFill/>
              <a:prstDash val="solid"/>
            </a:ln>
          </p:spPr>
        </p:sp>
        <p:sp>
          <p:nvSpPr>
            <p:cNvPr id="2612" name="four:temporal-output:rotated-tᵦ-cell-24:2612">
              <a:extLst>
                <a:ext uri="{FF2B5EF4-FFF2-40B4-BE49-F238E27FC236}">
                  <ns2:creationId id="{C850E3A1-6FA5-4521-AF4A-00B4D11B87B2}"/>
                </a:ext>
              </a:extLst>
            </p:cNvPr>
            <p:cNvSpPr>
              <a:spLocks noGrp="1"/>
            </p:cNvSpPr>
            <p:nvPr/>
          </p:nvSpPr>
          <p:spPr>
            <a:xfrm>
              <a:off x="21950363" y="7013972"/>
              <a:ext cx="709613" cy="5953"/>
            </a:xfrm>
            <a:prstGeom prst="rect">
              <a:avLst/>
            </a:prstGeom>
            <a:solidFill>
              <a:srgbClr val="2385BB"/>
            </a:solidFill>
            <a:ln w="0">
              <a:noFill/>
              <a:prstDash val="solid"/>
            </a:ln>
          </p:spPr>
        </p:sp>
        <p:sp>
          <p:nvSpPr>
            <p:cNvPr id="2613" name="four:temporal-output:rotated-tᵦ-cell-25:2613">
              <a:extLst>
                <a:ext uri="{FF2B5EF4-FFF2-40B4-BE49-F238E27FC236}">
                  <ns2:creationId id="{1C91E34F-4FC0-40DE-A552-A8B4059CD8E1}"/>
                </a:ext>
              </a:extLst>
            </p:cNvPr>
            <p:cNvSpPr>
              <a:spLocks noGrp="1"/>
            </p:cNvSpPr>
            <p:nvPr/>
          </p:nvSpPr>
          <p:spPr>
            <a:xfrm>
              <a:off x="21950363" y="7008019"/>
              <a:ext cx="709613" cy="5953"/>
            </a:xfrm>
            <a:prstGeom prst="rect">
              <a:avLst/>
            </a:prstGeom>
            <a:solidFill>
              <a:srgbClr val="4899C5"/>
            </a:solidFill>
            <a:ln w="0">
              <a:noFill/>
              <a:prstDash val="solid"/>
            </a:ln>
          </p:spPr>
        </p:sp>
        <p:sp>
          <p:nvSpPr>
            <p:cNvPr id="2614" name="four:temporal-output:rotated-tᵦ-cell-26:2614">
              <a:extLst>
                <a:ext uri="{FF2B5EF4-FFF2-40B4-BE49-F238E27FC236}">
                  <ns2:creationId id="{107069F1-D7B0-42E2-96C2-1BF5B4596F10}"/>
                </a:ext>
              </a:extLst>
            </p:cNvPr>
            <p:cNvSpPr>
              <a:spLocks noGrp="1"/>
            </p:cNvSpPr>
            <p:nvPr/>
          </p:nvSpPr>
          <p:spPr>
            <a:xfrm>
              <a:off x="21950363" y="7002066"/>
              <a:ext cx="709613" cy="5953"/>
            </a:xfrm>
            <a:prstGeom prst="rect">
              <a:avLst/>
            </a:prstGeom>
            <a:solidFill>
              <a:srgbClr val="72AFD1"/>
            </a:solidFill>
            <a:ln w="0">
              <a:noFill/>
              <a:prstDash val="solid"/>
            </a:ln>
          </p:spPr>
        </p:sp>
        <p:sp>
          <p:nvSpPr>
            <p:cNvPr id="2615" name="four:temporal-output:rotated-tᵦ-cell-27:2615">
              <a:extLst>
                <a:ext uri="{FF2B5EF4-FFF2-40B4-BE49-F238E27FC236}">
                  <ns2:creationId id="{98F2A0A9-026A-44DE-A5C6-7D154ADD0C40}"/>
                </a:ext>
              </a:extLst>
            </p:cNvPr>
            <p:cNvSpPr>
              <a:spLocks noGrp="1"/>
            </p:cNvSpPr>
            <p:nvPr/>
          </p:nvSpPr>
          <p:spPr>
            <a:xfrm>
              <a:off x="21950363" y="6996113"/>
              <a:ext cx="709613" cy="5953"/>
            </a:xfrm>
            <a:prstGeom prst="rect">
              <a:avLst/>
            </a:prstGeom>
            <a:solidFill>
              <a:srgbClr val="9CC5DC"/>
            </a:solidFill>
            <a:ln w="0">
              <a:noFill/>
              <a:prstDash val="solid"/>
            </a:ln>
          </p:spPr>
        </p:sp>
        <p:sp>
          <p:nvSpPr>
            <p:cNvPr id="2616" name="four:temporal-output:rotated-tᵦ-cell-28:2616">
              <a:extLst>
                <a:ext uri="{FF2B5EF4-FFF2-40B4-BE49-F238E27FC236}">
                  <ns2:creationId id="{3A50E235-659A-4278-8AEE-3C21FD12BB71}"/>
                </a:ext>
              </a:extLst>
            </p:cNvPr>
            <p:cNvSpPr>
              <a:spLocks noGrp="1"/>
            </p:cNvSpPr>
            <p:nvPr/>
          </p:nvSpPr>
          <p:spPr>
            <a:xfrm>
              <a:off x="21950363" y="6990159"/>
              <a:ext cx="709613" cy="5953"/>
            </a:xfrm>
            <a:prstGeom prst="rect">
              <a:avLst/>
            </a:prstGeom>
            <a:solidFill>
              <a:srgbClr val="C9DBE4"/>
            </a:solidFill>
            <a:ln w="0">
              <a:noFill/>
              <a:prstDash val="solid"/>
            </a:ln>
          </p:spPr>
        </p:sp>
        <p:sp>
          <p:nvSpPr>
            <p:cNvPr id="2617" name="four:temporal-output:rotated-tᵦ-cell-29:2617">
              <a:extLst>
                <a:ext uri="{FF2B5EF4-FFF2-40B4-BE49-F238E27FC236}">
                  <ns2:creationId id="{DEF9A7E8-F5EC-4596-BA4A-98563518738E}"/>
                </a:ext>
              </a:extLst>
            </p:cNvPr>
            <p:cNvSpPr>
              <a:spLocks noGrp="1"/>
            </p:cNvSpPr>
            <p:nvPr/>
          </p:nvSpPr>
          <p:spPr>
            <a:xfrm>
              <a:off x="21950363" y="6984206"/>
              <a:ext cx="709613" cy="5953"/>
            </a:xfrm>
            <a:prstGeom prst="rect">
              <a:avLst/>
            </a:prstGeom>
            <a:solidFill>
              <a:srgbClr val="D8E5EB"/>
            </a:solidFill>
            <a:ln w="0">
              <a:noFill/>
              <a:prstDash val="solid"/>
            </a:ln>
          </p:spPr>
        </p:sp>
        <p:sp>
          <p:nvSpPr>
            <p:cNvPr id="2618" name="four:temporal-output:rotated-tᵦ-cell-30:2618">
              <a:extLst>
                <a:ext uri="{FF2B5EF4-FFF2-40B4-BE49-F238E27FC236}">
                  <ns2:creationId id="{037FD688-E061-4D00-8E91-DA4B13DF93E8}"/>
                </a:ext>
              </a:extLst>
            </p:cNvPr>
            <p:cNvSpPr>
              <a:spLocks noGrp="1"/>
            </p:cNvSpPr>
            <p:nvPr/>
          </p:nvSpPr>
          <p:spPr>
            <a:xfrm>
              <a:off x="21950363" y="6978253"/>
              <a:ext cx="709613" cy="5953"/>
            </a:xfrm>
            <a:prstGeom prst="rect">
              <a:avLst/>
            </a:prstGeom>
            <a:solidFill>
              <a:srgbClr val="DCE8ED"/>
            </a:solidFill>
            <a:ln w="0">
              <a:noFill/>
              <a:prstDash val="solid"/>
            </a:ln>
          </p:spPr>
        </p:sp>
        <p:sp>
          <p:nvSpPr>
            <p:cNvPr id="2619" name="four:temporal-output:rotated-tᵦ-cell-31:2619">
              <a:extLst>
                <a:ext uri="{FF2B5EF4-FFF2-40B4-BE49-F238E27FC236}">
                  <ns2:creationId id="{9FD03202-473E-4B9A-AEDC-890CBC30E0C7}"/>
                </a:ext>
              </a:extLst>
            </p:cNvPr>
            <p:cNvSpPr>
              <a:spLocks noGrp="1"/>
            </p:cNvSpPr>
            <p:nvPr/>
          </p:nvSpPr>
          <p:spPr>
            <a:xfrm>
              <a:off x="21950363" y="6972300"/>
              <a:ext cx="709613" cy="5953"/>
            </a:xfrm>
            <a:prstGeom prst="rect">
              <a:avLst/>
            </a:prstGeom>
            <a:solidFill>
              <a:srgbClr val="DCE8ED"/>
            </a:solidFill>
            <a:ln w="0">
              <a:noFill/>
              <a:prstDash val="solid"/>
            </a:ln>
          </p:spPr>
        </p:sp>
        <p:sp>
          <p:nvSpPr>
            <p:cNvPr id="2620" name="four:temporal-output:rotated-tᵦ-cell-32:2620">
              <a:extLst>
                <a:ext uri="{FF2B5EF4-FFF2-40B4-BE49-F238E27FC236}">
                  <ns2:creationId id="{055111F5-3297-4EC8-A5E3-0B65C4241575}"/>
                </a:ext>
              </a:extLst>
            </p:cNvPr>
            <p:cNvSpPr>
              <a:spLocks noGrp="1"/>
            </p:cNvSpPr>
            <p:nvPr/>
          </p:nvSpPr>
          <p:spPr>
            <a:xfrm>
              <a:off x="21950363" y="6966347"/>
              <a:ext cx="709613" cy="5953"/>
            </a:xfrm>
            <a:prstGeom prst="rect">
              <a:avLst/>
            </a:prstGeom>
            <a:solidFill>
              <a:srgbClr val="DCE8ED"/>
            </a:solidFill>
            <a:ln w="0">
              <a:noFill/>
              <a:prstDash val="solid"/>
            </a:ln>
          </p:spPr>
        </p:sp>
        <p:sp>
          <p:nvSpPr>
            <p:cNvPr id="2621" name="four:temporal-output:rotated-tᵦ-cell-33:2621">
              <a:extLst>
                <a:ext uri="{FF2B5EF4-FFF2-40B4-BE49-F238E27FC236}">
                  <ns2:creationId id="{18B6A064-D224-4C91-B904-C82DDEBA8077}"/>
                </a:ext>
              </a:extLst>
            </p:cNvPr>
            <p:cNvSpPr>
              <a:spLocks noGrp="1"/>
            </p:cNvSpPr>
            <p:nvPr/>
          </p:nvSpPr>
          <p:spPr>
            <a:xfrm>
              <a:off x="21950363" y="6960394"/>
              <a:ext cx="709613" cy="5953"/>
            </a:xfrm>
            <a:prstGeom prst="rect">
              <a:avLst/>
            </a:prstGeom>
            <a:solidFill>
              <a:srgbClr val="DCE8ED"/>
            </a:solidFill>
            <a:ln w="0">
              <a:noFill/>
              <a:prstDash val="solid"/>
            </a:ln>
          </p:spPr>
        </p:sp>
        <p:sp>
          <p:nvSpPr>
            <p:cNvPr id="2622" name="four:temporal-output:rotated-tᵦ-cell-34:2622">
              <a:extLst>
                <a:ext uri="{FF2B5EF4-FFF2-40B4-BE49-F238E27FC236}">
                  <ns2:creationId id="{2211F4A8-48BD-48A6-B3E8-99FF8710478B}"/>
                </a:ext>
              </a:extLst>
            </p:cNvPr>
            <p:cNvSpPr>
              <a:spLocks noGrp="1"/>
            </p:cNvSpPr>
            <p:nvPr/>
          </p:nvSpPr>
          <p:spPr>
            <a:xfrm>
              <a:off x="21950363" y="6954441"/>
              <a:ext cx="709613" cy="5953"/>
            </a:xfrm>
            <a:prstGeom prst="rect">
              <a:avLst/>
            </a:prstGeom>
            <a:solidFill>
              <a:srgbClr val="DCE8ED"/>
            </a:solidFill>
            <a:ln w="0">
              <a:noFill/>
              <a:prstDash val="solid"/>
            </a:ln>
          </p:spPr>
        </p:sp>
        <p:sp>
          <p:nvSpPr>
            <p:cNvPr id="2623" name="four:temporal-output:rotated-tᵦ-cell-35:2623">
              <a:extLst>
                <a:ext uri="{FF2B5EF4-FFF2-40B4-BE49-F238E27FC236}">
                  <ns2:creationId id="{8E4A7066-775B-41B1-950E-D5DC325A77AC}"/>
                </a:ext>
              </a:extLst>
            </p:cNvPr>
            <p:cNvSpPr>
              <a:spLocks noGrp="1"/>
            </p:cNvSpPr>
            <p:nvPr/>
          </p:nvSpPr>
          <p:spPr>
            <a:xfrm>
              <a:off x="21950363" y="6948488"/>
              <a:ext cx="709613" cy="5953"/>
            </a:xfrm>
            <a:prstGeom prst="rect">
              <a:avLst/>
            </a:prstGeom>
            <a:solidFill>
              <a:srgbClr val="DCE8ED"/>
            </a:solidFill>
            <a:ln w="0">
              <a:noFill/>
              <a:prstDash val="solid"/>
            </a:ln>
          </p:spPr>
        </p:sp>
        <p:sp>
          <p:nvSpPr>
            <p:cNvPr id="2624" name="four:temporal-output:rotated-tᵦ-cell-36:2624">
              <a:extLst>
                <a:ext uri="{FF2B5EF4-FFF2-40B4-BE49-F238E27FC236}">
                  <ns2:creationId id="{71AD41A1-8239-47F4-B7A8-3A93F67C3AC7}"/>
                </a:ext>
              </a:extLst>
            </p:cNvPr>
            <p:cNvSpPr>
              <a:spLocks noGrp="1"/>
            </p:cNvSpPr>
            <p:nvPr/>
          </p:nvSpPr>
          <p:spPr>
            <a:xfrm>
              <a:off x="21950363" y="6942534"/>
              <a:ext cx="709613" cy="5953"/>
            </a:xfrm>
            <a:prstGeom prst="rect">
              <a:avLst/>
            </a:prstGeom>
            <a:solidFill>
              <a:srgbClr val="DCE8ED"/>
            </a:solidFill>
            <a:ln w="0">
              <a:noFill/>
              <a:prstDash val="solid"/>
            </a:ln>
          </p:spPr>
        </p:sp>
        <p:sp>
          <p:nvSpPr>
            <p:cNvPr id="2625" name="four:temporal-output:rotated-tᵦ-cell-37:2625">
              <a:extLst>
                <a:ext uri="{FF2B5EF4-FFF2-40B4-BE49-F238E27FC236}">
                  <ns2:creationId id="{7DC7519C-466C-4CBF-ADCC-90021591BC77}"/>
                </a:ext>
              </a:extLst>
            </p:cNvPr>
            <p:cNvSpPr>
              <a:spLocks noGrp="1"/>
            </p:cNvSpPr>
            <p:nvPr/>
          </p:nvSpPr>
          <p:spPr>
            <a:xfrm>
              <a:off x="21950363" y="6936581"/>
              <a:ext cx="709613" cy="5953"/>
            </a:xfrm>
            <a:prstGeom prst="rect">
              <a:avLst/>
            </a:prstGeom>
            <a:solidFill>
              <a:srgbClr val="DCE8ED"/>
            </a:solidFill>
            <a:ln w="0">
              <a:noFill/>
              <a:prstDash val="solid"/>
            </a:ln>
          </p:spPr>
        </p:sp>
        <p:sp>
          <p:nvSpPr>
            <p:cNvPr id="2626" name="four:temporal-output:rotated-tᵦ-cell-38:2626">
              <a:extLst>
                <a:ext uri="{FF2B5EF4-FFF2-40B4-BE49-F238E27FC236}">
                  <ns2:creationId id="{D86E3999-D166-460D-A8EA-C69362FD725D}"/>
                </a:ext>
              </a:extLst>
            </p:cNvPr>
            <p:cNvSpPr>
              <a:spLocks noGrp="1"/>
            </p:cNvSpPr>
            <p:nvPr/>
          </p:nvSpPr>
          <p:spPr>
            <a:xfrm>
              <a:off x="21950363" y="6930628"/>
              <a:ext cx="709613" cy="5953"/>
            </a:xfrm>
            <a:prstGeom prst="rect">
              <a:avLst/>
            </a:prstGeom>
            <a:solidFill>
              <a:srgbClr val="DCE8ED"/>
            </a:solidFill>
            <a:ln w="0">
              <a:noFill/>
              <a:prstDash val="solid"/>
            </a:ln>
          </p:spPr>
        </p:sp>
        <p:sp>
          <p:nvSpPr>
            <p:cNvPr id="2627" name="four:temporal-output:rotated-tᵦ-cell-39:2627">
              <a:extLst>
                <a:ext uri="{FF2B5EF4-FFF2-40B4-BE49-F238E27FC236}">
                  <ns2:creationId id="{4AF77CDA-D289-4640-8717-47848C69E072}"/>
                </a:ext>
              </a:extLst>
            </p:cNvPr>
            <p:cNvSpPr>
              <a:spLocks noGrp="1"/>
            </p:cNvSpPr>
            <p:nvPr/>
          </p:nvSpPr>
          <p:spPr>
            <a:xfrm>
              <a:off x="21950363" y="6924675"/>
              <a:ext cx="709613" cy="5953"/>
            </a:xfrm>
            <a:prstGeom prst="rect">
              <a:avLst/>
            </a:prstGeom>
            <a:solidFill>
              <a:srgbClr val="DCE8ED"/>
            </a:solidFill>
            <a:ln w="0">
              <a:noFill/>
              <a:prstDash val="solid"/>
            </a:ln>
          </p:spPr>
        </p:sp>
        <p:sp>
          <p:nvSpPr>
            <p:cNvPr id="2628" name="four:temporal-output:rotated-tᵦ-cell-40:2628">
              <a:extLst>
                <a:ext uri="{FF2B5EF4-FFF2-40B4-BE49-F238E27FC236}">
                  <ns2:creationId id="{EA382D5B-B2A8-4792-A744-491AC4384765}"/>
                </a:ext>
              </a:extLst>
            </p:cNvPr>
            <p:cNvSpPr>
              <a:spLocks noGrp="1"/>
            </p:cNvSpPr>
            <p:nvPr/>
          </p:nvSpPr>
          <p:spPr>
            <a:xfrm>
              <a:off x="21950363" y="6918722"/>
              <a:ext cx="709613" cy="5953"/>
            </a:xfrm>
            <a:prstGeom prst="rect">
              <a:avLst/>
            </a:prstGeom>
            <a:solidFill>
              <a:srgbClr val="DCE8ED"/>
            </a:solidFill>
            <a:ln w="0">
              <a:noFill/>
              <a:prstDash val="solid"/>
            </a:ln>
          </p:spPr>
        </p:sp>
        <p:sp>
          <p:nvSpPr>
            <p:cNvPr id="2629" name="four:temporal-output:rotated-tᵦ-cell-41:2629">
              <a:extLst>
                <a:ext uri="{FF2B5EF4-FFF2-40B4-BE49-F238E27FC236}">
                  <ns2:creationId id="{9963FABB-A3F3-4773-A0D2-3E7AD8AA99BE}"/>
                </a:ext>
              </a:extLst>
            </p:cNvPr>
            <p:cNvSpPr>
              <a:spLocks noGrp="1"/>
            </p:cNvSpPr>
            <p:nvPr/>
          </p:nvSpPr>
          <p:spPr>
            <a:xfrm>
              <a:off x="21950363" y="6912769"/>
              <a:ext cx="709613" cy="5953"/>
            </a:xfrm>
            <a:prstGeom prst="rect">
              <a:avLst/>
            </a:prstGeom>
            <a:solidFill>
              <a:srgbClr val="DCE8ED"/>
            </a:solidFill>
            <a:ln w="0">
              <a:noFill/>
              <a:prstDash val="solid"/>
            </a:ln>
          </p:spPr>
        </p:sp>
        <p:sp>
          <p:nvSpPr>
            <p:cNvPr id="2630" name="four:temporal-output:rotated-tᵦ-cell-42:2630">
              <a:extLst>
                <a:ext uri="{FF2B5EF4-FFF2-40B4-BE49-F238E27FC236}">
                  <ns2:creationId id="{420DA412-C27D-4893-B1F7-BC56C07915BD}"/>
                </a:ext>
              </a:extLst>
            </p:cNvPr>
            <p:cNvSpPr>
              <a:spLocks noGrp="1"/>
            </p:cNvSpPr>
            <p:nvPr/>
          </p:nvSpPr>
          <p:spPr>
            <a:xfrm>
              <a:off x="21950363" y="6906816"/>
              <a:ext cx="709613" cy="5953"/>
            </a:xfrm>
            <a:prstGeom prst="rect">
              <a:avLst/>
            </a:prstGeom>
            <a:solidFill>
              <a:srgbClr val="DCE8ED"/>
            </a:solidFill>
            <a:ln w="0">
              <a:noFill/>
              <a:prstDash val="solid"/>
            </a:ln>
          </p:spPr>
        </p:sp>
        <p:sp>
          <p:nvSpPr>
            <p:cNvPr id="2631" name="four:temporal-output:rotated-tᵦ-cell-43:2631">
              <a:extLst>
                <a:ext uri="{FF2B5EF4-FFF2-40B4-BE49-F238E27FC236}">
                  <ns2:creationId id="{92DC462E-F1C9-421A-BD14-BE48DAF46FDC}"/>
                </a:ext>
              </a:extLst>
            </p:cNvPr>
            <p:cNvSpPr>
              <a:spLocks noGrp="1"/>
            </p:cNvSpPr>
            <p:nvPr/>
          </p:nvSpPr>
          <p:spPr>
            <a:xfrm>
              <a:off x="21950363" y="6900863"/>
              <a:ext cx="709613" cy="5953"/>
            </a:xfrm>
            <a:prstGeom prst="rect">
              <a:avLst/>
            </a:prstGeom>
            <a:solidFill>
              <a:srgbClr val="DCE8ED"/>
            </a:solidFill>
            <a:ln w="0">
              <a:noFill/>
              <a:prstDash val="solid"/>
            </a:ln>
          </p:spPr>
        </p:sp>
        <p:sp>
          <p:nvSpPr>
            <p:cNvPr id="2632" name="four:temporal-output:rotated-tᵦ-cell-44:2632">
              <a:extLst>
                <a:ext uri="{FF2B5EF4-FFF2-40B4-BE49-F238E27FC236}">
                  <ns2:creationId id="{1F5062D6-46D5-4483-98D0-CF72EBDA1F17}"/>
                </a:ext>
              </a:extLst>
            </p:cNvPr>
            <p:cNvSpPr>
              <a:spLocks noGrp="1"/>
            </p:cNvSpPr>
            <p:nvPr/>
          </p:nvSpPr>
          <p:spPr>
            <a:xfrm>
              <a:off x="21950363" y="6894909"/>
              <a:ext cx="709613" cy="5953"/>
            </a:xfrm>
            <a:prstGeom prst="rect">
              <a:avLst/>
            </a:prstGeom>
            <a:solidFill>
              <a:srgbClr val="DCE8ED"/>
            </a:solidFill>
            <a:ln w="0">
              <a:noFill/>
              <a:prstDash val="solid"/>
            </a:ln>
          </p:spPr>
        </p:sp>
        <p:sp>
          <p:nvSpPr>
            <p:cNvPr id="2633" name="four:temporal-output:rotated-tᵦ-cell-45:2633">
              <a:extLst>
                <a:ext uri="{FF2B5EF4-FFF2-40B4-BE49-F238E27FC236}">
                  <ns2:creationId id="{212DE795-746D-44B0-B259-6812C28F65E3}"/>
                </a:ext>
              </a:extLst>
            </p:cNvPr>
            <p:cNvSpPr>
              <a:spLocks noGrp="1"/>
            </p:cNvSpPr>
            <p:nvPr/>
          </p:nvSpPr>
          <p:spPr>
            <a:xfrm>
              <a:off x="21950363" y="6888956"/>
              <a:ext cx="709613" cy="5953"/>
            </a:xfrm>
            <a:prstGeom prst="rect">
              <a:avLst/>
            </a:prstGeom>
            <a:solidFill>
              <a:srgbClr val="DCE8ED"/>
            </a:solidFill>
            <a:ln w="0">
              <a:noFill/>
              <a:prstDash val="solid"/>
            </a:ln>
          </p:spPr>
        </p:sp>
        <p:sp>
          <p:nvSpPr>
            <p:cNvPr id="2634" name="four:temporal-output:rotated-tᵦ-cell-46:2634">
              <a:extLst>
                <a:ext uri="{FF2B5EF4-FFF2-40B4-BE49-F238E27FC236}">
                  <ns2:creationId id="{EF45520D-B87A-4DB7-BEB4-9581988F2005}"/>
                </a:ext>
              </a:extLst>
            </p:cNvPr>
            <p:cNvSpPr>
              <a:spLocks noGrp="1"/>
            </p:cNvSpPr>
            <p:nvPr/>
          </p:nvSpPr>
          <p:spPr>
            <a:xfrm>
              <a:off x="21950363" y="6883003"/>
              <a:ext cx="709613" cy="5953"/>
            </a:xfrm>
            <a:prstGeom prst="rect">
              <a:avLst/>
            </a:prstGeom>
            <a:solidFill>
              <a:srgbClr val="DCE8ED"/>
            </a:solidFill>
            <a:ln w="0">
              <a:noFill/>
              <a:prstDash val="solid"/>
            </a:ln>
          </p:spPr>
        </p:sp>
        <p:sp>
          <p:nvSpPr>
            <p:cNvPr id="2635" name="four:temporal-output:rotated-tᵦ-cell-47:2635">
              <a:extLst>
                <a:ext uri="{FF2B5EF4-FFF2-40B4-BE49-F238E27FC236}">
                  <ns2:creationId id="{C9996C7C-F727-4F08-B0F6-2B52DDBF7C49}"/>
                </a:ext>
              </a:extLst>
            </p:cNvPr>
            <p:cNvSpPr>
              <a:spLocks noGrp="1"/>
            </p:cNvSpPr>
            <p:nvPr/>
          </p:nvSpPr>
          <p:spPr>
            <a:xfrm>
              <a:off x="21950363" y="6877050"/>
              <a:ext cx="709613" cy="5953"/>
            </a:xfrm>
            <a:prstGeom prst="rect">
              <a:avLst/>
            </a:prstGeom>
            <a:solidFill>
              <a:srgbClr val="DCE8ED"/>
            </a:solidFill>
            <a:ln w="0">
              <a:noFill/>
              <a:prstDash val="solid"/>
            </a:ln>
          </p:spPr>
        </p:sp>
        <p:sp>
          <p:nvSpPr>
            <p:cNvPr id="2636" name="four:temporal-output:rotated-tᵦ-cell-48:2636">
              <a:extLst>
                <a:ext uri="{FF2B5EF4-FFF2-40B4-BE49-F238E27FC236}">
                  <ns2:creationId id="{703E29CF-E1E4-4F01-AB9A-9C9C1F05D520}"/>
                </a:ext>
              </a:extLst>
            </p:cNvPr>
            <p:cNvSpPr>
              <a:spLocks noGrp="1"/>
            </p:cNvSpPr>
            <p:nvPr/>
          </p:nvSpPr>
          <p:spPr>
            <a:xfrm>
              <a:off x="21950363" y="6871097"/>
              <a:ext cx="709613" cy="5953"/>
            </a:xfrm>
            <a:prstGeom prst="rect">
              <a:avLst/>
            </a:prstGeom>
            <a:solidFill>
              <a:srgbClr val="DCE8ED"/>
            </a:solidFill>
            <a:ln w="0">
              <a:noFill/>
              <a:prstDash val="solid"/>
            </a:ln>
          </p:spPr>
        </p:sp>
        <p:sp>
          <p:nvSpPr>
            <p:cNvPr id="2637" name="four:temporal-output:rotated-tᵦ-cell-49:2637">
              <a:extLst>
                <a:ext uri="{FF2B5EF4-FFF2-40B4-BE49-F238E27FC236}">
                  <ns2:creationId id="{FB482945-02CD-4E80-86A2-93EF2542DFD2}"/>
                </a:ext>
              </a:extLst>
            </p:cNvPr>
            <p:cNvSpPr>
              <a:spLocks noGrp="1"/>
            </p:cNvSpPr>
            <p:nvPr/>
          </p:nvSpPr>
          <p:spPr>
            <a:xfrm>
              <a:off x="21950363" y="6865144"/>
              <a:ext cx="709613" cy="5953"/>
            </a:xfrm>
            <a:prstGeom prst="rect">
              <a:avLst/>
            </a:prstGeom>
            <a:solidFill>
              <a:srgbClr val="DCE8ED"/>
            </a:solidFill>
            <a:ln w="0">
              <a:noFill/>
              <a:prstDash val="solid"/>
            </a:ln>
          </p:spPr>
        </p:sp>
        <p:sp>
          <p:nvSpPr>
            <p:cNvPr id="2638" name="four:temporal-output:rotated-tᵦ-cell-50:2638">
              <a:extLst>
                <a:ext uri="{FF2B5EF4-FFF2-40B4-BE49-F238E27FC236}">
                  <ns2:creationId id="{64CCEE21-90B7-43DE-884A-D3AFB01D380A}"/>
                </a:ext>
              </a:extLst>
            </p:cNvPr>
            <p:cNvSpPr>
              <a:spLocks noGrp="1"/>
            </p:cNvSpPr>
            <p:nvPr/>
          </p:nvSpPr>
          <p:spPr>
            <a:xfrm>
              <a:off x="21950363" y="6859191"/>
              <a:ext cx="709613" cy="5953"/>
            </a:xfrm>
            <a:prstGeom prst="rect">
              <a:avLst/>
            </a:prstGeom>
            <a:solidFill>
              <a:srgbClr val="DCE8ED"/>
            </a:solidFill>
            <a:ln w="0">
              <a:noFill/>
              <a:prstDash val="solid"/>
            </a:ln>
          </p:spPr>
        </p:sp>
        <p:sp>
          <p:nvSpPr>
            <p:cNvPr id="2639" name="four:temporal-output:rotated-tᵦ-cell-51:2639">
              <a:extLst>
                <a:ext uri="{FF2B5EF4-FFF2-40B4-BE49-F238E27FC236}">
                  <ns2:creationId id="{BB947841-8698-43F6-BFE3-BDDEC6E57AE9}"/>
                </a:ext>
              </a:extLst>
            </p:cNvPr>
            <p:cNvSpPr>
              <a:spLocks noGrp="1"/>
            </p:cNvSpPr>
            <p:nvPr/>
          </p:nvSpPr>
          <p:spPr>
            <a:xfrm>
              <a:off x="21950363" y="6853238"/>
              <a:ext cx="709613" cy="5953"/>
            </a:xfrm>
            <a:prstGeom prst="rect">
              <a:avLst/>
            </a:prstGeom>
            <a:solidFill>
              <a:srgbClr val="DCE8ED"/>
            </a:solidFill>
            <a:ln w="0">
              <a:noFill/>
              <a:prstDash val="solid"/>
            </a:ln>
          </p:spPr>
        </p:sp>
        <p:sp>
          <p:nvSpPr>
            <p:cNvPr id="2640" name="four:temporal-output:rotated-tᵦ-cell-52:2640">
              <a:extLst>
                <a:ext uri="{FF2B5EF4-FFF2-40B4-BE49-F238E27FC236}">
                  <ns2:creationId id="{34C7793F-ECA4-4E36-A7D7-F7FDCC48756B}"/>
                </a:ext>
              </a:extLst>
            </p:cNvPr>
            <p:cNvSpPr>
              <a:spLocks noGrp="1"/>
            </p:cNvSpPr>
            <p:nvPr/>
          </p:nvSpPr>
          <p:spPr>
            <a:xfrm>
              <a:off x="21950363" y="6847284"/>
              <a:ext cx="709613" cy="5953"/>
            </a:xfrm>
            <a:prstGeom prst="rect">
              <a:avLst/>
            </a:prstGeom>
            <a:solidFill>
              <a:srgbClr val="DCE8ED"/>
            </a:solidFill>
            <a:ln w="0">
              <a:noFill/>
              <a:prstDash val="solid"/>
            </a:ln>
          </p:spPr>
        </p:sp>
        <p:sp>
          <p:nvSpPr>
            <p:cNvPr id="2641" name="four:temporal-output:rotated-tᵦ-cell-53:2641">
              <a:extLst>
                <a:ext uri="{FF2B5EF4-FFF2-40B4-BE49-F238E27FC236}">
                  <ns2:creationId id="{EA0F8ABD-E1AA-43C2-BE2C-B14F8781DA5C}"/>
                </a:ext>
              </a:extLst>
            </p:cNvPr>
            <p:cNvSpPr>
              <a:spLocks noGrp="1"/>
            </p:cNvSpPr>
            <p:nvPr/>
          </p:nvSpPr>
          <p:spPr>
            <a:xfrm>
              <a:off x="21950363" y="6841331"/>
              <a:ext cx="709613" cy="5953"/>
            </a:xfrm>
            <a:prstGeom prst="rect">
              <a:avLst/>
            </a:prstGeom>
            <a:solidFill>
              <a:srgbClr val="DCE8ED"/>
            </a:solidFill>
            <a:ln w="0">
              <a:noFill/>
              <a:prstDash val="solid"/>
            </a:ln>
          </p:spPr>
        </p:sp>
        <p:sp>
          <p:nvSpPr>
            <p:cNvPr id="2642" name="four:temporal-output:rotated-tᵦ-cell-54:2642">
              <a:extLst>
                <a:ext uri="{FF2B5EF4-FFF2-40B4-BE49-F238E27FC236}">
                  <ns2:creationId id="{88BB9E50-6C72-4449-842E-BDE8D9020324}"/>
                </a:ext>
              </a:extLst>
            </p:cNvPr>
            <p:cNvSpPr>
              <a:spLocks noGrp="1"/>
            </p:cNvSpPr>
            <p:nvPr/>
          </p:nvSpPr>
          <p:spPr>
            <a:xfrm>
              <a:off x="21950363" y="6835378"/>
              <a:ext cx="709613" cy="5953"/>
            </a:xfrm>
            <a:prstGeom prst="rect">
              <a:avLst/>
            </a:prstGeom>
            <a:solidFill>
              <a:srgbClr val="DCE8ED"/>
            </a:solidFill>
            <a:ln w="0">
              <a:noFill/>
              <a:prstDash val="solid"/>
            </a:ln>
          </p:spPr>
        </p:sp>
        <p:sp>
          <p:nvSpPr>
            <p:cNvPr id="2643" name="four:temporal-output:rotated-tᵦ-cell-55:2643">
              <a:extLst>
                <a:ext uri="{FF2B5EF4-FFF2-40B4-BE49-F238E27FC236}">
                  <ns2:creationId id="{D37B04FA-CDD1-4778-B230-FEF509147F71}"/>
                </a:ext>
              </a:extLst>
            </p:cNvPr>
            <p:cNvSpPr>
              <a:spLocks noGrp="1"/>
            </p:cNvSpPr>
            <p:nvPr/>
          </p:nvSpPr>
          <p:spPr>
            <a:xfrm>
              <a:off x="21950363" y="6829425"/>
              <a:ext cx="709613" cy="5953"/>
            </a:xfrm>
            <a:prstGeom prst="rect">
              <a:avLst/>
            </a:prstGeom>
            <a:solidFill>
              <a:srgbClr val="DCE8ED"/>
            </a:solidFill>
            <a:ln w="0">
              <a:noFill/>
              <a:prstDash val="solid"/>
            </a:ln>
          </p:spPr>
        </p:sp>
        <p:sp>
          <p:nvSpPr>
            <p:cNvPr id="2644" name="four:temporal-output:rotated-tᵦ-cell-56:2644">
              <a:extLst>
                <a:ext uri="{FF2B5EF4-FFF2-40B4-BE49-F238E27FC236}">
                  <ns2:creationId id="{44117F52-8CBB-4082-B861-600736650C84}"/>
                </a:ext>
              </a:extLst>
            </p:cNvPr>
            <p:cNvSpPr>
              <a:spLocks noGrp="1"/>
            </p:cNvSpPr>
            <p:nvPr/>
          </p:nvSpPr>
          <p:spPr>
            <a:xfrm>
              <a:off x="21950363" y="6823472"/>
              <a:ext cx="709613" cy="5953"/>
            </a:xfrm>
            <a:prstGeom prst="rect">
              <a:avLst/>
            </a:prstGeom>
            <a:solidFill>
              <a:srgbClr val="DCE8ED"/>
            </a:solidFill>
            <a:ln w="0">
              <a:noFill/>
              <a:prstDash val="solid"/>
            </a:ln>
          </p:spPr>
        </p:sp>
        <p:sp>
          <p:nvSpPr>
            <p:cNvPr id="2645" name="four:temporal-output:rotated-tᵦ-cell-57:2645">
              <a:extLst>
                <a:ext uri="{FF2B5EF4-FFF2-40B4-BE49-F238E27FC236}">
                  <ns2:creationId id="{2D6533D0-3AAF-4495-9B9A-985DB190FBEA}"/>
                </a:ext>
              </a:extLst>
            </p:cNvPr>
            <p:cNvSpPr>
              <a:spLocks noGrp="1"/>
            </p:cNvSpPr>
            <p:nvPr/>
          </p:nvSpPr>
          <p:spPr>
            <a:xfrm>
              <a:off x="21950363" y="6817519"/>
              <a:ext cx="709613" cy="5953"/>
            </a:xfrm>
            <a:prstGeom prst="rect">
              <a:avLst/>
            </a:prstGeom>
            <a:solidFill>
              <a:srgbClr val="DCE8ED"/>
            </a:solidFill>
            <a:ln w="0">
              <a:noFill/>
              <a:prstDash val="solid"/>
            </a:ln>
          </p:spPr>
        </p:sp>
        <p:sp>
          <p:nvSpPr>
            <p:cNvPr id="2646" name="four:temporal-output:rotated-tᵦ-cell-58:2646">
              <a:extLst>
                <a:ext uri="{FF2B5EF4-FFF2-40B4-BE49-F238E27FC236}">
                  <ns2:creationId id="{0C924EBF-591C-4A45-A2EB-72D260F8BC5D}"/>
                </a:ext>
              </a:extLst>
            </p:cNvPr>
            <p:cNvSpPr>
              <a:spLocks noGrp="1"/>
            </p:cNvSpPr>
            <p:nvPr/>
          </p:nvSpPr>
          <p:spPr>
            <a:xfrm>
              <a:off x="21950363" y="6811566"/>
              <a:ext cx="709613" cy="5953"/>
            </a:xfrm>
            <a:prstGeom prst="rect">
              <a:avLst/>
            </a:prstGeom>
            <a:solidFill>
              <a:srgbClr val="D6E4E7"/>
            </a:solidFill>
            <a:ln w="0">
              <a:noFill/>
              <a:prstDash val="solid"/>
            </a:ln>
          </p:spPr>
        </p:sp>
        <p:sp>
          <p:nvSpPr>
            <p:cNvPr id="2647" name="four:temporal-output:rotated-tᵦ-cell-59:2647">
              <a:extLst>
                <a:ext uri="{FF2B5EF4-FFF2-40B4-BE49-F238E27FC236}">
                  <ns2:creationId id="{CAA0BC8F-F693-4E0C-B0E6-E142399056AE}"/>
                </a:ext>
              </a:extLst>
            </p:cNvPr>
            <p:cNvSpPr>
              <a:spLocks noGrp="1"/>
            </p:cNvSpPr>
            <p:nvPr/>
          </p:nvSpPr>
          <p:spPr>
            <a:xfrm>
              <a:off x="21950363" y="6805613"/>
              <a:ext cx="709613" cy="5953"/>
            </a:xfrm>
            <a:prstGeom prst="rect">
              <a:avLst/>
            </a:prstGeom>
            <a:solidFill>
              <a:srgbClr val="DBCEC0"/>
            </a:solidFill>
            <a:ln w="0">
              <a:noFill/>
              <a:prstDash val="solid"/>
            </a:ln>
          </p:spPr>
        </p:sp>
        <p:sp>
          <p:nvSpPr>
            <p:cNvPr id="2648" name="four:temporal-output:rotated-tᵦ-cell-60:2648">
              <a:extLst>
                <a:ext uri="{FF2B5EF4-FFF2-40B4-BE49-F238E27FC236}">
                  <ns2:creationId id="{554ACDA5-4764-404E-8E41-D65E5FAF30D2}"/>
                </a:ext>
              </a:extLst>
            </p:cNvPr>
            <p:cNvSpPr>
              <a:spLocks noGrp="1"/>
            </p:cNvSpPr>
            <p:nvPr/>
          </p:nvSpPr>
          <p:spPr>
            <a:xfrm>
              <a:off x="21950363" y="6799659"/>
              <a:ext cx="709613" cy="5953"/>
            </a:xfrm>
            <a:prstGeom prst="rect">
              <a:avLst/>
            </a:prstGeom>
            <a:solidFill>
              <a:srgbClr val="D9B697"/>
            </a:solidFill>
            <a:ln w="0">
              <a:noFill/>
              <a:prstDash val="solid"/>
            </a:ln>
          </p:spPr>
        </p:sp>
        <p:sp>
          <p:nvSpPr>
            <p:cNvPr id="2649" name="four:temporal-output:rotated-tᵦ-cell-61:2649">
              <a:extLst>
                <a:ext uri="{FF2B5EF4-FFF2-40B4-BE49-F238E27FC236}">
                  <ns2:creationId id="{CDAF9142-EAC5-42F8-8B7A-F16FD8C6CBB8}"/>
                </a:ext>
              </a:extLst>
            </p:cNvPr>
            <p:cNvSpPr>
              <a:spLocks noGrp="1"/>
            </p:cNvSpPr>
            <p:nvPr/>
          </p:nvSpPr>
          <p:spPr>
            <a:xfrm>
              <a:off x="21950363" y="6793706"/>
              <a:ext cx="709613" cy="5953"/>
            </a:xfrm>
            <a:prstGeom prst="rect">
              <a:avLst/>
            </a:prstGeom>
            <a:solidFill>
              <a:srgbClr val="D89B69"/>
            </a:solidFill>
            <a:ln w="0">
              <a:noFill/>
              <a:prstDash val="solid"/>
            </a:ln>
          </p:spPr>
        </p:sp>
        <p:sp>
          <p:nvSpPr>
            <p:cNvPr id="2650" name="four:temporal-output:rotated-tᵦ-cell-62:2650">
              <a:extLst>
                <a:ext uri="{FF2B5EF4-FFF2-40B4-BE49-F238E27FC236}">
                  <ns2:creationId id="{8018142F-FD01-4F49-9A81-FDE2C663930F}"/>
                </a:ext>
              </a:extLst>
            </p:cNvPr>
            <p:cNvSpPr>
              <a:spLocks noGrp="1"/>
            </p:cNvSpPr>
            <p:nvPr/>
          </p:nvSpPr>
          <p:spPr>
            <a:xfrm>
              <a:off x="21950363" y="6787753"/>
              <a:ext cx="709613" cy="5953"/>
            </a:xfrm>
            <a:prstGeom prst="rect">
              <a:avLst/>
            </a:prstGeom>
            <a:solidFill>
              <a:srgbClr val="D7813C"/>
            </a:solidFill>
            <a:ln w="0">
              <a:noFill/>
              <a:prstDash val="solid"/>
            </a:ln>
          </p:spPr>
        </p:sp>
        <p:sp>
          <p:nvSpPr>
            <p:cNvPr id="2651" name="four:temporal-output:rotated-tᵦ-cell-63:2651">
              <a:extLst>
                <a:ext uri="{FF2B5EF4-FFF2-40B4-BE49-F238E27FC236}">
                  <ns2:creationId id="{D4D03C5F-337D-4529-A8CA-20BC48A4CB10}"/>
                </a:ext>
              </a:extLst>
            </p:cNvPr>
            <p:cNvSpPr>
              <a:spLocks noGrp="1"/>
            </p:cNvSpPr>
            <p:nvPr/>
          </p:nvSpPr>
          <p:spPr>
            <a:xfrm>
              <a:off x="21950363" y="6781800"/>
              <a:ext cx="709613" cy="5953"/>
            </a:xfrm>
            <a:prstGeom prst="rect">
              <a:avLst/>
            </a:prstGeom>
            <a:solidFill>
              <a:srgbClr val="D66C18"/>
            </a:solidFill>
            <a:ln w="0">
              <a:noFill/>
              <a:prstDash val="solid"/>
            </a:ln>
          </p:spPr>
        </p:sp>
        <p:sp>
          <p:nvSpPr>
            <p:cNvPr id="2652" name="four:temporal-output:rotated-tᵦ-cell-64:2652">
              <a:extLst>
                <a:ext uri="{FF2B5EF4-FFF2-40B4-BE49-F238E27FC236}">
                  <ns2:creationId id="{2D65E1EC-7C50-4837-99A5-A2064F8BB680}"/>
                </a:ext>
              </a:extLst>
            </p:cNvPr>
            <p:cNvSpPr>
              <a:spLocks noGrp="1"/>
            </p:cNvSpPr>
            <p:nvPr/>
          </p:nvSpPr>
          <p:spPr>
            <a:xfrm>
              <a:off x="21950363" y="6775847"/>
              <a:ext cx="709613" cy="5953"/>
            </a:xfrm>
            <a:prstGeom prst="rect">
              <a:avLst/>
            </a:prstGeom>
            <a:solidFill>
              <a:srgbClr val="D55F03"/>
            </a:solidFill>
            <a:ln w="0">
              <a:noFill/>
              <a:prstDash val="solid"/>
            </a:ln>
          </p:spPr>
        </p:sp>
        <p:sp>
          <p:nvSpPr>
            <p:cNvPr id="2653" name="four:temporal-output:rotated-tᵦ-cell-65:2653">
              <a:extLst>
                <a:ext uri="{FF2B5EF4-FFF2-40B4-BE49-F238E27FC236}">
                  <ns2:creationId id="{5AE63866-EC70-4ED7-9C00-AC26EB15E3CB}"/>
                </a:ext>
              </a:extLst>
            </p:cNvPr>
            <p:cNvSpPr>
              <a:spLocks noGrp="1"/>
            </p:cNvSpPr>
            <p:nvPr/>
          </p:nvSpPr>
          <p:spPr>
            <a:xfrm>
              <a:off x="21950363" y="6769894"/>
              <a:ext cx="709613" cy="5953"/>
            </a:xfrm>
            <a:prstGeom prst="rect">
              <a:avLst/>
            </a:prstGeom>
            <a:solidFill>
              <a:srgbClr val="D55E00"/>
            </a:solidFill>
            <a:ln w="0">
              <a:noFill/>
              <a:prstDash val="solid"/>
            </a:ln>
          </p:spPr>
        </p:sp>
        <p:sp>
          <p:nvSpPr>
            <p:cNvPr id="2654" name="four:temporal-output:rotated-tᵦ-cell-66:2654">
              <a:extLst>
                <a:ext uri="{FF2B5EF4-FFF2-40B4-BE49-F238E27FC236}">
                  <ns2:creationId id="{CDF01F44-71FA-4230-A032-97C5090471D0}"/>
                </a:ext>
              </a:extLst>
            </p:cNvPr>
            <p:cNvSpPr>
              <a:spLocks noGrp="1"/>
            </p:cNvSpPr>
            <p:nvPr/>
          </p:nvSpPr>
          <p:spPr>
            <a:xfrm>
              <a:off x="21950363" y="6763941"/>
              <a:ext cx="709613" cy="5953"/>
            </a:xfrm>
            <a:prstGeom prst="rect">
              <a:avLst/>
            </a:prstGeom>
            <a:solidFill>
              <a:srgbClr val="D55E00"/>
            </a:solidFill>
            <a:ln w="0">
              <a:noFill/>
              <a:prstDash val="solid"/>
            </a:ln>
          </p:spPr>
        </p:sp>
        <p:sp>
          <p:nvSpPr>
            <p:cNvPr id="2655" name="four:temporal-output:rotated-tᵦ-cell-67:2655">
              <a:extLst>
                <a:ext uri="{FF2B5EF4-FFF2-40B4-BE49-F238E27FC236}">
                  <ns2:creationId id="{F1233BFA-4705-4180-9833-A5892FC84888}"/>
                </a:ext>
              </a:extLst>
            </p:cNvPr>
            <p:cNvSpPr>
              <a:spLocks noGrp="1"/>
            </p:cNvSpPr>
            <p:nvPr/>
          </p:nvSpPr>
          <p:spPr>
            <a:xfrm>
              <a:off x="21950363" y="6757988"/>
              <a:ext cx="709613" cy="5953"/>
            </a:xfrm>
            <a:prstGeom prst="rect">
              <a:avLst/>
            </a:prstGeom>
            <a:solidFill>
              <a:srgbClr val="D55E00"/>
            </a:solidFill>
            <a:ln w="0">
              <a:noFill/>
              <a:prstDash val="solid"/>
            </a:ln>
          </p:spPr>
        </p:sp>
        <p:sp>
          <p:nvSpPr>
            <p:cNvPr id="2656" name="four:temporal-output:rotated-tᵦ-cell-68:2656">
              <a:extLst>
                <a:ext uri="{FF2B5EF4-FFF2-40B4-BE49-F238E27FC236}">
                  <ns2:creationId id="{306F522F-2E9F-4E54-BDD4-42B896E122E0}"/>
                </a:ext>
              </a:extLst>
            </p:cNvPr>
            <p:cNvSpPr>
              <a:spLocks noGrp="1"/>
            </p:cNvSpPr>
            <p:nvPr/>
          </p:nvSpPr>
          <p:spPr>
            <a:xfrm>
              <a:off x="21950363" y="6752034"/>
              <a:ext cx="709613" cy="5953"/>
            </a:xfrm>
            <a:prstGeom prst="rect">
              <a:avLst/>
            </a:prstGeom>
            <a:solidFill>
              <a:srgbClr val="D55E00"/>
            </a:solidFill>
            <a:ln w="0">
              <a:noFill/>
              <a:prstDash val="solid"/>
            </a:ln>
          </p:spPr>
        </p:sp>
        <p:sp>
          <p:nvSpPr>
            <p:cNvPr id="2657" name="four:temporal-output:rotated-tᵦ-cell-69:2657">
              <a:extLst>
                <a:ext uri="{FF2B5EF4-FFF2-40B4-BE49-F238E27FC236}">
                  <ns2:creationId id="{73E6C028-9E32-4D3E-B318-3093088F7EED}"/>
                </a:ext>
              </a:extLst>
            </p:cNvPr>
            <p:cNvSpPr>
              <a:spLocks noGrp="1"/>
            </p:cNvSpPr>
            <p:nvPr/>
          </p:nvSpPr>
          <p:spPr>
            <a:xfrm>
              <a:off x="21950363" y="6746081"/>
              <a:ext cx="709613" cy="5953"/>
            </a:xfrm>
            <a:prstGeom prst="rect">
              <a:avLst/>
            </a:prstGeom>
            <a:solidFill>
              <a:srgbClr val="D55E00"/>
            </a:solidFill>
            <a:ln w="0">
              <a:noFill/>
              <a:prstDash val="solid"/>
            </a:ln>
          </p:spPr>
        </p:sp>
        <p:sp>
          <p:nvSpPr>
            <p:cNvPr id="2658" name="four:temporal-output:rotated-tᵦ-cell-70:2658">
              <a:extLst>
                <a:ext uri="{FF2B5EF4-FFF2-40B4-BE49-F238E27FC236}">
                  <ns2:creationId id="{28E8A42B-9FF9-42F9-B7A3-450470B14670}"/>
                </a:ext>
              </a:extLst>
            </p:cNvPr>
            <p:cNvSpPr>
              <a:spLocks noGrp="1"/>
            </p:cNvSpPr>
            <p:nvPr/>
          </p:nvSpPr>
          <p:spPr>
            <a:xfrm>
              <a:off x="21950363" y="6740128"/>
              <a:ext cx="709613" cy="5953"/>
            </a:xfrm>
            <a:prstGeom prst="rect">
              <a:avLst/>
            </a:prstGeom>
            <a:solidFill>
              <a:srgbClr val="D55E00"/>
            </a:solidFill>
            <a:ln w="0">
              <a:noFill/>
              <a:prstDash val="solid"/>
            </a:ln>
          </p:spPr>
        </p:sp>
        <p:sp>
          <p:nvSpPr>
            <p:cNvPr id="2659" name="four:temporal-output:rotated-tᵦ-cell-71:2659">
              <a:extLst>
                <a:ext uri="{FF2B5EF4-FFF2-40B4-BE49-F238E27FC236}">
                  <ns2:creationId id="{F86029AA-4919-4045-ACEA-DD7A76ACD6AB}"/>
                </a:ext>
              </a:extLst>
            </p:cNvPr>
            <p:cNvSpPr>
              <a:spLocks noGrp="1"/>
            </p:cNvSpPr>
            <p:nvPr/>
          </p:nvSpPr>
          <p:spPr>
            <a:xfrm>
              <a:off x="21950363" y="6734175"/>
              <a:ext cx="709613" cy="5953"/>
            </a:xfrm>
            <a:prstGeom prst="rect">
              <a:avLst/>
            </a:prstGeom>
            <a:solidFill>
              <a:srgbClr val="D55E00"/>
            </a:solidFill>
            <a:ln w="0">
              <a:noFill/>
              <a:prstDash val="solid"/>
            </a:ln>
          </p:spPr>
        </p:sp>
        <p:sp>
          <p:nvSpPr>
            <p:cNvPr id="2660" name="four:temporal-output:rotated-tᵦ-cell-72:2660">
              <a:extLst>
                <a:ext uri="{FF2B5EF4-FFF2-40B4-BE49-F238E27FC236}">
                  <ns2:creationId id="{97253EC1-91B4-46DC-8F1D-98F6C8B6693A}"/>
                </a:ext>
              </a:extLst>
            </p:cNvPr>
            <p:cNvSpPr>
              <a:spLocks noGrp="1"/>
            </p:cNvSpPr>
            <p:nvPr/>
          </p:nvSpPr>
          <p:spPr>
            <a:xfrm>
              <a:off x="21950363" y="6728222"/>
              <a:ext cx="709613" cy="5953"/>
            </a:xfrm>
            <a:prstGeom prst="rect">
              <a:avLst/>
            </a:prstGeom>
            <a:solidFill>
              <a:srgbClr val="D55E00"/>
            </a:solidFill>
            <a:ln w="0">
              <a:noFill/>
              <a:prstDash val="solid"/>
            </a:ln>
          </p:spPr>
        </p:sp>
        <p:sp>
          <p:nvSpPr>
            <p:cNvPr id="2661" name="four:temporal-output:rotated-tᵦ-cell-73:2661">
              <a:extLst>
                <a:ext uri="{FF2B5EF4-FFF2-40B4-BE49-F238E27FC236}">
                  <ns2:creationId id="{3485ECF7-898C-41EE-AA45-0DF3E8A516A5}"/>
                </a:ext>
              </a:extLst>
            </p:cNvPr>
            <p:cNvSpPr>
              <a:spLocks noGrp="1"/>
            </p:cNvSpPr>
            <p:nvPr/>
          </p:nvSpPr>
          <p:spPr>
            <a:xfrm>
              <a:off x="21950363" y="6722269"/>
              <a:ext cx="709613" cy="5953"/>
            </a:xfrm>
            <a:prstGeom prst="rect">
              <a:avLst/>
            </a:prstGeom>
            <a:solidFill>
              <a:srgbClr val="D55E00"/>
            </a:solidFill>
            <a:ln w="0">
              <a:noFill/>
              <a:prstDash val="solid"/>
            </a:ln>
          </p:spPr>
        </p:sp>
        <p:sp>
          <p:nvSpPr>
            <p:cNvPr id="2662" name="four:temporal-output:rotated-tᵦ-cell-74:2662">
              <a:extLst>
                <a:ext uri="{FF2B5EF4-FFF2-40B4-BE49-F238E27FC236}">
                  <ns2:creationId id="{632B683F-2115-4053-8AB9-A9BFBC4E1427}"/>
                </a:ext>
              </a:extLst>
            </p:cNvPr>
            <p:cNvSpPr>
              <a:spLocks noGrp="1"/>
            </p:cNvSpPr>
            <p:nvPr/>
          </p:nvSpPr>
          <p:spPr>
            <a:xfrm>
              <a:off x="21950363" y="6716316"/>
              <a:ext cx="709613" cy="5953"/>
            </a:xfrm>
            <a:prstGeom prst="rect">
              <a:avLst/>
            </a:prstGeom>
            <a:solidFill>
              <a:srgbClr val="D55E00"/>
            </a:solidFill>
            <a:ln w="0">
              <a:noFill/>
              <a:prstDash val="solid"/>
            </a:ln>
          </p:spPr>
        </p:sp>
        <p:sp>
          <p:nvSpPr>
            <p:cNvPr id="2663" name="four:temporal-output:rotated-tᵦ-cell-75:2663">
              <a:extLst>
                <a:ext uri="{FF2B5EF4-FFF2-40B4-BE49-F238E27FC236}">
                  <ns2:creationId id="{060BAF68-D5F9-4201-AE19-89F3FAB3EBE5}"/>
                </a:ext>
              </a:extLst>
            </p:cNvPr>
            <p:cNvSpPr>
              <a:spLocks noGrp="1"/>
            </p:cNvSpPr>
            <p:nvPr/>
          </p:nvSpPr>
          <p:spPr>
            <a:xfrm>
              <a:off x="21950363" y="6710363"/>
              <a:ext cx="709613" cy="5953"/>
            </a:xfrm>
            <a:prstGeom prst="rect">
              <a:avLst/>
            </a:prstGeom>
            <a:solidFill>
              <a:srgbClr val="D55E00"/>
            </a:solidFill>
            <a:ln w="0">
              <a:noFill/>
              <a:prstDash val="solid"/>
            </a:ln>
          </p:spPr>
        </p:sp>
        <p:sp>
          <p:nvSpPr>
            <p:cNvPr id="2664" name="four:temporal-output:rotated-tᵦ-cell-76:2664">
              <a:extLst>
                <a:ext uri="{FF2B5EF4-FFF2-40B4-BE49-F238E27FC236}">
                  <ns2:creationId id="{B13BA380-5CAA-490F-BB0B-2C8DB685D7F0}"/>
                </a:ext>
              </a:extLst>
            </p:cNvPr>
            <p:cNvSpPr>
              <a:spLocks noGrp="1"/>
            </p:cNvSpPr>
            <p:nvPr/>
          </p:nvSpPr>
          <p:spPr>
            <a:xfrm>
              <a:off x="21950363" y="6704409"/>
              <a:ext cx="709613" cy="5953"/>
            </a:xfrm>
            <a:prstGeom prst="rect">
              <a:avLst/>
            </a:prstGeom>
            <a:solidFill>
              <a:srgbClr val="D55E00"/>
            </a:solidFill>
            <a:ln w="0">
              <a:noFill/>
              <a:prstDash val="solid"/>
            </a:ln>
          </p:spPr>
        </p:sp>
        <p:sp>
          <p:nvSpPr>
            <p:cNvPr id="2665" name="four:temporal-output:rotated-tᵦ-cell-77:2665">
              <a:extLst>
                <a:ext uri="{FF2B5EF4-FFF2-40B4-BE49-F238E27FC236}">
                  <ns2:creationId id="{B2D36513-7444-44A9-860D-4A4C633FB831}"/>
                </a:ext>
              </a:extLst>
            </p:cNvPr>
            <p:cNvSpPr>
              <a:spLocks noGrp="1"/>
            </p:cNvSpPr>
            <p:nvPr/>
          </p:nvSpPr>
          <p:spPr>
            <a:xfrm>
              <a:off x="21950363" y="6698456"/>
              <a:ext cx="709613" cy="5953"/>
            </a:xfrm>
            <a:prstGeom prst="rect">
              <a:avLst/>
            </a:prstGeom>
            <a:solidFill>
              <a:srgbClr val="D55E00"/>
            </a:solidFill>
            <a:ln w="0">
              <a:noFill/>
              <a:prstDash val="solid"/>
            </a:ln>
          </p:spPr>
        </p:sp>
        <p:sp>
          <p:nvSpPr>
            <p:cNvPr id="2666" name="four:temporal-output:rotated-tᵦ-cell-78:2666">
              <a:extLst>
                <a:ext uri="{FF2B5EF4-FFF2-40B4-BE49-F238E27FC236}">
                  <ns2:creationId id="{88E42619-C3DD-48FA-8DD2-09A543D9C24A}"/>
                </a:ext>
              </a:extLst>
            </p:cNvPr>
            <p:cNvSpPr>
              <a:spLocks noGrp="1"/>
            </p:cNvSpPr>
            <p:nvPr/>
          </p:nvSpPr>
          <p:spPr>
            <a:xfrm>
              <a:off x="21950363" y="6692503"/>
              <a:ext cx="709613" cy="5953"/>
            </a:xfrm>
            <a:prstGeom prst="rect">
              <a:avLst/>
            </a:prstGeom>
            <a:solidFill>
              <a:srgbClr val="D55E00"/>
            </a:solidFill>
            <a:ln w="0">
              <a:noFill/>
              <a:prstDash val="solid"/>
            </a:ln>
          </p:spPr>
        </p:sp>
        <p:sp>
          <p:nvSpPr>
            <p:cNvPr id="2667" name="four:temporal-output:rotated-tᵦ-cell-79:2667">
              <a:extLst>
                <a:ext uri="{FF2B5EF4-FFF2-40B4-BE49-F238E27FC236}">
                  <ns2:creationId id="{C9E35B84-B335-48A2-AD25-4076981E32AD}"/>
                </a:ext>
              </a:extLst>
            </p:cNvPr>
            <p:cNvSpPr>
              <a:spLocks noGrp="1"/>
            </p:cNvSpPr>
            <p:nvPr/>
          </p:nvSpPr>
          <p:spPr>
            <a:xfrm>
              <a:off x="21950363" y="6686550"/>
              <a:ext cx="709613" cy="5953"/>
            </a:xfrm>
            <a:prstGeom prst="rect">
              <a:avLst/>
            </a:prstGeom>
            <a:solidFill>
              <a:srgbClr val="D55F02"/>
            </a:solidFill>
            <a:ln w="0">
              <a:noFill/>
              <a:prstDash val="solid"/>
            </a:ln>
          </p:spPr>
        </p:sp>
        <p:sp>
          <p:nvSpPr>
            <p:cNvPr id="2668" name="four:temporal-output:rotated-tᵦ-cell-80:2668">
              <a:extLst>
                <a:ext uri="{FF2B5EF4-FFF2-40B4-BE49-F238E27FC236}">
                  <ns2:creationId id="{F0DD5837-6CD1-4FE1-8877-82C809B554E7}"/>
                </a:ext>
              </a:extLst>
            </p:cNvPr>
            <p:cNvSpPr>
              <a:spLocks noGrp="1"/>
            </p:cNvSpPr>
            <p:nvPr/>
          </p:nvSpPr>
          <p:spPr>
            <a:xfrm>
              <a:off x="21950363" y="6680597"/>
              <a:ext cx="709613" cy="5953"/>
            </a:xfrm>
            <a:prstGeom prst="rect">
              <a:avLst/>
            </a:prstGeom>
            <a:solidFill>
              <a:srgbClr val="D66811"/>
            </a:solidFill>
            <a:ln w="0">
              <a:noFill/>
              <a:prstDash val="solid"/>
            </a:ln>
          </p:spPr>
        </p:sp>
        <p:sp>
          <p:nvSpPr>
            <p:cNvPr id="2669" name="four:temporal-output:rotated-tᵦ-cell-81:2669">
              <a:extLst>
                <a:ext uri="{FF2B5EF4-FFF2-40B4-BE49-F238E27FC236}">
                  <ns2:creationId id="{833F205E-28F6-4782-84C7-77807C3F1C9C}"/>
                </a:ext>
              </a:extLst>
            </p:cNvPr>
            <p:cNvSpPr>
              <a:spLocks noGrp="1"/>
            </p:cNvSpPr>
            <p:nvPr/>
          </p:nvSpPr>
          <p:spPr>
            <a:xfrm>
              <a:off x="21950363" y="6674644"/>
              <a:ext cx="709613" cy="5953"/>
            </a:xfrm>
            <a:prstGeom prst="rect">
              <a:avLst/>
            </a:prstGeom>
            <a:solidFill>
              <a:srgbClr val="D6772B"/>
            </a:solidFill>
            <a:ln w="0">
              <a:noFill/>
              <a:prstDash val="solid"/>
            </a:ln>
          </p:spPr>
        </p:sp>
        <p:sp>
          <p:nvSpPr>
            <p:cNvPr id="2670" name="four:temporal-output:rotated-tᵦ-cell-82:2670">
              <a:extLst>
                <a:ext uri="{FF2B5EF4-FFF2-40B4-BE49-F238E27FC236}">
                  <ns2:creationId id="{7EC04BBE-FE70-41A9-A301-CBA0661EB958}"/>
                </a:ext>
              </a:extLst>
            </p:cNvPr>
            <p:cNvSpPr>
              <a:spLocks noGrp="1"/>
            </p:cNvSpPr>
            <p:nvPr/>
          </p:nvSpPr>
          <p:spPr>
            <a:xfrm>
              <a:off x="21950363" y="6668691"/>
              <a:ext cx="709613" cy="5953"/>
            </a:xfrm>
            <a:prstGeom prst="rect">
              <a:avLst/>
            </a:prstGeom>
            <a:solidFill>
              <a:srgbClr val="98ADAC"/>
            </a:solidFill>
            <a:ln w="0">
              <a:noFill/>
              <a:prstDash val="solid"/>
            </a:ln>
          </p:spPr>
        </p:sp>
        <p:sp>
          <p:nvSpPr>
            <p:cNvPr id="2671" name="four:temporal-output:rotated-tᵦ-cell-83:2671">
              <a:extLst>
                <a:ext uri="{FF2B5EF4-FFF2-40B4-BE49-F238E27FC236}">
                  <ns2:creationId id="{85A25CAD-FCF4-4C6C-BAFE-4E9D1D15113A}"/>
                </a:ext>
              </a:extLst>
            </p:cNvPr>
            <p:cNvSpPr>
              <a:spLocks noGrp="1"/>
            </p:cNvSpPr>
            <p:nvPr/>
          </p:nvSpPr>
          <p:spPr>
            <a:xfrm>
              <a:off x="21950363" y="6662738"/>
              <a:ext cx="709613" cy="5953"/>
            </a:xfrm>
            <a:prstGeom prst="rect">
              <a:avLst/>
            </a:prstGeom>
            <a:solidFill>
              <a:srgbClr val="A8B1BB"/>
            </a:solidFill>
            <a:ln w="0">
              <a:noFill/>
              <a:prstDash val="solid"/>
            </a:ln>
          </p:spPr>
        </p:sp>
        <p:sp>
          <p:nvSpPr>
            <p:cNvPr id="2672" name="four:temporal-output:rotated-tᵦ-cell-84:2672">
              <a:extLst>
                <a:ext uri="{FF2B5EF4-FFF2-40B4-BE49-F238E27FC236}">
                  <ns2:creationId id="{AC5DB5BB-ED8B-4DF8-A280-D60D996360D0}"/>
                </a:ext>
              </a:extLst>
            </p:cNvPr>
            <p:cNvSpPr>
              <a:spLocks noGrp="1"/>
            </p:cNvSpPr>
            <p:nvPr/>
          </p:nvSpPr>
          <p:spPr>
            <a:xfrm>
              <a:off x="21950363" y="6656784"/>
              <a:ext cx="709613" cy="5953"/>
            </a:xfrm>
            <a:prstGeom prst="rect">
              <a:avLst/>
            </a:prstGeom>
            <a:solidFill>
              <a:srgbClr val="65C0AB"/>
            </a:solidFill>
            <a:ln w="0">
              <a:noFill/>
              <a:prstDash val="solid"/>
            </a:ln>
          </p:spPr>
        </p:sp>
        <p:sp>
          <p:nvSpPr>
            <p:cNvPr id="2673" name="four:temporal-output:rotated-tᵦ-cell-85:2673">
              <a:extLst>
                <a:ext uri="{FF2B5EF4-FFF2-40B4-BE49-F238E27FC236}">
                  <ns2:creationId id="{12A18A69-914B-42B1-9649-4ECC7BD008BF}"/>
                </a:ext>
              </a:extLst>
            </p:cNvPr>
            <p:cNvSpPr>
              <a:spLocks noGrp="1"/>
            </p:cNvSpPr>
            <p:nvPr/>
          </p:nvSpPr>
          <p:spPr>
            <a:xfrm>
              <a:off x="21950363" y="6650831"/>
              <a:ext cx="709613" cy="5953"/>
            </a:xfrm>
            <a:prstGeom prst="rect">
              <a:avLst/>
            </a:prstGeom>
            <a:solidFill>
              <a:srgbClr val="78C6B6"/>
            </a:solidFill>
            <a:ln w="0">
              <a:noFill/>
              <a:prstDash val="solid"/>
            </a:ln>
          </p:spPr>
        </p:sp>
        <p:sp>
          <p:nvSpPr>
            <p:cNvPr id="2674" name="four:temporal-output:rotated-tᵦ-cell-86:2674">
              <a:extLst>
                <a:ext uri="{FF2B5EF4-FFF2-40B4-BE49-F238E27FC236}">
                  <ns2:creationId id="{EECA449A-5E81-4A5F-8778-13833DB49C33}"/>
                </a:ext>
              </a:extLst>
            </p:cNvPr>
            <p:cNvSpPr>
              <a:spLocks noGrp="1"/>
            </p:cNvSpPr>
            <p:nvPr/>
          </p:nvSpPr>
          <p:spPr>
            <a:xfrm>
              <a:off x="21950363" y="6644878"/>
              <a:ext cx="709613" cy="5953"/>
            </a:xfrm>
            <a:prstGeom prst="rect">
              <a:avLst/>
            </a:prstGeom>
            <a:solidFill>
              <a:srgbClr val="81C9BA"/>
            </a:solidFill>
            <a:ln w="0">
              <a:noFill/>
              <a:prstDash val="solid"/>
            </a:ln>
          </p:spPr>
        </p:sp>
        <p:sp>
          <p:nvSpPr>
            <p:cNvPr id="2675" name="four:temporal-output:rotated-tᵦ-cell-87:2675">
              <a:extLst>
                <a:ext uri="{FF2B5EF4-FFF2-40B4-BE49-F238E27FC236}">
                  <ns2:creationId id="{47ED544F-A2C0-49FF-9BD8-FE5CC53C852A}"/>
                </a:ext>
              </a:extLst>
            </p:cNvPr>
            <p:cNvSpPr>
              <a:spLocks noGrp="1"/>
            </p:cNvSpPr>
            <p:nvPr/>
          </p:nvSpPr>
          <p:spPr>
            <a:xfrm>
              <a:off x="21950363" y="6638925"/>
              <a:ext cx="709613" cy="5953"/>
            </a:xfrm>
            <a:prstGeom prst="rect">
              <a:avLst/>
            </a:prstGeom>
            <a:solidFill>
              <a:srgbClr val="81C9BA"/>
            </a:solidFill>
            <a:ln w="0">
              <a:noFill/>
              <a:prstDash val="solid"/>
            </a:ln>
          </p:spPr>
        </p:sp>
        <p:sp>
          <p:nvSpPr>
            <p:cNvPr id="2676" name="four:temporal-output:rotated-tᵦ-cell-88:2676">
              <a:extLst>
                <a:ext uri="{FF2B5EF4-FFF2-40B4-BE49-F238E27FC236}">
                  <ns2:creationId id="{59ECD644-A47F-41E9-872C-A559BCF2FC83}"/>
                </a:ext>
              </a:extLst>
            </p:cNvPr>
            <p:cNvSpPr>
              <a:spLocks noGrp="1"/>
            </p:cNvSpPr>
            <p:nvPr/>
          </p:nvSpPr>
          <p:spPr>
            <a:xfrm>
              <a:off x="21950363" y="6632972"/>
              <a:ext cx="709613" cy="5953"/>
            </a:xfrm>
            <a:prstGeom prst="rect">
              <a:avLst/>
            </a:prstGeom>
            <a:solidFill>
              <a:srgbClr val="81C9BA"/>
            </a:solidFill>
            <a:ln w="0">
              <a:noFill/>
              <a:prstDash val="solid"/>
            </a:ln>
          </p:spPr>
        </p:sp>
        <p:sp>
          <p:nvSpPr>
            <p:cNvPr id="2677" name="four:temporal-output:rotated-tᵦ-cell-89:2677">
              <a:extLst>
                <a:ext uri="{FF2B5EF4-FFF2-40B4-BE49-F238E27FC236}">
                  <ns2:creationId id="{3147EFFD-3E33-4534-8D66-0CE7C896A0AD}"/>
                </a:ext>
              </a:extLst>
            </p:cNvPr>
            <p:cNvSpPr>
              <a:spLocks noGrp="1"/>
            </p:cNvSpPr>
            <p:nvPr/>
          </p:nvSpPr>
          <p:spPr>
            <a:xfrm>
              <a:off x="21950363" y="6627019"/>
              <a:ext cx="709613" cy="5953"/>
            </a:xfrm>
            <a:prstGeom prst="rect">
              <a:avLst/>
            </a:prstGeom>
            <a:solidFill>
              <a:srgbClr val="81C9BA"/>
            </a:solidFill>
            <a:ln w="0">
              <a:noFill/>
              <a:prstDash val="solid"/>
            </a:ln>
          </p:spPr>
        </p:sp>
        <p:sp>
          <p:nvSpPr>
            <p:cNvPr id="2678" name="four:temporal-output:rotated-tᵦ-cell-90:2678">
              <a:extLst>
                <a:ext uri="{FF2B5EF4-FFF2-40B4-BE49-F238E27FC236}">
                  <ns2:creationId id="{592A348C-C6E8-4A94-87F8-87AD690F22EF}"/>
                </a:ext>
              </a:extLst>
            </p:cNvPr>
            <p:cNvSpPr>
              <a:spLocks noGrp="1"/>
            </p:cNvSpPr>
            <p:nvPr/>
          </p:nvSpPr>
          <p:spPr>
            <a:xfrm>
              <a:off x="21950363" y="6621066"/>
              <a:ext cx="709613" cy="5953"/>
            </a:xfrm>
            <a:prstGeom prst="rect">
              <a:avLst/>
            </a:prstGeom>
            <a:solidFill>
              <a:srgbClr val="81C9BA"/>
            </a:solidFill>
            <a:ln w="0">
              <a:noFill/>
              <a:prstDash val="solid"/>
            </a:ln>
          </p:spPr>
        </p:sp>
        <p:sp>
          <p:nvSpPr>
            <p:cNvPr id="2679" name="four:temporal-output:rotated-tᵦ-cell-91:2679">
              <a:extLst>
                <a:ext uri="{FF2B5EF4-FFF2-40B4-BE49-F238E27FC236}">
                  <ns2:creationId id="{FBC283F0-D841-4197-8223-0F2D470BCD00}"/>
                </a:ext>
              </a:extLst>
            </p:cNvPr>
            <p:cNvSpPr>
              <a:spLocks noGrp="1"/>
            </p:cNvSpPr>
            <p:nvPr/>
          </p:nvSpPr>
          <p:spPr>
            <a:xfrm>
              <a:off x="21950363" y="6615113"/>
              <a:ext cx="709613" cy="5953"/>
            </a:xfrm>
            <a:prstGeom prst="rect">
              <a:avLst/>
            </a:prstGeom>
            <a:solidFill>
              <a:srgbClr val="81C9BA"/>
            </a:solidFill>
            <a:ln w="0">
              <a:noFill/>
              <a:prstDash val="solid"/>
            </a:ln>
          </p:spPr>
        </p:sp>
        <p:sp>
          <p:nvSpPr>
            <p:cNvPr id="2680" name="four:temporal-output:rotated-tᵦ-cell-92:2680">
              <a:extLst>
                <a:ext uri="{FF2B5EF4-FFF2-40B4-BE49-F238E27FC236}">
                  <ns2:creationId id="{F8134151-646E-4D8D-8F0D-BECF4FD327AA}"/>
                </a:ext>
              </a:extLst>
            </p:cNvPr>
            <p:cNvSpPr>
              <a:spLocks noGrp="1"/>
            </p:cNvSpPr>
            <p:nvPr/>
          </p:nvSpPr>
          <p:spPr>
            <a:xfrm>
              <a:off x="21950363" y="6609159"/>
              <a:ext cx="709613" cy="5953"/>
            </a:xfrm>
            <a:prstGeom prst="rect">
              <a:avLst/>
            </a:prstGeom>
            <a:solidFill>
              <a:srgbClr val="81C9BA"/>
            </a:solidFill>
            <a:ln w="0">
              <a:noFill/>
              <a:prstDash val="solid"/>
            </a:ln>
          </p:spPr>
        </p:sp>
        <p:sp>
          <p:nvSpPr>
            <p:cNvPr id="2681" name="four:temporal-output:rotated-tᵦ-cell-93:2681">
              <a:extLst>
                <a:ext uri="{FF2B5EF4-FFF2-40B4-BE49-F238E27FC236}">
                  <ns2:creationId id="{4956CA14-3908-44EE-B872-A6CDCA2019E8}"/>
                </a:ext>
              </a:extLst>
            </p:cNvPr>
            <p:cNvSpPr>
              <a:spLocks noGrp="1"/>
            </p:cNvSpPr>
            <p:nvPr/>
          </p:nvSpPr>
          <p:spPr>
            <a:xfrm>
              <a:off x="21950363" y="6603206"/>
              <a:ext cx="709613" cy="5953"/>
            </a:xfrm>
            <a:prstGeom prst="rect">
              <a:avLst/>
            </a:prstGeom>
            <a:solidFill>
              <a:srgbClr val="81C9BA"/>
            </a:solidFill>
            <a:ln w="0">
              <a:noFill/>
              <a:prstDash val="solid"/>
            </a:ln>
          </p:spPr>
        </p:sp>
        <p:sp>
          <p:nvSpPr>
            <p:cNvPr id="2682" name="four:temporal-output:rotated-tᵦ-cell-94:2682">
              <a:extLst>
                <a:ext uri="{FF2B5EF4-FFF2-40B4-BE49-F238E27FC236}">
                  <ns2:creationId id="{57966333-DE12-4159-95C7-CA92314E9E36}"/>
                </a:ext>
              </a:extLst>
            </p:cNvPr>
            <p:cNvSpPr>
              <a:spLocks noGrp="1"/>
            </p:cNvSpPr>
            <p:nvPr/>
          </p:nvSpPr>
          <p:spPr>
            <a:xfrm>
              <a:off x="21950363" y="6597253"/>
              <a:ext cx="709613" cy="5953"/>
            </a:xfrm>
            <a:prstGeom prst="rect">
              <a:avLst/>
            </a:prstGeom>
            <a:solidFill>
              <a:srgbClr val="81C9BA"/>
            </a:solidFill>
            <a:ln w="0">
              <a:noFill/>
              <a:prstDash val="solid"/>
            </a:ln>
          </p:spPr>
        </p:sp>
        <p:sp>
          <p:nvSpPr>
            <p:cNvPr id="2683" name="four:temporal-output:rotated-tᵦ-cell-95:2683">
              <a:extLst>
                <a:ext uri="{FF2B5EF4-FFF2-40B4-BE49-F238E27FC236}">
                  <ns2:creationId id="{11742928-B369-4B30-9DA1-B080E2C40C7B}"/>
                </a:ext>
              </a:extLst>
            </p:cNvPr>
            <p:cNvSpPr>
              <a:spLocks noGrp="1"/>
            </p:cNvSpPr>
            <p:nvPr/>
          </p:nvSpPr>
          <p:spPr>
            <a:xfrm>
              <a:off x="21950363" y="6591300"/>
              <a:ext cx="709613" cy="5953"/>
            </a:xfrm>
            <a:prstGeom prst="rect">
              <a:avLst/>
            </a:prstGeom>
            <a:solidFill>
              <a:srgbClr val="81C9BA"/>
            </a:solidFill>
            <a:ln w="0">
              <a:noFill/>
              <a:prstDash val="solid"/>
            </a:ln>
          </p:spPr>
        </p:sp>
        <p:sp>
          <p:nvSpPr>
            <p:cNvPr id="2684" name="four:temporal-output:rotated-tᵦ-cell-96:2684">
              <a:extLst>
                <a:ext uri="{FF2B5EF4-FFF2-40B4-BE49-F238E27FC236}">
                  <ns2:creationId id="{9F0CEDCC-5F25-4E82-B3F7-6A3C971B60E9}"/>
                </a:ext>
              </a:extLst>
            </p:cNvPr>
            <p:cNvSpPr>
              <a:spLocks noGrp="1"/>
            </p:cNvSpPr>
            <p:nvPr/>
          </p:nvSpPr>
          <p:spPr>
            <a:xfrm>
              <a:off x="21950363" y="6585347"/>
              <a:ext cx="709613" cy="5953"/>
            </a:xfrm>
            <a:prstGeom prst="rect">
              <a:avLst/>
            </a:prstGeom>
            <a:solidFill>
              <a:srgbClr val="81C9BA"/>
            </a:solidFill>
            <a:ln w="0">
              <a:noFill/>
              <a:prstDash val="solid"/>
            </a:ln>
          </p:spPr>
        </p:sp>
        <p:sp>
          <p:nvSpPr>
            <p:cNvPr id="2685" name="four:temporal-output:rotated-tᵦ-cell-97:2685">
              <a:extLst>
                <a:ext uri="{FF2B5EF4-FFF2-40B4-BE49-F238E27FC236}">
                  <ns2:creationId id="{8CBD0837-6383-4E4D-BA97-807A6A8F6B29}"/>
                </a:ext>
              </a:extLst>
            </p:cNvPr>
            <p:cNvSpPr>
              <a:spLocks noGrp="1"/>
            </p:cNvSpPr>
            <p:nvPr/>
          </p:nvSpPr>
          <p:spPr>
            <a:xfrm>
              <a:off x="21950363" y="6579394"/>
              <a:ext cx="709613" cy="5953"/>
            </a:xfrm>
            <a:prstGeom prst="rect">
              <a:avLst/>
            </a:prstGeom>
            <a:solidFill>
              <a:srgbClr val="81C9BA"/>
            </a:solidFill>
            <a:ln w="0">
              <a:noFill/>
              <a:prstDash val="solid"/>
            </a:ln>
          </p:spPr>
        </p:sp>
        <p:sp>
          <p:nvSpPr>
            <p:cNvPr id="2686" name="four:temporal-output:rotated-tᵦ-cell-98:2686">
              <a:extLst>
                <a:ext uri="{FF2B5EF4-FFF2-40B4-BE49-F238E27FC236}">
                  <ns2:creationId id="{2B4C3301-4C49-4286-9643-A89DC7DB70FD}"/>
                </a:ext>
              </a:extLst>
            </p:cNvPr>
            <p:cNvSpPr>
              <a:spLocks noGrp="1"/>
            </p:cNvSpPr>
            <p:nvPr/>
          </p:nvSpPr>
          <p:spPr>
            <a:xfrm>
              <a:off x="21950363" y="6573441"/>
              <a:ext cx="709613" cy="5953"/>
            </a:xfrm>
            <a:prstGeom prst="rect">
              <a:avLst/>
            </a:prstGeom>
            <a:solidFill>
              <a:srgbClr val="81C9BA"/>
            </a:solidFill>
            <a:ln w="0">
              <a:noFill/>
              <a:prstDash val="solid"/>
            </a:ln>
          </p:spPr>
        </p:sp>
        <p:sp>
          <p:nvSpPr>
            <p:cNvPr id="2687" name="four:temporal-output:rotated-tᵦ-cell-99:2687">
              <a:extLst>
                <a:ext uri="{FF2B5EF4-FFF2-40B4-BE49-F238E27FC236}">
                  <ns2:creationId id="{D0D8D783-26D7-4B14-92B3-938D76DBBF30}"/>
                </a:ext>
              </a:extLst>
            </p:cNvPr>
            <p:cNvSpPr>
              <a:spLocks noGrp="1"/>
            </p:cNvSpPr>
            <p:nvPr/>
          </p:nvSpPr>
          <p:spPr>
            <a:xfrm>
              <a:off x="21950363" y="6567488"/>
              <a:ext cx="709613" cy="5953"/>
            </a:xfrm>
            <a:prstGeom prst="rect">
              <a:avLst/>
            </a:prstGeom>
            <a:solidFill>
              <a:srgbClr val="81C9BA"/>
            </a:solidFill>
            <a:ln w="0">
              <a:noFill/>
              <a:prstDash val="solid"/>
            </a:ln>
          </p:spPr>
        </p:sp>
        <p:sp>
          <p:nvSpPr>
            <p:cNvPr id="2688" name="four:temporal-output:rotated-tᵦ-cell-100:2688">
              <a:extLst>
                <a:ext uri="{FF2B5EF4-FFF2-40B4-BE49-F238E27FC236}">
                  <ns2:creationId id="{17DDA071-3A05-4E84-B08E-4E720039C67C}"/>
                </a:ext>
              </a:extLst>
            </p:cNvPr>
            <p:cNvSpPr>
              <a:spLocks noGrp="1"/>
            </p:cNvSpPr>
            <p:nvPr/>
          </p:nvSpPr>
          <p:spPr>
            <a:xfrm>
              <a:off x="21950363" y="6561534"/>
              <a:ext cx="709613" cy="5953"/>
            </a:xfrm>
            <a:prstGeom prst="rect">
              <a:avLst/>
            </a:prstGeom>
            <a:solidFill>
              <a:srgbClr val="81C9BA"/>
            </a:solidFill>
            <a:ln w="0">
              <a:noFill/>
              <a:prstDash val="solid"/>
            </a:ln>
          </p:spPr>
        </p:sp>
        <p:sp>
          <p:nvSpPr>
            <p:cNvPr id="2689" name="four:temporal-output:rotated-tᵦ-cell-101:2689">
              <a:extLst>
                <a:ext uri="{FF2B5EF4-FFF2-40B4-BE49-F238E27FC236}">
                  <ns2:creationId id="{4E480DF0-34DE-4529-8B45-D98F6A84AE5E}"/>
                </a:ext>
              </a:extLst>
            </p:cNvPr>
            <p:cNvSpPr>
              <a:spLocks noGrp="1"/>
            </p:cNvSpPr>
            <p:nvPr/>
          </p:nvSpPr>
          <p:spPr>
            <a:xfrm>
              <a:off x="21950363" y="6555581"/>
              <a:ext cx="709613" cy="5953"/>
            </a:xfrm>
            <a:prstGeom prst="rect">
              <a:avLst/>
            </a:prstGeom>
            <a:solidFill>
              <a:srgbClr val="81C9BA"/>
            </a:solidFill>
            <a:ln w="0">
              <a:noFill/>
              <a:prstDash val="solid"/>
            </a:ln>
          </p:spPr>
        </p:sp>
        <p:sp>
          <p:nvSpPr>
            <p:cNvPr id="2690" name="four:temporal-output:rotated-tᵦ-cell-102:2690">
              <a:extLst>
                <a:ext uri="{FF2B5EF4-FFF2-40B4-BE49-F238E27FC236}">
                  <ns2:creationId id="{B32970EB-CBF6-45BF-9422-C2200AA708B5}"/>
                </a:ext>
              </a:extLst>
            </p:cNvPr>
            <p:cNvSpPr>
              <a:spLocks noGrp="1"/>
            </p:cNvSpPr>
            <p:nvPr/>
          </p:nvSpPr>
          <p:spPr>
            <a:xfrm>
              <a:off x="21950363" y="6549628"/>
              <a:ext cx="709613" cy="5953"/>
            </a:xfrm>
            <a:prstGeom prst="rect">
              <a:avLst/>
            </a:prstGeom>
            <a:solidFill>
              <a:srgbClr val="81C9BA"/>
            </a:solidFill>
            <a:ln w="0">
              <a:noFill/>
              <a:prstDash val="solid"/>
            </a:ln>
          </p:spPr>
        </p:sp>
        <p:sp>
          <p:nvSpPr>
            <p:cNvPr id="2691" name="four:temporal-output:rotated-tᵦ-cell-103:2691">
              <a:extLst>
                <a:ext uri="{FF2B5EF4-FFF2-40B4-BE49-F238E27FC236}">
                  <ns2:creationId id="{3C37786A-44A6-4D66-B9D0-659A9EB5BF87}"/>
                </a:ext>
              </a:extLst>
            </p:cNvPr>
            <p:cNvSpPr>
              <a:spLocks noGrp="1"/>
            </p:cNvSpPr>
            <p:nvPr/>
          </p:nvSpPr>
          <p:spPr>
            <a:xfrm>
              <a:off x="21950363" y="6543675"/>
              <a:ext cx="709613" cy="5953"/>
            </a:xfrm>
            <a:prstGeom prst="rect">
              <a:avLst/>
            </a:prstGeom>
            <a:solidFill>
              <a:srgbClr val="81C9BA"/>
            </a:solidFill>
            <a:ln w="0">
              <a:noFill/>
              <a:prstDash val="solid"/>
            </a:ln>
          </p:spPr>
        </p:sp>
        <p:sp>
          <p:nvSpPr>
            <p:cNvPr id="2692" name="four:temporal-output:rotated-tᵦ-cell-104:2692">
              <a:extLst>
                <a:ext uri="{FF2B5EF4-FFF2-40B4-BE49-F238E27FC236}">
                  <ns2:creationId id="{F8AFB14B-C8B4-427B-8168-65B8B791EC03}"/>
                </a:ext>
              </a:extLst>
            </p:cNvPr>
            <p:cNvSpPr>
              <a:spLocks noGrp="1"/>
            </p:cNvSpPr>
            <p:nvPr/>
          </p:nvSpPr>
          <p:spPr>
            <a:xfrm>
              <a:off x="21950363" y="6537722"/>
              <a:ext cx="709613" cy="5953"/>
            </a:xfrm>
            <a:prstGeom prst="rect">
              <a:avLst/>
            </a:prstGeom>
            <a:solidFill>
              <a:srgbClr val="81C9BA"/>
            </a:solidFill>
            <a:ln w="0">
              <a:noFill/>
              <a:prstDash val="solid"/>
            </a:ln>
          </p:spPr>
        </p:sp>
        <p:sp>
          <p:nvSpPr>
            <p:cNvPr id="2693" name="four:temporal-output:rotated-tᵦ-cell-105:2693">
              <a:extLst>
                <a:ext uri="{FF2B5EF4-FFF2-40B4-BE49-F238E27FC236}">
                  <ns2:creationId id="{6982E8DD-FC84-49E5-B746-6CDD6C9DF759}"/>
                </a:ext>
              </a:extLst>
            </p:cNvPr>
            <p:cNvSpPr>
              <a:spLocks noGrp="1"/>
            </p:cNvSpPr>
            <p:nvPr/>
          </p:nvSpPr>
          <p:spPr>
            <a:xfrm>
              <a:off x="21950363" y="6531769"/>
              <a:ext cx="709613" cy="5953"/>
            </a:xfrm>
            <a:prstGeom prst="rect">
              <a:avLst/>
            </a:prstGeom>
            <a:solidFill>
              <a:srgbClr val="81C9BA"/>
            </a:solidFill>
            <a:ln w="0">
              <a:noFill/>
              <a:prstDash val="solid"/>
            </a:ln>
          </p:spPr>
        </p:sp>
        <p:sp>
          <p:nvSpPr>
            <p:cNvPr id="2694" name="four:temporal-output:rotated-tᵦ-cell-106:2694">
              <a:extLst>
                <a:ext uri="{FF2B5EF4-FFF2-40B4-BE49-F238E27FC236}">
                  <ns2:creationId id="{CDE72F93-06BF-4E3C-87E5-6D0B60AC37A4}"/>
                </a:ext>
              </a:extLst>
            </p:cNvPr>
            <p:cNvSpPr>
              <a:spLocks noGrp="1"/>
            </p:cNvSpPr>
            <p:nvPr/>
          </p:nvSpPr>
          <p:spPr>
            <a:xfrm>
              <a:off x="21950363" y="6525816"/>
              <a:ext cx="709613" cy="5953"/>
            </a:xfrm>
            <a:prstGeom prst="rect">
              <a:avLst/>
            </a:prstGeom>
            <a:solidFill>
              <a:srgbClr val="81C9BA"/>
            </a:solidFill>
            <a:ln w="0">
              <a:noFill/>
              <a:prstDash val="solid"/>
            </a:ln>
          </p:spPr>
        </p:sp>
        <p:sp>
          <p:nvSpPr>
            <p:cNvPr id="2695" name="four:temporal-output:rotated-tᵦ-cell-107:2695">
              <a:extLst>
                <a:ext uri="{FF2B5EF4-FFF2-40B4-BE49-F238E27FC236}">
                  <ns2:creationId id="{A5AC2D30-6437-4666-8924-513E43068318}"/>
                </a:ext>
              </a:extLst>
            </p:cNvPr>
            <p:cNvSpPr>
              <a:spLocks noGrp="1"/>
            </p:cNvSpPr>
            <p:nvPr/>
          </p:nvSpPr>
          <p:spPr>
            <a:xfrm>
              <a:off x="21950363" y="6519863"/>
              <a:ext cx="709613" cy="5953"/>
            </a:xfrm>
            <a:prstGeom prst="rect">
              <a:avLst/>
            </a:prstGeom>
            <a:solidFill>
              <a:srgbClr val="81C9BA"/>
            </a:solidFill>
            <a:ln w="0">
              <a:noFill/>
              <a:prstDash val="solid"/>
            </a:ln>
          </p:spPr>
        </p:sp>
        <p:sp>
          <p:nvSpPr>
            <p:cNvPr id="2696" name="four:temporal-output:rotated-tᵦ-cell-108:2696">
              <a:extLst>
                <a:ext uri="{FF2B5EF4-FFF2-40B4-BE49-F238E27FC236}">
                  <ns2:creationId id="{3785CBB5-711E-45AE-9710-2D58D0D9BFC3}"/>
                </a:ext>
              </a:extLst>
            </p:cNvPr>
            <p:cNvSpPr>
              <a:spLocks noGrp="1"/>
            </p:cNvSpPr>
            <p:nvPr/>
          </p:nvSpPr>
          <p:spPr>
            <a:xfrm>
              <a:off x="21950363" y="6513909"/>
              <a:ext cx="709613" cy="5953"/>
            </a:xfrm>
            <a:prstGeom prst="rect">
              <a:avLst/>
            </a:prstGeom>
            <a:solidFill>
              <a:srgbClr val="81C9BA"/>
            </a:solidFill>
            <a:ln w="0">
              <a:noFill/>
              <a:prstDash val="solid"/>
            </a:ln>
          </p:spPr>
        </p:sp>
        <p:sp>
          <p:nvSpPr>
            <p:cNvPr id="2697" name="four:temporal-output:rotated-tᵦ-cell-109:2697">
              <a:extLst>
                <a:ext uri="{FF2B5EF4-FFF2-40B4-BE49-F238E27FC236}">
                  <ns2:creationId id="{DB6AD168-E52C-44A9-991C-87AC111503F8}"/>
                </a:ext>
              </a:extLst>
            </p:cNvPr>
            <p:cNvSpPr>
              <a:spLocks noGrp="1"/>
            </p:cNvSpPr>
            <p:nvPr/>
          </p:nvSpPr>
          <p:spPr>
            <a:xfrm>
              <a:off x="21950363" y="6507956"/>
              <a:ext cx="709613" cy="5953"/>
            </a:xfrm>
            <a:prstGeom prst="rect">
              <a:avLst/>
            </a:prstGeom>
            <a:solidFill>
              <a:srgbClr val="81C9BA"/>
            </a:solidFill>
            <a:ln w="0">
              <a:noFill/>
              <a:prstDash val="solid"/>
            </a:ln>
          </p:spPr>
        </p:sp>
        <p:sp>
          <p:nvSpPr>
            <p:cNvPr id="2698" name="four:temporal-output:rotated-tᵦ-cell-110:2698">
              <a:extLst>
                <a:ext uri="{FF2B5EF4-FFF2-40B4-BE49-F238E27FC236}">
                  <ns2:creationId id="{817D998E-350C-4CC2-A13F-77D9C4318F33}"/>
                </a:ext>
              </a:extLst>
            </p:cNvPr>
            <p:cNvSpPr>
              <a:spLocks noGrp="1"/>
            </p:cNvSpPr>
            <p:nvPr/>
          </p:nvSpPr>
          <p:spPr>
            <a:xfrm>
              <a:off x="21950363" y="6502003"/>
              <a:ext cx="709613" cy="5953"/>
            </a:xfrm>
            <a:prstGeom prst="rect">
              <a:avLst/>
            </a:prstGeom>
            <a:solidFill>
              <a:srgbClr val="81C9BA"/>
            </a:solidFill>
            <a:ln w="0">
              <a:noFill/>
              <a:prstDash val="solid"/>
            </a:ln>
          </p:spPr>
        </p:sp>
        <p:sp>
          <p:nvSpPr>
            <p:cNvPr id="2699" name="four:temporal-output:rotated-tᵦ-cell-111:2699">
              <a:extLst>
                <a:ext uri="{FF2B5EF4-FFF2-40B4-BE49-F238E27FC236}">
                  <ns2:creationId id="{9FC49D9E-5CA3-4D89-BDF4-E6E2B80A6FBE}"/>
                </a:ext>
              </a:extLst>
            </p:cNvPr>
            <p:cNvSpPr>
              <a:spLocks noGrp="1"/>
            </p:cNvSpPr>
            <p:nvPr/>
          </p:nvSpPr>
          <p:spPr>
            <a:xfrm>
              <a:off x="21950363" y="6496050"/>
              <a:ext cx="709613" cy="5953"/>
            </a:xfrm>
            <a:prstGeom prst="rect">
              <a:avLst/>
            </a:prstGeom>
            <a:solidFill>
              <a:srgbClr val="81C9BA"/>
            </a:solidFill>
            <a:ln w="0">
              <a:noFill/>
              <a:prstDash val="solid"/>
            </a:ln>
          </p:spPr>
        </p:sp>
        <p:sp>
          <p:nvSpPr>
            <p:cNvPr id="2700" name="four:temporal-output:rotated-tᵦ-cell-112:2700">
              <a:extLst>
                <a:ext uri="{FF2B5EF4-FFF2-40B4-BE49-F238E27FC236}">
                  <ns2:creationId id="{CDF25389-6C6A-4009-9BEF-B10FF35CAEA2}"/>
                </a:ext>
              </a:extLst>
            </p:cNvPr>
            <p:cNvSpPr>
              <a:spLocks noGrp="1"/>
            </p:cNvSpPr>
            <p:nvPr/>
          </p:nvSpPr>
          <p:spPr>
            <a:xfrm>
              <a:off x="21950363" y="6490097"/>
              <a:ext cx="709613" cy="5953"/>
            </a:xfrm>
            <a:prstGeom prst="rect">
              <a:avLst/>
            </a:prstGeom>
            <a:solidFill>
              <a:srgbClr val="81C9BA"/>
            </a:solidFill>
            <a:ln w="0">
              <a:noFill/>
              <a:prstDash val="solid"/>
            </a:ln>
          </p:spPr>
        </p:sp>
        <p:sp>
          <p:nvSpPr>
            <p:cNvPr id="2701" name="four:temporal-output:rotated-tᵦ-cell-113:2701">
              <a:extLst>
                <a:ext uri="{FF2B5EF4-FFF2-40B4-BE49-F238E27FC236}">
                  <ns2:creationId id="{E66B641D-95E9-4475-9B1D-87EC3C7AC303}"/>
                </a:ext>
              </a:extLst>
            </p:cNvPr>
            <p:cNvSpPr>
              <a:spLocks noGrp="1"/>
            </p:cNvSpPr>
            <p:nvPr/>
          </p:nvSpPr>
          <p:spPr>
            <a:xfrm>
              <a:off x="21950363" y="6484144"/>
              <a:ext cx="709613" cy="5953"/>
            </a:xfrm>
            <a:prstGeom prst="rect">
              <a:avLst/>
            </a:prstGeom>
            <a:solidFill>
              <a:srgbClr val="81C9BA"/>
            </a:solidFill>
            <a:ln w="0">
              <a:noFill/>
              <a:prstDash val="solid"/>
            </a:ln>
          </p:spPr>
        </p:sp>
        <p:sp>
          <p:nvSpPr>
            <p:cNvPr id="2702" name="four:temporal-output:rotated-tᵦ-cell-114:2702">
              <a:extLst>
                <a:ext uri="{FF2B5EF4-FFF2-40B4-BE49-F238E27FC236}">
                  <ns2:creationId id="{AA722F6D-39C7-4CC5-A43C-D3E7A0B67461}"/>
                </a:ext>
              </a:extLst>
            </p:cNvPr>
            <p:cNvSpPr>
              <a:spLocks noGrp="1"/>
            </p:cNvSpPr>
            <p:nvPr/>
          </p:nvSpPr>
          <p:spPr>
            <a:xfrm>
              <a:off x="21950363" y="6478191"/>
              <a:ext cx="709613" cy="5953"/>
            </a:xfrm>
            <a:prstGeom prst="rect">
              <a:avLst/>
            </a:prstGeom>
            <a:solidFill>
              <a:srgbClr val="81C9BA"/>
            </a:solidFill>
            <a:ln w="0">
              <a:noFill/>
              <a:prstDash val="solid"/>
            </a:ln>
          </p:spPr>
        </p:sp>
        <p:sp>
          <p:nvSpPr>
            <p:cNvPr id="2703" name="four:temporal-output:rotated-tᵦ-cell-115:2703">
              <a:extLst>
                <a:ext uri="{FF2B5EF4-FFF2-40B4-BE49-F238E27FC236}">
                  <ns2:creationId id="{61D60F0A-828D-46A8-A060-16199D2407FE}"/>
                </a:ext>
              </a:extLst>
            </p:cNvPr>
            <p:cNvSpPr>
              <a:spLocks noGrp="1"/>
            </p:cNvSpPr>
            <p:nvPr/>
          </p:nvSpPr>
          <p:spPr>
            <a:xfrm>
              <a:off x="21950363" y="6472238"/>
              <a:ext cx="709613" cy="5953"/>
            </a:xfrm>
            <a:prstGeom prst="rect">
              <a:avLst/>
            </a:prstGeom>
            <a:solidFill>
              <a:srgbClr val="7FC9B9"/>
            </a:solidFill>
            <a:ln w="0">
              <a:noFill/>
              <a:prstDash val="solid"/>
            </a:ln>
          </p:spPr>
        </p:sp>
        <p:sp>
          <p:nvSpPr>
            <p:cNvPr id="2704" name="four:temporal-output:rotated-tᵦ-cell-116:2704">
              <a:extLst>
                <a:ext uri="{FF2B5EF4-FFF2-40B4-BE49-F238E27FC236}">
                  <ns2:creationId id="{C4BD26B9-1299-4A19-AFBB-5D97E2F908BB}"/>
                </a:ext>
              </a:extLst>
            </p:cNvPr>
            <p:cNvSpPr>
              <a:spLocks noGrp="1"/>
            </p:cNvSpPr>
            <p:nvPr/>
          </p:nvSpPr>
          <p:spPr>
            <a:xfrm>
              <a:off x="21950363" y="6466284"/>
              <a:ext cx="709613" cy="5953"/>
            </a:xfrm>
            <a:prstGeom prst="rect">
              <a:avLst/>
            </a:prstGeom>
            <a:solidFill>
              <a:srgbClr val="73C5B3"/>
            </a:solidFill>
            <a:ln w="0">
              <a:noFill/>
              <a:prstDash val="solid"/>
            </a:ln>
          </p:spPr>
        </p:sp>
        <p:sp>
          <p:nvSpPr>
            <p:cNvPr id="2705" name="four:temporal-output:rotated-tᵦ-cell-117:2705">
              <a:extLst>
                <a:ext uri="{FF2B5EF4-FFF2-40B4-BE49-F238E27FC236}">
                  <ns2:creationId id="{8DCB0985-0DB5-4B3E-A2A0-572EED341056}"/>
                </a:ext>
              </a:extLst>
            </p:cNvPr>
            <p:cNvSpPr>
              <a:spLocks noGrp="1"/>
            </p:cNvSpPr>
            <p:nvPr/>
          </p:nvSpPr>
          <p:spPr>
            <a:xfrm>
              <a:off x="21950363" y="6460331"/>
              <a:ext cx="709613" cy="5953"/>
            </a:xfrm>
            <a:prstGeom prst="rect">
              <a:avLst/>
            </a:prstGeom>
            <a:solidFill>
              <a:srgbClr val="60BEA8"/>
            </a:solidFill>
            <a:ln w="0">
              <a:noFill/>
              <a:prstDash val="solid"/>
            </a:ln>
          </p:spPr>
        </p:sp>
        <p:sp>
          <p:nvSpPr>
            <p:cNvPr id="2706" name="four:temporal-output:rotated-tᵦ-cell-118:2706">
              <a:extLst>
                <a:ext uri="{FF2B5EF4-FFF2-40B4-BE49-F238E27FC236}">
                  <ns2:creationId id="{1D798F2E-350A-4F71-AA26-F649EAF0FDA4}"/>
                </a:ext>
              </a:extLst>
            </p:cNvPr>
            <p:cNvSpPr>
              <a:spLocks noGrp="1"/>
            </p:cNvSpPr>
            <p:nvPr/>
          </p:nvSpPr>
          <p:spPr>
            <a:xfrm>
              <a:off x="21950363" y="6454378"/>
              <a:ext cx="709613" cy="5953"/>
            </a:xfrm>
            <a:prstGeom prst="rect">
              <a:avLst/>
            </a:prstGeom>
            <a:solidFill>
              <a:srgbClr val="48B69B"/>
            </a:solidFill>
            <a:ln w="0">
              <a:noFill/>
              <a:prstDash val="solid"/>
            </a:ln>
          </p:spPr>
        </p:sp>
        <p:sp>
          <p:nvSpPr>
            <p:cNvPr id="2707" name="four:temporal-output:rotated-tᵦ-cell-119:2707">
              <a:extLst>
                <a:ext uri="{FF2B5EF4-FFF2-40B4-BE49-F238E27FC236}">
                  <ns2:creationId id="{11F0C475-FA7F-40A8-A197-EAAABFCCFF51}"/>
                </a:ext>
              </a:extLst>
            </p:cNvPr>
            <p:cNvSpPr>
              <a:spLocks noGrp="1"/>
            </p:cNvSpPr>
            <p:nvPr/>
          </p:nvSpPr>
          <p:spPr>
            <a:xfrm>
              <a:off x="21950363" y="6448425"/>
              <a:ext cx="709613" cy="5953"/>
            </a:xfrm>
            <a:prstGeom prst="rect">
              <a:avLst/>
            </a:prstGeom>
            <a:solidFill>
              <a:srgbClr val="2EAE8D"/>
            </a:solidFill>
            <a:ln w="0">
              <a:noFill/>
              <a:prstDash val="solid"/>
            </a:ln>
          </p:spPr>
        </p:sp>
        <p:sp>
          <p:nvSpPr>
            <p:cNvPr id="2708" name="four:temporal-output:rotated-tᵦ-cell-120:2708">
              <a:extLst>
                <a:ext uri="{FF2B5EF4-FFF2-40B4-BE49-F238E27FC236}">
                  <ns2:creationId id="{E6CEFCC7-410C-418A-81F3-A8CA4CC8CEF1}"/>
                </a:ext>
              </a:extLst>
            </p:cNvPr>
            <p:cNvSpPr>
              <a:spLocks noGrp="1"/>
            </p:cNvSpPr>
            <p:nvPr/>
          </p:nvSpPr>
          <p:spPr>
            <a:xfrm>
              <a:off x="21950363" y="6442472"/>
              <a:ext cx="709613" cy="5953"/>
            </a:xfrm>
            <a:prstGeom prst="rect">
              <a:avLst/>
            </a:prstGeom>
            <a:solidFill>
              <a:srgbClr val="1AA781"/>
            </a:solidFill>
            <a:ln w="0">
              <a:noFill/>
              <a:prstDash val="solid"/>
            </a:ln>
          </p:spPr>
        </p:sp>
        <p:sp>
          <p:nvSpPr>
            <p:cNvPr id="2709" name="four:temporal-output:rotated-tᵦ-cell-121:2709">
              <a:extLst>
                <a:ext uri="{FF2B5EF4-FFF2-40B4-BE49-F238E27FC236}">
                  <ns2:creationId id="{2CA6C0FB-8048-47EE-8B69-0467D9BBED9D}"/>
                </a:ext>
              </a:extLst>
            </p:cNvPr>
            <p:cNvSpPr>
              <a:spLocks noGrp="1"/>
            </p:cNvSpPr>
            <p:nvPr/>
          </p:nvSpPr>
          <p:spPr>
            <a:xfrm>
              <a:off x="21950363" y="6436519"/>
              <a:ext cx="709613" cy="5953"/>
            </a:xfrm>
            <a:prstGeom prst="rect">
              <a:avLst/>
            </a:prstGeom>
            <a:solidFill>
              <a:srgbClr val="07A177"/>
            </a:solidFill>
            <a:ln w="0">
              <a:noFill/>
              <a:prstDash val="solid"/>
            </a:ln>
          </p:spPr>
        </p:sp>
        <p:sp>
          <p:nvSpPr>
            <p:cNvPr id="2710" name="four:temporal-output:rotated-tᵦ-cell-122:2710">
              <a:extLst>
                <a:ext uri="{FF2B5EF4-FFF2-40B4-BE49-F238E27FC236}">
                  <ns2:creationId id="{BCDDEEC8-E7EB-4B06-8C63-E97D71424C93}"/>
                </a:ext>
              </a:extLst>
            </p:cNvPr>
            <p:cNvSpPr>
              <a:spLocks noGrp="1"/>
            </p:cNvSpPr>
            <p:nvPr/>
          </p:nvSpPr>
          <p:spPr>
            <a:xfrm>
              <a:off x="21950363" y="6430566"/>
              <a:ext cx="709613" cy="5953"/>
            </a:xfrm>
            <a:prstGeom prst="rect">
              <a:avLst/>
            </a:prstGeom>
            <a:solidFill>
              <a:srgbClr val="009E73"/>
            </a:solidFill>
            <a:ln w="0">
              <a:noFill/>
              <a:prstDash val="solid"/>
            </a:ln>
          </p:spPr>
        </p:sp>
        <p:sp>
          <p:nvSpPr>
            <p:cNvPr id="2711" name="four:temporal-output:rotated-tᵦ-cell-123:2711">
              <a:extLst>
                <a:ext uri="{FF2B5EF4-FFF2-40B4-BE49-F238E27FC236}">
                  <ns2:creationId id="{9AD7E6DC-0431-42A8-B774-21C64CFC71F8}"/>
                </a:ext>
              </a:extLst>
            </p:cNvPr>
            <p:cNvSpPr>
              <a:spLocks noGrp="1"/>
            </p:cNvSpPr>
            <p:nvPr/>
          </p:nvSpPr>
          <p:spPr>
            <a:xfrm>
              <a:off x="21950363" y="6424613"/>
              <a:ext cx="709613" cy="5953"/>
            </a:xfrm>
            <a:prstGeom prst="rect">
              <a:avLst/>
            </a:prstGeom>
            <a:solidFill>
              <a:srgbClr val="009E73"/>
            </a:solidFill>
            <a:ln w="0">
              <a:noFill/>
              <a:prstDash val="solid"/>
            </a:ln>
          </p:spPr>
        </p:sp>
        <p:sp>
          <p:nvSpPr>
            <p:cNvPr id="2712" name="four:temporal-output:rotated-tᵦ-cell-124:2712">
              <a:extLst>
                <a:ext uri="{FF2B5EF4-FFF2-40B4-BE49-F238E27FC236}">
                  <ns2:creationId id="{E0B37114-5D38-4FD4-BC5F-DA23E6BDD11E}"/>
                </a:ext>
              </a:extLst>
            </p:cNvPr>
            <p:cNvSpPr>
              <a:spLocks noGrp="1"/>
            </p:cNvSpPr>
            <p:nvPr/>
          </p:nvSpPr>
          <p:spPr>
            <a:xfrm>
              <a:off x="21950363" y="6418659"/>
              <a:ext cx="709613" cy="5953"/>
            </a:xfrm>
            <a:prstGeom prst="rect">
              <a:avLst/>
            </a:prstGeom>
            <a:solidFill>
              <a:srgbClr val="009E73"/>
            </a:solidFill>
            <a:ln w="0">
              <a:noFill/>
              <a:prstDash val="solid"/>
            </a:ln>
          </p:spPr>
        </p:sp>
        <p:sp>
          <p:nvSpPr>
            <p:cNvPr id="2713" name="four:temporal-output:rotated-tᵦ-cell-125:2713">
              <a:extLst>
                <a:ext uri="{FF2B5EF4-FFF2-40B4-BE49-F238E27FC236}">
                  <ns2:creationId id="{85DFEC10-91ED-4554-BCC6-C92C45240B5D}"/>
                </a:ext>
              </a:extLst>
            </p:cNvPr>
            <p:cNvSpPr>
              <a:spLocks noGrp="1"/>
            </p:cNvSpPr>
            <p:nvPr/>
          </p:nvSpPr>
          <p:spPr>
            <a:xfrm>
              <a:off x="21950363" y="6412706"/>
              <a:ext cx="709613" cy="5953"/>
            </a:xfrm>
            <a:prstGeom prst="rect">
              <a:avLst/>
            </a:prstGeom>
            <a:solidFill>
              <a:srgbClr val="009E73"/>
            </a:solidFill>
            <a:ln w="0">
              <a:noFill/>
              <a:prstDash val="solid"/>
            </a:ln>
          </p:spPr>
        </p:sp>
        <p:sp>
          <p:nvSpPr>
            <p:cNvPr id="2714" name="four:temporal-output:rotated-tᵦ-cell-126:2714">
              <a:extLst>
                <a:ext uri="{FF2B5EF4-FFF2-40B4-BE49-F238E27FC236}">
                  <ns2:creationId id="{06FFAD9C-0C31-4ED0-87D0-8C75087F1645}"/>
                </a:ext>
              </a:extLst>
            </p:cNvPr>
            <p:cNvSpPr>
              <a:spLocks noGrp="1"/>
            </p:cNvSpPr>
            <p:nvPr/>
          </p:nvSpPr>
          <p:spPr>
            <a:xfrm>
              <a:off x="21950363" y="6406753"/>
              <a:ext cx="709613" cy="5953"/>
            </a:xfrm>
            <a:prstGeom prst="rect">
              <a:avLst/>
            </a:prstGeom>
            <a:solidFill>
              <a:srgbClr val="009E73"/>
            </a:solidFill>
            <a:ln w="0">
              <a:noFill/>
              <a:prstDash val="solid"/>
            </a:ln>
          </p:spPr>
        </p:sp>
        <p:sp>
          <p:nvSpPr>
            <p:cNvPr id="2715" name="four:temporal-output:rotated-tᵦ-cell-127:2715">
              <a:extLst>
                <a:ext uri="{FF2B5EF4-FFF2-40B4-BE49-F238E27FC236}">
                  <ns2:creationId id="{10460F8C-A764-4207-B476-0F631ABD40D9}"/>
                </a:ext>
              </a:extLst>
            </p:cNvPr>
            <p:cNvSpPr>
              <a:spLocks noGrp="1"/>
            </p:cNvSpPr>
            <p:nvPr/>
          </p:nvSpPr>
          <p:spPr>
            <a:xfrm>
              <a:off x="21950363" y="6400800"/>
              <a:ext cx="709613" cy="5953"/>
            </a:xfrm>
            <a:prstGeom prst="rect">
              <a:avLst/>
            </a:prstGeom>
            <a:solidFill>
              <a:srgbClr val="009E73"/>
            </a:solidFill>
            <a:ln w="0">
              <a:noFill/>
              <a:prstDash val="solid"/>
            </a:ln>
          </p:spPr>
        </p:sp>
        <p:sp>
          <p:nvSpPr>
            <p:cNvPr id="2716" name="four:temporal-output:rotated-tᵦ-cell-128:2716">
              <a:extLst>
                <a:ext uri="{FF2B5EF4-FFF2-40B4-BE49-F238E27FC236}">
                  <ns2:creationId id="{EA47AAC8-5C9B-454C-8FE9-6C00D5881881}"/>
                </a:ext>
              </a:extLst>
            </p:cNvPr>
            <p:cNvSpPr>
              <a:spLocks noGrp="1"/>
            </p:cNvSpPr>
            <p:nvPr/>
          </p:nvSpPr>
          <p:spPr>
            <a:xfrm>
              <a:off x="21950363" y="6394847"/>
              <a:ext cx="709613" cy="5953"/>
            </a:xfrm>
            <a:prstGeom prst="rect">
              <a:avLst/>
            </a:prstGeom>
            <a:solidFill>
              <a:srgbClr val="009E73"/>
            </a:solidFill>
            <a:ln w="0">
              <a:noFill/>
              <a:prstDash val="solid"/>
            </a:ln>
          </p:spPr>
        </p:sp>
        <p:sp>
          <p:nvSpPr>
            <p:cNvPr id="2717" name="four:temporal-output:rotated-tᵦ-cell-129:2717">
              <a:extLst>
                <a:ext uri="{FF2B5EF4-FFF2-40B4-BE49-F238E27FC236}">
                  <ns2:creationId id="{BCBEB7F3-6FA9-48AE-AF78-6836C1C6EAFC}"/>
                </a:ext>
              </a:extLst>
            </p:cNvPr>
            <p:cNvSpPr>
              <a:spLocks noGrp="1"/>
            </p:cNvSpPr>
            <p:nvPr/>
          </p:nvSpPr>
          <p:spPr>
            <a:xfrm>
              <a:off x="21950363" y="6388894"/>
              <a:ext cx="709613" cy="5953"/>
            </a:xfrm>
            <a:prstGeom prst="rect">
              <a:avLst/>
            </a:prstGeom>
            <a:solidFill>
              <a:srgbClr val="009E73"/>
            </a:solidFill>
            <a:ln w="0">
              <a:noFill/>
              <a:prstDash val="solid"/>
            </a:ln>
          </p:spPr>
        </p:sp>
        <p:sp>
          <p:nvSpPr>
            <p:cNvPr id="2718" name="four:temporal-output:rotated-tᵦ-cell-130:2718">
              <a:extLst>
                <a:ext uri="{FF2B5EF4-FFF2-40B4-BE49-F238E27FC236}">
                  <ns2:creationId id="{7AA107A8-7A99-49AA-BD53-F3B16566477E}"/>
                </a:ext>
              </a:extLst>
            </p:cNvPr>
            <p:cNvSpPr>
              <a:spLocks noGrp="1"/>
            </p:cNvSpPr>
            <p:nvPr/>
          </p:nvSpPr>
          <p:spPr>
            <a:xfrm>
              <a:off x="21950363" y="6382941"/>
              <a:ext cx="709613" cy="5953"/>
            </a:xfrm>
            <a:prstGeom prst="rect">
              <a:avLst/>
            </a:prstGeom>
            <a:solidFill>
              <a:srgbClr val="009E73"/>
            </a:solidFill>
            <a:ln w="0">
              <a:noFill/>
              <a:prstDash val="solid"/>
            </a:ln>
          </p:spPr>
        </p:sp>
        <p:sp>
          <p:nvSpPr>
            <p:cNvPr id="2719" name="four:temporal-output:rotated-tᵦ-cell-131:2719">
              <a:extLst>
                <a:ext uri="{FF2B5EF4-FFF2-40B4-BE49-F238E27FC236}">
                  <ns2:creationId id="{2DB58438-70C0-43D1-A603-8B7C67B628B9}"/>
                </a:ext>
              </a:extLst>
            </p:cNvPr>
            <p:cNvSpPr>
              <a:spLocks noGrp="1"/>
            </p:cNvSpPr>
            <p:nvPr/>
          </p:nvSpPr>
          <p:spPr>
            <a:xfrm>
              <a:off x="21950363" y="6376988"/>
              <a:ext cx="709613" cy="5953"/>
            </a:xfrm>
            <a:prstGeom prst="rect">
              <a:avLst/>
            </a:prstGeom>
            <a:solidFill>
              <a:srgbClr val="009E73"/>
            </a:solidFill>
            <a:ln w="0">
              <a:noFill/>
              <a:prstDash val="solid"/>
            </a:ln>
          </p:spPr>
        </p:sp>
        <p:sp>
          <p:nvSpPr>
            <p:cNvPr id="2720" name="four:temporal-output:rotated-tᵦ-cell-132:2720">
              <a:extLst>
                <a:ext uri="{FF2B5EF4-FFF2-40B4-BE49-F238E27FC236}">
                  <ns2:creationId id="{EF38E5BE-2CA7-4C27-8902-9DDCD61B4D67}"/>
                </a:ext>
              </a:extLst>
            </p:cNvPr>
            <p:cNvSpPr>
              <a:spLocks noGrp="1"/>
            </p:cNvSpPr>
            <p:nvPr/>
          </p:nvSpPr>
          <p:spPr>
            <a:xfrm>
              <a:off x="21950363" y="6371034"/>
              <a:ext cx="709613" cy="5953"/>
            </a:xfrm>
            <a:prstGeom prst="rect">
              <a:avLst/>
            </a:prstGeom>
            <a:solidFill>
              <a:srgbClr val="06A076"/>
            </a:solidFill>
            <a:ln w="0">
              <a:noFill/>
              <a:prstDash val="solid"/>
            </a:ln>
          </p:spPr>
        </p:sp>
        <p:sp>
          <p:nvSpPr>
            <p:cNvPr id="2721" name="four:temporal-output:rotated-tᵦ-cell-133:2721">
              <a:extLst>
                <a:ext uri="{FF2B5EF4-FFF2-40B4-BE49-F238E27FC236}">
                  <ns2:creationId id="{0B63A7A8-F143-4BB2-A699-1F7CD01CBF21}"/>
                </a:ext>
              </a:extLst>
            </p:cNvPr>
            <p:cNvSpPr>
              <a:spLocks noGrp="1"/>
            </p:cNvSpPr>
            <p:nvPr/>
          </p:nvSpPr>
          <p:spPr>
            <a:xfrm>
              <a:off x="21950363" y="6365081"/>
              <a:ext cx="709613" cy="5953"/>
            </a:xfrm>
            <a:prstGeom prst="rect">
              <a:avLst/>
            </a:prstGeom>
            <a:solidFill>
              <a:srgbClr val="1DA883"/>
            </a:solidFill>
            <a:ln w="0">
              <a:noFill/>
              <a:prstDash val="solid"/>
            </a:ln>
          </p:spPr>
        </p:sp>
        <p:sp>
          <p:nvSpPr>
            <p:cNvPr id="2722" name="four:temporal-output:rotated-tᵦ-cell-134:2722">
              <a:extLst>
                <a:ext uri="{FF2B5EF4-FFF2-40B4-BE49-F238E27FC236}">
                  <ns2:creationId id="{7DF49706-A124-485A-9204-0A9DD6163E1E}"/>
                </a:ext>
              </a:extLst>
            </p:cNvPr>
            <p:cNvSpPr>
              <a:spLocks noGrp="1"/>
            </p:cNvSpPr>
            <p:nvPr/>
          </p:nvSpPr>
          <p:spPr>
            <a:xfrm>
              <a:off x="21950363" y="6359128"/>
              <a:ext cx="709613" cy="5953"/>
            </a:xfrm>
            <a:prstGeom prst="rect">
              <a:avLst/>
            </a:prstGeom>
            <a:solidFill>
              <a:srgbClr val="40B396"/>
            </a:solidFill>
            <a:ln w="0">
              <a:noFill/>
              <a:prstDash val="solid"/>
            </a:ln>
          </p:spPr>
        </p:sp>
        <p:sp>
          <p:nvSpPr>
            <p:cNvPr id="2723" name="four:temporal-output:rotated-tᵦ-cell-135:2723">
              <a:extLst>
                <a:ext uri="{FF2B5EF4-FFF2-40B4-BE49-F238E27FC236}">
                  <ns2:creationId id="{CA8BC452-344A-4877-8F03-FD9B4A327230}"/>
                </a:ext>
              </a:extLst>
            </p:cNvPr>
            <p:cNvSpPr>
              <a:spLocks noGrp="1"/>
            </p:cNvSpPr>
            <p:nvPr/>
          </p:nvSpPr>
          <p:spPr>
            <a:xfrm>
              <a:off x="21950363" y="6353175"/>
              <a:ext cx="709613" cy="5953"/>
            </a:xfrm>
            <a:prstGeom prst="rect">
              <a:avLst/>
            </a:prstGeom>
            <a:solidFill>
              <a:srgbClr val="6AC2AE"/>
            </a:solidFill>
            <a:ln w="0">
              <a:noFill/>
              <a:prstDash val="solid"/>
            </a:ln>
          </p:spPr>
        </p:sp>
        <p:sp>
          <p:nvSpPr>
            <p:cNvPr id="2724" name="four:temporal-output:rotated-tᵦ-cell-136:2724">
              <a:extLst>
                <a:ext uri="{FF2B5EF4-FFF2-40B4-BE49-F238E27FC236}">
                  <ns2:creationId id="{831D77E6-C56D-42B7-B408-E0E3421922E1}"/>
                </a:ext>
              </a:extLst>
            </p:cNvPr>
            <p:cNvSpPr>
              <a:spLocks noGrp="1"/>
            </p:cNvSpPr>
            <p:nvPr/>
          </p:nvSpPr>
          <p:spPr>
            <a:xfrm>
              <a:off x="21950363" y="6347222"/>
              <a:ext cx="709613" cy="5953"/>
            </a:xfrm>
            <a:prstGeom prst="rect">
              <a:avLst/>
            </a:prstGeom>
            <a:solidFill>
              <a:srgbClr val="93D0C5"/>
            </a:solidFill>
            <a:ln w="0">
              <a:noFill/>
              <a:prstDash val="solid"/>
            </a:ln>
          </p:spPr>
        </p:sp>
        <p:sp>
          <p:nvSpPr>
            <p:cNvPr id="2725" name="four:temporal-output:rotated-tᵦ-cell-137:2725">
              <a:extLst>
                <a:ext uri="{FF2B5EF4-FFF2-40B4-BE49-F238E27FC236}">
                  <ns2:creationId id="{A86A49F3-04CA-4A63-8DB2-773110B4C241}"/>
                </a:ext>
              </a:extLst>
            </p:cNvPr>
            <p:cNvSpPr>
              <a:spLocks noGrp="1"/>
            </p:cNvSpPr>
            <p:nvPr/>
          </p:nvSpPr>
          <p:spPr>
            <a:xfrm>
              <a:off x="21950363" y="6341269"/>
              <a:ext cx="709613" cy="5953"/>
            </a:xfrm>
            <a:prstGeom prst="rect">
              <a:avLst/>
            </a:prstGeom>
            <a:solidFill>
              <a:srgbClr val="B8DCD9"/>
            </a:solidFill>
            <a:ln w="0">
              <a:noFill/>
              <a:prstDash val="solid"/>
            </a:ln>
          </p:spPr>
        </p:sp>
        <p:sp>
          <p:nvSpPr>
            <p:cNvPr id="2726" name="four:temporal-output:rotated-tᵦ-cell-138:2726">
              <a:extLst>
                <a:ext uri="{FF2B5EF4-FFF2-40B4-BE49-F238E27FC236}">
                  <ns2:creationId id="{252B30B1-72A5-4F08-8130-F0EDBE26CA2D}"/>
                </a:ext>
              </a:extLst>
            </p:cNvPr>
            <p:cNvSpPr>
              <a:spLocks noGrp="1"/>
            </p:cNvSpPr>
            <p:nvPr/>
          </p:nvSpPr>
          <p:spPr>
            <a:xfrm>
              <a:off x="21950363" y="6335316"/>
              <a:ext cx="709613" cy="5953"/>
            </a:xfrm>
            <a:prstGeom prst="rect">
              <a:avLst/>
            </a:prstGeom>
            <a:solidFill>
              <a:srgbClr val="D9E4EB"/>
            </a:solidFill>
            <a:ln w="0">
              <a:noFill/>
              <a:prstDash val="solid"/>
            </a:ln>
          </p:spPr>
        </p:sp>
        <p:sp>
          <p:nvSpPr>
            <p:cNvPr id="2727" name="four:temporal-output:rotated-tᵦ-cell-139:2727">
              <a:extLst>
                <a:ext uri="{FF2B5EF4-FFF2-40B4-BE49-F238E27FC236}">
                  <ns2:creationId id="{28B4A6EC-A46C-4CD0-A0AE-C5CD139686C1}"/>
                </a:ext>
              </a:extLst>
            </p:cNvPr>
            <p:cNvSpPr>
              <a:spLocks noGrp="1"/>
            </p:cNvSpPr>
            <p:nvPr/>
          </p:nvSpPr>
          <p:spPr>
            <a:xfrm>
              <a:off x="21950363" y="6329363"/>
              <a:ext cx="709613" cy="5953"/>
            </a:xfrm>
            <a:prstGeom prst="rect">
              <a:avLst/>
            </a:prstGeom>
            <a:solidFill>
              <a:srgbClr val="DCE8ED"/>
            </a:solidFill>
            <a:ln w="0">
              <a:noFill/>
              <a:prstDash val="solid"/>
            </a:ln>
          </p:spPr>
        </p:sp>
        <p:sp>
          <p:nvSpPr>
            <p:cNvPr id="2728" name="four:temporal-output:rotated-tᵦ-cell-140:2728">
              <a:extLst>
                <a:ext uri="{FF2B5EF4-FFF2-40B4-BE49-F238E27FC236}">
                  <ns2:creationId id="{CB087061-3CB2-4AB7-ABBC-1FEEF2170682}"/>
                </a:ext>
              </a:extLst>
            </p:cNvPr>
            <p:cNvSpPr>
              <a:spLocks noGrp="1"/>
            </p:cNvSpPr>
            <p:nvPr/>
          </p:nvSpPr>
          <p:spPr>
            <a:xfrm>
              <a:off x="21950363" y="6323409"/>
              <a:ext cx="709613" cy="5953"/>
            </a:xfrm>
            <a:prstGeom prst="rect">
              <a:avLst/>
            </a:prstGeom>
            <a:solidFill>
              <a:srgbClr val="DCE8ED"/>
            </a:solidFill>
            <a:ln w="0">
              <a:noFill/>
              <a:prstDash val="solid"/>
            </a:ln>
          </p:spPr>
        </p:sp>
        <p:sp>
          <p:nvSpPr>
            <p:cNvPr id="2729" name="four:temporal-output:rotated-tᵦ-cell-141:2729">
              <a:extLst>
                <a:ext uri="{FF2B5EF4-FFF2-40B4-BE49-F238E27FC236}">
                  <ns2:creationId id="{75E80C24-918D-40D2-84F1-253D1FC9D894}"/>
                </a:ext>
              </a:extLst>
            </p:cNvPr>
            <p:cNvSpPr>
              <a:spLocks noGrp="1"/>
            </p:cNvSpPr>
            <p:nvPr/>
          </p:nvSpPr>
          <p:spPr>
            <a:xfrm>
              <a:off x="21950363" y="6317456"/>
              <a:ext cx="709613" cy="5953"/>
            </a:xfrm>
            <a:prstGeom prst="rect">
              <a:avLst/>
            </a:prstGeom>
            <a:solidFill>
              <a:srgbClr val="DCE8ED"/>
            </a:solidFill>
            <a:ln w="0">
              <a:noFill/>
              <a:prstDash val="solid"/>
            </a:ln>
          </p:spPr>
        </p:sp>
        <p:sp>
          <p:nvSpPr>
            <p:cNvPr id="2730" name="four:temporal-output:rotated-tᵦ-cell-142:2730">
              <a:extLst>
                <a:ext uri="{FF2B5EF4-FFF2-40B4-BE49-F238E27FC236}">
                  <ns2:creationId id="{015F8077-16F0-485C-9CB5-707181BFA673}"/>
                </a:ext>
              </a:extLst>
            </p:cNvPr>
            <p:cNvSpPr>
              <a:spLocks noGrp="1"/>
            </p:cNvSpPr>
            <p:nvPr/>
          </p:nvSpPr>
          <p:spPr>
            <a:xfrm>
              <a:off x="21950363" y="6311503"/>
              <a:ext cx="709613" cy="5953"/>
            </a:xfrm>
            <a:prstGeom prst="rect">
              <a:avLst/>
            </a:prstGeom>
            <a:solidFill>
              <a:srgbClr val="DCE8ED"/>
            </a:solidFill>
            <a:ln w="0">
              <a:noFill/>
              <a:prstDash val="solid"/>
            </a:ln>
          </p:spPr>
        </p:sp>
        <p:sp>
          <p:nvSpPr>
            <p:cNvPr id="2731" name="four:temporal-output:rotated-tᵦ-cell-143:2731">
              <a:extLst>
                <a:ext uri="{FF2B5EF4-FFF2-40B4-BE49-F238E27FC236}">
                  <ns2:creationId id="{3A70250B-8E6E-4468-A708-82840587BF2B}"/>
                </a:ext>
              </a:extLst>
            </p:cNvPr>
            <p:cNvSpPr>
              <a:spLocks noGrp="1"/>
            </p:cNvSpPr>
            <p:nvPr/>
          </p:nvSpPr>
          <p:spPr>
            <a:xfrm>
              <a:off x="21950363" y="6305550"/>
              <a:ext cx="709613" cy="5953"/>
            </a:xfrm>
            <a:prstGeom prst="rect">
              <a:avLst/>
            </a:prstGeom>
            <a:solidFill>
              <a:srgbClr val="DCE8ED"/>
            </a:solidFill>
            <a:ln w="0">
              <a:noFill/>
              <a:prstDash val="solid"/>
            </a:ln>
          </p:spPr>
        </p:sp>
        <p:sp>
          <p:nvSpPr>
            <p:cNvPr id="2732" name="four:temporal-output:rotated-tᵦ-cell-144:2732">
              <a:extLst>
                <a:ext uri="{FF2B5EF4-FFF2-40B4-BE49-F238E27FC236}">
                  <ns2:creationId id="{69D579D3-0119-4F9F-B101-D154DCD3F096}"/>
                </a:ext>
              </a:extLst>
            </p:cNvPr>
            <p:cNvSpPr>
              <a:spLocks noGrp="1"/>
            </p:cNvSpPr>
            <p:nvPr/>
          </p:nvSpPr>
          <p:spPr>
            <a:xfrm>
              <a:off x="21950363" y="6299597"/>
              <a:ext cx="709613" cy="5953"/>
            </a:xfrm>
            <a:prstGeom prst="rect">
              <a:avLst/>
            </a:prstGeom>
            <a:solidFill>
              <a:srgbClr val="DCE8ED"/>
            </a:solidFill>
            <a:ln w="0">
              <a:noFill/>
              <a:prstDash val="solid"/>
            </a:ln>
          </p:spPr>
        </p:sp>
        <p:sp>
          <p:nvSpPr>
            <p:cNvPr id="2733" name="four:temporal-output:rotated-tᵦ-cell-145:2733">
              <a:extLst>
                <a:ext uri="{FF2B5EF4-FFF2-40B4-BE49-F238E27FC236}">
                  <ns2:creationId id="{1E6DE4F8-46C2-4B9C-ADA4-7ABD0365F3E7}"/>
                </a:ext>
              </a:extLst>
            </p:cNvPr>
            <p:cNvSpPr>
              <a:spLocks noGrp="1"/>
            </p:cNvSpPr>
            <p:nvPr/>
          </p:nvSpPr>
          <p:spPr>
            <a:xfrm>
              <a:off x="21950363" y="6293644"/>
              <a:ext cx="709613" cy="5953"/>
            </a:xfrm>
            <a:prstGeom prst="rect">
              <a:avLst/>
            </a:prstGeom>
            <a:solidFill>
              <a:srgbClr val="DCE8ED"/>
            </a:solidFill>
            <a:ln w="0">
              <a:noFill/>
              <a:prstDash val="solid"/>
            </a:ln>
          </p:spPr>
        </p:sp>
        <p:sp>
          <p:nvSpPr>
            <p:cNvPr id="2734" name="four:temporal-output:rotated-tᵦ-cell-146:2734">
              <a:extLst>
                <a:ext uri="{FF2B5EF4-FFF2-40B4-BE49-F238E27FC236}">
                  <ns2:creationId id="{4A286040-CC82-4D4F-A917-77A788FD5C0D}"/>
                </a:ext>
              </a:extLst>
            </p:cNvPr>
            <p:cNvSpPr>
              <a:spLocks noGrp="1"/>
            </p:cNvSpPr>
            <p:nvPr/>
          </p:nvSpPr>
          <p:spPr>
            <a:xfrm>
              <a:off x="21950363" y="6287691"/>
              <a:ext cx="709613" cy="5953"/>
            </a:xfrm>
            <a:prstGeom prst="rect">
              <a:avLst/>
            </a:prstGeom>
            <a:solidFill>
              <a:srgbClr val="DCE8ED"/>
            </a:solidFill>
            <a:ln w="0">
              <a:noFill/>
              <a:prstDash val="solid"/>
            </a:ln>
          </p:spPr>
        </p:sp>
        <p:sp>
          <p:nvSpPr>
            <p:cNvPr id="2735" name="four:temporal-output:rotated-tᵦ-cell-147:2735">
              <a:extLst>
                <a:ext uri="{FF2B5EF4-FFF2-40B4-BE49-F238E27FC236}">
                  <ns2:creationId id="{066A6E5A-C4E1-4695-9CAF-7D6E6C7CACB5}"/>
                </a:ext>
              </a:extLst>
            </p:cNvPr>
            <p:cNvSpPr>
              <a:spLocks noGrp="1"/>
            </p:cNvSpPr>
            <p:nvPr/>
          </p:nvSpPr>
          <p:spPr>
            <a:xfrm>
              <a:off x="21950363" y="6281738"/>
              <a:ext cx="709613" cy="5953"/>
            </a:xfrm>
            <a:prstGeom prst="rect">
              <a:avLst/>
            </a:prstGeom>
            <a:solidFill>
              <a:srgbClr val="DCE8ED"/>
            </a:solidFill>
            <a:ln w="0">
              <a:noFill/>
              <a:prstDash val="solid"/>
            </a:ln>
          </p:spPr>
        </p:sp>
        <p:sp>
          <p:nvSpPr>
            <p:cNvPr id="2736" name="four:temporal-output:rotated-tᵦ-cell-148:2736">
              <a:extLst>
                <a:ext uri="{FF2B5EF4-FFF2-40B4-BE49-F238E27FC236}">
                  <ns2:creationId id="{23AA0098-76F5-479A-8DF2-C5C9A7F47D79}"/>
                </a:ext>
              </a:extLst>
            </p:cNvPr>
            <p:cNvSpPr>
              <a:spLocks noGrp="1"/>
            </p:cNvSpPr>
            <p:nvPr/>
          </p:nvSpPr>
          <p:spPr>
            <a:xfrm>
              <a:off x="21950363" y="6275784"/>
              <a:ext cx="709613" cy="5953"/>
            </a:xfrm>
            <a:prstGeom prst="rect">
              <a:avLst/>
            </a:prstGeom>
            <a:solidFill>
              <a:srgbClr val="DCE8ED"/>
            </a:solidFill>
            <a:ln w="0">
              <a:noFill/>
              <a:prstDash val="solid"/>
            </a:ln>
          </p:spPr>
        </p:sp>
        <p:sp>
          <p:nvSpPr>
            <p:cNvPr id="2737" name="four:temporal-output:rotated-tᵦ-cell-149:2737">
              <a:extLst>
                <a:ext uri="{FF2B5EF4-FFF2-40B4-BE49-F238E27FC236}">
                  <ns2:creationId id="{3FAEF8F8-9C26-4482-A35F-3822356C1C79}"/>
                </a:ext>
              </a:extLst>
            </p:cNvPr>
            <p:cNvSpPr>
              <a:spLocks noGrp="1"/>
            </p:cNvSpPr>
            <p:nvPr/>
          </p:nvSpPr>
          <p:spPr>
            <a:xfrm>
              <a:off x="21950363" y="6269831"/>
              <a:ext cx="709613" cy="5953"/>
            </a:xfrm>
            <a:prstGeom prst="rect">
              <a:avLst/>
            </a:prstGeom>
            <a:solidFill>
              <a:srgbClr val="DCE8ED"/>
            </a:solidFill>
            <a:ln w="0">
              <a:noFill/>
              <a:prstDash val="solid"/>
            </a:ln>
          </p:spPr>
        </p:sp>
        <p:sp>
          <p:nvSpPr>
            <p:cNvPr id="2738" name="four:temporal-output:rotated-tᵦ-cell-150:2738">
              <a:extLst>
                <a:ext uri="{FF2B5EF4-FFF2-40B4-BE49-F238E27FC236}">
                  <ns2:creationId id="{BE011307-7B92-48EB-99F2-26364F794784}"/>
                </a:ext>
              </a:extLst>
            </p:cNvPr>
            <p:cNvSpPr>
              <a:spLocks noGrp="1"/>
            </p:cNvSpPr>
            <p:nvPr/>
          </p:nvSpPr>
          <p:spPr>
            <a:xfrm>
              <a:off x="21950363" y="6263878"/>
              <a:ext cx="709613" cy="5953"/>
            </a:xfrm>
            <a:prstGeom prst="rect">
              <a:avLst/>
            </a:prstGeom>
            <a:solidFill>
              <a:srgbClr val="DCE8ED"/>
            </a:solidFill>
            <a:ln w="0">
              <a:noFill/>
              <a:prstDash val="solid"/>
            </a:ln>
          </p:spPr>
        </p:sp>
        <p:sp>
          <p:nvSpPr>
            <p:cNvPr id="2739" name="four:temporal-output:rotated-tᵦ-cell-151:2739">
              <a:extLst>
                <a:ext uri="{FF2B5EF4-FFF2-40B4-BE49-F238E27FC236}">
                  <ns2:creationId id="{5E424BE2-13F1-4285-9D19-BF3EACF8E641}"/>
                </a:ext>
              </a:extLst>
            </p:cNvPr>
            <p:cNvSpPr>
              <a:spLocks noGrp="1"/>
            </p:cNvSpPr>
            <p:nvPr/>
          </p:nvSpPr>
          <p:spPr>
            <a:xfrm>
              <a:off x="21950363" y="6257925"/>
              <a:ext cx="709613" cy="5953"/>
            </a:xfrm>
            <a:prstGeom prst="rect">
              <a:avLst/>
            </a:prstGeom>
            <a:solidFill>
              <a:srgbClr val="DCE8ED"/>
            </a:solidFill>
            <a:ln w="0">
              <a:noFill/>
              <a:prstDash val="solid"/>
            </a:ln>
          </p:spPr>
        </p:sp>
        <p:sp>
          <p:nvSpPr>
            <p:cNvPr id="2740" name="four:temporal-output:rotated-tᵦ-cell-152:2740">
              <a:extLst>
                <a:ext uri="{FF2B5EF4-FFF2-40B4-BE49-F238E27FC236}">
                  <ns2:creationId id="{72F59FE3-071B-4D1F-AF27-7175C61E67E2}"/>
                </a:ext>
              </a:extLst>
            </p:cNvPr>
            <p:cNvSpPr>
              <a:spLocks noGrp="1"/>
            </p:cNvSpPr>
            <p:nvPr/>
          </p:nvSpPr>
          <p:spPr>
            <a:xfrm>
              <a:off x="21950363" y="6251972"/>
              <a:ext cx="709613" cy="5953"/>
            </a:xfrm>
            <a:prstGeom prst="rect">
              <a:avLst/>
            </a:prstGeom>
            <a:solidFill>
              <a:srgbClr val="DCE8ED"/>
            </a:solidFill>
            <a:ln w="0">
              <a:noFill/>
              <a:prstDash val="solid"/>
            </a:ln>
          </p:spPr>
        </p:sp>
        <p:sp>
          <p:nvSpPr>
            <p:cNvPr id="2741" name="four:temporal-output:rotated-tᵦ-cell-153:2741">
              <a:extLst>
                <a:ext uri="{FF2B5EF4-FFF2-40B4-BE49-F238E27FC236}">
                  <ns2:creationId id="{DB71158A-3C12-47F4-883D-B2A87C0621F6}"/>
                </a:ext>
              </a:extLst>
            </p:cNvPr>
            <p:cNvSpPr>
              <a:spLocks noGrp="1"/>
            </p:cNvSpPr>
            <p:nvPr/>
          </p:nvSpPr>
          <p:spPr>
            <a:xfrm>
              <a:off x="21950363" y="6246019"/>
              <a:ext cx="709613" cy="5953"/>
            </a:xfrm>
            <a:prstGeom prst="rect">
              <a:avLst/>
            </a:prstGeom>
            <a:solidFill>
              <a:srgbClr val="DCE8ED"/>
            </a:solidFill>
            <a:ln w="0">
              <a:noFill/>
              <a:prstDash val="solid"/>
            </a:ln>
          </p:spPr>
        </p:sp>
        <p:sp>
          <p:nvSpPr>
            <p:cNvPr id="2742" name="four:temporal-output:rotated-tᵦ-cell-154:2742">
              <a:extLst>
                <a:ext uri="{FF2B5EF4-FFF2-40B4-BE49-F238E27FC236}">
                  <ns2:creationId id="{A5DF542B-ABA3-4EFD-9F75-4F222CFD8534}"/>
                </a:ext>
              </a:extLst>
            </p:cNvPr>
            <p:cNvSpPr>
              <a:spLocks noGrp="1"/>
            </p:cNvSpPr>
            <p:nvPr/>
          </p:nvSpPr>
          <p:spPr>
            <a:xfrm>
              <a:off x="21950363" y="6240066"/>
              <a:ext cx="709613" cy="5953"/>
            </a:xfrm>
            <a:prstGeom prst="rect">
              <a:avLst/>
            </a:prstGeom>
            <a:solidFill>
              <a:srgbClr val="DCE8ED"/>
            </a:solidFill>
            <a:ln w="0">
              <a:noFill/>
              <a:prstDash val="solid"/>
            </a:ln>
          </p:spPr>
        </p:sp>
        <p:sp>
          <p:nvSpPr>
            <p:cNvPr id="2743" name="four:temporal-output:rotated-tᵦ-cell-155:2743">
              <a:extLst>
                <a:ext uri="{FF2B5EF4-FFF2-40B4-BE49-F238E27FC236}">
                  <ns2:creationId id="{C2B0296A-91B2-457B-8868-E639D7B8ED4E}"/>
                </a:ext>
              </a:extLst>
            </p:cNvPr>
            <p:cNvSpPr>
              <a:spLocks noGrp="1"/>
            </p:cNvSpPr>
            <p:nvPr/>
          </p:nvSpPr>
          <p:spPr>
            <a:xfrm>
              <a:off x="21950363" y="6234113"/>
              <a:ext cx="709613" cy="5953"/>
            </a:xfrm>
            <a:prstGeom prst="rect">
              <a:avLst/>
            </a:prstGeom>
            <a:solidFill>
              <a:srgbClr val="DCE8ED"/>
            </a:solidFill>
            <a:ln w="0">
              <a:noFill/>
              <a:prstDash val="solid"/>
            </a:ln>
          </p:spPr>
        </p:sp>
        <p:sp>
          <p:nvSpPr>
            <p:cNvPr id="2744" name="four:temporal-output:rotated-tᵦ-cell-156:2744">
              <a:extLst>
                <a:ext uri="{FF2B5EF4-FFF2-40B4-BE49-F238E27FC236}">
                  <ns2:creationId id="{BD7F30FA-C03A-4298-AF0D-9BD58CDFC532}"/>
                </a:ext>
              </a:extLst>
            </p:cNvPr>
            <p:cNvSpPr>
              <a:spLocks noGrp="1"/>
            </p:cNvSpPr>
            <p:nvPr/>
          </p:nvSpPr>
          <p:spPr>
            <a:xfrm>
              <a:off x="21950363" y="6228159"/>
              <a:ext cx="709613" cy="5953"/>
            </a:xfrm>
            <a:prstGeom prst="rect">
              <a:avLst/>
            </a:prstGeom>
            <a:solidFill>
              <a:srgbClr val="DCE8ED"/>
            </a:solidFill>
            <a:ln w="0">
              <a:noFill/>
              <a:prstDash val="solid"/>
            </a:ln>
          </p:spPr>
        </p:sp>
        <p:sp>
          <p:nvSpPr>
            <p:cNvPr id="2745" name="four:temporal-output:rotated-tᵦ-cell-157:2745">
              <a:extLst>
                <a:ext uri="{FF2B5EF4-FFF2-40B4-BE49-F238E27FC236}">
                  <ns2:creationId id="{C2D8316D-CA61-4EE7-82AE-D154497446B0}"/>
                </a:ext>
              </a:extLst>
            </p:cNvPr>
            <p:cNvSpPr>
              <a:spLocks noGrp="1"/>
            </p:cNvSpPr>
            <p:nvPr/>
          </p:nvSpPr>
          <p:spPr>
            <a:xfrm>
              <a:off x="21950363" y="6222206"/>
              <a:ext cx="709613" cy="5953"/>
            </a:xfrm>
            <a:prstGeom prst="rect">
              <a:avLst/>
            </a:prstGeom>
            <a:solidFill>
              <a:srgbClr val="DCE8ED"/>
            </a:solidFill>
            <a:ln w="0">
              <a:noFill/>
              <a:prstDash val="solid"/>
            </a:ln>
          </p:spPr>
        </p:sp>
        <p:sp>
          <p:nvSpPr>
            <p:cNvPr id="2746" name="four:temporal-output:rotated-tᵦ-cell-158:2746">
              <a:extLst>
                <a:ext uri="{FF2B5EF4-FFF2-40B4-BE49-F238E27FC236}">
                  <ns2:creationId id="{A167BBC4-9779-4D9E-91FD-03A12BF94337}"/>
                </a:ext>
              </a:extLst>
            </p:cNvPr>
            <p:cNvSpPr>
              <a:spLocks noGrp="1"/>
            </p:cNvSpPr>
            <p:nvPr/>
          </p:nvSpPr>
          <p:spPr>
            <a:xfrm>
              <a:off x="21950363" y="6216253"/>
              <a:ext cx="709613" cy="5953"/>
            </a:xfrm>
            <a:prstGeom prst="rect">
              <a:avLst/>
            </a:prstGeom>
            <a:solidFill>
              <a:srgbClr val="DCE8ED"/>
            </a:solidFill>
            <a:ln w="0">
              <a:noFill/>
              <a:prstDash val="solid"/>
            </a:ln>
          </p:spPr>
        </p:sp>
        <p:sp>
          <p:nvSpPr>
            <p:cNvPr id="2747" name="four:temporal-output:rotated-tᵦ-cell-159:2747">
              <a:extLst>
                <a:ext uri="{FF2B5EF4-FFF2-40B4-BE49-F238E27FC236}">
                  <ns2:creationId id="{EDA23007-3C96-4966-8D1D-BE1618165026}"/>
                </a:ext>
              </a:extLst>
            </p:cNvPr>
            <p:cNvSpPr>
              <a:spLocks noGrp="1"/>
            </p:cNvSpPr>
            <p:nvPr/>
          </p:nvSpPr>
          <p:spPr>
            <a:xfrm>
              <a:off x="21950363" y="6210300"/>
              <a:ext cx="709613" cy="5953"/>
            </a:xfrm>
            <a:prstGeom prst="rect">
              <a:avLst/>
            </a:prstGeom>
            <a:solidFill>
              <a:srgbClr val="DCE8ED"/>
            </a:solidFill>
            <a:ln w="0">
              <a:noFill/>
              <a:prstDash val="solid"/>
            </a:ln>
          </p:spPr>
        </p:sp>
        <p:sp>
          <p:nvSpPr>
            <p:cNvPr id="2748" name="four:temporal-output:rotated-tᵦ-cell-160:2748">
              <a:extLst>
                <a:ext uri="{FF2B5EF4-FFF2-40B4-BE49-F238E27FC236}">
                  <ns2:creationId id="{BE23B4C9-CB2E-4DDA-9CD2-B056D72E6E19}"/>
                </a:ext>
              </a:extLst>
            </p:cNvPr>
            <p:cNvSpPr>
              <a:spLocks noGrp="1"/>
            </p:cNvSpPr>
            <p:nvPr/>
          </p:nvSpPr>
          <p:spPr>
            <a:xfrm>
              <a:off x="21950363" y="6204347"/>
              <a:ext cx="709613" cy="5953"/>
            </a:xfrm>
            <a:prstGeom prst="rect">
              <a:avLst/>
            </a:prstGeom>
            <a:solidFill>
              <a:srgbClr val="DCE8ED"/>
            </a:solidFill>
            <a:ln w="0">
              <a:noFill/>
              <a:prstDash val="solid"/>
            </a:ln>
          </p:spPr>
        </p:sp>
        <p:sp>
          <p:nvSpPr>
            <p:cNvPr id="2749" name="four:temporal-output:rotated-tᵦ-cell-161:2749">
              <a:extLst>
                <a:ext uri="{FF2B5EF4-FFF2-40B4-BE49-F238E27FC236}">
                  <ns2:creationId id="{7BBE642A-5337-40AB-A0D9-28205D0A5604}"/>
                </a:ext>
              </a:extLst>
            </p:cNvPr>
            <p:cNvSpPr>
              <a:spLocks noGrp="1"/>
            </p:cNvSpPr>
            <p:nvPr/>
          </p:nvSpPr>
          <p:spPr>
            <a:xfrm>
              <a:off x="21950363" y="6198394"/>
              <a:ext cx="709613" cy="5953"/>
            </a:xfrm>
            <a:prstGeom prst="rect">
              <a:avLst/>
            </a:prstGeom>
            <a:solidFill>
              <a:srgbClr val="DCE8ED"/>
            </a:solidFill>
            <a:ln w="0">
              <a:noFill/>
              <a:prstDash val="solid"/>
            </a:ln>
          </p:spPr>
        </p:sp>
        <p:sp>
          <p:nvSpPr>
            <p:cNvPr id="2750" name="four:temporal-output:rotated-tᵦ-cell-162:2750">
              <a:extLst>
                <a:ext uri="{FF2B5EF4-FFF2-40B4-BE49-F238E27FC236}">
                  <ns2:creationId id="{A4108961-24CB-472A-BF1C-E1B67DF7997F}"/>
                </a:ext>
              </a:extLst>
            </p:cNvPr>
            <p:cNvSpPr>
              <a:spLocks noGrp="1"/>
            </p:cNvSpPr>
            <p:nvPr/>
          </p:nvSpPr>
          <p:spPr>
            <a:xfrm>
              <a:off x="21950363" y="6192441"/>
              <a:ext cx="709613" cy="5953"/>
            </a:xfrm>
            <a:prstGeom prst="rect">
              <a:avLst/>
            </a:prstGeom>
            <a:solidFill>
              <a:srgbClr val="DCE8ED"/>
            </a:solidFill>
            <a:ln w="0">
              <a:noFill/>
              <a:prstDash val="solid"/>
            </a:ln>
          </p:spPr>
        </p:sp>
        <p:sp>
          <p:nvSpPr>
            <p:cNvPr id="2751" name="four:temporal-output:rotated-tᵦ-cell-163:2751">
              <a:extLst>
                <a:ext uri="{FF2B5EF4-FFF2-40B4-BE49-F238E27FC236}">
                  <ns2:creationId id="{5ED0865A-FAC3-4BFD-9F96-DC4202B65260}"/>
                </a:ext>
              </a:extLst>
            </p:cNvPr>
            <p:cNvSpPr>
              <a:spLocks noGrp="1"/>
            </p:cNvSpPr>
            <p:nvPr/>
          </p:nvSpPr>
          <p:spPr>
            <a:xfrm>
              <a:off x="21950363" y="6186488"/>
              <a:ext cx="709613" cy="5953"/>
            </a:xfrm>
            <a:prstGeom prst="rect">
              <a:avLst/>
            </a:prstGeom>
            <a:solidFill>
              <a:srgbClr val="DCE8ED"/>
            </a:solidFill>
            <a:ln w="0">
              <a:noFill/>
              <a:prstDash val="solid"/>
            </a:ln>
          </p:spPr>
        </p:sp>
        <p:sp>
          <p:nvSpPr>
            <p:cNvPr id="2752" name="four:temporal-output:rotated-tᵦ-cell-164:2752">
              <a:extLst>
                <a:ext uri="{FF2B5EF4-FFF2-40B4-BE49-F238E27FC236}">
                  <ns2:creationId id="{990D6472-B95C-4C83-A2FF-E01E193CD089}"/>
                </a:ext>
              </a:extLst>
            </p:cNvPr>
            <p:cNvSpPr>
              <a:spLocks noGrp="1"/>
            </p:cNvSpPr>
            <p:nvPr/>
          </p:nvSpPr>
          <p:spPr>
            <a:xfrm>
              <a:off x="21950363" y="6180534"/>
              <a:ext cx="709613" cy="5953"/>
            </a:xfrm>
            <a:prstGeom prst="rect">
              <a:avLst/>
            </a:prstGeom>
            <a:solidFill>
              <a:srgbClr val="DCE8ED"/>
            </a:solidFill>
            <a:ln w="0">
              <a:noFill/>
              <a:prstDash val="solid"/>
            </a:ln>
          </p:spPr>
        </p:sp>
        <p:sp>
          <p:nvSpPr>
            <p:cNvPr id="2753" name="four:temporal-output:rotated-tᵦ-cell-165:2753">
              <a:extLst>
                <a:ext uri="{FF2B5EF4-FFF2-40B4-BE49-F238E27FC236}">
                  <ns2:creationId id="{2AD82365-219A-4FC9-B9AD-955FFC399780}"/>
                </a:ext>
              </a:extLst>
            </p:cNvPr>
            <p:cNvSpPr>
              <a:spLocks noGrp="1"/>
            </p:cNvSpPr>
            <p:nvPr/>
          </p:nvSpPr>
          <p:spPr>
            <a:xfrm>
              <a:off x="21950363" y="6174581"/>
              <a:ext cx="709613" cy="5953"/>
            </a:xfrm>
            <a:prstGeom prst="rect">
              <a:avLst/>
            </a:prstGeom>
            <a:solidFill>
              <a:srgbClr val="DCE8ED"/>
            </a:solidFill>
            <a:ln w="0">
              <a:noFill/>
              <a:prstDash val="solid"/>
            </a:ln>
          </p:spPr>
        </p:sp>
        <p:sp>
          <p:nvSpPr>
            <p:cNvPr id="2754" name="four:temporal-output:rotated-tᵦ-cell-166:2754">
              <a:extLst>
                <a:ext uri="{FF2B5EF4-FFF2-40B4-BE49-F238E27FC236}">
                  <ns2:creationId id="{5212D3DA-3967-4299-8CF8-6ABCB3A3AFA7}"/>
                </a:ext>
              </a:extLst>
            </p:cNvPr>
            <p:cNvSpPr>
              <a:spLocks noGrp="1"/>
            </p:cNvSpPr>
            <p:nvPr/>
          </p:nvSpPr>
          <p:spPr>
            <a:xfrm>
              <a:off x="21950363" y="6168628"/>
              <a:ext cx="709613" cy="5953"/>
            </a:xfrm>
            <a:prstGeom prst="rect">
              <a:avLst/>
            </a:prstGeom>
            <a:solidFill>
              <a:srgbClr val="DBE2E5"/>
            </a:solidFill>
            <a:ln w="0">
              <a:noFill/>
              <a:prstDash val="solid"/>
            </a:ln>
          </p:spPr>
        </p:sp>
        <p:sp>
          <p:nvSpPr>
            <p:cNvPr id="2755" name="four:temporal-output:rotated-tᵦ-cell-167:2755">
              <a:extLst>
                <a:ext uri="{FF2B5EF4-FFF2-40B4-BE49-F238E27FC236}">
                  <ns2:creationId id="{A3D4C130-0E7E-4336-8E9F-BF7ED919AD1F}"/>
                </a:ext>
              </a:extLst>
            </p:cNvPr>
            <p:cNvSpPr>
              <a:spLocks noGrp="1"/>
            </p:cNvSpPr>
            <p:nvPr/>
          </p:nvSpPr>
          <p:spPr>
            <a:xfrm>
              <a:off x="21950363" y="6162675"/>
              <a:ext cx="709613" cy="5953"/>
            </a:xfrm>
            <a:prstGeom prst="rect">
              <a:avLst/>
            </a:prstGeom>
            <a:solidFill>
              <a:srgbClr val="D9D3E0"/>
            </a:solidFill>
            <a:ln w="0">
              <a:noFill/>
              <a:prstDash val="solid"/>
            </a:ln>
          </p:spPr>
        </p:sp>
        <p:sp>
          <p:nvSpPr>
            <p:cNvPr id="2756" name="four:temporal-output:rotated-tᵦ-cell-168:2756">
              <a:extLst>
                <a:ext uri="{FF2B5EF4-FFF2-40B4-BE49-F238E27FC236}">
                  <ns2:creationId id="{1E2C52C9-5FC7-4026-884F-08B41B63A56F}"/>
                </a:ext>
              </a:extLst>
            </p:cNvPr>
            <p:cNvSpPr>
              <a:spLocks noGrp="1"/>
            </p:cNvSpPr>
            <p:nvPr/>
          </p:nvSpPr>
          <p:spPr>
            <a:xfrm>
              <a:off x="21950363" y="6156722"/>
              <a:ext cx="709613" cy="5953"/>
            </a:xfrm>
            <a:prstGeom prst="rect">
              <a:avLst/>
            </a:prstGeom>
            <a:solidFill>
              <a:srgbClr val="D6C0D4"/>
            </a:solidFill>
            <a:ln w="0">
              <a:noFill/>
              <a:prstDash val="solid"/>
            </a:ln>
          </p:spPr>
        </p:sp>
        <p:sp>
          <p:nvSpPr>
            <p:cNvPr id="2757" name="four:temporal-output:rotated-tᵦ-cell-169:2757">
              <a:extLst>
                <a:ext uri="{FF2B5EF4-FFF2-40B4-BE49-F238E27FC236}">
                  <ns2:creationId id="{A6DF73FE-811F-4D6A-B53A-EC095CBC7917}"/>
                </a:ext>
              </a:extLst>
            </p:cNvPr>
            <p:cNvSpPr>
              <a:spLocks noGrp="1"/>
            </p:cNvSpPr>
            <p:nvPr/>
          </p:nvSpPr>
          <p:spPr>
            <a:xfrm>
              <a:off x="21950363" y="6150769"/>
              <a:ext cx="709613" cy="5953"/>
            </a:xfrm>
            <a:prstGeom prst="rect">
              <a:avLst/>
            </a:prstGeom>
            <a:solidFill>
              <a:srgbClr val="D3AAC6"/>
            </a:solidFill>
            <a:ln w="0">
              <a:noFill/>
              <a:prstDash val="solid"/>
            </a:ln>
          </p:spPr>
        </p:sp>
        <p:sp>
          <p:nvSpPr>
            <p:cNvPr id="2758" name="four:temporal-output:rotated-tᵦ-cell-170:2758">
              <a:extLst>
                <a:ext uri="{FF2B5EF4-FFF2-40B4-BE49-F238E27FC236}">
                  <ns2:creationId id="{503309A7-08FD-49D9-B37A-8A436ECE0C7E}"/>
                </a:ext>
              </a:extLst>
            </p:cNvPr>
            <p:cNvSpPr>
              <a:spLocks noGrp="1"/>
            </p:cNvSpPr>
            <p:nvPr/>
          </p:nvSpPr>
          <p:spPr>
            <a:xfrm>
              <a:off x="21950363" y="6144816"/>
              <a:ext cx="709613" cy="5953"/>
            </a:xfrm>
            <a:prstGeom prst="rect">
              <a:avLst/>
            </a:prstGeom>
            <a:solidFill>
              <a:srgbClr val="D095B9"/>
            </a:solidFill>
            <a:ln w="0">
              <a:noFill/>
              <a:prstDash val="solid"/>
            </a:ln>
          </p:spPr>
        </p:sp>
        <p:sp>
          <p:nvSpPr>
            <p:cNvPr id="2759" name="four:temporal-output:rotated-tᵦ-cell-171:2759">
              <a:extLst>
                <a:ext uri="{FF2B5EF4-FFF2-40B4-BE49-F238E27FC236}">
                  <ns2:creationId id="{872C54F0-62EA-43CE-B5BF-567D3410C41E}"/>
                </a:ext>
              </a:extLst>
            </p:cNvPr>
            <p:cNvSpPr>
              <a:spLocks noGrp="1"/>
            </p:cNvSpPr>
            <p:nvPr/>
          </p:nvSpPr>
          <p:spPr>
            <a:xfrm>
              <a:off x="21950363" y="6138863"/>
              <a:ext cx="709613" cy="5953"/>
            </a:xfrm>
            <a:prstGeom prst="rect">
              <a:avLst/>
            </a:prstGeom>
            <a:solidFill>
              <a:srgbClr val="CE85AE"/>
            </a:solidFill>
            <a:ln w="0">
              <a:noFill/>
              <a:prstDash val="solid"/>
            </a:ln>
          </p:spPr>
        </p:sp>
        <p:sp>
          <p:nvSpPr>
            <p:cNvPr id="2760" name="four:temporal-output:rotated-tᵦ-cell-172:2760">
              <a:extLst>
                <a:ext uri="{FF2B5EF4-FFF2-40B4-BE49-F238E27FC236}">
                  <ns2:creationId id="{399A49B2-7303-4EC0-9DA2-C038852D41F8}"/>
                </a:ext>
              </a:extLst>
            </p:cNvPr>
            <p:cNvSpPr>
              <a:spLocks noGrp="1"/>
            </p:cNvSpPr>
            <p:nvPr/>
          </p:nvSpPr>
          <p:spPr>
            <a:xfrm>
              <a:off x="21950363" y="6132909"/>
              <a:ext cx="709613" cy="5953"/>
            </a:xfrm>
            <a:prstGeom prst="rect">
              <a:avLst/>
            </a:prstGeom>
            <a:solidFill>
              <a:srgbClr val="CC7AA8"/>
            </a:solidFill>
            <a:ln w="0">
              <a:noFill/>
              <a:prstDash val="solid"/>
            </a:ln>
          </p:spPr>
        </p:sp>
        <p:sp>
          <p:nvSpPr>
            <p:cNvPr id="2761" name="four:temporal-output:rotated-tᵦ-cell-173:2761">
              <a:extLst>
                <a:ext uri="{FF2B5EF4-FFF2-40B4-BE49-F238E27FC236}">
                  <ns2:creationId id="{57CF0404-AA57-4441-AF3B-630F50D61371}"/>
                </a:ext>
              </a:extLst>
            </p:cNvPr>
            <p:cNvSpPr>
              <a:spLocks noGrp="1"/>
            </p:cNvSpPr>
            <p:nvPr/>
          </p:nvSpPr>
          <p:spPr>
            <a:xfrm>
              <a:off x="21950363" y="6126956"/>
              <a:ext cx="709613" cy="5953"/>
            </a:xfrm>
            <a:prstGeom prst="rect">
              <a:avLst/>
            </a:prstGeom>
            <a:solidFill>
              <a:srgbClr val="CC79A7"/>
            </a:solidFill>
            <a:ln w="0">
              <a:noFill/>
              <a:prstDash val="solid"/>
            </a:ln>
          </p:spPr>
        </p:sp>
        <p:sp>
          <p:nvSpPr>
            <p:cNvPr id="2762" name="four:temporal-output:rotated-tᵦ-cell-174:2762">
              <a:extLst>
                <a:ext uri="{FF2B5EF4-FFF2-40B4-BE49-F238E27FC236}">
                  <ns2:creationId id="{8238B029-318F-41CA-ACDF-45F9E51DA634}"/>
                </a:ext>
              </a:extLst>
            </p:cNvPr>
            <p:cNvSpPr>
              <a:spLocks noGrp="1"/>
            </p:cNvSpPr>
            <p:nvPr/>
          </p:nvSpPr>
          <p:spPr>
            <a:xfrm>
              <a:off x="21950363" y="6121003"/>
              <a:ext cx="709613" cy="5953"/>
            </a:xfrm>
            <a:prstGeom prst="rect">
              <a:avLst/>
            </a:prstGeom>
            <a:solidFill>
              <a:srgbClr val="CC79A7"/>
            </a:solidFill>
            <a:ln w="0">
              <a:noFill/>
              <a:prstDash val="solid"/>
            </a:ln>
          </p:spPr>
        </p:sp>
        <p:sp>
          <p:nvSpPr>
            <p:cNvPr id="2763" name="four:temporal-output:rotated-tᵦ-cell-175:2763">
              <a:extLst>
                <a:ext uri="{FF2B5EF4-FFF2-40B4-BE49-F238E27FC236}">
                  <ns2:creationId id="{79781C6E-A8DE-4BE5-BE08-221CD06674DC}"/>
                </a:ext>
              </a:extLst>
            </p:cNvPr>
            <p:cNvSpPr>
              <a:spLocks noGrp="1"/>
            </p:cNvSpPr>
            <p:nvPr/>
          </p:nvSpPr>
          <p:spPr>
            <a:xfrm>
              <a:off x="21950363" y="6115050"/>
              <a:ext cx="709613" cy="5953"/>
            </a:xfrm>
            <a:prstGeom prst="rect">
              <a:avLst/>
            </a:prstGeom>
            <a:solidFill>
              <a:srgbClr val="CC79A7"/>
            </a:solidFill>
            <a:ln w="0">
              <a:noFill/>
              <a:prstDash val="solid"/>
            </a:ln>
          </p:spPr>
        </p:sp>
        <p:sp>
          <p:nvSpPr>
            <p:cNvPr id="2764" name="four:temporal-output:rotated-tᵦ-cell-176:2764">
              <a:extLst>
                <a:ext uri="{FF2B5EF4-FFF2-40B4-BE49-F238E27FC236}">
                  <ns2:creationId id="{4BAE71A4-CEE3-4D6F-AC98-EB8820D8DFAB}"/>
                </a:ext>
              </a:extLst>
            </p:cNvPr>
            <p:cNvSpPr>
              <a:spLocks noGrp="1"/>
            </p:cNvSpPr>
            <p:nvPr/>
          </p:nvSpPr>
          <p:spPr>
            <a:xfrm>
              <a:off x="21950363" y="6109097"/>
              <a:ext cx="709613" cy="5953"/>
            </a:xfrm>
            <a:prstGeom prst="rect">
              <a:avLst/>
            </a:prstGeom>
            <a:solidFill>
              <a:srgbClr val="CC79A7"/>
            </a:solidFill>
            <a:ln w="0">
              <a:noFill/>
              <a:prstDash val="solid"/>
            </a:ln>
          </p:spPr>
        </p:sp>
        <p:sp>
          <p:nvSpPr>
            <p:cNvPr id="2765" name="four:temporal-output:rotated-tᵦ-cell-177:2765">
              <a:extLst>
                <a:ext uri="{FF2B5EF4-FFF2-40B4-BE49-F238E27FC236}">
                  <ns2:creationId id="{37F508C7-5C59-460D-9130-BD9B7BE176DC}"/>
                </a:ext>
              </a:extLst>
            </p:cNvPr>
            <p:cNvSpPr>
              <a:spLocks noGrp="1"/>
            </p:cNvSpPr>
            <p:nvPr/>
          </p:nvSpPr>
          <p:spPr>
            <a:xfrm>
              <a:off x="21950363" y="6103144"/>
              <a:ext cx="709613" cy="5953"/>
            </a:xfrm>
            <a:prstGeom prst="rect">
              <a:avLst/>
            </a:prstGeom>
            <a:solidFill>
              <a:srgbClr val="CC79A7"/>
            </a:solidFill>
            <a:ln w="0">
              <a:noFill/>
              <a:prstDash val="solid"/>
            </a:ln>
          </p:spPr>
        </p:sp>
        <p:sp>
          <p:nvSpPr>
            <p:cNvPr id="2766" name="four:temporal-output:rotated-tᵦ-cell-178:2766">
              <a:extLst>
                <a:ext uri="{FF2B5EF4-FFF2-40B4-BE49-F238E27FC236}">
                  <ns2:creationId id="{897762A6-44AD-4BC8-9773-76E8533FF0F9}"/>
                </a:ext>
              </a:extLst>
            </p:cNvPr>
            <p:cNvSpPr>
              <a:spLocks noGrp="1"/>
            </p:cNvSpPr>
            <p:nvPr/>
          </p:nvSpPr>
          <p:spPr>
            <a:xfrm>
              <a:off x="21950363" y="6097191"/>
              <a:ext cx="709613" cy="5953"/>
            </a:xfrm>
            <a:prstGeom prst="rect">
              <a:avLst/>
            </a:prstGeom>
            <a:solidFill>
              <a:srgbClr val="CC79A7"/>
            </a:solidFill>
            <a:ln w="0">
              <a:noFill/>
              <a:prstDash val="solid"/>
            </a:ln>
          </p:spPr>
        </p:sp>
        <p:sp>
          <p:nvSpPr>
            <p:cNvPr id="2767" name="four:temporal-output:rotated-tᵦ-cell-179:2767">
              <a:extLst>
                <a:ext uri="{FF2B5EF4-FFF2-40B4-BE49-F238E27FC236}">
                  <ns2:creationId id="{7AE5D612-E64B-4A1C-9449-F7734D244ADA}"/>
                </a:ext>
              </a:extLst>
            </p:cNvPr>
            <p:cNvSpPr>
              <a:spLocks noGrp="1"/>
            </p:cNvSpPr>
            <p:nvPr/>
          </p:nvSpPr>
          <p:spPr>
            <a:xfrm>
              <a:off x="21950363" y="6091238"/>
              <a:ext cx="709613" cy="5953"/>
            </a:xfrm>
            <a:prstGeom prst="rect">
              <a:avLst/>
            </a:prstGeom>
            <a:solidFill>
              <a:srgbClr val="CC79A7"/>
            </a:solidFill>
            <a:ln w="0">
              <a:noFill/>
              <a:prstDash val="solid"/>
            </a:ln>
          </p:spPr>
        </p:sp>
        <p:sp>
          <p:nvSpPr>
            <p:cNvPr id="2768" name="four:temporal-output:rotated-tᵦ-cell-180:2768">
              <a:extLst>
                <a:ext uri="{FF2B5EF4-FFF2-40B4-BE49-F238E27FC236}">
                  <ns2:creationId id="{176BD2BE-E07E-415D-B822-A7F053ACA972}"/>
                </a:ext>
              </a:extLst>
            </p:cNvPr>
            <p:cNvSpPr>
              <a:spLocks noGrp="1"/>
            </p:cNvSpPr>
            <p:nvPr/>
          </p:nvSpPr>
          <p:spPr>
            <a:xfrm>
              <a:off x="21950363" y="6085284"/>
              <a:ext cx="709613" cy="5953"/>
            </a:xfrm>
            <a:prstGeom prst="rect">
              <a:avLst/>
            </a:prstGeom>
            <a:solidFill>
              <a:srgbClr val="CC79A7"/>
            </a:solidFill>
            <a:ln w="0">
              <a:noFill/>
              <a:prstDash val="solid"/>
            </a:ln>
          </p:spPr>
        </p:sp>
        <p:sp>
          <p:nvSpPr>
            <p:cNvPr id="2769" name="four:temporal-output:rotated-tᵦ-cell-181:2769">
              <a:extLst>
                <a:ext uri="{FF2B5EF4-FFF2-40B4-BE49-F238E27FC236}">
                  <ns2:creationId id="{933B12FB-8C22-4098-AD13-3D40A3BE9E70}"/>
                </a:ext>
              </a:extLst>
            </p:cNvPr>
            <p:cNvSpPr>
              <a:spLocks noGrp="1"/>
            </p:cNvSpPr>
            <p:nvPr/>
          </p:nvSpPr>
          <p:spPr>
            <a:xfrm>
              <a:off x="21950363" y="6079331"/>
              <a:ext cx="709613" cy="5953"/>
            </a:xfrm>
            <a:prstGeom prst="rect">
              <a:avLst/>
            </a:prstGeom>
            <a:solidFill>
              <a:srgbClr val="CD7EAA"/>
            </a:solidFill>
            <a:ln w="0">
              <a:noFill/>
              <a:prstDash val="solid"/>
            </a:ln>
          </p:spPr>
        </p:sp>
        <p:sp>
          <p:nvSpPr>
            <p:cNvPr id="2770" name="four:temporal-output:rotated-tᵦ-cell-182:2770">
              <a:extLst>
                <a:ext uri="{FF2B5EF4-FFF2-40B4-BE49-F238E27FC236}">
                  <ns2:creationId id="{F9C4BE83-D393-4B2E-B4A2-7DE4FE02F4C4}"/>
                </a:ext>
              </a:extLst>
            </p:cNvPr>
            <p:cNvSpPr>
              <a:spLocks noGrp="1"/>
            </p:cNvSpPr>
            <p:nvPr/>
          </p:nvSpPr>
          <p:spPr>
            <a:xfrm>
              <a:off x="21950363" y="6073378"/>
              <a:ext cx="709613" cy="5953"/>
            </a:xfrm>
            <a:prstGeom prst="rect">
              <a:avLst/>
            </a:prstGeom>
            <a:solidFill>
              <a:srgbClr val="D091B6"/>
            </a:solidFill>
            <a:ln w="0">
              <a:noFill/>
              <a:prstDash val="solid"/>
            </a:ln>
          </p:spPr>
        </p:sp>
        <p:sp>
          <p:nvSpPr>
            <p:cNvPr id="2771" name="four:temporal-output:rotated-tᵦ-cell-183:2771">
              <a:extLst>
                <a:ext uri="{FF2B5EF4-FFF2-40B4-BE49-F238E27FC236}">
                  <ns2:creationId id="{5C4CDF39-ABC6-45C5-9D6A-733AE971ED57}"/>
                </a:ext>
              </a:extLst>
            </p:cNvPr>
            <p:cNvSpPr>
              <a:spLocks noGrp="1"/>
            </p:cNvSpPr>
            <p:nvPr/>
          </p:nvSpPr>
          <p:spPr>
            <a:xfrm>
              <a:off x="21950363" y="6067425"/>
              <a:ext cx="709613" cy="5953"/>
            </a:xfrm>
            <a:prstGeom prst="rect">
              <a:avLst/>
            </a:prstGeom>
            <a:solidFill>
              <a:srgbClr val="D4AEC8"/>
            </a:solidFill>
            <a:ln w="0">
              <a:noFill/>
              <a:prstDash val="solid"/>
            </a:ln>
          </p:spPr>
        </p:sp>
        <p:sp>
          <p:nvSpPr>
            <p:cNvPr id="2772" name="four:temporal-output:rotated-tᵦ-cell-184:2772">
              <a:extLst>
                <a:ext uri="{FF2B5EF4-FFF2-40B4-BE49-F238E27FC236}">
                  <ns2:creationId id="{AA1C1DE5-860D-418C-9189-8BB2DEA61280}"/>
                </a:ext>
              </a:extLst>
            </p:cNvPr>
            <p:cNvSpPr>
              <a:spLocks noGrp="1"/>
            </p:cNvSpPr>
            <p:nvPr/>
          </p:nvSpPr>
          <p:spPr>
            <a:xfrm>
              <a:off x="21950363" y="6061472"/>
              <a:ext cx="709613" cy="5953"/>
            </a:xfrm>
            <a:prstGeom prst="rect">
              <a:avLst/>
            </a:prstGeom>
            <a:solidFill>
              <a:srgbClr val="D8CADA"/>
            </a:solidFill>
            <a:ln w="0">
              <a:noFill/>
              <a:prstDash val="solid"/>
            </a:ln>
          </p:spPr>
        </p:sp>
        <p:sp>
          <p:nvSpPr>
            <p:cNvPr id="2773" name="four:temporal-output:rotated-tᵦ-cell-185:2773">
              <a:extLst>
                <a:ext uri="{FF2B5EF4-FFF2-40B4-BE49-F238E27FC236}">
                  <ns2:creationId id="{7A081C21-C618-46AD-941C-C32CE64D4444}"/>
                </a:ext>
              </a:extLst>
            </p:cNvPr>
            <p:cNvSpPr>
              <a:spLocks noGrp="1"/>
            </p:cNvSpPr>
            <p:nvPr/>
          </p:nvSpPr>
          <p:spPr>
            <a:xfrm>
              <a:off x="21950363" y="6055519"/>
              <a:ext cx="709613" cy="5953"/>
            </a:xfrm>
            <a:prstGeom prst="rect">
              <a:avLst/>
            </a:prstGeom>
            <a:solidFill>
              <a:srgbClr val="DBE1E3"/>
            </a:solidFill>
            <a:ln w="0">
              <a:noFill/>
              <a:prstDash val="solid"/>
            </a:ln>
          </p:spPr>
        </p:sp>
        <p:sp>
          <p:nvSpPr>
            <p:cNvPr id="2774" name="four:temporal-output:rotated-tᵦ-cell-186:2774">
              <a:extLst>
                <a:ext uri="{FF2B5EF4-FFF2-40B4-BE49-F238E27FC236}">
                  <ns2:creationId id="{7C41226B-FB39-458C-B002-6C6C735F31A2}"/>
                </a:ext>
              </a:extLst>
            </p:cNvPr>
            <p:cNvSpPr>
              <a:spLocks noGrp="1"/>
            </p:cNvSpPr>
            <p:nvPr/>
          </p:nvSpPr>
          <p:spPr>
            <a:xfrm>
              <a:off x="21950363" y="6049566"/>
              <a:ext cx="709613" cy="5953"/>
            </a:xfrm>
            <a:prstGeom prst="rect">
              <a:avLst/>
            </a:prstGeom>
            <a:solidFill>
              <a:srgbClr val="DCE8ED"/>
            </a:solidFill>
            <a:ln w="0">
              <a:noFill/>
              <a:prstDash val="solid"/>
            </a:ln>
          </p:spPr>
        </p:sp>
        <p:sp>
          <p:nvSpPr>
            <p:cNvPr id="2775" name="four:temporal-output:rotated-tᵦ-cell-187:2775">
              <a:extLst>
                <a:ext uri="{FF2B5EF4-FFF2-40B4-BE49-F238E27FC236}">
                  <ns2:creationId id="{3DBF6E62-8160-48A3-8228-F03DD7A6851D}"/>
                </a:ext>
              </a:extLst>
            </p:cNvPr>
            <p:cNvSpPr>
              <a:spLocks noGrp="1"/>
            </p:cNvSpPr>
            <p:nvPr/>
          </p:nvSpPr>
          <p:spPr>
            <a:xfrm>
              <a:off x="21950363" y="6043613"/>
              <a:ext cx="709613" cy="5953"/>
            </a:xfrm>
            <a:prstGeom prst="rect">
              <a:avLst/>
            </a:prstGeom>
            <a:solidFill>
              <a:srgbClr val="DCE8ED"/>
            </a:solidFill>
            <a:ln w="0">
              <a:noFill/>
              <a:prstDash val="solid"/>
            </a:ln>
          </p:spPr>
        </p:sp>
        <p:sp>
          <p:nvSpPr>
            <p:cNvPr id="2776" name="four:temporal-output:rotated-tᵦ-cell-188:2776">
              <a:extLst>
                <a:ext uri="{FF2B5EF4-FFF2-40B4-BE49-F238E27FC236}">
                  <ns2:creationId id="{F39A0971-7639-4E4D-A750-9D9F7D58B613}"/>
                </a:ext>
              </a:extLst>
            </p:cNvPr>
            <p:cNvSpPr>
              <a:spLocks noGrp="1"/>
            </p:cNvSpPr>
            <p:nvPr/>
          </p:nvSpPr>
          <p:spPr>
            <a:xfrm>
              <a:off x="21950363" y="6037659"/>
              <a:ext cx="709613" cy="5953"/>
            </a:xfrm>
            <a:prstGeom prst="rect">
              <a:avLst/>
            </a:prstGeom>
            <a:solidFill>
              <a:srgbClr val="DCE8ED"/>
            </a:solidFill>
            <a:ln w="0">
              <a:noFill/>
              <a:prstDash val="solid"/>
            </a:ln>
          </p:spPr>
        </p:sp>
        <p:sp>
          <p:nvSpPr>
            <p:cNvPr id="2777" name="four:temporal-output:rotated-tᵦ-cell-189:2777">
              <a:extLst>
                <a:ext uri="{FF2B5EF4-FFF2-40B4-BE49-F238E27FC236}">
                  <ns2:creationId id="{F072F90D-5ED2-4AC1-AF94-427EEB557AD8}"/>
                </a:ext>
              </a:extLst>
            </p:cNvPr>
            <p:cNvSpPr>
              <a:spLocks noGrp="1"/>
            </p:cNvSpPr>
            <p:nvPr/>
          </p:nvSpPr>
          <p:spPr>
            <a:xfrm>
              <a:off x="21950363" y="6031706"/>
              <a:ext cx="709613" cy="5953"/>
            </a:xfrm>
            <a:prstGeom prst="rect">
              <a:avLst/>
            </a:prstGeom>
            <a:solidFill>
              <a:srgbClr val="DCE8ED"/>
            </a:solidFill>
            <a:ln w="0">
              <a:noFill/>
              <a:prstDash val="solid"/>
            </a:ln>
          </p:spPr>
        </p:sp>
        <p:sp>
          <p:nvSpPr>
            <p:cNvPr id="2778" name="four:temporal-output:rotated-tᵦ-cell-190:2778">
              <a:extLst>
                <a:ext uri="{FF2B5EF4-FFF2-40B4-BE49-F238E27FC236}">
                  <ns2:creationId id="{C98CB5B4-F383-49BB-A009-2FB0CD211AF0}"/>
                </a:ext>
              </a:extLst>
            </p:cNvPr>
            <p:cNvSpPr>
              <a:spLocks noGrp="1"/>
            </p:cNvSpPr>
            <p:nvPr/>
          </p:nvSpPr>
          <p:spPr>
            <a:xfrm>
              <a:off x="21950363" y="6025753"/>
              <a:ext cx="709613" cy="5953"/>
            </a:xfrm>
            <a:prstGeom prst="rect">
              <a:avLst/>
            </a:prstGeom>
            <a:solidFill>
              <a:srgbClr val="DCE8ED"/>
            </a:solidFill>
            <a:ln w="0">
              <a:noFill/>
              <a:prstDash val="solid"/>
            </a:ln>
          </p:spPr>
        </p:sp>
        <p:sp>
          <p:nvSpPr>
            <p:cNvPr id="2779" name="four:temporal-output:rotated-tᵦ-cell-191:2779">
              <a:extLst>
                <a:ext uri="{FF2B5EF4-FFF2-40B4-BE49-F238E27FC236}">
                  <ns2:creationId id="{1C6DAB0F-6204-4EB5-A7D8-F03A25CC088C}"/>
                </a:ext>
              </a:extLst>
            </p:cNvPr>
            <p:cNvSpPr>
              <a:spLocks noGrp="1"/>
            </p:cNvSpPr>
            <p:nvPr/>
          </p:nvSpPr>
          <p:spPr>
            <a:xfrm>
              <a:off x="21950363" y="6019800"/>
              <a:ext cx="709613" cy="5953"/>
            </a:xfrm>
            <a:prstGeom prst="rect">
              <a:avLst/>
            </a:prstGeom>
            <a:solidFill>
              <a:srgbClr val="DCE8ED"/>
            </a:solidFill>
            <a:ln w="0">
              <a:noFill/>
              <a:prstDash val="solid"/>
            </a:ln>
          </p:spPr>
        </p:sp>
        <p:sp>
          <p:nvSpPr>
            <p:cNvPr id="2780" name="four:temporal-output:textbox:2780">
              <a:extLst>
                <a:ext uri="{FF2B5EF4-FFF2-40B4-BE49-F238E27FC236}">
                  <ns2:creationId id="{FB2A0265-DC99-436D-9300-30E3AC0022A1}"/>
                </a:ext>
              </a:extLst>
            </p:cNvPr>
            <p:cNvSpPr>
              <a:spLocks noGrp="1"/>
            </p:cNvSpPr>
            <p:nvPr/>
          </p:nvSpPr>
          <p:spPr>
            <a:xfrm>
              <a:off x="22659975" y="5743575"/>
              <a:ext cx="709613" cy="342900"/>
            </a:xfrm>
            <a:prstGeom prst="rect">
              <a:avLst/>
            </a:prstGeom>
            <a:noFill/>
            <a:ln w="0">
              <a:noFill/>
              <a:prstDash val="solid"/>
            </a:ln>
          </p:spPr>
          <p:txBody>
            <a:bodyPr wrap="none" lIns="0" tIns="0" rIns="0" bIns="0" anchor="ctr">
              <a:normAutofit fontScale="100000"/>
            </a:bodyPr>
            <a:lstStyle>
              <a:defPPr algn="ctr">
                <a:defRPr sz="1650" b="0">
                  <a:solidFill>
                    <a:srgbClr val="263238"/>
                  </a:solidFill>
                  <a:latin typeface="Arial"/>
                  <a:ea typeface="Arial"/>
                  <a:cs typeface="Arial"/>
                </a:defRPr>
              </a:defPPr>
            </a:lstStyle>
            <a:p>
              <a:pPr algn="ctr">
                <a:defRPr sz="1650" b="0">
                  <a:solidFill>
                    <a:srgbClr val="263238"/>
                  </a:solidFill>
                  <a:latin typeface="Arial"/>
                  <a:ea typeface="Arial"/>
                  <a:cs typeface="Arial"/>
                </a:defRPr>
              </a:pPr>
              <a:r>
                <a:rPr sz="1650" b="0">
                  <a:solidFill>
                    <a:srgbClr val="263238"/>
                  </a:solidFill>
                  <a:latin typeface="Arial"/>
                  <a:ea typeface="Arial"/>
                  <a:cs typeface="Arial"/>
                </a:rPr>
                <a:t>tᵢ</a:t>
              </a:r>
            </a:p>
          </p:txBody>
        </p:sp>
        <p:sp>
          <p:nvSpPr>
            <p:cNvPr id="2781" name="four:temporal-output:rotated-tᵢ-cell-0:2781">
              <a:extLst>
                <a:ext uri="{FF2B5EF4-FFF2-40B4-BE49-F238E27FC236}">
                  <ns2:creationId id="{E2E0DB5D-6F4E-46D4-A777-9975CE5A0B98}"/>
                </a:ext>
              </a:extLst>
            </p:cNvPr>
            <p:cNvSpPr>
              <a:spLocks noGrp="1"/>
            </p:cNvSpPr>
            <p:nvPr/>
          </p:nvSpPr>
          <p:spPr>
            <a:xfrm>
              <a:off x="22659975" y="7156847"/>
              <a:ext cx="709613" cy="5953"/>
            </a:xfrm>
            <a:prstGeom prst="rect">
              <a:avLst/>
            </a:prstGeom>
            <a:solidFill>
              <a:srgbClr val="DCE8ED"/>
            </a:solidFill>
            <a:ln w="0">
              <a:noFill/>
              <a:prstDash val="solid"/>
            </a:ln>
          </p:spPr>
        </p:sp>
        <p:sp>
          <p:nvSpPr>
            <p:cNvPr id="2782" name="four:temporal-output:rotated-tᵢ-cell-1:2782">
              <a:extLst>
                <a:ext uri="{FF2B5EF4-FFF2-40B4-BE49-F238E27FC236}">
                  <ns2:creationId id="{C7E22930-E144-44A8-BC63-E36574B4EC65}"/>
                </a:ext>
              </a:extLst>
            </p:cNvPr>
            <p:cNvSpPr>
              <a:spLocks noGrp="1"/>
            </p:cNvSpPr>
            <p:nvPr/>
          </p:nvSpPr>
          <p:spPr>
            <a:xfrm>
              <a:off x="22659975" y="7150894"/>
              <a:ext cx="709613" cy="5953"/>
            </a:xfrm>
            <a:prstGeom prst="rect">
              <a:avLst/>
            </a:prstGeom>
            <a:solidFill>
              <a:srgbClr val="DCE8ED"/>
            </a:solidFill>
            <a:ln w="0">
              <a:noFill/>
              <a:prstDash val="solid"/>
            </a:ln>
          </p:spPr>
        </p:sp>
        <p:sp>
          <p:nvSpPr>
            <p:cNvPr id="2783" name="four:temporal-output:rotated-tᵢ-cell-2:2783">
              <a:extLst>
                <a:ext uri="{FF2B5EF4-FFF2-40B4-BE49-F238E27FC236}">
                  <ns2:creationId id="{CD7DDFF0-213B-453E-8821-9A8021567253}"/>
                </a:ext>
              </a:extLst>
            </p:cNvPr>
            <p:cNvSpPr>
              <a:spLocks noGrp="1"/>
            </p:cNvSpPr>
            <p:nvPr/>
          </p:nvSpPr>
          <p:spPr>
            <a:xfrm>
              <a:off x="22659975" y="7144941"/>
              <a:ext cx="709613" cy="5953"/>
            </a:xfrm>
            <a:prstGeom prst="rect">
              <a:avLst/>
            </a:prstGeom>
            <a:solidFill>
              <a:srgbClr val="DCE8ED"/>
            </a:solidFill>
            <a:ln w="0">
              <a:noFill/>
              <a:prstDash val="solid"/>
            </a:ln>
          </p:spPr>
        </p:sp>
        <p:sp>
          <p:nvSpPr>
            <p:cNvPr id="2784" name="four:temporal-output:rotated-tᵢ-cell-3:2784">
              <a:extLst>
                <a:ext uri="{FF2B5EF4-FFF2-40B4-BE49-F238E27FC236}">
                  <ns2:creationId id="{46A0A22C-5721-467D-B682-01EBC2F83D01}"/>
                </a:ext>
              </a:extLst>
            </p:cNvPr>
            <p:cNvSpPr>
              <a:spLocks noGrp="1"/>
            </p:cNvSpPr>
            <p:nvPr/>
          </p:nvSpPr>
          <p:spPr>
            <a:xfrm>
              <a:off x="22659975" y="7138988"/>
              <a:ext cx="709613" cy="5953"/>
            </a:xfrm>
            <a:prstGeom prst="rect">
              <a:avLst/>
            </a:prstGeom>
            <a:solidFill>
              <a:srgbClr val="DCE8ED"/>
            </a:solidFill>
            <a:ln w="0">
              <a:noFill/>
              <a:prstDash val="solid"/>
            </a:ln>
          </p:spPr>
        </p:sp>
        <p:sp>
          <p:nvSpPr>
            <p:cNvPr id="2785" name="four:temporal-output:rotated-tᵢ-cell-4:2785">
              <a:extLst>
                <a:ext uri="{FF2B5EF4-FFF2-40B4-BE49-F238E27FC236}">
                  <ns2:creationId id="{898EC499-3F8C-4C5D-BB4C-55937785444A}"/>
                </a:ext>
              </a:extLst>
            </p:cNvPr>
            <p:cNvSpPr>
              <a:spLocks noGrp="1"/>
            </p:cNvSpPr>
            <p:nvPr/>
          </p:nvSpPr>
          <p:spPr>
            <a:xfrm>
              <a:off x="22659975" y="7133034"/>
              <a:ext cx="709613" cy="5953"/>
            </a:xfrm>
            <a:prstGeom prst="rect">
              <a:avLst/>
            </a:prstGeom>
            <a:solidFill>
              <a:srgbClr val="DCE8ED"/>
            </a:solidFill>
            <a:ln w="0">
              <a:noFill/>
              <a:prstDash val="solid"/>
            </a:ln>
          </p:spPr>
        </p:sp>
        <p:sp>
          <p:nvSpPr>
            <p:cNvPr id="2786" name="four:temporal-output:rotated-tᵢ-cell-5:2786">
              <a:extLst>
                <a:ext uri="{FF2B5EF4-FFF2-40B4-BE49-F238E27FC236}">
                  <ns2:creationId id="{33D8655E-34FB-44A0-880A-F8113E7CF93D}"/>
                </a:ext>
              </a:extLst>
            </p:cNvPr>
            <p:cNvSpPr>
              <a:spLocks noGrp="1"/>
            </p:cNvSpPr>
            <p:nvPr/>
          </p:nvSpPr>
          <p:spPr>
            <a:xfrm>
              <a:off x="22659975" y="7127081"/>
              <a:ext cx="709613" cy="5953"/>
            </a:xfrm>
            <a:prstGeom prst="rect">
              <a:avLst/>
            </a:prstGeom>
            <a:solidFill>
              <a:srgbClr val="DCE8ED"/>
            </a:solidFill>
            <a:ln w="0">
              <a:noFill/>
              <a:prstDash val="solid"/>
            </a:ln>
          </p:spPr>
        </p:sp>
        <p:sp>
          <p:nvSpPr>
            <p:cNvPr id="2787" name="four:temporal-output:rotated-tᵢ-cell-6:2787">
              <a:extLst>
                <a:ext uri="{FF2B5EF4-FFF2-40B4-BE49-F238E27FC236}">
                  <ns2:creationId id="{9830E3DB-86BD-41B0-9534-CA3FED6ED3AC}"/>
                </a:ext>
              </a:extLst>
            </p:cNvPr>
            <p:cNvSpPr>
              <a:spLocks noGrp="1"/>
            </p:cNvSpPr>
            <p:nvPr/>
          </p:nvSpPr>
          <p:spPr>
            <a:xfrm>
              <a:off x="22659975" y="7121128"/>
              <a:ext cx="709613" cy="5953"/>
            </a:xfrm>
            <a:prstGeom prst="rect">
              <a:avLst/>
            </a:prstGeom>
            <a:solidFill>
              <a:srgbClr val="D2E1E8"/>
            </a:solidFill>
            <a:ln w="0">
              <a:noFill/>
              <a:prstDash val="solid"/>
            </a:ln>
          </p:spPr>
        </p:sp>
        <p:sp>
          <p:nvSpPr>
            <p:cNvPr id="2788" name="four:temporal-output:rotated-tᵢ-cell-7:2788">
              <a:extLst>
                <a:ext uri="{FF2B5EF4-FFF2-40B4-BE49-F238E27FC236}">
                  <ns2:creationId id="{0E13305B-668F-4719-8EE5-7F9DF397BD86}"/>
                </a:ext>
              </a:extLst>
            </p:cNvPr>
            <p:cNvSpPr>
              <a:spLocks noGrp="1"/>
            </p:cNvSpPr>
            <p:nvPr/>
          </p:nvSpPr>
          <p:spPr>
            <a:xfrm>
              <a:off x="22659975" y="7115175"/>
              <a:ext cx="709613" cy="5953"/>
            </a:xfrm>
            <a:prstGeom prst="rect">
              <a:avLst/>
            </a:prstGeom>
            <a:solidFill>
              <a:srgbClr val="A2C9DD"/>
            </a:solidFill>
            <a:ln w="0">
              <a:noFill/>
              <a:prstDash val="solid"/>
            </a:ln>
          </p:spPr>
        </p:sp>
        <p:sp>
          <p:nvSpPr>
            <p:cNvPr id="2789" name="four:temporal-output:rotated-tᵢ-cell-8:2789">
              <a:extLst>
                <a:ext uri="{FF2B5EF4-FFF2-40B4-BE49-F238E27FC236}">
                  <ns2:creationId id="{CC6DBD93-BEB1-4B46-883F-388AFAC9296B}"/>
                </a:ext>
              </a:extLst>
            </p:cNvPr>
            <p:cNvSpPr>
              <a:spLocks noGrp="1"/>
            </p:cNvSpPr>
            <p:nvPr/>
          </p:nvSpPr>
          <p:spPr>
            <a:xfrm>
              <a:off x="22659975" y="7109222"/>
              <a:ext cx="709613" cy="5953"/>
            </a:xfrm>
            <a:prstGeom prst="rect">
              <a:avLst/>
            </a:prstGeom>
            <a:solidFill>
              <a:srgbClr val="68AACE"/>
            </a:solidFill>
            <a:ln w="0">
              <a:noFill/>
              <a:prstDash val="solid"/>
            </a:ln>
          </p:spPr>
        </p:sp>
        <p:sp>
          <p:nvSpPr>
            <p:cNvPr id="2790" name="four:temporal-output:rotated-tᵢ-cell-9:2790">
              <a:extLst>
                <a:ext uri="{FF2B5EF4-FFF2-40B4-BE49-F238E27FC236}">
                  <ns2:creationId id="{5B1B3180-7ECB-4A0E-887A-F1BAC1807B96}"/>
                </a:ext>
              </a:extLst>
            </p:cNvPr>
            <p:cNvSpPr>
              <a:spLocks noGrp="1"/>
            </p:cNvSpPr>
            <p:nvPr/>
          </p:nvSpPr>
          <p:spPr>
            <a:xfrm>
              <a:off x="22659975" y="7103269"/>
              <a:ext cx="709613" cy="5953"/>
            </a:xfrm>
            <a:prstGeom prst="rect">
              <a:avLst/>
            </a:prstGeom>
            <a:solidFill>
              <a:srgbClr val="318CBF"/>
            </a:solidFill>
            <a:ln w="0">
              <a:noFill/>
              <a:prstDash val="solid"/>
            </a:ln>
          </p:spPr>
        </p:sp>
        <p:sp>
          <p:nvSpPr>
            <p:cNvPr id="2791" name="four:temporal-output:rotated-tᵢ-cell-10:2791">
              <a:extLst>
                <a:ext uri="{FF2B5EF4-FFF2-40B4-BE49-F238E27FC236}">
                  <ns2:creationId id="{8E78A7CB-70EF-4351-9FBA-F05BFFED077B}"/>
                </a:ext>
              </a:extLst>
            </p:cNvPr>
            <p:cNvSpPr>
              <a:spLocks noGrp="1"/>
            </p:cNvSpPr>
            <p:nvPr/>
          </p:nvSpPr>
          <p:spPr>
            <a:xfrm>
              <a:off x="22659975" y="7097316"/>
              <a:ext cx="709613" cy="5953"/>
            </a:xfrm>
            <a:prstGeom prst="rect">
              <a:avLst/>
            </a:prstGeom>
            <a:solidFill>
              <a:srgbClr val="0977B4"/>
            </a:solidFill>
            <a:ln w="0">
              <a:noFill/>
              <a:prstDash val="solid"/>
            </a:ln>
          </p:spPr>
        </p:sp>
        <p:sp>
          <p:nvSpPr>
            <p:cNvPr id="2792" name="four:temporal-output:rotated-tᵢ-cell-11:2792">
              <a:extLst>
                <a:ext uri="{FF2B5EF4-FFF2-40B4-BE49-F238E27FC236}">
                  <ns2:creationId id="{8AA0E139-989C-427C-8CAA-16EF76752AB1}"/>
                </a:ext>
              </a:extLst>
            </p:cNvPr>
            <p:cNvSpPr>
              <a:spLocks noGrp="1"/>
            </p:cNvSpPr>
            <p:nvPr/>
          </p:nvSpPr>
          <p:spPr>
            <a:xfrm>
              <a:off x="22659975" y="7091363"/>
              <a:ext cx="709613" cy="5953"/>
            </a:xfrm>
            <a:prstGeom prst="rect">
              <a:avLst/>
            </a:prstGeom>
            <a:solidFill>
              <a:srgbClr val="0072B2"/>
            </a:solidFill>
            <a:ln w="0">
              <a:noFill/>
              <a:prstDash val="solid"/>
            </a:ln>
          </p:spPr>
        </p:sp>
        <p:sp>
          <p:nvSpPr>
            <p:cNvPr id="2793" name="four:temporal-output:rotated-tᵢ-cell-12:2793">
              <a:extLst>
                <a:ext uri="{FF2B5EF4-FFF2-40B4-BE49-F238E27FC236}">
                  <ns2:creationId id="{98D93E74-01F4-4C85-8D1B-79A13F8A5461}"/>
                </a:ext>
              </a:extLst>
            </p:cNvPr>
            <p:cNvSpPr>
              <a:spLocks noGrp="1"/>
            </p:cNvSpPr>
            <p:nvPr/>
          </p:nvSpPr>
          <p:spPr>
            <a:xfrm>
              <a:off x="22659975" y="7085409"/>
              <a:ext cx="709613" cy="5953"/>
            </a:xfrm>
            <a:prstGeom prst="rect">
              <a:avLst/>
            </a:prstGeom>
            <a:solidFill>
              <a:srgbClr val="0072B2"/>
            </a:solidFill>
            <a:ln w="0">
              <a:noFill/>
              <a:prstDash val="solid"/>
            </a:ln>
          </p:spPr>
        </p:sp>
        <p:sp>
          <p:nvSpPr>
            <p:cNvPr id="2794" name="four:temporal-output:rotated-tᵢ-cell-13:2794">
              <a:extLst>
                <a:ext uri="{FF2B5EF4-FFF2-40B4-BE49-F238E27FC236}">
                  <ns2:creationId id="{5A169B9C-7256-4211-9D1D-207E802D3EAB}"/>
                </a:ext>
              </a:extLst>
            </p:cNvPr>
            <p:cNvSpPr>
              <a:spLocks noGrp="1"/>
            </p:cNvSpPr>
            <p:nvPr/>
          </p:nvSpPr>
          <p:spPr>
            <a:xfrm>
              <a:off x="22659975" y="7079456"/>
              <a:ext cx="709613" cy="5953"/>
            </a:xfrm>
            <a:prstGeom prst="rect">
              <a:avLst/>
            </a:prstGeom>
            <a:solidFill>
              <a:srgbClr val="0072B2"/>
            </a:solidFill>
            <a:ln w="0">
              <a:noFill/>
              <a:prstDash val="solid"/>
            </a:ln>
          </p:spPr>
        </p:sp>
        <p:sp>
          <p:nvSpPr>
            <p:cNvPr id="2795" name="four:temporal-output:rotated-tᵢ-cell-14:2795">
              <a:extLst>
                <a:ext uri="{FF2B5EF4-FFF2-40B4-BE49-F238E27FC236}">
                  <ns2:creationId id="{35E52ECA-9086-440E-85D1-A6F04EDF6D84}"/>
                </a:ext>
              </a:extLst>
            </p:cNvPr>
            <p:cNvSpPr>
              <a:spLocks noGrp="1"/>
            </p:cNvSpPr>
            <p:nvPr/>
          </p:nvSpPr>
          <p:spPr>
            <a:xfrm>
              <a:off x="22659975" y="7073503"/>
              <a:ext cx="709613" cy="5953"/>
            </a:xfrm>
            <a:prstGeom prst="rect">
              <a:avLst/>
            </a:prstGeom>
            <a:solidFill>
              <a:srgbClr val="0072B2"/>
            </a:solidFill>
            <a:ln w="0">
              <a:noFill/>
              <a:prstDash val="solid"/>
            </a:ln>
          </p:spPr>
        </p:sp>
        <p:sp>
          <p:nvSpPr>
            <p:cNvPr id="2796" name="four:temporal-output:rotated-tᵢ-cell-15:2796">
              <a:extLst>
                <a:ext uri="{FF2B5EF4-FFF2-40B4-BE49-F238E27FC236}">
                  <ns2:creationId id="{B00AEF71-C98C-43C2-A593-634D9E73B597}"/>
                </a:ext>
              </a:extLst>
            </p:cNvPr>
            <p:cNvSpPr>
              <a:spLocks noGrp="1"/>
            </p:cNvSpPr>
            <p:nvPr/>
          </p:nvSpPr>
          <p:spPr>
            <a:xfrm>
              <a:off x="22659975" y="7067550"/>
              <a:ext cx="709613" cy="5953"/>
            </a:xfrm>
            <a:prstGeom prst="rect">
              <a:avLst/>
            </a:prstGeom>
            <a:solidFill>
              <a:srgbClr val="0072B2"/>
            </a:solidFill>
            <a:ln w="0">
              <a:noFill/>
              <a:prstDash val="solid"/>
            </a:ln>
          </p:spPr>
        </p:sp>
        <p:sp>
          <p:nvSpPr>
            <p:cNvPr id="2797" name="four:temporal-output:rotated-tᵢ-cell-16:2797">
              <a:extLst>
                <a:ext uri="{FF2B5EF4-FFF2-40B4-BE49-F238E27FC236}">
                  <ns2:creationId id="{C09754D8-98F8-4ABF-9F0C-9FEE6735D6F0}"/>
                </a:ext>
              </a:extLst>
            </p:cNvPr>
            <p:cNvSpPr>
              <a:spLocks noGrp="1"/>
            </p:cNvSpPr>
            <p:nvPr/>
          </p:nvSpPr>
          <p:spPr>
            <a:xfrm>
              <a:off x="22659975" y="7061597"/>
              <a:ext cx="709613" cy="5953"/>
            </a:xfrm>
            <a:prstGeom prst="rect">
              <a:avLst/>
            </a:prstGeom>
            <a:solidFill>
              <a:srgbClr val="0072B2"/>
            </a:solidFill>
            <a:ln w="0">
              <a:noFill/>
              <a:prstDash val="solid"/>
            </a:ln>
          </p:spPr>
        </p:sp>
        <p:sp>
          <p:nvSpPr>
            <p:cNvPr id="2798" name="four:temporal-output:rotated-tᵢ-cell-17:2798">
              <a:extLst>
                <a:ext uri="{FF2B5EF4-FFF2-40B4-BE49-F238E27FC236}">
                  <ns2:creationId id="{2BC60893-1412-43A2-8411-012885699A42}"/>
                </a:ext>
              </a:extLst>
            </p:cNvPr>
            <p:cNvSpPr>
              <a:spLocks noGrp="1"/>
            </p:cNvSpPr>
            <p:nvPr/>
          </p:nvSpPr>
          <p:spPr>
            <a:xfrm>
              <a:off x="22659975" y="7055644"/>
              <a:ext cx="709613" cy="5953"/>
            </a:xfrm>
            <a:prstGeom prst="rect">
              <a:avLst/>
            </a:prstGeom>
            <a:solidFill>
              <a:srgbClr val="0072B2"/>
            </a:solidFill>
            <a:ln w="0">
              <a:noFill/>
              <a:prstDash val="solid"/>
            </a:ln>
          </p:spPr>
        </p:sp>
        <p:sp>
          <p:nvSpPr>
            <p:cNvPr id="2799" name="four:temporal-output:rotated-tᵢ-cell-18:2799">
              <a:extLst>
                <a:ext uri="{FF2B5EF4-FFF2-40B4-BE49-F238E27FC236}">
                  <ns2:creationId id="{C74228C7-27BA-49F7-AD60-2CA6637E4AA2}"/>
                </a:ext>
              </a:extLst>
            </p:cNvPr>
            <p:cNvSpPr>
              <a:spLocks noGrp="1"/>
            </p:cNvSpPr>
            <p:nvPr/>
          </p:nvSpPr>
          <p:spPr>
            <a:xfrm>
              <a:off x="22659975" y="7049691"/>
              <a:ext cx="709613" cy="5953"/>
            </a:xfrm>
            <a:prstGeom prst="rect">
              <a:avLst/>
            </a:prstGeom>
            <a:solidFill>
              <a:srgbClr val="0072B2"/>
            </a:solidFill>
            <a:ln w="0">
              <a:noFill/>
              <a:prstDash val="solid"/>
            </a:ln>
          </p:spPr>
        </p:sp>
        <p:sp>
          <p:nvSpPr>
            <p:cNvPr id="2800" name="four:temporal-output:rotated-tᵢ-cell-19:2800">
              <a:extLst>
                <a:ext uri="{FF2B5EF4-FFF2-40B4-BE49-F238E27FC236}">
                  <ns2:creationId id="{13F98423-2B85-487F-9565-0A0B10A44F0F}"/>
                </a:ext>
              </a:extLst>
            </p:cNvPr>
            <p:cNvSpPr>
              <a:spLocks noGrp="1"/>
            </p:cNvSpPr>
            <p:nvPr/>
          </p:nvSpPr>
          <p:spPr>
            <a:xfrm>
              <a:off x="22659975" y="7043738"/>
              <a:ext cx="709613" cy="5953"/>
            </a:xfrm>
            <a:prstGeom prst="rect">
              <a:avLst/>
            </a:prstGeom>
            <a:solidFill>
              <a:srgbClr val="0072B2"/>
            </a:solidFill>
            <a:ln w="0">
              <a:noFill/>
              <a:prstDash val="solid"/>
            </a:ln>
          </p:spPr>
        </p:sp>
        <p:sp>
          <p:nvSpPr>
            <p:cNvPr id="2801" name="four:temporal-output:rotated-tᵢ-cell-20:2801">
              <a:extLst>
                <a:ext uri="{FF2B5EF4-FFF2-40B4-BE49-F238E27FC236}">
                  <ns2:creationId id="{BC1F24C5-7784-4016-AA3D-CE0F07E7B5BF}"/>
                </a:ext>
              </a:extLst>
            </p:cNvPr>
            <p:cNvSpPr>
              <a:spLocks noGrp="1"/>
            </p:cNvSpPr>
            <p:nvPr/>
          </p:nvSpPr>
          <p:spPr>
            <a:xfrm>
              <a:off x="22659975" y="7037784"/>
              <a:ext cx="709613" cy="5953"/>
            </a:xfrm>
            <a:prstGeom prst="rect">
              <a:avLst/>
            </a:prstGeom>
            <a:solidFill>
              <a:srgbClr val="0072B2"/>
            </a:solidFill>
            <a:ln w="0">
              <a:noFill/>
              <a:prstDash val="solid"/>
            </a:ln>
          </p:spPr>
        </p:sp>
        <p:sp>
          <p:nvSpPr>
            <p:cNvPr id="2802" name="four:temporal-output:rotated-tᵢ-cell-21:2802">
              <a:extLst>
                <a:ext uri="{FF2B5EF4-FFF2-40B4-BE49-F238E27FC236}">
                  <ns2:creationId id="{E931724E-6C41-419D-A923-5AC411BB610F}"/>
                </a:ext>
              </a:extLst>
            </p:cNvPr>
            <p:cNvSpPr>
              <a:spLocks noGrp="1"/>
            </p:cNvSpPr>
            <p:nvPr/>
          </p:nvSpPr>
          <p:spPr>
            <a:xfrm>
              <a:off x="22659975" y="7031831"/>
              <a:ext cx="709613" cy="5953"/>
            </a:xfrm>
            <a:prstGeom prst="rect">
              <a:avLst/>
            </a:prstGeom>
            <a:solidFill>
              <a:srgbClr val="0072B2"/>
            </a:solidFill>
            <a:ln w="0">
              <a:noFill/>
              <a:prstDash val="solid"/>
            </a:ln>
          </p:spPr>
        </p:sp>
        <p:sp>
          <p:nvSpPr>
            <p:cNvPr id="2803" name="four:temporal-output:rotated-tᵢ-cell-22:2803">
              <a:extLst>
                <a:ext uri="{FF2B5EF4-FFF2-40B4-BE49-F238E27FC236}">
                  <ns2:creationId id="{DA12EEF5-688C-4FC6-816A-448F69676C27}"/>
                </a:ext>
              </a:extLst>
            </p:cNvPr>
            <p:cNvSpPr>
              <a:spLocks noGrp="1"/>
            </p:cNvSpPr>
            <p:nvPr/>
          </p:nvSpPr>
          <p:spPr>
            <a:xfrm>
              <a:off x="22659975" y="7025878"/>
              <a:ext cx="709613" cy="5953"/>
            </a:xfrm>
            <a:prstGeom prst="rect">
              <a:avLst/>
            </a:prstGeom>
            <a:solidFill>
              <a:srgbClr val="0D79B6"/>
            </a:solidFill>
            <a:ln w="0">
              <a:noFill/>
              <a:prstDash val="solid"/>
            </a:ln>
          </p:spPr>
        </p:sp>
        <p:sp>
          <p:nvSpPr>
            <p:cNvPr id="2804" name="four:temporal-output:rotated-tᵢ-cell-23:2804">
              <a:extLst>
                <a:ext uri="{FF2B5EF4-FFF2-40B4-BE49-F238E27FC236}">
                  <ns2:creationId id="{5549A1F6-5DB0-47C7-AD09-D5387BA4FD2C}"/>
                </a:ext>
              </a:extLst>
            </p:cNvPr>
            <p:cNvSpPr>
              <a:spLocks noGrp="1"/>
            </p:cNvSpPr>
            <p:nvPr/>
          </p:nvSpPr>
          <p:spPr>
            <a:xfrm>
              <a:off x="22659975" y="7019925"/>
              <a:ext cx="709613" cy="5953"/>
            </a:xfrm>
            <a:prstGeom prst="rect">
              <a:avLst/>
            </a:prstGeom>
            <a:solidFill>
              <a:srgbClr val="2A88BD"/>
            </a:solidFill>
            <a:ln w="0">
              <a:noFill/>
              <a:prstDash val="solid"/>
            </a:ln>
          </p:spPr>
        </p:sp>
        <p:sp>
          <p:nvSpPr>
            <p:cNvPr id="2805" name="four:temporal-output:rotated-tᵢ-cell-24:2805">
              <a:extLst>
                <a:ext uri="{FF2B5EF4-FFF2-40B4-BE49-F238E27FC236}">
                  <ns2:creationId id="{FE66B7F8-D01C-40E5-9C7D-9A6650071C7D}"/>
                </a:ext>
              </a:extLst>
            </p:cNvPr>
            <p:cNvSpPr>
              <a:spLocks noGrp="1"/>
            </p:cNvSpPr>
            <p:nvPr/>
          </p:nvSpPr>
          <p:spPr>
            <a:xfrm>
              <a:off x="22659975" y="7013972"/>
              <a:ext cx="709613" cy="5953"/>
            </a:xfrm>
            <a:prstGeom prst="rect">
              <a:avLst/>
            </a:prstGeom>
            <a:solidFill>
              <a:srgbClr val="519DC8"/>
            </a:solidFill>
            <a:ln w="0">
              <a:noFill/>
              <a:prstDash val="solid"/>
            </a:ln>
          </p:spPr>
        </p:sp>
        <p:sp>
          <p:nvSpPr>
            <p:cNvPr id="2806" name="four:temporal-output:rotated-tᵢ-cell-25:2806">
              <a:extLst>
                <a:ext uri="{FF2B5EF4-FFF2-40B4-BE49-F238E27FC236}">
                  <ns2:creationId id="{9BE95B8F-1DFC-4FD5-947C-3A56149DA8B5}"/>
                </a:ext>
              </a:extLst>
            </p:cNvPr>
            <p:cNvSpPr>
              <a:spLocks noGrp="1"/>
            </p:cNvSpPr>
            <p:nvPr/>
          </p:nvSpPr>
          <p:spPr>
            <a:xfrm>
              <a:off x="22659975" y="7008019"/>
              <a:ext cx="709613" cy="5953"/>
            </a:xfrm>
            <a:prstGeom prst="rect">
              <a:avLst/>
            </a:prstGeom>
            <a:solidFill>
              <a:srgbClr val="7BB4D3"/>
            </a:solidFill>
            <a:ln w="0">
              <a:noFill/>
              <a:prstDash val="solid"/>
            </a:ln>
          </p:spPr>
        </p:sp>
        <p:sp>
          <p:nvSpPr>
            <p:cNvPr id="2807" name="four:temporal-output:rotated-tᵢ-cell-26:2807">
              <a:extLst>
                <a:ext uri="{FF2B5EF4-FFF2-40B4-BE49-F238E27FC236}">
                  <ns2:creationId id="{B7C73917-29C0-456F-8005-738E12EC955E}"/>
                </a:ext>
              </a:extLst>
            </p:cNvPr>
            <p:cNvSpPr>
              <a:spLocks noGrp="1"/>
            </p:cNvSpPr>
            <p:nvPr/>
          </p:nvSpPr>
          <p:spPr>
            <a:xfrm>
              <a:off x="22659975" y="7002066"/>
              <a:ext cx="709613" cy="5953"/>
            </a:xfrm>
            <a:prstGeom prst="rect">
              <a:avLst/>
            </a:prstGeom>
            <a:solidFill>
              <a:srgbClr val="A4CADE"/>
            </a:solidFill>
            <a:ln w="0">
              <a:noFill/>
              <a:prstDash val="solid"/>
            </a:ln>
          </p:spPr>
        </p:sp>
        <p:sp>
          <p:nvSpPr>
            <p:cNvPr id="2808" name="four:temporal-output:rotated-tᵢ-cell-27:2808">
              <a:extLst>
                <a:ext uri="{FF2B5EF4-FFF2-40B4-BE49-F238E27FC236}">
                  <ns2:creationId id="{92075A1A-B3E7-4C22-AEC8-370D8C8CA111}"/>
                </a:ext>
              </a:extLst>
            </p:cNvPr>
            <p:cNvSpPr>
              <a:spLocks noGrp="1"/>
            </p:cNvSpPr>
            <p:nvPr/>
          </p:nvSpPr>
          <p:spPr>
            <a:xfrm>
              <a:off x="22659975" y="6996113"/>
              <a:ext cx="709613" cy="5953"/>
            </a:xfrm>
            <a:prstGeom prst="rect">
              <a:avLst/>
            </a:prstGeom>
            <a:solidFill>
              <a:srgbClr val="CDDEE5"/>
            </a:solidFill>
            <a:ln w="0">
              <a:noFill/>
              <a:prstDash val="solid"/>
            </a:ln>
          </p:spPr>
        </p:sp>
        <p:sp>
          <p:nvSpPr>
            <p:cNvPr id="2809" name="four:temporal-output:rotated-tᵢ-cell-28:2809">
              <a:extLst>
                <a:ext uri="{FF2B5EF4-FFF2-40B4-BE49-F238E27FC236}">
                  <ns2:creationId id="{D2807ACE-98EE-422C-B330-A663E9DD9B4B}"/>
                </a:ext>
              </a:extLst>
            </p:cNvPr>
            <p:cNvSpPr>
              <a:spLocks noGrp="1"/>
            </p:cNvSpPr>
            <p:nvPr/>
          </p:nvSpPr>
          <p:spPr>
            <a:xfrm>
              <a:off x="22659975" y="6990159"/>
              <a:ext cx="709613" cy="5953"/>
            </a:xfrm>
            <a:prstGeom prst="rect">
              <a:avLst/>
            </a:prstGeom>
            <a:solidFill>
              <a:srgbClr val="DAE7EC"/>
            </a:solidFill>
            <a:ln w="0">
              <a:noFill/>
              <a:prstDash val="solid"/>
            </a:ln>
          </p:spPr>
        </p:sp>
        <p:sp>
          <p:nvSpPr>
            <p:cNvPr id="2810" name="four:temporal-output:rotated-tᵢ-cell-29:2810">
              <a:extLst>
                <a:ext uri="{FF2B5EF4-FFF2-40B4-BE49-F238E27FC236}">
                  <ns2:creationId id="{FDDFB2E8-9D34-40E2-B930-0D0DCD1DBBDC}"/>
                </a:ext>
              </a:extLst>
            </p:cNvPr>
            <p:cNvSpPr>
              <a:spLocks noGrp="1"/>
            </p:cNvSpPr>
            <p:nvPr/>
          </p:nvSpPr>
          <p:spPr>
            <a:xfrm>
              <a:off x="22659975" y="6984206"/>
              <a:ext cx="709613" cy="5953"/>
            </a:xfrm>
            <a:prstGeom prst="rect">
              <a:avLst/>
            </a:prstGeom>
            <a:solidFill>
              <a:srgbClr val="DCE8ED"/>
            </a:solidFill>
            <a:ln w="0">
              <a:noFill/>
              <a:prstDash val="solid"/>
            </a:ln>
          </p:spPr>
        </p:sp>
        <p:sp>
          <p:nvSpPr>
            <p:cNvPr id="2811" name="four:temporal-output:rotated-tᵢ-cell-30:2811">
              <a:extLst>
                <a:ext uri="{FF2B5EF4-FFF2-40B4-BE49-F238E27FC236}">
                  <ns2:creationId id="{26D2BD20-0671-4F53-9650-6224636E0249}"/>
                </a:ext>
              </a:extLst>
            </p:cNvPr>
            <p:cNvSpPr>
              <a:spLocks noGrp="1"/>
            </p:cNvSpPr>
            <p:nvPr/>
          </p:nvSpPr>
          <p:spPr>
            <a:xfrm>
              <a:off x="22659975" y="6978253"/>
              <a:ext cx="709613" cy="5953"/>
            </a:xfrm>
            <a:prstGeom prst="rect">
              <a:avLst/>
            </a:prstGeom>
            <a:solidFill>
              <a:srgbClr val="DCE8ED"/>
            </a:solidFill>
            <a:ln w="0">
              <a:noFill/>
              <a:prstDash val="solid"/>
            </a:ln>
          </p:spPr>
        </p:sp>
        <p:sp>
          <p:nvSpPr>
            <p:cNvPr id="2812" name="four:temporal-output:rotated-tᵢ-cell-31:2812">
              <a:extLst>
                <a:ext uri="{FF2B5EF4-FFF2-40B4-BE49-F238E27FC236}">
                  <ns2:creationId id="{0A8C9CC4-9851-4983-A355-0E576D87869E}"/>
                </a:ext>
              </a:extLst>
            </p:cNvPr>
            <p:cNvSpPr>
              <a:spLocks noGrp="1"/>
            </p:cNvSpPr>
            <p:nvPr/>
          </p:nvSpPr>
          <p:spPr>
            <a:xfrm>
              <a:off x="22659975" y="6972300"/>
              <a:ext cx="709613" cy="5953"/>
            </a:xfrm>
            <a:prstGeom prst="rect">
              <a:avLst/>
            </a:prstGeom>
            <a:solidFill>
              <a:srgbClr val="DCE8ED"/>
            </a:solidFill>
            <a:ln w="0">
              <a:noFill/>
              <a:prstDash val="solid"/>
            </a:ln>
          </p:spPr>
        </p:sp>
        <p:sp>
          <p:nvSpPr>
            <p:cNvPr id="2813" name="four:temporal-output:rotated-tᵢ-cell-32:2813">
              <a:extLst>
                <a:ext uri="{FF2B5EF4-FFF2-40B4-BE49-F238E27FC236}">
                  <ns2:creationId id="{9BA829EF-33E6-4C42-B5D2-1D199CD830CB}"/>
                </a:ext>
              </a:extLst>
            </p:cNvPr>
            <p:cNvSpPr>
              <a:spLocks noGrp="1"/>
            </p:cNvSpPr>
            <p:nvPr/>
          </p:nvSpPr>
          <p:spPr>
            <a:xfrm>
              <a:off x="22659975" y="6966347"/>
              <a:ext cx="709613" cy="5953"/>
            </a:xfrm>
            <a:prstGeom prst="rect">
              <a:avLst/>
            </a:prstGeom>
            <a:solidFill>
              <a:srgbClr val="DCE8ED"/>
            </a:solidFill>
            <a:ln w="0">
              <a:noFill/>
              <a:prstDash val="solid"/>
            </a:ln>
          </p:spPr>
        </p:sp>
        <p:sp>
          <p:nvSpPr>
            <p:cNvPr id="2814" name="four:temporal-output:rotated-tᵢ-cell-33:2814">
              <a:extLst>
                <a:ext uri="{FF2B5EF4-FFF2-40B4-BE49-F238E27FC236}">
                  <ns2:creationId id="{6ECFF6D3-B74F-4531-962D-4A051057127A}"/>
                </a:ext>
              </a:extLst>
            </p:cNvPr>
            <p:cNvSpPr>
              <a:spLocks noGrp="1"/>
            </p:cNvSpPr>
            <p:nvPr/>
          </p:nvSpPr>
          <p:spPr>
            <a:xfrm>
              <a:off x="22659975" y="6960394"/>
              <a:ext cx="709613" cy="5953"/>
            </a:xfrm>
            <a:prstGeom prst="rect">
              <a:avLst/>
            </a:prstGeom>
            <a:solidFill>
              <a:srgbClr val="DCE8ED"/>
            </a:solidFill>
            <a:ln w="0">
              <a:noFill/>
              <a:prstDash val="solid"/>
            </a:ln>
          </p:spPr>
        </p:sp>
        <p:sp>
          <p:nvSpPr>
            <p:cNvPr id="2815" name="four:temporal-output:rotated-tᵢ-cell-34:2815">
              <a:extLst>
                <a:ext uri="{FF2B5EF4-FFF2-40B4-BE49-F238E27FC236}">
                  <ns2:creationId id="{2AAA89ED-8811-4E61-B309-BEC24B3C6CE8}"/>
                </a:ext>
              </a:extLst>
            </p:cNvPr>
            <p:cNvSpPr>
              <a:spLocks noGrp="1"/>
            </p:cNvSpPr>
            <p:nvPr/>
          </p:nvSpPr>
          <p:spPr>
            <a:xfrm>
              <a:off x="22659975" y="6954441"/>
              <a:ext cx="709613" cy="5953"/>
            </a:xfrm>
            <a:prstGeom prst="rect">
              <a:avLst/>
            </a:prstGeom>
            <a:solidFill>
              <a:srgbClr val="DCE8ED"/>
            </a:solidFill>
            <a:ln w="0">
              <a:noFill/>
              <a:prstDash val="solid"/>
            </a:ln>
          </p:spPr>
        </p:sp>
        <p:sp>
          <p:nvSpPr>
            <p:cNvPr id="2816" name="four:temporal-output:rotated-tᵢ-cell-35:2816">
              <a:extLst>
                <a:ext uri="{FF2B5EF4-FFF2-40B4-BE49-F238E27FC236}">
                  <ns2:creationId id="{09E814F0-9F23-4C38-B4E7-9FC409A43707}"/>
                </a:ext>
              </a:extLst>
            </p:cNvPr>
            <p:cNvSpPr>
              <a:spLocks noGrp="1"/>
            </p:cNvSpPr>
            <p:nvPr/>
          </p:nvSpPr>
          <p:spPr>
            <a:xfrm>
              <a:off x="22659975" y="6948488"/>
              <a:ext cx="709613" cy="5953"/>
            </a:xfrm>
            <a:prstGeom prst="rect">
              <a:avLst/>
            </a:prstGeom>
            <a:solidFill>
              <a:srgbClr val="DCE8ED"/>
            </a:solidFill>
            <a:ln w="0">
              <a:noFill/>
              <a:prstDash val="solid"/>
            </a:ln>
          </p:spPr>
        </p:sp>
        <p:sp>
          <p:nvSpPr>
            <p:cNvPr id="2817" name="four:temporal-output:rotated-tᵢ-cell-36:2817">
              <a:extLst>
                <a:ext uri="{FF2B5EF4-FFF2-40B4-BE49-F238E27FC236}">
                  <ns2:creationId id="{94C18440-E846-4A37-9ED5-C3C8AC8C70FD}"/>
                </a:ext>
              </a:extLst>
            </p:cNvPr>
            <p:cNvSpPr>
              <a:spLocks noGrp="1"/>
            </p:cNvSpPr>
            <p:nvPr/>
          </p:nvSpPr>
          <p:spPr>
            <a:xfrm>
              <a:off x="22659975" y="6942534"/>
              <a:ext cx="709613" cy="5953"/>
            </a:xfrm>
            <a:prstGeom prst="rect">
              <a:avLst/>
            </a:prstGeom>
            <a:solidFill>
              <a:srgbClr val="DCE8ED"/>
            </a:solidFill>
            <a:ln w="0">
              <a:noFill/>
              <a:prstDash val="solid"/>
            </a:ln>
          </p:spPr>
        </p:sp>
        <p:sp>
          <p:nvSpPr>
            <p:cNvPr id="2818" name="four:temporal-output:rotated-tᵢ-cell-37:2818">
              <a:extLst>
                <a:ext uri="{FF2B5EF4-FFF2-40B4-BE49-F238E27FC236}">
                  <ns2:creationId id="{5D0753BE-C725-4943-80E0-82466D355265}"/>
                </a:ext>
              </a:extLst>
            </p:cNvPr>
            <p:cNvSpPr>
              <a:spLocks noGrp="1"/>
            </p:cNvSpPr>
            <p:nvPr/>
          </p:nvSpPr>
          <p:spPr>
            <a:xfrm>
              <a:off x="22659975" y="6936581"/>
              <a:ext cx="709613" cy="5953"/>
            </a:xfrm>
            <a:prstGeom prst="rect">
              <a:avLst/>
            </a:prstGeom>
            <a:solidFill>
              <a:srgbClr val="DCE8ED"/>
            </a:solidFill>
            <a:ln w="0">
              <a:noFill/>
              <a:prstDash val="solid"/>
            </a:ln>
          </p:spPr>
        </p:sp>
        <p:sp>
          <p:nvSpPr>
            <p:cNvPr id="2819" name="four:temporal-output:rotated-tᵢ-cell-38:2819">
              <a:extLst>
                <a:ext uri="{FF2B5EF4-FFF2-40B4-BE49-F238E27FC236}">
                  <ns2:creationId id="{F8C2950D-9EBF-4B07-9758-380F5711FFE4}"/>
                </a:ext>
              </a:extLst>
            </p:cNvPr>
            <p:cNvSpPr>
              <a:spLocks noGrp="1"/>
            </p:cNvSpPr>
            <p:nvPr/>
          </p:nvSpPr>
          <p:spPr>
            <a:xfrm>
              <a:off x="22659975" y="6930628"/>
              <a:ext cx="709613" cy="5953"/>
            </a:xfrm>
            <a:prstGeom prst="rect">
              <a:avLst/>
            </a:prstGeom>
            <a:solidFill>
              <a:srgbClr val="DCE8ED"/>
            </a:solidFill>
            <a:ln w="0">
              <a:noFill/>
              <a:prstDash val="solid"/>
            </a:ln>
          </p:spPr>
        </p:sp>
        <p:sp>
          <p:nvSpPr>
            <p:cNvPr id="2820" name="four:temporal-output:rotated-tᵢ-cell-39:2820">
              <a:extLst>
                <a:ext uri="{FF2B5EF4-FFF2-40B4-BE49-F238E27FC236}">
                  <ns2:creationId id="{957FCA3B-2F18-4F7A-A779-CCF9650ECAF3}"/>
                </a:ext>
              </a:extLst>
            </p:cNvPr>
            <p:cNvSpPr>
              <a:spLocks noGrp="1"/>
            </p:cNvSpPr>
            <p:nvPr/>
          </p:nvSpPr>
          <p:spPr>
            <a:xfrm>
              <a:off x="22659975" y="6924675"/>
              <a:ext cx="709613" cy="5953"/>
            </a:xfrm>
            <a:prstGeom prst="rect">
              <a:avLst/>
            </a:prstGeom>
            <a:solidFill>
              <a:srgbClr val="DCE8ED"/>
            </a:solidFill>
            <a:ln w="0">
              <a:noFill/>
              <a:prstDash val="solid"/>
            </a:ln>
          </p:spPr>
        </p:sp>
        <p:sp>
          <p:nvSpPr>
            <p:cNvPr id="2821" name="four:temporal-output:rotated-tᵢ-cell-40:2821">
              <a:extLst>
                <a:ext uri="{FF2B5EF4-FFF2-40B4-BE49-F238E27FC236}">
                  <ns2:creationId id="{EA36AB51-71EF-4A5E-A245-7DEA3230C140}"/>
                </a:ext>
              </a:extLst>
            </p:cNvPr>
            <p:cNvSpPr>
              <a:spLocks noGrp="1"/>
            </p:cNvSpPr>
            <p:nvPr/>
          </p:nvSpPr>
          <p:spPr>
            <a:xfrm>
              <a:off x="22659975" y="6918722"/>
              <a:ext cx="709613" cy="5953"/>
            </a:xfrm>
            <a:prstGeom prst="rect">
              <a:avLst/>
            </a:prstGeom>
            <a:solidFill>
              <a:srgbClr val="DCE8ED"/>
            </a:solidFill>
            <a:ln w="0">
              <a:noFill/>
              <a:prstDash val="solid"/>
            </a:ln>
          </p:spPr>
        </p:sp>
        <p:sp>
          <p:nvSpPr>
            <p:cNvPr id="2822" name="four:temporal-output:rotated-tᵢ-cell-41:2822">
              <a:extLst>
                <a:ext uri="{FF2B5EF4-FFF2-40B4-BE49-F238E27FC236}">
                  <ns2:creationId id="{DE06B5D3-7EBD-49D3-8600-2898238D36C4}"/>
                </a:ext>
              </a:extLst>
            </p:cNvPr>
            <p:cNvSpPr>
              <a:spLocks noGrp="1"/>
            </p:cNvSpPr>
            <p:nvPr/>
          </p:nvSpPr>
          <p:spPr>
            <a:xfrm>
              <a:off x="22659975" y="6912769"/>
              <a:ext cx="709613" cy="5953"/>
            </a:xfrm>
            <a:prstGeom prst="rect">
              <a:avLst/>
            </a:prstGeom>
            <a:solidFill>
              <a:srgbClr val="DCE8ED"/>
            </a:solidFill>
            <a:ln w="0">
              <a:noFill/>
              <a:prstDash val="solid"/>
            </a:ln>
          </p:spPr>
        </p:sp>
        <p:sp>
          <p:nvSpPr>
            <p:cNvPr id="2823" name="four:temporal-output:rotated-tᵢ-cell-42:2823">
              <a:extLst>
                <a:ext uri="{FF2B5EF4-FFF2-40B4-BE49-F238E27FC236}">
                  <ns2:creationId id="{04BDC6AC-77AF-417C-B9AF-76A17F0A7024}"/>
                </a:ext>
              </a:extLst>
            </p:cNvPr>
            <p:cNvSpPr>
              <a:spLocks noGrp="1"/>
            </p:cNvSpPr>
            <p:nvPr/>
          </p:nvSpPr>
          <p:spPr>
            <a:xfrm>
              <a:off x="22659975" y="6906816"/>
              <a:ext cx="709613" cy="5953"/>
            </a:xfrm>
            <a:prstGeom prst="rect">
              <a:avLst/>
            </a:prstGeom>
            <a:solidFill>
              <a:srgbClr val="DCE8ED"/>
            </a:solidFill>
            <a:ln w="0">
              <a:noFill/>
              <a:prstDash val="solid"/>
            </a:ln>
          </p:spPr>
        </p:sp>
        <p:sp>
          <p:nvSpPr>
            <p:cNvPr id="2824" name="four:temporal-output:rotated-tᵢ-cell-43:2824">
              <a:extLst>
                <a:ext uri="{FF2B5EF4-FFF2-40B4-BE49-F238E27FC236}">
                  <ns2:creationId id="{41FDF149-E622-4F3E-B81B-7723E344E703}"/>
                </a:ext>
              </a:extLst>
            </p:cNvPr>
            <p:cNvSpPr>
              <a:spLocks noGrp="1"/>
            </p:cNvSpPr>
            <p:nvPr/>
          </p:nvSpPr>
          <p:spPr>
            <a:xfrm>
              <a:off x="22659975" y="6900863"/>
              <a:ext cx="709613" cy="5953"/>
            </a:xfrm>
            <a:prstGeom prst="rect">
              <a:avLst/>
            </a:prstGeom>
            <a:solidFill>
              <a:srgbClr val="DCE8ED"/>
            </a:solidFill>
            <a:ln w="0">
              <a:noFill/>
              <a:prstDash val="solid"/>
            </a:ln>
          </p:spPr>
        </p:sp>
        <p:sp>
          <p:nvSpPr>
            <p:cNvPr id="2825" name="four:temporal-output:rotated-tᵢ-cell-44:2825">
              <a:extLst>
                <a:ext uri="{FF2B5EF4-FFF2-40B4-BE49-F238E27FC236}">
                  <ns2:creationId id="{15BD7BA5-8FA8-4B72-B829-4DE8DFE69E94}"/>
                </a:ext>
              </a:extLst>
            </p:cNvPr>
            <p:cNvSpPr>
              <a:spLocks noGrp="1"/>
            </p:cNvSpPr>
            <p:nvPr/>
          </p:nvSpPr>
          <p:spPr>
            <a:xfrm>
              <a:off x="22659975" y="6894909"/>
              <a:ext cx="709613" cy="5953"/>
            </a:xfrm>
            <a:prstGeom prst="rect">
              <a:avLst/>
            </a:prstGeom>
            <a:solidFill>
              <a:srgbClr val="DCE8ED"/>
            </a:solidFill>
            <a:ln w="0">
              <a:noFill/>
              <a:prstDash val="solid"/>
            </a:ln>
          </p:spPr>
        </p:sp>
        <p:sp>
          <p:nvSpPr>
            <p:cNvPr id="2826" name="four:temporal-output:rotated-tᵢ-cell-45:2826">
              <a:extLst>
                <a:ext uri="{FF2B5EF4-FFF2-40B4-BE49-F238E27FC236}">
                  <ns2:creationId id="{65E06477-04D9-43F7-8F9E-510D7E4A4E98}"/>
                </a:ext>
              </a:extLst>
            </p:cNvPr>
            <p:cNvSpPr>
              <a:spLocks noGrp="1"/>
            </p:cNvSpPr>
            <p:nvPr/>
          </p:nvSpPr>
          <p:spPr>
            <a:xfrm>
              <a:off x="22659975" y="6888956"/>
              <a:ext cx="709613" cy="5953"/>
            </a:xfrm>
            <a:prstGeom prst="rect">
              <a:avLst/>
            </a:prstGeom>
            <a:solidFill>
              <a:srgbClr val="DCE8ED"/>
            </a:solidFill>
            <a:ln w="0">
              <a:noFill/>
              <a:prstDash val="solid"/>
            </a:ln>
          </p:spPr>
        </p:sp>
        <p:sp>
          <p:nvSpPr>
            <p:cNvPr id="2827" name="four:temporal-output:rotated-tᵢ-cell-46:2827">
              <a:extLst>
                <a:ext uri="{FF2B5EF4-FFF2-40B4-BE49-F238E27FC236}">
                  <ns2:creationId id="{F1CD9F41-7AE8-45F2-8B51-5A0C955ED3DC}"/>
                </a:ext>
              </a:extLst>
            </p:cNvPr>
            <p:cNvSpPr>
              <a:spLocks noGrp="1"/>
            </p:cNvSpPr>
            <p:nvPr/>
          </p:nvSpPr>
          <p:spPr>
            <a:xfrm>
              <a:off x="22659975" y="6883003"/>
              <a:ext cx="709613" cy="5953"/>
            </a:xfrm>
            <a:prstGeom prst="rect">
              <a:avLst/>
            </a:prstGeom>
            <a:solidFill>
              <a:srgbClr val="DCE8ED"/>
            </a:solidFill>
            <a:ln w="0">
              <a:noFill/>
              <a:prstDash val="solid"/>
            </a:ln>
          </p:spPr>
        </p:sp>
        <p:sp>
          <p:nvSpPr>
            <p:cNvPr id="2828" name="four:temporal-output:rotated-tᵢ-cell-47:2828">
              <a:extLst>
                <a:ext uri="{FF2B5EF4-FFF2-40B4-BE49-F238E27FC236}">
                  <ns2:creationId id="{6509CAC6-131B-41C2-938A-A241D74CE55F}"/>
                </a:ext>
              </a:extLst>
            </p:cNvPr>
            <p:cNvSpPr>
              <a:spLocks noGrp="1"/>
            </p:cNvSpPr>
            <p:nvPr/>
          </p:nvSpPr>
          <p:spPr>
            <a:xfrm>
              <a:off x="22659975" y="6877050"/>
              <a:ext cx="709613" cy="5953"/>
            </a:xfrm>
            <a:prstGeom prst="rect">
              <a:avLst/>
            </a:prstGeom>
            <a:solidFill>
              <a:srgbClr val="DCE8ED"/>
            </a:solidFill>
            <a:ln w="0">
              <a:noFill/>
              <a:prstDash val="solid"/>
            </a:ln>
          </p:spPr>
        </p:sp>
        <p:sp>
          <p:nvSpPr>
            <p:cNvPr id="2829" name="four:temporal-output:rotated-tᵢ-cell-48:2829">
              <a:extLst>
                <a:ext uri="{FF2B5EF4-FFF2-40B4-BE49-F238E27FC236}">
                  <ns2:creationId id="{B3C5701B-EE9B-4F12-A20F-1CCFA5C925E6}"/>
                </a:ext>
              </a:extLst>
            </p:cNvPr>
            <p:cNvSpPr>
              <a:spLocks noGrp="1"/>
            </p:cNvSpPr>
            <p:nvPr/>
          </p:nvSpPr>
          <p:spPr>
            <a:xfrm>
              <a:off x="22659975" y="6871097"/>
              <a:ext cx="709613" cy="5953"/>
            </a:xfrm>
            <a:prstGeom prst="rect">
              <a:avLst/>
            </a:prstGeom>
            <a:solidFill>
              <a:srgbClr val="DCE8ED"/>
            </a:solidFill>
            <a:ln w="0">
              <a:noFill/>
              <a:prstDash val="solid"/>
            </a:ln>
          </p:spPr>
        </p:sp>
        <p:sp>
          <p:nvSpPr>
            <p:cNvPr id="2830" name="four:temporal-output:rotated-tᵢ-cell-49:2830">
              <a:extLst>
                <a:ext uri="{FF2B5EF4-FFF2-40B4-BE49-F238E27FC236}">
                  <ns2:creationId id="{B977EBD7-9334-47B1-8DF8-1694BC67011B}"/>
                </a:ext>
              </a:extLst>
            </p:cNvPr>
            <p:cNvSpPr>
              <a:spLocks noGrp="1"/>
            </p:cNvSpPr>
            <p:nvPr/>
          </p:nvSpPr>
          <p:spPr>
            <a:xfrm>
              <a:off x="22659975" y="6865144"/>
              <a:ext cx="709613" cy="5953"/>
            </a:xfrm>
            <a:prstGeom prst="rect">
              <a:avLst/>
            </a:prstGeom>
            <a:solidFill>
              <a:srgbClr val="DCE8ED"/>
            </a:solidFill>
            <a:ln w="0">
              <a:noFill/>
              <a:prstDash val="solid"/>
            </a:ln>
          </p:spPr>
        </p:sp>
        <p:sp>
          <p:nvSpPr>
            <p:cNvPr id="2831" name="four:temporal-output:rotated-tᵢ-cell-50:2831">
              <a:extLst>
                <a:ext uri="{FF2B5EF4-FFF2-40B4-BE49-F238E27FC236}">
                  <ns2:creationId id="{EED370F5-B214-44E4-8CFA-66C1F7765DD6}"/>
                </a:ext>
              </a:extLst>
            </p:cNvPr>
            <p:cNvSpPr>
              <a:spLocks noGrp="1"/>
            </p:cNvSpPr>
            <p:nvPr/>
          </p:nvSpPr>
          <p:spPr>
            <a:xfrm>
              <a:off x="22659975" y="6859191"/>
              <a:ext cx="709613" cy="5953"/>
            </a:xfrm>
            <a:prstGeom prst="rect">
              <a:avLst/>
            </a:prstGeom>
            <a:solidFill>
              <a:srgbClr val="DCE8ED"/>
            </a:solidFill>
            <a:ln w="0">
              <a:noFill/>
              <a:prstDash val="solid"/>
            </a:ln>
          </p:spPr>
        </p:sp>
        <p:sp>
          <p:nvSpPr>
            <p:cNvPr id="2832" name="four:temporal-output:rotated-tᵢ-cell-51:2832">
              <a:extLst>
                <a:ext uri="{FF2B5EF4-FFF2-40B4-BE49-F238E27FC236}">
                  <ns2:creationId id="{B38BF7E9-8AE9-4C31-B342-E2F5792BCCB0}"/>
                </a:ext>
              </a:extLst>
            </p:cNvPr>
            <p:cNvSpPr>
              <a:spLocks noGrp="1"/>
            </p:cNvSpPr>
            <p:nvPr/>
          </p:nvSpPr>
          <p:spPr>
            <a:xfrm>
              <a:off x="22659975" y="6853238"/>
              <a:ext cx="709613" cy="5953"/>
            </a:xfrm>
            <a:prstGeom prst="rect">
              <a:avLst/>
            </a:prstGeom>
            <a:solidFill>
              <a:srgbClr val="DCE8ED"/>
            </a:solidFill>
            <a:ln w="0">
              <a:noFill/>
              <a:prstDash val="solid"/>
            </a:ln>
          </p:spPr>
        </p:sp>
        <p:sp>
          <p:nvSpPr>
            <p:cNvPr id="2833" name="four:temporal-output:rotated-tᵢ-cell-52:2833">
              <a:extLst>
                <a:ext uri="{FF2B5EF4-FFF2-40B4-BE49-F238E27FC236}">
                  <ns2:creationId id="{0B2FA4FB-65E6-44A6-8EF2-FF08CC38A2D6}"/>
                </a:ext>
              </a:extLst>
            </p:cNvPr>
            <p:cNvSpPr>
              <a:spLocks noGrp="1"/>
            </p:cNvSpPr>
            <p:nvPr/>
          </p:nvSpPr>
          <p:spPr>
            <a:xfrm>
              <a:off x="22659975" y="6847284"/>
              <a:ext cx="709613" cy="5953"/>
            </a:xfrm>
            <a:prstGeom prst="rect">
              <a:avLst/>
            </a:prstGeom>
            <a:solidFill>
              <a:srgbClr val="DCE8ED"/>
            </a:solidFill>
            <a:ln w="0">
              <a:noFill/>
              <a:prstDash val="solid"/>
            </a:ln>
          </p:spPr>
        </p:sp>
        <p:sp>
          <p:nvSpPr>
            <p:cNvPr id="2834" name="four:temporal-output:rotated-tᵢ-cell-53:2834">
              <a:extLst>
                <a:ext uri="{FF2B5EF4-FFF2-40B4-BE49-F238E27FC236}">
                  <ns2:creationId id="{966867A7-DCF9-40FF-ACD4-DCF68555C386}"/>
                </a:ext>
              </a:extLst>
            </p:cNvPr>
            <p:cNvSpPr>
              <a:spLocks noGrp="1"/>
            </p:cNvSpPr>
            <p:nvPr/>
          </p:nvSpPr>
          <p:spPr>
            <a:xfrm>
              <a:off x="22659975" y="6841331"/>
              <a:ext cx="709613" cy="5953"/>
            </a:xfrm>
            <a:prstGeom prst="rect">
              <a:avLst/>
            </a:prstGeom>
            <a:solidFill>
              <a:srgbClr val="DCE8ED"/>
            </a:solidFill>
            <a:ln w="0">
              <a:noFill/>
              <a:prstDash val="solid"/>
            </a:ln>
          </p:spPr>
        </p:sp>
        <p:sp>
          <p:nvSpPr>
            <p:cNvPr id="2835" name="four:temporal-output:rotated-tᵢ-cell-54:2835">
              <a:extLst>
                <a:ext uri="{FF2B5EF4-FFF2-40B4-BE49-F238E27FC236}">
                  <ns2:creationId id="{84CBA934-AD10-444E-92B6-D82A9CE1A5FF}"/>
                </a:ext>
              </a:extLst>
            </p:cNvPr>
            <p:cNvSpPr>
              <a:spLocks noGrp="1"/>
            </p:cNvSpPr>
            <p:nvPr/>
          </p:nvSpPr>
          <p:spPr>
            <a:xfrm>
              <a:off x="22659975" y="6835378"/>
              <a:ext cx="709613" cy="5953"/>
            </a:xfrm>
            <a:prstGeom prst="rect">
              <a:avLst/>
            </a:prstGeom>
            <a:solidFill>
              <a:srgbClr val="DCE8ED"/>
            </a:solidFill>
            <a:ln w="0">
              <a:noFill/>
              <a:prstDash val="solid"/>
            </a:ln>
          </p:spPr>
        </p:sp>
        <p:sp>
          <p:nvSpPr>
            <p:cNvPr id="2836" name="four:temporal-output:rotated-tᵢ-cell-55:2836">
              <a:extLst>
                <a:ext uri="{FF2B5EF4-FFF2-40B4-BE49-F238E27FC236}">
                  <ns2:creationId id="{4403AC5E-8FA0-427E-8A84-C265F0F06DC8}"/>
                </a:ext>
              </a:extLst>
            </p:cNvPr>
            <p:cNvSpPr>
              <a:spLocks noGrp="1"/>
            </p:cNvSpPr>
            <p:nvPr/>
          </p:nvSpPr>
          <p:spPr>
            <a:xfrm>
              <a:off x="22659975" y="6829425"/>
              <a:ext cx="709613" cy="5953"/>
            </a:xfrm>
            <a:prstGeom prst="rect">
              <a:avLst/>
            </a:prstGeom>
            <a:solidFill>
              <a:srgbClr val="DBE7EC"/>
            </a:solidFill>
            <a:ln w="0">
              <a:noFill/>
              <a:prstDash val="solid"/>
            </a:ln>
          </p:spPr>
        </p:sp>
        <p:sp>
          <p:nvSpPr>
            <p:cNvPr id="2837" name="four:temporal-output:rotated-tᵢ-cell-56:2837">
              <a:extLst>
                <a:ext uri="{FF2B5EF4-FFF2-40B4-BE49-F238E27FC236}">
                  <ns2:creationId id="{DCD8C150-E36F-4475-884F-E2FC50F192D6}"/>
                </a:ext>
              </a:extLst>
            </p:cNvPr>
            <p:cNvSpPr>
              <a:spLocks noGrp="1"/>
            </p:cNvSpPr>
            <p:nvPr/>
          </p:nvSpPr>
          <p:spPr>
            <a:xfrm>
              <a:off x="22659975" y="6823472"/>
              <a:ext cx="709613" cy="5953"/>
            </a:xfrm>
            <a:prstGeom prst="rect">
              <a:avLst/>
            </a:prstGeom>
            <a:solidFill>
              <a:srgbClr val="D5DDE7"/>
            </a:solidFill>
            <a:ln w="0">
              <a:noFill/>
              <a:prstDash val="solid"/>
            </a:ln>
          </p:spPr>
        </p:sp>
        <p:sp>
          <p:nvSpPr>
            <p:cNvPr id="2838" name="four:temporal-output:rotated-tᵢ-cell-57:2838">
              <a:extLst>
                <a:ext uri="{FF2B5EF4-FFF2-40B4-BE49-F238E27FC236}">
                  <ns2:creationId id="{53D5B228-3BC8-48B9-AB35-C0161A919B9D}"/>
                </a:ext>
              </a:extLst>
            </p:cNvPr>
            <p:cNvSpPr>
              <a:spLocks noGrp="1"/>
            </p:cNvSpPr>
            <p:nvPr/>
          </p:nvSpPr>
          <p:spPr>
            <a:xfrm>
              <a:off x="22659975" y="6817519"/>
              <a:ext cx="709613" cy="5953"/>
            </a:xfrm>
            <a:prstGeom prst="rect">
              <a:avLst/>
            </a:prstGeom>
            <a:solidFill>
              <a:srgbClr val="A3D5CD"/>
            </a:solidFill>
            <a:ln w="0">
              <a:noFill/>
              <a:prstDash val="solid"/>
            </a:ln>
          </p:spPr>
        </p:sp>
        <p:sp>
          <p:nvSpPr>
            <p:cNvPr id="2839" name="four:temporal-output:rotated-tᵢ-cell-58:2839">
              <a:extLst>
                <a:ext uri="{FF2B5EF4-FFF2-40B4-BE49-F238E27FC236}">
                  <ns2:creationId id="{24D6B732-9AD6-4C66-A863-1C29038A3FB1}"/>
                </a:ext>
              </a:extLst>
            </p:cNvPr>
            <p:cNvSpPr>
              <a:spLocks noGrp="1"/>
            </p:cNvSpPr>
            <p:nvPr/>
          </p:nvSpPr>
          <p:spPr>
            <a:xfrm>
              <a:off x="22659975" y="6811566"/>
              <a:ext cx="709613" cy="5953"/>
            </a:xfrm>
            <a:prstGeom prst="rect">
              <a:avLst/>
            </a:prstGeom>
            <a:solidFill>
              <a:srgbClr val="7BC7B7"/>
            </a:solidFill>
            <a:ln w="0">
              <a:noFill/>
              <a:prstDash val="solid"/>
            </a:ln>
          </p:spPr>
        </p:sp>
        <p:sp>
          <p:nvSpPr>
            <p:cNvPr id="2840" name="four:temporal-output:rotated-tᵢ-cell-59:2840">
              <a:extLst>
                <a:ext uri="{FF2B5EF4-FFF2-40B4-BE49-F238E27FC236}">
                  <ns2:creationId id="{D6621404-A169-4525-85D5-67B809FF8F72}"/>
                </a:ext>
              </a:extLst>
            </p:cNvPr>
            <p:cNvSpPr>
              <a:spLocks noGrp="1"/>
            </p:cNvSpPr>
            <p:nvPr/>
          </p:nvSpPr>
          <p:spPr>
            <a:xfrm>
              <a:off x="22659975" y="6805613"/>
              <a:ext cx="709613" cy="5953"/>
            </a:xfrm>
            <a:prstGeom prst="rect">
              <a:avLst/>
            </a:prstGeom>
            <a:solidFill>
              <a:srgbClr val="50B9A0"/>
            </a:solidFill>
            <a:ln w="0">
              <a:noFill/>
              <a:prstDash val="solid"/>
            </a:ln>
          </p:spPr>
        </p:sp>
        <p:sp>
          <p:nvSpPr>
            <p:cNvPr id="2841" name="four:temporal-output:rotated-tᵢ-cell-60:2841">
              <a:extLst>
                <a:ext uri="{FF2B5EF4-FFF2-40B4-BE49-F238E27FC236}">
                  <ns2:creationId id="{5E36742C-378F-47BC-9E5B-56D7B96A4448}"/>
                </a:ext>
              </a:extLst>
            </p:cNvPr>
            <p:cNvSpPr>
              <a:spLocks noGrp="1"/>
            </p:cNvSpPr>
            <p:nvPr/>
          </p:nvSpPr>
          <p:spPr>
            <a:xfrm>
              <a:off x="22659975" y="6799659"/>
              <a:ext cx="709613" cy="5953"/>
            </a:xfrm>
            <a:prstGeom prst="rect">
              <a:avLst/>
            </a:prstGeom>
            <a:solidFill>
              <a:srgbClr val="2BAC8B"/>
            </a:solidFill>
            <a:ln w="0">
              <a:noFill/>
              <a:prstDash val="solid"/>
            </a:ln>
          </p:spPr>
        </p:sp>
        <p:sp>
          <p:nvSpPr>
            <p:cNvPr id="2842" name="four:temporal-output:rotated-tᵢ-cell-61:2842">
              <a:extLst>
                <a:ext uri="{FF2B5EF4-FFF2-40B4-BE49-F238E27FC236}">
                  <ns2:creationId id="{F7C980D3-9451-4BB0-8702-DD7400849F57}"/>
                </a:ext>
              </a:extLst>
            </p:cNvPr>
            <p:cNvSpPr>
              <a:spLocks noGrp="1"/>
            </p:cNvSpPr>
            <p:nvPr/>
          </p:nvSpPr>
          <p:spPr>
            <a:xfrm>
              <a:off x="22659975" y="6793706"/>
              <a:ext cx="709613" cy="5953"/>
            </a:xfrm>
            <a:prstGeom prst="rect">
              <a:avLst/>
            </a:prstGeom>
            <a:solidFill>
              <a:srgbClr val="0DA27A"/>
            </a:solidFill>
            <a:ln w="0">
              <a:noFill/>
              <a:prstDash val="solid"/>
            </a:ln>
          </p:spPr>
        </p:sp>
        <p:sp>
          <p:nvSpPr>
            <p:cNvPr id="2843" name="four:temporal-output:rotated-tᵢ-cell-62:2843">
              <a:extLst>
                <a:ext uri="{FF2B5EF4-FFF2-40B4-BE49-F238E27FC236}">
                  <ns2:creationId id="{AA84D93F-3235-44DB-9727-1BB9FB7856FE}"/>
                </a:ext>
              </a:extLst>
            </p:cNvPr>
            <p:cNvSpPr>
              <a:spLocks noGrp="1"/>
            </p:cNvSpPr>
            <p:nvPr/>
          </p:nvSpPr>
          <p:spPr>
            <a:xfrm>
              <a:off x="22659975" y="6787753"/>
              <a:ext cx="709613" cy="5953"/>
            </a:xfrm>
            <a:prstGeom prst="rect">
              <a:avLst/>
            </a:prstGeom>
            <a:solidFill>
              <a:srgbClr val="009E73"/>
            </a:solidFill>
            <a:ln w="0">
              <a:noFill/>
              <a:prstDash val="solid"/>
            </a:ln>
          </p:spPr>
        </p:sp>
        <p:sp>
          <p:nvSpPr>
            <p:cNvPr id="2844" name="four:temporal-output:rotated-tᵢ-cell-63:2844">
              <a:extLst>
                <a:ext uri="{FF2B5EF4-FFF2-40B4-BE49-F238E27FC236}">
                  <ns2:creationId id="{894A8145-473E-4F25-9081-B83A8BD62E43}"/>
                </a:ext>
              </a:extLst>
            </p:cNvPr>
            <p:cNvSpPr>
              <a:spLocks noGrp="1"/>
            </p:cNvSpPr>
            <p:nvPr/>
          </p:nvSpPr>
          <p:spPr>
            <a:xfrm>
              <a:off x="22659975" y="6781800"/>
              <a:ext cx="709613" cy="5953"/>
            </a:xfrm>
            <a:prstGeom prst="rect">
              <a:avLst/>
            </a:prstGeom>
            <a:solidFill>
              <a:srgbClr val="009E73"/>
            </a:solidFill>
            <a:ln w="0">
              <a:noFill/>
              <a:prstDash val="solid"/>
            </a:ln>
          </p:spPr>
        </p:sp>
        <p:sp>
          <p:nvSpPr>
            <p:cNvPr id="2845" name="four:temporal-output:rotated-tᵢ-cell-64:2845">
              <a:extLst>
                <a:ext uri="{FF2B5EF4-FFF2-40B4-BE49-F238E27FC236}">
                  <ns2:creationId id="{FFE01BD9-B32F-4FCD-BE40-5C8B4D7ED3C9}"/>
                </a:ext>
              </a:extLst>
            </p:cNvPr>
            <p:cNvSpPr>
              <a:spLocks noGrp="1"/>
            </p:cNvSpPr>
            <p:nvPr/>
          </p:nvSpPr>
          <p:spPr>
            <a:xfrm>
              <a:off x="22659975" y="6775847"/>
              <a:ext cx="709613" cy="5953"/>
            </a:xfrm>
            <a:prstGeom prst="rect">
              <a:avLst/>
            </a:prstGeom>
            <a:solidFill>
              <a:srgbClr val="009E73"/>
            </a:solidFill>
            <a:ln w="0">
              <a:noFill/>
              <a:prstDash val="solid"/>
            </a:ln>
          </p:spPr>
        </p:sp>
        <p:sp>
          <p:nvSpPr>
            <p:cNvPr id="2846" name="four:temporal-output:rotated-tᵢ-cell-65:2846">
              <a:extLst>
                <a:ext uri="{FF2B5EF4-FFF2-40B4-BE49-F238E27FC236}">
                  <ns2:creationId id="{D57D256C-B988-4103-8D9C-EC73B9789AE1}"/>
                </a:ext>
              </a:extLst>
            </p:cNvPr>
            <p:cNvSpPr>
              <a:spLocks noGrp="1"/>
            </p:cNvSpPr>
            <p:nvPr/>
          </p:nvSpPr>
          <p:spPr>
            <a:xfrm>
              <a:off x="22659975" y="6769894"/>
              <a:ext cx="709613" cy="5953"/>
            </a:xfrm>
            <a:prstGeom prst="rect">
              <a:avLst/>
            </a:prstGeom>
            <a:solidFill>
              <a:srgbClr val="009E73"/>
            </a:solidFill>
            <a:ln w="0">
              <a:noFill/>
              <a:prstDash val="solid"/>
            </a:ln>
          </p:spPr>
        </p:sp>
        <p:sp>
          <p:nvSpPr>
            <p:cNvPr id="2847" name="four:temporal-output:rotated-tᵢ-cell-66:2847">
              <a:extLst>
                <a:ext uri="{FF2B5EF4-FFF2-40B4-BE49-F238E27FC236}">
                  <ns2:creationId id="{B8DB6767-35D3-4C2B-97A0-E710505E54D9}"/>
                </a:ext>
              </a:extLst>
            </p:cNvPr>
            <p:cNvSpPr>
              <a:spLocks noGrp="1"/>
            </p:cNvSpPr>
            <p:nvPr/>
          </p:nvSpPr>
          <p:spPr>
            <a:xfrm>
              <a:off x="22659975" y="6763941"/>
              <a:ext cx="709613" cy="5953"/>
            </a:xfrm>
            <a:prstGeom prst="rect">
              <a:avLst/>
            </a:prstGeom>
            <a:solidFill>
              <a:srgbClr val="009E73"/>
            </a:solidFill>
            <a:ln w="0">
              <a:noFill/>
              <a:prstDash val="solid"/>
            </a:ln>
          </p:spPr>
        </p:sp>
        <p:sp>
          <p:nvSpPr>
            <p:cNvPr id="2848" name="four:temporal-output:rotated-tᵢ-cell-67:2848">
              <a:extLst>
                <a:ext uri="{FF2B5EF4-FFF2-40B4-BE49-F238E27FC236}">
                  <ns2:creationId id="{F01B647D-9C95-438D-BA7E-6BDDDBC5BA66}"/>
                </a:ext>
              </a:extLst>
            </p:cNvPr>
            <p:cNvSpPr>
              <a:spLocks noGrp="1"/>
            </p:cNvSpPr>
            <p:nvPr/>
          </p:nvSpPr>
          <p:spPr>
            <a:xfrm>
              <a:off x="22659975" y="6757988"/>
              <a:ext cx="709613" cy="5953"/>
            </a:xfrm>
            <a:prstGeom prst="rect">
              <a:avLst/>
            </a:prstGeom>
            <a:solidFill>
              <a:srgbClr val="009E73"/>
            </a:solidFill>
            <a:ln w="0">
              <a:noFill/>
              <a:prstDash val="solid"/>
            </a:ln>
          </p:spPr>
        </p:sp>
        <p:sp>
          <p:nvSpPr>
            <p:cNvPr id="2849" name="four:temporal-output:rotated-tᵢ-cell-68:2849">
              <a:extLst>
                <a:ext uri="{FF2B5EF4-FFF2-40B4-BE49-F238E27FC236}">
                  <ns2:creationId id="{1F557938-2836-4851-9841-33801B7E59FE}"/>
                </a:ext>
              </a:extLst>
            </p:cNvPr>
            <p:cNvSpPr>
              <a:spLocks noGrp="1"/>
            </p:cNvSpPr>
            <p:nvPr/>
          </p:nvSpPr>
          <p:spPr>
            <a:xfrm>
              <a:off x="22659975" y="6752034"/>
              <a:ext cx="709613" cy="5953"/>
            </a:xfrm>
            <a:prstGeom prst="rect">
              <a:avLst/>
            </a:prstGeom>
            <a:solidFill>
              <a:srgbClr val="009E73"/>
            </a:solidFill>
            <a:ln w="0">
              <a:noFill/>
              <a:prstDash val="solid"/>
            </a:ln>
          </p:spPr>
        </p:sp>
        <p:sp>
          <p:nvSpPr>
            <p:cNvPr id="2850" name="four:temporal-output:rotated-tᵢ-cell-69:2850">
              <a:extLst>
                <a:ext uri="{FF2B5EF4-FFF2-40B4-BE49-F238E27FC236}">
                  <ns2:creationId id="{F33C4658-8166-42D6-9873-080AE57D86BA}"/>
                </a:ext>
              </a:extLst>
            </p:cNvPr>
            <p:cNvSpPr>
              <a:spLocks noGrp="1"/>
            </p:cNvSpPr>
            <p:nvPr/>
          </p:nvSpPr>
          <p:spPr>
            <a:xfrm>
              <a:off x="22659975" y="6746081"/>
              <a:ext cx="709613" cy="5953"/>
            </a:xfrm>
            <a:prstGeom prst="rect">
              <a:avLst/>
            </a:prstGeom>
            <a:solidFill>
              <a:srgbClr val="009E73"/>
            </a:solidFill>
            <a:ln w="0">
              <a:noFill/>
              <a:prstDash val="solid"/>
            </a:ln>
          </p:spPr>
        </p:sp>
        <p:sp>
          <p:nvSpPr>
            <p:cNvPr id="2851" name="four:temporal-output:rotated-tᵢ-cell-70:2851">
              <a:extLst>
                <a:ext uri="{FF2B5EF4-FFF2-40B4-BE49-F238E27FC236}">
                  <ns2:creationId id="{3FAEDD3C-FABE-4B5D-A75C-1695F2577756}"/>
                </a:ext>
              </a:extLst>
            </p:cNvPr>
            <p:cNvSpPr>
              <a:spLocks noGrp="1"/>
            </p:cNvSpPr>
            <p:nvPr/>
          </p:nvSpPr>
          <p:spPr>
            <a:xfrm>
              <a:off x="22659975" y="6740128"/>
              <a:ext cx="709613" cy="5953"/>
            </a:xfrm>
            <a:prstGeom prst="rect">
              <a:avLst/>
            </a:prstGeom>
            <a:solidFill>
              <a:srgbClr val="009E73"/>
            </a:solidFill>
            <a:ln w="0">
              <a:noFill/>
              <a:prstDash val="solid"/>
            </a:ln>
          </p:spPr>
        </p:sp>
        <p:sp>
          <p:nvSpPr>
            <p:cNvPr id="2852" name="four:temporal-output:rotated-tᵢ-cell-71:2852">
              <a:extLst>
                <a:ext uri="{FF2B5EF4-FFF2-40B4-BE49-F238E27FC236}">
                  <ns2:creationId id="{EF80133C-D870-4568-877E-31C1FD12B4BE}"/>
                </a:ext>
              </a:extLst>
            </p:cNvPr>
            <p:cNvSpPr>
              <a:spLocks noGrp="1"/>
            </p:cNvSpPr>
            <p:nvPr/>
          </p:nvSpPr>
          <p:spPr>
            <a:xfrm>
              <a:off x="22659975" y="6734175"/>
              <a:ext cx="709613" cy="5953"/>
            </a:xfrm>
            <a:prstGeom prst="rect">
              <a:avLst/>
            </a:prstGeom>
            <a:solidFill>
              <a:srgbClr val="009E73"/>
            </a:solidFill>
            <a:ln w="0">
              <a:noFill/>
              <a:prstDash val="solid"/>
            </a:ln>
          </p:spPr>
        </p:sp>
        <p:sp>
          <p:nvSpPr>
            <p:cNvPr id="2853" name="four:temporal-output:rotated-tᵢ-cell-72:2853">
              <a:extLst>
                <a:ext uri="{FF2B5EF4-FFF2-40B4-BE49-F238E27FC236}">
                  <ns2:creationId id="{0DC173D8-29E0-4F01-BB1A-A2D0B1CCB313}"/>
                </a:ext>
              </a:extLst>
            </p:cNvPr>
            <p:cNvSpPr>
              <a:spLocks noGrp="1"/>
            </p:cNvSpPr>
            <p:nvPr/>
          </p:nvSpPr>
          <p:spPr>
            <a:xfrm>
              <a:off x="22659975" y="6728222"/>
              <a:ext cx="709613" cy="5953"/>
            </a:xfrm>
            <a:prstGeom prst="rect">
              <a:avLst/>
            </a:prstGeom>
            <a:solidFill>
              <a:srgbClr val="009E73"/>
            </a:solidFill>
            <a:ln w="0">
              <a:noFill/>
              <a:prstDash val="solid"/>
            </a:ln>
          </p:spPr>
        </p:sp>
        <p:sp>
          <p:nvSpPr>
            <p:cNvPr id="2854" name="four:temporal-output:rotated-tᵢ-cell-73:2854">
              <a:extLst>
                <a:ext uri="{FF2B5EF4-FFF2-40B4-BE49-F238E27FC236}">
                  <ns2:creationId id="{8F61D37F-B84B-4C6B-B2AC-5B8B3CBCCD3E}"/>
                </a:ext>
              </a:extLst>
            </p:cNvPr>
            <p:cNvSpPr>
              <a:spLocks noGrp="1"/>
            </p:cNvSpPr>
            <p:nvPr/>
          </p:nvSpPr>
          <p:spPr>
            <a:xfrm>
              <a:off x="22659975" y="6722269"/>
              <a:ext cx="709613" cy="5953"/>
            </a:xfrm>
            <a:prstGeom prst="rect">
              <a:avLst/>
            </a:prstGeom>
            <a:solidFill>
              <a:srgbClr val="009E73"/>
            </a:solidFill>
            <a:ln w="0">
              <a:noFill/>
              <a:prstDash val="solid"/>
            </a:ln>
          </p:spPr>
        </p:sp>
        <p:sp>
          <p:nvSpPr>
            <p:cNvPr id="2855" name="four:temporal-output:rotated-tᵢ-cell-74:2855">
              <a:extLst>
                <a:ext uri="{FF2B5EF4-FFF2-40B4-BE49-F238E27FC236}">
                  <ns2:creationId id="{D759F919-A29A-46E8-AC60-E5B2B2AA8CCB}"/>
                </a:ext>
              </a:extLst>
            </p:cNvPr>
            <p:cNvSpPr>
              <a:spLocks noGrp="1"/>
            </p:cNvSpPr>
            <p:nvPr/>
          </p:nvSpPr>
          <p:spPr>
            <a:xfrm>
              <a:off x="22659975" y="6716316"/>
              <a:ext cx="709613" cy="5953"/>
            </a:xfrm>
            <a:prstGeom prst="rect">
              <a:avLst/>
            </a:prstGeom>
            <a:solidFill>
              <a:srgbClr val="009E73"/>
            </a:solidFill>
            <a:ln w="0">
              <a:noFill/>
              <a:prstDash val="solid"/>
            </a:ln>
          </p:spPr>
        </p:sp>
        <p:sp>
          <p:nvSpPr>
            <p:cNvPr id="2856" name="four:temporal-output:rotated-tᵢ-cell-75:2856">
              <a:extLst>
                <a:ext uri="{FF2B5EF4-FFF2-40B4-BE49-F238E27FC236}">
                  <ns2:creationId id="{7AC9E7B4-DCA6-48AB-BE2F-6AEA10E5082C}"/>
                </a:ext>
              </a:extLst>
            </p:cNvPr>
            <p:cNvSpPr>
              <a:spLocks noGrp="1"/>
            </p:cNvSpPr>
            <p:nvPr/>
          </p:nvSpPr>
          <p:spPr>
            <a:xfrm>
              <a:off x="22659975" y="6710363"/>
              <a:ext cx="709613" cy="5953"/>
            </a:xfrm>
            <a:prstGeom prst="rect">
              <a:avLst/>
            </a:prstGeom>
            <a:solidFill>
              <a:srgbClr val="009E73"/>
            </a:solidFill>
            <a:ln w="0">
              <a:noFill/>
              <a:prstDash val="solid"/>
            </a:ln>
          </p:spPr>
        </p:sp>
        <p:sp>
          <p:nvSpPr>
            <p:cNvPr id="2857" name="four:temporal-output:rotated-tᵢ-cell-76:2857">
              <a:extLst>
                <a:ext uri="{FF2B5EF4-FFF2-40B4-BE49-F238E27FC236}">
                  <ns2:creationId id="{3B7468E8-4C61-4D8C-9F6B-7BD78D6784E8}"/>
                </a:ext>
              </a:extLst>
            </p:cNvPr>
            <p:cNvSpPr>
              <a:spLocks noGrp="1"/>
            </p:cNvSpPr>
            <p:nvPr/>
          </p:nvSpPr>
          <p:spPr>
            <a:xfrm>
              <a:off x="22659975" y="6704409"/>
              <a:ext cx="709613" cy="5953"/>
            </a:xfrm>
            <a:prstGeom prst="rect">
              <a:avLst/>
            </a:prstGeom>
            <a:solidFill>
              <a:srgbClr val="009E73"/>
            </a:solidFill>
            <a:ln w="0">
              <a:noFill/>
              <a:prstDash val="solid"/>
            </a:ln>
          </p:spPr>
        </p:sp>
        <p:sp>
          <p:nvSpPr>
            <p:cNvPr id="2858" name="four:temporal-output:rotated-tᵢ-cell-77:2858">
              <a:extLst>
                <a:ext uri="{FF2B5EF4-FFF2-40B4-BE49-F238E27FC236}">
                  <ns2:creationId id="{30ED2C48-8BFD-4676-ADF0-4C77CDA72163}"/>
                </a:ext>
              </a:extLst>
            </p:cNvPr>
            <p:cNvSpPr>
              <a:spLocks noGrp="1"/>
            </p:cNvSpPr>
            <p:nvPr/>
          </p:nvSpPr>
          <p:spPr>
            <a:xfrm>
              <a:off x="22659975" y="6698456"/>
              <a:ext cx="709613" cy="5953"/>
            </a:xfrm>
            <a:prstGeom prst="rect">
              <a:avLst/>
            </a:prstGeom>
            <a:solidFill>
              <a:srgbClr val="009E73"/>
            </a:solidFill>
            <a:ln w="0">
              <a:noFill/>
              <a:prstDash val="solid"/>
            </a:ln>
          </p:spPr>
        </p:sp>
        <p:sp>
          <p:nvSpPr>
            <p:cNvPr id="2859" name="four:temporal-output:rotated-tᵢ-cell-78:2859">
              <a:extLst>
                <a:ext uri="{FF2B5EF4-FFF2-40B4-BE49-F238E27FC236}">
                  <ns2:creationId id="{CB3414D6-0F6E-45EA-B270-82F647678B7E}"/>
                </a:ext>
              </a:extLst>
            </p:cNvPr>
            <p:cNvSpPr>
              <a:spLocks noGrp="1"/>
            </p:cNvSpPr>
            <p:nvPr/>
          </p:nvSpPr>
          <p:spPr>
            <a:xfrm>
              <a:off x="22659975" y="6692503"/>
              <a:ext cx="709613" cy="5953"/>
            </a:xfrm>
            <a:prstGeom prst="rect">
              <a:avLst/>
            </a:prstGeom>
            <a:solidFill>
              <a:srgbClr val="009E73"/>
            </a:solidFill>
            <a:ln w="0">
              <a:noFill/>
              <a:prstDash val="solid"/>
            </a:ln>
          </p:spPr>
        </p:sp>
        <p:sp>
          <p:nvSpPr>
            <p:cNvPr id="2860" name="four:temporal-output:rotated-tᵢ-cell-79:2860">
              <a:extLst>
                <a:ext uri="{FF2B5EF4-FFF2-40B4-BE49-F238E27FC236}">
                  <ns2:creationId id="{1FF979AD-0AFD-4D64-95E0-C00BBD5B65B1}"/>
                </a:ext>
              </a:extLst>
            </p:cNvPr>
            <p:cNvSpPr>
              <a:spLocks noGrp="1"/>
            </p:cNvSpPr>
            <p:nvPr/>
          </p:nvSpPr>
          <p:spPr>
            <a:xfrm>
              <a:off x="22659975" y="6686550"/>
              <a:ext cx="709613" cy="5953"/>
            </a:xfrm>
            <a:prstGeom prst="rect">
              <a:avLst/>
            </a:prstGeom>
            <a:solidFill>
              <a:srgbClr val="029F74"/>
            </a:solidFill>
            <a:ln w="0">
              <a:noFill/>
              <a:prstDash val="solid"/>
            </a:ln>
          </p:spPr>
        </p:sp>
        <p:sp>
          <p:nvSpPr>
            <p:cNvPr id="2861" name="four:temporal-output:rotated-tᵢ-cell-80:2861">
              <a:extLst>
                <a:ext uri="{FF2B5EF4-FFF2-40B4-BE49-F238E27FC236}">
                  <ns2:creationId id="{B2375F21-0F57-4E8A-AF93-C9C14E5384C5}"/>
                </a:ext>
              </a:extLst>
            </p:cNvPr>
            <p:cNvSpPr>
              <a:spLocks noGrp="1"/>
            </p:cNvSpPr>
            <p:nvPr/>
          </p:nvSpPr>
          <p:spPr>
            <a:xfrm>
              <a:off x="22659975" y="6680597"/>
              <a:ext cx="709613" cy="5953"/>
            </a:xfrm>
            <a:prstGeom prst="rect">
              <a:avLst/>
            </a:prstGeom>
            <a:solidFill>
              <a:srgbClr val="0EA37B"/>
            </a:solidFill>
            <a:ln w="0">
              <a:noFill/>
              <a:prstDash val="solid"/>
            </a:ln>
          </p:spPr>
        </p:sp>
        <p:sp>
          <p:nvSpPr>
            <p:cNvPr id="2862" name="four:temporal-output:rotated-tᵢ-cell-81:2862">
              <a:extLst>
                <a:ext uri="{FF2B5EF4-FFF2-40B4-BE49-F238E27FC236}">
                  <ns2:creationId id="{8149726D-9F10-47A9-A8EA-25F548391605}"/>
                </a:ext>
              </a:extLst>
            </p:cNvPr>
            <p:cNvSpPr>
              <a:spLocks noGrp="1"/>
            </p:cNvSpPr>
            <p:nvPr/>
          </p:nvSpPr>
          <p:spPr>
            <a:xfrm>
              <a:off x="22659975" y="6674644"/>
              <a:ext cx="709613" cy="5953"/>
            </a:xfrm>
            <a:prstGeom prst="rect">
              <a:avLst/>
            </a:prstGeom>
            <a:solidFill>
              <a:srgbClr val="21A985"/>
            </a:solidFill>
            <a:ln w="0">
              <a:noFill/>
              <a:prstDash val="solid"/>
            </a:ln>
          </p:spPr>
        </p:sp>
        <p:sp>
          <p:nvSpPr>
            <p:cNvPr id="2863" name="four:temporal-output:rotated-tᵢ-cell-82:2863">
              <a:extLst>
                <a:ext uri="{FF2B5EF4-FFF2-40B4-BE49-F238E27FC236}">
                  <ns2:creationId id="{534575C5-A402-4A71-A009-E3490B950874}"/>
                </a:ext>
              </a:extLst>
            </p:cNvPr>
            <p:cNvSpPr>
              <a:spLocks noGrp="1"/>
            </p:cNvSpPr>
            <p:nvPr/>
          </p:nvSpPr>
          <p:spPr>
            <a:xfrm>
              <a:off x="22659975" y="6668691"/>
              <a:ext cx="709613" cy="5953"/>
            </a:xfrm>
            <a:prstGeom prst="rect">
              <a:avLst/>
            </a:prstGeom>
            <a:solidFill>
              <a:srgbClr val="39B193"/>
            </a:solidFill>
            <a:ln w="0">
              <a:noFill/>
              <a:prstDash val="solid"/>
            </a:ln>
          </p:spPr>
        </p:sp>
        <p:sp>
          <p:nvSpPr>
            <p:cNvPr id="2864" name="four:temporal-output:rotated-tᵢ-cell-83:2864">
              <a:extLst>
                <a:ext uri="{FF2B5EF4-FFF2-40B4-BE49-F238E27FC236}">
                  <ns2:creationId id="{F08E1E59-ACB0-4F81-B688-05F734B4DCA6}"/>
                </a:ext>
              </a:extLst>
            </p:cNvPr>
            <p:cNvSpPr>
              <a:spLocks noGrp="1"/>
            </p:cNvSpPr>
            <p:nvPr/>
          </p:nvSpPr>
          <p:spPr>
            <a:xfrm>
              <a:off x="22659975" y="6662738"/>
              <a:ext cx="709613" cy="5953"/>
            </a:xfrm>
            <a:prstGeom prst="rect">
              <a:avLst/>
            </a:prstGeom>
            <a:solidFill>
              <a:srgbClr val="53BAA1"/>
            </a:solidFill>
            <a:ln w="0">
              <a:noFill/>
              <a:prstDash val="solid"/>
            </a:ln>
          </p:spPr>
        </p:sp>
        <p:sp>
          <p:nvSpPr>
            <p:cNvPr id="2865" name="four:temporal-output:rotated-tᵢ-cell-84:2865">
              <a:extLst>
                <a:ext uri="{FF2B5EF4-FFF2-40B4-BE49-F238E27FC236}">
                  <ns2:creationId id="{B5A8A0B3-1441-48A8-AA91-18DB7E9E114F}"/>
                </a:ext>
              </a:extLst>
            </p:cNvPr>
            <p:cNvSpPr>
              <a:spLocks noGrp="1"/>
            </p:cNvSpPr>
            <p:nvPr/>
          </p:nvSpPr>
          <p:spPr>
            <a:xfrm>
              <a:off x="22659975" y="6656784"/>
              <a:ext cx="709613" cy="5953"/>
            </a:xfrm>
            <a:prstGeom prst="rect">
              <a:avLst/>
            </a:prstGeom>
            <a:solidFill>
              <a:srgbClr val="67C1AC"/>
            </a:solidFill>
            <a:ln w="0">
              <a:noFill/>
              <a:prstDash val="solid"/>
            </a:ln>
          </p:spPr>
        </p:sp>
        <p:sp>
          <p:nvSpPr>
            <p:cNvPr id="2866" name="four:temporal-output:rotated-tᵢ-cell-85:2866">
              <a:extLst>
                <a:ext uri="{FF2B5EF4-FFF2-40B4-BE49-F238E27FC236}">
                  <ns2:creationId id="{7AA0551B-D2D0-4AE8-8575-D2A8F52EE47D}"/>
                </a:ext>
              </a:extLst>
            </p:cNvPr>
            <p:cNvSpPr>
              <a:spLocks noGrp="1"/>
            </p:cNvSpPr>
            <p:nvPr/>
          </p:nvSpPr>
          <p:spPr>
            <a:xfrm>
              <a:off x="22659975" y="6650831"/>
              <a:ext cx="709613" cy="5953"/>
            </a:xfrm>
            <a:prstGeom prst="rect">
              <a:avLst/>
            </a:prstGeom>
            <a:solidFill>
              <a:srgbClr val="79C7B6"/>
            </a:solidFill>
            <a:ln w="0">
              <a:noFill/>
              <a:prstDash val="solid"/>
            </a:ln>
          </p:spPr>
        </p:sp>
        <p:sp>
          <p:nvSpPr>
            <p:cNvPr id="2867" name="four:temporal-output:rotated-tᵢ-cell-86:2867">
              <a:extLst>
                <a:ext uri="{FF2B5EF4-FFF2-40B4-BE49-F238E27FC236}">
                  <ns2:creationId id="{16F481EE-17C6-4C45-8FDA-A748FAA6A70B}"/>
                </a:ext>
              </a:extLst>
            </p:cNvPr>
            <p:cNvSpPr>
              <a:spLocks noGrp="1"/>
            </p:cNvSpPr>
            <p:nvPr/>
          </p:nvSpPr>
          <p:spPr>
            <a:xfrm>
              <a:off x="22659975" y="6644878"/>
              <a:ext cx="709613" cy="5953"/>
            </a:xfrm>
            <a:prstGeom prst="rect">
              <a:avLst/>
            </a:prstGeom>
            <a:solidFill>
              <a:srgbClr val="81C9BA"/>
            </a:solidFill>
            <a:ln w="0">
              <a:noFill/>
              <a:prstDash val="solid"/>
            </a:ln>
          </p:spPr>
        </p:sp>
        <p:sp>
          <p:nvSpPr>
            <p:cNvPr id="2868" name="four:temporal-output:rotated-tᵢ-cell-87:2868">
              <a:extLst>
                <a:ext uri="{FF2B5EF4-FFF2-40B4-BE49-F238E27FC236}">
                  <ns2:creationId id="{5DDA8062-EC2C-473F-AB5F-4153D4DD9E6E}"/>
                </a:ext>
              </a:extLst>
            </p:cNvPr>
            <p:cNvSpPr>
              <a:spLocks noGrp="1"/>
            </p:cNvSpPr>
            <p:nvPr/>
          </p:nvSpPr>
          <p:spPr>
            <a:xfrm>
              <a:off x="22659975" y="6638925"/>
              <a:ext cx="709613" cy="5953"/>
            </a:xfrm>
            <a:prstGeom prst="rect">
              <a:avLst/>
            </a:prstGeom>
            <a:solidFill>
              <a:srgbClr val="81C9BA"/>
            </a:solidFill>
            <a:ln w="0">
              <a:noFill/>
              <a:prstDash val="solid"/>
            </a:ln>
          </p:spPr>
        </p:sp>
        <p:sp>
          <p:nvSpPr>
            <p:cNvPr id="2869" name="four:temporal-output:rotated-tᵢ-cell-88:2869">
              <a:extLst>
                <a:ext uri="{FF2B5EF4-FFF2-40B4-BE49-F238E27FC236}">
                  <ns2:creationId id="{49A7E932-83B8-466B-B3FF-CDD83AF6454B}"/>
                </a:ext>
              </a:extLst>
            </p:cNvPr>
            <p:cNvSpPr>
              <a:spLocks noGrp="1"/>
            </p:cNvSpPr>
            <p:nvPr/>
          </p:nvSpPr>
          <p:spPr>
            <a:xfrm>
              <a:off x="22659975" y="6632972"/>
              <a:ext cx="709613" cy="5953"/>
            </a:xfrm>
            <a:prstGeom prst="rect">
              <a:avLst/>
            </a:prstGeom>
            <a:solidFill>
              <a:srgbClr val="81C9BA"/>
            </a:solidFill>
            <a:ln w="0">
              <a:noFill/>
              <a:prstDash val="solid"/>
            </a:ln>
          </p:spPr>
        </p:sp>
        <p:sp>
          <p:nvSpPr>
            <p:cNvPr id="2870" name="four:temporal-output:rotated-tᵢ-cell-89:2870">
              <a:extLst>
                <a:ext uri="{FF2B5EF4-FFF2-40B4-BE49-F238E27FC236}">
                  <ns2:creationId id="{105DEBD7-CD1F-445F-A5F6-2EAB7F02B9F1}"/>
                </a:ext>
              </a:extLst>
            </p:cNvPr>
            <p:cNvSpPr>
              <a:spLocks noGrp="1"/>
            </p:cNvSpPr>
            <p:nvPr/>
          </p:nvSpPr>
          <p:spPr>
            <a:xfrm>
              <a:off x="22659975" y="6627019"/>
              <a:ext cx="709613" cy="5953"/>
            </a:xfrm>
            <a:prstGeom prst="rect">
              <a:avLst/>
            </a:prstGeom>
            <a:solidFill>
              <a:srgbClr val="81C9BA"/>
            </a:solidFill>
            <a:ln w="0">
              <a:noFill/>
              <a:prstDash val="solid"/>
            </a:ln>
          </p:spPr>
        </p:sp>
        <p:sp>
          <p:nvSpPr>
            <p:cNvPr id="2871" name="four:temporal-output:rotated-tᵢ-cell-90:2871">
              <a:extLst>
                <a:ext uri="{FF2B5EF4-FFF2-40B4-BE49-F238E27FC236}">
                  <ns2:creationId id="{3816FD44-4597-4D5A-8DD1-AA249EBF13C8}"/>
                </a:ext>
              </a:extLst>
            </p:cNvPr>
            <p:cNvSpPr>
              <a:spLocks noGrp="1"/>
            </p:cNvSpPr>
            <p:nvPr/>
          </p:nvSpPr>
          <p:spPr>
            <a:xfrm>
              <a:off x="22659975" y="6621066"/>
              <a:ext cx="709613" cy="5953"/>
            </a:xfrm>
            <a:prstGeom prst="rect">
              <a:avLst/>
            </a:prstGeom>
            <a:solidFill>
              <a:srgbClr val="81C9BA"/>
            </a:solidFill>
            <a:ln w="0">
              <a:noFill/>
              <a:prstDash val="solid"/>
            </a:ln>
          </p:spPr>
        </p:sp>
        <p:sp>
          <p:nvSpPr>
            <p:cNvPr id="2872" name="four:temporal-output:rotated-tᵢ-cell-91:2872">
              <a:extLst>
                <a:ext uri="{FF2B5EF4-FFF2-40B4-BE49-F238E27FC236}">
                  <ns2:creationId id="{A8377881-746A-4B0C-AB13-7FBAC01EB3C7}"/>
                </a:ext>
              </a:extLst>
            </p:cNvPr>
            <p:cNvSpPr>
              <a:spLocks noGrp="1"/>
            </p:cNvSpPr>
            <p:nvPr/>
          </p:nvSpPr>
          <p:spPr>
            <a:xfrm>
              <a:off x="22659975" y="6615113"/>
              <a:ext cx="709613" cy="5953"/>
            </a:xfrm>
            <a:prstGeom prst="rect">
              <a:avLst/>
            </a:prstGeom>
            <a:solidFill>
              <a:srgbClr val="81C9BA"/>
            </a:solidFill>
            <a:ln w="0">
              <a:noFill/>
              <a:prstDash val="solid"/>
            </a:ln>
          </p:spPr>
        </p:sp>
        <p:sp>
          <p:nvSpPr>
            <p:cNvPr id="2873" name="four:temporal-output:rotated-tᵢ-cell-92:2873">
              <a:extLst>
                <a:ext uri="{FF2B5EF4-FFF2-40B4-BE49-F238E27FC236}">
                  <ns2:creationId id="{DDC6FEDE-D4BC-48C8-8A4E-9C7C48F7C661}"/>
                </a:ext>
              </a:extLst>
            </p:cNvPr>
            <p:cNvSpPr>
              <a:spLocks noGrp="1"/>
            </p:cNvSpPr>
            <p:nvPr/>
          </p:nvSpPr>
          <p:spPr>
            <a:xfrm>
              <a:off x="22659975" y="6609159"/>
              <a:ext cx="709613" cy="5953"/>
            </a:xfrm>
            <a:prstGeom prst="rect">
              <a:avLst/>
            </a:prstGeom>
            <a:solidFill>
              <a:srgbClr val="81C9BA"/>
            </a:solidFill>
            <a:ln w="0">
              <a:noFill/>
              <a:prstDash val="solid"/>
            </a:ln>
          </p:spPr>
        </p:sp>
        <p:sp>
          <p:nvSpPr>
            <p:cNvPr id="2874" name="four:temporal-output:rotated-tᵢ-cell-93:2874">
              <a:extLst>
                <a:ext uri="{FF2B5EF4-FFF2-40B4-BE49-F238E27FC236}">
                  <ns2:creationId id="{C7869F20-4E00-431F-94FD-6F0B122B8598}"/>
                </a:ext>
              </a:extLst>
            </p:cNvPr>
            <p:cNvSpPr>
              <a:spLocks noGrp="1"/>
            </p:cNvSpPr>
            <p:nvPr/>
          </p:nvSpPr>
          <p:spPr>
            <a:xfrm>
              <a:off x="22659975" y="6603206"/>
              <a:ext cx="709613" cy="5953"/>
            </a:xfrm>
            <a:prstGeom prst="rect">
              <a:avLst/>
            </a:prstGeom>
            <a:solidFill>
              <a:srgbClr val="81C9BA"/>
            </a:solidFill>
            <a:ln w="0">
              <a:noFill/>
              <a:prstDash val="solid"/>
            </a:ln>
          </p:spPr>
        </p:sp>
        <p:sp>
          <p:nvSpPr>
            <p:cNvPr id="2875" name="four:temporal-output:rotated-tᵢ-cell-94:2875">
              <a:extLst>
                <a:ext uri="{FF2B5EF4-FFF2-40B4-BE49-F238E27FC236}">
                  <ns2:creationId id="{81C9095B-B905-4F10-92EF-69170B1288A6}"/>
                </a:ext>
              </a:extLst>
            </p:cNvPr>
            <p:cNvSpPr>
              <a:spLocks noGrp="1"/>
            </p:cNvSpPr>
            <p:nvPr/>
          </p:nvSpPr>
          <p:spPr>
            <a:xfrm>
              <a:off x="22659975" y="6597253"/>
              <a:ext cx="709613" cy="5953"/>
            </a:xfrm>
            <a:prstGeom prst="rect">
              <a:avLst/>
            </a:prstGeom>
            <a:solidFill>
              <a:srgbClr val="81C9BA"/>
            </a:solidFill>
            <a:ln w="0">
              <a:noFill/>
              <a:prstDash val="solid"/>
            </a:ln>
          </p:spPr>
        </p:sp>
        <p:sp>
          <p:nvSpPr>
            <p:cNvPr id="2876" name="four:temporal-output:rotated-tᵢ-cell-95:2876">
              <a:extLst>
                <a:ext uri="{FF2B5EF4-FFF2-40B4-BE49-F238E27FC236}">
                  <ns2:creationId id="{E720932B-B315-41C7-A1FB-90986AE893D8}"/>
                </a:ext>
              </a:extLst>
            </p:cNvPr>
            <p:cNvSpPr>
              <a:spLocks noGrp="1"/>
            </p:cNvSpPr>
            <p:nvPr/>
          </p:nvSpPr>
          <p:spPr>
            <a:xfrm>
              <a:off x="22659975" y="6591300"/>
              <a:ext cx="709613" cy="5953"/>
            </a:xfrm>
            <a:prstGeom prst="rect">
              <a:avLst/>
            </a:prstGeom>
            <a:solidFill>
              <a:srgbClr val="81C9BA"/>
            </a:solidFill>
            <a:ln w="0">
              <a:noFill/>
              <a:prstDash val="solid"/>
            </a:ln>
          </p:spPr>
        </p:sp>
        <p:sp>
          <p:nvSpPr>
            <p:cNvPr id="2877" name="four:temporal-output:rotated-tᵢ-cell-96:2877">
              <a:extLst>
                <a:ext uri="{FF2B5EF4-FFF2-40B4-BE49-F238E27FC236}">
                  <ns2:creationId id="{0E4FEEEE-640F-4582-8C92-B376079019B8}"/>
                </a:ext>
              </a:extLst>
            </p:cNvPr>
            <p:cNvSpPr>
              <a:spLocks noGrp="1"/>
            </p:cNvSpPr>
            <p:nvPr/>
          </p:nvSpPr>
          <p:spPr>
            <a:xfrm>
              <a:off x="22659975" y="6585347"/>
              <a:ext cx="709613" cy="5953"/>
            </a:xfrm>
            <a:prstGeom prst="rect">
              <a:avLst/>
            </a:prstGeom>
            <a:solidFill>
              <a:srgbClr val="81C9BA"/>
            </a:solidFill>
            <a:ln w="0">
              <a:noFill/>
              <a:prstDash val="solid"/>
            </a:ln>
          </p:spPr>
        </p:sp>
        <p:sp>
          <p:nvSpPr>
            <p:cNvPr id="2878" name="four:temporal-output:rotated-tᵢ-cell-97:2878">
              <a:extLst>
                <a:ext uri="{FF2B5EF4-FFF2-40B4-BE49-F238E27FC236}">
                  <ns2:creationId id="{F0B2DDD5-E53B-43E0-A801-F844E447F026}"/>
                </a:ext>
              </a:extLst>
            </p:cNvPr>
            <p:cNvSpPr>
              <a:spLocks noGrp="1"/>
            </p:cNvSpPr>
            <p:nvPr/>
          </p:nvSpPr>
          <p:spPr>
            <a:xfrm>
              <a:off x="22659975" y="6579394"/>
              <a:ext cx="709613" cy="5953"/>
            </a:xfrm>
            <a:prstGeom prst="rect">
              <a:avLst/>
            </a:prstGeom>
            <a:solidFill>
              <a:srgbClr val="81C9BA"/>
            </a:solidFill>
            <a:ln w="0">
              <a:noFill/>
              <a:prstDash val="solid"/>
            </a:ln>
          </p:spPr>
        </p:sp>
        <p:sp>
          <p:nvSpPr>
            <p:cNvPr id="2879" name="four:temporal-output:rotated-tᵢ-cell-98:2879">
              <a:extLst>
                <a:ext uri="{FF2B5EF4-FFF2-40B4-BE49-F238E27FC236}">
                  <ns2:creationId id="{BA3F42F2-203D-4D96-BF68-2F30F72CE01E}"/>
                </a:ext>
              </a:extLst>
            </p:cNvPr>
            <p:cNvSpPr>
              <a:spLocks noGrp="1"/>
            </p:cNvSpPr>
            <p:nvPr/>
          </p:nvSpPr>
          <p:spPr>
            <a:xfrm>
              <a:off x="22659975" y="6573441"/>
              <a:ext cx="709613" cy="5953"/>
            </a:xfrm>
            <a:prstGeom prst="rect">
              <a:avLst/>
            </a:prstGeom>
            <a:solidFill>
              <a:srgbClr val="81C9BA"/>
            </a:solidFill>
            <a:ln w="0">
              <a:noFill/>
              <a:prstDash val="solid"/>
            </a:ln>
          </p:spPr>
        </p:sp>
        <p:sp>
          <p:nvSpPr>
            <p:cNvPr id="2880" name="four:temporal-output:rotated-tᵢ-cell-99:2880">
              <a:extLst>
                <a:ext uri="{FF2B5EF4-FFF2-40B4-BE49-F238E27FC236}">
                  <ns2:creationId id="{F3513628-3FB3-4D97-A0C7-65574E6D4A5D}"/>
                </a:ext>
              </a:extLst>
            </p:cNvPr>
            <p:cNvSpPr>
              <a:spLocks noGrp="1"/>
            </p:cNvSpPr>
            <p:nvPr/>
          </p:nvSpPr>
          <p:spPr>
            <a:xfrm>
              <a:off x="22659975" y="6567488"/>
              <a:ext cx="709613" cy="5953"/>
            </a:xfrm>
            <a:prstGeom prst="rect">
              <a:avLst/>
            </a:prstGeom>
            <a:solidFill>
              <a:srgbClr val="81C9BA"/>
            </a:solidFill>
            <a:ln w="0">
              <a:noFill/>
              <a:prstDash val="solid"/>
            </a:ln>
          </p:spPr>
        </p:sp>
        <p:sp>
          <p:nvSpPr>
            <p:cNvPr id="2881" name="four:temporal-output:rotated-tᵢ-cell-100:2881">
              <a:extLst>
                <a:ext uri="{FF2B5EF4-FFF2-40B4-BE49-F238E27FC236}">
                  <ns2:creationId id="{FF960D5A-7357-4C69-905F-BC2A79E5BD95}"/>
                </a:ext>
              </a:extLst>
            </p:cNvPr>
            <p:cNvSpPr>
              <a:spLocks noGrp="1"/>
            </p:cNvSpPr>
            <p:nvPr/>
          </p:nvSpPr>
          <p:spPr>
            <a:xfrm>
              <a:off x="22659975" y="6561534"/>
              <a:ext cx="709613" cy="5953"/>
            </a:xfrm>
            <a:prstGeom prst="rect">
              <a:avLst/>
            </a:prstGeom>
            <a:solidFill>
              <a:srgbClr val="81C9BA"/>
            </a:solidFill>
            <a:ln w="0">
              <a:noFill/>
              <a:prstDash val="solid"/>
            </a:ln>
          </p:spPr>
        </p:sp>
        <p:sp>
          <p:nvSpPr>
            <p:cNvPr id="2882" name="four:temporal-output:rotated-tᵢ-cell-101:2882">
              <a:extLst>
                <a:ext uri="{FF2B5EF4-FFF2-40B4-BE49-F238E27FC236}">
                  <ns2:creationId id="{C19B4E20-2C6A-41BB-A795-6486D39F9BB8}"/>
                </a:ext>
              </a:extLst>
            </p:cNvPr>
            <p:cNvSpPr>
              <a:spLocks noGrp="1"/>
            </p:cNvSpPr>
            <p:nvPr/>
          </p:nvSpPr>
          <p:spPr>
            <a:xfrm>
              <a:off x="22659975" y="6555581"/>
              <a:ext cx="709613" cy="5953"/>
            </a:xfrm>
            <a:prstGeom prst="rect">
              <a:avLst/>
            </a:prstGeom>
            <a:solidFill>
              <a:srgbClr val="81C9BA"/>
            </a:solidFill>
            <a:ln w="0">
              <a:noFill/>
              <a:prstDash val="solid"/>
            </a:ln>
          </p:spPr>
        </p:sp>
        <p:sp>
          <p:nvSpPr>
            <p:cNvPr id="2883" name="four:temporal-output:rotated-tᵢ-cell-102:2883">
              <a:extLst>
                <a:ext uri="{FF2B5EF4-FFF2-40B4-BE49-F238E27FC236}">
                  <ns2:creationId id="{8A419D80-0A8D-47B1-8277-70F624040DFF}"/>
                </a:ext>
              </a:extLst>
            </p:cNvPr>
            <p:cNvSpPr>
              <a:spLocks noGrp="1"/>
            </p:cNvSpPr>
            <p:nvPr/>
          </p:nvSpPr>
          <p:spPr>
            <a:xfrm>
              <a:off x="22659975" y="6549628"/>
              <a:ext cx="709613" cy="5953"/>
            </a:xfrm>
            <a:prstGeom prst="rect">
              <a:avLst/>
            </a:prstGeom>
            <a:solidFill>
              <a:srgbClr val="81C9BA"/>
            </a:solidFill>
            <a:ln w="0">
              <a:noFill/>
              <a:prstDash val="solid"/>
            </a:ln>
          </p:spPr>
        </p:sp>
        <p:sp>
          <p:nvSpPr>
            <p:cNvPr id="2884" name="four:temporal-output:rotated-tᵢ-cell-103:2884">
              <a:extLst>
                <a:ext uri="{FF2B5EF4-FFF2-40B4-BE49-F238E27FC236}">
                  <ns2:creationId id="{A494E7F0-F213-417A-B6CD-11DEED427356}"/>
                </a:ext>
              </a:extLst>
            </p:cNvPr>
            <p:cNvSpPr>
              <a:spLocks noGrp="1"/>
            </p:cNvSpPr>
            <p:nvPr/>
          </p:nvSpPr>
          <p:spPr>
            <a:xfrm>
              <a:off x="22659975" y="6543675"/>
              <a:ext cx="709613" cy="5953"/>
            </a:xfrm>
            <a:prstGeom prst="rect">
              <a:avLst/>
            </a:prstGeom>
            <a:solidFill>
              <a:srgbClr val="81C9BA"/>
            </a:solidFill>
            <a:ln w="0">
              <a:noFill/>
              <a:prstDash val="solid"/>
            </a:ln>
          </p:spPr>
        </p:sp>
        <p:sp>
          <p:nvSpPr>
            <p:cNvPr id="2885" name="four:temporal-output:rotated-tᵢ-cell-104:2885">
              <a:extLst>
                <a:ext uri="{FF2B5EF4-FFF2-40B4-BE49-F238E27FC236}">
                  <ns2:creationId id="{E4115931-9AB6-4F39-9130-B3E12FC742BF}"/>
                </a:ext>
              </a:extLst>
            </p:cNvPr>
            <p:cNvSpPr>
              <a:spLocks noGrp="1"/>
            </p:cNvSpPr>
            <p:nvPr/>
          </p:nvSpPr>
          <p:spPr>
            <a:xfrm>
              <a:off x="22659975" y="6537722"/>
              <a:ext cx="709613" cy="5953"/>
            </a:xfrm>
            <a:prstGeom prst="rect">
              <a:avLst/>
            </a:prstGeom>
            <a:solidFill>
              <a:srgbClr val="81C9BA"/>
            </a:solidFill>
            <a:ln w="0">
              <a:noFill/>
              <a:prstDash val="solid"/>
            </a:ln>
          </p:spPr>
        </p:sp>
        <p:sp>
          <p:nvSpPr>
            <p:cNvPr id="2886" name="four:temporal-output:rotated-tᵢ-cell-105:2886">
              <a:extLst>
                <a:ext uri="{FF2B5EF4-FFF2-40B4-BE49-F238E27FC236}">
                  <ns2:creationId id="{0258A688-1767-40FF-9866-F39828177398}"/>
                </a:ext>
              </a:extLst>
            </p:cNvPr>
            <p:cNvSpPr>
              <a:spLocks noGrp="1"/>
            </p:cNvSpPr>
            <p:nvPr/>
          </p:nvSpPr>
          <p:spPr>
            <a:xfrm>
              <a:off x="22659975" y="6531769"/>
              <a:ext cx="709613" cy="5953"/>
            </a:xfrm>
            <a:prstGeom prst="rect">
              <a:avLst/>
            </a:prstGeom>
            <a:solidFill>
              <a:srgbClr val="81C9BA"/>
            </a:solidFill>
            <a:ln w="0">
              <a:noFill/>
              <a:prstDash val="solid"/>
            </a:ln>
          </p:spPr>
        </p:sp>
        <p:sp>
          <p:nvSpPr>
            <p:cNvPr id="2887" name="four:temporal-output:rotated-tᵢ-cell-106:2887">
              <a:extLst>
                <a:ext uri="{FF2B5EF4-FFF2-40B4-BE49-F238E27FC236}">
                  <ns2:creationId id="{7734AFED-53B5-4A72-937B-5352F6451ECD}"/>
                </a:ext>
              </a:extLst>
            </p:cNvPr>
            <p:cNvSpPr>
              <a:spLocks noGrp="1"/>
            </p:cNvSpPr>
            <p:nvPr/>
          </p:nvSpPr>
          <p:spPr>
            <a:xfrm>
              <a:off x="22659975" y="6525816"/>
              <a:ext cx="709613" cy="5953"/>
            </a:xfrm>
            <a:prstGeom prst="rect">
              <a:avLst/>
            </a:prstGeom>
            <a:solidFill>
              <a:srgbClr val="81C9BA"/>
            </a:solidFill>
            <a:ln w="0">
              <a:noFill/>
              <a:prstDash val="solid"/>
            </a:ln>
          </p:spPr>
        </p:sp>
        <p:sp>
          <p:nvSpPr>
            <p:cNvPr id="2888" name="four:temporal-output:rotated-tᵢ-cell-107:2888">
              <a:extLst>
                <a:ext uri="{FF2B5EF4-FFF2-40B4-BE49-F238E27FC236}">
                  <ns2:creationId id="{43C538C1-79B5-4F11-9D71-A4B49742196B}"/>
                </a:ext>
              </a:extLst>
            </p:cNvPr>
            <p:cNvSpPr>
              <a:spLocks noGrp="1"/>
            </p:cNvSpPr>
            <p:nvPr/>
          </p:nvSpPr>
          <p:spPr>
            <a:xfrm>
              <a:off x="22659975" y="6519863"/>
              <a:ext cx="709613" cy="5953"/>
            </a:xfrm>
            <a:prstGeom prst="rect">
              <a:avLst/>
            </a:prstGeom>
            <a:solidFill>
              <a:srgbClr val="81C9BA"/>
            </a:solidFill>
            <a:ln w="0">
              <a:noFill/>
              <a:prstDash val="solid"/>
            </a:ln>
          </p:spPr>
        </p:sp>
        <p:sp>
          <p:nvSpPr>
            <p:cNvPr id="2889" name="four:temporal-output:rotated-tᵢ-cell-108:2889">
              <a:extLst>
                <a:ext uri="{FF2B5EF4-FFF2-40B4-BE49-F238E27FC236}">
                  <ns2:creationId id="{E16561D9-A2DE-4A73-8A26-5173569CFBAF}"/>
                </a:ext>
              </a:extLst>
            </p:cNvPr>
            <p:cNvSpPr>
              <a:spLocks noGrp="1"/>
            </p:cNvSpPr>
            <p:nvPr/>
          </p:nvSpPr>
          <p:spPr>
            <a:xfrm>
              <a:off x="22659975" y="6513909"/>
              <a:ext cx="709613" cy="5953"/>
            </a:xfrm>
            <a:prstGeom prst="rect">
              <a:avLst/>
            </a:prstGeom>
            <a:solidFill>
              <a:srgbClr val="81C9BA"/>
            </a:solidFill>
            <a:ln w="0">
              <a:noFill/>
              <a:prstDash val="solid"/>
            </a:ln>
          </p:spPr>
        </p:sp>
        <p:sp>
          <p:nvSpPr>
            <p:cNvPr id="2890" name="four:temporal-output:rotated-tᵢ-cell-109:2890">
              <a:extLst>
                <a:ext uri="{FF2B5EF4-FFF2-40B4-BE49-F238E27FC236}">
                  <ns2:creationId id="{BD3523D8-DC93-4FAF-83A7-A3155D1D0A11}"/>
                </a:ext>
              </a:extLst>
            </p:cNvPr>
            <p:cNvSpPr>
              <a:spLocks noGrp="1"/>
            </p:cNvSpPr>
            <p:nvPr/>
          </p:nvSpPr>
          <p:spPr>
            <a:xfrm>
              <a:off x="22659975" y="6507956"/>
              <a:ext cx="709613" cy="5953"/>
            </a:xfrm>
            <a:prstGeom prst="rect">
              <a:avLst/>
            </a:prstGeom>
            <a:solidFill>
              <a:srgbClr val="81C9BA"/>
            </a:solidFill>
            <a:ln w="0">
              <a:noFill/>
              <a:prstDash val="solid"/>
            </a:ln>
          </p:spPr>
        </p:sp>
        <p:sp>
          <p:nvSpPr>
            <p:cNvPr id="2891" name="four:temporal-output:rotated-tᵢ-cell-110:2891">
              <a:extLst>
                <a:ext uri="{FF2B5EF4-FFF2-40B4-BE49-F238E27FC236}">
                  <ns2:creationId id="{237E62E2-38AA-4AFB-A3F3-5B23CECB07F3}"/>
                </a:ext>
              </a:extLst>
            </p:cNvPr>
            <p:cNvSpPr>
              <a:spLocks noGrp="1"/>
            </p:cNvSpPr>
            <p:nvPr/>
          </p:nvSpPr>
          <p:spPr>
            <a:xfrm>
              <a:off x="22659975" y="6502003"/>
              <a:ext cx="709613" cy="5953"/>
            </a:xfrm>
            <a:prstGeom prst="rect">
              <a:avLst/>
            </a:prstGeom>
            <a:solidFill>
              <a:srgbClr val="81C9BA"/>
            </a:solidFill>
            <a:ln w="0">
              <a:noFill/>
              <a:prstDash val="solid"/>
            </a:ln>
          </p:spPr>
        </p:sp>
        <p:sp>
          <p:nvSpPr>
            <p:cNvPr id="2892" name="four:temporal-output:rotated-tᵢ-cell-111:2892">
              <a:extLst>
                <a:ext uri="{FF2B5EF4-FFF2-40B4-BE49-F238E27FC236}">
                  <ns2:creationId id="{817DF46D-83B0-4BA8-BA58-8FB6879799CC}"/>
                </a:ext>
              </a:extLst>
            </p:cNvPr>
            <p:cNvSpPr>
              <a:spLocks noGrp="1"/>
            </p:cNvSpPr>
            <p:nvPr/>
          </p:nvSpPr>
          <p:spPr>
            <a:xfrm>
              <a:off x="22659975" y="6496050"/>
              <a:ext cx="709613" cy="5953"/>
            </a:xfrm>
            <a:prstGeom prst="rect">
              <a:avLst/>
            </a:prstGeom>
            <a:solidFill>
              <a:srgbClr val="81C9BA"/>
            </a:solidFill>
            <a:ln w="0">
              <a:noFill/>
              <a:prstDash val="solid"/>
            </a:ln>
          </p:spPr>
        </p:sp>
        <p:sp>
          <p:nvSpPr>
            <p:cNvPr id="2893" name="four:temporal-output:rotated-tᵢ-cell-112:2893">
              <a:extLst>
                <a:ext uri="{FF2B5EF4-FFF2-40B4-BE49-F238E27FC236}">
                  <ns2:creationId id="{2B04BB0D-FDD5-4BCF-A31C-940BF2208C4A}"/>
                </a:ext>
              </a:extLst>
            </p:cNvPr>
            <p:cNvSpPr>
              <a:spLocks noGrp="1"/>
            </p:cNvSpPr>
            <p:nvPr/>
          </p:nvSpPr>
          <p:spPr>
            <a:xfrm>
              <a:off x="22659975" y="6490097"/>
              <a:ext cx="709613" cy="5953"/>
            </a:xfrm>
            <a:prstGeom prst="rect">
              <a:avLst/>
            </a:prstGeom>
            <a:solidFill>
              <a:srgbClr val="81C9BA"/>
            </a:solidFill>
            <a:ln w="0">
              <a:noFill/>
              <a:prstDash val="solid"/>
            </a:ln>
          </p:spPr>
        </p:sp>
        <p:sp>
          <p:nvSpPr>
            <p:cNvPr id="2894" name="four:temporal-output:rotated-tᵢ-cell-113:2894">
              <a:extLst>
                <a:ext uri="{FF2B5EF4-FFF2-40B4-BE49-F238E27FC236}">
                  <ns2:creationId id="{2F38C558-355F-4E06-8447-003CEA4682B9}"/>
                </a:ext>
              </a:extLst>
            </p:cNvPr>
            <p:cNvSpPr>
              <a:spLocks noGrp="1"/>
            </p:cNvSpPr>
            <p:nvPr/>
          </p:nvSpPr>
          <p:spPr>
            <a:xfrm>
              <a:off x="22659975" y="6484144"/>
              <a:ext cx="709613" cy="5953"/>
            </a:xfrm>
            <a:prstGeom prst="rect">
              <a:avLst/>
            </a:prstGeom>
            <a:solidFill>
              <a:srgbClr val="81C9BA"/>
            </a:solidFill>
            <a:ln w="0">
              <a:noFill/>
              <a:prstDash val="solid"/>
            </a:ln>
          </p:spPr>
        </p:sp>
        <p:sp>
          <p:nvSpPr>
            <p:cNvPr id="2895" name="four:temporal-output:rotated-tᵢ-cell-114:2895">
              <a:extLst>
                <a:ext uri="{FF2B5EF4-FFF2-40B4-BE49-F238E27FC236}">
                  <ns2:creationId id="{ABDB569A-3FB1-48F1-AB9A-5FBD94BF1A7C}"/>
                </a:ext>
              </a:extLst>
            </p:cNvPr>
            <p:cNvSpPr>
              <a:spLocks noGrp="1"/>
            </p:cNvSpPr>
            <p:nvPr/>
          </p:nvSpPr>
          <p:spPr>
            <a:xfrm>
              <a:off x="22659975" y="6478191"/>
              <a:ext cx="709613" cy="5953"/>
            </a:xfrm>
            <a:prstGeom prst="rect">
              <a:avLst/>
            </a:prstGeom>
            <a:solidFill>
              <a:srgbClr val="7EC8B9"/>
            </a:solidFill>
            <a:ln w="0">
              <a:noFill/>
              <a:prstDash val="solid"/>
            </a:ln>
          </p:spPr>
        </p:sp>
        <p:sp>
          <p:nvSpPr>
            <p:cNvPr id="2896" name="four:temporal-output:rotated-tᵢ-cell-115:2896">
              <a:extLst>
                <a:ext uri="{FF2B5EF4-FFF2-40B4-BE49-F238E27FC236}">
                  <ns2:creationId id="{284AA3E6-621D-4855-A2FB-FD8AACD2EA8C}"/>
                </a:ext>
              </a:extLst>
            </p:cNvPr>
            <p:cNvSpPr>
              <a:spLocks noGrp="1"/>
            </p:cNvSpPr>
            <p:nvPr/>
          </p:nvSpPr>
          <p:spPr>
            <a:xfrm>
              <a:off x="22659975" y="6472238"/>
              <a:ext cx="709613" cy="5953"/>
            </a:xfrm>
            <a:prstGeom prst="rect">
              <a:avLst/>
            </a:prstGeom>
            <a:solidFill>
              <a:srgbClr val="6FC3B0"/>
            </a:solidFill>
            <a:ln w="0">
              <a:noFill/>
              <a:prstDash val="solid"/>
            </a:ln>
          </p:spPr>
        </p:sp>
        <p:sp>
          <p:nvSpPr>
            <p:cNvPr id="2897" name="four:temporal-output:rotated-tᵢ-cell-116:2897">
              <a:extLst>
                <a:ext uri="{FF2B5EF4-FFF2-40B4-BE49-F238E27FC236}">
                  <ns2:creationId id="{750F2EED-039F-4E34-BB56-E256C7D319AA}"/>
                </a:ext>
              </a:extLst>
            </p:cNvPr>
            <p:cNvSpPr>
              <a:spLocks noGrp="1"/>
            </p:cNvSpPr>
            <p:nvPr/>
          </p:nvSpPr>
          <p:spPr>
            <a:xfrm>
              <a:off x="22659975" y="6466284"/>
              <a:ext cx="709613" cy="5953"/>
            </a:xfrm>
            <a:prstGeom prst="rect">
              <a:avLst/>
            </a:prstGeom>
            <a:solidFill>
              <a:srgbClr val="AEB2C1"/>
            </a:solidFill>
            <a:ln w="0">
              <a:noFill/>
              <a:prstDash val="solid"/>
            </a:ln>
          </p:spPr>
        </p:sp>
        <p:sp>
          <p:nvSpPr>
            <p:cNvPr id="2898" name="four:temporal-output:rotated-tᵢ-cell-117:2898">
              <a:extLst>
                <a:ext uri="{FF2B5EF4-FFF2-40B4-BE49-F238E27FC236}">
                  <ns2:creationId id="{C81F7129-FA20-49F8-B008-98D00D11118E}"/>
                </a:ext>
              </a:extLst>
            </p:cNvPr>
            <p:cNvSpPr>
              <a:spLocks noGrp="1"/>
            </p:cNvSpPr>
            <p:nvPr/>
          </p:nvSpPr>
          <p:spPr>
            <a:xfrm>
              <a:off x="22659975" y="6460331"/>
              <a:ext cx="709613" cy="5953"/>
            </a:xfrm>
            <a:prstGeom prst="rect">
              <a:avLst/>
            </a:prstGeom>
            <a:solidFill>
              <a:srgbClr val="9EAFB2"/>
            </a:solidFill>
            <a:ln w="0">
              <a:noFill/>
              <a:prstDash val="solid"/>
            </a:ln>
          </p:spPr>
        </p:sp>
        <p:sp>
          <p:nvSpPr>
            <p:cNvPr id="2899" name="four:temporal-output:rotated-tᵢ-cell-118:2899">
              <a:extLst>
                <a:ext uri="{FF2B5EF4-FFF2-40B4-BE49-F238E27FC236}">
                  <ns2:creationId id="{62410075-A14D-4844-AEFB-E18E578098BA}"/>
                </a:ext>
              </a:extLst>
            </p:cNvPr>
            <p:cNvSpPr>
              <a:spLocks noGrp="1"/>
            </p:cNvSpPr>
            <p:nvPr/>
          </p:nvSpPr>
          <p:spPr>
            <a:xfrm>
              <a:off x="22659975" y="6454378"/>
              <a:ext cx="709613" cy="5953"/>
            </a:xfrm>
            <a:prstGeom prst="rect">
              <a:avLst/>
            </a:prstGeom>
            <a:solidFill>
              <a:srgbClr val="D77E36"/>
            </a:solidFill>
            <a:ln w="0">
              <a:noFill/>
              <a:prstDash val="solid"/>
            </a:ln>
          </p:spPr>
        </p:sp>
        <p:sp>
          <p:nvSpPr>
            <p:cNvPr id="2900" name="four:temporal-output:rotated-tᵢ-cell-119:2900">
              <a:extLst>
                <a:ext uri="{FF2B5EF4-FFF2-40B4-BE49-F238E27FC236}">
                  <ns2:creationId id="{9B8E3DAE-951F-4692-99D5-A398C9355816}"/>
                </a:ext>
              </a:extLst>
            </p:cNvPr>
            <p:cNvSpPr>
              <a:spLocks noGrp="1"/>
            </p:cNvSpPr>
            <p:nvPr/>
          </p:nvSpPr>
          <p:spPr>
            <a:xfrm>
              <a:off x="22659975" y="6448425"/>
              <a:ext cx="709613" cy="5953"/>
            </a:xfrm>
            <a:prstGeom prst="rect">
              <a:avLst/>
            </a:prstGeom>
            <a:solidFill>
              <a:srgbClr val="D66E1B"/>
            </a:solidFill>
            <a:ln w="0">
              <a:noFill/>
              <a:prstDash val="solid"/>
            </a:ln>
          </p:spPr>
        </p:sp>
        <p:sp>
          <p:nvSpPr>
            <p:cNvPr id="2901" name="four:temporal-output:rotated-tᵢ-cell-120:2901">
              <a:extLst>
                <a:ext uri="{FF2B5EF4-FFF2-40B4-BE49-F238E27FC236}">
                  <ns2:creationId id="{2D69A148-4A43-4991-8440-AABBBF295CA2}"/>
                </a:ext>
              </a:extLst>
            </p:cNvPr>
            <p:cNvSpPr>
              <a:spLocks noGrp="1"/>
            </p:cNvSpPr>
            <p:nvPr/>
          </p:nvSpPr>
          <p:spPr>
            <a:xfrm>
              <a:off x="22659975" y="6442472"/>
              <a:ext cx="709613" cy="5953"/>
            </a:xfrm>
            <a:prstGeom prst="rect">
              <a:avLst/>
            </a:prstGeom>
            <a:solidFill>
              <a:srgbClr val="D56207"/>
            </a:solidFill>
            <a:ln w="0">
              <a:noFill/>
              <a:prstDash val="solid"/>
            </a:ln>
          </p:spPr>
        </p:sp>
        <p:sp>
          <p:nvSpPr>
            <p:cNvPr id="2902" name="four:temporal-output:rotated-tᵢ-cell-121:2902">
              <a:extLst>
                <a:ext uri="{FF2B5EF4-FFF2-40B4-BE49-F238E27FC236}">
                  <ns2:creationId id="{6075267A-BC6E-4444-B64C-28E5A598AF37}"/>
                </a:ext>
              </a:extLst>
            </p:cNvPr>
            <p:cNvSpPr>
              <a:spLocks noGrp="1"/>
            </p:cNvSpPr>
            <p:nvPr/>
          </p:nvSpPr>
          <p:spPr>
            <a:xfrm>
              <a:off x="22659975" y="6436519"/>
              <a:ext cx="709613" cy="5953"/>
            </a:xfrm>
            <a:prstGeom prst="rect">
              <a:avLst/>
            </a:prstGeom>
            <a:solidFill>
              <a:srgbClr val="D55E00"/>
            </a:solidFill>
            <a:ln w="0">
              <a:noFill/>
              <a:prstDash val="solid"/>
            </a:ln>
          </p:spPr>
        </p:sp>
        <p:sp>
          <p:nvSpPr>
            <p:cNvPr id="2903" name="four:temporal-output:rotated-tᵢ-cell-122:2903">
              <a:extLst>
                <a:ext uri="{FF2B5EF4-FFF2-40B4-BE49-F238E27FC236}">
                  <ns2:creationId id="{82293105-B638-47A9-8243-F42746E00A89}"/>
                </a:ext>
              </a:extLst>
            </p:cNvPr>
            <p:cNvSpPr>
              <a:spLocks noGrp="1"/>
            </p:cNvSpPr>
            <p:nvPr/>
          </p:nvSpPr>
          <p:spPr>
            <a:xfrm>
              <a:off x="22659975" y="6430566"/>
              <a:ext cx="709613" cy="5953"/>
            </a:xfrm>
            <a:prstGeom prst="rect">
              <a:avLst/>
            </a:prstGeom>
            <a:solidFill>
              <a:srgbClr val="D55E00"/>
            </a:solidFill>
            <a:ln w="0">
              <a:noFill/>
              <a:prstDash val="solid"/>
            </a:ln>
          </p:spPr>
        </p:sp>
        <p:sp>
          <p:nvSpPr>
            <p:cNvPr id="2904" name="four:temporal-output:rotated-tᵢ-cell-123:2904">
              <a:extLst>
                <a:ext uri="{FF2B5EF4-FFF2-40B4-BE49-F238E27FC236}">
                  <ns2:creationId id="{76592034-74A0-4210-9215-5AED9173A531}"/>
                </a:ext>
              </a:extLst>
            </p:cNvPr>
            <p:cNvSpPr>
              <a:spLocks noGrp="1"/>
            </p:cNvSpPr>
            <p:nvPr/>
          </p:nvSpPr>
          <p:spPr>
            <a:xfrm>
              <a:off x="22659975" y="6424613"/>
              <a:ext cx="709613" cy="5953"/>
            </a:xfrm>
            <a:prstGeom prst="rect">
              <a:avLst/>
            </a:prstGeom>
            <a:solidFill>
              <a:srgbClr val="D55E00"/>
            </a:solidFill>
            <a:ln w="0">
              <a:noFill/>
              <a:prstDash val="solid"/>
            </a:ln>
          </p:spPr>
        </p:sp>
        <p:sp>
          <p:nvSpPr>
            <p:cNvPr id="2905" name="four:temporal-output:rotated-tᵢ-cell-124:2905">
              <a:extLst>
                <a:ext uri="{FF2B5EF4-FFF2-40B4-BE49-F238E27FC236}">
                  <ns2:creationId id="{1CF8379B-AB9E-46E6-AA5C-C597EBFE09A4}"/>
                </a:ext>
              </a:extLst>
            </p:cNvPr>
            <p:cNvSpPr>
              <a:spLocks noGrp="1"/>
            </p:cNvSpPr>
            <p:nvPr/>
          </p:nvSpPr>
          <p:spPr>
            <a:xfrm>
              <a:off x="22659975" y="6418659"/>
              <a:ext cx="709613" cy="5953"/>
            </a:xfrm>
            <a:prstGeom prst="rect">
              <a:avLst/>
            </a:prstGeom>
            <a:solidFill>
              <a:srgbClr val="D55E00"/>
            </a:solidFill>
            <a:ln w="0">
              <a:noFill/>
              <a:prstDash val="solid"/>
            </a:ln>
          </p:spPr>
        </p:sp>
        <p:sp>
          <p:nvSpPr>
            <p:cNvPr id="2906" name="four:temporal-output:rotated-tᵢ-cell-125:2906">
              <a:extLst>
                <a:ext uri="{FF2B5EF4-FFF2-40B4-BE49-F238E27FC236}">
                  <ns2:creationId id="{2B25B9D3-9748-4703-89BA-02B27B502F07}"/>
                </a:ext>
              </a:extLst>
            </p:cNvPr>
            <p:cNvSpPr>
              <a:spLocks noGrp="1"/>
            </p:cNvSpPr>
            <p:nvPr/>
          </p:nvSpPr>
          <p:spPr>
            <a:xfrm>
              <a:off x="22659975" y="6412706"/>
              <a:ext cx="709613" cy="5953"/>
            </a:xfrm>
            <a:prstGeom prst="rect">
              <a:avLst/>
            </a:prstGeom>
            <a:solidFill>
              <a:srgbClr val="D55E00"/>
            </a:solidFill>
            <a:ln w="0">
              <a:noFill/>
              <a:prstDash val="solid"/>
            </a:ln>
          </p:spPr>
        </p:sp>
        <p:sp>
          <p:nvSpPr>
            <p:cNvPr id="2907" name="four:temporal-output:rotated-tᵢ-cell-126:2907">
              <a:extLst>
                <a:ext uri="{FF2B5EF4-FFF2-40B4-BE49-F238E27FC236}">
                  <ns2:creationId id="{24D10111-51FA-4760-9B9E-2E252633C3E4}"/>
                </a:ext>
              </a:extLst>
            </p:cNvPr>
            <p:cNvSpPr>
              <a:spLocks noGrp="1"/>
            </p:cNvSpPr>
            <p:nvPr/>
          </p:nvSpPr>
          <p:spPr>
            <a:xfrm>
              <a:off x="22659975" y="6406753"/>
              <a:ext cx="709613" cy="5953"/>
            </a:xfrm>
            <a:prstGeom prst="rect">
              <a:avLst/>
            </a:prstGeom>
            <a:solidFill>
              <a:srgbClr val="D55E00"/>
            </a:solidFill>
            <a:ln w="0">
              <a:noFill/>
              <a:prstDash val="solid"/>
            </a:ln>
          </p:spPr>
        </p:sp>
        <p:sp>
          <p:nvSpPr>
            <p:cNvPr id="2908" name="four:temporal-output:rotated-tᵢ-cell-127:2908">
              <a:extLst>
                <a:ext uri="{FF2B5EF4-FFF2-40B4-BE49-F238E27FC236}">
                  <ns2:creationId id="{7D036380-26A0-413A-885B-EC56D73CCB9C}"/>
                </a:ext>
              </a:extLst>
            </p:cNvPr>
            <p:cNvSpPr>
              <a:spLocks noGrp="1"/>
            </p:cNvSpPr>
            <p:nvPr/>
          </p:nvSpPr>
          <p:spPr>
            <a:xfrm>
              <a:off x="22659975" y="6400800"/>
              <a:ext cx="709613" cy="5953"/>
            </a:xfrm>
            <a:prstGeom prst="rect">
              <a:avLst/>
            </a:prstGeom>
            <a:solidFill>
              <a:srgbClr val="D55E00"/>
            </a:solidFill>
            <a:ln w="0">
              <a:noFill/>
              <a:prstDash val="solid"/>
            </a:ln>
          </p:spPr>
        </p:sp>
        <p:sp>
          <p:nvSpPr>
            <p:cNvPr id="2909" name="four:temporal-output:rotated-tᵢ-cell-128:2909">
              <a:extLst>
                <a:ext uri="{FF2B5EF4-FFF2-40B4-BE49-F238E27FC236}">
                  <ns2:creationId id="{4E2A8329-C8AD-4D16-B4D8-8B3B9AA830A4}"/>
                </a:ext>
              </a:extLst>
            </p:cNvPr>
            <p:cNvSpPr>
              <a:spLocks noGrp="1"/>
            </p:cNvSpPr>
            <p:nvPr/>
          </p:nvSpPr>
          <p:spPr>
            <a:xfrm>
              <a:off x="22659975" y="6394847"/>
              <a:ext cx="709613" cy="5953"/>
            </a:xfrm>
            <a:prstGeom prst="rect">
              <a:avLst/>
            </a:prstGeom>
            <a:solidFill>
              <a:srgbClr val="D55E00"/>
            </a:solidFill>
            <a:ln w="0">
              <a:noFill/>
              <a:prstDash val="solid"/>
            </a:ln>
          </p:spPr>
        </p:sp>
        <p:sp>
          <p:nvSpPr>
            <p:cNvPr id="2910" name="four:temporal-output:rotated-tᵢ-cell-129:2910">
              <a:extLst>
                <a:ext uri="{FF2B5EF4-FFF2-40B4-BE49-F238E27FC236}">
                  <ns2:creationId id="{DC24CA7C-0359-414F-97F6-65AC9D824C6D}"/>
                </a:ext>
              </a:extLst>
            </p:cNvPr>
            <p:cNvSpPr>
              <a:spLocks noGrp="1"/>
            </p:cNvSpPr>
            <p:nvPr/>
          </p:nvSpPr>
          <p:spPr>
            <a:xfrm>
              <a:off x="22659975" y="6388894"/>
              <a:ext cx="709613" cy="5953"/>
            </a:xfrm>
            <a:prstGeom prst="rect">
              <a:avLst/>
            </a:prstGeom>
            <a:solidFill>
              <a:srgbClr val="D55E00"/>
            </a:solidFill>
            <a:ln w="0">
              <a:noFill/>
              <a:prstDash val="solid"/>
            </a:ln>
          </p:spPr>
        </p:sp>
        <p:sp>
          <p:nvSpPr>
            <p:cNvPr id="2911" name="four:temporal-output:rotated-tᵢ-cell-130:2911">
              <a:extLst>
                <a:ext uri="{FF2B5EF4-FFF2-40B4-BE49-F238E27FC236}">
                  <ns2:creationId id="{EA867E1C-0B13-4933-A904-115831AA9393}"/>
                </a:ext>
              </a:extLst>
            </p:cNvPr>
            <p:cNvSpPr>
              <a:spLocks noGrp="1"/>
            </p:cNvSpPr>
            <p:nvPr/>
          </p:nvSpPr>
          <p:spPr>
            <a:xfrm>
              <a:off x="22659975" y="6382941"/>
              <a:ext cx="709613" cy="5953"/>
            </a:xfrm>
            <a:prstGeom prst="rect">
              <a:avLst/>
            </a:prstGeom>
            <a:solidFill>
              <a:srgbClr val="D55E00"/>
            </a:solidFill>
            <a:ln w="0">
              <a:noFill/>
              <a:prstDash val="solid"/>
            </a:ln>
          </p:spPr>
        </p:sp>
        <p:sp>
          <p:nvSpPr>
            <p:cNvPr id="2912" name="four:temporal-output:rotated-tᵢ-cell-131:2912">
              <a:extLst>
                <a:ext uri="{FF2B5EF4-FFF2-40B4-BE49-F238E27FC236}">
                  <ns2:creationId id="{E569D168-2C2F-4964-8C5A-E78B734394AE}"/>
                </a:ext>
              </a:extLst>
            </p:cNvPr>
            <p:cNvSpPr>
              <a:spLocks noGrp="1"/>
            </p:cNvSpPr>
            <p:nvPr/>
          </p:nvSpPr>
          <p:spPr>
            <a:xfrm>
              <a:off x="22659975" y="6376988"/>
              <a:ext cx="709613" cy="5953"/>
            </a:xfrm>
            <a:prstGeom prst="rect">
              <a:avLst/>
            </a:prstGeom>
            <a:solidFill>
              <a:srgbClr val="D55E00"/>
            </a:solidFill>
            <a:ln w="0">
              <a:noFill/>
              <a:prstDash val="solid"/>
            </a:ln>
          </p:spPr>
        </p:sp>
        <p:sp>
          <p:nvSpPr>
            <p:cNvPr id="2913" name="four:temporal-output:rotated-tᵢ-cell-132:2913">
              <a:extLst>
                <a:ext uri="{FF2B5EF4-FFF2-40B4-BE49-F238E27FC236}">
                  <ns2:creationId id="{FE07CF10-DDDE-4A49-ABD3-1FA66294A3B4}"/>
                </a:ext>
              </a:extLst>
            </p:cNvPr>
            <p:cNvSpPr>
              <a:spLocks noGrp="1"/>
            </p:cNvSpPr>
            <p:nvPr/>
          </p:nvSpPr>
          <p:spPr>
            <a:xfrm>
              <a:off x="22659975" y="6371034"/>
              <a:ext cx="709613" cy="5953"/>
            </a:xfrm>
            <a:prstGeom prst="rect">
              <a:avLst/>
            </a:prstGeom>
            <a:solidFill>
              <a:srgbClr val="D55E00"/>
            </a:solidFill>
            <a:ln w="0">
              <a:noFill/>
              <a:prstDash val="solid"/>
            </a:ln>
          </p:spPr>
        </p:sp>
        <p:sp>
          <p:nvSpPr>
            <p:cNvPr id="2914" name="four:temporal-output:rotated-tᵢ-cell-133:2914">
              <a:extLst>
                <a:ext uri="{FF2B5EF4-FFF2-40B4-BE49-F238E27FC236}">
                  <ns2:creationId id="{240A52DD-AB2A-44EF-83FE-1D90D419ABAA}"/>
                </a:ext>
              </a:extLst>
            </p:cNvPr>
            <p:cNvSpPr>
              <a:spLocks noGrp="1"/>
            </p:cNvSpPr>
            <p:nvPr/>
          </p:nvSpPr>
          <p:spPr>
            <a:xfrm>
              <a:off x="22659975" y="6365081"/>
              <a:ext cx="709613" cy="5953"/>
            </a:xfrm>
            <a:prstGeom prst="rect">
              <a:avLst/>
            </a:prstGeom>
            <a:solidFill>
              <a:srgbClr val="D55E00"/>
            </a:solidFill>
            <a:ln w="0">
              <a:noFill/>
              <a:prstDash val="solid"/>
            </a:ln>
          </p:spPr>
        </p:sp>
        <p:sp>
          <p:nvSpPr>
            <p:cNvPr id="2915" name="four:temporal-output:rotated-tᵢ-cell-134:2915">
              <a:extLst>
                <a:ext uri="{FF2B5EF4-FFF2-40B4-BE49-F238E27FC236}">
                  <ns2:creationId id="{3F1E573F-ECA3-45E3-8FA2-7DFA531B6685}"/>
                </a:ext>
              </a:extLst>
            </p:cNvPr>
            <p:cNvSpPr>
              <a:spLocks noGrp="1"/>
            </p:cNvSpPr>
            <p:nvPr/>
          </p:nvSpPr>
          <p:spPr>
            <a:xfrm>
              <a:off x="22659975" y="6359128"/>
              <a:ext cx="709613" cy="5953"/>
            </a:xfrm>
            <a:prstGeom prst="rect">
              <a:avLst/>
            </a:prstGeom>
            <a:solidFill>
              <a:srgbClr val="D55E00"/>
            </a:solidFill>
            <a:ln w="0">
              <a:noFill/>
              <a:prstDash val="solid"/>
            </a:ln>
          </p:spPr>
        </p:sp>
        <p:sp>
          <p:nvSpPr>
            <p:cNvPr id="2916" name="four:temporal-output:rotated-tᵢ-cell-135:2916">
              <a:extLst>
                <a:ext uri="{FF2B5EF4-FFF2-40B4-BE49-F238E27FC236}">
                  <ns2:creationId id="{C848C9DD-3552-4838-8B80-112EE8CCB9AE}"/>
                </a:ext>
              </a:extLst>
            </p:cNvPr>
            <p:cNvSpPr>
              <a:spLocks noGrp="1"/>
            </p:cNvSpPr>
            <p:nvPr/>
          </p:nvSpPr>
          <p:spPr>
            <a:xfrm>
              <a:off x="22659975" y="6353175"/>
              <a:ext cx="709613" cy="5953"/>
            </a:xfrm>
            <a:prstGeom prst="rect">
              <a:avLst/>
            </a:prstGeom>
            <a:solidFill>
              <a:srgbClr val="D55E00"/>
            </a:solidFill>
            <a:ln w="0">
              <a:noFill/>
              <a:prstDash val="solid"/>
            </a:ln>
          </p:spPr>
        </p:sp>
        <p:sp>
          <p:nvSpPr>
            <p:cNvPr id="2917" name="four:temporal-output:rotated-tᵢ-cell-136:2917">
              <a:extLst>
                <a:ext uri="{FF2B5EF4-FFF2-40B4-BE49-F238E27FC236}">
                  <ns2:creationId id="{AEDD25D7-18E6-4329-95E1-9ED6DC46C7A5}"/>
                </a:ext>
              </a:extLst>
            </p:cNvPr>
            <p:cNvSpPr>
              <a:spLocks noGrp="1"/>
            </p:cNvSpPr>
            <p:nvPr/>
          </p:nvSpPr>
          <p:spPr>
            <a:xfrm>
              <a:off x="22659975" y="6347222"/>
              <a:ext cx="709613" cy="5953"/>
            </a:xfrm>
            <a:prstGeom prst="rect">
              <a:avLst/>
            </a:prstGeom>
            <a:solidFill>
              <a:srgbClr val="D5660E"/>
            </a:solidFill>
            <a:ln w="0">
              <a:noFill/>
              <a:prstDash val="solid"/>
            </a:ln>
          </p:spPr>
        </p:sp>
        <p:sp>
          <p:nvSpPr>
            <p:cNvPr id="2918" name="four:temporal-output:rotated-tᵢ-cell-137:2918">
              <a:extLst>
                <a:ext uri="{FF2B5EF4-FFF2-40B4-BE49-F238E27FC236}">
                  <ns2:creationId id="{69D16E17-9074-4968-89B1-DD1D0FD26C46}"/>
                </a:ext>
              </a:extLst>
            </p:cNvPr>
            <p:cNvSpPr>
              <a:spLocks noGrp="1"/>
            </p:cNvSpPr>
            <p:nvPr/>
          </p:nvSpPr>
          <p:spPr>
            <a:xfrm>
              <a:off x="22659975" y="6341269"/>
              <a:ext cx="709613" cy="5953"/>
            </a:xfrm>
            <a:prstGeom prst="rect">
              <a:avLst/>
            </a:prstGeom>
            <a:solidFill>
              <a:srgbClr val="D6782D"/>
            </a:solidFill>
            <a:ln w="0">
              <a:noFill/>
              <a:prstDash val="solid"/>
            </a:ln>
          </p:spPr>
        </p:sp>
        <p:sp>
          <p:nvSpPr>
            <p:cNvPr id="2919" name="four:temporal-output:rotated-tᵢ-cell-138:2919">
              <a:extLst>
                <a:ext uri="{FF2B5EF4-FFF2-40B4-BE49-F238E27FC236}">
                  <ns2:creationId id="{1A784510-346C-478E-9374-72AB818B3FA0}"/>
                </a:ext>
              </a:extLst>
            </p:cNvPr>
            <p:cNvSpPr>
              <a:spLocks noGrp="1"/>
            </p:cNvSpPr>
            <p:nvPr/>
          </p:nvSpPr>
          <p:spPr>
            <a:xfrm>
              <a:off x="22659975" y="6335316"/>
              <a:ext cx="709613" cy="5953"/>
            </a:xfrm>
            <a:prstGeom prst="rect">
              <a:avLst/>
            </a:prstGeom>
            <a:solidFill>
              <a:srgbClr val="D89056"/>
            </a:solidFill>
            <a:ln w="0">
              <a:noFill/>
              <a:prstDash val="solid"/>
            </a:ln>
          </p:spPr>
        </p:sp>
        <p:sp>
          <p:nvSpPr>
            <p:cNvPr id="2920" name="four:temporal-output:rotated-tᵢ-cell-139:2920">
              <a:extLst>
                <a:ext uri="{FF2B5EF4-FFF2-40B4-BE49-F238E27FC236}">
                  <ns2:creationId id="{618243BC-6170-4E27-A1EE-8C9A86245892}"/>
                </a:ext>
              </a:extLst>
            </p:cNvPr>
            <p:cNvSpPr>
              <a:spLocks noGrp="1"/>
            </p:cNvSpPr>
            <p:nvPr/>
          </p:nvSpPr>
          <p:spPr>
            <a:xfrm>
              <a:off x="22659975" y="6329363"/>
              <a:ext cx="709613" cy="5953"/>
            </a:xfrm>
            <a:prstGeom prst="rect">
              <a:avLst/>
            </a:prstGeom>
            <a:solidFill>
              <a:srgbClr val="D9AB84"/>
            </a:solidFill>
            <a:ln w="0">
              <a:noFill/>
              <a:prstDash val="solid"/>
            </a:ln>
          </p:spPr>
        </p:sp>
        <p:sp>
          <p:nvSpPr>
            <p:cNvPr id="2921" name="four:temporal-output:rotated-tᵢ-cell-140:2921">
              <a:extLst>
                <a:ext uri="{FF2B5EF4-FFF2-40B4-BE49-F238E27FC236}">
                  <ns2:creationId id="{293FAFA3-50D5-4D92-94E3-F2A29973F1DD}"/>
                </a:ext>
              </a:extLst>
            </p:cNvPr>
            <p:cNvSpPr>
              <a:spLocks noGrp="1"/>
            </p:cNvSpPr>
            <p:nvPr/>
          </p:nvSpPr>
          <p:spPr>
            <a:xfrm>
              <a:off x="22659975" y="6323409"/>
              <a:ext cx="709613" cy="5953"/>
            </a:xfrm>
            <a:prstGeom prst="rect">
              <a:avLst/>
            </a:prstGeom>
            <a:solidFill>
              <a:srgbClr val="DAC5B1"/>
            </a:solidFill>
            <a:ln w="0">
              <a:noFill/>
              <a:prstDash val="solid"/>
            </a:ln>
          </p:spPr>
        </p:sp>
        <p:sp>
          <p:nvSpPr>
            <p:cNvPr id="2922" name="four:temporal-output:rotated-tᵢ-cell-141:2922">
              <a:extLst>
                <a:ext uri="{FF2B5EF4-FFF2-40B4-BE49-F238E27FC236}">
                  <ns2:creationId id="{0A6FFA0E-12D1-4E82-ACE6-BF821AE0D7B5}"/>
                </a:ext>
              </a:extLst>
            </p:cNvPr>
            <p:cNvSpPr>
              <a:spLocks noGrp="1"/>
            </p:cNvSpPr>
            <p:nvPr/>
          </p:nvSpPr>
          <p:spPr>
            <a:xfrm>
              <a:off x="22659975" y="6317456"/>
              <a:ext cx="709613" cy="5953"/>
            </a:xfrm>
            <a:prstGeom prst="rect">
              <a:avLst/>
            </a:prstGeom>
            <a:solidFill>
              <a:srgbClr val="D1E1E3"/>
            </a:solidFill>
            <a:ln w="0">
              <a:noFill/>
              <a:prstDash val="solid"/>
            </a:ln>
          </p:spPr>
        </p:sp>
        <p:sp>
          <p:nvSpPr>
            <p:cNvPr id="2923" name="four:temporal-output:rotated-tᵢ-cell-142:2923">
              <a:extLst>
                <a:ext uri="{FF2B5EF4-FFF2-40B4-BE49-F238E27FC236}">
                  <ns2:creationId id="{24D015E8-859B-49DE-9547-F630344CEE5B}"/>
                </a:ext>
              </a:extLst>
            </p:cNvPr>
            <p:cNvSpPr>
              <a:spLocks noGrp="1"/>
            </p:cNvSpPr>
            <p:nvPr/>
          </p:nvSpPr>
          <p:spPr>
            <a:xfrm>
              <a:off x="22659975" y="6311503"/>
              <a:ext cx="709613" cy="5953"/>
            </a:xfrm>
            <a:prstGeom prst="rect">
              <a:avLst/>
            </a:prstGeom>
            <a:solidFill>
              <a:srgbClr val="DBE7EC"/>
            </a:solidFill>
            <a:ln w="0">
              <a:noFill/>
              <a:prstDash val="solid"/>
            </a:ln>
          </p:spPr>
        </p:sp>
        <p:sp>
          <p:nvSpPr>
            <p:cNvPr id="2924" name="four:temporal-output:rotated-tᵢ-cell-143:2924">
              <a:extLst>
                <a:ext uri="{FF2B5EF4-FFF2-40B4-BE49-F238E27FC236}">
                  <ns2:creationId id="{1CE60A67-99F3-4843-9629-1C14AB2310A0}"/>
                </a:ext>
              </a:extLst>
            </p:cNvPr>
            <p:cNvSpPr>
              <a:spLocks noGrp="1"/>
            </p:cNvSpPr>
            <p:nvPr/>
          </p:nvSpPr>
          <p:spPr>
            <a:xfrm>
              <a:off x="22659975" y="6305550"/>
              <a:ext cx="709613" cy="5953"/>
            </a:xfrm>
            <a:prstGeom prst="rect">
              <a:avLst/>
            </a:prstGeom>
            <a:solidFill>
              <a:srgbClr val="DCE8ED"/>
            </a:solidFill>
            <a:ln w="0">
              <a:noFill/>
              <a:prstDash val="solid"/>
            </a:ln>
          </p:spPr>
        </p:sp>
        <p:sp>
          <p:nvSpPr>
            <p:cNvPr id="2925" name="four:temporal-output:rotated-tᵢ-cell-144:2925">
              <a:extLst>
                <a:ext uri="{FF2B5EF4-FFF2-40B4-BE49-F238E27FC236}">
                  <ns2:creationId id="{70803704-7BFE-4052-972A-5325E57FCCA6}"/>
                </a:ext>
              </a:extLst>
            </p:cNvPr>
            <p:cNvSpPr>
              <a:spLocks noGrp="1"/>
            </p:cNvSpPr>
            <p:nvPr/>
          </p:nvSpPr>
          <p:spPr>
            <a:xfrm>
              <a:off x="22659975" y="6299597"/>
              <a:ext cx="709613" cy="5953"/>
            </a:xfrm>
            <a:prstGeom prst="rect">
              <a:avLst/>
            </a:prstGeom>
            <a:solidFill>
              <a:srgbClr val="DCE8ED"/>
            </a:solidFill>
            <a:ln w="0">
              <a:noFill/>
              <a:prstDash val="solid"/>
            </a:ln>
          </p:spPr>
        </p:sp>
        <p:sp>
          <p:nvSpPr>
            <p:cNvPr id="2926" name="four:temporal-output:rotated-tᵢ-cell-145:2926">
              <a:extLst>
                <a:ext uri="{FF2B5EF4-FFF2-40B4-BE49-F238E27FC236}">
                  <ns2:creationId id="{1FF776BC-E1A3-4980-B915-FE4DBEB2B62B}"/>
                </a:ext>
              </a:extLst>
            </p:cNvPr>
            <p:cNvSpPr>
              <a:spLocks noGrp="1"/>
            </p:cNvSpPr>
            <p:nvPr/>
          </p:nvSpPr>
          <p:spPr>
            <a:xfrm>
              <a:off x="22659975" y="6293644"/>
              <a:ext cx="709613" cy="5953"/>
            </a:xfrm>
            <a:prstGeom prst="rect">
              <a:avLst/>
            </a:prstGeom>
            <a:solidFill>
              <a:srgbClr val="DCE8ED"/>
            </a:solidFill>
            <a:ln w="0">
              <a:noFill/>
              <a:prstDash val="solid"/>
            </a:ln>
          </p:spPr>
        </p:sp>
        <p:sp>
          <p:nvSpPr>
            <p:cNvPr id="2927" name="four:temporal-output:rotated-tᵢ-cell-146:2927">
              <a:extLst>
                <a:ext uri="{FF2B5EF4-FFF2-40B4-BE49-F238E27FC236}">
                  <ns2:creationId id="{01799859-DE80-4EE4-8DF4-14E17F966F17}"/>
                </a:ext>
              </a:extLst>
            </p:cNvPr>
            <p:cNvSpPr>
              <a:spLocks noGrp="1"/>
            </p:cNvSpPr>
            <p:nvPr/>
          </p:nvSpPr>
          <p:spPr>
            <a:xfrm>
              <a:off x="22659975" y="6287691"/>
              <a:ext cx="709613" cy="5953"/>
            </a:xfrm>
            <a:prstGeom prst="rect">
              <a:avLst/>
            </a:prstGeom>
            <a:solidFill>
              <a:srgbClr val="DCE8ED"/>
            </a:solidFill>
            <a:ln w="0">
              <a:noFill/>
              <a:prstDash val="solid"/>
            </a:ln>
          </p:spPr>
        </p:sp>
        <p:sp>
          <p:nvSpPr>
            <p:cNvPr id="2928" name="four:temporal-output:rotated-tᵢ-cell-147:2928">
              <a:extLst>
                <a:ext uri="{FF2B5EF4-FFF2-40B4-BE49-F238E27FC236}">
                  <ns2:creationId id="{50A415C8-BD0A-4408-A4C7-873CEA7691B5}"/>
                </a:ext>
              </a:extLst>
            </p:cNvPr>
            <p:cNvSpPr>
              <a:spLocks noGrp="1"/>
            </p:cNvSpPr>
            <p:nvPr/>
          </p:nvSpPr>
          <p:spPr>
            <a:xfrm>
              <a:off x="22659975" y="6281738"/>
              <a:ext cx="709613" cy="5953"/>
            </a:xfrm>
            <a:prstGeom prst="rect">
              <a:avLst/>
            </a:prstGeom>
            <a:solidFill>
              <a:srgbClr val="DCE8ED"/>
            </a:solidFill>
            <a:ln w="0">
              <a:noFill/>
              <a:prstDash val="solid"/>
            </a:ln>
          </p:spPr>
        </p:sp>
        <p:sp>
          <p:nvSpPr>
            <p:cNvPr id="2929" name="four:temporal-output:rotated-tᵢ-cell-148:2929">
              <a:extLst>
                <a:ext uri="{FF2B5EF4-FFF2-40B4-BE49-F238E27FC236}">
                  <ns2:creationId id="{4B1159F0-2983-49EB-8741-8FE97A431F09}"/>
                </a:ext>
              </a:extLst>
            </p:cNvPr>
            <p:cNvSpPr>
              <a:spLocks noGrp="1"/>
            </p:cNvSpPr>
            <p:nvPr/>
          </p:nvSpPr>
          <p:spPr>
            <a:xfrm>
              <a:off x="22659975" y="6275784"/>
              <a:ext cx="709613" cy="5953"/>
            </a:xfrm>
            <a:prstGeom prst="rect">
              <a:avLst/>
            </a:prstGeom>
            <a:solidFill>
              <a:srgbClr val="DCE8ED"/>
            </a:solidFill>
            <a:ln w="0">
              <a:noFill/>
              <a:prstDash val="solid"/>
            </a:ln>
          </p:spPr>
        </p:sp>
        <p:sp>
          <p:nvSpPr>
            <p:cNvPr id="2930" name="four:temporal-output:rotated-tᵢ-cell-149:2930">
              <a:extLst>
                <a:ext uri="{FF2B5EF4-FFF2-40B4-BE49-F238E27FC236}">
                  <ns2:creationId id="{6C50D489-EA49-478F-A2C6-69CBCA48C286}"/>
                </a:ext>
              </a:extLst>
            </p:cNvPr>
            <p:cNvSpPr>
              <a:spLocks noGrp="1"/>
            </p:cNvSpPr>
            <p:nvPr/>
          </p:nvSpPr>
          <p:spPr>
            <a:xfrm>
              <a:off x="22659975" y="6269831"/>
              <a:ext cx="709613" cy="5953"/>
            </a:xfrm>
            <a:prstGeom prst="rect">
              <a:avLst/>
            </a:prstGeom>
            <a:solidFill>
              <a:srgbClr val="DCE8ED"/>
            </a:solidFill>
            <a:ln w="0">
              <a:noFill/>
              <a:prstDash val="solid"/>
            </a:ln>
          </p:spPr>
        </p:sp>
        <p:sp>
          <p:nvSpPr>
            <p:cNvPr id="2931" name="four:temporal-output:rotated-tᵢ-cell-150:2931">
              <a:extLst>
                <a:ext uri="{FF2B5EF4-FFF2-40B4-BE49-F238E27FC236}">
                  <ns2:creationId id="{A0B9B6AE-85FA-4316-B54C-5B34729BD7B2}"/>
                </a:ext>
              </a:extLst>
            </p:cNvPr>
            <p:cNvSpPr>
              <a:spLocks noGrp="1"/>
            </p:cNvSpPr>
            <p:nvPr/>
          </p:nvSpPr>
          <p:spPr>
            <a:xfrm>
              <a:off x="22659975" y="6263878"/>
              <a:ext cx="709613" cy="5953"/>
            </a:xfrm>
            <a:prstGeom prst="rect">
              <a:avLst/>
            </a:prstGeom>
            <a:solidFill>
              <a:srgbClr val="DCE8ED"/>
            </a:solidFill>
            <a:ln w="0">
              <a:noFill/>
              <a:prstDash val="solid"/>
            </a:ln>
          </p:spPr>
        </p:sp>
        <p:sp>
          <p:nvSpPr>
            <p:cNvPr id="2932" name="four:temporal-output:rotated-tᵢ-cell-151:2932">
              <a:extLst>
                <a:ext uri="{FF2B5EF4-FFF2-40B4-BE49-F238E27FC236}">
                  <ns2:creationId id="{7099B749-CA41-4913-B05D-26B9C3C09361}"/>
                </a:ext>
              </a:extLst>
            </p:cNvPr>
            <p:cNvSpPr>
              <a:spLocks noGrp="1"/>
            </p:cNvSpPr>
            <p:nvPr/>
          </p:nvSpPr>
          <p:spPr>
            <a:xfrm>
              <a:off x="22659975" y="6257925"/>
              <a:ext cx="709613" cy="5953"/>
            </a:xfrm>
            <a:prstGeom prst="rect">
              <a:avLst/>
            </a:prstGeom>
            <a:solidFill>
              <a:srgbClr val="DCE8ED"/>
            </a:solidFill>
            <a:ln w="0">
              <a:noFill/>
              <a:prstDash val="solid"/>
            </a:ln>
          </p:spPr>
        </p:sp>
        <p:sp>
          <p:nvSpPr>
            <p:cNvPr id="2933" name="four:temporal-output:rotated-tᵢ-cell-152:2933">
              <a:extLst>
                <a:ext uri="{FF2B5EF4-FFF2-40B4-BE49-F238E27FC236}">
                  <ns2:creationId id="{E8328673-F36F-47D4-9F03-AE0AB6E70A3E}"/>
                </a:ext>
              </a:extLst>
            </p:cNvPr>
            <p:cNvSpPr>
              <a:spLocks noGrp="1"/>
            </p:cNvSpPr>
            <p:nvPr/>
          </p:nvSpPr>
          <p:spPr>
            <a:xfrm>
              <a:off x="22659975" y="6251972"/>
              <a:ext cx="709613" cy="5953"/>
            </a:xfrm>
            <a:prstGeom prst="rect">
              <a:avLst/>
            </a:prstGeom>
            <a:solidFill>
              <a:srgbClr val="DCE8ED"/>
            </a:solidFill>
            <a:ln w="0">
              <a:noFill/>
              <a:prstDash val="solid"/>
            </a:ln>
          </p:spPr>
        </p:sp>
        <p:sp>
          <p:nvSpPr>
            <p:cNvPr id="2934" name="four:temporal-output:rotated-tᵢ-cell-153:2934">
              <a:extLst>
                <a:ext uri="{FF2B5EF4-FFF2-40B4-BE49-F238E27FC236}">
                  <ns2:creationId id="{421544B6-5841-4A26-BEBB-1BBBFBD72CD5}"/>
                </a:ext>
              </a:extLst>
            </p:cNvPr>
            <p:cNvSpPr>
              <a:spLocks noGrp="1"/>
            </p:cNvSpPr>
            <p:nvPr/>
          </p:nvSpPr>
          <p:spPr>
            <a:xfrm>
              <a:off x="22659975" y="6246019"/>
              <a:ext cx="709613" cy="5953"/>
            </a:xfrm>
            <a:prstGeom prst="rect">
              <a:avLst/>
            </a:prstGeom>
            <a:solidFill>
              <a:srgbClr val="DCE8ED"/>
            </a:solidFill>
            <a:ln w="0">
              <a:noFill/>
              <a:prstDash val="solid"/>
            </a:ln>
          </p:spPr>
        </p:sp>
        <p:sp>
          <p:nvSpPr>
            <p:cNvPr id="2935" name="four:temporal-output:rotated-tᵢ-cell-154:2935">
              <a:extLst>
                <a:ext uri="{FF2B5EF4-FFF2-40B4-BE49-F238E27FC236}">
                  <ns2:creationId id="{B91641D3-DF96-4532-AEA6-117712ABB547}"/>
                </a:ext>
              </a:extLst>
            </p:cNvPr>
            <p:cNvSpPr>
              <a:spLocks noGrp="1"/>
            </p:cNvSpPr>
            <p:nvPr/>
          </p:nvSpPr>
          <p:spPr>
            <a:xfrm>
              <a:off x="22659975" y="6240066"/>
              <a:ext cx="709613" cy="5953"/>
            </a:xfrm>
            <a:prstGeom prst="rect">
              <a:avLst/>
            </a:prstGeom>
            <a:solidFill>
              <a:srgbClr val="DCE8ED"/>
            </a:solidFill>
            <a:ln w="0">
              <a:noFill/>
              <a:prstDash val="solid"/>
            </a:ln>
          </p:spPr>
        </p:sp>
        <p:sp>
          <p:nvSpPr>
            <p:cNvPr id="2936" name="four:temporal-output:rotated-tᵢ-cell-155:2936">
              <a:extLst>
                <a:ext uri="{FF2B5EF4-FFF2-40B4-BE49-F238E27FC236}">
                  <ns2:creationId id="{D6815AFD-F3BC-4E5E-87BA-C6116E052CE9}"/>
                </a:ext>
              </a:extLst>
            </p:cNvPr>
            <p:cNvSpPr>
              <a:spLocks noGrp="1"/>
            </p:cNvSpPr>
            <p:nvPr/>
          </p:nvSpPr>
          <p:spPr>
            <a:xfrm>
              <a:off x="22659975" y="6234113"/>
              <a:ext cx="709613" cy="5953"/>
            </a:xfrm>
            <a:prstGeom prst="rect">
              <a:avLst/>
            </a:prstGeom>
            <a:solidFill>
              <a:srgbClr val="DCE8ED"/>
            </a:solidFill>
            <a:ln w="0">
              <a:noFill/>
              <a:prstDash val="solid"/>
            </a:ln>
          </p:spPr>
        </p:sp>
        <p:sp>
          <p:nvSpPr>
            <p:cNvPr id="2937" name="four:temporal-output:rotated-tᵢ-cell-156:2937">
              <a:extLst>
                <a:ext uri="{FF2B5EF4-FFF2-40B4-BE49-F238E27FC236}">
                  <ns2:creationId id="{C5287E7B-A832-4634-A758-9C6FDC41C163}"/>
                </a:ext>
              </a:extLst>
            </p:cNvPr>
            <p:cNvSpPr>
              <a:spLocks noGrp="1"/>
            </p:cNvSpPr>
            <p:nvPr/>
          </p:nvSpPr>
          <p:spPr>
            <a:xfrm>
              <a:off x="22659975" y="6228159"/>
              <a:ext cx="709613" cy="5953"/>
            </a:xfrm>
            <a:prstGeom prst="rect">
              <a:avLst/>
            </a:prstGeom>
            <a:solidFill>
              <a:srgbClr val="DCE8ED"/>
            </a:solidFill>
            <a:ln w="0">
              <a:noFill/>
              <a:prstDash val="solid"/>
            </a:ln>
          </p:spPr>
        </p:sp>
        <p:sp>
          <p:nvSpPr>
            <p:cNvPr id="2938" name="four:temporal-output:rotated-tᵢ-cell-157:2938">
              <a:extLst>
                <a:ext uri="{FF2B5EF4-FFF2-40B4-BE49-F238E27FC236}">
                  <ns2:creationId id="{2854BB74-B435-48BE-9092-1ED18292D3BE}"/>
                </a:ext>
              </a:extLst>
            </p:cNvPr>
            <p:cNvSpPr>
              <a:spLocks noGrp="1"/>
            </p:cNvSpPr>
            <p:nvPr/>
          </p:nvSpPr>
          <p:spPr>
            <a:xfrm>
              <a:off x="22659975" y="6222206"/>
              <a:ext cx="709613" cy="5953"/>
            </a:xfrm>
            <a:prstGeom prst="rect">
              <a:avLst/>
            </a:prstGeom>
            <a:solidFill>
              <a:srgbClr val="DCE8ED"/>
            </a:solidFill>
            <a:ln w="0">
              <a:noFill/>
              <a:prstDash val="solid"/>
            </a:ln>
          </p:spPr>
        </p:sp>
        <p:sp>
          <p:nvSpPr>
            <p:cNvPr id="2939" name="four:temporal-output:rotated-tᵢ-cell-158:2939">
              <a:extLst>
                <a:ext uri="{FF2B5EF4-FFF2-40B4-BE49-F238E27FC236}">
                  <ns2:creationId id="{EA2BFCC1-20B8-405D-B52F-399B1CC3476B}"/>
                </a:ext>
              </a:extLst>
            </p:cNvPr>
            <p:cNvSpPr>
              <a:spLocks noGrp="1"/>
            </p:cNvSpPr>
            <p:nvPr/>
          </p:nvSpPr>
          <p:spPr>
            <a:xfrm>
              <a:off x="22659975" y="6216253"/>
              <a:ext cx="709613" cy="5953"/>
            </a:xfrm>
            <a:prstGeom prst="rect">
              <a:avLst/>
            </a:prstGeom>
            <a:solidFill>
              <a:srgbClr val="DCE8ED"/>
            </a:solidFill>
            <a:ln w="0">
              <a:noFill/>
              <a:prstDash val="solid"/>
            </a:ln>
          </p:spPr>
        </p:sp>
        <p:sp>
          <p:nvSpPr>
            <p:cNvPr id="2940" name="four:temporal-output:rotated-tᵢ-cell-159:2940">
              <a:extLst>
                <a:ext uri="{FF2B5EF4-FFF2-40B4-BE49-F238E27FC236}">
                  <ns2:creationId id="{6BEB2D38-EA1B-4F08-84D7-75FB30247719}"/>
                </a:ext>
              </a:extLst>
            </p:cNvPr>
            <p:cNvSpPr>
              <a:spLocks noGrp="1"/>
            </p:cNvSpPr>
            <p:nvPr/>
          </p:nvSpPr>
          <p:spPr>
            <a:xfrm>
              <a:off x="22659975" y="6210300"/>
              <a:ext cx="709613" cy="5953"/>
            </a:xfrm>
            <a:prstGeom prst="rect">
              <a:avLst/>
            </a:prstGeom>
            <a:solidFill>
              <a:srgbClr val="DCE8ED"/>
            </a:solidFill>
            <a:ln w="0">
              <a:noFill/>
              <a:prstDash val="solid"/>
            </a:ln>
          </p:spPr>
        </p:sp>
        <p:sp>
          <p:nvSpPr>
            <p:cNvPr id="2941" name="four:temporal-output:rotated-tᵢ-cell-160:2941">
              <a:extLst>
                <a:ext uri="{FF2B5EF4-FFF2-40B4-BE49-F238E27FC236}">
                  <ns2:creationId id="{6E17F3FB-4749-45F4-853B-0FF5E545C1E0}"/>
                </a:ext>
              </a:extLst>
            </p:cNvPr>
            <p:cNvSpPr>
              <a:spLocks noGrp="1"/>
            </p:cNvSpPr>
            <p:nvPr/>
          </p:nvSpPr>
          <p:spPr>
            <a:xfrm>
              <a:off x="22659975" y="6204347"/>
              <a:ext cx="709613" cy="5953"/>
            </a:xfrm>
            <a:prstGeom prst="rect">
              <a:avLst/>
            </a:prstGeom>
            <a:solidFill>
              <a:srgbClr val="DCE8ED"/>
            </a:solidFill>
            <a:ln w="0">
              <a:noFill/>
              <a:prstDash val="solid"/>
            </a:ln>
          </p:spPr>
        </p:sp>
        <p:sp>
          <p:nvSpPr>
            <p:cNvPr id="2942" name="four:temporal-output:rotated-tᵢ-cell-161:2942">
              <a:extLst>
                <a:ext uri="{FF2B5EF4-FFF2-40B4-BE49-F238E27FC236}">
                  <ns2:creationId id="{7694E595-8DC9-41C2-BD10-965DAD0D0DA4}"/>
                </a:ext>
              </a:extLst>
            </p:cNvPr>
            <p:cNvSpPr>
              <a:spLocks noGrp="1"/>
            </p:cNvSpPr>
            <p:nvPr/>
          </p:nvSpPr>
          <p:spPr>
            <a:xfrm>
              <a:off x="22659975" y="6198394"/>
              <a:ext cx="709613" cy="5953"/>
            </a:xfrm>
            <a:prstGeom prst="rect">
              <a:avLst/>
            </a:prstGeom>
            <a:solidFill>
              <a:srgbClr val="DCE8ED"/>
            </a:solidFill>
            <a:ln w="0">
              <a:noFill/>
              <a:prstDash val="solid"/>
            </a:ln>
          </p:spPr>
        </p:sp>
        <p:sp>
          <p:nvSpPr>
            <p:cNvPr id="2943" name="four:temporal-output:rotated-tᵢ-cell-162:2943">
              <a:extLst>
                <a:ext uri="{FF2B5EF4-FFF2-40B4-BE49-F238E27FC236}">
                  <ns2:creationId id="{ADC9925A-3AD1-416C-853B-19306FF6C75E}"/>
                </a:ext>
              </a:extLst>
            </p:cNvPr>
            <p:cNvSpPr>
              <a:spLocks noGrp="1"/>
            </p:cNvSpPr>
            <p:nvPr/>
          </p:nvSpPr>
          <p:spPr>
            <a:xfrm>
              <a:off x="22659975" y="6192441"/>
              <a:ext cx="709613" cy="5953"/>
            </a:xfrm>
            <a:prstGeom prst="rect">
              <a:avLst/>
            </a:prstGeom>
            <a:solidFill>
              <a:srgbClr val="DCE8ED"/>
            </a:solidFill>
            <a:ln w="0">
              <a:noFill/>
              <a:prstDash val="solid"/>
            </a:ln>
          </p:spPr>
        </p:sp>
        <p:sp>
          <p:nvSpPr>
            <p:cNvPr id="2944" name="four:temporal-output:rotated-tᵢ-cell-163:2944">
              <a:extLst>
                <a:ext uri="{FF2B5EF4-FFF2-40B4-BE49-F238E27FC236}">
                  <ns2:creationId id="{4DF935C3-F1E4-44B5-902E-3D03CC7DA913}"/>
                </a:ext>
              </a:extLst>
            </p:cNvPr>
            <p:cNvSpPr>
              <a:spLocks noGrp="1"/>
            </p:cNvSpPr>
            <p:nvPr/>
          </p:nvSpPr>
          <p:spPr>
            <a:xfrm>
              <a:off x="22659975" y="6186488"/>
              <a:ext cx="709613" cy="5953"/>
            </a:xfrm>
            <a:prstGeom prst="rect">
              <a:avLst/>
            </a:prstGeom>
            <a:solidFill>
              <a:srgbClr val="DCE8ED"/>
            </a:solidFill>
            <a:ln w="0">
              <a:noFill/>
              <a:prstDash val="solid"/>
            </a:ln>
          </p:spPr>
        </p:sp>
        <p:sp>
          <p:nvSpPr>
            <p:cNvPr id="2945" name="four:temporal-output:rotated-tᵢ-cell-164:2945">
              <a:extLst>
                <a:ext uri="{FF2B5EF4-FFF2-40B4-BE49-F238E27FC236}">
                  <ns2:creationId id="{9F6C3FE5-BAFB-4ED0-9200-21BC57203C99}"/>
                </a:ext>
              </a:extLst>
            </p:cNvPr>
            <p:cNvSpPr>
              <a:spLocks noGrp="1"/>
            </p:cNvSpPr>
            <p:nvPr/>
          </p:nvSpPr>
          <p:spPr>
            <a:xfrm>
              <a:off x="22659975" y="6180534"/>
              <a:ext cx="709613" cy="5953"/>
            </a:xfrm>
            <a:prstGeom prst="rect">
              <a:avLst/>
            </a:prstGeom>
            <a:solidFill>
              <a:srgbClr val="DCE8ED"/>
            </a:solidFill>
            <a:ln w="0">
              <a:noFill/>
              <a:prstDash val="solid"/>
            </a:ln>
          </p:spPr>
        </p:sp>
        <p:sp>
          <p:nvSpPr>
            <p:cNvPr id="2946" name="four:temporal-output:rotated-tᵢ-cell-165:2946">
              <a:extLst>
                <a:ext uri="{FF2B5EF4-FFF2-40B4-BE49-F238E27FC236}">
                  <ns2:creationId id="{91E7583A-3B36-4141-9AB2-2D50EA4E9C55}"/>
                </a:ext>
              </a:extLst>
            </p:cNvPr>
            <p:cNvSpPr>
              <a:spLocks noGrp="1"/>
            </p:cNvSpPr>
            <p:nvPr/>
          </p:nvSpPr>
          <p:spPr>
            <a:xfrm>
              <a:off x="22659975" y="6174581"/>
              <a:ext cx="709613" cy="5953"/>
            </a:xfrm>
            <a:prstGeom prst="rect">
              <a:avLst/>
            </a:prstGeom>
            <a:solidFill>
              <a:srgbClr val="DCE8ED"/>
            </a:solidFill>
            <a:ln w="0">
              <a:noFill/>
              <a:prstDash val="solid"/>
            </a:ln>
          </p:spPr>
        </p:sp>
        <p:sp>
          <p:nvSpPr>
            <p:cNvPr id="2947" name="four:temporal-output:rotated-tᵢ-cell-166:2947">
              <a:extLst>
                <a:ext uri="{FF2B5EF4-FFF2-40B4-BE49-F238E27FC236}">
                  <ns2:creationId id="{52C84F70-61E4-4E5F-899E-675F3A69E9B5}"/>
                </a:ext>
              </a:extLst>
            </p:cNvPr>
            <p:cNvSpPr>
              <a:spLocks noGrp="1"/>
            </p:cNvSpPr>
            <p:nvPr/>
          </p:nvSpPr>
          <p:spPr>
            <a:xfrm>
              <a:off x="22659975" y="6168628"/>
              <a:ext cx="709613" cy="5953"/>
            </a:xfrm>
            <a:prstGeom prst="rect">
              <a:avLst/>
            </a:prstGeom>
            <a:solidFill>
              <a:srgbClr val="DCE8ED"/>
            </a:solidFill>
            <a:ln w="0">
              <a:noFill/>
              <a:prstDash val="solid"/>
            </a:ln>
          </p:spPr>
        </p:sp>
        <p:sp>
          <p:nvSpPr>
            <p:cNvPr id="2948" name="four:temporal-output:rotated-tᵢ-cell-167:2948">
              <a:extLst>
                <a:ext uri="{FF2B5EF4-FFF2-40B4-BE49-F238E27FC236}">
                  <ns2:creationId id="{A636D8A4-A2E8-4A8A-8189-33EA73599E9F}"/>
                </a:ext>
              </a:extLst>
            </p:cNvPr>
            <p:cNvSpPr>
              <a:spLocks noGrp="1"/>
            </p:cNvSpPr>
            <p:nvPr/>
          </p:nvSpPr>
          <p:spPr>
            <a:xfrm>
              <a:off x="22659975" y="6162675"/>
              <a:ext cx="709613" cy="5953"/>
            </a:xfrm>
            <a:prstGeom prst="rect">
              <a:avLst/>
            </a:prstGeom>
            <a:solidFill>
              <a:srgbClr val="DCE8ED"/>
            </a:solidFill>
            <a:ln w="0">
              <a:noFill/>
              <a:prstDash val="solid"/>
            </a:ln>
          </p:spPr>
        </p:sp>
        <p:sp>
          <p:nvSpPr>
            <p:cNvPr id="2949" name="four:temporal-output:rotated-tᵢ-cell-168:2949">
              <a:extLst>
                <a:ext uri="{FF2B5EF4-FFF2-40B4-BE49-F238E27FC236}">
                  <ns2:creationId id="{EE9D3672-E738-469F-B5A9-2ED7E01E2C13}"/>
                </a:ext>
              </a:extLst>
            </p:cNvPr>
            <p:cNvSpPr>
              <a:spLocks noGrp="1"/>
            </p:cNvSpPr>
            <p:nvPr/>
          </p:nvSpPr>
          <p:spPr>
            <a:xfrm>
              <a:off x="22659975" y="6156722"/>
              <a:ext cx="709613" cy="5953"/>
            </a:xfrm>
            <a:prstGeom prst="rect">
              <a:avLst/>
            </a:prstGeom>
            <a:solidFill>
              <a:srgbClr val="DCE8ED"/>
            </a:solidFill>
            <a:ln w="0">
              <a:noFill/>
              <a:prstDash val="solid"/>
            </a:ln>
          </p:spPr>
        </p:sp>
        <p:sp>
          <p:nvSpPr>
            <p:cNvPr id="2950" name="four:temporal-output:rotated-tᵢ-cell-169:2950">
              <a:extLst>
                <a:ext uri="{FF2B5EF4-FFF2-40B4-BE49-F238E27FC236}">
                  <ns2:creationId id="{810149ED-C1F7-4C07-A413-3592D60F6426}"/>
                </a:ext>
              </a:extLst>
            </p:cNvPr>
            <p:cNvSpPr>
              <a:spLocks noGrp="1"/>
            </p:cNvSpPr>
            <p:nvPr/>
          </p:nvSpPr>
          <p:spPr>
            <a:xfrm>
              <a:off x="22659975" y="6150769"/>
              <a:ext cx="709613" cy="5953"/>
            </a:xfrm>
            <a:prstGeom prst="rect">
              <a:avLst/>
            </a:prstGeom>
            <a:solidFill>
              <a:srgbClr val="DCE8ED"/>
            </a:solidFill>
            <a:ln w="0">
              <a:noFill/>
              <a:prstDash val="solid"/>
            </a:ln>
          </p:spPr>
        </p:sp>
        <p:sp>
          <p:nvSpPr>
            <p:cNvPr id="2951" name="four:temporal-output:rotated-tᵢ-cell-170:2951">
              <a:extLst>
                <a:ext uri="{FF2B5EF4-FFF2-40B4-BE49-F238E27FC236}">
                  <ns2:creationId id="{6EE9789C-C8B9-40EE-8CBB-4EEE21592986}"/>
                </a:ext>
              </a:extLst>
            </p:cNvPr>
            <p:cNvSpPr>
              <a:spLocks noGrp="1"/>
            </p:cNvSpPr>
            <p:nvPr/>
          </p:nvSpPr>
          <p:spPr>
            <a:xfrm>
              <a:off x="22659975" y="6144816"/>
              <a:ext cx="709613" cy="5953"/>
            </a:xfrm>
            <a:prstGeom prst="rect">
              <a:avLst/>
            </a:prstGeom>
            <a:solidFill>
              <a:srgbClr val="DCE7EC"/>
            </a:solidFill>
            <a:ln w="0">
              <a:noFill/>
              <a:prstDash val="solid"/>
            </a:ln>
          </p:spPr>
        </p:sp>
        <p:sp>
          <p:nvSpPr>
            <p:cNvPr id="2952" name="four:temporal-output:rotated-tᵢ-cell-171:2952">
              <a:extLst>
                <a:ext uri="{FF2B5EF4-FFF2-40B4-BE49-F238E27FC236}">
                  <ns2:creationId id="{939CB4A9-CC86-4782-A267-D8D4B0C129B2}"/>
                </a:ext>
              </a:extLst>
            </p:cNvPr>
            <p:cNvSpPr>
              <a:spLocks noGrp="1"/>
            </p:cNvSpPr>
            <p:nvPr/>
          </p:nvSpPr>
          <p:spPr>
            <a:xfrm>
              <a:off x="22659975" y="6138863"/>
              <a:ext cx="709613" cy="5953"/>
            </a:xfrm>
            <a:prstGeom prst="rect">
              <a:avLst/>
            </a:prstGeom>
            <a:solidFill>
              <a:srgbClr val="DBE0E2"/>
            </a:solidFill>
            <a:ln w="0">
              <a:noFill/>
              <a:prstDash val="solid"/>
            </a:ln>
          </p:spPr>
        </p:sp>
        <p:sp>
          <p:nvSpPr>
            <p:cNvPr id="2953" name="four:temporal-output:rotated-tᵢ-cell-172:2953">
              <a:extLst>
                <a:ext uri="{FF2B5EF4-FFF2-40B4-BE49-F238E27FC236}">
                  <ns2:creationId id="{73FFDE70-88D1-40F0-B89B-5EE28529F6EE}"/>
                </a:ext>
              </a:extLst>
            </p:cNvPr>
            <p:cNvSpPr>
              <a:spLocks noGrp="1"/>
            </p:cNvSpPr>
            <p:nvPr/>
          </p:nvSpPr>
          <p:spPr>
            <a:xfrm>
              <a:off x="22659975" y="6132909"/>
              <a:ext cx="709613" cy="5953"/>
            </a:xfrm>
            <a:prstGeom prst="rect">
              <a:avLst/>
            </a:prstGeom>
            <a:solidFill>
              <a:srgbClr val="D8D0DE"/>
            </a:solidFill>
            <a:ln w="0">
              <a:noFill/>
              <a:prstDash val="solid"/>
            </a:ln>
          </p:spPr>
        </p:sp>
        <p:sp>
          <p:nvSpPr>
            <p:cNvPr id="2954" name="four:temporal-output:rotated-tᵢ-cell-173:2954">
              <a:extLst>
                <a:ext uri="{FF2B5EF4-FFF2-40B4-BE49-F238E27FC236}">
                  <ns2:creationId id="{D45A4470-CB97-412A-AE1F-8ABC3B6EB06E}"/>
                </a:ext>
              </a:extLst>
            </p:cNvPr>
            <p:cNvSpPr>
              <a:spLocks noGrp="1"/>
            </p:cNvSpPr>
            <p:nvPr/>
          </p:nvSpPr>
          <p:spPr>
            <a:xfrm>
              <a:off x="22659975" y="6126956"/>
              <a:ext cx="709613" cy="5953"/>
            </a:xfrm>
            <a:prstGeom prst="rect">
              <a:avLst/>
            </a:prstGeom>
            <a:solidFill>
              <a:srgbClr val="D6BBD1"/>
            </a:solidFill>
            <a:ln w="0">
              <a:noFill/>
              <a:prstDash val="solid"/>
            </a:ln>
          </p:spPr>
        </p:sp>
        <p:sp>
          <p:nvSpPr>
            <p:cNvPr id="2955" name="four:temporal-output:rotated-tᵢ-cell-174:2955">
              <a:extLst>
                <a:ext uri="{FF2B5EF4-FFF2-40B4-BE49-F238E27FC236}">
                  <ns2:creationId id="{87DD7171-DDFD-4C82-908D-FAF6F0490530}"/>
                </a:ext>
              </a:extLst>
            </p:cNvPr>
            <p:cNvSpPr>
              <a:spLocks noGrp="1"/>
            </p:cNvSpPr>
            <p:nvPr/>
          </p:nvSpPr>
          <p:spPr>
            <a:xfrm>
              <a:off x="22659975" y="6121003"/>
              <a:ext cx="709613" cy="5953"/>
            </a:xfrm>
            <a:prstGeom prst="rect">
              <a:avLst/>
            </a:prstGeom>
            <a:solidFill>
              <a:srgbClr val="D2A6C3"/>
            </a:solidFill>
            <a:ln w="0">
              <a:noFill/>
              <a:prstDash val="solid"/>
            </a:ln>
          </p:spPr>
        </p:sp>
        <p:sp>
          <p:nvSpPr>
            <p:cNvPr id="2956" name="four:temporal-output:rotated-tᵢ-cell-175:2956">
              <a:extLst>
                <a:ext uri="{FF2B5EF4-FFF2-40B4-BE49-F238E27FC236}">
                  <ns2:creationId id="{57E0D798-6936-421B-B841-FD93EF29C2AD}"/>
                </a:ext>
              </a:extLst>
            </p:cNvPr>
            <p:cNvSpPr>
              <a:spLocks noGrp="1"/>
            </p:cNvSpPr>
            <p:nvPr/>
          </p:nvSpPr>
          <p:spPr>
            <a:xfrm>
              <a:off x="22659975" y="6115050"/>
              <a:ext cx="709613" cy="5953"/>
            </a:xfrm>
            <a:prstGeom prst="rect">
              <a:avLst/>
            </a:prstGeom>
            <a:solidFill>
              <a:srgbClr val="D091B6"/>
            </a:solidFill>
            <a:ln w="0">
              <a:noFill/>
              <a:prstDash val="solid"/>
            </a:ln>
          </p:spPr>
        </p:sp>
        <p:sp>
          <p:nvSpPr>
            <p:cNvPr id="2957" name="four:temporal-output:rotated-tᵢ-cell-176:2957">
              <a:extLst>
                <a:ext uri="{FF2B5EF4-FFF2-40B4-BE49-F238E27FC236}">
                  <ns2:creationId id="{66463BCE-9CD6-4260-BF94-4C40E3848FB9}"/>
                </a:ext>
              </a:extLst>
            </p:cNvPr>
            <p:cNvSpPr>
              <a:spLocks noGrp="1"/>
            </p:cNvSpPr>
            <p:nvPr/>
          </p:nvSpPr>
          <p:spPr>
            <a:xfrm>
              <a:off x="22659975" y="6109097"/>
              <a:ext cx="709613" cy="5953"/>
            </a:xfrm>
            <a:prstGeom prst="rect">
              <a:avLst/>
            </a:prstGeom>
            <a:solidFill>
              <a:srgbClr val="CD82AD"/>
            </a:solidFill>
            <a:ln w="0">
              <a:noFill/>
              <a:prstDash val="solid"/>
            </a:ln>
          </p:spPr>
        </p:sp>
        <p:sp>
          <p:nvSpPr>
            <p:cNvPr id="2958" name="four:temporal-output:rotated-tᵢ-cell-177:2958">
              <a:extLst>
                <a:ext uri="{FF2B5EF4-FFF2-40B4-BE49-F238E27FC236}">
                  <ns2:creationId id="{312C0234-4342-4DF4-88EE-8FDB2C7B9512}"/>
                </a:ext>
              </a:extLst>
            </p:cNvPr>
            <p:cNvSpPr>
              <a:spLocks noGrp="1"/>
            </p:cNvSpPr>
            <p:nvPr/>
          </p:nvSpPr>
          <p:spPr>
            <a:xfrm>
              <a:off x="22659975" y="6103144"/>
              <a:ext cx="709613" cy="5953"/>
            </a:xfrm>
            <a:prstGeom prst="rect">
              <a:avLst/>
            </a:prstGeom>
            <a:solidFill>
              <a:srgbClr val="CC7AA8"/>
            </a:solidFill>
            <a:ln w="0">
              <a:noFill/>
              <a:prstDash val="solid"/>
            </a:ln>
          </p:spPr>
        </p:sp>
        <p:sp>
          <p:nvSpPr>
            <p:cNvPr id="2959" name="four:temporal-output:rotated-tᵢ-cell-178:2959">
              <a:extLst>
                <a:ext uri="{FF2B5EF4-FFF2-40B4-BE49-F238E27FC236}">
                  <ns2:creationId id="{969683C5-CA9C-4736-A1A7-9C3820C1B1DB}"/>
                </a:ext>
              </a:extLst>
            </p:cNvPr>
            <p:cNvSpPr>
              <a:spLocks noGrp="1"/>
            </p:cNvSpPr>
            <p:nvPr/>
          </p:nvSpPr>
          <p:spPr>
            <a:xfrm>
              <a:off x="22659975" y="6097191"/>
              <a:ext cx="709613" cy="5953"/>
            </a:xfrm>
            <a:prstGeom prst="rect">
              <a:avLst/>
            </a:prstGeom>
            <a:solidFill>
              <a:srgbClr val="CC79A7"/>
            </a:solidFill>
            <a:ln w="0">
              <a:noFill/>
              <a:prstDash val="solid"/>
            </a:ln>
          </p:spPr>
        </p:sp>
        <p:sp>
          <p:nvSpPr>
            <p:cNvPr id="2960" name="four:temporal-output:rotated-tᵢ-cell-179:2960">
              <a:extLst>
                <a:ext uri="{FF2B5EF4-FFF2-40B4-BE49-F238E27FC236}">
                  <ns2:creationId id="{5DBC4DAF-DFD6-4DBB-AF98-D09974D88084}"/>
                </a:ext>
              </a:extLst>
            </p:cNvPr>
            <p:cNvSpPr>
              <a:spLocks noGrp="1"/>
            </p:cNvSpPr>
            <p:nvPr/>
          </p:nvSpPr>
          <p:spPr>
            <a:xfrm>
              <a:off x="22659975" y="6091238"/>
              <a:ext cx="709613" cy="5953"/>
            </a:xfrm>
            <a:prstGeom prst="rect">
              <a:avLst/>
            </a:prstGeom>
            <a:solidFill>
              <a:srgbClr val="CC79A7"/>
            </a:solidFill>
            <a:ln w="0">
              <a:noFill/>
              <a:prstDash val="solid"/>
            </a:ln>
          </p:spPr>
        </p:sp>
        <p:sp>
          <p:nvSpPr>
            <p:cNvPr id="2961" name="four:temporal-output:rotated-tᵢ-cell-180:2961">
              <a:extLst>
                <a:ext uri="{FF2B5EF4-FFF2-40B4-BE49-F238E27FC236}">
                  <ns2:creationId id="{48624CEC-75F3-4093-B63A-EF6F1EEA7E7C}"/>
                </a:ext>
              </a:extLst>
            </p:cNvPr>
            <p:cNvSpPr>
              <a:spLocks noGrp="1"/>
            </p:cNvSpPr>
            <p:nvPr/>
          </p:nvSpPr>
          <p:spPr>
            <a:xfrm>
              <a:off x="22659975" y="6085284"/>
              <a:ext cx="709613" cy="5953"/>
            </a:xfrm>
            <a:prstGeom prst="rect">
              <a:avLst/>
            </a:prstGeom>
            <a:solidFill>
              <a:srgbClr val="CC79A7"/>
            </a:solidFill>
            <a:ln w="0">
              <a:noFill/>
              <a:prstDash val="solid"/>
            </a:ln>
          </p:spPr>
        </p:sp>
        <p:sp>
          <p:nvSpPr>
            <p:cNvPr id="2962" name="four:temporal-output:rotated-tᵢ-cell-181:2962">
              <a:extLst>
                <a:ext uri="{FF2B5EF4-FFF2-40B4-BE49-F238E27FC236}">
                  <ns2:creationId id="{49F83CD1-23E0-4090-B8F2-9EAE4C3B311D}"/>
                </a:ext>
              </a:extLst>
            </p:cNvPr>
            <p:cNvSpPr>
              <a:spLocks noGrp="1"/>
            </p:cNvSpPr>
            <p:nvPr/>
          </p:nvSpPr>
          <p:spPr>
            <a:xfrm>
              <a:off x="22659975" y="6079331"/>
              <a:ext cx="709613" cy="5953"/>
            </a:xfrm>
            <a:prstGeom prst="rect">
              <a:avLst/>
            </a:prstGeom>
            <a:solidFill>
              <a:srgbClr val="CC79A7"/>
            </a:solidFill>
            <a:ln w="0">
              <a:noFill/>
              <a:prstDash val="solid"/>
            </a:ln>
          </p:spPr>
        </p:sp>
        <p:sp>
          <p:nvSpPr>
            <p:cNvPr id="2963" name="four:temporal-output:rotated-tᵢ-cell-182:2963">
              <a:extLst>
                <a:ext uri="{FF2B5EF4-FFF2-40B4-BE49-F238E27FC236}">
                  <ns2:creationId id="{320C4AE1-F1A4-438D-99C4-D1F2652FD633}"/>
                </a:ext>
              </a:extLst>
            </p:cNvPr>
            <p:cNvSpPr>
              <a:spLocks noGrp="1"/>
            </p:cNvSpPr>
            <p:nvPr/>
          </p:nvSpPr>
          <p:spPr>
            <a:xfrm>
              <a:off x="22659975" y="6073378"/>
              <a:ext cx="709613" cy="5953"/>
            </a:xfrm>
            <a:prstGeom prst="rect">
              <a:avLst/>
            </a:prstGeom>
            <a:solidFill>
              <a:srgbClr val="CC79A7"/>
            </a:solidFill>
            <a:ln w="0">
              <a:noFill/>
              <a:prstDash val="solid"/>
            </a:ln>
          </p:spPr>
        </p:sp>
        <p:sp>
          <p:nvSpPr>
            <p:cNvPr id="2964" name="four:temporal-output:rotated-tᵢ-cell-183:2964">
              <a:extLst>
                <a:ext uri="{FF2B5EF4-FFF2-40B4-BE49-F238E27FC236}">
                  <ns2:creationId id="{FC1846ED-7C5E-43C3-9FB1-E57EB0D1ED10}"/>
                </a:ext>
              </a:extLst>
            </p:cNvPr>
            <p:cNvSpPr>
              <a:spLocks noGrp="1"/>
            </p:cNvSpPr>
            <p:nvPr/>
          </p:nvSpPr>
          <p:spPr>
            <a:xfrm>
              <a:off x="22659975" y="6067425"/>
              <a:ext cx="709613" cy="5953"/>
            </a:xfrm>
            <a:prstGeom prst="rect">
              <a:avLst/>
            </a:prstGeom>
            <a:solidFill>
              <a:srgbClr val="CC79A7"/>
            </a:solidFill>
            <a:ln w="0">
              <a:noFill/>
              <a:prstDash val="solid"/>
            </a:ln>
          </p:spPr>
        </p:sp>
        <p:sp>
          <p:nvSpPr>
            <p:cNvPr id="2965" name="four:temporal-output:rotated-tᵢ-cell-184:2965">
              <a:extLst>
                <a:ext uri="{FF2B5EF4-FFF2-40B4-BE49-F238E27FC236}">
                  <ns2:creationId id="{5F5DEDD7-1B49-45CF-A956-31281A0F5F7E}"/>
                </a:ext>
              </a:extLst>
            </p:cNvPr>
            <p:cNvSpPr>
              <a:spLocks noGrp="1"/>
            </p:cNvSpPr>
            <p:nvPr/>
          </p:nvSpPr>
          <p:spPr>
            <a:xfrm>
              <a:off x="22659975" y="6061472"/>
              <a:ext cx="709613" cy="5953"/>
            </a:xfrm>
            <a:prstGeom prst="rect">
              <a:avLst/>
            </a:prstGeom>
            <a:solidFill>
              <a:srgbClr val="CC79A7"/>
            </a:solidFill>
            <a:ln w="0">
              <a:noFill/>
              <a:prstDash val="solid"/>
            </a:ln>
          </p:spPr>
        </p:sp>
        <p:sp>
          <p:nvSpPr>
            <p:cNvPr id="2966" name="four:temporal-output:rotated-tᵢ-cell-185:2966">
              <a:extLst>
                <a:ext uri="{FF2B5EF4-FFF2-40B4-BE49-F238E27FC236}">
                  <ns2:creationId id="{D6F5AADD-B2A2-4E22-9DF3-96AEEB42745B}"/>
                </a:ext>
              </a:extLst>
            </p:cNvPr>
            <p:cNvSpPr>
              <a:spLocks noGrp="1"/>
            </p:cNvSpPr>
            <p:nvPr/>
          </p:nvSpPr>
          <p:spPr>
            <a:xfrm>
              <a:off x="22659975" y="6055519"/>
              <a:ext cx="709613" cy="5953"/>
            </a:xfrm>
            <a:prstGeom prst="rect">
              <a:avLst/>
            </a:prstGeom>
            <a:solidFill>
              <a:srgbClr val="CC79A7"/>
            </a:solidFill>
            <a:ln w="0">
              <a:noFill/>
              <a:prstDash val="solid"/>
            </a:ln>
          </p:spPr>
        </p:sp>
        <p:sp>
          <p:nvSpPr>
            <p:cNvPr id="2967" name="four:temporal-output:rotated-tᵢ-cell-186:2967">
              <a:extLst>
                <a:ext uri="{FF2B5EF4-FFF2-40B4-BE49-F238E27FC236}">
                  <ns2:creationId id="{E89C0BFD-305C-44A2-8756-F5B2F1A4CCDA}"/>
                </a:ext>
              </a:extLst>
            </p:cNvPr>
            <p:cNvSpPr>
              <a:spLocks noGrp="1"/>
            </p:cNvSpPr>
            <p:nvPr/>
          </p:nvSpPr>
          <p:spPr>
            <a:xfrm>
              <a:off x="22659975" y="6049566"/>
              <a:ext cx="709613" cy="5953"/>
            </a:xfrm>
            <a:prstGeom prst="rect">
              <a:avLst/>
            </a:prstGeom>
            <a:solidFill>
              <a:srgbClr val="CC79A7"/>
            </a:solidFill>
            <a:ln w="0">
              <a:noFill/>
              <a:prstDash val="solid"/>
            </a:ln>
          </p:spPr>
        </p:sp>
        <p:sp>
          <p:nvSpPr>
            <p:cNvPr id="2968" name="four:temporal-output:rotated-tᵢ-cell-187:2968">
              <a:extLst>
                <a:ext uri="{FF2B5EF4-FFF2-40B4-BE49-F238E27FC236}">
                  <ns2:creationId id="{43764176-0862-4BE5-BB48-6CB9B55DE8C3}"/>
                </a:ext>
              </a:extLst>
            </p:cNvPr>
            <p:cNvSpPr>
              <a:spLocks noGrp="1"/>
            </p:cNvSpPr>
            <p:nvPr/>
          </p:nvSpPr>
          <p:spPr>
            <a:xfrm>
              <a:off x="22659975" y="6043613"/>
              <a:ext cx="709613" cy="5953"/>
            </a:xfrm>
            <a:prstGeom prst="rect">
              <a:avLst/>
            </a:prstGeom>
            <a:solidFill>
              <a:srgbClr val="CD7EAA"/>
            </a:solidFill>
            <a:ln w="0">
              <a:noFill/>
              <a:prstDash val="solid"/>
            </a:ln>
          </p:spPr>
        </p:sp>
        <p:sp>
          <p:nvSpPr>
            <p:cNvPr id="2969" name="four:temporal-output:rotated-tᵢ-cell-188:2969">
              <a:extLst>
                <a:ext uri="{FF2B5EF4-FFF2-40B4-BE49-F238E27FC236}">
                  <ns2:creationId id="{1EE330D8-9048-43F8-BAA8-A78EF6ED0B24}"/>
                </a:ext>
              </a:extLst>
            </p:cNvPr>
            <p:cNvSpPr>
              <a:spLocks noGrp="1"/>
            </p:cNvSpPr>
            <p:nvPr/>
          </p:nvSpPr>
          <p:spPr>
            <a:xfrm>
              <a:off x="22659975" y="6037659"/>
              <a:ext cx="709613" cy="5953"/>
            </a:xfrm>
            <a:prstGeom prst="rect">
              <a:avLst/>
            </a:prstGeom>
            <a:solidFill>
              <a:srgbClr val="D5B7CE"/>
            </a:solidFill>
            <a:ln w="0">
              <a:noFill/>
              <a:prstDash val="solid"/>
            </a:ln>
          </p:spPr>
        </p:sp>
        <p:sp>
          <p:nvSpPr>
            <p:cNvPr id="2970" name="four:temporal-output:rotated-tᵢ-cell-189:2970">
              <a:extLst>
                <a:ext uri="{FF2B5EF4-FFF2-40B4-BE49-F238E27FC236}">
                  <ns2:creationId id="{E92077D6-3346-4C71-9438-57A53D5A3B2A}"/>
                </a:ext>
              </a:extLst>
            </p:cNvPr>
            <p:cNvSpPr>
              <a:spLocks noGrp="1"/>
            </p:cNvSpPr>
            <p:nvPr/>
          </p:nvSpPr>
          <p:spPr>
            <a:xfrm>
              <a:off x="22659975" y="6031706"/>
              <a:ext cx="709613" cy="5953"/>
            </a:xfrm>
            <a:prstGeom prst="rect">
              <a:avLst/>
            </a:prstGeom>
            <a:solidFill>
              <a:srgbClr val="DCE8EC"/>
            </a:solidFill>
            <a:ln w="0">
              <a:noFill/>
              <a:prstDash val="solid"/>
            </a:ln>
          </p:spPr>
        </p:sp>
        <p:sp>
          <p:nvSpPr>
            <p:cNvPr id="2971" name="four:temporal-output:rotated-tᵢ-cell-190:2971">
              <a:extLst>
                <a:ext uri="{FF2B5EF4-FFF2-40B4-BE49-F238E27FC236}">
                  <ns2:creationId id="{6EA719F1-BADE-487D-91E1-50B76C72EB33}"/>
                </a:ext>
              </a:extLst>
            </p:cNvPr>
            <p:cNvSpPr>
              <a:spLocks noGrp="1"/>
            </p:cNvSpPr>
            <p:nvPr/>
          </p:nvSpPr>
          <p:spPr>
            <a:xfrm>
              <a:off x="22659975" y="6025753"/>
              <a:ext cx="709613" cy="5953"/>
            </a:xfrm>
            <a:prstGeom prst="rect">
              <a:avLst/>
            </a:prstGeom>
            <a:solidFill>
              <a:srgbClr val="DCE8ED"/>
            </a:solidFill>
            <a:ln w="0">
              <a:noFill/>
              <a:prstDash val="solid"/>
            </a:ln>
          </p:spPr>
        </p:sp>
        <p:sp>
          <p:nvSpPr>
            <p:cNvPr id="2972" name="four:temporal-output:rotated-tᵢ-cell-191:2972">
              <a:extLst>
                <a:ext uri="{FF2B5EF4-FFF2-40B4-BE49-F238E27FC236}">
                  <ns2:creationId id="{2A4F6D2E-B347-49A6-916F-FEA2159737EE}"/>
                </a:ext>
              </a:extLst>
            </p:cNvPr>
            <p:cNvSpPr>
              <a:spLocks noGrp="1"/>
            </p:cNvSpPr>
            <p:nvPr/>
          </p:nvSpPr>
          <p:spPr>
            <a:xfrm>
              <a:off x="22659975" y="6019800"/>
              <a:ext cx="709613" cy="5953"/>
            </a:xfrm>
            <a:prstGeom prst="rect">
              <a:avLst/>
            </a:prstGeom>
            <a:solidFill>
              <a:srgbClr val="DCE8ED"/>
            </a:solidFill>
            <a:ln w="0">
              <a:noFill/>
              <a:prstDash val="solid"/>
            </a:ln>
          </p:spPr>
        </p:sp>
        <p:sp>
          <p:nvSpPr>
            <p:cNvPr id="2973" name="four:temporal-output:textbox:2973">
              <a:extLst>
                <a:ext uri="{FF2B5EF4-FFF2-40B4-BE49-F238E27FC236}">
                  <ns2:creationId id="{9747629A-3221-4E50-9119-ABAF3D2E3E3A}"/>
                </a:ext>
              </a:extLst>
            </p:cNvPr>
            <p:cNvSpPr>
              <a:spLocks noGrp="1"/>
            </p:cNvSpPr>
            <p:nvPr/>
          </p:nvSpPr>
          <p:spPr>
            <a:xfrm>
              <a:off x="23369588" y="5743575"/>
              <a:ext cx="709613" cy="342900"/>
            </a:xfrm>
            <a:prstGeom prst="rect">
              <a:avLst/>
            </a:prstGeom>
            <a:noFill/>
            <a:ln w="0">
              <a:noFill/>
              <a:prstDash val="solid"/>
            </a:ln>
          </p:spPr>
          <p:txBody>
            <a:bodyPr wrap="none" lIns="0" tIns="0" rIns="0" bIns="0" anchor="ctr">
              <a:normAutofit fontScale="100000"/>
            </a:bodyPr>
            <a:lstStyle>
              <a:defPPr algn="ctr">
                <a:defRPr sz="1650" b="0">
                  <a:solidFill>
                    <a:srgbClr val="263238"/>
                  </a:solidFill>
                  <a:latin typeface="Arial"/>
                  <a:ea typeface="Arial"/>
                  <a:cs typeface="Arial"/>
                </a:defRPr>
              </a:defPPr>
            </a:lstStyle>
            <a:p>
              <a:pPr algn="ctr">
                <a:defRPr sz="1650" b="0">
                  <a:solidFill>
                    <a:srgbClr val="263238"/>
                  </a:solidFill>
                  <a:latin typeface="Arial"/>
                  <a:ea typeface="Arial"/>
                  <a:cs typeface="Arial"/>
                </a:defRPr>
              </a:pPr>
              <a:r>
                <a:rPr sz="1650" b="0">
                  <a:solidFill>
                    <a:srgbClr val="263238"/>
                  </a:solidFill>
                  <a:latin typeface="Arial"/>
                  <a:ea typeface="Arial"/>
                  <a:cs typeface="Arial"/>
                </a:rPr>
                <a:t>t</a:t>
              </a:r>
              <a:r>
                <a:rPr sz="1188" b="0" baseline="-25000">
                  <a:solidFill>
                    <a:srgbClr val="263238"/>
                  </a:solidFill>
                  <a:latin typeface="Arial"/>
                  <a:ea typeface="Arial"/>
                  <a:cs typeface="Arial"/>
                </a:rPr>
                <a:t>n</a:t>
              </a:r>
            </a:p>
          </p:txBody>
        </p:sp>
        <p:sp>
          <p:nvSpPr>
            <p:cNvPr id="2974" name="four:temporal-output:rotated-tₙ-cell-0:2974">
              <a:extLst>
                <a:ext uri="{FF2B5EF4-FFF2-40B4-BE49-F238E27FC236}">
                  <ns2:creationId id="{448E1198-CF63-46C2-B5FA-D2606E4B7193}"/>
                </a:ext>
              </a:extLst>
            </p:cNvPr>
            <p:cNvSpPr>
              <a:spLocks noGrp="1"/>
            </p:cNvSpPr>
            <p:nvPr/>
          </p:nvSpPr>
          <p:spPr>
            <a:xfrm>
              <a:off x="23369588" y="7156847"/>
              <a:ext cx="709613" cy="5953"/>
            </a:xfrm>
            <a:prstGeom prst="rect">
              <a:avLst/>
            </a:prstGeom>
            <a:solidFill>
              <a:srgbClr val="DCE8ED"/>
            </a:solidFill>
            <a:ln w="0">
              <a:noFill/>
              <a:prstDash val="solid"/>
            </a:ln>
          </p:spPr>
        </p:sp>
        <p:sp>
          <p:nvSpPr>
            <p:cNvPr id="2975" name="four:temporal-output:rotated-tₙ-cell-1:2975">
              <a:extLst>
                <a:ext uri="{FF2B5EF4-FFF2-40B4-BE49-F238E27FC236}">
                  <ns2:creationId id="{81089D3B-9606-4DEE-869E-E11FB7C86816}"/>
                </a:ext>
              </a:extLst>
            </p:cNvPr>
            <p:cNvSpPr>
              <a:spLocks noGrp="1"/>
            </p:cNvSpPr>
            <p:nvPr/>
          </p:nvSpPr>
          <p:spPr>
            <a:xfrm>
              <a:off x="23369588" y="7150894"/>
              <a:ext cx="709613" cy="5953"/>
            </a:xfrm>
            <a:prstGeom prst="rect">
              <a:avLst/>
            </a:prstGeom>
            <a:solidFill>
              <a:srgbClr val="DCE8ED"/>
            </a:solidFill>
            <a:ln w="0">
              <a:noFill/>
              <a:prstDash val="solid"/>
            </a:ln>
          </p:spPr>
        </p:sp>
        <p:sp>
          <p:nvSpPr>
            <p:cNvPr id="2976" name="four:temporal-output:rotated-tₙ-cell-2:2976">
              <a:extLst>
                <a:ext uri="{FF2B5EF4-FFF2-40B4-BE49-F238E27FC236}">
                  <ns2:creationId id="{B6070720-0D11-4D16-8999-45A4CCBE0C46}"/>
                </a:ext>
              </a:extLst>
            </p:cNvPr>
            <p:cNvSpPr>
              <a:spLocks noGrp="1"/>
            </p:cNvSpPr>
            <p:nvPr/>
          </p:nvSpPr>
          <p:spPr>
            <a:xfrm>
              <a:off x="23369588" y="7144941"/>
              <a:ext cx="709613" cy="5953"/>
            </a:xfrm>
            <a:prstGeom prst="rect">
              <a:avLst/>
            </a:prstGeom>
            <a:solidFill>
              <a:srgbClr val="DCE8ED"/>
            </a:solidFill>
            <a:ln w="0">
              <a:noFill/>
              <a:prstDash val="solid"/>
            </a:ln>
          </p:spPr>
        </p:sp>
        <p:sp>
          <p:nvSpPr>
            <p:cNvPr id="2977" name="four:temporal-output:rotated-tₙ-cell-3:2977">
              <a:extLst>
                <a:ext uri="{FF2B5EF4-FFF2-40B4-BE49-F238E27FC236}">
                  <ns2:creationId id="{E8D4DCEE-41E9-4CD2-8216-C5C7B5D06F5B}"/>
                </a:ext>
              </a:extLst>
            </p:cNvPr>
            <p:cNvSpPr>
              <a:spLocks noGrp="1"/>
            </p:cNvSpPr>
            <p:nvPr/>
          </p:nvSpPr>
          <p:spPr>
            <a:xfrm>
              <a:off x="23369588" y="7138988"/>
              <a:ext cx="709613" cy="5953"/>
            </a:xfrm>
            <a:prstGeom prst="rect">
              <a:avLst/>
            </a:prstGeom>
            <a:solidFill>
              <a:srgbClr val="D9E6EB"/>
            </a:solidFill>
            <a:ln w="0">
              <a:noFill/>
              <a:prstDash val="solid"/>
            </a:ln>
          </p:spPr>
        </p:sp>
        <p:sp>
          <p:nvSpPr>
            <p:cNvPr id="2978" name="four:temporal-output:rotated-tₙ-cell-4:2978">
              <a:extLst>
                <a:ext uri="{FF2B5EF4-FFF2-40B4-BE49-F238E27FC236}">
                  <ns2:creationId id="{295AD931-2171-4C4F-8720-E933FF6B4C35}"/>
                </a:ext>
              </a:extLst>
            </p:cNvPr>
            <p:cNvSpPr>
              <a:spLocks noGrp="1"/>
            </p:cNvSpPr>
            <p:nvPr/>
          </p:nvSpPr>
          <p:spPr>
            <a:xfrm>
              <a:off x="23369588" y="7133034"/>
              <a:ext cx="709613" cy="5953"/>
            </a:xfrm>
            <a:prstGeom prst="rect">
              <a:avLst/>
            </a:prstGeom>
            <a:solidFill>
              <a:srgbClr val="D9B698"/>
            </a:solidFill>
            <a:ln w="0">
              <a:noFill/>
              <a:prstDash val="solid"/>
            </a:ln>
          </p:spPr>
        </p:sp>
        <p:sp>
          <p:nvSpPr>
            <p:cNvPr id="2979" name="four:temporal-output:rotated-tₙ-cell-5:2979">
              <a:extLst>
                <a:ext uri="{FF2B5EF4-FFF2-40B4-BE49-F238E27FC236}">
                  <ns2:creationId id="{1A277AD0-AF01-443A-8A12-9804D8E63E8B}"/>
                </a:ext>
              </a:extLst>
            </p:cNvPr>
            <p:cNvSpPr>
              <a:spLocks noGrp="1"/>
            </p:cNvSpPr>
            <p:nvPr/>
          </p:nvSpPr>
          <p:spPr>
            <a:xfrm>
              <a:off x="23369588" y="7127081"/>
              <a:ext cx="709613" cy="5953"/>
            </a:xfrm>
            <a:prstGeom prst="rect">
              <a:avLst/>
            </a:prstGeom>
            <a:solidFill>
              <a:srgbClr val="D6782D"/>
            </a:solidFill>
            <a:ln w="0">
              <a:noFill/>
              <a:prstDash val="solid"/>
            </a:ln>
          </p:spPr>
        </p:sp>
        <p:sp>
          <p:nvSpPr>
            <p:cNvPr id="2980" name="four:temporal-output:rotated-tₙ-cell-6:2980">
              <a:extLst>
                <a:ext uri="{FF2B5EF4-FFF2-40B4-BE49-F238E27FC236}">
                  <ns2:creationId id="{C1709E30-B070-4536-A9C1-CA3F7641726A}"/>
                </a:ext>
              </a:extLst>
            </p:cNvPr>
            <p:cNvSpPr>
              <a:spLocks noGrp="1"/>
            </p:cNvSpPr>
            <p:nvPr/>
          </p:nvSpPr>
          <p:spPr>
            <a:xfrm>
              <a:off x="23369588" y="7121128"/>
              <a:ext cx="709613" cy="5953"/>
            </a:xfrm>
            <a:prstGeom prst="rect">
              <a:avLst/>
            </a:prstGeom>
            <a:solidFill>
              <a:srgbClr val="D55E00"/>
            </a:solidFill>
            <a:ln w="0">
              <a:noFill/>
              <a:prstDash val="solid"/>
            </a:ln>
          </p:spPr>
        </p:sp>
        <p:sp>
          <p:nvSpPr>
            <p:cNvPr id="2981" name="four:temporal-output:rotated-tₙ-cell-7:2981">
              <a:extLst>
                <a:ext uri="{FF2B5EF4-FFF2-40B4-BE49-F238E27FC236}">
                  <ns2:creationId id="{826C7A3B-D820-48E9-821B-2BAD50D5E5D7}"/>
                </a:ext>
              </a:extLst>
            </p:cNvPr>
            <p:cNvSpPr>
              <a:spLocks noGrp="1"/>
            </p:cNvSpPr>
            <p:nvPr/>
          </p:nvSpPr>
          <p:spPr>
            <a:xfrm>
              <a:off x="23369588" y="7115175"/>
              <a:ext cx="709613" cy="5953"/>
            </a:xfrm>
            <a:prstGeom prst="rect">
              <a:avLst/>
            </a:prstGeom>
            <a:solidFill>
              <a:srgbClr val="D55E00"/>
            </a:solidFill>
            <a:ln w="0">
              <a:noFill/>
              <a:prstDash val="solid"/>
            </a:ln>
          </p:spPr>
        </p:sp>
        <p:sp>
          <p:nvSpPr>
            <p:cNvPr id="2982" name="four:temporal-output:rotated-tₙ-cell-8:2982">
              <a:extLst>
                <a:ext uri="{FF2B5EF4-FFF2-40B4-BE49-F238E27FC236}">
                  <ns2:creationId id="{94F94FEA-DD7E-4F1A-8718-F4A3AE712CC1}"/>
                </a:ext>
              </a:extLst>
            </p:cNvPr>
            <p:cNvSpPr>
              <a:spLocks noGrp="1"/>
            </p:cNvSpPr>
            <p:nvPr/>
          </p:nvSpPr>
          <p:spPr>
            <a:xfrm>
              <a:off x="23369588" y="7109222"/>
              <a:ext cx="709613" cy="5953"/>
            </a:xfrm>
            <a:prstGeom prst="rect">
              <a:avLst/>
            </a:prstGeom>
            <a:solidFill>
              <a:srgbClr val="D55E00"/>
            </a:solidFill>
            <a:ln w="0">
              <a:noFill/>
              <a:prstDash val="solid"/>
            </a:ln>
          </p:spPr>
        </p:sp>
        <p:sp>
          <p:nvSpPr>
            <p:cNvPr id="2983" name="four:temporal-output:rotated-tₙ-cell-9:2983">
              <a:extLst>
                <a:ext uri="{FF2B5EF4-FFF2-40B4-BE49-F238E27FC236}">
                  <ns2:creationId id="{836950C7-FFB1-4113-A1FD-6944C3CEC41B}"/>
                </a:ext>
              </a:extLst>
            </p:cNvPr>
            <p:cNvSpPr>
              <a:spLocks noGrp="1"/>
            </p:cNvSpPr>
            <p:nvPr/>
          </p:nvSpPr>
          <p:spPr>
            <a:xfrm>
              <a:off x="23369588" y="7103269"/>
              <a:ext cx="709613" cy="5953"/>
            </a:xfrm>
            <a:prstGeom prst="rect">
              <a:avLst/>
            </a:prstGeom>
            <a:solidFill>
              <a:srgbClr val="D55E00"/>
            </a:solidFill>
            <a:ln w="0">
              <a:noFill/>
              <a:prstDash val="solid"/>
            </a:ln>
          </p:spPr>
        </p:sp>
        <p:sp>
          <p:nvSpPr>
            <p:cNvPr id="2984" name="four:temporal-output:rotated-tₙ-cell-10:2984">
              <a:extLst>
                <a:ext uri="{FF2B5EF4-FFF2-40B4-BE49-F238E27FC236}">
                  <ns2:creationId id="{24E62709-678B-45DA-83C5-008FB5213A5B}"/>
                </a:ext>
              </a:extLst>
            </p:cNvPr>
            <p:cNvSpPr>
              <a:spLocks noGrp="1"/>
            </p:cNvSpPr>
            <p:nvPr/>
          </p:nvSpPr>
          <p:spPr>
            <a:xfrm>
              <a:off x="23369588" y="7097316"/>
              <a:ext cx="709613" cy="5953"/>
            </a:xfrm>
            <a:prstGeom prst="rect">
              <a:avLst/>
            </a:prstGeom>
            <a:solidFill>
              <a:srgbClr val="D55E00"/>
            </a:solidFill>
            <a:ln w="0">
              <a:noFill/>
              <a:prstDash val="solid"/>
            </a:ln>
          </p:spPr>
        </p:sp>
        <p:sp>
          <p:nvSpPr>
            <p:cNvPr id="2985" name="four:temporal-output:rotated-tₙ-cell-11:2985">
              <a:extLst>
                <a:ext uri="{FF2B5EF4-FFF2-40B4-BE49-F238E27FC236}">
                  <ns2:creationId id="{F40AB6D1-7606-440E-AC4E-FF973647C92B}"/>
                </a:ext>
              </a:extLst>
            </p:cNvPr>
            <p:cNvSpPr>
              <a:spLocks noGrp="1"/>
            </p:cNvSpPr>
            <p:nvPr/>
          </p:nvSpPr>
          <p:spPr>
            <a:xfrm>
              <a:off x="23369588" y="7091363"/>
              <a:ext cx="709613" cy="5953"/>
            </a:xfrm>
            <a:prstGeom prst="rect">
              <a:avLst/>
            </a:prstGeom>
            <a:solidFill>
              <a:srgbClr val="D55E00"/>
            </a:solidFill>
            <a:ln w="0">
              <a:noFill/>
              <a:prstDash val="solid"/>
            </a:ln>
          </p:spPr>
        </p:sp>
        <p:sp>
          <p:nvSpPr>
            <p:cNvPr id="2986" name="four:temporal-output:rotated-tₙ-cell-12:2986">
              <a:extLst>
                <a:ext uri="{FF2B5EF4-FFF2-40B4-BE49-F238E27FC236}">
                  <ns2:creationId id="{C6FAC5D4-29AA-42BC-B07E-9C596495E8D2}"/>
                </a:ext>
              </a:extLst>
            </p:cNvPr>
            <p:cNvSpPr>
              <a:spLocks noGrp="1"/>
            </p:cNvSpPr>
            <p:nvPr/>
          </p:nvSpPr>
          <p:spPr>
            <a:xfrm>
              <a:off x="23369588" y="7085409"/>
              <a:ext cx="709613" cy="5953"/>
            </a:xfrm>
            <a:prstGeom prst="rect">
              <a:avLst/>
            </a:prstGeom>
            <a:solidFill>
              <a:srgbClr val="D55E00"/>
            </a:solidFill>
            <a:ln w="0">
              <a:noFill/>
              <a:prstDash val="solid"/>
            </a:ln>
          </p:spPr>
        </p:sp>
        <p:sp>
          <p:nvSpPr>
            <p:cNvPr id="2987" name="four:temporal-output:rotated-tₙ-cell-13:2987">
              <a:extLst>
                <a:ext uri="{FF2B5EF4-FFF2-40B4-BE49-F238E27FC236}">
                  <ns2:creationId id="{34E08D8A-56D8-4759-810A-7406D97D3415}"/>
                </a:ext>
              </a:extLst>
            </p:cNvPr>
            <p:cNvSpPr>
              <a:spLocks noGrp="1"/>
            </p:cNvSpPr>
            <p:nvPr/>
          </p:nvSpPr>
          <p:spPr>
            <a:xfrm>
              <a:off x="23369588" y="7079456"/>
              <a:ext cx="709613" cy="5953"/>
            </a:xfrm>
            <a:prstGeom prst="rect">
              <a:avLst/>
            </a:prstGeom>
            <a:solidFill>
              <a:srgbClr val="D55E00"/>
            </a:solidFill>
            <a:ln w="0">
              <a:noFill/>
              <a:prstDash val="solid"/>
            </a:ln>
          </p:spPr>
        </p:sp>
        <p:sp>
          <p:nvSpPr>
            <p:cNvPr id="2988" name="four:temporal-output:rotated-tₙ-cell-14:2988">
              <a:extLst>
                <a:ext uri="{FF2B5EF4-FFF2-40B4-BE49-F238E27FC236}">
                  <ns2:creationId id="{41BB9C27-BE0A-45E2-A1EF-2104E58FADD1}"/>
                </a:ext>
              </a:extLst>
            </p:cNvPr>
            <p:cNvSpPr>
              <a:spLocks noGrp="1"/>
            </p:cNvSpPr>
            <p:nvPr/>
          </p:nvSpPr>
          <p:spPr>
            <a:xfrm>
              <a:off x="23369588" y="7073503"/>
              <a:ext cx="709613" cy="5953"/>
            </a:xfrm>
            <a:prstGeom prst="rect">
              <a:avLst/>
            </a:prstGeom>
            <a:solidFill>
              <a:srgbClr val="D55E00"/>
            </a:solidFill>
            <a:ln w="0">
              <a:noFill/>
              <a:prstDash val="solid"/>
            </a:ln>
          </p:spPr>
        </p:sp>
        <p:sp>
          <p:nvSpPr>
            <p:cNvPr id="2989" name="four:temporal-output:rotated-tₙ-cell-15:2989">
              <a:extLst>
                <a:ext uri="{FF2B5EF4-FFF2-40B4-BE49-F238E27FC236}">
                  <ns2:creationId id="{73E1D616-BEEF-4655-A81B-5937E12516BE}"/>
                </a:ext>
              </a:extLst>
            </p:cNvPr>
            <p:cNvSpPr>
              <a:spLocks noGrp="1"/>
            </p:cNvSpPr>
            <p:nvPr/>
          </p:nvSpPr>
          <p:spPr>
            <a:xfrm>
              <a:off x="23369588" y="7067550"/>
              <a:ext cx="709613" cy="5953"/>
            </a:xfrm>
            <a:prstGeom prst="rect">
              <a:avLst/>
            </a:prstGeom>
            <a:solidFill>
              <a:srgbClr val="D55E00"/>
            </a:solidFill>
            <a:ln w="0">
              <a:noFill/>
              <a:prstDash val="solid"/>
            </a:ln>
          </p:spPr>
        </p:sp>
        <p:sp>
          <p:nvSpPr>
            <p:cNvPr id="2990" name="four:temporal-output:rotated-tₙ-cell-16:2990">
              <a:extLst>
                <a:ext uri="{FF2B5EF4-FFF2-40B4-BE49-F238E27FC236}">
                  <ns2:creationId id="{7A275964-51E2-401F-B253-CB60925FD9F9}"/>
                </a:ext>
              </a:extLst>
            </p:cNvPr>
            <p:cNvSpPr>
              <a:spLocks noGrp="1"/>
            </p:cNvSpPr>
            <p:nvPr/>
          </p:nvSpPr>
          <p:spPr>
            <a:xfrm>
              <a:off x="23369588" y="7061597"/>
              <a:ext cx="709613" cy="5953"/>
            </a:xfrm>
            <a:prstGeom prst="rect">
              <a:avLst/>
            </a:prstGeom>
            <a:solidFill>
              <a:srgbClr val="D55E00"/>
            </a:solidFill>
            <a:ln w="0">
              <a:noFill/>
              <a:prstDash val="solid"/>
            </a:ln>
          </p:spPr>
        </p:sp>
        <p:sp>
          <p:nvSpPr>
            <p:cNvPr id="2991" name="four:temporal-output:rotated-tₙ-cell-17:2991">
              <a:extLst>
                <a:ext uri="{FF2B5EF4-FFF2-40B4-BE49-F238E27FC236}">
                  <ns2:creationId id="{BA1D46D5-207F-4118-9A10-E43FCEB8AB2C}"/>
                </a:ext>
              </a:extLst>
            </p:cNvPr>
            <p:cNvSpPr>
              <a:spLocks noGrp="1"/>
            </p:cNvSpPr>
            <p:nvPr/>
          </p:nvSpPr>
          <p:spPr>
            <a:xfrm>
              <a:off x="23369588" y="7055644"/>
              <a:ext cx="709613" cy="5953"/>
            </a:xfrm>
            <a:prstGeom prst="rect">
              <a:avLst/>
            </a:prstGeom>
            <a:solidFill>
              <a:srgbClr val="D55E00"/>
            </a:solidFill>
            <a:ln w="0">
              <a:noFill/>
              <a:prstDash val="solid"/>
            </a:ln>
          </p:spPr>
        </p:sp>
        <p:sp>
          <p:nvSpPr>
            <p:cNvPr id="2992" name="four:temporal-output:rotated-tₙ-cell-18:2992">
              <a:extLst>
                <a:ext uri="{FF2B5EF4-FFF2-40B4-BE49-F238E27FC236}">
                  <ns2:creationId id="{35EBBCED-D68F-43BD-BA14-BD04A50FBFEE}"/>
                </a:ext>
              </a:extLst>
            </p:cNvPr>
            <p:cNvSpPr>
              <a:spLocks noGrp="1"/>
            </p:cNvSpPr>
            <p:nvPr/>
          </p:nvSpPr>
          <p:spPr>
            <a:xfrm>
              <a:off x="23369588" y="7049691"/>
              <a:ext cx="709613" cy="5953"/>
            </a:xfrm>
            <a:prstGeom prst="rect">
              <a:avLst/>
            </a:prstGeom>
            <a:solidFill>
              <a:srgbClr val="D55E00"/>
            </a:solidFill>
            <a:ln w="0">
              <a:noFill/>
              <a:prstDash val="solid"/>
            </a:ln>
          </p:spPr>
        </p:sp>
        <p:sp>
          <p:nvSpPr>
            <p:cNvPr id="2993" name="four:temporal-output:rotated-tₙ-cell-19:2993">
              <a:extLst>
                <a:ext uri="{FF2B5EF4-FFF2-40B4-BE49-F238E27FC236}">
                  <ns2:creationId id="{3457D4B2-D6F4-456E-B592-A8EBF266B70F}"/>
                </a:ext>
              </a:extLst>
            </p:cNvPr>
            <p:cNvSpPr>
              <a:spLocks noGrp="1"/>
            </p:cNvSpPr>
            <p:nvPr/>
          </p:nvSpPr>
          <p:spPr>
            <a:xfrm>
              <a:off x="23369588" y="7043738"/>
              <a:ext cx="709613" cy="5953"/>
            </a:xfrm>
            <a:prstGeom prst="rect">
              <a:avLst/>
            </a:prstGeom>
            <a:solidFill>
              <a:srgbClr val="D55E00"/>
            </a:solidFill>
            <a:ln w="0">
              <a:noFill/>
              <a:prstDash val="solid"/>
            </a:ln>
          </p:spPr>
        </p:sp>
        <p:sp>
          <p:nvSpPr>
            <p:cNvPr id="2994" name="four:temporal-output:rotated-tₙ-cell-20:2994">
              <a:extLst>
                <a:ext uri="{FF2B5EF4-FFF2-40B4-BE49-F238E27FC236}">
                  <ns2:creationId id="{D5CE4A4F-A874-450E-A301-F961634D78FB}"/>
                </a:ext>
              </a:extLst>
            </p:cNvPr>
            <p:cNvSpPr>
              <a:spLocks noGrp="1"/>
            </p:cNvSpPr>
            <p:nvPr/>
          </p:nvSpPr>
          <p:spPr>
            <a:xfrm>
              <a:off x="23369588" y="7037784"/>
              <a:ext cx="709613" cy="5953"/>
            </a:xfrm>
            <a:prstGeom prst="rect">
              <a:avLst/>
            </a:prstGeom>
            <a:solidFill>
              <a:srgbClr val="D55E00"/>
            </a:solidFill>
            <a:ln w="0">
              <a:noFill/>
              <a:prstDash val="solid"/>
            </a:ln>
          </p:spPr>
        </p:sp>
        <p:sp>
          <p:nvSpPr>
            <p:cNvPr id="2995" name="four:temporal-output:rotated-tₙ-cell-21:2995">
              <a:extLst>
                <a:ext uri="{FF2B5EF4-FFF2-40B4-BE49-F238E27FC236}">
                  <ns2:creationId id="{92BE76EE-7D94-4C1E-9796-FA1A4F0DFC4A}"/>
                </a:ext>
              </a:extLst>
            </p:cNvPr>
            <p:cNvSpPr>
              <a:spLocks noGrp="1"/>
            </p:cNvSpPr>
            <p:nvPr/>
          </p:nvSpPr>
          <p:spPr>
            <a:xfrm>
              <a:off x="23369588" y="7031831"/>
              <a:ext cx="709613" cy="5953"/>
            </a:xfrm>
            <a:prstGeom prst="rect">
              <a:avLst/>
            </a:prstGeom>
            <a:solidFill>
              <a:srgbClr val="D55E00"/>
            </a:solidFill>
            <a:ln w="0">
              <a:noFill/>
              <a:prstDash val="solid"/>
            </a:ln>
          </p:spPr>
        </p:sp>
        <p:sp>
          <p:nvSpPr>
            <p:cNvPr id="2996" name="four:temporal-output:rotated-tₙ-cell-22:2996">
              <a:extLst>
                <a:ext uri="{FF2B5EF4-FFF2-40B4-BE49-F238E27FC236}">
                  <ns2:creationId id="{5EF265E6-B868-4D5D-931D-25B329931C8C}"/>
                </a:ext>
              </a:extLst>
            </p:cNvPr>
            <p:cNvSpPr>
              <a:spLocks noGrp="1"/>
            </p:cNvSpPr>
            <p:nvPr/>
          </p:nvSpPr>
          <p:spPr>
            <a:xfrm>
              <a:off x="23369588" y="7025878"/>
              <a:ext cx="709613" cy="5953"/>
            </a:xfrm>
            <a:prstGeom prst="rect">
              <a:avLst/>
            </a:prstGeom>
            <a:solidFill>
              <a:srgbClr val="D55E00"/>
            </a:solidFill>
            <a:ln w="0">
              <a:noFill/>
              <a:prstDash val="solid"/>
            </a:ln>
          </p:spPr>
        </p:sp>
        <p:sp>
          <p:nvSpPr>
            <p:cNvPr id="2997" name="four:temporal-output:rotated-tₙ-cell-23:2997">
              <a:extLst>
                <a:ext uri="{FF2B5EF4-FFF2-40B4-BE49-F238E27FC236}">
                  <ns2:creationId id="{9D345E7F-1406-4D20-A9F9-0CAFE9CBD425}"/>
                </a:ext>
              </a:extLst>
            </p:cNvPr>
            <p:cNvSpPr>
              <a:spLocks noGrp="1"/>
            </p:cNvSpPr>
            <p:nvPr/>
          </p:nvSpPr>
          <p:spPr>
            <a:xfrm>
              <a:off x="23369588" y="7019925"/>
              <a:ext cx="709613" cy="5953"/>
            </a:xfrm>
            <a:prstGeom prst="rect">
              <a:avLst/>
            </a:prstGeom>
            <a:solidFill>
              <a:srgbClr val="D55E00"/>
            </a:solidFill>
            <a:ln w="0">
              <a:noFill/>
              <a:prstDash val="solid"/>
            </a:ln>
          </p:spPr>
        </p:sp>
        <p:sp>
          <p:nvSpPr>
            <p:cNvPr id="2998" name="four:temporal-output:rotated-tₙ-cell-24:2998">
              <a:extLst>
                <a:ext uri="{FF2B5EF4-FFF2-40B4-BE49-F238E27FC236}">
                  <ns2:creationId id="{199A9DEB-A989-4B06-A112-3D07AC08AE93}"/>
                </a:ext>
              </a:extLst>
            </p:cNvPr>
            <p:cNvSpPr>
              <a:spLocks noGrp="1"/>
            </p:cNvSpPr>
            <p:nvPr/>
          </p:nvSpPr>
          <p:spPr>
            <a:xfrm>
              <a:off x="23369588" y="7013972"/>
              <a:ext cx="709613" cy="5953"/>
            </a:xfrm>
            <a:prstGeom prst="rect">
              <a:avLst/>
            </a:prstGeom>
            <a:solidFill>
              <a:srgbClr val="D55E00"/>
            </a:solidFill>
            <a:ln w="0">
              <a:noFill/>
              <a:prstDash val="solid"/>
            </a:ln>
          </p:spPr>
        </p:sp>
        <p:sp>
          <p:nvSpPr>
            <p:cNvPr id="2999" name="four:temporal-output:rotated-tₙ-cell-25:2999">
              <a:extLst>
                <a:ext uri="{FF2B5EF4-FFF2-40B4-BE49-F238E27FC236}">
                  <ns2:creationId id="{3939636C-9BF6-48D3-8B0B-598527A043C6}"/>
                </a:ext>
              </a:extLst>
            </p:cNvPr>
            <p:cNvSpPr>
              <a:spLocks noGrp="1"/>
            </p:cNvSpPr>
            <p:nvPr/>
          </p:nvSpPr>
          <p:spPr>
            <a:xfrm>
              <a:off x="23369588" y="7008019"/>
              <a:ext cx="709613" cy="5953"/>
            </a:xfrm>
            <a:prstGeom prst="rect">
              <a:avLst/>
            </a:prstGeom>
            <a:solidFill>
              <a:srgbClr val="D55F02"/>
            </a:solidFill>
            <a:ln w="0">
              <a:noFill/>
              <a:prstDash val="solid"/>
            </a:ln>
          </p:spPr>
        </p:sp>
        <p:sp>
          <p:nvSpPr>
            <p:cNvPr id="3000" name="four:temporal-output:rotated-tₙ-cell-26:3000">
              <a:extLst>
                <a:ext uri="{FF2B5EF4-FFF2-40B4-BE49-F238E27FC236}">
                  <ns2:creationId id="{D6B2D860-8218-4226-910C-D7C6373646F8}"/>
                </a:ext>
              </a:extLst>
            </p:cNvPr>
            <p:cNvSpPr>
              <a:spLocks noGrp="1"/>
            </p:cNvSpPr>
            <p:nvPr/>
          </p:nvSpPr>
          <p:spPr>
            <a:xfrm>
              <a:off x="23369588" y="7002066"/>
              <a:ext cx="709613" cy="5953"/>
            </a:xfrm>
            <a:prstGeom prst="rect">
              <a:avLst/>
            </a:prstGeom>
            <a:solidFill>
              <a:srgbClr val="D66811"/>
            </a:solidFill>
            <a:ln w="0">
              <a:noFill/>
              <a:prstDash val="solid"/>
            </a:ln>
          </p:spPr>
        </p:sp>
        <p:sp>
          <p:nvSpPr>
            <p:cNvPr id="3001" name="four:temporal-output:rotated-tₙ-cell-27:3001">
              <a:extLst>
                <a:ext uri="{FF2B5EF4-FFF2-40B4-BE49-F238E27FC236}">
                  <ns2:creationId id="{613D5182-FE69-434F-886B-0B2412D87733}"/>
                </a:ext>
              </a:extLst>
            </p:cNvPr>
            <p:cNvSpPr>
              <a:spLocks noGrp="1"/>
            </p:cNvSpPr>
            <p:nvPr/>
          </p:nvSpPr>
          <p:spPr>
            <a:xfrm>
              <a:off x="23369588" y="6996113"/>
              <a:ext cx="709613" cy="5953"/>
            </a:xfrm>
            <a:prstGeom prst="rect">
              <a:avLst/>
            </a:prstGeom>
            <a:solidFill>
              <a:srgbClr val="D6772B"/>
            </a:solidFill>
            <a:ln w="0">
              <a:noFill/>
              <a:prstDash val="solid"/>
            </a:ln>
          </p:spPr>
        </p:sp>
        <p:sp>
          <p:nvSpPr>
            <p:cNvPr id="3002" name="four:temporal-output:rotated-tₙ-cell-28:3002">
              <a:extLst>
                <a:ext uri="{FF2B5EF4-FFF2-40B4-BE49-F238E27FC236}">
                  <ns2:creationId id="{B9544D6F-E79A-4CA0-90D0-163CFF40DCF5}"/>
                </a:ext>
              </a:extLst>
            </p:cNvPr>
            <p:cNvSpPr>
              <a:spLocks noGrp="1"/>
            </p:cNvSpPr>
            <p:nvPr/>
          </p:nvSpPr>
          <p:spPr>
            <a:xfrm>
              <a:off x="23369588" y="6990159"/>
              <a:ext cx="709613" cy="5953"/>
            </a:xfrm>
            <a:prstGeom prst="rect">
              <a:avLst/>
            </a:prstGeom>
            <a:solidFill>
              <a:srgbClr val="98ADAC"/>
            </a:solidFill>
            <a:ln w="0">
              <a:noFill/>
              <a:prstDash val="solid"/>
            </a:ln>
          </p:spPr>
        </p:sp>
        <p:sp>
          <p:nvSpPr>
            <p:cNvPr id="3003" name="four:temporal-output:rotated-tₙ-cell-29:3003">
              <a:extLst>
                <a:ext uri="{FF2B5EF4-FFF2-40B4-BE49-F238E27FC236}">
                  <ns2:creationId id="{3ABDB2E3-C546-40D0-AD7F-A103C0CA2C7A}"/>
                </a:ext>
              </a:extLst>
            </p:cNvPr>
            <p:cNvSpPr>
              <a:spLocks noGrp="1"/>
            </p:cNvSpPr>
            <p:nvPr/>
          </p:nvSpPr>
          <p:spPr>
            <a:xfrm>
              <a:off x="23369588" y="6984206"/>
              <a:ext cx="709613" cy="5953"/>
            </a:xfrm>
            <a:prstGeom prst="rect">
              <a:avLst/>
            </a:prstGeom>
            <a:solidFill>
              <a:srgbClr val="A8B1BB"/>
            </a:solidFill>
            <a:ln w="0">
              <a:noFill/>
              <a:prstDash val="solid"/>
            </a:ln>
          </p:spPr>
        </p:sp>
        <p:sp>
          <p:nvSpPr>
            <p:cNvPr id="3004" name="four:temporal-output:rotated-tₙ-cell-30:3004">
              <a:extLst>
                <a:ext uri="{FF2B5EF4-FFF2-40B4-BE49-F238E27FC236}">
                  <ns2:creationId id="{80D0E04F-0BF1-4052-8E8F-C6DB50452B27}"/>
                </a:ext>
              </a:extLst>
            </p:cNvPr>
            <p:cNvSpPr>
              <a:spLocks noGrp="1"/>
            </p:cNvSpPr>
            <p:nvPr/>
          </p:nvSpPr>
          <p:spPr>
            <a:xfrm>
              <a:off x="23369588" y="6978253"/>
              <a:ext cx="709613" cy="5953"/>
            </a:xfrm>
            <a:prstGeom prst="rect">
              <a:avLst/>
            </a:prstGeom>
            <a:solidFill>
              <a:srgbClr val="65C0AB"/>
            </a:solidFill>
            <a:ln w="0">
              <a:noFill/>
              <a:prstDash val="solid"/>
            </a:ln>
          </p:spPr>
        </p:sp>
        <p:sp>
          <p:nvSpPr>
            <p:cNvPr id="3005" name="four:temporal-output:rotated-tₙ-cell-31:3005">
              <a:extLst>
                <a:ext uri="{FF2B5EF4-FFF2-40B4-BE49-F238E27FC236}">
                  <ns2:creationId id="{14C5CF51-994B-436D-9279-8796632CB942}"/>
                </a:ext>
              </a:extLst>
            </p:cNvPr>
            <p:cNvSpPr>
              <a:spLocks noGrp="1"/>
            </p:cNvSpPr>
            <p:nvPr/>
          </p:nvSpPr>
          <p:spPr>
            <a:xfrm>
              <a:off x="23369588" y="6972300"/>
              <a:ext cx="709613" cy="5953"/>
            </a:xfrm>
            <a:prstGeom prst="rect">
              <a:avLst/>
            </a:prstGeom>
            <a:solidFill>
              <a:srgbClr val="78C6B6"/>
            </a:solidFill>
            <a:ln w="0">
              <a:noFill/>
              <a:prstDash val="solid"/>
            </a:ln>
          </p:spPr>
        </p:sp>
        <p:sp>
          <p:nvSpPr>
            <p:cNvPr id="3006" name="four:temporal-output:rotated-tₙ-cell-32:3006">
              <a:extLst>
                <a:ext uri="{FF2B5EF4-FFF2-40B4-BE49-F238E27FC236}">
                  <ns2:creationId id="{C6263319-85BD-41D6-B957-73B2514C8277}"/>
                </a:ext>
              </a:extLst>
            </p:cNvPr>
            <p:cNvSpPr>
              <a:spLocks noGrp="1"/>
            </p:cNvSpPr>
            <p:nvPr/>
          </p:nvSpPr>
          <p:spPr>
            <a:xfrm>
              <a:off x="23369588" y="6966347"/>
              <a:ext cx="709613" cy="5953"/>
            </a:xfrm>
            <a:prstGeom prst="rect">
              <a:avLst/>
            </a:prstGeom>
            <a:solidFill>
              <a:srgbClr val="81C9BA"/>
            </a:solidFill>
            <a:ln w="0">
              <a:noFill/>
              <a:prstDash val="solid"/>
            </a:ln>
          </p:spPr>
        </p:sp>
        <p:sp>
          <p:nvSpPr>
            <p:cNvPr id="3007" name="four:temporal-output:rotated-tₙ-cell-33:3007">
              <a:extLst>
                <a:ext uri="{FF2B5EF4-FFF2-40B4-BE49-F238E27FC236}">
                  <ns2:creationId id="{EF31C997-CF0F-4E1C-8591-5783643F745F}"/>
                </a:ext>
              </a:extLst>
            </p:cNvPr>
            <p:cNvSpPr>
              <a:spLocks noGrp="1"/>
            </p:cNvSpPr>
            <p:nvPr/>
          </p:nvSpPr>
          <p:spPr>
            <a:xfrm>
              <a:off x="23369588" y="6960394"/>
              <a:ext cx="709613" cy="5953"/>
            </a:xfrm>
            <a:prstGeom prst="rect">
              <a:avLst/>
            </a:prstGeom>
            <a:solidFill>
              <a:srgbClr val="81C9BA"/>
            </a:solidFill>
            <a:ln w="0">
              <a:noFill/>
              <a:prstDash val="solid"/>
            </a:ln>
          </p:spPr>
        </p:sp>
        <p:sp>
          <p:nvSpPr>
            <p:cNvPr id="3008" name="four:temporal-output:rotated-tₙ-cell-34:3008">
              <a:extLst>
                <a:ext uri="{FF2B5EF4-FFF2-40B4-BE49-F238E27FC236}">
                  <ns2:creationId id="{41D987BF-A197-48D3-A63C-BE8A40A3ACC5}"/>
                </a:ext>
              </a:extLst>
            </p:cNvPr>
            <p:cNvSpPr>
              <a:spLocks noGrp="1"/>
            </p:cNvSpPr>
            <p:nvPr/>
          </p:nvSpPr>
          <p:spPr>
            <a:xfrm>
              <a:off x="23369588" y="6954441"/>
              <a:ext cx="709613" cy="5953"/>
            </a:xfrm>
            <a:prstGeom prst="rect">
              <a:avLst/>
            </a:prstGeom>
            <a:solidFill>
              <a:srgbClr val="81C9BA"/>
            </a:solidFill>
            <a:ln w="0">
              <a:noFill/>
              <a:prstDash val="solid"/>
            </a:ln>
          </p:spPr>
        </p:sp>
        <p:sp>
          <p:nvSpPr>
            <p:cNvPr id="3009" name="four:temporal-output:rotated-tₙ-cell-35:3009">
              <a:extLst>
                <a:ext uri="{FF2B5EF4-FFF2-40B4-BE49-F238E27FC236}">
                  <ns2:creationId id="{1187B010-CEAE-496E-BEBF-57CE4961B835}"/>
                </a:ext>
              </a:extLst>
            </p:cNvPr>
            <p:cNvSpPr>
              <a:spLocks noGrp="1"/>
            </p:cNvSpPr>
            <p:nvPr/>
          </p:nvSpPr>
          <p:spPr>
            <a:xfrm>
              <a:off x="23369588" y="6948488"/>
              <a:ext cx="709613" cy="5953"/>
            </a:xfrm>
            <a:prstGeom prst="rect">
              <a:avLst/>
            </a:prstGeom>
            <a:solidFill>
              <a:srgbClr val="81C9BA"/>
            </a:solidFill>
            <a:ln w="0">
              <a:noFill/>
              <a:prstDash val="solid"/>
            </a:ln>
          </p:spPr>
        </p:sp>
        <p:sp>
          <p:nvSpPr>
            <p:cNvPr id="3010" name="four:temporal-output:rotated-tₙ-cell-36:3010">
              <a:extLst>
                <a:ext uri="{FF2B5EF4-FFF2-40B4-BE49-F238E27FC236}">
                  <ns2:creationId id="{9009DBBD-150C-4755-9577-8C8A9D92151C}"/>
                </a:ext>
              </a:extLst>
            </p:cNvPr>
            <p:cNvSpPr>
              <a:spLocks noGrp="1"/>
            </p:cNvSpPr>
            <p:nvPr/>
          </p:nvSpPr>
          <p:spPr>
            <a:xfrm>
              <a:off x="23369588" y="6942534"/>
              <a:ext cx="709613" cy="5953"/>
            </a:xfrm>
            <a:prstGeom prst="rect">
              <a:avLst/>
            </a:prstGeom>
            <a:solidFill>
              <a:srgbClr val="81C9BA"/>
            </a:solidFill>
            <a:ln w="0">
              <a:noFill/>
              <a:prstDash val="solid"/>
            </a:ln>
          </p:spPr>
        </p:sp>
        <p:sp>
          <p:nvSpPr>
            <p:cNvPr id="3011" name="four:temporal-output:rotated-tₙ-cell-37:3011">
              <a:extLst>
                <a:ext uri="{FF2B5EF4-FFF2-40B4-BE49-F238E27FC236}">
                  <ns2:creationId id="{8E445F42-344A-44DC-B233-088D30B9B149}"/>
                </a:ext>
              </a:extLst>
            </p:cNvPr>
            <p:cNvSpPr>
              <a:spLocks noGrp="1"/>
            </p:cNvSpPr>
            <p:nvPr/>
          </p:nvSpPr>
          <p:spPr>
            <a:xfrm>
              <a:off x="23369588" y="6936581"/>
              <a:ext cx="709613" cy="5953"/>
            </a:xfrm>
            <a:prstGeom prst="rect">
              <a:avLst/>
            </a:prstGeom>
            <a:solidFill>
              <a:srgbClr val="81C9BA"/>
            </a:solidFill>
            <a:ln w="0">
              <a:noFill/>
              <a:prstDash val="solid"/>
            </a:ln>
          </p:spPr>
        </p:sp>
        <p:sp>
          <p:nvSpPr>
            <p:cNvPr id="3012" name="four:temporal-output:rotated-tₙ-cell-38:3012">
              <a:extLst>
                <a:ext uri="{FF2B5EF4-FFF2-40B4-BE49-F238E27FC236}">
                  <ns2:creationId id="{44E94B8B-8F00-47D6-B60D-57C600F96600}"/>
                </a:ext>
              </a:extLst>
            </p:cNvPr>
            <p:cNvSpPr>
              <a:spLocks noGrp="1"/>
            </p:cNvSpPr>
            <p:nvPr/>
          </p:nvSpPr>
          <p:spPr>
            <a:xfrm>
              <a:off x="23369588" y="6930628"/>
              <a:ext cx="709613" cy="5953"/>
            </a:xfrm>
            <a:prstGeom prst="rect">
              <a:avLst/>
            </a:prstGeom>
            <a:solidFill>
              <a:srgbClr val="81C9BA"/>
            </a:solidFill>
            <a:ln w="0">
              <a:noFill/>
              <a:prstDash val="solid"/>
            </a:ln>
          </p:spPr>
        </p:sp>
        <p:sp>
          <p:nvSpPr>
            <p:cNvPr id="3013" name="four:temporal-output:rotated-tₙ-cell-39:3013">
              <a:extLst>
                <a:ext uri="{FF2B5EF4-FFF2-40B4-BE49-F238E27FC236}">
                  <ns2:creationId id="{F0F0FD94-89A5-4D8D-84FE-E10B0EF696DA}"/>
                </a:ext>
              </a:extLst>
            </p:cNvPr>
            <p:cNvSpPr>
              <a:spLocks noGrp="1"/>
            </p:cNvSpPr>
            <p:nvPr/>
          </p:nvSpPr>
          <p:spPr>
            <a:xfrm>
              <a:off x="23369588" y="6924675"/>
              <a:ext cx="709613" cy="5953"/>
            </a:xfrm>
            <a:prstGeom prst="rect">
              <a:avLst/>
            </a:prstGeom>
            <a:solidFill>
              <a:srgbClr val="81C9BA"/>
            </a:solidFill>
            <a:ln w="0">
              <a:noFill/>
              <a:prstDash val="solid"/>
            </a:ln>
          </p:spPr>
        </p:sp>
        <p:sp>
          <p:nvSpPr>
            <p:cNvPr id="3014" name="four:temporal-output:rotated-tₙ-cell-40:3014">
              <a:extLst>
                <a:ext uri="{FF2B5EF4-FFF2-40B4-BE49-F238E27FC236}">
                  <ns2:creationId id="{2CCB4C02-98AC-4E0A-BA8B-F58EB2AAEC9A}"/>
                </a:ext>
              </a:extLst>
            </p:cNvPr>
            <p:cNvSpPr>
              <a:spLocks noGrp="1"/>
            </p:cNvSpPr>
            <p:nvPr/>
          </p:nvSpPr>
          <p:spPr>
            <a:xfrm>
              <a:off x="23369588" y="6918722"/>
              <a:ext cx="709613" cy="5953"/>
            </a:xfrm>
            <a:prstGeom prst="rect">
              <a:avLst/>
            </a:prstGeom>
            <a:solidFill>
              <a:srgbClr val="81C9BA"/>
            </a:solidFill>
            <a:ln w="0">
              <a:noFill/>
              <a:prstDash val="solid"/>
            </a:ln>
          </p:spPr>
        </p:sp>
        <p:sp>
          <p:nvSpPr>
            <p:cNvPr id="3015" name="four:temporal-output:rotated-tₙ-cell-41:3015">
              <a:extLst>
                <a:ext uri="{FF2B5EF4-FFF2-40B4-BE49-F238E27FC236}">
                  <ns2:creationId id="{91D2DB37-802C-4E5B-98FC-188D80AB999F}"/>
                </a:ext>
              </a:extLst>
            </p:cNvPr>
            <p:cNvSpPr>
              <a:spLocks noGrp="1"/>
            </p:cNvSpPr>
            <p:nvPr/>
          </p:nvSpPr>
          <p:spPr>
            <a:xfrm>
              <a:off x="23369588" y="6912769"/>
              <a:ext cx="709613" cy="5953"/>
            </a:xfrm>
            <a:prstGeom prst="rect">
              <a:avLst/>
            </a:prstGeom>
            <a:solidFill>
              <a:srgbClr val="81C9BA"/>
            </a:solidFill>
            <a:ln w="0">
              <a:noFill/>
              <a:prstDash val="solid"/>
            </a:ln>
          </p:spPr>
        </p:sp>
        <p:sp>
          <p:nvSpPr>
            <p:cNvPr id="3016" name="four:temporal-output:rotated-tₙ-cell-42:3016">
              <a:extLst>
                <a:ext uri="{FF2B5EF4-FFF2-40B4-BE49-F238E27FC236}">
                  <ns2:creationId id="{3ABA8B9C-341A-48BE-875F-B7CE46974A35}"/>
                </a:ext>
              </a:extLst>
            </p:cNvPr>
            <p:cNvSpPr>
              <a:spLocks noGrp="1"/>
            </p:cNvSpPr>
            <p:nvPr/>
          </p:nvSpPr>
          <p:spPr>
            <a:xfrm>
              <a:off x="23369588" y="6906816"/>
              <a:ext cx="709613" cy="5953"/>
            </a:xfrm>
            <a:prstGeom prst="rect">
              <a:avLst/>
            </a:prstGeom>
            <a:solidFill>
              <a:srgbClr val="81C9BA"/>
            </a:solidFill>
            <a:ln w="0">
              <a:noFill/>
              <a:prstDash val="solid"/>
            </a:ln>
          </p:spPr>
        </p:sp>
        <p:sp>
          <p:nvSpPr>
            <p:cNvPr id="3017" name="four:temporal-output:rotated-tₙ-cell-43:3017">
              <a:extLst>
                <a:ext uri="{FF2B5EF4-FFF2-40B4-BE49-F238E27FC236}">
                  <ns2:creationId id="{2D282448-9CA7-4D4B-BC5C-16BDF8C4E44B}"/>
                </a:ext>
              </a:extLst>
            </p:cNvPr>
            <p:cNvSpPr>
              <a:spLocks noGrp="1"/>
            </p:cNvSpPr>
            <p:nvPr/>
          </p:nvSpPr>
          <p:spPr>
            <a:xfrm>
              <a:off x="23369588" y="6900863"/>
              <a:ext cx="709613" cy="5953"/>
            </a:xfrm>
            <a:prstGeom prst="rect">
              <a:avLst/>
            </a:prstGeom>
            <a:solidFill>
              <a:srgbClr val="81C9BA"/>
            </a:solidFill>
            <a:ln w="0">
              <a:noFill/>
              <a:prstDash val="solid"/>
            </a:ln>
          </p:spPr>
        </p:sp>
        <p:sp>
          <p:nvSpPr>
            <p:cNvPr id="3018" name="four:temporal-output:rotated-tₙ-cell-44:3018">
              <a:extLst>
                <a:ext uri="{FF2B5EF4-FFF2-40B4-BE49-F238E27FC236}">
                  <ns2:creationId id="{9CC73755-210A-438D-98DE-A3990C543242}"/>
                </a:ext>
              </a:extLst>
            </p:cNvPr>
            <p:cNvSpPr>
              <a:spLocks noGrp="1"/>
            </p:cNvSpPr>
            <p:nvPr/>
          </p:nvSpPr>
          <p:spPr>
            <a:xfrm>
              <a:off x="23369588" y="6894909"/>
              <a:ext cx="709613" cy="5953"/>
            </a:xfrm>
            <a:prstGeom prst="rect">
              <a:avLst/>
            </a:prstGeom>
            <a:solidFill>
              <a:srgbClr val="81C9BA"/>
            </a:solidFill>
            <a:ln w="0">
              <a:noFill/>
              <a:prstDash val="solid"/>
            </a:ln>
          </p:spPr>
        </p:sp>
        <p:sp>
          <p:nvSpPr>
            <p:cNvPr id="3019" name="four:temporal-output:rotated-tₙ-cell-45:3019">
              <a:extLst>
                <a:ext uri="{FF2B5EF4-FFF2-40B4-BE49-F238E27FC236}">
                  <ns2:creationId id="{199D5CEA-1A25-4314-9CE4-DF9E6598A610}"/>
                </a:ext>
              </a:extLst>
            </p:cNvPr>
            <p:cNvSpPr>
              <a:spLocks noGrp="1"/>
            </p:cNvSpPr>
            <p:nvPr/>
          </p:nvSpPr>
          <p:spPr>
            <a:xfrm>
              <a:off x="23369588" y="6888956"/>
              <a:ext cx="709613" cy="5953"/>
            </a:xfrm>
            <a:prstGeom prst="rect">
              <a:avLst/>
            </a:prstGeom>
            <a:solidFill>
              <a:srgbClr val="81C9BA"/>
            </a:solidFill>
            <a:ln w="0">
              <a:noFill/>
              <a:prstDash val="solid"/>
            </a:ln>
          </p:spPr>
        </p:sp>
        <p:sp>
          <p:nvSpPr>
            <p:cNvPr id="3020" name="four:temporal-output:rotated-tₙ-cell-46:3020">
              <a:extLst>
                <a:ext uri="{FF2B5EF4-FFF2-40B4-BE49-F238E27FC236}">
                  <ns2:creationId id="{63C4F02F-41C5-4031-A2A9-7873912E58C6}"/>
                </a:ext>
              </a:extLst>
            </p:cNvPr>
            <p:cNvSpPr>
              <a:spLocks noGrp="1"/>
            </p:cNvSpPr>
            <p:nvPr/>
          </p:nvSpPr>
          <p:spPr>
            <a:xfrm>
              <a:off x="23369588" y="6883003"/>
              <a:ext cx="709613" cy="5953"/>
            </a:xfrm>
            <a:prstGeom prst="rect">
              <a:avLst/>
            </a:prstGeom>
            <a:solidFill>
              <a:srgbClr val="81C9BA"/>
            </a:solidFill>
            <a:ln w="0">
              <a:noFill/>
              <a:prstDash val="solid"/>
            </a:ln>
          </p:spPr>
        </p:sp>
        <p:sp>
          <p:nvSpPr>
            <p:cNvPr id="3021" name="four:temporal-output:rotated-tₙ-cell-47:3021">
              <a:extLst>
                <a:ext uri="{FF2B5EF4-FFF2-40B4-BE49-F238E27FC236}">
                  <ns2:creationId id="{1F4F6F9D-99BE-4BAF-B6B6-A69FE99FB5D4}"/>
                </a:ext>
              </a:extLst>
            </p:cNvPr>
            <p:cNvSpPr>
              <a:spLocks noGrp="1"/>
            </p:cNvSpPr>
            <p:nvPr/>
          </p:nvSpPr>
          <p:spPr>
            <a:xfrm>
              <a:off x="23369588" y="6877050"/>
              <a:ext cx="709613" cy="5953"/>
            </a:xfrm>
            <a:prstGeom prst="rect">
              <a:avLst/>
            </a:prstGeom>
            <a:solidFill>
              <a:srgbClr val="81C9BA"/>
            </a:solidFill>
            <a:ln w="0">
              <a:noFill/>
              <a:prstDash val="solid"/>
            </a:ln>
          </p:spPr>
        </p:sp>
        <p:sp>
          <p:nvSpPr>
            <p:cNvPr id="3022" name="four:temporal-output:rotated-tₙ-cell-48:3022">
              <a:extLst>
                <a:ext uri="{FF2B5EF4-FFF2-40B4-BE49-F238E27FC236}">
                  <ns2:creationId id="{2CB14AE8-3A0F-49D5-8485-7621FCE82A5A}"/>
                </a:ext>
              </a:extLst>
            </p:cNvPr>
            <p:cNvSpPr>
              <a:spLocks noGrp="1"/>
            </p:cNvSpPr>
            <p:nvPr/>
          </p:nvSpPr>
          <p:spPr>
            <a:xfrm>
              <a:off x="23369588" y="6871097"/>
              <a:ext cx="709613" cy="5953"/>
            </a:xfrm>
            <a:prstGeom prst="rect">
              <a:avLst/>
            </a:prstGeom>
            <a:solidFill>
              <a:srgbClr val="81C9BA"/>
            </a:solidFill>
            <a:ln w="0">
              <a:noFill/>
              <a:prstDash val="solid"/>
            </a:ln>
          </p:spPr>
        </p:sp>
        <p:sp>
          <p:nvSpPr>
            <p:cNvPr id="3023" name="four:temporal-output:rotated-tₙ-cell-49:3023">
              <a:extLst>
                <a:ext uri="{FF2B5EF4-FFF2-40B4-BE49-F238E27FC236}">
                  <ns2:creationId id="{E373794E-02EF-403F-8D21-9CB36B51170B}"/>
                </a:ext>
              </a:extLst>
            </p:cNvPr>
            <p:cNvSpPr>
              <a:spLocks noGrp="1"/>
            </p:cNvSpPr>
            <p:nvPr/>
          </p:nvSpPr>
          <p:spPr>
            <a:xfrm>
              <a:off x="23369588" y="6865144"/>
              <a:ext cx="709613" cy="5953"/>
            </a:xfrm>
            <a:prstGeom prst="rect">
              <a:avLst/>
            </a:prstGeom>
            <a:solidFill>
              <a:srgbClr val="81C9BA"/>
            </a:solidFill>
            <a:ln w="0">
              <a:noFill/>
              <a:prstDash val="solid"/>
            </a:ln>
          </p:spPr>
        </p:sp>
        <p:sp>
          <p:nvSpPr>
            <p:cNvPr id="3024" name="four:temporal-output:rotated-tₙ-cell-50:3024">
              <a:extLst>
                <a:ext uri="{FF2B5EF4-FFF2-40B4-BE49-F238E27FC236}">
                  <ns2:creationId id="{B75EF262-D798-468E-97E2-D82C35121748}"/>
                </a:ext>
              </a:extLst>
            </p:cNvPr>
            <p:cNvSpPr>
              <a:spLocks noGrp="1"/>
            </p:cNvSpPr>
            <p:nvPr/>
          </p:nvSpPr>
          <p:spPr>
            <a:xfrm>
              <a:off x="23369588" y="6859191"/>
              <a:ext cx="709613" cy="5953"/>
            </a:xfrm>
            <a:prstGeom prst="rect">
              <a:avLst/>
            </a:prstGeom>
            <a:solidFill>
              <a:srgbClr val="81C9BA"/>
            </a:solidFill>
            <a:ln w="0">
              <a:noFill/>
              <a:prstDash val="solid"/>
            </a:ln>
          </p:spPr>
        </p:sp>
        <p:sp>
          <p:nvSpPr>
            <p:cNvPr id="3025" name="four:temporal-output:rotated-tₙ-cell-51:3025">
              <a:extLst>
                <a:ext uri="{FF2B5EF4-FFF2-40B4-BE49-F238E27FC236}">
                  <ns2:creationId id="{86814F21-E6E6-4F96-943B-0BCAE58396BA}"/>
                </a:ext>
              </a:extLst>
            </p:cNvPr>
            <p:cNvSpPr>
              <a:spLocks noGrp="1"/>
            </p:cNvSpPr>
            <p:nvPr/>
          </p:nvSpPr>
          <p:spPr>
            <a:xfrm>
              <a:off x="23369588" y="6853238"/>
              <a:ext cx="709613" cy="5953"/>
            </a:xfrm>
            <a:prstGeom prst="rect">
              <a:avLst/>
            </a:prstGeom>
            <a:solidFill>
              <a:srgbClr val="81C9BA"/>
            </a:solidFill>
            <a:ln w="0">
              <a:noFill/>
              <a:prstDash val="solid"/>
            </a:ln>
          </p:spPr>
        </p:sp>
        <p:sp>
          <p:nvSpPr>
            <p:cNvPr id="3026" name="four:temporal-output:rotated-tₙ-cell-52:3026">
              <a:extLst>
                <a:ext uri="{FF2B5EF4-FFF2-40B4-BE49-F238E27FC236}">
                  <ns2:creationId id="{BC0DA4F3-6642-4B76-8257-2D1762904091}"/>
                </a:ext>
              </a:extLst>
            </p:cNvPr>
            <p:cNvSpPr>
              <a:spLocks noGrp="1"/>
            </p:cNvSpPr>
            <p:nvPr/>
          </p:nvSpPr>
          <p:spPr>
            <a:xfrm>
              <a:off x="23369588" y="6847284"/>
              <a:ext cx="709613" cy="5953"/>
            </a:xfrm>
            <a:prstGeom prst="rect">
              <a:avLst/>
            </a:prstGeom>
            <a:solidFill>
              <a:srgbClr val="81C9BA"/>
            </a:solidFill>
            <a:ln w="0">
              <a:noFill/>
              <a:prstDash val="solid"/>
            </a:ln>
          </p:spPr>
        </p:sp>
        <p:sp>
          <p:nvSpPr>
            <p:cNvPr id="3027" name="four:temporal-output:rotated-tₙ-cell-53:3027">
              <a:extLst>
                <a:ext uri="{FF2B5EF4-FFF2-40B4-BE49-F238E27FC236}">
                  <ns2:creationId id="{3D062242-0B54-4592-857B-84842C5EBC3E}"/>
                </a:ext>
              </a:extLst>
            </p:cNvPr>
            <p:cNvSpPr>
              <a:spLocks noGrp="1"/>
            </p:cNvSpPr>
            <p:nvPr/>
          </p:nvSpPr>
          <p:spPr>
            <a:xfrm>
              <a:off x="23369588" y="6841331"/>
              <a:ext cx="709613" cy="5953"/>
            </a:xfrm>
            <a:prstGeom prst="rect">
              <a:avLst/>
            </a:prstGeom>
            <a:solidFill>
              <a:srgbClr val="81C9BA"/>
            </a:solidFill>
            <a:ln w="0">
              <a:noFill/>
              <a:prstDash val="solid"/>
            </a:ln>
          </p:spPr>
        </p:sp>
        <p:sp>
          <p:nvSpPr>
            <p:cNvPr id="3028" name="four:temporal-output:rotated-tₙ-cell-54:3028">
              <a:extLst>
                <a:ext uri="{FF2B5EF4-FFF2-40B4-BE49-F238E27FC236}">
                  <ns2:creationId id="{50E36303-870A-4FB3-874A-F042E26E21B8}"/>
                </a:ext>
              </a:extLst>
            </p:cNvPr>
            <p:cNvSpPr>
              <a:spLocks noGrp="1"/>
            </p:cNvSpPr>
            <p:nvPr/>
          </p:nvSpPr>
          <p:spPr>
            <a:xfrm>
              <a:off x="23369588" y="6835378"/>
              <a:ext cx="709613" cy="5953"/>
            </a:xfrm>
            <a:prstGeom prst="rect">
              <a:avLst/>
            </a:prstGeom>
            <a:solidFill>
              <a:srgbClr val="81C9BA"/>
            </a:solidFill>
            <a:ln w="0">
              <a:noFill/>
              <a:prstDash val="solid"/>
            </a:ln>
          </p:spPr>
        </p:sp>
        <p:sp>
          <p:nvSpPr>
            <p:cNvPr id="3029" name="four:temporal-output:rotated-tₙ-cell-55:3029">
              <a:extLst>
                <a:ext uri="{FF2B5EF4-FFF2-40B4-BE49-F238E27FC236}">
                  <ns2:creationId id="{9FEC1A3B-64E5-41FA-BA9F-2188039ACB3D}"/>
                </a:ext>
              </a:extLst>
            </p:cNvPr>
            <p:cNvSpPr>
              <a:spLocks noGrp="1"/>
            </p:cNvSpPr>
            <p:nvPr/>
          </p:nvSpPr>
          <p:spPr>
            <a:xfrm>
              <a:off x="23369588" y="6829425"/>
              <a:ext cx="709613" cy="5953"/>
            </a:xfrm>
            <a:prstGeom prst="rect">
              <a:avLst/>
            </a:prstGeom>
            <a:solidFill>
              <a:srgbClr val="81C9BA"/>
            </a:solidFill>
            <a:ln w="0">
              <a:noFill/>
              <a:prstDash val="solid"/>
            </a:ln>
          </p:spPr>
        </p:sp>
        <p:sp>
          <p:nvSpPr>
            <p:cNvPr id="3030" name="four:temporal-output:rotated-tₙ-cell-56:3030">
              <a:extLst>
                <a:ext uri="{FF2B5EF4-FFF2-40B4-BE49-F238E27FC236}">
                  <ns2:creationId id="{69A12AE2-68AA-48CD-B27E-427FF4681B27}"/>
                </a:ext>
              </a:extLst>
            </p:cNvPr>
            <p:cNvSpPr>
              <a:spLocks noGrp="1"/>
            </p:cNvSpPr>
            <p:nvPr/>
          </p:nvSpPr>
          <p:spPr>
            <a:xfrm>
              <a:off x="23369588" y="6823472"/>
              <a:ext cx="709613" cy="5953"/>
            </a:xfrm>
            <a:prstGeom prst="rect">
              <a:avLst/>
            </a:prstGeom>
            <a:solidFill>
              <a:srgbClr val="81C9BA"/>
            </a:solidFill>
            <a:ln w="0">
              <a:noFill/>
              <a:prstDash val="solid"/>
            </a:ln>
          </p:spPr>
        </p:sp>
        <p:sp>
          <p:nvSpPr>
            <p:cNvPr id="3031" name="four:temporal-output:rotated-tₙ-cell-57:3031">
              <a:extLst>
                <a:ext uri="{FF2B5EF4-FFF2-40B4-BE49-F238E27FC236}">
                  <ns2:creationId id="{7DF97B29-34E3-4DD2-8BA8-1B4064FCAC15}"/>
                </a:ext>
              </a:extLst>
            </p:cNvPr>
            <p:cNvSpPr>
              <a:spLocks noGrp="1"/>
            </p:cNvSpPr>
            <p:nvPr/>
          </p:nvSpPr>
          <p:spPr>
            <a:xfrm>
              <a:off x="23369588" y="6817519"/>
              <a:ext cx="709613" cy="5953"/>
            </a:xfrm>
            <a:prstGeom prst="rect">
              <a:avLst/>
            </a:prstGeom>
            <a:solidFill>
              <a:srgbClr val="81C9BA"/>
            </a:solidFill>
            <a:ln w="0">
              <a:noFill/>
              <a:prstDash val="solid"/>
            </a:ln>
          </p:spPr>
        </p:sp>
        <p:sp>
          <p:nvSpPr>
            <p:cNvPr id="3032" name="four:temporal-output:rotated-tₙ-cell-58:3032">
              <a:extLst>
                <a:ext uri="{FF2B5EF4-FFF2-40B4-BE49-F238E27FC236}">
                  <ns2:creationId id="{AFA08EFA-B945-4DD7-AF1A-B4111F706733}"/>
                </a:ext>
              </a:extLst>
            </p:cNvPr>
            <p:cNvSpPr>
              <a:spLocks noGrp="1"/>
            </p:cNvSpPr>
            <p:nvPr/>
          </p:nvSpPr>
          <p:spPr>
            <a:xfrm>
              <a:off x="23369588" y="6811566"/>
              <a:ext cx="709613" cy="5953"/>
            </a:xfrm>
            <a:prstGeom prst="rect">
              <a:avLst/>
            </a:prstGeom>
            <a:solidFill>
              <a:srgbClr val="81C9BA"/>
            </a:solidFill>
            <a:ln w="0">
              <a:noFill/>
              <a:prstDash val="solid"/>
            </a:ln>
          </p:spPr>
        </p:sp>
        <p:sp>
          <p:nvSpPr>
            <p:cNvPr id="3033" name="four:temporal-output:rotated-tₙ-cell-59:3033">
              <a:extLst>
                <a:ext uri="{FF2B5EF4-FFF2-40B4-BE49-F238E27FC236}">
                  <ns2:creationId id="{DE75FEDD-BFFB-40DB-BE7E-E11DDCF34DDA}"/>
                </a:ext>
              </a:extLst>
            </p:cNvPr>
            <p:cNvSpPr>
              <a:spLocks noGrp="1"/>
            </p:cNvSpPr>
            <p:nvPr/>
          </p:nvSpPr>
          <p:spPr>
            <a:xfrm>
              <a:off x="23369588" y="6805613"/>
              <a:ext cx="709613" cy="5953"/>
            </a:xfrm>
            <a:prstGeom prst="rect">
              <a:avLst/>
            </a:prstGeom>
            <a:solidFill>
              <a:srgbClr val="81C9BA"/>
            </a:solidFill>
            <a:ln w="0">
              <a:noFill/>
              <a:prstDash val="solid"/>
            </a:ln>
          </p:spPr>
        </p:sp>
        <p:sp>
          <p:nvSpPr>
            <p:cNvPr id="3034" name="four:temporal-output:rotated-tₙ-cell-60:3034">
              <a:extLst>
                <a:ext uri="{FF2B5EF4-FFF2-40B4-BE49-F238E27FC236}">
                  <ns2:creationId id="{BE5F6E2C-7ED0-4EC1-97BA-579056332260}"/>
                </a:ext>
              </a:extLst>
            </p:cNvPr>
            <p:cNvSpPr>
              <a:spLocks noGrp="1"/>
            </p:cNvSpPr>
            <p:nvPr/>
          </p:nvSpPr>
          <p:spPr>
            <a:xfrm>
              <a:off x="23369588" y="6799659"/>
              <a:ext cx="709613" cy="5953"/>
            </a:xfrm>
            <a:prstGeom prst="rect">
              <a:avLst/>
            </a:prstGeom>
            <a:solidFill>
              <a:srgbClr val="7EC8B9"/>
            </a:solidFill>
            <a:ln w="0">
              <a:noFill/>
              <a:prstDash val="solid"/>
            </a:ln>
          </p:spPr>
        </p:sp>
        <p:sp>
          <p:nvSpPr>
            <p:cNvPr id="3035" name="four:temporal-output:rotated-tₙ-cell-61:3035">
              <a:extLst>
                <a:ext uri="{FF2B5EF4-FFF2-40B4-BE49-F238E27FC236}">
                  <ns2:creationId id="{0285648D-DAC7-4FDC-ADEB-0D5607393781}"/>
                </a:ext>
              </a:extLst>
            </p:cNvPr>
            <p:cNvSpPr>
              <a:spLocks noGrp="1"/>
            </p:cNvSpPr>
            <p:nvPr/>
          </p:nvSpPr>
          <p:spPr>
            <a:xfrm>
              <a:off x="23369588" y="6793706"/>
              <a:ext cx="709613" cy="5953"/>
            </a:xfrm>
            <a:prstGeom prst="rect">
              <a:avLst/>
            </a:prstGeom>
            <a:solidFill>
              <a:srgbClr val="70C4B1"/>
            </a:solidFill>
            <a:ln w="0">
              <a:noFill/>
              <a:prstDash val="solid"/>
            </a:ln>
          </p:spPr>
        </p:sp>
        <p:sp>
          <p:nvSpPr>
            <p:cNvPr id="3036" name="four:temporal-output:rotated-tₙ-cell-62:3036">
              <a:extLst>
                <a:ext uri="{FF2B5EF4-FFF2-40B4-BE49-F238E27FC236}">
                  <ns2:creationId id="{CB4E4560-A665-4C85-8DAF-606069EF5FE3}"/>
                </a:ext>
              </a:extLst>
            </p:cNvPr>
            <p:cNvSpPr>
              <a:spLocks noGrp="1"/>
            </p:cNvSpPr>
            <p:nvPr/>
          </p:nvSpPr>
          <p:spPr>
            <a:xfrm>
              <a:off x="23369588" y="6787753"/>
              <a:ext cx="709613" cy="5953"/>
            </a:xfrm>
            <a:prstGeom prst="rect">
              <a:avLst/>
            </a:prstGeom>
            <a:solidFill>
              <a:srgbClr val="5CBDA6"/>
            </a:solidFill>
            <a:ln w="0">
              <a:noFill/>
              <a:prstDash val="solid"/>
            </a:ln>
          </p:spPr>
        </p:sp>
        <p:sp>
          <p:nvSpPr>
            <p:cNvPr id="3037" name="four:temporal-output:rotated-tₙ-cell-63:3037">
              <a:extLst>
                <a:ext uri="{FF2B5EF4-FFF2-40B4-BE49-F238E27FC236}">
                  <ns2:creationId id="{A14E4EC2-D5AA-46CB-A539-45101EF49225}"/>
                </a:ext>
              </a:extLst>
            </p:cNvPr>
            <p:cNvSpPr>
              <a:spLocks noGrp="1"/>
            </p:cNvSpPr>
            <p:nvPr/>
          </p:nvSpPr>
          <p:spPr>
            <a:xfrm>
              <a:off x="23369588" y="6781800"/>
              <a:ext cx="709613" cy="5953"/>
            </a:xfrm>
            <a:prstGeom prst="rect">
              <a:avLst/>
            </a:prstGeom>
            <a:solidFill>
              <a:srgbClr val="42B498"/>
            </a:solidFill>
            <a:ln w="0">
              <a:noFill/>
              <a:prstDash val="solid"/>
            </a:ln>
          </p:spPr>
        </p:sp>
        <p:sp>
          <p:nvSpPr>
            <p:cNvPr id="3038" name="four:temporal-output:rotated-tₙ-cell-64:3038">
              <a:extLst>
                <a:ext uri="{FF2B5EF4-FFF2-40B4-BE49-F238E27FC236}">
                  <ns2:creationId id="{0EFCD9B2-231F-4348-A1B1-8C126D5919D3}"/>
                </a:ext>
              </a:extLst>
            </p:cNvPr>
            <p:cNvSpPr>
              <a:spLocks noGrp="1"/>
            </p:cNvSpPr>
            <p:nvPr/>
          </p:nvSpPr>
          <p:spPr>
            <a:xfrm>
              <a:off x="23369588" y="6775847"/>
              <a:ext cx="709613" cy="5953"/>
            </a:xfrm>
            <a:prstGeom prst="rect">
              <a:avLst/>
            </a:prstGeom>
            <a:solidFill>
              <a:srgbClr val="2AAC8A"/>
            </a:solidFill>
            <a:ln w="0">
              <a:noFill/>
              <a:prstDash val="solid"/>
            </a:ln>
          </p:spPr>
        </p:sp>
        <p:sp>
          <p:nvSpPr>
            <p:cNvPr id="3039" name="four:temporal-output:rotated-tₙ-cell-65:3039">
              <a:extLst>
                <a:ext uri="{FF2B5EF4-FFF2-40B4-BE49-F238E27FC236}">
                  <ns2:creationId id="{3AF30C96-62EA-4977-B2A5-3E8421F0730C}"/>
                </a:ext>
              </a:extLst>
            </p:cNvPr>
            <p:cNvSpPr>
              <a:spLocks noGrp="1"/>
            </p:cNvSpPr>
            <p:nvPr/>
          </p:nvSpPr>
          <p:spPr>
            <a:xfrm>
              <a:off x="23369588" y="6769894"/>
              <a:ext cx="709613" cy="5953"/>
            </a:xfrm>
            <a:prstGeom prst="rect">
              <a:avLst/>
            </a:prstGeom>
            <a:solidFill>
              <a:srgbClr val="15A57F"/>
            </a:solidFill>
            <a:ln w="0">
              <a:noFill/>
              <a:prstDash val="solid"/>
            </a:ln>
          </p:spPr>
        </p:sp>
        <p:sp>
          <p:nvSpPr>
            <p:cNvPr id="3040" name="four:temporal-output:rotated-tₙ-cell-66:3040">
              <a:extLst>
                <a:ext uri="{FF2B5EF4-FFF2-40B4-BE49-F238E27FC236}">
                  <ns2:creationId id="{60B8586F-D480-44DD-9CCF-A80C797F07C4}"/>
                </a:ext>
              </a:extLst>
            </p:cNvPr>
            <p:cNvSpPr>
              <a:spLocks noGrp="1"/>
            </p:cNvSpPr>
            <p:nvPr/>
          </p:nvSpPr>
          <p:spPr>
            <a:xfrm>
              <a:off x="23369588" y="6763941"/>
              <a:ext cx="709613" cy="5953"/>
            </a:xfrm>
            <a:prstGeom prst="rect">
              <a:avLst/>
            </a:prstGeom>
            <a:solidFill>
              <a:srgbClr val="05A076"/>
            </a:solidFill>
            <a:ln w="0">
              <a:noFill/>
              <a:prstDash val="solid"/>
            </a:ln>
          </p:spPr>
        </p:sp>
        <p:sp>
          <p:nvSpPr>
            <p:cNvPr id="3041" name="four:temporal-output:rotated-tₙ-cell-67:3041">
              <a:extLst>
                <a:ext uri="{FF2B5EF4-FFF2-40B4-BE49-F238E27FC236}">
                  <ns2:creationId id="{D6924ECC-CD05-4C36-8756-604A92197AC1}"/>
                </a:ext>
              </a:extLst>
            </p:cNvPr>
            <p:cNvSpPr>
              <a:spLocks noGrp="1"/>
            </p:cNvSpPr>
            <p:nvPr/>
          </p:nvSpPr>
          <p:spPr>
            <a:xfrm>
              <a:off x="23369588" y="6757988"/>
              <a:ext cx="709613" cy="5953"/>
            </a:xfrm>
            <a:prstGeom prst="rect">
              <a:avLst/>
            </a:prstGeom>
            <a:solidFill>
              <a:srgbClr val="009E73"/>
            </a:solidFill>
            <a:ln w="0">
              <a:noFill/>
              <a:prstDash val="solid"/>
            </a:ln>
          </p:spPr>
        </p:sp>
        <p:sp>
          <p:nvSpPr>
            <p:cNvPr id="3042" name="four:temporal-output:rotated-tₙ-cell-68:3042">
              <a:extLst>
                <a:ext uri="{FF2B5EF4-FFF2-40B4-BE49-F238E27FC236}">
                  <ns2:creationId id="{7DF9112B-1465-4FFF-96C1-37098D6208B7}"/>
                </a:ext>
              </a:extLst>
            </p:cNvPr>
            <p:cNvSpPr>
              <a:spLocks noGrp="1"/>
            </p:cNvSpPr>
            <p:nvPr/>
          </p:nvSpPr>
          <p:spPr>
            <a:xfrm>
              <a:off x="23369588" y="6752034"/>
              <a:ext cx="709613" cy="5953"/>
            </a:xfrm>
            <a:prstGeom prst="rect">
              <a:avLst/>
            </a:prstGeom>
            <a:solidFill>
              <a:srgbClr val="009E73"/>
            </a:solidFill>
            <a:ln w="0">
              <a:noFill/>
              <a:prstDash val="solid"/>
            </a:ln>
          </p:spPr>
        </p:sp>
        <p:sp>
          <p:nvSpPr>
            <p:cNvPr id="3043" name="four:temporal-output:rotated-tₙ-cell-69:3043">
              <a:extLst>
                <a:ext uri="{FF2B5EF4-FFF2-40B4-BE49-F238E27FC236}">
                  <ns2:creationId id="{1401B52F-4282-4DB7-90AD-835499416B8E}"/>
                </a:ext>
              </a:extLst>
            </p:cNvPr>
            <p:cNvSpPr>
              <a:spLocks noGrp="1"/>
            </p:cNvSpPr>
            <p:nvPr/>
          </p:nvSpPr>
          <p:spPr>
            <a:xfrm>
              <a:off x="23369588" y="6746081"/>
              <a:ext cx="709613" cy="5953"/>
            </a:xfrm>
            <a:prstGeom prst="rect">
              <a:avLst/>
            </a:prstGeom>
            <a:solidFill>
              <a:srgbClr val="009E73"/>
            </a:solidFill>
            <a:ln w="0">
              <a:noFill/>
              <a:prstDash val="solid"/>
            </a:ln>
          </p:spPr>
        </p:sp>
        <p:sp>
          <p:nvSpPr>
            <p:cNvPr id="3044" name="four:temporal-output:rotated-tₙ-cell-70:3044">
              <a:extLst>
                <a:ext uri="{FF2B5EF4-FFF2-40B4-BE49-F238E27FC236}">
                  <ns2:creationId id="{15DA2C15-41AC-4F6C-A045-79729BEF1B1F}"/>
                </a:ext>
              </a:extLst>
            </p:cNvPr>
            <p:cNvSpPr>
              <a:spLocks noGrp="1"/>
            </p:cNvSpPr>
            <p:nvPr/>
          </p:nvSpPr>
          <p:spPr>
            <a:xfrm>
              <a:off x="23369588" y="6740128"/>
              <a:ext cx="709613" cy="5953"/>
            </a:xfrm>
            <a:prstGeom prst="rect">
              <a:avLst/>
            </a:prstGeom>
            <a:solidFill>
              <a:srgbClr val="009E73"/>
            </a:solidFill>
            <a:ln w="0">
              <a:noFill/>
              <a:prstDash val="solid"/>
            </a:ln>
          </p:spPr>
        </p:sp>
        <p:sp>
          <p:nvSpPr>
            <p:cNvPr id="3045" name="four:temporal-output:rotated-tₙ-cell-71:3045">
              <a:extLst>
                <a:ext uri="{FF2B5EF4-FFF2-40B4-BE49-F238E27FC236}">
                  <ns2:creationId id="{185D4AB6-E3AE-4C7F-B5D5-99CF3446BFBF}"/>
                </a:ext>
              </a:extLst>
            </p:cNvPr>
            <p:cNvSpPr>
              <a:spLocks noGrp="1"/>
            </p:cNvSpPr>
            <p:nvPr/>
          </p:nvSpPr>
          <p:spPr>
            <a:xfrm>
              <a:off x="23369588" y="6734175"/>
              <a:ext cx="709613" cy="5953"/>
            </a:xfrm>
            <a:prstGeom prst="rect">
              <a:avLst/>
            </a:prstGeom>
            <a:solidFill>
              <a:srgbClr val="009E73"/>
            </a:solidFill>
            <a:ln w="0">
              <a:noFill/>
              <a:prstDash val="solid"/>
            </a:ln>
          </p:spPr>
        </p:sp>
        <p:sp>
          <p:nvSpPr>
            <p:cNvPr id="3046" name="four:temporal-output:rotated-tₙ-cell-72:3046">
              <a:extLst>
                <a:ext uri="{FF2B5EF4-FFF2-40B4-BE49-F238E27FC236}">
                  <ns2:creationId id="{5DA88FB9-9E0F-4124-99A5-A8842B106103}"/>
                </a:ext>
              </a:extLst>
            </p:cNvPr>
            <p:cNvSpPr>
              <a:spLocks noGrp="1"/>
            </p:cNvSpPr>
            <p:nvPr/>
          </p:nvSpPr>
          <p:spPr>
            <a:xfrm>
              <a:off x="23369588" y="6728222"/>
              <a:ext cx="709613" cy="5953"/>
            </a:xfrm>
            <a:prstGeom prst="rect">
              <a:avLst/>
            </a:prstGeom>
            <a:solidFill>
              <a:srgbClr val="009E73"/>
            </a:solidFill>
            <a:ln w="0">
              <a:noFill/>
              <a:prstDash val="solid"/>
            </a:ln>
          </p:spPr>
        </p:sp>
        <p:sp>
          <p:nvSpPr>
            <p:cNvPr id="3047" name="four:temporal-output:rotated-tₙ-cell-73:3047">
              <a:extLst>
                <a:ext uri="{FF2B5EF4-FFF2-40B4-BE49-F238E27FC236}">
                  <ns2:creationId id="{F22C0DE6-2EB7-4F65-8FE9-CA7936DB29C0}"/>
                </a:ext>
              </a:extLst>
            </p:cNvPr>
            <p:cNvSpPr>
              <a:spLocks noGrp="1"/>
            </p:cNvSpPr>
            <p:nvPr/>
          </p:nvSpPr>
          <p:spPr>
            <a:xfrm>
              <a:off x="23369588" y="6722269"/>
              <a:ext cx="709613" cy="5953"/>
            </a:xfrm>
            <a:prstGeom prst="rect">
              <a:avLst/>
            </a:prstGeom>
            <a:solidFill>
              <a:srgbClr val="009E73"/>
            </a:solidFill>
            <a:ln w="0">
              <a:noFill/>
              <a:prstDash val="solid"/>
            </a:ln>
          </p:spPr>
        </p:sp>
        <p:sp>
          <p:nvSpPr>
            <p:cNvPr id="3048" name="four:temporal-output:rotated-tₙ-cell-74:3048">
              <a:extLst>
                <a:ext uri="{FF2B5EF4-FFF2-40B4-BE49-F238E27FC236}">
                  <ns2:creationId id="{B6633673-4E37-4E88-BEEE-6E52962416FE}"/>
                </a:ext>
              </a:extLst>
            </p:cNvPr>
            <p:cNvSpPr>
              <a:spLocks noGrp="1"/>
            </p:cNvSpPr>
            <p:nvPr/>
          </p:nvSpPr>
          <p:spPr>
            <a:xfrm>
              <a:off x="23369588" y="6716316"/>
              <a:ext cx="709613" cy="5953"/>
            </a:xfrm>
            <a:prstGeom prst="rect">
              <a:avLst/>
            </a:prstGeom>
            <a:solidFill>
              <a:srgbClr val="009E73"/>
            </a:solidFill>
            <a:ln w="0">
              <a:noFill/>
              <a:prstDash val="solid"/>
            </a:ln>
          </p:spPr>
        </p:sp>
        <p:sp>
          <p:nvSpPr>
            <p:cNvPr id="3049" name="four:temporal-output:rotated-tₙ-cell-75:3049">
              <a:extLst>
                <a:ext uri="{FF2B5EF4-FFF2-40B4-BE49-F238E27FC236}">
                  <ns2:creationId id="{99300A0C-7BB0-4E28-B70E-762ED38A9D31}"/>
                </a:ext>
              </a:extLst>
            </p:cNvPr>
            <p:cNvSpPr>
              <a:spLocks noGrp="1"/>
            </p:cNvSpPr>
            <p:nvPr/>
          </p:nvSpPr>
          <p:spPr>
            <a:xfrm>
              <a:off x="23369588" y="6710363"/>
              <a:ext cx="709613" cy="5953"/>
            </a:xfrm>
            <a:prstGeom prst="rect">
              <a:avLst/>
            </a:prstGeom>
            <a:solidFill>
              <a:srgbClr val="009E73"/>
            </a:solidFill>
            <a:ln w="0">
              <a:noFill/>
              <a:prstDash val="solid"/>
            </a:ln>
          </p:spPr>
        </p:sp>
        <p:sp>
          <p:nvSpPr>
            <p:cNvPr id="3050" name="four:temporal-output:rotated-tₙ-cell-76:3050">
              <a:extLst>
                <a:ext uri="{FF2B5EF4-FFF2-40B4-BE49-F238E27FC236}">
                  <ns2:creationId id="{1723AE7E-5B6A-48BE-98AD-BD4B342A06EC}"/>
                </a:ext>
              </a:extLst>
            </p:cNvPr>
            <p:cNvSpPr>
              <a:spLocks noGrp="1"/>
            </p:cNvSpPr>
            <p:nvPr/>
          </p:nvSpPr>
          <p:spPr>
            <a:xfrm>
              <a:off x="23369588" y="6704409"/>
              <a:ext cx="709613" cy="5953"/>
            </a:xfrm>
            <a:prstGeom prst="rect">
              <a:avLst/>
            </a:prstGeom>
            <a:solidFill>
              <a:srgbClr val="009E73"/>
            </a:solidFill>
            <a:ln w="0">
              <a:noFill/>
              <a:prstDash val="solid"/>
            </a:ln>
          </p:spPr>
        </p:sp>
        <p:sp>
          <p:nvSpPr>
            <p:cNvPr id="3051" name="four:temporal-output:rotated-tₙ-cell-77:3051">
              <a:extLst>
                <a:ext uri="{FF2B5EF4-FFF2-40B4-BE49-F238E27FC236}">
                  <ns2:creationId id="{B47853D0-5DAA-4A48-AC4B-05AF9411E03D}"/>
                </a:ext>
              </a:extLst>
            </p:cNvPr>
            <p:cNvSpPr>
              <a:spLocks noGrp="1"/>
            </p:cNvSpPr>
            <p:nvPr/>
          </p:nvSpPr>
          <p:spPr>
            <a:xfrm>
              <a:off x="23369588" y="6698456"/>
              <a:ext cx="709613" cy="5953"/>
            </a:xfrm>
            <a:prstGeom prst="rect">
              <a:avLst/>
            </a:prstGeom>
            <a:solidFill>
              <a:srgbClr val="09A178"/>
            </a:solidFill>
            <a:ln w="0">
              <a:noFill/>
              <a:prstDash val="solid"/>
            </a:ln>
          </p:spPr>
        </p:sp>
        <p:sp>
          <p:nvSpPr>
            <p:cNvPr id="3052" name="four:temporal-output:rotated-tₙ-cell-78:3052">
              <a:extLst>
                <a:ext uri="{FF2B5EF4-FFF2-40B4-BE49-F238E27FC236}">
                  <ns2:creationId id="{B42FD5EA-AAC3-4553-94A0-459F5A525177}"/>
                </a:ext>
              </a:extLst>
            </p:cNvPr>
            <p:cNvSpPr>
              <a:spLocks noGrp="1"/>
            </p:cNvSpPr>
            <p:nvPr/>
          </p:nvSpPr>
          <p:spPr>
            <a:xfrm>
              <a:off x="23369588" y="6692503"/>
              <a:ext cx="709613" cy="5953"/>
            </a:xfrm>
            <a:prstGeom prst="rect">
              <a:avLst/>
            </a:prstGeom>
            <a:solidFill>
              <a:srgbClr val="24AA87"/>
            </a:solidFill>
            <a:ln w="0">
              <a:noFill/>
              <a:prstDash val="solid"/>
            </a:ln>
          </p:spPr>
        </p:sp>
        <p:sp>
          <p:nvSpPr>
            <p:cNvPr id="3053" name="four:temporal-output:rotated-tₙ-cell-79:3053">
              <a:extLst>
                <a:ext uri="{FF2B5EF4-FFF2-40B4-BE49-F238E27FC236}">
                  <ns2:creationId id="{ABD68855-001C-4E8F-8507-F27664C4B369}"/>
                </a:ext>
              </a:extLst>
            </p:cNvPr>
            <p:cNvSpPr>
              <a:spLocks noGrp="1"/>
            </p:cNvSpPr>
            <p:nvPr/>
          </p:nvSpPr>
          <p:spPr>
            <a:xfrm>
              <a:off x="23369588" y="6686550"/>
              <a:ext cx="709613" cy="5953"/>
            </a:xfrm>
            <a:prstGeom prst="rect">
              <a:avLst/>
            </a:prstGeom>
            <a:solidFill>
              <a:srgbClr val="49B69B"/>
            </a:solidFill>
            <a:ln w="0">
              <a:noFill/>
              <a:prstDash val="solid"/>
            </a:ln>
          </p:spPr>
        </p:sp>
        <p:sp>
          <p:nvSpPr>
            <p:cNvPr id="3054" name="four:temporal-output:rotated-tₙ-cell-80:3054">
              <a:extLst>
                <a:ext uri="{FF2B5EF4-FFF2-40B4-BE49-F238E27FC236}">
                  <ns2:creationId id="{F65F800D-0EBD-47CB-B51B-05655C7B43F2}"/>
                </a:ext>
              </a:extLst>
            </p:cNvPr>
            <p:cNvSpPr>
              <a:spLocks noGrp="1"/>
            </p:cNvSpPr>
            <p:nvPr/>
          </p:nvSpPr>
          <p:spPr>
            <a:xfrm>
              <a:off x="23369588" y="6680597"/>
              <a:ext cx="709613" cy="5953"/>
            </a:xfrm>
            <a:prstGeom prst="rect">
              <a:avLst/>
            </a:prstGeom>
            <a:solidFill>
              <a:srgbClr val="72C4B2"/>
            </a:solidFill>
            <a:ln w="0">
              <a:noFill/>
              <a:prstDash val="solid"/>
            </a:ln>
          </p:spPr>
        </p:sp>
        <p:sp>
          <p:nvSpPr>
            <p:cNvPr id="3055" name="four:temporal-output:rotated-tₙ-cell-81:3055">
              <a:extLst>
                <a:ext uri="{FF2B5EF4-FFF2-40B4-BE49-F238E27FC236}">
                  <ns2:creationId id="{E4E5A345-7143-4C0E-8ABA-22E11E9F92D0}"/>
                </a:ext>
              </a:extLst>
            </p:cNvPr>
            <p:cNvSpPr>
              <a:spLocks noGrp="1"/>
            </p:cNvSpPr>
            <p:nvPr/>
          </p:nvSpPr>
          <p:spPr>
            <a:xfrm>
              <a:off x="23369588" y="6674644"/>
              <a:ext cx="709613" cy="5953"/>
            </a:xfrm>
            <a:prstGeom prst="rect">
              <a:avLst/>
            </a:prstGeom>
            <a:solidFill>
              <a:srgbClr val="9CD3CA"/>
            </a:solidFill>
            <a:ln w="0">
              <a:noFill/>
              <a:prstDash val="solid"/>
            </a:ln>
          </p:spPr>
        </p:sp>
        <p:sp>
          <p:nvSpPr>
            <p:cNvPr id="3056" name="four:temporal-output:rotated-tₙ-cell-82:3056">
              <a:extLst>
                <a:ext uri="{FF2B5EF4-FFF2-40B4-BE49-F238E27FC236}">
                  <ns2:creationId id="{6A700F97-0DA0-437D-B64E-054F5462329C}"/>
                </a:ext>
              </a:extLst>
            </p:cNvPr>
            <p:cNvSpPr>
              <a:spLocks noGrp="1"/>
            </p:cNvSpPr>
            <p:nvPr/>
          </p:nvSpPr>
          <p:spPr>
            <a:xfrm>
              <a:off x="23369588" y="6668691"/>
              <a:ext cx="709613" cy="5953"/>
            </a:xfrm>
            <a:prstGeom prst="rect">
              <a:avLst/>
            </a:prstGeom>
            <a:solidFill>
              <a:srgbClr val="D3DAE6"/>
            </a:solidFill>
            <a:ln w="0">
              <a:noFill/>
              <a:prstDash val="solid"/>
            </a:ln>
          </p:spPr>
        </p:sp>
        <p:sp>
          <p:nvSpPr>
            <p:cNvPr id="3057" name="four:temporal-output:rotated-tₙ-cell-83:3057">
              <a:extLst>
                <a:ext uri="{FF2B5EF4-FFF2-40B4-BE49-F238E27FC236}">
                  <ns2:creationId id="{A3282F83-64B4-4CE4-8D0B-5F56176355B0}"/>
                </a:ext>
              </a:extLst>
            </p:cNvPr>
            <p:cNvSpPr>
              <a:spLocks noGrp="1"/>
            </p:cNvSpPr>
            <p:nvPr/>
          </p:nvSpPr>
          <p:spPr>
            <a:xfrm>
              <a:off x="23369588" y="6662738"/>
              <a:ext cx="709613" cy="5953"/>
            </a:xfrm>
            <a:prstGeom prst="rect">
              <a:avLst/>
            </a:prstGeom>
            <a:solidFill>
              <a:srgbClr val="DAE5EC"/>
            </a:solidFill>
            <a:ln w="0">
              <a:noFill/>
              <a:prstDash val="solid"/>
            </a:ln>
          </p:spPr>
        </p:sp>
        <p:sp>
          <p:nvSpPr>
            <p:cNvPr id="3058" name="four:temporal-output:rotated-tₙ-cell-84:3058">
              <a:extLst>
                <a:ext uri="{FF2B5EF4-FFF2-40B4-BE49-F238E27FC236}">
                  <ns2:creationId id="{382617E4-B3DD-4A98-A19F-948C39032900}"/>
                </a:ext>
              </a:extLst>
            </p:cNvPr>
            <p:cNvSpPr>
              <a:spLocks noGrp="1"/>
            </p:cNvSpPr>
            <p:nvPr/>
          </p:nvSpPr>
          <p:spPr>
            <a:xfrm>
              <a:off x="23369588" y="6656784"/>
              <a:ext cx="709613" cy="5953"/>
            </a:xfrm>
            <a:prstGeom prst="rect">
              <a:avLst/>
            </a:prstGeom>
            <a:solidFill>
              <a:srgbClr val="DCE8ED"/>
            </a:solidFill>
            <a:ln w="0">
              <a:noFill/>
              <a:prstDash val="solid"/>
            </a:ln>
          </p:spPr>
        </p:sp>
        <p:sp>
          <p:nvSpPr>
            <p:cNvPr id="3059" name="four:temporal-output:rotated-tₙ-cell-85:3059">
              <a:extLst>
                <a:ext uri="{FF2B5EF4-FFF2-40B4-BE49-F238E27FC236}">
                  <ns2:creationId id="{A59EEECE-992B-4BAD-AB7F-70BD8426B504}"/>
                </a:ext>
              </a:extLst>
            </p:cNvPr>
            <p:cNvSpPr>
              <a:spLocks noGrp="1"/>
            </p:cNvSpPr>
            <p:nvPr/>
          </p:nvSpPr>
          <p:spPr>
            <a:xfrm>
              <a:off x="23369588" y="6650831"/>
              <a:ext cx="709613" cy="5953"/>
            </a:xfrm>
            <a:prstGeom prst="rect">
              <a:avLst/>
            </a:prstGeom>
            <a:solidFill>
              <a:srgbClr val="DCE8ED"/>
            </a:solidFill>
            <a:ln w="0">
              <a:noFill/>
              <a:prstDash val="solid"/>
            </a:ln>
          </p:spPr>
        </p:sp>
        <p:sp>
          <p:nvSpPr>
            <p:cNvPr id="3060" name="four:temporal-output:rotated-tₙ-cell-86:3060">
              <a:extLst>
                <a:ext uri="{FF2B5EF4-FFF2-40B4-BE49-F238E27FC236}">
                  <ns2:creationId id="{96EE8910-2925-4BEE-9556-77BB92370F52}"/>
                </a:ext>
              </a:extLst>
            </p:cNvPr>
            <p:cNvSpPr>
              <a:spLocks noGrp="1"/>
            </p:cNvSpPr>
            <p:nvPr/>
          </p:nvSpPr>
          <p:spPr>
            <a:xfrm>
              <a:off x="23369588" y="6644878"/>
              <a:ext cx="709613" cy="5953"/>
            </a:xfrm>
            <a:prstGeom prst="rect">
              <a:avLst/>
            </a:prstGeom>
            <a:solidFill>
              <a:srgbClr val="DCE8ED"/>
            </a:solidFill>
            <a:ln w="0">
              <a:noFill/>
              <a:prstDash val="solid"/>
            </a:ln>
          </p:spPr>
        </p:sp>
        <p:sp>
          <p:nvSpPr>
            <p:cNvPr id="3061" name="four:temporal-output:rotated-tₙ-cell-87:3061">
              <a:extLst>
                <a:ext uri="{FF2B5EF4-FFF2-40B4-BE49-F238E27FC236}">
                  <ns2:creationId id="{3E9BA471-50D5-4A35-BDE2-074F7D2B5C16}"/>
                </a:ext>
              </a:extLst>
            </p:cNvPr>
            <p:cNvSpPr>
              <a:spLocks noGrp="1"/>
            </p:cNvSpPr>
            <p:nvPr/>
          </p:nvSpPr>
          <p:spPr>
            <a:xfrm>
              <a:off x="23369588" y="6638925"/>
              <a:ext cx="709613" cy="5953"/>
            </a:xfrm>
            <a:prstGeom prst="rect">
              <a:avLst/>
            </a:prstGeom>
            <a:solidFill>
              <a:srgbClr val="DCE8ED"/>
            </a:solidFill>
            <a:ln w="0">
              <a:noFill/>
              <a:prstDash val="solid"/>
            </a:ln>
          </p:spPr>
        </p:sp>
        <p:sp>
          <p:nvSpPr>
            <p:cNvPr id="3062" name="four:temporal-output:rotated-tₙ-cell-88:3062">
              <a:extLst>
                <a:ext uri="{FF2B5EF4-FFF2-40B4-BE49-F238E27FC236}">
                  <ns2:creationId id="{0102C291-C860-4643-9873-AADA7CB48A2B}"/>
                </a:ext>
              </a:extLst>
            </p:cNvPr>
            <p:cNvSpPr>
              <a:spLocks noGrp="1"/>
            </p:cNvSpPr>
            <p:nvPr/>
          </p:nvSpPr>
          <p:spPr>
            <a:xfrm>
              <a:off x="23369588" y="6632972"/>
              <a:ext cx="709613" cy="5953"/>
            </a:xfrm>
            <a:prstGeom prst="rect">
              <a:avLst/>
            </a:prstGeom>
            <a:solidFill>
              <a:srgbClr val="DCE8ED"/>
            </a:solidFill>
            <a:ln w="0">
              <a:noFill/>
              <a:prstDash val="solid"/>
            </a:ln>
          </p:spPr>
        </p:sp>
        <p:sp>
          <p:nvSpPr>
            <p:cNvPr id="3063" name="four:temporal-output:rotated-tₙ-cell-89:3063">
              <a:extLst>
                <a:ext uri="{FF2B5EF4-FFF2-40B4-BE49-F238E27FC236}">
                  <ns2:creationId id="{AEF26EFE-9B07-4498-BD05-09EF4904FAAE}"/>
                </a:ext>
              </a:extLst>
            </p:cNvPr>
            <p:cNvSpPr>
              <a:spLocks noGrp="1"/>
            </p:cNvSpPr>
            <p:nvPr/>
          </p:nvSpPr>
          <p:spPr>
            <a:xfrm>
              <a:off x="23369588" y="6627019"/>
              <a:ext cx="709613" cy="5953"/>
            </a:xfrm>
            <a:prstGeom prst="rect">
              <a:avLst/>
            </a:prstGeom>
            <a:solidFill>
              <a:srgbClr val="DCE8ED"/>
            </a:solidFill>
            <a:ln w="0">
              <a:noFill/>
              <a:prstDash val="solid"/>
            </a:ln>
          </p:spPr>
        </p:sp>
        <p:sp>
          <p:nvSpPr>
            <p:cNvPr id="3064" name="four:temporal-output:rotated-tₙ-cell-90:3064">
              <a:extLst>
                <a:ext uri="{FF2B5EF4-FFF2-40B4-BE49-F238E27FC236}">
                  <ns2:creationId id="{40BC0D17-8438-4490-AD36-D0462E0F5631}"/>
                </a:ext>
              </a:extLst>
            </p:cNvPr>
            <p:cNvSpPr>
              <a:spLocks noGrp="1"/>
            </p:cNvSpPr>
            <p:nvPr/>
          </p:nvSpPr>
          <p:spPr>
            <a:xfrm>
              <a:off x="23369588" y="6621066"/>
              <a:ext cx="709613" cy="5953"/>
            </a:xfrm>
            <a:prstGeom prst="rect">
              <a:avLst/>
            </a:prstGeom>
            <a:solidFill>
              <a:srgbClr val="DCE8ED"/>
            </a:solidFill>
            <a:ln w="0">
              <a:noFill/>
              <a:prstDash val="solid"/>
            </a:ln>
          </p:spPr>
        </p:sp>
        <p:sp>
          <p:nvSpPr>
            <p:cNvPr id="3065" name="four:temporal-output:rotated-tₙ-cell-91:3065">
              <a:extLst>
                <a:ext uri="{FF2B5EF4-FFF2-40B4-BE49-F238E27FC236}">
                  <ns2:creationId id="{947EE9A9-7731-4E74-872A-5FD63E688D18}"/>
                </a:ext>
              </a:extLst>
            </p:cNvPr>
            <p:cNvSpPr>
              <a:spLocks noGrp="1"/>
            </p:cNvSpPr>
            <p:nvPr/>
          </p:nvSpPr>
          <p:spPr>
            <a:xfrm>
              <a:off x="23369588" y="6615113"/>
              <a:ext cx="709613" cy="5953"/>
            </a:xfrm>
            <a:prstGeom prst="rect">
              <a:avLst/>
            </a:prstGeom>
            <a:solidFill>
              <a:srgbClr val="DCE8ED"/>
            </a:solidFill>
            <a:ln w="0">
              <a:noFill/>
              <a:prstDash val="solid"/>
            </a:ln>
          </p:spPr>
        </p:sp>
        <p:sp>
          <p:nvSpPr>
            <p:cNvPr id="3066" name="four:temporal-output:rotated-tₙ-cell-92:3066">
              <a:extLst>
                <a:ext uri="{FF2B5EF4-FFF2-40B4-BE49-F238E27FC236}">
                  <ns2:creationId id="{9A586D44-CB9B-4682-81B9-EDDB8AC709BB}"/>
                </a:ext>
              </a:extLst>
            </p:cNvPr>
            <p:cNvSpPr>
              <a:spLocks noGrp="1"/>
            </p:cNvSpPr>
            <p:nvPr/>
          </p:nvSpPr>
          <p:spPr>
            <a:xfrm>
              <a:off x="23369588" y="6609159"/>
              <a:ext cx="709613" cy="5953"/>
            </a:xfrm>
            <a:prstGeom prst="rect">
              <a:avLst/>
            </a:prstGeom>
            <a:solidFill>
              <a:srgbClr val="DCE8ED"/>
            </a:solidFill>
            <a:ln w="0">
              <a:noFill/>
              <a:prstDash val="solid"/>
            </a:ln>
          </p:spPr>
        </p:sp>
        <p:sp>
          <p:nvSpPr>
            <p:cNvPr id="3067" name="four:temporal-output:rotated-tₙ-cell-93:3067">
              <a:extLst>
                <a:ext uri="{FF2B5EF4-FFF2-40B4-BE49-F238E27FC236}">
                  <ns2:creationId id="{6992D2B4-0D85-4599-838B-2448E602246C}"/>
                </a:ext>
              </a:extLst>
            </p:cNvPr>
            <p:cNvSpPr>
              <a:spLocks noGrp="1"/>
            </p:cNvSpPr>
            <p:nvPr/>
          </p:nvSpPr>
          <p:spPr>
            <a:xfrm>
              <a:off x="23369588" y="6603206"/>
              <a:ext cx="709613" cy="5953"/>
            </a:xfrm>
            <a:prstGeom prst="rect">
              <a:avLst/>
            </a:prstGeom>
            <a:solidFill>
              <a:srgbClr val="DCE8ED"/>
            </a:solidFill>
            <a:ln w="0">
              <a:noFill/>
              <a:prstDash val="solid"/>
            </a:ln>
          </p:spPr>
        </p:sp>
        <p:sp>
          <p:nvSpPr>
            <p:cNvPr id="3068" name="four:temporal-output:rotated-tₙ-cell-94:3068">
              <a:extLst>
                <a:ext uri="{FF2B5EF4-FFF2-40B4-BE49-F238E27FC236}">
                  <ns2:creationId id="{F79F684E-5070-45F0-89C0-8F1E67EBCB2D}"/>
                </a:ext>
              </a:extLst>
            </p:cNvPr>
            <p:cNvSpPr>
              <a:spLocks noGrp="1"/>
            </p:cNvSpPr>
            <p:nvPr/>
          </p:nvSpPr>
          <p:spPr>
            <a:xfrm>
              <a:off x="23369588" y="6597253"/>
              <a:ext cx="709613" cy="5953"/>
            </a:xfrm>
            <a:prstGeom prst="rect">
              <a:avLst/>
            </a:prstGeom>
            <a:solidFill>
              <a:srgbClr val="DCE8ED"/>
            </a:solidFill>
            <a:ln w="0">
              <a:noFill/>
              <a:prstDash val="solid"/>
            </a:ln>
          </p:spPr>
        </p:sp>
        <p:sp>
          <p:nvSpPr>
            <p:cNvPr id="3069" name="four:temporal-output:rotated-tₙ-cell-95:3069">
              <a:extLst>
                <a:ext uri="{FF2B5EF4-FFF2-40B4-BE49-F238E27FC236}">
                  <ns2:creationId id="{5E549655-4ADE-444C-843C-CD041036171F}"/>
                </a:ext>
              </a:extLst>
            </p:cNvPr>
            <p:cNvSpPr>
              <a:spLocks noGrp="1"/>
            </p:cNvSpPr>
            <p:nvPr/>
          </p:nvSpPr>
          <p:spPr>
            <a:xfrm>
              <a:off x="23369588" y="6591300"/>
              <a:ext cx="709613" cy="5953"/>
            </a:xfrm>
            <a:prstGeom prst="rect">
              <a:avLst/>
            </a:prstGeom>
            <a:solidFill>
              <a:srgbClr val="DCE8ED"/>
            </a:solidFill>
            <a:ln w="0">
              <a:noFill/>
              <a:prstDash val="solid"/>
            </a:ln>
          </p:spPr>
        </p:sp>
        <p:sp>
          <p:nvSpPr>
            <p:cNvPr id="3070" name="four:temporal-output:rotated-tₙ-cell-96:3070">
              <a:extLst>
                <a:ext uri="{FF2B5EF4-FFF2-40B4-BE49-F238E27FC236}">
                  <ns2:creationId id="{45DF49CB-D159-41F1-8147-F39706B14A9C}"/>
                </a:ext>
              </a:extLst>
            </p:cNvPr>
            <p:cNvSpPr>
              <a:spLocks noGrp="1"/>
            </p:cNvSpPr>
            <p:nvPr/>
          </p:nvSpPr>
          <p:spPr>
            <a:xfrm>
              <a:off x="23369588" y="6585347"/>
              <a:ext cx="709613" cy="5953"/>
            </a:xfrm>
            <a:prstGeom prst="rect">
              <a:avLst/>
            </a:prstGeom>
            <a:solidFill>
              <a:srgbClr val="DCE8ED"/>
            </a:solidFill>
            <a:ln w="0">
              <a:noFill/>
              <a:prstDash val="solid"/>
            </a:ln>
          </p:spPr>
        </p:sp>
        <p:sp>
          <p:nvSpPr>
            <p:cNvPr id="3071" name="four:temporal-output:rotated-tₙ-cell-97:3071">
              <a:extLst>
                <a:ext uri="{FF2B5EF4-FFF2-40B4-BE49-F238E27FC236}">
                  <ns2:creationId id="{29341CF7-3E00-4C0B-BC80-2E79893AFA9E}"/>
                </a:ext>
              </a:extLst>
            </p:cNvPr>
            <p:cNvSpPr>
              <a:spLocks noGrp="1"/>
            </p:cNvSpPr>
            <p:nvPr/>
          </p:nvSpPr>
          <p:spPr>
            <a:xfrm>
              <a:off x="23369588" y="6579394"/>
              <a:ext cx="709613" cy="5953"/>
            </a:xfrm>
            <a:prstGeom prst="rect">
              <a:avLst/>
            </a:prstGeom>
            <a:solidFill>
              <a:srgbClr val="DCE8ED"/>
            </a:solidFill>
            <a:ln w="0">
              <a:noFill/>
              <a:prstDash val="solid"/>
            </a:ln>
          </p:spPr>
        </p:sp>
        <p:sp>
          <p:nvSpPr>
            <p:cNvPr id="3072" name="four:temporal-output:rotated-tₙ-cell-98:3072">
              <a:extLst>
                <a:ext uri="{FF2B5EF4-FFF2-40B4-BE49-F238E27FC236}">
                  <ns2:creationId id="{7D0AAED6-023B-45F6-9ACD-1369AF297E4C}"/>
                </a:ext>
              </a:extLst>
            </p:cNvPr>
            <p:cNvSpPr>
              <a:spLocks noGrp="1"/>
            </p:cNvSpPr>
            <p:nvPr/>
          </p:nvSpPr>
          <p:spPr>
            <a:xfrm>
              <a:off x="23369588" y="6573441"/>
              <a:ext cx="709613" cy="5953"/>
            </a:xfrm>
            <a:prstGeom prst="rect">
              <a:avLst/>
            </a:prstGeom>
            <a:solidFill>
              <a:srgbClr val="DCE8ED"/>
            </a:solidFill>
            <a:ln w="0">
              <a:noFill/>
              <a:prstDash val="solid"/>
            </a:ln>
          </p:spPr>
        </p:sp>
        <p:sp>
          <p:nvSpPr>
            <p:cNvPr id="3073" name="four:temporal-output:rotated-tₙ-cell-99:3073">
              <a:extLst>
                <a:ext uri="{FF2B5EF4-FFF2-40B4-BE49-F238E27FC236}">
                  <ns2:creationId id="{EE3C89BA-CB2E-4981-AFC8-B31315B7C55E}"/>
                </a:ext>
              </a:extLst>
            </p:cNvPr>
            <p:cNvSpPr>
              <a:spLocks noGrp="1"/>
            </p:cNvSpPr>
            <p:nvPr/>
          </p:nvSpPr>
          <p:spPr>
            <a:xfrm>
              <a:off x="23369588" y="6567488"/>
              <a:ext cx="709613" cy="5953"/>
            </a:xfrm>
            <a:prstGeom prst="rect">
              <a:avLst/>
            </a:prstGeom>
            <a:solidFill>
              <a:srgbClr val="DCE8ED"/>
            </a:solidFill>
            <a:ln w="0">
              <a:noFill/>
              <a:prstDash val="solid"/>
            </a:ln>
          </p:spPr>
        </p:sp>
        <p:sp>
          <p:nvSpPr>
            <p:cNvPr id="3074" name="four:temporal-output:rotated-tₙ-cell-100:3074">
              <a:extLst>
                <a:ext uri="{FF2B5EF4-FFF2-40B4-BE49-F238E27FC236}">
                  <ns2:creationId id="{20577225-3DA9-4374-86EA-521070B3B648}"/>
                </a:ext>
              </a:extLst>
            </p:cNvPr>
            <p:cNvSpPr>
              <a:spLocks noGrp="1"/>
            </p:cNvSpPr>
            <p:nvPr/>
          </p:nvSpPr>
          <p:spPr>
            <a:xfrm>
              <a:off x="23369588" y="6561534"/>
              <a:ext cx="709613" cy="5953"/>
            </a:xfrm>
            <a:prstGeom prst="rect">
              <a:avLst/>
            </a:prstGeom>
            <a:solidFill>
              <a:srgbClr val="DCE8ED"/>
            </a:solidFill>
            <a:ln w="0">
              <a:noFill/>
              <a:prstDash val="solid"/>
            </a:ln>
          </p:spPr>
        </p:sp>
        <p:sp>
          <p:nvSpPr>
            <p:cNvPr id="3075" name="four:temporal-output:rotated-tₙ-cell-101:3075">
              <a:extLst>
                <a:ext uri="{FF2B5EF4-FFF2-40B4-BE49-F238E27FC236}">
                  <ns2:creationId id="{7C0FEE8D-4FBF-4613-A5DD-84C149E1D2DC}"/>
                </a:ext>
              </a:extLst>
            </p:cNvPr>
            <p:cNvSpPr>
              <a:spLocks noGrp="1"/>
            </p:cNvSpPr>
            <p:nvPr/>
          </p:nvSpPr>
          <p:spPr>
            <a:xfrm>
              <a:off x="23369588" y="6555581"/>
              <a:ext cx="709613" cy="5953"/>
            </a:xfrm>
            <a:prstGeom prst="rect">
              <a:avLst/>
            </a:prstGeom>
            <a:solidFill>
              <a:srgbClr val="DCE8ED"/>
            </a:solidFill>
            <a:ln w="0">
              <a:noFill/>
              <a:prstDash val="solid"/>
            </a:ln>
          </p:spPr>
        </p:sp>
        <p:sp>
          <p:nvSpPr>
            <p:cNvPr id="3076" name="four:temporal-output:rotated-tₙ-cell-102:3076">
              <a:extLst>
                <a:ext uri="{FF2B5EF4-FFF2-40B4-BE49-F238E27FC236}">
                  <ns2:creationId id="{DB09F628-D23C-4222-B865-BCD31348F22C}"/>
                </a:ext>
              </a:extLst>
            </p:cNvPr>
            <p:cNvSpPr>
              <a:spLocks noGrp="1"/>
            </p:cNvSpPr>
            <p:nvPr/>
          </p:nvSpPr>
          <p:spPr>
            <a:xfrm>
              <a:off x="23369588" y="6549628"/>
              <a:ext cx="709613" cy="5953"/>
            </a:xfrm>
            <a:prstGeom prst="rect">
              <a:avLst/>
            </a:prstGeom>
            <a:solidFill>
              <a:srgbClr val="DCE8ED"/>
            </a:solidFill>
            <a:ln w="0">
              <a:noFill/>
              <a:prstDash val="solid"/>
            </a:ln>
          </p:spPr>
        </p:sp>
        <p:sp>
          <p:nvSpPr>
            <p:cNvPr id="3077" name="four:temporal-output:rotated-tₙ-cell-103:3077">
              <a:extLst>
                <a:ext uri="{FF2B5EF4-FFF2-40B4-BE49-F238E27FC236}">
                  <ns2:creationId id="{EFF2D95B-CFD4-4F37-9537-6AEAD3680B7F}"/>
                </a:ext>
              </a:extLst>
            </p:cNvPr>
            <p:cNvSpPr>
              <a:spLocks noGrp="1"/>
            </p:cNvSpPr>
            <p:nvPr/>
          </p:nvSpPr>
          <p:spPr>
            <a:xfrm>
              <a:off x="23369588" y="6543675"/>
              <a:ext cx="709613" cy="5953"/>
            </a:xfrm>
            <a:prstGeom prst="rect">
              <a:avLst/>
            </a:prstGeom>
            <a:solidFill>
              <a:srgbClr val="DCE8ED"/>
            </a:solidFill>
            <a:ln w="0">
              <a:noFill/>
              <a:prstDash val="solid"/>
            </a:ln>
          </p:spPr>
        </p:sp>
        <p:sp>
          <p:nvSpPr>
            <p:cNvPr id="3078" name="four:temporal-output:rotated-tₙ-cell-104:3078">
              <a:extLst>
                <a:ext uri="{FF2B5EF4-FFF2-40B4-BE49-F238E27FC236}">
                  <ns2:creationId id="{CF0AAE0D-51BD-445D-8591-FFD757547BCE}"/>
                </a:ext>
              </a:extLst>
            </p:cNvPr>
            <p:cNvSpPr>
              <a:spLocks noGrp="1"/>
            </p:cNvSpPr>
            <p:nvPr/>
          </p:nvSpPr>
          <p:spPr>
            <a:xfrm>
              <a:off x="23369588" y="6537722"/>
              <a:ext cx="709613" cy="5953"/>
            </a:xfrm>
            <a:prstGeom prst="rect">
              <a:avLst/>
            </a:prstGeom>
            <a:solidFill>
              <a:srgbClr val="DCE8ED"/>
            </a:solidFill>
            <a:ln w="0">
              <a:noFill/>
              <a:prstDash val="solid"/>
            </a:ln>
          </p:spPr>
        </p:sp>
        <p:sp>
          <p:nvSpPr>
            <p:cNvPr id="3079" name="four:temporal-output:rotated-tₙ-cell-105:3079">
              <a:extLst>
                <a:ext uri="{FF2B5EF4-FFF2-40B4-BE49-F238E27FC236}">
                  <ns2:creationId id="{CA753176-0BB8-413B-9FF2-F6B6BF2A6C6C}"/>
                </a:ext>
              </a:extLst>
            </p:cNvPr>
            <p:cNvSpPr>
              <a:spLocks noGrp="1"/>
            </p:cNvSpPr>
            <p:nvPr/>
          </p:nvSpPr>
          <p:spPr>
            <a:xfrm>
              <a:off x="23369588" y="6531769"/>
              <a:ext cx="709613" cy="5953"/>
            </a:xfrm>
            <a:prstGeom prst="rect">
              <a:avLst/>
            </a:prstGeom>
            <a:solidFill>
              <a:srgbClr val="DCE8ED"/>
            </a:solidFill>
            <a:ln w="0">
              <a:noFill/>
              <a:prstDash val="solid"/>
            </a:ln>
          </p:spPr>
        </p:sp>
        <p:sp>
          <p:nvSpPr>
            <p:cNvPr id="3080" name="four:temporal-output:rotated-tₙ-cell-106:3080">
              <a:extLst>
                <a:ext uri="{FF2B5EF4-FFF2-40B4-BE49-F238E27FC236}">
                  <ns2:creationId id="{C7FD0BC9-8289-49EA-8389-D9BD13C9CD59}"/>
                </a:ext>
              </a:extLst>
            </p:cNvPr>
            <p:cNvSpPr>
              <a:spLocks noGrp="1"/>
            </p:cNvSpPr>
            <p:nvPr/>
          </p:nvSpPr>
          <p:spPr>
            <a:xfrm>
              <a:off x="23369588" y="6525816"/>
              <a:ext cx="709613" cy="5953"/>
            </a:xfrm>
            <a:prstGeom prst="rect">
              <a:avLst/>
            </a:prstGeom>
            <a:solidFill>
              <a:srgbClr val="DCE8ED"/>
            </a:solidFill>
            <a:ln w="0">
              <a:noFill/>
              <a:prstDash val="solid"/>
            </a:ln>
          </p:spPr>
        </p:sp>
        <p:sp>
          <p:nvSpPr>
            <p:cNvPr id="3081" name="four:temporal-output:rotated-tₙ-cell-107:3081">
              <a:extLst>
                <a:ext uri="{FF2B5EF4-FFF2-40B4-BE49-F238E27FC236}">
                  <ns2:creationId id="{362E9324-1348-4603-9221-D8364BAD67BB}"/>
                </a:ext>
              </a:extLst>
            </p:cNvPr>
            <p:cNvSpPr>
              <a:spLocks noGrp="1"/>
            </p:cNvSpPr>
            <p:nvPr/>
          </p:nvSpPr>
          <p:spPr>
            <a:xfrm>
              <a:off x="23369588" y="6519863"/>
              <a:ext cx="709613" cy="5953"/>
            </a:xfrm>
            <a:prstGeom prst="rect">
              <a:avLst/>
            </a:prstGeom>
            <a:solidFill>
              <a:srgbClr val="DCE8ED"/>
            </a:solidFill>
            <a:ln w="0">
              <a:noFill/>
              <a:prstDash val="solid"/>
            </a:ln>
          </p:spPr>
        </p:sp>
        <p:sp>
          <p:nvSpPr>
            <p:cNvPr id="3082" name="four:temporal-output:rotated-tₙ-cell-108:3082">
              <a:extLst>
                <a:ext uri="{FF2B5EF4-FFF2-40B4-BE49-F238E27FC236}">
                  <ns2:creationId id="{63D1B9E0-2070-4D12-86D9-B63D2A3123E7}"/>
                </a:ext>
              </a:extLst>
            </p:cNvPr>
            <p:cNvSpPr>
              <a:spLocks noGrp="1"/>
            </p:cNvSpPr>
            <p:nvPr/>
          </p:nvSpPr>
          <p:spPr>
            <a:xfrm>
              <a:off x="23369588" y="6513909"/>
              <a:ext cx="709613" cy="5953"/>
            </a:xfrm>
            <a:prstGeom prst="rect">
              <a:avLst/>
            </a:prstGeom>
            <a:solidFill>
              <a:srgbClr val="DCE8ED"/>
            </a:solidFill>
            <a:ln w="0">
              <a:noFill/>
              <a:prstDash val="solid"/>
            </a:ln>
          </p:spPr>
        </p:sp>
        <p:sp>
          <p:nvSpPr>
            <p:cNvPr id="3083" name="four:temporal-output:rotated-tₙ-cell-109:3083">
              <a:extLst>
                <a:ext uri="{FF2B5EF4-FFF2-40B4-BE49-F238E27FC236}">
                  <ns2:creationId id="{6CF229BC-DC48-4F79-A97B-1913A47E2D9B}"/>
                </a:ext>
              </a:extLst>
            </p:cNvPr>
            <p:cNvSpPr>
              <a:spLocks noGrp="1"/>
            </p:cNvSpPr>
            <p:nvPr/>
          </p:nvSpPr>
          <p:spPr>
            <a:xfrm>
              <a:off x="23369588" y="6507956"/>
              <a:ext cx="709613" cy="5953"/>
            </a:xfrm>
            <a:prstGeom prst="rect">
              <a:avLst/>
            </a:prstGeom>
            <a:solidFill>
              <a:srgbClr val="DCE8ED"/>
            </a:solidFill>
            <a:ln w="0">
              <a:noFill/>
              <a:prstDash val="solid"/>
            </a:ln>
          </p:spPr>
        </p:sp>
        <p:sp>
          <p:nvSpPr>
            <p:cNvPr id="3084" name="four:temporal-output:rotated-tₙ-cell-110:3084">
              <a:extLst>
                <a:ext uri="{FF2B5EF4-FFF2-40B4-BE49-F238E27FC236}">
                  <ns2:creationId id="{F425C43A-92C2-4139-BD20-FE1F63FC82C2}"/>
                </a:ext>
              </a:extLst>
            </p:cNvPr>
            <p:cNvSpPr>
              <a:spLocks noGrp="1"/>
            </p:cNvSpPr>
            <p:nvPr/>
          </p:nvSpPr>
          <p:spPr>
            <a:xfrm>
              <a:off x="23369588" y="6502003"/>
              <a:ext cx="709613" cy="5953"/>
            </a:xfrm>
            <a:prstGeom prst="rect">
              <a:avLst/>
            </a:prstGeom>
            <a:solidFill>
              <a:srgbClr val="DBE7ED"/>
            </a:solidFill>
            <a:ln w="0">
              <a:noFill/>
              <a:prstDash val="solid"/>
            </a:ln>
          </p:spPr>
        </p:sp>
        <p:sp>
          <p:nvSpPr>
            <p:cNvPr id="3085" name="four:temporal-output:rotated-tₙ-cell-111:3085">
              <a:extLst>
                <a:ext uri="{FF2B5EF4-FFF2-40B4-BE49-F238E27FC236}">
                  <ns2:creationId id="{A17AD00C-E641-4525-B5A2-DC5C05E21467}"/>
                </a:ext>
              </a:extLst>
            </p:cNvPr>
            <p:cNvSpPr>
              <a:spLocks noGrp="1"/>
            </p:cNvSpPr>
            <p:nvPr/>
          </p:nvSpPr>
          <p:spPr>
            <a:xfrm>
              <a:off x="23369588" y="6496050"/>
              <a:ext cx="709613" cy="5953"/>
            </a:xfrm>
            <a:prstGeom prst="rect">
              <a:avLst/>
            </a:prstGeom>
            <a:solidFill>
              <a:srgbClr val="D0E0E7"/>
            </a:solidFill>
            <a:ln w="0">
              <a:noFill/>
              <a:prstDash val="solid"/>
            </a:ln>
          </p:spPr>
        </p:sp>
        <p:sp>
          <p:nvSpPr>
            <p:cNvPr id="3086" name="four:temporal-output:rotated-tₙ-cell-112:3086">
              <a:extLst>
                <a:ext uri="{FF2B5EF4-FFF2-40B4-BE49-F238E27FC236}">
                  <ns2:creationId id="{FDD47210-A7B1-4D9E-BCD8-2ECD62F6C655}"/>
                </a:ext>
              </a:extLst>
            </p:cNvPr>
            <p:cNvSpPr>
              <a:spLocks noGrp="1"/>
            </p:cNvSpPr>
            <p:nvPr/>
          </p:nvSpPr>
          <p:spPr>
            <a:xfrm>
              <a:off x="23369588" y="6490097"/>
              <a:ext cx="709613" cy="5953"/>
            </a:xfrm>
            <a:prstGeom prst="rect">
              <a:avLst/>
            </a:prstGeom>
            <a:solidFill>
              <a:srgbClr val="ABCEE0"/>
            </a:solidFill>
            <a:ln w="0">
              <a:noFill/>
              <a:prstDash val="solid"/>
            </a:ln>
          </p:spPr>
        </p:sp>
        <p:sp>
          <p:nvSpPr>
            <p:cNvPr id="3087" name="four:temporal-output:rotated-tₙ-cell-113:3087">
              <a:extLst>
                <a:ext uri="{FF2B5EF4-FFF2-40B4-BE49-F238E27FC236}">
                  <ns2:creationId id="{8C836632-B52B-4CBA-9FFE-84E35485AE53}"/>
                </a:ext>
              </a:extLst>
            </p:cNvPr>
            <p:cNvSpPr>
              <a:spLocks noGrp="1"/>
            </p:cNvSpPr>
            <p:nvPr/>
          </p:nvSpPr>
          <p:spPr>
            <a:xfrm>
              <a:off x="23369588" y="6484144"/>
              <a:ext cx="709613" cy="5953"/>
            </a:xfrm>
            <a:prstGeom prst="rect">
              <a:avLst/>
            </a:prstGeom>
            <a:solidFill>
              <a:srgbClr val="84B9D5"/>
            </a:solidFill>
            <a:ln w="0">
              <a:noFill/>
              <a:prstDash val="solid"/>
            </a:ln>
          </p:spPr>
        </p:sp>
        <p:sp>
          <p:nvSpPr>
            <p:cNvPr id="3088" name="four:temporal-output:rotated-tₙ-cell-114:3088">
              <a:extLst>
                <a:ext uri="{FF2B5EF4-FFF2-40B4-BE49-F238E27FC236}">
                  <ns2:creationId id="{A0B6F800-CC2A-4C9E-A5B0-7082C4ECF8E5}"/>
                </a:ext>
              </a:extLst>
            </p:cNvPr>
            <p:cNvSpPr>
              <a:spLocks noGrp="1"/>
            </p:cNvSpPr>
            <p:nvPr/>
          </p:nvSpPr>
          <p:spPr>
            <a:xfrm>
              <a:off x="23369588" y="6478191"/>
              <a:ext cx="709613" cy="5953"/>
            </a:xfrm>
            <a:prstGeom prst="rect">
              <a:avLst/>
            </a:prstGeom>
            <a:solidFill>
              <a:srgbClr val="58A1CA"/>
            </a:solidFill>
            <a:ln w="0">
              <a:noFill/>
              <a:prstDash val="solid"/>
            </a:ln>
          </p:spPr>
        </p:sp>
        <p:sp>
          <p:nvSpPr>
            <p:cNvPr id="3089" name="four:temporal-output:rotated-tₙ-cell-115:3089">
              <a:extLst>
                <a:ext uri="{FF2B5EF4-FFF2-40B4-BE49-F238E27FC236}">
                  <ns2:creationId id="{9AB61D45-F563-47F0-A6A1-EB423B0549DF}"/>
                </a:ext>
              </a:extLst>
            </p:cNvPr>
            <p:cNvSpPr>
              <a:spLocks noGrp="1"/>
            </p:cNvSpPr>
            <p:nvPr/>
          </p:nvSpPr>
          <p:spPr>
            <a:xfrm>
              <a:off x="23369588" y="6472238"/>
              <a:ext cx="709613" cy="5953"/>
            </a:xfrm>
            <a:prstGeom prst="rect">
              <a:avLst/>
            </a:prstGeom>
            <a:solidFill>
              <a:srgbClr val="318CBF"/>
            </a:solidFill>
            <a:ln w="0">
              <a:noFill/>
              <a:prstDash val="solid"/>
            </a:ln>
          </p:spPr>
        </p:sp>
        <p:sp>
          <p:nvSpPr>
            <p:cNvPr id="3090" name="four:temporal-output:rotated-tₙ-cell-116:3090">
              <a:extLst>
                <a:ext uri="{FF2B5EF4-FFF2-40B4-BE49-F238E27FC236}">
                  <ns2:creationId id="{61A384DE-7DBC-4C8D-A9EB-2E8C43828782}"/>
                </a:ext>
              </a:extLst>
            </p:cNvPr>
            <p:cNvSpPr>
              <a:spLocks noGrp="1"/>
            </p:cNvSpPr>
            <p:nvPr/>
          </p:nvSpPr>
          <p:spPr>
            <a:xfrm>
              <a:off x="23369588" y="6466284"/>
              <a:ext cx="709613" cy="5953"/>
            </a:xfrm>
            <a:prstGeom prst="rect">
              <a:avLst/>
            </a:prstGeom>
            <a:solidFill>
              <a:srgbClr val="127CB7"/>
            </a:solidFill>
            <a:ln w="0">
              <a:noFill/>
              <a:prstDash val="solid"/>
            </a:ln>
          </p:spPr>
        </p:sp>
        <p:sp>
          <p:nvSpPr>
            <p:cNvPr id="3091" name="four:temporal-output:rotated-tₙ-cell-117:3091">
              <a:extLst>
                <a:ext uri="{FF2B5EF4-FFF2-40B4-BE49-F238E27FC236}">
                  <ns2:creationId id="{19249596-51B8-452D-AA42-34BE32E5CF81}"/>
                </a:ext>
              </a:extLst>
            </p:cNvPr>
            <p:cNvSpPr>
              <a:spLocks noGrp="1"/>
            </p:cNvSpPr>
            <p:nvPr/>
          </p:nvSpPr>
          <p:spPr>
            <a:xfrm>
              <a:off x="23369588" y="6460331"/>
              <a:ext cx="709613" cy="5953"/>
            </a:xfrm>
            <a:prstGeom prst="rect">
              <a:avLst/>
            </a:prstGeom>
            <a:solidFill>
              <a:srgbClr val="0173B2"/>
            </a:solidFill>
            <a:ln w="0">
              <a:noFill/>
              <a:prstDash val="solid"/>
            </a:ln>
          </p:spPr>
        </p:sp>
        <p:sp>
          <p:nvSpPr>
            <p:cNvPr id="3092" name="four:temporal-output:rotated-tₙ-cell-118:3092">
              <a:extLst>
                <a:ext uri="{FF2B5EF4-FFF2-40B4-BE49-F238E27FC236}">
                  <ns2:creationId id="{D48B8C5C-49E4-42E6-914B-EB9697C1304C}"/>
                </a:ext>
              </a:extLst>
            </p:cNvPr>
            <p:cNvSpPr>
              <a:spLocks noGrp="1"/>
            </p:cNvSpPr>
            <p:nvPr/>
          </p:nvSpPr>
          <p:spPr>
            <a:xfrm>
              <a:off x="23369588" y="6454378"/>
              <a:ext cx="709613" cy="5953"/>
            </a:xfrm>
            <a:prstGeom prst="rect">
              <a:avLst/>
            </a:prstGeom>
            <a:solidFill>
              <a:srgbClr val="0072B2"/>
            </a:solidFill>
            <a:ln w="0">
              <a:noFill/>
              <a:prstDash val="solid"/>
            </a:ln>
          </p:spPr>
        </p:sp>
        <p:sp>
          <p:nvSpPr>
            <p:cNvPr id="3093" name="four:temporal-output:rotated-tₙ-cell-119:3093">
              <a:extLst>
                <a:ext uri="{FF2B5EF4-FFF2-40B4-BE49-F238E27FC236}">
                  <ns2:creationId id="{159DB6F6-3800-46CE-A40C-AD96FA85C995}"/>
                </a:ext>
              </a:extLst>
            </p:cNvPr>
            <p:cNvSpPr>
              <a:spLocks noGrp="1"/>
            </p:cNvSpPr>
            <p:nvPr/>
          </p:nvSpPr>
          <p:spPr>
            <a:xfrm>
              <a:off x="23369588" y="6448425"/>
              <a:ext cx="709613" cy="5953"/>
            </a:xfrm>
            <a:prstGeom prst="rect">
              <a:avLst/>
            </a:prstGeom>
            <a:solidFill>
              <a:srgbClr val="0072B2"/>
            </a:solidFill>
            <a:ln w="0">
              <a:noFill/>
              <a:prstDash val="solid"/>
            </a:ln>
          </p:spPr>
        </p:sp>
        <p:sp>
          <p:nvSpPr>
            <p:cNvPr id="3094" name="four:temporal-output:rotated-tₙ-cell-120:3094">
              <a:extLst>
                <a:ext uri="{FF2B5EF4-FFF2-40B4-BE49-F238E27FC236}">
                  <ns2:creationId id="{474A75C0-0362-4DA6-994E-F99D9A08CE2F}"/>
                </a:ext>
              </a:extLst>
            </p:cNvPr>
            <p:cNvSpPr>
              <a:spLocks noGrp="1"/>
            </p:cNvSpPr>
            <p:nvPr/>
          </p:nvSpPr>
          <p:spPr>
            <a:xfrm>
              <a:off x="23369588" y="6442472"/>
              <a:ext cx="709613" cy="5953"/>
            </a:xfrm>
            <a:prstGeom prst="rect">
              <a:avLst/>
            </a:prstGeom>
            <a:solidFill>
              <a:srgbClr val="0072B2"/>
            </a:solidFill>
            <a:ln w="0">
              <a:noFill/>
              <a:prstDash val="solid"/>
            </a:ln>
          </p:spPr>
        </p:sp>
        <p:sp>
          <p:nvSpPr>
            <p:cNvPr id="3095" name="four:temporal-output:rotated-tₙ-cell-121:3095">
              <a:extLst>
                <a:ext uri="{FF2B5EF4-FFF2-40B4-BE49-F238E27FC236}">
                  <ns2:creationId id="{19D28CAC-FFF1-4083-A387-A59F8C624DBD}"/>
                </a:ext>
              </a:extLst>
            </p:cNvPr>
            <p:cNvSpPr>
              <a:spLocks noGrp="1"/>
            </p:cNvSpPr>
            <p:nvPr/>
          </p:nvSpPr>
          <p:spPr>
            <a:xfrm>
              <a:off x="23369588" y="6436519"/>
              <a:ext cx="709613" cy="5953"/>
            </a:xfrm>
            <a:prstGeom prst="rect">
              <a:avLst/>
            </a:prstGeom>
            <a:solidFill>
              <a:srgbClr val="0072B2"/>
            </a:solidFill>
            <a:ln w="0">
              <a:noFill/>
              <a:prstDash val="solid"/>
            </a:ln>
          </p:spPr>
        </p:sp>
        <p:sp>
          <p:nvSpPr>
            <p:cNvPr id="3096" name="four:temporal-output:rotated-tₙ-cell-122:3096">
              <a:extLst>
                <a:ext uri="{FF2B5EF4-FFF2-40B4-BE49-F238E27FC236}">
                  <ns2:creationId id="{2FEF067D-12E8-44DB-AEEA-8D5572F506B9}"/>
                </a:ext>
              </a:extLst>
            </p:cNvPr>
            <p:cNvSpPr>
              <a:spLocks noGrp="1"/>
            </p:cNvSpPr>
            <p:nvPr/>
          </p:nvSpPr>
          <p:spPr>
            <a:xfrm>
              <a:off x="23369588" y="6430566"/>
              <a:ext cx="709613" cy="5953"/>
            </a:xfrm>
            <a:prstGeom prst="rect">
              <a:avLst/>
            </a:prstGeom>
            <a:solidFill>
              <a:srgbClr val="0072B2"/>
            </a:solidFill>
            <a:ln w="0">
              <a:noFill/>
              <a:prstDash val="solid"/>
            </a:ln>
          </p:spPr>
        </p:sp>
        <p:sp>
          <p:nvSpPr>
            <p:cNvPr id="3097" name="four:temporal-output:rotated-tₙ-cell-123:3097">
              <a:extLst>
                <a:ext uri="{FF2B5EF4-FFF2-40B4-BE49-F238E27FC236}">
                  <ns2:creationId id="{BB43C8D4-0CEB-4A9E-9474-8F64407F11A0}"/>
                </a:ext>
              </a:extLst>
            </p:cNvPr>
            <p:cNvSpPr>
              <a:spLocks noGrp="1"/>
            </p:cNvSpPr>
            <p:nvPr/>
          </p:nvSpPr>
          <p:spPr>
            <a:xfrm>
              <a:off x="23369588" y="6424613"/>
              <a:ext cx="709613" cy="5953"/>
            </a:xfrm>
            <a:prstGeom prst="rect">
              <a:avLst/>
            </a:prstGeom>
            <a:solidFill>
              <a:srgbClr val="0072B2"/>
            </a:solidFill>
            <a:ln w="0">
              <a:noFill/>
              <a:prstDash val="solid"/>
            </a:ln>
          </p:spPr>
        </p:sp>
        <p:sp>
          <p:nvSpPr>
            <p:cNvPr id="3098" name="four:temporal-output:rotated-tₙ-cell-124:3098">
              <a:extLst>
                <a:ext uri="{FF2B5EF4-FFF2-40B4-BE49-F238E27FC236}">
                  <ns2:creationId id="{B04736F8-38A9-40D3-BB18-21B846C0974D}"/>
                </a:ext>
              </a:extLst>
            </p:cNvPr>
            <p:cNvSpPr>
              <a:spLocks noGrp="1"/>
            </p:cNvSpPr>
            <p:nvPr/>
          </p:nvSpPr>
          <p:spPr>
            <a:xfrm>
              <a:off x="23369588" y="6418659"/>
              <a:ext cx="709613" cy="5953"/>
            </a:xfrm>
            <a:prstGeom prst="rect">
              <a:avLst/>
            </a:prstGeom>
            <a:solidFill>
              <a:srgbClr val="0072B2"/>
            </a:solidFill>
            <a:ln w="0">
              <a:noFill/>
              <a:prstDash val="solid"/>
            </a:ln>
          </p:spPr>
        </p:sp>
        <p:sp>
          <p:nvSpPr>
            <p:cNvPr id="3099" name="four:temporal-output:rotated-tₙ-cell-125:3099">
              <a:extLst>
                <a:ext uri="{FF2B5EF4-FFF2-40B4-BE49-F238E27FC236}">
                  <ns2:creationId id="{DEB8647F-D250-4AFF-AA8C-9DFA03713836}"/>
                </a:ext>
              </a:extLst>
            </p:cNvPr>
            <p:cNvSpPr>
              <a:spLocks noGrp="1"/>
            </p:cNvSpPr>
            <p:nvPr/>
          </p:nvSpPr>
          <p:spPr>
            <a:xfrm>
              <a:off x="23369588" y="6412706"/>
              <a:ext cx="709613" cy="5953"/>
            </a:xfrm>
            <a:prstGeom prst="rect">
              <a:avLst/>
            </a:prstGeom>
            <a:solidFill>
              <a:srgbClr val="0072B2"/>
            </a:solidFill>
            <a:ln w="0">
              <a:noFill/>
              <a:prstDash val="solid"/>
            </a:ln>
          </p:spPr>
        </p:sp>
        <p:sp>
          <p:nvSpPr>
            <p:cNvPr id="3100" name="four:temporal-output:rotated-tₙ-cell-126:3100">
              <a:extLst>
                <a:ext uri="{FF2B5EF4-FFF2-40B4-BE49-F238E27FC236}">
                  <ns2:creationId id="{86787FEE-85F4-4905-8610-32EC893142D2}"/>
                </a:ext>
              </a:extLst>
            </p:cNvPr>
            <p:cNvSpPr>
              <a:spLocks noGrp="1"/>
            </p:cNvSpPr>
            <p:nvPr/>
          </p:nvSpPr>
          <p:spPr>
            <a:xfrm>
              <a:off x="23369588" y="6406753"/>
              <a:ext cx="709613" cy="5953"/>
            </a:xfrm>
            <a:prstGeom prst="rect">
              <a:avLst/>
            </a:prstGeom>
            <a:solidFill>
              <a:srgbClr val="0072B2"/>
            </a:solidFill>
            <a:ln w="0">
              <a:noFill/>
              <a:prstDash val="solid"/>
            </a:ln>
          </p:spPr>
        </p:sp>
        <p:sp>
          <p:nvSpPr>
            <p:cNvPr id="3101" name="four:temporal-output:rotated-tₙ-cell-127:3101">
              <a:extLst>
                <a:ext uri="{FF2B5EF4-FFF2-40B4-BE49-F238E27FC236}">
                  <ns2:creationId id="{04B820A5-5092-40CF-ACAB-A585386493CC}"/>
                </a:ext>
              </a:extLst>
            </p:cNvPr>
            <p:cNvSpPr>
              <a:spLocks noGrp="1"/>
            </p:cNvSpPr>
            <p:nvPr/>
          </p:nvSpPr>
          <p:spPr>
            <a:xfrm>
              <a:off x="23369588" y="6400800"/>
              <a:ext cx="709613" cy="5953"/>
            </a:xfrm>
            <a:prstGeom prst="rect">
              <a:avLst/>
            </a:prstGeom>
            <a:solidFill>
              <a:srgbClr val="0072B2"/>
            </a:solidFill>
            <a:ln w="0">
              <a:noFill/>
              <a:prstDash val="solid"/>
            </a:ln>
          </p:spPr>
        </p:sp>
        <p:sp>
          <p:nvSpPr>
            <p:cNvPr id="3102" name="four:temporal-output:rotated-tₙ-cell-128:3102">
              <a:extLst>
                <a:ext uri="{FF2B5EF4-FFF2-40B4-BE49-F238E27FC236}">
                  <ns2:creationId id="{B5DA8758-92FB-4704-846F-C21C1CA1FF9D}"/>
                </a:ext>
              </a:extLst>
            </p:cNvPr>
            <p:cNvSpPr>
              <a:spLocks noGrp="1"/>
            </p:cNvSpPr>
            <p:nvPr/>
          </p:nvSpPr>
          <p:spPr>
            <a:xfrm>
              <a:off x="23369588" y="6394847"/>
              <a:ext cx="709613" cy="5953"/>
            </a:xfrm>
            <a:prstGeom prst="rect">
              <a:avLst/>
            </a:prstGeom>
            <a:solidFill>
              <a:srgbClr val="0072B2"/>
            </a:solidFill>
            <a:ln w="0">
              <a:noFill/>
              <a:prstDash val="solid"/>
            </a:ln>
          </p:spPr>
        </p:sp>
        <p:sp>
          <p:nvSpPr>
            <p:cNvPr id="3103" name="four:temporal-output:rotated-tₙ-cell-129:3103">
              <a:extLst>
                <a:ext uri="{FF2B5EF4-FFF2-40B4-BE49-F238E27FC236}">
                  <ns2:creationId id="{2F8FE480-8A9D-454D-9937-7E128BD87850}"/>
                </a:ext>
              </a:extLst>
            </p:cNvPr>
            <p:cNvSpPr>
              <a:spLocks noGrp="1"/>
            </p:cNvSpPr>
            <p:nvPr/>
          </p:nvSpPr>
          <p:spPr>
            <a:xfrm>
              <a:off x="23369588" y="6388894"/>
              <a:ext cx="709613" cy="5953"/>
            </a:xfrm>
            <a:prstGeom prst="rect">
              <a:avLst/>
            </a:prstGeom>
            <a:solidFill>
              <a:srgbClr val="0072B2"/>
            </a:solidFill>
            <a:ln w="0">
              <a:noFill/>
              <a:prstDash val="solid"/>
            </a:ln>
          </p:spPr>
        </p:sp>
        <p:sp>
          <p:nvSpPr>
            <p:cNvPr id="3104" name="four:temporal-output:rotated-tₙ-cell-130:3104">
              <a:extLst>
                <a:ext uri="{FF2B5EF4-FFF2-40B4-BE49-F238E27FC236}">
                  <ns2:creationId id="{C30F5F4E-00C2-4341-98BC-3EABA7F8A9D5}"/>
                </a:ext>
              </a:extLst>
            </p:cNvPr>
            <p:cNvSpPr>
              <a:spLocks noGrp="1"/>
            </p:cNvSpPr>
            <p:nvPr/>
          </p:nvSpPr>
          <p:spPr>
            <a:xfrm>
              <a:off x="23369588" y="6382941"/>
              <a:ext cx="709613" cy="5953"/>
            </a:xfrm>
            <a:prstGeom prst="rect">
              <a:avLst/>
            </a:prstGeom>
            <a:solidFill>
              <a:srgbClr val="0072B2"/>
            </a:solidFill>
            <a:ln w="0">
              <a:noFill/>
              <a:prstDash val="solid"/>
            </a:ln>
          </p:spPr>
        </p:sp>
        <p:sp>
          <p:nvSpPr>
            <p:cNvPr id="3105" name="four:temporal-output:rotated-tₙ-cell-131:3105">
              <a:extLst>
                <a:ext uri="{FF2B5EF4-FFF2-40B4-BE49-F238E27FC236}">
                  <ns2:creationId id="{37BB7711-AC00-4D9D-BC78-3B6AA27D6CBD}"/>
                </a:ext>
              </a:extLst>
            </p:cNvPr>
            <p:cNvSpPr>
              <a:spLocks noGrp="1"/>
            </p:cNvSpPr>
            <p:nvPr/>
          </p:nvSpPr>
          <p:spPr>
            <a:xfrm>
              <a:off x="23369588" y="6376988"/>
              <a:ext cx="709613" cy="5953"/>
            </a:xfrm>
            <a:prstGeom prst="rect">
              <a:avLst/>
            </a:prstGeom>
            <a:solidFill>
              <a:srgbClr val="0072B2"/>
            </a:solidFill>
            <a:ln w="0">
              <a:noFill/>
              <a:prstDash val="solid"/>
            </a:ln>
          </p:spPr>
        </p:sp>
        <p:sp>
          <p:nvSpPr>
            <p:cNvPr id="3106" name="four:temporal-output:rotated-tₙ-cell-132:3106">
              <a:extLst>
                <a:ext uri="{FF2B5EF4-FFF2-40B4-BE49-F238E27FC236}">
                  <ns2:creationId id="{80E0DC3F-5870-4C48-96DB-605DFA0E7433}"/>
                </a:ext>
              </a:extLst>
            </p:cNvPr>
            <p:cNvSpPr>
              <a:spLocks noGrp="1"/>
            </p:cNvSpPr>
            <p:nvPr/>
          </p:nvSpPr>
          <p:spPr>
            <a:xfrm>
              <a:off x="23369588" y="6371034"/>
              <a:ext cx="709613" cy="5953"/>
            </a:xfrm>
            <a:prstGeom prst="rect">
              <a:avLst/>
            </a:prstGeom>
            <a:solidFill>
              <a:srgbClr val="0575B3"/>
            </a:solidFill>
            <a:ln w="0">
              <a:noFill/>
              <a:prstDash val="solid"/>
            </a:ln>
          </p:spPr>
        </p:sp>
        <p:sp>
          <p:nvSpPr>
            <p:cNvPr id="3107" name="four:temporal-output:rotated-tₙ-cell-133:3107">
              <a:extLst>
                <a:ext uri="{FF2B5EF4-FFF2-40B4-BE49-F238E27FC236}">
                  <ns2:creationId id="{7B729C9A-C26D-46FF-81AB-C0603444C9F9}"/>
                </a:ext>
              </a:extLst>
            </p:cNvPr>
            <p:cNvSpPr>
              <a:spLocks noGrp="1"/>
            </p:cNvSpPr>
            <p:nvPr/>
          </p:nvSpPr>
          <p:spPr>
            <a:xfrm>
              <a:off x="23369588" y="6365081"/>
              <a:ext cx="709613" cy="5953"/>
            </a:xfrm>
            <a:prstGeom prst="rect">
              <a:avLst/>
            </a:prstGeom>
            <a:solidFill>
              <a:srgbClr val="167EB8"/>
            </a:solidFill>
            <a:ln w="0">
              <a:noFill/>
              <a:prstDash val="solid"/>
            </a:ln>
          </p:spPr>
        </p:sp>
        <p:sp>
          <p:nvSpPr>
            <p:cNvPr id="3108" name="four:temporal-output:rotated-tₙ-cell-134:3108">
              <a:extLst>
                <a:ext uri="{FF2B5EF4-FFF2-40B4-BE49-F238E27FC236}">
                  <ns2:creationId id="{11C6F34E-4637-4B2B-9C6F-D21FA3711C4C}"/>
                </a:ext>
              </a:extLst>
            </p:cNvPr>
            <p:cNvSpPr>
              <a:spLocks noGrp="1"/>
            </p:cNvSpPr>
            <p:nvPr/>
          </p:nvSpPr>
          <p:spPr>
            <a:xfrm>
              <a:off x="23369588" y="6359128"/>
              <a:ext cx="709613" cy="5953"/>
            </a:xfrm>
            <a:prstGeom prst="rect">
              <a:avLst/>
            </a:prstGeom>
            <a:solidFill>
              <a:srgbClr val="7698A5"/>
            </a:solidFill>
            <a:ln w="0">
              <a:noFill/>
              <a:prstDash val="solid"/>
            </a:ln>
          </p:spPr>
        </p:sp>
        <p:sp>
          <p:nvSpPr>
            <p:cNvPr id="3109" name="four:temporal-output:rotated-tₙ-cell-135:3109">
              <a:extLst>
                <a:ext uri="{FF2B5EF4-FFF2-40B4-BE49-F238E27FC236}">
                  <ns2:creationId id="{D5624D55-04D2-4FDE-B4F6-FCF619CD6CF7}"/>
                </a:ext>
              </a:extLst>
            </p:cNvPr>
            <p:cNvSpPr>
              <a:spLocks noGrp="1"/>
            </p:cNvSpPr>
            <p:nvPr/>
          </p:nvSpPr>
          <p:spPr>
            <a:xfrm>
              <a:off x="23369588" y="6353175"/>
              <a:ext cx="709613" cy="5953"/>
            </a:xfrm>
            <a:prstGeom prst="rect">
              <a:avLst/>
            </a:prstGeom>
            <a:solidFill>
              <a:srgbClr val="92A3A5"/>
            </a:solidFill>
            <a:ln w="0">
              <a:noFill/>
              <a:prstDash val="solid"/>
            </a:ln>
          </p:spPr>
        </p:sp>
        <p:sp>
          <p:nvSpPr>
            <p:cNvPr id="3110" name="four:temporal-output:rotated-tₙ-cell-136:3110">
              <a:extLst>
                <a:ext uri="{FF2B5EF4-FFF2-40B4-BE49-F238E27FC236}">
                  <ns2:creationId id="{9DEA2AA2-457B-4E56-BD1A-9247BE982C87}"/>
                </a:ext>
              </a:extLst>
            </p:cNvPr>
            <p:cNvSpPr>
              <a:spLocks noGrp="1"/>
            </p:cNvSpPr>
            <p:nvPr/>
          </p:nvSpPr>
          <p:spPr>
            <a:xfrm>
              <a:off x="23369588" y="6347222"/>
              <a:ext cx="709613" cy="5953"/>
            </a:xfrm>
            <a:prstGeom prst="rect">
              <a:avLst/>
            </a:prstGeom>
            <a:solidFill>
              <a:srgbClr val="AEAFA5"/>
            </a:solidFill>
            <a:ln w="0">
              <a:noFill/>
              <a:prstDash val="solid"/>
            </a:ln>
          </p:spPr>
        </p:sp>
        <p:sp>
          <p:nvSpPr>
            <p:cNvPr id="3111" name="four:temporal-output:rotated-tₙ-cell-137:3111">
              <a:extLst>
                <a:ext uri="{FF2B5EF4-FFF2-40B4-BE49-F238E27FC236}">
                  <ns2:creationId id="{2EA72A2B-2EE1-4B3E-A5CF-824522DC789C}"/>
                </a:ext>
              </a:extLst>
            </p:cNvPr>
            <p:cNvSpPr>
              <a:spLocks noGrp="1"/>
            </p:cNvSpPr>
            <p:nvPr/>
          </p:nvSpPr>
          <p:spPr>
            <a:xfrm>
              <a:off x="23369588" y="6341269"/>
              <a:ext cx="709613" cy="5953"/>
            </a:xfrm>
            <a:prstGeom prst="rect">
              <a:avLst/>
            </a:prstGeom>
            <a:solidFill>
              <a:srgbClr val="C7B9A5"/>
            </a:solidFill>
            <a:ln w="0">
              <a:noFill/>
              <a:prstDash val="solid"/>
            </a:ln>
          </p:spPr>
        </p:sp>
        <p:sp>
          <p:nvSpPr>
            <p:cNvPr id="3112" name="four:temporal-output:rotated-tₙ-cell-138:3112">
              <a:extLst>
                <a:ext uri="{FF2B5EF4-FFF2-40B4-BE49-F238E27FC236}">
                  <ns2:creationId id="{B85AF518-65F8-49EA-88CA-E93C28C34F34}"/>
                </a:ext>
              </a:extLst>
            </p:cNvPr>
            <p:cNvSpPr>
              <a:spLocks noGrp="1"/>
            </p:cNvSpPr>
            <p:nvPr/>
          </p:nvSpPr>
          <p:spPr>
            <a:xfrm>
              <a:off x="23369588" y="6335316"/>
              <a:ext cx="709613" cy="5953"/>
            </a:xfrm>
            <a:prstGeom prst="rect">
              <a:avLst/>
            </a:prstGeom>
            <a:solidFill>
              <a:srgbClr val="D4B3CB"/>
            </a:solidFill>
            <a:ln w="0">
              <a:noFill/>
              <a:prstDash val="solid"/>
            </a:ln>
          </p:spPr>
        </p:sp>
        <p:sp>
          <p:nvSpPr>
            <p:cNvPr id="3113" name="four:temporal-output:rotated-tₙ-cell-139:3113">
              <a:extLst>
                <a:ext uri="{FF2B5EF4-FFF2-40B4-BE49-F238E27FC236}">
                  <ns2:creationId id="{A417B634-3031-4642-B91B-728BFD911ABC}"/>
                </a:ext>
              </a:extLst>
            </p:cNvPr>
            <p:cNvSpPr>
              <a:spLocks noGrp="1"/>
            </p:cNvSpPr>
            <p:nvPr/>
          </p:nvSpPr>
          <p:spPr>
            <a:xfrm>
              <a:off x="23369588" y="6329363"/>
              <a:ext cx="709613" cy="5953"/>
            </a:xfrm>
            <a:prstGeom prst="rect">
              <a:avLst/>
            </a:prstGeom>
            <a:solidFill>
              <a:srgbClr val="D4B4CC"/>
            </a:solidFill>
            <a:ln w="0">
              <a:noFill/>
              <a:prstDash val="solid"/>
            </a:ln>
          </p:spPr>
        </p:sp>
        <p:sp>
          <p:nvSpPr>
            <p:cNvPr id="3114" name="four:temporal-output:rotated-tₙ-cell-140:3114">
              <a:extLst>
                <a:ext uri="{FF2B5EF4-FFF2-40B4-BE49-F238E27FC236}">
                  <ns2:creationId id="{A20BB274-76C1-4350-B71F-AAA69668A436}"/>
                </a:ext>
              </a:extLst>
            </p:cNvPr>
            <p:cNvSpPr>
              <a:spLocks noGrp="1"/>
            </p:cNvSpPr>
            <p:nvPr/>
          </p:nvSpPr>
          <p:spPr>
            <a:xfrm>
              <a:off x="23369588" y="6323409"/>
              <a:ext cx="709613" cy="5953"/>
            </a:xfrm>
            <a:prstGeom prst="rect">
              <a:avLst/>
            </a:prstGeom>
            <a:solidFill>
              <a:srgbClr val="D4B4CC"/>
            </a:solidFill>
            <a:ln w="0">
              <a:noFill/>
              <a:prstDash val="solid"/>
            </a:ln>
          </p:spPr>
        </p:sp>
        <p:sp>
          <p:nvSpPr>
            <p:cNvPr id="3115" name="four:temporal-output:rotated-tₙ-cell-141:3115">
              <a:extLst>
                <a:ext uri="{FF2B5EF4-FFF2-40B4-BE49-F238E27FC236}">
                  <ns2:creationId id="{38227892-3BBE-4B9E-A005-13A9760DF89D}"/>
                </a:ext>
              </a:extLst>
            </p:cNvPr>
            <p:cNvSpPr>
              <a:spLocks noGrp="1"/>
            </p:cNvSpPr>
            <p:nvPr/>
          </p:nvSpPr>
          <p:spPr>
            <a:xfrm>
              <a:off x="23369588" y="6317456"/>
              <a:ext cx="709613" cy="5953"/>
            </a:xfrm>
            <a:prstGeom prst="rect">
              <a:avLst/>
            </a:prstGeom>
            <a:solidFill>
              <a:srgbClr val="D4B4CC"/>
            </a:solidFill>
            <a:ln w="0">
              <a:noFill/>
              <a:prstDash val="solid"/>
            </a:ln>
          </p:spPr>
        </p:sp>
        <p:sp>
          <p:nvSpPr>
            <p:cNvPr id="3116" name="four:temporal-output:rotated-tₙ-cell-142:3116">
              <a:extLst>
                <a:ext uri="{FF2B5EF4-FFF2-40B4-BE49-F238E27FC236}">
                  <ns2:creationId id="{D91BF388-512F-4C21-B33B-7A4F1924BD90}"/>
                </a:ext>
              </a:extLst>
            </p:cNvPr>
            <p:cNvSpPr>
              <a:spLocks noGrp="1"/>
            </p:cNvSpPr>
            <p:nvPr/>
          </p:nvSpPr>
          <p:spPr>
            <a:xfrm>
              <a:off x="23369588" y="6311503"/>
              <a:ext cx="709613" cy="5953"/>
            </a:xfrm>
            <a:prstGeom prst="rect">
              <a:avLst/>
            </a:prstGeom>
            <a:solidFill>
              <a:srgbClr val="D4B4CC"/>
            </a:solidFill>
            <a:ln w="0">
              <a:noFill/>
              <a:prstDash val="solid"/>
            </a:ln>
          </p:spPr>
        </p:sp>
        <p:sp>
          <p:nvSpPr>
            <p:cNvPr id="3117" name="four:temporal-output:rotated-tₙ-cell-143:3117">
              <a:extLst>
                <a:ext uri="{FF2B5EF4-FFF2-40B4-BE49-F238E27FC236}">
                  <ns2:creationId id="{C5D8B440-B6ED-494D-B4D3-6115038723D7}"/>
                </a:ext>
              </a:extLst>
            </p:cNvPr>
            <p:cNvSpPr>
              <a:spLocks noGrp="1"/>
            </p:cNvSpPr>
            <p:nvPr/>
          </p:nvSpPr>
          <p:spPr>
            <a:xfrm>
              <a:off x="23369588" y="6305550"/>
              <a:ext cx="709613" cy="5953"/>
            </a:xfrm>
            <a:prstGeom prst="rect">
              <a:avLst/>
            </a:prstGeom>
            <a:solidFill>
              <a:srgbClr val="D4B4CC"/>
            </a:solidFill>
            <a:ln w="0">
              <a:noFill/>
              <a:prstDash val="solid"/>
            </a:ln>
          </p:spPr>
        </p:sp>
        <p:sp>
          <p:nvSpPr>
            <p:cNvPr id="3118" name="four:temporal-output:rotated-tₙ-cell-144:3118">
              <a:extLst>
                <a:ext uri="{FF2B5EF4-FFF2-40B4-BE49-F238E27FC236}">
                  <ns2:creationId id="{D16DD093-8052-4A24-9155-493F6EAEED5B}"/>
                </a:ext>
              </a:extLst>
            </p:cNvPr>
            <p:cNvSpPr>
              <a:spLocks noGrp="1"/>
            </p:cNvSpPr>
            <p:nvPr/>
          </p:nvSpPr>
          <p:spPr>
            <a:xfrm>
              <a:off x="23369588" y="6299597"/>
              <a:ext cx="709613" cy="5953"/>
            </a:xfrm>
            <a:prstGeom prst="rect">
              <a:avLst/>
            </a:prstGeom>
            <a:solidFill>
              <a:srgbClr val="D4B4CC"/>
            </a:solidFill>
            <a:ln w="0">
              <a:noFill/>
              <a:prstDash val="solid"/>
            </a:ln>
          </p:spPr>
        </p:sp>
        <p:sp>
          <p:nvSpPr>
            <p:cNvPr id="3119" name="four:temporal-output:rotated-tₙ-cell-145:3119">
              <a:extLst>
                <a:ext uri="{FF2B5EF4-FFF2-40B4-BE49-F238E27FC236}">
                  <ns2:creationId id="{6450ABB3-F9C9-4192-A168-E897DA10A182}"/>
                </a:ext>
              </a:extLst>
            </p:cNvPr>
            <p:cNvSpPr>
              <a:spLocks noGrp="1"/>
            </p:cNvSpPr>
            <p:nvPr/>
          </p:nvSpPr>
          <p:spPr>
            <a:xfrm>
              <a:off x="23369588" y="6293644"/>
              <a:ext cx="709613" cy="5953"/>
            </a:xfrm>
            <a:prstGeom prst="rect">
              <a:avLst/>
            </a:prstGeom>
            <a:solidFill>
              <a:srgbClr val="D4B4CC"/>
            </a:solidFill>
            <a:ln w="0">
              <a:noFill/>
              <a:prstDash val="solid"/>
            </a:ln>
          </p:spPr>
        </p:sp>
        <p:sp>
          <p:nvSpPr>
            <p:cNvPr id="3120" name="four:temporal-output:rotated-tₙ-cell-146:3120">
              <a:extLst>
                <a:ext uri="{FF2B5EF4-FFF2-40B4-BE49-F238E27FC236}">
                  <ns2:creationId id="{AA5E92B3-7E6F-4E54-BE71-1212681ACABF}"/>
                </a:ext>
              </a:extLst>
            </p:cNvPr>
            <p:cNvSpPr>
              <a:spLocks noGrp="1"/>
            </p:cNvSpPr>
            <p:nvPr/>
          </p:nvSpPr>
          <p:spPr>
            <a:xfrm>
              <a:off x="23369588" y="6287691"/>
              <a:ext cx="709613" cy="5953"/>
            </a:xfrm>
            <a:prstGeom prst="rect">
              <a:avLst/>
            </a:prstGeom>
            <a:solidFill>
              <a:srgbClr val="D4B4CC"/>
            </a:solidFill>
            <a:ln w="0">
              <a:noFill/>
              <a:prstDash val="solid"/>
            </a:ln>
          </p:spPr>
        </p:sp>
        <p:sp>
          <p:nvSpPr>
            <p:cNvPr id="3121" name="four:temporal-output:rotated-tₙ-cell-147:3121">
              <a:extLst>
                <a:ext uri="{FF2B5EF4-FFF2-40B4-BE49-F238E27FC236}">
                  <ns2:creationId id="{EC64D81C-0BEF-4E43-BA4D-C5A9A221B8A1}"/>
                </a:ext>
              </a:extLst>
            </p:cNvPr>
            <p:cNvSpPr>
              <a:spLocks noGrp="1"/>
            </p:cNvSpPr>
            <p:nvPr/>
          </p:nvSpPr>
          <p:spPr>
            <a:xfrm>
              <a:off x="23369588" y="6281738"/>
              <a:ext cx="709613" cy="5953"/>
            </a:xfrm>
            <a:prstGeom prst="rect">
              <a:avLst/>
            </a:prstGeom>
            <a:solidFill>
              <a:srgbClr val="D4B4CC"/>
            </a:solidFill>
            <a:ln w="0">
              <a:noFill/>
              <a:prstDash val="solid"/>
            </a:ln>
          </p:spPr>
        </p:sp>
        <p:sp>
          <p:nvSpPr>
            <p:cNvPr id="3122" name="four:temporal-output:rotated-tₙ-cell-148:3122">
              <a:extLst>
                <a:ext uri="{FF2B5EF4-FFF2-40B4-BE49-F238E27FC236}">
                  <ns2:creationId id="{BE7B6768-0811-44F9-BA17-2BD95ECDCDBA}"/>
                </a:ext>
              </a:extLst>
            </p:cNvPr>
            <p:cNvSpPr>
              <a:spLocks noGrp="1"/>
            </p:cNvSpPr>
            <p:nvPr/>
          </p:nvSpPr>
          <p:spPr>
            <a:xfrm>
              <a:off x="23369588" y="6275784"/>
              <a:ext cx="709613" cy="5953"/>
            </a:xfrm>
            <a:prstGeom prst="rect">
              <a:avLst/>
            </a:prstGeom>
            <a:solidFill>
              <a:srgbClr val="D4B4CC"/>
            </a:solidFill>
            <a:ln w="0">
              <a:noFill/>
              <a:prstDash val="solid"/>
            </a:ln>
          </p:spPr>
        </p:sp>
        <p:sp>
          <p:nvSpPr>
            <p:cNvPr id="3123" name="four:temporal-output:rotated-tₙ-cell-149:3123">
              <a:extLst>
                <a:ext uri="{FF2B5EF4-FFF2-40B4-BE49-F238E27FC236}">
                  <ns2:creationId id="{0F82E725-66EE-4BBF-997F-43901E3DB1BD}"/>
                </a:ext>
              </a:extLst>
            </p:cNvPr>
            <p:cNvSpPr>
              <a:spLocks noGrp="1"/>
            </p:cNvSpPr>
            <p:nvPr/>
          </p:nvSpPr>
          <p:spPr>
            <a:xfrm>
              <a:off x="23369588" y="6269831"/>
              <a:ext cx="709613" cy="5953"/>
            </a:xfrm>
            <a:prstGeom prst="rect">
              <a:avLst/>
            </a:prstGeom>
            <a:solidFill>
              <a:srgbClr val="D4B4CC"/>
            </a:solidFill>
            <a:ln w="0">
              <a:noFill/>
              <a:prstDash val="solid"/>
            </a:ln>
          </p:spPr>
        </p:sp>
        <p:sp>
          <p:nvSpPr>
            <p:cNvPr id="3124" name="four:temporal-output:rotated-tₙ-cell-150:3124">
              <a:extLst>
                <a:ext uri="{FF2B5EF4-FFF2-40B4-BE49-F238E27FC236}">
                  <ns2:creationId id="{CB6AEB38-9281-4BD5-81C4-539099E555A7}"/>
                </a:ext>
              </a:extLst>
            </p:cNvPr>
            <p:cNvSpPr>
              <a:spLocks noGrp="1"/>
            </p:cNvSpPr>
            <p:nvPr/>
          </p:nvSpPr>
          <p:spPr>
            <a:xfrm>
              <a:off x="23369588" y="6263878"/>
              <a:ext cx="709613" cy="5953"/>
            </a:xfrm>
            <a:prstGeom prst="rect">
              <a:avLst/>
            </a:prstGeom>
            <a:solidFill>
              <a:srgbClr val="D4B4CC"/>
            </a:solidFill>
            <a:ln w="0">
              <a:noFill/>
              <a:prstDash val="solid"/>
            </a:ln>
          </p:spPr>
        </p:sp>
        <p:sp>
          <p:nvSpPr>
            <p:cNvPr id="3125" name="four:temporal-output:rotated-tₙ-cell-151:3125">
              <a:extLst>
                <a:ext uri="{FF2B5EF4-FFF2-40B4-BE49-F238E27FC236}">
                  <ns2:creationId id="{4820D7D7-29B1-4AEF-8713-B351E1A50AC3}"/>
                </a:ext>
              </a:extLst>
            </p:cNvPr>
            <p:cNvSpPr>
              <a:spLocks noGrp="1"/>
            </p:cNvSpPr>
            <p:nvPr/>
          </p:nvSpPr>
          <p:spPr>
            <a:xfrm>
              <a:off x="23369588" y="6257925"/>
              <a:ext cx="709613" cy="5953"/>
            </a:xfrm>
            <a:prstGeom prst="rect">
              <a:avLst/>
            </a:prstGeom>
            <a:solidFill>
              <a:srgbClr val="D4B4CC"/>
            </a:solidFill>
            <a:ln w="0">
              <a:noFill/>
              <a:prstDash val="solid"/>
            </a:ln>
          </p:spPr>
        </p:sp>
        <p:sp>
          <p:nvSpPr>
            <p:cNvPr id="3126" name="four:temporal-output:rotated-tₙ-cell-152:3126">
              <a:extLst>
                <a:ext uri="{FF2B5EF4-FFF2-40B4-BE49-F238E27FC236}">
                  <ns2:creationId id="{EC31B565-4A34-4C52-937C-EBCD494F4FD7}"/>
                </a:ext>
              </a:extLst>
            </p:cNvPr>
            <p:cNvSpPr>
              <a:spLocks noGrp="1"/>
            </p:cNvSpPr>
            <p:nvPr/>
          </p:nvSpPr>
          <p:spPr>
            <a:xfrm>
              <a:off x="23369588" y="6251972"/>
              <a:ext cx="709613" cy="5953"/>
            </a:xfrm>
            <a:prstGeom prst="rect">
              <a:avLst/>
            </a:prstGeom>
            <a:solidFill>
              <a:srgbClr val="D4B4CC"/>
            </a:solidFill>
            <a:ln w="0">
              <a:noFill/>
              <a:prstDash val="solid"/>
            </a:ln>
          </p:spPr>
        </p:sp>
        <p:sp>
          <p:nvSpPr>
            <p:cNvPr id="3127" name="four:temporal-output:rotated-tₙ-cell-153:3127">
              <a:extLst>
                <a:ext uri="{FF2B5EF4-FFF2-40B4-BE49-F238E27FC236}">
                  <ns2:creationId id="{9568CCF6-BA55-4F73-943B-4311A121E8C1}"/>
                </a:ext>
              </a:extLst>
            </p:cNvPr>
            <p:cNvSpPr>
              <a:spLocks noGrp="1"/>
            </p:cNvSpPr>
            <p:nvPr/>
          </p:nvSpPr>
          <p:spPr>
            <a:xfrm>
              <a:off x="23369588" y="6246019"/>
              <a:ext cx="709613" cy="5953"/>
            </a:xfrm>
            <a:prstGeom prst="rect">
              <a:avLst/>
            </a:prstGeom>
            <a:solidFill>
              <a:srgbClr val="D4B4CC"/>
            </a:solidFill>
            <a:ln w="0">
              <a:noFill/>
              <a:prstDash val="solid"/>
            </a:ln>
          </p:spPr>
        </p:sp>
        <p:sp>
          <p:nvSpPr>
            <p:cNvPr id="3128" name="four:temporal-output:rotated-tₙ-cell-154:3128">
              <a:extLst>
                <a:ext uri="{FF2B5EF4-FFF2-40B4-BE49-F238E27FC236}">
                  <ns2:creationId id="{6B596AEB-CED9-4DE5-8D4B-DDCAE893E214}"/>
                </a:ext>
              </a:extLst>
            </p:cNvPr>
            <p:cNvSpPr>
              <a:spLocks noGrp="1"/>
            </p:cNvSpPr>
            <p:nvPr/>
          </p:nvSpPr>
          <p:spPr>
            <a:xfrm>
              <a:off x="23369588" y="6240066"/>
              <a:ext cx="709613" cy="5953"/>
            </a:xfrm>
            <a:prstGeom prst="rect">
              <a:avLst/>
            </a:prstGeom>
            <a:solidFill>
              <a:srgbClr val="D4B4CC"/>
            </a:solidFill>
            <a:ln w="0">
              <a:noFill/>
              <a:prstDash val="solid"/>
            </a:ln>
          </p:spPr>
        </p:sp>
        <p:sp>
          <p:nvSpPr>
            <p:cNvPr id="3129" name="four:temporal-output:rotated-tₙ-cell-155:3129">
              <a:extLst>
                <a:ext uri="{FF2B5EF4-FFF2-40B4-BE49-F238E27FC236}">
                  <ns2:creationId id="{9FA53F3A-ADE9-42D5-808F-22C1DDD6124C}"/>
                </a:ext>
              </a:extLst>
            </p:cNvPr>
            <p:cNvSpPr>
              <a:spLocks noGrp="1"/>
            </p:cNvSpPr>
            <p:nvPr/>
          </p:nvSpPr>
          <p:spPr>
            <a:xfrm>
              <a:off x="23369588" y="6234113"/>
              <a:ext cx="709613" cy="5953"/>
            </a:xfrm>
            <a:prstGeom prst="rect">
              <a:avLst/>
            </a:prstGeom>
            <a:solidFill>
              <a:srgbClr val="D4B4CC"/>
            </a:solidFill>
            <a:ln w="0">
              <a:noFill/>
              <a:prstDash val="solid"/>
            </a:ln>
          </p:spPr>
        </p:sp>
        <p:sp>
          <p:nvSpPr>
            <p:cNvPr id="3130" name="four:temporal-output:rotated-tₙ-cell-156:3130">
              <a:extLst>
                <a:ext uri="{FF2B5EF4-FFF2-40B4-BE49-F238E27FC236}">
                  <ns2:creationId id="{AFCDB693-E446-4BE0-A97F-22D8653F0DB0}"/>
                </a:ext>
              </a:extLst>
            </p:cNvPr>
            <p:cNvSpPr>
              <a:spLocks noGrp="1"/>
            </p:cNvSpPr>
            <p:nvPr/>
          </p:nvSpPr>
          <p:spPr>
            <a:xfrm>
              <a:off x="23369588" y="6228159"/>
              <a:ext cx="709613" cy="5953"/>
            </a:xfrm>
            <a:prstGeom prst="rect">
              <a:avLst/>
            </a:prstGeom>
            <a:solidFill>
              <a:srgbClr val="D4B4CC"/>
            </a:solidFill>
            <a:ln w="0">
              <a:noFill/>
              <a:prstDash val="solid"/>
            </a:ln>
          </p:spPr>
        </p:sp>
        <p:sp>
          <p:nvSpPr>
            <p:cNvPr id="3131" name="four:temporal-output:rotated-tₙ-cell-157:3131">
              <a:extLst>
                <a:ext uri="{FF2B5EF4-FFF2-40B4-BE49-F238E27FC236}">
                  <ns2:creationId id="{31005162-3ADD-4B02-A083-6490D7C7BDCD}"/>
                </a:ext>
              </a:extLst>
            </p:cNvPr>
            <p:cNvSpPr>
              <a:spLocks noGrp="1"/>
            </p:cNvSpPr>
            <p:nvPr/>
          </p:nvSpPr>
          <p:spPr>
            <a:xfrm>
              <a:off x="23369588" y="6222206"/>
              <a:ext cx="709613" cy="5953"/>
            </a:xfrm>
            <a:prstGeom prst="rect">
              <a:avLst/>
            </a:prstGeom>
            <a:solidFill>
              <a:srgbClr val="D4B4CC"/>
            </a:solidFill>
            <a:ln w="0">
              <a:noFill/>
              <a:prstDash val="solid"/>
            </a:ln>
          </p:spPr>
        </p:sp>
        <p:sp>
          <p:nvSpPr>
            <p:cNvPr id="3132" name="four:temporal-output:rotated-tₙ-cell-158:3132">
              <a:extLst>
                <a:ext uri="{FF2B5EF4-FFF2-40B4-BE49-F238E27FC236}">
                  <ns2:creationId id="{4199163F-E638-4784-99EB-08D85B05AF05}"/>
                </a:ext>
              </a:extLst>
            </p:cNvPr>
            <p:cNvSpPr>
              <a:spLocks noGrp="1"/>
            </p:cNvSpPr>
            <p:nvPr/>
          </p:nvSpPr>
          <p:spPr>
            <a:xfrm>
              <a:off x="23369588" y="6216253"/>
              <a:ext cx="709613" cy="5953"/>
            </a:xfrm>
            <a:prstGeom prst="rect">
              <a:avLst/>
            </a:prstGeom>
            <a:solidFill>
              <a:srgbClr val="D4B4CC"/>
            </a:solidFill>
            <a:ln w="0">
              <a:noFill/>
              <a:prstDash val="solid"/>
            </a:ln>
          </p:spPr>
        </p:sp>
        <p:sp>
          <p:nvSpPr>
            <p:cNvPr id="3133" name="four:temporal-output:rotated-tₙ-cell-159:3133">
              <a:extLst>
                <a:ext uri="{FF2B5EF4-FFF2-40B4-BE49-F238E27FC236}">
                  <ns2:creationId id="{72F4F1CD-19B9-43D1-B4E6-D2AA83682ED0}"/>
                </a:ext>
              </a:extLst>
            </p:cNvPr>
            <p:cNvSpPr>
              <a:spLocks noGrp="1"/>
            </p:cNvSpPr>
            <p:nvPr/>
          </p:nvSpPr>
          <p:spPr>
            <a:xfrm>
              <a:off x="23369588" y="6210300"/>
              <a:ext cx="709613" cy="5953"/>
            </a:xfrm>
            <a:prstGeom prst="rect">
              <a:avLst/>
            </a:prstGeom>
            <a:solidFill>
              <a:srgbClr val="D4B4CC"/>
            </a:solidFill>
            <a:ln w="0">
              <a:noFill/>
              <a:prstDash val="solid"/>
            </a:ln>
          </p:spPr>
        </p:sp>
        <p:sp>
          <p:nvSpPr>
            <p:cNvPr id="3134" name="four:temporal-output:rotated-tₙ-cell-160:3134">
              <a:extLst>
                <a:ext uri="{FF2B5EF4-FFF2-40B4-BE49-F238E27FC236}">
                  <ns2:creationId id="{B2D4F3B3-634C-4E6A-8754-CC4547447ABA}"/>
                </a:ext>
              </a:extLst>
            </p:cNvPr>
            <p:cNvSpPr>
              <a:spLocks noGrp="1"/>
            </p:cNvSpPr>
            <p:nvPr/>
          </p:nvSpPr>
          <p:spPr>
            <a:xfrm>
              <a:off x="23369588" y="6204347"/>
              <a:ext cx="709613" cy="5953"/>
            </a:xfrm>
            <a:prstGeom prst="rect">
              <a:avLst/>
            </a:prstGeom>
            <a:solidFill>
              <a:srgbClr val="D4B4CC"/>
            </a:solidFill>
            <a:ln w="0">
              <a:noFill/>
              <a:prstDash val="solid"/>
            </a:ln>
          </p:spPr>
        </p:sp>
        <p:sp>
          <p:nvSpPr>
            <p:cNvPr id="3135" name="four:temporal-output:rotated-tₙ-cell-161:3135">
              <a:extLst>
                <a:ext uri="{FF2B5EF4-FFF2-40B4-BE49-F238E27FC236}">
                  <ns2:creationId id="{1E12FC67-4E6F-4B84-B3E6-34A1F54F3F94}"/>
                </a:ext>
              </a:extLst>
            </p:cNvPr>
            <p:cNvSpPr>
              <a:spLocks noGrp="1"/>
            </p:cNvSpPr>
            <p:nvPr/>
          </p:nvSpPr>
          <p:spPr>
            <a:xfrm>
              <a:off x="23369588" y="6198394"/>
              <a:ext cx="709613" cy="5953"/>
            </a:xfrm>
            <a:prstGeom prst="rect">
              <a:avLst/>
            </a:prstGeom>
            <a:solidFill>
              <a:srgbClr val="D4B4CC"/>
            </a:solidFill>
            <a:ln w="0">
              <a:noFill/>
              <a:prstDash val="solid"/>
            </a:ln>
          </p:spPr>
        </p:sp>
        <p:sp>
          <p:nvSpPr>
            <p:cNvPr id="3136" name="four:temporal-output:rotated-tₙ-cell-162:3136">
              <a:extLst>
                <a:ext uri="{FF2B5EF4-FFF2-40B4-BE49-F238E27FC236}">
                  <ns2:creationId id="{18DCDE5D-A6D4-4B3B-A036-A2CAD215F4D0}"/>
                </a:ext>
              </a:extLst>
            </p:cNvPr>
            <p:cNvSpPr>
              <a:spLocks noGrp="1"/>
            </p:cNvSpPr>
            <p:nvPr/>
          </p:nvSpPr>
          <p:spPr>
            <a:xfrm>
              <a:off x="23369588" y="6192441"/>
              <a:ext cx="709613" cy="5953"/>
            </a:xfrm>
            <a:prstGeom prst="rect">
              <a:avLst/>
            </a:prstGeom>
            <a:solidFill>
              <a:srgbClr val="D4B4CC"/>
            </a:solidFill>
            <a:ln w="0">
              <a:noFill/>
              <a:prstDash val="solid"/>
            </a:ln>
          </p:spPr>
        </p:sp>
        <p:sp>
          <p:nvSpPr>
            <p:cNvPr id="3137" name="four:temporal-output:rotated-tₙ-cell-163:3137">
              <a:extLst>
                <a:ext uri="{FF2B5EF4-FFF2-40B4-BE49-F238E27FC236}">
                  <ns2:creationId id="{888BDF6F-B9C8-4E54-9178-EEA80CA3D393}"/>
                </a:ext>
              </a:extLst>
            </p:cNvPr>
            <p:cNvSpPr>
              <a:spLocks noGrp="1"/>
            </p:cNvSpPr>
            <p:nvPr/>
          </p:nvSpPr>
          <p:spPr>
            <a:xfrm>
              <a:off x="23369588" y="6186488"/>
              <a:ext cx="709613" cy="5953"/>
            </a:xfrm>
            <a:prstGeom prst="rect">
              <a:avLst/>
            </a:prstGeom>
            <a:solidFill>
              <a:srgbClr val="D4B4CC"/>
            </a:solidFill>
            <a:ln w="0">
              <a:noFill/>
              <a:prstDash val="solid"/>
            </a:ln>
          </p:spPr>
        </p:sp>
        <p:sp>
          <p:nvSpPr>
            <p:cNvPr id="3138" name="four:temporal-output:rotated-tₙ-cell-164:3138">
              <a:extLst>
                <a:ext uri="{FF2B5EF4-FFF2-40B4-BE49-F238E27FC236}">
                  <ns2:creationId id="{E3875589-F260-4CBC-A703-F827EF9918A4}"/>
                </a:ext>
              </a:extLst>
            </p:cNvPr>
            <p:cNvSpPr>
              <a:spLocks noGrp="1"/>
            </p:cNvSpPr>
            <p:nvPr/>
          </p:nvSpPr>
          <p:spPr>
            <a:xfrm>
              <a:off x="23369588" y="6180534"/>
              <a:ext cx="709613" cy="5953"/>
            </a:xfrm>
            <a:prstGeom prst="rect">
              <a:avLst/>
            </a:prstGeom>
            <a:solidFill>
              <a:srgbClr val="D4B4CC"/>
            </a:solidFill>
            <a:ln w="0">
              <a:noFill/>
              <a:prstDash val="solid"/>
            </a:ln>
          </p:spPr>
        </p:sp>
        <p:sp>
          <p:nvSpPr>
            <p:cNvPr id="3139" name="four:temporal-output:rotated-tₙ-cell-165:3139">
              <a:extLst>
                <a:ext uri="{FF2B5EF4-FFF2-40B4-BE49-F238E27FC236}">
                  <ns2:creationId id="{C40B6C0B-FE10-4E52-A858-BD1CD0C8E958}"/>
                </a:ext>
              </a:extLst>
            </p:cNvPr>
            <p:cNvSpPr>
              <a:spLocks noGrp="1"/>
            </p:cNvSpPr>
            <p:nvPr/>
          </p:nvSpPr>
          <p:spPr>
            <a:xfrm>
              <a:off x="23369588" y="6174581"/>
              <a:ext cx="709613" cy="5953"/>
            </a:xfrm>
            <a:prstGeom prst="rect">
              <a:avLst/>
            </a:prstGeom>
            <a:solidFill>
              <a:srgbClr val="D4B4CC"/>
            </a:solidFill>
            <a:ln w="0">
              <a:noFill/>
              <a:prstDash val="solid"/>
            </a:ln>
          </p:spPr>
        </p:sp>
        <p:sp>
          <p:nvSpPr>
            <p:cNvPr id="3140" name="four:temporal-output:rotated-tₙ-cell-166:3140">
              <a:extLst>
                <a:ext uri="{FF2B5EF4-FFF2-40B4-BE49-F238E27FC236}">
                  <ns2:creationId id="{F984ED9C-ED76-407B-926B-0DD5B5DC9FE8}"/>
                </a:ext>
              </a:extLst>
            </p:cNvPr>
            <p:cNvSpPr>
              <a:spLocks noGrp="1"/>
            </p:cNvSpPr>
            <p:nvPr/>
          </p:nvSpPr>
          <p:spPr>
            <a:xfrm>
              <a:off x="23369588" y="6168628"/>
              <a:ext cx="709613" cy="5953"/>
            </a:xfrm>
            <a:prstGeom prst="rect">
              <a:avLst/>
            </a:prstGeom>
            <a:solidFill>
              <a:srgbClr val="D4B4CC"/>
            </a:solidFill>
            <a:ln w="0">
              <a:noFill/>
              <a:prstDash val="solid"/>
            </a:ln>
          </p:spPr>
        </p:sp>
        <p:sp>
          <p:nvSpPr>
            <p:cNvPr id="3141" name="four:temporal-output:rotated-tₙ-cell-167:3141">
              <a:extLst>
                <a:ext uri="{FF2B5EF4-FFF2-40B4-BE49-F238E27FC236}">
                  <ns2:creationId id="{F273FB7B-F813-46BA-B9E6-CAB6B44B3F0C}"/>
                </a:ext>
              </a:extLst>
            </p:cNvPr>
            <p:cNvSpPr>
              <a:spLocks noGrp="1"/>
            </p:cNvSpPr>
            <p:nvPr/>
          </p:nvSpPr>
          <p:spPr>
            <a:xfrm>
              <a:off x="23369588" y="6162675"/>
              <a:ext cx="709613" cy="5953"/>
            </a:xfrm>
            <a:prstGeom prst="rect">
              <a:avLst/>
            </a:prstGeom>
            <a:solidFill>
              <a:srgbClr val="D4B4CC"/>
            </a:solidFill>
            <a:ln w="0">
              <a:noFill/>
              <a:prstDash val="solid"/>
            </a:ln>
          </p:spPr>
        </p:sp>
        <p:sp>
          <p:nvSpPr>
            <p:cNvPr id="3142" name="four:temporal-output:rotated-tₙ-cell-168:3142">
              <a:extLst>
                <a:ext uri="{FF2B5EF4-FFF2-40B4-BE49-F238E27FC236}">
                  <ns2:creationId id="{34089D37-25AF-49DC-BD93-D87D7409D891}"/>
                </a:ext>
              </a:extLst>
            </p:cNvPr>
            <p:cNvSpPr>
              <a:spLocks noGrp="1"/>
            </p:cNvSpPr>
            <p:nvPr/>
          </p:nvSpPr>
          <p:spPr>
            <a:xfrm>
              <a:off x="23369588" y="6156722"/>
              <a:ext cx="709613" cy="5953"/>
            </a:xfrm>
            <a:prstGeom prst="rect">
              <a:avLst/>
            </a:prstGeom>
            <a:solidFill>
              <a:srgbClr val="D4B2CB"/>
            </a:solidFill>
            <a:ln w="0">
              <a:noFill/>
              <a:prstDash val="solid"/>
            </a:ln>
          </p:spPr>
        </p:sp>
        <p:sp>
          <p:nvSpPr>
            <p:cNvPr id="3143" name="four:temporal-output:rotated-tₙ-cell-169:3143">
              <a:extLst>
                <a:ext uri="{FF2B5EF4-FFF2-40B4-BE49-F238E27FC236}">
                  <ns2:creationId id="{1177D62D-92F6-44F4-A9A0-E209B4C8DBC3}"/>
                </a:ext>
              </a:extLst>
            </p:cNvPr>
            <p:cNvSpPr>
              <a:spLocks noGrp="1"/>
            </p:cNvSpPr>
            <p:nvPr/>
          </p:nvSpPr>
          <p:spPr>
            <a:xfrm>
              <a:off x="23369588" y="6150769"/>
              <a:ext cx="709613" cy="5953"/>
            </a:xfrm>
            <a:prstGeom prst="rect">
              <a:avLst/>
            </a:prstGeom>
            <a:solidFill>
              <a:srgbClr val="D3ACC7"/>
            </a:solidFill>
            <a:ln w="0">
              <a:noFill/>
              <a:prstDash val="solid"/>
            </a:ln>
          </p:spPr>
        </p:sp>
        <p:sp>
          <p:nvSpPr>
            <p:cNvPr id="3144" name="four:temporal-output:rotated-tₙ-cell-170:3144">
              <a:extLst>
                <a:ext uri="{FF2B5EF4-FFF2-40B4-BE49-F238E27FC236}">
                  <ns2:creationId id="{B2842014-DED5-4E00-A487-5BC11610C42B}"/>
                </a:ext>
              </a:extLst>
            </p:cNvPr>
            <p:cNvSpPr>
              <a:spLocks noGrp="1"/>
            </p:cNvSpPr>
            <p:nvPr/>
          </p:nvSpPr>
          <p:spPr>
            <a:xfrm>
              <a:off x="23369588" y="6144816"/>
              <a:ext cx="709613" cy="5953"/>
            </a:xfrm>
            <a:prstGeom prst="rect">
              <a:avLst/>
            </a:prstGeom>
            <a:solidFill>
              <a:srgbClr val="D2A3C1"/>
            </a:solidFill>
            <a:ln w="0">
              <a:noFill/>
              <a:prstDash val="solid"/>
            </a:ln>
          </p:spPr>
        </p:sp>
        <p:sp>
          <p:nvSpPr>
            <p:cNvPr id="3145" name="four:temporal-output:rotated-tₙ-cell-171:3145">
              <a:extLst>
                <a:ext uri="{FF2B5EF4-FFF2-40B4-BE49-F238E27FC236}">
                  <ns2:creationId id="{617ABC54-F400-45A7-BD39-3B2ABD0D1D07}"/>
                </a:ext>
              </a:extLst>
            </p:cNvPr>
            <p:cNvSpPr>
              <a:spLocks noGrp="1"/>
            </p:cNvSpPr>
            <p:nvPr/>
          </p:nvSpPr>
          <p:spPr>
            <a:xfrm>
              <a:off x="23369588" y="6138863"/>
              <a:ext cx="709613" cy="5953"/>
            </a:xfrm>
            <a:prstGeom prst="rect">
              <a:avLst/>
            </a:prstGeom>
            <a:solidFill>
              <a:srgbClr val="D098BA"/>
            </a:solidFill>
            <a:ln w="0">
              <a:noFill/>
              <a:prstDash val="solid"/>
            </a:ln>
          </p:spPr>
        </p:sp>
        <p:sp>
          <p:nvSpPr>
            <p:cNvPr id="3146" name="four:temporal-output:rotated-tₙ-cell-172:3146">
              <a:extLst>
                <a:ext uri="{FF2B5EF4-FFF2-40B4-BE49-F238E27FC236}">
                  <ns2:creationId id="{B72451BD-BC46-4948-AC38-8AB1BF33C41B}"/>
                </a:ext>
              </a:extLst>
            </p:cNvPr>
            <p:cNvSpPr>
              <a:spLocks noGrp="1"/>
            </p:cNvSpPr>
            <p:nvPr/>
          </p:nvSpPr>
          <p:spPr>
            <a:xfrm>
              <a:off x="23369588" y="6132909"/>
              <a:ext cx="709613" cy="5953"/>
            </a:xfrm>
            <a:prstGeom prst="rect">
              <a:avLst/>
            </a:prstGeom>
            <a:solidFill>
              <a:srgbClr val="CF8DB3"/>
            </a:solidFill>
            <a:ln w="0">
              <a:noFill/>
              <a:prstDash val="solid"/>
            </a:ln>
          </p:spPr>
        </p:sp>
        <p:sp>
          <p:nvSpPr>
            <p:cNvPr id="3147" name="four:temporal-output:rotated-tₙ-cell-173:3147">
              <a:extLst>
                <a:ext uri="{FF2B5EF4-FFF2-40B4-BE49-F238E27FC236}">
                  <ns2:creationId id="{99C6DAD2-C6A6-441A-9E25-AECDA5A816C6}"/>
                </a:ext>
              </a:extLst>
            </p:cNvPr>
            <p:cNvSpPr>
              <a:spLocks noGrp="1"/>
            </p:cNvSpPr>
            <p:nvPr/>
          </p:nvSpPr>
          <p:spPr>
            <a:xfrm>
              <a:off x="23369588" y="6126956"/>
              <a:ext cx="709613" cy="5953"/>
            </a:xfrm>
            <a:prstGeom prst="rect">
              <a:avLst/>
            </a:prstGeom>
            <a:solidFill>
              <a:srgbClr val="CD82AD"/>
            </a:solidFill>
            <a:ln w="0">
              <a:noFill/>
              <a:prstDash val="solid"/>
            </a:ln>
          </p:spPr>
        </p:sp>
        <p:sp>
          <p:nvSpPr>
            <p:cNvPr id="3148" name="four:temporal-output:rotated-tₙ-cell-174:3148">
              <a:extLst>
                <a:ext uri="{FF2B5EF4-FFF2-40B4-BE49-F238E27FC236}">
                  <ns2:creationId id="{C1363FB4-8DF5-4080-9CDC-259BD433A351}"/>
                </a:ext>
              </a:extLst>
            </p:cNvPr>
            <p:cNvSpPr>
              <a:spLocks noGrp="1"/>
            </p:cNvSpPr>
            <p:nvPr/>
          </p:nvSpPr>
          <p:spPr>
            <a:xfrm>
              <a:off x="23369588" y="6121003"/>
              <a:ext cx="709613" cy="5953"/>
            </a:xfrm>
            <a:prstGeom prst="rect">
              <a:avLst/>
            </a:prstGeom>
            <a:solidFill>
              <a:srgbClr val="CC7BA9"/>
            </a:solidFill>
            <a:ln w="0">
              <a:noFill/>
              <a:prstDash val="solid"/>
            </a:ln>
          </p:spPr>
        </p:sp>
        <p:sp>
          <p:nvSpPr>
            <p:cNvPr id="3149" name="four:temporal-output:rotated-tₙ-cell-175:3149">
              <a:extLst>
                <a:ext uri="{FF2B5EF4-FFF2-40B4-BE49-F238E27FC236}">
                  <ns2:creationId id="{0778D24A-56BC-4AE9-B760-3EE2D56A434F}"/>
                </a:ext>
              </a:extLst>
            </p:cNvPr>
            <p:cNvSpPr>
              <a:spLocks noGrp="1"/>
            </p:cNvSpPr>
            <p:nvPr/>
          </p:nvSpPr>
          <p:spPr>
            <a:xfrm>
              <a:off x="23369588" y="6115050"/>
              <a:ext cx="709613" cy="5953"/>
            </a:xfrm>
            <a:prstGeom prst="rect">
              <a:avLst/>
            </a:prstGeom>
            <a:solidFill>
              <a:srgbClr val="CC79A7"/>
            </a:solidFill>
            <a:ln w="0">
              <a:noFill/>
              <a:prstDash val="solid"/>
            </a:ln>
          </p:spPr>
        </p:sp>
        <p:sp>
          <p:nvSpPr>
            <p:cNvPr id="3150" name="four:temporal-output:rotated-tₙ-cell-176:3150">
              <a:extLst>
                <a:ext uri="{FF2B5EF4-FFF2-40B4-BE49-F238E27FC236}">
                  <ns2:creationId id="{2BF1FC2B-A8D7-41B5-BD91-B79C880632A6}"/>
                </a:ext>
              </a:extLst>
            </p:cNvPr>
            <p:cNvSpPr>
              <a:spLocks noGrp="1"/>
            </p:cNvSpPr>
            <p:nvPr/>
          </p:nvSpPr>
          <p:spPr>
            <a:xfrm>
              <a:off x="23369588" y="6109097"/>
              <a:ext cx="709613" cy="5953"/>
            </a:xfrm>
            <a:prstGeom prst="rect">
              <a:avLst/>
            </a:prstGeom>
            <a:solidFill>
              <a:srgbClr val="CC79A7"/>
            </a:solidFill>
            <a:ln w="0">
              <a:noFill/>
              <a:prstDash val="solid"/>
            </a:ln>
          </p:spPr>
        </p:sp>
        <p:sp>
          <p:nvSpPr>
            <p:cNvPr id="3151" name="four:temporal-output:rotated-tₙ-cell-177:3151">
              <a:extLst>
                <a:ext uri="{FF2B5EF4-FFF2-40B4-BE49-F238E27FC236}">
                  <ns2:creationId id="{2F8E9DB7-D10C-4A55-8484-1C4E1897B1C3}"/>
                </a:ext>
              </a:extLst>
            </p:cNvPr>
            <p:cNvSpPr>
              <a:spLocks noGrp="1"/>
            </p:cNvSpPr>
            <p:nvPr/>
          </p:nvSpPr>
          <p:spPr>
            <a:xfrm>
              <a:off x="23369588" y="6103144"/>
              <a:ext cx="709613" cy="5953"/>
            </a:xfrm>
            <a:prstGeom prst="rect">
              <a:avLst/>
            </a:prstGeom>
            <a:solidFill>
              <a:srgbClr val="CC79A7"/>
            </a:solidFill>
            <a:ln w="0">
              <a:noFill/>
              <a:prstDash val="solid"/>
            </a:ln>
          </p:spPr>
        </p:sp>
        <p:sp>
          <p:nvSpPr>
            <p:cNvPr id="3152" name="four:temporal-output:rotated-tₙ-cell-178:3152">
              <a:extLst>
                <a:ext uri="{FF2B5EF4-FFF2-40B4-BE49-F238E27FC236}">
                  <ns2:creationId id="{683CC657-F69C-4ED2-9ECD-5DF737ACEFE2}"/>
                </a:ext>
              </a:extLst>
            </p:cNvPr>
            <p:cNvSpPr>
              <a:spLocks noGrp="1"/>
            </p:cNvSpPr>
            <p:nvPr/>
          </p:nvSpPr>
          <p:spPr>
            <a:xfrm>
              <a:off x="23369588" y="6097191"/>
              <a:ext cx="709613" cy="5953"/>
            </a:xfrm>
            <a:prstGeom prst="rect">
              <a:avLst/>
            </a:prstGeom>
            <a:solidFill>
              <a:srgbClr val="CC79A7"/>
            </a:solidFill>
            <a:ln w="0">
              <a:noFill/>
              <a:prstDash val="solid"/>
            </a:ln>
          </p:spPr>
        </p:sp>
        <p:sp>
          <p:nvSpPr>
            <p:cNvPr id="3153" name="four:temporal-output:rotated-tₙ-cell-179:3153">
              <a:extLst>
                <a:ext uri="{FF2B5EF4-FFF2-40B4-BE49-F238E27FC236}">
                  <ns2:creationId id="{169C507C-6B3C-4890-A521-492C756708DE}"/>
                </a:ext>
              </a:extLst>
            </p:cNvPr>
            <p:cNvSpPr>
              <a:spLocks noGrp="1"/>
            </p:cNvSpPr>
            <p:nvPr/>
          </p:nvSpPr>
          <p:spPr>
            <a:xfrm>
              <a:off x="23369588" y="6091238"/>
              <a:ext cx="709613" cy="5953"/>
            </a:xfrm>
            <a:prstGeom prst="rect">
              <a:avLst/>
            </a:prstGeom>
            <a:solidFill>
              <a:srgbClr val="CC79A7"/>
            </a:solidFill>
            <a:ln w="0">
              <a:noFill/>
              <a:prstDash val="solid"/>
            </a:ln>
          </p:spPr>
        </p:sp>
        <p:sp>
          <p:nvSpPr>
            <p:cNvPr id="3154" name="four:temporal-output:rotated-tₙ-cell-180:3154">
              <a:extLst>
                <a:ext uri="{FF2B5EF4-FFF2-40B4-BE49-F238E27FC236}">
                  <ns2:creationId id="{BC4D6FA0-FF77-4271-8A4D-FE124CDD4E07}"/>
                </a:ext>
              </a:extLst>
            </p:cNvPr>
            <p:cNvSpPr>
              <a:spLocks noGrp="1"/>
            </p:cNvSpPr>
            <p:nvPr/>
          </p:nvSpPr>
          <p:spPr>
            <a:xfrm>
              <a:off x="23369588" y="6085284"/>
              <a:ext cx="709613" cy="5953"/>
            </a:xfrm>
            <a:prstGeom prst="rect">
              <a:avLst/>
            </a:prstGeom>
            <a:solidFill>
              <a:srgbClr val="CC79A7"/>
            </a:solidFill>
            <a:ln w="0">
              <a:noFill/>
              <a:prstDash val="solid"/>
            </a:ln>
          </p:spPr>
        </p:sp>
        <p:sp>
          <p:nvSpPr>
            <p:cNvPr id="3155" name="four:temporal-output:rotated-tₙ-cell-181:3155">
              <a:extLst>
                <a:ext uri="{FF2B5EF4-FFF2-40B4-BE49-F238E27FC236}">
                  <ns2:creationId id="{1FB801FC-6EFE-4F90-AE5D-1158A1B307FC}"/>
                </a:ext>
              </a:extLst>
            </p:cNvPr>
            <p:cNvSpPr>
              <a:spLocks noGrp="1"/>
            </p:cNvSpPr>
            <p:nvPr/>
          </p:nvSpPr>
          <p:spPr>
            <a:xfrm>
              <a:off x="23369588" y="6079331"/>
              <a:ext cx="709613" cy="5953"/>
            </a:xfrm>
            <a:prstGeom prst="rect">
              <a:avLst/>
            </a:prstGeom>
            <a:solidFill>
              <a:srgbClr val="CC79A7"/>
            </a:solidFill>
            <a:ln w="0">
              <a:noFill/>
              <a:prstDash val="solid"/>
            </a:ln>
          </p:spPr>
        </p:sp>
        <p:sp>
          <p:nvSpPr>
            <p:cNvPr id="3156" name="four:temporal-output:rotated-tₙ-cell-182:3156">
              <a:extLst>
                <a:ext uri="{FF2B5EF4-FFF2-40B4-BE49-F238E27FC236}">
                  <ns2:creationId id="{A5EB5CCB-B1A3-4DB5-A13D-78F5E2C5B251}"/>
                </a:ext>
              </a:extLst>
            </p:cNvPr>
            <p:cNvSpPr>
              <a:spLocks noGrp="1"/>
            </p:cNvSpPr>
            <p:nvPr/>
          </p:nvSpPr>
          <p:spPr>
            <a:xfrm>
              <a:off x="23369588" y="6073378"/>
              <a:ext cx="709613" cy="5953"/>
            </a:xfrm>
            <a:prstGeom prst="rect">
              <a:avLst/>
            </a:prstGeom>
            <a:solidFill>
              <a:srgbClr val="CC79A7"/>
            </a:solidFill>
            <a:ln w="0">
              <a:noFill/>
              <a:prstDash val="solid"/>
            </a:ln>
          </p:spPr>
        </p:sp>
        <p:sp>
          <p:nvSpPr>
            <p:cNvPr id="3157" name="four:temporal-output:rotated-tₙ-cell-183:3157">
              <a:extLst>
                <a:ext uri="{FF2B5EF4-FFF2-40B4-BE49-F238E27FC236}">
                  <ns2:creationId id="{99B452E4-90EE-45D1-9408-155032C3A4E9}"/>
                </a:ext>
              </a:extLst>
            </p:cNvPr>
            <p:cNvSpPr>
              <a:spLocks noGrp="1"/>
            </p:cNvSpPr>
            <p:nvPr/>
          </p:nvSpPr>
          <p:spPr>
            <a:xfrm>
              <a:off x="23369588" y="6067425"/>
              <a:ext cx="709613" cy="5953"/>
            </a:xfrm>
            <a:prstGeom prst="rect">
              <a:avLst/>
            </a:prstGeom>
            <a:solidFill>
              <a:srgbClr val="CC79A7"/>
            </a:solidFill>
            <a:ln w="0">
              <a:noFill/>
              <a:prstDash val="solid"/>
            </a:ln>
          </p:spPr>
        </p:sp>
        <p:sp>
          <p:nvSpPr>
            <p:cNvPr id="3158" name="four:temporal-output:rotated-tₙ-cell-184:3158">
              <a:extLst>
                <a:ext uri="{FF2B5EF4-FFF2-40B4-BE49-F238E27FC236}">
                  <ns2:creationId id="{63676138-A7B1-4054-BE38-E064C2C5678F}"/>
                </a:ext>
              </a:extLst>
            </p:cNvPr>
            <p:cNvSpPr>
              <a:spLocks noGrp="1"/>
            </p:cNvSpPr>
            <p:nvPr/>
          </p:nvSpPr>
          <p:spPr>
            <a:xfrm>
              <a:off x="23369588" y="6061472"/>
              <a:ext cx="709613" cy="5953"/>
            </a:xfrm>
            <a:prstGeom prst="rect">
              <a:avLst/>
            </a:prstGeom>
            <a:solidFill>
              <a:srgbClr val="CD7EAA"/>
            </a:solidFill>
            <a:ln w="0">
              <a:noFill/>
              <a:prstDash val="solid"/>
            </a:ln>
          </p:spPr>
        </p:sp>
        <p:sp>
          <p:nvSpPr>
            <p:cNvPr id="3159" name="four:temporal-output:rotated-tₙ-cell-185:3159">
              <a:extLst>
                <a:ext uri="{FF2B5EF4-FFF2-40B4-BE49-F238E27FC236}">
                  <ns2:creationId id="{C249D5B6-980B-4100-93C8-A38B9C393F24}"/>
                </a:ext>
              </a:extLst>
            </p:cNvPr>
            <p:cNvSpPr>
              <a:spLocks noGrp="1"/>
            </p:cNvSpPr>
            <p:nvPr/>
          </p:nvSpPr>
          <p:spPr>
            <a:xfrm>
              <a:off x="23369588" y="6055519"/>
              <a:ext cx="709613" cy="5953"/>
            </a:xfrm>
            <a:prstGeom prst="rect">
              <a:avLst/>
            </a:prstGeom>
            <a:solidFill>
              <a:srgbClr val="D19CBD"/>
            </a:solidFill>
            <a:ln w="0">
              <a:noFill/>
              <a:prstDash val="solid"/>
            </a:ln>
          </p:spPr>
        </p:sp>
        <p:sp>
          <p:nvSpPr>
            <p:cNvPr id="3160" name="four:temporal-output:rotated-tₙ-cell-186:3160">
              <a:extLst>
                <a:ext uri="{FF2B5EF4-FFF2-40B4-BE49-F238E27FC236}">
                  <ns2:creationId id="{B6FBC98E-288A-44E9-AF65-6BD4CA22242A}"/>
                </a:ext>
              </a:extLst>
            </p:cNvPr>
            <p:cNvSpPr>
              <a:spLocks noGrp="1"/>
            </p:cNvSpPr>
            <p:nvPr/>
          </p:nvSpPr>
          <p:spPr>
            <a:xfrm>
              <a:off x="23369588" y="6049566"/>
              <a:ext cx="709613" cy="5953"/>
            </a:xfrm>
            <a:prstGeom prst="rect">
              <a:avLst/>
            </a:prstGeom>
            <a:solidFill>
              <a:srgbClr val="D7C5D7"/>
            </a:solidFill>
            <a:ln w="0">
              <a:noFill/>
              <a:prstDash val="solid"/>
            </a:ln>
          </p:spPr>
        </p:sp>
        <p:sp>
          <p:nvSpPr>
            <p:cNvPr id="3161" name="four:temporal-output:rotated-tₙ-cell-187:3161">
              <a:extLst>
                <a:ext uri="{FF2B5EF4-FFF2-40B4-BE49-F238E27FC236}">
                  <ns2:creationId id="{28294D77-F57B-4EBB-A856-506C973998E6}"/>
                </a:ext>
              </a:extLst>
            </p:cNvPr>
            <p:cNvSpPr>
              <a:spLocks noGrp="1"/>
            </p:cNvSpPr>
            <p:nvPr/>
          </p:nvSpPr>
          <p:spPr>
            <a:xfrm>
              <a:off x="23369588" y="6043613"/>
              <a:ext cx="709613" cy="5953"/>
            </a:xfrm>
            <a:prstGeom prst="rect">
              <a:avLst/>
            </a:prstGeom>
            <a:solidFill>
              <a:srgbClr val="DBE4E7"/>
            </a:solidFill>
            <a:ln w="0">
              <a:noFill/>
              <a:prstDash val="solid"/>
            </a:ln>
          </p:spPr>
        </p:sp>
        <p:sp>
          <p:nvSpPr>
            <p:cNvPr id="3162" name="four:temporal-output:rotated-tₙ-cell-188:3162">
              <a:extLst>
                <a:ext uri="{FF2B5EF4-FFF2-40B4-BE49-F238E27FC236}">
                  <ns2:creationId id="{9EECC3B5-1D6B-4D77-8425-1758BCA00163}"/>
                </a:ext>
              </a:extLst>
            </p:cNvPr>
            <p:cNvSpPr>
              <a:spLocks noGrp="1"/>
            </p:cNvSpPr>
            <p:nvPr/>
          </p:nvSpPr>
          <p:spPr>
            <a:xfrm>
              <a:off x="23369588" y="6037659"/>
              <a:ext cx="709613" cy="5953"/>
            </a:xfrm>
            <a:prstGeom prst="rect">
              <a:avLst/>
            </a:prstGeom>
            <a:solidFill>
              <a:srgbClr val="DCE8ED"/>
            </a:solidFill>
            <a:ln w="0">
              <a:noFill/>
              <a:prstDash val="solid"/>
            </a:ln>
          </p:spPr>
        </p:sp>
        <p:sp>
          <p:nvSpPr>
            <p:cNvPr id="3163" name="four:temporal-output:rotated-tₙ-cell-189:3163">
              <a:extLst>
                <a:ext uri="{FF2B5EF4-FFF2-40B4-BE49-F238E27FC236}">
                  <ns2:creationId id="{ABD6FAEE-3B3F-4934-9BF2-341D5F1D6745}"/>
                </a:ext>
              </a:extLst>
            </p:cNvPr>
            <p:cNvSpPr>
              <a:spLocks noGrp="1"/>
            </p:cNvSpPr>
            <p:nvPr/>
          </p:nvSpPr>
          <p:spPr>
            <a:xfrm>
              <a:off x="23369588" y="6031706"/>
              <a:ext cx="709613" cy="5953"/>
            </a:xfrm>
            <a:prstGeom prst="rect">
              <a:avLst/>
            </a:prstGeom>
            <a:solidFill>
              <a:srgbClr val="DCE8ED"/>
            </a:solidFill>
            <a:ln w="0">
              <a:noFill/>
              <a:prstDash val="solid"/>
            </a:ln>
          </p:spPr>
        </p:sp>
        <p:sp>
          <p:nvSpPr>
            <p:cNvPr id="3164" name="four:temporal-output:rotated-tₙ-cell-190:3164">
              <a:extLst>
                <a:ext uri="{FF2B5EF4-FFF2-40B4-BE49-F238E27FC236}">
                  <ns2:creationId id="{E0C72A2B-8ED6-4C1C-A82B-31980B5A20C0}"/>
                </a:ext>
              </a:extLst>
            </p:cNvPr>
            <p:cNvSpPr>
              <a:spLocks noGrp="1"/>
            </p:cNvSpPr>
            <p:nvPr/>
          </p:nvSpPr>
          <p:spPr>
            <a:xfrm>
              <a:off x="23369588" y="6025753"/>
              <a:ext cx="709613" cy="5953"/>
            </a:xfrm>
            <a:prstGeom prst="rect">
              <a:avLst/>
            </a:prstGeom>
            <a:solidFill>
              <a:srgbClr val="DCE8ED"/>
            </a:solidFill>
            <a:ln w="0">
              <a:noFill/>
              <a:prstDash val="solid"/>
            </a:ln>
          </p:spPr>
        </p:sp>
        <p:sp>
          <p:nvSpPr>
            <p:cNvPr id="3165" name="four:temporal-output:rotated-tₙ-cell-191:3165">
              <a:extLst>
                <a:ext uri="{FF2B5EF4-FFF2-40B4-BE49-F238E27FC236}">
                  <ns2:creationId id="{EB1CB4FC-91FF-4328-BA3C-09295095A91C}"/>
                </a:ext>
              </a:extLst>
            </p:cNvPr>
            <p:cNvSpPr>
              <a:spLocks noGrp="1"/>
            </p:cNvSpPr>
            <p:nvPr/>
          </p:nvSpPr>
          <p:spPr>
            <a:xfrm>
              <a:off x="23369588" y="6019800"/>
              <a:ext cx="709613" cy="5953"/>
            </a:xfrm>
            <a:prstGeom prst="rect">
              <a:avLst/>
            </a:prstGeom>
            <a:solidFill>
              <a:srgbClr val="DCE8ED"/>
            </a:solidFill>
            <a:ln w="0">
              <a:noFill/>
              <a:prstDash val="solid"/>
            </a:ln>
          </p:spPr>
        </p:sp>
        <p:sp>
          <p:nvSpPr>
            <p:cNvPr id="3166" name="four:temporal-output:rect:3166">
              <a:extLst>
                <a:ext uri="{FF2B5EF4-FFF2-40B4-BE49-F238E27FC236}">
                  <ns2:creationId id="{A68AAC40-D277-42C1-A1EF-5F9EDB920DDC}"/>
                </a:ext>
              </a:extLst>
            </p:cNvPr>
            <p:cNvSpPr>
              <a:spLocks noGrp="1"/>
            </p:cNvSpPr>
            <p:nvPr/>
          </p:nvSpPr>
          <p:spPr>
            <a:xfrm>
              <a:off x="21240750" y="6019800"/>
              <a:ext cx="2838450" cy="1143000"/>
            </a:xfrm>
            <a:prstGeom prst="rect">
              <a:avLst/>
            </a:prstGeom>
            <a:noFill/>
            <a:ln w="9525">
              <a:solidFill>
                <a:srgbClr val="263238"/>
              </a:solidFill>
              <a:prstDash val="solid"/>
            </a:ln>
          </p:spPr>
        </p:sp>
        <p:sp>
          <p:nvSpPr>
            <p:cNvPr id="3167" name="four:temporal-output:line:3167">
              <a:extLst>
                <a:ext uri="{FF2B5EF4-FFF2-40B4-BE49-F238E27FC236}">
                  <ns2:creationId id="{920078A8-5DE1-490F-BE9D-92646296F924}"/>
                </a:ext>
              </a:extLst>
            </p:cNvPr>
            <p:cNvSpPr>
              <a:spLocks noGrp="1"/>
            </p:cNvSpPr>
            <p:nvPr/>
          </p:nvSpPr>
          <p:spPr>
            <a:xfrm>
              <a:off x="21078825" y="6019800"/>
              <a:ext cx="953" cy="1143000"/>
            </a:xfrm>
            <a:custGeom>
              <a:pathLst>
                <a:path w="953" h="1143000">
                  <a:moveTo>
                    <a:pt x="0" y="1143000"/>
                  </a:moveTo>
                  <a:lnTo>
                    <a:pt x="0" y="0"/>
                  </a:lnTo>
                </a:path>
              </a:pathLst>
            </a:custGeom>
            <a:noFill/>
            <a:ln w="12383">
              <a:solidFill>
                <a:srgbClr val="263238"/>
              </a:solidFill>
              <a:prstDash val="solid"/>
            </a:ln>
          </p:spPr>
        </p:sp>
        <p:sp>
          <p:nvSpPr>
            <p:cNvPr id="3168" name="four:temporal-output:polygon:3168">
              <a:extLst>
                <a:ext uri="{FF2B5EF4-FFF2-40B4-BE49-F238E27FC236}">
                  <ns2:creationId id="{347A7EDE-5761-4F1D-A646-463BAF7E64F2}"/>
                </a:ext>
              </a:extLst>
            </p:cNvPr>
            <p:cNvSpPr>
              <a:spLocks noGrp="1"/>
            </p:cNvSpPr>
            <p:nvPr/>
          </p:nvSpPr>
          <p:spPr>
            <a:xfrm>
              <a:off x="21046059" y="6019800"/>
              <a:ext cx="65532" cy="76200"/>
            </a:xfrm>
            <a:custGeom>
              <a:pathLst>
                <a:path w="65532" h="76200">
                  <a:moveTo>
                    <a:pt x="32766" y="0"/>
                  </a:moveTo>
                  <a:lnTo>
                    <a:pt x="0" y="76200"/>
                  </a:lnTo>
                  <a:lnTo>
                    <a:pt x="65532" y="76200"/>
                  </a:lnTo>
                  <a:close/>
                </a:path>
              </a:pathLst>
            </a:custGeom>
            <a:solidFill>
              <a:srgbClr val="263238"/>
            </a:solidFill>
            <a:ln w="0">
              <a:noFill/>
              <a:prstDash val="solid"/>
            </a:ln>
          </p:spPr>
        </p:sp>
        <p:sp>
          <p:nvSpPr>
            <p:cNvPr id="3169" name="four:temporal-output:textbox:3169">
              <a:extLst>
                <a:ext uri="{FF2B5EF4-FFF2-40B4-BE49-F238E27FC236}">
                  <ns2:creationId id="{14F2201E-50A3-4AC9-982C-5B14456C13B8}"/>
                </a:ext>
              </a:extLst>
            </p:cNvPr>
            <p:cNvSpPr>
              <a:spLocks noGrp="1"/>
            </p:cNvSpPr>
            <p:nvPr/>
          </p:nvSpPr>
          <p:spPr>
            <a:xfrm>
              <a:off x="20840700" y="6419850"/>
              <a:ext cx="228600" cy="342900"/>
            </a:xfrm>
            <a:prstGeom prst="rect">
              <a:avLst/>
            </a:prstGeom>
            <a:noFill/>
            <a:ln w="0">
              <a:noFill/>
              <a:prstDash val="solid"/>
            </a:ln>
          </p:spPr>
          <p:txBody>
            <a:bodyPr wrap="none" lIns="0" tIns="0" rIns="0" bIns="0" anchor="ctr">
              <a:normAutofit fontScale="100000"/>
            </a:bodyPr>
            <a:lstStyle>
              <a:defPPr algn="ctr">
                <a:defRPr sz="1875" b="0">
                  <a:solidFill>
                    <a:srgbClr val="263238"/>
                  </a:solidFill>
                  <a:latin typeface="Arial"/>
                  <a:ea typeface="Arial"/>
                  <a:cs typeface="Arial"/>
                </a:defRPr>
              </a:defPPr>
            </a:lstStyle>
            <a:p>
              <a:pPr algn="ctr">
                <a:defRPr sz="1875" b="0">
                  <a:solidFill>
                    <a:srgbClr val="263238"/>
                  </a:solidFill>
                  <a:latin typeface="Arial"/>
                  <a:ea typeface="Arial"/>
                  <a:cs typeface="Arial"/>
                </a:defRPr>
              </a:pPr>
              <a:r>
                <a:rPr sz="1875" b="0">
                  <a:solidFill>
                    <a:srgbClr val="263238"/>
                  </a:solidFill>
                  <a:latin typeface="Arial"/>
                  <a:ea typeface="Arial"/>
                  <a:cs typeface="Arial"/>
                </a:rPr>
                <a:t>d</a:t>
              </a:r>
            </a:p>
          </p:txBody>
        </p:sp>
        <p:sp>
          <p:nvSpPr>
            <p:cNvPr id="3170" name="four:temporal-output:line:3170">
              <a:extLst>
                <a:ext uri="{FF2B5EF4-FFF2-40B4-BE49-F238E27FC236}">
                  <ns2:creationId id="{A3FB4F95-0B51-4A2C-8697-8F94E10D9198}"/>
                </a:ext>
              </a:extLst>
            </p:cNvPr>
            <p:cNvSpPr>
              <a:spLocks noGrp="1"/>
            </p:cNvSpPr>
            <p:nvPr/>
          </p:nvSpPr>
          <p:spPr>
            <a:xfrm>
              <a:off x="21240750" y="7372350"/>
              <a:ext cx="2838450" cy="953"/>
            </a:xfrm>
            <a:custGeom>
              <a:pathLst>
                <a:path w="2838450" h="953">
                  <a:moveTo>
                    <a:pt x="0" y="0"/>
                  </a:moveTo>
                  <a:lnTo>
                    <a:pt x="2838450" y="0"/>
                  </a:lnTo>
                </a:path>
              </a:pathLst>
            </a:custGeom>
            <a:noFill/>
            <a:ln w="12383">
              <a:solidFill>
                <a:srgbClr val="263238"/>
              </a:solidFill>
              <a:prstDash val="solid"/>
            </a:ln>
          </p:spPr>
        </p:sp>
        <p:sp>
          <p:nvSpPr>
            <p:cNvPr id="3171" name="four:temporal-output:polygon:3171">
              <a:extLst>
                <a:ext uri="{FF2B5EF4-FFF2-40B4-BE49-F238E27FC236}">
                  <ns2:creationId id="{D6B7A878-E114-4818-BABF-1E403AF5E00E}"/>
                </a:ext>
              </a:extLst>
            </p:cNvPr>
            <p:cNvSpPr>
              <a:spLocks noGrp="1"/>
            </p:cNvSpPr>
            <p:nvPr/>
          </p:nvSpPr>
          <p:spPr>
            <a:xfrm>
              <a:off x="24003000" y="7339584"/>
              <a:ext cx="76200" cy="65532"/>
            </a:xfrm>
            <a:custGeom>
              <a:pathLst>
                <a:path w="76200" h="65532">
                  <a:moveTo>
                    <a:pt x="76200" y="32766"/>
                  </a:moveTo>
                  <a:lnTo>
                    <a:pt x="0" y="0"/>
                  </a:lnTo>
                  <a:lnTo>
                    <a:pt x="0" y="65532"/>
                  </a:lnTo>
                  <a:close/>
                </a:path>
              </a:pathLst>
            </a:custGeom>
            <a:solidFill>
              <a:srgbClr val="263238"/>
            </a:solidFill>
            <a:ln w="0">
              <a:noFill/>
              <a:prstDash val="solid"/>
            </a:ln>
          </p:spPr>
        </p:sp>
        <p:sp>
          <p:nvSpPr>
            <p:cNvPr id="3172" name="four:temporal-output:textbox:3172">
              <a:extLst>
                <a:ext uri="{FF2B5EF4-FFF2-40B4-BE49-F238E27FC236}">
                  <ns2:creationId id="{A07180B3-C94A-4AA1-A829-D491ABEC7A70}"/>
                </a:ext>
              </a:extLst>
            </p:cNvPr>
            <p:cNvSpPr>
              <a:spLocks noGrp="1"/>
            </p:cNvSpPr>
            <p:nvPr/>
          </p:nvSpPr>
          <p:spPr>
            <a:xfrm>
              <a:off x="24136350" y="7191375"/>
              <a:ext cx="219075" cy="342900"/>
            </a:xfrm>
            <a:prstGeom prst="rect">
              <a:avLst/>
            </a:prstGeom>
            <a:noFill/>
            <a:ln w="0">
              <a:noFill/>
              <a:prstDash val="solid"/>
            </a:ln>
          </p:spPr>
          <p:txBody>
            <a:bodyPr wrap="none" lIns="0" tIns="0" rIns="0" bIns="0" anchor="ctr">
              <a:normAutofit fontScale="100000"/>
            </a:bodyPr>
            <a:lstStyle>
              <a:defPPr algn="ctr">
                <a:defRPr sz="1950" b="0">
                  <a:solidFill>
                    <a:srgbClr val="263238"/>
                  </a:solidFill>
                  <a:latin typeface="Arial"/>
                  <a:ea typeface="Arial"/>
                  <a:cs typeface="Arial"/>
                </a:defRPr>
              </a:defPPr>
            </a:lstStyle>
            <a:p>
              <a:pPr algn="ctr">
                <a:defRPr sz="1950" b="0">
                  <a:solidFill>
                    <a:srgbClr val="263238"/>
                  </a:solidFill>
                  <a:latin typeface="Arial"/>
                  <a:ea typeface="Arial"/>
                  <a:cs typeface="Arial"/>
                </a:defRPr>
              </a:pPr>
              <a:r>
                <a:rPr sz="1950" b="0">
                  <a:solidFill>
                    <a:srgbClr val="263238"/>
                  </a:solidFill>
                  <a:latin typeface="Arial"/>
                  <a:ea typeface="Arial"/>
                  <a:cs typeface="Arial"/>
                </a:rPr>
                <a:t>t</a:t>
              </a:r>
            </a:p>
          </p:txBody>
        </p:sp>
      </p:grpSp>
      <p:grpSp>
        <p:nvGrpSpPr>
          <p:cNvPr id="5000" name="三维时变标量场（可编辑）"/>
          <p:cNvGrpSpPr/>
          <p:nvPr/>
        </p:nvGrpSpPr>
        <p:grpSpPr>
          <a:xfrm>
            <a:off x="0" y="0"/>
            <a:ext cx="24955500" cy="8572500"/>
            <a:chOff x="0" y="0"/>
            <a:chExt cx="24955500" cy="8572500"/>
          </a:xfrm>
        </p:grpSpPr>
        <p:sp>
          <p:nvSpPr>
            <p:cNvPr id="7001" name="addition:input:3190">
              <a:extLst>
                <a:ext uri="{FF2B5EF4-FFF2-40B4-BE49-F238E27FC236}">
                  <ns2:creationId id="{5950AC3E-6F2E-495E-9007-E5AE51E6DB09}"/>
                </a:ext>
              </a:extLst>
            </p:cNvPr>
            <p:cNvSpPr>
              <a:spLocks noGrp="1"/>
            </p:cNvSpPr>
            <p:nvPr/>
          </p:nvSpPr>
          <p:spPr>
            <a:xfrm>
              <a:off x="374904" y="4957191"/>
              <a:ext cx="2359152" cy="2670048"/>
            </a:xfrm>
            <a:prstGeom prst="roundRect">
              <a:avLst/>
            </a:prstGeom>
            <a:solidFill>
              <a:srgbClr val="FFFFFF"/>
            </a:solidFill>
            <a:ln w="10795">
              <a:solidFill>
                <a:srgbClr val="B2D2E2"/>
              </a:solidFill>
            </a:ln>
          </p:spPr>
          <p:txBody>
            <a:bodyPr anchor="ctr"/>
            <a:lstStyle/>
            <a:p>
              <a:pPr algn="ctr">
                <a:buNone/>
              </a:pPr>
            </a:p>
          </p:txBody>
        </p:sp>
        <p:sp>
          <p:nvSpPr>
            <p:cNvPr id="7002" name="addition:input:3191">
              <a:extLst>
                <a:ext uri="{FF2B5EF4-FFF2-40B4-BE49-F238E27FC236}">
                  <ns2:creationId id="{1519BBA7-79EF-4FE5-88EE-9B1D06BA1E4A}"/>
                </a:ext>
              </a:extLst>
            </p:cNvPr>
            <p:cNvSpPr>
              <a:spLocks noGrp="1"/>
            </p:cNvSpPr>
            <p:nvPr/>
          </p:nvSpPr>
          <p:spPr>
            <a:xfrm>
              <a:off x="484632" y="5066919"/>
              <a:ext cx="2075688" cy="301752"/>
            </a:xfrm>
            <a:prstGeom prst="rect">
              <a:avLst/>
            </a:prstGeom>
            <a:noFill/>
          </p:spPr>
          <p:txBody>
            <a:bodyPr wrap="none" lIns="13716" tIns="0" rIns="9144" bIns="0">
              <a:spAutoFit/>
            </a:bodyPr>
            <a:lstStyle>
              <a:defPPr>
                <a:defRPr sz="1200"/>
              </a:defPPr>
              <a:lvl1pPr>
                <a:defRPr sz="1200"/>
              </a:lvl1pPr>
              <a:lvl2pPr>
                <a:defRPr sz="1200"/>
              </a:lvl2pPr>
              <a:lvl3pPr>
                <a:defRPr sz="1200"/>
              </a:lvl3pPr>
              <a:lvl4pPr>
                <a:defRPr sz="1200"/>
              </a:lvl4pPr>
              <a:lvl5pPr>
                <a:defRPr sz="1200"/>
              </a:lvl5pPr>
              <a:lvl6pPr>
                <a:defRPr sz="1200"/>
              </a:lvl6pPr>
              <a:lvl7pPr>
                <a:defRPr sz="1200"/>
              </a:lvl7pPr>
              <a:lvl8pPr>
                <a:defRPr sz="1200"/>
              </a:lvl8pPr>
              <a:lvl9pPr>
                <a:defRPr sz="1200"/>
              </a:lvl9pPr>
            </a:lstStyle>
            <a:p>
              <a:pPr>
                <a:defRPr sz="1200"/>
              </a:pPr>
              <a:r>
                <a:rPr sz="1200" b="1">
                  <a:solidFill>
                    <a:srgbClr val="263238"/>
                  </a:solidFill>
                  <a:latin typeface="Arial"/>
                  <a:ea typeface="Arial"/>
                  <a:cs typeface="Arial"/>
                </a:rPr>
                <a:t>3D time-varying scalar fields</a:t>
              </a:r>
            </a:p>
          </p:txBody>
        </p:sp>
        <p:sp>
          <p:nvSpPr>
            <p:cNvPr id="7003" name="addition:input:2">
              <a:extLst>
                <a:ext uri="{FF2B5EF4-FFF2-40B4-BE49-F238E27FC236}">
                  <ns2:creationId id="{C7817362-2A7B-46EB-8629-1F375A8438B3}"/>
                </a:ext>
              </a:extLst>
            </p:cNvPr>
            <p:cNvSpPr>
              <a:spLocks noGrp="1"/>
            </p:cNvSpPr>
            <p:nvPr/>
          </p:nvSpPr>
          <p:spPr>
            <a:xfrm>
              <a:off x="209550" y="5438775"/>
              <a:ext cx="2386584" cy="1690817"/>
            </a:xfrm>
            <a:custGeom>
              <a:rect l="l" t="t" r="r" b="b"/>
              <a:pathLst>
                <a:path w="1450" h="902">
                  <a:moveTo>
                    <a:pt x="0" y="0"/>
                  </a:moveTo>
                  <a:moveTo>
                    <a:pt x="109" y="817"/>
                  </a:moveTo>
                  <a:lnTo>
                    <a:pt x="969" y="902"/>
                  </a:lnTo>
                  <a:lnTo>
                    <a:pt x="1450" y="513"/>
                  </a:lnTo>
                  <a:lnTo>
                    <a:pt x="645" y="542"/>
                  </a:lnTo>
                  <a:close/>
                </a:path>
              </a:pathLst>
            </a:custGeom>
            <a:solidFill>
              <a:srgbClr val="D3EAFC">
                <a:alpha val="19000"/>
              </a:srgbClr>
            </a:solidFill>
            <a:ln>
              <a:noFill/>
            </a:ln>
          </p:spPr>
          <p:txBody>
            <a:bodyPr anchor="ctr"/>
            <a:lstStyle/>
            <a:p>
              <a:pPr algn="ctr">
                <a:buNone/>
              </a:pPr>
            </a:p>
          </p:txBody>
        </p:sp>
        <p:sp>
          <p:nvSpPr>
            <p:cNvPr id="7004" name="addition:input:3">
              <a:extLst>
                <a:ext uri="{FF2B5EF4-FFF2-40B4-BE49-F238E27FC236}">
                  <ns2:creationId id="{BE906A0F-AD29-4883-803E-4066C60E093E}"/>
                </a:ext>
              </a:extLst>
            </p:cNvPr>
            <p:cNvSpPr>
              <a:spLocks noGrp="1"/>
            </p:cNvSpPr>
            <p:nvPr/>
          </p:nvSpPr>
          <p:spPr>
            <a:xfrm>
              <a:off x="209550" y="5438775"/>
              <a:ext cx="2386584" cy="603595"/>
            </a:xfrm>
            <a:custGeom>
              <a:rect l="l" t="t" r="r" b="b"/>
              <a:pathLst>
                <a:path w="1450" h="322">
                  <a:moveTo>
                    <a:pt x="0" y="0"/>
                  </a:moveTo>
                  <a:moveTo>
                    <a:pt x="109" y="322"/>
                  </a:moveTo>
                  <a:lnTo>
                    <a:pt x="967" y="322"/>
                  </a:lnTo>
                  <a:lnTo>
                    <a:pt x="1450" y="47"/>
                  </a:lnTo>
                  <a:lnTo>
                    <a:pt x="645" y="47"/>
                  </a:lnTo>
                  <a:close/>
                </a:path>
              </a:pathLst>
            </a:custGeom>
            <a:solidFill>
              <a:srgbClr val="D7ECFD">
                <a:alpha val="15000"/>
              </a:srgbClr>
            </a:solidFill>
            <a:ln>
              <a:noFill/>
            </a:ln>
          </p:spPr>
          <p:txBody>
            <a:bodyPr anchor="ctr"/>
            <a:lstStyle/>
            <a:p>
              <a:pPr algn="ctr">
                <a:buNone/>
              </a:pPr>
            </a:p>
          </p:txBody>
        </p:sp>
        <p:sp>
          <p:nvSpPr>
            <p:cNvPr id="7005" name="addition:input:4">
              <a:extLst>
                <a:ext uri="{FF2B5EF4-FFF2-40B4-BE49-F238E27FC236}">
                  <ns2:creationId id="{3779204D-A5C8-45C9-B972-2366592AB5B3}"/>
                </a:ext>
              </a:extLst>
            </p:cNvPr>
            <p:cNvSpPr>
              <a:spLocks noGrp="1"/>
            </p:cNvSpPr>
            <p:nvPr/>
          </p:nvSpPr>
          <p:spPr>
            <a:xfrm>
              <a:off x="209550" y="5438775"/>
              <a:ext cx="2386584" cy="1694566"/>
            </a:xfrm>
            <a:custGeom>
              <a:rect l="l" t="t" r="r" b="b"/>
              <a:pathLst>
                <a:path w="1450" h="904">
                  <a:moveTo>
                    <a:pt x="0" y="0"/>
                  </a:moveTo>
                  <a:moveTo>
                    <a:pt x="968" y="323"/>
                  </a:moveTo>
                  <a:lnTo>
                    <a:pt x="1450" y="47"/>
                  </a:lnTo>
                  <a:lnTo>
                    <a:pt x="1450" y="512"/>
                  </a:lnTo>
                  <a:lnTo>
                    <a:pt x="968" y="904"/>
                  </a:lnTo>
                  <a:close/>
                </a:path>
              </a:pathLst>
            </a:custGeom>
            <a:solidFill>
              <a:srgbClr val="DDEEFF">
                <a:alpha val="20000"/>
              </a:srgbClr>
            </a:solidFill>
            <a:ln>
              <a:noFill/>
            </a:ln>
          </p:spPr>
          <p:txBody>
            <a:bodyPr anchor="ctr"/>
            <a:lstStyle/>
            <a:p>
              <a:pPr algn="ctr">
                <a:buNone/>
              </a:pPr>
            </a:p>
          </p:txBody>
        </p:sp>
        <p:sp>
          <p:nvSpPr>
            <p:cNvPr id="7006" name="addition:input:5">
              <a:extLst>
                <a:ext uri="{FF2B5EF4-FFF2-40B4-BE49-F238E27FC236}">
                  <ns2:creationId id="{AD9134CB-4BD6-4DD6-B700-B71E972793B7}"/>
                </a:ext>
              </a:extLst>
            </p:cNvPr>
            <p:cNvSpPr>
              <a:spLocks noGrp="1"/>
            </p:cNvSpPr>
            <p:nvPr/>
          </p:nvSpPr>
          <p:spPr>
            <a:xfrm>
              <a:off x="209550" y="5438775"/>
              <a:ext cx="1099475" cy="882899"/>
            </a:xfrm>
            <a:custGeom>
              <a:rect l="l" t="t" r="r" b="b"/>
              <a:pathLst>
                <a:path w="668" h="471">
                  <a:moveTo>
                    <a:pt x="0" y="0"/>
                  </a:moveTo>
                  <a:moveTo>
                    <a:pt x="665" y="378"/>
                  </a:moveTo>
                  <a:lnTo>
                    <a:pt x="660" y="385"/>
                  </a:lnTo>
                  <a:lnTo>
                    <a:pt x="658" y="392"/>
                  </a:lnTo>
                  <a:lnTo>
                    <a:pt x="663" y="400"/>
                  </a:lnTo>
                  <a:lnTo>
                    <a:pt x="668" y="409"/>
                  </a:lnTo>
                  <a:lnTo>
                    <a:pt x="667" y="418"/>
                  </a:lnTo>
                  <a:lnTo>
                    <a:pt x="656" y="423"/>
                  </a:lnTo>
                  <a:lnTo>
                    <a:pt x="639" y="424"/>
                  </a:lnTo>
                  <a:lnTo>
                    <a:pt x="624" y="425"/>
                  </a:lnTo>
                  <a:lnTo>
                    <a:pt x="615" y="428"/>
                  </a:lnTo>
                  <a:lnTo>
                    <a:pt x="610" y="434"/>
                  </a:lnTo>
                  <a:lnTo>
                    <a:pt x="604" y="441"/>
                  </a:lnTo>
                  <a:lnTo>
                    <a:pt x="596" y="447"/>
                  </a:lnTo>
                  <a:lnTo>
                    <a:pt x="587" y="453"/>
                  </a:lnTo>
                  <a:lnTo>
                    <a:pt x="578" y="460"/>
                  </a:lnTo>
                  <a:lnTo>
                    <a:pt x="567" y="467"/>
                  </a:lnTo>
                  <a:lnTo>
                    <a:pt x="555" y="471"/>
                  </a:lnTo>
                  <a:lnTo>
                    <a:pt x="541" y="469"/>
                  </a:lnTo>
                  <a:lnTo>
                    <a:pt x="528" y="460"/>
                  </a:lnTo>
                  <a:lnTo>
                    <a:pt x="518" y="452"/>
                  </a:lnTo>
                  <a:lnTo>
                    <a:pt x="508" y="449"/>
                  </a:lnTo>
                  <a:lnTo>
                    <a:pt x="496" y="451"/>
                  </a:lnTo>
                  <a:lnTo>
                    <a:pt x="484" y="453"/>
                  </a:lnTo>
                  <a:lnTo>
                    <a:pt x="474" y="450"/>
                  </a:lnTo>
                  <a:lnTo>
                    <a:pt x="468" y="443"/>
                  </a:lnTo>
                  <a:lnTo>
                    <a:pt x="464" y="436"/>
                  </a:lnTo>
                  <a:lnTo>
                    <a:pt x="458" y="431"/>
                  </a:lnTo>
                  <a:lnTo>
                    <a:pt x="448" y="429"/>
                  </a:lnTo>
                  <a:lnTo>
                    <a:pt x="436" y="427"/>
                  </a:lnTo>
                  <a:lnTo>
                    <a:pt x="427" y="423"/>
                  </a:lnTo>
                  <a:lnTo>
                    <a:pt x="423" y="416"/>
                  </a:lnTo>
                  <a:lnTo>
                    <a:pt x="420" y="409"/>
                  </a:lnTo>
                  <a:lnTo>
                    <a:pt x="416" y="402"/>
                  </a:lnTo>
                  <a:lnTo>
                    <a:pt x="415" y="394"/>
                  </a:lnTo>
                  <a:lnTo>
                    <a:pt x="421" y="386"/>
                  </a:lnTo>
                  <a:lnTo>
                    <a:pt x="434" y="378"/>
                  </a:lnTo>
                  <a:lnTo>
                    <a:pt x="448" y="372"/>
                  </a:lnTo>
                  <a:lnTo>
                    <a:pt x="455" y="366"/>
                  </a:lnTo>
                  <a:lnTo>
                    <a:pt x="451" y="359"/>
                  </a:lnTo>
                  <a:lnTo>
                    <a:pt x="442" y="350"/>
                  </a:lnTo>
                  <a:lnTo>
                    <a:pt x="436" y="340"/>
                  </a:lnTo>
                  <a:lnTo>
                    <a:pt x="439" y="332"/>
                  </a:lnTo>
                  <a:lnTo>
                    <a:pt x="448" y="327"/>
                  </a:lnTo>
                  <a:lnTo>
                    <a:pt x="458" y="323"/>
                  </a:lnTo>
                  <a:lnTo>
                    <a:pt x="464" y="318"/>
                  </a:lnTo>
                  <a:lnTo>
                    <a:pt x="469" y="311"/>
                  </a:lnTo>
                  <a:lnTo>
                    <a:pt x="477" y="306"/>
                  </a:lnTo>
                  <a:lnTo>
                    <a:pt x="486" y="305"/>
                  </a:lnTo>
                  <a:lnTo>
                    <a:pt x="497" y="305"/>
                  </a:lnTo>
                  <a:lnTo>
                    <a:pt x="505" y="304"/>
                  </a:lnTo>
                  <a:lnTo>
                    <a:pt x="513" y="301"/>
                  </a:lnTo>
                  <a:lnTo>
                    <a:pt x="521" y="299"/>
                  </a:lnTo>
                  <a:lnTo>
                    <a:pt x="530" y="301"/>
                  </a:lnTo>
                  <a:lnTo>
                    <a:pt x="538" y="306"/>
                  </a:lnTo>
                  <a:lnTo>
                    <a:pt x="546" y="309"/>
                  </a:lnTo>
                  <a:lnTo>
                    <a:pt x="555" y="306"/>
                  </a:lnTo>
                  <a:lnTo>
                    <a:pt x="568" y="298"/>
                  </a:lnTo>
                  <a:lnTo>
                    <a:pt x="583" y="292"/>
                  </a:lnTo>
                  <a:lnTo>
                    <a:pt x="595" y="293"/>
                  </a:lnTo>
                  <a:lnTo>
                    <a:pt x="603" y="301"/>
                  </a:lnTo>
                  <a:lnTo>
                    <a:pt x="606" y="312"/>
                  </a:lnTo>
                  <a:lnTo>
                    <a:pt x="609" y="321"/>
                  </a:lnTo>
                  <a:lnTo>
                    <a:pt x="614" y="328"/>
                  </a:lnTo>
                  <a:lnTo>
                    <a:pt x="621" y="333"/>
                  </a:lnTo>
                  <a:lnTo>
                    <a:pt x="626" y="340"/>
                  </a:lnTo>
                  <a:lnTo>
                    <a:pt x="630" y="346"/>
                  </a:lnTo>
                  <a:lnTo>
                    <a:pt x="637" y="352"/>
                  </a:lnTo>
                  <a:lnTo>
                    <a:pt x="647" y="357"/>
                  </a:lnTo>
                  <a:lnTo>
                    <a:pt x="659" y="363"/>
                  </a:lnTo>
                  <a:lnTo>
                    <a:pt x="666" y="370"/>
                  </a:lnTo>
                  <a:close/>
                </a:path>
              </a:pathLst>
            </a:custGeom>
            <a:solidFill>
              <a:srgbClr val="A7CEE4">
                <a:alpha val="12900"/>
              </a:srgbClr>
            </a:solidFill>
            <a:ln>
              <a:noFill/>
            </a:ln>
          </p:spPr>
          <p:txBody>
            <a:bodyPr anchor="ctr"/>
            <a:lstStyle/>
            <a:p>
              <a:pPr algn="ctr">
                <a:buNone/>
              </a:pPr>
            </a:p>
          </p:txBody>
        </p:sp>
        <p:sp>
          <p:nvSpPr>
            <p:cNvPr id="7007" name="addition:input:6">
              <a:extLst>
                <a:ext uri="{FF2B5EF4-FFF2-40B4-BE49-F238E27FC236}">
                  <ns2:creationId id="{78C4828A-F68C-4458-BD24-5DCD39FB594B}"/>
                </a:ext>
              </a:extLst>
            </p:cNvPr>
            <p:cNvSpPr>
              <a:spLocks noGrp="1"/>
            </p:cNvSpPr>
            <p:nvPr/>
          </p:nvSpPr>
          <p:spPr>
            <a:xfrm>
              <a:off x="209550" y="5438775"/>
              <a:ext cx="1050097" cy="862279"/>
            </a:xfrm>
            <a:custGeom>
              <a:rect l="l" t="t" r="r" b="b"/>
              <a:pathLst>
                <a:path w="638" h="460">
                  <a:moveTo>
                    <a:pt x="0" y="0"/>
                  </a:moveTo>
                  <a:moveTo>
                    <a:pt x="629" y="383"/>
                  </a:moveTo>
                  <a:lnTo>
                    <a:pt x="630" y="389"/>
                  </a:lnTo>
                  <a:lnTo>
                    <a:pt x="629" y="395"/>
                  </a:lnTo>
                  <a:lnTo>
                    <a:pt x="629" y="401"/>
                  </a:lnTo>
                  <a:lnTo>
                    <a:pt x="633" y="409"/>
                  </a:lnTo>
                  <a:lnTo>
                    <a:pt x="638" y="417"/>
                  </a:lnTo>
                  <a:lnTo>
                    <a:pt x="637" y="425"/>
                  </a:lnTo>
                  <a:lnTo>
                    <a:pt x="628" y="428"/>
                  </a:lnTo>
                  <a:lnTo>
                    <a:pt x="613" y="428"/>
                  </a:lnTo>
                  <a:lnTo>
                    <a:pt x="599" y="426"/>
                  </a:lnTo>
                  <a:lnTo>
                    <a:pt x="591" y="428"/>
                  </a:lnTo>
                  <a:lnTo>
                    <a:pt x="587" y="433"/>
                  </a:lnTo>
                  <a:lnTo>
                    <a:pt x="583" y="440"/>
                  </a:lnTo>
                  <a:lnTo>
                    <a:pt x="577" y="446"/>
                  </a:lnTo>
                  <a:lnTo>
                    <a:pt x="569" y="449"/>
                  </a:lnTo>
                  <a:lnTo>
                    <a:pt x="560" y="453"/>
                  </a:lnTo>
                  <a:lnTo>
                    <a:pt x="550" y="457"/>
                  </a:lnTo>
                  <a:lnTo>
                    <a:pt x="540" y="460"/>
                  </a:lnTo>
                  <a:lnTo>
                    <a:pt x="528" y="459"/>
                  </a:lnTo>
                  <a:lnTo>
                    <a:pt x="518" y="454"/>
                  </a:lnTo>
                  <a:lnTo>
                    <a:pt x="509" y="448"/>
                  </a:lnTo>
                  <a:lnTo>
                    <a:pt x="500" y="446"/>
                  </a:lnTo>
                  <a:lnTo>
                    <a:pt x="489" y="446"/>
                  </a:lnTo>
                  <a:lnTo>
                    <a:pt x="478" y="446"/>
                  </a:lnTo>
                  <a:lnTo>
                    <a:pt x="469" y="442"/>
                  </a:lnTo>
                  <a:lnTo>
                    <a:pt x="466" y="435"/>
                  </a:lnTo>
                  <a:lnTo>
                    <a:pt x="465" y="427"/>
                  </a:lnTo>
                  <a:lnTo>
                    <a:pt x="461" y="422"/>
                  </a:lnTo>
                  <a:lnTo>
                    <a:pt x="451" y="420"/>
                  </a:lnTo>
                  <a:lnTo>
                    <a:pt x="439" y="419"/>
                  </a:lnTo>
                  <a:lnTo>
                    <a:pt x="427" y="416"/>
                  </a:lnTo>
                  <a:lnTo>
                    <a:pt x="422" y="410"/>
                  </a:lnTo>
                  <a:lnTo>
                    <a:pt x="420" y="403"/>
                  </a:lnTo>
                  <a:lnTo>
                    <a:pt x="420" y="397"/>
                  </a:lnTo>
                  <a:lnTo>
                    <a:pt x="422" y="390"/>
                  </a:lnTo>
                  <a:lnTo>
                    <a:pt x="426" y="383"/>
                  </a:lnTo>
                  <a:lnTo>
                    <a:pt x="436" y="377"/>
                  </a:lnTo>
                  <a:lnTo>
                    <a:pt x="448" y="372"/>
                  </a:lnTo>
                  <a:lnTo>
                    <a:pt x="455" y="368"/>
                  </a:lnTo>
                  <a:lnTo>
                    <a:pt x="455" y="362"/>
                  </a:lnTo>
                  <a:lnTo>
                    <a:pt x="450" y="354"/>
                  </a:lnTo>
                  <a:lnTo>
                    <a:pt x="448" y="346"/>
                  </a:lnTo>
                  <a:lnTo>
                    <a:pt x="453" y="340"/>
                  </a:lnTo>
                  <a:lnTo>
                    <a:pt x="463" y="337"/>
                  </a:lnTo>
                  <a:lnTo>
                    <a:pt x="473" y="334"/>
                  </a:lnTo>
                  <a:lnTo>
                    <a:pt x="479" y="330"/>
                  </a:lnTo>
                  <a:lnTo>
                    <a:pt x="483" y="323"/>
                  </a:lnTo>
                  <a:lnTo>
                    <a:pt x="488" y="316"/>
                  </a:lnTo>
                  <a:lnTo>
                    <a:pt x="496" y="313"/>
                  </a:lnTo>
                  <a:lnTo>
                    <a:pt x="506" y="314"/>
                  </a:lnTo>
                  <a:lnTo>
                    <a:pt x="515" y="316"/>
                  </a:lnTo>
                  <a:lnTo>
                    <a:pt x="523" y="317"/>
                  </a:lnTo>
                  <a:lnTo>
                    <a:pt x="530" y="317"/>
                  </a:lnTo>
                  <a:lnTo>
                    <a:pt x="537" y="319"/>
                  </a:lnTo>
                  <a:lnTo>
                    <a:pt x="543" y="323"/>
                  </a:lnTo>
                  <a:lnTo>
                    <a:pt x="549" y="325"/>
                  </a:lnTo>
                  <a:lnTo>
                    <a:pt x="557" y="323"/>
                  </a:lnTo>
                  <a:lnTo>
                    <a:pt x="568" y="318"/>
                  </a:lnTo>
                  <a:lnTo>
                    <a:pt x="581" y="313"/>
                  </a:lnTo>
                  <a:lnTo>
                    <a:pt x="591" y="314"/>
                  </a:lnTo>
                  <a:lnTo>
                    <a:pt x="595" y="321"/>
                  </a:lnTo>
                  <a:lnTo>
                    <a:pt x="595" y="331"/>
                  </a:lnTo>
                  <a:lnTo>
                    <a:pt x="596" y="339"/>
                  </a:lnTo>
                  <a:lnTo>
                    <a:pt x="600" y="344"/>
                  </a:lnTo>
                  <a:lnTo>
                    <a:pt x="607" y="349"/>
                  </a:lnTo>
                  <a:lnTo>
                    <a:pt x="612" y="354"/>
                  </a:lnTo>
                  <a:lnTo>
                    <a:pt x="614" y="360"/>
                  </a:lnTo>
                  <a:lnTo>
                    <a:pt x="615" y="366"/>
                  </a:lnTo>
                  <a:lnTo>
                    <a:pt x="619" y="371"/>
                  </a:lnTo>
                  <a:lnTo>
                    <a:pt x="624" y="377"/>
                  </a:lnTo>
                  <a:close/>
                </a:path>
              </a:pathLst>
            </a:custGeom>
            <a:solidFill>
              <a:srgbClr val="59A3CD">
                <a:alpha val="12900"/>
              </a:srgbClr>
            </a:solidFill>
            <a:ln>
              <a:noFill/>
            </a:ln>
          </p:spPr>
          <p:txBody>
            <a:bodyPr anchor="ctr"/>
            <a:lstStyle/>
            <a:p>
              <a:pPr algn="ctr">
                <a:buNone/>
              </a:pPr>
            </a:p>
          </p:txBody>
        </p:sp>
        <p:sp>
          <p:nvSpPr>
            <p:cNvPr id="7008" name="addition:input:7">
              <a:extLst>
                <a:ext uri="{FF2B5EF4-FFF2-40B4-BE49-F238E27FC236}">
                  <ns2:creationId id="{23FCEB2A-301C-47AE-A20F-BDC386CE3F8D}"/>
                </a:ext>
              </a:extLst>
            </p:cNvPr>
            <p:cNvSpPr>
              <a:spLocks noGrp="1"/>
            </p:cNvSpPr>
            <p:nvPr/>
          </p:nvSpPr>
          <p:spPr>
            <a:xfrm>
              <a:off x="209550" y="5438775"/>
              <a:ext cx="1027054" cy="854781"/>
            </a:xfrm>
            <a:custGeom>
              <a:rect l="l" t="t" r="r" b="b"/>
              <a:pathLst>
                <a:path w="624" h="456">
                  <a:moveTo>
                    <a:pt x="0" y="0"/>
                  </a:moveTo>
                  <a:moveTo>
                    <a:pt x="610" y="388"/>
                  </a:moveTo>
                  <a:lnTo>
                    <a:pt x="609" y="393"/>
                  </a:lnTo>
                  <a:lnTo>
                    <a:pt x="614" y="399"/>
                  </a:lnTo>
                  <a:lnTo>
                    <a:pt x="621" y="406"/>
                  </a:lnTo>
                  <a:lnTo>
                    <a:pt x="624" y="412"/>
                  </a:lnTo>
                  <a:lnTo>
                    <a:pt x="620" y="418"/>
                  </a:lnTo>
                  <a:lnTo>
                    <a:pt x="609" y="420"/>
                  </a:lnTo>
                  <a:lnTo>
                    <a:pt x="598" y="422"/>
                  </a:lnTo>
                  <a:lnTo>
                    <a:pt x="590" y="424"/>
                  </a:lnTo>
                  <a:lnTo>
                    <a:pt x="585" y="427"/>
                  </a:lnTo>
                  <a:lnTo>
                    <a:pt x="579" y="430"/>
                  </a:lnTo>
                  <a:lnTo>
                    <a:pt x="573" y="433"/>
                  </a:lnTo>
                  <a:lnTo>
                    <a:pt x="567" y="436"/>
                  </a:lnTo>
                  <a:lnTo>
                    <a:pt x="562" y="442"/>
                  </a:lnTo>
                  <a:lnTo>
                    <a:pt x="556" y="450"/>
                  </a:lnTo>
                  <a:lnTo>
                    <a:pt x="548" y="456"/>
                  </a:lnTo>
                  <a:lnTo>
                    <a:pt x="538" y="456"/>
                  </a:lnTo>
                  <a:lnTo>
                    <a:pt x="528" y="452"/>
                  </a:lnTo>
                  <a:lnTo>
                    <a:pt x="519" y="447"/>
                  </a:lnTo>
                  <a:lnTo>
                    <a:pt x="510" y="444"/>
                  </a:lnTo>
                  <a:lnTo>
                    <a:pt x="502" y="445"/>
                  </a:lnTo>
                  <a:lnTo>
                    <a:pt x="492" y="447"/>
                  </a:lnTo>
                  <a:lnTo>
                    <a:pt x="484" y="445"/>
                  </a:lnTo>
                  <a:lnTo>
                    <a:pt x="478" y="440"/>
                  </a:lnTo>
                  <a:lnTo>
                    <a:pt x="475" y="434"/>
                  </a:lnTo>
                  <a:lnTo>
                    <a:pt x="470" y="430"/>
                  </a:lnTo>
                  <a:lnTo>
                    <a:pt x="464" y="428"/>
                  </a:lnTo>
                  <a:lnTo>
                    <a:pt x="456" y="426"/>
                  </a:lnTo>
                  <a:lnTo>
                    <a:pt x="449" y="423"/>
                  </a:lnTo>
                  <a:lnTo>
                    <a:pt x="444" y="420"/>
                  </a:lnTo>
                  <a:lnTo>
                    <a:pt x="439" y="416"/>
                  </a:lnTo>
                  <a:lnTo>
                    <a:pt x="433" y="411"/>
                  </a:lnTo>
                  <a:lnTo>
                    <a:pt x="427" y="407"/>
                  </a:lnTo>
                  <a:lnTo>
                    <a:pt x="428" y="400"/>
                  </a:lnTo>
                  <a:lnTo>
                    <a:pt x="436" y="394"/>
                  </a:lnTo>
                  <a:lnTo>
                    <a:pt x="449" y="388"/>
                  </a:lnTo>
                  <a:lnTo>
                    <a:pt x="457" y="384"/>
                  </a:lnTo>
                  <a:lnTo>
                    <a:pt x="458" y="379"/>
                  </a:lnTo>
                  <a:lnTo>
                    <a:pt x="454" y="373"/>
                  </a:lnTo>
                  <a:lnTo>
                    <a:pt x="450" y="367"/>
                  </a:lnTo>
                  <a:lnTo>
                    <a:pt x="451" y="361"/>
                  </a:lnTo>
                  <a:lnTo>
                    <a:pt x="457" y="357"/>
                  </a:lnTo>
                  <a:lnTo>
                    <a:pt x="462" y="353"/>
                  </a:lnTo>
                  <a:lnTo>
                    <a:pt x="465" y="348"/>
                  </a:lnTo>
                  <a:lnTo>
                    <a:pt x="468" y="342"/>
                  </a:lnTo>
                  <a:lnTo>
                    <a:pt x="473" y="338"/>
                  </a:lnTo>
                  <a:lnTo>
                    <a:pt x="481" y="335"/>
                  </a:lnTo>
                  <a:lnTo>
                    <a:pt x="488" y="334"/>
                  </a:lnTo>
                  <a:lnTo>
                    <a:pt x="494" y="332"/>
                  </a:lnTo>
                  <a:lnTo>
                    <a:pt x="500" y="329"/>
                  </a:lnTo>
                  <a:lnTo>
                    <a:pt x="506" y="328"/>
                  </a:lnTo>
                  <a:lnTo>
                    <a:pt x="514" y="330"/>
                  </a:lnTo>
                  <a:lnTo>
                    <a:pt x="520" y="335"/>
                  </a:lnTo>
                  <a:lnTo>
                    <a:pt x="526" y="339"/>
                  </a:lnTo>
                  <a:lnTo>
                    <a:pt x="531" y="338"/>
                  </a:lnTo>
                  <a:lnTo>
                    <a:pt x="539" y="333"/>
                  </a:lnTo>
                  <a:lnTo>
                    <a:pt x="548" y="326"/>
                  </a:lnTo>
                  <a:lnTo>
                    <a:pt x="558" y="324"/>
                  </a:lnTo>
                  <a:lnTo>
                    <a:pt x="565" y="327"/>
                  </a:lnTo>
                  <a:lnTo>
                    <a:pt x="570" y="333"/>
                  </a:lnTo>
                  <a:lnTo>
                    <a:pt x="574" y="339"/>
                  </a:lnTo>
                  <a:lnTo>
                    <a:pt x="579" y="344"/>
                  </a:lnTo>
                  <a:lnTo>
                    <a:pt x="583" y="349"/>
                  </a:lnTo>
                  <a:lnTo>
                    <a:pt x="586" y="354"/>
                  </a:lnTo>
                  <a:lnTo>
                    <a:pt x="587" y="360"/>
                  </a:lnTo>
                  <a:lnTo>
                    <a:pt x="590" y="365"/>
                  </a:lnTo>
                  <a:lnTo>
                    <a:pt x="597" y="368"/>
                  </a:lnTo>
                  <a:lnTo>
                    <a:pt x="606" y="372"/>
                  </a:lnTo>
                  <a:lnTo>
                    <a:pt x="612" y="377"/>
                  </a:lnTo>
                  <a:lnTo>
                    <a:pt x="612" y="383"/>
                  </a:lnTo>
                  <a:close/>
                </a:path>
              </a:pathLst>
            </a:custGeom>
            <a:solidFill>
              <a:srgbClr val="0675B4">
                <a:alpha val="10500"/>
              </a:srgbClr>
            </a:solidFill>
            <a:ln>
              <a:noFill/>
            </a:ln>
          </p:spPr>
          <p:txBody>
            <a:bodyPr anchor="ctr"/>
            <a:lstStyle/>
            <a:p>
              <a:pPr algn="ctr">
                <a:buNone/>
              </a:pPr>
            </a:p>
          </p:txBody>
        </p:sp>
        <p:sp>
          <p:nvSpPr>
            <p:cNvPr id="7009" name="addition:input:8">
              <a:extLst>
                <a:ext uri="{FF2B5EF4-FFF2-40B4-BE49-F238E27FC236}">
                  <ns2:creationId id="{8A15B87E-7648-4F1D-A639-09618E8075A1}"/>
                </a:ext>
              </a:extLst>
            </p:cNvPr>
            <p:cNvSpPr>
              <a:spLocks noGrp="1"/>
            </p:cNvSpPr>
            <p:nvPr/>
          </p:nvSpPr>
          <p:spPr>
            <a:xfrm>
              <a:off x="209550" y="5438775"/>
              <a:ext cx="867400" cy="744184"/>
            </a:xfrm>
            <a:custGeom>
              <a:rect l="l" t="t" r="r" b="b"/>
              <a:pathLst>
                <a:path w="527" h="397">
                  <a:moveTo>
                    <a:pt x="0" y="0"/>
                  </a:moveTo>
                  <a:moveTo>
                    <a:pt x="518" y="368"/>
                  </a:moveTo>
                  <a:lnTo>
                    <a:pt x="520" y="370"/>
                  </a:lnTo>
                  <a:lnTo>
                    <a:pt x="523" y="373"/>
                  </a:lnTo>
                  <a:lnTo>
                    <a:pt x="523" y="375"/>
                  </a:lnTo>
                  <a:lnTo>
                    <a:pt x="522" y="377"/>
                  </a:lnTo>
                  <a:lnTo>
                    <a:pt x="521" y="379"/>
                  </a:lnTo>
                  <a:lnTo>
                    <a:pt x="520" y="382"/>
                  </a:lnTo>
                  <a:lnTo>
                    <a:pt x="520" y="384"/>
                  </a:lnTo>
                  <a:lnTo>
                    <a:pt x="518" y="386"/>
                  </a:lnTo>
                  <a:lnTo>
                    <a:pt x="515" y="387"/>
                  </a:lnTo>
                  <a:lnTo>
                    <a:pt x="512" y="388"/>
                  </a:lnTo>
                  <a:lnTo>
                    <a:pt x="510" y="389"/>
                  </a:lnTo>
                  <a:lnTo>
                    <a:pt x="508" y="391"/>
                  </a:lnTo>
                  <a:lnTo>
                    <a:pt x="506" y="392"/>
                  </a:lnTo>
                  <a:lnTo>
                    <a:pt x="503" y="392"/>
                  </a:lnTo>
                  <a:lnTo>
                    <a:pt x="499" y="390"/>
                  </a:lnTo>
                  <a:lnTo>
                    <a:pt x="496" y="389"/>
                  </a:lnTo>
                  <a:lnTo>
                    <a:pt x="494" y="390"/>
                  </a:lnTo>
                  <a:lnTo>
                    <a:pt x="491" y="393"/>
                  </a:lnTo>
                  <a:lnTo>
                    <a:pt x="488" y="396"/>
                  </a:lnTo>
                  <a:lnTo>
                    <a:pt x="484" y="397"/>
                  </a:lnTo>
                  <a:lnTo>
                    <a:pt x="480" y="395"/>
                  </a:lnTo>
                  <a:lnTo>
                    <a:pt x="477" y="394"/>
                  </a:lnTo>
                  <a:lnTo>
                    <a:pt x="474" y="392"/>
                  </a:lnTo>
                  <a:lnTo>
                    <a:pt x="471" y="390"/>
                  </a:lnTo>
                  <a:lnTo>
                    <a:pt x="469" y="388"/>
                  </a:lnTo>
                  <a:lnTo>
                    <a:pt x="468" y="385"/>
                  </a:lnTo>
                  <a:lnTo>
                    <a:pt x="466" y="383"/>
                  </a:lnTo>
                  <a:lnTo>
                    <a:pt x="464" y="381"/>
                  </a:lnTo>
                  <a:lnTo>
                    <a:pt x="460" y="380"/>
                  </a:lnTo>
                  <a:lnTo>
                    <a:pt x="456" y="379"/>
                  </a:lnTo>
                  <a:lnTo>
                    <a:pt x="453" y="378"/>
                  </a:lnTo>
                  <a:lnTo>
                    <a:pt x="453" y="375"/>
                  </a:lnTo>
                  <a:lnTo>
                    <a:pt x="454" y="373"/>
                  </a:lnTo>
                  <a:lnTo>
                    <a:pt x="453" y="370"/>
                  </a:lnTo>
                  <a:lnTo>
                    <a:pt x="451" y="368"/>
                  </a:lnTo>
                  <a:lnTo>
                    <a:pt x="447" y="366"/>
                  </a:lnTo>
                  <a:lnTo>
                    <a:pt x="446" y="363"/>
                  </a:lnTo>
                  <a:lnTo>
                    <a:pt x="448" y="361"/>
                  </a:lnTo>
                  <a:lnTo>
                    <a:pt x="453" y="359"/>
                  </a:lnTo>
                  <a:lnTo>
                    <a:pt x="457" y="358"/>
                  </a:lnTo>
                  <a:lnTo>
                    <a:pt x="460" y="357"/>
                  </a:lnTo>
                  <a:lnTo>
                    <a:pt x="462" y="355"/>
                  </a:lnTo>
                  <a:lnTo>
                    <a:pt x="465" y="354"/>
                  </a:lnTo>
                  <a:lnTo>
                    <a:pt x="467" y="352"/>
                  </a:lnTo>
                  <a:lnTo>
                    <a:pt x="469" y="350"/>
                  </a:lnTo>
                  <a:lnTo>
                    <a:pt x="471" y="348"/>
                  </a:lnTo>
                  <a:lnTo>
                    <a:pt x="472" y="344"/>
                  </a:lnTo>
                  <a:lnTo>
                    <a:pt x="475" y="341"/>
                  </a:lnTo>
                  <a:lnTo>
                    <a:pt x="479" y="341"/>
                  </a:lnTo>
                  <a:lnTo>
                    <a:pt x="484" y="342"/>
                  </a:lnTo>
                  <a:lnTo>
                    <a:pt x="488" y="344"/>
                  </a:lnTo>
                  <a:lnTo>
                    <a:pt x="491" y="345"/>
                  </a:lnTo>
                  <a:lnTo>
                    <a:pt x="494" y="344"/>
                  </a:lnTo>
                  <a:lnTo>
                    <a:pt x="498" y="343"/>
                  </a:lnTo>
                  <a:lnTo>
                    <a:pt x="501" y="343"/>
                  </a:lnTo>
                  <a:lnTo>
                    <a:pt x="503" y="345"/>
                  </a:lnTo>
                  <a:lnTo>
                    <a:pt x="505" y="347"/>
                  </a:lnTo>
                  <a:lnTo>
                    <a:pt x="508" y="348"/>
                  </a:lnTo>
                  <a:lnTo>
                    <a:pt x="510" y="349"/>
                  </a:lnTo>
                  <a:lnTo>
                    <a:pt x="513" y="349"/>
                  </a:lnTo>
                  <a:lnTo>
                    <a:pt x="516" y="350"/>
                  </a:lnTo>
                  <a:lnTo>
                    <a:pt x="518" y="352"/>
                  </a:lnTo>
                  <a:lnTo>
                    <a:pt x="521" y="353"/>
                  </a:lnTo>
                  <a:lnTo>
                    <a:pt x="524" y="354"/>
                  </a:lnTo>
                  <a:lnTo>
                    <a:pt x="527" y="356"/>
                  </a:lnTo>
                  <a:lnTo>
                    <a:pt x="527" y="358"/>
                  </a:lnTo>
                  <a:lnTo>
                    <a:pt x="523" y="361"/>
                  </a:lnTo>
                  <a:lnTo>
                    <a:pt x="519" y="364"/>
                  </a:lnTo>
                  <a:lnTo>
                    <a:pt x="517" y="366"/>
                  </a:lnTo>
                  <a:close/>
                </a:path>
              </a:pathLst>
            </a:custGeom>
            <a:solidFill>
              <a:srgbClr val="59A3CD">
                <a:alpha val="9600"/>
              </a:srgbClr>
            </a:solidFill>
            <a:ln>
              <a:noFill/>
            </a:ln>
          </p:spPr>
          <p:txBody>
            <a:bodyPr anchor="ctr"/>
            <a:lstStyle/>
            <a:p>
              <a:pPr algn="ctr">
                <a:buNone/>
              </a:pPr>
            </a:p>
          </p:txBody>
        </p:sp>
        <p:sp>
          <p:nvSpPr>
            <p:cNvPr id="7010" name="addition:input:9">
              <a:extLst>
                <a:ext uri="{FF2B5EF4-FFF2-40B4-BE49-F238E27FC236}">
                  <ns2:creationId id="{1AF2A61B-F0C2-4374-AA73-35B37D668972}"/>
                </a:ext>
              </a:extLst>
            </p:cNvPr>
            <p:cNvSpPr>
              <a:spLocks noGrp="1"/>
            </p:cNvSpPr>
            <p:nvPr/>
          </p:nvSpPr>
          <p:spPr>
            <a:xfrm>
              <a:off x="209550" y="5438775"/>
              <a:ext cx="913486" cy="704820"/>
            </a:xfrm>
            <a:custGeom>
              <a:rect l="l" t="t" r="r" b="b"/>
              <a:pathLst>
                <a:path w="555" h="376">
                  <a:moveTo>
                    <a:pt x="0" y="0"/>
                  </a:moveTo>
                  <a:moveTo>
                    <a:pt x="555" y="348"/>
                  </a:moveTo>
                  <a:lnTo>
                    <a:pt x="555" y="350"/>
                  </a:lnTo>
                  <a:lnTo>
                    <a:pt x="554" y="353"/>
                  </a:lnTo>
                  <a:lnTo>
                    <a:pt x="552" y="354"/>
                  </a:lnTo>
                  <a:lnTo>
                    <a:pt x="552" y="357"/>
                  </a:lnTo>
                  <a:lnTo>
                    <a:pt x="553" y="359"/>
                  </a:lnTo>
                  <a:lnTo>
                    <a:pt x="554" y="362"/>
                  </a:lnTo>
                  <a:lnTo>
                    <a:pt x="552" y="364"/>
                  </a:lnTo>
                  <a:lnTo>
                    <a:pt x="548" y="365"/>
                  </a:lnTo>
                  <a:lnTo>
                    <a:pt x="543" y="364"/>
                  </a:lnTo>
                  <a:lnTo>
                    <a:pt x="540" y="365"/>
                  </a:lnTo>
                  <a:lnTo>
                    <a:pt x="538" y="366"/>
                  </a:lnTo>
                  <a:lnTo>
                    <a:pt x="536" y="368"/>
                  </a:lnTo>
                  <a:lnTo>
                    <a:pt x="534" y="369"/>
                  </a:lnTo>
                  <a:lnTo>
                    <a:pt x="531" y="371"/>
                  </a:lnTo>
                  <a:lnTo>
                    <a:pt x="528" y="372"/>
                  </a:lnTo>
                  <a:lnTo>
                    <a:pt x="525" y="375"/>
                  </a:lnTo>
                  <a:lnTo>
                    <a:pt x="521" y="376"/>
                  </a:lnTo>
                  <a:lnTo>
                    <a:pt x="517" y="376"/>
                  </a:lnTo>
                  <a:lnTo>
                    <a:pt x="514" y="374"/>
                  </a:lnTo>
                  <a:lnTo>
                    <a:pt x="511" y="371"/>
                  </a:lnTo>
                  <a:lnTo>
                    <a:pt x="508" y="369"/>
                  </a:lnTo>
                  <a:lnTo>
                    <a:pt x="505" y="369"/>
                  </a:lnTo>
                  <a:lnTo>
                    <a:pt x="501" y="369"/>
                  </a:lnTo>
                  <a:lnTo>
                    <a:pt x="498" y="369"/>
                  </a:lnTo>
                  <a:lnTo>
                    <a:pt x="495" y="367"/>
                  </a:lnTo>
                  <a:lnTo>
                    <a:pt x="494" y="365"/>
                  </a:lnTo>
                  <a:lnTo>
                    <a:pt x="493" y="363"/>
                  </a:lnTo>
                  <a:lnTo>
                    <a:pt x="491" y="362"/>
                  </a:lnTo>
                  <a:lnTo>
                    <a:pt x="487" y="361"/>
                  </a:lnTo>
                  <a:lnTo>
                    <a:pt x="484" y="359"/>
                  </a:lnTo>
                  <a:lnTo>
                    <a:pt x="483" y="357"/>
                  </a:lnTo>
                  <a:lnTo>
                    <a:pt x="482" y="355"/>
                  </a:lnTo>
                  <a:lnTo>
                    <a:pt x="481" y="353"/>
                  </a:lnTo>
                  <a:lnTo>
                    <a:pt x="481" y="351"/>
                  </a:lnTo>
                  <a:lnTo>
                    <a:pt x="481" y="348"/>
                  </a:lnTo>
                  <a:lnTo>
                    <a:pt x="485" y="346"/>
                  </a:lnTo>
                  <a:lnTo>
                    <a:pt x="490" y="344"/>
                  </a:lnTo>
                  <a:lnTo>
                    <a:pt x="494" y="343"/>
                  </a:lnTo>
                  <a:lnTo>
                    <a:pt x="495" y="341"/>
                  </a:lnTo>
                  <a:lnTo>
                    <a:pt x="493" y="338"/>
                  </a:lnTo>
                  <a:lnTo>
                    <a:pt x="491" y="335"/>
                  </a:lnTo>
                  <a:lnTo>
                    <a:pt x="491" y="332"/>
                  </a:lnTo>
                  <a:lnTo>
                    <a:pt x="494" y="331"/>
                  </a:lnTo>
                  <a:lnTo>
                    <a:pt x="497" y="330"/>
                  </a:lnTo>
                  <a:lnTo>
                    <a:pt x="500" y="328"/>
                  </a:lnTo>
                  <a:lnTo>
                    <a:pt x="502" y="327"/>
                  </a:lnTo>
                  <a:lnTo>
                    <a:pt x="504" y="325"/>
                  </a:lnTo>
                  <a:lnTo>
                    <a:pt x="507" y="325"/>
                  </a:lnTo>
                  <a:lnTo>
                    <a:pt x="510" y="325"/>
                  </a:lnTo>
                  <a:lnTo>
                    <a:pt x="513" y="325"/>
                  </a:lnTo>
                  <a:lnTo>
                    <a:pt x="516" y="325"/>
                  </a:lnTo>
                  <a:lnTo>
                    <a:pt x="518" y="324"/>
                  </a:lnTo>
                  <a:lnTo>
                    <a:pt x="521" y="324"/>
                  </a:lnTo>
                  <a:lnTo>
                    <a:pt x="523" y="326"/>
                  </a:lnTo>
                  <a:lnTo>
                    <a:pt x="525" y="327"/>
                  </a:lnTo>
                  <a:lnTo>
                    <a:pt x="527" y="328"/>
                  </a:lnTo>
                  <a:lnTo>
                    <a:pt x="530" y="326"/>
                  </a:lnTo>
                  <a:lnTo>
                    <a:pt x="535" y="324"/>
                  </a:lnTo>
                  <a:lnTo>
                    <a:pt x="539" y="324"/>
                  </a:lnTo>
                  <a:lnTo>
                    <a:pt x="541" y="326"/>
                  </a:lnTo>
                  <a:lnTo>
                    <a:pt x="542" y="329"/>
                  </a:lnTo>
                  <a:lnTo>
                    <a:pt x="542" y="332"/>
                  </a:lnTo>
                  <a:lnTo>
                    <a:pt x="543" y="334"/>
                  </a:lnTo>
                  <a:lnTo>
                    <a:pt x="544" y="336"/>
                  </a:lnTo>
                  <a:lnTo>
                    <a:pt x="545" y="338"/>
                  </a:lnTo>
                  <a:lnTo>
                    <a:pt x="546" y="340"/>
                  </a:lnTo>
                  <a:lnTo>
                    <a:pt x="547" y="342"/>
                  </a:lnTo>
                  <a:lnTo>
                    <a:pt x="549" y="344"/>
                  </a:lnTo>
                  <a:lnTo>
                    <a:pt x="552" y="346"/>
                  </a:lnTo>
                  <a:close/>
                </a:path>
              </a:pathLst>
            </a:custGeom>
            <a:solidFill>
              <a:srgbClr val="59A3CD">
                <a:alpha val="9600"/>
              </a:srgbClr>
            </a:solidFill>
            <a:ln>
              <a:noFill/>
            </a:ln>
          </p:spPr>
          <p:txBody>
            <a:bodyPr anchor="ctr"/>
            <a:lstStyle/>
            <a:p>
              <a:pPr algn="ctr">
                <a:buNone/>
              </a:pPr>
            </a:p>
          </p:txBody>
        </p:sp>
        <p:sp>
          <p:nvSpPr>
            <p:cNvPr id="7011" name="addition:input:10">
              <a:extLst>
                <a:ext uri="{FF2B5EF4-FFF2-40B4-BE49-F238E27FC236}">
                  <ns2:creationId id="{1CF72AE2-5B7B-4155-9996-5B9C51A67402}"/>
                </a:ext>
              </a:extLst>
            </p:cNvPr>
            <p:cNvSpPr>
              <a:spLocks noGrp="1"/>
            </p:cNvSpPr>
            <p:nvPr/>
          </p:nvSpPr>
          <p:spPr>
            <a:xfrm>
              <a:off x="209550" y="5438775"/>
              <a:ext cx="976031" cy="721690"/>
            </a:xfrm>
            <a:custGeom>
              <a:rect l="l" t="t" r="r" b="b"/>
              <a:pathLst>
                <a:path w="593" h="385">
                  <a:moveTo>
                    <a:pt x="0" y="0"/>
                  </a:moveTo>
                  <a:moveTo>
                    <a:pt x="592" y="354"/>
                  </a:moveTo>
                  <a:lnTo>
                    <a:pt x="593" y="356"/>
                  </a:lnTo>
                  <a:lnTo>
                    <a:pt x="593" y="359"/>
                  </a:lnTo>
                  <a:lnTo>
                    <a:pt x="591" y="361"/>
                  </a:lnTo>
                  <a:lnTo>
                    <a:pt x="590" y="364"/>
                  </a:lnTo>
                  <a:lnTo>
                    <a:pt x="589" y="366"/>
                  </a:lnTo>
                  <a:lnTo>
                    <a:pt x="587" y="368"/>
                  </a:lnTo>
                  <a:lnTo>
                    <a:pt x="584" y="369"/>
                  </a:lnTo>
                  <a:lnTo>
                    <a:pt x="581" y="370"/>
                  </a:lnTo>
                  <a:lnTo>
                    <a:pt x="579" y="371"/>
                  </a:lnTo>
                  <a:lnTo>
                    <a:pt x="578" y="374"/>
                  </a:lnTo>
                  <a:lnTo>
                    <a:pt x="576" y="376"/>
                  </a:lnTo>
                  <a:lnTo>
                    <a:pt x="573" y="377"/>
                  </a:lnTo>
                  <a:lnTo>
                    <a:pt x="569" y="377"/>
                  </a:lnTo>
                  <a:lnTo>
                    <a:pt x="565" y="376"/>
                  </a:lnTo>
                  <a:lnTo>
                    <a:pt x="563" y="378"/>
                  </a:lnTo>
                  <a:lnTo>
                    <a:pt x="560" y="381"/>
                  </a:lnTo>
                  <a:lnTo>
                    <a:pt x="556" y="384"/>
                  </a:lnTo>
                  <a:lnTo>
                    <a:pt x="552" y="385"/>
                  </a:lnTo>
                  <a:lnTo>
                    <a:pt x="548" y="383"/>
                  </a:lnTo>
                  <a:lnTo>
                    <a:pt x="545" y="381"/>
                  </a:lnTo>
                  <a:lnTo>
                    <a:pt x="542" y="378"/>
                  </a:lnTo>
                  <a:lnTo>
                    <a:pt x="539" y="377"/>
                  </a:lnTo>
                  <a:lnTo>
                    <a:pt x="537" y="375"/>
                  </a:lnTo>
                  <a:lnTo>
                    <a:pt x="534" y="373"/>
                  </a:lnTo>
                  <a:lnTo>
                    <a:pt x="532" y="372"/>
                  </a:lnTo>
                  <a:lnTo>
                    <a:pt x="530" y="371"/>
                  </a:lnTo>
                  <a:lnTo>
                    <a:pt x="525" y="371"/>
                  </a:lnTo>
                  <a:lnTo>
                    <a:pt x="521" y="370"/>
                  </a:lnTo>
                  <a:lnTo>
                    <a:pt x="518" y="369"/>
                  </a:lnTo>
                  <a:lnTo>
                    <a:pt x="517" y="366"/>
                  </a:lnTo>
                  <a:lnTo>
                    <a:pt x="519" y="363"/>
                  </a:lnTo>
                  <a:lnTo>
                    <a:pt x="520" y="361"/>
                  </a:lnTo>
                  <a:lnTo>
                    <a:pt x="519" y="358"/>
                  </a:lnTo>
                  <a:lnTo>
                    <a:pt x="517" y="356"/>
                  </a:lnTo>
                  <a:lnTo>
                    <a:pt x="516" y="354"/>
                  </a:lnTo>
                  <a:lnTo>
                    <a:pt x="518" y="351"/>
                  </a:lnTo>
                  <a:lnTo>
                    <a:pt x="522" y="349"/>
                  </a:lnTo>
                  <a:lnTo>
                    <a:pt x="525" y="347"/>
                  </a:lnTo>
                  <a:lnTo>
                    <a:pt x="527" y="345"/>
                  </a:lnTo>
                  <a:lnTo>
                    <a:pt x="527" y="343"/>
                  </a:lnTo>
                  <a:lnTo>
                    <a:pt x="528" y="341"/>
                  </a:lnTo>
                  <a:lnTo>
                    <a:pt x="529" y="339"/>
                  </a:lnTo>
                  <a:lnTo>
                    <a:pt x="531" y="336"/>
                  </a:lnTo>
                  <a:lnTo>
                    <a:pt x="531" y="333"/>
                  </a:lnTo>
                  <a:lnTo>
                    <a:pt x="532" y="330"/>
                  </a:lnTo>
                  <a:lnTo>
                    <a:pt x="534" y="327"/>
                  </a:lnTo>
                  <a:lnTo>
                    <a:pt x="538" y="327"/>
                  </a:lnTo>
                  <a:lnTo>
                    <a:pt x="542" y="329"/>
                  </a:lnTo>
                  <a:lnTo>
                    <a:pt x="546" y="331"/>
                  </a:lnTo>
                  <a:lnTo>
                    <a:pt x="549" y="331"/>
                  </a:lnTo>
                  <a:lnTo>
                    <a:pt x="551" y="330"/>
                  </a:lnTo>
                  <a:lnTo>
                    <a:pt x="553" y="328"/>
                  </a:lnTo>
                  <a:lnTo>
                    <a:pt x="555" y="327"/>
                  </a:lnTo>
                  <a:lnTo>
                    <a:pt x="558" y="328"/>
                  </a:lnTo>
                  <a:lnTo>
                    <a:pt x="560" y="329"/>
                  </a:lnTo>
                  <a:lnTo>
                    <a:pt x="563" y="329"/>
                  </a:lnTo>
                  <a:lnTo>
                    <a:pt x="566" y="329"/>
                  </a:lnTo>
                  <a:lnTo>
                    <a:pt x="569" y="329"/>
                  </a:lnTo>
                  <a:lnTo>
                    <a:pt x="572" y="330"/>
                  </a:lnTo>
                  <a:lnTo>
                    <a:pt x="574" y="332"/>
                  </a:lnTo>
                  <a:lnTo>
                    <a:pt x="576" y="334"/>
                  </a:lnTo>
                  <a:lnTo>
                    <a:pt x="579" y="335"/>
                  </a:lnTo>
                  <a:lnTo>
                    <a:pt x="582" y="337"/>
                  </a:lnTo>
                  <a:lnTo>
                    <a:pt x="583" y="339"/>
                  </a:lnTo>
                  <a:lnTo>
                    <a:pt x="582" y="343"/>
                  </a:lnTo>
                  <a:lnTo>
                    <a:pt x="580" y="346"/>
                  </a:lnTo>
                  <a:lnTo>
                    <a:pt x="579" y="348"/>
                  </a:lnTo>
                  <a:lnTo>
                    <a:pt x="582" y="350"/>
                  </a:lnTo>
                  <a:lnTo>
                    <a:pt x="587" y="351"/>
                  </a:lnTo>
                  <a:close/>
                </a:path>
              </a:pathLst>
            </a:custGeom>
            <a:solidFill>
              <a:srgbClr val="59A3CD">
                <a:alpha val="9600"/>
              </a:srgbClr>
            </a:solidFill>
            <a:ln>
              <a:noFill/>
            </a:ln>
          </p:spPr>
          <p:txBody>
            <a:bodyPr anchor="ctr"/>
            <a:lstStyle/>
            <a:p>
              <a:pPr algn="ctr">
                <a:buNone/>
              </a:pPr>
            </a:p>
          </p:txBody>
        </p:sp>
        <p:sp>
          <p:nvSpPr>
            <p:cNvPr id="7012" name="addition:input:11">
              <a:extLst>
                <a:ext uri="{FF2B5EF4-FFF2-40B4-BE49-F238E27FC236}">
                  <ns2:creationId id="{441DFD40-14B2-4BFD-A397-493842242B5E}"/>
                </a:ext>
              </a:extLst>
            </p:cNvPr>
            <p:cNvSpPr>
              <a:spLocks noGrp="1"/>
            </p:cNvSpPr>
            <p:nvPr/>
          </p:nvSpPr>
          <p:spPr>
            <a:xfrm>
              <a:off x="209550" y="5438775"/>
              <a:ext cx="1028700" cy="761055"/>
            </a:xfrm>
            <a:custGeom>
              <a:rect l="l" t="t" r="r" b="b"/>
              <a:pathLst>
                <a:path w="625" h="406">
                  <a:moveTo>
                    <a:pt x="0" y="0"/>
                  </a:moveTo>
                  <a:moveTo>
                    <a:pt x="625" y="376"/>
                  </a:moveTo>
                  <a:lnTo>
                    <a:pt x="625" y="379"/>
                  </a:lnTo>
                  <a:lnTo>
                    <a:pt x="624" y="382"/>
                  </a:lnTo>
                  <a:lnTo>
                    <a:pt x="623" y="384"/>
                  </a:lnTo>
                  <a:lnTo>
                    <a:pt x="622" y="387"/>
                  </a:lnTo>
                  <a:lnTo>
                    <a:pt x="618" y="389"/>
                  </a:lnTo>
                  <a:lnTo>
                    <a:pt x="613" y="390"/>
                  </a:lnTo>
                  <a:lnTo>
                    <a:pt x="608" y="390"/>
                  </a:lnTo>
                  <a:lnTo>
                    <a:pt x="605" y="391"/>
                  </a:lnTo>
                  <a:lnTo>
                    <a:pt x="605" y="394"/>
                  </a:lnTo>
                  <a:lnTo>
                    <a:pt x="605" y="399"/>
                  </a:lnTo>
                  <a:lnTo>
                    <a:pt x="604" y="402"/>
                  </a:lnTo>
                  <a:lnTo>
                    <a:pt x="600" y="404"/>
                  </a:lnTo>
                  <a:lnTo>
                    <a:pt x="596" y="404"/>
                  </a:lnTo>
                  <a:lnTo>
                    <a:pt x="591" y="404"/>
                  </a:lnTo>
                  <a:lnTo>
                    <a:pt x="587" y="405"/>
                  </a:lnTo>
                  <a:lnTo>
                    <a:pt x="584" y="406"/>
                  </a:lnTo>
                  <a:lnTo>
                    <a:pt x="580" y="406"/>
                  </a:lnTo>
                  <a:lnTo>
                    <a:pt x="576" y="405"/>
                  </a:lnTo>
                  <a:lnTo>
                    <a:pt x="573" y="403"/>
                  </a:lnTo>
                  <a:lnTo>
                    <a:pt x="570" y="403"/>
                  </a:lnTo>
                  <a:lnTo>
                    <a:pt x="567" y="402"/>
                  </a:lnTo>
                  <a:lnTo>
                    <a:pt x="564" y="402"/>
                  </a:lnTo>
                  <a:lnTo>
                    <a:pt x="562" y="400"/>
                  </a:lnTo>
                  <a:lnTo>
                    <a:pt x="560" y="398"/>
                  </a:lnTo>
                  <a:lnTo>
                    <a:pt x="558" y="396"/>
                  </a:lnTo>
                  <a:lnTo>
                    <a:pt x="555" y="396"/>
                  </a:lnTo>
                  <a:lnTo>
                    <a:pt x="550" y="396"/>
                  </a:lnTo>
                  <a:lnTo>
                    <a:pt x="545" y="396"/>
                  </a:lnTo>
                  <a:lnTo>
                    <a:pt x="543" y="394"/>
                  </a:lnTo>
                  <a:lnTo>
                    <a:pt x="544" y="390"/>
                  </a:lnTo>
                  <a:lnTo>
                    <a:pt x="547" y="386"/>
                  </a:lnTo>
                  <a:lnTo>
                    <a:pt x="549" y="383"/>
                  </a:lnTo>
                  <a:lnTo>
                    <a:pt x="549" y="381"/>
                  </a:lnTo>
                  <a:lnTo>
                    <a:pt x="549" y="378"/>
                  </a:lnTo>
                  <a:lnTo>
                    <a:pt x="549" y="376"/>
                  </a:lnTo>
                  <a:lnTo>
                    <a:pt x="550" y="374"/>
                  </a:lnTo>
                  <a:lnTo>
                    <a:pt x="549" y="371"/>
                  </a:lnTo>
                  <a:lnTo>
                    <a:pt x="548" y="368"/>
                  </a:lnTo>
                  <a:lnTo>
                    <a:pt x="546" y="365"/>
                  </a:lnTo>
                  <a:lnTo>
                    <a:pt x="546" y="363"/>
                  </a:lnTo>
                  <a:lnTo>
                    <a:pt x="549" y="361"/>
                  </a:lnTo>
                  <a:lnTo>
                    <a:pt x="552" y="359"/>
                  </a:lnTo>
                  <a:lnTo>
                    <a:pt x="554" y="357"/>
                  </a:lnTo>
                  <a:lnTo>
                    <a:pt x="555" y="355"/>
                  </a:lnTo>
                  <a:lnTo>
                    <a:pt x="555" y="351"/>
                  </a:lnTo>
                  <a:lnTo>
                    <a:pt x="557" y="349"/>
                  </a:lnTo>
                  <a:lnTo>
                    <a:pt x="561" y="350"/>
                  </a:lnTo>
                  <a:lnTo>
                    <a:pt x="566" y="351"/>
                  </a:lnTo>
                  <a:lnTo>
                    <a:pt x="569" y="353"/>
                  </a:lnTo>
                  <a:lnTo>
                    <a:pt x="572" y="352"/>
                  </a:lnTo>
                  <a:lnTo>
                    <a:pt x="574" y="351"/>
                  </a:lnTo>
                  <a:lnTo>
                    <a:pt x="577" y="349"/>
                  </a:lnTo>
                  <a:lnTo>
                    <a:pt x="580" y="347"/>
                  </a:lnTo>
                  <a:lnTo>
                    <a:pt x="583" y="347"/>
                  </a:lnTo>
                  <a:lnTo>
                    <a:pt x="587" y="346"/>
                  </a:lnTo>
                  <a:lnTo>
                    <a:pt x="592" y="345"/>
                  </a:lnTo>
                  <a:lnTo>
                    <a:pt x="596" y="346"/>
                  </a:lnTo>
                  <a:lnTo>
                    <a:pt x="599" y="348"/>
                  </a:lnTo>
                  <a:lnTo>
                    <a:pt x="600" y="352"/>
                  </a:lnTo>
                  <a:lnTo>
                    <a:pt x="601" y="356"/>
                  </a:lnTo>
                  <a:lnTo>
                    <a:pt x="603" y="358"/>
                  </a:lnTo>
                  <a:lnTo>
                    <a:pt x="607" y="358"/>
                  </a:lnTo>
                  <a:lnTo>
                    <a:pt x="612" y="359"/>
                  </a:lnTo>
                  <a:lnTo>
                    <a:pt x="615" y="361"/>
                  </a:lnTo>
                  <a:lnTo>
                    <a:pt x="615" y="364"/>
                  </a:lnTo>
                  <a:lnTo>
                    <a:pt x="616" y="367"/>
                  </a:lnTo>
                  <a:lnTo>
                    <a:pt x="617" y="369"/>
                  </a:lnTo>
                  <a:lnTo>
                    <a:pt x="620" y="371"/>
                  </a:lnTo>
                  <a:lnTo>
                    <a:pt x="624" y="373"/>
                  </a:lnTo>
                  <a:close/>
                </a:path>
              </a:pathLst>
            </a:custGeom>
            <a:solidFill>
              <a:srgbClr val="59A3CD">
                <a:alpha val="9600"/>
              </a:srgbClr>
            </a:solidFill>
            <a:ln>
              <a:noFill/>
            </a:ln>
          </p:spPr>
          <p:txBody>
            <a:bodyPr anchor="ctr"/>
            <a:lstStyle/>
            <a:p>
              <a:pPr algn="ctr">
                <a:buNone/>
              </a:pPr>
            </a:p>
          </p:txBody>
        </p:sp>
        <p:sp>
          <p:nvSpPr>
            <p:cNvPr id="7013" name="addition:input:12">
              <a:extLst>
                <a:ext uri="{FF2B5EF4-FFF2-40B4-BE49-F238E27FC236}">
                  <ns2:creationId id="{C870D53D-D908-47C4-B799-774F778E4D06}"/>
                </a:ext>
              </a:extLst>
            </p:cNvPr>
            <p:cNvSpPr>
              <a:spLocks noGrp="1"/>
            </p:cNvSpPr>
            <p:nvPr/>
          </p:nvSpPr>
          <p:spPr>
            <a:xfrm>
              <a:off x="209550" y="5438775"/>
              <a:ext cx="1000719" cy="806044"/>
            </a:xfrm>
            <a:custGeom>
              <a:rect l="l" t="t" r="r" b="b"/>
              <a:pathLst>
                <a:path w="608" h="430">
                  <a:moveTo>
                    <a:pt x="0" y="0"/>
                  </a:moveTo>
                  <a:moveTo>
                    <a:pt x="596" y="400"/>
                  </a:moveTo>
                  <a:lnTo>
                    <a:pt x="595" y="403"/>
                  </a:lnTo>
                  <a:lnTo>
                    <a:pt x="594" y="405"/>
                  </a:lnTo>
                  <a:lnTo>
                    <a:pt x="593" y="407"/>
                  </a:lnTo>
                  <a:lnTo>
                    <a:pt x="592" y="410"/>
                  </a:lnTo>
                  <a:lnTo>
                    <a:pt x="592" y="413"/>
                  </a:lnTo>
                  <a:lnTo>
                    <a:pt x="594" y="416"/>
                  </a:lnTo>
                  <a:lnTo>
                    <a:pt x="594" y="420"/>
                  </a:lnTo>
                  <a:lnTo>
                    <a:pt x="592" y="422"/>
                  </a:lnTo>
                  <a:lnTo>
                    <a:pt x="587" y="423"/>
                  </a:lnTo>
                  <a:lnTo>
                    <a:pt x="582" y="423"/>
                  </a:lnTo>
                  <a:lnTo>
                    <a:pt x="578" y="424"/>
                  </a:lnTo>
                  <a:lnTo>
                    <a:pt x="576" y="426"/>
                  </a:lnTo>
                  <a:lnTo>
                    <a:pt x="574" y="429"/>
                  </a:lnTo>
                  <a:lnTo>
                    <a:pt x="571" y="430"/>
                  </a:lnTo>
                  <a:lnTo>
                    <a:pt x="567" y="429"/>
                  </a:lnTo>
                  <a:lnTo>
                    <a:pt x="563" y="427"/>
                  </a:lnTo>
                  <a:lnTo>
                    <a:pt x="559" y="426"/>
                  </a:lnTo>
                  <a:lnTo>
                    <a:pt x="556" y="427"/>
                  </a:lnTo>
                  <a:lnTo>
                    <a:pt x="553" y="428"/>
                  </a:lnTo>
                  <a:lnTo>
                    <a:pt x="549" y="429"/>
                  </a:lnTo>
                  <a:lnTo>
                    <a:pt x="545" y="429"/>
                  </a:lnTo>
                  <a:lnTo>
                    <a:pt x="541" y="429"/>
                  </a:lnTo>
                  <a:lnTo>
                    <a:pt x="536" y="429"/>
                  </a:lnTo>
                  <a:lnTo>
                    <a:pt x="530" y="429"/>
                  </a:lnTo>
                  <a:lnTo>
                    <a:pt x="527" y="427"/>
                  </a:lnTo>
                  <a:lnTo>
                    <a:pt x="525" y="423"/>
                  </a:lnTo>
                  <a:lnTo>
                    <a:pt x="526" y="419"/>
                  </a:lnTo>
                  <a:lnTo>
                    <a:pt x="527" y="415"/>
                  </a:lnTo>
                  <a:lnTo>
                    <a:pt x="525" y="413"/>
                  </a:lnTo>
                  <a:lnTo>
                    <a:pt x="520" y="412"/>
                  </a:lnTo>
                  <a:lnTo>
                    <a:pt x="514" y="411"/>
                  </a:lnTo>
                  <a:lnTo>
                    <a:pt x="510" y="408"/>
                  </a:lnTo>
                  <a:lnTo>
                    <a:pt x="510" y="406"/>
                  </a:lnTo>
                  <a:lnTo>
                    <a:pt x="510" y="403"/>
                  </a:lnTo>
                  <a:lnTo>
                    <a:pt x="508" y="400"/>
                  </a:lnTo>
                  <a:lnTo>
                    <a:pt x="506" y="398"/>
                  </a:lnTo>
                  <a:lnTo>
                    <a:pt x="505" y="395"/>
                  </a:lnTo>
                  <a:lnTo>
                    <a:pt x="505" y="392"/>
                  </a:lnTo>
                  <a:lnTo>
                    <a:pt x="508" y="390"/>
                  </a:lnTo>
                  <a:lnTo>
                    <a:pt x="510" y="387"/>
                  </a:lnTo>
                  <a:lnTo>
                    <a:pt x="511" y="385"/>
                  </a:lnTo>
                  <a:lnTo>
                    <a:pt x="514" y="383"/>
                  </a:lnTo>
                  <a:lnTo>
                    <a:pt x="518" y="381"/>
                  </a:lnTo>
                  <a:lnTo>
                    <a:pt x="524" y="381"/>
                  </a:lnTo>
                  <a:lnTo>
                    <a:pt x="530" y="382"/>
                  </a:lnTo>
                  <a:lnTo>
                    <a:pt x="533" y="380"/>
                  </a:lnTo>
                  <a:lnTo>
                    <a:pt x="534" y="377"/>
                  </a:lnTo>
                  <a:lnTo>
                    <a:pt x="536" y="372"/>
                  </a:lnTo>
                  <a:lnTo>
                    <a:pt x="539" y="369"/>
                  </a:lnTo>
                  <a:lnTo>
                    <a:pt x="544" y="368"/>
                  </a:lnTo>
                  <a:lnTo>
                    <a:pt x="550" y="369"/>
                  </a:lnTo>
                  <a:lnTo>
                    <a:pt x="555" y="370"/>
                  </a:lnTo>
                  <a:lnTo>
                    <a:pt x="560" y="370"/>
                  </a:lnTo>
                  <a:lnTo>
                    <a:pt x="565" y="371"/>
                  </a:lnTo>
                  <a:lnTo>
                    <a:pt x="569" y="372"/>
                  </a:lnTo>
                  <a:lnTo>
                    <a:pt x="573" y="374"/>
                  </a:lnTo>
                  <a:lnTo>
                    <a:pt x="576" y="376"/>
                  </a:lnTo>
                  <a:lnTo>
                    <a:pt x="580" y="377"/>
                  </a:lnTo>
                  <a:lnTo>
                    <a:pt x="585" y="376"/>
                  </a:lnTo>
                  <a:lnTo>
                    <a:pt x="589" y="377"/>
                  </a:lnTo>
                  <a:lnTo>
                    <a:pt x="591" y="379"/>
                  </a:lnTo>
                  <a:lnTo>
                    <a:pt x="592" y="382"/>
                  </a:lnTo>
                  <a:lnTo>
                    <a:pt x="593" y="384"/>
                  </a:lnTo>
                  <a:lnTo>
                    <a:pt x="597" y="386"/>
                  </a:lnTo>
                  <a:lnTo>
                    <a:pt x="603" y="387"/>
                  </a:lnTo>
                  <a:lnTo>
                    <a:pt x="607" y="388"/>
                  </a:lnTo>
                  <a:lnTo>
                    <a:pt x="608" y="391"/>
                  </a:lnTo>
                  <a:lnTo>
                    <a:pt x="604" y="395"/>
                  </a:lnTo>
                  <a:lnTo>
                    <a:pt x="600" y="398"/>
                  </a:lnTo>
                  <a:close/>
                </a:path>
              </a:pathLst>
            </a:custGeom>
            <a:solidFill>
              <a:srgbClr val="59A3CD">
                <a:alpha val="9600"/>
              </a:srgbClr>
            </a:solidFill>
            <a:ln>
              <a:noFill/>
            </a:ln>
          </p:spPr>
          <p:txBody>
            <a:bodyPr anchor="ctr"/>
            <a:lstStyle/>
            <a:p>
              <a:pPr algn="ctr">
                <a:buNone/>
              </a:pPr>
            </a:p>
          </p:txBody>
        </p:sp>
        <p:sp>
          <p:nvSpPr>
            <p:cNvPr id="7014" name="addition:input:13">
              <a:extLst>
                <a:ext uri="{FF2B5EF4-FFF2-40B4-BE49-F238E27FC236}">
                  <ns2:creationId id="{25D8C828-AD5B-45C2-8A63-37C8A9DD0AF9}"/>
                </a:ext>
              </a:extLst>
            </p:cNvPr>
            <p:cNvSpPr>
              <a:spLocks noGrp="1"/>
            </p:cNvSpPr>
            <p:nvPr/>
          </p:nvSpPr>
          <p:spPr>
            <a:xfrm>
              <a:off x="209550" y="5438775"/>
              <a:ext cx="915132" cy="811667"/>
            </a:xfrm>
            <a:custGeom>
              <a:rect l="l" t="t" r="r" b="b"/>
              <a:pathLst>
                <a:path w="556" h="433">
                  <a:moveTo>
                    <a:pt x="0" y="0"/>
                  </a:moveTo>
                  <a:moveTo>
                    <a:pt x="553" y="403"/>
                  </a:moveTo>
                  <a:lnTo>
                    <a:pt x="551" y="406"/>
                  </a:lnTo>
                  <a:lnTo>
                    <a:pt x="549" y="408"/>
                  </a:lnTo>
                  <a:lnTo>
                    <a:pt x="546" y="410"/>
                  </a:lnTo>
                  <a:lnTo>
                    <a:pt x="545" y="413"/>
                  </a:lnTo>
                  <a:lnTo>
                    <a:pt x="545" y="415"/>
                  </a:lnTo>
                  <a:lnTo>
                    <a:pt x="543" y="418"/>
                  </a:lnTo>
                  <a:lnTo>
                    <a:pt x="540" y="419"/>
                  </a:lnTo>
                  <a:lnTo>
                    <a:pt x="537" y="421"/>
                  </a:lnTo>
                  <a:lnTo>
                    <a:pt x="536" y="424"/>
                  </a:lnTo>
                  <a:lnTo>
                    <a:pt x="536" y="428"/>
                  </a:lnTo>
                  <a:lnTo>
                    <a:pt x="535" y="431"/>
                  </a:lnTo>
                  <a:lnTo>
                    <a:pt x="532" y="433"/>
                  </a:lnTo>
                  <a:lnTo>
                    <a:pt x="527" y="432"/>
                  </a:lnTo>
                  <a:lnTo>
                    <a:pt x="522" y="430"/>
                  </a:lnTo>
                  <a:lnTo>
                    <a:pt x="518" y="428"/>
                  </a:lnTo>
                  <a:lnTo>
                    <a:pt x="516" y="428"/>
                  </a:lnTo>
                  <a:lnTo>
                    <a:pt x="513" y="429"/>
                  </a:lnTo>
                  <a:lnTo>
                    <a:pt x="510" y="430"/>
                  </a:lnTo>
                  <a:lnTo>
                    <a:pt x="508" y="430"/>
                  </a:lnTo>
                  <a:lnTo>
                    <a:pt x="505" y="430"/>
                  </a:lnTo>
                  <a:lnTo>
                    <a:pt x="501" y="431"/>
                  </a:lnTo>
                  <a:lnTo>
                    <a:pt x="497" y="432"/>
                  </a:lnTo>
                  <a:lnTo>
                    <a:pt x="494" y="431"/>
                  </a:lnTo>
                  <a:lnTo>
                    <a:pt x="491" y="429"/>
                  </a:lnTo>
                  <a:lnTo>
                    <a:pt x="490" y="426"/>
                  </a:lnTo>
                  <a:lnTo>
                    <a:pt x="488" y="423"/>
                  </a:lnTo>
                  <a:lnTo>
                    <a:pt x="485" y="422"/>
                  </a:lnTo>
                  <a:lnTo>
                    <a:pt x="481" y="421"/>
                  </a:lnTo>
                  <a:lnTo>
                    <a:pt x="478" y="419"/>
                  </a:lnTo>
                  <a:lnTo>
                    <a:pt x="478" y="416"/>
                  </a:lnTo>
                  <a:lnTo>
                    <a:pt x="480" y="413"/>
                  </a:lnTo>
                  <a:lnTo>
                    <a:pt x="481" y="410"/>
                  </a:lnTo>
                  <a:lnTo>
                    <a:pt x="480" y="408"/>
                  </a:lnTo>
                  <a:lnTo>
                    <a:pt x="476" y="406"/>
                  </a:lnTo>
                  <a:lnTo>
                    <a:pt x="472" y="403"/>
                  </a:lnTo>
                  <a:lnTo>
                    <a:pt x="469" y="401"/>
                  </a:lnTo>
                  <a:lnTo>
                    <a:pt x="468" y="398"/>
                  </a:lnTo>
                  <a:lnTo>
                    <a:pt x="468" y="395"/>
                  </a:lnTo>
                  <a:lnTo>
                    <a:pt x="468" y="392"/>
                  </a:lnTo>
                  <a:lnTo>
                    <a:pt x="469" y="389"/>
                  </a:lnTo>
                  <a:lnTo>
                    <a:pt x="473" y="388"/>
                  </a:lnTo>
                  <a:lnTo>
                    <a:pt x="478" y="387"/>
                  </a:lnTo>
                  <a:lnTo>
                    <a:pt x="483" y="387"/>
                  </a:lnTo>
                  <a:lnTo>
                    <a:pt x="485" y="386"/>
                  </a:lnTo>
                  <a:lnTo>
                    <a:pt x="486" y="383"/>
                  </a:lnTo>
                  <a:lnTo>
                    <a:pt x="487" y="379"/>
                  </a:lnTo>
                  <a:lnTo>
                    <a:pt x="490" y="377"/>
                  </a:lnTo>
                  <a:lnTo>
                    <a:pt x="494" y="377"/>
                  </a:lnTo>
                  <a:lnTo>
                    <a:pt x="498" y="377"/>
                  </a:lnTo>
                  <a:lnTo>
                    <a:pt x="502" y="377"/>
                  </a:lnTo>
                  <a:lnTo>
                    <a:pt x="506" y="375"/>
                  </a:lnTo>
                  <a:lnTo>
                    <a:pt x="510" y="373"/>
                  </a:lnTo>
                  <a:lnTo>
                    <a:pt x="514" y="371"/>
                  </a:lnTo>
                  <a:lnTo>
                    <a:pt x="518" y="372"/>
                  </a:lnTo>
                  <a:lnTo>
                    <a:pt x="523" y="374"/>
                  </a:lnTo>
                  <a:lnTo>
                    <a:pt x="526" y="375"/>
                  </a:lnTo>
                  <a:lnTo>
                    <a:pt x="530" y="377"/>
                  </a:lnTo>
                  <a:lnTo>
                    <a:pt x="533" y="379"/>
                  </a:lnTo>
                  <a:lnTo>
                    <a:pt x="535" y="382"/>
                  </a:lnTo>
                  <a:lnTo>
                    <a:pt x="536" y="385"/>
                  </a:lnTo>
                  <a:lnTo>
                    <a:pt x="538" y="386"/>
                  </a:lnTo>
                  <a:lnTo>
                    <a:pt x="543" y="386"/>
                  </a:lnTo>
                  <a:lnTo>
                    <a:pt x="549" y="386"/>
                  </a:lnTo>
                  <a:lnTo>
                    <a:pt x="554" y="386"/>
                  </a:lnTo>
                  <a:lnTo>
                    <a:pt x="556" y="389"/>
                  </a:lnTo>
                  <a:lnTo>
                    <a:pt x="555" y="392"/>
                  </a:lnTo>
                  <a:lnTo>
                    <a:pt x="553" y="395"/>
                  </a:lnTo>
                  <a:lnTo>
                    <a:pt x="552" y="398"/>
                  </a:lnTo>
                  <a:lnTo>
                    <a:pt x="553" y="401"/>
                  </a:lnTo>
                  <a:close/>
                </a:path>
              </a:pathLst>
            </a:custGeom>
            <a:solidFill>
              <a:srgbClr val="59A3CD">
                <a:alpha val="9600"/>
              </a:srgbClr>
            </a:solidFill>
            <a:ln>
              <a:noFill/>
            </a:ln>
          </p:spPr>
          <p:txBody>
            <a:bodyPr anchor="ctr"/>
            <a:lstStyle/>
            <a:p>
              <a:pPr algn="ctr">
                <a:buNone/>
              </a:pPr>
            </a:p>
          </p:txBody>
        </p:sp>
        <p:sp>
          <p:nvSpPr>
            <p:cNvPr id="7015" name="addition:input:14">
              <a:extLst>
                <a:ext uri="{FF2B5EF4-FFF2-40B4-BE49-F238E27FC236}">
                  <ns2:creationId id="{6105D157-F9C1-4E2A-9334-7EB8426CCEAD}"/>
                </a:ext>
              </a:extLst>
            </p:cNvPr>
            <p:cNvSpPr>
              <a:spLocks noGrp="1"/>
            </p:cNvSpPr>
            <p:nvPr/>
          </p:nvSpPr>
          <p:spPr>
            <a:xfrm>
              <a:off x="209550" y="5438775"/>
              <a:ext cx="837773" cy="785424"/>
            </a:xfrm>
            <a:custGeom>
              <a:rect l="l" t="t" r="r" b="b"/>
              <a:pathLst>
                <a:path w="509" h="419">
                  <a:moveTo>
                    <a:pt x="0" y="0"/>
                  </a:moveTo>
                  <a:moveTo>
                    <a:pt x="508" y="393"/>
                  </a:moveTo>
                  <a:lnTo>
                    <a:pt x="507" y="395"/>
                  </a:lnTo>
                  <a:lnTo>
                    <a:pt x="505" y="397"/>
                  </a:lnTo>
                  <a:lnTo>
                    <a:pt x="502" y="399"/>
                  </a:lnTo>
                  <a:lnTo>
                    <a:pt x="500" y="400"/>
                  </a:lnTo>
                  <a:lnTo>
                    <a:pt x="500" y="402"/>
                  </a:lnTo>
                  <a:lnTo>
                    <a:pt x="502" y="405"/>
                  </a:lnTo>
                  <a:lnTo>
                    <a:pt x="504" y="409"/>
                  </a:lnTo>
                  <a:lnTo>
                    <a:pt x="503" y="412"/>
                  </a:lnTo>
                  <a:lnTo>
                    <a:pt x="500" y="413"/>
                  </a:lnTo>
                  <a:lnTo>
                    <a:pt x="497" y="413"/>
                  </a:lnTo>
                  <a:lnTo>
                    <a:pt x="494" y="414"/>
                  </a:lnTo>
                  <a:lnTo>
                    <a:pt x="491" y="414"/>
                  </a:lnTo>
                  <a:lnTo>
                    <a:pt x="489" y="414"/>
                  </a:lnTo>
                  <a:lnTo>
                    <a:pt x="486" y="414"/>
                  </a:lnTo>
                  <a:lnTo>
                    <a:pt x="484" y="413"/>
                  </a:lnTo>
                  <a:lnTo>
                    <a:pt x="482" y="414"/>
                  </a:lnTo>
                  <a:lnTo>
                    <a:pt x="480" y="416"/>
                  </a:lnTo>
                  <a:lnTo>
                    <a:pt x="477" y="418"/>
                  </a:lnTo>
                  <a:lnTo>
                    <a:pt x="474" y="419"/>
                  </a:lnTo>
                  <a:lnTo>
                    <a:pt x="472" y="417"/>
                  </a:lnTo>
                  <a:lnTo>
                    <a:pt x="470" y="416"/>
                  </a:lnTo>
                  <a:lnTo>
                    <a:pt x="467" y="415"/>
                  </a:lnTo>
                  <a:lnTo>
                    <a:pt x="464" y="415"/>
                  </a:lnTo>
                  <a:lnTo>
                    <a:pt x="460" y="415"/>
                  </a:lnTo>
                  <a:lnTo>
                    <a:pt x="457" y="414"/>
                  </a:lnTo>
                  <a:lnTo>
                    <a:pt x="455" y="412"/>
                  </a:lnTo>
                  <a:lnTo>
                    <a:pt x="455" y="409"/>
                  </a:lnTo>
                  <a:lnTo>
                    <a:pt x="454" y="406"/>
                  </a:lnTo>
                  <a:lnTo>
                    <a:pt x="453" y="404"/>
                  </a:lnTo>
                  <a:lnTo>
                    <a:pt x="452" y="402"/>
                  </a:lnTo>
                  <a:lnTo>
                    <a:pt x="450" y="401"/>
                  </a:lnTo>
                  <a:lnTo>
                    <a:pt x="449" y="399"/>
                  </a:lnTo>
                  <a:lnTo>
                    <a:pt x="447" y="397"/>
                  </a:lnTo>
                  <a:lnTo>
                    <a:pt x="443" y="395"/>
                  </a:lnTo>
                  <a:lnTo>
                    <a:pt x="439" y="393"/>
                  </a:lnTo>
                  <a:lnTo>
                    <a:pt x="437" y="390"/>
                  </a:lnTo>
                  <a:lnTo>
                    <a:pt x="439" y="388"/>
                  </a:lnTo>
                  <a:lnTo>
                    <a:pt x="442" y="386"/>
                  </a:lnTo>
                  <a:lnTo>
                    <a:pt x="446" y="385"/>
                  </a:lnTo>
                  <a:lnTo>
                    <a:pt x="448" y="383"/>
                  </a:lnTo>
                  <a:lnTo>
                    <a:pt x="448" y="381"/>
                  </a:lnTo>
                  <a:lnTo>
                    <a:pt x="449" y="378"/>
                  </a:lnTo>
                  <a:lnTo>
                    <a:pt x="451" y="377"/>
                  </a:lnTo>
                  <a:lnTo>
                    <a:pt x="454" y="376"/>
                  </a:lnTo>
                  <a:lnTo>
                    <a:pt x="457" y="375"/>
                  </a:lnTo>
                  <a:lnTo>
                    <a:pt x="459" y="374"/>
                  </a:lnTo>
                  <a:lnTo>
                    <a:pt x="462" y="372"/>
                  </a:lnTo>
                  <a:lnTo>
                    <a:pt x="464" y="370"/>
                  </a:lnTo>
                  <a:lnTo>
                    <a:pt x="467" y="369"/>
                  </a:lnTo>
                  <a:lnTo>
                    <a:pt x="470" y="368"/>
                  </a:lnTo>
                  <a:lnTo>
                    <a:pt x="473" y="367"/>
                  </a:lnTo>
                  <a:lnTo>
                    <a:pt x="477" y="366"/>
                  </a:lnTo>
                  <a:lnTo>
                    <a:pt x="480" y="365"/>
                  </a:lnTo>
                  <a:lnTo>
                    <a:pt x="484" y="366"/>
                  </a:lnTo>
                  <a:lnTo>
                    <a:pt x="486" y="369"/>
                  </a:lnTo>
                  <a:lnTo>
                    <a:pt x="488" y="373"/>
                  </a:lnTo>
                  <a:lnTo>
                    <a:pt x="490" y="375"/>
                  </a:lnTo>
                  <a:lnTo>
                    <a:pt x="492" y="375"/>
                  </a:lnTo>
                  <a:lnTo>
                    <a:pt x="496" y="374"/>
                  </a:lnTo>
                  <a:lnTo>
                    <a:pt x="500" y="373"/>
                  </a:lnTo>
                  <a:lnTo>
                    <a:pt x="502" y="374"/>
                  </a:lnTo>
                  <a:lnTo>
                    <a:pt x="504" y="376"/>
                  </a:lnTo>
                  <a:lnTo>
                    <a:pt x="505" y="378"/>
                  </a:lnTo>
                  <a:lnTo>
                    <a:pt x="507" y="379"/>
                  </a:lnTo>
                  <a:lnTo>
                    <a:pt x="509" y="381"/>
                  </a:lnTo>
                  <a:lnTo>
                    <a:pt x="509" y="384"/>
                  </a:lnTo>
                  <a:lnTo>
                    <a:pt x="508" y="386"/>
                  </a:lnTo>
                  <a:lnTo>
                    <a:pt x="507" y="389"/>
                  </a:lnTo>
                  <a:lnTo>
                    <a:pt x="507" y="391"/>
                  </a:lnTo>
                  <a:close/>
                </a:path>
              </a:pathLst>
            </a:custGeom>
            <a:solidFill>
              <a:srgbClr val="59A3CD">
                <a:alpha val="9600"/>
              </a:srgbClr>
            </a:solidFill>
            <a:ln>
              <a:noFill/>
            </a:ln>
          </p:spPr>
          <p:txBody>
            <a:bodyPr anchor="ctr"/>
            <a:lstStyle/>
            <a:p>
              <a:pPr algn="ctr">
                <a:buNone/>
              </a:pPr>
            </a:p>
          </p:txBody>
        </p:sp>
        <p:sp>
          <p:nvSpPr>
            <p:cNvPr id="7016" name="addition:input:15">
              <a:extLst>
                <a:ext uri="{FF2B5EF4-FFF2-40B4-BE49-F238E27FC236}">
                  <ns2:creationId id="{81CAB3F6-827B-441C-886E-78621D777A39}"/>
                </a:ext>
              </a:extLst>
            </p:cNvPr>
            <p:cNvSpPr>
              <a:spLocks noGrp="1"/>
            </p:cNvSpPr>
            <p:nvPr/>
          </p:nvSpPr>
          <p:spPr>
            <a:xfrm>
              <a:off x="209550" y="5438775"/>
              <a:ext cx="957925" cy="794796"/>
            </a:xfrm>
            <a:custGeom>
              <a:rect l="l" t="t" r="r" b="b"/>
              <a:pathLst>
                <a:path w="582" h="424">
                  <a:moveTo>
                    <a:pt x="0" y="0"/>
                  </a:moveTo>
                  <a:moveTo>
                    <a:pt x="574" y="389"/>
                  </a:moveTo>
                  <a:lnTo>
                    <a:pt x="577" y="391"/>
                  </a:lnTo>
                  <a:lnTo>
                    <a:pt x="579" y="394"/>
                  </a:lnTo>
                  <a:lnTo>
                    <a:pt x="577" y="397"/>
                  </a:lnTo>
                  <a:lnTo>
                    <a:pt x="574" y="399"/>
                  </a:lnTo>
                  <a:lnTo>
                    <a:pt x="572" y="402"/>
                  </a:lnTo>
                  <a:lnTo>
                    <a:pt x="572" y="405"/>
                  </a:lnTo>
                  <a:lnTo>
                    <a:pt x="573" y="408"/>
                  </a:lnTo>
                  <a:lnTo>
                    <a:pt x="572" y="411"/>
                  </a:lnTo>
                  <a:lnTo>
                    <a:pt x="569" y="413"/>
                  </a:lnTo>
                  <a:lnTo>
                    <a:pt x="565" y="415"/>
                  </a:lnTo>
                  <a:lnTo>
                    <a:pt x="561" y="416"/>
                  </a:lnTo>
                  <a:lnTo>
                    <a:pt x="558" y="417"/>
                  </a:lnTo>
                  <a:lnTo>
                    <a:pt x="554" y="417"/>
                  </a:lnTo>
                  <a:lnTo>
                    <a:pt x="550" y="416"/>
                  </a:lnTo>
                  <a:lnTo>
                    <a:pt x="546" y="414"/>
                  </a:lnTo>
                  <a:lnTo>
                    <a:pt x="542" y="414"/>
                  </a:lnTo>
                  <a:lnTo>
                    <a:pt x="539" y="416"/>
                  </a:lnTo>
                  <a:lnTo>
                    <a:pt x="535" y="420"/>
                  </a:lnTo>
                  <a:lnTo>
                    <a:pt x="531" y="424"/>
                  </a:lnTo>
                  <a:lnTo>
                    <a:pt x="525" y="424"/>
                  </a:lnTo>
                  <a:lnTo>
                    <a:pt x="521" y="422"/>
                  </a:lnTo>
                  <a:lnTo>
                    <a:pt x="518" y="419"/>
                  </a:lnTo>
                  <a:lnTo>
                    <a:pt x="514" y="416"/>
                  </a:lnTo>
                  <a:lnTo>
                    <a:pt x="510" y="415"/>
                  </a:lnTo>
                  <a:lnTo>
                    <a:pt x="506" y="414"/>
                  </a:lnTo>
                  <a:lnTo>
                    <a:pt x="503" y="411"/>
                  </a:lnTo>
                  <a:lnTo>
                    <a:pt x="501" y="408"/>
                  </a:lnTo>
                  <a:lnTo>
                    <a:pt x="498" y="406"/>
                  </a:lnTo>
                  <a:lnTo>
                    <a:pt x="495" y="404"/>
                  </a:lnTo>
                  <a:lnTo>
                    <a:pt x="491" y="402"/>
                  </a:lnTo>
                  <a:lnTo>
                    <a:pt x="488" y="399"/>
                  </a:lnTo>
                  <a:lnTo>
                    <a:pt x="488" y="397"/>
                  </a:lnTo>
                  <a:lnTo>
                    <a:pt x="487" y="394"/>
                  </a:lnTo>
                  <a:lnTo>
                    <a:pt x="485" y="391"/>
                  </a:lnTo>
                  <a:lnTo>
                    <a:pt x="480" y="389"/>
                  </a:lnTo>
                  <a:lnTo>
                    <a:pt x="475" y="385"/>
                  </a:lnTo>
                  <a:lnTo>
                    <a:pt x="474" y="382"/>
                  </a:lnTo>
                  <a:lnTo>
                    <a:pt x="478" y="379"/>
                  </a:lnTo>
                  <a:lnTo>
                    <a:pt x="485" y="378"/>
                  </a:lnTo>
                  <a:lnTo>
                    <a:pt x="492" y="376"/>
                  </a:lnTo>
                  <a:lnTo>
                    <a:pt x="495" y="375"/>
                  </a:lnTo>
                  <a:lnTo>
                    <a:pt x="497" y="372"/>
                  </a:lnTo>
                  <a:lnTo>
                    <a:pt x="499" y="370"/>
                  </a:lnTo>
                  <a:lnTo>
                    <a:pt x="502" y="367"/>
                  </a:lnTo>
                  <a:lnTo>
                    <a:pt x="505" y="365"/>
                  </a:lnTo>
                  <a:lnTo>
                    <a:pt x="507" y="362"/>
                  </a:lnTo>
                  <a:lnTo>
                    <a:pt x="510" y="359"/>
                  </a:lnTo>
                  <a:lnTo>
                    <a:pt x="514" y="357"/>
                  </a:lnTo>
                  <a:lnTo>
                    <a:pt x="520" y="356"/>
                  </a:lnTo>
                  <a:lnTo>
                    <a:pt x="526" y="357"/>
                  </a:lnTo>
                  <a:lnTo>
                    <a:pt x="531" y="358"/>
                  </a:lnTo>
                  <a:lnTo>
                    <a:pt x="535" y="358"/>
                  </a:lnTo>
                  <a:lnTo>
                    <a:pt x="540" y="356"/>
                  </a:lnTo>
                  <a:lnTo>
                    <a:pt x="545" y="355"/>
                  </a:lnTo>
                  <a:lnTo>
                    <a:pt x="549" y="357"/>
                  </a:lnTo>
                  <a:lnTo>
                    <a:pt x="552" y="360"/>
                  </a:lnTo>
                  <a:lnTo>
                    <a:pt x="554" y="364"/>
                  </a:lnTo>
                  <a:lnTo>
                    <a:pt x="556" y="365"/>
                  </a:lnTo>
                  <a:lnTo>
                    <a:pt x="561" y="365"/>
                  </a:lnTo>
                  <a:lnTo>
                    <a:pt x="566" y="365"/>
                  </a:lnTo>
                  <a:lnTo>
                    <a:pt x="570" y="365"/>
                  </a:lnTo>
                  <a:lnTo>
                    <a:pt x="574" y="366"/>
                  </a:lnTo>
                  <a:lnTo>
                    <a:pt x="577" y="368"/>
                  </a:lnTo>
                  <a:lnTo>
                    <a:pt x="580" y="370"/>
                  </a:lnTo>
                  <a:lnTo>
                    <a:pt x="582" y="373"/>
                  </a:lnTo>
                  <a:lnTo>
                    <a:pt x="581" y="377"/>
                  </a:lnTo>
                  <a:lnTo>
                    <a:pt x="578" y="380"/>
                  </a:lnTo>
                  <a:lnTo>
                    <a:pt x="573" y="384"/>
                  </a:lnTo>
                  <a:lnTo>
                    <a:pt x="571" y="386"/>
                  </a:lnTo>
                  <a:close/>
                </a:path>
              </a:pathLst>
            </a:custGeom>
            <a:solidFill>
              <a:srgbClr val="59A3CD">
                <a:alpha val="9600"/>
              </a:srgbClr>
            </a:solidFill>
            <a:ln>
              <a:noFill/>
            </a:ln>
          </p:spPr>
          <p:txBody>
            <a:bodyPr anchor="ctr"/>
            <a:lstStyle/>
            <a:p>
              <a:pPr algn="ctr">
                <a:buNone/>
              </a:pPr>
            </a:p>
          </p:txBody>
        </p:sp>
        <p:sp>
          <p:nvSpPr>
            <p:cNvPr id="7017" name="addition:input:16">
              <a:extLst>
                <a:ext uri="{FF2B5EF4-FFF2-40B4-BE49-F238E27FC236}">
                  <ns2:creationId id="{A9766663-71B4-4932-BDBE-F163BCE890FF}"/>
                </a:ext>
              </a:extLst>
            </p:cNvPr>
            <p:cNvSpPr>
              <a:spLocks noGrp="1"/>
            </p:cNvSpPr>
            <p:nvPr/>
          </p:nvSpPr>
          <p:spPr>
            <a:xfrm>
              <a:off x="209550" y="5438775"/>
              <a:ext cx="994136" cy="807918"/>
            </a:xfrm>
            <a:custGeom>
              <a:rect l="l" t="t" r="r" b="b"/>
              <a:pathLst>
                <a:path w="604" h="431">
                  <a:moveTo>
                    <a:pt x="0" y="0"/>
                  </a:moveTo>
                  <a:moveTo>
                    <a:pt x="598" y="383"/>
                  </a:moveTo>
                  <a:lnTo>
                    <a:pt x="603" y="387"/>
                  </a:lnTo>
                  <a:lnTo>
                    <a:pt x="604" y="392"/>
                  </a:lnTo>
                  <a:lnTo>
                    <a:pt x="604" y="396"/>
                  </a:lnTo>
                  <a:lnTo>
                    <a:pt x="603" y="400"/>
                  </a:lnTo>
                  <a:lnTo>
                    <a:pt x="601" y="405"/>
                  </a:lnTo>
                  <a:lnTo>
                    <a:pt x="598" y="408"/>
                  </a:lnTo>
                  <a:lnTo>
                    <a:pt x="591" y="410"/>
                  </a:lnTo>
                  <a:lnTo>
                    <a:pt x="581" y="410"/>
                  </a:lnTo>
                  <a:lnTo>
                    <a:pt x="573" y="410"/>
                  </a:lnTo>
                  <a:lnTo>
                    <a:pt x="569" y="412"/>
                  </a:lnTo>
                  <a:lnTo>
                    <a:pt x="568" y="417"/>
                  </a:lnTo>
                  <a:lnTo>
                    <a:pt x="567" y="424"/>
                  </a:lnTo>
                  <a:lnTo>
                    <a:pt x="562" y="429"/>
                  </a:lnTo>
                  <a:lnTo>
                    <a:pt x="555" y="430"/>
                  </a:lnTo>
                  <a:lnTo>
                    <a:pt x="548" y="429"/>
                  </a:lnTo>
                  <a:lnTo>
                    <a:pt x="541" y="429"/>
                  </a:lnTo>
                  <a:lnTo>
                    <a:pt x="534" y="430"/>
                  </a:lnTo>
                  <a:lnTo>
                    <a:pt x="527" y="431"/>
                  </a:lnTo>
                  <a:lnTo>
                    <a:pt x="520" y="430"/>
                  </a:lnTo>
                  <a:lnTo>
                    <a:pt x="514" y="427"/>
                  </a:lnTo>
                  <a:lnTo>
                    <a:pt x="508" y="425"/>
                  </a:lnTo>
                  <a:lnTo>
                    <a:pt x="503" y="423"/>
                  </a:lnTo>
                  <a:lnTo>
                    <a:pt x="497" y="422"/>
                  </a:lnTo>
                  <a:lnTo>
                    <a:pt x="492" y="420"/>
                  </a:lnTo>
                  <a:lnTo>
                    <a:pt x="489" y="416"/>
                  </a:lnTo>
                  <a:lnTo>
                    <a:pt x="488" y="412"/>
                  </a:lnTo>
                  <a:lnTo>
                    <a:pt x="484" y="409"/>
                  </a:lnTo>
                  <a:lnTo>
                    <a:pt x="477" y="409"/>
                  </a:lnTo>
                  <a:lnTo>
                    <a:pt x="467" y="409"/>
                  </a:lnTo>
                  <a:lnTo>
                    <a:pt x="460" y="406"/>
                  </a:lnTo>
                  <a:lnTo>
                    <a:pt x="458" y="402"/>
                  </a:lnTo>
                  <a:lnTo>
                    <a:pt x="462" y="396"/>
                  </a:lnTo>
                  <a:lnTo>
                    <a:pt x="468" y="391"/>
                  </a:lnTo>
                  <a:lnTo>
                    <a:pt x="471" y="387"/>
                  </a:lnTo>
                  <a:lnTo>
                    <a:pt x="473" y="383"/>
                  </a:lnTo>
                  <a:lnTo>
                    <a:pt x="474" y="379"/>
                  </a:lnTo>
                  <a:lnTo>
                    <a:pt x="477" y="376"/>
                  </a:lnTo>
                  <a:lnTo>
                    <a:pt x="480" y="372"/>
                  </a:lnTo>
                  <a:lnTo>
                    <a:pt x="480" y="368"/>
                  </a:lnTo>
                  <a:lnTo>
                    <a:pt x="478" y="363"/>
                  </a:lnTo>
                  <a:lnTo>
                    <a:pt x="478" y="358"/>
                  </a:lnTo>
                  <a:lnTo>
                    <a:pt x="481" y="354"/>
                  </a:lnTo>
                  <a:lnTo>
                    <a:pt x="487" y="352"/>
                  </a:lnTo>
                  <a:lnTo>
                    <a:pt x="493" y="351"/>
                  </a:lnTo>
                  <a:lnTo>
                    <a:pt x="496" y="348"/>
                  </a:lnTo>
                  <a:lnTo>
                    <a:pt x="498" y="343"/>
                  </a:lnTo>
                  <a:lnTo>
                    <a:pt x="501" y="338"/>
                  </a:lnTo>
                  <a:lnTo>
                    <a:pt x="506" y="336"/>
                  </a:lnTo>
                  <a:lnTo>
                    <a:pt x="513" y="339"/>
                  </a:lnTo>
                  <a:lnTo>
                    <a:pt x="519" y="342"/>
                  </a:lnTo>
                  <a:lnTo>
                    <a:pt x="524" y="344"/>
                  </a:lnTo>
                  <a:lnTo>
                    <a:pt x="528" y="344"/>
                  </a:lnTo>
                  <a:lnTo>
                    <a:pt x="533" y="342"/>
                  </a:lnTo>
                  <a:lnTo>
                    <a:pt x="537" y="340"/>
                  </a:lnTo>
                  <a:lnTo>
                    <a:pt x="543" y="340"/>
                  </a:lnTo>
                  <a:lnTo>
                    <a:pt x="548" y="339"/>
                  </a:lnTo>
                  <a:lnTo>
                    <a:pt x="555" y="337"/>
                  </a:lnTo>
                  <a:lnTo>
                    <a:pt x="563" y="337"/>
                  </a:lnTo>
                  <a:lnTo>
                    <a:pt x="568" y="339"/>
                  </a:lnTo>
                  <a:lnTo>
                    <a:pt x="571" y="345"/>
                  </a:lnTo>
                  <a:lnTo>
                    <a:pt x="571" y="351"/>
                  </a:lnTo>
                  <a:lnTo>
                    <a:pt x="571" y="356"/>
                  </a:lnTo>
                  <a:lnTo>
                    <a:pt x="576" y="359"/>
                  </a:lnTo>
                  <a:lnTo>
                    <a:pt x="583" y="360"/>
                  </a:lnTo>
                  <a:lnTo>
                    <a:pt x="589" y="363"/>
                  </a:lnTo>
                  <a:lnTo>
                    <a:pt x="591" y="367"/>
                  </a:lnTo>
                  <a:lnTo>
                    <a:pt x="590" y="372"/>
                  </a:lnTo>
                  <a:lnTo>
                    <a:pt x="590" y="376"/>
                  </a:lnTo>
                  <a:lnTo>
                    <a:pt x="593" y="379"/>
                  </a:lnTo>
                  <a:close/>
                </a:path>
              </a:pathLst>
            </a:custGeom>
            <a:solidFill>
              <a:srgbClr val="0675B4">
                <a:alpha val="11100"/>
              </a:srgbClr>
            </a:solidFill>
            <a:ln>
              <a:noFill/>
            </a:ln>
          </p:spPr>
          <p:txBody>
            <a:bodyPr anchor="ctr"/>
            <a:lstStyle/>
            <a:p>
              <a:pPr algn="ctr">
                <a:buNone/>
              </a:pPr>
            </a:p>
          </p:txBody>
        </p:sp>
        <p:sp>
          <p:nvSpPr>
            <p:cNvPr id="7018" name="addition:input:17">
              <a:extLst>
                <a:ext uri="{FF2B5EF4-FFF2-40B4-BE49-F238E27FC236}">
                  <ns2:creationId id="{3715AA99-A486-4741-876C-409C7EC64075}"/>
                </a:ext>
              </a:extLst>
            </p:cNvPr>
            <p:cNvSpPr>
              <a:spLocks noGrp="1"/>
            </p:cNvSpPr>
            <p:nvPr/>
          </p:nvSpPr>
          <p:spPr>
            <a:xfrm>
              <a:off x="209550" y="5438775"/>
              <a:ext cx="893735" cy="740435"/>
            </a:xfrm>
            <a:custGeom>
              <a:rect l="l" t="t" r="r" b="b"/>
              <a:pathLst>
                <a:path w="543" h="395">
                  <a:moveTo>
                    <a:pt x="0" y="0"/>
                  </a:moveTo>
                  <a:moveTo>
                    <a:pt x="543" y="370"/>
                  </a:moveTo>
                  <a:lnTo>
                    <a:pt x="542" y="373"/>
                  </a:lnTo>
                  <a:lnTo>
                    <a:pt x="539" y="375"/>
                  </a:lnTo>
                  <a:lnTo>
                    <a:pt x="536" y="377"/>
                  </a:lnTo>
                  <a:lnTo>
                    <a:pt x="534" y="378"/>
                  </a:lnTo>
                  <a:lnTo>
                    <a:pt x="532" y="380"/>
                  </a:lnTo>
                  <a:lnTo>
                    <a:pt x="529" y="381"/>
                  </a:lnTo>
                  <a:lnTo>
                    <a:pt x="527" y="382"/>
                  </a:lnTo>
                  <a:lnTo>
                    <a:pt x="525" y="384"/>
                  </a:lnTo>
                  <a:lnTo>
                    <a:pt x="524" y="386"/>
                  </a:lnTo>
                  <a:lnTo>
                    <a:pt x="524" y="389"/>
                  </a:lnTo>
                  <a:lnTo>
                    <a:pt x="523" y="392"/>
                  </a:lnTo>
                  <a:lnTo>
                    <a:pt x="520" y="393"/>
                  </a:lnTo>
                  <a:lnTo>
                    <a:pt x="516" y="393"/>
                  </a:lnTo>
                  <a:lnTo>
                    <a:pt x="512" y="392"/>
                  </a:lnTo>
                  <a:lnTo>
                    <a:pt x="509" y="392"/>
                  </a:lnTo>
                  <a:lnTo>
                    <a:pt x="507" y="394"/>
                  </a:lnTo>
                  <a:lnTo>
                    <a:pt x="504" y="395"/>
                  </a:lnTo>
                  <a:lnTo>
                    <a:pt x="501" y="395"/>
                  </a:lnTo>
                  <a:lnTo>
                    <a:pt x="499" y="393"/>
                  </a:lnTo>
                  <a:lnTo>
                    <a:pt x="497" y="391"/>
                  </a:lnTo>
                  <a:lnTo>
                    <a:pt x="495" y="390"/>
                  </a:lnTo>
                  <a:lnTo>
                    <a:pt x="493" y="389"/>
                  </a:lnTo>
                  <a:lnTo>
                    <a:pt x="490" y="389"/>
                  </a:lnTo>
                  <a:lnTo>
                    <a:pt x="488" y="389"/>
                  </a:lnTo>
                  <a:lnTo>
                    <a:pt x="486" y="388"/>
                  </a:lnTo>
                  <a:lnTo>
                    <a:pt x="483" y="388"/>
                  </a:lnTo>
                  <a:lnTo>
                    <a:pt x="480" y="387"/>
                  </a:lnTo>
                  <a:lnTo>
                    <a:pt x="477" y="386"/>
                  </a:lnTo>
                  <a:lnTo>
                    <a:pt x="476" y="384"/>
                  </a:lnTo>
                  <a:lnTo>
                    <a:pt x="477" y="381"/>
                  </a:lnTo>
                  <a:lnTo>
                    <a:pt x="480" y="378"/>
                  </a:lnTo>
                  <a:lnTo>
                    <a:pt x="482" y="376"/>
                  </a:lnTo>
                  <a:lnTo>
                    <a:pt x="481" y="374"/>
                  </a:lnTo>
                  <a:lnTo>
                    <a:pt x="479" y="372"/>
                  </a:lnTo>
                  <a:lnTo>
                    <a:pt x="478" y="370"/>
                  </a:lnTo>
                  <a:lnTo>
                    <a:pt x="478" y="368"/>
                  </a:lnTo>
                  <a:lnTo>
                    <a:pt x="479" y="366"/>
                  </a:lnTo>
                  <a:lnTo>
                    <a:pt x="479" y="365"/>
                  </a:lnTo>
                  <a:lnTo>
                    <a:pt x="479" y="362"/>
                  </a:lnTo>
                  <a:lnTo>
                    <a:pt x="478" y="360"/>
                  </a:lnTo>
                  <a:lnTo>
                    <a:pt x="479" y="358"/>
                  </a:lnTo>
                  <a:lnTo>
                    <a:pt x="480" y="356"/>
                  </a:lnTo>
                  <a:lnTo>
                    <a:pt x="482" y="355"/>
                  </a:lnTo>
                  <a:lnTo>
                    <a:pt x="483" y="353"/>
                  </a:lnTo>
                  <a:lnTo>
                    <a:pt x="484" y="351"/>
                  </a:lnTo>
                  <a:lnTo>
                    <a:pt x="486" y="350"/>
                  </a:lnTo>
                  <a:lnTo>
                    <a:pt x="489" y="350"/>
                  </a:lnTo>
                  <a:lnTo>
                    <a:pt x="493" y="352"/>
                  </a:lnTo>
                  <a:lnTo>
                    <a:pt x="496" y="353"/>
                  </a:lnTo>
                  <a:lnTo>
                    <a:pt x="497" y="352"/>
                  </a:lnTo>
                  <a:lnTo>
                    <a:pt x="499" y="349"/>
                  </a:lnTo>
                  <a:lnTo>
                    <a:pt x="501" y="347"/>
                  </a:lnTo>
                  <a:lnTo>
                    <a:pt x="504" y="345"/>
                  </a:lnTo>
                  <a:lnTo>
                    <a:pt x="507" y="345"/>
                  </a:lnTo>
                  <a:lnTo>
                    <a:pt x="510" y="346"/>
                  </a:lnTo>
                  <a:lnTo>
                    <a:pt x="513" y="347"/>
                  </a:lnTo>
                  <a:lnTo>
                    <a:pt x="516" y="348"/>
                  </a:lnTo>
                  <a:lnTo>
                    <a:pt x="518" y="349"/>
                  </a:lnTo>
                  <a:lnTo>
                    <a:pt x="520" y="351"/>
                  </a:lnTo>
                  <a:lnTo>
                    <a:pt x="522" y="353"/>
                  </a:lnTo>
                  <a:lnTo>
                    <a:pt x="524" y="355"/>
                  </a:lnTo>
                  <a:lnTo>
                    <a:pt x="527" y="356"/>
                  </a:lnTo>
                  <a:lnTo>
                    <a:pt x="530" y="357"/>
                  </a:lnTo>
                  <a:lnTo>
                    <a:pt x="532" y="359"/>
                  </a:lnTo>
                  <a:lnTo>
                    <a:pt x="532" y="361"/>
                  </a:lnTo>
                  <a:lnTo>
                    <a:pt x="532" y="363"/>
                  </a:lnTo>
                  <a:lnTo>
                    <a:pt x="533" y="365"/>
                  </a:lnTo>
                  <a:lnTo>
                    <a:pt x="536" y="366"/>
                  </a:lnTo>
                  <a:lnTo>
                    <a:pt x="540" y="368"/>
                  </a:lnTo>
                  <a:close/>
                </a:path>
              </a:pathLst>
            </a:custGeom>
            <a:solidFill>
              <a:srgbClr val="0072B2">
                <a:alpha val="10800"/>
              </a:srgbClr>
            </a:solidFill>
            <a:ln>
              <a:noFill/>
            </a:ln>
          </p:spPr>
          <p:txBody>
            <a:bodyPr anchor="ctr"/>
            <a:lstStyle/>
            <a:p>
              <a:pPr algn="ctr">
                <a:buNone/>
              </a:pPr>
            </a:p>
          </p:txBody>
        </p:sp>
        <p:sp>
          <p:nvSpPr>
            <p:cNvPr id="7019" name="addition:input:18">
              <a:extLst>
                <a:ext uri="{FF2B5EF4-FFF2-40B4-BE49-F238E27FC236}">
                  <ns2:creationId id="{085D5449-8462-4A0C-9853-B2F93CD24C7C}"/>
                </a:ext>
              </a:extLst>
            </p:cNvPr>
            <p:cNvSpPr>
              <a:spLocks noGrp="1"/>
            </p:cNvSpPr>
            <p:nvPr/>
          </p:nvSpPr>
          <p:spPr>
            <a:xfrm>
              <a:off x="209550" y="5438775"/>
              <a:ext cx="939820" cy="717941"/>
            </a:xfrm>
            <a:custGeom>
              <a:rect l="l" t="t" r="r" b="b"/>
              <a:pathLst>
                <a:path w="571" h="383">
                  <a:moveTo>
                    <a:pt x="0" y="0"/>
                  </a:moveTo>
                  <a:moveTo>
                    <a:pt x="571" y="363"/>
                  </a:moveTo>
                  <a:lnTo>
                    <a:pt x="570" y="365"/>
                  </a:lnTo>
                  <a:lnTo>
                    <a:pt x="568" y="366"/>
                  </a:lnTo>
                  <a:lnTo>
                    <a:pt x="568" y="368"/>
                  </a:lnTo>
                  <a:lnTo>
                    <a:pt x="569" y="369"/>
                  </a:lnTo>
                  <a:lnTo>
                    <a:pt x="570" y="371"/>
                  </a:lnTo>
                  <a:lnTo>
                    <a:pt x="570" y="373"/>
                  </a:lnTo>
                  <a:lnTo>
                    <a:pt x="569" y="375"/>
                  </a:lnTo>
                  <a:lnTo>
                    <a:pt x="568" y="376"/>
                  </a:lnTo>
                  <a:lnTo>
                    <a:pt x="566" y="377"/>
                  </a:lnTo>
                  <a:lnTo>
                    <a:pt x="565" y="378"/>
                  </a:lnTo>
                  <a:lnTo>
                    <a:pt x="562" y="378"/>
                  </a:lnTo>
                  <a:lnTo>
                    <a:pt x="560" y="378"/>
                  </a:lnTo>
                  <a:lnTo>
                    <a:pt x="557" y="377"/>
                  </a:lnTo>
                  <a:lnTo>
                    <a:pt x="556" y="377"/>
                  </a:lnTo>
                  <a:lnTo>
                    <a:pt x="555" y="378"/>
                  </a:lnTo>
                  <a:lnTo>
                    <a:pt x="553" y="381"/>
                  </a:lnTo>
                  <a:lnTo>
                    <a:pt x="551" y="383"/>
                  </a:lnTo>
                  <a:lnTo>
                    <a:pt x="549" y="383"/>
                  </a:lnTo>
                  <a:lnTo>
                    <a:pt x="546" y="382"/>
                  </a:lnTo>
                  <a:lnTo>
                    <a:pt x="544" y="381"/>
                  </a:lnTo>
                  <a:lnTo>
                    <a:pt x="542" y="380"/>
                  </a:lnTo>
                  <a:lnTo>
                    <a:pt x="539" y="380"/>
                  </a:lnTo>
                  <a:lnTo>
                    <a:pt x="537" y="379"/>
                  </a:lnTo>
                  <a:lnTo>
                    <a:pt x="535" y="378"/>
                  </a:lnTo>
                  <a:lnTo>
                    <a:pt x="534" y="377"/>
                  </a:lnTo>
                  <a:lnTo>
                    <a:pt x="532" y="375"/>
                  </a:lnTo>
                  <a:lnTo>
                    <a:pt x="530" y="374"/>
                  </a:lnTo>
                  <a:lnTo>
                    <a:pt x="528" y="373"/>
                  </a:lnTo>
                  <a:lnTo>
                    <a:pt x="527" y="372"/>
                  </a:lnTo>
                  <a:lnTo>
                    <a:pt x="527" y="370"/>
                  </a:lnTo>
                  <a:lnTo>
                    <a:pt x="526" y="369"/>
                  </a:lnTo>
                  <a:lnTo>
                    <a:pt x="524" y="368"/>
                  </a:lnTo>
                  <a:lnTo>
                    <a:pt x="521" y="367"/>
                  </a:lnTo>
                  <a:lnTo>
                    <a:pt x="518" y="365"/>
                  </a:lnTo>
                  <a:lnTo>
                    <a:pt x="517" y="363"/>
                  </a:lnTo>
                  <a:lnTo>
                    <a:pt x="519" y="362"/>
                  </a:lnTo>
                  <a:lnTo>
                    <a:pt x="522" y="360"/>
                  </a:lnTo>
                  <a:lnTo>
                    <a:pt x="525" y="359"/>
                  </a:lnTo>
                  <a:lnTo>
                    <a:pt x="527" y="358"/>
                  </a:lnTo>
                  <a:lnTo>
                    <a:pt x="527" y="357"/>
                  </a:lnTo>
                  <a:lnTo>
                    <a:pt x="528" y="355"/>
                  </a:lnTo>
                  <a:lnTo>
                    <a:pt x="530" y="354"/>
                  </a:lnTo>
                  <a:lnTo>
                    <a:pt x="531" y="353"/>
                  </a:lnTo>
                  <a:lnTo>
                    <a:pt x="532" y="351"/>
                  </a:lnTo>
                  <a:lnTo>
                    <a:pt x="533" y="349"/>
                  </a:lnTo>
                  <a:lnTo>
                    <a:pt x="535" y="348"/>
                  </a:lnTo>
                  <a:lnTo>
                    <a:pt x="537" y="347"/>
                  </a:lnTo>
                  <a:lnTo>
                    <a:pt x="540" y="347"/>
                  </a:lnTo>
                  <a:lnTo>
                    <a:pt x="542" y="347"/>
                  </a:lnTo>
                  <a:lnTo>
                    <a:pt x="544" y="346"/>
                  </a:lnTo>
                  <a:lnTo>
                    <a:pt x="546" y="345"/>
                  </a:lnTo>
                  <a:lnTo>
                    <a:pt x="549" y="344"/>
                  </a:lnTo>
                  <a:lnTo>
                    <a:pt x="551" y="345"/>
                  </a:lnTo>
                  <a:lnTo>
                    <a:pt x="553" y="347"/>
                  </a:lnTo>
                  <a:lnTo>
                    <a:pt x="554" y="349"/>
                  </a:lnTo>
                  <a:lnTo>
                    <a:pt x="556" y="350"/>
                  </a:lnTo>
                  <a:lnTo>
                    <a:pt x="557" y="349"/>
                  </a:lnTo>
                  <a:lnTo>
                    <a:pt x="560" y="349"/>
                  </a:lnTo>
                  <a:lnTo>
                    <a:pt x="562" y="349"/>
                  </a:lnTo>
                  <a:lnTo>
                    <a:pt x="564" y="349"/>
                  </a:lnTo>
                  <a:lnTo>
                    <a:pt x="566" y="350"/>
                  </a:lnTo>
                  <a:lnTo>
                    <a:pt x="568" y="351"/>
                  </a:lnTo>
                  <a:lnTo>
                    <a:pt x="569" y="352"/>
                  </a:lnTo>
                  <a:lnTo>
                    <a:pt x="570" y="354"/>
                  </a:lnTo>
                  <a:lnTo>
                    <a:pt x="568" y="356"/>
                  </a:lnTo>
                  <a:lnTo>
                    <a:pt x="567" y="358"/>
                  </a:lnTo>
                  <a:lnTo>
                    <a:pt x="566" y="359"/>
                  </a:lnTo>
                  <a:lnTo>
                    <a:pt x="568" y="361"/>
                  </a:lnTo>
                  <a:lnTo>
                    <a:pt x="570" y="362"/>
                  </a:lnTo>
                  <a:close/>
                </a:path>
              </a:pathLst>
            </a:custGeom>
            <a:solidFill>
              <a:srgbClr val="0072B2">
                <a:alpha val="10800"/>
              </a:srgbClr>
            </a:solidFill>
            <a:ln>
              <a:noFill/>
            </a:ln>
          </p:spPr>
          <p:txBody>
            <a:bodyPr anchor="ctr"/>
            <a:lstStyle/>
            <a:p>
              <a:pPr algn="ctr">
                <a:buNone/>
              </a:pPr>
            </a:p>
          </p:txBody>
        </p:sp>
        <p:sp>
          <p:nvSpPr>
            <p:cNvPr id="7020" name="addition:input:19">
              <a:extLst>
                <a:ext uri="{FF2B5EF4-FFF2-40B4-BE49-F238E27FC236}">
                  <ns2:creationId id="{60C18EB4-D08E-4F2D-9C8C-3F868225CCA1}"/>
                </a:ext>
              </a:extLst>
            </p:cNvPr>
            <p:cNvSpPr>
              <a:spLocks noGrp="1"/>
            </p:cNvSpPr>
            <p:nvPr/>
          </p:nvSpPr>
          <p:spPr>
            <a:xfrm>
              <a:off x="209550" y="5438775"/>
              <a:ext cx="1000719" cy="787298"/>
            </a:xfrm>
            <a:custGeom>
              <a:rect l="l" t="t" r="r" b="b"/>
              <a:pathLst>
                <a:path w="608" h="420">
                  <a:moveTo>
                    <a:pt x="0" y="0"/>
                  </a:moveTo>
                  <a:moveTo>
                    <a:pt x="606" y="394"/>
                  </a:moveTo>
                  <a:lnTo>
                    <a:pt x="601" y="396"/>
                  </a:lnTo>
                  <a:lnTo>
                    <a:pt x="597" y="398"/>
                  </a:lnTo>
                  <a:lnTo>
                    <a:pt x="596" y="400"/>
                  </a:lnTo>
                  <a:lnTo>
                    <a:pt x="596" y="402"/>
                  </a:lnTo>
                  <a:lnTo>
                    <a:pt x="595" y="404"/>
                  </a:lnTo>
                  <a:lnTo>
                    <a:pt x="594" y="406"/>
                  </a:lnTo>
                  <a:lnTo>
                    <a:pt x="591" y="407"/>
                  </a:lnTo>
                  <a:lnTo>
                    <a:pt x="589" y="409"/>
                  </a:lnTo>
                  <a:lnTo>
                    <a:pt x="587" y="410"/>
                  </a:lnTo>
                  <a:lnTo>
                    <a:pt x="586" y="413"/>
                  </a:lnTo>
                  <a:lnTo>
                    <a:pt x="583" y="414"/>
                  </a:lnTo>
                  <a:lnTo>
                    <a:pt x="581" y="415"/>
                  </a:lnTo>
                  <a:lnTo>
                    <a:pt x="577" y="416"/>
                  </a:lnTo>
                  <a:lnTo>
                    <a:pt x="575" y="417"/>
                  </a:lnTo>
                  <a:lnTo>
                    <a:pt x="572" y="419"/>
                  </a:lnTo>
                  <a:lnTo>
                    <a:pt x="569" y="420"/>
                  </a:lnTo>
                  <a:lnTo>
                    <a:pt x="566" y="419"/>
                  </a:lnTo>
                  <a:lnTo>
                    <a:pt x="564" y="416"/>
                  </a:lnTo>
                  <a:lnTo>
                    <a:pt x="562" y="413"/>
                  </a:lnTo>
                  <a:lnTo>
                    <a:pt x="560" y="412"/>
                  </a:lnTo>
                  <a:lnTo>
                    <a:pt x="557" y="413"/>
                  </a:lnTo>
                  <a:lnTo>
                    <a:pt x="554" y="415"/>
                  </a:lnTo>
                  <a:lnTo>
                    <a:pt x="551" y="416"/>
                  </a:lnTo>
                  <a:lnTo>
                    <a:pt x="548" y="415"/>
                  </a:lnTo>
                  <a:lnTo>
                    <a:pt x="546" y="414"/>
                  </a:lnTo>
                  <a:lnTo>
                    <a:pt x="544" y="412"/>
                  </a:lnTo>
                  <a:lnTo>
                    <a:pt x="542" y="411"/>
                  </a:lnTo>
                  <a:lnTo>
                    <a:pt x="541" y="409"/>
                  </a:lnTo>
                  <a:lnTo>
                    <a:pt x="541" y="406"/>
                  </a:lnTo>
                  <a:lnTo>
                    <a:pt x="542" y="404"/>
                  </a:lnTo>
                  <a:lnTo>
                    <a:pt x="542" y="402"/>
                  </a:lnTo>
                  <a:lnTo>
                    <a:pt x="541" y="400"/>
                  </a:lnTo>
                  <a:lnTo>
                    <a:pt x="538" y="398"/>
                  </a:lnTo>
                  <a:lnTo>
                    <a:pt x="537" y="396"/>
                  </a:lnTo>
                  <a:lnTo>
                    <a:pt x="538" y="394"/>
                  </a:lnTo>
                  <a:lnTo>
                    <a:pt x="540" y="392"/>
                  </a:lnTo>
                  <a:lnTo>
                    <a:pt x="541" y="391"/>
                  </a:lnTo>
                  <a:lnTo>
                    <a:pt x="539" y="388"/>
                  </a:lnTo>
                  <a:lnTo>
                    <a:pt x="537" y="386"/>
                  </a:lnTo>
                  <a:lnTo>
                    <a:pt x="535" y="383"/>
                  </a:lnTo>
                  <a:lnTo>
                    <a:pt x="535" y="380"/>
                  </a:lnTo>
                  <a:lnTo>
                    <a:pt x="538" y="379"/>
                  </a:lnTo>
                  <a:lnTo>
                    <a:pt x="541" y="378"/>
                  </a:lnTo>
                  <a:lnTo>
                    <a:pt x="543" y="377"/>
                  </a:lnTo>
                  <a:lnTo>
                    <a:pt x="546" y="377"/>
                  </a:lnTo>
                  <a:lnTo>
                    <a:pt x="549" y="376"/>
                  </a:lnTo>
                  <a:lnTo>
                    <a:pt x="552" y="376"/>
                  </a:lnTo>
                  <a:lnTo>
                    <a:pt x="554" y="376"/>
                  </a:lnTo>
                  <a:lnTo>
                    <a:pt x="556" y="375"/>
                  </a:lnTo>
                  <a:lnTo>
                    <a:pt x="557" y="372"/>
                  </a:lnTo>
                  <a:lnTo>
                    <a:pt x="560" y="369"/>
                  </a:lnTo>
                  <a:lnTo>
                    <a:pt x="563" y="368"/>
                  </a:lnTo>
                  <a:lnTo>
                    <a:pt x="566" y="370"/>
                  </a:lnTo>
                  <a:lnTo>
                    <a:pt x="570" y="371"/>
                  </a:lnTo>
                  <a:lnTo>
                    <a:pt x="573" y="372"/>
                  </a:lnTo>
                  <a:lnTo>
                    <a:pt x="576" y="372"/>
                  </a:lnTo>
                  <a:lnTo>
                    <a:pt x="580" y="371"/>
                  </a:lnTo>
                  <a:lnTo>
                    <a:pt x="583" y="372"/>
                  </a:lnTo>
                  <a:lnTo>
                    <a:pt x="586" y="374"/>
                  </a:lnTo>
                  <a:lnTo>
                    <a:pt x="587" y="377"/>
                  </a:lnTo>
                  <a:lnTo>
                    <a:pt x="588" y="379"/>
                  </a:lnTo>
                  <a:lnTo>
                    <a:pt x="590" y="380"/>
                  </a:lnTo>
                  <a:lnTo>
                    <a:pt x="593" y="382"/>
                  </a:lnTo>
                  <a:lnTo>
                    <a:pt x="595" y="383"/>
                  </a:lnTo>
                  <a:lnTo>
                    <a:pt x="596" y="385"/>
                  </a:lnTo>
                  <a:lnTo>
                    <a:pt x="599" y="386"/>
                  </a:lnTo>
                  <a:lnTo>
                    <a:pt x="602" y="388"/>
                  </a:lnTo>
                  <a:lnTo>
                    <a:pt x="606" y="389"/>
                  </a:lnTo>
                  <a:lnTo>
                    <a:pt x="608" y="392"/>
                  </a:lnTo>
                  <a:close/>
                </a:path>
              </a:pathLst>
            </a:custGeom>
            <a:solidFill>
              <a:srgbClr val="0072B2">
                <a:alpha val="10800"/>
              </a:srgbClr>
            </a:solidFill>
            <a:ln>
              <a:noFill/>
            </a:ln>
          </p:spPr>
          <p:txBody>
            <a:bodyPr anchor="ctr"/>
            <a:lstStyle/>
            <a:p>
              <a:pPr algn="ctr">
                <a:buNone/>
              </a:pPr>
            </a:p>
          </p:txBody>
        </p:sp>
        <p:sp>
          <p:nvSpPr>
            <p:cNvPr id="7021" name="addition:input:20">
              <a:extLst>
                <a:ext uri="{FF2B5EF4-FFF2-40B4-BE49-F238E27FC236}">
                  <ns2:creationId id="{E7C71F77-8BE8-4A67-9FFD-7F993A65341D}"/>
                </a:ext>
              </a:extLst>
            </p:cNvPr>
            <p:cNvSpPr>
              <a:spLocks noGrp="1"/>
            </p:cNvSpPr>
            <p:nvPr/>
          </p:nvSpPr>
          <p:spPr>
            <a:xfrm>
              <a:off x="209550" y="5438775"/>
              <a:ext cx="915132" cy="807918"/>
            </a:xfrm>
            <a:custGeom>
              <a:rect l="l" t="t" r="r" b="b"/>
              <a:pathLst>
                <a:path w="556" h="431">
                  <a:moveTo>
                    <a:pt x="0" y="0"/>
                  </a:moveTo>
                  <a:moveTo>
                    <a:pt x="554" y="407"/>
                  </a:moveTo>
                  <a:lnTo>
                    <a:pt x="556" y="410"/>
                  </a:lnTo>
                  <a:lnTo>
                    <a:pt x="555" y="411"/>
                  </a:lnTo>
                  <a:lnTo>
                    <a:pt x="552" y="413"/>
                  </a:lnTo>
                  <a:lnTo>
                    <a:pt x="549" y="414"/>
                  </a:lnTo>
                  <a:lnTo>
                    <a:pt x="548" y="416"/>
                  </a:lnTo>
                  <a:lnTo>
                    <a:pt x="548" y="417"/>
                  </a:lnTo>
                  <a:lnTo>
                    <a:pt x="547" y="419"/>
                  </a:lnTo>
                  <a:lnTo>
                    <a:pt x="545" y="420"/>
                  </a:lnTo>
                  <a:lnTo>
                    <a:pt x="542" y="421"/>
                  </a:lnTo>
                  <a:lnTo>
                    <a:pt x="540" y="422"/>
                  </a:lnTo>
                  <a:lnTo>
                    <a:pt x="538" y="423"/>
                  </a:lnTo>
                  <a:lnTo>
                    <a:pt x="536" y="424"/>
                  </a:lnTo>
                  <a:lnTo>
                    <a:pt x="534" y="425"/>
                  </a:lnTo>
                  <a:lnTo>
                    <a:pt x="531" y="426"/>
                  </a:lnTo>
                  <a:lnTo>
                    <a:pt x="528" y="426"/>
                  </a:lnTo>
                  <a:lnTo>
                    <a:pt x="526" y="428"/>
                  </a:lnTo>
                  <a:lnTo>
                    <a:pt x="523" y="430"/>
                  </a:lnTo>
                  <a:lnTo>
                    <a:pt x="519" y="431"/>
                  </a:lnTo>
                  <a:lnTo>
                    <a:pt x="516" y="429"/>
                  </a:lnTo>
                  <a:lnTo>
                    <a:pt x="514" y="427"/>
                  </a:lnTo>
                  <a:lnTo>
                    <a:pt x="512" y="424"/>
                  </a:lnTo>
                  <a:lnTo>
                    <a:pt x="511" y="422"/>
                  </a:lnTo>
                  <a:lnTo>
                    <a:pt x="508" y="422"/>
                  </a:lnTo>
                  <a:lnTo>
                    <a:pt x="505" y="423"/>
                  </a:lnTo>
                  <a:lnTo>
                    <a:pt x="503" y="422"/>
                  </a:lnTo>
                  <a:lnTo>
                    <a:pt x="500" y="422"/>
                  </a:lnTo>
                  <a:lnTo>
                    <a:pt x="499" y="420"/>
                  </a:lnTo>
                  <a:lnTo>
                    <a:pt x="497" y="419"/>
                  </a:lnTo>
                  <a:lnTo>
                    <a:pt x="495" y="418"/>
                  </a:lnTo>
                  <a:lnTo>
                    <a:pt x="493" y="417"/>
                  </a:lnTo>
                  <a:lnTo>
                    <a:pt x="494" y="415"/>
                  </a:lnTo>
                  <a:lnTo>
                    <a:pt x="495" y="413"/>
                  </a:lnTo>
                  <a:lnTo>
                    <a:pt x="495" y="411"/>
                  </a:lnTo>
                  <a:lnTo>
                    <a:pt x="494" y="409"/>
                  </a:lnTo>
                  <a:lnTo>
                    <a:pt x="493" y="407"/>
                  </a:lnTo>
                  <a:lnTo>
                    <a:pt x="494" y="406"/>
                  </a:lnTo>
                  <a:lnTo>
                    <a:pt x="497" y="404"/>
                  </a:lnTo>
                  <a:lnTo>
                    <a:pt x="500" y="403"/>
                  </a:lnTo>
                  <a:lnTo>
                    <a:pt x="502" y="402"/>
                  </a:lnTo>
                  <a:lnTo>
                    <a:pt x="502" y="400"/>
                  </a:lnTo>
                  <a:lnTo>
                    <a:pt x="501" y="398"/>
                  </a:lnTo>
                  <a:lnTo>
                    <a:pt x="500" y="395"/>
                  </a:lnTo>
                  <a:lnTo>
                    <a:pt x="500" y="393"/>
                  </a:lnTo>
                  <a:lnTo>
                    <a:pt x="502" y="392"/>
                  </a:lnTo>
                  <a:lnTo>
                    <a:pt x="505" y="391"/>
                  </a:lnTo>
                  <a:lnTo>
                    <a:pt x="507" y="390"/>
                  </a:lnTo>
                  <a:lnTo>
                    <a:pt x="509" y="389"/>
                  </a:lnTo>
                  <a:lnTo>
                    <a:pt x="512" y="390"/>
                  </a:lnTo>
                  <a:lnTo>
                    <a:pt x="515" y="391"/>
                  </a:lnTo>
                  <a:lnTo>
                    <a:pt x="517" y="391"/>
                  </a:lnTo>
                  <a:lnTo>
                    <a:pt x="518" y="390"/>
                  </a:lnTo>
                  <a:lnTo>
                    <a:pt x="520" y="389"/>
                  </a:lnTo>
                  <a:lnTo>
                    <a:pt x="522" y="387"/>
                  </a:lnTo>
                  <a:lnTo>
                    <a:pt x="525" y="387"/>
                  </a:lnTo>
                  <a:lnTo>
                    <a:pt x="527" y="388"/>
                  </a:lnTo>
                  <a:lnTo>
                    <a:pt x="528" y="390"/>
                  </a:lnTo>
                  <a:lnTo>
                    <a:pt x="531" y="390"/>
                  </a:lnTo>
                  <a:lnTo>
                    <a:pt x="534" y="390"/>
                  </a:lnTo>
                  <a:lnTo>
                    <a:pt x="537" y="389"/>
                  </a:lnTo>
                  <a:lnTo>
                    <a:pt x="540" y="390"/>
                  </a:lnTo>
                  <a:lnTo>
                    <a:pt x="541" y="392"/>
                  </a:lnTo>
                  <a:lnTo>
                    <a:pt x="542" y="394"/>
                  </a:lnTo>
                  <a:lnTo>
                    <a:pt x="542" y="396"/>
                  </a:lnTo>
                  <a:lnTo>
                    <a:pt x="543" y="398"/>
                  </a:lnTo>
                  <a:lnTo>
                    <a:pt x="544" y="400"/>
                  </a:lnTo>
                  <a:lnTo>
                    <a:pt x="544" y="401"/>
                  </a:lnTo>
                  <a:lnTo>
                    <a:pt x="545" y="403"/>
                  </a:lnTo>
                  <a:lnTo>
                    <a:pt x="547" y="404"/>
                  </a:lnTo>
                  <a:lnTo>
                    <a:pt x="550" y="406"/>
                  </a:lnTo>
                  <a:close/>
                </a:path>
              </a:pathLst>
            </a:custGeom>
            <a:solidFill>
              <a:srgbClr val="0072B2">
                <a:alpha val="10800"/>
              </a:srgbClr>
            </a:solidFill>
            <a:ln>
              <a:noFill/>
            </a:ln>
          </p:spPr>
          <p:txBody>
            <a:bodyPr anchor="ctr"/>
            <a:lstStyle/>
            <a:p>
              <a:pPr algn="ctr">
                <a:buNone/>
              </a:pPr>
            </a:p>
          </p:txBody>
        </p:sp>
        <p:sp>
          <p:nvSpPr>
            <p:cNvPr id="7022" name="addition:input:21">
              <a:extLst>
                <a:ext uri="{FF2B5EF4-FFF2-40B4-BE49-F238E27FC236}">
                  <ns2:creationId id="{8D758BC2-0CE1-495F-8A9F-DD9B92836D71}"/>
                </a:ext>
              </a:extLst>
            </p:cNvPr>
            <p:cNvSpPr>
              <a:spLocks noGrp="1"/>
            </p:cNvSpPr>
            <p:nvPr/>
          </p:nvSpPr>
          <p:spPr>
            <a:xfrm>
              <a:off x="209550" y="5438775"/>
              <a:ext cx="1688714" cy="1197818"/>
            </a:xfrm>
            <a:custGeom>
              <a:rect l="l" t="t" r="r" b="b"/>
              <a:pathLst>
                <a:path w="1026" h="639">
                  <a:moveTo>
                    <a:pt x="0" y="0"/>
                  </a:moveTo>
                  <a:moveTo>
                    <a:pt x="1004" y="555"/>
                  </a:moveTo>
                  <a:lnTo>
                    <a:pt x="1010" y="562"/>
                  </a:lnTo>
                  <a:lnTo>
                    <a:pt x="1019" y="570"/>
                  </a:lnTo>
                  <a:lnTo>
                    <a:pt x="1026" y="580"/>
                  </a:lnTo>
                  <a:lnTo>
                    <a:pt x="1023" y="587"/>
                  </a:lnTo>
                  <a:lnTo>
                    <a:pt x="1009" y="592"/>
                  </a:lnTo>
                  <a:lnTo>
                    <a:pt x="991" y="593"/>
                  </a:lnTo>
                  <a:lnTo>
                    <a:pt x="978" y="594"/>
                  </a:lnTo>
                  <a:lnTo>
                    <a:pt x="972" y="599"/>
                  </a:lnTo>
                  <a:lnTo>
                    <a:pt x="970" y="606"/>
                  </a:lnTo>
                  <a:lnTo>
                    <a:pt x="966" y="614"/>
                  </a:lnTo>
                  <a:lnTo>
                    <a:pt x="958" y="619"/>
                  </a:lnTo>
                  <a:lnTo>
                    <a:pt x="950" y="624"/>
                  </a:lnTo>
                  <a:lnTo>
                    <a:pt x="941" y="629"/>
                  </a:lnTo>
                  <a:lnTo>
                    <a:pt x="931" y="635"/>
                  </a:lnTo>
                  <a:lnTo>
                    <a:pt x="920" y="639"/>
                  </a:lnTo>
                  <a:lnTo>
                    <a:pt x="908" y="639"/>
                  </a:lnTo>
                  <a:lnTo>
                    <a:pt x="896" y="635"/>
                  </a:lnTo>
                  <a:lnTo>
                    <a:pt x="885" y="632"/>
                  </a:lnTo>
                  <a:lnTo>
                    <a:pt x="874" y="632"/>
                  </a:lnTo>
                  <a:lnTo>
                    <a:pt x="862" y="635"/>
                  </a:lnTo>
                  <a:lnTo>
                    <a:pt x="851" y="634"/>
                  </a:lnTo>
                  <a:lnTo>
                    <a:pt x="843" y="628"/>
                  </a:lnTo>
                  <a:lnTo>
                    <a:pt x="840" y="618"/>
                  </a:lnTo>
                  <a:lnTo>
                    <a:pt x="837" y="610"/>
                  </a:lnTo>
                  <a:lnTo>
                    <a:pt x="830" y="607"/>
                  </a:lnTo>
                  <a:lnTo>
                    <a:pt x="818" y="608"/>
                  </a:lnTo>
                  <a:lnTo>
                    <a:pt x="804" y="608"/>
                  </a:lnTo>
                  <a:lnTo>
                    <a:pt x="793" y="606"/>
                  </a:lnTo>
                  <a:lnTo>
                    <a:pt x="787" y="600"/>
                  </a:lnTo>
                  <a:lnTo>
                    <a:pt x="784" y="593"/>
                  </a:lnTo>
                  <a:lnTo>
                    <a:pt x="782" y="585"/>
                  </a:lnTo>
                  <a:lnTo>
                    <a:pt x="781" y="578"/>
                  </a:lnTo>
                  <a:lnTo>
                    <a:pt x="786" y="570"/>
                  </a:lnTo>
                  <a:lnTo>
                    <a:pt x="796" y="562"/>
                  </a:lnTo>
                  <a:lnTo>
                    <a:pt x="805" y="555"/>
                  </a:lnTo>
                  <a:lnTo>
                    <a:pt x="808" y="549"/>
                  </a:lnTo>
                  <a:lnTo>
                    <a:pt x="804" y="542"/>
                  </a:lnTo>
                  <a:lnTo>
                    <a:pt x="797" y="534"/>
                  </a:lnTo>
                  <a:lnTo>
                    <a:pt x="797" y="526"/>
                  </a:lnTo>
                  <a:lnTo>
                    <a:pt x="804" y="520"/>
                  </a:lnTo>
                  <a:lnTo>
                    <a:pt x="814" y="516"/>
                  </a:lnTo>
                  <a:lnTo>
                    <a:pt x="820" y="511"/>
                  </a:lnTo>
                  <a:lnTo>
                    <a:pt x="821" y="503"/>
                  </a:lnTo>
                  <a:lnTo>
                    <a:pt x="821" y="494"/>
                  </a:lnTo>
                  <a:lnTo>
                    <a:pt x="825" y="486"/>
                  </a:lnTo>
                  <a:lnTo>
                    <a:pt x="834" y="483"/>
                  </a:lnTo>
                  <a:lnTo>
                    <a:pt x="844" y="482"/>
                  </a:lnTo>
                  <a:lnTo>
                    <a:pt x="854" y="483"/>
                  </a:lnTo>
                  <a:lnTo>
                    <a:pt x="863" y="482"/>
                  </a:lnTo>
                  <a:lnTo>
                    <a:pt x="871" y="483"/>
                  </a:lnTo>
                  <a:lnTo>
                    <a:pt x="879" y="485"/>
                  </a:lnTo>
                  <a:lnTo>
                    <a:pt x="887" y="489"/>
                  </a:lnTo>
                  <a:lnTo>
                    <a:pt x="894" y="488"/>
                  </a:lnTo>
                  <a:lnTo>
                    <a:pt x="902" y="482"/>
                  </a:lnTo>
                  <a:lnTo>
                    <a:pt x="913" y="473"/>
                  </a:lnTo>
                  <a:lnTo>
                    <a:pt x="926" y="468"/>
                  </a:lnTo>
                  <a:lnTo>
                    <a:pt x="936" y="471"/>
                  </a:lnTo>
                  <a:lnTo>
                    <a:pt x="942" y="480"/>
                  </a:lnTo>
                  <a:lnTo>
                    <a:pt x="946" y="489"/>
                  </a:lnTo>
                  <a:lnTo>
                    <a:pt x="952" y="496"/>
                  </a:lnTo>
                  <a:lnTo>
                    <a:pt x="962" y="499"/>
                  </a:lnTo>
                  <a:lnTo>
                    <a:pt x="971" y="503"/>
                  </a:lnTo>
                  <a:lnTo>
                    <a:pt x="977" y="509"/>
                  </a:lnTo>
                  <a:lnTo>
                    <a:pt x="980" y="517"/>
                  </a:lnTo>
                  <a:lnTo>
                    <a:pt x="983" y="523"/>
                  </a:lnTo>
                  <a:lnTo>
                    <a:pt x="989" y="529"/>
                  </a:lnTo>
                  <a:lnTo>
                    <a:pt x="996" y="535"/>
                  </a:lnTo>
                  <a:lnTo>
                    <a:pt x="1001" y="541"/>
                  </a:lnTo>
                  <a:lnTo>
                    <a:pt x="1003" y="548"/>
                  </a:lnTo>
                  <a:close/>
                </a:path>
              </a:pathLst>
            </a:custGeom>
            <a:solidFill>
              <a:srgbClr val="F5DAC5">
                <a:alpha val="12900"/>
              </a:srgbClr>
            </a:solidFill>
            <a:ln>
              <a:noFill/>
            </a:ln>
          </p:spPr>
          <p:txBody>
            <a:bodyPr anchor="ctr"/>
            <a:lstStyle/>
            <a:p>
              <a:pPr algn="ctr">
                <a:buNone/>
              </a:pPr>
            </a:p>
          </p:txBody>
        </p:sp>
        <p:sp>
          <p:nvSpPr>
            <p:cNvPr id="7023" name="addition:input:22">
              <a:extLst>
                <a:ext uri="{FF2B5EF4-FFF2-40B4-BE49-F238E27FC236}">
                  <ns2:creationId id="{D3B821F7-FA8B-402C-801D-CE9F0F41F484}"/>
                </a:ext>
              </a:extLst>
            </p:cNvPr>
            <p:cNvSpPr>
              <a:spLocks noGrp="1"/>
            </p:cNvSpPr>
            <p:nvPr/>
          </p:nvSpPr>
          <p:spPr>
            <a:xfrm>
              <a:off x="209550" y="5438775"/>
              <a:ext cx="1629461" cy="1190320"/>
            </a:xfrm>
            <a:custGeom>
              <a:rect l="l" t="t" r="r" b="b"/>
              <a:pathLst>
                <a:path w="990" h="635">
                  <a:moveTo>
                    <a:pt x="0" y="0"/>
                  </a:moveTo>
                  <a:moveTo>
                    <a:pt x="983" y="560"/>
                  </a:moveTo>
                  <a:lnTo>
                    <a:pt x="986" y="566"/>
                  </a:lnTo>
                  <a:lnTo>
                    <a:pt x="990" y="573"/>
                  </a:lnTo>
                  <a:lnTo>
                    <a:pt x="989" y="579"/>
                  </a:lnTo>
                  <a:lnTo>
                    <a:pt x="984" y="585"/>
                  </a:lnTo>
                  <a:lnTo>
                    <a:pt x="977" y="589"/>
                  </a:lnTo>
                  <a:lnTo>
                    <a:pt x="973" y="594"/>
                  </a:lnTo>
                  <a:lnTo>
                    <a:pt x="971" y="600"/>
                  </a:lnTo>
                  <a:lnTo>
                    <a:pt x="969" y="606"/>
                  </a:lnTo>
                  <a:lnTo>
                    <a:pt x="961" y="610"/>
                  </a:lnTo>
                  <a:lnTo>
                    <a:pt x="950" y="610"/>
                  </a:lnTo>
                  <a:lnTo>
                    <a:pt x="938" y="608"/>
                  </a:lnTo>
                  <a:lnTo>
                    <a:pt x="930" y="609"/>
                  </a:lnTo>
                  <a:lnTo>
                    <a:pt x="926" y="615"/>
                  </a:lnTo>
                  <a:lnTo>
                    <a:pt x="921" y="624"/>
                  </a:lnTo>
                  <a:lnTo>
                    <a:pt x="913" y="632"/>
                  </a:lnTo>
                  <a:lnTo>
                    <a:pt x="904" y="635"/>
                  </a:lnTo>
                  <a:lnTo>
                    <a:pt x="893" y="635"/>
                  </a:lnTo>
                  <a:lnTo>
                    <a:pt x="882" y="633"/>
                  </a:lnTo>
                  <a:lnTo>
                    <a:pt x="872" y="631"/>
                  </a:lnTo>
                  <a:lnTo>
                    <a:pt x="863" y="628"/>
                  </a:lnTo>
                  <a:lnTo>
                    <a:pt x="855" y="622"/>
                  </a:lnTo>
                  <a:lnTo>
                    <a:pt x="850" y="615"/>
                  </a:lnTo>
                  <a:lnTo>
                    <a:pt x="844" y="610"/>
                  </a:lnTo>
                  <a:lnTo>
                    <a:pt x="836" y="610"/>
                  </a:lnTo>
                  <a:lnTo>
                    <a:pt x="824" y="611"/>
                  </a:lnTo>
                  <a:lnTo>
                    <a:pt x="814" y="611"/>
                  </a:lnTo>
                  <a:lnTo>
                    <a:pt x="808" y="606"/>
                  </a:lnTo>
                  <a:lnTo>
                    <a:pt x="807" y="599"/>
                  </a:lnTo>
                  <a:lnTo>
                    <a:pt x="806" y="593"/>
                  </a:lnTo>
                  <a:lnTo>
                    <a:pt x="801" y="588"/>
                  </a:lnTo>
                  <a:lnTo>
                    <a:pt x="792" y="585"/>
                  </a:lnTo>
                  <a:lnTo>
                    <a:pt x="784" y="580"/>
                  </a:lnTo>
                  <a:lnTo>
                    <a:pt x="783" y="573"/>
                  </a:lnTo>
                  <a:lnTo>
                    <a:pt x="788" y="566"/>
                  </a:lnTo>
                  <a:lnTo>
                    <a:pt x="795" y="560"/>
                  </a:lnTo>
                  <a:lnTo>
                    <a:pt x="801" y="554"/>
                  </a:lnTo>
                  <a:lnTo>
                    <a:pt x="806" y="549"/>
                  </a:lnTo>
                  <a:lnTo>
                    <a:pt x="811" y="544"/>
                  </a:lnTo>
                  <a:lnTo>
                    <a:pt x="817" y="539"/>
                  </a:lnTo>
                  <a:lnTo>
                    <a:pt x="822" y="535"/>
                  </a:lnTo>
                  <a:lnTo>
                    <a:pt x="822" y="529"/>
                  </a:lnTo>
                  <a:lnTo>
                    <a:pt x="818" y="520"/>
                  </a:lnTo>
                  <a:lnTo>
                    <a:pt x="816" y="510"/>
                  </a:lnTo>
                  <a:lnTo>
                    <a:pt x="820" y="503"/>
                  </a:lnTo>
                  <a:lnTo>
                    <a:pt x="830" y="501"/>
                  </a:lnTo>
                  <a:lnTo>
                    <a:pt x="842" y="503"/>
                  </a:lnTo>
                  <a:lnTo>
                    <a:pt x="852" y="503"/>
                  </a:lnTo>
                  <a:lnTo>
                    <a:pt x="858" y="501"/>
                  </a:lnTo>
                  <a:lnTo>
                    <a:pt x="863" y="497"/>
                  </a:lnTo>
                  <a:lnTo>
                    <a:pt x="870" y="494"/>
                  </a:lnTo>
                  <a:lnTo>
                    <a:pt x="877" y="495"/>
                  </a:lnTo>
                  <a:lnTo>
                    <a:pt x="884" y="497"/>
                  </a:lnTo>
                  <a:lnTo>
                    <a:pt x="891" y="499"/>
                  </a:lnTo>
                  <a:lnTo>
                    <a:pt x="897" y="498"/>
                  </a:lnTo>
                  <a:lnTo>
                    <a:pt x="904" y="496"/>
                  </a:lnTo>
                  <a:lnTo>
                    <a:pt x="912" y="497"/>
                  </a:lnTo>
                  <a:lnTo>
                    <a:pt x="918" y="499"/>
                  </a:lnTo>
                  <a:lnTo>
                    <a:pt x="926" y="501"/>
                  </a:lnTo>
                  <a:lnTo>
                    <a:pt x="936" y="500"/>
                  </a:lnTo>
                  <a:lnTo>
                    <a:pt x="947" y="500"/>
                  </a:lnTo>
                  <a:lnTo>
                    <a:pt x="956" y="503"/>
                  </a:lnTo>
                  <a:lnTo>
                    <a:pt x="958" y="511"/>
                  </a:lnTo>
                  <a:lnTo>
                    <a:pt x="955" y="521"/>
                  </a:lnTo>
                  <a:lnTo>
                    <a:pt x="950" y="530"/>
                  </a:lnTo>
                  <a:lnTo>
                    <a:pt x="952" y="536"/>
                  </a:lnTo>
                  <a:lnTo>
                    <a:pt x="959" y="539"/>
                  </a:lnTo>
                  <a:lnTo>
                    <a:pt x="969" y="543"/>
                  </a:lnTo>
                  <a:lnTo>
                    <a:pt x="976" y="548"/>
                  </a:lnTo>
                  <a:lnTo>
                    <a:pt x="980" y="554"/>
                  </a:lnTo>
                  <a:close/>
                </a:path>
              </a:pathLst>
            </a:custGeom>
            <a:solidFill>
              <a:srgbClr val="ECB78D">
                <a:alpha val="12900"/>
              </a:srgbClr>
            </a:solidFill>
            <a:ln>
              <a:noFill/>
            </a:ln>
          </p:spPr>
          <p:txBody>
            <a:bodyPr anchor="ctr"/>
            <a:lstStyle/>
            <a:p>
              <a:pPr algn="ctr">
                <a:buNone/>
              </a:pPr>
            </a:p>
          </p:txBody>
        </p:sp>
        <p:sp>
          <p:nvSpPr>
            <p:cNvPr id="7024" name="addition:input:23">
              <a:extLst>
                <a:ext uri="{FF2B5EF4-FFF2-40B4-BE49-F238E27FC236}">
                  <ns2:creationId id="{D604F40E-5F48-4B11-B3AD-6AADEC7D9F28}"/>
                </a:ext>
              </a:extLst>
            </p:cNvPr>
            <p:cNvSpPr>
              <a:spLocks noGrp="1"/>
            </p:cNvSpPr>
            <p:nvPr/>
          </p:nvSpPr>
          <p:spPr>
            <a:xfrm>
              <a:off x="209550" y="5438775"/>
              <a:ext cx="1591605" cy="1173450"/>
            </a:xfrm>
            <a:custGeom>
              <a:rect l="l" t="t" r="r" b="b"/>
              <a:pathLst>
                <a:path w="967" h="626">
                  <a:moveTo>
                    <a:pt x="0" y="0"/>
                  </a:moveTo>
                  <a:moveTo>
                    <a:pt x="957" y="565"/>
                  </a:moveTo>
                  <a:lnTo>
                    <a:pt x="960" y="570"/>
                  </a:lnTo>
                  <a:lnTo>
                    <a:pt x="958" y="576"/>
                  </a:lnTo>
                  <a:lnTo>
                    <a:pt x="951" y="580"/>
                  </a:lnTo>
                  <a:lnTo>
                    <a:pt x="943" y="583"/>
                  </a:lnTo>
                  <a:lnTo>
                    <a:pt x="938" y="587"/>
                  </a:lnTo>
                  <a:lnTo>
                    <a:pt x="939" y="593"/>
                  </a:lnTo>
                  <a:lnTo>
                    <a:pt x="941" y="600"/>
                  </a:lnTo>
                  <a:lnTo>
                    <a:pt x="940" y="606"/>
                  </a:lnTo>
                  <a:lnTo>
                    <a:pt x="936" y="611"/>
                  </a:lnTo>
                  <a:lnTo>
                    <a:pt x="931" y="615"/>
                  </a:lnTo>
                  <a:lnTo>
                    <a:pt x="925" y="618"/>
                  </a:lnTo>
                  <a:lnTo>
                    <a:pt x="919" y="621"/>
                  </a:lnTo>
                  <a:lnTo>
                    <a:pt x="911" y="621"/>
                  </a:lnTo>
                  <a:lnTo>
                    <a:pt x="903" y="618"/>
                  </a:lnTo>
                  <a:lnTo>
                    <a:pt x="896" y="614"/>
                  </a:lnTo>
                  <a:lnTo>
                    <a:pt x="890" y="612"/>
                  </a:lnTo>
                  <a:lnTo>
                    <a:pt x="886" y="615"/>
                  </a:lnTo>
                  <a:lnTo>
                    <a:pt x="880" y="622"/>
                  </a:lnTo>
                  <a:lnTo>
                    <a:pt x="873" y="626"/>
                  </a:lnTo>
                  <a:lnTo>
                    <a:pt x="866" y="626"/>
                  </a:lnTo>
                  <a:lnTo>
                    <a:pt x="860" y="623"/>
                  </a:lnTo>
                  <a:lnTo>
                    <a:pt x="855" y="619"/>
                  </a:lnTo>
                  <a:lnTo>
                    <a:pt x="849" y="617"/>
                  </a:lnTo>
                  <a:lnTo>
                    <a:pt x="841" y="616"/>
                  </a:lnTo>
                  <a:lnTo>
                    <a:pt x="833" y="614"/>
                  </a:lnTo>
                  <a:lnTo>
                    <a:pt x="828" y="610"/>
                  </a:lnTo>
                  <a:lnTo>
                    <a:pt x="825" y="604"/>
                  </a:lnTo>
                  <a:lnTo>
                    <a:pt x="822" y="599"/>
                  </a:lnTo>
                  <a:lnTo>
                    <a:pt x="818" y="594"/>
                  </a:lnTo>
                  <a:lnTo>
                    <a:pt x="814" y="589"/>
                  </a:lnTo>
                  <a:lnTo>
                    <a:pt x="813" y="584"/>
                  </a:lnTo>
                  <a:lnTo>
                    <a:pt x="814" y="579"/>
                  </a:lnTo>
                  <a:lnTo>
                    <a:pt x="813" y="574"/>
                  </a:lnTo>
                  <a:lnTo>
                    <a:pt x="807" y="570"/>
                  </a:lnTo>
                  <a:lnTo>
                    <a:pt x="796" y="565"/>
                  </a:lnTo>
                  <a:lnTo>
                    <a:pt x="785" y="559"/>
                  </a:lnTo>
                  <a:lnTo>
                    <a:pt x="782" y="553"/>
                  </a:lnTo>
                  <a:lnTo>
                    <a:pt x="787" y="547"/>
                  </a:lnTo>
                  <a:lnTo>
                    <a:pt x="797" y="544"/>
                  </a:lnTo>
                  <a:lnTo>
                    <a:pt x="805" y="541"/>
                  </a:lnTo>
                  <a:lnTo>
                    <a:pt x="809" y="537"/>
                  </a:lnTo>
                  <a:lnTo>
                    <a:pt x="812" y="532"/>
                  </a:lnTo>
                  <a:lnTo>
                    <a:pt x="817" y="529"/>
                  </a:lnTo>
                  <a:lnTo>
                    <a:pt x="823" y="526"/>
                  </a:lnTo>
                  <a:lnTo>
                    <a:pt x="829" y="523"/>
                  </a:lnTo>
                  <a:lnTo>
                    <a:pt x="834" y="519"/>
                  </a:lnTo>
                  <a:lnTo>
                    <a:pt x="839" y="514"/>
                  </a:lnTo>
                  <a:lnTo>
                    <a:pt x="845" y="510"/>
                  </a:lnTo>
                  <a:lnTo>
                    <a:pt x="854" y="508"/>
                  </a:lnTo>
                  <a:lnTo>
                    <a:pt x="863" y="509"/>
                  </a:lnTo>
                  <a:lnTo>
                    <a:pt x="871" y="508"/>
                  </a:lnTo>
                  <a:lnTo>
                    <a:pt x="879" y="504"/>
                  </a:lnTo>
                  <a:lnTo>
                    <a:pt x="888" y="500"/>
                  </a:lnTo>
                  <a:lnTo>
                    <a:pt x="897" y="498"/>
                  </a:lnTo>
                  <a:lnTo>
                    <a:pt x="905" y="503"/>
                  </a:lnTo>
                  <a:lnTo>
                    <a:pt x="911" y="511"/>
                  </a:lnTo>
                  <a:lnTo>
                    <a:pt x="914" y="518"/>
                  </a:lnTo>
                  <a:lnTo>
                    <a:pt x="919" y="522"/>
                  </a:lnTo>
                  <a:lnTo>
                    <a:pt x="926" y="523"/>
                  </a:lnTo>
                  <a:lnTo>
                    <a:pt x="934" y="523"/>
                  </a:lnTo>
                  <a:lnTo>
                    <a:pt x="941" y="524"/>
                  </a:lnTo>
                  <a:lnTo>
                    <a:pt x="948" y="527"/>
                  </a:lnTo>
                  <a:lnTo>
                    <a:pt x="954" y="529"/>
                  </a:lnTo>
                  <a:lnTo>
                    <a:pt x="961" y="532"/>
                  </a:lnTo>
                  <a:lnTo>
                    <a:pt x="967" y="536"/>
                  </a:lnTo>
                  <a:lnTo>
                    <a:pt x="967" y="542"/>
                  </a:lnTo>
                  <a:lnTo>
                    <a:pt x="962" y="549"/>
                  </a:lnTo>
                  <a:lnTo>
                    <a:pt x="956" y="555"/>
                  </a:lnTo>
                  <a:lnTo>
                    <a:pt x="954" y="560"/>
                  </a:lnTo>
                  <a:close/>
                </a:path>
              </a:pathLst>
            </a:custGeom>
            <a:solidFill>
              <a:srgbClr val="E18B48">
                <a:alpha val="10500"/>
              </a:srgbClr>
            </a:solidFill>
            <a:ln>
              <a:noFill/>
            </a:ln>
          </p:spPr>
          <p:txBody>
            <a:bodyPr anchor="ctr"/>
            <a:lstStyle/>
            <a:p>
              <a:pPr algn="ctr">
                <a:buNone/>
              </a:pPr>
            </a:p>
          </p:txBody>
        </p:sp>
        <p:sp>
          <p:nvSpPr>
            <p:cNvPr id="7025" name="addition:input:24">
              <a:extLst>
                <a:ext uri="{FF2B5EF4-FFF2-40B4-BE49-F238E27FC236}">
                  <ns2:creationId id="{47036575-9D67-47C6-A3BF-32892E84AF1E}"/>
                </a:ext>
              </a:extLst>
            </p:cNvPr>
            <p:cNvSpPr>
              <a:spLocks noGrp="1"/>
            </p:cNvSpPr>
            <p:nvPr/>
          </p:nvSpPr>
          <p:spPr>
            <a:xfrm>
              <a:off x="209550" y="5438775"/>
              <a:ext cx="1451701" cy="1072225"/>
            </a:xfrm>
            <a:custGeom>
              <a:rect l="l" t="t" r="r" b="b"/>
              <a:pathLst>
                <a:path w="882" h="572">
                  <a:moveTo>
                    <a:pt x="0" y="0"/>
                  </a:moveTo>
                  <a:moveTo>
                    <a:pt x="875" y="546"/>
                  </a:moveTo>
                  <a:lnTo>
                    <a:pt x="873" y="548"/>
                  </a:lnTo>
                  <a:lnTo>
                    <a:pt x="874" y="549"/>
                  </a:lnTo>
                  <a:lnTo>
                    <a:pt x="877" y="552"/>
                  </a:lnTo>
                  <a:lnTo>
                    <a:pt x="880" y="555"/>
                  </a:lnTo>
                  <a:lnTo>
                    <a:pt x="880" y="558"/>
                  </a:lnTo>
                  <a:lnTo>
                    <a:pt x="878" y="560"/>
                  </a:lnTo>
                  <a:lnTo>
                    <a:pt x="876" y="561"/>
                  </a:lnTo>
                  <a:lnTo>
                    <a:pt x="874" y="562"/>
                  </a:lnTo>
                  <a:lnTo>
                    <a:pt x="872" y="564"/>
                  </a:lnTo>
                  <a:lnTo>
                    <a:pt x="870" y="566"/>
                  </a:lnTo>
                  <a:lnTo>
                    <a:pt x="867" y="566"/>
                  </a:lnTo>
                  <a:lnTo>
                    <a:pt x="864" y="566"/>
                  </a:lnTo>
                  <a:lnTo>
                    <a:pt x="862" y="567"/>
                  </a:lnTo>
                  <a:lnTo>
                    <a:pt x="860" y="568"/>
                  </a:lnTo>
                  <a:lnTo>
                    <a:pt x="858" y="569"/>
                  </a:lnTo>
                  <a:lnTo>
                    <a:pt x="855" y="570"/>
                  </a:lnTo>
                  <a:lnTo>
                    <a:pt x="852" y="569"/>
                  </a:lnTo>
                  <a:lnTo>
                    <a:pt x="850" y="567"/>
                  </a:lnTo>
                  <a:lnTo>
                    <a:pt x="847" y="568"/>
                  </a:lnTo>
                  <a:lnTo>
                    <a:pt x="844" y="570"/>
                  </a:lnTo>
                  <a:lnTo>
                    <a:pt x="840" y="572"/>
                  </a:lnTo>
                  <a:lnTo>
                    <a:pt x="835" y="572"/>
                  </a:lnTo>
                  <a:lnTo>
                    <a:pt x="833" y="571"/>
                  </a:lnTo>
                  <a:lnTo>
                    <a:pt x="831" y="567"/>
                  </a:lnTo>
                  <a:lnTo>
                    <a:pt x="830" y="564"/>
                  </a:lnTo>
                  <a:lnTo>
                    <a:pt x="828" y="562"/>
                  </a:lnTo>
                  <a:lnTo>
                    <a:pt x="826" y="561"/>
                  </a:lnTo>
                  <a:lnTo>
                    <a:pt x="824" y="559"/>
                  </a:lnTo>
                  <a:lnTo>
                    <a:pt x="823" y="557"/>
                  </a:lnTo>
                  <a:lnTo>
                    <a:pt x="821" y="555"/>
                  </a:lnTo>
                  <a:lnTo>
                    <a:pt x="817" y="554"/>
                  </a:lnTo>
                  <a:lnTo>
                    <a:pt x="813" y="553"/>
                  </a:lnTo>
                  <a:lnTo>
                    <a:pt x="810" y="551"/>
                  </a:lnTo>
                  <a:lnTo>
                    <a:pt x="810" y="548"/>
                  </a:lnTo>
                  <a:lnTo>
                    <a:pt x="812" y="546"/>
                  </a:lnTo>
                  <a:lnTo>
                    <a:pt x="813" y="544"/>
                  </a:lnTo>
                  <a:lnTo>
                    <a:pt x="813" y="541"/>
                  </a:lnTo>
                  <a:lnTo>
                    <a:pt x="812" y="539"/>
                  </a:lnTo>
                  <a:lnTo>
                    <a:pt x="811" y="536"/>
                  </a:lnTo>
                  <a:lnTo>
                    <a:pt x="814" y="534"/>
                  </a:lnTo>
                  <a:lnTo>
                    <a:pt x="818" y="533"/>
                  </a:lnTo>
                  <a:lnTo>
                    <a:pt x="822" y="533"/>
                  </a:lnTo>
                  <a:lnTo>
                    <a:pt x="825" y="532"/>
                  </a:lnTo>
                  <a:lnTo>
                    <a:pt x="827" y="530"/>
                  </a:lnTo>
                  <a:lnTo>
                    <a:pt x="829" y="528"/>
                  </a:lnTo>
                  <a:lnTo>
                    <a:pt x="831" y="526"/>
                  </a:lnTo>
                  <a:lnTo>
                    <a:pt x="833" y="524"/>
                  </a:lnTo>
                  <a:lnTo>
                    <a:pt x="836" y="522"/>
                  </a:lnTo>
                  <a:lnTo>
                    <a:pt x="838" y="520"/>
                  </a:lnTo>
                  <a:lnTo>
                    <a:pt x="842" y="518"/>
                  </a:lnTo>
                  <a:lnTo>
                    <a:pt x="846" y="518"/>
                  </a:lnTo>
                  <a:lnTo>
                    <a:pt x="849" y="520"/>
                  </a:lnTo>
                  <a:lnTo>
                    <a:pt x="853" y="523"/>
                  </a:lnTo>
                  <a:lnTo>
                    <a:pt x="855" y="525"/>
                  </a:lnTo>
                  <a:lnTo>
                    <a:pt x="858" y="525"/>
                  </a:lnTo>
                  <a:lnTo>
                    <a:pt x="861" y="523"/>
                  </a:lnTo>
                  <a:lnTo>
                    <a:pt x="865" y="523"/>
                  </a:lnTo>
                  <a:lnTo>
                    <a:pt x="867" y="524"/>
                  </a:lnTo>
                  <a:lnTo>
                    <a:pt x="868" y="526"/>
                  </a:lnTo>
                  <a:lnTo>
                    <a:pt x="870" y="528"/>
                  </a:lnTo>
                  <a:lnTo>
                    <a:pt x="873" y="529"/>
                  </a:lnTo>
                  <a:lnTo>
                    <a:pt x="876" y="529"/>
                  </a:lnTo>
                  <a:lnTo>
                    <a:pt x="878" y="530"/>
                  </a:lnTo>
                  <a:lnTo>
                    <a:pt x="879" y="532"/>
                  </a:lnTo>
                  <a:lnTo>
                    <a:pt x="880" y="535"/>
                  </a:lnTo>
                  <a:lnTo>
                    <a:pt x="881" y="537"/>
                  </a:lnTo>
                  <a:lnTo>
                    <a:pt x="882" y="539"/>
                  </a:lnTo>
                  <a:lnTo>
                    <a:pt x="882" y="541"/>
                  </a:lnTo>
                  <a:lnTo>
                    <a:pt x="879" y="544"/>
                  </a:lnTo>
                  <a:close/>
                </a:path>
              </a:pathLst>
            </a:custGeom>
            <a:solidFill>
              <a:srgbClr val="ECB78D">
                <a:alpha val="9600"/>
              </a:srgbClr>
            </a:solidFill>
            <a:ln>
              <a:noFill/>
            </a:ln>
          </p:spPr>
          <p:txBody>
            <a:bodyPr anchor="ctr"/>
            <a:lstStyle/>
            <a:p>
              <a:pPr algn="ctr">
                <a:buNone/>
              </a:pPr>
            </a:p>
          </p:txBody>
        </p:sp>
        <p:sp>
          <p:nvSpPr>
            <p:cNvPr id="7026" name="addition:input:25">
              <a:extLst>
                <a:ext uri="{FF2B5EF4-FFF2-40B4-BE49-F238E27FC236}">
                  <ns2:creationId id="{B3C50B24-A6CF-4838-B437-FFAAC70ACE77}"/>
                </a:ext>
              </a:extLst>
            </p:cNvPr>
            <p:cNvSpPr>
              <a:spLocks noGrp="1"/>
            </p:cNvSpPr>
            <p:nvPr/>
          </p:nvSpPr>
          <p:spPr>
            <a:xfrm>
              <a:off x="209550" y="5438775"/>
              <a:ext cx="1501079" cy="1034735"/>
            </a:xfrm>
            <a:custGeom>
              <a:rect l="l" t="t" r="r" b="b"/>
              <a:pathLst>
                <a:path w="912" h="552">
                  <a:moveTo>
                    <a:pt x="0" y="0"/>
                  </a:moveTo>
                  <a:moveTo>
                    <a:pt x="909" y="526"/>
                  </a:moveTo>
                  <a:lnTo>
                    <a:pt x="911" y="528"/>
                  </a:lnTo>
                  <a:lnTo>
                    <a:pt x="912" y="531"/>
                  </a:lnTo>
                  <a:lnTo>
                    <a:pt x="910" y="533"/>
                  </a:lnTo>
                  <a:lnTo>
                    <a:pt x="906" y="534"/>
                  </a:lnTo>
                  <a:lnTo>
                    <a:pt x="902" y="535"/>
                  </a:lnTo>
                  <a:lnTo>
                    <a:pt x="899" y="537"/>
                  </a:lnTo>
                  <a:lnTo>
                    <a:pt x="898" y="539"/>
                  </a:lnTo>
                  <a:lnTo>
                    <a:pt x="897" y="541"/>
                  </a:lnTo>
                  <a:lnTo>
                    <a:pt x="896" y="543"/>
                  </a:lnTo>
                  <a:lnTo>
                    <a:pt x="894" y="545"/>
                  </a:lnTo>
                  <a:lnTo>
                    <a:pt x="892" y="547"/>
                  </a:lnTo>
                  <a:lnTo>
                    <a:pt x="890" y="550"/>
                  </a:lnTo>
                  <a:lnTo>
                    <a:pt x="888" y="552"/>
                  </a:lnTo>
                  <a:lnTo>
                    <a:pt x="884" y="552"/>
                  </a:lnTo>
                  <a:lnTo>
                    <a:pt x="881" y="550"/>
                  </a:lnTo>
                  <a:lnTo>
                    <a:pt x="877" y="548"/>
                  </a:lnTo>
                  <a:lnTo>
                    <a:pt x="875" y="546"/>
                  </a:lnTo>
                  <a:lnTo>
                    <a:pt x="873" y="547"/>
                  </a:lnTo>
                  <a:lnTo>
                    <a:pt x="870" y="549"/>
                  </a:lnTo>
                  <a:lnTo>
                    <a:pt x="867" y="550"/>
                  </a:lnTo>
                  <a:lnTo>
                    <a:pt x="865" y="549"/>
                  </a:lnTo>
                  <a:lnTo>
                    <a:pt x="863" y="547"/>
                  </a:lnTo>
                  <a:lnTo>
                    <a:pt x="862" y="546"/>
                  </a:lnTo>
                  <a:lnTo>
                    <a:pt x="859" y="546"/>
                  </a:lnTo>
                  <a:lnTo>
                    <a:pt x="856" y="545"/>
                  </a:lnTo>
                  <a:lnTo>
                    <a:pt x="853" y="545"/>
                  </a:lnTo>
                  <a:lnTo>
                    <a:pt x="852" y="543"/>
                  </a:lnTo>
                  <a:lnTo>
                    <a:pt x="851" y="541"/>
                  </a:lnTo>
                  <a:lnTo>
                    <a:pt x="849" y="539"/>
                  </a:lnTo>
                  <a:lnTo>
                    <a:pt x="848" y="537"/>
                  </a:lnTo>
                  <a:lnTo>
                    <a:pt x="847" y="535"/>
                  </a:lnTo>
                  <a:lnTo>
                    <a:pt x="849" y="532"/>
                  </a:lnTo>
                  <a:lnTo>
                    <a:pt x="851" y="530"/>
                  </a:lnTo>
                  <a:lnTo>
                    <a:pt x="853" y="528"/>
                  </a:lnTo>
                  <a:lnTo>
                    <a:pt x="851" y="526"/>
                  </a:lnTo>
                  <a:lnTo>
                    <a:pt x="847" y="524"/>
                  </a:lnTo>
                  <a:lnTo>
                    <a:pt x="844" y="522"/>
                  </a:lnTo>
                  <a:lnTo>
                    <a:pt x="842" y="519"/>
                  </a:lnTo>
                  <a:lnTo>
                    <a:pt x="843" y="517"/>
                  </a:lnTo>
                  <a:lnTo>
                    <a:pt x="846" y="515"/>
                  </a:lnTo>
                  <a:lnTo>
                    <a:pt x="847" y="514"/>
                  </a:lnTo>
                  <a:lnTo>
                    <a:pt x="848" y="512"/>
                  </a:lnTo>
                  <a:lnTo>
                    <a:pt x="850" y="510"/>
                  </a:lnTo>
                  <a:lnTo>
                    <a:pt x="852" y="509"/>
                  </a:lnTo>
                  <a:lnTo>
                    <a:pt x="855" y="509"/>
                  </a:lnTo>
                  <a:lnTo>
                    <a:pt x="857" y="508"/>
                  </a:lnTo>
                  <a:lnTo>
                    <a:pt x="859" y="506"/>
                  </a:lnTo>
                  <a:lnTo>
                    <a:pt x="861" y="505"/>
                  </a:lnTo>
                  <a:lnTo>
                    <a:pt x="864" y="504"/>
                  </a:lnTo>
                  <a:lnTo>
                    <a:pt x="867" y="504"/>
                  </a:lnTo>
                  <a:lnTo>
                    <a:pt x="870" y="505"/>
                  </a:lnTo>
                  <a:lnTo>
                    <a:pt x="872" y="504"/>
                  </a:lnTo>
                  <a:lnTo>
                    <a:pt x="875" y="502"/>
                  </a:lnTo>
                  <a:lnTo>
                    <a:pt x="879" y="500"/>
                  </a:lnTo>
                  <a:lnTo>
                    <a:pt x="883" y="499"/>
                  </a:lnTo>
                  <a:lnTo>
                    <a:pt x="886" y="500"/>
                  </a:lnTo>
                  <a:lnTo>
                    <a:pt x="889" y="503"/>
                  </a:lnTo>
                  <a:lnTo>
                    <a:pt x="890" y="506"/>
                  </a:lnTo>
                  <a:lnTo>
                    <a:pt x="892" y="508"/>
                  </a:lnTo>
                  <a:lnTo>
                    <a:pt x="895" y="509"/>
                  </a:lnTo>
                  <a:lnTo>
                    <a:pt x="897" y="511"/>
                  </a:lnTo>
                  <a:lnTo>
                    <a:pt x="899" y="512"/>
                  </a:lnTo>
                  <a:lnTo>
                    <a:pt x="901" y="514"/>
                  </a:lnTo>
                  <a:lnTo>
                    <a:pt x="905" y="514"/>
                  </a:lnTo>
                  <a:lnTo>
                    <a:pt x="908" y="515"/>
                  </a:lnTo>
                  <a:lnTo>
                    <a:pt x="911" y="517"/>
                  </a:lnTo>
                  <a:lnTo>
                    <a:pt x="912" y="519"/>
                  </a:lnTo>
                  <a:lnTo>
                    <a:pt x="911" y="522"/>
                  </a:lnTo>
                  <a:lnTo>
                    <a:pt x="909" y="524"/>
                  </a:lnTo>
                  <a:close/>
                </a:path>
              </a:pathLst>
            </a:custGeom>
            <a:solidFill>
              <a:srgbClr val="ECB78D">
                <a:alpha val="9600"/>
              </a:srgbClr>
            </a:solidFill>
            <a:ln>
              <a:noFill/>
            </a:ln>
          </p:spPr>
          <p:txBody>
            <a:bodyPr anchor="ctr"/>
            <a:lstStyle/>
            <a:p>
              <a:pPr algn="ctr">
                <a:buNone/>
              </a:pPr>
            </a:p>
          </p:txBody>
        </p:sp>
        <p:sp>
          <p:nvSpPr>
            <p:cNvPr id="7027" name="addition:input:26">
              <a:extLst>
                <a:ext uri="{FF2B5EF4-FFF2-40B4-BE49-F238E27FC236}">
                  <ns2:creationId id="{D526AD90-814F-43BC-9AC9-B00128397C2E}"/>
                </a:ext>
              </a:extLst>
            </p:cNvPr>
            <p:cNvSpPr>
              <a:spLocks noGrp="1"/>
            </p:cNvSpPr>
            <p:nvPr/>
          </p:nvSpPr>
          <p:spPr>
            <a:xfrm>
              <a:off x="209550" y="5438775"/>
              <a:ext cx="1558686" cy="1047857"/>
            </a:xfrm>
            <a:custGeom>
              <a:rect l="l" t="t" r="r" b="b"/>
              <a:pathLst>
                <a:path w="947" h="559">
                  <a:moveTo>
                    <a:pt x="0" y="0"/>
                  </a:moveTo>
                  <a:moveTo>
                    <a:pt x="946" y="532"/>
                  </a:moveTo>
                  <a:lnTo>
                    <a:pt x="945" y="534"/>
                  </a:lnTo>
                  <a:lnTo>
                    <a:pt x="942" y="536"/>
                  </a:lnTo>
                  <a:lnTo>
                    <a:pt x="938" y="538"/>
                  </a:lnTo>
                  <a:lnTo>
                    <a:pt x="936" y="539"/>
                  </a:lnTo>
                  <a:lnTo>
                    <a:pt x="936" y="542"/>
                  </a:lnTo>
                  <a:lnTo>
                    <a:pt x="936" y="545"/>
                  </a:lnTo>
                  <a:lnTo>
                    <a:pt x="935" y="547"/>
                  </a:lnTo>
                  <a:lnTo>
                    <a:pt x="932" y="549"/>
                  </a:lnTo>
                  <a:lnTo>
                    <a:pt x="929" y="549"/>
                  </a:lnTo>
                  <a:lnTo>
                    <a:pt x="926" y="550"/>
                  </a:lnTo>
                  <a:lnTo>
                    <a:pt x="924" y="553"/>
                  </a:lnTo>
                  <a:lnTo>
                    <a:pt x="923" y="556"/>
                  </a:lnTo>
                  <a:lnTo>
                    <a:pt x="921" y="559"/>
                  </a:lnTo>
                  <a:lnTo>
                    <a:pt x="917" y="559"/>
                  </a:lnTo>
                  <a:lnTo>
                    <a:pt x="914" y="559"/>
                  </a:lnTo>
                  <a:lnTo>
                    <a:pt x="911" y="557"/>
                  </a:lnTo>
                  <a:lnTo>
                    <a:pt x="908" y="556"/>
                  </a:lnTo>
                  <a:lnTo>
                    <a:pt x="905" y="556"/>
                  </a:lnTo>
                  <a:lnTo>
                    <a:pt x="903" y="555"/>
                  </a:lnTo>
                  <a:lnTo>
                    <a:pt x="901" y="553"/>
                  </a:lnTo>
                  <a:lnTo>
                    <a:pt x="899" y="552"/>
                  </a:lnTo>
                  <a:lnTo>
                    <a:pt x="896" y="553"/>
                  </a:lnTo>
                  <a:lnTo>
                    <a:pt x="893" y="555"/>
                  </a:lnTo>
                  <a:lnTo>
                    <a:pt x="889" y="556"/>
                  </a:lnTo>
                  <a:lnTo>
                    <a:pt x="886" y="555"/>
                  </a:lnTo>
                  <a:lnTo>
                    <a:pt x="885" y="552"/>
                  </a:lnTo>
                  <a:lnTo>
                    <a:pt x="886" y="549"/>
                  </a:lnTo>
                  <a:lnTo>
                    <a:pt x="885" y="546"/>
                  </a:lnTo>
                  <a:lnTo>
                    <a:pt x="883" y="545"/>
                  </a:lnTo>
                  <a:lnTo>
                    <a:pt x="881" y="543"/>
                  </a:lnTo>
                  <a:lnTo>
                    <a:pt x="880" y="541"/>
                  </a:lnTo>
                  <a:lnTo>
                    <a:pt x="880" y="538"/>
                  </a:lnTo>
                  <a:lnTo>
                    <a:pt x="881" y="536"/>
                  </a:lnTo>
                  <a:lnTo>
                    <a:pt x="881" y="534"/>
                  </a:lnTo>
                  <a:lnTo>
                    <a:pt x="880" y="532"/>
                  </a:lnTo>
                  <a:lnTo>
                    <a:pt x="879" y="529"/>
                  </a:lnTo>
                  <a:lnTo>
                    <a:pt x="879" y="527"/>
                  </a:lnTo>
                  <a:lnTo>
                    <a:pt x="879" y="525"/>
                  </a:lnTo>
                  <a:lnTo>
                    <a:pt x="878" y="522"/>
                  </a:lnTo>
                  <a:lnTo>
                    <a:pt x="877" y="519"/>
                  </a:lnTo>
                  <a:lnTo>
                    <a:pt x="875" y="516"/>
                  </a:lnTo>
                  <a:lnTo>
                    <a:pt x="876" y="514"/>
                  </a:lnTo>
                  <a:lnTo>
                    <a:pt x="880" y="513"/>
                  </a:lnTo>
                  <a:lnTo>
                    <a:pt x="885" y="514"/>
                  </a:lnTo>
                  <a:lnTo>
                    <a:pt x="889" y="514"/>
                  </a:lnTo>
                  <a:lnTo>
                    <a:pt x="891" y="513"/>
                  </a:lnTo>
                  <a:lnTo>
                    <a:pt x="892" y="511"/>
                  </a:lnTo>
                  <a:lnTo>
                    <a:pt x="894" y="509"/>
                  </a:lnTo>
                  <a:lnTo>
                    <a:pt x="896" y="507"/>
                  </a:lnTo>
                  <a:lnTo>
                    <a:pt x="899" y="507"/>
                  </a:lnTo>
                  <a:lnTo>
                    <a:pt x="902" y="506"/>
                  </a:lnTo>
                  <a:lnTo>
                    <a:pt x="905" y="505"/>
                  </a:lnTo>
                  <a:lnTo>
                    <a:pt x="908" y="504"/>
                  </a:lnTo>
                  <a:lnTo>
                    <a:pt x="912" y="504"/>
                  </a:lnTo>
                  <a:lnTo>
                    <a:pt x="915" y="506"/>
                  </a:lnTo>
                  <a:lnTo>
                    <a:pt x="918" y="507"/>
                  </a:lnTo>
                  <a:lnTo>
                    <a:pt x="921" y="508"/>
                  </a:lnTo>
                  <a:lnTo>
                    <a:pt x="925" y="508"/>
                  </a:lnTo>
                  <a:lnTo>
                    <a:pt x="928" y="509"/>
                  </a:lnTo>
                  <a:lnTo>
                    <a:pt x="931" y="511"/>
                  </a:lnTo>
                  <a:lnTo>
                    <a:pt x="931" y="514"/>
                  </a:lnTo>
                  <a:lnTo>
                    <a:pt x="931" y="518"/>
                  </a:lnTo>
                  <a:lnTo>
                    <a:pt x="932" y="519"/>
                  </a:lnTo>
                  <a:lnTo>
                    <a:pt x="936" y="520"/>
                  </a:lnTo>
                  <a:lnTo>
                    <a:pt x="941" y="520"/>
                  </a:lnTo>
                  <a:lnTo>
                    <a:pt x="945" y="522"/>
                  </a:lnTo>
                  <a:lnTo>
                    <a:pt x="946" y="524"/>
                  </a:lnTo>
                  <a:lnTo>
                    <a:pt x="947" y="527"/>
                  </a:lnTo>
                  <a:lnTo>
                    <a:pt x="947" y="529"/>
                  </a:lnTo>
                  <a:close/>
                </a:path>
              </a:pathLst>
            </a:custGeom>
            <a:solidFill>
              <a:srgbClr val="ECB78D">
                <a:alpha val="9600"/>
              </a:srgbClr>
            </a:solidFill>
            <a:ln>
              <a:noFill/>
            </a:ln>
          </p:spPr>
          <p:txBody>
            <a:bodyPr anchor="ctr"/>
            <a:lstStyle/>
            <a:p>
              <a:pPr algn="ctr">
                <a:buNone/>
              </a:pPr>
            </a:p>
          </p:txBody>
        </p:sp>
        <p:sp>
          <p:nvSpPr>
            <p:cNvPr id="7028" name="addition:input:27">
              <a:extLst>
                <a:ext uri="{FF2B5EF4-FFF2-40B4-BE49-F238E27FC236}">
                  <ns2:creationId id="{1DE9C327-D9AD-4EE7-A0FF-FA4731854B9A}"/>
                </a:ext>
              </a:extLst>
            </p:cNvPr>
            <p:cNvSpPr>
              <a:spLocks noGrp="1"/>
            </p:cNvSpPr>
            <p:nvPr/>
          </p:nvSpPr>
          <p:spPr>
            <a:xfrm>
              <a:off x="209550" y="5438775"/>
              <a:ext cx="1598188" cy="1090971"/>
            </a:xfrm>
            <a:custGeom>
              <a:rect l="l" t="t" r="r" b="b"/>
              <a:pathLst>
                <a:path w="971" h="582">
                  <a:moveTo>
                    <a:pt x="0" y="0"/>
                  </a:moveTo>
                  <a:moveTo>
                    <a:pt x="962" y="553"/>
                  </a:moveTo>
                  <a:lnTo>
                    <a:pt x="961" y="555"/>
                  </a:lnTo>
                  <a:lnTo>
                    <a:pt x="962" y="558"/>
                  </a:lnTo>
                  <a:lnTo>
                    <a:pt x="963" y="560"/>
                  </a:lnTo>
                  <a:lnTo>
                    <a:pt x="964" y="563"/>
                  </a:lnTo>
                  <a:lnTo>
                    <a:pt x="964" y="565"/>
                  </a:lnTo>
                  <a:lnTo>
                    <a:pt x="964" y="568"/>
                  </a:lnTo>
                  <a:lnTo>
                    <a:pt x="964" y="572"/>
                  </a:lnTo>
                  <a:lnTo>
                    <a:pt x="963" y="574"/>
                  </a:lnTo>
                  <a:lnTo>
                    <a:pt x="960" y="576"/>
                  </a:lnTo>
                  <a:lnTo>
                    <a:pt x="956" y="575"/>
                  </a:lnTo>
                  <a:lnTo>
                    <a:pt x="952" y="575"/>
                  </a:lnTo>
                  <a:lnTo>
                    <a:pt x="949" y="575"/>
                  </a:lnTo>
                  <a:lnTo>
                    <a:pt x="948" y="577"/>
                  </a:lnTo>
                  <a:lnTo>
                    <a:pt x="946" y="579"/>
                  </a:lnTo>
                  <a:lnTo>
                    <a:pt x="944" y="581"/>
                  </a:lnTo>
                  <a:lnTo>
                    <a:pt x="941" y="580"/>
                  </a:lnTo>
                  <a:lnTo>
                    <a:pt x="938" y="579"/>
                  </a:lnTo>
                  <a:lnTo>
                    <a:pt x="935" y="578"/>
                  </a:lnTo>
                  <a:lnTo>
                    <a:pt x="932" y="580"/>
                  </a:lnTo>
                  <a:lnTo>
                    <a:pt x="929" y="581"/>
                  </a:lnTo>
                  <a:lnTo>
                    <a:pt x="925" y="582"/>
                  </a:lnTo>
                  <a:lnTo>
                    <a:pt x="921" y="581"/>
                  </a:lnTo>
                  <a:lnTo>
                    <a:pt x="918" y="580"/>
                  </a:lnTo>
                  <a:lnTo>
                    <a:pt x="915" y="578"/>
                  </a:lnTo>
                  <a:lnTo>
                    <a:pt x="912" y="577"/>
                  </a:lnTo>
                  <a:lnTo>
                    <a:pt x="910" y="574"/>
                  </a:lnTo>
                  <a:lnTo>
                    <a:pt x="909" y="571"/>
                  </a:lnTo>
                  <a:lnTo>
                    <a:pt x="910" y="567"/>
                  </a:lnTo>
                  <a:lnTo>
                    <a:pt x="909" y="565"/>
                  </a:lnTo>
                  <a:lnTo>
                    <a:pt x="906" y="563"/>
                  </a:lnTo>
                  <a:lnTo>
                    <a:pt x="900" y="563"/>
                  </a:lnTo>
                  <a:lnTo>
                    <a:pt x="895" y="561"/>
                  </a:lnTo>
                  <a:lnTo>
                    <a:pt x="893" y="559"/>
                  </a:lnTo>
                  <a:lnTo>
                    <a:pt x="893" y="556"/>
                  </a:lnTo>
                  <a:lnTo>
                    <a:pt x="895" y="553"/>
                  </a:lnTo>
                  <a:lnTo>
                    <a:pt x="895" y="551"/>
                  </a:lnTo>
                  <a:lnTo>
                    <a:pt x="895" y="548"/>
                  </a:lnTo>
                  <a:lnTo>
                    <a:pt x="895" y="545"/>
                  </a:lnTo>
                  <a:lnTo>
                    <a:pt x="897" y="543"/>
                  </a:lnTo>
                  <a:lnTo>
                    <a:pt x="900" y="541"/>
                  </a:lnTo>
                  <a:lnTo>
                    <a:pt x="902" y="540"/>
                  </a:lnTo>
                  <a:lnTo>
                    <a:pt x="904" y="538"/>
                  </a:lnTo>
                  <a:lnTo>
                    <a:pt x="906" y="535"/>
                  </a:lnTo>
                  <a:lnTo>
                    <a:pt x="909" y="534"/>
                  </a:lnTo>
                  <a:lnTo>
                    <a:pt x="913" y="534"/>
                  </a:lnTo>
                  <a:lnTo>
                    <a:pt x="916" y="533"/>
                  </a:lnTo>
                  <a:lnTo>
                    <a:pt x="919" y="531"/>
                  </a:lnTo>
                  <a:lnTo>
                    <a:pt x="920" y="527"/>
                  </a:lnTo>
                  <a:lnTo>
                    <a:pt x="922" y="523"/>
                  </a:lnTo>
                  <a:lnTo>
                    <a:pt x="926" y="521"/>
                  </a:lnTo>
                  <a:lnTo>
                    <a:pt x="930" y="522"/>
                  </a:lnTo>
                  <a:lnTo>
                    <a:pt x="935" y="524"/>
                  </a:lnTo>
                  <a:lnTo>
                    <a:pt x="938" y="527"/>
                  </a:lnTo>
                  <a:lnTo>
                    <a:pt x="941" y="528"/>
                  </a:lnTo>
                  <a:lnTo>
                    <a:pt x="944" y="528"/>
                  </a:lnTo>
                  <a:lnTo>
                    <a:pt x="947" y="529"/>
                  </a:lnTo>
                  <a:lnTo>
                    <a:pt x="949" y="530"/>
                  </a:lnTo>
                  <a:lnTo>
                    <a:pt x="952" y="531"/>
                  </a:lnTo>
                  <a:lnTo>
                    <a:pt x="955" y="531"/>
                  </a:lnTo>
                  <a:lnTo>
                    <a:pt x="959" y="531"/>
                  </a:lnTo>
                  <a:lnTo>
                    <a:pt x="962" y="532"/>
                  </a:lnTo>
                  <a:lnTo>
                    <a:pt x="963" y="534"/>
                  </a:lnTo>
                  <a:lnTo>
                    <a:pt x="963" y="537"/>
                  </a:lnTo>
                  <a:lnTo>
                    <a:pt x="964" y="539"/>
                  </a:lnTo>
                  <a:lnTo>
                    <a:pt x="966" y="541"/>
                  </a:lnTo>
                  <a:lnTo>
                    <a:pt x="969" y="543"/>
                  </a:lnTo>
                  <a:lnTo>
                    <a:pt x="971" y="545"/>
                  </a:lnTo>
                  <a:lnTo>
                    <a:pt x="970" y="548"/>
                  </a:lnTo>
                  <a:lnTo>
                    <a:pt x="966" y="551"/>
                  </a:lnTo>
                  <a:close/>
                </a:path>
              </a:pathLst>
            </a:custGeom>
            <a:solidFill>
              <a:srgbClr val="ECB78D">
                <a:alpha val="9600"/>
              </a:srgbClr>
            </a:solidFill>
            <a:ln>
              <a:noFill/>
            </a:ln>
          </p:spPr>
          <p:txBody>
            <a:bodyPr anchor="ctr"/>
            <a:lstStyle/>
            <a:p>
              <a:pPr algn="ctr">
                <a:buNone/>
              </a:pPr>
            </a:p>
          </p:txBody>
        </p:sp>
        <p:sp>
          <p:nvSpPr>
            <p:cNvPr id="7029" name="addition:input:28">
              <a:extLst>
                <a:ext uri="{FF2B5EF4-FFF2-40B4-BE49-F238E27FC236}">
                  <ns2:creationId id="{0C99A1F8-97CF-4A08-8100-1301A67EC37A}"/>
                </a:ext>
              </a:extLst>
            </p:cNvPr>
            <p:cNvSpPr>
              <a:spLocks noGrp="1"/>
            </p:cNvSpPr>
            <p:nvPr/>
          </p:nvSpPr>
          <p:spPr>
            <a:xfrm>
              <a:off x="209550" y="5438775"/>
              <a:ext cx="1575145" cy="1139708"/>
            </a:xfrm>
            <a:custGeom>
              <a:rect l="l" t="t" r="r" b="b"/>
              <a:pathLst>
                <a:path w="957" h="608">
                  <a:moveTo>
                    <a:pt x="0" y="0"/>
                  </a:moveTo>
                  <a:moveTo>
                    <a:pt x="946" y="577"/>
                  </a:moveTo>
                  <a:lnTo>
                    <a:pt x="949" y="579"/>
                  </a:lnTo>
                  <a:lnTo>
                    <a:pt x="950" y="582"/>
                  </a:lnTo>
                  <a:lnTo>
                    <a:pt x="948" y="584"/>
                  </a:lnTo>
                  <a:lnTo>
                    <a:pt x="946" y="586"/>
                  </a:lnTo>
                  <a:lnTo>
                    <a:pt x="944" y="589"/>
                  </a:lnTo>
                  <a:lnTo>
                    <a:pt x="944" y="591"/>
                  </a:lnTo>
                  <a:lnTo>
                    <a:pt x="944" y="594"/>
                  </a:lnTo>
                  <a:lnTo>
                    <a:pt x="942" y="597"/>
                  </a:lnTo>
                  <a:lnTo>
                    <a:pt x="940" y="599"/>
                  </a:lnTo>
                  <a:lnTo>
                    <a:pt x="937" y="600"/>
                  </a:lnTo>
                  <a:lnTo>
                    <a:pt x="934" y="602"/>
                  </a:lnTo>
                  <a:lnTo>
                    <a:pt x="932" y="604"/>
                  </a:lnTo>
                  <a:lnTo>
                    <a:pt x="928" y="605"/>
                  </a:lnTo>
                  <a:lnTo>
                    <a:pt x="924" y="603"/>
                  </a:lnTo>
                  <a:lnTo>
                    <a:pt x="920" y="601"/>
                  </a:lnTo>
                  <a:lnTo>
                    <a:pt x="917" y="599"/>
                  </a:lnTo>
                  <a:lnTo>
                    <a:pt x="914" y="601"/>
                  </a:lnTo>
                  <a:lnTo>
                    <a:pt x="911" y="604"/>
                  </a:lnTo>
                  <a:lnTo>
                    <a:pt x="907" y="607"/>
                  </a:lnTo>
                  <a:lnTo>
                    <a:pt x="903" y="608"/>
                  </a:lnTo>
                  <a:lnTo>
                    <a:pt x="899" y="607"/>
                  </a:lnTo>
                  <a:lnTo>
                    <a:pt x="896" y="605"/>
                  </a:lnTo>
                  <a:lnTo>
                    <a:pt x="892" y="603"/>
                  </a:lnTo>
                  <a:lnTo>
                    <a:pt x="889" y="602"/>
                  </a:lnTo>
                  <a:lnTo>
                    <a:pt x="886" y="600"/>
                  </a:lnTo>
                  <a:lnTo>
                    <a:pt x="884" y="597"/>
                  </a:lnTo>
                  <a:lnTo>
                    <a:pt x="882" y="594"/>
                  </a:lnTo>
                  <a:lnTo>
                    <a:pt x="880" y="592"/>
                  </a:lnTo>
                  <a:lnTo>
                    <a:pt x="876" y="591"/>
                  </a:lnTo>
                  <a:lnTo>
                    <a:pt x="872" y="589"/>
                  </a:lnTo>
                  <a:lnTo>
                    <a:pt x="870" y="587"/>
                  </a:lnTo>
                  <a:lnTo>
                    <a:pt x="871" y="584"/>
                  </a:lnTo>
                  <a:lnTo>
                    <a:pt x="871" y="581"/>
                  </a:lnTo>
                  <a:lnTo>
                    <a:pt x="869" y="579"/>
                  </a:lnTo>
                  <a:lnTo>
                    <a:pt x="864" y="577"/>
                  </a:lnTo>
                  <a:lnTo>
                    <a:pt x="859" y="574"/>
                  </a:lnTo>
                  <a:lnTo>
                    <a:pt x="857" y="571"/>
                  </a:lnTo>
                  <a:lnTo>
                    <a:pt x="860" y="568"/>
                  </a:lnTo>
                  <a:lnTo>
                    <a:pt x="864" y="566"/>
                  </a:lnTo>
                  <a:lnTo>
                    <a:pt x="869" y="565"/>
                  </a:lnTo>
                  <a:lnTo>
                    <a:pt x="873" y="563"/>
                  </a:lnTo>
                  <a:lnTo>
                    <a:pt x="875" y="562"/>
                  </a:lnTo>
                  <a:lnTo>
                    <a:pt x="879" y="560"/>
                  </a:lnTo>
                  <a:lnTo>
                    <a:pt x="882" y="559"/>
                  </a:lnTo>
                  <a:lnTo>
                    <a:pt x="885" y="557"/>
                  </a:lnTo>
                  <a:lnTo>
                    <a:pt x="886" y="554"/>
                  </a:lnTo>
                  <a:lnTo>
                    <a:pt x="888" y="550"/>
                  </a:lnTo>
                  <a:lnTo>
                    <a:pt x="891" y="548"/>
                  </a:lnTo>
                  <a:lnTo>
                    <a:pt x="896" y="547"/>
                  </a:lnTo>
                  <a:lnTo>
                    <a:pt x="902" y="548"/>
                  </a:lnTo>
                  <a:lnTo>
                    <a:pt x="906" y="549"/>
                  </a:lnTo>
                  <a:lnTo>
                    <a:pt x="911" y="549"/>
                  </a:lnTo>
                  <a:lnTo>
                    <a:pt x="915" y="547"/>
                  </a:lnTo>
                  <a:lnTo>
                    <a:pt x="920" y="546"/>
                  </a:lnTo>
                  <a:lnTo>
                    <a:pt x="924" y="547"/>
                  </a:lnTo>
                  <a:lnTo>
                    <a:pt x="927" y="551"/>
                  </a:lnTo>
                  <a:lnTo>
                    <a:pt x="929" y="553"/>
                  </a:lnTo>
                  <a:lnTo>
                    <a:pt x="932" y="555"/>
                  </a:lnTo>
                  <a:lnTo>
                    <a:pt x="935" y="556"/>
                  </a:lnTo>
                  <a:lnTo>
                    <a:pt x="939" y="556"/>
                  </a:lnTo>
                  <a:lnTo>
                    <a:pt x="942" y="557"/>
                  </a:lnTo>
                  <a:lnTo>
                    <a:pt x="945" y="558"/>
                  </a:lnTo>
                  <a:lnTo>
                    <a:pt x="949" y="559"/>
                  </a:lnTo>
                  <a:lnTo>
                    <a:pt x="953" y="560"/>
                  </a:lnTo>
                  <a:lnTo>
                    <a:pt x="957" y="562"/>
                  </a:lnTo>
                  <a:lnTo>
                    <a:pt x="957" y="565"/>
                  </a:lnTo>
                  <a:lnTo>
                    <a:pt x="953" y="569"/>
                  </a:lnTo>
                  <a:lnTo>
                    <a:pt x="948" y="572"/>
                  </a:lnTo>
                  <a:lnTo>
                    <a:pt x="945" y="575"/>
                  </a:lnTo>
                  <a:close/>
                </a:path>
              </a:pathLst>
            </a:custGeom>
            <a:solidFill>
              <a:srgbClr val="ECB78D">
                <a:alpha val="9600"/>
              </a:srgbClr>
            </a:solidFill>
            <a:ln>
              <a:noFill/>
            </a:ln>
          </p:spPr>
          <p:txBody>
            <a:bodyPr anchor="ctr"/>
            <a:lstStyle/>
            <a:p>
              <a:pPr algn="ctr">
                <a:buNone/>
              </a:pPr>
            </a:p>
          </p:txBody>
        </p:sp>
        <p:sp>
          <p:nvSpPr>
            <p:cNvPr id="7030" name="addition:input:29">
              <a:extLst>
                <a:ext uri="{FF2B5EF4-FFF2-40B4-BE49-F238E27FC236}">
                  <ns2:creationId id="{D7ED6FC4-4924-4F11-85D5-8F47D6D3FC5B}"/>
                </a:ext>
              </a:extLst>
            </p:cNvPr>
            <p:cNvSpPr>
              <a:spLocks noGrp="1"/>
            </p:cNvSpPr>
            <p:nvPr/>
          </p:nvSpPr>
          <p:spPr>
            <a:xfrm>
              <a:off x="209550" y="5438775"/>
              <a:ext cx="1491204" cy="1145332"/>
            </a:xfrm>
            <a:custGeom>
              <a:rect l="l" t="t" r="r" b="b"/>
              <a:pathLst>
                <a:path w="906" h="611">
                  <a:moveTo>
                    <a:pt x="0" y="0"/>
                  </a:moveTo>
                  <a:moveTo>
                    <a:pt x="900" y="580"/>
                  </a:moveTo>
                  <a:lnTo>
                    <a:pt x="903" y="582"/>
                  </a:lnTo>
                  <a:lnTo>
                    <a:pt x="905" y="585"/>
                  </a:lnTo>
                  <a:lnTo>
                    <a:pt x="906" y="588"/>
                  </a:lnTo>
                  <a:lnTo>
                    <a:pt x="905" y="590"/>
                  </a:lnTo>
                  <a:lnTo>
                    <a:pt x="902" y="592"/>
                  </a:lnTo>
                  <a:lnTo>
                    <a:pt x="900" y="593"/>
                  </a:lnTo>
                  <a:lnTo>
                    <a:pt x="900" y="596"/>
                  </a:lnTo>
                  <a:lnTo>
                    <a:pt x="901" y="600"/>
                  </a:lnTo>
                  <a:lnTo>
                    <a:pt x="899" y="602"/>
                  </a:lnTo>
                  <a:lnTo>
                    <a:pt x="896" y="603"/>
                  </a:lnTo>
                  <a:lnTo>
                    <a:pt x="891" y="602"/>
                  </a:lnTo>
                  <a:lnTo>
                    <a:pt x="887" y="601"/>
                  </a:lnTo>
                  <a:lnTo>
                    <a:pt x="885" y="602"/>
                  </a:lnTo>
                  <a:lnTo>
                    <a:pt x="882" y="603"/>
                  </a:lnTo>
                  <a:lnTo>
                    <a:pt x="880" y="605"/>
                  </a:lnTo>
                  <a:lnTo>
                    <a:pt x="877" y="606"/>
                  </a:lnTo>
                  <a:lnTo>
                    <a:pt x="874" y="607"/>
                  </a:lnTo>
                  <a:lnTo>
                    <a:pt x="870" y="609"/>
                  </a:lnTo>
                  <a:lnTo>
                    <a:pt x="866" y="611"/>
                  </a:lnTo>
                  <a:lnTo>
                    <a:pt x="862" y="611"/>
                  </a:lnTo>
                  <a:lnTo>
                    <a:pt x="858" y="610"/>
                  </a:lnTo>
                  <a:lnTo>
                    <a:pt x="855" y="606"/>
                  </a:lnTo>
                  <a:lnTo>
                    <a:pt x="854" y="602"/>
                  </a:lnTo>
                  <a:lnTo>
                    <a:pt x="851" y="600"/>
                  </a:lnTo>
                  <a:lnTo>
                    <a:pt x="847" y="600"/>
                  </a:lnTo>
                  <a:lnTo>
                    <a:pt x="843" y="600"/>
                  </a:lnTo>
                  <a:lnTo>
                    <a:pt x="840" y="598"/>
                  </a:lnTo>
                  <a:lnTo>
                    <a:pt x="838" y="595"/>
                  </a:lnTo>
                  <a:lnTo>
                    <a:pt x="837" y="593"/>
                  </a:lnTo>
                  <a:lnTo>
                    <a:pt x="836" y="591"/>
                  </a:lnTo>
                  <a:lnTo>
                    <a:pt x="833" y="589"/>
                  </a:lnTo>
                  <a:lnTo>
                    <a:pt x="829" y="587"/>
                  </a:lnTo>
                  <a:lnTo>
                    <a:pt x="827" y="585"/>
                  </a:lnTo>
                  <a:lnTo>
                    <a:pt x="827" y="582"/>
                  </a:lnTo>
                  <a:lnTo>
                    <a:pt x="826" y="580"/>
                  </a:lnTo>
                  <a:lnTo>
                    <a:pt x="826" y="577"/>
                  </a:lnTo>
                  <a:lnTo>
                    <a:pt x="826" y="574"/>
                  </a:lnTo>
                  <a:lnTo>
                    <a:pt x="829" y="572"/>
                  </a:lnTo>
                  <a:lnTo>
                    <a:pt x="834" y="570"/>
                  </a:lnTo>
                  <a:lnTo>
                    <a:pt x="840" y="569"/>
                  </a:lnTo>
                  <a:lnTo>
                    <a:pt x="843" y="568"/>
                  </a:lnTo>
                  <a:lnTo>
                    <a:pt x="844" y="566"/>
                  </a:lnTo>
                  <a:lnTo>
                    <a:pt x="843" y="562"/>
                  </a:lnTo>
                  <a:lnTo>
                    <a:pt x="843" y="558"/>
                  </a:lnTo>
                  <a:lnTo>
                    <a:pt x="845" y="556"/>
                  </a:lnTo>
                  <a:lnTo>
                    <a:pt x="849" y="555"/>
                  </a:lnTo>
                  <a:lnTo>
                    <a:pt x="853" y="554"/>
                  </a:lnTo>
                  <a:lnTo>
                    <a:pt x="857" y="553"/>
                  </a:lnTo>
                  <a:lnTo>
                    <a:pt x="860" y="552"/>
                  </a:lnTo>
                  <a:lnTo>
                    <a:pt x="863" y="551"/>
                  </a:lnTo>
                  <a:lnTo>
                    <a:pt x="867" y="552"/>
                  </a:lnTo>
                  <a:lnTo>
                    <a:pt x="871" y="553"/>
                  </a:lnTo>
                  <a:lnTo>
                    <a:pt x="874" y="553"/>
                  </a:lnTo>
                  <a:lnTo>
                    <a:pt x="877" y="553"/>
                  </a:lnTo>
                  <a:lnTo>
                    <a:pt x="880" y="553"/>
                  </a:lnTo>
                  <a:lnTo>
                    <a:pt x="882" y="554"/>
                  </a:lnTo>
                  <a:lnTo>
                    <a:pt x="884" y="557"/>
                  </a:lnTo>
                  <a:lnTo>
                    <a:pt x="885" y="559"/>
                  </a:lnTo>
                  <a:lnTo>
                    <a:pt x="888" y="559"/>
                  </a:lnTo>
                  <a:lnTo>
                    <a:pt x="893" y="557"/>
                  </a:lnTo>
                  <a:lnTo>
                    <a:pt x="898" y="557"/>
                  </a:lnTo>
                  <a:lnTo>
                    <a:pt x="902" y="558"/>
                  </a:lnTo>
                  <a:lnTo>
                    <a:pt x="902" y="561"/>
                  </a:lnTo>
                  <a:lnTo>
                    <a:pt x="901" y="565"/>
                  </a:lnTo>
                  <a:lnTo>
                    <a:pt x="900" y="568"/>
                  </a:lnTo>
                  <a:lnTo>
                    <a:pt x="900" y="570"/>
                  </a:lnTo>
                  <a:lnTo>
                    <a:pt x="900" y="573"/>
                  </a:lnTo>
                  <a:lnTo>
                    <a:pt x="900" y="575"/>
                  </a:lnTo>
                  <a:lnTo>
                    <a:pt x="899" y="577"/>
                  </a:lnTo>
                  <a:close/>
                </a:path>
              </a:pathLst>
            </a:custGeom>
            <a:solidFill>
              <a:srgbClr val="ECB78D">
                <a:alpha val="9600"/>
              </a:srgbClr>
            </a:solidFill>
            <a:ln>
              <a:noFill/>
            </a:ln>
          </p:spPr>
          <p:txBody>
            <a:bodyPr anchor="ctr"/>
            <a:lstStyle/>
            <a:p>
              <a:pPr algn="ctr">
                <a:buNone/>
              </a:pPr>
            </a:p>
          </p:txBody>
        </p:sp>
        <p:sp>
          <p:nvSpPr>
            <p:cNvPr id="7031" name="addition:input:30">
              <a:extLst>
                <a:ext uri="{FF2B5EF4-FFF2-40B4-BE49-F238E27FC236}">
                  <ns2:creationId id="{3D803637-5388-4325-9745-CA1C7802C393}"/>
                </a:ext>
              </a:extLst>
            </p:cNvPr>
            <p:cNvSpPr>
              <a:spLocks noGrp="1"/>
            </p:cNvSpPr>
            <p:nvPr/>
          </p:nvSpPr>
          <p:spPr>
            <a:xfrm>
              <a:off x="209550" y="5438775"/>
              <a:ext cx="1435242" cy="1115339"/>
            </a:xfrm>
            <a:custGeom>
              <a:rect l="l" t="t" r="r" b="b"/>
              <a:pathLst>
                <a:path w="872" h="595">
                  <a:moveTo>
                    <a:pt x="0" y="0"/>
                  </a:moveTo>
                  <a:moveTo>
                    <a:pt x="869" y="569"/>
                  </a:moveTo>
                  <a:lnTo>
                    <a:pt x="871" y="572"/>
                  </a:lnTo>
                  <a:lnTo>
                    <a:pt x="872" y="574"/>
                  </a:lnTo>
                  <a:lnTo>
                    <a:pt x="870" y="576"/>
                  </a:lnTo>
                  <a:lnTo>
                    <a:pt x="869" y="578"/>
                  </a:lnTo>
                  <a:lnTo>
                    <a:pt x="867" y="580"/>
                  </a:lnTo>
                  <a:lnTo>
                    <a:pt x="865" y="582"/>
                  </a:lnTo>
                  <a:lnTo>
                    <a:pt x="861" y="582"/>
                  </a:lnTo>
                  <a:lnTo>
                    <a:pt x="858" y="583"/>
                  </a:lnTo>
                  <a:lnTo>
                    <a:pt x="855" y="583"/>
                  </a:lnTo>
                  <a:lnTo>
                    <a:pt x="854" y="586"/>
                  </a:lnTo>
                  <a:lnTo>
                    <a:pt x="854" y="589"/>
                  </a:lnTo>
                  <a:lnTo>
                    <a:pt x="853" y="592"/>
                  </a:lnTo>
                  <a:lnTo>
                    <a:pt x="850" y="594"/>
                  </a:lnTo>
                  <a:lnTo>
                    <a:pt x="846" y="594"/>
                  </a:lnTo>
                  <a:lnTo>
                    <a:pt x="843" y="593"/>
                  </a:lnTo>
                  <a:lnTo>
                    <a:pt x="839" y="593"/>
                  </a:lnTo>
                  <a:lnTo>
                    <a:pt x="836" y="594"/>
                  </a:lnTo>
                  <a:lnTo>
                    <a:pt x="833" y="595"/>
                  </a:lnTo>
                  <a:lnTo>
                    <a:pt x="830" y="594"/>
                  </a:lnTo>
                  <a:lnTo>
                    <a:pt x="828" y="592"/>
                  </a:lnTo>
                  <a:lnTo>
                    <a:pt x="825" y="591"/>
                  </a:lnTo>
                  <a:lnTo>
                    <a:pt x="823" y="590"/>
                  </a:lnTo>
                  <a:lnTo>
                    <a:pt x="821" y="589"/>
                  </a:lnTo>
                  <a:lnTo>
                    <a:pt x="819" y="588"/>
                  </a:lnTo>
                  <a:lnTo>
                    <a:pt x="817" y="586"/>
                  </a:lnTo>
                  <a:lnTo>
                    <a:pt x="816" y="585"/>
                  </a:lnTo>
                  <a:lnTo>
                    <a:pt x="814" y="584"/>
                  </a:lnTo>
                  <a:lnTo>
                    <a:pt x="810" y="584"/>
                  </a:lnTo>
                  <a:lnTo>
                    <a:pt x="806" y="584"/>
                  </a:lnTo>
                  <a:lnTo>
                    <a:pt x="804" y="582"/>
                  </a:lnTo>
                  <a:lnTo>
                    <a:pt x="805" y="579"/>
                  </a:lnTo>
                  <a:lnTo>
                    <a:pt x="808" y="576"/>
                  </a:lnTo>
                  <a:lnTo>
                    <a:pt x="810" y="573"/>
                  </a:lnTo>
                  <a:lnTo>
                    <a:pt x="811" y="571"/>
                  </a:lnTo>
                  <a:lnTo>
                    <a:pt x="811" y="569"/>
                  </a:lnTo>
                  <a:lnTo>
                    <a:pt x="810" y="567"/>
                  </a:lnTo>
                  <a:lnTo>
                    <a:pt x="811" y="566"/>
                  </a:lnTo>
                  <a:lnTo>
                    <a:pt x="812" y="564"/>
                  </a:lnTo>
                  <a:lnTo>
                    <a:pt x="812" y="561"/>
                  </a:lnTo>
                  <a:lnTo>
                    <a:pt x="811" y="559"/>
                  </a:lnTo>
                  <a:lnTo>
                    <a:pt x="811" y="557"/>
                  </a:lnTo>
                  <a:lnTo>
                    <a:pt x="813" y="555"/>
                  </a:lnTo>
                  <a:lnTo>
                    <a:pt x="816" y="554"/>
                  </a:lnTo>
                  <a:lnTo>
                    <a:pt x="818" y="552"/>
                  </a:lnTo>
                  <a:lnTo>
                    <a:pt x="819" y="550"/>
                  </a:lnTo>
                  <a:lnTo>
                    <a:pt x="819" y="548"/>
                  </a:lnTo>
                  <a:lnTo>
                    <a:pt x="821" y="546"/>
                  </a:lnTo>
                  <a:lnTo>
                    <a:pt x="824" y="546"/>
                  </a:lnTo>
                  <a:lnTo>
                    <a:pt x="827" y="548"/>
                  </a:lnTo>
                  <a:lnTo>
                    <a:pt x="830" y="550"/>
                  </a:lnTo>
                  <a:lnTo>
                    <a:pt x="832" y="550"/>
                  </a:lnTo>
                  <a:lnTo>
                    <a:pt x="834" y="549"/>
                  </a:lnTo>
                  <a:lnTo>
                    <a:pt x="836" y="547"/>
                  </a:lnTo>
                  <a:lnTo>
                    <a:pt x="839" y="546"/>
                  </a:lnTo>
                  <a:lnTo>
                    <a:pt x="841" y="545"/>
                  </a:lnTo>
                  <a:lnTo>
                    <a:pt x="844" y="545"/>
                  </a:lnTo>
                  <a:lnTo>
                    <a:pt x="847" y="545"/>
                  </a:lnTo>
                  <a:lnTo>
                    <a:pt x="850" y="546"/>
                  </a:lnTo>
                  <a:lnTo>
                    <a:pt x="852" y="548"/>
                  </a:lnTo>
                  <a:lnTo>
                    <a:pt x="853" y="551"/>
                  </a:lnTo>
                  <a:lnTo>
                    <a:pt x="854" y="554"/>
                  </a:lnTo>
                  <a:lnTo>
                    <a:pt x="855" y="556"/>
                  </a:lnTo>
                  <a:lnTo>
                    <a:pt x="858" y="556"/>
                  </a:lnTo>
                  <a:lnTo>
                    <a:pt x="861" y="557"/>
                  </a:lnTo>
                  <a:lnTo>
                    <a:pt x="864" y="559"/>
                  </a:lnTo>
                  <a:lnTo>
                    <a:pt x="864" y="561"/>
                  </a:lnTo>
                  <a:lnTo>
                    <a:pt x="864" y="564"/>
                  </a:lnTo>
                  <a:lnTo>
                    <a:pt x="864" y="566"/>
                  </a:lnTo>
                  <a:lnTo>
                    <a:pt x="866" y="567"/>
                  </a:lnTo>
                  <a:close/>
                </a:path>
              </a:pathLst>
            </a:custGeom>
            <a:solidFill>
              <a:srgbClr val="ECB78D">
                <a:alpha val="9600"/>
              </a:srgbClr>
            </a:solidFill>
            <a:ln>
              <a:noFill/>
            </a:ln>
          </p:spPr>
          <p:txBody>
            <a:bodyPr anchor="ctr"/>
            <a:lstStyle/>
            <a:p>
              <a:pPr algn="ctr">
                <a:buNone/>
              </a:pPr>
            </a:p>
          </p:txBody>
        </p:sp>
        <p:sp>
          <p:nvSpPr>
            <p:cNvPr id="7032" name="addition:input:31">
              <a:extLst>
                <a:ext uri="{FF2B5EF4-FFF2-40B4-BE49-F238E27FC236}">
                  <ns2:creationId id="{60C17816-64C0-4AF0-AE98-47E1F0F99AC2}"/>
                </a:ext>
              </a:extLst>
            </p:cNvPr>
            <p:cNvSpPr>
              <a:spLocks noGrp="1"/>
            </p:cNvSpPr>
            <p:nvPr/>
          </p:nvSpPr>
          <p:spPr>
            <a:xfrm>
              <a:off x="209550" y="5438775"/>
              <a:ext cx="1542227" cy="1128461"/>
            </a:xfrm>
            <a:custGeom>
              <a:rect l="l" t="t" r="r" b="b"/>
              <a:pathLst>
                <a:path w="937" h="602">
                  <a:moveTo>
                    <a:pt x="0" y="0"/>
                  </a:moveTo>
                  <a:moveTo>
                    <a:pt x="929" y="565"/>
                  </a:moveTo>
                  <a:lnTo>
                    <a:pt x="935" y="568"/>
                  </a:lnTo>
                  <a:lnTo>
                    <a:pt x="937" y="571"/>
                  </a:lnTo>
                  <a:lnTo>
                    <a:pt x="936" y="574"/>
                  </a:lnTo>
                  <a:lnTo>
                    <a:pt x="933" y="576"/>
                  </a:lnTo>
                  <a:lnTo>
                    <a:pt x="930" y="579"/>
                  </a:lnTo>
                  <a:lnTo>
                    <a:pt x="930" y="581"/>
                  </a:lnTo>
                  <a:lnTo>
                    <a:pt x="930" y="584"/>
                  </a:lnTo>
                  <a:lnTo>
                    <a:pt x="928" y="587"/>
                  </a:lnTo>
                  <a:lnTo>
                    <a:pt x="924" y="588"/>
                  </a:lnTo>
                  <a:lnTo>
                    <a:pt x="920" y="589"/>
                  </a:lnTo>
                  <a:lnTo>
                    <a:pt x="916" y="589"/>
                  </a:lnTo>
                  <a:lnTo>
                    <a:pt x="913" y="591"/>
                  </a:lnTo>
                  <a:lnTo>
                    <a:pt x="910" y="592"/>
                  </a:lnTo>
                  <a:lnTo>
                    <a:pt x="906" y="592"/>
                  </a:lnTo>
                  <a:lnTo>
                    <a:pt x="902" y="592"/>
                  </a:lnTo>
                  <a:lnTo>
                    <a:pt x="899" y="593"/>
                  </a:lnTo>
                  <a:lnTo>
                    <a:pt x="895" y="596"/>
                  </a:lnTo>
                  <a:lnTo>
                    <a:pt x="890" y="600"/>
                  </a:lnTo>
                  <a:lnTo>
                    <a:pt x="885" y="602"/>
                  </a:lnTo>
                  <a:lnTo>
                    <a:pt x="880" y="600"/>
                  </a:lnTo>
                  <a:lnTo>
                    <a:pt x="876" y="596"/>
                  </a:lnTo>
                  <a:lnTo>
                    <a:pt x="873" y="592"/>
                  </a:lnTo>
                  <a:lnTo>
                    <a:pt x="870" y="590"/>
                  </a:lnTo>
                  <a:lnTo>
                    <a:pt x="866" y="589"/>
                  </a:lnTo>
                  <a:lnTo>
                    <a:pt x="862" y="588"/>
                  </a:lnTo>
                  <a:lnTo>
                    <a:pt x="858" y="586"/>
                  </a:lnTo>
                  <a:lnTo>
                    <a:pt x="855" y="584"/>
                  </a:lnTo>
                  <a:lnTo>
                    <a:pt x="852" y="582"/>
                  </a:lnTo>
                  <a:lnTo>
                    <a:pt x="848" y="581"/>
                  </a:lnTo>
                  <a:lnTo>
                    <a:pt x="844" y="579"/>
                  </a:lnTo>
                  <a:lnTo>
                    <a:pt x="842" y="577"/>
                  </a:lnTo>
                  <a:lnTo>
                    <a:pt x="842" y="574"/>
                  </a:lnTo>
                  <a:lnTo>
                    <a:pt x="842" y="571"/>
                  </a:lnTo>
                  <a:lnTo>
                    <a:pt x="841" y="568"/>
                  </a:lnTo>
                  <a:lnTo>
                    <a:pt x="839" y="565"/>
                  </a:lnTo>
                  <a:lnTo>
                    <a:pt x="837" y="562"/>
                  </a:lnTo>
                  <a:lnTo>
                    <a:pt x="839" y="559"/>
                  </a:lnTo>
                  <a:lnTo>
                    <a:pt x="845" y="557"/>
                  </a:lnTo>
                  <a:lnTo>
                    <a:pt x="852" y="556"/>
                  </a:lnTo>
                  <a:lnTo>
                    <a:pt x="857" y="555"/>
                  </a:lnTo>
                  <a:lnTo>
                    <a:pt x="858" y="552"/>
                  </a:lnTo>
                  <a:lnTo>
                    <a:pt x="858" y="549"/>
                  </a:lnTo>
                  <a:lnTo>
                    <a:pt x="858" y="545"/>
                  </a:lnTo>
                  <a:lnTo>
                    <a:pt x="860" y="543"/>
                  </a:lnTo>
                  <a:lnTo>
                    <a:pt x="863" y="540"/>
                  </a:lnTo>
                  <a:lnTo>
                    <a:pt x="866" y="538"/>
                  </a:lnTo>
                  <a:lnTo>
                    <a:pt x="869" y="535"/>
                  </a:lnTo>
                  <a:lnTo>
                    <a:pt x="874" y="534"/>
                  </a:lnTo>
                  <a:lnTo>
                    <a:pt x="879" y="535"/>
                  </a:lnTo>
                  <a:lnTo>
                    <a:pt x="884" y="537"/>
                  </a:lnTo>
                  <a:lnTo>
                    <a:pt x="888" y="538"/>
                  </a:lnTo>
                  <a:lnTo>
                    <a:pt x="891" y="537"/>
                  </a:lnTo>
                  <a:lnTo>
                    <a:pt x="894" y="536"/>
                  </a:lnTo>
                  <a:lnTo>
                    <a:pt x="898" y="534"/>
                  </a:lnTo>
                  <a:lnTo>
                    <a:pt x="901" y="536"/>
                  </a:lnTo>
                  <a:lnTo>
                    <a:pt x="904" y="538"/>
                  </a:lnTo>
                  <a:lnTo>
                    <a:pt x="906" y="541"/>
                  </a:lnTo>
                  <a:lnTo>
                    <a:pt x="909" y="541"/>
                  </a:lnTo>
                  <a:lnTo>
                    <a:pt x="914" y="540"/>
                  </a:lnTo>
                  <a:lnTo>
                    <a:pt x="919" y="539"/>
                  </a:lnTo>
                  <a:lnTo>
                    <a:pt x="923" y="541"/>
                  </a:lnTo>
                  <a:lnTo>
                    <a:pt x="925" y="543"/>
                  </a:lnTo>
                  <a:lnTo>
                    <a:pt x="926" y="546"/>
                  </a:lnTo>
                  <a:lnTo>
                    <a:pt x="927" y="549"/>
                  </a:lnTo>
                  <a:lnTo>
                    <a:pt x="928" y="552"/>
                  </a:lnTo>
                  <a:lnTo>
                    <a:pt x="927" y="555"/>
                  </a:lnTo>
                  <a:lnTo>
                    <a:pt x="925" y="558"/>
                  </a:lnTo>
                  <a:lnTo>
                    <a:pt x="923" y="561"/>
                  </a:lnTo>
                  <a:lnTo>
                    <a:pt x="924" y="563"/>
                  </a:lnTo>
                  <a:close/>
                </a:path>
              </a:pathLst>
            </a:custGeom>
            <a:solidFill>
              <a:srgbClr val="ECB78D">
                <a:alpha val="9600"/>
              </a:srgbClr>
            </a:solidFill>
            <a:ln>
              <a:noFill/>
            </a:ln>
          </p:spPr>
          <p:txBody>
            <a:bodyPr anchor="ctr"/>
            <a:lstStyle/>
            <a:p>
              <a:pPr algn="ctr">
                <a:buNone/>
              </a:pPr>
            </a:p>
          </p:txBody>
        </p:sp>
        <p:sp>
          <p:nvSpPr>
            <p:cNvPr id="7033" name="addition:input:32">
              <a:extLst>
                <a:ext uri="{FF2B5EF4-FFF2-40B4-BE49-F238E27FC236}">
                  <ns2:creationId id="{4608855B-5F62-44B7-A4E1-AD90CC8BA807}"/>
                </a:ext>
              </a:extLst>
            </p:cNvPr>
            <p:cNvSpPr>
              <a:spLocks noGrp="1"/>
            </p:cNvSpPr>
            <p:nvPr/>
          </p:nvSpPr>
          <p:spPr>
            <a:xfrm>
              <a:off x="209550" y="5438775"/>
              <a:ext cx="1580083" cy="1143457"/>
            </a:xfrm>
            <a:custGeom>
              <a:rect l="l" t="t" r="r" b="b"/>
              <a:pathLst>
                <a:path w="960" h="610">
                  <a:moveTo>
                    <a:pt x="0" y="0"/>
                  </a:moveTo>
                  <a:moveTo>
                    <a:pt x="953" y="560"/>
                  </a:moveTo>
                  <a:lnTo>
                    <a:pt x="954" y="564"/>
                  </a:lnTo>
                  <a:lnTo>
                    <a:pt x="953" y="568"/>
                  </a:lnTo>
                  <a:lnTo>
                    <a:pt x="950" y="572"/>
                  </a:lnTo>
                  <a:lnTo>
                    <a:pt x="945" y="575"/>
                  </a:lnTo>
                  <a:lnTo>
                    <a:pt x="941" y="578"/>
                  </a:lnTo>
                  <a:lnTo>
                    <a:pt x="938" y="581"/>
                  </a:lnTo>
                  <a:lnTo>
                    <a:pt x="935" y="585"/>
                  </a:lnTo>
                  <a:lnTo>
                    <a:pt x="931" y="588"/>
                  </a:lnTo>
                  <a:lnTo>
                    <a:pt x="925" y="590"/>
                  </a:lnTo>
                  <a:lnTo>
                    <a:pt x="920" y="592"/>
                  </a:lnTo>
                  <a:lnTo>
                    <a:pt x="917" y="596"/>
                  </a:lnTo>
                  <a:lnTo>
                    <a:pt x="915" y="602"/>
                  </a:lnTo>
                  <a:lnTo>
                    <a:pt x="912" y="608"/>
                  </a:lnTo>
                  <a:lnTo>
                    <a:pt x="906" y="610"/>
                  </a:lnTo>
                  <a:lnTo>
                    <a:pt x="898" y="608"/>
                  </a:lnTo>
                  <a:lnTo>
                    <a:pt x="891" y="603"/>
                  </a:lnTo>
                  <a:lnTo>
                    <a:pt x="886" y="600"/>
                  </a:lnTo>
                  <a:lnTo>
                    <a:pt x="881" y="599"/>
                  </a:lnTo>
                  <a:lnTo>
                    <a:pt x="877" y="599"/>
                  </a:lnTo>
                  <a:lnTo>
                    <a:pt x="872" y="600"/>
                  </a:lnTo>
                  <a:lnTo>
                    <a:pt x="868" y="599"/>
                  </a:lnTo>
                  <a:lnTo>
                    <a:pt x="863" y="599"/>
                  </a:lnTo>
                  <a:lnTo>
                    <a:pt x="858" y="599"/>
                  </a:lnTo>
                  <a:lnTo>
                    <a:pt x="852" y="599"/>
                  </a:lnTo>
                  <a:lnTo>
                    <a:pt x="847" y="598"/>
                  </a:lnTo>
                  <a:lnTo>
                    <a:pt x="845" y="594"/>
                  </a:lnTo>
                  <a:lnTo>
                    <a:pt x="844" y="589"/>
                  </a:lnTo>
                  <a:lnTo>
                    <a:pt x="843" y="585"/>
                  </a:lnTo>
                  <a:lnTo>
                    <a:pt x="839" y="583"/>
                  </a:lnTo>
                  <a:lnTo>
                    <a:pt x="833" y="580"/>
                  </a:lnTo>
                  <a:lnTo>
                    <a:pt x="830" y="577"/>
                  </a:lnTo>
                  <a:lnTo>
                    <a:pt x="832" y="572"/>
                  </a:lnTo>
                  <a:lnTo>
                    <a:pt x="837" y="567"/>
                  </a:lnTo>
                  <a:lnTo>
                    <a:pt x="842" y="563"/>
                  </a:lnTo>
                  <a:lnTo>
                    <a:pt x="842" y="560"/>
                  </a:lnTo>
                  <a:lnTo>
                    <a:pt x="838" y="556"/>
                  </a:lnTo>
                  <a:lnTo>
                    <a:pt x="833" y="552"/>
                  </a:lnTo>
                  <a:lnTo>
                    <a:pt x="830" y="548"/>
                  </a:lnTo>
                  <a:lnTo>
                    <a:pt x="829" y="543"/>
                  </a:lnTo>
                  <a:lnTo>
                    <a:pt x="830" y="539"/>
                  </a:lnTo>
                  <a:lnTo>
                    <a:pt x="830" y="535"/>
                  </a:lnTo>
                  <a:lnTo>
                    <a:pt x="832" y="531"/>
                  </a:lnTo>
                  <a:lnTo>
                    <a:pt x="837" y="529"/>
                  </a:lnTo>
                  <a:lnTo>
                    <a:pt x="845" y="529"/>
                  </a:lnTo>
                  <a:lnTo>
                    <a:pt x="851" y="529"/>
                  </a:lnTo>
                  <a:lnTo>
                    <a:pt x="856" y="528"/>
                  </a:lnTo>
                  <a:lnTo>
                    <a:pt x="858" y="524"/>
                  </a:lnTo>
                  <a:lnTo>
                    <a:pt x="860" y="520"/>
                  </a:lnTo>
                  <a:lnTo>
                    <a:pt x="864" y="517"/>
                  </a:lnTo>
                  <a:lnTo>
                    <a:pt x="870" y="517"/>
                  </a:lnTo>
                  <a:lnTo>
                    <a:pt x="875" y="519"/>
                  </a:lnTo>
                  <a:lnTo>
                    <a:pt x="881" y="519"/>
                  </a:lnTo>
                  <a:lnTo>
                    <a:pt x="886" y="517"/>
                  </a:lnTo>
                  <a:lnTo>
                    <a:pt x="893" y="514"/>
                  </a:lnTo>
                  <a:lnTo>
                    <a:pt x="900" y="512"/>
                  </a:lnTo>
                  <a:lnTo>
                    <a:pt x="906" y="514"/>
                  </a:lnTo>
                  <a:lnTo>
                    <a:pt x="912" y="517"/>
                  </a:lnTo>
                  <a:lnTo>
                    <a:pt x="917" y="519"/>
                  </a:lnTo>
                  <a:lnTo>
                    <a:pt x="922" y="522"/>
                  </a:lnTo>
                  <a:lnTo>
                    <a:pt x="926" y="526"/>
                  </a:lnTo>
                  <a:lnTo>
                    <a:pt x="928" y="531"/>
                  </a:lnTo>
                  <a:lnTo>
                    <a:pt x="929" y="536"/>
                  </a:lnTo>
                  <a:lnTo>
                    <a:pt x="931" y="539"/>
                  </a:lnTo>
                  <a:lnTo>
                    <a:pt x="938" y="540"/>
                  </a:lnTo>
                  <a:lnTo>
                    <a:pt x="948" y="541"/>
                  </a:lnTo>
                  <a:lnTo>
                    <a:pt x="957" y="543"/>
                  </a:lnTo>
                  <a:lnTo>
                    <a:pt x="960" y="547"/>
                  </a:lnTo>
                  <a:lnTo>
                    <a:pt x="958" y="551"/>
                  </a:lnTo>
                  <a:lnTo>
                    <a:pt x="955" y="556"/>
                  </a:lnTo>
                  <a:close/>
                </a:path>
              </a:pathLst>
            </a:custGeom>
            <a:solidFill>
              <a:srgbClr val="E18B48">
                <a:alpha val="11100"/>
              </a:srgbClr>
            </a:solidFill>
            <a:ln>
              <a:noFill/>
            </a:ln>
          </p:spPr>
          <p:txBody>
            <a:bodyPr anchor="ctr"/>
            <a:lstStyle/>
            <a:p>
              <a:pPr algn="ctr">
                <a:buNone/>
              </a:pPr>
            </a:p>
          </p:txBody>
        </p:sp>
        <p:sp>
          <p:nvSpPr>
            <p:cNvPr id="7034" name="addition:input:33">
              <a:extLst>
                <a:ext uri="{FF2B5EF4-FFF2-40B4-BE49-F238E27FC236}">
                  <ns2:creationId id="{B2E62581-D6E7-4F67-B968-1D5F68C3B297}"/>
                </a:ext>
              </a:extLst>
            </p:cNvPr>
            <p:cNvSpPr>
              <a:spLocks noGrp="1"/>
            </p:cNvSpPr>
            <p:nvPr/>
          </p:nvSpPr>
          <p:spPr>
            <a:xfrm>
              <a:off x="209550" y="5438775"/>
              <a:ext cx="1473098" cy="1074100"/>
            </a:xfrm>
            <a:custGeom>
              <a:rect l="l" t="t" r="r" b="b"/>
              <a:pathLst>
                <a:path w="895" h="573">
                  <a:moveTo>
                    <a:pt x="0" y="0"/>
                  </a:moveTo>
                  <a:moveTo>
                    <a:pt x="893" y="548"/>
                  </a:moveTo>
                  <a:lnTo>
                    <a:pt x="895" y="550"/>
                  </a:lnTo>
                  <a:lnTo>
                    <a:pt x="895" y="552"/>
                  </a:lnTo>
                  <a:lnTo>
                    <a:pt x="894" y="554"/>
                  </a:lnTo>
                  <a:lnTo>
                    <a:pt x="893" y="556"/>
                  </a:lnTo>
                  <a:lnTo>
                    <a:pt x="891" y="558"/>
                  </a:lnTo>
                  <a:lnTo>
                    <a:pt x="889" y="559"/>
                  </a:lnTo>
                  <a:lnTo>
                    <a:pt x="887" y="560"/>
                  </a:lnTo>
                  <a:lnTo>
                    <a:pt x="884" y="561"/>
                  </a:lnTo>
                  <a:lnTo>
                    <a:pt x="882" y="562"/>
                  </a:lnTo>
                  <a:lnTo>
                    <a:pt x="881" y="564"/>
                  </a:lnTo>
                  <a:lnTo>
                    <a:pt x="880" y="567"/>
                  </a:lnTo>
                  <a:lnTo>
                    <a:pt x="878" y="568"/>
                  </a:lnTo>
                  <a:lnTo>
                    <a:pt x="875" y="569"/>
                  </a:lnTo>
                  <a:lnTo>
                    <a:pt x="872" y="568"/>
                  </a:lnTo>
                  <a:lnTo>
                    <a:pt x="869" y="568"/>
                  </a:lnTo>
                  <a:lnTo>
                    <a:pt x="867" y="570"/>
                  </a:lnTo>
                  <a:lnTo>
                    <a:pt x="864" y="572"/>
                  </a:lnTo>
                  <a:lnTo>
                    <a:pt x="861" y="573"/>
                  </a:lnTo>
                  <a:lnTo>
                    <a:pt x="857" y="573"/>
                  </a:lnTo>
                  <a:lnTo>
                    <a:pt x="855" y="571"/>
                  </a:lnTo>
                  <a:lnTo>
                    <a:pt x="853" y="569"/>
                  </a:lnTo>
                  <a:lnTo>
                    <a:pt x="850" y="567"/>
                  </a:lnTo>
                  <a:lnTo>
                    <a:pt x="848" y="566"/>
                  </a:lnTo>
                  <a:lnTo>
                    <a:pt x="847" y="564"/>
                  </a:lnTo>
                  <a:lnTo>
                    <a:pt x="845" y="563"/>
                  </a:lnTo>
                  <a:lnTo>
                    <a:pt x="843" y="562"/>
                  </a:lnTo>
                  <a:lnTo>
                    <a:pt x="840" y="562"/>
                  </a:lnTo>
                  <a:lnTo>
                    <a:pt x="836" y="562"/>
                  </a:lnTo>
                  <a:lnTo>
                    <a:pt x="833" y="561"/>
                  </a:lnTo>
                  <a:lnTo>
                    <a:pt x="832" y="559"/>
                  </a:lnTo>
                  <a:lnTo>
                    <a:pt x="833" y="556"/>
                  </a:lnTo>
                  <a:lnTo>
                    <a:pt x="835" y="554"/>
                  </a:lnTo>
                  <a:lnTo>
                    <a:pt x="836" y="552"/>
                  </a:lnTo>
                  <a:lnTo>
                    <a:pt x="835" y="550"/>
                  </a:lnTo>
                  <a:lnTo>
                    <a:pt x="835" y="548"/>
                  </a:lnTo>
                  <a:lnTo>
                    <a:pt x="835" y="546"/>
                  </a:lnTo>
                  <a:lnTo>
                    <a:pt x="837" y="544"/>
                  </a:lnTo>
                  <a:lnTo>
                    <a:pt x="839" y="542"/>
                  </a:lnTo>
                  <a:lnTo>
                    <a:pt x="841" y="541"/>
                  </a:lnTo>
                  <a:lnTo>
                    <a:pt x="841" y="539"/>
                  </a:lnTo>
                  <a:lnTo>
                    <a:pt x="841" y="537"/>
                  </a:lnTo>
                  <a:lnTo>
                    <a:pt x="843" y="535"/>
                  </a:lnTo>
                  <a:lnTo>
                    <a:pt x="844" y="533"/>
                  </a:lnTo>
                  <a:lnTo>
                    <a:pt x="845" y="531"/>
                  </a:lnTo>
                  <a:lnTo>
                    <a:pt x="845" y="529"/>
                  </a:lnTo>
                  <a:lnTo>
                    <a:pt x="846" y="526"/>
                  </a:lnTo>
                  <a:lnTo>
                    <a:pt x="849" y="525"/>
                  </a:lnTo>
                  <a:lnTo>
                    <a:pt x="852" y="526"/>
                  </a:lnTo>
                  <a:lnTo>
                    <a:pt x="856" y="528"/>
                  </a:lnTo>
                  <a:lnTo>
                    <a:pt x="858" y="530"/>
                  </a:lnTo>
                  <a:lnTo>
                    <a:pt x="860" y="529"/>
                  </a:lnTo>
                  <a:lnTo>
                    <a:pt x="861" y="528"/>
                  </a:lnTo>
                  <a:lnTo>
                    <a:pt x="863" y="526"/>
                  </a:lnTo>
                  <a:lnTo>
                    <a:pt x="866" y="526"/>
                  </a:lnTo>
                  <a:lnTo>
                    <a:pt x="868" y="526"/>
                  </a:lnTo>
                  <a:lnTo>
                    <a:pt x="870" y="526"/>
                  </a:lnTo>
                  <a:lnTo>
                    <a:pt x="872" y="526"/>
                  </a:lnTo>
                  <a:lnTo>
                    <a:pt x="875" y="527"/>
                  </a:lnTo>
                  <a:lnTo>
                    <a:pt x="877" y="528"/>
                  </a:lnTo>
                  <a:lnTo>
                    <a:pt x="879" y="530"/>
                  </a:lnTo>
                  <a:lnTo>
                    <a:pt x="880" y="532"/>
                  </a:lnTo>
                  <a:lnTo>
                    <a:pt x="882" y="533"/>
                  </a:lnTo>
                  <a:lnTo>
                    <a:pt x="884" y="534"/>
                  </a:lnTo>
                  <a:lnTo>
                    <a:pt x="886" y="536"/>
                  </a:lnTo>
                  <a:lnTo>
                    <a:pt x="887" y="538"/>
                  </a:lnTo>
                  <a:lnTo>
                    <a:pt x="885" y="541"/>
                  </a:lnTo>
                  <a:lnTo>
                    <a:pt x="884" y="543"/>
                  </a:lnTo>
                  <a:lnTo>
                    <a:pt x="885" y="544"/>
                  </a:lnTo>
                  <a:lnTo>
                    <a:pt x="889" y="546"/>
                  </a:lnTo>
                  <a:close/>
                </a:path>
              </a:pathLst>
            </a:custGeom>
            <a:solidFill>
              <a:srgbClr val="DE8036">
                <a:alpha val="10800"/>
              </a:srgbClr>
            </a:solidFill>
            <a:ln>
              <a:noFill/>
            </a:ln>
          </p:spPr>
          <p:txBody>
            <a:bodyPr anchor="ctr"/>
            <a:lstStyle/>
            <a:p>
              <a:pPr algn="ctr">
                <a:buNone/>
              </a:pPr>
            </a:p>
          </p:txBody>
        </p:sp>
        <p:sp>
          <p:nvSpPr>
            <p:cNvPr id="7035" name="addition:input:34">
              <a:extLst>
                <a:ext uri="{FF2B5EF4-FFF2-40B4-BE49-F238E27FC236}">
                  <ns2:creationId id="{893E7C2B-FED0-48CB-8156-E9BB919864AA}"/>
                </a:ext>
              </a:extLst>
            </p:cNvPr>
            <p:cNvSpPr>
              <a:spLocks noGrp="1"/>
            </p:cNvSpPr>
            <p:nvPr/>
          </p:nvSpPr>
          <p:spPr>
            <a:xfrm>
              <a:off x="209550" y="5438775"/>
              <a:ext cx="1529060" cy="1049731"/>
            </a:xfrm>
            <a:custGeom>
              <a:rect l="l" t="t" r="r" b="b"/>
              <a:pathLst>
                <a:path w="929" h="560">
                  <a:moveTo>
                    <a:pt x="0" y="0"/>
                  </a:moveTo>
                  <a:moveTo>
                    <a:pt x="928" y="541"/>
                  </a:moveTo>
                  <a:lnTo>
                    <a:pt x="929" y="543"/>
                  </a:lnTo>
                  <a:lnTo>
                    <a:pt x="929" y="544"/>
                  </a:lnTo>
                  <a:lnTo>
                    <a:pt x="927" y="546"/>
                  </a:lnTo>
                  <a:lnTo>
                    <a:pt x="926" y="547"/>
                  </a:lnTo>
                  <a:lnTo>
                    <a:pt x="924" y="548"/>
                  </a:lnTo>
                  <a:lnTo>
                    <a:pt x="923" y="550"/>
                  </a:lnTo>
                  <a:lnTo>
                    <a:pt x="923" y="551"/>
                  </a:lnTo>
                  <a:lnTo>
                    <a:pt x="922" y="552"/>
                  </a:lnTo>
                  <a:lnTo>
                    <a:pt x="919" y="553"/>
                  </a:lnTo>
                  <a:lnTo>
                    <a:pt x="916" y="553"/>
                  </a:lnTo>
                  <a:lnTo>
                    <a:pt x="914" y="553"/>
                  </a:lnTo>
                  <a:lnTo>
                    <a:pt x="913" y="555"/>
                  </a:lnTo>
                  <a:lnTo>
                    <a:pt x="912" y="557"/>
                  </a:lnTo>
                  <a:lnTo>
                    <a:pt x="910" y="559"/>
                  </a:lnTo>
                  <a:lnTo>
                    <a:pt x="908" y="560"/>
                  </a:lnTo>
                  <a:lnTo>
                    <a:pt x="905" y="560"/>
                  </a:lnTo>
                  <a:lnTo>
                    <a:pt x="903" y="559"/>
                  </a:lnTo>
                  <a:lnTo>
                    <a:pt x="900" y="558"/>
                  </a:lnTo>
                  <a:lnTo>
                    <a:pt x="898" y="558"/>
                  </a:lnTo>
                  <a:lnTo>
                    <a:pt x="896" y="557"/>
                  </a:lnTo>
                  <a:lnTo>
                    <a:pt x="895" y="555"/>
                  </a:lnTo>
                  <a:lnTo>
                    <a:pt x="894" y="554"/>
                  </a:lnTo>
                  <a:lnTo>
                    <a:pt x="892" y="554"/>
                  </a:lnTo>
                  <a:lnTo>
                    <a:pt x="889" y="555"/>
                  </a:lnTo>
                  <a:lnTo>
                    <a:pt x="887" y="555"/>
                  </a:lnTo>
                  <a:lnTo>
                    <a:pt x="885" y="554"/>
                  </a:lnTo>
                  <a:lnTo>
                    <a:pt x="884" y="553"/>
                  </a:lnTo>
                  <a:lnTo>
                    <a:pt x="884" y="551"/>
                  </a:lnTo>
                  <a:lnTo>
                    <a:pt x="884" y="550"/>
                  </a:lnTo>
                  <a:lnTo>
                    <a:pt x="882" y="549"/>
                  </a:lnTo>
                  <a:lnTo>
                    <a:pt x="880" y="548"/>
                  </a:lnTo>
                  <a:lnTo>
                    <a:pt x="879" y="546"/>
                  </a:lnTo>
                  <a:lnTo>
                    <a:pt x="880" y="544"/>
                  </a:lnTo>
                  <a:lnTo>
                    <a:pt x="882" y="543"/>
                  </a:lnTo>
                  <a:lnTo>
                    <a:pt x="884" y="541"/>
                  </a:lnTo>
                  <a:lnTo>
                    <a:pt x="884" y="540"/>
                  </a:lnTo>
                  <a:lnTo>
                    <a:pt x="885" y="538"/>
                  </a:lnTo>
                  <a:lnTo>
                    <a:pt x="885" y="537"/>
                  </a:lnTo>
                  <a:lnTo>
                    <a:pt x="886" y="536"/>
                  </a:lnTo>
                  <a:lnTo>
                    <a:pt x="886" y="534"/>
                  </a:lnTo>
                  <a:lnTo>
                    <a:pt x="885" y="532"/>
                  </a:lnTo>
                  <a:lnTo>
                    <a:pt x="884" y="530"/>
                  </a:lnTo>
                  <a:lnTo>
                    <a:pt x="884" y="528"/>
                  </a:lnTo>
                  <a:lnTo>
                    <a:pt x="886" y="527"/>
                  </a:lnTo>
                  <a:lnTo>
                    <a:pt x="889" y="527"/>
                  </a:lnTo>
                  <a:lnTo>
                    <a:pt x="892" y="528"/>
                  </a:lnTo>
                  <a:lnTo>
                    <a:pt x="893" y="527"/>
                  </a:lnTo>
                  <a:lnTo>
                    <a:pt x="894" y="526"/>
                  </a:lnTo>
                  <a:lnTo>
                    <a:pt x="896" y="525"/>
                  </a:lnTo>
                  <a:lnTo>
                    <a:pt x="897" y="525"/>
                  </a:lnTo>
                  <a:lnTo>
                    <a:pt x="899" y="525"/>
                  </a:lnTo>
                  <a:lnTo>
                    <a:pt x="901" y="525"/>
                  </a:lnTo>
                  <a:lnTo>
                    <a:pt x="902" y="525"/>
                  </a:lnTo>
                  <a:lnTo>
                    <a:pt x="904" y="524"/>
                  </a:lnTo>
                  <a:lnTo>
                    <a:pt x="906" y="524"/>
                  </a:lnTo>
                  <a:lnTo>
                    <a:pt x="908" y="525"/>
                  </a:lnTo>
                  <a:lnTo>
                    <a:pt x="910" y="525"/>
                  </a:lnTo>
                  <a:lnTo>
                    <a:pt x="913" y="525"/>
                  </a:lnTo>
                  <a:lnTo>
                    <a:pt x="915" y="525"/>
                  </a:lnTo>
                  <a:lnTo>
                    <a:pt x="918" y="526"/>
                  </a:lnTo>
                  <a:lnTo>
                    <a:pt x="919" y="528"/>
                  </a:lnTo>
                  <a:lnTo>
                    <a:pt x="918" y="530"/>
                  </a:lnTo>
                  <a:lnTo>
                    <a:pt x="918" y="533"/>
                  </a:lnTo>
                  <a:lnTo>
                    <a:pt x="918" y="534"/>
                  </a:lnTo>
                  <a:lnTo>
                    <a:pt x="920" y="535"/>
                  </a:lnTo>
                  <a:lnTo>
                    <a:pt x="923" y="535"/>
                  </a:lnTo>
                  <a:lnTo>
                    <a:pt x="926" y="536"/>
                  </a:lnTo>
                  <a:lnTo>
                    <a:pt x="927" y="538"/>
                  </a:lnTo>
                  <a:lnTo>
                    <a:pt x="928" y="539"/>
                  </a:lnTo>
                  <a:close/>
                </a:path>
              </a:pathLst>
            </a:custGeom>
            <a:solidFill>
              <a:srgbClr val="DE8036">
                <a:alpha val="10800"/>
              </a:srgbClr>
            </a:solidFill>
            <a:ln>
              <a:noFill/>
            </a:ln>
          </p:spPr>
          <p:txBody>
            <a:bodyPr anchor="ctr"/>
            <a:lstStyle/>
            <a:p>
              <a:pPr algn="ctr">
                <a:buNone/>
              </a:pPr>
            </a:p>
          </p:txBody>
        </p:sp>
        <p:sp>
          <p:nvSpPr>
            <p:cNvPr id="7036" name="addition:input:35">
              <a:extLst>
                <a:ext uri="{FF2B5EF4-FFF2-40B4-BE49-F238E27FC236}">
                  <ns2:creationId id="{01ACD4C2-C9EF-476F-A681-48F73968FDCC}"/>
                </a:ext>
              </a:extLst>
            </p:cNvPr>
            <p:cNvSpPr>
              <a:spLocks noGrp="1"/>
            </p:cNvSpPr>
            <p:nvPr/>
          </p:nvSpPr>
          <p:spPr>
            <a:xfrm>
              <a:off x="209550" y="5438775"/>
              <a:ext cx="1573500" cy="1119088"/>
            </a:xfrm>
            <a:custGeom>
              <a:rect l="l" t="t" r="r" b="b"/>
              <a:pathLst>
                <a:path w="956" h="597">
                  <a:moveTo>
                    <a:pt x="0" y="0"/>
                  </a:moveTo>
                  <a:moveTo>
                    <a:pt x="953" y="571"/>
                  </a:moveTo>
                  <a:lnTo>
                    <a:pt x="952" y="573"/>
                  </a:lnTo>
                  <a:lnTo>
                    <a:pt x="953" y="575"/>
                  </a:lnTo>
                  <a:lnTo>
                    <a:pt x="954" y="577"/>
                  </a:lnTo>
                  <a:lnTo>
                    <a:pt x="953" y="579"/>
                  </a:lnTo>
                  <a:lnTo>
                    <a:pt x="951" y="581"/>
                  </a:lnTo>
                  <a:lnTo>
                    <a:pt x="947" y="582"/>
                  </a:lnTo>
                  <a:lnTo>
                    <a:pt x="945" y="583"/>
                  </a:lnTo>
                  <a:lnTo>
                    <a:pt x="943" y="584"/>
                  </a:lnTo>
                  <a:lnTo>
                    <a:pt x="941" y="586"/>
                  </a:lnTo>
                  <a:lnTo>
                    <a:pt x="938" y="587"/>
                  </a:lnTo>
                  <a:lnTo>
                    <a:pt x="936" y="588"/>
                  </a:lnTo>
                  <a:lnTo>
                    <a:pt x="934" y="590"/>
                  </a:lnTo>
                  <a:lnTo>
                    <a:pt x="932" y="592"/>
                  </a:lnTo>
                  <a:lnTo>
                    <a:pt x="930" y="595"/>
                  </a:lnTo>
                  <a:lnTo>
                    <a:pt x="927" y="597"/>
                  </a:lnTo>
                  <a:lnTo>
                    <a:pt x="924" y="596"/>
                  </a:lnTo>
                  <a:lnTo>
                    <a:pt x="920" y="594"/>
                  </a:lnTo>
                  <a:lnTo>
                    <a:pt x="917" y="591"/>
                  </a:lnTo>
                  <a:lnTo>
                    <a:pt x="915" y="590"/>
                  </a:lnTo>
                  <a:lnTo>
                    <a:pt x="912" y="591"/>
                  </a:lnTo>
                  <a:lnTo>
                    <a:pt x="910" y="591"/>
                  </a:lnTo>
                  <a:lnTo>
                    <a:pt x="907" y="591"/>
                  </a:lnTo>
                  <a:lnTo>
                    <a:pt x="905" y="590"/>
                  </a:lnTo>
                  <a:lnTo>
                    <a:pt x="903" y="589"/>
                  </a:lnTo>
                  <a:lnTo>
                    <a:pt x="901" y="588"/>
                  </a:lnTo>
                  <a:lnTo>
                    <a:pt x="898" y="588"/>
                  </a:lnTo>
                  <a:lnTo>
                    <a:pt x="896" y="586"/>
                  </a:lnTo>
                  <a:lnTo>
                    <a:pt x="895" y="584"/>
                  </a:lnTo>
                  <a:lnTo>
                    <a:pt x="895" y="582"/>
                  </a:lnTo>
                  <a:lnTo>
                    <a:pt x="894" y="581"/>
                  </a:lnTo>
                  <a:lnTo>
                    <a:pt x="892" y="579"/>
                  </a:lnTo>
                  <a:lnTo>
                    <a:pt x="890" y="577"/>
                  </a:lnTo>
                  <a:lnTo>
                    <a:pt x="891" y="575"/>
                  </a:lnTo>
                  <a:lnTo>
                    <a:pt x="894" y="573"/>
                  </a:lnTo>
                  <a:lnTo>
                    <a:pt x="897" y="571"/>
                  </a:lnTo>
                  <a:lnTo>
                    <a:pt x="899" y="569"/>
                  </a:lnTo>
                  <a:lnTo>
                    <a:pt x="898" y="567"/>
                  </a:lnTo>
                  <a:lnTo>
                    <a:pt x="896" y="565"/>
                  </a:lnTo>
                  <a:lnTo>
                    <a:pt x="894" y="563"/>
                  </a:lnTo>
                  <a:lnTo>
                    <a:pt x="894" y="560"/>
                  </a:lnTo>
                  <a:lnTo>
                    <a:pt x="895" y="558"/>
                  </a:lnTo>
                  <a:lnTo>
                    <a:pt x="896" y="557"/>
                  </a:lnTo>
                  <a:lnTo>
                    <a:pt x="897" y="555"/>
                  </a:lnTo>
                  <a:lnTo>
                    <a:pt x="899" y="553"/>
                  </a:lnTo>
                  <a:lnTo>
                    <a:pt x="902" y="553"/>
                  </a:lnTo>
                  <a:lnTo>
                    <a:pt x="905" y="553"/>
                  </a:lnTo>
                  <a:lnTo>
                    <a:pt x="908" y="553"/>
                  </a:lnTo>
                  <a:lnTo>
                    <a:pt x="909" y="552"/>
                  </a:lnTo>
                  <a:lnTo>
                    <a:pt x="910" y="550"/>
                  </a:lnTo>
                  <a:lnTo>
                    <a:pt x="912" y="549"/>
                  </a:lnTo>
                  <a:lnTo>
                    <a:pt x="915" y="549"/>
                  </a:lnTo>
                  <a:lnTo>
                    <a:pt x="917" y="550"/>
                  </a:lnTo>
                  <a:lnTo>
                    <a:pt x="920" y="551"/>
                  </a:lnTo>
                  <a:lnTo>
                    <a:pt x="922" y="550"/>
                  </a:lnTo>
                  <a:lnTo>
                    <a:pt x="925" y="549"/>
                  </a:lnTo>
                  <a:lnTo>
                    <a:pt x="929" y="547"/>
                  </a:lnTo>
                  <a:lnTo>
                    <a:pt x="932" y="547"/>
                  </a:lnTo>
                  <a:lnTo>
                    <a:pt x="935" y="549"/>
                  </a:lnTo>
                  <a:lnTo>
                    <a:pt x="937" y="551"/>
                  </a:lnTo>
                  <a:lnTo>
                    <a:pt x="938" y="553"/>
                  </a:lnTo>
                  <a:lnTo>
                    <a:pt x="940" y="555"/>
                  </a:lnTo>
                  <a:lnTo>
                    <a:pt x="941" y="557"/>
                  </a:lnTo>
                  <a:lnTo>
                    <a:pt x="942" y="559"/>
                  </a:lnTo>
                  <a:lnTo>
                    <a:pt x="942" y="561"/>
                  </a:lnTo>
                  <a:lnTo>
                    <a:pt x="945" y="562"/>
                  </a:lnTo>
                  <a:lnTo>
                    <a:pt x="949" y="563"/>
                  </a:lnTo>
                  <a:lnTo>
                    <a:pt x="953" y="564"/>
                  </a:lnTo>
                  <a:lnTo>
                    <a:pt x="956" y="566"/>
                  </a:lnTo>
                  <a:lnTo>
                    <a:pt x="955" y="569"/>
                  </a:lnTo>
                  <a:close/>
                </a:path>
              </a:pathLst>
            </a:custGeom>
            <a:solidFill>
              <a:srgbClr val="DE8036">
                <a:alpha val="10800"/>
              </a:srgbClr>
            </a:solidFill>
            <a:ln>
              <a:noFill/>
            </a:ln>
          </p:spPr>
          <p:txBody>
            <a:bodyPr anchor="ctr"/>
            <a:lstStyle/>
            <a:p>
              <a:pPr algn="ctr">
                <a:buNone/>
              </a:pPr>
            </a:p>
          </p:txBody>
        </p:sp>
        <p:sp>
          <p:nvSpPr>
            <p:cNvPr id="7037" name="addition:input:36">
              <a:extLst>
                <a:ext uri="{FF2B5EF4-FFF2-40B4-BE49-F238E27FC236}">
                  <ns2:creationId id="{5307DCD7-5A7F-44B3-B04C-E96150C76FAF}"/>
                </a:ext>
              </a:extLst>
            </p:cNvPr>
            <p:cNvSpPr>
              <a:spLocks noGrp="1"/>
            </p:cNvSpPr>
            <p:nvPr/>
          </p:nvSpPr>
          <p:spPr>
            <a:xfrm>
              <a:off x="209550" y="5438775"/>
              <a:ext cx="1496141" cy="1130336"/>
            </a:xfrm>
            <a:custGeom>
              <a:rect l="l" t="t" r="r" b="b"/>
              <a:pathLst>
                <a:path w="909" h="603">
                  <a:moveTo>
                    <a:pt x="0" y="0"/>
                  </a:moveTo>
                  <a:moveTo>
                    <a:pt x="908" y="584"/>
                  </a:moveTo>
                  <a:lnTo>
                    <a:pt x="905" y="585"/>
                  </a:lnTo>
                  <a:lnTo>
                    <a:pt x="902" y="587"/>
                  </a:lnTo>
                  <a:lnTo>
                    <a:pt x="899" y="588"/>
                  </a:lnTo>
                  <a:lnTo>
                    <a:pt x="899" y="589"/>
                  </a:lnTo>
                  <a:lnTo>
                    <a:pt x="900" y="592"/>
                  </a:lnTo>
                  <a:lnTo>
                    <a:pt x="901" y="594"/>
                  </a:lnTo>
                  <a:lnTo>
                    <a:pt x="899" y="595"/>
                  </a:lnTo>
                  <a:lnTo>
                    <a:pt x="897" y="596"/>
                  </a:lnTo>
                  <a:lnTo>
                    <a:pt x="894" y="597"/>
                  </a:lnTo>
                  <a:lnTo>
                    <a:pt x="893" y="598"/>
                  </a:lnTo>
                  <a:lnTo>
                    <a:pt x="892" y="600"/>
                  </a:lnTo>
                  <a:lnTo>
                    <a:pt x="890" y="602"/>
                  </a:lnTo>
                  <a:lnTo>
                    <a:pt x="888" y="603"/>
                  </a:lnTo>
                  <a:lnTo>
                    <a:pt x="885" y="603"/>
                  </a:lnTo>
                  <a:lnTo>
                    <a:pt x="883" y="602"/>
                  </a:lnTo>
                  <a:lnTo>
                    <a:pt x="881" y="602"/>
                  </a:lnTo>
                  <a:lnTo>
                    <a:pt x="879" y="602"/>
                  </a:lnTo>
                  <a:lnTo>
                    <a:pt x="877" y="601"/>
                  </a:lnTo>
                  <a:lnTo>
                    <a:pt x="875" y="600"/>
                  </a:lnTo>
                  <a:lnTo>
                    <a:pt x="874" y="599"/>
                  </a:lnTo>
                  <a:lnTo>
                    <a:pt x="872" y="600"/>
                  </a:lnTo>
                  <a:lnTo>
                    <a:pt x="869" y="601"/>
                  </a:lnTo>
                  <a:lnTo>
                    <a:pt x="866" y="603"/>
                  </a:lnTo>
                  <a:lnTo>
                    <a:pt x="863" y="602"/>
                  </a:lnTo>
                  <a:lnTo>
                    <a:pt x="862" y="601"/>
                  </a:lnTo>
                  <a:lnTo>
                    <a:pt x="861" y="598"/>
                  </a:lnTo>
                  <a:lnTo>
                    <a:pt x="861" y="596"/>
                  </a:lnTo>
                  <a:lnTo>
                    <a:pt x="860" y="595"/>
                  </a:lnTo>
                  <a:lnTo>
                    <a:pt x="859" y="593"/>
                  </a:lnTo>
                  <a:lnTo>
                    <a:pt x="857" y="592"/>
                  </a:lnTo>
                  <a:lnTo>
                    <a:pt x="857" y="590"/>
                  </a:lnTo>
                  <a:lnTo>
                    <a:pt x="857" y="588"/>
                  </a:lnTo>
                  <a:lnTo>
                    <a:pt x="856" y="587"/>
                  </a:lnTo>
                  <a:lnTo>
                    <a:pt x="855" y="585"/>
                  </a:lnTo>
                  <a:lnTo>
                    <a:pt x="853" y="584"/>
                  </a:lnTo>
                  <a:lnTo>
                    <a:pt x="853" y="582"/>
                  </a:lnTo>
                  <a:lnTo>
                    <a:pt x="854" y="580"/>
                  </a:lnTo>
                  <a:lnTo>
                    <a:pt x="854" y="579"/>
                  </a:lnTo>
                  <a:lnTo>
                    <a:pt x="852" y="577"/>
                  </a:lnTo>
                  <a:lnTo>
                    <a:pt x="851" y="574"/>
                  </a:lnTo>
                  <a:lnTo>
                    <a:pt x="851" y="572"/>
                  </a:lnTo>
                  <a:lnTo>
                    <a:pt x="853" y="571"/>
                  </a:lnTo>
                  <a:lnTo>
                    <a:pt x="857" y="571"/>
                  </a:lnTo>
                  <a:lnTo>
                    <a:pt x="861" y="572"/>
                  </a:lnTo>
                  <a:lnTo>
                    <a:pt x="863" y="571"/>
                  </a:lnTo>
                  <a:lnTo>
                    <a:pt x="864" y="570"/>
                  </a:lnTo>
                  <a:lnTo>
                    <a:pt x="865" y="568"/>
                  </a:lnTo>
                  <a:lnTo>
                    <a:pt x="867" y="567"/>
                  </a:lnTo>
                  <a:lnTo>
                    <a:pt x="869" y="566"/>
                  </a:lnTo>
                  <a:lnTo>
                    <a:pt x="871" y="565"/>
                  </a:lnTo>
                  <a:lnTo>
                    <a:pt x="874" y="564"/>
                  </a:lnTo>
                  <a:lnTo>
                    <a:pt x="876" y="563"/>
                  </a:lnTo>
                  <a:lnTo>
                    <a:pt x="879" y="563"/>
                  </a:lnTo>
                  <a:lnTo>
                    <a:pt x="882" y="564"/>
                  </a:lnTo>
                  <a:lnTo>
                    <a:pt x="884" y="566"/>
                  </a:lnTo>
                  <a:lnTo>
                    <a:pt x="887" y="566"/>
                  </a:lnTo>
                  <a:lnTo>
                    <a:pt x="890" y="566"/>
                  </a:lnTo>
                  <a:lnTo>
                    <a:pt x="893" y="566"/>
                  </a:lnTo>
                  <a:lnTo>
                    <a:pt x="895" y="567"/>
                  </a:lnTo>
                  <a:lnTo>
                    <a:pt x="896" y="569"/>
                  </a:lnTo>
                  <a:lnTo>
                    <a:pt x="896" y="572"/>
                  </a:lnTo>
                  <a:lnTo>
                    <a:pt x="897" y="573"/>
                  </a:lnTo>
                  <a:lnTo>
                    <a:pt x="900" y="574"/>
                  </a:lnTo>
                  <a:lnTo>
                    <a:pt x="903" y="574"/>
                  </a:lnTo>
                  <a:lnTo>
                    <a:pt x="906" y="575"/>
                  </a:lnTo>
                  <a:lnTo>
                    <a:pt x="907" y="576"/>
                  </a:lnTo>
                  <a:lnTo>
                    <a:pt x="908" y="578"/>
                  </a:lnTo>
                  <a:lnTo>
                    <a:pt x="909" y="580"/>
                  </a:lnTo>
                  <a:lnTo>
                    <a:pt x="909" y="582"/>
                  </a:lnTo>
                  <a:close/>
                </a:path>
              </a:pathLst>
            </a:custGeom>
            <a:solidFill>
              <a:srgbClr val="DE8036">
                <a:alpha val="10800"/>
              </a:srgbClr>
            </a:solidFill>
            <a:ln>
              <a:noFill/>
            </a:ln>
          </p:spPr>
          <p:txBody>
            <a:bodyPr anchor="ctr"/>
            <a:lstStyle/>
            <a:p>
              <a:pPr algn="ctr">
                <a:buNone/>
              </a:pPr>
            </a:p>
          </p:txBody>
        </p:sp>
        <p:sp>
          <p:nvSpPr>
            <p:cNvPr id="7038" name="addition:input:37">
              <a:extLst>
                <a:ext uri="{FF2B5EF4-FFF2-40B4-BE49-F238E27FC236}">
                  <ns2:creationId id="{E1D21166-5010-4FBC-991D-D9632F274E0C}"/>
                </a:ext>
              </a:extLst>
            </p:cNvPr>
            <p:cNvSpPr>
              <a:spLocks noGrp="1"/>
            </p:cNvSpPr>
            <p:nvPr/>
          </p:nvSpPr>
          <p:spPr>
            <a:xfrm>
              <a:off x="209550" y="5438775"/>
              <a:ext cx="2319101" cy="678576"/>
            </a:xfrm>
            <a:custGeom>
              <a:rect l="l" t="t" r="r" b="b"/>
              <a:pathLst>
                <a:path w="1409" h="362">
                  <a:moveTo>
                    <a:pt x="0" y="0"/>
                  </a:moveTo>
                  <a:moveTo>
                    <a:pt x="1405" y="262"/>
                  </a:moveTo>
                  <a:lnTo>
                    <a:pt x="1409" y="271"/>
                  </a:lnTo>
                  <a:lnTo>
                    <a:pt x="1409" y="279"/>
                  </a:lnTo>
                  <a:lnTo>
                    <a:pt x="1402" y="287"/>
                  </a:lnTo>
                  <a:lnTo>
                    <a:pt x="1391" y="293"/>
                  </a:lnTo>
                  <a:lnTo>
                    <a:pt x="1383" y="299"/>
                  </a:lnTo>
                  <a:lnTo>
                    <a:pt x="1379" y="306"/>
                  </a:lnTo>
                  <a:lnTo>
                    <a:pt x="1376" y="315"/>
                  </a:lnTo>
                  <a:lnTo>
                    <a:pt x="1368" y="321"/>
                  </a:lnTo>
                  <a:lnTo>
                    <a:pt x="1354" y="323"/>
                  </a:lnTo>
                  <a:lnTo>
                    <a:pt x="1337" y="323"/>
                  </a:lnTo>
                  <a:lnTo>
                    <a:pt x="1325" y="325"/>
                  </a:lnTo>
                  <a:lnTo>
                    <a:pt x="1319" y="333"/>
                  </a:lnTo>
                  <a:lnTo>
                    <a:pt x="1313" y="345"/>
                  </a:lnTo>
                  <a:lnTo>
                    <a:pt x="1305" y="357"/>
                  </a:lnTo>
                  <a:lnTo>
                    <a:pt x="1291" y="362"/>
                  </a:lnTo>
                  <a:lnTo>
                    <a:pt x="1276" y="361"/>
                  </a:lnTo>
                  <a:lnTo>
                    <a:pt x="1261" y="357"/>
                  </a:lnTo>
                  <a:lnTo>
                    <a:pt x="1248" y="353"/>
                  </a:lnTo>
                  <a:lnTo>
                    <a:pt x="1236" y="350"/>
                  </a:lnTo>
                  <a:lnTo>
                    <a:pt x="1225" y="344"/>
                  </a:lnTo>
                  <a:lnTo>
                    <a:pt x="1216" y="337"/>
                  </a:lnTo>
                  <a:lnTo>
                    <a:pt x="1209" y="332"/>
                  </a:lnTo>
                  <a:lnTo>
                    <a:pt x="1198" y="331"/>
                  </a:lnTo>
                  <a:lnTo>
                    <a:pt x="1184" y="334"/>
                  </a:lnTo>
                  <a:lnTo>
                    <a:pt x="1169" y="335"/>
                  </a:lnTo>
                  <a:lnTo>
                    <a:pt x="1159" y="331"/>
                  </a:lnTo>
                  <a:lnTo>
                    <a:pt x="1156" y="322"/>
                  </a:lnTo>
                  <a:lnTo>
                    <a:pt x="1156" y="313"/>
                  </a:lnTo>
                  <a:lnTo>
                    <a:pt x="1152" y="306"/>
                  </a:lnTo>
                  <a:lnTo>
                    <a:pt x="1141" y="302"/>
                  </a:lnTo>
                  <a:lnTo>
                    <a:pt x="1130" y="296"/>
                  </a:lnTo>
                  <a:lnTo>
                    <a:pt x="1126" y="288"/>
                  </a:lnTo>
                  <a:lnTo>
                    <a:pt x="1132" y="279"/>
                  </a:lnTo>
                  <a:lnTo>
                    <a:pt x="1143" y="270"/>
                  </a:lnTo>
                  <a:lnTo>
                    <a:pt x="1151" y="262"/>
                  </a:lnTo>
                  <a:lnTo>
                    <a:pt x="1155" y="255"/>
                  </a:lnTo>
                  <a:lnTo>
                    <a:pt x="1157" y="248"/>
                  </a:lnTo>
                  <a:lnTo>
                    <a:pt x="1161" y="241"/>
                  </a:lnTo>
                  <a:lnTo>
                    <a:pt x="1164" y="234"/>
                  </a:lnTo>
                  <a:lnTo>
                    <a:pt x="1163" y="226"/>
                  </a:lnTo>
                  <a:lnTo>
                    <a:pt x="1157" y="215"/>
                  </a:lnTo>
                  <a:lnTo>
                    <a:pt x="1151" y="202"/>
                  </a:lnTo>
                  <a:lnTo>
                    <a:pt x="1155" y="193"/>
                  </a:lnTo>
                  <a:lnTo>
                    <a:pt x="1167" y="189"/>
                  </a:lnTo>
                  <a:lnTo>
                    <a:pt x="1185" y="191"/>
                  </a:lnTo>
                  <a:lnTo>
                    <a:pt x="1199" y="193"/>
                  </a:lnTo>
                  <a:lnTo>
                    <a:pt x="1208" y="191"/>
                  </a:lnTo>
                  <a:lnTo>
                    <a:pt x="1213" y="184"/>
                  </a:lnTo>
                  <a:lnTo>
                    <a:pt x="1220" y="178"/>
                  </a:lnTo>
                  <a:lnTo>
                    <a:pt x="1230" y="177"/>
                  </a:lnTo>
                  <a:lnTo>
                    <a:pt x="1240" y="179"/>
                  </a:lnTo>
                  <a:lnTo>
                    <a:pt x="1250" y="180"/>
                  </a:lnTo>
                  <a:lnTo>
                    <a:pt x="1259" y="179"/>
                  </a:lnTo>
                  <a:lnTo>
                    <a:pt x="1270" y="175"/>
                  </a:lnTo>
                  <a:lnTo>
                    <a:pt x="1281" y="174"/>
                  </a:lnTo>
                  <a:lnTo>
                    <a:pt x="1292" y="176"/>
                  </a:lnTo>
                  <a:lnTo>
                    <a:pt x="1304" y="178"/>
                  </a:lnTo>
                  <a:lnTo>
                    <a:pt x="1317" y="179"/>
                  </a:lnTo>
                  <a:lnTo>
                    <a:pt x="1332" y="179"/>
                  </a:lnTo>
                  <a:lnTo>
                    <a:pt x="1345" y="183"/>
                  </a:lnTo>
                  <a:lnTo>
                    <a:pt x="1352" y="192"/>
                  </a:lnTo>
                  <a:lnTo>
                    <a:pt x="1350" y="206"/>
                  </a:lnTo>
                  <a:lnTo>
                    <a:pt x="1346" y="218"/>
                  </a:lnTo>
                  <a:lnTo>
                    <a:pt x="1348" y="225"/>
                  </a:lnTo>
                  <a:lnTo>
                    <a:pt x="1361" y="229"/>
                  </a:lnTo>
                  <a:lnTo>
                    <a:pt x="1379" y="232"/>
                  </a:lnTo>
                  <a:lnTo>
                    <a:pt x="1393" y="238"/>
                  </a:lnTo>
                  <a:lnTo>
                    <a:pt x="1400" y="245"/>
                  </a:lnTo>
                  <a:lnTo>
                    <a:pt x="1403" y="254"/>
                  </a:lnTo>
                  <a:close/>
                </a:path>
              </a:pathLst>
            </a:custGeom>
            <a:solidFill>
              <a:srgbClr val="C5E9DF">
                <a:alpha val="12900"/>
              </a:srgbClr>
            </a:solidFill>
            <a:ln>
              <a:noFill/>
            </a:ln>
          </p:spPr>
          <p:txBody>
            <a:bodyPr anchor="ctr"/>
            <a:lstStyle/>
            <a:p>
              <a:pPr algn="ctr">
                <a:buNone/>
              </a:pPr>
            </a:p>
          </p:txBody>
        </p:sp>
        <p:sp>
          <p:nvSpPr>
            <p:cNvPr id="7039" name="addition:input:38">
              <a:extLst>
                <a:ext uri="{FF2B5EF4-FFF2-40B4-BE49-F238E27FC236}">
                  <ns2:creationId id="{A72C036B-E9CB-46A5-A683-6FD0C055FCF6}"/>
                </a:ext>
              </a:extLst>
            </p:cNvPr>
            <p:cNvSpPr>
              <a:spLocks noGrp="1"/>
            </p:cNvSpPr>
            <p:nvPr/>
          </p:nvSpPr>
          <p:spPr>
            <a:xfrm>
              <a:off x="209550" y="5438775"/>
              <a:ext cx="2249973" cy="642960"/>
            </a:xfrm>
            <a:custGeom>
              <a:rect l="l" t="t" r="r" b="b"/>
              <a:pathLst>
                <a:path w="1367" h="343">
                  <a:moveTo>
                    <a:pt x="0" y="0"/>
                  </a:moveTo>
                  <a:moveTo>
                    <a:pt x="1352" y="267"/>
                  </a:moveTo>
                  <a:lnTo>
                    <a:pt x="1347" y="273"/>
                  </a:lnTo>
                  <a:lnTo>
                    <a:pt x="1345" y="279"/>
                  </a:lnTo>
                  <a:lnTo>
                    <a:pt x="1344" y="286"/>
                  </a:lnTo>
                  <a:lnTo>
                    <a:pt x="1342" y="292"/>
                  </a:lnTo>
                  <a:lnTo>
                    <a:pt x="1339" y="298"/>
                  </a:lnTo>
                  <a:lnTo>
                    <a:pt x="1339" y="305"/>
                  </a:lnTo>
                  <a:lnTo>
                    <a:pt x="1343" y="315"/>
                  </a:lnTo>
                  <a:lnTo>
                    <a:pt x="1345" y="325"/>
                  </a:lnTo>
                  <a:lnTo>
                    <a:pt x="1340" y="332"/>
                  </a:lnTo>
                  <a:lnTo>
                    <a:pt x="1328" y="333"/>
                  </a:lnTo>
                  <a:lnTo>
                    <a:pt x="1313" y="330"/>
                  </a:lnTo>
                  <a:lnTo>
                    <a:pt x="1301" y="327"/>
                  </a:lnTo>
                  <a:lnTo>
                    <a:pt x="1293" y="328"/>
                  </a:lnTo>
                  <a:lnTo>
                    <a:pt x="1288" y="333"/>
                  </a:lnTo>
                  <a:lnTo>
                    <a:pt x="1282" y="338"/>
                  </a:lnTo>
                  <a:lnTo>
                    <a:pt x="1274" y="340"/>
                  </a:lnTo>
                  <a:lnTo>
                    <a:pt x="1266" y="340"/>
                  </a:lnTo>
                  <a:lnTo>
                    <a:pt x="1257" y="339"/>
                  </a:lnTo>
                  <a:lnTo>
                    <a:pt x="1248" y="341"/>
                  </a:lnTo>
                  <a:lnTo>
                    <a:pt x="1238" y="343"/>
                  </a:lnTo>
                  <a:lnTo>
                    <a:pt x="1228" y="343"/>
                  </a:lnTo>
                  <a:lnTo>
                    <a:pt x="1219" y="339"/>
                  </a:lnTo>
                  <a:lnTo>
                    <a:pt x="1210" y="335"/>
                  </a:lnTo>
                  <a:lnTo>
                    <a:pt x="1200" y="333"/>
                  </a:lnTo>
                  <a:lnTo>
                    <a:pt x="1187" y="331"/>
                  </a:lnTo>
                  <a:lnTo>
                    <a:pt x="1177" y="327"/>
                  </a:lnTo>
                  <a:lnTo>
                    <a:pt x="1173" y="319"/>
                  </a:lnTo>
                  <a:lnTo>
                    <a:pt x="1175" y="308"/>
                  </a:lnTo>
                  <a:lnTo>
                    <a:pt x="1179" y="299"/>
                  </a:lnTo>
                  <a:lnTo>
                    <a:pt x="1176" y="293"/>
                  </a:lnTo>
                  <a:lnTo>
                    <a:pt x="1164" y="290"/>
                  </a:lnTo>
                  <a:lnTo>
                    <a:pt x="1148" y="287"/>
                  </a:lnTo>
                  <a:lnTo>
                    <a:pt x="1136" y="281"/>
                  </a:lnTo>
                  <a:lnTo>
                    <a:pt x="1130" y="274"/>
                  </a:lnTo>
                  <a:lnTo>
                    <a:pt x="1129" y="267"/>
                  </a:lnTo>
                  <a:lnTo>
                    <a:pt x="1129" y="260"/>
                  </a:lnTo>
                  <a:lnTo>
                    <a:pt x="1129" y="252"/>
                  </a:lnTo>
                  <a:lnTo>
                    <a:pt x="1133" y="246"/>
                  </a:lnTo>
                  <a:lnTo>
                    <a:pt x="1142" y="240"/>
                  </a:lnTo>
                  <a:lnTo>
                    <a:pt x="1153" y="236"/>
                  </a:lnTo>
                  <a:lnTo>
                    <a:pt x="1161" y="232"/>
                  </a:lnTo>
                  <a:lnTo>
                    <a:pt x="1164" y="225"/>
                  </a:lnTo>
                  <a:lnTo>
                    <a:pt x="1166" y="217"/>
                  </a:lnTo>
                  <a:lnTo>
                    <a:pt x="1172" y="211"/>
                  </a:lnTo>
                  <a:lnTo>
                    <a:pt x="1184" y="209"/>
                  </a:lnTo>
                  <a:lnTo>
                    <a:pt x="1197" y="210"/>
                  </a:lnTo>
                  <a:lnTo>
                    <a:pt x="1208" y="208"/>
                  </a:lnTo>
                  <a:lnTo>
                    <a:pt x="1215" y="201"/>
                  </a:lnTo>
                  <a:lnTo>
                    <a:pt x="1221" y="191"/>
                  </a:lnTo>
                  <a:lnTo>
                    <a:pt x="1231" y="183"/>
                  </a:lnTo>
                  <a:lnTo>
                    <a:pt x="1243" y="181"/>
                  </a:lnTo>
                  <a:lnTo>
                    <a:pt x="1256" y="184"/>
                  </a:lnTo>
                  <a:lnTo>
                    <a:pt x="1267" y="188"/>
                  </a:lnTo>
                  <a:lnTo>
                    <a:pt x="1278" y="192"/>
                  </a:lnTo>
                  <a:lnTo>
                    <a:pt x="1287" y="196"/>
                  </a:lnTo>
                  <a:lnTo>
                    <a:pt x="1295" y="201"/>
                  </a:lnTo>
                  <a:lnTo>
                    <a:pt x="1301" y="207"/>
                  </a:lnTo>
                  <a:lnTo>
                    <a:pt x="1307" y="211"/>
                  </a:lnTo>
                  <a:lnTo>
                    <a:pt x="1317" y="210"/>
                  </a:lnTo>
                  <a:lnTo>
                    <a:pt x="1331" y="208"/>
                  </a:lnTo>
                  <a:lnTo>
                    <a:pt x="1345" y="207"/>
                  </a:lnTo>
                  <a:lnTo>
                    <a:pt x="1353" y="211"/>
                  </a:lnTo>
                  <a:lnTo>
                    <a:pt x="1353" y="219"/>
                  </a:lnTo>
                  <a:lnTo>
                    <a:pt x="1351" y="228"/>
                  </a:lnTo>
                  <a:lnTo>
                    <a:pt x="1352" y="235"/>
                  </a:lnTo>
                  <a:lnTo>
                    <a:pt x="1359" y="240"/>
                  </a:lnTo>
                  <a:lnTo>
                    <a:pt x="1365" y="246"/>
                  </a:lnTo>
                  <a:lnTo>
                    <a:pt x="1367" y="253"/>
                  </a:lnTo>
                  <a:lnTo>
                    <a:pt x="1361" y="260"/>
                  </a:lnTo>
                  <a:close/>
                </a:path>
              </a:pathLst>
            </a:custGeom>
            <a:solidFill>
              <a:srgbClr val="86D1BC">
                <a:alpha val="12900"/>
              </a:srgbClr>
            </a:solidFill>
            <a:ln>
              <a:noFill/>
            </a:ln>
          </p:spPr>
          <p:txBody>
            <a:bodyPr anchor="ctr"/>
            <a:lstStyle/>
            <a:p>
              <a:pPr algn="ctr">
                <a:buNone/>
              </a:pPr>
            </a:p>
          </p:txBody>
        </p:sp>
        <p:sp>
          <p:nvSpPr>
            <p:cNvPr id="7040" name="addition:input:39">
              <a:extLst>
                <a:ext uri="{FF2B5EF4-FFF2-40B4-BE49-F238E27FC236}">
                  <ns2:creationId id="{16ECE7B8-7323-407B-9CC5-AD8E96A4D9B9}"/>
                </a:ext>
              </a:extLst>
            </p:cNvPr>
            <p:cNvSpPr>
              <a:spLocks noGrp="1"/>
            </p:cNvSpPr>
            <p:nvPr/>
          </p:nvSpPr>
          <p:spPr>
            <a:xfrm>
              <a:off x="209550" y="5438775"/>
              <a:ext cx="2220346" cy="635462"/>
            </a:xfrm>
            <a:custGeom>
              <a:rect l="l" t="t" r="r" b="b"/>
              <a:pathLst>
                <a:path w="1349" h="339">
                  <a:moveTo>
                    <a:pt x="0" y="0"/>
                  </a:moveTo>
                  <a:moveTo>
                    <a:pt x="1349" y="272"/>
                  </a:moveTo>
                  <a:lnTo>
                    <a:pt x="1341" y="278"/>
                  </a:lnTo>
                  <a:lnTo>
                    <a:pt x="1329" y="283"/>
                  </a:lnTo>
                  <a:lnTo>
                    <a:pt x="1320" y="287"/>
                  </a:lnTo>
                  <a:lnTo>
                    <a:pt x="1318" y="292"/>
                  </a:lnTo>
                  <a:lnTo>
                    <a:pt x="1320" y="298"/>
                  </a:lnTo>
                  <a:lnTo>
                    <a:pt x="1322" y="305"/>
                  </a:lnTo>
                  <a:lnTo>
                    <a:pt x="1320" y="312"/>
                  </a:lnTo>
                  <a:lnTo>
                    <a:pt x="1317" y="318"/>
                  </a:lnTo>
                  <a:lnTo>
                    <a:pt x="1313" y="324"/>
                  </a:lnTo>
                  <a:lnTo>
                    <a:pt x="1309" y="330"/>
                  </a:lnTo>
                  <a:lnTo>
                    <a:pt x="1302" y="334"/>
                  </a:lnTo>
                  <a:lnTo>
                    <a:pt x="1292" y="334"/>
                  </a:lnTo>
                  <a:lnTo>
                    <a:pt x="1280" y="330"/>
                  </a:lnTo>
                  <a:lnTo>
                    <a:pt x="1271" y="326"/>
                  </a:lnTo>
                  <a:lnTo>
                    <a:pt x="1265" y="327"/>
                  </a:lnTo>
                  <a:lnTo>
                    <a:pt x="1260" y="332"/>
                  </a:lnTo>
                  <a:lnTo>
                    <a:pt x="1254" y="338"/>
                  </a:lnTo>
                  <a:lnTo>
                    <a:pt x="1247" y="339"/>
                  </a:lnTo>
                  <a:lnTo>
                    <a:pt x="1240" y="337"/>
                  </a:lnTo>
                  <a:lnTo>
                    <a:pt x="1233" y="333"/>
                  </a:lnTo>
                  <a:lnTo>
                    <a:pt x="1226" y="332"/>
                  </a:lnTo>
                  <a:lnTo>
                    <a:pt x="1217" y="333"/>
                  </a:lnTo>
                  <a:lnTo>
                    <a:pt x="1207" y="334"/>
                  </a:lnTo>
                  <a:lnTo>
                    <a:pt x="1198" y="332"/>
                  </a:lnTo>
                  <a:lnTo>
                    <a:pt x="1191" y="327"/>
                  </a:lnTo>
                  <a:lnTo>
                    <a:pt x="1186" y="322"/>
                  </a:lnTo>
                  <a:lnTo>
                    <a:pt x="1180" y="317"/>
                  </a:lnTo>
                  <a:lnTo>
                    <a:pt x="1175" y="312"/>
                  </a:lnTo>
                  <a:lnTo>
                    <a:pt x="1173" y="305"/>
                  </a:lnTo>
                  <a:lnTo>
                    <a:pt x="1175" y="298"/>
                  </a:lnTo>
                  <a:lnTo>
                    <a:pt x="1177" y="291"/>
                  </a:lnTo>
                  <a:lnTo>
                    <a:pt x="1174" y="286"/>
                  </a:lnTo>
                  <a:lnTo>
                    <a:pt x="1163" y="283"/>
                  </a:lnTo>
                  <a:lnTo>
                    <a:pt x="1148" y="278"/>
                  </a:lnTo>
                  <a:lnTo>
                    <a:pt x="1137" y="272"/>
                  </a:lnTo>
                  <a:lnTo>
                    <a:pt x="1136" y="265"/>
                  </a:lnTo>
                  <a:lnTo>
                    <a:pt x="1141" y="259"/>
                  </a:lnTo>
                  <a:lnTo>
                    <a:pt x="1148" y="254"/>
                  </a:lnTo>
                  <a:lnTo>
                    <a:pt x="1151" y="249"/>
                  </a:lnTo>
                  <a:lnTo>
                    <a:pt x="1153" y="243"/>
                  </a:lnTo>
                  <a:lnTo>
                    <a:pt x="1157" y="238"/>
                  </a:lnTo>
                  <a:lnTo>
                    <a:pt x="1165" y="234"/>
                  </a:lnTo>
                  <a:lnTo>
                    <a:pt x="1173" y="231"/>
                  </a:lnTo>
                  <a:lnTo>
                    <a:pt x="1179" y="228"/>
                  </a:lnTo>
                  <a:lnTo>
                    <a:pt x="1184" y="223"/>
                  </a:lnTo>
                  <a:lnTo>
                    <a:pt x="1191" y="218"/>
                  </a:lnTo>
                  <a:lnTo>
                    <a:pt x="1199" y="216"/>
                  </a:lnTo>
                  <a:lnTo>
                    <a:pt x="1209" y="216"/>
                  </a:lnTo>
                  <a:lnTo>
                    <a:pt x="1218" y="214"/>
                  </a:lnTo>
                  <a:lnTo>
                    <a:pt x="1226" y="209"/>
                  </a:lnTo>
                  <a:lnTo>
                    <a:pt x="1234" y="201"/>
                  </a:lnTo>
                  <a:lnTo>
                    <a:pt x="1245" y="195"/>
                  </a:lnTo>
                  <a:lnTo>
                    <a:pt x="1256" y="194"/>
                  </a:lnTo>
                  <a:lnTo>
                    <a:pt x="1266" y="201"/>
                  </a:lnTo>
                  <a:lnTo>
                    <a:pt x="1274" y="210"/>
                  </a:lnTo>
                  <a:lnTo>
                    <a:pt x="1281" y="216"/>
                  </a:lnTo>
                  <a:lnTo>
                    <a:pt x="1288" y="219"/>
                  </a:lnTo>
                  <a:lnTo>
                    <a:pt x="1296" y="220"/>
                  </a:lnTo>
                  <a:lnTo>
                    <a:pt x="1304" y="222"/>
                  </a:lnTo>
                  <a:lnTo>
                    <a:pt x="1311" y="224"/>
                  </a:lnTo>
                  <a:lnTo>
                    <a:pt x="1318" y="227"/>
                  </a:lnTo>
                  <a:lnTo>
                    <a:pt x="1328" y="228"/>
                  </a:lnTo>
                  <a:lnTo>
                    <a:pt x="1338" y="230"/>
                  </a:lnTo>
                  <a:lnTo>
                    <a:pt x="1344" y="235"/>
                  </a:lnTo>
                  <a:lnTo>
                    <a:pt x="1344" y="242"/>
                  </a:lnTo>
                  <a:lnTo>
                    <a:pt x="1340" y="249"/>
                  </a:lnTo>
                  <a:lnTo>
                    <a:pt x="1339" y="255"/>
                  </a:lnTo>
                  <a:lnTo>
                    <a:pt x="1343" y="260"/>
                  </a:lnTo>
                  <a:lnTo>
                    <a:pt x="1348" y="266"/>
                  </a:lnTo>
                  <a:close/>
                </a:path>
              </a:pathLst>
            </a:custGeom>
            <a:solidFill>
              <a:srgbClr val="56BFA2">
                <a:alpha val="10500"/>
              </a:srgbClr>
            </a:solidFill>
            <a:ln>
              <a:noFill/>
            </a:ln>
          </p:spPr>
          <p:txBody>
            <a:bodyPr anchor="ctr"/>
            <a:lstStyle/>
            <a:p>
              <a:pPr algn="ctr">
                <a:buNone/>
              </a:pPr>
            </a:p>
          </p:txBody>
        </p:sp>
        <p:sp>
          <p:nvSpPr>
            <p:cNvPr id="7041" name="addition:input:40">
              <a:extLst>
                <a:ext uri="{FF2B5EF4-FFF2-40B4-BE49-F238E27FC236}">
                  <ns2:creationId id="{95C9EFB3-531B-4D31-BFFF-15B38EB6008C}"/>
                </a:ext>
              </a:extLst>
            </p:cNvPr>
            <p:cNvSpPr>
              <a:spLocks noGrp="1"/>
            </p:cNvSpPr>
            <p:nvPr/>
          </p:nvSpPr>
          <p:spPr>
            <a:xfrm>
              <a:off x="209550" y="5438775"/>
              <a:ext cx="2055754" cy="524866"/>
            </a:xfrm>
            <a:custGeom>
              <a:rect l="l" t="t" r="r" b="b"/>
              <a:pathLst>
                <a:path w="1249" h="280">
                  <a:moveTo>
                    <a:pt x="0" y="0"/>
                  </a:moveTo>
                  <a:moveTo>
                    <a:pt x="1243" y="251"/>
                  </a:moveTo>
                  <a:lnTo>
                    <a:pt x="1246" y="253"/>
                  </a:lnTo>
                  <a:lnTo>
                    <a:pt x="1248" y="256"/>
                  </a:lnTo>
                  <a:lnTo>
                    <a:pt x="1249" y="259"/>
                  </a:lnTo>
                  <a:lnTo>
                    <a:pt x="1249" y="261"/>
                  </a:lnTo>
                  <a:lnTo>
                    <a:pt x="1249" y="264"/>
                  </a:lnTo>
                  <a:lnTo>
                    <a:pt x="1248" y="267"/>
                  </a:lnTo>
                  <a:lnTo>
                    <a:pt x="1247" y="269"/>
                  </a:lnTo>
                  <a:lnTo>
                    <a:pt x="1243" y="270"/>
                  </a:lnTo>
                  <a:lnTo>
                    <a:pt x="1238" y="270"/>
                  </a:lnTo>
                  <a:lnTo>
                    <a:pt x="1232" y="269"/>
                  </a:lnTo>
                  <a:lnTo>
                    <a:pt x="1229" y="269"/>
                  </a:lnTo>
                  <a:lnTo>
                    <a:pt x="1228" y="272"/>
                  </a:lnTo>
                  <a:lnTo>
                    <a:pt x="1227" y="276"/>
                  </a:lnTo>
                  <a:lnTo>
                    <a:pt x="1224" y="279"/>
                  </a:lnTo>
                  <a:lnTo>
                    <a:pt x="1220" y="280"/>
                  </a:lnTo>
                  <a:lnTo>
                    <a:pt x="1216" y="279"/>
                  </a:lnTo>
                  <a:lnTo>
                    <a:pt x="1212" y="279"/>
                  </a:lnTo>
                  <a:lnTo>
                    <a:pt x="1208" y="280"/>
                  </a:lnTo>
                  <a:lnTo>
                    <a:pt x="1203" y="280"/>
                  </a:lnTo>
                  <a:lnTo>
                    <a:pt x="1199" y="279"/>
                  </a:lnTo>
                  <a:lnTo>
                    <a:pt x="1195" y="278"/>
                  </a:lnTo>
                  <a:lnTo>
                    <a:pt x="1192" y="276"/>
                  </a:lnTo>
                  <a:lnTo>
                    <a:pt x="1188" y="275"/>
                  </a:lnTo>
                  <a:lnTo>
                    <a:pt x="1184" y="274"/>
                  </a:lnTo>
                  <a:lnTo>
                    <a:pt x="1181" y="272"/>
                  </a:lnTo>
                  <a:lnTo>
                    <a:pt x="1180" y="270"/>
                  </a:lnTo>
                  <a:lnTo>
                    <a:pt x="1179" y="267"/>
                  </a:lnTo>
                  <a:lnTo>
                    <a:pt x="1178" y="265"/>
                  </a:lnTo>
                  <a:lnTo>
                    <a:pt x="1174" y="264"/>
                  </a:lnTo>
                  <a:lnTo>
                    <a:pt x="1168" y="263"/>
                  </a:lnTo>
                  <a:lnTo>
                    <a:pt x="1162" y="262"/>
                  </a:lnTo>
                  <a:lnTo>
                    <a:pt x="1160" y="260"/>
                  </a:lnTo>
                  <a:lnTo>
                    <a:pt x="1162" y="257"/>
                  </a:lnTo>
                  <a:lnTo>
                    <a:pt x="1165" y="254"/>
                  </a:lnTo>
                  <a:lnTo>
                    <a:pt x="1167" y="251"/>
                  </a:lnTo>
                  <a:lnTo>
                    <a:pt x="1169" y="249"/>
                  </a:lnTo>
                  <a:lnTo>
                    <a:pt x="1171" y="246"/>
                  </a:lnTo>
                  <a:lnTo>
                    <a:pt x="1173" y="244"/>
                  </a:lnTo>
                  <a:lnTo>
                    <a:pt x="1176" y="242"/>
                  </a:lnTo>
                  <a:lnTo>
                    <a:pt x="1177" y="240"/>
                  </a:lnTo>
                  <a:lnTo>
                    <a:pt x="1177" y="237"/>
                  </a:lnTo>
                  <a:lnTo>
                    <a:pt x="1177" y="234"/>
                  </a:lnTo>
                  <a:lnTo>
                    <a:pt x="1179" y="232"/>
                  </a:lnTo>
                  <a:lnTo>
                    <a:pt x="1183" y="231"/>
                  </a:lnTo>
                  <a:lnTo>
                    <a:pt x="1187" y="230"/>
                  </a:lnTo>
                  <a:lnTo>
                    <a:pt x="1190" y="229"/>
                  </a:lnTo>
                  <a:lnTo>
                    <a:pt x="1192" y="226"/>
                  </a:lnTo>
                  <a:lnTo>
                    <a:pt x="1194" y="223"/>
                  </a:lnTo>
                  <a:lnTo>
                    <a:pt x="1197" y="221"/>
                  </a:lnTo>
                  <a:lnTo>
                    <a:pt x="1201" y="222"/>
                  </a:lnTo>
                  <a:lnTo>
                    <a:pt x="1205" y="225"/>
                  </a:lnTo>
                  <a:lnTo>
                    <a:pt x="1209" y="227"/>
                  </a:lnTo>
                  <a:lnTo>
                    <a:pt x="1211" y="227"/>
                  </a:lnTo>
                  <a:lnTo>
                    <a:pt x="1214" y="227"/>
                  </a:lnTo>
                  <a:lnTo>
                    <a:pt x="1217" y="226"/>
                  </a:lnTo>
                  <a:lnTo>
                    <a:pt x="1220" y="226"/>
                  </a:lnTo>
                  <a:lnTo>
                    <a:pt x="1223" y="226"/>
                  </a:lnTo>
                  <a:lnTo>
                    <a:pt x="1227" y="225"/>
                  </a:lnTo>
                  <a:lnTo>
                    <a:pt x="1231" y="225"/>
                  </a:lnTo>
                  <a:lnTo>
                    <a:pt x="1235" y="226"/>
                  </a:lnTo>
                  <a:lnTo>
                    <a:pt x="1236" y="229"/>
                  </a:lnTo>
                  <a:lnTo>
                    <a:pt x="1236" y="233"/>
                  </a:lnTo>
                  <a:lnTo>
                    <a:pt x="1235" y="236"/>
                  </a:lnTo>
                  <a:lnTo>
                    <a:pt x="1237" y="238"/>
                  </a:lnTo>
                  <a:lnTo>
                    <a:pt x="1240" y="239"/>
                  </a:lnTo>
                  <a:lnTo>
                    <a:pt x="1243" y="241"/>
                  </a:lnTo>
                  <a:lnTo>
                    <a:pt x="1245" y="244"/>
                  </a:lnTo>
                  <a:lnTo>
                    <a:pt x="1243" y="246"/>
                  </a:lnTo>
                  <a:lnTo>
                    <a:pt x="1242" y="249"/>
                  </a:lnTo>
                  <a:close/>
                </a:path>
              </a:pathLst>
            </a:custGeom>
            <a:solidFill>
              <a:srgbClr val="86D1BC">
                <a:alpha val="9600"/>
              </a:srgbClr>
            </a:solidFill>
            <a:ln>
              <a:noFill/>
            </a:ln>
          </p:spPr>
          <p:txBody>
            <a:bodyPr anchor="ctr"/>
            <a:lstStyle/>
            <a:p>
              <a:pPr algn="ctr">
                <a:buNone/>
              </a:pPr>
            </a:p>
          </p:txBody>
        </p:sp>
        <p:sp>
          <p:nvSpPr>
            <p:cNvPr id="7042" name="addition:input:41">
              <a:extLst>
                <a:ext uri="{FF2B5EF4-FFF2-40B4-BE49-F238E27FC236}">
                  <ns2:creationId id="{06846F97-735A-482C-BFF9-A6FE5FAA2197}"/>
                </a:ext>
              </a:extLst>
            </p:cNvPr>
            <p:cNvSpPr>
              <a:spLocks noGrp="1"/>
            </p:cNvSpPr>
            <p:nvPr/>
          </p:nvSpPr>
          <p:spPr>
            <a:xfrm>
              <a:off x="209550" y="5438775"/>
              <a:ext cx="2115007" cy="483626"/>
            </a:xfrm>
            <a:custGeom>
              <a:rect l="l" t="t" r="r" b="b"/>
              <a:pathLst>
                <a:path w="1285" h="258">
                  <a:moveTo>
                    <a:pt x="0" y="0"/>
                  </a:moveTo>
                  <a:moveTo>
                    <a:pt x="1280" y="229"/>
                  </a:moveTo>
                  <a:lnTo>
                    <a:pt x="1281" y="231"/>
                  </a:lnTo>
                  <a:lnTo>
                    <a:pt x="1283" y="234"/>
                  </a:lnTo>
                  <a:lnTo>
                    <a:pt x="1285" y="237"/>
                  </a:lnTo>
                  <a:lnTo>
                    <a:pt x="1284" y="240"/>
                  </a:lnTo>
                  <a:lnTo>
                    <a:pt x="1280" y="241"/>
                  </a:lnTo>
                  <a:lnTo>
                    <a:pt x="1274" y="242"/>
                  </a:lnTo>
                  <a:lnTo>
                    <a:pt x="1269" y="242"/>
                  </a:lnTo>
                  <a:lnTo>
                    <a:pt x="1266" y="243"/>
                  </a:lnTo>
                  <a:lnTo>
                    <a:pt x="1265" y="246"/>
                  </a:lnTo>
                  <a:lnTo>
                    <a:pt x="1264" y="249"/>
                  </a:lnTo>
                  <a:lnTo>
                    <a:pt x="1262" y="251"/>
                  </a:lnTo>
                  <a:lnTo>
                    <a:pt x="1259" y="253"/>
                  </a:lnTo>
                  <a:lnTo>
                    <a:pt x="1256" y="255"/>
                  </a:lnTo>
                  <a:lnTo>
                    <a:pt x="1253" y="257"/>
                  </a:lnTo>
                  <a:lnTo>
                    <a:pt x="1249" y="258"/>
                  </a:lnTo>
                  <a:lnTo>
                    <a:pt x="1244" y="258"/>
                  </a:lnTo>
                  <a:lnTo>
                    <a:pt x="1240" y="256"/>
                  </a:lnTo>
                  <a:lnTo>
                    <a:pt x="1236" y="254"/>
                  </a:lnTo>
                  <a:lnTo>
                    <a:pt x="1233" y="253"/>
                  </a:lnTo>
                  <a:lnTo>
                    <a:pt x="1229" y="254"/>
                  </a:lnTo>
                  <a:lnTo>
                    <a:pt x="1226" y="255"/>
                  </a:lnTo>
                  <a:lnTo>
                    <a:pt x="1222" y="254"/>
                  </a:lnTo>
                  <a:lnTo>
                    <a:pt x="1221" y="251"/>
                  </a:lnTo>
                  <a:lnTo>
                    <a:pt x="1220" y="249"/>
                  </a:lnTo>
                  <a:lnTo>
                    <a:pt x="1218" y="247"/>
                  </a:lnTo>
                  <a:lnTo>
                    <a:pt x="1214" y="247"/>
                  </a:lnTo>
                  <a:lnTo>
                    <a:pt x="1210" y="247"/>
                  </a:lnTo>
                  <a:lnTo>
                    <a:pt x="1206" y="246"/>
                  </a:lnTo>
                  <a:lnTo>
                    <a:pt x="1204" y="244"/>
                  </a:lnTo>
                  <a:lnTo>
                    <a:pt x="1203" y="242"/>
                  </a:lnTo>
                  <a:lnTo>
                    <a:pt x="1203" y="239"/>
                  </a:lnTo>
                  <a:lnTo>
                    <a:pt x="1203" y="236"/>
                  </a:lnTo>
                  <a:lnTo>
                    <a:pt x="1204" y="234"/>
                  </a:lnTo>
                  <a:lnTo>
                    <a:pt x="1207" y="231"/>
                  </a:lnTo>
                  <a:lnTo>
                    <a:pt x="1211" y="229"/>
                  </a:lnTo>
                  <a:lnTo>
                    <a:pt x="1212" y="227"/>
                  </a:lnTo>
                  <a:lnTo>
                    <a:pt x="1211" y="225"/>
                  </a:lnTo>
                  <a:lnTo>
                    <a:pt x="1208" y="222"/>
                  </a:lnTo>
                  <a:lnTo>
                    <a:pt x="1206" y="219"/>
                  </a:lnTo>
                  <a:lnTo>
                    <a:pt x="1207" y="216"/>
                  </a:lnTo>
                  <a:lnTo>
                    <a:pt x="1210" y="215"/>
                  </a:lnTo>
                  <a:lnTo>
                    <a:pt x="1213" y="213"/>
                  </a:lnTo>
                  <a:lnTo>
                    <a:pt x="1214" y="211"/>
                  </a:lnTo>
                  <a:lnTo>
                    <a:pt x="1215" y="209"/>
                  </a:lnTo>
                  <a:lnTo>
                    <a:pt x="1216" y="206"/>
                  </a:lnTo>
                  <a:lnTo>
                    <a:pt x="1219" y="205"/>
                  </a:lnTo>
                  <a:lnTo>
                    <a:pt x="1223" y="205"/>
                  </a:lnTo>
                  <a:lnTo>
                    <a:pt x="1226" y="205"/>
                  </a:lnTo>
                  <a:lnTo>
                    <a:pt x="1229" y="205"/>
                  </a:lnTo>
                  <a:lnTo>
                    <a:pt x="1231" y="204"/>
                  </a:lnTo>
                  <a:lnTo>
                    <a:pt x="1234" y="204"/>
                  </a:lnTo>
                  <a:lnTo>
                    <a:pt x="1237" y="205"/>
                  </a:lnTo>
                  <a:lnTo>
                    <a:pt x="1240" y="206"/>
                  </a:lnTo>
                  <a:lnTo>
                    <a:pt x="1243" y="204"/>
                  </a:lnTo>
                  <a:lnTo>
                    <a:pt x="1246" y="201"/>
                  </a:lnTo>
                  <a:lnTo>
                    <a:pt x="1251" y="199"/>
                  </a:lnTo>
                  <a:lnTo>
                    <a:pt x="1255" y="199"/>
                  </a:lnTo>
                  <a:lnTo>
                    <a:pt x="1258" y="202"/>
                  </a:lnTo>
                  <a:lnTo>
                    <a:pt x="1259" y="206"/>
                  </a:lnTo>
                  <a:lnTo>
                    <a:pt x="1260" y="209"/>
                  </a:lnTo>
                  <a:lnTo>
                    <a:pt x="1263" y="211"/>
                  </a:lnTo>
                  <a:lnTo>
                    <a:pt x="1266" y="212"/>
                  </a:lnTo>
                  <a:lnTo>
                    <a:pt x="1269" y="214"/>
                  </a:lnTo>
                  <a:lnTo>
                    <a:pt x="1271" y="216"/>
                  </a:lnTo>
                  <a:lnTo>
                    <a:pt x="1272" y="218"/>
                  </a:lnTo>
                  <a:lnTo>
                    <a:pt x="1275" y="220"/>
                  </a:lnTo>
                  <a:lnTo>
                    <a:pt x="1278" y="222"/>
                  </a:lnTo>
                  <a:lnTo>
                    <a:pt x="1280" y="224"/>
                  </a:lnTo>
                  <a:lnTo>
                    <a:pt x="1281" y="226"/>
                  </a:lnTo>
                  <a:close/>
                </a:path>
              </a:pathLst>
            </a:custGeom>
            <a:solidFill>
              <a:srgbClr val="86D1BC">
                <a:alpha val="9600"/>
              </a:srgbClr>
            </a:solidFill>
            <a:ln>
              <a:noFill/>
            </a:ln>
          </p:spPr>
          <p:txBody>
            <a:bodyPr anchor="ctr"/>
            <a:lstStyle/>
            <a:p>
              <a:pPr algn="ctr">
                <a:buNone/>
              </a:pPr>
            </a:p>
          </p:txBody>
        </p:sp>
        <p:sp>
          <p:nvSpPr>
            <p:cNvPr id="7043" name="addition:input:42">
              <a:extLst>
                <a:ext uri="{FF2B5EF4-FFF2-40B4-BE49-F238E27FC236}">
                  <ns2:creationId id="{DD9881F5-5A88-4487-B8BD-DB63DEE17B0C}"/>
                </a:ext>
              </a:extLst>
            </p:cNvPr>
            <p:cNvSpPr>
              <a:spLocks noGrp="1"/>
            </p:cNvSpPr>
            <p:nvPr/>
          </p:nvSpPr>
          <p:spPr>
            <a:xfrm>
              <a:off x="209550" y="5438775"/>
              <a:ext cx="2179198" cy="498622"/>
            </a:xfrm>
            <a:custGeom>
              <a:rect l="l" t="t" r="r" b="b"/>
              <a:pathLst>
                <a:path w="1324" h="266">
                  <a:moveTo>
                    <a:pt x="0" y="0"/>
                  </a:moveTo>
                  <a:moveTo>
                    <a:pt x="1315" y="235"/>
                  </a:moveTo>
                  <a:lnTo>
                    <a:pt x="1319" y="238"/>
                  </a:lnTo>
                  <a:lnTo>
                    <a:pt x="1323" y="241"/>
                  </a:lnTo>
                  <a:lnTo>
                    <a:pt x="1324" y="244"/>
                  </a:lnTo>
                  <a:lnTo>
                    <a:pt x="1322" y="246"/>
                  </a:lnTo>
                  <a:lnTo>
                    <a:pt x="1320" y="248"/>
                  </a:lnTo>
                  <a:lnTo>
                    <a:pt x="1317" y="250"/>
                  </a:lnTo>
                  <a:lnTo>
                    <a:pt x="1314" y="252"/>
                  </a:lnTo>
                  <a:lnTo>
                    <a:pt x="1310" y="253"/>
                  </a:lnTo>
                  <a:lnTo>
                    <a:pt x="1306" y="253"/>
                  </a:lnTo>
                  <a:lnTo>
                    <a:pt x="1303" y="254"/>
                  </a:lnTo>
                  <a:lnTo>
                    <a:pt x="1301" y="256"/>
                  </a:lnTo>
                  <a:lnTo>
                    <a:pt x="1300" y="260"/>
                  </a:lnTo>
                  <a:lnTo>
                    <a:pt x="1298" y="263"/>
                  </a:lnTo>
                  <a:lnTo>
                    <a:pt x="1294" y="265"/>
                  </a:lnTo>
                  <a:lnTo>
                    <a:pt x="1290" y="265"/>
                  </a:lnTo>
                  <a:lnTo>
                    <a:pt x="1285" y="264"/>
                  </a:lnTo>
                  <a:lnTo>
                    <a:pt x="1281" y="263"/>
                  </a:lnTo>
                  <a:lnTo>
                    <a:pt x="1277" y="265"/>
                  </a:lnTo>
                  <a:lnTo>
                    <a:pt x="1273" y="266"/>
                  </a:lnTo>
                  <a:lnTo>
                    <a:pt x="1269" y="266"/>
                  </a:lnTo>
                  <a:lnTo>
                    <a:pt x="1265" y="264"/>
                  </a:lnTo>
                  <a:lnTo>
                    <a:pt x="1262" y="261"/>
                  </a:lnTo>
                  <a:lnTo>
                    <a:pt x="1260" y="259"/>
                  </a:lnTo>
                  <a:lnTo>
                    <a:pt x="1257" y="257"/>
                  </a:lnTo>
                  <a:lnTo>
                    <a:pt x="1254" y="256"/>
                  </a:lnTo>
                  <a:lnTo>
                    <a:pt x="1252" y="254"/>
                  </a:lnTo>
                  <a:lnTo>
                    <a:pt x="1250" y="252"/>
                  </a:lnTo>
                  <a:lnTo>
                    <a:pt x="1247" y="251"/>
                  </a:lnTo>
                  <a:lnTo>
                    <a:pt x="1242" y="250"/>
                  </a:lnTo>
                  <a:lnTo>
                    <a:pt x="1237" y="249"/>
                  </a:lnTo>
                  <a:lnTo>
                    <a:pt x="1234" y="247"/>
                  </a:lnTo>
                  <a:lnTo>
                    <a:pt x="1235" y="244"/>
                  </a:lnTo>
                  <a:lnTo>
                    <a:pt x="1239" y="240"/>
                  </a:lnTo>
                  <a:lnTo>
                    <a:pt x="1243" y="237"/>
                  </a:lnTo>
                  <a:lnTo>
                    <a:pt x="1244" y="235"/>
                  </a:lnTo>
                  <a:lnTo>
                    <a:pt x="1244" y="233"/>
                  </a:lnTo>
                  <a:lnTo>
                    <a:pt x="1244" y="230"/>
                  </a:lnTo>
                  <a:lnTo>
                    <a:pt x="1245" y="227"/>
                  </a:lnTo>
                  <a:lnTo>
                    <a:pt x="1247" y="225"/>
                  </a:lnTo>
                  <a:lnTo>
                    <a:pt x="1249" y="223"/>
                  </a:lnTo>
                  <a:lnTo>
                    <a:pt x="1250" y="220"/>
                  </a:lnTo>
                  <a:lnTo>
                    <a:pt x="1250" y="218"/>
                  </a:lnTo>
                  <a:lnTo>
                    <a:pt x="1252" y="215"/>
                  </a:lnTo>
                  <a:lnTo>
                    <a:pt x="1255" y="214"/>
                  </a:lnTo>
                  <a:lnTo>
                    <a:pt x="1258" y="212"/>
                  </a:lnTo>
                  <a:lnTo>
                    <a:pt x="1260" y="210"/>
                  </a:lnTo>
                  <a:lnTo>
                    <a:pt x="1262" y="207"/>
                  </a:lnTo>
                  <a:lnTo>
                    <a:pt x="1264" y="205"/>
                  </a:lnTo>
                  <a:lnTo>
                    <a:pt x="1268" y="205"/>
                  </a:lnTo>
                  <a:lnTo>
                    <a:pt x="1272" y="207"/>
                  </a:lnTo>
                  <a:lnTo>
                    <a:pt x="1276" y="210"/>
                  </a:lnTo>
                  <a:lnTo>
                    <a:pt x="1278" y="212"/>
                  </a:lnTo>
                  <a:lnTo>
                    <a:pt x="1280" y="210"/>
                  </a:lnTo>
                  <a:lnTo>
                    <a:pt x="1283" y="208"/>
                  </a:lnTo>
                  <a:lnTo>
                    <a:pt x="1287" y="206"/>
                  </a:lnTo>
                  <a:lnTo>
                    <a:pt x="1290" y="206"/>
                  </a:lnTo>
                  <a:lnTo>
                    <a:pt x="1293" y="207"/>
                  </a:lnTo>
                  <a:lnTo>
                    <a:pt x="1297" y="207"/>
                  </a:lnTo>
                  <a:lnTo>
                    <a:pt x="1300" y="208"/>
                  </a:lnTo>
                  <a:lnTo>
                    <a:pt x="1303" y="210"/>
                  </a:lnTo>
                  <a:lnTo>
                    <a:pt x="1304" y="213"/>
                  </a:lnTo>
                  <a:lnTo>
                    <a:pt x="1305" y="217"/>
                  </a:lnTo>
                  <a:lnTo>
                    <a:pt x="1306" y="219"/>
                  </a:lnTo>
                  <a:lnTo>
                    <a:pt x="1308" y="221"/>
                  </a:lnTo>
                  <a:lnTo>
                    <a:pt x="1312" y="222"/>
                  </a:lnTo>
                  <a:lnTo>
                    <a:pt x="1315" y="225"/>
                  </a:lnTo>
                  <a:lnTo>
                    <a:pt x="1315" y="227"/>
                  </a:lnTo>
                  <a:lnTo>
                    <a:pt x="1313" y="230"/>
                  </a:lnTo>
                  <a:lnTo>
                    <a:pt x="1312" y="233"/>
                  </a:lnTo>
                  <a:close/>
                </a:path>
              </a:pathLst>
            </a:custGeom>
            <a:solidFill>
              <a:srgbClr val="86D1BC">
                <a:alpha val="9600"/>
              </a:srgbClr>
            </a:solidFill>
            <a:ln>
              <a:noFill/>
            </a:ln>
          </p:spPr>
          <p:txBody>
            <a:bodyPr anchor="ctr"/>
            <a:lstStyle/>
            <a:p>
              <a:pPr algn="ctr">
                <a:buNone/>
              </a:pPr>
            </a:p>
          </p:txBody>
        </p:sp>
        <p:sp>
          <p:nvSpPr>
            <p:cNvPr id="7044" name="addition:input:43">
              <a:extLst>
                <a:ext uri="{FF2B5EF4-FFF2-40B4-BE49-F238E27FC236}">
                  <ns2:creationId id="{8C914D0C-C729-4911-844A-2F7C3532576B}"/>
                </a:ext>
              </a:extLst>
            </p:cNvPr>
            <p:cNvSpPr>
              <a:spLocks noGrp="1"/>
            </p:cNvSpPr>
            <p:nvPr/>
          </p:nvSpPr>
          <p:spPr>
            <a:xfrm>
              <a:off x="209550" y="5438775"/>
              <a:ext cx="2235159" cy="547360"/>
            </a:xfrm>
            <a:custGeom>
              <a:rect l="l" t="t" r="r" b="b"/>
              <a:pathLst>
                <a:path w="1358" h="292">
                  <a:moveTo>
                    <a:pt x="0" y="0"/>
                  </a:moveTo>
                  <a:moveTo>
                    <a:pt x="1358" y="259"/>
                  </a:moveTo>
                  <a:lnTo>
                    <a:pt x="1357" y="262"/>
                  </a:lnTo>
                  <a:lnTo>
                    <a:pt x="1356" y="265"/>
                  </a:lnTo>
                  <a:lnTo>
                    <a:pt x="1356" y="268"/>
                  </a:lnTo>
                  <a:lnTo>
                    <a:pt x="1355" y="271"/>
                  </a:lnTo>
                  <a:lnTo>
                    <a:pt x="1352" y="274"/>
                  </a:lnTo>
                  <a:lnTo>
                    <a:pt x="1346" y="275"/>
                  </a:lnTo>
                  <a:lnTo>
                    <a:pt x="1340" y="275"/>
                  </a:lnTo>
                  <a:lnTo>
                    <a:pt x="1336" y="276"/>
                  </a:lnTo>
                  <a:lnTo>
                    <a:pt x="1335" y="279"/>
                  </a:lnTo>
                  <a:lnTo>
                    <a:pt x="1335" y="283"/>
                  </a:lnTo>
                  <a:lnTo>
                    <a:pt x="1334" y="288"/>
                  </a:lnTo>
                  <a:lnTo>
                    <a:pt x="1331" y="290"/>
                  </a:lnTo>
                  <a:lnTo>
                    <a:pt x="1326" y="291"/>
                  </a:lnTo>
                  <a:lnTo>
                    <a:pt x="1321" y="291"/>
                  </a:lnTo>
                  <a:lnTo>
                    <a:pt x="1317" y="291"/>
                  </a:lnTo>
                  <a:lnTo>
                    <a:pt x="1312" y="292"/>
                  </a:lnTo>
                  <a:lnTo>
                    <a:pt x="1308" y="292"/>
                  </a:lnTo>
                  <a:lnTo>
                    <a:pt x="1304" y="290"/>
                  </a:lnTo>
                  <a:lnTo>
                    <a:pt x="1301" y="288"/>
                  </a:lnTo>
                  <a:lnTo>
                    <a:pt x="1297" y="288"/>
                  </a:lnTo>
                  <a:lnTo>
                    <a:pt x="1294" y="288"/>
                  </a:lnTo>
                  <a:lnTo>
                    <a:pt x="1290" y="288"/>
                  </a:lnTo>
                  <a:lnTo>
                    <a:pt x="1287" y="287"/>
                  </a:lnTo>
                  <a:lnTo>
                    <a:pt x="1286" y="284"/>
                  </a:lnTo>
                  <a:lnTo>
                    <a:pt x="1284" y="281"/>
                  </a:lnTo>
                  <a:lnTo>
                    <a:pt x="1281" y="280"/>
                  </a:lnTo>
                  <a:lnTo>
                    <a:pt x="1276" y="281"/>
                  </a:lnTo>
                  <a:lnTo>
                    <a:pt x="1270" y="280"/>
                  </a:lnTo>
                  <a:lnTo>
                    <a:pt x="1267" y="278"/>
                  </a:lnTo>
                  <a:lnTo>
                    <a:pt x="1267" y="275"/>
                  </a:lnTo>
                  <a:lnTo>
                    <a:pt x="1270" y="271"/>
                  </a:lnTo>
                  <a:lnTo>
                    <a:pt x="1272" y="267"/>
                  </a:lnTo>
                  <a:lnTo>
                    <a:pt x="1273" y="265"/>
                  </a:lnTo>
                  <a:lnTo>
                    <a:pt x="1274" y="262"/>
                  </a:lnTo>
                  <a:lnTo>
                    <a:pt x="1275" y="259"/>
                  </a:lnTo>
                  <a:lnTo>
                    <a:pt x="1276" y="257"/>
                  </a:lnTo>
                  <a:lnTo>
                    <a:pt x="1275" y="254"/>
                  </a:lnTo>
                  <a:lnTo>
                    <a:pt x="1273" y="251"/>
                  </a:lnTo>
                  <a:lnTo>
                    <a:pt x="1270" y="248"/>
                  </a:lnTo>
                  <a:lnTo>
                    <a:pt x="1270" y="244"/>
                  </a:lnTo>
                  <a:lnTo>
                    <a:pt x="1272" y="242"/>
                  </a:lnTo>
                  <a:lnTo>
                    <a:pt x="1277" y="241"/>
                  </a:lnTo>
                  <a:lnTo>
                    <a:pt x="1280" y="239"/>
                  </a:lnTo>
                  <a:lnTo>
                    <a:pt x="1281" y="237"/>
                  </a:lnTo>
                  <a:lnTo>
                    <a:pt x="1282" y="233"/>
                  </a:lnTo>
                  <a:lnTo>
                    <a:pt x="1284" y="231"/>
                  </a:lnTo>
                  <a:lnTo>
                    <a:pt x="1287" y="230"/>
                  </a:lnTo>
                  <a:lnTo>
                    <a:pt x="1292" y="232"/>
                  </a:lnTo>
                  <a:lnTo>
                    <a:pt x="1296" y="233"/>
                  </a:lnTo>
                  <a:lnTo>
                    <a:pt x="1299" y="233"/>
                  </a:lnTo>
                  <a:lnTo>
                    <a:pt x="1301" y="231"/>
                  </a:lnTo>
                  <a:lnTo>
                    <a:pt x="1304" y="230"/>
                  </a:lnTo>
                  <a:lnTo>
                    <a:pt x="1308" y="229"/>
                  </a:lnTo>
                  <a:lnTo>
                    <a:pt x="1312" y="228"/>
                  </a:lnTo>
                  <a:lnTo>
                    <a:pt x="1316" y="227"/>
                  </a:lnTo>
                  <a:lnTo>
                    <a:pt x="1321" y="225"/>
                  </a:lnTo>
                  <a:lnTo>
                    <a:pt x="1326" y="225"/>
                  </a:lnTo>
                  <a:lnTo>
                    <a:pt x="1329" y="228"/>
                  </a:lnTo>
                  <a:lnTo>
                    <a:pt x="1331" y="233"/>
                  </a:lnTo>
                  <a:lnTo>
                    <a:pt x="1331" y="237"/>
                  </a:lnTo>
                  <a:lnTo>
                    <a:pt x="1333" y="240"/>
                  </a:lnTo>
                  <a:lnTo>
                    <a:pt x="1337" y="241"/>
                  </a:lnTo>
                  <a:lnTo>
                    <a:pt x="1343" y="241"/>
                  </a:lnTo>
                  <a:lnTo>
                    <a:pt x="1346" y="243"/>
                  </a:lnTo>
                  <a:lnTo>
                    <a:pt x="1348" y="246"/>
                  </a:lnTo>
                  <a:lnTo>
                    <a:pt x="1349" y="249"/>
                  </a:lnTo>
                  <a:lnTo>
                    <a:pt x="1350" y="251"/>
                  </a:lnTo>
                  <a:lnTo>
                    <a:pt x="1353" y="254"/>
                  </a:lnTo>
                  <a:lnTo>
                    <a:pt x="1356" y="256"/>
                  </a:lnTo>
                  <a:close/>
                </a:path>
              </a:pathLst>
            </a:custGeom>
            <a:solidFill>
              <a:srgbClr val="86D1BC">
                <a:alpha val="9600"/>
              </a:srgbClr>
            </a:solidFill>
            <a:ln>
              <a:noFill/>
            </a:ln>
          </p:spPr>
          <p:txBody>
            <a:bodyPr anchor="ctr"/>
            <a:lstStyle/>
            <a:p>
              <a:pPr algn="ctr">
                <a:buNone/>
              </a:pPr>
            </a:p>
          </p:txBody>
        </p:sp>
        <p:sp>
          <p:nvSpPr>
            <p:cNvPr id="7045" name="addition:input:44">
              <a:extLst>
                <a:ext uri="{FF2B5EF4-FFF2-40B4-BE49-F238E27FC236}">
                  <ns2:creationId id="{88E1659D-17DC-4BA1-BCA3-F2E9B6F66EFB}"/>
                </a:ext>
              </a:extLst>
            </p:cNvPr>
            <p:cNvSpPr>
              <a:spLocks noGrp="1"/>
            </p:cNvSpPr>
            <p:nvPr/>
          </p:nvSpPr>
          <p:spPr>
            <a:xfrm>
              <a:off x="209550" y="5438775"/>
              <a:ext cx="2207179" cy="607344"/>
            </a:xfrm>
            <a:custGeom>
              <a:rect l="l" t="t" r="r" b="b"/>
              <a:pathLst>
                <a:path w="1341" h="324">
                  <a:moveTo>
                    <a:pt x="0" y="0"/>
                  </a:moveTo>
                  <a:moveTo>
                    <a:pt x="1341" y="286"/>
                  </a:moveTo>
                  <a:lnTo>
                    <a:pt x="1339" y="289"/>
                  </a:lnTo>
                  <a:lnTo>
                    <a:pt x="1338" y="292"/>
                  </a:lnTo>
                  <a:lnTo>
                    <a:pt x="1337" y="295"/>
                  </a:lnTo>
                  <a:lnTo>
                    <a:pt x="1335" y="298"/>
                  </a:lnTo>
                  <a:lnTo>
                    <a:pt x="1332" y="300"/>
                  </a:lnTo>
                  <a:lnTo>
                    <a:pt x="1328" y="302"/>
                  </a:lnTo>
                  <a:lnTo>
                    <a:pt x="1324" y="304"/>
                  </a:lnTo>
                  <a:lnTo>
                    <a:pt x="1321" y="306"/>
                  </a:lnTo>
                  <a:lnTo>
                    <a:pt x="1319" y="309"/>
                  </a:lnTo>
                  <a:lnTo>
                    <a:pt x="1316" y="311"/>
                  </a:lnTo>
                  <a:lnTo>
                    <a:pt x="1311" y="312"/>
                  </a:lnTo>
                  <a:lnTo>
                    <a:pt x="1305" y="312"/>
                  </a:lnTo>
                  <a:lnTo>
                    <a:pt x="1300" y="313"/>
                  </a:lnTo>
                  <a:lnTo>
                    <a:pt x="1297" y="316"/>
                  </a:lnTo>
                  <a:lnTo>
                    <a:pt x="1293" y="320"/>
                  </a:lnTo>
                  <a:lnTo>
                    <a:pt x="1288" y="324"/>
                  </a:lnTo>
                  <a:lnTo>
                    <a:pt x="1282" y="324"/>
                  </a:lnTo>
                  <a:lnTo>
                    <a:pt x="1276" y="321"/>
                  </a:lnTo>
                  <a:lnTo>
                    <a:pt x="1272" y="317"/>
                  </a:lnTo>
                  <a:lnTo>
                    <a:pt x="1267" y="315"/>
                  </a:lnTo>
                  <a:lnTo>
                    <a:pt x="1263" y="314"/>
                  </a:lnTo>
                  <a:lnTo>
                    <a:pt x="1259" y="313"/>
                  </a:lnTo>
                  <a:lnTo>
                    <a:pt x="1256" y="311"/>
                  </a:lnTo>
                  <a:lnTo>
                    <a:pt x="1252" y="310"/>
                  </a:lnTo>
                  <a:lnTo>
                    <a:pt x="1248" y="310"/>
                  </a:lnTo>
                  <a:lnTo>
                    <a:pt x="1242" y="310"/>
                  </a:lnTo>
                  <a:lnTo>
                    <a:pt x="1236" y="309"/>
                  </a:lnTo>
                  <a:lnTo>
                    <a:pt x="1233" y="307"/>
                  </a:lnTo>
                  <a:lnTo>
                    <a:pt x="1234" y="303"/>
                  </a:lnTo>
                  <a:lnTo>
                    <a:pt x="1235" y="300"/>
                  </a:lnTo>
                  <a:lnTo>
                    <a:pt x="1235" y="297"/>
                  </a:lnTo>
                  <a:lnTo>
                    <a:pt x="1232" y="295"/>
                  </a:lnTo>
                  <a:lnTo>
                    <a:pt x="1229" y="292"/>
                  </a:lnTo>
                  <a:lnTo>
                    <a:pt x="1229" y="289"/>
                  </a:lnTo>
                  <a:lnTo>
                    <a:pt x="1233" y="286"/>
                  </a:lnTo>
                  <a:lnTo>
                    <a:pt x="1238" y="283"/>
                  </a:lnTo>
                  <a:lnTo>
                    <a:pt x="1242" y="281"/>
                  </a:lnTo>
                  <a:lnTo>
                    <a:pt x="1242" y="279"/>
                  </a:lnTo>
                  <a:lnTo>
                    <a:pt x="1241" y="276"/>
                  </a:lnTo>
                  <a:lnTo>
                    <a:pt x="1241" y="273"/>
                  </a:lnTo>
                  <a:lnTo>
                    <a:pt x="1242" y="270"/>
                  </a:lnTo>
                  <a:lnTo>
                    <a:pt x="1242" y="266"/>
                  </a:lnTo>
                  <a:lnTo>
                    <a:pt x="1243" y="263"/>
                  </a:lnTo>
                  <a:lnTo>
                    <a:pt x="1244" y="259"/>
                  </a:lnTo>
                  <a:lnTo>
                    <a:pt x="1247" y="257"/>
                  </a:lnTo>
                  <a:lnTo>
                    <a:pt x="1253" y="257"/>
                  </a:lnTo>
                  <a:lnTo>
                    <a:pt x="1260" y="259"/>
                  </a:lnTo>
                  <a:lnTo>
                    <a:pt x="1265" y="261"/>
                  </a:lnTo>
                  <a:lnTo>
                    <a:pt x="1268" y="260"/>
                  </a:lnTo>
                  <a:lnTo>
                    <a:pt x="1270" y="257"/>
                  </a:lnTo>
                  <a:lnTo>
                    <a:pt x="1273" y="254"/>
                  </a:lnTo>
                  <a:lnTo>
                    <a:pt x="1277" y="254"/>
                  </a:lnTo>
                  <a:lnTo>
                    <a:pt x="1281" y="255"/>
                  </a:lnTo>
                  <a:lnTo>
                    <a:pt x="1285" y="256"/>
                  </a:lnTo>
                  <a:lnTo>
                    <a:pt x="1289" y="256"/>
                  </a:lnTo>
                  <a:lnTo>
                    <a:pt x="1294" y="255"/>
                  </a:lnTo>
                  <a:lnTo>
                    <a:pt x="1299" y="255"/>
                  </a:lnTo>
                  <a:lnTo>
                    <a:pt x="1304" y="256"/>
                  </a:lnTo>
                  <a:lnTo>
                    <a:pt x="1307" y="258"/>
                  </a:lnTo>
                  <a:lnTo>
                    <a:pt x="1312" y="260"/>
                  </a:lnTo>
                  <a:lnTo>
                    <a:pt x="1316" y="261"/>
                  </a:lnTo>
                  <a:lnTo>
                    <a:pt x="1320" y="264"/>
                  </a:lnTo>
                  <a:lnTo>
                    <a:pt x="1321" y="267"/>
                  </a:lnTo>
                  <a:lnTo>
                    <a:pt x="1319" y="271"/>
                  </a:lnTo>
                  <a:lnTo>
                    <a:pt x="1318" y="275"/>
                  </a:lnTo>
                  <a:lnTo>
                    <a:pt x="1320" y="277"/>
                  </a:lnTo>
                  <a:lnTo>
                    <a:pt x="1327" y="278"/>
                  </a:lnTo>
                  <a:lnTo>
                    <a:pt x="1335" y="280"/>
                  </a:lnTo>
                  <a:lnTo>
                    <a:pt x="1341" y="283"/>
                  </a:lnTo>
                  <a:close/>
                </a:path>
              </a:pathLst>
            </a:custGeom>
            <a:solidFill>
              <a:srgbClr val="86D1BC">
                <a:alpha val="9600"/>
              </a:srgbClr>
            </a:solidFill>
            <a:ln>
              <a:noFill/>
            </a:ln>
          </p:spPr>
          <p:txBody>
            <a:bodyPr anchor="ctr"/>
            <a:lstStyle/>
            <a:p>
              <a:pPr algn="ctr">
                <a:buNone/>
              </a:pPr>
            </a:p>
          </p:txBody>
        </p:sp>
        <p:sp>
          <p:nvSpPr>
            <p:cNvPr id="7046" name="addition:input:45">
              <a:extLst>
                <a:ext uri="{FF2B5EF4-FFF2-40B4-BE49-F238E27FC236}">
                  <ns2:creationId id="{D5A1465A-DCCB-4B74-97B0-AAF2A0FA9C79}"/>
                </a:ext>
              </a:extLst>
            </p:cNvPr>
            <p:cNvSpPr>
              <a:spLocks noGrp="1"/>
            </p:cNvSpPr>
            <p:nvPr/>
          </p:nvSpPr>
          <p:spPr>
            <a:xfrm>
              <a:off x="209550" y="5438775"/>
              <a:ext cx="2116653" cy="603595"/>
            </a:xfrm>
            <a:custGeom>
              <a:rect l="l" t="t" r="r" b="b"/>
              <a:pathLst>
                <a:path w="1286" h="322">
                  <a:moveTo>
                    <a:pt x="0" y="0"/>
                  </a:moveTo>
                  <a:moveTo>
                    <a:pt x="1281" y="289"/>
                  </a:moveTo>
                  <a:lnTo>
                    <a:pt x="1284" y="292"/>
                  </a:lnTo>
                  <a:lnTo>
                    <a:pt x="1286" y="296"/>
                  </a:lnTo>
                  <a:lnTo>
                    <a:pt x="1286" y="299"/>
                  </a:lnTo>
                  <a:lnTo>
                    <a:pt x="1282" y="301"/>
                  </a:lnTo>
                  <a:lnTo>
                    <a:pt x="1276" y="302"/>
                  </a:lnTo>
                  <a:lnTo>
                    <a:pt x="1269" y="303"/>
                  </a:lnTo>
                  <a:lnTo>
                    <a:pt x="1265" y="304"/>
                  </a:lnTo>
                  <a:lnTo>
                    <a:pt x="1265" y="307"/>
                  </a:lnTo>
                  <a:lnTo>
                    <a:pt x="1264" y="311"/>
                  </a:lnTo>
                  <a:lnTo>
                    <a:pt x="1262" y="314"/>
                  </a:lnTo>
                  <a:lnTo>
                    <a:pt x="1259" y="316"/>
                  </a:lnTo>
                  <a:lnTo>
                    <a:pt x="1254" y="317"/>
                  </a:lnTo>
                  <a:lnTo>
                    <a:pt x="1250" y="318"/>
                  </a:lnTo>
                  <a:lnTo>
                    <a:pt x="1246" y="320"/>
                  </a:lnTo>
                  <a:lnTo>
                    <a:pt x="1242" y="322"/>
                  </a:lnTo>
                  <a:lnTo>
                    <a:pt x="1237" y="322"/>
                  </a:lnTo>
                  <a:lnTo>
                    <a:pt x="1232" y="321"/>
                  </a:lnTo>
                  <a:lnTo>
                    <a:pt x="1228" y="321"/>
                  </a:lnTo>
                  <a:lnTo>
                    <a:pt x="1223" y="321"/>
                  </a:lnTo>
                  <a:lnTo>
                    <a:pt x="1219" y="321"/>
                  </a:lnTo>
                  <a:lnTo>
                    <a:pt x="1215" y="320"/>
                  </a:lnTo>
                  <a:lnTo>
                    <a:pt x="1213" y="316"/>
                  </a:lnTo>
                  <a:lnTo>
                    <a:pt x="1212" y="312"/>
                  </a:lnTo>
                  <a:lnTo>
                    <a:pt x="1210" y="310"/>
                  </a:lnTo>
                  <a:lnTo>
                    <a:pt x="1206" y="311"/>
                  </a:lnTo>
                  <a:lnTo>
                    <a:pt x="1200" y="312"/>
                  </a:lnTo>
                  <a:lnTo>
                    <a:pt x="1194" y="312"/>
                  </a:lnTo>
                  <a:lnTo>
                    <a:pt x="1190" y="310"/>
                  </a:lnTo>
                  <a:lnTo>
                    <a:pt x="1190" y="307"/>
                  </a:lnTo>
                  <a:lnTo>
                    <a:pt x="1190" y="304"/>
                  </a:lnTo>
                  <a:lnTo>
                    <a:pt x="1190" y="301"/>
                  </a:lnTo>
                  <a:lnTo>
                    <a:pt x="1190" y="298"/>
                  </a:lnTo>
                  <a:lnTo>
                    <a:pt x="1192" y="295"/>
                  </a:lnTo>
                  <a:lnTo>
                    <a:pt x="1194" y="292"/>
                  </a:lnTo>
                  <a:lnTo>
                    <a:pt x="1196" y="289"/>
                  </a:lnTo>
                  <a:lnTo>
                    <a:pt x="1196" y="287"/>
                  </a:lnTo>
                  <a:lnTo>
                    <a:pt x="1194" y="284"/>
                  </a:lnTo>
                  <a:lnTo>
                    <a:pt x="1192" y="281"/>
                  </a:lnTo>
                  <a:lnTo>
                    <a:pt x="1194" y="278"/>
                  </a:lnTo>
                  <a:lnTo>
                    <a:pt x="1197" y="276"/>
                  </a:lnTo>
                  <a:lnTo>
                    <a:pt x="1200" y="274"/>
                  </a:lnTo>
                  <a:lnTo>
                    <a:pt x="1201" y="271"/>
                  </a:lnTo>
                  <a:lnTo>
                    <a:pt x="1200" y="267"/>
                  </a:lnTo>
                  <a:lnTo>
                    <a:pt x="1200" y="263"/>
                  </a:lnTo>
                  <a:lnTo>
                    <a:pt x="1202" y="261"/>
                  </a:lnTo>
                  <a:lnTo>
                    <a:pt x="1207" y="260"/>
                  </a:lnTo>
                  <a:lnTo>
                    <a:pt x="1212" y="261"/>
                  </a:lnTo>
                  <a:lnTo>
                    <a:pt x="1216" y="262"/>
                  </a:lnTo>
                  <a:lnTo>
                    <a:pt x="1219" y="262"/>
                  </a:lnTo>
                  <a:lnTo>
                    <a:pt x="1222" y="262"/>
                  </a:lnTo>
                  <a:lnTo>
                    <a:pt x="1226" y="262"/>
                  </a:lnTo>
                  <a:lnTo>
                    <a:pt x="1229" y="262"/>
                  </a:lnTo>
                  <a:lnTo>
                    <a:pt x="1232" y="260"/>
                  </a:lnTo>
                  <a:lnTo>
                    <a:pt x="1236" y="257"/>
                  </a:lnTo>
                  <a:lnTo>
                    <a:pt x="1240" y="255"/>
                  </a:lnTo>
                  <a:lnTo>
                    <a:pt x="1245" y="254"/>
                  </a:lnTo>
                  <a:lnTo>
                    <a:pt x="1249" y="257"/>
                  </a:lnTo>
                  <a:lnTo>
                    <a:pt x="1251" y="261"/>
                  </a:lnTo>
                  <a:lnTo>
                    <a:pt x="1253" y="264"/>
                  </a:lnTo>
                  <a:lnTo>
                    <a:pt x="1257" y="266"/>
                  </a:lnTo>
                  <a:lnTo>
                    <a:pt x="1261" y="266"/>
                  </a:lnTo>
                  <a:lnTo>
                    <a:pt x="1266" y="268"/>
                  </a:lnTo>
                  <a:lnTo>
                    <a:pt x="1268" y="271"/>
                  </a:lnTo>
                  <a:lnTo>
                    <a:pt x="1268" y="274"/>
                  </a:lnTo>
                  <a:lnTo>
                    <a:pt x="1269" y="277"/>
                  </a:lnTo>
                  <a:lnTo>
                    <a:pt x="1271" y="279"/>
                  </a:lnTo>
                  <a:lnTo>
                    <a:pt x="1275" y="281"/>
                  </a:lnTo>
                  <a:lnTo>
                    <a:pt x="1277" y="284"/>
                  </a:lnTo>
                  <a:lnTo>
                    <a:pt x="1279" y="286"/>
                  </a:lnTo>
                  <a:close/>
                </a:path>
              </a:pathLst>
            </a:custGeom>
            <a:solidFill>
              <a:srgbClr val="86D1BC">
                <a:alpha val="9600"/>
              </a:srgbClr>
            </a:solidFill>
            <a:ln>
              <a:noFill/>
            </a:ln>
          </p:spPr>
          <p:txBody>
            <a:bodyPr anchor="ctr"/>
            <a:lstStyle/>
            <a:p>
              <a:pPr algn="ctr">
                <a:buNone/>
              </a:pPr>
            </a:p>
          </p:txBody>
        </p:sp>
        <p:sp>
          <p:nvSpPr>
            <p:cNvPr id="7047" name="addition:input:46">
              <a:extLst>
                <a:ext uri="{FF2B5EF4-FFF2-40B4-BE49-F238E27FC236}">
                  <ns2:creationId id="{2C4F6413-3EA1-4359-A9C9-44B91FAE3C9A}"/>
                </a:ext>
              </a:extLst>
            </p:cNvPr>
            <p:cNvSpPr>
              <a:spLocks noGrp="1"/>
            </p:cNvSpPr>
            <p:nvPr/>
          </p:nvSpPr>
          <p:spPr>
            <a:xfrm>
              <a:off x="209550" y="5438775"/>
              <a:ext cx="2032711" cy="569854"/>
            </a:xfrm>
            <a:custGeom>
              <a:rect l="l" t="t" r="r" b="b"/>
              <a:pathLst>
                <a:path w="1235" h="304">
                  <a:moveTo>
                    <a:pt x="0" y="0"/>
                  </a:moveTo>
                  <a:moveTo>
                    <a:pt x="1234" y="278"/>
                  </a:moveTo>
                  <a:lnTo>
                    <a:pt x="1232" y="280"/>
                  </a:lnTo>
                  <a:lnTo>
                    <a:pt x="1230" y="282"/>
                  </a:lnTo>
                  <a:lnTo>
                    <a:pt x="1228" y="285"/>
                  </a:lnTo>
                  <a:lnTo>
                    <a:pt x="1225" y="287"/>
                  </a:lnTo>
                  <a:lnTo>
                    <a:pt x="1222" y="288"/>
                  </a:lnTo>
                  <a:lnTo>
                    <a:pt x="1218" y="289"/>
                  </a:lnTo>
                  <a:lnTo>
                    <a:pt x="1217" y="291"/>
                  </a:lnTo>
                  <a:lnTo>
                    <a:pt x="1218" y="295"/>
                  </a:lnTo>
                  <a:lnTo>
                    <a:pt x="1218" y="299"/>
                  </a:lnTo>
                  <a:lnTo>
                    <a:pt x="1217" y="302"/>
                  </a:lnTo>
                  <a:lnTo>
                    <a:pt x="1214" y="304"/>
                  </a:lnTo>
                  <a:lnTo>
                    <a:pt x="1209" y="303"/>
                  </a:lnTo>
                  <a:lnTo>
                    <a:pt x="1205" y="302"/>
                  </a:lnTo>
                  <a:lnTo>
                    <a:pt x="1202" y="302"/>
                  </a:lnTo>
                  <a:lnTo>
                    <a:pt x="1199" y="303"/>
                  </a:lnTo>
                  <a:lnTo>
                    <a:pt x="1197" y="304"/>
                  </a:lnTo>
                  <a:lnTo>
                    <a:pt x="1194" y="304"/>
                  </a:lnTo>
                  <a:lnTo>
                    <a:pt x="1191" y="303"/>
                  </a:lnTo>
                  <a:lnTo>
                    <a:pt x="1189" y="302"/>
                  </a:lnTo>
                  <a:lnTo>
                    <a:pt x="1186" y="302"/>
                  </a:lnTo>
                  <a:lnTo>
                    <a:pt x="1183" y="303"/>
                  </a:lnTo>
                  <a:lnTo>
                    <a:pt x="1181" y="302"/>
                  </a:lnTo>
                  <a:lnTo>
                    <a:pt x="1179" y="300"/>
                  </a:lnTo>
                  <a:lnTo>
                    <a:pt x="1177" y="299"/>
                  </a:lnTo>
                  <a:lnTo>
                    <a:pt x="1173" y="299"/>
                  </a:lnTo>
                  <a:lnTo>
                    <a:pt x="1169" y="299"/>
                  </a:lnTo>
                  <a:lnTo>
                    <a:pt x="1165" y="298"/>
                  </a:lnTo>
                  <a:lnTo>
                    <a:pt x="1163" y="296"/>
                  </a:lnTo>
                  <a:lnTo>
                    <a:pt x="1165" y="292"/>
                  </a:lnTo>
                  <a:lnTo>
                    <a:pt x="1167" y="288"/>
                  </a:lnTo>
                  <a:lnTo>
                    <a:pt x="1169" y="286"/>
                  </a:lnTo>
                  <a:lnTo>
                    <a:pt x="1167" y="284"/>
                  </a:lnTo>
                  <a:lnTo>
                    <a:pt x="1165" y="282"/>
                  </a:lnTo>
                  <a:lnTo>
                    <a:pt x="1162" y="280"/>
                  </a:lnTo>
                  <a:lnTo>
                    <a:pt x="1161" y="278"/>
                  </a:lnTo>
                  <a:lnTo>
                    <a:pt x="1160" y="275"/>
                  </a:lnTo>
                  <a:lnTo>
                    <a:pt x="1158" y="273"/>
                  </a:lnTo>
                  <a:lnTo>
                    <a:pt x="1157" y="270"/>
                  </a:lnTo>
                  <a:lnTo>
                    <a:pt x="1157" y="267"/>
                  </a:lnTo>
                  <a:lnTo>
                    <a:pt x="1159" y="265"/>
                  </a:lnTo>
                  <a:lnTo>
                    <a:pt x="1162" y="264"/>
                  </a:lnTo>
                  <a:lnTo>
                    <a:pt x="1165" y="263"/>
                  </a:lnTo>
                  <a:lnTo>
                    <a:pt x="1166" y="260"/>
                  </a:lnTo>
                  <a:lnTo>
                    <a:pt x="1166" y="258"/>
                  </a:lnTo>
                  <a:lnTo>
                    <a:pt x="1168" y="256"/>
                  </a:lnTo>
                  <a:lnTo>
                    <a:pt x="1172" y="256"/>
                  </a:lnTo>
                  <a:lnTo>
                    <a:pt x="1176" y="257"/>
                  </a:lnTo>
                  <a:lnTo>
                    <a:pt x="1179" y="257"/>
                  </a:lnTo>
                  <a:lnTo>
                    <a:pt x="1182" y="256"/>
                  </a:lnTo>
                  <a:lnTo>
                    <a:pt x="1184" y="253"/>
                  </a:lnTo>
                  <a:lnTo>
                    <a:pt x="1187" y="250"/>
                  </a:lnTo>
                  <a:lnTo>
                    <a:pt x="1190" y="249"/>
                  </a:lnTo>
                  <a:lnTo>
                    <a:pt x="1194" y="248"/>
                  </a:lnTo>
                  <a:lnTo>
                    <a:pt x="1198" y="248"/>
                  </a:lnTo>
                  <a:lnTo>
                    <a:pt x="1202" y="249"/>
                  </a:lnTo>
                  <a:lnTo>
                    <a:pt x="1206" y="250"/>
                  </a:lnTo>
                  <a:lnTo>
                    <a:pt x="1209" y="253"/>
                  </a:lnTo>
                  <a:lnTo>
                    <a:pt x="1210" y="256"/>
                  </a:lnTo>
                  <a:lnTo>
                    <a:pt x="1212" y="259"/>
                  </a:lnTo>
                  <a:lnTo>
                    <a:pt x="1215" y="260"/>
                  </a:lnTo>
                  <a:lnTo>
                    <a:pt x="1219" y="260"/>
                  </a:lnTo>
                  <a:lnTo>
                    <a:pt x="1224" y="260"/>
                  </a:lnTo>
                  <a:lnTo>
                    <a:pt x="1227" y="261"/>
                  </a:lnTo>
                  <a:lnTo>
                    <a:pt x="1228" y="264"/>
                  </a:lnTo>
                  <a:lnTo>
                    <a:pt x="1228" y="266"/>
                  </a:lnTo>
                  <a:lnTo>
                    <a:pt x="1229" y="269"/>
                  </a:lnTo>
                  <a:lnTo>
                    <a:pt x="1232" y="270"/>
                  </a:lnTo>
                  <a:lnTo>
                    <a:pt x="1234" y="272"/>
                  </a:lnTo>
                  <a:lnTo>
                    <a:pt x="1235" y="275"/>
                  </a:lnTo>
                  <a:close/>
                </a:path>
              </a:pathLst>
            </a:custGeom>
            <a:solidFill>
              <a:srgbClr val="86D1BC">
                <a:alpha val="9600"/>
              </a:srgbClr>
            </a:solidFill>
            <a:ln>
              <a:noFill/>
            </a:ln>
          </p:spPr>
          <p:txBody>
            <a:bodyPr anchor="ctr"/>
            <a:lstStyle/>
            <a:p>
              <a:pPr algn="ctr">
                <a:buNone/>
              </a:pPr>
            </a:p>
          </p:txBody>
        </p:sp>
        <p:sp>
          <p:nvSpPr>
            <p:cNvPr id="7048" name="addition:input:47">
              <a:extLst>
                <a:ext uri="{FF2B5EF4-FFF2-40B4-BE49-F238E27FC236}">
                  <ns2:creationId id="{7A0CEB4D-A204-4664-9CA3-F16A76B460C5}"/>
                </a:ext>
              </a:extLst>
            </p:cNvPr>
            <p:cNvSpPr>
              <a:spLocks noGrp="1"/>
            </p:cNvSpPr>
            <p:nvPr/>
          </p:nvSpPr>
          <p:spPr>
            <a:xfrm>
              <a:off x="209550" y="5438775"/>
              <a:ext cx="2164385" cy="579227"/>
            </a:xfrm>
            <a:custGeom>
              <a:rect l="l" t="t" r="r" b="b"/>
              <a:pathLst>
                <a:path w="1315" h="309">
                  <a:moveTo>
                    <a:pt x="0" y="0"/>
                  </a:moveTo>
                  <a:moveTo>
                    <a:pt x="1307" y="273"/>
                  </a:moveTo>
                  <a:lnTo>
                    <a:pt x="1303" y="276"/>
                  </a:lnTo>
                  <a:lnTo>
                    <a:pt x="1299" y="278"/>
                  </a:lnTo>
                  <a:lnTo>
                    <a:pt x="1296" y="281"/>
                  </a:lnTo>
                  <a:lnTo>
                    <a:pt x="1298" y="284"/>
                  </a:lnTo>
                  <a:lnTo>
                    <a:pt x="1302" y="288"/>
                  </a:lnTo>
                  <a:lnTo>
                    <a:pt x="1304" y="293"/>
                  </a:lnTo>
                  <a:lnTo>
                    <a:pt x="1302" y="296"/>
                  </a:lnTo>
                  <a:lnTo>
                    <a:pt x="1296" y="297"/>
                  </a:lnTo>
                  <a:lnTo>
                    <a:pt x="1291" y="298"/>
                  </a:lnTo>
                  <a:lnTo>
                    <a:pt x="1287" y="300"/>
                  </a:lnTo>
                  <a:lnTo>
                    <a:pt x="1285" y="302"/>
                  </a:lnTo>
                  <a:lnTo>
                    <a:pt x="1282" y="305"/>
                  </a:lnTo>
                  <a:lnTo>
                    <a:pt x="1278" y="306"/>
                  </a:lnTo>
                  <a:lnTo>
                    <a:pt x="1273" y="306"/>
                  </a:lnTo>
                  <a:lnTo>
                    <a:pt x="1269" y="305"/>
                  </a:lnTo>
                  <a:lnTo>
                    <a:pt x="1265" y="304"/>
                  </a:lnTo>
                  <a:lnTo>
                    <a:pt x="1261" y="305"/>
                  </a:lnTo>
                  <a:lnTo>
                    <a:pt x="1257" y="305"/>
                  </a:lnTo>
                  <a:lnTo>
                    <a:pt x="1254" y="305"/>
                  </a:lnTo>
                  <a:lnTo>
                    <a:pt x="1250" y="304"/>
                  </a:lnTo>
                  <a:lnTo>
                    <a:pt x="1245" y="305"/>
                  </a:lnTo>
                  <a:lnTo>
                    <a:pt x="1239" y="307"/>
                  </a:lnTo>
                  <a:lnTo>
                    <a:pt x="1232" y="309"/>
                  </a:lnTo>
                  <a:lnTo>
                    <a:pt x="1226" y="307"/>
                  </a:lnTo>
                  <a:lnTo>
                    <a:pt x="1224" y="303"/>
                  </a:lnTo>
                  <a:lnTo>
                    <a:pt x="1225" y="298"/>
                  </a:lnTo>
                  <a:lnTo>
                    <a:pt x="1225" y="293"/>
                  </a:lnTo>
                  <a:lnTo>
                    <a:pt x="1222" y="291"/>
                  </a:lnTo>
                  <a:lnTo>
                    <a:pt x="1218" y="289"/>
                  </a:lnTo>
                  <a:lnTo>
                    <a:pt x="1213" y="287"/>
                  </a:lnTo>
                  <a:lnTo>
                    <a:pt x="1210" y="285"/>
                  </a:lnTo>
                  <a:lnTo>
                    <a:pt x="1208" y="282"/>
                  </a:lnTo>
                  <a:lnTo>
                    <a:pt x="1206" y="279"/>
                  </a:lnTo>
                  <a:lnTo>
                    <a:pt x="1202" y="276"/>
                  </a:lnTo>
                  <a:lnTo>
                    <a:pt x="1199" y="273"/>
                  </a:lnTo>
                  <a:lnTo>
                    <a:pt x="1198" y="270"/>
                  </a:lnTo>
                  <a:lnTo>
                    <a:pt x="1200" y="267"/>
                  </a:lnTo>
                  <a:lnTo>
                    <a:pt x="1202" y="264"/>
                  </a:lnTo>
                  <a:lnTo>
                    <a:pt x="1202" y="261"/>
                  </a:lnTo>
                  <a:lnTo>
                    <a:pt x="1201" y="257"/>
                  </a:lnTo>
                  <a:lnTo>
                    <a:pt x="1203" y="254"/>
                  </a:lnTo>
                  <a:lnTo>
                    <a:pt x="1208" y="252"/>
                  </a:lnTo>
                  <a:lnTo>
                    <a:pt x="1216" y="252"/>
                  </a:lnTo>
                  <a:lnTo>
                    <a:pt x="1223" y="253"/>
                  </a:lnTo>
                  <a:lnTo>
                    <a:pt x="1227" y="251"/>
                  </a:lnTo>
                  <a:lnTo>
                    <a:pt x="1229" y="248"/>
                  </a:lnTo>
                  <a:lnTo>
                    <a:pt x="1230" y="243"/>
                  </a:lnTo>
                  <a:lnTo>
                    <a:pt x="1234" y="240"/>
                  </a:lnTo>
                  <a:lnTo>
                    <a:pt x="1239" y="238"/>
                  </a:lnTo>
                  <a:lnTo>
                    <a:pt x="1245" y="237"/>
                  </a:lnTo>
                  <a:lnTo>
                    <a:pt x="1250" y="236"/>
                  </a:lnTo>
                  <a:lnTo>
                    <a:pt x="1256" y="235"/>
                  </a:lnTo>
                  <a:lnTo>
                    <a:pt x="1262" y="236"/>
                  </a:lnTo>
                  <a:lnTo>
                    <a:pt x="1267" y="239"/>
                  </a:lnTo>
                  <a:lnTo>
                    <a:pt x="1272" y="242"/>
                  </a:lnTo>
                  <a:lnTo>
                    <a:pt x="1276" y="244"/>
                  </a:lnTo>
                  <a:lnTo>
                    <a:pt x="1281" y="244"/>
                  </a:lnTo>
                  <a:lnTo>
                    <a:pt x="1287" y="243"/>
                  </a:lnTo>
                  <a:lnTo>
                    <a:pt x="1291" y="244"/>
                  </a:lnTo>
                  <a:lnTo>
                    <a:pt x="1294" y="247"/>
                  </a:lnTo>
                  <a:lnTo>
                    <a:pt x="1295" y="250"/>
                  </a:lnTo>
                  <a:lnTo>
                    <a:pt x="1297" y="253"/>
                  </a:lnTo>
                  <a:lnTo>
                    <a:pt x="1302" y="254"/>
                  </a:lnTo>
                  <a:lnTo>
                    <a:pt x="1308" y="254"/>
                  </a:lnTo>
                  <a:lnTo>
                    <a:pt x="1313" y="256"/>
                  </a:lnTo>
                  <a:lnTo>
                    <a:pt x="1315" y="259"/>
                  </a:lnTo>
                  <a:lnTo>
                    <a:pt x="1313" y="263"/>
                  </a:lnTo>
                  <a:lnTo>
                    <a:pt x="1311" y="267"/>
                  </a:lnTo>
                  <a:lnTo>
                    <a:pt x="1309" y="270"/>
                  </a:lnTo>
                  <a:close/>
                </a:path>
              </a:pathLst>
            </a:custGeom>
            <a:solidFill>
              <a:srgbClr val="86D1BC">
                <a:alpha val="9600"/>
              </a:srgbClr>
            </a:solidFill>
            <a:ln>
              <a:noFill/>
            </a:ln>
          </p:spPr>
          <p:txBody>
            <a:bodyPr anchor="ctr"/>
            <a:lstStyle/>
            <a:p>
              <a:pPr algn="ctr">
                <a:buNone/>
              </a:pPr>
            </a:p>
          </p:txBody>
        </p:sp>
        <p:sp>
          <p:nvSpPr>
            <p:cNvPr id="7049" name="addition:input:48">
              <a:extLst>
                <a:ext uri="{FF2B5EF4-FFF2-40B4-BE49-F238E27FC236}">
                  <ns2:creationId id="{E75DF1E9-76D1-4B54-B9F2-F614A7EADB44}"/>
                </a:ext>
              </a:extLst>
            </p:cNvPr>
            <p:cNvSpPr>
              <a:spLocks noGrp="1"/>
            </p:cNvSpPr>
            <p:nvPr/>
          </p:nvSpPr>
          <p:spPr>
            <a:xfrm>
              <a:off x="209550" y="5438775"/>
              <a:ext cx="2197303" cy="596097"/>
            </a:xfrm>
            <a:custGeom>
              <a:rect l="l" t="t" r="r" b="b"/>
              <a:pathLst>
                <a:path w="1335" h="318">
                  <a:moveTo>
                    <a:pt x="0" y="0"/>
                  </a:moveTo>
                  <a:moveTo>
                    <a:pt x="1329" y="267"/>
                  </a:moveTo>
                  <a:lnTo>
                    <a:pt x="1330" y="272"/>
                  </a:lnTo>
                  <a:lnTo>
                    <a:pt x="1327" y="276"/>
                  </a:lnTo>
                  <a:lnTo>
                    <a:pt x="1320" y="280"/>
                  </a:lnTo>
                  <a:lnTo>
                    <a:pt x="1312" y="282"/>
                  </a:lnTo>
                  <a:lnTo>
                    <a:pt x="1308" y="286"/>
                  </a:lnTo>
                  <a:lnTo>
                    <a:pt x="1307" y="290"/>
                  </a:lnTo>
                  <a:lnTo>
                    <a:pt x="1307" y="295"/>
                  </a:lnTo>
                  <a:lnTo>
                    <a:pt x="1305" y="300"/>
                  </a:lnTo>
                  <a:lnTo>
                    <a:pt x="1301" y="304"/>
                  </a:lnTo>
                  <a:lnTo>
                    <a:pt x="1298" y="309"/>
                  </a:lnTo>
                  <a:lnTo>
                    <a:pt x="1294" y="314"/>
                  </a:lnTo>
                  <a:lnTo>
                    <a:pt x="1289" y="318"/>
                  </a:lnTo>
                  <a:lnTo>
                    <a:pt x="1282" y="318"/>
                  </a:lnTo>
                  <a:lnTo>
                    <a:pt x="1273" y="314"/>
                  </a:lnTo>
                  <a:lnTo>
                    <a:pt x="1266" y="310"/>
                  </a:lnTo>
                  <a:lnTo>
                    <a:pt x="1261" y="308"/>
                  </a:lnTo>
                  <a:lnTo>
                    <a:pt x="1257" y="310"/>
                  </a:lnTo>
                  <a:lnTo>
                    <a:pt x="1252" y="314"/>
                  </a:lnTo>
                  <a:lnTo>
                    <a:pt x="1246" y="317"/>
                  </a:lnTo>
                  <a:lnTo>
                    <a:pt x="1240" y="317"/>
                  </a:lnTo>
                  <a:lnTo>
                    <a:pt x="1236" y="314"/>
                  </a:lnTo>
                  <a:lnTo>
                    <a:pt x="1231" y="312"/>
                  </a:lnTo>
                  <a:lnTo>
                    <a:pt x="1225" y="311"/>
                  </a:lnTo>
                  <a:lnTo>
                    <a:pt x="1218" y="311"/>
                  </a:lnTo>
                  <a:lnTo>
                    <a:pt x="1212" y="309"/>
                  </a:lnTo>
                  <a:lnTo>
                    <a:pt x="1208" y="305"/>
                  </a:lnTo>
                  <a:lnTo>
                    <a:pt x="1205" y="301"/>
                  </a:lnTo>
                  <a:lnTo>
                    <a:pt x="1201" y="297"/>
                  </a:lnTo>
                  <a:lnTo>
                    <a:pt x="1196" y="293"/>
                  </a:lnTo>
                  <a:lnTo>
                    <a:pt x="1194" y="289"/>
                  </a:lnTo>
                  <a:lnTo>
                    <a:pt x="1195" y="284"/>
                  </a:lnTo>
                  <a:lnTo>
                    <a:pt x="1199" y="278"/>
                  </a:lnTo>
                  <a:lnTo>
                    <a:pt x="1200" y="274"/>
                  </a:lnTo>
                  <a:lnTo>
                    <a:pt x="1195" y="271"/>
                  </a:lnTo>
                  <a:lnTo>
                    <a:pt x="1185" y="267"/>
                  </a:lnTo>
                  <a:lnTo>
                    <a:pt x="1175" y="262"/>
                  </a:lnTo>
                  <a:lnTo>
                    <a:pt x="1171" y="257"/>
                  </a:lnTo>
                  <a:lnTo>
                    <a:pt x="1174" y="252"/>
                  </a:lnTo>
                  <a:lnTo>
                    <a:pt x="1180" y="248"/>
                  </a:lnTo>
                  <a:lnTo>
                    <a:pt x="1184" y="245"/>
                  </a:lnTo>
                  <a:lnTo>
                    <a:pt x="1188" y="241"/>
                  </a:lnTo>
                  <a:lnTo>
                    <a:pt x="1192" y="238"/>
                  </a:lnTo>
                  <a:lnTo>
                    <a:pt x="1197" y="236"/>
                  </a:lnTo>
                  <a:lnTo>
                    <a:pt x="1204" y="234"/>
                  </a:lnTo>
                  <a:lnTo>
                    <a:pt x="1208" y="232"/>
                  </a:lnTo>
                  <a:lnTo>
                    <a:pt x="1212" y="228"/>
                  </a:lnTo>
                  <a:lnTo>
                    <a:pt x="1216" y="223"/>
                  </a:lnTo>
                  <a:lnTo>
                    <a:pt x="1222" y="221"/>
                  </a:lnTo>
                  <a:lnTo>
                    <a:pt x="1229" y="221"/>
                  </a:lnTo>
                  <a:lnTo>
                    <a:pt x="1237" y="222"/>
                  </a:lnTo>
                  <a:lnTo>
                    <a:pt x="1244" y="220"/>
                  </a:lnTo>
                  <a:lnTo>
                    <a:pt x="1250" y="216"/>
                  </a:lnTo>
                  <a:lnTo>
                    <a:pt x="1258" y="211"/>
                  </a:lnTo>
                  <a:lnTo>
                    <a:pt x="1267" y="209"/>
                  </a:lnTo>
                  <a:lnTo>
                    <a:pt x="1275" y="212"/>
                  </a:lnTo>
                  <a:lnTo>
                    <a:pt x="1281" y="219"/>
                  </a:lnTo>
                  <a:lnTo>
                    <a:pt x="1285" y="225"/>
                  </a:lnTo>
                  <a:lnTo>
                    <a:pt x="1290" y="228"/>
                  </a:lnTo>
                  <a:lnTo>
                    <a:pt x="1295" y="230"/>
                  </a:lnTo>
                  <a:lnTo>
                    <a:pt x="1301" y="232"/>
                  </a:lnTo>
                  <a:lnTo>
                    <a:pt x="1306" y="235"/>
                  </a:lnTo>
                  <a:lnTo>
                    <a:pt x="1311" y="237"/>
                  </a:lnTo>
                  <a:lnTo>
                    <a:pt x="1319" y="238"/>
                  </a:lnTo>
                  <a:lnTo>
                    <a:pt x="1328" y="239"/>
                  </a:lnTo>
                  <a:lnTo>
                    <a:pt x="1334" y="242"/>
                  </a:lnTo>
                  <a:lnTo>
                    <a:pt x="1335" y="247"/>
                  </a:lnTo>
                  <a:lnTo>
                    <a:pt x="1331" y="253"/>
                  </a:lnTo>
                  <a:lnTo>
                    <a:pt x="1326" y="258"/>
                  </a:lnTo>
                  <a:lnTo>
                    <a:pt x="1326" y="263"/>
                  </a:lnTo>
                  <a:close/>
                </a:path>
              </a:pathLst>
            </a:custGeom>
            <a:solidFill>
              <a:srgbClr val="56BFA2">
                <a:alpha val="11100"/>
              </a:srgbClr>
            </a:solidFill>
            <a:ln>
              <a:noFill/>
            </a:ln>
          </p:spPr>
          <p:txBody>
            <a:bodyPr anchor="ctr"/>
            <a:lstStyle/>
            <a:p>
              <a:pPr algn="ctr">
                <a:buNone/>
              </a:pPr>
            </a:p>
          </p:txBody>
        </p:sp>
        <p:sp>
          <p:nvSpPr>
            <p:cNvPr id="7050" name="addition:input:49">
              <a:extLst>
                <a:ext uri="{FF2B5EF4-FFF2-40B4-BE49-F238E27FC236}">
                  <ns2:creationId id="{272154A9-ACF8-4996-B8FC-1B41BF65A5A5}"/>
                </a:ext>
              </a:extLst>
            </p:cNvPr>
            <p:cNvSpPr>
              <a:spLocks noGrp="1"/>
            </p:cNvSpPr>
            <p:nvPr/>
          </p:nvSpPr>
          <p:spPr>
            <a:xfrm>
              <a:off x="209550" y="5438775"/>
              <a:ext cx="2080443" cy="526740"/>
            </a:xfrm>
            <a:custGeom>
              <a:rect l="l" t="t" r="r" b="b"/>
              <a:pathLst>
                <a:path w="1264" h="281">
                  <a:moveTo>
                    <a:pt x="0" y="0"/>
                  </a:moveTo>
                  <a:moveTo>
                    <a:pt x="1263" y="253"/>
                  </a:moveTo>
                  <a:lnTo>
                    <a:pt x="1264" y="256"/>
                  </a:lnTo>
                  <a:lnTo>
                    <a:pt x="1263" y="258"/>
                  </a:lnTo>
                  <a:lnTo>
                    <a:pt x="1260" y="260"/>
                  </a:lnTo>
                  <a:lnTo>
                    <a:pt x="1258" y="262"/>
                  </a:lnTo>
                  <a:lnTo>
                    <a:pt x="1257" y="264"/>
                  </a:lnTo>
                  <a:lnTo>
                    <a:pt x="1257" y="267"/>
                  </a:lnTo>
                  <a:lnTo>
                    <a:pt x="1256" y="269"/>
                  </a:lnTo>
                  <a:lnTo>
                    <a:pt x="1253" y="270"/>
                  </a:lnTo>
                  <a:lnTo>
                    <a:pt x="1248" y="270"/>
                  </a:lnTo>
                  <a:lnTo>
                    <a:pt x="1245" y="270"/>
                  </a:lnTo>
                  <a:lnTo>
                    <a:pt x="1242" y="271"/>
                  </a:lnTo>
                  <a:lnTo>
                    <a:pt x="1241" y="274"/>
                  </a:lnTo>
                  <a:lnTo>
                    <a:pt x="1239" y="277"/>
                  </a:lnTo>
                  <a:lnTo>
                    <a:pt x="1236" y="279"/>
                  </a:lnTo>
                  <a:lnTo>
                    <a:pt x="1233" y="280"/>
                  </a:lnTo>
                  <a:lnTo>
                    <a:pt x="1229" y="281"/>
                  </a:lnTo>
                  <a:lnTo>
                    <a:pt x="1226" y="281"/>
                  </a:lnTo>
                  <a:lnTo>
                    <a:pt x="1222" y="281"/>
                  </a:lnTo>
                  <a:lnTo>
                    <a:pt x="1218" y="279"/>
                  </a:lnTo>
                  <a:lnTo>
                    <a:pt x="1216" y="277"/>
                  </a:lnTo>
                  <a:lnTo>
                    <a:pt x="1214" y="274"/>
                  </a:lnTo>
                  <a:lnTo>
                    <a:pt x="1211" y="273"/>
                  </a:lnTo>
                  <a:lnTo>
                    <a:pt x="1208" y="273"/>
                  </a:lnTo>
                  <a:lnTo>
                    <a:pt x="1204" y="274"/>
                  </a:lnTo>
                  <a:lnTo>
                    <a:pt x="1201" y="274"/>
                  </a:lnTo>
                  <a:lnTo>
                    <a:pt x="1199" y="272"/>
                  </a:lnTo>
                  <a:lnTo>
                    <a:pt x="1199" y="269"/>
                  </a:lnTo>
                  <a:lnTo>
                    <a:pt x="1198" y="267"/>
                  </a:lnTo>
                  <a:lnTo>
                    <a:pt x="1195" y="266"/>
                  </a:lnTo>
                  <a:lnTo>
                    <a:pt x="1192" y="265"/>
                  </a:lnTo>
                  <a:lnTo>
                    <a:pt x="1190" y="263"/>
                  </a:lnTo>
                  <a:lnTo>
                    <a:pt x="1190" y="261"/>
                  </a:lnTo>
                  <a:lnTo>
                    <a:pt x="1191" y="258"/>
                  </a:lnTo>
                  <a:lnTo>
                    <a:pt x="1193" y="256"/>
                  </a:lnTo>
                  <a:lnTo>
                    <a:pt x="1194" y="253"/>
                  </a:lnTo>
                  <a:lnTo>
                    <a:pt x="1195" y="251"/>
                  </a:lnTo>
                  <a:lnTo>
                    <a:pt x="1198" y="249"/>
                  </a:lnTo>
                  <a:lnTo>
                    <a:pt x="1200" y="248"/>
                  </a:lnTo>
                  <a:lnTo>
                    <a:pt x="1201" y="246"/>
                  </a:lnTo>
                  <a:lnTo>
                    <a:pt x="1200" y="243"/>
                  </a:lnTo>
                  <a:lnTo>
                    <a:pt x="1198" y="240"/>
                  </a:lnTo>
                  <a:lnTo>
                    <a:pt x="1197" y="236"/>
                  </a:lnTo>
                  <a:lnTo>
                    <a:pt x="1198" y="234"/>
                  </a:lnTo>
                  <a:lnTo>
                    <a:pt x="1202" y="233"/>
                  </a:lnTo>
                  <a:lnTo>
                    <a:pt x="1206" y="233"/>
                  </a:lnTo>
                  <a:lnTo>
                    <a:pt x="1209" y="233"/>
                  </a:lnTo>
                  <a:lnTo>
                    <a:pt x="1211" y="231"/>
                  </a:lnTo>
                  <a:lnTo>
                    <a:pt x="1213" y="230"/>
                  </a:lnTo>
                  <a:lnTo>
                    <a:pt x="1215" y="230"/>
                  </a:lnTo>
                  <a:lnTo>
                    <a:pt x="1218" y="230"/>
                  </a:lnTo>
                  <a:lnTo>
                    <a:pt x="1220" y="230"/>
                  </a:lnTo>
                  <a:lnTo>
                    <a:pt x="1222" y="230"/>
                  </a:lnTo>
                  <a:lnTo>
                    <a:pt x="1225" y="229"/>
                  </a:lnTo>
                  <a:lnTo>
                    <a:pt x="1228" y="229"/>
                  </a:lnTo>
                  <a:lnTo>
                    <a:pt x="1230" y="229"/>
                  </a:lnTo>
                  <a:lnTo>
                    <a:pt x="1232" y="230"/>
                  </a:lnTo>
                  <a:lnTo>
                    <a:pt x="1235" y="230"/>
                  </a:lnTo>
                  <a:lnTo>
                    <a:pt x="1240" y="229"/>
                  </a:lnTo>
                  <a:lnTo>
                    <a:pt x="1244" y="229"/>
                  </a:lnTo>
                  <a:lnTo>
                    <a:pt x="1247" y="230"/>
                  </a:lnTo>
                  <a:lnTo>
                    <a:pt x="1248" y="233"/>
                  </a:lnTo>
                  <a:lnTo>
                    <a:pt x="1247" y="237"/>
                  </a:lnTo>
                  <a:lnTo>
                    <a:pt x="1247" y="240"/>
                  </a:lnTo>
                  <a:lnTo>
                    <a:pt x="1248" y="242"/>
                  </a:lnTo>
                  <a:lnTo>
                    <a:pt x="1251" y="243"/>
                  </a:lnTo>
                  <a:lnTo>
                    <a:pt x="1254" y="245"/>
                  </a:lnTo>
                  <a:lnTo>
                    <a:pt x="1256" y="247"/>
                  </a:lnTo>
                  <a:lnTo>
                    <a:pt x="1258" y="249"/>
                  </a:lnTo>
                  <a:lnTo>
                    <a:pt x="1260" y="251"/>
                  </a:lnTo>
                  <a:close/>
                </a:path>
              </a:pathLst>
            </a:custGeom>
            <a:solidFill>
              <a:srgbClr val="41B796">
                <a:alpha val="10800"/>
              </a:srgbClr>
            </a:solidFill>
            <a:ln>
              <a:noFill/>
            </a:ln>
          </p:spPr>
          <p:txBody>
            <a:bodyPr anchor="ctr"/>
            <a:lstStyle/>
            <a:p>
              <a:pPr algn="ctr">
                <a:buNone/>
              </a:pPr>
            </a:p>
          </p:txBody>
        </p:sp>
        <p:sp>
          <p:nvSpPr>
            <p:cNvPr id="7051" name="addition:input:50">
              <a:extLst>
                <a:ext uri="{FF2B5EF4-FFF2-40B4-BE49-F238E27FC236}">
                  <ns2:creationId id="{152EAF59-C6E8-4583-B816-C6A488B70507}"/>
                </a:ext>
              </a:extLst>
            </p:cNvPr>
            <p:cNvSpPr>
              <a:spLocks noGrp="1"/>
            </p:cNvSpPr>
            <p:nvPr/>
          </p:nvSpPr>
          <p:spPr>
            <a:xfrm>
              <a:off x="209550" y="5438775"/>
              <a:ext cx="2147926" cy="498622"/>
            </a:xfrm>
            <a:custGeom>
              <a:rect l="l" t="t" r="r" b="b"/>
              <a:pathLst>
                <a:path w="1305" h="266">
                  <a:moveTo>
                    <a:pt x="0" y="0"/>
                  </a:moveTo>
                  <a:moveTo>
                    <a:pt x="1299" y="246"/>
                  </a:moveTo>
                  <a:lnTo>
                    <a:pt x="1302" y="247"/>
                  </a:lnTo>
                  <a:lnTo>
                    <a:pt x="1304" y="250"/>
                  </a:lnTo>
                  <a:lnTo>
                    <a:pt x="1305" y="252"/>
                  </a:lnTo>
                  <a:lnTo>
                    <a:pt x="1303" y="253"/>
                  </a:lnTo>
                  <a:lnTo>
                    <a:pt x="1299" y="254"/>
                  </a:lnTo>
                  <a:lnTo>
                    <a:pt x="1296" y="255"/>
                  </a:lnTo>
                  <a:lnTo>
                    <a:pt x="1294" y="256"/>
                  </a:lnTo>
                  <a:lnTo>
                    <a:pt x="1293" y="257"/>
                  </a:lnTo>
                  <a:lnTo>
                    <a:pt x="1293" y="259"/>
                  </a:lnTo>
                  <a:lnTo>
                    <a:pt x="1291" y="260"/>
                  </a:lnTo>
                  <a:lnTo>
                    <a:pt x="1288" y="261"/>
                  </a:lnTo>
                  <a:lnTo>
                    <a:pt x="1286" y="262"/>
                  </a:lnTo>
                  <a:lnTo>
                    <a:pt x="1284" y="263"/>
                  </a:lnTo>
                  <a:lnTo>
                    <a:pt x="1282" y="264"/>
                  </a:lnTo>
                  <a:lnTo>
                    <a:pt x="1279" y="265"/>
                  </a:lnTo>
                  <a:lnTo>
                    <a:pt x="1276" y="265"/>
                  </a:lnTo>
                  <a:lnTo>
                    <a:pt x="1274" y="265"/>
                  </a:lnTo>
                  <a:lnTo>
                    <a:pt x="1271" y="265"/>
                  </a:lnTo>
                  <a:lnTo>
                    <a:pt x="1268" y="266"/>
                  </a:lnTo>
                  <a:lnTo>
                    <a:pt x="1265" y="266"/>
                  </a:lnTo>
                  <a:lnTo>
                    <a:pt x="1262" y="265"/>
                  </a:lnTo>
                  <a:lnTo>
                    <a:pt x="1261" y="262"/>
                  </a:lnTo>
                  <a:lnTo>
                    <a:pt x="1260" y="260"/>
                  </a:lnTo>
                  <a:lnTo>
                    <a:pt x="1259" y="258"/>
                  </a:lnTo>
                  <a:lnTo>
                    <a:pt x="1256" y="259"/>
                  </a:lnTo>
                  <a:lnTo>
                    <a:pt x="1253" y="259"/>
                  </a:lnTo>
                  <a:lnTo>
                    <a:pt x="1250" y="259"/>
                  </a:lnTo>
                  <a:lnTo>
                    <a:pt x="1248" y="258"/>
                  </a:lnTo>
                  <a:lnTo>
                    <a:pt x="1247" y="256"/>
                  </a:lnTo>
                  <a:lnTo>
                    <a:pt x="1245" y="255"/>
                  </a:lnTo>
                  <a:lnTo>
                    <a:pt x="1244" y="253"/>
                  </a:lnTo>
                  <a:lnTo>
                    <a:pt x="1244" y="251"/>
                  </a:lnTo>
                  <a:lnTo>
                    <a:pt x="1246" y="249"/>
                  </a:lnTo>
                  <a:lnTo>
                    <a:pt x="1248" y="247"/>
                  </a:lnTo>
                  <a:lnTo>
                    <a:pt x="1249" y="246"/>
                  </a:lnTo>
                  <a:lnTo>
                    <a:pt x="1249" y="244"/>
                  </a:lnTo>
                  <a:lnTo>
                    <a:pt x="1248" y="242"/>
                  </a:lnTo>
                  <a:lnTo>
                    <a:pt x="1248" y="240"/>
                  </a:lnTo>
                  <a:lnTo>
                    <a:pt x="1250" y="239"/>
                  </a:lnTo>
                  <a:lnTo>
                    <a:pt x="1253" y="238"/>
                  </a:lnTo>
                  <a:lnTo>
                    <a:pt x="1255" y="237"/>
                  </a:lnTo>
                  <a:lnTo>
                    <a:pt x="1255" y="235"/>
                  </a:lnTo>
                  <a:lnTo>
                    <a:pt x="1254" y="233"/>
                  </a:lnTo>
                  <a:lnTo>
                    <a:pt x="1254" y="230"/>
                  </a:lnTo>
                  <a:lnTo>
                    <a:pt x="1256" y="228"/>
                  </a:lnTo>
                  <a:lnTo>
                    <a:pt x="1258" y="228"/>
                  </a:lnTo>
                  <a:lnTo>
                    <a:pt x="1261" y="228"/>
                  </a:lnTo>
                  <a:lnTo>
                    <a:pt x="1263" y="228"/>
                  </a:lnTo>
                  <a:lnTo>
                    <a:pt x="1265" y="228"/>
                  </a:lnTo>
                  <a:lnTo>
                    <a:pt x="1268" y="228"/>
                  </a:lnTo>
                  <a:lnTo>
                    <a:pt x="1270" y="229"/>
                  </a:lnTo>
                  <a:lnTo>
                    <a:pt x="1271" y="230"/>
                  </a:lnTo>
                  <a:lnTo>
                    <a:pt x="1273" y="229"/>
                  </a:lnTo>
                  <a:lnTo>
                    <a:pt x="1275" y="227"/>
                  </a:lnTo>
                  <a:lnTo>
                    <a:pt x="1278" y="225"/>
                  </a:lnTo>
                  <a:lnTo>
                    <a:pt x="1280" y="225"/>
                  </a:lnTo>
                  <a:lnTo>
                    <a:pt x="1282" y="227"/>
                  </a:lnTo>
                  <a:lnTo>
                    <a:pt x="1283" y="229"/>
                  </a:lnTo>
                  <a:lnTo>
                    <a:pt x="1285" y="230"/>
                  </a:lnTo>
                  <a:lnTo>
                    <a:pt x="1288" y="230"/>
                  </a:lnTo>
                  <a:lnTo>
                    <a:pt x="1290" y="231"/>
                  </a:lnTo>
                  <a:lnTo>
                    <a:pt x="1292" y="232"/>
                  </a:lnTo>
                  <a:lnTo>
                    <a:pt x="1293" y="234"/>
                  </a:lnTo>
                  <a:lnTo>
                    <a:pt x="1293" y="236"/>
                  </a:lnTo>
                  <a:lnTo>
                    <a:pt x="1294" y="238"/>
                  </a:lnTo>
                  <a:lnTo>
                    <a:pt x="1295" y="239"/>
                  </a:lnTo>
                  <a:lnTo>
                    <a:pt x="1296" y="241"/>
                  </a:lnTo>
                  <a:lnTo>
                    <a:pt x="1297" y="243"/>
                  </a:lnTo>
                  <a:lnTo>
                    <a:pt x="1297" y="244"/>
                  </a:lnTo>
                  <a:close/>
                </a:path>
              </a:pathLst>
            </a:custGeom>
            <a:solidFill>
              <a:srgbClr val="41B796">
                <a:alpha val="10800"/>
              </a:srgbClr>
            </a:solidFill>
            <a:ln>
              <a:noFill/>
            </a:ln>
          </p:spPr>
          <p:txBody>
            <a:bodyPr anchor="ctr"/>
            <a:lstStyle/>
            <a:p>
              <a:pPr algn="ctr">
                <a:buNone/>
              </a:pPr>
            </a:p>
          </p:txBody>
        </p:sp>
        <p:sp>
          <p:nvSpPr>
            <p:cNvPr id="7052" name="addition:input:51">
              <a:extLst>
                <a:ext uri="{FF2B5EF4-FFF2-40B4-BE49-F238E27FC236}">
                  <ns2:creationId id="{4DF9F1A9-B64D-4CD4-85CB-024987758C1E}"/>
                </a:ext>
              </a:extLst>
            </p:cNvPr>
            <p:cNvSpPr>
              <a:spLocks noGrp="1"/>
            </p:cNvSpPr>
            <p:nvPr/>
          </p:nvSpPr>
          <p:spPr>
            <a:xfrm>
              <a:off x="209550" y="5438775"/>
              <a:ext cx="2200595" cy="573603"/>
            </a:xfrm>
            <a:custGeom>
              <a:rect l="l" t="t" r="r" b="b"/>
              <a:pathLst>
                <a:path w="1337" h="306">
                  <a:moveTo>
                    <a:pt x="0" y="0"/>
                  </a:moveTo>
                  <a:moveTo>
                    <a:pt x="1334" y="279"/>
                  </a:moveTo>
                  <a:lnTo>
                    <a:pt x="1329" y="281"/>
                  </a:lnTo>
                  <a:lnTo>
                    <a:pt x="1324" y="283"/>
                  </a:lnTo>
                  <a:lnTo>
                    <a:pt x="1322" y="285"/>
                  </a:lnTo>
                  <a:lnTo>
                    <a:pt x="1323" y="287"/>
                  </a:lnTo>
                  <a:lnTo>
                    <a:pt x="1323" y="290"/>
                  </a:lnTo>
                  <a:lnTo>
                    <a:pt x="1322" y="292"/>
                  </a:lnTo>
                  <a:lnTo>
                    <a:pt x="1320" y="294"/>
                  </a:lnTo>
                  <a:lnTo>
                    <a:pt x="1318" y="296"/>
                  </a:lnTo>
                  <a:lnTo>
                    <a:pt x="1317" y="298"/>
                  </a:lnTo>
                  <a:lnTo>
                    <a:pt x="1315" y="300"/>
                  </a:lnTo>
                  <a:lnTo>
                    <a:pt x="1312" y="302"/>
                  </a:lnTo>
                  <a:lnTo>
                    <a:pt x="1308" y="302"/>
                  </a:lnTo>
                  <a:lnTo>
                    <a:pt x="1305" y="302"/>
                  </a:lnTo>
                  <a:lnTo>
                    <a:pt x="1302" y="303"/>
                  </a:lnTo>
                  <a:lnTo>
                    <a:pt x="1300" y="305"/>
                  </a:lnTo>
                  <a:lnTo>
                    <a:pt x="1297" y="306"/>
                  </a:lnTo>
                  <a:lnTo>
                    <a:pt x="1294" y="305"/>
                  </a:lnTo>
                  <a:lnTo>
                    <a:pt x="1291" y="303"/>
                  </a:lnTo>
                  <a:lnTo>
                    <a:pt x="1289" y="300"/>
                  </a:lnTo>
                  <a:lnTo>
                    <a:pt x="1287" y="299"/>
                  </a:lnTo>
                  <a:lnTo>
                    <a:pt x="1284" y="301"/>
                  </a:lnTo>
                  <a:lnTo>
                    <a:pt x="1281" y="303"/>
                  </a:lnTo>
                  <a:lnTo>
                    <a:pt x="1277" y="304"/>
                  </a:lnTo>
                  <a:lnTo>
                    <a:pt x="1274" y="303"/>
                  </a:lnTo>
                  <a:lnTo>
                    <a:pt x="1271" y="301"/>
                  </a:lnTo>
                  <a:lnTo>
                    <a:pt x="1270" y="299"/>
                  </a:lnTo>
                  <a:lnTo>
                    <a:pt x="1268" y="297"/>
                  </a:lnTo>
                  <a:lnTo>
                    <a:pt x="1267" y="295"/>
                  </a:lnTo>
                  <a:lnTo>
                    <a:pt x="1267" y="292"/>
                  </a:lnTo>
                  <a:lnTo>
                    <a:pt x="1268" y="289"/>
                  </a:lnTo>
                  <a:lnTo>
                    <a:pt x="1268" y="287"/>
                  </a:lnTo>
                  <a:lnTo>
                    <a:pt x="1265" y="285"/>
                  </a:lnTo>
                  <a:lnTo>
                    <a:pt x="1261" y="284"/>
                  </a:lnTo>
                  <a:lnTo>
                    <a:pt x="1259" y="282"/>
                  </a:lnTo>
                  <a:lnTo>
                    <a:pt x="1259" y="279"/>
                  </a:lnTo>
                  <a:lnTo>
                    <a:pt x="1261" y="277"/>
                  </a:lnTo>
                  <a:lnTo>
                    <a:pt x="1262" y="275"/>
                  </a:lnTo>
                  <a:lnTo>
                    <a:pt x="1260" y="273"/>
                  </a:lnTo>
                  <a:lnTo>
                    <a:pt x="1258" y="270"/>
                  </a:lnTo>
                  <a:lnTo>
                    <a:pt x="1256" y="267"/>
                  </a:lnTo>
                  <a:lnTo>
                    <a:pt x="1258" y="265"/>
                  </a:lnTo>
                  <a:lnTo>
                    <a:pt x="1261" y="263"/>
                  </a:lnTo>
                  <a:lnTo>
                    <a:pt x="1264" y="262"/>
                  </a:lnTo>
                  <a:lnTo>
                    <a:pt x="1268" y="262"/>
                  </a:lnTo>
                  <a:lnTo>
                    <a:pt x="1270" y="261"/>
                  </a:lnTo>
                  <a:lnTo>
                    <a:pt x="1273" y="260"/>
                  </a:lnTo>
                  <a:lnTo>
                    <a:pt x="1276" y="260"/>
                  </a:lnTo>
                  <a:lnTo>
                    <a:pt x="1279" y="259"/>
                  </a:lnTo>
                  <a:lnTo>
                    <a:pt x="1281" y="257"/>
                  </a:lnTo>
                  <a:lnTo>
                    <a:pt x="1283" y="254"/>
                  </a:lnTo>
                  <a:lnTo>
                    <a:pt x="1286" y="251"/>
                  </a:lnTo>
                  <a:lnTo>
                    <a:pt x="1290" y="250"/>
                  </a:lnTo>
                  <a:lnTo>
                    <a:pt x="1294" y="251"/>
                  </a:lnTo>
                  <a:lnTo>
                    <a:pt x="1298" y="254"/>
                  </a:lnTo>
                  <a:lnTo>
                    <a:pt x="1301" y="255"/>
                  </a:lnTo>
                  <a:lnTo>
                    <a:pt x="1305" y="256"/>
                  </a:lnTo>
                  <a:lnTo>
                    <a:pt x="1309" y="256"/>
                  </a:lnTo>
                  <a:lnTo>
                    <a:pt x="1312" y="256"/>
                  </a:lnTo>
                  <a:lnTo>
                    <a:pt x="1315" y="259"/>
                  </a:lnTo>
                  <a:lnTo>
                    <a:pt x="1317" y="261"/>
                  </a:lnTo>
                  <a:lnTo>
                    <a:pt x="1319" y="263"/>
                  </a:lnTo>
                  <a:lnTo>
                    <a:pt x="1321" y="264"/>
                  </a:lnTo>
                  <a:lnTo>
                    <a:pt x="1324" y="265"/>
                  </a:lnTo>
                  <a:lnTo>
                    <a:pt x="1326" y="267"/>
                  </a:lnTo>
                  <a:lnTo>
                    <a:pt x="1328" y="269"/>
                  </a:lnTo>
                  <a:lnTo>
                    <a:pt x="1330" y="270"/>
                  </a:lnTo>
                  <a:lnTo>
                    <a:pt x="1333" y="272"/>
                  </a:lnTo>
                  <a:lnTo>
                    <a:pt x="1337" y="274"/>
                  </a:lnTo>
                  <a:lnTo>
                    <a:pt x="1337" y="277"/>
                  </a:lnTo>
                  <a:close/>
                </a:path>
              </a:pathLst>
            </a:custGeom>
            <a:solidFill>
              <a:srgbClr val="41B796">
                <a:alpha val="10800"/>
              </a:srgbClr>
            </a:solidFill>
            <a:ln>
              <a:noFill/>
            </a:ln>
          </p:spPr>
          <p:txBody>
            <a:bodyPr anchor="ctr"/>
            <a:lstStyle/>
            <a:p>
              <a:pPr algn="ctr">
                <a:buNone/>
              </a:pPr>
            </a:p>
          </p:txBody>
        </p:sp>
        <p:sp>
          <p:nvSpPr>
            <p:cNvPr id="7053" name="addition:input:52">
              <a:extLst>
                <a:ext uri="{FF2B5EF4-FFF2-40B4-BE49-F238E27FC236}">
                  <ns2:creationId id="{BA115CD4-DBED-486C-8450-C3F4FCE4200B}"/>
                </a:ext>
              </a:extLst>
            </p:cNvPr>
            <p:cNvSpPr>
              <a:spLocks noGrp="1"/>
            </p:cNvSpPr>
            <p:nvPr/>
          </p:nvSpPr>
          <p:spPr>
            <a:xfrm>
              <a:off x="209550" y="5438775"/>
              <a:ext cx="2096902" cy="594223"/>
            </a:xfrm>
            <a:custGeom>
              <a:rect l="l" t="t" r="r" b="b"/>
              <a:pathLst>
                <a:path w="1274" h="317">
                  <a:moveTo>
                    <a:pt x="0" y="0"/>
                  </a:moveTo>
                  <a:moveTo>
                    <a:pt x="1270" y="294"/>
                  </a:moveTo>
                  <a:lnTo>
                    <a:pt x="1272" y="296"/>
                  </a:lnTo>
                  <a:lnTo>
                    <a:pt x="1272" y="298"/>
                  </a:lnTo>
                  <a:lnTo>
                    <a:pt x="1271" y="299"/>
                  </a:lnTo>
                  <a:lnTo>
                    <a:pt x="1269" y="301"/>
                  </a:lnTo>
                  <a:lnTo>
                    <a:pt x="1267" y="302"/>
                  </a:lnTo>
                  <a:lnTo>
                    <a:pt x="1267" y="304"/>
                  </a:lnTo>
                  <a:lnTo>
                    <a:pt x="1268" y="307"/>
                  </a:lnTo>
                  <a:lnTo>
                    <a:pt x="1269" y="310"/>
                  </a:lnTo>
                  <a:lnTo>
                    <a:pt x="1268" y="312"/>
                  </a:lnTo>
                  <a:lnTo>
                    <a:pt x="1265" y="312"/>
                  </a:lnTo>
                  <a:lnTo>
                    <a:pt x="1261" y="312"/>
                  </a:lnTo>
                  <a:lnTo>
                    <a:pt x="1258" y="312"/>
                  </a:lnTo>
                  <a:lnTo>
                    <a:pt x="1256" y="312"/>
                  </a:lnTo>
                  <a:lnTo>
                    <a:pt x="1254" y="312"/>
                  </a:lnTo>
                  <a:lnTo>
                    <a:pt x="1251" y="312"/>
                  </a:lnTo>
                  <a:lnTo>
                    <a:pt x="1249" y="312"/>
                  </a:lnTo>
                  <a:lnTo>
                    <a:pt x="1247" y="313"/>
                  </a:lnTo>
                  <a:lnTo>
                    <a:pt x="1245" y="315"/>
                  </a:lnTo>
                  <a:lnTo>
                    <a:pt x="1242" y="317"/>
                  </a:lnTo>
                  <a:lnTo>
                    <a:pt x="1239" y="317"/>
                  </a:lnTo>
                  <a:lnTo>
                    <a:pt x="1236" y="316"/>
                  </a:lnTo>
                  <a:lnTo>
                    <a:pt x="1234" y="314"/>
                  </a:lnTo>
                  <a:lnTo>
                    <a:pt x="1232" y="312"/>
                  </a:lnTo>
                  <a:lnTo>
                    <a:pt x="1229" y="311"/>
                  </a:lnTo>
                  <a:lnTo>
                    <a:pt x="1225" y="311"/>
                  </a:lnTo>
                  <a:lnTo>
                    <a:pt x="1222" y="310"/>
                  </a:lnTo>
                  <a:lnTo>
                    <a:pt x="1221" y="308"/>
                  </a:lnTo>
                  <a:lnTo>
                    <a:pt x="1221" y="306"/>
                  </a:lnTo>
                  <a:lnTo>
                    <a:pt x="1220" y="304"/>
                  </a:lnTo>
                  <a:lnTo>
                    <a:pt x="1219" y="302"/>
                  </a:lnTo>
                  <a:lnTo>
                    <a:pt x="1216" y="301"/>
                  </a:lnTo>
                  <a:lnTo>
                    <a:pt x="1214" y="299"/>
                  </a:lnTo>
                  <a:lnTo>
                    <a:pt x="1213" y="297"/>
                  </a:lnTo>
                  <a:lnTo>
                    <a:pt x="1211" y="296"/>
                  </a:lnTo>
                  <a:lnTo>
                    <a:pt x="1209" y="294"/>
                  </a:lnTo>
                  <a:lnTo>
                    <a:pt x="1206" y="292"/>
                  </a:lnTo>
                  <a:lnTo>
                    <a:pt x="1205" y="289"/>
                  </a:lnTo>
                  <a:lnTo>
                    <a:pt x="1208" y="287"/>
                  </a:lnTo>
                  <a:lnTo>
                    <a:pt x="1212" y="286"/>
                  </a:lnTo>
                  <a:lnTo>
                    <a:pt x="1217" y="285"/>
                  </a:lnTo>
                  <a:lnTo>
                    <a:pt x="1219" y="284"/>
                  </a:lnTo>
                  <a:lnTo>
                    <a:pt x="1220" y="282"/>
                  </a:lnTo>
                  <a:lnTo>
                    <a:pt x="1220" y="280"/>
                  </a:lnTo>
                  <a:lnTo>
                    <a:pt x="1221" y="278"/>
                  </a:lnTo>
                  <a:lnTo>
                    <a:pt x="1224" y="277"/>
                  </a:lnTo>
                  <a:lnTo>
                    <a:pt x="1227" y="276"/>
                  </a:lnTo>
                  <a:lnTo>
                    <a:pt x="1229" y="275"/>
                  </a:lnTo>
                  <a:lnTo>
                    <a:pt x="1232" y="274"/>
                  </a:lnTo>
                  <a:lnTo>
                    <a:pt x="1235" y="272"/>
                  </a:lnTo>
                  <a:lnTo>
                    <a:pt x="1238" y="272"/>
                  </a:lnTo>
                  <a:lnTo>
                    <a:pt x="1241" y="272"/>
                  </a:lnTo>
                  <a:lnTo>
                    <a:pt x="1244" y="272"/>
                  </a:lnTo>
                  <a:lnTo>
                    <a:pt x="1248" y="271"/>
                  </a:lnTo>
                  <a:lnTo>
                    <a:pt x="1251" y="271"/>
                  </a:lnTo>
                  <a:lnTo>
                    <a:pt x="1254" y="272"/>
                  </a:lnTo>
                  <a:lnTo>
                    <a:pt x="1255" y="274"/>
                  </a:lnTo>
                  <a:lnTo>
                    <a:pt x="1257" y="277"/>
                  </a:lnTo>
                  <a:lnTo>
                    <a:pt x="1258" y="279"/>
                  </a:lnTo>
                  <a:lnTo>
                    <a:pt x="1261" y="278"/>
                  </a:lnTo>
                  <a:lnTo>
                    <a:pt x="1265" y="277"/>
                  </a:lnTo>
                  <a:lnTo>
                    <a:pt x="1269" y="277"/>
                  </a:lnTo>
                  <a:lnTo>
                    <a:pt x="1271" y="278"/>
                  </a:lnTo>
                  <a:lnTo>
                    <a:pt x="1272" y="280"/>
                  </a:lnTo>
                  <a:lnTo>
                    <a:pt x="1273" y="282"/>
                  </a:lnTo>
                  <a:lnTo>
                    <a:pt x="1273" y="284"/>
                  </a:lnTo>
                  <a:lnTo>
                    <a:pt x="1274" y="286"/>
                  </a:lnTo>
                  <a:lnTo>
                    <a:pt x="1273" y="288"/>
                  </a:lnTo>
                  <a:lnTo>
                    <a:pt x="1272" y="290"/>
                  </a:lnTo>
                  <a:lnTo>
                    <a:pt x="1270" y="292"/>
                  </a:lnTo>
                  <a:close/>
                </a:path>
              </a:pathLst>
            </a:custGeom>
            <a:solidFill>
              <a:srgbClr val="41B796">
                <a:alpha val="10800"/>
              </a:srgbClr>
            </a:solidFill>
            <a:ln>
              <a:noFill/>
            </a:ln>
          </p:spPr>
          <p:txBody>
            <a:bodyPr anchor="ctr"/>
            <a:lstStyle/>
            <a:p>
              <a:pPr algn="ctr">
                <a:buNone/>
              </a:pPr>
            </a:p>
          </p:txBody>
        </p:sp>
        <p:sp>
          <p:nvSpPr>
            <p:cNvPr id="7054" name="addition:input:53">
              <a:extLst>
                <a:ext uri="{FF2B5EF4-FFF2-40B4-BE49-F238E27FC236}">
                  <ns2:creationId id="{D2363ACF-6DA3-4282-BE5F-0E424261177D}"/>
                </a:ext>
              </a:extLst>
            </p:cNvPr>
            <p:cNvSpPr>
              <a:spLocks noGrp="1"/>
            </p:cNvSpPr>
            <p:nvPr/>
          </p:nvSpPr>
          <p:spPr>
            <a:xfrm>
              <a:off x="209550" y="5438775"/>
              <a:ext cx="2384938" cy="821040"/>
            </a:xfrm>
            <a:custGeom>
              <a:rect l="l" t="t" r="r" b="b"/>
              <a:pathLst>
                <a:path w="1449" h="438">
                  <a:moveTo>
                    <a:pt x="0" y="0"/>
                  </a:moveTo>
                  <a:moveTo>
                    <a:pt x="1422" y="349"/>
                  </a:moveTo>
                  <a:lnTo>
                    <a:pt x="1435" y="357"/>
                  </a:lnTo>
                  <a:lnTo>
                    <a:pt x="1446" y="366"/>
                  </a:lnTo>
                  <a:lnTo>
                    <a:pt x="1449" y="375"/>
                  </a:lnTo>
                  <a:lnTo>
                    <a:pt x="1439" y="382"/>
                  </a:lnTo>
                  <a:lnTo>
                    <a:pt x="1423" y="385"/>
                  </a:lnTo>
                  <a:lnTo>
                    <a:pt x="1408" y="387"/>
                  </a:lnTo>
                  <a:lnTo>
                    <a:pt x="1401" y="392"/>
                  </a:lnTo>
                  <a:lnTo>
                    <a:pt x="1398" y="399"/>
                  </a:lnTo>
                  <a:lnTo>
                    <a:pt x="1395" y="406"/>
                  </a:lnTo>
                  <a:lnTo>
                    <a:pt x="1387" y="411"/>
                  </a:lnTo>
                  <a:lnTo>
                    <a:pt x="1377" y="414"/>
                  </a:lnTo>
                  <a:lnTo>
                    <a:pt x="1367" y="418"/>
                  </a:lnTo>
                  <a:lnTo>
                    <a:pt x="1358" y="423"/>
                  </a:lnTo>
                  <a:lnTo>
                    <a:pt x="1349" y="429"/>
                  </a:lnTo>
                  <a:lnTo>
                    <a:pt x="1338" y="433"/>
                  </a:lnTo>
                  <a:lnTo>
                    <a:pt x="1325" y="433"/>
                  </a:lnTo>
                  <a:lnTo>
                    <a:pt x="1313" y="432"/>
                  </a:lnTo>
                  <a:lnTo>
                    <a:pt x="1300" y="434"/>
                  </a:lnTo>
                  <a:lnTo>
                    <a:pt x="1287" y="438"/>
                  </a:lnTo>
                  <a:lnTo>
                    <a:pt x="1274" y="438"/>
                  </a:lnTo>
                  <a:lnTo>
                    <a:pt x="1264" y="432"/>
                  </a:lnTo>
                  <a:lnTo>
                    <a:pt x="1258" y="421"/>
                  </a:lnTo>
                  <a:lnTo>
                    <a:pt x="1254" y="409"/>
                  </a:lnTo>
                  <a:lnTo>
                    <a:pt x="1249" y="404"/>
                  </a:lnTo>
                  <a:lnTo>
                    <a:pt x="1238" y="404"/>
                  </a:lnTo>
                  <a:lnTo>
                    <a:pt x="1223" y="406"/>
                  </a:lnTo>
                  <a:lnTo>
                    <a:pt x="1210" y="405"/>
                  </a:lnTo>
                  <a:lnTo>
                    <a:pt x="1201" y="401"/>
                  </a:lnTo>
                  <a:lnTo>
                    <a:pt x="1196" y="394"/>
                  </a:lnTo>
                  <a:lnTo>
                    <a:pt x="1191" y="388"/>
                  </a:lnTo>
                  <a:lnTo>
                    <a:pt x="1187" y="381"/>
                  </a:lnTo>
                  <a:lnTo>
                    <a:pt x="1186" y="373"/>
                  </a:lnTo>
                  <a:lnTo>
                    <a:pt x="1192" y="364"/>
                  </a:lnTo>
                  <a:lnTo>
                    <a:pt x="1201" y="356"/>
                  </a:lnTo>
                  <a:lnTo>
                    <a:pt x="1206" y="349"/>
                  </a:lnTo>
                  <a:lnTo>
                    <a:pt x="1205" y="342"/>
                  </a:lnTo>
                  <a:lnTo>
                    <a:pt x="1201" y="334"/>
                  </a:lnTo>
                  <a:lnTo>
                    <a:pt x="1202" y="327"/>
                  </a:lnTo>
                  <a:lnTo>
                    <a:pt x="1211" y="321"/>
                  </a:lnTo>
                  <a:lnTo>
                    <a:pt x="1223" y="317"/>
                  </a:lnTo>
                  <a:lnTo>
                    <a:pt x="1231" y="312"/>
                  </a:lnTo>
                  <a:lnTo>
                    <a:pt x="1231" y="304"/>
                  </a:lnTo>
                  <a:lnTo>
                    <a:pt x="1228" y="293"/>
                  </a:lnTo>
                  <a:lnTo>
                    <a:pt x="1228" y="282"/>
                  </a:lnTo>
                  <a:lnTo>
                    <a:pt x="1234" y="275"/>
                  </a:lnTo>
                  <a:lnTo>
                    <a:pt x="1246" y="273"/>
                  </a:lnTo>
                  <a:lnTo>
                    <a:pt x="1257" y="273"/>
                  </a:lnTo>
                  <a:lnTo>
                    <a:pt x="1268" y="272"/>
                  </a:lnTo>
                  <a:lnTo>
                    <a:pt x="1277" y="272"/>
                  </a:lnTo>
                  <a:lnTo>
                    <a:pt x="1287" y="275"/>
                  </a:lnTo>
                  <a:lnTo>
                    <a:pt x="1296" y="279"/>
                  </a:lnTo>
                  <a:lnTo>
                    <a:pt x="1303" y="281"/>
                  </a:lnTo>
                  <a:lnTo>
                    <a:pt x="1310" y="277"/>
                  </a:lnTo>
                  <a:lnTo>
                    <a:pt x="1320" y="269"/>
                  </a:lnTo>
                  <a:lnTo>
                    <a:pt x="1331" y="262"/>
                  </a:lnTo>
                  <a:lnTo>
                    <a:pt x="1342" y="262"/>
                  </a:lnTo>
                  <a:lnTo>
                    <a:pt x="1349" y="269"/>
                  </a:lnTo>
                  <a:lnTo>
                    <a:pt x="1355" y="277"/>
                  </a:lnTo>
                  <a:lnTo>
                    <a:pt x="1362" y="282"/>
                  </a:lnTo>
                  <a:lnTo>
                    <a:pt x="1373" y="284"/>
                  </a:lnTo>
                  <a:lnTo>
                    <a:pt x="1386" y="286"/>
                  </a:lnTo>
                  <a:lnTo>
                    <a:pt x="1394" y="291"/>
                  </a:lnTo>
                  <a:lnTo>
                    <a:pt x="1397" y="300"/>
                  </a:lnTo>
                  <a:lnTo>
                    <a:pt x="1397" y="309"/>
                  </a:lnTo>
                  <a:lnTo>
                    <a:pt x="1399" y="316"/>
                  </a:lnTo>
                  <a:lnTo>
                    <a:pt x="1404" y="323"/>
                  </a:lnTo>
                  <a:lnTo>
                    <a:pt x="1409" y="329"/>
                  </a:lnTo>
                  <a:lnTo>
                    <a:pt x="1412" y="336"/>
                  </a:lnTo>
                  <a:lnTo>
                    <a:pt x="1415" y="342"/>
                  </a:lnTo>
                  <a:close/>
                </a:path>
              </a:pathLst>
            </a:custGeom>
            <a:solidFill>
              <a:srgbClr val="EFD4E3">
                <a:alpha val="12900"/>
              </a:srgbClr>
            </a:solidFill>
            <a:ln>
              <a:noFill/>
            </a:ln>
          </p:spPr>
          <p:txBody>
            <a:bodyPr anchor="ctr"/>
            <a:lstStyle/>
            <a:p>
              <a:pPr algn="ctr">
                <a:buNone/>
              </a:pPr>
            </a:p>
          </p:txBody>
        </p:sp>
        <p:sp>
          <p:nvSpPr>
            <p:cNvPr id="7055" name="addition:input:54">
              <a:extLst>
                <a:ext uri="{FF2B5EF4-FFF2-40B4-BE49-F238E27FC236}">
                  <ns2:creationId id="{B56232AE-C502-4019-8457-936814F4E868}"/>
                </a:ext>
              </a:extLst>
            </p:cNvPr>
            <p:cNvSpPr>
              <a:spLocks noGrp="1"/>
            </p:cNvSpPr>
            <p:nvPr/>
          </p:nvSpPr>
          <p:spPr>
            <a:xfrm>
              <a:off x="209550" y="5438775"/>
              <a:ext cx="2299350" cy="804169"/>
            </a:xfrm>
            <a:custGeom>
              <a:rect l="l" t="t" r="r" b="b"/>
              <a:pathLst>
                <a:path w="1397" h="429">
                  <a:moveTo>
                    <a:pt x="0" y="0"/>
                  </a:moveTo>
                  <a:moveTo>
                    <a:pt x="1385" y="354"/>
                  </a:moveTo>
                  <a:lnTo>
                    <a:pt x="1388" y="360"/>
                  </a:lnTo>
                  <a:lnTo>
                    <a:pt x="1389" y="366"/>
                  </a:lnTo>
                  <a:lnTo>
                    <a:pt x="1388" y="372"/>
                  </a:lnTo>
                  <a:lnTo>
                    <a:pt x="1387" y="378"/>
                  </a:lnTo>
                  <a:lnTo>
                    <a:pt x="1391" y="385"/>
                  </a:lnTo>
                  <a:lnTo>
                    <a:pt x="1396" y="394"/>
                  </a:lnTo>
                  <a:lnTo>
                    <a:pt x="1397" y="403"/>
                  </a:lnTo>
                  <a:lnTo>
                    <a:pt x="1389" y="407"/>
                  </a:lnTo>
                  <a:lnTo>
                    <a:pt x="1376" y="407"/>
                  </a:lnTo>
                  <a:lnTo>
                    <a:pt x="1362" y="404"/>
                  </a:lnTo>
                  <a:lnTo>
                    <a:pt x="1353" y="403"/>
                  </a:lnTo>
                  <a:lnTo>
                    <a:pt x="1348" y="407"/>
                  </a:lnTo>
                  <a:lnTo>
                    <a:pt x="1345" y="413"/>
                  </a:lnTo>
                  <a:lnTo>
                    <a:pt x="1339" y="419"/>
                  </a:lnTo>
                  <a:lnTo>
                    <a:pt x="1331" y="421"/>
                  </a:lnTo>
                  <a:lnTo>
                    <a:pt x="1323" y="422"/>
                  </a:lnTo>
                  <a:lnTo>
                    <a:pt x="1314" y="425"/>
                  </a:lnTo>
                  <a:lnTo>
                    <a:pt x="1305" y="428"/>
                  </a:lnTo>
                  <a:lnTo>
                    <a:pt x="1294" y="429"/>
                  </a:lnTo>
                  <a:lnTo>
                    <a:pt x="1285" y="426"/>
                  </a:lnTo>
                  <a:lnTo>
                    <a:pt x="1276" y="422"/>
                  </a:lnTo>
                  <a:lnTo>
                    <a:pt x="1267" y="418"/>
                  </a:lnTo>
                  <a:lnTo>
                    <a:pt x="1256" y="417"/>
                  </a:lnTo>
                  <a:lnTo>
                    <a:pt x="1245" y="416"/>
                  </a:lnTo>
                  <a:lnTo>
                    <a:pt x="1236" y="412"/>
                  </a:lnTo>
                  <a:lnTo>
                    <a:pt x="1233" y="404"/>
                  </a:lnTo>
                  <a:lnTo>
                    <a:pt x="1234" y="394"/>
                  </a:lnTo>
                  <a:lnTo>
                    <a:pt x="1233" y="387"/>
                  </a:lnTo>
                  <a:lnTo>
                    <a:pt x="1225" y="384"/>
                  </a:lnTo>
                  <a:lnTo>
                    <a:pt x="1212" y="383"/>
                  </a:lnTo>
                  <a:lnTo>
                    <a:pt x="1198" y="380"/>
                  </a:lnTo>
                  <a:lnTo>
                    <a:pt x="1190" y="375"/>
                  </a:lnTo>
                  <a:lnTo>
                    <a:pt x="1187" y="368"/>
                  </a:lnTo>
                  <a:lnTo>
                    <a:pt x="1187" y="361"/>
                  </a:lnTo>
                  <a:lnTo>
                    <a:pt x="1187" y="354"/>
                  </a:lnTo>
                  <a:lnTo>
                    <a:pt x="1190" y="347"/>
                  </a:lnTo>
                  <a:lnTo>
                    <a:pt x="1197" y="341"/>
                  </a:lnTo>
                  <a:lnTo>
                    <a:pt x="1207" y="336"/>
                  </a:lnTo>
                  <a:lnTo>
                    <a:pt x="1217" y="332"/>
                  </a:lnTo>
                  <a:lnTo>
                    <a:pt x="1221" y="327"/>
                  </a:lnTo>
                  <a:lnTo>
                    <a:pt x="1220" y="320"/>
                  </a:lnTo>
                  <a:lnTo>
                    <a:pt x="1221" y="312"/>
                  </a:lnTo>
                  <a:lnTo>
                    <a:pt x="1227" y="307"/>
                  </a:lnTo>
                  <a:lnTo>
                    <a:pt x="1238" y="304"/>
                  </a:lnTo>
                  <a:lnTo>
                    <a:pt x="1249" y="303"/>
                  </a:lnTo>
                  <a:lnTo>
                    <a:pt x="1256" y="299"/>
                  </a:lnTo>
                  <a:lnTo>
                    <a:pt x="1261" y="292"/>
                  </a:lnTo>
                  <a:lnTo>
                    <a:pt x="1266" y="283"/>
                  </a:lnTo>
                  <a:lnTo>
                    <a:pt x="1275" y="278"/>
                  </a:lnTo>
                  <a:lnTo>
                    <a:pt x="1285" y="278"/>
                  </a:lnTo>
                  <a:lnTo>
                    <a:pt x="1296" y="281"/>
                  </a:lnTo>
                  <a:lnTo>
                    <a:pt x="1305" y="284"/>
                  </a:lnTo>
                  <a:lnTo>
                    <a:pt x="1314" y="287"/>
                  </a:lnTo>
                  <a:lnTo>
                    <a:pt x="1321" y="290"/>
                  </a:lnTo>
                  <a:lnTo>
                    <a:pt x="1327" y="294"/>
                  </a:lnTo>
                  <a:lnTo>
                    <a:pt x="1332" y="298"/>
                  </a:lnTo>
                  <a:lnTo>
                    <a:pt x="1339" y="298"/>
                  </a:lnTo>
                  <a:lnTo>
                    <a:pt x="1349" y="295"/>
                  </a:lnTo>
                  <a:lnTo>
                    <a:pt x="1362" y="291"/>
                  </a:lnTo>
                  <a:lnTo>
                    <a:pt x="1372" y="291"/>
                  </a:lnTo>
                  <a:lnTo>
                    <a:pt x="1377" y="297"/>
                  </a:lnTo>
                  <a:lnTo>
                    <a:pt x="1377" y="305"/>
                  </a:lnTo>
                  <a:lnTo>
                    <a:pt x="1376" y="314"/>
                  </a:lnTo>
                  <a:lnTo>
                    <a:pt x="1379" y="319"/>
                  </a:lnTo>
                  <a:lnTo>
                    <a:pt x="1385" y="323"/>
                  </a:lnTo>
                  <a:lnTo>
                    <a:pt x="1390" y="329"/>
                  </a:lnTo>
                  <a:lnTo>
                    <a:pt x="1390" y="335"/>
                  </a:lnTo>
                  <a:lnTo>
                    <a:pt x="1387" y="342"/>
                  </a:lnTo>
                  <a:lnTo>
                    <a:pt x="1384" y="348"/>
                  </a:lnTo>
                  <a:close/>
                </a:path>
              </a:pathLst>
            </a:custGeom>
            <a:solidFill>
              <a:srgbClr val="DA9FC0">
                <a:alpha val="12900"/>
              </a:srgbClr>
            </a:solidFill>
            <a:ln>
              <a:noFill/>
            </a:ln>
          </p:spPr>
          <p:txBody>
            <a:bodyPr anchor="ctr"/>
            <a:lstStyle/>
            <a:p>
              <a:pPr algn="ctr">
                <a:buNone/>
              </a:pPr>
            </a:p>
          </p:txBody>
        </p:sp>
        <p:sp>
          <p:nvSpPr>
            <p:cNvPr id="7056" name="addition:input:55">
              <a:extLst>
                <a:ext uri="{FF2B5EF4-FFF2-40B4-BE49-F238E27FC236}">
                  <ns2:creationId id="{23DD6B3D-F0C4-48E6-98E7-2A5349241C97}"/>
                </a:ext>
              </a:extLst>
            </p:cNvPr>
            <p:cNvSpPr>
              <a:spLocks noGrp="1"/>
            </p:cNvSpPr>
            <p:nvPr/>
          </p:nvSpPr>
          <p:spPr>
            <a:xfrm>
              <a:off x="209550" y="5438775"/>
              <a:ext cx="2304288" cy="804169"/>
            </a:xfrm>
            <a:custGeom>
              <a:rect l="l" t="t" r="r" b="b"/>
              <a:pathLst>
                <a:path w="1400" h="429">
                  <a:moveTo>
                    <a:pt x="0" y="0"/>
                  </a:moveTo>
                  <a:moveTo>
                    <a:pt x="1397" y="359"/>
                  </a:moveTo>
                  <a:lnTo>
                    <a:pt x="1392" y="365"/>
                  </a:lnTo>
                  <a:lnTo>
                    <a:pt x="1388" y="370"/>
                  </a:lnTo>
                  <a:lnTo>
                    <a:pt x="1385" y="375"/>
                  </a:lnTo>
                  <a:lnTo>
                    <a:pt x="1380" y="380"/>
                  </a:lnTo>
                  <a:lnTo>
                    <a:pt x="1372" y="384"/>
                  </a:lnTo>
                  <a:lnTo>
                    <a:pt x="1365" y="387"/>
                  </a:lnTo>
                  <a:lnTo>
                    <a:pt x="1361" y="392"/>
                  </a:lnTo>
                  <a:lnTo>
                    <a:pt x="1360" y="398"/>
                  </a:lnTo>
                  <a:lnTo>
                    <a:pt x="1356" y="404"/>
                  </a:lnTo>
                  <a:lnTo>
                    <a:pt x="1349" y="407"/>
                  </a:lnTo>
                  <a:lnTo>
                    <a:pt x="1339" y="408"/>
                  </a:lnTo>
                  <a:lnTo>
                    <a:pt x="1330" y="409"/>
                  </a:lnTo>
                  <a:lnTo>
                    <a:pt x="1324" y="413"/>
                  </a:lnTo>
                  <a:lnTo>
                    <a:pt x="1318" y="420"/>
                  </a:lnTo>
                  <a:lnTo>
                    <a:pt x="1311" y="427"/>
                  </a:lnTo>
                  <a:lnTo>
                    <a:pt x="1302" y="429"/>
                  </a:lnTo>
                  <a:lnTo>
                    <a:pt x="1293" y="425"/>
                  </a:lnTo>
                  <a:lnTo>
                    <a:pt x="1284" y="419"/>
                  </a:lnTo>
                  <a:lnTo>
                    <a:pt x="1278" y="414"/>
                  </a:lnTo>
                  <a:lnTo>
                    <a:pt x="1271" y="412"/>
                  </a:lnTo>
                  <a:lnTo>
                    <a:pt x="1265" y="411"/>
                  </a:lnTo>
                  <a:lnTo>
                    <a:pt x="1259" y="409"/>
                  </a:lnTo>
                  <a:lnTo>
                    <a:pt x="1254" y="407"/>
                  </a:lnTo>
                  <a:lnTo>
                    <a:pt x="1247" y="407"/>
                  </a:lnTo>
                  <a:lnTo>
                    <a:pt x="1237" y="408"/>
                  </a:lnTo>
                  <a:lnTo>
                    <a:pt x="1227" y="408"/>
                  </a:lnTo>
                  <a:lnTo>
                    <a:pt x="1220" y="405"/>
                  </a:lnTo>
                  <a:lnTo>
                    <a:pt x="1219" y="398"/>
                  </a:lnTo>
                  <a:lnTo>
                    <a:pt x="1223" y="391"/>
                  </a:lnTo>
                  <a:lnTo>
                    <a:pt x="1225" y="384"/>
                  </a:lnTo>
                  <a:lnTo>
                    <a:pt x="1222" y="380"/>
                  </a:lnTo>
                  <a:lnTo>
                    <a:pt x="1216" y="375"/>
                  </a:lnTo>
                  <a:lnTo>
                    <a:pt x="1213" y="370"/>
                  </a:lnTo>
                  <a:lnTo>
                    <a:pt x="1215" y="365"/>
                  </a:lnTo>
                  <a:lnTo>
                    <a:pt x="1221" y="359"/>
                  </a:lnTo>
                  <a:lnTo>
                    <a:pt x="1226" y="354"/>
                  </a:lnTo>
                  <a:lnTo>
                    <a:pt x="1227" y="349"/>
                  </a:lnTo>
                  <a:lnTo>
                    <a:pt x="1224" y="344"/>
                  </a:lnTo>
                  <a:lnTo>
                    <a:pt x="1222" y="338"/>
                  </a:lnTo>
                  <a:lnTo>
                    <a:pt x="1222" y="332"/>
                  </a:lnTo>
                  <a:lnTo>
                    <a:pt x="1223" y="327"/>
                  </a:lnTo>
                  <a:lnTo>
                    <a:pt x="1223" y="320"/>
                  </a:lnTo>
                  <a:lnTo>
                    <a:pt x="1224" y="313"/>
                  </a:lnTo>
                  <a:lnTo>
                    <a:pt x="1228" y="308"/>
                  </a:lnTo>
                  <a:lnTo>
                    <a:pt x="1237" y="307"/>
                  </a:lnTo>
                  <a:lnTo>
                    <a:pt x="1248" y="310"/>
                  </a:lnTo>
                  <a:lnTo>
                    <a:pt x="1258" y="313"/>
                  </a:lnTo>
                  <a:lnTo>
                    <a:pt x="1264" y="313"/>
                  </a:lnTo>
                  <a:lnTo>
                    <a:pt x="1267" y="308"/>
                  </a:lnTo>
                  <a:lnTo>
                    <a:pt x="1271" y="301"/>
                  </a:lnTo>
                  <a:lnTo>
                    <a:pt x="1277" y="297"/>
                  </a:lnTo>
                  <a:lnTo>
                    <a:pt x="1285" y="297"/>
                  </a:lnTo>
                  <a:lnTo>
                    <a:pt x="1292" y="298"/>
                  </a:lnTo>
                  <a:lnTo>
                    <a:pt x="1300" y="299"/>
                  </a:lnTo>
                  <a:lnTo>
                    <a:pt x="1308" y="298"/>
                  </a:lnTo>
                  <a:lnTo>
                    <a:pt x="1317" y="297"/>
                  </a:lnTo>
                  <a:lnTo>
                    <a:pt x="1325" y="299"/>
                  </a:lnTo>
                  <a:lnTo>
                    <a:pt x="1332" y="304"/>
                  </a:lnTo>
                  <a:lnTo>
                    <a:pt x="1339" y="308"/>
                  </a:lnTo>
                  <a:lnTo>
                    <a:pt x="1347" y="310"/>
                  </a:lnTo>
                  <a:lnTo>
                    <a:pt x="1355" y="313"/>
                  </a:lnTo>
                  <a:lnTo>
                    <a:pt x="1360" y="319"/>
                  </a:lnTo>
                  <a:lnTo>
                    <a:pt x="1360" y="326"/>
                  </a:lnTo>
                  <a:lnTo>
                    <a:pt x="1358" y="333"/>
                  </a:lnTo>
                  <a:lnTo>
                    <a:pt x="1361" y="338"/>
                  </a:lnTo>
                  <a:lnTo>
                    <a:pt x="1370" y="340"/>
                  </a:lnTo>
                  <a:lnTo>
                    <a:pt x="1384" y="343"/>
                  </a:lnTo>
                  <a:lnTo>
                    <a:pt x="1396" y="347"/>
                  </a:lnTo>
                  <a:lnTo>
                    <a:pt x="1400" y="353"/>
                  </a:lnTo>
                  <a:close/>
                </a:path>
              </a:pathLst>
            </a:custGeom>
            <a:solidFill>
              <a:srgbClr val="CC79A7">
                <a:alpha val="10500"/>
              </a:srgbClr>
            </a:solidFill>
            <a:ln>
              <a:noFill/>
            </a:ln>
          </p:spPr>
          <p:txBody>
            <a:bodyPr anchor="ctr"/>
            <a:lstStyle/>
            <a:p>
              <a:pPr algn="ctr">
                <a:buNone/>
              </a:pPr>
            </a:p>
          </p:txBody>
        </p:sp>
        <p:sp>
          <p:nvSpPr>
            <p:cNvPr id="7057" name="addition:input:56">
              <a:extLst>
                <a:ext uri="{FF2B5EF4-FFF2-40B4-BE49-F238E27FC236}">
                  <ns2:creationId id="{4B1BEF9A-A464-48A2-AD7A-BA98856A277D}"/>
                </a:ext>
              </a:extLst>
            </p:cNvPr>
            <p:cNvSpPr>
              <a:spLocks noGrp="1"/>
            </p:cNvSpPr>
            <p:nvPr/>
          </p:nvSpPr>
          <p:spPr>
            <a:xfrm>
              <a:off x="209550" y="5438775"/>
              <a:ext cx="2142988" cy="686074"/>
            </a:xfrm>
            <a:custGeom>
              <a:rect l="l" t="t" r="r" b="b"/>
              <a:pathLst>
                <a:path w="1302" h="366">
                  <a:moveTo>
                    <a:pt x="0" y="0"/>
                  </a:moveTo>
                  <a:moveTo>
                    <a:pt x="1294" y="339"/>
                  </a:moveTo>
                  <a:lnTo>
                    <a:pt x="1295" y="341"/>
                  </a:lnTo>
                  <a:lnTo>
                    <a:pt x="1298" y="344"/>
                  </a:lnTo>
                  <a:lnTo>
                    <a:pt x="1301" y="347"/>
                  </a:lnTo>
                  <a:lnTo>
                    <a:pt x="1302" y="350"/>
                  </a:lnTo>
                  <a:lnTo>
                    <a:pt x="1299" y="352"/>
                  </a:lnTo>
                  <a:lnTo>
                    <a:pt x="1294" y="352"/>
                  </a:lnTo>
                  <a:lnTo>
                    <a:pt x="1289" y="353"/>
                  </a:lnTo>
                  <a:lnTo>
                    <a:pt x="1287" y="354"/>
                  </a:lnTo>
                  <a:lnTo>
                    <a:pt x="1286" y="356"/>
                  </a:lnTo>
                  <a:lnTo>
                    <a:pt x="1285" y="358"/>
                  </a:lnTo>
                  <a:lnTo>
                    <a:pt x="1282" y="360"/>
                  </a:lnTo>
                  <a:lnTo>
                    <a:pt x="1279" y="361"/>
                  </a:lnTo>
                  <a:lnTo>
                    <a:pt x="1276" y="362"/>
                  </a:lnTo>
                  <a:lnTo>
                    <a:pt x="1273" y="363"/>
                  </a:lnTo>
                  <a:lnTo>
                    <a:pt x="1270" y="365"/>
                  </a:lnTo>
                  <a:lnTo>
                    <a:pt x="1266" y="366"/>
                  </a:lnTo>
                  <a:lnTo>
                    <a:pt x="1262" y="366"/>
                  </a:lnTo>
                  <a:lnTo>
                    <a:pt x="1259" y="365"/>
                  </a:lnTo>
                  <a:lnTo>
                    <a:pt x="1255" y="365"/>
                  </a:lnTo>
                  <a:lnTo>
                    <a:pt x="1251" y="366"/>
                  </a:lnTo>
                  <a:lnTo>
                    <a:pt x="1247" y="366"/>
                  </a:lnTo>
                  <a:lnTo>
                    <a:pt x="1243" y="364"/>
                  </a:lnTo>
                  <a:lnTo>
                    <a:pt x="1242" y="360"/>
                  </a:lnTo>
                  <a:lnTo>
                    <a:pt x="1241" y="357"/>
                  </a:lnTo>
                  <a:lnTo>
                    <a:pt x="1240" y="355"/>
                  </a:lnTo>
                  <a:lnTo>
                    <a:pt x="1236" y="355"/>
                  </a:lnTo>
                  <a:lnTo>
                    <a:pt x="1231" y="355"/>
                  </a:lnTo>
                  <a:lnTo>
                    <a:pt x="1227" y="355"/>
                  </a:lnTo>
                  <a:lnTo>
                    <a:pt x="1224" y="353"/>
                  </a:lnTo>
                  <a:lnTo>
                    <a:pt x="1223" y="351"/>
                  </a:lnTo>
                  <a:lnTo>
                    <a:pt x="1222" y="349"/>
                  </a:lnTo>
                  <a:lnTo>
                    <a:pt x="1221" y="346"/>
                  </a:lnTo>
                  <a:lnTo>
                    <a:pt x="1221" y="344"/>
                  </a:lnTo>
                  <a:lnTo>
                    <a:pt x="1223" y="342"/>
                  </a:lnTo>
                  <a:lnTo>
                    <a:pt x="1226" y="339"/>
                  </a:lnTo>
                  <a:lnTo>
                    <a:pt x="1228" y="337"/>
                  </a:lnTo>
                  <a:lnTo>
                    <a:pt x="1228" y="335"/>
                  </a:lnTo>
                  <a:lnTo>
                    <a:pt x="1227" y="333"/>
                  </a:lnTo>
                  <a:lnTo>
                    <a:pt x="1228" y="330"/>
                  </a:lnTo>
                  <a:lnTo>
                    <a:pt x="1231" y="328"/>
                  </a:lnTo>
                  <a:lnTo>
                    <a:pt x="1234" y="327"/>
                  </a:lnTo>
                  <a:lnTo>
                    <a:pt x="1237" y="326"/>
                  </a:lnTo>
                  <a:lnTo>
                    <a:pt x="1238" y="324"/>
                  </a:lnTo>
                  <a:lnTo>
                    <a:pt x="1237" y="320"/>
                  </a:lnTo>
                  <a:lnTo>
                    <a:pt x="1238" y="317"/>
                  </a:lnTo>
                  <a:lnTo>
                    <a:pt x="1240" y="315"/>
                  </a:lnTo>
                  <a:lnTo>
                    <a:pt x="1244" y="314"/>
                  </a:lnTo>
                  <a:lnTo>
                    <a:pt x="1248" y="315"/>
                  </a:lnTo>
                  <a:lnTo>
                    <a:pt x="1251" y="315"/>
                  </a:lnTo>
                  <a:lnTo>
                    <a:pt x="1254" y="315"/>
                  </a:lnTo>
                  <a:lnTo>
                    <a:pt x="1257" y="316"/>
                  </a:lnTo>
                  <a:lnTo>
                    <a:pt x="1259" y="317"/>
                  </a:lnTo>
                  <a:lnTo>
                    <a:pt x="1262" y="318"/>
                  </a:lnTo>
                  <a:lnTo>
                    <a:pt x="1264" y="317"/>
                  </a:lnTo>
                  <a:lnTo>
                    <a:pt x="1267" y="315"/>
                  </a:lnTo>
                  <a:lnTo>
                    <a:pt x="1271" y="313"/>
                  </a:lnTo>
                  <a:lnTo>
                    <a:pt x="1274" y="313"/>
                  </a:lnTo>
                  <a:lnTo>
                    <a:pt x="1276" y="315"/>
                  </a:lnTo>
                  <a:lnTo>
                    <a:pt x="1278" y="318"/>
                  </a:lnTo>
                  <a:lnTo>
                    <a:pt x="1279" y="320"/>
                  </a:lnTo>
                  <a:lnTo>
                    <a:pt x="1282" y="321"/>
                  </a:lnTo>
                  <a:lnTo>
                    <a:pt x="1286" y="321"/>
                  </a:lnTo>
                  <a:lnTo>
                    <a:pt x="1289" y="323"/>
                  </a:lnTo>
                  <a:lnTo>
                    <a:pt x="1289" y="326"/>
                  </a:lnTo>
                  <a:lnTo>
                    <a:pt x="1289" y="329"/>
                  </a:lnTo>
                  <a:lnTo>
                    <a:pt x="1289" y="331"/>
                  </a:lnTo>
                  <a:lnTo>
                    <a:pt x="1290" y="333"/>
                  </a:lnTo>
                  <a:lnTo>
                    <a:pt x="1291" y="335"/>
                  </a:lnTo>
                  <a:lnTo>
                    <a:pt x="1293" y="337"/>
                  </a:lnTo>
                  <a:close/>
                </a:path>
              </a:pathLst>
            </a:custGeom>
            <a:solidFill>
              <a:srgbClr val="DA9FC0">
                <a:alpha val="9600"/>
              </a:srgbClr>
            </a:solidFill>
            <a:ln>
              <a:noFill/>
            </a:ln>
          </p:spPr>
          <p:txBody>
            <a:bodyPr anchor="ctr"/>
            <a:lstStyle/>
            <a:p>
              <a:pPr algn="ctr">
                <a:buNone/>
              </a:pPr>
            </a:p>
          </p:txBody>
        </p:sp>
        <p:sp>
          <p:nvSpPr>
            <p:cNvPr id="7058" name="addition:input:57">
              <a:extLst>
                <a:ext uri="{FF2B5EF4-FFF2-40B4-BE49-F238E27FC236}">
                  <ns2:creationId id="{B6E71034-37F5-4B9E-A4CF-2E140CA8F655}"/>
                </a:ext>
              </a:extLst>
            </p:cNvPr>
            <p:cNvSpPr>
              <a:spLocks noGrp="1"/>
            </p:cNvSpPr>
            <p:nvPr/>
          </p:nvSpPr>
          <p:spPr>
            <a:xfrm>
              <a:off x="209550" y="5438775"/>
              <a:ext cx="2182490" cy="646709"/>
            </a:xfrm>
            <a:custGeom>
              <a:rect l="l" t="t" r="r" b="b"/>
              <a:pathLst>
                <a:path w="1326" h="345">
                  <a:moveTo>
                    <a:pt x="0" y="0"/>
                  </a:moveTo>
                  <a:moveTo>
                    <a:pt x="1326" y="319"/>
                  </a:moveTo>
                  <a:lnTo>
                    <a:pt x="1325" y="321"/>
                  </a:lnTo>
                  <a:lnTo>
                    <a:pt x="1322" y="323"/>
                  </a:lnTo>
                  <a:lnTo>
                    <a:pt x="1320" y="325"/>
                  </a:lnTo>
                  <a:lnTo>
                    <a:pt x="1320" y="327"/>
                  </a:lnTo>
                  <a:lnTo>
                    <a:pt x="1319" y="329"/>
                  </a:lnTo>
                  <a:lnTo>
                    <a:pt x="1317" y="331"/>
                  </a:lnTo>
                  <a:lnTo>
                    <a:pt x="1313" y="332"/>
                  </a:lnTo>
                  <a:lnTo>
                    <a:pt x="1310" y="333"/>
                  </a:lnTo>
                  <a:lnTo>
                    <a:pt x="1308" y="335"/>
                  </a:lnTo>
                  <a:lnTo>
                    <a:pt x="1308" y="338"/>
                  </a:lnTo>
                  <a:lnTo>
                    <a:pt x="1307" y="342"/>
                  </a:lnTo>
                  <a:lnTo>
                    <a:pt x="1305" y="345"/>
                  </a:lnTo>
                  <a:lnTo>
                    <a:pt x="1302" y="345"/>
                  </a:lnTo>
                  <a:lnTo>
                    <a:pt x="1298" y="344"/>
                  </a:lnTo>
                  <a:lnTo>
                    <a:pt x="1294" y="342"/>
                  </a:lnTo>
                  <a:lnTo>
                    <a:pt x="1291" y="342"/>
                  </a:lnTo>
                  <a:lnTo>
                    <a:pt x="1288" y="342"/>
                  </a:lnTo>
                  <a:lnTo>
                    <a:pt x="1286" y="341"/>
                  </a:lnTo>
                  <a:lnTo>
                    <a:pt x="1284" y="341"/>
                  </a:lnTo>
                  <a:lnTo>
                    <a:pt x="1282" y="340"/>
                  </a:lnTo>
                  <a:lnTo>
                    <a:pt x="1279" y="341"/>
                  </a:lnTo>
                  <a:lnTo>
                    <a:pt x="1275" y="342"/>
                  </a:lnTo>
                  <a:lnTo>
                    <a:pt x="1272" y="343"/>
                  </a:lnTo>
                  <a:lnTo>
                    <a:pt x="1270" y="341"/>
                  </a:lnTo>
                  <a:lnTo>
                    <a:pt x="1269" y="339"/>
                  </a:lnTo>
                  <a:lnTo>
                    <a:pt x="1268" y="336"/>
                  </a:lnTo>
                  <a:lnTo>
                    <a:pt x="1266" y="335"/>
                  </a:lnTo>
                  <a:lnTo>
                    <a:pt x="1263" y="334"/>
                  </a:lnTo>
                  <a:lnTo>
                    <a:pt x="1260" y="333"/>
                  </a:lnTo>
                  <a:lnTo>
                    <a:pt x="1259" y="330"/>
                  </a:lnTo>
                  <a:lnTo>
                    <a:pt x="1260" y="327"/>
                  </a:lnTo>
                  <a:lnTo>
                    <a:pt x="1262" y="325"/>
                  </a:lnTo>
                  <a:lnTo>
                    <a:pt x="1263" y="323"/>
                  </a:lnTo>
                  <a:lnTo>
                    <a:pt x="1262" y="321"/>
                  </a:lnTo>
                  <a:lnTo>
                    <a:pt x="1260" y="319"/>
                  </a:lnTo>
                  <a:lnTo>
                    <a:pt x="1258" y="317"/>
                  </a:lnTo>
                  <a:lnTo>
                    <a:pt x="1257" y="314"/>
                  </a:lnTo>
                  <a:lnTo>
                    <a:pt x="1256" y="312"/>
                  </a:lnTo>
                  <a:lnTo>
                    <a:pt x="1254" y="309"/>
                  </a:lnTo>
                  <a:lnTo>
                    <a:pt x="1253" y="306"/>
                  </a:lnTo>
                  <a:lnTo>
                    <a:pt x="1255" y="304"/>
                  </a:lnTo>
                  <a:lnTo>
                    <a:pt x="1259" y="303"/>
                  </a:lnTo>
                  <a:lnTo>
                    <a:pt x="1264" y="304"/>
                  </a:lnTo>
                  <a:lnTo>
                    <a:pt x="1267" y="303"/>
                  </a:lnTo>
                  <a:lnTo>
                    <a:pt x="1268" y="301"/>
                  </a:lnTo>
                  <a:lnTo>
                    <a:pt x="1268" y="299"/>
                  </a:lnTo>
                  <a:lnTo>
                    <a:pt x="1270" y="297"/>
                  </a:lnTo>
                  <a:lnTo>
                    <a:pt x="1273" y="296"/>
                  </a:lnTo>
                  <a:lnTo>
                    <a:pt x="1277" y="296"/>
                  </a:lnTo>
                  <a:lnTo>
                    <a:pt x="1280" y="296"/>
                  </a:lnTo>
                  <a:lnTo>
                    <a:pt x="1282" y="295"/>
                  </a:lnTo>
                  <a:lnTo>
                    <a:pt x="1286" y="293"/>
                  </a:lnTo>
                  <a:lnTo>
                    <a:pt x="1289" y="292"/>
                  </a:lnTo>
                  <a:lnTo>
                    <a:pt x="1293" y="292"/>
                  </a:lnTo>
                  <a:lnTo>
                    <a:pt x="1296" y="293"/>
                  </a:lnTo>
                  <a:lnTo>
                    <a:pt x="1300" y="293"/>
                  </a:lnTo>
                  <a:lnTo>
                    <a:pt x="1304" y="294"/>
                  </a:lnTo>
                  <a:lnTo>
                    <a:pt x="1307" y="296"/>
                  </a:lnTo>
                  <a:lnTo>
                    <a:pt x="1308" y="298"/>
                  </a:lnTo>
                  <a:lnTo>
                    <a:pt x="1309" y="302"/>
                  </a:lnTo>
                  <a:lnTo>
                    <a:pt x="1310" y="304"/>
                  </a:lnTo>
                  <a:lnTo>
                    <a:pt x="1312" y="305"/>
                  </a:lnTo>
                  <a:lnTo>
                    <a:pt x="1317" y="305"/>
                  </a:lnTo>
                  <a:lnTo>
                    <a:pt x="1322" y="305"/>
                  </a:lnTo>
                  <a:lnTo>
                    <a:pt x="1326" y="307"/>
                  </a:lnTo>
                  <a:lnTo>
                    <a:pt x="1326" y="309"/>
                  </a:lnTo>
                  <a:lnTo>
                    <a:pt x="1326" y="312"/>
                  </a:lnTo>
                  <a:lnTo>
                    <a:pt x="1326" y="314"/>
                  </a:lnTo>
                  <a:lnTo>
                    <a:pt x="1326" y="316"/>
                  </a:lnTo>
                  <a:close/>
                </a:path>
              </a:pathLst>
            </a:custGeom>
            <a:solidFill>
              <a:srgbClr val="DA9FC0">
                <a:alpha val="9600"/>
              </a:srgbClr>
            </a:solidFill>
            <a:ln>
              <a:noFill/>
            </a:ln>
          </p:spPr>
          <p:txBody>
            <a:bodyPr anchor="ctr"/>
            <a:lstStyle/>
            <a:p>
              <a:pPr algn="ctr">
                <a:buNone/>
              </a:pPr>
            </a:p>
          </p:txBody>
        </p:sp>
        <p:sp>
          <p:nvSpPr>
            <p:cNvPr id="7059" name="addition:input:58">
              <a:extLst>
                <a:ext uri="{FF2B5EF4-FFF2-40B4-BE49-F238E27FC236}">
                  <ns2:creationId id="{5A45B3C9-D892-4082-8A27-C3134FC1549A}"/>
                </a:ext>
              </a:extLst>
            </p:cNvPr>
            <p:cNvSpPr>
              <a:spLocks noGrp="1"/>
            </p:cNvSpPr>
            <p:nvPr/>
          </p:nvSpPr>
          <p:spPr>
            <a:xfrm>
              <a:off x="209550" y="5438775"/>
              <a:ext cx="2240097" cy="659831"/>
            </a:xfrm>
            <a:custGeom>
              <a:rect l="l" t="t" r="r" b="b"/>
              <a:pathLst>
                <a:path w="1361" h="352">
                  <a:moveTo>
                    <a:pt x="0" y="0"/>
                  </a:moveTo>
                  <a:moveTo>
                    <a:pt x="1359" y="324"/>
                  </a:moveTo>
                  <a:lnTo>
                    <a:pt x="1359" y="327"/>
                  </a:lnTo>
                  <a:lnTo>
                    <a:pt x="1357" y="329"/>
                  </a:lnTo>
                  <a:lnTo>
                    <a:pt x="1353" y="331"/>
                  </a:lnTo>
                  <a:lnTo>
                    <a:pt x="1349" y="332"/>
                  </a:lnTo>
                  <a:lnTo>
                    <a:pt x="1348" y="334"/>
                  </a:lnTo>
                  <a:lnTo>
                    <a:pt x="1349" y="337"/>
                  </a:lnTo>
                  <a:lnTo>
                    <a:pt x="1350" y="341"/>
                  </a:lnTo>
                  <a:lnTo>
                    <a:pt x="1350" y="344"/>
                  </a:lnTo>
                  <a:lnTo>
                    <a:pt x="1348" y="346"/>
                  </a:lnTo>
                  <a:lnTo>
                    <a:pt x="1345" y="348"/>
                  </a:lnTo>
                  <a:lnTo>
                    <a:pt x="1343" y="349"/>
                  </a:lnTo>
                  <a:lnTo>
                    <a:pt x="1340" y="350"/>
                  </a:lnTo>
                  <a:lnTo>
                    <a:pt x="1336" y="350"/>
                  </a:lnTo>
                  <a:lnTo>
                    <a:pt x="1333" y="348"/>
                  </a:lnTo>
                  <a:lnTo>
                    <a:pt x="1330" y="347"/>
                  </a:lnTo>
                  <a:lnTo>
                    <a:pt x="1328" y="347"/>
                  </a:lnTo>
                  <a:lnTo>
                    <a:pt x="1326" y="349"/>
                  </a:lnTo>
                  <a:lnTo>
                    <a:pt x="1323" y="351"/>
                  </a:lnTo>
                  <a:lnTo>
                    <a:pt x="1320" y="352"/>
                  </a:lnTo>
                  <a:lnTo>
                    <a:pt x="1318" y="351"/>
                  </a:lnTo>
                  <a:lnTo>
                    <a:pt x="1315" y="349"/>
                  </a:lnTo>
                  <a:lnTo>
                    <a:pt x="1313" y="348"/>
                  </a:lnTo>
                  <a:lnTo>
                    <a:pt x="1310" y="348"/>
                  </a:lnTo>
                  <a:lnTo>
                    <a:pt x="1306" y="348"/>
                  </a:lnTo>
                  <a:lnTo>
                    <a:pt x="1303" y="348"/>
                  </a:lnTo>
                  <a:lnTo>
                    <a:pt x="1300" y="346"/>
                  </a:lnTo>
                  <a:lnTo>
                    <a:pt x="1299" y="343"/>
                  </a:lnTo>
                  <a:lnTo>
                    <a:pt x="1298" y="340"/>
                  </a:lnTo>
                  <a:lnTo>
                    <a:pt x="1297" y="338"/>
                  </a:lnTo>
                  <a:lnTo>
                    <a:pt x="1296" y="335"/>
                  </a:lnTo>
                  <a:lnTo>
                    <a:pt x="1296" y="333"/>
                  </a:lnTo>
                  <a:lnTo>
                    <a:pt x="1296" y="330"/>
                  </a:lnTo>
                  <a:lnTo>
                    <a:pt x="1295" y="328"/>
                  </a:lnTo>
                  <a:lnTo>
                    <a:pt x="1292" y="327"/>
                  </a:lnTo>
                  <a:lnTo>
                    <a:pt x="1286" y="324"/>
                  </a:lnTo>
                  <a:lnTo>
                    <a:pt x="1283" y="322"/>
                  </a:lnTo>
                  <a:lnTo>
                    <a:pt x="1282" y="319"/>
                  </a:lnTo>
                  <a:lnTo>
                    <a:pt x="1285" y="317"/>
                  </a:lnTo>
                  <a:lnTo>
                    <a:pt x="1289" y="315"/>
                  </a:lnTo>
                  <a:lnTo>
                    <a:pt x="1291" y="313"/>
                  </a:lnTo>
                  <a:lnTo>
                    <a:pt x="1292" y="311"/>
                  </a:lnTo>
                  <a:lnTo>
                    <a:pt x="1293" y="309"/>
                  </a:lnTo>
                  <a:lnTo>
                    <a:pt x="1295" y="307"/>
                  </a:lnTo>
                  <a:lnTo>
                    <a:pt x="1298" y="306"/>
                  </a:lnTo>
                  <a:lnTo>
                    <a:pt x="1301" y="305"/>
                  </a:lnTo>
                  <a:lnTo>
                    <a:pt x="1303" y="303"/>
                  </a:lnTo>
                  <a:lnTo>
                    <a:pt x="1306" y="301"/>
                  </a:lnTo>
                  <a:lnTo>
                    <a:pt x="1309" y="300"/>
                  </a:lnTo>
                  <a:lnTo>
                    <a:pt x="1312" y="299"/>
                  </a:lnTo>
                  <a:lnTo>
                    <a:pt x="1316" y="299"/>
                  </a:lnTo>
                  <a:lnTo>
                    <a:pt x="1319" y="298"/>
                  </a:lnTo>
                  <a:lnTo>
                    <a:pt x="1322" y="295"/>
                  </a:lnTo>
                  <a:lnTo>
                    <a:pt x="1326" y="293"/>
                  </a:lnTo>
                  <a:lnTo>
                    <a:pt x="1331" y="293"/>
                  </a:lnTo>
                  <a:lnTo>
                    <a:pt x="1334" y="296"/>
                  </a:lnTo>
                  <a:lnTo>
                    <a:pt x="1336" y="300"/>
                  </a:lnTo>
                  <a:lnTo>
                    <a:pt x="1338" y="303"/>
                  </a:lnTo>
                  <a:lnTo>
                    <a:pt x="1340" y="304"/>
                  </a:lnTo>
                  <a:lnTo>
                    <a:pt x="1344" y="304"/>
                  </a:lnTo>
                  <a:lnTo>
                    <a:pt x="1347" y="305"/>
                  </a:lnTo>
                  <a:lnTo>
                    <a:pt x="1350" y="305"/>
                  </a:lnTo>
                  <a:lnTo>
                    <a:pt x="1353" y="307"/>
                  </a:lnTo>
                  <a:lnTo>
                    <a:pt x="1355" y="308"/>
                  </a:lnTo>
                  <a:lnTo>
                    <a:pt x="1358" y="309"/>
                  </a:lnTo>
                  <a:lnTo>
                    <a:pt x="1361" y="311"/>
                  </a:lnTo>
                  <a:lnTo>
                    <a:pt x="1360" y="314"/>
                  </a:lnTo>
                  <a:lnTo>
                    <a:pt x="1359" y="317"/>
                  </a:lnTo>
                  <a:lnTo>
                    <a:pt x="1357" y="320"/>
                  </a:lnTo>
                  <a:lnTo>
                    <a:pt x="1358" y="322"/>
                  </a:lnTo>
                  <a:close/>
                </a:path>
              </a:pathLst>
            </a:custGeom>
            <a:solidFill>
              <a:srgbClr val="DA9FC0">
                <a:alpha val="9600"/>
              </a:srgbClr>
            </a:solidFill>
            <a:ln>
              <a:noFill/>
            </a:ln>
          </p:spPr>
          <p:txBody>
            <a:bodyPr anchor="ctr"/>
            <a:lstStyle/>
            <a:p>
              <a:pPr algn="ctr">
                <a:buNone/>
              </a:pPr>
            </a:p>
          </p:txBody>
        </p:sp>
        <p:sp>
          <p:nvSpPr>
            <p:cNvPr id="7060" name="addition:input:59">
              <a:extLst>
                <a:ext uri="{FF2B5EF4-FFF2-40B4-BE49-F238E27FC236}">
                  <ns2:creationId id="{5F028C3C-7DAE-48F0-A3DF-D42A946297CC}"/>
                </a:ext>
              </a:extLst>
            </p:cNvPr>
            <p:cNvSpPr>
              <a:spLocks noGrp="1"/>
            </p:cNvSpPr>
            <p:nvPr/>
          </p:nvSpPr>
          <p:spPr>
            <a:xfrm>
              <a:off x="209550" y="5438775"/>
              <a:ext cx="2292767" cy="712318"/>
            </a:xfrm>
            <a:custGeom>
              <a:rect l="l" t="t" r="r" b="b"/>
              <a:pathLst>
                <a:path w="1393" h="380">
                  <a:moveTo>
                    <a:pt x="0" y="0"/>
                  </a:moveTo>
                  <a:moveTo>
                    <a:pt x="1392" y="347"/>
                  </a:moveTo>
                  <a:lnTo>
                    <a:pt x="1393" y="350"/>
                  </a:lnTo>
                  <a:lnTo>
                    <a:pt x="1393" y="352"/>
                  </a:lnTo>
                  <a:lnTo>
                    <a:pt x="1392" y="355"/>
                  </a:lnTo>
                  <a:lnTo>
                    <a:pt x="1389" y="357"/>
                  </a:lnTo>
                  <a:lnTo>
                    <a:pt x="1386" y="359"/>
                  </a:lnTo>
                  <a:lnTo>
                    <a:pt x="1384" y="361"/>
                  </a:lnTo>
                  <a:lnTo>
                    <a:pt x="1382" y="364"/>
                  </a:lnTo>
                  <a:lnTo>
                    <a:pt x="1379" y="365"/>
                  </a:lnTo>
                  <a:lnTo>
                    <a:pt x="1375" y="366"/>
                  </a:lnTo>
                  <a:lnTo>
                    <a:pt x="1371" y="367"/>
                  </a:lnTo>
                  <a:lnTo>
                    <a:pt x="1369" y="368"/>
                  </a:lnTo>
                  <a:lnTo>
                    <a:pt x="1367" y="372"/>
                  </a:lnTo>
                  <a:lnTo>
                    <a:pt x="1366" y="377"/>
                  </a:lnTo>
                  <a:lnTo>
                    <a:pt x="1363" y="380"/>
                  </a:lnTo>
                  <a:lnTo>
                    <a:pt x="1358" y="380"/>
                  </a:lnTo>
                  <a:lnTo>
                    <a:pt x="1354" y="378"/>
                  </a:lnTo>
                  <a:lnTo>
                    <a:pt x="1350" y="375"/>
                  </a:lnTo>
                  <a:lnTo>
                    <a:pt x="1346" y="374"/>
                  </a:lnTo>
                  <a:lnTo>
                    <a:pt x="1343" y="374"/>
                  </a:lnTo>
                  <a:lnTo>
                    <a:pt x="1340" y="373"/>
                  </a:lnTo>
                  <a:lnTo>
                    <a:pt x="1337" y="372"/>
                  </a:lnTo>
                  <a:lnTo>
                    <a:pt x="1335" y="371"/>
                  </a:lnTo>
                  <a:lnTo>
                    <a:pt x="1332" y="371"/>
                  </a:lnTo>
                  <a:lnTo>
                    <a:pt x="1328" y="371"/>
                  </a:lnTo>
                  <a:lnTo>
                    <a:pt x="1324" y="371"/>
                  </a:lnTo>
                  <a:lnTo>
                    <a:pt x="1322" y="369"/>
                  </a:lnTo>
                  <a:lnTo>
                    <a:pt x="1321" y="366"/>
                  </a:lnTo>
                  <a:lnTo>
                    <a:pt x="1321" y="364"/>
                  </a:lnTo>
                  <a:lnTo>
                    <a:pt x="1319" y="362"/>
                  </a:lnTo>
                  <a:lnTo>
                    <a:pt x="1315" y="360"/>
                  </a:lnTo>
                  <a:lnTo>
                    <a:pt x="1312" y="358"/>
                  </a:lnTo>
                  <a:lnTo>
                    <a:pt x="1312" y="355"/>
                  </a:lnTo>
                  <a:lnTo>
                    <a:pt x="1316" y="352"/>
                  </a:lnTo>
                  <a:lnTo>
                    <a:pt x="1320" y="349"/>
                  </a:lnTo>
                  <a:lnTo>
                    <a:pt x="1322" y="347"/>
                  </a:lnTo>
                  <a:lnTo>
                    <a:pt x="1321" y="345"/>
                  </a:lnTo>
                  <a:lnTo>
                    <a:pt x="1320" y="342"/>
                  </a:lnTo>
                  <a:lnTo>
                    <a:pt x="1319" y="340"/>
                  </a:lnTo>
                  <a:lnTo>
                    <a:pt x="1318" y="337"/>
                  </a:lnTo>
                  <a:lnTo>
                    <a:pt x="1318" y="334"/>
                  </a:lnTo>
                  <a:lnTo>
                    <a:pt x="1317" y="331"/>
                  </a:lnTo>
                  <a:lnTo>
                    <a:pt x="1317" y="327"/>
                  </a:lnTo>
                  <a:lnTo>
                    <a:pt x="1319" y="325"/>
                  </a:lnTo>
                  <a:lnTo>
                    <a:pt x="1324" y="325"/>
                  </a:lnTo>
                  <a:lnTo>
                    <a:pt x="1328" y="325"/>
                  </a:lnTo>
                  <a:lnTo>
                    <a:pt x="1332" y="325"/>
                  </a:lnTo>
                  <a:lnTo>
                    <a:pt x="1333" y="324"/>
                  </a:lnTo>
                  <a:lnTo>
                    <a:pt x="1335" y="321"/>
                  </a:lnTo>
                  <a:lnTo>
                    <a:pt x="1337" y="319"/>
                  </a:lnTo>
                  <a:lnTo>
                    <a:pt x="1340" y="319"/>
                  </a:lnTo>
                  <a:lnTo>
                    <a:pt x="1343" y="320"/>
                  </a:lnTo>
                  <a:lnTo>
                    <a:pt x="1346" y="321"/>
                  </a:lnTo>
                  <a:lnTo>
                    <a:pt x="1349" y="320"/>
                  </a:lnTo>
                  <a:lnTo>
                    <a:pt x="1353" y="318"/>
                  </a:lnTo>
                  <a:lnTo>
                    <a:pt x="1357" y="317"/>
                  </a:lnTo>
                  <a:lnTo>
                    <a:pt x="1361" y="317"/>
                  </a:lnTo>
                  <a:lnTo>
                    <a:pt x="1364" y="318"/>
                  </a:lnTo>
                  <a:lnTo>
                    <a:pt x="1368" y="319"/>
                  </a:lnTo>
                  <a:lnTo>
                    <a:pt x="1372" y="321"/>
                  </a:lnTo>
                  <a:lnTo>
                    <a:pt x="1374" y="323"/>
                  </a:lnTo>
                  <a:lnTo>
                    <a:pt x="1376" y="326"/>
                  </a:lnTo>
                  <a:lnTo>
                    <a:pt x="1375" y="330"/>
                  </a:lnTo>
                  <a:lnTo>
                    <a:pt x="1375" y="333"/>
                  </a:lnTo>
                  <a:lnTo>
                    <a:pt x="1378" y="335"/>
                  </a:lnTo>
                  <a:lnTo>
                    <a:pt x="1384" y="335"/>
                  </a:lnTo>
                  <a:lnTo>
                    <a:pt x="1389" y="336"/>
                  </a:lnTo>
                  <a:lnTo>
                    <a:pt x="1393" y="338"/>
                  </a:lnTo>
                  <a:lnTo>
                    <a:pt x="1393" y="341"/>
                  </a:lnTo>
                  <a:lnTo>
                    <a:pt x="1392" y="344"/>
                  </a:lnTo>
                  <a:close/>
                </a:path>
              </a:pathLst>
            </a:custGeom>
            <a:solidFill>
              <a:srgbClr val="DA9FC0">
                <a:alpha val="9600"/>
              </a:srgbClr>
            </a:solidFill>
            <a:ln>
              <a:noFill/>
            </a:ln>
          </p:spPr>
          <p:txBody>
            <a:bodyPr anchor="ctr"/>
            <a:lstStyle/>
            <a:p>
              <a:pPr algn="ctr">
                <a:buNone/>
              </a:pPr>
            </a:p>
          </p:txBody>
        </p:sp>
        <p:sp>
          <p:nvSpPr>
            <p:cNvPr id="7061" name="addition:input:60">
              <a:extLst>
                <a:ext uri="{FF2B5EF4-FFF2-40B4-BE49-F238E27FC236}">
                  <ns2:creationId id="{15BC7A6F-BFF3-4A81-986F-6663F1C37C2C}"/>
                </a:ext>
              </a:extLst>
            </p:cNvPr>
            <p:cNvSpPr>
              <a:spLocks noGrp="1"/>
            </p:cNvSpPr>
            <p:nvPr/>
          </p:nvSpPr>
          <p:spPr>
            <a:xfrm>
              <a:off x="209550" y="5438775"/>
              <a:ext cx="2274661" cy="755432"/>
            </a:xfrm>
            <a:custGeom>
              <a:rect l="l" t="t" r="r" b="b"/>
              <a:pathLst>
                <a:path w="1382" h="403">
                  <a:moveTo>
                    <a:pt x="0" y="0"/>
                  </a:moveTo>
                  <a:moveTo>
                    <a:pt x="1381" y="372"/>
                  </a:moveTo>
                  <a:lnTo>
                    <a:pt x="1376" y="374"/>
                  </a:lnTo>
                  <a:lnTo>
                    <a:pt x="1368" y="377"/>
                  </a:lnTo>
                  <a:lnTo>
                    <a:pt x="1363" y="378"/>
                  </a:lnTo>
                  <a:lnTo>
                    <a:pt x="1361" y="380"/>
                  </a:lnTo>
                  <a:lnTo>
                    <a:pt x="1362" y="383"/>
                  </a:lnTo>
                  <a:lnTo>
                    <a:pt x="1362" y="386"/>
                  </a:lnTo>
                  <a:lnTo>
                    <a:pt x="1361" y="389"/>
                  </a:lnTo>
                  <a:lnTo>
                    <a:pt x="1358" y="391"/>
                  </a:lnTo>
                  <a:lnTo>
                    <a:pt x="1355" y="394"/>
                  </a:lnTo>
                  <a:lnTo>
                    <a:pt x="1353" y="397"/>
                  </a:lnTo>
                  <a:lnTo>
                    <a:pt x="1350" y="399"/>
                  </a:lnTo>
                  <a:lnTo>
                    <a:pt x="1345" y="400"/>
                  </a:lnTo>
                  <a:lnTo>
                    <a:pt x="1340" y="399"/>
                  </a:lnTo>
                  <a:lnTo>
                    <a:pt x="1336" y="399"/>
                  </a:lnTo>
                  <a:lnTo>
                    <a:pt x="1333" y="400"/>
                  </a:lnTo>
                  <a:lnTo>
                    <a:pt x="1329" y="402"/>
                  </a:lnTo>
                  <a:lnTo>
                    <a:pt x="1326" y="403"/>
                  </a:lnTo>
                  <a:lnTo>
                    <a:pt x="1322" y="401"/>
                  </a:lnTo>
                  <a:lnTo>
                    <a:pt x="1319" y="398"/>
                  </a:lnTo>
                  <a:lnTo>
                    <a:pt x="1317" y="396"/>
                  </a:lnTo>
                  <a:lnTo>
                    <a:pt x="1314" y="396"/>
                  </a:lnTo>
                  <a:lnTo>
                    <a:pt x="1310" y="397"/>
                  </a:lnTo>
                  <a:lnTo>
                    <a:pt x="1304" y="399"/>
                  </a:lnTo>
                  <a:lnTo>
                    <a:pt x="1300" y="399"/>
                  </a:lnTo>
                  <a:lnTo>
                    <a:pt x="1296" y="398"/>
                  </a:lnTo>
                  <a:lnTo>
                    <a:pt x="1294" y="395"/>
                  </a:lnTo>
                  <a:lnTo>
                    <a:pt x="1292" y="393"/>
                  </a:lnTo>
                  <a:lnTo>
                    <a:pt x="1290" y="390"/>
                  </a:lnTo>
                  <a:lnTo>
                    <a:pt x="1290" y="387"/>
                  </a:lnTo>
                  <a:lnTo>
                    <a:pt x="1291" y="384"/>
                  </a:lnTo>
                  <a:lnTo>
                    <a:pt x="1293" y="381"/>
                  </a:lnTo>
                  <a:lnTo>
                    <a:pt x="1292" y="378"/>
                  </a:lnTo>
                  <a:lnTo>
                    <a:pt x="1287" y="377"/>
                  </a:lnTo>
                  <a:lnTo>
                    <a:pt x="1282" y="374"/>
                  </a:lnTo>
                  <a:lnTo>
                    <a:pt x="1280" y="372"/>
                  </a:lnTo>
                  <a:lnTo>
                    <a:pt x="1280" y="369"/>
                  </a:lnTo>
                  <a:lnTo>
                    <a:pt x="1283" y="366"/>
                  </a:lnTo>
                  <a:lnTo>
                    <a:pt x="1284" y="364"/>
                  </a:lnTo>
                  <a:lnTo>
                    <a:pt x="1282" y="361"/>
                  </a:lnTo>
                  <a:lnTo>
                    <a:pt x="1280" y="358"/>
                  </a:lnTo>
                  <a:lnTo>
                    <a:pt x="1280" y="355"/>
                  </a:lnTo>
                  <a:lnTo>
                    <a:pt x="1283" y="352"/>
                  </a:lnTo>
                  <a:lnTo>
                    <a:pt x="1287" y="351"/>
                  </a:lnTo>
                  <a:lnTo>
                    <a:pt x="1292" y="351"/>
                  </a:lnTo>
                  <a:lnTo>
                    <a:pt x="1295" y="350"/>
                  </a:lnTo>
                  <a:lnTo>
                    <a:pt x="1299" y="349"/>
                  </a:lnTo>
                  <a:lnTo>
                    <a:pt x="1303" y="348"/>
                  </a:lnTo>
                  <a:lnTo>
                    <a:pt x="1307" y="348"/>
                  </a:lnTo>
                  <a:lnTo>
                    <a:pt x="1310" y="347"/>
                  </a:lnTo>
                  <a:lnTo>
                    <a:pt x="1313" y="344"/>
                  </a:lnTo>
                  <a:lnTo>
                    <a:pt x="1316" y="340"/>
                  </a:lnTo>
                  <a:lnTo>
                    <a:pt x="1321" y="337"/>
                  </a:lnTo>
                  <a:lnTo>
                    <a:pt x="1326" y="337"/>
                  </a:lnTo>
                  <a:lnTo>
                    <a:pt x="1331" y="340"/>
                  </a:lnTo>
                  <a:lnTo>
                    <a:pt x="1335" y="343"/>
                  </a:lnTo>
                  <a:lnTo>
                    <a:pt x="1339" y="345"/>
                  </a:lnTo>
                  <a:lnTo>
                    <a:pt x="1344" y="345"/>
                  </a:lnTo>
                  <a:lnTo>
                    <a:pt x="1349" y="346"/>
                  </a:lnTo>
                  <a:lnTo>
                    <a:pt x="1353" y="347"/>
                  </a:lnTo>
                  <a:lnTo>
                    <a:pt x="1356" y="350"/>
                  </a:lnTo>
                  <a:lnTo>
                    <a:pt x="1358" y="352"/>
                  </a:lnTo>
                  <a:lnTo>
                    <a:pt x="1361" y="353"/>
                  </a:lnTo>
                  <a:lnTo>
                    <a:pt x="1365" y="355"/>
                  </a:lnTo>
                  <a:lnTo>
                    <a:pt x="1368" y="357"/>
                  </a:lnTo>
                  <a:lnTo>
                    <a:pt x="1370" y="359"/>
                  </a:lnTo>
                  <a:lnTo>
                    <a:pt x="1371" y="361"/>
                  </a:lnTo>
                  <a:lnTo>
                    <a:pt x="1374" y="364"/>
                  </a:lnTo>
                  <a:lnTo>
                    <a:pt x="1378" y="366"/>
                  </a:lnTo>
                  <a:lnTo>
                    <a:pt x="1382" y="369"/>
                  </a:lnTo>
                  <a:close/>
                </a:path>
              </a:pathLst>
            </a:custGeom>
            <a:solidFill>
              <a:srgbClr val="DA9FC0">
                <a:alpha val="9600"/>
              </a:srgbClr>
            </a:solidFill>
            <a:ln>
              <a:noFill/>
            </a:ln>
          </p:spPr>
          <p:txBody>
            <a:bodyPr anchor="ctr"/>
            <a:lstStyle/>
            <a:p>
              <a:pPr algn="ctr">
                <a:buNone/>
              </a:pPr>
            </a:p>
          </p:txBody>
        </p:sp>
        <p:sp>
          <p:nvSpPr>
            <p:cNvPr id="7062" name="addition:input:61">
              <a:extLst>
                <a:ext uri="{FF2B5EF4-FFF2-40B4-BE49-F238E27FC236}">
                  <ns2:creationId id="{F29B50E5-70D2-47A5-80F8-370C3F6A67AD}"/>
                </a:ext>
              </a:extLst>
            </p:cNvPr>
            <p:cNvSpPr>
              <a:spLocks noGrp="1"/>
            </p:cNvSpPr>
            <p:nvPr/>
          </p:nvSpPr>
          <p:spPr>
            <a:xfrm>
              <a:off x="209550" y="5438775"/>
              <a:ext cx="2189074" cy="762930"/>
            </a:xfrm>
            <a:custGeom>
              <a:rect l="l" t="t" r="r" b="b"/>
              <a:pathLst>
                <a:path w="1330" h="407">
                  <a:moveTo>
                    <a:pt x="0" y="0"/>
                  </a:moveTo>
                  <a:moveTo>
                    <a:pt x="1330" y="374"/>
                  </a:moveTo>
                  <a:lnTo>
                    <a:pt x="1330" y="377"/>
                  </a:lnTo>
                  <a:lnTo>
                    <a:pt x="1328" y="380"/>
                  </a:lnTo>
                  <a:lnTo>
                    <a:pt x="1326" y="383"/>
                  </a:lnTo>
                  <a:lnTo>
                    <a:pt x="1324" y="385"/>
                  </a:lnTo>
                  <a:lnTo>
                    <a:pt x="1321" y="387"/>
                  </a:lnTo>
                  <a:lnTo>
                    <a:pt x="1318" y="389"/>
                  </a:lnTo>
                  <a:lnTo>
                    <a:pt x="1314" y="390"/>
                  </a:lnTo>
                  <a:lnTo>
                    <a:pt x="1311" y="391"/>
                  </a:lnTo>
                  <a:lnTo>
                    <a:pt x="1309" y="394"/>
                  </a:lnTo>
                  <a:lnTo>
                    <a:pt x="1308" y="397"/>
                  </a:lnTo>
                  <a:lnTo>
                    <a:pt x="1306" y="400"/>
                  </a:lnTo>
                  <a:lnTo>
                    <a:pt x="1302" y="401"/>
                  </a:lnTo>
                  <a:lnTo>
                    <a:pt x="1298" y="401"/>
                  </a:lnTo>
                  <a:lnTo>
                    <a:pt x="1293" y="401"/>
                  </a:lnTo>
                  <a:lnTo>
                    <a:pt x="1290" y="402"/>
                  </a:lnTo>
                  <a:lnTo>
                    <a:pt x="1286" y="405"/>
                  </a:lnTo>
                  <a:lnTo>
                    <a:pt x="1282" y="407"/>
                  </a:lnTo>
                  <a:lnTo>
                    <a:pt x="1278" y="407"/>
                  </a:lnTo>
                  <a:lnTo>
                    <a:pt x="1274" y="405"/>
                  </a:lnTo>
                  <a:lnTo>
                    <a:pt x="1271" y="402"/>
                  </a:lnTo>
                  <a:lnTo>
                    <a:pt x="1268" y="400"/>
                  </a:lnTo>
                  <a:lnTo>
                    <a:pt x="1265" y="398"/>
                  </a:lnTo>
                  <a:lnTo>
                    <a:pt x="1262" y="397"/>
                  </a:lnTo>
                  <a:lnTo>
                    <a:pt x="1260" y="396"/>
                  </a:lnTo>
                  <a:lnTo>
                    <a:pt x="1257" y="395"/>
                  </a:lnTo>
                  <a:lnTo>
                    <a:pt x="1253" y="395"/>
                  </a:lnTo>
                  <a:lnTo>
                    <a:pt x="1248" y="395"/>
                  </a:lnTo>
                  <a:lnTo>
                    <a:pt x="1243" y="394"/>
                  </a:lnTo>
                  <a:lnTo>
                    <a:pt x="1241" y="392"/>
                  </a:lnTo>
                  <a:lnTo>
                    <a:pt x="1242" y="388"/>
                  </a:lnTo>
                  <a:lnTo>
                    <a:pt x="1245" y="385"/>
                  </a:lnTo>
                  <a:lnTo>
                    <a:pt x="1247" y="382"/>
                  </a:lnTo>
                  <a:lnTo>
                    <a:pt x="1246" y="379"/>
                  </a:lnTo>
                  <a:lnTo>
                    <a:pt x="1245" y="377"/>
                  </a:lnTo>
                  <a:lnTo>
                    <a:pt x="1244" y="374"/>
                  </a:lnTo>
                  <a:lnTo>
                    <a:pt x="1246" y="372"/>
                  </a:lnTo>
                  <a:lnTo>
                    <a:pt x="1249" y="370"/>
                  </a:lnTo>
                  <a:lnTo>
                    <a:pt x="1250" y="367"/>
                  </a:lnTo>
                  <a:lnTo>
                    <a:pt x="1251" y="365"/>
                  </a:lnTo>
                  <a:lnTo>
                    <a:pt x="1250" y="362"/>
                  </a:lnTo>
                  <a:lnTo>
                    <a:pt x="1251" y="359"/>
                  </a:lnTo>
                  <a:lnTo>
                    <a:pt x="1252" y="357"/>
                  </a:lnTo>
                  <a:lnTo>
                    <a:pt x="1254" y="355"/>
                  </a:lnTo>
                  <a:lnTo>
                    <a:pt x="1254" y="352"/>
                  </a:lnTo>
                  <a:lnTo>
                    <a:pt x="1255" y="349"/>
                  </a:lnTo>
                  <a:lnTo>
                    <a:pt x="1258" y="347"/>
                  </a:lnTo>
                  <a:lnTo>
                    <a:pt x="1263" y="347"/>
                  </a:lnTo>
                  <a:lnTo>
                    <a:pt x="1268" y="350"/>
                  </a:lnTo>
                  <a:lnTo>
                    <a:pt x="1271" y="352"/>
                  </a:lnTo>
                  <a:lnTo>
                    <a:pt x="1274" y="351"/>
                  </a:lnTo>
                  <a:lnTo>
                    <a:pt x="1276" y="349"/>
                  </a:lnTo>
                  <a:lnTo>
                    <a:pt x="1278" y="346"/>
                  </a:lnTo>
                  <a:lnTo>
                    <a:pt x="1282" y="345"/>
                  </a:lnTo>
                  <a:lnTo>
                    <a:pt x="1285" y="345"/>
                  </a:lnTo>
                  <a:lnTo>
                    <a:pt x="1288" y="345"/>
                  </a:lnTo>
                  <a:lnTo>
                    <a:pt x="1292" y="346"/>
                  </a:lnTo>
                  <a:lnTo>
                    <a:pt x="1296" y="346"/>
                  </a:lnTo>
                  <a:lnTo>
                    <a:pt x="1299" y="347"/>
                  </a:lnTo>
                  <a:lnTo>
                    <a:pt x="1302" y="349"/>
                  </a:lnTo>
                  <a:lnTo>
                    <a:pt x="1304" y="352"/>
                  </a:lnTo>
                  <a:lnTo>
                    <a:pt x="1307" y="354"/>
                  </a:lnTo>
                  <a:lnTo>
                    <a:pt x="1310" y="355"/>
                  </a:lnTo>
                  <a:lnTo>
                    <a:pt x="1314" y="357"/>
                  </a:lnTo>
                  <a:lnTo>
                    <a:pt x="1315" y="360"/>
                  </a:lnTo>
                  <a:lnTo>
                    <a:pt x="1315" y="363"/>
                  </a:lnTo>
                  <a:lnTo>
                    <a:pt x="1314" y="366"/>
                  </a:lnTo>
                  <a:lnTo>
                    <a:pt x="1315" y="368"/>
                  </a:lnTo>
                  <a:lnTo>
                    <a:pt x="1320" y="370"/>
                  </a:lnTo>
                  <a:lnTo>
                    <a:pt x="1326" y="372"/>
                  </a:lnTo>
                  <a:close/>
                </a:path>
              </a:pathLst>
            </a:custGeom>
            <a:solidFill>
              <a:srgbClr val="DA9FC0">
                <a:alpha val="9600"/>
              </a:srgbClr>
            </a:solidFill>
            <a:ln>
              <a:noFill/>
            </a:ln>
          </p:spPr>
          <p:txBody>
            <a:bodyPr anchor="ctr"/>
            <a:lstStyle/>
            <a:p>
              <a:pPr algn="ctr">
                <a:buNone/>
              </a:pPr>
            </a:p>
          </p:txBody>
        </p:sp>
        <p:sp>
          <p:nvSpPr>
            <p:cNvPr id="7063" name="addition:input:62">
              <a:extLst>
                <a:ext uri="{FF2B5EF4-FFF2-40B4-BE49-F238E27FC236}">
                  <ns2:creationId id="{94D0F6DA-BFF2-496D-BECC-79FBD32B63FC}"/>
                </a:ext>
              </a:extLst>
            </p:cNvPr>
            <p:cNvSpPr>
              <a:spLocks noGrp="1"/>
            </p:cNvSpPr>
            <p:nvPr/>
          </p:nvSpPr>
          <p:spPr>
            <a:xfrm>
              <a:off x="209550" y="5438775"/>
              <a:ext cx="2115007" cy="732937"/>
            </a:xfrm>
            <a:custGeom>
              <a:rect l="l" t="t" r="r" b="b"/>
              <a:pathLst>
                <a:path w="1285" h="391">
                  <a:moveTo>
                    <a:pt x="0" y="0"/>
                  </a:moveTo>
                  <a:moveTo>
                    <a:pt x="1281" y="364"/>
                  </a:moveTo>
                  <a:lnTo>
                    <a:pt x="1282" y="366"/>
                  </a:lnTo>
                  <a:lnTo>
                    <a:pt x="1284" y="369"/>
                  </a:lnTo>
                  <a:lnTo>
                    <a:pt x="1285" y="371"/>
                  </a:lnTo>
                  <a:lnTo>
                    <a:pt x="1283" y="374"/>
                  </a:lnTo>
                  <a:lnTo>
                    <a:pt x="1279" y="375"/>
                  </a:lnTo>
                  <a:lnTo>
                    <a:pt x="1274" y="375"/>
                  </a:lnTo>
                  <a:lnTo>
                    <a:pt x="1271" y="376"/>
                  </a:lnTo>
                  <a:lnTo>
                    <a:pt x="1270" y="378"/>
                  </a:lnTo>
                  <a:lnTo>
                    <a:pt x="1268" y="380"/>
                  </a:lnTo>
                  <a:lnTo>
                    <a:pt x="1267" y="382"/>
                  </a:lnTo>
                  <a:lnTo>
                    <a:pt x="1265" y="384"/>
                  </a:lnTo>
                  <a:lnTo>
                    <a:pt x="1263" y="386"/>
                  </a:lnTo>
                  <a:lnTo>
                    <a:pt x="1260" y="389"/>
                  </a:lnTo>
                  <a:lnTo>
                    <a:pt x="1257" y="391"/>
                  </a:lnTo>
                  <a:lnTo>
                    <a:pt x="1254" y="391"/>
                  </a:lnTo>
                  <a:lnTo>
                    <a:pt x="1250" y="390"/>
                  </a:lnTo>
                  <a:lnTo>
                    <a:pt x="1247" y="388"/>
                  </a:lnTo>
                  <a:lnTo>
                    <a:pt x="1244" y="387"/>
                  </a:lnTo>
                  <a:lnTo>
                    <a:pt x="1241" y="387"/>
                  </a:lnTo>
                  <a:lnTo>
                    <a:pt x="1238" y="388"/>
                  </a:lnTo>
                  <a:lnTo>
                    <a:pt x="1235" y="388"/>
                  </a:lnTo>
                  <a:lnTo>
                    <a:pt x="1233" y="386"/>
                  </a:lnTo>
                  <a:lnTo>
                    <a:pt x="1231" y="384"/>
                  </a:lnTo>
                  <a:lnTo>
                    <a:pt x="1230" y="382"/>
                  </a:lnTo>
                  <a:lnTo>
                    <a:pt x="1228" y="382"/>
                  </a:lnTo>
                  <a:lnTo>
                    <a:pt x="1224" y="382"/>
                  </a:lnTo>
                  <a:lnTo>
                    <a:pt x="1221" y="381"/>
                  </a:lnTo>
                  <a:lnTo>
                    <a:pt x="1219" y="380"/>
                  </a:lnTo>
                  <a:lnTo>
                    <a:pt x="1218" y="378"/>
                  </a:lnTo>
                  <a:lnTo>
                    <a:pt x="1216" y="376"/>
                  </a:lnTo>
                  <a:lnTo>
                    <a:pt x="1215" y="374"/>
                  </a:lnTo>
                  <a:lnTo>
                    <a:pt x="1216" y="371"/>
                  </a:lnTo>
                  <a:lnTo>
                    <a:pt x="1218" y="368"/>
                  </a:lnTo>
                  <a:lnTo>
                    <a:pt x="1222" y="366"/>
                  </a:lnTo>
                  <a:lnTo>
                    <a:pt x="1224" y="364"/>
                  </a:lnTo>
                  <a:lnTo>
                    <a:pt x="1223" y="362"/>
                  </a:lnTo>
                  <a:lnTo>
                    <a:pt x="1220" y="360"/>
                  </a:lnTo>
                  <a:lnTo>
                    <a:pt x="1218" y="357"/>
                  </a:lnTo>
                  <a:lnTo>
                    <a:pt x="1218" y="355"/>
                  </a:lnTo>
                  <a:lnTo>
                    <a:pt x="1220" y="353"/>
                  </a:lnTo>
                  <a:lnTo>
                    <a:pt x="1222" y="351"/>
                  </a:lnTo>
                  <a:lnTo>
                    <a:pt x="1223" y="349"/>
                  </a:lnTo>
                  <a:lnTo>
                    <a:pt x="1224" y="347"/>
                  </a:lnTo>
                  <a:lnTo>
                    <a:pt x="1225" y="345"/>
                  </a:lnTo>
                  <a:lnTo>
                    <a:pt x="1227" y="343"/>
                  </a:lnTo>
                  <a:lnTo>
                    <a:pt x="1230" y="343"/>
                  </a:lnTo>
                  <a:lnTo>
                    <a:pt x="1232" y="342"/>
                  </a:lnTo>
                  <a:lnTo>
                    <a:pt x="1234" y="342"/>
                  </a:lnTo>
                  <a:lnTo>
                    <a:pt x="1236" y="341"/>
                  </a:lnTo>
                  <a:lnTo>
                    <a:pt x="1239" y="341"/>
                  </a:lnTo>
                  <a:lnTo>
                    <a:pt x="1242" y="342"/>
                  </a:lnTo>
                  <a:lnTo>
                    <a:pt x="1244" y="343"/>
                  </a:lnTo>
                  <a:lnTo>
                    <a:pt x="1246" y="342"/>
                  </a:lnTo>
                  <a:lnTo>
                    <a:pt x="1249" y="340"/>
                  </a:lnTo>
                  <a:lnTo>
                    <a:pt x="1253" y="337"/>
                  </a:lnTo>
                  <a:lnTo>
                    <a:pt x="1257" y="336"/>
                  </a:lnTo>
                  <a:lnTo>
                    <a:pt x="1259" y="338"/>
                  </a:lnTo>
                  <a:lnTo>
                    <a:pt x="1261" y="341"/>
                  </a:lnTo>
                  <a:lnTo>
                    <a:pt x="1263" y="343"/>
                  </a:lnTo>
                  <a:lnTo>
                    <a:pt x="1265" y="345"/>
                  </a:lnTo>
                  <a:lnTo>
                    <a:pt x="1267" y="347"/>
                  </a:lnTo>
                  <a:lnTo>
                    <a:pt x="1269" y="348"/>
                  </a:lnTo>
                  <a:lnTo>
                    <a:pt x="1271" y="350"/>
                  </a:lnTo>
                  <a:lnTo>
                    <a:pt x="1272" y="352"/>
                  </a:lnTo>
                  <a:lnTo>
                    <a:pt x="1275" y="354"/>
                  </a:lnTo>
                  <a:lnTo>
                    <a:pt x="1278" y="355"/>
                  </a:lnTo>
                  <a:lnTo>
                    <a:pt x="1281" y="357"/>
                  </a:lnTo>
                  <a:lnTo>
                    <a:pt x="1281" y="359"/>
                  </a:lnTo>
                  <a:lnTo>
                    <a:pt x="1281" y="362"/>
                  </a:lnTo>
                  <a:close/>
                </a:path>
              </a:pathLst>
            </a:custGeom>
            <a:solidFill>
              <a:srgbClr val="DA9FC0">
                <a:alpha val="9600"/>
              </a:srgbClr>
            </a:solidFill>
            <a:ln>
              <a:noFill/>
            </a:ln>
          </p:spPr>
          <p:txBody>
            <a:bodyPr anchor="ctr"/>
            <a:lstStyle/>
            <a:p>
              <a:pPr algn="ctr">
                <a:buNone/>
              </a:pPr>
            </a:p>
          </p:txBody>
        </p:sp>
        <p:sp>
          <p:nvSpPr>
            <p:cNvPr id="7064" name="addition:input:63">
              <a:extLst>
                <a:ext uri="{FF2B5EF4-FFF2-40B4-BE49-F238E27FC236}">
                  <ns2:creationId id="{464D10AF-69AA-4711-8BBC-2B26E8BD02AF}"/>
                </a:ext>
              </a:extLst>
            </p:cNvPr>
            <p:cNvSpPr>
              <a:spLocks noGrp="1"/>
            </p:cNvSpPr>
            <p:nvPr/>
          </p:nvSpPr>
          <p:spPr>
            <a:xfrm>
              <a:off x="209550" y="5438775"/>
              <a:ext cx="2245035" cy="738561"/>
            </a:xfrm>
            <a:custGeom>
              <a:rect l="l" t="t" r="r" b="b"/>
              <a:pathLst>
                <a:path w="1364" h="394">
                  <a:moveTo>
                    <a:pt x="0" y="0"/>
                  </a:moveTo>
                  <a:moveTo>
                    <a:pt x="1359" y="360"/>
                  </a:moveTo>
                  <a:lnTo>
                    <a:pt x="1353" y="362"/>
                  </a:lnTo>
                  <a:lnTo>
                    <a:pt x="1347" y="365"/>
                  </a:lnTo>
                  <a:lnTo>
                    <a:pt x="1346" y="367"/>
                  </a:lnTo>
                  <a:lnTo>
                    <a:pt x="1346" y="370"/>
                  </a:lnTo>
                  <a:lnTo>
                    <a:pt x="1345" y="373"/>
                  </a:lnTo>
                  <a:lnTo>
                    <a:pt x="1343" y="375"/>
                  </a:lnTo>
                  <a:lnTo>
                    <a:pt x="1339" y="378"/>
                  </a:lnTo>
                  <a:lnTo>
                    <a:pt x="1337" y="380"/>
                  </a:lnTo>
                  <a:lnTo>
                    <a:pt x="1335" y="383"/>
                  </a:lnTo>
                  <a:lnTo>
                    <a:pt x="1332" y="386"/>
                  </a:lnTo>
                  <a:lnTo>
                    <a:pt x="1328" y="388"/>
                  </a:lnTo>
                  <a:lnTo>
                    <a:pt x="1324" y="388"/>
                  </a:lnTo>
                  <a:lnTo>
                    <a:pt x="1319" y="389"/>
                  </a:lnTo>
                  <a:lnTo>
                    <a:pt x="1316" y="391"/>
                  </a:lnTo>
                  <a:lnTo>
                    <a:pt x="1312" y="394"/>
                  </a:lnTo>
                  <a:lnTo>
                    <a:pt x="1308" y="394"/>
                  </a:lnTo>
                  <a:lnTo>
                    <a:pt x="1303" y="393"/>
                  </a:lnTo>
                  <a:lnTo>
                    <a:pt x="1299" y="389"/>
                  </a:lnTo>
                  <a:lnTo>
                    <a:pt x="1297" y="385"/>
                  </a:lnTo>
                  <a:lnTo>
                    <a:pt x="1294" y="385"/>
                  </a:lnTo>
                  <a:lnTo>
                    <a:pt x="1290" y="387"/>
                  </a:lnTo>
                  <a:lnTo>
                    <a:pt x="1285" y="389"/>
                  </a:lnTo>
                  <a:lnTo>
                    <a:pt x="1280" y="389"/>
                  </a:lnTo>
                  <a:lnTo>
                    <a:pt x="1277" y="388"/>
                  </a:lnTo>
                  <a:lnTo>
                    <a:pt x="1274" y="387"/>
                  </a:lnTo>
                  <a:lnTo>
                    <a:pt x="1270" y="385"/>
                  </a:lnTo>
                  <a:lnTo>
                    <a:pt x="1267" y="383"/>
                  </a:lnTo>
                  <a:lnTo>
                    <a:pt x="1266" y="380"/>
                  </a:lnTo>
                  <a:lnTo>
                    <a:pt x="1267" y="376"/>
                  </a:lnTo>
                  <a:lnTo>
                    <a:pt x="1268" y="372"/>
                  </a:lnTo>
                  <a:lnTo>
                    <a:pt x="1268" y="370"/>
                  </a:lnTo>
                  <a:lnTo>
                    <a:pt x="1264" y="368"/>
                  </a:lnTo>
                  <a:lnTo>
                    <a:pt x="1260" y="365"/>
                  </a:lnTo>
                  <a:lnTo>
                    <a:pt x="1259" y="363"/>
                  </a:lnTo>
                  <a:lnTo>
                    <a:pt x="1261" y="360"/>
                  </a:lnTo>
                  <a:lnTo>
                    <a:pt x="1263" y="357"/>
                  </a:lnTo>
                  <a:lnTo>
                    <a:pt x="1264" y="355"/>
                  </a:lnTo>
                  <a:lnTo>
                    <a:pt x="1261" y="351"/>
                  </a:lnTo>
                  <a:lnTo>
                    <a:pt x="1257" y="348"/>
                  </a:lnTo>
                  <a:lnTo>
                    <a:pt x="1255" y="344"/>
                  </a:lnTo>
                  <a:lnTo>
                    <a:pt x="1256" y="341"/>
                  </a:lnTo>
                  <a:lnTo>
                    <a:pt x="1260" y="339"/>
                  </a:lnTo>
                  <a:lnTo>
                    <a:pt x="1265" y="338"/>
                  </a:lnTo>
                  <a:lnTo>
                    <a:pt x="1268" y="337"/>
                  </a:lnTo>
                  <a:lnTo>
                    <a:pt x="1272" y="336"/>
                  </a:lnTo>
                  <a:lnTo>
                    <a:pt x="1277" y="336"/>
                  </a:lnTo>
                  <a:lnTo>
                    <a:pt x="1281" y="336"/>
                  </a:lnTo>
                  <a:lnTo>
                    <a:pt x="1284" y="335"/>
                  </a:lnTo>
                  <a:lnTo>
                    <a:pt x="1287" y="332"/>
                  </a:lnTo>
                  <a:lnTo>
                    <a:pt x="1289" y="328"/>
                  </a:lnTo>
                  <a:lnTo>
                    <a:pt x="1293" y="325"/>
                  </a:lnTo>
                  <a:lnTo>
                    <a:pt x="1299" y="324"/>
                  </a:lnTo>
                  <a:lnTo>
                    <a:pt x="1304" y="326"/>
                  </a:lnTo>
                  <a:lnTo>
                    <a:pt x="1308" y="328"/>
                  </a:lnTo>
                  <a:lnTo>
                    <a:pt x="1313" y="329"/>
                  </a:lnTo>
                  <a:lnTo>
                    <a:pt x="1318" y="329"/>
                  </a:lnTo>
                  <a:lnTo>
                    <a:pt x="1324" y="328"/>
                  </a:lnTo>
                  <a:lnTo>
                    <a:pt x="1328" y="330"/>
                  </a:lnTo>
                  <a:lnTo>
                    <a:pt x="1331" y="333"/>
                  </a:lnTo>
                  <a:lnTo>
                    <a:pt x="1334" y="336"/>
                  </a:lnTo>
                  <a:lnTo>
                    <a:pt x="1337" y="339"/>
                  </a:lnTo>
                  <a:lnTo>
                    <a:pt x="1340" y="340"/>
                  </a:lnTo>
                  <a:lnTo>
                    <a:pt x="1343" y="342"/>
                  </a:lnTo>
                  <a:lnTo>
                    <a:pt x="1345" y="345"/>
                  </a:lnTo>
                  <a:lnTo>
                    <a:pt x="1348" y="347"/>
                  </a:lnTo>
                  <a:lnTo>
                    <a:pt x="1352" y="349"/>
                  </a:lnTo>
                  <a:lnTo>
                    <a:pt x="1358" y="350"/>
                  </a:lnTo>
                  <a:lnTo>
                    <a:pt x="1363" y="353"/>
                  </a:lnTo>
                  <a:lnTo>
                    <a:pt x="1364" y="356"/>
                  </a:lnTo>
                  <a:close/>
                </a:path>
              </a:pathLst>
            </a:custGeom>
            <a:solidFill>
              <a:srgbClr val="DA9FC0">
                <a:alpha val="9600"/>
              </a:srgbClr>
            </a:solidFill>
            <a:ln>
              <a:noFill/>
            </a:ln>
          </p:spPr>
          <p:txBody>
            <a:bodyPr anchor="ctr"/>
            <a:lstStyle/>
            <a:p>
              <a:pPr algn="ctr">
                <a:buNone/>
              </a:pPr>
            </a:p>
          </p:txBody>
        </p:sp>
        <p:sp>
          <p:nvSpPr>
            <p:cNvPr id="7065" name="addition:input:64">
              <a:extLst>
                <a:ext uri="{FF2B5EF4-FFF2-40B4-BE49-F238E27FC236}">
                  <ns2:creationId id="{1E77A6F0-E2F9-4E11-B82D-94D2D00F54FE}"/>
                </a:ext>
              </a:extLst>
            </p:cNvPr>
            <p:cNvSpPr>
              <a:spLocks noGrp="1"/>
            </p:cNvSpPr>
            <p:nvPr/>
          </p:nvSpPr>
          <p:spPr>
            <a:xfrm>
              <a:off x="209550" y="5438775"/>
              <a:ext cx="2263140" cy="751683"/>
            </a:xfrm>
            <a:custGeom>
              <a:rect l="l" t="t" r="r" b="b"/>
              <a:pathLst>
                <a:path w="1375" h="401">
                  <a:moveTo>
                    <a:pt x="0" y="0"/>
                  </a:moveTo>
                  <a:moveTo>
                    <a:pt x="1371" y="354"/>
                  </a:moveTo>
                  <a:lnTo>
                    <a:pt x="1362" y="358"/>
                  </a:lnTo>
                  <a:lnTo>
                    <a:pt x="1354" y="361"/>
                  </a:lnTo>
                  <a:lnTo>
                    <a:pt x="1351" y="364"/>
                  </a:lnTo>
                  <a:lnTo>
                    <a:pt x="1351" y="368"/>
                  </a:lnTo>
                  <a:lnTo>
                    <a:pt x="1352" y="373"/>
                  </a:lnTo>
                  <a:lnTo>
                    <a:pt x="1352" y="377"/>
                  </a:lnTo>
                  <a:lnTo>
                    <a:pt x="1350" y="381"/>
                  </a:lnTo>
                  <a:lnTo>
                    <a:pt x="1349" y="386"/>
                  </a:lnTo>
                  <a:lnTo>
                    <a:pt x="1347" y="391"/>
                  </a:lnTo>
                  <a:lnTo>
                    <a:pt x="1343" y="395"/>
                  </a:lnTo>
                  <a:lnTo>
                    <a:pt x="1337" y="396"/>
                  </a:lnTo>
                  <a:lnTo>
                    <a:pt x="1329" y="395"/>
                  </a:lnTo>
                  <a:lnTo>
                    <a:pt x="1322" y="393"/>
                  </a:lnTo>
                  <a:lnTo>
                    <a:pt x="1318" y="393"/>
                  </a:lnTo>
                  <a:lnTo>
                    <a:pt x="1314" y="397"/>
                  </a:lnTo>
                  <a:lnTo>
                    <a:pt x="1310" y="400"/>
                  </a:lnTo>
                  <a:lnTo>
                    <a:pt x="1305" y="401"/>
                  </a:lnTo>
                  <a:lnTo>
                    <a:pt x="1300" y="398"/>
                  </a:lnTo>
                  <a:lnTo>
                    <a:pt x="1296" y="395"/>
                  </a:lnTo>
                  <a:lnTo>
                    <a:pt x="1292" y="394"/>
                  </a:lnTo>
                  <a:lnTo>
                    <a:pt x="1286" y="396"/>
                  </a:lnTo>
                  <a:lnTo>
                    <a:pt x="1280" y="398"/>
                  </a:lnTo>
                  <a:lnTo>
                    <a:pt x="1273" y="398"/>
                  </a:lnTo>
                  <a:lnTo>
                    <a:pt x="1268" y="396"/>
                  </a:lnTo>
                  <a:lnTo>
                    <a:pt x="1263" y="393"/>
                  </a:lnTo>
                  <a:lnTo>
                    <a:pt x="1258" y="390"/>
                  </a:lnTo>
                  <a:lnTo>
                    <a:pt x="1254" y="387"/>
                  </a:lnTo>
                  <a:lnTo>
                    <a:pt x="1252" y="382"/>
                  </a:lnTo>
                  <a:lnTo>
                    <a:pt x="1254" y="376"/>
                  </a:lnTo>
                  <a:lnTo>
                    <a:pt x="1257" y="371"/>
                  </a:lnTo>
                  <a:lnTo>
                    <a:pt x="1256" y="367"/>
                  </a:lnTo>
                  <a:lnTo>
                    <a:pt x="1250" y="365"/>
                  </a:lnTo>
                  <a:lnTo>
                    <a:pt x="1240" y="362"/>
                  </a:lnTo>
                  <a:lnTo>
                    <a:pt x="1233" y="358"/>
                  </a:lnTo>
                  <a:lnTo>
                    <a:pt x="1230" y="354"/>
                  </a:lnTo>
                  <a:lnTo>
                    <a:pt x="1232" y="350"/>
                  </a:lnTo>
                  <a:lnTo>
                    <a:pt x="1235" y="346"/>
                  </a:lnTo>
                  <a:lnTo>
                    <a:pt x="1235" y="342"/>
                  </a:lnTo>
                  <a:lnTo>
                    <a:pt x="1235" y="337"/>
                  </a:lnTo>
                  <a:lnTo>
                    <a:pt x="1236" y="333"/>
                  </a:lnTo>
                  <a:lnTo>
                    <a:pt x="1240" y="330"/>
                  </a:lnTo>
                  <a:lnTo>
                    <a:pt x="1245" y="327"/>
                  </a:lnTo>
                  <a:lnTo>
                    <a:pt x="1250" y="325"/>
                  </a:lnTo>
                  <a:lnTo>
                    <a:pt x="1254" y="322"/>
                  </a:lnTo>
                  <a:lnTo>
                    <a:pt x="1258" y="319"/>
                  </a:lnTo>
                  <a:lnTo>
                    <a:pt x="1264" y="318"/>
                  </a:lnTo>
                  <a:lnTo>
                    <a:pt x="1271" y="318"/>
                  </a:lnTo>
                  <a:lnTo>
                    <a:pt x="1277" y="317"/>
                  </a:lnTo>
                  <a:lnTo>
                    <a:pt x="1281" y="314"/>
                  </a:lnTo>
                  <a:lnTo>
                    <a:pt x="1285" y="307"/>
                  </a:lnTo>
                  <a:lnTo>
                    <a:pt x="1291" y="301"/>
                  </a:lnTo>
                  <a:lnTo>
                    <a:pt x="1299" y="299"/>
                  </a:lnTo>
                  <a:lnTo>
                    <a:pt x="1306" y="302"/>
                  </a:lnTo>
                  <a:lnTo>
                    <a:pt x="1313" y="307"/>
                  </a:lnTo>
                  <a:lnTo>
                    <a:pt x="1319" y="311"/>
                  </a:lnTo>
                  <a:lnTo>
                    <a:pt x="1324" y="313"/>
                  </a:lnTo>
                  <a:lnTo>
                    <a:pt x="1330" y="314"/>
                  </a:lnTo>
                  <a:lnTo>
                    <a:pt x="1335" y="316"/>
                  </a:lnTo>
                  <a:lnTo>
                    <a:pt x="1340" y="319"/>
                  </a:lnTo>
                  <a:lnTo>
                    <a:pt x="1344" y="321"/>
                  </a:lnTo>
                  <a:lnTo>
                    <a:pt x="1350" y="322"/>
                  </a:lnTo>
                  <a:lnTo>
                    <a:pt x="1357" y="323"/>
                  </a:lnTo>
                  <a:lnTo>
                    <a:pt x="1362" y="325"/>
                  </a:lnTo>
                  <a:lnTo>
                    <a:pt x="1364" y="330"/>
                  </a:lnTo>
                  <a:lnTo>
                    <a:pt x="1363" y="334"/>
                  </a:lnTo>
                  <a:lnTo>
                    <a:pt x="1364" y="338"/>
                  </a:lnTo>
                  <a:lnTo>
                    <a:pt x="1369" y="341"/>
                  </a:lnTo>
                  <a:lnTo>
                    <a:pt x="1374" y="345"/>
                  </a:lnTo>
                  <a:lnTo>
                    <a:pt x="1375" y="349"/>
                  </a:lnTo>
                  <a:close/>
                </a:path>
              </a:pathLst>
            </a:custGeom>
            <a:solidFill>
              <a:srgbClr val="CC79A7">
                <a:alpha val="11100"/>
              </a:srgbClr>
            </a:solidFill>
            <a:ln>
              <a:noFill/>
            </a:ln>
          </p:spPr>
          <p:txBody>
            <a:bodyPr anchor="ctr"/>
            <a:lstStyle/>
            <a:p>
              <a:pPr algn="ctr">
                <a:buNone/>
              </a:pPr>
            </a:p>
          </p:txBody>
        </p:sp>
        <p:sp>
          <p:nvSpPr>
            <p:cNvPr id="7066" name="addition:input:65">
              <a:extLst>
                <a:ext uri="{FF2B5EF4-FFF2-40B4-BE49-F238E27FC236}">
                  <ns2:creationId id="{DB3C055C-F6BF-4B75-B37B-782F3317E971}"/>
                </a:ext>
              </a:extLst>
            </p:cNvPr>
            <p:cNvSpPr>
              <a:spLocks noGrp="1"/>
            </p:cNvSpPr>
            <p:nvPr/>
          </p:nvSpPr>
          <p:spPr>
            <a:xfrm>
              <a:off x="209550" y="5438775"/>
              <a:ext cx="2156155" cy="686074"/>
            </a:xfrm>
            <a:custGeom>
              <a:rect l="l" t="t" r="r" b="b"/>
              <a:pathLst>
                <a:path w="1310" h="366">
                  <a:moveTo>
                    <a:pt x="0" y="0"/>
                  </a:moveTo>
                  <a:moveTo>
                    <a:pt x="1309" y="341"/>
                  </a:moveTo>
                  <a:lnTo>
                    <a:pt x="1310" y="344"/>
                  </a:lnTo>
                  <a:lnTo>
                    <a:pt x="1309" y="346"/>
                  </a:lnTo>
                  <a:lnTo>
                    <a:pt x="1309" y="348"/>
                  </a:lnTo>
                  <a:lnTo>
                    <a:pt x="1308" y="350"/>
                  </a:lnTo>
                  <a:lnTo>
                    <a:pt x="1306" y="352"/>
                  </a:lnTo>
                  <a:lnTo>
                    <a:pt x="1303" y="353"/>
                  </a:lnTo>
                  <a:lnTo>
                    <a:pt x="1298" y="353"/>
                  </a:lnTo>
                  <a:lnTo>
                    <a:pt x="1295" y="354"/>
                  </a:lnTo>
                  <a:lnTo>
                    <a:pt x="1293" y="355"/>
                  </a:lnTo>
                  <a:lnTo>
                    <a:pt x="1293" y="358"/>
                  </a:lnTo>
                  <a:lnTo>
                    <a:pt x="1293" y="362"/>
                  </a:lnTo>
                  <a:lnTo>
                    <a:pt x="1291" y="364"/>
                  </a:lnTo>
                  <a:lnTo>
                    <a:pt x="1288" y="365"/>
                  </a:lnTo>
                  <a:lnTo>
                    <a:pt x="1284" y="365"/>
                  </a:lnTo>
                  <a:lnTo>
                    <a:pt x="1281" y="365"/>
                  </a:lnTo>
                  <a:lnTo>
                    <a:pt x="1278" y="365"/>
                  </a:lnTo>
                  <a:lnTo>
                    <a:pt x="1275" y="366"/>
                  </a:lnTo>
                  <a:lnTo>
                    <a:pt x="1272" y="365"/>
                  </a:lnTo>
                  <a:lnTo>
                    <a:pt x="1269" y="364"/>
                  </a:lnTo>
                  <a:lnTo>
                    <a:pt x="1266" y="363"/>
                  </a:lnTo>
                  <a:lnTo>
                    <a:pt x="1264" y="363"/>
                  </a:lnTo>
                  <a:lnTo>
                    <a:pt x="1261" y="362"/>
                  </a:lnTo>
                  <a:lnTo>
                    <a:pt x="1259" y="361"/>
                  </a:lnTo>
                  <a:lnTo>
                    <a:pt x="1258" y="359"/>
                  </a:lnTo>
                  <a:lnTo>
                    <a:pt x="1257" y="357"/>
                  </a:lnTo>
                  <a:lnTo>
                    <a:pt x="1255" y="356"/>
                  </a:lnTo>
                  <a:lnTo>
                    <a:pt x="1252" y="356"/>
                  </a:lnTo>
                  <a:lnTo>
                    <a:pt x="1248" y="357"/>
                  </a:lnTo>
                  <a:lnTo>
                    <a:pt x="1244" y="356"/>
                  </a:lnTo>
                  <a:lnTo>
                    <a:pt x="1244" y="353"/>
                  </a:lnTo>
                  <a:lnTo>
                    <a:pt x="1245" y="350"/>
                  </a:lnTo>
                  <a:lnTo>
                    <a:pt x="1248" y="347"/>
                  </a:lnTo>
                  <a:lnTo>
                    <a:pt x="1249" y="345"/>
                  </a:lnTo>
                  <a:lnTo>
                    <a:pt x="1249" y="343"/>
                  </a:lnTo>
                  <a:lnTo>
                    <a:pt x="1250" y="341"/>
                  </a:lnTo>
                  <a:lnTo>
                    <a:pt x="1250" y="339"/>
                  </a:lnTo>
                  <a:lnTo>
                    <a:pt x="1251" y="338"/>
                  </a:lnTo>
                  <a:lnTo>
                    <a:pt x="1250" y="335"/>
                  </a:lnTo>
                  <a:lnTo>
                    <a:pt x="1249" y="333"/>
                  </a:lnTo>
                  <a:lnTo>
                    <a:pt x="1249" y="330"/>
                  </a:lnTo>
                  <a:lnTo>
                    <a:pt x="1250" y="328"/>
                  </a:lnTo>
                  <a:lnTo>
                    <a:pt x="1252" y="327"/>
                  </a:lnTo>
                  <a:lnTo>
                    <a:pt x="1255" y="326"/>
                  </a:lnTo>
                  <a:lnTo>
                    <a:pt x="1256" y="325"/>
                  </a:lnTo>
                  <a:lnTo>
                    <a:pt x="1256" y="322"/>
                  </a:lnTo>
                  <a:lnTo>
                    <a:pt x="1257" y="320"/>
                  </a:lnTo>
                  <a:lnTo>
                    <a:pt x="1260" y="319"/>
                  </a:lnTo>
                  <a:lnTo>
                    <a:pt x="1263" y="320"/>
                  </a:lnTo>
                  <a:lnTo>
                    <a:pt x="1266" y="321"/>
                  </a:lnTo>
                  <a:lnTo>
                    <a:pt x="1268" y="322"/>
                  </a:lnTo>
                  <a:lnTo>
                    <a:pt x="1270" y="321"/>
                  </a:lnTo>
                  <a:lnTo>
                    <a:pt x="1272" y="320"/>
                  </a:lnTo>
                  <a:lnTo>
                    <a:pt x="1274" y="319"/>
                  </a:lnTo>
                  <a:lnTo>
                    <a:pt x="1277" y="318"/>
                  </a:lnTo>
                  <a:lnTo>
                    <a:pt x="1280" y="318"/>
                  </a:lnTo>
                  <a:lnTo>
                    <a:pt x="1283" y="317"/>
                  </a:lnTo>
                  <a:lnTo>
                    <a:pt x="1286" y="317"/>
                  </a:lnTo>
                  <a:lnTo>
                    <a:pt x="1289" y="318"/>
                  </a:lnTo>
                  <a:lnTo>
                    <a:pt x="1291" y="321"/>
                  </a:lnTo>
                  <a:lnTo>
                    <a:pt x="1291" y="324"/>
                  </a:lnTo>
                  <a:lnTo>
                    <a:pt x="1292" y="326"/>
                  </a:lnTo>
                  <a:lnTo>
                    <a:pt x="1294" y="327"/>
                  </a:lnTo>
                  <a:lnTo>
                    <a:pt x="1298" y="328"/>
                  </a:lnTo>
                  <a:lnTo>
                    <a:pt x="1301" y="329"/>
                  </a:lnTo>
                  <a:lnTo>
                    <a:pt x="1302" y="331"/>
                  </a:lnTo>
                  <a:lnTo>
                    <a:pt x="1302" y="334"/>
                  </a:lnTo>
                  <a:lnTo>
                    <a:pt x="1302" y="336"/>
                  </a:lnTo>
                  <a:lnTo>
                    <a:pt x="1304" y="337"/>
                  </a:lnTo>
                  <a:lnTo>
                    <a:pt x="1307" y="339"/>
                  </a:lnTo>
                  <a:close/>
                </a:path>
              </a:pathLst>
            </a:custGeom>
            <a:solidFill>
              <a:srgbClr val="CC79A7">
                <a:alpha val="10800"/>
              </a:srgbClr>
            </a:solidFill>
            <a:ln>
              <a:noFill/>
            </a:ln>
          </p:spPr>
          <p:txBody>
            <a:bodyPr anchor="ctr"/>
            <a:lstStyle/>
            <a:p>
              <a:pPr algn="ctr">
                <a:buNone/>
              </a:pPr>
            </a:p>
          </p:txBody>
        </p:sp>
        <p:sp>
          <p:nvSpPr>
            <p:cNvPr id="7067" name="addition:input:66">
              <a:extLst>
                <a:ext uri="{FF2B5EF4-FFF2-40B4-BE49-F238E27FC236}">
                  <ns2:creationId id="{CA2674A5-D52A-4AFD-94BB-7ADCE5E570DA}"/>
                </a:ext>
              </a:extLst>
            </p:cNvPr>
            <p:cNvSpPr>
              <a:spLocks noGrp="1"/>
            </p:cNvSpPr>
            <p:nvPr/>
          </p:nvSpPr>
          <p:spPr>
            <a:xfrm>
              <a:off x="209550" y="5438775"/>
              <a:ext cx="2207179" cy="661706"/>
            </a:xfrm>
            <a:custGeom>
              <a:rect l="l" t="t" r="r" b="b"/>
              <a:pathLst>
                <a:path w="1341" h="353">
                  <a:moveTo>
                    <a:pt x="0" y="0"/>
                  </a:moveTo>
                  <a:moveTo>
                    <a:pt x="1339" y="334"/>
                  </a:moveTo>
                  <a:lnTo>
                    <a:pt x="1337" y="336"/>
                  </a:lnTo>
                  <a:lnTo>
                    <a:pt x="1336" y="337"/>
                  </a:lnTo>
                  <a:lnTo>
                    <a:pt x="1337" y="338"/>
                  </a:lnTo>
                  <a:lnTo>
                    <a:pt x="1339" y="341"/>
                  </a:lnTo>
                  <a:lnTo>
                    <a:pt x="1341" y="343"/>
                  </a:lnTo>
                  <a:lnTo>
                    <a:pt x="1341" y="345"/>
                  </a:lnTo>
                  <a:lnTo>
                    <a:pt x="1339" y="346"/>
                  </a:lnTo>
                  <a:lnTo>
                    <a:pt x="1337" y="347"/>
                  </a:lnTo>
                  <a:lnTo>
                    <a:pt x="1335" y="347"/>
                  </a:lnTo>
                  <a:lnTo>
                    <a:pt x="1333" y="348"/>
                  </a:lnTo>
                  <a:lnTo>
                    <a:pt x="1331" y="348"/>
                  </a:lnTo>
                  <a:lnTo>
                    <a:pt x="1329" y="348"/>
                  </a:lnTo>
                  <a:lnTo>
                    <a:pt x="1327" y="348"/>
                  </a:lnTo>
                  <a:lnTo>
                    <a:pt x="1326" y="349"/>
                  </a:lnTo>
                  <a:lnTo>
                    <a:pt x="1325" y="351"/>
                  </a:lnTo>
                  <a:lnTo>
                    <a:pt x="1323" y="352"/>
                  </a:lnTo>
                  <a:lnTo>
                    <a:pt x="1321" y="353"/>
                  </a:lnTo>
                  <a:lnTo>
                    <a:pt x="1319" y="352"/>
                  </a:lnTo>
                  <a:lnTo>
                    <a:pt x="1317" y="351"/>
                  </a:lnTo>
                  <a:lnTo>
                    <a:pt x="1314" y="351"/>
                  </a:lnTo>
                  <a:lnTo>
                    <a:pt x="1312" y="352"/>
                  </a:lnTo>
                  <a:lnTo>
                    <a:pt x="1309" y="352"/>
                  </a:lnTo>
                  <a:lnTo>
                    <a:pt x="1306" y="352"/>
                  </a:lnTo>
                  <a:lnTo>
                    <a:pt x="1304" y="350"/>
                  </a:lnTo>
                  <a:lnTo>
                    <a:pt x="1304" y="348"/>
                  </a:lnTo>
                  <a:lnTo>
                    <a:pt x="1303" y="346"/>
                  </a:lnTo>
                  <a:lnTo>
                    <a:pt x="1302" y="345"/>
                  </a:lnTo>
                  <a:lnTo>
                    <a:pt x="1300" y="344"/>
                  </a:lnTo>
                  <a:lnTo>
                    <a:pt x="1299" y="342"/>
                  </a:lnTo>
                  <a:lnTo>
                    <a:pt x="1297" y="341"/>
                  </a:lnTo>
                  <a:lnTo>
                    <a:pt x="1295" y="340"/>
                  </a:lnTo>
                  <a:lnTo>
                    <a:pt x="1292" y="339"/>
                  </a:lnTo>
                  <a:lnTo>
                    <a:pt x="1289" y="338"/>
                  </a:lnTo>
                  <a:lnTo>
                    <a:pt x="1288" y="336"/>
                  </a:lnTo>
                  <a:lnTo>
                    <a:pt x="1289" y="334"/>
                  </a:lnTo>
                  <a:lnTo>
                    <a:pt x="1292" y="333"/>
                  </a:lnTo>
                  <a:lnTo>
                    <a:pt x="1294" y="331"/>
                  </a:lnTo>
                  <a:lnTo>
                    <a:pt x="1295" y="330"/>
                  </a:lnTo>
                  <a:lnTo>
                    <a:pt x="1295" y="328"/>
                  </a:lnTo>
                  <a:lnTo>
                    <a:pt x="1295" y="326"/>
                  </a:lnTo>
                  <a:lnTo>
                    <a:pt x="1297" y="325"/>
                  </a:lnTo>
                  <a:lnTo>
                    <a:pt x="1299" y="324"/>
                  </a:lnTo>
                  <a:lnTo>
                    <a:pt x="1301" y="324"/>
                  </a:lnTo>
                  <a:lnTo>
                    <a:pt x="1303" y="323"/>
                  </a:lnTo>
                  <a:lnTo>
                    <a:pt x="1304" y="321"/>
                  </a:lnTo>
                  <a:lnTo>
                    <a:pt x="1305" y="319"/>
                  </a:lnTo>
                  <a:lnTo>
                    <a:pt x="1307" y="318"/>
                  </a:lnTo>
                  <a:lnTo>
                    <a:pt x="1310" y="317"/>
                  </a:lnTo>
                  <a:lnTo>
                    <a:pt x="1312" y="316"/>
                  </a:lnTo>
                  <a:lnTo>
                    <a:pt x="1314" y="315"/>
                  </a:lnTo>
                  <a:lnTo>
                    <a:pt x="1316" y="314"/>
                  </a:lnTo>
                  <a:lnTo>
                    <a:pt x="1319" y="315"/>
                  </a:lnTo>
                  <a:lnTo>
                    <a:pt x="1321" y="317"/>
                  </a:lnTo>
                  <a:lnTo>
                    <a:pt x="1322" y="319"/>
                  </a:lnTo>
                  <a:lnTo>
                    <a:pt x="1324" y="320"/>
                  </a:lnTo>
                  <a:lnTo>
                    <a:pt x="1326" y="320"/>
                  </a:lnTo>
                  <a:lnTo>
                    <a:pt x="1328" y="319"/>
                  </a:lnTo>
                  <a:lnTo>
                    <a:pt x="1331" y="318"/>
                  </a:lnTo>
                  <a:lnTo>
                    <a:pt x="1332" y="319"/>
                  </a:lnTo>
                  <a:lnTo>
                    <a:pt x="1334" y="320"/>
                  </a:lnTo>
                  <a:lnTo>
                    <a:pt x="1335" y="321"/>
                  </a:lnTo>
                  <a:lnTo>
                    <a:pt x="1337" y="322"/>
                  </a:lnTo>
                  <a:lnTo>
                    <a:pt x="1338" y="323"/>
                  </a:lnTo>
                  <a:lnTo>
                    <a:pt x="1339" y="325"/>
                  </a:lnTo>
                  <a:lnTo>
                    <a:pt x="1338" y="326"/>
                  </a:lnTo>
                  <a:lnTo>
                    <a:pt x="1338" y="328"/>
                  </a:lnTo>
                  <a:lnTo>
                    <a:pt x="1339" y="330"/>
                  </a:lnTo>
                  <a:lnTo>
                    <a:pt x="1340" y="331"/>
                  </a:lnTo>
                  <a:lnTo>
                    <a:pt x="1340" y="333"/>
                  </a:lnTo>
                  <a:close/>
                </a:path>
              </a:pathLst>
            </a:custGeom>
            <a:solidFill>
              <a:srgbClr val="CC79A7">
                <a:alpha val="10800"/>
              </a:srgbClr>
            </a:solidFill>
            <a:ln>
              <a:noFill/>
            </a:ln>
          </p:spPr>
          <p:txBody>
            <a:bodyPr anchor="ctr"/>
            <a:lstStyle/>
            <a:p>
              <a:pPr algn="ctr">
                <a:buNone/>
              </a:pPr>
            </a:p>
          </p:txBody>
        </p:sp>
        <p:sp>
          <p:nvSpPr>
            <p:cNvPr id="7068" name="addition:input:67">
              <a:extLst>
                <a:ext uri="{FF2B5EF4-FFF2-40B4-BE49-F238E27FC236}">
                  <ns2:creationId id="{13508809-7CBC-49E0-AD0B-7205196A5E08}"/>
                </a:ext>
              </a:extLst>
            </p:cNvPr>
            <p:cNvSpPr>
              <a:spLocks noGrp="1"/>
            </p:cNvSpPr>
            <p:nvPr/>
          </p:nvSpPr>
          <p:spPr>
            <a:xfrm>
              <a:off x="209550" y="5438775"/>
              <a:ext cx="2261494" cy="731063"/>
            </a:xfrm>
            <a:custGeom>
              <a:rect l="l" t="t" r="r" b="b"/>
              <a:pathLst>
                <a:path w="1374" h="390">
                  <a:moveTo>
                    <a:pt x="0" y="0"/>
                  </a:moveTo>
                  <a:moveTo>
                    <a:pt x="1367" y="365"/>
                  </a:moveTo>
                  <a:lnTo>
                    <a:pt x="1366" y="367"/>
                  </a:lnTo>
                  <a:lnTo>
                    <a:pt x="1365" y="369"/>
                  </a:lnTo>
                  <a:lnTo>
                    <a:pt x="1364" y="371"/>
                  </a:lnTo>
                  <a:lnTo>
                    <a:pt x="1362" y="373"/>
                  </a:lnTo>
                  <a:lnTo>
                    <a:pt x="1362" y="375"/>
                  </a:lnTo>
                  <a:lnTo>
                    <a:pt x="1362" y="377"/>
                  </a:lnTo>
                  <a:lnTo>
                    <a:pt x="1362" y="380"/>
                  </a:lnTo>
                  <a:lnTo>
                    <a:pt x="1360" y="382"/>
                  </a:lnTo>
                  <a:lnTo>
                    <a:pt x="1357" y="382"/>
                  </a:lnTo>
                  <a:lnTo>
                    <a:pt x="1354" y="383"/>
                  </a:lnTo>
                  <a:lnTo>
                    <a:pt x="1352" y="385"/>
                  </a:lnTo>
                  <a:lnTo>
                    <a:pt x="1351" y="387"/>
                  </a:lnTo>
                  <a:lnTo>
                    <a:pt x="1349" y="390"/>
                  </a:lnTo>
                  <a:lnTo>
                    <a:pt x="1346" y="390"/>
                  </a:lnTo>
                  <a:lnTo>
                    <a:pt x="1343" y="388"/>
                  </a:lnTo>
                  <a:lnTo>
                    <a:pt x="1340" y="386"/>
                  </a:lnTo>
                  <a:lnTo>
                    <a:pt x="1337" y="385"/>
                  </a:lnTo>
                  <a:lnTo>
                    <a:pt x="1335" y="385"/>
                  </a:lnTo>
                  <a:lnTo>
                    <a:pt x="1333" y="386"/>
                  </a:lnTo>
                  <a:lnTo>
                    <a:pt x="1331" y="387"/>
                  </a:lnTo>
                  <a:lnTo>
                    <a:pt x="1328" y="387"/>
                  </a:lnTo>
                  <a:lnTo>
                    <a:pt x="1326" y="387"/>
                  </a:lnTo>
                  <a:lnTo>
                    <a:pt x="1322" y="388"/>
                  </a:lnTo>
                  <a:lnTo>
                    <a:pt x="1319" y="388"/>
                  </a:lnTo>
                  <a:lnTo>
                    <a:pt x="1316" y="386"/>
                  </a:lnTo>
                  <a:lnTo>
                    <a:pt x="1316" y="383"/>
                  </a:lnTo>
                  <a:lnTo>
                    <a:pt x="1316" y="380"/>
                  </a:lnTo>
                  <a:lnTo>
                    <a:pt x="1316" y="378"/>
                  </a:lnTo>
                  <a:lnTo>
                    <a:pt x="1314" y="376"/>
                  </a:lnTo>
                  <a:lnTo>
                    <a:pt x="1311" y="375"/>
                  </a:lnTo>
                  <a:lnTo>
                    <a:pt x="1308" y="374"/>
                  </a:lnTo>
                  <a:lnTo>
                    <a:pt x="1308" y="371"/>
                  </a:lnTo>
                  <a:lnTo>
                    <a:pt x="1309" y="369"/>
                  </a:lnTo>
                  <a:lnTo>
                    <a:pt x="1309" y="367"/>
                  </a:lnTo>
                  <a:lnTo>
                    <a:pt x="1308" y="365"/>
                  </a:lnTo>
                  <a:lnTo>
                    <a:pt x="1305" y="363"/>
                  </a:lnTo>
                  <a:lnTo>
                    <a:pt x="1303" y="361"/>
                  </a:lnTo>
                  <a:lnTo>
                    <a:pt x="1303" y="359"/>
                  </a:lnTo>
                  <a:lnTo>
                    <a:pt x="1303" y="356"/>
                  </a:lnTo>
                  <a:lnTo>
                    <a:pt x="1304" y="354"/>
                  </a:lnTo>
                  <a:lnTo>
                    <a:pt x="1305" y="352"/>
                  </a:lnTo>
                  <a:lnTo>
                    <a:pt x="1307" y="350"/>
                  </a:lnTo>
                  <a:lnTo>
                    <a:pt x="1310" y="350"/>
                  </a:lnTo>
                  <a:lnTo>
                    <a:pt x="1315" y="350"/>
                  </a:lnTo>
                  <a:lnTo>
                    <a:pt x="1318" y="351"/>
                  </a:lnTo>
                  <a:lnTo>
                    <a:pt x="1320" y="349"/>
                  </a:lnTo>
                  <a:lnTo>
                    <a:pt x="1321" y="346"/>
                  </a:lnTo>
                  <a:lnTo>
                    <a:pt x="1322" y="343"/>
                  </a:lnTo>
                  <a:lnTo>
                    <a:pt x="1324" y="341"/>
                  </a:lnTo>
                  <a:lnTo>
                    <a:pt x="1328" y="341"/>
                  </a:lnTo>
                  <a:lnTo>
                    <a:pt x="1331" y="341"/>
                  </a:lnTo>
                  <a:lnTo>
                    <a:pt x="1335" y="342"/>
                  </a:lnTo>
                  <a:lnTo>
                    <a:pt x="1338" y="341"/>
                  </a:lnTo>
                  <a:lnTo>
                    <a:pt x="1342" y="341"/>
                  </a:lnTo>
                  <a:lnTo>
                    <a:pt x="1345" y="342"/>
                  </a:lnTo>
                  <a:lnTo>
                    <a:pt x="1348" y="343"/>
                  </a:lnTo>
                  <a:lnTo>
                    <a:pt x="1351" y="345"/>
                  </a:lnTo>
                  <a:lnTo>
                    <a:pt x="1353" y="345"/>
                  </a:lnTo>
                  <a:lnTo>
                    <a:pt x="1356" y="346"/>
                  </a:lnTo>
                  <a:lnTo>
                    <a:pt x="1358" y="348"/>
                  </a:lnTo>
                  <a:lnTo>
                    <a:pt x="1359" y="350"/>
                  </a:lnTo>
                  <a:lnTo>
                    <a:pt x="1360" y="352"/>
                  </a:lnTo>
                  <a:lnTo>
                    <a:pt x="1362" y="353"/>
                  </a:lnTo>
                  <a:lnTo>
                    <a:pt x="1366" y="354"/>
                  </a:lnTo>
                  <a:lnTo>
                    <a:pt x="1371" y="354"/>
                  </a:lnTo>
                  <a:lnTo>
                    <a:pt x="1374" y="356"/>
                  </a:lnTo>
                  <a:lnTo>
                    <a:pt x="1374" y="358"/>
                  </a:lnTo>
                  <a:lnTo>
                    <a:pt x="1372" y="361"/>
                  </a:lnTo>
                  <a:lnTo>
                    <a:pt x="1369" y="363"/>
                  </a:lnTo>
                  <a:close/>
                </a:path>
              </a:pathLst>
            </a:custGeom>
            <a:solidFill>
              <a:srgbClr val="CC79A7">
                <a:alpha val="10800"/>
              </a:srgbClr>
            </a:solidFill>
            <a:ln>
              <a:noFill/>
            </a:ln>
          </p:spPr>
          <p:txBody>
            <a:bodyPr anchor="ctr"/>
            <a:lstStyle/>
            <a:p>
              <a:pPr algn="ctr">
                <a:buNone/>
              </a:pPr>
            </a:p>
          </p:txBody>
        </p:sp>
        <p:sp>
          <p:nvSpPr>
            <p:cNvPr id="7069" name="addition:input:68">
              <a:extLst>
                <a:ext uri="{FF2B5EF4-FFF2-40B4-BE49-F238E27FC236}">
                  <ns2:creationId id="{606DB0F6-863A-462B-B727-7AF2469CAFAB}"/>
                </a:ext>
              </a:extLst>
            </p:cNvPr>
            <p:cNvSpPr>
              <a:spLocks noGrp="1"/>
            </p:cNvSpPr>
            <p:nvPr/>
          </p:nvSpPr>
          <p:spPr>
            <a:xfrm>
              <a:off x="209550" y="5438775"/>
              <a:ext cx="2177552" cy="749808"/>
            </a:xfrm>
            <a:custGeom>
              <a:rect l="l" t="t" r="r" b="b"/>
              <a:pathLst>
                <a:path w="1323" h="400">
                  <a:moveTo>
                    <a:pt x="0" y="0"/>
                  </a:moveTo>
                  <a:moveTo>
                    <a:pt x="1317" y="379"/>
                  </a:moveTo>
                  <a:lnTo>
                    <a:pt x="1314" y="380"/>
                  </a:lnTo>
                  <a:lnTo>
                    <a:pt x="1314" y="382"/>
                  </a:lnTo>
                  <a:lnTo>
                    <a:pt x="1315" y="384"/>
                  </a:lnTo>
                  <a:lnTo>
                    <a:pt x="1317" y="386"/>
                  </a:lnTo>
                  <a:lnTo>
                    <a:pt x="1316" y="388"/>
                  </a:lnTo>
                  <a:lnTo>
                    <a:pt x="1314" y="389"/>
                  </a:lnTo>
                  <a:lnTo>
                    <a:pt x="1312" y="390"/>
                  </a:lnTo>
                  <a:lnTo>
                    <a:pt x="1311" y="392"/>
                  </a:lnTo>
                  <a:lnTo>
                    <a:pt x="1310" y="393"/>
                  </a:lnTo>
                  <a:lnTo>
                    <a:pt x="1309" y="395"/>
                  </a:lnTo>
                  <a:lnTo>
                    <a:pt x="1307" y="397"/>
                  </a:lnTo>
                  <a:lnTo>
                    <a:pt x="1304" y="397"/>
                  </a:lnTo>
                  <a:lnTo>
                    <a:pt x="1302" y="397"/>
                  </a:lnTo>
                  <a:lnTo>
                    <a:pt x="1300" y="398"/>
                  </a:lnTo>
                  <a:lnTo>
                    <a:pt x="1298" y="398"/>
                  </a:lnTo>
                  <a:lnTo>
                    <a:pt x="1296" y="398"/>
                  </a:lnTo>
                  <a:lnTo>
                    <a:pt x="1294" y="396"/>
                  </a:lnTo>
                  <a:lnTo>
                    <a:pt x="1292" y="395"/>
                  </a:lnTo>
                  <a:lnTo>
                    <a:pt x="1290" y="395"/>
                  </a:lnTo>
                  <a:lnTo>
                    <a:pt x="1288" y="397"/>
                  </a:lnTo>
                  <a:lnTo>
                    <a:pt x="1285" y="399"/>
                  </a:lnTo>
                  <a:lnTo>
                    <a:pt x="1281" y="400"/>
                  </a:lnTo>
                  <a:lnTo>
                    <a:pt x="1279" y="399"/>
                  </a:lnTo>
                  <a:lnTo>
                    <a:pt x="1277" y="397"/>
                  </a:lnTo>
                  <a:lnTo>
                    <a:pt x="1277" y="394"/>
                  </a:lnTo>
                  <a:lnTo>
                    <a:pt x="1275" y="393"/>
                  </a:lnTo>
                  <a:lnTo>
                    <a:pt x="1273" y="392"/>
                  </a:lnTo>
                  <a:lnTo>
                    <a:pt x="1272" y="390"/>
                  </a:lnTo>
                  <a:lnTo>
                    <a:pt x="1271" y="388"/>
                  </a:lnTo>
                  <a:lnTo>
                    <a:pt x="1270" y="387"/>
                  </a:lnTo>
                  <a:lnTo>
                    <a:pt x="1269" y="385"/>
                  </a:lnTo>
                  <a:lnTo>
                    <a:pt x="1267" y="384"/>
                  </a:lnTo>
                  <a:lnTo>
                    <a:pt x="1265" y="382"/>
                  </a:lnTo>
                  <a:lnTo>
                    <a:pt x="1264" y="380"/>
                  </a:lnTo>
                  <a:lnTo>
                    <a:pt x="1265" y="379"/>
                  </a:lnTo>
                  <a:lnTo>
                    <a:pt x="1265" y="377"/>
                  </a:lnTo>
                  <a:lnTo>
                    <a:pt x="1263" y="375"/>
                  </a:lnTo>
                  <a:lnTo>
                    <a:pt x="1261" y="373"/>
                  </a:lnTo>
                  <a:lnTo>
                    <a:pt x="1260" y="371"/>
                  </a:lnTo>
                  <a:lnTo>
                    <a:pt x="1261" y="369"/>
                  </a:lnTo>
                  <a:lnTo>
                    <a:pt x="1265" y="368"/>
                  </a:lnTo>
                  <a:lnTo>
                    <a:pt x="1269" y="368"/>
                  </a:lnTo>
                  <a:lnTo>
                    <a:pt x="1272" y="367"/>
                  </a:lnTo>
                  <a:lnTo>
                    <a:pt x="1273" y="366"/>
                  </a:lnTo>
                  <a:lnTo>
                    <a:pt x="1275" y="365"/>
                  </a:lnTo>
                  <a:lnTo>
                    <a:pt x="1276" y="363"/>
                  </a:lnTo>
                  <a:lnTo>
                    <a:pt x="1278" y="362"/>
                  </a:lnTo>
                  <a:lnTo>
                    <a:pt x="1280" y="361"/>
                  </a:lnTo>
                  <a:lnTo>
                    <a:pt x="1282" y="359"/>
                  </a:lnTo>
                  <a:lnTo>
                    <a:pt x="1285" y="357"/>
                  </a:lnTo>
                  <a:lnTo>
                    <a:pt x="1288" y="356"/>
                  </a:lnTo>
                  <a:lnTo>
                    <a:pt x="1291" y="357"/>
                  </a:lnTo>
                  <a:lnTo>
                    <a:pt x="1294" y="359"/>
                  </a:lnTo>
                  <a:lnTo>
                    <a:pt x="1297" y="360"/>
                  </a:lnTo>
                  <a:lnTo>
                    <a:pt x="1300" y="360"/>
                  </a:lnTo>
                  <a:lnTo>
                    <a:pt x="1303" y="359"/>
                  </a:lnTo>
                  <a:lnTo>
                    <a:pt x="1305" y="360"/>
                  </a:lnTo>
                  <a:lnTo>
                    <a:pt x="1307" y="361"/>
                  </a:lnTo>
                  <a:lnTo>
                    <a:pt x="1308" y="364"/>
                  </a:lnTo>
                  <a:lnTo>
                    <a:pt x="1309" y="365"/>
                  </a:lnTo>
                  <a:lnTo>
                    <a:pt x="1311" y="366"/>
                  </a:lnTo>
                  <a:lnTo>
                    <a:pt x="1314" y="366"/>
                  </a:lnTo>
                  <a:lnTo>
                    <a:pt x="1317" y="367"/>
                  </a:lnTo>
                  <a:lnTo>
                    <a:pt x="1319" y="368"/>
                  </a:lnTo>
                  <a:lnTo>
                    <a:pt x="1320" y="369"/>
                  </a:lnTo>
                  <a:lnTo>
                    <a:pt x="1322" y="371"/>
                  </a:lnTo>
                  <a:lnTo>
                    <a:pt x="1323" y="373"/>
                  </a:lnTo>
                  <a:lnTo>
                    <a:pt x="1323" y="375"/>
                  </a:lnTo>
                  <a:lnTo>
                    <a:pt x="1321" y="377"/>
                  </a:lnTo>
                  <a:close/>
                </a:path>
              </a:pathLst>
            </a:custGeom>
            <a:solidFill>
              <a:srgbClr val="CC79A7">
                <a:alpha val="10800"/>
              </a:srgbClr>
            </a:solidFill>
            <a:ln>
              <a:noFill/>
            </a:ln>
          </p:spPr>
          <p:txBody>
            <a:bodyPr anchor="ctr"/>
            <a:lstStyle/>
            <a:p>
              <a:pPr algn="ctr">
                <a:buNone/>
              </a:pPr>
            </a:p>
          </p:txBody>
        </p:sp>
        <p:sp>
          <p:nvSpPr>
            <p:cNvPr id="7070" name="addition:input:69">
              <a:extLst>
                <a:ext uri="{FF2B5EF4-FFF2-40B4-BE49-F238E27FC236}">
                  <ns2:creationId id="{A04D3A4C-0EF1-43DA-BB6E-E156D3A2180A}"/>
                </a:ext>
              </a:extLst>
            </p:cNvPr>
            <p:cNvSpPr>
              <a:spLocks noGrp="1"/>
            </p:cNvSpPr>
            <p:nvPr/>
          </p:nvSpPr>
          <p:spPr>
            <a:xfrm>
              <a:off x="209550" y="5438775"/>
              <a:ext cx="1107704" cy="1085347"/>
            </a:xfrm>
            <a:custGeom>
              <a:rect l="l" t="t" r="r" b="b"/>
              <a:pathLst>
                <a:path w="673" h="579">
                  <a:moveTo>
                    <a:pt x="0" y="0"/>
                  </a:moveTo>
                  <a:moveTo>
                    <a:pt x="662" y="506"/>
                  </a:moveTo>
                  <a:lnTo>
                    <a:pt x="650" y="512"/>
                  </a:lnTo>
                  <a:lnTo>
                    <a:pt x="640" y="516"/>
                  </a:lnTo>
                  <a:lnTo>
                    <a:pt x="639" y="522"/>
                  </a:lnTo>
                  <a:lnTo>
                    <a:pt x="644" y="529"/>
                  </a:lnTo>
                  <a:lnTo>
                    <a:pt x="649" y="537"/>
                  </a:lnTo>
                  <a:lnTo>
                    <a:pt x="647" y="544"/>
                  </a:lnTo>
                  <a:lnTo>
                    <a:pt x="639" y="549"/>
                  </a:lnTo>
                  <a:lnTo>
                    <a:pt x="629" y="551"/>
                  </a:lnTo>
                  <a:lnTo>
                    <a:pt x="622" y="555"/>
                  </a:lnTo>
                  <a:lnTo>
                    <a:pt x="619" y="562"/>
                  </a:lnTo>
                  <a:lnTo>
                    <a:pt x="615" y="569"/>
                  </a:lnTo>
                  <a:lnTo>
                    <a:pt x="607" y="573"/>
                  </a:lnTo>
                  <a:lnTo>
                    <a:pt x="598" y="573"/>
                  </a:lnTo>
                  <a:lnTo>
                    <a:pt x="589" y="572"/>
                  </a:lnTo>
                  <a:lnTo>
                    <a:pt x="581" y="572"/>
                  </a:lnTo>
                  <a:lnTo>
                    <a:pt x="573" y="573"/>
                  </a:lnTo>
                  <a:lnTo>
                    <a:pt x="566" y="571"/>
                  </a:lnTo>
                  <a:lnTo>
                    <a:pt x="559" y="568"/>
                  </a:lnTo>
                  <a:lnTo>
                    <a:pt x="553" y="564"/>
                  </a:lnTo>
                  <a:lnTo>
                    <a:pt x="546" y="565"/>
                  </a:lnTo>
                  <a:lnTo>
                    <a:pt x="537" y="570"/>
                  </a:lnTo>
                  <a:lnTo>
                    <a:pt x="524" y="577"/>
                  </a:lnTo>
                  <a:lnTo>
                    <a:pt x="513" y="579"/>
                  </a:lnTo>
                  <a:lnTo>
                    <a:pt x="505" y="574"/>
                  </a:lnTo>
                  <a:lnTo>
                    <a:pt x="503" y="564"/>
                  </a:lnTo>
                  <a:lnTo>
                    <a:pt x="501" y="556"/>
                  </a:lnTo>
                  <a:lnTo>
                    <a:pt x="498" y="549"/>
                  </a:lnTo>
                  <a:lnTo>
                    <a:pt x="491" y="545"/>
                  </a:lnTo>
                  <a:lnTo>
                    <a:pt x="485" y="541"/>
                  </a:lnTo>
                  <a:lnTo>
                    <a:pt x="482" y="535"/>
                  </a:lnTo>
                  <a:lnTo>
                    <a:pt x="480" y="529"/>
                  </a:lnTo>
                  <a:lnTo>
                    <a:pt x="476" y="523"/>
                  </a:lnTo>
                  <a:lnTo>
                    <a:pt x="469" y="518"/>
                  </a:lnTo>
                  <a:lnTo>
                    <a:pt x="462" y="512"/>
                  </a:lnTo>
                  <a:lnTo>
                    <a:pt x="460" y="506"/>
                  </a:lnTo>
                  <a:lnTo>
                    <a:pt x="461" y="500"/>
                  </a:lnTo>
                  <a:lnTo>
                    <a:pt x="462" y="494"/>
                  </a:lnTo>
                  <a:lnTo>
                    <a:pt x="459" y="487"/>
                  </a:lnTo>
                  <a:lnTo>
                    <a:pt x="453" y="479"/>
                  </a:lnTo>
                  <a:lnTo>
                    <a:pt x="450" y="471"/>
                  </a:lnTo>
                  <a:lnTo>
                    <a:pt x="457" y="465"/>
                  </a:lnTo>
                  <a:lnTo>
                    <a:pt x="470" y="464"/>
                  </a:lnTo>
                  <a:lnTo>
                    <a:pt x="486" y="465"/>
                  </a:lnTo>
                  <a:lnTo>
                    <a:pt x="496" y="464"/>
                  </a:lnTo>
                  <a:lnTo>
                    <a:pt x="501" y="460"/>
                  </a:lnTo>
                  <a:lnTo>
                    <a:pt x="505" y="453"/>
                  </a:lnTo>
                  <a:lnTo>
                    <a:pt x="510" y="447"/>
                  </a:lnTo>
                  <a:lnTo>
                    <a:pt x="518" y="443"/>
                  </a:lnTo>
                  <a:lnTo>
                    <a:pt x="526" y="439"/>
                  </a:lnTo>
                  <a:lnTo>
                    <a:pt x="535" y="434"/>
                  </a:lnTo>
                  <a:lnTo>
                    <a:pt x="545" y="429"/>
                  </a:lnTo>
                  <a:lnTo>
                    <a:pt x="557" y="428"/>
                  </a:lnTo>
                  <a:lnTo>
                    <a:pt x="568" y="432"/>
                  </a:lnTo>
                  <a:lnTo>
                    <a:pt x="578" y="438"/>
                  </a:lnTo>
                  <a:lnTo>
                    <a:pt x="587" y="442"/>
                  </a:lnTo>
                  <a:lnTo>
                    <a:pt x="597" y="442"/>
                  </a:lnTo>
                  <a:lnTo>
                    <a:pt x="608" y="441"/>
                  </a:lnTo>
                  <a:lnTo>
                    <a:pt x="618" y="442"/>
                  </a:lnTo>
                  <a:lnTo>
                    <a:pt x="624" y="449"/>
                  </a:lnTo>
                  <a:lnTo>
                    <a:pt x="627" y="457"/>
                  </a:lnTo>
                  <a:lnTo>
                    <a:pt x="629" y="463"/>
                  </a:lnTo>
                  <a:lnTo>
                    <a:pt x="637" y="466"/>
                  </a:lnTo>
                  <a:lnTo>
                    <a:pt x="648" y="466"/>
                  </a:lnTo>
                  <a:lnTo>
                    <a:pt x="660" y="468"/>
                  </a:lnTo>
                  <a:lnTo>
                    <a:pt x="667" y="473"/>
                  </a:lnTo>
                  <a:lnTo>
                    <a:pt x="671" y="479"/>
                  </a:lnTo>
                  <a:lnTo>
                    <a:pt x="672" y="486"/>
                  </a:lnTo>
                  <a:lnTo>
                    <a:pt x="673" y="492"/>
                  </a:lnTo>
                  <a:lnTo>
                    <a:pt x="670" y="499"/>
                  </a:lnTo>
                  <a:close/>
                </a:path>
              </a:pathLst>
            </a:custGeom>
            <a:solidFill>
              <a:srgbClr val="A7CEE4">
                <a:alpha val="12900"/>
              </a:srgbClr>
            </a:solidFill>
            <a:ln>
              <a:noFill/>
            </a:ln>
          </p:spPr>
          <p:txBody>
            <a:bodyPr anchor="ctr"/>
            <a:lstStyle/>
            <a:p>
              <a:pPr algn="ctr">
                <a:buNone/>
              </a:pPr>
            </a:p>
          </p:txBody>
        </p:sp>
        <p:sp>
          <p:nvSpPr>
            <p:cNvPr id="7071" name="addition:input:70">
              <a:extLst>
                <a:ext uri="{FF2B5EF4-FFF2-40B4-BE49-F238E27FC236}">
                  <ns2:creationId id="{1773FB01-93CE-4292-AFD0-C7CDB8B8AB73}"/>
                </a:ext>
              </a:extLst>
            </p:cNvPr>
            <p:cNvSpPr>
              <a:spLocks noGrp="1"/>
            </p:cNvSpPr>
            <p:nvPr/>
          </p:nvSpPr>
          <p:spPr>
            <a:xfrm>
              <a:off x="209550" y="5438775"/>
              <a:ext cx="1059972" cy="1083473"/>
            </a:xfrm>
            <a:custGeom>
              <a:rect l="l" t="t" r="r" b="b"/>
              <a:pathLst>
                <a:path w="644" h="578">
                  <a:moveTo>
                    <a:pt x="0" y="0"/>
                  </a:moveTo>
                  <a:moveTo>
                    <a:pt x="633" y="511"/>
                  </a:moveTo>
                  <a:lnTo>
                    <a:pt x="640" y="516"/>
                  </a:lnTo>
                  <a:lnTo>
                    <a:pt x="644" y="522"/>
                  </a:lnTo>
                  <a:lnTo>
                    <a:pt x="643" y="528"/>
                  </a:lnTo>
                  <a:lnTo>
                    <a:pt x="638" y="532"/>
                  </a:lnTo>
                  <a:lnTo>
                    <a:pt x="633" y="536"/>
                  </a:lnTo>
                  <a:lnTo>
                    <a:pt x="631" y="541"/>
                  </a:lnTo>
                  <a:lnTo>
                    <a:pt x="633" y="548"/>
                  </a:lnTo>
                  <a:lnTo>
                    <a:pt x="631" y="554"/>
                  </a:lnTo>
                  <a:lnTo>
                    <a:pt x="625" y="557"/>
                  </a:lnTo>
                  <a:lnTo>
                    <a:pt x="614" y="556"/>
                  </a:lnTo>
                  <a:lnTo>
                    <a:pt x="603" y="554"/>
                  </a:lnTo>
                  <a:lnTo>
                    <a:pt x="596" y="555"/>
                  </a:lnTo>
                  <a:lnTo>
                    <a:pt x="591" y="558"/>
                  </a:lnTo>
                  <a:lnTo>
                    <a:pt x="586" y="564"/>
                  </a:lnTo>
                  <a:lnTo>
                    <a:pt x="580" y="568"/>
                  </a:lnTo>
                  <a:lnTo>
                    <a:pt x="572" y="571"/>
                  </a:lnTo>
                  <a:lnTo>
                    <a:pt x="564" y="574"/>
                  </a:lnTo>
                  <a:lnTo>
                    <a:pt x="554" y="577"/>
                  </a:lnTo>
                  <a:lnTo>
                    <a:pt x="544" y="578"/>
                  </a:lnTo>
                  <a:lnTo>
                    <a:pt x="535" y="576"/>
                  </a:lnTo>
                  <a:lnTo>
                    <a:pt x="528" y="569"/>
                  </a:lnTo>
                  <a:lnTo>
                    <a:pt x="523" y="561"/>
                  </a:lnTo>
                  <a:lnTo>
                    <a:pt x="517" y="557"/>
                  </a:lnTo>
                  <a:lnTo>
                    <a:pt x="509" y="556"/>
                  </a:lnTo>
                  <a:lnTo>
                    <a:pt x="498" y="556"/>
                  </a:lnTo>
                  <a:lnTo>
                    <a:pt x="489" y="555"/>
                  </a:lnTo>
                  <a:lnTo>
                    <a:pt x="485" y="550"/>
                  </a:lnTo>
                  <a:lnTo>
                    <a:pt x="483" y="544"/>
                  </a:lnTo>
                  <a:lnTo>
                    <a:pt x="481" y="539"/>
                  </a:lnTo>
                  <a:lnTo>
                    <a:pt x="474" y="536"/>
                  </a:lnTo>
                  <a:lnTo>
                    <a:pt x="466" y="532"/>
                  </a:lnTo>
                  <a:lnTo>
                    <a:pt x="459" y="528"/>
                  </a:lnTo>
                  <a:lnTo>
                    <a:pt x="457" y="523"/>
                  </a:lnTo>
                  <a:lnTo>
                    <a:pt x="458" y="517"/>
                  </a:lnTo>
                  <a:lnTo>
                    <a:pt x="459" y="511"/>
                  </a:lnTo>
                  <a:lnTo>
                    <a:pt x="461" y="505"/>
                  </a:lnTo>
                  <a:lnTo>
                    <a:pt x="466" y="500"/>
                  </a:lnTo>
                  <a:lnTo>
                    <a:pt x="475" y="496"/>
                  </a:lnTo>
                  <a:lnTo>
                    <a:pt x="487" y="493"/>
                  </a:lnTo>
                  <a:lnTo>
                    <a:pt x="495" y="490"/>
                  </a:lnTo>
                  <a:lnTo>
                    <a:pt x="496" y="485"/>
                  </a:lnTo>
                  <a:lnTo>
                    <a:pt x="493" y="478"/>
                  </a:lnTo>
                  <a:lnTo>
                    <a:pt x="490" y="469"/>
                  </a:lnTo>
                  <a:lnTo>
                    <a:pt x="494" y="463"/>
                  </a:lnTo>
                  <a:lnTo>
                    <a:pt x="503" y="460"/>
                  </a:lnTo>
                  <a:lnTo>
                    <a:pt x="512" y="459"/>
                  </a:lnTo>
                  <a:lnTo>
                    <a:pt x="521" y="458"/>
                  </a:lnTo>
                  <a:lnTo>
                    <a:pt x="527" y="455"/>
                  </a:lnTo>
                  <a:lnTo>
                    <a:pt x="534" y="452"/>
                  </a:lnTo>
                  <a:lnTo>
                    <a:pt x="542" y="452"/>
                  </a:lnTo>
                  <a:lnTo>
                    <a:pt x="549" y="453"/>
                  </a:lnTo>
                  <a:lnTo>
                    <a:pt x="556" y="455"/>
                  </a:lnTo>
                  <a:lnTo>
                    <a:pt x="562" y="455"/>
                  </a:lnTo>
                  <a:lnTo>
                    <a:pt x="569" y="454"/>
                  </a:lnTo>
                  <a:lnTo>
                    <a:pt x="575" y="455"/>
                  </a:lnTo>
                  <a:lnTo>
                    <a:pt x="580" y="459"/>
                  </a:lnTo>
                  <a:lnTo>
                    <a:pt x="584" y="462"/>
                  </a:lnTo>
                  <a:lnTo>
                    <a:pt x="590" y="463"/>
                  </a:lnTo>
                  <a:lnTo>
                    <a:pt x="600" y="461"/>
                  </a:lnTo>
                  <a:lnTo>
                    <a:pt x="611" y="458"/>
                  </a:lnTo>
                  <a:lnTo>
                    <a:pt x="621" y="460"/>
                  </a:lnTo>
                  <a:lnTo>
                    <a:pt x="624" y="466"/>
                  </a:lnTo>
                  <a:lnTo>
                    <a:pt x="621" y="474"/>
                  </a:lnTo>
                  <a:lnTo>
                    <a:pt x="618" y="482"/>
                  </a:lnTo>
                  <a:lnTo>
                    <a:pt x="618" y="488"/>
                  </a:lnTo>
                  <a:lnTo>
                    <a:pt x="621" y="492"/>
                  </a:lnTo>
                  <a:lnTo>
                    <a:pt x="625" y="497"/>
                  </a:lnTo>
                  <a:lnTo>
                    <a:pt x="627" y="501"/>
                  </a:lnTo>
                  <a:lnTo>
                    <a:pt x="629" y="506"/>
                  </a:lnTo>
                  <a:close/>
                </a:path>
              </a:pathLst>
            </a:custGeom>
            <a:solidFill>
              <a:srgbClr val="59A3CD">
                <a:alpha val="12900"/>
              </a:srgbClr>
            </a:solidFill>
            <a:ln>
              <a:noFill/>
            </a:ln>
          </p:spPr>
          <p:txBody>
            <a:bodyPr anchor="ctr"/>
            <a:lstStyle/>
            <a:p>
              <a:pPr algn="ctr">
                <a:buNone/>
              </a:pPr>
            </a:p>
          </p:txBody>
        </p:sp>
        <p:sp>
          <p:nvSpPr>
            <p:cNvPr id="7072" name="addition:input:71">
              <a:extLst>
                <a:ext uri="{FF2B5EF4-FFF2-40B4-BE49-F238E27FC236}">
                  <ns2:creationId id="{13CC07AD-2DED-4CDE-A6A5-21C3E2BC90F4}"/>
                </a:ext>
              </a:extLst>
            </p:cNvPr>
            <p:cNvSpPr>
              <a:spLocks noGrp="1"/>
            </p:cNvSpPr>
            <p:nvPr/>
          </p:nvSpPr>
          <p:spPr>
            <a:xfrm>
              <a:off x="209550" y="5438775"/>
              <a:ext cx="1028700" cy="1077849"/>
            </a:xfrm>
            <a:custGeom>
              <a:rect l="l" t="t" r="r" b="b"/>
              <a:pathLst>
                <a:path w="625" h="575">
                  <a:moveTo>
                    <a:pt x="0" y="0"/>
                  </a:moveTo>
                  <a:moveTo>
                    <a:pt x="622" y="516"/>
                  </a:moveTo>
                  <a:lnTo>
                    <a:pt x="622" y="521"/>
                  </a:lnTo>
                  <a:lnTo>
                    <a:pt x="622" y="525"/>
                  </a:lnTo>
                  <a:lnTo>
                    <a:pt x="624" y="530"/>
                  </a:lnTo>
                  <a:lnTo>
                    <a:pt x="625" y="535"/>
                  </a:lnTo>
                  <a:lnTo>
                    <a:pt x="622" y="540"/>
                  </a:lnTo>
                  <a:lnTo>
                    <a:pt x="617" y="543"/>
                  </a:lnTo>
                  <a:lnTo>
                    <a:pt x="613" y="546"/>
                  </a:lnTo>
                  <a:lnTo>
                    <a:pt x="610" y="550"/>
                  </a:lnTo>
                  <a:lnTo>
                    <a:pt x="607" y="555"/>
                  </a:lnTo>
                  <a:lnTo>
                    <a:pt x="601" y="557"/>
                  </a:lnTo>
                  <a:lnTo>
                    <a:pt x="593" y="556"/>
                  </a:lnTo>
                  <a:lnTo>
                    <a:pt x="584" y="555"/>
                  </a:lnTo>
                  <a:lnTo>
                    <a:pt x="577" y="555"/>
                  </a:lnTo>
                  <a:lnTo>
                    <a:pt x="573" y="559"/>
                  </a:lnTo>
                  <a:lnTo>
                    <a:pt x="569" y="567"/>
                  </a:lnTo>
                  <a:lnTo>
                    <a:pt x="563" y="573"/>
                  </a:lnTo>
                  <a:lnTo>
                    <a:pt x="555" y="575"/>
                  </a:lnTo>
                  <a:lnTo>
                    <a:pt x="546" y="574"/>
                  </a:lnTo>
                  <a:lnTo>
                    <a:pt x="538" y="571"/>
                  </a:lnTo>
                  <a:lnTo>
                    <a:pt x="530" y="568"/>
                  </a:lnTo>
                  <a:lnTo>
                    <a:pt x="523" y="566"/>
                  </a:lnTo>
                  <a:lnTo>
                    <a:pt x="517" y="562"/>
                  </a:lnTo>
                  <a:lnTo>
                    <a:pt x="512" y="558"/>
                  </a:lnTo>
                  <a:lnTo>
                    <a:pt x="508" y="554"/>
                  </a:lnTo>
                  <a:lnTo>
                    <a:pt x="501" y="552"/>
                  </a:lnTo>
                  <a:lnTo>
                    <a:pt x="493" y="552"/>
                  </a:lnTo>
                  <a:lnTo>
                    <a:pt x="485" y="551"/>
                  </a:lnTo>
                  <a:lnTo>
                    <a:pt x="480" y="547"/>
                  </a:lnTo>
                  <a:lnTo>
                    <a:pt x="479" y="542"/>
                  </a:lnTo>
                  <a:lnTo>
                    <a:pt x="479" y="537"/>
                  </a:lnTo>
                  <a:lnTo>
                    <a:pt x="476" y="533"/>
                  </a:lnTo>
                  <a:lnTo>
                    <a:pt x="468" y="530"/>
                  </a:lnTo>
                  <a:lnTo>
                    <a:pt x="461" y="526"/>
                  </a:lnTo>
                  <a:lnTo>
                    <a:pt x="459" y="521"/>
                  </a:lnTo>
                  <a:lnTo>
                    <a:pt x="465" y="516"/>
                  </a:lnTo>
                  <a:lnTo>
                    <a:pt x="473" y="511"/>
                  </a:lnTo>
                  <a:lnTo>
                    <a:pt x="480" y="507"/>
                  </a:lnTo>
                  <a:lnTo>
                    <a:pt x="484" y="504"/>
                  </a:lnTo>
                  <a:lnTo>
                    <a:pt x="488" y="500"/>
                  </a:lnTo>
                  <a:lnTo>
                    <a:pt x="491" y="496"/>
                  </a:lnTo>
                  <a:lnTo>
                    <a:pt x="495" y="493"/>
                  </a:lnTo>
                  <a:lnTo>
                    <a:pt x="496" y="488"/>
                  </a:lnTo>
                  <a:lnTo>
                    <a:pt x="496" y="481"/>
                  </a:lnTo>
                  <a:lnTo>
                    <a:pt x="496" y="474"/>
                  </a:lnTo>
                  <a:lnTo>
                    <a:pt x="500" y="469"/>
                  </a:lnTo>
                  <a:lnTo>
                    <a:pt x="508" y="468"/>
                  </a:lnTo>
                  <a:lnTo>
                    <a:pt x="518" y="470"/>
                  </a:lnTo>
                  <a:lnTo>
                    <a:pt x="526" y="471"/>
                  </a:lnTo>
                  <a:lnTo>
                    <a:pt x="531" y="470"/>
                  </a:lnTo>
                  <a:lnTo>
                    <a:pt x="536" y="466"/>
                  </a:lnTo>
                  <a:lnTo>
                    <a:pt x="541" y="463"/>
                  </a:lnTo>
                  <a:lnTo>
                    <a:pt x="547" y="464"/>
                  </a:lnTo>
                  <a:lnTo>
                    <a:pt x="553" y="467"/>
                  </a:lnTo>
                  <a:lnTo>
                    <a:pt x="558" y="470"/>
                  </a:lnTo>
                  <a:lnTo>
                    <a:pt x="563" y="471"/>
                  </a:lnTo>
                  <a:lnTo>
                    <a:pt x="568" y="470"/>
                  </a:lnTo>
                  <a:lnTo>
                    <a:pt x="574" y="469"/>
                  </a:lnTo>
                  <a:lnTo>
                    <a:pt x="580" y="470"/>
                  </a:lnTo>
                  <a:lnTo>
                    <a:pt x="586" y="472"/>
                  </a:lnTo>
                  <a:lnTo>
                    <a:pt x="593" y="473"/>
                  </a:lnTo>
                  <a:lnTo>
                    <a:pt x="601" y="474"/>
                  </a:lnTo>
                  <a:lnTo>
                    <a:pt x="607" y="477"/>
                  </a:lnTo>
                  <a:lnTo>
                    <a:pt x="608" y="483"/>
                  </a:lnTo>
                  <a:lnTo>
                    <a:pt x="605" y="490"/>
                  </a:lnTo>
                  <a:lnTo>
                    <a:pt x="600" y="497"/>
                  </a:lnTo>
                  <a:lnTo>
                    <a:pt x="600" y="501"/>
                  </a:lnTo>
                  <a:lnTo>
                    <a:pt x="606" y="504"/>
                  </a:lnTo>
                  <a:lnTo>
                    <a:pt x="614" y="507"/>
                  </a:lnTo>
                  <a:lnTo>
                    <a:pt x="620" y="511"/>
                  </a:lnTo>
                  <a:close/>
                </a:path>
              </a:pathLst>
            </a:custGeom>
            <a:solidFill>
              <a:srgbClr val="0675B4">
                <a:alpha val="10500"/>
              </a:srgbClr>
            </a:solidFill>
            <a:ln>
              <a:noFill/>
            </a:ln>
          </p:spPr>
          <p:txBody>
            <a:bodyPr anchor="ctr"/>
            <a:lstStyle/>
            <a:p>
              <a:pPr algn="ctr">
                <a:buNone/>
              </a:pPr>
            </a:p>
          </p:txBody>
        </p:sp>
        <p:sp>
          <p:nvSpPr>
            <p:cNvPr id="7073" name="addition:input:72">
              <a:extLst>
                <a:ext uri="{FF2B5EF4-FFF2-40B4-BE49-F238E27FC236}">
                  <ns2:creationId id="{24315D59-0734-4368-AFAC-B80D05DE462B}"/>
                </a:ext>
              </a:extLst>
            </p:cNvPr>
            <p:cNvSpPr>
              <a:spLocks noGrp="1"/>
            </p:cNvSpPr>
            <p:nvPr/>
          </p:nvSpPr>
          <p:spPr>
            <a:xfrm>
              <a:off x="209550" y="5438775"/>
              <a:ext cx="908548" cy="980374"/>
            </a:xfrm>
            <a:custGeom>
              <a:rect l="l" t="t" r="r" b="b"/>
              <a:pathLst>
                <a:path w="552" h="523">
                  <a:moveTo>
                    <a:pt x="0" y="0"/>
                  </a:moveTo>
                  <a:moveTo>
                    <a:pt x="552" y="498"/>
                  </a:moveTo>
                  <a:lnTo>
                    <a:pt x="552" y="501"/>
                  </a:lnTo>
                  <a:lnTo>
                    <a:pt x="550" y="502"/>
                  </a:lnTo>
                  <a:lnTo>
                    <a:pt x="549" y="504"/>
                  </a:lnTo>
                  <a:lnTo>
                    <a:pt x="549" y="506"/>
                  </a:lnTo>
                  <a:lnTo>
                    <a:pt x="550" y="508"/>
                  </a:lnTo>
                  <a:lnTo>
                    <a:pt x="551" y="511"/>
                  </a:lnTo>
                  <a:lnTo>
                    <a:pt x="549" y="513"/>
                  </a:lnTo>
                  <a:lnTo>
                    <a:pt x="545" y="513"/>
                  </a:lnTo>
                  <a:lnTo>
                    <a:pt x="541" y="513"/>
                  </a:lnTo>
                  <a:lnTo>
                    <a:pt x="538" y="513"/>
                  </a:lnTo>
                  <a:lnTo>
                    <a:pt x="536" y="514"/>
                  </a:lnTo>
                  <a:lnTo>
                    <a:pt x="534" y="516"/>
                  </a:lnTo>
                  <a:lnTo>
                    <a:pt x="532" y="517"/>
                  </a:lnTo>
                  <a:lnTo>
                    <a:pt x="530" y="518"/>
                  </a:lnTo>
                  <a:lnTo>
                    <a:pt x="527" y="520"/>
                  </a:lnTo>
                  <a:lnTo>
                    <a:pt x="524" y="522"/>
                  </a:lnTo>
                  <a:lnTo>
                    <a:pt x="521" y="523"/>
                  </a:lnTo>
                  <a:lnTo>
                    <a:pt x="517" y="523"/>
                  </a:lnTo>
                  <a:lnTo>
                    <a:pt x="514" y="521"/>
                  </a:lnTo>
                  <a:lnTo>
                    <a:pt x="511" y="519"/>
                  </a:lnTo>
                  <a:lnTo>
                    <a:pt x="509" y="517"/>
                  </a:lnTo>
                  <a:lnTo>
                    <a:pt x="506" y="516"/>
                  </a:lnTo>
                  <a:lnTo>
                    <a:pt x="503" y="517"/>
                  </a:lnTo>
                  <a:lnTo>
                    <a:pt x="499" y="517"/>
                  </a:lnTo>
                  <a:lnTo>
                    <a:pt x="497" y="515"/>
                  </a:lnTo>
                  <a:lnTo>
                    <a:pt x="496" y="513"/>
                  </a:lnTo>
                  <a:lnTo>
                    <a:pt x="495" y="511"/>
                  </a:lnTo>
                  <a:lnTo>
                    <a:pt x="493" y="510"/>
                  </a:lnTo>
                  <a:lnTo>
                    <a:pt x="490" y="509"/>
                  </a:lnTo>
                  <a:lnTo>
                    <a:pt x="487" y="508"/>
                  </a:lnTo>
                  <a:lnTo>
                    <a:pt x="486" y="507"/>
                  </a:lnTo>
                  <a:lnTo>
                    <a:pt x="485" y="505"/>
                  </a:lnTo>
                  <a:lnTo>
                    <a:pt x="484" y="503"/>
                  </a:lnTo>
                  <a:lnTo>
                    <a:pt x="484" y="501"/>
                  </a:lnTo>
                  <a:lnTo>
                    <a:pt x="484" y="498"/>
                  </a:lnTo>
                  <a:lnTo>
                    <a:pt x="487" y="496"/>
                  </a:lnTo>
                  <a:lnTo>
                    <a:pt x="492" y="495"/>
                  </a:lnTo>
                  <a:lnTo>
                    <a:pt x="495" y="494"/>
                  </a:lnTo>
                  <a:lnTo>
                    <a:pt x="496" y="492"/>
                  </a:lnTo>
                  <a:lnTo>
                    <a:pt x="495" y="490"/>
                  </a:lnTo>
                  <a:lnTo>
                    <a:pt x="493" y="487"/>
                  </a:lnTo>
                  <a:lnTo>
                    <a:pt x="494" y="485"/>
                  </a:lnTo>
                  <a:lnTo>
                    <a:pt x="496" y="483"/>
                  </a:lnTo>
                  <a:lnTo>
                    <a:pt x="499" y="482"/>
                  </a:lnTo>
                  <a:lnTo>
                    <a:pt x="501" y="481"/>
                  </a:lnTo>
                  <a:lnTo>
                    <a:pt x="503" y="480"/>
                  </a:lnTo>
                  <a:lnTo>
                    <a:pt x="505" y="478"/>
                  </a:lnTo>
                  <a:lnTo>
                    <a:pt x="508" y="478"/>
                  </a:lnTo>
                  <a:lnTo>
                    <a:pt x="511" y="478"/>
                  </a:lnTo>
                  <a:lnTo>
                    <a:pt x="513" y="478"/>
                  </a:lnTo>
                  <a:lnTo>
                    <a:pt x="516" y="478"/>
                  </a:lnTo>
                  <a:lnTo>
                    <a:pt x="518" y="477"/>
                  </a:lnTo>
                  <a:lnTo>
                    <a:pt x="520" y="477"/>
                  </a:lnTo>
                  <a:lnTo>
                    <a:pt x="522" y="479"/>
                  </a:lnTo>
                  <a:lnTo>
                    <a:pt x="524" y="480"/>
                  </a:lnTo>
                  <a:lnTo>
                    <a:pt x="526" y="481"/>
                  </a:lnTo>
                  <a:lnTo>
                    <a:pt x="529" y="479"/>
                  </a:lnTo>
                  <a:lnTo>
                    <a:pt x="533" y="478"/>
                  </a:lnTo>
                  <a:lnTo>
                    <a:pt x="537" y="477"/>
                  </a:lnTo>
                  <a:lnTo>
                    <a:pt x="539" y="479"/>
                  </a:lnTo>
                  <a:lnTo>
                    <a:pt x="540" y="481"/>
                  </a:lnTo>
                  <a:lnTo>
                    <a:pt x="540" y="484"/>
                  </a:lnTo>
                  <a:lnTo>
                    <a:pt x="540" y="486"/>
                  </a:lnTo>
                  <a:lnTo>
                    <a:pt x="542" y="488"/>
                  </a:lnTo>
                  <a:lnTo>
                    <a:pt x="543" y="490"/>
                  </a:lnTo>
                  <a:lnTo>
                    <a:pt x="543" y="492"/>
                  </a:lnTo>
                  <a:lnTo>
                    <a:pt x="544" y="493"/>
                  </a:lnTo>
                  <a:lnTo>
                    <a:pt x="546" y="495"/>
                  </a:lnTo>
                  <a:lnTo>
                    <a:pt x="549" y="497"/>
                  </a:lnTo>
                  <a:close/>
                </a:path>
              </a:pathLst>
            </a:custGeom>
            <a:solidFill>
              <a:srgbClr val="59A3CD">
                <a:alpha val="9600"/>
              </a:srgbClr>
            </a:solidFill>
            <a:ln>
              <a:noFill/>
            </a:ln>
          </p:spPr>
          <p:txBody>
            <a:bodyPr anchor="ctr"/>
            <a:lstStyle/>
            <a:p>
              <a:pPr algn="ctr">
                <a:buNone/>
              </a:pPr>
            </a:p>
          </p:txBody>
        </p:sp>
        <p:sp>
          <p:nvSpPr>
            <p:cNvPr id="7074" name="addition:input:73">
              <a:extLst>
                <a:ext uri="{FF2B5EF4-FFF2-40B4-BE49-F238E27FC236}">
                  <ns2:creationId id="{9B19F297-C197-4F54-B177-C5E565EB9A0C}"/>
                </a:ext>
              </a:extLst>
            </p:cNvPr>
            <p:cNvSpPr>
              <a:spLocks noGrp="1"/>
            </p:cNvSpPr>
            <p:nvPr/>
          </p:nvSpPr>
          <p:spPr>
            <a:xfrm>
              <a:off x="209550" y="5438775"/>
              <a:ext cx="949696" cy="948507"/>
            </a:xfrm>
            <a:custGeom>
              <a:rect l="l" t="t" r="r" b="b"/>
              <a:pathLst>
                <a:path w="577" h="506">
                  <a:moveTo>
                    <a:pt x="0" y="0"/>
                  </a:moveTo>
                  <a:moveTo>
                    <a:pt x="575" y="481"/>
                  </a:moveTo>
                  <a:lnTo>
                    <a:pt x="577" y="483"/>
                  </a:lnTo>
                  <a:lnTo>
                    <a:pt x="576" y="485"/>
                  </a:lnTo>
                  <a:lnTo>
                    <a:pt x="575" y="487"/>
                  </a:lnTo>
                  <a:lnTo>
                    <a:pt x="574" y="489"/>
                  </a:lnTo>
                  <a:lnTo>
                    <a:pt x="573" y="491"/>
                  </a:lnTo>
                  <a:lnTo>
                    <a:pt x="572" y="492"/>
                  </a:lnTo>
                  <a:lnTo>
                    <a:pt x="569" y="493"/>
                  </a:lnTo>
                  <a:lnTo>
                    <a:pt x="567" y="494"/>
                  </a:lnTo>
                  <a:lnTo>
                    <a:pt x="565" y="495"/>
                  </a:lnTo>
                  <a:lnTo>
                    <a:pt x="564" y="497"/>
                  </a:lnTo>
                  <a:lnTo>
                    <a:pt x="562" y="499"/>
                  </a:lnTo>
                  <a:lnTo>
                    <a:pt x="560" y="499"/>
                  </a:lnTo>
                  <a:lnTo>
                    <a:pt x="556" y="499"/>
                  </a:lnTo>
                  <a:lnTo>
                    <a:pt x="553" y="499"/>
                  </a:lnTo>
                  <a:lnTo>
                    <a:pt x="551" y="500"/>
                  </a:lnTo>
                  <a:lnTo>
                    <a:pt x="549" y="503"/>
                  </a:lnTo>
                  <a:lnTo>
                    <a:pt x="546" y="505"/>
                  </a:lnTo>
                  <a:lnTo>
                    <a:pt x="542" y="506"/>
                  </a:lnTo>
                  <a:lnTo>
                    <a:pt x="539" y="505"/>
                  </a:lnTo>
                  <a:lnTo>
                    <a:pt x="536" y="502"/>
                  </a:lnTo>
                  <a:lnTo>
                    <a:pt x="534" y="501"/>
                  </a:lnTo>
                  <a:lnTo>
                    <a:pt x="531" y="499"/>
                  </a:lnTo>
                  <a:lnTo>
                    <a:pt x="529" y="498"/>
                  </a:lnTo>
                  <a:lnTo>
                    <a:pt x="527" y="497"/>
                  </a:lnTo>
                  <a:lnTo>
                    <a:pt x="526" y="495"/>
                  </a:lnTo>
                  <a:lnTo>
                    <a:pt x="523" y="495"/>
                  </a:lnTo>
                  <a:lnTo>
                    <a:pt x="520" y="495"/>
                  </a:lnTo>
                  <a:lnTo>
                    <a:pt x="516" y="494"/>
                  </a:lnTo>
                  <a:lnTo>
                    <a:pt x="513" y="493"/>
                  </a:lnTo>
                  <a:lnTo>
                    <a:pt x="513" y="491"/>
                  </a:lnTo>
                  <a:lnTo>
                    <a:pt x="514" y="489"/>
                  </a:lnTo>
                  <a:lnTo>
                    <a:pt x="515" y="487"/>
                  </a:lnTo>
                  <a:lnTo>
                    <a:pt x="514" y="485"/>
                  </a:lnTo>
                  <a:lnTo>
                    <a:pt x="512" y="483"/>
                  </a:lnTo>
                  <a:lnTo>
                    <a:pt x="512" y="481"/>
                  </a:lnTo>
                  <a:lnTo>
                    <a:pt x="513" y="479"/>
                  </a:lnTo>
                  <a:lnTo>
                    <a:pt x="517" y="478"/>
                  </a:lnTo>
                  <a:lnTo>
                    <a:pt x="520" y="476"/>
                  </a:lnTo>
                  <a:lnTo>
                    <a:pt x="521" y="475"/>
                  </a:lnTo>
                  <a:lnTo>
                    <a:pt x="521" y="473"/>
                  </a:lnTo>
                  <a:lnTo>
                    <a:pt x="522" y="471"/>
                  </a:lnTo>
                  <a:lnTo>
                    <a:pt x="523" y="469"/>
                  </a:lnTo>
                  <a:lnTo>
                    <a:pt x="524" y="467"/>
                  </a:lnTo>
                  <a:lnTo>
                    <a:pt x="525" y="465"/>
                  </a:lnTo>
                  <a:lnTo>
                    <a:pt x="525" y="462"/>
                  </a:lnTo>
                  <a:lnTo>
                    <a:pt x="527" y="460"/>
                  </a:lnTo>
                  <a:lnTo>
                    <a:pt x="530" y="460"/>
                  </a:lnTo>
                  <a:lnTo>
                    <a:pt x="534" y="461"/>
                  </a:lnTo>
                  <a:lnTo>
                    <a:pt x="537" y="463"/>
                  </a:lnTo>
                  <a:lnTo>
                    <a:pt x="539" y="464"/>
                  </a:lnTo>
                  <a:lnTo>
                    <a:pt x="541" y="463"/>
                  </a:lnTo>
                  <a:lnTo>
                    <a:pt x="543" y="461"/>
                  </a:lnTo>
                  <a:lnTo>
                    <a:pt x="545" y="460"/>
                  </a:lnTo>
                  <a:lnTo>
                    <a:pt x="547" y="461"/>
                  </a:lnTo>
                  <a:lnTo>
                    <a:pt x="549" y="462"/>
                  </a:lnTo>
                  <a:lnTo>
                    <a:pt x="551" y="462"/>
                  </a:lnTo>
                  <a:lnTo>
                    <a:pt x="554" y="462"/>
                  </a:lnTo>
                  <a:lnTo>
                    <a:pt x="557" y="462"/>
                  </a:lnTo>
                  <a:lnTo>
                    <a:pt x="559" y="463"/>
                  </a:lnTo>
                  <a:lnTo>
                    <a:pt x="561" y="464"/>
                  </a:lnTo>
                  <a:lnTo>
                    <a:pt x="563" y="465"/>
                  </a:lnTo>
                  <a:lnTo>
                    <a:pt x="565" y="466"/>
                  </a:lnTo>
                  <a:lnTo>
                    <a:pt x="567" y="468"/>
                  </a:lnTo>
                  <a:lnTo>
                    <a:pt x="568" y="470"/>
                  </a:lnTo>
                  <a:lnTo>
                    <a:pt x="567" y="472"/>
                  </a:lnTo>
                  <a:lnTo>
                    <a:pt x="565" y="475"/>
                  </a:lnTo>
                  <a:lnTo>
                    <a:pt x="565" y="477"/>
                  </a:lnTo>
                  <a:lnTo>
                    <a:pt x="567" y="478"/>
                  </a:lnTo>
                  <a:lnTo>
                    <a:pt x="572" y="479"/>
                  </a:lnTo>
                  <a:close/>
                </a:path>
              </a:pathLst>
            </a:custGeom>
            <a:solidFill>
              <a:srgbClr val="59A3CD">
                <a:alpha val="9600"/>
              </a:srgbClr>
            </a:solidFill>
            <a:ln>
              <a:noFill/>
            </a:ln>
          </p:spPr>
          <p:txBody>
            <a:bodyPr anchor="ctr"/>
            <a:lstStyle/>
            <a:p>
              <a:pPr algn="ctr">
                <a:buNone/>
              </a:pPr>
            </a:p>
          </p:txBody>
        </p:sp>
        <p:sp>
          <p:nvSpPr>
            <p:cNvPr id="7075" name="addition:input:74">
              <a:extLst>
                <a:ext uri="{FF2B5EF4-FFF2-40B4-BE49-F238E27FC236}">
                  <ns2:creationId id="{8A3BED10-83D9-49F9-998A-197C0B6251E7}"/>
                </a:ext>
              </a:extLst>
            </p:cNvPr>
            <p:cNvSpPr>
              <a:spLocks noGrp="1"/>
            </p:cNvSpPr>
            <p:nvPr/>
          </p:nvSpPr>
          <p:spPr>
            <a:xfrm>
              <a:off x="209550" y="5438775"/>
              <a:ext cx="1002365" cy="956005"/>
            </a:xfrm>
            <a:custGeom>
              <a:rect l="l" t="t" r="r" b="b"/>
              <a:pathLst>
                <a:path w="609" h="510">
                  <a:moveTo>
                    <a:pt x="0" y="0"/>
                  </a:moveTo>
                  <a:moveTo>
                    <a:pt x="609" y="486"/>
                  </a:moveTo>
                  <a:lnTo>
                    <a:pt x="609" y="488"/>
                  </a:lnTo>
                  <a:lnTo>
                    <a:pt x="608" y="490"/>
                  </a:lnTo>
                  <a:lnTo>
                    <a:pt x="608" y="492"/>
                  </a:lnTo>
                  <a:lnTo>
                    <a:pt x="607" y="494"/>
                  </a:lnTo>
                  <a:lnTo>
                    <a:pt x="604" y="496"/>
                  </a:lnTo>
                  <a:lnTo>
                    <a:pt x="600" y="497"/>
                  </a:lnTo>
                  <a:lnTo>
                    <a:pt x="596" y="497"/>
                  </a:lnTo>
                  <a:lnTo>
                    <a:pt x="593" y="498"/>
                  </a:lnTo>
                  <a:lnTo>
                    <a:pt x="593" y="500"/>
                  </a:lnTo>
                  <a:lnTo>
                    <a:pt x="593" y="504"/>
                  </a:lnTo>
                  <a:lnTo>
                    <a:pt x="592" y="507"/>
                  </a:lnTo>
                  <a:lnTo>
                    <a:pt x="589" y="508"/>
                  </a:lnTo>
                  <a:lnTo>
                    <a:pt x="586" y="508"/>
                  </a:lnTo>
                  <a:lnTo>
                    <a:pt x="582" y="508"/>
                  </a:lnTo>
                  <a:lnTo>
                    <a:pt x="579" y="509"/>
                  </a:lnTo>
                  <a:lnTo>
                    <a:pt x="576" y="509"/>
                  </a:lnTo>
                  <a:lnTo>
                    <a:pt x="573" y="510"/>
                  </a:lnTo>
                  <a:lnTo>
                    <a:pt x="570" y="509"/>
                  </a:lnTo>
                  <a:lnTo>
                    <a:pt x="568" y="508"/>
                  </a:lnTo>
                  <a:lnTo>
                    <a:pt x="565" y="507"/>
                  </a:lnTo>
                  <a:lnTo>
                    <a:pt x="563" y="507"/>
                  </a:lnTo>
                  <a:lnTo>
                    <a:pt x="560" y="506"/>
                  </a:lnTo>
                  <a:lnTo>
                    <a:pt x="559" y="505"/>
                  </a:lnTo>
                  <a:lnTo>
                    <a:pt x="557" y="503"/>
                  </a:lnTo>
                  <a:lnTo>
                    <a:pt x="556" y="502"/>
                  </a:lnTo>
                  <a:lnTo>
                    <a:pt x="553" y="501"/>
                  </a:lnTo>
                  <a:lnTo>
                    <a:pt x="549" y="502"/>
                  </a:lnTo>
                  <a:lnTo>
                    <a:pt x="545" y="502"/>
                  </a:lnTo>
                  <a:lnTo>
                    <a:pt x="543" y="500"/>
                  </a:lnTo>
                  <a:lnTo>
                    <a:pt x="544" y="497"/>
                  </a:lnTo>
                  <a:lnTo>
                    <a:pt x="547" y="494"/>
                  </a:lnTo>
                  <a:lnTo>
                    <a:pt x="548" y="492"/>
                  </a:lnTo>
                  <a:lnTo>
                    <a:pt x="549" y="490"/>
                  </a:lnTo>
                  <a:lnTo>
                    <a:pt x="548" y="488"/>
                  </a:lnTo>
                  <a:lnTo>
                    <a:pt x="549" y="486"/>
                  </a:lnTo>
                  <a:lnTo>
                    <a:pt x="549" y="484"/>
                  </a:lnTo>
                  <a:lnTo>
                    <a:pt x="549" y="482"/>
                  </a:lnTo>
                  <a:lnTo>
                    <a:pt x="548" y="480"/>
                  </a:lnTo>
                  <a:lnTo>
                    <a:pt x="546" y="477"/>
                  </a:lnTo>
                  <a:lnTo>
                    <a:pt x="546" y="475"/>
                  </a:lnTo>
                  <a:lnTo>
                    <a:pt x="548" y="474"/>
                  </a:lnTo>
                  <a:lnTo>
                    <a:pt x="551" y="473"/>
                  </a:lnTo>
                  <a:lnTo>
                    <a:pt x="553" y="471"/>
                  </a:lnTo>
                  <a:lnTo>
                    <a:pt x="553" y="469"/>
                  </a:lnTo>
                  <a:lnTo>
                    <a:pt x="553" y="466"/>
                  </a:lnTo>
                  <a:lnTo>
                    <a:pt x="555" y="465"/>
                  </a:lnTo>
                  <a:lnTo>
                    <a:pt x="558" y="465"/>
                  </a:lnTo>
                  <a:lnTo>
                    <a:pt x="562" y="466"/>
                  </a:lnTo>
                  <a:lnTo>
                    <a:pt x="565" y="467"/>
                  </a:lnTo>
                  <a:lnTo>
                    <a:pt x="567" y="467"/>
                  </a:lnTo>
                  <a:lnTo>
                    <a:pt x="568" y="466"/>
                  </a:lnTo>
                  <a:lnTo>
                    <a:pt x="570" y="464"/>
                  </a:lnTo>
                  <a:lnTo>
                    <a:pt x="573" y="463"/>
                  </a:lnTo>
                  <a:lnTo>
                    <a:pt x="576" y="463"/>
                  </a:lnTo>
                  <a:lnTo>
                    <a:pt x="579" y="462"/>
                  </a:lnTo>
                  <a:lnTo>
                    <a:pt x="582" y="461"/>
                  </a:lnTo>
                  <a:lnTo>
                    <a:pt x="586" y="462"/>
                  </a:lnTo>
                  <a:lnTo>
                    <a:pt x="588" y="464"/>
                  </a:lnTo>
                  <a:lnTo>
                    <a:pt x="589" y="467"/>
                  </a:lnTo>
                  <a:lnTo>
                    <a:pt x="590" y="470"/>
                  </a:lnTo>
                  <a:lnTo>
                    <a:pt x="592" y="471"/>
                  </a:lnTo>
                  <a:lnTo>
                    <a:pt x="595" y="472"/>
                  </a:lnTo>
                  <a:lnTo>
                    <a:pt x="599" y="473"/>
                  </a:lnTo>
                  <a:lnTo>
                    <a:pt x="601" y="474"/>
                  </a:lnTo>
                  <a:lnTo>
                    <a:pt x="601" y="476"/>
                  </a:lnTo>
                  <a:lnTo>
                    <a:pt x="601" y="479"/>
                  </a:lnTo>
                  <a:lnTo>
                    <a:pt x="603" y="480"/>
                  </a:lnTo>
                  <a:lnTo>
                    <a:pt x="605" y="482"/>
                  </a:lnTo>
                  <a:lnTo>
                    <a:pt x="608" y="484"/>
                  </a:lnTo>
                  <a:close/>
                </a:path>
              </a:pathLst>
            </a:custGeom>
            <a:solidFill>
              <a:srgbClr val="59A3CD">
                <a:alpha val="9600"/>
              </a:srgbClr>
            </a:solidFill>
            <a:ln>
              <a:noFill/>
            </a:ln>
          </p:spPr>
          <p:txBody>
            <a:bodyPr anchor="ctr"/>
            <a:lstStyle/>
            <a:p>
              <a:pPr algn="ctr">
                <a:buNone/>
              </a:pPr>
            </a:p>
          </p:txBody>
        </p:sp>
        <p:sp>
          <p:nvSpPr>
            <p:cNvPr id="7076" name="addition:input:75">
              <a:extLst>
                <a:ext uri="{FF2B5EF4-FFF2-40B4-BE49-F238E27FC236}">
                  <ns2:creationId id="{DCCA4259-DC50-46D9-98C1-EB2458E0514E}"/>
                </a:ext>
              </a:extLst>
            </p:cNvPr>
            <p:cNvSpPr>
              <a:spLocks noGrp="1"/>
            </p:cNvSpPr>
            <p:nvPr/>
          </p:nvSpPr>
          <p:spPr>
            <a:xfrm>
              <a:off x="209550" y="5438775"/>
              <a:ext cx="1043513" cy="993496"/>
            </a:xfrm>
            <a:custGeom>
              <a:rect l="l" t="t" r="r" b="b"/>
              <a:pathLst>
                <a:path w="634" h="530">
                  <a:moveTo>
                    <a:pt x="0" y="0"/>
                  </a:moveTo>
                  <a:moveTo>
                    <a:pt x="626" y="505"/>
                  </a:moveTo>
                  <a:lnTo>
                    <a:pt x="625" y="507"/>
                  </a:lnTo>
                  <a:lnTo>
                    <a:pt x="624" y="509"/>
                  </a:lnTo>
                  <a:lnTo>
                    <a:pt x="623" y="511"/>
                  </a:lnTo>
                  <a:lnTo>
                    <a:pt x="623" y="513"/>
                  </a:lnTo>
                  <a:lnTo>
                    <a:pt x="623" y="515"/>
                  </a:lnTo>
                  <a:lnTo>
                    <a:pt x="624" y="518"/>
                  </a:lnTo>
                  <a:lnTo>
                    <a:pt x="625" y="521"/>
                  </a:lnTo>
                  <a:lnTo>
                    <a:pt x="623" y="523"/>
                  </a:lnTo>
                  <a:lnTo>
                    <a:pt x="620" y="524"/>
                  </a:lnTo>
                  <a:lnTo>
                    <a:pt x="616" y="524"/>
                  </a:lnTo>
                  <a:lnTo>
                    <a:pt x="613" y="525"/>
                  </a:lnTo>
                  <a:lnTo>
                    <a:pt x="611" y="526"/>
                  </a:lnTo>
                  <a:lnTo>
                    <a:pt x="610" y="528"/>
                  </a:lnTo>
                  <a:lnTo>
                    <a:pt x="608" y="530"/>
                  </a:lnTo>
                  <a:lnTo>
                    <a:pt x="605" y="529"/>
                  </a:lnTo>
                  <a:lnTo>
                    <a:pt x="602" y="527"/>
                  </a:lnTo>
                  <a:lnTo>
                    <a:pt x="600" y="526"/>
                  </a:lnTo>
                  <a:lnTo>
                    <a:pt x="598" y="527"/>
                  </a:lnTo>
                  <a:lnTo>
                    <a:pt x="595" y="528"/>
                  </a:lnTo>
                  <a:lnTo>
                    <a:pt x="592" y="529"/>
                  </a:lnTo>
                  <a:lnTo>
                    <a:pt x="589" y="529"/>
                  </a:lnTo>
                  <a:lnTo>
                    <a:pt x="586" y="529"/>
                  </a:lnTo>
                  <a:lnTo>
                    <a:pt x="583" y="529"/>
                  </a:lnTo>
                  <a:lnTo>
                    <a:pt x="579" y="529"/>
                  </a:lnTo>
                  <a:lnTo>
                    <a:pt x="576" y="527"/>
                  </a:lnTo>
                  <a:lnTo>
                    <a:pt x="575" y="524"/>
                  </a:lnTo>
                  <a:lnTo>
                    <a:pt x="576" y="520"/>
                  </a:lnTo>
                  <a:lnTo>
                    <a:pt x="577" y="517"/>
                  </a:lnTo>
                  <a:lnTo>
                    <a:pt x="575" y="516"/>
                  </a:lnTo>
                  <a:lnTo>
                    <a:pt x="571" y="515"/>
                  </a:lnTo>
                  <a:lnTo>
                    <a:pt x="567" y="514"/>
                  </a:lnTo>
                  <a:lnTo>
                    <a:pt x="565" y="512"/>
                  </a:lnTo>
                  <a:lnTo>
                    <a:pt x="564" y="509"/>
                  </a:lnTo>
                  <a:lnTo>
                    <a:pt x="564" y="507"/>
                  </a:lnTo>
                  <a:lnTo>
                    <a:pt x="563" y="505"/>
                  </a:lnTo>
                  <a:lnTo>
                    <a:pt x="562" y="503"/>
                  </a:lnTo>
                  <a:lnTo>
                    <a:pt x="561" y="500"/>
                  </a:lnTo>
                  <a:lnTo>
                    <a:pt x="561" y="498"/>
                  </a:lnTo>
                  <a:lnTo>
                    <a:pt x="563" y="496"/>
                  </a:lnTo>
                  <a:lnTo>
                    <a:pt x="564" y="494"/>
                  </a:lnTo>
                  <a:lnTo>
                    <a:pt x="566" y="492"/>
                  </a:lnTo>
                  <a:lnTo>
                    <a:pt x="567" y="490"/>
                  </a:lnTo>
                  <a:lnTo>
                    <a:pt x="570" y="489"/>
                  </a:lnTo>
                  <a:lnTo>
                    <a:pt x="575" y="489"/>
                  </a:lnTo>
                  <a:lnTo>
                    <a:pt x="579" y="489"/>
                  </a:lnTo>
                  <a:lnTo>
                    <a:pt x="581" y="488"/>
                  </a:lnTo>
                  <a:lnTo>
                    <a:pt x="582" y="485"/>
                  </a:lnTo>
                  <a:lnTo>
                    <a:pt x="583" y="481"/>
                  </a:lnTo>
                  <a:lnTo>
                    <a:pt x="585" y="478"/>
                  </a:lnTo>
                  <a:lnTo>
                    <a:pt x="589" y="478"/>
                  </a:lnTo>
                  <a:lnTo>
                    <a:pt x="593" y="478"/>
                  </a:lnTo>
                  <a:lnTo>
                    <a:pt x="597" y="479"/>
                  </a:lnTo>
                  <a:lnTo>
                    <a:pt x="600" y="480"/>
                  </a:lnTo>
                  <a:lnTo>
                    <a:pt x="604" y="480"/>
                  </a:lnTo>
                  <a:lnTo>
                    <a:pt x="607" y="482"/>
                  </a:lnTo>
                  <a:lnTo>
                    <a:pt x="609" y="483"/>
                  </a:lnTo>
                  <a:lnTo>
                    <a:pt x="612" y="485"/>
                  </a:lnTo>
                  <a:lnTo>
                    <a:pt x="614" y="485"/>
                  </a:lnTo>
                  <a:lnTo>
                    <a:pt x="618" y="485"/>
                  </a:lnTo>
                  <a:lnTo>
                    <a:pt x="621" y="486"/>
                  </a:lnTo>
                  <a:lnTo>
                    <a:pt x="622" y="487"/>
                  </a:lnTo>
                  <a:lnTo>
                    <a:pt x="623" y="490"/>
                  </a:lnTo>
                  <a:lnTo>
                    <a:pt x="624" y="492"/>
                  </a:lnTo>
                  <a:lnTo>
                    <a:pt x="626" y="493"/>
                  </a:lnTo>
                  <a:lnTo>
                    <a:pt x="630" y="493"/>
                  </a:lnTo>
                  <a:lnTo>
                    <a:pt x="634" y="495"/>
                  </a:lnTo>
                  <a:lnTo>
                    <a:pt x="634" y="497"/>
                  </a:lnTo>
                  <a:lnTo>
                    <a:pt x="632" y="500"/>
                  </a:lnTo>
                  <a:lnTo>
                    <a:pt x="628" y="503"/>
                  </a:lnTo>
                  <a:close/>
                </a:path>
              </a:pathLst>
            </a:custGeom>
            <a:solidFill>
              <a:srgbClr val="59A3CD">
                <a:alpha val="9600"/>
              </a:srgbClr>
            </a:solidFill>
            <a:ln>
              <a:noFill/>
            </a:ln>
          </p:spPr>
          <p:txBody>
            <a:bodyPr anchor="ctr"/>
            <a:lstStyle/>
            <a:p>
              <a:pPr algn="ctr">
                <a:buNone/>
              </a:pPr>
            </a:p>
          </p:txBody>
        </p:sp>
        <p:sp>
          <p:nvSpPr>
            <p:cNvPr id="7077" name="addition:input:76">
              <a:extLst>
                <a:ext uri="{FF2B5EF4-FFF2-40B4-BE49-F238E27FC236}">
                  <ns2:creationId id="{83C93C08-1E1D-4F88-A524-9216AD2C1889}"/>
                </a:ext>
              </a:extLst>
            </p:cNvPr>
            <p:cNvSpPr>
              <a:spLocks noGrp="1"/>
            </p:cNvSpPr>
            <p:nvPr/>
          </p:nvSpPr>
          <p:spPr>
            <a:xfrm>
              <a:off x="209550" y="5438775"/>
              <a:ext cx="1020470" cy="1034735"/>
            </a:xfrm>
            <a:custGeom>
              <a:rect l="l" t="t" r="r" b="b"/>
              <a:pathLst>
                <a:path w="620" h="552">
                  <a:moveTo>
                    <a:pt x="0" y="0"/>
                  </a:moveTo>
                  <a:moveTo>
                    <a:pt x="616" y="526"/>
                  </a:moveTo>
                  <a:lnTo>
                    <a:pt x="615" y="528"/>
                  </a:lnTo>
                  <a:lnTo>
                    <a:pt x="612" y="530"/>
                  </a:lnTo>
                  <a:lnTo>
                    <a:pt x="610" y="532"/>
                  </a:lnTo>
                  <a:lnTo>
                    <a:pt x="609" y="534"/>
                  </a:lnTo>
                  <a:lnTo>
                    <a:pt x="608" y="537"/>
                  </a:lnTo>
                  <a:lnTo>
                    <a:pt x="606" y="538"/>
                  </a:lnTo>
                  <a:lnTo>
                    <a:pt x="603" y="540"/>
                  </a:lnTo>
                  <a:lnTo>
                    <a:pt x="601" y="541"/>
                  </a:lnTo>
                  <a:lnTo>
                    <a:pt x="600" y="544"/>
                  </a:lnTo>
                  <a:lnTo>
                    <a:pt x="600" y="547"/>
                  </a:lnTo>
                  <a:lnTo>
                    <a:pt x="599" y="551"/>
                  </a:lnTo>
                  <a:lnTo>
                    <a:pt x="595" y="552"/>
                  </a:lnTo>
                  <a:lnTo>
                    <a:pt x="590" y="551"/>
                  </a:lnTo>
                  <a:lnTo>
                    <a:pt x="586" y="549"/>
                  </a:lnTo>
                  <a:lnTo>
                    <a:pt x="582" y="548"/>
                  </a:lnTo>
                  <a:lnTo>
                    <a:pt x="579" y="548"/>
                  </a:lnTo>
                  <a:lnTo>
                    <a:pt x="577" y="549"/>
                  </a:lnTo>
                  <a:lnTo>
                    <a:pt x="574" y="549"/>
                  </a:lnTo>
                  <a:lnTo>
                    <a:pt x="571" y="550"/>
                  </a:lnTo>
                  <a:lnTo>
                    <a:pt x="568" y="550"/>
                  </a:lnTo>
                  <a:lnTo>
                    <a:pt x="565" y="550"/>
                  </a:lnTo>
                  <a:lnTo>
                    <a:pt x="561" y="551"/>
                  </a:lnTo>
                  <a:lnTo>
                    <a:pt x="557" y="550"/>
                  </a:lnTo>
                  <a:lnTo>
                    <a:pt x="555" y="548"/>
                  </a:lnTo>
                  <a:lnTo>
                    <a:pt x="554" y="546"/>
                  </a:lnTo>
                  <a:lnTo>
                    <a:pt x="552" y="544"/>
                  </a:lnTo>
                  <a:lnTo>
                    <a:pt x="549" y="542"/>
                  </a:lnTo>
                  <a:lnTo>
                    <a:pt x="545" y="542"/>
                  </a:lnTo>
                  <a:lnTo>
                    <a:pt x="542" y="540"/>
                  </a:lnTo>
                  <a:lnTo>
                    <a:pt x="542" y="537"/>
                  </a:lnTo>
                  <a:lnTo>
                    <a:pt x="544" y="534"/>
                  </a:lnTo>
                  <a:lnTo>
                    <a:pt x="545" y="532"/>
                  </a:lnTo>
                  <a:lnTo>
                    <a:pt x="544" y="530"/>
                  </a:lnTo>
                  <a:lnTo>
                    <a:pt x="540" y="528"/>
                  </a:lnTo>
                  <a:lnTo>
                    <a:pt x="536" y="526"/>
                  </a:lnTo>
                  <a:lnTo>
                    <a:pt x="534" y="524"/>
                  </a:lnTo>
                  <a:lnTo>
                    <a:pt x="533" y="521"/>
                  </a:lnTo>
                  <a:lnTo>
                    <a:pt x="532" y="519"/>
                  </a:lnTo>
                  <a:lnTo>
                    <a:pt x="532" y="516"/>
                  </a:lnTo>
                  <a:lnTo>
                    <a:pt x="533" y="514"/>
                  </a:lnTo>
                  <a:lnTo>
                    <a:pt x="537" y="512"/>
                  </a:lnTo>
                  <a:lnTo>
                    <a:pt x="542" y="512"/>
                  </a:lnTo>
                  <a:lnTo>
                    <a:pt x="547" y="512"/>
                  </a:lnTo>
                  <a:lnTo>
                    <a:pt x="549" y="510"/>
                  </a:lnTo>
                  <a:lnTo>
                    <a:pt x="550" y="508"/>
                  </a:lnTo>
                  <a:lnTo>
                    <a:pt x="551" y="505"/>
                  </a:lnTo>
                  <a:lnTo>
                    <a:pt x="553" y="503"/>
                  </a:lnTo>
                  <a:lnTo>
                    <a:pt x="558" y="503"/>
                  </a:lnTo>
                  <a:lnTo>
                    <a:pt x="562" y="503"/>
                  </a:lnTo>
                  <a:lnTo>
                    <a:pt x="566" y="503"/>
                  </a:lnTo>
                  <a:lnTo>
                    <a:pt x="569" y="501"/>
                  </a:lnTo>
                  <a:lnTo>
                    <a:pt x="573" y="499"/>
                  </a:lnTo>
                  <a:lnTo>
                    <a:pt x="578" y="498"/>
                  </a:lnTo>
                  <a:lnTo>
                    <a:pt x="582" y="499"/>
                  </a:lnTo>
                  <a:lnTo>
                    <a:pt x="586" y="500"/>
                  </a:lnTo>
                  <a:lnTo>
                    <a:pt x="590" y="501"/>
                  </a:lnTo>
                  <a:lnTo>
                    <a:pt x="594" y="503"/>
                  </a:lnTo>
                  <a:lnTo>
                    <a:pt x="597" y="504"/>
                  </a:lnTo>
                  <a:lnTo>
                    <a:pt x="598" y="507"/>
                  </a:lnTo>
                  <a:lnTo>
                    <a:pt x="599" y="510"/>
                  </a:lnTo>
                  <a:lnTo>
                    <a:pt x="602" y="511"/>
                  </a:lnTo>
                  <a:lnTo>
                    <a:pt x="606" y="511"/>
                  </a:lnTo>
                  <a:lnTo>
                    <a:pt x="612" y="511"/>
                  </a:lnTo>
                  <a:lnTo>
                    <a:pt x="618" y="511"/>
                  </a:lnTo>
                  <a:lnTo>
                    <a:pt x="620" y="513"/>
                  </a:lnTo>
                  <a:lnTo>
                    <a:pt x="619" y="516"/>
                  </a:lnTo>
                  <a:lnTo>
                    <a:pt x="617" y="519"/>
                  </a:lnTo>
                  <a:lnTo>
                    <a:pt x="616" y="521"/>
                  </a:lnTo>
                  <a:lnTo>
                    <a:pt x="616" y="524"/>
                  </a:lnTo>
                  <a:close/>
                </a:path>
              </a:pathLst>
            </a:custGeom>
            <a:solidFill>
              <a:srgbClr val="59A3CD">
                <a:alpha val="9600"/>
              </a:srgbClr>
            </a:solidFill>
            <a:ln>
              <a:noFill/>
            </a:ln>
          </p:spPr>
          <p:txBody>
            <a:bodyPr anchor="ctr"/>
            <a:lstStyle/>
            <a:p>
              <a:pPr algn="ctr">
                <a:buNone/>
              </a:pPr>
            </a:p>
          </p:txBody>
        </p:sp>
        <p:sp>
          <p:nvSpPr>
            <p:cNvPr id="7078" name="addition:input:77">
              <a:extLst>
                <a:ext uri="{FF2B5EF4-FFF2-40B4-BE49-F238E27FC236}">
                  <ns2:creationId id="{3B48F4FB-8972-4197-8DC1-2A78D6DDC003}"/>
                </a:ext>
              </a:extLst>
            </p:cNvPr>
            <p:cNvSpPr>
              <a:spLocks noGrp="1"/>
            </p:cNvSpPr>
            <p:nvPr/>
          </p:nvSpPr>
          <p:spPr>
            <a:xfrm>
              <a:off x="209550" y="5438775"/>
              <a:ext cx="941466" cy="1038484"/>
            </a:xfrm>
            <a:custGeom>
              <a:rect l="l" t="t" r="r" b="b"/>
              <a:pathLst>
                <a:path w="572" h="554">
                  <a:moveTo>
                    <a:pt x="0" y="0"/>
                  </a:moveTo>
                  <a:moveTo>
                    <a:pt x="571" y="528"/>
                  </a:moveTo>
                  <a:lnTo>
                    <a:pt x="571" y="531"/>
                  </a:lnTo>
                  <a:lnTo>
                    <a:pt x="568" y="533"/>
                  </a:lnTo>
                  <a:lnTo>
                    <a:pt x="565" y="534"/>
                  </a:lnTo>
                  <a:lnTo>
                    <a:pt x="562" y="536"/>
                  </a:lnTo>
                  <a:lnTo>
                    <a:pt x="562" y="538"/>
                  </a:lnTo>
                  <a:lnTo>
                    <a:pt x="565" y="541"/>
                  </a:lnTo>
                  <a:lnTo>
                    <a:pt x="566" y="544"/>
                  </a:lnTo>
                  <a:lnTo>
                    <a:pt x="566" y="547"/>
                  </a:lnTo>
                  <a:lnTo>
                    <a:pt x="563" y="548"/>
                  </a:lnTo>
                  <a:lnTo>
                    <a:pt x="559" y="549"/>
                  </a:lnTo>
                  <a:lnTo>
                    <a:pt x="556" y="549"/>
                  </a:lnTo>
                  <a:lnTo>
                    <a:pt x="553" y="550"/>
                  </a:lnTo>
                  <a:lnTo>
                    <a:pt x="551" y="550"/>
                  </a:lnTo>
                  <a:lnTo>
                    <a:pt x="548" y="550"/>
                  </a:lnTo>
                  <a:lnTo>
                    <a:pt x="545" y="549"/>
                  </a:lnTo>
                  <a:lnTo>
                    <a:pt x="543" y="550"/>
                  </a:lnTo>
                  <a:lnTo>
                    <a:pt x="541" y="552"/>
                  </a:lnTo>
                  <a:lnTo>
                    <a:pt x="538" y="554"/>
                  </a:lnTo>
                  <a:lnTo>
                    <a:pt x="535" y="554"/>
                  </a:lnTo>
                  <a:lnTo>
                    <a:pt x="532" y="553"/>
                  </a:lnTo>
                  <a:lnTo>
                    <a:pt x="530" y="551"/>
                  </a:lnTo>
                  <a:lnTo>
                    <a:pt x="527" y="550"/>
                  </a:lnTo>
                  <a:lnTo>
                    <a:pt x="524" y="550"/>
                  </a:lnTo>
                  <a:lnTo>
                    <a:pt x="519" y="551"/>
                  </a:lnTo>
                  <a:lnTo>
                    <a:pt x="516" y="550"/>
                  </a:lnTo>
                  <a:lnTo>
                    <a:pt x="514" y="548"/>
                  </a:lnTo>
                  <a:lnTo>
                    <a:pt x="514" y="544"/>
                  </a:lnTo>
                  <a:lnTo>
                    <a:pt x="513" y="542"/>
                  </a:lnTo>
                  <a:lnTo>
                    <a:pt x="512" y="540"/>
                  </a:lnTo>
                  <a:lnTo>
                    <a:pt x="510" y="538"/>
                  </a:lnTo>
                  <a:lnTo>
                    <a:pt x="509" y="536"/>
                  </a:lnTo>
                  <a:lnTo>
                    <a:pt x="507" y="534"/>
                  </a:lnTo>
                  <a:lnTo>
                    <a:pt x="505" y="532"/>
                  </a:lnTo>
                  <a:lnTo>
                    <a:pt x="501" y="531"/>
                  </a:lnTo>
                  <a:lnTo>
                    <a:pt x="497" y="528"/>
                  </a:lnTo>
                  <a:lnTo>
                    <a:pt x="495" y="526"/>
                  </a:lnTo>
                  <a:lnTo>
                    <a:pt x="496" y="523"/>
                  </a:lnTo>
                  <a:lnTo>
                    <a:pt x="500" y="522"/>
                  </a:lnTo>
                  <a:lnTo>
                    <a:pt x="504" y="520"/>
                  </a:lnTo>
                  <a:lnTo>
                    <a:pt x="506" y="519"/>
                  </a:lnTo>
                  <a:lnTo>
                    <a:pt x="507" y="516"/>
                  </a:lnTo>
                  <a:lnTo>
                    <a:pt x="507" y="514"/>
                  </a:lnTo>
                  <a:lnTo>
                    <a:pt x="509" y="512"/>
                  </a:lnTo>
                  <a:lnTo>
                    <a:pt x="513" y="511"/>
                  </a:lnTo>
                  <a:lnTo>
                    <a:pt x="516" y="511"/>
                  </a:lnTo>
                  <a:lnTo>
                    <a:pt x="519" y="509"/>
                  </a:lnTo>
                  <a:lnTo>
                    <a:pt x="521" y="507"/>
                  </a:lnTo>
                  <a:lnTo>
                    <a:pt x="524" y="506"/>
                  </a:lnTo>
                  <a:lnTo>
                    <a:pt x="527" y="504"/>
                  </a:lnTo>
                  <a:lnTo>
                    <a:pt x="530" y="504"/>
                  </a:lnTo>
                  <a:lnTo>
                    <a:pt x="534" y="503"/>
                  </a:lnTo>
                  <a:lnTo>
                    <a:pt x="538" y="501"/>
                  </a:lnTo>
                  <a:lnTo>
                    <a:pt x="541" y="500"/>
                  </a:lnTo>
                  <a:lnTo>
                    <a:pt x="545" y="501"/>
                  </a:lnTo>
                  <a:lnTo>
                    <a:pt x="548" y="505"/>
                  </a:lnTo>
                  <a:lnTo>
                    <a:pt x="550" y="508"/>
                  </a:lnTo>
                  <a:lnTo>
                    <a:pt x="551" y="510"/>
                  </a:lnTo>
                  <a:lnTo>
                    <a:pt x="554" y="510"/>
                  </a:lnTo>
                  <a:lnTo>
                    <a:pt x="558" y="509"/>
                  </a:lnTo>
                  <a:lnTo>
                    <a:pt x="562" y="509"/>
                  </a:lnTo>
                  <a:lnTo>
                    <a:pt x="565" y="510"/>
                  </a:lnTo>
                  <a:lnTo>
                    <a:pt x="567" y="512"/>
                  </a:lnTo>
                  <a:lnTo>
                    <a:pt x="568" y="513"/>
                  </a:lnTo>
                  <a:lnTo>
                    <a:pt x="570" y="515"/>
                  </a:lnTo>
                  <a:lnTo>
                    <a:pt x="572" y="517"/>
                  </a:lnTo>
                  <a:lnTo>
                    <a:pt x="572" y="519"/>
                  </a:lnTo>
                  <a:lnTo>
                    <a:pt x="571" y="522"/>
                  </a:lnTo>
                  <a:lnTo>
                    <a:pt x="570" y="524"/>
                  </a:lnTo>
                  <a:lnTo>
                    <a:pt x="570" y="526"/>
                  </a:lnTo>
                  <a:close/>
                </a:path>
              </a:pathLst>
            </a:custGeom>
            <a:solidFill>
              <a:srgbClr val="59A3CD">
                <a:alpha val="9600"/>
              </a:srgbClr>
            </a:solidFill>
            <a:ln>
              <a:noFill/>
            </a:ln>
          </p:spPr>
          <p:txBody>
            <a:bodyPr anchor="ctr"/>
            <a:lstStyle/>
            <a:p>
              <a:pPr algn="ctr">
                <a:buNone/>
              </a:pPr>
            </a:p>
          </p:txBody>
        </p:sp>
        <p:sp>
          <p:nvSpPr>
            <p:cNvPr id="7079" name="addition:input:78">
              <a:extLst>
                <a:ext uri="{FF2B5EF4-FFF2-40B4-BE49-F238E27FC236}">
                  <ns2:creationId id="{C05A0609-34FB-414D-8275-3BD4A86B9ACC}"/>
                </a:ext>
              </a:extLst>
            </p:cNvPr>
            <p:cNvSpPr>
              <a:spLocks noGrp="1"/>
            </p:cNvSpPr>
            <p:nvPr/>
          </p:nvSpPr>
          <p:spPr>
            <a:xfrm>
              <a:off x="209550" y="5438775"/>
              <a:ext cx="880567" cy="1017864"/>
            </a:xfrm>
            <a:custGeom>
              <a:rect l="l" t="t" r="r" b="b"/>
              <a:pathLst>
                <a:path w="535" h="543">
                  <a:moveTo>
                    <a:pt x="0" y="0"/>
                  </a:moveTo>
                  <a:moveTo>
                    <a:pt x="530" y="519"/>
                  </a:moveTo>
                  <a:lnTo>
                    <a:pt x="532" y="521"/>
                  </a:lnTo>
                  <a:lnTo>
                    <a:pt x="533" y="523"/>
                  </a:lnTo>
                  <a:lnTo>
                    <a:pt x="532" y="525"/>
                  </a:lnTo>
                  <a:lnTo>
                    <a:pt x="530" y="526"/>
                  </a:lnTo>
                  <a:lnTo>
                    <a:pt x="529" y="528"/>
                  </a:lnTo>
                  <a:lnTo>
                    <a:pt x="529" y="530"/>
                  </a:lnTo>
                  <a:lnTo>
                    <a:pt x="530" y="532"/>
                  </a:lnTo>
                  <a:lnTo>
                    <a:pt x="529" y="535"/>
                  </a:lnTo>
                  <a:lnTo>
                    <a:pt x="528" y="536"/>
                  </a:lnTo>
                  <a:lnTo>
                    <a:pt x="525" y="537"/>
                  </a:lnTo>
                  <a:lnTo>
                    <a:pt x="523" y="537"/>
                  </a:lnTo>
                  <a:lnTo>
                    <a:pt x="521" y="538"/>
                  </a:lnTo>
                  <a:lnTo>
                    <a:pt x="519" y="538"/>
                  </a:lnTo>
                  <a:lnTo>
                    <a:pt x="516" y="538"/>
                  </a:lnTo>
                  <a:lnTo>
                    <a:pt x="514" y="537"/>
                  </a:lnTo>
                  <a:lnTo>
                    <a:pt x="512" y="536"/>
                  </a:lnTo>
                  <a:lnTo>
                    <a:pt x="511" y="538"/>
                  </a:lnTo>
                  <a:lnTo>
                    <a:pt x="508" y="540"/>
                  </a:lnTo>
                  <a:lnTo>
                    <a:pt x="505" y="543"/>
                  </a:lnTo>
                  <a:lnTo>
                    <a:pt x="503" y="543"/>
                  </a:lnTo>
                  <a:lnTo>
                    <a:pt x="500" y="541"/>
                  </a:lnTo>
                  <a:lnTo>
                    <a:pt x="498" y="539"/>
                  </a:lnTo>
                  <a:lnTo>
                    <a:pt x="496" y="538"/>
                  </a:lnTo>
                  <a:lnTo>
                    <a:pt x="494" y="537"/>
                  </a:lnTo>
                  <a:lnTo>
                    <a:pt x="491" y="536"/>
                  </a:lnTo>
                  <a:lnTo>
                    <a:pt x="489" y="534"/>
                  </a:lnTo>
                  <a:lnTo>
                    <a:pt x="488" y="532"/>
                  </a:lnTo>
                  <a:lnTo>
                    <a:pt x="487" y="531"/>
                  </a:lnTo>
                  <a:lnTo>
                    <a:pt x="485" y="529"/>
                  </a:lnTo>
                  <a:lnTo>
                    <a:pt x="483" y="528"/>
                  </a:lnTo>
                  <a:lnTo>
                    <a:pt x="481" y="527"/>
                  </a:lnTo>
                  <a:lnTo>
                    <a:pt x="481" y="525"/>
                  </a:lnTo>
                  <a:lnTo>
                    <a:pt x="481" y="523"/>
                  </a:lnTo>
                  <a:lnTo>
                    <a:pt x="479" y="521"/>
                  </a:lnTo>
                  <a:lnTo>
                    <a:pt x="476" y="519"/>
                  </a:lnTo>
                  <a:lnTo>
                    <a:pt x="473" y="517"/>
                  </a:lnTo>
                  <a:lnTo>
                    <a:pt x="473" y="515"/>
                  </a:lnTo>
                  <a:lnTo>
                    <a:pt x="475" y="513"/>
                  </a:lnTo>
                  <a:lnTo>
                    <a:pt x="479" y="512"/>
                  </a:lnTo>
                  <a:lnTo>
                    <a:pt x="483" y="511"/>
                  </a:lnTo>
                  <a:lnTo>
                    <a:pt x="485" y="510"/>
                  </a:lnTo>
                  <a:lnTo>
                    <a:pt x="486" y="508"/>
                  </a:lnTo>
                  <a:lnTo>
                    <a:pt x="487" y="507"/>
                  </a:lnTo>
                  <a:lnTo>
                    <a:pt x="489" y="505"/>
                  </a:lnTo>
                  <a:lnTo>
                    <a:pt x="491" y="504"/>
                  </a:lnTo>
                  <a:lnTo>
                    <a:pt x="492" y="502"/>
                  </a:lnTo>
                  <a:lnTo>
                    <a:pt x="494" y="500"/>
                  </a:lnTo>
                  <a:lnTo>
                    <a:pt x="496" y="498"/>
                  </a:lnTo>
                  <a:lnTo>
                    <a:pt x="499" y="498"/>
                  </a:lnTo>
                  <a:lnTo>
                    <a:pt x="503" y="498"/>
                  </a:lnTo>
                  <a:lnTo>
                    <a:pt x="506" y="499"/>
                  </a:lnTo>
                  <a:lnTo>
                    <a:pt x="508" y="499"/>
                  </a:lnTo>
                  <a:lnTo>
                    <a:pt x="511" y="498"/>
                  </a:lnTo>
                  <a:lnTo>
                    <a:pt x="514" y="497"/>
                  </a:lnTo>
                  <a:lnTo>
                    <a:pt x="516" y="498"/>
                  </a:lnTo>
                  <a:lnTo>
                    <a:pt x="518" y="501"/>
                  </a:lnTo>
                  <a:lnTo>
                    <a:pt x="519" y="503"/>
                  </a:lnTo>
                  <a:lnTo>
                    <a:pt x="520" y="504"/>
                  </a:lnTo>
                  <a:lnTo>
                    <a:pt x="523" y="504"/>
                  </a:lnTo>
                  <a:lnTo>
                    <a:pt x="526" y="503"/>
                  </a:lnTo>
                  <a:lnTo>
                    <a:pt x="528" y="504"/>
                  </a:lnTo>
                  <a:lnTo>
                    <a:pt x="530" y="505"/>
                  </a:lnTo>
                  <a:lnTo>
                    <a:pt x="532" y="506"/>
                  </a:lnTo>
                  <a:lnTo>
                    <a:pt x="534" y="507"/>
                  </a:lnTo>
                  <a:lnTo>
                    <a:pt x="535" y="509"/>
                  </a:lnTo>
                  <a:lnTo>
                    <a:pt x="535" y="511"/>
                  </a:lnTo>
                  <a:lnTo>
                    <a:pt x="533" y="514"/>
                  </a:lnTo>
                  <a:lnTo>
                    <a:pt x="530" y="516"/>
                  </a:lnTo>
                  <a:lnTo>
                    <a:pt x="529" y="518"/>
                  </a:lnTo>
                  <a:close/>
                </a:path>
              </a:pathLst>
            </a:custGeom>
            <a:solidFill>
              <a:srgbClr val="59A3CD">
                <a:alpha val="9600"/>
              </a:srgbClr>
            </a:solidFill>
            <a:ln>
              <a:noFill/>
            </a:ln>
          </p:spPr>
          <p:txBody>
            <a:bodyPr anchor="ctr"/>
            <a:lstStyle/>
            <a:p>
              <a:pPr algn="ctr">
                <a:buNone/>
              </a:pPr>
            </a:p>
          </p:txBody>
        </p:sp>
        <p:sp>
          <p:nvSpPr>
            <p:cNvPr id="7080" name="addition:input:79">
              <a:extLst>
                <a:ext uri="{FF2B5EF4-FFF2-40B4-BE49-F238E27FC236}">
                  <ns2:creationId id="{ADE92909-C42A-406F-A231-190170006204}"/>
                </a:ext>
              </a:extLst>
            </p:cNvPr>
            <p:cNvSpPr>
              <a:spLocks noGrp="1"/>
            </p:cNvSpPr>
            <p:nvPr/>
          </p:nvSpPr>
          <p:spPr>
            <a:xfrm>
              <a:off x="209550" y="5438775"/>
              <a:ext cx="994136" cy="1019739"/>
            </a:xfrm>
            <a:custGeom>
              <a:rect l="l" t="t" r="r" b="b"/>
              <a:pathLst>
                <a:path w="604" h="544">
                  <a:moveTo>
                    <a:pt x="0" y="0"/>
                  </a:moveTo>
                  <a:moveTo>
                    <a:pt x="602" y="516"/>
                  </a:moveTo>
                  <a:lnTo>
                    <a:pt x="599" y="518"/>
                  </a:lnTo>
                  <a:lnTo>
                    <a:pt x="595" y="520"/>
                  </a:lnTo>
                  <a:lnTo>
                    <a:pt x="593" y="522"/>
                  </a:lnTo>
                  <a:lnTo>
                    <a:pt x="593" y="525"/>
                  </a:lnTo>
                  <a:lnTo>
                    <a:pt x="593" y="528"/>
                  </a:lnTo>
                  <a:lnTo>
                    <a:pt x="592" y="530"/>
                  </a:lnTo>
                  <a:lnTo>
                    <a:pt x="588" y="531"/>
                  </a:lnTo>
                  <a:lnTo>
                    <a:pt x="583" y="532"/>
                  </a:lnTo>
                  <a:lnTo>
                    <a:pt x="580" y="533"/>
                  </a:lnTo>
                  <a:lnTo>
                    <a:pt x="579" y="536"/>
                  </a:lnTo>
                  <a:lnTo>
                    <a:pt x="578" y="540"/>
                  </a:lnTo>
                  <a:lnTo>
                    <a:pt x="576" y="543"/>
                  </a:lnTo>
                  <a:lnTo>
                    <a:pt x="572" y="544"/>
                  </a:lnTo>
                  <a:lnTo>
                    <a:pt x="567" y="543"/>
                  </a:lnTo>
                  <a:lnTo>
                    <a:pt x="563" y="542"/>
                  </a:lnTo>
                  <a:lnTo>
                    <a:pt x="559" y="542"/>
                  </a:lnTo>
                  <a:lnTo>
                    <a:pt x="556" y="541"/>
                  </a:lnTo>
                  <a:lnTo>
                    <a:pt x="553" y="540"/>
                  </a:lnTo>
                  <a:lnTo>
                    <a:pt x="551" y="539"/>
                  </a:lnTo>
                  <a:lnTo>
                    <a:pt x="548" y="538"/>
                  </a:lnTo>
                  <a:lnTo>
                    <a:pt x="545" y="540"/>
                  </a:lnTo>
                  <a:lnTo>
                    <a:pt x="540" y="542"/>
                  </a:lnTo>
                  <a:lnTo>
                    <a:pt x="536" y="543"/>
                  </a:lnTo>
                  <a:lnTo>
                    <a:pt x="533" y="541"/>
                  </a:lnTo>
                  <a:lnTo>
                    <a:pt x="531" y="538"/>
                  </a:lnTo>
                  <a:lnTo>
                    <a:pt x="531" y="535"/>
                  </a:lnTo>
                  <a:lnTo>
                    <a:pt x="529" y="533"/>
                  </a:lnTo>
                  <a:lnTo>
                    <a:pt x="526" y="532"/>
                  </a:lnTo>
                  <a:lnTo>
                    <a:pt x="522" y="530"/>
                  </a:lnTo>
                  <a:lnTo>
                    <a:pt x="521" y="528"/>
                  </a:lnTo>
                  <a:lnTo>
                    <a:pt x="522" y="525"/>
                  </a:lnTo>
                  <a:lnTo>
                    <a:pt x="523" y="522"/>
                  </a:lnTo>
                  <a:lnTo>
                    <a:pt x="523" y="520"/>
                  </a:lnTo>
                  <a:lnTo>
                    <a:pt x="521" y="518"/>
                  </a:lnTo>
                  <a:lnTo>
                    <a:pt x="520" y="516"/>
                  </a:lnTo>
                  <a:lnTo>
                    <a:pt x="519" y="514"/>
                  </a:lnTo>
                  <a:lnTo>
                    <a:pt x="519" y="511"/>
                  </a:lnTo>
                  <a:lnTo>
                    <a:pt x="517" y="509"/>
                  </a:lnTo>
                  <a:lnTo>
                    <a:pt x="514" y="505"/>
                  </a:lnTo>
                  <a:lnTo>
                    <a:pt x="512" y="502"/>
                  </a:lnTo>
                  <a:lnTo>
                    <a:pt x="513" y="499"/>
                  </a:lnTo>
                  <a:lnTo>
                    <a:pt x="519" y="499"/>
                  </a:lnTo>
                  <a:lnTo>
                    <a:pt x="525" y="499"/>
                  </a:lnTo>
                  <a:lnTo>
                    <a:pt x="529" y="499"/>
                  </a:lnTo>
                  <a:lnTo>
                    <a:pt x="531" y="497"/>
                  </a:lnTo>
                  <a:lnTo>
                    <a:pt x="532" y="495"/>
                  </a:lnTo>
                  <a:lnTo>
                    <a:pt x="534" y="493"/>
                  </a:lnTo>
                  <a:lnTo>
                    <a:pt x="537" y="491"/>
                  </a:lnTo>
                  <a:lnTo>
                    <a:pt x="541" y="491"/>
                  </a:lnTo>
                  <a:lnTo>
                    <a:pt x="545" y="490"/>
                  </a:lnTo>
                  <a:lnTo>
                    <a:pt x="548" y="489"/>
                  </a:lnTo>
                  <a:lnTo>
                    <a:pt x="552" y="487"/>
                  </a:lnTo>
                  <a:lnTo>
                    <a:pt x="557" y="487"/>
                  </a:lnTo>
                  <a:lnTo>
                    <a:pt x="561" y="488"/>
                  </a:lnTo>
                  <a:lnTo>
                    <a:pt x="565" y="489"/>
                  </a:lnTo>
                  <a:lnTo>
                    <a:pt x="570" y="489"/>
                  </a:lnTo>
                  <a:lnTo>
                    <a:pt x="575" y="489"/>
                  </a:lnTo>
                  <a:lnTo>
                    <a:pt x="579" y="490"/>
                  </a:lnTo>
                  <a:lnTo>
                    <a:pt x="582" y="493"/>
                  </a:lnTo>
                  <a:lnTo>
                    <a:pt x="582" y="497"/>
                  </a:lnTo>
                  <a:lnTo>
                    <a:pt x="582" y="500"/>
                  </a:lnTo>
                  <a:lnTo>
                    <a:pt x="585" y="501"/>
                  </a:lnTo>
                  <a:lnTo>
                    <a:pt x="590" y="501"/>
                  </a:lnTo>
                  <a:lnTo>
                    <a:pt x="596" y="502"/>
                  </a:lnTo>
                  <a:lnTo>
                    <a:pt x="601" y="503"/>
                  </a:lnTo>
                  <a:lnTo>
                    <a:pt x="603" y="505"/>
                  </a:lnTo>
                  <a:lnTo>
                    <a:pt x="603" y="508"/>
                  </a:lnTo>
                  <a:lnTo>
                    <a:pt x="604" y="511"/>
                  </a:lnTo>
                  <a:lnTo>
                    <a:pt x="604" y="513"/>
                  </a:lnTo>
                  <a:close/>
                </a:path>
              </a:pathLst>
            </a:custGeom>
            <a:solidFill>
              <a:srgbClr val="59A3CD">
                <a:alpha val="9600"/>
              </a:srgbClr>
            </a:solidFill>
            <a:ln>
              <a:noFill/>
            </a:ln>
          </p:spPr>
          <p:txBody>
            <a:bodyPr anchor="ctr"/>
            <a:lstStyle/>
            <a:p>
              <a:pPr algn="ctr">
                <a:buNone/>
              </a:pPr>
            </a:p>
          </p:txBody>
        </p:sp>
        <p:sp>
          <p:nvSpPr>
            <p:cNvPr id="7081" name="addition:input:80">
              <a:extLst>
                <a:ext uri="{FF2B5EF4-FFF2-40B4-BE49-F238E27FC236}">
                  <ns2:creationId id="{7563345B-78A5-48F8-BE20-46AAC20EA235}"/>
                </a:ext>
              </a:extLst>
            </p:cNvPr>
            <p:cNvSpPr>
              <a:spLocks noGrp="1"/>
            </p:cNvSpPr>
            <p:nvPr/>
          </p:nvSpPr>
          <p:spPr>
            <a:xfrm>
              <a:off x="209550" y="5438775"/>
              <a:ext cx="1028700" cy="1036610"/>
            </a:xfrm>
            <a:custGeom>
              <a:rect l="l" t="t" r="r" b="b"/>
              <a:pathLst>
                <a:path w="625" h="553">
                  <a:moveTo>
                    <a:pt x="0" y="0"/>
                  </a:moveTo>
                  <a:moveTo>
                    <a:pt x="624" y="511"/>
                  </a:moveTo>
                  <a:lnTo>
                    <a:pt x="617" y="515"/>
                  </a:lnTo>
                  <a:lnTo>
                    <a:pt x="609" y="517"/>
                  </a:lnTo>
                  <a:lnTo>
                    <a:pt x="603" y="520"/>
                  </a:lnTo>
                  <a:lnTo>
                    <a:pt x="602" y="523"/>
                  </a:lnTo>
                  <a:lnTo>
                    <a:pt x="603" y="527"/>
                  </a:lnTo>
                  <a:lnTo>
                    <a:pt x="602" y="531"/>
                  </a:lnTo>
                  <a:lnTo>
                    <a:pt x="599" y="534"/>
                  </a:lnTo>
                  <a:lnTo>
                    <a:pt x="594" y="536"/>
                  </a:lnTo>
                  <a:lnTo>
                    <a:pt x="590" y="538"/>
                  </a:lnTo>
                  <a:lnTo>
                    <a:pt x="587" y="542"/>
                  </a:lnTo>
                  <a:lnTo>
                    <a:pt x="584" y="545"/>
                  </a:lnTo>
                  <a:lnTo>
                    <a:pt x="579" y="547"/>
                  </a:lnTo>
                  <a:lnTo>
                    <a:pt x="574" y="548"/>
                  </a:lnTo>
                  <a:lnTo>
                    <a:pt x="568" y="549"/>
                  </a:lnTo>
                  <a:lnTo>
                    <a:pt x="564" y="551"/>
                  </a:lnTo>
                  <a:lnTo>
                    <a:pt x="559" y="552"/>
                  </a:lnTo>
                  <a:lnTo>
                    <a:pt x="554" y="553"/>
                  </a:lnTo>
                  <a:lnTo>
                    <a:pt x="549" y="550"/>
                  </a:lnTo>
                  <a:lnTo>
                    <a:pt x="545" y="545"/>
                  </a:lnTo>
                  <a:lnTo>
                    <a:pt x="543" y="541"/>
                  </a:lnTo>
                  <a:lnTo>
                    <a:pt x="539" y="542"/>
                  </a:lnTo>
                  <a:lnTo>
                    <a:pt x="534" y="544"/>
                  </a:lnTo>
                  <a:lnTo>
                    <a:pt x="527" y="547"/>
                  </a:lnTo>
                  <a:lnTo>
                    <a:pt x="521" y="547"/>
                  </a:lnTo>
                  <a:lnTo>
                    <a:pt x="518" y="545"/>
                  </a:lnTo>
                  <a:lnTo>
                    <a:pt x="515" y="541"/>
                  </a:lnTo>
                  <a:lnTo>
                    <a:pt x="513" y="538"/>
                  </a:lnTo>
                  <a:lnTo>
                    <a:pt x="510" y="535"/>
                  </a:lnTo>
                  <a:lnTo>
                    <a:pt x="509" y="532"/>
                  </a:lnTo>
                  <a:lnTo>
                    <a:pt x="510" y="527"/>
                  </a:lnTo>
                  <a:lnTo>
                    <a:pt x="511" y="523"/>
                  </a:lnTo>
                  <a:lnTo>
                    <a:pt x="511" y="520"/>
                  </a:lnTo>
                  <a:lnTo>
                    <a:pt x="507" y="518"/>
                  </a:lnTo>
                  <a:lnTo>
                    <a:pt x="503" y="515"/>
                  </a:lnTo>
                  <a:lnTo>
                    <a:pt x="502" y="511"/>
                  </a:lnTo>
                  <a:lnTo>
                    <a:pt x="504" y="508"/>
                  </a:lnTo>
                  <a:lnTo>
                    <a:pt x="507" y="505"/>
                  </a:lnTo>
                  <a:lnTo>
                    <a:pt x="507" y="502"/>
                  </a:lnTo>
                  <a:lnTo>
                    <a:pt x="504" y="497"/>
                  </a:lnTo>
                  <a:lnTo>
                    <a:pt x="499" y="492"/>
                  </a:lnTo>
                  <a:lnTo>
                    <a:pt x="498" y="488"/>
                  </a:lnTo>
                  <a:lnTo>
                    <a:pt x="502" y="485"/>
                  </a:lnTo>
                  <a:lnTo>
                    <a:pt x="508" y="484"/>
                  </a:lnTo>
                  <a:lnTo>
                    <a:pt x="514" y="483"/>
                  </a:lnTo>
                  <a:lnTo>
                    <a:pt x="518" y="482"/>
                  </a:lnTo>
                  <a:lnTo>
                    <a:pt x="523" y="481"/>
                  </a:lnTo>
                  <a:lnTo>
                    <a:pt x="527" y="480"/>
                  </a:lnTo>
                  <a:lnTo>
                    <a:pt x="532" y="480"/>
                  </a:lnTo>
                  <a:lnTo>
                    <a:pt x="535" y="479"/>
                  </a:lnTo>
                  <a:lnTo>
                    <a:pt x="539" y="475"/>
                  </a:lnTo>
                  <a:lnTo>
                    <a:pt x="543" y="470"/>
                  </a:lnTo>
                  <a:lnTo>
                    <a:pt x="548" y="467"/>
                  </a:lnTo>
                  <a:lnTo>
                    <a:pt x="554" y="467"/>
                  </a:lnTo>
                  <a:lnTo>
                    <a:pt x="560" y="471"/>
                  </a:lnTo>
                  <a:lnTo>
                    <a:pt x="565" y="474"/>
                  </a:lnTo>
                  <a:lnTo>
                    <a:pt x="570" y="475"/>
                  </a:lnTo>
                  <a:lnTo>
                    <a:pt x="577" y="474"/>
                  </a:lnTo>
                  <a:lnTo>
                    <a:pt x="583" y="475"/>
                  </a:lnTo>
                  <a:lnTo>
                    <a:pt x="588" y="477"/>
                  </a:lnTo>
                  <a:lnTo>
                    <a:pt x="591" y="481"/>
                  </a:lnTo>
                  <a:lnTo>
                    <a:pt x="593" y="485"/>
                  </a:lnTo>
                  <a:lnTo>
                    <a:pt x="596" y="488"/>
                  </a:lnTo>
                  <a:lnTo>
                    <a:pt x="600" y="490"/>
                  </a:lnTo>
                  <a:lnTo>
                    <a:pt x="604" y="492"/>
                  </a:lnTo>
                  <a:lnTo>
                    <a:pt x="608" y="495"/>
                  </a:lnTo>
                  <a:lnTo>
                    <a:pt x="611" y="498"/>
                  </a:lnTo>
                  <a:lnTo>
                    <a:pt x="616" y="500"/>
                  </a:lnTo>
                  <a:lnTo>
                    <a:pt x="621" y="503"/>
                  </a:lnTo>
                  <a:lnTo>
                    <a:pt x="625" y="507"/>
                  </a:lnTo>
                  <a:close/>
                </a:path>
              </a:pathLst>
            </a:custGeom>
            <a:solidFill>
              <a:srgbClr val="0675B4">
                <a:alpha val="11100"/>
              </a:srgbClr>
            </a:solidFill>
            <a:ln>
              <a:noFill/>
            </a:ln>
          </p:spPr>
          <p:txBody>
            <a:bodyPr anchor="ctr"/>
            <a:lstStyle/>
            <a:p>
              <a:pPr algn="ctr">
                <a:buNone/>
              </a:pPr>
            </a:p>
          </p:txBody>
        </p:sp>
        <p:sp>
          <p:nvSpPr>
            <p:cNvPr id="7082" name="addition:input:81">
              <a:extLst>
                <a:ext uri="{FF2B5EF4-FFF2-40B4-BE49-F238E27FC236}">
                  <ns2:creationId id="{1B6F2342-DCC8-4B9B-A6E7-9C75128DCA9E}"/>
                </a:ext>
              </a:extLst>
            </p:cNvPr>
            <p:cNvSpPr>
              <a:spLocks noGrp="1"/>
            </p:cNvSpPr>
            <p:nvPr/>
          </p:nvSpPr>
          <p:spPr>
            <a:xfrm>
              <a:off x="209550" y="5438775"/>
              <a:ext cx="915132" cy="978499"/>
            </a:xfrm>
            <a:custGeom>
              <a:rect l="l" t="t" r="r" b="b"/>
              <a:pathLst>
                <a:path w="556" h="522">
                  <a:moveTo>
                    <a:pt x="0" y="0"/>
                  </a:moveTo>
                  <a:moveTo>
                    <a:pt x="556" y="500"/>
                  </a:moveTo>
                  <a:lnTo>
                    <a:pt x="555" y="502"/>
                  </a:lnTo>
                  <a:lnTo>
                    <a:pt x="554" y="504"/>
                  </a:lnTo>
                  <a:lnTo>
                    <a:pt x="553" y="505"/>
                  </a:lnTo>
                  <a:lnTo>
                    <a:pt x="554" y="507"/>
                  </a:lnTo>
                  <a:lnTo>
                    <a:pt x="555" y="509"/>
                  </a:lnTo>
                  <a:lnTo>
                    <a:pt x="555" y="511"/>
                  </a:lnTo>
                  <a:lnTo>
                    <a:pt x="554" y="513"/>
                  </a:lnTo>
                  <a:lnTo>
                    <a:pt x="553" y="514"/>
                  </a:lnTo>
                  <a:lnTo>
                    <a:pt x="551" y="515"/>
                  </a:lnTo>
                  <a:lnTo>
                    <a:pt x="550" y="517"/>
                  </a:lnTo>
                  <a:lnTo>
                    <a:pt x="547" y="517"/>
                  </a:lnTo>
                  <a:lnTo>
                    <a:pt x="545" y="516"/>
                  </a:lnTo>
                  <a:lnTo>
                    <a:pt x="542" y="515"/>
                  </a:lnTo>
                  <a:lnTo>
                    <a:pt x="540" y="515"/>
                  </a:lnTo>
                  <a:lnTo>
                    <a:pt x="539" y="517"/>
                  </a:lnTo>
                  <a:lnTo>
                    <a:pt x="537" y="520"/>
                  </a:lnTo>
                  <a:lnTo>
                    <a:pt x="535" y="522"/>
                  </a:lnTo>
                  <a:lnTo>
                    <a:pt x="532" y="522"/>
                  </a:lnTo>
                  <a:lnTo>
                    <a:pt x="530" y="521"/>
                  </a:lnTo>
                  <a:lnTo>
                    <a:pt x="527" y="520"/>
                  </a:lnTo>
                  <a:lnTo>
                    <a:pt x="525" y="519"/>
                  </a:lnTo>
                  <a:lnTo>
                    <a:pt x="522" y="519"/>
                  </a:lnTo>
                  <a:lnTo>
                    <a:pt x="520" y="518"/>
                  </a:lnTo>
                  <a:lnTo>
                    <a:pt x="518" y="517"/>
                  </a:lnTo>
                  <a:lnTo>
                    <a:pt x="516" y="515"/>
                  </a:lnTo>
                  <a:lnTo>
                    <a:pt x="514" y="514"/>
                  </a:lnTo>
                  <a:lnTo>
                    <a:pt x="512" y="513"/>
                  </a:lnTo>
                  <a:lnTo>
                    <a:pt x="510" y="511"/>
                  </a:lnTo>
                  <a:lnTo>
                    <a:pt x="509" y="510"/>
                  </a:lnTo>
                  <a:lnTo>
                    <a:pt x="509" y="508"/>
                  </a:lnTo>
                  <a:lnTo>
                    <a:pt x="508" y="506"/>
                  </a:lnTo>
                  <a:lnTo>
                    <a:pt x="506" y="505"/>
                  </a:lnTo>
                  <a:lnTo>
                    <a:pt x="503" y="504"/>
                  </a:lnTo>
                  <a:lnTo>
                    <a:pt x="499" y="502"/>
                  </a:lnTo>
                  <a:lnTo>
                    <a:pt x="499" y="500"/>
                  </a:lnTo>
                  <a:lnTo>
                    <a:pt x="500" y="498"/>
                  </a:lnTo>
                  <a:lnTo>
                    <a:pt x="504" y="497"/>
                  </a:lnTo>
                  <a:lnTo>
                    <a:pt x="507" y="495"/>
                  </a:lnTo>
                  <a:lnTo>
                    <a:pt x="509" y="494"/>
                  </a:lnTo>
                  <a:lnTo>
                    <a:pt x="509" y="492"/>
                  </a:lnTo>
                  <a:lnTo>
                    <a:pt x="510" y="491"/>
                  </a:lnTo>
                  <a:lnTo>
                    <a:pt x="512" y="490"/>
                  </a:lnTo>
                  <a:lnTo>
                    <a:pt x="514" y="488"/>
                  </a:lnTo>
                  <a:lnTo>
                    <a:pt x="515" y="486"/>
                  </a:lnTo>
                  <a:lnTo>
                    <a:pt x="516" y="484"/>
                  </a:lnTo>
                  <a:lnTo>
                    <a:pt x="517" y="482"/>
                  </a:lnTo>
                  <a:lnTo>
                    <a:pt x="520" y="482"/>
                  </a:lnTo>
                  <a:lnTo>
                    <a:pt x="523" y="482"/>
                  </a:lnTo>
                  <a:lnTo>
                    <a:pt x="526" y="482"/>
                  </a:lnTo>
                  <a:lnTo>
                    <a:pt x="528" y="481"/>
                  </a:lnTo>
                  <a:lnTo>
                    <a:pt x="530" y="479"/>
                  </a:lnTo>
                  <a:lnTo>
                    <a:pt x="532" y="478"/>
                  </a:lnTo>
                  <a:lnTo>
                    <a:pt x="535" y="479"/>
                  </a:lnTo>
                  <a:lnTo>
                    <a:pt x="537" y="482"/>
                  </a:lnTo>
                  <a:lnTo>
                    <a:pt x="538" y="484"/>
                  </a:lnTo>
                  <a:lnTo>
                    <a:pt x="540" y="485"/>
                  </a:lnTo>
                  <a:lnTo>
                    <a:pt x="542" y="484"/>
                  </a:lnTo>
                  <a:lnTo>
                    <a:pt x="544" y="484"/>
                  </a:lnTo>
                  <a:lnTo>
                    <a:pt x="547" y="484"/>
                  </a:lnTo>
                  <a:lnTo>
                    <a:pt x="549" y="484"/>
                  </a:lnTo>
                  <a:lnTo>
                    <a:pt x="551" y="485"/>
                  </a:lnTo>
                  <a:lnTo>
                    <a:pt x="553" y="486"/>
                  </a:lnTo>
                  <a:lnTo>
                    <a:pt x="555" y="487"/>
                  </a:lnTo>
                  <a:lnTo>
                    <a:pt x="555" y="489"/>
                  </a:lnTo>
                  <a:lnTo>
                    <a:pt x="554" y="492"/>
                  </a:lnTo>
                  <a:lnTo>
                    <a:pt x="552" y="494"/>
                  </a:lnTo>
                  <a:lnTo>
                    <a:pt x="552" y="496"/>
                  </a:lnTo>
                  <a:lnTo>
                    <a:pt x="553" y="497"/>
                  </a:lnTo>
                  <a:lnTo>
                    <a:pt x="555" y="498"/>
                  </a:lnTo>
                  <a:close/>
                </a:path>
              </a:pathLst>
            </a:custGeom>
            <a:solidFill>
              <a:srgbClr val="0072B2">
                <a:alpha val="10800"/>
              </a:srgbClr>
            </a:solidFill>
            <a:ln>
              <a:noFill/>
            </a:ln>
          </p:spPr>
          <p:txBody>
            <a:bodyPr anchor="ctr"/>
            <a:lstStyle/>
            <a:p>
              <a:pPr algn="ctr">
                <a:buNone/>
              </a:pPr>
            </a:p>
          </p:txBody>
        </p:sp>
        <p:sp>
          <p:nvSpPr>
            <p:cNvPr id="7083" name="addition:input:82">
              <a:extLst>
                <a:ext uri="{FF2B5EF4-FFF2-40B4-BE49-F238E27FC236}">
                  <ns2:creationId id="{58BA7711-751F-4655-B12C-B94F656F0BD6}"/>
                </a:ext>
              </a:extLst>
            </p:cNvPr>
            <p:cNvSpPr>
              <a:spLocks noGrp="1"/>
            </p:cNvSpPr>
            <p:nvPr/>
          </p:nvSpPr>
          <p:spPr>
            <a:xfrm>
              <a:off x="209550" y="5438775"/>
              <a:ext cx="979322" cy="957880"/>
            </a:xfrm>
            <a:custGeom>
              <a:rect l="l" t="t" r="r" b="b"/>
              <a:pathLst>
                <a:path w="595" h="511">
                  <a:moveTo>
                    <a:pt x="0" y="0"/>
                  </a:moveTo>
                  <a:moveTo>
                    <a:pt x="594" y="494"/>
                  </a:moveTo>
                  <a:lnTo>
                    <a:pt x="591" y="496"/>
                  </a:lnTo>
                  <a:lnTo>
                    <a:pt x="588" y="497"/>
                  </a:lnTo>
                  <a:lnTo>
                    <a:pt x="587" y="498"/>
                  </a:lnTo>
                  <a:lnTo>
                    <a:pt x="587" y="499"/>
                  </a:lnTo>
                  <a:lnTo>
                    <a:pt x="587" y="501"/>
                  </a:lnTo>
                  <a:lnTo>
                    <a:pt x="586" y="502"/>
                  </a:lnTo>
                  <a:lnTo>
                    <a:pt x="585" y="503"/>
                  </a:lnTo>
                  <a:lnTo>
                    <a:pt x="583" y="504"/>
                  </a:lnTo>
                  <a:lnTo>
                    <a:pt x="582" y="505"/>
                  </a:lnTo>
                  <a:lnTo>
                    <a:pt x="581" y="506"/>
                  </a:lnTo>
                  <a:lnTo>
                    <a:pt x="579" y="507"/>
                  </a:lnTo>
                  <a:lnTo>
                    <a:pt x="578" y="508"/>
                  </a:lnTo>
                  <a:lnTo>
                    <a:pt x="576" y="508"/>
                  </a:lnTo>
                  <a:lnTo>
                    <a:pt x="574" y="509"/>
                  </a:lnTo>
                  <a:lnTo>
                    <a:pt x="572" y="510"/>
                  </a:lnTo>
                  <a:lnTo>
                    <a:pt x="570" y="511"/>
                  </a:lnTo>
                  <a:lnTo>
                    <a:pt x="568" y="510"/>
                  </a:lnTo>
                  <a:lnTo>
                    <a:pt x="567" y="508"/>
                  </a:lnTo>
                  <a:lnTo>
                    <a:pt x="565" y="507"/>
                  </a:lnTo>
                  <a:lnTo>
                    <a:pt x="564" y="506"/>
                  </a:lnTo>
                  <a:lnTo>
                    <a:pt x="563" y="507"/>
                  </a:lnTo>
                  <a:lnTo>
                    <a:pt x="560" y="508"/>
                  </a:lnTo>
                  <a:lnTo>
                    <a:pt x="558" y="508"/>
                  </a:lnTo>
                  <a:lnTo>
                    <a:pt x="557" y="508"/>
                  </a:lnTo>
                  <a:lnTo>
                    <a:pt x="555" y="507"/>
                  </a:lnTo>
                  <a:lnTo>
                    <a:pt x="554" y="506"/>
                  </a:lnTo>
                  <a:lnTo>
                    <a:pt x="553" y="505"/>
                  </a:lnTo>
                  <a:lnTo>
                    <a:pt x="552" y="504"/>
                  </a:lnTo>
                  <a:lnTo>
                    <a:pt x="552" y="502"/>
                  </a:lnTo>
                  <a:lnTo>
                    <a:pt x="553" y="500"/>
                  </a:lnTo>
                  <a:lnTo>
                    <a:pt x="553" y="499"/>
                  </a:lnTo>
                  <a:lnTo>
                    <a:pt x="552" y="498"/>
                  </a:lnTo>
                  <a:lnTo>
                    <a:pt x="550" y="497"/>
                  </a:lnTo>
                  <a:lnTo>
                    <a:pt x="549" y="496"/>
                  </a:lnTo>
                  <a:lnTo>
                    <a:pt x="550" y="494"/>
                  </a:lnTo>
                  <a:lnTo>
                    <a:pt x="551" y="493"/>
                  </a:lnTo>
                  <a:lnTo>
                    <a:pt x="552" y="492"/>
                  </a:lnTo>
                  <a:lnTo>
                    <a:pt x="551" y="491"/>
                  </a:lnTo>
                  <a:lnTo>
                    <a:pt x="549" y="489"/>
                  </a:lnTo>
                  <a:lnTo>
                    <a:pt x="548" y="487"/>
                  </a:lnTo>
                  <a:lnTo>
                    <a:pt x="548" y="485"/>
                  </a:lnTo>
                  <a:lnTo>
                    <a:pt x="550" y="484"/>
                  </a:lnTo>
                  <a:lnTo>
                    <a:pt x="552" y="484"/>
                  </a:lnTo>
                  <a:lnTo>
                    <a:pt x="554" y="483"/>
                  </a:lnTo>
                  <a:lnTo>
                    <a:pt x="555" y="483"/>
                  </a:lnTo>
                  <a:lnTo>
                    <a:pt x="557" y="483"/>
                  </a:lnTo>
                  <a:lnTo>
                    <a:pt x="559" y="483"/>
                  </a:lnTo>
                  <a:lnTo>
                    <a:pt x="560" y="483"/>
                  </a:lnTo>
                  <a:lnTo>
                    <a:pt x="561" y="482"/>
                  </a:lnTo>
                  <a:lnTo>
                    <a:pt x="563" y="480"/>
                  </a:lnTo>
                  <a:lnTo>
                    <a:pt x="564" y="478"/>
                  </a:lnTo>
                  <a:lnTo>
                    <a:pt x="566" y="478"/>
                  </a:lnTo>
                  <a:lnTo>
                    <a:pt x="568" y="478"/>
                  </a:lnTo>
                  <a:lnTo>
                    <a:pt x="570" y="479"/>
                  </a:lnTo>
                  <a:lnTo>
                    <a:pt x="572" y="480"/>
                  </a:lnTo>
                  <a:lnTo>
                    <a:pt x="575" y="480"/>
                  </a:lnTo>
                  <a:lnTo>
                    <a:pt x="577" y="479"/>
                  </a:lnTo>
                  <a:lnTo>
                    <a:pt x="579" y="480"/>
                  </a:lnTo>
                  <a:lnTo>
                    <a:pt x="581" y="481"/>
                  </a:lnTo>
                  <a:lnTo>
                    <a:pt x="582" y="483"/>
                  </a:lnTo>
                  <a:lnTo>
                    <a:pt x="583" y="484"/>
                  </a:lnTo>
                  <a:lnTo>
                    <a:pt x="584" y="485"/>
                  </a:lnTo>
                  <a:lnTo>
                    <a:pt x="585" y="486"/>
                  </a:lnTo>
                  <a:lnTo>
                    <a:pt x="587" y="487"/>
                  </a:lnTo>
                  <a:lnTo>
                    <a:pt x="588" y="488"/>
                  </a:lnTo>
                  <a:lnTo>
                    <a:pt x="589" y="489"/>
                  </a:lnTo>
                  <a:lnTo>
                    <a:pt x="592" y="490"/>
                  </a:lnTo>
                  <a:lnTo>
                    <a:pt x="594" y="491"/>
                  </a:lnTo>
                  <a:lnTo>
                    <a:pt x="595" y="493"/>
                  </a:lnTo>
                  <a:close/>
                </a:path>
              </a:pathLst>
            </a:custGeom>
            <a:solidFill>
              <a:srgbClr val="0072B2">
                <a:alpha val="10800"/>
              </a:srgbClr>
            </a:solidFill>
            <a:ln>
              <a:noFill/>
            </a:ln>
          </p:spPr>
          <p:txBody>
            <a:bodyPr anchor="ctr"/>
            <a:lstStyle/>
            <a:p>
              <a:pPr algn="ctr">
                <a:buNone/>
              </a:pPr>
            </a:p>
          </p:txBody>
        </p:sp>
        <p:sp>
          <p:nvSpPr>
            <p:cNvPr id="7084" name="addition:input:83">
              <a:extLst>
                <a:ext uri="{FF2B5EF4-FFF2-40B4-BE49-F238E27FC236}">
                  <ns2:creationId id="{544AC686-864C-4515-8699-B12247CE4028}"/>
                </a:ext>
              </a:extLst>
            </p:cNvPr>
            <p:cNvSpPr>
              <a:spLocks noGrp="1"/>
            </p:cNvSpPr>
            <p:nvPr/>
          </p:nvSpPr>
          <p:spPr>
            <a:xfrm>
              <a:off x="209550" y="5438775"/>
              <a:ext cx="1018824" cy="1019739"/>
            </a:xfrm>
            <a:custGeom>
              <a:rect l="l" t="t" r="r" b="b"/>
              <a:pathLst>
                <a:path w="619" h="544">
                  <a:moveTo>
                    <a:pt x="0" y="0"/>
                  </a:moveTo>
                  <a:moveTo>
                    <a:pt x="617" y="521"/>
                  </a:moveTo>
                  <a:lnTo>
                    <a:pt x="619" y="523"/>
                  </a:lnTo>
                  <a:lnTo>
                    <a:pt x="618" y="525"/>
                  </a:lnTo>
                  <a:lnTo>
                    <a:pt x="615" y="526"/>
                  </a:lnTo>
                  <a:lnTo>
                    <a:pt x="612" y="527"/>
                  </a:lnTo>
                  <a:lnTo>
                    <a:pt x="611" y="529"/>
                  </a:lnTo>
                  <a:lnTo>
                    <a:pt x="611" y="531"/>
                  </a:lnTo>
                  <a:lnTo>
                    <a:pt x="610" y="532"/>
                  </a:lnTo>
                  <a:lnTo>
                    <a:pt x="608" y="533"/>
                  </a:lnTo>
                  <a:lnTo>
                    <a:pt x="605" y="534"/>
                  </a:lnTo>
                  <a:lnTo>
                    <a:pt x="603" y="535"/>
                  </a:lnTo>
                  <a:lnTo>
                    <a:pt x="601" y="536"/>
                  </a:lnTo>
                  <a:lnTo>
                    <a:pt x="599" y="537"/>
                  </a:lnTo>
                  <a:lnTo>
                    <a:pt x="597" y="538"/>
                  </a:lnTo>
                  <a:lnTo>
                    <a:pt x="594" y="539"/>
                  </a:lnTo>
                  <a:lnTo>
                    <a:pt x="591" y="540"/>
                  </a:lnTo>
                  <a:lnTo>
                    <a:pt x="589" y="541"/>
                  </a:lnTo>
                  <a:lnTo>
                    <a:pt x="586" y="543"/>
                  </a:lnTo>
                  <a:lnTo>
                    <a:pt x="583" y="544"/>
                  </a:lnTo>
                  <a:lnTo>
                    <a:pt x="580" y="543"/>
                  </a:lnTo>
                  <a:lnTo>
                    <a:pt x="577" y="540"/>
                  </a:lnTo>
                  <a:lnTo>
                    <a:pt x="576" y="537"/>
                  </a:lnTo>
                  <a:lnTo>
                    <a:pt x="574" y="536"/>
                  </a:lnTo>
                  <a:lnTo>
                    <a:pt x="572" y="536"/>
                  </a:lnTo>
                  <a:lnTo>
                    <a:pt x="569" y="536"/>
                  </a:lnTo>
                  <a:lnTo>
                    <a:pt x="566" y="536"/>
                  </a:lnTo>
                  <a:lnTo>
                    <a:pt x="564" y="535"/>
                  </a:lnTo>
                  <a:lnTo>
                    <a:pt x="562" y="534"/>
                  </a:lnTo>
                  <a:lnTo>
                    <a:pt x="560" y="533"/>
                  </a:lnTo>
                  <a:lnTo>
                    <a:pt x="558" y="531"/>
                  </a:lnTo>
                  <a:lnTo>
                    <a:pt x="557" y="530"/>
                  </a:lnTo>
                  <a:lnTo>
                    <a:pt x="557" y="528"/>
                  </a:lnTo>
                  <a:lnTo>
                    <a:pt x="558" y="526"/>
                  </a:lnTo>
                  <a:lnTo>
                    <a:pt x="559" y="524"/>
                  </a:lnTo>
                  <a:lnTo>
                    <a:pt x="558" y="522"/>
                  </a:lnTo>
                  <a:lnTo>
                    <a:pt x="557" y="521"/>
                  </a:lnTo>
                  <a:lnTo>
                    <a:pt x="558" y="519"/>
                  </a:lnTo>
                  <a:lnTo>
                    <a:pt x="560" y="517"/>
                  </a:lnTo>
                  <a:lnTo>
                    <a:pt x="564" y="516"/>
                  </a:lnTo>
                  <a:lnTo>
                    <a:pt x="566" y="515"/>
                  </a:lnTo>
                  <a:lnTo>
                    <a:pt x="566" y="513"/>
                  </a:lnTo>
                  <a:lnTo>
                    <a:pt x="564" y="511"/>
                  </a:lnTo>
                  <a:lnTo>
                    <a:pt x="563" y="508"/>
                  </a:lnTo>
                  <a:lnTo>
                    <a:pt x="564" y="506"/>
                  </a:lnTo>
                  <a:lnTo>
                    <a:pt x="566" y="505"/>
                  </a:lnTo>
                  <a:lnTo>
                    <a:pt x="568" y="504"/>
                  </a:lnTo>
                  <a:lnTo>
                    <a:pt x="570" y="503"/>
                  </a:lnTo>
                  <a:lnTo>
                    <a:pt x="573" y="502"/>
                  </a:lnTo>
                  <a:lnTo>
                    <a:pt x="575" y="503"/>
                  </a:lnTo>
                  <a:lnTo>
                    <a:pt x="578" y="504"/>
                  </a:lnTo>
                  <a:lnTo>
                    <a:pt x="580" y="504"/>
                  </a:lnTo>
                  <a:lnTo>
                    <a:pt x="582" y="503"/>
                  </a:lnTo>
                  <a:lnTo>
                    <a:pt x="583" y="502"/>
                  </a:lnTo>
                  <a:lnTo>
                    <a:pt x="585" y="500"/>
                  </a:lnTo>
                  <a:lnTo>
                    <a:pt x="588" y="500"/>
                  </a:lnTo>
                  <a:lnTo>
                    <a:pt x="590" y="501"/>
                  </a:lnTo>
                  <a:lnTo>
                    <a:pt x="592" y="503"/>
                  </a:lnTo>
                  <a:lnTo>
                    <a:pt x="594" y="503"/>
                  </a:lnTo>
                  <a:lnTo>
                    <a:pt x="597" y="503"/>
                  </a:lnTo>
                  <a:lnTo>
                    <a:pt x="600" y="502"/>
                  </a:lnTo>
                  <a:lnTo>
                    <a:pt x="603" y="503"/>
                  </a:lnTo>
                  <a:lnTo>
                    <a:pt x="604" y="505"/>
                  </a:lnTo>
                  <a:lnTo>
                    <a:pt x="605" y="507"/>
                  </a:lnTo>
                  <a:lnTo>
                    <a:pt x="605" y="509"/>
                  </a:lnTo>
                  <a:lnTo>
                    <a:pt x="606" y="511"/>
                  </a:lnTo>
                  <a:lnTo>
                    <a:pt x="607" y="513"/>
                  </a:lnTo>
                  <a:lnTo>
                    <a:pt x="607" y="514"/>
                  </a:lnTo>
                  <a:lnTo>
                    <a:pt x="608" y="516"/>
                  </a:lnTo>
                  <a:lnTo>
                    <a:pt x="610" y="517"/>
                  </a:lnTo>
                  <a:lnTo>
                    <a:pt x="613" y="519"/>
                  </a:lnTo>
                  <a:close/>
                </a:path>
              </a:pathLst>
            </a:custGeom>
            <a:solidFill>
              <a:srgbClr val="0072B2">
                <a:alpha val="10800"/>
              </a:srgbClr>
            </a:solidFill>
            <a:ln>
              <a:noFill/>
            </a:ln>
          </p:spPr>
          <p:txBody>
            <a:bodyPr anchor="ctr"/>
            <a:lstStyle/>
            <a:p>
              <a:pPr algn="ctr">
                <a:buNone/>
              </a:pPr>
            </a:p>
          </p:txBody>
        </p:sp>
        <p:sp>
          <p:nvSpPr>
            <p:cNvPr id="7085" name="addition:input:84">
              <a:extLst>
                <a:ext uri="{FF2B5EF4-FFF2-40B4-BE49-F238E27FC236}">
                  <ns2:creationId id="{2CA8CA6E-1ADE-4909-9360-831FA92FEA15}"/>
                </a:ext>
              </a:extLst>
            </p:cNvPr>
            <p:cNvSpPr>
              <a:spLocks noGrp="1"/>
            </p:cNvSpPr>
            <p:nvPr/>
          </p:nvSpPr>
          <p:spPr>
            <a:xfrm>
              <a:off x="209550" y="5438775"/>
              <a:ext cx="936528" cy="1030986"/>
            </a:xfrm>
            <a:custGeom>
              <a:rect l="l" t="t" r="r" b="b"/>
              <a:pathLst>
                <a:path w="569" h="550">
                  <a:moveTo>
                    <a:pt x="0" y="0"/>
                  </a:moveTo>
                  <a:moveTo>
                    <a:pt x="567" y="532"/>
                  </a:moveTo>
                  <a:lnTo>
                    <a:pt x="567" y="533"/>
                  </a:lnTo>
                  <a:lnTo>
                    <a:pt x="567" y="535"/>
                  </a:lnTo>
                  <a:lnTo>
                    <a:pt x="567" y="536"/>
                  </a:lnTo>
                  <a:lnTo>
                    <a:pt x="566" y="538"/>
                  </a:lnTo>
                  <a:lnTo>
                    <a:pt x="565" y="539"/>
                  </a:lnTo>
                  <a:lnTo>
                    <a:pt x="565" y="540"/>
                  </a:lnTo>
                  <a:lnTo>
                    <a:pt x="566" y="543"/>
                  </a:lnTo>
                  <a:lnTo>
                    <a:pt x="567" y="545"/>
                  </a:lnTo>
                  <a:lnTo>
                    <a:pt x="566" y="546"/>
                  </a:lnTo>
                  <a:lnTo>
                    <a:pt x="563" y="546"/>
                  </a:lnTo>
                  <a:lnTo>
                    <a:pt x="560" y="546"/>
                  </a:lnTo>
                  <a:lnTo>
                    <a:pt x="557" y="545"/>
                  </a:lnTo>
                  <a:lnTo>
                    <a:pt x="555" y="545"/>
                  </a:lnTo>
                  <a:lnTo>
                    <a:pt x="554" y="546"/>
                  </a:lnTo>
                  <a:lnTo>
                    <a:pt x="553" y="547"/>
                  </a:lnTo>
                  <a:lnTo>
                    <a:pt x="551" y="548"/>
                  </a:lnTo>
                  <a:lnTo>
                    <a:pt x="549" y="548"/>
                  </a:lnTo>
                  <a:lnTo>
                    <a:pt x="547" y="549"/>
                  </a:lnTo>
                  <a:lnTo>
                    <a:pt x="545" y="550"/>
                  </a:lnTo>
                  <a:lnTo>
                    <a:pt x="542" y="550"/>
                  </a:lnTo>
                  <a:lnTo>
                    <a:pt x="540" y="549"/>
                  </a:lnTo>
                  <a:lnTo>
                    <a:pt x="538" y="548"/>
                  </a:lnTo>
                  <a:lnTo>
                    <a:pt x="537" y="546"/>
                  </a:lnTo>
                  <a:lnTo>
                    <a:pt x="534" y="546"/>
                  </a:lnTo>
                  <a:lnTo>
                    <a:pt x="532" y="546"/>
                  </a:lnTo>
                  <a:lnTo>
                    <a:pt x="529" y="545"/>
                  </a:lnTo>
                  <a:lnTo>
                    <a:pt x="528" y="543"/>
                  </a:lnTo>
                  <a:lnTo>
                    <a:pt x="528" y="541"/>
                  </a:lnTo>
                  <a:lnTo>
                    <a:pt x="529" y="539"/>
                  </a:lnTo>
                  <a:lnTo>
                    <a:pt x="528" y="538"/>
                  </a:lnTo>
                  <a:lnTo>
                    <a:pt x="525" y="537"/>
                  </a:lnTo>
                  <a:lnTo>
                    <a:pt x="522" y="536"/>
                  </a:lnTo>
                  <a:lnTo>
                    <a:pt x="519" y="535"/>
                  </a:lnTo>
                  <a:lnTo>
                    <a:pt x="518" y="534"/>
                  </a:lnTo>
                  <a:lnTo>
                    <a:pt x="518" y="532"/>
                  </a:lnTo>
                  <a:lnTo>
                    <a:pt x="518" y="530"/>
                  </a:lnTo>
                  <a:lnTo>
                    <a:pt x="518" y="529"/>
                  </a:lnTo>
                  <a:lnTo>
                    <a:pt x="520" y="527"/>
                  </a:lnTo>
                  <a:lnTo>
                    <a:pt x="523" y="526"/>
                  </a:lnTo>
                  <a:lnTo>
                    <a:pt x="526" y="526"/>
                  </a:lnTo>
                  <a:lnTo>
                    <a:pt x="527" y="525"/>
                  </a:lnTo>
                  <a:lnTo>
                    <a:pt x="527" y="523"/>
                  </a:lnTo>
                  <a:lnTo>
                    <a:pt x="527" y="521"/>
                  </a:lnTo>
                  <a:lnTo>
                    <a:pt x="528" y="519"/>
                  </a:lnTo>
                  <a:lnTo>
                    <a:pt x="531" y="519"/>
                  </a:lnTo>
                  <a:lnTo>
                    <a:pt x="534" y="519"/>
                  </a:lnTo>
                  <a:lnTo>
                    <a:pt x="536" y="518"/>
                  </a:lnTo>
                  <a:lnTo>
                    <a:pt x="538" y="517"/>
                  </a:lnTo>
                  <a:lnTo>
                    <a:pt x="540" y="515"/>
                  </a:lnTo>
                  <a:lnTo>
                    <a:pt x="542" y="514"/>
                  </a:lnTo>
                  <a:lnTo>
                    <a:pt x="544" y="513"/>
                  </a:lnTo>
                  <a:lnTo>
                    <a:pt x="547" y="514"/>
                  </a:lnTo>
                  <a:lnTo>
                    <a:pt x="549" y="515"/>
                  </a:lnTo>
                  <a:lnTo>
                    <a:pt x="552" y="515"/>
                  </a:lnTo>
                  <a:lnTo>
                    <a:pt x="553" y="516"/>
                  </a:lnTo>
                  <a:lnTo>
                    <a:pt x="555" y="517"/>
                  </a:lnTo>
                  <a:lnTo>
                    <a:pt x="556" y="519"/>
                  </a:lnTo>
                  <a:lnTo>
                    <a:pt x="557" y="520"/>
                  </a:lnTo>
                  <a:lnTo>
                    <a:pt x="560" y="519"/>
                  </a:lnTo>
                  <a:lnTo>
                    <a:pt x="563" y="518"/>
                  </a:lnTo>
                  <a:lnTo>
                    <a:pt x="566" y="518"/>
                  </a:lnTo>
                  <a:lnTo>
                    <a:pt x="568" y="519"/>
                  </a:lnTo>
                  <a:lnTo>
                    <a:pt x="568" y="521"/>
                  </a:lnTo>
                  <a:lnTo>
                    <a:pt x="567" y="523"/>
                  </a:lnTo>
                  <a:lnTo>
                    <a:pt x="567" y="525"/>
                  </a:lnTo>
                  <a:lnTo>
                    <a:pt x="568" y="526"/>
                  </a:lnTo>
                  <a:lnTo>
                    <a:pt x="569" y="527"/>
                  </a:lnTo>
                  <a:lnTo>
                    <a:pt x="569" y="529"/>
                  </a:lnTo>
                  <a:lnTo>
                    <a:pt x="568" y="530"/>
                  </a:lnTo>
                  <a:close/>
                </a:path>
              </a:pathLst>
            </a:custGeom>
            <a:solidFill>
              <a:srgbClr val="0072B2">
                <a:alpha val="10800"/>
              </a:srgbClr>
            </a:solidFill>
            <a:ln>
              <a:noFill/>
            </a:ln>
          </p:spPr>
          <p:txBody>
            <a:bodyPr anchor="ctr"/>
            <a:lstStyle/>
            <a:p>
              <a:pPr algn="ctr">
                <a:buNone/>
              </a:pPr>
            </a:p>
          </p:txBody>
        </p:sp>
        <p:sp>
          <p:nvSpPr>
            <p:cNvPr id="7086" name="addition:input:85">
              <a:extLst>
                <a:ext uri="{FF2B5EF4-FFF2-40B4-BE49-F238E27FC236}">
                  <ns2:creationId id="{48154753-1603-419D-A6A2-739FE65F40BC}"/>
                </a:ext>
              </a:extLst>
            </p:cNvPr>
            <p:cNvSpPr>
              <a:spLocks noGrp="1"/>
            </p:cNvSpPr>
            <p:nvPr/>
          </p:nvSpPr>
          <p:spPr>
            <a:xfrm>
              <a:off x="209550" y="5438775"/>
              <a:ext cx="1948769" cy="1053480"/>
            </a:xfrm>
            <a:custGeom>
              <a:rect l="l" t="t" r="r" b="b"/>
              <a:pathLst>
                <a:path w="1184" h="562">
                  <a:moveTo>
                    <a:pt x="0" y="0"/>
                  </a:moveTo>
                  <a:moveTo>
                    <a:pt x="1181" y="505"/>
                  </a:moveTo>
                  <a:lnTo>
                    <a:pt x="1176" y="510"/>
                  </a:lnTo>
                  <a:lnTo>
                    <a:pt x="1172" y="516"/>
                  </a:lnTo>
                  <a:lnTo>
                    <a:pt x="1168" y="521"/>
                  </a:lnTo>
                  <a:lnTo>
                    <a:pt x="1159" y="525"/>
                  </a:lnTo>
                  <a:lnTo>
                    <a:pt x="1148" y="527"/>
                  </a:lnTo>
                  <a:lnTo>
                    <a:pt x="1139" y="530"/>
                  </a:lnTo>
                  <a:lnTo>
                    <a:pt x="1136" y="534"/>
                  </a:lnTo>
                  <a:lnTo>
                    <a:pt x="1139" y="542"/>
                  </a:lnTo>
                  <a:lnTo>
                    <a:pt x="1141" y="552"/>
                  </a:lnTo>
                  <a:lnTo>
                    <a:pt x="1138" y="558"/>
                  </a:lnTo>
                  <a:lnTo>
                    <a:pt x="1128" y="561"/>
                  </a:lnTo>
                  <a:lnTo>
                    <a:pt x="1116" y="560"/>
                  </a:lnTo>
                  <a:lnTo>
                    <a:pt x="1105" y="559"/>
                  </a:lnTo>
                  <a:lnTo>
                    <a:pt x="1097" y="560"/>
                  </a:lnTo>
                  <a:lnTo>
                    <a:pt x="1089" y="562"/>
                  </a:lnTo>
                  <a:lnTo>
                    <a:pt x="1082" y="562"/>
                  </a:lnTo>
                  <a:lnTo>
                    <a:pt x="1074" y="561"/>
                  </a:lnTo>
                  <a:lnTo>
                    <a:pt x="1067" y="559"/>
                  </a:lnTo>
                  <a:lnTo>
                    <a:pt x="1060" y="559"/>
                  </a:lnTo>
                  <a:lnTo>
                    <a:pt x="1053" y="560"/>
                  </a:lnTo>
                  <a:lnTo>
                    <a:pt x="1046" y="560"/>
                  </a:lnTo>
                  <a:lnTo>
                    <a:pt x="1039" y="558"/>
                  </a:lnTo>
                  <a:lnTo>
                    <a:pt x="1035" y="554"/>
                  </a:lnTo>
                  <a:lnTo>
                    <a:pt x="1029" y="552"/>
                  </a:lnTo>
                  <a:lnTo>
                    <a:pt x="1019" y="552"/>
                  </a:lnTo>
                  <a:lnTo>
                    <a:pt x="1007" y="553"/>
                  </a:lnTo>
                  <a:lnTo>
                    <a:pt x="997" y="551"/>
                  </a:lnTo>
                  <a:lnTo>
                    <a:pt x="994" y="545"/>
                  </a:lnTo>
                  <a:lnTo>
                    <a:pt x="998" y="536"/>
                  </a:lnTo>
                  <a:lnTo>
                    <a:pt x="1003" y="528"/>
                  </a:lnTo>
                  <a:lnTo>
                    <a:pt x="1005" y="523"/>
                  </a:lnTo>
                  <a:lnTo>
                    <a:pt x="1002" y="519"/>
                  </a:lnTo>
                  <a:lnTo>
                    <a:pt x="996" y="514"/>
                  </a:lnTo>
                  <a:lnTo>
                    <a:pt x="992" y="510"/>
                  </a:lnTo>
                  <a:lnTo>
                    <a:pt x="989" y="505"/>
                  </a:lnTo>
                  <a:lnTo>
                    <a:pt x="984" y="500"/>
                  </a:lnTo>
                  <a:lnTo>
                    <a:pt x="978" y="494"/>
                  </a:lnTo>
                  <a:lnTo>
                    <a:pt x="973" y="488"/>
                  </a:lnTo>
                  <a:lnTo>
                    <a:pt x="975" y="482"/>
                  </a:lnTo>
                  <a:lnTo>
                    <a:pt x="983" y="478"/>
                  </a:lnTo>
                  <a:lnTo>
                    <a:pt x="991" y="476"/>
                  </a:lnTo>
                  <a:lnTo>
                    <a:pt x="996" y="472"/>
                  </a:lnTo>
                  <a:lnTo>
                    <a:pt x="998" y="466"/>
                  </a:lnTo>
                  <a:lnTo>
                    <a:pt x="999" y="460"/>
                  </a:lnTo>
                  <a:lnTo>
                    <a:pt x="1005" y="457"/>
                  </a:lnTo>
                  <a:lnTo>
                    <a:pt x="1016" y="457"/>
                  </a:lnTo>
                  <a:lnTo>
                    <a:pt x="1027" y="459"/>
                  </a:lnTo>
                  <a:lnTo>
                    <a:pt x="1036" y="460"/>
                  </a:lnTo>
                  <a:lnTo>
                    <a:pt x="1042" y="456"/>
                  </a:lnTo>
                  <a:lnTo>
                    <a:pt x="1048" y="450"/>
                  </a:lnTo>
                  <a:lnTo>
                    <a:pt x="1056" y="445"/>
                  </a:lnTo>
                  <a:lnTo>
                    <a:pt x="1065" y="443"/>
                  </a:lnTo>
                  <a:lnTo>
                    <a:pt x="1076" y="441"/>
                  </a:lnTo>
                  <a:lnTo>
                    <a:pt x="1086" y="441"/>
                  </a:lnTo>
                  <a:lnTo>
                    <a:pt x="1097" y="441"/>
                  </a:lnTo>
                  <a:lnTo>
                    <a:pt x="1107" y="444"/>
                  </a:lnTo>
                  <a:lnTo>
                    <a:pt x="1114" y="450"/>
                  </a:lnTo>
                  <a:lnTo>
                    <a:pt x="1118" y="458"/>
                  </a:lnTo>
                  <a:lnTo>
                    <a:pt x="1123" y="464"/>
                  </a:lnTo>
                  <a:lnTo>
                    <a:pt x="1131" y="466"/>
                  </a:lnTo>
                  <a:lnTo>
                    <a:pt x="1143" y="465"/>
                  </a:lnTo>
                  <a:lnTo>
                    <a:pt x="1155" y="466"/>
                  </a:lnTo>
                  <a:lnTo>
                    <a:pt x="1162" y="469"/>
                  </a:lnTo>
                  <a:lnTo>
                    <a:pt x="1165" y="475"/>
                  </a:lnTo>
                  <a:lnTo>
                    <a:pt x="1166" y="480"/>
                  </a:lnTo>
                  <a:lnTo>
                    <a:pt x="1170" y="485"/>
                  </a:lnTo>
                  <a:lnTo>
                    <a:pt x="1177" y="489"/>
                  </a:lnTo>
                  <a:lnTo>
                    <a:pt x="1183" y="494"/>
                  </a:lnTo>
                  <a:lnTo>
                    <a:pt x="1184" y="499"/>
                  </a:lnTo>
                  <a:close/>
                </a:path>
              </a:pathLst>
            </a:custGeom>
            <a:solidFill>
              <a:srgbClr val="F5DAC5">
                <a:alpha val="12900"/>
              </a:srgbClr>
            </a:solidFill>
            <a:ln>
              <a:noFill/>
            </a:ln>
          </p:spPr>
          <p:txBody>
            <a:bodyPr anchor="ctr"/>
            <a:lstStyle/>
            <a:p>
              <a:pPr algn="ctr">
                <a:buNone/>
              </a:pPr>
            </a:p>
          </p:txBody>
        </p:sp>
        <p:sp>
          <p:nvSpPr>
            <p:cNvPr id="7087" name="addition:input:86">
              <a:extLst>
                <a:ext uri="{FF2B5EF4-FFF2-40B4-BE49-F238E27FC236}">
                  <ns2:creationId id="{972517A7-0AEC-431C-B47C-CA204122F362}"/>
                </a:ext>
              </a:extLst>
            </p:cNvPr>
            <p:cNvSpPr>
              <a:spLocks noGrp="1"/>
            </p:cNvSpPr>
            <p:nvPr/>
          </p:nvSpPr>
          <p:spPr>
            <a:xfrm>
              <a:off x="209550" y="5438775"/>
              <a:ext cx="1915851" cy="1055355"/>
            </a:xfrm>
            <a:custGeom>
              <a:rect l="l" t="t" r="r" b="b"/>
              <a:pathLst>
                <a:path w="1164" h="563">
                  <a:moveTo>
                    <a:pt x="0" y="0"/>
                  </a:moveTo>
                  <a:moveTo>
                    <a:pt x="1141" y="510"/>
                  </a:moveTo>
                  <a:lnTo>
                    <a:pt x="1140" y="514"/>
                  </a:lnTo>
                  <a:lnTo>
                    <a:pt x="1140" y="518"/>
                  </a:lnTo>
                  <a:lnTo>
                    <a:pt x="1139" y="523"/>
                  </a:lnTo>
                  <a:lnTo>
                    <a:pt x="1136" y="527"/>
                  </a:lnTo>
                  <a:lnTo>
                    <a:pt x="1132" y="531"/>
                  </a:lnTo>
                  <a:lnTo>
                    <a:pt x="1131" y="535"/>
                  </a:lnTo>
                  <a:lnTo>
                    <a:pt x="1130" y="540"/>
                  </a:lnTo>
                  <a:lnTo>
                    <a:pt x="1126" y="545"/>
                  </a:lnTo>
                  <a:lnTo>
                    <a:pt x="1120" y="548"/>
                  </a:lnTo>
                  <a:lnTo>
                    <a:pt x="1113" y="549"/>
                  </a:lnTo>
                  <a:lnTo>
                    <a:pt x="1107" y="552"/>
                  </a:lnTo>
                  <a:lnTo>
                    <a:pt x="1103" y="556"/>
                  </a:lnTo>
                  <a:lnTo>
                    <a:pt x="1099" y="561"/>
                  </a:lnTo>
                  <a:lnTo>
                    <a:pt x="1092" y="563"/>
                  </a:lnTo>
                  <a:lnTo>
                    <a:pt x="1084" y="560"/>
                  </a:lnTo>
                  <a:lnTo>
                    <a:pt x="1076" y="555"/>
                  </a:lnTo>
                  <a:lnTo>
                    <a:pt x="1071" y="551"/>
                  </a:lnTo>
                  <a:lnTo>
                    <a:pt x="1066" y="551"/>
                  </a:lnTo>
                  <a:lnTo>
                    <a:pt x="1060" y="555"/>
                  </a:lnTo>
                  <a:lnTo>
                    <a:pt x="1053" y="558"/>
                  </a:lnTo>
                  <a:lnTo>
                    <a:pt x="1046" y="560"/>
                  </a:lnTo>
                  <a:lnTo>
                    <a:pt x="1039" y="559"/>
                  </a:lnTo>
                  <a:lnTo>
                    <a:pt x="1032" y="558"/>
                  </a:lnTo>
                  <a:lnTo>
                    <a:pt x="1024" y="556"/>
                  </a:lnTo>
                  <a:lnTo>
                    <a:pt x="1018" y="553"/>
                  </a:lnTo>
                  <a:lnTo>
                    <a:pt x="1015" y="548"/>
                  </a:lnTo>
                  <a:lnTo>
                    <a:pt x="1015" y="542"/>
                  </a:lnTo>
                  <a:lnTo>
                    <a:pt x="1014" y="537"/>
                  </a:lnTo>
                  <a:lnTo>
                    <a:pt x="1010" y="533"/>
                  </a:lnTo>
                  <a:lnTo>
                    <a:pt x="1002" y="531"/>
                  </a:lnTo>
                  <a:lnTo>
                    <a:pt x="995" y="528"/>
                  </a:lnTo>
                  <a:lnTo>
                    <a:pt x="992" y="523"/>
                  </a:lnTo>
                  <a:lnTo>
                    <a:pt x="994" y="518"/>
                  </a:lnTo>
                  <a:lnTo>
                    <a:pt x="996" y="514"/>
                  </a:lnTo>
                  <a:lnTo>
                    <a:pt x="994" y="510"/>
                  </a:lnTo>
                  <a:lnTo>
                    <a:pt x="987" y="506"/>
                  </a:lnTo>
                  <a:lnTo>
                    <a:pt x="979" y="500"/>
                  </a:lnTo>
                  <a:lnTo>
                    <a:pt x="976" y="495"/>
                  </a:lnTo>
                  <a:lnTo>
                    <a:pt x="978" y="490"/>
                  </a:lnTo>
                  <a:lnTo>
                    <a:pt x="983" y="487"/>
                  </a:lnTo>
                  <a:lnTo>
                    <a:pt x="989" y="483"/>
                  </a:lnTo>
                  <a:lnTo>
                    <a:pt x="994" y="480"/>
                  </a:lnTo>
                  <a:lnTo>
                    <a:pt x="1002" y="478"/>
                  </a:lnTo>
                  <a:lnTo>
                    <a:pt x="1011" y="478"/>
                  </a:lnTo>
                  <a:lnTo>
                    <a:pt x="1020" y="478"/>
                  </a:lnTo>
                  <a:lnTo>
                    <a:pt x="1025" y="475"/>
                  </a:lnTo>
                  <a:lnTo>
                    <a:pt x="1027" y="470"/>
                  </a:lnTo>
                  <a:lnTo>
                    <a:pt x="1030" y="462"/>
                  </a:lnTo>
                  <a:lnTo>
                    <a:pt x="1036" y="457"/>
                  </a:lnTo>
                  <a:lnTo>
                    <a:pt x="1045" y="456"/>
                  </a:lnTo>
                  <a:lnTo>
                    <a:pt x="1055" y="458"/>
                  </a:lnTo>
                  <a:lnTo>
                    <a:pt x="1064" y="460"/>
                  </a:lnTo>
                  <a:lnTo>
                    <a:pt x="1072" y="460"/>
                  </a:lnTo>
                  <a:lnTo>
                    <a:pt x="1081" y="458"/>
                  </a:lnTo>
                  <a:lnTo>
                    <a:pt x="1090" y="458"/>
                  </a:lnTo>
                  <a:lnTo>
                    <a:pt x="1098" y="461"/>
                  </a:lnTo>
                  <a:lnTo>
                    <a:pt x="1104" y="465"/>
                  </a:lnTo>
                  <a:lnTo>
                    <a:pt x="1110" y="469"/>
                  </a:lnTo>
                  <a:lnTo>
                    <a:pt x="1116" y="471"/>
                  </a:lnTo>
                  <a:lnTo>
                    <a:pt x="1122" y="473"/>
                  </a:lnTo>
                  <a:lnTo>
                    <a:pt x="1127" y="477"/>
                  </a:lnTo>
                  <a:lnTo>
                    <a:pt x="1130" y="480"/>
                  </a:lnTo>
                  <a:lnTo>
                    <a:pt x="1134" y="483"/>
                  </a:lnTo>
                  <a:lnTo>
                    <a:pt x="1143" y="485"/>
                  </a:lnTo>
                  <a:lnTo>
                    <a:pt x="1154" y="486"/>
                  </a:lnTo>
                  <a:lnTo>
                    <a:pt x="1163" y="489"/>
                  </a:lnTo>
                  <a:lnTo>
                    <a:pt x="1164" y="494"/>
                  </a:lnTo>
                  <a:lnTo>
                    <a:pt x="1157" y="500"/>
                  </a:lnTo>
                  <a:lnTo>
                    <a:pt x="1147" y="506"/>
                  </a:lnTo>
                  <a:close/>
                </a:path>
              </a:pathLst>
            </a:custGeom>
            <a:solidFill>
              <a:srgbClr val="ECB78D">
                <a:alpha val="12900"/>
              </a:srgbClr>
            </a:solidFill>
            <a:ln>
              <a:noFill/>
            </a:ln>
          </p:spPr>
          <p:txBody>
            <a:bodyPr anchor="ctr"/>
            <a:lstStyle/>
            <a:p>
              <a:pPr algn="ctr">
                <a:buNone/>
              </a:pPr>
            </a:p>
          </p:txBody>
        </p:sp>
        <p:sp>
          <p:nvSpPr>
            <p:cNvPr id="7088" name="addition:input:87">
              <a:extLst>
                <a:ext uri="{FF2B5EF4-FFF2-40B4-BE49-F238E27FC236}">
                  <ns2:creationId id="{1114F0EB-CA21-4AEB-97C8-30909D48F8C6}"/>
                </a:ext>
              </a:extLst>
            </p:cNvPr>
            <p:cNvSpPr>
              <a:spLocks noGrp="1"/>
            </p:cNvSpPr>
            <p:nvPr/>
          </p:nvSpPr>
          <p:spPr>
            <a:xfrm>
              <a:off x="209550" y="5438775"/>
              <a:ext cx="1887870" cy="1055355"/>
            </a:xfrm>
            <a:custGeom>
              <a:rect l="l" t="t" r="r" b="b"/>
              <a:pathLst>
                <a:path w="1147" h="563">
                  <a:moveTo>
                    <a:pt x="0" y="0"/>
                  </a:moveTo>
                  <a:moveTo>
                    <a:pt x="1132" y="515"/>
                  </a:moveTo>
                  <a:lnTo>
                    <a:pt x="1129" y="519"/>
                  </a:lnTo>
                  <a:lnTo>
                    <a:pt x="1130" y="523"/>
                  </a:lnTo>
                  <a:lnTo>
                    <a:pt x="1131" y="527"/>
                  </a:lnTo>
                  <a:lnTo>
                    <a:pt x="1127" y="530"/>
                  </a:lnTo>
                  <a:lnTo>
                    <a:pt x="1120" y="533"/>
                  </a:lnTo>
                  <a:lnTo>
                    <a:pt x="1115" y="535"/>
                  </a:lnTo>
                  <a:lnTo>
                    <a:pt x="1111" y="539"/>
                  </a:lnTo>
                  <a:lnTo>
                    <a:pt x="1109" y="543"/>
                  </a:lnTo>
                  <a:lnTo>
                    <a:pt x="1105" y="546"/>
                  </a:lnTo>
                  <a:lnTo>
                    <a:pt x="1101" y="549"/>
                  </a:lnTo>
                  <a:lnTo>
                    <a:pt x="1095" y="552"/>
                  </a:lnTo>
                  <a:lnTo>
                    <a:pt x="1091" y="556"/>
                  </a:lnTo>
                  <a:lnTo>
                    <a:pt x="1087" y="560"/>
                  </a:lnTo>
                  <a:lnTo>
                    <a:pt x="1081" y="563"/>
                  </a:lnTo>
                  <a:lnTo>
                    <a:pt x="1073" y="562"/>
                  </a:lnTo>
                  <a:lnTo>
                    <a:pt x="1066" y="558"/>
                  </a:lnTo>
                  <a:lnTo>
                    <a:pt x="1060" y="552"/>
                  </a:lnTo>
                  <a:lnTo>
                    <a:pt x="1055" y="550"/>
                  </a:lnTo>
                  <a:lnTo>
                    <a:pt x="1050" y="552"/>
                  </a:lnTo>
                  <a:lnTo>
                    <a:pt x="1045" y="555"/>
                  </a:lnTo>
                  <a:lnTo>
                    <a:pt x="1038" y="557"/>
                  </a:lnTo>
                  <a:lnTo>
                    <a:pt x="1033" y="556"/>
                  </a:lnTo>
                  <a:lnTo>
                    <a:pt x="1028" y="554"/>
                  </a:lnTo>
                  <a:lnTo>
                    <a:pt x="1023" y="553"/>
                  </a:lnTo>
                  <a:lnTo>
                    <a:pt x="1017" y="551"/>
                  </a:lnTo>
                  <a:lnTo>
                    <a:pt x="1012" y="549"/>
                  </a:lnTo>
                  <a:lnTo>
                    <a:pt x="1009" y="545"/>
                  </a:lnTo>
                  <a:lnTo>
                    <a:pt x="1009" y="541"/>
                  </a:lnTo>
                  <a:lnTo>
                    <a:pt x="1007" y="537"/>
                  </a:lnTo>
                  <a:lnTo>
                    <a:pt x="1004" y="534"/>
                  </a:lnTo>
                  <a:lnTo>
                    <a:pt x="999" y="531"/>
                  </a:lnTo>
                  <a:lnTo>
                    <a:pt x="997" y="527"/>
                  </a:lnTo>
                  <a:lnTo>
                    <a:pt x="999" y="522"/>
                  </a:lnTo>
                  <a:lnTo>
                    <a:pt x="1004" y="518"/>
                  </a:lnTo>
                  <a:lnTo>
                    <a:pt x="1006" y="515"/>
                  </a:lnTo>
                  <a:lnTo>
                    <a:pt x="1002" y="512"/>
                  </a:lnTo>
                  <a:lnTo>
                    <a:pt x="993" y="507"/>
                  </a:lnTo>
                  <a:lnTo>
                    <a:pt x="986" y="502"/>
                  </a:lnTo>
                  <a:lnTo>
                    <a:pt x="985" y="497"/>
                  </a:lnTo>
                  <a:lnTo>
                    <a:pt x="988" y="494"/>
                  </a:lnTo>
                  <a:lnTo>
                    <a:pt x="994" y="491"/>
                  </a:lnTo>
                  <a:lnTo>
                    <a:pt x="998" y="488"/>
                  </a:lnTo>
                  <a:lnTo>
                    <a:pt x="1003" y="486"/>
                  </a:lnTo>
                  <a:lnTo>
                    <a:pt x="1009" y="485"/>
                  </a:lnTo>
                  <a:lnTo>
                    <a:pt x="1016" y="484"/>
                  </a:lnTo>
                  <a:lnTo>
                    <a:pt x="1022" y="484"/>
                  </a:lnTo>
                  <a:lnTo>
                    <a:pt x="1026" y="481"/>
                  </a:lnTo>
                  <a:lnTo>
                    <a:pt x="1029" y="477"/>
                  </a:lnTo>
                  <a:lnTo>
                    <a:pt x="1033" y="472"/>
                  </a:lnTo>
                  <a:lnTo>
                    <a:pt x="1039" y="470"/>
                  </a:lnTo>
                  <a:lnTo>
                    <a:pt x="1047" y="471"/>
                  </a:lnTo>
                  <a:lnTo>
                    <a:pt x="1054" y="473"/>
                  </a:lnTo>
                  <a:lnTo>
                    <a:pt x="1061" y="473"/>
                  </a:lnTo>
                  <a:lnTo>
                    <a:pt x="1068" y="471"/>
                  </a:lnTo>
                  <a:lnTo>
                    <a:pt x="1077" y="468"/>
                  </a:lnTo>
                  <a:lnTo>
                    <a:pt x="1085" y="468"/>
                  </a:lnTo>
                  <a:lnTo>
                    <a:pt x="1092" y="472"/>
                  </a:lnTo>
                  <a:lnTo>
                    <a:pt x="1096" y="477"/>
                  </a:lnTo>
                  <a:lnTo>
                    <a:pt x="1100" y="481"/>
                  </a:lnTo>
                  <a:lnTo>
                    <a:pt x="1104" y="484"/>
                  </a:lnTo>
                  <a:lnTo>
                    <a:pt x="1109" y="487"/>
                  </a:lnTo>
                  <a:lnTo>
                    <a:pt x="1113" y="490"/>
                  </a:lnTo>
                  <a:lnTo>
                    <a:pt x="1117" y="492"/>
                  </a:lnTo>
                  <a:lnTo>
                    <a:pt x="1123" y="494"/>
                  </a:lnTo>
                  <a:lnTo>
                    <a:pt x="1132" y="496"/>
                  </a:lnTo>
                  <a:lnTo>
                    <a:pt x="1141" y="498"/>
                  </a:lnTo>
                  <a:lnTo>
                    <a:pt x="1147" y="501"/>
                  </a:lnTo>
                  <a:lnTo>
                    <a:pt x="1145" y="506"/>
                  </a:lnTo>
                  <a:lnTo>
                    <a:pt x="1139" y="511"/>
                  </a:lnTo>
                  <a:close/>
                </a:path>
              </a:pathLst>
            </a:custGeom>
            <a:solidFill>
              <a:srgbClr val="E18B48">
                <a:alpha val="10500"/>
              </a:srgbClr>
            </a:solidFill>
            <a:ln>
              <a:noFill/>
            </a:ln>
          </p:spPr>
          <p:txBody>
            <a:bodyPr anchor="ctr"/>
            <a:lstStyle/>
            <a:p>
              <a:pPr algn="ctr">
                <a:buNone/>
              </a:pPr>
            </a:p>
          </p:txBody>
        </p:sp>
        <p:sp>
          <p:nvSpPr>
            <p:cNvPr id="7089" name="addition:input:88">
              <a:extLst>
                <a:ext uri="{FF2B5EF4-FFF2-40B4-BE49-F238E27FC236}">
                  <ns2:creationId id="{C5B83689-8734-4B22-8A36-46A1E6ABFD83}"/>
                </a:ext>
              </a:extLst>
            </p:cNvPr>
            <p:cNvSpPr>
              <a:spLocks noGrp="1"/>
            </p:cNvSpPr>
            <p:nvPr/>
          </p:nvSpPr>
          <p:spPr>
            <a:xfrm>
              <a:off x="209550" y="5438775"/>
              <a:ext cx="1756197" cy="972876"/>
            </a:xfrm>
            <a:custGeom>
              <a:rect l="l" t="t" r="r" b="b"/>
              <a:pathLst>
                <a:path w="1067" h="519">
                  <a:moveTo>
                    <a:pt x="0" y="0"/>
                  </a:moveTo>
                  <a:moveTo>
                    <a:pt x="1065" y="499"/>
                  </a:moveTo>
                  <a:lnTo>
                    <a:pt x="1066" y="501"/>
                  </a:lnTo>
                  <a:lnTo>
                    <a:pt x="1067" y="503"/>
                  </a:lnTo>
                  <a:lnTo>
                    <a:pt x="1065" y="505"/>
                  </a:lnTo>
                  <a:lnTo>
                    <a:pt x="1061" y="506"/>
                  </a:lnTo>
                  <a:lnTo>
                    <a:pt x="1057" y="506"/>
                  </a:lnTo>
                  <a:lnTo>
                    <a:pt x="1055" y="507"/>
                  </a:lnTo>
                  <a:lnTo>
                    <a:pt x="1054" y="509"/>
                  </a:lnTo>
                  <a:lnTo>
                    <a:pt x="1053" y="511"/>
                  </a:lnTo>
                  <a:lnTo>
                    <a:pt x="1052" y="512"/>
                  </a:lnTo>
                  <a:lnTo>
                    <a:pt x="1050" y="514"/>
                  </a:lnTo>
                  <a:lnTo>
                    <a:pt x="1049" y="515"/>
                  </a:lnTo>
                  <a:lnTo>
                    <a:pt x="1047" y="517"/>
                  </a:lnTo>
                  <a:lnTo>
                    <a:pt x="1045" y="519"/>
                  </a:lnTo>
                  <a:lnTo>
                    <a:pt x="1042" y="519"/>
                  </a:lnTo>
                  <a:lnTo>
                    <a:pt x="1038" y="518"/>
                  </a:lnTo>
                  <a:lnTo>
                    <a:pt x="1035" y="516"/>
                  </a:lnTo>
                  <a:lnTo>
                    <a:pt x="1033" y="515"/>
                  </a:lnTo>
                  <a:lnTo>
                    <a:pt x="1030" y="516"/>
                  </a:lnTo>
                  <a:lnTo>
                    <a:pt x="1028" y="517"/>
                  </a:lnTo>
                  <a:lnTo>
                    <a:pt x="1026" y="517"/>
                  </a:lnTo>
                  <a:lnTo>
                    <a:pt x="1024" y="517"/>
                  </a:lnTo>
                  <a:lnTo>
                    <a:pt x="1022" y="515"/>
                  </a:lnTo>
                  <a:lnTo>
                    <a:pt x="1020" y="515"/>
                  </a:lnTo>
                  <a:lnTo>
                    <a:pt x="1018" y="514"/>
                  </a:lnTo>
                  <a:lnTo>
                    <a:pt x="1015" y="514"/>
                  </a:lnTo>
                  <a:lnTo>
                    <a:pt x="1013" y="514"/>
                  </a:lnTo>
                  <a:lnTo>
                    <a:pt x="1011" y="512"/>
                  </a:lnTo>
                  <a:lnTo>
                    <a:pt x="1010" y="511"/>
                  </a:lnTo>
                  <a:lnTo>
                    <a:pt x="1009" y="509"/>
                  </a:lnTo>
                  <a:lnTo>
                    <a:pt x="1007" y="508"/>
                  </a:lnTo>
                  <a:lnTo>
                    <a:pt x="1007" y="506"/>
                  </a:lnTo>
                  <a:lnTo>
                    <a:pt x="1008" y="504"/>
                  </a:lnTo>
                  <a:lnTo>
                    <a:pt x="1011" y="502"/>
                  </a:lnTo>
                  <a:lnTo>
                    <a:pt x="1012" y="501"/>
                  </a:lnTo>
                  <a:lnTo>
                    <a:pt x="1011" y="499"/>
                  </a:lnTo>
                  <a:lnTo>
                    <a:pt x="1007" y="498"/>
                  </a:lnTo>
                  <a:lnTo>
                    <a:pt x="1004" y="496"/>
                  </a:lnTo>
                  <a:lnTo>
                    <a:pt x="1002" y="494"/>
                  </a:lnTo>
                  <a:lnTo>
                    <a:pt x="1003" y="492"/>
                  </a:lnTo>
                  <a:lnTo>
                    <a:pt x="1005" y="491"/>
                  </a:lnTo>
                  <a:lnTo>
                    <a:pt x="1007" y="490"/>
                  </a:lnTo>
                  <a:lnTo>
                    <a:pt x="1008" y="488"/>
                  </a:lnTo>
                  <a:lnTo>
                    <a:pt x="1010" y="487"/>
                  </a:lnTo>
                  <a:lnTo>
                    <a:pt x="1012" y="486"/>
                  </a:lnTo>
                  <a:lnTo>
                    <a:pt x="1014" y="486"/>
                  </a:lnTo>
                  <a:lnTo>
                    <a:pt x="1016" y="485"/>
                  </a:lnTo>
                  <a:lnTo>
                    <a:pt x="1018" y="484"/>
                  </a:lnTo>
                  <a:lnTo>
                    <a:pt x="1020" y="483"/>
                  </a:lnTo>
                  <a:lnTo>
                    <a:pt x="1022" y="482"/>
                  </a:lnTo>
                  <a:lnTo>
                    <a:pt x="1025" y="483"/>
                  </a:lnTo>
                  <a:lnTo>
                    <a:pt x="1028" y="483"/>
                  </a:lnTo>
                  <a:lnTo>
                    <a:pt x="1030" y="483"/>
                  </a:lnTo>
                  <a:lnTo>
                    <a:pt x="1033" y="481"/>
                  </a:lnTo>
                  <a:lnTo>
                    <a:pt x="1036" y="479"/>
                  </a:lnTo>
                  <a:lnTo>
                    <a:pt x="1040" y="478"/>
                  </a:lnTo>
                  <a:lnTo>
                    <a:pt x="1043" y="480"/>
                  </a:lnTo>
                  <a:lnTo>
                    <a:pt x="1045" y="482"/>
                  </a:lnTo>
                  <a:lnTo>
                    <a:pt x="1047" y="484"/>
                  </a:lnTo>
                  <a:lnTo>
                    <a:pt x="1049" y="485"/>
                  </a:lnTo>
                  <a:lnTo>
                    <a:pt x="1051" y="486"/>
                  </a:lnTo>
                  <a:lnTo>
                    <a:pt x="1053" y="488"/>
                  </a:lnTo>
                  <a:lnTo>
                    <a:pt x="1055" y="489"/>
                  </a:lnTo>
                  <a:lnTo>
                    <a:pt x="1057" y="490"/>
                  </a:lnTo>
                  <a:lnTo>
                    <a:pt x="1060" y="490"/>
                  </a:lnTo>
                  <a:lnTo>
                    <a:pt x="1064" y="491"/>
                  </a:lnTo>
                  <a:lnTo>
                    <a:pt x="1067" y="492"/>
                  </a:lnTo>
                  <a:lnTo>
                    <a:pt x="1067" y="494"/>
                  </a:lnTo>
                  <a:lnTo>
                    <a:pt x="1066" y="496"/>
                  </a:lnTo>
                  <a:lnTo>
                    <a:pt x="1064" y="498"/>
                  </a:lnTo>
                  <a:close/>
                </a:path>
              </a:pathLst>
            </a:custGeom>
            <a:solidFill>
              <a:srgbClr val="ECB78D">
                <a:alpha val="9600"/>
              </a:srgbClr>
            </a:solidFill>
            <a:ln>
              <a:noFill/>
            </a:ln>
          </p:spPr>
          <p:txBody>
            <a:bodyPr anchor="ctr"/>
            <a:lstStyle/>
            <a:p>
              <a:pPr algn="ctr">
                <a:buNone/>
              </a:pPr>
            </a:p>
          </p:txBody>
        </p:sp>
        <p:sp>
          <p:nvSpPr>
            <p:cNvPr id="7090" name="addition:input:89">
              <a:extLst>
                <a:ext uri="{FF2B5EF4-FFF2-40B4-BE49-F238E27FC236}">
                  <ns2:creationId id="{92E9CAD3-44FF-493C-BB0E-C89FF11F2D0A}"/>
                </a:ext>
              </a:extLst>
            </p:cNvPr>
            <p:cNvSpPr>
              <a:spLocks noGrp="1"/>
            </p:cNvSpPr>
            <p:nvPr/>
          </p:nvSpPr>
          <p:spPr>
            <a:xfrm>
              <a:off x="209550" y="5438775"/>
              <a:ext cx="1794053" cy="944758"/>
            </a:xfrm>
            <a:custGeom>
              <a:rect l="l" t="t" r="r" b="b"/>
              <a:pathLst>
                <a:path w="1090" h="504">
                  <a:moveTo>
                    <a:pt x="0" y="0"/>
                  </a:moveTo>
                  <a:moveTo>
                    <a:pt x="1089" y="485"/>
                  </a:moveTo>
                  <a:lnTo>
                    <a:pt x="1088" y="486"/>
                  </a:lnTo>
                  <a:lnTo>
                    <a:pt x="1085" y="488"/>
                  </a:lnTo>
                  <a:lnTo>
                    <a:pt x="1082" y="489"/>
                  </a:lnTo>
                  <a:lnTo>
                    <a:pt x="1081" y="490"/>
                  </a:lnTo>
                  <a:lnTo>
                    <a:pt x="1081" y="492"/>
                  </a:lnTo>
                  <a:lnTo>
                    <a:pt x="1081" y="494"/>
                  </a:lnTo>
                  <a:lnTo>
                    <a:pt x="1080" y="496"/>
                  </a:lnTo>
                  <a:lnTo>
                    <a:pt x="1078" y="497"/>
                  </a:lnTo>
                  <a:lnTo>
                    <a:pt x="1074" y="497"/>
                  </a:lnTo>
                  <a:lnTo>
                    <a:pt x="1072" y="498"/>
                  </a:lnTo>
                  <a:lnTo>
                    <a:pt x="1070" y="499"/>
                  </a:lnTo>
                  <a:lnTo>
                    <a:pt x="1069" y="501"/>
                  </a:lnTo>
                  <a:lnTo>
                    <a:pt x="1068" y="503"/>
                  </a:lnTo>
                  <a:lnTo>
                    <a:pt x="1065" y="504"/>
                  </a:lnTo>
                  <a:lnTo>
                    <a:pt x="1062" y="503"/>
                  </a:lnTo>
                  <a:lnTo>
                    <a:pt x="1059" y="502"/>
                  </a:lnTo>
                  <a:lnTo>
                    <a:pt x="1057" y="502"/>
                  </a:lnTo>
                  <a:lnTo>
                    <a:pt x="1054" y="501"/>
                  </a:lnTo>
                  <a:lnTo>
                    <a:pt x="1053" y="501"/>
                  </a:lnTo>
                  <a:lnTo>
                    <a:pt x="1051" y="500"/>
                  </a:lnTo>
                  <a:lnTo>
                    <a:pt x="1049" y="499"/>
                  </a:lnTo>
                  <a:lnTo>
                    <a:pt x="1047" y="500"/>
                  </a:lnTo>
                  <a:lnTo>
                    <a:pt x="1044" y="501"/>
                  </a:lnTo>
                  <a:lnTo>
                    <a:pt x="1040" y="502"/>
                  </a:lnTo>
                  <a:lnTo>
                    <a:pt x="1038" y="501"/>
                  </a:lnTo>
                  <a:lnTo>
                    <a:pt x="1037" y="499"/>
                  </a:lnTo>
                  <a:lnTo>
                    <a:pt x="1038" y="496"/>
                  </a:lnTo>
                  <a:lnTo>
                    <a:pt x="1037" y="495"/>
                  </a:lnTo>
                  <a:lnTo>
                    <a:pt x="1036" y="494"/>
                  </a:lnTo>
                  <a:lnTo>
                    <a:pt x="1034" y="493"/>
                  </a:lnTo>
                  <a:lnTo>
                    <a:pt x="1033" y="491"/>
                  </a:lnTo>
                  <a:lnTo>
                    <a:pt x="1033" y="489"/>
                  </a:lnTo>
                  <a:lnTo>
                    <a:pt x="1034" y="488"/>
                  </a:lnTo>
                  <a:lnTo>
                    <a:pt x="1034" y="486"/>
                  </a:lnTo>
                  <a:lnTo>
                    <a:pt x="1033" y="485"/>
                  </a:lnTo>
                  <a:lnTo>
                    <a:pt x="1032" y="483"/>
                  </a:lnTo>
                  <a:lnTo>
                    <a:pt x="1032" y="482"/>
                  </a:lnTo>
                  <a:lnTo>
                    <a:pt x="1032" y="480"/>
                  </a:lnTo>
                  <a:lnTo>
                    <a:pt x="1032" y="479"/>
                  </a:lnTo>
                  <a:lnTo>
                    <a:pt x="1030" y="476"/>
                  </a:lnTo>
                  <a:lnTo>
                    <a:pt x="1029" y="474"/>
                  </a:lnTo>
                  <a:lnTo>
                    <a:pt x="1030" y="473"/>
                  </a:lnTo>
                  <a:lnTo>
                    <a:pt x="1033" y="472"/>
                  </a:lnTo>
                  <a:lnTo>
                    <a:pt x="1037" y="473"/>
                  </a:lnTo>
                  <a:lnTo>
                    <a:pt x="1041" y="473"/>
                  </a:lnTo>
                  <a:lnTo>
                    <a:pt x="1042" y="472"/>
                  </a:lnTo>
                  <a:lnTo>
                    <a:pt x="1043" y="471"/>
                  </a:lnTo>
                  <a:lnTo>
                    <a:pt x="1045" y="469"/>
                  </a:lnTo>
                  <a:lnTo>
                    <a:pt x="1047" y="468"/>
                  </a:lnTo>
                  <a:lnTo>
                    <a:pt x="1049" y="468"/>
                  </a:lnTo>
                  <a:lnTo>
                    <a:pt x="1051" y="467"/>
                  </a:lnTo>
                  <a:lnTo>
                    <a:pt x="1054" y="467"/>
                  </a:lnTo>
                  <a:lnTo>
                    <a:pt x="1057" y="466"/>
                  </a:lnTo>
                  <a:lnTo>
                    <a:pt x="1060" y="466"/>
                  </a:lnTo>
                  <a:lnTo>
                    <a:pt x="1063" y="467"/>
                  </a:lnTo>
                  <a:lnTo>
                    <a:pt x="1065" y="468"/>
                  </a:lnTo>
                  <a:lnTo>
                    <a:pt x="1068" y="468"/>
                  </a:lnTo>
                  <a:lnTo>
                    <a:pt x="1071" y="468"/>
                  </a:lnTo>
                  <a:lnTo>
                    <a:pt x="1074" y="469"/>
                  </a:lnTo>
                  <a:lnTo>
                    <a:pt x="1076" y="471"/>
                  </a:lnTo>
                  <a:lnTo>
                    <a:pt x="1076" y="473"/>
                  </a:lnTo>
                  <a:lnTo>
                    <a:pt x="1076" y="475"/>
                  </a:lnTo>
                  <a:lnTo>
                    <a:pt x="1078" y="476"/>
                  </a:lnTo>
                  <a:lnTo>
                    <a:pt x="1081" y="477"/>
                  </a:lnTo>
                  <a:lnTo>
                    <a:pt x="1085" y="477"/>
                  </a:lnTo>
                  <a:lnTo>
                    <a:pt x="1088" y="478"/>
                  </a:lnTo>
                  <a:lnTo>
                    <a:pt x="1090" y="480"/>
                  </a:lnTo>
                  <a:lnTo>
                    <a:pt x="1090" y="481"/>
                  </a:lnTo>
                  <a:lnTo>
                    <a:pt x="1090" y="483"/>
                  </a:lnTo>
                  <a:close/>
                </a:path>
              </a:pathLst>
            </a:custGeom>
            <a:solidFill>
              <a:srgbClr val="ECB78D">
                <a:alpha val="9600"/>
              </a:srgbClr>
            </a:solidFill>
            <a:ln>
              <a:noFill/>
            </a:ln>
          </p:spPr>
          <p:txBody>
            <a:bodyPr anchor="ctr"/>
            <a:lstStyle/>
            <a:p>
              <a:pPr algn="ctr">
                <a:buNone/>
              </a:pPr>
            </a:p>
          </p:txBody>
        </p:sp>
        <p:sp>
          <p:nvSpPr>
            <p:cNvPr id="7091" name="addition:input:90">
              <a:extLst>
                <a:ext uri="{FF2B5EF4-FFF2-40B4-BE49-F238E27FC236}">
                  <ns2:creationId id="{8ECC188D-E519-41C3-A8F1-FA77552E2C93}"/>
                </a:ext>
              </a:extLst>
            </p:cNvPr>
            <p:cNvSpPr>
              <a:spLocks noGrp="1"/>
            </p:cNvSpPr>
            <p:nvPr/>
          </p:nvSpPr>
          <p:spPr>
            <a:xfrm>
              <a:off x="209550" y="5438775"/>
              <a:ext cx="1836847" cy="954131"/>
            </a:xfrm>
            <a:custGeom>
              <a:rect l="l" t="t" r="r" b="b"/>
              <a:pathLst>
                <a:path w="1116" h="509">
                  <a:moveTo>
                    <a:pt x="0" y="0"/>
                  </a:moveTo>
                  <a:moveTo>
                    <a:pt x="1109" y="489"/>
                  </a:moveTo>
                  <a:lnTo>
                    <a:pt x="1108" y="490"/>
                  </a:lnTo>
                  <a:lnTo>
                    <a:pt x="1109" y="492"/>
                  </a:lnTo>
                  <a:lnTo>
                    <a:pt x="1110" y="494"/>
                  </a:lnTo>
                  <a:lnTo>
                    <a:pt x="1110" y="495"/>
                  </a:lnTo>
                  <a:lnTo>
                    <a:pt x="1110" y="497"/>
                  </a:lnTo>
                  <a:lnTo>
                    <a:pt x="1110" y="499"/>
                  </a:lnTo>
                  <a:lnTo>
                    <a:pt x="1110" y="501"/>
                  </a:lnTo>
                  <a:lnTo>
                    <a:pt x="1110" y="503"/>
                  </a:lnTo>
                  <a:lnTo>
                    <a:pt x="1107" y="504"/>
                  </a:lnTo>
                  <a:lnTo>
                    <a:pt x="1104" y="504"/>
                  </a:lnTo>
                  <a:lnTo>
                    <a:pt x="1101" y="504"/>
                  </a:lnTo>
                  <a:lnTo>
                    <a:pt x="1098" y="504"/>
                  </a:lnTo>
                  <a:lnTo>
                    <a:pt x="1097" y="505"/>
                  </a:lnTo>
                  <a:lnTo>
                    <a:pt x="1096" y="507"/>
                  </a:lnTo>
                  <a:lnTo>
                    <a:pt x="1094" y="508"/>
                  </a:lnTo>
                  <a:lnTo>
                    <a:pt x="1092" y="507"/>
                  </a:lnTo>
                  <a:lnTo>
                    <a:pt x="1089" y="507"/>
                  </a:lnTo>
                  <a:lnTo>
                    <a:pt x="1087" y="506"/>
                  </a:lnTo>
                  <a:lnTo>
                    <a:pt x="1085" y="507"/>
                  </a:lnTo>
                  <a:lnTo>
                    <a:pt x="1082" y="508"/>
                  </a:lnTo>
                  <a:lnTo>
                    <a:pt x="1079" y="509"/>
                  </a:lnTo>
                  <a:lnTo>
                    <a:pt x="1076" y="508"/>
                  </a:lnTo>
                  <a:lnTo>
                    <a:pt x="1073" y="507"/>
                  </a:lnTo>
                  <a:lnTo>
                    <a:pt x="1071" y="506"/>
                  </a:lnTo>
                  <a:lnTo>
                    <a:pt x="1068" y="505"/>
                  </a:lnTo>
                  <a:lnTo>
                    <a:pt x="1067" y="503"/>
                  </a:lnTo>
                  <a:lnTo>
                    <a:pt x="1066" y="501"/>
                  </a:lnTo>
                  <a:lnTo>
                    <a:pt x="1067" y="498"/>
                  </a:lnTo>
                  <a:lnTo>
                    <a:pt x="1066" y="497"/>
                  </a:lnTo>
                  <a:lnTo>
                    <a:pt x="1064" y="496"/>
                  </a:lnTo>
                  <a:lnTo>
                    <a:pt x="1059" y="495"/>
                  </a:lnTo>
                  <a:lnTo>
                    <a:pt x="1055" y="494"/>
                  </a:lnTo>
                  <a:lnTo>
                    <a:pt x="1053" y="493"/>
                  </a:lnTo>
                  <a:lnTo>
                    <a:pt x="1053" y="491"/>
                  </a:lnTo>
                  <a:lnTo>
                    <a:pt x="1054" y="489"/>
                  </a:lnTo>
                  <a:lnTo>
                    <a:pt x="1055" y="487"/>
                  </a:lnTo>
                  <a:lnTo>
                    <a:pt x="1054" y="485"/>
                  </a:lnTo>
                  <a:lnTo>
                    <a:pt x="1055" y="483"/>
                  </a:lnTo>
                  <a:lnTo>
                    <a:pt x="1056" y="482"/>
                  </a:lnTo>
                  <a:lnTo>
                    <a:pt x="1059" y="481"/>
                  </a:lnTo>
                  <a:lnTo>
                    <a:pt x="1061" y="479"/>
                  </a:lnTo>
                  <a:lnTo>
                    <a:pt x="1062" y="478"/>
                  </a:lnTo>
                  <a:lnTo>
                    <a:pt x="1064" y="477"/>
                  </a:lnTo>
                  <a:lnTo>
                    <a:pt x="1066" y="476"/>
                  </a:lnTo>
                  <a:lnTo>
                    <a:pt x="1069" y="475"/>
                  </a:lnTo>
                  <a:lnTo>
                    <a:pt x="1072" y="475"/>
                  </a:lnTo>
                  <a:lnTo>
                    <a:pt x="1074" y="473"/>
                  </a:lnTo>
                  <a:lnTo>
                    <a:pt x="1075" y="471"/>
                  </a:lnTo>
                  <a:lnTo>
                    <a:pt x="1077" y="468"/>
                  </a:lnTo>
                  <a:lnTo>
                    <a:pt x="1080" y="466"/>
                  </a:lnTo>
                  <a:lnTo>
                    <a:pt x="1083" y="467"/>
                  </a:lnTo>
                  <a:lnTo>
                    <a:pt x="1087" y="469"/>
                  </a:lnTo>
                  <a:lnTo>
                    <a:pt x="1089" y="471"/>
                  </a:lnTo>
                  <a:lnTo>
                    <a:pt x="1092" y="471"/>
                  </a:lnTo>
                  <a:lnTo>
                    <a:pt x="1094" y="472"/>
                  </a:lnTo>
                  <a:lnTo>
                    <a:pt x="1097" y="472"/>
                  </a:lnTo>
                  <a:lnTo>
                    <a:pt x="1099" y="473"/>
                  </a:lnTo>
                  <a:lnTo>
                    <a:pt x="1101" y="473"/>
                  </a:lnTo>
                  <a:lnTo>
                    <a:pt x="1103" y="473"/>
                  </a:lnTo>
                  <a:lnTo>
                    <a:pt x="1106" y="473"/>
                  </a:lnTo>
                  <a:lnTo>
                    <a:pt x="1109" y="474"/>
                  </a:lnTo>
                  <a:lnTo>
                    <a:pt x="1110" y="475"/>
                  </a:lnTo>
                  <a:lnTo>
                    <a:pt x="1110" y="477"/>
                  </a:lnTo>
                  <a:lnTo>
                    <a:pt x="1110" y="479"/>
                  </a:lnTo>
                  <a:lnTo>
                    <a:pt x="1112" y="480"/>
                  </a:lnTo>
                  <a:lnTo>
                    <a:pt x="1114" y="482"/>
                  </a:lnTo>
                  <a:lnTo>
                    <a:pt x="1116" y="483"/>
                  </a:lnTo>
                  <a:lnTo>
                    <a:pt x="1115" y="485"/>
                  </a:lnTo>
                  <a:lnTo>
                    <a:pt x="1112" y="487"/>
                  </a:lnTo>
                  <a:close/>
                </a:path>
              </a:pathLst>
            </a:custGeom>
            <a:solidFill>
              <a:srgbClr val="ECB78D">
                <a:alpha val="9600"/>
              </a:srgbClr>
            </a:solidFill>
            <a:ln>
              <a:noFill/>
            </a:ln>
          </p:spPr>
          <p:txBody>
            <a:bodyPr anchor="ctr"/>
            <a:lstStyle/>
            <a:p>
              <a:pPr algn="ctr">
                <a:buNone/>
              </a:pPr>
            </a:p>
          </p:txBody>
        </p:sp>
        <p:sp>
          <p:nvSpPr>
            <p:cNvPr id="7092" name="addition:input:91">
              <a:extLst>
                <a:ext uri="{FF2B5EF4-FFF2-40B4-BE49-F238E27FC236}">
                  <ns2:creationId id="{BB8391F3-48AE-4E0C-B484-E7D913544228}"/>
                </a:ext>
              </a:extLst>
            </p:cNvPr>
            <p:cNvSpPr>
              <a:spLocks noGrp="1"/>
            </p:cNvSpPr>
            <p:nvPr/>
          </p:nvSpPr>
          <p:spPr>
            <a:xfrm>
              <a:off x="209550" y="5438775"/>
              <a:ext cx="1879641" cy="987872"/>
            </a:xfrm>
            <a:custGeom>
              <a:rect l="l" t="t" r="r" b="b"/>
              <a:pathLst>
                <a:path w="1142" h="527">
                  <a:moveTo>
                    <a:pt x="0" y="0"/>
                  </a:moveTo>
                  <a:moveTo>
                    <a:pt x="1134" y="505"/>
                  </a:moveTo>
                  <a:lnTo>
                    <a:pt x="1136" y="507"/>
                  </a:lnTo>
                  <a:lnTo>
                    <a:pt x="1137" y="509"/>
                  </a:lnTo>
                  <a:lnTo>
                    <a:pt x="1136" y="510"/>
                  </a:lnTo>
                  <a:lnTo>
                    <a:pt x="1134" y="512"/>
                  </a:lnTo>
                  <a:lnTo>
                    <a:pt x="1133" y="514"/>
                  </a:lnTo>
                  <a:lnTo>
                    <a:pt x="1132" y="515"/>
                  </a:lnTo>
                  <a:lnTo>
                    <a:pt x="1132" y="518"/>
                  </a:lnTo>
                  <a:lnTo>
                    <a:pt x="1131" y="519"/>
                  </a:lnTo>
                  <a:lnTo>
                    <a:pt x="1129" y="521"/>
                  </a:lnTo>
                  <a:lnTo>
                    <a:pt x="1127" y="522"/>
                  </a:lnTo>
                  <a:lnTo>
                    <a:pt x="1126" y="523"/>
                  </a:lnTo>
                  <a:lnTo>
                    <a:pt x="1124" y="525"/>
                  </a:lnTo>
                  <a:lnTo>
                    <a:pt x="1121" y="525"/>
                  </a:lnTo>
                  <a:lnTo>
                    <a:pt x="1118" y="524"/>
                  </a:lnTo>
                  <a:lnTo>
                    <a:pt x="1115" y="522"/>
                  </a:lnTo>
                  <a:lnTo>
                    <a:pt x="1113" y="521"/>
                  </a:lnTo>
                  <a:lnTo>
                    <a:pt x="1111" y="522"/>
                  </a:lnTo>
                  <a:lnTo>
                    <a:pt x="1109" y="525"/>
                  </a:lnTo>
                  <a:lnTo>
                    <a:pt x="1106" y="527"/>
                  </a:lnTo>
                  <a:lnTo>
                    <a:pt x="1103" y="527"/>
                  </a:lnTo>
                  <a:lnTo>
                    <a:pt x="1100" y="527"/>
                  </a:lnTo>
                  <a:lnTo>
                    <a:pt x="1098" y="525"/>
                  </a:lnTo>
                  <a:lnTo>
                    <a:pt x="1095" y="524"/>
                  </a:lnTo>
                  <a:lnTo>
                    <a:pt x="1093" y="523"/>
                  </a:lnTo>
                  <a:lnTo>
                    <a:pt x="1090" y="522"/>
                  </a:lnTo>
                  <a:lnTo>
                    <a:pt x="1089" y="520"/>
                  </a:lnTo>
                  <a:lnTo>
                    <a:pt x="1088" y="518"/>
                  </a:lnTo>
                  <a:lnTo>
                    <a:pt x="1086" y="516"/>
                  </a:lnTo>
                  <a:lnTo>
                    <a:pt x="1083" y="515"/>
                  </a:lnTo>
                  <a:lnTo>
                    <a:pt x="1080" y="514"/>
                  </a:lnTo>
                  <a:lnTo>
                    <a:pt x="1079" y="512"/>
                  </a:lnTo>
                  <a:lnTo>
                    <a:pt x="1079" y="510"/>
                  </a:lnTo>
                  <a:lnTo>
                    <a:pt x="1080" y="508"/>
                  </a:lnTo>
                  <a:lnTo>
                    <a:pt x="1078" y="507"/>
                  </a:lnTo>
                  <a:lnTo>
                    <a:pt x="1075" y="505"/>
                  </a:lnTo>
                  <a:lnTo>
                    <a:pt x="1071" y="503"/>
                  </a:lnTo>
                  <a:lnTo>
                    <a:pt x="1070" y="501"/>
                  </a:lnTo>
                  <a:lnTo>
                    <a:pt x="1071" y="499"/>
                  </a:lnTo>
                  <a:lnTo>
                    <a:pt x="1075" y="497"/>
                  </a:lnTo>
                  <a:lnTo>
                    <a:pt x="1078" y="496"/>
                  </a:lnTo>
                  <a:lnTo>
                    <a:pt x="1081" y="495"/>
                  </a:lnTo>
                  <a:lnTo>
                    <a:pt x="1083" y="494"/>
                  </a:lnTo>
                  <a:lnTo>
                    <a:pt x="1085" y="493"/>
                  </a:lnTo>
                  <a:lnTo>
                    <a:pt x="1088" y="492"/>
                  </a:lnTo>
                  <a:lnTo>
                    <a:pt x="1089" y="490"/>
                  </a:lnTo>
                  <a:lnTo>
                    <a:pt x="1091" y="488"/>
                  </a:lnTo>
                  <a:lnTo>
                    <a:pt x="1092" y="486"/>
                  </a:lnTo>
                  <a:lnTo>
                    <a:pt x="1094" y="484"/>
                  </a:lnTo>
                  <a:lnTo>
                    <a:pt x="1098" y="483"/>
                  </a:lnTo>
                  <a:lnTo>
                    <a:pt x="1102" y="484"/>
                  </a:lnTo>
                  <a:lnTo>
                    <a:pt x="1105" y="485"/>
                  </a:lnTo>
                  <a:lnTo>
                    <a:pt x="1108" y="485"/>
                  </a:lnTo>
                  <a:lnTo>
                    <a:pt x="1112" y="483"/>
                  </a:lnTo>
                  <a:lnTo>
                    <a:pt x="1115" y="483"/>
                  </a:lnTo>
                  <a:lnTo>
                    <a:pt x="1118" y="484"/>
                  </a:lnTo>
                  <a:lnTo>
                    <a:pt x="1120" y="486"/>
                  </a:lnTo>
                  <a:lnTo>
                    <a:pt x="1122" y="488"/>
                  </a:lnTo>
                  <a:lnTo>
                    <a:pt x="1124" y="489"/>
                  </a:lnTo>
                  <a:lnTo>
                    <a:pt x="1126" y="490"/>
                  </a:lnTo>
                  <a:lnTo>
                    <a:pt x="1129" y="490"/>
                  </a:lnTo>
                  <a:lnTo>
                    <a:pt x="1131" y="491"/>
                  </a:lnTo>
                  <a:lnTo>
                    <a:pt x="1133" y="491"/>
                  </a:lnTo>
                  <a:lnTo>
                    <a:pt x="1136" y="492"/>
                  </a:lnTo>
                  <a:lnTo>
                    <a:pt x="1139" y="493"/>
                  </a:lnTo>
                  <a:lnTo>
                    <a:pt x="1142" y="494"/>
                  </a:lnTo>
                  <a:lnTo>
                    <a:pt x="1142" y="497"/>
                  </a:lnTo>
                  <a:lnTo>
                    <a:pt x="1139" y="499"/>
                  </a:lnTo>
                  <a:lnTo>
                    <a:pt x="1135" y="502"/>
                  </a:lnTo>
                  <a:lnTo>
                    <a:pt x="1134" y="503"/>
                  </a:lnTo>
                  <a:close/>
                </a:path>
              </a:pathLst>
            </a:custGeom>
            <a:solidFill>
              <a:srgbClr val="ECB78D">
                <a:alpha val="9600"/>
              </a:srgbClr>
            </a:solidFill>
            <a:ln>
              <a:noFill/>
            </a:ln>
          </p:spPr>
          <p:txBody>
            <a:bodyPr anchor="ctr"/>
            <a:lstStyle/>
            <a:p>
              <a:pPr algn="ctr">
                <a:buNone/>
              </a:pPr>
            </a:p>
          </p:txBody>
        </p:sp>
        <p:sp>
          <p:nvSpPr>
            <p:cNvPr id="7093" name="addition:input:92">
              <a:extLst>
                <a:ext uri="{FF2B5EF4-FFF2-40B4-BE49-F238E27FC236}">
                  <ns2:creationId id="{69E68B30-F6AB-4B00-8469-5A741DC67DA1}"/>
                </a:ext>
              </a:extLst>
            </p:cNvPr>
            <p:cNvSpPr>
              <a:spLocks noGrp="1"/>
            </p:cNvSpPr>
            <p:nvPr/>
          </p:nvSpPr>
          <p:spPr>
            <a:xfrm>
              <a:off x="209550" y="5438775"/>
              <a:ext cx="1851660" cy="1025362"/>
            </a:xfrm>
            <a:custGeom>
              <a:rect l="l" t="t" r="r" b="b"/>
              <a:pathLst>
                <a:path w="1125" h="547">
                  <a:moveTo>
                    <a:pt x="0" y="0"/>
                  </a:moveTo>
                  <a:moveTo>
                    <a:pt x="1119" y="523"/>
                  </a:moveTo>
                  <a:lnTo>
                    <a:pt x="1121" y="524"/>
                  </a:lnTo>
                  <a:lnTo>
                    <a:pt x="1124" y="527"/>
                  </a:lnTo>
                  <a:lnTo>
                    <a:pt x="1125" y="529"/>
                  </a:lnTo>
                  <a:lnTo>
                    <a:pt x="1123" y="530"/>
                  </a:lnTo>
                  <a:lnTo>
                    <a:pt x="1120" y="532"/>
                  </a:lnTo>
                  <a:lnTo>
                    <a:pt x="1119" y="533"/>
                  </a:lnTo>
                  <a:lnTo>
                    <a:pt x="1119" y="535"/>
                  </a:lnTo>
                  <a:lnTo>
                    <a:pt x="1119" y="538"/>
                  </a:lnTo>
                  <a:lnTo>
                    <a:pt x="1118" y="540"/>
                  </a:lnTo>
                  <a:lnTo>
                    <a:pt x="1115" y="540"/>
                  </a:lnTo>
                  <a:lnTo>
                    <a:pt x="1110" y="540"/>
                  </a:lnTo>
                  <a:lnTo>
                    <a:pt x="1106" y="539"/>
                  </a:lnTo>
                  <a:lnTo>
                    <a:pt x="1103" y="539"/>
                  </a:lnTo>
                  <a:lnTo>
                    <a:pt x="1101" y="540"/>
                  </a:lnTo>
                  <a:lnTo>
                    <a:pt x="1098" y="542"/>
                  </a:lnTo>
                  <a:lnTo>
                    <a:pt x="1096" y="542"/>
                  </a:lnTo>
                  <a:lnTo>
                    <a:pt x="1092" y="543"/>
                  </a:lnTo>
                  <a:lnTo>
                    <a:pt x="1089" y="545"/>
                  </a:lnTo>
                  <a:lnTo>
                    <a:pt x="1085" y="546"/>
                  </a:lnTo>
                  <a:lnTo>
                    <a:pt x="1080" y="547"/>
                  </a:lnTo>
                  <a:lnTo>
                    <a:pt x="1076" y="545"/>
                  </a:lnTo>
                  <a:lnTo>
                    <a:pt x="1074" y="543"/>
                  </a:lnTo>
                  <a:lnTo>
                    <a:pt x="1072" y="540"/>
                  </a:lnTo>
                  <a:lnTo>
                    <a:pt x="1069" y="538"/>
                  </a:lnTo>
                  <a:lnTo>
                    <a:pt x="1065" y="538"/>
                  </a:lnTo>
                  <a:lnTo>
                    <a:pt x="1061" y="538"/>
                  </a:lnTo>
                  <a:lnTo>
                    <a:pt x="1058" y="537"/>
                  </a:lnTo>
                  <a:lnTo>
                    <a:pt x="1056" y="535"/>
                  </a:lnTo>
                  <a:lnTo>
                    <a:pt x="1056" y="533"/>
                  </a:lnTo>
                  <a:lnTo>
                    <a:pt x="1054" y="531"/>
                  </a:lnTo>
                  <a:lnTo>
                    <a:pt x="1051" y="530"/>
                  </a:lnTo>
                  <a:lnTo>
                    <a:pt x="1047" y="528"/>
                  </a:lnTo>
                  <a:lnTo>
                    <a:pt x="1045" y="527"/>
                  </a:lnTo>
                  <a:lnTo>
                    <a:pt x="1045" y="525"/>
                  </a:lnTo>
                  <a:lnTo>
                    <a:pt x="1044" y="523"/>
                  </a:lnTo>
                  <a:lnTo>
                    <a:pt x="1044" y="521"/>
                  </a:lnTo>
                  <a:lnTo>
                    <a:pt x="1044" y="518"/>
                  </a:lnTo>
                  <a:lnTo>
                    <a:pt x="1047" y="517"/>
                  </a:lnTo>
                  <a:lnTo>
                    <a:pt x="1052" y="515"/>
                  </a:lnTo>
                  <a:lnTo>
                    <a:pt x="1058" y="515"/>
                  </a:lnTo>
                  <a:lnTo>
                    <a:pt x="1061" y="514"/>
                  </a:lnTo>
                  <a:lnTo>
                    <a:pt x="1062" y="512"/>
                  </a:lnTo>
                  <a:lnTo>
                    <a:pt x="1061" y="509"/>
                  </a:lnTo>
                  <a:lnTo>
                    <a:pt x="1061" y="506"/>
                  </a:lnTo>
                  <a:lnTo>
                    <a:pt x="1064" y="505"/>
                  </a:lnTo>
                  <a:lnTo>
                    <a:pt x="1067" y="504"/>
                  </a:lnTo>
                  <a:lnTo>
                    <a:pt x="1071" y="503"/>
                  </a:lnTo>
                  <a:lnTo>
                    <a:pt x="1075" y="502"/>
                  </a:lnTo>
                  <a:lnTo>
                    <a:pt x="1078" y="501"/>
                  </a:lnTo>
                  <a:lnTo>
                    <a:pt x="1082" y="501"/>
                  </a:lnTo>
                  <a:lnTo>
                    <a:pt x="1086" y="501"/>
                  </a:lnTo>
                  <a:lnTo>
                    <a:pt x="1089" y="502"/>
                  </a:lnTo>
                  <a:lnTo>
                    <a:pt x="1092" y="502"/>
                  </a:lnTo>
                  <a:lnTo>
                    <a:pt x="1095" y="502"/>
                  </a:lnTo>
                  <a:lnTo>
                    <a:pt x="1098" y="502"/>
                  </a:lnTo>
                  <a:lnTo>
                    <a:pt x="1101" y="503"/>
                  </a:lnTo>
                  <a:lnTo>
                    <a:pt x="1102" y="505"/>
                  </a:lnTo>
                  <a:lnTo>
                    <a:pt x="1104" y="507"/>
                  </a:lnTo>
                  <a:lnTo>
                    <a:pt x="1107" y="507"/>
                  </a:lnTo>
                  <a:lnTo>
                    <a:pt x="1112" y="506"/>
                  </a:lnTo>
                  <a:lnTo>
                    <a:pt x="1117" y="505"/>
                  </a:lnTo>
                  <a:lnTo>
                    <a:pt x="1120" y="506"/>
                  </a:lnTo>
                  <a:lnTo>
                    <a:pt x="1121" y="508"/>
                  </a:lnTo>
                  <a:lnTo>
                    <a:pt x="1120" y="511"/>
                  </a:lnTo>
                  <a:lnTo>
                    <a:pt x="1119" y="514"/>
                  </a:lnTo>
                  <a:lnTo>
                    <a:pt x="1119" y="515"/>
                  </a:lnTo>
                  <a:lnTo>
                    <a:pt x="1119" y="517"/>
                  </a:lnTo>
                  <a:lnTo>
                    <a:pt x="1119" y="519"/>
                  </a:lnTo>
                  <a:lnTo>
                    <a:pt x="1118" y="521"/>
                  </a:lnTo>
                  <a:close/>
                </a:path>
              </a:pathLst>
            </a:custGeom>
            <a:solidFill>
              <a:srgbClr val="ECB78D">
                <a:alpha val="9600"/>
              </a:srgbClr>
            </a:solidFill>
            <a:ln>
              <a:noFill/>
            </a:ln>
          </p:spPr>
          <p:txBody>
            <a:bodyPr anchor="ctr"/>
            <a:lstStyle/>
            <a:p>
              <a:pPr algn="ctr">
                <a:buNone/>
              </a:pPr>
            </a:p>
          </p:txBody>
        </p:sp>
        <p:sp>
          <p:nvSpPr>
            <p:cNvPr id="7094" name="addition:input:93">
              <a:extLst>
                <a:ext uri="{FF2B5EF4-FFF2-40B4-BE49-F238E27FC236}">
                  <ns2:creationId id="{31EDFD8D-611D-41F7-A91A-59BBE1CEA26C}"/>
                </a:ext>
              </a:extLst>
            </p:cNvPr>
            <p:cNvSpPr>
              <a:spLocks noGrp="1"/>
            </p:cNvSpPr>
            <p:nvPr/>
          </p:nvSpPr>
          <p:spPr>
            <a:xfrm>
              <a:off x="209550" y="5438775"/>
              <a:ext cx="1794053" cy="1023488"/>
            </a:xfrm>
            <a:custGeom>
              <a:rect l="l" t="t" r="r" b="b"/>
              <a:pathLst>
                <a:path w="1090" h="546">
                  <a:moveTo>
                    <a:pt x="0" y="0"/>
                  </a:moveTo>
                  <a:moveTo>
                    <a:pt x="1088" y="525"/>
                  </a:moveTo>
                  <a:lnTo>
                    <a:pt x="1090" y="527"/>
                  </a:lnTo>
                  <a:lnTo>
                    <a:pt x="1090" y="529"/>
                  </a:lnTo>
                  <a:lnTo>
                    <a:pt x="1089" y="531"/>
                  </a:lnTo>
                  <a:lnTo>
                    <a:pt x="1087" y="532"/>
                  </a:lnTo>
                  <a:lnTo>
                    <a:pt x="1085" y="534"/>
                  </a:lnTo>
                  <a:lnTo>
                    <a:pt x="1083" y="535"/>
                  </a:lnTo>
                  <a:lnTo>
                    <a:pt x="1079" y="536"/>
                  </a:lnTo>
                  <a:lnTo>
                    <a:pt x="1075" y="536"/>
                  </a:lnTo>
                  <a:lnTo>
                    <a:pt x="1072" y="537"/>
                  </a:lnTo>
                  <a:lnTo>
                    <a:pt x="1071" y="539"/>
                  </a:lnTo>
                  <a:lnTo>
                    <a:pt x="1071" y="542"/>
                  </a:lnTo>
                  <a:lnTo>
                    <a:pt x="1069" y="545"/>
                  </a:lnTo>
                  <a:lnTo>
                    <a:pt x="1066" y="546"/>
                  </a:lnTo>
                  <a:lnTo>
                    <a:pt x="1062" y="546"/>
                  </a:lnTo>
                  <a:lnTo>
                    <a:pt x="1058" y="545"/>
                  </a:lnTo>
                  <a:lnTo>
                    <a:pt x="1055" y="545"/>
                  </a:lnTo>
                  <a:lnTo>
                    <a:pt x="1052" y="546"/>
                  </a:lnTo>
                  <a:lnTo>
                    <a:pt x="1048" y="546"/>
                  </a:lnTo>
                  <a:lnTo>
                    <a:pt x="1045" y="546"/>
                  </a:lnTo>
                  <a:lnTo>
                    <a:pt x="1042" y="545"/>
                  </a:lnTo>
                  <a:lnTo>
                    <a:pt x="1039" y="543"/>
                  </a:lnTo>
                  <a:lnTo>
                    <a:pt x="1037" y="543"/>
                  </a:lnTo>
                  <a:lnTo>
                    <a:pt x="1034" y="542"/>
                  </a:lnTo>
                  <a:lnTo>
                    <a:pt x="1032" y="541"/>
                  </a:lnTo>
                  <a:lnTo>
                    <a:pt x="1031" y="539"/>
                  </a:lnTo>
                  <a:lnTo>
                    <a:pt x="1029" y="538"/>
                  </a:lnTo>
                  <a:lnTo>
                    <a:pt x="1027" y="537"/>
                  </a:lnTo>
                  <a:lnTo>
                    <a:pt x="1022" y="537"/>
                  </a:lnTo>
                  <a:lnTo>
                    <a:pt x="1018" y="537"/>
                  </a:lnTo>
                  <a:lnTo>
                    <a:pt x="1016" y="535"/>
                  </a:lnTo>
                  <a:lnTo>
                    <a:pt x="1017" y="533"/>
                  </a:lnTo>
                  <a:lnTo>
                    <a:pt x="1020" y="530"/>
                  </a:lnTo>
                  <a:lnTo>
                    <a:pt x="1023" y="528"/>
                  </a:lnTo>
                  <a:lnTo>
                    <a:pt x="1023" y="526"/>
                  </a:lnTo>
                  <a:lnTo>
                    <a:pt x="1023" y="525"/>
                  </a:lnTo>
                  <a:lnTo>
                    <a:pt x="1023" y="523"/>
                  </a:lnTo>
                  <a:lnTo>
                    <a:pt x="1024" y="521"/>
                  </a:lnTo>
                  <a:lnTo>
                    <a:pt x="1024" y="519"/>
                  </a:lnTo>
                  <a:lnTo>
                    <a:pt x="1024" y="518"/>
                  </a:lnTo>
                  <a:lnTo>
                    <a:pt x="1024" y="515"/>
                  </a:lnTo>
                  <a:lnTo>
                    <a:pt x="1024" y="513"/>
                  </a:lnTo>
                  <a:lnTo>
                    <a:pt x="1026" y="512"/>
                  </a:lnTo>
                  <a:lnTo>
                    <a:pt x="1029" y="511"/>
                  </a:lnTo>
                  <a:lnTo>
                    <a:pt x="1031" y="510"/>
                  </a:lnTo>
                  <a:lnTo>
                    <a:pt x="1032" y="508"/>
                  </a:lnTo>
                  <a:lnTo>
                    <a:pt x="1033" y="506"/>
                  </a:lnTo>
                  <a:lnTo>
                    <a:pt x="1035" y="504"/>
                  </a:lnTo>
                  <a:lnTo>
                    <a:pt x="1038" y="504"/>
                  </a:lnTo>
                  <a:lnTo>
                    <a:pt x="1042" y="506"/>
                  </a:lnTo>
                  <a:lnTo>
                    <a:pt x="1045" y="507"/>
                  </a:lnTo>
                  <a:lnTo>
                    <a:pt x="1047" y="508"/>
                  </a:lnTo>
                  <a:lnTo>
                    <a:pt x="1049" y="507"/>
                  </a:lnTo>
                  <a:lnTo>
                    <a:pt x="1051" y="505"/>
                  </a:lnTo>
                  <a:lnTo>
                    <a:pt x="1054" y="504"/>
                  </a:lnTo>
                  <a:lnTo>
                    <a:pt x="1057" y="504"/>
                  </a:lnTo>
                  <a:lnTo>
                    <a:pt x="1060" y="503"/>
                  </a:lnTo>
                  <a:lnTo>
                    <a:pt x="1063" y="503"/>
                  </a:lnTo>
                  <a:lnTo>
                    <a:pt x="1067" y="504"/>
                  </a:lnTo>
                  <a:lnTo>
                    <a:pt x="1069" y="506"/>
                  </a:lnTo>
                  <a:lnTo>
                    <a:pt x="1070" y="508"/>
                  </a:lnTo>
                  <a:lnTo>
                    <a:pt x="1070" y="511"/>
                  </a:lnTo>
                  <a:lnTo>
                    <a:pt x="1072" y="513"/>
                  </a:lnTo>
                  <a:lnTo>
                    <a:pt x="1075" y="513"/>
                  </a:lnTo>
                  <a:lnTo>
                    <a:pt x="1079" y="514"/>
                  </a:lnTo>
                  <a:lnTo>
                    <a:pt x="1081" y="515"/>
                  </a:lnTo>
                  <a:lnTo>
                    <a:pt x="1082" y="517"/>
                  </a:lnTo>
                  <a:lnTo>
                    <a:pt x="1081" y="520"/>
                  </a:lnTo>
                  <a:lnTo>
                    <a:pt x="1082" y="521"/>
                  </a:lnTo>
                  <a:lnTo>
                    <a:pt x="1084" y="523"/>
                  </a:lnTo>
                  <a:close/>
                </a:path>
              </a:pathLst>
            </a:custGeom>
            <a:solidFill>
              <a:srgbClr val="ECB78D">
                <a:alpha val="9600"/>
              </a:srgbClr>
            </a:solidFill>
            <a:ln>
              <a:noFill/>
            </a:ln>
          </p:spPr>
          <p:txBody>
            <a:bodyPr anchor="ctr"/>
            <a:lstStyle/>
            <a:p>
              <a:pPr algn="ctr">
                <a:buNone/>
              </a:pPr>
            </a:p>
          </p:txBody>
        </p:sp>
        <p:sp>
          <p:nvSpPr>
            <p:cNvPr id="7095" name="addition:input:94">
              <a:extLst>
                <a:ext uri="{FF2B5EF4-FFF2-40B4-BE49-F238E27FC236}">
                  <ns2:creationId id="{8B75DD6B-426C-4B41-A8F0-E8A54C546EB3}"/>
                </a:ext>
              </a:extLst>
            </p:cNvPr>
            <p:cNvSpPr>
              <a:spLocks noGrp="1"/>
            </p:cNvSpPr>
            <p:nvPr/>
          </p:nvSpPr>
          <p:spPr>
            <a:xfrm>
              <a:off x="209550" y="5438775"/>
              <a:ext cx="1729862" cy="1008492"/>
            </a:xfrm>
            <a:custGeom>
              <a:rect l="l" t="t" r="r" b="b"/>
              <a:pathLst>
                <a:path w="1051" h="538">
                  <a:moveTo>
                    <a:pt x="0" y="0"/>
                  </a:moveTo>
                  <a:moveTo>
                    <a:pt x="1046" y="517"/>
                  </a:moveTo>
                  <a:lnTo>
                    <a:pt x="1049" y="519"/>
                  </a:lnTo>
                  <a:lnTo>
                    <a:pt x="1051" y="521"/>
                  </a:lnTo>
                  <a:lnTo>
                    <a:pt x="1050" y="522"/>
                  </a:lnTo>
                  <a:lnTo>
                    <a:pt x="1048" y="523"/>
                  </a:lnTo>
                  <a:lnTo>
                    <a:pt x="1046" y="525"/>
                  </a:lnTo>
                  <a:lnTo>
                    <a:pt x="1046" y="526"/>
                  </a:lnTo>
                  <a:lnTo>
                    <a:pt x="1046" y="528"/>
                  </a:lnTo>
                  <a:lnTo>
                    <a:pt x="1045" y="529"/>
                  </a:lnTo>
                  <a:lnTo>
                    <a:pt x="1043" y="530"/>
                  </a:lnTo>
                  <a:lnTo>
                    <a:pt x="1041" y="531"/>
                  </a:lnTo>
                  <a:lnTo>
                    <a:pt x="1038" y="531"/>
                  </a:lnTo>
                  <a:lnTo>
                    <a:pt x="1037" y="532"/>
                  </a:lnTo>
                  <a:lnTo>
                    <a:pt x="1035" y="532"/>
                  </a:lnTo>
                  <a:lnTo>
                    <a:pt x="1032" y="532"/>
                  </a:lnTo>
                  <a:lnTo>
                    <a:pt x="1030" y="532"/>
                  </a:lnTo>
                  <a:lnTo>
                    <a:pt x="1028" y="533"/>
                  </a:lnTo>
                  <a:lnTo>
                    <a:pt x="1026" y="535"/>
                  </a:lnTo>
                  <a:lnTo>
                    <a:pt x="1023" y="537"/>
                  </a:lnTo>
                  <a:lnTo>
                    <a:pt x="1020" y="538"/>
                  </a:lnTo>
                  <a:lnTo>
                    <a:pt x="1017" y="537"/>
                  </a:lnTo>
                  <a:lnTo>
                    <a:pt x="1015" y="535"/>
                  </a:lnTo>
                  <a:lnTo>
                    <a:pt x="1013" y="533"/>
                  </a:lnTo>
                  <a:lnTo>
                    <a:pt x="1011" y="531"/>
                  </a:lnTo>
                  <a:lnTo>
                    <a:pt x="1009" y="531"/>
                  </a:lnTo>
                  <a:lnTo>
                    <a:pt x="1006" y="530"/>
                  </a:lnTo>
                  <a:lnTo>
                    <a:pt x="1004" y="529"/>
                  </a:lnTo>
                  <a:lnTo>
                    <a:pt x="1003" y="528"/>
                  </a:lnTo>
                  <a:lnTo>
                    <a:pt x="1001" y="527"/>
                  </a:lnTo>
                  <a:lnTo>
                    <a:pt x="999" y="526"/>
                  </a:lnTo>
                  <a:lnTo>
                    <a:pt x="996" y="525"/>
                  </a:lnTo>
                  <a:lnTo>
                    <a:pt x="995" y="524"/>
                  </a:lnTo>
                  <a:lnTo>
                    <a:pt x="995" y="522"/>
                  </a:lnTo>
                  <a:lnTo>
                    <a:pt x="995" y="520"/>
                  </a:lnTo>
                  <a:lnTo>
                    <a:pt x="994" y="519"/>
                  </a:lnTo>
                  <a:lnTo>
                    <a:pt x="993" y="517"/>
                  </a:lnTo>
                  <a:lnTo>
                    <a:pt x="992" y="515"/>
                  </a:lnTo>
                  <a:lnTo>
                    <a:pt x="993" y="514"/>
                  </a:lnTo>
                  <a:lnTo>
                    <a:pt x="997" y="512"/>
                  </a:lnTo>
                  <a:lnTo>
                    <a:pt x="1001" y="512"/>
                  </a:lnTo>
                  <a:lnTo>
                    <a:pt x="1004" y="511"/>
                  </a:lnTo>
                  <a:lnTo>
                    <a:pt x="1004" y="509"/>
                  </a:lnTo>
                  <a:lnTo>
                    <a:pt x="1004" y="507"/>
                  </a:lnTo>
                  <a:lnTo>
                    <a:pt x="1004" y="505"/>
                  </a:lnTo>
                  <a:lnTo>
                    <a:pt x="1005" y="504"/>
                  </a:lnTo>
                  <a:lnTo>
                    <a:pt x="1007" y="502"/>
                  </a:lnTo>
                  <a:lnTo>
                    <a:pt x="1009" y="501"/>
                  </a:lnTo>
                  <a:lnTo>
                    <a:pt x="1011" y="500"/>
                  </a:lnTo>
                  <a:lnTo>
                    <a:pt x="1013" y="499"/>
                  </a:lnTo>
                  <a:lnTo>
                    <a:pt x="1016" y="499"/>
                  </a:lnTo>
                  <a:lnTo>
                    <a:pt x="1019" y="500"/>
                  </a:lnTo>
                  <a:lnTo>
                    <a:pt x="1022" y="501"/>
                  </a:lnTo>
                  <a:lnTo>
                    <a:pt x="1023" y="501"/>
                  </a:lnTo>
                  <a:lnTo>
                    <a:pt x="1025" y="500"/>
                  </a:lnTo>
                  <a:lnTo>
                    <a:pt x="1028" y="499"/>
                  </a:lnTo>
                  <a:lnTo>
                    <a:pt x="1030" y="500"/>
                  </a:lnTo>
                  <a:lnTo>
                    <a:pt x="1031" y="501"/>
                  </a:lnTo>
                  <a:lnTo>
                    <a:pt x="1032" y="503"/>
                  </a:lnTo>
                  <a:lnTo>
                    <a:pt x="1034" y="503"/>
                  </a:lnTo>
                  <a:lnTo>
                    <a:pt x="1037" y="502"/>
                  </a:lnTo>
                  <a:lnTo>
                    <a:pt x="1040" y="502"/>
                  </a:lnTo>
                  <a:lnTo>
                    <a:pt x="1042" y="503"/>
                  </a:lnTo>
                  <a:lnTo>
                    <a:pt x="1043" y="504"/>
                  </a:lnTo>
                  <a:lnTo>
                    <a:pt x="1044" y="506"/>
                  </a:lnTo>
                  <a:lnTo>
                    <a:pt x="1045" y="507"/>
                  </a:lnTo>
                  <a:lnTo>
                    <a:pt x="1045" y="509"/>
                  </a:lnTo>
                  <a:lnTo>
                    <a:pt x="1045" y="511"/>
                  </a:lnTo>
                  <a:lnTo>
                    <a:pt x="1043" y="513"/>
                  </a:lnTo>
                  <a:lnTo>
                    <a:pt x="1042" y="514"/>
                  </a:lnTo>
                  <a:lnTo>
                    <a:pt x="1043" y="516"/>
                  </a:lnTo>
                  <a:close/>
                </a:path>
              </a:pathLst>
            </a:custGeom>
            <a:solidFill>
              <a:srgbClr val="ECB78D">
                <a:alpha val="9600"/>
              </a:srgbClr>
            </a:solidFill>
            <a:ln>
              <a:noFill/>
            </a:ln>
          </p:spPr>
          <p:txBody>
            <a:bodyPr anchor="ctr"/>
            <a:lstStyle/>
            <a:p>
              <a:pPr algn="ctr">
                <a:buNone/>
              </a:pPr>
            </a:p>
          </p:txBody>
        </p:sp>
        <p:sp>
          <p:nvSpPr>
            <p:cNvPr id="7096" name="addition:input:95">
              <a:extLst>
                <a:ext uri="{FF2B5EF4-FFF2-40B4-BE49-F238E27FC236}">
                  <ns2:creationId id="{5B1B3EF6-DF16-43B3-851F-A469DAEEFD79}"/>
                </a:ext>
              </a:extLst>
            </p:cNvPr>
            <p:cNvSpPr>
              <a:spLocks noGrp="1"/>
            </p:cNvSpPr>
            <p:nvPr/>
          </p:nvSpPr>
          <p:spPr>
            <a:xfrm>
              <a:off x="209550" y="5438775"/>
              <a:ext cx="1825325" cy="1010366"/>
            </a:xfrm>
            <a:custGeom>
              <a:rect l="l" t="t" r="r" b="b"/>
              <a:pathLst>
                <a:path w="1109" h="539">
                  <a:moveTo>
                    <a:pt x="0" y="0"/>
                  </a:moveTo>
                  <a:moveTo>
                    <a:pt x="1102" y="514"/>
                  </a:moveTo>
                  <a:lnTo>
                    <a:pt x="1100" y="516"/>
                  </a:lnTo>
                  <a:lnTo>
                    <a:pt x="1100" y="518"/>
                  </a:lnTo>
                  <a:lnTo>
                    <a:pt x="1103" y="520"/>
                  </a:lnTo>
                  <a:lnTo>
                    <a:pt x="1106" y="522"/>
                  </a:lnTo>
                  <a:lnTo>
                    <a:pt x="1107" y="525"/>
                  </a:lnTo>
                  <a:lnTo>
                    <a:pt x="1105" y="527"/>
                  </a:lnTo>
                  <a:lnTo>
                    <a:pt x="1101" y="528"/>
                  </a:lnTo>
                  <a:lnTo>
                    <a:pt x="1097" y="529"/>
                  </a:lnTo>
                  <a:lnTo>
                    <a:pt x="1095" y="530"/>
                  </a:lnTo>
                  <a:lnTo>
                    <a:pt x="1095" y="532"/>
                  </a:lnTo>
                  <a:lnTo>
                    <a:pt x="1093" y="534"/>
                  </a:lnTo>
                  <a:lnTo>
                    <a:pt x="1090" y="535"/>
                  </a:lnTo>
                  <a:lnTo>
                    <a:pt x="1086" y="534"/>
                  </a:lnTo>
                  <a:lnTo>
                    <a:pt x="1082" y="534"/>
                  </a:lnTo>
                  <a:lnTo>
                    <a:pt x="1080" y="534"/>
                  </a:lnTo>
                  <a:lnTo>
                    <a:pt x="1077" y="535"/>
                  </a:lnTo>
                  <a:lnTo>
                    <a:pt x="1074" y="535"/>
                  </a:lnTo>
                  <a:lnTo>
                    <a:pt x="1071" y="535"/>
                  </a:lnTo>
                  <a:lnTo>
                    <a:pt x="1068" y="536"/>
                  </a:lnTo>
                  <a:lnTo>
                    <a:pt x="1064" y="537"/>
                  </a:lnTo>
                  <a:lnTo>
                    <a:pt x="1059" y="538"/>
                  </a:lnTo>
                  <a:lnTo>
                    <a:pt x="1054" y="539"/>
                  </a:lnTo>
                  <a:lnTo>
                    <a:pt x="1050" y="537"/>
                  </a:lnTo>
                  <a:lnTo>
                    <a:pt x="1049" y="534"/>
                  </a:lnTo>
                  <a:lnTo>
                    <a:pt x="1048" y="531"/>
                  </a:lnTo>
                  <a:lnTo>
                    <a:pt x="1047" y="528"/>
                  </a:lnTo>
                  <a:lnTo>
                    <a:pt x="1044" y="527"/>
                  </a:lnTo>
                  <a:lnTo>
                    <a:pt x="1040" y="527"/>
                  </a:lnTo>
                  <a:lnTo>
                    <a:pt x="1036" y="525"/>
                  </a:lnTo>
                  <a:lnTo>
                    <a:pt x="1034" y="524"/>
                  </a:lnTo>
                  <a:lnTo>
                    <a:pt x="1033" y="522"/>
                  </a:lnTo>
                  <a:lnTo>
                    <a:pt x="1031" y="520"/>
                  </a:lnTo>
                  <a:lnTo>
                    <a:pt x="1028" y="518"/>
                  </a:lnTo>
                  <a:lnTo>
                    <a:pt x="1026" y="516"/>
                  </a:lnTo>
                  <a:lnTo>
                    <a:pt x="1025" y="514"/>
                  </a:lnTo>
                  <a:lnTo>
                    <a:pt x="1026" y="512"/>
                  </a:lnTo>
                  <a:lnTo>
                    <a:pt x="1027" y="510"/>
                  </a:lnTo>
                  <a:lnTo>
                    <a:pt x="1027" y="508"/>
                  </a:lnTo>
                  <a:lnTo>
                    <a:pt x="1026" y="505"/>
                  </a:lnTo>
                  <a:lnTo>
                    <a:pt x="1029" y="503"/>
                  </a:lnTo>
                  <a:lnTo>
                    <a:pt x="1033" y="502"/>
                  </a:lnTo>
                  <a:lnTo>
                    <a:pt x="1040" y="502"/>
                  </a:lnTo>
                  <a:lnTo>
                    <a:pt x="1044" y="502"/>
                  </a:lnTo>
                  <a:lnTo>
                    <a:pt x="1046" y="500"/>
                  </a:lnTo>
                  <a:lnTo>
                    <a:pt x="1046" y="498"/>
                  </a:lnTo>
                  <a:lnTo>
                    <a:pt x="1047" y="494"/>
                  </a:lnTo>
                  <a:lnTo>
                    <a:pt x="1050" y="492"/>
                  </a:lnTo>
                  <a:lnTo>
                    <a:pt x="1054" y="491"/>
                  </a:lnTo>
                  <a:lnTo>
                    <a:pt x="1058" y="491"/>
                  </a:lnTo>
                  <a:lnTo>
                    <a:pt x="1062" y="490"/>
                  </a:lnTo>
                  <a:lnTo>
                    <a:pt x="1066" y="490"/>
                  </a:lnTo>
                  <a:lnTo>
                    <a:pt x="1071" y="490"/>
                  </a:lnTo>
                  <a:lnTo>
                    <a:pt x="1074" y="492"/>
                  </a:lnTo>
                  <a:lnTo>
                    <a:pt x="1078" y="494"/>
                  </a:lnTo>
                  <a:lnTo>
                    <a:pt x="1081" y="494"/>
                  </a:lnTo>
                  <a:lnTo>
                    <a:pt x="1084" y="493"/>
                  </a:lnTo>
                  <a:lnTo>
                    <a:pt x="1088" y="493"/>
                  </a:lnTo>
                  <a:lnTo>
                    <a:pt x="1091" y="494"/>
                  </a:lnTo>
                  <a:lnTo>
                    <a:pt x="1093" y="496"/>
                  </a:lnTo>
                  <a:lnTo>
                    <a:pt x="1094" y="498"/>
                  </a:lnTo>
                  <a:lnTo>
                    <a:pt x="1096" y="499"/>
                  </a:lnTo>
                  <a:lnTo>
                    <a:pt x="1100" y="499"/>
                  </a:lnTo>
                  <a:lnTo>
                    <a:pt x="1105" y="499"/>
                  </a:lnTo>
                  <a:lnTo>
                    <a:pt x="1109" y="501"/>
                  </a:lnTo>
                  <a:lnTo>
                    <a:pt x="1109" y="503"/>
                  </a:lnTo>
                  <a:lnTo>
                    <a:pt x="1108" y="506"/>
                  </a:lnTo>
                  <a:lnTo>
                    <a:pt x="1106" y="508"/>
                  </a:lnTo>
                  <a:lnTo>
                    <a:pt x="1105" y="510"/>
                  </a:lnTo>
                  <a:lnTo>
                    <a:pt x="1104" y="512"/>
                  </a:lnTo>
                  <a:close/>
                </a:path>
              </a:pathLst>
            </a:custGeom>
            <a:solidFill>
              <a:srgbClr val="ECB78D">
                <a:alpha val="9600"/>
              </a:srgbClr>
            </a:solidFill>
            <a:ln>
              <a:noFill/>
            </a:ln>
          </p:spPr>
          <p:txBody>
            <a:bodyPr anchor="ctr"/>
            <a:lstStyle/>
            <a:p>
              <a:pPr algn="ctr">
                <a:buNone/>
              </a:pPr>
            </a:p>
          </p:txBody>
        </p:sp>
        <p:sp>
          <p:nvSpPr>
            <p:cNvPr id="7097" name="addition:input:96">
              <a:extLst>
                <a:ext uri="{FF2B5EF4-FFF2-40B4-BE49-F238E27FC236}">
                  <ns2:creationId id="{43B28DA0-1B83-4DB0-9A39-525E69B5A7E7}"/>
                </a:ext>
              </a:extLst>
            </p:cNvPr>
            <p:cNvSpPr>
              <a:spLocks noGrp="1"/>
            </p:cNvSpPr>
            <p:nvPr/>
          </p:nvSpPr>
          <p:spPr>
            <a:xfrm>
              <a:off x="209550" y="5438775"/>
              <a:ext cx="1854952" cy="1029111"/>
            </a:xfrm>
            <a:custGeom>
              <a:rect l="l" t="t" r="r" b="b"/>
              <a:pathLst>
                <a:path w="1127" h="549">
                  <a:moveTo>
                    <a:pt x="0" y="0"/>
                  </a:moveTo>
                  <a:moveTo>
                    <a:pt x="1127" y="510"/>
                  </a:moveTo>
                  <a:lnTo>
                    <a:pt x="1126" y="513"/>
                  </a:lnTo>
                  <a:lnTo>
                    <a:pt x="1124" y="516"/>
                  </a:lnTo>
                  <a:lnTo>
                    <a:pt x="1124" y="519"/>
                  </a:lnTo>
                  <a:lnTo>
                    <a:pt x="1124" y="522"/>
                  </a:lnTo>
                  <a:lnTo>
                    <a:pt x="1122" y="525"/>
                  </a:lnTo>
                  <a:lnTo>
                    <a:pt x="1118" y="527"/>
                  </a:lnTo>
                  <a:lnTo>
                    <a:pt x="1114" y="529"/>
                  </a:lnTo>
                  <a:lnTo>
                    <a:pt x="1111" y="531"/>
                  </a:lnTo>
                  <a:lnTo>
                    <a:pt x="1108" y="533"/>
                  </a:lnTo>
                  <a:lnTo>
                    <a:pt x="1105" y="535"/>
                  </a:lnTo>
                  <a:lnTo>
                    <a:pt x="1100" y="536"/>
                  </a:lnTo>
                  <a:lnTo>
                    <a:pt x="1094" y="536"/>
                  </a:lnTo>
                  <a:lnTo>
                    <a:pt x="1089" y="536"/>
                  </a:lnTo>
                  <a:lnTo>
                    <a:pt x="1085" y="539"/>
                  </a:lnTo>
                  <a:lnTo>
                    <a:pt x="1082" y="543"/>
                  </a:lnTo>
                  <a:lnTo>
                    <a:pt x="1077" y="547"/>
                  </a:lnTo>
                  <a:lnTo>
                    <a:pt x="1071" y="549"/>
                  </a:lnTo>
                  <a:lnTo>
                    <a:pt x="1064" y="547"/>
                  </a:lnTo>
                  <a:lnTo>
                    <a:pt x="1059" y="544"/>
                  </a:lnTo>
                  <a:lnTo>
                    <a:pt x="1054" y="541"/>
                  </a:lnTo>
                  <a:lnTo>
                    <a:pt x="1049" y="540"/>
                  </a:lnTo>
                  <a:lnTo>
                    <a:pt x="1045" y="538"/>
                  </a:lnTo>
                  <a:lnTo>
                    <a:pt x="1041" y="536"/>
                  </a:lnTo>
                  <a:lnTo>
                    <a:pt x="1038" y="534"/>
                  </a:lnTo>
                  <a:lnTo>
                    <a:pt x="1034" y="533"/>
                  </a:lnTo>
                  <a:lnTo>
                    <a:pt x="1028" y="533"/>
                  </a:lnTo>
                  <a:lnTo>
                    <a:pt x="1022" y="533"/>
                  </a:lnTo>
                  <a:lnTo>
                    <a:pt x="1018" y="531"/>
                  </a:lnTo>
                  <a:lnTo>
                    <a:pt x="1017" y="528"/>
                  </a:lnTo>
                  <a:lnTo>
                    <a:pt x="1017" y="524"/>
                  </a:lnTo>
                  <a:lnTo>
                    <a:pt x="1017" y="521"/>
                  </a:lnTo>
                  <a:lnTo>
                    <a:pt x="1013" y="519"/>
                  </a:lnTo>
                  <a:lnTo>
                    <a:pt x="1009" y="516"/>
                  </a:lnTo>
                  <a:lnTo>
                    <a:pt x="1008" y="513"/>
                  </a:lnTo>
                  <a:lnTo>
                    <a:pt x="1011" y="510"/>
                  </a:lnTo>
                  <a:lnTo>
                    <a:pt x="1018" y="507"/>
                  </a:lnTo>
                  <a:lnTo>
                    <a:pt x="1024" y="505"/>
                  </a:lnTo>
                  <a:lnTo>
                    <a:pt x="1026" y="502"/>
                  </a:lnTo>
                  <a:lnTo>
                    <a:pt x="1027" y="500"/>
                  </a:lnTo>
                  <a:lnTo>
                    <a:pt x="1027" y="497"/>
                  </a:lnTo>
                  <a:lnTo>
                    <a:pt x="1028" y="494"/>
                  </a:lnTo>
                  <a:lnTo>
                    <a:pt x="1029" y="491"/>
                  </a:lnTo>
                  <a:lnTo>
                    <a:pt x="1030" y="487"/>
                  </a:lnTo>
                  <a:lnTo>
                    <a:pt x="1030" y="483"/>
                  </a:lnTo>
                  <a:lnTo>
                    <a:pt x="1033" y="480"/>
                  </a:lnTo>
                  <a:lnTo>
                    <a:pt x="1039" y="479"/>
                  </a:lnTo>
                  <a:lnTo>
                    <a:pt x="1046" y="481"/>
                  </a:lnTo>
                  <a:lnTo>
                    <a:pt x="1051" y="482"/>
                  </a:lnTo>
                  <a:lnTo>
                    <a:pt x="1055" y="482"/>
                  </a:lnTo>
                  <a:lnTo>
                    <a:pt x="1058" y="480"/>
                  </a:lnTo>
                  <a:lnTo>
                    <a:pt x="1061" y="477"/>
                  </a:lnTo>
                  <a:lnTo>
                    <a:pt x="1065" y="477"/>
                  </a:lnTo>
                  <a:lnTo>
                    <a:pt x="1069" y="478"/>
                  </a:lnTo>
                  <a:lnTo>
                    <a:pt x="1073" y="480"/>
                  </a:lnTo>
                  <a:lnTo>
                    <a:pt x="1077" y="481"/>
                  </a:lnTo>
                  <a:lnTo>
                    <a:pt x="1081" y="480"/>
                  </a:lnTo>
                  <a:lnTo>
                    <a:pt x="1086" y="479"/>
                  </a:lnTo>
                  <a:lnTo>
                    <a:pt x="1091" y="479"/>
                  </a:lnTo>
                  <a:lnTo>
                    <a:pt x="1095" y="481"/>
                  </a:lnTo>
                  <a:lnTo>
                    <a:pt x="1100" y="482"/>
                  </a:lnTo>
                  <a:lnTo>
                    <a:pt x="1104" y="484"/>
                  </a:lnTo>
                  <a:lnTo>
                    <a:pt x="1108" y="486"/>
                  </a:lnTo>
                  <a:lnTo>
                    <a:pt x="1110" y="490"/>
                  </a:lnTo>
                  <a:lnTo>
                    <a:pt x="1108" y="494"/>
                  </a:lnTo>
                  <a:lnTo>
                    <a:pt x="1105" y="498"/>
                  </a:lnTo>
                  <a:lnTo>
                    <a:pt x="1105" y="501"/>
                  </a:lnTo>
                  <a:lnTo>
                    <a:pt x="1110" y="503"/>
                  </a:lnTo>
                  <a:lnTo>
                    <a:pt x="1118" y="504"/>
                  </a:lnTo>
                  <a:lnTo>
                    <a:pt x="1125" y="507"/>
                  </a:lnTo>
                  <a:close/>
                </a:path>
              </a:pathLst>
            </a:custGeom>
            <a:solidFill>
              <a:srgbClr val="E18B48">
                <a:alpha val="11100"/>
              </a:srgbClr>
            </a:solidFill>
            <a:ln>
              <a:noFill/>
            </a:ln>
          </p:spPr>
          <p:txBody>
            <a:bodyPr anchor="ctr"/>
            <a:lstStyle/>
            <a:p>
              <a:pPr algn="ctr">
                <a:buNone/>
              </a:pPr>
            </a:p>
          </p:txBody>
        </p:sp>
        <p:sp>
          <p:nvSpPr>
            <p:cNvPr id="7098" name="addition:input:97">
              <a:extLst>
                <a:ext uri="{FF2B5EF4-FFF2-40B4-BE49-F238E27FC236}">
                  <ns2:creationId id="{F4775370-5E34-44ED-92F5-6C6EDD313811}"/>
                </a:ext>
              </a:extLst>
            </p:cNvPr>
            <p:cNvSpPr>
              <a:spLocks noGrp="1"/>
            </p:cNvSpPr>
            <p:nvPr/>
          </p:nvSpPr>
          <p:spPr>
            <a:xfrm>
              <a:off x="209550" y="5438775"/>
              <a:ext cx="1767718" cy="974750"/>
            </a:xfrm>
            <a:custGeom>
              <a:rect l="l" t="t" r="r" b="b"/>
              <a:pathLst>
                <a:path w="1074" h="520">
                  <a:moveTo>
                    <a:pt x="0" y="0"/>
                  </a:moveTo>
                  <a:moveTo>
                    <a:pt x="1073" y="501"/>
                  </a:moveTo>
                  <a:lnTo>
                    <a:pt x="1074" y="503"/>
                  </a:lnTo>
                  <a:lnTo>
                    <a:pt x="1074" y="504"/>
                  </a:lnTo>
                  <a:lnTo>
                    <a:pt x="1073" y="506"/>
                  </a:lnTo>
                  <a:lnTo>
                    <a:pt x="1071" y="507"/>
                  </a:lnTo>
                  <a:lnTo>
                    <a:pt x="1069" y="508"/>
                  </a:lnTo>
                  <a:lnTo>
                    <a:pt x="1068" y="509"/>
                  </a:lnTo>
                  <a:lnTo>
                    <a:pt x="1068" y="511"/>
                  </a:lnTo>
                  <a:lnTo>
                    <a:pt x="1066" y="512"/>
                  </a:lnTo>
                  <a:lnTo>
                    <a:pt x="1063" y="512"/>
                  </a:lnTo>
                  <a:lnTo>
                    <a:pt x="1060" y="512"/>
                  </a:lnTo>
                  <a:lnTo>
                    <a:pt x="1058" y="513"/>
                  </a:lnTo>
                  <a:lnTo>
                    <a:pt x="1057" y="514"/>
                  </a:lnTo>
                  <a:lnTo>
                    <a:pt x="1056" y="517"/>
                  </a:lnTo>
                  <a:lnTo>
                    <a:pt x="1054" y="519"/>
                  </a:lnTo>
                  <a:lnTo>
                    <a:pt x="1051" y="520"/>
                  </a:lnTo>
                  <a:lnTo>
                    <a:pt x="1048" y="519"/>
                  </a:lnTo>
                  <a:lnTo>
                    <a:pt x="1046" y="519"/>
                  </a:lnTo>
                  <a:lnTo>
                    <a:pt x="1043" y="518"/>
                  </a:lnTo>
                  <a:lnTo>
                    <a:pt x="1041" y="517"/>
                  </a:lnTo>
                  <a:lnTo>
                    <a:pt x="1039" y="516"/>
                  </a:lnTo>
                  <a:lnTo>
                    <a:pt x="1037" y="515"/>
                  </a:lnTo>
                  <a:lnTo>
                    <a:pt x="1036" y="514"/>
                  </a:lnTo>
                  <a:lnTo>
                    <a:pt x="1034" y="514"/>
                  </a:lnTo>
                  <a:lnTo>
                    <a:pt x="1031" y="514"/>
                  </a:lnTo>
                  <a:lnTo>
                    <a:pt x="1028" y="515"/>
                  </a:lnTo>
                  <a:lnTo>
                    <a:pt x="1026" y="514"/>
                  </a:lnTo>
                  <a:lnTo>
                    <a:pt x="1026" y="512"/>
                  </a:lnTo>
                  <a:lnTo>
                    <a:pt x="1026" y="511"/>
                  </a:lnTo>
                  <a:lnTo>
                    <a:pt x="1025" y="509"/>
                  </a:lnTo>
                  <a:lnTo>
                    <a:pt x="1023" y="508"/>
                  </a:lnTo>
                  <a:lnTo>
                    <a:pt x="1021" y="507"/>
                  </a:lnTo>
                  <a:lnTo>
                    <a:pt x="1020" y="506"/>
                  </a:lnTo>
                  <a:lnTo>
                    <a:pt x="1021" y="504"/>
                  </a:lnTo>
                  <a:lnTo>
                    <a:pt x="1023" y="502"/>
                  </a:lnTo>
                  <a:lnTo>
                    <a:pt x="1025" y="501"/>
                  </a:lnTo>
                  <a:lnTo>
                    <a:pt x="1025" y="500"/>
                  </a:lnTo>
                  <a:lnTo>
                    <a:pt x="1026" y="498"/>
                  </a:lnTo>
                  <a:lnTo>
                    <a:pt x="1026" y="497"/>
                  </a:lnTo>
                  <a:lnTo>
                    <a:pt x="1027" y="496"/>
                  </a:lnTo>
                  <a:lnTo>
                    <a:pt x="1027" y="494"/>
                  </a:lnTo>
                  <a:lnTo>
                    <a:pt x="1026" y="492"/>
                  </a:lnTo>
                  <a:lnTo>
                    <a:pt x="1025" y="490"/>
                  </a:lnTo>
                  <a:lnTo>
                    <a:pt x="1025" y="488"/>
                  </a:lnTo>
                  <a:lnTo>
                    <a:pt x="1028" y="487"/>
                  </a:lnTo>
                  <a:lnTo>
                    <a:pt x="1031" y="488"/>
                  </a:lnTo>
                  <a:lnTo>
                    <a:pt x="1034" y="488"/>
                  </a:lnTo>
                  <a:lnTo>
                    <a:pt x="1035" y="488"/>
                  </a:lnTo>
                  <a:lnTo>
                    <a:pt x="1037" y="486"/>
                  </a:lnTo>
                  <a:lnTo>
                    <a:pt x="1038" y="485"/>
                  </a:lnTo>
                  <a:lnTo>
                    <a:pt x="1040" y="485"/>
                  </a:lnTo>
                  <a:lnTo>
                    <a:pt x="1042" y="485"/>
                  </a:lnTo>
                  <a:lnTo>
                    <a:pt x="1043" y="486"/>
                  </a:lnTo>
                  <a:lnTo>
                    <a:pt x="1045" y="485"/>
                  </a:lnTo>
                  <a:lnTo>
                    <a:pt x="1047" y="485"/>
                  </a:lnTo>
                  <a:lnTo>
                    <a:pt x="1050" y="484"/>
                  </a:lnTo>
                  <a:lnTo>
                    <a:pt x="1052" y="485"/>
                  </a:lnTo>
                  <a:lnTo>
                    <a:pt x="1054" y="485"/>
                  </a:lnTo>
                  <a:lnTo>
                    <a:pt x="1056" y="485"/>
                  </a:lnTo>
                  <a:lnTo>
                    <a:pt x="1059" y="485"/>
                  </a:lnTo>
                  <a:lnTo>
                    <a:pt x="1062" y="486"/>
                  </a:lnTo>
                  <a:lnTo>
                    <a:pt x="1063" y="488"/>
                  </a:lnTo>
                  <a:lnTo>
                    <a:pt x="1063" y="490"/>
                  </a:lnTo>
                  <a:lnTo>
                    <a:pt x="1062" y="493"/>
                  </a:lnTo>
                  <a:lnTo>
                    <a:pt x="1062" y="494"/>
                  </a:lnTo>
                  <a:lnTo>
                    <a:pt x="1065" y="495"/>
                  </a:lnTo>
                  <a:lnTo>
                    <a:pt x="1068" y="495"/>
                  </a:lnTo>
                  <a:lnTo>
                    <a:pt x="1071" y="496"/>
                  </a:lnTo>
                  <a:lnTo>
                    <a:pt x="1072" y="498"/>
                  </a:lnTo>
                  <a:lnTo>
                    <a:pt x="1073" y="499"/>
                  </a:lnTo>
                  <a:close/>
                </a:path>
              </a:pathLst>
            </a:custGeom>
            <a:solidFill>
              <a:srgbClr val="DE8036">
                <a:alpha val="10800"/>
              </a:srgbClr>
            </a:solidFill>
            <a:ln>
              <a:noFill/>
            </a:ln>
          </p:spPr>
          <p:txBody>
            <a:bodyPr anchor="ctr"/>
            <a:lstStyle/>
            <a:p>
              <a:pPr algn="ctr">
                <a:buNone/>
              </a:pPr>
            </a:p>
          </p:txBody>
        </p:sp>
        <p:sp>
          <p:nvSpPr>
            <p:cNvPr id="7099" name="addition:input:98">
              <a:extLst>
                <a:ext uri="{FF2B5EF4-FFF2-40B4-BE49-F238E27FC236}">
                  <ns2:creationId id="{C86048FB-695E-4BD7-9C07-DAC6A2456EB6}"/>
                </a:ext>
              </a:extLst>
            </p:cNvPr>
            <p:cNvSpPr>
              <a:spLocks noGrp="1"/>
            </p:cNvSpPr>
            <p:nvPr/>
          </p:nvSpPr>
          <p:spPr>
            <a:xfrm>
              <a:off x="209550" y="5438775"/>
              <a:ext cx="1817096" cy="957880"/>
            </a:xfrm>
            <a:custGeom>
              <a:rect l="l" t="t" r="r" b="b"/>
              <a:pathLst>
                <a:path w="1104" h="511">
                  <a:moveTo>
                    <a:pt x="0" y="0"/>
                  </a:moveTo>
                  <a:moveTo>
                    <a:pt x="1103" y="496"/>
                  </a:moveTo>
                  <a:lnTo>
                    <a:pt x="1102" y="497"/>
                  </a:lnTo>
                  <a:lnTo>
                    <a:pt x="1102" y="498"/>
                  </a:lnTo>
                  <a:lnTo>
                    <a:pt x="1103" y="499"/>
                  </a:lnTo>
                  <a:lnTo>
                    <a:pt x="1102" y="501"/>
                  </a:lnTo>
                  <a:lnTo>
                    <a:pt x="1101" y="502"/>
                  </a:lnTo>
                  <a:lnTo>
                    <a:pt x="1099" y="502"/>
                  </a:lnTo>
                  <a:lnTo>
                    <a:pt x="1097" y="503"/>
                  </a:lnTo>
                  <a:lnTo>
                    <a:pt x="1096" y="504"/>
                  </a:lnTo>
                  <a:lnTo>
                    <a:pt x="1094" y="504"/>
                  </a:lnTo>
                  <a:lnTo>
                    <a:pt x="1093" y="505"/>
                  </a:lnTo>
                  <a:lnTo>
                    <a:pt x="1091" y="506"/>
                  </a:lnTo>
                  <a:lnTo>
                    <a:pt x="1090" y="506"/>
                  </a:lnTo>
                  <a:lnTo>
                    <a:pt x="1089" y="508"/>
                  </a:lnTo>
                  <a:lnTo>
                    <a:pt x="1087" y="510"/>
                  </a:lnTo>
                  <a:lnTo>
                    <a:pt x="1085" y="511"/>
                  </a:lnTo>
                  <a:lnTo>
                    <a:pt x="1083" y="510"/>
                  </a:lnTo>
                  <a:lnTo>
                    <a:pt x="1081" y="509"/>
                  </a:lnTo>
                  <a:lnTo>
                    <a:pt x="1079" y="508"/>
                  </a:lnTo>
                  <a:lnTo>
                    <a:pt x="1077" y="507"/>
                  </a:lnTo>
                  <a:lnTo>
                    <a:pt x="1076" y="507"/>
                  </a:lnTo>
                  <a:lnTo>
                    <a:pt x="1074" y="507"/>
                  </a:lnTo>
                  <a:lnTo>
                    <a:pt x="1072" y="507"/>
                  </a:lnTo>
                  <a:lnTo>
                    <a:pt x="1071" y="507"/>
                  </a:lnTo>
                  <a:lnTo>
                    <a:pt x="1070" y="506"/>
                  </a:lnTo>
                  <a:lnTo>
                    <a:pt x="1068" y="506"/>
                  </a:lnTo>
                  <a:lnTo>
                    <a:pt x="1066" y="505"/>
                  </a:lnTo>
                  <a:lnTo>
                    <a:pt x="1065" y="505"/>
                  </a:lnTo>
                  <a:lnTo>
                    <a:pt x="1064" y="504"/>
                  </a:lnTo>
                  <a:lnTo>
                    <a:pt x="1064" y="502"/>
                  </a:lnTo>
                  <a:lnTo>
                    <a:pt x="1063" y="502"/>
                  </a:lnTo>
                  <a:lnTo>
                    <a:pt x="1062" y="501"/>
                  </a:lnTo>
                  <a:lnTo>
                    <a:pt x="1061" y="500"/>
                  </a:lnTo>
                  <a:lnTo>
                    <a:pt x="1061" y="498"/>
                  </a:lnTo>
                  <a:lnTo>
                    <a:pt x="1063" y="497"/>
                  </a:lnTo>
                  <a:lnTo>
                    <a:pt x="1066" y="496"/>
                  </a:lnTo>
                  <a:lnTo>
                    <a:pt x="1067" y="495"/>
                  </a:lnTo>
                  <a:lnTo>
                    <a:pt x="1066" y="494"/>
                  </a:lnTo>
                  <a:lnTo>
                    <a:pt x="1065" y="493"/>
                  </a:lnTo>
                  <a:lnTo>
                    <a:pt x="1064" y="491"/>
                  </a:lnTo>
                  <a:lnTo>
                    <a:pt x="1063" y="490"/>
                  </a:lnTo>
                  <a:lnTo>
                    <a:pt x="1064" y="489"/>
                  </a:lnTo>
                  <a:lnTo>
                    <a:pt x="1065" y="488"/>
                  </a:lnTo>
                  <a:lnTo>
                    <a:pt x="1066" y="487"/>
                  </a:lnTo>
                  <a:lnTo>
                    <a:pt x="1067" y="486"/>
                  </a:lnTo>
                  <a:lnTo>
                    <a:pt x="1069" y="486"/>
                  </a:lnTo>
                  <a:lnTo>
                    <a:pt x="1071" y="486"/>
                  </a:lnTo>
                  <a:lnTo>
                    <a:pt x="1072" y="486"/>
                  </a:lnTo>
                  <a:lnTo>
                    <a:pt x="1073" y="485"/>
                  </a:lnTo>
                  <a:lnTo>
                    <a:pt x="1074" y="484"/>
                  </a:lnTo>
                  <a:lnTo>
                    <a:pt x="1076" y="483"/>
                  </a:lnTo>
                  <a:lnTo>
                    <a:pt x="1077" y="483"/>
                  </a:lnTo>
                  <a:lnTo>
                    <a:pt x="1079" y="484"/>
                  </a:lnTo>
                  <a:lnTo>
                    <a:pt x="1080" y="485"/>
                  </a:lnTo>
                  <a:lnTo>
                    <a:pt x="1082" y="484"/>
                  </a:lnTo>
                  <a:lnTo>
                    <a:pt x="1084" y="483"/>
                  </a:lnTo>
                  <a:lnTo>
                    <a:pt x="1086" y="482"/>
                  </a:lnTo>
                  <a:lnTo>
                    <a:pt x="1089" y="483"/>
                  </a:lnTo>
                  <a:lnTo>
                    <a:pt x="1090" y="483"/>
                  </a:lnTo>
                  <a:lnTo>
                    <a:pt x="1092" y="485"/>
                  </a:lnTo>
                  <a:lnTo>
                    <a:pt x="1093" y="486"/>
                  </a:lnTo>
                  <a:lnTo>
                    <a:pt x="1094" y="487"/>
                  </a:lnTo>
                  <a:lnTo>
                    <a:pt x="1095" y="488"/>
                  </a:lnTo>
                  <a:lnTo>
                    <a:pt x="1095" y="489"/>
                  </a:lnTo>
                  <a:lnTo>
                    <a:pt x="1095" y="490"/>
                  </a:lnTo>
                  <a:lnTo>
                    <a:pt x="1097" y="491"/>
                  </a:lnTo>
                  <a:lnTo>
                    <a:pt x="1100" y="492"/>
                  </a:lnTo>
                  <a:lnTo>
                    <a:pt x="1103" y="492"/>
                  </a:lnTo>
                  <a:lnTo>
                    <a:pt x="1104" y="493"/>
                  </a:lnTo>
                  <a:lnTo>
                    <a:pt x="1104" y="495"/>
                  </a:lnTo>
                  <a:close/>
                </a:path>
              </a:pathLst>
            </a:custGeom>
            <a:solidFill>
              <a:srgbClr val="DE8036">
                <a:alpha val="10800"/>
              </a:srgbClr>
            </a:solidFill>
            <a:ln>
              <a:noFill/>
            </a:ln>
          </p:spPr>
          <p:txBody>
            <a:bodyPr anchor="ctr"/>
            <a:lstStyle/>
            <a:p>
              <a:pPr algn="ctr">
                <a:buNone/>
              </a:pPr>
            </a:p>
          </p:txBody>
        </p:sp>
        <p:sp>
          <p:nvSpPr>
            <p:cNvPr id="7100" name="addition:input:99">
              <a:extLst>
                <a:ext uri="{FF2B5EF4-FFF2-40B4-BE49-F238E27FC236}">
                  <ns2:creationId id="{936675AA-FB60-4E96-A593-137D81E70197}"/>
                </a:ext>
              </a:extLst>
            </p:cNvPr>
            <p:cNvSpPr>
              <a:spLocks noGrp="1"/>
            </p:cNvSpPr>
            <p:nvPr/>
          </p:nvSpPr>
          <p:spPr>
            <a:xfrm>
              <a:off x="209550" y="5438775"/>
              <a:ext cx="1854952" cy="1002868"/>
            </a:xfrm>
            <a:custGeom>
              <a:rect l="l" t="t" r="r" b="b"/>
              <a:pathLst>
                <a:path w="1127" h="535">
                  <a:moveTo>
                    <a:pt x="0" y="0"/>
                  </a:moveTo>
                  <a:moveTo>
                    <a:pt x="1126" y="518"/>
                  </a:moveTo>
                  <a:lnTo>
                    <a:pt x="1123" y="520"/>
                  </a:lnTo>
                  <a:lnTo>
                    <a:pt x="1120" y="521"/>
                  </a:lnTo>
                  <a:lnTo>
                    <a:pt x="1118" y="522"/>
                  </a:lnTo>
                  <a:lnTo>
                    <a:pt x="1118" y="523"/>
                  </a:lnTo>
                  <a:lnTo>
                    <a:pt x="1119" y="525"/>
                  </a:lnTo>
                  <a:lnTo>
                    <a:pt x="1119" y="527"/>
                  </a:lnTo>
                  <a:lnTo>
                    <a:pt x="1118" y="528"/>
                  </a:lnTo>
                  <a:lnTo>
                    <a:pt x="1115" y="529"/>
                  </a:lnTo>
                  <a:lnTo>
                    <a:pt x="1112" y="530"/>
                  </a:lnTo>
                  <a:lnTo>
                    <a:pt x="1111" y="531"/>
                  </a:lnTo>
                  <a:lnTo>
                    <a:pt x="1110" y="533"/>
                  </a:lnTo>
                  <a:lnTo>
                    <a:pt x="1108" y="534"/>
                  </a:lnTo>
                  <a:lnTo>
                    <a:pt x="1106" y="535"/>
                  </a:lnTo>
                  <a:lnTo>
                    <a:pt x="1103" y="535"/>
                  </a:lnTo>
                  <a:lnTo>
                    <a:pt x="1101" y="535"/>
                  </a:lnTo>
                  <a:lnTo>
                    <a:pt x="1099" y="534"/>
                  </a:lnTo>
                  <a:lnTo>
                    <a:pt x="1097" y="534"/>
                  </a:lnTo>
                  <a:lnTo>
                    <a:pt x="1095" y="534"/>
                  </a:lnTo>
                  <a:lnTo>
                    <a:pt x="1093" y="532"/>
                  </a:lnTo>
                  <a:lnTo>
                    <a:pt x="1092" y="532"/>
                  </a:lnTo>
                  <a:lnTo>
                    <a:pt x="1090" y="532"/>
                  </a:lnTo>
                  <a:lnTo>
                    <a:pt x="1087" y="533"/>
                  </a:lnTo>
                  <a:lnTo>
                    <a:pt x="1084" y="535"/>
                  </a:lnTo>
                  <a:lnTo>
                    <a:pt x="1081" y="534"/>
                  </a:lnTo>
                  <a:lnTo>
                    <a:pt x="1080" y="533"/>
                  </a:lnTo>
                  <a:lnTo>
                    <a:pt x="1080" y="531"/>
                  </a:lnTo>
                  <a:lnTo>
                    <a:pt x="1079" y="529"/>
                  </a:lnTo>
                  <a:lnTo>
                    <a:pt x="1078" y="528"/>
                  </a:lnTo>
                  <a:lnTo>
                    <a:pt x="1077" y="526"/>
                  </a:lnTo>
                  <a:lnTo>
                    <a:pt x="1075" y="525"/>
                  </a:lnTo>
                  <a:lnTo>
                    <a:pt x="1075" y="524"/>
                  </a:lnTo>
                  <a:lnTo>
                    <a:pt x="1075" y="522"/>
                  </a:lnTo>
                  <a:lnTo>
                    <a:pt x="1074" y="521"/>
                  </a:lnTo>
                  <a:lnTo>
                    <a:pt x="1073" y="520"/>
                  </a:lnTo>
                  <a:lnTo>
                    <a:pt x="1071" y="518"/>
                  </a:lnTo>
                  <a:lnTo>
                    <a:pt x="1071" y="517"/>
                  </a:lnTo>
                  <a:lnTo>
                    <a:pt x="1072" y="515"/>
                  </a:lnTo>
                  <a:lnTo>
                    <a:pt x="1072" y="514"/>
                  </a:lnTo>
                  <a:lnTo>
                    <a:pt x="1070" y="512"/>
                  </a:lnTo>
                  <a:lnTo>
                    <a:pt x="1069" y="510"/>
                  </a:lnTo>
                  <a:lnTo>
                    <a:pt x="1069" y="508"/>
                  </a:lnTo>
                  <a:lnTo>
                    <a:pt x="1071" y="507"/>
                  </a:lnTo>
                  <a:lnTo>
                    <a:pt x="1075" y="507"/>
                  </a:lnTo>
                  <a:lnTo>
                    <a:pt x="1079" y="507"/>
                  </a:lnTo>
                  <a:lnTo>
                    <a:pt x="1081" y="507"/>
                  </a:lnTo>
                  <a:lnTo>
                    <a:pt x="1082" y="506"/>
                  </a:lnTo>
                  <a:lnTo>
                    <a:pt x="1083" y="505"/>
                  </a:lnTo>
                  <a:lnTo>
                    <a:pt x="1085" y="503"/>
                  </a:lnTo>
                  <a:lnTo>
                    <a:pt x="1087" y="503"/>
                  </a:lnTo>
                  <a:lnTo>
                    <a:pt x="1089" y="502"/>
                  </a:lnTo>
                  <a:lnTo>
                    <a:pt x="1092" y="500"/>
                  </a:lnTo>
                  <a:lnTo>
                    <a:pt x="1094" y="500"/>
                  </a:lnTo>
                  <a:lnTo>
                    <a:pt x="1097" y="500"/>
                  </a:lnTo>
                  <a:lnTo>
                    <a:pt x="1100" y="501"/>
                  </a:lnTo>
                  <a:lnTo>
                    <a:pt x="1102" y="502"/>
                  </a:lnTo>
                  <a:lnTo>
                    <a:pt x="1105" y="503"/>
                  </a:lnTo>
                  <a:lnTo>
                    <a:pt x="1108" y="503"/>
                  </a:lnTo>
                  <a:lnTo>
                    <a:pt x="1111" y="503"/>
                  </a:lnTo>
                  <a:lnTo>
                    <a:pt x="1113" y="504"/>
                  </a:lnTo>
                  <a:lnTo>
                    <a:pt x="1114" y="506"/>
                  </a:lnTo>
                  <a:lnTo>
                    <a:pt x="1114" y="508"/>
                  </a:lnTo>
                  <a:lnTo>
                    <a:pt x="1115" y="509"/>
                  </a:lnTo>
                  <a:lnTo>
                    <a:pt x="1118" y="509"/>
                  </a:lnTo>
                  <a:lnTo>
                    <a:pt x="1121" y="510"/>
                  </a:lnTo>
                  <a:lnTo>
                    <a:pt x="1124" y="510"/>
                  </a:lnTo>
                  <a:lnTo>
                    <a:pt x="1126" y="512"/>
                  </a:lnTo>
                  <a:lnTo>
                    <a:pt x="1126" y="513"/>
                  </a:lnTo>
                  <a:lnTo>
                    <a:pt x="1127" y="515"/>
                  </a:lnTo>
                  <a:lnTo>
                    <a:pt x="1127" y="516"/>
                  </a:lnTo>
                  <a:close/>
                </a:path>
              </a:pathLst>
            </a:custGeom>
            <a:solidFill>
              <a:srgbClr val="DE8036">
                <a:alpha val="10800"/>
              </a:srgbClr>
            </a:solidFill>
            <a:ln>
              <a:noFill/>
            </a:ln>
          </p:spPr>
          <p:txBody>
            <a:bodyPr anchor="ctr"/>
            <a:lstStyle/>
            <a:p>
              <a:pPr algn="ctr">
                <a:buNone/>
              </a:pPr>
            </a:p>
          </p:txBody>
        </p:sp>
        <p:sp>
          <p:nvSpPr>
            <p:cNvPr id="7101" name="addition:input:100">
              <a:extLst>
                <a:ext uri="{FF2B5EF4-FFF2-40B4-BE49-F238E27FC236}">
                  <ns2:creationId id="{5223B839-0FE9-425C-AF8B-57A1925024C5}"/>
                </a:ext>
              </a:extLst>
            </p:cNvPr>
            <p:cNvSpPr>
              <a:spLocks noGrp="1"/>
            </p:cNvSpPr>
            <p:nvPr/>
          </p:nvSpPr>
          <p:spPr>
            <a:xfrm>
              <a:off x="209550" y="5438775"/>
              <a:ext cx="1782531" cy="1015990"/>
            </a:xfrm>
            <a:custGeom>
              <a:rect l="l" t="t" r="r" b="b"/>
              <a:pathLst>
                <a:path w="1083" h="542">
                  <a:moveTo>
                    <a:pt x="0" y="0"/>
                  </a:moveTo>
                  <a:moveTo>
                    <a:pt x="1080" y="528"/>
                  </a:moveTo>
                  <a:lnTo>
                    <a:pt x="1079" y="529"/>
                  </a:lnTo>
                  <a:lnTo>
                    <a:pt x="1079" y="530"/>
                  </a:lnTo>
                  <a:lnTo>
                    <a:pt x="1078" y="531"/>
                  </a:lnTo>
                  <a:lnTo>
                    <a:pt x="1078" y="532"/>
                  </a:lnTo>
                  <a:lnTo>
                    <a:pt x="1077" y="533"/>
                  </a:lnTo>
                  <a:lnTo>
                    <a:pt x="1077" y="535"/>
                  </a:lnTo>
                  <a:lnTo>
                    <a:pt x="1078" y="537"/>
                  </a:lnTo>
                  <a:lnTo>
                    <a:pt x="1079" y="539"/>
                  </a:lnTo>
                  <a:lnTo>
                    <a:pt x="1078" y="540"/>
                  </a:lnTo>
                  <a:lnTo>
                    <a:pt x="1075" y="540"/>
                  </a:lnTo>
                  <a:lnTo>
                    <a:pt x="1072" y="539"/>
                  </a:lnTo>
                  <a:lnTo>
                    <a:pt x="1069" y="539"/>
                  </a:lnTo>
                  <a:lnTo>
                    <a:pt x="1068" y="539"/>
                  </a:lnTo>
                  <a:lnTo>
                    <a:pt x="1067" y="540"/>
                  </a:lnTo>
                  <a:lnTo>
                    <a:pt x="1065" y="541"/>
                  </a:lnTo>
                  <a:lnTo>
                    <a:pt x="1064" y="541"/>
                  </a:lnTo>
                  <a:lnTo>
                    <a:pt x="1062" y="541"/>
                  </a:lnTo>
                  <a:lnTo>
                    <a:pt x="1060" y="541"/>
                  </a:lnTo>
                  <a:lnTo>
                    <a:pt x="1058" y="542"/>
                  </a:lnTo>
                  <a:lnTo>
                    <a:pt x="1056" y="542"/>
                  </a:lnTo>
                  <a:lnTo>
                    <a:pt x="1054" y="542"/>
                  </a:lnTo>
                  <a:lnTo>
                    <a:pt x="1052" y="541"/>
                  </a:lnTo>
                  <a:lnTo>
                    <a:pt x="1050" y="540"/>
                  </a:lnTo>
                  <a:lnTo>
                    <a:pt x="1048" y="540"/>
                  </a:lnTo>
                  <a:lnTo>
                    <a:pt x="1046" y="540"/>
                  </a:lnTo>
                  <a:lnTo>
                    <a:pt x="1043" y="539"/>
                  </a:lnTo>
                  <a:lnTo>
                    <a:pt x="1043" y="537"/>
                  </a:lnTo>
                  <a:lnTo>
                    <a:pt x="1043" y="535"/>
                  </a:lnTo>
                  <a:lnTo>
                    <a:pt x="1044" y="534"/>
                  </a:lnTo>
                  <a:lnTo>
                    <a:pt x="1043" y="533"/>
                  </a:lnTo>
                  <a:lnTo>
                    <a:pt x="1041" y="532"/>
                  </a:lnTo>
                  <a:lnTo>
                    <a:pt x="1037" y="531"/>
                  </a:lnTo>
                  <a:lnTo>
                    <a:pt x="1035" y="530"/>
                  </a:lnTo>
                  <a:lnTo>
                    <a:pt x="1034" y="529"/>
                  </a:lnTo>
                  <a:lnTo>
                    <a:pt x="1033" y="528"/>
                  </a:lnTo>
                  <a:lnTo>
                    <a:pt x="1033" y="526"/>
                  </a:lnTo>
                  <a:lnTo>
                    <a:pt x="1033" y="525"/>
                  </a:lnTo>
                  <a:lnTo>
                    <a:pt x="1034" y="524"/>
                  </a:lnTo>
                  <a:lnTo>
                    <a:pt x="1036" y="523"/>
                  </a:lnTo>
                  <a:lnTo>
                    <a:pt x="1039" y="522"/>
                  </a:lnTo>
                  <a:lnTo>
                    <a:pt x="1040" y="521"/>
                  </a:lnTo>
                  <a:lnTo>
                    <a:pt x="1041" y="520"/>
                  </a:lnTo>
                  <a:lnTo>
                    <a:pt x="1041" y="518"/>
                  </a:lnTo>
                  <a:lnTo>
                    <a:pt x="1042" y="517"/>
                  </a:lnTo>
                  <a:lnTo>
                    <a:pt x="1045" y="517"/>
                  </a:lnTo>
                  <a:lnTo>
                    <a:pt x="1048" y="517"/>
                  </a:lnTo>
                  <a:lnTo>
                    <a:pt x="1050" y="517"/>
                  </a:lnTo>
                  <a:lnTo>
                    <a:pt x="1051" y="515"/>
                  </a:lnTo>
                  <a:lnTo>
                    <a:pt x="1053" y="513"/>
                  </a:lnTo>
                  <a:lnTo>
                    <a:pt x="1055" y="512"/>
                  </a:lnTo>
                  <a:lnTo>
                    <a:pt x="1057" y="511"/>
                  </a:lnTo>
                  <a:lnTo>
                    <a:pt x="1060" y="512"/>
                  </a:lnTo>
                  <a:lnTo>
                    <a:pt x="1062" y="513"/>
                  </a:lnTo>
                  <a:lnTo>
                    <a:pt x="1065" y="514"/>
                  </a:lnTo>
                  <a:lnTo>
                    <a:pt x="1067" y="514"/>
                  </a:lnTo>
                  <a:lnTo>
                    <a:pt x="1068" y="515"/>
                  </a:lnTo>
                  <a:lnTo>
                    <a:pt x="1069" y="516"/>
                  </a:lnTo>
                  <a:lnTo>
                    <a:pt x="1071" y="517"/>
                  </a:lnTo>
                  <a:lnTo>
                    <a:pt x="1073" y="517"/>
                  </a:lnTo>
                  <a:lnTo>
                    <a:pt x="1076" y="517"/>
                  </a:lnTo>
                  <a:lnTo>
                    <a:pt x="1079" y="516"/>
                  </a:lnTo>
                  <a:lnTo>
                    <a:pt x="1080" y="517"/>
                  </a:lnTo>
                  <a:lnTo>
                    <a:pt x="1080" y="519"/>
                  </a:lnTo>
                  <a:lnTo>
                    <a:pt x="1080" y="520"/>
                  </a:lnTo>
                  <a:lnTo>
                    <a:pt x="1080" y="522"/>
                  </a:lnTo>
                  <a:lnTo>
                    <a:pt x="1081" y="523"/>
                  </a:lnTo>
                  <a:lnTo>
                    <a:pt x="1083" y="524"/>
                  </a:lnTo>
                  <a:lnTo>
                    <a:pt x="1083" y="525"/>
                  </a:lnTo>
                  <a:lnTo>
                    <a:pt x="1082" y="526"/>
                  </a:lnTo>
                  <a:close/>
                </a:path>
              </a:pathLst>
            </a:custGeom>
            <a:solidFill>
              <a:srgbClr val="DE8036">
                <a:alpha val="10800"/>
              </a:srgbClr>
            </a:solidFill>
            <a:ln>
              <a:noFill/>
            </a:ln>
          </p:spPr>
          <p:txBody>
            <a:bodyPr anchor="ctr"/>
            <a:lstStyle/>
            <a:p>
              <a:pPr algn="ctr">
                <a:buNone/>
              </a:pPr>
            </a:p>
          </p:txBody>
        </p:sp>
        <p:sp>
          <p:nvSpPr>
            <p:cNvPr id="7102" name="addition:input:101">
              <a:extLst>
                <a:ext uri="{FF2B5EF4-FFF2-40B4-BE49-F238E27FC236}">
                  <ns2:creationId id="{7526175E-A621-4419-BF0A-F9F6522072A2}"/>
                </a:ext>
              </a:extLst>
            </p:cNvPr>
            <p:cNvSpPr>
              <a:spLocks noGrp="1"/>
            </p:cNvSpPr>
            <p:nvPr/>
          </p:nvSpPr>
          <p:spPr>
            <a:xfrm>
              <a:off x="209550" y="5438775"/>
              <a:ext cx="1752905" cy="1589593"/>
            </a:xfrm>
            <a:custGeom>
              <a:rect l="l" t="t" r="r" b="b"/>
              <a:pathLst>
                <a:path w="1065" h="848">
                  <a:moveTo>
                    <a:pt x="0" y="0"/>
                  </a:moveTo>
                  <a:moveTo>
                    <a:pt x="203" y="266"/>
                  </a:moveTo>
                  <a:lnTo>
                    <a:pt x="1065" y="266"/>
                  </a:lnTo>
                  <a:lnTo>
                    <a:pt x="1065" y="848"/>
                  </a:lnTo>
                  <a:lnTo>
                    <a:pt x="203" y="762"/>
                  </a:lnTo>
                  <a:close/>
                </a:path>
              </a:pathLst>
            </a:custGeom>
            <a:solidFill>
              <a:srgbClr val="7AB5D7">
                <a:alpha val="4500"/>
              </a:srgbClr>
            </a:solidFill>
            <a:ln w="4286">
              <a:solidFill>
                <a:srgbClr val="338EC1">
                  <a:alpha val="28000"/>
                </a:srgbClr>
              </a:solidFill>
            </a:ln>
          </p:spPr>
          <p:txBody>
            <a:bodyPr anchor="ctr"/>
            <a:lstStyle/>
            <a:p>
              <a:pPr algn="ctr">
                <a:buNone/>
              </a:pPr>
            </a:p>
          </p:txBody>
        </p:sp>
        <p:sp>
          <p:nvSpPr>
            <p:cNvPr id="7103" name="addition:input:102">
              <a:extLst>
                <a:ext uri="{FF2B5EF4-FFF2-40B4-BE49-F238E27FC236}">
                  <ns2:creationId id="{A198628E-CD12-4E68-B032-BB6652349B17}"/>
                </a:ext>
              </a:extLst>
            </p:cNvPr>
            <p:cNvSpPr>
              <a:spLocks noGrp="1"/>
            </p:cNvSpPr>
            <p:nvPr/>
          </p:nvSpPr>
          <p:spPr>
            <a:xfrm>
              <a:off x="209550" y="5438775"/>
              <a:ext cx="1910913" cy="1486494"/>
            </a:xfrm>
            <a:custGeom>
              <a:rect l="l" t="t" r="r" b="b"/>
              <a:pathLst>
                <a:path w="1161" h="793">
                  <a:moveTo>
                    <a:pt x="0" y="0"/>
                  </a:moveTo>
                  <a:moveTo>
                    <a:pt x="299" y="211"/>
                  </a:moveTo>
                  <a:lnTo>
                    <a:pt x="1161" y="211"/>
                  </a:lnTo>
                  <a:lnTo>
                    <a:pt x="1161" y="793"/>
                  </a:lnTo>
                  <a:lnTo>
                    <a:pt x="299" y="707"/>
                  </a:lnTo>
                  <a:close/>
                </a:path>
              </a:pathLst>
            </a:custGeom>
            <a:solidFill>
              <a:srgbClr val="7AB5D7">
                <a:alpha val="4500"/>
              </a:srgbClr>
            </a:solidFill>
            <a:ln w="4286">
              <a:solidFill>
                <a:srgbClr val="338EC1">
                  <a:alpha val="28000"/>
                </a:srgbClr>
              </a:solidFill>
            </a:ln>
          </p:spPr>
          <p:txBody>
            <a:bodyPr anchor="ctr"/>
            <a:lstStyle/>
            <a:p>
              <a:pPr algn="ctr">
                <a:buNone/>
              </a:pPr>
            </a:p>
          </p:txBody>
        </p:sp>
        <p:sp>
          <p:nvSpPr>
            <p:cNvPr id="7104" name="addition:input:103">
              <a:extLst>
                <a:ext uri="{FF2B5EF4-FFF2-40B4-BE49-F238E27FC236}">
                  <ns2:creationId id="{D93B1777-9A03-49BE-9876-38B4A5F1936F}"/>
                </a:ext>
              </a:extLst>
            </p:cNvPr>
            <p:cNvSpPr>
              <a:spLocks noGrp="1"/>
            </p:cNvSpPr>
            <p:nvPr/>
          </p:nvSpPr>
          <p:spPr>
            <a:xfrm>
              <a:off x="209550" y="5438775"/>
              <a:ext cx="2070567" cy="1381521"/>
            </a:xfrm>
            <a:custGeom>
              <a:rect l="l" t="t" r="r" b="b"/>
              <a:pathLst>
                <a:path w="1258" h="737">
                  <a:moveTo>
                    <a:pt x="0" y="0"/>
                  </a:moveTo>
                  <a:moveTo>
                    <a:pt x="396" y="155"/>
                  </a:moveTo>
                  <a:lnTo>
                    <a:pt x="1258" y="155"/>
                  </a:lnTo>
                  <a:lnTo>
                    <a:pt x="1258" y="737"/>
                  </a:lnTo>
                  <a:lnTo>
                    <a:pt x="396" y="651"/>
                  </a:lnTo>
                  <a:close/>
                </a:path>
              </a:pathLst>
            </a:custGeom>
            <a:solidFill>
              <a:srgbClr val="7AB5D7">
                <a:alpha val="4500"/>
              </a:srgbClr>
            </a:solidFill>
            <a:ln w="4286">
              <a:solidFill>
                <a:srgbClr val="338EC1">
                  <a:alpha val="28000"/>
                </a:srgbClr>
              </a:solidFill>
            </a:ln>
          </p:spPr>
          <p:txBody>
            <a:bodyPr anchor="ctr"/>
            <a:lstStyle/>
            <a:p>
              <a:pPr algn="ctr">
                <a:buNone/>
              </a:pPr>
            </a:p>
          </p:txBody>
        </p:sp>
        <p:sp>
          <p:nvSpPr>
            <p:cNvPr id="7105" name="addition:input:104">
              <a:extLst>
                <a:ext uri="{FF2B5EF4-FFF2-40B4-BE49-F238E27FC236}">
                  <ns2:creationId id="{02676330-45A4-47CE-9335-D1663162C82C}"/>
                </a:ext>
              </a:extLst>
            </p:cNvPr>
            <p:cNvSpPr>
              <a:spLocks noGrp="1"/>
            </p:cNvSpPr>
            <p:nvPr/>
          </p:nvSpPr>
          <p:spPr>
            <a:xfrm>
              <a:off x="209550" y="5438775"/>
              <a:ext cx="2228576" cy="1278423"/>
            </a:xfrm>
            <a:custGeom>
              <a:rect l="l" t="t" r="r" b="b"/>
              <a:pathLst>
                <a:path w="1354" h="682">
                  <a:moveTo>
                    <a:pt x="0" y="0"/>
                  </a:moveTo>
                  <a:moveTo>
                    <a:pt x="492" y="100"/>
                  </a:moveTo>
                  <a:lnTo>
                    <a:pt x="1354" y="100"/>
                  </a:lnTo>
                  <a:lnTo>
                    <a:pt x="1354" y="682"/>
                  </a:lnTo>
                  <a:lnTo>
                    <a:pt x="492" y="596"/>
                  </a:lnTo>
                  <a:close/>
                </a:path>
              </a:pathLst>
            </a:custGeom>
            <a:solidFill>
              <a:srgbClr val="7AB5D7">
                <a:alpha val="4500"/>
              </a:srgbClr>
            </a:solidFill>
            <a:ln w="4286">
              <a:solidFill>
                <a:srgbClr val="338EC1">
                  <a:alpha val="28000"/>
                </a:srgbClr>
              </a:solidFill>
            </a:ln>
          </p:spPr>
          <p:txBody>
            <a:bodyPr anchor="ctr"/>
            <a:lstStyle/>
            <a:p>
              <a:pPr algn="ctr">
                <a:buNone/>
              </a:pPr>
            </a:p>
          </p:txBody>
        </p:sp>
        <p:sp>
          <p:nvSpPr>
            <p:cNvPr id="7106" name="addition:input:105">
              <a:extLst>
                <a:ext uri="{FF2B5EF4-FFF2-40B4-BE49-F238E27FC236}">
                  <ns2:creationId id="{568BE359-47D8-45B7-AB72-F4984BF019FF}"/>
                </a:ext>
              </a:extLst>
            </p:cNvPr>
            <p:cNvSpPr>
              <a:spLocks noGrp="1"/>
            </p:cNvSpPr>
            <p:nvPr/>
          </p:nvSpPr>
          <p:spPr>
            <a:xfrm>
              <a:off x="209550" y="5438775"/>
              <a:ext cx="870692" cy="1392768"/>
            </a:xfrm>
            <a:custGeom>
              <a:rect l="l" t="t" r="r" b="b"/>
              <a:pathLst>
                <a:path w="529" h="743">
                  <a:moveTo>
                    <a:pt x="0" y="0"/>
                  </a:moveTo>
                  <a:moveTo>
                    <a:pt x="529" y="580"/>
                  </a:moveTo>
                  <a:lnTo>
                    <a:pt x="518" y="596"/>
                  </a:lnTo>
                  <a:lnTo>
                    <a:pt x="493" y="608"/>
                  </a:lnTo>
                  <a:lnTo>
                    <a:pt x="467" y="617"/>
                  </a:lnTo>
                  <a:lnTo>
                    <a:pt x="451" y="626"/>
                  </a:lnTo>
                  <a:lnTo>
                    <a:pt x="449" y="639"/>
                  </a:lnTo>
                  <a:lnTo>
                    <a:pt x="452" y="655"/>
                  </a:lnTo>
                  <a:lnTo>
                    <a:pt x="450" y="672"/>
                  </a:lnTo>
                  <a:lnTo>
                    <a:pt x="441" y="685"/>
                  </a:lnTo>
                  <a:lnTo>
                    <a:pt x="431" y="697"/>
                  </a:lnTo>
                  <a:lnTo>
                    <a:pt x="421" y="711"/>
                  </a:lnTo>
                  <a:lnTo>
                    <a:pt x="410" y="725"/>
                  </a:lnTo>
                  <a:lnTo>
                    <a:pt x="395" y="733"/>
                  </a:lnTo>
                  <a:lnTo>
                    <a:pt x="376" y="732"/>
                  </a:lnTo>
                  <a:lnTo>
                    <a:pt x="358" y="728"/>
                  </a:lnTo>
                  <a:lnTo>
                    <a:pt x="343" y="727"/>
                  </a:lnTo>
                  <a:lnTo>
                    <a:pt x="330" y="734"/>
                  </a:lnTo>
                  <a:lnTo>
                    <a:pt x="317" y="743"/>
                  </a:lnTo>
                  <a:lnTo>
                    <a:pt x="303" y="743"/>
                  </a:lnTo>
                  <a:lnTo>
                    <a:pt x="290" y="732"/>
                  </a:lnTo>
                  <a:lnTo>
                    <a:pt x="281" y="716"/>
                  </a:lnTo>
                  <a:lnTo>
                    <a:pt x="273" y="706"/>
                  </a:lnTo>
                  <a:lnTo>
                    <a:pt x="260" y="709"/>
                  </a:lnTo>
                  <a:lnTo>
                    <a:pt x="241" y="718"/>
                  </a:lnTo>
                  <a:lnTo>
                    <a:pt x="222" y="723"/>
                  </a:lnTo>
                  <a:lnTo>
                    <a:pt x="206" y="719"/>
                  </a:lnTo>
                  <a:lnTo>
                    <a:pt x="196" y="707"/>
                  </a:lnTo>
                  <a:lnTo>
                    <a:pt x="189" y="694"/>
                  </a:lnTo>
                  <a:lnTo>
                    <a:pt x="182" y="680"/>
                  </a:lnTo>
                  <a:lnTo>
                    <a:pt x="178" y="665"/>
                  </a:lnTo>
                  <a:lnTo>
                    <a:pt x="181" y="647"/>
                  </a:lnTo>
                  <a:lnTo>
                    <a:pt x="189" y="629"/>
                  </a:lnTo>
                  <a:lnTo>
                    <a:pt x="193" y="615"/>
                  </a:lnTo>
                  <a:lnTo>
                    <a:pt x="185" y="604"/>
                  </a:lnTo>
                  <a:lnTo>
                    <a:pt x="166" y="594"/>
                  </a:lnTo>
                  <a:lnTo>
                    <a:pt x="149" y="580"/>
                  </a:lnTo>
                  <a:lnTo>
                    <a:pt x="143" y="565"/>
                  </a:lnTo>
                  <a:lnTo>
                    <a:pt x="151" y="551"/>
                  </a:lnTo>
                  <a:lnTo>
                    <a:pt x="160" y="539"/>
                  </a:lnTo>
                  <a:lnTo>
                    <a:pt x="162" y="526"/>
                  </a:lnTo>
                  <a:lnTo>
                    <a:pt x="157" y="509"/>
                  </a:lnTo>
                  <a:lnTo>
                    <a:pt x="153" y="491"/>
                  </a:lnTo>
                  <a:lnTo>
                    <a:pt x="158" y="477"/>
                  </a:lnTo>
                  <a:lnTo>
                    <a:pt x="172" y="469"/>
                  </a:lnTo>
                  <a:lnTo>
                    <a:pt x="190" y="466"/>
                  </a:lnTo>
                  <a:lnTo>
                    <a:pt x="204" y="461"/>
                  </a:lnTo>
                  <a:lnTo>
                    <a:pt x="217" y="456"/>
                  </a:lnTo>
                  <a:lnTo>
                    <a:pt x="231" y="452"/>
                  </a:lnTo>
                  <a:lnTo>
                    <a:pt x="246" y="452"/>
                  </a:lnTo>
                  <a:lnTo>
                    <a:pt x="260" y="451"/>
                  </a:lnTo>
                  <a:lnTo>
                    <a:pt x="272" y="441"/>
                  </a:lnTo>
                  <a:lnTo>
                    <a:pt x="284" y="422"/>
                  </a:lnTo>
                  <a:lnTo>
                    <a:pt x="300" y="402"/>
                  </a:lnTo>
                  <a:lnTo>
                    <a:pt x="320" y="392"/>
                  </a:lnTo>
                  <a:lnTo>
                    <a:pt x="339" y="400"/>
                  </a:lnTo>
                  <a:lnTo>
                    <a:pt x="355" y="419"/>
                  </a:lnTo>
                  <a:lnTo>
                    <a:pt x="369" y="435"/>
                  </a:lnTo>
                  <a:lnTo>
                    <a:pt x="383" y="443"/>
                  </a:lnTo>
                  <a:lnTo>
                    <a:pt x="401" y="446"/>
                  </a:lnTo>
                  <a:lnTo>
                    <a:pt x="418" y="450"/>
                  </a:lnTo>
                  <a:lnTo>
                    <a:pt x="431" y="460"/>
                  </a:lnTo>
                  <a:lnTo>
                    <a:pt x="440" y="473"/>
                  </a:lnTo>
                  <a:lnTo>
                    <a:pt x="450" y="484"/>
                  </a:lnTo>
                  <a:lnTo>
                    <a:pt x="464" y="491"/>
                  </a:lnTo>
                  <a:lnTo>
                    <a:pt x="479" y="500"/>
                  </a:lnTo>
                  <a:lnTo>
                    <a:pt x="488" y="511"/>
                  </a:lnTo>
                  <a:lnTo>
                    <a:pt x="492" y="525"/>
                  </a:lnTo>
                  <a:lnTo>
                    <a:pt x="497" y="538"/>
                  </a:lnTo>
                  <a:lnTo>
                    <a:pt x="508" y="551"/>
                  </a:lnTo>
                  <a:lnTo>
                    <a:pt x="522" y="564"/>
                  </a:lnTo>
                  <a:close/>
                </a:path>
              </a:pathLst>
            </a:custGeom>
            <a:solidFill>
              <a:srgbClr val="A7CEE4">
                <a:alpha val="43000"/>
              </a:srgbClr>
            </a:solidFill>
            <a:ln>
              <a:noFill/>
            </a:ln>
          </p:spPr>
          <p:txBody>
            <a:bodyPr anchor="ctr"/>
            <a:lstStyle/>
            <a:p>
              <a:pPr algn="ctr">
                <a:buNone/>
              </a:pPr>
            </a:p>
          </p:txBody>
        </p:sp>
        <p:sp>
          <p:nvSpPr>
            <p:cNvPr id="7107" name="addition:input:106">
              <a:extLst>
                <a:ext uri="{FF2B5EF4-FFF2-40B4-BE49-F238E27FC236}">
                  <ns2:creationId id="{EE7E091D-2E9F-4F2B-A6AF-DC09E7E454B2}"/>
                </a:ext>
              </a:extLst>
            </p:cNvPr>
            <p:cNvSpPr>
              <a:spLocks noGrp="1"/>
            </p:cNvSpPr>
            <p:nvPr/>
          </p:nvSpPr>
          <p:spPr>
            <a:xfrm>
              <a:off x="209550" y="5438775"/>
              <a:ext cx="806501" cy="1372149"/>
            </a:xfrm>
            <a:custGeom>
              <a:rect l="l" t="t" r="r" b="b"/>
              <a:pathLst>
                <a:path w="490" h="732">
                  <a:moveTo>
                    <a:pt x="0" y="0"/>
                  </a:moveTo>
                  <a:moveTo>
                    <a:pt x="464" y="585"/>
                  </a:moveTo>
                  <a:lnTo>
                    <a:pt x="458" y="597"/>
                  </a:lnTo>
                  <a:lnTo>
                    <a:pt x="452" y="608"/>
                  </a:lnTo>
                  <a:lnTo>
                    <a:pt x="444" y="618"/>
                  </a:lnTo>
                  <a:lnTo>
                    <a:pt x="434" y="628"/>
                  </a:lnTo>
                  <a:lnTo>
                    <a:pt x="428" y="638"/>
                  </a:lnTo>
                  <a:lnTo>
                    <a:pt x="427" y="651"/>
                  </a:lnTo>
                  <a:lnTo>
                    <a:pt x="426" y="666"/>
                  </a:lnTo>
                  <a:lnTo>
                    <a:pt x="420" y="679"/>
                  </a:lnTo>
                  <a:lnTo>
                    <a:pt x="406" y="685"/>
                  </a:lnTo>
                  <a:lnTo>
                    <a:pt x="391" y="688"/>
                  </a:lnTo>
                  <a:lnTo>
                    <a:pt x="379" y="694"/>
                  </a:lnTo>
                  <a:lnTo>
                    <a:pt x="372" y="707"/>
                  </a:lnTo>
                  <a:lnTo>
                    <a:pt x="365" y="723"/>
                  </a:lnTo>
                  <a:lnTo>
                    <a:pt x="353" y="732"/>
                  </a:lnTo>
                  <a:lnTo>
                    <a:pt x="338" y="729"/>
                  </a:lnTo>
                  <a:lnTo>
                    <a:pt x="323" y="717"/>
                  </a:lnTo>
                  <a:lnTo>
                    <a:pt x="311" y="705"/>
                  </a:lnTo>
                  <a:lnTo>
                    <a:pt x="301" y="701"/>
                  </a:lnTo>
                  <a:lnTo>
                    <a:pt x="291" y="703"/>
                  </a:lnTo>
                  <a:lnTo>
                    <a:pt x="281" y="705"/>
                  </a:lnTo>
                  <a:lnTo>
                    <a:pt x="270" y="705"/>
                  </a:lnTo>
                  <a:lnTo>
                    <a:pt x="259" y="706"/>
                  </a:lnTo>
                  <a:lnTo>
                    <a:pt x="245" y="708"/>
                  </a:lnTo>
                  <a:lnTo>
                    <a:pt x="228" y="711"/>
                  </a:lnTo>
                  <a:lnTo>
                    <a:pt x="214" y="707"/>
                  </a:lnTo>
                  <a:lnTo>
                    <a:pt x="207" y="695"/>
                  </a:lnTo>
                  <a:lnTo>
                    <a:pt x="209" y="677"/>
                  </a:lnTo>
                  <a:lnTo>
                    <a:pt x="212" y="660"/>
                  </a:lnTo>
                  <a:lnTo>
                    <a:pt x="208" y="648"/>
                  </a:lnTo>
                  <a:lnTo>
                    <a:pt x="197" y="641"/>
                  </a:lnTo>
                  <a:lnTo>
                    <a:pt x="184" y="633"/>
                  </a:lnTo>
                  <a:lnTo>
                    <a:pt x="179" y="621"/>
                  </a:lnTo>
                  <a:lnTo>
                    <a:pt x="182" y="608"/>
                  </a:lnTo>
                  <a:lnTo>
                    <a:pt x="188" y="596"/>
                  </a:lnTo>
                  <a:lnTo>
                    <a:pt x="187" y="585"/>
                  </a:lnTo>
                  <a:lnTo>
                    <a:pt x="179" y="574"/>
                  </a:lnTo>
                  <a:lnTo>
                    <a:pt x="169" y="561"/>
                  </a:lnTo>
                  <a:lnTo>
                    <a:pt x="163" y="547"/>
                  </a:lnTo>
                  <a:lnTo>
                    <a:pt x="164" y="534"/>
                  </a:lnTo>
                  <a:lnTo>
                    <a:pt x="165" y="522"/>
                  </a:lnTo>
                  <a:lnTo>
                    <a:pt x="167" y="508"/>
                  </a:lnTo>
                  <a:lnTo>
                    <a:pt x="172" y="496"/>
                  </a:lnTo>
                  <a:lnTo>
                    <a:pt x="184" y="489"/>
                  </a:lnTo>
                  <a:lnTo>
                    <a:pt x="203" y="490"/>
                  </a:lnTo>
                  <a:lnTo>
                    <a:pt x="223" y="495"/>
                  </a:lnTo>
                  <a:lnTo>
                    <a:pt x="236" y="495"/>
                  </a:lnTo>
                  <a:lnTo>
                    <a:pt x="241" y="484"/>
                  </a:lnTo>
                  <a:lnTo>
                    <a:pt x="245" y="466"/>
                  </a:lnTo>
                  <a:lnTo>
                    <a:pt x="253" y="450"/>
                  </a:lnTo>
                  <a:lnTo>
                    <a:pt x="267" y="444"/>
                  </a:lnTo>
                  <a:lnTo>
                    <a:pt x="283" y="446"/>
                  </a:lnTo>
                  <a:lnTo>
                    <a:pt x="298" y="448"/>
                  </a:lnTo>
                  <a:lnTo>
                    <a:pt x="313" y="446"/>
                  </a:lnTo>
                  <a:lnTo>
                    <a:pt x="329" y="444"/>
                  </a:lnTo>
                  <a:lnTo>
                    <a:pt x="345" y="445"/>
                  </a:lnTo>
                  <a:lnTo>
                    <a:pt x="360" y="452"/>
                  </a:lnTo>
                  <a:lnTo>
                    <a:pt x="372" y="462"/>
                  </a:lnTo>
                  <a:lnTo>
                    <a:pt x="385" y="469"/>
                  </a:lnTo>
                  <a:lnTo>
                    <a:pt x="399" y="473"/>
                  </a:lnTo>
                  <a:lnTo>
                    <a:pt x="411" y="480"/>
                  </a:lnTo>
                  <a:lnTo>
                    <a:pt x="418" y="493"/>
                  </a:lnTo>
                  <a:lnTo>
                    <a:pt x="420" y="507"/>
                  </a:lnTo>
                  <a:lnTo>
                    <a:pt x="423" y="518"/>
                  </a:lnTo>
                  <a:lnTo>
                    <a:pt x="436" y="523"/>
                  </a:lnTo>
                  <a:lnTo>
                    <a:pt x="458" y="526"/>
                  </a:lnTo>
                  <a:lnTo>
                    <a:pt x="480" y="531"/>
                  </a:lnTo>
                  <a:lnTo>
                    <a:pt x="490" y="542"/>
                  </a:lnTo>
                  <a:lnTo>
                    <a:pt x="486" y="558"/>
                  </a:lnTo>
                  <a:lnTo>
                    <a:pt x="475" y="572"/>
                  </a:lnTo>
                  <a:close/>
                </a:path>
              </a:pathLst>
            </a:custGeom>
            <a:solidFill>
              <a:srgbClr val="59A3CD">
                <a:alpha val="43000"/>
              </a:srgbClr>
            </a:solidFill>
            <a:ln>
              <a:noFill/>
            </a:ln>
          </p:spPr>
          <p:txBody>
            <a:bodyPr anchor="ctr"/>
            <a:lstStyle/>
            <a:p>
              <a:pPr algn="ctr">
                <a:buNone/>
              </a:pPr>
            </a:p>
          </p:txBody>
        </p:sp>
        <p:sp>
          <p:nvSpPr>
            <p:cNvPr id="7108" name="addition:input:107">
              <a:extLst>
                <a:ext uri="{FF2B5EF4-FFF2-40B4-BE49-F238E27FC236}">
                  <ns2:creationId id="{1027E537-BC23-4999-97B0-6CB22A15349E}"/>
                </a:ext>
              </a:extLst>
            </p:cNvPr>
            <p:cNvSpPr>
              <a:spLocks noGrp="1"/>
            </p:cNvSpPr>
            <p:nvPr/>
          </p:nvSpPr>
          <p:spPr>
            <a:xfrm>
              <a:off x="209550" y="5438775"/>
              <a:ext cx="766999" cy="1347780"/>
            </a:xfrm>
            <a:custGeom>
              <a:rect l="l" t="t" r="r" b="b"/>
              <a:pathLst>
                <a:path w="466" h="719">
                  <a:moveTo>
                    <a:pt x="0" y="0"/>
                  </a:moveTo>
                  <a:moveTo>
                    <a:pt x="455" y="590"/>
                  </a:moveTo>
                  <a:lnTo>
                    <a:pt x="437" y="600"/>
                  </a:lnTo>
                  <a:lnTo>
                    <a:pt x="423" y="609"/>
                  </a:lnTo>
                  <a:lnTo>
                    <a:pt x="418" y="618"/>
                  </a:lnTo>
                  <a:lnTo>
                    <a:pt x="418" y="628"/>
                  </a:lnTo>
                  <a:lnTo>
                    <a:pt x="415" y="639"/>
                  </a:lnTo>
                  <a:lnTo>
                    <a:pt x="408" y="648"/>
                  </a:lnTo>
                  <a:lnTo>
                    <a:pt x="400" y="655"/>
                  </a:lnTo>
                  <a:lnTo>
                    <a:pt x="393" y="664"/>
                  </a:lnTo>
                  <a:lnTo>
                    <a:pt x="388" y="676"/>
                  </a:lnTo>
                  <a:lnTo>
                    <a:pt x="381" y="686"/>
                  </a:lnTo>
                  <a:lnTo>
                    <a:pt x="370" y="693"/>
                  </a:lnTo>
                  <a:lnTo>
                    <a:pt x="357" y="695"/>
                  </a:lnTo>
                  <a:lnTo>
                    <a:pt x="345" y="699"/>
                  </a:lnTo>
                  <a:lnTo>
                    <a:pt x="336" y="706"/>
                  </a:lnTo>
                  <a:lnTo>
                    <a:pt x="326" y="716"/>
                  </a:lnTo>
                  <a:lnTo>
                    <a:pt x="315" y="719"/>
                  </a:lnTo>
                  <a:lnTo>
                    <a:pt x="302" y="712"/>
                  </a:lnTo>
                  <a:lnTo>
                    <a:pt x="292" y="698"/>
                  </a:lnTo>
                  <a:lnTo>
                    <a:pt x="285" y="686"/>
                  </a:lnTo>
                  <a:lnTo>
                    <a:pt x="277" y="683"/>
                  </a:lnTo>
                  <a:lnTo>
                    <a:pt x="267" y="689"/>
                  </a:lnTo>
                  <a:lnTo>
                    <a:pt x="254" y="696"/>
                  </a:lnTo>
                  <a:lnTo>
                    <a:pt x="242" y="698"/>
                  </a:lnTo>
                  <a:lnTo>
                    <a:pt x="232" y="695"/>
                  </a:lnTo>
                  <a:lnTo>
                    <a:pt x="223" y="689"/>
                  </a:lnTo>
                  <a:lnTo>
                    <a:pt x="214" y="683"/>
                  </a:lnTo>
                  <a:lnTo>
                    <a:pt x="206" y="675"/>
                  </a:lnTo>
                  <a:lnTo>
                    <a:pt x="203" y="664"/>
                  </a:lnTo>
                  <a:lnTo>
                    <a:pt x="205" y="650"/>
                  </a:lnTo>
                  <a:lnTo>
                    <a:pt x="209" y="637"/>
                  </a:lnTo>
                  <a:lnTo>
                    <a:pt x="208" y="627"/>
                  </a:lnTo>
                  <a:lnTo>
                    <a:pt x="199" y="619"/>
                  </a:lnTo>
                  <a:lnTo>
                    <a:pt x="189" y="611"/>
                  </a:lnTo>
                  <a:lnTo>
                    <a:pt x="185" y="601"/>
                  </a:lnTo>
                  <a:lnTo>
                    <a:pt x="190" y="590"/>
                  </a:lnTo>
                  <a:lnTo>
                    <a:pt x="197" y="581"/>
                  </a:lnTo>
                  <a:lnTo>
                    <a:pt x="198" y="571"/>
                  </a:lnTo>
                  <a:lnTo>
                    <a:pt x="191" y="560"/>
                  </a:lnTo>
                  <a:lnTo>
                    <a:pt x="180" y="546"/>
                  </a:lnTo>
                  <a:lnTo>
                    <a:pt x="175" y="532"/>
                  </a:lnTo>
                  <a:lnTo>
                    <a:pt x="179" y="522"/>
                  </a:lnTo>
                  <a:lnTo>
                    <a:pt x="189" y="515"/>
                  </a:lnTo>
                  <a:lnTo>
                    <a:pt x="199" y="509"/>
                  </a:lnTo>
                  <a:lnTo>
                    <a:pt x="209" y="504"/>
                  </a:lnTo>
                  <a:lnTo>
                    <a:pt x="220" y="501"/>
                  </a:lnTo>
                  <a:lnTo>
                    <a:pt x="232" y="501"/>
                  </a:lnTo>
                  <a:lnTo>
                    <a:pt x="244" y="503"/>
                  </a:lnTo>
                  <a:lnTo>
                    <a:pt x="253" y="500"/>
                  </a:lnTo>
                  <a:lnTo>
                    <a:pt x="259" y="490"/>
                  </a:lnTo>
                  <a:lnTo>
                    <a:pt x="266" y="474"/>
                  </a:lnTo>
                  <a:lnTo>
                    <a:pt x="277" y="461"/>
                  </a:lnTo>
                  <a:lnTo>
                    <a:pt x="290" y="459"/>
                  </a:lnTo>
                  <a:lnTo>
                    <a:pt x="303" y="466"/>
                  </a:lnTo>
                  <a:lnTo>
                    <a:pt x="316" y="474"/>
                  </a:lnTo>
                  <a:lnTo>
                    <a:pt x="328" y="477"/>
                  </a:lnTo>
                  <a:lnTo>
                    <a:pt x="343" y="475"/>
                  </a:lnTo>
                  <a:lnTo>
                    <a:pt x="357" y="475"/>
                  </a:lnTo>
                  <a:lnTo>
                    <a:pt x="369" y="481"/>
                  </a:lnTo>
                  <a:lnTo>
                    <a:pt x="378" y="492"/>
                  </a:lnTo>
                  <a:lnTo>
                    <a:pt x="384" y="504"/>
                  </a:lnTo>
                  <a:lnTo>
                    <a:pt x="392" y="512"/>
                  </a:lnTo>
                  <a:lnTo>
                    <a:pt x="401" y="518"/>
                  </a:lnTo>
                  <a:lnTo>
                    <a:pt x="409" y="526"/>
                  </a:lnTo>
                  <a:lnTo>
                    <a:pt x="414" y="535"/>
                  </a:lnTo>
                  <a:lnTo>
                    <a:pt x="420" y="543"/>
                  </a:lnTo>
                  <a:lnTo>
                    <a:pt x="431" y="550"/>
                  </a:lnTo>
                  <a:lnTo>
                    <a:pt x="448" y="556"/>
                  </a:lnTo>
                  <a:lnTo>
                    <a:pt x="463" y="565"/>
                  </a:lnTo>
                  <a:lnTo>
                    <a:pt x="466" y="577"/>
                  </a:lnTo>
                  <a:close/>
                </a:path>
              </a:pathLst>
            </a:custGeom>
            <a:solidFill>
              <a:srgbClr val="0675B4">
                <a:alpha val="35000"/>
              </a:srgbClr>
            </a:solidFill>
            <a:ln>
              <a:noFill/>
            </a:ln>
          </p:spPr>
          <p:txBody>
            <a:bodyPr anchor="ctr"/>
            <a:lstStyle/>
            <a:p>
              <a:pPr algn="ctr">
                <a:buNone/>
              </a:pPr>
            </a:p>
          </p:txBody>
        </p:sp>
        <p:sp>
          <p:nvSpPr>
            <p:cNvPr id="7109" name="addition:input:108">
              <a:extLst>
                <a:ext uri="{FF2B5EF4-FFF2-40B4-BE49-F238E27FC236}">
                  <ns2:creationId id="{6C20BBF2-C379-4698-AE37-2E3445600FDF}"/>
                </a:ext>
              </a:extLst>
            </p:cNvPr>
            <p:cNvSpPr>
              <a:spLocks noGrp="1"/>
            </p:cNvSpPr>
            <p:nvPr/>
          </p:nvSpPr>
          <p:spPr>
            <a:xfrm>
              <a:off x="209550" y="5438775"/>
              <a:ext cx="513527" cy="1145332"/>
            </a:xfrm>
            <a:custGeom>
              <a:rect l="l" t="t" r="r" b="b"/>
              <a:pathLst>
                <a:path w="312" h="611">
                  <a:moveTo>
                    <a:pt x="0" y="0"/>
                  </a:moveTo>
                  <a:moveTo>
                    <a:pt x="309" y="556"/>
                  </a:moveTo>
                  <a:lnTo>
                    <a:pt x="308" y="561"/>
                  </a:lnTo>
                  <a:lnTo>
                    <a:pt x="305" y="565"/>
                  </a:lnTo>
                  <a:lnTo>
                    <a:pt x="301" y="569"/>
                  </a:lnTo>
                  <a:lnTo>
                    <a:pt x="298" y="572"/>
                  </a:lnTo>
                  <a:lnTo>
                    <a:pt x="296" y="576"/>
                  </a:lnTo>
                  <a:lnTo>
                    <a:pt x="295" y="581"/>
                  </a:lnTo>
                  <a:lnTo>
                    <a:pt x="292" y="585"/>
                  </a:lnTo>
                  <a:lnTo>
                    <a:pt x="287" y="588"/>
                  </a:lnTo>
                  <a:lnTo>
                    <a:pt x="281" y="589"/>
                  </a:lnTo>
                  <a:lnTo>
                    <a:pt x="277" y="591"/>
                  </a:lnTo>
                  <a:lnTo>
                    <a:pt x="275" y="597"/>
                  </a:lnTo>
                  <a:lnTo>
                    <a:pt x="274" y="604"/>
                  </a:lnTo>
                  <a:lnTo>
                    <a:pt x="271" y="610"/>
                  </a:lnTo>
                  <a:lnTo>
                    <a:pt x="265" y="611"/>
                  </a:lnTo>
                  <a:lnTo>
                    <a:pt x="258" y="608"/>
                  </a:lnTo>
                  <a:lnTo>
                    <a:pt x="253" y="604"/>
                  </a:lnTo>
                  <a:lnTo>
                    <a:pt x="248" y="602"/>
                  </a:lnTo>
                  <a:lnTo>
                    <a:pt x="244" y="601"/>
                  </a:lnTo>
                  <a:lnTo>
                    <a:pt x="240" y="600"/>
                  </a:lnTo>
                  <a:lnTo>
                    <a:pt x="237" y="599"/>
                  </a:lnTo>
                  <a:lnTo>
                    <a:pt x="233" y="598"/>
                  </a:lnTo>
                  <a:lnTo>
                    <a:pt x="229" y="599"/>
                  </a:lnTo>
                  <a:lnTo>
                    <a:pt x="223" y="601"/>
                  </a:lnTo>
                  <a:lnTo>
                    <a:pt x="218" y="602"/>
                  </a:lnTo>
                  <a:lnTo>
                    <a:pt x="214" y="599"/>
                  </a:lnTo>
                  <a:lnTo>
                    <a:pt x="213" y="594"/>
                  </a:lnTo>
                  <a:lnTo>
                    <a:pt x="213" y="588"/>
                  </a:lnTo>
                  <a:lnTo>
                    <a:pt x="211" y="584"/>
                  </a:lnTo>
                  <a:lnTo>
                    <a:pt x="207" y="582"/>
                  </a:lnTo>
                  <a:lnTo>
                    <a:pt x="202" y="579"/>
                  </a:lnTo>
                  <a:lnTo>
                    <a:pt x="200" y="575"/>
                  </a:lnTo>
                  <a:lnTo>
                    <a:pt x="202" y="570"/>
                  </a:lnTo>
                  <a:lnTo>
                    <a:pt x="206" y="564"/>
                  </a:lnTo>
                  <a:lnTo>
                    <a:pt x="208" y="560"/>
                  </a:lnTo>
                  <a:lnTo>
                    <a:pt x="207" y="556"/>
                  </a:lnTo>
                  <a:lnTo>
                    <a:pt x="204" y="552"/>
                  </a:lnTo>
                  <a:lnTo>
                    <a:pt x="202" y="548"/>
                  </a:lnTo>
                  <a:lnTo>
                    <a:pt x="201" y="543"/>
                  </a:lnTo>
                  <a:lnTo>
                    <a:pt x="200" y="539"/>
                  </a:lnTo>
                  <a:lnTo>
                    <a:pt x="198" y="533"/>
                  </a:lnTo>
                  <a:lnTo>
                    <a:pt x="197" y="527"/>
                  </a:lnTo>
                  <a:lnTo>
                    <a:pt x="199" y="523"/>
                  </a:lnTo>
                  <a:lnTo>
                    <a:pt x="205" y="522"/>
                  </a:lnTo>
                  <a:lnTo>
                    <a:pt x="213" y="523"/>
                  </a:lnTo>
                  <a:lnTo>
                    <a:pt x="218" y="523"/>
                  </a:lnTo>
                  <a:lnTo>
                    <a:pt x="221" y="521"/>
                  </a:lnTo>
                  <a:lnTo>
                    <a:pt x="223" y="516"/>
                  </a:lnTo>
                  <a:lnTo>
                    <a:pt x="225" y="511"/>
                  </a:lnTo>
                  <a:lnTo>
                    <a:pt x="229" y="509"/>
                  </a:lnTo>
                  <a:lnTo>
                    <a:pt x="234" y="510"/>
                  </a:lnTo>
                  <a:lnTo>
                    <a:pt x="239" y="510"/>
                  </a:lnTo>
                  <a:lnTo>
                    <a:pt x="244" y="509"/>
                  </a:lnTo>
                  <a:lnTo>
                    <a:pt x="249" y="506"/>
                  </a:lnTo>
                  <a:lnTo>
                    <a:pt x="254" y="505"/>
                  </a:lnTo>
                  <a:lnTo>
                    <a:pt x="260" y="505"/>
                  </a:lnTo>
                  <a:lnTo>
                    <a:pt x="265" y="507"/>
                  </a:lnTo>
                  <a:lnTo>
                    <a:pt x="271" y="509"/>
                  </a:lnTo>
                  <a:lnTo>
                    <a:pt x="276" y="510"/>
                  </a:lnTo>
                  <a:lnTo>
                    <a:pt x="281" y="513"/>
                  </a:lnTo>
                  <a:lnTo>
                    <a:pt x="284" y="518"/>
                  </a:lnTo>
                  <a:lnTo>
                    <a:pt x="284" y="525"/>
                  </a:lnTo>
                  <a:lnTo>
                    <a:pt x="285" y="530"/>
                  </a:lnTo>
                  <a:lnTo>
                    <a:pt x="288" y="533"/>
                  </a:lnTo>
                  <a:lnTo>
                    <a:pt x="295" y="534"/>
                  </a:lnTo>
                  <a:lnTo>
                    <a:pt x="304" y="534"/>
                  </a:lnTo>
                  <a:lnTo>
                    <a:pt x="310" y="537"/>
                  </a:lnTo>
                  <a:lnTo>
                    <a:pt x="312" y="542"/>
                  </a:lnTo>
                  <a:lnTo>
                    <a:pt x="311" y="547"/>
                  </a:lnTo>
                  <a:lnTo>
                    <a:pt x="309" y="552"/>
                  </a:lnTo>
                  <a:close/>
                </a:path>
              </a:pathLst>
            </a:custGeom>
            <a:solidFill>
              <a:srgbClr val="59A3CD">
                <a:alpha val="32000"/>
              </a:srgbClr>
            </a:solidFill>
            <a:ln>
              <a:noFill/>
            </a:ln>
          </p:spPr>
          <p:txBody>
            <a:bodyPr anchor="ctr"/>
            <a:lstStyle/>
            <a:p>
              <a:pPr algn="ctr">
                <a:buNone/>
              </a:pPr>
            </a:p>
          </p:txBody>
        </p:sp>
        <p:sp>
          <p:nvSpPr>
            <p:cNvPr id="7110" name="addition:input:109">
              <a:extLst>
                <a:ext uri="{FF2B5EF4-FFF2-40B4-BE49-F238E27FC236}">
                  <ns2:creationId id="{E7DFC39C-C536-4982-9C4D-A62189C520C6}"/>
                </a:ext>
              </a:extLst>
            </p:cNvPr>
            <p:cNvSpPr>
              <a:spLocks noGrp="1"/>
            </p:cNvSpPr>
            <p:nvPr/>
          </p:nvSpPr>
          <p:spPr>
            <a:xfrm>
              <a:off x="209550" y="5438775"/>
              <a:ext cx="574426" cy="1066602"/>
            </a:xfrm>
            <a:custGeom>
              <a:rect l="l" t="t" r="r" b="b"/>
              <a:pathLst>
                <a:path w="349" h="569">
                  <a:moveTo>
                    <a:pt x="0" y="0"/>
                  </a:moveTo>
                  <a:moveTo>
                    <a:pt x="345" y="517"/>
                  </a:moveTo>
                  <a:lnTo>
                    <a:pt x="348" y="521"/>
                  </a:lnTo>
                  <a:lnTo>
                    <a:pt x="349" y="526"/>
                  </a:lnTo>
                  <a:lnTo>
                    <a:pt x="348" y="530"/>
                  </a:lnTo>
                  <a:lnTo>
                    <a:pt x="346" y="534"/>
                  </a:lnTo>
                  <a:lnTo>
                    <a:pt x="344" y="539"/>
                  </a:lnTo>
                  <a:lnTo>
                    <a:pt x="343" y="543"/>
                  </a:lnTo>
                  <a:lnTo>
                    <a:pt x="339" y="546"/>
                  </a:lnTo>
                  <a:lnTo>
                    <a:pt x="333" y="547"/>
                  </a:lnTo>
                  <a:lnTo>
                    <a:pt x="326" y="546"/>
                  </a:lnTo>
                  <a:lnTo>
                    <a:pt x="321" y="547"/>
                  </a:lnTo>
                  <a:lnTo>
                    <a:pt x="319" y="550"/>
                  </a:lnTo>
                  <a:lnTo>
                    <a:pt x="318" y="557"/>
                  </a:lnTo>
                  <a:lnTo>
                    <a:pt x="316" y="564"/>
                  </a:lnTo>
                  <a:lnTo>
                    <a:pt x="311" y="568"/>
                  </a:lnTo>
                  <a:lnTo>
                    <a:pt x="305" y="569"/>
                  </a:lnTo>
                  <a:lnTo>
                    <a:pt x="299" y="567"/>
                  </a:lnTo>
                  <a:lnTo>
                    <a:pt x="294" y="567"/>
                  </a:lnTo>
                  <a:lnTo>
                    <a:pt x="288" y="566"/>
                  </a:lnTo>
                  <a:lnTo>
                    <a:pt x="283" y="565"/>
                  </a:lnTo>
                  <a:lnTo>
                    <a:pt x="279" y="562"/>
                  </a:lnTo>
                  <a:lnTo>
                    <a:pt x="275" y="559"/>
                  </a:lnTo>
                  <a:lnTo>
                    <a:pt x="271" y="557"/>
                  </a:lnTo>
                  <a:lnTo>
                    <a:pt x="266" y="557"/>
                  </a:lnTo>
                  <a:lnTo>
                    <a:pt x="261" y="557"/>
                  </a:lnTo>
                  <a:lnTo>
                    <a:pt x="257" y="554"/>
                  </a:lnTo>
                  <a:lnTo>
                    <a:pt x="256" y="550"/>
                  </a:lnTo>
                  <a:lnTo>
                    <a:pt x="255" y="545"/>
                  </a:lnTo>
                  <a:lnTo>
                    <a:pt x="252" y="543"/>
                  </a:lnTo>
                  <a:lnTo>
                    <a:pt x="246" y="542"/>
                  </a:lnTo>
                  <a:lnTo>
                    <a:pt x="240" y="540"/>
                  </a:lnTo>
                  <a:lnTo>
                    <a:pt x="236" y="537"/>
                  </a:lnTo>
                  <a:lnTo>
                    <a:pt x="237" y="531"/>
                  </a:lnTo>
                  <a:lnTo>
                    <a:pt x="241" y="526"/>
                  </a:lnTo>
                  <a:lnTo>
                    <a:pt x="246" y="521"/>
                  </a:lnTo>
                  <a:lnTo>
                    <a:pt x="248" y="517"/>
                  </a:lnTo>
                  <a:lnTo>
                    <a:pt x="250" y="513"/>
                  </a:lnTo>
                  <a:lnTo>
                    <a:pt x="251" y="509"/>
                  </a:lnTo>
                  <a:lnTo>
                    <a:pt x="253" y="506"/>
                  </a:lnTo>
                  <a:lnTo>
                    <a:pt x="254" y="502"/>
                  </a:lnTo>
                  <a:lnTo>
                    <a:pt x="252" y="497"/>
                  </a:lnTo>
                  <a:lnTo>
                    <a:pt x="251" y="491"/>
                  </a:lnTo>
                  <a:lnTo>
                    <a:pt x="251" y="485"/>
                  </a:lnTo>
                  <a:lnTo>
                    <a:pt x="255" y="482"/>
                  </a:lnTo>
                  <a:lnTo>
                    <a:pt x="260" y="481"/>
                  </a:lnTo>
                  <a:lnTo>
                    <a:pt x="265" y="481"/>
                  </a:lnTo>
                  <a:lnTo>
                    <a:pt x="268" y="478"/>
                  </a:lnTo>
                  <a:lnTo>
                    <a:pt x="270" y="473"/>
                  </a:lnTo>
                  <a:lnTo>
                    <a:pt x="273" y="470"/>
                  </a:lnTo>
                  <a:lnTo>
                    <a:pt x="277" y="469"/>
                  </a:lnTo>
                  <a:lnTo>
                    <a:pt x="282" y="472"/>
                  </a:lnTo>
                  <a:lnTo>
                    <a:pt x="286" y="475"/>
                  </a:lnTo>
                  <a:lnTo>
                    <a:pt x="289" y="476"/>
                  </a:lnTo>
                  <a:lnTo>
                    <a:pt x="293" y="474"/>
                  </a:lnTo>
                  <a:lnTo>
                    <a:pt x="296" y="472"/>
                  </a:lnTo>
                  <a:lnTo>
                    <a:pt x="301" y="471"/>
                  </a:lnTo>
                  <a:lnTo>
                    <a:pt x="305" y="471"/>
                  </a:lnTo>
                  <a:lnTo>
                    <a:pt x="310" y="471"/>
                  </a:lnTo>
                  <a:lnTo>
                    <a:pt x="316" y="470"/>
                  </a:lnTo>
                  <a:lnTo>
                    <a:pt x="321" y="470"/>
                  </a:lnTo>
                  <a:lnTo>
                    <a:pt x="325" y="475"/>
                  </a:lnTo>
                  <a:lnTo>
                    <a:pt x="325" y="482"/>
                  </a:lnTo>
                  <a:lnTo>
                    <a:pt x="324" y="489"/>
                  </a:lnTo>
                  <a:lnTo>
                    <a:pt x="324" y="493"/>
                  </a:lnTo>
                  <a:lnTo>
                    <a:pt x="329" y="495"/>
                  </a:lnTo>
                  <a:lnTo>
                    <a:pt x="335" y="497"/>
                  </a:lnTo>
                  <a:lnTo>
                    <a:pt x="339" y="500"/>
                  </a:lnTo>
                  <a:lnTo>
                    <a:pt x="341" y="504"/>
                  </a:lnTo>
                  <a:lnTo>
                    <a:pt x="341" y="509"/>
                  </a:lnTo>
                  <a:lnTo>
                    <a:pt x="342" y="513"/>
                  </a:lnTo>
                  <a:close/>
                </a:path>
              </a:pathLst>
            </a:custGeom>
            <a:solidFill>
              <a:srgbClr val="59A3CD">
                <a:alpha val="32000"/>
              </a:srgbClr>
            </a:solidFill>
            <a:ln>
              <a:noFill/>
            </a:ln>
          </p:spPr>
          <p:txBody>
            <a:bodyPr anchor="ctr"/>
            <a:lstStyle/>
            <a:p>
              <a:pPr algn="ctr">
                <a:buNone/>
              </a:pPr>
            </a:p>
          </p:txBody>
        </p:sp>
        <p:sp>
          <p:nvSpPr>
            <p:cNvPr id="7111" name="addition:input:110">
              <a:extLst>
                <a:ext uri="{FF2B5EF4-FFF2-40B4-BE49-F238E27FC236}">
                  <ns2:creationId id="{AFB4E9BD-4DC9-47B6-BC3E-1B943DC156BC}"/>
                </a:ext>
              </a:extLst>
            </p:cNvPr>
            <p:cNvSpPr>
              <a:spLocks noGrp="1"/>
            </p:cNvSpPr>
            <p:nvPr/>
          </p:nvSpPr>
          <p:spPr>
            <a:xfrm>
              <a:off x="209550" y="5438775"/>
              <a:ext cx="673181" cy="1100343"/>
            </a:xfrm>
            <a:custGeom>
              <a:rect l="l" t="t" r="r" b="b"/>
              <a:pathLst>
                <a:path w="409" h="587">
                  <a:moveTo>
                    <a:pt x="0" y="0"/>
                  </a:moveTo>
                  <a:moveTo>
                    <a:pt x="404" y="528"/>
                  </a:moveTo>
                  <a:lnTo>
                    <a:pt x="399" y="532"/>
                  </a:lnTo>
                  <a:lnTo>
                    <a:pt x="397" y="537"/>
                  </a:lnTo>
                  <a:lnTo>
                    <a:pt x="396" y="541"/>
                  </a:lnTo>
                  <a:lnTo>
                    <a:pt x="395" y="546"/>
                  </a:lnTo>
                  <a:lnTo>
                    <a:pt x="392" y="550"/>
                  </a:lnTo>
                  <a:lnTo>
                    <a:pt x="388" y="553"/>
                  </a:lnTo>
                  <a:lnTo>
                    <a:pt x="384" y="556"/>
                  </a:lnTo>
                  <a:lnTo>
                    <a:pt x="381" y="560"/>
                  </a:lnTo>
                  <a:lnTo>
                    <a:pt x="379" y="564"/>
                  </a:lnTo>
                  <a:lnTo>
                    <a:pt x="375" y="568"/>
                  </a:lnTo>
                  <a:lnTo>
                    <a:pt x="370" y="570"/>
                  </a:lnTo>
                  <a:lnTo>
                    <a:pt x="366" y="573"/>
                  </a:lnTo>
                  <a:lnTo>
                    <a:pt x="362" y="577"/>
                  </a:lnTo>
                  <a:lnTo>
                    <a:pt x="359" y="583"/>
                  </a:lnTo>
                  <a:lnTo>
                    <a:pt x="354" y="587"/>
                  </a:lnTo>
                  <a:lnTo>
                    <a:pt x="348" y="587"/>
                  </a:lnTo>
                  <a:lnTo>
                    <a:pt x="343" y="581"/>
                  </a:lnTo>
                  <a:lnTo>
                    <a:pt x="338" y="574"/>
                  </a:lnTo>
                  <a:lnTo>
                    <a:pt x="335" y="570"/>
                  </a:lnTo>
                  <a:lnTo>
                    <a:pt x="331" y="571"/>
                  </a:lnTo>
                  <a:lnTo>
                    <a:pt x="327" y="573"/>
                  </a:lnTo>
                  <a:lnTo>
                    <a:pt x="322" y="574"/>
                  </a:lnTo>
                  <a:lnTo>
                    <a:pt x="318" y="574"/>
                  </a:lnTo>
                  <a:lnTo>
                    <a:pt x="315" y="572"/>
                  </a:lnTo>
                  <a:lnTo>
                    <a:pt x="311" y="570"/>
                  </a:lnTo>
                  <a:lnTo>
                    <a:pt x="306" y="568"/>
                  </a:lnTo>
                  <a:lnTo>
                    <a:pt x="303" y="565"/>
                  </a:lnTo>
                  <a:lnTo>
                    <a:pt x="302" y="560"/>
                  </a:lnTo>
                  <a:lnTo>
                    <a:pt x="303" y="554"/>
                  </a:lnTo>
                  <a:lnTo>
                    <a:pt x="303" y="550"/>
                  </a:lnTo>
                  <a:lnTo>
                    <a:pt x="300" y="546"/>
                  </a:lnTo>
                  <a:lnTo>
                    <a:pt x="297" y="542"/>
                  </a:lnTo>
                  <a:lnTo>
                    <a:pt x="295" y="538"/>
                  </a:lnTo>
                  <a:lnTo>
                    <a:pt x="298" y="532"/>
                  </a:lnTo>
                  <a:lnTo>
                    <a:pt x="302" y="528"/>
                  </a:lnTo>
                  <a:lnTo>
                    <a:pt x="305" y="524"/>
                  </a:lnTo>
                  <a:lnTo>
                    <a:pt x="304" y="520"/>
                  </a:lnTo>
                  <a:lnTo>
                    <a:pt x="299" y="515"/>
                  </a:lnTo>
                  <a:lnTo>
                    <a:pt x="295" y="508"/>
                  </a:lnTo>
                  <a:lnTo>
                    <a:pt x="294" y="503"/>
                  </a:lnTo>
                  <a:lnTo>
                    <a:pt x="296" y="498"/>
                  </a:lnTo>
                  <a:lnTo>
                    <a:pt x="299" y="494"/>
                  </a:lnTo>
                  <a:lnTo>
                    <a:pt x="302" y="491"/>
                  </a:lnTo>
                  <a:lnTo>
                    <a:pt x="306" y="488"/>
                  </a:lnTo>
                  <a:lnTo>
                    <a:pt x="311" y="487"/>
                  </a:lnTo>
                  <a:lnTo>
                    <a:pt x="316" y="488"/>
                  </a:lnTo>
                  <a:lnTo>
                    <a:pt x="321" y="489"/>
                  </a:lnTo>
                  <a:lnTo>
                    <a:pt x="324" y="487"/>
                  </a:lnTo>
                  <a:lnTo>
                    <a:pt x="326" y="482"/>
                  </a:lnTo>
                  <a:lnTo>
                    <a:pt x="329" y="476"/>
                  </a:lnTo>
                  <a:lnTo>
                    <a:pt x="333" y="474"/>
                  </a:lnTo>
                  <a:lnTo>
                    <a:pt x="338" y="475"/>
                  </a:lnTo>
                  <a:lnTo>
                    <a:pt x="343" y="478"/>
                  </a:lnTo>
                  <a:lnTo>
                    <a:pt x="348" y="478"/>
                  </a:lnTo>
                  <a:lnTo>
                    <a:pt x="353" y="476"/>
                  </a:lnTo>
                  <a:lnTo>
                    <a:pt x="359" y="474"/>
                  </a:lnTo>
                  <a:lnTo>
                    <a:pt x="365" y="475"/>
                  </a:lnTo>
                  <a:lnTo>
                    <a:pt x="370" y="478"/>
                  </a:lnTo>
                  <a:lnTo>
                    <a:pt x="373" y="484"/>
                  </a:lnTo>
                  <a:lnTo>
                    <a:pt x="376" y="489"/>
                  </a:lnTo>
                  <a:lnTo>
                    <a:pt x="379" y="492"/>
                  </a:lnTo>
                  <a:lnTo>
                    <a:pt x="382" y="496"/>
                  </a:lnTo>
                  <a:lnTo>
                    <a:pt x="384" y="501"/>
                  </a:lnTo>
                  <a:lnTo>
                    <a:pt x="385" y="505"/>
                  </a:lnTo>
                  <a:lnTo>
                    <a:pt x="389" y="508"/>
                  </a:lnTo>
                  <a:lnTo>
                    <a:pt x="396" y="510"/>
                  </a:lnTo>
                  <a:lnTo>
                    <a:pt x="404" y="513"/>
                  </a:lnTo>
                  <a:lnTo>
                    <a:pt x="409" y="517"/>
                  </a:lnTo>
                  <a:lnTo>
                    <a:pt x="409" y="523"/>
                  </a:lnTo>
                  <a:close/>
                </a:path>
              </a:pathLst>
            </a:custGeom>
            <a:solidFill>
              <a:srgbClr val="59A3CD">
                <a:alpha val="32000"/>
              </a:srgbClr>
            </a:solidFill>
            <a:ln>
              <a:noFill/>
            </a:ln>
          </p:spPr>
          <p:txBody>
            <a:bodyPr anchor="ctr"/>
            <a:lstStyle/>
            <a:p>
              <a:pPr algn="ctr">
                <a:buNone/>
              </a:pPr>
            </a:p>
          </p:txBody>
        </p:sp>
        <p:sp>
          <p:nvSpPr>
            <p:cNvPr id="7112" name="addition:input:111">
              <a:extLst>
                <a:ext uri="{FF2B5EF4-FFF2-40B4-BE49-F238E27FC236}">
                  <ns2:creationId id="{409477EF-BDA6-489D-928B-C0FA73B6CEA0}"/>
                </a:ext>
              </a:extLst>
            </p:cNvPr>
            <p:cNvSpPr>
              <a:spLocks noGrp="1"/>
            </p:cNvSpPr>
            <p:nvPr/>
          </p:nvSpPr>
          <p:spPr>
            <a:xfrm>
              <a:off x="209550" y="5438775"/>
              <a:ext cx="729143" cy="1184697"/>
            </a:xfrm>
            <a:custGeom>
              <a:rect l="l" t="t" r="r" b="b"/>
              <a:pathLst>
                <a:path w="443" h="632">
                  <a:moveTo>
                    <a:pt x="0" y="0"/>
                  </a:moveTo>
                  <a:moveTo>
                    <a:pt x="435" y="571"/>
                  </a:moveTo>
                  <a:lnTo>
                    <a:pt x="436" y="576"/>
                  </a:lnTo>
                  <a:lnTo>
                    <a:pt x="435" y="581"/>
                  </a:lnTo>
                  <a:lnTo>
                    <a:pt x="435" y="586"/>
                  </a:lnTo>
                  <a:lnTo>
                    <a:pt x="437" y="591"/>
                  </a:lnTo>
                  <a:lnTo>
                    <a:pt x="441" y="598"/>
                  </a:lnTo>
                  <a:lnTo>
                    <a:pt x="443" y="605"/>
                  </a:lnTo>
                  <a:lnTo>
                    <a:pt x="440" y="610"/>
                  </a:lnTo>
                  <a:lnTo>
                    <a:pt x="432" y="611"/>
                  </a:lnTo>
                  <a:lnTo>
                    <a:pt x="424" y="609"/>
                  </a:lnTo>
                  <a:lnTo>
                    <a:pt x="418" y="609"/>
                  </a:lnTo>
                  <a:lnTo>
                    <a:pt x="415" y="612"/>
                  </a:lnTo>
                  <a:lnTo>
                    <a:pt x="413" y="616"/>
                  </a:lnTo>
                  <a:lnTo>
                    <a:pt x="410" y="620"/>
                  </a:lnTo>
                  <a:lnTo>
                    <a:pt x="406" y="623"/>
                  </a:lnTo>
                  <a:lnTo>
                    <a:pt x="401" y="625"/>
                  </a:lnTo>
                  <a:lnTo>
                    <a:pt x="396" y="628"/>
                  </a:lnTo>
                  <a:lnTo>
                    <a:pt x="391" y="631"/>
                  </a:lnTo>
                  <a:lnTo>
                    <a:pt x="385" y="632"/>
                  </a:lnTo>
                  <a:lnTo>
                    <a:pt x="379" y="630"/>
                  </a:lnTo>
                  <a:lnTo>
                    <a:pt x="374" y="626"/>
                  </a:lnTo>
                  <a:lnTo>
                    <a:pt x="368" y="624"/>
                  </a:lnTo>
                  <a:lnTo>
                    <a:pt x="362" y="624"/>
                  </a:lnTo>
                  <a:lnTo>
                    <a:pt x="356" y="624"/>
                  </a:lnTo>
                  <a:lnTo>
                    <a:pt x="350" y="621"/>
                  </a:lnTo>
                  <a:lnTo>
                    <a:pt x="347" y="615"/>
                  </a:lnTo>
                  <a:lnTo>
                    <a:pt x="347" y="608"/>
                  </a:lnTo>
                  <a:lnTo>
                    <a:pt x="346" y="602"/>
                  </a:lnTo>
                  <a:lnTo>
                    <a:pt x="342" y="599"/>
                  </a:lnTo>
                  <a:lnTo>
                    <a:pt x="335" y="598"/>
                  </a:lnTo>
                  <a:lnTo>
                    <a:pt x="328" y="596"/>
                  </a:lnTo>
                  <a:lnTo>
                    <a:pt x="323" y="593"/>
                  </a:lnTo>
                  <a:lnTo>
                    <a:pt x="320" y="588"/>
                  </a:lnTo>
                  <a:lnTo>
                    <a:pt x="319" y="582"/>
                  </a:lnTo>
                  <a:lnTo>
                    <a:pt x="319" y="577"/>
                  </a:lnTo>
                  <a:lnTo>
                    <a:pt x="319" y="571"/>
                  </a:lnTo>
                  <a:lnTo>
                    <a:pt x="323" y="566"/>
                  </a:lnTo>
                  <a:lnTo>
                    <a:pt x="330" y="562"/>
                  </a:lnTo>
                  <a:lnTo>
                    <a:pt x="336" y="558"/>
                  </a:lnTo>
                  <a:lnTo>
                    <a:pt x="338" y="554"/>
                  </a:lnTo>
                  <a:lnTo>
                    <a:pt x="337" y="549"/>
                  </a:lnTo>
                  <a:lnTo>
                    <a:pt x="336" y="542"/>
                  </a:lnTo>
                  <a:lnTo>
                    <a:pt x="339" y="537"/>
                  </a:lnTo>
                  <a:lnTo>
                    <a:pt x="345" y="535"/>
                  </a:lnTo>
                  <a:lnTo>
                    <a:pt x="351" y="533"/>
                  </a:lnTo>
                  <a:lnTo>
                    <a:pt x="355" y="530"/>
                  </a:lnTo>
                  <a:lnTo>
                    <a:pt x="357" y="525"/>
                  </a:lnTo>
                  <a:lnTo>
                    <a:pt x="360" y="518"/>
                  </a:lnTo>
                  <a:lnTo>
                    <a:pt x="364" y="513"/>
                  </a:lnTo>
                  <a:lnTo>
                    <a:pt x="370" y="513"/>
                  </a:lnTo>
                  <a:lnTo>
                    <a:pt x="376" y="514"/>
                  </a:lnTo>
                  <a:lnTo>
                    <a:pt x="381" y="515"/>
                  </a:lnTo>
                  <a:lnTo>
                    <a:pt x="386" y="517"/>
                  </a:lnTo>
                  <a:lnTo>
                    <a:pt x="390" y="519"/>
                  </a:lnTo>
                  <a:lnTo>
                    <a:pt x="394" y="522"/>
                  </a:lnTo>
                  <a:lnTo>
                    <a:pt x="397" y="526"/>
                  </a:lnTo>
                  <a:lnTo>
                    <a:pt x="400" y="526"/>
                  </a:lnTo>
                  <a:lnTo>
                    <a:pt x="406" y="523"/>
                  </a:lnTo>
                  <a:lnTo>
                    <a:pt x="413" y="519"/>
                  </a:lnTo>
                  <a:lnTo>
                    <a:pt x="419" y="518"/>
                  </a:lnTo>
                  <a:lnTo>
                    <a:pt x="423" y="521"/>
                  </a:lnTo>
                  <a:lnTo>
                    <a:pt x="423" y="528"/>
                  </a:lnTo>
                  <a:lnTo>
                    <a:pt x="424" y="535"/>
                  </a:lnTo>
                  <a:lnTo>
                    <a:pt x="425" y="539"/>
                  </a:lnTo>
                  <a:lnTo>
                    <a:pt x="429" y="543"/>
                  </a:lnTo>
                  <a:lnTo>
                    <a:pt x="432" y="547"/>
                  </a:lnTo>
                  <a:lnTo>
                    <a:pt x="433" y="552"/>
                  </a:lnTo>
                  <a:lnTo>
                    <a:pt x="432" y="557"/>
                  </a:lnTo>
                  <a:lnTo>
                    <a:pt x="431" y="562"/>
                  </a:lnTo>
                  <a:lnTo>
                    <a:pt x="433" y="567"/>
                  </a:lnTo>
                  <a:close/>
                </a:path>
              </a:pathLst>
            </a:custGeom>
            <a:solidFill>
              <a:srgbClr val="59A3CD">
                <a:alpha val="32000"/>
              </a:srgbClr>
            </a:solidFill>
            <a:ln>
              <a:noFill/>
            </a:ln>
          </p:spPr>
          <p:txBody>
            <a:bodyPr anchor="ctr"/>
            <a:lstStyle/>
            <a:p>
              <a:pPr algn="ctr">
                <a:buNone/>
              </a:pPr>
            </a:p>
          </p:txBody>
        </p:sp>
        <p:sp>
          <p:nvSpPr>
            <p:cNvPr id="7113" name="addition:input:112">
              <a:extLst>
                <a:ext uri="{FF2B5EF4-FFF2-40B4-BE49-F238E27FC236}">
                  <ns2:creationId id="{7C49D6B3-D132-4045-8990-844261A031EE}"/>
                </a:ext>
              </a:extLst>
            </p:cNvPr>
            <p:cNvSpPr>
              <a:spLocks noGrp="1"/>
            </p:cNvSpPr>
            <p:nvPr/>
          </p:nvSpPr>
          <p:spPr>
            <a:xfrm>
              <a:off x="209550" y="5438775"/>
              <a:ext cx="699516" cy="1269050"/>
            </a:xfrm>
            <a:custGeom>
              <a:rect l="l" t="t" r="r" b="b"/>
              <a:pathLst>
                <a:path w="425" h="677">
                  <a:moveTo>
                    <a:pt x="0" y="0"/>
                  </a:moveTo>
                  <a:moveTo>
                    <a:pt x="422" y="619"/>
                  </a:moveTo>
                  <a:lnTo>
                    <a:pt x="417" y="624"/>
                  </a:lnTo>
                  <a:lnTo>
                    <a:pt x="409" y="628"/>
                  </a:lnTo>
                  <a:lnTo>
                    <a:pt x="401" y="632"/>
                  </a:lnTo>
                  <a:lnTo>
                    <a:pt x="398" y="635"/>
                  </a:lnTo>
                  <a:lnTo>
                    <a:pt x="399" y="641"/>
                  </a:lnTo>
                  <a:lnTo>
                    <a:pt x="402" y="648"/>
                  </a:lnTo>
                  <a:lnTo>
                    <a:pt x="403" y="656"/>
                  </a:lnTo>
                  <a:lnTo>
                    <a:pt x="399" y="660"/>
                  </a:lnTo>
                  <a:lnTo>
                    <a:pt x="391" y="662"/>
                  </a:lnTo>
                  <a:lnTo>
                    <a:pt x="384" y="663"/>
                  </a:lnTo>
                  <a:lnTo>
                    <a:pt x="380" y="667"/>
                  </a:lnTo>
                  <a:lnTo>
                    <a:pt x="376" y="672"/>
                  </a:lnTo>
                  <a:lnTo>
                    <a:pt x="372" y="676"/>
                  </a:lnTo>
                  <a:lnTo>
                    <a:pt x="365" y="677"/>
                  </a:lnTo>
                  <a:lnTo>
                    <a:pt x="359" y="675"/>
                  </a:lnTo>
                  <a:lnTo>
                    <a:pt x="353" y="674"/>
                  </a:lnTo>
                  <a:lnTo>
                    <a:pt x="348" y="673"/>
                  </a:lnTo>
                  <a:lnTo>
                    <a:pt x="343" y="673"/>
                  </a:lnTo>
                  <a:lnTo>
                    <a:pt x="339" y="671"/>
                  </a:lnTo>
                  <a:lnTo>
                    <a:pt x="335" y="668"/>
                  </a:lnTo>
                  <a:lnTo>
                    <a:pt x="331" y="667"/>
                  </a:lnTo>
                  <a:lnTo>
                    <a:pt x="325" y="669"/>
                  </a:lnTo>
                  <a:lnTo>
                    <a:pt x="316" y="673"/>
                  </a:lnTo>
                  <a:lnTo>
                    <a:pt x="307" y="675"/>
                  </a:lnTo>
                  <a:lnTo>
                    <a:pt x="301" y="672"/>
                  </a:lnTo>
                  <a:lnTo>
                    <a:pt x="300" y="665"/>
                  </a:lnTo>
                  <a:lnTo>
                    <a:pt x="301" y="657"/>
                  </a:lnTo>
                  <a:lnTo>
                    <a:pt x="301" y="650"/>
                  </a:lnTo>
                  <a:lnTo>
                    <a:pt x="299" y="646"/>
                  </a:lnTo>
                  <a:lnTo>
                    <a:pt x="295" y="642"/>
                  </a:lnTo>
                  <a:lnTo>
                    <a:pt x="291" y="638"/>
                  </a:lnTo>
                  <a:lnTo>
                    <a:pt x="290" y="633"/>
                  </a:lnTo>
                  <a:lnTo>
                    <a:pt x="289" y="628"/>
                  </a:lnTo>
                  <a:lnTo>
                    <a:pt x="285" y="624"/>
                  </a:lnTo>
                  <a:lnTo>
                    <a:pt x="280" y="619"/>
                  </a:lnTo>
                  <a:lnTo>
                    <a:pt x="278" y="614"/>
                  </a:lnTo>
                  <a:lnTo>
                    <a:pt x="278" y="609"/>
                  </a:lnTo>
                  <a:lnTo>
                    <a:pt x="281" y="604"/>
                  </a:lnTo>
                  <a:lnTo>
                    <a:pt x="282" y="599"/>
                  </a:lnTo>
                  <a:lnTo>
                    <a:pt x="280" y="593"/>
                  </a:lnTo>
                  <a:lnTo>
                    <a:pt x="278" y="586"/>
                  </a:lnTo>
                  <a:lnTo>
                    <a:pt x="280" y="581"/>
                  </a:lnTo>
                  <a:lnTo>
                    <a:pt x="288" y="579"/>
                  </a:lnTo>
                  <a:lnTo>
                    <a:pt x="298" y="580"/>
                  </a:lnTo>
                  <a:lnTo>
                    <a:pt x="306" y="581"/>
                  </a:lnTo>
                  <a:lnTo>
                    <a:pt x="311" y="580"/>
                  </a:lnTo>
                  <a:lnTo>
                    <a:pt x="314" y="575"/>
                  </a:lnTo>
                  <a:lnTo>
                    <a:pt x="317" y="569"/>
                  </a:lnTo>
                  <a:lnTo>
                    <a:pt x="322" y="564"/>
                  </a:lnTo>
                  <a:lnTo>
                    <a:pt x="328" y="561"/>
                  </a:lnTo>
                  <a:lnTo>
                    <a:pt x="335" y="559"/>
                  </a:lnTo>
                  <a:lnTo>
                    <a:pt x="342" y="556"/>
                  </a:lnTo>
                  <a:lnTo>
                    <a:pt x="350" y="555"/>
                  </a:lnTo>
                  <a:lnTo>
                    <a:pt x="357" y="557"/>
                  </a:lnTo>
                  <a:lnTo>
                    <a:pt x="364" y="563"/>
                  </a:lnTo>
                  <a:lnTo>
                    <a:pt x="369" y="568"/>
                  </a:lnTo>
                  <a:lnTo>
                    <a:pt x="375" y="571"/>
                  </a:lnTo>
                  <a:lnTo>
                    <a:pt x="382" y="570"/>
                  </a:lnTo>
                  <a:lnTo>
                    <a:pt x="390" y="570"/>
                  </a:lnTo>
                  <a:lnTo>
                    <a:pt x="395" y="574"/>
                  </a:lnTo>
                  <a:lnTo>
                    <a:pt x="397" y="580"/>
                  </a:lnTo>
                  <a:lnTo>
                    <a:pt x="398" y="586"/>
                  </a:lnTo>
                  <a:lnTo>
                    <a:pt x="402" y="589"/>
                  </a:lnTo>
                  <a:lnTo>
                    <a:pt x="408" y="591"/>
                  </a:lnTo>
                  <a:lnTo>
                    <a:pt x="417" y="593"/>
                  </a:lnTo>
                  <a:lnTo>
                    <a:pt x="423" y="597"/>
                  </a:lnTo>
                  <a:lnTo>
                    <a:pt x="425" y="602"/>
                  </a:lnTo>
                  <a:lnTo>
                    <a:pt x="425" y="608"/>
                  </a:lnTo>
                  <a:lnTo>
                    <a:pt x="424" y="613"/>
                  </a:lnTo>
                  <a:close/>
                </a:path>
              </a:pathLst>
            </a:custGeom>
            <a:solidFill>
              <a:srgbClr val="59A3CD">
                <a:alpha val="32000"/>
              </a:srgbClr>
            </a:solidFill>
            <a:ln>
              <a:noFill/>
            </a:ln>
          </p:spPr>
          <p:txBody>
            <a:bodyPr anchor="ctr"/>
            <a:lstStyle/>
            <a:p>
              <a:pPr algn="ctr">
                <a:buNone/>
              </a:pPr>
            </a:p>
          </p:txBody>
        </p:sp>
        <p:sp>
          <p:nvSpPr>
            <p:cNvPr id="7114" name="addition:input:113">
              <a:extLst>
                <a:ext uri="{FF2B5EF4-FFF2-40B4-BE49-F238E27FC236}">
                  <ns2:creationId id="{09D7A516-64EA-4F5F-8600-DD4D735AA8A7}"/>
                </a:ext>
              </a:extLst>
            </p:cNvPr>
            <p:cNvSpPr>
              <a:spLocks noGrp="1"/>
            </p:cNvSpPr>
            <p:nvPr/>
          </p:nvSpPr>
          <p:spPr>
            <a:xfrm>
              <a:off x="209550" y="5438775"/>
              <a:ext cx="577718" cy="1280297"/>
            </a:xfrm>
            <a:custGeom>
              <a:rect l="l" t="t" r="r" b="b"/>
              <a:pathLst>
                <a:path w="351" h="683">
                  <a:moveTo>
                    <a:pt x="0" y="0"/>
                  </a:moveTo>
                  <a:moveTo>
                    <a:pt x="351" y="624"/>
                  </a:moveTo>
                  <a:lnTo>
                    <a:pt x="350" y="630"/>
                  </a:lnTo>
                  <a:lnTo>
                    <a:pt x="345" y="635"/>
                  </a:lnTo>
                  <a:lnTo>
                    <a:pt x="339" y="639"/>
                  </a:lnTo>
                  <a:lnTo>
                    <a:pt x="334" y="643"/>
                  </a:lnTo>
                  <a:lnTo>
                    <a:pt x="331" y="647"/>
                  </a:lnTo>
                  <a:lnTo>
                    <a:pt x="328" y="651"/>
                  </a:lnTo>
                  <a:lnTo>
                    <a:pt x="323" y="654"/>
                  </a:lnTo>
                  <a:lnTo>
                    <a:pt x="320" y="657"/>
                  </a:lnTo>
                  <a:lnTo>
                    <a:pt x="318" y="663"/>
                  </a:lnTo>
                  <a:lnTo>
                    <a:pt x="317" y="670"/>
                  </a:lnTo>
                  <a:lnTo>
                    <a:pt x="316" y="679"/>
                  </a:lnTo>
                  <a:lnTo>
                    <a:pt x="311" y="683"/>
                  </a:lnTo>
                  <a:lnTo>
                    <a:pt x="304" y="683"/>
                  </a:lnTo>
                  <a:lnTo>
                    <a:pt x="296" y="678"/>
                  </a:lnTo>
                  <a:lnTo>
                    <a:pt x="290" y="675"/>
                  </a:lnTo>
                  <a:lnTo>
                    <a:pt x="285" y="675"/>
                  </a:lnTo>
                  <a:lnTo>
                    <a:pt x="281" y="677"/>
                  </a:lnTo>
                  <a:lnTo>
                    <a:pt x="277" y="679"/>
                  </a:lnTo>
                  <a:lnTo>
                    <a:pt x="272" y="678"/>
                  </a:lnTo>
                  <a:lnTo>
                    <a:pt x="268" y="676"/>
                  </a:lnTo>
                  <a:lnTo>
                    <a:pt x="264" y="674"/>
                  </a:lnTo>
                  <a:lnTo>
                    <a:pt x="260" y="674"/>
                  </a:lnTo>
                  <a:lnTo>
                    <a:pt x="255" y="674"/>
                  </a:lnTo>
                  <a:lnTo>
                    <a:pt x="250" y="672"/>
                  </a:lnTo>
                  <a:lnTo>
                    <a:pt x="247" y="669"/>
                  </a:lnTo>
                  <a:lnTo>
                    <a:pt x="244" y="665"/>
                  </a:lnTo>
                  <a:lnTo>
                    <a:pt x="239" y="663"/>
                  </a:lnTo>
                  <a:lnTo>
                    <a:pt x="233" y="661"/>
                  </a:lnTo>
                  <a:lnTo>
                    <a:pt x="229" y="657"/>
                  </a:lnTo>
                  <a:lnTo>
                    <a:pt x="230" y="651"/>
                  </a:lnTo>
                  <a:lnTo>
                    <a:pt x="234" y="643"/>
                  </a:lnTo>
                  <a:lnTo>
                    <a:pt x="239" y="637"/>
                  </a:lnTo>
                  <a:lnTo>
                    <a:pt x="240" y="632"/>
                  </a:lnTo>
                  <a:lnTo>
                    <a:pt x="235" y="629"/>
                  </a:lnTo>
                  <a:lnTo>
                    <a:pt x="229" y="624"/>
                  </a:lnTo>
                  <a:lnTo>
                    <a:pt x="224" y="619"/>
                  </a:lnTo>
                  <a:lnTo>
                    <a:pt x="223" y="614"/>
                  </a:lnTo>
                  <a:lnTo>
                    <a:pt x="223" y="609"/>
                  </a:lnTo>
                  <a:lnTo>
                    <a:pt x="223" y="603"/>
                  </a:lnTo>
                  <a:lnTo>
                    <a:pt x="223" y="598"/>
                  </a:lnTo>
                  <a:lnTo>
                    <a:pt x="226" y="593"/>
                  </a:lnTo>
                  <a:lnTo>
                    <a:pt x="231" y="591"/>
                  </a:lnTo>
                  <a:lnTo>
                    <a:pt x="237" y="589"/>
                  </a:lnTo>
                  <a:lnTo>
                    <a:pt x="241" y="587"/>
                  </a:lnTo>
                  <a:lnTo>
                    <a:pt x="243" y="582"/>
                  </a:lnTo>
                  <a:lnTo>
                    <a:pt x="245" y="577"/>
                  </a:lnTo>
                  <a:lnTo>
                    <a:pt x="249" y="574"/>
                  </a:lnTo>
                  <a:lnTo>
                    <a:pt x="255" y="575"/>
                  </a:lnTo>
                  <a:lnTo>
                    <a:pt x="262" y="578"/>
                  </a:lnTo>
                  <a:lnTo>
                    <a:pt x="267" y="578"/>
                  </a:lnTo>
                  <a:lnTo>
                    <a:pt x="271" y="573"/>
                  </a:lnTo>
                  <a:lnTo>
                    <a:pt x="276" y="567"/>
                  </a:lnTo>
                  <a:lnTo>
                    <a:pt x="282" y="562"/>
                  </a:lnTo>
                  <a:lnTo>
                    <a:pt x="289" y="561"/>
                  </a:lnTo>
                  <a:lnTo>
                    <a:pt x="295" y="564"/>
                  </a:lnTo>
                  <a:lnTo>
                    <a:pt x="301" y="568"/>
                  </a:lnTo>
                  <a:lnTo>
                    <a:pt x="307" y="571"/>
                  </a:lnTo>
                  <a:lnTo>
                    <a:pt x="311" y="575"/>
                  </a:lnTo>
                  <a:lnTo>
                    <a:pt x="315" y="581"/>
                  </a:lnTo>
                  <a:lnTo>
                    <a:pt x="317" y="587"/>
                  </a:lnTo>
                  <a:lnTo>
                    <a:pt x="320" y="591"/>
                  </a:lnTo>
                  <a:lnTo>
                    <a:pt x="326" y="592"/>
                  </a:lnTo>
                  <a:lnTo>
                    <a:pt x="334" y="592"/>
                  </a:lnTo>
                  <a:lnTo>
                    <a:pt x="342" y="594"/>
                  </a:lnTo>
                  <a:lnTo>
                    <a:pt x="345" y="598"/>
                  </a:lnTo>
                  <a:lnTo>
                    <a:pt x="345" y="604"/>
                  </a:lnTo>
                  <a:lnTo>
                    <a:pt x="343" y="610"/>
                  </a:lnTo>
                  <a:lnTo>
                    <a:pt x="344" y="615"/>
                  </a:lnTo>
                  <a:lnTo>
                    <a:pt x="348" y="619"/>
                  </a:lnTo>
                  <a:close/>
                </a:path>
              </a:pathLst>
            </a:custGeom>
            <a:solidFill>
              <a:srgbClr val="59A3CD">
                <a:alpha val="32000"/>
              </a:srgbClr>
            </a:solidFill>
            <a:ln>
              <a:noFill/>
            </a:ln>
          </p:spPr>
          <p:txBody>
            <a:bodyPr anchor="ctr"/>
            <a:lstStyle/>
            <a:p>
              <a:pPr algn="ctr">
                <a:buNone/>
              </a:pPr>
            </a:p>
          </p:txBody>
        </p:sp>
        <p:sp>
          <p:nvSpPr>
            <p:cNvPr id="7115" name="addition:input:114">
              <a:extLst>
                <a:ext uri="{FF2B5EF4-FFF2-40B4-BE49-F238E27FC236}">
                  <ns2:creationId id="{CB405C87-B02A-44C6-A6AB-6DE53BF119B1}"/>
                </a:ext>
              </a:extLst>
            </p:cNvPr>
            <p:cNvSpPr>
              <a:spLocks noGrp="1"/>
            </p:cNvSpPr>
            <p:nvPr/>
          </p:nvSpPr>
          <p:spPr>
            <a:xfrm>
              <a:off x="209550" y="5438775"/>
              <a:ext cx="454274" cy="1233434"/>
            </a:xfrm>
            <a:custGeom>
              <a:rect l="l" t="t" r="r" b="b"/>
              <a:pathLst>
                <a:path w="276" h="658">
                  <a:moveTo>
                    <a:pt x="0" y="0"/>
                  </a:moveTo>
                  <a:moveTo>
                    <a:pt x="275" y="604"/>
                  </a:moveTo>
                  <a:lnTo>
                    <a:pt x="274" y="608"/>
                  </a:lnTo>
                  <a:lnTo>
                    <a:pt x="271" y="612"/>
                  </a:lnTo>
                  <a:lnTo>
                    <a:pt x="269" y="615"/>
                  </a:lnTo>
                  <a:lnTo>
                    <a:pt x="271" y="620"/>
                  </a:lnTo>
                  <a:lnTo>
                    <a:pt x="275" y="626"/>
                  </a:lnTo>
                  <a:lnTo>
                    <a:pt x="276" y="632"/>
                  </a:lnTo>
                  <a:lnTo>
                    <a:pt x="275" y="636"/>
                  </a:lnTo>
                  <a:lnTo>
                    <a:pt x="270" y="638"/>
                  </a:lnTo>
                  <a:lnTo>
                    <a:pt x="266" y="640"/>
                  </a:lnTo>
                  <a:lnTo>
                    <a:pt x="262" y="641"/>
                  </a:lnTo>
                  <a:lnTo>
                    <a:pt x="258" y="642"/>
                  </a:lnTo>
                  <a:lnTo>
                    <a:pt x="254" y="642"/>
                  </a:lnTo>
                  <a:lnTo>
                    <a:pt x="250" y="642"/>
                  </a:lnTo>
                  <a:lnTo>
                    <a:pt x="247" y="642"/>
                  </a:lnTo>
                  <a:lnTo>
                    <a:pt x="244" y="646"/>
                  </a:lnTo>
                  <a:lnTo>
                    <a:pt x="241" y="652"/>
                  </a:lnTo>
                  <a:lnTo>
                    <a:pt x="237" y="657"/>
                  </a:lnTo>
                  <a:lnTo>
                    <a:pt x="232" y="658"/>
                  </a:lnTo>
                  <a:lnTo>
                    <a:pt x="227" y="655"/>
                  </a:lnTo>
                  <a:lnTo>
                    <a:pt x="223" y="651"/>
                  </a:lnTo>
                  <a:lnTo>
                    <a:pt x="219" y="648"/>
                  </a:lnTo>
                  <a:lnTo>
                    <a:pt x="213" y="648"/>
                  </a:lnTo>
                  <a:lnTo>
                    <a:pt x="208" y="648"/>
                  </a:lnTo>
                  <a:lnTo>
                    <a:pt x="203" y="646"/>
                  </a:lnTo>
                  <a:lnTo>
                    <a:pt x="201" y="641"/>
                  </a:lnTo>
                  <a:lnTo>
                    <a:pt x="199" y="636"/>
                  </a:lnTo>
                  <a:lnTo>
                    <a:pt x="197" y="632"/>
                  </a:lnTo>
                  <a:lnTo>
                    <a:pt x="193" y="630"/>
                  </a:lnTo>
                  <a:lnTo>
                    <a:pt x="190" y="627"/>
                  </a:lnTo>
                  <a:lnTo>
                    <a:pt x="187" y="623"/>
                  </a:lnTo>
                  <a:lnTo>
                    <a:pt x="185" y="620"/>
                  </a:lnTo>
                  <a:lnTo>
                    <a:pt x="182" y="617"/>
                  </a:lnTo>
                  <a:lnTo>
                    <a:pt x="176" y="613"/>
                  </a:lnTo>
                  <a:lnTo>
                    <a:pt x="172" y="609"/>
                  </a:lnTo>
                  <a:lnTo>
                    <a:pt x="170" y="604"/>
                  </a:lnTo>
                  <a:lnTo>
                    <a:pt x="175" y="599"/>
                  </a:lnTo>
                  <a:lnTo>
                    <a:pt x="182" y="596"/>
                  </a:lnTo>
                  <a:lnTo>
                    <a:pt x="188" y="593"/>
                  </a:lnTo>
                  <a:lnTo>
                    <a:pt x="190" y="590"/>
                  </a:lnTo>
                  <a:lnTo>
                    <a:pt x="190" y="585"/>
                  </a:lnTo>
                  <a:lnTo>
                    <a:pt x="191" y="580"/>
                  </a:lnTo>
                  <a:lnTo>
                    <a:pt x="193" y="577"/>
                  </a:lnTo>
                  <a:lnTo>
                    <a:pt x="197" y="574"/>
                  </a:lnTo>
                  <a:lnTo>
                    <a:pt x="200" y="571"/>
                  </a:lnTo>
                  <a:lnTo>
                    <a:pt x="203" y="567"/>
                  </a:lnTo>
                  <a:lnTo>
                    <a:pt x="206" y="562"/>
                  </a:lnTo>
                  <a:lnTo>
                    <a:pt x="210" y="560"/>
                  </a:lnTo>
                  <a:lnTo>
                    <a:pt x="215" y="559"/>
                  </a:lnTo>
                  <a:lnTo>
                    <a:pt x="219" y="558"/>
                  </a:lnTo>
                  <a:lnTo>
                    <a:pt x="223" y="556"/>
                  </a:lnTo>
                  <a:lnTo>
                    <a:pt x="228" y="553"/>
                  </a:lnTo>
                  <a:lnTo>
                    <a:pt x="232" y="552"/>
                  </a:lnTo>
                  <a:lnTo>
                    <a:pt x="236" y="554"/>
                  </a:lnTo>
                  <a:lnTo>
                    <a:pt x="240" y="560"/>
                  </a:lnTo>
                  <a:lnTo>
                    <a:pt x="242" y="566"/>
                  </a:lnTo>
                  <a:lnTo>
                    <a:pt x="245" y="567"/>
                  </a:lnTo>
                  <a:lnTo>
                    <a:pt x="249" y="565"/>
                  </a:lnTo>
                  <a:lnTo>
                    <a:pt x="254" y="562"/>
                  </a:lnTo>
                  <a:lnTo>
                    <a:pt x="259" y="561"/>
                  </a:lnTo>
                  <a:lnTo>
                    <a:pt x="263" y="563"/>
                  </a:lnTo>
                  <a:lnTo>
                    <a:pt x="265" y="567"/>
                  </a:lnTo>
                  <a:lnTo>
                    <a:pt x="268" y="570"/>
                  </a:lnTo>
                  <a:lnTo>
                    <a:pt x="270" y="574"/>
                  </a:lnTo>
                  <a:lnTo>
                    <a:pt x="271" y="578"/>
                  </a:lnTo>
                  <a:lnTo>
                    <a:pt x="270" y="583"/>
                  </a:lnTo>
                  <a:lnTo>
                    <a:pt x="268" y="589"/>
                  </a:lnTo>
                  <a:lnTo>
                    <a:pt x="268" y="593"/>
                  </a:lnTo>
                  <a:lnTo>
                    <a:pt x="270" y="596"/>
                  </a:lnTo>
                  <a:lnTo>
                    <a:pt x="274" y="600"/>
                  </a:lnTo>
                  <a:close/>
                </a:path>
              </a:pathLst>
            </a:custGeom>
            <a:solidFill>
              <a:srgbClr val="59A3CD">
                <a:alpha val="32000"/>
              </a:srgbClr>
            </a:solidFill>
            <a:ln>
              <a:noFill/>
            </a:ln>
          </p:spPr>
          <p:txBody>
            <a:bodyPr anchor="ctr"/>
            <a:lstStyle/>
            <a:p>
              <a:pPr algn="ctr">
                <a:buNone/>
              </a:pPr>
            </a:p>
          </p:txBody>
        </p:sp>
        <p:sp>
          <p:nvSpPr>
            <p:cNvPr id="7116" name="addition:input:115">
              <a:extLst>
                <a:ext uri="{FF2B5EF4-FFF2-40B4-BE49-F238E27FC236}">
                  <ns2:creationId id="{23018B82-E135-4C11-B9F9-8C57762F3326}"/>
                </a:ext>
              </a:extLst>
            </p:cNvPr>
            <p:cNvSpPr>
              <a:spLocks noGrp="1"/>
            </p:cNvSpPr>
            <p:nvPr/>
          </p:nvSpPr>
          <p:spPr>
            <a:xfrm>
              <a:off x="209550" y="5438775"/>
              <a:ext cx="636971" cy="1252179"/>
            </a:xfrm>
            <a:custGeom>
              <a:rect l="l" t="t" r="r" b="b"/>
              <a:pathLst>
                <a:path w="387" h="668">
                  <a:moveTo>
                    <a:pt x="0" y="0"/>
                  </a:moveTo>
                  <a:moveTo>
                    <a:pt x="376" y="596"/>
                  </a:moveTo>
                  <a:lnTo>
                    <a:pt x="383" y="602"/>
                  </a:lnTo>
                  <a:lnTo>
                    <a:pt x="387" y="608"/>
                  </a:lnTo>
                  <a:lnTo>
                    <a:pt x="384" y="613"/>
                  </a:lnTo>
                  <a:lnTo>
                    <a:pt x="379" y="617"/>
                  </a:lnTo>
                  <a:lnTo>
                    <a:pt x="376" y="622"/>
                  </a:lnTo>
                  <a:lnTo>
                    <a:pt x="376" y="628"/>
                  </a:lnTo>
                  <a:lnTo>
                    <a:pt x="377" y="635"/>
                  </a:lnTo>
                  <a:lnTo>
                    <a:pt x="376" y="641"/>
                  </a:lnTo>
                  <a:lnTo>
                    <a:pt x="370" y="644"/>
                  </a:lnTo>
                  <a:lnTo>
                    <a:pt x="363" y="644"/>
                  </a:lnTo>
                  <a:lnTo>
                    <a:pt x="356" y="645"/>
                  </a:lnTo>
                  <a:lnTo>
                    <a:pt x="351" y="646"/>
                  </a:lnTo>
                  <a:lnTo>
                    <a:pt x="346" y="648"/>
                  </a:lnTo>
                  <a:lnTo>
                    <a:pt x="340" y="648"/>
                  </a:lnTo>
                  <a:lnTo>
                    <a:pt x="335" y="648"/>
                  </a:lnTo>
                  <a:lnTo>
                    <a:pt x="329" y="651"/>
                  </a:lnTo>
                  <a:lnTo>
                    <a:pt x="324" y="656"/>
                  </a:lnTo>
                  <a:lnTo>
                    <a:pt x="316" y="664"/>
                  </a:lnTo>
                  <a:lnTo>
                    <a:pt x="308" y="668"/>
                  </a:lnTo>
                  <a:lnTo>
                    <a:pt x="300" y="666"/>
                  </a:lnTo>
                  <a:lnTo>
                    <a:pt x="294" y="659"/>
                  </a:lnTo>
                  <a:lnTo>
                    <a:pt x="290" y="650"/>
                  </a:lnTo>
                  <a:lnTo>
                    <a:pt x="285" y="646"/>
                  </a:lnTo>
                  <a:lnTo>
                    <a:pt x="278" y="644"/>
                  </a:lnTo>
                  <a:lnTo>
                    <a:pt x="271" y="643"/>
                  </a:lnTo>
                  <a:lnTo>
                    <a:pt x="265" y="639"/>
                  </a:lnTo>
                  <a:lnTo>
                    <a:pt x="261" y="634"/>
                  </a:lnTo>
                  <a:lnTo>
                    <a:pt x="258" y="629"/>
                  </a:lnTo>
                  <a:lnTo>
                    <a:pt x="253" y="626"/>
                  </a:lnTo>
                  <a:lnTo>
                    <a:pt x="247" y="622"/>
                  </a:lnTo>
                  <a:lnTo>
                    <a:pt x="242" y="618"/>
                  </a:lnTo>
                  <a:lnTo>
                    <a:pt x="240" y="612"/>
                  </a:lnTo>
                  <a:lnTo>
                    <a:pt x="239" y="607"/>
                  </a:lnTo>
                  <a:lnTo>
                    <a:pt x="236" y="602"/>
                  </a:lnTo>
                  <a:lnTo>
                    <a:pt x="232" y="596"/>
                  </a:lnTo>
                  <a:lnTo>
                    <a:pt x="229" y="590"/>
                  </a:lnTo>
                  <a:lnTo>
                    <a:pt x="232" y="584"/>
                  </a:lnTo>
                  <a:lnTo>
                    <a:pt x="241" y="579"/>
                  </a:lnTo>
                  <a:lnTo>
                    <a:pt x="253" y="577"/>
                  </a:lnTo>
                  <a:lnTo>
                    <a:pt x="261" y="574"/>
                  </a:lnTo>
                  <a:lnTo>
                    <a:pt x="264" y="570"/>
                  </a:lnTo>
                  <a:lnTo>
                    <a:pt x="263" y="563"/>
                  </a:lnTo>
                  <a:lnTo>
                    <a:pt x="263" y="556"/>
                  </a:lnTo>
                  <a:lnTo>
                    <a:pt x="267" y="550"/>
                  </a:lnTo>
                  <a:lnTo>
                    <a:pt x="272" y="546"/>
                  </a:lnTo>
                  <a:lnTo>
                    <a:pt x="278" y="542"/>
                  </a:lnTo>
                  <a:lnTo>
                    <a:pt x="283" y="537"/>
                  </a:lnTo>
                  <a:lnTo>
                    <a:pt x="290" y="534"/>
                  </a:lnTo>
                  <a:lnTo>
                    <a:pt x="297" y="534"/>
                  </a:lnTo>
                  <a:lnTo>
                    <a:pt x="305" y="536"/>
                  </a:lnTo>
                  <a:lnTo>
                    <a:pt x="312" y="538"/>
                  </a:lnTo>
                  <a:lnTo>
                    <a:pt x="317" y="537"/>
                  </a:lnTo>
                  <a:lnTo>
                    <a:pt x="323" y="535"/>
                  </a:lnTo>
                  <a:lnTo>
                    <a:pt x="329" y="533"/>
                  </a:lnTo>
                  <a:lnTo>
                    <a:pt x="334" y="537"/>
                  </a:lnTo>
                  <a:lnTo>
                    <a:pt x="338" y="543"/>
                  </a:lnTo>
                  <a:lnTo>
                    <a:pt x="341" y="548"/>
                  </a:lnTo>
                  <a:lnTo>
                    <a:pt x="345" y="549"/>
                  </a:lnTo>
                  <a:lnTo>
                    <a:pt x="353" y="546"/>
                  </a:lnTo>
                  <a:lnTo>
                    <a:pt x="362" y="544"/>
                  </a:lnTo>
                  <a:lnTo>
                    <a:pt x="369" y="545"/>
                  </a:lnTo>
                  <a:lnTo>
                    <a:pt x="373" y="550"/>
                  </a:lnTo>
                  <a:lnTo>
                    <a:pt x="374" y="556"/>
                  </a:lnTo>
                  <a:lnTo>
                    <a:pt x="375" y="562"/>
                  </a:lnTo>
                  <a:lnTo>
                    <a:pt x="376" y="568"/>
                  </a:lnTo>
                  <a:lnTo>
                    <a:pt x="375" y="575"/>
                  </a:lnTo>
                  <a:lnTo>
                    <a:pt x="372" y="581"/>
                  </a:lnTo>
                  <a:lnTo>
                    <a:pt x="369" y="587"/>
                  </a:lnTo>
                  <a:lnTo>
                    <a:pt x="370" y="591"/>
                  </a:lnTo>
                  <a:close/>
                </a:path>
              </a:pathLst>
            </a:custGeom>
            <a:solidFill>
              <a:srgbClr val="59A3CD">
                <a:alpha val="32000"/>
              </a:srgbClr>
            </a:solidFill>
            <a:ln>
              <a:noFill/>
            </a:ln>
          </p:spPr>
          <p:txBody>
            <a:bodyPr anchor="ctr"/>
            <a:lstStyle/>
            <a:p>
              <a:pPr algn="ctr">
                <a:buNone/>
              </a:pPr>
            </a:p>
          </p:txBody>
        </p:sp>
        <p:sp>
          <p:nvSpPr>
            <p:cNvPr id="7117" name="addition:input:116">
              <a:extLst>
                <a:ext uri="{FF2B5EF4-FFF2-40B4-BE49-F238E27FC236}">
                  <ns2:creationId id="{B8B23A0E-4122-45C1-9998-486F45623071}"/>
                </a:ext>
              </a:extLst>
            </p:cNvPr>
            <p:cNvSpPr>
              <a:spLocks noGrp="1"/>
            </p:cNvSpPr>
            <p:nvPr/>
          </p:nvSpPr>
          <p:spPr>
            <a:xfrm>
              <a:off x="209550" y="5438775"/>
              <a:ext cx="683057" cy="1308415"/>
            </a:xfrm>
            <a:custGeom>
              <a:rect l="l" t="t" r="r" b="b"/>
              <a:pathLst>
                <a:path w="415" h="698">
                  <a:moveTo>
                    <a:pt x="0" y="0"/>
                  </a:moveTo>
                  <a:moveTo>
                    <a:pt x="413" y="585"/>
                  </a:moveTo>
                  <a:lnTo>
                    <a:pt x="415" y="594"/>
                  </a:lnTo>
                  <a:lnTo>
                    <a:pt x="409" y="603"/>
                  </a:lnTo>
                  <a:lnTo>
                    <a:pt x="400" y="610"/>
                  </a:lnTo>
                  <a:lnTo>
                    <a:pt x="396" y="617"/>
                  </a:lnTo>
                  <a:lnTo>
                    <a:pt x="400" y="627"/>
                  </a:lnTo>
                  <a:lnTo>
                    <a:pt x="405" y="640"/>
                  </a:lnTo>
                  <a:lnTo>
                    <a:pt x="407" y="652"/>
                  </a:lnTo>
                  <a:lnTo>
                    <a:pt x="402" y="660"/>
                  </a:lnTo>
                  <a:lnTo>
                    <a:pt x="393" y="665"/>
                  </a:lnTo>
                  <a:lnTo>
                    <a:pt x="384" y="668"/>
                  </a:lnTo>
                  <a:lnTo>
                    <a:pt x="375" y="671"/>
                  </a:lnTo>
                  <a:lnTo>
                    <a:pt x="366" y="672"/>
                  </a:lnTo>
                  <a:lnTo>
                    <a:pt x="356" y="670"/>
                  </a:lnTo>
                  <a:lnTo>
                    <a:pt x="346" y="666"/>
                  </a:lnTo>
                  <a:lnTo>
                    <a:pt x="339" y="666"/>
                  </a:lnTo>
                  <a:lnTo>
                    <a:pt x="333" y="674"/>
                  </a:lnTo>
                  <a:lnTo>
                    <a:pt x="325" y="686"/>
                  </a:lnTo>
                  <a:lnTo>
                    <a:pt x="315" y="696"/>
                  </a:lnTo>
                  <a:lnTo>
                    <a:pt x="304" y="698"/>
                  </a:lnTo>
                  <a:lnTo>
                    <a:pt x="294" y="690"/>
                  </a:lnTo>
                  <a:lnTo>
                    <a:pt x="286" y="681"/>
                  </a:lnTo>
                  <a:lnTo>
                    <a:pt x="277" y="677"/>
                  </a:lnTo>
                  <a:lnTo>
                    <a:pt x="265" y="676"/>
                  </a:lnTo>
                  <a:lnTo>
                    <a:pt x="253" y="674"/>
                  </a:lnTo>
                  <a:lnTo>
                    <a:pt x="244" y="668"/>
                  </a:lnTo>
                  <a:lnTo>
                    <a:pt x="239" y="658"/>
                  </a:lnTo>
                  <a:lnTo>
                    <a:pt x="235" y="648"/>
                  </a:lnTo>
                  <a:lnTo>
                    <a:pt x="229" y="640"/>
                  </a:lnTo>
                  <a:lnTo>
                    <a:pt x="222" y="633"/>
                  </a:lnTo>
                  <a:lnTo>
                    <a:pt x="216" y="626"/>
                  </a:lnTo>
                  <a:lnTo>
                    <a:pt x="213" y="618"/>
                  </a:lnTo>
                  <a:lnTo>
                    <a:pt x="209" y="610"/>
                  </a:lnTo>
                  <a:lnTo>
                    <a:pt x="200" y="602"/>
                  </a:lnTo>
                  <a:lnTo>
                    <a:pt x="187" y="595"/>
                  </a:lnTo>
                  <a:lnTo>
                    <a:pt x="175" y="585"/>
                  </a:lnTo>
                  <a:lnTo>
                    <a:pt x="172" y="574"/>
                  </a:lnTo>
                  <a:lnTo>
                    <a:pt x="182" y="565"/>
                  </a:lnTo>
                  <a:lnTo>
                    <a:pt x="198" y="558"/>
                  </a:lnTo>
                  <a:lnTo>
                    <a:pt x="212" y="553"/>
                  </a:lnTo>
                  <a:lnTo>
                    <a:pt x="218" y="546"/>
                  </a:lnTo>
                  <a:lnTo>
                    <a:pt x="220" y="538"/>
                  </a:lnTo>
                  <a:lnTo>
                    <a:pt x="223" y="529"/>
                  </a:lnTo>
                  <a:lnTo>
                    <a:pt x="230" y="522"/>
                  </a:lnTo>
                  <a:lnTo>
                    <a:pt x="238" y="516"/>
                  </a:lnTo>
                  <a:lnTo>
                    <a:pt x="246" y="509"/>
                  </a:lnTo>
                  <a:lnTo>
                    <a:pt x="252" y="500"/>
                  </a:lnTo>
                  <a:lnTo>
                    <a:pt x="260" y="491"/>
                  </a:lnTo>
                  <a:lnTo>
                    <a:pt x="271" y="487"/>
                  </a:lnTo>
                  <a:lnTo>
                    <a:pt x="283" y="487"/>
                  </a:lnTo>
                  <a:lnTo>
                    <a:pt x="294" y="486"/>
                  </a:lnTo>
                  <a:lnTo>
                    <a:pt x="304" y="482"/>
                  </a:lnTo>
                  <a:lnTo>
                    <a:pt x="315" y="475"/>
                  </a:lnTo>
                  <a:lnTo>
                    <a:pt x="326" y="473"/>
                  </a:lnTo>
                  <a:lnTo>
                    <a:pt x="336" y="480"/>
                  </a:lnTo>
                  <a:lnTo>
                    <a:pt x="343" y="493"/>
                  </a:lnTo>
                  <a:lnTo>
                    <a:pt x="348" y="505"/>
                  </a:lnTo>
                  <a:lnTo>
                    <a:pt x="354" y="510"/>
                  </a:lnTo>
                  <a:lnTo>
                    <a:pt x="364" y="507"/>
                  </a:lnTo>
                  <a:lnTo>
                    <a:pt x="376" y="503"/>
                  </a:lnTo>
                  <a:lnTo>
                    <a:pt x="387" y="503"/>
                  </a:lnTo>
                  <a:lnTo>
                    <a:pt x="396" y="507"/>
                  </a:lnTo>
                  <a:lnTo>
                    <a:pt x="402" y="513"/>
                  </a:lnTo>
                  <a:lnTo>
                    <a:pt x="409" y="520"/>
                  </a:lnTo>
                  <a:lnTo>
                    <a:pt x="414" y="528"/>
                  </a:lnTo>
                  <a:lnTo>
                    <a:pt x="415" y="538"/>
                  </a:lnTo>
                  <a:lnTo>
                    <a:pt x="410" y="550"/>
                  </a:lnTo>
                  <a:lnTo>
                    <a:pt x="403" y="560"/>
                  </a:lnTo>
                  <a:lnTo>
                    <a:pt x="401" y="569"/>
                  </a:lnTo>
                  <a:lnTo>
                    <a:pt x="406" y="577"/>
                  </a:lnTo>
                  <a:close/>
                </a:path>
              </a:pathLst>
            </a:custGeom>
            <a:solidFill>
              <a:srgbClr val="0675B4">
                <a:alpha val="37000"/>
              </a:srgbClr>
            </a:solidFill>
            <a:ln>
              <a:noFill/>
            </a:ln>
          </p:spPr>
          <p:txBody>
            <a:bodyPr anchor="ctr"/>
            <a:lstStyle/>
            <a:p>
              <a:pPr algn="ctr">
                <a:buNone/>
              </a:pPr>
            </a:p>
          </p:txBody>
        </p:sp>
        <p:sp>
          <p:nvSpPr>
            <p:cNvPr id="7118" name="addition:input:117">
              <a:extLst>
                <a:ext uri="{FF2B5EF4-FFF2-40B4-BE49-F238E27FC236}">
                  <ns2:creationId id="{8AA2259A-FD91-4124-9422-038FDF73FF63}"/>
                </a:ext>
              </a:extLst>
            </p:cNvPr>
            <p:cNvSpPr>
              <a:spLocks noGrp="1"/>
            </p:cNvSpPr>
            <p:nvPr/>
          </p:nvSpPr>
          <p:spPr>
            <a:xfrm>
              <a:off x="209550" y="5438775"/>
              <a:ext cx="526694" cy="1139708"/>
            </a:xfrm>
            <a:custGeom>
              <a:rect l="l" t="t" r="r" b="b"/>
              <a:pathLst>
                <a:path w="320" h="608">
                  <a:moveTo>
                    <a:pt x="0" y="0"/>
                  </a:moveTo>
                  <a:moveTo>
                    <a:pt x="314" y="561"/>
                  </a:moveTo>
                  <a:lnTo>
                    <a:pt x="315" y="565"/>
                  </a:lnTo>
                  <a:lnTo>
                    <a:pt x="315" y="569"/>
                  </a:lnTo>
                  <a:lnTo>
                    <a:pt x="313" y="573"/>
                  </a:lnTo>
                  <a:lnTo>
                    <a:pt x="308" y="575"/>
                  </a:lnTo>
                  <a:lnTo>
                    <a:pt x="303" y="577"/>
                  </a:lnTo>
                  <a:lnTo>
                    <a:pt x="302" y="580"/>
                  </a:lnTo>
                  <a:lnTo>
                    <a:pt x="303" y="586"/>
                  </a:lnTo>
                  <a:lnTo>
                    <a:pt x="304" y="592"/>
                  </a:lnTo>
                  <a:lnTo>
                    <a:pt x="304" y="598"/>
                  </a:lnTo>
                  <a:lnTo>
                    <a:pt x="300" y="601"/>
                  </a:lnTo>
                  <a:lnTo>
                    <a:pt x="296" y="602"/>
                  </a:lnTo>
                  <a:lnTo>
                    <a:pt x="292" y="602"/>
                  </a:lnTo>
                  <a:lnTo>
                    <a:pt x="288" y="603"/>
                  </a:lnTo>
                  <a:lnTo>
                    <a:pt x="284" y="603"/>
                  </a:lnTo>
                  <a:lnTo>
                    <a:pt x="280" y="601"/>
                  </a:lnTo>
                  <a:lnTo>
                    <a:pt x="277" y="599"/>
                  </a:lnTo>
                  <a:lnTo>
                    <a:pt x="274" y="599"/>
                  </a:lnTo>
                  <a:lnTo>
                    <a:pt x="271" y="601"/>
                  </a:lnTo>
                  <a:lnTo>
                    <a:pt x="267" y="605"/>
                  </a:lnTo>
                  <a:lnTo>
                    <a:pt x="263" y="608"/>
                  </a:lnTo>
                  <a:lnTo>
                    <a:pt x="260" y="606"/>
                  </a:lnTo>
                  <a:lnTo>
                    <a:pt x="257" y="602"/>
                  </a:lnTo>
                  <a:lnTo>
                    <a:pt x="255" y="599"/>
                  </a:lnTo>
                  <a:lnTo>
                    <a:pt x="251" y="598"/>
                  </a:lnTo>
                  <a:lnTo>
                    <a:pt x="246" y="598"/>
                  </a:lnTo>
                  <a:lnTo>
                    <a:pt x="241" y="597"/>
                  </a:lnTo>
                  <a:lnTo>
                    <a:pt x="239" y="593"/>
                  </a:lnTo>
                  <a:lnTo>
                    <a:pt x="238" y="588"/>
                  </a:lnTo>
                  <a:lnTo>
                    <a:pt x="239" y="583"/>
                  </a:lnTo>
                  <a:lnTo>
                    <a:pt x="238" y="578"/>
                  </a:lnTo>
                  <a:lnTo>
                    <a:pt x="236" y="575"/>
                  </a:lnTo>
                  <a:lnTo>
                    <a:pt x="235" y="571"/>
                  </a:lnTo>
                  <a:lnTo>
                    <a:pt x="234" y="568"/>
                  </a:lnTo>
                  <a:lnTo>
                    <a:pt x="232" y="564"/>
                  </a:lnTo>
                  <a:lnTo>
                    <a:pt x="228" y="561"/>
                  </a:lnTo>
                  <a:lnTo>
                    <a:pt x="223" y="556"/>
                  </a:lnTo>
                  <a:lnTo>
                    <a:pt x="219" y="551"/>
                  </a:lnTo>
                  <a:lnTo>
                    <a:pt x="219" y="546"/>
                  </a:lnTo>
                  <a:lnTo>
                    <a:pt x="224" y="543"/>
                  </a:lnTo>
                  <a:lnTo>
                    <a:pt x="230" y="541"/>
                  </a:lnTo>
                  <a:lnTo>
                    <a:pt x="234" y="539"/>
                  </a:lnTo>
                  <a:lnTo>
                    <a:pt x="235" y="536"/>
                  </a:lnTo>
                  <a:lnTo>
                    <a:pt x="236" y="532"/>
                  </a:lnTo>
                  <a:lnTo>
                    <a:pt x="238" y="528"/>
                  </a:lnTo>
                  <a:lnTo>
                    <a:pt x="242" y="527"/>
                  </a:lnTo>
                  <a:lnTo>
                    <a:pt x="246" y="526"/>
                  </a:lnTo>
                  <a:lnTo>
                    <a:pt x="250" y="524"/>
                  </a:lnTo>
                  <a:lnTo>
                    <a:pt x="253" y="521"/>
                  </a:lnTo>
                  <a:lnTo>
                    <a:pt x="256" y="517"/>
                  </a:lnTo>
                  <a:lnTo>
                    <a:pt x="261" y="516"/>
                  </a:lnTo>
                  <a:lnTo>
                    <a:pt x="265" y="515"/>
                  </a:lnTo>
                  <a:lnTo>
                    <a:pt x="270" y="514"/>
                  </a:lnTo>
                  <a:lnTo>
                    <a:pt x="275" y="512"/>
                  </a:lnTo>
                  <a:lnTo>
                    <a:pt x="280" y="510"/>
                  </a:lnTo>
                  <a:lnTo>
                    <a:pt x="285" y="511"/>
                  </a:lnTo>
                  <a:lnTo>
                    <a:pt x="289" y="516"/>
                  </a:lnTo>
                  <a:lnTo>
                    <a:pt x="291" y="523"/>
                  </a:lnTo>
                  <a:lnTo>
                    <a:pt x="292" y="528"/>
                  </a:lnTo>
                  <a:lnTo>
                    <a:pt x="295" y="530"/>
                  </a:lnTo>
                  <a:lnTo>
                    <a:pt x="300" y="529"/>
                  </a:lnTo>
                  <a:lnTo>
                    <a:pt x="306" y="529"/>
                  </a:lnTo>
                  <a:lnTo>
                    <a:pt x="310" y="530"/>
                  </a:lnTo>
                  <a:lnTo>
                    <a:pt x="313" y="533"/>
                  </a:lnTo>
                  <a:lnTo>
                    <a:pt x="315" y="536"/>
                  </a:lnTo>
                  <a:lnTo>
                    <a:pt x="317" y="540"/>
                  </a:lnTo>
                  <a:lnTo>
                    <a:pt x="319" y="543"/>
                  </a:lnTo>
                  <a:lnTo>
                    <a:pt x="320" y="548"/>
                  </a:lnTo>
                  <a:lnTo>
                    <a:pt x="317" y="552"/>
                  </a:lnTo>
                  <a:lnTo>
                    <a:pt x="315" y="557"/>
                  </a:lnTo>
                  <a:close/>
                </a:path>
              </a:pathLst>
            </a:custGeom>
            <a:solidFill>
              <a:srgbClr val="0072B2">
                <a:alpha val="36000"/>
              </a:srgbClr>
            </a:solidFill>
            <a:ln>
              <a:noFill/>
            </a:ln>
          </p:spPr>
          <p:txBody>
            <a:bodyPr anchor="ctr"/>
            <a:lstStyle/>
            <a:p>
              <a:pPr algn="ctr">
                <a:buNone/>
              </a:pPr>
            </a:p>
          </p:txBody>
        </p:sp>
        <p:sp>
          <p:nvSpPr>
            <p:cNvPr id="7119" name="addition:input:118">
              <a:extLst>
                <a:ext uri="{FF2B5EF4-FFF2-40B4-BE49-F238E27FC236}">
                  <ns2:creationId id="{B9C8107E-7D38-44A8-89A3-27B171BEA4D6}"/>
                </a:ext>
              </a:extLst>
            </p:cNvPr>
            <p:cNvSpPr>
              <a:spLocks noGrp="1"/>
            </p:cNvSpPr>
            <p:nvPr/>
          </p:nvSpPr>
          <p:spPr>
            <a:xfrm>
              <a:off x="209550" y="5438775"/>
              <a:ext cx="615574" cy="1094720"/>
            </a:xfrm>
            <a:custGeom>
              <a:rect l="l" t="t" r="r" b="b"/>
              <a:pathLst>
                <a:path w="374" h="584">
                  <a:moveTo>
                    <a:pt x="0" y="0"/>
                  </a:moveTo>
                  <a:moveTo>
                    <a:pt x="366" y="547"/>
                  </a:moveTo>
                  <a:lnTo>
                    <a:pt x="363" y="549"/>
                  </a:lnTo>
                  <a:lnTo>
                    <a:pt x="363" y="552"/>
                  </a:lnTo>
                  <a:lnTo>
                    <a:pt x="365" y="555"/>
                  </a:lnTo>
                  <a:lnTo>
                    <a:pt x="367" y="559"/>
                  </a:lnTo>
                  <a:lnTo>
                    <a:pt x="367" y="563"/>
                  </a:lnTo>
                  <a:lnTo>
                    <a:pt x="365" y="565"/>
                  </a:lnTo>
                  <a:lnTo>
                    <a:pt x="362" y="567"/>
                  </a:lnTo>
                  <a:lnTo>
                    <a:pt x="360" y="569"/>
                  </a:lnTo>
                  <a:lnTo>
                    <a:pt x="359" y="572"/>
                  </a:lnTo>
                  <a:lnTo>
                    <a:pt x="357" y="576"/>
                  </a:lnTo>
                  <a:lnTo>
                    <a:pt x="355" y="577"/>
                  </a:lnTo>
                  <a:lnTo>
                    <a:pt x="352" y="578"/>
                  </a:lnTo>
                  <a:lnTo>
                    <a:pt x="349" y="578"/>
                  </a:lnTo>
                  <a:lnTo>
                    <a:pt x="346" y="579"/>
                  </a:lnTo>
                  <a:lnTo>
                    <a:pt x="344" y="580"/>
                  </a:lnTo>
                  <a:lnTo>
                    <a:pt x="341" y="579"/>
                  </a:lnTo>
                  <a:lnTo>
                    <a:pt x="338" y="577"/>
                  </a:lnTo>
                  <a:lnTo>
                    <a:pt x="336" y="576"/>
                  </a:lnTo>
                  <a:lnTo>
                    <a:pt x="334" y="576"/>
                  </a:lnTo>
                  <a:lnTo>
                    <a:pt x="330" y="579"/>
                  </a:lnTo>
                  <a:lnTo>
                    <a:pt x="326" y="583"/>
                  </a:lnTo>
                  <a:lnTo>
                    <a:pt x="322" y="584"/>
                  </a:lnTo>
                  <a:lnTo>
                    <a:pt x="319" y="582"/>
                  </a:lnTo>
                  <a:lnTo>
                    <a:pt x="317" y="578"/>
                  </a:lnTo>
                  <a:lnTo>
                    <a:pt x="316" y="574"/>
                  </a:lnTo>
                  <a:lnTo>
                    <a:pt x="315" y="571"/>
                  </a:lnTo>
                  <a:lnTo>
                    <a:pt x="312" y="568"/>
                  </a:lnTo>
                  <a:lnTo>
                    <a:pt x="310" y="566"/>
                  </a:lnTo>
                  <a:lnTo>
                    <a:pt x="309" y="563"/>
                  </a:lnTo>
                  <a:lnTo>
                    <a:pt x="307" y="560"/>
                  </a:lnTo>
                  <a:lnTo>
                    <a:pt x="305" y="558"/>
                  </a:lnTo>
                  <a:lnTo>
                    <a:pt x="302" y="556"/>
                  </a:lnTo>
                  <a:lnTo>
                    <a:pt x="299" y="553"/>
                  </a:lnTo>
                  <a:lnTo>
                    <a:pt x="298" y="550"/>
                  </a:lnTo>
                  <a:lnTo>
                    <a:pt x="299" y="547"/>
                  </a:lnTo>
                  <a:lnTo>
                    <a:pt x="300" y="544"/>
                  </a:lnTo>
                  <a:lnTo>
                    <a:pt x="298" y="541"/>
                  </a:lnTo>
                  <a:lnTo>
                    <a:pt x="296" y="537"/>
                  </a:lnTo>
                  <a:lnTo>
                    <a:pt x="294" y="533"/>
                  </a:lnTo>
                  <a:lnTo>
                    <a:pt x="296" y="530"/>
                  </a:lnTo>
                  <a:lnTo>
                    <a:pt x="301" y="529"/>
                  </a:lnTo>
                  <a:lnTo>
                    <a:pt x="307" y="529"/>
                  </a:lnTo>
                  <a:lnTo>
                    <a:pt x="310" y="528"/>
                  </a:lnTo>
                  <a:lnTo>
                    <a:pt x="312" y="526"/>
                  </a:lnTo>
                  <a:lnTo>
                    <a:pt x="314" y="523"/>
                  </a:lnTo>
                  <a:lnTo>
                    <a:pt x="315" y="520"/>
                  </a:lnTo>
                  <a:lnTo>
                    <a:pt x="318" y="518"/>
                  </a:lnTo>
                  <a:lnTo>
                    <a:pt x="321" y="515"/>
                  </a:lnTo>
                  <a:lnTo>
                    <a:pt x="324" y="512"/>
                  </a:lnTo>
                  <a:lnTo>
                    <a:pt x="327" y="509"/>
                  </a:lnTo>
                  <a:lnTo>
                    <a:pt x="331" y="509"/>
                  </a:lnTo>
                  <a:lnTo>
                    <a:pt x="335" y="511"/>
                  </a:lnTo>
                  <a:lnTo>
                    <a:pt x="339" y="514"/>
                  </a:lnTo>
                  <a:lnTo>
                    <a:pt x="342" y="516"/>
                  </a:lnTo>
                  <a:lnTo>
                    <a:pt x="346" y="515"/>
                  </a:lnTo>
                  <a:lnTo>
                    <a:pt x="349" y="514"/>
                  </a:lnTo>
                  <a:lnTo>
                    <a:pt x="353" y="515"/>
                  </a:lnTo>
                  <a:lnTo>
                    <a:pt x="355" y="517"/>
                  </a:lnTo>
                  <a:lnTo>
                    <a:pt x="356" y="521"/>
                  </a:lnTo>
                  <a:lnTo>
                    <a:pt x="358" y="524"/>
                  </a:lnTo>
                  <a:lnTo>
                    <a:pt x="360" y="525"/>
                  </a:lnTo>
                  <a:lnTo>
                    <a:pt x="364" y="525"/>
                  </a:lnTo>
                  <a:lnTo>
                    <a:pt x="368" y="526"/>
                  </a:lnTo>
                  <a:lnTo>
                    <a:pt x="370" y="528"/>
                  </a:lnTo>
                  <a:lnTo>
                    <a:pt x="372" y="531"/>
                  </a:lnTo>
                  <a:lnTo>
                    <a:pt x="373" y="534"/>
                  </a:lnTo>
                  <a:lnTo>
                    <a:pt x="374" y="537"/>
                  </a:lnTo>
                  <a:lnTo>
                    <a:pt x="373" y="540"/>
                  </a:lnTo>
                  <a:lnTo>
                    <a:pt x="371" y="544"/>
                  </a:lnTo>
                  <a:close/>
                </a:path>
              </a:pathLst>
            </a:custGeom>
            <a:solidFill>
              <a:srgbClr val="0072B2">
                <a:alpha val="36000"/>
              </a:srgbClr>
            </a:solidFill>
            <a:ln>
              <a:noFill/>
            </a:ln>
          </p:spPr>
          <p:txBody>
            <a:bodyPr anchor="ctr"/>
            <a:lstStyle/>
            <a:p>
              <a:pPr algn="ctr">
                <a:buNone/>
              </a:pPr>
            </a:p>
          </p:txBody>
        </p:sp>
        <p:sp>
          <p:nvSpPr>
            <p:cNvPr id="7120" name="addition:input:119">
              <a:extLst>
                <a:ext uri="{FF2B5EF4-FFF2-40B4-BE49-F238E27FC236}">
                  <ns2:creationId id="{5AC313EE-1726-450C-90E7-632525416E39}"/>
                </a:ext>
              </a:extLst>
            </p:cNvPr>
            <p:cNvSpPr>
              <a:spLocks noGrp="1"/>
            </p:cNvSpPr>
            <p:nvPr/>
          </p:nvSpPr>
          <p:spPr>
            <a:xfrm>
              <a:off x="209550" y="5438775"/>
              <a:ext cx="681411" cy="1233434"/>
            </a:xfrm>
            <a:custGeom>
              <a:rect l="l" t="t" r="r" b="b"/>
              <a:pathLst>
                <a:path w="414" h="658">
                  <a:moveTo>
                    <a:pt x="0" y="0"/>
                  </a:moveTo>
                  <a:moveTo>
                    <a:pt x="405" y="607"/>
                  </a:moveTo>
                  <a:lnTo>
                    <a:pt x="411" y="611"/>
                  </a:lnTo>
                  <a:lnTo>
                    <a:pt x="414" y="616"/>
                  </a:lnTo>
                  <a:lnTo>
                    <a:pt x="414" y="620"/>
                  </a:lnTo>
                  <a:lnTo>
                    <a:pt x="413" y="624"/>
                  </a:lnTo>
                  <a:lnTo>
                    <a:pt x="412" y="628"/>
                  </a:lnTo>
                  <a:lnTo>
                    <a:pt x="410" y="632"/>
                  </a:lnTo>
                  <a:lnTo>
                    <a:pt x="406" y="634"/>
                  </a:lnTo>
                  <a:lnTo>
                    <a:pt x="401" y="635"/>
                  </a:lnTo>
                  <a:lnTo>
                    <a:pt x="397" y="636"/>
                  </a:lnTo>
                  <a:lnTo>
                    <a:pt x="393" y="638"/>
                  </a:lnTo>
                  <a:lnTo>
                    <a:pt x="392" y="642"/>
                  </a:lnTo>
                  <a:lnTo>
                    <a:pt x="390" y="646"/>
                  </a:lnTo>
                  <a:lnTo>
                    <a:pt x="387" y="649"/>
                  </a:lnTo>
                  <a:lnTo>
                    <a:pt x="382" y="649"/>
                  </a:lnTo>
                  <a:lnTo>
                    <a:pt x="377" y="647"/>
                  </a:lnTo>
                  <a:lnTo>
                    <a:pt x="373" y="648"/>
                  </a:lnTo>
                  <a:lnTo>
                    <a:pt x="368" y="651"/>
                  </a:lnTo>
                  <a:lnTo>
                    <a:pt x="363" y="655"/>
                  </a:lnTo>
                  <a:lnTo>
                    <a:pt x="358" y="658"/>
                  </a:lnTo>
                  <a:lnTo>
                    <a:pt x="352" y="656"/>
                  </a:lnTo>
                  <a:lnTo>
                    <a:pt x="348" y="653"/>
                  </a:lnTo>
                  <a:lnTo>
                    <a:pt x="344" y="649"/>
                  </a:lnTo>
                  <a:lnTo>
                    <a:pt x="340" y="645"/>
                  </a:lnTo>
                  <a:lnTo>
                    <a:pt x="337" y="642"/>
                  </a:lnTo>
                  <a:lnTo>
                    <a:pt x="335" y="638"/>
                  </a:lnTo>
                  <a:lnTo>
                    <a:pt x="333" y="634"/>
                  </a:lnTo>
                  <a:lnTo>
                    <a:pt x="330" y="632"/>
                  </a:lnTo>
                  <a:lnTo>
                    <a:pt x="325" y="631"/>
                  </a:lnTo>
                  <a:lnTo>
                    <a:pt x="317" y="631"/>
                  </a:lnTo>
                  <a:lnTo>
                    <a:pt x="311" y="629"/>
                  </a:lnTo>
                  <a:lnTo>
                    <a:pt x="310" y="625"/>
                  </a:lnTo>
                  <a:lnTo>
                    <a:pt x="311" y="620"/>
                  </a:lnTo>
                  <a:lnTo>
                    <a:pt x="314" y="615"/>
                  </a:lnTo>
                  <a:lnTo>
                    <a:pt x="315" y="611"/>
                  </a:lnTo>
                  <a:lnTo>
                    <a:pt x="314" y="607"/>
                  </a:lnTo>
                  <a:lnTo>
                    <a:pt x="313" y="603"/>
                  </a:lnTo>
                  <a:lnTo>
                    <a:pt x="315" y="598"/>
                  </a:lnTo>
                  <a:lnTo>
                    <a:pt x="319" y="595"/>
                  </a:lnTo>
                  <a:lnTo>
                    <a:pt x="323" y="592"/>
                  </a:lnTo>
                  <a:lnTo>
                    <a:pt x="326" y="589"/>
                  </a:lnTo>
                  <a:lnTo>
                    <a:pt x="328" y="585"/>
                  </a:lnTo>
                  <a:lnTo>
                    <a:pt x="330" y="582"/>
                  </a:lnTo>
                  <a:lnTo>
                    <a:pt x="333" y="579"/>
                  </a:lnTo>
                  <a:lnTo>
                    <a:pt x="336" y="576"/>
                  </a:lnTo>
                  <a:lnTo>
                    <a:pt x="338" y="571"/>
                  </a:lnTo>
                  <a:lnTo>
                    <a:pt x="339" y="565"/>
                  </a:lnTo>
                  <a:lnTo>
                    <a:pt x="341" y="560"/>
                  </a:lnTo>
                  <a:lnTo>
                    <a:pt x="346" y="558"/>
                  </a:lnTo>
                  <a:lnTo>
                    <a:pt x="351" y="560"/>
                  </a:lnTo>
                  <a:lnTo>
                    <a:pt x="357" y="565"/>
                  </a:lnTo>
                  <a:lnTo>
                    <a:pt x="361" y="568"/>
                  </a:lnTo>
                  <a:lnTo>
                    <a:pt x="364" y="568"/>
                  </a:lnTo>
                  <a:lnTo>
                    <a:pt x="368" y="566"/>
                  </a:lnTo>
                  <a:lnTo>
                    <a:pt x="371" y="564"/>
                  </a:lnTo>
                  <a:lnTo>
                    <a:pt x="375" y="564"/>
                  </a:lnTo>
                  <a:lnTo>
                    <a:pt x="378" y="565"/>
                  </a:lnTo>
                  <a:lnTo>
                    <a:pt x="381" y="566"/>
                  </a:lnTo>
                  <a:lnTo>
                    <a:pt x="385" y="566"/>
                  </a:lnTo>
                  <a:lnTo>
                    <a:pt x="390" y="567"/>
                  </a:lnTo>
                  <a:lnTo>
                    <a:pt x="393" y="569"/>
                  </a:lnTo>
                  <a:lnTo>
                    <a:pt x="394" y="573"/>
                  </a:lnTo>
                  <a:lnTo>
                    <a:pt x="396" y="577"/>
                  </a:lnTo>
                  <a:lnTo>
                    <a:pt x="400" y="580"/>
                  </a:lnTo>
                  <a:lnTo>
                    <a:pt x="404" y="582"/>
                  </a:lnTo>
                  <a:lnTo>
                    <a:pt x="406" y="586"/>
                  </a:lnTo>
                  <a:lnTo>
                    <a:pt x="405" y="591"/>
                  </a:lnTo>
                  <a:lnTo>
                    <a:pt x="402" y="596"/>
                  </a:lnTo>
                  <a:lnTo>
                    <a:pt x="399" y="600"/>
                  </a:lnTo>
                  <a:lnTo>
                    <a:pt x="400" y="603"/>
                  </a:lnTo>
                  <a:close/>
                </a:path>
              </a:pathLst>
            </a:custGeom>
            <a:solidFill>
              <a:srgbClr val="0072B2">
                <a:alpha val="36000"/>
              </a:srgbClr>
            </a:solidFill>
            <a:ln>
              <a:noFill/>
            </a:ln>
          </p:spPr>
          <p:txBody>
            <a:bodyPr anchor="ctr"/>
            <a:lstStyle/>
            <a:p>
              <a:pPr algn="ctr">
                <a:buNone/>
              </a:pPr>
            </a:p>
          </p:txBody>
        </p:sp>
        <p:sp>
          <p:nvSpPr>
            <p:cNvPr id="7121" name="addition:input:120">
              <a:extLst>
                <a:ext uri="{FF2B5EF4-FFF2-40B4-BE49-F238E27FC236}">
                  <ns2:creationId id="{B15E4C44-DAE8-449A-8714-72758EB5894A}"/>
                </a:ext>
              </a:extLst>
            </p:cNvPr>
            <p:cNvSpPr>
              <a:spLocks noGrp="1"/>
            </p:cNvSpPr>
            <p:nvPr/>
          </p:nvSpPr>
          <p:spPr>
            <a:xfrm>
              <a:off x="209550" y="5438775"/>
              <a:ext cx="569488" cy="1259677"/>
            </a:xfrm>
            <a:custGeom>
              <a:rect l="l" t="t" r="r" b="b"/>
              <a:pathLst>
                <a:path w="346" h="672">
                  <a:moveTo>
                    <a:pt x="0" y="0"/>
                  </a:moveTo>
                  <a:moveTo>
                    <a:pt x="341" y="633"/>
                  </a:moveTo>
                  <a:lnTo>
                    <a:pt x="339" y="636"/>
                  </a:lnTo>
                  <a:lnTo>
                    <a:pt x="335" y="639"/>
                  </a:lnTo>
                  <a:lnTo>
                    <a:pt x="331" y="641"/>
                  </a:lnTo>
                  <a:lnTo>
                    <a:pt x="329" y="644"/>
                  </a:lnTo>
                  <a:lnTo>
                    <a:pt x="328" y="647"/>
                  </a:lnTo>
                  <a:lnTo>
                    <a:pt x="330" y="652"/>
                  </a:lnTo>
                  <a:lnTo>
                    <a:pt x="331" y="657"/>
                  </a:lnTo>
                  <a:lnTo>
                    <a:pt x="329" y="660"/>
                  </a:lnTo>
                  <a:lnTo>
                    <a:pt x="324" y="662"/>
                  </a:lnTo>
                  <a:lnTo>
                    <a:pt x="320" y="662"/>
                  </a:lnTo>
                  <a:lnTo>
                    <a:pt x="316" y="664"/>
                  </a:lnTo>
                  <a:lnTo>
                    <a:pt x="314" y="667"/>
                  </a:lnTo>
                  <a:lnTo>
                    <a:pt x="312" y="671"/>
                  </a:lnTo>
                  <a:lnTo>
                    <a:pt x="308" y="672"/>
                  </a:lnTo>
                  <a:lnTo>
                    <a:pt x="304" y="671"/>
                  </a:lnTo>
                  <a:lnTo>
                    <a:pt x="301" y="669"/>
                  </a:lnTo>
                  <a:lnTo>
                    <a:pt x="298" y="668"/>
                  </a:lnTo>
                  <a:lnTo>
                    <a:pt x="295" y="667"/>
                  </a:lnTo>
                  <a:lnTo>
                    <a:pt x="292" y="667"/>
                  </a:lnTo>
                  <a:lnTo>
                    <a:pt x="289" y="666"/>
                  </a:lnTo>
                  <a:lnTo>
                    <a:pt x="287" y="665"/>
                  </a:lnTo>
                  <a:lnTo>
                    <a:pt x="283" y="666"/>
                  </a:lnTo>
                  <a:lnTo>
                    <a:pt x="279" y="668"/>
                  </a:lnTo>
                  <a:lnTo>
                    <a:pt x="273" y="669"/>
                  </a:lnTo>
                  <a:lnTo>
                    <a:pt x="269" y="668"/>
                  </a:lnTo>
                  <a:lnTo>
                    <a:pt x="268" y="664"/>
                  </a:lnTo>
                  <a:lnTo>
                    <a:pt x="268" y="658"/>
                  </a:lnTo>
                  <a:lnTo>
                    <a:pt x="269" y="653"/>
                  </a:lnTo>
                  <a:lnTo>
                    <a:pt x="268" y="650"/>
                  </a:lnTo>
                  <a:lnTo>
                    <a:pt x="265" y="648"/>
                  </a:lnTo>
                  <a:lnTo>
                    <a:pt x="262" y="646"/>
                  </a:lnTo>
                  <a:lnTo>
                    <a:pt x="261" y="642"/>
                  </a:lnTo>
                  <a:lnTo>
                    <a:pt x="261" y="639"/>
                  </a:lnTo>
                  <a:lnTo>
                    <a:pt x="260" y="636"/>
                  </a:lnTo>
                  <a:lnTo>
                    <a:pt x="258" y="633"/>
                  </a:lnTo>
                  <a:lnTo>
                    <a:pt x="256" y="629"/>
                  </a:lnTo>
                  <a:lnTo>
                    <a:pt x="255" y="626"/>
                  </a:lnTo>
                  <a:lnTo>
                    <a:pt x="255" y="622"/>
                  </a:lnTo>
                  <a:lnTo>
                    <a:pt x="256" y="619"/>
                  </a:lnTo>
                  <a:lnTo>
                    <a:pt x="256" y="615"/>
                  </a:lnTo>
                  <a:lnTo>
                    <a:pt x="256" y="611"/>
                  </a:lnTo>
                  <a:lnTo>
                    <a:pt x="257" y="607"/>
                  </a:lnTo>
                  <a:lnTo>
                    <a:pt x="260" y="605"/>
                  </a:lnTo>
                  <a:lnTo>
                    <a:pt x="266" y="606"/>
                  </a:lnTo>
                  <a:lnTo>
                    <a:pt x="272" y="607"/>
                  </a:lnTo>
                  <a:lnTo>
                    <a:pt x="276" y="607"/>
                  </a:lnTo>
                  <a:lnTo>
                    <a:pt x="277" y="604"/>
                  </a:lnTo>
                  <a:lnTo>
                    <a:pt x="279" y="599"/>
                  </a:lnTo>
                  <a:lnTo>
                    <a:pt x="281" y="595"/>
                  </a:lnTo>
                  <a:lnTo>
                    <a:pt x="285" y="593"/>
                  </a:lnTo>
                  <a:lnTo>
                    <a:pt x="289" y="592"/>
                  </a:lnTo>
                  <a:lnTo>
                    <a:pt x="294" y="592"/>
                  </a:lnTo>
                  <a:lnTo>
                    <a:pt x="298" y="591"/>
                  </a:lnTo>
                  <a:lnTo>
                    <a:pt x="303" y="592"/>
                  </a:lnTo>
                  <a:lnTo>
                    <a:pt x="307" y="594"/>
                  </a:lnTo>
                  <a:lnTo>
                    <a:pt x="311" y="598"/>
                  </a:lnTo>
                  <a:lnTo>
                    <a:pt x="314" y="600"/>
                  </a:lnTo>
                  <a:lnTo>
                    <a:pt x="318" y="601"/>
                  </a:lnTo>
                  <a:lnTo>
                    <a:pt x="323" y="601"/>
                  </a:lnTo>
                  <a:lnTo>
                    <a:pt x="326" y="602"/>
                  </a:lnTo>
                  <a:lnTo>
                    <a:pt x="328" y="606"/>
                  </a:lnTo>
                  <a:lnTo>
                    <a:pt x="328" y="610"/>
                  </a:lnTo>
                  <a:lnTo>
                    <a:pt x="330" y="613"/>
                  </a:lnTo>
                  <a:lnTo>
                    <a:pt x="333" y="615"/>
                  </a:lnTo>
                  <a:lnTo>
                    <a:pt x="339" y="616"/>
                  </a:lnTo>
                  <a:lnTo>
                    <a:pt x="344" y="618"/>
                  </a:lnTo>
                  <a:lnTo>
                    <a:pt x="346" y="621"/>
                  </a:lnTo>
                  <a:lnTo>
                    <a:pt x="345" y="625"/>
                  </a:lnTo>
                  <a:lnTo>
                    <a:pt x="343" y="629"/>
                  </a:lnTo>
                  <a:close/>
                </a:path>
              </a:pathLst>
            </a:custGeom>
            <a:solidFill>
              <a:srgbClr val="0072B2">
                <a:alpha val="36000"/>
              </a:srgbClr>
            </a:solidFill>
            <a:ln>
              <a:noFill/>
            </a:ln>
          </p:spPr>
          <p:txBody>
            <a:bodyPr anchor="ctr"/>
            <a:lstStyle/>
            <a:p>
              <a:pPr algn="ctr">
                <a:buNone/>
              </a:pPr>
            </a:p>
          </p:txBody>
        </p:sp>
        <p:sp>
          <p:nvSpPr>
            <p:cNvPr id="7122" name="addition:input:121">
              <a:extLst>
                <a:ext uri="{FF2B5EF4-FFF2-40B4-BE49-F238E27FC236}">
                  <ns2:creationId id="{68A9CBA0-B858-49AF-A788-031CF3C837DC}"/>
                </a:ext>
              </a:extLst>
            </p:cNvPr>
            <p:cNvSpPr>
              <a:spLocks noGrp="1"/>
            </p:cNvSpPr>
            <p:nvPr/>
          </p:nvSpPr>
          <p:spPr>
            <a:xfrm>
              <a:off x="209550" y="5438775"/>
              <a:ext cx="511881" cy="1132210"/>
            </a:xfrm>
            <a:custGeom>
              <a:rect l="l" t="t" r="r" b="b"/>
              <a:pathLst>
                <a:path w="311" h="604">
                  <a:moveTo>
                    <a:pt x="0" y="0"/>
                  </a:moveTo>
                  <a:moveTo>
                    <a:pt x="303" y="565"/>
                  </a:moveTo>
                  <a:lnTo>
                    <a:pt x="307" y="568"/>
                  </a:lnTo>
                  <a:lnTo>
                    <a:pt x="310" y="571"/>
                  </a:lnTo>
                  <a:lnTo>
                    <a:pt x="311" y="575"/>
                  </a:lnTo>
                  <a:lnTo>
                    <a:pt x="309" y="578"/>
                  </a:lnTo>
                  <a:lnTo>
                    <a:pt x="307" y="580"/>
                  </a:lnTo>
                  <a:lnTo>
                    <a:pt x="305" y="582"/>
                  </a:lnTo>
                  <a:lnTo>
                    <a:pt x="304" y="585"/>
                  </a:lnTo>
                  <a:lnTo>
                    <a:pt x="303" y="588"/>
                  </a:lnTo>
                  <a:lnTo>
                    <a:pt x="301" y="590"/>
                  </a:lnTo>
                  <a:lnTo>
                    <a:pt x="299" y="591"/>
                  </a:lnTo>
                  <a:lnTo>
                    <a:pt x="296" y="591"/>
                  </a:lnTo>
                  <a:lnTo>
                    <a:pt x="293" y="593"/>
                  </a:lnTo>
                  <a:lnTo>
                    <a:pt x="291" y="594"/>
                  </a:lnTo>
                  <a:lnTo>
                    <a:pt x="289" y="595"/>
                  </a:lnTo>
                  <a:lnTo>
                    <a:pt x="286" y="596"/>
                  </a:lnTo>
                  <a:lnTo>
                    <a:pt x="283" y="595"/>
                  </a:lnTo>
                  <a:lnTo>
                    <a:pt x="280" y="597"/>
                  </a:lnTo>
                  <a:lnTo>
                    <a:pt x="277" y="600"/>
                  </a:lnTo>
                  <a:lnTo>
                    <a:pt x="273" y="604"/>
                  </a:lnTo>
                  <a:lnTo>
                    <a:pt x="269" y="604"/>
                  </a:lnTo>
                  <a:lnTo>
                    <a:pt x="266" y="602"/>
                  </a:lnTo>
                  <a:lnTo>
                    <a:pt x="264" y="597"/>
                  </a:lnTo>
                  <a:lnTo>
                    <a:pt x="262" y="592"/>
                  </a:lnTo>
                  <a:lnTo>
                    <a:pt x="260" y="590"/>
                  </a:lnTo>
                  <a:lnTo>
                    <a:pt x="257" y="589"/>
                  </a:lnTo>
                  <a:lnTo>
                    <a:pt x="254" y="588"/>
                  </a:lnTo>
                  <a:lnTo>
                    <a:pt x="251" y="586"/>
                  </a:lnTo>
                  <a:lnTo>
                    <a:pt x="249" y="584"/>
                  </a:lnTo>
                  <a:lnTo>
                    <a:pt x="247" y="582"/>
                  </a:lnTo>
                  <a:lnTo>
                    <a:pt x="244" y="580"/>
                  </a:lnTo>
                  <a:lnTo>
                    <a:pt x="241" y="577"/>
                  </a:lnTo>
                  <a:lnTo>
                    <a:pt x="240" y="574"/>
                  </a:lnTo>
                  <a:lnTo>
                    <a:pt x="241" y="571"/>
                  </a:lnTo>
                  <a:lnTo>
                    <a:pt x="242" y="568"/>
                  </a:lnTo>
                  <a:lnTo>
                    <a:pt x="241" y="565"/>
                  </a:lnTo>
                  <a:lnTo>
                    <a:pt x="240" y="561"/>
                  </a:lnTo>
                  <a:lnTo>
                    <a:pt x="240" y="558"/>
                  </a:lnTo>
                  <a:lnTo>
                    <a:pt x="242" y="555"/>
                  </a:lnTo>
                  <a:lnTo>
                    <a:pt x="247" y="553"/>
                  </a:lnTo>
                  <a:lnTo>
                    <a:pt x="251" y="552"/>
                  </a:lnTo>
                  <a:lnTo>
                    <a:pt x="254" y="550"/>
                  </a:lnTo>
                  <a:lnTo>
                    <a:pt x="254" y="547"/>
                  </a:lnTo>
                  <a:lnTo>
                    <a:pt x="254" y="543"/>
                  </a:lnTo>
                  <a:lnTo>
                    <a:pt x="255" y="539"/>
                  </a:lnTo>
                  <a:lnTo>
                    <a:pt x="257" y="536"/>
                  </a:lnTo>
                  <a:lnTo>
                    <a:pt x="259" y="534"/>
                  </a:lnTo>
                  <a:lnTo>
                    <a:pt x="262" y="531"/>
                  </a:lnTo>
                  <a:lnTo>
                    <a:pt x="265" y="529"/>
                  </a:lnTo>
                  <a:lnTo>
                    <a:pt x="268" y="529"/>
                  </a:lnTo>
                  <a:lnTo>
                    <a:pt x="272" y="531"/>
                  </a:lnTo>
                  <a:lnTo>
                    <a:pt x="275" y="534"/>
                  </a:lnTo>
                  <a:lnTo>
                    <a:pt x="277" y="535"/>
                  </a:lnTo>
                  <a:lnTo>
                    <a:pt x="280" y="534"/>
                  </a:lnTo>
                  <a:lnTo>
                    <a:pt x="282" y="531"/>
                  </a:lnTo>
                  <a:lnTo>
                    <a:pt x="285" y="531"/>
                  </a:lnTo>
                  <a:lnTo>
                    <a:pt x="287" y="532"/>
                  </a:lnTo>
                  <a:lnTo>
                    <a:pt x="289" y="535"/>
                  </a:lnTo>
                  <a:lnTo>
                    <a:pt x="290" y="537"/>
                  </a:lnTo>
                  <a:lnTo>
                    <a:pt x="293" y="537"/>
                  </a:lnTo>
                  <a:lnTo>
                    <a:pt x="297" y="537"/>
                  </a:lnTo>
                  <a:lnTo>
                    <a:pt x="300" y="537"/>
                  </a:lnTo>
                  <a:lnTo>
                    <a:pt x="302" y="539"/>
                  </a:lnTo>
                  <a:lnTo>
                    <a:pt x="303" y="543"/>
                  </a:lnTo>
                  <a:lnTo>
                    <a:pt x="304" y="546"/>
                  </a:lnTo>
                  <a:lnTo>
                    <a:pt x="304" y="549"/>
                  </a:lnTo>
                  <a:lnTo>
                    <a:pt x="304" y="553"/>
                  </a:lnTo>
                  <a:lnTo>
                    <a:pt x="303" y="556"/>
                  </a:lnTo>
                  <a:lnTo>
                    <a:pt x="301" y="559"/>
                  </a:lnTo>
                  <a:lnTo>
                    <a:pt x="301" y="562"/>
                  </a:lnTo>
                  <a:close/>
                </a:path>
              </a:pathLst>
            </a:custGeom>
            <a:solidFill>
              <a:srgbClr val="0F7AB7">
                <a:alpha val="32000"/>
              </a:srgbClr>
            </a:solidFill>
            <a:ln>
              <a:noFill/>
            </a:ln>
          </p:spPr>
          <p:txBody>
            <a:bodyPr anchor="ctr"/>
            <a:lstStyle/>
            <a:p>
              <a:pPr algn="ctr">
                <a:buNone/>
              </a:pPr>
            </a:p>
          </p:txBody>
        </p:sp>
        <p:sp>
          <p:nvSpPr>
            <p:cNvPr id="7123" name="addition:input:122">
              <a:extLst>
                <a:ext uri="{FF2B5EF4-FFF2-40B4-BE49-F238E27FC236}">
                  <ns2:creationId id="{D3A6404C-A6D5-4E9E-B29B-9387556B20F5}"/>
                </a:ext>
              </a:extLst>
            </p:cNvPr>
            <p:cNvSpPr>
              <a:spLocks noGrp="1"/>
            </p:cNvSpPr>
            <p:nvPr/>
          </p:nvSpPr>
          <p:spPr>
            <a:xfrm>
              <a:off x="209550" y="5438775"/>
              <a:ext cx="643555" cy="1212814"/>
            </a:xfrm>
            <a:custGeom>
              <a:rect l="l" t="t" r="r" b="b"/>
              <a:pathLst>
                <a:path w="391" h="647">
                  <a:moveTo>
                    <a:pt x="0" y="0"/>
                  </a:moveTo>
                  <a:moveTo>
                    <a:pt x="391" y="615"/>
                  </a:moveTo>
                  <a:lnTo>
                    <a:pt x="391" y="618"/>
                  </a:lnTo>
                  <a:lnTo>
                    <a:pt x="387" y="621"/>
                  </a:lnTo>
                  <a:lnTo>
                    <a:pt x="382" y="622"/>
                  </a:lnTo>
                  <a:lnTo>
                    <a:pt x="378" y="624"/>
                  </a:lnTo>
                  <a:lnTo>
                    <a:pt x="377" y="626"/>
                  </a:lnTo>
                  <a:lnTo>
                    <a:pt x="377" y="629"/>
                  </a:lnTo>
                  <a:lnTo>
                    <a:pt x="376" y="632"/>
                  </a:lnTo>
                  <a:lnTo>
                    <a:pt x="375" y="635"/>
                  </a:lnTo>
                  <a:lnTo>
                    <a:pt x="372" y="636"/>
                  </a:lnTo>
                  <a:lnTo>
                    <a:pt x="370" y="638"/>
                  </a:lnTo>
                  <a:lnTo>
                    <a:pt x="367" y="641"/>
                  </a:lnTo>
                  <a:lnTo>
                    <a:pt x="365" y="643"/>
                  </a:lnTo>
                  <a:lnTo>
                    <a:pt x="362" y="644"/>
                  </a:lnTo>
                  <a:lnTo>
                    <a:pt x="359" y="644"/>
                  </a:lnTo>
                  <a:lnTo>
                    <a:pt x="355" y="644"/>
                  </a:lnTo>
                  <a:lnTo>
                    <a:pt x="352" y="645"/>
                  </a:lnTo>
                  <a:lnTo>
                    <a:pt x="349" y="647"/>
                  </a:lnTo>
                  <a:lnTo>
                    <a:pt x="346" y="647"/>
                  </a:lnTo>
                  <a:lnTo>
                    <a:pt x="344" y="645"/>
                  </a:lnTo>
                  <a:lnTo>
                    <a:pt x="342" y="641"/>
                  </a:lnTo>
                  <a:lnTo>
                    <a:pt x="340" y="638"/>
                  </a:lnTo>
                  <a:lnTo>
                    <a:pt x="339" y="638"/>
                  </a:lnTo>
                  <a:lnTo>
                    <a:pt x="335" y="639"/>
                  </a:lnTo>
                  <a:lnTo>
                    <a:pt x="331" y="641"/>
                  </a:lnTo>
                  <a:lnTo>
                    <a:pt x="328" y="641"/>
                  </a:lnTo>
                  <a:lnTo>
                    <a:pt x="326" y="639"/>
                  </a:lnTo>
                  <a:lnTo>
                    <a:pt x="324" y="637"/>
                  </a:lnTo>
                  <a:lnTo>
                    <a:pt x="323" y="634"/>
                  </a:lnTo>
                  <a:lnTo>
                    <a:pt x="322" y="631"/>
                  </a:lnTo>
                  <a:lnTo>
                    <a:pt x="322" y="628"/>
                  </a:lnTo>
                  <a:lnTo>
                    <a:pt x="323" y="625"/>
                  </a:lnTo>
                  <a:lnTo>
                    <a:pt x="325" y="622"/>
                  </a:lnTo>
                  <a:lnTo>
                    <a:pt x="325" y="620"/>
                  </a:lnTo>
                  <a:lnTo>
                    <a:pt x="323" y="617"/>
                  </a:lnTo>
                  <a:lnTo>
                    <a:pt x="320" y="615"/>
                  </a:lnTo>
                  <a:lnTo>
                    <a:pt x="319" y="612"/>
                  </a:lnTo>
                  <a:lnTo>
                    <a:pt x="321" y="610"/>
                  </a:lnTo>
                  <a:lnTo>
                    <a:pt x="323" y="607"/>
                  </a:lnTo>
                  <a:lnTo>
                    <a:pt x="324" y="605"/>
                  </a:lnTo>
                  <a:lnTo>
                    <a:pt x="323" y="602"/>
                  </a:lnTo>
                  <a:lnTo>
                    <a:pt x="321" y="598"/>
                  </a:lnTo>
                  <a:lnTo>
                    <a:pt x="320" y="595"/>
                  </a:lnTo>
                  <a:lnTo>
                    <a:pt x="322" y="593"/>
                  </a:lnTo>
                  <a:lnTo>
                    <a:pt x="326" y="592"/>
                  </a:lnTo>
                  <a:lnTo>
                    <a:pt x="329" y="592"/>
                  </a:lnTo>
                  <a:lnTo>
                    <a:pt x="332" y="591"/>
                  </a:lnTo>
                  <a:lnTo>
                    <a:pt x="334" y="590"/>
                  </a:lnTo>
                  <a:lnTo>
                    <a:pt x="337" y="590"/>
                  </a:lnTo>
                  <a:lnTo>
                    <a:pt x="339" y="590"/>
                  </a:lnTo>
                  <a:lnTo>
                    <a:pt x="342" y="590"/>
                  </a:lnTo>
                  <a:lnTo>
                    <a:pt x="344" y="587"/>
                  </a:lnTo>
                  <a:lnTo>
                    <a:pt x="346" y="583"/>
                  </a:lnTo>
                  <a:lnTo>
                    <a:pt x="350" y="581"/>
                  </a:lnTo>
                  <a:lnTo>
                    <a:pt x="353" y="581"/>
                  </a:lnTo>
                  <a:lnTo>
                    <a:pt x="356" y="584"/>
                  </a:lnTo>
                  <a:lnTo>
                    <a:pt x="359" y="587"/>
                  </a:lnTo>
                  <a:lnTo>
                    <a:pt x="361" y="588"/>
                  </a:lnTo>
                  <a:lnTo>
                    <a:pt x="365" y="589"/>
                  </a:lnTo>
                  <a:lnTo>
                    <a:pt x="369" y="589"/>
                  </a:lnTo>
                  <a:lnTo>
                    <a:pt x="371" y="591"/>
                  </a:lnTo>
                  <a:lnTo>
                    <a:pt x="373" y="594"/>
                  </a:lnTo>
                  <a:lnTo>
                    <a:pt x="374" y="597"/>
                  </a:lnTo>
                  <a:lnTo>
                    <a:pt x="376" y="599"/>
                  </a:lnTo>
                  <a:lnTo>
                    <a:pt x="378" y="601"/>
                  </a:lnTo>
                  <a:lnTo>
                    <a:pt x="380" y="603"/>
                  </a:lnTo>
                  <a:lnTo>
                    <a:pt x="382" y="605"/>
                  </a:lnTo>
                  <a:lnTo>
                    <a:pt x="384" y="607"/>
                  </a:lnTo>
                  <a:lnTo>
                    <a:pt x="386" y="609"/>
                  </a:lnTo>
                  <a:lnTo>
                    <a:pt x="389" y="612"/>
                  </a:lnTo>
                  <a:close/>
                </a:path>
              </a:pathLst>
            </a:custGeom>
            <a:solidFill>
              <a:srgbClr val="0F7AB7">
                <a:alpha val="32000"/>
              </a:srgbClr>
            </a:solidFill>
            <a:ln>
              <a:noFill/>
            </a:ln>
          </p:spPr>
          <p:txBody>
            <a:bodyPr anchor="ctr"/>
            <a:lstStyle/>
            <a:p>
              <a:pPr algn="ctr">
                <a:buNone/>
              </a:pPr>
            </a:p>
          </p:txBody>
        </p:sp>
        <p:sp>
          <p:nvSpPr>
            <p:cNvPr id="7124" name="addition:input:123">
              <a:extLst>
                <a:ext uri="{FF2B5EF4-FFF2-40B4-BE49-F238E27FC236}">
                  <ns2:creationId id="{0389E786-E42E-49D5-8C52-23AF16640A30}"/>
                </a:ext>
              </a:extLst>
            </p:cNvPr>
            <p:cNvSpPr>
              <a:spLocks noGrp="1"/>
            </p:cNvSpPr>
            <p:nvPr/>
          </p:nvSpPr>
          <p:spPr>
            <a:xfrm>
              <a:off x="209550" y="5438775"/>
              <a:ext cx="722559" cy="1165951"/>
            </a:xfrm>
            <a:custGeom>
              <a:rect l="l" t="t" r="r" b="b"/>
              <a:pathLst>
                <a:path w="439" h="622">
                  <a:moveTo>
                    <a:pt x="0" y="0"/>
                  </a:moveTo>
                  <a:moveTo>
                    <a:pt x="439" y="594"/>
                  </a:moveTo>
                  <a:lnTo>
                    <a:pt x="439" y="597"/>
                  </a:lnTo>
                  <a:lnTo>
                    <a:pt x="437" y="599"/>
                  </a:lnTo>
                  <a:lnTo>
                    <a:pt x="434" y="601"/>
                  </a:lnTo>
                  <a:lnTo>
                    <a:pt x="432" y="603"/>
                  </a:lnTo>
                  <a:lnTo>
                    <a:pt x="431" y="605"/>
                  </a:lnTo>
                  <a:lnTo>
                    <a:pt x="430" y="607"/>
                  </a:lnTo>
                  <a:lnTo>
                    <a:pt x="429" y="609"/>
                  </a:lnTo>
                  <a:lnTo>
                    <a:pt x="428" y="611"/>
                  </a:lnTo>
                  <a:lnTo>
                    <a:pt x="428" y="614"/>
                  </a:lnTo>
                  <a:lnTo>
                    <a:pt x="427" y="617"/>
                  </a:lnTo>
                  <a:lnTo>
                    <a:pt x="426" y="621"/>
                  </a:lnTo>
                  <a:lnTo>
                    <a:pt x="424" y="622"/>
                  </a:lnTo>
                  <a:lnTo>
                    <a:pt x="422" y="622"/>
                  </a:lnTo>
                  <a:lnTo>
                    <a:pt x="419" y="619"/>
                  </a:lnTo>
                  <a:lnTo>
                    <a:pt x="416" y="617"/>
                  </a:lnTo>
                  <a:lnTo>
                    <a:pt x="415" y="618"/>
                  </a:lnTo>
                  <a:lnTo>
                    <a:pt x="413" y="619"/>
                  </a:lnTo>
                  <a:lnTo>
                    <a:pt x="412" y="621"/>
                  </a:lnTo>
                  <a:lnTo>
                    <a:pt x="410" y="621"/>
                  </a:lnTo>
                  <a:lnTo>
                    <a:pt x="408" y="619"/>
                  </a:lnTo>
                  <a:lnTo>
                    <a:pt x="407" y="619"/>
                  </a:lnTo>
                  <a:lnTo>
                    <a:pt x="405" y="618"/>
                  </a:lnTo>
                  <a:lnTo>
                    <a:pt x="403" y="619"/>
                  </a:lnTo>
                  <a:lnTo>
                    <a:pt x="401" y="618"/>
                  </a:lnTo>
                  <a:lnTo>
                    <a:pt x="400" y="616"/>
                  </a:lnTo>
                  <a:lnTo>
                    <a:pt x="398" y="614"/>
                  </a:lnTo>
                  <a:lnTo>
                    <a:pt x="397" y="613"/>
                  </a:lnTo>
                  <a:lnTo>
                    <a:pt x="395" y="611"/>
                  </a:lnTo>
                  <a:lnTo>
                    <a:pt x="393" y="609"/>
                  </a:lnTo>
                  <a:lnTo>
                    <a:pt x="394" y="606"/>
                  </a:lnTo>
                  <a:lnTo>
                    <a:pt x="395" y="603"/>
                  </a:lnTo>
                  <a:lnTo>
                    <a:pt x="397" y="600"/>
                  </a:lnTo>
                  <a:lnTo>
                    <a:pt x="396" y="598"/>
                  </a:lnTo>
                  <a:lnTo>
                    <a:pt x="394" y="596"/>
                  </a:lnTo>
                  <a:lnTo>
                    <a:pt x="391" y="594"/>
                  </a:lnTo>
                  <a:lnTo>
                    <a:pt x="389" y="592"/>
                  </a:lnTo>
                  <a:lnTo>
                    <a:pt x="388" y="589"/>
                  </a:lnTo>
                  <a:lnTo>
                    <a:pt x="389" y="587"/>
                  </a:lnTo>
                  <a:lnTo>
                    <a:pt x="390" y="584"/>
                  </a:lnTo>
                  <a:lnTo>
                    <a:pt x="390" y="582"/>
                  </a:lnTo>
                  <a:lnTo>
                    <a:pt x="391" y="580"/>
                  </a:lnTo>
                  <a:lnTo>
                    <a:pt x="393" y="578"/>
                  </a:lnTo>
                  <a:lnTo>
                    <a:pt x="395" y="578"/>
                  </a:lnTo>
                  <a:lnTo>
                    <a:pt x="397" y="577"/>
                  </a:lnTo>
                  <a:lnTo>
                    <a:pt x="398" y="575"/>
                  </a:lnTo>
                  <a:lnTo>
                    <a:pt x="399" y="572"/>
                  </a:lnTo>
                  <a:lnTo>
                    <a:pt x="400" y="571"/>
                  </a:lnTo>
                  <a:lnTo>
                    <a:pt x="403" y="571"/>
                  </a:lnTo>
                  <a:lnTo>
                    <a:pt x="405" y="571"/>
                  </a:lnTo>
                  <a:lnTo>
                    <a:pt x="407" y="571"/>
                  </a:lnTo>
                  <a:lnTo>
                    <a:pt x="409" y="569"/>
                  </a:lnTo>
                  <a:lnTo>
                    <a:pt x="411" y="566"/>
                  </a:lnTo>
                  <a:lnTo>
                    <a:pt x="414" y="563"/>
                  </a:lnTo>
                  <a:lnTo>
                    <a:pt x="417" y="563"/>
                  </a:lnTo>
                  <a:lnTo>
                    <a:pt x="419" y="566"/>
                  </a:lnTo>
                  <a:lnTo>
                    <a:pt x="421" y="568"/>
                  </a:lnTo>
                  <a:lnTo>
                    <a:pt x="423" y="570"/>
                  </a:lnTo>
                  <a:lnTo>
                    <a:pt x="425" y="572"/>
                  </a:lnTo>
                  <a:lnTo>
                    <a:pt x="426" y="574"/>
                  </a:lnTo>
                  <a:lnTo>
                    <a:pt x="427" y="576"/>
                  </a:lnTo>
                  <a:lnTo>
                    <a:pt x="429" y="578"/>
                  </a:lnTo>
                  <a:lnTo>
                    <a:pt x="431" y="578"/>
                  </a:lnTo>
                  <a:lnTo>
                    <a:pt x="434" y="578"/>
                  </a:lnTo>
                  <a:lnTo>
                    <a:pt x="437" y="579"/>
                  </a:lnTo>
                  <a:lnTo>
                    <a:pt x="438" y="581"/>
                  </a:lnTo>
                  <a:lnTo>
                    <a:pt x="438" y="584"/>
                  </a:lnTo>
                  <a:lnTo>
                    <a:pt x="437" y="587"/>
                  </a:lnTo>
                  <a:lnTo>
                    <a:pt x="437" y="590"/>
                  </a:lnTo>
                  <a:lnTo>
                    <a:pt x="438" y="592"/>
                  </a:lnTo>
                  <a:close/>
                </a:path>
              </a:pathLst>
            </a:custGeom>
            <a:solidFill>
              <a:srgbClr val="59A3CD">
                <a:alpha val="24000"/>
              </a:srgbClr>
            </a:solidFill>
            <a:ln>
              <a:noFill/>
            </a:ln>
          </p:spPr>
          <p:txBody>
            <a:bodyPr anchor="ctr"/>
            <a:lstStyle/>
            <a:p>
              <a:pPr algn="ctr">
                <a:buNone/>
              </a:pPr>
            </a:p>
          </p:txBody>
        </p:sp>
        <p:sp>
          <p:nvSpPr>
            <p:cNvPr id="7125" name="addition:input:124">
              <a:extLst>
                <a:ext uri="{FF2B5EF4-FFF2-40B4-BE49-F238E27FC236}">
                  <ns2:creationId id="{44106A9E-B62F-40BB-A9F5-371DE1C128B9}"/>
                </a:ext>
              </a:extLst>
            </p:cNvPr>
            <p:cNvSpPr>
              <a:spLocks noGrp="1"/>
            </p:cNvSpPr>
            <p:nvPr/>
          </p:nvSpPr>
          <p:spPr>
            <a:xfrm>
              <a:off x="209550" y="5438775"/>
              <a:ext cx="683057" cy="1304666"/>
            </a:xfrm>
            <a:custGeom>
              <a:rect l="l" t="t" r="r" b="b"/>
              <a:pathLst>
                <a:path w="415" h="696">
                  <a:moveTo>
                    <a:pt x="0" y="0"/>
                  </a:moveTo>
                  <a:moveTo>
                    <a:pt x="412" y="663"/>
                  </a:moveTo>
                  <a:lnTo>
                    <a:pt x="409" y="666"/>
                  </a:lnTo>
                  <a:lnTo>
                    <a:pt x="407" y="668"/>
                  </a:lnTo>
                  <a:lnTo>
                    <a:pt x="407" y="670"/>
                  </a:lnTo>
                  <a:lnTo>
                    <a:pt x="407" y="673"/>
                  </a:lnTo>
                  <a:lnTo>
                    <a:pt x="406" y="676"/>
                  </a:lnTo>
                  <a:lnTo>
                    <a:pt x="404" y="678"/>
                  </a:lnTo>
                  <a:lnTo>
                    <a:pt x="401" y="679"/>
                  </a:lnTo>
                  <a:lnTo>
                    <a:pt x="399" y="681"/>
                  </a:lnTo>
                  <a:lnTo>
                    <a:pt x="398" y="683"/>
                  </a:lnTo>
                  <a:lnTo>
                    <a:pt x="397" y="686"/>
                  </a:lnTo>
                  <a:lnTo>
                    <a:pt x="395" y="688"/>
                  </a:lnTo>
                  <a:lnTo>
                    <a:pt x="393" y="690"/>
                  </a:lnTo>
                  <a:lnTo>
                    <a:pt x="391" y="692"/>
                  </a:lnTo>
                  <a:lnTo>
                    <a:pt x="388" y="694"/>
                  </a:lnTo>
                  <a:lnTo>
                    <a:pt x="386" y="696"/>
                  </a:lnTo>
                  <a:lnTo>
                    <a:pt x="383" y="696"/>
                  </a:lnTo>
                  <a:lnTo>
                    <a:pt x="381" y="693"/>
                  </a:lnTo>
                  <a:lnTo>
                    <a:pt x="378" y="690"/>
                  </a:lnTo>
                  <a:lnTo>
                    <a:pt x="377" y="687"/>
                  </a:lnTo>
                  <a:lnTo>
                    <a:pt x="375" y="687"/>
                  </a:lnTo>
                  <a:lnTo>
                    <a:pt x="373" y="689"/>
                  </a:lnTo>
                  <a:lnTo>
                    <a:pt x="370" y="691"/>
                  </a:lnTo>
                  <a:lnTo>
                    <a:pt x="368" y="691"/>
                  </a:lnTo>
                  <a:lnTo>
                    <a:pt x="366" y="689"/>
                  </a:lnTo>
                  <a:lnTo>
                    <a:pt x="364" y="687"/>
                  </a:lnTo>
                  <a:lnTo>
                    <a:pt x="363" y="686"/>
                  </a:lnTo>
                  <a:lnTo>
                    <a:pt x="361" y="684"/>
                  </a:lnTo>
                  <a:lnTo>
                    <a:pt x="360" y="682"/>
                  </a:lnTo>
                  <a:lnTo>
                    <a:pt x="360" y="679"/>
                  </a:lnTo>
                  <a:lnTo>
                    <a:pt x="360" y="676"/>
                  </a:lnTo>
                  <a:lnTo>
                    <a:pt x="359" y="673"/>
                  </a:lnTo>
                  <a:lnTo>
                    <a:pt x="358" y="671"/>
                  </a:lnTo>
                  <a:lnTo>
                    <a:pt x="357" y="668"/>
                  </a:lnTo>
                  <a:lnTo>
                    <a:pt x="357" y="666"/>
                  </a:lnTo>
                  <a:lnTo>
                    <a:pt x="359" y="663"/>
                  </a:lnTo>
                  <a:lnTo>
                    <a:pt x="361" y="661"/>
                  </a:lnTo>
                  <a:lnTo>
                    <a:pt x="360" y="658"/>
                  </a:lnTo>
                  <a:lnTo>
                    <a:pt x="358" y="655"/>
                  </a:lnTo>
                  <a:lnTo>
                    <a:pt x="355" y="652"/>
                  </a:lnTo>
                  <a:lnTo>
                    <a:pt x="354" y="648"/>
                  </a:lnTo>
                  <a:lnTo>
                    <a:pt x="355" y="646"/>
                  </a:lnTo>
                  <a:lnTo>
                    <a:pt x="358" y="644"/>
                  </a:lnTo>
                  <a:lnTo>
                    <a:pt x="360" y="643"/>
                  </a:lnTo>
                  <a:lnTo>
                    <a:pt x="362" y="642"/>
                  </a:lnTo>
                  <a:lnTo>
                    <a:pt x="364" y="641"/>
                  </a:lnTo>
                  <a:lnTo>
                    <a:pt x="366" y="640"/>
                  </a:lnTo>
                  <a:lnTo>
                    <a:pt x="369" y="640"/>
                  </a:lnTo>
                  <a:lnTo>
                    <a:pt x="370" y="639"/>
                  </a:lnTo>
                  <a:lnTo>
                    <a:pt x="372" y="637"/>
                  </a:lnTo>
                  <a:lnTo>
                    <a:pt x="373" y="634"/>
                  </a:lnTo>
                  <a:lnTo>
                    <a:pt x="375" y="632"/>
                  </a:lnTo>
                  <a:lnTo>
                    <a:pt x="378" y="632"/>
                  </a:lnTo>
                  <a:lnTo>
                    <a:pt x="381" y="633"/>
                  </a:lnTo>
                  <a:lnTo>
                    <a:pt x="383" y="635"/>
                  </a:lnTo>
                  <a:lnTo>
                    <a:pt x="386" y="634"/>
                  </a:lnTo>
                  <a:lnTo>
                    <a:pt x="389" y="633"/>
                  </a:lnTo>
                  <a:lnTo>
                    <a:pt x="393" y="632"/>
                  </a:lnTo>
                  <a:lnTo>
                    <a:pt x="395" y="634"/>
                  </a:lnTo>
                  <a:lnTo>
                    <a:pt x="397" y="638"/>
                  </a:lnTo>
                  <a:lnTo>
                    <a:pt x="397" y="641"/>
                  </a:lnTo>
                  <a:lnTo>
                    <a:pt x="399" y="644"/>
                  </a:lnTo>
                  <a:lnTo>
                    <a:pt x="401" y="646"/>
                  </a:lnTo>
                  <a:lnTo>
                    <a:pt x="402" y="647"/>
                  </a:lnTo>
                  <a:lnTo>
                    <a:pt x="404" y="649"/>
                  </a:lnTo>
                  <a:lnTo>
                    <a:pt x="406" y="651"/>
                  </a:lnTo>
                  <a:lnTo>
                    <a:pt x="408" y="653"/>
                  </a:lnTo>
                  <a:lnTo>
                    <a:pt x="412" y="654"/>
                  </a:lnTo>
                  <a:lnTo>
                    <a:pt x="414" y="657"/>
                  </a:lnTo>
                  <a:lnTo>
                    <a:pt x="415" y="660"/>
                  </a:lnTo>
                  <a:close/>
                </a:path>
              </a:pathLst>
            </a:custGeom>
            <a:solidFill>
              <a:srgbClr val="59A3CD">
                <a:alpha val="24000"/>
              </a:srgbClr>
            </a:solidFill>
            <a:ln>
              <a:noFill/>
            </a:ln>
          </p:spPr>
          <p:txBody>
            <a:bodyPr anchor="ctr"/>
            <a:lstStyle/>
            <a:p>
              <a:pPr algn="ctr">
                <a:buNone/>
              </a:pPr>
            </a:p>
          </p:txBody>
        </p:sp>
        <p:sp>
          <p:nvSpPr>
            <p:cNvPr id="7126" name="addition:input:125">
              <a:extLst>
                <a:ext uri="{FF2B5EF4-FFF2-40B4-BE49-F238E27FC236}">
                  <ns2:creationId id="{A5BB93AE-1CBD-41BA-9035-2B50E0E9D503}"/>
                </a:ext>
              </a:extLst>
            </p:cNvPr>
            <p:cNvSpPr>
              <a:spLocks noGrp="1"/>
            </p:cNvSpPr>
            <p:nvPr/>
          </p:nvSpPr>
          <p:spPr>
            <a:xfrm>
              <a:off x="209550" y="5438775"/>
              <a:ext cx="536570" cy="1338407"/>
            </a:xfrm>
            <a:custGeom>
              <a:rect l="l" t="t" r="r" b="b"/>
              <a:pathLst>
                <a:path w="326" h="714">
                  <a:moveTo>
                    <a:pt x="0" y="0"/>
                  </a:moveTo>
                  <a:moveTo>
                    <a:pt x="320" y="680"/>
                  </a:moveTo>
                  <a:lnTo>
                    <a:pt x="323" y="683"/>
                  </a:lnTo>
                  <a:lnTo>
                    <a:pt x="324" y="686"/>
                  </a:lnTo>
                  <a:lnTo>
                    <a:pt x="325" y="689"/>
                  </a:lnTo>
                  <a:lnTo>
                    <a:pt x="324" y="691"/>
                  </a:lnTo>
                  <a:lnTo>
                    <a:pt x="324" y="694"/>
                  </a:lnTo>
                  <a:lnTo>
                    <a:pt x="323" y="697"/>
                  </a:lnTo>
                  <a:lnTo>
                    <a:pt x="323" y="699"/>
                  </a:lnTo>
                  <a:lnTo>
                    <a:pt x="321" y="701"/>
                  </a:lnTo>
                  <a:lnTo>
                    <a:pt x="319" y="702"/>
                  </a:lnTo>
                  <a:lnTo>
                    <a:pt x="317" y="703"/>
                  </a:lnTo>
                  <a:lnTo>
                    <a:pt x="316" y="705"/>
                  </a:lnTo>
                  <a:lnTo>
                    <a:pt x="314" y="707"/>
                  </a:lnTo>
                  <a:lnTo>
                    <a:pt x="313" y="709"/>
                  </a:lnTo>
                  <a:lnTo>
                    <a:pt x="311" y="708"/>
                  </a:lnTo>
                  <a:lnTo>
                    <a:pt x="308" y="706"/>
                  </a:lnTo>
                  <a:lnTo>
                    <a:pt x="306" y="705"/>
                  </a:lnTo>
                  <a:lnTo>
                    <a:pt x="305" y="707"/>
                  </a:lnTo>
                  <a:lnTo>
                    <a:pt x="302" y="710"/>
                  </a:lnTo>
                  <a:lnTo>
                    <a:pt x="300" y="713"/>
                  </a:lnTo>
                  <a:lnTo>
                    <a:pt x="297" y="714"/>
                  </a:lnTo>
                  <a:lnTo>
                    <a:pt x="295" y="713"/>
                  </a:lnTo>
                  <a:lnTo>
                    <a:pt x="292" y="710"/>
                  </a:lnTo>
                  <a:lnTo>
                    <a:pt x="290" y="708"/>
                  </a:lnTo>
                  <a:lnTo>
                    <a:pt x="289" y="706"/>
                  </a:lnTo>
                  <a:lnTo>
                    <a:pt x="287" y="703"/>
                  </a:lnTo>
                  <a:lnTo>
                    <a:pt x="286" y="700"/>
                  </a:lnTo>
                  <a:lnTo>
                    <a:pt x="285" y="697"/>
                  </a:lnTo>
                  <a:lnTo>
                    <a:pt x="284" y="696"/>
                  </a:lnTo>
                  <a:lnTo>
                    <a:pt x="281" y="695"/>
                  </a:lnTo>
                  <a:lnTo>
                    <a:pt x="277" y="694"/>
                  </a:lnTo>
                  <a:lnTo>
                    <a:pt x="275" y="692"/>
                  </a:lnTo>
                  <a:lnTo>
                    <a:pt x="275" y="689"/>
                  </a:lnTo>
                  <a:lnTo>
                    <a:pt x="276" y="686"/>
                  </a:lnTo>
                  <a:lnTo>
                    <a:pt x="276" y="683"/>
                  </a:lnTo>
                  <a:lnTo>
                    <a:pt x="274" y="680"/>
                  </a:lnTo>
                  <a:lnTo>
                    <a:pt x="273" y="678"/>
                  </a:lnTo>
                  <a:lnTo>
                    <a:pt x="272" y="674"/>
                  </a:lnTo>
                  <a:lnTo>
                    <a:pt x="274" y="672"/>
                  </a:lnTo>
                  <a:lnTo>
                    <a:pt x="277" y="670"/>
                  </a:lnTo>
                  <a:lnTo>
                    <a:pt x="279" y="668"/>
                  </a:lnTo>
                  <a:lnTo>
                    <a:pt x="281" y="666"/>
                  </a:lnTo>
                  <a:lnTo>
                    <a:pt x="283" y="665"/>
                  </a:lnTo>
                  <a:lnTo>
                    <a:pt x="285" y="663"/>
                  </a:lnTo>
                  <a:lnTo>
                    <a:pt x="286" y="661"/>
                  </a:lnTo>
                  <a:lnTo>
                    <a:pt x="288" y="659"/>
                  </a:lnTo>
                  <a:lnTo>
                    <a:pt x="289" y="655"/>
                  </a:lnTo>
                  <a:lnTo>
                    <a:pt x="289" y="651"/>
                  </a:lnTo>
                  <a:lnTo>
                    <a:pt x="291" y="648"/>
                  </a:lnTo>
                  <a:lnTo>
                    <a:pt x="294" y="648"/>
                  </a:lnTo>
                  <a:lnTo>
                    <a:pt x="298" y="650"/>
                  </a:lnTo>
                  <a:lnTo>
                    <a:pt x="300" y="652"/>
                  </a:lnTo>
                  <a:lnTo>
                    <a:pt x="303" y="653"/>
                  </a:lnTo>
                  <a:lnTo>
                    <a:pt x="305" y="652"/>
                  </a:lnTo>
                  <a:lnTo>
                    <a:pt x="307" y="651"/>
                  </a:lnTo>
                  <a:lnTo>
                    <a:pt x="309" y="652"/>
                  </a:lnTo>
                  <a:lnTo>
                    <a:pt x="311" y="653"/>
                  </a:lnTo>
                  <a:lnTo>
                    <a:pt x="312" y="655"/>
                  </a:lnTo>
                  <a:lnTo>
                    <a:pt x="314" y="656"/>
                  </a:lnTo>
                  <a:lnTo>
                    <a:pt x="316" y="656"/>
                  </a:lnTo>
                  <a:lnTo>
                    <a:pt x="318" y="657"/>
                  </a:lnTo>
                  <a:lnTo>
                    <a:pt x="319" y="659"/>
                  </a:lnTo>
                  <a:lnTo>
                    <a:pt x="320" y="660"/>
                  </a:lnTo>
                  <a:lnTo>
                    <a:pt x="322" y="662"/>
                  </a:lnTo>
                  <a:lnTo>
                    <a:pt x="324" y="663"/>
                  </a:lnTo>
                  <a:lnTo>
                    <a:pt x="326" y="665"/>
                  </a:lnTo>
                  <a:lnTo>
                    <a:pt x="326" y="669"/>
                  </a:lnTo>
                  <a:lnTo>
                    <a:pt x="324" y="672"/>
                  </a:lnTo>
                  <a:lnTo>
                    <a:pt x="321" y="676"/>
                  </a:lnTo>
                  <a:lnTo>
                    <a:pt x="320" y="678"/>
                  </a:lnTo>
                  <a:close/>
                </a:path>
              </a:pathLst>
            </a:custGeom>
            <a:solidFill>
              <a:srgbClr val="59A3CD">
                <a:alpha val="24000"/>
              </a:srgbClr>
            </a:solidFill>
            <a:ln>
              <a:noFill/>
            </a:ln>
          </p:spPr>
          <p:txBody>
            <a:bodyPr anchor="ctr"/>
            <a:lstStyle/>
            <a:p>
              <a:pPr algn="ctr">
                <a:buNone/>
              </a:pPr>
            </a:p>
          </p:txBody>
        </p:sp>
        <p:sp>
          <p:nvSpPr>
            <p:cNvPr id="7127" name="addition:input:126">
              <a:extLst>
                <a:ext uri="{FF2B5EF4-FFF2-40B4-BE49-F238E27FC236}">
                  <ns2:creationId id="{28036868-D9E0-44CB-AFB9-58EFAB5AE534}"/>
                </a:ext>
              </a:extLst>
            </p:cNvPr>
            <p:cNvSpPr>
              <a:spLocks noGrp="1"/>
            </p:cNvSpPr>
            <p:nvPr/>
          </p:nvSpPr>
          <p:spPr>
            <a:xfrm>
              <a:off x="209550" y="5438775"/>
              <a:ext cx="429585" cy="1270925"/>
            </a:xfrm>
            <a:custGeom>
              <a:rect l="l" t="t" r="r" b="b"/>
              <a:pathLst>
                <a:path w="261" h="678">
                  <a:moveTo>
                    <a:pt x="0" y="0"/>
                  </a:moveTo>
                  <a:moveTo>
                    <a:pt x="254" y="646"/>
                  </a:moveTo>
                  <a:lnTo>
                    <a:pt x="252" y="648"/>
                  </a:lnTo>
                  <a:lnTo>
                    <a:pt x="253" y="650"/>
                  </a:lnTo>
                  <a:lnTo>
                    <a:pt x="255" y="653"/>
                  </a:lnTo>
                  <a:lnTo>
                    <a:pt x="257" y="657"/>
                  </a:lnTo>
                  <a:lnTo>
                    <a:pt x="257" y="660"/>
                  </a:lnTo>
                  <a:lnTo>
                    <a:pt x="255" y="662"/>
                  </a:lnTo>
                  <a:lnTo>
                    <a:pt x="253" y="664"/>
                  </a:lnTo>
                  <a:lnTo>
                    <a:pt x="251" y="666"/>
                  </a:lnTo>
                  <a:lnTo>
                    <a:pt x="250" y="668"/>
                  </a:lnTo>
                  <a:lnTo>
                    <a:pt x="249" y="670"/>
                  </a:lnTo>
                  <a:lnTo>
                    <a:pt x="247" y="672"/>
                  </a:lnTo>
                  <a:lnTo>
                    <a:pt x="244" y="672"/>
                  </a:lnTo>
                  <a:lnTo>
                    <a:pt x="242" y="672"/>
                  </a:lnTo>
                  <a:lnTo>
                    <a:pt x="240" y="674"/>
                  </a:lnTo>
                  <a:lnTo>
                    <a:pt x="238" y="674"/>
                  </a:lnTo>
                  <a:lnTo>
                    <a:pt x="236" y="674"/>
                  </a:lnTo>
                  <a:lnTo>
                    <a:pt x="234" y="672"/>
                  </a:lnTo>
                  <a:lnTo>
                    <a:pt x="232" y="671"/>
                  </a:lnTo>
                  <a:lnTo>
                    <a:pt x="229" y="672"/>
                  </a:lnTo>
                  <a:lnTo>
                    <a:pt x="227" y="675"/>
                  </a:lnTo>
                  <a:lnTo>
                    <a:pt x="223" y="678"/>
                  </a:lnTo>
                  <a:lnTo>
                    <a:pt x="220" y="678"/>
                  </a:lnTo>
                  <a:lnTo>
                    <a:pt x="217" y="676"/>
                  </a:lnTo>
                  <a:lnTo>
                    <a:pt x="216" y="672"/>
                  </a:lnTo>
                  <a:lnTo>
                    <a:pt x="215" y="669"/>
                  </a:lnTo>
                  <a:lnTo>
                    <a:pt x="214" y="666"/>
                  </a:lnTo>
                  <a:lnTo>
                    <a:pt x="212" y="664"/>
                  </a:lnTo>
                  <a:lnTo>
                    <a:pt x="210" y="662"/>
                  </a:lnTo>
                  <a:lnTo>
                    <a:pt x="209" y="660"/>
                  </a:lnTo>
                  <a:lnTo>
                    <a:pt x="208" y="657"/>
                  </a:lnTo>
                  <a:lnTo>
                    <a:pt x="205" y="656"/>
                  </a:lnTo>
                  <a:lnTo>
                    <a:pt x="202" y="654"/>
                  </a:lnTo>
                  <a:lnTo>
                    <a:pt x="200" y="651"/>
                  </a:lnTo>
                  <a:lnTo>
                    <a:pt x="200" y="649"/>
                  </a:lnTo>
                  <a:lnTo>
                    <a:pt x="201" y="646"/>
                  </a:lnTo>
                  <a:lnTo>
                    <a:pt x="201" y="643"/>
                  </a:lnTo>
                  <a:lnTo>
                    <a:pt x="200" y="641"/>
                  </a:lnTo>
                  <a:lnTo>
                    <a:pt x="198" y="637"/>
                  </a:lnTo>
                  <a:lnTo>
                    <a:pt x="198" y="634"/>
                  </a:lnTo>
                  <a:lnTo>
                    <a:pt x="200" y="632"/>
                  </a:lnTo>
                  <a:lnTo>
                    <a:pt x="204" y="631"/>
                  </a:lnTo>
                  <a:lnTo>
                    <a:pt x="208" y="630"/>
                  </a:lnTo>
                  <a:lnTo>
                    <a:pt x="210" y="629"/>
                  </a:lnTo>
                  <a:lnTo>
                    <a:pt x="212" y="627"/>
                  </a:lnTo>
                  <a:lnTo>
                    <a:pt x="213" y="625"/>
                  </a:lnTo>
                  <a:lnTo>
                    <a:pt x="215" y="623"/>
                  </a:lnTo>
                  <a:lnTo>
                    <a:pt x="217" y="621"/>
                  </a:lnTo>
                  <a:lnTo>
                    <a:pt x="219" y="618"/>
                  </a:lnTo>
                  <a:lnTo>
                    <a:pt x="221" y="615"/>
                  </a:lnTo>
                  <a:lnTo>
                    <a:pt x="224" y="613"/>
                  </a:lnTo>
                  <a:lnTo>
                    <a:pt x="228" y="613"/>
                  </a:lnTo>
                  <a:lnTo>
                    <a:pt x="231" y="615"/>
                  </a:lnTo>
                  <a:lnTo>
                    <a:pt x="234" y="618"/>
                  </a:lnTo>
                  <a:lnTo>
                    <a:pt x="236" y="619"/>
                  </a:lnTo>
                  <a:lnTo>
                    <a:pt x="239" y="619"/>
                  </a:lnTo>
                  <a:lnTo>
                    <a:pt x="242" y="618"/>
                  </a:lnTo>
                  <a:lnTo>
                    <a:pt x="245" y="618"/>
                  </a:lnTo>
                  <a:lnTo>
                    <a:pt x="247" y="621"/>
                  </a:lnTo>
                  <a:lnTo>
                    <a:pt x="248" y="623"/>
                  </a:lnTo>
                  <a:lnTo>
                    <a:pt x="249" y="625"/>
                  </a:lnTo>
                  <a:lnTo>
                    <a:pt x="251" y="626"/>
                  </a:lnTo>
                  <a:lnTo>
                    <a:pt x="254" y="626"/>
                  </a:lnTo>
                  <a:lnTo>
                    <a:pt x="257" y="628"/>
                  </a:lnTo>
                  <a:lnTo>
                    <a:pt x="258" y="630"/>
                  </a:lnTo>
                  <a:lnTo>
                    <a:pt x="259" y="632"/>
                  </a:lnTo>
                  <a:lnTo>
                    <a:pt x="261" y="635"/>
                  </a:lnTo>
                  <a:lnTo>
                    <a:pt x="261" y="637"/>
                  </a:lnTo>
                  <a:lnTo>
                    <a:pt x="261" y="640"/>
                  </a:lnTo>
                  <a:lnTo>
                    <a:pt x="258" y="643"/>
                  </a:lnTo>
                  <a:close/>
                </a:path>
              </a:pathLst>
            </a:custGeom>
            <a:solidFill>
              <a:srgbClr val="59A3CD">
                <a:alpha val="24000"/>
              </a:srgbClr>
            </a:solidFill>
            <a:ln>
              <a:noFill/>
            </a:ln>
          </p:spPr>
          <p:txBody>
            <a:bodyPr anchor="ctr"/>
            <a:lstStyle/>
            <a:p>
              <a:pPr algn="ctr">
                <a:buNone/>
              </a:pPr>
            </a:p>
          </p:txBody>
        </p:sp>
        <p:sp>
          <p:nvSpPr>
            <p:cNvPr id="7128" name="addition:input:127">
              <a:extLst>
                <a:ext uri="{FF2B5EF4-FFF2-40B4-BE49-F238E27FC236}">
                  <ns2:creationId id="{D03AA227-A350-4248-9AAA-CCB30B423F89}"/>
                </a:ext>
              </a:extLst>
            </p:cNvPr>
            <p:cNvSpPr>
              <a:spLocks noGrp="1"/>
            </p:cNvSpPr>
            <p:nvPr/>
          </p:nvSpPr>
          <p:spPr>
            <a:xfrm>
              <a:off x="209550" y="5438775"/>
              <a:ext cx="376916" cy="1132210"/>
            </a:xfrm>
            <a:custGeom>
              <a:rect l="l" t="t" r="r" b="b"/>
              <a:pathLst>
                <a:path w="229" h="604">
                  <a:moveTo>
                    <a:pt x="0" y="0"/>
                  </a:moveTo>
                  <a:moveTo>
                    <a:pt x="227" y="575"/>
                  </a:moveTo>
                  <a:lnTo>
                    <a:pt x="225" y="577"/>
                  </a:lnTo>
                  <a:lnTo>
                    <a:pt x="224" y="579"/>
                  </a:lnTo>
                  <a:lnTo>
                    <a:pt x="225" y="581"/>
                  </a:lnTo>
                  <a:lnTo>
                    <a:pt x="227" y="585"/>
                  </a:lnTo>
                  <a:lnTo>
                    <a:pt x="229" y="588"/>
                  </a:lnTo>
                  <a:lnTo>
                    <a:pt x="229" y="591"/>
                  </a:lnTo>
                  <a:lnTo>
                    <a:pt x="227" y="593"/>
                  </a:lnTo>
                  <a:lnTo>
                    <a:pt x="224" y="594"/>
                  </a:lnTo>
                  <a:lnTo>
                    <a:pt x="222" y="594"/>
                  </a:lnTo>
                  <a:lnTo>
                    <a:pt x="220" y="595"/>
                  </a:lnTo>
                  <a:lnTo>
                    <a:pt x="218" y="596"/>
                  </a:lnTo>
                  <a:lnTo>
                    <a:pt x="216" y="596"/>
                  </a:lnTo>
                  <a:lnTo>
                    <a:pt x="215" y="597"/>
                  </a:lnTo>
                  <a:lnTo>
                    <a:pt x="213" y="598"/>
                  </a:lnTo>
                  <a:lnTo>
                    <a:pt x="211" y="600"/>
                  </a:lnTo>
                  <a:lnTo>
                    <a:pt x="210" y="603"/>
                  </a:lnTo>
                  <a:lnTo>
                    <a:pt x="207" y="604"/>
                  </a:lnTo>
                  <a:lnTo>
                    <a:pt x="205" y="603"/>
                  </a:lnTo>
                  <a:lnTo>
                    <a:pt x="202" y="602"/>
                  </a:lnTo>
                  <a:lnTo>
                    <a:pt x="200" y="600"/>
                  </a:lnTo>
                  <a:lnTo>
                    <a:pt x="197" y="601"/>
                  </a:lnTo>
                  <a:lnTo>
                    <a:pt x="194" y="602"/>
                  </a:lnTo>
                  <a:lnTo>
                    <a:pt x="191" y="601"/>
                  </a:lnTo>
                  <a:lnTo>
                    <a:pt x="189" y="599"/>
                  </a:lnTo>
                  <a:lnTo>
                    <a:pt x="188" y="595"/>
                  </a:lnTo>
                  <a:lnTo>
                    <a:pt x="188" y="592"/>
                  </a:lnTo>
                  <a:lnTo>
                    <a:pt x="186" y="590"/>
                  </a:lnTo>
                  <a:lnTo>
                    <a:pt x="184" y="589"/>
                  </a:lnTo>
                  <a:lnTo>
                    <a:pt x="182" y="588"/>
                  </a:lnTo>
                  <a:lnTo>
                    <a:pt x="181" y="586"/>
                  </a:lnTo>
                  <a:lnTo>
                    <a:pt x="179" y="584"/>
                  </a:lnTo>
                  <a:lnTo>
                    <a:pt x="176" y="583"/>
                  </a:lnTo>
                  <a:lnTo>
                    <a:pt x="174" y="580"/>
                  </a:lnTo>
                  <a:lnTo>
                    <a:pt x="172" y="578"/>
                  </a:lnTo>
                  <a:lnTo>
                    <a:pt x="173" y="575"/>
                  </a:lnTo>
                  <a:lnTo>
                    <a:pt x="176" y="573"/>
                  </a:lnTo>
                  <a:lnTo>
                    <a:pt x="179" y="571"/>
                  </a:lnTo>
                  <a:lnTo>
                    <a:pt x="181" y="569"/>
                  </a:lnTo>
                  <a:lnTo>
                    <a:pt x="181" y="566"/>
                  </a:lnTo>
                  <a:lnTo>
                    <a:pt x="181" y="564"/>
                  </a:lnTo>
                  <a:lnTo>
                    <a:pt x="182" y="561"/>
                  </a:lnTo>
                  <a:lnTo>
                    <a:pt x="184" y="560"/>
                  </a:lnTo>
                  <a:lnTo>
                    <a:pt x="187" y="559"/>
                  </a:lnTo>
                  <a:lnTo>
                    <a:pt x="188" y="557"/>
                  </a:lnTo>
                  <a:lnTo>
                    <a:pt x="190" y="555"/>
                  </a:lnTo>
                  <a:lnTo>
                    <a:pt x="191" y="552"/>
                  </a:lnTo>
                  <a:lnTo>
                    <a:pt x="193" y="550"/>
                  </a:lnTo>
                  <a:lnTo>
                    <a:pt x="195" y="549"/>
                  </a:lnTo>
                  <a:lnTo>
                    <a:pt x="198" y="548"/>
                  </a:lnTo>
                  <a:lnTo>
                    <a:pt x="200" y="547"/>
                  </a:lnTo>
                  <a:lnTo>
                    <a:pt x="202" y="546"/>
                  </a:lnTo>
                  <a:lnTo>
                    <a:pt x="205" y="547"/>
                  </a:lnTo>
                  <a:lnTo>
                    <a:pt x="207" y="549"/>
                  </a:lnTo>
                  <a:lnTo>
                    <a:pt x="208" y="553"/>
                  </a:lnTo>
                  <a:lnTo>
                    <a:pt x="210" y="554"/>
                  </a:lnTo>
                  <a:lnTo>
                    <a:pt x="212" y="554"/>
                  </a:lnTo>
                  <a:lnTo>
                    <a:pt x="214" y="551"/>
                  </a:lnTo>
                  <a:lnTo>
                    <a:pt x="217" y="550"/>
                  </a:lnTo>
                  <a:lnTo>
                    <a:pt x="219" y="551"/>
                  </a:lnTo>
                  <a:lnTo>
                    <a:pt x="221" y="553"/>
                  </a:lnTo>
                  <a:lnTo>
                    <a:pt x="222" y="555"/>
                  </a:lnTo>
                  <a:lnTo>
                    <a:pt x="223" y="557"/>
                  </a:lnTo>
                  <a:lnTo>
                    <a:pt x="224" y="558"/>
                  </a:lnTo>
                  <a:lnTo>
                    <a:pt x="225" y="561"/>
                  </a:lnTo>
                  <a:lnTo>
                    <a:pt x="225" y="563"/>
                  </a:lnTo>
                  <a:lnTo>
                    <a:pt x="225" y="566"/>
                  </a:lnTo>
                  <a:lnTo>
                    <a:pt x="225" y="568"/>
                  </a:lnTo>
                  <a:lnTo>
                    <a:pt x="226" y="570"/>
                  </a:lnTo>
                  <a:lnTo>
                    <a:pt x="227" y="573"/>
                  </a:lnTo>
                  <a:close/>
                </a:path>
              </a:pathLst>
            </a:custGeom>
            <a:solidFill>
              <a:srgbClr val="59A3CD">
                <a:alpha val="24000"/>
              </a:srgbClr>
            </a:solidFill>
            <a:ln>
              <a:noFill/>
            </a:ln>
          </p:spPr>
          <p:txBody>
            <a:bodyPr anchor="ctr"/>
            <a:lstStyle/>
            <a:p>
              <a:pPr algn="ctr">
                <a:buNone/>
              </a:pPr>
            </a:p>
          </p:txBody>
        </p:sp>
        <p:sp>
          <p:nvSpPr>
            <p:cNvPr id="7129" name="addition:input:128">
              <a:extLst>
                <a:ext uri="{FF2B5EF4-FFF2-40B4-BE49-F238E27FC236}">
                  <ns2:creationId id="{909C380D-568D-486A-9206-C8CB325D5185}"/>
                </a:ext>
              </a:extLst>
            </p:cNvPr>
            <p:cNvSpPr>
              <a:spLocks noGrp="1"/>
            </p:cNvSpPr>
            <p:nvPr/>
          </p:nvSpPr>
          <p:spPr>
            <a:xfrm>
              <a:off x="209550" y="5438775"/>
              <a:ext cx="462504" cy="1021613"/>
            </a:xfrm>
            <a:custGeom>
              <a:rect l="l" t="t" r="r" b="b"/>
              <a:pathLst>
                <a:path w="281" h="545">
                  <a:moveTo>
                    <a:pt x="0" y="0"/>
                  </a:moveTo>
                  <a:moveTo>
                    <a:pt x="275" y="515"/>
                  </a:moveTo>
                  <a:lnTo>
                    <a:pt x="276" y="517"/>
                  </a:lnTo>
                  <a:lnTo>
                    <a:pt x="278" y="520"/>
                  </a:lnTo>
                  <a:lnTo>
                    <a:pt x="280" y="523"/>
                  </a:lnTo>
                  <a:lnTo>
                    <a:pt x="281" y="526"/>
                  </a:lnTo>
                  <a:lnTo>
                    <a:pt x="279" y="528"/>
                  </a:lnTo>
                  <a:lnTo>
                    <a:pt x="277" y="530"/>
                  </a:lnTo>
                  <a:lnTo>
                    <a:pt x="275" y="531"/>
                  </a:lnTo>
                  <a:lnTo>
                    <a:pt x="273" y="533"/>
                  </a:lnTo>
                  <a:lnTo>
                    <a:pt x="271" y="534"/>
                  </a:lnTo>
                  <a:lnTo>
                    <a:pt x="268" y="534"/>
                  </a:lnTo>
                  <a:lnTo>
                    <a:pt x="265" y="534"/>
                  </a:lnTo>
                  <a:lnTo>
                    <a:pt x="263" y="535"/>
                  </a:lnTo>
                  <a:lnTo>
                    <a:pt x="262" y="538"/>
                  </a:lnTo>
                  <a:lnTo>
                    <a:pt x="261" y="542"/>
                  </a:lnTo>
                  <a:lnTo>
                    <a:pt x="258" y="545"/>
                  </a:lnTo>
                  <a:lnTo>
                    <a:pt x="255" y="545"/>
                  </a:lnTo>
                  <a:lnTo>
                    <a:pt x="252" y="543"/>
                  </a:lnTo>
                  <a:lnTo>
                    <a:pt x="249" y="542"/>
                  </a:lnTo>
                  <a:lnTo>
                    <a:pt x="246" y="541"/>
                  </a:lnTo>
                  <a:lnTo>
                    <a:pt x="243" y="542"/>
                  </a:lnTo>
                  <a:lnTo>
                    <a:pt x="240" y="542"/>
                  </a:lnTo>
                  <a:lnTo>
                    <a:pt x="237" y="540"/>
                  </a:lnTo>
                  <a:lnTo>
                    <a:pt x="235" y="538"/>
                  </a:lnTo>
                  <a:lnTo>
                    <a:pt x="233" y="536"/>
                  </a:lnTo>
                  <a:lnTo>
                    <a:pt x="231" y="535"/>
                  </a:lnTo>
                  <a:lnTo>
                    <a:pt x="229" y="533"/>
                  </a:lnTo>
                  <a:lnTo>
                    <a:pt x="227" y="532"/>
                  </a:lnTo>
                  <a:lnTo>
                    <a:pt x="226" y="530"/>
                  </a:lnTo>
                  <a:lnTo>
                    <a:pt x="225" y="528"/>
                  </a:lnTo>
                  <a:lnTo>
                    <a:pt x="222" y="527"/>
                  </a:lnTo>
                  <a:lnTo>
                    <a:pt x="219" y="525"/>
                  </a:lnTo>
                  <a:lnTo>
                    <a:pt x="216" y="523"/>
                  </a:lnTo>
                  <a:lnTo>
                    <a:pt x="216" y="521"/>
                  </a:lnTo>
                  <a:lnTo>
                    <a:pt x="218" y="518"/>
                  </a:lnTo>
                  <a:lnTo>
                    <a:pt x="222" y="515"/>
                  </a:lnTo>
                  <a:lnTo>
                    <a:pt x="225" y="513"/>
                  </a:lnTo>
                  <a:lnTo>
                    <a:pt x="225" y="511"/>
                  </a:lnTo>
                  <a:lnTo>
                    <a:pt x="225" y="508"/>
                  </a:lnTo>
                  <a:lnTo>
                    <a:pt x="226" y="506"/>
                  </a:lnTo>
                  <a:lnTo>
                    <a:pt x="227" y="504"/>
                  </a:lnTo>
                  <a:lnTo>
                    <a:pt x="228" y="502"/>
                  </a:lnTo>
                  <a:lnTo>
                    <a:pt x="229" y="499"/>
                  </a:lnTo>
                  <a:lnTo>
                    <a:pt x="229" y="496"/>
                  </a:lnTo>
                  <a:lnTo>
                    <a:pt x="231" y="494"/>
                  </a:lnTo>
                  <a:lnTo>
                    <a:pt x="233" y="493"/>
                  </a:lnTo>
                  <a:lnTo>
                    <a:pt x="236" y="492"/>
                  </a:lnTo>
                  <a:lnTo>
                    <a:pt x="238" y="491"/>
                  </a:lnTo>
                  <a:lnTo>
                    <a:pt x="240" y="489"/>
                  </a:lnTo>
                  <a:lnTo>
                    <a:pt x="242" y="487"/>
                  </a:lnTo>
                  <a:lnTo>
                    <a:pt x="244" y="486"/>
                  </a:lnTo>
                  <a:lnTo>
                    <a:pt x="247" y="488"/>
                  </a:lnTo>
                  <a:lnTo>
                    <a:pt x="249" y="491"/>
                  </a:lnTo>
                  <a:lnTo>
                    <a:pt x="251" y="493"/>
                  </a:lnTo>
                  <a:lnTo>
                    <a:pt x="253" y="493"/>
                  </a:lnTo>
                  <a:lnTo>
                    <a:pt x="255" y="491"/>
                  </a:lnTo>
                  <a:lnTo>
                    <a:pt x="258" y="489"/>
                  </a:lnTo>
                  <a:lnTo>
                    <a:pt x="260" y="489"/>
                  </a:lnTo>
                  <a:lnTo>
                    <a:pt x="263" y="490"/>
                  </a:lnTo>
                  <a:lnTo>
                    <a:pt x="265" y="491"/>
                  </a:lnTo>
                  <a:lnTo>
                    <a:pt x="267" y="492"/>
                  </a:lnTo>
                  <a:lnTo>
                    <a:pt x="269" y="493"/>
                  </a:lnTo>
                  <a:lnTo>
                    <a:pt x="270" y="496"/>
                  </a:lnTo>
                  <a:lnTo>
                    <a:pt x="269" y="500"/>
                  </a:lnTo>
                  <a:lnTo>
                    <a:pt x="269" y="503"/>
                  </a:lnTo>
                  <a:lnTo>
                    <a:pt x="270" y="505"/>
                  </a:lnTo>
                  <a:lnTo>
                    <a:pt x="273" y="506"/>
                  </a:lnTo>
                  <a:lnTo>
                    <a:pt x="276" y="508"/>
                  </a:lnTo>
                  <a:lnTo>
                    <a:pt x="277" y="510"/>
                  </a:lnTo>
                  <a:lnTo>
                    <a:pt x="276" y="513"/>
                  </a:lnTo>
                  <a:close/>
                </a:path>
              </a:pathLst>
            </a:custGeom>
            <a:solidFill>
              <a:srgbClr val="59A3CD">
                <a:alpha val="24000"/>
              </a:srgbClr>
            </a:solidFill>
            <a:ln>
              <a:noFill/>
            </a:ln>
          </p:spPr>
          <p:txBody>
            <a:bodyPr anchor="ctr"/>
            <a:lstStyle/>
            <a:p>
              <a:pPr algn="ctr">
                <a:buNone/>
              </a:pPr>
            </a:p>
          </p:txBody>
        </p:sp>
        <p:sp>
          <p:nvSpPr>
            <p:cNvPr id="7130" name="addition:input:129">
              <a:extLst>
                <a:ext uri="{FF2B5EF4-FFF2-40B4-BE49-F238E27FC236}">
                  <ns2:creationId id="{79C9498A-3535-45B8-9524-096CEFE53C76}"/>
                </a:ext>
              </a:extLst>
            </p:cNvPr>
            <p:cNvSpPr>
              <a:spLocks noGrp="1"/>
            </p:cNvSpPr>
            <p:nvPr/>
          </p:nvSpPr>
          <p:spPr>
            <a:xfrm>
              <a:off x="209550" y="5438775"/>
              <a:ext cx="585948" cy="971001"/>
            </a:xfrm>
            <a:custGeom>
              <a:rect l="l" t="t" r="r" b="b"/>
              <a:pathLst>
                <a:path w="356" h="518">
                  <a:moveTo>
                    <a:pt x="0" y="0"/>
                  </a:moveTo>
                  <a:moveTo>
                    <a:pt x="356" y="488"/>
                  </a:moveTo>
                  <a:lnTo>
                    <a:pt x="353" y="491"/>
                  </a:lnTo>
                  <a:lnTo>
                    <a:pt x="351" y="493"/>
                  </a:lnTo>
                  <a:lnTo>
                    <a:pt x="349" y="495"/>
                  </a:lnTo>
                  <a:lnTo>
                    <a:pt x="350" y="497"/>
                  </a:lnTo>
                  <a:lnTo>
                    <a:pt x="349" y="500"/>
                  </a:lnTo>
                  <a:lnTo>
                    <a:pt x="348" y="502"/>
                  </a:lnTo>
                  <a:lnTo>
                    <a:pt x="345" y="503"/>
                  </a:lnTo>
                  <a:lnTo>
                    <a:pt x="342" y="504"/>
                  </a:lnTo>
                  <a:lnTo>
                    <a:pt x="340" y="505"/>
                  </a:lnTo>
                  <a:lnTo>
                    <a:pt x="339" y="507"/>
                  </a:lnTo>
                  <a:lnTo>
                    <a:pt x="337" y="510"/>
                  </a:lnTo>
                  <a:lnTo>
                    <a:pt x="335" y="511"/>
                  </a:lnTo>
                  <a:lnTo>
                    <a:pt x="332" y="513"/>
                  </a:lnTo>
                  <a:lnTo>
                    <a:pt x="330" y="514"/>
                  </a:lnTo>
                  <a:lnTo>
                    <a:pt x="328" y="517"/>
                  </a:lnTo>
                  <a:lnTo>
                    <a:pt x="325" y="518"/>
                  </a:lnTo>
                  <a:lnTo>
                    <a:pt x="322" y="518"/>
                  </a:lnTo>
                  <a:lnTo>
                    <a:pt x="319" y="515"/>
                  </a:lnTo>
                  <a:lnTo>
                    <a:pt x="317" y="511"/>
                  </a:lnTo>
                  <a:lnTo>
                    <a:pt x="315" y="509"/>
                  </a:lnTo>
                  <a:lnTo>
                    <a:pt x="313" y="509"/>
                  </a:lnTo>
                  <a:lnTo>
                    <a:pt x="311" y="510"/>
                  </a:lnTo>
                  <a:lnTo>
                    <a:pt x="308" y="511"/>
                  </a:lnTo>
                  <a:lnTo>
                    <a:pt x="306" y="511"/>
                  </a:lnTo>
                  <a:lnTo>
                    <a:pt x="304" y="509"/>
                  </a:lnTo>
                  <a:lnTo>
                    <a:pt x="303" y="507"/>
                  </a:lnTo>
                  <a:lnTo>
                    <a:pt x="301" y="506"/>
                  </a:lnTo>
                  <a:lnTo>
                    <a:pt x="299" y="505"/>
                  </a:lnTo>
                  <a:lnTo>
                    <a:pt x="298" y="503"/>
                  </a:lnTo>
                  <a:lnTo>
                    <a:pt x="298" y="500"/>
                  </a:lnTo>
                  <a:lnTo>
                    <a:pt x="298" y="497"/>
                  </a:lnTo>
                  <a:lnTo>
                    <a:pt x="298" y="495"/>
                  </a:lnTo>
                  <a:lnTo>
                    <a:pt x="297" y="493"/>
                  </a:lnTo>
                  <a:lnTo>
                    <a:pt x="296" y="491"/>
                  </a:lnTo>
                  <a:lnTo>
                    <a:pt x="298" y="488"/>
                  </a:lnTo>
                  <a:lnTo>
                    <a:pt x="301" y="486"/>
                  </a:lnTo>
                  <a:lnTo>
                    <a:pt x="303" y="484"/>
                  </a:lnTo>
                  <a:lnTo>
                    <a:pt x="302" y="482"/>
                  </a:lnTo>
                  <a:lnTo>
                    <a:pt x="300" y="479"/>
                  </a:lnTo>
                  <a:lnTo>
                    <a:pt x="298" y="476"/>
                  </a:lnTo>
                  <a:lnTo>
                    <a:pt x="297" y="473"/>
                  </a:lnTo>
                  <a:lnTo>
                    <a:pt x="299" y="471"/>
                  </a:lnTo>
                  <a:lnTo>
                    <a:pt x="301" y="469"/>
                  </a:lnTo>
                  <a:lnTo>
                    <a:pt x="303" y="468"/>
                  </a:lnTo>
                  <a:lnTo>
                    <a:pt x="305" y="467"/>
                  </a:lnTo>
                  <a:lnTo>
                    <a:pt x="307" y="466"/>
                  </a:lnTo>
                  <a:lnTo>
                    <a:pt x="310" y="467"/>
                  </a:lnTo>
                  <a:lnTo>
                    <a:pt x="312" y="467"/>
                  </a:lnTo>
                  <a:lnTo>
                    <a:pt x="314" y="466"/>
                  </a:lnTo>
                  <a:lnTo>
                    <a:pt x="315" y="464"/>
                  </a:lnTo>
                  <a:lnTo>
                    <a:pt x="317" y="462"/>
                  </a:lnTo>
                  <a:lnTo>
                    <a:pt x="319" y="461"/>
                  </a:lnTo>
                  <a:lnTo>
                    <a:pt x="322" y="462"/>
                  </a:lnTo>
                  <a:lnTo>
                    <a:pt x="324" y="463"/>
                  </a:lnTo>
                  <a:lnTo>
                    <a:pt x="326" y="464"/>
                  </a:lnTo>
                  <a:lnTo>
                    <a:pt x="329" y="463"/>
                  </a:lnTo>
                  <a:lnTo>
                    <a:pt x="332" y="462"/>
                  </a:lnTo>
                  <a:lnTo>
                    <a:pt x="336" y="462"/>
                  </a:lnTo>
                  <a:lnTo>
                    <a:pt x="338" y="464"/>
                  </a:lnTo>
                  <a:lnTo>
                    <a:pt x="339" y="467"/>
                  </a:lnTo>
                  <a:lnTo>
                    <a:pt x="340" y="470"/>
                  </a:lnTo>
                  <a:lnTo>
                    <a:pt x="341" y="472"/>
                  </a:lnTo>
                  <a:lnTo>
                    <a:pt x="342" y="474"/>
                  </a:lnTo>
                  <a:lnTo>
                    <a:pt x="344" y="476"/>
                  </a:lnTo>
                  <a:lnTo>
                    <a:pt x="345" y="478"/>
                  </a:lnTo>
                  <a:lnTo>
                    <a:pt x="347" y="480"/>
                  </a:lnTo>
                  <a:lnTo>
                    <a:pt x="350" y="481"/>
                  </a:lnTo>
                  <a:lnTo>
                    <a:pt x="353" y="483"/>
                  </a:lnTo>
                  <a:lnTo>
                    <a:pt x="356" y="485"/>
                  </a:lnTo>
                  <a:close/>
                </a:path>
              </a:pathLst>
            </a:custGeom>
            <a:solidFill>
              <a:srgbClr val="59A3CD">
                <a:alpha val="24000"/>
              </a:srgbClr>
            </a:solidFill>
            <a:ln>
              <a:noFill/>
            </a:ln>
          </p:spPr>
          <p:txBody>
            <a:bodyPr anchor="ctr"/>
            <a:lstStyle/>
            <a:p>
              <a:pPr algn="ctr">
                <a:buNone/>
              </a:pPr>
            </a:p>
          </p:txBody>
        </p:sp>
        <p:sp>
          <p:nvSpPr>
            <p:cNvPr id="7131" name="addition:input:130">
              <a:extLst>
                <a:ext uri="{FF2B5EF4-FFF2-40B4-BE49-F238E27FC236}">
                  <ns2:creationId id="{97843C36-FEB1-4C5D-A94B-E3F586D83255}"/>
                </a:ext>
              </a:extLst>
            </p:cNvPr>
            <p:cNvSpPr>
              <a:spLocks noGrp="1"/>
            </p:cNvSpPr>
            <p:nvPr/>
          </p:nvSpPr>
          <p:spPr>
            <a:xfrm>
              <a:off x="209550" y="5438775"/>
              <a:ext cx="684703" cy="1038484"/>
            </a:xfrm>
            <a:custGeom>
              <a:rect l="l" t="t" r="r" b="b"/>
              <a:pathLst>
                <a:path w="416" h="554">
                  <a:moveTo>
                    <a:pt x="0" y="0"/>
                  </a:moveTo>
                  <a:moveTo>
                    <a:pt x="414" y="522"/>
                  </a:moveTo>
                  <a:lnTo>
                    <a:pt x="412" y="525"/>
                  </a:lnTo>
                  <a:lnTo>
                    <a:pt x="411" y="527"/>
                  </a:lnTo>
                  <a:lnTo>
                    <a:pt x="412" y="530"/>
                  </a:lnTo>
                  <a:lnTo>
                    <a:pt x="414" y="533"/>
                  </a:lnTo>
                  <a:lnTo>
                    <a:pt x="416" y="537"/>
                  </a:lnTo>
                  <a:lnTo>
                    <a:pt x="416" y="541"/>
                  </a:lnTo>
                  <a:lnTo>
                    <a:pt x="414" y="543"/>
                  </a:lnTo>
                  <a:lnTo>
                    <a:pt x="412" y="543"/>
                  </a:lnTo>
                  <a:lnTo>
                    <a:pt x="410" y="544"/>
                  </a:lnTo>
                  <a:lnTo>
                    <a:pt x="409" y="545"/>
                  </a:lnTo>
                  <a:lnTo>
                    <a:pt x="407" y="547"/>
                  </a:lnTo>
                  <a:lnTo>
                    <a:pt x="406" y="548"/>
                  </a:lnTo>
                  <a:lnTo>
                    <a:pt x="404" y="548"/>
                  </a:lnTo>
                  <a:lnTo>
                    <a:pt x="403" y="549"/>
                  </a:lnTo>
                  <a:lnTo>
                    <a:pt x="401" y="551"/>
                  </a:lnTo>
                  <a:lnTo>
                    <a:pt x="400" y="553"/>
                  </a:lnTo>
                  <a:lnTo>
                    <a:pt x="398" y="554"/>
                  </a:lnTo>
                  <a:lnTo>
                    <a:pt x="396" y="553"/>
                  </a:lnTo>
                  <a:lnTo>
                    <a:pt x="394" y="552"/>
                  </a:lnTo>
                  <a:lnTo>
                    <a:pt x="392" y="551"/>
                  </a:lnTo>
                  <a:lnTo>
                    <a:pt x="390" y="552"/>
                  </a:lnTo>
                  <a:lnTo>
                    <a:pt x="387" y="554"/>
                  </a:lnTo>
                  <a:lnTo>
                    <a:pt x="385" y="553"/>
                  </a:lnTo>
                  <a:lnTo>
                    <a:pt x="383" y="550"/>
                  </a:lnTo>
                  <a:lnTo>
                    <a:pt x="383" y="546"/>
                  </a:lnTo>
                  <a:lnTo>
                    <a:pt x="383" y="542"/>
                  </a:lnTo>
                  <a:lnTo>
                    <a:pt x="382" y="540"/>
                  </a:lnTo>
                  <a:lnTo>
                    <a:pt x="380" y="538"/>
                  </a:lnTo>
                  <a:lnTo>
                    <a:pt x="378" y="537"/>
                  </a:lnTo>
                  <a:lnTo>
                    <a:pt x="376" y="535"/>
                  </a:lnTo>
                  <a:lnTo>
                    <a:pt x="375" y="533"/>
                  </a:lnTo>
                  <a:lnTo>
                    <a:pt x="373" y="531"/>
                  </a:lnTo>
                  <a:lnTo>
                    <a:pt x="371" y="528"/>
                  </a:lnTo>
                  <a:lnTo>
                    <a:pt x="370" y="525"/>
                  </a:lnTo>
                  <a:lnTo>
                    <a:pt x="370" y="522"/>
                  </a:lnTo>
                  <a:lnTo>
                    <a:pt x="372" y="519"/>
                  </a:lnTo>
                  <a:lnTo>
                    <a:pt x="374" y="517"/>
                  </a:lnTo>
                  <a:lnTo>
                    <a:pt x="375" y="515"/>
                  </a:lnTo>
                  <a:lnTo>
                    <a:pt x="375" y="512"/>
                  </a:lnTo>
                  <a:lnTo>
                    <a:pt x="375" y="509"/>
                  </a:lnTo>
                  <a:lnTo>
                    <a:pt x="376" y="506"/>
                  </a:lnTo>
                  <a:lnTo>
                    <a:pt x="379" y="505"/>
                  </a:lnTo>
                  <a:lnTo>
                    <a:pt x="381" y="504"/>
                  </a:lnTo>
                  <a:lnTo>
                    <a:pt x="383" y="503"/>
                  </a:lnTo>
                  <a:lnTo>
                    <a:pt x="384" y="500"/>
                  </a:lnTo>
                  <a:lnTo>
                    <a:pt x="384" y="497"/>
                  </a:lnTo>
                  <a:lnTo>
                    <a:pt x="386" y="494"/>
                  </a:lnTo>
                  <a:lnTo>
                    <a:pt x="388" y="492"/>
                  </a:lnTo>
                  <a:lnTo>
                    <a:pt x="390" y="491"/>
                  </a:lnTo>
                  <a:lnTo>
                    <a:pt x="392" y="489"/>
                  </a:lnTo>
                  <a:lnTo>
                    <a:pt x="394" y="488"/>
                  </a:lnTo>
                  <a:lnTo>
                    <a:pt x="396" y="489"/>
                  </a:lnTo>
                  <a:lnTo>
                    <a:pt x="398" y="493"/>
                  </a:lnTo>
                  <a:lnTo>
                    <a:pt x="399" y="496"/>
                  </a:lnTo>
                  <a:lnTo>
                    <a:pt x="401" y="498"/>
                  </a:lnTo>
                  <a:lnTo>
                    <a:pt x="402" y="497"/>
                  </a:lnTo>
                  <a:lnTo>
                    <a:pt x="405" y="495"/>
                  </a:lnTo>
                  <a:lnTo>
                    <a:pt x="407" y="494"/>
                  </a:lnTo>
                  <a:lnTo>
                    <a:pt x="408" y="495"/>
                  </a:lnTo>
                  <a:lnTo>
                    <a:pt x="409" y="498"/>
                  </a:lnTo>
                  <a:lnTo>
                    <a:pt x="410" y="500"/>
                  </a:lnTo>
                  <a:lnTo>
                    <a:pt x="411" y="502"/>
                  </a:lnTo>
                  <a:lnTo>
                    <a:pt x="413" y="503"/>
                  </a:lnTo>
                  <a:lnTo>
                    <a:pt x="414" y="505"/>
                  </a:lnTo>
                  <a:lnTo>
                    <a:pt x="414" y="508"/>
                  </a:lnTo>
                  <a:lnTo>
                    <a:pt x="414" y="511"/>
                  </a:lnTo>
                  <a:lnTo>
                    <a:pt x="414" y="514"/>
                  </a:lnTo>
                  <a:lnTo>
                    <a:pt x="414" y="517"/>
                  </a:lnTo>
                  <a:lnTo>
                    <a:pt x="415" y="520"/>
                  </a:lnTo>
                  <a:close/>
                </a:path>
              </a:pathLst>
            </a:custGeom>
            <a:solidFill>
              <a:srgbClr val="59A3CD">
                <a:alpha val="24000"/>
              </a:srgbClr>
            </a:solidFill>
            <a:ln>
              <a:noFill/>
            </a:ln>
          </p:spPr>
          <p:txBody>
            <a:bodyPr anchor="ctr"/>
            <a:lstStyle/>
            <a:p>
              <a:pPr algn="ctr">
                <a:buNone/>
              </a:pPr>
            </a:p>
          </p:txBody>
        </p:sp>
        <p:sp>
          <p:nvSpPr>
            <p:cNvPr id="7132" name="addition:input:131">
              <a:extLst>
                <a:ext uri="{FF2B5EF4-FFF2-40B4-BE49-F238E27FC236}">
                  <ns2:creationId id="{A1A68654-4176-4A12-A63B-2CCD28F428E9}"/>
                </a:ext>
              </a:extLst>
            </p:cNvPr>
            <p:cNvSpPr>
              <a:spLocks noGrp="1"/>
            </p:cNvSpPr>
            <p:nvPr/>
          </p:nvSpPr>
          <p:spPr>
            <a:xfrm>
              <a:off x="209550" y="5438775"/>
              <a:ext cx="1379281" cy="1396517"/>
            </a:xfrm>
            <a:custGeom>
              <a:rect l="l" t="t" r="r" b="b"/>
              <a:pathLst>
                <a:path w="838" h="745">
                  <a:moveTo>
                    <a:pt x="0" y="0"/>
                  </a:moveTo>
                  <a:moveTo>
                    <a:pt x="820" y="596"/>
                  </a:moveTo>
                  <a:lnTo>
                    <a:pt x="825" y="608"/>
                  </a:lnTo>
                  <a:lnTo>
                    <a:pt x="832" y="621"/>
                  </a:lnTo>
                  <a:lnTo>
                    <a:pt x="838" y="635"/>
                  </a:lnTo>
                  <a:lnTo>
                    <a:pt x="836" y="648"/>
                  </a:lnTo>
                  <a:lnTo>
                    <a:pt x="825" y="657"/>
                  </a:lnTo>
                  <a:lnTo>
                    <a:pt x="811" y="664"/>
                  </a:lnTo>
                  <a:lnTo>
                    <a:pt x="802" y="673"/>
                  </a:lnTo>
                  <a:lnTo>
                    <a:pt x="799" y="685"/>
                  </a:lnTo>
                  <a:lnTo>
                    <a:pt x="795" y="699"/>
                  </a:lnTo>
                  <a:lnTo>
                    <a:pt x="784" y="706"/>
                  </a:lnTo>
                  <a:lnTo>
                    <a:pt x="765" y="705"/>
                  </a:lnTo>
                  <a:lnTo>
                    <a:pt x="745" y="700"/>
                  </a:lnTo>
                  <a:lnTo>
                    <a:pt x="730" y="699"/>
                  </a:lnTo>
                  <a:lnTo>
                    <a:pt x="720" y="708"/>
                  </a:lnTo>
                  <a:lnTo>
                    <a:pt x="710" y="724"/>
                  </a:lnTo>
                  <a:lnTo>
                    <a:pt x="696" y="738"/>
                  </a:lnTo>
                  <a:lnTo>
                    <a:pt x="679" y="745"/>
                  </a:lnTo>
                  <a:lnTo>
                    <a:pt x="661" y="745"/>
                  </a:lnTo>
                  <a:lnTo>
                    <a:pt x="642" y="743"/>
                  </a:lnTo>
                  <a:lnTo>
                    <a:pt x="624" y="740"/>
                  </a:lnTo>
                  <a:lnTo>
                    <a:pt x="607" y="733"/>
                  </a:lnTo>
                  <a:lnTo>
                    <a:pt x="594" y="720"/>
                  </a:lnTo>
                  <a:lnTo>
                    <a:pt x="586" y="703"/>
                  </a:lnTo>
                  <a:lnTo>
                    <a:pt x="578" y="691"/>
                  </a:lnTo>
                  <a:lnTo>
                    <a:pt x="563" y="688"/>
                  </a:lnTo>
                  <a:lnTo>
                    <a:pt x="542" y="689"/>
                  </a:lnTo>
                  <a:lnTo>
                    <a:pt x="522" y="688"/>
                  </a:lnTo>
                  <a:lnTo>
                    <a:pt x="509" y="679"/>
                  </a:lnTo>
                  <a:lnTo>
                    <a:pt x="507" y="665"/>
                  </a:lnTo>
                  <a:lnTo>
                    <a:pt x="507" y="652"/>
                  </a:lnTo>
                  <a:lnTo>
                    <a:pt x="500" y="642"/>
                  </a:lnTo>
                  <a:lnTo>
                    <a:pt x="486" y="633"/>
                  </a:lnTo>
                  <a:lnTo>
                    <a:pt x="473" y="622"/>
                  </a:lnTo>
                  <a:lnTo>
                    <a:pt x="470" y="609"/>
                  </a:lnTo>
                  <a:lnTo>
                    <a:pt x="477" y="596"/>
                  </a:lnTo>
                  <a:lnTo>
                    <a:pt x="489" y="584"/>
                  </a:lnTo>
                  <a:lnTo>
                    <a:pt x="499" y="572"/>
                  </a:lnTo>
                  <a:lnTo>
                    <a:pt x="509" y="561"/>
                  </a:lnTo>
                  <a:lnTo>
                    <a:pt x="521" y="552"/>
                  </a:lnTo>
                  <a:lnTo>
                    <a:pt x="537" y="545"/>
                  </a:lnTo>
                  <a:lnTo>
                    <a:pt x="550" y="538"/>
                  </a:lnTo>
                  <a:lnTo>
                    <a:pt x="554" y="527"/>
                  </a:lnTo>
                  <a:lnTo>
                    <a:pt x="550" y="508"/>
                  </a:lnTo>
                  <a:lnTo>
                    <a:pt x="547" y="487"/>
                  </a:lnTo>
                  <a:lnTo>
                    <a:pt x="554" y="472"/>
                  </a:lnTo>
                  <a:lnTo>
                    <a:pt x="572" y="468"/>
                  </a:lnTo>
                  <a:lnTo>
                    <a:pt x="593" y="471"/>
                  </a:lnTo>
                  <a:lnTo>
                    <a:pt x="612" y="475"/>
                  </a:lnTo>
                  <a:lnTo>
                    <a:pt x="626" y="472"/>
                  </a:lnTo>
                  <a:lnTo>
                    <a:pt x="637" y="466"/>
                  </a:lnTo>
                  <a:lnTo>
                    <a:pt x="650" y="462"/>
                  </a:lnTo>
                  <a:lnTo>
                    <a:pt x="664" y="465"/>
                  </a:lnTo>
                  <a:lnTo>
                    <a:pt x="676" y="470"/>
                  </a:lnTo>
                  <a:lnTo>
                    <a:pt x="687" y="473"/>
                  </a:lnTo>
                  <a:lnTo>
                    <a:pt x="699" y="471"/>
                  </a:lnTo>
                  <a:lnTo>
                    <a:pt x="712" y="471"/>
                  </a:lnTo>
                  <a:lnTo>
                    <a:pt x="724" y="474"/>
                  </a:lnTo>
                  <a:lnTo>
                    <a:pt x="733" y="481"/>
                  </a:lnTo>
                  <a:lnTo>
                    <a:pt x="744" y="486"/>
                  </a:lnTo>
                  <a:lnTo>
                    <a:pt x="761" y="486"/>
                  </a:lnTo>
                  <a:lnTo>
                    <a:pt x="782" y="486"/>
                  </a:lnTo>
                  <a:lnTo>
                    <a:pt x="799" y="491"/>
                  </a:lnTo>
                  <a:lnTo>
                    <a:pt x="803" y="506"/>
                  </a:lnTo>
                  <a:lnTo>
                    <a:pt x="795" y="526"/>
                  </a:lnTo>
                  <a:lnTo>
                    <a:pt x="784" y="544"/>
                  </a:lnTo>
                  <a:lnTo>
                    <a:pt x="781" y="556"/>
                  </a:lnTo>
                  <a:lnTo>
                    <a:pt x="790" y="565"/>
                  </a:lnTo>
                  <a:lnTo>
                    <a:pt x="803" y="574"/>
                  </a:lnTo>
                  <a:lnTo>
                    <a:pt x="814" y="584"/>
                  </a:lnTo>
                  <a:close/>
                </a:path>
              </a:pathLst>
            </a:custGeom>
            <a:solidFill>
              <a:srgbClr val="F5DAC5">
                <a:alpha val="43000"/>
              </a:srgbClr>
            </a:solidFill>
            <a:ln>
              <a:noFill/>
            </a:ln>
          </p:spPr>
          <p:txBody>
            <a:bodyPr anchor="ctr"/>
            <a:lstStyle/>
            <a:p>
              <a:pPr algn="ctr">
                <a:buNone/>
              </a:pPr>
            </a:p>
          </p:txBody>
        </p:sp>
        <p:sp>
          <p:nvSpPr>
            <p:cNvPr id="7133" name="addition:input:132">
              <a:extLst>
                <a:ext uri="{FF2B5EF4-FFF2-40B4-BE49-F238E27FC236}">
                  <ns2:creationId id="{4A5E4B84-97B2-4FFB-9E32-017A4312C700}"/>
                </a:ext>
              </a:extLst>
            </p:cNvPr>
            <p:cNvSpPr>
              <a:spLocks noGrp="1"/>
            </p:cNvSpPr>
            <p:nvPr/>
          </p:nvSpPr>
          <p:spPr>
            <a:xfrm>
              <a:off x="209550" y="5438775"/>
              <a:ext cx="1334841" cy="1355278"/>
            </a:xfrm>
            <a:custGeom>
              <a:rect l="l" t="t" r="r" b="b"/>
              <a:pathLst>
                <a:path w="811" h="723">
                  <a:moveTo>
                    <a:pt x="0" y="0"/>
                  </a:moveTo>
                  <a:moveTo>
                    <a:pt x="800" y="601"/>
                  </a:moveTo>
                  <a:lnTo>
                    <a:pt x="808" y="612"/>
                  </a:lnTo>
                  <a:lnTo>
                    <a:pt x="811" y="623"/>
                  </a:lnTo>
                  <a:lnTo>
                    <a:pt x="808" y="633"/>
                  </a:lnTo>
                  <a:lnTo>
                    <a:pt x="805" y="643"/>
                  </a:lnTo>
                  <a:lnTo>
                    <a:pt x="803" y="654"/>
                  </a:lnTo>
                  <a:lnTo>
                    <a:pt x="800" y="666"/>
                  </a:lnTo>
                  <a:lnTo>
                    <a:pt x="789" y="673"/>
                  </a:lnTo>
                  <a:lnTo>
                    <a:pt x="771" y="674"/>
                  </a:lnTo>
                  <a:lnTo>
                    <a:pt x="750" y="672"/>
                  </a:lnTo>
                  <a:lnTo>
                    <a:pt x="736" y="672"/>
                  </a:lnTo>
                  <a:lnTo>
                    <a:pt x="730" y="681"/>
                  </a:lnTo>
                  <a:lnTo>
                    <a:pt x="727" y="698"/>
                  </a:lnTo>
                  <a:lnTo>
                    <a:pt x="721" y="713"/>
                  </a:lnTo>
                  <a:lnTo>
                    <a:pt x="708" y="722"/>
                  </a:lnTo>
                  <a:lnTo>
                    <a:pt x="692" y="723"/>
                  </a:lnTo>
                  <a:lnTo>
                    <a:pt x="676" y="722"/>
                  </a:lnTo>
                  <a:lnTo>
                    <a:pt x="661" y="722"/>
                  </a:lnTo>
                  <a:lnTo>
                    <a:pt x="645" y="722"/>
                  </a:lnTo>
                  <a:lnTo>
                    <a:pt x="630" y="719"/>
                  </a:lnTo>
                  <a:lnTo>
                    <a:pt x="617" y="711"/>
                  </a:lnTo>
                  <a:lnTo>
                    <a:pt x="606" y="703"/>
                  </a:lnTo>
                  <a:lnTo>
                    <a:pt x="594" y="699"/>
                  </a:lnTo>
                  <a:lnTo>
                    <a:pt x="580" y="699"/>
                  </a:lnTo>
                  <a:lnTo>
                    <a:pt x="566" y="697"/>
                  </a:lnTo>
                  <a:lnTo>
                    <a:pt x="557" y="690"/>
                  </a:lnTo>
                  <a:lnTo>
                    <a:pt x="554" y="678"/>
                  </a:lnTo>
                  <a:lnTo>
                    <a:pt x="551" y="668"/>
                  </a:lnTo>
                  <a:lnTo>
                    <a:pt x="542" y="663"/>
                  </a:lnTo>
                  <a:lnTo>
                    <a:pt x="524" y="661"/>
                  </a:lnTo>
                  <a:lnTo>
                    <a:pt x="505" y="657"/>
                  </a:lnTo>
                  <a:lnTo>
                    <a:pt x="494" y="649"/>
                  </a:lnTo>
                  <a:lnTo>
                    <a:pt x="497" y="636"/>
                  </a:lnTo>
                  <a:lnTo>
                    <a:pt x="508" y="623"/>
                  </a:lnTo>
                  <a:lnTo>
                    <a:pt x="518" y="611"/>
                  </a:lnTo>
                  <a:lnTo>
                    <a:pt x="525" y="601"/>
                  </a:lnTo>
                  <a:lnTo>
                    <a:pt x="530" y="591"/>
                  </a:lnTo>
                  <a:lnTo>
                    <a:pt x="538" y="583"/>
                  </a:lnTo>
                  <a:lnTo>
                    <a:pt x="545" y="574"/>
                  </a:lnTo>
                  <a:lnTo>
                    <a:pt x="547" y="565"/>
                  </a:lnTo>
                  <a:lnTo>
                    <a:pt x="543" y="553"/>
                  </a:lnTo>
                  <a:lnTo>
                    <a:pt x="538" y="538"/>
                  </a:lnTo>
                  <a:lnTo>
                    <a:pt x="540" y="526"/>
                  </a:lnTo>
                  <a:lnTo>
                    <a:pt x="551" y="519"/>
                  </a:lnTo>
                  <a:lnTo>
                    <a:pt x="567" y="516"/>
                  </a:lnTo>
                  <a:lnTo>
                    <a:pt x="580" y="513"/>
                  </a:lnTo>
                  <a:lnTo>
                    <a:pt x="587" y="505"/>
                  </a:lnTo>
                  <a:lnTo>
                    <a:pt x="592" y="494"/>
                  </a:lnTo>
                  <a:lnTo>
                    <a:pt x="601" y="485"/>
                  </a:lnTo>
                  <a:lnTo>
                    <a:pt x="614" y="485"/>
                  </a:lnTo>
                  <a:lnTo>
                    <a:pt x="627" y="492"/>
                  </a:lnTo>
                  <a:lnTo>
                    <a:pt x="639" y="499"/>
                  </a:lnTo>
                  <a:lnTo>
                    <a:pt x="648" y="500"/>
                  </a:lnTo>
                  <a:lnTo>
                    <a:pt x="658" y="498"/>
                  </a:lnTo>
                  <a:lnTo>
                    <a:pt x="668" y="495"/>
                  </a:lnTo>
                  <a:lnTo>
                    <a:pt x="679" y="494"/>
                  </a:lnTo>
                  <a:lnTo>
                    <a:pt x="690" y="493"/>
                  </a:lnTo>
                  <a:lnTo>
                    <a:pt x="704" y="490"/>
                  </a:lnTo>
                  <a:lnTo>
                    <a:pt x="721" y="486"/>
                  </a:lnTo>
                  <a:lnTo>
                    <a:pt x="737" y="488"/>
                  </a:lnTo>
                  <a:lnTo>
                    <a:pt x="746" y="498"/>
                  </a:lnTo>
                  <a:lnTo>
                    <a:pt x="746" y="515"/>
                  </a:lnTo>
                  <a:lnTo>
                    <a:pt x="743" y="532"/>
                  </a:lnTo>
                  <a:lnTo>
                    <a:pt x="746" y="542"/>
                  </a:lnTo>
                  <a:lnTo>
                    <a:pt x="757" y="548"/>
                  </a:lnTo>
                  <a:lnTo>
                    <a:pt x="773" y="553"/>
                  </a:lnTo>
                  <a:lnTo>
                    <a:pt x="784" y="561"/>
                  </a:lnTo>
                  <a:lnTo>
                    <a:pt x="787" y="571"/>
                  </a:lnTo>
                  <a:lnTo>
                    <a:pt x="788" y="581"/>
                  </a:lnTo>
                  <a:lnTo>
                    <a:pt x="791" y="591"/>
                  </a:lnTo>
                  <a:close/>
                </a:path>
              </a:pathLst>
            </a:custGeom>
            <a:solidFill>
              <a:srgbClr val="ECB78D">
                <a:alpha val="43000"/>
              </a:srgbClr>
            </a:solidFill>
            <a:ln>
              <a:noFill/>
            </a:ln>
          </p:spPr>
          <p:txBody>
            <a:bodyPr anchor="ctr"/>
            <a:lstStyle/>
            <a:p>
              <a:pPr algn="ctr">
                <a:buNone/>
              </a:pPr>
            </a:p>
          </p:txBody>
        </p:sp>
        <p:sp>
          <p:nvSpPr>
            <p:cNvPr id="7134" name="addition:input:133">
              <a:extLst>
                <a:ext uri="{FF2B5EF4-FFF2-40B4-BE49-F238E27FC236}">
                  <ns2:creationId id="{65A9C00C-0D6F-4483-8A8D-4AFE9035D298}"/>
                </a:ext>
              </a:extLst>
            </p:cNvPr>
            <p:cNvSpPr>
              <a:spLocks noGrp="1"/>
            </p:cNvSpPr>
            <p:nvPr/>
          </p:nvSpPr>
          <p:spPr>
            <a:xfrm>
              <a:off x="209550" y="5438775"/>
              <a:ext cx="1311798" cy="1332784"/>
            </a:xfrm>
            <a:custGeom>
              <a:rect l="l" t="t" r="r" b="b"/>
              <a:pathLst>
                <a:path w="797" h="711">
                  <a:moveTo>
                    <a:pt x="0" y="0"/>
                  </a:moveTo>
                  <a:moveTo>
                    <a:pt x="794" y="606"/>
                  </a:moveTo>
                  <a:lnTo>
                    <a:pt x="782" y="615"/>
                  </a:lnTo>
                  <a:lnTo>
                    <a:pt x="770" y="623"/>
                  </a:lnTo>
                  <a:lnTo>
                    <a:pt x="763" y="630"/>
                  </a:lnTo>
                  <a:lnTo>
                    <a:pt x="763" y="639"/>
                  </a:lnTo>
                  <a:lnTo>
                    <a:pt x="764" y="650"/>
                  </a:lnTo>
                  <a:lnTo>
                    <a:pt x="758" y="658"/>
                  </a:lnTo>
                  <a:lnTo>
                    <a:pt x="745" y="663"/>
                  </a:lnTo>
                  <a:lnTo>
                    <a:pt x="730" y="665"/>
                  </a:lnTo>
                  <a:lnTo>
                    <a:pt x="720" y="670"/>
                  </a:lnTo>
                  <a:lnTo>
                    <a:pt x="716" y="679"/>
                  </a:lnTo>
                  <a:lnTo>
                    <a:pt x="712" y="692"/>
                  </a:lnTo>
                  <a:lnTo>
                    <a:pt x="705" y="703"/>
                  </a:lnTo>
                  <a:lnTo>
                    <a:pt x="694" y="708"/>
                  </a:lnTo>
                  <a:lnTo>
                    <a:pt x="681" y="710"/>
                  </a:lnTo>
                  <a:lnTo>
                    <a:pt x="669" y="711"/>
                  </a:lnTo>
                  <a:lnTo>
                    <a:pt x="657" y="711"/>
                  </a:lnTo>
                  <a:lnTo>
                    <a:pt x="645" y="708"/>
                  </a:lnTo>
                  <a:lnTo>
                    <a:pt x="635" y="700"/>
                  </a:lnTo>
                  <a:lnTo>
                    <a:pt x="627" y="690"/>
                  </a:lnTo>
                  <a:lnTo>
                    <a:pt x="620" y="685"/>
                  </a:lnTo>
                  <a:lnTo>
                    <a:pt x="611" y="688"/>
                  </a:lnTo>
                  <a:lnTo>
                    <a:pt x="598" y="696"/>
                  </a:lnTo>
                  <a:lnTo>
                    <a:pt x="584" y="701"/>
                  </a:lnTo>
                  <a:lnTo>
                    <a:pt x="574" y="698"/>
                  </a:lnTo>
                  <a:lnTo>
                    <a:pt x="569" y="689"/>
                  </a:lnTo>
                  <a:lnTo>
                    <a:pt x="566" y="679"/>
                  </a:lnTo>
                  <a:lnTo>
                    <a:pt x="561" y="672"/>
                  </a:lnTo>
                  <a:lnTo>
                    <a:pt x="552" y="667"/>
                  </a:lnTo>
                  <a:lnTo>
                    <a:pt x="543" y="661"/>
                  </a:lnTo>
                  <a:lnTo>
                    <a:pt x="540" y="652"/>
                  </a:lnTo>
                  <a:lnTo>
                    <a:pt x="542" y="641"/>
                  </a:lnTo>
                  <a:lnTo>
                    <a:pt x="544" y="632"/>
                  </a:lnTo>
                  <a:lnTo>
                    <a:pt x="544" y="623"/>
                  </a:lnTo>
                  <a:lnTo>
                    <a:pt x="542" y="615"/>
                  </a:lnTo>
                  <a:lnTo>
                    <a:pt x="543" y="606"/>
                  </a:lnTo>
                  <a:lnTo>
                    <a:pt x="548" y="598"/>
                  </a:lnTo>
                  <a:lnTo>
                    <a:pt x="550" y="590"/>
                  </a:lnTo>
                  <a:lnTo>
                    <a:pt x="545" y="581"/>
                  </a:lnTo>
                  <a:lnTo>
                    <a:pt x="533" y="569"/>
                  </a:lnTo>
                  <a:lnTo>
                    <a:pt x="523" y="556"/>
                  </a:lnTo>
                  <a:lnTo>
                    <a:pt x="523" y="544"/>
                  </a:lnTo>
                  <a:lnTo>
                    <a:pt x="535" y="539"/>
                  </a:lnTo>
                  <a:lnTo>
                    <a:pt x="552" y="539"/>
                  </a:lnTo>
                  <a:lnTo>
                    <a:pt x="565" y="538"/>
                  </a:lnTo>
                  <a:lnTo>
                    <a:pt x="573" y="534"/>
                  </a:lnTo>
                  <a:lnTo>
                    <a:pt x="579" y="528"/>
                  </a:lnTo>
                  <a:lnTo>
                    <a:pt x="586" y="523"/>
                  </a:lnTo>
                  <a:lnTo>
                    <a:pt x="595" y="520"/>
                  </a:lnTo>
                  <a:lnTo>
                    <a:pt x="604" y="518"/>
                  </a:lnTo>
                  <a:lnTo>
                    <a:pt x="613" y="513"/>
                  </a:lnTo>
                  <a:lnTo>
                    <a:pt x="623" y="506"/>
                  </a:lnTo>
                  <a:lnTo>
                    <a:pt x="634" y="501"/>
                  </a:lnTo>
                  <a:lnTo>
                    <a:pt x="646" y="502"/>
                  </a:lnTo>
                  <a:lnTo>
                    <a:pt x="658" y="507"/>
                  </a:lnTo>
                  <a:lnTo>
                    <a:pt x="669" y="509"/>
                  </a:lnTo>
                  <a:lnTo>
                    <a:pt x="683" y="508"/>
                  </a:lnTo>
                  <a:lnTo>
                    <a:pt x="699" y="504"/>
                  </a:lnTo>
                  <a:lnTo>
                    <a:pt x="713" y="506"/>
                  </a:lnTo>
                  <a:lnTo>
                    <a:pt x="722" y="516"/>
                  </a:lnTo>
                  <a:lnTo>
                    <a:pt x="724" y="531"/>
                  </a:lnTo>
                  <a:lnTo>
                    <a:pt x="725" y="544"/>
                  </a:lnTo>
                  <a:lnTo>
                    <a:pt x="730" y="552"/>
                  </a:lnTo>
                  <a:lnTo>
                    <a:pt x="742" y="555"/>
                  </a:lnTo>
                  <a:lnTo>
                    <a:pt x="756" y="558"/>
                  </a:lnTo>
                  <a:lnTo>
                    <a:pt x="769" y="563"/>
                  </a:lnTo>
                  <a:lnTo>
                    <a:pt x="777" y="570"/>
                  </a:lnTo>
                  <a:lnTo>
                    <a:pt x="785" y="578"/>
                  </a:lnTo>
                  <a:lnTo>
                    <a:pt x="793" y="586"/>
                  </a:lnTo>
                  <a:lnTo>
                    <a:pt x="797" y="596"/>
                  </a:lnTo>
                  <a:close/>
                </a:path>
              </a:pathLst>
            </a:custGeom>
            <a:solidFill>
              <a:srgbClr val="E18B48">
                <a:alpha val="35000"/>
              </a:srgbClr>
            </a:solidFill>
            <a:ln>
              <a:noFill/>
            </a:ln>
          </p:spPr>
          <p:txBody>
            <a:bodyPr anchor="ctr"/>
            <a:lstStyle/>
            <a:p>
              <a:pPr algn="ctr">
                <a:buNone/>
              </a:pPr>
            </a:p>
          </p:txBody>
        </p:sp>
        <p:sp>
          <p:nvSpPr>
            <p:cNvPr id="7135" name="addition:input:134">
              <a:extLst>
                <a:ext uri="{FF2B5EF4-FFF2-40B4-BE49-F238E27FC236}">
                  <ns2:creationId id="{B9B949C3-C583-4F3A-ABC2-1B92C186FE26}"/>
                </a:ext>
              </a:extLst>
            </p:cNvPr>
            <p:cNvSpPr>
              <a:spLocks noGrp="1"/>
            </p:cNvSpPr>
            <p:nvPr/>
          </p:nvSpPr>
          <p:spPr>
            <a:xfrm>
              <a:off x="209550" y="5438775"/>
              <a:ext cx="1066556" cy="1167826"/>
            </a:xfrm>
            <a:custGeom>
              <a:rect l="l" t="t" r="r" b="b"/>
              <a:pathLst>
                <a:path w="648" h="623">
                  <a:moveTo>
                    <a:pt x="0" y="0"/>
                  </a:moveTo>
                  <a:moveTo>
                    <a:pt x="638" y="577"/>
                  </a:moveTo>
                  <a:lnTo>
                    <a:pt x="642" y="580"/>
                  </a:lnTo>
                  <a:lnTo>
                    <a:pt x="644" y="584"/>
                  </a:lnTo>
                  <a:lnTo>
                    <a:pt x="643" y="588"/>
                  </a:lnTo>
                  <a:lnTo>
                    <a:pt x="641" y="591"/>
                  </a:lnTo>
                  <a:lnTo>
                    <a:pt x="640" y="595"/>
                  </a:lnTo>
                  <a:lnTo>
                    <a:pt x="640" y="599"/>
                  </a:lnTo>
                  <a:lnTo>
                    <a:pt x="639" y="603"/>
                  </a:lnTo>
                  <a:lnTo>
                    <a:pt x="636" y="606"/>
                  </a:lnTo>
                  <a:lnTo>
                    <a:pt x="632" y="607"/>
                  </a:lnTo>
                  <a:lnTo>
                    <a:pt x="629" y="609"/>
                  </a:lnTo>
                  <a:lnTo>
                    <a:pt x="626" y="612"/>
                  </a:lnTo>
                  <a:lnTo>
                    <a:pt x="623" y="615"/>
                  </a:lnTo>
                  <a:lnTo>
                    <a:pt x="619" y="616"/>
                  </a:lnTo>
                  <a:lnTo>
                    <a:pt x="614" y="613"/>
                  </a:lnTo>
                  <a:lnTo>
                    <a:pt x="609" y="611"/>
                  </a:lnTo>
                  <a:lnTo>
                    <a:pt x="605" y="611"/>
                  </a:lnTo>
                  <a:lnTo>
                    <a:pt x="602" y="614"/>
                  </a:lnTo>
                  <a:lnTo>
                    <a:pt x="598" y="620"/>
                  </a:lnTo>
                  <a:lnTo>
                    <a:pt x="592" y="623"/>
                  </a:lnTo>
                  <a:lnTo>
                    <a:pt x="587" y="623"/>
                  </a:lnTo>
                  <a:lnTo>
                    <a:pt x="582" y="621"/>
                  </a:lnTo>
                  <a:lnTo>
                    <a:pt x="578" y="618"/>
                  </a:lnTo>
                  <a:lnTo>
                    <a:pt x="573" y="615"/>
                  </a:lnTo>
                  <a:lnTo>
                    <a:pt x="569" y="612"/>
                  </a:lnTo>
                  <a:lnTo>
                    <a:pt x="566" y="608"/>
                  </a:lnTo>
                  <a:lnTo>
                    <a:pt x="564" y="604"/>
                  </a:lnTo>
                  <a:lnTo>
                    <a:pt x="562" y="601"/>
                  </a:lnTo>
                  <a:lnTo>
                    <a:pt x="557" y="599"/>
                  </a:lnTo>
                  <a:lnTo>
                    <a:pt x="551" y="598"/>
                  </a:lnTo>
                  <a:lnTo>
                    <a:pt x="546" y="595"/>
                  </a:lnTo>
                  <a:lnTo>
                    <a:pt x="544" y="592"/>
                  </a:lnTo>
                  <a:lnTo>
                    <a:pt x="544" y="587"/>
                  </a:lnTo>
                  <a:lnTo>
                    <a:pt x="545" y="584"/>
                  </a:lnTo>
                  <a:lnTo>
                    <a:pt x="542" y="580"/>
                  </a:lnTo>
                  <a:lnTo>
                    <a:pt x="537" y="577"/>
                  </a:lnTo>
                  <a:lnTo>
                    <a:pt x="533" y="572"/>
                  </a:lnTo>
                  <a:lnTo>
                    <a:pt x="534" y="568"/>
                  </a:lnTo>
                  <a:lnTo>
                    <a:pt x="539" y="565"/>
                  </a:lnTo>
                  <a:lnTo>
                    <a:pt x="545" y="562"/>
                  </a:lnTo>
                  <a:lnTo>
                    <a:pt x="550" y="560"/>
                  </a:lnTo>
                  <a:lnTo>
                    <a:pt x="554" y="557"/>
                  </a:lnTo>
                  <a:lnTo>
                    <a:pt x="557" y="555"/>
                  </a:lnTo>
                  <a:lnTo>
                    <a:pt x="561" y="552"/>
                  </a:lnTo>
                  <a:lnTo>
                    <a:pt x="564" y="550"/>
                  </a:lnTo>
                  <a:lnTo>
                    <a:pt x="566" y="546"/>
                  </a:lnTo>
                  <a:lnTo>
                    <a:pt x="568" y="540"/>
                  </a:lnTo>
                  <a:lnTo>
                    <a:pt x="570" y="535"/>
                  </a:lnTo>
                  <a:lnTo>
                    <a:pt x="575" y="532"/>
                  </a:lnTo>
                  <a:lnTo>
                    <a:pt x="581" y="533"/>
                  </a:lnTo>
                  <a:lnTo>
                    <a:pt x="588" y="536"/>
                  </a:lnTo>
                  <a:lnTo>
                    <a:pt x="593" y="537"/>
                  </a:lnTo>
                  <a:lnTo>
                    <a:pt x="598" y="536"/>
                  </a:lnTo>
                  <a:lnTo>
                    <a:pt x="602" y="534"/>
                  </a:lnTo>
                  <a:lnTo>
                    <a:pt x="607" y="534"/>
                  </a:lnTo>
                  <a:lnTo>
                    <a:pt x="611" y="536"/>
                  </a:lnTo>
                  <a:lnTo>
                    <a:pt x="614" y="540"/>
                  </a:lnTo>
                  <a:lnTo>
                    <a:pt x="617" y="542"/>
                  </a:lnTo>
                  <a:lnTo>
                    <a:pt x="621" y="543"/>
                  </a:lnTo>
                  <a:lnTo>
                    <a:pt x="625" y="543"/>
                  </a:lnTo>
                  <a:lnTo>
                    <a:pt x="629" y="544"/>
                  </a:lnTo>
                  <a:lnTo>
                    <a:pt x="632" y="546"/>
                  </a:lnTo>
                  <a:lnTo>
                    <a:pt x="636" y="548"/>
                  </a:lnTo>
                  <a:lnTo>
                    <a:pt x="641" y="550"/>
                  </a:lnTo>
                  <a:lnTo>
                    <a:pt x="645" y="552"/>
                  </a:lnTo>
                  <a:lnTo>
                    <a:pt x="648" y="556"/>
                  </a:lnTo>
                  <a:lnTo>
                    <a:pt x="646" y="561"/>
                  </a:lnTo>
                  <a:lnTo>
                    <a:pt x="640" y="566"/>
                  </a:lnTo>
                  <a:lnTo>
                    <a:pt x="635" y="570"/>
                  </a:lnTo>
                  <a:lnTo>
                    <a:pt x="634" y="574"/>
                  </a:lnTo>
                  <a:close/>
                </a:path>
              </a:pathLst>
            </a:custGeom>
            <a:solidFill>
              <a:srgbClr val="ECB78D">
                <a:alpha val="32000"/>
              </a:srgbClr>
            </a:solidFill>
            <a:ln>
              <a:noFill/>
            </a:ln>
          </p:spPr>
          <p:txBody>
            <a:bodyPr anchor="ctr"/>
            <a:lstStyle/>
            <a:p>
              <a:pPr algn="ctr">
                <a:buNone/>
              </a:pPr>
            </a:p>
          </p:txBody>
        </p:sp>
        <p:sp>
          <p:nvSpPr>
            <p:cNvPr id="7136" name="addition:input:135">
              <a:extLst>
                <a:ext uri="{FF2B5EF4-FFF2-40B4-BE49-F238E27FC236}">
                  <ns2:creationId id="{15FFE261-4E9E-41C1-B926-2EA1B5301117}"/>
                </a:ext>
              </a:extLst>
            </p:cNvPr>
            <p:cNvSpPr>
              <a:spLocks noGrp="1"/>
            </p:cNvSpPr>
            <p:nvPr/>
          </p:nvSpPr>
          <p:spPr>
            <a:xfrm>
              <a:off x="209550" y="5438775"/>
              <a:ext cx="1140623" cy="1100343"/>
            </a:xfrm>
            <a:custGeom>
              <a:rect l="l" t="t" r="r" b="b"/>
              <a:pathLst>
                <a:path w="693" h="587">
                  <a:moveTo>
                    <a:pt x="0" y="0"/>
                  </a:moveTo>
                  <a:moveTo>
                    <a:pt x="693" y="543"/>
                  </a:moveTo>
                  <a:lnTo>
                    <a:pt x="693" y="547"/>
                  </a:lnTo>
                  <a:lnTo>
                    <a:pt x="691" y="551"/>
                  </a:lnTo>
                  <a:lnTo>
                    <a:pt x="688" y="554"/>
                  </a:lnTo>
                  <a:lnTo>
                    <a:pt x="686" y="557"/>
                  </a:lnTo>
                  <a:lnTo>
                    <a:pt x="685" y="561"/>
                  </a:lnTo>
                  <a:lnTo>
                    <a:pt x="683" y="565"/>
                  </a:lnTo>
                  <a:lnTo>
                    <a:pt x="679" y="567"/>
                  </a:lnTo>
                  <a:lnTo>
                    <a:pt x="672" y="567"/>
                  </a:lnTo>
                  <a:lnTo>
                    <a:pt x="666" y="567"/>
                  </a:lnTo>
                  <a:lnTo>
                    <a:pt x="663" y="570"/>
                  </a:lnTo>
                  <a:lnTo>
                    <a:pt x="662" y="575"/>
                  </a:lnTo>
                  <a:lnTo>
                    <a:pt x="661" y="581"/>
                  </a:lnTo>
                  <a:lnTo>
                    <a:pt x="658" y="586"/>
                  </a:lnTo>
                  <a:lnTo>
                    <a:pt x="652" y="587"/>
                  </a:lnTo>
                  <a:lnTo>
                    <a:pt x="647" y="587"/>
                  </a:lnTo>
                  <a:lnTo>
                    <a:pt x="641" y="586"/>
                  </a:lnTo>
                  <a:lnTo>
                    <a:pt x="636" y="585"/>
                  </a:lnTo>
                  <a:lnTo>
                    <a:pt x="631" y="583"/>
                  </a:lnTo>
                  <a:lnTo>
                    <a:pt x="627" y="581"/>
                  </a:lnTo>
                  <a:lnTo>
                    <a:pt x="624" y="578"/>
                  </a:lnTo>
                  <a:lnTo>
                    <a:pt x="621" y="577"/>
                  </a:lnTo>
                  <a:lnTo>
                    <a:pt x="616" y="577"/>
                  </a:lnTo>
                  <a:lnTo>
                    <a:pt x="611" y="579"/>
                  </a:lnTo>
                  <a:lnTo>
                    <a:pt x="607" y="579"/>
                  </a:lnTo>
                  <a:lnTo>
                    <a:pt x="604" y="576"/>
                  </a:lnTo>
                  <a:lnTo>
                    <a:pt x="603" y="572"/>
                  </a:lnTo>
                  <a:lnTo>
                    <a:pt x="602" y="568"/>
                  </a:lnTo>
                  <a:lnTo>
                    <a:pt x="598" y="567"/>
                  </a:lnTo>
                  <a:lnTo>
                    <a:pt x="593" y="566"/>
                  </a:lnTo>
                  <a:lnTo>
                    <a:pt x="589" y="563"/>
                  </a:lnTo>
                  <a:lnTo>
                    <a:pt x="588" y="559"/>
                  </a:lnTo>
                  <a:lnTo>
                    <a:pt x="591" y="554"/>
                  </a:lnTo>
                  <a:lnTo>
                    <a:pt x="594" y="550"/>
                  </a:lnTo>
                  <a:lnTo>
                    <a:pt x="597" y="546"/>
                  </a:lnTo>
                  <a:lnTo>
                    <a:pt x="597" y="543"/>
                  </a:lnTo>
                  <a:lnTo>
                    <a:pt x="598" y="540"/>
                  </a:lnTo>
                  <a:lnTo>
                    <a:pt x="599" y="537"/>
                  </a:lnTo>
                  <a:lnTo>
                    <a:pt x="599" y="533"/>
                  </a:lnTo>
                  <a:lnTo>
                    <a:pt x="597" y="529"/>
                  </a:lnTo>
                  <a:lnTo>
                    <a:pt x="593" y="524"/>
                  </a:lnTo>
                  <a:lnTo>
                    <a:pt x="592" y="519"/>
                  </a:lnTo>
                  <a:lnTo>
                    <a:pt x="594" y="515"/>
                  </a:lnTo>
                  <a:lnTo>
                    <a:pt x="599" y="514"/>
                  </a:lnTo>
                  <a:lnTo>
                    <a:pt x="605" y="514"/>
                  </a:lnTo>
                  <a:lnTo>
                    <a:pt x="609" y="513"/>
                  </a:lnTo>
                  <a:lnTo>
                    <a:pt x="611" y="510"/>
                  </a:lnTo>
                  <a:lnTo>
                    <a:pt x="613" y="507"/>
                  </a:lnTo>
                  <a:lnTo>
                    <a:pt x="616" y="505"/>
                  </a:lnTo>
                  <a:lnTo>
                    <a:pt x="620" y="505"/>
                  </a:lnTo>
                  <a:lnTo>
                    <a:pt x="625" y="506"/>
                  </a:lnTo>
                  <a:lnTo>
                    <a:pt x="628" y="507"/>
                  </a:lnTo>
                  <a:lnTo>
                    <a:pt x="632" y="505"/>
                  </a:lnTo>
                  <a:lnTo>
                    <a:pt x="636" y="503"/>
                  </a:lnTo>
                  <a:lnTo>
                    <a:pt x="640" y="503"/>
                  </a:lnTo>
                  <a:lnTo>
                    <a:pt x="645" y="503"/>
                  </a:lnTo>
                  <a:lnTo>
                    <a:pt x="649" y="503"/>
                  </a:lnTo>
                  <a:lnTo>
                    <a:pt x="655" y="502"/>
                  </a:lnTo>
                  <a:lnTo>
                    <a:pt x="661" y="502"/>
                  </a:lnTo>
                  <a:lnTo>
                    <a:pt x="666" y="504"/>
                  </a:lnTo>
                  <a:lnTo>
                    <a:pt x="667" y="510"/>
                  </a:lnTo>
                  <a:lnTo>
                    <a:pt x="667" y="516"/>
                  </a:lnTo>
                  <a:lnTo>
                    <a:pt x="667" y="521"/>
                  </a:lnTo>
                  <a:lnTo>
                    <a:pt x="670" y="523"/>
                  </a:lnTo>
                  <a:lnTo>
                    <a:pt x="676" y="524"/>
                  </a:lnTo>
                  <a:lnTo>
                    <a:pt x="682" y="526"/>
                  </a:lnTo>
                  <a:lnTo>
                    <a:pt x="686" y="528"/>
                  </a:lnTo>
                  <a:lnTo>
                    <a:pt x="688" y="532"/>
                  </a:lnTo>
                  <a:lnTo>
                    <a:pt x="689" y="536"/>
                  </a:lnTo>
                  <a:lnTo>
                    <a:pt x="691" y="539"/>
                  </a:lnTo>
                  <a:close/>
                </a:path>
              </a:pathLst>
            </a:custGeom>
            <a:solidFill>
              <a:srgbClr val="ECB78D">
                <a:alpha val="32000"/>
              </a:srgbClr>
            </a:solidFill>
            <a:ln>
              <a:noFill/>
            </a:ln>
          </p:spPr>
          <p:txBody>
            <a:bodyPr anchor="ctr"/>
            <a:lstStyle/>
            <a:p>
              <a:pPr algn="ctr">
                <a:buNone/>
              </a:pPr>
            </a:p>
          </p:txBody>
        </p:sp>
        <p:sp>
          <p:nvSpPr>
            <p:cNvPr id="7137" name="addition:input:136">
              <a:extLst>
                <a:ext uri="{FF2B5EF4-FFF2-40B4-BE49-F238E27FC236}">
                  <ns2:creationId id="{05986415-8C89-47F1-BA8E-756202B2C55C}"/>
                </a:ext>
              </a:extLst>
            </p:cNvPr>
            <p:cNvSpPr>
              <a:spLocks noGrp="1"/>
            </p:cNvSpPr>
            <p:nvPr/>
          </p:nvSpPr>
          <p:spPr>
            <a:xfrm>
              <a:off x="209550" y="5438775"/>
              <a:ext cx="1213043" cy="1132210"/>
            </a:xfrm>
            <a:custGeom>
              <a:rect l="l" t="t" r="r" b="b"/>
              <a:pathLst>
                <a:path w="737" h="604">
                  <a:moveTo>
                    <a:pt x="0" y="0"/>
                  </a:moveTo>
                  <a:moveTo>
                    <a:pt x="728" y="552"/>
                  </a:moveTo>
                  <a:lnTo>
                    <a:pt x="733" y="556"/>
                  </a:lnTo>
                  <a:lnTo>
                    <a:pt x="737" y="561"/>
                  </a:lnTo>
                  <a:lnTo>
                    <a:pt x="737" y="565"/>
                  </a:lnTo>
                  <a:lnTo>
                    <a:pt x="734" y="568"/>
                  </a:lnTo>
                  <a:lnTo>
                    <a:pt x="730" y="571"/>
                  </a:lnTo>
                  <a:lnTo>
                    <a:pt x="729" y="575"/>
                  </a:lnTo>
                  <a:lnTo>
                    <a:pt x="729" y="579"/>
                  </a:lnTo>
                  <a:lnTo>
                    <a:pt x="729" y="584"/>
                  </a:lnTo>
                  <a:lnTo>
                    <a:pt x="727" y="587"/>
                  </a:lnTo>
                  <a:lnTo>
                    <a:pt x="722" y="588"/>
                  </a:lnTo>
                  <a:lnTo>
                    <a:pt x="717" y="588"/>
                  </a:lnTo>
                  <a:lnTo>
                    <a:pt x="713" y="589"/>
                  </a:lnTo>
                  <a:lnTo>
                    <a:pt x="709" y="590"/>
                  </a:lnTo>
                  <a:lnTo>
                    <a:pt x="705" y="591"/>
                  </a:lnTo>
                  <a:lnTo>
                    <a:pt x="701" y="591"/>
                  </a:lnTo>
                  <a:lnTo>
                    <a:pt x="697" y="591"/>
                  </a:lnTo>
                  <a:lnTo>
                    <a:pt x="694" y="594"/>
                  </a:lnTo>
                  <a:lnTo>
                    <a:pt x="689" y="599"/>
                  </a:lnTo>
                  <a:lnTo>
                    <a:pt x="683" y="603"/>
                  </a:lnTo>
                  <a:lnTo>
                    <a:pt x="677" y="604"/>
                  </a:lnTo>
                  <a:lnTo>
                    <a:pt x="672" y="600"/>
                  </a:lnTo>
                  <a:lnTo>
                    <a:pt x="669" y="594"/>
                  </a:lnTo>
                  <a:lnTo>
                    <a:pt x="667" y="588"/>
                  </a:lnTo>
                  <a:lnTo>
                    <a:pt x="663" y="586"/>
                  </a:lnTo>
                  <a:lnTo>
                    <a:pt x="658" y="585"/>
                  </a:lnTo>
                  <a:lnTo>
                    <a:pt x="653" y="583"/>
                  </a:lnTo>
                  <a:lnTo>
                    <a:pt x="650" y="580"/>
                  </a:lnTo>
                  <a:lnTo>
                    <a:pt x="647" y="577"/>
                  </a:lnTo>
                  <a:lnTo>
                    <a:pt x="644" y="574"/>
                  </a:lnTo>
                  <a:lnTo>
                    <a:pt x="640" y="571"/>
                  </a:lnTo>
                  <a:lnTo>
                    <a:pt x="636" y="568"/>
                  </a:lnTo>
                  <a:lnTo>
                    <a:pt x="634" y="564"/>
                  </a:lnTo>
                  <a:lnTo>
                    <a:pt x="634" y="560"/>
                  </a:lnTo>
                  <a:lnTo>
                    <a:pt x="633" y="556"/>
                  </a:lnTo>
                  <a:lnTo>
                    <a:pt x="631" y="552"/>
                  </a:lnTo>
                  <a:lnTo>
                    <a:pt x="628" y="548"/>
                  </a:lnTo>
                  <a:lnTo>
                    <a:pt x="628" y="543"/>
                  </a:lnTo>
                  <a:lnTo>
                    <a:pt x="632" y="540"/>
                  </a:lnTo>
                  <a:lnTo>
                    <a:pt x="640" y="537"/>
                  </a:lnTo>
                  <a:lnTo>
                    <a:pt x="648" y="536"/>
                  </a:lnTo>
                  <a:lnTo>
                    <a:pt x="652" y="534"/>
                  </a:lnTo>
                  <a:lnTo>
                    <a:pt x="652" y="530"/>
                  </a:lnTo>
                  <a:lnTo>
                    <a:pt x="652" y="524"/>
                  </a:lnTo>
                  <a:lnTo>
                    <a:pt x="653" y="520"/>
                  </a:lnTo>
                  <a:lnTo>
                    <a:pt x="657" y="516"/>
                  </a:lnTo>
                  <a:lnTo>
                    <a:pt x="661" y="513"/>
                  </a:lnTo>
                  <a:lnTo>
                    <a:pt x="665" y="510"/>
                  </a:lnTo>
                  <a:lnTo>
                    <a:pt x="669" y="508"/>
                  </a:lnTo>
                  <a:lnTo>
                    <a:pt x="674" y="507"/>
                  </a:lnTo>
                  <a:lnTo>
                    <a:pt x="680" y="508"/>
                  </a:lnTo>
                  <a:lnTo>
                    <a:pt x="685" y="510"/>
                  </a:lnTo>
                  <a:lnTo>
                    <a:pt x="689" y="511"/>
                  </a:lnTo>
                  <a:lnTo>
                    <a:pt x="693" y="510"/>
                  </a:lnTo>
                  <a:lnTo>
                    <a:pt x="698" y="508"/>
                  </a:lnTo>
                  <a:lnTo>
                    <a:pt x="702" y="508"/>
                  </a:lnTo>
                  <a:lnTo>
                    <a:pt x="705" y="512"/>
                  </a:lnTo>
                  <a:lnTo>
                    <a:pt x="707" y="517"/>
                  </a:lnTo>
                  <a:lnTo>
                    <a:pt x="709" y="519"/>
                  </a:lnTo>
                  <a:lnTo>
                    <a:pt x="714" y="518"/>
                  </a:lnTo>
                  <a:lnTo>
                    <a:pt x="720" y="517"/>
                  </a:lnTo>
                  <a:lnTo>
                    <a:pt x="725" y="517"/>
                  </a:lnTo>
                  <a:lnTo>
                    <a:pt x="729" y="519"/>
                  </a:lnTo>
                  <a:lnTo>
                    <a:pt x="730" y="523"/>
                  </a:lnTo>
                  <a:lnTo>
                    <a:pt x="731" y="528"/>
                  </a:lnTo>
                  <a:lnTo>
                    <a:pt x="731" y="532"/>
                  </a:lnTo>
                  <a:lnTo>
                    <a:pt x="731" y="537"/>
                  </a:lnTo>
                  <a:lnTo>
                    <a:pt x="729" y="541"/>
                  </a:lnTo>
                  <a:lnTo>
                    <a:pt x="726" y="545"/>
                  </a:lnTo>
                  <a:lnTo>
                    <a:pt x="725" y="549"/>
                  </a:lnTo>
                  <a:close/>
                </a:path>
              </a:pathLst>
            </a:custGeom>
            <a:solidFill>
              <a:srgbClr val="ECB78D">
                <a:alpha val="32000"/>
              </a:srgbClr>
            </a:solidFill>
            <a:ln>
              <a:noFill/>
            </a:ln>
          </p:spPr>
          <p:txBody>
            <a:bodyPr anchor="ctr"/>
            <a:lstStyle/>
            <a:p>
              <a:pPr algn="ctr">
                <a:buNone/>
              </a:pPr>
            </a:p>
          </p:txBody>
        </p:sp>
        <p:sp>
          <p:nvSpPr>
            <p:cNvPr id="7138" name="addition:input:137">
              <a:extLst>
                <a:ext uri="{FF2B5EF4-FFF2-40B4-BE49-F238E27FC236}">
                  <ns2:creationId id="{B967D051-07BC-4DAA-B8DF-8083BBBF3727}"/>
                </a:ext>
              </a:extLst>
            </p:cNvPr>
            <p:cNvSpPr>
              <a:spLocks noGrp="1"/>
            </p:cNvSpPr>
            <p:nvPr/>
          </p:nvSpPr>
          <p:spPr>
            <a:xfrm>
              <a:off x="209550" y="5438775"/>
              <a:ext cx="1305215" cy="1201567"/>
            </a:xfrm>
            <a:custGeom>
              <a:rect l="l" t="t" r="r" b="b"/>
              <a:pathLst>
                <a:path w="793" h="641">
                  <a:moveTo>
                    <a:pt x="0" y="0"/>
                  </a:moveTo>
                  <a:moveTo>
                    <a:pt x="789" y="589"/>
                  </a:moveTo>
                  <a:lnTo>
                    <a:pt x="792" y="594"/>
                  </a:lnTo>
                  <a:lnTo>
                    <a:pt x="793" y="599"/>
                  </a:lnTo>
                  <a:lnTo>
                    <a:pt x="788" y="603"/>
                  </a:lnTo>
                  <a:lnTo>
                    <a:pt x="780" y="606"/>
                  </a:lnTo>
                  <a:lnTo>
                    <a:pt x="774" y="608"/>
                  </a:lnTo>
                  <a:lnTo>
                    <a:pt x="771" y="611"/>
                  </a:lnTo>
                  <a:lnTo>
                    <a:pt x="771" y="616"/>
                  </a:lnTo>
                  <a:lnTo>
                    <a:pt x="770" y="621"/>
                  </a:lnTo>
                  <a:lnTo>
                    <a:pt x="766" y="624"/>
                  </a:lnTo>
                  <a:lnTo>
                    <a:pt x="761" y="625"/>
                  </a:lnTo>
                  <a:lnTo>
                    <a:pt x="755" y="626"/>
                  </a:lnTo>
                  <a:lnTo>
                    <a:pt x="751" y="629"/>
                  </a:lnTo>
                  <a:lnTo>
                    <a:pt x="747" y="633"/>
                  </a:lnTo>
                  <a:lnTo>
                    <a:pt x="743" y="637"/>
                  </a:lnTo>
                  <a:lnTo>
                    <a:pt x="737" y="639"/>
                  </a:lnTo>
                  <a:lnTo>
                    <a:pt x="731" y="640"/>
                  </a:lnTo>
                  <a:lnTo>
                    <a:pt x="725" y="640"/>
                  </a:lnTo>
                  <a:lnTo>
                    <a:pt x="720" y="641"/>
                  </a:lnTo>
                  <a:lnTo>
                    <a:pt x="714" y="640"/>
                  </a:lnTo>
                  <a:lnTo>
                    <a:pt x="709" y="637"/>
                  </a:lnTo>
                  <a:lnTo>
                    <a:pt x="706" y="631"/>
                  </a:lnTo>
                  <a:lnTo>
                    <a:pt x="704" y="625"/>
                  </a:lnTo>
                  <a:lnTo>
                    <a:pt x="701" y="623"/>
                  </a:lnTo>
                  <a:lnTo>
                    <a:pt x="696" y="625"/>
                  </a:lnTo>
                  <a:lnTo>
                    <a:pt x="688" y="627"/>
                  </a:lnTo>
                  <a:lnTo>
                    <a:pt x="682" y="627"/>
                  </a:lnTo>
                  <a:lnTo>
                    <a:pt x="678" y="624"/>
                  </a:lnTo>
                  <a:lnTo>
                    <a:pt x="677" y="619"/>
                  </a:lnTo>
                  <a:lnTo>
                    <a:pt x="677" y="615"/>
                  </a:lnTo>
                  <a:lnTo>
                    <a:pt x="675" y="611"/>
                  </a:lnTo>
                  <a:lnTo>
                    <a:pt x="674" y="607"/>
                  </a:lnTo>
                  <a:lnTo>
                    <a:pt x="674" y="602"/>
                  </a:lnTo>
                  <a:lnTo>
                    <a:pt x="676" y="598"/>
                  </a:lnTo>
                  <a:lnTo>
                    <a:pt x="678" y="593"/>
                  </a:lnTo>
                  <a:lnTo>
                    <a:pt x="678" y="589"/>
                  </a:lnTo>
                  <a:lnTo>
                    <a:pt x="677" y="585"/>
                  </a:lnTo>
                  <a:lnTo>
                    <a:pt x="677" y="581"/>
                  </a:lnTo>
                  <a:lnTo>
                    <a:pt x="680" y="577"/>
                  </a:lnTo>
                  <a:lnTo>
                    <a:pt x="684" y="574"/>
                  </a:lnTo>
                  <a:lnTo>
                    <a:pt x="687" y="571"/>
                  </a:lnTo>
                  <a:lnTo>
                    <a:pt x="685" y="566"/>
                  </a:lnTo>
                  <a:lnTo>
                    <a:pt x="682" y="559"/>
                  </a:lnTo>
                  <a:lnTo>
                    <a:pt x="681" y="553"/>
                  </a:lnTo>
                  <a:lnTo>
                    <a:pt x="684" y="549"/>
                  </a:lnTo>
                  <a:lnTo>
                    <a:pt x="690" y="548"/>
                  </a:lnTo>
                  <a:lnTo>
                    <a:pt x="697" y="549"/>
                  </a:lnTo>
                  <a:lnTo>
                    <a:pt x="702" y="550"/>
                  </a:lnTo>
                  <a:lnTo>
                    <a:pt x="706" y="549"/>
                  </a:lnTo>
                  <a:lnTo>
                    <a:pt x="709" y="548"/>
                  </a:lnTo>
                  <a:lnTo>
                    <a:pt x="713" y="548"/>
                  </a:lnTo>
                  <a:lnTo>
                    <a:pt x="717" y="547"/>
                  </a:lnTo>
                  <a:lnTo>
                    <a:pt x="721" y="545"/>
                  </a:lnTo>
                  <a:lnTo>
                    <a:pt x="725" y="542"/>
                  </a:lnTo>
                  <a:lnTo>
                    <a:pt x="730" y="538"/>
                  </a:lnTo>
                  <a:lnTo>
                    <a:pt x="735" y="538"/>
                  </a:lnTo>
                  <a:lnTo>
                    <a:pt x="739" y="542"/>
                  </a:lnTo>
                  <a:lnTo>
                    <a:pt x="743" y="546"/>
                  </a:lnTo>
                  <a:lnTo>
                    <a:pt x="747" y="548"/>
                  </a:lnTo>
                  <a:lnTo>
                    <a:pt x="753" y="549"/>
                  </a:lnTo>
                  <a:lnTo>
                    <a:pt x="760" y="549"/>
                  </a:lnTo>
                  <a:lnTo>
                    <a:pt x="765" y="552"/>
                  </a:lnTo>
                  <a:lnTo>
                    <a:pt x="766" y="557"/>
                  </a:lnTo>
                  <a:lnTo>
                    <a:pt x="766" y="563"/>
                  </a:lnTo>
                  <a:lnTo>
                    <a:pt x="766" y="568"/>
                  </a:lnTo>
                  <a:lnTo>
                    <a:pt x="768" y="572"/>
                  </a:lnTo>
                  <a:lnTo>
                    <a:pt x="773" y="574"/>
                  </a:lnTo>
                  <a:lnTo>
                    <a:pt x="778" y="577"/>
                  </a:lnTo>
                  <a:lnTo>
                    <a:pt x="781" y="581"/>
                  </a:lnTo>
                  <a:lnTo>
                    <a:pt x="785" y="585"/>
                  </a:lnTo>
                  <a:close/>
                </a:path>
              </a:pathLst>
            </a:custGeom>
            <a:solidFill>
              <a:srgbClr val="ECB78D">
                <a:alpha val="32000"/>
              </a:srgbClr>
            </a:solidFill>
            <a:ln>
              <a:noFill/>
            </a:ln>
          </p:spPr>
          <p:txBody>
            <a:bodyPr anchor="ctr"/>
            <a:lstStyle/>
            <a:p>
              <a:pPr algn="ctr">
                <a:buNone/>
              </a:pPr>
            </a:p>
          </p:txBody>
        </p:sp>
        <p:sp>
          <p:nvSpPr>
            <p:cNvPr id="7139" name="addition:input:138">
              <a:extLst>
                <a:ext uri="{FF2B5EF4-FFF2-40B4-BE49-F238E27FC236}">
                  <ns2:creationId id="{4AB9F940-FC83-4080-A3FE-D8398000E291}"/>
                </a:ext>
              </a:extLst>
            </p:cNvPr>
            <p:cNvSpPr>
              <a:spLocks noGrp="1"/>
            </p:cNvSpPr>
            <p:nvPr/>
          </p:nvSpPr>
          <p:spPr>
            <a:xfrm>
              <a:off x="209550" y="5438775"/>
              <a:ext cx="1259129" cy="1270925"/>
            </a:xfrm>
            <a:custGeom>
              <a:rect l="l" t="t" r="r" b="b"/>
              <a:pathLst>
                <a:path w="765" h="678">
                  <a:moveTo>
                    <a:pt x="0" y="0"/>
                  </a:moveTo>
                  <a:moveTo>
                    <a:pt x="765" y="630"/>
                  </a:moveTo>
                  <a:lnTo>
                    <a:pt x="765" y="635"/>
                  </a:lnTo>
                  <a:lnTo>
                    <a:pt x="760" y="639"/>
                  </a:lnTo>
                  <a:lnTo>
                    <a:pt x="751" y="642"/>
                  </a:lnTo>
                  <a:lnTo>
                    <a:pt x="742" y="644"/>
                  </a:lnTo>
                  <a:lnTo>
                    <a:pt x="736" y="647"/>
                  </a:lnTo>
                  <a:lnTo>
                    <a:pt x="736" y="651"/>
                  </a:lnTo>
                  <a:lnTo>
                    <a:pt x="739" y="658"/>
                  </a:lnTo>
                  <a:lnTo>
                    <a:pt x="740" y="664"/>
                  </a:lnTo>
                  <a:lnTo>
                    <a:pt x="736" y="669"/>
                  </a:lnTo>
                  <a:lnTo>
                    <a:pt x="730" y="671"/>
                  </a:lnTo>
                  <a:lnTo>
                    <a:pt x="723" y="673"/>
                  </a:lnTo>
                  <a:lnTo>
                    <a:pt x="718" y="675"/>
                  </a:lnTo>
                  <a:lnTo>
                    <a:pt x="712" y="677"/>
                  </a:lnTo>
                  <a:lnTo>
                    <a:pt x="706" y="678"/>
                  </a:lnTo>
                  <a:lnTo>
                    <a:pt x="700" y="677"/>
                  </a:lnTo>
                  <a:lnTo>
                    <a:pt x="695" y="676"/>
                  </a:lnTo>
                  <a:lnTo>
                    <a:pt x="690" y="676"/>
                  </a:lnTo>
                  <a:lnTo>
                    <a:pt x="685" y="678"/>
                  </a:lnTo>
                  <a:lnTo>
                    <a:pt x="680" y="678"/>
                  </a:lnTo>
                  <a:lnTo>
                    <a:pt x="675" y="676"/>
                  </a:lnTo>
                  <a:lnTo>
                    <a:pt x="672" y="672"/>
                  </a:lnTo>
                  <a:lnTo>
                    <a:pt x="669" y="669"/>
                  </a:lnTo>
                  <a:lnTo>
                    <a:pt x="663" y="670"/>
                  </a:lnTo>
                  <a:lnTo>
                    <a:pt x="655" y="672"/>
                  </a:lnTo>
                  <a:lnTo>
                    <a:pt x="647" y="674"/>
                  </a:lnTo>
                  <a:lnTo>
                    <a:pt x="641" y="672"/>
                  </a:lnTo>
                  <a:lnTo>
                    <a:pt x="639" y="666"/>
                  </a:lnTo>
                  <a:lnTo>
                    <a:pt x="640" y="660"/>
                  </a:lnTo>
                  <a:lnTo>
                    <a:pt x="640" y="654"/>
                  </a:lnTo>
                  <a:lnTo>
                    <a:pt x="639" y="650"/>
                  </a:lnTo>
                  <a:lnTo>
                    <a:pt x="638" y="646"/>
                  </a:lnTo>
                  <a:lnTo>
                    <a:pt x="638" y="642"/>
                  </a:lnTo>
                  <a:lnTo>
                    <a:pt x="638" y="638"/>
                  </a:lnTo>
                  <a:lnTo>
                    <a:pt x="635" y="634"/>
                  </a:lnTo>
                  <a:lnTo>
                    <a:pt x="629" y="630"/>
                  </a:lnTo>
                  <a:lnTo>
                    <a:pt x="623" y="625"/>
                  </a:lnTo>
                  <a:lnTo>
                    <a:pt x="620" y="620"/>
                  </a:lnTo>
                  <a:lnTo>
                    <a:pt x="623" y="616"/>
                  </a:lnTo>
                  <a:lnTo>
                    <a:pt x="628" y="613"/>
                  </a:lnTo>
                  <a:lnTo>
                    <a:pt x="631" y="609"/>
                  </a:lnTo>
                  <a:lnTo>
                    <a:pt x="631" y="605"/>
                  </a:lnTo>
                  <a:lnTo>
                    <a:pt x="630" y="599"/>
                  </a:lnTo>
                  <a:lnTo>
                    <a:pt x="632" y="595"/>
                  </a:lnTo>
                  <a:lnTo>
                    <a:pt x="638" y="593"/>
                  </a:lnTo>
                  <a:lnTo>
                    <a:pt x="646" y="593"/>
                  </a:lnTo>
                  <a:lnTo>
                    <a:pt x="653" y="594"/>
                  </a:lnTo>
                  <a:lnTo>
                    <a:pt x="658" y="593"/>
                  </a:lnTo>
                  <a:lnTo>
                    <a:pt x="662" y="590"/>
                  </a:lnTo>
                  <a:lnTo>
                    <a:pt x="666" y="587"/>
                  </a:lnTo>
                  <a:lnTo>
                    <a:pt x="672" y="585"/>
                  </a:lnTo>
                  <a:lnTo>
                    <a:pt x="677" y="582"/>
                  </a:lnTo>
                  <a:lnTo>
                    <a:pt x="684" y="578"/>
                  </a:lnTo>
                  <a:lnTo>
                    <a:pt x="691" y="574"/>
                  </a:lnTo>
                  <a:lnTo>
                    <a:pt x="699" y="573"/>
                  </a:lnTo>
                  <a:lnTo>
                    <a:pt x="706" y="576"/>
                  </a:lnTo>
                  <a:lnTo>
                    <a:pt x="711" y="583"/>
                  </a:lnTo>
                  <a:lnTo>
                    <a:pt x="715" y="589"/>
                  </a:lnTo>
                  <a:lnTo>
                    <a:pt x="719" y="592"/>
                  </a:lnTo>
                  <a:lnTo>
                    <a:pt x="726" y="593"/>
                  </a:lnTo>
                  <a:lnTo>
                    <a:pt x="734" y="593"/>
                  </a:lnTo>
                  <a:lnTo>
                    <a:pt x="740" y="595"/>
                  </a:lnTo>
                  <a:lnTo>
                    <a:pt x="743" y="599"/>
                  </a:lnTo>
                  <a:lnTo>
                    <a:pt x="745" y="603"/>
                  </a:lnTo>
                  <a:lnTo>
                    <a:pt x="749" y="606"/>
                  </a:lnTo>
                  <a:lnTo>
                    <a:pt x="754" y="609"/>
                  </a:lnTo>
                  <a:lnTo>
                    <a:pt x="760" y="612"/>
                  </a:lnTo>
                  <a:lnTo>
                    <a:pt x="762" y="616"/>
                  </a:lnTo>
                  <a:lnTo>
                    <a:pt x="763" y="621"/>
                  </a:lnTo>
                  <a:lnTo>
                    <a:pt x="764" y="625"/>
                  </a:lnTo>
                  <a:close/>
                </a:path>
              </a:pathLst>
            </a:custGeom>
            <a:solidFill>
              <a:srgbClr val="ECB78D">
                <a:alpha val="32000"/>
              </a:srgbClr>
            </a:solidFill>
            <a:ln>
              <a:noFill/>
            </a:ln>
          </p:spPr>
          <p:txBody>
            <a:bodyPr anchor="ctr"/>
            <a:lstStyle/>
            <a:p>
              <a:pPr algn="ctr">
                <a:buNone/>
              </a:pPr>
            </a:p>
          </p:txBody>
        </p:sp>
        <p:sp>
          <p:nvSpPr>
            <p:cNvPr id="7140" name="addition:input:139">
              <a:extLst>
                <a:ext uri="{FF2B5EF4-FFF2-40B4-BE49-F238E27FC236}">
                  <ns2:creationId id="{D7117E28-AFFF-412A-A99E-8BC37C441332}"/>
                </a:ext>
              </a:extLst>
            </p:cNvPr>
            <p:cNvSpPr>
              <a:spLocks noGrp="1"/>
            </p:cNvSpPr>
            <p:nvPr/>
          </p:nvSpPr>
          <p:spPr>
            <a:xfrm>
              <a:off x="209550" y="5438775"/>
              <a:ext cx="1137331" cy="1285921"/>
            </a:xfrm>
            <a:custGeom>
              <a:rect l="l" t="t" r="r" b="b"/>
              <a:pathLst>
                <a:path w="691" h="686">
                  <a:moveTo>
                    <a:pt x="0" y="0"/>
                  </a:moveTo>
                  <a:moveTo>
                    <a:pt x="687" y="635"/>
                  </a:moveTo>
                  <a:lnTo>
                    <a:pt x="690" y="639"/>
                  </a:lnTo>
                  <a:lnTo>
                    <a:pt x="691" y="644"/>
                  </a:lnTo>
                  <a:lnTo>
                    <a:pt x="690" y="648"/>
                  </a:lnTo>
                  <a:lnTo>
                    <a:pt x="688" y="652"/>
                  </a:lnTo>
                  <a:lnTo>
                    <a:pt x="686" y="656"/>
                  </a:lnTo>
                  <a:lnTo>
                    <a:pt x="684" y="661"/>
                  </a:lnTo>
                  <a:lnTo>
                    <a:pt x="680" y="664"/>
                  </a:lnTo>
                  <a:lnTo>
                    <a:pt x="673" y="665"/>
                  </a:lnTo>
                  <a:lnTo>
                    <a:pt x="665" y="664"/>
                  </a:lnTo>
                  <a:lnTo>
                    <a:pt x="659" y="664"/>
                  </a:lnTo>
                  <a:lnTo>
                    <a:pt x="657" y="668"/>
                  </a:lnTo>
                  <a:lnTo>
                    <a:pt x="656" y="675"/>
                  </a:lnTo>
                  <a:lnTo>
                    <a:pt x="653" y="682"/>
                  </a:lnTo>
                  <a:lnTo>
                    <a:pt x="648" y="686"/>
                  </a:lnTo>
                  <a:lnTo>
                    <a:pt x="641" y="686"/>
                  </a:lnTo>
                  <a:lnTo>
                    <a:pt x="634" y="685"/>
                  </a:lnTo>
                  <a:lnTo>
                    <a:pt x="628" y="684"/>
                  </a:lnTo>
                  <a:lnTo>
                    <a:pt x="622" y="684"/>
                  </a:lnTo>
                  <a:lnTo>
                    <a:pt x="616" y="683"/>
                  </a:lnTo>
                  <a:lnTo>
                    <a:pt x="611" y="680"/>
                  </a:lnTo>
                  <a:lnTo>
                    <a:pt x="607" y="677"/>
                  </a:lnTo>
                  <a:lnTo>
                    <a:pt x="602" y="675"/>
                  </a:lnTo>
                  <a:lnTo>
                    <a:pt x="597" y="675"/>
                  </a:lnTo>
                  <a:lnTo>
                    <a:pt x="591" y="674"/>
                  </a:lnTo>
                  <a:lnTo>
                    <a:pt x="587" y="672"/>
                  </a:lnTo>
                  <a:lnTo>
                    <a:pt x="586" y="667"/>
                  </a:lnTo>
                  <a:lnTo>
                    <a:pt x="585" y="663"/>
                  </a:lnTo>
                  <a:lnTo>
                    <a:pt x="581" y="661"/>
                  </a:lnTo>
                  <a:lnTo>
                    <a:pt x="574" y="660"/>
                  </a:lnTo>
                  <a:lnTo>
                    <a:pt x="567" y="658"/>
                  </a:lnTo>
                  <a:lnTo>
                    <a:pt x="563" y="654"/>
                  </a:lnTo>
                  <a:lnTo>
                    <a:pt x="565" y="649"/>
                  </a:lnTo>
                  <a:lnTo>
                    <a:pt x="570" y="643"/>
                  </a:lnTo>
                  <a:lnTo>
                    <a:pt x="575" y="639"/>
                  </a:lnTo>
                  <a:lnTo>
                    <a:pt x="577" y="635"/>
                  </a:lnTo>
                  <a:lnTo>
                    <a:pt x="579" y="631"/>
                  </a:lnTo>
                  <a:lnTo>
                    <a:pt x="580" y="627"/>
                  </a:lnTo>
                  <a:lnTo>
                    <a:pt x="582" y="623"/>
                  </a:lnTo>
                  <a:lnTo>
                    <a:pt x="583" y="619"/>
                  </a:lnTo>
                  <a:lnTo>
                    <a:pt x="581" y="614"/>
                  </a:lnTo>
                  <a:lnTo>
                    <a:pt x="579" y="608"/>
                  </a:lnTo>
                  <a:lnTo>
                    <a:pt x="580" y="603"/>
                  </a:lnTo>
                  <a:lnTo>
                    <a:pt x="584" y="600"/>
                  </a:lnTo>
                  <a:lnTo>
                    <a:pt x="591" y="599"/>
                  </a:lnTo>
                  <a:lnTo>
                    <a:pt x="596" y="598"/>
                  </a:lnTo>
                  <a:lnTo>
                    <a:pt x="599" y="596"/>
                  </a:lnTo>
                  <a:lnTo>
                    <a:pt x="601" y="591"/>
                  </a:lnTo>
                  <a:lnTo>
                    <a:pt x="604" y="587"/>
                  </a:lnTo>
                  <a:lnTo>
                    <a:pt x="609" y="587"/>
                  </a:lnTo>
                  <a:lnTo>
                    <a:pt x="615" y="590"/>
                  </a:lnTo>
                  <a:lnTo>
                    <a:pt x="620" y="593"/>
                  </a:lnTo>
                  <a:lnTo>
                    <a:pt x="623" y="593"/>
                  </a:lnTo>
                  <a:lnTo>
                    <a:pt x="627" y="592"/>
                  </a:lnTo>
                  <a:lnTo>
                    <a:pt x="631" y="590"/>
                  </a:lnTo>
                  <a:lnTo>
                    <a:pt x="636" y="589"/>
                  </a:lnTo>
                  <a:lnTo>
                    <a:pt x="641" y="589"/>
                  </a:lnTo>
                  <a:lnTo>
                    <a:pt x="647" y="588"/>
                  </a:lnTo>
                  <a:lnTo>
                    <a:pt x="654" y="587"/>
                  </a:lnTo>
                  <a:lnTo>
                    <a:pt x="660" y="588"/>
                  </a:lnTo>
                  <a:lnTo>
                    <a:pt x="663" y="593"/>
                  </a:lnTo>
                  <a:lnTo>
                    <a:pt x="664" y="600"/>
                  </a:lnTo>
                  <a:lnTo>
                    <a:pt x="662" y="607"/>
                  </a:lnTo>
                  <a:lnTo>
                    <a:pt x="664" y="611"/>
                  </a:lnTo>
                  <a:lnTo>
                    <a:pt x="668" y="613"/>
                  </a:lnTo>
                  <a:lnTo>
                    <a:pt x="675" y="615"/>
                  </a:lnTo>
                  <a:lnTo>
                    <a:pt x="681" y="618"/>
                  </a:lnTo>
                  <a:lnTo>
                    <a:pt x="683" y="622"/>
                  </a:lnTo>
                  <a:lnTo>
                    <a:pt x="683" y="626"/>
                  </a:lnTo>
                  <a:lnTo>
                    <a:pt x="684" y="631"/>
                  </a:lnTo>
                  <a:close/>
                </a:path>
              </a:pathLst>
            </a:custGeom>
            <a:solidFill>
              <a:srgbClr val="ECB78D">
                <a:alpha val="32000"/>
              </a:srgbClr>
            </a:solidFill>
            <a:ln>
              <a:noFill/>
            </a:ln>
          </p:spPr>
          <p:txBody>
            <a:bodyPr anchor="ctr"/>
            <a:lstStyle/>
            <a:p>
              <a:pPr algn="ctr">
                <a:buNone/>
              </a:pPr>
            </a:p>
          </p:txBody>
        </p:sp>
        <p:sp>
          <p:nvSpPr>
            <p:cNvPr id="7141" name="addition:input:140">
              <a:extLst>
                <a:ext uri="{FF2B5EF4-FFF2-40B4-BE49-F238E27FC236}">
                  <ns2:creationId id="{8C260B7F-BD71-430C-AE27-9C3040285C26}"/>
                </a:ext>
              </a:extLst>
            </p:cNvPr>
            <p:cNvSpPr>
              <a:spLocks noGrp="1"/>
            </p:cNvSpPr>
            <p:nvPr/>
          </p:nvSpPr>
          <p:spPr>
            <a:xfrm>
              <a:off x="209550" y="5438775"/>
              <a:ext cx="1040221" cy="1237183"/>
            </a:xfrm>
            <a:custGeom>
              <a:rect l="l" t="t" r="r" b="b"/>
              <a:pathLst>
                <a:path w="632" h="660">
                  <a:moveTo>
                    <a:pt x="0" y="0"/>
                  </a:moveTo>
                  <a:moveTo>
                    <a:pt x="630" y="617"/>
                  </a:moveTo>
                  <a:lnTo>
                    <a:pt x="631" y="621"/>
                  </a:lnTo>
                  <a:lnTo>
                    <a:pt x="632" y="625"/>
                  </a:lnTo>
                  <a:lnTo>
                    <a:pt x="630" y="629"/>
                  </a:lnTo>
                  <a:lnTo>
                    <a:pt x="625" y="632"/>
                  </a:lnTo>
                  <a:lnTo>
                    <a:pt x="618" y="633"/>
                  </a:lnTo>
                  <a:lnTo>
                    <a:pt x="612" y="634"/>
                  </a:lnTo>
                  <a:lnTo>
                    <a:pt x="610" y="637"/>
                  </a:lnTo>
                  <a:lnTo>
                    <a:pt x="611" y="642"/>
                  </a:lnTo>
                  <a:lnTo>
                    <a:pt x="610" y="647"/>
                  </a:lnTo>
                  <a:lnTo>
                    <a:pt x="608" y="651"/>
                  </a:lnTo>
                  <a:lnTo>
                    <a:pt x="603" y="652"/>
                  </a:lnTo>
                  <a:lnTo>
                    <a:pt x="598" y="653"/>
                  </a:lnTo>
                  <a:lnTo>
                    <a:pt x="594" y="655"/>
                  </a:lnTo>
                  <a:lnTo>
                    <a:pt x="590" y="658"/>
                  </a:lnTo>
                  <a:lnTo>
                    <a:pt x="586" y="660"/>
                  </a:lnTo>
                  <a:lnTo>
                    <a:pt x="581" y="660"/>
                  </a:lnTo>
                  <a:lnTo>
                    <a:pt x="576" y="659"/>
                  </a:lnTo>
                  <a:lnTo>
                    <a:pt x="572" y="658"/>
                  </a:lnTo>
                  <a:lnTo>
                    <a:pt x="568" y="658"/>
                  </a:lnTo>
                  <a:lnTo>
                    <a:pt x="564" y="657"/>
                  </a:lnTo>
                  <a:lnTo>
                    <a:pt x="560" y="655"/>
                  </a:lnTo>
                  <a:lnTo>
                    <a:pt x="558" y="651"/>
                  </a:lnTo>
                  <a:lnTo>
                    <a:pt x="556" y="647"/>
                  </a:lnTo>
                  <a:lnTo>
                    <a:pt x="554" y="646"/>
                  </a:lnTo>
                  <a:lnTo>
                    <a:pt x="548" y="648"/>
                  </a:lnTo>
                  <a:lnTo>
                    <a:pt x="542" y="649"/>
                  </a:lnTo>
                  <a:lnTo>
                    <a:pt x="536" y="649"/>
                  </a:lnTo>
                  <a:lnTo>
                    <a:pt x="534" y="645"/>
                  </a:lnTo>
                  <a:lnTo>
                    <a:pt x="535" y="640"/>
                  </a:lnTo>
                  <a:lnTo>
                    <a:pt x="537" y="635"/>
                  </a:lnTo>
                  <a:lnTo>
                    <a:pt x="537" y="631"/>
                  </a:lnTo>
                  <a:lnTo>
                    <a:pt x="537" y="628"/>
                  </a:lnTo>
                  <a:lnTo>
                    <a:pt x="537" y="624"/>
                  </a:lnTo>
                  <a:lnTo>
                    <a:pt x="538" y="621"/>
                  </a:lnTo>
                  <a:lnTo>
                    <a:pt x="539" y="617"/>
                  </a:lnTo>
                  <a:lnTo>
                    <a:pt x="539" y="614"/>
                  </a:lnTo>
                  <a:lnTo>
                    <a:pt x="537" y="610"/>
                  </a:lnTo>
                  <a:lnTo>
                    <a:pt x="536" y="606"/>
                  </a:lnTo>
                  <a:lnTo>
                    <a:pt x="537" y="603"/>
                  </a:lnTo>
                  <a:lnTo>
                    <a:pt x="540" y="600"/>
                  </a:lnTo>
                  <a:lnTo>
                    <a:pt x="542" y="597"/>
                  </a:lnTo>
                  <a:lnTo>
                    <a:pt x="542" y="593"/>
                  </a:lnTo>
                  <a:lnTo>
                    <a:pt x="541" y="588"/>
                  </a:lnTo>
                  <a:lnTo>
                    <a:pt x="541" y="583"/>
                  </a:lnTo>
                  <a:lnTo>
                    <a:pt x="545" y="581"/>
                  </a:lnTo>
                  <a:lnTo>
                    <a:pt x="551" y="582"/>
                  </a:lnTo>
                  <a:lnTo>
                    <a:pt x="556" y="584"/>
                  </a:lnTo>
                  <a:lnTo>
                    <a:pt x="560" y="585"/>
                  </a:lnTo>
                  <a:lnTo>
                    <a:pt x="563" y="584"/>
                  </a:lnTo>
                  <a:lnTo>
                    <a:pt x="565" y="582"/>
                  </a:lnTo>
                  <a:lnTo>
                    <a:pt x="569" y="580"/>
                  </a:lnTo>
                  <a:lnTo>
                    <a:pt x="572" y="579"/>
                  </a:lnTo>
                  <a:lnTo>
                    <a:pt x="576" y="577"/>
                  </a:lnTo>
                  <a:lnTo>
                    <a:pt x="580" y="574"/>
                  </a:lnTo>
                  <a:lnTo>
                    <a:pt x="585" y="572"/>
                  </a:lnTo>
                  <a:lnTo>
                    <a:pt x="590" y="573"/>
                  </a:lnTo>
                  <a:lnTo>
                    <a:pt x="593" y="577"/>
                  </a:lnTo>
                  <a:lnTo>
                    <a:pt x="596" y="582"/>
                  </a:lnTo>
                  <a:lnTo>
                    <a:pt x="599" y="585"/>
                  </a:lnTo>
                  <a:lnTo>
                    <a:pt x="603" y="586"/>
                  </a:lnTo>
                  <a:lnTo>
                    <a:pt x="609" y="587"/>
                  </a:lnTo>
                  <a:lnTo>
                    <a:pt x="613" y="589"/>
                  </a:lnTo>
                  <a:lnTo>
                    <a:pt x="614" y="594"/>
                  </a:lnTo>
                  <a:lnTo>
                    <a:pt x="614" y="598"/>
                  </a:lnTo>
                  <a:lnTo>
                    <a:pt x="615" y="602"/>
                  </a:lnTo>
                  <a:lnTo>
                    <a:pt x="618" y="604"/>
                  </a:lnTo>
                  <a:lnTo>
                    <a:pt x="623" y="607"/>
                  </a:lnTo>
                  <a:lnTo>
                    <a:pt x="627" y="610"/>
                  </a:lnTo>
                  <a:lnTo>
                    <a:pt x="629" y="613"/>
                  </a:lnTo>
                  <a:close/>
                </a:path>
              </a:pathLst>
            </a:custGeom>
            <a:solidFill>
              <a:srgbClr val="ECB78D">
                <a:alpha val="32000"/>
              </a:srgbClr>
            </a:solidFill>
            <a:ln>
              <a:noFill/>
            </a:ln>
          </p:spPr>
          <p:txBody>
            <a:bodyPr anchor="ctr"/>
            <a:lstStyle/>
            <a:p>
              <a:pPr algn="ctr">
                <a:buNone/>
              </a:pPr>
            </a:p>
          </p:txBody>
        </p:sp>
        <p:sp>
          <p:nvSpPr>
            <p:cNvPr id="7142" name="addition:input:141">
              <a:extLst>
                <a:ext uri="{FF2B5EF4-FFF2-40B4-BE49-F238E27FC236}">
                  <ns2:creationId id="{4F0711DD-9382-42C1-8BE1-8C9CB665E589}"/>
                </a:ext>
              </a:extLst>
            </p:cNvPr>
            <p:cNvSpPr>
              <a:spLocks noGrp="1"/>
            </p:cNvSpPr>
            <p:nvPr/>
          </p:nvSpPr>
          <p:spPr>
            <a:xfrm>
              <a:off x="209550" y="5438775"/>
              <a:ext cx="1217981" cy="1252179"/>
            </a:xfrm>
            <a:custGeom>
              <a:rect l="l" t="t" r="r" b="b"/>
              <a:pathLst>
                <a:path w="740" h="668">
                  <a:moveTo>
                    <a:pt x="0" y="0"/>
                  </a:moveTo>
                  <a:moveTo>
                    <a:pt x="734" y="610"/>
                  </a:moveTo>
                  <a:lnTo>
                    <a:pt x="737" y="615"/>
                  </a:lnTo>
                  <a:lnTo>
                    <a:pt x="740" y="621"/>
                  </a:lnTo>
                  <a:lnTo>
                    <a:pt x="738" y="626"/>
                  </a:lnTo>
                  <a:lnTo>
                    <a:pt x="732" y="630"/>
                  </a:lnTo>
                  <a:lnTo>
                    <a:pt x="723" y="632"/>
                  </a:lnTo>
                  <a:lnTo>
                    <a:pt x="717" y="634"/>
                  </a:lnTo>
                  <a:lnTo>
                    <a:pt x="715" y="638"/>
                  </a:lnTo>
                  <a:lnTo>
                    <a:pt x="714" y="644"/>
                  </a:lnTo>
                  <a:lnTo>
                    <a:pt x="712" y="649"/>
                  </a:lnTo>
                  <a:lnTo>
                    <a:pt x="706" y="651"/>
                  </a:lnTo>
                  <a:lnTo>
                    <a:pt x="698" y="651"/>
                  </a:lnTo>
                  <a:lnTo>
                    <a:pt x="691" y="652"/>
                  </a:lnTo>
                  <a:lnTo>
                    <a:pt x="685" y="655"/>
                  </a:lnTo>
                  <a:lnTo>
                    <a:pt x="681" y="660"/>
                  </a:lnTo>
                  <a:lnTo>
                    <a:pt x="675" y="665"/>
                  </a:lnTo>
                  <a:lnTo>
                    <a:pt x="668" y="668"/>
                  </a:lnTo>
                  <a:lnTo>
                    <a:pt x="660" y="668"/>
                  </a:lnTo>
                  <a:lnTo>
                    <a:pt x="652" y="667"/>
                  </a:lnTo>
                  <a:lnTo>
                    <a:pt x="645" y="666"/>
                  </a:lnTo>
                  <a:lnTo>
                    <a:pt x="638" y="663"/>
                  </a:lnTo>
                  <a:lnTo>
                    <a:pt x="633" y="659"/>
                  </a:lnTo>
                  <a:lnTo>
                    <a:pt x="630" y="652"/>
                  </a:lnTo>
                  <a:lnTo>
                    <a:pt x="627" y="648"/>
                  </a:lnTo>
                  <a:lnTo>
                    <a:pt x="622" y="647"/>
                  </a:lnTo>
                  <a:lnTo>
                    <a:pt x="614" y="649"/>
                  </a:lnTo>
                  <a:lnTo>
                    <a:pt x="604" y="650"/>
                  </a:lnTo>
                  <a:lnTo>
                    <a:pt x="597" y="649"/>
                  </a:lnTo>
                  <a:lnTo>
                    <a:pt x="594" y="644"/>
                  </a:lnTo>
                  <a:lnTo>
                    <a:pt x="595" y="638"/>
                  </a:lnTo>
                  <a:lnTo>
                    <a:pt x="595" y="633"/>
                  </a:lnTo>
                  <a:lnTo>
                    <a:pt x="592" y="629"/>
                  </a:lnTo>
                  <a:lnTo>
                    <a:pt x="589" y="625"/>
                  </a:lnTo>
                  <a:lnTo>
                    <a:pt x="589" y="620"/>
                  </a:lnTo>
                  <a:lnTo>
                    <a:pt x="592" y="615"/>
                  </a:lnTo>
                  <a:lnTo>
                    <a:pt x="595" y="610"/>
                  </a:lnTo>
                  <a:lnTo>
                    <a:pt x="598" y="606"/>
                  </a:lnTo>
                  <a:lnTo>
                    <a:pt x="598" y="601"/>
                  </a:lnTo>
                  <a:lnTo>
                    <a:pt x="600" y="597"/>
                  </a:lnTo>
                  <a:lnTo>
                    <a:pt x="605" y="593"/>
                  </a:lnTo>
                  <a:lnTo>
                    <a:pt x="609" y="590"/>
                  </a:lnTo>
                  <a:lnTo>
                    <a:pt x="611" y="586"/>
                  </a:lnTo>
                  <a:lnTo>
                    <a:pt x="609" y="580"/>
                  </a:lnTo>
                  <a:lnTo>
                    <a:pt x="606" y="572"/>
                  </a:lnTo>
                  <a:lnTo>
                    <a:pt x="607" y="565"/>
                  </a:lnTo>
                  <a:lnTo>
                    <a:pt x="613" y="562"/>
                  </a:lnTo>
                  <a:lnTo>
                    <a:pt x="622" y="564"/>
                  </a:lnTo>
                  <a:lnTo>
                    <a:pt x="630" y="566"/>
                  </a:lnTo>
                  <a:lnTo>
                    <a:pt x="636" y="566"/>
                  </a:lnTo>
                  <a:lnTo>
                    <a:pt x="640" y="565"/>
                  </a:lnTo>
                  <a:lnTo>
                    <a:pt x="644" y="563"/>
                  </a:lnTo>
                  <a:lnTo>
                    <a:pt x="649" y="562"/>
                  </a:lnTo>
                  <a:lnTo>
                    <a:pt x="654" y="562"/>
                  </a:lnTo>
                  <a:lnTo>
                    <a:pt x="659" y="561"/>
                  </a:lnTo>
                  <a:lnTo>
                    <a:pt x="664" y="558"/>
                  </a:lnTo>
                  <a:lnTo>
                    <a:pt x="670" y="557"/>
                  </a:lnTo>
                  <a:lnTo>
                    <a:pt x="676" y="557"/>
                  </a:lnTo>
                  <a:lnTo>
                    <a:pt x="681" y="561"/>
                  </a:lnTo>
                  <a:lnTo>
                    <a:pt x="686" y="565"/>
                  </a:lnTo>
                  <a:lnTo>
                    <a:pt x="691" y="566"/>
                  </a:lnTo>
                  <a:lnTo>
                    <a:pt x="699" y="567"/>
                  </a:lnTo>
                  <a:lnTo>
                    <a:pt x="707" y="568"/>
                  </a:lnTo>
                  <a:lnTo>
                    <a:pt x="712" y="572"/>
                  </a:lnTo>
                  <a:lnTo>
                    <a:pt x="711" y="579"/>
                  </a:lnTo>
                  <a:lnTo>
                    <a:pt x="708" y="586"/>
                  </a:lnTo>
                  <a:lnTo>
                    <a:pt x="708" y="592"/>
                  </a:lnTo>
                  <a:lnTo>
                    <a:pt x="712" y="595"/>
                  </a:lnTo>
                  <a:lnTo>
                    <a:pt x="720" y="597"/>
                  </a:lnTo>
                  <a:lnTo>
                    <a:pt x="726" y="601"/>
                  </a:lnTo>
                  <a:lnTo>
                    <a:pt x="731" y="605"/>
                  </a:lnTo>
                  <a:close/>
                </a:path>
              </a:pathLst>
            </a:custGeom>
            <a:solidFill>
              <a:srgbClr val="ECB78D">
                <a:alpha val="32000"/>
              </a:srgbClr>
            </a:solidFill>
            <a:ln>
              <a:noFill/>
            </a:ln>
          </p:spPr>
          <p:txBody>
            <a:bodyPr anchor="ctr"/>
            <a:lstStyle/>
            <a:p>
              <a:pPr algn="ctr">
                <a:buNone/>
              </a:pPr>
            </a:p>
          </p:txBody>
        </p:sp>
        <p:sp>
          <p:nvSpPr>
            <p:cNvPr id="7143" name="addition:input:142">
              <a:extLst>
                <a:ext uri="{FF2B5EF4-FFF2-40B4-BE49-F238E27FC236}">
                  <ns2:creationId id="{50C84D6A-28BE-4A07-B9E6-65F86FEFF21B}"/>
                </a:ext>
              </a:extLst>
            </p:cNvPr>
            <p:cNvSpPr>
              <a:spLocks noGrp="1"/>
            </p:cNvSpPr>
            <p:nvPr/>
          </p:nvSpPr>
          <p:spPr>
            <a:xfrm>
              <a:off x="209550" y="5438775"/>
              <a:ext cx="1275588" cy="1304666"/>
            </a:xfrm>
            <a:custGeom>
              <a:rect l="l" t="t" r="r" b="b"/>
              <a:pathLst>
                <a:path w="775" h="696">
                  <a:moveTo>
                    <a:pt x="0" y="0"/>
                  </a:moveTo>
                  <a:moveTo>
                    <a:pt x="774" y="601"/>
                  </a:moveTo>
                  <a:lnTo>
                    <a:pt x="775" y="609"/>
                  </a:lnTo>
                  <a:lnTo>
                    <a:pt x="771" y="617"/>
                  </a:lnTo>
                  <a:lnTo>
                    <a:pt x="762" y="624"/>
                  </a:lnTo>
                  <a:lnTo>
                    <a:pt x="755" y="630"/>
                  </a:lnTo>
                  <a:lnTo>
                    <a:pt x="750" y="637"/>
                  </a:lnTo>
                  <a:lnTo>
                    <a:pt x="744" y="643"/>
                  </a:lnTo>
                  <a:lnTo>
                    <a:pt x="736" y="648"/>
                  </a:lnTo>
                  <a:lnTo>
                    <a:pt x="725" y="652"/>
                  </a:lnTo>
                  <a:lnTo>
                    <a:pt x="716" y="655"/>
                  </a:lnTo>
                  <a:lnTo>
                    <a:pt x="713" y="664"/>
                  </a:lnTo>
                  <a:lnTo>
                    <a:pt x="711" y="677"/>
                  </a:lnTo>
                  <a:lnTo>
                    <a:pt x="708" y="689"/>
                  </a:lnTo>
                  <a:lnTo>
                    <a:pt x="698" y="696"/>
                  </a:lnTo>
                  <a:lnTo>
                    <a:pt x="685" y="694"/>
                  </a:lnTo>
                  <a:lnTo>
                    <a:pt x="672" y="687"/>
                  </a:lnTo>
                  <a:lnTo>
                    <a:pt x="661" y="681"/>
                  </a:lnTo>
                  <a:lnTo>
                    <a:pt x="652" y="680"/>
                  </a:lnTo>
                  <a:lnTo>
                    <a:pt x="644" y="681"/>
                  </a:lnTo>
                  <a:lnTo>
                    <a:pt x="636" y="681"/>
                  </a:lnTo>
                  <a:lnTo>
                    <a:pt x="629" y="679"/>
                  </a:lnTo>
                  <a:lnTo>
                    <a:pt x="621" y="677"/>
                  </a:lnTo>
                  <a:lnTo>
                    <a:pt x="613" y="677"/>
                  </a:lnTo>
                  <a:lnTo>
                    <a:pt x="603" y="678"/>
                  </a:lnTo>
                  <a:lnTo>
                    <a:pt x="594" y="677"/>
                  </a:lnTo>
                  <a:lnTo>
                    <a:pt x="589" y="671"/>
                  </a:lnTo>
                  <a:lnTo>
                    <a:pt x="586" y="663"/>
                  </a:lnTo>
                  <a:lnTo>
                    <a:pt x="582" y="657"/>
                  </a:lnTo>
                  <a:lnTo>
                    <a:pt x="573" y="653"/>
                  </a:lnTo>
                  <a:lnTo>
                    <a:pt x="562" y="650"/>
                  </a:lnTo>
                  <a:lnTo>
                    <a:pt x="555" y="643"/>
                  </a:lnTo>
                  <a:lnTo>
                    <a:pt x="558" y="633"/>
                  </a:lnTo>
                  <a:lnTo>
                    <a:pt x="567" y="623"/>
                  </a:lnTo>
                  <a:lnTo>
                    <a:pt x="576" y="614"/>
                  </a:lnTo>
                  <a:lnTo>
                    <a:pt x="577" y="607"/>
                  </a:lnTo>
                  <a:lnTo>
                    <a:pt x="571" y="601"/>
                  </a:lnTo>
                  <a:lnTo>
                    <a:pt x="563" y="594"/>
                  </a:lnTo>
                  <a:lnTo>
                    <a:pt x="558" y="586"/>
                  </a:lnTo>
                  <a:lnTo>
                    <a:pt x="556" y="577"/>
                  </a:lnTo>
                  <a:lnTo>
                    <a:pt x="554" y="569"/>
                  </a:lnTo>
                  <a:lnTo>
                    <a:pt x="552" y="559"/>
                  </a:lnTo>
                  <a:lnTo>
                    <a:pt x="553" y="551"/>
                  </a:lnTo>
                  <a:lnTo>
                    <a:pt x="561" y="545"/>
                  </a:lnTo>
                  <a:lnTo>
                    <a:pt x="573" y="544"/>
                  </a:lnTo>
                  <a:lnTo>
                    <a:pt x="585" y="544"/>
                  </a:lnTo>
                  <a:lnTo>
                    <a:pt x="591" y="540"/>
                  </a:lnTo>
                  <a:lnTo>
                    <a:pt x="595" y="533"/>
                  </a:lnTo>
                  <a:lnTo>
                    <a:pt x="598" y="525"/>
                  </a:lnTo>
                  <a:lnTo>
                    <a:pt x="606" y="520"/>
                  </a:lnTo>
                  <a:lnTo>
                    <a:pt x="616" y="522"/>
                  </a:lnTo>
                  <a:lnTo>
                    <a:pt x="626" y="525"/>
                  </a:lnTo>
                  <a:lnTo>
                    <a:pt x="635" y="525"/>
                  </a:lnTo>
                  <a:lnTo>
                    <a:pt x="643" y="519"/>
                  </a:lnTo>
                  <a:lnTo>
                    <a:pt x="654" y="512"/>
                  </a:lnTo>
                  <a:lnTo>
                    <a:pt x="665" y="508"/>
                  </a:lnTo>
                  <a:lnTo>
                    <a:pt x="677" y="508"/>
                  </a:lnTo>
                  <a:lnTo>
                    <a:pt x="687" y="512"/>
                  </a:lnTo>
                  <a:lnTo>
                    <a:pt x="698" y="515"/>
                  </a:lnTo>
                  <a:lnTo>
                    <a:pt x="708" y="520"/>
                  </a:lnTo>
                  <a:lnTo>
                    <a:pt x="716" y="528"/>
                  </a:lnTo>
                  <a:lnTo>
                    <a:pt x="719" y="538"/>
                  </a:lnTo>
                  <a:lnTo>
                    <a:pt x="721" y="549"/>
                  </a:lnTo>
                  <a:lnTo>
                    <a:pt x="725" y="555"/>
                  </a:lnTo>
                  <a:lnTo>
                    <a:pt x="736" y="557"/>
                  </a:lnTo>
                  <a:lnTo>
                    <a:pt x="753" y="557"/>
                  </a:lnTo>
                  <a:lnTo>
                    <a:pt x="767" y="560"/>
                  </a:lnTo>
                  <a:lnTo>
                    <a:pt x="774" y="568"/>
                  </a:lnTo>
                  <a:lnTo>
                    <a:pt x="773" y="577"/>
                  </a:lnTo>
                  <a:lnTo>
                    <a:pt x="770" y="585"/>
                  </a:lnTo>
                  <a:lnTo>
                    <a:pt x="771" y="593"/>
                  </a:lnTo>
                  <a:close/>
                </a:path>
              </a:pathLst>
            </a:custGeom>
            <a:solidFill>
              <a:srgbClr val="E18B48">
                <a:alpha val="37000"/>
              </a:srgbClr>
            </a:solidFill>
            <a:ln>
              <a:noFill/>
            </a:ln>
          </p:spPr>
          <p:txBody>
            <a:bodyPr anchor="ctr"/>
            <a:lstStyle/>
            <a:p>
              <a:pPr algn="ctr">
                <a:buNone/>
              </a:pPr>
            </a:p>
          </p:txBody>
        </p:sp>
        <p:sp>
          <p:nvSpPr>
            <p:cNvPr id="7144" name="addition:input:143">
              <a:extLst>
                <a:ext uri="{FF2B5EF4-FFF2-40B4-BE49-F238E27FC236}">
                  <ns2:creationId id="{2219FEB7-B288-4BFC-BE2D-3DC7EC184AE1}"/>
                </a:ext>
              </a:extLst>
            </p:cNvPr>
            <p:cNvSpPr>
              <a:spLocks noGrp="1"/>
            </p:cNvSpPr>
            <p:nvPr/>
          </p:nvSpPr>
          <p:spPr>
            <a:xfrm>
              <a:off x="209550" y="5438775"/>
              <a:ext cx="1097829" cy="1162202"/>
            </a:xfrm>
            <a:custGeom>
              <a:rect l="l" t="t" r="r" b="b"/>
              <a:pathLst>
                <a:path w="667" h="620">
                  <a:moveTo>
                    <a:pt x="0" y="0"/>
                  </a:moveTo>
                  <a:moveTo>
                    <a:pt x="667" y="580"/>
                  </a:moveTo>
                  <a:lnTo>
                    <a:pt x="667" y="584"/>
                  </a:lnTo>
                  <a:lnTo>
                    <a:pt x="666" y="587"/>
                  </a:lnTo>
                  <a:lnTo>
                    <a:pt x="665" y="591"/>
                  </a:lnTo>
                  <a:lnTo>
                    <a:pt x="663" y="595"/>
                  </a:lnTo>
                  <a:lnTo>
                    <a:pt x="660" y="597"/>
                  </a:lnTo>
                  <a:lnTo>
                    <a:pt x="654" y="598"/>
                  </a:lnTo>
                  <a:lnTo>
                    <a:pt x="648" y="599"/>
                  </a:lnTo>
                  <a:lnTo>
                    <a:pt x="645" y="600"/>
                  </a:lnTo>
                  <a:lnTo>
                    <a:pt x="644" y="605"/>
                  </a:lnTo>
                  <a:lnTo>
                    <a:pt x="645" y="610"/>
                  </a:lnTo>
                  <a:lnTo>
                    <a:pt x="643" y="615"/>
                  </a:lnTo>
                  <a:lnTo>
                    <a:pt x="639" y="618"/>
                  </a:lnTo>
                  <a:lnTo>
                    <a:pt x="634" y="618"/>
                  </a:lnTo>
                  <a:lnTo>
                    <a:pt x="629" y="618"/>
                  </a:lnTo>
                  <a:lnTo>
                    <a:pt x="625" y="618"/>
                  </a:lnTo>
                  <a:lnTo>
                    <a:pt x="620" y="620"/>
                  </a:lnTo>
                  <a:lnTo>
                    <a:pt x="616" y="620"/>
                  </a:lnTo>
                  <a:lnTo>
                    <a:pt x="612" y="619"/>
                  </a:lnTo>
                  <a:lnTo>
                    <a:pt x="608" y="617"/>
                  </a:lnTo>
                  <a:lnTo>
                    <a:pt x="605" y="616"/>
                  </a:lnTo>
                  <a:lnTo>
                    <a:pt x="601" y="615"/>
                  </a:lnTo>
                  <a:lnTo>
                    <a:pt x="598" y="614"/>
                  </a:lnTo>
                  <a:lnTo>
                    <a:pt x="595" y="612"/>
                  </a:lnTo>
                  <a:lnTo>
                    <a:pt x="594" y="609"/>
                  </a:lnTo>
                  <a:lnTo>
                    <a:pt x="592" y="607"/>
                  </a:lnTo>
                  <a:lnTo>
                    <a:pt x="588" y="606"/>
                  </a:lnTo>
                  <a:lnTo>
                    <a:pt x="582" y="607"/>
                  </a:lnTo>
                  <a:lnTo>
                    <a:pt x="577" y="607"/>
                  </a:lnTo>
                  <a:lnTo>
                    <a:pt x="574" y="604"/>
                  </a:lnTo>
                  <a:lnTo>
                    <a:pt x="575" y="599"/>
                  </a:lnTo>
                  <a:lnTo>
                    <a:pt x="579" y="594"/>
                  </a:lnTo>
                  <a:lnTo>
                    <a:pt x="581" y="590"/>
                  </a:lnTo>
                  <a:lnTo>
                    <a:pt x="581" y="586"/>
                  </a:lnTo>
                  <a:lnTo>
                    <a:pt x="581" y="583"/>
                  </a:lnTo>
                  <a:lnTo>
                    <a:pt x="581" y="580"/>
                  </a:lnTo>
                  <a:lnTo>
                    <a:pt x="582" y="577"/>
                  </a:lnTo>
                  <a:lnTo>
                    <a:pt x="582" y="574"/>
                  </a:lnTo>
                  <a:lnTo>
                    <a:pt x="580" y="570"/>
                  </a:lnTo>
                  <a:lnTo>
                    <a:pt x="578" y="566"/>
                  </a:lnTo>
                  <a:lnTo>
                    <a:pt x="578" y="562"/>
                  </a:lnTo>
                  <a:lnTo>
                    <a:pt x="581" y="559"/>
                  </a:lnTo>
                  <a:lnTo>
                    <a:pt x="585" y="558"/>
                  </a:lnTo>
                  <a:lnTo>
                    <a:pt x="587" y="555"/>
                  </a:lnTo>
                  <a:lnTo>
                    <a:pt x="588" y="552"/>
                  </a:lnTo>
                  <a:lnTo>
                    <a:pt x="588" y="547"/>
                  </a:lnTo>
                  <a:lnTo>
                    <a:pt x="591" y="545"/>
                  </a:lnTo>
                  <a:lnTo>
                    <a:pt x="595" y="545"/>
                  </a:lnTo>
                  <a:lnTo>
                    <a:pt x="600" y="547"/>
                  </a:lnTo>
                  <a:lnTo>
                    <a:pt x="604" y="549"/>
                  </a:lnTo>
                  <a:lnTo>
                    <a:pt x="607" y="549"/>
                  </a:lnTo>
                  <a:lnTo>
                    <a:pt x="609" y="546"/>
                  </a:lnTo>
                  <a:lnTo>
                    <a:pt x="612" y="544"/>
                  </a:lnTo>
                  <a:lnTo>
                    <a:pt x="616" y="542"/>
                  </a:lnTo>
                  <a:lnTo>
                    <a:pt x="620" y="541"/>
                  </a:lnTo>
                  <a:lnTo>
                    <a:pt x="624" y="540"/>
                  </a:lnTo>
                  <a:lnTo>
                    <a:pt x="629" y="539"/>
                  </a:lnTo>
                  <a:lnTo>
                    <a:pt x="634" y="539"/>
                  </a:lnTo>
                  <a:lnTo>
                    <a:pt x="637" y="543"/>
                  </a:lnTo>
                  <a:lnTo>
                    <a:pt x="639" y="548"/>
                  </a:lnTo>
                  <a:lnTo>
                    <a:pt x="640" y="553"/>
                  </a:lnTo>
                  <a:lnTo>
                    <a:pt x="642" y="556"/>
                  </a:lnTo>
                  <a:lnTo>
                    <a:pt x="647" y="556"/>
                  </a:lnTo>
                  <a:lnTo>
                    <a:pt x="652" y="558"/>
                  </a:lnTo>
                  <a:lnTo>
                    <a:pt x="656" y="560"/>
                  </a:lnTo>
                  <a:lnTo>
                    <a:pt x="656" y="564"/>
                  </a:lnTo>
                  <a:lnTo>
                    <a:pt x="656" y="568"/>
                  </a:lnTo>
                  <a:lnTo>
                    <a:pt x="658" y="571"/>
                  </a:lnTo>
                  <a:lnTo>
                    <a:pt x="662" y="573"/>
                  </a:lnTo>
                  <a:lnTo>
                    <a:pt x="665" y="577"/>
                  </a:lnTo>
                  <a:close/>
                </a:path>
              </a:pathLst>
            </a:custGeom>
            <a:solidFill>
              <a:srgbClr val="DE8036">
                <a:alpha val="36000"/>
              </a:srgbClr>
            </a:solidFill>
            <a:ln>
              <a:noFill/>
            </a:ln>
          </p:spPr>
          <p:txBody>
            <a:bodyPr anchor="ctr"/>
            <a:lstStyle/>
            <a:p>
              <a:pPr algn="ctr">
                <a:buNone/>
              </a:pPr>
            </a:p>
          </p:txBody>
        </p:sp>
        <p:sp>
          <p:nvSpPr>
            <p:cNvPr id="7145" name="addition:input:144">
              <a:extLst>
                <a:ext uri="{FF2B5EF4-FFF2-40B4-BE49-F238E27FC236}">
                  <ns2:creationId id="{8AF84737-5B84-4733-A371-BB524268E80A}"/>
                </a:ext>
              </a:extLst>
            </p:cNvPr>
            <p:cNvSpPr>
              <a:spLocks noGrp="1"/>
            </p:cNvSpPr>
            <p:nvPr/>
          </p:nvSpPr>
          <p:spPr>
            <a:xfrm>
              <a:off x="209550" y="5438775"/>
              <a:ext cx="1180125" cy="1120963"/>
            </a:xfrm>
            <a:custGeom>
              <a:rect l="l" t="t" r="r" b="b"/>
              <a:pathLst>
                <a:path w="717" h="598">
                  <a:moveTo>
                    <a:pt x="0" y="0"/>
                  </a:moveTo>
                  <a:moveTo>
                    <a:pt x="709" y="569"/>
                  </a:moveTo>
                  <a:lnTo>
                    <a:pt x="708" y="571"/>
                  </a:lnTo>
                  <a:lnTo>
                    <a:pt x="707" y="573"/>
                  </a:lnTo>
                  <a:lnTo>
                    <a:pt x="706" y="575"/>
                  </a:lnTo>
                  <a:lnTo>
                    <a:pt x="705" y="578"/>
                  </a:lnTo>
                  <a:lnTo>
                    <a:pt x="706" y="581"/>
                  </a:lnTo>
                  <a:lnTo>
                    <a:pt x="707" y="584"/>
                  </a:lnTo>
                  <a:lnTo>
                    <a:pt x="707" y="588"/>
                  </a:lnTo>
                  <a:lnTo>
                    <a:pt x="706" y="590"/>
                  </a:lnTo>
                  <a:lnTo>
                    <a:pt x="702" y="591"/>
                  </a:lnTo>
                  <a:lnTo>
                    <a:pt x="698" y="591"/>
                  </a:lnTo>
                  <a:lnTo>
                    <a:pt x="695" y="592"/>
                  </a:lnTo>
                  <a:lnTo>
                    <a:pt x="694" y="594"/>
                  </a:lnTo>
                  <a:lnTo>
                    <a:pt x="692" y="596"/>
                  </a:lnTo>
                  <a:lnTo>
                    <a:pt x="690" y="598"/>
                  </a:lnTo>
                  <a:lnTo>
                    <a:pt x="687" y="597"/>
                  </a:lnTo>
                  <a:lnTo>
                    <a:pt x="684" y="595"/>
                  </a:lnTo>
                  <a:lnTo>
                    <a:pt x="681" y="594"/>
                  </a:lnTo>
                  <a:lnTo>
                    <a:pt x="679" y="594"/>
                  </a:lnTo>
                  <a:lnTo>
                    <a:pt x="676" y="596"/>
                  </a:lnTo>
                  <a:lnTo>
                    <a:pt x="674" y="597"/>
                  </a:lnTo>
                  <a:lnTo>
                    <a:pt x="671" y="597"/>
                  </a:lnTo>
                  <a:lnTo>
                    <a:pt x="667" y="597"/>
                  </a:lnTo>
                  <a:lnTo>
                    <a:pt x="664" y="597"/>
                  </a:lnTo>
                  <a:lnTo>
                    <a:pt x="660" y="596"/>
                  </a:lnTo>
                  <a:lnTo>
                    <a:pt x="657" y="595"/>
                  </a:lnTo>
                  <a:lnTo>
                    <a:pt x="656" y="591"/>
                  </a:lnTo>
                  <a:lnTo>
                    <a:pt x="657" y="586"/>
                  </a:lnTo>
                  <a:lnTo>
                    <a:pt x="657" y="583"/>
                  </a:lnTo>
                  <a:lnTo>
                    <a:pt x="656" y="581"/>
                  </a:lnTo>
                  <a:lnTo>
                    <a:pt x="652" y="580"/>
                  </a:lnTo>
                  <a:lnTo>
                    <a:pt x="648" y="579"/>
                  </a:lnTo>
                  <a:lnTo>
                    <a:pt x="645" y="576"/>
                  </a:lnTo>
                  <a:lnTo>
                    <a:pt x="644" y="574"/>
                  </a:lnTo>
                  <a:lnTo>
                    <a:pt x="644" y="571"/>
                  </a:lnTo>
                  <a:lnTo>
                    <a:pt x="643" y="569"/>
                  </a:lnTo>
                  <a:lnTo>
                    <a:pt x="642" y="566"/>
                  </a:lnTo>
                  <a:lnTo>
                    <a:pt x="641" y="563"/>
                  </a:lnTo>
                  <a:lnTo>
                    <a:pt x="641" y="560"/>
                  </a:lnTo>
                  <a:lnTo>
                    <a:pt x="643" y="558"/>
                  </a:lnTo>
                  <a:lnTo>
                    <a:pt x="644" y="556"/>
                  </a:lnTo>
                  <a:lnTo>
                    <a:pt x="646" y="553"/>
                  </a:lnTo>
                  <a:lnTo>
                    <a:pt x="647" y="551"/>
                  </a:lnTo>
                  <a:lnTo>
                    <a:pt x="651" y="550"/>
                  </a:lnTo>
                  <a:lnTo>
                    <a:pt x="655" y="550"/>
                  </a:lnTo>
                  <a:lnTo>
                    <a:pt x="659" y="550"/>
                  </a:lnTo>
                  <a:lnTo>
                    <a:pt x="662" y="549"/>
                  </a:lnTo>
                  <a:lnTo>
                    <a:pt x="663" y="545"/>
                  </a:lnTo>
                  <a:lnTo>
                    <a:pt x="664" y="541"/>
                  </a:lnTo>
                  <a:lnTo>
                    <a:pt x="666" y="537"/>
                  </a:lnTo>
                  <a:lnTo>
                    <a:pt x="670" y="536"/>
                  </a:lnTo>
                  <a:lnTo>
                    <a:pt x="674" y="537"/>
                  </a:lnTo>
                  <a:lnTo>
                    <a:pt x="678" y="538"/>
                  </a:lnTo>
                  <a:lnTo>
                    <a:pt x="682" y="539"/>
                  </a:lnTo>
                  <a:lnTo>
                    <a:pt x="685" y="539"/>
                  </a:lnTo>
                  <a:lnTo>
                    <a:pt x="689" y="541"/>
                  </a:lnTo>
                  <a:lnTo>
                    <a:pt x="691" y="543"/>
                  </a:lnTo>
                  <a:lnTo>
                    <a:pt x="694" y="544"/>
                  </a:lnTo>
                  <a:lnTo>
                    <a:pt x="697" y="545"/>
                  </a:lnTo>
                  <a:lnTo>
                    <a:pt x="700" y="545"/>
                  </a:lnTo>
                  <a:lnTo>
                    <a:pt x="703" y="545"/>
                  </a:lnTo>
                  <a:lnTo>
                    <a:pt x="705" y="548"/>
                  </a:lnTo>
                  <a:lnTo>
                    <a:pt x="706" y="550"/>
                  </a:lnTo>
                  <a:lnTo>
                    <a:pt x="707" y="553"/>
                  </a:lnTo>
                  <a:lnTo>
                    <a:pt x="709" y="554"/>
                  </a:lnTo>
                  <a:lnTo>
                    <a:pt x="714" y="555"/>
                  </a:lnTo>
                  <a:lnTo>
                    <a:pt x="717" y="557"/>
                  </a:lnTo>
                  <a:lnTo>
                    <a:pt x="717" y="560"/>
                  </a:lnTo>
                  <a:lnTo>
                    <a:pt x="715" y="563"/>
                  </a:lnTo>
                  <a:lnTo>
                    <a:pt x="711" y="566"/>
                  </a:lnTo>
                  <a:close/>
                </a:path>
              </a:pathLst>
            </a:custGeom>
            <a:solidFill>
              <a:srgbClr val="DE8036">
                <a:alpha val="36000"/>
              </a:srgbClr>
            </a:solidFill>
            <a:ln>
              <a:noFill/>
            </a:ln>
          </p:spPr>
          <p:txBody>
            <a:bodyPr anchor="ctr"/>
            <a:lstStyle/>
            <a:p>
              <a:pPr algn="ctr">
                <a:buNone/>
              </a:pPr>
            </a:p>
          </p:txBody>
        </p:sp>
        <p:sp>
          <p:nvSpPr>
            <p:cNvPr id="7146" name="addition:input:145">
              <a:extLst>
                <a:ext uri="{FF2B5EF4-FFF2-40B4-BE49-F238E27FC236}">
                  <ns2:creationId id="{F522BCBC-7DA5-45BD-A87A-9E5D626C8ACD}"/>
                </a:ext>
              </a:extLst>
            </p:cNvPr>
            <p:cNvSpPr>
              <a:spLocks noGrp="1"/>
            </p:cNvSpPr>
            <p:nvPr/>
          </p:nvSpPr>
          <p:spPr>
            <a:xfrm>
              <a:off x="209550" y="5438775"/>
              <a:ext cx="1245961" cy="1237183"/>
            </a:xfrm>
            <a:custGeom>
              <a:rect l="l" t="t" r="r" b="b"/>
              <a:pathLst>
                <a:path w="757" h="660">
                  <a:moveTo>
                    <a:pt x="0" y="0"/>
                  </a:moveTo>
                  <a:moveTo>
                    <a:pt x="753" y="620"/>
                  </a:moveTo>
                  <a:lnTo>
                    <a:pt x="751" y="623"/>
                  </a:lnTo>
                  <a:lnTo>
                    <a:pt x="748" y="626"/>
                  </a:lnTo>
                  <a:lnTo>
                    <a:pt x="745" y="629"/>
                  </a:lnTo>
                  <a:lnTo>
                    <a:pt x="744" y="632"/>
                  </a:lnTo>
                  <a:lnTo>
                    <a:pt x="743" y="636"/>
                  </a:lnTo>
                  <a:lnTo>
                    <a:pt x="741" y="639"/>
                  </a:lnTo>
                  <a:lnTo>
                    <a:pt x="738" y="641"/>
                  </a:lnTo>
                  <a:lnTo>
                    <a:pt x="735" y="643"/>
                  </a:lnTo>
                  <a:lnTo>
                    <a:pt x="734" y="647"/>
                  </a:lnTo>
                  <a:lnTo>
                    <a:pt x="733" y="652"/>
                  </a:lnTo>
                  <a:lnTo>
                    <a:pt x="732" y="657"/>
                  </a:lnTo>
                  <a:lnTo>
                    <a:pt x="729" y="660"/>
                  </a:lnTo>
                  <a:lnTo>
                    <a:pt x="723" y="658"/>
                  </a:lnTo>
                  <a:lnTo>
                    <a:pt x="717" y="655"/>
                  </a:lnTo>
                  <a:lnTo>
                    <a:pt x="713" y="653"/>
                  </a:lnTo>
                  <a:lnTo>
                    <a:pt x="710" y="652"/>
                  </a:lnTo>
                  <a:lnTo>
                    <a:pt x="707" y="654"/>
                  </a:lnTo>
                  <a:lnTo>
                    <a:pt x="704" y="655"/>
                  </a:lnTo>
                  <a:lnTo>
                    <a:pt x="701" y="656"/>
                  </a:lnTo>
                  <a:lnTo>
                    <a:pt x="698" y="656"/>
                  </a:lnTo>
                  <a:lnTo>
                    <a:pt x="694" y="657"/>
                  </a:lnTo>
                  <a:lnTo>
                    <a:pt x="689" y="657"/>
                  </a:lnTo>
                  <a:lnTo>
                    <a:pt x="685" y="657"/>
                  </a:lnTo>
                  <a:lnTo>
                    <a:pt x="682" y="654"/>
                  </a:lnTo>
                  <a:lnTo>
                    <a:pt x="681" y="650"/>
                  </a:lnTo>
                  <a:lnTo>
                    <a:pt x="679" y="647"/>
                  </a:lnTo>
                  <a:lnTo>
                    <a:pt x="675" y="645"/>
                  </a:lnTo>
                  <a:lnTo>
                    <a:pt x="671" y="643"/>
                  </a:lnTo>
                  <a:lnTo>
                    <a:pt x="667" y="641"/>
                  </a:lnTo>
                  <a:lnTo>
                    <a:pt x="667" y="637"/>
                  </a:lnTo>
                  <a:lnTo>
                    <a:pt x="669" y="632"/>
                  </a:lnTo>
                  <a:lnTo>
                    <a:pt x="671" y="628"/>
                  </a:lnTo>
                  <a:lnTo>
                    <a:pt x="670" y="625"/>
                  </a:lnTo>
                  <a:lnTo>
                    <a:pt x="665" y="623"/>
                  </a:lnTo>
                  <a:lnTo>
                    <a:pt x="661" y="620"/>
                  </a:lnTo>
                  <a:lnTo>
                    <a:pt x="657" y="616"/>
                  </a:lnTo>
                  <a:lnTo>
                    <a:pt x="656" y="612"/>
                  </a:lnTo>
                  <a:lnTo>
                    <a:pt x="656" y="608"/>
                  </a:lnTo>
                  <a:lnTo>
                    <a:pt x="656" y="604"/>
                  </a:lnTo>
                  <a:lnTo>
                    <a:pt x="657" y="601"/>
                  </a:lnTo>
                  <a:lnTo>
                    <a:pt x="661" y="599"/>
                  </a:lnTo>
                  <a:lnTo>
                    <a:pt x="667" y="598"/>
                  </a:lnTo>
                  <a:lnTo>
                    <a:pt x="672" y="598"/>
                  </a:lnTo>
                  <a:lnTo>
                    <a:pt x="675" y="596"/>
                  </a:lnTo>
                  <a:lnTo>
                    <a:pt x="676" y="592"/>
                  </a:lnTo>
                  <a:lnTo>
                    <a:pt x="677" y="588"/>
                  </a:lnTo>
                  <a:lnTo>
                    <a:pt x="680" y="585"/>
                  </a:lnTo>
                  <a:lnTo>
                    <a:pt x="685" y="584"/>
                  </a:lnTo>
                  <a:lnTo>
                    <a:pt x="690" y="585"/>
                  </a:lnTo>
                  <a:lnTo>
                    <a:pt x="695" y="584"/>
                  </a:lnTo>
                  <a:lnTo>
                    <a:pt x="699" y="582"/>
                  </a:lnTo>
                  <a:lnTo>
                    <a:pt x="703" y="579"/>
                  </a:lnTo>
                  <a:lnTo>
                    <a:pt x="708" y="577"/>
                  </a:lnTo>
                  <a:lnTo>
                    <a:pt x="713" y="578"/>
                  </a:lnTo>
                  <a:lnTo>
                    <a:pt x="718" y="580"/>
                  </a:lnTo>
                  <a:lnTo>
                    <a:pt x="723" y="582"/>
                  </a:lnTo>
                  <a:lnTo>
                    <a:pt x="727" y="584"/>
                  </a:lnTo>
                  <a:lnTo>
                    <a:pt x="730" y="587"/>
                  </a:lnTo>
                  <a:lnTo>
                    <a:pt x="732" y="591"/>
                  </a:lnTo>
                  <a:lnTo>
                    <a:pt x="733" y="595"/>
                  </a:lnTo>
                  <a:lnTo>
                    <a:pt x="736" y="597"/>
                  </a:lnTo>
                  <a:lnTo>
                    <a:pt x="741" y="597"/>
                  </a:lnTo>
                  <a:lnTo>
                    <a:pt x="748" y="596"/>
                  </a:lnTo>
                  <a:lnTo>
                    <a:pt x="754" y="597"/>
                  </a:lnTo>
                  <a:lnTo>
                    <a:pt x="757" y="600"/>
                  </a:lnTo>
                  <a:lnTo>
                    <a:pt x="756" y="605"/>
                  </a:lnTo>
                  <a:lnTo>
                    <a:pt x="753" y="609"/>
                  </a:lnTo>
                  <a:lnTo>
                    <a:pt x="752" y="613"/>
                  </a:lnTo>
                  <a:lnTo>
                    <a:pt x="753" y="616"/>
                  </a:lnTo>
                  <a:close/>
                </a:path>
              </a:pathLst>
            </a:custGeom>
            <a:solidFill>
              <a:srgbClr val="DE8036">
                <a:alpha val="36000"/>
              </a:srgbClr>
            </a:solidFill>
            <a:ln>
              <a:noFill/>
            </a:ln>
          </p:spPr>
          <p:txBody>
            <a:bodyPr anchor="ctr"/>
            <a:lstStyle/>
            <a:p>
              <a:pPr algn="ctr">
                <a:buNone/>
              </a:pPr>
            </a:p>
          </p:txBody>
        </p:sp>
        <p:sp>
          <p:nvSpPr>
            <p:cNvPr id="7147" name="addition:input:146">
              <a:extLst>
                <a:ext uri="{FF2B5EF4-FFF2-40B4-BE49-F238E27FC236}">
                  <ns2:creationId id="{F4A8964B-849F-4608-A90F-7BC7231882A8}"/>
                </a:ext>
              </a:extLst>
            </p:cNvPr>
            <p:cNvSpPr>
              <a:spLocks noGrp="1"/>
            </p:cNvSpPr>
            <p:nvPr/>
          </p:nvSpPr>
          <p:spPr>
            <a:xfrm>
              <a:off x="209550" y="5438775"/>
              <a:ext cx="1120872" cy="1267176"/>
            </a:xfrm>
            <a:custGeom>
              <a:rect l="l" t="t" r="r" b="b"/>
              <a:pathLst>
                <a:path w="681" h="676">
                  <a:moveTo>
                    <a:pt x="0" y="0"/>
                  </a:moveTo>
                  <a:moveTo>
                    <a:pt x="680" y="642"/>
                  </a:moveTo>
                  <a:lnTo>
                    <a:pt x="680" y="645"/>
                  </a:lnTo>
                  <a:lnTo>
                    <a:pt x="677" y="647"/>
                  </a:lnTo>
                  <a:lnTo>
                    <a:pt x="673" y="649"/>
                  </a:lnTo>
                  <a:lnTo>
                    <a:pt x="670" y="651"/>
                  </a:lnTo>
                  <a:lnTo>
                    <a:pt x="670" y="654"/>
                  </a:lnTo>
                  <a:lnTo>
                    <a:pt x="673" y="658"/>
                  </a:lnTo>
                  <a:lnTo>
                    <a:pt x="675" y="663"/>
                  </a:lnTo>
                  <a:lnTo>
                    <a:pt x="674" y="666"/>
                  </a:lnTo>
                  <a:lnTo>
                    <a:pt x="671" y="668"/>
                  </a:lnTo>
                  <a:lnTo>
                    <a:pt x="667" y="669"/>
                  </a:lnTo>
                  <a:lnTo>
                    <a:pt x="663" y="670"/>
                  </a:lnTo>
                  <a:lnTo>
                    <a:pt x="660" y="670"/>
                  </a:lnTo>
                  <a:lnTo>
                    <a:pt x="657" y="670"/>
                  </a:lnTo>
                  <a:lnTo>
                    <a:pt x="653" y="670"/>
                  </a:lnTo>
                  <a:lnTo>
                    <a:pt x="650" y="669"/>
                  </a:lnTo>
                  <a:lnTo>
                    <a:pt x="648" y="670"/>
                  </a:lnTo>
                  <a:lnTo>
                    <a:pt x="645" y="673"/>
                  </a:lnTo>
                  <a:lnTo>
                    <a:pt x="642" y="675"/>
                  </a:lnTo>
                  <a:lnTo>
                    <a:pt x="639" y="676"/>
                  </a:lnTo>
                  <a:lnTo>
                    <a:pt x="635" y="674"/>
                  </a:lnTo>
                  <a:lnTo>
                    <a:pt x="633" y="672"/>
                  </a:lnTo>
                  <a:lnTo>
                    <a:pt x="630" y="671"/>
                  </a:lnTo>
                  <a:lnTo>
                    <a:pt x="625" y="671"/>
                  </a:lnTo>
                  <a:lnTo>
                    <a:pt x="620" y="672"/>
                  </a:lnTo>
                  <a:lnTo>
                    <a:pt x="616" y="670"/>
                  </a:lnTo>
                  <a:lnTo>
                    <a:pt x="614" y="667"/>
                  </a:lnTo>
                  <a:lnTo>
                    <a:pt x="614" y="663"/>
                  </a:lnTo>
                  <a:lnTo>
                    <a:pt x="613" y="659"/>
                  </a:lnTo>
                  <a:lnTo>
                    <a:pt x="612" y="657"/>
                  </a:lnTo>
                  <a:lnTo>
                    <a:pt x="610" y="654"/>
                  </a:lnTo>
                  <a:lnTo>
                    <a:pt x="608" y="652"/>
                  </a:lnTo>
                  <a:lnTo>
                    <a:pt x="606" y="649"/>
                  </a:lnTo>
                  <a:lnTo>
                    <a:pt x="604" y="647"/>
                  </a:lnTo>
                  <a:lnTo>
                    <a:pt x="599" y="645"/>
                  </a:lnTo>
                  <a:lnTo>
                    <a:pt x="594" y="642"/>
                  </a:lnTo>
                  <a:lnTo>
                    <a:pt x="592" y="638"/>
                  </a:lnTo>
                  <a:lnTo>
                    <a:pt x="594" y="635"/>
                  </a:lnTo>
                  <a:lnTo>
                    <a:pt x="598" y="633"/>
                  </a:lnTo>
                  <a:lnTo>
                    <a:pt x="603" y="631"/>
                  </a:lnTo>
                  <a:lnTo>
                    <a:pt x="605" y="629"/>
                  </a:lnTo>
                  <a:lnTo>
                    <a:pt x="606" y="626"/>
                  </a:lnTo>
                  <a:lnTo>
                    <a:pt x="606" y="622"/>
                  </a:lnTo>
                  <a:lnTo>
                    <a:pt x="609" y="620"/>
                  </a:lnTo>
                  <a:lnTo>
                    <a:pt x="613" y="619"/>
                  </a:lnTo>
                  <a:lnTo>
                    <a:pt x="617" y="618"/>
                  </a:lnTo>
                  <a:lnTo>
                    <a:pt x="620" y="617"/>
                  </a:lnTo>
                  <a:lnTo>
                    <a:pt x="622" y="614"/>
                  </a:lnTo>
                  <a:lnTo>
                    <a:pt x="625" y="611"/>
                  </a:lnTo>
                  <a:lnTo>
                    <a:pt x="629" y="610"/>
                  </a:lnTo>
                  <a:lnTo>
                    <a:pt x="633" y="609"/>
                  </a:lnTo>
                  <a:lnTo>
                    <a:pt x="637" y="607"/>
                  </a:lnTo>
                  <a:lnTo>
                    <a:pt x="642" y="605"/>
                  </a:lnTo>
                  <a:lnTo>
                    <a:pt x="646" y="604"/>
                  </a:lnTo>
                  <a:lnTo>
                    <a:pt x="650" y="606"/>
                  </a:lnTo>
                  <a:lnTo>
                    <a:pt x="653" y="610"/>
                  </a:lnTo>
                  <a:lnTo>
                    <a:pt x="655" y="615"/>
                  </a:lnTo>
                  <a:lnTo>
                    <a:pt x="658" y="618"/>
                  </a:lnTo>
                  <a:lnTo>
                    <a:pt x="661" y="617"/>
                  </a:lnTo>
                  <a:lnTo>
                    <a:pt x="666" y="616"/>
                  </a:lnTo>
                  <a:lnTo>
                    <a:pt x="670" y="616"/>
                  </a:lnTo>
                  <a:lnTo>
                    <a:pt x="673" y="617"/>
                  </a:lnTo>
                  <a:lnTo>
                    <a:pt x="675" y="619"/>
                  </a:lnTo>
                  <a:lnTo>
                    <a:pt x="677" y="622"/>
                  </a:lnTo>
                  <a:lnTo>
                    <a:pt x="679" y="624"/>
                  </a:lnTo>
                  <a:lnTo>
                    <a:pt x="681" y="626"/>
                  </a:lnTo>
                  <a:lnTo>
                    <a:pt x="681" y="630"/>
                  </a:lnTo>
                  <a:lnTo>
                    <a:pt x="680" y="633"/>
                  </a:lnTo>
                  <a:lnTo>
                    <a:pt x="679" y="636"/>
                  </a:lnTo>
                  <a:lnTo>
                    <a:pt x="679" y="639"/>
                  </a:lnTo>
                  <a:close/>
                </a:path>
              </a:pathLst>
            </a:custGeom>
            <a:solidFill>
              <a:srgbClr val="DE8036">
                <a:alpha val="36000"/>
              </a:srgbClr>
            </a:solidFill>
            <a:ln>
              <a:noFill/>
            </a:ln>
          </p:spPr>
          <p:txBody>
            <a:bodyPr anchor="ctr"/>
            <a:lstStyle/>
            <a:p>
              <a:pPr algn="ctr">
                <a:buNone/>
              </a:pPr>
            </a:p>
          </p:txBody>
        </p:sp>
        <p:sp>
          <p:nvSpPr>
            <p:cNvPr id="7148" name="addition:input:147">
              <a:extLst>
                <a:ext uri="{FF2B5EF4-FFF2-40B4-BE49-F238E27FC236}">
                  <ns2:creationId id="{BBF8C925-1837-4244-80D5-0D4335DFFD92}"/>
                </a:ext>
              </a:extLst>
            </p:cNvPr>
            <p:cNvSpPr>
              <a:spLocks noGrp="1"/>
            </p:cNvSpPr>
            <p:nvPr/>
          </p:nvSpPr>
          <p:spPr>
            <a:xfrm>
              <a:off x="209550" y="5438775"/>
              <a:ext cx="1083015" cy="1152830"/>
            </a:xfrm>
            <a:custGeom>
              <a:rect l="l" t="t" r="r" b="b"/>
              <a:pathLst>
                <a:path w="658" h="615">
                  <a:moveTo>
                    <a:pt x="0" y="0"/>
                  </a:moveTo>
                  <a:moveTo>
                    <a:pt x="648" y="584"/>
                  </a:moveTo>
                  <a:lnTo>
                    <a:pt x="651" y="586"/>
                  </a:lnTo>
                  <a:lnTo>
                    <a:pt x="655" y="589"/>
                  </a:lnTo>
                  <a:lnTo>
                    <a:pt x="658" y="593"/>
                  </a:lnTo>
                  <a:lnTo>
                    <a:pt x="658" y="596"/>
                  </a:lnTo>
                  <a:lnTo>
                    <a:pt x="655" y="598"/>
                  </a:lnTo>
                  <a:lnTo>
                    <a:pt x="651" y="599"/>
                  </a:lnTo>
                  <a:lnTo>
                    <a:pt x="648" y="600"/>
                  </a:lnTo>
                  <a:lnTo>
                    <a:pt x="646" y="602"/>
                  </a:lnTo>
                  <a:lnTo>
                    <a:pt x="645" y="603"/>
                  </a:lnTo>
                  <a:lnTo>
                    <a:pt x="642" y="605"/>
                  </a:lnTo>
                  <a:lnTo>
                    <a:pt x="640" y="606"/>
                  </a:lnTo>
                  <a:lnTo>
                    <a:pt x="638" y="607"/>
                  </a:lnTo>
                  <a:lnTo>
                    <a:pt x="636" y="610"/>
                  </a:lnTo>
                  <a:lnTo>
                    <a:pt x="634" y="612"/>
                  </a:lnTo>
                  <a:lnTo>
                    <a:pt x="631" y="614"/>
                  </a:lnTo>
                  <a:lnTo>
                    <a:pt x="627" y="613"/>
                  </a:lnTo>
                  <a:lnTo>
                    <a:pt x="624" y="612"/>
                  </a:lnTo>
                  <a:lnTo>
                    <a:pt x="621" y="612"/>
                  </a:lnTo>
                  <a:lnTo>
                    <a:pt x="617" y="614"/>
                  </a:lnTo>
                  <a:lnTo>
                    <a:pt x="614" y="615"/>
                  </a:lnTo>
                  <a:lnTo>
                    <a:pt x="610" y="615"/>
                  </a:lnTo>
                  <a:lnTo>
                    <a:pt x="607" y="612"/>
                  </a:lnTo>
                  <a:lnTo>
                    <a:pt x="606" y="608"/>
                  </a:lnTo>
                  <a:lnTo>
                    <a:pt x="605" y="604"/>
                  </a:lnTo>
                  <a:lnTo>
                    <a:pt x="603" y="603"/>
                  </a:lnTo>
                  <a:lnTo>
                    <a:pt x="600" y="602"/>
                  </a:lnTo>
                  <a:lnTo>
                    <a:pt x="597" y="601"/>
                  </a:lnTo>
                  <a:lnTo>
                    <a:pt x="594" y="600"/>
                  </a:lnTo>
                  <a:lnTo>
                    <a:pt x="592" y="599"/>
                  </a:lnTo>
                  <a:lnTo>
                    <a:pt x="589" y="597"/>
                  </a:lnTo>
                  <a:lnTo>
                    <a:pt x="586" y="595"/>
                  </a:lnTo>
                  <a:lnTo>
                    <a:pt x="585" y="593"/>
                  </a:lnTo>
                  <a:lnTo>
                    <a:pt x="586" y="589"/>
                  </a:lnTo>
                  <a:lnTo>
                    <a:pt x="589" y="586"/>
                  </a:lnTo>
                  <a:lnTo>
                    <a:pt x="592" y="584"/>
                  </a:lnTo>
                  <a:lnTo>
                    <a:pt x="593" y="581"/>
                  </a:lnTo>
                  <a:lnTo>
                    <a:pt x="592" y="579"/>
                  </a:lnTo>
                  <a:lnTo>
                    <a:pt x="591" y="576"/>
                  </a:lnTo>
                  <a:lnTo>
                    <a:pt x="593" y="573"/>
                  </a:lnTo>
                  <a:lnTo>
                    <a:pt x="596" y="572"/>
                  </a:lnTo>
                  <a:lnTo>
                    <a:pt x="599" y="570"/>
                  </a:lnTo>
                  <a:lnTo>
                    <a:pt x="601" y="568"/>
                  </a:lnTo>
                  <a:lnTo>
                    <a:pt x="601" y="565"/>
                  </a:lnTo>
                  <a:lnTo>
                    <a:pt x="602" y="562"/>
                  </a:lnTo>
                  <a:lnTo>
                    <a:pt x="603" y="559"/>
                  </a:lnTo>
                  <a:lnTo>
                    <a:pt x="605" y="557"/>
                  </a:lnTo>
                  <a:lnTo>
                    <a:pt x="608" y="556"/>
                  </a:lnTo>
                  <a:lnTo>
                    <a:pt x="610" y="554"/>
                  </a:lnTo>
                  <a:lnTo>
                    <a:pt x="613" y="553"/>
                  </a:lnTo>
                  <a:lnTo>
                    <a:pt x="616" y="554"/>
                  </a:lnTo>
                  <a:lnTo>
                    <a:pt x="619" y="557"/>
                  </a:lnTo>
                  <a:lnTo>
                    <a:pt x="622" y="560"/>
                  </a:lnTo>
                  <a:lnTo>
                    <a:pt x="623" y="560"/>
                  </a:lnTo>
                  <a:lnTo>
                    <a:pt x="626" y="558"/>
                  </a:lnTo>
                  <a:lnTo>
                    <a:pt x="628" y="555"/>
                  </a:lnTo>
                  <a:lnTo>
                    <a:pt x="631" y="554"/>
                  </a:lnTo>
                  <a:lnTo>
                    <a:pt x="634" y="555"/>
                  </a:lnTo>
                  <a:lnTo>
                    <a:pt x="636" y="557"/>
                  </a:lnTo>
                  <a:lnTo>
                    <a:pt x="637" y="559"/>
                  </a:lnTo>
                  <a:lnTo>
                    <a:pt x="640" y="560"/>
                  </a:lnTo>
                  <a:lnTo>
                    <a:pt x="642" y="561"/>
                  </a:lnTo>
                  <a:lnTo>
                    <a:pt x="644" y="563"/>
                  </a:lnTo>
                  <a:lnTo>
                    <a:pt x="645" y="566"/>
                  </a:lnTo>
                  <a:lnTo>
                    <a:pt x="646" y="569"/>
                  </a:lnTo>
                  <a:lnTo>
                    <a:pt x="647" y="571"/>
                  </a:lnTo>
                  <a:lnTo>
                    <a:pt x="648" y="574"/>
                  </a:lnTo>
                  <a:lnTo>
                    <a:pt x="649" y="576"/>
                  </a:lnTo>
                  <a:lnTo>
                    <a:pt x="649" y="579"/>
                  </a:lnTo>
                  <a:lnTo>
                    <a:pt x="648" y="581"/>
                  </a:lnTo>
                  <a:close/>
                </a:path>
              </a:pathLst>
            </a:custGeom>
            <a:solidFill>
              <a:srgbClr val="E8A571">
                <a:alpha val="32000"/>
              </a:srgbClr>
            </a:solidFill>
            <a:ln>
              <a:noFill/>
            </a:ln>
          </p:spPr>
          <p:txBody>
            <a:bodyPr anchor="ctr"/>
            <a:lstStyle/>
            <a:p>
              <a:pPr algn="ctr">
                <a:buNone/>
              </a:pPr>
            </a:p>
          </p:txBody>
        </p:sp>
        <p:sp>
          <p:nvSpPr>
            <p:cNvPr id="7149" name="addition:input:148">
              <a:extLst>
                <a:ext uri="{FF2B5EF4-FFF2-40B4-BE49-F238E27FC236}">
                  <ns2:creationId id="{B553C476-AD64-4B66-B214-554086EB61EB}"/>
                </a:ext>
              </a:extLst>
            </p:cNvPr>
            <p:cNvSpPr>
              <a:spLocks noGrp="1"/>
            </p:cNvSpPr>
            <p:nvPr/>
          </p:nvSpPr>
          <p:spPr>
            <a:xfrm>
              <a:off x="209550" y="5438775"/>
              <a:ext cx="1201522" cy="1231560"/>
            </a:xfrm>
            <a:custGeom>
              <a:rect l="l" t="t" r="r" b="b"/>
              <a:pathLst>
                <a:path w="730" h="657">
                  <a:moveTo>
                    <a:pt x="0" y="0"/>
                  </a:moveTo>
                  <a:moveTo>
                    <a:pt x="729" y="627"/>
                  </a:moveTo>
                  <a:lnTo>
                    <a:pt x="727" y="629"/>
                  </a:lnTo>
                  <a:lnTo>
                    <a:pt x="726" y="631"/>
                  </a:lnTo>
                  <a:lnTo>
                    <a:pt x="726" y="633"/>
                  </a:lnTo>
                  <a:lnTo>
                    <a:pt x="727" y="636"/>
                  </a:lnTo>
                  <a:lnTo>
                    <a:pt x="726" y="638"/>
                  </a:lnTo>
                  <a:lnTo>
                    <a:pt x="723" y="640"/>
                  </a:lnTo>
                  <a:lnTo>
                    <a:pt x="720" y="641"/>
                  </a:lnTo>
                  <a:lnTo>
                    <a:pt x="717" y="642"/>
                  </a:lnTo>
                  <a:lnTo>
                    <a:pt x="715" y="643"/>
                  </a:lnTo>
                  <a:lnTo>
                    <a:pt x="713" y="645"/>
                  </a:lnTo>
                  <a:lnTo>
                    <a:pt x="710" y="646"/>
                  </a:lnTo>
                  <a:lnTo>
                    <a:pt x="708" y="647"/>
                  </a:lnTo>
                  <a:lnTo>
                    <a:pt x="705" y="649"/>
                  </a:lnTo>
                  <a:lnTo>
                    <a:pt x="703" y="652"/>
                  </a:lnTo>
                  <a:lnTo>
                    <a:pt x="700" y="655"/>
                  </a:lnTo>
                  <a:lnTo>
                    <a:pt x="697" y="657"/>
                  </a:lnTo>
                  <a:lnTo>
                    <a:pt x="693" y="656"/>
                  </a:lnTo>
                  <a:lnTo>
                    <a:pt x="690" y="653"/>
                  </a:lnTo>
                  <a:lnTo>
                    <a:pt x="687" y="650"/>
                  </a:lnTo>
                  <a:lnTo>
                    <a:pt x="685" y="648"/>
                  </a:lnTo>
                  <a:lnTo>
                    <a:pt x="682" y="648"/>
                  </a:lnTo>
                  <a:lnTo>
                    <a:pt x="679" y="649"/>
                  </a:lnTo>
                  <a:lnTo>
                    <a:pt x="676" y="649"/>
                  </a:lnTo>
                  <a:lnTo>
                    <a:pt x="674" y="647"/>
                  </a:lnTo>
                  <a:lnTo>
                    <a:pt x="672" y="646"/>
                  </a:lnTo>
                  <a:lnTo>
                    <a:pt x="670" y="645"/>
                  </a:lnTo>
                  <a:lnTo>
                    <a:pt x="667" y="644"/>
                  </a:lnTo>
                  <a:lnTo>
                    <a:pt x="665" y="642"/>
                  </a:lnTo>
                  <a:lnTo>
                    <a:pt x="664" y="640"/>
                  </a:lnTo>
                  <a:lnTo>
                    <a:pt x="664" y="638"/>
                  </a:lnTo>
                  <a:lnTo>
                    <a:pt x="663" y="636"/>
                  </a:lnTo>
                  <a:lnTo>
                    <a:pt x="661" y="634"/>
                  </a:lnTo>
                  <a:lnTo>
                    <a:pt x="660" y="632"/>
                  </a:lnTo>
                  <a:lnTo>
                    <a:pt x="661" y="629"/>
                  </a:lnTo>
                  <a:lnTo>
                    <a:pt x="665" y="627"/>
                  </a:lnTo>
                  <a:lnTo>
                    <a:pt x="669" y="625"/>
                  </a:lnTo>
                  <a:lnTo>
                    <a:pt x="671" y="623"/>
                  </a:lnTo>
                  <a:lnTo>
                    <a:pt x="670" y="621"/>
                  </a:lnTo>
                  <a:lnTo>
                    <a:pt x="667" y="618"/>
                  </a:lnTo>
                  <a:lnTo>
                    <a:pt x="666" y="615"/>
                  </a:lnTo>
                  <a:lnTo>
                    <a:pt x="666" y="612"/>
                  </a:lnTo>
                  <a:lnTo>
                    <a:pt x="668" y="610"/>
                  </a:lnTo>
                  <a:lnTo>
                    <a:pt x="670" y="608"/>
                  </a:lnTo>
                  <a:lnTo>
                    <a:pt x="671" y="606"/>
                  </a:lnTo>
                  <a:lnTo>
                    <a:pt x="673" y="605"/>
                  </a:lnTo>
                  <a:lnTo>
                    <a:pt x="676" y="605"/>
                  </a:lnTo>
                  <a:lnTo>
                    <a:pt x="679" y="605"/>
                  </a:lnTo>
                  <a:lnTo>
                    <a:pt x="682" y="605"/>
                  </a:lnTo>
                  <a:lnTo>
                    <a:pt x="684" y="604"/>
                  </a:lnTo>
                  <a:lnTo>
                    <a:pt x="685" y="602"/>
                  </a:lnTo>
                  <a:lnTo>
                    <a:pt x="688" y="601"/>
                  </a:lnTo>
                  <a:lnTo>
                    <a:pt x="690" y="601"/>
                  </a:lnTo>
                  <a:lnTo>
                    <a:pt x="693" y="603"/>
                  </a:lnTo>
                  <a:lnTo>
                    <a:pt x="695" y="604"/>
                  </a:lnTo>
                  <a:lnTo>
                    <a:pt x="697" y="603"/>
                  </a:lnTo>
                  <a:lnTo>
                    <a:pt x="701" y="601"/>
                  </a:lnTo>
                  <a:lnTo>
                    <a:pt x="705" y="600"/>
                  </a:lnTo>
                  <a:lnTo>
                    <a:pt x="708" y="600"/>
                  </a:lnTo>
                  <a:lnTo>
                    <a:pt x="710" y="603"/>
                  </a:lnTo>
                  <a:lnTo>
                    <a:pt x="712" y="605"/>
                  </a:lnTo>
                  <a:lnTo>
                    <a:pt x="713" y="608"/>
                  </a:lnTo>
                  <a:lnTo>
                    <a:pt x="715" y="610"/>
                  </a:lnTo>
                  <a:lnTo>
                    <a:pt x="716" y="613"/>
                  </a:lnTo>
                  <a:lnTo>
                    <a:pt x="716" y="615"/>
                  </a:lnTo>
                  <a:lnTo>
                    <a:pt x="717" y="617"/>
                  </a:lnTo>
                  <a:lnTo>
                    <a:pt x="719" y="619"/>
                  </a:lnTo>
                  <a:lnTo>
                    <a:pt x="724" y="620"/>
                  </a:lnTo>
                  <a:lnTo>
                    <a:pt x="728" y="622"/>
                  </a:lnTo>
                  <a:lnTo>
                    <a:pt x="730" y="624"/>
                  </a:lnTo>
                  <a:close/>
                </a:path>
              </a:pathLst>
            </a:custGeom>
            <a:solidFill>
              <a:srgbClr val="E8A571">
                <a:alpha val="32000"/>
              </a:srgbClr>
            </a:solidFill>
            <a:ln>
              <a:noFill/>
            </a:ln>
          </p:spPr>
          <p:txBody>
            <a:bodyPr anchor="ctr"/>
            <a:lstStyle/>
            <a:p>
              <a:pPr algn="ctr">
                <a:buNone/>
              </a:pPr>
            </a:p>
          </p:txBody>
        </p:sp>
        <p:sp>
          <p:nvSpPr>
            <p:cNvPr id="7150" name="addition:input:149">
              <a:extLst>
                <a:ext uri="{FF2B5EF4-FFF2-40B4-BE49-F238E27FC236}">
                  <ns2:creationId id="{A7CCC38C-BDF6-4858-9DBE-F3D8EFF2BA8E}"/>
                </a:ext>
              </a:extLst>
            </p:cNvPr>
            <p:cNvSpPr>
              <a:spLocks noGrp="1"/>
            </p:cNvSpPr>
            <p:nvPr/>
          </p:nvSpPr>
          <p:spPr>
            <a:xfrm>
              <a:off x="209550" y="5438775"/>
              <a:ext cx="1295339" cy="1194069"/>
            </a:xfrm>
            <a:custGeom>
              <a:rect l="l" t="t" r="r" b="b"/>
              <a:pathLst>
                <a:path w="787" h="637">
                  <a:moveTo>
                    <a:pt x="0" y="0"/>
                  </a:moveTo>
                  <a:moveTo>
                    <a:pt x="787" y="610"/>
                  </a:moveTo>
                  <a:lnTo>
                    <a:pt x="787" y="612"/>
                  </a:lnTo>
                  <a:lnTo>
                    <a:pt x="786" y="614"/>
                  </a:lnTo>
                  <a:lnTo>
                    <a:pt x="784" y="616"/>
                  </a:lnTo>
                  <a:lnTo>
                    <a:pt x="782" y="618"/>
                  </a:lnTo>
                  <a:lnTo>
                    <a:pt x="781" y="620"/>
                  </a:lnTo>
                  <a:lnTo>
                    <a:pt x="781" y="622"/>
                  </a:lnTo>
                  <a:lnTo>
                    <a:pt x="781" y="625"/>
                  </a:lnTo>
                  <a:lnTo>
                    <a:pt x="779" y="626"/>
                  </a:lnTo>
                  <a:lnTo>
                    <a:pt x="776" y="626"/>
                  </a:lnTo>
                  <a:lnTo>
                    <a:pt x="774" y="626"/>
                  </a:lnTo>
                  <a:lnTo>
                    <a:pt x="772" y="628"/>
                  </a:lnTo>
                  <a:lnTo>
                    <a:pt x="771" y="631"/>
                  </a:lnTo>
                  <a:lnTo>
                    <a:pt x="770" y="633"/>
                  </a:lnTo>
                  <a:lnTo>
                    <a:pt x="768" y="635"/>
                  </a:lnTo>
                  <a:lnTo>
                    <a:pt x="766" y="636"/>
                  </a:lnTo>
                  <a:lnTo>
                    <a:pt x="764" y="636"/>
                  </a:lnTo>
                  <a:lnTo>
                    <a:pt x="761" y="637"/>
                  </a:lnTo>
                  <a:lnTo>
                    <a:pt x="759" y="637"/>
                  </a:lnTo>
                  <a:lnTo>
                    <a:pt x="757" y="635"/>
                  </a:lnTo>
                  <a:lnTo>
                    <a:pt x="755" y="632"/>
                  </a:lnTo>
                  <a:lnTo>
                    <a:pt x="754" y="629"/>
                  </a:lnTo>
                  <a:lnTo>
                    <a:pt x="753" y="628"/>
                  </a:lnTo>
                  <a:lnTo>
                    <a:pt x="751" y="629"/>
                  </a:lnTo>
                  <a:lnTo>
                    <a:pt x="748" y="630"/>
                  </a:lnTo>
                  <a:lnTo>
                    <a:pt x="746" y="630"/>
                  </a:lnTo>
                  <a:lnTo>
                    <a:pt x="745" y="628"/>
                  </a:lnTo>
                  <a:lnTo>
                    <a:pt x="744" y="626"/>
                  </a:lnTo>
                  <a:lnTo>
                    <a:pt x="744" y="624"/>
                  </a:lnTo>
                  <a:lnTo>
                    <a:pt x="742" y="623"/>
                  </a:lnTo>
                  <a:lnTo>
                    <a:pt x="741" y="621"/>
                  </a:lnTo>
                  <a:lnTo>
                    <a:pt x="740" y="619"/>
                  </a:lnTo>
                  <a:lnTo>
                    <a:pt x="741" y="616"/>
                  </a:lnTo>
                  <a:lnTo>
                    <a:pt x="741" y="614"/>
                  </a:lnTo>
                  <a:lnTo>
                    <a:pt x="742" y="612"/>
                  </a:lnTo>
                  <a:lnTo>
                    <a:pt x="742" y="610"/>
                  </a:lnTo>
                  <a:lnTo>
                    <a:pt x="742" y="607"/>
                  </a:lnTo>
                  <a:lnTo>
                    <a:pt x="744" y="606"/>
                  </a:lnTo>
                  <a:lnTo>
                    <a:pt x="746" y="604"/>
                  </a:lnTo>
                  <a:lnTo>
                    <a:pt x="746" y="602"/>
                  </a:lnTo>
                  <a:lnTo>
                    <a:pt x="745" y="599"/>
                  </a:lnTo>
                  <a:lnTo>
                    <a:pt x="743" y="596"/>
                  </a:lnTo>
                  <a:lnTo>
                    <a:pt x="743" y="593"/>
                  </a:lnTo>
                  <a:lnTo>
                    <a:pt x="744" y="591"/>
                  </a:lnTo>
                  <a:lnTo>
                    <a:pt x="746" y="590"/>
                  </a:lnTo>
                  <a:lnTo>
                    <a:pt x="749" y="590"/>
                  </a:lnTo>
                  <a:lnTo>
                    <a:pt x="750" y="590"/>
                  </a:lnTo>
                  <a:lnTo>
                    <a:pt x="752" y="589"/>
                  </a:lnTo>
                  <a:lnTo>
                    <a:pt x="753" y="588"/>
                  </a:lnTo>
                  <a:lnTo>
                    <a:pt x="755" y="588"/>
                  </a:lnTo>
                  <a:lnTo>
                    <a:pt x="756" y="588"/>
                  </a:lnTo>
                  <a:lnTo>
                    <a:pt x="758" y="587"/>
                  </a:lnTo>
                  <a:lnTo>
                    <a:pt x="759" y="586"/>
                  </a:lnTo>
                  <a:lnTo>
                    <a:pt x="761" y="584"/>
                  </a:lnTo>
                  <a:lnTo>
                    <a:pt x="763" y="584"/>
                  </a:lnTo>
                  <a:lnTo>
                    <a:pt x="765" y="586"/>
                  </a:lnTo>
                  <a:lnTo>
                    <a:pt x="766" y="587"/>
                  </a:lnTo>
                  <a:lnTo>
                    <a:pt x="768" y="587"/>
                  </a:lnTo>
                  <a:lnTo>
                    <a:pt x="771" y="586"/>
                  </a:lnTo>
                  <a:lnTo>
                    <a:pt x="774" y="586"/>
                  </a:lnTo>
                  <a:lnTo>
                    <a:pt x="775" y="588"/>
                  </a:lnTo>
                  <a:lnTo>
                    <a:pt x="776" y="591"/>
                  </a:lnTo>
                  <a:lnTo>
                    <a:pt x="776" y="594"/>
                  </a:lnTo>
                  <a:lnTo>
                    <a:pt x="776" y="597"/>
                  </a:lnTo>
                  <a:lnTo>
                    <a:pt x="777" y="599"/>
                  </a:lnTo>
                  <a:lnTo>
                    <a:pt x="779" y="600"/>
                  </a:lnTo>
                  <a:lnTo>
                    <a:pt x="781" y="601"/>
                  </a:lnTo>
                  <a:lnTo>
                    <a:pt x="782" y="603"/>
                  </a:lnTo>
                  <a:lnTo>
                    <a:pt x="784" y="605"/>
                  </a:lnTo>
                  <a:lnTo>
                    <a:pt x="785" y="607"/>
                  </a:lnTo>
                  <a:close/>
                </a:path>
              </a:pathLst>
            </a:custGeom>
            <a:solidFill>
              <a:srgbClr val="ECB78D">
                <a:alpha val="24000"/>
              </a:srgbClr>
            </a:solidFill>
            <a:ln>
              <a:noFill/>
            </a:ln>
          </p:spPr>
          <p:txBody>
            <a:bodyPr anchor="ctr"/>
            <a:lstStyle/>
            <a:p>
              <a:pPr algn="ctr">
                <a:buNone/>
              </a:pPr>
            </a:p>
          </p:txBody>
        </p:sp>
        <p:sp>
          <p:nvSpPr>
            <p:cNvPr id="7151" name="addition:input:150">
              <a:extLst>
                <a:ext uri="{FF2B5EF4-FFF2-40B4-BE49-F238E27FC236}">
                  <ns2:creationId id="{792E5EDF-7D1D-4631-97E4-089F2B19CCFA}"/>
                </a:ext>
              </a:extLst>
            </p:cNvPr>
            <p:cNvSpPr>
              <a:spLocks noGrp="1"/>
            </p:cNvSpPr>
            <p:nvPr/>
          </p:nvSpPr>
          <p:spPr>
            <a:xfrm>
              <a:off x="209550" y="5438775"/>
              <a:ext cx="1232794" cy="1295293"/>
            </a:xfrm>
            <a:custGeom>
              <a:rect l="l" t="t" r="r" b="b"/>
              <a:pathLst>
                <a:path w="749" h="691">
                  <a:moveTo>
                    <a:pt x="0" y="0"/>
                  </a:moveTo>
                  <a:moveTo>
                    <a:pt x="741" y="664"/>
                  </a:moveTo>
                  <a:lnTo>
                    <a:pt x="742" y="666"/>
                  </a:lnTo>
                  <a:lnTo>
                    <a:pt x="745" y="668"/>
                  </a:lnTo>
                  <a:lnTo>
                    <a:pt x="748" y="670"/>
                  </a:lnTo>
                  <a:lnTo>
                    <a:pt x="749" y="673"/>
                  </a:lnTo>
                  <a:lnTo>
                    <a:pt x="748" y="675"/>
                  </a:lnTo>
                  <a:lnTo>
                    <a:pt x="745" y="677"/>
                  </a:lnTo>
                  <a:lnTo>
                    <a:pt x="742" y="678"/>
                  </a:lnTo>
                  <a:lnTo>
                    <a:pt x="741" y="679"/>
                  </a:lnTo>
                  <a:lnTo>
                    <a:pt x="741" y="681"/>
                  </a:lnTo>
                  <a:lnTo>
                    <a:pt x="739" y="683"/>
                  </a:lnTo>
                  <a:lnTo>
                    <a:pt x="737" y="684"/>
                  </a:lnTo>
                  <a:lnTo>
                    <a:pt x="734" y="684"/>
                  </a:lnTo>
                  <a:lnTo>
                    <a:pt x="732" y="684"/>
                  </a:lnTo>
                  <a:lnTo>
                    <a:pt x="730" y="685"/>
                  </a:lnTo>
                  <a:lnTo>
                    <a:pt x="728" y="686"/>
                  </a:lnTo>
                  <a:lnTo>
                    <a:pt x="725" y="686"/>
                  </a:lnTo>
                  <a:lnTo>
                    <a:pt x="723" y="686"/>
                  </a:lnTo>
                  <a:lnTo>
                    <a:pt x="720" y="686"/>
                  </a:lnTo>
                  <a:lnTo>
                    <a:pt x="717" y="688"/>
                  </a:lnTo>
                  <a:lnTo>
                    <a:pt x="714" y="690"/>
                  </a:lnTo>
                  <a:lnTo>
                    <a:pt x="710" y="691"/>
                  </a:lnTo>
                  <a:lnTo>
                    <a:pt x="707" y="689"/>
                  </a:lnTo>
                  <a:lnTo>
                    <a:pt x="705" y="686"/>
                  </a:lnTo>
                  <a:lnTo>
                    <a:pt x="705" y="682"/>
                  </a:lnTo>
                  <a:lnTo>
                    <a:pt x="703" y="680"/>
                  </a:lnTo>
                  <a:lnTo>
                    <a:pt x="701" y="679"/>
                  </a:lnTo>
                  <a:lnTo>
                    <a:pt x="698" y="678"/>
                  </a:lnTo>
                  <a:lnTo>
                    <a:pt x="695" y="677"/>
                  </a:lnTo>
                  <a:lnTo>
                    <a:pt x="694" y="675"/>
                  </a:lnTo>
                  <a:lnTo>
                    <a:pt x="692" y="674"/>
                  </a:lnTo>
                  <a:lnTo>
                    <a:pt x="690" y="672"/>
                  </a:lnTo>
                  <a:lnTo>
                    <a:pt x="687" y="670"/>
                  </a:lnTo>
                  <a:lnTo>
                    <a:pt x="686" y="668"/>
                  </a:lnTo>
                  <a:lnTo>
                    <a:pt x="686" y="666"/>
                  </a:lnTo>
                  <a:lnTo>
                    <a:pt x="687" y="664"/>
                  </a:lnTo>
                  <a:lnTo>
                    <a:pt x="687" y="662"/>
                  </a:lnTo>
                  <a:lnTo>
                    <a:pt x="686" y="659"/>
                  </a:lnTo>
                  <a:lnTo>
                    <a:pt x="686" y="657"/>
                  </a:lnTo>
                  <a:lnTo>
                    <a:pt x="687" y="655"/>
                  </a:lnTo>
                  <a:lnTo>
                    <a:pt x="691" y="653"/>
                  </a:lnTo>
                  <a:lnTo>
                    <a:pt x="696" y="653"/>
                  </a:lnTo>
                  <a:lnTo>
                    <a:pt x="699" y="652"/>
                  </a:lnTo>
                  <a:lnTo>
                    <a:pt x="700" y="651"/>
                  </a:lnTo>
                  <a:lnTo>
                    <a:pt x="700" y="648"/>
                  </a:lnTo>
                  <a:lnTo>
                    <a:pt x="701" y="645"/>
                  </a:lnTo>
                  <a:lnTo>
                    <a:pt x="703" y="642"/>
                  </a:lnTo>
                  <a:lnTo>
                    <a:pt x="705" y="641"/>
                  </a:lnTo>
                  <a:lnTo>
                    <a:pt x="708" y="640"/>
                  </a:lnTo>
                  <a:lnTo>
                    <a:pt x="711" y="639"/>
                  </a:lnTo>
                  <a:lnTo>
                    <a:pt x="714" y="638"/>
                  </a:lnTo>
                  <a:lnTo>
                    <a:pt x="717" y="639"/>
                  </a:lnTo>
                  <a:lnTo>
                    <a:pt x="720" y="641"/>
                  </a:lnTo>
                  <a:lnTo>
                    <a:pt x="723" y="643"/>
                  </a:lnTo>
                  <a:lnTo>
                    <a:pt x="725" y="643"/>
                  </a:lnTo>
                  <a:lnTo>
                    <a:pt x="728" y="641"/>
                  </a:lnTo>
                  <a:lnTo>
                    <a:pt x="730" y="641"/>
                  </a:lnTo>
                  <a:lnTo>
                    <a:pt x="733" y="641"/>
                  </a:lnTo>
                  <a:lnTo>
                    <a:pt x="734" y="644"/>
                  </a:lnTo>
                  <a:lnTo>
                    <a:pt x="735" y="646"/>
                  </a:lnTo>
                  <a:lnTo>
                    <a:pt x="737" y="646"/>
                  </a:lnTo>
                  <a:lnTo>
                    <a:pt x="740" y="646"/>
                  </a:lnTo>
                  <a:lnTo>
                    <a:pt x="743" y="647"/>
                  </a:lnTo>
                  <a:lnTo>
                    <a:pt x="746" y="648"/>
                  </a:lnTo>
                  <a:lnTo>
                    <a:pt x="746" y="650"/>
                  </a:lnTo>
                  <a:lnTo>
                    <a:pt x="746" y="653"/>
                  </a:lnTo>
                  <a:lnTo>
                    <a:pt x="746" y="655"/>
                  </a:lnTo>
                  <a:lnTo>
                    <a:pt x="746" y="657"/>
                  </a:lnTo>
                  <a:lnTo>
                    <a:pt x="745" y="660"/>
                  </a:lnTo>
                  <a:lnTo>
                    <a:pt x="743" y="662"/>
                  </a:lnTo>
                  <a:close/>
                </a:path>
              </a:pathLst>
            </a:custGeom>
            <a:solidFill>
              <a:srgbClr val="ECB78D">
                <a:alpha val="24000"/>
              </a:srgbClr>
            </a:solidFill>
            <a:ln>
              <a:noFill/>
            </a:ln>
          </p:spPr>
          <p:txBody>
            <a:bodyPr anchor="ctr"/>
            <a:lstStyle/>
            <a:p>
              <a:pPr algn="ctr">
                <a:buNone/>
              </a:pPr>
            </a:p>
          </p:txBody>
        </p:sp>
        <p:sp>
          <p:nvSpPr>
            <p:cNvPr id="7152" name="addition:input:151">
              <a:extLst>
                <a:ext uri="{FF2B5EF4-FFF2-40B4-BE49-F238E27FC236}">
                  <ns2:creationId id="{79F97C2D-BB0D-4CBC-976A-9E8AE9F084A5}"/>
                </a:ext>
              </a:extLst>
            </p:cNvPr>
            <p:cNvSpPr>
              <a:spLocks noGrp="1"/>
            </p:cNvSpPr>
            <p:nvPr/>
          </p:nvSpPr>
          <p:spPr>
            <a:xfrm>
              <a:off x="209550" y="5438775"/>
              <a:ext cx="1112642" cy="1321537"/>
            </a:xfrm>
            <a:custGeom>
              <a:rect l="l" t="t" r="r" b="b"/>
              <a:pathLst>
                <a:path w="676" h="705">
                  <a:moveTo>
                    <a:pt x="0" y="0"/>
                  </a:moveTo>
                  <a:moveTo>
                    <a:pt x="675" y="681"/>
                  </a:moveTo>
                  <a:lnTo>
                    <a:pt x="675" y="683"/>
                  </a:lnTo>
                  <a:lnTo>
                    <a:pt x="674" y="686"/>
                  </a:lnTo>
                  <a:lnTo>
                    <a:pt x="671" y="687"/>
                  </a:lnTo>
                  <a:lnTo>
                    <a:pt x="668" y="689"/>
                  </a:lnTo>
                  <a:lnTo>
                    <a:pt x="665" y="690"/>
                  </a:lnTo>
                  <a:lnTo>
                    <a:pt x="664" y="691"/>
                  </a:lnTo>
                  <a:lnTo>
                    <a:pt x="664" y="694"/>
                  </a:lnTo>
                  <a:lnTo>
                    <a:pt x="665" y="698"/>
                  </a:lnTo>
                  <a:lnTo>
                    <a:pt x="665" y="700"/>
                  </a:lnTo>
                  <a:lnTo>
                    <a:pt x="662" y="702"/>
                  </a:lnTo>
                  <a:lnTo>
                    <a:pt x="659" y="702"/>
                  </a:lnTo>
                  <a:lnTo>
                    <a:pt x="656" y="702"/>
                  </a:lnTo>
                  <a:lnTo>
                    <a:pt x="654" y="704"/>
                  </a:lnTo>
                  <a:lnTo>
                    <a:pt x="652" y="705"/>
                  </a:lnTo>
                  <a:lnTo>
                    <a:pt x="650" y="705"/>
                  </a:lnTo>
                  <a:lnTo>
                    <a:pt x="648" y="705"/>
                  </a:lnTo>
                  <a:lnTo>
                    <a:pt x="646" y="704"/>
                  </a:lnTo>
                  <a:lnTo>
                    <a:pt x="644" y="704"/>
                  </a:lnTo>
                  <a:lnTo>
                    <a:pt x="642" y="704"/>
                  </a:lnTo>
                  <a:lnTo>
                    <a:pt x="640" y="704"/>
                  </a:lnTo>
                  <a:lnTo>
                    <a:pt x="638" y="702"/>
                  </a:lnTo>
                  <a:lnTo>
                    <a:pt x="637" y="701"/>
                  </a:lnTo>
                  <a:lnTo>
                    <a:pt x="635" y="700"/>
                  </a:lnTo>
                  <a:lnTo>
                    <a:pt x="633" y="701"/>
                  </a:lnTo>
                  <a:lnTo>
                    <a:pt x="629" y="702"/>
                  </a:lnTo>
                  <a:lnTo>
                    <a:pt x="626" y="702"/>
                  </a:lnTo>
                  <a:lnTo>
                    <a:pt x="625" y="700"/>
                  </a:lnTo>
                  <a:lnTo>
                    <a:pt x="625" y="696"/>
                  </a:lnTo>
                  <a:lnTo>
                    <a:pt x="626" y="693"/>
                  </a:lnTo>
                  <a:lnTo>
                    <a:pt x="627" y="691"/>
                  </a:lnTo>
                  <a:lnTo>
                    <a:pt x="626" y="689"/>
                  </a:lnTo>
                  <a:lnTo>
                    <a:pt x="625" y="687"/>
                  </a:lnTo>
                  <a:lnTo>
                    <a:pt x="625" y="685"/>
                  </a:lnTo>
                  <a:lnTo>
                    <a:pt x="624" y="683"/>
                  </a:lnTo>
                  <a:lnTo>
                    <a:pt x="623" y="681"/>
                  </a:lnTo>
                  <a:lnTo>
                    <a:pt x="621" y="679"/>
                  </a:lnTo>
                  <a:lnTo>
                    <a:pt x="620" y="677"/>
                  </a:lnTo>
                  <a:lnTo>
                    <a:pt x="620" y="674"/>
                  </a:lnTo>
                  <a:lnTo>
                    <a:pt x="621" y="672"/>
                  </a:lnTo>
                  <a:lnTo>
                    <a:pt x="623" y="671"/>
                  </a:lnTo>
                  <a:lnTo>
                    <a:pt x="624" y="669"/>
                  </a:lnTo>
                  <a:lnTo>
                    <a:pt x="623" y="666"/>
                  </a:lnTo>
                  <a:lnTo>
                    <a:pt x="623" y="664"/>
                  </a:lnTo>
                  <a:lnTo>
                    <a:pt x="625" y="662"/>
                  </a:lnTo>
                  <a:lnTo>
                    <a:pt x="628" y="662"/>
                  </a:lnTo>
                  <a:lnTo>
                    <a:pt x="631" y="663"/>
                  </a:lnTo>
                  <a:lnTo>
                    <a:pt x="634" y="664"/>
                  </a:lnTo>
                  <a:lnTo>
                    <a:pt x="635" y="663"/>
                  </a:lnTo>
                  <a:lnTo>
                    <a:pt x="637" y="660"/>
                  </a:lnTo>
                  <a:lnTo>
                    <a:pt x="639" y="658"/>
                  </a:lnTo>
                  <a:lnTo>
                    <a:pt x="641" y="657"/>
                  </a:lnTo>
                  <a:lnTo>
                    <a:pt x="643" y="656"/>
                  </a:lnTo>
                  <a:lnTo>
                    <a:pt x="646" y="655"/>
                  </a:lnTo>
                  <a:lnTo>
                    <a:pt x="649" y="654"/>
                  </a:lnTo>
                  <a:lnTo>
                    <a:pt x="652" y="655"/>
                  </a:lnTo>
                  <a:lnTo>
                    <a:pt x="654" y="657"/>
                  </a:lnTo>
                  <a:lnTo>
                    <a:pt x="656" y="660"/>
                  </a:lnTo>
                  <a:lnTo>
                    <a:pt x="657" y="663"/>
                  </a:lnTo>
                  <a:lnTo>
                    <a:pt x="660" y="663"/>
                  </a:lnTo>
                  <a:lnTo>
                    <a:pt x="663" y="663"/>
                  </a:lnTo>
                  <a:lnTo>
                    <a:pt x="666" y="664"/>
                  </a:lnTo>
                  <a:lnTo>
                    <a:pt x="667" y="665"/>
                  </a:lnTo>
                  <a:lnTo>
                    <a:pt x="668" y="668"/>
                  </a:lnTo>
                  <a:lnTo>
                    <a:pt x="668" y="670"/>
                  </a:lnTo>
                  <a:lnTo>
                    <a:pt x="670" y="672"/>
                  </a:lnTo>
                  <a:lnTo>
                    <a:pt x="672" y="673"/>
                  </a:lnTo>
                  <a:lnTo>
                    <a:pt x="675" y="674"/>
                  </a:lnTo>
                  <a:lnTo>
                    <a:pt x="676" y="676"/>
                  </a:lnTo>
                  <a:lnTo>
                    <a:pt x="676" y="679"/>
                  </a:lnTo>
                  <a:close/>
                </a:path>
              </a:pathLst>
            </a:custGeom>
            <a:solidFill>
              <a:srgbClr val="ECB78D">
                <a:alpha val="24000"/>
              </a:srgbClr>
            </a:solidFill>
            <a:ln>
              <a:noFill/>
            </a:ln>
          </p:spPr>
          <p:txBody>
            <a:bodyPr anchor="ctr"/>
            <a:lstStyle/>
            <a:p>
              <a:pPr algn="ctr">
                <a:buNone/>
              </a:pPr>
            </a:p>
          </p:txBody>
        </p:sp>
        <p:sp>
          <p:nvSpPr>
            <p:cNvPr id="7153" name="addition:input:152">
              <a:extLst>
                <a:ext uri="{FF2B5EF4-FFF2-40B4-BE49-F238E27FC236}">
                  <ns2:creationId id="{F8B1B0A3-3470-4831-9057-97AF91222ECE}"/>
                </a:ext>
              </a:extLst>
            </p:cNvPr>
            <p:cNvSpPr>
              <a:spLocks noGrp="1"/>
            </p:cNvSpPr>
            <p:nvPr/>
          </p:nvSpPr>
          <p:spPr>
            <a:xfrm>
              <a:off x="209550" y="5438775"/>
              <a:ext cx="994136" cy="1282172"/>
            </a:xfrm>
            <a:custGeom>
              <a:rect l="l" t="t" r="r" b="b"/>
              <a:pathLst>
                <a:path w="604" h="684">
                  <a:moveTo>
                    <a:pt x="0" y="0"/>
                  </a:moveTo>
                  <a:moveTo>
                    <a:pt x="600" y="655"/>
                  </a:moveTo>
                  <a:lnTo>
                    <a:pt x="603" y="658"/>
                  </a:lnTo>
                  <a:lnTo>
                    <a:pt x="603" y="660"/>
                  </a:lnTo>
                  <a:lnTo>
                    <a:pt x="604" y="663"/>
                  </a:lnTo>
                  <a:lnTo>
                    <a:pt x="604" y="665"/>
                  </a:lnTo>
                  <a:lnTo>
                    <a:pt x="604" y="668"/>
                  </a:lnTo>
                  <a:lnTo>
                    <a:pt x="602" y="670"/>
                  </a:lnTo>
                  <a:lnTo>
                    <a:pt x="599" y="671"/>
                  </a:lnTo>
                  <a:lnTo>
                    <a:pt x="596" y="671"/>
                  </a:lnTo>
                  <a:lnTo>
                    <a:pt x="594" y="672"/>
                  </a:lnTo>
                  <a:lnTo>
                    <a:pt x="593" y="674"/>
                  </a:lnTo>
                  <a:lnTo>
                    <a:pt x="592" y="677"/>
                  </a:lnTo>
                  <a:lnTo>
                    <a:pt x="590" y="678"/>
                  </a:lnTo>
                  <a:lnTo>
                    <a:pt x="587" y="678"/>
                  </a:lnTo>
                  <a:lnTo>
                    <a:pt x="584" y="677"/>
                  </a:lnTo>
                  <a:lnTo>
                    <a:pt x="582" y="677"/>
                  </a:lnTo>
                  <a:lnTo>
                    <a:pt x="579" y="679"/>
                  </a:lnTo>
                  <a:lnTo>
                    <a:pt x="577" y="682"/>
                  </a:lnTo>
                  <a:lnTo>
                    <a:pt x="574" y="684"/>
                  </a:lnTo>
                  <a:lnTo>
                    <a:pt x="570" y="684"/>
                  </a:lnTo>
                  <a:lnTo>
                    <a:pt x="567" y="683"/>
                  </a:lnTo>
                  <a:lnTo>
                    <a:pt x="564" y="681"/>
                  </a:lnTo>
                  <a:lnTo>
                    <a:pt x="562" y="680"/>
                  </a:lnTo>
                  <a:lnTo>
                    <a:pt x="559" y="678"/>
                  </a:lnTo>
                  <a:lnTo>
                    <a:pt x="558" y="675"/>
                  </a:lnTo>
                  <a:lnTo>
                    <a:pt x="557" y="672"/>
                  </a:lnTo>
                  <a:lnTo>
                    <a:pt x="556" y="671"/>
                  </a:lnTo>
                  <a:lnTo>
                    <a:pt x="553" y="670"/>
                  </a:lnTo>
                  <a:lnTo>
                    <a:pt x="548" y="670"/>
                  </a:lnTo>
                  <a:lnTo>
                    <a:pt x="545" y="670"/>
                  </a:lnTo>
                  <a:lnTo>
                    <a:pt x="543" y="668"/>
                  </a:lnTo>
                  <a:lnTo>
                    <a:pt x="543" y="665"/>
                  </a:lnTo>
                  <a:lnTo>
                    <a:pt x="544" y="662"/>
                  </a:lnTo>
                  <a:lnTo>
                    <a:pt x="544" y="660"/>
                  </a:lnTo>
                  <a:lnTo>
                    <a:pt x="543" y="658"/>
                  </a:lnTo>
                  <a:lnTo>
                    <a:pt x="542" y="655"/>
                  </a:lnTo>
                  <a:lnTo>
                    <a:pt x="543" y="653"/>
                  </a:lnTo>
                  <a:lnTo>
                    <a:pt x="545" y="651"/>
                  </a:lnTo>
                  <a:lnTo>
                    <a:pt x="547" y="649"/>
                  </a:lnTo>
                  <a:lnTo>
                    <a:pt x="549" y="647"/>
                  </a:lnTo>
                  <a:lnTo>
                    <a:pt x="550" y="645"/>
                  </a:lnTo>
                  <a:lnTo>
                    <a:pt x="552" y="643"/>
                  </a:lnTo>
                  <a:lnTo>
                    <a:pt x="554" y="642"/>
                  </a:lnTo>
                  <a:lnTo>
                    <a:pt x="556" y="640"/>
                  </a:lnTo>
                  <a:lnTo>
                    <a:pt x="557" y="638"/>
                  </a:lnTo>
                  <a:lnTo>
                    <a:pt x="557" y="634"/>
                  </a:lnTo>
                  <a:lnTo>
                    <a:pt x="558" y="631"/>
                  </a:lnTo>
                  <a:lnTo>
                    <a:pt x="560" y="629"/>
                  </a:lnTo>
                  <a:lnTo>
                    <a:pt x="563" y="629"/>
                  </a:lnTo>
                  <a:lnTo>
                    <a:pt x="567" y="631"/>
                  </a:lnTo>
                  <a:lnTo>
                    <a:pt x="570" y="633"/>
                  </a:lnTo>
                  <a:lnTo>
                    <a:pt x="572" y="633"/>
                  </a:lnTo>
                  <a:lnTo>
                    <a:pt x="574" y="632"/>
                  </a:lnTo>
                  <a:lnTo>
                    <a:pt x="576" y="631"/>
                  </a:lnTo>
                  <a:lnTo>
                    <a:pt x="578" y="631"/>
                  </a:lnTo>
                  <a:lnTo>
                    <a:pt x="580" y="632"/>
                  </a:lnTo>
                  <a:lnTo>
                    <a:pt x="582" y="632"/>
                  </a:lnTo>
                  <a:lnTo>
                    <a:pt x="585" y="632"/>
                  </a:lnTo>
                  <a:lnTo>
                    <a:pt x="587" y="632"/>
                  </a:lnTo>
                  <a:lnTo>
                    <a:pt x="589" y="633"/>
                  </a:lnTo>
                  <a:lnTo>
                    <a:pt x="591" y="635"/>
                  </a:lnTo>
                  <a:lnTo>
                    <a:pt x="592" y="637"/>
                  </a:lnTo>
                  <a:lnTo>
                    <a:pt x="594" y="638"/>
                  </a:lnTo>
                  <a:lnTo>
                    <a:pt x="597" y="639"/>
                  </a:lnTo>
                  <a:lnTo>
                    <a:pt x="600" y="641"/>
                  </a:lnTo>
                  <a:lnTo>
                    <a:pt x="599" y="644"/>
                  </a:lnTo>
                  <a:lnTo>
                    <a:pt x="597" y="647"/>
                  </a:lnTo>
                  <a:lnTo>
                    <a:pt x="595" y="650"/>
                  </a:lnTo>
                  <a:lnTo>
                    <a:pt x="595" y="652"/>
                  </a:lnTo>
                  <a:lnTo>
                    <a:pt x="597" y="653"/>
                  </a:lnTo>
                  <a:close/>
                </a:path>
              </a:pathLst>
            </a:custGeom>
            <a:solidFill>
              <a:srgbClr val="ECB78D">
                <a:alpha val="24000"/>
              </a:srgbClr>
            </a:solidFill>
            <a:ln>
              <a:noFill/>
            </a:ln>
          </p:spPr>
          <p:txBody>
            <a:bodyPr anchor="ctr"/>
            <a:lstStyle/>
            <a:p>
              <a:pPr algn="ctr">
                <a:buNone/>
              </a:pPr>
            </a:p>
          </p:txBody>
        </p:sp>
        <p:sp>
          <p:nvSpPr>
            <p:cNvPr id="7154" name="addition:input:153">
              <a:extLst>
                <a:ext uri="{FF2B5EF4-FFF2-40B4-BE49-F238E27FC236}">
                  <ns2:creationId id="{B8323166-BDCA-4459-BF13-31B5EBB383BD}"/>
                </a:ext>
              </a:extLst>
            </p:cNvPr>
            <p:cNvSpPr>
              <a:spLocks noGrp="1"/>
            </p:cNvSpPr>
            <p:nvPr/>
          </p:nvSpPr>
          <p:spPr>
            <a:xfrm>
              <a:off x="209550" y="5438775"/>
              <a:ext cx="977676" cy="1162202"/>
            </a:xfrm>
            <a:custGeom>
              <a:rect l="l" t="t" r="r" b="b"/>
              <a:pathLst>
                <a:path w="594" h="620">
                  <a:moveTo>
                    <a:pt x="0" y="0"/>
                  </a:moveTo>
                  <a:moveTo>
                    <a:pt x="590" y="593"/>
                  </a:moveTo>
                  <a:lnTo>
                    <a:pt x="591" y="596"/>
                  </a:lnTo>
                  <a:lnTo>
                    <a:pt x="592" y="598"/>
                  </a:lnTo>
                  <a:lnTo>
                    <a:pt x="591" y="600"/>
                  </a:lnTo>
                  <a:lnTo>
                    <a:pt x="592" y="602"/>
                  </a:lnTo>
                  <a:lnTo>
                    <a:pt x="593" y="605"/>
                  </a:lnTo>
                  <a:lnTo>
                    <a:pt x="594" y="608"/>
                  </a:lnTo>
                  <a:lnTo>
                    <a:pt x="592" y="610"/>
                  </a:lnTo>
                  <a:lnTo>
                    <a:pt x="589" y="611"/>
                  </a:lnTo>
                  <a:lnTo>
                    <a:pt x="584" y="610"/>
                  </a:lnTo>
                  <a:lnTo>
                    <a:pt x="581" y="610"/>
                  </a:lnTo>
                  <a:lnTo>
                    <a:pt x="579" y="610"/>
                  </a:lnTo>
                  <a:lnTo>
                    <a:pt x="578" y="613"/>
                  </a:lnTo>
                  <a:lnTo>
                    <a:pt x="576" y="615"/>
                  </a:lnTo>
                  <a:lnTo>
                    <a:pt x="574" y="617"/>
                  </a:lnTo>
                  <a:lnTo>
                    <a:pt x="572" y="618"/>
                  </a:lnTo>
                  <a:lnTo>
                    <a:pt x="569" y="619"/>
                  </a:lnTo>
                  <a:lnTo>
                    <a:pt x="566" y="620"/>
                  </a:lnTo>
                  <a:lnTo>
                    <a:pt x="562" y="620"/>
                  </a:lnTo>
                  <a:lnTo>
                    <a:pt x="559" y="620"/>
                  </a:lnTo>
                  <a:lnTo>
                    <a:pt x="556" y="618"/>
                  </a:lnTo>
                  <a:lnTo>
                    <a:pt x="554" y="616"/>
                  </a:lnTo>
                  <a:lnTo>
                    <a:pt x="551" y="615"/>
                  </a:lnTo>
                  <a:lnTo>
                    <a:pt x="547" y="615"/>
                  </a:lnTo>
                  <a:lnTo>
                    <a:pt x="544" y="615"/>
                  </a:lnTo>
                  <a:lnTo>
                    <a:pt x="542" y="613"/>
                  </a:lnTo>
                  <a:lnTo>
                    <a:pt x="542" y="610"/>
                  </a:lnTo>
                  <a:lnTo>
                    <a:pt x="541" y="607"/>
                  </a:lnTo>
                  <a:lnTo>
                    <a:pt x="540" y="606"/>
                  </a:lnTo>
                  <a:lnTo>
                    <a:pt x="536" y="605"/>
                  </a:lnTo>
                  <a:lnTo>
                    <a:pt x="532" y="605"/>
                  </a:lnTo>
                  <a:lnTo>
                    <a:pt x="529" y="603"/>
                  </a:lnTo>
                  <a:lnTo>
                    <a:pt x="528" y="601"/>
                  </a:lnTo>
                  <a:lnTo>
                    <a:pt x="528" y="598"/>
                  </a:lnTo>
                  <a:lnTo>
                    <a:pt x="529" y="596"/>
                  </a:lnTo>
                  <a:lnTo>
                    <a:pt x="530" y="593"/>
                  </a:lnTo>
                  <a:lnTo>
                    <a:pt x="531" y="591"/>
                  </a:lnTo>
                  <a:lnTo>
                    <a:pt x="534" y="589"/>
                  </a:lnTo>
                  <a:lnTo>
                    <a:pt x="538" y="588"/>
                  </a:lnTo>
                  <a:lnTo>
                    <a:pt x="539" y="586"/>
                  </a:lnTo>
                  <a:lnTo>
                    <a:pt x="539" y="584"/>
                  </a:lnTo>
                  <a:lnTo>
                    <a:pt x="538" y="581"/>
                  </a:lnTo>
                  <a:lnTo>
                    <a:pt x="538" y="578"/>
                  </a:lnTo>
                  <a:lnTo>
                    <a:pt x="541" y="576"/>
                  </a:lnTo>
                  <a:lnTo>
                    <a:pt x="544" y="576"/>
                  </a:lnTo>
                  <a:lnTo>
                    <a:pt x="547" y="575"/>
                  </a:lnTo>
                  <a:lnTo>
                    <a:pt x="549" y="573"/>
                  </a:lnTo>
                  <a:lnTo>
                    <a:pt x="550" y="570"/>
                  </a:lnTo>
                  <a:lnTo>
                    <a:pt x="552" y="568"/>
                  </a:lnTo>
                  <a:lnTo>
                    <a:pt x="555" y="568"/>
                  </a:lnTo>
                  <a:lnTo>
                    <a:pt x="558" y="568"/>
                  </a:lnTo>
                  <a:lnTo>
                    <a:pt x="561" y="570"/>
                  </a:lnTo>
                  <a:lnTo>
                    <a:pt x="563" y="570"/>
                  </a:lnTo>
                  <a:lnTo>
                    <a:pt x="565" y="571"/>
                  </a:lnTo>
                  <a:lnTo>
                    <a:pt x="567" y="571"/>
                  </a:lnTo>
                  <a:lnTo>
                    <a:pt x="569" y="573"/>
                  </a:lnTo>
                  <a:lnTo>
                    <a:pt x="571" y="573"/>
                  </a:lnTo>
                  <a:lnTo>
                    <a:pt x="573" y="572"/>
                  </a:lnTo>
                  <a:lnTo>
                    <a:pt x="577" y="570"/>
                  </a:lnTo>
                  <a:lnTo>
                    <a:pt x="581" y="569"/>
                  </a:lnTo>
                  <a:lnTo>
                    <a:pt x="583" y="571"/>
                  </a:lnTo>
                  <a:lnTo>
                    <a:pt x="584" y="574"/>
                  </a:lnTo>
                  <a:lnTo>
                    <a:pt x="583" y="577"/>
                  </a:lnTo>
                  <a:lnTo>
                    <a:pt x="583" y="580"/>
                  </a:lnTo>
                  <a:lnTo>
                    <a:pt x="585" y="581"/>
                  </a:lnTo>
                  <a:lnTo>
                    <a:pt x="587" y="583"/>
                  </a:lnTo>
                  <a:lnTo>
                    <a:pt x="588" y="585"/>
                  </a:lnTo>
                  <a:lnTo>
                    <a:pt x="588" y="587"/>
                  </a:lnTo>
                  <a:lnTo>
                    <a:pt x="588" y="589"/>
                  </a:lnTo>
                  <a:lnTo>
                    <a:pt x="589" y="591"/>
                  </a:lnTo>
                  <a:close/>
                </a:path>
              </a:pathLst>
            </a:custGeom>
            <a:solidFill>
              <a:srgbClr val="ECB78D">
                <a:alpha val="24000"/>
              </a:srgbClr>
            </a:solidFill>
            <a:ln>
              <a:noFill/>
            </a:ln>
          </p:spPr>
          <p:txBody>
            <a:bodyPr anchor="ctr"/>
            <a:lstStyle/>
            <a:p>
              <a:pPr algn="ctr">
                <a:buNone/>
              </a:pPr>
            </a:p>
          </p:txBody>
        </p:sp>
        <p:sp>
          <p:nvSpPr>
            <p:cNvPr id="7155" name="addition:input:154">
              <a:extLst>
                <a:ext uri="{FF2B5EF4-FFF2-40B4-BE49-F238E27FC236}">
                  <ns2:creationId id="{F589EDE7-EAB6-41E5-87E2-465D3964C74D}"/>
                </a:ext>
              </a:extLst>
            </p:cNvPr>
            <p:cNvSpPr>
              <a:spLocks noGrp="1"/>
            </p:cNvSpPr>
            <p:nvPr/>
          </p:nvSpPr>
          <p:spPr>
            <a:xfrm>
              <a:off x="209550" y="5438775"/>
              <a:ext cx="1022116" cy="1057229"/>
            </a:xfrm>
            <a:custGeom>
              <a:rect l="l" t="t" r="r" b="b"/>
              <a:pathLst>
                <a:path w="621" h="564">
                  <a:moveTo>
                    <a:pt x="0" y="0"/>
                  </a:moveTo>
                  <a:moveTo>
                    <a:pt x="618" y="537"/>
                  </a:moveTo>
                  <a:lnTo>
                    <a:pt x="618" y="539"/>
                  </a:lnTo>
                  <a:lnTo>
                    <a:pt x="617" y="542"/>
                  </a:lnTo>
                  <a:lnTo>
                    <a:pt x="615" y="544"/>
                  </a:lnTo>
                  <a:lnTo>
                    <a:pt x="614" y="545"/>
                  </a:lnTo>
                  <a:lnTo>
                    <a:pt x="612" y="547"/>
                  </a:lnTo>
                  <a:lnTo>
                    <a:pt x="612" y="549"/>
                  </a:lnTo>
                  <a:lnTo>
                    <a:pt x="610" y="551"/>
                  </a:lnTo>
                  <a:lnTo>
                    <a:pt x="608" y="553"/>
                  </a:lnTo>
                  <a:lnTo>
                    <a:pt x="607" y="554"/>
                  </a:lnTo>
                  <a:lnTo>
                    <a:pt x="605" y="556"/>
                  </a:lnTo>
                  <a:lnTo>
                    <a:pt x="605" y="559"/>
                  </a:lnTo>
                  <a:lnTo>
                    <a:pt x="604" y="563"/>
                  </a:lnTo>
                  <a:lnTo>
                    <a:pt x="602" y="564"/>
                  </a:lnTo>
                  <a:lnTo>
                    <a:pt x="599" y="563"/>
                  </a:lnTo>
                  <a:lnTo>
                    <a:pt x="596" y="560"/>
                  </a:lnTo>
                  <a:lnTo>
                    <a:pt x="593" y="559"/>
                  </a:lnTo>
                  <a:lnTo>
                    <a:pt x="592" y="558"/>
                  </a:lnTo>
                  <a:lnTo>
                    <a:pt x="590" y="559"/>
                  </a:lnTo>
                  <a:lnTo>
                    <a:pt x="588" y="560"/>
                  </a:lnTo>
                  <a:lnTo>
                    <a:pt x="586" y="560"/>
                  </a:lnTo>
                  <a:lnTo>
                    <a:pt x="584" y="560"/>
                  </a:lnTo>
                  <a:lnTo>
                    <a:pt x="582" y="560"/>
                  </a:lnTo>
                  <a:lnTo>
                    <a:pt x="580" y="560"/>
                  </a:lnTo>
                  <a:lnTo>
                    <a:pt x="578" y="560"/>
                  </a:lnTo>
                  <a:lnTo>
                    <a:pt x="576" y="558"/>
                  </a:lnTo>
                  <a:lnTo>
                    <a:pt x="575" y="555"/>
                  </a:lnTo>
                  <a:lnTo>
                    <a:pt x="575" y="553"/>
                  </a:lnTo>
                  <a:lnTo>
                    <a:pt x="573" y="552"/>
                  </a:lnTo>
                  <a:lnTo>
                    <a:pt x="571" y="550"/>
                  </a:lnTo>
                  <a:lnTo>
                    <a:pt x="569" y="549"/>
                  </a:lnTo>
                  <a:lnTo>
                    <a:pt x="569" y="546"/>
                  </a:lnTo>
                  <a:lnTo>
                    <a:pt x="571" y="543"/>
                  </a:lnTo>
                  <a:lnTo>
                    <a:pt x="572" y="541"/>
                  </a:lnTo>
                  <a:lnTo>
                    <a:pt x="572" y="539"/>
                  </a:lnTo>
                  <a:lnTo>
                    <a:pt x="570" y="537"/>
                  </a:lnTo>
                  <a:lnTo>
                    <a:pt x="567" y="535"/>
                  </a:lnTo>
                  <a:lnTo>
                    <a:pt x="565" y="533"/>
                  </a:lnTo>
                  <a:lnTo>
                    <a:pt x="565" y="530"/>
                  </a:lnTo>
                  <a:lnTo>
                    <a:pt x="565" y="528"/>
                  </a:lnTo>
                  <a:lnTo>
                    <a:pt x="566" y="525"/>
                  </a:lnTo>
                  <a:lnTo>
                    <a:pt x="566" y="523"/>
                  </a:lnTo>
                  <a:lnTo>
                    <a:pt x="569" y="522"/>
                  </a:lnTo>
                  <a:lnTo>
                    <a:pt x="572" y="522"/>
                  </a:lnTo>
                  <a:lnTo>
                    <a:pt x="574" y="522"/>
                  </a:lnTo>
                  <a:lnTo>
                    <a:pt x="576" y="521"/>
                  </a:lnTo>
                  <a:lnTo>
                    <a:pt x="577" y="519"/>
                  </a:lnTo>
                  <a:lnTo>
                    <a:pt x="578" y="516"/>
                  </a:lnTo>
                  <a:lnTo>
                    <a:pt x="579" y="514"/>
                  </a:lnTo>
                  <a:lnTo>
                    <a:pt x="582" y="514"/>
                  </a:lnTo>
                  <a:lnTo>
                    <a:pt x="585" y="515"/>
                  </a:lnTo>
                  <a:lnTo>
                    <a:pt x="587" y="515"/>
                  </a:lnTo>
                  <a:lnTo>
                    <a:pt x="589" y="513"/>
                  </a:lnTo>
                  <a:lnTo>
                    <a:pt x="592" y="511"/>
                  </a:lnTo>
                  <a:lnTo>
                    <a:pt x="595" y="510"/>
                  </a:lnTo>
                  <a:lnTo>
                    <a:pt x="598" y="511"/>
                  </a:lnTo>
                  <a:lnTo>
                    <a:pt x="600" y="512"/>
                  </a:lnTo>
                  <a:lnTo>
                    <a:pt x="603" y="514"/>
                  </a:lnTo>
                  <a:lnTo>
                    <a:pt x="605" y="516"/>
                  </a:lnTo>
                  <a:lnTo>
                    <a:pt x="606" y="518"/>
                  </a:lnTo>
                  <a:lnTo>
                    <a:pt x="608" y="520"/>
                  </a:lnTo>
                  <a:lnTo>
                    <a:pt x="608" y="522"/>
                  </a:lnTo>
                  <a:lnTo>
                    <a:pt x="610" y="524"/>
                  </a:lnTo>
                  <a:lnTo>
                    <a:pt x="612" y="524"/>
                  </a:lnTo>
                  <a:lnTo>
                    <a:pt x="616" y="524"/>
                  </a:lnTo>
                  <a:lnTo>
                    <a:pt x="620" y="525"/>
                  </a:lnTo>
                  <a:lnTo>
                    <a:pt x="621" y="527"/>
                  </a:lnTo>
                  <a:lnTo>
                    <a:pt x="620" y="530"/>
                  </a:lnTo>
                  <a:lnTo>
                    <a:pt x="619" y="533"/>
                  </a:lnTo>
                  <a:lnTo>
                    <a:pt x="618" y="535"/>
                  </a:lnTo>
                  <a:close/>
                </a:path>
              </a:pathLst>
            </a:custGeom>
            <a:solidFill>
              <a:srgbClr val="ECB78D">
                <a:alpha val="24000"/>
              </a:srgbClr>
            </a:solidFill>
            <a:ln>
              <a:noFill/>
            </a:ln>
          </p:spPr>
          <p:txBody>
            <a:bodyPr anchor="ctr"/>
            <a:lstStyle/>
            <a:p>
              <a:pPr algn="ctr">
                <a:buNone/>
              </a:pPr>
            </a:p>
          </p:txBody>
        </p:sp>
        <p:sp>
          <p:nvSpPr>
            <p:cNvPr id="7156" name="addition:input:155">
              <a:extLst>
                <a:ext uri="{FF2B5EF4-FFF2-40B4-BE49-F238E27FC236}">
                  <ns2:creationId id="{B4EDD401-4F02-4EC4-9268-10473AFD7E35}"/>
                </a:ext>
              </a:extLst>
            </p:cNvPr>
            <p:cNvSpPr>
              <a:spLocks noGrp="1"/>
            </p:cNvSpPr>
            <p:nvPr/>
          </p:nvSpPr>
          <p:spPr>
            <a:xfrm>
              <a:off x="209550" y="5438775"/>
              <a:ext cx="1142268" cy="1014115"/>
            </a:xfrm>
            <a:custGeom>
              <a:rect l="l" t="t" r="r" b="b"/>
              <a:pathLst>
                <a:path w="694" h="541">
                  <a:moveTo>
                    <a:pt x="0" y="0"/>
                  </a:moveTo>
                  <a:moveTo>
                    <a:pt x="691" y="515"/>
                  </a:moveTo>
                  <a:lnTo>
                    <a:pt x="691" y="517"/>
                  </a:lnTo>
                  <a:lnTo>
                    <a:pt x="691" y="519"/>
                  </a:lnTo>
                  <a:lnTo>
                    <a:pt x="690" y="521"/>
                  </a:lnTo>
                  <a:lnTo>
                    <a:pt x="688" y="523"/>
                  </a:lnTo>
                  <a:lnTo>
                    <a:pt x="686" y="524"/>
                  </a:lnTo>
                  <a:lnTo>
                    <a:pt x="685" y="526"/>
                  </a:lnTo>
                  <a:lnTo>
                    <a:pt x="684" y="528"/>
                  </a:lnTo>
                  <a:lnTo>
                    <a:pt x="683" y="530"/>
                  </a:lnTo>
                  <a:lnTo>
                    <a:pt x="681" y="531"/>
                  </a:lnTo>
                  <a:lnTo>
                    <a:pt x="679" y="532"/>
                  </a:lnTo>
                  <a:lnTo>
                    <a:pt x="677" y="534"/>
                  </a:lnTo>
                  <a:lnTo>
                    <a:pt x="677" y="537"/>
                  </a:lnTo>
                  <a:lnTo>
                    <a:pt x="675" y="540"/>
                  </a:lnTo>
                  <a:lnTo>
                    <a:pt x="673" y="541"/>
                  </a:lnTo>
                  <a:lnTo>
                    <a:pt x="670" y="540"/>
                  </a:lnTo>
                  <a:lnTo>
                    <a:pt x="668" y="538"/>
                  </a:lnTo>
                  <a:lnTo>
                    <a:pt x="666" y="536"/>
                  </a:lnTo>
                  <a:lnTo>
                    <a:pt x="664" y="535"/>
                  </a:lnTo>
                  <a:lnTo>
                    <a:pt x="662" y="536"/>
                  </a:lnTo>
                  <a:lnTo>
                    <a:pt x="661" y="536"/>
                  </a:lnTo>
                  <a:lnTo>
                    <a:pt x="659" y="536"/>
                  </a:lnTo>
                  <a:lnTo>
                    <a:pt x="657" y="535"/>
                  </a:lnTo>
                  <a:lnTo>
                    <a:pt x="656" y="535"/>
                  </a:lnTo>
                  <a:lnTo>
                    <a:pt x="653" y="535"/>
                  </a:lnTo>
                  <a:lnTo>
                    <a:pt x="651" y="535"/>
                  </a:lnTo>
                  <a:lnTo>
                    <a:pt x="650" y="533"/>
                  </a:lnTo>
                  <a:lnTo>
                    <a:pt x="650" y="530"/>
                  </a:lnTo>
                  <a:lnTo>
                    <a:pt x="650" y="528"/>
                  </a:lnTo>
                  <a:lnTo>
                    <a:pt x="648" y="527"/>
                  </a:lnTo>
                  <a:lnTo>
                    <a:pt x="646" y="526"/>
                  </a:lnTo>
                  <a:lnTo>
                    <a:pt x="645" y="524"/>
                  </a:lnTo>
                  <a:lnTo>
                    <a:pt x="646" y="522"/>
                  </a:lnTo>
                  <a:lnTo>
                    <a:pt x="648" y="519"/>
                  </a:lnTo>
                  <a:lnTo>
                    <a:pt x="649" y="517"/>
                  </a:lnTo>
                  <a:lnTo>
                    <a:pt x="649" y="515"/>
                  </a:lnTo>
                  <a:lnTo>
                    <a:pt x="648" y="513"/>
                  </a:lnTo>
                  <a:lnTo>
                    <a:pt x="646" y="511"/>
                  </a:lnTo>
                  <a:lnTo>
                    <a:pt x="645" y="509"/>
                  </a:lnTo>
                  <a:lnTo>
                    <a:pt x="645" y="507"/>
                  </a:lnTo>
                  <a:lnTo>
                    <a:pt x="645" y="504"/>
                  </a:lnTo>
                  <a:lnTo>
                    <a:pt x="645" y="502"/>
                  </a:lnTo>
                  <a:lnTo>
                    <a:pt x="646" y="500"/>
                  </a:lnTo>
                  <a:lnTo>
                    <a:pt x="648" y="499"/>
                  </a:lnTo>
                  <a:lnTo>
                    <a:pt x="650" y="499"/>
                  </a:lnTo>
                  <a:lnTo>
                    <a:pt x="653" y="499"/>
                  </a:lnTo>
                  <a:lnTo>
                    <a:pt x="654" y="499"/>
                  </a:lnTo>
                  <a:lnTo>
                    <a:pt x="655" y="497"/>
                  </a:lnTo>
                  <a:lnTo>
                    <a:pt x="656" y="494"/>
                  </a:lnTo>
                  <a:lnTo>
                    <a:pt x="658" y="493"/>
                  </a:lnTo>
                  <a:lnTo>
                    <a:pt x="660" y="493"/>
                  </a:lnTo>
                  <a:lnTo>
                    <a:pt x="662" y="494"/>
                  </a:lnTo>
                  <a:lnTo>
                    <a:pt x="664" y="494"/>
                  </a:lnTo>
                  <a:lnTo>
                    <a:pt x="666" y="493"/>
                  </a:lnTo>
                  <a:lnTo>
                    <a:pt x="668" y="491"/>
                  </a:lnTo>
                  <a:lnTo>
                    <a:pt x="671" y="491"/>
                  </a:lnTo>
                  <a:lnTo>
                    <a:pt x="673" y="491"/>
                  </a:lnTo>
                  <a:lnTo>
                    <a:pt x="676" y="493"/>
                  </a:lnTo>
                  <a:lnTo>
                    <a:pt x="678" y="494"/>
                  </a:lnTo>
                  <a:lnTo>
                    <a:pt x="679" y="496"/>
                  </a:lnTo>
                  <a:lnTo>
                    <a:pt x="681" y="498"/>
                  </a:lnTo>
                  <a:lnTo>
                    <a:pt x="682" y="500"/>
                  </a:lnTo>
                  <a:lnTo>
                    <a:pt x="682" y="503"/>
                  </a:lnTo>
                  <a:lnTo>
                    <a:pt x="683" y="504"/>
                  </a:lnTo>
                  <a:lnTo>
                    <a:pt x="685" y="505"/>
                  </a:lnTo>
                  <a:lnTo>
                    <a:pt x="689" y="505"/>
                  </a:lnTo>
                  <a:lnTo>
                    <a:pt x="692" y="506"/>
                  </a:lnTo>
                  <a:lnTo>
                    <a:pt x="694" y="508"/>
                  </a:lnTo>
                  <a:lnTo>
                    <a:pt x="693" y="511"/>
                  </a:lnTo>
                  <a:lnTo>
                    <a:pt x="692" y="513"/>
                  </a:lnTo>
                  <a:close/>
                </a:path>
              </a:pathLst>
            </a:custGeom>
            <a:solidFill>
              <a:srgbClr val="ECB78D">
                <a:alpha val="24000"/>
              </a:srgbClr>
            </a:solidFill>
            <a:ln>
              <a:noFill/>
            </a:ln>
          </p:spPr>
          <p:txBody>
            <a:bodyPr anchor="ctr"/>
            <a:lstStyle/>
            <a:p>
              <a:pPr algn="ctr">
                <a:buNone/>
              </a:pPr>
            </a:p>
          </p:txBody>
        </p:sp>
        <p:sp>
          <p:nvSpPr>
            <p:cNvPr id="7157" name="addition:input:156">
              <a:extLst>
                <a:ext uri="{FF2B5EF4-FFF2-40B4-BE49-F238E27FC236}">
                  <ns2:creationId id="{0D7D44F1-D1CC-4007-A97A-F6CA85583425}"/>
                </a:ext>
              </a:extLst>
            </p:cNvPr>
            <p:cNvSpPr>
              <a:spLocks noGrp="1"/>
            </p:cNvSpPr>
            <p:nvPr/>
          </p:nvSpPr>
          <p:spPr>
            <a:xfrm>
              <a:off x="209550" y="5438775"/>
              <a:ext cx="1257483" cy="1075974"/>
            </a:xfrm>
            <a:custGeom>
              <a:rect l="l" t="t" r="r" b="b"/>
              <a:pathLst>
                <a:path w="764" h="574">
                  <a:moveTo>
                    <a:pt x="0" y="0"/>
                  </a:moveTo>
                  <a:moveTo>
                    <a:pt x="764" y="546"/>
                  </a:moveTo>
                  <a:lnTo>
                    <a:pt x="764" y="548"/>
                  </a:lnTo>
                  <a:lnTo>
                    <a:pt x="763" y="550"/>
                  </a:lnTo>
                  <a:lnTo>
                    <a:pt x="763" y="552"/>
                  </a:lnTo>
                  <a:lnTo>
                    <a:pt x="763" y="555"/>
                  </a:lnTo>
                  <a:lnTo>
                    <a:pt x="762" y="557"/>
                  </a:lnTo>
                  <a:lnTo>
                    <a:pt x="760" y="558"/>
                  </a:lnTo>
                  <a:lnTo>
                    <a:pt x="759" y="559"/>
                  </a:lnTo>
                  <a:lnTo>
                    <a:pt x="757" y="561"/>
                  </a:lnTo>
                  <a:lnTo>
                    <a:pt x="756" y="563"/>
                  </a:lnTo>
                  <a:lnTo>
                    <a:pt x="755" y="564"/>
                  </a:lnTo>
                  <a:lnTo>
                    <a:pt x="752" y="565"/>
                  </a:lnTo>
                  <a:lnTo>
                    <a:pt x="750" y="564"/>
                  </a:lnTo>
                  <a:lnTo>
                    <a:pt x="748" y="564"/>
                  </a:lnTo>
                  <a:lnTo>
                    <a:pt x="746" y="566"/>
                  </a:lnTo>
                  <a:lnTo>
                    <a:pt x="745" y="570"/>
                  </a:lnTo>
                  <a:lnTo>
                    <a:pt x="743" y="573"/>
                  </a:lnTo>
                  <a:lnTo>
                    <a:pt x="740" y="574"/>
                  </a:lnTo>
                  <a:lnTo>
                    <a:pt x="737" y="572"/>
                  </a:lnTo>
                  <a:lnTo>
                    <a:pt x="735" y="570"/>
                  </a:lnTo>
                  <a:lnTo>
                    <a:pt x="733" y="568"/>
                  </a:lnTo>
                  <a:lnTo>
                    <a:pt x="731" y="567"/>
                  </a:lnTo>
                  <a:lnTo>
                    <a:pt x="729" y="566"/>
                  </a:lnTo>
                  <a:lnTo>
                    <a:pt x="728" y="565"/>
                  </a:lnTo>
                  <a:lnTo>
                    <a:pt x="726" y="563"/>
                  </a:lnTo>
                  <a:lnTo>
                    <a:pt x="724" y="562"/>
                  </a:lnTo>
                  <a:lnTo>
                    <a:pt x="722" y="562"/>
                  </a:lnTo>
                  <a:lnTo>
                    <a:pt x="719" y="562"/>
                  </a:lnTo>
                  <a:lnTo>
                    <a:pt x="718" y="561"/>
                  </a:lnTo>
                  <a:lnTo>
                    <a:pt x="717" y="558"/>
                  </a:lnTo>
                  <a:lnTo>
                    <a:pt x="718" y="556"/>
                  </a:lnTo>
                  <a:lnTo>
                    <a:pt x="717" y="554"/>
                  </a:lnTo>
                  <a:lnTo>
                    <a:pt x="716" y="552"/>
                  </a:lnTo>
                  <a:lnTo>
                    <a:pt x="714" y="551"/>
                  </a:lnTo>
                  <a:lnTo>
                    <a:pt x="714" y="548"/>
                  </a:lnTo>
                  <a:lnTo>
                    <a:pt x="715" y="546"/>
                  </a:lnTo>
                  <a:lnTo>
                    <a:pt x="718" y="544"/>
                  </a:lnTo>
                  <a:lnTo>
                    <a:pt x="720" y="542"/>
                  </a:lnTo>
                  <a:lnTo>
                    <a:pt x="721" y="541"/>
                  </a:lnTo>
                  <a:lnTo>
                    <a:pt x="722" y="539"/>
                  </a:lnTo>
                  <a:lnTo>
                    <a:pt x="722" y="537"/>
                  </a:lnTo>
                  <a:lnTo>
                    <a:pt x="722" y="535"/>
                  </a:lnTo>
                  <a:lnTo>
                    <a:pt x="723" y="532"/>
                  </a:lnTo>
                  <a:lnTo>
                    <a:pt x="723" y="530"/>
                  </a:lnTo>
                  <a:lnTo>
                    <a:pt x="723" y="527"/>
                  </a:lnTo>
                  <a:lnTo>
                    <a:pt x="724" y="525"/>
                  </a:lnTo>
                  <a:lnTo>
                    <a:pt x="727" y="524"/>
                  </a:lnTo>
                  <a:lnTo>
                    <a:pt x="730" y="525"/>
                  </a:lnTo>
                  <a:lnTo>
                    <a:pt x="732" y="526"/>
                  </a:lnTo>
                  <a:lnTo>
                    <a:pt x="734" y="526"/>
                  </a:lnTo>
                  <a:lnTo>
                    <a:pt x="735" y="524"/>
                  </a:lnTo>
                  <a:lnTo>
                    <a:pt x="736" y="523"/>
                  </a:lnTo>
                  <a:lnTo>
                    <a:pt x="738" y="522"/>
                  </a:lnTo>
                  <a:lnTo>
                    <a:pt x="740" y="523"/>
                  </a:lnTo>
                  <a:lnTo>
                    <a:pt x="741" y="525"/>
                  </a:lnTo>
                  <a:lnTo>
                    <a:pt x="743" y="525"/>
                  </a:lnTo>
                  <a:lnTo>
                    <a:pt x="745" y="524"/>
                  </a:lnTo>
                  <a:lnTo>
                    <a:pt x="747" y="524"/>
                  </a:lnTo>
                  <a:lnTo>
                    <a:pt x="749" y="524"/>
                  </a:lnTo>
                  <a:lnTo>
                    <a:pt x="751" y="525"/>
                  </a:lnTo>
                  <a:lnTo>
                    <a:pt x="752" y="526"/>
                  </a:lnTo>
                  <a:lnTo>
                    <a:pt x="754" y="527"/>
                  </a:lnTo>
                  <a:lnTo>
                    <a:pt x="756" y="529"/>
                  </a:lnTo>
                  <a:lnTo>
                    <a:pt x="757" y="531"/>
                  </a:lnTo>
                  <a:lnTo>
                    <a:pt x="756" y="535"/>
                  </a:lnTo>
                  <a:lnTo>
                    <a:pt x="755" y="537"/>
                  </a:lnTo>
                  <a:lnTo>
                    <a:pt x="755" y="539"/>
                  </a:lnTo>
                  <a:lnTo>
                    <a:pt x="757" y="541"/>
                  </a:lnTo>
                  <a:lnTo>
                    <a:pt x="760" y="542"/>
                  </a:lnTo>
                  <a:lnTo>
                    <a:pt x="763" y="544"/>
                  </a:lnTo>
                  <a:close/>
                </a:path>
              </a:pathLst>
            </a:custGeom>
            <a:solidFill>
              <a:srgbClr val="ECB78D">
                <a:alpha val="24000"/>
              </a:srgbClr>
            </a:solidFill>
            <a:ln>
              <a:noFill/>
            </a:ln>
          </p:spPr>
          <p:txBody>
            <a:bodyPr anchor="ctr"/>
            <a:lstStyle/>
            <a:p>
              <a:pPr algn="ctr">
                <a:buNone/>
              </a:pPr>
            </a:p>
          </p:txBody>
        </p:sp>
        <p:sp>
          <p:nvSpPr>
            <p:cNvPr id="7158" name="addition:input:157">
              <a:extLst>
                <a:ext uri="{FF2B5EF4-FFF2-40B4-BE49-F238E27FC236}">
                  <ns2:creationId id="{7D8F4D0D-34FD-4C69-8534-5F2CE41F5AE4}"/>
                </a:ext>
              </a:extLst>
            </p:cNvPr>
            <p:cNvSpPr>
              <a:spLocks noGrp="1"/>
            </p:cNvSpPr>
            <p:nvPr/>
          </p:nvSpPr>
          <p:spPr>
            <a:xfrm>
              <a:off x="209550" y="5438775"/>
              <a:ext cx="1665671" cy="834161"/>
            </a:xfrm>
            <a:custGeom>
              <a:rect l="l" t="t" r="r" b="b"/>
              <a:pathLst>
                <a:path w="1012" h="445">
                  <a:moveTo>
                    <a:pt x="0" y="0"/>
                  </a:moveTo>
                  <a:moveTo>
                    <a:pt x="1007" y="309"/>
                  </a:moveTo>
                  <a:lnTo>
                    <a:pt x="1001" y="322"/>
                  </a:lnTo>
                  <a:lnTo>
                    <a:pt x="987" y="333"/>
                  </a:lnTo>
                  <a:lnTo>
                    <a:pt x="966" y="342"/>
                  </a:lnTo>
                  <a:lnTo>
                    <a:pt x="947" y="349"/>
                  </a:lnTo>
                  <a:lnTo>
                    <a:pt x="940" y="358"/>
                  </a:lnTo>
                  <a:lnTo>
                    <a:pt x="945" y="373"/>
                  </a:lnTo>
                  <a:lnTo>
                    <a:pt x="954" y="393"/>
                  </a:lnTo>
                  <a:lnTo>
                    <a:pt x="953" y="411"/>
                  </a:lnTo>
                  <a:lnTo>
                    <a:pt x="940" y="421"/>
                  </a:lnTo>
                  <a:lnTo>
                    <a:pt x="921" y="424"/>
                  </a:lnTo>
                  <a:lnTo>
                    <a:pt x="904" y="427"/>
                  </a:lnTo>
                  <a:lnTo>
                    <a:pt x="891" y="433"/>
                  </a:lnTo>
                  <a:lnTo>
                    <a:pt x="879" y="441"/>
                  </a:lnTo>
                  <a:lnTo>
                    <a:pt x="866" y="445"/>
                  </a:lnTo>
                  <a:lnTo>
                    <a:pt x="851" y="444"/>
                  </a:lnTo>
                  <a:lnTo>
                    <a:pt x="837" y="440"/>
                  </a:lnTo>
                  <a:lnTo>
                    <a:pt x="824" y="439"/>
                  </a:lnTo>
                  <a:lnTo>
                    <a:pt x="812" y="442"/>
                  </a:lnTo>
                  <a:lnTo>
                    <a:pt x="800" y="442"/>
                  </a:lnTo>
                  <a:lnTo>
                    <a:pt x="789" y="436"/>
                  </a:lnTo>
                  <a:lnTo>
                    <a:pt x="780" y="428"/>
                  </a:lnTo>
                  <a:lnTo>
                    <a:pt x="769" y="424"/>
                  </a:lnTo>
                  <a:lnTo>
                    <a:pt x="753" y="428"/>
                  </a:lnTo>
                  <a:lnTo>
                    <a:pt x="731" y="436"/>
                  </a:lnTo>
                  <a:lnTo>
                    <a:pt x="710" y="437"/>
                  </a:lnTo>
                  <a:lnTo>
                    <a:pt x="697" y="427"/>
                  </a:lnTo>
                  <a:lnTo>
                    <a:pt x="697" y="409"/>
                  </a:lnTo>
                  <a:lnTo>
                    <a:pt x="702" y="389"/>
                  </a:lnTo>
                  <a:lnTo>
                    <a:pt x="704" y="374"/>
                  </a:lnTo>
                  <a:lnTo>
                    <a:pt x="699" y="363"/>
                  </a:lnTo>
                  <a:lnTo>
                    <a:pt x="690" y="354"/>
                  </a:lnTo>
                  <a:lnTo>
                    <a:pt x="684" y="343"/>
                  </a:lnTo>
                  <a:lnTo>
                    <a:pt x="679" y="332"/>
                  </a:lnTo>
                  <a:lnTo>
                    <a:pt x="671" y="321"/>
                  </a:lnTo>
                  <a:lnTo>
                    <a:pt x="658" y="309"/>
                  </a:lnTo>
                  <a:lnTo>
                    <a:pt x="646" y="296"/>
                  </a:lnTo>
                  <a:lnTo>
                    <a:pt x="643" y="282"/>
                  </a:lnTo>
                  <a:lnTo>
                    <a:pt x="650" y="270"/>
                  </a:lnTo>
                  <a:lnTo>
                    <a:pt x="661" y="261"/>
                  </a:lnTo>
                  <a:lnTo>
                    <a:pt x="666" y="250"/>
                  </a:lnTo>
                  <a:lnTo>
                    <a:pt x="664" y="236"/>
                  </a:lnTo>
                  <a:lnTo>
                    <a:pt x="663" y="220"/>
                  </a:lnTo>
                  <a:lnTo>
                    <a:pt x="671" y="209"/>
                  </a:lnTo>
                  <a:lnTo>
                    <a:pt x="691" y="207"/>
                  </a:lnTo>
                  <a:lnTo>
                    <a:pt x="714" y="210"/>
                  </a:lnTo>
                  <a:lnTo>
                    <a:pt x="732" y="212"/>
                  </a:lnTo>
                  <a:lnTo>
                    <a:pt x="742" y="206"/>
                  </a:lnTo>
                  <a:lnTo>
                    <a:pt x="751" y="193"/>
                  </a:lnTo>
                  <a:lnTo>
                    <a:pt x="761" y="181"/>
                  </a:lnTo>
                  <a:lnTo>
                    <a:pt x="775" y="172"/>
                  </a:lnTo>
                  <a:lnTo>
                    <a:pt x="792" y="165"/>
                  </a:lnTo>
                  <a:lnTo>
                    <a:pt x="809" y="158"/>
                  </a:lnTo>
                  <a:lnTo>
                    <a:pt x="828" y="152"/>
                  </a:lnTo>
                  <a:lnTo>
                    <a:pt x="848" y="153"/>
                  </a:lnTo>
                  <a:lnTo>
                    <a:pt x="865" y="164"/>
                  </a:lnTo>
                  <a:lnTo>
                    <a:pt x="877" y="182"/>
                  </a:lnTo>
                  <a:lnTo>
                    <a:pt x="887" y="197"/>
                  </a:lnTo>
                  <a:lnTo>
                    <a:pt x="901" y="202"/>
                  </a:lnTo>
                  <a:lnTo>
                    <a:pt x="921" y="200"/>
                  </a:lnTo>
                  <a:lnTo>
                    <a:pt x="940" y="200"/>
                  </a:lnTo>
                  <a:lnTo>
                    <a:pt x="954" y="208"/>
                  </a:lnTo>
                  <a:lnTo>
                    <a:pt x="959" y="221"/>
                  </a:lnTo>
                  <a:lnTo>
                    <a:pt x="962" y="234"/>
                  </a:lnTo>
                  <a:lnTo>
                    <a:pt x="971" y="243"/>
                  </a:lnTo>
                  <a:lnTo>
                    <a:pt x="987" y="249"/>
                  </a:lnTo>
                  <a:lnTo>
                    <a:pt x="1003" y="257"/>
                  </a:lnTo>
                  <a:lnTo>
                    <a:pt x="1012" y="269"/>
                  </a:lnTo>
                  <a:lnTo>
                    <a:pt x="1012" y="282"/>
                  </a:lnTo>
                  <a:lnTo>
                    <a:pt x="1010" y="296"/>
                  </a:lnTo>
                  <a:close/>
                </a:path>
              </a:pathLst>
            </a:custGeom>
            <a:solidFill>
              <a:srgbClr val="C5E9DF">
                <a:alpha val="43000"/>
              </a:srgbClr>
            </a:solidFill>
            <a:ln>
              <a:noFill/>
            </a:ln>
          </p:spPr>
          <p:txBody>
            <a:bodyPr anchor="ctr"/>
            <a:lstStyle/>
            <a:p>
              <a:pPr algn="ctr">
                <a:buNone/>
              </a:pPr>
            </a:p>
          </p:txBody>
        </p:sp>
        <p:sp>
          <p:nvSpPr>
            <p:cNvPr id="7159" name="addition:input:158">
              <a:extLst>
                <a:ext uri="{FF2B5EF4-FFF2-40B4-BE49-F238E27FC236}">
                  <ns2:creationId id="{8D4785FF-DF19-49B5-8531-87C0EC22DE63}"/>
                </a:ext>
              </a:extLst>
            </p:cNvPr>
            <p:cNvSpPr>
              <a:spLocks noGrp="1"/>
            </p:cNvSpPr>
            <p:nvPr/>
          </p:nvSpPr>
          <p:spPr>
            <a:xfrm>
              <a:off x="209550" y="5438775"/>
              <a:ext cx="1614648" cy="847283"/>
            </a:xfrm>
            <a:custGeom>
              <a:rect l="l" t="t" r="r" b="b"/>
              <a:pathLst>
                <a:path w="981" h="452">
                  <a:moveTo>
                    <a:pt x="0" y="0"/>
                  </a:moveTo>
                  <a:moveTo>
                    <a:pt x="981" y="314"/>
                  </a:moveTo>
                  <a:lnTo>
                    <a:pt x="976" y="325"/>
                  </a:lnTo>
                  <a:lnTo>
                    <a:pt x="966" y="335"/>
                  </a:lnTo>
                  <a:lnTo>
                    <a:pt x="960" y="345"/>
                  </a:lnTo>
                  <a:lnTo>
                    <a:pt x="962" y="356"/>
                  </a:lnTo>
                  <a:lnTo>
                    <a:pt x="966" y="369"/>
                  </a:lnTo>
                  <a:lnTo>
                    <a:pt x="962" y="380"/>
                  </a:lnTo>
                  <a:lnTo>
                    <a:pt x="948" y="386"/>
                  </a:lnTo>
                  <a:lnTo>
                    <a:pt x="930" y="388"/>
                  </a:lnTo>
                  <a:lnTo>
                    <a:pt x="913" y="389"/>
                  </a:lnTo>
                  <a:lnTo>
                    <a:pt x="903" y="394"/>
                  </a:lnTo>
                  <a:lnTo>
                    <a:pt x="895" y="403"/>
                  </a:lnTo>
                  <a:lnTo>
                    <a:pt x="886" y="412"/>
                  </a:lnTo>
                  <a:lnTo>
                    <a:pt x="875" y="420"/>
                  </a:lnTo>
                  <a:lnTo>
                    <a:pt x="863" y="428"/>
                  </a:lnTo>
                  <a:lnTo>
                    <a:pt x="850" y="438"/>
                  </a:lnTo>
                  <a:lnTo>
                    <a:pt x="836" y="448"/>
                  </a:lnTo>
                  <a:lnTo>
                    <a:pt x="820" y="452"/>
                  </a:lnTo>
                  <a:lnTo>
                    <a:pt x="803" y="446"/>
                  </a:lnTo>
                  <a:lnTo>
                    <a:pt x="789" y="431"/>
                  </a:lnTo>
                  <a:lnTo>
                    <a:pt x="779" y="416"/>
                  </a:lnTo>
                  <a:lnTo>
                    <a:pt x="768" y="411"/>
                  </a:lnTo>
                  <a:lnTo>
                    <a:pt x="753" y="413"/>
                  </a:lnTo>
                  <a:lnTo>
                    <a:pt x="738" y="416"/>
                  </a:lnTo>
                  <a:lnTo>
                    <a:pt x="725" y="413"/>
                  </a:lnTo>
                  <a:lnTo>
                    <a:pt x="717" y="404"/>
                  </a:lnTo>
                  <a:lnTo>
                    <a:pt x="711" y="395"/>
                  </a:lnTo>
                  <a:lnTo>
                    <a:pt x="703" y="388"/>
                  </a:lnTo>
                  <a:lnTo>
                    <a:pt x="691" y="384"/>
                  </a:lnTo>
                  <a:lnTo>
                    <a:pt x="679" y="378"/>
                  </a:lnTo>
                  <a:lnTo>
                    <a:pt x="673" y="369"/>
                  </a:lnTo>
                  <a:lnTo>
                    <a:pt x="670" y="358"/>
                  </a:lnTo>
                  <a:lnTo>
                    <a:pt x="669" y="347"/>
                  </a:lnTo>
                  <a:lnTo>
                    <a:pt x="665" y="337"/>
                  </a:lnTo>
                  <a:lnTo>
                    <a:pt x="664" y="325"/>
                  </a:lnTo>
                  <a:lnTo>
                    <a:pt x="672" y="314"/>
                  </a:lnTo>
                  <a:lnTo>
                    <a:pt x="689" y="304"/>
                  </a:lnTo>
                  <a:lnTo>
                    <a:pt x="707" y="297"/>
                  </a:lnTo>
                  <a:lnTo>
                    <a:pt x="715" y="289"/>
                  </a:lnTo>
                  <a:lnTo>
                    <a:pt x="710" y="278"/>
                  </a:lnTo>
                  <a:lnTo>
                    <a:pt x="699" y="263"/>
                  </a:lnTo>
                  <a:lnTo>
                    <a:pt x="693" y="248"/>
                  </a:lnTo>
                  <a:lnTo>
                    <a:pt x="697" y="236"/>
                  </a:lnTo>
                  <a:lnTo>
                    <a:pt x="709" y="230"/>
                  </a:lnTo>
                  <a:lnTo>
                    <a:pt x="722" y="224"/>
                  </a:lnTo>
                  <a:lnTo>
                    <a:pt x="731" y="218"/>
                  </a:lnTo>
                  <a:lnTo>
                    <a:pt x="741" y="211"/>
                  </a:lnTo>
                  <a:lnTo>
                    <a:pt x="752" y="208"/>
                  </a:lnTo>
                  <a:lnTo>
                    <a:pt x="765" y="208"/>
                  </a:lnTo>
                  <a:lnTo>
                    <a:pt x="777" y="209"/>
                  </a:lnTo>
                  <a:lnTo>
                    <a:pt x="786" y="206"/>
                  </a:lnTo>
                  <a:lnTo>
                    <a:pt x="795" y="200"/>
                  </a:lnTo>
                  <a:lnTo>
                    <a:pt x="806" y="196"/>
                  </a:lnTo>
                  <a:lnTo>
                    <a:pt x="816" y="199"/>
                  </a:lnTo>
                  <a:lnTo>
                    <a:pt x="826" y="207"/>
                  </a:lnTo>
                  <a:lnTo>
                    <a:pt x="836" y="212"/>
                  </a:lnTo>
                  <a:lnTo>
                    <a:pt x="848" y="209"/>
                  </a:lnTo>
                  <a:lnTo>
                    <a:pt x="865" y="200"/>
                  </a:lnTo>
                  <a:lnTo>
                    <a:pt x="883" y="194"/>
                  </a:lnTo>
                  <a:lnTo>
                    <a:pt x="898" y="198"/>
                  </a:lnTo>
                  <a:lnTo>
                    <a:pt x="905" y="211"/>
                  </a:lnTo>
                  <a:lnTo>
                    <a:pt x="907" y="226"/>
                  </a:lnTo>
                  <a:lnTo>
                    <a:pt x="910" y="240"/>
                  </a:lnTo>
                  <a:lnTo>
                    <a:pt x="915" y="250"/>
                  </a:lnTo>
                  <a:lnTo>
                    <a:pt x="922" y="259"/>
                  </a:lnTo>
                  <a:lnTo>
                    <a:pt x="927" y="268"/>
                  </a:lnTo>
                  <a:lnTo>
                    <a:pt x="932" y="277"/>
                  </a:lnTo>
                  <a:lnTo>
                    <a:pt x="942" y="285"/>
                  </a:lnTo>
                  <a:lnTo>
                    <a:pt x="957" y="293"/>
                  </a:lnTo>
                  <a:lnTo>
                    <a:pt x="974" y="303"/>
                  </a:lnTo>
                  <a:close/>
                </a:path>
              </a:pathLst>
            </a:custGeom>
            <a:solidFill>
              <a:srgbClr val="86D1BC">
                <a:alpha val="43000"/>
              </a:srgbClr>
            </a:solidFill>
            <a:ln>
              <a:noFill/>
            </a:ln>
          </p:spPr>
          <p:txBody>
            <a:bodyPr anchor="ctr"/>
            <a:lstStyle/>
            <a:p>
              <a:pPr algn="ctr">
                <a:buNone/>
              </a:pPr>
            </a:p>
          </p:txBody>
        </p:sp>
        <p:sp>
          <p:nvSpPr>
            <p:cNvPr id="7160" name="addition:input:159">
              <a:extLst>
                <a:ext uri="{FF2B5EF4-FFF2-40B4-BE49-F238E27FC236}">
                  <ns2:creationId id="{FF531E51-A722-4DE4-AE10-FA1334FE9AAE}"/>
                </a:ext>
              </a:extLst>
            </p:cNvPr>
            <p:cNvSpPr>
              <a:spLocks noGrp="1"/>
            </p:cNvSpPr>
            <p:nvPr/>
          </p:nvSpPr>
          <p:spPr>
            <a:xfrm>
              <a:off x="209550" y="5438775"/>
              <a:ext cx="1535643" cy="809793"/>
            </a:xfrm>
            <a:custGeom>
              <a:rect l="l" t="t" r="r" b="b"/>
              <a:pathLst>
                <a:path w="933" h="432">
                  <a:moveTo>
                    <a:pt x="0" y="0"/>
                  </a:moveTo>
                  <a:moveTo>
                    <a:pt x="924" y="319"/>
                  </a:moveTo>
                  <a:lnTo>
                    <a:pt x="925" y="328"/>
                  </a:lnTo>
                  <a:lnTo>
                    <a:pt x="919" y="337"/>
                  </a:lnTo>
                  <a:lnTo>
                    <a:pt x="910" y="344"/>
                  </a:lnTo>
                  <a:lnTo>
                    <a:pt x="907" y="352"/>
                  </a:lnTo>
                  <a:lnTo>
                    <a:pt x="910" y="362"/>
                  </a:lnTo>
                  <a:lnTo>
                    <a:pt x="913" y="374"/>
                  </a:lnTo>
                  <a:lnTo>
                    <a:pt x="911" y="384"/>
                  </a:lnTo>
                  <a:lnTo>
                    <a:pt x="905" y="392"/>
                  </a:lnTo>
                  <a:lnTo>
                    <a:pt x="898" y="399"/>
                  </a:lnTo>
                  <a:lnTo>
                    <a:pt x="891" y="406"/>
                  </a:lnTo>
                  <a:lnTo>
                    <a:pt x="883" y="412"/>
                  </a:lnTo>
                  <a:lnTo>
                    <a:pt x="872" y="413"/>
                  </a:lnTo>
                  <a:lnTo>
                    <a:pt x="858" y="407"/>
                  </a:lnTo>
                  <a:lnTo>
                    <a:pt x="846" y="400"/>
                  </a:lnTo>
                  <a:lnTo>
                    <a:pt x="838" y="399"/>
                  </a:lnTo>
                  <a:lnTo>
                    <a:pt x="831" y="407"/>
                  </a:lnTo>
                  <a:lnTo>
                    <a:pt x="823" y="420"/>
                  </a:lnTo>
                  <a:lnTo>
                    <a:pt x="812" y="430"/>
                  </a:lnTo>
                  <a:lnTo>
                    <a:pt x="800" y="432"/>
                  </a:lnTo>
                  <a:lnTo>
                    <a:pt x="789" y="426"/>
                  </a:lnTo>
                  <a:lnTo>
                    <a:pt x="779" y="420"/>
                  </a:lnTo>
                  <a:lnTo>
                    <a:pt x="768" y="416"/>
                  </a:lnTo>
                  <a:lnTo>
                    <a:pt x="755" y="413"/>
                  </a:lnTo>
                  <a:lnTo>
                    <a:pt x="744" y="408"/>
                  </a:lnTo>
                  <a:lnTo>
                    <a:pt x="736" y="400"/>
                  </a:lnTo>
                  <a:lnTo>
                    <a:pt x="730" y="391"/>
                  </a:lnTo>
                  <a:lnTo>
                    <a:pt x="722" y="383"/>
                  </a:lnTo>
                  <a:lnTo>
                    <a:pt x="712" y="377"/>
                  </a:lnTo>
                  <a:lnTo>
                    <a:pt x="703" y="371"/>
                  </a:lnTo>
                  <a:lnTo>
                    <a:pt x="699" y="361"/>
                  </a:lnTo>
                  <a:lnTo>
                    <a:pt x="699" y="351"/>
                  </a:lnTo>
                  <a:lnTo>
                    <a:pt x="698" y="343"/>
                  </a:lnTo>
                  <a:lnTo>
                    <a:pt x="688" y="336"/>
                  </a:lnTo>
                  <a:lnTo>
                    <a:pt x="670" y="329"/>
                  </a:lnTo>
                  <a:lnTo>
                    <a:pt x="655" y="319"/>
                  </a:lnTo>
                  <a:lnTo>
                    <a:pt x="651" y="308"/>
                  </a:lnTo>
                  <a:lnTo>
                    <a:pt x="660" y="298"/>
                  </a:lnTo>
                  <a:lnTo>
                    <a:pt x="675" y="291"/>
                  </a:lnTo>
                  <a:lnTo>
                    <a:pt x="688" y="285"/>
                  </a:lnTo>
                  <a:lnTo>
                    <a:pt x="696" y="278"/>
                  </a:lnTo>
                  <a:lnTo>
                    <a:pt x="702" y="270"/>
                  </a:lnTo>
                  <a:lnTo>
                    <a:pt x="710" y="264"/>
                  </a:lnTo>
                  <a:lnTo>
                    <a:pt x="719" y="258"/>
                  </a:lnTo>
                  <a:lnTo>
                    <a:pt x="726" y="251"/>
                  </a:lnTo>
                  <a:lnTo>
                    <a:pt x="731" y="241"/>
                  </a:lnTo>
                  <a:lnTo>
                    <a:pt x="737" y="229"/>
                  </a:lnTo>
                  <a:lnTo>
                    <a:pt x="747" y="221"/>
                  </a:lnTo>
                  <a:lnTo>
                    <a:pt x="761" y="220"/>
                  </a:lnTo>
                  <a:lnTo>
                    <a:pt x="775" y="222"/>
                  </a:lnTo>
                  <a:lnTo>
                    <a:pt x="788" y="221"/>
                  </a:lnTo>
                  <a:lnTo>
                    <a:pt x="800" y="215"/>
                  </a:lnTo>
                  <a:lnTo>
                    <a:pt x="812" y="207"/>
                  </a:lnTo>
                  <a:lnTo>
                    <a:pt x="825" y="204"/>
                  </a:lnTo>
                  <a:lnTo>
                    <a:pt x="837" y="211"/>
                  </a:lnTo>
                  <a:lnTo>
                    <a:pt x="846" y="223"/>
                  </a:lnTo>
                  <a:lnTo>
                    <a:pt x="852" y="234"/>
                  </a:lnTo>
                  <a:lnTo>
                    <a:pt x="860" y="239"/>
                  </a:lnTo>
                  <a:lnTo>
                    <a:pt x="870" y="239"/>
                  </a:lnTo>
                  <a:lnTo>
                    <a:pt x="881" y="239"/>
                  </a:lnTo>
                  <a:lnTo>
                    <a:pt x="891" y="241"/>
                  </a:lnTo>
                  <a:lnTo>
                    <a:pt x="901" y="244"/>
                  </a:lnTo>
                  <a:lnTo>
                    <a:pt x="912" y="247"/>
                  </a:lnTo>
                  <a:lnTo>
                    <a:pt x="924" y="251"/>
                  </a:lnTo>
                  <a:lnTo>
                    <a:pt x="933" y="258"/>
                  </a:lnTo>
                  <a:lnTo>
                    <a:pt x="932" y="269"/>
                  </a:lnTo>
                  <a:lnTo>
                    <a:pt x="923" y="283"/>
                  </a:lnTo>
                  <a:lnTo>
                    <a:pt x="913" y="294"/>
                  </a:lnTo>
                  <a:lnTo>
                    <a:pt x="910" y="303"/>
                  </a:lnTo>
                  <a:lnTo>
                    <a:pt x="917" y="310"/>
                  </a:lnTo>
                  <a:close/>
                </a:path>
              </a:pathLst>
            </a:custGeom>
            <a:solidFill>
              <a:srgbClr val="56BFA2">
                <a:alpha val="35000"/>
              </a:srgbClr>
            </a:solidFill>
            <a:ln>
              <a:noFill/>
            </a:ln>
          </p:spPr>
          <p:txBody>
            <a:bodyPr anchor="ctr"/>
            <a:lstStyle/>
            <a:p>
              <a:pPr algn="ctr">
                <a:buNone/>
              </a:pPr>
            </a:p>
          </p:txBody>
        </p:sp>
        <p:sp>
          <p:nvSpPr>
            <p:cNvPr id="7161" name="addition:input:160">
              <a:extLst>
                <a:ext uri="{FF2B5EF4-FFF2-40B4-BE49-F238E27FC236}">
                  <ns2:creationId id="{826EE35D-A39C-45EA-8D6E-89B8145BD670}"/>
                </a:ext>
              </a:extLst>
            </p:cNvPr>
            <p:cNvSpPr>
              <a:spLocks noGrp="1"/>
            </p:cNvSpPr>
            <p:nvPr/>
          </p:nvSpPr>
          <p:spPr>
            <a:xfrm>
              <a:off x="209550" y="5438775"/>
              <a:ext cx="1333195" cy="631713"/>
            </a:xfrm>
            <a:custGeom>
              <a:rect l="l" t="t" r="r" b="b"/>
              <a:pathLst>
                <a:path w="810" h="337">
                  <a:moveTo>
                    <a:pt x="0" y="0"/>
                  </a:moveTo>
                  <a:moveTo>
                    <a:pt x="802" y="289"/>
                  </a:moveTo>
                  <a:lnTo>
                    <a:pt x="800" y="292"/>
                  </a:lnTo>
                  <a:lnTo>
                    <a:pt x="803" y="296"/>
                  </a:lnTo>
                  <a:lnTo>
                    <a:pt x="807" y="301"/>
                  </a:lnTo>
                  <a:lnTo>
                    <a:pt x="810" y="306"/>
                  </a:lnTo>
                  <a:lnTo>
                    <a:pt x="810" y="310"/>
                  </a:lnTo>
                  <a:lnTo>
                    <a:pt x="807" y="313"/>
                  </a:lnTo>
                  <a:lnTo>
                    <a:pt x="803" y="316"/>
                  </a:lnTo>
                  <a:lnTo>
                    <a:pt x="799" y="318"/>
                  </a:lnTo>
                  <a:lnTo>
                    <a:pt x="795" y="320"/>
                  </a:lnTo>
                  <a:lnTo>
                    <a:pt x="790" y="320"/>
                  </a:lnTo>
                  <a:lnTo>
                    <a:pt x="784" y="320"/>
                  </a:lnTo>
                  <a:lnTo>
                    <a:pt x="780" y="320"/>
                  </a:lnTo>
                  <a:lnTo>
                    <a:pt x="777" y="323"/>
                  </a:lnTo>
                  <a:lnTo>
                    <a:pt x="775" y="329"/>
                  </a:lnTo>
                  <a:lnTo>
                    <a:pt x="771" y="335"/>
                  </a:lnTo>
                  <a:lnTo>
                    <a:pt x="766" y="337"/>
                  </a:lnTo>
                  <a:lnTo>
                    <a:pt x="760" y="336"/>
                  </a:lnTo>
                  <a:lnTo>
                    <a:pt x="755" y="333"/>
                  </a:lnTo>
                  <a:lnTo>
                    <a:pt x="749" y="331"/>
                  </a:lnTo>
                  <a:lnTo>
                    <a:pt x="744" y="331"/>
                  </a:lnTo>
                  <a:lnTo>
                    <a:pt x="738" y="332"/>
                  </a:lnTo>
                  <a:lnTo>
                    <a:pt x="732" y="331"/>
                  </a:lnTo>
                  <a:lnTo>
                    <a:pt x="728" y="327"/>
                  </a:lnTo>
                  <a:lnTo>
                    <a:pt x="725" y="323"/>
                  </a:lnTo>
                  <a:lnTo>
                    <a:pt x="722" y="320"/>
                  </a:lnTo>
                  <a:lnTo>
                    <a:pt x="718" y="318"/>
                  </a:lnTo>
                  <a:lnTo>
                    <a:pt x="714" y="316"/>
                  </a:lnTo>
                  <a:lnTo>
                    <a:pt x="712" y="312"/>
                  </a:lnTo>
                  <a:lnTo>
                    <a:pt x="710" y="309"/>
                  </a:lnTo>
                  <a:lnTo>
                    <a:pt x="706" y="307"/>
                  </a:lnTo>
                  <a:lnTo>
                    <a:pt x="700" y="305"/>
                  </a:lnTo>
                  <a:lnTo>
                    <a:pt x="693" y="302"/>
                  </a:lnTo>
                  <a:lnTo>
                    <a:pt x="690" y="298"/>
                  </a:lnTo>
                  <a:lnTo>
                    <a:pt x="692" y="293"/>
                  </a:lnTo>
                  <a:lnTo>
                    <a:pt x="699" y="289"/>
                  </a:lnTo>
                  <a:lnTo>
                    <a:pt x="706" y="285"/>
                  </a:lnTo>
                  <a:lnTo>
                    <a:pt x="709" y="282"/>
                  </a:lnTo>
                  <a:lnTo>
                    <a:pt x="710" y="279"/>
                  </a:lnTo>
                  <a:lnTo>
                    <a:pt x="710" y="275"/>
                  </a:lnTo>
                  <a:lnTo>
                    <a:pt x="711" y="271"/>
                  </a:lnTo>
                  <a:lnTo>
                    <a:pt x="714" y="268"/>
                  </a:lnTo>
                  <a:lnTo>
                    <a:pt x="717" y="265"/>
                  </a:lnTo>
                  <a:lnTo>
                    <a:pt x="719" y="261"/>
                  </a:lnTo>
                  <a:lnTo>
                    <a:pt x="721" y="256"/>
                  </a:lnTo>
                  <a:lnTo>
                    <a:pt x="724" y="253"/>
                  </a:lnTo>
                  <a:lnTo>
                    <a:pt x="729" y="252"/>
                  </a:lnTo>
                  <a:lnTo>
                    <a:pt x="734" y="251"/>
                  </a:lnTo>
                  <a:lnTo>
                    <a:pt x="738" y="249"/>
                  </a:lnTo>
                  <a:lnTo>
                    <a:pt x="742" y="245"/>
                  </a:lnTo>
                  <a:lnTo>
                    <a:pt x="746" y="243"/>
                  </a:lnTo>
                  <a:lnTo>
                    <a:pt x="751" y="243"/>
                  </a:lnTo>
                  <a:lnTo>
                    <a:pt x="755" y="248"/>
                  </a:lnTo>
                  <a:lnTo>
                    <a:pt x="759" y="252"/>
                  </a:lnTo>
                  <a:lnTo>
                    <a:pt x="762" y="255"/>
                  </a:lnTo>
                  <a:lnTo>
                    <a:pt x="765" y="253"/>
                  </a:lnTo>
                  <a:lnTo>
                    <a:pt x="770" y="250"/>
                  </a:lnTo>
                  <a:lnTo>
                    <a:pt x="775" y="248"/>
                  </a:lnTo>
                  <a:lnTo>
                    <a:pt x="780" y="249"/>
                  </a:lnTo>
                  <a:lnTo>
                    <a:pt x="784" y="250"/>
                  </a:lnTo>
                  <a:lnTo>
                    <a:pt x="788" y="252"/>
                  </a:lnTo>
                  <a:lnTo>
                    <a:pt x="792" y="255"/>
                  </a:lnTo>
                  <a:lnTo>
                    <a:pt x="794" y="258"/>
                  </a:lnTo>
                  <a:lnTo>
                    <a:pt x="794" y="263"/>
                  </a:lnTo>
                  <a:lnTo>
                    <a:pt x="793" y="268"/>
                  </a:lnTo>
                  <a:lnTo>
                    <a:pt x="793" y="272"/>
                  </a:lnTo>
                  <a:lnTo>
                    <a:pt x="796" y="275"/>
                  </a:lnTo>
                  <a:lnTo>
                    <a:pt x="801" y="278"/>
                  </a:lnTo>
                  <a:lnTo>
                    <a:pt x="804" y="281"/>
                  </a:lnTo>
                  <a:lnTo>
                    <a:pt x="804" y="285"/>
                  </a:lnTo>
                  <a:close/>
                </a:path>
              </a:pathLst>
            </a:custGeom>
            <a:solidFill>
              <a:srgbClr val="86D1BC">
                <a:alpha val="32000"/>
              </a:srgbClr>
            </a:solidFill>
            <a:ln>
              <a:noFill/>
            </a:ln>
          </p:spPr>
          <p:txBody>
            <a:bodyPr anchor="ctr"/>
            <a:lstStyle/>
            <a:p>
              <a:pPr algn="ctr">
                <a:buNone/>
              </a:pPr>
            </a:p>
          </p:txBody>
        </p:sp>
        <p:sp>
          <p:nvSpPr>
            <p:cNvPr id="7162" name="addition:input:161">
              <a:extLst>
                <a:ext uri="{FF2B5EF4-FFF2-40B4-BE49-F238E27FC236}">
                  <ns2:creationId id="{FD9A1303-0415-4CC5-8830-A9E78F826A14}"/>
                </a:ext>
              </a:extLst>
            </p:cNvPr>
            <p:cNvSpPr>
              <a:spLocks noGrp="1"/>
            </p:cNvSpPr>
            <p:nvPr/>
          </p:nvSpPr>
          <p:spPr>
            <a:xfrm>
              <a:off x="209550" y="5438775"/>
              <a:ext cx="1397386" cy="556732"/>
            </a:xfrm>
            <a:custGeom>
              <a:rect l="l" t="t" r="r" b="b"/>
              <a:pathLst>
                <a:path w="849" h="297">
                  <a:moveTo>
                    <a:pt x="0" y="0"/>
                  </a:moveTo>
                  <a:moveTo>
                    <a:pt x="849" y="254"/>
                  </a:moveTo>
                  <a:lnTo>
                    <a:pt x="845" y="258"/>
                  </a:lnTo>
                  <a:lnTo>
                    <a:pt x="840" y="261"/>
                  </a:lnTo>
                  <a:lnTo>
                    <a:pt x="836" y="264"/>
                  </a:lnTo>
                  <a:lnTo>
                    <a:pt x="834" y="267"/>
                  </a:lnTo>
                  <a:lnTo>
                    <a:pt x="835" y="271"/>
                  </a:lnTo>
                  <a:lnTo>
                    <a:pt x="834" y="275"/>
                  </a:lnTo>
                  <a:lnTo>
                    <a:pt x="833" y="279"/>
                  </a:lnTo>
                  <a:lnTo>
                    <a:pt x="832" y="283"/>
                  </a:lnTo>
                  <a:lnTo>
                    <a:pt x="831" y="287"/>
                  </a:lnTo>
                  <a:lnTo>
                    <a:pt x="829" y="292"/>
                  </a:lnTo>
                  <a:lnTo>
                    <a:pt x="826" y="295"/>
                  </a:lnTo>
                  <a:lnTo>
                    <a:pt x="820" y="295"/>
                  </a:lnTo>
                  <a:lnTo>
                    <a:pt x="814" y="292"/>
                  </a:lnTo>
                  <a:lnTo>
                    <a:pt x="809" y="289"/>
                  </a:lnTo>
                  <a:lnTo>
                    <a:pt x="806" y="289"/>
                  </a:lnTo>
                  <a:lnTo>
                    <a:pt x="803" y="292"/>
                  </a:lnTo>
                  <a:lnTo>
                    <a:pt x="800" y="295"/>
                  </a:lnTo>
                  <a:lnTo>
                    <a:pt x="796" y="297"/>
                  </a:lnTo>
                  <a:lnTo>
                    <a:pt x="793" y="296"/>
                  </a:lnTo>
                  <a:lnTo>
                    <a:pt x="789" y="294"/>
                  </a:lnTo>
                  <a:lnTo>
                    <a:pt x="785" y="293"/>
                  </a:lnTo>
                  <a:lnTo>
                    <a:pt x="781" y="294"/>
                  </a:lnTo>
                  <a:lnTo>
                    <a:pt x="776" y="294"/>
                  </a:lnTo>
                  <a:lnTo>
                    <a:pt x="772" y="292"/>
                  </a:lnTo>
                  <a:lnTo>
                    <a:pt x="769" y="289"/>
                  </a:lnTo>
                  <a:lnTo>
                    <a:pt x="766" y="286"/>
                  </a:lnTo>
                  <a:lnTo>
                    <a:pt x="762" y="283"/>
                  </a:lnTo>
                  <a:lnTo>
                    <a:pt x="758" y="280"/>
                  </a:lnTo>
                  <a:lnTo>
                    <a:pt x="757" y="276"/>
                  </a:lnTo>
                  <a:lnTo>
                    <a:pt x="759" y="271"/>
                  </a:lnTo>
                  <a:lnTo>
                    <a:pt x="761" y="267"/>
                  </a:lnTo>
                  <a:lnTo>
                    <a:pt x="760" y="263"/>
                  </a:lnTo>
                  <a:lnTo>
                    <a:pt x="754" y="261"/>
                  </a:lnTo>
                  <a:lnTo>
                    <a:pt x="747" y="258"/>
                  </a:lnTo>
                  <a:lnTo>
                    <a:pt x="741" y="254"/>
                  </a:lnTo>
                  <a:lnTo>
                    <a:pt x="739" y="250"/>
                  </a:lnTo>
                  <a:lnTo>
                    <a:pt x="741" y="246"/>
                  </a:lnTo>
                  <a:lnTo>
                    <a:pt x="744" y="243"/>
                  </a:lnTo>
                  <a:lnTo>
                    <a:pt x="746" y="239"/>
                  </a:lnTo>
                  <a:lnTo>
                    <a:pt x="748" y="236"/>
                  </a:lnTo>
                  <a:lnTo>
                    <a:pt x="751" y="233"/>
                  </a:lnTo>
                  <a:lnTo>
                    <a:pt x="755" y="231"/>
                  </a:lnTo>
                  <a:lnTo>
                    <a:pt x="759" y="229"/>
                  </a:lnTo>
                  <a:lnTo>
                    <a:pt x="762" y="227"/>
                  </a:lnTo>
                  <a:lnTo>
                    <a:pt x="764" y="223"/>
                  </a:lnTo>
                  <a:lnTo>
                    <a:pt x="767" y="219"/>
                  </a:lnTo>
                  <a:lnTo>
                    <a:pt x="771" y="218"/>
                  </a:lnTo>
                  <a:lnTo>
                    <a:pt x="777" y="218"/>
                  </a:lnTo>
                  <a:lnTo>
                    <a:pt x="782" y="218"/>
                  </a:lnTo>
                  <a:lnTo>
                    <a:pt x="786" y="215"/>
                  </a:lnTo>
                  <a:lnTo>
                    <a:pt x="790" y="210"/>
                  </a:lnTo>
                  <a:lnTo>
                    <a:pt x="795" y="206"/>
                  </a:lnTo>
                  <a:lnTo>
                    <a:pt x="801" y="206"/>
                  </a:lnTo>
                  <a:lnTo>
                    <a:pt x="807" y="209"/>
                  </a:lnTo>
                  <a:lnTo>
                    <a:pt x="811" y="214"/>
                  </a:lnTo>
                  <a:lnTo>
                    <a:pt x="814" y="218"/>
                  </a:lnTo>
                  <a:lnTo>
                    <a:pt x="818" y="220"/>
                  </a:lnTo>
                  <a:lnTo>
                    <a:pt x="822" y="221"/>
                  </a:lnTo>
                  <a:lnTo>
                    <a:pt x="825" y="223"/>
                  </a:lnTo>
                  <a:lnTo>
                    <a:pt x="829" y="225"/>
                  </a:lnTo>
                  <a:lnTo>
                    <a:pt x="833" y="226"/>
                  </a:lnTo>
                  <a:lnTo>
                    <a:pt x="839" y="226"/>
                  </a:lnTo>
                  <a:lnTo>
                    <a:pt x="845" y="227"/>
                  </a:lnTo>
                  <a:lnTo>
                    <a:pt x="848" y="230"/>
                  </a:lnTo>
                  <a:lnTo>
                    <a:pt x="848" y="235"/>
                  </a:lnTo>
                  <a:lnTo>
                    <a:pt x="845" y="240"/>
                  </a:lnTo>
                  <a:lnTo>
                    <a:pt x="844" y="244"/>
                  </a:lnTo>
                  <a:lnTo>
                    <a:pt x="846" y="247"/>
                  </a:lnTo>
                  <a:lnTo>
                    <a:pt x="848" y="251"/>
                  </a:lnTo>
                  <a:close/>
                </a:path>
              </a:pathLst>
            </a:custGeom>
            <a:solidFill>
              <a:srgbClr val="86D1BC">
                <a:alpha val="32000"/>
              </a:srgbClr>
            </a:solidFill>
            <a:ln>
              <a:noFill/>
            </a:ln>
          </p:spPr>
          <p:txBody>
            <a:bodyPr anchor="ctr"/>
            <a:lstStyle/>
            <a:p>
              <a:pPr algn="ctr">
                <a:buNone/>
              </a:pPr>
            </a:p>
          </p:txBody>
        </p:sp>
        <p:sp>
          <p:nvSpPr>
            <p:cNvPr id="7163" name="addition:input:162">
              <a:extLst>
                <a:ext uri="{FF2B5EF4-FFF2-40B4-BE49-F238E27FC236}">
                  <ns2:creationId id="{9195B367-0969-45A4-99EF-FE07FA7A796F}"/>
                </a:ext>
              </a:extLst>
            </p:cNvPr>
            <p:cNvSpPr>
              <a:spLocks noGrp="1"/>
            </p:cNvSpPr>
            <p:nvPr/>
          </p:nvSpPr>
          <p:spPr>
            <a:xfrm>
              <a:off x="209550" y="5438775"/>
              <a:ext cx="1474744" cy="582976"/>
            </a:xfrm>
            <a:custGeom>
              <a:rect l="l" t="t" r="r" b="b"/>
              <a:pathLst>
                <a:path w="896" h="311">
                  <a:moveTo>
                    <a:pt x="0" y="0"/>
                  </a:moveTo>
                  <a:moveTo>
                    <a:pt x="890" y="264"/>
                  </a:moveTo>
                  <a:lnTo>
                    <a:pt x="890" y="268"/>
                  </a:lnTo>
                  <a:lnTo>
                    <a:pt x="890" y="271"/>
                  </a:lnTo>
                  <a:lnTo>
                    <a:pt x="890" y="275"/>
                  </a:lnTo>
                  <a:lnTo>
                    <a:pt x="891" y="279"/>
                  </a:lnTo>
                  <a:lnTo>
                    <a:pt x="894" y="285"/>
                  </a:lnTo>
                  <a:lnTo>
                    <a:pt x="896" y="291"/>
                  </a:lnTo>
                  <a:lnTo>
                    <a:pt x="896" y="296"/>
                  </a:lnTo>
                  <a:lnTo>
                    <a:pt x="891" y="298"/>
                  </a:lnTo>
                  <a:lnTo>
                    <a:pt x="884" y="297"/>
                  </a:lnTo>
                  <a:lnTo>
                    <a:pt x="878" y="296"/>
                  </a:lnTo>
                  <a:lnTo>
                    <a:pt x="874" y="297"/>
                  </a:lnTo>
                  <a:lnTo>
                    <a:pt x="872" y="300"/>
                  </a:lnTo>
                  <a:lnTo>
                    <a:pt x="870" y="304"/>
                  </a:lnTo>
                  <a:lnTo>
                    <a:pt x="867" y="306"/>
                  </a:lnTo>
                  <a:lnTo>
                    <a:pt x="863" y="307"/>
                  </a:lnTo>
                  <a:lnTo>
                    <a:pt x="858" y="307"/>
                  </a:lnTo>
                  <a:lnTo>
                    <a:pt x="854" y="308"/>
                  </a:lnTo>
                  <a:lnTo>
                    <a:pt x="850" y="310"/>
                  </a:lnTo>
                  <a:lnTo>
                    <a:pt x="845" y="311"/>
                  </a:lnTo>
                  <a:lnTo>
                    <a:pt x="840" y="310"/>
                  </a:lnTo>
                  <a:lnTo>
                    <a:pt x="835" y="308"/>
                  </a:lnTo>
                  <a:lnTo>
                    <a:pt x="830" y="307"/>
                  </a:lnTo>
                  <a:lnTo>
                    <a:pt x="824" y="307"/>
                  </a:lnTo>
                  <a:lnTo>
                    <a:pt x="818" y="306"/>
                  </a:lnTo>
                  <a:lnTo>
                    <a:pt x="815" y="302"/>
                  </a:lnTo>
                  <a:lnTo>
                    <a:pt x="814" y="295"/>
                  </a:lnTo>
                  <a:lnTo>
                    <a:pt x="815" y="289"/>
                  </a:lnTo>
                  <a:lnTo>
                    <a:pt x="814" y="285"/>
                  </a:lnTo>
                  <a:lnTo>
                    <a:pt x="809" y="284"/>
                  </a:lnTo>
                  <a:lnTo>
                    <a:pt x="801" y="283"/>
                  </a:lnTo>
                  <a:lnTo>
                    <a:pt x="795" y="281"/>
                  </a:lnTo>
                  <a:lnTo>
                    <a:pt x="791" y="277"/>
                  </a:lnTo>
                  <a:lnTo>
                    <a:pt x="790" y="273"/>
                  </a:lnTo>
                  <a:lnTo>
                    <a:pt x="789" y="268"/>
                  </a:lnTo>
                  <a:lnTo>
                    <a:pt x="789" y="264"/>
                  </a:lnTo>
                  <a:lnTo>
                    <a:pt x="790" y="260"/>
                  </a:lnTo>
                  <a:lnTo>
                    <a:pt x="793" y="256"/>
                  </a:lnTo>
                  <a:lnTo>
                    <a:pt x="798" y="252"/>
                  </a:lnTo>
                  <a:lnTo>
                    <a:pt x="801" y="249"/>
                  </a:lnTo>
                  <a:lnTo>
                    <a:pt x="803" y="246"/>
                  </a:lnTo>
                  <a:lnTo>
                    <a:pt x="803" y="241"/>
                  </a:lnTo>
                  <a:lnTo>
                    <a:pt x="805" y="237"/>
                  </a:lnTo>
                  <a:lnTo>
                    <a:pt x="810" y="235"/>
                  </a:lnTo>
                  <a:lnTo>
                    <a:pt x="816" y="234"/>
                  </a:lnTo>
                  <a:lnTo>
                    <a:pt x="821" y="233"/>
                  </a:lnTo>
                  <a:lnTo>
                    <a:pt x="824" y="229"/>
                  </a:lnTo>
                  <a:lnTo>
                    <a:pt x="825" y="223"/>
                  </a:lnTo>
                  <a:lnTo>
                    <a:pt x="828" y="217"/>
                  </a:lnTo>
                  <a:lnTo>
                    <a:pt x="833" y="214"/>
                  </a:lnTo>
                  <a:lnTo>
                    <a:pt x="839" y="215"/>
                  </a:lnTo>
                  <a:lnTo>
                    <a:pt x="845" y="217"/>
                  </a:lnTo>
                  <a:lnTo>
                    <a:pt x="850" y="219"/>
                  </a:lnTo>
                  <a:lnTo>
                    <a:pt x="854" y="220"/>
                  </a:lnTo>
                  <a:lnTo>
                    <a:pt x="858" y="222"/>
                  </a:lnTo>
                  <a:lnTo>
                    <a:pt x="861" y="225"/>
                  </a:lnTo>
                  <a:lnTo>
                    <a:pt x="864" y="228"/>
                  </a:lnTo>
                  <a:lnTo>
                    <a:pt x="868" y="227"/>
                  </a:lnTo>
                  <a:lnTo>
                    <a:pt x="874" y="225"/>
                  </a:lnTo>
                  <a:lnTo>
                    <a:pt x="880" y="223"/>
                  </a:lnTo>
                  <a:lnTo>
                    <a:pt x="884" y="224"/>
                  </a:lnTo>
                  <a:lnTo>
                    <a:pt x="886" y="229"/>
                  </a:lnTo>
                  <a:lnTo>
                    <a:pt x="886" y="234"/>
                  </a:lnTo>
                  <a:lnTo>
                    <a:pt x="887" y="238"/>
                  </a:lnTo>
                  <a:lnTo>
                    <a:pt x="890" y="241"/>
                  </a:lnTo>
                  <a:lnTo>
                    <a:pt x="894" y="243"/>
                  </a:lnTo>
                  <a:lnTo>
                    <a:pt x="896" y="247"/>
                  </a:lnTo>
                  <a:lnTo>
                    <a:pt x="895" y="252"/>
                  </a:lnTo>
                  <a:lnTo>
                    <a:pt x="892" y="256"/>
                  </a:lnTo>
                  <a:lnTo>
                    <a:pt x="890" y="260"/>
                  </a:lnTo>
                  <a:close/>
                </a:path>
              </a:pathLst>
            </a:custGeom>
            <a:solidFill>
              <a:srgbClr val="86D1BC">
                <a:alpha val="32000"/>
              </a:srgbClr>
            </a:solidFill>
            <a:ln>
              <a:noFill/>
            </a:ln>
          </p:spPr>
          <p:txBody>
            <a:bodyPr anchor="ctr"/>
            <a:lstStyle/>
            <a:p>
              <a:pPr algn="ctr">
                <a:buNone/>
              </a:pPr>
            </a:p>
          </p:txBody>
        </p:sp>
        <p:sp>
          <p:nvSpPr>
            <p:cNvPr id="7164" name="addition:input:163">
              <a:extLst>
                <a:ext uri="{FF2B5EF4-FFF2-40B4-BE49-F238E27FC236}">
                  <ns2:creationId id="{411886E6-8720-46CE-8030-BE8D9278F895}"/>
                </a:ext>
              </a:extLst>
            </p:cNvPr>
            <p:cNvSpPr>
              <a:spLocks noGrp="1"/>
            </p:cNvSpPr>
            <p:nvPr/>
          </p:nvSpPr>
          <p:spPr>
            <a:xfrm>
              <a:off x="209550" y="5438775"/>
              <a:ext cx="1563624" cy="659831"/>
            </a:xfrm>
            <a:custGeom>
              <a:rect l="l" t="t" r="r" b="b"/>
              <a:pathLst>
                <a:path w="950" h="352">
                  <a:moveTo>
                    <a:pt x="0" y="0"/>
                  </a:moveTo>
                  <a:moveTo>
                    <a:pt x="949" y="302"/>
                  </a:moveTo>
                  <a:lnTo>
                    <a:pt x="946" y="307"/>
                  </a:lnTo>
                  <a:lnTo>
                    <a:pt x="943" y="311"/>
                  </a:lnTo>
                  <a:lnTo>
                    <a:pt x="941" y="315"/>
                  </a:lnTo>
                  <a:lnTo>
                    <a:pt x="939" y="319"/>
                  </a:lnTo>
                  <a:lnTo>
                    <a:pt x="935" y="323"/>
                  </a:lnTo>
                  <a:lnTo>
                    <a:pt x="929" y="325"/>
                  </a:lnTo>
                  <a:lnTo>
                    <a:pt x="923" y="326"/>
                  </a:lnTo>
                  <a:lnTo>
                    <a:pt x="920" y="330"/>
                  </a:lnTo>
                  <a:lnTo>
                    <a:pt x="921" y="336"/>
                  </a:lnTo>
                  <a:lnTo>
                    <a:pt x="921" y="344"/>
                  </a:lnTo>
                  <a:lnTo>
                    <a:pt x="919" y="350"/>
                  </a:lnTo>
                  <a:lnTo>
                    <a:pt x="913" y="352"/>
                  </a:lnTo>
                  <a:lnTo>
                    <a:pt x="906" y="351"/>
                  </a:lnTo>
                  <a:lnTo>
                    <a:pt x="900" y="349"/>
                  </a:lnTo>
                  <a:lnTo>
                    <a:pt x="895" y="349"/>
                  </a:lnTo>
                  <a:lnTo>
                    <a:pt x="890" y="349"/>
                  </a:lnTo>
                  <a:lnTo>
                    <a:pt x="886" y="348"/>
                  </a:lnTo>
                  <a:lnTo>
                    <a:pt x="882" y="347"/>
                  </a:lnTo>
                  <a:lnTo>
                    <a:pt x="878" y="346"/>
                  </a:lnTo>
                  <a:lnTo>
                    <a:pt x="874" y="346"/>
                  </a:lnTo>
                  <a:lnTo>
                    <a:pt x="869" y="348"/>
                  </a:lnTo>
                  <a:lnTo>
                    <a:pt x="864" y="349"/>
                  </a:lnTo>
                  <a:lnTo>
                    <a:pt x="861" y="347"/>
                  </a:lnTo>
                  <a:lnTo>
                    <a:pt x="859" y="342"/>
                  </a:lnTo>
                  <a:lnTo>
                    <a:pt x="856" y="339"/>
                  </a:lnTo>
                  <a:lnTo>
                    <a:pt x="852" y="338"/>
                  </a:lnTo>
                  <a:lnTo>
                    <a:pt x="845" y="337"/>
                  </a:lnTo>
                  <a:lnTo>
                    <a:pt x="840" y="335"/>
                  </a:lnTo>
                  <a:lnTo>
                    <a:pt x="838" y="330"/>
                  </a:lnTo>
                  <a:lnTo>
                    <a:pt x="840" y="324"/>
                  </a:lnTo>
                  <a:lnTo>
                    <a:pt x="844" y="318"/>
                  </a:lnTo>
                  <a:lnTo>
                    <a:pt x="845" y="313"/>
                  </a:lnTo>
                  <a:lnTo>
                    <a:pt x="844" y="310"/>
                  </a:lnTo>
                  <a:lnTo>
                    <a:pt x="841" y="306"/>
                  </a:lnTo>
                  <a:lnTo>
                    <a:pt x="839" y="302"/>
                  </a:lnTo>
                  <a:lnTo>
                    <a:pt x="837" y="298"/>
                  </a:lnTo>
                  <a:lnTo>
                    <a:pt x="834" y="293"/>
                  </a:lnTo>
                  <a:lnTo>
                    <a:pt x="831" y="288"/>
                  </a:lnTo>
                  <a:lnTo>
                    <a:pt x="828" y="282"/>
                  </a:lnTo>
                  <a:lnTo>
                    <a:pt x="830" y="278"/>
                  </a:lnTo>
                  <a:lnTo>
                    <a:pt x="835" y="275"/>
                  </a:lnTo>
                  <a:lnTo>
                    <a:pt x="842" y="274"/>
                  </a:lnTo>
                  <a:lnTo>
                    <a:pt x="846" y="272"/>
                  </a:lnTo>
                  <a:lnTo>
                    <a:pt x="848" y="269"/>
                  </a:lnTo>
                  <a:lnTo>
                    <a:pt x="849" y="264"/>
                  </a:lnTo>
                  <a:lnTo>
                    <a:pt x="852" y="260"/>
                  </a:lnTo>
                  <a:lnTo>
                    <a:pt x="857" y="260"/>
                  </a:lnTo>
                  <a:lnTo>
                    <a:pt x="863" y="261"/>
                  </a:lnTo>
                  <a:lnTo>
                    <a:pt x="868" y="261"/>
                  </a:lnTo>
                  <a:lnTo>
                    <a:pt x="872" y="259"/>
                  </a:lnTo>
                  <a:lnTo>
                    <a:pt x="876" y="255"/>
                  </a:lnTo>
                  <a:lnTo>
                    <a:pt x="881" y="251"/>
                  </a:lnTo>
                  <a:lnTo>
                    <a:pt x="887" y="250"/>
                  </a:lnTo>
                  <a:lnTo>
                    <a:pt x="893" y="250"/>
                  </a:lnTo>
                  <a:lnTo>
                    <a:pt x="899" y="250"/>
                  </a:lnTo>
                  <a:lnTo>
                    <a:pt x="905" y="250"/>
                  </a:lnTo>
                  <a:lnTo>
                    <a:pt x="911" y="252"/>
                  </a:lnTo>
                  <a:lnTo>
                    <a:pt x="914" y="258"/>
                  </a:lnTo>
                  <a:lnTo>
                    <a:pt x="916" y="266"/>
                  </a:lnTo>
                  <a:lnTo>
                    <a:pt x="917" y="271"/>
                  </a:lnTo>
                  <a:lnTo>
                    <a:pt x="921" y="273"/>
                  </a:lnTo>
                  <a:lnTo>
                    <a:pt x="929" y="273"/>
                  </a:lnTo>
                  <a:lnTo>
                    <a:pt x="936" y="273"/>
                  </a:lnTo>
                  <a:lnTo>
                    <a:pt x="942" y="275"/>
                  </a:lnTo>
                  <a:lnTo>
                    <a:pt x="944" y="280"/>
                  </a:lnTo>
                  <a:lnTo>
                    <a:pt x="944" y="285"/>
                  </a:lnTo>
                  <a:lnTo>
                    <a:pt x="945" y="289"/>
                  </a:lnTo>
                  <a:lnTo>
                    <a:pt x="948" y="293"/>
                  </a:lnTo>
                  <a:lnTo>
                    <a:pt x="950" y="297"/>
                  </a:lnTo>
                  <a:close/>
                </a:path>
              </a:pathLst>
            </a:custGeom>
            <a:solidFill>
              <a:srgbClr val="86D1BC">
                <a:alpha val="32000"/>
              </a:srgbClr>
            </a:solidFill>
            <a:ln>
              <a:noFill/>
            </a:ln>
          </p:spPr>
          <p:txBody>
            <a:bodyPr anchor="ctr"/>
            <a:lstStyle/>
            <a:p>
              <a:pPr algn="ctr">
                <a:buNone/>
              </a:pPr>
            </a:p>
          </p:txBody>
        </p:sp>
        <p:sp>
          <p:nvSpPr>
            <p:cNvPr id="7165" name="addition:input:164">
              <a:extLst>
                <a:ext uri="{FF2B5EF4-FFF2-40B4-BE49-F238E27FC236}">
                  <ns2:creationId id="{462B058F-7F0C-485A-B4AB-7B32D1B925E7}"/>
                </a:ext>
              </a:extLst>
            </p:cNvPr>
            <p:cNvSpPr>
              <a:spLocks noGrp="1"/>
            </p:cNvSpPr>
            <p:nvPr/>
          </p:nvSpPr>
          <p:spPr>
            <a:xfrm>
              <a:off x="209550" y="5438775"/>
              <a:ext cx="1524122" cy="742310"/>
            </a:xfrm>
            <a:custGeom>
              <a:rect l="l" t="t" r="r" b="b"/>
              <a:pathLst>
                <a:path w="926" h="396">
                  <a:moveTo>
                    <a:pt x="0" y="0"/>
                  </a:moveTo>
                  <a:moveTo>
                    <a:pt x="926" y="344"/>
                  </a:moveTo>
                  <a:lnTo>
                    <a:pt x="925" y="348"/>
                  </a:lnTo>
                  <a:lnTo>
                    <a:pt x="925" y="353"/>
                  </a:lnTo>
                  <a:lnTo>
                    <a:pt x="925" y="358"/>
                  </a:lnTo>
                  <a:lnTo>
                    <a:pt x="924" y="363"/>
                  </a:lnTo>
                  <a:lnTo>
                    <a:pt x="919" y="367"/>
                  </a:lnTo>
                  <a:lnTo>
                    <a:pt x="910" y="369"/>
                  </a:lnTo>
                  <a:lnTo>
                    <a:pt x="900" y="369"/>
                  </a:lnTo>
                  <a:lnTo>
                    <a:pt x="893" y="370"/>
                  </a:lnTo>
                  <a:lnTo>
                    <a:pt x="891" y="374"/>
                  </a:lnTo>
                  <a:lnTo>
                    <a:pt x="891" y="381"/>
                  </a:lnTo>
                  <a:lnTo>
                    <a:pt x="890" y="388"/>
                  </a:lnTo>
                  <a:lnTo>
                    <a:pt x="885" y="393"/>
                  </a:lnTo>
                  <a:lnTo>
                    <a:pt x="877" y="394"/>
                  </a:lnTo>
                  <a:lnTo>
                    <a:pt x="870" y="395"/>
                  </a:lnTo>
                  <a:lnTo>
                    <a:pt x="863" y="396"/>
                  </a:lnTo>
                  <a:lnTo>
                    <a:pt x="856" y="396"/>
                  </a:lnTo>
                  <a:lnTo>
                    <a:pt x="849" y="395"/>
                  </a:lnTo>
                  <a:lnTo>
                    <a:pt x="843" y="392"/>
                  </a:lnTo>
                  <a:lnTo>
                    <a:pt x="837" y="390"/>
                  </a:lnTo>
                  <a:lnTo>
                    <a:pt x="832" y="389"/>
                  </a:lnTo>
                  <a:lnTo>
                    <a:pt x="826" y="390"/>
                  </a:lnTo>
                  <a:lnTo>
                    <a:pt x="820" y="390"/>
                  </a:lnTo>
                  <a:lnTo>
                    <a:pt x="815" y="388"/>
                  </a:lnTo>
                  <a:lnTo>
                    <a:pt x="813" y="383"/>
                  </a:lnTo>
                  <a:lnTo>
                    <a:pt x="811" y="379"/>
                  </a:lnTo>
                  <a:lnTo>
                    <a:pt x="806" y="377"/>
                  </a:lnTo>
                  <a:lnTo>
                    <a:pt x="798" y="377"/>
                  </a:lnTo>
                  <a:lnTo>
                    <a:pt x="790" y="377"/>
                  </a:lnTo>
                  <a:lnTo>
                    <a:pt x="784" y="374"/>
                  </a:lnTo>
                  <a:lnTo>
                    <a:pt x="784" y="368"/>
                  </a:lnTo>
                  <a:lnTo>
                    <a:pt x="787" y="362"/>
                  </a:lnTo>
                  <a:lnTo>
                    <a:pt x="791" y="357"/>
                  </a:lnTo>
                  <a:lnTo>
                    <a:pt x="793" y="352"/>
                  </a:lnTo>
                  <a:lnTo>
                    <a:pt x="794" y="348"/>
                  </a:lnTo>
                  <a:lnTo>
                    <a:pt x="796" y="344"/>
                  </a:lnTo>
                  <a:lnTo>
                    <a:pt x="799" y="340"/>
                  </a:lnTo>
                  <a:lnTo>
                    <a:pt x="798" y="336"/>
                  </a:lnTo>
                  <a:lnTo>
                    <a:pt x="794" y="331"/>
                  </a:lnTo>
                  <a:lnTo>
                    <a:pt x="789" y="325"/>
                  </a:lnTo>
                  <a:lnTo>
                    <a:pt x="788" y="319"/>
                  </a:lnTo>
                  <a:lnTo>
                    <a:pt x="792" y="316"/>
                  </a:lnTo>
                  <a:lnTo>
                    <a:pt x="799" y="314"/>
                  </a:lnTo>
                  <a:lnTo>
                    <a:pt x="804" y="312"/>
                  </a:lnTo>
                  <a:lnTo>
                    <a:pt x="807" y="308"/>
                  </a:lnTo>
                  <a:lnTo>
                    <a:pt x="808" y="303"/>
                  </a:lnTo>
                  <a:lnTo>
                    <a:pt x="811" y="298"/>
                  </a:lnTo>
                  <a:lnTo>
                    <a:pt x="816" y="297"/>
                  </a:lnTo>
                  <a:lnTo>
                    <a:pt x="823" y="299"/>
                  </a:lnTo>
                  <a:lnTo>
                    <a:pt x="829" y="301"/>
                  </a:lnTo>
                  <a:lnTo>
                    <a:pt x="834" y="301"/>
                  </a:lnTo>
                  <a:lnTo>
                    <a:pt x="838" y="299"/>
                  </a:lnTo>
                  <a:lnTo>
                    <a:pt x="843" y="297"/>
                  </a:lnTo>
                  <a:lnTo>
                    <a:pt x="848" y="296"/>
                  </a:lnTo>
                  <a:lnTo>
                    <a:pt x="854" y="295"/>
                  </a:lnTo>
                  <a:lnTo>
                    <a:pt x="861" y="293"/>
                  </a:lnTo>
                  <a:lnTo>
                    <a:pt x="869" y="290"/>
                  </a:lnTo>
                  <a:lnTo>
                    <a:pt x="877" y="289"/>
                  </a:lnTo>
                  <a:lnTo>
                    <a:pt x="883" y="293"/>
                  </a:lnTo>
                  <a:lnTo>
                    <a:pt x="885" y="301"/>
                  </a:lnTo>
                  <a:lnTo>
                    <a:pt x="886" y="308"/>
                  </a:lnTo>
                  <a:lnTo>
                    <a:pt x="889" y="313"/>
                  </a:lnTo>
                  <a:lnTo>
                    <a:pt x="895" y="314"/>
                  </a:lnTo>
                  <a:lnTo>
                    <a:pt x="903" y="315"/>
                  </a:lnTo>
                  <a:lnTo>
                    <a:pt x="909" y="318"/>
                  </a:lnTo>
                  <a:lnTo>
                    <a:pt x="912" y="322"/>
                  </a:lnTo>
                  <a:lnTo>
                    <a:pt x="913" y="327"/>
                  </a:lnTo>
                  <a:lnTo>
                    <a:pt x="916" y="331"/>
                  </a:lnTo>
                  <a:lnTo>
                    <a:pt x="921" y="335"/>
                  </a:lnTo>
                  <a:lnTo>
                    <a:pt x="925" y="339"/>
                  </a:lnTo>
                  <a:close/>
                </a:path>
              </a:pathLst>
            </a:custGeom>
            <a:solidFill>
              <a:srgbClr val="86D1BC">
                <a:alpha val="32000"/>
              </a:srgbClr>
            </a:solidFill>
            <a:ln>
              <a:noFill/>
            </a:ln>
          </p:spPr>
          <p:txBody>
            <a:bodyPr anchor="ctr"/>
            <a:lstStyle/>
            <a:p>
              <a:pPr algn="ctr">
                <a:buNone/>
              </a:pPr>
            </a:p>
          </p:txBody>
        </p:sp>
        <p:sp>
          <p:nvSpPr>
            <p:cNvPr id="7166" name="addition:input:165">
              <a:extLst>
                <a:ext uri="{FF2B5EF4-FFF2-40B4-BE49-F238E27FC236}">
                  <ns2:creationId id="{272255D2-3369-416D-B489-3F108A84D030}"/>
                </a:ext>
              </a:extLst>
            </p:cNvPr>
            <p:cNvSpPr>
              <a:spLocks noGrp="1"/>
            </p:cNvSpPr>
            <p:nvPr/>
          </p:nvSpPr>
          <p:spPr>
            <a:xfrm>
              <a:off x="209550" y="5438775"/>
              <a:ext cx="1403970" cy="747933"/>
            </a:xfrm>
            <a:custGeom>
              <a:rect l="l" t="t" r="r" b="b"/>
              <a:pathLst>
                <a:path w="853" h="399">
                  <a:moveTo>
                    <a:pt x="0" y="0"/>
                  </a:moveTo>
                  <a:moveTo>
                    <a:pt x="852" y="349"/>
                  </a:moveTo>
                  <a:lnTo>
                    <a:pt x="848" y="353"/>
                  </a:lnTo>
                  <a:lnTo>
                    <a:pt x="845" y="357"/>
                  </a:lnTo>
                  <a:lnTo>
                    <a:pt x="844" y="361"/>
                  </a:lnTo>
                  <a:lnTo>
                    <a:pt x="842" y="366"/>
                  </a:lnTo>
                  <a:lnTo>
                    <a:pt x="839" y="370"/>
                  </a:lnTo>
                  <a:lnTo>
                    <a:pt x="833" y="372"/>
                  </a:lnTo>
                  <a:lnTo>
                    <a:pt x="826" y="373"/>
                  </a:lnTo>
                  <a:lnTo>
                    <a:pt x="822" y="376"/>
                  </a:lnTo>
                  <a:lnTo>
                    <a:pt x="821" y="381"/>
                  </a:lnTo>
                  <a:lnTo>
                    <a:pt x="821" y="389"/>
                  </a:lnTo>
                  <a:lnTo>
                    <a:pt x="820" y="396"/>
                  </a:lnTo>
                  <a:lnTo>
                    <a:pt x="815" y="399"/>
                  </a:lnTo>
                  <a:lnTo>
                    <a:pt x="808" y="399"/>
                  </a:lnTo>
                  <a:lnTo>
                    <a:pt x="801" y="397"/>
                  </a:lnTo>
                  <a:lnTo>
                    <a:pt x="795" y="396"/>
                  </a:lnTo>
                  <a:lnTo>
                    <a:pt x="790" y="396"/>
                  </a:lnTo>
                  <a:lnTo>
                    <a:pt x="786" y="395"/>
                  </a:lnTo>
                  <a:lnTo>
                    <a:pt x="781" y="393"/>
                  </a:lnTo>
                  <a:lnTo>
                    <a:pt x="777" y="391"/>
                  </a:lnTo>
                  <a:lnTo>
                    <a:pt x="773" y="392"/>
                  </a:lnTo>
                  <a:lnTo>
                    <a:pt x="768" y="394"/>
                  </a:lnTo>
                  <a:lnTo>
                    <a:pt x="763" y="396"/>
                  </a:lnTo>
                  <a:lnTo>
                    <a:pt x="758" y="394"/>
                  </a:lnTo>
                  <a:lnTo>
                    <a:pt x="756" y="390"/>
                  </a:lnTo>
                  <a:lnTo>
                    <a:pt x="754" y="386"/>
                  </a:lnTo>
                  <a:lnTo>
                    <a:pt x="750" y="383"/>
                  </a:lnTo>
                  <a:lnTo>
                    <a:pt x="745" y="382"/>
                  </a:lnTo>
                  <a:lnTo>
                    <a:pt x="738" y="381"/>
                  </a:lnTo>
                  <a:lnTo>
                    <a:pt x="735" y="377"/>
                  </a:lnTo>
                  <a:lnTo>
                    <a:pt x="736" y="371"/>
                  </a:lnTo>
                  <a:lnTo>
                    <a:pt x="739" y="365"/>
                  </a:lnTo>
                  <a:lnTo>
                    <a:pt x="742" y="360"/>
                  </a:lnTo>
                  <a:lnTo>
                    <a:pt x="741" y="356"/>
                  </a:lnTo>
                  <a:lnTo>
                    <a:pt x="739" y="352"/>
                  </a:lnTo>
                  <a:lnTo>
                    <a:pt x="738" y="349"/>
                  </a:lnTo>
                  <a:lnTo>
                    <a:pt x="736" y="344"/>
                  </a:lnTo>
                  <a:lnTo>
                    <a:pt x="734" y="340"/>
                  </a:lnTo>
                  <a:lnTo>
                    <a:pt x="729" y="335"/>
                  </a:lnTo>
                  <a:lnTo>
                    <a:pt x="726" y="329"/>
                  </a:lnTo>
                  <a:lnTo>
                    <a:pt x="726" y="324"/>
                  </a:lnTo>
                  <a:lnTo>
                    <a:pt x="731" y="321"/>
                  </a:lnTo>
                  <a:lnTo>
                    <a:pt x="738" y="320"/>
                  </a:lnTo>
                  <a:lnTo>
                    <a:pt x="744" y="319"/>
                  </a:lnTo>
                  <a:lnTo>
                    <a:pt x="747" y="316"/>
                  </a:lnTo>
                  <a:lnTo>
                    <a:pt x="748" y="311"/>
                  </a:lnTo>
                  <a:lnTo>
                    <a:pt x="751" y="307"/>
                  </a:lnTo>
                  <a:lnTo>
                    <a:pt x="755" y="305"/>
                  </a:lnTo>
                  <a:lnTo>
                    <a:pt x="761" y="306"/>
                  </a:lnTo>
                  <a:lnTo>
                    <a:pt x="766" y="306"/>
                  </a:lnTo>
                  <a:lnTo>
                    <a:pt x="771" y="305"/>
                  </a:lnTo>
                  <a:lnTo>
                    <a:pt x="775" y="301"/>
                  </a:lnTo>
                  <a:lnTo>
                    <a:pt x="780" y="299"/>
                  </a:lnTo>
                  <a:lnTo>
                    <a:pt x="786" y="297"/>
                  </a:lnTo>
                  <a:lnTo>
                    <a:pt x="792" y="297"/>
                  </a:lnTo>
                  <a:lnTo>
                    <a:pt x="799" y="297"/>
                  </a:lnTo>
                  <a:lnTo>
                    <a:pt x="806" y="297"/>
                  </a:lnTo>
                  <a:lnTo>
                    <a:pt x="812" y="298"/>
                  </a:lnTo>
                  <a:lnTo>
                    <a:pt x="817" y="303"/>
                  </a:lnTo>
                  <a:lnTo>
                    <a:pt x="818" y="310"/>
                  </a:lnTo>
                  <a:lnTo>
                    <a:pt x="819" y="317"/>
                  </a:lnTo>
                  <a:lnTo>
                    <a:pt x="822" y="320"/>
                  </a:lnTo>
                  <a:lnTo>
                    <a:pt x="829" y="320"/>
                  </a:lnTo>
                  <a:lnTo>
                    <a:pt x="837" y="320"/>
                  </a:lnTo>
                  <a:lnTo>
                    <a:pt x="844" y="322"/>
                  </a:lnTo>
                  <a:lnTo>
                    <a:pt x="847" y="326"/>
                  </a:lnTo>
                  <a:lnTo>
                    <a:pt x="848" y="331"/>
                  </a:lnTo>
                  <a:lnTo>
                    <a:pt x="849" y="335"/>
                  </a:lnTo>
                  <a:lnTo>
                    <a:pt x="851" y="339"/>
                  </a:lnTo>
                  <a:lnTo>
                    <a:pt x="853" y="344"/>
                  </a:lnTo>
                  <a:close/>
                </a:path>
              </a:pathLst>
            </a:custGeom>
            <a:solidFill>
              <a:srgbClr val="86D1BC">
                <a:alpha val="32000"/>
              </a:srgbClr>
            </a:solidFill>
            <a:ln>
              <a:noFill/>
            </a:ln>
          </p:spPr>
          <p:txBody>
            <a:bodyPr anchor="ctr"/>
            <a:lstStyle/>
            <a:p>
              <a:pPr algn="ctr">
                <a:buNone/>
              </a:pPr>
            </a:p>
          </p:txBody>
        </p:sp>
        <p:sp>
          <p:nvSpPr>
            <p:cNvPr id="7167" name="addition:input:166">
              <a:extLst>
                <a:ext uri="{FF2B5EF4-FFF2-40B4-BE49-F238E27FC236}">
                  <ns2:creationId id="{1480D8AA-6C97-492F-8B8F-BE0A402D085B}"/>
                </a:ext>
              </a:extLst>
            </p:cNvPr>
            <p:cNvSpPr>
              <a:spLocks noGrp="1"/>
            </p:cNvSpPr>
            <p:nvPr/>
          </p:nvSpPr>
          <p:spPr>
            <a:xfrm>
              <a:off x="209550" y="5438775"/>
              <a:ext cx="1303569" cy="701070"/>
            </a:xfrm>
            <a:custGeom>
              <a:rect l="l" t="t" r="r" b="b"/>
              <a:pathLst>
                <a:path w="792" h="374">
                  <a:moveTo>
                    <a:pt x="0" y="0"/>
                  </a:moveTo>
                  <a:moveTo>
                    <a:pt x="792" y="331"/>
                  </a:moveTo>
                  <a:lnTo>
                    <a:pt x="789" y="335"/>
                  </a:lnTo>
                  <a:lnTo>
                    <a:pt x="783" y="338"/>
                  </a:lnTo>
                  <a:lnTo>
                    <a:pt x="776" y="340"/>
                  </a:lnTo>
                  <a:lnTo>
                    <a:pt x="772" y="343"/>
                  </a:lnTo>
                  <a:lnTo>
                    <a:pt x="771" y="346"/>
                  </a:lnTo>
                  <a:lnTo>
                    <a:pt x="771" y="350"/>
                  </a:lnTo>
                  <a:lnTo>
                    <a:pt x="771" y="355"/>
                  </a:lnTo>
                  <a:lnTo>
                    <a:pt x="769" y="358"/>
                  </a:lnTo>
                  <a:lnTo>
                    <a:pt x="766" y="362"/>
                  </a:lnTo>
                  <a:lnTo>
                    <a:pt x="764" y="366"/>
                  </a:lnTo>
                  <a:lnTo>
                    <a:pt x="761" y="370"/>
                  </a:lnTo>
                  <a:lnTo>
                    <a:pt x="757" y="371"/>
                  </a:lnTo>
                  <a:lnTo>
                    <a:pt x="752" y="371"/>
                  </a:lnTo>
                  <a:lnTo>
                    <a:pt x="747" y="369"/>
                  </a:lnTo>
                  <a:lnTo>
                    <a:pt x="743" y="368"/>
                  </a:lnTo>
                  <a:lnTo>
                    <a:pt x="739" y="370"/>
                  </a:lnTo>
                  <a:lnTo>
                    <a:pt x="736" y="373"/>
                  </a:lnTo>
                  <a:lnTo>
                    <a:pt x="732" y="374"/>
                  </a:lnTo>
                  <a:lnTo>
                    <a:pt x="729" y="371"/>
                  </a:lnTo>
                  <a:lnTo>
                    <a:pt x="726" y="367"/>
                  </a:lnTo>
                  <a:lnTo>
                    <a:pt x="724" y="365"/>
                  </a:lnTo>
                  <a:lnTo>
                    <a:pt x="720" y="365"/>
                  </a:lnTo>
                  <a:lnTo>
                    <a:pt x="716" y="367"/>
                  </a:lnTo>
                  <a:lnTo>
                    <a:pt x="710" y="368"/>
                  </a:lnTo>
                  <a:lnTo>
                    <a:pt x="706" y="367"/>
                  </a:lnTo>
                  <a:lnTo>
                    <a:pt x="704" y="364"/>
                  </a:lnTo>
                  <a:lnTo>
                    <a:pt x="701" y="361"/>
                  </a:lnTo>
                  <a:lnTo>
                    <a:pt x="699" y="357"/>
                  </a:lnTo>
                  <a:lnTo>
                    <a:pt x="698" y="353"/>
                  </a:lnTo>
                  <a:lnTo>
                    <a:pt x="699" y="348"/>
                  </a:lnTo>
                  <a:lnTo>
                    <a:pt x="702" y="343"/>
                  </a:lnTo>
                  <a:lnTo>
                    <a:pt x="703" y="340"/>
                  </a:lnTo>
                  <a:lnTo>
                    <a:pt x="700" y="337"/>
                  </a:lnTo>
                  <a:lnTo>
                    <a:pt x="695" y="334"/>
                  </a:lnTo>
                  <a:lnTo>
                    <a:pt x="689" y="331"/>
                  </a:lnTo>
                  <a:lnTo>
                    <a:pt x="688" y="327"/>
                  </a:lnTo>
                  <a:lnTo>
                    <a:pt x="689" y="323"/>
                  </a:lnTo>
                  <a:lnTo>
                    <a:pt x="692" y="320"/>
                  </a:lnTo>
                  <a:lnTo>
                    <a:pt x="693" y="316"/>
                  </a:lnTo>
                  <a:lnTo>
                    <a:pt x="692" y="312"/>
                  </a:lnTo>
                  <a:lnTo>
                    <a:pt x="691" y="308"/>
                  </a:lnTo>
                  <a:lnTo>
                    <a:pt x="693" y="304"/>
                  </a:lnTo>
                  <a:lnTo>
                    <a:pt x="697" y="302"/>
                  </a:lnTo>
                  <a:lnTo>
                    <a:pt x="701" y="301"/>
                  </a:lnTo>
                  <a:lnTo>
                    <a:pt x="705" y="299"/>
                  </a:lnTo>
                  <a:lnTo>
                    <a:pt x="708" y="298"/>
                  </a:lnTo>
                  <a:lnTo>
                    <a:pt x="712" y="296"/>
                  </a:lnTo>
                  <a:lnTo>
                    <a:pt x="716" y="297"/>
                  </a:lnTo>
                  <a:lnTo>
                    <a:pt x="720" y="296"/>
                  </a:lnTo>
                  <a:lnTo>
                    <a:pt x="724" y="294"/>
                  </a:lnTo>
                  <a:lnTo>
                    <a:pt x="727" y="289"/>
                  </a:lnTo>
                  <a:lnTo>
                    <a:pt x="732" y="283"/>
                  </a:lnTo>
                  <a:lnTo>
                    <a:pt x="737" y="281"/>
                  </a:lnTo>
                  <a:lnTo>
                    <a:pt x="742" y="283"/>
                  </a:lnTo>
                  <a:lnTo>
                    <a:pt x="747" y="288"/>
                  </a:lnTo>
                  <a:lnTo>
                    <a:pt x="750" y="292"/>
                  </a:lnTo>
                  <a:lnTo>
                    <a:pt x="754" y="295"/>
                  </a:lnTo>
                  <a:lnTo>
                    <a:pt x="759" y="296"/>
                  </a:lnTo>
                  <a:lnTo>
                    <a:pt x="763" y="297"/>
                  </a:lnTo>
                  <a:lnTo>
                    <a:pt x="766" y="300"/>
                  </a:lnTo>
                  <a:lnTo>
                    <a:pt x="769" y="303"/>
                  </a:lnTo>
                  <a:lnTo>
                    <a:pt x="772" y="305"/>
                  </a:lnTo>
                  <a:lnTo>
                    <a:pt x="777" y="307"/>
                  </a:lnTo>
                  <a:lnTo>
                    <a:pt x="781" y="309"/>
                  </a:lnTo>
                  <a:lnTo>
                    <a:pt x="783" y="312"/>
                  </a:lnTo>
                  <a:lnTo>
                    <a:pt x="783" y="316"/>
                  </a:lnTo>
                  <a:lnTo>
                    <a:pt x="784" y="320"/>
                  </a:lnTo>
                  <a:lnTo>
                    <a:pt x="787" y="323"/>
                  </a:lnTo>
                  <a:lnTo>
                    <a:pt x="790" y="327"/>
                  </a:lnTo>
                  <a:close/>
                </a:path>
              </a:pathLst>
            </a:custGeom>
            <a:solidFill>
              <a:srgbClr val="86D1BC">
                <a:alpha val="32000"/>
              </a:srgbClr>
            </a:solidFill>
            <a:ln>
              <a:noFill/>
            </a:ln>
          </p:spPr>
          <p:txBody>
            <a:bodyPr anchor="ctr"/>
            <a:lstStyle/>
            <a:p>
              <a:pPr algn="ctr">
                <a:buNone/>
              </a:pPr>
            </a:p>
          </p:txBody>
        </p:sp>
        <p:sp>
          <p:nvSpPr>
            <p:cNvPr id="7168" name="addition:input:167">
              <a:extLst>
                <a:ext uri="{FF2B5EF4-FFF2-40B4-BE49-F238E27FC236}">
                  <ns2:creationId id="{8EFC9DA0-F183-419E-B2E7-19A358B86701}"/>
                </a:ext>
              </a:extLst>
            </p:cNvPr>
            <p:cNvSpPr>
              <a:spLocks noGrp="1"/>
            </p:cNvSpPr>
            <p:nvPr/>
          </p:nvSpPr>
          <p:spPr>
            <a:xfrm>
              <a:off x="209550" y="5438775"/>
              <a:ext cx="1476390" cy="721690"/>
            </a:xfrm>
            <a:custGeom>
              <a:rect l="l" t="t" r="r" b="b"/>
              <a:pathLst>
                <a:path w="897" h="385">
                  <a:moveTo>
                    <a:pt x="0" y="0"/>
                  </a:moveTo>
                  <a:moveTo>
                    <a:pt x="896" y="324"/>
                  </a:moveTo>
                  <a:lnTo>
                    <a:pt x="896" y="329"/>
                  </a:lnTo>
                  <a:lnTo>
                    <a:pt x="897" y="334"/>
                  </a:lnTo>
                  <a:lnTo>
                    <a:pt x="895" y="339"/>
                  </a:lnTo>
                  <a:lnTo>
                    <a:pt x="891" y="343"/>
                  </a:lnTo>
                  <a:lnTo>
                    <a:pt x="885" y="346"/>
                  </a:lnTo>
                  <a:lnTo>
                    <a:pt x="881" y="350"/>
                  </a:lnTo>
                  <a:lnTo>
                    <a:pt x="879" y="355"/>
                  </a:lnTo>
                  <a:lnTo>
                    <a:pt x="875" y="359"/>
                  </a:lnTo>
                  <a:lnTo>
                    <a:pt x="869" y="361"/>
                  </a:lnTo>
                  <a:lnTo>
                    <a:pt x="860" y="361"/>
                  </a:lnTo>
                  <a:lnTo>
                    <a:pt x="853" y="362"/>
                  </a:lnTo>
                  <a:lnTo>
                    <a:pt x="849" y="366"/>
                  </a:lnTo>
                  <a:lnTo>
                    <a:pt x="846" y="374"/>
                  </a:lnTo>
                  <a:lnTo>
                    <a:pt x="842" y="381"/>
                  </a:lnTo>
                  <a:lnTo>
                    <a:pt x="835" y="385"/>
                  </a:lnTo>
                  <a:lnTo>
                    <a:pt x="826" y="384"/>
                  </a:lnTo>
                  <a:lnTo>
                    <a:pt x="818" y="380"/>
                  </a:lnTo>
                  <a:lnTo>
                    <a:pt x="811" y="377"/>
                  </a:lnTo>
                  <a:lnTo>
                    <a:pt x="805" y="375"/>
                  </a:lnTo>
                  <a:lnTo>
                    <a:pt x="799" y="373"/>
                  </a:lnTo>
                  <a:lnTo>
                    <a:pt x="794" y="370"/>
                  </a:lnTo>
                  <a:lnTo>
                    <a:pt x="789" y="367"/>
                  </a:lnTo>
                  <a:lnTo>
                    <a:pt x="784" y="366"/>
                  </a:lnTo>
                  <a:lnTo>
                    <a:pt x="777" y="366"/>
                  </a:lnTo>
                  <a:lnTo>
                    <a:pt x="769" y="367"/>
                  </a:lnTo>
                  <a:lnTo>
                    <a:pt x="763" y="365"/>
                  </a:lnTo>
                  <a:lnTo>
                    <a:pt x="761" y="361"/>
                  </a:lnTo>
                  <a:lnTo>
                    <a:pt x="761" y="355"/>
                  </a:lnTo>
                  <a:lnTo>
                    <a:pt x="760" y="350"/>
                  </a:lnTo>
                  <a:lnTo>
                    <a:pt x="755" y="347"/>
                  </a:lnTo>
                  <a:lnTo>
                    <a:pt x="749" y="344"/>
                  </a:lnTo>
                  <a:lnTo>
                    <a:pt x="745" y="340"/>
                  </a:lnTo>
                  <a:lnTo>
                    <a:pt x="748" y="334"/>
                  </a:lnTo>
                  <a:lnTo>
                    <a:pt x="754" y="328"/>
                  </a:lnTo>
                  <a:lnTo>
                    <a:pt x="761" y="324"/>
                  </a:lnTo>
                  <a:lnTo>
                    <a:pt x="764" y="319"/>
                  </a:lnTo>
                  <a:lnTo>
                    <a:pt x="764" y="315"/>
                  </a:lnTo>
                  <a:lnTo>
                    <a:pt x="763" y="310"/>
                  </a:lnTo>
                  <a:lnTo>
                    <a:pt x="763" y="306"/>
                  </a:lnTo>
                  <a:lnTo>
                    <a:pt x="763" y="301"/>
                  </a:lnTo>
                  <a:lnTo>
                    <a:pt x="762" y="295"/>
                  </a:lnTo>
                  <a:lnTo>
                    <a:pt x="760" y="288"/>
                  </a:lnTo>
                  <a:lnTo>
                    <a:pt x="761" y="282"/>
                  </a:lnTo>
                  <a:lnTo>
                    <a:pt x="767" y="279"/>
                  </a:lnTo>
                  <a:lnTo>
                    <a:pt x="776" y="280"/>
                  </a:lnTo>
                  <a:lnTo>
                    <a:pt x="785" y="282"/>
                  </a:lnTo>
                  <a:lnTo>
                    <a:pt x="790" y="281"/>
                  </a:lnTo>
                  <a:lnTo>
                    <a:pt x="793" y="277"/>
                  </a:lnTo>
                  <a:lnTo>
                    <a:pt x="796" y="273"/>
                  </a:lnTo>
                  <a:lnTo>
                    <a:pt x="801" y="271"/>
                  </a:lnTo>
                  <a:lnTo>
                    <a:pt x="806" y="272"/>
                  </a:lnTo>
                  <a:lnTo>
                    <a:pt x="812" y="274"/>
                  </a:lnTo>
                  <a:lnTo>
                    <a:pt x="817" y="274"/>
                  </a:lnTo>
                  <a:lnTo>
                    <a:pt x="823" y="272"/>
                  </a:lnTo>
                  <a:lnTo>
                    <a:pt x="829" y="270"/>
                  </a:lnTo>
                  <a:lnTo>
                    <a:pt x="836" y="270"/>
                  </a:lnTo>
                  <a:lnTo>
                    <a:pt x="842" y="271"/>
                  </a:lnTo>
                  <a:lnTo>
                    <a:pt x="849" y="273"/>
                  </a:lnTo>
                  <a:lnTo>
                    <a:pt x="856" y="274"/>
                  </a:lnTo>
                  <a:lnTo>
                    <a:pt x="863" y="277"/>
                  </a:lnTo>
                  <a:lnTo>
                    <a:pt x="867" y="282"/>
                  </a:lnTo>
                  <a:lnTo>
                    <a:pt x="867" y="289"/>
                  </a:lnTo>
                  <a:lnTo>
                    <a:pt x="865" y="297"/>
                  </a:lnTo>
                  <a:lnTo>
                    <a:pt x="866" y="302"/>
                  </a:lnTo>
                  <a:lnTo>
                    <a:pt x="872" y="304"/>
                  </a:lnTo>
                  <a:lnTo>
                    <a:pt x="882" y="306"/>
                  </a:lnTo>
                  <a:lnTo>
                    <a:pt x="892" y="308"/>
                  </a:lnTo>
                  <a:lnTo>
                    <a:pt x="896" y="313"/>
                  </a:lnTo>
                  <a:lnTo>
                    <a:pt x="897" y="318"/>
                  </a:lnTo>
                  <a:close/>
                </a:path>
              </a:pathLst>
            </a:custGeom>
            <a:solidFill>
              <a:srgbClr val="86D1BC">
                <a:alpha val="32000"/>
              </a:srgbClr>
            </a:solidFill>
            <a:ln>
              <a:noFill/>
            </a:ln>
          </p:spPr>
          <p:txBody>
            <a:bodyPr anchor="ctr"/>
            <a:lstStyle/>
            <a:p>
              <a:pPr algn="ctr">
                <a:buNone/>
              </a:pPr>
            </a:p>
          </p:txBody>
        </p:sp>
        <p:sp>
          <p:nvSpPr>
            <p:cNvPr id="7169" name="addition:input:168">
              <a:extLst>
                <a:ext uri="{FF2B5EF4-FFF2-40B4-BE49-F238E27FC236}">
                  <ns2:creationId id="{CDB6C267-B660-47C1-9BB6-97AB76060EE0}"/>
                </a:ext>
              </a:extLst>
            </p:cNvPr>
            <p:cNvSpPr>
              <a:spLocks noGrp="1"/>
            </p:cNvSpPr>
            <p:nvPr/>
          </p:nvSpPr>
          <p:spPr>
            <a:xfrm>
              <a:off x="209550" y="5438775"/>
              <a:ext cx="1510955" cy="774177"/>
            </a:xfrm>
            <a:custGeom>
              <a:rect l="l" t="t" r="r" b="b"/>
              <a:pathLst>
                <a:path w="918" h="413">
                  <a:moveTo>
                    <a:pt x="0" y="0"/>
                  </a:moveTo>
                  <a:moveTo>
                    <a:pt x="914" y="314"/>
                  </a:moveTo>
                  <a:lnTo>
                    <a:pt x="915" y="322"/>
                  </a:lnTo>
                  <a:lnTo>
                    <a:pt x="912" y="329"/>
                  </a:lnTo>
                  <a:lnTo>
                    <a:pt x="909" y="337"/>
                  </a:lnTo>
                  <a:lnTo>
                    <a:pt x="910" y="345"/>
                  </a:lnTo>
                  <a:lnTo>
                    <a:pt x="913" y="354"/>
                  </a:lnTo>
                  <a:lnTo>
                    <a:pt x="912" y="362"/>
                  </a:lnTo>
                  <a:lnTo>
                    <a:pt x="906" y="369"/>
                  </a:lnTo>
                  <a:lnTo>
                    <a:pt x="900" y="374"/>
                  </a:lnTo>
                  <a:lnTo>
                    <a:pt x="895" y="381"/>
                  </a:lnTo>
                  <a:lnTo>
                    <a:pt x="890" y="387"/>
                  </a:lnTo>
                  <a:lnTo>
                    <a:pt x="883" y="392"/>
                  </a:lnTo>
                  <a:lnTo>
                    <a:pt x="872" y="391"/>
                  </a:lnTo>
                  <a:lnTo>
                    <a:pt x="860" y="386"/>
                  </a:lnTo>
                  <a:lnTo>
                    <a:pt x="850" y="382"/>
                  </a:lnTo>
                  <a:lnTo>
                    <a:pt x="844" y="385"/>
                  </a:lnTo>
                  <a:lnTo>
                    <a:pt x="838" y="395"/>
                  </a:lnTo>
                  <a:lnTo>
                    <a:pt x="830" y="407"/>
                  </a:lnTo>
                  <a:lnTo>
                    <a:pt x="819" y="413"/>
                  </a:lnTo>
                  <a:lnTo>
                    <a:pt x="808" y="412"/>
                  </a:lnTo>
                  <a:lnTo>
                    <a:pt x="797" y="407"/>
                  </a:lnTo>
                  <a:lnTo>
                    <a:pt x="787" y="402"/>
                  </a:lnTo>
                  <a:lnTo>
                    <a:pt x="777" y="399"/>
                  </a:lnTo>
                  <a:lnTo>
                    <a:pt x="767" y="394"/>
                  </a:lnTo>
                  <a:lnTo>
                    <a:pt x="760" y="387"/>
                  </a:lnTo>
                  <a:lnTo>
                    <a:pt x="754" y="378"/>
                  </a:lnTo>
                  <a:lnTo>
                    <a:pt x="748" y="372"/>
                  </a:lnTo>
                  <a:lnTo>
                    <a:pt x="738" y="369"/>
                  </a:lnTo>
                  <a:lnTo>
                    <a:pt x="726" y="365"/>
                  </a:lnTo>
                  <a:lnTo>
                    <a:pt x="718" y="360"/>
                  </a:lnTo>
                  <a:lnTo>
                    <a:pt x="716" y="351"/>
                  </a:lnTo>
                  <a:lnTo>
                    <a:pt x="717" y="342"/>
                  </a:lnTo>
                  <a:lnTo>
                    <a:pt x="713" y="335"/>
                  </a:lnTo>
                  <a:lnTo>
                    <a:pt x="703" y="330"/>
                  </a:lnTo>
                  <a:lnTo>
                    <a:pt x="689" y="323"/>
                  </a:lnTo>
                  <a:lnTo>
                    <a:pt x="681" y="314"/>
                  </a:lnTo>
                  <a:lnTo>
                    <a:pt x="684" y="305"/>
                  </a:lnTo>
                  <a:lnTo>
                    <a:pt x="695" y="297"/>
                  </a:lnTo>
                  <a:lnTo>
                    <a:pt x="708" y="291"/>
                  </a:lnTo>
                  <a:lnTo>
                    <a:pt x="717" y="285"/>
                  </a:lnTo>
                  <a:lnTo>
                    <a:pt x="723" y="279"/>
                  </a:lnTo>
                  <a:lnTo>
                    <a:pt x="730" y="273"/>
                  </a:lnTo>
                  <a:lnTo>
                    <a:pt x="738" y="268"/>
                  </a:lnTo>
                  <a:lnTo>
                    <a:pt x="744" y="262"/>
                  </a:lnTo>
                  <a:lnTo>
                    <a:pt x="747" y="253"/>
                  </a:lnTo>
                  <a:lnTo>
                    <a:pt x="749" y="242"/>
                  </a:lnTo>
                  <a:lnTo>
                    <a:pt x="754" y="231"/>
                  </a:lnTo>
                  <a:lnTo>
                    <a:pt x="765" y="227"/>
                  </a:lnTo>
                  <a:lnTo>
                    <a:pt x="778" y="229"/>
                  </a:lnTo>
                  <a:lnTo>
                    <a:pt x="791" y="232"/>
                  </a:lnTo>
                  <a:lnTo>
                    <a:pt x="801" y="231"/>
                  </a:lnTo>
                  <a:lnTo>
                    <a:pt x="810" y="225"/>
                  </a:lnTo>
                  <a:lnTo>
                    <a:pt x="819" y="220"/>
                  </a:lnTo>
                  <a:lnTo>
                    <a:pt x="829" y="221"/>
                  </a:lnTo>
                  <a:lnTo>
                    <a:pt x="838" y="227"/>
                  </a:lnTo>
                  <a:lnTo>
                    <a:pt x="845" y="236"/>
                  </a:lnTo>
                  <a:lnTo>
                    <a:pt x="851" y="241"/>
                  </a:lnTo>
                  <a:lnTo>
                    <a:pt x="859" y="241"/>
                  </a:lnTo>
                  <a:lnTo>
                    <a:pt x="867" y="241"/>
                  </a:lnTo>
                  <a:lnTo>
                    <a:pt x="876" y="243"/>
                  </a:lnTo>
                  <a:lnTo>
                    <a:pt x="883" y="245"/>
                  </a:lnTo>
                  <a:lnTo>
                    <a:pt x="892" y="248"/>
                  </a:lnTo>
                  <a:lnTo>
                    <a:pt x="904" y="249"/>
                  </a:lnTo>
                  <a:lnTo>
                    <a:pt x="914" y="253"/>
                  </a:lnTo>
                  <a:lnTo>
                    <a:pt x="918" y="262"/>
                  </a:lnTo>
                  <a:lnTo>
                    <a:pt x="913" y="273"/>
                  </a:lnTo>
                  <a:lnTo>
                    <a:pt x="903" y="285"/>
                  </a:lnTo>
                  <a:lnTo>
                    <a:pt x="896" y="294"/>
                  </a:lnTo>
                  <a:lnTo>
                    <a:pt x="899" y="300"/>
                  </a:lnTo>
                  <a:lnTo>
                    <a:pt x="907" y="307"/>
                  </a:lnTo>
                  <a:close/>
                </a:path>
              </a:pathLst>
            </a:custGeom>
            <a:solidFill>
              <a:srgbClr val="56BFA2">
                <a:alpha val="37000"/>
              </a:srgbClr>
            </a:solidFill>
            <a:ln>
              <a:noFill/>
            </a:ln>
          </p:spPr>
          <p:txBody>
            <a:bodyPr anchor="ctr"/>
            <a:lstStyle/>
            <a:p>
              <a:pPr algn="ctr">
                <a:buNone/>
              </a:pPr>
            </a:p>
          </p:txBody>
        </p:sp>
        <p:sp>
          <p:nvSpPr>
            <p:cNvPr id="7170" name="addition:input:169">
              <a:extLst>
                <a:ext uri="{FF2B5EF4-FFF2-40B4-BE49-F238E27FC236}">
                  <ns2:creationId id="{1C070F34-16E7-45EB-9979-E52E0C9DE46C}"/>
                </a:ext>
              </a:extLst>
            </p:cNvPr>
            <p:cNvSpPr>
              <a:spLocks noGrp="1"/>
            </p:cNvSpPr>
            <p:nvPr/>
          </p:nvSpPr>
          <p:spPr>
            <a:xfrm>
              <a:off x="209550" y="5438775"/>
              <a:ext cx="1361176" cy="622341"/>
            </a:xfrm>
            <a:custGeom>
              <a:rect l="l" t="t" r="r" b="b"/>
              <a:pathLst>
                <a:path w="827" h="332">
                  <a:moveTo>
                    <a:pt x="0" y="0"/>
                  </a:moveTo>
                  <a:moveTo>
                    <a:pt x="818" y="293"/>
                  </a:moveTo>
                  <a:lnTo>
                    <a:pt x="813" y="296"/>
                  </a:lnTo>
                  <a:lnTo>
                    <a:pt x="811" y="298"/>
                  </a:lnTo>
                  <a:lnTo>
                    <a:pt x="811" y="302"/>
                  </a:lnTo>
                  <a:lnTo>
                    <a:pt x="812" y="306"/>
                  </a:lnTo>
                  <a:lnTo>
                    <a:pt x="812" y="309"/>
                  </a:lnTo>
                  <a:lnTo>
                    <a:pt x="811" y="313"/>
                  </a:lnTo>
                  <a:lnTo>
                    <a:pt x="810" y="317"/>
                  </a:lnTo>
                  <a:lnTo>
                    <a:pt x="809" y="321"/>
                  </a:lnTo>
                  <a:lnTo>
                    <a:pt x="807" y="324"/>
                  </a:lnTo>
                  <a:lnTo>
                    <a:pt x="804" y="326"/>
                  </a:lnTo>
                  <a:lnTo>
                    <a:pt x="799" y="326"/>
                  </a:lnTo>
                  <a:lnTo>
                    <a:pt x="794" y="326"/>
                  </a:lnTo>
                  <a:lnTo>
                    <a:pt x="791" y="327"/>
                  </a:lnTo>
                  <a:lnTo>
                    <a:pt x="789" y="330"/>
                  </a:lnTo>
                  <a:lnTo>
                    <a:pt x="786" y="332"/>
                  </a:lnTo>
                  <a:lnTo>
                    <a:pt x="783" y="332"/>
                  </a:lnTo>
                  <a:lnTo>
                    <a:pt x="779" y="330"/>
                  </a:lnTo>
                  <a:lnTo>
                    <a:pt x="776" y="327"/>
                  </a:lnTo>
                  <a:lnTo>
                    <a:pt x="774" y="326"/>
                  </a:lnTo>
                  <a:lnTo>
                    <a:pt x="770" y="328"/>
                  </a:lnTo>
                  <a:lnTo>
                    <a:pt x="766" y="331"/>
                  </a:lnTo>
                  <a:lnTo>
                    <a:pt x="761" y="332"/>
                  </a:lnTo>
                  <a:lnTo>
                    <a:pt x="757" y="331"/>
                  </a:lnTo>
                  <a:lnTo>
                    <a:pt x="754" y="329"/>
                  </a:lnTo>
                  <a:lnTo>
                    <a:pt x="750" y="326"/>
                  </a:lnTo>
                  <a:lnTo>
                    <a:pt x="747" y="324"/>
                  </a:lnTo>
                  <a:lnTo>
                    <a:pt x="746" y="320"/>
                  </a:lnTo>
                  <a:lnTo>
                    <a:pt x="746" y="315"/>
                  </a:lnTo>
                  <a:lnTo>
                    <a:pt x="747" y="310"/>
                  </a:lnTo>
                  <a:lnTo>
                    <a:pt x="747" y="307"/>
                  </a:lnTo>
                  <a:lnTo>
                    <a:pt x="743" y="305"/>
                  </a:lnTo>
                  <a:lnTo>
                    <a:pt x="737" y="303"/>
                  </a:lnTo>
                  <a:lnTo>
                    <a:pt x="732" y="300"/>
                  </a:lnTo>
                  <a:lnTo>
                    <a:pt x="730" y="296"/>
                  </a:lnTo>
                  <a:lnTo>
                    <a:pt x="732" y="293"/>
                  </a:lnTo>
                  <a:lnTo>
                    <a:pt x="733" y="289"/>
                  </a:lnTo>
                  <a:lnTo>
                    <a:pt x="732" y="286"/>
                  </a:lnTo>
                  <a:lnTo>
                    <a:pt x="730" y="282"/>
                  </a:lnTo>
                  <a:lnTo>
                    <a:pt x="729" y="277"/>
                  </a:lnTo>
                  <a:lnTo>
                    <a:pt x="731" y="274"/>
                  </a:lnTo>
                  <a:lnTo>
                    <a:pt x="735" y="272"/>
                  </a:lnTo>
                  <a:lnTo>
                    <a:pt x="738" y="270"/>
                  </a:lnTo>
                  <a:lnTo>
                    <a:pt x="741" y="267"/>
                  </a:lnTo>
                  <a:lnTo>
                    <a:pt x="745" y="265"/>
                  </a:lnTo>
                  <a:lnTo>
                    <a:pt x="749" y="264"/>
                  </a:lnTo>
                  <a:lnTo>
                    <a:pt x="753" y="264"/>
                  </a:lnTo>
                  <a:lnTo>
                    <a:pt x="757" y="263"/>
                  </a:lnTo>
                  <a:lnTo>
                    <a:pt x="759" y="260"/>
                  </a:lnTo>
                  <a:lnTo>
                    <a:pt x="762" y="254"/>
                  </a:lnTo>
                  <a:lnTo>
                    <a:pt x="765" y="248"/>
                  </a:lnTo>
                  <a:lnTo>
                    <a:pt x="770" y="246"/>
                  </a:lnTo>
                  <a:lnTo>
                    <a:pt x="775" y="248"/>
                  </a:lnTo>
                  <a:lnTo>
                    <a:pt x="780" y="252"/>
                  </a:lnTo>
                  <a:lnTo>
                    <a:pt x="784" y="255"/>
                  </a:lnTo>
                  <a:lnTo>
                    <a:pt x="788" y="256"/>
                  </a:lnTo>
                  <a:lnTo>
                    <a:pt x="793" y="256"/>
                  </a:lnTo>
                  <a:lnTo>
                    <a:pt x="796" y="258"/>
                  </a:lnTo>
                  <a:lnTo>
                    <a:pt x="800" y="260"/>
                  </a:lnTo>
                  <a:lnTo>
                    <a:pt x="802" y="262"/>
                  </a:lnTo>
                  <a:lnTo>
                    <a:pt x="806" y="264"/>
                  </a:lnTo>
                  <a:lnTo>
                    <a:pt x="810" y="265"/>
                  </a:lnTo>
                  <a:lnTo>
                    <a:pt x="813" y="266"/>
                  </a:lnTo>
                  <a:lnTo>
                    <a:pt x="815" y="269"/>
                  </a:lnTo>
                  <a:lnTo>
                    <a:pt x="816" y="273"/>
                  </a:lnTo>
                  <a:lnTo>
                    <a:pt x="818" y="276"/>
                  </a:lnTo>
                  <a:lnTo>
                    <a:pt x="822" y="278"/>
                  </a:lnTo>
                  <a:lnTo>
                    <a:pt x="826" y="281"/>
                  </a:lnTo>
                  <a:lnTo>
                    <a:pt x="827" y="284"/>
                  </a:lnTo>
                  <a:lnTo>
                    <a:pt x="824" y="289"/>
                  </a:lnTo>
                  <a:close/>
                </a:path>
              </a:pathLst>
            </a:custGeom>
            <a:solidFill>
              <a:srgbClr val="41B796">
                <a:alpha val="36000"/>
              </a:srgbClr>
            </a:solidFill>
            <a:ln>
              <a:noFill/>
            </a:ln>
          </p:spPr>
          <p:txBody>
            <a:bodyPr anchor="ctr"/>
            <a:lstStyle/>
            <a:p>
              <a:pPr algn="ctr">
                <a:buNone/>
              </a:pPr>
            </a:p>
          </p:txBody>
        </p:sp>
        <p:sp>
          <p:nvSpPr>
            <p:cNvPr id="7171" name="addition:input:170">
              <a:extLst>
                <a:ext uri="{FF2B5EF4-FFF2-40B4-BE49-F238E27FC236}">
                  <ns2:creationId id="{FE6E40B2-11C2-46D3-8D9D-8B29C634EDDB}"/>
                </a:ext>
              </a:extLst>
            </p:cNvPr>
            <p:cNvSpPr>
              <a:spLocks noGrp="1"/>
            </p:cNvSpPr>
            <p:nvPr/>
          </p:nvSpPr>
          <p:spPr>
            <a:xfrm>
              <a:off x="209550" y="5438775"/>
              <a:ext cx="1450056" cy="588599"/>
            </a:xfrm>
            <a:custGeom>
              <a:rect l="l" t="t" r="r" b="b"/>
              <a:pathLst>
                <a:path w="881" h="314">
                  <a:moveTo>
                    <a:pt x="0" y="0"/>
                  </a:moveTo>
                  <a:moveTo>
                    <a:pt x="879" y="281"/>
                  </a:moveTo>
                  <a:lnTo>
                    <a:pt x="881" y="284"/>
                  </a:lnTo>
                  <a:lnTo>
                    <a:pt x="880" y="287"/>
                  </a:lnTo>
                  <a:lnTo>
                    <a:pt x="877" y="289"/>
                  </a:lnTo>
                  <a:lnTo>
                    <a:pt x="873" y="291"/>
                  </a:lnTo>
                  <a:lnTo>
                    <a:pt x="871" y="293"/>
                  </a:lnTo>
                  <a:lnTo>
                    <a:pt x="871" y="296"/>
                  </a:lnTo>
                  <a:lnTo>
                    <a:pt x="871" y="299"/>
                  </a:lnTo>
                  <a:lnTo>
                    <a:pt x="869" y="301"/>
                  </a:lnTo>
                  <a:lnTo>
                    <a:pt x="865" y="302"/>
                  </a:lnTo>
                  <a:lnTo>
                    <a:pt x="861" y="302"/>
                  </a:lnTo>
                  <a:lnTo>
                    <a:pt x="857" y="302"/>
                  </a:lnTo>
                  <a:lnTo>
                    <a:pt x="855" y="305"/>
                  </a:lnTo>
                  <a:lnTo>
                    <a:pt x="853" y="308"/>
                  </a:lnTo>
                  <a:lnTo>
                    <a:pt x="851" y="311"/>
                  </a:lnTo>
                  <a:lnTo>
                    <a:pt x="847" y="312"/>
                  </a:lnTo>
                  <a:lnTo>
                    <a:pt x="843" y="313"/>
                  </a:lnTo>
                  <a:lnTo>
                    <a:pt x="840" y="314"/>
                  </a:lnTo>
                  <a:lnTo>
                    <a:pt x="836" y="314"/>
                  </a:lnTo>
                  <a:lnTo>
                    <a:pt x="832" y="313"/>
                  </a:lnTo>
                  <a:lnTo>
                    <a:pt x="829" y="309"/>
                  </a:lnTo>
                  <a:lnTo>
                    <a:pt x="827" y="305"/>
                  </a:lnTo>
                  <a:lnTo>
                    <a:pt x="825" y="303"/>
                  </a:lnTo>
                  <a:lnTo>
                    <a:pt x="822" y="303"/>
                  </a:lnTo>
                  <a:lnTo>
                    <a:pt x="818" y="304"/>
                  </a:lnTo>
                  <a:lnTo>
                    <a:pt x="814" y="305"/>
                  </a:lnTo>
                  <a:lnTo>
                    <a:pt x="811" y="304"/>
                  </a:lnTo>
                  <a:lnTo>
                    <a:pt x="810" y="301"/>
                  </a:lnTo>
                  <a:lnTo>
                    <a:pt x="809" y="298"/>
                  </a:lnTo>
                  <a:lnTo>
                    <a:pt x="808" y="296"/>
                  </a:lnTo>
                  <a:lnTo>
                    <a:pt x="805" y="294"/>
                  </a:lnTo>
                  <a:lnTo>
                    <a:pt x="804" y="292"/>
                  </a:lnTo>
                  <a:lnTo>
                    <a:pt x="804" y="289"/>
                  </a:lnTo>
                  <a:lnTo>
                    <a:pt x="805" y="286"/>
                  </a:lnTo>
                  <a:lnTo>
                    <a:pt x="806" y="283"/>
                  </a:lnTo>
                  <a:lnTo>
                    <a:pt x="806" y="281"/>
                  </a:lnTo>
                  <a:lnTo>
                    <a:pt x="807" y="278"/>
                  </a:lnTo>
                  <a:lnTo>
                    <a:pt x="809" y="276"/>
                  </a:lnTo>
                  <a:lnTo>
                    <a:pt x="812" y="274"/>
                  </a:lnTo>
                  <a:lnTo>
                    <a:pt x="815" y="272"/>
                  </a:lnTo>
                  <a:lnTo>
                    <a:pt x="814" y="269"/>
                  </a:lnTo>
                  <a:lnTo>
                    <a:pt x="812" y="265"/>
                  </a:lnTo>
                  <a:lnTo>
                    <a:pt x="810" y="261"/>
                  </a:lnTo>
                  <a:lnTo>
                    <a:pt x="811" y="257"/>
                  </a:lnTo>
                  <a:lnTo>
                    <a:pt x="814" y="256"/>
                  </a:lnTo>
                  <a:lnTo>
                    <a:pt x="818" y="256"/>
                  </a:lnTo>
                  <a:lnTo>
                    <a:pt x="822" y="256"/>
                  </a:lnTo>
                  <a:lnTo>
                    <a:pt x="824" y="255"/>
                  </a:lnTo>
                  <a:lnTo>
                    <a:pt x="827" y="254"/>
                  </a:lnTo>
                  <a:lnTo>
                    <a:pt x="829" y="254"/>
                  </a:lnTo>
                  <a:lnTo>
                    <a:pt x="832" y="254"/>
                  </a:lnTo>
                  <a:lnTo>
                    <a:pt x="834" y="254"/>
                  </a:lnTo>
                  <a:lnTo>
                    <a:pt x="836" y="253"/>
                  </a:lnTo>
                  <a:lnTo>
                    <a:pt x="839" y="251"/>
                  </a:lnTo>
                  <a:lnTo>
                    <a:pt x="842" y="250"/>
                  </a:lnTo>
                  <a:lnTo>
                    <a:pt x="845" y="251"/>
                  </a:lnTo>
                  <a:lnTo>
                    <a:pt x="847" y="253"/>
                  </a:lnTo>
                  <a:lnTo>
                    <a:pt x="850" y="254"/>
                  </a:lnTo>
                  <a:lnTo>
                    <a:pt x="853" y="254"/>
                  </a:lnTo>
                  <a:lnTo>
                    <a:pt x="858" y="253"/>
                  </a:lnTo>
                  <a:lnTo>
                    <a:pt x="862" y="254"/>
                  </a:lnTo>
                  <a:lnTo>
                    <a:pt x="864" y="257"/>
                  </a:lnTo>
                  <a:lnTo>
                    <a:pt x="864" y="261"/>
                  </a:lnTo>
                  <a:lnTo>
                    <a:pt x="863" y="265"/>
                  </a:lnTo>
                  <a:lnTo>
                    <a:pt x="863" y="268"/>
                  </a:lnTo>
                  <a:lnTo>
                    <a:pt x="866" y="269"/>
                  </a:lnTo>
                  <a:lnTo>
                    <a:pt x="869" y="271"/>
                  </a:lnTo>
                  <a:lnTo>
                    <a:pt x="871" y="273"/>
                  </a:lnTo>
                  <a:lnTo>
                    <a:pt x="873" y="276"/>
                  </a:lnTo>
                  <a:lnTo>
                    <a:pt x="876" y="278"/>
                  </a:lnTo>
                  <a:close/>
                </a:path>
              </a:pathLst>
            </a:custGeom>
            <a:solidFill>
              <a:srgbClr val="41B796">
                <a:alpha val="36000"/>
              </a:srgbClr>
            </a:solidFill>
            <a:ln>
              <a:noFill/>
            </a:ln>
          </p:spPr>
          <p:txBody>
            <a:bodyPr anchor="ctr"/>
            <a:lstStyle/>
            <a:p>
              <a:pPr algn="ctr">
                <a:buNone/>
              </a:pPr>
            </a:p>
          </p:txBody>
        </p:sp>
        <p:sp>
          <p:nvSpPr>
            <p:cNvPr id="7172" name="addition:input:171">
              <a:extLst>
                <a:ext uri="{FF2B5EF4-FFF2-40B4-BE49-F238E27FC236}">
                  <ns2:creationId id="{C4512996-D102-47AD-B57A-CE81B97ADA5D}"/>
                </a:ext>
              </a:extLst>
            </p:cNvPr>
            <p:cNvSpPr>
              <a:spLocks noGrp="1"/>
            </p:cNvSpPr>
            <p:nvPr/>
          </p:nvSpPr>
          <p:spPr>
            <a:xfrm>
              <a:off x="209550" y="5438775"/>
              <a:ext cx="1519184" cy="708569"/>
            </a:xfrm>
            <a:custGeom>
              <a:rect l="l" t="t" r="r" b="b"/>
              <a:pathLst>
                <a:path w="923" h="378">
                  <a:moveTo>
                    <a:pt x="0" y="0"/>
                  </a:moveTo>
                  <a:moveTo>
                    <a:pt x="912" y="333"/>
                  </a:moveTo>
                  <a:lnTo>
                    <a:pt x="918" y="337"/>
                  </a:lnTo>
                  <a:lnTo>
                    <a:pt x="923" y="341"/>
                  </a:lnTo>
                  <a:lnTo>
                    <a:pt x="922" y="345"/>
                  </a:lnTo>
                  <a:lnTo>
                    <a:pt x="917" y="348"/>
                  </a:lnTo>
                  <a:lnTo>
                    <a:pt x="912" y="350"/>
                  </a:lnTo>
                  <a:lnTo>
                    <a:pt x="908" y="352"/>
                  </a:lnTo>
                  <a:lnTo>
                    <a:pt x="906" y="355"/>
                  </a:lnTo>
                  <a:lnTo>
                    <a:pt x="904" y="358"/>
                  </a:lnTo>
                  <a:lnTo>
                    <a:pt x="901" y="360"/>
                  </a:lnTo>
                  <a:lnTo>
                    <a:pt x="897" y="361"/>
                  </a:lnTo>
                  <a:lnTo>
                    <a:pt x="894" y="363"/>
                  </a:lnTo>
                  <a:lnTo>
                    <a:pt x="891" y="367"/>
                  </a:lnTo>
                  <a:lnTo>
                    <a:pt x="888" y="370"/>
                  </a:lnTo>
                  <a:lnTo>
                    <a:pt x="883" y="372"/>
                  </a:lnTo>
                  <a:lnTo>
                    <a:pt x="878" y="371"/>
                  </a:lnTo>
                  <a:lnTo>
                    <a:pt x="873" y="371"/>
                  </a:lnTo>
                  <a:lnTo>
                    <a:pt x="869" y="372"/>
                  </a:lnTo>
                  <a:lnTo>
                    <a:pt x="864" y="376"/>
                  </a:lnTo>
                  <a:lnTo>
                    <a:pt x="858" y="378"/>
                  </a:lnTo>
                  <a:lnTo>
                    <a:pt x="853" y="377"/>
                  </a:lnTo>
                  <a:lnTo>
                    <a:pt x="849" y="372"/>
                  </a:lnTo>
                  <a:lnTo>
                    <a:pt x="847" y="366"/>
                  </a:lnTo>
                  <a:lnTo>
                    <a:pt x="845" y="362"/>
                  </a:lnTo>
                  <a:lnTo>
                    <a:pt x="841" y="361"/>
                  </a:lnTo>
                  <a:lnTo>
                    <a:pt x="837" y="361"/>
                  </a:lnTo>
                  <a:lnTo>
                    <a:pt x="833" y="360"/>
                  </a:lnTo>
                  <a:lnTo>
                    <a:pt x="829" y="358"/>
                  </a:lnTo>
                  <a:lnTo>
                    <a:pt x="825" y="357"/>
                  </a:lnTo>
                  <a:lnTo>
                    <a:pt x="821" y="355"/>
                  </a:lnTo>
                  <a:lnTo>
                    <a:pt x="817" y="352"/>
                  </a:lnTo>
                  <a:lnTo>
                    <a:pt x="815" y="349"/>
                  </a:lnTo>
                  <a:lnTo>
                    <a:pt x="817" y="344"/>
                  </a:lnTo>
                  <a:lnTo>
                    <a:pt x="821" y="340"/>
                  </a:lnTo>
                  <a:lnTo>
                    <a:pt x="824" y="336"/>
                  </a:lnTo>
                  <a:lnTo>
                    <a:pt x="823" y="333"/>
                  </a:lnTo>
                  <a:lnTo>
                    <a:pt x="821" y="330"/>
                  </a:lnTo>
                  <a:lnTo>
                    <a:pt x="821" y="326"/>
                  </a:lnTo>
                  <a:lnTo>
                    <a:pt x="824" y="323"/>
                  </a:lnTo>
                  <a:lnTo>
                    <a:pt x="829" y="320"/>
                  </a:lnTo>
                  <a:lnTo>
                    <a:pt x="833" y="318"/>
                  </a:lnTo>
                  <a:lnTo>
                    <a:pt x="835" y="315"/>
                  </a:lnTo>
                  <a:lnTo>
                    <a:pt x="834" y="311"/>
                  </a:lnTo>
                  <a:lnTo>
                    <a:pt x="834" y="306"/>
                  </a:lnTo>
                  <a:lnTo>
                    <a:pt x="835" y="302"/>
                  </a:lnTo>
                  <a:lnTo>
                    <a:pt x="838" y="299"/>
                  </a:lnTo>
                  <a:lnTo>
                    <a:pt x="842" y="297"/>
                  </a:lnTo>
                  <a:lnTo>
                    <a:pt x="845" y="295"/>
                  </a:lnTo>
                  <a:lnTo>
                    <a:pt x="849" y="294"/>
                  </a:lnTo>
                  <a:lnTo>
                    <a:pt x="854" y="295"/>
                  </a:lnTo>
                  <a:lnTo>
                    <a:pt x="859" y="298"/>
                  </a:lnTo>
                  <a:lnTo>
                    <a:pt x="862" y="301"/>
                  </a:lnTo>
                  <a:lnTo>
                    <a:pt x="865" y="301"/>
                  </a:lnTo>
                  <a:lnTo>
                    <a:pt x="868" y="297"/>
                  </a:lnTo>
                  <a:lnTo>
                    <a:pt x="872" y="293"/>
                  </a:lnTo>
                  <a:lnTo>
                    <a:pt x="876" y="292"/>
                  </a:lnTo>
                  <a:lnTo>
                    <a:pt x="879" y="293"/>
                  </a:lnTo>
                  <a:lnTo>
                    <a:pt x="882" y="296"/>
                  </a:lnTo>
                  <a:lnTo>
                    <a:pt x="885" y="299"/>
                  </a:lnTo>
                  <a:lnTo>
                    <a:pt x="890" y="299"/>
                  </a:lnTo>
                  <a:lnTo>
                    <a:pt x="894" y="300"/>
                  </a:lnTo>
                  <a:lnTo>
                    <a:pt x="898" y="302"/>
                  </a:lnTo>
                  <a:lnTo>
                    <a:pt x="900" y="306"/>
                  </a:lnTo>
                  <a:lnTo>
                    <a:pt x="901" y="310"/>
                  </a:lnTo>
                  <a:lnTo>
                    <a:pt x="903" y="313"/>
                  </a:lnTo>
                  <a:lnTo>
                    <a:pt x="905" y="316"/>
                  </a:lnTo>
                  <a:lnTo>
                    <a:pt x="906" y="320"/>
                  </a:lnTo>
                  <a:lnTo>
                    <a:pt x="906" y="324"/>
                  </a:lnTo>
                  <a:lnTo>
                    <a:pt x="905" y="327"/>
                  </a:lnTo>
                  <a:lnTo>
                    <a:pt x="907" y="330"/>
                  </a:lnTo>
                  <a:close/>
                </a:path>
              </a:pathLst>
            </a:custGeom>
            <a:solidFill>
              <a:srgbClr val="41B796">
                <a:alpha val="36000"/>
              </a:srgbClr>
            </a:solidFill>
            <a:ln>
              <a:noFill/>
            </a:ln>
          </p:spPr>
          <p:txBody>
            <a:bodyPr anchor="ctr"/>
            <a:lstStyle/>
            <a:p>
              <a:pPr algn="ctr">
                <a:buNone/>
              </a:pPr>
            </a:p>
          </p:txBody>
        </p:sp>
        <p:sp>
          <p:nvSpPr>
            <p:cNvPr id="7173" name="addition:input:172">
              <a:extLst>
                <a:ext uri="{FF2B5EF4-FFF2-40B4-BE49-F238E27FC236}">
                  <ns2:creationId id="{6891B169-87A0-46AF-AEEB-FA39846B6B14}"/>
                </a:ext>
              </a:extLst>
            </p:cNvPr>
            <p:cNvSpPr>
              <a:spLocks noGrp="1"/>
            </p:cNvSpPr>
            <p:nvPr/>
          </p:nvSpPr>
          <p:spPr>
            <a:xfrm>
              <a:off x="209550" y="5438775"/>
              <a:ext cx="1397386" cy="738561"/>
            </a:xfrm>
            <a:custGeom>
              <a:rect l="l" t="t" r="r" b="b"/>
              <a:pathLst>
                <a:path w="849" h="394">
                  <a:moveTo>
                    <a:pt x="0" y="0"/>
                  </a:moveTo>
                  <a:moveTo>
                    <a:pt x="848" y="356"/>
                  </a:moveTo>
                  <a:lnTo>
                    <a:pt x="845" y="359"/>
                  </a:lnTo>
                  <a:lnTo>
                    <a:pt x="844" y="361"/>
                  </a:lnTo>
                  <a:lnTo>
                    <a:pt x="845" y="365"/>
                  </a:lnTo>
                  <a:lnTo>
                    <a:pt x="846" y="368"/>
                  </a:lnTo>
                  <a:lnTo>
                    <a:pt x="844" y="371"/>
                  </a:lnTo>
                  <a:lnTo>
                    <a:pt x="840" y="373"/>
                  </a:lnTo>
                  <a:lnTo>
                    <a:pt x="834" y="374"/>
                  </a:lnTo>
                  <a:lnTo>
                    <a:pt x="829" y="374"/>
                  </a:lnTo>
                  <a:lnTo>
                    <a:pt x="827" y="376"/>
                  </a:lnTo>
                  <a:lnTo>
                    <a:pt x="825" y="380"/>
                  </a:lnTo>
                  <a:lnTo>
                    <a:pt x="823" y="383"/>
                  </a:lnTo>
                  <a:lnTo>
                    <a:pt x="821" y="385"/>
                  </a:lnTo>
                  <a:lnTo>
                    <a:pt x="817" y="388"/>
                  </a:lnTo>
                  <a:lnTo>
                    <a:pt x="814" y="390"/>
                  </a:lnTo>
                  <a:lnTo>
                    <a:pt x="810" y="393"/>
                  </a:lnTo>
                  <a:lnTo>
                    <a:pt x="805" y="394"/>
                  </a:lnTo>
                  <a:lnTo>
                    <a:pt x="801" y="392"/>
                  </a:lnTo>
                  <a:lnTo>
                    <a:pt x="797" y="388"/>
                  </a:lnTo>
                  <a:lnTo>
                    <a:pt x="794" y="384"/>
                  </a:lnTo>
                  <a:lnTo>
                    <a:pt x="790" y="384"/>
                  </a:lnTo>
                  <a:lnTo>
                    <a:pt x="787" y="385"/>
                  </a:lnTo>
                  <a:lnTo>
                    <a:pt x="782" y="386"/>
                  </a:lnTo>
                  <a:lnTo>
                    <a:pt x="779" y="386"/>
                  </a:lnTo>
                  <a:lnTo>
                    <a:pt x="777" y="383"/>
                  </a:lnTo>
                  <a:lnTo>
                    <a:pt x="775" y="380"/>
                  </a:lnTo>
                  <a:lnTo>
                    <a:pt x="773" y="379"/>
                  </a:lnTo>
                  <a:lnTo>
                    <a:pt x="770" y="378"/>
                  </a:lnTo>
                  <a:lnTo>
                    <a:pt x="766" y="377"/>
                  </a:lnTo>
                  <a:lnTo>
                    <a:pt x="764" y="374"/>
                  </a:lnTo>
                  <a:lnTo>
                    <a:pt x="763" y="371"/>
                  </a:lnTo>
                  <a:lnTo>
                    <a:pt x="763" y="368"/>
                  </a:lnTo>
                  <a:lnTo>
                    <a:pt x="762" y="365"/>
                  </a:lnTo>
                  <a:lnTo>
                    <a:pt x="762" y="362"/>
                  </a:lnTo>
                  <a:lnTo>
                    <a:pt x="764" y="359"/>
                  </a:lnTo>
                  <a:lnTo>
                    <a:pt x="768" y="356"/>
                  </a:lnTo>
                  <a:lnTo>
                    <a:pt x="772" y="353"/>
                  </a:lnTo>
                  <a:lnTo>
                    <a:pt x="772" y="351"/>
                  </a:lnTo>
                  <a:lnTo>
                    <a:pt x="769" y="348"/>
                  </a:lnTo>
                  <a:lnTo>
                    <a:pt x="765" y="344"/>
                  </a:lnTo>
                  <a:lnTo>
                    <a:pt x="763" y="339"/>
                  </a:lnTo>
                  <a:lnTo>
                    <a:pt x="765" y="336"/>
                  </a:lnTo>
                  <a:lnTo>
                    <a:pt x="768" y="334"/>
                  </a:lnTo>
                  <a:lnTo>
                    <a:pt x="772" y="333"/>
                  </a:lnTo>
                  <a:lnTo>
                    <a:pt x="774" y="331"/>
                  </a:lnTo>
                  <a:lnTo>
                    <a:pt x="776" y="329"/>
                  </a:lnTo>
                  <a:lnTo>
                    <a:pt x="779" y="327"/>
                  </a:lnTo>
                  <a:lnTo>
                    <a:pt x="782" y="327"/>
                  </a:lnTo>
                  <a:lnTo>
                    <a:pt x="786" y="327"/>
                  </a:lnTo>
                  <a:lnTo>
                    <a:pt x="788" y="326"/>
                  </a:lnTo>
                  <a:lnTo>
                    <a:pt x="791" y="324"/>
                  </a:lnTo>
                  <a:lnTo>
                    <a:pt x="794" y="323"/>
                  </a:lnTo>
                  <a:lnTo>
                    <a:pt x="797" y="323"/>
                  </a:lnTo>
                  <a:lnTo>
                    <a:pt x="800" y="325"/>
                  </a:lnTo>
                  <a:lnTo>
                    <a:pt x="803" y="326"/>
                  </a:lnTo>
                  <a:lnTo>
                    <a:pt x="807" y="324"/>
                  </a:lnTo>
                  <a:lnTo>
                    <a:pt x="812" y="321"/>
                  </a:lnTo>
                  <a:lnTo>
                    <a:pt x="817" y="319"/>
                  </a:lnTo>
                  <a:lnTo>
                    <a:pt x="821" y="321"/>
                  </a:lnTo>
                  <a:lnTo>
                    <a:pt x="824" y="325"/>
                  </a:lnTo>
                  <a:lnTo>
                    <a:pt x="824" y="330"/>
                  </a:lnTo>
                  <a:lnTo>
                    <a:pt x="826" y="334"/>
                  </a:lnTo>
                  <a:lnTo>
                    <a:pt x="828" y="336"/>
                  </a:lnTo>
                  <a:lnTo>
                    <a:pt x="831" y="338"/>
                  </a:lnTo>
                  <a:lnTo>
                    <a:pt x="833" y="340"/>
                  </a:lnTo>
                  <a:lnTo>
                    <a:pt x="836" y="342"/>
                  </a:lnTo>
                  <a:lnTo>
                    <a:pt x="839" y="345"/>
                  </a:lnTo>
                  <a:lnTo>
                    <a:pt x="843" y="347"/>
                  </a:lnTo>
                  <a:lnTo>
                    <a:pt x="847" y="349"/>
                  </a:lnTo>
                  <a:lnTo>
                    <a:pt x="849" y="352"/>
                  </a:lnTo>
                  <a:close/>
                </a:path>
              </a:pathLst>
            </a:custGeom>
            <a:solidFill>
              <a:srgbClr val="41B796">
                <a:alpha val="36000"/>
              </a:srgbClr>
            </a:solidFill>
            <a:ln>
              <a:noFill/>
            </a:ln>
          </p:spPr>
          <p:txBody>
            <a:bodyPr anchor="ctr"/>
            <a:lstStyle/>
            <a:p>
              <a:pPr algn="ctr">
                <a:buNone/>
              </a:pPr>
            </a:p>
          </p:txBody>
        </p:sp>
        <p:sp>
          <p:nvSpPr>
            <p:cNvPr id="7174" name="addition:input:173">
              <a:extLst>
                <a:ext uri="{FF2B5EF4-FFF2-40B4-BE49-F238E27FC236}">
                  <ns2:creationId id="{BBBFA892-0F74-456B-ABF2-6255CB7C4619}"/>
                </a:ext>
              </a:extLst>
            </p:cNvPr>
            <p:cNvSpPr>
              <a:spLocks noGrp="1"/>
            </p:cNvSpPr>
            <p:nvPr/>
          </p:nvSpPr>
          <p:spPr>
            <a:xfrm>
              <a:off x="209550" y="5438775"/>
              <a:ext cx="1344717" cy="609219"/>
            </a:xfrm>
            <a:custGeom>
              <a:rect l="l" t="t" r="r" b="b"/>
              <a:pathLst>
                <a:path w="817" h="325">
                  <a:moveTo>
                    <a:pt x="0" y="0"/>
                  </a:moveTo>
                  <a:moveTo>
                    <a:pt x="812" y="296"/>
                  </a:moveTo>
                  <a:lnTo>
                    <a:pt x="811" y="299"/>
                  </a:lnTo>
                  <a:lnTo>
                    <a:pt x="809" y="301"/>
                  </a:lnTo>
                  <a:lnTo>
                    <a:pt x="806" y="303"/>
                  </a:lnTo>
                  <a:lnTo>
                    <a:pt x="804" y="305"/>
                  </a:lnTo>
                  <a:lnTo>
                    <a:pt x="804" y="307"/>
                  </a:lnTo>
                  <a:lnTo>
                    <a:pt x="805" y="311"/>
                  </a:lnTo>
                  <a:lnTo>
                    <a:pt x="807" y="315"/>
                  </a:lnTo>
                  <a:lnTo>
                    <a:pt x="807" y="319"/>
                  </a:lnTo>
                  <a:lnTo>
                    <a:pt x="804" y="321"/>
                  </a:lnTo>
                  <a:lnTo>
                    <a:pt x="800" y="321"/>
                  </a:lnTo>
                  <a:lnTo>
                    <a:pt x="796" y="320"/>
                  </a:lnTo>
                  <a:lnTo>
                    <a:pt x="794" y="321"/>
                  </a:lnTo>
                  <a:lnTo>
                    <a:pt x="792" y="323"/>
                  </a:lnTo>
                  <a:lnTo>
                    <a:pt x="790" y="325"/>
                  </a:lnTo>
                  <a:lnTo>
                    <a:pt x="788" y="325"/>
                  </a:lnTo>
                  <a:lnTo>
                    <a:pt x="785" y="324"/>
                  </a:lnTo>
                  <a:lnTo>
                    <a:pt x="783" y="323"/>
                  </a:lnTo>
                  <a:lnTo>
                    <a:pt x="781" y="324"/>
                  </a:lnTo>
                  <a:lnTo>
                    <a:pt x="778" y="324"/>
                  </a:lnTo>
                  <a:lnTo>
                    <a:pt x="776" y="324"/>
                  </a:lnTo>
                  <a:lnTo>
                    <a:pt x="774" y="324"/>
                  </a:lnTo>
                  <a:lnTo>
                    <a:pt x="771" y="323"/>
                  </a:lnTo>
                  <a:lnTo>
                    <a:pt x="768" y="323"/>
                  </a:lnTo>
                  <a:lnTo>
                    <a:pt x="764" y="324"/>
                  </a:lnTo>
                  <a:lnTo>
                    <a:pt x="760" y="324"/>
                  </a:lnTo>
                  <a:lnTo>
                    <a:pt x="758" y="321"/>
                  </a:lnTo>
                  <a:lnTo>
                    <a:pt x="759" y="316"/>
                  </a:lnTo>
                  <a:lnTo>
                    <a:pt x="760" y="312"/>
                  </a:lnTo>
                  <a:lnTo>
                    <a:pt x="760" y="309"/>
                  </a:lnTo>
                  <a:lnTo>
                    <a:pt x="758" y="307"/>
                  </a:lnTo>
                  <a:lnTo>
                    <a:pt x="755" y="306"/>
                  </a:lnTo>
                  <a:lnTo>
                    <a:pt x="752" y="304"/>
                  </a:lnTo>
                  <a:lnTo>
                    <a:pt x="750" y="301"/>
                  </a:lnTo>
                  <a:lnTo>
                    <a:pt x="749" y="299"/>
                  </a:lnTo>
                  <a:lnTo>
                    <a:pt x="748" y="296"/>
                  </a:lnTo>
                  <a:lnTo>
                    <a:pt x="746" y="293"/>
                  </a:lnTo>
                  <a:lnTo>
                    <a:pt x="746" y="290"/>
                  </a:lnTo>
                  <a:lnTo>
                    <a:pt x="747" y="288"/>
                  </a:lnTo>
                  <a:lnTo>
                    <a:pt x="749" y="286"/>
                  </a:lnTo>
                  <a:lnTo>
                    <a:pt x="751" y="283"/>
                  </a:lnTo>
                  <a:lnTo>
                    <a:pt x="751" y="281"/>
                  </a:lnTo>
                  <a:lnTo>
                    <a:pt x="751" y="278"/>
                  </a:lnTo>
                  <a:lnTo>
                    <a:pt x="753" y="276"/>
                  </a:lnTo>
                  <a:lnTo>
                    <a:pt x="757" y="275"/>
                  </a:lnTo>
                  <a:lnTo>
                    <a:pt x="761" y="276"/>
                  </a:lnTo>
                  <a:lnTo>
                    <a:pt x="765" y="276"/>
                  </a:lnTo>
                  <a:lnTo>
                    <a:pt x="767" y="274"/>
                  </a:lnTo>
                  <a:lnTo>
                    <a:pt x="768" y="270"/>
                  </a:lnTo>
                  <a:lnTo>
                    <a:pt x="770" y="266"/>
                  </a:lnTo>
                  <a:lnTo>
                    <a:pt x="773" y="264"/>
                  </a:lnTo>
                  <a:lnTo>
                    <a:pt x="776" y="263"/>
                  </a:lnTo>
                  <a:lnTo>
                    <a:pt x="780" y="263"/>
                  </a:lnTo>
                  <a:lnTo>
                    <a:pt x="784" y="264"/>
                  </a:lnTo>
                  <a:lnTo>
                    <a:pt x="787" y="265"/>
                  </a:lnTo>
                  <a:lnTo>
                    <a:pt x="790" y="267"/>
                  </a:lnTo>
                  <a:lnTo>
                    <a:pt x="792" y="270"/>
                  </a:lnTo>
                  <a:lnTo>
                    <a:pt x="794" y="272"/>
                  </a:lnTo>
                  <a:lnTo>
                    <a:pt x="797" y="273"/>
                  </a:lnTo>
                  <a:lnTo>
                    <a:pt x="800" y="273"/>
                  </a:lnTo>
                  <a:lnTo>
                    <a:pt x="804" y="272"/>
                  </a:lnTo>
                  <a:lnTo>
                    <a:pt x="807" y="274"/>
                  </a:lnTo>
                  <a:lnTo>
                    <a:pt x="808" y="277"/>
                  </a:lnTo>
                  <a:lnTo>
                    <a:pt x="808" y="280"/>
                  </a:lnTo>
                  <a:lnTo>
                    <a:pt x="809" y="282"/>
                  </a:lnTo>
                  <a:lnTo>
                    <a:pt x="812" y="283"/>
                  </a:lnTo>
                  <a:lnTo>
                    <a:pt x="815" y="285"/>
                  </a:lnTo>
                  <a:lnTo>
                    <a:pt x="817" y="287"/>
                  </a:lnTo>
                  <a:lnTo>
                    <a:pt x="816" y="290"/>
                  </a:lnTo>
                  <a:lnTo>
                    <a:pt x="814" y="293"/>
                  </a:lnTo>
                  <a:close/>
                </a:path>
              </a:pathLst>
            </a:custGeom>
            <a:solidFill>
              <a:srgbClr val="69C6AD">
                <a:alpha val="32000"/>
              </a:srgbClr>
            </a:solidFill>
            <a:ln>
              <a:noFill/>
            </a:ln>
          </p:spPr>
          <p:txBody>
            <a:bodyPr anchor="ctr"/>
            <a:lstStyle/>
            <a:p>
              <a:pPr algn="ctr">
                <a:buNone/>
              </a:pPr>
            </a:p>
          </p:txBody>
        </p:sp>
        <p:sp>
          <p:nvSpPr>
            <p:cNvPr id="7175" name="addition:input:174">
              <a:extLst>
                <a:ext uri="{FF2B5EF4-FFF2-40B4-BE49-F238E27FC236}">
                  <ns2:creationId id="{E15C6B17-B4DF-4E76-A2B5-3A0D161CCB3B}"/>
                </a:ext>
              </a:extLst>
            </p:cNvPr>
            <p:cNvSpPr>
              <a:spLocks noGrp="1"/>
            </p:cNvSpPr>
            <p:nvPr/>
          </p:nvSpPr>
          <p:spPr>
            <a:xfrm>
              <a:off x="209550" y="5438775"/>
              <a:ext cx="1468161" cy="687949"/>
            </a:xfrm>
            <a:custGeom>
              <a:rect l="l" t="t" r="r" b="b"/>
              <a:pathLst>
                <a:path w="892" h="367">
                  <a:moveTo>
                    <a:pt x="0" y="0"/>
                  </a:moveTo>
                  <a:moveTo>
                    <a:pt x="890" y="340"/>
                  </a:moveTo>
                  <a:lnTo>
                    <a:pt x="888" y="343"/>
                  </a:lnTo>
                  <a:lnTo>
                    <a:pt x="886" y="345"/>
                  </a:lnTo>
                  <a:lnTo>
                    <a:pt x="884" y="347"/>
                  </a:lnTo>
                  <a:lnTo>
                    <a:pt x="881" y="348"/>
                  </a:lnTo>
                  <a:lnTo>
                    <a:pt x="878" y="350"/>
                  </a:lnTo>
                  <a:lnTo>
                    <a:pt x="876" y="352"/>
                  </a:lnTo>
                  <a:lnTo>
                    <a:pt x="876" y="354"/>
                  </a:lnTo>
                  <a:lnTo>
                    <a:pt x="877" y="358"/>
                  </a:lnTo>
                  <a:lnTo>
                    <a:pt x="877" y="361"/>
                  </a:lnTo>
                  <a:lnTo>
                    <a:pt x="874" y="363"/>
                  </a:lnTo>
                  <a:lnTo>
                    <a:pt x="870" y="363"/>
                  </a:lnTo>
                  <a:lnTo>
                    <a:pt x="866" y="363"/>
                  </a:lnTo>
                  <a:lnTo>
                    <a:pt x="864" y="364"/>
                  </a:lnTo>
                  <a:lnTo>
                    <a:pt x="861" y="366"/>
                  </a:lnTo>
                  <a:lnTo>
                    <a:pt x="859" y="367"/>
                  </a:lnTo>
                  <a:lnTo>
                    <a:pt x="856" y="367"/>
                  </a:lnTo>
                  <a:lnTo>
                    <a:pt x="853" y="366"/>
                  </a:lnTo>
                  <a:lnTo>
                    <a:pt x="851" y="365"/>
                  </a:lnTo>
                  <a:lnTo>
                    <a:pt x="849" y="364"/>
                  </a:lnTo>
                  <a:lnTo>
                    <a:pt x="846" y="364"/>
                  </a:lnTo>
                  <a:lnTo>
                    <a:pt x="844" y="363"/>
                  </a:lnTo>
                  <a:lnTo>
                    <a:pt x="842" y="362"/>
                  </a:lnTo>
                  <a:lnTo>
                    <a:pt x="840" y="362"/>
                  </a:lnTo>
                  <a:lnTo>
                    <a:pt x="837" y="362"/>
                  </a:lnTo>
                  <a:lnTo>
                    <a:pt x="833" y="363"/>
                  </a:lnTo>
                  <a:lnTo>
                    <a:pt x="829" y="363"/>
                  </a:lnTo>
                  <a:lnTo>
                    <a:pt x="827" y="361"/>
                  </a:lnTo>
                  <a:lnTo>
                    <a:pt x="828" y="357"/>
                  </a:lnTo>
                  <a:lnTo>
                    <a:pt x="830" y="353"/>
                  </a:lnTo>
                  <a:lnTo>
                    <a:pt x="831" y="350"/>
                  </a:lnTo>
                  <a:lnTo>
                    <a:pt x="830" y="348"/>
                  </a:lnTo>
                  <a:lnTo>
                    <a:pt x="828" y="347"/>
                  </a:lnTo>
                  <a:lnTo>
                    <a:pt x="826" y="345"/>
                  </a:lnTo>
                  <a:lnTo>
                    <a:pt x="825" y="342"/>
                  </a:lnTo>
                  <a:lnTo>
                    <a:pt x="825" y="340"/>
                  </a:lnTo>
                  <a:lnTo>
                    <a:pt x="824" y="338"/>
                  </a:lnTo>
                  <a:lnTo>
                    <a:pt x="823" y="335"/>
                  </a:lnTo>
                  <a:lnTo>
                    <a:pt x="822" y="333"/>
                  </a:lnTo>
                  <a:lnTo>
                    <a:pt x="822" y="330"/>
                  </a:lnTo>
                  <a:lnTo>
                    <a:pt x="824" y="329"/>
                  </a:lnTo>
                  <a:lnTo>
                    <a:pt x="825" y="327"/>
                  </a:lnTo>
                  <a:lnTo>
                    <a:pt x="826" y="324"/>
                  </a:lnTo>
                  <a:lnTo>
                    <a:pt x="826" y="321"/>
                  </a:lnTo>
                  <a:lnTo>
                    <a:pt x="828" y="319"/>
                  </a:lnTo>
                  <a:lnTo>
                    <a:pt x="831" y="319"/>
                  </a:lnTo>
                  <a:lnTo>
                    <a:pt x="835" y="320"/>
                  </a:lnTo>
                  <a:lnTo>
                    <a:pt x="839" y="321"/>
                  </a:lnTo>
                  <a:lnTo>
                    <a:pt x="841" y="320"/>
                  </a:lnTo>
                  <a:lnTo>
                    <a:pt x="842" y="318"/>
                  </a:lnTo>
                  <a:lnTo>
                    <a:pt x="844" y="315"/>
                  </a:lnTo>
                  <a:lnTo>
                    <a:pt x="847" y="312"/>
                  </a:lnTo>
                  <a:lnTo>
                    <a:pt x="850" y="312"/>
                  </a:lnTo>
                  <a:lnTo>
                    <a:pt x="854" y="312"/>
                  </a:lnTo>
                  <a:lnTo>
                    <a:pt x="857" y="312"/>
                  </a:lnTo>
                  <a:lnTo>
                    <a:pt x="861" y="312"/>
                  </a:lnTo>
                  <a:lnTo>
                    <a:pt x="864" y="314"/>
                  </a:lnTo>
                  <a:lnTo>
                    <a:pt x="866" y="316"/>
                  </a:lnTo>
                  <a:lnTo>
                    <a:pt x="868" y="319"/>
                  </a:lnTo>
                  <a:lnTo>
                    <a:pt x="870" y="321"/>
                  </a:lnTo>
                  <a:lnTo>
                    <a:pt x="874" y="321"/>
                  </a:lnTo>
                  <a:lnTo>
                    <a:pt x="878" y="321"/>
                  </a:lnTo>
                  <a:lnTo>
                    <a:pt x="880" y="323"/>
                  </a:lnTo>
                  <a:lnTo>
                    <a:pt x="881" y="325"/>
                  </a:lnTo>
                  <a:lnTo>
                    <a:pt x="881" y="328"/>
                  </a:lnTo>
                  <a:lnTo>
                    <a:pt x="882" y="330"/>
                  </a:lnTo>
                  <a:lnTo>
                    <a:pt x="885" y="331"/>
                  </a:lnTo>
                  <a:lnTo>
                    <a:pt x="889" y="333"/>
                  </a:lnTo>
                  <a:lnTo>
                    <a:pt x="892" y="335"/>
                  </a:lnTo>
                  <a:lnTo>
                    <a:pt x="892" y="338"/>
                  </a:lnTo>
                  <a:close/>
                </a:path>
              </a:pathLst>
            </a:custGeom>
            <a:solidFill>
              <a:srgbClr val="69C6AD">
                <a:alpha val="32000"/>
              </a:srgbClr>
            </a:solidFill>
            <a:ln>
              <a:noFill/>
            </a:ln>
          </p:spPr>
          <p:txBody>
            <a:bodyPr anchor="ctr"/>
            <a:lstStyle/>
            <a:p>
              <a:pPr algn="ctr">
                <a:buNone/>
              </a:pPr>
            </a:p>
          </p:txBody>
        </p:sp>
        <p:sp>
          <p:nvSpPr>
            <p:cNvPr id="7176" name="addition:input:175">
              <a:extLst>
                <a:ext uri="{FF2B5EF4-FFF2-40B4-BE49-F238E27FC236}">
                  <ns2:creationId id="{C49E0AF3-C9DF-4F1C-AF3C-2B70B1D7CEC7}"/>
                </a:ext>
              </a:extLst>
            </p:cNvPr>
            <p:cNvSpPr>
              <a:spLocks noGrp="1"/>
            </p:cNvSpPr>
            <p:nvPr/>
          </p:nvSpPr>
          <p:spPr>
            <a:xfrm>
              <a:off x="209550" y="5438775"/>
              <a:ext cx="1543873" cy="657957"/>
            </a:xfrm>
            <a:custGeom>
              <a:rect l="l" t="t" r="r" b="b"/>
              <a:pathLst>
                <a:path w="938" h="351">
                  <a:moveTo>
                    <a:pt x="0" y="0"/>
                  </a:moveTo>
                  <a:moveTo>
                    <a:pt x="937" y="322"/>
                  </a:moveTo>
                  <a:lnTo>
                    <a:pt x="936" y="324"/>
                  </a:lnTo>
                  <a:lnTo>
                    <a:pt x="936" y="327"/>
                  </a:lnTo>
                  <a:lnTo>
                    <a:pt x="937" y="329"/>
                  </a:lnTo>
                  <a:lnTo>
                    <a:pt x="937" y="332"/>
                  </a:lnTo>
                  <a:lnTo>
                    <a:pt x="936" y="334"/>
                  </a:lnTo>
                  <a:lnTo>
                    <a:pt x="935" y="336"/>
                  </a:lnTo>
                  <a:lnTo>
                    <a:pt x="934" y="338"/>
                  </a:lnTo>
                  <a:lnTo>
                    <a:pt x="935" y="341"/>
                  </a:lnTo>
                  <a:lnTo>
                    <a:pt x="934" y="345"/>
                  </a:lnTo>
                  <a:lnTo>
                    <a:pt x="933" y="346"/>
                  </a:lnTo>
                  <a:lnTo>
                    <a:pt x="930" y="346"/>
                  </a:lnTo>
                  <a:lnTo>
                    <a:pt x="927" y="344"/>
                  </a:lnTo>
                  <a:lnTo>
                    <a:pt x="925" y="343"/>
                  </a:lnTo>
                  <a:lnTo>
                    <a:pt x="923" y="343"/>
                  </a:lnTo>
                  <a:lnTo>
                    <a:pt x="922" y="346"/>
                  </a:lnTo>
                  <a:lnTo>
                    <a:pt x="921" y="348"/>
                  </a:lnTo>
                  <a:lnTo>
                    <a:pt x="919" y="350"/>
                  </a:lnTo>
                  <a:lnTo>
                    <a:pt x="917" y="350"/>
                  </a:lnTo>
                  <a:lnTo>
                    <a:pt x="915" y="350"/>
                  </a:lnTo>
                  <a:lnTo>
                    <a:pt x="912" y="351"/>
                  </a:lnTo>
                  <a:lnTo>
                    <a:pt x="910" y="351"/>
                  </a:lnTo>
                  <a:lnTo>
                    <a:pt x="908" y="349"/>
                  </a:lnTo>
                  <a:lnTo>
                    <a:pt x="906" y="346"/>
                  </a:lnTo>
                  <a:lnTo>
                    <a:pt x="905" y="344"/>
                  </a:lnTo>
                  <a:lnTo>
                    <a:pt x="903" y="342"/>
                  </a:lnTo>
                  <a:lnTo>
                    <a:pt x="901" y="342"/>
                  </a:lnTo>
                  <a:lnTo>
                    <a:pt x="898" y="341"/>
                  </a:lnTo>
                  <a:lnTo>
                    <a:pt x="897" y="338"/>
                  </a:lnTo>
                  <a:lnTo>
                    <a:pt x="897" y="335"/>
                  </a:lnTo>
                  <a:lnTo>
                    <a:pt x="897" y="332"/>
                  </a:lnTo>
                  <a:lnTo>
                    <a:pt x="896" y="330"/>
                  </a:lnTo>
                  <a:lnTo>
                    <a:pt x="893" y="329"/>
                  </a:lnTo>
                  <a:lnTo>
                    <a:pt x="890" y="327"/>
                  </a:lnTo>
                  <a:lnTo>
                    <a:pt x="888" y="325"/>
                  </a:lnTo>
                  <a:lnTo>
                    <a:pt x="888" y="322"/>
                  </a:lnTo>
                  <a:lnTo>
                    <a:pt x="889" y="320"/>
                  </a:lnTo>
                  <a:lnTo>
                    <a:pt x="890" y="317"/>
                  </a:lnTo>
                  <a:lnTo>
                    <a:pt x="891" y="315"/>
                  </a:lnTo>
                  <a:lnTo>
                    <a:pt x="893" y="313"/>
                  </a:lnTo>
                  <a:lnTo>
                    <a:pt x="895" y="311"/>
                  </a:lnTo>
                  <a:lnTo>
                    <a:pt x="898" y="311"/>
                  </a:lnTo>
                  <a:lnTo>
                    <a:pt x="900" y="309"/>
                  </a:lnTo>
                  <a:lnTo>
                    <a:pt x="900" y="306"/>
                  </a:lnTo>
                  <a:lnTo>
                    <a:pt x="900" y="303"/>
                  </a:lnTo>
                  <a:lnTo>
                    <a:pt x="901" y="299"/>
                  </a:lnTo>
                  <a:lnTo>
                    <a:pt x="903" y="298"/>
                  </a:lnTo>
                  <a:lnTo>
                    <a:pt x="906" y="298"/>
                  </a:lnTo>
                  <a:lnTo>
                    <a:pt x="908" y="298"/>
                  </a:lnTo>
                  <a:lnTo>
                    <a:pt x="910" y="297"/>
                  </a:lnTo>
                  <a:lnTo>
                    <a:pt x="912" y="294"/>
                  </a:lnTo>
                  <a:lnTo>
                    <a:pt x="914" y="293"/>
                  </a:lnTo>
                  <a:lnTo>
                    <a:pt x="917" y="293"/>
                  </a:lnTo>
                  <a:lnTo>
                    <a:pt x="919" y="295"/>
                  </a:lnTo>
                  <a:lnTo>
                    <a:pt x="921" y="296"/>
                  </a:lnTo>
                  <a:lnTo>
                    <a:pt x="923" y="297"/>
                  </a:lnTo>
                  <a:lnTo>
                    <a:pt x="925" y="298"/>
                  </a:lnTo>
                  <a:lnTo>
                    <a:pt x="926" y="300"/>
                  </a:lnTo>
                  <a:lnTo>
                    <a:pt x="927" y="301"/>
                  </a:lnTo>
                  <a:lnTo>
                    <a:pt x="929" y="302"/>
                  </a:lnTo>
                  <a:lnTo>
                    <a:pt x="931" y="302"/>
                  </a:lnTo>
                  <a:lnTo>
                    <a:pt x="934" y="301"/>
                  </a:lnTo>
                  <a:lnTo>
                    <a:pt x="937" y="301"/>
                  </a:lnTo>
                  <a:lnTo>
                    <a:pt x="938" y="303"/>
                  </a:lnTo>
                  <a:lnTo>
                    <a:pt x="938" y="307"/>
                  </a:lnTo>
                  <a:lnTo>
                    <a:pt x="936" y="311"/>
                  </a:lnTo>
                  <a:lnTo>
                    <a:pt x="935" y="313"/>
                  </a:lnTo>
                  <a:lnTo>
                    <a:pt x="936" y="316"/>
                  </a:lnTo>
                  <a:lnTo>
                    <a:pt x="937" y="318"/>
                  </a:lnTo>
                  <a:lnTo>
                    <a:pt x="937" y="320"/>
                  </a:lnTo>
                  <a:close/>
                </a:path>
              </a:pathLst>
            </a:custGeom>
            <a:solidFill>
              <a:srgbClr val="86D1BC">
                <a:alpha val="24000"/>
              </a:srgbClr>
            </a:solidFill>
            <a:ln>
              <a:noFill/>
            </a:ln>
          </p:spPr>
          <p:txBody>
            <a:bodyPr anchor="ctr"/>
            <a:lstStyle/>
            <a:p>
              <a:pPr algn="ctr">
                <a:buNone/>
              </a:pPr>
            </a:p>
          </p:txBody>
        </p:sp>
        <p:sp>
          <p:nvSpPr>
            <p:cNvPr id="7177" name="addition:input:176">
              <a:extLst>
                <a:ext uri="{FF2B5EF4-FFF2-40B4-BE49-F238E27FC236}">
                  <ns2:creationId id="{DF9A6751-2C54-4686-90E6-CD3184F05027}"/>
                </a:ext>
              </a:extLst>
            </p:cNvPr>
            <p:cNvSpPr>
              <a:spLocks noGrp="1"/>
            </p:cNvSpPr>
            <p:nvPr/>
          </p:nvSpPr>
          <p:spPr>
            <a:xfrm>
              <a:off x="209550" y="5438775"/>
              <a:ext cx="1489558" cy="766679"/>
            </a:xfrm>
            <a:custGeom>
              <a:rect l="l" t="t" r="r" b="b"/>
              <a:pathLst>
                <a:path w="905" h="409">
                  <a:moveTo>
                    <a:pt x="0" y="0"/>
                  </a:moveTo>
                  <a:moveTo>
                    <a:pt x="904" y="378"/>
                  </a:moveTo>
                  <a:lnTo>
                    <a:pt x="905" y="381"/>
                  </a:lnTo>
                  <a:lnTo>
                    <a:pt x="904" y="383"/>
                  </a:lnTo>
                  <a:lnTo>
                    <a:pt x="902" y="385"/>
                  </a:lnTo>
                  <a:lnTo>
                    <a:pt x="901" y="387"/>
                  </a:lnTo>
                  <a:lnTo>
                    <a:pt x="901" y="390"/>
                  </a:lnTo>
                  <a:lnTo>
                    <a:pt x="901" y="392"/>
                  </a:lnTo>
                  <a:lnTo>
                    <a:pt x="900" y="395"/>
                  </a:lnTo>
                  <a:lnTo>
                    <a:pt x="898" y="396"/>
                  </a:lnTo>
                  <a:lnTo>
                    <a:pt x="896" y="396"/>
                  </a:lnTo>
                  <a:lnTo>
                    <a:pt x="893" y="397"/>
                  </a:lnTo>
                  <a:lnTo>
                    <a:pt x="892" y="398"/>
                  </a:lnTo>
                  <a:lnTo>
                    <a:pt x="891" y="400"/>
                  </a:lnTo>
                  <a:lnTo>
                    <a:pt x="889" y="401"/>
                  </a:lnTo>
                  <a:lnTo>
                    <a:pt x="887" y="403"/>
                  </a:lnTo>
                  <a:lnTo>
                    <a:pt x="885" y="404"/>
                  </a:lnTo>
                  <a:lnTo>
                    <a:pt x="883" y="406"/>
                  </a:lnTo>
                  <a:lnTo>
                    <a:pt x="881" y="409"/>
                  </a:lnTo>
                  <a:lnTo>
                    <a:pt x="878" y="409"/>
                  </a:lnTo>
                  <a:lnTo>
                    <a:pt x="876" y="407"/>
                  </a:lnTo>
                  <a:lnTo>
                    <a:pt x="874" y="404"/>
                  </a:lnTo>
                  <a:lnTo>
                    <a:pt x="873" y="400"/>
                  </a:lnTo>
                  <a:lnTo>
                    <a:pt x="872" y="399"/>
                  </a:lnTo>
                  <a:lnTo>
                    <a:pt x="870" y="399"/>
                  </a:lnTo>
                  <a:lnTo>
                    <a:pt x="867" y="399"/>
                  </a:lnTo>
                  <a:lnTo>
                    <a:pt x="865" y="399"/>
                  </a:lnTo>
                  <a:lnTo>
                    <a:pt x="864" y="397"/>
                  </a:lnTo>
                  <a:lnTo>
                    <a:pt x="863" y="395"/>
                  </a:lnTo>
                  <a:lnTo>
                    <a:pt x="862" y="394"/>
                  </a:lnTo>
                  <a:lnTo>
                    <a:pt x="860" y="392"/>
                  </a:lnTo>
                  <a:lnTo>
                    <a:pt x="859" y="390"/>
                  </a:lnTo>
                  <a:lnTo>
                    <a:pt x="858" y="388"/>
                  </a:lnTo>
                  <a:lnTo>
                    <a:pt x="859" y="386"/>
                  </a:lnTo>
                  <a:lnTo>
                    <a:pt x="858" y="383"/>
                  </a:lnTo>
                  <a:lnTo>
                    <a:pt x="858" y="381"/>
                  </a:lnTo>
                  <a:lnTo>
                    <a:pt x="858" y="378"/>
                  </a:lnTo>
                  <a:lnTo>
                    <a:pt x="859" y="376"/>
                  </a:lnTo>
                  <a:lnTo>
                    <a:pt x="862" y="374"/>
                  </a:lnTo>
                  <a:lnTo>
                    <a:pt x="864" y="373"/>
                  </a:lnTo>
                  <a:lnTo>
                    <a:pt x="865" y="371"/>
                  </a:lnTo>
                  <a:lnTo>
                    <a:pt x="865" y="368"/>
                  </a:lnTo>
                  <a:lnTo>
                    <a:pt x="864" y="365"/>
                  </a:lnTo>
                  <a:lnTo>
                    <a:pt x="863" y="361"/>
                  </a:lnTo>
                  <a:lnTo>
                    <a:pt x="864" y="359"/>
                  </a:lnTo>
                  <a:lnTo>
                    <a:pt x="866" y="357"/>
                  </a:lnTo>
                  <a:lnTo>
                    <a:pt x="867" y="356"/>
                  </a:lnTo>
                  <a:lnTo>
                    <a:pt x="869" y="355"/>
                  </a:lnTo>
                  <a:lnTo>
                    <a:pt x="871" y="354"/>
                  </a:lnTo>
                  <a:lnTo>
                    <a:pt x="873" y="354"/>
                  </a:lnTo>
                  <a:lnTo>
                    <a:pt x="875" y="355"/>
                  </a:lnTo>
                  <a:lnTo>
                    <a:pt x="876" y="355"/>
                  </a:lnTo>
                  <a:lnTo>
                    <a:pt x="878" y="355"/>
                  </a:lnTo>
                  <a:lnTo>
                    <a:pt x="879" y="353"/>
                  </a:lnTo>
                  <a:lnTo>
                    <a:pt x="881" y="352"/>
                  </a:lnTo>
                  <a:lnTo>
                    <a:pt x="882" y="352"/>
                  </a:lnTo>
                  <a:lnTo>
                    <a:pt x="884" y="354"/>
                  </a:lnTo>
                  <a:lnTo>
                    <a:pt x="885" y="356"/>
                  </a:lnTo>
                  <a:lnTo>
                    <a:pt x="887" y="355"/>
                  </a:lnTo>
                  <a:lnTo>
                    <a:pt x="889" y="354"/>
                  </a:lnTo>
                  <a:lnTo>
                    <a:pt x="892" y="353"/>
                  </a:lnTo>
                  <a:lnTo>
                    <a:pt x="894" y="355"/>
                  </a:lnTo>
                  <a:lnTo>
                    <a:pt x="895" y="357"/>
                  </a:lnTo>
                  <a:lnTo>
                    <a:pt x="895" y="361"/>
                  </a:lnTo>
                  <a:lnTo>
                    <a:pt x="895" y="364"/>
                  </a:lnTo>
                  <a:lnTo>
                    <a:pt x="896" y="366"/>
                  </a:lnTo>
                  <a:lnTo>
                    <a:pt x="896" y="368"/>
                  </a:lnTo>
                  <a:lnTo>
                    <a:pt x="897" y="370"/>
                  </a:lnTo>
                  <a:lnTo>
                    <a:pt x="897" y="372"/>
                  </a:lnTo>
                  <a:lnTo>
                    <a:pt x="899" y="374"/>
                  </a:lnTo>
                  <a:lnTo>
                    <a:pt x="902" y="376"/>
                  </a:lnTo>
                  <a:close/>
                </a:path>
              </a:pathLst>
            </a:custGeom>
            <a:solidFill>
              <a:srgbClr val="86D1BC">
                <a:alpha val="24000"/>
              </a:srgbClr>
            </a:solidFill>
            <a:ln>
              <a:noFill/>
            </a:ln>
          </p:spPr>
          <p:txBody>
            <a:bodyPr anchor="ctr"/>
            <a:lstStyle/>
            <a:p>
              <a:pPr algn="ctr">
                <a:buNone/>
              </a:pPr>
            </a:p>
          </p:txBody>
        </p:sp>
        <p:sp>
          <p:nvSpPr>
            <p:cNvPr id="7178" name="addition:input:177">
              <a:extLst>
                <a:ext uri="{FF2B5EF4-FFF2-40B4-BE49-F238E27FC236}">
                  <ns2:creationId id="{8863B5C6-F3BE-443A-A980-671EFCEF9F31}"/>
                </a:ext>
              </a:extLst>
            </p:cNvPr>
            <p:cNvSpPr>
              <a:spLocks noGrp="1"/>
            </p:cNvSpPr>
            <p:nvPr/>
          </p:nvSpPr>
          <p:spPr>
            <a:xfrm>
              <a:off x="209550" y="5438775"/>
              <a:ext cx="1367760" cy="777926"/>
            </a:xfrm>
            <a:custGeom>
              <a:rect l="l" t="t" r="r" b="b"/>
              <a:pathLst>
                <a:path w="831" h="415">
                  <a:moveTo>
                    <a:pt x="0" y="0"/>
                  </a:moveTo>
                  <a:moveTo>
                    <a:pt x="827" y="392"/>
                  </a:moveTo>
                  <a:lnTo>
                    <a:pt x="825" y="394"/>
                  </a:lnTo>
                  <a:lnTo>
                    <a:pt x="824" y="395"/>
                  </a:lnTo>
                  <a:lnTo>
                    <a:pt x="824" y="397"/>
                  </a:lnTo>
                  <a:lnTo>
                    <a:pt x="824" y="399"/>
                  </a:lnTo>
                  <a:lnTo>
                    <a:pt x="824" y="401"/>
                  </a:lnTo>
                  <a:lnTo>
                    <a:pt x="824" y="404"/>
                  </a:lnTo>
                  <a:lnTo>
                    <a:pt x="824" y="406"/>
                  </a:lnTo>
                  <a:lnTo>
                    <a:pt x="824" y="409"/>
                  </a:lnTo>
                  <a:lnTo>
                    <a:pt x="823" y="411"/>
                  </a:lnTo>
                  <a:lnTo>
                    <a:pt x="821" y="412"/>
                  </a:lnTo>
                  <a:lnTo>
                    <a:pt x="818" y="411"/>
                  </a:lnTo>
                  <a:lnTo>
                    <a:pt x="816" y="411"/>
                  </a:lnTo>
                  <a:lnTo>
                    <a:pt x="814" y="411"/>
                  </a:lnTo>
                  <a:lnTo>
                    <a:pt x="813" y="413"/>
                  </a:lnTo>
                  <a:lnTo>
                    <a:pt x="812" y="414"/>
                  </a:lnTo>
                  <a:lnTo>
                    <a:pt x="810" y="415"/>
                  </a:lnTo>
                  <a:lnTo>
                    <a:pt x="808" y="414"/>
                  </a:lnTo>
                  <a:lnTo>
                    <a:pt x="807" y="413"/>
                  </a:lnTo>
                  <a:lnTo>
                    <a:pt x="805" y="412"/>
                  </a:lnTo>
                  <a:lnTo>
                    <a:pt x="803" y="413"/>
                  </a:lnTo>
                  <a:lnTo>
                    <a:pt x="801" y="414"/>
                  </a:lnTo>
                  <a:lnTo>
                    <a:pt x="799" y="415"/>
                  </a:lnTo>
                  <a:lnTo>
                    <a:pt x="797" y="414"/>
                  </a:lnTo>
                  <a:lnTo>
                    <a:pt x="795" y="413"/>
                  </a:lnTo>
                  <a:lnTo>
                    <a:pt x="793" y="412"/>
                  </a:lnTo>
                  <a:lnTo>
                    <a:pt x="791" y="410"/>
                  </a:lnTo>
                  <a:lnTo>
                    <a:pt x="790" y="408"/>
                  </a:lnTo>
                  <a:lnTo>
                    <a:pt x="790" y="405"/>
                  </a:lnTo>
                  <a:lnTo>
                    <a:pt x="791" y="402"/>
                  </a:lnTo>
                  <a:lnTo>
                    <a:pt x="791" y="400"/>
                  </a:lnTo>
                  <a:lnTo>
                    <a:pt x="789" y="399"/>
                  </a:lnTo>
                  <a:lnTo>
                    <a:pt x="786" y="398"/>
                  </a:lnTo>
                  <a:lnTo>
                    <a:pt x="783" y="396"/>
                  </a:lnTo>
                  <a:lnTo>
                    <a:pt x="782" y="394"/>
                  </a:lnTo>
                  <a:lnTo>
                    <a:pt x="782" y="392"/>
                  </a:lnTo>
                  <a:lnTo>
                    <a:pt x="783" y="390"/>
                  </a:lnTo>
                  <a:lnTo>
                    <a:pt x="783" y="388"/>
                  </a:lnTo>
                  <a:lnTo>
                    <a:pt x="782" y="385"/>
                  </a:lnTo>
                  <a:lnTo>
                    <a:pt x="783" y="383"/>
                  </a:lnTo>
                  <a:lnTo>
                    <a:pt x="784" y="382"/>
                  </a:lnTo>
                  <a:lnTo>
                    <a:pt x="786" y="380"/>
                  </a:lnTo>
                  <a:lnTo>
                    <a:pt x="787" y="379"/>
                  </a:lnTo>
                  <a:lnTo>
                    <a:pt x="788" y="377"/>
                  </a:lnTo>
                  <a:lnTo>
                    <a:pt x="790" y="376"/>
                  </a:lnTo>
                  <a:lnTo>
                    <a:pt x="792" y="375"/>
                  </a:lnTo>
                  <a:lnTo>
                    <a:pt x="794" y="375"/>
                  </a:lnTo>
                  <a:lnTo>
                    <a:pt x="797" y="374"/>
                  </a:lnTo>
                  <a:lnTo>
                    <a:pt x="798" y="373"/>
                  </a:lnTo>
                  <a:lnTo>
                    <a:pt x="799" y="369"/>
                  </a:lnTo>
                  <a:lnTo>
                    <a:pt x="801" y="366"/>
                  </a:lnTo>
                  <a:lnTo>
                    <a:pt x="803" y="365"/>
                  </a:lnTo>
                  <a:lnTo>
                    <a:pt x="806" y="366"/>
                  </a:lnTo>
                  <a:lnTo>
                    <a:pt x="809" y="368"/>
                  </a:lnTo>
                  <a:lnTo>
                    <a:pt x="811" y="370"/>
                  </a:lnTo>
                  <a:lnTo>
                    <a:pt x="813" y="371"/>
                  </a:lnTo>
                  <a:lnTo>
                    <a:pt x="815" y="371"/>
                  </a:lnTo>
                  <a:lnTo>
                    <a:pt x="816" y="372"/>
                  </a:lnTo>
                  <a:lnTo>
                    <a:pt x="818" y="373"/>
                  </a:lnTo>
                  <a:lnTo>
                    <a:pt x="820" y="374"/>
                  </a:lnTo>
                  <a:lnTo>
                    <a:pt x="822" y="375"/>
                  </a:lnTo>
                  <a:lnTo>
                    <a:pt x="824" y="375"/>
                  </a:lnTo>
                  <a:lnTo>
                    <a:pt x="826" y="376"/>
                  </a:lnTo>
                  <a:lnTo>
                    <a:pt x="827" y="378"/>
                  </a:lnTo>
                  <a:lnTo>
                    <a:pt x="827" y="380"/>
                  </a:lnTo>
                  <a:lnTo>
                    <a:pt x="827" y="382"/>
                  </a:lnTo>
                  <a:lnTo>
                    <a:pt x="828" y="384"/>
                  </a:lnTo>
                  <a:lnTo>
                    <a:pt x="830" y="385"/>
                  </a:lnTo>
                  <a:lnTo>
                    <a:pt x="831" y="387"/>
                  </a:lnTo>
                  <a:lnTo>
                    <a:pt x="830" y="390"/>
                  </a:lnTo>
                  <a:close/>
                </a:path>
              </a:pathLst>
            </a:custGeom>
            <a:solidFill>
              <a:srgbClr val="86D1BC">
                <a:alpha val="24000"/>
              </a:srgbClr>
            </a:solidFill>
            <a:ln>
              <a:noFill/>
            </a:ln>
          </p:spPr>
          <p:txBody>
            <a:bodyPr anchor="ctr"/>
            <a:lstStyle/>
            <a:p>
              <a:pPr algn="ctr">
                <a:buNone/>
              </a:pPr>
            </a:p>
          </p:txBody>
        </p:sp>
        <p:sp>
          <p:nvSpPr>
            <p:cNvPr id="7179" name="addition:input:178">
              <a:extLst>
                <a:ext uri="{FF2B5EF4-FFF2-40B4-BE49-F238E27FC236}">
                  <ns2:creationId id="{F0215975-B75B-4F04-B896-8DA9BE524EB3}"/>
                </a:ext>
              </a:extLst>
            </p:cNvPr>
            <p:cNvSpPr>
              <a:spLocks noGrp="1"/>
            </p:cNvSpPr>
            <p:nvPr/>
          </p:nvSpPr>
          <p:spPr>
            <a:xfrm>
              <a:off x="209550" y="5438775"/>
              <a:ext cx="1262421" cy="736686"/>
            </a:xfrm>
            <a:custGeom>
              <a:rect l="l" t="t" r="r" b="b"/>
              <a:pathLst>
                <a:path w="767" h="393">
                  <a:moveTo>
                    <a:pt x="0" y="0"/>
                  </a:moveTo>
                  <a:moveTo>
                    <a:pt x="767" y="368"/>
                  </a:moveTo>
                  <a:lnTo>
                    <a:pt x="766" y="370"/>
                  </a:lnTo>
                  <a:lnTo>
                    <a:pt x="762" y="372"/>
                  </a:lnTo>
                  <a:lnTo>
                    <a:pt x="758" y="373"/>
                  </a:lnTo>
                  <a:lnTo>
                    <a:pt x="756" y="375"/>
                  </a:lnTo>
                  <a:lnTo>
                    <a:pt x="757" y="377"/>
                  </a:lnTo>
                  <a:lnTo>
                    <a:pt x="758" y="381"/>
                  </a:lnTo>
                  <a:lnTo>
                    <a:pt x="759" y="384"/>
                  </a:lnTo>
                  <a:lnTo>
                    <a:pt x="758" y="386"/>
                  </a:lnTo>
                  <a:lnTo>
                    <a:pt x="755" y="388"/>
                  </a:lnTo>
                  <a:lnTo>
                    <a:pt x="753" y="389"/>
                  </a:lnTo>
                  <a:lnTo>
                    <a:pt x="750" y="390"/>
                  </a:lnTo>
                  <a:lnTo>
                    <a:pt x="748" y="391"/>
                  </a:lnTo>
                  <a:lnTo>
                    <a:pt x="746" y="392"/>
                  </a:lnTo>
                  <a:lnTo>
                    <a:pt x="743" y="392"/>
                  </a:lnTo>
                  <a:lnTo>
                    <a:pt x="741" y="391"/>
                  </a:lnTo>
                  <a:lnTo>
                    <a:pt x="739" y="391"/>
                  </a:lnTo>
                  <a:lnTo>
                    <a:pt x="737" y="393"/>
                  </a:lnTo>
                  <a:lnTo>
                    <a:pt x="735" y="393"/>
                  </a:lnTo>
                  <a:lnTo>
                    <a:pt x="733" y="392"/>
                  </a:lnTo>
                  <a:lnTo>
                    <a:pt x="731" y="391"/>
                  </a:lnTo>
                  <a:lnTo>
                    <a:pt x="729" y="389"/>
                  </a:lnTo>
                  <a:lnTo>
                    <a:pt x="727" y="390"/>
                  </a:lnTo>
                  <a:lnTo>
                    <a:pt x="723" y="391"/>
                  </a:lnTo>
                  <a:lnTo>
                    <a:pt x="720" y="392"/>
                  </a:lnTo>
                  <a:lnTo>
                    <a:pt x="717" y="391"/>
                  </a:lnTo>
                  <a:lnTo>
                    <a:pt x="716" y="388"/>
                  </a:lnTo>
                  <a:lnTo>
                    <a:pt x="716" y="385"/>
                  </a:lnTo>
                  <a:lnTo>
                    <a:pt x="716" y="382"/>
                  </a:lnTo>
                  <a:lnTo>
                    <a:pt x="715" y="380"/>
                  </a:lnTo>
                  <a:lnTo>
                    <a:pt x="714" y="378"/>
                  </a:lnTo>
                  <a:lnTo>
                    <a:pt x="713" y="376"/>
                  </a:lnTo>
                  <a:lnTo>
                    <a:pt x="713" y="374"/>
                  </a:lnTo>
                  <a:lnTo>
                    <a:pt x="711" y="372"/>
                  </a:lnTo>
                  <a:lnTo>
                    <a:pt x="708" y="370"/>
                  </a:lnTo>
                  <a:lnTo>
                    <a:pt x="705" y="368"/>
                  </a:lnTo>
                  <a:lnTo>
                    <a:pt x="704" y="365"/>
                  </a:lnTo>
                  <a:lnTo>
                    <a:pt x="705" y="363"/>
                  </a:lnTo>
                  <a:lnTo>
                    <a:pt x="707" y="361"/>
                  </a:lnTo>
                  <a:lnTo>
                    <a:pt x="708" y="359"/>
                  </a:lnTo>
                  <a:lnTo>
                    <a:pt x="708" y="357"/>
                  </a:lnTo>
                  <a:lnTo>
                    <a:pt x="707" y="354"/>
                  </a:lnTo>
                  <a:lnTo>
                    <a:pt x="708" y="351"/>
                  </a:lnTo>
                  <a:lnTo>
                    <a:pt x="711" y="350"/>
                  </a:lnTo>
                  <a:lnTo>
                    <a:pt x="715" y="350"/>
                  </a:lnTo>
                  <a:lnTo>
                    <a:pt x="718" y="350"/>
                  </a:lnTo>
                  <a:lnTo>
                    <a:pt x="720" y="349"/>
                  </a:lnTo>
                  <a:lnTo>
                    <a:pt x="722" y="347"/>
                  </a:lnTo>
                  <a:lnTo>
                    <a:pt x="724" y="346"/>
                  </a:lnTo>
                  <a:lnTo>
                    <a:pt x="726" y="344"/>
                  </a:lnTo>
                  <a:lnTo>
                    <a:pt x="728" y="343"/>
                  </a:lnTo>
                  <a:lnTo>
                    <a:pt x="731" y="341"/>
                  </a:lnTo>
                  <a:lnTo>
                    <a:pt x="734" y="338"/>
                  </a:lnTo>
                  <a:lnTo>
                    <a:pt x="738" y="338"/>
                  </a:lnTo>
                  <a:lnTo>
                    <a:pt x="741" y="339"/>
                  </a:lnTo>
                  <a:lnTo>
                    <a:pt x="743" y="343"/>
                  </a:lnTo>
                  <a:lnTo>
                    <a:pt x="745" y="346"/>
                  </a:lnTo>
                  <a:lnTo>
                    <a:pt x="747" y="347"/>
                  </a:lnTo>
                  <a:lnTo>
                    <a:pt x="750" y="347"/>
                  </a:lnTo>
                  <a:lnTo>
                    <a:pt x="754" y="347"/>
                  </a:lnTo>
                  <a:lnTo>
                    <a:pt x="756" y="348"/>
                  </a:lnTo>
                  <a:lnTo>
                    <a:pt x="758" y="350"/>
                  </a:lnTo>
                  <a:lnTo>
                    <a:pt x="759" y="352"/>
                  </a:lnTo>
                  <a:lnTo>
                    <a:pt x="760" y="353"/>
                  </a:lnTo>
                  <a:lnTo>
                    <a:pt x="763" y="355"/>
                  </a:lnTo>
                  <a:lnTo>
                    <a:pt x="765" y="356"/>
                  </a:lnTo>
                  <a:lnTo>
                    <a:pt x="766" y="358"/>
                  </a:lnTo>
                  <a:lnTo>
                    <a:pt x="767" y="360"/>
                  </a:lnTo>
                  <a:lnTo>
                    <a:pt x="767" y="363"/>
                  </a:lnTo>
                  <a:lnTo>
                    <a:pt x="767" y="365"/>
                  </a:lnTo>
                  <a:close/>
                </a:path>
              </a:pathLst>
            </a:custGeom>
            <a:solidFill>
              <a:srgbClr val="86D1BC">
                <a:alpha val="24000"/>
              </a:srgbClr>
            </a:solidFill>
            <a:ln>
              <a:noFill/>
            </a:ln>
          </p:spPr>
          <p:txBody>
            <a:bodyPr anchor="ctr"/>
            <a:lstStyle/>
            <a:p>
              <a:pPr algn="ctr">
                <a:buNone/>
              </a:pPr>
            </a:p>
          </p:txBody>
        </p:sp>
        <p:sp>
          <p:nvSpPr>
            <p:cNvPr id="7180" name="addition:input:179">
              <a:extLst>
                <a:ext uri="{FF2B5EF4-FFF2-40B4-BE49-F238E27FC236}">
                  <ns2:creationId id="{2B350DC2-57A3-42D9-9042-2AB059A7BE4D}"/>
                </a:ext>
              </a:extLst>
            </p:cNvPr>
            <p:cNvSpPr>
              <a:spLocks noGrp="1"/>
            </p:cNvSpPr>
            <p:nvPr/>
          </p:nvSpPr>
          <p:spPr>
            <a:xfrm>
              <a:off x="209550" y="5438775"/>
              <a:ext cx="1232794" cy="624215"/>
            </a:xfrm>
            <a:custGeom>
              <a:rect l="l" t="t" r="r" b="b"/>
              <a:pathLst>
                <a:path w="749" h="333">
                  <a:moveTo>
                    <a:pt x="0" y="0"/>
                  </a:moveTo>
                  <a:moveTo>
                    <a:pt x="749" y="306"/>
                  </a:moveTo>
                  <a:lnTo>
                    <a:pt x="747" y="308"/>
                  </a:lnTo>
                  <a:lnTo>
                    <a:pt x="743" y="310"/>
                  </a:lnTo>
                  <a:lnTo>
                    <a:pt x="740" y="312"/>
                  </a:lnTo>
                  <a:lnTo>
                    <a:pt x="739" y="314"/>
                  </a:lnTo>
                  <a:lnTo>
                    <a:pt x="740" y="316"/>
                  </a:lnTo>
                  <a:lnTo>
                    <a:pt x="742" y="320"/>
                  </a:lnTo>
                  <a:lnTo>
                    <a:pt x="743" y="324"/>
                  </a:lnTo>
                  <a:lnTo>
                    <a:pt x="741" y="326"/>
                  </a:lnTo>
                  <a:lnTo>
                    <a:pt x="739" y="327"/>
                  </a:lnTo>
                  <a:lnTo>
                    <a:pt x="736" y="328"/>
                  </a:lnTo>
                  <a:lnTo>
                    <a:pt x="734" y="329"/>
                  </a:lnTo>
                  <a:lnTo>
                    <a:pt x="732" y="330"/>
                  </a:lnTo>
                  <a:lnTo>
                    <a:pt x="729" y="330"/>
                  </a:lnTo>
                  <a:lnTo>
                    <a:pt x="727" y="330"/>
                  </a:lnTo>
                  <a:lnTo>
                    <a:pt x="725" y="329"/>
                  </a:lnTo>
                  <a:lnTo>
                    <a:pt x="723" y="331"/>
                  </a:lnTo>
                  <a:lnTo>
                    <a:pt x="721" y="332"/>
                  </a:lnTo>
                  <a:lnTo>
                    <a:pt x="719" y="333"/>
                  </a:lnTo>
                  <a:lnTo>
                    <a:pt x="717" y="332"/>
                  </a:lnTo>
                  <a:lnTo>
                    <a:pt x="715" y="330"/>
                  </a:lnTo>
                  <a:lnTo>
                    <a:pt x="713" y="329"/>
                  </a:lnTo>
                  <a:lnTo>
                    <a:pt x="710" y="330"/>
                  </a:lnTo>
                  <a:lnTo>
                    <a:pt x="706" y="331"/>
                  </a:lnTo>
                  <a:lnTo>
                    <a:pt x="703" y="332"/>
                  </a:lnTo>
                  <a:lnTo>
                    <a:pt x="700" y="330"/>
                  </a:lnTo>
                  <a:lnTo>
                    <a:pt x="700" y="327"/>
                  </a:lnTo>
                  <a:lnTo>
                    <a:pt x="699" y="324"/>
                  </a:lnTo>
                  <a:lnTo>
                    <a:pt x="699" y="321"/>
                  </a:lnTo>
                  <a:lnTo>
                    <a:pt x="698" y="319"/>
                  </a:lnTo>
                  <a:lnTo>
                    <a:pt x="697" y="316"/>
                  </a:lnTo>
                  <a:lnTo>
                    <a:pt x="696" y="314"/>
                  </a:lnTo>
                  <a:lnTo>
                    <a:pt x="695" y="312"/>
                  </a:lnTo>
                  <a:lnTo>
                    <a:pt x="692" y="310"/>
                  </a:lnTo>
                  <a:lnTo>
                    <a:pt x="689" y="309"/>
                  </a:lnTo>
                  <a:lnTo>
                    <a:pt x="686" y="306"/>
                  </a:lnTo>
                  <a:lnTo>
                    <a:pt x="685" y="303"/>
                  </a:lnTo>
                  <a:lnTo>
                    <a:pt x="687" y="301"/>
                  </a:lnTo>
                  <a:lnTo>
                    <a:pt x="689" y="299"/>
                  </a:lnTo>
                  <a:lnTo>
                    <a:pt x="691" y="297"/>
                  </a:lnTo>
                  <a:lnTo>
                    <a:pt x="691" y="294"/>
                  </a:lnTo>
                  <a:lnTo>
                    <a:pt x="691" y="292"/>
                  </a:lnTo>
                  <a:lnTo>
                    <a:pt x="692" y="289"/>
                  </a:lnTo>
                  <a:lnTo>
                    <a:pt x="695" y="288"/>
                  </a:lnTo>
                  <a:lnTo>
                    <a:pt x="698" y="288"/>
                  </a:lnTo>
                  <a:lnTo>
                    <a:pt x="701" y="287"/>
                  </a:lnTo>
                  <a:lnTo>
                    <a:pt x="703" y="286"/>
                  </a:lnTo>
                  <a:lnTo>
                    <a:pt x="705" y="284"/>
                  </a:lnTo>
                  <a:lnTo>
                    <a:pt x="707" y="282"/>
                  </a:lnTo>
                  <a:lnTo>
                    <a:pt x="710" y="281"/>
                  </a:lnTo>
                  <a:lnTo>
                    <a:pt x="712" y="279"/>
                  </a:lnTo>
                  <a:lnTo>
                    <a:pt x="715" y="277"/>
                  </a:lnTo>
                  <a:lnTo>
                    <a:pt x="718" y="275"/>
                  </a:lnTo>
                  <a:lnTo>
                    <a:pt x="722" y="275"/>
                  </a:lnTo>
                  <a:lnTo>
                    <a:pt x="725" y="277"/>
                  </a:lnTo>
                  <a:lnTo>
                    <a:pt x="727" y="281"/>
                  </a:lnTo>
                  <a:lnTo>
                    <a:pt x="729" y="284"/>
                  </a:lnTo>
                  <a:lnTo>
                    <a:pt x="731" y="285"/>
                  </a:lnTo>
                  <a:lnTo>
                    <a:pt x="734" y="285"/>
                  </a:lnTo>
                  <a:lnTo>
                    <a:pt x="737" y="284"/>
                  </a:lnTo>
                  <a:lnTo>
                    <a:pt x="739" y="285"/>
                  </a:lnTo>
                  <a:lnTo>
                    <a:pt x="741" y="287"/>
                  </a:lnTo>
                  <a:lnTo>
                    <a:pt x="742" y="289"/>
                  </a:lnTo>
                  <a:lnTo>
                    <a:pt x="744" y="290"/>
                  </a:lnTo>
                  <a:lnTo>
                    <a:pt x="746" y="292"/>
                  </a:lnTo>
                  <a:lnTo>
                    <a:pt x="748" y="294"/>
                  </a:lnTo>
                  <a:lnTo>
                    <a:pt x="748" y="296"/>
                  </a:lnTo>
                  <a:lnTo>
                    <a:pt x="748" y="299"/>
                  </a:lnTo>
                  <a:lnTo>
                    <a:pt x="748" y="301"/>
                  </a:lnTo>
                  <a:lnTo>
                    <a:pt x="749" y="303"/>
                  </a:lnTo>
                  <a:close/>
                </a:path>
              </a:pathLst>
            </a:custGeom>
            <a:solidFill>
              <a:srgbClr val="86D1BC">
                <a:alpha val="24000"/>
              </a:srgbClr>
            </a:solidFill>
            <a:ln>
              <a:noFill/>
            </a:ln>
          </p:spPr>
          <p:txBody>
            <a:bodyPr anchor="ctr"/>
            <a:lstStyle/>
            <a:p>
              <a:pPr algn="ctr">
                <a:buNone/>
              </a:pPr>
            </a:p>
          </p:txBody>
        </p:sp>
        <p:sp>
          <p:nvSpPr>
            <p:cNvPr id="7181" name="addition:input:180">
              <a:extLst>
                <a:ext uri="{FF2B5EF4-FFF2-40B4-BE49-F238E27FC236}">
                  <ns2:creationId id="{344AFF78-8C76-4E39-8EA5-C721450336BB}"/>
                </a:ext>
              </a:extLst>
            </p:cNvPr>
            <p:cNvSpPr>
              <a:spLocks noGrp="1"/>
            </p:cNvSpPr>
            <p:nvPr/>
          </p:nvSpPr>
          <p:spPr>
            <a:xfrm>
              <a:off x="209550" y="5438775"/>
              <a:ext cx="1278880" cy="526740"/>
            </a:xfrm>
            <a:custGeom>
              <a:rect l="l" t="t" r="r" b="b"/>
              <a:pathLst>
                <a:path w="777" h="281">
                  <a:moveTo>
                    <a:pt x="0" y="0"/>
                  </a:moveTo>
                  <a:moveTo>
                    <a:pt x="776" y="251"/>
                  </a:moveTo>
                  <a:lnTo>
                    <a:pt x="776" y="253"/>
                  </a:lnTo>
                  <a:lnTo>
                    <a:pt x="776" y="256"/>
                  </a:lnTo>
                  <a:lnTo>
                    <a:pt x="776" y="258"/>
                  </a:lnTo>
                  <a:lnTo>
                    <a:pt x="777" y="261"/>
                  </a:lnTo>
                  <a:lnTo>
                    <a:pt x="777" y="263"/>
                  </a:lnTo>
                  <a:lnTo>
                    <a:pt x="775" y="265"/>
                  </a:lnTo>
                  <a:lnTo>
                    <a:pt x="774" y="267"/>
                  </a:lnTo>
                  <a:lnTo>
                    <a:pt x="773" y="268"/>
                  </a:lnTo>
                  <a:lnTo>
                    <a:pt x="771" y="270"/>
                  </a:lnTo>
                  <a:lnTo>
                    <a:pt x="770" y="271"/>
                  </a:lnTo>
                  <a:lnTo>
                    <a:pt x="767" y="271"/>
                  </a:lnTo>
                  <a:lnTo>
                    <a:pt x="764" y="270"/>
                  </a:lnTo>
                  <a:lnTo>
                    <a:pt x="762" y="271"/>
                  </a:lnTo>
                  <a:lnTo>
                    <a:pt x="761" y="273"/>
                  </a:lnTo>
                  <a:lnTo>
                    <a:pt x="760" y="277"/>
                  </a:lnTo>
                  <a:lnTo>
                    <a:pt x="758" y="280"/>
                  </a:lnTo>
                  <a:lnTo>
                    <a:pt x="755" y="281"/>
                  </a:lnTo>
                  <a:lnTo>
                    <a:pt x="753" y="280"/>
                  </a:lnTo>
                  <a:lnTo>
                    <a:pt x="750" y="278"/>
                  </a:lnTo>
                  <a:lnTo>
                    <a:pt x="748" y="277"/>
                  </a:lnTo>
                  <a:lnTo>
                    <a:pt x="746" y="276"/>
                  </a:lnTo>
                  <a:lnTo>
                    <a:pt x="744" y="274"/>
                  </a:lnTo>
                  <a:lnTo>
                    <a:pt x="742" y="273"/>
                  </a:lnTo>
                  <a:lnTo>
                    <a:pt x="741" y="271"/>
                  </a:lnTo>
                  <a:lnTo>
                    <a:pt x="739" y="270"/>
                  </a:lnTo>
                  <a:lnTo>
                    <a:pt x="736" y="269"/>
                  </a:lnTo>
                  <a:lnTo>
                    <a:pt x="734" y="268"/>
                  </a:lnTo>
                  <a:lnTo>
                    <a:pt x="732" y="267"/>
                  </a:lnTo>
                  <a:lnTo>
                    <a:pt x="732" y="264"/>
                  </a:lnTo>
                  <a:lnTo>
                    <a:pt x="732" y="262"/>
                  </a:lnTo>
                  <a:lnTo>
                    <a:pt x="731" y="260"/>
                  </a:lnTo>
                  <a:lnTo>
                    <a:pt x="728" y="258"/>
                  </a:lnTo>
                  <a:lnTo>
                    <a:pt x="726" y="256"/>
                  </a:lnTo>
                  <a:lnTo>
                    <a:pt x="725" y="254"/>
                  </a:lnTo>
                  <a:lnTo>
                    <a:pt x="727" y="251"/>
                  </a:lnTo>
                  <a:lnTo>
                    <a:pt x="730" y="249"/>
                  </a:lnTo>
                  <a:lnTo>
                    <a:pt x="733" y="247"/>
                  </a:lnTo>
                  <a:lnTo>
                    <a:pt x="734" y="245"/>
                  </a:lnTo>
                  <a:lnTo>
                    <a:pt x="735" y="243"/>
                  </a:lnTo>
                  <a:lnTo>
                    <a:pt x="735" y="241"/>
                  </a:lnTo>
                  <a:lnTo>
                    <a:pt x="736" y="239"/>
                  </a:lnTo>
                  <a:lnTo>
                    <a:pt x="737" y="237"/>
                  </a:lnTo>
                  <a:lnTo>
                    <a:pt x="737" y="234"/>
                  </a:lnTo>
                  <a:lnTo>
                    <a:pt x="737" y="230"/>
                  </a:lnTo>
                  <a:lnTo>
                    <a:pt x="739" y="228"/>
                  </a:lnTo>
                  <a:lnTo>
                    <a:pt x="741" y="227"/>
                  </a:lnTo>
                  <a:lnTo>
                    <a:pt x="744" y="228"/>
                  </a:lnTo>
                  <a:lnTo>
                    <a:pt x="746" y="228"/>
                  </a:lnTo>
                  <a:lnTo>
                    <a:pt x="748" y="228"/>
                  </a:lnTo>
                  <a:lnTo>
                    <a:pt x="750" y="226"/>
                  </a:lnTo>
                  <a:lnTo>
                    <a:pt x="751" y="224"/>
                  </a:lnTo>
                  <a:lnTo>
                    <a:pt x="753" y="225"/>
                  </a:lnTo>
                  <a:lnTo>
                    <a:pt x="755" y="227"/>
                  </a:lnTo>
                  <a:lnTo>
                    <a:pt x="756" y="229"/>
                  </a:lnTo>
                  <a:lnTo>
                    <a:pt x="758" y="229"/>
                  </a:lnTo>
                  <a:lnTo>
                    <a:pt x="760" y="228"/>
                  </a:lnTo>
                  <a:lnTo>
                    <a:pt x="762" y="228"/>
                  </a:lnTo>
                  <a:lnTo>
                    <a:pt x="764" y="228"/>
                  </a:lnTo>
                  <a:lnTo>
                    <a:pt x="765" y="228"/>
                  </a:lnTo>
                  <a:lnTo>
                    <a:pt x="768" y="229"/>
                  </a:lnTo>
                  <a:lnTo>
                    <a:pt x="770" y="230"/>
                  </a:lnTo>
                  <a:lnTo>
                    <a:pt x="772" y="232"/>
                  </a:lnTo>
                  <a:lnTo>
                    <a:pt x="772" y="235"/>
                  </a:lnTo>
                  <a:lnTo>
                    <a:pt x="771" y="238"/>
                  </a:lnTo>
                  <a:lnTo>
                    <a:pt x="769" y="241"/>
                  </a:lnTo>
                  <a:lnTo>
                    <a:pt x="769" y="244"/>
                  </a:lnTo>
                  <a:lnTo>
                    <a:pt x="771" y="245"/>
                  </a:lnTo>
                  <a:lnTo>
                    <a:pt x="774" y="247"/>
                  </a:lnTo>
                  <a:lnTo>
                    <a:pt x="776" y="249"/>
                  </a:lnTo>
                  <a:close/>
                </a:path>
              </a:pathLst>
            </a:custGeom>
            <a:solidFill>
              <a:srgbClr val="86D1BC">
                <a:alpha val="24000"/>
              </a:srgbClr>
            </a:solidFill>
            <a:ln>
              <a:noFill/>
            </a:ln>
          </p:spPr>
          <p:txBody>
            <a:bodyPr anchor="ctr"/>
            <a:lstStyle/>
            <a:p>
              <a:pPr algn="ctr">
                <a:buNone/>
              </a:pPr>
            </a:p>
          </p:txBody>
        </p:sp>
        <p:sp>
          <p:nvSpPr>
            <p:cNvPr id="7182" name="addition:input:181">
              <a:extLst>
                <a:ext uri="{FF2B5EF4-FFF2-40B4-BE49-F238E27FC236}">
                  <ns2:creationId id="{C26F1875-E21F-42BC-8557-1A0A3C69A7EC}"/>
                </a:ext>
              </a:extLst>
            </p:cNvPr>
            <p:cNvSpPr>
              <a:spLocks noGrp="1"/>
            </p:cNvSpPr>
            <p:nvPr/>
          </p:nvSpPr>
          <p:spPr>
            <a:xfrm>
              <a:off x="209550" y="5438775"/>
              <a:ext cx="1408908" cy="478003"/>
            </a:xfrm>
            <a:custGeom>
              <a:rect l="l" t="t" r="r" b="b"/>
              <a:pathLst>
                <a:path w="856" h="255">
                  <a:moveTo>
                    <a:pt x="0" y="0"/>
                  </a:moveTo>
                  <a:moveTo>
                    <a:pt x="853" y="226"/>
                  </a:moveTo>
                  <a:lnTo>
                    <a:pt x="853" y="228"/>
                  </a:lnTo>
                  <a:lnTo>
                    <a:pt x="855" y="230"/>
                  </a:lnTo>
                  <a:lnTo>
                    <a:pt x="856" y="233"/>
                  </a:lnTo>
                  <a:lnTo>
                    <a:pt x="855" y="235"/>
                  </a:lnTo>
                  <a:lnTo>
                    <a:pt x="854" y="237"/>
                  </a:lnTo>
                  <a:lnTo>
                    <a:pt x="853" y="240"/>
                  </a:lnTo>
                  <a:lnTo>
                    <a:pt x="853" y="242"/>
                  </a:lnTo>
                  <a:lnTo>
                    <a:pt x="853" y="245"/>
                  </a:lnTo>
                  <a:lnTo>
                    <a:pt x="851" y="247"/>
                  </a:lnTo>
                  <a:lnTo>
                    <a:pt x="848" y="247"/>
                  </a:lnTo>
                  <a:lnTo>
                    <a:pt x="843" y="246"/>
                  </a:lnTo>
                  <a:lnTo>
                    <a:pt x="840" y="245"/>
                  </a:lnTo>
                  <a:lnTo>
                    <a:pt x="839" y="246"/>
                  </a:lnTo>
                  <a:lnTo>
                    <a:pt x="837" y="249"/>
                  </a:lnTo>
                  <a:lnTo>
                    <a:pt x="836" y="252"/>
                  </a:lnTo>
                  <a:lnTo>
                    <a:pt x="833" y="254"/>
                  </a:lnTo>
                  <a:lnTo>
                    <a:pt x="830" y="254"/>
                  </a:lnTo>
                  <a:lnTo>
                    <a:pt x="827" y="254"/>
                  </a:lnTo>
                  <a:lnTo>
                    <a:pt x="824" y="255"/>
                  </a:lnTo>
                  <a:lnTo>
                    <a:pt x="821" y="254"/>
                  </a:lnTo>
                  <a:lnTo>
                    <a:pt x="818" y="253"/>
                  </a:lnTo>
                  <a:lnTo>
                    <a:pt x="816" y="250"/>
                  </a:lnTo>
                  <a:lnTo>
                    <a:pt x="814" y="247"/>
                  </a:lnTo>
                  <a:lnTo>
                    <a:pt x="811" y="246"/>
                  </a:lnTo>
                  <a:lnTo>
                    <a:pt x="808" y="246"/>
                  </a:lnTo>
                  <a:lnTo>
                    <a:pt x="805" y="245"/>
                  </a:lnTo>
                  <a:lnTo>
                    <a:pt x="803" y="243"/>
                  </a:lnTo>
                  <a:lnTo>
                    <a:pt x="802" y="240"/>
                  </a:lnTo>
                  <a:lnTo>
                    <a:pt x="802" y="238"/>
                  </a:lnTo>
                  <a:lnTo>
                    <a:pt x="801" y="236"/>
                  </a:lnTo>
                  <a:lnTo>
                    <a:pt x="797" y="235"/>
                  </a:lnTo>
                  <a:lnTo>
                    <a:pt x="794" y="233"/>
                  </a:lnTo>
                  <a:lnTo>
                    <a:pt x="791" y="231"/>
                  </a:lnTo>
                  <a:lnTo>
                    <a:pt x="791" y="228"/>
                  </a:lnTo>
                  <a:lnTo>
                    <a:pt x="793" y="226"/>
                  </a:lnTo>
                  <a:lnTo>
                    <a:pt x="794" y="223"/>
                  </a:lnTo>
                  <a:lnTo>
                    <a:pt x="796" y="221"/>
                  </a:lnTo>
                  <a:lnTo>
                    <a:pt x="798" y="219"/>
                  </a:lnTo>
                  <a:lnTo>
                    <a:pt x="801" y="217"/>
                  </a:lnTo>
                  <a:lnTo>
                    <a:pt x="804" y="216"/>
                  </a:lnTo>
                  <a:lnTo>
                    <a:pt x="806" y="214"/>
                  </a:lnTo>
                  <a:lnTo>
                    <a:pt x="805" y="211"/>
                  </a:lnTo>
                  <a:lnTo>
                    <a:pt x="805" y="207"/>
                  </a:lnTo>
                  <a:lnTo>
                    <a:pt x="806" y="204"/>
                  </a:lnTo>
                  <a:lnTo>
                    <a:pt x="808" y="203"/>
                  </a:lnTo>
                  <a:lnTo>
                    <a:pt x="812" y="202"/>
                  </a:lnTo>
                  <a:lnTo>
                    <a:pt x="815" y="202"/>
                  </a:lnTo>
                  <a:lnTo>
                    <a:pt x="818" y="201"/>
                  </a:lnTo>
                  <a:lnTo>
                    <a:pt x="820" y="199"/>
                  </a:lnTo>
                  <a:lnTo>
                    <a:pt x="822" y="197"/>
                  </a:lnTo>
                  <a:lnTo>
                    <a:pt x="825" y="197"/>
                  </a:lnTo>
                  <a:lnTo>
                    <a:pt x="828" y="199"/>
                  </a:lnTo>
                  <a:lnTo>
                    <a:pt x="830" y="200"/>
                  </a:lnTo>
                  <a:lnTo>
                    <a:pt x="832" y="201"/>
                  </a:lnTo>
                  <a:lnTo>
                    <a:pt x="834" y="201"/>
                  </a:lnTo>
                  <a:lnTo>
                    <a:pt x="836" y="202"/>
                  </a:lnTo>
                  <a:lnTo>
                    <a:pt x="838" y="203"/>
                  </a:lnTo>
                  <a:lnTo>
                    <a:pt x="840" y="204"/>
                  </a:lnTo>
                  <a:lnTo>
                    <a:pt x="842" y="203"/>
                  </a:lnTo>
                  <a:lnTo>
                    <a:pt x="846" y="202"/>
                  </a:lnTo>
                  <a:lnTo>
                    <a:pt x="850" y="202"/>
                  </a:lnTo>
                  <a:lnTo>
                    <a:pt x="852" y="205"/>
                  </a:lnTo>
                  <a:lnTo>
                    <a:pt x="851" y="208"/>
                  </a:lnTo>
                  <a:lnTo>
                    <a:pt x="849" y="212"/>
                  </a:lnTo>
                  <a:lnTo>
                    <a:pt x="848" y="215"/>
                  </a:lnTo>
                  <a:lnTo>
                    <a:pt x="850" y="217"/>
                  </a:lnTo>
                  <a:lnTo>
                    <a:pt x="852" y="219"/>
                  </a:lnTo>
                  <a:lnTo>
                    <a:pt x="853" y="221"/>
                  </a:lnTo>
                  <a:lnTo>
                    <a:pt x="853" y="223"/>
                  </a:lnTo>
                  <a:close/>
                </a:path>
              </a:pathLst>
            </a:custGeom>
            <a:solidFill>
              <a:srgbClr val="86D1BC">
                <a:alpha val="24000"/>
              </a:srgbClr>
            </a:solidFill>
            <a:ln>
              <a:noFill/>
            </a:ln>
          </p:spPr>
          <p:txBody>
            <a:bodyPr anchor="ctr"/>
            <a:lstStyle/>
            <a:p>
              <a:pPr algn="ctr">
                <a:buNone/>
              </a:pPr>
            </a:p>
          </p:txBody>
        </p:sp>
        <p:sp>
          <p:nvSpPr>
            <p:cNvPr id="7183" name="addition:input:182">
              <a:extLst>
                <a:ext uri="{FF2B5EF4-FFF2-40B4-BE49-F238E27FC236}">
                  <ns2:creationId id="{2F362D8F-BFB3-446C-8F5A-4CE7A820313D}"/>
                </a:ext>
              </a:extLst>
            </p:cNvPr>
            <p:cNvSpPr>
              <a:spLocks noGrp="1"/>
            </p:cNvSpPr>
            <p:nvPr/>
          </p:nvSpPr>
          <p:spPr>
            <a:xfrm>
              <a:off x="209550" y="5438775"/>
              <a:ext cx="1517538" cy="536113"/>
            </a:xfrm>
            <a:custGeom>
              <a:rect l="l" t="t" r="r" b="b"/>
              <a:pathLst>
                <a:path w="922" h="286">
                  <a:moveTo>
                    <a:pt x="0" y="0"/>
                  </a:moveTo>
                  <a:moveTo>
                    <a:pt x="920" y="260"/>
                  </a:moveTo>
                  <a:lnTo>
                    <a:pt x="917" y="262"/>
                  </a:lnTo>
                  <a:lnTo>
                    <a:pt x="915" y="264"/>
                  </a:lnTo>
                  <a:lnTo>
                    <a:pt x="914" y="265"/>
                  </a:lnTo>
                  <a:lnTo>
                    <a:pt x="915" y="268"/>
                  </a:lnTo>
                  <a:lnTo>
                    <a:pt x="915" y="270"/>
                  </a:lnTo>
                  <a:lnTo>
                    <a:pt x="914" y="273"/>
                  </a:lnTo>
                  <a:lnTo>
                    <a:pt x="914" y="275"/>
                  </a:lnTo>
                  <a:lnTo>
                    <a:pt x="914" y="278"/>
                  </a:lnTo>
                  <a:lnTo>
                    <a:pt x="913" y="281"/>
                  </a:lnTo>
                  <a:lnTo>
                    <a:pt x="912" y="283"/>
                  </a:lnTo>
                  <a:lnTo>
                    <a:pt x="909" y="283"/>
                  </a:lnTo>
                  <a:lnTo>
                    <a:pt x="906" y="282"/>
                  </a:lnTo>
                  <a:lnTo>
                    <a:pt x="904" y="281"/>
                  </a:lnTo>
                  <a:lnTo>
                    <a:pt x="903" y="282"/>
                  </a:lnTo>
                  <a:lnTo>
                    <a:pt x="902" y="284"/>
                  </a:lnTo>
                  <a:lnTo>
                    <a:pt x="900" y="286"/>
                  </a:lnTo>
                  <a:lnTo>
                    <a:pt x="898" y="285"/>
                  </a:lnTo>
                  <a:lnTo>
                    <a:pt x="897" y="284"/>
                  </a:lnTo>
                  <a:lnTo>
                    <a:pt x="895" y="282"/>
                  </a:lnTo>
                  <a:lnTo>
                    <a:pt x="894" y="282"/>
                  </a:lnTo>
                  <a:lnTo>
                    <a:pt x="892" y="284"/>
                  </a:lnTo>
                  <a:lnTo>
                    <a:pt x="889" y="284"/>
                  </a:lnTo>
                  <a:lnTo>
                    <a:pt x="887" y="284"/>
                  </a:lnTo>
                  <a:lnTo>
                    <a:pt x="885" y="283"/>
                  </a:lnTo>
                  <a:lnTo>
                    <a:pt x="883" y="281"/>
                  </a:lnTo>
                  <a:lnTo>
                    <a:pt x="882" y="280"/>
                  </a:lnTo>
                  <a:lnTo>
                    <a:pt x="880" y="278"/>
                  </a:lnTo>
                  <a:lnTo>
                    <a:pt x="880" y="275"/>
                  </a:lnTo>
                  <a:lnTo>
                    <a:pt x="881" y="271"/>
                  </a:lnTo>
                  <a:lnTo>
                    <a:pt x="881" y="269"/>
                  </a:lnTo>
                  <a:lnTo>
                    <a:pt x="880" y="267"/>
                  </a:lnTo>
                  <a:lnTo>
                    <a:pt x="878" y="266"/>
                  </a:lnTo>
                  <a:lnTo>
                    <a:pt x="874" y="264"/>
                  </a:lnTo>
                  <a:lnTo>
                    <a:pt x="872" y="262"/>
                  </a:lnTo>
                  <a:lnTo>
                    <a:pt x="872" y="260"/>
                  </a:lnTo>
                  <a:lnTo>
                    <a:pt x="873" y="257"/>
                  </a:lnTo>
                  <a:lnTo>
                    <a:pt x="873" y="255"/>
                  </a:lnTo>
                  <a:lnTo>
                    <a:pt x="873" y="253"/>
                  </a:lnTo>
                  <a:lnTo>
                    <a:pt x="873" y="250"/>
                  </a:lnTo>
                  <a:lnTo>
                    <a:pt x="874" y="248"/>
                  </a:lnTo>
                  <a:lnTo>
                    <a:pt x="875" y="246"/>
                  </a:lnTo>
                  <a:lnTo>
                    <a:pt x="877" y="245"/>
                  </a:lnTo>
                  <a:lnTo>
                    <a:pt x="879" y="243"/>
                  </a:lnTo>
                  <a:lnTo>
                    <a:pt x="880" y="242"/>
                  </a:lnTo>
                  <a:lnTo>
                    <a:pt x="882" y="240"/>
                  </a:lnTo>
                  <a:lnTo>
                    <a:pt x="884" y="240"/>
                  </a:lnTo>
                  <a:lnTo>
                    <a:pt x="886" y="240"/>
                  </a:lnTo>
                  <a:lnTo>
                    <a:pt x="888" y="239"/>
                  </a:lnTo>
                  <a:lnTo>
                    <a:pt x="890" y="236"/>
                  </a:lnTo>
                  <a:lnTo>
                    <a:pt x="891" y="232"/>
                  </a:lnTo>
                  <a:lnTo>
                    <a:pt x="893" y="230"/>
                  </a:lnTo>
                  <a:lnTo>
                    <a:pt x="896" y="230"/>
                  </a:lnTo>
                  <a:lnTo>
                    <a:pt x="899" y="232"/>
                  </a:lnTo>
                  <a:lnTo>
                    <a:pt x="901" y="234"/>
                  </a:lnTo>
                  <a:lnTo>
                    <a:pt x="903" y="236"/>
                  </a:lnTo>
                  <a:lnTo>
                    <a:pt x="905" y="237"/>
                  </a:lnTo>
                  <a:lnTo>
                    <a:pt x="907" y="238"/>
                  </a:lnTo>
                  <a:lnTo>
                    <a:pt x="909" y="239"/>
                  </a:lnTo>
                  <a:lnTo>
                    <a:pt x="910" y="240"/>
                  </a:lnTo>
                  <a:lnTo>
                    <a:pt x="912" y="241"/>
                  </a:lnTo>
                  <a:lnTo>
                    <a:pt x="914" y="241"/>
                  </a:lnTo>
                  <a:lnTo>
                    <a:pt x="917" y="242"/>
                  </a:lnTo>
                  <a:lnTo>
                    <a:pt x="918" y="244"/>
                  </a:lnTo>
                  <a:lnTo>
                    <a:pt x="918" y="246"/>
                  </a:lnTo>
                  <a:lnTo>
                    <a:pt x="918" y="249"/>
                  </a:lnTo>
                  <a:lnTo>
                    <a:pt x="919" y="251"/>
                  </a:lnTo>
                  <a:lnTo>
                    <a:pt x="921" y="252"/>
                  </a:lnTo>
                  <a:lnTo>
                    <a:pt x="922" y="254"/>
                  </a:lnTo>
                  <a:lnTo>
                    <a:pt x="922" y="257"/>
                  </a:lnTo>
                  <a:close/>
                </a:path>
              </a:pathLst>
            </a:custGeom>
            <a:solidFill>
              <a:srgbClr val="86D1BC">
                <a:alpha val="24000"/>
              </a:srgbClr>
            </a:solidFill>
            <a:ln>
              <a:noFill/>
            </a:ln>
          </p:spPr>
          <p:txBody>
            <a:bodyPr anchor="ctr"/>
            <a:lstStyle/>
            <a:p>
              <a:pPr algn="ctr">
                <a:buNone/>
              </a:pPr>
            </a:p>
          </p:txBody>
        </p:sp>
        <p:sp>
          <p:nvSpPr>
            <p:cNvPr id="7184" name="addition:input:183">
              <a:extLst>
                <a:ext uri="{FF2B5EF4-FFF2-40B4-BE49-F238E27FC236}">
                  <ns2:creationId id="{042C8126-545C-4E7B-B335-7AC09830F41E}"/>
                </a:ext>
              </a:extLst>
            </p:cNvPr>
            <p:cNvSpPr>
              <a:spLocks noGrp="1"/>
            </p:cNvSpPr>
            <p:nvPr/>
          </p:nvSpPr>
          <p:spPr>
            <a:xfrm>
              <a:off x="209550" y="5438775"/>
              <a:ext cx="2096902" cy="924138"/>
            </a:xfrm>
            <a:custGeom>
              <a:rect l="l" t="t" r="r" b="b"/>
              <a:pathLst>
                <a:path w="1274" h="493">
                  <a:moveTo>
                    <a:pt x="0" y="0"/>
                  </a:moveTo>
                  <a:moveTo>
                    <a:pt x="1267" y="354"/>
                  </a:moveTo>
                  <a:lnTo>
                    <a:pt x="1255" y="367"/>
                  </a:lnTo>
                  <a:lnTo>
                    <a:pt x="1237" y="377"/>
                  </a:lnTo>
                  <a:lnTo>
                    <a:pt x="1218" y="385"/>
                  </a:lnTo>
                  <a:lnTo>
                    <a:pt x="1208" y="394"/>
                  </a:lnTo>
                  <a:lnTo>
                    <a:pt x="1212" y="407"/>
                  </a:lnTo>
                  <a:lnTo>
                    <a:pt x="1220" y="425"/>
                  </a:lnTo>
                  <a:lnTo>
                    <a:pt x="1221" y="442"/>
                  </a:lnTo>
                  <a:lnTo>
                    <a:pt x="1210" y="453"/>
                  </a:lnTo>
                  <a:lnTo>
                    <a:pt x="1193" y="458"/>
                  </a:lnTo>
                  <a:lnTo>
                    <a:pt x="1176" y="462"/>
                  </a:lnTo>
                  <a:lnTo>
                    <a:pt x="1165" y="470"/>
                  </a:lnTo>
                  <a:lnTo>
                    <a:pt x="1156" y="482"/>
                  </a:lnTo>
                  <a:lnTo>
                    <a:pt x="1145" y="491"/>
                  </a:lnTo>
                  <a:lnTo>
                    <a:pt x="1130" y="493"/>
                  </a:lnTo>
                  <a:lnTo>
                    <a:pt x="1115" y="490"/>
                  </a:lnTo>
                  <a:lnTo>
                    <a:pt x="1101" y="486"/>
                  </a:lnTo>
                  <a:lnTo>
                    <a:pt x="1089" y="485"/>
                  </a:lnTo>
                  <a:lnTo>
                    <a:pt x="1077" y="485"/>
                  </a:lnTo>
                  <a:lnTo>
                    <a:pt x="1066" y="480"/>
                  </a:lnTo>
                  <a:lnTo>
                    <a:pt x="1056" y="473"/>
                  </a:lnTo>
                  <a:lnTo>
                    <a:pt x="1046" y="469"/>
                  </a:lnTo>
                  <a:lnTo>
                    <a:pt x="1032" y="474"/>
                  </a:lnTo>
                  <a:lnTo>
                    <a:pt x="1012" y="484"/>
                  </a:lnTo>
                  <a:lnTo>
                    <a:pt x="990" y="490"/>
                  </a:lnTo>
                  <a:lnTo>
                    <a:pt x="975" y="483"/>
                  </a:lnTo>
                  <a:lnTo>
                    <a:pt x="972" y="466"/>
                  </a:lnTo>
                  <a:lnTo>
                    <a:pt x="975" y="446"/>
                  </a:lnTo>
                  <a:lnTo>
                    <a:pt x="975" y="430"/>
                  </a:lnTo>
                  <a:lnTo>
                    <a:pt x="969" y="420"/>
                  </a:lnTo>
                  <a:lnTo>
                    <a:pt x="959" y="411"/>
                  </a:lnTo>
                  <a:lnTo>
                    <a:pt x="951" y="400"/>
                  </a:lnTo>
                  <a:lnTo>
                    <a:pt x="948" y="388"/>
                  </a:lnTo>
                  <a:lnTo>
                    <a:pt x="944" y="377"/>
                  </a:lnTo>
                  <a:lnTo>
                    <a:pt x="936" y="366"/>
                  </a:lnTo>
                  <a:lnTo>
                    <a:pt x="925" y="354"/>
                  </a:lnTo>
                  <a:lnTo>
                    <a:pt x="918" y="341"/>
                  </a:lnTo>
                  <a:lnTo>
                    <a:pt x="920" y="329"/>
                  </a:lnTo>
                  <a:lnTo>
                    <a:pt x="926" y="317"/>
                  </a:lnTo>
                  <a:lnTo>
                    <a:pt x="928" y="305"/>
                  </a:lnTo>
                  <a:lnTo>
                    <a:pt x="923" y="291"/>
                  </a:lnTo>
                  <a:lnTo>
                    <a:pt x="918" y="274"/>
                  </a:lnTo>
                  <a:lnTo>
                    <a:pt x="924" y="261"/>
                  </a:lnTo>
                  <a:lnTo>
                    <a:pt x="943" y="257"/>
                  </a:lnTo>
                  <a:lnTo>
                    <a:pt x="967" y="260"/>
                  </a:lnTo>
                  <a:lnTo>
                    <a:pt x="987" y="263"/>
                  </a:lnTo>
                  <a:lnTo>
                    <a:pt x="999" y="259"/>
                  </a:lnTo>
                  <a:lnTo>
                    <a:pt x="1005" y="247"/>
                  </a:lnTo>
                  <a:lnTo>
                    <a:pt x="1013" y="232"/>
                  </a:lnTo>
                  <a:lnTo>
                    <a:pt x="1025" y="222"/>
                  </a:lnTo>
                  <a:lnTo>
                    <a:pt x="1040" y="215"/>
                  </a:lnTo>
                  <a:lnTo>
                    <a:pt x="1056" y="208"/>
                  </a:lnTo>
                  <a:lnTo>
                    <a:pt x="1074" y="201"/>
                  </a:lnTo>
                  <a:lnTo>
                    <a:pt x="1092" y="198"/>
                  </a:lnTo>
                  <a:lnTo>
                    <a:pt x="1111" y="205"/>
                  </a:lnTo>
                  <a:lnTo>
                    <a:pt x="1126" y="218"/>
                  </a:lnTo>
                  <a:lnTo>
                    <a:pt x="1139" y="232"/>
                  </a:lnTo>
                  <a:lnTo>
                    <a:pt x="1153" y="237"/>
                  </a:lnTo>
                  <a:lnTo>
                    <a:pt x="1171" y="236"/>
                  </a:lnTo>
                  <a:lnTo>
                    <a:pt x="1190" y="236"/>
                  </a:lnTo>
                  <a:lnTo>
                    <a:pt x="1203" y="244"/>
                  </a:lnTo>
                  <a:lnTo>
                    <a:pt x="1208" y="259"/>
                  </a:lnTo>
                  <a:lnTo>
                    <a:pt x="1210" y="274"/>
                  </a:lnTo>
                  <a:lnTo>
                    <a:pt x="1218" y="282"/>
                  </a:lnTo>
                  <a:lnTo>
                    <a:pt x="1235" y="287"/>
                  </a:lnTo>
                  <a:lnTo>
                    <a:pt x="1255" y="291"/>
                  </a:lnTo>
                  <a:lnTo>
                    <a:pt x="1269" y="300"/>
                  </a:lnTo>
                  <a:lnTo>
                    <a:pt x="1274" y="313"/>
                  </a:lnTo>
                  <a:lnTo>
                    <a:pt x="1273" y="327"/>
                  </a:lnTo>
                  <a:lnTo>
                    <a:pt x="1271" y="341"/>
                  </a:lnTo>
                  <a:close/>
                </a:path>
              </a:pathLst>
            </a:custGeom>
            <a:solidFill>
              <a:srgbClr val="EFD4E3">
                <a:alpha val="43000"/>
              </a:srgbClr>
            </a:solidFill>
            <a:ln>
              <a:noFill/>
            </a:ln>
          </p:spPr>
          <p:txBody>
            <a:bodyPr anchor="ctr"/>
            <a:lstStyle/>
            <a:p>
              <a:pPr algn="ctr">
                <a:buNone/>
              </a:pPr>
            </a:p>
          </p:txBody>
        </p:sp>
        <p:sp>
          <p:nvSpPr>
            <p:cNvPr id="7185" name="addition:input:184">
              <a:extLst>
                <a:ext uri="{FF2B5EF4-FFF2-40B4-BE49-F238E27FC236}">
                  <ns2:creationId id="{3F601B67-4991-414E-818E-8C111A3A5BA6}"/>
                </a:ext>
              </a:extLst>
            </p:cNvPr>
            <p:cNvSpPr>
              <a:spLocks noGrp="1"/>
            </p:cNvSpPr>
            <p:nvPr/>
          </p:nvSpPr>
          <p:spPr>
            <a:xfrm>
              <a:off x="209550" y="5438775"/>
              <a:ext cx="2011314" cy="933511"/>
            </a:xfrm>
            <a:custGeom>
              <a:rect l="l" t="t" r="r" b="b"/>
              <a:pathLst>
                <a:path w="1222" h="498">
                  <a:moveTo>
                    <a:pt x="0" y="0"/>
                  </a:moveTo>
                  <a:moveTo>
                    <a:pt x="1201" y="359"/>
                  </a:moveTo>
                  <a:lnTo>
                    <a:pt x="1215" y="370"/>
                  </a:lnTo>
                  <a:lnTo>
                    <a:pt x="1222" y="382"/>
                  </a:lnTo>
                  <a:lnTo>
                    <a:pt x="1217" y="392"/>
                  </a:lnTo>
                  <a:lnTo>
                    <a:pt x="1207" y="400"/>
                  </a:lnTo>
                  <a:lnTo>
                    <a:pt x="1200" y="409"/>
                  </a:lnTo>
                  <a:lnTo>
                    <a:pt x="1201" y="420"/>
                  </a:lnTo>
                  <a:lnTo>
                    <a:pt x="1204" y="434"/>
                  </a:lnTo>
                  <a:lnTo>
                    <a:pt x="1201" y="445"/>
                  </a:lnTo>
                  <a:lnTo>
                    <a:pt x="1190" y="451"/>
                  </a:lnTo>
                  <a:lnTo>
                    <a:pt x="1175" y="452"/>
                  </a:lnTo>
                  <a:lnTo>
                    <a:pt x="1162" y="453"/>
                  </a:lnTo>
                  <a:lnTo>
                    <a:pt x="1151" y="455"/>
                  </a:lnTo>
                  <a:lnTo>
                    <a:pt x="1141" y="459"/>
                  </a:lnTo>
                  <a:lnTo>
                    <a:pt x="1130" y="460"/>
                  </a:lnTo>
                  <a:lnTo>
                    <a:pt x="1119" y="460"/>
                  </a:lnTo>
                  <a:lnTo>
                    <a:pt x="1108" y="464"/>
                  </a:lnTo>
                  <a:lnTo>
                    <a:pt x="1097" y="475"/>
                  </a:lnTo>
                  <a:lnTo>
                    <a:pt x="1083" y="490"/>
                  </a:lnTo>
                  <a:lnTo>
                    <a:pt x="1066" y="498"/>
                  </a:lnTo>
                  <a:lnTo>
                    <a:pt x="1051" y="494"/>
                  </a:lnTo>
                  <a:lnTo>
                    <a:pt x="1039" y="480"/>
                  </a:lnTo>
                  <a:lnTo>
                    <a:pt x="1030" y="464"/>
                  </a:lnTo>
                  <a:lnTo>
                    <a:pt x="1021" y="455"/>
                  </a:lnTo>
                  <a:lnTo>
                    <a:pt x="1007" y="451"/>
                  </a:lnTo>
                  <a:lnTo>
                    <a:pt x="992" y="449"/>
                  </a:lnTo>
                  <a:lnTo>
                    <a:pt x="981" y="443"/>
                  </a:lnTo>
                  <a:lnTo>
                    <a:pt x="973" y="433"/>
                  </a:lnTo>
                  <a:lnTo>
                    <a:pt x="967" y="423"/>
                  </a:lnTo>
                  <a:lnTo>
                    <a:pt x="957" y="416"/>
                  </a:lnTo>
                  <a:lnTo>
                    <a:pt x="945" y="409"/>
                  </a:lnTo>
                  <a:lnTo>
                    <a:pt x="936" y="401"/>
                  </a:lnTo>
                  <a:lnTo>
                    <a:pt x="931" y="391"/>
                  </a:lnTo>
                  <a:lnTo>
                    <a:pt x="930" y="380"/>
                  </a:lnTo>
                  <a:lnTo>
                    <a:pt x="924" y="370"/>
                  </a:lnTo>
                  <a:lnTo>
                    <a:pt x="915" y="359"/>
                  </a:lnTo>
                  <a:lnTo>
                    <a:pt x="910" y="347"/>
                  </a:lnTo>
                  <a:lnTo>
                    <a:pt x="915" y="335"/>
                  </a:lnTo>
                  <a:lnTo>
                    <a:pt x="934" y="327"/>
                  </a:lnTo>
                  <a:lnTo>
                    <a:pt x="957" y="322"/>
                  </a:lnTo>
                  <a:lnTo>
                    <a:pt x="974" y="317"/>
                  </a:lnTo>
                  <a:lnTo>
                    <a:pt x="979" y="309"/>
                  </a:lnTo>
                  <a:lnTo>
                    <a:pt x="977" y="296"/>
                  </a:lnTo>
                  <a:lnTo>
                    <a:pt x="978" y="282"/>
                  </a:lnTo>
                  <a:lnTo>
                    <a:pt x="985" y="271"/>
                  </a:lnTo>
                  <a:lnTo>
                    <a:pt x="995" y="263"/>
                  </a:lnTo>
                  <a:lnTo>
                    <a:pt x="1006" y="255"/>
                  </a:lnTo>
                  <a:lnTo>
                    <a:pt x="1017" y="246"/>
                  </a:lnTo>
                  <a:lnTo>
                    <a:pt x="1030" y="240"/>
                  </a:lnTo>
                  <a:lnTo>
                    <a:pt x="1045" y="240"/>
                  </a:lnTo>
                  <a:lnTo>
                    <a:pt x="1060" y="244"/>
                  </a:lnTo>
                  <a:lnTo>
                    <a:pt x="1073" y="248"/>
                  </a:lnTo>
                  <a:lnTo>
                    <a:pt x="1085" y="246"/>
                  </a:lnTo>
                  <a:lnTo>
                    <a:pt x="1096" y="241"/>
                  </a:lnTo>
                  <a:lnTo>
                    <a:pt x="1108" y="239"/>
                  </a:lnTo>
                  <a:lnTo>
                    <a:pt x="1118" y="245"/>
                  </a:lnTo>
                  <a:lnTo>
                    <a:pt x="1125" y="257"/>
                  </a:lnTo>
                  <a:lnTo>
                    <a:pt x="1131" y="267"/>
                  </a:lnTo>
                  <a:lnTo>
                    <a:pt x="1140" y="268"/>
                  </a:lnTo>
                  <a:lnTo>
                    <a:pt x="1155" y="263"/>
                  </a:lnTo>
                  <a:lnTo>
                    <a:pt x="1173" y="259"/>
                  </a:lnTo>
                  <a:lnTo>
                    <a:pt x="1187" y="262"/>
                  </a:lnTo>
                  <a:lnTo>
                    <a:pt x="1194" y="271"/>
                  </a:lnTo>
                  <a:lnTo>
                    <a:pt x="1197" y="283"/>
                  </a:lnTo>
                  <a:lnTo>
                    <a:pt x="1200" y="295"/>
                  </a:lnTo>
                  <a:lnTo>
                    <a:pt x="1201" y="306"/>
                  </a:lnTo>
                  <a:lnTo>
                    <a:pt x="1199" y="318"/>
                  </a:lnTo>
                  <a:lnTo>
                    <a:pt x="1192" y="331"/>
                  </a:lnTo>
                  <a:lnTo>
                    <a:pt x="1186" y="341"/>
                  </a:lnTo>
                  <a:lnTo>
                    <a:pt x="1188" y="350"/>
                  </a:lnTo>
                  <a:close/>
                </a:path>
              </a:pathLst>
            </a:custGeom>
            <a:solidFill>
              <a:srgbClr val="DA9FC0">
                <a:alpha val="43000"/>
              </a:srgbClr>
            </a:solidFill>
            <a:ln>
              <a:noFill/>
            </a:ln>
          </p:spPr>
          <p:txBody>
            <a:bodyPr anchor="ctr"/>
            <a:lstStyle/>
            <a:p>
              <a:pPr algn="ctr">
                <a:buNone/>
              </a:pPr>
            </a:p>
          </p:txBody>
        </p:sp>
        <p:sp>
          <p:nvSpPr>
            <p:cNvPr id="7186" name="addition:input:185">
              <a:extLst>
                <a:ext uri="{FF2B5EF4-FFF2-40B4-BE49-F238E27FC236}">
                  <ns2:creationId id="{0AA0F5DA-D773-4497-9C9D-4BE58DAE1493}"/>
                </a:ext>
              </a:extLst>
            </p:cNvPr>
            <p:cNvSpPr>
              <a:spLocks noGrp="1"/>
            </p:cNvSpPr>
            <p:nvPr/>
          </p:nvSpPr>
          <p:spPr>
            <a:xfrm>
              <a:off x="209550" y="5438775"/>
              <a:ext cx="2004731" cy="879150"/>
            </a:xfrm>
            <a:custGeom>
              <a:rect l="l" t="t" r="r" b="b"/>
              <a:pathLst>
                <a:path w="1218" h="469">
                  <a:moveTo>
                    <a:pt x="0" y="0"/>
                  </a:moveTo>
                  <a:moveTo>
                    <a:pt x="1194" y="364"/>
                  </a:moveTo>
                  <a:lnTo>
                    <a:pt x="1178" y="372"/>
                  </a:lnTo>
                  <a:lnTo>
                    <a:pt x="1170" y="379"/>
                  </a:lnTo>
                  <a:lnTo>
                    <a:pt x="1170" y="388"/>
                  </a:lnTo>
                  <a:lnTo>
                    <a:pt x="1172" y="397"/>
                  </a:lnTo>
                  <a:lnTo>
                    <a:pt x="1172" y="407"/>
                  </a:lnTo>
                  <a:lnTo>
                    <a:pt x="1168" y="416"/>
                  </a:lnTo>
                  <a:lnTo>
                    <a:pt x="1164" y="425"/>
                  </a:lnTo>
                  <a:lnTo>
                    <a:pt x="1162" y="436"/>
                  </a:lnTo>
                  <a:lnTo>
                    <a:pt x="1157" y="446"/>
                  </a:lnTo>
                  <a:lnTo>
                    <a:pt x="1147" y="452"/>
                  </a:lnTo>
                  <a:lnTo>
                    <a:pt x="1134" y="453"/>
                  </a:lnTo>
                  <a:lnTo>
                    <a:pt x="1122" y="452"/>
                  </a:lnTo>
                  <a:lnTo>
                    <a:pt x="1112" y="455"/>
                  </a:lnTo>
                  <a:lnTo>
                    <a:pt x="1105" y="462"/>
                  </a:lnTo>
                  <a:lnTo>
                    <a:pt x="1098" y="469"/>
                  </a:lnTo>
                  <a:lnTo>
                    <a:pt x="1088" y="469"/>
                  </a:lnTo>
                  <a:lnTo>
                    <a:pt x="1078" y="462"/>
                  </a:lnTo>
                  <a:lnTo>
                    <a:pt x="1069" y="453"/>
                  </a:lnTo>
                  <a:lnTo>
                    <a:pt x="1062" y="449"/>
                  </a:lnTo>
                  <a:lnTo>
                    <a:pt x="1053" y="453"/>
                  </a:lnTo>
                  <a:lnTo>
                    <a:pt x="1042" y="461"/>
                  </a:lnTo>
                  <a:lnTo>
                    <a:pt x="1029" y="465"/>
                  </a:lnTo>
                  <a:lnTo>
                    <a:pt x="1017" y="464"/>
                  </a:lnTo>
                  <a:lnTo>
                    <a:pt x="1008" y="458"/>
                  </a:lnTo>
                  <a:lnTo>
                    <a:pt x="998" y="452"/>
                  </a:lnTo>
                  <a:lnTo>
                    <a:pt x="990" y="446"/>
                  </a:lnTo>
                  <a:lnTo>
                    <a:pt x="985" y="436"/>
                  </a:lnTo>
                  <a:lnTo>
                    <a:pt x="985" y="423"/>
                  </a:lnTo>
                  <a:lnTo>
                    <a:pt x="989" y="410"/>
                  </a:lnTo>
                  <a:lnTo>
                    <a:pt x="988" y="401"/>
                  </a:lnTo>
                  <a:lnTo>
                    <a:pt x="979" y="395"/>
                  </a:lnTo>
                  <a:lnTo>
                    <a:pt x="964" y="390"/>
                  </a:lnTo>
                  <a:lnTo>
                    <a:pt x="951" y="383"/>
                  </a:lnTo>
                  <a:lnTo>
                    <a:pt x="946" y="374"/>
                  </a:lnTo>
                  <a:lnTo>
                    <a:pt x="950" y="364"/>
                  </a:lnTo>
                  <a:lnTo>
                    <a:pt x="953" y="355"/>
                  </a:lnTo>
                  <a:lnTo>
                    <a:pt x="951" y="346"/>
                  </a:lnTo>
                  <a:lnTo>
                    <a:pt x="944" y="335"/>
                  </a:lnTo>
                  <a:lnTo>
                    <a:pt x="940" y="324"/>
                  </a:lnTo>
                  <a:lnTo>
                    <a:pt x="944" y="315"/>
                  </a:lnTo>
                  <a:lnTo>
                    <a:pt x="953" y="308"/>
                  </a:lnTo>
                  <a:lnTo>
                    <a:pt x="964" y="303"/>
                  </a:lnTo>
                  <a:lnTo>
                    <a:pt x="973" y="298"/>
                  </a:lnTo>
                  <a:lnTo>
                    <a:pt x="982" y="293"/>
                  </a:lnTo>
                  <a:lnTo>
                    <a:pt x="993" y="290"/>
                  </a:lnTo>
                  <a:lnTo>
                    <a:pt x="1006" y="290"/>
                  </a:lnTo>
                  <a:lnTo>
                    <a:pt x="1016" y="288"/>
                  </a:lnTo>
                  <a:lnTo>
                    <a:pt x="1023" y="280"/>
                  </a:lnTo>
                  <a:lnTo>
                    <a:pt x="1029" y="266"/>
                  </a:lnTo>
                  <a:lnTo>
                    <a:pt x="1038" y="251"/>
                  </a:lnTo>
                  <a:lnTo>
                    <a:pt x="1051" y="244"/>
                  </a:lnTo>
                  <a:lnTo>
                    <a:pt x="1066" y="248"/>
                  </a:lnTo>
                  <a:lnTo>
                    <a:pt x="1080" y="257"/>
                  </a:lnTo>
                  <a:lnTo>
                    <a:pt x="1092" y="265"/>
                  </a:lnTo>
                  <a:lnTo>
                    <a:pt x="1104" y="268"/>
                  </a:lnTo>
                  <a:lnTo>
                    <a:pt x="1116" y="268"/>
                  </a:lnTo>
                  <a:lnTo>
                    <a:pt x="1128" y="271"/>
                  </a:lnTo>
                  <a:lnTo>
                    <a:pt x="1137" y="278"/>
                  </a:lnTo>
                  <a:lnTo>
                    <a:pt x="1145" y="285"/>
                  </a:lnTo>
                  <a:lnTo>
                    <a:pt x="1154" y="289"/>
                  </a:lnTo>
                  <a:lnTo>
                    <a:pt x="1164" y="293"/>
                  </a:lnTo>
                  <a:lnTo>
                    <a:pt x="1174" y="297"/>
                  </a:lnTo>
                  <a:lnTo>
                    <a:pt x="1180" y="305"/>
                  </a:lnTo>
                  <a:lnTo>
                    <a:pt x="1183" y="313"/>
                  </a:lnTo>
                  <a:lnTo>
                    <a:pt x="1188" y="320"/>
                  </a:lnTo>
                  <a:lnTo>
                    <a:pt x="1199" y="326"/>
                  </a:lnTo>
                  <a:lnTo>
                    <a:pt x="1212" y="333"/>
                  </a:lnTo>
                  <a:lnTo>
                    <a:pt x="1218" y="342"/>
                  </a:lnTo>
                  <a:lnTo>
                    <a:pt x="1211" y="354"/>
                  </a:lnTo>
                  <a:close/>
                </a:path>
              </a:pathLst>
            </a:custGeom>
            <a:solidFill>
              <a:srgbClr val="CC79A7">
                <a:alpha val="35000"/>
              </a:srgbClr>
            </a:solidFill>
            <a:ln>
              <a:noFill/>
            </a:ln>
          </p:spPr>
          <p:txBody>
            <a:bodyPr anchor="ctr"/>
            <a:lstStyle/>
            <a:p>
              <a:pPr algn="ctr">
                <a:buNone/>
              </a:pPr>
            </a:p>
          </p:txBody>
        </p:sp>
        <p:sp>
          <p:nvSpPr>
            <p:cNvPr id="7187" name="addition:input:186">
              <a:extLst>
                <a:ext uri="{FF2B5EF4-FFF2-40B4-BE49-F238E27FC236}">
                  <ns2:creationId id="{3E91236D-93B3-4D4B-B985-EBABF5277967}"/>
                </a:ext>
              </a:extLst>
            </p:cNvPr>
            <p:cNvSpPr>
              <a:spLocks noGrp="1"/>
            </p:cNvSpPr>
            <p:nvPr/>
          </p:nvSpPr>
          <p:spPr>
            <a:xfrm>
              <a:off x="209550" y="5438775"/>
              <a:ext cx="1761134" cy="714192"/>
            </a:xfrm>
            <a:custGeom>
              <a:rect l="l" t="t" r="r" b="b"/>
              <a:pathLst>
                <a:path w="1070" h="381">
                  <a:moveTo>
                    <a:pt x="0" y="0"/>
                  </a:moveTo>
                  <a:moveTo>
                    <a:pt x="1066" y="334"/>
                  </a:moveTo>
                  <a:lnTo>
                    <a:pt x="1068" y="338"/>
                  </a:lnTo>
                  <a:lnTo>
                    <a:pt x="1070" y="342"/>
                  </a:lnTo>
                  <a:lnTo>
                    <a:pt x="1070" y="346"/>
                  </a:lnTo>
                  <a:lnTo>
                    <a:pt x="1069" y="349"/>
                  </a:lnTo>
                  <a:lnTo>
                    <a:pt x="1068" y="353"/>
                  </a:lnTo>
                  <a:lnTo>
                    <a:pt x="1068" y="357"/>
                  </a:lnTo>
                  <a:lnTo>
                    <a:pt x="1068" y="362"/>
                  </a:lnTo>
                  <a:lnTo>
                    <a:pt x="1067" y="366"/>
                  </a:lnTo>
                  <a:lnTo>
                    <a:pt x="1061" y="367"/>
                  </a:lnTo>
                  <a:lnTo>
                    <a:pt x="1054" y="366"/>
                  </a:lnTo>
                  <a:lnTo>
                    <a:pt x="1048" y="364"/>
                  </a:lnTo>
                  <a:lnTo>
                    <a:pt x="1044" y="364"/>
                  </a:lnTo>
                  <a:lnTo>
                    <a:pt x="1042" y="368"/>
                  </a:lnTo>
                  <a:lnTo>
                    <a:pt x="1040" y="373"/>
                  </a:lnTo>
                  <a:lnTo>
                    <a:pt x="1036" y="377"/>
                  </a:lnTo>
                  <a:lnTo>
                    <a:pt x="1031" y="379"/>
                  </a:lnTo>
                  <a:lnTo>
                    <a:pt x="1026" y="380"/>
                  </a:lnTo>
                  <a:lnTo>
                    <a:pt x="1020" y="380"/>
                  </a:lnTo>
                  <a:lnTo>
                    <a:pt x="1015" y="381"/>
                  </a:lnTo>
                  <a:lnTo>
                    <a:pt x="1009" y="379"/>
                  </a:lnTo>
                  <a:lnTo>
                    <a:pt x="1005" y="376"/>
                  </a:lnTo>
                  <a:lnTo>
                    <a:pt x="1001" y="372"/>
                  </a:lnTo>
                  <a:lnTo>
                    <a:pt x="997" y="369"/>
                  </a:lnTo>
                  <a:lnTo>
                    <a:pt x="992" y="368"/>
                  </a:lnTo>
                  <a:lnTo>
                    <a:pt x="986" y="368"/>
                  </a:lnTo>
                  <a:lnTo>
                    <a:pt x="982" y="366"/>
                  </a:lnTo>
                  <a:lnTo>
                    <a:pt x="980" y="361"/>
                  </a:lnTo>
                  <a:lnTo>
                    <a:pt x="980" y="356"/>
                  </a:lnTo>
                  <a:lnTo>
                    <a:pt x="978" y="353"/>
                  </a:lnTo>
                  <a:lnTo>
                    <a:pt x="974" y="351"/>
                  </a:lnTo>
                  <a:lnTo>
                    <a:pt x="967" y="350"/>
                  </a:lnTo>
                  <a:lnTo>
                    <a:pt x="961" y="347"/>
                  </a:lnTo>
                  <a:lnTo>
                    <a:pt x="959" y="343"/>
                  </a:lnTo>
                  <a:lnTo>
                    <a:pt x="960" y="338"/>
                  </a:lnTo>
                  <a:lnTo>
                    <a:pt x="963" y="334"/>
                  </a:lnTo>
                  <a:lnTo>
                    <a:pt x="966" y="330"/>
                  </a:lnTo>
                  <a:lnTo>
                    <a:pt x="969" y="326"/>
                  </a:lnTo>
                  <a:lnTo>
                    <a:pt x="973" y="323"/>
                  </a:lnTo>
                  <a:lnTo>
                    <a:pt x="979" y="321"/>
                  </a:lnTo>
                  <a:lnTo>
                    <a:pt x="982" y="318"/>
                  </a:lnTo>
                  <a:lnTo>
                    <a:pt x="983" y="315"/>
                  </a:lnTo>
                  <a:lnTo>
                    <a:pt x="981" y="309"/>
                  </a:lnTo>
                  <a:lnTo>
                    <a:pt x="981" y="304"/>
                  </a:lnTo>
                  <a:lnTo>
                    <a:pt x="985" y="300"/>
                  </a:lnTo>
                  <a:lnTo>
                    <a:pt x="990" y="299"/>
                  </a:lnTo>
                  <a:lnTo>
                    <a:pt x="996" y="299"/>
                  </a:lnTo>
                  <a:lnTo>
                    <a:pt x="1001" y="297"/>
                  </a:lnTo>
                  <a:lnTo>
                    <a:pt x="1004" y="293"/>
                  </a:lnTo>
                  <a:lnTo>
                    <a:pt x="1007" y="290"/>
                  </a:lnTo>
                  <a:lnTo>
                    <a:pt x="1012" y="288"/>
                  </a:lnTo>
                  <a:lnTo>
                    <a:pt x="1017" y="290"/>
                  </a:lnTo>
                  <a:lnTo>
                    <a:pt x="1021" y="293"/>
                  </a:lnTo>
                  <a:lnTo>
                    <a:pt x="1025" y="294"/>
                  </a:lnTo>
                  <a:lnTo>
                    <a:pt x="1029" y="295"/>
                  </a:lnTo>
                  <a:lnTo>
                    <a:pt x="1032" y="296"/>
                  </a:lnTo>
                  <a:lnTo>
                    <a:pt x="1035" y="297"/>
                  </a:lnTo>
                  <a:lnTo>
                    <a:pt x="1038" y="298"/>
                  </a:lnTo>
                  <a:lnTo>
                    <a:pt x="1043" y="298"/>
                  </a:lnTo>
                  <a:lnTo>
                    <a:pt x="1049" y="296"/>
                  </a:lnTo>
                  <a:lnTo>
                    <a:pt x="1055" y="295"/>
                  </a:lnTo>
                  <a:lnTo>
                    <a:pt x="1060" y="297"/>
                  </a:lnTo>
                  <a:lnTo>
                    <a:pt x="1061" y="302"/>
                  </a:lnTo>
                  <a:lnTo>
                    <a:pt x="1059" y="308"/>
                  </a:lnTo>
                  <a:lnTo>
                    <a:pt x="1057" y="314"/>
                  </a:lnTo>
                  <a:lnTo>
                    <a:pt x="1058" y="317"/>
                  </a:lnTo>
                  <a:lnTo>
                    <a:pt x="1061" y="320"/>
                  </a:lnTo>
                  <a:lnTo>
                    <a:pt x="1064" y="323"/>
                  </a:lnTo>
                  <a:lnTo>
                    <a:pt x="1066" y="327"/>
                  </a:lnTo>
                  <a:lnTo>
                    <a:pt x="1065" y="330"/>
                  </a:lnTo>
                  <a:close/>
                </a:path>
              </a:pathLst>
            </a:custGeom>
            <a:solidFill>
              <a:srgbClr val="DA9FC0">
                <a:alpha val="32000"/>
              </a:srgbClr>
            </a:solidFill>
            <a:ln>
              <a:noFill/>
            </a:ln>
          </p:spPr>
          <p:txBody>
            <a:bodyPr anchor="ctr"/>
            <a:lstStyle/>
            <a:p>
              <a:pPr algn="ctr">
                <a:buNone/>
              </a:pPr>
            </a:p>
          </p:txBody>
        </p:sp>
        <p:sp>
          <p:nvSpPr>
            <p:cNvPr id="7188" name="addition:input:187">
              <a:extLst>
                <a:ext uri="{FF2B5EF4-FFF2-40B4-BE49-F238E27FC236}">
                  <ns2:creationId id="{B6A94E52-8043-41C2-A559-27047444778D}"/>
                </a:ext>
              </a:extLst>
            </p:cNvPr>
            <p:cNvSpPr>
              <a:spLocks noGrp="1"/>
            </p:cNvSpPr>
            <p:nvPr/>
          </p:nvSpPr>
          <p:spPr>
            <a:xfrm>
              <a:off x="209550" y="5438775"/>
              <a:ext cx="1828617" cy="648584"/>
            </a:xfrm>
            <a:custGeom>
              <a:rect l="l" t="t" r="r" b="b"/>
              <a:pathLst>
                <a:path w="1111" h="346">
                  <a:moveTo>
                    <a:pt x="0" y="0"/>
                  </a:moveTo>
                  <a:moveTo>
                    <a:pt x="1100" y="300"/>
                  </a:moveTo>
                  <a:lnTo>
                    <a:pt x="1104" y="303"/>
                  </a:lnTo>
                  <a:lnTo>
                    <a:pt x="1106" y="307"/>
                  </a:lnTo>
                  <a:lnTo>
                    <a:pt x="1105" y="311"/>
                  </a:lnTo>
                  <a:lnTo>
                    <a:pt x="1103" y="314"/>
                  </a:lnTo>
                  <a:lnTo>
                    <a:pt x="1103" y="318"/>
                  </a:lnTo>
                  <a:lnTo>
                    <a:pt x="1102" y="322"/>
                  </a:lnTo>
                  <a:lnTo>
                    <a:pt x="1101" y="326"/>
                  </a:lnTo>
                  <a:lnTo>
                    <a:pt x="1099" y="329"/>
                  </a:lnTo>
                  <a:lnTo>
                    <a:pt x="1095" y="330"/>
                  </a:lnTo>
                  <a:lnTo>
                    <a:pt x="1092" y="332"/>
                  </a:lnTo>
                  <a:lnTo>
                    <a:pt x="1089" y="335"/>
                  </a:lnTo>
                  <a:lnTo>
                    <a:pt x="1087" y="338"/>
                  </a:lnTo>
                  <a:lnTo>
                    <a:pt x="1083" y="339"/>
                  </a:lnTo>
                  <a:lnTo>
                    <a:pt x="1078" y="337"/>
                  </a:lnTo>
                  <a:lnTo>
                    <a:pt x="1074" y="334"/>
                  </a:lnTo>
                  <a:lnTo>
                    <a:pt x="1070" y="333"/>
                  </a:lnTo>
                  <a:lnTo>
                    <a:pt x="1067" y="336"/>
                  </a:lnTo>
                  <a:lnTo>
                    <a:pt x="1063" y="342"/>
                  </a:lnTo>
                  <a:lnTo>
                    <a:pt x="1058" y="346"/>
                  </a:lnTo>
                  <a:lnTo>
                    <a:pt x="1053" y="346"/>
                  </a:lnTo>
                  <a:lnTo>
                    <a:pt x="1048" y="344"/>
                  </a:lnTo>
                  <a:lnTo>
                    <a:pt x="1044" y="341"/>
                  </a:lnTo>
                  <a:lnTo>
                    <a:pt x="1040" y="338"/>
                  </a:lnTo>
                  <a:lnTo>
                    <a:pt x="1037" y="335"/>
                  </a:lnTo>
                  <a:lnTo>
                    <a:pt x="1034" y="332"/>
                  </a:lnTo>
                  <a:lnTo>
                    <a:pt x="1032" y="327"/>
                  </a:lnTo>
                  <a:lnTo>
                    <a:pt x="1030" y="324"/>
                  </a:lnTo>
                  <a:lnTo>
                    <a:pt x="1026" y="322"/>
                  </a:lnTo>
                  <a:lnTo>
                    <a:pt x="1020" y="320"/>
                  </a:lnTo>
                  <a:lnTo>
                    <a:pt x="1015" y="318"/>
                  </a:lnTo>
                  <a:lnTo>
                    <a:pt x="1013" y="315"/>
                  </a:lnTo>
                  <a:lnTo>
                    <a:pt x="1013" y="310"/>
                  </a:lnTo>
                  <a:lnTo>
                    <a:pt x="1014" y="306"/>
                  </a:lnTo>
                  <a:lnTo>
                    <a:pt x="1012" y="303"/>
                  </a:lnTo>
                  <a:lnTo>
                    <a:pt x="1007" y="300"/>
                  </a:lnTo>
                  <a:lnTo>
                    <a:pt x="1003" y="295"/>
                  </a:lnTo>
                  <a:lnTo>
                    <a:pt x="1003" y="291"/>
                  </a:lnTo>
                  <a:lnTo>
                    <a:pt x="1007" y="287"/>
                  </a:lnTo>
                  <a:lnTo>
                    <a:pt x="1013" y="285"/>
                  </a:lnTo>
                  <a:lnTo>
                    <a:pt x="1018" y="283"/>
                  </a:lnTo>
                  <a:lnTo>
                    <a:pt x="1021" y="280"/>
                  </a:lnTo>
                  <a:lnTo>
                    <a:pt x="1024" y="277"/>
                  </a:lnTo>
                  <a:lnTo>
                    <a:pt x="1028" y="275"/>
                  </a:lnTo>
                  <a:lnTo>
                    <a:pt x="1031" y="273"/>
                  </a:lnTo>
                  <a:lnTo>
                    <a:pt x="1034" y="269"/>
                  </a:lnTo>
                  <a:lnTo>
                    <a:pt x="1035" y="264"/>
                  </a:lnTo>
                  <a:lnTo>
                    <a:pt x="1037" y="258"/>
                  </a:lnTo>
                  <a:lnTo>
                    <a:pt x="1041" y="255"/>
                  </a:lnTo>
                  <a:lnTo>
                    <a:pt x="1047" y="255"/>
                  </a:lnTo>
                  <a:lnTo>
                    <a:pt x="1054" y="258"/>
                  </a:lnTo>
                  <a:lnTo>
                    <a:pt x="1059" y="260"/>
                  </a:lnTo>
                  <a:lnTo>
                    <a:pt x="1063" y="259"/>
                  </a:lnTo>
                  <a:lnTo>
                    <a:pt x="1068" y="257"/>
                  </a:lnTo>
                  <a:lnTo>
                    <a:pt x="1072" y="257"/>
                  </a:lnTo>
                  <a:lnTo>
                    <a:pt x="1076" y="259"/>
                  </a:lnTo>
                  <a:lnTo>
                    <a:pt x="1079" y="262"/>
                  </a:lnTo>
                  <a:lnTo>
                    <a:pt x="1082" y="265"/>
                  </a:lnTo>
                  <a:lnTo>
                    <a:pt x="1085" y="266"/>
                  </a:lnTo>
                  <a:lnTo>
                    <a:pt x="1089" y="267"/>
                  </a:lnTo>
                  <a:lnTo>
                    <a:pt x="1093" y="268"/>
                  </a:lnTo>
                  <a:lnTo>
                    <a:pt x="1096" y="269"/>
                  </a:lnTo>
                  <a:lnTo>
                    <a:pt x="1099" y="271"/>
                  </a:lnTo>
                  <a:lnTo>
                    <a:pt x="1103" y="273"/>
                  </a:lnTo>
                  <a:lnTo>
                    <a:pt x="1108" y="275"/>
                  </a:lnTo>
                  <a:lnTo>
                    <a:pt x="1111" y="278"/>
                  </a:lnTo>
                  <a:lnTo>
                    <a:pt x="1109" y="283"/>
                  </a:lnTo>
                  <a:lnTo>
                    <a:pt x="1104" y="289"/>
                  </a:lnTo>
                  <a:lnTo>
                    <a:pt x="1099" y="293"/>
                  </a:lnTo>
                  <a:lnTo>
                    <a:pt x="1098" y="296"/>
                  </a:lnTo>
                  <a:close/>
                </a:path>
              </a:pathLst>
            </a:custGeom>
            <a:solidFill>
              <a:srgbClr val="DA9FC0">
                <a:alpha val="32000"/>
              </a:srgbClr>
            </a:solidFill>
            <a:ln>
              <a:noFill/>
            </a:ln>
          </p:spPr>
          <p:txBody>
            <a:bodyPr anchor="ctr"/>
            <a:lstStyle/>
            <a:p>
              <a:pPr algn="ctr">
                <a:buNone/>
              </a:pPr>
            </a:p>
          </p:txBody>
        </p:sp>
        <p:sp>
          <p:nvSpPr>
            <p:cNvPr id="7189" name="addition:input:188">
              <a:extLst>
                <a:ext uri="{FF2B5EF4-FFF2-40B4-BE49-F238E27FC236}">
                  <ns2:creationId id="{1B42B0C0-8A0D-40AC-9580-9E94A14E9278}"/>
                </a:ext>
              </a:extLst>
            </p:cNvPr>
            <p:cNvSpPr>
              <a:spLocks noGrp="1"/>
            </p:cNvSpPr>
            <p:nvPr/>
          </p:nvSpPr>
          <p:spPr>
            <a:xfrm>
              <a:off x="209550" y="5438775"/>
              <a:ext cx="1922435" cy="674827"/>
            </a:xfrm>
            <a:custGeom>
              <a:rect l="l" t="t" r="r" b="b"/>
              <a:pathLst>
                <a:path w="1168" h="360">
                  <a:moveTo>
                    <a:pt x="0" y="0"/>
                  </a:moveTo>
                  <a:moveTo>
                    <a:pt x="1167" y="309"/>
                  </a:moveTo>
                  <a:lnTo>
                    <a:pt x="1168" y="313"/>
                  </a:lnTo>
                  <a:lnTo>
                    <a:pt x="1166" y="317"/>
                  </a:lnTo>
                  <a:lnTo>
                    <a:pt x="1162" y="321"/>
                  </a:lnTo>
                  <a:lnTo>
                    <a:pt x="1159" y="324"/>
                  </a:lnTo>
                  <a:lnTo>
                    <a:pt x="1157" y="328"/>
                  </a:lnTo>
                  <a:lnTo>
                    <a:pt x="1155" y="332"/>
                  </a:lnTo>
                  <a:lnTo>
                    <a:pt x="1153" y="336"/>
                  </a:lnTo>
                  <a:lnTo>
                    <a:pt x="1148" y="338"/>
                  </a:lnTo>
                  <a:lnTo>
                    <a:pt x="1142" y="338"/>
                  </a:lnTo>
                  <a:lnTo>
                    <a:pt x="1137" y="340"/>
                  </a:lnTo>
                  <a:lnTo>
                    <a:pt x="1135" y="344"/>
                  </a:lnTo>
                  <a:lnTo>
                    <a:pt x="1134" y="351"/>
                  </a:lnTo>
                  <a:lnTo>
                    <a:pt x="1131" y="357"/>
                  </a:lnTo>
                  <a:lnTo>
                    <a:pt x="1126" y="360"/>
                  </a:lnTo>
                  <a:lnTo>
                    <a:pt x="1120" y="359"/>
                  </a:lnTo>
                  <a:lnTo>
                    <a:pt x="1114" y="356"/>
                  </a:lnTo>
                  <a:lnTo>
                    <a:pt x="1109" y="353"/>
                  </a:lnTo>
                  <a:lnTo>
                    <a:pt x="1105" y="352"/>
                  </a:lnTo>
                  <a:lnTo>
                    <a:pt x="1101" y="351"/>
                  </a:lnTo>
                  <a:lnTo>
                    <a:pt x="1098" y="349"/>
                  </a:lnTo>
                  <a:lnTo>
                    <a:pt x="1094" y="347"/>
                  </a:lnTo>
                  <a:lnTo>
                    <a:pt x="1091" y="347"/>
                  </a:lnTo>
                  <a:lnTo>
                    <a:pt x="1086" y="348"/>
                  </a:lnTo>
                  <a:lnTo>
                    <a:pt x="1081" y="349"/>
                  </a:lnTo>
                  <a:lnTo>
                    <a:pt x="1076" y="348"/>
                  </a:lnTo>
                  <a:lnTo>
                    <a:pt x="1075" y="343"/>
                  </a:lnTo>
                  <a:lnTo>
                    <a:pt x="1074" y="339"/>
                  </a:lnTo>
                  <a:lnTo>
                    <a:pt x="1073" y="335"/>
                  </a:lnTo>
                  <a:lnTo>
                    <a:pt x="1069" y="333"/>
                  </a:lnTo>
                  <a:lnTo>
                    <a:pt x="1065" y="330"/>
                  </a:lnTo>
                  <a:lnTo>
                    <a:pt x="1062" y="327"/>
                  </a:lnTo>
                  <a:lnTo>
                    <a:pt x="1064" y="322"/>
                  </a:lnTo>
                  <a:lnTo>
                    <a:pt x="1068" y="317"/>
                  </a:lnTo>
                  <a:lnTo>
                    <a:pt x="1071" y="313"/>
                  </a:lnTo>
                  <a:lnTo>
                    <a:pt x="1072" y="309"/>
                  </a:lnTo>
                  <a:lnTo>
                    <a:pt x="1071" y="305"/>
                  </a:lnTo>
                  <a:lnTo>
                    <a:pt x="1070" y="302"/>
                  </a:lnTo>
                  <a:lnTo>
                    <a:pt x="1069" y="298"/>
                  </a:lnTo>
                  <a:lnTo>
                    <a:pt x="1068" y="293"/>
                  </a:lnTo>
                  <a:lnTo>
                    <a:pt x="1066" y="288"/>
                  </a:lnTo>
                  <a:lnTo>
                    <a:pt x="1064" y="282"/>
                  </a:lnTo>
                  <a:lnTo>
                    <a:pt x="1065" y="278"/>
                  </a:lnTo>
                  <a:lnTo>
                    <a:pt x="1070" y="276"/>
                  </a:lnTo>
                  <a:lnTo>
                    <a:pt x="1076" y="276"/>
                  </a:lnTo>
                  <a:lnTo>
                    <a:pt x="1082" y="277"/>
                  </a:lnTo>
                  <a:lnTo>
                    <a:pt x="1085" y="276"/>
                  </a:lnTo>
                  <a:lnTo>
                    <a:pt x="1087" y="272"/>
                  </a:lnTo>
                  <a:lnTo>
                    <a:pt x="1089" y="268"/>
                  </a:lnTo>
                  <a:lnTo>
                    <a:pt x="1093" y="266"/>
                  </a:lnTo>
                  <a:lnTo>
                    <a:pt x="1097" y="266"/>
                  </a:lnTo>
                  <a:lnTo>
                    <a:pt x="1101" y="267"/>
                  </a:lnTo>
                  <a:lnTo>
                    <a:pt x="1105" y="267"/>
                  </a:lnTo>
                  <a:lnTo>
                    <a:pt x="1109" y="264"/>
                  </a:lnTo>
                  <a:lnTo>
                    <a:pt x="1114" y="262"/>
                  </a:lnTo>
                  <a:lnTo>
                    <a:pt x="1119" y="262"/>
                  </a:lnTo>
                  <a:lnTo>
                    <a:pt x="1124" y="263"/>
                  </a:lnTo>
                  <a:lnTo>
                    <a:pt x="1129" y="265"/>
                  </a:lnTo>
                  <a:lnTo>
                    <a:pt x="1135" y="265"/>
                  </a:lnTo>
                  <a:lnTo>
                    <a:pt x="1140" y="267"/>
                  </a:lnTo>
                  <a:lnTo>
                    <a:pt x="1143" y="272"/>
                  </a:lnTo>
                  <a:lnTo>
                    <a:pt x="1143" y="278"/>
                  </a:lnTo>
                  <a:lnTo>
                    <a:pt x="1143" y="284"/>
                  </a:lnTo>
                  <a:lnTo>
                    <a:pt x="1144" y="288"/>
                  </a:lnTo>
                  <a:lnTo>
                    <a:pt x="1150" y="289"/>
                  </a:lnTo>
                  <a:lnTo>
                    <a:pt x="1158" y="290"/>
                  </a:lnTo>
                  <a:lnTo>
                    <a:pt x="1164" y="292"/>
                  </a:lnTo>
                  <a:lnTo>
                    <a:pt x="1167" y="296"/>
                  </a:lnTo>
                  <a:lnTo>
                    <a:pt x="1167" y="300"/>
                  </a:lnTo>
                  <a:lnTo>
                    <a:pt x="1167" y="305"/>
                  </a:lnTo>
                  <a:close/>
                </a:path>
              </a:pathLst>
            </a:custGeom>
            <a:solidFill>
              <a:srgbClr val="DA9FC0">
                <a:alpha val="32000"/>
              </a:srgbClr>
            </a:solidFill>
            <a:ln>
              <a:noFill/>
            </a:ln>
          </p:spPr>
          <p:txBody>
            <a:bodyPr anchor="ctr"/>
            <a:lstStyle/>
            <a:p>
              <a:pPr algn="ctr">
                <a:buNone/>
              </a:pPr>
            </a:p>
          </p:txBody>
        </p:sp>
        <p:sp>
          <p:nvSpPr>
            <p:cNvPr id="7190" name="addition:input:189">
              <a:extLst>
                <a:ext uri="{FF2B5EF4-FFF2-40B4-BE49-F238E27FC236}">
                  <ns2:creationId id="{9600436A-9A6C-4160-8270-6824FF22F355}"/>
                </a:ext>
              </a:extLst>
            </p:cNvPr>
            <p:cNvSpPr>
              <a:spLocks noGrp="1"/>
            </p:cNvSpPr>
            <p:nvPr/>
          </p:nvSpPr>
          <p:spPr>
            <a:xfrm>
              <a:off x="209550" y="5438775"/>
              <a:ext cx="1999793" cy="749808"/>
            </a:xfrm>
            <a:custGeom>
              <a:rect l="l" t="t" r="r" b="b"/>
              <a:pathLst>
                <a:path w="1215" h="400">
                  <a:moveTo>
                    <a:pt x="0" y="0"/>
                  </a:moveTo>
                  <a:moveTo>
                    <a:pt x="1205" y="347"/>
                  </a:moveTo>
                  <a:lnTo>
                    <a:pt x="1211" y="352"/>
                  </a:lnTo>
                  <a:lnTo>
                    <a:pt x="1215" y="357"/>
                  </a:lnTo>
                  <a:lnTo>
                    <a:pt x="1214" y="362"/>
                  </a:lnTo>
                  <a:lnTo>
                    <a:pt x="1209" y="366"/>
                  </a:lnTo>
                  <a:lnTo>
                    <a:pt x="1202" y="368"/>
                  </a:lnTo>
                  <a:lnTo>
                    <a:pt x="1197" y="371"/>
                  </a:lnTo>
                  <a:lnTo>
                    <a:pt x="1193" y="373"/>
                  </a:lnTo>
                  <a:lnTo>
                    <a:pt x="1189" y="376"/>
                  </a:lnTo>
                  <a:lnTo>
                    <a:pt x="1185" y="378"/>
                  </a:lnTo>
                  <a:lnTo>
                    <a:pt x="1181" y="381"/>
                  </a:lnTo>
                  <a:lnTo>
                    <a:pt x="1179" y="385"/>
                  </a:lnTo>
                  <a:lnTo>
                    <a:pt x="1177" y="392"/>
                  </a:lnTo>
                  <a:lnTo>
                    <a:pt x="1173" y="398"/>
                  </a:lnTo>
                  <a:lnTo>
                    <a:pt x="1168" y="400"/>
                  </a:lnTo>
                  <a:lnTo>
                    <a:pt x="1161" y="399"/>
                  </a:lnTo>
                  <a:lnTo>
                    <a:pt x="1155" y="396"/>
                  </a:lnTo>
                  <a:lnTo>
                    <a:pt x="1149" y="394"/>
                  </a:lnTo>
                  <a:lnTo>
                    <a:pt x="1144" y="395"/>
                  </a:lnTo>
                  <a:lnTo>
                    <a:pt x="1138" y="397"/>
                  </a:lnTo>
                  <a:lnTo>
                    <a:pt x="1133" y="397"/>
                  </a:lnTo>
                  <a:lnTo>
                    <a:pt x="1129" y="394"/>
                  </a:lnTo>
                  <a:lnTo>
                    <a:pt x="1126" y="389"/>
                  </a:lnTo>
                  <a:lnTo>
                    <a:pt x="1123" y="385"/>
                  </a:lnTo>
                  <a:lnTo>
                    <a:pt x="1119" y="384"/>
                  </a:lnTo>
                  <a:lnTo>
                    <a:pt x="1114" y="383"/>
                  </a:lnTo>
                  <a:lnTo>
                    <a:pt x="1110" y="381"/>
                  </a:lnTo>
                  <a:lnTo>
                    <a:pt x="1107" y="379"/>
                  </a:lnTo>
                  <a:lnTo>
                    <a:pt x="1103" y="377"/>
                  </a:lnTo>
                  <a:lnTo>
                    <a:pt x="1098" y="374"/>
                  </a:lnTo>
                  <a:lnTo>
                    <a:pt x="1093" y="372"/>
                  </a:lnTo>
                  <a:lnTo>
                    <a:pt x="1091" y="367"/>
                  </a:lnTo>
                  <a:lnTo>
                    <a:pt x="1094" y="361"/>
                  </a:lnTo>
                  <a:lnTo>
                    <a:pt x="1100" y="355"/>
                  </a:lnTo>
                  <a:lnTo>
                    <a:pt x="1106" y="351"/>
                  </a:lnTo>
                  <a:lnTo>
                    <a:pt x="1107" y="347"/>
                  </a:lnTo>
                  <a:lnTo>
                    <a:pt x="1105" y="343"/>
                  </a:lnTo>
                  <a:lnTo>
                    <a:pt x="1102" y="339"/>
                  </a:lnTo>
                  <a:lnTo>
                    <a:pt x="1101" y="334"/>
                  </a:lnTo>
                  <a:lnTo>
                    <a:pt x="1103" y="330"/>
                  </a:lnTo>
                  <a:lnTo>
                    <a:pt x="1106" y="326"/>
                  </a:lnTo>
                  <a:lnTo>
                    <a:pt x="1107" y="322"/>
                  </a:lnTo>
                  <a:lnTo>
                    <a:pt x="1108" y="317"/>
                  </a:lnTo>
                  <a:lnTo>
                    <a:pt x="1109" y="313"/>
                  </a:lnTo>
                  <a:lnTo>
                    <a:pt x="1113" y="310"/>
                  </a:lnTo>
                  <a:lnTo>
                    <a:pt x="1117" y="308"/>
                  </a:lnTo>
                  <a:lnTo>
                    <a:pt x="1121" y="305"/>
                  </a:lnTo>
                  <a:lnTo>
                    <a:pt x="1124" y="302"/>
                  </a:lnTo>
                  <a:lnTo>
                    <a:pt x="1127" y="300"/>
                  </a:lnTo>
                  <a:lnTo>
                    <a:pt x="1132" y="300"/>
                  </a:lnTo>
                  <a:lnTo>
                    <a:pt x="1137" y="303"/>
                  </a:lnTo>
                  <a:lnTo>
                    <a:pt x="1141" y="307"/>
                  </a:lnTo>
                  <a:lnTo>
                    <a:pt x="1145" y="307"/>
                  </a:lnTo>
                  <a:lnTo>
                    <a:pt x="1148" y="303"/>
                  </a:lnTo>
                  <a:lnTo>
                    <a:pt x="1153" y="298"/>
                  </a:lnTo>
                  <a:lnTo>
                    <a:pt x="1159" y="294"/>
                  </a:lnTo>
                  <a:lnTo>
                    <a:pt x="1164" y="294"/>
                  </a:lnTo>
                  <a:lnTo>
                    <a:pt x="1169" y="298"/>
                  </a:lnTo>
                  <a:lnTo>
                    <a:pt x="1173" y="301"/>
                  </a:lnTo>
                  <a:lnTo>
                    <a:pt x="1177" y="304"/>
                  </a:lnTo>
                  <a:lnTo>
                    <a:pt x="1181" y="308"/>
                  </a:lnTo>
                  <a:lnTo>
                    <a:pt x="1183" y="312"/>
                  </a:lnTo>
                  <a:lnTo>
                    <a:pt x="1185" y="317"/>
                  </a:lnTo>
                  <a:lnTo>
                    <a:pt x="1187" y="321"/>
                  </a:lnTo>
                  <a:lnTo>
                    <a:pt x="1191" y="324"/>
                  </a:lnTo>
                  <a:lnTo>
                    <a:pt x="1197" y="326"/>
                  </a:lnTo>
                  <a:lnTo>
                    <a:pt x="1202" y="330"/>
                  </a:lnTo>
                  <a:lnTo>
                    <a:pt x="1203" y="334"/>
                  </a:lnTo>
                  <a:lnTo>
                    <a:pt x="1202" y="339"/>
                  </a:lnTo>
                  <a:lnTo>
                    <a:pt x="1202" y="343"/>
                  </a:lnTo>
                  <a:close/>
                </a:path>
              </a:pathLst>
            </a:custGeom>
            <a:solidFill>
              <a:srgbClr val="DA9FC0">
                <a:alpha val="32000"/>
              </a:srgbClr>
            </a:solidFill>
            <a:ln>
              <a:noFill/>
            </a:ln>
          </p:spPr>
          <p:txBody>
            <a:bodyPr anchor="ctr"/>
            <a:lstStyle/>
            <a:p>
              <a:pPr algn="ctr">
                <a:buNone/>
              </a:pPr>
            </a:p>
          </p:txBody>
        </p:sp>
        <p:sp>
          <p:nvSpPr>
            <p:cNvPr id="7191" name="addition:input:190">
              <a:extLst>
                <a:ext uri="{FF2B5EF4-FFF2-40B4-BE49-F238E27FC236}">
                  <ns2:creationId id="{FA365358-E7C4-4433-A823-3C8306F6EF79}"/>
                </a:ext>
              </a:extLst>
            </p:cNvPr>
            <p:cNvSpPr>
              <a:spLocks noGrp="1"/>
            </p:cNvSpPr>
            <p:nvPr/>
          </p:nvSpPr>
          <p:spPr>
            <a:xfrm>
              <a:off x="209550" y="5438775"/>
              <a:ext cx="1968520" cy="836036"/>
            </a:xfrm>
            <a:custGeom>
              <a:rect l="l" t="t" r="r" b="b"/>
              <a:pathLst>
                <a:path w="1196" h="446">
                  <a:moveTo>
                    <a:pt x="0" y="0"/>
                  </a:moveTo>
                  <a:moveTo>
                    <a:pt x="1190" y="389"/>
                  </a:moveTo>
                  <a:lnTo>
                    <a:pt x="1184" y="393"/>
                  </a:lnTo>
                  <a:lnTo>
                    <a:pt x="1180" y="397"/>
                  </a:lnTo>
                  <a:lnTo>
                    <a:pt x="1178" y="402"/>
                  </a:lnTo>
                  <a:lnTo>
                    <a:pt x="1177" y="406"/>
                  </a:lnTo>
                  <a:lnTo>
                    <a:pt x="1174" y="410"/>
                  </a:lnTo>
                  <a:lnTo>
                    <a:pt x="1168" y="413"/>
                  </a:lnTo>
                  <a:lnTo>
                    <a:pt x="1164" y="416"/>
                  </a:lnTo>
                  <a:lnTo>
                    <a:pt x="1161" y="420"/>
                  </a:lnTo>
                  <a:lnTo>
                    <a:pt x="1158" y="425"/>
                  </a:lnTo>
                  <a:lnTo>
                    <a:pt x="1153" y="428"/>
                  </a:lnTo>
                  <a:lnTo>
                    <a:pt x="1147" y="430"/>
                  </a:lnTo>
                  <a:lnTo>
                    <a:pt x="1141" y="432"/>
                  </a:lnTo>
                  <a:lnTo>
                    <a:pt x="1136" y="435"/>
                  </a:lnTo>
                  <a:lnTo>
                    <a:pt x="1131" y="441"/>
                  </a:lnTo>
                  <a:lnTo>
                    <a:pt x="1126" y="445"/>
                  </a:lnTo>
                  <a:lnTo>
                    <a:pt x="1119" y="446"/>
                  </a:lnTo>
                  <a:lnTo>
                    <a:pt x="1112" y="441"/>
                  </a:lnTo>
                  <a:lnTo>
                    <a:pt x="1106" y="435"/>
                  </a:lnTo>
                  <a:lnTo>
                    <a:pt x="1102" y="430"/>
                  </a:lnTo>
                  <a:lnTo>
                    <a:pt x="1098" y="430"/>
                  </a:lnTo>
                  <a:lnTo>
                    <a:pt x="1092" y="432"/>
                  </a:lnTo>
                  <a:lnTo>
                    <a:pt x="1087" y="433"/>
                  </a:lnTo>
                  <a:lnTo>
                    <a:pt x="1081" y="433"/>
                  </a:lnTo>
                  <a:lnTo>
                    <a:pt x="1076" y="431"/>
                  </a:lnTo>
                  <a:lnTo>
                    <a:pt x="1071" y="430"/>
                  </a:lnTo>
                  <a:lnTo>
                    <a:pt x="1065" y="428"/>
                  </a:lnTo>
                  <a:lnTo>
                    <a:pt x="1061" y="425"/>
                  </a:lnTo>
                  <a:lnTo>
                    <a:pt x="1060" y="420"/>
                  </a:lnTo>
                  <a:lnTo>
                    <a:pt x="1061" y="414"/>
                  </a:lnTo>
                  <a:lnTo>
                    <a:pt x="1062" y="409"/>
                  </a:lnTo>
                  <a:lnTo>
                    <a:pt x="1060" y="406"/>
                  </a:lnTo>
                  <a:lnTo>
                    <a:pt x="1055" y="402"/>
                  </a:lnTo>
                  <a:lnTo>
                    <a:pt x="1052" y="398"/>
                  </a:lnTo>
                  <a:lnTo>
                    <a:pt x="1054" y="393"/>
                  </a:lnTo>
                  <a:lnTo>
                    <a:pt x="1060" y="389"/>
                  </a:lnTo>
                  <a:lnTo>
                    <a:pt x="1064" y="385"/>
                  </a:lnTo>
                  <a:lnTo>
                    <a:pt x="1063" y="381"/>
                  </a:lnTo>
                  <a:lnTo>
                    <a:pt x="1058" y="376"/>
                  </a:lnTo>
                  <a:lnTo>
                    <a:pt x="1053" y="370"/>
                  </a:lnTo>
                  <a:lnTo>
                    <a:pt x="1051" y="365"/>
                  </a:lnTo>
                  <a:lnTo>
                    <a:pt x="1053" y="360"/>
                  </a:lnTo>
                  <a:lnTo>
                    <a:pt x="1056" y="356"/>
                  </a:lnTo>
                  <a:lnTo>
                    <a:pt x="1060" y="353"/>
                  </a:lnTo>
                  <a:lnTo>
                    <a:pt x="1064" y="350"/>
                  </a:lnTo>
                  <a:lnTo>
                    <a:pt x="1071" y="349"/>
                  </a:lnTo>
                  <a:lnTo>
                    <a:pt x="1078" y="350"/>
                  </a:lnTo>
                  <a:lnTo>
                    <a:pt x="1084" y="352"/>
                  </a:lnTo>
                  <a:lnTo>
                    <a:pt x="1088" y="350"/>
                  </a:lnTo>
                  <a:lnTo>
                    <a:pt x="1091" y="345"/>
                  </a:lnTo>
                  <a:lnTo>
                    <a:pt x="1094" y="339"/>
                  </a:lnTo>
                  <a:lnTo>
                    <a:pt x="1099" y="336"/>
                  </a:lnTo>
                  <a:lnTo>
                    <a:pt x="1106" y="337"/>
                  </a:lnTo>
                  <a:lnTo>
                    <a:pt x="1112" y="339"/>
                  </a:lnTo>
                  <a:lnTo>
                    <a:pt x="1118" y="341"/>
                  </a:lnTo>
                  <a:lnTo>
                    <a:pt x="1125" y="339"/>
                  </a:lnTo>
                  <a:lnTo>
                    <a:pt x="1132" y="338"/>
                  </a:lnTo>
                  <a:lnTo>
                    <a:pt x="1140" y="338"/>
                  </a:lnTo>
                  <a:lnTo>
                    <a:pt x="1145" y="341"/>
                  </a:lnTo>
                  <a:lnTo>
                    <a:pt x="1150" y="346"/>
                  </a:lnTo>
                  <a:lnTo>
                    <a:pt x="1154" y="350"/>
                  </a:lnTo>
                  <a:lnTo>
                    <a:pt x="1158" y="354"/>
                  </a:lnTo>
                  <a:lnTo>
                    <a:pt x="1162" y="358"/>
                  </a:lnTo>
                  <a:lnTo>
                    <a:pt x="1164" y="362"/>
                  </a:lnTo>
                  <a:lnTo>
                    <a:pt x="1165" y="367"/>
                  </a:lnTo>
                  <a:lnTo>
                    <a:pt x="1169" y="370"/>
                  </a:lnTo>
                  <a:lnTo>
                    <a:pt x="1177" y="372"/>
                  </a:lnTo>
                  <a:lnTo>
                    <a:pt x="1188" y="374"/>
                  </a:lnTo>
                  <a:lnTo>
                    <a:pt x="1195" y="378"/>
                  </a:lnTo>
                  <a:lnTo>
                    <a:pt x="1196" y="383"/>
                  </a:lnTo>
                  <a:close/>
                </a:path>
              </a:pathLst>
            </a:custGeom>
            <a:solidFill>
              <a:srgbClr val="DA9FC0">
                <a:alpha val="32000"/>
              </a:srgbClr>
            </a:solidFill>
            <a:ln>
              <a:noFill/>
            </a:ln>
          </p:spPr>
          <p:txBody>
            <a:bodyPr anchor="ctr"/>
            <a:lstStyle/>
            <a:p>
              <a:pPr algn="ctr">
                <a:buNone/>
              </a:pPr>
            </a:p>
          </p:txBody>
        </p:sp>
        <p:sp>
          <p:nvSpPr>
            <p:cNvPr id="7192" name="addition:input:191">
              <a:extLst>
                <a:ext uri="{FF2B5EF4-FFF2-40B4-BE49-F238E27FC236}">
                  <ns2:creationId id="{CCBFF921-634F-4BEB-BEFA-2C4A8C860868}"/>
                </a:ext>
              </a:extLst>
            </p:cNvPr>
            <p:cNvSpPr>
              <a:spLocks noGrp="1"/>
            </p:cNvSpPr>
            <p:nvPr/>
          </p:nvSpPr>
          <p:spPr>
            <a:xfrm>
              <a:off x="209550" y="5438775"/>
              <a:ext cx="1826971" cy="836036"/>
            </a:xfrm>
            <a:custGeom>
              <a:rect l="l" t="t" r="r" b="b"/>
              <a:pathLst>
                <a:path w="1110" h="446">
                  <a:moveTo>
                    <a:pt x="0" y="0"/>
                  </a:moveTo>
                  <a:moveTo>
                    <a:pt x="1104" y="394"/>
                  </a:moveTo>
                  <a:lnTo>
                    <a:pt x="1107" y="398"/>
                  </a:lnTo>
                  <a:lnTo>
                    <a:pt x="1110" y="403"/>
                  </a:lnTo>
                  <a:lnTo>
                    <a:pt x="1110" y="407"/>
                  </a:lnTo>
                  <a:lnTo>
                    <a:pt x="1108" y="411"/>
                  </a:lnTo>
                  <a:lnTo>
                    <a:pt x="1106" y="415"/>
                  </a:lnTo>
                  <a:lnTo>
                    <a:pt x="1106" y="420"/>
                  </a:lnTo>
                  <a:lnTo>
                    <a:pt x="1106" y="425"/>
                  </a:lnTo>
                  <a:lnTo>
                    <a:pt x="1103" y="429"/>
                  </a:lnTo>
                  <a:lnTo>
                    <a:pt x="1096" y="430"/>
                  </a:lnTo>
                  <a:lnTo>
                    <a:pt x="1088" y="428"/>
                  </a:lnTo>
                  <a:lnTo>
                    <a:pt x="1082" y="427"/>
                  </a:lnTo>
                  <a:lnTo>
                    <a:pt x="1078" y="428"/>
                  </a:lnTo>
                  <a:lnTo>
                    <a:pt x="1076" y="434"/>
                  </a:lnTo>
                  <a:lnTo>
                    <a:pt x="1073" y="440"/>
                  </a:lnTo>
                  <a:lnTo>
                    <a:pt x="1069" y="445"/>
                  </a:lnTo>
                  <a:lnTo>
                    <a:pt x="1063" y="446"/>
                  </a:lnTo>
                  <a:lnTo>
                    <a:pt x="1057" y="446"/>
                  </a:lnTo>
                  <a:lnTo>
                    <a:pt x="1050" y="446"/>
                  </a:lnTo>
                  <a:lnTo>
                    <a:pt x="1044" y="446"/>
                  </a:lnTo>
                  <a:lnTo>
                    <a:pt x="1038" y="444"/>
                  </a:lnTo>
                  <a:lnTo>
                    <a:pt x="1033" y="440"/>
                  </a:lnTo>
                  <a:lnTo>
                    <a:pt x="1029" y="435"/>
                  </a:lnTo>
                  <a:lnTo>
                    <a:pt x="1025" y="433"/>
                  </a:lnTo>
                  <a:lnTo>
                    <a:pt x="1019" y="432"/>
                  </a:lnTo>
                  <a:lnTo>
                    <a:pt x="1012" y="432"/>
                  </a:lnTo>
                  <a:lnTo>
                    <a:pt x="1008" y="429"/>
                  </a:lnTo>
                  <a:lnTo>
                    <a:pt x="1006" y="424"/>
                  </a:lnTo>
                  <a:lnTo>
                    <a:pt x="1006" y="419"/>
                  </a:lnTo>
                  <a:lnTo>
                    <a:pt x="1004" y="416"/>
                  </a:lnTo>
                  <a:lnTo>
                    <a:pt x="997" y="414"/>
                  </a:lnTo>
                  <a:lnTo>
                    <a:pt x="990" y="412"/>
                  </a:lnTo>
                  <a:lnTo>
                    <a:pt x="985" y="408"/>
                  </a:lnTo>
                  <a:lnTo>
                    <a:pt x="984" y="404"/>
                  </a:lnTo>
                  <a:lnTo>
                    <a:pt x="987" y="398"/>
                  </a:lnTo>
                  <a:lnTo>
                    <a:pt x="991" y="394"/>
                  </a:lnTo>
                  <a:lnTo>
                    <a:pt x="994" y="389"/>
                  </a:lnTo>
                  <a:lnTo>
                    <a:pt x="998" y="385"/>
                  </a:lnTo>
                  <a:lnTo>
                    <a:pt x="1003" y="382"/>
                  </a:lnTo>
                  <a:lnTo>
                    <a:pt x="1007" y="379"/>
                  </a:lnTo>
                  <a:lnTo>
                    <a:pt x="1010" y="375"/>
                  </a:lnTo>
                  <a:lnTo>
                    <a:pt x="1010" y="370"/>
                  </a:lnTo>
                  <a:lnTo>
                    <a:pt x="1008" y="364"/>
                  </a:lnTo>
                  <a:lnTo>
                    <a:pt x="1008" y="358"/>
                  </a:lnTo>
                  <a:lnTo>
                    <a:pt x="1012" y="354"/>
                  </a:lnTo>
                  <a:lnTo>
                    <a:pt x="1019" y="354"/>
                  </a:lnTo>
                  <a:lnTo>
                    <a:pt x="1025" y="353"/>
                  </a:lnTo>
                  <a:lnTo>
                    <a:pt x="1029" y="351"/>
                  </a:lnTo>
                  <a:lnTo>
                    <a:pt x="1033" y="347"/>
                  </a:lnTo>
                  <a:lnTo>
                    <a:pt x="1037" y="343"/>
                  </a:lnTo>
                  <a:lnTo>
                    <a:pt x="1042" y="343"/>
                  </a:lnTo>
                  <a:lnTo>
                    <a:pt x="1047" y="345"/>
                  </a:lnTo>
                  <a:lnTo>
                    <a:pt x="1051" y="348"/>
                  </a:lnTo>
                  <a:lnTo>
                    <a:pt x="1055" y="349"/>
                  </a:lnTo>
                  <a:lnTo>
                    <a:pt x="1059" y="349"/>
                  </a:lnTo>
                  <a:lnTo>
                    <a:pt x="1063" y="350"/>
                  </a:lnTo>
                  <a:lnTo>
                    <a:pt x="1067" y="351"/>
                  </a:lnTo>
                  <a:lnTo>
                    <a:pt x="1071" y="351"/>
                  </a:lnTo>
                  <a:lnTo>
                    <a:pt x="1076" y="351"/>
                  </a:lnTo>
                  <a:lnTo>
                    <a:pt x="1083" y="349"/>
                  </a:lnTo>
                  <a:lnTo>
                    <a:pt x="1090" y="348"/>
                  </a:lnTo>
                  <a:lnTo>
                    <a:pt x="1094" y="352"/>
                  </a:lnTo>
                  <a:lnTo>
                    <a:pt x="1094" y="358"/>
                  </a:lnTo>
                  <a:lnTo>
                    <a:pt x="1092" y="366"/>
                  </a:lnTo>
                  <a:lnTo>
                    <a:pt x="1090" y="371"/>
                  </a:lnTo>
                  <a:lnTo>
                    <a:pt x="1093" y="375"/>
                  </a:lnTo>
                  <a:lnTo>
                    <a:pt x="1097" y="377"/>
                  </a:lnTo>
                  <a:lnTo>
                    <a:pt x="1101" y="381"/>
                  </a:lnTo>
                  <a:lnTo>
                    <a:pt x="1103" y="385"/>
                  </a:lnTo>
                  <a:lnTo>
                    <a:pt x="1103" y="389"/>
                  </a:lnTo>
                  <a:close/>
                </a:path>
              </a:pathLst>
            </a:custGeom>
            <a:solidFill>
              <a:srgbClr val="DA9FC0">
                <a:alpha val="32000"/>
              </a:srgbClr>
            </a:solidFill>
            <a:ln>
              <a:noFill/>
            </a:ln>
          </p:spPr>
          <p:txBody>
            <a:bodyPr anchor="ctr"/>
            <a:lstStyle/>
            <a:p>
              <a:pPr algn="ctr">
                <a:buNone/>
              </a:pPr>
            </a:p>
          </p:txBody>
        </p:sp>
        <p:sp>
          <p:nvSpPr>
            <p:cNvPr id="7193" name="addition:input:192">
              <a:extLst>
                <a:ext uri="{FF2B5EF4-FFF2-40B4-BE49-F238E27FC236}">
                  <ns2:creationId id="{63E631A3-B935-4AAD-9C66-1F544B1FBB19}"/>
                </a:ext>
              </a:extLst>
            </p:cNvPr>
            <p:cNvSpPr>
              <a:spLocks noGrp="1"/>
            </p:cNvSpPr>
            <p:nvPr/>
          </p:nvSpPr>
          <p:spPr>
            <a:xfrm>
              <a:off x="209550" y="5438775"/>
              <a:ext cx="1723278" cy="794796"/>
            </a:xfrm>
            <a:custGeom>
              <a:rect l="l" t="t" r="r" b="b"/>
              <a:pathLst>
                <a:path w="1047" h="424">
                  <a:moveTo>
                    <a:pt x="0" y="0"/>
                  </a:moveTo>
                  <a:moveTo>
                    <a:pt x="1043" y="376"/>
                  </a:moveTo>
                  <a:lnTo>
                    <a:pt x="1046" y="380"/>
                  </a:lnTo>
                  <a:lnTo>
                    <a:pt x="1047" y="384"/>
                  </a:lnTo>
                  <a:lnTo>
                    <a:pt x="1044" y="387"/>
                  </a:lnTo>
                  <a:lnTo>
                    <a:pt x="1042" y="390"/>
                  </a:lnTo>
                  <a:lnTo>
                    <a:pt x="1041" y="393"/>
                  </a:lnTo>
                  <a:lnTo>
                    <a:pt x="1043" y="398"/>
                  </a:lnTo>
                  <a:lnTo>
                    <a:pt x="1044" y="403"/>
                  </a:lnTo>
                  <a:lnTo>
                    <a:pt x="1042" y="407"/>
                  </a:lnTo>
                  <a:lnTo>
                    <a:pt x="1038" y="408"/>
                  </a:lnTo>
                  <a:lnTo>
                    <a:pt x="1032" y="408"/>
                  </a:lnTo>
                  <a:lnTo>
                    <a:pt x="1027" y="407"/>
                  </a:lnTo>
                  <a:lnTo>
                    <a:pt x="1024" y="408"/>
                  </a:lnTo>
                  <a:lnTo>
                    <a:pt x="1021" y="410"/>
                  </a:lnTo>
                  <a:lnTo>
                    <a:pt x="1018" y="411"/>
                  </a:lnTo>
                  <a:lnTo>
                    <a:pt x="1015" y="413"/>
                  </a:lnTo>
                  <a:lnTo>
                    <a:pt x="1011" y="415"/>
                  </a:lnTo>
                  <a:lnTo>
                    <a:pt x="1007" y="419"/>
                  </a:lnTo>
                  <a:lnTo>
                    <a:pt x="1003" y="423"/>
                  </a:lnTo>
                  <a:lnTo>
                    <a:pt x="997" y="424"/>
                  </a:lnTo>
                  <a:lnTo>
                    <a:pt x="993" y="421"/>
                  </a:lnTo>
                  <a:lnTo>
                    <a:pt x="989" y="416"/>
                  </a:lnTo>
                  <a:lnTo>
                    <a:pt x="986" y="412"/>
                  </a:lnTo>
                  <a:lnTo>
                    <a:pt x="982" y="410"/>
                  </a:lnTo>
                  <a:lnTo>
                    <a:pt x="977" y="410"/>
                  </a:lnTo>
                  <a:lnTo>
                    <a:pt x="972" y="409"/>
                  </a:lnTo>
                  <a:lnTo>
                    <a:pt x="969" y="406"/>
                  </a:lnTo>
                  <a:lnTo>
                    <a:pt x="967" y="402"/>
                  </a:lnTo>
                  <a:lnTo>
                    <a:pt x="966" y="398"/>
                  </a:lnTo>
                  <a:lnTo>
                    <a:pt x="963" y="395"/>
                  </a:lnTo>
                  <a:lnTo>
                    <a:pt x="959" y="393"/>
                  </a:lnTo>
                  <a:lnTo>
                    <a:pt x="955" y="390"/>
                  </a:lnTo>
                  <a:lnTo>
                    <a:pt x="953" y="387"/>
                  </a:lnTo>
                  <a:lnTo>
                    <a:pt x="951" y="383"/>
                  </a:lnTo>
                  <a:lnTo>
                    <a:pt x="950" y="380"/>
                  </a:lnTo>
                  <a:lnTo>
                    <a:pt x="948" y="376"/>
                  </a:lnTo>
                  <a:lnTo>
                    <a:pt x="947" y="371"/>
                  </a:lnTo>
                  <a:lnTo>
                    <a:pt x="951" y="368"/>
                  </a:lnTo>
                  <a:lnTo>
                    <a:pt x="958" y="365"/>
                  </a:lnTo>
                  <a:lnTo>
                    <a:pt x="964" y="363"/>
                  </a:lnTo>
                  <a:lnTo>
                    <a:pt x="968" y="361"/>
                  </a:lnTo>
                  <a:lnTo>
                    <a:pt x="968" y="357"/>
                  </a:lnTo>
                  <a:lnTo>
                    <a:pt x="967" y="352"/>
                  </a:lnTo>
                  <a:lnTo>
                    <a:pt x="968" y="347"/>
                  </a:lnTo>
                  <a:lnTo>
                    <a:pt x="971" y="344"/>
                  </a:lnTo>
                  <a:lnTo>
                    <a:pt x="975" y="342"/>
                  </a:lnTo>
                  <a:lnTo>
                    <a:pt x="979" y="340"/>
                  </a:lnTo>
                  <a:lnTo>
                    <a:pt x="982" y="337"/>
                  </a:lnTo>
                  <a:lnTo>
                    <a:pt x="986" y="335"/>
                  </a:lnTo>
                  <a:lnTo>
                    <a:pt x="991" y="334"/>
                  </a:lnTo>
                  <a:lnTo>
                    <a:pt x="995" y="334"/>
                  </a:lnTo>
                  <a:lnTo>
                    <a:pt x="999" y="335"/>
                  </a:lnTo>
                  <a:lnTo>
                    <a:pt x="1003" y="334"/>
                  </a:lnTo>
                  <a:lnTo>
                    <a:pt x="1007" y="333"/>
                  </a:lnTo>
                  <a:lnTo>
                    <a:pt x="1011" y="334"/>
                  </a:lnTo>
                  <a:lnTo>
                    <a:pt x="1014" y="337"/>
                  </a:lnTo>
                  <a:lnTo>
                    <a:pt x="1016" y="341"/>
                  </a:lnTo>
                  <a:lnTo>
                    <a:pt x="1018" y="344"/>
                  </a:lnTo>
                  <a:lnTo>
                    <a:pt x="1022" y="343"/>
                  </a:lnTo>
                  <a:lnTo>
                    <a:pt x="1027" y="340"/>
                  </a:lnTo>
                  <a:lnTo>
                    <a:pt x="1033" y="339"/>
                  </a:lnTo>
                  <a:lnTo>
                    <a:pt x="1037" y="340"/>
                  </a:lnTo>
                  <a:lnTo>
                    <a:pt x="1038" y="345"/>
                  </a:lnTo>
                  <a:lnTo>
                    <a:pt x="1038" y="350"/>
                  </a:lnTo>
                  <a:lnTo>
                    <a:pt x="1039" y="354"/>
                  </a:lnTo>
                  <a:lnTo>
                    <a:pt x="1039" y="358"/>
                  </a:lnTo>
                  <a:lnTo>
                    <a:pt x="1039" y="362"/>
                  </a:lnTo>
                  <a:lnTo>
                    <a:pt x="1038" y="366"/>
                  </a:lnTo>
                  <a:lnTo>
                    <a:pt x="1038" y="369"/>
                  </a:lnTo>
                  <a:lnTo>
                    <a:pt x="1039" y="372"/>
                  </a:lnTo>
                  <a:close/>
                </a:path>
              </a:pathLst>
            </a:custGeom>
            <a:solidFill>
              <a:srgbClr val="DA9FC0">
                <a:alpha val="32000"/>
              </a:srgbClr>
            </a:solidFill>
            <a:ln>
              <a:noFill/>
            </a:ln>
          </p:spPr>
          <p:txBody>
            <a:bodyPr anchor="ctr"/>
            <a:lstStyle/>
            <a:p>
              <a:pPr algn="ctr">
                <a:buNone/>
              </a:pPr>
            </a:p>
          </p:txBody>
        </p:sp>
        <p:sp>
          <p:nvSpPr>
            <p:cNvPr id="7194" name="addition:input:193">
              <a:extLst>
                <a:ext uri="{FF2B5EF4-FFF2-40B4-BE49-F238E27FC236}">
                  <ns2:creationId id="{29AE89FB-CECC-4875-B5F5-EF9C7BE86B3A}"/>
                </a:ext>
              </a:extLst>
            </p:cNvPr>
            <p:cNvSpPr>
              <a:spLocks noGrp="1"/>
            </p:cNvSpPr>
            <p:nvPr/>
          </p:nvSpPr>
          <p:spPr>
            <a:xfrm>
              <a:off x="209550" y="5438775"/>
              <a:ext cx="1915851" cy="794796"/>
            </a:xfrm>
            <a:custGeom>
              <a:rect l="l" t="t" r="r" b="b"/>
              <a:pathLst>
                <a:path w="1164" h="424">
                  <a:moveTo>
                    <a:pt x="0" y="0"/>
                  </a:moveTo>
                  <a:moveTo>
                    <a:pt x="1146" y="369"/>
                  </a:moveTo>
                  <a:lnTo>
                    <a:pt x="1141" y="373"/>
                  </a:lnTo>
                  <a:lnTo>
                    <a:pt x="1141" y="377"/>
                  </a:lnTo>
                  <a:lnTo>
                    <a:pt x="1143" y="382"/>
                  </a:lnTo>
                  <a:lnTo>
                    <a:pt x="1144" y="387"/>
                  </a:lnTo>
                  <a:lnTo>
                    <a:pt x="1140" y="392"/>
                  </a:lnTo>
                  <a:lnTo>
                    <a:pt x="1135" y="395"/>
                  </a:lnTo>
                  <a:lnTo>
                    <a:pt x="1131" y="399"/>
                  </a:lnTo>
                  <a:lnTo>
                    <a:pt x="1129" y="404"/>
                  </a:lnTo>
                  <a:lnTo>
                    <a:pt x="1127" y="409"/>
                  </a:lnTo>
                  <a:lnTo>
                    <a:pt x="1123" y="413"/>
                  </a:lnTo>
                  <a:lnTo>
                    <a:pt x="1117" y="416"/>
                  </a:lnTo>
                  <a:lnTo>
                    <a:pt x="1112" y="418"/>
                  </a:lnTo>
                  <a:lnTo>
                    <a:pt x="1107" y="421"/>
                  </a:lnTo>
                  <a:lnTo>
                    <a:pt x="1102" y="424"/>
                  </a:lnTo>
                  <a:lnTo>
                    <a:pt x="1096" y="424"/>
                  </a:lnTo>
                  <a:lnTo>
                    <a:pt x="1090" y="420"/>
                  </a:lnTo>
                  <a:lnTo>
                    <a:pt x="1084" y="415"/>
                  </a:lnTo>
                  <a:lnTo>
                    <a:pt x="1080" y="411"/>
                  </a:lnTo>
                  <a:lnTo>
                    <a:pt x="1076" y="413"/>
                  </a:lnTo>
                  <a:lnTo>
                    <a:pt x="1070" y="418"/>
                  </a:lnTo>
                  <a:lnTo>
                    <a:pt x="1063" y="423"/>
                  </a:lnTo>
                  <a:lnTo>
                    <a:pt x="1056" y="424"/>
                  </a:lnTo>
                  <a:lnTo>
                    <a:pt x="1051" y="421"/>
                  </a:lnTo>
                  <a:lnTo>
                    <a:pt x="1047" y="416"/>
                  </a:lnTo>
                  <a:lnTo>
                    <a:pt x="1043" y="413"/>
                  </a:lnTo>
                  <a:lnTo>
                    <a:pt x="1039" y="409"/>
                  </a:lnTo>
                  <a:lnTo>
                    <a:pt x="1035" y="405"/>
                  </a:lnTo>
                  <a:lnTo>
                    <a:pt x="1034" y="400"/>
                  </a:lnTo>
                  <a:lnTo>
                    <a:pt x="1033" y="394"/>
                  </a:lnTo>
                  <a:lnTo>
                    <a:pt x="1031" y="390"/>
                  </a:lnTo>
                  <a:lnTo>
                    <a:pt x="1026" y="387"/>
                  </a:lnTo>
                  <a:lnTo>
                    <a:pt x="1020" y="383"/>
                  </a:lnTo>
                  <a:lnTo>
                    <a:pt x="1018" y="378"/>
                  </a:lnTo>
                  <a:lnTo>
                    <a:pt x="1020" y="373"/>
                  </a:lnTo>
                  <a:lnTo>
                    <a:pt x="1022" y="369"/>
                  </a:lnTo>
                  <a:lnTo>
                    <a:pt x="1020" y="364"/>
                  </a:lnTo>
                  <a:lnTo>
                    <a:pt x="1014" y="359"/>
                  </a:lnTo>
                  <a:lnTo>
                    <a:pt x="1007" y="352"/>
                  </a:lnTo>
                  <a:lnTo>
                    <a:pt x="1004" y="346"/>
                  </a:lnTo>
                  <a:lnTo>
                    <a:pt x="1008" y="342"/>
                  </a:lnTo>
                  <a:lnTo>
                    <a:pt x="1016" y="339"/>
                  </a:lnTo>
                  <a:lnTo>
                    <a:pt x="1024" y="338"/>
                  </a:lnTo>
                  <a:lnTo>
                    <a:pt x="1029" y="336"/>
                  </a:lnTo>
                  <a:lnTo>
                    <a:pt x="1034" y="333"/>
                  </a:lnTo>
                  <a:lnTo>
                    <a:pt x="1039" y="331"/>
                  </a:lnTo>
                  <a:lnTo>
                    <a:pt x="1045" y="329"/>
                  </a:lnTo>
                  <a:lnTo>
                    <a:pt x="1049" y="326"/>
                  </a:lnTo>
                  <a:lnTo>
                    <a:pt x="1053" y="321"/>
                  </a:lnTo>
                  <a:lnTo>
                    <a:pt x="1057" y="315"/>
                  </a:lnTo>
                  <a:lnTo>
                    <a:pt x="1063" y="310"/>
                  </a:lnTo>
                  <a:lnTo>
                    <a:pt x="1071" y="310"/>
                  </a:lnTo>
                  <a:lnTo>
                    <a:pt x="1079" y="313"/>
                  </a:lnTo>
                  <a:lnTo>
                    <a:pt x="1086" y="316"/>
                  </a:lnTo>
                  <a:lnTo>
                    <a:pt x="1093" y="316"/>
                  </a:lnTo>
                  <a:lnTo>
                    <a:pt x="1100" y="314"/>
                  </a:lnTo>
                  <a:lnTo>
                    <a:pt x="1108" y="313"/>
                  </a:lnTo>
                  <a:lnTo>
                    <a:pt x="1115" y="316"/>
                  </a:lnTo>
                  <a:lnTo>
                    <a:pt x="1119" y="322"/>
                  </a:lnTo>
                  <a:lnTo>
                    <a:pt x="1121" y="328"/>
                  </a:lnTo>
                  <a:lnTo>
                    <a:pt x="1125" y="332"/>
                  </a:lnTo>
                  <a:lnTo>
                    <a:pt x="1130" y="334"/>
                  </a:lnTo>
                  <a:lnTo>
                    <a:pt x="1136" y="336"/>
                  </a:lnTo>
                  <a:lnTo>
                    <a:pt x="1141" y="338"/>
                  </a:lnTo>
                  <a:lnTo>
                    <a:pt x="1146" y="341"/>
                  </a:lnTo>
                  <a:lnTo>
                    <a:pt x="1152" y="344"/>
                  </a:lnTo>
                  <a:lnTo>
                    <a:pt x="1159" y="347"/>
                  </a:lnTo>
                  <a:lnTo>
                    <a:pt x="1164" y="352"/>
                  </a:lnTo>
                  <a:lnTo>
                    <a:pt x="1163" y="358"/>
                  </a:lnTo>
                  <a:lnTo>
                    <a:pt x="1155" y="364"/>
                  </a:lnTo>
                  <a:close/>
                </a:path>
              </a:pathLst>
            </a:custGeom>
            <a:solidFill>
              <a:srgbClr val="DA9FC0">
                <a:alpha val="32000"/>
              </a:srgbClr>
            </a:solidFill>
            <a:ln>
              <a:noFill/>
            </a:ln>
          </p:spPr>
          <p:txBody>
            <a:bodyPr anchor="ctr"/>
            <a:lstStyle/>
            <a:p>
              <a:pPr algn="ctr">
                <a:buNone/>
              </a:pPr>
            </a:p>
          </p:txBody>
        </p:sp>
        <p:sp>
          <p:nvSpPr>
            <p:cNvPr id="7195" name="addition:input:194">
              <a:extLst>
                <a:ext uri="{FF2B5EF4-FFF2-40B4-BE49-F238E27FC236}">
                  <ns2:creationId id="{1C272050-7AC2-449E-A1CE-62FDDF3F0B1A}"/>
                </a:ext>
              </a:extLst>
            </p:cNvPr>
            <p:cNvSpPr>
              <a:spLocks noGrp="1"/>
            </p:cNvSpPr>
            <p:nvPr/>
          </p:nvSpPr>
          <p:spPr>
            <a:xfrm>
              <a:off x="209550" y="5438775"/>
              <a:ext cx="1961937" cy="864154"/>
            </a:xfrm>
            <a:custGeom>
              <a:rect l="l" t="t" r="r" b="b"/>
              <a:pathLst>
                <a:path w="1192" h="461">
                  <a:moveTo>
                    <a:pt x="0" y="0"/>
                  </a:moveTo>
                  <a:moveTo>
                    <a:pt x="1191" y="359"/>
                  </a:moveTo>
                  <a:lnTo>
                    <a:pt x="1192" y="367"/>
                  </a:lnTo>
                  <a:lnTo>
                    <a:pt x="1187" y="375"/>
                  </a:lnTo>
                  <a:lnTo>
                    <a:pt x="1182" y="382"/>
                  </a:lnTo>
                  <a:lnTo>
                    <a:pt x="1182" y="390"/>
                  </a:lnTo>
                  <a:lnTo>
                    <a:pt x="1186" y="400"/>
                  </a:lnTo>
                  <a:lnTo>
                    <a:pt x="1188" y="410"/>
                  </a:lnTo>
                  <a:lnTo>
                    <a:pt x="1182" y="417"/>
                  </a:lnTo>
                  <a:lnTo>
                    <a:pt x="1169" y="419"/>
                  </a:lnTo>
                  <a:lnTo>
                    <a:pt x="1155" y="418"/>
                  </a:lnTo>
                  <a:lnTo>
                    <a:pt x="1145" y="418"/>
                  </a:lnTo>
                  <a:lnTo>
                    <a:pt x="1138" y="423"/>
                  </a:lnTo>
                  <a:lnTo>
                    <a:pt x="1133" y="429"/>
                  </a:lnTo>
                  <a:lnTo>
                    <a:pt x="1126" y="435"/>
                  </a:lnTo>
                  <a:lnTo>
                    <a:pt x="1117" y="440"/>
                  </a:lnTo>
                  <a:lnTo>
                    <a:pt x="1108" y="446"/>
                  </a:lnTo>
                  <a:lnTo>
                    <a:pt x="1099" y="454"/>
                  </a:lnTo>
                  <a:lnTo>
                    <a:pt x="1087" y="461"/>
                  </a:lnTo>
                  <a:lnTo>
                    <a:pt x="1075" y="461"/>
                  </a:lnTo>
                  <a:lnTo>
                    <a:pt x="1064" y="453"/>
                  </a:lnTo>
                  <a:lnTo>
                    <a:pt x="1055" y="442"/>
                  </a:lnTo>
                  <a:lnTo>
                    <a:pt x="1047" y="434"/>
                  </a:lnTo>
                  <a:lnTo>
                    <a:pt x="1037" y="433"/>
                  </a:lnTo>
                  <a:lnTo>
                    <a:pt x="1025" y="434"/>
                  </a:lnTo>
                  <a:lnTo>
                    <a:pt x="1014" y="434"/>
                  </a:lnTo>
                  <a:lnTo>
                    <a:pt x="1007" y="428"/>
                  </a:lnTo>
                  <a:lnTo>
                    <a:pt x="1003" y="419"/>
                  </a:lnTo>
                  <a:lnTo>
                    <a:pt x="1000" y="412"/>
                  </a:lnTo>
                  <a:lnTo>
                    <a:pt x="992" y="407"/>
                  </a:lnTo>
                  <a:lnTo>
                    <a:pt x="982" y="404"/>
                  </a:lnTo>
                  <a:lnTo>
                    <a:pt x="973" y="399"/>
                  </a:lnTo>
                  <a:lnTo>
                    <a:pt x="968" y="392"/>
                  </a:lnTo>
                  <a:lnTo>
                    <a:pt x="966" y="384"/>
                  </a:lnTo>
                  <a:lnTo>
                    <a:pt x="964" y="376"/>
                  </a:lnTo>
                  <a:lnTo>
                    <a:pt x="962" y="368"/>
                  </a:lnTo>
                  <a:lnTo>
                    <a:pt x="964" y="359"/>
                  </a:lnTo>
                  <a:lnTo>
                    <a:pt x="974" y="351"/>
                  </a:lnTo>
                  <a:lnTo>
                    <a:pt x="989" y="345"/>
                  </a:lnTo>
                  <a:lnTo>
                    <a:pt x="1001" y="340"/>
                  </a:lnTo>
                  <a:lnTo>
                    <a:pt x="1005" y="334"/>
                  </a:lnTo>
                  <a:lnTo>
                    <a:pt x="1000" y="324"/>
                  </a:lnTo>
                  <a:lnTo>
                    <a:pt x="994" y="313"/>
                  </a:lnTo>
                  <a:lnTo>
                    <a:pt x="995" y="303"/>
                  </a:lnTo>
                  <a:lnTo>
                    <a:pt x="1002" y="296"/>
                  </a:lnTo>
                  <a:lnTo>
                    <a:pt x="1012" y="292"/>
                  </a:lnTo>
                  <a:lnTo>
                    <a:pt x="1021" y="288"/>
                  </a:lnTo>
                  <a:lnTo>
                    <a:pt x="1027" y="282"/>
                  </a:lnTo>
                  <a:lnTo>
                    <a:pt x="1035" y="277"/>
                  </a:lnTo>
                  <a:lnTo>
                    <a:pt x="1044" y="275"/>
                  </a:lnTo>
                  <a:lnTo>
                    <a:pt x="1054" y="276"/>
                  </a:lnTo>
                  <a:lnTo>
                    <a:pt x="1062" y="276"/>
                  </a:lnTo>
                  <a:lnTo>
                    <a:pt x="1070" y="274"/>
                  </a:lnTo>
                  <a:lnTo>
                    <a:pt x="1077" y="272"/>
                  </a:lnTo>
                  <a:lnTo>
                    <a:pt x="1085" y="273"/>
                  </a:lnTo>
                  <a:lnTo>
                    <a:pt x="1092" y="278"/>
                  </a:lnTo>
                  <a:lnTo>
                    <a:pt x="1098" y="284"/>
                  </a:lnTo>
                  <a:lnTo>
                    <a:pt x="1104" y="286"/>
                  </a:lnTo>
                  <a:lnTo>
                    <a:pt x="1115" y="281"/>
                  </a:lnTo>
                  <a:lnTo>
                    <a:pt x="1128" y="274"/>
                  </a:lnTo>
                  <a:lnTo>
                    <a:pt x="1141" y="272"/>
                  </a:lnTo>
                  <a:lnTo>
                    <a:pt x="1149" y="278"/>
                  </a:lnTo>
                  <a:lnTo>
                    <a:pt x="1151" y="289"/>
                  </a:lnTo>
                  <a:lnTo>
                    <a:pt x="1152" y="300"/>
                  </a:lnTo>
                  <a:lnTo>
                    <a:pt x="1153" y="309"/>
                  </a:lnTo>
                  <a:lnTo>
                    <a:pt x="1157" y="316"/>
                  </a:lnTo>
                  <a:lnTo>
                    <a:pt x="1161" y="324"/>
                  </a:lnTo>
                  <a:lnTo>
                    <a:pt x="1162" y="331"/>
                  </a:lnTo>
                  <a:lnTo>
                    <a:pt x="1165" y="338"/>
                  </a:lnTo>
                  <a:lnTo>
                    <a:pt x="1172" y="344"/>
                  </a:lnTo>
                  <a:lnTo>
                    <a:pt x="1183" y="351"/>
                  </a:lnTo>
                  <a:close/>
                </a:path>
              </a:pathLst>
            </a:custGeom>
            <a:solidFill>
              <a:srgbClr val="CC79A7">
                <a:alpha val="37000"/>
              </a:srgbClr>
            </a:solidFill>
            <a:ln>
              <a:noFill/>
            </a:ln>
          </p:spPr>
          <p:txBody>
            <a:bodyPr anchor="ctr"/>
            <a:lstStyle/>
            <a:p>
              <a:pPr algn="ctr">
                <a:buNone/>
              </a:pPr>
            </a:p>
          </p:txBody>
        </p:sp>
        <p:sp>
          <p:nvSpPr>
            <p:cNvPr id="7196" name="addition:input:195">
              <a:extLst>
                <a:ext uri="{FF2B5EF4-FFF2-40B4-BE49-F238E27FC236}">
                  <ns2:creationId id="{50C47930-A695-40E6-AEEE-4E5B9C6D2584}"/>
                </a:ext>
              </a:extLst>
            </p:cNvPr>
            <p:cNvSpPr>
              <a:spLocks noGrp="1"/>
            </p:cNvSpPr>
            <p:nvPr/>
          </p:nvSpPr>
          <p:spPr>
            <a:xfrm>
              <a:off x="209550" y="5438775"/>
              <a:ext cx="1792407" cy="704820"/>
            </a:xfrm>
            <a:custGeom>
              <a:rect l="l" t="t" r="r" b="b"/>
              <a:pathLst>
                <a:path w="1089" h="376">
                  <a:moveTo>
                    <a:pt x="0" y="0"/>
                  </a:moveTo>
                  <a:moveTo>
                    <a:pt x="1087" y="338"/>
                  </a:moveTo>
                  <a:lnTo>
                    <a:pt x="1085" y="341"/>
                  </a:lnTo>
                  <a:lnTo>
                    <a:pt x="1083" y="345"/>
                  </a:lnTo>
                  <a:lnTo>
                    <a:pt x="1082" y="348"/>
                  </a:lnTo>
                  <a:lnTo>
                    <a:pt x="1079" y="351"/>
                  </a:lnTo>
                  <a:lnTo>
                    <a:pt x="1074" y="353"/>
                  </a:lnTo>
                  <a:lnTo>
                    <a:pt x="1070" y="355"/>
                  </a:lnTo>
                  <a:lnTo>
                    <a:pt x="1069" y="358"/>
                  </a:lnTo>
                  <a:lnTo>
                    <a:pt x="1070" y="363"/>
                  </a:lnTo>
                  <a:lnTo>
                    <a:pt x="1071" y="369"/>
                  </a:lnTo>
                  <a:lnTo>
                    <a:pt x="1070" y="374"/>
                  </a:lnTo>
                  <a:lnTo>
                    <a:pt x="1066" y="376"/>
                  </a:lnTo>
                  <a:lnTo>
                    <a:pt x="1060" y="375"/>
                  </a:lnTo>
                  <a:lnTo>
                    <a:pt x="1055" y="374"/>
                  </a:lnTo>
                  <a:lnTo>
                    <a:pt x="1052" y="374"/>
                  </a:lnTo>
                  <a:lnTo>
                    <a:pt x="1048" y="375"/>
                  </a:lnTo>
                  <a:lnTo>
                    <a:pt x="1045" y="375"/>
                  </a:lnTo>
                  <a:lnTo>
                    <a:pt x="1042" y="374"/>
                  </a:lnTo>
                  <a:lnTo>
                    <a:pt x="1039" y="373"/>
                  </a:lnTo>
                  <a:lnTo>
                    <a:pt x="1036" y="374"/>
                  </a:lnTo>
                  <a:lnTo>
                    <a:pt x="1033" y="376"/>
                  </a:lnTo>
                  <a:lnTo>
                    <a:pt x="1029" y="376"/>
                  </a:lnTo>
                  <a:lnTo>
                    <a:pt x="1026" y="375"/>
                  </a:lnTo>
                  <a:lnTo>
                    <a:pt x="1024" y="372"/>
                  </a:lnTo>
                  <a:lnTo>
                    <a:pt x="1021" y="369"/>
                  </a:lnTo>
                  <a:lnTo>
                    <a:pt x="1018" y="369"/>
                  </a:lnTo>
                  <a:lnTo>
                    <a:pt x="1012" y="369"/>
                  </a:lnTo>
                  <a:lnTo>
                    <a:pt x="1008" y="368"/>
                  </a:lnTo>
                  <a:lnTo>
                    <a:pt x="1006" y="364"/>
                  </a:lnTo>
                  <a:lnTo>
                    <a:pt x="1008" y="358"/>
                  </a:lnTo>
                  <a:lnTo>
                    <a:pt x="1010" y="353"/>
                  </a:lnTo>
                  <a:lnTo>
                    <a:pt x="1011" y="349"/>
                  </a:lnTo>
                  <a:lnTo>
                    <a:pt x="1009" y="347"/>
                  </a:lnTo>
                  <a:lnTo>
                    <a:pt x="1006" y="344"/>
                  </a:lnTo>
                  <a:lnTo>
                    <a:pt x="1004" y="341"/>
                  </a:lnTo>
                  <a:lnTo>
                    <a:pt x="1002" y="338"/>
                  </a:lnTo>
                  <a:lnTo>
                    <a:pt x="999" y="334"/>
                  </a:lnTo>
                  <a:lnTo>
                    <a:pt x="996" y="330"/>
                  </a:lnTo>
                  <a:lnTo>
                    <a:pt x="994" y="326"/>
                  </a:lnTo>
                  <a:lnTo>
                    <a:pt x="995" y="322"/>
                  </a:lnTo>
                  <a:lnTo>
                    <a:pt x="999" y="320"/>
                  </a:lnTo>
                  <a:lnTo>
                    <a:pt x="1004" y="318"/>
                  </a:lnTo>
                  <a:lnTo>
                    <a:pt x="1007" y="316"/>
                  </a:lnTo>
                  <a:lnTo>
                    <a:pt x="1008" y="313"/>
                  </a:lnTo>
                  <a:lnTo>
                    <a:pt x="1008" y="309"/>
                  </a:lnTo>
                  <a:lnTo>
                    <a:pt x="1011" y="306"/>
                  </a:lnTo>
                  <a:lnTo>
                    <a:pt x="1015" y="305"/>
                  </a:lnTo>
                  <a:lnTo>
                    <a:pt x="1020" y="306"/>
                  </a:lnTo>
                  <a:lnTo>
                    <a:pt x="1024" y="306"/>
                  </a:lnTo>
                  <a:lnTo>
                    <a:pt x="1027" y="304"/>
                  </a:lnTo>
                  <a:lnTo>
                    <a:pt x="1030" y="300"/>
                  </a:lnTo>
                  <a:lnTo>
                    <a:pt x="1034" y="297"/>
                  </a:lnTo>
                  <a:lnTo>
                    <a:pt x="1038" y="295"/>
                  </a:lnTo>
                  <a:lnTo>
                    <a:pt x="1043" y="295"/>
                  </a:lnTo>
                  <a:lnTo>
                    <a:pt x="1048" y="295"/>
                  </a:lnTo>
                  <a:lnTo>
                    <a:pt x="1053" y="295"/>
                  </a:lnTo>
                  <a:lnTo>
                    <a:pt x="1057" y="297"/>
                  </a:lnTo>
                  <a:lnTo>
                    <a:pt x="1060" y="301"/>
                  </a:lnTo>
                  <a:lnTo>
                    <a:pt x="1062" y="307"/>
                  </a:lnTo>
                  <a:lnTo>
                    <a:pt x="1063" y="311"/>
                  </a:lnTo>
                  <a:lnTo>
                    <a:pt x="1067" y="312"/>
                  </a:lnTo>
                  <a:lnTo>
                    <a:pt x="1072" y="311"/>
                  </a:lnTo>
                  <a:lnTo>
                    <a:pt x="1078" y="311"/>
                  </a:lnTo>
                  <a:lnTo>
                    <a:pt x="1082" y="313"/>
                  </a:lnTo>
                  <a:lnTo>
                    <a:pt x="1083" y="317"/>
                  </a:lnTo>
                  <a:lnTo>
                    <a:pt x="1083" y="320"/>
                  </a:lnTo>
                  <a:lnTo>
                    <a:pt x="1085" y="324"/>
                  </a:lnTo>
                  <a:lnTo>
                    <a:pt x="1087" y="327"/>
                  </a:lnTo>
                  <a:lnTo>
                    <a:pt x="1089" y="330"/>
                  </a:lnTo>
                  <a:lnTo>
                    <a:pt x="1089" y="334"/>
                  </a:lnTo>
                  <a:close/>
                </a:path>
              </a:pathLst>
            </a:custGeom>
            <a:solidFill>
              <a:srgbClr val="CC79A7">
                <a:alpha val="36000"/>
              </a:srgbClr>
            </a:solidFill>
            <a:ln>
              <a:noFill/>
            </a:ln>
          </p:spPr>
          <p:txBody>
            <a:bodyPr anchor="ctr"/>
            <a:lstStyle/>
            <a:p>
              <a:pPr algn="ctr">
                <a:buNone/>
              </a:pPr>
            </a:p>
          </p:txBody>
        </p:sp>
        <p:sp>
          <p:nvSpPr>
            <p:cNvPr id="7197" name="addition:input:196">
              <a:extLst>
                <a:ext uri="{FF2B5EF4-FFF2-40B4-BE49-F238E27FC236}">
                  <ns2:creationId id="{F0982490-B78D-4DC9-BEB0-C39D8C0F327D}"/>
                </a:ext>
              </a:extLst>
            </p:cNvPr>
            <p:cNvSpPr>
              <a:spLocks noGrp="1"/>
            </p:cNvSpPr>
            <p:nvPr/>
          </p:nvSpPr>
          <p:spPr>
            <a:xfrm>
              <a:off x="209550" y="5438775"/>
              <a:ext cx="1877995" cy="671078"/>
            </a:xfrm>
            <a:custGeom>
              <a:rect l="l" t="t" r="r" b="b"/>
              <a:pathLst>
                <a:path w="1141" h="358">
                  <a:moveTo>
                    <a:pt x="0" y="0"/>
                  </a:moveTo>
                  <a:moveTo>
                    <a:pt x="1137" y="326"/>
                  </a:moveTo>
                  <a:lnTo>
                    <a:pt x="1139" y="328"/>
                  </a:lnTo>
                  <a:lnTo>
                    <a:pt x="1140" y="331"/>
                  </a:lnTo>
                  <a:lnTo>
                    <a:pt x="1140" y="334"/>
                  </a:lnTo>
                  <a:lnTo>
                    <a:pt x="1141" y="337"/>
                  </a:lnTo>
                  <a:lnTo>
                    <a:pt x="1140" y="340"/>
                  </a:lnTo>
                  <a:lnTo>
                    <a:pt x="1137" y="342"/>
                  </a:lnTo>
                  <a:lnTo>
                    <a:pt x="1132" y="343"/>
                  </a:lnTo>
                  <a:lnTo>
                    <a:pt x="1127" y="343"/>
                  </a:lnTo>
                  <a:lnTo>
                    <a:pt x="1124" y="343"/>
                  </a:lnTo>
                  <a:lnTo>
                    <a:pt x="1123" y="346"/>
                  </a:lnTo>
                  <a:lnTo>
                    <a:pt x="1123" y="349"/>
                  </a:lnTo>
                  <a:lnTo>
                    <a:pt x="1121" y="353"/>
                  </a:lnTo>
                  <a:lnTo>
                    <a:pt x="1118" y="355"/>
                  </a:lnTo>
                  <a:lnTo>
                    <a:pt x="1115" y="355"/>
                  </a:lnTo>
                  <a:lnTo>
                    <a:pt x="1111" y="355"/>
                  </a:lnTo>
                  <a:lnTo>
                    <a:pt x="1108" y="356"/>
                  </a:lnTo>
                  <a:lnTo>
                    <a:pt x="1104" y="357"/>
                  </a:lnTo>
                  <a:lnTo>
                    <a:pt x="1100" y="358"/>
                  </a:lnTo>
                  <a:lnTo>
                    <a:pt x="1097" y="356"/>
                  </a:lnTo>
                  <a:lnTo>
                    <a:pt x="1093" y="355"/>
                  </a:lnTo>
                  <a:lnTo>
                    <a:pt x="1090" y="354"/>
                  </a:lnTo>
                  <a:lnTo>
                    <a:pt x="1087" y="353"/>
                  </a:lnTo>
                  <a:lnTo>
                    <a:pt x="1084" y="352"/>
                  </a:lnTo>
                  <a:lnTo>
                    <a:pt x="1082" y="349"/>
                  </a:lnTo>
                  <a:lnTo>
                    <a:pt x="1082" y="346"/>
                  </a:lnTo>
                  <a:lnTo>
                    <a:pt x="1080" y="344"/>
                  </a:lnTo>
                  <a:lnTo>
                    <a:pt x="1077" y="343"/>
                  </a:lnTo>
                  <a:lnTo>
                    <a:pt x="1072" y="343"/>
                  </a:lnTo>
                  <a:lnTo>
                    <a:pt x="1067" y="343"/>
                  </a:lnTo>
                  <a:lnTo>
                    <a:pt x="1065" y="341"/>
                  </a:lnTo>
                  <a:lnTo>
                    <a:pt x="1065" y="338"/>
                  </a:lnTo>
                  <a:lnTo>
                    <a:pt x="1067" y="334"/>
                  </a:lnTo>
                  <a:lnTo>
                    <a:pt x="1068" y="331"/>
                  </a:lnTo>
                  <a:lnTo>
                    <a:pt x="1069" y="328"/>
                  </a:lnTo>
                  <a:lnTo>
                    <a:pt x="1070" y="326"/>
                  </a:lnTo>
                  <a:lnTo>
                    <a:pt x="1072" y="323"/>
                  </a:lnTo>
                  <a:lnTo>
                    <a:pt x="1074" y="321"/>
                  </a:lnTo>
                  <a:lnTo>
                    <a:pt x="1075" y="319"/>
                  </a:lnTo>
                  <a:lnTo>
                    <a:pt x="1074" y="316"/>
                  </a:lnTo>
                  <a:lnTo>
                    <a:pt x="1074" y="313"/>
                  </a:lnTo>
                  <a:lnTo>
                    <a:pt x="1075" y="310"/>
                  </a:lnTo>
                  <a:lnTo>
                    <a:pt x="1077" y="308"/>
                  </a:lnTo>
                  <a:lnTo>
                    <a:pt x="1081" y="307"/>
                  </a:lnTo>
                  <a:lnTo>
                    <a:pt x="1083" y="305"/>
                  </a:lnTo>
                  <a:lnTo>
                    <a:pt x="1083" y="302"/>
                  </a:lnTo>
                  <a:lnTo>
                    <a:pt x="1084" y="298"/>
                  </a:lnTo>
                  <a:lnTo>
                    <a:pt x="1086" y="295"/>
                  </a:lnTo>
                  <a:lnTo>
                    <a:pt x="1090" y="296"/>
                  </a:lnTo>
                  <a:lnTo>
                    <a:pt x="1093" y="297"/>
                  </a:lnTo>
                  <a:lnTo>
                    <a:pt x="1097" y="299"/>
                  </a:lnTo>
                  <a:lnTo>
                    <a:pt x="1099" y="300"/>
                  </a:lnTo>
                  <a:lnTo>
                    <a:pt x="1101" y="299"/>
                  </a:lnTo>
                  <a:lnTo>
                    <a:pt x="1103" y="299"/>
                  </a:lnTo>
                  <a:lnTo>
                    <a:pt x="1106" y="298"/>
                  </a:lnTo>
                  <a:lnTo>
                    <a:pt x="1108" y="298"/>
                  </a:lnTo>
                  <a:lnTo>
                    <a:pt x="1112" y="297"/>
                  </a:lnTo>
                  <a:lnTo>
                    <a:pt x="1115" y="295"/>
                  </a:lnTo>
                  <a:lnTo>
                    <a:pt x="1119" y="295"/>
                  </a:lnTo>
                  <a:lnTo>
                    <a:pt x="1121" y="298"/>
                  </a:lnTo>
                  <a:lnTo>
                    <a:pt x="1122" y="302"/>
                  </a:lnTo>
                  <a:lnTo>
                    <a:pt x="1122" y="305"/>
                  </a:lnTo>
                  <a:lnTo>
                    <a:pt x="1124" y="307"/>
                  </a:lnTo>
                  <a:lnTo>
                    <a:pt x="1127" y="309"/>
                  </a:lnTo>
                  <a:lnTo>
                    <a:pt x="1131" y="310"/>
                  </a:lnTo>
                  <a:lnTo>
                    <a:pt x="1132" y="313"/>
                  </a:lnTo>
                  <a:lnTo>
                    <a:pt x="1132" y="316"/>
                  </a:lnTo>
                  <a:lnTo>
                    <a:pt x="1131" y="319"/>
                  </a:lnTo>
                  <a:lnTo>
                    <a:pt x="1132" y="321"/>
                  </a:lnTo>
                  <a:lnTo>
                    <a:pt x="1135" y="323"/>
                  </a:lnTo>
                  <a:close/>
                </a:path>
              </a:pathLst>
            </a:custGeom>
            <a:solidFill>
              <a:srgbClr val="CC79A7">
                <a:alpha val="36000"/>
              </a:srgbClr>
            </a:solidFill>
            <a:ln>
              <a:noFill/>
            </a:ln>
          </p:spPr>
          <p:txBody>
            <a:bodyPr anchor="ctr"/>
            <a:lstStyle/>
            <a:p>
              <a:pPr algn="ctr">
                <a:buNone/>
              </a:pPr>
            </a:p>
          </p:txBody>
        </p:sp>
        <p:sp>
          <p:nvSpPr>
            <p:cNvPr id="7198" name="addition:input:197">
              <a:extLst>
                <a:ext uri="{FF2B5EF4-FFF2-40B4-BE49-F238E27FC236}">
                  <ns2:creationId id="{3DBC3571-8224-4CD5-8981-08C9E0199298}"/>
                </a:ext>
              </a:extLst>
            </p:cNvPr>
            <p:cNvSpPr>
              <a:spLocks noGrp="1"/>
            </p:cNvSpPr>
            <p:nvPr/>
          </p:nvSpPr>
          <p:spPr>
            <a:xfrm>
              <a:off x="209550" y="5438775"/>
              <a:ext cx="1940540" cy="792922"/>
            </a:xfrm>
            <a:custGeom>
              <a:rect l="l" t="t" r="r" b="b"/>
              <a:pathLst>
                <a:path w="1179" h="423">
                  <a:moveTo>
                    <a:pt x="0" y="0"/>
                  </a:moveTo>
                  <a:moveTo>
                    <a:pt x="1172" y="378"/>
                  </a:moveTo>
                  <a:lnTo>
                    <a:pt x="1172" y="381"/>
                  </a:lnTo>
                  <a:lnTo>
                    <a:pt x="1174" y="385"/>
                  </a:lnTo>
                  <a:lnTo>
                    <a:pt x="1177" y="389"/>
                  </a:lnTo>
                  <a:lnTo>
                    <a:pt x="1179" y="394"/>
                  </a:lnTo>
                  <a:lnTo>
                    <a:pt x="1178" y="397"/>
                  </a:lnTo>
                  <a:lnTo>
                    <a:pt x="1175" y="400"/>
                  </a:lnTo>
                  <a:lnTo>
                    <a:pt x="1171" y="402"/>
                  </a:lnTo>
                  <a:lnTo>
                    <a:pt x="1167" y="404"/>
                  </a:lnTo>
                  <a:lnTo>
                    <a:pt x="1164" y="405"/>
                  </a:lnTo>
                  <a:lnTo>
                    <a:pt x="1159" y="406"/>
                  </a:lnTo>
                  <a:lnTo>
                    <a:pt x="1155" y="406"/>
                  </a:lnTo>
                  <a:lnTo>
                    <a:pt x="1151" y="407"/>
                  </a:lnTo>
                  <a:lnTo>
                    <a:pt x="1149" y="410"/>
                  </a:lnTo>
                  <a:lnTo>
                    <a:pt x="1147" y="416"/>
                  </a:lnTo>
                  <a:lnTo>
                    <a:pt x="1143" y="421"/>
                  </a:lnTo>
                  <a:lnTo>
                    <a:pt x="1138" y="423"/>
                  </a:lnTo>
                  <a:lnTo>
                    <a:pt x="1133" y="421"/>
                  </a:lnTo>
                  <a:lnTo>
                    <a:pt x="1128" y="418"/>
                  </a:lnTo>
                  <a:lnTo>
                    <a:pt x="1123" y="416"/>
                  </a:lnTo>
                  <a:lnTo>
                    <a:pt x="1119" y="416"/>
                  </a:lnTo>
                  <a:lnTo>
                    <a:pt x="1114" y="416"/>
                  </a:lnTo>
                  <a:lnTo>
                    <a:pt x="1109" y="415"/>
                  </a:lnTo>
                  <a:lnTo>
                    <a:pt x="1106" y="412"/>
                  </a:lnTo>
                  <a:lnTo>
                    <a:pt x="1103" y="409"/>
                  </a:lnTo>
                  <a:lnTo>
                    <a:pt x="1100" y="406"/>
                  </a:lnTo>
                  <a:lnTo>
                    <a:pt x="1097" y="405"/>
                  </a:lnTo>
                  <a:lnTo>
                    <a:pt x="1093" y="403"/>
                  </a:lnTo>
                  <a:lnTo>
                    <a:pt x="1091" y="400"/>
                  </a:lnTo>
                  <a:lnTo>
                    <a:pt x="1089" y="397"/>
                  </a:lnTo>
                  <a:lnTo>
                    <a:pt x="1086" y="395"/>
                  </a:lnTo>
                  <a:lnTo>
                    <a:pt x="1081" y="393"/>
                  </a:lnTo>
                  <a:lnTo>
                    <a:pt x="1076" y="390"/>
                  </a:lnTo>
                  <a:lnTo>
                    <a:pt x="1074" y="386"/>
                  </a:lnTo>
                  <a:lnTo>
                    <a:pt x="1077" y="382"/>
                  </a:lnTo>
                  <a:lnTo>
                    <a:pt x="1084" y="378"/>
                  </a:lnTo>
                  <a:lnTo>
                    <a:pt x="1090" y="375"/>
                  </a:lnTo>
                  <a:lnTo>
                    <a:pt x="1092" y="372"/>
                  </a:lnTo>
                  <a:lnTo>
                    <a:pt x="1092" y="369"/>
                  </a:lnTo>
                  <a:lnTo>
                    <a:pt x="1091" y="365"/>
                  </a:lnTo>
                  <a:lnTo>
                    <a:pt x="1092" y="362"/>
                  </a:lnTo>
                  <a:lnTo>
                    <a:pt x="1095" y="358"/>
                  </a:lnTo>
                  <a:lnTo>
                    <a:pt x="1096" y="355"/>
                  </a:lnTo>
                  <a:lnTo>
                    <a:pt x="1097" y="351"/>
                  </a:lnTo>
                  <a:lnTo>
                    <a:pt x="1099" y="347"/>
                  </a:lnTo>
                  <a:lnTo>
                    <a:pt x="1103" y="345"/>
                  </a:lnTo>
                  <a:lnTo>
                    <a:pt x="1107" y="344"/>
                  </a:lnTo>
                  <a:lnTo>
                    <a:pt x="1112" y="344"/>
                  </a:lnTo>
                  <a:lnTo>
                    <a:pt x="1115" y="342"/>
                  </a:lnTo>
                  <a:lnTo>
                    <a:pt x="1118" y="339"/>
                  </a:lnTo>
                  <a:lnTo>
                    <a:pt x="1121" y="337"/>
                  </a:lnTo>
                  <a:lnTo>
                    <a:pt x="1125" y="337"/>
                  </a:lnTo>
                  <a:lnTo>
                    <a:pt x="1129" y="341"/>
                  </a:lnTo>
                  <a:lnTo>
                    <a:pt x="1132" y="345"/>
                  </a:lnTo>
                  <a:lnTo>
                    <a:pt x="1134" y="346"/>
                  </a:lnTo>
                  <a:lnTo>
                    <a:pt x="1138" y="344"/>
                  </a:lnTo>
                  <a:lnTo>
                    <a:pt x="1142" y="341"/>
                  </a:lnTo>
                  <a:lnTo>
                    <a:pt x="1147" y="340"/>
                  </a:lnTo>
                  <a:lnTo>
                    <a:pt x="1151" y="340"/>
                  </a:lnTo>
                  <a:lnTo>
                    <a:pt x="1154" y="342"/>
                  </a:lnTo>
                  <a:lnTo>
                    <a:pt x="1158" y="344"/>
                  </a:lnTo>
                  <a:lnTo>
                    <a:pt x="1161" y="347"/>
                  </a:lnTo>
                  <a:lnTo>
                    <a:pt x="1163" y="350"/>
                  </a:lnTo>
                  <a:lnTo>
                    <a:pt x="1162" y="355"/>
                  </a:lnTo>
                  <a:lnTo>
                    <a:pt x="1161" y="360"/>
                  </a:lnTo>
                  <a:lnTo>
                    <a:pt x="1162" y="363"/>
                  </a:lnTo>
                  <a:lnTo>
                    <a:pt x="1165" y="366"/>
                  </a:lnTo>
                  <a:lnTo>
                    <a:pt x="1170" y="368"/>
                  </a:lnTo>
                  <a:lnTo>
                    <a:pt x="1174" y="371"/>
                  </a:lnTo>
                  <a:lnTo>
                    <a:pt x="1174" y="374"/>
                  </a:lnTo>
                  <a:close/>
                </a:path>
              </a:pathLst>
            </a:custGeom>
            <a:solidFill>
              <a:srgbClr val="CC79A7">
                <a:alpha val="36000"/>
              </a:srgbClr>
            </a:solidFill>
            <a:ln>
              <a:noFill/>
            </a:ln>
          </p:spPr>
          <p:txBody>
            <a:bodyPr anchor="ctr"/>
            <a:lstStyle/>
            <a:p>
              <a:pPr algn="ctr">
                <a:buNone/>
              </a:pPr>
            </a:p>
          </p:txBody>
        </p:sp>
        <p:sp>
          <p:nvSpPr>
            <p:cNvPr id="7199" name="addition:input:198">
              <a:extLst>
                <a:ext uri="{FF2B5EF4-FFF2-40B4-BE49-F238E27FC236}">
                  <ns2:creationId id="{FF720BCD-BBBC-46F4-B0B6-87F7835A8CB2}"/>
                </a:ext>
              </a:extLst>
            </p:cNvPr>
            <p:cNvSpPr>
              <a:spLocks noGrp="1"/>
            </p:cNvSpPr>
            <p:nvPr/>
          </p:nvSpPr>
          <p:spPr>
            <a:xfrm>
              <a:off x="209550" y="5438775"/>
              <a:ext cx="1828617" cy="822914"/>
            </a:xfrm>
            <a:custGeom>
              <a:rect l="l" t="t" r="r" b="b"/>
              <a:pathLst>
                <a:path w="1111" h="439">
                  <a:moveTo>
                    <a:pt x="0" y="0"/>
                  </a:moveTo>
                  <a:moveTo>
                    <a:pt x="1101" y="401"/>
                  </a:moveTo>
                  <a:lnTo>
                    <a:pt x="1107" y="404"/>
                  </a:lnTo>
                  <a:lnTo>
                    <a:pt x="1111" y="408"/>
                  </a:lnTo>
                  <a:lnTo>
                    <a:pt x="1111" y="411"/>
                  </a:lnTo>
                  <a:lnTo>
                    <a:pt x="1108" y="414"/>
                  </a:lnTo>
                  <a:lnTo>
                    <a:pt x="1104" y="415"/>
                  </a:lnTo>
                  <a:lnTo>
                    <a:pt x="1102" y="418"/>
                  </a:lnTo>
                  <a:lnTo>
                    <a:pt x="1100" y="420"/>
                  </a:lnTo>
                  <a:lnTo>
                    <a:pt x="1098" y="422"/>
                  </a:lnTo>
                  <a:lnTo>
                    <a:pt x="1095" y="424"/>
                  </a:lnTo>
                  <a:lnTo>
                    <a:pt x="1092" y="425"/>
                  </a:lnTo>
                  <a:lnTo>
                    <a:pt x="1089" y="426"/>
                  </a:lnTo>
                  <a:lnTo>
                    <a:pt x="1087" y="429"/>
                  </a:lnTo>
                  <a:lnTo>
                    <a:pt x="1084" y="431"/>
                  </a:lnTo>
                  <a:lnTo>
                    <a:pt x="1081" y="432"/>
                  </a:lnTo>
                  <a:lnTo>
                    <a:pt x="1077" y="432"/>
                  </a:lnTo>
                  <a:lnTo>
                    <a:pt x="1073" y="432"/>
                  </a:lnTo>
                  <a:lnTo>
                    <a:pt x="1069" y="434"/>
                  </a:lnTo>
                  <a:lnTo>
                    <a:pt x="1065" y="437"/>
                  </a:lnTo>
                  <a:lnTo>
                    <a:pt x="1060" y="439"/>
                  </a:lnTo>
                  <a:lnTo>
                    <a:pt x="1055" y="439"/>
                  </a:lnTo>
                  <a:lnTo>
                    <a:pt x="1052" y="435"/>
                  </a:lnTo>
                  <a:lnTo>
                    <a:pt x="1049" y="430"/>
                  </a:lnTo>
                  <a:lnTo>
                    <a:pt x="1047" y="426"/>
                  </a:lnTo>
                  <a:lnTo>
                    <a:pt x="1045" y="425"/>
                  </a:lnTo>
                  <a:lnTo>
                    <a:pt x="1041" y="424"/>
                  </a:lnTo>
                  <a:lnTo>
                    <a:pt x="1037" y="423"/>
                  </a:lnTo>
                  <a:lnTo>
                    <a:pt x="1034" y="421"/>
                  </a:lnTo>
                  <a:lnTo>
                    <a:pt x="1031" y="420"/>
                  </a:lnTo>
                  <a:lnTo>
                    <a:pt x="1027" y="418"/>
                  </a:lnTo>
                  <a:lnTo>
                    <a:pt x="1023" y="417"/>
                  </a:lnTo>
                  <a:lnTo>
                    <a:pt x="1021" y="414"/>
                  </a:lnTo>
                  <a:lnTo>
                    <a:pt x="1022" y="410"/>
                  </a:lnTo>
                  <a:lnTo>
                    <a:pt x="1024" y="407"/>
                  </a:lnTo>
                  <a:lnTo>
                    <a:pt x="1026" y="404"/>
                  </a:lnTo>
                  <a:lnTo>
                    <a:pt x="1026" y="401"/>
                  </a:lnTo>
                  <a:lnTo>
                    <a:pt x="1024" y="398"/>
                  </a:lnTo>
                  <a:lnTo>
                    <a:pt x="1024" y="394"/>
                  </a:lnTo>
                  <a:lnTo>
                    <a:pt x="1028" y="392"/>
                  </a:lnTo>
                  <a:lnTo>
                    <a:pt x="1033" y="390"/>
                  </a:lnTo>
                  <a:lnTo>
                    <a:pt x="1037" y="388"/>
                  </a:lnTo>
                  <a:lnTo>
                    <a:pt x="1039" y="386"/>
                  </a:lnTo>
                  <a:lnTo>
                    <a:pt x="1038" y="382"/>
                  </a:lnTo>
                  <a:lnTo>
                    <a:pt x="1038" y="378"/>
                  </a:lnTo>
                  <a:lnTo>
                    <a:pt x="1040" y="375"/>
                  </a:lnTo>
                  <a:lnTo>
                    <a:pt x="1042" y="372"/>
                  </a:lnTo>
                  <a:lnTo>
                    <a:pt x="1045" y="370"/>
                  </a:lnTo>
                  <a:lnTo>
                    <a:pt x="1048" y="368"/>
                  </a:lnTo>
                  <a:lnTo>
                    <a:pt x="1051" y="366"/>
                  </a:lnTo>
                  <a:lnTo>
                    <a:pt x="1055" y="367"/>
                  </a:lnTo>
                  <a:lnTo>
                    <a:pt x="1060" y="370"/>
                  </a:lnTo>
                  <a:lnTo>
                    <a:pt x="1063" y="373"/>
                  </a:lnTo>
                  <a:lnTo>
                    <a:pt x="1066" y="373"/>
                  </a:lnTo>
                  <a:lnTo>
                    <a:pt x="1068" y="370"/>
                  </a:lnTo>
                  <a:lnTo>
                    <a:pt x="1071" y="368"/>
                  </a:lnTo>
                  <a:lnTo>
                    <a:pt x="1075" y="367"/>
                  </a:lnTo>
                  <a:lnTo>
                    <a:pt x="1077" y="368"/>
                  </a:lnTo>
                  <a:lnTo>
                    <a:pt x="1080" y="371"/>
                  </a:lnTo>
                  <a:lnTo>
                    <a:pt x="1082" y="372"/>
                  </a:lnTo>
                  <a:lnTo>
                    <a:pt x="1086" y="372"/>
                  </a:lnTo>
                  <a:lnTo>
                    <a:pt x="1090" y="373"/>
                  </a:lnTo>
                  <a:lnTo>
                    <a:pt x="1093" y="374"/>
                  </a:lnTo>
                  <a:lnTo>
                    <a:pt x="1095" y="377"/>
                  </a:lnTo>
                  <a:lnTo>
                    <a:pt x="1096" y="380"/>
                  </a:lnTo>
                  <a:lnTo>
                    <a:pt x="1097" y="383"/>
                  </a:lnTo>
                  <a:lnTo>
                    <a:pt x="1099" y="386"/>
                  </a:lnTo>
                  <a:lnTo>
                    <a:pt x="1099" y="389"/>
                  </a:lnTo>
                  <a:lnTo>
                    <a:pt x="1098" y="393"/>
                  </a:lnTo>
                  <a:lnTo>
                    <a:pt x="1096" y="396"/>
                  </a:lnTo>
                  <a:lnTo>
                    <a:pt x="1097" y="398"/>
                  </a:lnTo>
                  <a:close/>
                </a:path>
              </a:pathLst>
            </a:custGeom>
            <a:solidFill>
              <a:srgbClr val="CC79A7">
                <a:alpha val="36000"/>
              </a:srgbClr>
            </a:solidFill>
            <a:ln>
              <a:noFill/>
            </a:ln>
          </p:spPr>
          <p:txBody>
            <a:bodyPr anchor="ctr"/>
            <a:lstStyle/>
            <a:p>
              <a:pPr algn="ctr">
                <a:buNone/>
              </a:pPr>
            </a:p>
          </p:txBody>
        </p:sp>
        <p:sp>
          <p:nvSpPr>
            <p:cNvPr id="7200" name="addition:input:199">
              <a:extLst>
                <a:ext uri="{FF2B5EF4-FFF2-40B4-BE49-F238E27FC236}">
                  <ns2:creationId id="{0FA2A077-705C-4247-97B9-63F841A2F0F1}"/>
                </a:ext>
              </a:extLst>
            </p:cNvPr>
            <p:cNvSpPr>
              <a:spLocks noGrp="1"/>
            </p:cNvSpPr>
            <p:nvPr/>
          </p:nvSpPr>
          <p:spPr>
            <a:xfrm>
              <a:off x="209550" y="5438775"/>
              <a:ext cx="1772656" cy="701070"/>
            </a:xfrm>
            <a:custGeom>
              <a:rect l="l" t="t" r="r" b="b"/>
              <a:pathLst>
                <a:path w="1077" h="374">
                  <a:moveTo>
                    <a:pt x="0" y="0"/>
                  </a:moveTo>
                  <a:moveTo>
                    <a:pt x="1074" y="341"/>
                  </a:moveTo>
                  <a:lnTo>
                    <a:pt x="1072" y="344"/>
                  </a:lnTo>
                  <a:lnTo>
                    <a:pt x="1071" y="346"/>
                  </a:lnTo>
                  <a:lnTo>
                    <a:pt x="1072" y="348"/>
                  </a:lnTo>
                  <a:lnTo>
                    <a:pt x="1075" y="352"/>
                  </a:lnTo>
                  <a:lnTo>
                    <a:pt x="1077" y="356"/>
                  </a:lnTo>
                  <a:lnTo>
                    <a:pt x="1077" y="359"/>
                  </a:lnTo>
                  <a:lnTo>
                    <a:pt x="1075" y="361"/>
                  </a:lnTo>
                  <a:lnTo>
                    <a:pt x="1071" y="362"/>
                  </a:lnTo>
                  <a:lnTo>
                    <a:pt x="1068" y="362"/>
                  </a:lnTo>
                  <a:lnTo>
                    <a:pt x="1066" y="363"/>
                  </a:lnTo>
                  <a:lnTo>
                    <a:pt x="1064" y="364"/>
                  </a:lnTo>
                  <a:lnTo>
                    <a:pt x="1061" y="365"/>
                  </a:lnTo>
                  <a:lnTo>
                    <a:pt x="1059" y="365"/>
                  </a:lnTo>
                  <a:lnTo>
                    <a:pt x="1057" y="367"/>
                  </a:lnTo>
                  <a:lnTo>
                    <a:pt x="1055" y="369"/>
                  </a:lnTo>
                  <a:lnTo>
                    <a:pt x="1053" y="372"/>
                  </a:lnTo>
                  <a:lnTo>
                    <a:pt x="1050" y="374"/>
                  </a:lnTo>
                  <a:lnTo>
                    <a:pt x="1047" y="373"/>
                  </a:lnTo>
                  <a:lnTo>
                    <a:pt x="1044" y="371"/>
                  </a:lnTo>
                  <a:lnTo>
                    <a:pt x="1041" y="369"/>
                  </a:lnTo>
                  <a:lnTo>
                    <a:pt x="1037" y="370"/>
                  </a:lnTo>
                  <a:lnTo>
                    <a:pt x="1034" y="371"/>
                  </a:lnTo>
                  <a:lnTo>
                    <a:pt x="1030" y="370"/>
                  </a:lnTo>
                  <a:lnTo>
                    <a:pt x="1028" y="368"/>
                  </a:lnTo>
                  <a:lnTo>
                    <a:pt x="1027" y="364"/>
                  </a:lnTo>
                  <a:lnTo>
                    <a:pt x="1026" y="360"/>
                  </a:lnTo>
                  <a:lnTo>
                    <a:pt x="1024" y="358"/>
                  </a:lnTo>
                  <a:lnTo>
                    <a:pt x="1022" y="357"/>
                  </a:lnTo>
                  <a:lnTo>
                    <a:pt x="1019" y="355"/>
                  </a:lnTo>
                  <a:lnTo>
                    <a:pt x="1017" y="353"/>
                  </a:lnTo>
                  <a:lnTo>
                    <a:pt x="1015" y="351"/>
                  </a:lnTo>
                  <a:lnTo>
                    <a:pt x="1012" y="349"/>
                  </a:lnTo>
                  <a:lnTo>
                    <a:pt x="1009" y="347"/>
                  </a:lnTo>
                  <a:lnTo>
                    <a:pt x="1007" y="344"/>
                  </a:lnTo>
                  <a:lnTo>
                    <a:pt x="1008" y="341"/>
                  </a:lnTo>
                  <a:lnTo>
                    <a:pt x="1012" y="338"/>
                  </a:lnTo>
                  <a:lnTo>
                    <a:pt x="1016" y="336"/>
                  </a:lnTo>
                  <a:lnTo>
                    <a:pt x="1018" y="334"/>
                  </a:lnTo>
                  <a:lnTo>
                    <a:pt x="1018" y="331"/>
                  </a:lnTo>
                  <a:lnTo>
                    <a:pt x="1017" y="328"/>
                  </a:lnTo>
                  <a:lnTo>
                    <a:pt x="1019" y="326"/>
                  </a:lnTo>
                  <a:lnTo>
                    <a:pt x="1021" y="324"/>
                  </a:lnTo>
                  <a:lnTo>
                    <a:pt x="1025" y="323"/>
                  </a:lnTo>
                  <a:lnTo>
                    <a:pt x="1027" y="321"/>
                  </a:lnTo>
                  <a:lnTo>
                    <a:pt x="1028" y="318"/>
                  </a:lnTo>
                  <a:lnTo>
                    <a:pt x="1030" y="315"/>
                  </a:lnTo>
                  <a:lnTo>
                    <a:pt x="1032" y="313"/>
                  </a:lnTo>
                  <a:lnTo>
                    <a:pt x="1035" y="312"/>
                  </a:lnTo>
                  <a:lnTo>
                    <a:pt x="1038" y="311"/>
                  </a:lnTo>
                  <a:lnTo>
                    <a:pt x="1041" y="310"/>
                  </a:lnTo>
                  <a:lnTo>
                    <a:pt x="1044" y="309"/>
                  </a:lnTo>
                  <a:lnTo>
                    <a:pt x="1047" y="309"/>
                  </a:lnTo>
                  <a:lnTo>
                    <a:pt x="1050" y="312"/>
                  </a:lnTo>
                  <a:lnTo>
                    <a:pt x="1051" y="316"/>
                  </a:lnTo>
                  <a:lnTo>
                    <a:pt x="1053" y="318"/>
                  </a:lnTo>
                  <a:lnTo>
                    <a:pt x="1055" y="317"/>
                  </a:lnTo>
                  <a:lnTo>
                    <a:pt x="1059" y="315"/>
                  </a:lnTo>
                  <a:lnTo>
                    <a:pt x="1062" y="313"/>
                  </a:lnTo>
                  <a:lnTo>
                    <a:pt x="1065" y="314"/>
                  </a:lnTo>
                  <a:lnTo>
                    <a:pt x="1067" y="316"/>
                  </a:lnTo>
                  <a:lnTo>
                    <a:pt x="1068" y="319"/>
                  </a:lnTo>
                  <a:lnTo>
                    <a:pt x="1069" y="321"/>
                  </a:lnTo>
                  <a:lnTo>
                    <a:pt x="1071" y="323"/>
                  </a:lnTo>
                  <a:lnTo>
                    <a:pt x="1072" y="325"/>
                  </a:lnTo>
                  <a:lnTo>
                    <a:pt x="1072" y="328"/>
                  </a:lnTo>
                  <a:lnTo>
                    <a:pt x="1072" y="331"/>
                  </a:lnTo>
                  <a:lnTo>
                    <a:pt x="1072" y="334"/>
                  </a:lnTo>
                  <a:lnTo>
                    <a:pt x="1073" y="336"/>
                  </a:lnTo>
                  <a:lnTo>
                    <a:pt x="1075" y="338"/>
                  </a:lnTo>
                  <a:close/>
                </a:path>
              </a:pathLst>
            </a:custGeom>
            <a:solidFill>
              <a:srgbClr val="CC79A7">
                <a:alpha val="32000"/>
              </a:srgbClr>
            </a:solidFill>
            <a:ln>
              <a:noFill/>
            </a:ln>
          </p:spPr>
          <p:txBody>
            <a:bodyPr anchor="ctr"/>
            <a:lstStyle/>
            <a:p>
              <a:pPr algn="ctr">
                <a:buNone/>
              </a:pPr>
            </a:p>
          </p:txBody>
        </p:sp>
        <p:sp>
          <p:nvSpPr>
            <p:cNvPr id="7201" name="addition:input:200">
              <a:extLst>
                <a:ext uri="{FF2B5EF4-FFF2-40B4-BE49-F238E27FC236}">
                  <ns2:creationId id="{B521804C-2EC6-4C62-979F-220EDC1893AD}"/>
                </a:ext>
              </a:extLst>
            </p:cNvPr>
            <p:cNvSpPr>
              <a:spLocks noGrp="1"/>
            </p:cNvSpPr>
            <p:nvPr/>
          </p:nvSpPr>
          <p:spPr>
            <a:xfrm>
              <a:off x="209550" y="5438775"/>
              <a:ext cx="1894454" cy="776051"/>
            </a:xfrm>
            <a:custGeom>
              <a:rect l="l" t="t" r="r" b="b"/>
              <a:pathLst>
                <a:path w="1151" h="414">
                  <a:moveTo>
                    <a:pt x="0" y="0"/>
                  </a:moveTo>
                  <a:moveTo>
                    <a:pt x="1145" y="385"/>
                  </a:moveTo>
                  <a:lnTo>
                    <a:pt x="1146" y="387"/>
                  </a:lnTo>
                  <a:lnTo>
                    <a:pt x="1148" y="390"/>
                  </a:lnTo>
                  <a:lnTo>
                    <a:pt x="1150" y="393"/>
                  </a:lnTo>
                  <a:lnTo>
                    <a:pt x="1151" y="396"/>
                  </a:lnTo>
                  <a:lnTo>
                    <a:pt x="1150" y="398"/>
                  </a:lnTo>
                  <a:lnTo>
                    <a:pt x="1148" y="400"/>
                  </a:lnTo>
                  <a:lnTo>
                    <a:pt x="1145" y="401"/>
                  </a:lnTo>
                  <a:lnTo>
                    <a:pt x="1143" y="403"/>
                  </a:lnTo>
                  <a:lnTo>
                    <a:pt x="1140" y="403"/>
                  </a:lnTo>
                  <a:lnTo>
                    <a:pt x="1137" y="403"/>
                  </a:lnTo>
                  <a:lnTo>
                    <a:pt x="1134" y="403"/>
                  </a:lnTo>
                  <a:lnTo>
                    <a:pt x="1132" y="404"/>
                  </a:lnTo>
                  <a:lnTo>
                    <a:pt x="1130" y="408"/>
                  </a:lnTo>
                  <a:lnTo>
                    <a:pt x="1129" y="411"/>
                  </a:lnTo>
                  <a:lnTo>
                    <a:pt x="1126" y="414"/>
                  </a:lnTo>
                  <a:lnTo>
                    <a:pt x="1123" y="414"/>
                  </a:lnTo>
                  <a:lnTo>
                    <a:pt x="1119" y="413"/>
                  </a:lnTo>
                  <a:lnTo>
                    <a:pt x="1116" y="411"/>
                  </a:lnTo>
                  <a:lnTo>
                    <a:pt x="1113" y="411"/>
                  </a:lnTo>
                  <a:lnTo>
                    <a:pt x="1109" y="411"/>
                  </a:lnTo>
                  <a:lnTo>
                    <a:pt x="1106" y="411"/>
                  </a:lnTo>
                  <a:lnTo>
                    <a:pt x="1103" y="410"/>
                  </a:lnTo>
                  <a:lnTo>
                    <a:pt x="1101" y="407"/>
                  </a:lnTo>
                  <a:lnTo>
                    <a:pt x="1099" y="406"/>
                  </a:lnTo>
                  <a:lnTo>
                    <a:pt x="1096" y="404"/>
                  </a:lnTo>
                  <a:lnTo>
                    <a:pt x="1094" y="403"/>
                  </a:lnTo>
                  <a:lnTo>
                    <a:pt x="1092" y="401"/>
                  </a:lnTo>
                  <a:lnTo>
                    <a:pt x="1091" y="399"/>
                  </a:lnTo>
                  <a:lnTo>
                    <a:pt x="1090" y="398"/>
                  </a:lnTo>
                  <a:lnTo>
                    <a:pt x="1087" y="397"/>
                  </a:lnTo>
                  <a:lnTo>
                    <a:pt x="1082" y="395"/>
                  </a:lnTo>
                  <a:lnTo>
                    <a:pt x="1079" y="393"/>
                  </a:lnTo>
                  <a:lnTo>
                    <a:pt x="1079" y="391"/>
                  </a:lnTo>
                  <a:lnTo>
                    <a:pt x="1082" y="388"/>
                  </a:lnTo>
                  <a:lnTo>
                    <a:pt x="1086" y="385"/>
                  </a:lnTo>
                  <a:lnTo>
                    <a:pt x="1089" y="383"/>
                  </a:lnTo>
                  <a:lnTo>
                    <a:pt x="1090" y="381"/>
                  </a:lnTo>
                  <a:lnTo>
                    <a:pt x="1090" y="379"/>
                  </a:lnTo>
                  <a:lnTo>
                    <a:pt x="1090" y="376"/>
                  </a:lnTo>
                  <a:lnTo>
                    <a:pt x="1092" y="374"/>
                  </a:lnTo>
                  <a:lnTo>
                    <a:pt x="1093" y="372"/>
                  </a:lnTo>
                  <a:lnTo>
                    <a:pt x="1094" y="370"/>
                  </a:lnTo>
                  <a:lnTo>
                    <a:pt x="1094" y="367"/>
                  </a:lnTo>
                  <a:lnTo>
                    <a:pt x="1096" y="365"/>
                  </a:lnTo>
                  <a:lnTo>
                    <a:pt x="1099" y="364"/>
                  </a:lnTo>
                  <a:lnTo>
                    <a:pt x="1102" y="363"/>
                  </a:lnTo>
                  <a:lnTo>
                    <a:pt x="1104" y="362"/>
                  </a:lnTo>
                  <a:lnTo>
                    <a:pt x="1106" y="360"/>
                  </a:lnTo>
                  <a:lnTo>
                    <a:pt x="1108" y="358"/>
                  </a:lnTo>
                  <a:lnTo>
                    <a:pt x="1111" y="357"/>
                  </a:lnTo>
                  <a:lnTo>
                    <a:pt x="1114" y="359"/>
                  </a:lnTo>
                  <a:lnTo>
                    <a:pt x="1116" y="362"/>
                  </a:lnTo>
                  <a:lnTo>
                    <a:pt x="1118" y="364"/>
                  </a:lnTo>
                  <a:lnTo>
                    <a:pt x="1120" y="364"/>
                  </a:lnTo>
                  <a:lnTo>
                    <a:pt x="1123" y="362"/>
                  </a:lnTo>
                  <a:lnTo>
                    <a:pt x="1126" y="360"/>
                  </a:lnTo>
                  <a:lnTo>
                    <a:pt x="1129" y="360"/>
                  </a:lnTo>
                  <a:lnTo>
                    <a:pt x="1131" y="360"/>
                  </a:lnTo>
                  <a:lnTo>
                    <a:pt x="1134" y="361"/>
                  </a:lnTo>
                  <a:lnTo>
                    <a:pt x="1136" y="362"/>
                  </a:lnTo>
                  <a:lnTo>
                    <a:pt x="1139" y="364"/>
                  </a:lnTo>
                  <a:lnTo>
                    <a:pt x="1139" y="367"/>
                  </a:lnTo>
                  <a:lnTo>
                    <a:pt x="1139" y="370"/>
                  </a:lnTo>
                  <a:lnTo>
                    <a:pt x="1138" y="373"/>
                  </a:lnTo>
                  <a:lnTo>
                    <a:pt x="1140" y="375"/>
                  </a:lnTo>
                  <a:lnTo>
                    <a:pt x="1143" y="376"/>
                  </a:lnTo>
                  <a:lnTo>
                    <a:pt x="1146" y="378"/>
                  </a:lnTo>
                  <a:lnTo>
                    <a:pt x="1147" y="380"/>
                  </a:lnTo>
                  <a:lnTo>
                    <a:pt x="1146" y="383"/>
                  </a:lnTo>
                  <a:close/>
                </a:path>
              </a:pathLst>
            </a:custGeom>
            <a:solidFill>
              <a:srgbClr val="CC79A7">
                <a:alpha val="32000"/>
              </a:srgbClr>
            </a:solidFill>
            <a:ln>
              <a:noFill/>
            </a:ln>
          </p:spPr>
          <p:txBody>
            <a:bodyPr anchor="ctr"/>
            <a:lstStyle/>
            <a:p>
              <a:pPr algn="ctr">
                <a:buNone/>
              </a:pPr>
            </a:p>
          </p:txBody>
        </p:sp>
        <p:sp>
          <p:nvSpPr>
            <p:cNvPr id="7202" name="addition:input:201">
              <a:extLst>
                <a:ext uri="{FF2B5EF4-FFF2-40B4-BE49-F238E27FC236}">
                  <ns2:creationId id="{0B9EB9D3-1C36-4193-82F1-ED02AC22F0D7}"/>
                </a:ext>
              </a:extLst>
            </p:cNvPr>
            <p:cNvSpPr>
              <a:spLocks noGrp="1"/>
            </p:cNvSpPr>
            <p:nvPr/>
          </p:nvSpPr>
          <p:spPr>
            <a:xfrm>
              <a:off x="209550" y="5438775"/>
              <a:ext cx="1978396" cy="734812"/>
            </a:xfrm>
            <a:custGeom>
              <a:rect l="l" t="t" r="r" b="b"/>
              <a:pathLst>
                <a:path w="1202" h="392">
                  <a:moveTo>
                    <a:pt x="0" y="0"/>
                  </a:moveTo>
                  <a:moveTo>
                    <a:pt x="1200" y="367"/>
                  </a:moveTo>
                  <a:lnTo>
                    <a:pt x="1200" y="369"/>
                  </a:lnTo>
                  <a:lnTo>
                    <a:pt x="1201" y="371"/>
                  </a:lnTo>
                  <a:lnTo>
                    <a:pt x="1202" y="374"/>
                  </a:lnTo>
                  <a:lnTo>
                    <a:pt x="1201" y="376"/>
                  </a:lnTo>
                  <a:lnTo>
                    <a:pt x="1200" y="377"/>
                  </a:lnTo>
                  <a:lnTo>
                    <a:pt x="1200" y="379"/>
                  </a:lnTo>
                  <a:lnTo>
                    <a:pt x="1200" y="382"/>
                  </a:lnTo>
                  <a:lnTo>
                    <a:pt x="1200" y="384"/>
                  </a:lnTo>
                  <a:lnTo>
                    <a:pt x="1198" y="386"/>
                  </a:lnTo>
                  <a:lnTo>
                    <a:pt x="1195" y="385"/>
                  </a:lnTo>
                  <a:lnTo>
                    <a:pt x="1192" y="384"/>
                  </a:lnTo>
                  <a:lnTo>
                    <a:pt x="1189" y="383"/>
                  </a:lnTo>
                  <a:lnTo>
                    <a:pt x="1188" y="385"/>
                  </a:lnTo>
                  <a:lnTo>
                    <a:pt x="1187" y="387"/>
                  </a:lnTo>
                  <a:lnTo>
                    <a:pt x="1186" y="390"/>
                  </a:lnTo>
                  <a:lnTo>
                    <a:pt x="1183" y="391"/>
                  </a:lnTo>
                  <a:lnTo>
                    <a:pt x="1181" y="392"/>
                  </a:lnTo>
                  <a:lnTo>
                    <a:pt x="1178" y="392"/>
                  </a:lnTo>
                  <a:lnTo>
                    <a:pt x="1176" y="392"/>
                  </a:lnTo>
                  <a:lnTo>
                    <a:pt x="1173" y="392"/>
                  </a:lnTo>
                  <a:lnTo>
                    <a:pt x="1171" y="390"/>
                  </a:lnTo>
                  <a:lnTo>
                    <a:pt x="1169" y="388"/>
                  </a:lnTo>
                  <a:lnTo>
                    <a:pt x="1167" y="386"/>
                  </a:lnTo>
                  <a:lnTo>
                    <a:pt x="1165" y="385"/>
                  </a:lnTo>
                  <a:lnTo>
                    <a:pt x="1163" y="385"/>
                  </a:lnTo>
                  <a:lnTo>
                    <a:pt x="1160" y="384"/>
                  </a:lnTo>
                  <a:lnTo>
                    <a:pt x="1158" y="382"/>
                  </a:lnTo>
                  <a:lnTo>
                    <a:pt x="1158" y="380"/>
                  </a:lnTo>
                  <a:lnTo>
                    <a:pt x="1158" y="378"/>
                  </a:lnTo>
                  <a:lnTo>
                    <a:pt x="1157" y="376"/>
                  </a:lnTo>
                  <a:lnTo>
                    <a:pt x="1154" y="375"/>
                  </a:lnTo>
                  <a:lnTo>
                    <a:pt x="1151" y="374"/>
                  </a:lnTo>
                  <a:lnTo>
                    <a:pt x="1149" y="372"/>
                  </a:lnTo>
                  <a:lnTo>
                    <a:pt x="1149" y="370"/>
                  </a:lnTo>
                  <a:lnTo>
                    <a:pt x="1150" y="367"/>
                  </a:lnTo>
                  <a:lnTo>
                    <a:pt x="1152" y="365"/>
                  </a:lnTo>
                  <a:lnTo>
                    <a:pt x="1153" y="363"/>
                  </a:lnTo>
                  <a:lnTo>
                    <a:pt x="1155" y="361"/>
                  </a:lnTo>
                  <a:lnTo>
                    <a:pt x="1158" y="360"/>
                  </a:lnTo>
                  <a:lnTo>
                    <a:pt x="1160" y="359"/>
                  </a:lnTo>
                  <a:lnTo>
                    <a:pt x="1161" y="357"/>
                  </a:lnTo>
                  <a:lnTo>
                    <a:pt x="1161" y="355"/>
                  </a:lnTo>
                  <a:lnTo>
                    <a:pt x="1160" y="352"/>
                  </a:lnTo>
                  <a:lnTo>
                    <a:pt x="1161" y="349"/>
                  </a:lnTo>
                  <a:lnTo>
                    <a:pt x="1163" y="348"/>
                  </a:lnTo>
                  <a:lnTo>
                    <a:pt x="1166" y="348"/>
                  </a:lnTo>
                  <a:lnTo>
                    <a:pt x="1169" y="347"/>
                  </a:lnTo>
                  <a:lnTo>
                    <a:pt x="1171" y="346"/>
                  </a:lnTo>
                  <a:lnTo>
                    <a:pt x="1172" y="344"/>
                  </a:lnTo>
                  <a:lnTo>
                    <a:pt x="1174" y="343"/>
                  </a:lnTo>
                  <a:lnTo>
                    <a:pt x="1177" y="343"/>
                  </a:lnTo>
                  <a:lnTo>
                    <a:pt x="1179" y="345"/>
                  </a:lnTo>
                  <a:lnTo>
                    <a:pt x="1181" y="346"/>
                  </a:lnTo>
                  <a:lnTo>
                    <a:pt x="1182" y="346"/>
                  </a:lnTo>
                  <a:lnTo>
                    <a:pt x="1184" y="347"/>
                  </a:lnTo>
                  <a:lnTo>
                    <a:pt x="1186" y="347"/>
                  </a:lnTo>
                  <a:lnTo>
                    <a:pt x="1187" y="348"/>
                  </a:lnTo>
                  <a:lnTo>
                    <a:pt x="1189" y="349"/>
                  </a:lnTo>
                  <a:lnTo>
                    <a:pt x="1191" y="348"/>
                  </a:lnTo>
                  <a:lnTo>
                    <a:pt x="1194" y="347"/>
                  </a:lnTo>
                  <a:lnTo>
                    <a:pt x="1197" y="348"/>
                  </a:lnTo>
                  <a:lnTo>
                    <a:pt x="1198" y="350"/>
                  </a:lnTo>
                  <a:lnTo>
                    <a:pt x="1198" y="353"/>
                  </a:lnTo>
                  <a:lnTo>
                    <a:pt x="1196" y="356"/>
                  </a:lnTo>
                  <a:lnTo>
                    <a:pt x="1196" y="358"/>
                  </a:lnTo>
                  <a:lnTo>
                    <a:pt x="1197" y="360"/>
                  </a:lnTo>
                  <a:lnTo>
                    <a:pt x="1198" y="361"/>
                  </a:lnTo>
                  <a:lnTo>
                    <a:pt x="1200" y="363"/>
                  </a:lnTo>
                  <a:lnTo>
                    <a:pt x="1200" y="365"/>
                  </a:lnTo>
                  <a:close/>
                </a:path>
              </a:pathLst>
            </a:custGeom>
            <a:solidFill>
              <a:srgbClr val="DA9FC0">
                <a:alpha val="24000"/>
              </a:srgbClr>
            </a:solidFill>
            <a:ln>
              <a:noFill/>
            </a:ln>
          </p:spPr>
          <p:txBody>
            <a:bodyPr anchor="ctr"/>
            <a:lstStyle/>
            <a:p>
              <a:pPr algn="ctr">
                <a:buNone/>
              </a:pPr>
            </a:p>
          </p:txBody>
        </p:sp>
        <p:sp>
          <p:nvSpPr>
            <p:cNvPr id="7203" name="addition:input:202">
              <a:extLst>
                <a:ext uri="{FF2B5EF4-FFF2-40B4-BE49-F238E27FC236}">
                  <ns2:creationId id="{B88FC245-6B9A-49FD-8258-BD04A4890035}"/>
                </a:ext>
              </a:extLst>
            </p:cNvPr>
            <p:cNvSpPr>
              <a:spLocks noGrp="1"/>
            </p:cNvSpPr>
            <p:nvPr/>
          </p:nvSpPr>
          <p:spPr>
            <a:xfrm>
              <a:off x="209550" y="5438775"/>
              <a:ext cx="1935602" cy="851032"/>
            </a:xfrm>
            <a:custGeom>
              <a:rect l="l" t="t" r="r" b="b"/>
              <a:pathLst>
                <a:path w="1176" h="454">
                  <a:moveTo>
                    <a:pt x="0" y="0"/>
                  </a:moveTo>
                  <a:moveTo>
                    <a:pt x="1174" y="426"/>
                  </a:moveTo>
                  <a:lnTo>
                    <a:pt x="1175" y="428"/>
                  </a:lnTo>
                  <a:lnTo>
                    <a:pt x="1175" y="431"/>
                  </a:lnTo>
                  <a:lnTo>
                    <a:pt x="1176" y="434"/>
                  </a:lnTo>
                  <a:lnTo>
                    <a:pt x="1175" y="436"/>
                  </a:lnTo>
                  <a:lnTo>
                    <a:pt x="1173" y="438"/>
                  </a:lnTo>
                  <a:lnTo>
                    <a:pt x="1170" y="439"/>
                  </a:lnTo>
                  <a:lnTo>
                    <a:pt x="1166" y="439"/>
                  </a:lnTo>
                  <a:lnTo>
                    <a:pt x="1164" y="440"/>
                  </a:lnTo>
                  <a:lnTo>
                    <a:pt x="1163" y="442"/>
                  </a:lnTo>
                  <a:lnTo>
                    <a:pt x="1163" y="445"/>
                  </a:lnTo>
                  <a:lnTo>
                    <a:pt x="1162" y="448"/>
                  </a:lnTo>
                  <a:lnTo>
                    <a:pt x="1160" y="450"/>
                  </a:lnTo>
                  <a:lnTo>
                    <a:pt x="1157" y="450"/>
                  </a:lnTo>
                  <a:lnTo>
                    <a:pt x="1154" y="450"/>
                  </a:lnTo>
                  <a:lnTo>
                    <a:pt x="1151" y="451"/>
                  </a:lnTo>
                  <a:lnTo>
                    <a:pt x="1149" y="453"/>
                  </a:lnTo>
                  <a:lnTo>
                    <a:pt x="1146" y="454"/>
                  </a:lnTo>
                  <a:lnTo>
                    <a:pt x="1143" y="454"/>
                  </a:lnTo>
                  <a:lnTo>
                    <a:pt x="1140" y="453"/>
                  </a:lnTo>
                  <a:lnTo>
                    <a:pt x="1138" y="451"/>
                  </a:lnTo>
                  <a:lnTo>
                    <a:pt x="1135" y="451"/>
                  </a:lnTo>
                  <a:lnTo>
                    <a:pt x="1133" y="449"/>
                  </a:lnTo>
                  <a:lnTo>
                    <a:pt x="1131" y="447"/>
                  </a:lnTo>
                  <a:lnTo>
                    <a:pt x="1131" y="444"/>
                  </a:lnTo>
                  <a:lnTo>
                    <a:pt x="1130" y="443"/>
                  </a:lnTo>
                  <a:lnTo>
                    <a:pt x="1127" y="442"/>
                  </a:lnTo>
                  <a:lnTo>
                    <a:pt x="1123" y="443"/>
                  </a:lnTo>
                  <a:lnTo>
                    <a:pt x="1119" y="443"/>
                  </a:lnTo>
                  <a:lnTo>
                    <a:pt x="1117" y="442"/>
                  </a:lnTo>
                  <a:lnTo>
                    <a:pt x="1117" y="439"/>
                  </a:lnTo>
                  <a:lnTo>
                    <a:pt x="1119" y="436"/>
                  </a:lnTo>
                  <a:lnTo>
                    <a:pt x="1120" y="433"/>
                  </a:lnTo>
                  <a:lnTo>
                    <a:pt x="1120" y="430"/>
                  </a:lnTo>
                  <a:lnTo>
                    <a:pt x="1120" y="428"/>
                  </a:lnTo>
                  <a:lnTo>
                    <a:pt x="1121" y="426"/>
                  </a:lnTo>
                  <a:lnTo>
                    <a:pt x="1122" y="424"/>
                  </a:lnTo>
                  <a:lnTo>
                    <a:pt x="1123" y="422"/>
                  </a:lnTo>
                  <a:lnTo>
                    <a:pt x="1123" y="419"/>
                  </a:lnTo>
                  <a:lnTo>
                    <a:pt x="1123" y="417"/>
                  </a:lnTo>
                  <a:lnTo>
                    <a:pt x="1123" y="415"/>
                  </a:lnTo>
                  <a:lnTo>
                    <a:pt x="1125" y="413"/>
                  </a:lnTo>
                  <a:lnTo>
                    <a:pt x="1127" y="411"/>
                  </a:lnTo>
                  <a:lnTo>
                    <a:pt x="1128" y="410"/>
                  </a:lnTo>
                  <a:lnTo>
                    <a:pt x="1128" y="406"/>
                  </a:lnTo>
                  <a:lnTo>
                    <a:pt x="1128" y="403"/>
                  </a:lnTo>
                  <a:lnTo>
                    <a:pt x="1129" y="401"/>
                  </a:lnTo>
                  <a:lnTo>
                    <a:pt x="1132" y="400"/>
                  </a:lnTo>
                  <a:lnTo>
                    <a:pt x="1136" y="402"/>
                  </a:lnTo>
                  <a:lnTo>
                    <a:pt x="1138" y="404"/>
                  </a:lnTo>
                  <a:lnTo>
                    <a:pt x="1140" y="404"/>
                  </a:lnTo>
                  <a:lnTo>
                    <a:pt x="1142" y="403"/>
                  </a:lnTo>
                  <a:lnTo>
                    <a:pt x="1143" y="402"/>
                  </a:lnTo>
                  <a:lnTo>
                    <a:pt x="1145" y="402"/>
                  </a:lnTo>
                  <a:lnTo>
                    <a:pt x="1147" y="401"/>
                  </a:lnTo>
                  <a:lnTo>
                    <a:pt x="1150" y="400"/>
                  </a:lnTo>
                  <a:lnTo>
                    <a:pt x="1152" y="399"/>
                  </a:lnTo>
                  <a:lnTo>
                    <a:pt x="1155" y="399"/>
                  </a:lnTo>
                  <a:lnTo>
                    <a:pt x="1157" y="401"/>
                  </a:lnTo>
                  <a:lnTo>
                    <a:pt x="1158" y="404"/>
                  </a:lnTo>
                  <a:lnTo>
                    <a:pt x="1159" y="406"/>
                  </a:lnTo>
                  <a:lnTo>
                    <a:pt x="1161" y="408"/>
                  </a:lnTo>
                  <a:lnTo>
                    <a:pt x="1164" y="409"/>
                  </a:lnTo>
                  <a:lnTo>
                    <a:pt x="1166" y="410"/>
                  </a:lnTo>
                  <a:lnTo>
                    <a:pt x="1168" y="412"/>
                  </a:lnTo>
                  <a:lnTo>
                    <a:pt x="1167" y="415"/>
                  </a:lnTo>
                  <a:lnTo>
                    <a:pt x="1167" y="418"/>
                  </a:lnTo>
                  <a:lnTo>
                    <a:pt x="1167" y="420"/>
                  </a:lnTo>
                  <a:lnTo>
                    <a:pt x="1169" y="422"/>
                  </a:lnTo>
                  <a:lnTo>
                    <a:pt x="1172" y="424"/>
                  </a:lnTo>
                  <a:close/>
                </a:path>
              </a:pathLst>
            </a:custGeom>
            <a:solidFill>
              <a:srgbClr val="DA9FC0">
                <a:alpha val="24000"/>
              </a:srgbClr>
            </a:solidFill>
            <a:ln>
              <a:noFill/>
            </a:ln>
          </p:spPr>
          <p:txBody>
            <a:bodyPr anchor="ctr"/>
            <a:lstStyle/>
            <a:p>
              <a:pPr algn="ctr">
                <a:buNone/>
              </a:pPr>
            </a:p>
          </p:txBody>
        </p:sp>
        <p:sp>
          <p:nvSpPr>
            <p:cNvPr id="7204" name="addition:input:203">
              <a:extLst>
                <a:ext uri="{FF2B5EF4-FFF2-40B4-BE49-F238E27FC236}">
                  <ns2:creationId id="{A9DACF3E-71BE-411E-BE27-2227DF8B8D70}"/>
                </a:ext>
              </a:extLst>
            </p:cNvPr>
            <p:cNvSpPr>
              <a:spLocks noGrp="1"/>
            </p:cNvSpPr>
            <p:nvPr/>
          </p:nvSpPr>
          <p:spPr>
            <a:xfrm>
              <a:off x="209550" y="5438775"/>
              <a:ext cx="1812158" cy="881024"/>
            </a:xfrm>
            <a:custGeom>
              <a:rect l="l" t="t" r="r" b="b"/>
              <a:pathLst>
                <a:path w="1101" h="470">
                  <a:moveTo>
                    <a:pt x="0" y="0"/>
                  </a:moveTo>
                  <a:moveTo>
                    <a:pt x="1094" y="442"/>
                  </a:moveTo>
                  <a:lnTo>
                    <a:pt x="1094" y="444"/>
                  </a:lnTo>
                  <a:lnTo>
                    <a:pt x="1094" y="446"/>
                  </a:lnTo>
                  <a:lnTo>
                    <a:pt x="1093" y="448"/>
                  </a:lnTo>
                  <a:lnTo>
                    <a:pt x="1092" y="450"/>
                  </a:lnTo>
                  <a:lnTo>
                    <a:pt x="1091" y="453"/>
                  </a:lnTo>
                  <a:lnTo>
                    <a:pt x="1091" y="455"/>
                  </a:lnTo>
                  <a:lnTo>
                    <a:pt x="1090" y="458"/>
                  </a:lnTo>
                  <a:lnTo>
                    <a:pt x="1089" y="460"/>
                  </a:lnTo>
                  <a:lnTo>
                    <a:pt x="1087" y="461"/>
                  </a:lnTo>
                  <a:lnTo>
                    <a:pt x="1085" y="463"/>
                  </a:lnTo>
                  <a:lnTo>
                    <a:pt x="1084" y="465"/>
                  </a:lnTo>
                  <a:lnTo>
                    <a:pt x="1083" y="468"/>
                  </a:lnTo>
                  <a:lnTo>
                    <a:pt x="1081" y="470"/>
                  </a:lnTo>
                  <a:lnTo>
                    <a:pt x="1078" y="469"/>
                  </a:lnTo>
                  <a:lnTo>
                    <a:pt x="1075" y="466"/>
                  </a:lnTo>
                  <a:lnTo>
                    <a:pt x="1073" y="464"/>
                  </a:lnTo>
                  <a:lnTo>
                    <a:pt x="1071" y="464"/>
                  </a:lnTo>
                  <a:lnTo>
                    <a:pt x="1070" y="465"/>
                  </a:lnTo>
                  <a:lnTo>
                    <a:pt x="1068" y="467"/>
                  </a:lnTo>
                  <a:lnTo>
                    <a:pt x="1065" y="468"/>
                  </a:lnTo>
                  <a:lnTo>
                    <a:pt x="1063" y="468"/>
                  </a:lnTo>
                  <a:lnTo>
                    <a:pt x="1061" y="468"/>
                  </a:lnTo>
                  <a:lnTo>
                    <a:pt x="1058" y="468"/>
                  </a:lnTo>
                  <a:lnTo>
                    <a:pt x="1056" y="467"/>
                  </a:lnTo>
                  <a:lnTo>
                    <a:pt x="1054" y="464"/>
                  </a:lnTo>
                  <a:lnTo>
                    <a:pt x="1054" y="461"/>
                  </a:lnTo>
                  <a:lnTo>
                    <a:pt x="1053" y="458"/>
                  </a:lnTo>
                  <a:lnTo>
                    <a:pt x="1052" y="456"/>
                  </a:lnTo>
                  <a:lnTo>
                    <a:pt x="1050" y="455"/>
                  </a:lnTo>
                  <a:lnTo>
                    <a:pt x="1047" y="453"/>
                  </a:lnTo>
                  <a:lnTo>
                    <a:pt x="1046" y="451"/>
                  </a:lnTo>
                  <a:lnTo>
                    <a:pt x="1046" y="448"/>
                  </a:lnTo>
                  <a:lnTo>
                    <a:pt x="1047" y="446"/>
                  </a:lnTo>
                  <a:lnTo>
                    <a:pt x="1047" y="444"/>
                  </a:lnTo>
                  <a:lnTo>
                    <a:pt x="1045" y="442"/>
                  </a:lnTo>
                  <a:lnTo>
                    <a:pt x="1042" y="439"/>
                  </a:lnTo>
                  <a:lnTo>
                    <a:pt x="1040" y="436"/>
                  </a:lnTo>
                  <a:lnTo>
                    <a:pt x="1040" y="434"/>
                  </a:lnTo>
                  <a:lnTo>
                    <a:pt x="1041" y="431"/>
                  </a:lnTo>
                  <a:lnTo>
                    <a:pt x="1042" y="429"/>
                  </a:lnTo>
                  <a:lnTo>
                    <a:pt x="1044" y="427"/>
                  </a:lnTo>
                  <a:lnTo>
                    <a:pt x="1046" y="426"/>
                  </a:lnTo>
                  <a:lnTo>
                    <a:pt x="1049" y="425"/>
                  </a:lnTo>
                  <a:lnTo>
                    <a:pt x="1052" y="425"/>
                  </a:lnTo>
                  <a:lnTo>
                    <a:pt x="1055" y="424"/>
                  </a:lnTo>
                  <a:lnTo>
                    <a:pt x="1055" y="422"/>
                  </a:lnTo>
                  <a:lnTo>
                    <a:pt x="1056" y="418"/>
                  </a:lnTo>
                  <a:lnTo>
                    <a:pt x="1057" y="415"/>
                  </a:lnTo>
                  <a:lnTo>
                    <a:pt x="1060" y="413"/>
                  </a:lnTo>
                  <a:lnTo>
                    <a:pt x="1063" y="414"/>
                  </a:lnTo>
                  <a:lnTo>
                    <a:pt x="1066" y="415"/>
                  </a:lnTo>
                  <a:lnTo>
                    <a:pt x="1069" y="415"/>
                  </a:lnTo>
                  <a:lnTo>
                    <a:pt x="1072" y="414"/>
                  </a:lnTo>
                  <a:lnTo>
                    <a:pt x="1075" y="413"/>
                  </a:lnTo>
                  <a:lnTo>
                    <a:pt x="1078" y="414"/>
                  </a:lnTo>
                  <a:lnTo>
                    <a:pt x="1080" y="416"/>
                  </a:lnTo>
                  <a:lnTo>
                    <a:pt x="1082" y="418"/>
                  </a:lnTo>
                  <a:lnTo>
                    <a:pt x="1084" y="419"/>
                  </a:lnTo>
                  <a:lnTo>
                    <a:pt x="1086" y="420"/>
                  </a:lnTo>
                  <a:lnTo>
                    <a:pt x="1088" y="422"/>
                  </a:lnTo>
                  <a:lnTo>
                    <a:pt x="1089" y="424"/>
                  </a:lnTo>
                  <a:lnTo>
                    <a:pt x="1090" y="426"/>
                  </a:lnTo>
                  <a:lnTo>
                    <a:pt x="1092" y="427"/>
                  </a:lnTo>
                  <a:lnTo>
                    <a:pt x="1096" y="427"/>
                  </a:lnTo>
                  <a:lnTo>
                    <a:pt x="1100" y="428"/>
                  </a:lnTo>
                  <a:lnTo>
                    <a:pt x="1101" y="430"/>
                  </a:lnTo>
                  <a:lnTo>
                    <a:pt x="1100" y="434"/>
                  </a:lnTo>
                  <a:lnTo>
                    <a:pt x="1097" y="437"/>
                  </a:lnTo>
                  <a:lnTo>
                    <a:pt x="1095" y="439"/>
                  </a:lnTo>
                  <a:close/>
                </a:path>
              </a:pathLst>
            </a:custGeom>
            <a:solidFill>
              <a:srgbClr val="DA9FC0">
                <a:alpha val="24000"/>
              </a:srgbClr>
            </a:solidFill>
            <a:ln>
              <a:noFill/>
            </a:ln>
          </p:spPr>
          <p:txBody>
            <a:bodyPr anchor="ctr"/>
            <a:lstStyle/>
            <a:p>
              <a:pPr algn="ctr">
                <a:buNone/>
              </a:pPr>
            </a:p>
          </p:txBody>
        </p:sp>
        <p:sp>
          <p:nvSpPr>
            <p:cNvPr id="7205" name="addition:input:204">
              <a:extLst>
                <a:ext uri="{FF2B5EF4-FFF2-40B4-BE49-F238E27FC236}">
                  <ns2:creationId id="{A741A9AD-C84D-41BF-95D7-51C4FED57BE8}"/>
                </a:ext>
              </a:extLst>
            </p:cNvPr>
            <p:cNvSpPr>
              <a:spLocks noGrp="1"/>
            </p:cNvSpPr>
            <p:nvPr/>
          </p:nvSpPr>
          <p:spPr>
            <a:xfrm>
              <a:off x="209550" y="5438775"/>
              <a:ext cx="1692006" cy="828538"/>
            </a:xfrm>
            <a:custGeom>
              <a:rect l="l" t="t" r="r" b="b"/>
              <a:pathLst>
                <a:path w="1028" h="442">
                  <a:moveTo>
                    <a:pt x="0" y="0"/>
                  </a:moveTo>
                  <a:moveTo>
                    <a:pt x="1028" y="413"/>
                  </a:moveTo>
                  <a:lnTo>
                    <a:pt x="1028" y="416"/>
                  </a:lnTo>
                  <a:lnTo>
                    <a:pt x="1026" y="418"/>
                  </a:lnTo>
                  <a:lnTo>
                    <a:pt x="1025" y="420"/>
                  </a:lnTo>
                  <a:lnTo>
                    <a:pt x="1025" y="423"/>
                  </a:lnTo>
                  <a:lnTo>
                    <a:pt x="1024" y="425"/>
                  </a:lnTo>
                  <a:lnTo>
                    <a:pt x="1023" y="427"/>
                  </a:lnTo>
                  <a:lnTo>
                    <a:pt x="1020" y="428"/>
                  </a:lnTo>
                  <a:lnTo>
                    <a:pt x="1017" y="429"/>
                  </a:lnTo>
                  <a:lnTo>
                    <a:pt x="1015" y="429"/>
                  </a:lnTo>
                  <a:lnTo>
                    <a:pt x="1014" y="431"/>
                  </a:lnTo>
                  <a:lnTo>
                    <a:pt x="1013" y="435"/>
                  </a:lnTo>
                  <a:lnTo>
                    <a:pt x="1012" y="439"/>
                  </a:lnTo>
                  <a:lnTo>
                    <a:pt x="1011" y="441"/>
                  </a:lnTo>
                  <a:lnTo>
                    <a:pt x="1008" y="442"/>
                  </a:lnTo>
                  <a:lnTo>
                    <a:pt x="1005" y="442"/>
                  </a:lnTo>
                  <a:lnTo>
                    <a:pt x="1003" y="441"/>
                  </a:lnTo>
                  <a:lnTo>
                    <a:pt x="1000" y="441"/>
                  </a:lnTo>
                  <a:lnTo>
                    <a:pt x="998" y="440"/>
                  </a:lnTo>
                  <a:lnTo>
                    <a:pt x="996" y="438"/>
                  </a:lnTo>
                  <a:lnTo>
                    <a:pt x="995" y="436"/>
                  </a:lnTo>
                  <a:lnTo>
                    <a:pt x="993" y="436"/>
                  </a:lnTo>
                  <a:lnTo>
                    <a:pt x="991" y="437"/>
                  </a:lnTo>
                  <a:lnTo>
                    <a:pt x="988" y="437"/>
                  </a:lnTo>
                  <a:lnTo>
                    <a:pt x="986" y="437"/>
                  </a:lnTo>
                  <a:lnTo>
                    <a:pt x="985" y="434"/>
                  </a:lnTo>
                  <a:lnTo>
                    <a:pt x="985" y="432"/>
                  </a:lnTo>
                  <a:lnTo>
                    <a:pt x="984" y="430"/>
                  </a:lnTo>
                  <a:lnTo>
                    <a:pt x="982" y="429"/>
                  </a:lnTo>
                  <a:lnTo>
                    <a:pt x="979" y="429"/>
                  </a:lnTo>
                  <a:lnTo>
                    <a:pt x="978" y="427"/>
                  </a:lnTo>
                  <a:lnTo>
                    <a:pt x="978" y="424"/>
                  </a:lnTo>
                  <a:lnTo>
                    <a:pt x="979" y="420"/>
                  </a:lnTo>
                  <a:lnTo>
                    <a:pt x="981" y="418"/>
                  </a:lnTo>
                  <a:lnTo>
                    <a:pt x="981" y="415"/>
                  </a:lnTo>
                  <a:lnTo>
                    <a:pt x="982" y="413"/>
                  </a:lnTo>
                  <a:lnTo>
                    <a:pt x="982" y="411"/>
                  </a:lnTo>
                  <a:lnTo>
                    <a:pt x="983" y="409"/>
                  </a:lnTo>
                  <a:lnTo>
                    <a:pt x="982" y="407"/>
                  </a:lnTo>
                  <a:lnTo>
                    <a:pt x="981" y="404"/>
                  </a:lnTo>
                  <a:lnTo>
                    <a:pt x="979" y="400"/>
                  </a:lnTo>
                  <a:lnTo>
                    <a:pt x="979" y="397"/>
                  </a:lnTo>
                  <a:lnTo>
                    <a:pt x="980" y="395"/>
                  </a:lnTo>
                  <a:lnTo>
                    <a:pt x="983" y="395"/>
                  </a:lnTo>
                  <a:lnTo>
                    <a:pt x="986" y="394"/>
                  </a:lnTo>
                  <a:lnTo>
                    <a:pt x="987" y="393"/>
                  </a:lnTo>
                  <a:lnTo>
                    <a:pt x="988" y="391"/>
                  </a:lnTo>
                  <a:lnTo>
                    <a:pt x="989" y="389"/>
                  </a:lnTo>
                  <a:lnTo>
                    <a:pt x="991" y="388"/>
                  </a:lnTo>
                  <a:lnTo>
                    <a:pt x="993" y="389"/>
                  </a:lnTo>
                  <a:lnTo>
                    <a:pt x="995" y="389"/>
                  </a:lnTo>
                  <a:lnTo>
                    <a:pt x="996" y="389"/>
                  </a:lnTo>
                  <a:lnTo>
                    <a:pt x="998" y="388"/>
                  </a:lnTo>
                  <a:lnTo>
                    <a:pt x="1000" y="387"/>
                  </a:lnTo>
                  <a:lnTo>
                    <a:pt x="1002" y="387"/>
                  </a:lnTo>
                  <a:lnTo>
                    <a:pt x="1004" y="387"/>
                  </a:lnTo>
                  <a:lnTo>
                    <a:pt x="1007" y="386"/>
                  </a:lnTo>
                  <a:lnTo>
                    <a:pt x="1010" y="385"/>
                  </a:lnTo>
                  <a:lnTo>
                    <a:pt x="1012" y="385"/>
                  </a:lnTo>
                  <a:lnTo>
                    <a:pt x="1014" y="388"/>
                  </a:lnTo>
                  <a:lnTo>
                    <a:pt x="1015" y="392"/>
                  </a:lnTo>
                  <a:lnTo>
                    <a:pt x="1015" y="396"/>
                  </a:lnTo>
                  <a:lnTo>
                    <a:pt x="1015" y="399"/>
                  </a:lnTo>
                  <a:lnTo>
                    <a:pt x="1017" y="400"/>
                  </a:lnTo>
                  <a:lnTo>
                    <a:pt x="1020" y="400"/>
                  </a:lnTo>
                  <a:lnTo>
                    <a:pt x="1023" y="401"/>
                  </a:lnTo>
                  <a:lnTo>
                    <a:pt x="1024" y="404"/>
                  </a:lnTo>
                  <a:lnTo>
                    <a:pt x="1025" y="406"/>
                  </a:lnTo>
                  <a:lnTo>
                    <a:pt x="1026" y="408"/>
                  </a:lnTo>
                  <a:lnTo>
                    <a:pt x="1027" y="411"/>
                  </a:lnTo>
                  <a:close/>
                </a:path>
              </a:pathLst>
            </a:custGeom>
            <a:solidFill>
              <a:srgbClr val="DA9FC0">
                <a:alpha val="24000"/>
              </a:srgbClr>
            </a:solidFill>
            <a:ln>
              <a:noFill/>
            </a:ln>
          </p:spPr>
          <p:txBody>
            <a:bodyPr anchor="ctr"/>
            <a:lstStyle/>
            <a:p>
              <a:pPr algn="ctr">
                <a:buNone/>
              </a:pPr>
            </a:p>
          </p:txBody>
        </p:sp>
        <p:sp>
          <p:nvSpPr>
            <p:cNvPr id="7206" name="addition:input:205">
              <a:extLst>
                <a:ext uri="{FF2B5EF4-FFF2-40B4-BE49-F238E27FC236}">
                  <ns2:creationId id="{AAEF7D9A-51A2-4A73-B4EE-73788E977BC2}"/>
                </a:ext>
              </a:extLst>
            </p:cNvPr>
            <p:cNvSpPr>
              <a:spLocks noGrp="1"/>
            </p:cNvSpPr>
            <p:nvPr/>
          </p:nvSpPr>
          <p:spPr>
            <a:xfrm>
              <a:off x="209550" y="5438775"/>
              <a:ext cx="1659087" cy="706694"/>
            </a:xfrm>
            <a:custGeom>
              <a:rect l="l" t="t" r="r" b="b"/>
              <a:pathLst>
                <a:path w="1008" h="377">
                  <a:moveTo>
                    <a:pt x="0" y="0"/>
                  </a:moveTo>
                  <a:moveTo>
                    <a:pt x="1006" y="351"/>
                  </a:moveTo>
                  <a:lnTo>
                    <a:pt x="1006" y="353"/>
                  </a:lnTo>
                  <a:lnTo>
                    <a:pt x="1005" y="355"/>
                  </a:lnTo>
                  <a:lnTo>
                    <a:pt x="1004" y="357"/>
                  </a:lnTo>
                  <a:lnTo>
                    <a:pt x="1002" y="359"/>
                  </a:lnTo>
                  <a:lnTo>
                    <a:pt x="1001" y="361"/>
                  </a:lnTo>
                  <a:lnTo>
                    <a:pt x="1000" y="363"/>
                  </a:lnTo>
                  <a:lnTo>
                    <a:pt x="999" y="365"/>
                  </a:lnTo>
                  <a:lnTo>
                    <a:pt x="998" y="366"/>
                  </a:lnTo>
                  <a:lnTo>
                    <a:pt x="996" y="367"/>
                  </a:lnTo>
                  <a:lnTo>
                    <a:pt x="995" y="368"/>
                  </a:lnTo>
                  <a:lnTo>
                    <a:pt x="994" y="371"/>
                  </a:lnTo>
                  <a:lnTo>
                    <a:pt x="993" y="375"/>
                  </a:lnTo>
                  <a:lnTo>
                    <a:pt x="992" y="377"/>
                  </a:lnTo>
                  <a:lnTo>
                    <a:pt x="989" y="377"/>
                  </a:lnTo>
                  <a:lnTo>
                    <a:pt x="987" y="375"/>
                  </a:lnTo>
                  <a:lnTo>
                    <a:pt x="985" y="373"/>
                  </a:lnTo>
                  <a:lnTo>
                    <a:pt x="983" y="372"/>
                  </a:lnTo>
                  <a:lnTo>
                    <a:pt x="982" y="372"/>
                  </a:lnTo>
                  <a:lnTo>
                    <a:pt x="980" y="373"/>
                  </a:lnTo>
                  <a:lnTo>
                    <a:pt x="979" y="373"/>
                  </a:lnTo>
                  <a:lnTo>
                    <a:pt x="977" y="372"/>
                  </a:lnTo>
                  <a:lnTo>
                    <a:pt x="976" y="372"/>
                  </a:lnTo>
                  <a:lnTo>
                    <a:pt x="974" y="373"/>
                  </a:lnTo>
                  <a:lnTo>
                    <a:pt x="972" y="373"/>
                  </a:lnTo>
                  <a:lnTo>
                    <a:pt x="970" y="371"/>
                  </a:lnTo>
                  <a:lnTo>
                    <a:pt x="970" y="369"/>
                  </a:lnTo>
                  <a:lnTo>
                    <a:pt x="970" y="366"/>
                  </a:lnTo>
                  <a:lnTo>
                    <a:pt x="969" y="365"/>
                  </a:lnTo>
                  <a:lnTo>
                    <a:pt x="967" y="364"/>
                  </a:lnTo>
                  <a:lnTo>
                    <a:pt x="965" y="362"/>
                  </a:lnTo>
                  <a:lnTo>
                    <a:pt x="965" y="360"/>
                  </a:lnTo>
                  <a:lnTo>
                    <a:pt x="966" y="357"/>
                  </a:lnTo>
                  <a:lnTo>
                    <a:pt x="967" y="355"/>
                  </a:lnTo>
                  <a:lnTo>
                    <a:pt x="968" y="353"/>
                  </a:lnTo>
                  <a:lnTo>
                    <a:pt x="967" y="351"/>
                  </a:lnTo>
                  <a:lnTo>
                    <a:pt x="965" y="349"/>
                  </a:lnTo>
                  <a:lnTo>
                    <a:pt x="964" y="347"/>
                  </a:lnTo>
                  <a:lnTo>
                    <a:pt x="963" y="344"/>
                  </a:lnTo>
                  <a:lnTo>
                    <a:pt x="963" y="342"/>
                  </a:lnTo>
                  <a:lnTo>
                    <a:pt x="963" y="339"/>
                  </a:lnTo>
                  <a:lnTo>
                    <a:pt x="963" y="337"/>
                  </a:lnTo>
                  <a:lnTo>
                    <a:pt x="964" y="335"/>
                  </a:lnTo>
                  <a:lnTo>
                    <a:pt x="967" y="335"/>
                  </a:lnTo>
                  <a:lnTo>
                    <a:pt x="969" y="335"/>
                  </a:lnTo>
                  <a:lnTo>
                    <a:pt x="971" y="335"/>
                  </a:lnTo>
                  <a:lnTo>
                    <a:pt x="972" y="333"/>
                  </a:lnTo>
                  <a:lnTo>
                    <a:pt x="973" y="331"/>
                  </a:lnTo>
                  <a:lnTo>
                    <a:pt x="974" y="328"/>
                  </a:lnTo>
                  <a:lnTo>
                    <a:pt x="976" y="328"/>
                  </a:lnTo>
                  <a:lnTo>
                    <a:pt x="978" y="328"/>
                  </a:lnTo>
                  <a:lnTo>
                    <a:pt x="980" y="329"/>
                  </a:lnTo>
                  <a:lnTo>
                    <a:pt x="981" y="328"/>
                  </a:lnTo>
                  <a:lnTo>
                    <a:pt x="983" y="326"/>
                  </a:lnTo>
                  <a:lnTo>
                    <a:pt x="986" y="325"/>
                  </a:lnTo>
                  <a:lnTo>
                    <a:pt x="988" y="325"/>
                  </a:lnTo>
                  <a:lnTo>
                    <a:pt x="990" y="326"/>
                  </a:lnTo>
                  <a:lnTo>
                    <a:pt x="992" y="328"/>
                  </a:lnTo>
                  <a:lnTo>
                    <a:pt x="994" y="329"/>
                  </a:lnTo>
                  <a:lnTo>
                    <a:pt x="996" y="331"/>
                  </a:lnTo>
                  <a:lnTo>
                    <a:pt x="997" y="333"/>
                  </a:lnTo>
                  <a:lnTo>
                    <a:pt x="997" y="336"/>
                  </a:lnTo>
                  <a:lnTo>
                    <a:pt x="998" y="338"/>
                  </a:lnTo>
                  <a:lnTo>
                    <a:pt x="999" y="339"/>
                  </a:lnTo>
                  <a:lnTo>
                    <a:pt x="1003" y="339"/>
                  </a:lnTo>
                  <a:lnTo>
                    <a:pt x="1006" y="340"/>
                  </a:lnTo>
                  <a:lnTo>
                    <a:pt x="1008" y="341"/>
                  </a:lnTo>
                  <a:lnTo>
                    <a:pt x="1008" y="344"/>
                  </a:lnTo>
                  <a:lnTo>
                    <a:pt x="1007" y="346"/>
                  </a:lnTo>
                  <a:lnTo>
                    <a:pt x="1006" y="349"/>
                  </a:lnTo>
                  <a:close/>
                </a:path>
              </a:pathLst>
            </a:custGeom>
            <a:solidFill>
              <a:srgbClr val="DA9FC0">
                <a:alpha val="24000"/>
              </a:srgbClr>
            </a:solidFill>
            <a:ln>
              <a:noFill/>
            </a:ln>
          </p:spPr>
          <p:txBody>
            <a:bodyPr anchor="ctr"/>
            <a:lstStyle/>
            <a:p>
              <a:pPr algn="ctr">
                <a:buNone/>
              </a:pPr>
            </a:p>
          </p:txBody>
        </p:sp>
        <p:sp>
          <p:nvSpPr>
            <p:cNvPr id="7207" name="addition:input:206">
              <a:extLst>
                <a:ext uri="{FF2B5EF4-FFF2-40B4-BE49-F238E27FC236}">
                  <ns2:creationId id="{D6D02E48-1BDE-40D2-BC13-E5706033A962}"/>
                </a:ext>
              </a:extLst>
            </p:cNvPr>
            <p:cNvSpPr>
              <a:spLocks noGrp="1"/>
            </p:cNvSpPr>
            <p:nvPr/>
          </p:nvSpPr>
          <p:spPr>
            <a:xfrm>
              <a:off x="209550" y="5438775"/>
              <a:ext cx="1721632" cy="597972"/>
            </a:xfrm>
            <a:custGeom>
              <a:rect l="l" t="t" r="r" b="b"/>
              <a:pathLst>
                <a:path w="1046" h="319">
                  <a:moveTo>
                    <a:pt x="0" y="0"/>
                  </a:moveTo>
                  <a:moveTo>
                    <a:pt x="1044" y="295"/>
                  </a:moveTo>
                  <a:lnTo>
                    <a:pt x="1043" y="297"/>
                  </a:lnTo>
                  <a:lnTo>
                    <a:pt x="1041" y="299"/>
                  </a:lnTo>
                  <a:lnTo>
                    <a:pt x="1038" y="300"/>
                  </a:lnTo>
                  <a:lnTo>
                    <a:pt x="1037" y="302"/>
                  </a:lnTo>
                  <a:lnTo>
                    <a:pt x="1038" y="304"/>
                  </a:lnTo>
                  <a:lnTo>
                    <a:pt x="1040" y="307"/>
                  </a:lnTo>
                  <a:lnTo>
                    <a:pt x="1041" y="311"/>
                  </a:lnTo>
                  <a:lnTo>
                    <a:pt x="1040" y="313"/>
                  </a:lnTo>
                  <a:lnTo>
                    <a:pt x="1037" y="314"/>
                  </a:lnTo>
                  <a:lnTo>
                    <a:pt x="1034" y="314"/>
                  </a:lnTo>
                  <a:lnTo>
                    <a:pt x="1031" y="315"/>
                  </a:lnTo>
                  <a:lnTo>
                    <a:pt x="1029" y="315"/>
                  </a:lnTo>
                  <a:lnTo>
                    <a:pt x="1028" y="316"/>
                  </a:lnTo>
                  <a:lnTo>
                    <a:pt x="1025" y="317"/>
                  </a:lnTo>
                  <a:lnTo>
                    <a:pt x="1023" y="316"/>
                  </a:lnTo>
                  <a:lnTo>
                    <a:pt x="1021" y="317"/>
                  </a:lnTo>
                  <a:lnTo>
                    <a:pt x="1019" y="318"/>
                  </a:lnTo>
                  <a:lnTo>
                    <a:pt x="1017" y="319"/>
                  </a:lnTo>
                  <a:lnTo>
                    <a:pt x="1015" y="319"/>
                  </a:lnTo>
                  <a:lnTo>
                    <a:pt x="1013" y="318"/>
                  </a:lnTo>
                  <a:lnTo>
                    <a:pt x="1011" y="317"/>
                  </a:lnTo>
                  <a:lnTo>
                    <a:pt x="1008" y="316"/>
                  </a:lnTo>
                  <a:lnTo>
                    <a:pt x="1005" y="317"/>
                  </a:lnTo>
                  <a:lnTo>
                    <a:pt x="1001" y="318"/>
                  </a:lnTo>
                  <a:lnTo>
                    <a:pt x="998" y="317"/>
                  </a:lnTo>
                  <a:lnTo>
                    <a:pt x="997" y="314"/>
                  </a:lnTo>
                  <a:lnTo>
                    <a:pt x="998" y="310"/>
                  </a:lnTo>
                  <a:lnTo>
                    <a:pt x="998" y="307"/>
                  </a:lnTo>
                  <a:lnTo>
                    <a:pt x="997" y="305"/>
                  </a:lnTo>
                  <a:lnTo>
                    <a:pt x="995" y="304"/>
                  </a:lnTo>
                  <a:lnTo>
                    <a:pt x="993" y="302"/>
                  </a:lnTo>
                  <a:lnTo>
                    <a:pt x="991" y="301"/>
                  </a:lnTo>
                  <a:lnTo>
                    <a:pt x="989" y="299"/>
                  </a:lnTo>
                  <a:lnTo>
                    <a:pt x="987" y="297"/>
                  </a:lnTo>
                  <a:lnTo>
                    <a:pt x="984" y="295"/>
                  </a:lnTo>
                  <a:lnTo>
                    <a:pt x="983" y="292"/>
                  </a:lnTo>
                  <a:lnTo>
                    <a:pt x="984" y="290"/>
                  </a:lnTo>
                  <a:lnTo>
                    <a:pt x="987" y="288"/>
                  </a:lnTo>
                  <a:lnTo>
                    <a:pt x="990" y="286"/>
                  </a:lnTo>
                  <a:lnTo>
                    <a:pt x="990" y="285"/>
                  </a:lnTo>
                  <a:lnTo>
                    <a:pt x="990" y="282"/>
                  </a:lnTo>
                  <a:lnTo>
                    <a:pt x="991" y="280"/>
                  </a:lnTo>
                  <a:lnTo>
                    <a:pt x="993" y="278"/>
                  </a:lnTo>
                  <a:lnTo>
                    <a:pt x="997" y="278"/>
                  </a:lnTo>
                  <a:lnTo>
                    <a:pt x="1000" y="278"/>
                  </a:lnTo>
                  <a:lnTo>
                    <a:pt x="1002" y="277"/>
                  </a:lnTo>
                  <a:lnTo>
                    <a:pt x="1004" y="275"/>
                  </a:lnTo>
                  <a:lnTo>
                    <a:pt x="1005" y="272"/>
                  </a:lnTo>
                  <a:lnTo>
                    <a:pt x="1008" y="270"/>
                  </a:lnTo>
                  <a:lnTo>
                    <a:pt x="1011" y="269"/>
                  </a:lnTo>
                  <a:lnTo>
                    <a:pt x="1014" y="268"/>
                  </a:lnTo>
                  <a:lnTo>
                    <a:pt x="1017" y="267"/>
                  </a:lnTo>
                  <a:lnTo>
                    <a:pt x="1020" y="267"/>
                  </a:lnTo>
                  <a:lnTo>
                    <a:pt x="1023" y="269"/>
                  </a:lnTo>
                  <a:lnTo>
                    <a:pt x="1025" y="272"/>
                  </a:lnTo>
                  <a:lnTo>
                    <a:pt x="1027" y="275"/>
                  </a:lnTo>
                  <a:lnTo>
                    <a:pt x="1029" y="276"/>
                  </a:lnTo>
                  <a:lnTo>
                    <a:pt x="1031" y="276"/>
                  </a:lnTo>
                  <a:lnTo>
                    <a:pt x="1035" y="275"/>
                  </a:lnTo>
                  <a:lnTo>
                    <a:pt x="1038" y="275"/>
                  </a:lnTo>
                  <a:lnTo>
                    <a:pt x="1040" y="276"/>
                  </a:lnTo>
                  <a:lnTo>
                    <a:pt x="1040" y="278"/>
                  </a:lnTo>
                  <a:lnTo>
                    <a:pt x="1041" y="280"/>
                  </a:lnTo>
                  <a:lnTo>
                    <a:pt x="1043" y="282"/>
                  </a:lnTo>
                  <a:lnTo>
                    <a:pt x="1045" y="283"/>
                  </a:lnTo>
                  <a:lnTo>
                    <a:pt x="1046" y="285"/>
                  </a:lnTo>
                  <a:lnTo>
                    <a:pt x="1046" y="288"/>
                  </a:lnTo>
                  <a:lnTo>
                    <a:pt x="1045" y="290"/>
                  </a:lnTo>
                  <a:lnTo>
                    <a:pt x="1045" y="292"/>
                  </a:lnTo>
                  <a:close/>
                </a:path>
              </a:pathLst>
            </a:custGeom>
            <a:solidFill>
              <a:srgbClr val="DA9FC0">
                <a:alpha val="24000"/>
              </a:srgbClr>
            </a:solidFill>
            <a:ln>
              <a:noFill/>
            </a:ln>
          </p:spPr>
          <p:txBody>
            <a:bodyPr anchor="ctr"/>
            <a:lstStyle/>
            <a:p>
              <a:pPr algn="ctr">
                <a:buNone/>
              </a:pPr>
            </a:p>
          </p:txBody>
        </p:sp>
        <p:sp>
          <p:nvSpPr>
            <p:cNvPr id="7208" name="addition:input:207">
              <a:extLst>
                <a:ext uri="{FF2B5EF4-FFF2-40B4-BE49-F238E27FC236}">
                  <ns2:creationId id="{DA696F40-3529-4691-BA03-5A2C27E05875}"/>
                </a:ext>
              </a:extLst>
            </p:cNvPr>
            <p:cNvSpPr>
              <a:spLocks noGrp="1"/>
            </p:cNvSpPr>
            <p:nvPr/>
          </p:nvSpPr>
          <p:spPr>
            <a:xfrm>
              <a:off x="209550" y="5438775"/>
              <a:ext cx="1836847" cy="556732"/>
            </a:xfrm>
            <a:custGeom>
              <a:rect l="l" t="t" r="r" b="b"/>
              <a:pathLst>
                <a:path w="1116" h="297">
                  <a:moveTo>
                    <a:pt x="0" y="0"/>
                  </a:moveTo>
                  <a:moveTo>
                    <a:pt x="1114" y="274"/>
                  </a:moveTo>
                  <a:lnTo>
                    <a:pt x="1112" y="276"/>
                  </a:lnTo>
                  <a:lnTo>
                    <a:pt x="1112" y="278"/>
                  </a:lnTo>
                  <a:lnTo>
                    <a:pt x="1112" y="280"/>
                  </a:lnTo>
                  <a:lnTo>
                    <a:pt x="1112" y="282"/>
                  </a:lnTo>
                  <a:lnTo>
                    <a:pt x="1110" y="284"/>
                  </a:lnTo>
                  <a:lnTo>
                    <a:pt x="1107" y="285"/>
                  </a:lnTo>
                  <a:lnTo>
                    <a:pt x="1105" y="286"/>
                  </a:lnTo>
                  <a:lnTo>
                    <a:pt x="1104" y="287"/>
                  </a:lnTo>
                  <a:lnTo>
                    <a:pt x="1104" y="290"/>
                  </a:lnTo>
                  <a:lnTo>
                    <a:pt x="1104" y="293"/>
                  </a:lnTo>
                  <a:lnTo>
                    <a:pt x="1103" y="296"/>
                  </a:lnTo>
                  <a:lnTo>
                    <a:pt x="1100" y="297"/>
                  </a:lnTo>
                  <a:lnTo>
                    <a:pt x="1098" y="297"/>
                  </a:lnTo>
                  <a:lnTo>
                    <a:pt x="1096" y="297"/>
                  </a:lnTo>
                  <a:lnTo>
                    <a:pt x="1094" y="297"/>
                  </a:lnTo>
                  <a:lnTo>
                    <a:pt x="1092" y="296"/>
                  </a:lnTo>
                  <a:lnTo>
                    <a:pt x="1090" y="295"/>
                  </a:lnTo>
                  <a:lnTo>
                    <a:pt x="1088" y="293"/>
                  </a:lnTo>
                  <a:lnTo>
                    <a:pt x="1087" y="293"/>
                  </a:lnTo>
                  <a:lnTo>
                    <a:pt x="1085" y="295"/>
                  </a:lnTo>
                  <a:lnTo>
                    <a:pt x="1083" y="297"/>
                  </a:lnTo>
                  <a:lnTo>
                    <a:pt x="1081" y="297"/>
                  </a:lnTo>
                  <a:lnTo>
                    <a:pt x="1079" y="296"/>
                  </a:lnTo>
                  <a:lnTo>
                    <a:pt x="1079" y="293"/>
                  </a:lnTo>
                  <a:lnTo>
                    <a:pt x="1078" y="292"/>
                  </a:lnTo>
                  <a:lnTo>
                    <a:pt x="1076" y="291"/>
                  </a:lnTo>
                  <a:lnTo>
                    <a:pt x="1074" y="290"/>
                  </a:lnTo>
                  <a:lnTo>
                    <a:pt x="1072" y="289"/>
                  </a:lnTo>
                  <a:lnTo>
                    <a:pt x="1071" y="287"/>
                  </a:lnTo>
                  <a:lnTo>
                    <a:pt x="1072" y="284"/>
                  </a:lnTo>
                  <a:lnTo>
                    <a:pt x="1072" y="282"/>
                  </a:lnTo>
                  <a:lnTo>
                    <a:pt x="1072" y="280"/>
                  </a:lnTo>
                  <a:lnTo>
                    <a:pt x="1071" y="278"/>
                  </a:lnTo>
                  <a:lnTo>
                    <a:pt x="1071" y="276"/>
                  </a:lnTo>
                  <a:lnTo>
                    <a:pt x="1071" y="274"/>
                  </a:lnTo>
                  <a:lnTo>
                    <a:pt x="1071" y="272"/>
                  </a:lnTo>
                  <a:lnTo>
                    <a:pt x="1069" y="270"/>
                  </a:lnTo>
                  <a:lnTo>
                    <a:pt x="1066" y="267"/>
                  </a:lnTo>
                  <a:lnTo>
                    <a:pt x="1065" y="265"/>
                  </a:lnTo>
                  <a:lnTo>
                    <a:pt x="1066" y="263"/>
                  </a:lnTo>
                  <a:lnTo>
                    <a:pt x="1069" y="262"/>
                  </a:lnTo>
                  <a:lnTo>
                    <a:pt x="1071" y="261"/>
                  </a:lnTo>
                  <a:lnTo>
                    <a:pt x="1073" y="260"/>
                  </a:lnTo>
                  <a:lnTo>
                    <a:pt x="1074" y="259"/>
                  </a:lnTo>
                  <a:lnTo>
                    <a:pt x="1075" y="257"/>
                  </a:lnTo>
                  <a:lnTo>
                    <a:pt x="1076" y="256"/>
                  </a:lnTo>
                  <a:lnTo>
                    <a:pt x="1078" y="255"/>
                  </a:lnTo>
                  <a:lnTo>
                    <a:pt x="1080" y="255"/>
                  </a:lnTo>
                  <a:lnTo>
                    <a:pt x="1082" y="254"/>
                  </a:lnTo>
                  <a:lnTo>
                    <a:pt x="1084" y="252"/>
                  </a:lnTo>
                  <a:lnTo>
                    <a:pt x="1086" y="251"/>
                  </a:lnTo>
                  <a:lnTo>
                    <a:pt x="1088" y="251"/>
                  </a:lnTo>
                  <a:lnTo>
                    <a:pt x="1090" y="251"/>
                  </a:lnTo>
                  <a:lnTo>
                    <a:pt x="1093" y="251"/>
                  </a:lnTo>
                  <a:lnTo>
                    <a:pt x="1095" y="250"/>
                  </a:lnTo>
                  <a:lnTo>
                    <a:pt x="1098" y="249"/>
                  </a:lnTo>
                  <a:lnTo>
                    <a:pt x="1100" y="251"/>
                  </a:lnTo>
                  <a:lnTo>
                    <a:pt x="1102" y="254"/>
                  </a:lnTo>
                  <a:lnTo>
                    <a:pt x="1102" y="257"/>
                  </a:lnTo>
                  <a:lnTo>
                    <a:pt x="1103" y="260"/>
                  </a:lnTo>
                  <a:lnTo>
                    <a:pt x="1104" y="261"/>
                  </a:lnTo>
                  <a:lnTo>
                    <a:pt x="1107" y="261"/>
                  </a:lnTo>
                  <a:lnTo>
                    <a:pt x="1110" y="261"/>
                  </a:lnTo>
                  <a:lnTo>
                    <a:pt x="1112" y="262"/>
                  </a:lnTo>
                  <a:lnTo>
                    <a:pt x="1113" y="264"/>
                  </a:lnTo>
                  <a:lnTo>
                    <a:pt x="1114" y="266"/>
                  </a:lnTo>
                  <a:lnTo>
                    <a:pt x="1116" y="268"/>
                  </a:lnTo>
                  <a:lnTo>
                    <a:pt x="1116" y="270"/>
                  </a:lnTo>
                  <a:lnTo>
                    <a:pt x="1115" y="272"/>
                  </a:lnTo>
                  <a:close/>
                </a:path>
              </a:pathLst>
            </a:custGeom>
            <a:solidFill>
              <a:srgbClr val="DA9FC0">
                <a:alpha val="24000"/>
              </a:srgbClr>
            </a:solidFill>
            <a:ln>
              <a:noFill/>
            </a:ln>
          </p:spPr>
          <p:txBody>
            <a:bodyPr anchor="ctr"/>
            <a:lstStyle/>
            <a:p>
              <a:pPr algn="ctr">
                <a:buNone/>
              </a:pPr>
            </a:p>
          </p:txBody>
        </p:sp>
        <p:sp>
          <p:nvSpPr>
            <p:cNvPr id="7209" name="addition:input:208">
              <a:extLst>
                <a:ext uri="{FF2B5EF4-FFF2-40B4-BE49-F238E27FC236}">
                  <ns2:creationId id="{31626016-33AA-4EF6-84E4-8086F4F6DD64}"/>
                </a:ext>
              </a:extLst>
            </p:cNvPr>
            <p:cNvSpPr>
              <a:spLocks noGrp="1"/>
            </p:cNvSpPr>
            <p:nvPr/>
          </p:nvSpPr>
          <p:spPr>
            <a:xfrm>
              <a:off x="209550" y="5438775"/>
              <a:ext cx="1958645" cy="620466"/>
            </a:xfrm>
            <a:custGeom>
              <a:rect l="l" t="t" r="r" b="b"/>
              <a:pathLst>
                <a:path w="1190" h="331">
                  <a:moveTo>
                    <a:pt x="0" y="0"/>
                  </a:moveTo>
                  <a:moveTo>
                    <a:pt x="1186" y="303"/>
                  </a:moveTo>
                  <a:lnTo>
                    <a:pt x="1185" y="305"/>
                  </a:lnTo>
                  <a:lnTo>
                    <a:pt x="1187" y="307"/>
                  </a:lnTo>
                  <a:lnTo>
                    <a:pt x="1189" y="310"/>
                  </a:lnTo>
                  <a:lnTo>
                    <a:pt x="1190" y="313"/>
                  </a:lnTo>
                  <a:lnTo>
                    <a:pt x="1190" y="315"/>
                  </a:lnTo>
                  <a:lnTo>
                    <a:pt x="1188" y="317"/>
                  </a:lnTo>
                  <a:lnTo>
                    <a:pt x="1185" y="318"/>
                  </a:lnTo>
                  <a:lnTo>
                    <a:pt x="1183" y="319"/>
                  </a:lnTo>
                  <a:lnTo>
                    <a:pt x="1181" y="320"/>
                  </a:lnTo>
                  <a:lnTo>
                    <a:pt x="1179" y="320"/>
                  </a:lnTo>
                  <a:lnTo>
                    <a:pt x="1176" y="321"/>
                  </a:lnTo>
                  <a:lnTo>
                    <a:pt x="1174" y="321"/>
                  </a:lnTo>
                  <a:lnTo>
                    <a:pt x="1173" y="323"/>
                  </a:lnTo>
                  <a:lnTo>
                    <a:pt x="1172" y="327"/>
                  </a:lnTo>
                  <a:lnTo>
                    <a:pt x="1170" y="330"/>
                  </a:lnTo>
                  <a:lnTo>
                    <a:pt x="1167" y="331"/>
                  </a:lnTo>
                  <a:lnTo>
                    <a:pt x="1164" y="330"/>
                  </a:lnTo>
                  <a:lnTo>
                    <a:pt x="1161" y="328"/>
                  </a:lnTo>
                  <a:lnTo>
                    <a:pt x="1159" y="327"/>
                  </a:lnTo>
                  <a:lnTo>
                    <a:pt x="1156" y="327"/>
                  </a:lnTo>
                  <a:lnTo>
                    <a:pt x="1153" y="327"/>
                  </a:lnTo>
                  <a:lnTo>
                    <a:pt x="1151" y="327"/>
                  </a:lnTo>
                  <a:lnTo>
                    <a:pt x="1149" y="325"/>
                  </a:lnTo>
                  <a:lnTo>
                    <a:pt x="1147" y="322"/>
                  </a:lnTo>
                  <a:lnTo>
                    <a:pt x="1146" y="320"/>
                  </a:lnTo>
                  <a:lnTo>
                    <a:pt x="1144" y="319"/>
                  </a:lnTo>
                  <a:lnTo>
                    <a:pt x="1142" y="318"/>
                  </a:lnTo>
                  <a:lnTo>
                    <a:pt x="1140" y="317"/>
                  </a:lnTo>
                  <a:lnTo>
                    <a:pt x="1139" y="315"/>
                  </a:lnTo>
                  <a:lnTo>
                    <a:pt x="1137" y="313"/>
                  </a:lnTo>
                  <a:lnTo>
                    <a:pt x="1135" y="312"/>
                  </a:lnTo>
                  <a:lnTo>
                    <a:pt x="1132" y="310"/>
                  </a:lnTo>
                  <a:lnTo>
                    <a:pt x="1131" y="308"/>
                  </a:lnTo>
                  <a:lnTo>
                    <a:pt x="1133" y="305"/>
                  </a:lnTo>
                  <a:lnTo>
                    <a:pt x="1136" y="303"/>
                  </a:lnTo>
                  <a:lnTo>
                    <a:pt x="1140" y="301"/>
                  </a:lnTo>
                  <a:lnTo>
                    <a:pt x="1141" y="299"/>
                  </a:lnTo>
                  <a:lnTo>
                    <a:pt x="1141" y="297"/>
                  </a:lnTo>
                  <a:lnTo>
                    <a:pt x="1140" y="294"/>
                  </a:lnTo>
                  <a:lnTo>
                    <a:pt x="1141" y="292"/>
                  </a:lnTo>
                  <a:lnTo>
                    <a:pt x="1142" y="290"/>
                  </a:lnTo>
                  <a:lnTo>
                    <a:pt x="1144" y="288"/>
                  </a:lnTo>
                  <a:lnTo>
                    <a:pt x="1145" y="286"/>
                  </a:lnTo>
                  <a:lnTo>
                    <a:pt x="1145" y="284"/>
                  </a:lnTo>
                  <a:lnTo>
                    <a:pt x="1147" y="282"/>
                  </a:lnTo>
                  <a:lnTo>
                    <a:pt x="1149" y="281"/>
                  </a:lnTo>
                  <a:lnTo>
                    <a:pt x="1152" y="281"/>
                  </a:lnTo>
                  <a:lnTo>
                    <a:pt x="1154" y="279"/>
                  </a:lnTo>
                  <a:lnTo>
                    <a:pt x="1155" y="278"/>
                  </a:lnTo>
                  <a:lnTo>
                    <a:pt x="1157" y="277"/>
                  </a:lnTo>
                  <a:lnTo>
                    <a:pt x="1160" y="277"/>
                  </a:lnTo>
                  <a:lnTo>
                    <a:pt x="1162" y="279"/>
                  </a:lnTo>
                  <a:lnTo>
                    <a:pt x="1163" y="282"/>
                  </a:lnTo>
                  <a:lnTo>
                    <a:pt x="1165" y="283"/>
                  </a:lnTo>
                  <a:lnTo>
                    <a:pt x="1167" y="281"/>
                  </a:lnTo>
                  <a:lnTo>
                    <a:pt x="1169" y="279"/>
                  </a:lnTo>
                  <a:lnTo>
                    <a:pt x="1172" y="278"/>
                  </a:lnTo>
                  <a:lnTo>
                    <a:pt x="1174" y="278"/>
                  </a:lnTo>
                  <a:lnTo>
                    <a:pt x="1176" y="280"/>
                  </a:lnTo>
                  <a:lnTo>
                    <a:pt x="1178" y="282"/>
                  </a:lnTo>
                  <a:lnTo>
                    <a:pt x="1179" y="283"/>
                  </a:lnTo>
                  <a:lnTo>
                    <a:pt x="1180" y="285"/>
                  </a:lnTo>
                  <a:lnTo>
                    <a:pt x="1181" y="288"/>
                  </a:lnTo>
                  <a:lnTo>
                    <a:pt x="1180" y="291"/>
                  </a:lnTo>
                  <a:lnTo>
                    <a:pt x="1181" y="293"/>
                  </a:lnTo>
                  <a:lnTo>
                    <a:pt x="1182" y="295"/>
                  </a:lnTo>
                  <a:lnTo>
                    <a:pt x="1185" y="296"/>
                  </a:lnTo>
                  <a:lnTo>
                    <a:pt x="1187" y="298"/>
                  </a:lnTo>
                  <a:lnTo>
                    <a:pt x="1187" y="300"/>
                  </a:lnTo>
                  <a:close/>
                </a:path>
              </a:pathLst>
            </a:custGeom>
            <a:solidFill>
              <a:srgbClr val="DA9FC0">
                <a:alpha val="24000"/>
              </a:srgbClr>
            </a:solidFill>
            <a:ln>
              <a:noFill/>
            </a:ln>
          </p:spPr>
          <p:txBody>
            <a:bodyPr anchor="ctr"/>
            <a:lstStyle/>
            <a:p>
              <a:pPr algn="ctr">
                <a:buNone/>
              </a:pPr>
            </a:p>
          </p:txBody>
        </p:sp>
        <p:sp>
          <p:nvSpPr>
            <p:cNvPr id="7210" name="addition:input:209">
              <a:extLst>
                <a:ext uri="{FF2B5EF4-FFF2-40B4-BE49-F238E27FC236}">
                  <ns2:creationId id="{7D990B74-7302-4061-8EF3-6132BBE8EA6A}"/>
                </a:ext>
              </a:extLst>
            </p:cNvPr>
            <p:cNvSpPr>
              <a:spLocks noGrp="1"/>
            </p:cNvSpPr>
            <p:nvPr/>
          </p:nvSpPr>
          <p:spPr>
            <a:xfrm>
              <a:off x="209550" y="5438775"/>
              <a:ext cx="1594896" cy="1692692"/>
            </a:xfrm>
            <a:custGeom>
              <a:rect l="l" t="t" r="r" b="b"/>
              <a:pathLst>
                <a:path w="969" h="903">
                  <a:moveTo>
                    <a:pt x="0" y="0"/>
                  </a:moveTo>
                  <a:moveTo>
                    <a:pt x="107" y="321"/>
                  </a:moveTo>
                  <a:lnTo>
                    <a:pt x="969" y="321"/>
                  </a:lnTo>
                  <a:lnTo>
                    <a:pt x="969" y="903"/>
                  </a:lnTo>
                  <a:lnTo>
                    <a:pt x="107" y="817"/>
                  </a:lnTo>
                  <a:close/>
                </a:path>
              </a:pathLst>
            </a:custGeom>
            <a:solidFill>
              <a:srgbClr val="EAF7FF">
                <a:alpha val="6000"/>
              </a:srgbClr>
            </a:solidFill>
            <a:ln>
              <a:noFill/>
            </a:ln>
          </p:spPr>
          <p:txBody>
            <a:bodyPr anchor="ctr"/>
            <a:lstStyle/>
            <a:p>
              <a:pPr algn="ctr">
                <a:buNone/>
              </a:pPr>
            </a:p>
          </p:txBody>
        </p:sp>
        <p:sp>
          <p:nvSpPr>
            <p:cNvPr id="7211" name="addition:input:210">
              <a:extLst>
                <a:ext uri="{FF2B5EF4-FFF2-40B4-BE49-F238E27FC236}">
                  <ns2:creationId id="{63D745BD-3E04-4CBB-B14B-890D0615A5FF}"/>
                </a:ext>
              </a:extLst>
            </p:cNvPr>
            <p:cNvSpPr>
              <a:spLocks noGrp="1"/>
            </p:cNvSpPr>
            <p:nvPr/>
          </p:nvSpPr>
          <p:spPr>
            <a:xfrm>
              <a:off x="544001" y="5937022"/>
              <a:ext cx="0" cy="929762"/>
            </a:xfrm>
            <a:prstGeom prst="line">
              <a:avLst/>
            </a:prstGeom>
            <a:ln w="4286">
              <a:solidFill>
                <a:srgbClr val="56A1CC">
                  <a:alpha val="22000"/>
                </a:srgbClr>
              </a:solidFill>
            </a:ln>
          </p:spPr>
        </p:sp>
        <p:sp>
          <p:nvSpPr>
            <p:cNvPr id="7212" name="addition:input:211">
              <a:extLst>
                <a:ext uri="{FF2B5EF4-FFF2-40B4-BE49-F238E27FC236}">
                  <ns2:creationId id="{97B05A4D-B578-4832-BE56-C0E7F7329966}"/>
                </a:ext>
              </a:extLst>
            </p:cNvPr>
            <p:cNvSpPr>
              <a:spLocks noGrp="1"/>
            </p:cNvSpPr>
            <p:nvPr/>
          </p:nvSpPr>
          <p:spPr>
            <a:xfrm>
              <a:off x="1962784" y="5937022"/>
              <a:ext cx="0" cy="1090971"/>
            </a:xfrm>
            <a:prstGeom prst="line">
              <a:avLst/>
            </a:prstGeom>
            <a:ln w="4286">
              <a:solidFill>
                <a:srgbClr val="56A1CC">
                  <a:alpha val="28000"/>
                </a:srgbClr>
              </a:solidFill>
            </a:ln>
          </p:spPr>
        </p:sp>
        <p:sp>
          <p:nvSpPr>
            <p:cNvPr id="7213" name="addition:input:212">
              <a:extLst>
                <a:ext uri="{FF2B5EF4-FFF2-40B4-BE49-F238E27FC236}">
                  <ns2:creationId id="{7D36F065-35A6-4CA8-A378-286EF0304387}"/>
                </a:ext>
              </a:extLst>
            </p:cNvPr>
            <p:cNvSpPr>
              <a:spLocks noGrp="1"/>
            </p:cNvSpPr>
            <p:nvPr/>
          </p:nvSpPr>
          <p:spPr>
            <a:xfrm>
              <a:off x="544001" y="5937022"/>
              <a:ext cx="1418783" cy="0"/>
            </a:xfrm>
            <a:prstGeom prst="line">
              <a:avLst/>
            </a:prstGeom>
            <a:ln w="4286">
              <a:solidFill>
                <a:srgbClr val="56A1CC">
                  <a:alpha val="35000"/>
                </a:srgbClr>
              </a:solidFill>
            </a:ln>
          </p:spPr>
        </p:sp>
        <p:sp>
          <p:nvSpPr>
            <p:cNvPr id="7214" name="addition:input:213">
              <a:extLst>
                <a:ext uri="{FF2B5EF4-FFF2-40B4-BE49-F238E27FC236}">
                  <ns2:creationId id="{84E7ED67-F683-4A54-BF1A-100015168128}"/>
                </a:ext>
              </a:extLst>
            </p:cNvPr>
            <p:cNvSpPr>
              <a:spLocks noGrp="1"/>
            </p:cNvSpPr>
            <p:nvPr/>
          </p:nvSpPr>
          <p:spPr>
            <a:xfrm>
              <a:off x="702338" y="5833549"/>
              <a:ext cx="0" cy="929762"/>
            </a:xfrm>
            <a:prstGeom prst="line">
              <a:avLst/>
            </a:prstGeom>
            <a:ln w="4286">
              <a:solidFill>
                <a:srgbClr val="56A1CC">
                  <a:alpha val="22000"/>
                </a:srgbClr>
              </a:solidFill>
            </a:ln>
          </p:spPr>
        </p:sp>
        <p:sp>
          <p:nvSpPr>
            <p:cNvPr id="7215" name="addition:input:214">
              <a:extLst>
                <a:ext uri="{FF2B5EF4-FFF2-40B4-BE49-F238E27FC236}">
                  <ns2:creationId id="{F8B3DA23-1171-492F-A2B9-89CE91651F62}"/>
                </a:ext>
              </a:extLst>
            </p:cNvPr>
            <p:cNvSpPr>
              <a:spLocks noGrp="1"/>
            </p:cNvSpPr>
            <p:nvPr/>
          </p:nvSpPr>
          <p:spPr>
            <a:xfrm>
              <a:off x="2121121" y="5833549"/>
              <a:ext cx="0" cy="1090971"/>
            </a:xfrm>
            <a:prstGeom prst="line">
              <a:avLst/>
            </a:prstGeom>
            <a:ln w="4286">
              <a:solidFill>
                <a:srgbClr val="56A1CC">
                  <a:alpha val="28000"/>
                </a:srgbClr>
              </a:solidFill>
            </a:ln>
          </p:spPr>
        </p:sp>
        <p:sp>
          <p:nvSpPr>
            <p:cNvPr id="7216" name="addition:input:215">
              <a:extLst>
                <a:ext uri="{FF2B5EF4-FFF2-40B4-BE49-F238E27FC236}">
                  <ns2:creationId id="{01376C69-6B51-4EBD-80B1-501E99972456}"/>
                </a:ext>
              </a:extLst>
            </p:cNvPr>
            <p:cNvSpPr>
              <a:spLocks noGrp="1"/>
            </p:cNvSpPr>
            <p:nvPr/>
          </p:nvSpPr>
          <p:spPr>
            <a:xfrm>
              <a:off x="702338" y="5833549"/>
              <a:ext cx="1418783" cy="0"/>
            </a:xfrm>
            <a:prstGeom prst="line">
              <a:avLst/>
            </a:prstGeom>
            <a:ln w="4286">
              <a:solidFill>
                <a:srgbClr val="56A1CC">
                  <a:alpha val="35000"/>
                </a:srgbClr>
              </a:solidFill>
            </a:ln>
          </p:spPr>
        </p:sp>
        <p:sp>
          <p:nvSpPr>
            <p:cNvPr id="7217" name="addition:input:216">
              <a:extLst>
                <a:ext uri="{FF2B5EF4-FFF2-40B4-BE49-F238E27FC236}">
                  <ns2:creationId id="{DFD2CCCA-BD04-48D7-BCC9-6B59852B4DA8}"/>
                </a:ext>
              </a:extLst>
            </p:cNvPr>
            <p:cNvSpPr>
              <a:spLocks noGrp="1"/>
            </p:cNvSpPr>
            <p:nvPr/>
          </p:nvSpPr>
          <p:spPr>
            <a:xfrm>
              <a:off x="860676" y="5730075"/>
              <a:ext cx="0" cy="929762"/>
            </a:xfrm>
            <a:prstGeom prst="line">
              <a:avLst/>
            </a:prstGeom>
            <a:ln w="4286">
              <a:solidFill>
                <a:srgbClr val="56A1CC">
                  <a:alpha val="22000"/>
                </a:srgbClr>
              </a:solidFill>
            </a:ln>
          </p:spPr>
        </p:sp>
        <p:sp>
          <p:nvSpPr>
            <p:cNvPr id="7218" name="addition:input:217">
              <a:extLst>
                <a:ext uri="{FF2B5EF4-FFF2-40B4-BE49-F238E27FC236}">
                  <ns2:creationId id="{687DBAD2-D793-415B-9962-472130182394}"/>
                </a:ext>
              </a:extLst>
            </p:cNvPr>
            <p:cNvSpPr>
              <a:spLocks noGrp="1"/>
            </p:cNvSpPr>
            <p:nvPr/>
          </p:nvSpPr>
          <p:spPr>
            <a:xfrm>
              <a:off x="2279459" y="5730075"/>
              <a:ext cx="0" cy="1090971"/>
            </a:xfrm>
            <a:prstGeom prst="line">
              <a:avLst/>
            </a:prstGeom>
            <a:ln w="4286">
              <a:solidFill>
                <a:srgbClr val="56A1CC">
                  <a:alpha val="28000"/>
                </a:srgbClr>
              </a:solidFill>
            </a:ln>
          </p:spPr>
        </p:sp>
        <p:sp>
          <p:nvSpPr>
            <p:cNvPr id="7219" name="addition:input:218">
              <a:extLst>
                <a:ext uri="{FF2B5EF4-FFF2-40B4-BE49-F238E27FC236}">
                  <ns2:creationId id="{6335D0A4-D3B5-4DB5-890F-8CE414770B14}"/>
                </a:ext>
              </a:extLst>
            </p:cNvPr>
            <p:cNvSpPr>
              <a:spLocks noGrp="1"/>
            </p:cNvSpPr>
            <p:nvPr/>
          </p:nvSpPr>
          <p:spPr>
            <a:xfrm>
              <a:off x="860676" y="5730075"/>
              <a:ext cx="1418783" cy="0"/>
            </a:xfrm>
            <a:prstGeom prst="line">
              <a:avLst/>
            </a:prstGeom>
            <a:ln w="4286">
              <a:solidFill>
                <a:srgbClr val="56A1CC">
                  <a:alpha val="35000"/>
                </a:srgbClr>
              </a:solidFill>
            </a:ln>
          </p:spPr>
        </p:sp>
        <p:sp>
          <p:nvSpPr>
            <p:cNvPr id="7220" name="addition:input:219">
              <a:extLst>
                <a:ext uri="{FF2B5EF4-FFF2-40B4-BE49-F238E27FC236}">
                  <ns2:creationId id="{7543363B-BC42-4678-9194-E3B5F79CD5C9}"/>
                </a:ext>
              </a:extLst>
            </p:cNvPr>
            <p:cNvSpPr>
              <a:spLocks noGrp="1"/>
            </p:cNvSpPr>
            <p:nvPr/>
          </p:nvSpPr>
          <p:spPr>
            <a:xfrm>
              <a:off x="1019013" y="5626602"/>
              <a:ext cx="0" cy="929762"/>
            </a:xfrm>
            <a:prstGeom prst="line">
              <a:avLst/>
            </a:prstGeom>
            <a:ln w="4286">
              <a:solidFill>
                <a:srgbClr val="56A1CC">
                  <a:alpha val="22000"/>
                </a:srgbClr>
              </a:solidFill>
            </a:ln>
          </p:spPr>
        </p:sp>
        <p:sp>
          <p:nvSpPr>
            <p:cNvPr id="7221" name="addition:input:220">
              <a:extLst>
                <a:ext uri="{FF2B5EF4-FFF2-40B4-BE49-F238E27FC236}">
                  <ns2:creationId id="{0DEDE41B-78C8-4758-9C15-BE90FE74A4E7}"/>
                </a:ext>
              </a:extLst>
            </p:cNvPr>
            <p:cNvSpPr>
              <a:spLocks noGrp="1"/>
            </p:cNvSpPr>
            <p:nvPr/>
          </p:nvSpPr>
          <p:spPr>
            <a:xfrm>
              <a:off x="2437796" y="5626602"/>
              <a:ext cx="0" cy="1090971"/>
            </a:xfrm>
            <a:prstGeom prst="line">
              <a:avLst/>
            </a:prstGeom>
            <a:ln w="4286">
              <a:solidFill>
                <a:srgbClr val="56A1CC">
                  <a:alpha val="28000"/>
                </a:srgbClr>
              </a:solidFill>
            </a:ln>
          </p:spPr>
        </p:sp>
        <p:sp>
          <p:nvSpPr>
            <p:cNvPr id="7222" name="addition:input:221">
              <a:extLst>
                <a:ext uri="{FF2B5EF4-FFF2-40B4-BE49-F238E27FC236}">
                  <ns2:creationId id="{7D698662-D4FF-4C04-9B3D-E6732828CE29}"/>
                </a:ext>
              </a:extLst>
            </p:cNvPr>
            <p:cNvSpPr>
              <a:spLocks noGrp="1"/>
            </p:cNvSpPr>
            <p:nvPr/>
          </p:nvSpPr>
          <p:spPr>
            <a:xfrm>
              <a:off x="1019013" y="5626602"/>
              <a:ext cx="1418783" cy="0"/>
            </a:xfrm>
            <a:prstGeom prst="line">
              <a:avLst/>
            </a:prstGeom>
            <a:ln w="4286">
              <a:solidFill>
                <a:srgbClr val="56A1CC">
                  <a:alpha val="35000"/>
                </a:srgbClr>
              </a:solidFill>
            </a:ln>
          </p:spPr>
        </p:sp>
        <p:sp>
          <p:nvSpPr>
            <p:cNvPr id="7223" name="addition:input:222">
              <a:extLst>
                <a:ext uri="{FF2B5EF4-FFF2-40B4-BE49-F238E27FC236}">
                  <ns2:creationId id="{005D84FE-F2EF-4820-8545-795C900899E4}"/>
                </a:ext>
              </a:extLst>
            </p:cNvPr>
            <p:cNvSpPr>
              <a:spLocks noGrp="1"/>
            </p:cNvSpPr>
            <p:nvPr/>
          </p:nvSpPr>
          <p:spPr>
            <a:xfrm>
              <a:off x="393893" y="6338020"/>
              <a:ext cx="1402324" cy="51587"/>
            </a:xfrm>
            <a:prstGeom prst="line">
              <a:avLst/>
            </a:prstGeom>
            <a:ln w="4286">
              <a:solidFill>
                <a:srgbClr val="56A1CC">
                  <a:alpha val="20000"/>
                </a:srgbClr>
              </a:solidFill>
            </a:ln>
          </p:spPr>
        </p:sp>
        <p:sp>
          <p:nvSpPr>
            <p:cNvPr id="7224" name="addition:input:223">
              <a:extLst>
                <a:ext uri="{FF2B5EF4-FFF2-40B4-BE49-F238E27FC236}">
                  <ns2:creationId id="{98618B43-D03F-4D31-97EF-FDFEEAEDF2FE}"/>
                </a:ext>
              </a:extLst>
            </p:cNvPr>
            <p:cNvSpPr>
              <a:spLocks noGrp="1"/>
            </p:cNvSpPr>
            <p:nvPr/>
          </p:nvSpPr>
          <p:spPr>
            <a:xfrm>
              <a:off x="393893" y="6644841"/>
              <a:ext cx="1402324" cy="104786"/>
            </a:xfrm>
            <a:prstGeom prst="line">
              <a:avLst/>
            </a:prstGeom>
            <a:ln w="4286">
              <a:solidFill>
                <a:srgbClr val="56A1CC">
                  <a:alpha val="20000"/>
                </a:srgbClr>
              </a:solidFill>
            </a:ln>
          </p:spPr>
        </p:sp>
        <p:sp>
          <p:nvSpPr>
            <p:cNvPr id="7225" name="addition:input:224">
              <a:extLst>
                <a:ext uri="{FF2B5EF4-FFF2-40B4-BE49-F238E27FC236}">
                  <ns2:creationId id="{63BC83F3-F8F9-4890-882C-0521B0539EEC}"/>
                </a:ext>
              </a:extLst>
            </p:cNvPr>
            <p:cNvSpPr>
              <a:spLocks noGrp="1"/>
            </p:cNvSpPr>
            <p:nvPr/>
          </p:nvSpPr>
          <p:spPr>
            <a:xfrm>
              <a:off x="385663" y="6040496"/>
              <a:ext cx="1418783" cy="0"/>
            </a:xfrm>
            <a:prstGeom prst="line">
              <a:avLst/>
            </a:prstGeom>
            <a:ln w="5258">
              <a:solidFill>
                <a:srgbClr val="0072B2">
                  <a:alpha val="82000"/>
                </a:srgbClr>
              </a:solidFill>
            </a:ln>
          </p:spPr>
        </p:sp>
        <p:sp>
          <p:nvSpPr>
            <p:cNvPr id="7226" name="addition:input:225">
              <a:extLst>
                <a:ext uri="{FF2B5EF4-FFF2-40B4-BE49-F238E27FC236}">
                  <ns2:creationId id="{245EA085-BE62-4E18-A424-B5A8116198D5}"/>
                </a:ext>
              </a:extLst>
            </p:cNvPr>
            <p:cNvSpPr>
              <a:spLocks noGrp="1"/>
            </p:cNvSpPr>
            <p:nvPr/>
          </p:nvSpPr>
          <p:spPr>
            <a:xfrm>
              <a:off x="1804446" y="6040496"/>
              <a:ext cx="0" cy="1090971"/>
            </a:xfrm>
            <a:prstGeom prst="line">
              <a:avLst/>
            </a:prstGeom>
            <a:ln w="4915">
              <a:solidFill>
                <a:srgbClr val="0072B2">
                  <a:alpha val="82000"/>
                </a:srgbClr>
              </a:solidFill>
            </a:ln>
          </p:spPr>
        </p:sp>
        <p:sp>
          <p:nvSpPr>
            <p:cNvPr id="7227" name="addition:input:226">
              <a:extLst>
                <a:ext uri="{FF2B5EF4-FFF2-40B4-BE49-F238E27FC236}">
                  <ns2:creationId id="{ABD37650-B568-47D8-9A5D-01B2E74D2677}"/>
                </a:ext>
              </a:extLst>
            </p:cNvPr>
            <p:cNvSpPr>
              <a:spLocks noGrp="1"/>
            </p:cNvSpPr>
            <p:nvPr/>
          </p:nvSpPr>
          <p:spPr>
            <a:xfrm flipH="1" flipV="1">
              <a:off x="385663" y="6970258"/>
              <a:ext cx="1418783" cy="161209"/>
            </a:xfrm>
            <a:prstGeom prst="line">
              <a:avLst/>
            </a:prstGeom>
            <a:ln w="5258">
              <a:solidFill>
                <a:srgbClr val="0072B2">
                  <a:alpha val="86000"/>
                </a:srgbClr>
              </a:solidFill>
            </a:ln>
          </p:spPr>
        </p:sp>
        <p:sp>
          <p:nvSpPr>
            <p:cNvPr id="7228" name="addition:input:227">
              <a:extLst>
                <a:ext uri="{FF2B5EF4-FFF2-40B4-BE49-F238E27FC236}">
                  <ns2:creationId id="{53FAFF5A-A3A7-41F4-96DE-4CF3942EB35F}"/>
                </a:ext>
              </a:extLst>
            </p:cNvPr>
            <p:cNvSpPr>
              <a:spLocks noGrp="1"/>
            </p:cNvSpPr>
            <p:nvPr/>
          </p:nvSpPr>
          <p:spPr>
            <a:xfrm flipV="1">
              <a:off x="385663" y="6040496"/>
              <a:ext cx="0" cy="929762"/>
            </a:xfrm>
            <a:prstGeom prst="line">
              <a:avLst/>
            </a:prstGeom>
            <a:ln w="5258">
              <a:solidFill>
                <a:srgbClr val="0072B2">
                  <a:alpha val="82000"/>
                </a:srgbClr>
              </a:solidFill>
            </a:ln>
          </p:spPr>
        </p:sp>
        <p:sp>
          <p:nvSpPr>
            <p:cNvPr id="7229" name="addition:input:228">
              <a:extLst>
                <a:ext uri="{FF2B5EF4-FFF2-40B4-BE49-F238E27FC236}">
                  <ns2:creationId id="{E77D405A-7A70-4FF3-BA3B-8BB6D2D440EB}"/>
                </a:ext>
              </a:extLst>
            </p:cNvPr>
            <p:cNvSpPr>
              <a:spLocks noGrp="1"/>
            </p:cNvSpPr>
            <p:nvPr/>
          </p:nvSpPr>
          <p:spPr>
            <a:xfrm>
              <a:off x="1271168" y="5525003"/>
              <a:ext cx="1328257" cy="0"/>
            </a:xfrm>
            <a:prstGeom prst="line">
              <a:avLst/>
            </a:prstGeom>
            <a:ln w="5486">
              <a:solidFill>
                <a:srgbClr val="0072B2">
                  <a:alpha val="78000"/>
                </a:srgbClr>
              </a:solidFill>
            </a:ln>
          </p:spPr>
        </p:sp>
        <p:sp>
          <p:nvSpPr>
            <p:cNvPr id="7230" name="addition:input:229">
              <a:extLst>
                <a:ext uri="{FF2B5EF4-FFF2-40B4-BE49-F238E27FC236}">
                  <ns2:creationId id="{C9FF91FB-83E0-4E5A-B45F-E4F1790090E7}"/>
                </a:ext>
              </a:extLst>
            </p:cNvPr>
            <p:cNvSpPr>
              <a:spLocks noGrp="1"/>
            </p:cNvSpPr>
            <p:nvPr/>
          </p:nvSpPr>
          <p:spPr>
            <a:xfrm>
              <a:off x="2599426" y="5525003"/>
              <a:ext cx="0" cy="875401"/>
            </a:xfrm>
            <a:prstGeom prst="line">
              <a:avLst/>
            </a:prstGeom>
            <a:ln w="5258">
              <a:solidFill>
                <a:srgbClr val="0072B2">
                  <a:alpha val="78000"/>
                </a:srgbClr>
              </a:solidFill>
            </a:ln>
          </p:spPr>
        </p:sp>
        <p:sp>
          <p:nvSpPr>
            <p:cNvPr id="7231" name="addition:input:230">
              <a:extLst>
                <a:ext uri="{FF2B5EF4-FFF2-40B4-BE49-F238E27FC236}">
                  <ns2:creationId id="{A1287C97-0F3D-45F3-BB57-0C02D6ED5EA9}"/>
                </a:ext>
              </a:extLst>
            </p:cNvPr>
            <p:cNvSpPr>
              <a:spLocks noGrp="1"/>
            </p:cNvSpPr>
            <p:nvPr/>
          </p:nvSpPr>
          <p:spPr>
            <a:xfrm flipV="1">
              <a:off x="385663" y="5525003"/>
              <a:ext cx="885505" cy="515493"/>
            </a:xfrm>
            <a:prstGeom prst="line">
              <a:avLst/>
            </a:prstGeom>
            <a:ln w="5486">
              <a:solidFill>
                <a:srgbClr val="0072B2">
                  <a:alpha val="84000"/>
                </a:srgbClr>
              </a:solidFill>
            </a:ln>
          </p:spPr>
        </p:sp>
        <p:sp>
          <p:nvSpPr>
            <p:cNvPr id="7232" name="addition:input:231">
              <a:extLst>
                <a:ext uri="{FF2B5EF4-FFF2-40B4-BE49-F238E27FC236}">
                  <ns2:creationId id="{A3B0D893-04F1-46F3-AD1C-B2267EF494E3}"/>
                </a:ext>
              </a:extLst>
            </p:cNvPr>
            <p:cNvSpPr>
              <a:spLocks noGrp="1"/>
            </p:cNvSpPr>
            <p:nvPr/>
          </p:nvSpPr>
          <p:spPr>
            <a:xfrm flipV="1">
              <a:off x="1804446" y="5525003"/>
              <a:ext cx="794979" cy="515493"/>
            </a:xfrm>
            <a:prstGeom prst="line">
              <a:avLst/>
            </a:prstGeom>
            <a:ln w="5486">
              <a:solidFill>
                <a:srgbClr val="0072B2">
                  <a:alpha val="84000"/>
                </a:srgbClr>
              </a:solidFill>
            </a:ln>
          </p:spPr>
        </p:sp>
        <p:sp>
          <p:nvSpPr>
            <p:cNvPr id="7233" name="addition:input:232">
              <a:extLst>
                <a:ext uri="{FF2B5EF4-FFF2-40B4-BE49-F238E27FC236}">
                  <ns2:creationId id="{029093A7-1DFB-46B9-A362-87193BC9E3A2}"/>
                </a:ext>
              </a:extLst>
            </p:cNvPr>
            <p:cNvSpPr>
              <a:spLocks noGrp="1"/>
            </p:cNvSpPr>
            <p:nvPr/>
          </p:nvSpPr>
          <p:spPr>
            <a:xfrm flipV="1">
              <a:off x="1804446" y="6400404"/>
              <a:ext cx="794979" cy="731063"/>
            </a:xfrm>
            <a:prstGeom prst="line">
              <a:avLst/>
            </a:prstGeom>
            <a:ln w="5258">
              <a:solidFill>
                <a:srgbClr val="0072B2">
                  <a:alpha val="84000"/>
                </a:srgbClr>
              </a:solidFill>
            </a:ln>
          </p:spPr>
        </p:sp>
        <p:sp>
          <p:nvSpPr>
            <p:cNvPr id="7234" name="addition:input:233">
              <a:extLst>
                <a:ext uri="{FF2B5EF4-FFF2-40B4-BE49-F238E27FC236}">
                  <ns2:creationId id="{558F364A-C956-4DE7-9DF3-BC2FAFA578AE}"/>
                </a:ext>
              </a:extLst>
            </p:cNvPr>
            <p:cNvSpPr>
              <a:spLocks noGrp="1"/>
            </p:cNvSpPr>
            <p:nvPr/>
          </p:nvSpPr>
          <p:spPr>
            <a:xfrm flipV="1">
              <a:off x="385663" y="6452890"/>
              <a:ext cx="885505" cy="517368"/>
            </a:xfrm>
            <a:prstGeom prst="line">
              <a:avLst/>
            </a:prstGeom>
            <a:ln w="4343">
              <a:solidFill>
                <a:srgbClr val="0072B2">
                  <a:alpha val="34000"/>
                </a:srgbClr>
              </a:solidFill>
            </a:ln>
          </p:spPr>
        </p:sp>
        <p:sp>
          <p:nvSpPr>
            <p:cNvPr id="7235" name="addition:input:234">
              <a:extLst>
                <a:ext uri="{FF2B5EF4-FFF2-40B4-BE49-F238E27FC236}">
                  <ns2:creationId id="{E4DE8AB4-ACE9-4D15-9FB8-8F97337C44BE}"/>
                </a:ext>
              </a:extLst>
            </p:cNvPr>
            <p:cNvSpPr>
              <a:spLocks noGrp="1"/>
            </p:cNvSpPr>
            <p:nvPr/>
          </p:nvSpPr>
          <p:spPr>
            <a:xfrm flipV="1">
              <a:off x="1271168" y="6400404"/>
              <a:ext cx="1328257" cy="52487"/>
            </a:xfrm>
            <a:prstGeom prst="line">
              <a:avLst/>
            </a:prstGeom>
            <a:ln w="4286">
              <a:solidFill>
                <a:srgbClr val="0072B2">
                  <a:alpha val="32000"/>
                </a:srgbClr>
              </a:solidFill>
            </a:ln>
          </p:spPr>
        </p:sp>
        <p:sp>
          <p:nvSpPr>
            <p:cNvPr id="7236" name="addition:input:235">
              <a:extLst>
                <a:ext uri="{FF2B5EF4-FFF2-40B4-BE49-F238E27FC236}">
                  <ns2:creationId id="{84693031-D913-46C7-BEEF-CBC153F5753A}"/>
                </a:ext>
              </a:extLst>
            </p:cNvPr>
            <p:cNvSpPr>
              <a:spLocks noGrp="1"/>
            </p:cNvSpPr>
            <p:nvPr/>
          </p:nvSpPr>
          <p:spPr>
            <a:xfrm>
              <a:off x="1271168" y="5525003"/>
              <a:ext cx="0" cy="927887"/>
            </a:xfrm>
            <a:prstGeom prst="line">
              <a:avLst/>
            </a:prstGeom>
            <a:ln w="4286">
              <a:solidFill>
                <a:srgbClr val="0072B2">
                  <a:alpha val="40000"/>
                </a:srgbClr>
              </a:solidFill>
            </a:ln>
          </p:spPr>
        </p:sp>
        <p:sp>
          <p:nvSpPr>
            <p:cNvPr id="7237" name="addition:input:251">
              <a:extLst>
                <a:ext uri="{FF2B5EF4-FFF2-40B4-BE49-F238E27FC236}">
                  <ns2:creationId id="{64693E68-519B-4EE2-9BCB-F714409FBB53}"/>
                </a:ext>
              </a:extLst>
            </p:cNvPr>
            <p:cNvSpPr>
              <a:spLocks noGrp="1"/>
            </p:cNvSpPr>
            <p:nvPr/>
          </p:nvSpPr>
          <p:spPr>
            <a:xfrm flipV="1">
              <a:off x="2299868" y="6351666"/>
              <a:ext cx="411480" cy="442387"/>
            </a:xfrm>
            <a:prstGeom prst="line">
              <a:avLst/>
            </a:prstGeom>
            <a:ln w="9372">
              <a:solidFill>
                <a:srgbClr val="263238">
                  <a:alpha val="100000"/>
                </a:srgbClr>
              </a:solidFill>
            </a:ln>
          </p:spPr>
        </p:sp>
        <p:sp>
          <p:nvSpPr>
            <p:cNvPr id="7238" name="addition:input:252">
              <a:extLst>
                <a:ext uri="{FF2B5EF4-FFF2-40B4-BE49-F238E27FC236}">
                  <ns2:creationId id="{796D48AE-BC08-4169-8EF5-0CC5E8AD0D3D}"/>
                </a:ext>
              </a:extLst>
            </p:cNvPr>
            <p:cNvSpPr>
              <a:spLocks noGrp="1"/>
            </p:cNvSpPr>
            <p:nvPr/>
          </p:nvSpPr>
          <p:spPr>
            <a:xfrm>
              <a:off x="209550" y="5438775"/>
              <a:ext cx="2501798" cy="950382"/>
            </a:xfrm>
            <a:custGeom>
              <a:rect l="l" t="t" r="r" b="b"/>
              <a:pathLst>
                <a:path w="1520" h="507">
                  <a:moveTo>
                    <a:pt x="0" y="0"/>
                  </a:moveTo>
                  <a:moveTo>
                    <a:pt x="1520" y="487"/>
                  </a:moveTo>
                  <a:lnTo>
                    <a:pt x="1511" y="507"/>
                  </a:lnTo>
                  <a:lnTo>
                    <a:pt x="1500" y="494"/>
                  </a:lnTo>
                  <a:close/>
                </a:path>
              </a:pathLst>
            </a:custGeom>
            <a:solidFill>
              <a:srgbClr val="263238">
                <a:alpha val="100000"/>
              </a:srgbClr>
            </a:solidFill>
            <a:ln>
              <a:noFill/>
            </a:ln>
          </p:spPr>
          <p:txBody>
            <a:bodyPr anchor="ctr"/>
            <a:lstStyle/>
            <a:p>
              <a:pPr algn="ctr">
                <a:buNone/>
              </a:pPr>
            </a:p>
          </p:txBody>
        </p:sp>
        <p:sp>
          <p:nvSpPr>
            <p:cNvPr id="7239" name="addition:input:253">
              <a:extLst>
                <a:ext uri="{FF2B5EF4-FFF2-40B4-BE49-F238E27FC236}">
                  <ns2:creationId id="{D39A3613-5775-46AF-978F-3D430C7D9F6F}"/>
                </a:ext>
              </a:extLst>
            </p:cNvPr>
            <p:cNvSpPr>
              <a:spLocks noGrp="1"/>
            </p:cNvSpPr>
            <p:nvPr/>
          </p:nvSpPr>
          <p:spPr>
            <a:xfrm flipH="1">
              <a:off x="2299868" y="6351666"/>
              <a:ext cx="411480" cy="442387"/>
            </a:xfrm>
            <a:prstGeom prst="line">
              <a:avLst/>
            </a:prstGeom>
            <a:ln w="9372">
              <a:solidFill>
                <a:srgbClr val="263238">
                  <a:alpha val="100000"/>
                </a:srgbClr>
              </a:solidFill>
            </a:ln>
          </p:spPr>
        </p:sp>
        <p:sp>
          <p:nvSpPr>
            <p:cNvPr id="7240" name="addition:input:254">
              <a:extLst>
                <a:ext uri="{FF2B5EF4-FFF2-40B4-BE49-F238E27FC236}">
                  <ns2:creationId id="{FB8820D2-43CC-4037-9726-15322D8BF08C}"/>
                </a:ext>
              </a:extLst>
            </p:cNvPr>
            <p:cNvSpPr>
              <a:spLocks noGrp="1"/>
            </p:cNvSpPr>
            <p:nvPr/>
          </p:nvSpPr>
          <p:spPr>
            <a:xfrm>
              <a:off x="209550" y="5438775"/>
              <a:ext cx="2123237" cy="1355278"/>
            </a:xfrm>
            <a:custGeom>
              <a:rect l="l" t="t" r="r" b="b"/>
              <a:pathLst>
                <a:path w="1290" h="723">
                  <a:moveTo>
                    <a:pt x="0" y="0"/>
                  </a:moveTo>
                  <a:moveTo>
                    <a:pt x="1270" y="723"/>
                  </a:moveTo>
                  <a:lnTo>
                    <a:pt x="1279" y="703"/>
                  </a:lnTo>
                  <a:lnTo>
                    <a:pt x="1290" y="716"/>
                  </a:lnTo>
                  <a:close/>
                </a:path>
              </a:pathLst>
            </a:custGeom>
            <a:solidFill>
              <a:srgbClr val="263238">
                <a:alpha val="100000"/>
              </a:srgbClr>
            </a:solidFill>
            <a:ln>
              <a:noFill/>
            </a:ln>
          </p:spPr>
          <p:txBody>
            <a:bodyPr anchor="ctr"/>
            <a:lstStyle/>
            <a:p>
              <a:pPr algn="ctr">
                <a:buNone/>
              </a:pPr>
            </a:p>
          </p:txBody>
        </p:sp>
        <p:sp>
          <p:nvSpPr>
            <p:cNvPr id="7749" name="addition:input:t">
              <a:extLst>
                <a:ext uri="{FF2B5EF4-FFF2-40B4-BE49-F238E27FC236}">
                  <ns2:creationId id="{5B42B236-C663-4AA5-A720-E65DF3F3F729}"/>
                </a:ext>
              </a:extLst>
            </p:cNvPr>
            <p:cNvSpPr>
              <a:spLocks noGrp="1"/>
            </p:cNvSpPr>
            <p:nvPr/>
          </p:nvSpPr>
          <p:spPr>
            <a:xfrm>
              <a:off x="2562225" y="6534150"/>
              <a:ext cx="171450" cy="266700"/>
            </a:xfrm>
            <a:prstGeom prst="rect">
              <a:avLst/>
            </a:prstGeom>
            <a:noFill/>
            <a:ln w="0">
              <a:noFill/>
            </a:ln>
          </p:spPr>
          <p:txBody>
            <a:bodyPr wrap="none" lIns="0" tIns="0" rIns="0" bIns="0" anchor="ctr"/>
            <a:lstStyle>
              <a:defPPr>
                <a:defRPr sz="1725">
                  <a:solidFill>
                    <a:srgbClr val="263238"/>
                  </a:solidFill>
                  <a:latin typeface="Arial"/>
                  <a:ea typeface="Arial"/>
                  <a:cs typeface="Arial"/>
                </a:defRPr>
              </a:defPPr>
              <a:lvl1pPr>
                <a:defRPr sz="1725">
                  <a:solidFill>
                    <a:srgbClr val="263238"/>
                  </a:solidFill>
                  <a:latin typeface="Arial"/>
                  <a:ea typeface="Arial"/>
                  <a:cs typeface="Arial"/>
                </a:defRPr>
              </a:lvl1pPr>
              <a:lvl2pPr>
                <a:defRPr sz="1725">
                  <a:solidFill>
                    <a:srgbClr val="263238"/>
                  </a:solidFill>
                  <a:latin typeface="Arial"/>
                  <a:ea typeface="Arial"/>
                  <a:cs typeface="Arial"/>
                </a:defRPr>
              </a:lvl2pPr>
              <a:lvl3pPr>
                <a:defRPr sz="1725">
                  <a:solidFill>
                    <a:srgbClr val="263238"/>
                  </a:solidFill>
                  <a:latin typeface="Arial"/>
                  <a:ea typeface="Arial"/>
                  <a:cs typeface="Arial"/>
                </a:defRPr>
              </a:lvl3pPr>
              <a:lvl4pPr>
                <a:defRPr sz="1725">
                  <a:solidFill>
                    <a:srgbClr val="263238"/>
                  </a:solidFill>
                  <a:latin typeface="Arial"/>
                  <a:ea typeface="Arial"/>
                  <a:cs typeface="Arial"/>
                </a:defRPr>
              </a:lvl4pPr>
              <a:lvl5pPr>
                <a:defRPr sz="1725">
                  <a:solidFill>
                    <a:srgbClr val="263238"/>
                  </a:solidFill>
                  <a:latin typeface="Arial"/>
                  <a:ea typeface="Arial"/>
                  <a:cs typeface="Arial"/>
                </a:defRPr>
              </a:lvl5pPr>
              <a:lvl6pPr>
                <a:defRPr sz="1725">
                  <a:solidFill>
                    <a:srgbClr val="263238"/>
                  </a:solidFill>
                  <a:latin typeface="Arial"/>
                  <a:ea typeface="Arial"/>
                  <a:cs typeface="Arial"/>
                </a:defRPr>
              </a:lvl6pPr>
              <a:lvl7pPr>
                <a:defRPr sz="1725">
                  <a:solidFill>
                    <a:srgbClr val="263238"/>
                  </a:solidFill>
                  <a:latin typeface="Arial"/>
                  <a:ea typeface="Arial"/>
                  <a:cs typeface="Arial"/>
                </a:defRPr>
              </a:lvl7pPr>
              <a:lvl8pPr>
                <a:defRPr sz="1725">
                  <a:solidFill>
                    <a:srgbClr val="263238"/>
                  </a:solidFill>
                  <a:latin typeface="Arial"/>
                  <a:ea typeface="Arial"/>
                  <a:cs typeface="Arial"/>
                </a:defRPr>
              </a:lvl8pPr>
              <a:lvl9pPr>
                <a:defRPr sz="1725">
                  <a:solidFill>
                    <a:srgbClr val="263238"/>
                  </a:solidFill>
                  <a:latin typeface="Arial"/>
                  <a:ea typeface="Arial"/>
                  <a:cs typeface="Arial"/>
                </a:defRPr>
              </a:lvl9pPr>
            </a:lstStyle>
            <a:p>
              <a:pPr>
                <a:defRPr sz="1725">
                  <a:solidFill>
                    <a:srgbClr val="263238"/>
                  </a:solidFill>
                  <a:latin typeface="Arial"/>
                  <a:ea typeface="Arial"/>
                  <a:cs typeface="Arial"/>
                </a:defRPr>
              </a:pPr>
              <a:r>
                <a:rPr sz="1725">
                  <a:solidFill>
                    <a:srgbClr val="263238"/>
                  </a:solidFill>
                  <a:latin typeface="Arial"/>
                  <a:ea typeface="Arial"/>
                  <a:cs typeface="Arial"/>
                </a:rPr>
                <a:t>t</a:t>
              </a:r>
            </a:p>
          </p:txBody>
        </p:sp>
      </p:grpSp>
      <p:sp>
        <p:nvSpPr>
          <p:cNvPr id="22001" name="input:alternative:or">
            <a:extLst>
              <a:ext uri="{FF2B5EF4-FFF2-40B4-BE49-F238E27FC236}">
                <ns2:creationId id="{BBD08814-B9F0-49B1-92A9-82F72D76300D}"/>
              </a:ext>
            </a:extLst>
          </p:cNvPr>
          <p:cNvSpPr>
            <a:spLocks noGrp="1"/>
          </p:cNvSpPr>
          <p:nvPr/>
        </p:nvSpPr>
        <p:spPr>
          <a:xfrm>
            <a:off x="1143000" y="4448175"/>
            <a:ext cx="819150" cy="342900"/>
          </a:xfrm>
          <a:prstGeom prst="rect">
            <a:avLst/>
          </a:prstGeom>
          <a:noFill/>
          <a:ln w="0">
            <a:noFill/>
          </a:ln>
        </p:spPr>
        <p:txBody>
          <a:bodyPr wrap="none" lIns="0" tIns="0" rIns="0" bIns="0" anchor="ctr"/>
          <a:lstStyle>
            <a:defPPr algn="ctr">
              <a:defRPr sz="1800">
                <a:solidFill>
                  <a:srgbClr val="000000"/>
                </a:solidFill>
                <a:latin typeface="Arial"/>
                <a:ea typeface="Arial"/>
                <a:cs typeface="Arial"/>
              </a:defRPr>
            </a:defPPr>
            <a:lvl1pPr algn="ctr">
              <a:defRPr sz="1800">
                <a:solidFill>
                  <a:srgbClr val="000000"/>
                </a:solidFill>
                <a:latin typeface="Arial"/>
                <a:ea typeface="Arial"/>
                <a:cs typeface="Arial"/>
              </a:defRPr>
            </a:lvl1pPr>
            <a:lvl2pPr algn="ctr">
              <a:defRPr sz="1800">
                <a:solidFill>
                  <a:srgbClr val="000000"/>
                </a:solidFill>
                <a:latin typeface="Arial"/>
                <a:ea typeface="Arial"/>
                <a:cs typeface="Arial"/>
              </a:defRPr>
            </a:lvl2pPr>
            <a:lvl3pPr algn="ctr">
              <a:defRPr sz="1800">
                <a:solidFill>
                  <a:srgbClr val="000000"/>
                </a:solidFill>
                <a:latin typeface="Arial"/>
                <a:ea typeface="Arial"/>
                <a:cs typeface="Arial"/>
              </a:defRPr>
            </a:lvl3pPr>
            <a:lvl4pPr algn="ctr">
              <a:defRPr sz="1800">
                <a:solidFill>
                  <a:srgbClr val="000000"/>
                </a:solidFill>
                <a:latin typeface="Arial"/>
                <a:ea typeface="Arial"/>
                <a:cs typeface="Arial"/>
              </a:defRPr>
            </a:lvl4pPr>
            <a:lvl5pPr algn="ctr">
              <a:defRPr sz="1800">
                <a:solidFill>
                  <a:srgbClr val="000000"/>
                </a:solidFill>
                <a:latin typeface="Arial"/>
                <a:ea typeface="Arial"/>
                <a:cs typeface="Arial"/>
              </a:defRPr>
            </a:lvl5pPr>
            <a:lvl6pPr algn="ctr">
              <a:defRPr sz="1800">
                <a:solidFill>
                  <a:srgbClr val="000000"/>
                </a:solidFill>
                <a:latin typeface="Arial"/>
                <a:ea typeface="Arial"/>
                <a:cs typeface="Arial"/>
              </a:defRPr>
            </a:lvl6pPr>
            <a:lvl7pPr algn="ctr">
              <a:defRPr sz="1800">
                <a:solidFill>
                  <a:srgbClr val="000000"/>
                </a:solidFill>
                <a:latin typeface="Arial"/>
                <a:ea typeface="Arial"/>
                <a:cs typeface="Arial"/>
              </a:defRPr>
            </a:lvl7pPr>
            <a:lvl8pPr algn="ctr">
              <a:defRPr sz="1800">
                <a:solidFill>
                  <a:srgbClr val="000000"/>
                </a:solidFill>
                <a:latin typeface="Arial"/>
                <a:ea typeface="Arial"/>
                <a:cs typeface="Arial"/>
              </a:defRPr>
            </a:lvl8pPr>
            <a:lvl9pPr algn="ctr">
              <a:defRPr sz="1800">
                <a:solidFill>
                  <a:srgbClr val="000000"/>
                </a:solidFill>
                <a:latin typeface="Arial"/>
                <a:ea typeface="Arial"/>
                <a:cs typeface="Arial"/>
              </a:defRPr>
            </a:lvl9pPr>
          </a:lstStyle>
          <a:p>
            <a:pPr algn="ctr">
              <a:defRPr sz="1800">
                <a:solidFill>
                  <a:srgbClr val="000000"/>
                </a:solidFill>
                <a:latin typeface="Arial"/>
                <a:ea typeface="Arial"/>
                <a:cs typeface="Arial"/>
              </a:defRPr>
            </a:pPr>
            <a:r>
              <a:rPr sz="1800">
                <a:solidFill>
                  <a:srgbClr val="000000"/>
                </a:solidFill>
                <a:latin typeface="Arial"/>
                <a:ea typeface="Arial"/>
                <a:cs typeface="Arial"/>
              </a:rPr>
              <a:t>or</a:t>
            </a:r>
          </a:p>
        </p:txBody>
      </p:sp>
    </p:spTree>
    <p:extLst>
      <p:ext uri="{BB962C8B-B14F-4D97-AF65-F5344CB8AC3E}">
        <ns3:creationId val="634803795"/>
      </p:ext>
    </p:extLst>
  </p:cSld>
</p:sld>
</file>

<file path=ppt/main_figures/Fig3/ppt/tableStyles.xml><?xml version="1.0" encoding="utf-8"?>
<a:tblStyleLst xmlns:a="http://schemas.openxmlformats.org/drawingml/2006/main" def="{5C22544A-7EE6-4342-B048-85BDC9FD1C3A}"/>
</file>

<file path=ppt/main_figures/Fig3/ppt/theme/theme1.xml><?xml version="1.0" encoding="utf-8"?>
<a:theme xmlns:a="http://schemas.openxmlformats.org/drawingml/2006/main" name="ChatGPT">
  <a:themeElements>
    <a:clrScheme name="ChatGPT">
      <a:dk1>
        <a:srgbClr val="000000"/>
      </a:dk1>
      <a:lt1>
        <a:srgbClr val="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
      <a:majorFont>
        <a:latin typeface="Arial"/>
        <a:ea typeface="Arial"/>
        <a:cs typeface="Arial"/>
      </a:majorFont>
      <a:minorFont>
        <a:latin typeface="Arial"/>
        <a:ea typeface="Arial"/>
        <a:cs typeface="Arial"/>
      </a:minorFont>
    </a:fontScheme>
    <a:fmtScheme name="ChatGPT">
      <a:fillStyleLst>
        <a:solidFill>
          <a:schemeClr val="phClr"/>
        </a:solidFill>
        <a:gradFill>
          <a:gsLst>
            <a:gs pos="0">
              <a:schemeClr val="phClr">
                <a:tint val="67000"/>
                <a:lumMod val="110000"/>
                <a:satMod val="105000"/>
              </a:schemeClr>
            </a:gs>
            <a:gs pos="50000">
              <a:schemeClr val="phClr">
                <a:tint val="73000"/>
                <a:lumMod val="105000"/>
                <a:satMod val="103000"/>
              </a:schemeClr>
            </a:gs>
            <a:gs pos="100000">
              <a:schemeClr val="phClr">
                <a:tint val="81000"/>
                <a:lumMod val="105000"/>
                <a:satMod val="109000"/>
              </a:schemeClr>
            </a:gs>
          </a:gsLst>
          <a:lin ang="5400000" scaled="0"/>
        </a:gradFill>
        <a:gradFill>
          <a:gsLst>
            <a:gs pos="0">
              <a:schemeClr val="phClr">
                <a:tint val="94000"/>
                <a:lumMod val="102000"/>
                <a:satMod val="103000"/>
              </a:schemeClr>
            </a:gs>
            <a:gs pos="50000">
              <a:schemeClr val="phClr">
                <a:shade val="100000"/>
                <a:lumMod val="100000"/>
                <a:satMod val="110000"/>
              </a:schemeClr>
            </a:gs>
            <a:gs pos="100000">
              <a:schemeClr val="phClr">
                <a:shade val="78000"/>
                <a:lumMod val="99000"/>
                <a:satMod val="120000"/>
              </a:schemeClr>
            </a:gs>
          </a:gsLst>
          <a:lin ang="5400000" scaled="0"/>
        </a:gradFill>
      </a:fillStyleLst>
      <a:lnStyleLst>
        <a:ln w="12700">
          <a:solidFill>
            <a:schemeClr val="phClr"/>
          </a:solidFill>
          <a:prstDash val="solid"/>
        </a:ln>
        <a:ln w="19050">
          <a:solidFill>
            <a:schemeClr val="phClr"/>
          </a:solidFill>
          <a:prstDash val="solid"/>
        </a:ln>
        <a:ln w="25400">
          <a:solidFill>
            <a:schemeClr val="phClr"/>
          </a:solidFill>
          <a:prstDash val="solid"/>
        </a:ln>
      </a:lnStyleLst>
      <a:effectStyleLst>
        <a:effectStyle>
          <a:effectLst/>
        </a:effectStyle>
        <a:effectStyle>
          <a:effectLst/>
        </a:effectStyle>
        <a:effectStyle>
          <a:effectLst>
            <a:outerShdw blurRad="57150" dist="19050" dir="5400000">
              <a:srgbClr val="000000">
                <a:alpha val="16000"/>
              </a:srgbClr>
            </a:outerShdw>
          </a:effectLst>
        </a:effectStyle>
        <a:effectStyle>
          <a:effectLst>
            <a:outerShdw blurRad="19050" dist="9525" dir="5400000">
              <a:srgbClr val="000000">
                <a:alpha val="6000"/>
              </a:srgbClr>
            </a:outerShdw>
          </a:effectLst>
        </a:effectStyle>
        <a:effectStyle>
          <a:effectLst>
            <a:outerShdw blurRad="28575" dist="9525" dir="5400000">
              <a:srgbClr val="000000">
                <a:alpha val="8000"/>
              </a:srgbClr>
            </a:outerShdw>
          </a:effectLst>
        </a:effectStyle>
        <a:effectStyle>
          <a:effectLst>
            <a:outerShdw blurRad="57150" dist="19050" dir="5400000">
              <a:srgbClr val="000000">
                <a:alpha val="10000"/>
              </a:srgbClr>
            </a:outerShdw>
          </a:effectLst>
        </a:effectStyle>
        <a:effectStyle>
          <a:effectLst>
            <a:outerShdw blurRad="114300" dist="38100" dir="5400000">
              <a:srgbClr val="000000">
                <a:alpha val="12000"/>
              </a:srgbClr>
            </a:outerShdw>
          </a:effectLst>
        </a:effectStyle>
        <a:effectStyle>
          <a:effectLst>
            <a:outerShdw blurRad="171450" dist="57150" dir="5400000">
              <a:srgbClr val="000000">
                <a:alpha val="16000"/>
              </a:srgbClr>
            </a:outerShdw>
          </a:effectLst>
        </a:effectStyle>
        <a:effectStyle>
          <a:effectLst>
            <a:outerShdw blurRad="266700" dist="95250" dir="5400000">
              <a:srgbClr val="000000">
                <a:alpha val="24000"/>
              </a:srgbClr>
            </a:outerShdw>
          </a:effectLst>
        </a:effectStyle>
      </a:effectStyleLst>
      <a:bgFillStyleLst>
        <a:solidFill>
          <a:schemeClr val="phClr"/>
        </a:solidFill>
        <a:solidFill>
          <a:schemeClr val="phClr">
            <a:tint val="95000"/>
            <a:satMod val="170000"/>
          </a:schemeClr>
        </a:solidFill>
        <a:gradFill>
          <a:gsLst>
            <a:gs pos="0">
              <a:schemeClr val="phClr">
                <a:tint val="93000"/>
                <a:shade val="98000"/>
                <a:lumMod val="102000"/>
                <a:satMod val="150000"/>
              </a:schemeClr>
            </a:gs>
            <a:gs pos="50000">
              <a:schemeClr val="phClr">
                <a:tint val="98000"/>
                <a:shade val="90000"/>
                <a:lumMod val="103000"/>
                <a:satMod val="130000"/>
              </a:schemeClr>
            </a:gs>
            <a:gs pos="100000">
              <a:schemeClr val="phClr">
                <a:shade val="63000"/>
                <a:satMod val="120000"/>
              </a:schemeClr>
            </a:gs>
          </a:gsLst>
          <a:lin ang="5400000" scaled="0"/>
        </a:gradFill>
      </a:bgFillStyleLst>
    </a:fmtScheme>
  </a:themeElements>
</a:theme>
</file>

<file path=ppt/main_figures/Fig4/docProps/app.xml><?xml version="1.0" encoding="utf-8"?>
<ap:Properties xmlns:ap="http://schemas.openxmlformats.org/officeDocument/2006/extended-properties">
  <ap:Application>Walnut Exporter</ap:Application>
  <ap:PresentationFormat>Converted Presentation</ap:PresentationFormat>
  <ap:Slides>0</ap:Slides>
  <ap:Notes>0</ap:Notes>
  <ap:HiddenSlides>0</ap:HiddenSlides>
  <ap:SharedDoc>false</ap:SharedDoc>
  <ap:DocSecurity>0</ap:DocSecurity>
</ap:Properties>
</file>

<file path=ppt/main_figures/Fig4/docProps/core.xml><?xml version="1.0" encoding="utf-8"?>
<coreProperties xmlns:dc="http://purl.org/dc/elements/1.1/" xmlns:dcterms="http://purl.org/dc/terms/" xmlns:xsi="http://www.w3.org/2001/XMLSchema-instance" xmlns="http://schemas.openxmlformats.org/package/2006/metadata/core-properties">
  <dc:creator>Walnut Exporter</dc:creator>
  <lastModifiedBy>Walnut Exporter</lastModifiedBy>
  <dc:title>Presentation</dc:title>
  <dcterms:created xsi:type="dcterms:W3CDTF">2026-10-20T05:17:31.9510000Z</dcterms:created>
  <dcterms:modified xsi:type="dcterms:W3CDTF">2026-10-20T05:17:31.9510000Z</dcterms:modified>
</coreProperties>
</file>

<file path=ppt/main_figures/Fig4/ppt/_rels/presentation.xml.rels><?xml version='1.0' encoding='utf-8'?>
<Relationships xmlns="http://schemas.openxmlformats.org/package/2006/relationships"><Relationship Type="http://schemas.openxmlformats.org/officeDocument/2006/relationships/theme" Target="/ppt/main_figures/Fig4/ppt/theme/theme1.xml" Id="R648c575028e9437c" /><Relationship Type="http://schemas.openxmlformats.org/officeDocument/2006/relationships/slideMaster" Target="/ppt/main_figures/Fig4/ppt/slideMasters/slideMaster1.xml" Id="R88939b77412f42a3" /><Relationship Type="http://schemas.openxmlformats.org/officeDocument/2006/relationships/notesMaster" Target="/ppt/main_figures/Fig4/ppt/notesMasters/notesMaster1.xml" Id="R0bd92e6f7ab3441e" /><Relationship Type="http://schemas.openxmlformats.org/officeDocument/2006/relationships/presProps" Target="/ppt/main_figures/Fig4/ppt/presProps.xml" Id="R89111eab79394e96" /><Relationship Type="http://schemas.openxmlformats.org/officeDocument/2006/relationships/tableStyles" Target="/ppt/main_figures/Fig4/ppt/tableStyles.xml" Id="Red6f122541234333" /><Relationship Type="http://schemas.openxmlformats.org/officeDocument/2006/relationships/slide" Target="/ppt/main_figures/Fig4/ppt/slides/slide1.xml" Id="Re86c878a4fe344c6" /></Relationships>
</file>

<file path=ppt/main_figures/Fig4/ppt/notesMasters/_rels/notesMaster1.xml.rels><?xml version='1.0' encoding='utf-8'?>
<Relationships xmlns="http://schemas.openxmlformats.org/package/2006/relationships"><Relationship Type="http://schemas.openxmlformats.org/officeDocument/2006/relationships/theme" Target="/ppt/main_figures/Fig4/ppt/notesMasters/theme/theme3.xml" Id="R3adde9a51e08467b" /></Relationships>
</file>

<file path=ppt/main_figures/Fig4/ppt/notesMasters/notesMaster1.xml><?xml version="1.0" encoding="utf-8"?>
<p:notesMaster xmlns:p="http://schemas.openxmlformats.org/presentationml/2006/main">
  <p:cSld>
    <p:bg>
      <p:bgRef idx="1001">
        <a:schemeClr xmlns:a="http://schemas.openxmlformats.org/drawingml/2006/main" val="bg1"/>
      </p:bgRef>
    </p:bg>
    <p:spTree>
      <p:nvGrpSpPr>
        <p:cNvPr id="1" name=""/>
        <p:cNvGrpSpPr/>
        <p:nvPr/>
      </p:nvGrpSpPr>
      <p:grpSpPr>
        <a:xfrm xmlns:a="http://schemas.openxmlformats.org/drawingml/2006/main"/>
      </p:grpSpPr>
      <p:sp>
        <p:nvSpPr>
          <p:cNvPr id="2" name="Header Placeholder"/>
          <p:cNvSpPr/>
          <p:nvPr>
            <p:ph type="hdr" sz="quarter"/>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3" name="Date Placeholder"/>
          <p:cNvSpPr/>
          <p:nvPr>
            <p:ph type="dt" sz="quarter" idx="1"/>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4" name="Slide Image Placeholder"/>
          <p:cNvSpPr/>
          <p:nvPr>
            <p:ph type="sldImg" idx="2"/>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5" name="Notes Placeholder"/>
          <p:cNvSpPr/>
          <p:nvPr>
            <p:ph type="body" sz="quarter" idx="3"/>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6" name="Footer Placeholder"/>
          <p:cNvSpPr/>
          <p:nvPr>
            <p:ph type="ftr" sz="quarter" idx="4"/>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7" name="Slide Number Placeholder"/>
          <p:cNvSpPr/>
          <p:nvPr>
            <p:ph type="sldNum" sz="quarter" idx="5"/>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Tree>
  </p:cSld>
  <p:clrMap bg1="lt1" tx1="dk1" bg2="lt2" tx2="dk2" accent1="accent1" accent2="accent2" accent3="accent3" accent4="accent4" accent5="accent5" accent6="accent6" hlink="hlink" folHlink="folHlink"/>
  <p:notesStyle>
    <a:lvl1pPr xmlns:a="http://schemas.openxmlformats.org/drawingml/2006/main" marL="0" algn="l" defTabSz="914400" rtl="0" eaLnBrk="1" latinLnBrk="0" hangingPunct="1">
      <a:defRPr sz="1200" kern="1200"/>
    </a:lvl1pPr>
  </p:notesStyle>
</p:notesMaster>
</file>

<file path=ppt/main_figures/Fig4/ppt/notesMasters/theme/theme3.xml><?xml version="1.0" encoding="utf-8"?>
<a:theme xmlns:a="http://schemas.openxmlformats.org/drawingml/2006/main" name="ChatGPT">
  <a:themeElements>
    <a:clrScheme name="ChatGPT">
      <a:dk1>
        <a:srgbClr val="000000"/>
      </a:dk1>
      <a:lt1>
        <a:srgbClr val="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
      <a:majorFont>
        <a:latin typeface="Arial"/>
        <a:ea typeface="Arial"/>
        <a:cs typeface="Arial"/>
      </a:majorFont>
      <a:minorFont>
        <a:latin typeface="Arial"/>
        <a:ea typeface="Arial"/>
        <a:cs typeface="Arial"/>
      </a:minorFont>
    </a:fontScheme>
    <a:fmtScheme name="ChatGPT">
      <a:fillStyleLst>
        <a:solidFill>
          <a:schemeClr val="phClr"/>
        </a:solidFill>
        <a:gradFill>
          <a:gsLst>
            <a:gs pos="0">
              <a:schemeClr val="phClr">
                <a:tint val="67000"/>
                <a:lumMod val="110000"/>
                <a:satMod val="105000"/>
              </a:schemeClr>
            </a:gs>
            <a:gs pos="50000">
              <a:schemeClr val="phClr">
                <a:tint val="73000"/>
                <a:lumMod val="105000"/>
                <a:satMod val="103000"/>
              </a:schemeClr>
            </a:gs>
            <a:gs pos="100000">
              <a:schemeClr val="phClr">
                <a:tint val="81000"/>
                <a:lumMod val="105000"/>
                <a:satMod val="109000"/>
              </a:schemeClr>
            </a:gs>
          </a:gsLst>
          <a:lin ang="5400000" scaled="0"/>
        </a:gradFill>
        <a:gradFill>
          <a:gsLst>
            <a:gs pos="0">
              <a:schemeClr val="phClr">
                <a:tint val="94000"/>
                <a:lumMod val="102000"/>
                <a:satMod val="103000"/>
              </a:schemeClr>
            </a:gs>
            <a:gs pos="50000">
              <a:schemeClr val="phClr">
                <a:shade val="100000"/>
                <a:lumMod val="100000"/>
                <a:satMod val="110000"/>
              </a:schemeClr>
            </a:gs>
            <a:gs pos="100000">
              <a:schemeClr val="phClr">
                <a:shade val="78000"/>
                <a:lumMod val="99000"/>
                <a:satMod val="120000"/>
              </a:schemeClr>
            </a:gs>
          </a:gsLst>
          <a:lin ang="5400000" scaled="0"/>
        </a:gradFill>
      </a:fillStyleLst>
      <a:lnStyleLst>
        <a:ln w="12700">
          <a:solidFill>
            <a:schemeClr val="phClr"/>
          </a:solidFill>
          <a:prstDash val="solid"/>
        </a:ln>
        <a:ln w="19050">
          <a:solidFill>
            <a:schemeClr val="phClr"/>
          </a:solidFill>
          <a:prstDash val="solid"/>
        </a:ln>
        <a:ln w="25400">
          <a:solidFill>
            <a:schemeClr val="phClr"/>
          </a:solidFill>
          <a:prstDash val="solid"/>
        </a:ln>
      </a:lnStyleLst>
      <a:effectStyleLst>
        <a:effectStyle>
          <a:effectLst/>
        </a:effectStyle>
        <a:effectStyle>
          <a:effectLst/>
        </a:effectStyle>
        <a:effectStyle>
          <a:effectLst>
            <a:outerShdw blurRad="57150" dist="19050" dir="5400000">
              <a:srgbClr val="000000">
                <a:alpha val="16000"/>
              </a:srgbClr>
            </a:outerShdw>
          </a:effectLst>
        </a:effectStyle>
        <a:effectStyle>
          <a:effectLst>
            <a:outerShdw blurRad="19050" dist="9525" dir="5400000">
              <a:srgbClr val="000000">
                <a:alpha val="6000"/>
              </a:srgbClr>
            </a:outerShdw>
          </a:effectLst>
        </a:effectStyle>
        <a:effectStyle>
          <a:effectLst>
            <a:outerShdw blurRad="28575" dist="9525" dir="5400000">
              <a:srgbClr val="000000">
                <a:alpha val="8000"/>
              </a:srgbClr>
            </a:outerShdw>
          </a:effectLst>
        </a:effectStyle>
        <a:effectStyle>
          <a:effectLst>
            <a:outerShdw blurRad="57150" dist="19050" dir="5400000">
              <a:srgbClr val="000000">
                <a:alpha val="10000"/>
              </a:srgbClr>
            </a:outerShdw>
          </a:effectLst>
        </a:effectStyle>
        <a:effectStyle>
          <a:effectLst>
            <a:outerShdw blurRad="114300" dist="38100" dir="5400000">
              <a:srgbClr val="000000">
                <a:alpha val="12000"/>
              </a:srgbClr>
            </a:outerShdw>
          </a:effectLst>
        </a:effectStyle>
        <a:effectStyle>
          <a:effectLst>
            <a:outerShdw blurRad="171450" dist="57150" dir="5400000">
              <a:srgbClr val="000000">
                <a:alpha val="16000"/>
              </a:srgbClr>
            </a:outerShdw>
          </a:effectLst>
        </a:effectStyle>
        <a:effectStyle>
          <a:effectLst>
            <a:outerShdw blurRad="266700" dist="95250" dir="5400000">
              <a:srgbClr val="000000">
                <a:alpha val="24000"/>
              </a:srgbClr>
            </a:outerShdw>
          </a:effectLst>
        </a:effectStyle>
      </a:effectStyleLst>
      <a:bgFillStyleLst>
        <a:solidFill>
          <a:schemeClr val="phClr"/>
        </a:solidFill>
        <a:solidFill>
          <a:schemeClr val="phClr">
            <a:tint val="95000"/>
            <a:satMod val="170000"/>
          </a:schemeClr>
        </a:solidFill>
        <a:gradFill>
          <a:gsLst>
            <a:gs pos="0">
              <a:schemeClr val="phClr">
                <a:tint val="93000"/>
                <a:shade val="98000"/>
                <a:lumMod val="102000"/>
                <a:satMod val="150000"/>
              </a:schemeClr>
            </a:gs>
            <a:gs pos="50000">
              <a:schemeClr val="phClr">
                <a:tint val="98000"/>
                <a:shade val="90000"/>
                <a:lumMod val="103000"/>
                <a:satMod val="130000"/>
              </a:schemeClr>
            </a:gs>
            <a:gs pos="100000">
              <a:schemeClr val="phClr">
                <a:shade val="63000"/>
                <a:satMod val="120000"/>
              </a:schemeClr>
            </a:gs>
          </a:gsLst>
          <a:lin ang="5400000" scaled="0"/>
        </a:gradFill>
      </a:bgFillStyleLst>
    </a:fmtScheme>
  </a:themeElements>
</a:theme>
</file>

<file path=ppt/main_figures/Fig4/ppt/notesSlides/_rels/notesSlide1.xml.rels><?xml version='1.0' encoding='utf-8'?>
<Relationships xmlns="http://schemas.openxmlformats.org/package/2006/relationships"><Relationship Type="http://schemas.openxmlformats.org/officeDocument/2006/relationships/slide" Target="/ppt/main_figures/Fig4/ppt/slides/slide1.xml" Id="Re847cdaed6cb4f2f" /><Relationship Type="http://schemas.openxmlformats.org/officeDocument/2006/relationships/notesMaster" Target="/ppt/main_figures/Fig4/ppt/notesMasters/notesMaster1.xml" Id="R0691b7f97c574980" /></Relationships>
</file>

<file path=ppt/main_figures/Fig4/ppt/notesSlides/notesSlide1.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Three equal-valued minima with source hierarchy ((A,B),C). Source merge levels are s1 and s2. For relaxed order A,C,B, original-LCA barriers at s2 yield d_top = gamma = s2 - s1. Optimal barriers at (s1+s2)/2 yield gamma/2 when the fixed leaf values lie below that midpoint. The dashed grey curve in (c) repeats the hierarchy-preserving profile in (b). Curves are schematic. Source: author-supplied RG_MTM_Fig3_Fully_Editable.pptx.</a:t>
            </a: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main_figures/Fig4/ppt/presProps.xml><?xml version="1.0" encoding="utf-8"?>
<p:presentationPr xmlns:p="http://schemas.openxmlformats.org/presentationml/2006/main">
  <p:extLst>
    <p:ext xmlns:p14="http://schemas.microsoft.com/office/powerpoint/2010/main" uri="{E76CE94A-603C-4142-B9EB-6D1370010A27}">
      <p14:discardImageEditData val="0"/>
    </p:ext>
    <p:ext xmlns:p14="http://schemas.microsoft.com/office/powerpoint/2010/main" uri="{D31A062A-798A-4329-ABDD-BBA856620510}">
      <p14:defaultImageDpi val="32767"/>
    </p:ext>
    <p:ext xmlns:p15="http://schemas.microsoft.com/office/powerpoint/2012/main" uri="{FD5EFAAD-0ECE-453E-9831-46B23BE46B34}">
      <p15:chartTrackingRefBased val="1"/>
    </p:ext>
  </p:extLst>
</p:presentationPr>
</file>

<file path=ppt/main_figures/Fig4/ppt/presentation.xml><?xml version="1.0" encoding="utf-8"?>
<p:presentation xmlns:p="http://schemas.openxmlformats.org/presentationml/2006/main">
  <p:sldMasterIdLst>
    <p:sldMasterId xmlns:r="http://schemas.openxmlformats.org/officeDocument/2006/relationships" id="2147483648" r:id="R88939b77412f42a3"/>
  </p:sldMasterIdLst>
  <p:notesMasterIdLst>
    <p:notesMasterId xmlns:r="http://schemas.openxmlformats.org/officeDocument/2006/relationships" r:id="R0bd92e6f7ab3441e"/>
  </p:notesMasterIdLst>
  <p:sldIdLst>
    <p:sldId xmlns:r="http://schemas.openxmlformats.org/officeDocument/2006/relationships" id="256" r:id="Re86c878a4fe344c6"/>
  </p:sldIdLst>
  <p:sldSz cx="8572500" cy="5476875"/>
  <p:notesSz cx="6858000" cy="9144000"/>
</p:presentation>
</file>

<file path=ppt/main_figures/Fig4/ppt/slideLayouts/_rels/slideLayout1.xml.rels><?xml version='1.0' encoding='utf-8'?>
<Relationships xmlns="http://schemas.openxmlformats.org/package/2006/relationships"><Relationship Type="http://schemas.openxmlformats.org/officeDocument/2006/relationships/slideMaster" Target="/ppt/main_figures/Fig4/ppt/slideMasters/slideMaster1.xml" Id="Rf9676b8986ce4dbb" /></Relationships>
</file>

<file path=ppt/main_figures/Fig4/ppt/slideLayouts/_rels/slideLayout2.xml.rels><?xml version='1.0' encoding='utf-8'?>
<Relationships xmlns="http://schemas.openxmlformats.org/package/2006/relationships"><Relationship Type="http://schemas.openxmlformats.org/officeDocument/2006/relationships/slideMaster" Target="/ppt/main_figures/Fig4/ppt/slideMasters/slideMaster1.xml" Id="R04af45fdfc5f43fd" /></Relationships>
</file>

<file path=ppt/main_figures/Fig4/ppt/slideLayouts/_rels/slideLayout3.xml.rels><?xml version='1.0' encoding='utf-8'?>
<Relationships xmlns="http://schemas.openxmlformats.org/package/2006/relationships"><Relationship Type="http://schemas.openxmlformats.org/officeDocument/2006/relationships/slideMaster" Target="/ppt/main_figures/Fig4/ppt/slideMasters/slideMaster1.xml" Id="Rf37c50629395424e" /></Relationships>
</file>

<file path=ppt/main_figures/Fig4/ppt/slideLayouts/_rels/slideLayout4.xml.rels><?xml version='1.0' encoding='utf-8'?>
<Relationships xmlns="http://schemas.openxmlformats.org/package/2006/relationships"><Relationship Type="http://schemas.openxmlformats.org/officeDocument/2006/relationships/slideMaster" Target="/ppt/main_figures/Fig4/ppt/slideMasters/slideMaster1.xml" Id="R5fd933333680465c" /></Relationships>
</file>

<file path=ppt/main_figures/Fig4/ppt/slideLayouts/_rels/slideLayout5.xml.rels><?xml version='1.0' encoding='utf-8'?>
<Relationships xmlns="http://schemas.openxmlformats.org/package/2006/relationships"><Relationship Type="http://schemas.openxmlformats.org/officeDocument/2006/relationships/slideMaster" Target="/ppt/main_figures/Fig4/ppt/slideMasters/slideMaster1.xml" Id="R105230761c3a45c1" /></Relationships>
</file>

<file path=ppt/main_figures/Fig4/ppt/slideLayouts/_rels/slideLayout6.xml.rels><?xml version='1.0' encoding='utf-8'?>
<Relationships xmlns="http://schemas.openxmlformats.org/package/2006/relationships"><Relationship Type="http://schemas.openxmlformats.org/officeDocument/2006/relationships/slideMaster" Target="/ppt/main_figures/Fig4/ppt/slideMasters/slideMaster1.xml" Id="Rdf9e4c98787a4fe7" /></Relationships>
</file>

<file path=ppt/main_figures/Fig4/ppt/slideLayouts/slideLayout1.xml><?xml version="1.0" encoding="utf-8"?>
<p:sldLayout xmlns:p="http://schemas.openxmlformats.org/presentationml/2006/main" type="title">
  <p:cSld name="Title Slide">
    <p:spTree>
      <p:nvGrpSpPr>
        <p:cNvPr id="1" name=""/>
        <p:cNvGrpSpPr/>
        <p:nvPr/>
      </p:nvGrpSpPr>
      <p:grpSpPr>
        <a:xfrm xmlns:a="http://schemas.openxmlformats.org/drawingml/2006/main"/>
      </p:grpSpPr>
      <p:sp>
        <p:nvSpPr>
          <p:cNvPr id="3" name="Title">
            <a:extLst xmlns:a="http://schemas.openxmlformats.org/drawingml/2006/main">
              <a:ext uri="{FF2B5EF4-FFF2-40B4-BE49-F238E27FC236}">
                <a16:creationId xmlns:a16="http://schemas.microsoft.com/office/drawing/2014/main" id="{1DB049EE-009B-4793-BD1E-999C23421E34}"/>
              </a:ext>
            </a:extLst>
          </p:cNvPr>
          <p:cNvSpPr>
            <a:spLocks xmlns:a="http://schemas.openxmlformats.org/drawingml/2006/main" noGrp="1"/>
          </p:cNvSpPr>
          <p:nvPr>
            <p:ph type="title" idx="0"/>
          </p:nvPr>
        </p:nvSpPr>
        <p:spPr>
          <a:xfrm xmlns:a="http://schemas.openxmlformats.org/drawingml/2006/main">
            <a:off x="857250" y="2194983"/>
            <a:ext cx="6858000" cy="839258"/>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ctr">
            <a:normAutofit/>
          </a:bodyPr>
          <a:lstStyle xmlns:a="http://schemas.openxmlformats.org/drawingml/2006/main">
            <a:defPPr algn="ctr">
              <a:defRPr sz="3375" b="1">
                <a:solidFill>
                  <a:schemeClr val="tx1"/>
                </a:solidFill>
                <a:latin typeface="Arial"/>
                <a:ea typeface="Arial"/>
                <a:cs typeface="Arial"/>
              </a:defRPr>
            </a:defPPr>
            <a:lvl1pPr marL="0" indent="0" algn="ctr">
              <a:lnSpc>
                <a:spcPct val="110000"/>
              </a:lnSpc>
              <a:spcBef>
                <a:spcPts val="0"/>
              </a:spcBef>
              <a:spcAft>
                <a:spcPts val="0"/>
              </a:spcAft>
              <a:buNone/>
              <a:defRPr sz="3375" b="1">
                <a:solidFill>
                  <a:schemeClr val="tx1"/>
                </a:solidFill>
                <a:latin typeface="Arial"/>
                <a:ea typeface="Arial"/>
                <a:cs typeface="Arial"/>
              </a:defRPr>
            </a:lvl1pPr>
            <a:lvl2pPr marL="0" indent="0" algn="ctr">
              <a:lnSpc>
                <a:spcPct val="110000"/>
              </a:lnSpc>
              <a:spcBef>
                <a:spcPts val="0"/>
              </a:spcBef>
              <a:spcAft>
                <a:spcPts val="0"/>
              </a:spcAft>
              <a:buNone/>
              <a:defRPr sz="3375" b="1">
                <a:solidFill>
                  <a:schemeClr val="tx1"/>
                </a:solidFill>
                <a:latin typeface="Arial"/>
                <a:ea typeface="Arial"/>
                <a:cs typeface="Arial"/>
              </a:defRPr>
            </a:lvl2pPr>
            <a:lvl3pPr marL="0" indent="0" algn="ctr">
              <a:lnSpc>
                <a:spcPct val="110000"/>
              </a:lnSpc>
              <a:spcBef>
                <a:spcPts val="0"/>
              </a:spcBef>
              <a:spcAft>
                <a:spcPts val="0"/>
              </a:spcAft>
              <a:buNone/>
              <a:defRPr sz="3375" b="1">
                <a:solidFill>
                  <a:schemeClr val="tx1"/>
                </a:solidFill>
                <a:latin typeface="Arial"/>
                <a:ea typeface="Arial"/>
                <a:cs typeface="Arial"/>
              </a:defRPr>
            </a:lvl3pPr>
            <a:lvl4pPr marL="0" indent="0" algn="ctr">
              <a:lnSpc>
                <a:spcPct val="110000"/>
              </a:lnSpc>
              <a:spcBef>
                <a:spcPts val="0"/>
              </a:spcBef>
              <a:spcAft>
                <a:spcPts val="0"/>
              </a:spcAft>
              <a:buNone/>
              <a:defRPr sz="3375" b="1">
                <a:solidFill>
                  <a:schemeClr val="tx1"/>
                </a:solidFill>
                <a:latin typeface="Arial"/>
                <a:ea typeface="Arial"/>
                <a:cs typeface="Arial"/>
              </a:defRPr>
            </a:lvl4pPr>
            <a:lvl5pPr marL="0" indent="0" algn="ctr">
              <a:lnSpc>
                <a:spcPct val="110000"/>
              </a:lnSpc>
              <a:spcBef>
                <a:spcPts val="0"/>
              </a:spcBef>
              <a:spcAft>
                <a:spcPts val="0"/>
              </a:spcAft>
              <a:buNone/>
              <a:defRPr sz="3375" b="1">
                <a:solidFill>
                  <a:schemeClr val="tx1"/>
                </a:solidFill>
                <a:latin typeface="Arial"/>
                <a:ea typeface="Arial"/>
                <a:cs typeface="Arial"/>
              </a:defRPr>
            </a:lvl5pPr>
            <a:lvl6pPr marL="0" indent="0" algn="ctr">
              <a:lnSpc>
                <a:spcPct val="110000"/>
              </a:lnSpc>
              <a:spcBef>
                <a:spcPts val="0"/>
              </a:spcBef>
              <a:spcAft>
                <a:spcPts val="0"/>
              </a:spcAft>
              <a:buNone/>
              <a:defRPr sz="3375" b="1">
                <a:solidFill>
                  <a:schemeClr val="tx1"/>
                </a:solidFill>
                <a:latin typeface="Arial"/>
                <a:ea typeface="Arial"/>
                <a:cs typeface="Arial"/>
              </a:defRPr>
            </a:lvl6pPr>
            <a:lvl7pPr marL="0" indent="0" algn="ctr">
              <a:lnSpc>
                <a:spcPct val="110000"/>
              </a:lnSpc>
              <a:spcBef>
                <a:spcPts val="0"/>
              </a:spcBef>
              <a:spcAft>
                <a:spcPts val="0"/>
              </a:spcAft>
              <a:buNone/>
              <a:defRPr sz="3375" b="1">
                <a:solidFill>
                  <a:schemeClr val="tx1"/>
                </a:solidFill>
                <a:latin typeface="Arial"/>
                <a:ea typeface="Arial"/>
                <a:cs typeface="Arial"/>
              </a:defRPr>
            </a:lvl7pPr>
            <a:lvl8pPr marL="0" indent="0" algn="ctr">
              <a:lnSpc>
                <a:spcPct val="110000"/>
              </a:lnSpc>
              <a:spcBef>
                <a:spcPts val="0"/>
              </a:spcBef>
              <a:spcAft>
                <a:spcPts val="0"/>
              </a:spcAft>
              <a:buNone/>
              <a:defRPr sz="3375" b="1">
                <a:solidFill>
                  <a:schemeClr val="tx1"/>
                </a:solidFill>
                <a:latin typeface="Arial"/>
                <a:ea typeface="Arial"/>
                <a:cs typeface="Arial"/>
              </a:defRPr>
            </a:lvl8pPr>
            <a:lvl9pPr marL="0" indent="0" algn="ctr">
              <a:lnSpc>
                <a:spcPct val="110000"/>
              </a:lnSpc>
              <a:spcBef>
                <a:spcPts val="0"/>
              </a:spcBef>
              <a:spcAft>
                <a:spcPts val="0"/>
              </a:spcAft>
              <a:buNone/>
              <a:defRPr sz="3375" b="1">
                <a:solidFill>
                  <a:schemeClr val="tx1"/>
                </a:solidFill>
                <a:latin typeface="Arial"/>
                <a:ea typeface="Arial"/>
                <a:cs typeface="Arial"/>
              </a:defRPr>
            </a:lvl9pPr>
          </a:lstStyle>
          <a:p xmlns:a="http://schemas.openxmlformats.org/drawingml/2006/main"/>
        </p:txBody>
      </p:sp>
      <p:sp>
        <p:nvSpPr>
          <p:cNvPr id="2" name="Subtitle">
            <a:extLst xmlns:a="http://schemas.openxmlformats.org/drawingml/2006/main">
              <a:ext uri="{FF2B5EF4-FFF2-40B4-BE49-F238E27FC236}">
                <a16:creationId xmlns:a16="http://schemas.microsoft.com/office/drawing/2014/main" id="{90380DA4-609E-4131-B2E3-39BE83A877DB}"/>
              </a:ext>
            </a:extLst>
          </p:cNvPr>
          <p:cNvSpPr>
            <a:spLocks xmlns:a="http://schemas.openxmlformats.org/drawingml/2006/main" noGrp="1"/>
          </p:cNvSpPr>
          <p:nvPr>
            <p:ph type="subTitle" idx="1"/>
          </p:nvPr>
        </p:nvSpPr>
        <p:spPr>
          <a:xfrm xmlns:a="http://schemas.openxmlformats.org/drawingml/2006/main">
            <a:off x="1285875" y="3195638"/>
            <a:ext cx="6000750" cy="645583"/>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ctr">
            <a:normAutofit/>
          </a:bodyPr>
          <a:lstStyle xmlns:a="http://schemas.openxmlformats.org/drawingml/2006/main">
            <a:defPPr algn="ctr">
              <a:defRPr sz="1477" b="0">
                <a:solidFill>
                  <a:schemeClr val="tx1"/>
                </a:solidFill>
                <a:latin typeface="Arial"/>
                <a:ea typeface="Arial"/>
                <a:cs typeface="Arial"/>
              </a:defRPr>
            </a:defPPr>
            <a:lvl1pPr marL="0" indent="0" algn="ctr">
              <a:lnSpc>
                <a:spcPct val="110000"/>
              </a:lnSpc>
              <a:spcBef>
                <a:spcPts val="0"/>
              </a:spcBef>
              <a:spcAft>
                <a:spcPts val="0"/>
              </a:spcAft>
              <a:buNone/>
              <a:defRPr sz="1477" b="0">
                <a:solidFill>
                  <a:schemeClr val="tx1"/>
                </a:solidFill>
                <a:latin typeface="Arial"/>
                <a:ea typeface="Arial"/>
                <a:cs typeface="Arial"/>
              </a:defRPr>
            </a:lvl1pPr>
            <a:lvl2pPr marL="0" indent="0" algn="ctr">
              <a:lnSpc>
                <a:spcPct val="110000"/>
              </a:lnSpc>
              <a:spcBef>
                <a:spcPts val="0"/>
              </a:spcBef>
              <a:spcAft>
                <a:spcPts val="0"/>
              </a:spcAft>
              <a:buNone/>
              <a:defRPr sz="1477" b="0">
                <a:solidFill>
                  <a:schemeClr val="tx1"/>
                </a:solidFill>
                <a:latin typeface="Arial"/>
                <a:ea typeface="Arial"/>
                <a:cs typeface="Arial"/>
              </a:defRPr>
            </a:lvl2pPr>
            <a:lvl3pPr marL="0" indent="0" algn="ctr">
              <a:lnSpc>
                <a:spcPct val="110000"/>
              </a:lnSpc>
              <a:spcBef>
                <a:spcPts val="0"/>
              </a:spcBef>
              <a:spcAft>
                <a:spcPts val="0"/>
              </a:spcAft>
              <a:buNone/>
              <a:defRPr sz="1477" b="0">
                <a:solidFill>
                  <a:schemeClr val="tx1"/>
                </a:solidFill>
                <a:latin typeface="Arial"/>
                <a:ea typeface="Arial"/>
                <a:cs typeface="Arial"/>
              </a:defRPr>
            </a:lvl3pPr>
            <a:lvl4pPr marL="0" indent="0" algn="ctr">
              <a:lnSpc>
                <a:spcPct val="110000"/>
              </a:lnSpc>
              <a:spcBef>
                <a:spcPts val="0"/>
              </a:spcBef>
              <a:spcAft>
                <a:spcPts val="0"/>
              </a:spcAft>
              <a:buNone/>
              <a:defRPr sz="1477" b="0">
                <a:solidFill>
                  <a:schemeClr val="tx1"/>
                </a:solidFill>
                <a:latin typeface="Arial"/>
                <a:ea typeface="Arial"/>
                <a:cs typeface="Arial"/>
              </a:defRPr>
            </a:lvl4pPr>
            <a:lvl5pPr marL="0" indent="0" algn="ctr">
              <a:lnSpc>
                <a:spcPct val="110000"/>
              </a:lnSpc>
              <a:spcBef>
                <a:spcPts val="0"/>
              </a:spcBef>
              <a:spcAft>
                <a:spcPts val="0"/>
              </a:spcAft>
              <a:buNone/>
              <a:defRPr sz="1477" b="0">
                <a:solidFill>
                  <a:schemeClr val="tx1"/>
                </a:solidFill>
                <a:latin typeface="Arial"/>
                <a:ea typeface="Arial"/>
                <a:cs typeface="Arial"/>
              </a:defRPr>
            </a:lvl5pPr>
            <a:lvl6pPr marL="0" indent="0" algn="ctr">
              <a:lnSpc>
                <a:spcPct val="110000"/>
              </a:lnSpc>
              <a:spcBef>
                <a:spcPts val="0"/>
              </a:spcBef>
              <a:spcAft>
                <a:spcPts val="0"/>
              </a:spcAft>
              <a:buNone/>
              <a:defRPr sz="1477" b="0">
                <a:solidFill>
                  <a:schemeClr val="tx1"/>
                </a:solidFill>
                <a:latin typeface="Arial"/>
                <a:ea typeface="Arial"/>
                <a:cs typeface="Arial"/>
              </a:defRPr>
            </a:lvl6pPr>
            <a:lvl7pPr marL="0" indent="0" algn="ctr">
              <a:lnSpc>
                <a:spcPct val="110000"/>
              </a:lnSpc>
              <a:spcBef>
                <a:spcPts val="0"/>
              </a:spcBef>
              <a:spcAft>
                <a:spcPts val="0"/>
              </a:spcAft>
              <a:buNone/>
              <a:defRPr sz="1477" b="0">
                <a:solidFill>
                  <a:schemeClr val="tx1"/>
                </a:solidFill>
                <a:latin typeface="Arial"/>
                <a:ea typeface="Arial"/>
                <a:cs typeface="Arial"/>
              </a:defRPr>
            </a:lvl7pPr>
            <a:lvl8pPr marL="0" indent="0" algn="ctr">
              <a:lnSpc>
                <a:spcPct val="110000"/>
              </a:lnSpc>
              <a:spcBef>
                <a:spcPts val="0"/>
              </a:spcBef>
              <a:spcAft>
                <a:spcPts val="0"/>
              </a:spcAft>
              <a:buNone/>
              <a:defRPr sz="1477" b="0">
                <a:solidFill>
                  <a:schemeClr val="tx1"/>
                </a:solidFill>
                <a:latin typeface="Arial"/>
                <a:ea typeface="Arial"/>
                <a:cs typeface="Arial"/>
              </a:defRPr>
            </a:lvl8pPr>
            <a:lvl9pPr marL="0" indent="0" algn="ctr">
              <a:lnSpc>
                <a:spcPct val="110000"/>
              </a:lnSpc>
              <a:spcBef>
                <a:spcPts val="0"/>
              </a:spcBef>
              <a:spcAft>
                <a:spcPts val="0"/>
              </a:spcAft>
              <a:buNone/>
              <a:defRPr sz="1477" b="0">
                <a:solidFill>
                  <a:schemeClr val="tx1"/>
                </a:solidFill>
                <a:latin typeface="Arial"/>
                <a:ea typeface="Arial"/>
                <a:cs typeface="Arial"/>
              </a:defRPr>
            </a:lvl9pPr>
          </a:lstStyle>
          <a:p xmlns:a="http://schemas.openxmlformats.org/drawingml/2006/main"/>
        </p:txBody>
      </p:sp>
    </p:spTree>
  </p:cSld>
</p:sldLayout>
</file>

<file path=ppt/main_figures/Fig4/ppt/slideLayouts/slideLayout2.xml><?xml version="1.0" encoding="utf-8"?>
<p:sldLayout xmlns:p="http://schemas.openxmlformats.org/presentationml/2006/main">
  <p:cSld name="Section Header">
    <p:spTree>
      <p:nvGrpSpPr>
        <p:cNvPr id="1" name=""/>
        <p:cNvGrpSpPr/>
        <p:nvPr/>
      </p:nvGrpSpPr>
      <p:grpSpPr>
        <a:xfrm xmlns:a="http://schemas.openxmlformats.org/drawingml/2006/main"/>
      </p:grpSpPr>
      <p:sp>
        <p:nvSpPr>
          <p:cNvPr id="2" name="Section title">
            <a:extLst xmlns:a="http://schemas.openxmlformats.org/drawingml/2006/main">
              <a:ext uri="{FF2B5EF4-FFF2-40B4-BE49-F238E27FC236}">
                <a16:creationId xmlns:a16="http://schemas.microsoft.com/office/drawing/2014/main" id="{02A6740C-0C66-41A8-8AC4-97B9DBB88400}"/>
              </a:ext>
            </a:extLst>
          </p:cNvPr>
          <p:cNvSpPr>
            <a:spLocks xmlns:a="http://schemas.openxmlformats.org/drawingml/2006/main" noGrp="1"/>
          </p:cNvSpPr>
          <p:nvPr>
            <p:ph type="title" idx="0"/>
          </p:nvPr>
        </p:nvSpPr>
        <p:spPr>
          <a:xfrm xmlns:a="http://schemas.openxmlformats.org/drawingml/2006/main">
            <a:off x="857250" y="2420938"/>
            <a:ext cx="6858000" cy="968375"/>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ctr">
            <a:normAutofit/>
          </a:bodyPr>
          <a:lstStyle xmlns:a="http://schemas.openxmlformats.org/drawingml/2006/main">
            <a:defPPr algn="ctr">
              <a:defRPr sz="2953" b="1">
                <a:solidFill>
                  <a:schemeClr val="tx1"/>
                </a:solidFill>
                <a:latin typeface="Arial"/>
                <a:ea typeface="Arial"/>
                <a:cs typeface="Arial"/>
              </a:defRPr>
            </a:defPPr>
            <a:lvl1pPr marL="0" indent="0" algn="ctr">
              <a:lnSpc>
                <a:spcPct val="110000"/>
              </a:lnSpc>
              <a:spcBef>
                <a:spcPts val="0"/>
              </a:spcBef>
              <a:spcAft>
                <a:spcPts val="0"/>
              </a:spcAft>
              <a:buNone/>
              <a:defRPr sz="2953" b="1">
                <a:solidFill>
                  <a:schemeClr val="tx1"/>
                </a:solidFill>
                <a:latin typeface="Arial"/>
                <a:ea typeface="Arial"/>
                <a:cs typeface="Arial"/>
              </a:defRPr>
            </a:lvl1pPr>
            <a:lvl2pPr marL="0" indent="0" algn="ctr">
              <a:lnSpc>
                <a:spcPct val="110000"/>
              </a:lnSpc>
              <a:spcBef>
                <a:spcPts val="0"/>
              </a:spcBef>
              <a:spcAft>
                <a:spcPts val="0"/>
              </a:spcAft>
              <a:buNone/>
              <a:defRPr sz="2953" b="1">
                <a:solidFill>
                  <a:schemeClr val="tx1"/>
                </a:solidFill>
                <a:latin typeface="Arial"/>
                <a:ea typeface="Arial"/>
                <a:cs typeface="Arial"/>
              </a:defRPr>
            </a:lvl2pPr>
            <a:lvl3pPr marL="0" indent="0" algn="ctr">
              <a:lnSpc>
                <a:spcPct val="110000"/>
              </a:lnSpc>
              <a:spcBef>
                <a:spcPts val="0"/>
              </a:spcBef>
              <a:spcAft>
                <a:spcPts val="0"/>
              </a:spcAft>
              <a:buNone/>
              <a:defRPr sz="2953" b="1">
                <a:solidFill>
                  <a:schemeClr val="tx1"/>
                </a:solidFill>
                <a:latin typeface="Arial"/>
                <a:ea typeface="Arial"/>
                <a:cs typeface="Arial"/>
              </a:defRPr>
            </a:lvl3pPr>
            <a:lvl4pPr marL="0" indent="0" algn="ctr">
              <a:lnSpc>
                <a:spcPct val="110000"/>
              </a:lnSpc>
              <a:spcBef>
                <a:spcPts val="0"/>
              </a:spcBef>
              <a:spcAft>
                <a:spcPts val="0"/>
              </a:spcAft>
              <a:buNone/>
              <a:defRPr sz="2953" b="1">
                <a:solidFill>
                  <a:schemeClr val="tx1"/>
                </a:solidFill>
                <a:latin typeface="Arial"/>
                <a:ea typeface="Arial"/>
                <a:cs typeface="Arial"/>
              </a:defRPr>
            </a:lvl4pPr>
            <a:lvl5pPr marL="0" indent="0" algn="ctr">
              <a:lnSpc>
                <a:spcPct val="110000"/>
              </a:lnSpc>
              <a:spcBef>
                <a:spcPts val="0"/>
              </a:spcBef>
              <a:spcAft>
                <a:spcPts val="0"/>
              </a:spcAft>
              <a:buNone/>
              <a:defRPr sz="2953" b="1">
                <a:solidFill>
                  <a:schemeClr val="tx1"/>
                </a:solidFill>
                <a:latin typeface="Arial"/>
                <a:ea typeface="Arial"/>
                <a:cs typeface="Arial"/>
              </a:defRPr>
            </a:lvl5pPr>
            <a:lvl6pPr marL="0" indent="0" algn="ctr">
              <a:lnSpc>
                <a:spcPct val="110000"/>
              </a:lnSpc>
              <a:spcBef>
                <a:spcPts val="0"/>
              </a:spcBef>
              <a:spcAft>
                <a:spcPts val="0"/>
              </a:spcAft>
              <a:buNone/>
              <a:defRPr sz="2953" b="1">
                <a:solidFill>
                  <a:schemeClr val="tx1"/>
                </a:solidFill>
                <a:latin typeface="Arial"/>
                <a:ea typeface="Arial"/>
                <a:cs typeface="Arial"/>
              </a:defRPr>
            </a:lvl6pPr>
            <a:lvl7pPr marL="0" indent="0" algn="ctr">
              <a:lnSpc>
                <a:spcPct val="110000"/>
              </a:lnSpc>
              <a:spcBef>
                <a:spcPts val="0"/>
              </a:spcBef>
              <a:spcAft>
                <a:spcPts val="0"/>
              </a:spcAft>
              <a:buNone/>
              <a:defRPr sz="2953" b="1">
                <a:solidFill>
                  <a:schemeClr val="tx1"/>
                </a:solidFill>
                <a:latin typeface="Arial"/>
                <a:ea typeface="Arial"/>
                <a:cs typeface="Arial"/>
              </a:defRPr>
            </a:lvl7pPr>
            <a:lvl8pPr marL="0" indent="0" algn="ctr">
              <a:lnSpc>
                <a:spcPct val="110000"/>
              </a:lnSpc>
              <a:spcBef>
                <a:spcPts val="0"/>
              </a:spcBef>
              <a:spcAft>
                <a:spcPts val="0"/>
              </a:spcAft>
              <a:buNone/>
              <a:defRPr sz="2953" b="1">
                <a:solidFill>
                  <a:schemeClr val="tx1"/>
                </a:solidFill>
                <a:latin typeface="Arial"/>
                <a:ea typeface="Arial"/>
                <a:cs typeface="Arial"/>
              </a:defRPr>
            </a:lvl8pPr>
            <a:lvl9pPr marL="0" indent="0" algn="ctr">
              <a:lnSpc>
                <a:spcPct val="110000"/>
              </a:lnSpc>
              <a:spcBef>
                <a:spcPts val="0"/>
              </a:spcBef>
              <a:spcAft>
                <a:spcPts val="0"/>
              </a:spcAft>
              <a:buNone/>
              <a:defRPr sz="2953" b="1">
                <a:solidFill>
                  <a:schemeClr val="tx1"/>
                </a:solidFill>
                <a:latin typeface="Arial"/>
                <a:ea typeface="Arial"/>
                <a:cs typeface="Arial"/>
              </a:defRPr>
            </a:lvl9pPr>
          </a:lstStyle>
          <a:p xmlns:a="http://schemas.openxmlformats.org/drawingml/2006/main"/>
        </p:txBody>
      </p:sp>
    </p:spTree>
  </p:cSld>
</p:sldLayout>
</file>

<file path=ppt/main_figures/Fig4/ppt/slideLayouts/slideLayout3.xml><?xml version="1.0" encoding="utf-8"?>
<p:sldLayout xmlns:p="http://schemas.openxmlformats.org/presentationml/2006/main">
  <p:cSld name="Title and Body">
    <p:spTree>
      <p:nvGrpSpPr>
        <p:cNvPr id="1" name=""/>
        <p:cNvGrpSpPr/>
        <p:nvPr/>
      </p:nvGrpSpPr>
      <p:grpSpPr>
        <a:xfrm xmlns:a="http://schemas.openxmlformats.org/drawingml/2006/main"/>
      </p:grpSpPr>
      <p:sp>
        <p:nvSpPr>
          <p:cNvPr id="3" name="Title">
            <a:extLst xmlns:a="http://schemas.openxmlformats.org/drawingml/2006/main">
              <a:ext uri="{FF2B5EF4-FFF2-40B4-BE49-F238E27FC236}">
                <a16:creationId xmlns:a16="http://schemas.microsoft.com/office/drawing/2014/main" id="{8E62122C-4AC8-4C45-8E94-111EA9738754}"/>
              </a:ext>
            </a:extLst>
          </p:cNvPr>
          <p:cNvSpPr>
            <a:spLocks xmlns:a="http://schemas.openxmlformats.org/drawingml/2006/main" noGrp="1"/>
          </p:cNvSpPr>
          <p:nvPr>
            <p:ph type="title" idx="0"/>
          </p:nvPr>
        </p:nvSpPr>
        <p:spPr>
          <a:xfrm xmlns:a="http://schemas.openxmlformats.org/drawingml/2006/main">
            <a:off x="482203" y="451908"/>
            <a:ext cx="7608094" cy="710142"/>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320" b="1">
                <a:solidFill>
                  <a:schemeClr val="tx1"/>
                </a:solidFill>
                <a:latin typeface="Arial"/>
                <a:ea typeface="Arial"/>
                <a:cs typeface="Arial"/>
              </a:defRPr>
            </a:defPPr>
            <a:lvl1pPr marL="0" indent="0" algn="l">
              <a:lnSpc>
                <a:spcPct val="110000"/>
              </a:lnSpc>
              <a:spcBef>
                <a:spcPts val="0"/>
              </a:spcBef>
              <a:spcAft>
                <a:spcPts val="0"/>
              </a:spcAft>
              <a:buNone/>
              <a:defRPr sz="2320" b="1">
                <a:solidFill>
                  <a:schemeClr val="tx1"/>
                </a:solidFill>
                <a:latin typeface="Arial"/>
                <a:ea typeface="Arial"/>
                <a:cs typeface="Arial"/>
              </a:defRPr>
            </a:lvl1pPr>
            <a:lvl2pPr marL="0" indent="0" algn="l">
              <a:lnSpc>
                <a:spcPct val="110000"/>
              </a:lnSpc>
              <a:spcBef>
                <a:spcPts val="0"/>
              </a:spcBef>
              <a:spcAft>
                <a:spcPts val="0"/>
              </a:spcAft>
              <a:buNone/>
              <a:defRPr sz="2320" b="1">
                <a:solidFill>
                  <a:schemeClr val="tx1"/>
                </a:solidFill>
                <a:latin typeface="Arial"/>
                <a:ea typeface="Arial"/>
                <a:cs typeface="Arial"/>
              </a:defRPr>
            </a:lvl2pPr>
            <a:lvl3pPr marL="0" indent="0" algn="l">
              <a:lnSpc>
                <a:spcPct val="110000"/>
              </a:lnSpc>
              <a:spcBef>
                <a:spcPts val="0"/>
              </a:spcBef>
              <a:spcAft>
                <a:spcPts val="0"/>
              </a:spcAft>
              <a:buNone/>
              <a:defRPr sz="2320" b="1">
                <a:solidFill>
                  <a:schemeClr val="tx1"/>
                </a:solidFill>
                <a:latin typeface="Arial"/>
                <a:ea typeface="Arial"/>
                <a:cs typeface="Arial"/>
              </a:defRPr>
            </a:lvl3pPr>
            <a:lvl4pPr marL="0" indent="0" algn="l">
              <a:lnSpc>
                <a:spcPct val="110000"/>
              </a:lnSpc>
              <a:spcBef>
                <a:spcPts val="0"/>
              </a:spcBef>
              <a:spcAft>
                <a:spcPts val="0"/>
              </a:spcAft>
              <a:buNone/>
              <a:defRPr sz="2320" b="1">
                <a:solidFill>
                  <a:schemeClr val="tx1"/>
                </a:solidFill>
                <a:latin typeface="Arial"/>
                <a:ea typeface="Arial"/>
                <a:cs typeface="Arial"/>
              </a:defRPr>
            </a:lvl4pPr>
            <a:lvl5pPr marL="0" indent="0" algn="l">
              <a:lnSpc>
                <a:spcPct val="110000"/>
              </a:lnSpc>
              <a:spcBef>
                <a:spcPts val="0"/>
              </a:spcBef>
              <a:spcAft>
                <a:spcPts val="0"/>
              </a:spcAft>
              <a:buNone/>
              <a:defRPr sz="2320" b="1">
                <a:solidFill>
                  <a:schemeClr val="tx1"/>
                </a:solidFill>
                <a:latin typeface="Arial"/>
                <a:ea typeface="Arial"/>
                <a:cs typeface="Arial"/>
              </a:defRPr>
            </a:lvl5pPr>
            <a:lvl6pPr marL="0" indent="0" algn="l">
              <a:lnSpc>
                <a:spcPct val="110000"/>
              </a:lnSpc>
              <a:spcBef>
                <a:spcPts val="0"/>
              </a:spcBef>
              <a:spcAft>
                <a:spcPts val="0"/>
              </a:spcAft>
              <a:buNone/>
              <a:defRPr sz="2320" b="1">
                <a:solidFill>
                  <a:schemeClr val="tx1"/>
                </a:solidFill>
                <a:latin typeface="Arial"/>
                <a:ea typeface="Arial"/>
                <a:cs typeface="Arial"/>
              </a:defRPr>
            </a:lvl6pPr>
            <a:lvl7pPr marL="0" indent="0" algn="l">
              <a:lnSpc>
                <a:spcPct val="110000"/>
              </a:lnSpc>
              <a:spcBef>
                <a:spcPts val="0"/>
              </a:spcBef>
              <a:spcAft>
                <a:spcPts val="0"/>
              </a:spcAft>
              <a:buNone/>
              <a:defRPr sz="2320" b="1">
                <a:solidFill>
                  <a:schemeClr val="tx1"/>
                </a:solidFill>
                <a:latin typeface="Arial"/>
                <a:ea typeface="Arial"/>
                <a:cs typeface="Arial"/>
              </a:defRPr>
            </a:lvl7pPr>
            <a:lvl8pPr marL="0" indent="0" algn="l">
              <a:lnSpc>
                <a:spcPct val="110000"/>
              </a:lnSpc>
              <a:spcBef>
                <a:spcPts val="0"/>
              </a:spcBef>
              <a:spcAft>
                <a:spcPts val="0"/>
              </a:spcAft>
              <a:buNone/>
              <a:defRPr sz="2320" b="1">
                <a:solidFill>
                  <a:schemeClr val="tx1"/>
                </a:solidFill>
                <a:latin typeface="Arial"/>
                <a:ea typeface="Arial"/>
                <a:cs typeface="Arial"/>
              </a:defRPr>
            </a:lvl8pPr>
            <a:lvl9pPr marL="0" indent="0" algn="l">
              <a:lnSpc>
                <a:spcPct val="110000"/>
              </a:lnSpc>
              <a:spcBef>
                <a:spcPts val="0"/>
              </a:spcBef>
              <a:spcAft>
                <a:spcPts val="0"/>
              </a:spcAft>
              <a:buNone/>
              <a:defRPr sz="2320" b="1">
                <a:solidFill>
                  <a:schemeClr val="tx1"/>
                </a:solidFill>
                <a:latin typeface="Arial"/>
                <a:ea typeface="Arial"/>
                <a:cs typeface="Arial"/>
              </a:defRPr>
            </a:lvl9pPr>
          </a:lstStyle>
          <a:p xmlns:a="http://schemas.openxmlformats.org/drawingml/2006/main"/>
        </p:txBody>
      </p:sp>
      <p:sp>
        <p:nvSpPr>
          <p:cNvPr id="2" name="Body">
            <a:extLst xmlns:a="http://schemas.openxmlformats.org/drawingml/2006/main">
              <a:ext uri="{FF2B5EF4-FFF2-40B4-BE49-F238E27FC236}">
                <a16:creationId xmlns:a16="http://schemas.microsoft.com/office/drawing/2014/main" id="{8B4AE136-55A2-4615-893C-295ECC3A2BC9}"/>
              </a:ext>
            </a:extLst>
          </p:cNvPr>
          <p:cNvSpPr>
            <a:spLocks xmlns:a="http://schemas.openxmlformats.org/drawingml/2006/main" noGrp="1"/>
          </p:cNvSpPr>
          <p:nvPr>
            <p:ph type="body" idx="1"/>
          </p:nvPr>
        </p:nvSpPr>
        <p:spPr>
          <a:xfrm xmlns:a="http://schemas.openxmlformats.org/drawingml/2006/main">
            <a:off x="482203" y="1613958"/>
            <a:ext cx="7608094" cy="36152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1582" b="0">
                <a:solidFill>
                  <a:schemeClr val="tx1"/>
                </a:solidFill>
                <a:latin typeface="Arial"/>
                <a:ea typeface="Arial"/>
                <a:cs typeface="Arial"/>
              </a:defRPr>
            </a:defPPr>
            <a:lvl1pPr marL="160734" indent="-160734" algn="l">
              <a:lnSpc>
                <a:spcPct val="110000"/>
              </a:lnSpc>
              <a:spcBef>
                <a:spcPts val="0"/>
              </a:spcBef>
              <a:spcAft>
                <a:spcPts val="844"/>
              </a:spcAft>
              <a:buChar char="•"/>
              <a:defRPr sz="1582" b="0">
                <a:solidFill>
                  <a:schemeClr val="tx1"/>
                </a:solidFill>
                <a:latin typeface="Arial"/>
                <a:ea typeface="Arial"/>
                <a:cs typeface="Arial"/>
              </a:defRPr>
            </a:lvl1pPr>
            <a:lvl2pPr marL="375047" indent="-160734" algn="l">
              <a:lnSpc>
                <a:spcPct val="110000"/>
              </a:lnSpc>
              <a:spcBef>
                <a:spcPts val="0"/>
              </a:spcBef>
              <a:spcAft>
                <a:spcPts val="844"/>
              </a:spcAft>
              <a:buChar char="•"/>
              <a:defRPr sz="1582" b="0">
                <a:solidFill>
                  <a:schemeClr val="tx1"/>
                </a:solidFill>
                <a:latin typeface="Arial"/>
                <a:ea typeface="Arial"/>
                <a:cs typeface="Arial"/>
              </a:defRPr>
            </a:lvl2pPr>
            <a:lvl3pPr marL="589359" indent="-160734" algn="l">
              <a:lnSpc>
                <a:spcPct val="110000"/>
              </a:lnSpc>
              <a:spcBef>
                <a:spcPts val="0"/>
              </a:spcBef>
              <a:spcAft>
                <a:spcPts val="844"/>
              </a:spcAft>
              <a:buChar char="•"/>
              <a:defRPr sz="1582" b="0">
                <a:solidFill>
                  <a:schemeClr val="tx1"/>
                </a:solidFill>
                <a:latin typeface="Arial"/>
                <a:ea typeface="Arial"/>
                <a:cs typeface="Arial"/>
              </a:defRPr>
            </a:lvl3pPr>
            <a:lvl4pPr marL="803672" indent="-160734" algn="l">
              <a:lnSpc>
                <a:spcPct val="110000"/>
              </a:lnSpc>
              <a:spcBef>
                <a:spcPts val="0"/>
              </a:spcBef>
              <a:spcAft>
                <a:spcPts val="844"/>
              </a:spcAft>
              <a:buChar char="•"/>
              <a:defRPr sz="1582" b="0">
                <a:solidFill>
                  <a:schemeClr val="tx1"/>
                </a:solidFill>
                <a:latin typeface="Arial"/>
                <a:ea typeface="Arial"/>
                <a:cs typeface="Arial"/>
              </a:defRPr>
            </a:lvl4pPr>
            <a:lvl5pPr marL="1017984" indent="-160734" algn="l">
              <a:lnSpc>
                <a:spcPct val="110000"/>
              </a:lnSpc>
              <a:spcBef>
                <a:spcPts val="0"/>
              </a:spcBef>
              <a:spcAft>
                <a:spcPts val="844"/>
              </a:spcAft>
              <a:buChar char="•"/>
              <a:defRPr sz="1582" b="0">
                <a:solidFill>
                  <a:schemeClr val="tx1"/>
                </a:solidFill>
                <a:latin typeface="Arial"/>
                <a:ea typeface="Arial"/>
                <a:cs typeface="Arial"/>
              </a:defRPr>
            </a:lvl5pPr>
            <a:lvl6pPr marL="1232297" indent="-160734" algn="l">
              <a:lnSpc>
                <a:spcPct val="110000"/>
              </a:lnSpc>
              <a:spcBef>
                <a:spcPts val="0"/>
              </a:spcBef>
              <a:spcAft>
                <a:spcPts val="844"/>
              </a:spcAft>
              <a:buChar char="•"/>
              <a:defRPr sz="1582" b="0">
                <a:solidFill>
                  <a:schemeClr val="tx1"/>
                </a:solidFill>
                <a:latin typeface="Arial"/>
                <a:ea typeface="Arial"/>
                <a:cs typeface="Arial"/>
              </a:defRPr>
            </a:lvl6pPr>
            <a:lvl7pPr marL="1446609" indent="-160734" algn="l">
              <a:lnSpc>
                <a:spcPct val="110000"/>
              </a:lnSpc>
              <a:spcBef>
                <a:spcPts val="0"/>
              </a:spcBef>
              <a:spcAft>
                <a:spcPts val="844"/>
              </a:spcAft>
              <a:buChar char="•"/>
              <a:defRPr sz="1582" b="0">
                <a:solidFill>
                  <a:schemeClr val="tx1"/>
                </a:solidFill>
                <a:latin typeface="Arial"/>
                <a:ea typeface="Arial"/>
                <a:cs typeface="Arial"/>
              </a:defRPr>
            </a:lvl7pPr>
            <a:lvl8pPr marL="1660922" indent="-160734" algn="l">
              <a:lnSpc>
                <a:spcPct val="110000"/>
              </a:lnSpc>
              <a:spcBef>
                <a:spcPts val="0"/>
              </a:spcBef>
              <a:spcAft>
                <a:spcPts val="844"/>
              </a:spcAft>
              <a:buChar char="•"/>
              <a:defRPr sz="1582" b="0">
                <a:solidFill>
                  <a:schemeClr val="tx1"/>
                </a:solidFill>
                <a:latin typeface="Arial"/>
                <a:ea typeface="Arial"/>
                <a:cs typeface="Arial"/>
              </a:defRPr>
            </a:lvl8pPr>
            <a:lvl9pPr marL="1875234" indent="-160734" algn="l">
              <a:lnSpc>
                <a:spcPct val="110000"/>
              </a:lnSpc>
              <a:spcBef>
                <a:spcPts val="0"/>
              </a:spcBef>
              <a:spcAft>
                <a:spcPts val="844"/>
              </a:spcAft>
              <a:buChar char="•"/>
              <a:defRPr sz="1582" b="0">
                <a:solidFill>
                  <a:schemeClr val="tx1"/>
                </a:solidFill>
                <a:latin typeface="Arial"/>
                <a:ea typeface="Arial"/>
                <a:cs typeface="Arial"/>
              </a:defRPr>
            </a:lvl9pPr>
          </a:lstStyle>
          <a:p xmlns:a="http://schemas.openxmlformats.org/drawingml/2006/main"/>
        </p:txBody>
      </p:sp>
    </p:spTree>
  </p:cSld>
</p:sldLayout>
</file>

<file path=ppt/main_figures/Fig4/ppt/slideLayouts/slideLayout4.xml><?xml version="1.0" encoding="utf-8"?>
<p:sldLayout xmlns:p="http://schemas.openxmlformats.org/presentationml/2006/main">
  <p:cSld name="Title and Two Column">
    <p:spTree>
      <p:nvGrpSpPr>
        <p:cNvPr id="1" name=""/>
        <p:cNvGrpSpPr/>
        <p:nvPr/>
      </p:nvGrpSpPr>
      <p:grpSpPr>
        <a:xfrm xmlns:a="http://schemas.openxmlformats.org/drawingml/2006/main"/>
      </p:grpSpPr>
      <p:sp>
        <p:nvSpPr>
          <p:cNvPr id="4" name="Title">
            <a:extLst xmlns:a="http://schemas.openxmlformats.org/drawingml/2006/main">
              <a:ext uri="{FF2B5EF4-FFF2-40B4-BE49-F238E27FC236}">
                <a16:creationId xmlns:a16="http://schemas.microsoft.com/office/drawing/2014/main" id="{81884BB0-18F6-4341-BF9A-2DCB89B6754F}"/>
              </a:ext>
            </a:extLst>
          </p:cNvPr>
          <p:cNvSpPr>
            <a:spLocks xmlns:a="http://schemas.openxmlformats.org/drawingml/2006/main" noGrp="1"/>
          </p:cNvSpPr>
          <p:nvPr>
            <p:ph type="title" idx="0"/>
          </p:nvPr>
        </p:nvSpPr>
        <p:spPr>
          <a:xfrm xmlns:a="http://schemas.openxmlformats.org/drawingml/2006/main">
            <a:off x="482203" y="451908"/>
            <a:ext cx="7608094" cy="710142"/>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320" b="1">
                <a:solidFill>
                  <a:schemeClr val="tx1"/>
                </a:solidFill>
                <a:latin typeface="Arial"/>
                <a:ea typeface="Arial"/>
                <a:cs typeface="Arial"/>
              </a:defRPr>
            </a:defPPr>
            <a:lvl1pPr marL="0" indent="0" algn="l">
              <a:lnSpc>
                <a:spcPct val="110000"/>
              </a:lnSpc>
              <a:spcBef>
                <a:spcPts val="0"/>
              </a:spcBef>
              <a:spcAft>
                <a:spcPts val="0"/>
              </a:spcAft>
              <a:buNone/>
              <a:defRPr sz="2320" b="1">
                <a:solidFill>
                  <a:schemeClr val="tx1"/>
                </a:solidFill>
                <a:latin typeface="Arial"/>
                <a:ea typeface="Arial"/>
                <a:cs typeface="Arial"/>
              </a:defRPr>
            </a:lvl1pPr>
            <a:lvl2pPr marL="0" indent="0" algn="l">
              <a:lnSpc>
                <a:spcPct val="110000"/>
              </a:lnSpc>
              <a:spcBef>
                <a:spcPts val="0"/>
              </a:spcBef>
              <a:spcAft>
                <a:spcPts val="0"/>
              </a:spcAft>
              <a:buNone/>
              <a:defRPr sz="2320" b="1">
                <a:solidFill>
                  <a:schemeClr val="tx1"/>
                </a:solidFill>
                <a:latin typeface="Arial"/>
                <a:ea typeface="Arial"/>
                <a:cs typeface="Arial"/>
              </a:defRPr>
            </a:lvl2pPr>
            <a:lvl3pPr marL="0" indent="0" algn="l">
              <a:lnSpc>
                <a:spcPct val="110000"/>
              </a:lnSpc>
              <a:spcBef>
                <a:spcPts val="0"/>
              </a:spcBef>
              <a:spcAft>
                <a:spcPts val="0"/>
              </a:spcAft>
              <a:buNone/>
              <a:defRPr sz="2320" b="1">
                <a:solidFill>
                  <a:schemeClr val="tx1"/>
                </a:solidFill>
                <a:latin typeface="Arial"/>
                <a:ea typeface="Arial"/>
                <a:cs typeface="Arial"/>
              </a:defRPr>
            </a:lvl3pPr>
            <a:lvl4pPr marL="0" indent="0" algn="l">
              <a:lnSpc>
                <a:spcPct val="110000"/>
              </a:lnSpc>
              <a:spcBef>
                <a:spcPts val="0"/>
              </a:spcBef>
              <a:spcAft>
                <a:spcPts val="0"/>
              </a:spcAft>
              <a:buNone/>
              <a:defRPr sz="2320" b="1">
                <a:solidFill>
                  <a:schemeClr val="tx1"/>
                </a:solidFill>
                <a:latin typeface="Arial"/>
                <a:ea typeface="Arial"/>
                <a:cs typeface="Arial"/>
              </a:defRPr>
            </a:lvl4pPr>
            <a:lvl5pPr marL="0" indent="0" algn="l">
              <a:lnSpc>
                <a:spcPct val="110000"/>
              </a:lnSpc>
              <a:spcBef>
                <a:spcPts val="0"/>
              </a:spcBef>
              <a:spcAft>
                <a:spcPts val="0"/>
              </a:spcAft>
              <a:buNone/>
              <a:defRPr sz="2320" b="1">
                <a:solidFill>
                  <a:schemeClr val="tx1"/>
                </a:solidFill>
                <a:latin typeface="Arial"/>
                <a:ea typeface="Arial"/>
                <a:cs typeface="Arial"/>
              </a:defRPr>
            </a:lvl5pPr>
            <a:lvl6pPr marL="0" indent="0" algn="l">
              <a:lnSpc>
                <a:spcPct val="110000"/>
              </a:lnSpc>
              <a:spcBef>
                <a:spcPts val="0"/>
              </a:spcBef>
              <a:spcAft>
                <a:spcPts val="0"/>
              </a:spcAft>
              <a:buNone/>
              <a:defRPr sz="2320" b="1">
                <a:solidFill>
                  <a:schemeClr val="tx1"/>
                </a:solidFill>
                <a:latin typeface="Arial"/>
                <a:ea typeface="Arial"/>
                <a:cs typeface="Arial"/>
              </a:defRPr>
            </a:lvl6pPr>
            <a:lvl7pPr marL="0" indent="0" algn="l">
              <a:lnSpc>
                <a:spcPct val="110000"/>
              </a:lnSpc>
              <a:spcBef>
                <a:spcPts val="0"/>
              </a:spcBef>
              <a:spcAft>
                <a:spcPts val="0"/>
              </a:spcAft>
              <a:buNone/>
              <a:defRPr sz="2320" b="1">
                <a:solidFill>
                  <a:schemeClr val="tx1"/>
                </a:solidFill>
                <a:latin typeface="Arial"/>
                <a:ea typeface="Arial"/>
                <a:cs typeface="Arial"/>
              </a:defRPr>
            </a:lvl7pPr>
            <a:lvl8pPr marL="0" indent="0" algn="l">
              <a:lnSpc>
                <a:spcPct val="110000"/>
              </a:lnSpc>
              <a:spcBef>
                <a:spcPts val="0"/>
              </a:spcBef>
              <a:spcAft>
                <a:spcPts val="0"/>
              </a:spcAft>
              <a:buNone/>
              <a:defRPr sz="2320" b="1">
                <a:solidFill>
                  <a:schemeClr val="tx1"/>
                </a:solidFill>
                <a:latin typeface="Arial"/>
                <a:ea typeface="Arial"/>
                <a:cs typeface="Arial"/>
              </a:defRPr>
            </a:lvl8pPr>
            <a:lvl9pPr marL="0" indent="0" algn="l">
              <a:lnSpc>
                <a:spcPct val="110000"/>
              </a:lnSpc>
              <a:spcBef>
                <a:spcPts val="0"/>
              </a:spcBef>
              <a:spcAft>
                <a:spcPts val="0"/>
              </a:spcAft>
              <a:buNone/>
              <a:defRPr sz="2320" b="1">
                <a:solidFill>
                  <a:schemeClr val="tx1"/>
                </a:solidFill>
                <a:latin typeface="Arial"/>
                <a:ea typeface="Arial"/>
                <a:cs typeface="Arial"/>
              </a:defRPr>
            </a:lvl9pPr>
          </a:lstStyle>
          <a:p xmlns:a="http://schemas.openxmlformats.org/drawingml/2006/main"/>
        </p:txBody>
      </p:sp>
      <p:sp>
        <p:nvSpPr>
          <p:cNvPr id="2" name="Left column">
            <a:extLst xmlns:a="http://schemas.openxmlformats.org/drawingml/2006/main">
              <a:ext uri="{FF2B5EF4-FFF2-40B4-BE49-F238E27FC236}">
                <a16:creationId xmlns:a16="http://schemas.microsoft.com/office/drawing/2014/main" id="{163760E5-8A55-4773-AC6E-FFB2F717A845}"/>
              </a:ext>
            </a:extLst>
          </p:cNvPr>
          <p:cNvSpPr>
            <a:spLocks xmlns:a="http://schemas.openxmlformats.org/drawingml/2006/main" noGrp="1"/>
          </p:cNvSpPr>
          <p:nvPr>
            <p:ph type="body" idx="1"/>
          </p:nvPr>
        </p:nvSpPr>
        <p:spPr>
          <a:xfrm xmlns:a="http://schemas.openxmlformats.org/drawingml/2006/main">
            <a:off x="482203" y="1613958"/>
            <a:ext cx="3536156" cy="36152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1477" b="0">
                <a:solidFill>
                  <a:schemeClr val="tx1"/>
                </a:solidFill>
                <a:latin typeface="Arial"/>
                <a:ea typeface="Arial"/>
                <a:cs typeface="Arial"/>
              </a:defRPr>
            </a:defPPr>
            <a:lvl1pPr marL="160734" indent="-160734" algn="l">
              <a:lnSpc>
                <a:spcPct val="110000"/>
              </a:lnSpc>
              <a:spcBef>
                <a:spcPts val="0"/>
              </a:spcBef>
              <a:spcAft>
                <a:spcPts val="844"/>
              </a:spcAft>
              <a:buChar char="•"/>
              <a:defRPr sz="1477" b="0">
                <a:solidFill>
                  <a:schemeClr val="tx1"/>
                </a:solidFill>
                <a:latin typeface="Arial"/>
                <a:ea typeface="Arial"/>
                <a:cs typeface="Arial"/>
              </a:defRPr>
            </a:lvl1pPr>
            <a:lvl2pPr marL="375047" indent="-160734" algn="l">
              <a:lnSpc>
                <a:spcPct val="110000"/>
              </a:lnSpc>
              <a:spcBef>
                <a:spcPts val="0"/>
              </a:spcBef>
              <a:spcAft>
                <a:spcPts val="844"/>
              </a:spcAft>
              <a:buChar char="•"/>
              <a:defRPr sz="1477" b="0">
                <a:solidFill>
                  <a:schemeClr val="tx1"/>
                </a:solidFill>
                <a:latin typeface="Arial"/>
                <a:ea typeface="Arial"/>
                <a:cs typeface="Arial"/>
              </a:defRPr>
            </a:lvl2pPr>
            <a:lvl3pPr marL="589359" indent="-160734" algn="l">
              <a:lnSpc>
                <a:spcPct val="110000"/>
              </a:lnSpc>
              <a:spcBef>
                <a:spcPts val="0"/>
              </a:spcBef>
              <a:spcAft>
                <a:spcPts val="844"/>
              </a:spcAft>
              <a:buChar char="•"/>
              <a:defRPr sz="1477" b="0">
                <a:solidFill>
                  <a:schemeClr val="tx1"/>
                </a:solidFill>
                <a:latin typeface="Arial"/>
                <a:ea typeface="Arial"/>
                <a:cs typeface="Arial"/>
              </a:defRPr>
            </a:lvl3pPr>
            <a:lvl4pPr marL="803672" indent="-160734" algn="l">
              <a:lnSpc>
                <a:spcPct val="110000"/>
              </a:lnSpc>
              <a:spcBef>
                <a:spcPts val="0"/>
              </a:spcBef>
              <a:spcAft>
                <a:spcPts val="844"/>
              </a:spcAft>
              <a:buChar char="•"/>
              <a:defRPr sz="1477" b="0">
                <a:solidFill>
                  <a:schemeClr val="tx1"/>
                </a:solidFill>
                <a:latin typeface="Arial"/>
                <a:ea typeface="Arial"/>
                <a:cs typeface="Arial"/>
              </a:defRPr>
            </a:lvl4pPr>
            <a:lvl5pPr marL="1017984" indent="-160734" algn="l">
              <a:lnSpc>
                <a:spcPct val="110000"/>
              </a:lnSpc>
              <a:spcBef>
                <a:spcPts val="0"/>
              </a:spcBef>
              <a:spcAft>
                <a:spcPts val="844"/>
              </a:spcAft>
              <a:buChar char="•"/>
              <a:defRPr sz="1477" b="0">
                <a:solidFill>
                  <a:schemeClr val="tx1"/>
                </a:solidFill>
                <a:latin typeface="Arial"/>
                <a:ea typeface="Arial"/>
                <a:cs typeface="Arial"/>
              </a:defRPr>
            </a:lvl5pPr>
            <a:lvl6pPr marL="1232297" indent="-160734" algn="l">
              <a:lnSpc>
                <a:spcPct val="110000"/>
              </a:lnSpc>
              <a:spcBef>
                <a:spcPts val="0"/>
              </a:spcBef>
              <a:spcAft>
                <a:spcPts val="844"/>
              </a:spcAft>
              <a:buChar char="•"/>
              <a:defRPr sz="1477" b="0">
                <a:solidFill>
                  <a:schemeClr val="tx1"/>
                </a:solidFill>
                <a:latin typeface="Arial"/>
                <a:ea typeface="Arial"/>
                <a:cs typeface="Arial"/>
              </a:defRPr>
            </a:lvl6pPr>
            <a:lvl7pPr marL="1446609" indent="-160734" algn="l">
              <a:lnSpc>
                <a:spcPct val="110000"/>
              </a:lnSpc>
              <a:spcBef>
                <a:spcPts val="0"/>
              </a:spcBef>
              <a:spcAft>
                <a:spcPts val="844"/>
              </a:spcAft>
              <a:buChar char="•"/>
              <a:defRPr sz="1477" b="0">
                <a:solidFill>
                  <a:schemeClr val="tx1"/>
                </a:solidFill>
                <a:latin typeface="Arial"/>
                <a:ea typeface="Arial"/>
                <a:cs typeface="Arial"/>
              </a:defRPr>
            </a:lvl7pPr>
            <a:lvl8pPr marL="1660922" indent="-160734" algn="l">
              <a:lnSpc>
                <a:spcPct val="110000"/>
              </a:lnSpc>
              <a:spcBef>
                <a:spcPts val="0"/>
              </a:spcBef>
              <a:spcAft>
                <a:spcPts val="844"/>
              </a:spcAft>
              <a:buChar char="•"/>
              <a:defRPr sz="1477" b="0">
                <a:solidFill>
                  <a:schemeClr val="tx1"/>
                </a:solidFill>
                <a:latin typeface="Arial"/>
                <a:ea typeface="Arial"/>
                <a:cs typeface="Arial"/>
              </a:defRPr>
            </a:lvl8pPr>
            <a:lvl9pPr marL="1875234" indent="-160734" algn="l">
              <a:lnSpc>
                <a:spcPct val="110000"/>
              </a:lnSpc>
              <a:spcBef>
                <a:spcPts val="0"/>
              </a:spcBef>
              <a:spcAft>
                <a:spcPts val="844"/>
              </a:spcAft>
              <a:buChar char="•"/>
              <a:defRPr sz="1477" b="0">
                <a:solidFill>
                  <a:schemeClr val="tx1"/>
                </a:solidFill>
                <a:latin typeface="Arial"/>
                <a:ea typeface="Arial"/>
                <a:cs typeface="Arial"/>
              </a:defRPr>
            </a:lvl9pPr>
          </a:lstStyle>
          <a:p xmlns:a="http://schemas.openxmlformats.org/drawingml/2006/main"/>
        </p:txBody>
      </p:sp>
      <p:sp>
        <p:nvSpPr>
          <p:cNvPr id="3" name="Right column">
            <a:extLst xmlns:a="http://schemas.openxmlformats.org/drawingml/2006/main">
              <a:ext uri="{FF2B5EF4-FFF2-40B4-BE49-F238E27FC236}">
                <a16:creationId xmlns:a16="http://schemas.microsoft.com/office/drawing/2014/main" id="{258E1367-97DB-447D-9A5F-A16743019C3A}"/>
              </a:ext>
            </a:extLst>
          </p:cNvPr>
          <p:cNvSpPr>
            <a:spLocks xmlns:a="http://schemas.openxmlformats.org/drawingml/2006/main" noGrp="1"/>
          </p:cNvSpPr>
          <p:nvPr>
            <p:ph type="body" idx="2"/>
          </p:nvPr>
        </p:nvSpPr>
        <p:spPr>
          <a:xfrm xmlns:a="http://schemas.openxmlformats.org/drawingml/2006/main">
            <a:off x="4554141" y="1613958"/>
            <a:ext cx="3536156" cy="36152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1477" b="0">
                <a:solidFill>
                  <a:schemeClr val="tx1"/>
                </a:solidFill>
                <a:latin typeface="Arial"/>
                <a:ea typeface="Arial"/>
                <a:cs typeface="Arial"/>
              </a:defRPr>
            </a:defPPr>
            <a:lvl1pPr marL="160734" indent="-160734" algn="l">
              <a:lnSpc>
                <a:spcPct val="110000"/>
              </a:lnSpc>
              <a:spcBef>
                <a:spcPts val="0"/>
              </a:spcBef>
              <a:spcAft>
                <a:spcPts val="844"/>
              </a:spcAft>
              <a:buChar char="•"/>
              <a:defRPr sz="1477" b="0">
                <a:solidFill>
                  <a:schemeClr val="tx1"/>
                </a:solidFill>
                <a:latin typeface="Arial"/>
                <a:ea typeface="Arial"/>
                <a:cs typeface="Arial"/>
              </a:defRPr>
            </a:lvl1pPr>
            <a:lvl2pPr marL="375047" indent="-160734" algn="l">
              <a:lnSpc>
                <a:spcPct val="110000"/>
              </a:lnSpc>
              <a:spcBef>
                <a:spcPts val="0"/>
              </a:spcBef>
              <a:spcAft>
                <a:spcPts val="844"/>
              </a:spcAft>
              <a:buChar char="•"/>
              <a:defRPr sz="1477" b="0">
                <a:solidFill>
                  <a:schemeClr val="tx1"/>
                </a:solidFill>
                <a:latin typeface="Arial"/>
                <a:ea typeface="Arial"/>
                <a:cs typeface="Arial"/>
              </a:defRPr>
            </a:lvl2pPr>
            <a:lvl3pPr marL="589359" indent="-160734" algn="l">
              <a:lnSpc>
                <a:spcPct val="110000"/>
              </a:lnSpc>
              <a:spcBef>
                <a:spcPts val="0"/>
              </a:spcBef>
              <a:spcAft>
                <a:spcPts val="844"/>
              </a:spcAft>
              <a:buChar char="•"/>
              <a:defRPr sz="1477" b="0">
                <a:solidFill>
                  <a:schemeClr val="tx1"/>
                </a:solidFill>
                <a:latin typeface="Arial"/>
                <a:ea typeface="Arial"/>
                <a:cs typeface="Arial"/>
              </a:defRPr>
            </a:lvl3pPr>
            <a:lvl4pPr marL="803672" indent="-160734" algn="l">
              <a:lnSpc>
                <a:spcPct val="110000"/>
              </a:lnSpc>
              <a:spcBef>
                <a:spcPts val="0"/>
              </a:spcBef>
              <a:spcAft>
                <a:spcPts val="844"/>
              </a:spcAft>
              <a:buChar char="•"/>
              <a:defRPr sz="1477" b="0">
                <a:solidFill>
                  <a:schemeClr val="tx1"/>
                </a:solidFill>
                <a:latin typeface="Arial"/>
                <a:ea typeface="Arial"/>
                <a:cs typeface="Arial"/>
              </a:defRPr>
            </a:lvl4pPr>
            <a:lvl5pPr marL="1017984" indent="-160734" algn="l">
              <a:lnSpc>
                <a:spcPct val="110000"/>
              </a:lnSpc>
              <a:spcBef>
                <a:spcPts val="0"/>
              </a:spcBef>
              <a:spcAft>
                <a:spcPts val="844"/>
              </a:spcAft>
              <a:buChar char="•"/>
              <a:defRPr sz="1477" b="0">
                <a:solidFill>
                  <a:schemeClr val="tx1"/>
                </a:solidFill>
                <a:latin typeface="Arial"/>
                <a:ea typeface="Arial"/>
                <a:cs typeface="Arial"/>
              </a:defRPr>
            </a:lvl5pPr>
            <a:lvl6pPr marL="1232297" indent="-160734" algn="l">
              <a:lnSpc>
                <a:spcPct val="110000"/>
              </a:lnSpc>
              <a:spcBef>
                <a:spcPts val="0"/>
              </a:spcBef>
              <a:spcAft>
                <a:spcPts val="844"/>
              </a:spcAft>
              <a:buChar char="•"/>
              <a:defRPr sz="1477" b="0">
                <a:solidFill>
                  <a:schemeClr val="tx1"/>
                </a:solidFill>
                <a:latin typeface="Arial"/>
                <a:ea typeface="Arial"/>
                <a:cs typeface="Arial"/>
              </a:defRPr>
            </a:lvl6pPr>
            <a:lvl7pPr marL="1446609" indent="-160734" algn="l">
              <a:lnSpc>
                <a:spcPct val="110000"/>
              </a:lnSpc>
              <a:spcBef>
                <a:spcPts val="0"/>
              </a:spcBef>
              <a:spcAft>
                <a:spcPts val="844"/>
              </a:spcAft>
              <a:buChar char="•"/>
              <a:defRPr sz="1477" b="0">
                <a:solidFill>
                  <a:schemeClr val="tx1"/>
                </a:solidFill>
                <a:latin typeface="Arial"/>
                <a:ea typeface="Arial"/>
                <a:cs typeface="Arial"/>
              </a:defRPr>
            </a:lvl7pPr>
            <a:lvl8pPr marL="1660922" indent="-160734" algn="l">
              <a:lnSpc>
                <a:spcPct val="110000"/>
              </a:lnSpc>
              <a:spcBef>
                <a:spcPts val="0"/>
              </a:spcBef>
              <a:spcAft>
                <a:spcPts val="844"/>
              </a:spcAft>
              <a:buChar char="•"/>
              <a:defRPr sz="1477" b="0">
                <a:solidFill>
                  <a:schemeClr val="tx1"/>
                </a:solidFill>
                <a:latin typeface="Arial"/>
                <a:ea typeface="Arial"/>
                <a:cs typeface="Arial"/>
              </a:defRPr>
            </a:lvl8pPr>
            <a:lvl9pPr marL="1875234" indent="-160734" algn="l">
              <a:lnSpc>
                <a:spcPct val="110000"/>
              </a:lnSpc>
              <a:spcBef>
                <a:spcPts val="0"/>
              </a:spcBef>
              <a:spcAft>
                <a:spcPts val="844"/>
              </a:spcAft>
              <a:buChar char="•"/>
              <a:defRPr sz="1477" b="0">
                <a:solidFill>
                  <a:schemeClr val="tx1"/>
                </a:solidFill>
                <a:latin typeface="Arial"/>
                <a:ea typeface="Arial"/>
                <a:cs typeface="Arial"/>
              </a:defRPr>
            </a:lvl9pPr>
          </a:lstStyle>
          <a:p xmlns:a="http://schemas.openxmlformats.org/drawingml/2006/main"/>
        </p:txBody>
      </p:sp>
    </p:spTree>
  </p:cSld>
</p:sldLayout>
</file>

<file path=ppt/main_figures/Fig4/ppt/slideLayouts/slideLayout5.xml><?xml version="1.0" encoding="utf-8"?>
<p:sldLayout xmlns:p="http://schemas.openxmlformats.org/presentationml/2006/main">
  <p:cSld name="Title and One Column">
    <p:spTree>
      <p:nvGrpSpPr>
        <p:cNvPr id="1" name=""/>
        <p:cNvGrpSpPr/>
        <p:nvPr/>
      </p:nvGrpSpPr>
      <p:grpSpPr>
        <a:xfrm xmlns:a="http://schemas.openxmlformats.org/drawingml/2006/main"/>
      </p:grpSpPr>
      <p:sp>
        <p:nvSpPr>
          <p:cNvPr id="3" name="Title">
            <a:extLst xmlns:a="http://schemas.openxmlformats.org/drawingml/2006/main">
              <a:ext uri="{FF2B5EF4-FFF2-40B4-BE49-F238E27FC236}">
                <a16:creationId xmlns:a16="http://schemas.microsoft.com/office/drawing/2014/main" id="{999B6E5A-8586-4B13-B0D1-1B7F61411AA6}"/>
              </a:ext>
            </a:extLst>
          </p:cNvPr>
          <p:cNvSpPr>
            <a:spLocks xmlns:a="http://schemas.openxmlformats.org/drawingml/2006/main" noGrp="1"/>
          </p:cNvSpPr>
          <p:nvPr>
            <p:ph type="title" idx="0"/>
          </p:nvPr>
        </p:nvSpPr>
        <p:spPr>
          <a:xfrm xmlns:a="http://schemas.openxmlformats.org/drawingml/2006/main">
            <a:off x="482203" y="451908"/>
            <a:ext cx="7608094" cy="710142"/>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320" b="1">
                <a:solidFill>
                  <a:schemeClr val="tx1"/>
                </a:solidFill>
                <a:latin typeface="Arial"/>
                <a:ea typeface="Arial"/>
                <a:cs typeface="Arial"/>
              </a:defRPr>
            </a:defPPr>
            <a:lvl1pPr marL="0" indent="0" algn="l">
              <a:lnSpc>
                <a:spcPct val="110000"/>
              </a:lnSpc>
              <a:spcBef>
                <a:spcPts val="0"/>
              </a:spcBef>
              <a:spcAft>
                <a:spcPts val="0"/>
              </a:spcAft>
              <a:buNone/>
              <a:defRPr sz="2320" b="1">
                <a:solidFill>
                  <a:schemeClr val="tx1"/>
                </a:solidFill>
                <a:latin typeface="Arial"/>
                <a:ea typeface="Arial"/>
                <a:cs typeface="Arial"/>
              </a:defRPr>
            </a:lvl1pPr>
            <a:lvl2pPr marL="0" indent="0" algn="l">
              <a:lnSpc>
                <a:spcPct val="110000"/>
              </a:lnSpc>
              <a:spcBef>
                <a:spcPts val="0"/>
              </a:spcBef>
              <a:spcAft>
                <a:spcPts val="0"/>
              </a:spcAft>
              <a:buNone/>
              <a:defRPr sz="2320" b="1">
                <a:solidFill>
                  <a:schemeClr val="tx1"/>
                </a:solidFill>
                <a:latin typeface="Arial"/>
                <a:ea typeface="Arial"/>
                <a:cs typeface="Arial"/>
              </a:defRPr>
            </a:lvl2pPr>
            <a:lvl3pPr marL="0" indent="0" algn="l">
              <a:lnSpc>
                <a:spcPct val="110000"/>
              </a:lnSpc>
              <a:spcBef>
                <a:spcPts val="0"/>
              </a:spcBef>
              <a:spcAft>
                <a:spcPts val="0"/>
              </a:spcAft>
              <a:buNone/>
              <a:defRPr sz="2320" b="1">
                <a:solidFill>
                  <a:schemeClr val="tx1"/>
                </a:solidFill>
                <a:latin typeface="Arial"/>
                <a:ea typeface="Arial"/>
                <a:cs typeface="Arial"/>
              </a:defRPr>
            </a:lvl3pPr>
            <a:lvl4pPr marL="0" indent="0" algn="l">
              <a:lnSpc>
                <a:spcPct val="110000"/>
              </a:lnSpc>
              <a:spcBef>
                <a:spcPts val="0"/>
              </a:spcBef>
              <a:spcAft>
                <a:spcPts val="0"/>
              </a:spcAft>
              <a:buNone/>
              <a:defRPr sz="2320" b="1">
                <a:solidFill>
                  <a:schemeClr val="tx1"/>
                </a:solidFill>
                <a:latin typeface="Arial"/>
                <a:ea typeface="Arial"/>
                <a:cs typeface="Arial"/>
              </a:defRPr>
            </a:lvl4pPr>
            <a:lvl5pPr marL="0" indent="0" algn="l">
              <a:lnSpc>
                <a:spcPct val="110000"/>
              </a:lnSpc>
              <a:spcBef>
                <a:spcPts val="0"/>
              </a:spcBef>
              <a:spcAft>
                <a:spcPts val="0"/>
              </a:spcAft>
              <a:buNone/>
              <a:defRPr sz="2320" b="1">
                <a:solidFill>
                  <a:schemeClr val="tx1"/>
                </a:solidFill>
                <a:latin typeface="Arial"/>
                <a:ea typeface="Arial"/>
                <a:cs typeface="Arial"/>
              </a:defRPr>
            </a:lvl5pPr>
            <a:lvl6pPr marL="0" indent="0" algn="l">
              <a:lnSpc>
                <a:spcPct val="110000"/>
              </a:lnSpc>
              <a:spcBef>
                <a:spcPts val="0"/>
              </a:spcBef>
              <a:spcAft>
                <a:spcPts val="0"/>
              </a:spcAft>
              <a:buNone/>
              <a:defRPr sz="2320" b="1">
                <a:solidFill>
                  <a:schemeClr val="tx1"/>
                </a:solidFill>
                <a:latin typeface="Arial"/>
                <a:ea typeface="Arial"/>
                <a:cs typeface="Arial"/>
              </a:defRPr>
            </a:lvl6pPr>
            <a:lvl7pPr marL="0" indent="0" algn="l">
              <a:lnSpc>
                <a:spcPct val="110000"/>
              </a:lnSpc>
              <a:spcBef>
                <a:spcPts val="0"/>
              </a:spcBef>
              <a:spcAft>
                <a:spcPts val="0"/>
              </a:spcAft>
              <a:buNone/>
              <a:defRPr sz="2320" b="1">
                <a:solidFill>
                  <a:schemeClr val="tx1"/>
                </a:solidFill>
                <a:latin typeface="Arial"/>
                <a:ea typeface="Arial"/>
                <a:cs typeface="Arial"/>
              </a:defRPr>
            </a:lvl7pPr>
            <a:lvl8pPr marL="0" indent="0" algn="l">
              <a:lnSpc>
                <a:spcPct val="110000"/>
              </a:lnSpc>
              <a:spcBef>
                <a:spcPts val="0"/>
              </a:spcBef>
              <a:spcAft>
                <a:spcPts val="0"/>
              </a:spcAft>
              <a:buNone/>
              <a:defRPr sz="2320" b="1">
                <a:solidFill>
                  <a:schemeClr val="tx1"/>
                </a:solidFill>
                <a:latin typeface="Arial"/>
                <a:ea typeface="Arial"/>
                <a:cs typeface="Arial"/>
              </a:defRPr>
            </a:lvl8pPr>
            <a:lvl9pPr marL="0" indent="0" algn="l">
              <a:lnSpc>
                <a:spcPct val="110000"/>
              </a:lnSpc>
              <a:spcBef>
                <a:spcPts val="0"/>
              </a:spcBef>
              <a:spcAft>
                <a:spcPts val="0"/>
              </a:spcAft>
              <a:buNone/>
              <a:defRPr sz="2320" b="1">
                <a:solidFill>
                  <a:schemeClr val="tx1"/>
                </a:solidFill>
                <a:latin typeface="Arial"/>
                <a:ea typeface="Arial"/>
                <a:cs typeface="Arial"/>
              </a:defRPr>
            </a:lvl9pPr>
          </a:lstStyle>
          <a:p xmlns:a="http://schemas.openxmlformats.org/drawingml/2006/main"/>
        </p:txBody>
      </p:sp>
      <p:sp>
        <p:nvSpPr>
          <p:cNvPr id="2" name="Left column">
            <a:extLst xmlns:a="http://schemas.openxmlformats.org/drawingml/2006/main">
              <a:ext uri="{FF2B5EF4-FFF2-40B4-BE49-F238E27FC236}">
                <a16:creationId xmlns:a16="http://schemas.microsoft.com/office/drawing/2014/main" id="{E5C2A26B-83BE-477E-9EB4-57E9955A69B6}"/>
              </a:ext>
            </a:extLst>
          </p:cNvPr>
          <p:cNvSpPr>
            <a:spLocks xmlns:a="http://schemas.openxmlformats.org/drawingml/2006/main" noGrp="1"/>
          </p:cNvSpPr>
          <p:nvPr>
            <p:ph type="body" idx="1"/>
          </p:nvPr>
        </p:nvSpPr>
        <p:spPr>
          <a:xfrm xmlns:a="http://schemas.openxmlformats.org/drawingml/2006/main">
            <a:off x="482203" y="1613958"/>
            <a:ext cx="3536156" cy="36152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1582" b="0">
                <a:solidFill>
                  <a:schemeClr val="tx1"/>
                </a:solidFill>
                <a:latin typeface="Arial"/>
                <a:ea typeface="Arial"/>
                <a:cs typeface="Arial"/>
              </a:defRPr>
            </a:defPPr>
            <a:lvl1pPr marL="160734" indent="-160734" algn="l">
              <a:lnSpc>
                <a:spcPct val="110000"/>
              </a:lnSpc>
              <a:spcBef>
                <a:spcPts val="0"/>
              </a:spcBef>
              <a:spcAft>
                <a:spcPts val="844"/>
              </a:spcAft>
              <a:buChar char="•"/>
              <a:defRPr sz="1582" b="0">
                <a:solidFill>
                  <a:schemeClr val="tx1"/>
                </a:solidFill>
                <a:latin typeface="Arial"/>
                <a:ea typeface="Arial"/>
                <a:cs typeface="Arial"/>
              </a:defRPr>
            </a:lvl1pPr>
            <a:lvl2pPr marL="375047" indent="-160734" algn="l">
              <a:lnSpc>
                <a:spcPct val="110000"/>
              </a:lnSpc>
              <a:spcBef>
                <a:spcPts val="0"/>
              </a:spcBef>
              <a:spcAft>
                <a:spcPts val="844"/>
              </a:spcAft>
              <a:buChar char="•"/>
              <a:defRPr sz="1582" b="0">
                <a:solidFill>
                  <a:schemeClr val="tx1"/>
                </a:solidFill>
                <a:latin typeface="Arial"/>
                <a:ea typeface="Arial"/>
                <a:cs typeface="Arial"/>
              </a:defRPr>
            </a:lvl2pPr>
            <a:lvl3pPr marL="589359" indent="-160734" algn="l">
              <a:lnSpc>
                <a:spcPct val="110000"/>
              </a:lnSpc>
              <a:spcBef>
                <a:spcPts val="0"/>
              </a:spcBef>
              <a:spcAft>
                <a:spcPts val="844"/>
              </a:spcAft>
              <a:buChar char="•"/>
              <a:defRPr sz="1582" b="0">
                <a:solidFill>
                  <a:schemeClr val="tx1"/>
                </a:solidFill>
                <a:latin typeface="Arial"/>
                <a:ea typeface="Arial"/>
                <a:cs typeface="Arial"/>
              </a:defRPr>
            </a:lvl3pPr>
            <a:lvl4pPr marL="803672" indent="-160734" algn="l">
              <a:lnSpc>
                <a:spcPct val="110000"/>
              </a:lnSpc>
              <a:spcBef>
                <a:spcPts val="0"/>
              </a:spcBef>
              <a:spcAft>
                <a:spcPts val="844"/>
              </a:spcAft>
              <a:buChar char="•"/>
              <a:defRPr sz="1582" b="0">
                <a:solidFill>
                  <a:schemeClr val="tx1"/>
                </a:solidFill>
                <a:latin typeface="Arial"/>
                <a:ea typeface="Arial"/>
                <a:cs typeface="Arial"/>
              </a:defRPr>
            </a:lvl4pPr>
            <a:lvl5pPr marL="1017984" indent="-160734" algn="l">
              <a:lnSpc>
                <a:spcPct val="110000"/>
              </a:lnSpc>
              <a:spcBef>
                <a:spcPts val="0"/>
              </a:spcBef>
              <a:spcAft>
                <a:spcPts val="844"/>
              </a:spcAft>
              <a:buChar char="•"/>
              <a:defRPr sz="1582" b="0">
                <a:solidFill>
                  <a:schemeClr val="tx1"/>
                </a:solidFill>
                <a:latin typeface="Arial"/>
                <a:ea typeface="Arial"/>
                <a:cs typeface="Arial"/>
              </a:defRPr>
            </a:lvl5pPr>
            <a:lvl6pPr marL="1232297" indent="-160734" algn="l">
              <a:lnSpc>
                <a:spcPct val="110000"/>
              </a:lnSpc>
              <a:spcBef>
                <a:spcPts val="0"/>
              </a:spcBef>
              <a:spcAft>
                <a:spcPts val="844"/>
              </a:spcAft>
              <a:buChar char="•"/>
              <a:defRPr sz="1582" b="0">
                <a:solidFill>
                  <a:schemeClr val="tx1"/>
                </a:solidFill>
                <a:latin typeface="Arial"/>
                <a:ea typeface="Arial"/>
                <a:cs typeface="Arial"/>
              </a:defRPr>
            </a:lvl6pPr>
            <a:lvl7pPr marL="1446609" indent="-160734" algn="l">
              <a:lnSpc>
                <a:spcPct val="110000"/>
              </a:lnSpc>
              <a:spcBef>
                <a:spcPts val="0"/>
              </a:spcBef>
              <a:spcAft>
                <a:spcPts val="844"/>
              </a:spcAft>
              <a:buChar char="•"/>
              <a:defRPr sz="1582" b="0">
                <a:solidFill>
                  <a:schemeClr val="tx1"/>
                </a:solidFill>
                <a:latin typeface="Arial"/>
                <a:ea typeface="Arial"/>
                <a:cs typeface="Arial"/>
              </a:defRPr>
            </a:lvl7pPr>
            <a:lvl8pPr marL="1660922" indent="-160734" algn="l">
              <a:lnSpc>
                <a:spcPct val="110000"/>
              </a:lnSpc>
              <a:spcBef>
                <a:spcPts val="0"/>
              </a:spcBef>
              <a:spcAft>
                <a:spcPts val="844"/>
              </a:spcAft>
              <a:buChar char="•"/>
              <a:defRPr sz="1582" b="0">
                <a:solidFill>
                  <a:schemeClr val="tx1"/>
                </a:solidFill>
                <a:latin typeface="Arial"/>
                <a:ea typeface="Arial"/>
                <a:cs typeface="Arial"/>
              </a:defRPr>
            </a:lvl8pPr>
            <a:lvl9pPr marL="1875234" indent="-160734" algn="l">
              <a:lnSpc>
                <a:spcPct val="110000"/>
              </a:lnSpc>
              <a:spcBef>
                <a:spcPts val="0"/>
              </a:spcBef>
              <a:spcAft>
                <a:spcPts val="844"/>
              </a:spcAft>
              <a:buChar char="•"/>
              <a:defRPr sz="1582" b="0">
                <a:solidFill>
                  <a:schemeClr val="tx1"/>
                </a:solidFill>
                <a:latin typeface="Arial"/>
                <a:ea typeface="Arial"/>
                <a:cs typeface="Arial"/>
              </a:defRPr>
            </a:lvl9pPr>
          </a:lstStyle>
          <a:p xmlns:a="http://schemas.openxmlformats.org/drawingml/2006/main"/>
        </p:txBody>
      </p:sp>
    </p:spTree>
  </p:cSld>
</p:sldLayout>
</file>

<file path=ppt/main_figures/Fig4/ppt/slideLayouts/slideLayout6.xml><?xml version="1.0" encoding="utf-8"?>
<p:sldLayout xmlns:p="http://schemas.openxmlformats.org/presentationml/2006/main" type="blank">
  <p:cSld name="Blank">
    <p:spTree>
      <p:nvGrpSpPr>
        <p:cNvPr id="1" name=""/>
        <p:cNvGrpSpPr/>
        <p:nvPr/>
      </p:nvGrpSpPr>
      <p:grpSpPr>
        <a:xfrm xmlns:a="http://schemas.openxmlformats.org/drawingml/2006/main"/>
      </p:grpSpPr>
    </p:spTree>
  </p:cSld>
</p:sldLayout>
</file>

<file path=ppt/main_figures/Fig4/ppt/slideMasters/_rels/slideMaster1.xml.rels><?xml version='1.0' encoding='utf-8'?>
<Relationships xmlns="http://schemas.openxmlformats.org/package/2006/relationships"><Relationship Type="http://schemas.openxmlformats.org/officeDocument/2006/relationships/theme" Target="/ppt/main_figures/Fig4/ppt/slideMasters/theme/theme2.xml" Id="Rf57503e017f74e18" /><Relationship Type="http://schemas.openxmlformats.org/officeDocument/2006/relationships/slideLayout" Target="/ppt/main_figures/Fig4/ppt/slideLayouts/slideLayout1.xml" Id="R5071a9227a7b4c56" /><Relationship Type="http://schemas.openxmlformats.org/officeDocument/2006/relationships/slideLayout" Target="/ppt/main_figures/Fig4/ppt/slideLayouts/slideLayout2.xml" Id="R794f36db247b4624" /><Relationship Type="http://schemas.openxmlformats.org/officeDocument/2006/relationships/slideLayout" Target="/ppt/main_figures/Fig4/ppt/slideLayouts/slideLayout3.xml" Id="Rd62e0c67677448c4" /><Relationship Type="http://schemas.openxmlformats.org/officeDocument/2006/relationships/slideLayout" Target="/ppt/main_figures/Fig4/ppt/slideLayouts/slideLayout4.xml" Id="R70912ae899114495" /><Relationship Type="http://schemas.openxmlformats.org/officeDocument/2006/relationships/slideLayout" Target="/ppt/main_figures/Fig4/ppt/slideLayouts/slideLayout5.xml" Id="Rcd9835e2bf5a485f" /><Relationship Type="http://schemas.openxmlformats.org/officeDocument/2006/relationships/slideLayout" Target="/ppt/main_figures/Fig4/ppt/slideLayouts/slideLayout6.xml" Id="R9aeb0c772adb4305" /></Relationships>
</file>

<file path=ppt/main_figures/Fig4/ppt/slideMasters/slideMaster1.xml><?xml version="1.0" encoding="utf-8"?>
<p:sldMaster xmlns:p="http://schemas.openxmlformats.org/presentationml/2006/main">
  <p:cSld name="Master">
    <p:bg>
      <p:bgRef idx="1001">
        <a:schemeClr xmlns:a="http://schemas.openxmlformats.org/drawingml/2006/main" val="bg1"/>
      </p:bgRef>
    </p:bg>
    <p:spTree>
      <p:nvGrpSpPr>
        <p:cNvPr id="1" name=""/>
        <p:cNvGrpSpPr/>
        <p:nvPr/>
      </p:nvGrpSpPr>
      <p:grpSpPr>
        <a:xfrm xmlns:a="http://schemas.openxmlformats.org/drawingml/2006/main"/>
      </p:grpSpPr>
    </p:spTree>
  </p:cSld>
  <p:clrMap bg1="lt1" tx1="dk1" bg2="lt2" tx2="dk2" accent1="accent1" accent2="accent2" accent3="accent3" accent4="accent4" accent5="accent5" accent6="accent6" hlink="hlink" folHlink="folHlink"/>
  <p:sldLayoutIdLst>
    <p:sldLayoutId xmlns:r="http://schemas.openxmlformats.org/officeDocument/2006/relationships" id="2147483649" r:id="R5071a9227a7b4c56"/>
    <p:sldLayoutId xmlns:r="http://schemas.openxmlformats.org/officeDocument/2006/relationships" id="2147483650" r:id="R794f36db247b4624"/>
    <p:sldLayoutId xmlns:r="http://schemas.openxmlformats.org/officeDocument/2006/relationships" id="2147483651" r:id="Rd62e0c67677448c4"/>
    <p:sldLayoutId xmlns:r="http://schemas.openxmlformats.org/officeDocument/2006/relationships" id="2147483652" r:id="R70912ae899114495"/>
    <p:sldLayoutId xmlns:r="http://schemas.openxmlformats.org/officeDocument/2006/relationships" id="2147483653" r:id="Rcd9835e2bf5a485f"/>
    <p:sldLayoutId xmlns:r="http://schemas.openxmlformats.org/officeDocument/2006/relationships" id="2147483654" r:id="R9aeb0c772adb4305"/>
  </p:sldLayoutIdLst>
  <p:txStyles>
    <p:titleStyle>
      <a:lvl1pPr xmlns:a="http://schemas.openxmlformats.org/drawingml/2006/main" algn="l">
        <a:lnSpc>
          <a:spcPct val="90000"/>
        </a:lnSpc>
        <a:spcBef>
          <a:spcPts val="0"/>
        </a:spcBef>
        <a:buNone/>
        <a:defRPr sz="4400">
          <a:solidFill>
            <a:schemeClr val="tx1"/>
          </a:solidFill>
          <a:latin typeface="Arial"/>
          <a:ea typeface="Arial"/>
          <a:cs typeface="Arial"/>
        </a:defRPr>
      </a:lvl1pPr>
    </p:titleStyle>
    <p:bodyStyle>
      <a:lvl1pPr xmlns:a="http://schemas.openxmlformats.org/drawingml/2006/main" marL="228600" indent="-228600" algn="l">
        <a:lnSpc>
          <a:spcPct val="90000"/>
        </a:lnSpc>
        <a:spcBef>
          <a:spcPts val="1000"/>
        </a:spcBef>
        <a:buChar char="•"/>
        <a:defRPr sz="2800">
          <a:solidFill>
            <a:schemeClr val="tx1"/>
          </a:solidFill>
          <a:latin typeface="Arial"/>
          <a:ea typeface="Arial"/>
          <a:cs typeface="Arial"/>
        </a:defRPr>
      </a:lvl1pPr>
      <a:lvl2pPr xmlns:a="http://schemas.openxmlformats.org/drawingml/2006/main" marL="685800" indent="-228600" algn="l">
        <a:lnSpc>
          <a:spcPct val="90000"/>
        </a:lnSpc>
        <a:spcBef>
          <a:spcPts val="500"/>
        </a:spcBef>
        <a:buChar char="•"/>
        <a:defRPr sz="2400">
          <a:solidFill>
            <a:schemeClr val="tx1"/>
          </a:solidFill>
          <a:latin typeface="Arial"/>
          <a:ea typeface="Arial"/>
          <a:cs typeface="Arial"/>
        </a:defRPr>
      </a:lvl2pPr>
      <a:lvl3pPr xmlns:a="http://schemas.openxmlformats.org/drawingml/2006/main" marL="1143000" indent="-228600" algn="l">
        <a:lnSpc>
          <a:spcPct val="90000"/>
        </a:lnSpc>
        <a:spcBef>
          <a:spcPts val="500"/>
        </a:spcBef>
        <a:buChar char="•"/>
        <a:defRPr sz="2000">
          <a:solidFill>
            <a:schemeClr val="tx1"/>
          </a:solidFill>
          <a:latin typeface="Arial"/>
          <a:ea typeface="Arial"/>
          <a:cs typeface="Arial"/>
        </a:defRPr>
      </a:lvl3pPr>
      <a:lvl4pPr xmlns:a="http://schemas.openxmlformats.org/drawingml/2006/main" marL="1600200" indent="-228600" algn="l">
        <a:lnSpc>
          <a:spcPct val="90000"/>
        </a:lnSpc>
        <a:spcBef>
          <a:spcPts val="500"/>
        </a:spcBef>
        <a:buChar char="•"/>
        <a:defRPr sz="1800">
          <a:solidFill>
            <a:schemeClr val="tx1"/>
          </a:solidFill>
          <a:latin typeface="Arial"/>
          <a:ea typeface="Arial"/>
          <a:cs typeface="Arial"/>
        </a:defRPr>
      </a:lvl4pPr>
      <a:lvl5pPr xmlns:a="http://schemas.openxmlformats.org/drawingml/2006/main" marL="2057400" indent="-228600" algn="l">
        <a:lnSpc>
          <a:spcPct val="90000"/>
        </a:lnSpc>
        <a:spcBef>
          <a:spcPts val="500"/>
        </a:spcBef>
        <a:buChar char="•"/>
        <a:defRPr sz="1800">
          <a:solidFill>
            <a:schemeClr val="tx1"/>
          </a:solidFill>
          <a:latin typeface="Arial"/>
          <a:ea typeface="Arial"/>
          <a:cs typeface="Arial"/>
        </a:defRPr>
      </a:lvl5pPr>
      <a:lvl6pPr xmlns:a="http://schemas.openxmlformats.org/drawingml/2006/main" marL="2514600" indent="-228600" algn="l">
        <a:lnSpc>
          <a:spcPct val="90000"/>
        </a:lnSpc>
        <a:spcBef>
          <a:spcPts val="500"/>
        </a:spcBef>
        <a:buChar char="•"/>
        <a:defRPr sz="1800">
          <a:solidFill>
            <a:schemeClr val="tx1"/>
          </a:solidFill>
          <a:latin typeface="Arial"/>
          <a:ea typeface="Arial"/>
          <a:cs typeface="Arial"/>
        </a:defRPr>
      </a:lvl6pPr>
      <a:lvl7pPr xmlns:a="http://schemas.openxmlformats.org/drawingml/2006/main" marL="2971800" indent="-228600" algn="l">
        <a:lnSpc>
          <a:spcPct val="90000"/>
        </a:lnSpc>
        <a:spcBef>
          <a:spcPts val="500"/>
        </a:spcBef>
        <a:buChar char="•"/>
        <a:defRPr sz="1800">
          <a:solidFill>
            <a:schemeClr val="tx1"/>
          </a:solidFill>
          <a:latin typeface="Arial"/>
          <a:ea typeface="Arial"/>
          <a:cs typeface="Arial"/>
        </a:defRPr>
      </a:lvl7pPr>
      <a:lvl8pPr xmlns:a="http://schemas.openxmlformats.org/drawingml/2006/main" marL="3429000" indent="-228600" algn="l">
        <a:lnSpc>
          <a:spcPct val="90000"/>
        </a:lnSpc>
        <a:spcBef>
          <a:spcPts val="500"/>
        </a:spcBef>
        <a:buChar char="•"/>
        <a:defRPr sz="1800">
          <a:solidFill>
            <a:schemeClr val="tx1"/>
          </a:solidFill>
          <a:latin typeface="Arial"/>
          <a:ea typeface="Arial"/>
          <a:cs typeface="Arial"/>
        </a:defRPr>
      </a:lvl8pPr>
      <a:lvl9pPr xmlns:a="http://schemas.openxmlformats.org/drawingml/2006/main" marL="3886200" indent="-228600" algn="l">
        <a:lnSpc>
          <a:spcPct val="90000"/>
        </a:lnSpc>
        <a:spcBef>
          <a:spcPts val="500"/>
        </a:spcBef>
        <a:buChar char="•"/>
        <a:defRPr sz="1800">
          <a:solidFill>
            <a:schemeClr val="tx1"/>
          </a:solidFill>
          <a:latin typeface="Arial"/>
          <a:ea typeface="Arial"/>
          <a:cs typeface="Arial"/>
        </a:defRPr>
      </a:lvl9pPr>
    </p:bodyStyle>
    <p:otherStyle>
      <a:lvl1pPr xmlns:a="http://schemas.openxmlformats.org/drawingml/2006/main" marL="0" algn="l">
        <a:buNone/>
        <a:defRPr sz="1800">
          <a:solidFill>
            <a:schemeClr val="tx1"/>
          </a:solidFill>
          <a:latin typeface="Arial"/>
          <a:ea typeface="Arial"/>
          <a:cs typeface="Arial"/>
        </a:defRPr>
      </a:lvl1pPr>
      <a:lvl2pPr xmlns:a="http://schemas.openxmlformats.org/drawingml/2006/main" marL="457200" algn="l">
        <a:buNone/>
        <a:defRPr sz="1800">
          <a:solidFill>
            <a:schemeClr val="tx1"/>
          </a:solidFill>
          <a:latin typeface="Arial"/>
          <a:ea typeface="Arial"/>
          <a:cs typeface="Arial"/>
        </a:defRPr>
      </a:lvl2pPr>
      <a:lvl3pPr xmlns:a="http://schemas.openxmlformats.org/drawingml/2006/main" marL="914400" algn="l">
        <a:buNone/>
        <a:defRPr sz="1800">
          <a:solidFill>
            <a:schemeClr val="tx1"/>
          </a:solidFill>
          <a:latin typeface="Arial"/>
          <a:ea typeface="Arial"/>
          <a:cs typeface="Arial"/>
        </a:defRPr>
      </a:lvl3pPr>
      <a:lvl4pPr xmlns:a="http://schemas.openxmlformats.org/drawingml/2006/main" marL="1371600" algn="l">
        <a:buNone/>
        <a:defRPr sz="1800">
          <a:solidFill>
            <a:schemeClr val="tx1"/>
          </a:solidFill>
          <a:latin typeface="Arial"/>
          <a:ea typeface="Arial"/>
          <a:cs typeface="Arial"/>
        </a:defRPr>
      </a:lvl4pPr>
      <a:lvl5pPr xmlns:a="http://schemas.openxmlformats.org/drawingml/2006/main" marL="1828800" algn="l">
        <a:buNone/>
        <a:defRPr sz="1800">
          <a:solidFill>
            <a:schemeClr val="tx1"/>
          </a:solidFill>
          <a:latin typeface="Arial"/>
          <a:ea typeface="Arial"/>
          <a:cs typeface="Arial"/>
        </a:defRPr>
      </a:lvl5pPr>
      <a:lvl6pPr xmlns:a="http://schemas.openxmlformats.org/drawingml/2006/main" marL="2286000" algn="l">
        <a:buNone/>
        <a:defRPr sz="1800">
          <a:solidFill>
            <a:schemeClr val="tx1"/>
          </a:solidFill>
          <a:latin typeface="Arial"/>
          <a:ea typeface="Arial"/>
          <a:cs typeface="Arial"/>
        </a:defRPr>
      </a:lvl6pPr>
      <a:lvl7pPr xmlns:a="http://schemas.openxmlformats.org/drawingml/2006/main" marL="2743200" algn="l">
        <a:buNone/>
        <a:defRPr sz="1800">
          <a:solidFill>
            <a:schemeClr val="tx1"/>
          </a:solidFill>
          <a:latin typeface="Arial"/>
          <a:ea typeface="Arial"/>
          <a:cs typeface="Arial"/>
        </a:defRPr>
      </a:lvl7pPr>
      <a:lvl8pPr xmlns:a="http://schemas.openxmlformats.org/drawingml/2006/main" marL="3200400" algn="l">
        <a:buNone/>
        <a:defRPr sz="1800">
          <a:solidFill>
            <a:schemeClr val="tx1"/>
          </a:solidFill>
          <a:latin typeface="Arial"/>
          <a:ea typeface="Arial"/>
          <a:cs typeface="Arial"/>
        </a:defRPr>
      </a:lvl8pPr>
      <a:lvl9pPr xmlns:a="http://schemas.openxmlformats.org/drawingml/2006/main" marL="3657600" algn="l">
        <a:buNone/>
        <a:defRPr sz="1800">
          <a:solidFill>
            <a:schemeClr val="tx1"/>
          </a:solidFill>
          <a:latin typeface="Arial"/>
          <a:ea typeface="Arial"/>
          <a:cs typeface="Arial"/>
        </a:defRPr>
      </a:lvl9pPr>
    </p:otherStyle>
  </p:txStyles>
</p:sldMaster>
</file>

<file path=ppt/main_figures/Fig4/ppt/slideMasters/theme/theme2.xml><?xml version="1.0" encoding="utf-8"?>
<a:theme xmlns:a="http://schemas.openxmlformats.org/drawingml/2006/main" name="ChatGPT">
  <a:themeElements>
    <a:clrScheme name="ChatGPT">
      <a:dk1>
        <a:srgbClr val="000000"/>
      </a:dk1>
      <a:lt1>
        <a:srgbClr val="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
      <a:majorFont>
        <a:latin typeface="Arial"/>
        <a:ea typeface="Arial"/>
        <a:cs typeface="Arial"/>
      </a:majorFont>
      <a:minorFont>
        <a:latin typeface="Arial"/>
        <a:ea typeface="Arial"/>
        <a:cs typeface="Arial"/>
      </a:minorFont>
    </a:fontScheme>
    <a:fmtScheme name="ChatGPT">
      <a:fillStyleLst>
        <a:solidFill>
          <a:schemeClr val="phClr"/>
        </a:solidFill>
        <a:gradFill>
          <a:gsLst>
            <a:gs pos="0">
              <a:schemeClr val="phClr">
                <a:tint val="67000"/>
                <a:lumMod val="110000"/>
                <a:satMod val="105000"/>
              </a:schemeClr>
            </a:gs>
            <a:gs pos="50000">
              <a:schemeClr val="phClr">
                <a:tint val="73000"/>
                <a:lumMod val="105000"/>
                <a:satMod val="103000"/>
              </a:schemeClr>
            </a:gs>
            <a:gs pos="100000">
              <a:schemeClr val="phClr">
                <a:tint val="81000"/>
                <a:lumMod val="105000"/>
                <a:satMod val="109000"/>
              </a:schemeClr>
            </a:gs>
          </a:gsLst>
          <a:lin ang="5400000" scaled="0"/>
        </a:gradFill>
        <a:gradFill>
          <a:gsLst>
            <a:gs pos="0">
              <a:schemeClr val="phClr">
                <a:tint val="94000"/>
                <a:lumMod val="102000"/>
                <a:satMod val="103000"/>
              </a:schemeClr>
            </a:gs>
            <a:gs pos="50000">
              <a:schemeClr val="phClr">
                <a:shade val="100000"/>
                <a:lumMod val="100000"/>
                <a:satMod val="110000"/>
              </a:schemeClr>
            </a:gs>
            <a:gs pos="100000">
              <a:schemeClr val="phClr">
                <a:shade val="78000"/>
                <a:lumMod val="99000"/>
                <a:satMod val="120000"/>
              </a:schemeClr>
            </a:gs>
          </a:gsLst>
          <a:lin ang="5400000" scaled="0"/>
        </a:gradFill>
      </a:fillStyleLst>
      <a:lnStyleLst>
        <a:ln w="12700">
          <a:solidFill>
            <a:schemeClr val="phClr"/>
          </a:solidFill>
          <a:prstDash val="solid"/>
        </a:ln>
        <a:ln w="19050">
          <a:solidFill>
            <a:schemeClr val="phClr"/>
          </a:solidFill>
          <a:prstDash val="solid"/>
        </a:ln>
        <a:ln w="25400">
          <a:solidFill>
            <a:schemeClr val="phClr"/>
          </a:solidFill>
          <a:prstDash val="solid"/>
        </a:ln>
      </a:lnStyleLst>
      <a:effectStyleLst>
        <a:effectStyle>
          <a:effectLst/>
        </a:effectStyle>
        <a:effectStyle>
          <a:effectLst/>
        </a:effectStyle>
        <a:effectStyle>
          <a:effectLst>
            <a:outerShdw blurRad="57150" dist="19050" dir="5400000">
              <a:srgbClr val="000000">
                <a:alpha val="16000"/>
              </a:srgbClr>
            </a:outerShdw>
          </a:effectLst>
        </a:effectStyle>
        <a:effectStyle>
          <a:effectLst>
            <a:outerShdw blurRad="19050" dist="9525" dir="5400000">
              <a:srgbClr val="000000">
                <a:alpha val="6000"/>
              </a:srgbClr>
            </a:outerShdw>
          </a:effectLst>
        </a:effectStyle>
        <a:effectStyle>
          <a:effectLst>
            <a:outerShdw blurRad="28575" dist="9525" dir="5400000">
              <a:srgbClr val="000000">
                <a:alpha val="8000"/>
              </a:srgbClr>
            </a:outerShdw>
          </a:effectLst>
        </a:effectStyle>
        <a:effectStyle>
          <a:effectLst>
            <a:outerShdw blurRad="57150" dist="19050" dir="5400000">
              <a:srgbClr val="000000">
                <a:alpha val="10000"/>
              </a:srgbClr>
            </a:outerShdw>
          </a:effectLst>
        </a:effectStyle>
        <a:effectStyle>
          <a:effectLst>
            <a:outerShdw blurRad="114300" dist="38100" dir="5400000">
              <a:srgbClr val="000000">
                <a:alpha val="12000"/>
              </a:srgbClr>
            </a:outerShdw>
          </a:effectLst>
        </a:effectStyle>
        <a:effectStyle>
          <a:effectLst>
            <a:outerShdw blurRad="171450" dist="57150" dir="5400000">
              <a:srgbClr val="000000">
                <a:alpha val="16000"/>
              </a:srgbClr>
            </a:outerShdw>
          </a:effectLst>
        </a:effectStyle>
        <a:effectStyle>
          <a:effectLst>
            <a:outerShdw blurRad="266700" dist="95250" dir="5400000">
              <a:srgbClr val="000000">
                <a:alpha val="24000"/>
              </a:srgbClr>
            </a:outerShdw>
          </a:effectLst>
        </a:effectStyle>
      </a:effectStyleLst>
      <a:bgFillStyleLst>
        <a:solidFill>
          <a:schemeClr val="phClr"/>
        </a:solidFill>
        <a:solidFill>
          <a:schemeClr val="phClr">
            <a:tint val="95000"/>
            <a:satMod val="170000"/>
          </a:schemeClr>
        </a:solidFill>
        <a:gradFill>
          <a:gsLst>
            <a:gs pos="0">
              <a:schemeClr val="phClr">
                <a:tint val="93000"/>
                <a:shade val="98000"/>
                <a:lumMod val="102000"/>
                <a:satMod val="150000"/>
              </a:schemeClr>
            </a:gs>
            <a:gs pos="50000">
              <a:schemeClr val="phClr">
                <a:tint val="98000"/>
                <a:shade val="90000"/>
                <a:lumMod val="103000"/>
                <a:satMod val="130000"/>
              </a:schemeClr>
            </a:gs>
            <a:gs pos="100000">
              <a:schemeClr val="phClr">
                <a:shade val="63000"/>
                <a:satMod val="120000"/>
              </a:schemeClr>
            </a:gs>
          </a:gsLst>
          <a:lin ang="5400000" scaled="0"/>
        </a:gradFill>
      </a:bgFillStyleLst>
    </a:fmtScheme>
  </a:themeElements>
</a:theme>
</file>

<file path=ppt/main_figures/Fig4/ppt/slides/_rels/slide1.xml.rels><?xml version='1.0' encoding='utf-8'?>
<Relationships xmlns="http://schemas.openxmlformats.org/package/2006/relationships"><Relationship Type="http://schemas.openxmlformats.org/officeDocument/2006/relationships/slideLayout" Target="/ppt/main_figures/Fig4/ppt/slideLayouts/slideLayout6.xml" Id="R25a3aa16a2fb4fe5" /><Relationship Type="http://schemas.openxmlformats.org/officeDocument/2006/relationships/notesSlide" Target="/ppt/main_figures/Fig4/ppt/notesSlides/notesSlide1.xml" Id="R7ff86239627245c7" /></Relationships>
</file>

<file path=ppt/main_figures/Fig4/ppt/slides/slide1.xml><?xml version="1.0" encoding="utf-8"?>
<p:sld xmlns:a="http://schemas.openxmlformats.org/drawingml/2006/main" xmlns:p="http://schemas.openxmlformats.org/presentationml/2006/main">
  <p:cSld>
    <p:bg>
      <p:bgPr>
        <a:solidFill xmlns:a="http://schemas.openxmlformats.org/drawingml/2006/main">
          <a:srgbClr val="FFFFFF"/>
        </a:solidFill>
      </p:bgPr>
    </p:bg>
    <p:spTree>
      <p:nvGrpSpPr>
        <p:cNvPr id="1" name=""/>
        <p:cNvGrpSpPr/>
        <p:nvPr/>
      </p:nvGrpSpPr>
      <p:grpSpPr>
        <a:xfrm xmlns:a="http://schemas.openxmlformats.org/drawingml/2006/main"/>
      </p:grpSpPr>
      <p:sp>
        <p:nvSpPr>
          <p:cNvPr id="98" name="A_title">
            <a:extLst xmlns:a="http://schemas.openxmlformats.org/drawingml/2006/main">
              <a:ext uri="{FF2B5EF4-FFF2-40B4-BE49-F238E27FC236}">
                <a16:creationId xmlns:a16="http://schemas.microsoft.com/office/drawing/2014/main" id="{26A3EFCE-F428-4C03-B6E6-A847A1938BFC}"/>
              </a:ext>
            </a:extLst>
          </p:cNvPr>
          <p:cNvSpPr>
            <a:spLocks xmlns:a="http://schemas.openxmlformats.org/drawingml/2006/main" noGrp="1"/>
          </p:cNvSpPr>
          <p:nvPr/>
        </p:nvSpPr>
        <p:spPr>
          <a:xfrm xmlns:a="http://schemas.openxmlformats.org/drawingml/2006/main" rot="0" flipH="0" flipV="0">
            <a:off x="171450" y="66675"/>
            <a:ext cx="8229600" cy="3619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2175" b="1">
                <a:solidFill>
                  <a:srgbClr val="000000"/>
                </a:solidFill>
                <a:latin typeface="Arial"/>
                <a:ea typeface="Arial"/>
                <a:cs typeface="Arial"/>
              </a:defRPr>
            </a:defPPr>
            <a:lvl1pPr algn="l">
              <a:defRPr sz="2175" b="1">
                <a:solidFill>
                  <a:srgbClr val="000000"/>
                </a:solidFill>
                <a:latin typeface="Arial"/>
                <a:ea typeface="Arial"/>
                <a:cs typeface="Arial"/>
              </a:defRPr>
            </a:lvl1pPr>
            <a:lvl2pPr algn="l">
              <a:defRPr sz="2175" b="1">
                <a:solidFill>
                  <a:srgbClr val="000000"/>
                </a:solidFill>
                <a:latin typeface="Arial"/>
                <a:ea typeface="Arial"/>
                <a:cs typeface="Arial"/>
              </a:defRPr>
            </a:lvl2pPr>
            <a:lvl3pPr algn="l">
              <a:defRPr sz="2175" b="1">
                <a:solidFill>
                  <a:srgbClr val="000000"/>
                </a:solidFill>
                <a:latin typeface="Arial"/>
                <a:ea typeface="Arial"/>
                <a:cs typeface="Arial"/>
              </a:defRPr>
            </a:lvl3pPr>
            <a:lvl4pPr algn="l">
              <a:defRPr sz="2175" b="1">
                <a:solidFill>
                  <a:srgbClr val="000000"/>
                </a:solidFill>
                <a:latin typeface="Arial"/>
                <a:ea typeface="Arial"/>
                <a:cs typeface="Arial"/>
              </a:defRPr>
            </a:lvl4pPr>
            <a:lvl5pPr algn="l">
              <a:defRPr sz="2175" b="1">
                <a:solidFill>
                  <a:srgbClr val="000000"/>
                </a:solidFill>
                <a:latin typeface="Arial"/>
                <a:ea typeface="Arial"/>
                <a:cs typeface="Arial"/>
              </a:defRPr>
            </a:lvl5pPr>
            <a:lvl6pPr algn="l">
              <a:defRPr sz="2175" b="1">
                <a:solidFill>
                  <a:srgbClr val="000000"/>
                </a:solidFill>
                <a:latin typeface="Arial"/>
                <a:ea typeface="Arial"/>
                <a:cs typeface="Arial"/>
              </a:defRPr>
            </a:lvl6pPr>
            <a:lvl7pPr algn="l">
              <a:defRPr sz="2175" b="1">
                <a:solidFill>
                  <a:srgbClr val="000000"/>
                </a:solidFill>
                <a:latin typeface="Arial"/>
                <a:ea typeface="Arial"/>
                <a:cs typeface="Arial"/>
              </a:defRPr>
            </a:lvl7pPr>
            <a:lvl8pPr algn="l">
              <a:defRPr sz="2175" b="1">
                <a:solidFill>
                  <a:srgbClr val="000000"/>
                </a:solidFill>
                <a:latin typeface="Arial"/>
                <a:ea typeface="Arial"/>
                <a:cs typeface="Arial"/>
              </a:defRPr>
            </a:lvl8pPr>
            <a:lvl9pPr algn="l">
              <a:defRPr sz="2175" b="1">
                <a:solidFill>
                  <a:srgbClr val="000000"/>
                </a:solidFill>
                <a:latin typeface="Arial"/>
                <a:ea typeface="Arial"/>
                <a:cs typeface="Arial"/>
              </a:defRPr>
            </a:lvl9pPr>
          </a:lstStyle>
          <a:p xmlns:a="http://schemas.openxmlformats.org/drawingml/2006/main">
            <a:pPr algn="l">
              <a:defRPr sz="2175" b="1">
                <a:solidFill>
                  <a:srgbClr val="000000"/>
                </a:solidFill>
                <a:latin typeface="Arial"/>
                <a:ea typeface="Arial"/>
                <a:cs typeface="Arial"/>
              </a:defRPr>
            </a:pPr>
            <a:r>
              <a:rPr sz="2175" b="1">
                <a:solidFill>
                  <a:srgbClr val="000000"/>
                </a:solidFill>
                <a:latin typeface="Arial"/>
                <a:ea typeface="Arial"/>
                <a:cs typeface="Arial"/>
              </a:rPr>
              <a:t>(a)  Hierarchy–position conflict</a:t>
            </a:r>
          </a:p>
        </p:txBody>
      </p:sp>
      <p:sp>
        <p:nvSpPr>
          <p:cNvPr id="2" name="topology_edge">
            <a:extLst xmlns:a="http://schemas.openxmlformats.org/drawingml/2006/main">
              <a:ext uri="{FF2B5EF4-FFF2-40B4-BE49-F238E27FC236}">
                <a16:creationId xmlns:a16="http://schemas.microsoft.com/office/drawing/2014/main" id="{A259777D-C2DC-4141-ADCB-86DFF02FE69B}"/>
              </a:ext>
            </a:extLst>
          </p:cNvPr>
          <p:cNvSpPr>
            <a:spLocks xmlns:a="http://schemas.openxmlformats.org/drawingml/2006/main" noGrp="1"/>
          </p:cNvSpPr>
          <p:nvPr/>
        </p:nvSpPr>
        <p:spPr>
          <a:xfrm rot="0" flipH="0" flipV="0">
            <a:off x="1123950" y="567585"/>
            <a:ext cx="95" cy="473773"/>
          </a:xfrm>
          <a:custGeom>
            <a:pathLst>
              <a:path w="95" h="473773">
                <a:moveTo>
                  <a:pt x="0" y="0"/>
                </a:moveTo>
                <a:lnTo>
                  <a:pt x="0" y="473773"/>
                </a:lnTo>
              </a:path>
            </a:pathLst>
          </a:custGeom>
          <a:noFill xmlns:a="http://schemas.openxmlformats.org/drawingml/2006/main"/>
          <a:ln xmlns:a="http://schemas.openxmlformats.org/drawingml/2006/main" w="17145">
            <a:solidFill>
              <a:srgbClr val="263238"/>
            </a:solidFill>
            <a:prstDash val="solid"/>
          </a:ln>
        </p:spPr>
      </p:sp>
      <p:sp>
        <p:nvSpPr>
          <p:cNvPr id="3" name="topology_edge">
            <a:extLst xmlns:a="http://schemas.openxmlformats.org/drawingml/2006/main">
              <a:ext uri="{FF2B5EF4-FFF2-40B4-BE49-F238E27FC236}">
                <a16:creationId xmlns:a16="http://schemas.microsoft.com/office/drawing/2014/main" id="{93FA9582-EA9B-4AB8-8083-ED23EBDF20AF}"/>
              </a:ext>
            </a:extLst>
          </p:cNvPr>
          <p:cNvSpPr>
            <a:spLocks xmlns:a="http://schemas.openxmlformats.org/drawingml/2006/main" noGrp="1"/>
          </p:cNvSpPr>
          <p:nvPr/>
        </p:nvSpPr>
        <p:spPr>
          <a:xfrm rot="0" flipH="0" flipV="0">
            <a:off x="1123950" y="1041359"/>
            <a:ext cx="95" cy="525380"/>
          </a:xfrm>
          <a:custGeom>
            <a:pathLst>
              <a:path w="95" h="525380">
                <a:moveTo>
                  <a:pt x="0" y="0"/>
                </a:moveTo>
                <a:lnTo>
                  <a:pt x="0" y="525380"/>
                </a:lnTo>
              </a:path>
            </a:pathLst>
          </a:custGeom>
          <a:noFill xmlns:a="http://schemas.openxmlformats.org/drawingml/2006/main"/>
          <a:ln xmlns:a="http://schemas.openxmlformats.org/drawingml/2006/main" w="17145">
            <a:solidFill>
              <a:srgbClr val="263238"/>
            </a:solidFill>
            <a:prstDash val="solid"/>
          </a:ln>
        </p:spPr>
      </p:sp>
      <p:sp>
        <p:nvSpPr>
          <p:cNvPr id="4" name="topology_edge">
            <a:extLst xmlns:a="http://schemas.openxmlformats.org/drawingml/2006/main">
              <a:ext uri="{FF2B5EF4-FFF2-40B4-BE49-F238E27FC236}">
                <a16:creationId xmlns:a16="http://schemas.microsoft.com/office/drawing/2014/main" id="{0B3520F8-81F0-48F8-8BF3-2517FB2C0F84}"/>
              </a:ext>
            </a:extLst>
          </p:cNvPr>
          <p:cNvSpPr>
            <a:spLocks xmlns:a="http://schemas.openxmlformats.org/drawingml/2006/main" noGrp="1"/>
          </p:cNvSpPr>
          <p:nvPr/>
        </p:nvSpPr>
        <p:spPr>
          <a:xfrm rot="0" flipH="0" flipV="0">
            <a:off x="643490" y="1566739"/>
            <a:ext cx="480460" cy="356502"/>
          </a:xfrm>
          <a:custGeom>
            <a:pathLst>
              <a:path w="480460" h="356502">
                <a:moveTo>
                  <a:pt x="480460" y="0"/>
                </a:moveTo>
                <a:lnTo>
                  <a:pt x="0" y="356502"/>
                </a:lnTo>
              </a:path>
            </a:pathLst>
          </a:custGeom>
          <a:noFill xmlns:a="http://schemas.openxmlformats.org/drawingml/2006/main"/>
          <a:ln xmlns:a="http://schemas.openxmlformats.org/drawingml/2006/main" w="17145">
            <a:solidFill>
              <a:srgbClr val="263238"/>
            </a:solidFill>
            <a:prstDash val="solid"/>
          </a:ln>
        </p:spPr>
      </p:sp>
      <p:sp>
        <p:nvSpPr>
          <p:cNvPr id="5" name="topology_edge">
            <a:extLst xmlns:a="http://schemas.openxmlformats.org/drawingml/2006/main">
              <a:ext uri="{FF2B5EF4-FFF2-40B4-BE49-F238E27FC236}">
                <a16:creationId xmlns:a16="http://schemas.microsoft.com/office/drawing/2014/main" id="{A339B99F-BA7C-41FE-BFC1-DA1A2093210C}"/>
              </a:ext>
            </a:extLst>
          </p:cNvPr>
          <p:cNvSpPr>
            <a:spLocks xmlns:a="http://schemas.openxmlformats.org/drawingml/2006/main" noGrp="1"/>
          </p:cNvSpPr>
          <p:nvPr/>
        </p:nvSpPr>
        <p:spPr>
          <a:xfrm rot="0" flipH="0" flipV="0">
            <a:off x="1123950" y="1566739"/>
            <a:ext cx="481165" cy="356502"/>
          </a:xfrm>
          <a:custGeom>
            <a:pathLst>
              <a:path w="481165" h="356502">
                <a:moveTo>
                  <a:pt x="0" y="0"/>
                </a:moveTo>
                <a:lnTo>
                  <a:pt x="481165" y="356502"/>
                </a:lnTo>
              </a:path>
            </a:pathLst>
          </a:custGeom>
          <a:noFill xmlns:a="http://schemas.openxmlformats.org/drawingml/2006/main"/>
          <a:ln xmlns:a="http://schemas.openxmlformats.org/drawingml/2006/main" w="17145">
            <a:solidFill>
              <a:srgbClr val="263238"/>
            </a:solidFill>
            <a:prstDash val="solid"/>
          </a:ln>
        </p:spPr>
      </p:sp>
      <p:sp>
        <p:nvSpPr>
          <p:cNvPr id="6" name="topology_edge">
            <a:extLst xmlns:a="http://schemas.openxmlformats.org/drawingml/2006/main">
              <a:ext uri="{FF2B5EF4-FFF2-40B4-BE49-F238E27FC236}">
                <a16:creationId xmlns:a16="http://schemas.microsoft.com/office/drawing/2014/main" id="{BE97096A-3345-4180-8076-93ACEF27DD6D}"/>
              </a:ext>
            </a:extLst>
          </p:cNvPr>
          <p:cNvSpPr>
            <a:spLocks xmlns:a="http://schemas.openxmlformats.org/drawingml/2006/main" noGrp="1"/>
          </p:cNvSpPr>
          <p:nvPr/>
        </p:nvSpPr>
        <p:spPr>
          <a:xfrm rot="0" flipH="0" flipV="0">
            <a:off x="1123950" y="1041359"/>
            <a:ext cx="884587" cy="95"/>
          </a:xfrm>
          <a:custGeom>
            <a:pathLst>
              <a:path w="884587" h="95">
                <a:moveTo>
                  <a:pt x="0" y="0"/>
                </a:moveTo>
                <a:lnTo>
                  <a:pt x="884587" y="0"/>
                </a:lnTo>
              </a:path>
            </a:pathLst>
          </a:custGeom>
          <a:noFill xmlns:a="http://schemas.openxmlformats.org/drawingml/2006/main"/>
          <a:ln xmlns:a="http://schemas.openxmlformats.org/drawingml/2006/main" w="17145">
            <a:solidFill>
              <a:srgbClr val="263238"/>
            </a:solidFill>
            <a:prstDash val="solid"/>
          </a:ln>
        </p:spPr>
      </p:sp>
      <p:sp>
        <p:nvSpPr>
          <p:cNvPr id="7" name="topology_edge">
            <a:extLst xmlns:a="http://schemas.openxmlformats.org/drawingml/2006/main">
              <a:ext uri="{FF2B5EF4-FFF2-40B4-BE49-F238E27FC236}">
                <a16:creationId xmlns:a16="http://schemas.microsoft.com/office/drawing/2014/main" id="{03DC3BB0-438D-4784-B742-601A9149D007}"/>
              </a:ext>
            </a:extLst>
          </p:cNvPr>
          <p:cNvSpPr>
            <a:spLocks xmlns:a="http://schemas.openxmlformats.org/drawingml/2006/main" noGrp="1"/>
          </p:cNvSpPr>
          <p:nvPr/>
        </p:nvSpPr>
        <p:spPr>
          <a:xfrm rot="0" flipH="0" flipV="0">
            <a:off x="2008537" y="1041359"/>
            <a:ext cx="95" cy="881882"/>
          </a:xfrm>
          <a:custGeom>
            <a:pathLst>
              <a:path w="95" h="881882">
                <a:moveTo>
                  <a:pt x="0" y="0"/>
                </a:moveTo>
                <a:lnTo>
                  <a:pt x="0" y="881882"/>
                </a:lnTo>
              </a:path>
            </a:pathLst>
          </a:custGeom>
          <a:noFill xmlns:a="http://schemas.openxmlformats.org/drawingml/2006/main"/>
          <a:ln xmlns:a="http://schemas.openxmlformats.org/drawingml/2006/main" w="17145">
            <a:solidFill>
              <a:srgbClr val="263238"/>
            </a:solidFill>
            <a:prstDash val="solid"/>
          </a:ln>
        </p:spPr>
      </p:sp>
      <p:sp>
        <p:nvSpPr>
          <p:cNvPr id="8" name="root_diamond">
            <a:extLst xmlns:a="http://schemas.openxmlformats.org/drawingml/2006/main">
              <a:ext uri="{FF2B5EF4-FFF2-40B4-BE49-F238E27FC236}">
                <a16:creationId xmlns:a16="http://schemas.microsoft.com/office/drawing/2014/main" id="{62B7AEEA-4966-4FBA-A0E3-5EB465E3652B}"/>
              </a:ext>
            </a:extLst>
          </p:cNvPr>
          <p:cNvSpPr>
            <a:spLocks xmlns:a="http://schemas.openxmlformats.org/drawingml/2006/main" noGrp="1"/>
          </p:cNvSpPr>
          <p:nvPr/>
        </p:nvSpPr>
        <p:spPr>
          <a:xfrm xmlns:a="http://schemas.openxmlformats.org/drawingml/2006/main" rot="0" flipH="0" flipV="0">
            <a:off x="1023097" y="466732"/>
            <a:ext cx="201707" cy="201707"/>
          </a:xfrm>
          <a:prstGeom xmlns:a="http://schemas.openxmlformats.org/drawingml/2006/main" prst="diamond">
            <a:avLst/>
          </a:prstGeom>
          <a:solidFill xmlns:a="http://schemas.openxmlformats.org/drawingml/2006/main">
            <a:srgbClr val="8C8C8C"/>
          </a:solidFill>
          <a:ln xmlns:a="http://schemas.openxmlformats.org/drawingml/2006/main" w="14764">
            <a:solidFill>
              <a:srgbClr val="263238"/>
            </a:solidFill>
            <a:prstDash val="solid"/>
          </a:ln>
        </p:spPr>
      </p:sp>
      <p:sp>
        <p:nvSpPr>
          <p:cNvPr id="9" name="s2_saddle">
            <a:extLst xmlns:a="http://schemas.openxmlformats.org/drawingml/2006/main">
              <a:ext uri="{FF2B5EF4-FFF2-40B4-BE49-F238E27FC236}">
                <a16:creationId xmlns:a16="http://schemas.microsoft.com/office/drawing/2014/main" id="{C34ACA23-036C-43CA-A7DB-757925187161}"/>
              </a:ext>
            </a:extLst>
          </p:cNvPr>
          <p:cNvSpPr>
            <a:spLocks xmlns:a="http://schemas.openxmlformats.org/drawingml/2006/main" noGrp="1"/>
          </p:cNvSpPr>
          <p:nvPr/>
        </p:nvSpPr>
        <p:spPr>
          <a:xfrm xmlns:a="http://schemas.openxmlformats.org/drawingml/2006/main" rot="0" flipH="0" flipV="0">
            <a:off x="1001988" y="919396"/>
            <a:ext cx="243925" cy="243925"/>
          </a:xfrm>
          <a:prstGeom xmlns:a="http://schemas.openxmlformats.org/drawingml/2006/main" prst="diamond">
            <a:avLst/>
          </a:prstGeom>
          <a:solidFill xmlns:a="http://schemas.openxmlformats.org/drawingml/2006/main">
            <a:srgbClr val="8C8C8C"/>
          </a:solidFill>
          <a:ln xmlns:a="http://schemas.openxmlformats.org/drawingml/2006/main" w="14764">
            <a:solidFill>
              <a:srgbClr val="263238"/>
            </a:solidFill>
            <a:prstDash val="solid"/>
          </a:ln>
        </p:spPr>
      </p:sp>
      <p:sp>
        <p:nvSpPr>
          <p:cNvPr id="10" name="s2_text">
            <a:extLst xmlns:a="http://schemas.openxmlformats.org/drawingml/2006/main">
              <a:ext uri="{FF2B5EF4-FFF2-40B4-BE49-F238E27FC236}">
                <a16:creationId xmlns:a16="http://schemas.microsoft.com/office/drawing/2014/main" id="{36AD0177-D0B4-42EF-9FEB-C8960FC71560}"/>
              </a:ext>
            </a:extLst>
          </p:cNvPr>
          <p:cNvSpPr>
            <a:spLocks xmlns:a="http://schemas.openxmlformats.org/drawingml/2006/main" noGrp="1"/>
          </p:cNvSpPr>
          <p:nvPr/>
        </p:nvSpPr>
        <p:spPr>
          <a:xfrm xmlns:a="http://schemas.openxmlformats.org/drawingml/2006/main" rot="0" flipH="0" flipV="0">
            <a:off x="552450" y="903172"/>
            <a:ext cx="457200" cy="2857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650" b="1">
                <a:solidFill>
                  <a:srgbClr val="000000"/>
                </a:solidFill>
                <a:latin typeface="Arial"/>
                <a:ea typeface="Arial"/>
                <a:cs typeface="Arial"/>
              </a:defRPr>
            </a:defPPr>
            <a:lvl1pPr algn="ctr">
              <a:defRPr sz="1650" b="1">
                <a:solidFill>
                  <a:srgbClr val="000000"/>
                </a:solidFill>
                <a:latin typeface="Arial"/>
                <a:ea typeface="Arial"/>
                <a:cs typeface="Arial"/>
              </a:defRPr>
            </a:lvl1pPr>
            <a:lvl2pPr algn="ctr">
              <a:defRPr sz="1650" b="1">
                <a:solidFill>
                  <a:srgbClr val="000000"/>
                </a:solidFill>
                <a:latin typeface="Arial"/>
                <a:ea typeface="Arial"/>
                <a:cs typeface="Arial"/>
              </a:defRPr>
            </a:lvl2pPr>
            <a:lvl3pPr algn="ctr">
              <a:defRPr sz="1650" b="1">
                <a:solidFill>
                  <a:srgbClr val="000000"/>
                </a:solidFill>
                <a:latin typeface="Arial"/>
                <a:ea typeface="Arial"/>
                <a:cs typeface="Arial"/>
              </a:defRPr>
            </a:lvl3pPr>
            <a:lvl4pPr algn="ctr">
              <a:defRPr sz="1650" b="1">
                <a:solidFill>
                  <a:srgbClr val="000000"/>
                </a:solidFill>
                <a:latin typeface="Arial"/>
                <a:ea typeface="Arial"/>
                <a:cs typeface="Arial"/>
              </a:defRPr>
            </a:lvl4pPr>
            <a:lvl5pPr algn="ctr">
              <a:defRPr sz="1650" b="1">
                <a:solidFill>
                  <a:srgbClr val="000000"/>
                </a:solidFill>
                <a:latin typeface="Arial"/>
                <a:ea typeface="Arial"/>
                <a:cs typeface="Arial"/>
              </a:defRPr>
            </a:lvl5pPr>
            <a:lvl6pPr algn="ctr">
              <a:defRPr sz="1650" b="1">
                <a:solidFill>
                  <a:srgbClr val="000000"/>
                </a:solidFill>
                <a:latin typeface="Arial"/>
                <a:ea typeface="Arial"/>
                <a:cs typeface="Arial"/>
              </a:defRPr>
            </a:lvl6pPr>
            <a:lvl7pPr algn="ctr">
              <a:defRPr sz="1650" b="1">
                <a:solidFill>
                  <a:srgbClr val="000000"/>
                </a:solidFill>
                <a:latin typeface="Arial"/>
                <a:ea typeface="Arial"/>
                <a:cs typeface="Arial"/>
              </a:defRPr>
            </a:lvl7pPr>
            <a:lvl8pPr algn="ctr">
              <a:defRPr sz="1650" b="1">
                <a:solidFill>
                  <a:srgbClr val="000000"/>
                </a:solidFill>
                <a:latin typeface="Arial"/>
                <a:ea typeface="Arial"/>
                <a:cs typeface="Arial"/>
              </a:defRPr>
            </a:lvl8pPr>
            <a:lvl9pPr algn="ctr">
              <a:defRPr sz="1650" b="1">
                <a:solidFill>
                  <a:srgbClr val="000000"/>
                </a:solidFill>
                <a:latin typeface="Arial"/>
                <a:ea typeface="Arial"/>
                <a:cs typeface="Arial"/>
              </a:defRPr>
            </a:lvl9pPr>
          </a:lstStyle>
          <a:p xmlns:a="http://schemas.openxmlformats.org/drawingml/2006/main">
            <a:pPr algn="ctr">
              <a:defRPr sz="1650" b="1">
                <a:solidFill>
                  <a:srgbClr val="000000"/>
                </a:solidFill>
                <a:latin typeface="Arial"/>
                <a:ea typeface="Arial"/>
                <a:cs typeface="Arial"/>
              </a:defRPr>
            </a:pPr>
            <a:r>
              <a:rPr sz="1650" b="1">
                <a:solidFill>
                  <a:srgbClr val="000000"/>
                </a:solidFill>
                <a:latin typeface="Arial"/>
                <a:ea typeface="Arial"/>
                <a:cs typeface="Arial"/>
              </a:rPr>
              <a:t>s</a:t>
            </a:r>
            <a:r>
              <a:rPr sz="1188" b="1" baseline="-25000">
                <a:solidFill>
                  <a:srgbClr val="000000"/>
                </a:solidFill>
                <a:latin typeface="Arial"/>
                <a:ea typeface="Arial"/>
                <a:cs typeface="Arial"/>
              </a:rPr>
              <a:t>2</a:t>
            </a:r>
          </a:p>
        </p:txBody>
      </p:sp>
      <p:sp>
        <p:nvSpPr>
          <p:cNvPr id="11" name="s1_relaxable_saddle">
            <a:extLst xmlns:a="http://schemas.openxmlformats.org/drawingml/2006/main">
              <a:ext uri="{FF2B5EF4-FFF2-40B4-BE49-F238E27FC236}">
                <a16:creationId xmlns:a16="http://schemas.microsoft.com/office/drawing/2014/main" id="{FACAD3D4-3560-4165-805B-1AC1DD9307B6}"/>
              </a:ext>
            </a:extLst>
          </p:cNvPr>
          <p:cNvSpPr>
            <a:spLocks xmlns:a="http://schemas.openxmlformats.org/drawingml/2006/main" noGrp="1"/>
          </p:cNvSpPr>
          <p:nvPr/>
        </p:nvSpPr>
        <p:spPr>
          <a:xfrm xmlns:a="http://schemas.openxmlformats.org/drawingml/2006/main" rot="0" flipH="0" flipV="0">
            <a:off x="997297" y="1440085"/>
            <a:ext cx="253307" cy="253307"/>
          </a:xfrm>
          <a:prstGeom xmlns:a="http://schemas.openxmlformats.org/drawingml/2006/main" prst="diamond">
            <a:avLst/>
          </a:prstGeom>
          <a:solidFill xmlns:a="http://schemas.openxmlformats.org/drawingml/2006/main">
            <a:srgbClr val="D9D9D9"/>
          </a:solidFill>
          <a:ln xmlns:a="http://schemas.openxmlformats.org/drawingml/2006/main" w="14764">
            <a:solidFill>
              <a:srgbClr val="263238"/>
            </a:solidFill>
            <a:prstDash val="solid"/>
          </a:ln>
        </p:spPr>
      </p:sp>
      <p:sp>
        <p:nvSpPr>
          <p:cNvPr id="12" name="s1_text">
            <a:extLst xmlns:a="http://schemas.openxmlformats.org/drawingml/2006/main">
              <a:ext uri="{FF2B5EF4-FFF2-40B4-BE49-F238E27FC236}">
                <a16:creationId xmlns:a16="http://schemas.microsoft.com/office/drawing/2014/main" id="{3036D160-E78B-4528-B3B8-04838E39F341}"/>
              </a:ext>
            </a:extLst>
          </p:cNvPr>
          <p:cNvSpPr>
            <a:spLocks xmlns:a="http://schemas.openxmlformats.org/drawingml/2006/main" noGrp="1"/>
          </p:cNvSpPr>
          <p:nvPr/>
        </p:nvSpPr>
        <p:spPr>
          <a:xfrm xmlns:a="http://schemas.openxmlformats.org/drawingml/2006/main" rot="0" flipH="0" flipV="0">
            <a:off x="552450" y="1433241"/>
            <a:ext cx="457200" cy="2857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650" b="1">
                <a:solidFill>
                  <a:srgbClr val="000000"/>
                </a:solidFill>
                <a:latin typeface="Arial"/>
                <a:ea typeface="Arial"/>
                <a:cs typeface="Arial"/>
              </a:defRPr>
            </a:defPPr>
            <a:lvl1pPr algn="ctr">
              <a:defRPr sz="1650" b="1">
                <a:solidFill>
                  <a:srgbClr val="000000"/>
                </a:solidFill>
                <a:latin typeface="Arial"/>
                <a:ea typeface="Arial"/>
                <a:cs typeface="Arial"/>
              </a:defRPr>
            </a:lvl1pPr>
            <a:lvl2pPr algn="ctr">
              <a:defRPr sz="1650" b="1">
                <a:solidFill>
                  <a:srgbClr val="000000"/>
                </a:solidFill>
                <a:latin typeface="Arial"/>
                <a:ea typeface="Arial"/>
                <a:cs typeface="Arial"/>
              </a:defRPr>
            </a:lvl2pPr>
            <a:lvl3pPr algn="ctr">
              <a:defRPr sz="1650" b="1">
                <a:solidFill>
                  <a:srgbClr val="000000"/>
                </a:solidFill>
                <a:latin typeface="Arial"/>
                <a:ea typeface="Arial"/>
                <a:cs typeface="Arial"/>
              </a:defRPr>
            </a:lvl3pPr>
            <a:lvl4pPr algn="ctr">
              <a:defRPr sz="1650" b="1">
                <a:solidFill>
                  <a:srgbClr val="000000"/>
                </a:solidFill>
                <a:latin typeface="Arial"/>
                <a:ea typeface="Arial"/>
                <a:cs typeface="Arial"/>
              </a:defRPr>
            </a:lvl4pPr>
            <a:lvl5pPr algn="ctr">
              <a:defRPr sz="1650" b="1">
                <a:solidFill>
                  <a:srgbClr val="000000"/>
                </a:solidFill>
                <a:latin typeface="Arial"/>
                <a:ea typeface="Arial"/>
                <a:cs typeface="Arial"/>
              </a:defRPr>
            </a:lvl5pPr>
            <a:lvl6pPr algn="ctr">
              <a:defRPr sz="1650" b="1">
                <a:solidFill>
                  <a:srgbClr val="000000"/>
                </a:solidFill>
                <a:latin typeface="Arial"/>
                <a:ea typeface="Arial"/>
                <a:cs typeface="Arial"/>
              </a:defRPr>
            </a:lvl6pPr>
            <a:lvl7pPr algn="ctr">
              <a:defRPr sz="1650" b="1">
                <a:solidFill>
                  <a:srgbClr val="000000"/>
                </a:solidFill>
                <a:latin typeface="Arial"/>
                <a:ea typeface="Arial"/>
                <a:cs typeface="Arial"/>
              </a:defRPr>
            </a:lvl7pPr>
            <a:lvl8pPr algn="ctr">
              <a:defRPr sz="1650" b="1">
                <a:solidFill>
                  <a:srgbClr val="000000"/>
                </a:solidFill>
                <a:latin typeface="Arial"/>
                <a:ea typeface="Arial"/>
                <a:cs typeface="Arial"/>
              </a:defRPr>
            </a:lvl8pPr>
            <a:lvl9pPr algn="ctr">
              <a:defRPr sz="1650" b="1">
                <a:solidFill>
                  <a:srgbClr val="000000"/>
                </a:solidFill>
                <a:latin typeface="Arial"/>
                <a:ea typeface="Arial"/>
                <a:cs typeface="Arial"/>
              </a:defRPr>
            </a:lvl9pPr>
          </a:lstStyle>
          <a:p xmlns:a="http://schemas.openxmlformats.org/drawingml/2006/main">
            <a:pPr algn="ctr">
              <a:defRPr sz="1650" b="1">
                <a:solidFill>
                  <a:srgbClr val="000000"/>
                </a:solidFill>
                <a:latin typeface="Arial"/>
                <a:ea typeface="Arial"/>
                <a:cs typeface="Arial"/>
              </a:defRPr>
            </a:pPr>
            <a:r>
              <a:rPr sz="1650" b="1">
                <a:solidFill>
                  <a:srgbClr val="000000"/>
                </a:solidFill>
                <a:latin typeface="Arial"/>
                <a:ea typeface="Arial"/>
                <a:cs typeface="Arial"/>
              </a:rPr>
              <a:t>s</a:t>
            </a:r>
            <a:r>
              <a:rPr sz="1188" b="1" baseline="-25000">
                <a:solidFill>
                  <a:srgbClr val="000000"/>
                </a:solidFill>
                <a:latin typeface="Arial"/>
                <a:ea typeface="Arial"/>
                <a:cs typeface="Arial"/>
              </a:rPr>
              <a:t>1</a:t>
            </a:r>
          </a:p>
        </p:txBody>
      </p:sp>
      <p:sp>
        <p:nvSpPr>
          <p:cNvPr id="13" name="regular_node_0">
            <a:extLst xmlns:a="http://schemas.openxmlformats.org/drawingml/2006/main">
              <a:ext uri="{FF2B5EF4-FFF2-40B4-BE49-F238E27FC236}">
                <a16:creationId xmlns:a16="http://schemas.microsoft.com/office/drawing/2014/main" id="{AD3265D5-A34A-4CAC-A89F-691A26FF6E72}"/>
              </a:ext>
            </a:extLst>
          </p:cNvPr>
          <p:cNvSpPr>
            <a:spLocks xmlns:a="http://schemas.openxmlformats.org/drawingml/2006/main" noGrp="1"/>
          </p:cNvSpPr>
          <p:nvPr/>
        </p:nvSpPr>
        <p:spPr>
          <a:xfrm xmlns:a="http://schemas.openxmlformats.org/drawingml/2006/main" rot="0" flipH="0" flipV="0">
            <a:off x="1079387" y="734106"/>
            <a:ext cx="89126" cy="89126"/>
          </a:xfrm>
          <a:prstGeom xmlns:a="http://schemas.openxmlformats.org/drawingml/2006/main" prst="ellipse">
            <a:avLst/>
          </a:prstGeom>
          <a:solidFill xmlns:a="http://schemas.openxmlformats.org/drawingml/2006/main">
            <a:srgbClr val="8C8C8C"/>
          </a:solidFill>
          <a:ln xmlns:a="http://schemas.openxmlformats.org/drawingml/2006/main" w="14764">
            <a:solidFill>
              <a:srgbClr val="263238"/>
            </a:solidFill>
            <a:prstDash val="solid"/>
          </a:ln>
        </p:spPr>
      </p:sp>
      <p:sp>
        <p:nvSpPr>
          <p:cNvPr id="14" name="regular_node_1">
            <a:extLst xmlns:a="http://schemas.openxmlformats.org/drawingml/2006/main">
              <a:ext uri="{FF2B5EF4-FFF2-40B4-BE49-F238E27FC236}">
                <a16:creationId xmlns:a16="http://schemas.microsoft.com/office/drawing/2014/main" id="{9D7781E5-1DFC-43FA-8E27-241CAC29A705}"/>
              </a:ext>
            </a:extLst>
          </p:cNvPr>
          <p:cNvSpPr>
            <a:spLocks xmlns:a="http://schemas.openxmlformats.org/drawingml/2006/main" noGrp="1"/>
          </p:cNvSpPr>
          <p:nvPr/>
        </p:nvSpPr>
        <p:spPr>
          <a:xfrm xmlns:a="http://schemas.openxmlformats.org/drawingml/2006/main" rot="0" flipH="0" flipV="0">
            <a:off x="1079387" y="1259486"/>
            <a:ext cx="89126" cy="89126"/>
          </a:xfrm>
          <a:prstGeom xmlns:a="http://schemas.openxmlformats.org/drawingml/2006/main" prst="ellipse">
            <a:avLst/>
          </a:prstGeom>
          <a:solidFill xmlns:a="http://schemas.openxmlformats.org/drawingml/2006/main">
            <a:srgbClr val="D9D9D9"/>
          </a:solidFill>
          <a:ln xmlns:a="http://schemas.openxmlformats.org/drawingml/2006/main" w="14764">
            <a:solidFill>
              <a:srgbClr val="263238"/>
            </a:solidFill>
            <a:prstDash val="solid"/>
          </a:ln>
        </p:spPr>
      </p:sp>
      <p:sp>
        <p:nvSpPr>
          <p:cNvPr id="15" name="regular_node_2">
            <a:extLst xmlns:a="http://schemas.openxmlformats.org/drawingml/2006/main">
              <a:ext uri="{FF2B5EF4-FFF2-40B4-BE49-F238E27FC236}">
                <a16:creationId xmlns:a16="http://schemas.microsoft.com/office/drawing/2014/main" id="{CFE23D4B-BEC6-4965-8A72-3608173E6D7F}"/>
              </a:ext>
            </a:extLst>
          </p:cNvPr>
          <p:cNvSpPr>
            <a:spLocks xmlns:a="http://schemas.openxmlformats.org/drawingml/2006/main" noGrp="1"/>
          </p:cNvSpPr>
          <p:nvPr/>
        </p:nvSpPr>
        <p:spPr>
          <a:xfrm xmlns:a="http://schemas.openxmlformats.org/drawingml/2006/main" rot="0" flipH="0" flipV="0">
            <a:off x="805525" y="1725382"/>
            <a:ext cx="89126" cy="89126"/>
          </a:xfrm>
          <a:prstGeom xmlns:a="http://schemas.openxmlformats.org/drawingml/2006/main" prst="ellipse">
            <a:avLst/>
          </a:prstGeom>
          <a:solidFill xmlns:a="http://schemas.openxmlformats.org/drawingml/2006/main">
            <a:srgbClr val="0072B2"/>
          </a:solidFill>
          <a:ln xmlns:a="http://schemas.openxmlformats.org/drawingml/2006/main" w="14764">
            <a:solidFill>
              <a:srgbClr val="263238"/>
            </a:solidFill>
            <a:prstDash val="solid"/>
          </a:ln>
        </p:spPr>
      </p:sp>
      <p:sp>
        <p:nvSpPr>
          <p:cNvPr id="16" name="regular_node_3">
            <a:extLst xmlns:a="http://schemas.openxmlformats.org/drawingml/2006/main">
              <a:ext uri="{FF2B5EF4-FFF2-40B4-BE49-F238E27FC236}">
                <a16:creationId xmlns:a16="http://schemas.microsoft.com/office/drawing/2014/main" id="{D65B9BCE-6461-47E3-857B-DB2A969732D7}"/>
              </a:ext>
            </a:extLst>
          </p:cNvPr>
          <p:cNvSpPr>
            <a:spLocks xmlns:a="http://schemas.openxmlformats.org/drawingml/2006/main" noGrp="1"/>
          </p:cNvSpPr>
          <p:nvPr/>
        </p:nvSpPr>
        <p:spPr>
          <a:xfrm xmlns:a="http://schemas.openxmlformats.org/drawingml/2006/main" rot="0" flipH="0" flipV="0">
            <a:off x="1353651" y="1725382"/>
            <a:ext cx="89126" cy="89126"/>
          </a:xfrm>
          <a:prstGeom xmlns:a="http://schemas.openxmlformats.org/drawingml/2006/main" prst="ellipse">
            <a:avLst/>
          </a:prstGeom>
          <a:solidFill xmlns:a="http://schemas.openxmlformats.org/drawingml/2006/main">
            <a:srgbClr val="D55E00"/>
          </a:solidFill>
          <a:ln xmlns:a="http://schemas.openxmlformats.org/drawingml/2006/main" w="14764">
            <a:solidFill>
              <a:srgbClr val="263238"/>
            </a:solidFill>
            <a:prstDash val="solid"/>
          </a:ln>
        </p:spPr>
      </p:sp>
      <p:sp>
        <p:nvSpPr>
          <p:cNvPr id="17" name="regular_node_4">
            <a:extLst xmlns:a="http://schemas.openxmlformats.org/drawingml/2006/main">
              <a:ext uri="{FF2B5EF4-FFF2-40B4-BE49-F238E27FC236}">
                <a16:creationId xmlns:a16="http://schemas.microsoft.com/office/drawing/2014/main" id="{A96EB94F-7A65-4AB4-A449-3640B58C3D19}"/>
              </a:ext>
            </a:extLst>
          </p:cNvPr>
          <p:cNvSpPr>
            <a:spLocks xmlns:a="http://schemas.openxmlformats.org/drawingml/2006/main" noGrp="1"/>
          </p:cNvSpPr>
          <p:nvPr/>
        </p:nvSpPr>
        <p:spPr>
          <a:xfrm xmlns:a="http://schemas.openxmlformats.org/drawingml/2006/main" rot="0" flipH="0" flipV="0">
            <a:off x="1963974" y="1290756"/>
            <a:ext cx="89126" cy="89126"/>
          </a:xfrm>
          <a:prstGeom xmlns:a="http://schemas.openxmlformats.org/drawingml/2006/main" prst="ellipse">
            <a:avLst/>
          </a:prstGeom>
          <a:solidFill xmlns:a="http://schemas.openxmlformats.org/drawingml/2006/main">
            <a:srgbClr val="009E73"/>
          </a:solidFill>
          <a:ln xmlns:a="http://schemas.openxmlformats.org/drawingml/2006/main" w="14764">
            <a:solidFill>
              <a:srgbClr val="263238"/>
            </a:solidFill>
            <a:prstDash val="solid"/>
          </a:ln>
        </p:spPr>
      </p:sp>
      <p:sp>
        <p:nvSpPr>
          <p:cNvPr id="18" name="regular_node_5">
            <a:extLst xmlns:a="http://schemas.openxmlformats.org/drawingml/2006/main">
              <a:ext uri="{FF2B5EF4-FFF2-40B4-BE49-F238E27FC236}">
                <a16:creationId xmlns:a16="http://schemas.microsoft.com/office/drawing/2014/main" id="{67C2622D-7355-4730-92D9-1D65A43B1746}"/>
              </a:ext>
            </a:extLst>
          </p:cNvPr>
          <p:cNvSpPr>
            <a:spLocks xmlns:a="http://schemas.openxmlformats.org/drawingml/2006/main" noGrp="1"/>
          </p:cNvSpPr>
          <p:nvPr/>
        </p:nvSpPr>
        <p:spPr>
          <a:xfrm xmlns:a="http://schemas.openxmlformats.org/drawingml/2006/main" rot="0" flipH="0" flipV="0">
            <a:off x="1963974" y="1584717"/>
            <a:ext cx="89126" cy="89126"/>
          </a:xfrm>
          <a:prstGeom xmlns:a="http://schemas.openxmlformats.org/drawingml/2006/main" prst="ellipse">
            <a:avLst/>
          </a:prstGeom>
          <a:solidFill xmlns:a="http://schemas.openxmlformats.org/drawingml/2006/main">
            <a:srgbClr val="009E73"/>
          </a:solidFill>
          <a:ln xmlns:a="http://schemas.openxmlformats.org/drawingml/2006/main" w="14764">
            <a:solidFill>
              <a:srgbClr val="263238"/>
            </a:solidFill>
            <a:prstDash val="solid"/>
          </a:ln>
        </p:spPr>
      </p:sp>
      <p:sp>
        <p:nvSpPr>
          <p:cNvPr id="19" name="leaf_A">
            <a:extLst xmlns:a="http://schemas.openxmlformats.org/drawingml/2006/main">
              <a:ext uri="{FF2B5EF4-FFF2-40B4-BE49-F238E27FC236}">
                <a16:creationId xmlns:a16="http://schemas.microsoft.com/office/drawing/2014/main" id="{AD389F1B-B88E-44BC-B2DF-3C38685A024F}"/>
              </a:ext>
            </a:extLst>
          </p:cNvPr>
          <p:cNvSpPr>
            <a:spLocks xmlns:a="http://schemas.openxmlformats.org/drawingml/2006/main" noGrp="1"/>
          </p:cNvSpPr>
          <p:nvPr/>
        </p:nvSpPr>
        <p:spPr>
          <a:xfrm xmlns:a="http://schemas.openxmlformats.org/drawingml/2006/main" rot="0" flipH="0" flipV="0">
            <a:off x="523875" y="1803623"/>
            <a:ext cx="239234" cy="239234"/>
          </a:xfrm>
          <a:prstGeom xmlns:a="http://schemas.openxmlformats.org/drawingml/2006/main" prst="diamond">
            <a:avLst/>
          </a:prstGeom>
          <a:solidFill xmlns:a="http://schemas.openxmlformats.org/drawingml/2006/main">
            <a:srgbClr val="0072B2"/>
          </a:solidFill>
          <a:ln xmlns:a="http://schemas.openxmlformats.org/drawingml/2006/main" w="14764">
            <a:solidFill>
              <a:srgbClr val="263238"/>
            </a:solidFill>
            <a:prstDash val="solid"/>
          </a:ln>
        </p:spPr>
      </p:sp>
      <p:sp>
        <p:nvSpPr>
          <p:cNvPr id="20" name="leaf_label_A">
            <a:extLst xmlns:a="http://schemas.openxmlformats.org/drawingml/2006/main">
              <a:ext uri="{FF2B5EF4-FFF2-40B4-BE49-F238E27FC236}">
                <a16:creationId xmlns:a16="http://schemas.microsoft.com/office/drawing/2014/main" id="{60CE970D-F9BD-4CEF-A624-BC34AF58F199}"/>
              </a:ext>
            </a:extLst>
          </p:cNvPr>
          <p:cNvSpPr>
            <a:spLocks xmlns:a="http://schemas.openxmlformats.org/drawingml/2006/main" noGrp="1"/>
          </p:cNvSpPr>
          <p:nvPr/>
        </p:nvSpPr>
        <p:spPr>
          <a:xfrm xmlns:a="http://schemas.openxmlformats.org/drawingml/2006/main" rot="0" flipH="0" flipV="0">
            <a:off x="414892" y="1970345"/>
            <a:ext cx="457200" cy="2857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875" b="1">
                <a:solidFill>
                  <a:srgbClr val="000000"/>
                </a:solidFill>
                <a:latin typeface="Arial"/>
                <a:ea typeface="Arial"/>
                <a:cs typeface="Arial"/>
              </a:defRPr>
            </a:defPPr>
            <a:lvl1pPr algn="ctr">
              <a:defRPr sz="1875" b="1">
                <a:solidFill>
                  <a:srgbClr val="000000"/>
                </a:solidFill>
                <a:latin typeface="Arial"/>
                <a:ea typeface="Arial"/>
                <a:cs typeface="Arial"/>
              </a:defRPr>
            </a:lvl1pPr>
            <a:lvl2pPr algn="ctr">
              <a:defRPr sz="1875" b="1">
                <a:solidFill>
                  <a:srgbClr val="000000"/>
                </a:solidFill>
                <a:latin typeface="Arial"/>
                <a:ea typeface="Arial"/>
                <a:cs typeface="Arial"/>
              </a:defRPr>
            </a:lvl2pPr>
            <a:lvl3pPr algn="ctr">
              <a:defRPr sz="1875" b="1">
                <a:solidFill>
                  <a:srgbClr val="000000"/>
                </a:solidFill>
                <a:latin typeface="Arial"/>
                <a:ea typeface="Arial"/>
                <a:cs typeface="Arial"/>
              </a:defRPr>
            </a:lvl3pPr>
            <a:lvl4pPr algn="ctr">
              <a:defRPr sz="1875" b="1">
                <a:solidFill>
                  <a:srgbClr val="000000"/>
                </a:solidFill>
                <a:latin typeface="Arial"/>
                <a:ea typeface="Arial"/>
                <a:cs typeface="Arial"/>
              </a:defRPr>
            </a:lvl4pPr>
            <a:lvl5pPr algn="ctr">
              <a:defRPr sz="1875" b="1">
                <a:solidFill>
                  <a:srgbClr val="000000"/>
                </a:solidFill>
                <a:latin typeface="Arial"/>
                <a:ea typeface="Arial"/>
                <a:cs typeface="Arial"/>
              </a:defRPr>
            </a:lvl5pPr>
            <a:lvl6pPr algn="ctr">
              <a:defRPr sz="1875" b="1">
                <a:solidFill>
                  <a:srgbClr val="000000"/>
                </a:solidFill>
                <a:latin typeface="Arial"/>
                <a:ea typeface="Arial"/>
                <a:cs typeface="Arial"/>
              </a:defRPr>
            </a:lvl6pPr>
            <a:lvl7pPr algn="ctr">
              <a:defRPr sz="1875" b="1">
                <a:solidFill>
                  <a:srgbClr val="000000"/>
                </a:solidFill>
                <a:latin typeface="Arial"/>
                <a:ea typeface="Arial"/>
                <a:cs typeface="Arial"/>
              </a:defRPr>
            </a:lvl7pPr>
            <a:lvl8pPr algn="ctr">
              <a:defRPr sz="1875" b="1">
                <a:solidFill>
                  <a:srgbClr val="000000"/>
                </a:solidFill>
                <a:latin typeface="Arial"/>
                <a:ea typeface="Arial"/>
                <a:cs typeface="Arial"/>
              </a:defRPr>
            </a:lvl8pPr>
            <a:lvl9pPr algn="ctr">
              <a:defRPr sz="1875" b="1">
                <a:solidFill>
                  <a:srgbClr val="000000"/>
                </a:solidFill>
                <a:latin typeface="Arial"/>
                <a:ea typeface="Arial"/>
                <a:cs typeface="Arial"/>
              </a:defRPr>
            </a:lvl9pPr>
          </a:lstStyle>
          <a:p xmlns:a="http://schemas.openxmlformats.org/drawingml/2006/main">
            <a:pPr algn="ctr">
              <a:defRPr sz="1875" b="1">
                <a:solidFill>
                  <a:srgbClr val="000000"/>
                </a:solidFill>
                <a:latin typeface="Arial"/>
                <a:ea typeface="Arial"/>
                <a:cs typeface="Arial"/>
              </a:defRPr>
            </a:pPr>
            <a:r>
              <a:rPr sz="1875" b="1">
                <a:solidFill>
                  <a:srgbClr val="000000"/>
                </a:solidFill>
                <a:latin typeface="Arial"/>
                <a:ea typeface="Arial"/>
                <a:cs typeface="Arial"/>
              </a:rPr>
              <a:t>A</a:t>
            </a:r>
          </a:p>
        </p:txBody>
      </p:sp>
      <p:sp>
        <p:nvSpPr>
          <p:cNvPr id="21" name="leaf_B">
            <a:extLst xmlns:a="http://schemas.openxmlformats.org/drawingml/2006/main">
              <a:ext uri="{FF2B5EF4-FFF2-40B4-BE49-F238E27FC236}">
                <a16:creationId xmlns:a16="http://schemas.microsoft.com/office/drawing/2014/main" id="{D83E1952-4D3E-4E5D-97FC-09C854EB8E45}"/>
              </a:ext>
            </a:extLst>
          </p:cNvPr>
          <p:cNvSpPr>
            <a:spLocks xmlns:a="http://schemas.openxmlformats.org/drawingml/2006/main" noGrp="1"/>
          </p:cNvSpPr>
          <p:nvPr/>
        </p:nvSpPr>
        <p:spPr>
          <a:xfrm xmlns:a="http://schemas.openxmlformats.org/drawingml/2006/main" rot="0" flipH="0" flipV="0">
            <a:off x="1485504" y="1803623"/>
            <a:ext cx="239234" cy="239234"/>
          </a:xfrm>
          <a:prstGeom xmlns:a="http://schemas.openxmlformats.org/drawingml/2006/main" prst="diamond">
            <a:avLst/>
          </a:prstGeom>
          <a:solidFill xmlns:a="http://schemas.openxmlformats.org/drawingml/2006/main">
            <a:srgbClr val="D55E00"/>
          </a:solidFill>
          <a:ln xmlns:a="http://schemas.openxmlformats.org/drawingml/2006/main" w="14764">
            <a:solidFill>
              <a:srgbClr val="263238"/>
            </a:solidFill>
            <a:prstDash val="solid"/>
          </a:ln>
        </p:spPr>
      </p:sp>
      <p:sp>
        <p:nvSpPr>
          <p:cNvPr id="22" name="leaf_label_B">
            <a:extLst xmlns:a="http://schemas.openxmlformats.org/drawingml/2006/main">
              <a:ext uri="{FF2B5EF4-FFF2-40B4-BE49-F238E27FC236}">
                <a16:creationId xmlns:a16="http://schemas.microsoft.com/office/drawing/2014/main" id="{66EFCB12-2778-4CFF-B2B8-68E9FEFA027A}"/>
              </a:ext>
            </a:extLst>
          </p:cNvPr>
          <p:cNvSpPr>
            <a:spLocks xmlns:a="http://schemas.openxmlformats.org/drawingml/2006/main" noGrp="1"/>
          </p:cNvSpPr>
          <p:nvPr/>
        </p:nvSpPr>
        <p:spPr>
          <a:xfrm xmlns:a="http://schemas.openxmlformats.org/drawingml/2006/main" rot="0" flipH="0" flipV="0">
            <a:off x="1376521" y="1970345"/>
            <a:ext cx="457200" cy="2857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875" b="1">
                <a:solidFill>
                  <a:srgbClr val="000000"/>
                </a:solidFill>
                <a:latin typeface="Arial"/>
                <a:ea typeface="Arial"/>
                <a:cs typeface="Arial"/>
              </a:defRPr>
            </a:defPPr>
            <a:lvl1pPr algn="ctr">
              <a:defRPr sz="1875" b="1">
                <a:solidFill>
                  <a:srgbClr val="000000"/>
                </a:solidFill>
                <a:latin typeface="Arial"/>
                <a:ea typeface="Arial"/>
                <a:cs typeface="Arial"/>
              </a:defRPr>
            </a:lvl1pPr>
            <a:lvl2pPr algn="ctr">
              <a:defRPr sz="1875" b="1">
                <a:solidFill>
                  <a:srgbClr val="000000"/>
                </a:solidFill>
                <a:latin typeface="Arial"/>
                <a:ea typeface="Arial"/>
                <a:cs typeface="Arial"/>
              </a:defRPr>
            </a:lvl2pPr>
            <a:lvl3pPr algn="ctr">
              <a:defRPr sz="1875" b="1">
                <a:solidFill>
                  <a:srgbClr val="000000"/>
                </a:solidFill>
                <a:latin typeface="Arial"/>
                <a:ea typeface="Arial"/>
                <a:cs typeface="Arial"/>
              </a:defRPr>
            </a:lvl3pPr>
            <a:lvl4pPr algn="ctr">
              <a:defRPr sz="1875" b="1">
                <a:solidFill>
                  <a:srgbClr val="000000"/>
                </a:solidFill>
                <a:latin typeface="Arial"/>
                <a:ea typeface="Arial"/>
                <a:cs typeface="Arial"/>
              </a:defRPr>
            </a:lvl4pPr>
            <a:lvl5pPr algn="ctr">
              <a:defRPr sz="1875" b="1">
                <a:solidFill>
                  <a:srgbClr val="000000"/>
                </a:solidFill>
                <a:latin typeface="Arial"/>
                <a:ea typeface="Arial"/>
                <a:cs typeface="Arial"/>
              </a:defRPr>
            </a:lvl5pPr>
            <a:lvl6pPr algn="ctr">
              <a:defRPr sz="1875" b="1">
                <a:solidFill>
                  <a:srgbClr val="000000"/>
                </a:solidFill>
                <a:latin typeface="Arial"/>
                <a:ea typeface="Arial"/>
                <a:cs typeface="Arial"/>
              </a:defRPr>
            </a:lvl6pPr>
            <a:lvl7pPr algn="ctr">
              <a:defRPr sz="1875" b="1">
                <a:solidFill>
                  <a:srgbClr val="000000"/>
                </a:solidFill>
                <a:latin typeface="Arial"/>
                <a:ea typeface="Arial"/>
                <a:cs typeface="Arial"/>
              </a:defRPr>
            </a:lvl7pPr>
            <a:lvl8pPr algn="ctr">
              <a:defRPr sz="1875" b="1">
                <a:solidFill>
                  <a:srgbClr val="000000"/>
                </a:solidFill>
                <a:latin typeface="Arial"/>
                <a:ea typeface="Arial"/>
                <a:cs typeface="Arial"/>
              </a:defRPr>
            </a:lvl8pPr>
            <a:lvl9pPr algn="ctr">
              <a:defRPr sz="1875" b="1">
                <a:solidFill>
                  <a:srgbClr val="000000"/>
                </a:solidFill>
                <a:latin typeface="Arial"/>
                <a:ea typeface="Arial"/>
                <a:cs typeface="Arial"/>
              </a:defRPr>
            </a:lvl9pPr>
          </a:lstStyle>
          <a:p xmlns:a="http://schemas.openxmlformats.org/drawingml/2006/main">
            <a:pPr algn="ctr">
              <a:defRPr sz="1875" b="1">
                <a:solidFill>
                  <a:srgbClr val="000000"/>
                </a:solidFill>
                <a:latin typeface="Arial"/>
                <a:ea typeface="Arial"/>
                <a:cs typeface="Arial"/>
              </a:defRPr>
            </a:pPr>
            <a:r>
              <a:rPr sz="1875" b="1">
                <a:solidFill>
                  <a:srgbClr val="000000"/>
                </a:solidFill>
                <a:latin typeface="Arial"/>
                <a:ea typeface="Arial"/>
                <a:cs typeface="Arial"/>
              </a:rPr>
              <a:t>B</a:t>
            </a:r>
          </a:p>
        </p:txBody>
      </p:sp>
      <p:sp>
        <p:nvSpPr>
          <p:cNvPr id="23" name="leaf_C">
            <a:extLst xmlns:a="http://schemas.openxmlformats.org/drawingml/2006/main">
              <a:ext uri="{FF2B5EF4-FFF2-40B4-BE49-F238E27FC236}">
                <a16:creationId xmlns:a16="http://schemas.microsoft.com/office/drawing/2014/main" id="{BCCDB565-4F99-4202-B2B0-64004894F53F}"/>
              </a:ext>
            </a:extLst>
          </p:cNvPr>
          <p:cNvSpPr>
            <a:spLocks xmlns:a="http://schemas.openxmlformats.org/drawingml/2006/main" noGrp="1"/>
          </p:cNvSpPr>
          <p:nvPr/>
        </p:nvSpPr>
        <p:spPr>
          <a:xfrm xmlns:a="http://schemas.openxmlformats.org/drawingml/2006/main" rot="0" flipH="0" flipV="0">
            <a:off x="1888920" y="1803623"/>
            <a:ext cx="239234" cy="239234"/>
          </a:xfrm>
          <a:prstGeom xmlns:a="http://schemas.openxmlformats.org/drawingml/2006/main" prst="diamond">
            <a:avLst/>
          </a:prstGeom>
          <a:solidFill xmlns:a="http://schemas.openxmlformats.org/drawingml/2006/main">
            <a:srgbClr val="009E73"/>
          </a:solidFill>
          <a:ln xmlns:a="http://schemas.openxmlformats.org/drawingml/2006/main" w="14764">
            <a:solidFill>
              <a:srgbClr val="263238"/>
            </a:solidFill>
            <a:prstDash val="solid"/>
          </a:ln>
        </p:spPr>
      </p:sp>
      <p:sp>
        <p:nvSpPr>
          <p:cNvPr id="24" name="leaf_label_C">
            <a:extLst xmlns:a="http://schemas.openxmlformats.org/drawingml/2006/main">
              <a:ext uri="{FF2B5EF4-FFF2-40B4-BE49-F238E27FC236}">
                <a16:creationId xmlns:a16="http://schemas.microsoft.com/office/drawing/2014/main" id="{2D293BB5-60E2-4DC1-8CFD-B9FF3DEE8CD2}"/>
              </a:ext>
            </a:extLst>
          </p:cNvPr>
          <p:cNvSpPr>
            <a:spLocks xmlns:a="http://schemas.openxmlformats.org/drawingml/2006/main" noGrp="1"/>
          </p:cNvSpPr>
          <p:nvPr/>
        </p:nvSpPr>
        <p:spPr>
          <a:xfrm xmlns:a="http://schemas.openxmlformats.org/drawingml/2006/main" rot="0" flipH="0" flipV="0">
            <a:off x="1779935" y="1970342"/>
            <a:ext cx="457200" cy="2857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875" b="1">
                <a:solidFill>
                  <a:srgbClr val="000000"/>
                </a:solidFill>
                <a:latin typeface="Arial"/>
                <a:ea typeface="Arial"/>
                <a:cs typeface="Arial"/>
              </a:defRPr>
            </a:defPPr>
            <a:lvl1pPr algn="ctr">
              <a:defRPr sz="1875" b="1">
                <a:solidFill>
                  <a:srgbClr val="000000"/>
                </a:solidFill>
                <a:latin typeface="Arial"/>
                <a:ea typeface="Arial"/>
                <a:cs typeface="Arial"/>
              </a:defRPr>
            </a:lvl1pPr>
            <a:lvl2pPr algn="ctr">
              <a:defRPr sz="1875" b="1">
                <a:solidFill>
                  <a:srgbClr val="000000"/>
                </a:solidFill>
                <a:latin typeface="Arial"/>
                <a:ea typeface="Arial"/>
                <a:cs typeface="Arial"/>
              </a:defRPr>
            </a:lvl2pPr>
            <a:lvl3pPr algn="ctr">
              <a:defRPr sz="1875" b="1">
                <a:solidFill>
                  <a:srgbClr val="000000"/>
                </a:solidFill>
                <a:latin typeface="Arial"/>
                <a:ea typeface="Arial"/>
                <a:cs typeface="Arial"/>
              </a:defRPr>
            </a:lvl3pPr>
            <a:lvl4pPr algn="ctr">
              <a:defRPr sz="1875" b="1">
                <a:solidFill>
                  <a:srgbClr val="000000"/>
                </a:solidFill>
                <a:latin typeface="Arial"/>
                <a:ea typeface="Arial"/>
                <a:cs typeface="Arial"/>
              </a:defRPr>
            </a:lvl4pPr>
            <a:lvl5pPr algn="ctr">
              <a:defRPr sz="1875" b="1">
                <a:solidFill>
                  <a:srgbClr val="000000"/>
                </a:solidFill>
                <a:latin typeface="Arial"/>
                <a:ea typeface="Arial"/>
                <a:cs typeface="Arial"/>
              </a:defRPr>
            </a:lvl5pPr>
            <a:lvl6pPr algn="ctr">
              <a:defRPr sz="1875" b="1">
                <a:solidFill>
                  <a:srgbClr val="000000"/>
                </a:solidFill>
                <a:latin typeface="Arial"/>
                <a:ea typeface="Arial"/>
                <a:cs typeface="Arial"/>
              </a:defRPr>
            </a:lvl6pPr>
            <a:lvl7pPr algn="ctr">
              <a:defRPr sz="1875" b="1">
                <a:solidFill>
                  <a:srgbClr val="000000"/>
                </a:solidFill>
                <a:latin typeface="Arial"/>
                <a:ea typeface="Arial"/>
                <a:cs typeface="Arial"/>
              </a:defRPr>
            </a:lvl7pPr>
            <a:lvl8pPr algn="ctr">
              <a:defRPr sz="1875" b="1">
                <a:solidFill>
                  <a:srgbClr val="000000"/>
                </a:solidFill>
                <a:latin typeface="Arial"/>
                <a:ea typeface="Arial"/>
                <a:cs typeface="Arial"/>
              </a:defRPr>
            </a:lvl8pPr>
            <a:lvl9pPr algn="ctr">
              <a:defRPr sz="1875" b="1">
                <a:solidFill>
                  <a:srgbClr val="000000"/>
                </a:solidFill>
                <a:latin typeface="Arial"/>
                <a:ea typeface="Arial"/>
                <a:cs typeface="Arial"/>
              </a:defRPr>
            </a:lvl9pPr>
          </a:lstStyle>
          <a:p xmlns:a="http://schemas.openxmlformats.org/drawingml/2006/main">
            <a:pPr algn="ctr">
              <a:defRPr sz="1875" b="1">
                <a:solidFill>
                  <a:srgbClr val="000000"/>
                </a:solidFill>
                <a:latin typeface="Arial"/>
                <a:ea typeface="Arial"/>
                <a:cs typeface="Arial"/>
              </a:defRPr>
            </a:pPr>
            <a:r>
              <a:rPr sz="1875" b="1">
                <a:solidFill>
                  <a:srgbClr val="000000"/>
                </a:solidFill>
                <a:latin typeface="Arial"/>
                <a:ea typeface="Arial"/>
                <a:cs typeface="Arial"/>
              </a:rPr>
              <a:t>C</a:t>
            </a:r>
          </a:p>
        </p:txBody>
      </p:sp>
      <p:sp>
        <p:nvSpPr>
          <p:cNvPr id="25" name="relax_s1_dashed_ellipse">
            <a:extLst xmlns:a="http://schemas.openxmlformats.org/drawingml/2006/main">
              <a:ext uri="{FF2B5EF4-FFF2-40B4-BE49-F238E27FC236}">
                <a16:creationId xmlns:a16="http://schemas.microsoft.com/office/drawing/2014/main" id="{259B88DF-6CBC-4094-BCC2-12E7EFF56E44}"/>
              </a:ext>
            </a:extLst>
          </p:cNvPr>
          <p:cNvSpPr>
            <a:spLocks xmlns:a="http://schemas.openxmlformats.org/drawingml/2006/main" noGrp="1"/>
          </p:cNvSpPr>
          <p:nvPr/>
        </p:nvSpPr>
        <p:spPr>
          <a:xfrm xmlns:a="http://schemas.openxmlformats.org/drawingml/2006/main" rot="0" flipH="0" flipV="0">
            <a:off x="903475" y="1369718"/>
            <a:ext cx="450323" cy="394033"/>
          </a:xfrm>
          <a:prstGeom xmlns:a="http://schemas.openxmlformats.org/drawingml/2006/main" prst="ellipse">
            <a:avLst/>
          </a:prstGeom>
          <a:noFill xmlns:a="http://schemas.openxmlformats.org/drawingml/2006/main"/>
          <a:ln xmlns:a="http://schemas.openxmlformats.org/drawingml/2006/main" w="16193">
            <a:solidFill>
              <a:srgbClr val="7B8790"/>
            </a:solidFill>
            <a:prstDash val="dash"/>
          </a:ln>
        </p:spPr>
      </p:sp>
      <p:sp>
        <p:nvSpPr>
          <p:cNvPr id="26" name="relax_callout">
            <a:extLst xmlns:a="http://schemas.openxmlformats.org/drawingml/2006/main">
              <a:ext uri="{FF2B5EF4-FFF2-40B4-BE49-F238E27FC236}">
                <a16:creationId xmlns:a16="http://schemas.microsoft.com/office/drawing/2014/main" id="{395A4E1B-8BC9-419C-9FC6-C3DF6E980FA0}"/>
              </a:ext>
            </a:extLst>
          </p:cNvPr>
          <p:cNvSpPr>
            <a:spLocks xmlns:a="http://schemas.openxmlformats.org/drawingml/2006/main" noGrp="1"/>
          </p:cNvSpPr>
          <p:nvPr/>
        </p:nvSpPr>
        <p:spPr>
          <a:xfrm xmlns:a="http://schemas.openxmlformats.org/drawingml/2006/main" rot="0" flipH="0" flipV="0">
            <a:off x="1428750" y="1466850"/>
            <a:ext cx="762000" cy="2667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725" b="0">
                <a:solidFill>
                  <a:srgbClr val="000000"/>
                </a:solidFill>
                <a:latin typeface="Arial"/>
                <a:ea typeface="Arial"/>
                <a:cs typeface="Arial"/>
              </a:defRPr>
            </a:defPPr>
            <a:lvl1pPr algn="l">
              <a:defRPr sz="1725" b="0">
                <a:solidFill>
                  <a:srgbClr val="000000"/>
                </a:solidFill>
                <a:latin typeface="Arial"/>
                <a:ea typeface="Arial"/>
                <a:cs typeface="Arial"/>
              </a:defRPr>
            </a:lvl1pPr>
            <a:lvl2pPr algn="l">
              <a:defRPr sz="1725" b="0">
                <a:solidFill>
                  <a:srgbClr val="000000"/>
                </a:solidFill>
                <a:latin typeface="Arial"/>
                <a:ea typeface="Arial"/>
                <a:cs typeface="Arial"/>
              </a:defRPr>
            </a:lvl2pPr>
            <a:lvl3pPr algn="l">
              <a:defRPr sz="1725" b="0">
                <a:solidFill>
                  <a:srgbClr val="000000"/>
                </a:solidFill>
                <a:latin typeface="Arial"/>
                <a:ea typeface="Arial"/>
                <a:cs typeface="Arial"/>
              </a:defRPr>
            </a:lvl3pPr>
            <a:lvl4pPr algn="l">
              <a:defRPr sz="1725" b="0">
                <a:solidFill>
                  <a:srgbClr val="000000"/>
                </a:solidFill>
                <a:latin typeface="Arial"/>
                <a:ea typeface="Arial"/>
                <a:cs typeface="Arial"/>
              </a:defRPr>
            </a:lvl4pPr>
            <a:lvl5pPr algn="l">
              <a:defRPr sz="1725" b="0">
                <a:solidFill>
                  <a:srgbClr val="000000"/>
                </a:solidFill>
                <a:latin typeface="Arial"/>
                <a:ea typeface="Arial"/>
                <a:cs typeface="Arial"/>
              </a:defRPr>
            </a:lvl5pPr>
            <a:lvl6pPr algn="l">
              <a:defRPr sz="1725" b="0">
                <a:solidFill>
                  <a:srgbClr val="000000"/>
                </a:solidFill>
                <a:latin typeface="Arial"/>
                <a:ea typeface="Arial"/>
                <a:cs typeface="Arial"/>
              </a:defRPr>
            </a:lvl6pPr>
            <a:lvl7pPr algn="l">
              <a:defRPr sz="1725" b="0">
                <a:solidFill>
                  <a:srgbClr val="000000"/>
                </a:solidFill>
                <a:latin typeface="Arial"/>
                <a:ea typeface="Arial"/>
                <a:cs typeface="Arial"/>
              </a:defRPr>
            </a:lvl7pPr>
            <a:lvl8pPr algn="l">
              <a:defRPr sz="1725" b="0">
                <a:solidFill>
                  <a:srgbClr val="000000"/>
                </a:solidFill>
                <a:latin typeface="Arial"/>
                <a:ea typeface="Arial"/>
                <a:cs typeface="Arial"/>
              </a:defRPr>
            </a:lvl8pPr>
            <a:lvl9pPr algn="l">
              <a:defRPr sz="1725" b="0">
                <a:solidFill>
                  <a:srgbClr val="000000"/>
                </a:solidFill>
                <a:latin typeface="Arial"/>
                <a:ea typeface="Arial"/>
                <a:cs typeface="Arial"/>
              </a:defRPr>
            </a:lvl9pPr>
          </a:lstStyle>
          <a:p xmlns:a="http://schemas.openxmlformats.org/drawingml/2006/main">
            <a:pPr algn="l">
              <a:defRPr sz="1725" b="0">
                <a:solidFill>
                  <a:srgbClr val="000000"/>
                </a:solidFill>
                <a:latin typeface="Arial"/>
                <a:ea typeface="Arial"/>
                <a:cs typeface="Arial"/>
              </a:defRPr>
            </a:pPr>
            <a:r>
              <a:rPr sz="1725" b="0">
                <a:solidFill>
                  <a:srgbClr val="000000"/>
                </a:solidFill>
                <a:latin typeface="Arial"/>
                <a:ea typeface="Arial"/>
                <a:cs typeface="Arial"/>
              </a:rPr>
              <a:t>relax</a:t>
            </a:r>
          </a:p>
        </p:txBody>
      </p:sp>
      <p:sp>
        <p:nvSpPr>
          <p:cNvPr id="27" name="label_Tree-consistent">
            <a:extLst xmlns:a="http://schemas.openxmlformats.org/drawingml/2006/main">
              <a:ext uri="{FF2B5EF4-FFF2-40B4-BE49-F238E27FC236}">
                <a16:creationId xmlns:a16="http://schemas.microsoft.com/office/drawing/2014/main" id="{63F4BA33-B5B2-4B8F-9E69-29FE69C9CB43}"/>
              </a:ext>
            </a:extLst>
          </p:cNvPr>
          <p:cNvSpPr>
            <a:spLocks xmlns:a="http://schemas.openxmlformats.org/drawingml/2006/main" noGrp="1"/>
          </p:cNvSpPr>
          <p:nvPr/>
        </p:nvSpPr>
        <p:spPr>
          <a:xfrm xmlns:a="http://schemas.openxmlformats.org/drawingml/2006/main" rot="0" flipH="0" flipV="0">
            <a:off x="3190875" y="628650"/>
            <a:ext cx="4000500" cy="2857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950" b="0">
                <a:solidFill>
                  <a:srgbClr val="000000"/>
                </a:solidFill>
                <a:latin typeface="Arial"/>
                <a:ea typeface="Arial"/>
                <a:cs typeface="Arial"/>
              </a:defRPr>
            </a:defPPr>
            <a:lvl1pPr algn="l">
              <a:defRPr sz="1950" b="0">
                <a:solidFill>
                  <a:srgbClr val="000000"/>
                </a:solidFill>
                <a:latin typeface="Arial"/>
                <a:ea typeface="Arial"/>
                <a:cs typeface="Arial"/>
              </a:defRPr>
            </a:lvl1pPr>
            <a:lvl2pPr algn="l">
              <a:defRPr sz="1950" b="0">
                <a:solidFill>
                  <a:srgbClr val="000000"/>
                </a:solidFill>
                <a:latin typeface="Arial"/>
                <a:ea typeface="Arial"/>
                <a:cs typeface="Arial"/>
              </a:defRPr>
            </a:lvl2pPr>
            <a:lvl3pPr algn="l">
              <a:defRPr sz="1950" b="0">
                <a:solidFill>
                  <a:srgbClr val="000000"/>
                </a:solidFill>
                <a:latin typeface="Arial"/>
                <a:ea typeface="Arial"/>
                <a:cs typeface="Arial"/>
              </a:defRPr>
            </a:lvl3pPr>
            <a:lvl4pPr algn="l">
              <a:defRPr sz="1950" b="0">
                <a:solidFill>
                  <a:srgbClr val="000000"/>
                </a:solidFill>
                <a:latin typeface="Arial"/>
                <a:ea typeface="Arial"/>
                <a:cs typeface="Arial"/>
              </a:defRPr>
            </a:lvl4pPr>
            <a:lvl5pPr algn="l">
              <a:defRPr sz="1950" b="0">
                <a:solidFill>
                  <a:srgbClr val="000000"/>
                </a:solidFill>
                <a:latin typeface="Arial"/>
                <a:ea typeface="Arial"/>
                <a:cs typeface="Arial"/>
              </a:defRPr>
            </a:lvl5pPr>
            <a:lvl6pPr algn="l">
              <a:defRPr sz="1950" b="0">
                <a:solidFill>
                  <a:srgbClr val="000000"/>
                </a:solidFill>
                <a:latin typeface="Arial"/>
                <a:ea typeface="Arial"/>
                <a:cs typeface="Arial"/>
              </a:defRPr>
            </a:lvl6pPr>
            <a:lvl7pPr algn="l">
              <a:defRPr sz="1950" b="0">
                <a:solidFill>
                  <a:srgbClr val="000000"/>
                </a:solidFill>
                <a:latin typeface="Arial"/>
                <a:ea typeface="Arial"/>
                <a:cs typeface="Arial"/>
              </a:defRPr>
            </a:lvl7pPr>
            <a:lvl8pPr algn="l">
              <a:defRPr sz="1950" b="0">
                <a:solidFill>
                  <a:srgbClr val="000000"/>
                </a:solidFill>
                <a:latin typeface="Arial"/>
                <a:ea typeface="Arial"/>
                <a:cs typeface="Arial"/>
              </a:defRPr>
            </a:lvl8pPr>
            <a:lvl9pPr algn="l">
              <a:defRPr sz="1950" b="0">
                <a:solidFill>
                  <a:srgbClr val="000000"/>
                </a:solidFill>
                <a:latin typeface="Arial"/>
                <a:ea typeface="Arial"/>
                <a:cs typeface="Arial"/>
              </a:defRPr>
            </a:lvl9pPr>
          </a:lstStyle>
          <a:p xmlns:a="http://schemas.openxmlformats.org/drawingml/2006/main">
            <a:pPr algn="l">
              <a:defRPr sz="1950" b="0">
                <a:solidFill>
                  <a:srgbClr val="000000"/>
                </a:solidFill>
                <a:latin typeface="Arial"/>
                <a:ea typeface="Arial"/>
                <a:cs typeface="Arial"/>
              </a:defRPr>
            </a:pPr>
            <a:r>
              <a:rPr sz="1950" b="0">
                <a:solidFill>
                  <a:srgbClr val="000000"/>
                </a:solidFill>
                <a:latin typeface="Arial"/>
                <a:ea typeface="Arial"/>
                <a:cs typeface="Arial"/>
              </a:rPr>
              <a:t>Tree-consistent</a:t>
            </a:r>
          </a:p>
        </p:txBody>
      </p:sp>
      <p:sp>
        <p:nvSpPr>
          <p:cNvPr id="28" name="order_Tree-consistent_A">
            <a:extLst xmlns:a="http://schemas.openxmlformats.org/drawingml/2006/main">
              <a:ext uri="{FF2B5EF4-FFF2-40B4-BE49-F238E27FC236}">
                <a16:creationId xmlns:a16="http://schemas.microsoft.com/office/drawing/2014/main" id="{74E3C419-8DEC-4F4C-AB90-A62948F21F5F}"/>
              </a:ext>
            </a:extLst>
          </p:cNvPr>
          <p:cNvSpPr>
            <a:spLocks xmlns:a="http://schemas.openxmlformats.org/drawingml/2006/main" noGrp="1"/>
          </p:cNvSpPr>
          <p:nvPr/>
        </p:nvSpPr>
        <p:spPr>
          <a:xfrm xmlns:a="http://schemas.openxmlformats.org/drawingml/2006/main" rot="0" flipH="0" flipV="0">
            <a:off x="3190875" y="981075"/>
            <a:ext cx="1326611" cy="288036"/>
          </a:xfrm>
          <a:prstGeom xmlns:a="http://schemas.openxmlformats.org/drawingml/2006/main" prst="rect">
            <a:avLst/>
          </a:prstGeom>
          <a:solidFill xmlns:a="http://schemas.openxmlformats.org/drawingml/2006/main">
            <a:srgbClr val="0072B2"/>
          </a:solidFill>
          <a:ln xmlns:a="http://schemas.openxmlformats.org/drawingml/2006/main" w="0">
            <a:noFill/>
            <a:prstDash val="solid"/>
          </a:ln>
        </p:spPr>
      </p:sp>
      <p:sp>
        <p:nvSpPr>
          <p:cNvPr id="29" name="order_label_Tree-consistent_A">
            <a:extLst xmlns:a="http://schemas.openxmlformats.org/drawingml/2006/main">
              <a:ext uri="{FF2B5EF4-FFF2-40B4-BE49-F238E27FC236}">
                <a16:creationId xmlns:a16="http://schemas.microsoft.com/office/drawing/2014/main" id="{4A6F8533-83C8-43F7-AFE4-340514773215}"/>
              </a:ext>
            </a:extLst>
          </p:cNvPr>
          <p:cNvSpPr>
            <a:spLocks xmlns:a="http://schemas.openxmlformats.org/drawingml/2006/main" noGrp="1"/>
          </p:cNvSpPr>
          <p:nvPr/>
        </p:nvSpPr>
        <p:spPr>
          <a:xfrm xmlns:a="http://schemas.openxmlformats.org/drawingml/2006/main" rot="0" flipH="0" flipV="0">
            <a:off x="3190875" y="989305"/>
            <a:ext cx="1326611" cy="2857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950" b="1">
                <a:solidFill>
                  <a:srgbClr val="000000"/>
                </a:solidFill>
                <a:latin typeface="Arial"/>
                <a:ea typeface="Arial"/>
                <a:cs typeface="Arial"/>
              </a:defRPr>
            </a:defPPr>
            <a:lvl1pPr algn="ctr">
              <a:defRPr sz="1950" b="1">
                <a:solidFill>
                  <a:srgbClr val="000000"/>
                </a:solidFill>
                <a:latin typeface="Arial"/>
                <a:ea typeface="Arial"/>
                <a:cs typeface="Arial"/>
              </a:defRPr>
            </a:lvl1pPr>
            <a:lvl2pPr algn="ctr">
              <a:defRPr sz="1950" b="1">
                <a:solidFill>
                  <a:srgbClr val="000000"/>
                </a:solidFill>
                <a:latin typeface="Arial"/>
                <a:ea typeface="Arial"/>
                <a:cs typeface="Arial"/>
              </a:defRPr>
            </a:lvl2pPr>
            <a:lvl3pPr algn="ctr">
              <a:defRPr sz="1950" b="1">
                <a:solidFill>
                  <a:srgbClr val="000000"/>
                </a:solidFill>
                <a:latin typeface="Arial"/>
                <a:ea typeface="Arial"/>
                <a:cs typeface="Arial"/>
              </a:defRPr>
            </a:lvl3pPr>
            <a:lvl4pPr algn="ctr">
              <a:defRPr sz="1950" b="1">
                <a:solidFill>
                  <a:srgbClr val="000000"/>
                </a:solidFill>
                <a:latin typeface="Arial"/>
                <a:ea typeface="Arial"/>
                <a:cs typeface="Arial"/>
              </a:defRPr>
            </a:lvl4pPr>
            <a:lvl5pPr algn="ctr">
              <a:defRPr sz="1950" b="1">
                <a:solidFill>
                  <a:srgbClr val="000000"/>
                </a:solidFill>
                <a:latin typeface="Arial"/>
                <a:ea typeface="Arial"/>
                <a:cs typeface="Arial"/>
              </a:defRPr>
            </a:lvl5pPr>
            <a:lvl6pPr algn="ctr">
              <a:defRPr sz="1950" b="1">
                <a:solidFill>
                  <a:srgbClr val="000000"/>
                </a:solidFill>
                <a:latin typeface="Arial"/>
                <a:ea typeface="Arial"/>
                <a:cs typeface="Arial"/>
              </a:defRPr>
            </a:lvl6pPr>
            <a:lvl7pPr algn="ctr">
              <a:defRPr sz="1950" b="1">
                <a:solidFill>
                  <a:srgbClr val="000000"/>
                </a:solidFill>
                <a:latin typeface="Arial"/>
                <a:ea typeface="Arial"/>
                <a:cs typeface="Arial"/>
              </a:defRPr>
            </a:lvl7pPr>
            <a:lvl8pPr algn="ctr">
              <a:defRPr sz="1950" b="1">
                <a:solidFill>
                  <a:srgbClr val="000000"/>
                </a:solidFill>
                <a:latin typeface="Arial"/>
                <a:ea typeface="Arial"/>
                <a:cs typeface="Arial"/>
              </a:defRPr>
            </a:lvl8pPr>
            <a:lvl9pPr algn="ctr">
              <a:defRPr sz="1950" b="1">
                <a:solidFill>
                  <a:srgbClr val="000000"/>
                </a:solidFill>
                <a:latin typeface="Arial"/>
                <a:ea typeface="Arial"/>
                <a:cs typeface="Arial"/>
              </a:defRPr>
            </a:lvl9pPr>
          </a:lstStyle>
          <a:p xmlns:a="http://schemas.openxmlformats.org/drawingml/2006/main">
            <a:pPr algn="ctr">
              <a:defRPr sz="1950" b="1">
                <a:solidFill>
                  <a:srgbClr val="000000"/>
                </a:solidFill>
                <a:latin typeface="Arial"/>
                <a:ea typeface="Arial"/>
                <a:cs typeface="Arial"/>
              </a:defRPr>
            </a:pPr>
            <a:r>
              <a:rPr sz="1950" b="1">
                <a:solidFill>
                  <a:srgbClr val="000000"/>
                </a:solidFill>
                <a:latin typeface="Arial"/>
                <a:ea typeface="Arial"/>
                <a:cs typeface="Arial"/>
              </a:rPr>
              <a:t>A</a:t>
            </a:r>
          </a:p>
        </p:txBody>
      </p:sp>
      <p:sp>
        <p:nvSpPr>
          <p:cNvPr id="30" name="order_Tree-consistent_B">
            <a:extLst xmlns:a="http://schemas.openxmlformats.org/drawingml/2006/main">
              <a:ext uri="{FF2B5EF4-FFF2-40B4-BE49-F238E27FC236}">
                <a16:creationId xmlns:a16="http://schemas.microsoft.com/office/drawing/2014/main" id="{32EDEDED-F4F0-4625-B14E-18953F9A7CEF}"/>
              </a:ext>
            </a:extLst>
          </p:cNvPr>
          <p:cNvSpPr>
            <a:spLocks xmlns:a="http://schemas.openxmlformats.org/drawingml/2006/main" noGrp="1"/>
          </p:cNvSpPr>
          <p:nvPr/>
        </p:nvSpPr>
        <p:spPr>
          <a:xfrm xmlns:a="http://schemas.openxmlformats.org/drawingml/2006/main" rot="0" flipH="0" flipV="0">
            <a:off x="4606777" y="981075"/>
            <a:ext cx="1326611" cy="288036"/>
          </a:xfrm>
          <a:prstGeom xmlns:a="http://schemas.openxmlformats.org/drawingml/2006/main" prst="rect">
            <a:avLst/>
          </a:prstGeom>
          <a:solidFill xmlns:a="http://schemas.openxmlformats.org/drawingml/2006/main">
            <a:srgbClr val="D55E00"/>
          </a:solidFill>
          <a:ln xmlns:a="http://schemas.openxmlformats.org/drawingml/2006/main" w="0">
            <a:noFill/>
            <a:prstDash val="solid"/>
          </a:ln>
        </p:spPr>
      </p:sp>
      <p:sp>
        <p:nvSpPr>
          <p:cNvPr id="31" name="order_label_Tree-consistent_B">
            <a:extLst xmlns:a="http://schemas.openxmlformats.org/drawingml/2006/main">
              <a:ext uri="{FF2B5EF4-FFF2-40B4-BE49-F238E27FC236}">
                <a16:creationId xmlns:a16="http://schemas.microsoft.com/office/drawing/2014/main" id="{D51C4D04-3B16-48AD-9D73-C2892D4CA29A}"/>
              </a:ext>
            </a:extLst>
          </p:cNvPr>
          <p:cNvSpPr>
            <a:spLocks xmlns:a="http://schemas.openxmlformats.org/drawingml/2006/main" noGrp="1"/>
          </p:cNvSpPr>
          <p:nvPr/>
        </p:nvSpPr>
        <p:spPr>
          <a:xfrm xmlns:a="http://schemas.openxmlformats.org/drawingml/2006/main" rot="0" flipH="0" flipV="0">
            <a:off x="4606777" y="989305"/>
            <a:ext cx="1326611" cy="2857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950" b="1">
                <a:solidFill>
                  <a:srgbClr val="000000"/>
                </a:solidFill>
                <a:latin typeface="Arial"/>
                <a:ea typeface="Arial"/>
                <a:cs typeface="Arial"/>
              </a:defRPr>
            </a:defPPr>
            <a:lvl1pPr algn="ctr">
              <a:defRPr sz="1950" b="1">
                <a:solidFill>
                  <a:srgbClr val="000000"/>
                </a:solidFill>
                <a:latin typeface="Arial"/>
                <a:ea typeface="Arial"/>
                <a:cs typeface="Arial"/>
              </a:defRPr>
            </a:lvl1pPr>
            <a:lvl2pPr algn="ctr">
              <a:defRPr sz="1950" b="1">
                <a:solidFill>
                  <a:srgbClr val="000000"/>
                </a:solidFill>
                <a:latin typeface="Arial"/>
                <a:ea typeface="Arial"/>
                <a:cs typeface="Arial"/>
              </a:defRPr>
            </a:lvl2pPr>
            <a:lvl3pPr algn="ctr">
              <a:defRPr sz="1950" b="1">
                <a:solidFill>
                  <a:srgbClr val="000000"/>
                </a:solidFill>
                <a:latin typeface="Arial"/>
                <a:ea typeface="Arial"/>
                <a:cs typeface="Arial"/>
              </a:defRPr>
            </a:lvl3pPr>
            <a:lvl4pPr algn="ctr">
              <a:defRPr sz="1950" b="1">
                <a:solidFill>
                  <a:srgbClr val="000000"/>
                </a:solidFill>
                <a:latin typeface="Arial"/>
                <a:ea typeface="Arial"/>
                <a:cs typeface="Arial"/>
              </a:defRPr>
            </a:lvl4pPr>
            <a:lvl5pPr algn="ctr">
              <a:defRPr sz="1950" b="1">
                <a:solidFill>
                  <a:srgbClr val="000000"/>
                </a:solidFill>
                <a:latin typeface="Arial"/>
                <a:ea typeface="Arial"/>
                <a:cs typeface="Arial"/>
              </a:defRPr>
            </a:lvl5pPr>
            <a:lvl6pPr algn="ctr">
              <a:defRPr sz="1950" b="1">
                <a:solidFill>
                  <a:srgbClr val="000000"/>
                </a:solidFill>
                <a:latin typeface="Arial"/>
                <a:ea typeface="Arial"/>
                <a:cs typeface="Arial"/>
              </a:defRPr>
            </a:lvl6pPr>
            <a:lvl7pPr algn="ctr">
              <a:defRPr sz="1950" b="1">
                <a:solidFill>
                  <a:srgbClr val="000000"/>
                </a:solidFill>
                <a:latin typeface="Arial"/>
                <a:ea typeface="Arial"/>
                <a:cs typeface="Arial"/>
              </a:defRPr>
            </a:lvl7pPr>
            <a:lvl8pPr algn="ctr">
              <a:defRPr sz="1950" b="1">
                <a:solidFill>
                  <a:srgbClr val="000000"/>
                </a:solidFill>
                <a:latin typeface="Arial"/>
                <a:ea typeface="Arial"/>
                <a:cs typeface="Arial"/>
              </a:defRPr>
            </a:lvl8pPr>
            <a:lvl9pPr algn="ctr">
              <a:defRPr sz="1950" b="1">
                <a:solidFill>
                  <a:srgbClr val="000000"/>
                </a:solidFill>
                <a:latin typeface="Arial"/>
                <a:ea typeface="Arial"/>
                <a:cs typeface="Arial"/>
              </a:defRPr>
            </a:lvl9pPr>
          </a:lstStyle>
          <a:p xmlns:a="http://schemas.openxmlformats.org/drawingml/2006/main">
            <a:pPr algn="ctr">
              <a:defRPr sz="1950" b="1">
                <a:solidFill>
                  <a:srgbClr val="000000"/>
                </a:solidFill>
                <a:latin typeface="Arial"/>
                <a:ea typeface="Arial"/>
                <a:cs typeface="Arial"/>
              </a:defRPr>
            </a:pPr>
            <a:r>
              <a:rPr sz="1950" b="1">
                <a:solidFill>
                  <a:srgbClr val="000000"/>
                </a:solidFill>
                <a:latin typeface="Arial"/>
                <a:ea typeface="Arial"/>
                <a:cs typeface="Arial"/>
              </a:rPr>
              <a:t>B</a:t>
            </a:r>
          </a:p>
        </p:txBody>
      </p:sp>
      <p:sp>
        <p:nvSpPr>
          <p:cNvPr id="32" name="order_Tree-consistent_C">
            <a:extLst xmlns:a="http://schemas.openxmlformats.org/drawingml/2006/main">
              <a:ext uri="{FF2B5EF4-FFF2-40B4-BE49-F238E27FC236}">
                <a16:creationId xmlns:a16="http://schemas.microsoft.com/office/drawing/2014/main" id="{DDD1B84A-14EF-410E-AF6B-9B0B87FC02A9}"/>
              </a:ext>
            </a:extLst>
          </p:cNvPr>
          <p:cNvSpPr>
            <a:spLocks xmlns:a="http://schemas.openxmlformats.org/drawingml/2006/main" noGrp="1"/>
          </p:cNvSpPr>
          <p:nvPr/>
        </p:nvSpPr>
        <p:spPr>
          <a:xfrm xmlns:a="http://schemas.openxmlformats.org/drawingml/2006/main" rot="0" flipH="0" flipV="0">
            <a:off x="6022680" y="981075"/>
            <a:ext cx="1326611" cy="288036"/>
          </a:xfrm>
          <a:prstGeom xmlns:a="http://schemas.openxmlformats.org/drawingml/2006/main" prst="rect">
            <a:avLst/>
          </a:prstGeom>
          <a:solidFill xmlns:a="http://schemas.openxmlformats.org/drawingml/2006/main">
            <a:srgbClr val="009E73"/>
          </a:solidFill>
          <a:ln xmlns:a="http://schemas.openxmlformats.org/drawingml/2006/main" w="0">
            <a:noFill/>
            <a:prstDash val="solid"/>
          </a:ln>
        </p:spPr>
      </p:sp>
      <p:sp>
        <p:nvSpPr>
          <p:cNvPr id="33" name="order_label_Tree-consistent_C">
            <a:extLst xmlns:a="http://schemas.openxmlformats.org/drawingml/2006/main">
              <a:ext uri="{FF2B5EF4-FFF2-40B4-BE49-F238E27FC236}">
                <a16:creationId xmlns:a16="http://schemas.microsoft.com/office/drawing/2014/main" id="{690E451E-8B72-4679-8709-69718CF67802}"/>
              </a:ext>
            </a:extLst>
          </p:cNvPr>
          <p:cNvSpPr>
            <a:spLocks xmlns:a="http://schemas.openxmlformats.org/drawingml/2006/main" noGrp="1"/>
          </p:cNvSpPr>
          <p:nvPr/>
        </p:nvSpPr>
        <p:spPr>
          <a:xfrm xmlns:a="http://schemas.openxmlformats.org/drawingml/2006/main" rot="0" flipH="0" flipV="0">
            <a:off x="6022680" y="989305"/>
            <a:ext cx="1326611" cy="2857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950" b="1">
                <a:solidFill>
                  <a:srgbClr val="000000"/>
                </a:solidFill>
                <a:latin typeface="Arial"/>
                <a:ea typeface="Arial"/>
                <a:cs typeface="Arial"/>
              </a:defRPr>
            </a:defPPr>
            <a:lvl1pPr algn="ctr">
              <a:defRPr sz="1950" b="1">
                <a:solidFill>
                  <a:srgbClr val="000000"/>
                </a:solidFill>
                <a:latin typeface="Arial"/>
                <a:ea typeface="Arial"/>
                <a:cs typeface="Arial"/>
              </a:defRPr>
            </a:lvl1pPr>
            <a:lvl2pPr algn="ctr">
              <a:defRPr sz="1950" b="1">
                <a:solidFill>
                  <a:srgbClr val="000000"/>
                </a:solidFill>
                <a:latin typeface="Arial"/>
                <a:ea typeface="Arial"/>
                <a:cs typeface="Arial"/>
              </a:defRPr>
            </a:lvl2pPr>
            <a:lvl3pPr algn="ctr">
              <a:defRPr sz="1950" b="1">
                <a:solidFill>
                  <a:srgbClr val="000000"/>
                </a:solidFill>
                <a:latin typeface="Arial"/>
                <a:ea typeface="Arial"/>
                <a:cs typeface="Arial"/>
              </a:defRPr>
            </a:lvl3pPr>
            <a:lvl4pPr algn="ctr">
              <a:defRPr sz="1950" b="1">
                <a:solidFill>
                  <a:srgbClr val="000000"/>
                </a:solidFill>
                <a:latin typeface="Arial"/>
                <a:ea typeface="Arial"/>
                <a:cs typeface="Arial"/>
              </a:defRPr>
            </a:lvl4pPr>
            <a:lvl5pPr algn="ctr">
              <a:defRPr sz="1950" b="1">
                <a:solidFill>
                  <a:srgbClr val="000000"/>
                </a:solidFill>
                <a:latin typeface="Arial"/>
                <a:ea typeface="Arial"/>
                <a:cs typeface="Arial"/>
              </a:defRPr>
            </a:lvl5pPr>
            <a:lvl6pPr algn="ctr">
              <a:defRPr sz="1950" b="1">
                <a:solidFill>
                  <a:srgbClr val="000000"/>
                </a:solidFill>
                <a:latin typeface="Arial"/>
                <a:ea typeface="Arial"/>
                <a:cs typeface="Arial"/>
              </a:defRPr>
            </a:lvl6pPr>
            <a:lvl7pPr algn="ctr">
              <a:defRPr sz="1950" b="1">
                <a:solidFill>
                  <a:srgbClr val="000000"/>
                </a:solidFill>
                <a:latin typeface="Arial"/>
                <a:ea typeface="Arial"/>
                <a:cs typeface="Arial"/>
              </a:defRPr>
            </a:lvl7pPr>
            <a:lvl8pPr algn="ctr">
              <a:defRPr sz="1950" b="1">
                <a:solidFill>
                  <a:srgbClr val="000000"/>
                </a:solidFill>
                <a:latin typeface="Arial"/>
                <a:ea typeface="Arial"/>
                <a:cs typeface="Arial"/>
              </a:defRPr>
            </a:lvl8pPr>
            <a:lvl9pPr algn="ctr">
              <a:defRPr sz="1950" b="1">
                <a:solidFill>
                  <a:srgbClr val="000000"/>
                </a:solidFill>
                <a:latin typeface="Arial"/>
                <a:ea typeface="Arial"/>
                <a:cs typeface="Arial"/>
              </a:defRPr>
            </a:lvl9pPr>
          </a:lstStyle>
          <a:p xmlns:a="http://schemas.openxmlformats.org/drawingml/2006/main">
            <a:pPr algn="ctr">
              <a:defRPr sz="1950" b="1">
                <a:solidFill>
                  <a:srgbClr val="000000"/>
                </a:solidFill>
                <a:latin typeface="Arial"/>
                <a:ea typeface="Arial"/>
                <a:cs typeface="Arial"/>
              </a:defRPr>
            </a:pPr>
            <a:r>
              <a:rPr sz="1950" b="1">
                <a:solidFill>
                  <a:srgbClr val="000000"/>
                </a:solidFill>
                <a:latin typeface="Arial"/>
                <a:ea typeface="Arial"/>
                <a:cs typeface="Arial"/>
              </a:rPr>
              <a:t>C</a:t>
            </a:r>
          </a:p>
        </p:txBody>
      </p:sp>
      <p:sp>
        <p:nvSpPr>
          <p:cNvPr id="34" name="label_Spatial_reference">
            <a:extLst xmlns:a="http://schemas.openxmlformats.org/drawingml/2006/main">
              <a:ext uri="{FF2B5EF4-FFF2-40B4-BE49-F238E27FC236}">
                <a16:creationId xmlns:a16="http://schemas.microsoft.com/office/drawing/2014/main" id="{73577A0A-0817-41A9-B2B7-8B989AA54A68}"/>
              </a:ext>
            </a:extLst>
          </p:cNvPr>
          <p:cNvSpPr>
            <a:spLocks xmlns:a="http://schemas.openxmlformats.org/drawingml/2006/main" noGrp="1"/>
          </p:cNvSpPr>
          <p:nvPr/>
        </p:nvSpPr>
        <p:spPr>
          <a:xfrm xmlns:a="http://schemas.openxmlformats.org/drawingml/2006/main" rot="0" flipH="0" flipV="0">
            <a:off x="3190875" y="1743075"/>
            <a:ext cx="4000500" cy="2857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950" b="0">
                <a:solidFill>
                  <a:srgbClr val="000000"/>
                </a:solidFill>
                <a:latin typeface="Arial"/>
                <a:ea typeface="Arial"/>
                <a:cs typeface="Arial"/>
              </a:defRPr>
            </a:defPPr>
            <a:lvl1pPr algn="l">
              <a:defRPr sz="1950" b="0">
                <a:solidFill>
                  <a:srgbClr val="000000"/>
                </a:solidFill>
                <a:latin typeface="Arial"/>
                <a:ea typeface="Arial"/>
                <a:cs typeface="Arial"/>
              </a:defRPr>
            </a:lvl1pPr>
            <a:lvl2pPr algn="l">
              <a:defRPr sz="1950" b="0">
                <a:solidFill>
                  <a:srgbClr val="000000"/>
                </a:solidFill>
                <a:latin typeface="Arial"/>
                <a:ea typeface="Arial"/>
                <a:cs typeface="Arial"/>
              </a:defRPr>
            </a:lvl2pPr>
            <a:lvl3pPr algn="l">
              <a:defRPr sz="1950" b="0">
                <a:solidFill>
                  <a:srgbClr val="000000"/>
                </a:solidFill>
                <a:latin typeface="Arial"/>
                <a:ea typeface="Arial"/>
                <a:cs typeface="Arial"/>
              </a:defRPr>
            </a:lvl3pPr>
            <a:lvl4pPr algn="l">
              <a:defRPr sz="1950" b="0">
                <a:solidFill>
                  <a:srgbClr val="000000"/>
                </a:solidFill>
                <a:latin typeface="Arial"/>
                <a:ea typeface="Arial"/>
                <a:cs typeface="Arial"/>
              </a:defRPr>
            </a:lvl4pPr>
            <a:lvl5pPr algn="l">
              <a:defRPr sz="1950" b="0">
                <a:solidFill>
                  <a:srgbClr val="000000"/>
                </a:solidFill>
                <a:latin typeface="Arial"/>
                <a:ea typeface="Arial"/>
                <a:cs typeface="Arial"/>
              </a:defRPr>
            </a:lvl5pPr>
            <a:lvl6pPr algn="l">
              <a:defRPr sz="1950" b="0">
                <a:solidFill>
                  <a:srgbClr val="000000"/>
                </a:solidFill>
                <a:latin typeface="Arial"/>
                <a:ea typeface="Arial"/>
                <a:cs typeface="Arial"/>
              </a:defRPr>
            </a:lvl6pPr>
            <a:lvl7pPr algn="l">
              <a:defRPr sz="1950" b="0">
                <a:solidFill>
                  <a:srgbClr val="000000"/>
                </a:solidFill>
                <a:latin typeface="Arial"/>
                <a:ea typeface="Arial"/>
                <a:cs typeface="Arial"/>
              </a:defRPr>
            </a:lvl7pPr>
            <a:lvl8pPr algn="l">
              <a:defRPr sz="1950" b="0">
                <a:solidFill>
                  <a:srgbClr val="000000"/>
                </a:solidFill>
                <a:latin typeface="Arial"/>
                <a:ea typeface="Arial"/>
                <a:cs typeface="Arial"/>
              </a:defRPr>
            </a:lvl8pPr>
            <a:lvl9pPr algn="l">
              <a:defRPr sz="1950" b="0">
                <a:solidFill>
                  <a:srgbClr val="000000"/>
                </a:solidFill>
                <a:latin typeface="Arial"/>
                <a:ea typeface="Arial"/>
                <a:cs typeface="Arial"/>
              </a:defRPr>
            </a:lvl9pPr>
          </a:lstStyle>
          <a:p xmlns:a="http://schemas.openxmlformats.org/drawingml/2006/main">
            <a:pPr algn="l">
              <a:defRPr sz="1950" b="0">
                <a:solidFill>
                  <a:srgbClr val="000000"/>
                </a:solidFill>
                <a:latin typeface="Arial"/>
                <a:ea typeface="Arial"/>
                <a:cs typeface="Arial"/>
              </a:defRPr>
            </a:pPr>
            <a:r>
              <a:rPr sz="1950" b="0">
                <a:solidFill>
                  <a:srgbClr val="000000"/>
                </a:solidFill>
                <a:latin typeface="Arial"/>
                <a:ea typeface="Arial"/>
                <a:cs typeface="Arial"/>
              </a:rPr>
              <a:t>Spatial reference</a:t>
            </a:r>
          </a:p>
        </p:txBody>
      </p:sp>
      <p:sp>
        <p:nvSpPr>
          <p:cNvPr id="35" name="order_Spatial reference_A">
            <a:extLst xmlns:a="http://schemas.openxmlformats.org/drawingml/2006/main">
              <a:ext uri="{FF2B5EF4-FFF2-40B4-BE49-F238E27FC236}">
                <a16:creationId xmlns:a16="http://schemas.microsoft.com/office/drawing/2014/main" id="{A57A6045-0D54-4C13-AA07-DC7A726990D3}"/>
              </a:ext>
            </a:extLst>
          </p:cNvPr>
          <p:cNvSpPr>
            <a:spLocks xmlns:a="http://schemas.openxmlformats.org/drawingml/2006/main" noGrp="1"/>
          </p:cNvSpPr>
          <p:nvPr/>
        </p:nvSpPr>
        <p:spPr>
          <a:xfrm xmlns:a="http://schemas.openxmlformats.org/drawingml/2006/main" rot="0" flipH="0" flipV="0">
            <a:off x="3190875" y="2038349"/>
            <a:ext cx="1326611" cy="288036"/>
          </a:xfrm>
          <a:prstGeom xmlns:a="http://schemas.openxmlformats.org/drawingml/2006/main" prst="rect">
            <a:avLst/>
          </a:prstGeom>
          <a:solidFill xmlns:a="http://schemas.openxmlformats.org/drawingml/2006/main">
            <a:srgbClr val="0072B2"/>
          </a:solidFill>
          <a:ln xmlns:a="http://schemas.openxmlformats.org/drawingml/2006/main" w="0">
            <a:noFill/>
            <a:prstDash val="solid"/>
          </a:ln>
        </p:spPr>
      </p:sp>
      <p:sp>
        <p:nvSpPr>
          <p:cNvPr id="36" name="order_label_Spatial reference_A">
            <a:extLst xmlns:a="http://schemas.openxmlformats.org/drawingml/2006/main">
              <a:ext uri="{FF2B5EF4-FFF2-40B4-BE49-F238E27FC236}">
                <a16:creationId xmlns:a16="http://schemas.microsoft.com/office/drawing/2014/main" id="{139B4882-5CC4-449A-A677-FDF946EE5E9E}"/>
              </a:ext>
            </a:extLst>
          </p:cNvPr>
          <p:cNvSpPr>
            <a:spLocks xmlns:a="http://schemas.openxmlformats.org/drawingml/2006/main" noGrp="1"/>
          </p:cNvSpPr>
          <p:nvPr/>
        </p:nvSpPr>
        <p:spPr>
          <a:xfrm xmlns:a="http://schemas.openxmlformats.org/drawingml/2006/main" rot="0" flipH="0" flipV="0">
            <a:off x="3190875" y="2046579"/>
            <a:ext cx="1326611" cy="2857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950" b="1">
                <a:solidFill>
                  <a:srgbClr val="000000"/>
                </a:solidFill>
                <a:latin typeface="Arial"/>
                <a:ea typeface="Arial"/>
                <a:cs typeface="Arial"/>
              </a:defRPr>
            </a:defPPr>
            <a:lvl1pPr algn="ctr">
              <a:defRPr sz="1950" b="1">
                <a:solidFill>
                  <a:srgbClr val="000000"/>
                </a:solidFill>
                <a:latin typeface="Arial"/>
                <a:ea typeface="Arial"/>
                <a:cs typeface="Arial"/>
              </a:defRPr>
            </a:lvl1pPr>
            <a:lvl2pPr algn="ctr">
              <a:defRPr sz="1950" b="1">
                <a:solidFill>
                  <a:srgbClr val="000000"/>
                </a:solidFill>
                <a:latin typeface="Arial"/>
                <a:ea typeface="Arial"/>
                <a:cs typeface="Arial"/>
              </a:defRPr>
            </a:lvl2pPr>
            <a:lvl3pPr algn="ctr">
              <a:defRPr sz="1950" b="1">
                <a:solidFill>
                  <a:srgbClr val="000000"/>
                </a:solidFill>
                <a:latin typeface="Arial"/>
                <a:ea typeface="Arial"/>
                <a:cs typeface="Arial"/>
              </a:defRPr>
            </a:lvl3pPr>
            <a:lvl4pPr algn="ctr">
              <a:defRPr sz="1950" b="1">
                <a:solidFill>
                  <a:srgbClr val="000000"/>
                </a:solidFill>
                <a:latin typeface="Arial"/>
                <a:ea typeface="Arial"/>
                <a:cs typeface="Arial"/>
              </a:defRPr>
            </a:lvl4pPr>
            <a:lvl5pPr algn="ctr">
              <a:defRPr sz="1950" b="1">
                <a:solidFill>
                  <a:srgbClr val="000000"/>
                </a:solidFill>
                <a:latin typeface="Arial"/>
                <a:ea typeface="Arial"/>
                <a:cs typeface="Arial"/>
              </a:defRPr>
            </a:lvl5pPr>
            <a:lvl6pPr algn="ctr">
              <a:defRPr sz="1950" b="1">
                <a:solidFill>
                  <a:srgbClr val="000000"/>
                </a:solidFill>
                <a:latin typeface="Arial"/>
                <a:ea typeface="Arial"/>
                <a:cs typeface="Arial"/>
              </a:defRPr>
            </a:lvl6pPr>
            <a:lvl7pPr algn="ctr">
              <a:defRPr sz="1950" b="1">
                <a:solidFill>
                  <a:srgbClr val="000000"/>
                </a:solidFill>
                <a:latin typeface="Arial"/>
                <a:ea typeface="Arial"/>
                <a:cs typeface="Arial"/>
              </a:defRPr>
            </a:lvl7pPr>
            <a:lvl8pPr algn="ctr">
              <a:defRPr sz="1950" b="1">
                <a:solidFill>
                  <a:srgbClr val="000000"/>
                </a:solidFill>
                <a:latin typeface="Arial"/>
                <a:ea typeface="Arial"/>
                <a:cs typeface="Arial"/>
              </a:defRPr>
            </a:lvl8pPr>
            <a:lvl9pPr algn="ctr">
              <a:defRPr sz="1950" b="1">
                <a:solidFill>
                  <a:srgbClr val="000000"/>
                </a:solidFill>
                <a:latin typeface="Arial"/>
                <a:ea typeface="Arial"/>
                <a:cs typeface="Arial"/>
              </a:defRPr>
            </a:lvl9pPr>
          </a:lstStyle>
          <a:p xmlns:a="http://schemas.openxmlformats.org/drawingml/2006/main">
            <a:pPr algn="ctr">
              <a:defRPr sz="1950" b="1">
                <a:solidFill>
                  <a:srgbClr val="000000"/>
                </a:solidFill>
                <a:latin typeface="Arial"/>
                <a:ea typeface="Arial"/>
                <a:cs typeface="Arial"/>
              </a:defRPr>
            </a:pPr>
            <a:r>
              <a:rPr sz="1950" b="1">
                <a:solidFill>
                  <a:srgbClr val="000000"/>
                </a:solidFill>
                <a:latin typeface="Arial"/>
                <a:ea typeface="Arial"/>
                <a:cs typeface="Arial"/>
              </a:rPr>
              <a:t>A</a:t>
            </a:r>
          </a:p>
        </p:txBody>
      </p:sp>
      <p:sp>
        <p:nvSpPr>
          <p:cNvPr id="37" name="order_Spatial reference_C">
            <a:extLst xmlns:a="http://schemas.openxmlformats.org/drawingml/2006/main">
              <a:ext uri="{FF2B5EF4-FFF2-40B4-BE49-F238E27FC236}">
                <a16:creationId xmlns:a16="http://schemas.microsoft.com/office/drawing/2014/main" id="{81912E2A-C28B-4704-884B-04DA6786D534}"/>
              </a:ext>
            </a:extLst>
          </p:cNvPr>
          <p:cNvSpPr>
            <a:spLocks xmlns:a="http://schemas.openxmlformats.org/drawingml/2006/main" noGrp="1"/>
          </p:cNvSpPr>
          <p:nvPr/>
        </p:nvSpPr>
        <p:spPr>
          <a:xfrm xmlns:a="http://schemas.openxmlformats.org/drawingml/2006/main" rot="0" flipH="0" flipV="0">
            <a:off x="4606777" y="2038349"/>
            <a:ext cx="1326611" cy="288036"/>
          </a:xfrm>
          <a:prstGeom xmlns:a="http://schemas.openxmlformats.org/drawingml/2006/main" prst="rect">
            <a:avLst/>
          </a:prstGeom>
          <a:solidFill xmlns:a="http://schemas.openxmlformats.org/drawingml/2006/main">
            <a:srgbClr val="009E73"/>
          </a:solidFill>
          <a:ln xmlns:a="http://schemas.openxmlformats.org/drawingml/2006/main" w="0">
            <a:noFill/>
            <a:prstDash val="solid"/>
          </a:ln>
        </p:spPr>
      </p:sp>
      <p:sp>
        <p:nvSpPr>
          <p:cNvPr id="38" name="order_label_Spatial reference_C">
            <a:extLst xmlns:a="http://schemas.openxmlformats.org/drawingml/2006/main">
              <a:ext uri="{FF2B5EF4-FFF2-40B4-BE49-F238E27FC236}">
                <a16:creationId xmlns:a16="http://schemas.microsoft.com/office/drawing/2014/main" id="{BFDBE585-E9F0-41B5-9A04-AB76B8D8A657}"/>
              </a:ext>
            </a:extLst>
          </p:cNvPr>
          <p:cNvSpPr>
            <a:spLocks xmlns:a="http://schemas.openxmlformats.org/drawingml/2006/main" noGrp="1"/>
          </p:cNvSpPr>
          <p:nvPr/>
        </p:nvSpPr>
        <p:spPr>
          <a:xfrm xmlns:a="http://schemas.openxmlformats.org/drawingml/2006/main" rot="0" flipH="0" flipV="0">
            <a:off x="4606777" y="2046579"/>
            <a:ext cx="1326611" cy="2857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950" b="1">
                <a:solidFill>
                  <a:srgbClr val="000000"/>
                </a:solidFill>
                <a:latin typeface="Arial"/>
                <a:ea typeface="Arial"/>
                <a:cs typeface="Arial"/>
              </a:defRPr>
            </a:defPPr>
            <a:lvl1pPr algn="ctr">
              <a:defRPr sz="1950" b="1">
                <a:solidFill>
                  <a:srgbClr val="000000"/>
                </a:solidFill>
                <a:latin typeface="Arial"/>
                <a:ea typeface="Arial"/>
                <a:cs typeface="Arial"/>
              </a:defRPr>
            </a:lvl1pPr>
            <a:lvl2pPr algn="ctr">
              <a:defRPr sz="1950" b="1">
                <a:solidFill>
                  <a:srgbClr val="000000"/>
                </a:solidFill>
                <a:latin typeface="Arial"/>
                <a:ea typeface="Arial"/>
                <a:cs typeface="Arial"/>
              </a:defRPr>
            </a:lvl2pPr>
            <a:lvl3pPr algn="ctr">
              <a:defRPr sz="1950" b="1">
                <a:solidFill>
                  <a:srgbClr val="000000"/>
                </a:solidFill>
                <a:latin typeface="Arial"/>
                <a:ea typeface="Arial"/>
                <a:cs typeface="Arial"/>
              </a:defRPr>
            </a:lvl3pPr>
            <a:lvl4pPr algn="ctr">
              <a:defRPr sz="1950" b="1">
                <a:solidFill>
                  <a:srgbClr val="000000"/>
                </a:solidFill>
                <a:latin typeface="Arial"/>
                <a:ea typeface="Arial"/>
                <a:cs typeface="Arial"/>
              </a:defRPr>
            </a:lvl4pPr>
            <a:lvl5pPr algn="ctr">
              <a:defRPr sz="1950" b="1">
                <a:solidFill>
                  <a:srgbClr val="000000"/>
                </a:solidFill>
                <a:latin typeface="Arial"/>
                <a:ea typeface="Arial"/>
                <a:cs typeface="Arial"/>
              </a:defRPr>
            </a:lvl5pPr>
            <a:lvl6pPr algn="ctr">
              <a:defRPr sz="1950" b="1">
                <a:solidFill>
                  <a:srgbClr val="000000"/>
                </a:solidFill>
                <a:latin typeface="Arial"/>
                <a:ea typeface="Arial"/>
                <a:cs typeface="Arial"/>
              </a:defRPr>
            </a:lvl6pPr>
            <a:lvl7pPr algn="ctr">
              <a:defRPr sz="1950" b="1">
                <a:solidFill>
                  <a:srgbClr val="000000"/>
                </a:solidFill>
                <a:latin typeface="Arial"/>
                <a:ea typeface="Arial"/>
                <a:cs typeface="Arial"/>
              </a:defRPr>
            </a:lvl7pPr>
            <a:lvl8pPr algn="ctr">
              <a:defRPr sz="1950" b="1">
                <a:solidFill>
                  <a:srgbClr val="000000"/>
                </a:solidFill>
                <a:latin typeface="Arial"/>
                <a:ea typeface="Arial"/>
                <a:cs typeface="Arial"/>
              </a:defRPr>
            </a:lvl8pPr>
            <a:lvl9pPr algn="ctr">
              <a:defRPr sz="1950" b="1">
                <a:solidFill>
                  <a:srgbClr val="000000"/>
                </a:solidFill>
                <a:latin typeface="Arial"/>
                <a:ea typeface="Arial"/>
                <a:cs typeface="Arial"/>
              </a:defRPr>
            </a:lvl9pPr>
          </a:lstStyle>
          <a:p xmlns:a="http://schemas.openxmlformats.org/drawingml/2006/main">
            <a:pPr algn="ctr">
              <a:defRPr sz="1950" b="1">
                <a:solidFill>
                  <a:srgbClr val="000000"/>
                </a:solidFill>
                <a:latin typeface="Arial"/>
                <a:ea typeface="Arial"/>
                <a:cs typeface="Arial"/>
              </a:defRPr>
            </a:pPr>
            <a:r>
              <a:rPr sz="1950" b="1">
                <a:solidFill>
                  <a:srgbClr val="000000"/>
                </a:solidFill>
                <a:latin typeface="Arial"/>
                <a:ea typeface="Arial"/>
                <a:cs typeface="Arial"/>
              </a:rPr>
              <a:t>C</a:t>
            </a:r>
          </a:p>
        </p:txBody>
      </p:sp>
      <p:sp>
        <p:nvSpPr>
          <p:cNvPr id="39" name="order_Spatial reference_B">
            <a:extLst xmlns:a="http://schemas.openxmlformats.org/drawingml/2006/main">
              <a:ext uri="{FF2B5EF4-FFF2-40B4-BE49-F238E27FC236}">
                <a16:creationId xmlns:a16="http://schemas.microsoft.com/office/drawing/2014/main" id="{938CF045-8CFC-46BE-85B5-4FEA9E3AC9ED}"/>
              </a:ext>
            </a:extLst>
          </p:cNvPr>
          <p:cNvSpPr>
            <a:spLocks xmlns:a="http://schemas.openxmlformats.org/drawingml/2006/main" noGrp="1"/>
          </p:cNvSpPr>
          <p:nvPr/>
        </p:nvSpPr>
        <p:spPr>
          <a:xfrm xmlns:a="http://schemas.openxmlformats.org/drawingml/2006/main" rot="0" flipH="0" flipV="0">
            <a:off x="6022680" y="2038349"/>
            <a:ext cx="1326611" cy="288036"/>
          </a:xfrm>
          <a:prstGeom xmlns:a="http://schemas.openxmlformats.org/drawingml/2006/main" prst="rect">
            <a:avLst/>
          </a:prstGeom>
          <a:solidFill xmlns:a="http://schemas.openxmlformats.org/drawingml/2006/main">
            <a:srgbClr val="D55E00"/>
          </a:solidFill>
          <a:ln xmlns:a="http://schemas.openxmlformats.org/drawingml/2006/main" w="0">
            <a:noFill/>
            <a:prstDash val="solid"/>
          </a:ln>
        </p:spPr>
      </p:sp>
      <p:sp>
        <p:nvSpPr>
          <p:cNvPr id="40" name="order_label_Spatial reference_B">
            <a:extLst xmlns:a="http://schemas.openxmlformats.org/drawingml/2006/main">
              <a:ext uri="{FF2B5EF4-FFF2-40B4-BE49-F238E27FC236}">
                <a16:creationId xmlns:a16="http://schemas.microsoft.com/office/drawing/2014/main" id="{9BB4922F-2C06-4F7A-9413-F1257C0A86AC}"/>
              </a:ext>
            </a:extLst>
          </p:cNvPr>
          <p:cNvSpPr>
            <a:spLocks xmlns:a="http://schemas.openxmlformats.org/drawingml/2006/main" noGrp="1"/>
          </p:cNvSpPr>
          <p:nvPr/>
        </p:nvSpPr>
        <p:spPr>
          <a:xfrm xmlns:a="http://schemas.openxmlformats.org/drawingml/2006/main" rot="0" flipH="0" flipV="0">
            <a:off x="6022680" y="2046579"/>
            <a:ext cx="1326611" cy="2857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950" b="1">
                <a:solidFill>
                  <a:srgbClr val="000000"/>
                </a:solidFill>
                <a:latin typeface="Arial"/>
                <a:ea typeface="Arial"/>
                <a:cs typeface="Arial"/>
              </a:defRPr>
            </a:defPPr>
            <a:lvl1pPr algn="ctr">
              <a:defRPr sz="1950" b="1">
                <a:solidFill>
                  <a:srgbClr val="000000"/>
                </a:solidFill>
                <a:latin typeface="Arial"/>
                <a:ea typeface="Arial"/>
                <a:cs typeface="Arial"/>
              </a:defRPr>
            </a:lvl1pPr>
            <a:lvl2pPr algn="ctr">
              <a:defRPr sz="1950" b="1">
                <a:solidFill>
                  <a:srgbClr val="000000"/>
                </a:solidFill>
                <a:latin typeface="Arial"/>
                <a:ea typeface="Arial"/>
                <a:cs typeface="Arial"/>
              </a:defRPr>
            </a:lvl2pPr>
            <a:lvl3pPr algn="ctr">
              <a:defRPr sz="1950" b="1">
                <a:solidFill>
                  <a:srgbClr val="000000"/>
                </a:solidFill>
                <a:latin typeface="Arial"/>
                <a:ea typeface="Arial"/>
                <a:cs typeface="Arial"/>
              </a:defRPr>
            </a:lvl3pPr>
            <a:lvl4pPr algn="ctr">
              <a:defRPr sz="1950" b="1">
                <a:solidFill>
                  <a:srgbClr val="000000"/>
                </a:solidFill>
                <a:latin typeface="Arial"/>
                <a:ea typeface="Arial"/>
                <a:cs typeface="Arial"/>
              </a:defRPr>
            </a:lvl4pPr>
            <a:lvl5pPr algn="ctr">
              <a:defRPr sz="1950" b="1">
                <a:solidFill>
                  <a:srgbClr val="000000"/>
                </a:solidFill>
                <a:latin typeface="Arial"/>
                <a:ea typeface="Arial"/>
                <a:cs typeface="Arial"/>
              </a:defRPr>
            </a:lvl5pPr>
            <a:lvl6pPr algn="ctr">
              <a:defRPr sz="1950" b="1">
                <a:solidFill>
                  <a:srgbClr val="000000"/>
                </a:solidFill>
                <a:latin typeface="Arial"/>
                <a:ea typeface="Arial"/>
                <a:cs typeface="Arial"/>
              </a:defRPr>
            </a:lvl6pPr>
            <a:lvl7pPr algn="ctr">
              <a:defRPr sz="1950" b="1">
                <a:solidFill>
                  <a:srgbClr val="000000"/>
                </a:solidFill>
                <a:latin typeface="Arial"/>
                <a:ea typeface="Arial"/>
                <a:cs typeface="Arial"/>
              </a:defRPr>
            </a:lvl7pPr>
            <a:lvl8pPr algn="ctr">
              <a:defRPr sz="1950" b="1">
                <a:solidFill>
                  <a:srgbClr val="000000"/>
                </a:solidFill>
                <a:latin typeface="Arial"/>
                <a:ea typeface="Arial"/>
                <a:cs typeface="Arial"/>
              </a:defRPr>
            </a:lvl8pPr>
            <a:lvl9pPr algn="ctr">
              <a:defRPr sz="1950" b="1">
                <a:solidFill>
                  <a:srgbClr val="000000"/>
                </a:solidFill>
                <a:latin typeface="Arial"/>
                <a:ea typeface="Arial"/>
                <a:cs typeface="Arial"/>
              </a:defRPr>
            </a:lvl9pPr>
          </a:lstStyle>
          <a:p xmlns:a="http://schemas.openxmlformats.org/drawingml/2006/main">
            <a:pPr algn="ctr">
              <a:defRPr sz="1950" b="1">
                <a:solidFill>
                  <a:srgbClr val="000000"/>
                </a:solidFill>
                <a:latin typeface="Arial"/>
                <a:ea typeface="Arial"/>
                <a:cs typeface="Arial"/>
              </a:defRPr>
            </a:pPr>
            <a:r>
              <a:rPr sz="1950" b="1">
                <a:solidFill>
                  <a:srgbClr val="000000"/>
                </a:solidFill>
                <a:latin typeface="Arial"/>
                <a:ea typeface="Arial"/>
                <a:cs typeface="Arial"/>
              </a:rPr>
              <a:t>B</a:t>
            </a:r>
          </a:p>
        </p:txBody>
      </p:sp>
      <p:cxnSp>
        <p:nvCxnSpPr>
          <p:cNvPr id="41" name="exchange_B_correspondence">
            <a:extLst xmlns:a="http://schemas.openxmlformats.org/drawingml/2006/main">
              <a:ext uri="{FF2B5EF4-FFF2-40B4-BE49-F238E27FC236}">
                <a16:creationId xmlns:a16="http://schemas.microsoft.com/office/drawing/2014/main" id="{C5EC7AB6-37EC-4D96-AF7F-AADA35519300}"/>
              </a:ext>
            </a:extLst>
          </p:cNvPr>
          <p:cNvCxnSpPr>
            <a:stCxn xmlns:a="http://schemas.openxmlformats.org/drawingml/2006/main" id="30" idx="2"/>
            <a:endCxn xmlns:a="http://schemas.openxmlformats.org/drawingml/2006/main" id="39" idx="0"/>
          </p:cNvCxnSpPr>
          <p:nvPr/>
        </p:nvCxnSpPr>
        <p:spPr>
          <a:xfrm xmlns:a="http://schemas.openxmlformats.org/drawingml/2006/main">
            <a:off x="5270083" y="1269111"/>
            <a:ext cx="1415903" cy="769238"/>
          </a:xfrm>
          <a:prstGeom xmlns:a="http://schemas.openxmlformats.org/drawingml/2006/main" prst="straightConnector1">
            <a:avLst/>
          </a:prstGeom>
          <a:ln xmlns:a="http://schemas.openxmlformats.org/drawingml/2006/main" w="19050">
            <a:solidFill>
              <a:srgbClr val="D55E00"/>
            </a:solidFill>
            <a:tailEnd type="triangle" w="sm" len="sm"/>
          </a:ln>
        </p:spPr>
      </p:cxnSp>
      <p:cxnSp>
        <p:nvCxnSpPr>
          <p:cNvPr id="42" name="exchange_C_correspondence">
            <a:extLst xmlns:a="http://schemas.openxmlformats.org/drawingml/2006/main">
              <a:ext uri="{FF2B5EF4-FFF2-40B4-BE49-F238E27FC236}">
                <a16:creationId xmlns:a16="http://schemas.microsoft.com/office/drawing/2014/main" id="{0F4146E7-DF19-416E-B583-C32C0EE37513}"/>
              </a:ext>
            </a:extLst>
          </p:cNvPr>
          <p:cNvCxnSpPr>
            <a:stCxn xmlns:a="http://schemas.openxmlformats.org/drawingml/2006/main" id="32" idx="2"/>
            <a:endCxn xmlns:a="http://schemas.openxmlformats.org/drawingml/2006/main" id="37" idx="0"/>
          </p:cNvCxnSpPr>
          <p:nvPr/>
        </p:nvCxnSpPr>
        <p:spPr>
          <a:xfrm xmlns:a="http://schemas.openxmlformats.org/drawingml/2006/main" flipH="1">
            <a:off x="5270083" y="1269111"/>
            <a:ext cx="1415903" cy="769238"/>
          </a:xfrm>
          <a:prstGeom xmlns:a="http://schemas.openxmlformats.org/drawingml/2006/main" prst="straightConnector1">
            <a:avLst/>
          </a:prstGeom>
          <a:ln xmlns:a="http://schemas.openxmlformats.org/drawingml/2006/main" w="19050">
            <a:solidFill>
              <a:srgbClr val="009E73"/>
            </a:solidFill>
            <a:tailEnd type="triangle" w="sm" len="sm"/>
          </a:ln>
        </p:spPr>
      </p:cxnSp>
      <p:sp>
        <p:nvSpPr>
          <p:cNvPr id="43" name="a_b_separator">
            <a:extLst xmlns:a="http://schemas.openxmlformats.org/drawingml/2006/main">
              <a:ext uri="{FF2B5EF4-FFF2-40B4-BE49-F238E27FC236}">
                <a16:creationId xmlns:a16="http://schemas.microsoft.com/office/drawing/2014/main" id="{9EFDEB0C-EA06-439A-B4FC-0AE8A263FB95}"/>
              </a:ext>
            </a:extLst>
          </p:cNvPr>
          <p:cNvSpPr>
            <a:spLocks xmlns:a="http://schemas.openxmlformats.org/drawingml/2006/main" noGrp="1"/>
          </p:cNvSpPr>
          <p:nvPr/>
        </p:nvSpPr>
        <p:spPr>
          <a:xfrm xmlns:a="http://schemas.openxmlformats.org/drawingml/2006/main" rot="0" flipH="0" flipV="0">
            <a:off x="171450" y="2495550"/>
            <a:ext cx="8229600" cy="953"/>
          </a:xfrm>
          <a:custGeom xmlns:a="http://schemas.openxmlformats.org/drawingml/2006/main">
            <a:pathLst>
              <a:path w="8229600" h="953">
                <a:moveTo>
                  <a:pt x="0" y="0"/>
                </a:moveTo>
                <a:lnTo>
                  <a:pt x="8229600" y="953"/>
                </a:lnTo>
              </a:path>
            </a:pathLst>
          </a:custGeom>
          <a:noFill xmlns:a="http://schemas.openxmlformats.org/drawingml/2006/main"/>
          <a:ln xmlns:a="http://schemas.openxmlformats.org/drawingml/2006/main" w="12700">
            <a:solidFill>
              <a:srgbClr val="DAE3E8"/>
            </a:solidFill>
            <a:prstDash val="solid"/>
          </a:ln>
        </p:spPr>
      </p:sp>
      <p:sp>
        <p:nvSpPr>
          <p:cNvPr id="44" name="B_title">
            <a:extLst xmlns:a="http://schemas.openxmlformats.org/drawingml/2006/main">
              <a:ext uri="{FF2B5EF4-FFF2-40B4-BE49-F238E27FC236}">
                <a16:creationId xmlns:a16="http://schemas.microsoft.com/office/drawing/2014/main" id="{C24CCF3B-79B0-49D4-A7ED-D815071E9788}"/>
              </a:ext>
            </a:extLst>
          </p:cNvPr>
          <p:cNvSpPr>
            <a:spLocks xmlns:a="http://schemas.openxmlformats.org/drawingml/2006/main" noGrp="1"/>
          </p:cNvSpPr>
          <p:nvPr/>
        </p:nvSpPr>
        <p:spPr>
          <a:xfrm xmlns:a="http://schemas.openxmlformats.org/drawingml/2006/main" rot="0" flipH="0" flipV="0">
            <a:off x="171450" y="2628900"/>
            <a:ext cx="4038600" cy="3238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2025" b="1">
                <a:solidFill>
                  <a:srgbClr val="000000"/>
                </a:solidFill>
                <a:latin typeface="Arial"/>
                <a:ea typeface="Arial"/>
                <a:cs typeface="Arial"/>
              </a:defRPr>
            </a:defPPr>
            <a:lvl1pPr algn="l">
              <a:defRPr sz="2025" b="1">
                <a:solidFill>
                  <a:srgbClr val="000000"/>
                </a:solidFill>
                <a:latin typeface="Arial"/>
                <a:ea typeface="Arial"/>
                <a:cs typeface="Arial"/>
              </a:defRPr>
            </a:lvl1pPr>
            <a:lvl2pPr algn="l">
              <a:defRPr sz="2025" b="1">
                <a:solidFill>
                  <a:srgbClr val="000000"/>
                </a:solidFill>
                <a:latin typeface="Arial"/>
                <a:ea typeface="Arial"/>
                <a:cs typeface="Arial"/>
              </a:defRPr>
            </a:lvl2pPr>
            <a:lvl3pPr algn="l">
              <a:defRPr sz="2025" b="1">
                <a:solidFill>
                  <a:srgbClr val="000000"/>
                </a:solidFill>
                <a:latin typeface="Arial"/>
                <a:ea typeface="Arial"/>
                <a:cs typeface="Arial"/>
              </a:defRPr>
            </a:lvl3pPr>
            <a:lvl4pPr algn="l">
              <a:defRPr sz="2025" b="1">
                <a:solidFill>
                  <a:srgbClr val="000000"/>
                </a:solidFill>
                <a:latin typeface="Arial"/>
                <a:ea typeface="Arial"/>
                <a:cs typeface="Arial"/>
              </a:defRPr>
            </a:lvl4pPr>
            <a:lvl5pPr algn="l">
              <a:defRPr sz="2025" b="1">
                <a:solidFill>
                  <a:srgbClr val="000000"/>
                </a:solidFill>
                <a:latin typeface="Arial"/>
                <a:ea typeface="Arial"/>
                <a:cs typeface="Arial"/>
              </a:defRPr>
            </a:lvl5pPr>
            <a:lvl6pPr algn="l">
              <a:defRPr sz="2025" b="1">
                <a:solidFill>
                  <a:srgbClr val="000000"/>
                </a:solidFill>
                <a:latin typeface="Arial"/>
                <a:ea typeface="Arial"/>
                <a:cs typeface="Arial"/>
              </a:defRPr>
            </a:lvl6pPr>
            <a:lvl7pPr algn="l">
              <a:defRPr sz="2025" b="1">
                <a:solidFill>
                  <a:srgbClr val="000000"/>
                </a:solidFill>
                <a:latin typeface="Arial"/>
                <a:ea typeface="Arial"/>
                <a:cs typeface="Arial"/>
              </a:defRPr>
            </a:lvl7pPr>
            <a:lvl8pPr algn="l">
              <a:defRPr sz="2025" b="1">
                <a:solidFill>
                  <a:srgbClr val="000000"/>
                </a:solidFill>
                <a:latin typeface="Arial"/>
                <a:ea typeface="Arial"/>
                <a:cs typeface="Arial"/>
              </a:defRPr>
            </a:lvl8pPr>
            <a:lvl9pPr algn="l">
              <a:defRPr sz="2025" b="1">
                <a:solidFill>
                  <a:srgbClr val="000000"/>
                </a:solidFill>
                <a:latin typeface="Arial"/>
                <a:ea typeface="Arial"/>
                <a:cs typeface="Arial"/>
              </a:defRPr>
            </a:lvl9pPr>
          </a:lstStyle>
          <a:p xmlns:a="http://schemas.openxmlformats.org/drawingml/2006/main">
            <a:pPr algn="l">
              <a:defRPr sz="2025" b="1">
                <a:solidFill>
                  <a:srgbClr val="000000"/>
                </a:solidFill>
                <a:latin typeface="Arial"/>
                <a:ea typeface="Arial"/>
                <a:cs typeface="Arial"/>
              </a:defRPr>
            </a:pPr>
            <a:r>
              <a:rPr sz="2025" b="1">
                <a:solidFill>
                  <a:srgbClr val="000000"/>
                </a:solidFill>
                <a:latin typeface="Arial"/>
                <a:ea typeface="Arial"/>
                <a:cs typeface="Arial"/>
              </a:rPr>
              <a:t>(b) LCA filling</a:t>
            </a:r>
          </a:p>
        </p:txBody>
      </p:sp>
      <p:sp>
        <p:nvSpPr>
          <p:cNvPr id="45" name="B_topology_label">
            <a:extLst xmlns:a="http://schemas.openxmlformats.org/drawingml/2006/main">
              <a:ext uri="{FF2B5EF4-FFF2-40B4-BE49-F238E27FC236}">
                <a16:creationId xmlns:a16="http://schemas.microsoft.com/office/drawing/2014/main" id="{0003E3F6-179B-451C-8539-E400B98FE21D}"/>
              </a:ext>
            </a:extLst>
          </p:cNvPr>
          <p:cNvSpPr>
            <a:spLocks xmlns:a="http://schemas.openxmlformats.org/drawingml/2006/main" noGrp="1"/>
          </p:cNvSpPr>
          <p:nvPr/>
        </p:nvSpPr>
        <p:spPr>
          <a:xfrm xmlns:a="http://schemas.openxmlformats.org/drawingml/2006/main" rot="0" flipH="0" flipV="0">
            <a:off x="523875" y="3286125"/>
            <a:ext cx="114300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500" b="0">
                <a:solidFill>
                  <a:srgbClr val="000000"/>
                </a:solidFill>
                <a:latin typeface="Arial"/>
                <a:ea typeface="Arial"/>
                <a:cs typeface="Arial"/>
              </a:defRPr>
            </a:defPPr>
            <a:lvl1pPr algn="r">
              <a:defRPr sz="1500" b="0">
                <a:solidFill>
                  <a:srgbClr val="000000"/>
                </a:solidFill>
                <a:latin typeface="Arial"/>
                <a:ea typeface="Arial"/>
                <a:cs typeface="Arial"/>
              </a:defRPr>
            </a:lvl1pPr>
            <a:lvl2pPr algn="r">
              <a:defRPr sz="1500" b="0">
                <a:solidFill>
                  <a:srgbClr val="000000"/>
                </a:solidFill>
                <a:latin typeface="Arial"/>
                <a:ea typeface="Arial"/>
                <a:cs typeface="Arial"/>
              </a:defRPr>
            </a:lvl2pPr>
            <a:lvl3pPr algn="r">
              <a:defRPr sz="1500" b="0">
                <a:solidFill>
                  <a:srgbClr val="000000"/>
                </a:solidFill>
                <a:latin typeface="Arial"/>
                <a:ea typeface="Arial"/>
                <a:cs typeface="Arial"/>
              </a:defRPr>
            </a:lvl3pPr>
            <a:lvl4pPr algn="r">
              <a:defRPr sz="1500" b="0">
                <a:solidFill>
                  <a:srgbClr val="000000"/>
                </a:solidFill>
                <a:latin typeface="Arial"/>
                <a:ea typeface="Arial"/>
                <a:cs typeface="Arial"/>
              </a:defRPr>
            </a:lvl4pPr>
            <a:lvl5pPr algn="r">
              <a:defRPr sz="1500" b="0">
                <a:solidFill>
                  <a:srgbClr val="000000"/>
                </a:solidFill>
                <a:latin typeface="Arial"/>
                <a:ea typeface="Arial"/>
                <a:cs typeface="Arial"/>
              </a:defRPr>
            </a:lvl5pPr>
            <a:lvl6pPr algn="r">
              <a:defRPr sz="1500" b="0">
                <a:solidFill>
                  <a:srgbClr val="000000"/>
                </a:solidFill>
                <a:latin typeface="Arial"/>
                <a:ea typeface="Arial"/>
                <a:cs typeface="Arial"/>
              </a:defRPr>
            </a:lvl6pPr>
            <a:lvl7pPr algn="r">
              <a:defRPr sz="1500" b="0">
                <a:solidFill>
                  <a:srgbClr val="000000"/>
                </a:solidFill>
                <a:latin typeface="Arial"/>
                <a:ea typeface="Arial"/>
                <a:cs typeface="Arial"/>
              </a:defRPr>
            </a:lvl7pPr>
            <a:lvl8pPr algn="r">
              <a:defRPr sz="1500" b="0">
                <a:solidFill>
                  <a:srgbClr val="000000"/>
                </a:solidFill>
                <a:latin typeface="Arial"/>
                <a:ea typeface="Arial"/>
                <a:cs typeface="Arial"/>
              </a:defRPr>
            </a:lvl8pPr>
            <a:lvl9pPr algn="r">
              <a:defRPr sz="1500" b="0">
                <a:solidFill>
                  <a:srgbClr val="000000"/>
                </a:solidFill>
                <a:latin typeface="Arial"/>
                <a:ea typeface="Arial"/>
                <a:cs typeface="Arial"/>
              </a:defRPr>
            </a:lvl9pPr>
          </a:lstStyle>
          <a:p xmlns:a="http://schemas.openxmlformats.org/drawingml/2006/main">
            <a:pPr algn="l">
              <a:defRPr sz="1500" b="0">
                <a:solidFill>
                  <a:srgbClr val="000000"/>
                </a:solidFill>
                <a:latin typeface="Arial"/>
                <a:ea typeface="Arial"/>
                <a:cs typeface="Arial"/>
              </a:defRPr>
            </a:pPr>
            <a:r>
              <a:rPr sz="1500" b="0">
                <a:solidFill>
                  <a:srgbClr val="000000"/>
                </a:solidFill>
                <a:latin typeface="Arial"/>
                <a:ea typeface="Arial"/>
                <a:cs typeface="Arial"/>
              </a:rPr>
              <a:t>A–C–B</a:t>
            </a:r>
          </a:p>
        </p:txBody>
      </p:sp>
      <p:sp>
        <p:nvSpPr>
          <p:cNvPr id="46" name="B_s₁_level">
            <a:extLst xmlns:a="http://schemas.openxmlformats.org/drawingml/2006/main">
              <a:ext uri="{FF2B5EF4-FFF2-40B4-BE49-F238E27FC236}">
                <a16:creationId xmlns:a16="http://schemas.microsoft.com/office/drawing/2014/main" id="{ADEB72BE-275A-4C9B-AAB9-5B12F3A3E46A}"/>
              </a:ext>
            </a:extLst>
          </p:cNvPr>
          <p:cNvSpPr>
            <a:spLocks xmlns:a="http://schemas.openxmlformats.org/drawingml/2006/main" noGrp="1"/>
          </p:cNvSpPr>
          <p:nvPr/>
        </p:nvSpPr>
        <p:spPr>
          <a:xfrm xmlns:a="http://schemas.openxmlformats.org/drawingml/2006/main" rot="0" flipH="0" flipV="0">
            <a:off x="523875" y="4319732"/>
            <a:ext cx="3454210" cy="95"/>
          </a:xfrm>
          <a:custGeom xmlns:a="http://schemas.openxmlformats.org/drawingml/2006/main">
            <a:pathLst>
              <a:path w="3454210" h="95">
                <a:moveTo>
                  <a:pt x="0" y="0"/>
                </a:moveTo>
                <a:lnTo>
                  <a:pt x="3454210" y="95"/>
                </a:lnTo>
              </a:path>
            </a:pathLst>
          </a:custGeom>
          <a:noFill xmlns:a="http://schemas.openxmlformats.org/drawingml/2006/main"/>
          <a:ln xmlns:a="http://schemas.openxmlformats.org/drawingml/2006/main" w="10478">
            <a:solidFill>
              <a:srgbClr val="7B8790"/>
            </a:solidFill>
            <a:prstDash val="dash"/>
          </a:ln>
        </p:spPr>
      </p:sp>
      <p:sp>
        <p:nvSpPr>
          <p:cNvPr id="47" name="B_s₁_label">
            <a:extLst xmlns:a="http://schemas.openxmlformats.org/drawingml/2006/main">
              <a:ext uri="{FF2B5EF4-FFF2-40B4-BE49-F238E27FC236}">
                <a16:creationId xmlns:a16="http://schemas.microsoft.com/office/drawing/2014/main" id="{7FD3BE84-9936-4532-8448-38F9A65A8731}"/>
              </a:ext>
            </a:extLst>
          </p:cNvPr>
          <p:cNvSpPr>
            <a:spLocks xmlns:a="http://schemas.openxmlformats.org/drawingml/2006/main" noGrp="1"/>
          </p:cNvSpPr>
          <p:nvPr/>
        </p:nvSpPr>
        <p:spPr>
          <a:xfrm xmlns:a="http://schemas.openxmlformats.org/drawingml/2006/main" rot="0" flipH="0" flipV="0">
            <a:off x="4010025" y="4206846"/>
            <a:ext cx="304800" cy="2762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800" b="0">
                <a:solidFill>
                  <a:srgbClr val="000000"/>
                </a:solidFill>
                <a:latin typeface="Arial"/>
                <a:ea typeface="Arial"/>
                <a:cs typeface="Arial"/>
              </a:defRPr>
            </a:defPPr>
            <a:lvl1pPr algn="l">
              <a:defRPr sz="1800" b="0">
                <a:solidFill>
                  <a:srgbClr val="000000"/>
                </a:solidFill>
                <a:latin typeface="Arial"/>
                <a:ea typeface="Arial"/>
                <a:cs typeface="Arial"/>
              </a:defRPr>
            </a:lvl1pPr>
            <a:lvl2pPr algn="l">
              <a:defRPr sz="1800" b="0">
                <a:solidFill>
                  <a:srgbClr val="000000"/>
                </a:solidFill>
                <a:latin typeface="Arial"/>
                <a:ea typeface="Arial"/>
                <a:cs typeface="Arial"/>
              </a:defRPr>
            </a:lvl2pPr>
            <a:lvl3pPr algn="l">
              <a:defRPr sz="1800" b="0">
                <a:solidFill>
                  <a:srgbClr val="000000"/>
                </a:solidFill>
                <a:latin typeface="Arial"/>
                <a:ea typeface="Arial"/>
                <a:cs typeface="Arial"/>
              </a:defRPr>
            </a:lvl3pPr>
            <a:lvl4pPr algn="l">
              <a:defRPr sz="1800" b="0">
                <a:solidFill>
                  <a:srgbClr val="000000"/>
                </a:solidFill>
                <a:latin typeface="Arial"/>
                <a:ea typeface="Arial"/>
                <a:cs typeface="Arial"/>
              </a:defRPr>
            </a:lvl4pPr>
            <a:lvl5pPr algn="l">
              <a:defRPr sz="1800" b="0">
                <a:solidFill>
                  <a:srgbClr val="000000"/>
                </a:solidFill>
                <a:latin typeface="Arial"/>
                <a:ea typeface="Arial"/>
                <a:cs typeface="Arial"/>
              </a:defRPr>
            </a:lvl5pPr>
            <a:lvl6pPr algn="l">
              <a:defRPr sz="1800" b="0">
                <a:solidFill>
                  <a:srgbClr val="000000"/>
                </a:solidFill>
                <a:latin typeface="Arial"/>
                <a:ea typeface="Arial"/>
                <a:cs typeface="Arial"/>
              </a:defRPr>
            </a:lvl6pPr>
            <a:lvl7pPr algn="l">
              <a:defRPr sz="1800" b="0">
                <a:solidFill>
                  <a:srgbClr val="000000"/>
                </a:solidFill>
                <a:latin typeface="Arial"/>
                <a:ea typeface="Arial"/>
                <a:cs typeface="Arial"/>
              </a:defRPr>
            </a:lvl7pPr>
            <a:lvl8pPr algn="l">
              <a:defRPr sz="1800" b="0">
                <a:solidFill>
                  <a:srgbClr val="000000"/>
                </a:solidFill>
                <a:latin typeface="Arial"/>
                <a:ea typeface="Arial"/>
                <a:cs typeface="Arial"/>
              </a:defRPr>
            </a:lvl8pPr>
            <a:lvl9pPr algn="l">
              <a:defRPr sz="1800" b="0">
                <a:solidFill>
                  <a:srgbClr val="000000"/>
                </a:solidFill>
                <a:latin typeface="Arial"/>
                <a:ea typeface="Arial"/>
                <a:cs typeface="Arial"/>
              </a:defRPr>
            </a:lvl9pPr>
          </a:lstStyle>
          <a:p xmlns:a="http://schemas.openxmlformats.org/drawingml/2006/main">
            <a:pPr algn="l">
              <a:defRPr sz="1800" b="0">
                <a:solidFill>
                  <a:srgbClr val="000000"/>
                </a:solidFill>
                <a:latin typeface="Arial"/>
                <a:ea typeface="Arial"/>
                <a:cs typeface="Arial"/>
              </a:defRPr>
            </a:pPr>
            <a:r>
              <a:rPr sz="1800" b="0">
                <a:solidFill>
                  <a:srgbClr val="000000"/>
                </a:solidFill>
                <a:latin typeface="Arial"/>
                <a:ea typeface="Arial"/>
                <a:cs typeface="Arial"/>
              </a:rPr>
              <a:t>s</a:t>
            </a:r>
            <a:r>
              <a:rPr sz="1296" b="0" baseline="-25000">
                <a:solidFill>
                  <a:srgbClr val="000000"/>
                </a:solidFill>
                <a:latin typeface="Arial"/>
                <a:ea typeface="Arial"/>
                <a:cs typeface="Arial"/>
              </a:rPr>
              <a:t>1</a:t>
            </a:r>
          </a:p>
        </p:txBody>
      </p:sp>
      <p:sp>
        <p:nvSpPr>
          <p:cNvPr id="48" name="B_s₂_level">
            <a:extLst xmlns:a="http://schemas.openxmlformats.org/drawingml/2006/main">
              <a:ext uri="{FF2B5EF4-FFF2-40B4-BE49-F238E27FC236}">
                <a16:creationId xmlns:a16="http://schemas.microsoft.com/office/drawing/2014/main" id="{D67679C6-62B5-4FBF-83F9-4F1ABE29E05C}"/>
              </a:ext>
            </a:extLst>
          </p:cNvPr>
          <p:cNvSpPr>
            <a:spLocks xmlns:a="http://schemas.openxmlformats.org/drawingml/2006/main" noGrp="1"/>
          </p:cNvSpPr>
          <p:nvPr/>
        </p:nvSpPr>
        <p:spPr>
          <a:xfrm xmlns:a="http://schemas.openxmlformats.org/drawingml/2006/main" rot="0" flipH="0" flipV="0">
            <a:off x="523875" y="3872947"/>
            <a:ext cx="3454210" cy="95"/>
          </a:xfrm>
          <a:custGeom xmlns:a="http://schemas.openxmlformats.org/drawingml/2006/main">
            <a:pathLst>
              <a:path w="3454210" h="95">
                <a:moveTo>
                  <a:pt x="0" y="0"/>
                </a:moveTo>
                <a:lnTo>
                  <a:pt x="3454210" y="95"/>
                </a:lnTo>
              </a:path>
            </a:pathLst>
          </a:custGeom>
          <a:noFill xmlns:a="http://schemas.openxmlformats.org/drawingml/2006/main"/>
          <a:ln xmlns:a="http://schemas.openxmlformats.org/drawingml/2006/main" w="10478">
            <a:solidFill>
              <a:srgbClr val="7B8790"/>
            </a:solidFill>
            <a:prstDash val="dash"/>
          </a:ln>
        </p:spPr>
      </p:sp>
      <p:sp>
        <p:nvSpPr>
          <p:cNvPr id="49" name="B_s₂_label">
            <a:extLst xmlns:a="http://schemas.openxmlformats.org/drawingml/2006/main">
              <a:ext uri="{FF2B5EF4-FFF2-40B4-BE49-F238E27FC236}">
                <a16:creationId xmlns:a16="http://schemas.microsoft.com/office/drawing/2014/main" id="{1DDD2B55-09D1-4BBF-BE52-A40EA8BE3F89}"/>
              </a:ext>
            </a:extLst>
          </p:cNvPr>
          <p:cNvSpPr>
            <a:spLocks xmlns:a="http://schemas.openxmlformats.org/drawingml/2006/main" noGrp="1"/>
          </p:cNvSpPr>
          <p:nvPr/>
        </p:nvSpPr>
        <p:spPr>
          <a:xfrm xmlns:a="http://schemas.openxmlformats.org/drawingml/2006/main" rot="0" flipH="0" flipV="0">
            <a:off x="4010025" y="3760061"/>
            <a:ext cx="304800" cy="2762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800" b="0">
                <a:solidFill>
                  <a:srgbClr val="000000"/>
                </a:solidFill>
                <a:latin typeface="Arial"/>
                <a:ea typeface="Arial"/>
                <a:cs typeface="Arial"/>
              </a:defRPr>
            </a:defPPr>
            <a:lvl1pPr algn="l">
              <a:defRPr sz="1800" b="0">
                <a:solidFill>
                  <a:srgbClr val="000000"/>
                </a:solidFill>
                <a:latin typeface="Arial"/>
                <a:ea typeface="Arial"/>
                <a:cs typeface="Arial"/>
              </a:defRPr>
            </a:lvl1pPr>
            <a:lvl2pPr algn="l">
              <a:defRPr sz="1800" b="0">
                <a:solidFill>
                  <a:srgbClr val="000000"/>
                </a:solidFill>
                <a:latin typeface="Arial"/>
                <a:ea typeface="Arial"/>
                <a:cs typeface="Arial"/>
              </a:defRPr>
            </a:lvl2pPr>
            <a:lvl3pPr algn="l">
              <a:defRPr sz="1800" b="0">
                <a:solidFill>
                  <a:srgbClr val="000000"/>
                </a:solidFill>
                <a:latin typeface="Arial"/>
                <a:ea typeface="Arial"/>
                <a:cs typeface="Arial"/>
              </a:defRPr>
            </a:lvl3pPr>
            <a:lvl4pPr algn="l">
              <a:defRPr sz="1800" b="0">
                <a:solidFill>
                  <a:srgbClr val="000000"/>
                </a:solidFill>
                <a:latin typeface="Arial"/>
                <a:ea typeface="Arial"/>
                <a:cs typeface="Arial"/>
              </a:defRPr>
            </a:lvl4pPr>
            <a:lvl5pPr algn="l">
              <a:defRPr sz="1800" b="0">
                <a:solidFill>
                  <a:srgbClr val="000000"/>
                </a:solidFill>
                <a:latin typeface="Arial"/>
                <a:ea typeface="Arial"/>
                <a:cs typeface="Arial"/>
              </a:defRPr>
            </a:lvl5pPr>
            <a:lvl6pPr algn="l">
              <a:defRPr sz="1800" b="0">
                <a:solidFill>
                  <a:srgbClr val="000000"/>
                </a:solidFill>
                <a:latin typeface="Arial"/>
                <a:ea typeface="Arial"/>
                <a:cs typeface="Arial"/>
              </a:defRPr>
            </a:lvl6pPr>
            <a:lvl7pPr algn="l">
              <a:defRPr sz="1800" b="0">
                <a:solidFill>
                  <a:srgbClr val="000000"/>
                </a:solidFill>
                <a:latin typeface="Arial"/>
                <a:ea typeface="Arial"/>
                <a:cs typeface="Arial"/>
              </a:defRPr>
            </a:lvl7pPr>
            <a:lvl8pPr algn="l">
              <a:defRPr sz="1800" b="0">
                <a:solidFill>
                  <a:srgbClr val="000000"/>
                </a:solidFill>
                <a:latin typeface="Arial"/>
                <a:ea typeface="Arial"/>
                <a:cs typeface="Arial"/>
              </a:defRPr>
            </a:lvl8pPr>
            <a:lvl9pPr algn="l">
              <a:defRPr sz="1800" b="0">
                <a:solidFill>
                  <a:srgbClr val="000000"/>
                </a:solidFill>
                <a:latin typeface="Arial"/>
                <a:ea typeface="Arial"/>
                <a:cs typeface="Arial"/>
              </a:defRPr>
            </a:lvl9pPr>
          </a:lstStyle>
          <a:p xmlns:a="http://schemas.openxmlformats.org/drawingml/2006/main">
            <a:pPr algn="l">
              <a:defRPr sz="1800" b="0">
                <a:solidFill>
                  <a:srgbClr val="000000"/>
                </a:solidFill>
                <a:latin typeface="Arial"/>
                <a:ea typeface="Arial"/>
                <a:cs typeface="Arial"/>
              </a:defRPr>
            </a:pPr>
            <a:r>
              <a:rPr sz="1800" b="0">
                <a:solidFill>
                  <a:srgbClr val="000000"/>
                </a:solidFill>
                <a:latin typeface="Arial"/>
                <a:ea typeface="Arial"/>
                <a:cs typeface="Arial"/>
              </a:rPr>
              <a:t>s</a:t>
            </a:r>
            <a:r>
              <a:rPr sz="1296" b="0" baseline="-25000">
                <a:solidFill>
                  <a:srgbClr val="000000"/>
                </a:solidFill>
                <a:latin typeface="Arial"/>
                <a:ea typeface="Arial"/>
                <a:cs typeface="Arial"/>
              </a:rPr>
              <a:t>2</a:t>
            </a:r>
          </a:p>
        </p:txBody>
      </p:sp>
      <p:sp>
        <p:nvSpPr>
          <p:cNvPr id="50" name="B_y_axis">
            <a:extLst xmlns:a="http://schemas.openxmlformats.org/drawingml/2006/main">
              <a:ext uri="{FF2B5EF4-FFF2-40B4-BE49-F238E27FC236}">
                <a16:creationId xmlns:a16="http://schemas.microsoft.com/office/drawing/2014/main" id="{EFE46021-191C-4596-B149-DA400AA55F05}"/>
              </a:ext>
            </a:extLst>
          </p:cNvPr>
          <p:cNvSpPr>
            <a:spLocks xmlns:a="http://schemas.openxmlformats.org/drawingml/2006/main" noGrp="1"/>
          </p:cNvSpPr>
          <p:nvPr/>
        </p:nvSpPr>
        <p:spPr>
          <a:xfrm xmlns:a="http://schemas.openxmlformats.org/drawingml/2006/main" rot="0" flipH="0" flipV="0">
            <a:off x="523875" y="3667125"/>
            <a:ext cx="95" cy="1104412"/>
          </a:xfrm>
          <a:custGeom xmlns:a="http://schemas.openxmlformats.org/drawingml/2006/main">
            <a:pathLst>
              <a:path w="95" h="1104412">
                <a:moveTo>
                  <a:pt x="0" y="0"/>
                </a:moveTo>
                <a:lnTo>
                  <a:pt x="95" y="1104412"/>
                </a:lnTo>
              </a:path>
            </a:pathLst>
          </a:custGeom>
          <a:noFill xmlns:a="http://schemas.openxmlformats.org/drawingml/2006/main"/>
          <a:ln xmlns:a="http://schemas.openxmlformats.org/drawingml/2006/main" w="10478">
            <a:solidFill>
              <a:srgbClr val="263238"/>
            </a:solidFill>
            <a:prstDash val="solid"/>
          </a:ln>
        </p:spPr>
      </p:sp>
      <p:sp>
        <p:nvSpPr>
          <p:cNvPr id="51" name="B_x_axis">
            <a:extLst xmlns:a="http://schemas.openxmlformats.org/drawingml/2006/main">
              <a:ext uri="{FF2B5EF4-FFF2-40B4-BE49-F238E27FC236}">
                <a16:creationId xmlns:a16="http://schemas.microsoft.com/office/drawing/2014/main" id="{29379651-AE8F-4E49-9730-3F9DC5F5EB88}"/>
              </a:ext>
            </a:extLst>
          </p:cNvPr>
          <p:cNvSpPr>
            <a:spLocks xmlns:a="http://schemas.openxmlformats.org/drawingml/2006/main" noGrp="1"/>
          </p:cNvSpPr>
          <p:nvPr/>
        </p:nvSpPr>
        <p:spPr>
          <a:xfrm xmlns:a="http://schemas.openxmlformats.org/drawingml/2006/main" rot="0" flipH="0" flipV="0">
            <a:off x="523875" y="4766517"/>
            <a:ext cx="3458407" cy="95"/>
          </a:xfrm>
          <a:custGeom xmlns:a="http://schemas.openxmlformats.org/drawingml/2006/main">
            <a:pathLst>
              <a:path w="3458407" h="95">
                <a:moveTo>
                  <a:pt x="0" y="0"/>
                </a:moveTo>
                <a:lnTo>
                  <a:pt x="3458407" y="95"/>
                </a:lnTo>
              </a:path>
            </a:pathLst>
          </a:custGeom>
          <a:noFill xmlns:a="http://schemas.openxmlformats.org/drawingml/2006/main"/>
          <a:ln xmlns:a="http://schemas.openxmlformats.org/drawingml/2006/main" w="10478">
            <a:solidFill>
              <a:srgbClr val="263238"/>
            </a:solidFill>
            <a:prstDash val="solid"/>
          </a:ln>
        </p:spPr>
      </p:sp>
      <p:sp>
        <p:nvSpPr>
          <p:cNvPr id="52" name="B_f">
            <a:extLst xmlns:a="http://schemas.openxmlformats.org/drawingml/2006/main">
              <a:ext uri="{FF2B5EF4-FFF2-40B4-BE49-F238E27FC236}">
                <a16:creationId xmlns:a16="http://schemas.microsoft.com/office/drawing/2014/main" id="{5695CB72-F748-466D-80AF-7C5263F8062F}"/>
              </a:ext>
            </a:extLst>
          </p:cNvPr>
          <p:cNvSpPr>
            <a:spLocks xmlns:a="http://schemas.openxmlformats.org/drawingml/2006/main" noGrp="1"/>
          </p:cNvSpPr>
          <p:nvPr/>
        </p:nvSpPr>
        <p:spPr>
          <a:xfrm xmlns:a="http://schemas.openxmlformats.org/drawingml/2006/main" rot="0" flipH="0" flipV="0">
            <a:off x="323850" y="3543300"/>
            <a:ext cx="238125" cy="2762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725" b="0">
                <a:solidFill>
                  <a:srgbClr val="000000"/>
                </a:solidFill>
                <a:latin typeface="Arial"/>
                <a:ea typeface="Arial"/>
                <a:cs typeface="Arial"/>
              </a:defRPr>
            </a:defPPr>
            <a:lvl1pPr algn="l">
              <a:defRPr sz="1725" b="0">
                <a:solidFill>
                  <a:srgbClr val="000000"/>
                </a:solidFill>
                <a:latin typeface="Arial"/>
                <a:ea typeface="Arial"/>
                <a:cs typeface="Arial"/>
              </a:defRPr>
            </a:lvl1pPr>
            <a:lvl2pPr algn="l">
              <a:defRPr sz="1725" b="0">
                <a:solidFill>
                  <a:srgbClr val="000000"/>
                </a:solidFill>
                <a:latin typeface="Arial"/>
                <a:ea typeface="Arial"/>
                <a:cs typeface="Arial"/>
              </a:defRPr>
            </a:lvl2pPr>
            <a:lvl3pPr algn="l">
              <a:defRPr sz="1725" b="0">
                <a:solidFill>
                  <a:srgbClr val="000000"/>
                </a:solidFill>
                <a:latin typeface="Arial"/>
                <a:ea typeface="Arial"/>
                <a:cs typeface="Arial"/>
              </a:defRPr>
            </a:lvl3pPr>
            <a:lvl4pPr algn="l">
              <a:defRPr sz="1725" b="0">
                <a:solidFill>
                  <a:srgbClr val="000000"/>
                </a:solidFill>
                <a:latin typeface="Arial"/>
                <a:ea typeface="Arial"/>
                <a:cs typeface="Arial"/>
              </a:defRPr>
            </a:lvl4pPr>
            <a:lvl5pPr algn="l">
              <a:defRPr sz="1725" b="0">
                <a:solidFill>
                  <a:srgbClr val="000000"/>
                </a:solidFill>
                <a:latin typeface="Arial"/>
                <a:ea typeface="Arial"/>
                <a:cs typeface="Arial"/>
              </a:defRPr>
            </a:lvl5pPr>
            <a:lvl6pPr algn="l">
              <a:defRPr sz="1725" b="0">
                <a:solidFill>
                  <a:srgbClr val="000000"/>
                </a:solidFill>
                <a:latin typeface="Arial"/>
                <a:ea typeface="Arial"/>
                <a:cs typeface="Arial"/>
              </a:defRPr>
            </a:lvl6pPr>
            <a:lvl7pPr algn="l">
              <a:defRPr sz="1725" b="0">
                <a:solidFill>
                  <a:srgbClr val="000000"/>
                </a:solidFill>
                <a:latin typeface="Arial"/>
                <a:ea typeface="Arial"/>
                <a:cs typeface="Arial"/>
              </a:defRPr>
            </a:lvl7pPr>
            <a:lvl8pPr algn="l">
              <a:defRPr sz="1725" b="0">
                <a:solidFill>
                  <a:srgbClr val="000000"/>
                </a:solidFill>
                <a:latin typeface="Arial"/>
                <a:ea typeface="Arial"/>
                <a:cs typeface="Arial"/>
              </a:defRPr>
            </a:lvl8pPr>
            <a:lvl9pPr algn="l">
              <a:defRPr sz="1725" b="0">
                <a:solidFill>
                  <a:srgbClr val="000000"/>
                </a:solidFill>
                <a:latin typeface="Arial"/>
                <a:ea typeface="Arial"/>
                <a:cs typeface="Arial"/>
              </a:defRPr>
            </a:lvl9pPr>
          </a:lstStyle>
          <a:p xmlns:a="http://schemas.openxmlformats.org/drawingml/2006/main">
            <a:pPr algn="l">
              <a:defRPr sz="1725" b="0">
                <a:solidFill>
                  <a:srgbClr val="000000"/>
                </a:solidFill>
                <a:latin typeface="Arial"/>
                <a:ea typeface="Arial"/>
                <a:cs typeface="Arial"/>
              </a:defRPr>
            </a:pPr>
            <a:r>
              <a:rPr sz="1725" b="0">
                <a:solidFill>
                  <a:srgbClr val="000000"/>
                </a:solidFill>
                <a:latin typeface="Arial"/>
                <a:ea typeface="Arial"/>
                <a:cs typeface="Arial"/>
              </a:rPr>
              <a:t>f</a:t>
            </a:r>
          </a:p>
        </p:txBody>
      </p:sp>
      <p:sp>
        <p:nvSpPr>
          <p:cNvPr id="53" name="B_u">
            <a:extLst xmlns:a="http://schemas.openxmlformats.org/drawingml/2006/main">
              <a:ext uri="{FF2B5EF4-FFF2-40B4-BE49-F238E27FC236}">
                <a16:creationId xmlns:a16="http://schemas.microsoft.com/office/drawing/2014/main" id="{943429F1-3F34-4F26-AD5B-A346C840493A}"/>
              </a:ext>
            </a:extLst>
          </p:cNvPr>
          <p:cNvSpPr>
            <a:spLocks xmlns:a="http://schemas.openxmlformats.org/drawingml/2006/main" noGrp="1"/>
          </p:cNvSpPr>
          <p:nvPr/>
        </p:nvSpPr>
        <p:spPr>
          <a:xfrm xmlns:a="http://schemas.openxmlformats.org/drawingml/2006/main" rot="0" flipH="0" flipV="0">
            <a:off x="4048125" y="4657725"/>
            <a:ext cx="238125" cy="2762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725" b="0">
                <a:solidFill>
                  <a:srgbClr val="000000"/>
                </a:solidFill>
                <a:latin typeface="Arial"/>
                <a:ea typeface="Arial"/>
                <a:cs typeface="Arial"/>
              </a:defRPr>
            </a:defPPr>
            <a:lvl1pPr algn="l">
              <a:defRPr sz="1725" b="0">
                <a:solidFill>
                  <a:srgbClr val="000000"/>
                </a:solidFill>
                <a:latin typeface="Arial"/>
                <a:ea typeface="Arial"/>
                <a:cs typeface="Arial"/>
              </a:defRPr>
            </a:lvl1pPr>
            <a:lvl2pPr algn="l">
              <a:defRPr sz="1725" b="0">
                <a:solidFill>
                  <a:srgbClr val="000000"/>
                </a:solidFill>
                <a:latin typeface="Arial"/>
                <a:ea typeface="Arial"/>
                <a:cs typeface="Arial"/>
              </a:defRPr>
            </a:lvl2pPr>
            <a:lvl3pPr algn="l">
              <a:defRPr sz="1725" b="0">
                <a:solidFill>
                  <a:srgbClr val="000000"/>
                </a:solidFill>
                <a:latin typeface="Arial"/>
                <a:ea typeface="Arial"/>
                <a:cs typeface="Arial"/>
              </a:defRPr>
            </a:lvl3pPr>
            <a:lvl4pPr algn="l">
              <a:defRPr sz="1725" b="0">
                <a:solidFill>
                  <a:srgbClr val="000000"/>
                </a:solidFill>
                <a:latin typeface="Arial"/>
                <a:ea typeface="Arial"/>
                <a:cs typeface="Arial"/>
              </a:defRPr>
            </a:lvl4pPr>
            <a:lvl5pPr algn="l">
              <a:defRPr sz="1725" b="0">
                <a:solidFill>
                  <a:srgbClr val="000000"/>
                </a:solidFill>
                <a:latin typeface="Arial"/>
                <a:ea typeface="Arial"/>
                <a:cs typeface="Arial"/>
              </a:defRPr>
            </a:lvl5pPr>
            <a:lvl6pPr algn="l">
              <a:defRPr sz="1725" b="0">
                <a:solidFill>
                  <a:srgbClr val="000000"/>
                </a:solidFill>
                <a:latin typeface="Arial"/>
                <a:ea typeface="Arial"/>
                <a:cs typeface="Arial"/>
              </a:defRPr>
            </a:lvl6pPr>
            <a:lvl7pPr algn="l">
              <a:defRPr sz="1725" b="0">
                <a:solidFill>
                  <a:srgbClr val="000000"/>
                </a:solidFill>
                <a:latin typeface="Arial"/>
                <a:ea typeface="Arial"/>
                <a:cs typeface="Arial"/>
              </a:defRPr>
            </a:lvl7pPr>
            <a:lvl8pPr algn="l">
              <a:defRPr sz="1725" b="0">
                <a:solidFill>
                  <a:srgbClr val="000000"/>
                </a:solidFill>
                <a:latin typeface="Arial"/>
                <a:ea typeface="Arial"/>
                <a:cs typeface="Arial"/>
              </a:defRPr>
            </a:lvl8pPr>
            <a:lvl9pPr algn="l">
              <a:defRPr sz="1725" b="0">
                <a:solidFill>
                  <a:srgbClr val="000000"/>
                </a:solidFill>
                <a:latin typeface="Arial"/>
                <a:ea typeface="Arial"/>
                <a:cs typeface="Arial"/>
              </a:defRPr>
            </a:lvl9pPr>
          </a:lstStyle>
          <a:p xmlns:a="http://schemas.openxmlformats.org/drawingml/2006/main">
            <a:pPr algn="l">
              <a:defRPr sz="1725" b="0">
                <a:solidFill>
                  <a:srgbClr val="000000"/>
                </a:solidFill>
                <a:latin typeface="Arial"/>
                <a:ea typeface="Arial"/>
                <a:cs typeface="Arial"/>
              </a:defRPr>
            </a:pPr>
            <a:r>
              <a:rPr sz="1725" b="0">
                <a:solidFill>
                  <a:srgbClr val="000000"/>
                </a:solidFill>
                <a:latin typeface="Arial"/>
                <a:ea typeface="Arial"/>
                <a:cs typeface="Arial"/>
              </a:rPr>
              <a:t>u</a:t>
            </a:r>
          </a:p>
        </p:txBody>
      </p:sp>
      <p:sp>
        <p:nvSpPr>
          <p:cNvPr id="54" name="B_P_res_true_profile">
            <a:extLst xmlns:a="http://schemas.openxmlformats.org/drawingml/2006/main">
              <a:ext uri="{FF2B5EF4-FFF2-40B4-BE49-F238E27FC236}">
                <a16:creationId xmlns:a16="http://schemas.microsoft.com/office/drawing/2014/main" id="{FE4842DF-9938-4CD5-B8E0-529A1D448F1A}"/>
              </a:ext>
            </a:extLst>
          </p:cNvPr>
          <p:cNvSpPr>
            <a:spLocks xmlns:a="http://schemas.openxmlformats.org/drawingml/2006/main" noGrp="1"/>
          </p:cNvSpPr>
          <p:nvPr/>
        </p:nvSpPr>
        <p:spPr>
          <a:xfrm xmlns:a="http://schemas.openxmlformats.org/drawingml/2006/main" rot="0" flipH="0" flipV="0">
            <a:off x="523875" y="3716572"/>
            <a:ext cx="3454210" cy="1049945"/>
          </a:xfrm>
          <a:custGeom xmlns:a="http://schemas.openxmlformats.org/drawingml/2006/main">
            <a:pathLst>
              <a:path w="6772960" h="1721221">
                <a:moveTo>
                  <a:pt x="0" y="0"/>
                </a:moveTo>
                <a:lnTo>
                  <a:pt x="52597" y="8016"/>
                </a:lnTo>
                <a:lnTo>
                  <a:pt x="105195" y="31914"/>
                </a:lnTo>
                <a:lnTo>
                  <a:pt x="157793" y="71249"/>
                </a:lnTo>
                <a:lnTo>
                  <a:pt x="210391" y="125289"/>
                </a:lnTo>
                <a:lnTo>
                  <a:pt x="262989" y="193026"/>
                </a:lnTo>
                <a:lnTo>
                  <a:pt x="315587" y="273198"/>
                </a:lnTo>
                <a:lnTo>
                  <a:pt x="368185" y="364314"/>
                </a:lnTo>
                <a:lnTo>
                  <a:pt x="420783" y="464674"/>
                </a:lnTo>
                <a:lnTo>
                  <a:pt x="473381" y="572410"/>
                </a:lnTo>
                <a:lnTo>
                  <a:pt x="525978" y="685514"/>
                </a:lnTo>
                <a:lnTo>
                  <a:pt x="578576" y="801881"/>
                </a:lnTo>
                <a:lnTo>
                  <a:pt x="631174" y="919341"/>
                </a:lnTo>
                <a:lnTo>
                  <a:pt x="683772" y="1035707"/>
                </a:lnTo>
                <a:lnTo>
                  <a:pt x="736370" y="1148812"/>
                </a:lnTo>
                <a:lnTo>
                  <a:pt x="788968" y="1256548"/>
                </a:lnTo>
                <a:lnTo>
                  <a:pt x="841566" y="1356908"/>
                </a:lnTo>
                <a:lnTo>
                  <a:pt x="894164" y="1448023"/>
                </a:lnTo>
                <a:lnTo>
                  <a:pt x="946761" y="1528196"/>
                </a:lnTo>
                <a:lnTo>
                  <a:pt x="999359" y="1595933"/>
                </a:lnTo>
                <a:lnTo>
                  <a:pt x="1051957" y="1649972"/>
                </a:lnTo>
                <a:lnTo>
                  <a:pt x="1104555" y="1689307"/>
                </a:lnTo>
                <a:lnTo>
                  <a:pt x="1157153" y="1713205"/>
                </a:lnTo>
                <a:lnTo>
                  <a:pt x="1209751" y="1721221"/>
                </a:lnTo>
                <a:lnTo>
                  <a:pt x="1260560" y="1717810"/>
                </a:lnTo>
                <a:lnTo>
                  <a:pt x="1311368" y="1707641"/>
                </a:lnTo>
                <a:lnTo>
                  <a:pt x="1362177" y="1690903"/>
                </a:lnTo>
                <a:lnTo>
                  <a:pt x="1412986" y="1667907"/>
                </a:lnTo>
                <a:lnTo>
                  <a:pt x="1463795" y="1639083"/>
                </a:lnTo>
                <a:lnTo>
                  <a:pt x="1514604" y="1604967"/>
                </a:lnTo>
                <a:lnTo>
                  <a:pt x="1565413" y="1566194"/>
                </a:lnTo>
                <a:lnTo>
                  <a:pt x="1616221" y="1523488"/>
                </a:lnTo>
                <a:lnTo>
                  <a:pt x="1667030" y="1477643"/>
                </a:lnTo>
                <a:lnTo>
                  <a:pt x="1717839" y="1429513"/>
                </a:lnTo>
                <a:lnTo>
                  <a:pt x="1768648" y="1379996"/>
                </a:lnTo>
                <a:lnTo>
                  <a:pt x="1819457" y="1330012"/>
                </a:lnTo>
                <a:lnTo>
                  <a:pt x="1870266" y="1280495"/>
                </a:lnTo>
                <a:lnTo>
                  <a:pt x="1921074" y="1232365"/>
                </a:lnTo>
                <a:lnTo>
                  <a:pt x="1971883" y="1186520"/>
                </a:lnTo>
                <a:lnTo>
                  <a:pt x="2022692" y="1143814"/>
                </a:lnTo>
                <a:lnTo>
                  <a:pt x="2073501" y="1105041"/>
                </a:lnTo>
                <a:lnTo>
                  <a:pt x="2124310" y="1070925"/>
                </a:lnTo>
                <a:lnTo>
                  <a:pt x="2175119" y="1042101"/>
                </a:lnTo>
                <a:lnTo>
                  <a:pt x="2225927" y="1019105"/>
                </a:lnTo>
                <a:lnTo>
                  <a:pt x="2276736" y="1002367"/>
                </a:lnTo>
                <a:lnTo>
                  <a:pt x="2327545" y="992198"/>
                </a:lnTo>
                <a:lnTo>
                  <a:pt x="2378354" y="988787"/>
                </a:lnTo>
                <a:lnTo>
                  <a:pt x="2428805" y="992198"/>
                </a:lnTo>
                <a:lnTo>
                  <a:pt x="2479256" y="1002367"/>
                </a:lnTo>
                <a:lnTo>
                  <a:pt x="2529707" y="1019105"/>
                </a:lnTo>
                <a:lnTo>
                  <a:pt x="2580158" y="1042101"/>
                </a:lnTo>
                <a:lnTo>
                  <a:pt x="2630609" y="1070925"/>
                </a:lnTo>
                <a:lnTo>
                  <a:pt x="2681060" y="1105041"/>
                </a:lnTo>
                <a:lnTo>
                  <a:pt x="2731511" y="1143814"/>
                </a:lnTo>
                <a:lnTo>
                  <a:pt x="2781962" y="1186520"/>
                </a:lnTo>
                <a:lnTo>
                  <a:pt x="2832413" y="1232365"/>
                </a:lnTo>
                <a:lnTo>
                  <a:pt x="2882864" y="1280495"/>
                </a:lnTo>
                <a:lnTo>
                  <a:pt x="2933315" y="1330012"/>
                </a:lnTo>
                <a:lnTo>
                  <a:pt x="2983766" y="1379996"/>
                </a:lnTo>
                <a:lnTo>
                  <a:pt x="3034217" y="1429513"/>
                </a:lnTo>
                <a:lnTo>
                  <a:pt x="3084668" y="1477643"/>
                </a:lnTo>
                <a:lnTo>
                  <a:pt x="3135119" y="1523488"/>
                </a:lnTo>
                <a:lnTo>
                  <a:pt x="3185570" y="1566194"/>
                </a:lnTo>
                <a:lnTo>
                  <a:pt x="3236021" y="1604967"/>
                </a:lnTo>
                <a:lnTo>
                  <a:pt x="3286472" y="1639083"/>
                </a:lnTo>
                <a:lnTo>
                  <a:pt x="3336923" y="1667907"/>
                </a:lnTo>
                <a:lnTo>
                  <a:pt x="3387375" y="1690903"/>
                </a:lnTo>
                <a:lnTo>
                  <a:pt x="3437826" y="1707641"/>
                </a:lnTo>
                <a:lnTo>
                  <a:pt x="3488277" y="1717810"/>
                </a:lnTo>
                <a:lnTo>
                  <a:pt x="3538728" y="1721221"/>
                </a:lnTo>
                <a:lnTo>
                  <a:pt x="3589179" y="1714399"/>
                </a:lnTo>
                <a:lnTo>
                  <a:pt x="3639630" y="1694061"/>
                </a:lnTo>
                <a:lnTo>
                  <a:pt x="3690081" y="1660584"/>
                </a:lnTo>
                <a:lnTo>
                  <a:pt x="3740532" y="1614593"/>
                </a:lnTo>
                <a:lnTo>
                  <a:pt x="3790983" y="1556944"/>
                </a:lnTo>
                <a:lnTo>
                  <a:pt x="3841434" y="1488712"/>
                </a:lnTo>
                <a:lnTo>
                  <a:pt x="3891885" y="1411167"/>
                </a:lnTo>
                <a:lnTo>
                  <a:pt x="3942336" y="1325754"/>
                </a:lnTo>
                <a:lnTo>
                  <a:pt x="3992787" y="1234064"/>
                </a:lnTo>
                <a:lnTo>
                  <a:pt x="4043238" y="1137805"/>
                </a:lnTo>
                <a:lnTo>
                  <a:pt x="4093689" y="1038770"/>
                </a:lnTo>
                <a:lnTo>
                  <a:pt x="4144140" y="938804"/>
                </a:lnTo>
                <a:lnTo>
                  <a:pt x="4194591" y="839769"/>
                </a:lnTo>
                <a:lnTo>
                  <a:pt x="4245042" y="743509"/>
                </a:lnTo>
                <a:lnTo>
                  <a:pt x="4295493" y="651819"/>
                </a:lnTo>
                <a:lnTo>
                  <a:pt x="4345944" y="566406"/>
                </a:lnTo>
                <a:lnTo>
                  <a:pt x="4396395" y="488861"/>
                </a:lnTo>
                <a:lnTo>
                  <a:pt x="4446846" y="420629"/>
                </a:lnTo>
                <a:lnTo>
                  <a:pt x="4497297" y="362981"/>
                </a:lnTo>
                <a:lnTo>
                  <a:pt x="4547748" y="316990"/>
                </a:lnTo>
                <a:lnTo>
                  <a:pt x="4598199" y="283513"/>
                </a:lnTo>
                <a:lnTo>
                  <a:pt x="4648650" y="263174"/>
                </a:lnTo>
                <a:lnTo>
                  <a:pt x="4699101" y="256352"/>
                </a:lnTo>
                <a:lnTo>
                  <a:pt x="4750626" y="263174"/>
                </a:lnTo>
                <a:lnTo>
                  <a:pt x="4802150" y="283513"/>
                </a:lnTo>
                <a:lnTo>
                  <a:pt x="4853675" y="316990"/>
                </a:lnTo>
                <a:lnTo>
                  <a:pt x="4905199" y="362981"/>
                </a:lnTo>
                <a:lnTo>
                  <a:pt x="4956723" y="420629"/>
                </a:lnTo>
                <a:lnTo>
                  <a:pt x="5008248" y="488861"/>
                </a:lnTo>
                <a:lnTo>
                  <a:pt x="5059772" y="566406"/>
                </a:lnTo>
                <a:lnTo>
                  <a:pt x="5111297" y="651819"/>
                </a:lnTo>
                <a:lnTo>
                  <a:pt x="5162821" y="743509"/>
                </a:lnTo>
                <a:lnTo>
                  <a:pt x="5214346" y="839769"/>
                </a:lnTo>
                <a:lnTo>
                  <a:pt x="5265870" y="938804"/>
                </a:lnTo>
                <a:lnTo>
                  <a:pt x="5317395" y="1038770"/>
                </a:lnTo>
                <a:lnTo>
                  <a:pt x="5368919" y="1137805"/>
                </a:lnTo>
                <a:lnTo>
                  <a:pt x="5420444" y="1234064"/>
                </a:lnTo>
                <a:lnTo>
                  <a:pt x="5471968" y="1325754"/>
                </a:lnTo>
                <a:lnTo>
                  <a:pt x="5523492" y="1411167"/>
                </a:lnTo>
                <a:lnTo>
                  <a:pt x="5575017" y="1488712"/>
                </a:lnTo>
                <a:lnTo>
                  <a:pt x="5626541" y="1556944"/>
                </a:lnTo>
                <a:lnTo>
                  <a:pt x="5678066" y="1614593"/>
                </a:lnTo>
                <a:lnTo>
                  <a:pt x="5729590" y="1660584"/>
                </a:lnTo>
                <a:lnTo>
                  <a:pt x="5781115" y="1694061"/>
                </a:lnTo>
                <a:lnTo>
                  <a:pt x="5832639" y="1714399"/>
                </a:lnTo>
                <a:lnTo>
                  <a:pt x="5884164" y="1721221"/>
                </a:lnTo>
                <a:lnTo>
                  <a:pt x="5922807" y="1713205"/>
                </a:lnTo>
                <a:lnTo>
                  <a:pt x="5961450" y="1689307"/>
                </a:lnTo>
                <a:lnTo>
                  <a:pt x="6000094" y="1649972"/>
                </a:lnTo>
                <a:lnTo>
                  <a:pt x="6038737" y="1595933"/>
                </a:lnTo>
                <a:lnTo>
                  <a:pt x="6077380" y="1528196"/>
                </a:lnTo>
                <a:lnTo>
                  <a:pt x="6116024" y="1448023"/>
                </a:lnTo>
                <a:lnTo>
                  <a:pt x="6154667" y="1356908"/>
                </a:lnTo>
                <a:lnTo>
                  <a:pt x="6193310" y="1256548"/>
                </a:lnTo>
                <a:lnTo>
                  <a:pt x="6231954" y="1148812"/>
                </a:lnTo>
                <a:lnTo>
                  <a:pt x="6270597" y="1035707"/>
                </a:lnTo>
                <a:lnTo>
                  <a:pt x="6309240" y="919341"/>
                </a:lnTo>
                <a:lnTo>
                  <a:pt x="6347884" y="801881"/>
                </a:lnTo>
                <a:lnTo>
                  <a:pt x="6386527" y="685514"/>
                </a:lnTo>
                <a:lnTo>
                  <a:pt x="6425170" y="572410"/>
                </a:lnTo>
                <a:lnTo>
                  <a:pt x="6463814" y="464674"/>
                </a:lnTo>
                <a:lnTo>
                  <a:pt x="6502457" y="364314"/>
                </a:lnTo>
                <a:lnTo>
                  <a:pt x="6541100" y="273198"/>
                </a:lnTo>
                <a:lnTo>
                  <a:pt x="6579744" y="193026"/>
                </a:lnTo>
                <a:lnTo>
                  <a:pt x="6618387" y="125289"/>
                </a:lnTo>
                <a:lnTo>
                  <a:pt x="6657030" y="71249"/>
                </a:lnTo>
                <a:lnTo>
                  <a:pt x="6695674" y="31914"/>
                </a:lnTo>
                <a:lnTo>
                  <a:pt x="6734317" y="8016"/>
                </a:lnTo>
                <a:lnTo>
                  <a:pt x="6772960" y="0"/>
                </a:lnTo>
              </a:path>
            </a:pathLst>
          </a:custGeom>
          <a:noFill xmlns:a="http://schemas.openxmlformats.org/drawingml/2006/main"/>
          <a:ln xmlns:a="http://schemas.openxmlformats.org/drawingml/2006/main" w="19786">
            <a:solidFill>
              <a:srgbClr val="92A5B1"/>
            </a:solidFill>
            <a:prstDash val="dash"/>
          </a:ln>
        </p:spPr>
      </p:sp>
      <p:sp>
        <p:nvSpPr>
          <p:cNvPr id="77" name="B_LCA_realized_profile">
            <a:extLst xmlns:a="http://schemas.openxmlformats.org/drawingml/2006/main">
              <a:ext uri="{FF2B5EF4-FFF2-40B4-BE49-F238E27FC236}">
                <a16:creationId xmlns:a16="http://schemas.microsoft.com/office/drawing/2014/main" id="{0EC27BB6-13DF-4A62-94AC-71ECBA88703F}"/>
              </a:ext>
            </a:extLst>
          </p:cNvPr>
          <p:cNvSpPr>
            <a:spLocks xmlns:a="http://schemas.openxmlformats.org/drawingml/2006/main" noGrp="1"/>
          </p:cNvSpPr>
          <p:nvPr/>
        </p:nvSpPr>
        <p:spPr>
          <a:xfrm xmlns:a="http://schemas.openxmlformats.org/drawingml/2006/main" rot="0" flipH="0" flipV="0">
            <a:off x="523875" y="3716573"/>
            <a:ext cx="3454210" cy="1049945"/>
          </a:xfrm>
          <a:custGeom xmlns:a="http://schemas.openxmlformats.org/drawingml/2006/main">
            <a:pathLst>
              <a:path w="6772960" h="1721221">
                <a:moveTo>
                  <a:pt x="0" y="0"/>
                </a:moveTo>
                <a:lnTo>
                  <a:pt x="52597" y="8016"/>
                </a:lnTo>
                <a:lnTo>
                  <a:pt x="105195" y="31914"/>
                </a:lnTo>
                <a:lnTo>
                  <a:pt x="157793" y="71249"/>
                </a:lnTo>
                <a:lnTo>
                  <a:pt x="210391" y="125288"/>
                </a:lnTo>
                <a:lnTo>
                  <a:pt x="262989" y="193025"/>
                </a:lnTo>
                <a:lnTo>
                  <a:pt x="315587" y="273198"/>
                </a:lnTo>
                <a:lnTo>
                  <a:pt x="368185" y="364313"/>
                </a:lnTo>
                <a:lnTo>
                  <a:pt x="420783" y="464674"/>
                </a:lnTo>
                <a:lnTo>
                  <a:pt x="473381" y="572409"/>
                </a:lnTo>
                <a:lnTo>
                  <a:pt x="525978" y="685514"/>
                </a:lnTo>
                <a:lnTo>
                  <a:pt x="578576" y="801880"/>
                </a:lnTo>
                <a:lnTo>
                  <a:pt x="631174" y="919341"/>
                </a:lnTo>
                <a:lnTo>
                  <a:pt x="683772" y="1035707"/>
                </a:lnTo>
                <a:lnTo>
                  <a:pt x="736370" y="1148811"/>
                </a:lnTo>
                <a:lnTo>
                  <a:pt x="788968" y="1256547"/>
                </a:lnTo>
                <a:lnTo>
                  <a:pt x="841566" y="1356907"/>
                </a:lnTo>
                <a:lnTo>
                  <a:pt x="894164" y="1448023"/>
                </a:lnTo>
                <a:lnTo>
                  <a:pt x="946761" y="1528196"/>
                </a:lnTo>
                <a:lnTo>
                  <a:pt x="999359" y="1595933"/>
                </a:lnTo>
                <a:lnTo>
                  <a:pt x="1051957" y="1649972"/>
                </a:lnTo>
                <a:lnTo>
                  <a:pt x="1104555" y="1689307"/>
                </a:lnTo>
                <a:lnTo>
                  <a:pt x="1157153" y="1713205"/>
                </a:lnTo>
                <a:lnTo>
                  <a:pt x="1209751" y="1721221"/>
                </a:lnTo>
                <a:lnTo>
                  <a:pt x="1260560" y="1714399"/>
                </a:lnTo>
                <a:lnTo>
                  <a:pt x="1311368" y="1694060"/>
                </a:lnTo>
                <a:lnTo>
                  <a:pt x="1362177" y="1660584"/>
                </a:lnTo>
                <a:lnTo>
                  <a:pt x="1412986" y="1614593"/>
                </a:lnTo>
                <a:lnTo>
                  <a:pt x="1463795" y="1556944"/>
                </a:lnTo>
                <a:lnTo>
                  <a:pt x="1514604" y="1488712"/>
                </a:lnTo>
                <a:lnTo>
                  <a:pt x="1565413" y="1411167"/>
                </a:lnTo>
                <a:lnTo>
                  <a:pt x="1616221" y="1325754"/>
                </a:lnTo>
                <a:lnTo>
                  <a:pt x="1667030" y="1234064"/>
                </a:lnTo>
                <a:lnTo>
                  <a:pt x="1717839" y="1137805"/>
                </a:lnTo>
                <a:lnTo>
                  <a:pt x="1768648" y="1038769"/>
                </a:lnTo>
                <a:lnTo>
                  <a:pt x="1819457" y="938803"/>
                </a:lnTo>
                <a:lnTo>
                  <a:pt x="1870266" y="839768"/>
                </a:lnTo>
                <a:lnTo>
                  <a:pt x="1921074" y="743509"/>
                </a:lnTo>
                <a:lnTo>
                  <a:pt x="1971883" y="651819"/>
                </a:lnTo>
                <a:lnTo>
                  <a:pt x="2022692" y="566406"/>
                </a:lnTo>
                <a:lnTo>
                  <a:pt x="2073501" y="488861"/>
                </a:lnTo>
                <a:lnTo>
                  <a:pt x="2124310" y="420629"/>
                </a:lnTo>
                <a:lnTo>
                  <a:pt x="2175119" y="362980"/>
                </a:lnTo>
                <a:lnTo>
                  <a:pt x="2225927" y="316989"/>
                </a:lnTo>
                <a:lnTo>
                  <a:pt x="2276736" y="283513"/>
                </a:lnTo>
                <a:lnTo>
                  <a:pt x="2327545" y="263174"/>
                </a:lnTo>
                <a:lnTo>
                  <a:pt x="2378354" y="256352"/>
                </a:lnTo>
                <a:lnTo>
                  <a:pt x="2428805" y="263174"/>
                </a:lnTo>
                <a:lnTo>
                  <a:pt x="2479256" y="283513"/>
                </a:lnTo>
                <a:lnTo>
                  <a:pt x="2529707" y="316989"/>
                </a:lnTo>
                <a:lnTo>
                  <a:pt x="2580158" y="362980"/>
                </a:lnTo>
                <a:lnTo>
                  <a:pt x="2630609" y="420629"/>
                </a:lnTo>
                <a:lnTo>
                  <a:pt x="2681060" y="488861"/>
                </a:lnTo>
                <a:lnTo>
                  <a:pt x="2731511" y="566406"/>
                </a:lnTo>
                <a:lnTo>
                  <a:pt x="2781962" y="651819"/>
                </a:lnTo>
                <a:lnTo>
                  <a:pt x="2832413" y="743509"/>
                </a:lnTo>
                <a:lnTo>
                  <a:pt x="2882864" y="839768"/>
                </a:lnTo>
                <a:lnTo>
                  <a:pt x="2933315" y="938803"/>
                </a:lnTo>
                <a:lnTo>
                  <a:pt x="2983766" y="1038769"/>
                </a:lnTo>
                <a:lnTo>
                  <a:pt x="3034217" y="1137805"/>
                </a:lnTo>
                <a:lnTo>
                  <a:pt x="3084668" y="1234064"/>
                </a:lnTo>
                <a:lnTo>
                  <a:pt x="3135119" y="1325754"/>
                </a:lnTo>
                <a:lnTo>
                  <a:pt x="3185570" y="1411167"/>
                </a:lnTo>
                <a:lnTo>
                  <a:pt x="3236021" y="1488712"/>
                </a:lnTo>
                <a:lnTo>
                  <a:pt x="3286472" y="1556944"/>
                </a:lnTo>
                <a:lnTo>
                  <a:pt x="3336923" y="1614593"/>
                </a:lnTo>
                <a:lnTo>
                  <a:pt x="3387375" y="1660584"/>
                </a:lnTo>
                <a:lnTo>
                  <a:pt x="3437826" y="1694060"/>
                </a:lnTo>
                <a:lnTo>
                  <a:pt x="3488277" y="1714399"/>
                </a:lnTo>
                <a:lnTo>
                  <a:pt x="3538728" y="1721221"/>
                </a:lnTo>
                <a:lnTo>
                  <a:pt x="3589179" y="1714399"/>
                </a:lnTo>
                <a:lnTo>
                  <a:pt x="3639630" y="1694060"/>
                </a:lnTo>
                <a:lnTo>
                  <a:pt x="3690081" y="1660584"/>
                </a:lnTo>
                <a:lnTo>
                  <a:pt x="3740532" y="1614593"/>
                </a:lnTo>
                <a:lnTo>
                  <a:pt x="3790983" y="1556944"/>
                </a:lnTo>
                <a:lnTo>
                  <a:pt x="3841434" y="1488712"/>
                </a:lnTo>
                <a:lnTo>
                  <a:pt x="3891885" y="1411167"/>
                </a:lnTo>
                <a:lnTo>
                  <a:pt x="3942336" y="1325754"/>
                </a:lnTo>
                <a:lnTo>
                  <a:pt x="3992787" y="1234064"/>
                </a:lnTo>
                <a:lnTo>
                  <a:pt x="4043238" y="1137805"/>
                </a:lnTo>
                <a:lnTo>
                  <a:pt x="4093689" y="1038769"/>
                </a:lnTo>
                <a:lnTo>
                  <a:pt x="4144140" y="938803"/>
                </a:lnTo>
                <a:lnTo>
                  <a:pt x="4194591" y="839768"/>
                </a:lnTo>
                <a:lnTo>
                  <a:pt x="4245042" y="743509"/>
                </a:lnTo>
                <a:lnTo>
                  <a:pt x="4295493" y="651819"/>
                </a:lnTo>
                <a:lnTo>
                  <a:pt x="4345944" y="566406"/>
                </a:lnTo>
                <a:lnTo>
                  <a:pt x="4396395" y="488861"/>
                </a:lnTo>
                <a:lnTo>
                  <a:pt x="4446846" y="420629"/>
                </a:lnTo>
                <a:lnTo>
                  <a:pt x="4497297" y="362980"/>
                </a:lnTo>
                <a:lnTo>
                  <a:pt x="4547748" y="316989"/>
                </a:lnTo>
                <a:lnTo>
                  <a:pt x="4598199" y="283513"/>
                </a:lnTo>
                <a:lnTo>
                  <a:pt x="4648650" y="263174"/>
                </a:lnTo>
                <a:lnTo>
                  <a:pt x="4699101" y="256352"/>
                </a:lnTo>
                <a:lnTo>
                  <a:pt x="4750626" y="263174"/>
                </a:lnTo>
                <a:lnTo>
                  <a:pt x="4802150" y="283513"/>
                </a:lnTo>
                <a:lnTo>
                  <a:pt x="4853675" y="316989"/>
                </a:lnTo>
                <a:lnTo>
                  <a:pt x="4905199" y="362980"/>
                </a:lnTo>
                <a:lnTo>
                  <a:pt x="4956723" y="420629"/>
                </a:lnTo>
                <a:lnTo>
                  <a:pt x="5008248" y="488861"/>
                </a:lnTo>
                <a:lnTo>
                  <a:pt x="5059772" y="566406"/>
                </a:lnTo>
                <a:lnTo>
                  <a:pt x="5111297" y="651819"/>
                </a:lnTo>
                <a:lnTo>
                  <a:pt x="5162821" y="743509"/>
                </a:lnTo>
                <a:lnTo>
                  <a:pt x="5214346" y="839768"/>
                </a:lnTo>
                <a:lnTo>
                  <a:pt x="5265870" y="938803"/>
                </a:lnTo>
                <a:lnTo>
                  <a:pt x="5317395" y="1038769"/>
                </a:lnTo>
                <a:lnTo>
                  <a:pt x="5368919" y="1137805"/>
                </a:lnTo>
                <a:lnTo>
                  <a:pt x="5420444" y="1234064"/>
                </a:lnTo>
                <a:lnTo>
                  <a:pt x="5471968" y="1325754"/>
                </a:lnTo>
                <a:lnTo>
                  <a:pt x="5523492" y="1411167"/>
                </a:lnTo>
                <a:lnTo>
                  <a:pt x="5575017" y="1488712"/>
                </a:lnTo>
                <a:lnTo>
                  <a:pt x="5626541" y="1556944"/>
                </a:lnTo>
                <a:lnTo>
                  <a:pt x="5678066" y="1614593"/>
                </a:lnTo>
                <a:lnTo>
                  <a:pt x="5729590" y="1660584"/>
                </a:lnTo>
                <a:lnTo>
                  <a:pt x="5781115" y="1694060"/>
                </a:lnTo>
                <a:lnTo>
                  <a:pt x="5832639" y="1714399"/>
                </a:lnTo>
                <a:lnTo>
                  <a:pt x="5884164" y="1721221"/>
                </a:lnTo>
                <a:lnTo>
                  <a:pt x="5922807" y="1713205"/>
                </a:lnTo>
                <a:lnTo>
                  <a:pt x="5961450" y="1689307"/>
                </a:lnTo>
                <a:lnTo>
                  <a:pt x="6000094" y="1649972"/>
                </a:lnTo>
                <a:lnTo>
                  <a:pt x="6038737" y="1595933"/>
                </a:lnTo>
                <a:lnTo>
                  <a:pt x="6077380" y="1528196"/>
                </a:lnTo>
                <a:lnTo>
                  <a:pt x="6116024" y="1448023"/>
                </a:lnTo>
                <a:lnTo>
                  <a:pt x="6154667" y="1356907"/>
                </a:lnTo>
                <a:lnTo>
                  <a:pt x="6193310" y="1256547"/>
                </a:lnTo>
                <a:lnTo>
                  <a:pt x="6231954" y="1148811"/>
                </a:lnTo>
                <a:lnTo>
                  <a:pt x="6270597" y="1035707"/>
                </a:lnTo>
                <a:lnTo>
                  <a:pt x="6309240" y="919341"/>
                </a:lnTo>
                <a:lnTo>
                  <a:pt x="6347884" y="801880"/>
                </a:lnTo>
                <a:lnTo>
                  <a:pt x="6386527" y="685514"/>
                </a:lnTo>
                <a:lnTo>
                  <a:pt x="6425170" y="572409"/>
                </a:lnTo>
                <a:lnTo>
                  <a:pt x="6463814" y="464674"/>
                </a:lnTo>
                <a:lnTo>
                  <a:pt x="6502457" y="364313"/>
                </a:lnTo>
                <a:lnTo>
                  <a:pt x="6541100" y="273198"/>
                </a:lnTo>
                <a:lnTo>
                  <a:pt x="6579744" y="193025"/>
                </a:lnTo>
                <a:lnTo>
                  <a:pt x="6618387" y="125288"/>
                </a:lnTo>
                <a:lnTo>
                  <a:pt x="6657030" y="71249"/>
                </a:lnTo>
                <a:lnTo>
                  <a:pt x="6695674" y="31914"/>
                </a:lnTo>
                <a:lnTo>
                  <a:pt x="6734317" y="8016"/>
                </a:lnTo>
                <a:lnTo>
                  <a:pt x="6772960" y="0"/>
                </a:lnTo>
              </a:path>
            </a:pathLst>
          </a:custGeom>
          <a:noFill xmlns:a="http://schemas.openxmlformats.org/drawingml/2006/main"/>
          <a:ln xmlns:a="http://schemas.openxmlformats.org/drawingml/2006/main" w="24130">
            <a:solidFill>
              <a:srgbClr val="CC79A7"/>
            </a:solidFill>
            <a:prstDash val="solid"/>
          </a:ln>
        </p:spPr>
      </p:sp>
      <p:sp>
        <p:nvSpPr>
          <p:cNvPr id="55" name="B_actual_anchor_A">
            <a:extLst xmlns:a="http://schemas.openxmlformats.org/drawingml/2006/main">
              <a:ext uri="{FF2B5EF4-FFF2-40B4-BE49-F238E27FC236}">
                <a16:creationId xmlns:a16="http://schemas.microsoft.com/office/drawing/2014/main" id="{C4B604A9-EF4B-4552-B1DF-9C39D4A7C812}"/>
              </a:ext>
            </a:extLst>
          </p:cNvPr>
          <p:cNvSpPr>
            <a:spLocks xmlns:a="http://schemas.openxmlformats.org/drawingml/2006/main" noGrp="1"/>
          </p:cNvSpPr>
          <p:nvPr/>
        </p:nvSpPr>
        <p:spPr>
          <a:xfrm xmlns:a="http://schemas.openxmlformats.org/drawingml/2006/main" rot="0" flipH="0" flipV="0">
            <a:off x="1074173" y="4699842"/>
            <a:ext cx="133350" cy="133350"/>
          </a:xfrm>
          <a:prstGeom xmlns:a="http://schemas.openxmlformats.org/drawingml/2006/main" prst="ellipse">
            <a:avLst/>
          </a:prstGeom>
          <a:solidFill xmlns:a="http://schemas.openxmlformats.org/drawingml/2006/main">
            <a:srgbClr val="0072B2"/>
          </a:solidFill>
          <a:ln xmlns:a="http://schemas.openxmlformats.org/drawingml/2006/main" w="10617">
            <a:solidFill>
              <a:srgbClr val="FFFFFF"/>
            </a:solidFill>
            <a:prstDash val="solid"/>
          </a:ln>
        </p:spPr>
      </p:sp>
      <p:sp>
        <p:nvSpPr>
          <p:cNvPr id="56" name="B_anchor_label_A">
            <a:extLst xmlns:a="http://schemas.openxmlformats.org/drawingml/2006/main">
              <a:ext uri="{FF2B5EF4-FFF2-40B4-BE49-F238E27FC236}">
                <a16:creationId xmlns:a16="http://schemas.microsoft.com/office/drawing/2014/main" id="{94D7D6F1-56CD-41D2-9C40-1A45E5BE9E79}"/>
              </a:ext>
            </a:extLst>
          </p:cNvPr>
          <p:cNvSpPr>
            <a:spLocks xmlns:a="http://schemas.openxmlformats.org/drawingml/2006/main" noGrp="1"/>
          </p:cNvSpPr>
          <p:nvPr/>
        </p:nvSpPr>
        <p:spPr>
          <a:xfrm xmlns:a="http://schemas.openxmlformats.org/drawingml/2006/main" rot="0" flipH="0" flipV="0">
            <a:off x="912248" y="4800600"/>
            <a:ext cx="457200" cy="2857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875" b="1">
                <a:solidFill>
                  <a:srgbClr val="000000"/>
                </a:solidFill>
                <a:latin typeface="Arial"/>
                <a:ea typeface="Arial"/>
                <a:cs typeface="Arial"/>
              </a:defRPr>
            </a:defPPr>
            <a:lvl1pPr algn="ctr">
              <a:defRPr sz="1875" b="1">
                <a:solidFill>
                  <a:srgbClr val="000000"/>
                </a:solidFill>
                <a:latin typeface="Arial"/>
                <a:ea typeface="Arial"/>
                <a:cs typeface="Arial"/>
              </a:defRPr>
            </a:lvl1pPr>
            <a:lvl2pPr algn="ctr">
              <a:defRPr sz="1875" b="1">
                <a:solidFill>
                  <a:srgbClr val="000000"/>
                </a:solidFill>
                <a:latin typeface="Arial"/>
                <a:ea typeface="Arial"/>
                <a:cs typeface="Arial"/>
              </a:defRPr>
            </a:lvl2pPr>
            <a:lvl3pPr algn="ctr">
              <a:defRPr sz="1875" b="1">
                <a:solidFill>
                  <a:srgbClr val="000000"/>
                </a:solidFill>
                <a:latin typeface="Arial"/>
                <a:ea typeface="Arial"/>
                <a:cs typeface="Arial"/>
              </a:defRPr>
            </a:lvl3pPr>
            <a:lvl4pPr algn="ctr">
              <a:defRPr sz="1875" b="1">
                <a:solidFill>
                  <a:srgbClr val="000000"/>
                </a:solidFill>
                <a:latin typeface="Arial"/>
                <a:ea typeface="Arial"/>
                <a:cs typeface="Arial"/>
              </a:defRPr>
            </a:lvl4pPr>
            <a:lvl5pPr algn="ctr">
              <a:defRPr sz="1875" b="1">
                <a:solidFill>
                  <a:srgbClr val="000000"/>
                </a:solidFill>
                <a:latin typeface="Arial"/>
                <a:ea typeface="Arial"/>
                <a:cs typeface="Arial"/>
              </a:defRPr>
            </a:lvl5pPr>
            <a:lvl6pPr algn="ctr">
              <a:defRPr sz="1875" b="1">
                <a:solidFill>
                  <a:srgbClr val="000000"/>
                </a:solidFill>
                <a:latin typeface="Arial"/>
                <a:ea typeface="Arial"/>
                <a:cs typeface="Arial"/>
              </a:defRPr>
            </a:lvl6pPr>
            <a:lvl7pPr algn="ctr">
              <a:defRPr sz="1875" b="1">
                <a:solidFill>
                  <a:srgbClr val="000000"/>
                </a:solidFill>
                <a:latin typeface="Arial"/>
                <a:ea typeface="Arial"/>
                <a:cs typeface="Arial"/>
              </a:defRPr>
            </a:lvl7pPr>
            <a:lvl8pPr algn="ctr">
              <a:defRPr sz="1875" b="1">
                <a:solidFill>
                  <a:srgbClr val="000000"/>
                </a:solidFill>
                <a:latin typeface="Arial"/>
                <a:ea typeface="Arial"/>
                <a:cs typeface="Arial"/>
              </a:defRPr>
            </a:lvl8pPr>
            <a:lvl9pPr algn="ctr">
              <a:defRPr sz="1875" b="1">
                <a:solidFill>
                  <a:srgbClr val="000000"/>
                </a:solidFill>
                <a:latin typeface="Arial"/>
                <a:ea typeface="Arial"/>
                <a:cs typeface="Arial"/>
              </a:defRPr>
            </a:lvl9pPr>
          </a:lstStyle>
          <a:p xmlns:a="http://schemas.openxmlformats.org/drawingml/2006/main">
            <a:pPr algn="ctr">
              <a:defRPr sz="1875" b="1">
                <a:solidFill>
                  <a:srgbClr val="000000"/>
                </a:solidFill>
                <a:latin typeface="Arial"/>
                <a:ea typeface="Arial"/>
                <a:cs typeface="Arial"/>
              </a:defRPr>
            </a:pPr>
            <a:r>
              <a:rPr sz="1875" b="1">
                <a:solidFill>
                  <a:srgbClr val="000000"/>
                </a:solidFill>
                <a:latin typeface="Arial"/>
                <a:ea typeface="Arial"/>
                <a:cs typeface="Arial"/>
              </a:rPr>
              <a:t>A</a:t>
            </a:r>
          </a:p>
        </p:txBody>
      </p:sp>
      <p:sp>
        <p:nvSpPr>
          <p:cNvPr id="57" name="B_actual_anchor_C">
            <a:extLst xmlns:a="http://schemas.openxmlformats.org/drawingml/2006/main">
              <a:ext uri="{FF2B5EF4-FFF2-40B4-BE49-F238E27FC236}">
                <a16:creationId xmlns:a16="http://schemas.microsoft.com/office/drawing/2014/main" id="{20603102-4B3E-4CF1-9E5E-20DCAA837936}"/>
              </a:ext>
            </a:extLst>
          </p:cNvPr>
          <p:cNvSpPr>
            <a:spLocks xmlns:a="http://schemas.openxmlformats.org/drawingml/2006/main" noGrp="1"/>
          </p:cNvSpPr>
          <p:nvPr/>
        </p:nvSpPr>
        <p:spPr>
          <a:xfrm xmlns:a="http://schemas.openxmlformats.org/drawingml/2006/main" rot="0" flipH="0" flipV="0">
            <a:off x="2261951" y="4699842"/>
            <a:ext cx="133350" cy="133350"/>
          </a:xfrm>
          <a:prstGeom xmlns:a="http://schemas.openxmlformats.org/drawingml/2006/main" prst="ellipse">
            <a:avLst/>
          </a:prstGeom>
          <a:solidFill xmlns:a="http://schemas.openxmlformats.org/drawingml/2006/main">
            <a:srgbClr val="009E73"/>
          </a:solidFill>
          <a:ln xmlns:a="http://schemas.openxmlformats.org/drawingml/2006/main" w="10617">
            <a:solidFill>
              <a:srgbClr val="FFFFFF"/>
            </a:solidFill>
            <a:prstDash val="solid"/>
          </a:ln>
        </p:spPr>
      </p:sp>
      <p:sp>
        <p:nvSpPr>
          <p:cNvPr id="58" name="B_anchor_label_C">
            <a:extLst xmlns:a="http://schemas.openxmlformats.org/drawingml/2006/main">
              <a:ext uri="{FF2B5EF4-FFF2-40B4-BE49-F238E27FC236}">
                <a16:creationId xmlns:a16="http://schemas.microsoft.com/office/drawing/2014/main" id="{124EA49E-752C-40FF-A4B8-B4A36C6B8EC4}"/>
              </a:ext>
            </a:extLst>
          </p:cNvPr>
          <p:cNvSpPr>
            <a:spLocks xmlns:a="http://schemas.openxmlformats.org/drawingml/2006/main" noGrp="1"/>
          </p:cNvSpPr>
          <p:nvPr/>
        </p:nvSpPr>
        <p:spPr>
          <a:xfrm xmlns:a="http://schemas.openxmlformats.org/drawingml/2006/main" rot="0" flipH="0" flipV="0">
            <a:off x="2100026" y="4800600"/>
            <a:ext cx="457200" cy="2857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875" b="1">
                <a:solidFill>
                  <a:srgbClr val="000000"/>
                </a:solidFill>
                <a:latin typeface="Arial"/>
                <a:ea typeface="Arial"/>
                <a:cs typeface="Arial"/>
              </a:defRPr>
            </a:defPPr>
            <a:lvl1pPr algn="ctr">
              <a:defRPr sz="1875" b="1">
                <a:solidFill>
                  <a:srgbClr val="000000"/>
                </a:solidFill>
                <a:latin typeface="Arial"/>
                <a:ea typeface="Arial"/>
                <a:cs typeface="Arial"/>
              </a:defRPr>
            </a:lvl1pPr>
            <a:lvl2pPr algn="ctr">
              <a:defRPr sz="1875" b="1">
                <a:solidFill>
                  <a:srgbClr val="000000"/>
                </a:solidFill>
                <a:latin typeface="Arial"/>
                <a:ea typeface="Arial"/>
                <a:cs typeface="Arial"/>
              </a:defRPr>
            </a:lvl2pPr>
            <a:lvl3pPr algn="ctr">
              <a:defRPr sz="1875" b="1">
                <a:solidFill>
                  <a:srgbClr val="000000"/>
                </a:solidFill>
                <a:latin typeface="Arial"/>
                <a:ea typeface="Arial"/>
                <a:cs typeface="Arial"/>
              </a:defRPr>
            </a:lvl3pPr>
            <a:lvl4pPr algn="ctr">
              <a:defRPr sz="1875" b="1">
                <a:solidFill>
                  <a:srgbClr val="000000"/>
                </a:solidFill>
                <a:latin typeface="Arial"/>
                <a:ea typeface="Arial"/>
                <a:cs typeface="Arial"/>
              </a:defRPr>
            </a:lvl4pPr>
            <a:lvl5pPr algn="ctr">
              <a:defRPr sz="1875" b="1">
                <a:solidFill>
                  <a:srgbClr val="000000"/>
                </a:solidFill>
                <a:latin typeface="Arial"/>
                <a:ea typeface="Arial"/>
                <a:cs typeface="Arial"/>
              </a:defRPr>
            </a:lvl5pPr>
            <a:lvl6pPr algn="ctr">
              <a:defRPr sz="1875" b="1">
                <a:solidFill>
                  <a:srgbClr val="000000"/>
                </a:solidFill>
                <a:latin typeface="Arial"/>
                <a:ea typeface="Arial"/>
                <a:cs typeface="Arial"/>
              </a:defRPr>
            </a:lvl6pPr>
            <a:lvl7pPr algn="ctr">
              <a:defRPr sz="1875" b="1">
                <a:solidFill>
                  <a:srgbClr val="000000"/>
                </a:solidFill>
                <a:latin typeface="Arial"/>
                <a:ea typeface="Arial"/>
                <a:cs typeface="Arial"/>
              </a:defRPr>
            </a:lvl7pPr>
            <a:lvl8pPr algn="ctr">
              <a:defRPr sz="1875" b="1">
                <a:solidFill>
                  <a:srgbClr val="000000"/>
                </a:solidFill>
                <a:latin typeface="Arial"/>
                <a:ea typeface="Arial"/>
                <a:cs typeface="Arial"/>
              </a:defRPr>
            </a:lvl8pPr>
            <a:lvl9pPr algn="ctr">
              <a:defRPr sz="1875" b="1">
                <a:solidFill>
                  <a:srgbClr val="000000"/>
                </a:solidFill>
                <a:latin typeface="Arial"/>
                <a:ea typeface="Arial"/>
                <a:cs typeface="Arial"/>
              </a:defRPr>
            </a:lvl9pPr>
          </a:lstStyle>
          <a:p xmlns:a="http://schemas.openxmlformats.org/drawingml/2006/main">
            <a:pPr algn="ctr">
              <a:defRPr sz="1875" b="1">
                <a:solidFill>
                  <a:srgbClr val="000000"/>
                </a:solidFill>
                <a:latin typeface="Arial"/>
                <a:ea typeface="Arial"/>
                <a:cs typeface="Arial"/>
              </a:defRPr>
            </a:pPr>
            <a:r>
              <a:rPr sz="1875" b="1">
                <a:solidFill>
                  <a:srgbClr val="000000"/>
                </a:solidFill>
                <a:latin typeface="Arial"/>
                <a:ea typeface="Arial"/>
                <a:cs typeface="Arial"/>
              </a:rPr>
              <a:t>C</a:t>
            </a:r>
          </a:p>
        </p:txBody>
      </p:sp>
      <p:sp>
        <p:nvSpPr>
          <p:cNvPr id="59" name="B_actual_anchor_B">
            <a:extLst xmlns:a="http://schemas.openxmlformats.org/drawingml/2006/main">
              <a:ext uri="{FF2B5EF4-FFF2-40B4-BE49-F238E27FC236}">
                <a16:creationId xmlns:a16="http://schemas.microsoft.com/office/drawing/2014/main" id="{38920DCD-16CA-43F5-A0C0-02353645FA20}"/>
              </a:ext>
            </a:extLst>
          </p:cNvPr>
          <p:cNvSpPr>
            <a:spLocks xmlns:a="http://schemas.openxmlformats.org/drawingml/2006/main" noGrp="1"/>
          </p:cNvSpPr>
          <p:nvPr/>
        </p:nvSpPr>
        <p:spPr>
          <a:xfrm xmlns:a="http://schemas.openxmlformats.org/drawingml/2006/main" rot="0" flipH="0" flipV="0">
            <a:off x="3458123" y="4699842"/>
            <a:ext cx="133350" cy="133350"/>
          </a:xfrm>
          <a:prstGeom xmlns:a="http://schemas.openxmlformats.org/drawingml/2006/main" prst="ellipse">
            <a:avLst/>
          </a:prstGeom>
          <a:solidFill xmlns:a="http://schemas.openxmlformats.org/drawingml/2006/main">
            <a:srgbClr val="D55E00"/>
          </a:solidFill>
          <a:ln xmlns:a="http://schemas.openxmlformats.org/drawingml/2006/main" w="10617">
            <a:solidFill>
              <a:srgbClr val="FFFFFF"/>
            </a:solidFill>
            <a:prstDash val="solid"/>
          </a:ln>
        </p:spPr>
      </p:sp>
      <p:sp>
        <p:nvSpPr>
          <p:cNvPr id="60" name="B_anchor_label_B">
            <a:extLst xmlns:a="http://schemas.openxmlformats.org/drawingml/2006/main">
              <a:ext uri="{FF2B5EF4-FFF2-40B4-BE49-F238E27FC236}">
                <a16:creationId xmlns:a16="http://schemas.microsoft.com/office/drawing/2014/main" id="{6390E627-A8B5-43A2-AE2D-4871DAEC4875}"/>
              </a:ext>
            </a:extLst>
          </p:cNvPr>
          <p:cNvSpPr>
            <a:spLocks xmlns:a="http://schemas.openxmlformats.org/drawingml/2006/main" noGrp="1"/>
          </p:cNvSpPr>
          <p:nvPr/>
        </p:nvSpPr>
        <p:spPr>
          <a:xfrm xmlns:a="http://schemas.openxmlformats.org/drawingml/2006/main" rot="0" flipH="0" flipV="0">
            <a:off x="3296198" y="4800600"/>
            <a:ext cx="457200" cy="2857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875" b="1">
                <a:solidFill>
                  <a:srgbClr val="000000"/>
                </a:solidFill>
                <a:latin typeface="Arial"/>
                <a:ea typeface="Arial"/>
                <a:cs typeface="Arial"/>
              </a:defRPr>
            </a:defPPr>
            <a:lvl1pPr algn="ctr">
              <a:defRPr sz="1875" b="1">
                <a:solidFill>
                  <a:srgbClr val="000000"/>
                </a:solidFill>
                <a:latin typeface="Arial"/>
                <a:ea typeface="Arial"/>
                <a:cs typeface="Arial"/>
              </a:defRPr>
            </a:lvl1pPr>
            <a:lvl2pPr algn="ctr">
              <a:defRPr sz="1875" b="1">
                <a:solidFill>
                  <a:srgbClr val="000000"/>
                </a:solidFill>
                <a:latin typeface="Arial"/>
                <a:ea typeface="Arial"/>
                <a:cs typeface="Arial"/>
              </a:defRPr>
            </a:lvl2pPr>
            <a:lvl3pPr algn="ctr">
              <a:defRPr sz="1875" b="1">
                <a:solidFill>
                  <a:srgbClr val="000000"/>
                </a:solidFill>
                <a:latin typeface="Arial"/>
                <a:ea typeface="Arial"/>
                <a:cs typeface="Arial"/>
              </a:defRPr>
            </a:lvl3pPr>
            <a:lvl4pPr algn="ctr">
              <a:defRPr sz="1875" b="1">
                <a:solidFill>
                  <a:srgbClr val="000000"/>
                </a:solidFill>
                <a:latin typeface="Arial"/>
                <a:ea typeface="Arial"/>
                <a:cs typeface="Arial"/>
              </a:defRPr>
            </a:lvl4pPr>
            <a:lvl5pPr algn="ctr">
              <a:defRPr sz="1875" b="1">
                <a:solidFill>
                  <a:srgbClr val="000000"/>
                </a:solidFill>
                <a:latin typeface="Arial"/>
                <a:ea typeface="Arial"/>
                <a:cs typeface="Arial"/>
              </a:defRPr>
            </a:lvl5pPr>
            <a:lvl6pPr algn="ctr">
              <a:defRPr sz="1875" b="1">
                <a:solidFill>
                  <a:srgbClr val="000000"/>
                </a:solidFill>
                <a:latin typeface="Arial"/>
                <a:ea typeface="Arial"/>
                <a:cs typeface="Arial"/>
              </a:defRPr>
            </a:lvl6pPr>
            <a:lvl7pPr algn="ctr">
              <a:defRPr sz="1875" b="1">
                <a:solidFill>
                  <a:srgbClr val="000000"/>
                </a:solidFill>
                <a:latin typeface="Arial"/>
                <a:ea typeface="Arial"/>
                <a:cs typeface="Arial"/>
              </a:defRPr>
            </a:lvl7pPr>
            <a:lvl8pPr algn="ctr">
              <a:defRPr sz="1875" b="1">
                <a:solidFill>
                  <a:srgbClr val="000000"/>
                </a:solidFill>
                <a:latin typeface="Arial"/>
                <a:ea typeface="Arial"/>
                <a:cs typeface="Arial"/>
              </a:defRPr>
            </a:lvl8pPr>
            <a:lvl9pPr algn="ctr">
              <a:defRPr sz="1875" b="1">
                <a:solidFill>
                  <a:srgbClr val="000000"/>
                </a:solidFill>
                <a:latin typeface="Arial"/>
                <a:ea typeface="Arial"/>
                <a:cs typeface="Arial"/>
              </a:defRPr>
            </a:lvl9pPr>
          </a:lstStyle>
          <a:p xmlns:a="http://schemas.openxmlformats.org/drawingml/2006/main">
            <a:pPr algn="ctr">
              <a:defRPr sz="1875" b="1">
                <a:solidFill>
                  <a:srgbClr val="000000"/>
                </a:solidFill>
                <a:latin typeface="Arial"/>
                <a:ea typeface="Arial"/>
                <a:cs typeface="Arial"/>
              </a:defRPr>
            </a:pPr>
            <a:r>
              <a:rPr sz="1875" b="1">
                <a:solidFill>
                  <a:srgbClr val="000000"/>
                </a:solidFill>
                <a:latin typeface="Arial"/>
                <a:ea typeface="Arial"/>
                <a:cs typeface="Arial"/>
              </a:rPr>
              <a:t>B</a:t>
            </a:r>
          </a:p>
        </p:txBody>
      </p:sp>
      <p:sp>
        <p:nvSpPr>
          <p:cNvPr id="61" name="B_fixed_ref_A">
            <a:extLst xmlns:a="http://schemas.openxmlformats.org/drawingml/2006/main">
              <a:ext uri="{FF2B5EF4-FFF2-40B4-BE49-F238E27FC236}">
                <a16:creationId xmlns:a16="http://schemas.microsoft.com/office/drawing/2014/main" id="{F0039DEA-2090-456C-94FD-C026F0DD170C}"/>
              </a:ext>
            </a:extLst>
          </p:cNvPr>
          <p:cNvSpPr>
            <a:spLocks xmlns:a="http://schemas.openxmlformats.org/drawingml/2006/main" noGrp="1"/>
          </p:cNvSpPr>
          <p:nvPr/>
        </p:nvSpPr>
        <p:spPr>
          <a:xfrm xmlns:a="http://schemas.openxmlformats.org/drawingml/2006/main" rot="0" flipH="0" flipV="0">
            <a:off x="1059885" y="5105400"/>
            <a:ext cx="161925" cy="161925"/>
          </a:xfrm>
          <a:prstGeom xmlns:a="http://schemas.openxmlformats.org/drawingml/2006/main" prst="triangle">
            <a:avLst/>
          </a:prstGeom>
          <a:solidFill xmlns:a="http://schemas.openxmlformats.org/drawingml/2006/main">
            <a:srgbClr val="0072B2"/>
          </a:solidFill>
          <a:ln xmlns:a="http://schemas.openxmlformats.org/drawingml/2006/main" w="0">
            <a:noFill/>
            <a:prstDash val="solid"/>
          </a:ln>
        </p:spPr>
      </p:sp>
      <p:sp>
        <p:nvSpPr>
          <p:cNvPr id="62" name="B_fixed_ref_C">
            <a:extLst xmlns:a="http://schemas.openxmlformats.org/drawingml/2006/main">
              <a:ext uri="{FF2B5EF4-FFF2-40B4-BE49-F238E27FC236}">
                <a16:creationId xmlns:a16="http://schemas.microsoft.com/office/drawing/2014/main" id="{13FE859C-BA87-4E59-8681-E644047B7414}"/>
              </a:ext>
            </a:extLst>
          </p:cNvPr>
          <p:cNvSpPr>
            <a:spLocks xmlns:a="http://schemas.openxmlformats.org/drawingml/2006/main" noGrp="1"/>
          </p:cNvSpPr>
          <p:nvPr/>
        </p:nvSpPr>
        <p:spPr>
          <a:xfrm xmlns:a="http://schemas.openxmlformats.org/drawingml/2006/main" rot="0" flipH="0" flipV="0">
            <a:off x="2247663" y="5105400"/>
            <a:ext cx="161925" cy="161925"/>
          </a:xfrm>
          <a:prstGeom xmlns:a="http://schemas.openxmlformats.org/drawingml/2006/main" prst="triangle">
            <a:avLst/>
          </a:prstGeom>
          <a:solidFill xmlns:a="http://schemas.openxmlformats.org/drawingml/2006/main">
            <a:srgbClr val="009E73"/>
          </a:solidFill>
          <a:ln xmlns:a="http://schemas.openxmlformats.org/drawingml/2006/main" w="0">
            <a:noFill/>
            <a:prstDash val="solid"/>
          </a:ln>
        </p:spPr>
      </p:sp>
      <p:sp>
        <p:nvSpPr>
          <p:cNvPr id="63" name="B_fixed_ref_B">
            <a:extLst xmlns:a="http://schemas.openxmlformats.org/drawingml/2006/main">
              <a:ext uri="{FF2B5EF4-FFF2-40B4-BE49-F238E27FC236}">
                <a16:creationId xmlns:a16="http://schemas.microsoft.com/office/drawing/2014/main" id="{9ED53449-D008-4AD5-AE66-D871B3E2ABAE}"/>
              </a:ext>
            </a:extLst>
          </p:cNvPr>
          <p:cNvSpPr>
            <a:spLocks xmlns:a="http://schemas.openxmlformats.org/drawingml/2006/main" noGrp="1"/>
          </p:cNvSpPr>
          <p:nvPr/>
        </p:nvSpPr>
        <p:spPr>
          <a:xfrm xmlns:a="http://schemas.openxmlformats.org/drawingml/2006/main" rot="0" flipH="0" flipV="0">
            <a:off x="3443836" y="5105400"/>
            <a:ext cx="161925" cy="161925"/>
          </a:xfrm>
          <a:prstGeom xmlns:a="http://schemas.openxmlformats.org/drawingml/2006/main" prst="triangle">
            <a:avLst/>
          </a:prstGeom>
          <a:solidFill xmlns:a="http://schemas.openxmlformats.org/drawingml/2006/main">
            <a:srgbClr val="D55E00"/>
          </a:solidFill>
          <a:ln xmlns:a="http://schemas.openxmlformats.org/drawingml/2006/main" w="0">
            <a:noFill/>
            <a:prstDash val="solid"/>
          </a:ln>
        </p:spPr>
      </p:sp>
      <p:sp>
        <p:nvSpPr>
          <p:cNvPr id="65" name="b_c_separator">
            <a:extLst xmlns:a="http://schemas.openxmlformats.org/drawingml/2006/main">
              <a:ext uri="{FF2B5EF4-FFF2-40B4-BE49-F238E27FC236}">
                <a16:creationId xmlns:a16="http://schemas.microsoft.com/office/drawing/2014/main" id="{99F3808D-FE16-46B0-AAA4-B8ECDAF8C50C}"/>
              </a:ext>
            </a:extLst>
          </p:cNvPr>
          <p:cNvSpPr>
            <a:spLocks xmlns:a="http://schemas.openxmlformats.org/drawingml/2006/main" noGrp="1"/>
          </p:cNvSpPr>
          <p:nvPr/>
        </p:nvSpPr>
        <p:spPr>
          <a:xfrm xmlns:a="http://schemas.openxmlformats.org/drawingml/2006/main" rot="0" flipH="0" flipV="0">
            <a:off x="4352925" y="2619375"/>
            <a:ext cx="953" cy="2676525"/>
          </a:xfrm>
          <a:custGeom xmlns:a="http://schemas.openxmlformats.org/drawingml/2006/main">
            <a:pathLst>
              <a:path w="953" h="2676525">
                <a:moveTo>
                  <a:pt x="0" y="0"/>
                </a:moveTo>
                <a:lnTo>
                  <a:pt x="953" y="2676525"/>
                </a:lnTo>
              </a:path>
            </a:pathLst>
          </a:custGeom>
          <a:noFill xmlns:a="http://schemas.openxmlformats.org/drawingml/2006/main"/>
          <a:ln xmlns:a="http://schemas.openxmlformats.org/drawingml/2006/main" w="12700">
            <a:solidFill>
              <a:srgbClr val="DAE3E8"/>
            </a:solidFill>
            <a:prstDash val="solid"/>
          </a:ln>
        </p:spPr>
      </p:sp>
      <p:sp>
        <p:nvSpPr>
          <p:cNvPr id="66" name="C_title">
            <a:extLst xmlns:a="http://schemas.openxmlformats.org/drawingml/2006/main">
              <a:ext uri="{FF2B5EF4-FFF2-40B4-BE49-F238E27FC236}">
                <a16:creationId xmlns:a16="http://schemas.microsoft.com/office/drawing/2014/main" id="{B40A7588-D5C1-4098-B26A-DD6CAD01EDAA}"/>
              </a:ext>
            </a:extLst>
          </p:cNvPr>
          <p:cNvSpPr>
            <a:spLocks xmlns:a="http://schemas.openxmlformats.org/drawingml/2006/main" noGrp="1"/>
          </p:cNvSpPr>
          <p:nvPr/>
        </p:nvSpPr>
        <p:spPr>
          <a:xfrm xmlns:a="http://schemas.openxmlformats.org/drawingml/2006/main" rot="0" flipH="0" flipV="0">
            <a:off x="4505325" y="2628900"/>
            <a:ext cx="3943350" cy="3238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2025" b="1">
                <a:solidFill>
                  <a:srgbClr val="000000"/>
                </a:solidFill>
                <a:latin typeface="Arial"/>
                <a:ea typeface="Arial"/>
                <a:cs typeface="Arial"/>
              </a:defRPr>
            </a:defPPr>
            <a:lvl1pPr algn="l">
              <a:defRPr sz="2025" b="1">
                <a:solidFill>
                  <a:srgbClr val="000000"/>
                </a:solidFill>
                <a:latin typeface="Arial"/>
                <a:ea typeface="Arial"/>
                <a:cs typeface="Arial"/>
              </a:defRPr>
            </a:lvl1pPr>
            <a:lvl2pPr algn="l">
              <a:defRPr sz="2025" b="1">
                <a:solidFill>
                  <a:srgbClr val="000000"/>
                </a:solidFill>
                <a:latin typeface="Arial"/>
                <a:ea typeface="Arial"/>
                <a:cs typeface="Arial"/>
              </a:defRPr>
            </a:lvl2pPr>
            <a:lvl3pPr algn="l">
              <a:defRPr sz="2025" b="1">
                <a:solidFill>
                  <a:srgbClr val="000000"/>
                </a:solidFill>
                <a:latin typeface="Arial"/>
                <a:ea typeface="Arial"/>
                <a:cs typeface="Arial"/>
              </a:defRPr>
            </a:lvl3pPr>
            <a:lvl4pPr algn="l">
              <a:defRPr sz="2025" b="1">
                <a:solidFill>
                  <a:srgbClr val="000000"/>
                </a:solidFill>
                <a:latin typeface="Arial"/>
                <a:ea typeface="Arial"/>
                <a:cs typeface="Arial"/>
              </a:defRPr>
            </a:lvl4pPr>
            <a:lvl5pPr algn="l">
              <a:defRPr sz="2025" b="1">
                <a:solidFill>
                  <a:srgbClr val="000000"/>
                </a:solidFill>
                <a:latin typeface="Arial"/>
                <a:ea typeface="Arial"/>
                <a:cs typeface="Arial"/>
              </a:defRPr>
            </a:lvl5pPr>
            <a:lvl6pPr algn="l">
              <a:defRPr sz="2025" b="1">
                <a:solidFill>
                  <a:srgbClr val="000000"/>
                </a:solidFill>
                <a:latin typeface="Arial"/>
                <a:ea typeface="Arial"/>
                <a:cs typeface="Arial"/>
              </a:defRPr>
            </a:lvl6pPr>
            <a:lvl7pPr algn="l">
              <a:defRPr sz="2025" b="1">
                <a:solidFill>
                  <a:srgbClr val="000000"/>
                </a:solidFill>
                <a:latin typeface="Arial"/>
                <a:ea typeface="Arial"/>
                <a:cs typeface="Arial"/>
              </a:defRPr>
            </a:lvl7pPr>
            <a:lvl8pPr algn="l">
              <a:defRPr sz="2025" b="1">
                <a:solidFill>
                  <a:srgbClr val="000000"/>
                </a:solidFill>
                <a:latin typeface="Arial"/>
                <a:ea typeface="Arial"/>
                <a:cs typeface="Arial"/>
              </a:defRPr>
            </a:lvl8pPr>
            <a:lvl9pPr algn="l">
              <a:defRPr sz="2025" b="1">
                <a:solidFill>
                  <a:srgbClr val="000000"/>
                </a:solidFill>
                <a:latin typeface="Arial"/>
                <a:ea typeface="Arial"/>
                <a:cs typeface="Arial"/>
              </a:defRPr>
            </a:lvl9pPr>
          </a:lstStyle>
          <a:p xmlns:a="http://schemas.openxmlformats.org/drawingml/2006/main">
            <a:pPr algn="l">
              <a:defRPr sz="2025" b="1">
                <a:solidFill>
                  <a:srgbClr val="000000"/>
                </a:solidFill>
                <a:latin typeface="Arial"/>
                <a:ea typeface="Arial"/>
                <a:cs typeface="Arial"/>
              </a:defRPr>
            </a:pPr>
            <a:r>
              <a:rPr sz="2025" b="1">
                <a:solidFill>
                  <a:srgbClr val="000000"/>
                </a:solidFill>
                <a:latin typeface="Arial"/>
                <a:ea typeface="Arial"/>
                <a:cs typeface="Arial"/>
              </a:rPr>
              <a:t>(c) Optimal filling</a:t>
            </a:r>
          </a:p>
        </p:txBody>
      </p:sp>
      <p:sp>
        <p:nvSpPr>
          <p:cNvPr id="67" name="C_target_order">
            <a:extLst xmlns:a="http://schemas.openxmlformats.org/drawingml/2006/main">
              <a:ext uri="{FF2B5EF4-FFF2-40B4-BE49-F238E27FC236}">
                <a16:creationId xmlns:a16="http://schemas.microsoft.com/office/drawing/2014/main" id="{0643E333-BAB4-4F01-8461-3D4D168CC544}"/>
              </a:ext>
            </a:extLst>
          </p:cNvPr>
          <p:cNvSpPr>
            <a:spLocks xmlns:a="http://schemas.openxmlformats.org/drawingml/2006/main" noGrp="1"/>
          </p:cNvSpPr>
          <p:nvPr/>
        </p:nvSpPr>
        <p:spPr>
          <a:xfrm xmlns:a="http://schemas.openxmlformats.org/drawingml/2006/main" rot="0" flipH="0" flipV="0">
            <a:off x="4857750" y="3286125"/>
            <a:ext cx="114300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500" b="0">
                <a:solidFill>
                  <a:srgbClr val="000000"/>
                </a:solidFill>
                <a:latin typeface="Arial"/>
                <a:ea typeface="Arial"/>
                <a:cs typeface="Arial"/>
              </a:defRPr>
            </a:defPPr>
            <a:lvl1pPr algn="r">
              <a:defRPr sz="1500" b="0">
                <a:solidFill>
                  <a:srgbClr val="000000"/>
                </a:solidFill>
                <a:latin typeface="Arial"/>
                <a:ea typeface="Arial"/>
                <a:cs typeface="Arial"/>
              </a:defRPr>
            </a:lvl1pPr>
            <a:lvl2pPr algn="r">
              <a:defRPr sz="1500" b="0">
                <a:solidFill>
                  <a:srgbClr val="000000"/>
                </a:solidFill>
                <a:latin typeface="Arial"/>
                <a:ea typeface="Arial"/>
                <a:cs typeface="Arial"/>
              </a:defRPr>
            </a:lvl2pPr>
            <a:lvl3pPr algn="r">
              <a:defRPr sz="1500" b="0">
                <a:solidFill>
                  <a:srgbClr val="000000"/>
                </a:solidFill>
                <a:latin typeface="Arial"/>
                <a:ea typeface="Arial"/>
                <a:cs typeface="Arial"/>
              </a:defRPr>
            </a:lvl3pPr>
            <a:lvl4pPr algn="r">
              <a:defRPr sz="1500" b="0">
                <a:solidFill>
                  <a:srgbClr val="000000"/>
                </a:solidFill>
                <a:latin typeface="Arial"/>
                <a:ea typeface="Arial"/>
                <a:cs typeface="Arial"/>
              </a:defRPr>
            </a:lvl4pPr>
            <a:lvl5pPr algn="r">
              <a:defRPr sz="1500" b="0">
                <a:solidFill>
                  <a:srgbClr val="000000"/>
                </a:solidFill>
                <a:latin typeface="Arial"/>
                <a:ea typeface="Arial"/>
                <a:cs typeface="Arial"/>
              </a:defRPr>
            </a:lvl5pPr>
            <a:lvl6pPr algn="r">
              <a:defRPr sz="1500" b="0">
                <a:solidFill>
                  <a:srgbClr val="000000"/>
                </a:solidFill>
                <a:latin typeface="Arial"/>
                <a:ea typeface="Arial"/>
                <a:cs typeface="Arial"/>
              </a:defRPr>
            </a:lvl6pPr>
            <a:lvl7pPr algn="r">
              <a:defRPr sz="1500" b="0">
                <a:solidFill>
                  <a:srgbClr val="000000"/>
                </a:solidFill>
                <a:latin typeface="Arial"/>
                <a:ea typeface="Arial"/>
                <a:cs typeface="Arial"/>
              </a:defRPr>
            </a:lvl7pPr>
            <a:lvl8pPr algn="r">
              <a:defRPr sz="1500" b="0">
                <a:solidFill>
                  <a:srgbClr val="000000"/>
                </a:solidFill>
                <a:latin typeface="Arial"/>
                <a:ea typeface="Arial"/>
                <a:cs typeface="Arial"/>
              </a:defRPr>
            </a:lvl8pPr>
            <a:lvl9pPr algn="r">
              <a:defRPr sz="1500" b="0">
                <a:solidFill>
                  <a:srgbClr val="000000"/>
                </a:solidFill>
                <a:latin typeface="Arial"/>
                <a:ea typeface="Arial"/>
                <a:cs typeface="Arial"/>
              </a:defRPr>
            </a:lvl9pPr>
          </a:lstStyle>
          <a:p xmlns:a="http://schemas.openxmlformats.org/drawingml/2006/main">
            <a:pPr algn="l">
              <a:defRPr sz="1500" b="0">
                <a:solidFill>
                  <a:srgbClr val="000000"/>
                </a:solidFill>
                <a:latin typeface="Arial"/>
                <a:ea typeface="Arial"/>
                <a:cs typeface="Arial"/>
              </a:defRPr>
            </a:pPr>
            <a:r>
              <a:rPr sz="1500" b="0">
                <a:solidFill>
                  <a:srgbClr val="000000"/>
                </a:solidFill>
                <a:latin typeface="Arial"/>
                <a:ea typeface="Arial"/>
                <a:cs typeface="Arial"/>
              </a:rPr>
              <a:t>A–C–B</a:t>
            </a:r>
          </a:p>
        </p:txBody>
      </p:sp>
      <p:sp>
        <p:nvSpPr>
          <p:cNvPr id="68" name="C_s₁_level">
            <a:extLst xmlns:a="http://schemas.openxmlformats.org/drawingml/2006/main">
              <a:ext uri="{FF2B5EF4-FFF2-40B4-BE49-F238E27FC236}">
                <a16:creationId xmlns:a16="http://schemas.microsoft.com/office/drawing/2014/main" id="{03D72B0A-4311-41D1-B4D0-E741824DCB35}"/>
              </a:ext>
            </a:extLst>
          </p:cNvPr>
          <p:cNvSpPr>
            <a:spLocks xmlns:a="http://schemas.openxmlformats.org/drawingml/2006/main" noGrp="1"/>
          </p:cNvSpPr>
          <p:nvPr/>
        </p:nvSpPr>
        <p:spPr>
          <a:xfrm xmlns:a="http://schemas.openxmlformats.org/drawingml/2006/main" rot="0" flipH="0" flipV="0">
            <a:off x="4857750" y="4319732"/>
            <a:ext cx="3454210" cy="95"/>
          </a:xfrm>
          <a:custGeom xmlns:a="http://schemas.openxmlformats.org/drawingml/2006/main">
            <a:pathLst>
              <a:path w="3454210" h="95">
                <a:moveTo>
                  <a:pt x="0" y="0"/>
                </a:moveTo>
                <a:lnTo>
                  <a:pt x="3454210" y="95"/>
                </a:lnTo>
              </a:path>
            </a:pathLst>
          </a:custGeom>
          <a:noFill xmlns:a="http://schemas.openxmlformats.org/drawingml/2006/main"/>
          <a:ln xmlns:a="http://schemas.openxmlformats.org/drawingml/2006/main" w="10478">
            <a:solidFill>
              <a:srgbClr val="7B8790"/>
            </a:solidFill>
            <a:prstDash val="dash"/>
          </a:ln>
        </p:spPr>
      </p:sp>
      <p:sp>
        <p:nvSpPr>
          <p:cNvPr id="69" name="C_s₁_label">
            <a:extLst xmlns:a="http://schemas.openxmlformats.org/drawingml/2006/main">
              <a:ext uri="{FF2B5EF4-FFF2-40B4-BE49-F238E27FC236}">
                <a16:creationId xmlns:a16="http://schemas.microsoft.com/office/drawing/2014/main" id="{76F8E238-1171-401F-AD3C-76D3B04296A5}"/>
              </a:ext>
            </a:extLst>
          </p:cNvPr>
          <p:cNvSpPr>
            <a:spLocks xmlns:a="http://schemas.openxmlformats.org/drawingml/2006/main" noGrp="1"/>
          </p:cNvSpPr>
          <p:nvPr/>
        </p:nvSpPr>
        <p:spPr>
          <a:xfrm xmlns:a="http://schemas.openxmlformats.org/drawingml/2006/main" rot="0" flipH="0" flipV="0">
            <a:off x="8324850" y="4206846"/>
            <a:ext cx="228600" cy="2762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800" b="0">
                <a:solidFill>
                  <a:srgbClr val="000000"/>
                </a:solidFill>
                <a:latin typeface="Arial"/>
                <a:ea typeface="Arial"/>
                <a:cs typeface="Arial"/>
              </a:defRPr>
            </a:defPPr>
            <a:lvl1pPr algn="l">
              <a:defRPr sz="1800" b="0">
                <a:solidFill>
                  <a:srgbClr val="000000"/>
                </a:solidFill>
                <a:latin typeface="Arial"/>
                <a:ea typeface="Arial"/>
                <a:cs typeface="Arial"/>
              </a:defRPr>
            </a:lvl1pPr>
            <a:lvl2pPr algn="l">
              <a:defRPr sz="1800" b="0">
                <a:solidFill>
                  <a:srgbClr val="000000"/>
                </a:solidFill>
                <a:latin typeface="Arial"/>
                <a:ea typeface="Arial"/>
                <a:cs typeface="Arial"/>
              </a:defRPr>
            </a:lvl2pPr>
            <a:lvl3pPr algn="l">
              <a:defRPr sz="1800" b="0">
                <a:solidFill>
                  <a:srgbClr val="000000"/>
                </a:solidFill>
                <a:latin typeface="Arial"/>
                <a:ea typeface="Arial"/>
                <a:cs typeface="Arial"/>
              </a:defRPr>
            </a:lvl3pPr>
            <a:lvl4pPr algn="l">
              <a:defRPr sz="1800" b="0">
                <a:solidFill>
                  <a:srgbClr val="000000"/>
                </a:solidFill>
                <a:latin typeface="Arial"/>
                <a:ea typeface="Arial"/>
                <a:cs typeface="Arial"/>
              </a:defRPr>
            </a:lvl4pPr>
            <a:lvl5pPr algn="l">
              <a:defRPr sz="1800" b="0">
                <a:solidFill>
                  <a:srgbClr val="000000"/>
                </a:solidFill>
                <a:latin typeface="Arial"/>
                <a:ea typeface="Arial"/>
                <a:cs typeface="Arial"/>
              </a:defRPr>
            </a:lvl5pPr>
            <a:lvl6pPr algn="l">
              <a:defRPr sz="1800" b="0">
                <a:solidFill>
                  <a:srgbClr val="000000"/>
                </a:solidFill>
                <a:latin typeface="Arial"/>
                <a:ea typeface="Arial"/>
                <a:cs typeface="Arial"/>
              </a:defRPr>
            </a:lvl6pPr>
            <a:lvl7pPr algn="l">
              <a:defRPr sz="1800" b="0">
                <a:solidFill>
                  <a:srgbClr val="000000"/>
                </a:solidFill>
                <a:latin typeface="Arial"/>
                <a:ea typeface="Arial"/>
                <a:cs typeface="Arial"/>
              </a:defRPr>
            </a:lvl7pPr>
            <a:lvl8pPr algn="l">
              <a:defRPr sz="1800" b="0">
                <a:solidFill>
                  <a:srgbClr val="000000"/>
                </a:solidFill>
                <a:latin typeface="Arial"/>
                <a:ea typeface="Arial"/>
                <a:cs typeface="Arial"/>
              </a:defRPr>
            </a:lvl8pPr>
            <a:lvl9pPr algn="l">
              <a:defRPr sz="1800" b="0">
                <a:solidFill>
                  <a:srgbClr val="000000"/>
                </a:solidFill>
                <a:latin typeface="Arial"/>
                <a:ea typeface="Arial"/>
                <a:cs typeface="Arial"/>
              </a:defRPr>
            </a:lvl9pPr>
          </a:lstStyle>
          <a:p xmlns:a="http://schemas.openxmlformats.org/drawingml/2006/main">
            <a:pPr algn="l">
              <a:defRPr sz="1800" b="0">
                <a:solidFill>
                  <a:srgbClr val="000000"/>
                </a:solidFill>
                <a:latin typeface="Arial"/>
                <a:ea typeface="Arial"/>
                <a:cs typeface="Arial"/>
              </a:defRPr>
            </a:pPr>
            <a:r>
              <a:rPr sz="1800" b="0">
                <a:solidFill>
                  <a:srgbClr val="000000"/>
                </a:solidFill>
                <a:latin typeface="Arial"/>
                <a:ea typeface="Arial"/>
                <a:cs typeface="Arial"/>
              </a:rPr>
              <a:t>s</a:t>
            </a:r>
            <a:r>
              <a:rPr sz="1296" b="0" baseline="-25000">
                <a:solidFill>
                  <a:srgbClr val="000000"/>
                </a:solidFill>
                <a:latin typeface="Arial"/>
                <a:ea typeface="Arial"/>
                <a:cs typeface="Arial"/>
              </a:rPr>
              <a:t>1</a:t>
            </a:r>
          </a:p>
        </p:txBody>
      </p:sp>
      <p:sp>
        <p:nvSpPr>
          <p:cNvPr id="70" name="C_s₂_level">
            <a:extLst xmlns:a="http://schemas.openxmlformats.org/drawingml/2006/main">
              <a:ext uri="{FF2B5EF4-FFF2-40B4-BE49-F238E27FC236}">
                <a16:creationId xmlns:a16="http://schemas.microsoft.com/office/drawing/2014/main" id="{8572C153-FADC-475D-A157-DB01AB17CDC9}"/>
              </a:ext>
            </a:extLst>
          </p:cNvPr>
          <p:cNvSpPr>
            <a:spLocks xmlns:a="http://schemas.openxmlformats.org/drawingml/2006/main" noGrp="1"/>
          </p:cNvSpPr>
          <p:nvPr/>
        </p:nvSpPr>
        <p:spPr>
          <a:xfrm xmlns:a="http://schemas.openxmlformats.org/drawingml/2006/main" rot="0" flipH="0" flipV="0">
            <a:off x="4857750" y="3872947"/>
            <a:ext cx="3454210" cy="95"/>
          </a:xfrm>
          <a:custGeom xmlns:a="http://schemas.openxmlformats.org/drawingml/2006/main">
            <a:pathLst>
              <a:path w="3454210" h="95">
                <a:moveTo>
                  <a:pt x="0" y="0"/>
                </a:moveTo>
                <a:lnTo>
                  <a:pt x="3454210" y="95"/>
                </a:lnTo>
              </a:path>
            </a:pathLst>
          </a:custGeom>
          <a:noFill xmlns:a="http://schemas.openxmlformats.org/drawingml/2006/main"/>
          <a:ln xmlns:a="http://schemas.openxmlformats.org/drawingml/2006/main" w="10478">
            <a:solidFill>
              <a:srgbClr val="7B8790"/>
            </a:solidFill>
            <a:prstDash val="dash"/>
          </a:ln>
        </p:spPr>
      </p:sp>
      <p:sp>
        <p:nvSpPr>
          <p:cNvPr id="71" name="C_s₂_label">
            <a:extLst xmlns:a="http://schemas.openxmlformats.org/drawingml/2006/main">
              <a:ext uri="{FF2B5EF4-FFF2-40B4-BE49-F238E27FC236}">
                <a16:creationId xmlns:a16="http://schemas.microsoft.com/office/drawing/2014/main" id="{2E0AF7BA-909D-4C9D-B7E6-F0B2B97222A8}"/>
              </a:ext>
            </a:extLst>
          </p:cNvPr>
          <p:cNvSpPr>
            <a:spLocks xmlns:a="http://schemas.openxmlformats.org/drawingml/2006/main" noGrp="1"/>
          </p:cNvSpPr>
          <p:nvPr/>
        </p:nvSpPr>
        <p:spPr>
          <a:xfrm xmlns:a="http://schemas.openxmlformats.org/drawingml/2006/main" rot="0" flipH="0" flipV="0">
            <a:off x="8324850" y="3760061"/>
            <a:ext cx="228600" cy="2762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800" b="0">
                <a:solidFill>
                  <a:srgbClr val="000000"/>
                </a:solidFill>
                <a:latin typeface="Arial"/>
                <a:ea typeface="Arial"/>
                <a:cs typeface="Arial"/>
              </a:defRPr>
            </a:defPPr>
            <a:lvl1pPr algn="l">
              <a:defRPr sz="1800" b="0">
                <a:solidFill>
                  <a:srgbClr val="000000"/>
                </a:solidFill>
                <a:latin typeface="Arial"/>
                <a:ea typeface="Arial"/>
                <a:cs typeface="Arial"/>
              </a:defRPr>
            </a:lvl1pPr>
            <a:lvl2pPr algn="l">
              <a:defRPr sz="1800" b="0">
                <a:solidFill>
                  <a:srgbClr val="000000"/>
                </a:solidFill>
                <a:latin typeface="Arial"/>
                <a:ea typeface="Arial"/>
                <a:cs typeface="Arial"/>
              </a:defRPr>
            </a:lvl2pPr>
            <a:lvl3pPr algn="l">
              <a:defRPr sz="1800" b="0">
                <a:solidFill>
                  <a:srgbClr val="000000"/>
                </a:solidFill>
                <a:latin typeface="Arial"/>
                <a:ea typeface="Arial"/>
                <a:cs typeface="Arial"/>
              </a:defRPr>
            </a:lvl3pPr>
            <a:lvl4pPr algn="l">
              <a:defRPr sz="1800" b="0">
                <a:solidFill>
                  <a:srgbClr val="000000"/>
                </a:solidFill>
                <a:latin typeface="Arial"/>
                <a:ea typeface="Arial"/>
                <a:cs typeface="Arial"/>
              </a:defRPr>
            </a:lvl4pPr>
            <a:lvl5pPr algn="l">
              <a:defRPr sz="1800" b="0">
                <a:solidFill>
                  <a:srgbClr val="000000"/>
                </a:solidFill>
                <a:latin typeface="Arial"/>
                <a:ea typeface="Arial"/>
                <a:cs typeface="Arial"/>
              </a:defRPr>
            </a:lvl5pPr>
            <a:lvl6pPr algn="l">
              <a:defRPr sz="1800" b="0">
                <a:solidFill>
                  <a:srgbClr val="000000"/>
                </a:solidFill>
                <a:latin typeface="Arial"/>
                <a:ea typeface="Arial"/>
                <a:cs typeface="Arial"/>
              </a:defRPr>
            </a:lvl6pPr>
            <a:lvl7pPr algn="l">
              <a:defRPr sz="1800" b="0">
                <a:solidFill>
                  <a:srgbClr val="000000"/>
                </a:solidFill>
                <a:latin typeface="Arial"/>
                <a:ea typeface="Arial"/>
                <a:cs typeface="Arial"/>
              </a:defRPr>
            </a:lvl7pPr>
            <a:lvl8pPr algn="l">
              <a:defRPr sz="1800" b="0">
                <a:solidFill>
                  <a:srgbClr val="000000"/>
                </a:solidFill>
                <a:latin typeface="Arial"/>
                <a:ea typeface="Arial"/>
                <a:cs typeface="Arial"/>
              </a:defRPr>
            </a:lvl8pPr>
            <a:lvl9pPr algn="l">
              <a:defRPr sz="1800" b="0">
                <a:solidFill>
                  <a:srgbClr val="000000"/>
                </a:solidFill>
                <a:latin typeface="Arial"/>
                <a:ea typeface="Arial"/>
                <a:cs typeface="Arial"/>
              </a:defRPr>
            </a:lvl9pPr>
          </a:lstStyle>
          <a:p xmlns:a="http://schemas.openxmlformats.org/drawingml/2006/main">
            <a:pPr algn="l">
              <a:defRPr sz="1800" b="0">
                <a:solidFill>
                  <a:srgbClr val="000000"/>
                </a:solidFill>
                <a:latin typeface="Arial"/>
                <a:ea typeface="Arial"/>
                <a:cs typeface="Arial"/>
              </a:defRPr>
            </a:pPr>
            <a:r>
              <a:rPr sz="1800" b="0">
                <a:solidFill>
                  <a:srgbClr val="000000"/>
                </a:solidFill>
                <a:latin typeface="Arial"/>
                <a:ea typeface="Arial"/>
                <a:cs typeface="Arial"/>
              </a:rPr>
              <a:t>s</a:t>
            </a:r>
            <a:r>
              <a:rPr sz="1296" b="0" baseline="-25000">
                <a:solidFill>
                  <a:srgbClr val="000000"/>
                </a:solidFill>
                <a:latin typeface="Arial"/>
                <a:ea typeface="Arial"/>
                <a:cs typeface="Arial"/>
              </a:rPr>
              <a:t>2</a:t>
            </a:r>
          </a:p>
        </p:txBody>
      </p:sp>
      <p:sp>
        <p:nvSpPr>
          <p:cNvPr id="72" name="C_y_axis">
            <a:extLst xmlns:a="http://schemas.openxmlformats.org/drawingml/2006/main">
              <a:ext uri="{FF2B5EF4-FFF2-40B4-BE49-F238E27FC236}">
                <a16:creationId xmlns:a16="http://schemas.microsoft.com/office/drawing/2014/main" id="{022C6869-0DED-4AE0-95B2-150F3DCD5592}"/>
              </a:ext>
            </a:extLst>
          </p:cNvPr>
          <p:cNvSpPr>
            <a:spLocks xmlns:a="http://schemas.openxmlformats.org/drawingml/2006/main" noGrp="1"/>
          </p:cNvSpPr>
          <p:nvPr/>
        </p:nvSpPr>
        <p:spPr>
          <a:xfrm xmlns:a="http://schemas.openxmlformats.org/drawingml/2006/main" rot="0" flipH="0" flipV="0">
            <a:off x="4857750" y="3667125"/>
            <a:ext cx="95" cy="1104412"/>
          </a:xfrm>
          <a:custGeom xmlns:a="http://schemas.openxmlformats.org/drawingml/2006/main">
            <a:pathLst>
              <a:path w="95" h="1104412">
                <a:moveTo>
                  <a:pt x="0" y="0"/>
                </a:moveTo>
                <a:lnTo>
                  <a:pt x="95" y="1104412"/>
                </a:lnTo>
              </a:path>
            </a:pathLst>
          </a:custGeom>
          <a:noFill xmlns:a="http://schemas.openxmlformats.org/drawingml/2006/main"/>
          <a:ln xmlns:a="http://schemas.openxmlformats.org/drawingml/2006/main" w="10478">
            <a:solidFill>
              <a:srgbClr val="263238"/>
            </a:solidFill>
            <a:prstDash val="solid"/>
          </a:ln>
        </p:spPr>
      </p:sp>
      <p:sp>
        <p:nvSpPr>
          <p:cNvPr id="73" name="C_x_axis">
            <a:extLst xmlns:a="http://schemas.openxmlformats.org/drawingml/2006/main">
              <a:ext uri="{FF2B5EF4-FFF2-40B4-BE49-F238E27FC236}">
                <a16:creationId xmlns:a16="http://schemas.microsoft.com/office/drawing/2014/main" id="{84FD4B72-43A1-4E3F-9B66-96FE47BC5A81}"/>
              </a:ext>
            </a:extLst>
          </p:cNvPr>
          <p:cNvSpPr>
            <a:spLocks xmlns:a="http://schemas.openxmlformats.org/drawingml/2006/main" noGrp="1"/>
          </p:cNvSpPr>
          <p:nvPr/>
        </p:nvSpPr>
        <p:spPr>
          <a:xfrm xmlns:a="http://schemas.openxmlformats.org/drawingml/2006/main" rot="0" flipH="0" flipV="0">
            <a:off x="4857750" y="4766517"/>
            <a:ext cx="3458407" cy="95"/>
          </a:xfrm>
          <a:custGeom xmlns:a="http://schemas.openxmlformats.org/drawingml/2006/main">
            <a:pathLst>
              <a:path w="3458407" h="95">
                <a:moveTo>
                  <a:pt x="0" y="0"/>
                </a:moveTo>
                <a:lnTo>
                  <a:pt x="3458407" y="95"/>
                </a:lnTo>
              </a:path>
            </a:pathLst>
          </a:custGeom>
          <a:noFill xmlns:a="http://schemas.openxmlformats.org/drawingml/2006/main"/>
          <a:ln xmlns:a="http://schemas.openxmlformats.org/drawingml/2006/main" w="10478">
            <a:solidFill>
              <a:srgbClr val="263238"/>
            </a:solidFill>
            <a:prstDash val="solid"/>
          </a:ln>
        </p:spPr>
      </p:sp>
      <p:sp>
        <p:nvSpPr>
          <p:cNvPr id="74" name="C_f">
            <a:extLst xmlns:a="http://schemas.openxmlformats.org/drawingml/2006/main">
              <a:ext uri="{FF2B5EF4-FFF2-40B4-BE49-F238E27FC236}">
                <a16:creationId xmlns:a16="http://schemas.microsoft.com/office/drawing/2014/main" id="{25A73AE6-DE5A-4BE7-959E-5300C17F9DA4}"/>
              </a:ext>
            </a:extLst>
          </p:cNvPr>
          <p:cNvSpPr>
            <a:spLocks xmlns:a="http://schemas.openxmlformats.org/drawingml/2006/main" noGrp="1"/>
          </p:cNvSpPr>
          <p:nvPr/>
        </p:nvSpPr>
        <p:spPr>
          <a:xfrm xmlns:a="http://schemas.openxmlformats.org/drawingml/2006/main" rot="0" flipH="0" flipV="0">
            <a:off x="4657725" y="3543300"/>
            <a:ext cx="238125" cy="2762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725" b="0">
                <a:solidFill>
                  <a:srgbClr val="000000"/>
                </a:solidFill>
                <a:latin typeface="Arial"/>
                <a:ea typeface="Arial"/>
                <a:cs typeface="Arial"/>
              </a:defRPr>
            </a:defPPr>
            <a:lvl1pPr algn="l">
              <a:defRPr sz="1725" b="0">
                <a:solidFill>
                  <a:srgbClr val="000000"/>
                </a:solidFill>
                <a:latin typeface="Arial"/>
                <a:ea typeface="Arial"/>
                <a:cs typeface="Arial"/>
              </a:defRPr>
            </a:lvl1pPr>
            <a:lvl2pPr algn="l">
              <a:defRPr sz="1725" b="0">
                <a:solidFill>
                  <a:srgbClr val="000000"/>
                </a:solidFill>
                <a:latin typeface="Arial"/>
                <a:ea typeface="Arial"/>
                <a:cs typeface="Arial"/>
              </a:defRPr>
            </a:lvl2pPr>
            <a:lvl3pPr algn="l">
              <a:defRPr sz="1725" b="0">
                <a:solidFill>
                  <a:srgbClr val="000000"/>
                </a:solidFill>
                <a:latin typeface="Arial"/>
                <a:ea typeface="Arial"/>
                <a:cs typeface="Arial"/>
              </a:defRPr>
            </a:lvl3pPr>
            <a:lvl4pPr algn="l">
              <a:defRPr sz="1725" b="0">
                <a:solidFill>
                  <a:srgbClr val="000000"/>
                </a:solidFill>
                <a:latin typeface="Arial"/>
                <a:ea typeface="Arial"/>
                <a:cs typeface="Arial"/>
              </a:defRPr>
            </a:lvl4pPr>
            <a:lvl5pPr algn="l">
              <a:defRPr sz="1725" b="0">
                <a:solidFill>
                  <a:srgbClr val="000000"/>
                </a:solidFill>
                <a:latin typeface="Arial"/>
                <a:ea typeface="Arial"/>
                <a:cs typeface="Arial"/>
              </a:defRPr>
            </a:lvl5pPr>
            <a:lvl6pPr algn="l">
              <a:defRPr sz="1725" b="0">
                <a:solidFill>
                  <a:srgbClr val="000000"/>
                </a:solidFill>
                <a:latin typeface="Arial"/>
                <a:ea typeface="Arial"/>
                <a:cs typeface="Arial"/>
              </a:defRPr>
            </a:lvl6pPr>
            <a:lvl7pPr algn="l">
              <a:defRPr sz="1725" b="0">
                <a:solidFill>
                  <a:srgbClr val="000000"/>
                </a:solidFill>
                <a:latin typeface="Arial"/>
                <a:ea typeface="Arial"/>
                <a:cs typeface="Arial"/>
              </a:defRPr>
            </a:lvl7pPr>
            <a:lvl8pPr algn="l">
              <a:defRPr sz="1725" b="0">
                <a:solidFill>
                  <a:srgbClr val="000000"/>
                </a:solidFill>
                <a:latin typeface="Arial"/>
                <a:ea typeface="Arial"/>
                <a:cs typeface="Arial"/>
              </a:defRPr>
            </a:lvl8pPr>
            <a:lvl9pPr algn="l">
              <a:defRPr sz="1725" b="0">
                <a:solidFill>
                  <a:srgbClr val="000000"/>
                </a:solidFill>
                <a:latin typeface="Arial"/>
                <a:ea typeface="Arial"/>
                <a:cs typeface="Arial"/>
              </a:defRPr>
            </a:lvl9pPr>
          </a:lstStyle>
          <a:p xmlns:a="http://schemas.openxmlformats.org/drawingml/2006/main">
            <a:pPr algn="l">
              <a:defRPr sz="1725" b="0">
                <a:solidFill>
                  <a:srgbClr val="000000"/>
                </a:solidFill>
                <a:latin typeface="Arial"/>
                <a:ea typeface="Arial"/>
                <a:cs typeface="Arial"/>
              </a:defRPr>
            </a:pPr>
            <a:r>
              <a:rPr sz="1725" b="0">
                <a:solidFill>
                  <a:srgbClr val="000000"/>
                </a:solidFill>
                <a:latin typeface="Arial"/>
                <a:ea typeface="Arial"/>
                <a:cs typeface="Arial"/>
              </a:rPr>
              <a:t>f</a:t>
            </a:r>
          </a:p>
        </p:txBody>
      </p:sp>
      <p:sp>
        <p:nvSpPr>
          <p:cNvPr id="75" name="C_u">
            <a:extLst xmlns:a="http://schemas.openxmlformats.org/drawingml/2006/main">
              <a:ext uri="{FF2B5EF4-FFF2-40B4-BE49-F238E27FC236}">
                <a16:creationId xmlns:a16="http://schemas.microsoft.com/office/drawing/2014/main" id="{A31095F8-C43A-42E4-9424-80CC7E2383CB}"/>
              </a:ext>
            </a:extLst>
          </p:cNvPr>
          <p:cNvSpPr>
            <a:spLocks xmlns:a="http://schemas.openxmlformats.org/drawingml/2006/main" noGrp="1"/>
          </p:cNvSpPr>
          <p:nvPr/>
        </p:nvSpPr>
        <p:spPr>
          <a:xfrm xmlns:a="http://schemas.openxmlformats.org/drawingml/2006/main" rot="0" flipH="0" flipV="0">
            <a:off x="8343900" y="4657725"/>
            <a:ext cx="190500" cy="2762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725" b="0">
                <a:solidFill>
                  <a:srgbClr val="000000"/>
                </a:solidFill>
                <a:latin typeface="Arial"/>
                <a:ea typeface="Arial"/>
                <a:cs typeface="Arial"/>
              </a:defRPr>
            </a:defPPr>
            <a:lvl1pPr algn="l">
              <a:defRPr sz="1725" b="0">
                <a:solidFill>
                  <a:srgbClr val="000000"/>
                </a:solidFill>
                <a:latin typeface="Arial"/>
                <a:ea typeface="Arial"/>
                <a:cs typeface="Arial"/>
              </a:defRPr>
            </a:lvl1pPr>
            <a:lvl2pPr algn="l">
              <a:defRPr sz="1725" b="0">
                <a:solidFill>
                  <a:srgbClr val="000000"/>
                </a:solidFill>
                <a:latin typeface="Arial"/>
                <a:ea typeface="Arial"/>
                <a:cs typeface="Arial"/>
              </a:defRPr>
            </a:lvl2pPr>
            <a:lvl3pPr algn="l">
              <a:defRPr sz="1725" b="0">
                <a:solidFill>
                  <a:srgbClr val="000000"/>
                </a:solidFill>
                <a:latin typeface="Arial"/>
                <a:ea typeface="Arial"/>
                <a:cs typeface="Arial"/>
              </a:defRPr>
            </a:lvl3pPr>
            <a:lvl4pPr algn="l">
              <a:defRPr sz="1725" b="0">
                <a:solidFill>
                  <a:srgbClr val="000000"/>
                </a:solidFill>
                <a:latin typeface="Arial"/>
                <a:ea typeface="Arial"/>
                <a:cs typeface="Arial"/>
              </a:defRPr>
            </a:lvl4pPr>
            <a:lvl5pPr algn="l">
              <a:defRPr sz="1725" b="0">
                <a:solidFill>
                  <a:srgbClr val="000000"/>
                </a:solidFill>
                <a:latin typeface="Arial"/>
                <a:ea typeface="Arial"/>
                <a:cs typeface="Arial"/>
              </a:defRPr>
            </a:lvl5pPr>
            <a:lvl6pPr algn="l">
              <a:defRPr sz="1725" b="0">
                <a:solidFill>
                  <a:srgbClr val="000000"/>
                </a:solidFill>
                <a:latin typeface="Arial"/>
                <a:ea typeface="Arial"/>
                <a:cs typeface="Arial"/>
              </a:defRPr>
            </a:lvl6pPr>
            <a:lvl7pPr algn="l">
              <a:defRPr sz="1725" b="0">
                <a:solidFill>
                  <a:srgbClr val="000000"/>
                </a:solidFill>
                <a:latin typeface="Arial"/>
                <a:ea typeface="Arial"/>
                <a:cs typeface="Arial"/>
              </a:defRPr>
            </a:lvl7pPr>
            <a:lvl8pPr algn="l">
              <a:defRPr sz="1725" b="0">
                <a:solidFill>
                  <a:srgbClr val="000000"/>
                </a:solidFill>
                <a:latin typeface="Arial"/>
                <a:ea typeface="Arial"/>
                <a:cs typeface="Arial"/>
              </a:defRPr>
            </a:lvl8pPr>
            <a:lvl9pPr algn="l">
              <a:defRPr sz="1725" b="0">
                <a:solidFill>
                  <a:srgbClr val="000000"/>
                </a:solidFill>
                <a:latin typeface="Arial"/>
                <a:ea typeface="Arial"/>
                <a:cs typeface="Arial"/>
              </a:defRPr>
            </a:lvl9pPr>
          </a:lstStyle>
          <a:p xmlns:a="http://schemas.openxmlformats.org/drawingml/2006/main">
            <a:pPr algn="l">
              <a:defRPr sz="1725" b="0">
                <a:solidFill>
                  <a:srgbClr val="000000"/>
                </a:solidFill>
                <a:latin typeface="Arial"/>
                <a:ea typeface="Arial"/>
                <a:cs typeface="Arial"/>
              </a:defRPr>
            </a:pPr>
            <a:r>
              <a:rPr sz="1725" b="0">
                <a:solidFill>
                  <a:srgbClr val="000000"/>
                </a:solidFill>
                <a:latin typeface="Arial"/>
                <a:ea typeface="Arial"/>
                <a:cs typeface="Arial"/>
              </a:rPr>
              <a:t>u</a:t>
            </a:r>
          </a:p>
        </p:txBody>
      </p:sp>
      <p:sp>
        <p:nvSpPr>
          <p:cNvPr id="76" name="C_same_baseline_exact_copy_of_B">
            <a:extLst xmlns:a="http://schemas.openxmlformats.org/drawingml/2006/main">
              <a:ext uri="{FF2B5EF4-FFF2-40B4-BE49-F238E27FC236}">
                <a16:creationId xmlns:a16="http://schemas.microsoft.com/office/drawing/2014/main" id="{429CA7D3-191A-476D-BB6F-29CE3991D955}"/>
              </a:ext>
            </a:extLst>
          </p:cNvPr>
          <p:cNvSpPr>
            <a:spLocks xmlns:a="http://schemas.openxmlformats.org/drawingml/2006/main" noGrp="1"/>
          </p:cNvSpPr>
          <p:nvPr/>
        </p:nvSpPr>
        <p:spPr>
          <a:xfrm xmlns:a="http://schemas.openxmlformats.org/drawingml/2006/main" rot="0" flipH="0" flipV="0">
            <a:off x="4857750" y="3716573"/>
            <a:ext cx="3454210" cy="1049945"/>
          </a:xfrm>
          <a:custGeom xmlns:a="http://schemas.openxmlformats.org/drawingml/2006/main">
            <a:pathLst>
              <a:path w="6772960" h="1721221">
                <a:moveTo>
                  <a:pt x="0" y="0"/>
                </a:moveTo>
                <a:lnTo>
                  <a:pt x="52597" y="8016"/>
                </a:lnTo>
                <a:lnTo>
                  <a:pt x="105195" y="31914"/>
                </a:lnTo>
                <a:lnTo>
                  <a:pt x="157793" y="71249"/>
                </a:lnTo>
                <a:lnTo>
                  <a:pt x="210391" y="125288"/>
                </a:lnTo>
                <a:lnTo>
                  <a:pt x="262989" y="193025"/>
                </a:lnTo>
                <a:lnTo>
                  <a:pt x="315587" y="273198"/>
                </a:lnTo>
                <a:lnTo>
                  <a:pt x="368185" y="364313"/>
                </a:lnTo>
                <a:lnTo>
                  <a:pt x="420783" y="464674"/>
                </a:lnTo>
                <a:lnTo>
                  <a:pt x="473381" y="572409"/>
                </a:lnTo>
                <a:lnTo>
                  <a:pt x="525978" y="685514"/>
                </a:lnTo>
                <a:lnTo>
                  <a:pt x="578576" y="801880"/>
                </a:lnTo>
                <a:lnTo>
                  <a:pt x="631174" y="919341"/>
                </a:lnTo>
                <a:lnTo>
                  <a:pt x="683772" y="1035707"/>
                </a:lnTo>
                <a:lnTo>
                  <a:pt x="736370" y="1148811"/>
                </a:lnTo>
                <a:lnTo>
                  <a:pt x="788968" y="1256547"/>
                </a:lnTo>
                <a:lnTo>
                  <a:pt x="841566" y="1356907"/>
                </a:lnTo>
                <a:lnTo>
                  <a:pt x="894164" y="1448023"/>
                </a:lnTo>
                <a:lnTo>
                  <a:pt x="946761" y="1528196"/>
                </a:lnTo>
                <a:lnTo>
                  <a:pt x="999359" y="1595933"/>
                </a:lnTo>
                <a:lnTo>
                  <a:pt x="1051957" y="1649972"/>
                </a:lnTo>
                <a:lnTo>
                  <a:pt x="1104555" y="1689307"/>
                </a:lnTo>
                <a:lnTo>
                  <a:pt x="1157153" y="1713205"/>
                </a:lnTo>
                <a:lnTo>
                  <a:pt x="1209751" y="1721221"/>
                </a:lnTo>
                <a:lnTo>
                  <a:pt x="1260560" y="1717810"/>
                </a:lnTo>
                <a:lnTo>
                  <a:pt x="1311368" y="1707640"/>
                </a:lnTo>
                <a:lnTo>
                  <a:pt x="1362177" y="1690902"/>
                </a:lnTo>
                <a:lnTo>
                  <a:pt x="1412986" y="1667907"/>
                </a:lnTo>
                <a:lnTo>
                  <a:pt x="1463795" y="1639082"/>
                </a:lnTo>
                <a:lnTo>
                  <a:pt x="1514604" y="1604966"/>
                </a:lnTo>
                <a:lnTo>
                  <a:pt x="1565413" y="1566194"/>
                </a:lnTo>
                <a:lnTo>
                  <a:pt x="1616221" y="1523487"/>
                </a:lnTo>
                <a:lnTo>
                  <a:pt x="1667030" y="1477642"/>
                </a:lnTo>
                <a:lnTo>
                  <a:pt x="1717839" y="1429513"/>
                </a:lnTo>
                <a:lnTo>
                  <a:pt x="1768648" y="1379995"/>
                </a:lnTo>
                <a:lnTo>
                  <a:pt x="1819457" y="1330012"/>
                </a:lnTo>
                <a:lnTo>
                  <a:pt x="1870266" y="1280495"/>
                </a:lnTo>
                <a:lnTo>
                  <a:pt x="1921074" y="1232365"/>
                </a:lnTo>
                <a:lnTo>
                  <a:pt x="1971883" y="1186520"/>
                </a:lnTo>
                <a:lnTo>
                  <a:pt x="2022692" y="1143813"/>
                </a:lnTo>
                <a:lnTo>
                  <a:pt x="2073501" y="1105041"/>
                </a:lnTo>
                <a:lnTo>
                  <a:pt x="2124310" y="1070925"/>
                </a:lnTo>
                <a:lnTo>
                  <a:pt x="2175119" y="1042101"/>
                </a:lnTo>
                <a:lnTo>
                  <a:pt x="2225927" y="1019105"/>
                </a:lnTo>
                <a:lnTo>
                  <a:pt x="2276736" y="1002367"/>
                </a:lnTo>
                <a:lnTo>
                  <a:pt x="2327545" y="992197"/>
                </a:lnTo>
                <a:lnTo>
                  <a:pt x="2378354" y="988786"/>
                </a:lnTo>
                <a:lnTo>
                  <a:pt x="2428805" y="992197"/>
                </a:lnTo>
                <a:lnTo>
                  <a:pt x="2479256" y="1002367"/>
                </a:lnTo>
                <a:lnTo>
                  <a:pt x="2529707" y="1019105"/>
                </a:lnTo>
                <a:lnTo>
                  <a:pt x="2580158" y="1042101"/>
                </a:lnTo>
                <a:lnTo>
                  <a:pt x="2630609" y="1070925"/>
                </a:lnTo>
                <a:lnTo>
                  <a:pt x="2681060" y="1105041"/>
                </a:lnTo>
                <a:lnTo>
                  <a:pt x="2731511" y="1143813"/>
                </a:lnTo>
                <a:lnTo>
                  <a:pt x="2781962" y="1186520"/>
                </a:lnTo>
                <a:lnTo>
                  <a:pt x="2832413" y="1232365"/>
                </a:lnTo>
                <a:lnTo>
                  <a:pt x="2882864" y="1280495"/>
                </a:lnTo>
                <a:lnTo>
                  <a:pt x="2933315" y="1330012"/>
                </a:lnTo>
                <a:lnTo>
                  <a:pt x="2983766" y="1379995"/>
                </a:lnTo>
                <a:lnTo>
                  <a:pt x="3034217" y="1429513"/>
                </a:lnTo>
                <a:lnTo>
                  <a:pt x="3084668" y="1477642"/>
                </a:lnTo>
                <a:lnTo>
                  <a:pt x="3135119" y="1523487"/>
                </a:lnTo>
                <a:lnTo>
                  <a:pt x="3185570" y="1566194"/>
                </a:lnTo>
                <a:lnTo>
                  <a:pt x="3236021" y="1604966"/>
                </a:lnTo>
                <a:lnTo>
                  <a:pt x="3286472" y="1639082"/>
                </a:lnTo>
                <a:lnTo>
                  <a:pt x="3336923" y="1667907"/>
                </a:lnTo>
                <a:lnTo>
                  <a:pt x="3387375" y="1690902"/>
                </a:lnTo>
                <a:lnTo>
                  <a:pt x="3437826" y="1707640"/>
                </a:lnTo>
                <a:lnTo>
                  <a:pt x="3488277" y="1717810"/>
                </a:lnTo>
                <a:lnTo>
                  <a:pt x="3538728" y="1721221"/>
                </a:lnTo>
                <a:lnTo>
                  <a:pt x="3589179" y="1714399"/>
                </a:lnTo>
                <a:lnTo>
                  <a:pt x="3639630" y="1694060"/>
                </a:lnTo>
                <a:lnTo>
                  <a:pt x="3690081" y="1660584"/>
                </a:lnTo>
                <a:lnTo>
                  <a:pt x="3740532" y="1614593"/>
                </a:lnTo>
                <a:lnTo>
                  <a:pt x="3790983" y="1556944"/>
                </a:lnTo>
                <a:lnTo>
                  <a:pt x="3841434" y="1488712"/>
                </a:lnTo>
                <a:lnTo>
                  <a:pt x="3891885" y="1411167"/>
                </a:lnTo>
                <a:lnTo>
                  <a:pt x="3942336" y="1325754"/>
                </a:lnTo>
                <a:lnTo>
                  <a:pt x="3992787" y="1234064"/>
                </a:lnTo>
                <a:lnTo>
                  <a:pt x="4043238" y="1137805"/>
                </a:lnTo>
                <a:lnTo>
                  <a:pt x="4093689" y="1038769"/>
                </a:lnTo>
                <a:lnTo>
                  <a:pt x="4144140" y="938803"/>
                </a:lnTo>
                <a:lnTo>
                  <a:pt x="4194591" y="839768"/>
                </a:lnTo>
                <a:lnTo>
                  <a:pt x="4245042" y="743509"/>
                </a:lnTo>
                <a:lnTo>
                  <a:pt x="4295493" y="651819"/>
                </a:lnTo>
                <a:lnTo>
                  <a:pt x="4345944" y="566406"/>
                </a:lnTo>
                <a:lnTo>
                  <a:pt x="4396395" y="488861"/>
                </a:lnTo>
                <a:lnTo>
                  <a:pt x="4446846" y="420629"/>
                </a:lnTo>
                <a:lnTo>
                  <a:pt x="4497297" y="362980"/>
                </a:lnTo>
                <a:lnTo>
                  <a:pt x="4547748" y="316989"/>
                </a:lnTo>
                <a:lnTo>
                  <a:pt x="4598199" y="283513"/>
                </a:lnTo>
                <a:lnTo>
                  <a:pt x="4648650" y="263174"/>
                </a:lnTo>
                <a:lnTo>
                  <a:pt x="4699101" y="256352"/>
                </a:lnTo>
                <a:lnTo>
                  <a:pt x="4750626" y="263174"/>
                </a:lnTo>
                <a:lnTo>
                  <a:pt x="4802150" y="283513"/>
                </a:lnTo>
                <a:lnTo>
                  <a:pt x="4853675" y="316989"/>
                </a:lnTo>
                <a:lnTo>
                  <a:pt x="4905199" y="362980"/>
                </a:lnTo>
                <a:lnTo>
                  <a:pt x="4956723" y="420629"/>
                </a:lnTo>
                <a:lnTo>
                  <a:pt x="5008248" y="488861"/>
                </a:lnTo>
                <a:lnTo>
                  <a:pt x="5059772" y="566406"/>
                </a:lnTo>
                <a:lnTo>
                  <a:pt x="5111297" y="651819"/>
                </a:lnTo>
                <a:lnTo>
                  <a:pt x="5162821" y="743509"/>
                </a:lnTo>
                <a:lnTo>
                  <a:pt x="5214346" y="839768"/>
                </a:lnTo>
                <a:lnTo>
                  <a:pt x="5265870" y="938803"/>
                </a:lnTo>
                <a:lnTo>
                  <a:pt x="5317395" y="1038769"/>
                </a:lnTo>
                <a:lnTo>
                  <a:pt x="5368919" y="1137805"/>
                </a:lnTo>
                <a:lnTo>
                  <a:pt x="5420444" y="1234064"/>
                </a:lnTo>
                <a:lnTo>
                  <a:pt x="5471968" y="1325754"/>
                </a:lnTo>
                <a:lnTo>
                  <a:pt x="5523492" y="1411167"/>
                </a:lnTo>
                <a:lnTo>
                  <a:pt x="5575017" y="1488712"/>
                </a:lnTo>
                <a:lnTo>
                  <a:pt x="5626541" y="1556944"/>
                </a:lnTo>
                <a:lnTo>
                  <a:pt x="5678066" y="1614593"/>
                </a:lnTo>
                <a:lnTo>
                  <a:pt x="5729590" y="1660584"/>
                </a:lnTo>
                <a:lnTo>
                  <a:pt x="5781115" y="1694060"/>
                </a:lnTo>
                <a:lnTo>
                  <a:pt x="5832639" y="1714399"/>
                </a:lnTo>
                <a:lnTo>
                  <a:pt x="5884164" y="1721221"/>
                </a:lnTo>
                <a:lnTo>
                  <a:pt x="5922807" y="1713205"/>
                </a:lnTo>
                <a:lnTo>
                  <a:pt x="5961450" y="1689307"/>
                </a:lnTo>
                <a:lnTo>
                  <a:pt x="6000094" y="1649972"/>
                </a:lnTo>
                <a:lnTo>
                  <a:pt x="6038737" y="1595933"/>
                </a:lnTo>
                <a:lnTo>
                  <a:pt x="6077380" y="1528196"/>
                </a:lnTo>
                <a:lnTo>
                  <a:pt x="6116024" y="1448023"/>
                </a:lnTo>
                <a:lnTo>
                  <a:pt x="6154667" y="1356907"/>
                </a:lnTo>
                <a:lnTo>
                  <a:pt x="6193310" y="1256547"/>
                </a:lnTo>
                <a:lnTo>
                  <a:pt x="6231954" y="1148811"/>
                </a:lnTo>
                <a:lnTo>
                  <a:pt x="6270597" y="1035707"/>
                </a:lnTo>
                <a:lnTo>
                  <a:pt x="6309240" y="919341"/>
                </a:lnTo>
                <a:lnTo>
                  <a:pt x="6347884" y="801880"/>
                </a:lnTo>
                <a:lnTo>
                  <a:pt x="6386527" y="685514"/>
                </a:lnTo>
                <a:lnTo>
                  <a:pt x="6425170" y="572409"/>
                </a:lnTo>
                <a:lnTo>
                  <a:pt x="6463814" y="464674"/>
                </a:lnTo>
                <a:lnTo>
                  <a:pt x="6502457" y="364313"/>
                </a:lnTo>
                <a:lnTo>
                  <a:pt x="6541100" y="273198"/>
                </a:lnTo>
                <a:lnTo>
                  <a:pt x="6579744" y="193025"/>
                </a:lnTo>
                <a:lnTo>
                  <a:pt x="6618387" y="125288"/>
                </a:lnTo>
                <a:lnTo>
                  <a:pt x="6657030" y="71249"/>
                </a:lnTo>
                <a:lnTo>
                  <a:pt x="6695674" y="31914"/>
                </a:lnTo>
                <a:lnTo>
                  <a:pt x="6734317" y="8016"/>
                </a:lnTo>
                <a:lnTo>
                  <a:pt x="6772960" y="0"/>
                </a:lnTo>
              </a:path>
            </a:pathLst>
          </a:custGeom>
          <a:noFill xmlns:a="http://schemas.openxmlformats.org/drawingml/2006/main"/>
          <a:ln xmlns:a="http://schemas.openxmlformats.org/drawingml/2006/main" w="19786">
            <a:solidFill>
              <a:srgbClr val="92A5B1"/>
            </a:solidFill>
            <a:prstDash val="dash"/>
          </a:ln>
        </p:spPr>
      </p:sp>
      <p:sp>
        <p:nvSpPr>
          <p:cNvPr id="78" name="C_optimal_realized_profile">
            <a:extLst xmlns:a="http://schemas.openxmlformats.org/drawingml/2006/main">
              <a:ext uri="{FF2B5EF4-FFF2-40B4-BE49-F238E27FC236}">
                <a16:creationId xmlns:a16="http://schemas.microsoft.com/office/drawing/2014/main" id="{771AC855-12F2-4022-A376-AE8A85F8832C}"/>
              </a:ext>
            </a:extLst>
          </p:cNvPr>
          <p:cNvSpPr>
            <a:spLocks xmlns:a="http://schemas.openxmlformats.org/drawingml/2006/main" noGrp="1"/>
          </p:cNvSpPr>
          <p:nvPr/>
        </p:nvSpPr>
        <p:spPr>
          <a:xfrm xmlns:a="http://schemas.openxmlformats.org/drawingml/2006/main" rot="0" flipH="0" flipV="0">
            <a:off x="4857750" y="3716573"/>
            <a:ext cx="3454210" cy="1049945"/>
          </a:xfrm>
          <a:custGeom xmlns:a="http://schemas.openxmlformats.org/drawingml/2006/main">
            <a:pathLst>
              <a:path w="6772960" h="1721221">
                <a:moveTo>
                  <a:pt x="0" y="0"/>
                </a:moveTo>
                <a:lnTo>
                  <a:pt x="52597" y="8016"/>
                </a:lnTo>
                <a:lnTo>
                  <a:pt x="105195" y="31914"/>
                </a:lnTo>
                <a:lnTo>
                  <a:pt x="157793" y="71249"/>
                </a:lnTo>
                <a:lnTo>
                  <a:pt x="210391" y="125288"/>
                </a:lnTo>
                <a:lnTo>
                  <a:pt x="262989" y="193025"/>
                </a:lnTo>
                <a:lnTo>
                  <a:pt x="315587" y="273198"/>
                </a:lnTo>
                <a:lnTo>
                  <a:pt x="368185" y="364313"/>
                </a:lnTo>
                <a:lnTo>
                  <a:pt x="420783" y="464674"/>
                </a:lnTo>
                <a:lnTo>
                  <a:pt x="473381" y="572409"/>
                </a:lnTo>
                <a:lnTo>
                  <a:pt x="525978" y="685514"/>
                </a:lnTo>
                <a:lnTo>
                  <a:pt x="578576" y="801880"/>
                </a:lnTo>
                <a:lnTo>
                  <a:pt x="631174" y="919341"/>
                </a:lnTo>
                <a:lnTo>
                  <a:pt x="683772" y="1035707"/>
                </a:lnTo>
                <a:lnTo>
                  <a:pt x="736370" y="1148811"/>
                </a:lnTo>
                <a:lnTo>
                  <a:pt x="788968" y="1256547"/>
                </a:lnTo>
                <a:lnTo>
                  <a:pt x="841566" y="1356907"/>
                </a:lnTo>
                <a:lnTo>
                  <a:pt x="894164" y="1448023"/>
                </a:lnTo>
                <a:lnTo>
                  <a:pt x="946761" y="1528196"/>
                </a:lnTo>
                <a:lnTo>
                  <a:pt x="999359" y="1595933"/>
                </a:lnTo>
                <a:lnTo>
                  <a:pt x="1051957" y="1649972"/>
                </a:lnTo>
                <a:lnTo>
                  <a:pt x="1104555" y="1689307"/>
                </a:lnTo>
                <a:lnTo>
                  <a:pt x="1157153" y="1713205"/>
                </a:lnTo>
                <a:lnTo>
                  <a:pt x="1209751" y="1721221"/>
                </a:lnTo>
                <a:lnTo>
                  <a:pt x="1260560" y="1716104"/>
                </a:lnTo>
                <a:lnTo>
                  <a:pt x="1311368" y="1700850"/>
                </a:lnTo>
                <a:lnTo>
                  <a:pt x="1362177" y="1675743"/>
                </a:lnTo>
                <a:lnTo>
                  <a:pt x="1412986" y="1641250"/>
                </a:lnTo>
                <a:lnTo>
                  <a:pt x="1463795" y="1598013"/>
                </a:lnTo>
                <a:lnTo>
                  <a:pt x="1514604" y="1546839"/>
                </a:lnTo>
                <a:lnTo>
                  <a:pt x="1565413" y="1488680"/>
                </a:lnTo>
                <a:lnTo>
                  <a:pt x="1616221" y="1424621"/>
                </a:lnTo>
                <a:lnTo>
                  <a:pt x="1667030" y="1355853"/>
                </a:lnTo>
                <a:lnTo>
                  <a:pt x="1717839" y="1283659"/>
                </a:lnTo>
                <a:lnTo>
                  <a:pt x="1768648" y="1209382"/>
                </a:lnTo>
                <a:lnTo>
                  <a:pt x="1819457" y="1134408"/>
                </a:lnTo>
                <a:lnTo>
                  <a:pt x="1870266" y="1060131"/>
                </a:lnTo>
                <a:lnTo>
                  <a:pt x="1921074" y="987937"/>
                </a:lnTo>
                <a:lnTo>
                  <a:pt x="1971883" y="919169"/>
                </a:lnTo>
                <a:lnTo>
                  <a:pt x="2022692" y="855110"/>
                </a:lnTo>
                <a:lnTo>
                  <a:pt x="2073501" y="796951"/>
                </a:lnTo>
                <a:lnTo>
                  <a:pt x="2124310" y="745777"/>
                </a:lnTo>
                <a:lnTo>
                  <a:pt x="2175119" y="702540"/>
                </a:lnTo>
                <a:lnTo>
                  <a:pt x="2225927" y="668047"/>
                </a:lnTo>
                <a:lnTo>
                  <a:pt x="2276736" y="642940"/>
                </a:lnTo>
                <a:lnTo>
                  <a:pt x="2327545" y="627686"/>
                </a:lnTo>
                <a:lnTo>
                  <a:pt x="2378354" y="622569"/>
                </a:lnTo>
                <a:lnTo>
                  <a:pt x="2428805" y="627686"/>
                </a:lnTo>
                <a:lnTo>
                  <a:pt x="2479256" y="642940"/>
                </a:lnTo>
                <a:lnTo>
                  <a:pt x="2529707" y="668047"/>
                </a:lnTo>
                <a:lnTo>
                  <a:pt x="2580158" y="702540"/>
                </a:lnTo>
                <a:lnTo>
                  <a:pt x="2630609" y="745777"/>
                </a:lnTo>
                <a:lnTo>
                  <a:pt x="2681060" y="796951"/>
                </a:lnTo>
                <a:lnTo>
                  <a:pt x="2731511" y="855110"/>
                </a:lnTo>
                <a:lnTo>
                  <a:pt x="2781962" y="919169"/>
                </a:lnTo>
                <a:lnTo>
                  <a:pt x="2832413" y="987937"/>
                </a:lnTo>
                <a:lnTo>
                  <a:pt x="2882864" y="1060131"/>
                </a:lnTo>
                <a:lnTo>
                  <a:pt x="2933315" y="1134408"/>
                </a:lnTo>
                <a:lnTo>
                  <a:pt x="2983766" y="1209382"/>
                </a:lnTo>
                <a:lnTo>
                  <a:pt x="3034217" y="1283659"/>
                </a:lnTo>
                <a:lnTo>
                  <a:pt x="3084668" y="1355853"/>
                </a:lnTo>
                <a:lnTo>
                  <a:pt x="3135119" y="1424621"/>
                </a:lnTo>
                <a:lnTo>
                  <a:pt x="3185570" y="1488680"/>
                </a:lnTo>
                <a:lnTo>
                  <a:pt x="3236021" y="1546839"/>
                </a:lnTo>
                <a:lnTo>
                  <a:pt x="3286472" y="1598013"/>
                </a:lnTo>
                <a:lnTo>
                  <a:pt x="3336923" y="1641250"/>
                </a:lnTo>
                <a:lnTo>
                  <a:pt x="3387375" y="1675743"/>
                </a:lnTo>
                <a:lnTo>
                  <a:pt x="3437826" y="1700850"/>
                </a:lnTo>
                <a:lnTo>
                  <a:pt x="3488277" y="1716104"/>
                </a:lnTo>
                <a:lnTo>
                  <a:pt x="3538728" y="1721221"/>
                </a:lnTo>
                <a:lnTo>
                  <a:pt x="3589179" y="1716104"/>
                </a:lnTo>
                <a:lnTo>
                  <a:pt x="3639630" y="1700850"/>
                </a:lnTo>
                <a:lnTo>
                  <a:pt x="3690081" y="1675743"/>
                </a:lnTo>
                <a:lnTo>
                  <a:pt x="3740532" y="1641250"/>
                </a:lnTo>
                <a:lnTo>
                  <a:pt x="3790983" y="1598013"/>
                </a:lnTo>
                <a:lnTo>
                  <a:pt x="3841434" y="1546839"/>
                </a:lnTo>
                <a:lnTo>
                  <a:pt x="3891885" y="1488680"/>
                </a:lnTo>
                <a:lnTo>
                  <a:pt x="3942336" y="1424621"/>
                </a:lnTo>
                <a:lnTo>
                  <a:pt x="3992787" y="1355853"/>
                </a:lnTo>
                <a:lnTo>
                  <a:pt x="4043238" y="1283659"/>
                </a:lnTo>
                <a:lnTo>
                  <a:pt x="4093689" y="1209382"/>
                </a:lnTo>
                <a:lnTo>
                  <a:pt x="4144140" y="1134408"/>
                </a:lnTo>
                <a:lnTo>
                  <a:pt x="4194591" y="1060131"/>
                </a:lnTo>
                <a:lnTo>
                  <a:pt x="4245042" y="987937"/>
                </a:lnTo>
                <a:lnTo>
                  <a:pt x="4295493" y="919169"/>
                </a:lnTo>
                <a:lnTo>
                  <a:pt x="4345944" y="855110"/>
                </a:lnTo>
                <a:lnTo>
                  <a:pt x="4396395" y="796951"/>
                </a:lnTo>
                <a:lnTo>
                  <a:pt x="4446846" y="745777"/>
                </a:lnTo>
                <a:lnTo>
                  <a:pt x="4497297" y="702540"/>
                </a:lnTo>
                <a:lnTo>
                  <a:pt x="4547748" y="668047"/>
                </a:lnTo>
                <a:lnTo>
                  <a:pt x="4598199" y="642940"/>
                </a:lnTo>
                <a:lnTo>
                  <a:pt x="4648650" y="627686"/>
                </a:lnTo>
                <a:lnTo>
                  <a:pt x="4699101" y="622569"/>
                </a:lnTo>
                <a:lnTo>
                  <a:pt x="4750626" y="627686"/>
                </a:lnTo>
                <a:lnTo>
                  <a:pt x="4802150" y="642940"/>
                </a:lnTo>
                <a:lnTo>
                  <a:pt x="4853675" y="668047"/>
                </a:lnTo>
                <a:lnTo>
                  <a:pt x="4905199" y="702540"/>
                </a:lnTo>
                <a:lnTo>
                  <a:pt x="4956723" y="745777"/>
                </a:lnTo>
                <a:lnTo>
                  <a:pt x="5008248" y="796951"/>
                </a:lnTo>
                <a:lnTo>
                  <a:pt x="5059772" y="855110"/>
                </a:lnTo>
                <a:lnTo>
                  <a:pt x="5111297" y="919169"/>
                </a:lnTo>
                <a:lnTo>
                  <a:pt x="5162821" y="987937"/>
                </a:lnTo>
                <a:lnTo>
                  <a:pt x="5214346" y="1060131"/>
                </a:lnTo>
                <a:lnTo>
                  <a:pt x="5265870" y="1134408"/>
                </a:lnTo>
                <a:lnTo>
                  <a:pt x="5317395" y="1209382"/>
                </a:lnTo>
                <a:lnTo>
                  <a:pt x="5368919" y="1283659"/>
                </a:lnTo>
                <a:lnTo>
                  <a:pt x="5420444" y="1355853"/>
                </a:lnTo>
                <a:lnTo>
                  <a:pt x="5471968" y="1424621"/>
                </a:lnTo>
                <a:lnTo>
                  <a:pt x="5523492" y="1488680"/>
                </a:lnTo>
                <a:lnTo>
                  <a:pt x="5575017" y="1546839"/>
                </a:lnTo>
                <a:lnTo>
                  <a:pt x="5626541" y="1598013"/>
                </a:lnTo>
                <a:lnTo>
                  <a:pt x="5678066" y="1641250"/>
                </a:lnTo>
                <a:lnTo>
                  <a:pt x="5729590" y="1675743"/>
                </a:lnTo>
                <a:lnTo>
                  <a:pt x="5781115" y="1700850"/>
                </a:lnTo>
                <a:lnTo>
                  <a:pt x="5832639" y="1716104"/>
                </a:lnTo>
                <a:lnTo>
                  <a:pt x="5884164" y="1721221"/>
                </a:lnTo>
                <a:lnTo>
                  <a:pt x="5922807" y="1713205"/>
                </a:lnTo>
                <a:lnTo>
                  <a:pt x="5961450" y="1689307"/>
                </a:lnTo>
                <a:lnTo>
                  <a:pt x="6000094" y="1649972"/>
                </a:lnTo>
                <a:lnTo>
                  <a:pt x="6038737" y="1595933"/>
                </a:lnTo>
                <a:lnTo>
                  <a:pt x="6077380" y="1528196"/>
                </a:lnTo>
                <a:lnTo>
                  <a:pt x="6116024" y="1448023"/>
                </a:lnTo>
                <a:lnTo>
                  <a:pt x="6154667" y="1356907"/>
                </a:lnTo>
                <a:lnTo>
                  <a:pt x="6193310" y="1256547"/>
                </a:lnTo>
                <a:lnTo>
                  <a:pt x="6231954" y="1148811"/>
                </a:lnTo>
                <a:lnTo>
                  <a:pt x="6270597" y="1035707"/>
                </a:lnTo>
                <a:lnTo>
                  <a:pt x="6309240" y="919341"/>
                </a:lnTo>
                <a:lnTo>
                  <a:pt x="6347884" y="801880"/>
                </a:lnTo>
                <a:lnTo>
                  <a:pt x="6386527" y="685514"/>
                </a:lnTo>
                <a:lnTo>
                  <a:pt x="6425170" y="572409"/>
                </a:lnTo>
                <a:lnTo>
                  <a:pt x="6463814" y="464674"/>
                </a:lnTo>
                <a:lnTo>
                  <a:pt x="6502457" y="364313"/>
                </a:lnTo>
                <a:lnTo>
                  <a:pt x="6541100" y="273198"/>
                </a:lnTo>
                <a:lnTo>
                  <a:pt x="6579744" y="193025"/>
                </a:lnTo>
                <a:lnTo>
                  <a:pt x="6618387" y="125288"/>
                </a:lnTo>
                <a:lnTo>
                  <a:pt x="6657030" y="71249"/>
                </a:lnTo>
                <a:lnTo>
                  <a:pt x="6695674" y="31914"/>
                </a:lnTo>
                <a:lnTo>
                  <a:pt x="6734317" y="8016"/>
                </a:lnTo>
                <a:lnTo>
                  <a:pt x="6772960" y="0"/>
                </a:lnTo>
              </a:path>
            </a:pathLst>
          </a:custGeom>
          <a:noFill xmlns:a="http://schemas.openxmlformats.org/drawingml/2006/main"/>
          <a:ln xmlns:a="http://schemas.openxmlformats.org/drawingml/2006/main" w="30404">
            <a:solidFill>
              <a:srgbClr val="009E73"/>
            </a:solidFill>
            <a:prstDash val="solid"/>
          </a:ln>
        </p:spPr>
      </p:sp>
      <p:sp>
        <p:nvSpPr>
          <p:cNvPr id="79" name="C_actual_anchor_A">
            <a:extLst xmlns:a="http://schemas.openxmlformats.org/drawingml/2006/main">
              <a:ext uri="{FF2B5EF4-FFF2-40B4-BE49-F238E27FC236}">
                <a16:creationId xmlns:a16="http://schemas.microsoft.com/office/drawing/2014/main" id="{C4B604A9-EF4B-4552-B1DF-9C39D4A7C812}"/>
              </a:ext>
            </a:extLst>
          </p:cNvPr>
          <p:cNvSpPr>
            <a:spLocks xmlns:a="http://schemas.openxmlformats.org/drawingml/2006/main" noGrp="1"/>
          </p:cNvSpPr>
          <p:nvPr/>
        </p:nvSpPr>
        <p:spPr>
          <a:xfrm xmlns:a="http://schemas.openxmlformats.org/drawingml/2006/main" rot="0" flipH="0" flipV="0">
            <a:off x="5408048" y="4699842"/>
            <a:ext cx="133350" cy="133350"/>
          </a:xfrm>
          <a:prstGeom xmlns:a="http://schemas.openxmlformats.org/drawingml/2006/main" prst="ellipse">
            <a:avLst/>
          </a:prstGeom>
          <a:solidFill xmlns:a="http://schemas.openxmlformats.org/drawingml/2006/main">
            <a:srgbClr val="0072B2"/>
          </a:solidFill>
          <a:ln xmlns:a="http://schemas.openxmlformats.org/drawingml/2006/main" w="10617">
            <a:solidFill>
              <a:srgbClr val="FFFFFF"/>
            </a:solidFill>
            <a:prstDash val="solid"/>
          </a:ln>
        </p:spPr>
      </p:sp>
      <p:sp>
        <p:nvSpPr>
          <p:cNvPr id="80" name="C_anchor_label_A">
            <a:extLst xmlns:a="http://schemas.openxmlformats.org/drawingml/2006/main">
              <a:ext uri="{FF2B5EF4-FFF2-40B4-BE49-F238E27FC236}">
                <a16:creationId xmlns:a16="http://schemas.microsoft.com/office/drawing/2014/main" id="{94D7D6F1-56CD-41D2-9C40-1A45E5BE9E79}"/>
              </a:ext>
            </a:extLst>
          </p:cNvPr>
          <p:cNvSpPr>
            <a:spLocks xmlns:a="http://schemas.openxmlformats.org/drawingml/2006/main" noGrp="1"/>
          </p:cNvSpPr>
          <p:nvPr/>
        </p:nvSpPr>
        <p:spPr>
          <a:xfrm xmlns:a="http://schemas.openxmlformats.org/drawingml/2006/main" rot="0" flipH="0" flipV="0">
            <a:off x="5246123" y="4800600"/>
            <a:ext cx="457200" cy="2857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875" b="1">
                <a:solidFill>
                  <a:srgbClr val="000000"/>
                </a:solidFill>
                <a:latin typeface="Arial"/>
                <a:ea typeface="Arial"/>
                <a:cs typeface="Arial"/>
              </a:defRPr>
            </a:defPPr>
            <a:lvl1pPr algn="ctr">
              <a:defRPr sz="1875" b="1">
                <a:solidFill>
                  <a:srgbClr val="000000"/>
                </a:solidFill>
                <a:latin typeface="Arial"/>
                <a:ea typeface="Arial"/>
                <a:cs typeface="Arial"/>
              </a:defRPr>
            </a:lvl1pPr>
            <a:lvl2pPr algn="ctr">
              <a:defRPr sz="1875" b="1">
                <a:solidFill>
                  <a:srgbClr val="000000"/>
                </a:solidFill>
                <a:latin typeface="Arial"/>
                <a:ea typeface="Arial"/>
                <a:cs typeface="Arial"/>
              </a:defRPr>
            </a:lvl2pPr>
            <a:lvl3pPr algn="ctr">
              <a:defRPr sz="1875" b="1">
                <a:solidFill>
                  <a:srgbClr val="000000"/>
                </a:solidFill>
                <a:latin typeface="Arial"/>
                <a:ea typeface="Arial"/>
                <a:cs typeface="Arial"/>
              </a:defRPr>
            </a:lvl3pPr>
            <a:lvl4pPr algn="ctr">
              <a:defRPr sz="1875" b="1">
                <a:solidFill>
                  <a:srgbClr val="000000"/>
                </a:solidFill>
                <a:latin typeface="Arial"/>
                <a:ea typeface="Arial"/>
                <a:cs typeface="Arial"/>
              </a:defRPr>
            </a:lvl4pPr>
            <a:lvl5pPr algn="ctr">
              <a:defRPr sz="1875" b="1">
                <a:solidFill>
                  <a:srgbClr val="000000"/>
                </a:solidFill>
                <a:latin typeface="Arial"/>
                <a:ea typeface="Arial"/>
                <a:cs typeface="Arial"/>
              </a:defRPr>
            </a:lvl5pPr>
            <a:lvl6pPr algn="ctr">
              <a:defRPr sz="1875" b="1">
                <a:solidFill>
                  <a:srgbClr val="000000"/>
                </a:solidFill>
                <a:latin typeface="Arial"/>
                <a:ea typeface="Arial"/>
                <a:cs typeface="Arial"/>
              </a:defRPr>
            </a:lvl6pPr>
            <a:lvl7pPr algn="ctr">
              <a:defRPr sz="1875" b="1">
                <a:solidFill>
                  <a:srgbClr val="000000"/>
                </a:solidFill>
                <a:latin typeface="Arial"/>
                <a:ea typeface="Arial"/>
                <a:cs typeface="Arial"/>
              </a:defRPr>
            </a:lvl7pPr>
            <a:lvl8pPr algn="ctr">
              <a:defRPr sz="1875" b="1">
                <a:solidFill>
                  <a:srgbClr val="000000"/>
                </a:solidFill>
                <a:latin typeface="Arial"/>
                <a:ea typeface="Arial"/>
                <a:cs typeface="Arial"/>
              </a:defRPr>
            </a:lvl8pPr>
            <a:lvl9pPr algn="ctr">
              <a:defRPr sz="1875" b="1">
                <a:solidFill>
                  <a:srgbClr val="000000"/>
                </a:solidFill>
                <a:latin typeface="Arial"/>
                <a:ea typeface="Arial"/>
                <a:cs typeface="Arial"/>
              </a:defRPr>
            </a:lvl9pPr>
          </a:lstStyle>
          <a:p xmlns:a="http://schemas.openxmlformats.org/drawingml/2006/main">
            <a:pPr algn="ctr">
              <a:defRPr sz="1875" b="1">
                <a:solidFill>
                  <a:srgbClr val="000000"/>
                </a:solidFill>
                <a:latin typeface="Arial"/>
                <a:ea typeface="Arial"/>
                <a:cs typeface="Arial"/>
              </a:defRPr>
            </a:pPr>
            <a:r>
              <a:rPr sz="1875" b="1">
                <a:solidFill>
                  <a:srgbClr val="000000"/>
                </a:solidFill>
                <a:latin typeface="Arial"/>
                <a:ea typeface="Arial"/>
                <a:cs typeface="Arial"/>
              </a:rPr>
              <a:t>A</a:t>
            </a:r>
          </a:p>
        </p:txBody>
      </p:sp>
      <p:sp>
        <p:nvSpPr>
          <p:cNvPr id="81" name="C_actual_anchor_C">
            <a:extLst xmlns:a="http://schemas.openxmlformats.org/drawingml/2006/main">
              <a:ext uri="{FF2B5EF4-FFF2-40B4-BE49-F238E27FC236}">
                <a16:creationId xmlns:a16="http://schemas.microsoft.com/office/drawing/2014/main" id="{20603102-4B3E-4CF1-9E5E-20DCAA837936}"/>
              </a:ext>
            </a:extLst>
          </p:cNvPr>
          <p:cNvSpPr>
            <a:spLocks xmlns:a="http://schemas.openxmlformats.org/drawingml/2006/main" noGrp="1"/>
          </p:cNvSpPr>
          <p:nvPr/>
        </p:nvSpPr>
        <p:spPr>
          <a:xfrm xmlns:a="http://schemas.openxmlformats.org/drawingml/2006/main" rot="0" flipH="0" flipV="0">
            <a:off x="6595826" y="4699842"/>
            <a:ext cx="133350" cy="133350"/>
          </a:xfrm>
          <a:prstGeom xmlns:a="http://schemas.openxmlformats.org/drawingml/2006/main" prst="ellipse">
            <a:avLst/>
          </a:prstGeom>
          <a:solidFill xmlns:a="http://schemas.openxmlformats.org/drawingml/2006/main">
            <a:srgbClr val="009E73"/>
          </a:solidFill>
          <a:ln xmlns:a="http://schemas.openxmlformats.org/drawingml/2006/main" w="10617">
            <a:solidFill>
              <a:srgbClr val="FFFFFF"/>
            </a:solidFill>
            <a:prstDash val="solid"/>
          </a:ln>
        </p:spPr>
      </p:sp>
      <p:sp>
        <p:nvSpPr>
          <p:cNvPr id="82" name="C_anchor_label_C">
            <a:extLst xmlns:a="http://schemas.openxmlformats.org/drawingml/2006/main">
              <a:ext uri="{FF2B5EF4-FFF2-40B4-BE49-F238E27FC236}">
                <a16:creationId xmlns:a16="http://schemas.microsoft.com/office/drawing/2014/main" id="{124EA49E-752C-40FF-A4B8-B4A36C6B8EC4}"/>
              </a:ext>
            </a:extLst>
          </p:cNvPr>
          <p:cNvSpPr>
            <a:spLocks xmlns:a="http://schemas.openxmlformats.org/drawingml/2006/main" noGrp="1"/>
          </p:cNvSpPr>
          <p:nvPr/>
        </p:nvSpPr>
        <p:spPr>
          <a:xfrm xmlns:a="http://schemas.openxmlformats.org/drawingml/2006/main" rot="0" flipH="0" flipV="0">
            <a:off x="6433901" y="4800600"/>
            <a:ext cx="457200" cy="2857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875" b="1">
                <a:solidFill>
                  <a:srgbClr val="000000"/>
                </a:solidFill>
                <a:latin typeface="Arial"/>
                <a:ea typeface="Arial"/>
                <a:cs typeface="Arial"/>
              </a:defRPr>
            </a:defPPr>
            <a:lvl1pPr algn="ctr">
              <a:defRPr sz="1875" b="1">
                <a:solidFill>
                  <a:srgbClr val="000000"/>
                </a:solidFill>
                <a:latin typeface="Arial"/>
                <a:ea typeface="Arial"/>
                <a:cs typeface="Arial"/>
              </a:defRPr>
            </a:lvl1pPr>
            <a:lvl2pPr algn="ctr">
              <a:defRPr sz="1875" b="1">
                <a:solidFill>
                  <a:srgbClr val="000000"/>
                </a:solidFill>
                <a:latin typeface="Arial"/>
                <a:ea typeface="Arial"/>
                <a:cs typeface="Arial"/>
              </a:defRPr>
            </a:lvl2pPr>
            <a:lvl3pPr algn="ctr">
              <a:defRPr sz="1875" b="1">
                <a:solidFill>
                  <a:srgbClr val="000000"/>
                </a:solidFill>
                <a:latin typeface="Arial"/>
                <a:ea typeface="Arial"/>
                <a:cs typeface="Arial"/>
              </a:defRPr>
            </a:lvl3pPr>
            <a:lvl4pPr algn="ctr">
              <a:defRPr sz="1875" b="1">
                <a:solidFill>
                  <a:srgbClr val="000000"/>
                </a:solidFill>
                <a:latin typeface="Arial"/>
                <a:ea typeface="Arial"/>
                <a:cs typeface="Arial"/>
              </a:defRPr>
            </a:lvl4pPr>
            <a:lvl5pPr algn="ctr">
              <a:defRPr sz="1875" b="1">
                <a:solidFill>
                  <a:srgbClr val="000000"/>
                </a:solidFill>
                <a:latin typeface="Arial"/>
                <a:ea typeface="Arial"/>
                <a:cs typeface="Arial"/>
              </a:defRPr>
            </a:lvl5pPr>
            <a:lvl6pPr algn="ctr">
              <a:defRPr sz="1875" b="1">
                <a:solidFill>
                  <a:srgbClr val="000000"/>
                </a:solidFill>
                <a:latin typeface="Arial"/>
                <a:ea typeface="Arial"/>
                <a:cs typeface="Arial"/>
              </a:defRPr>
            </a:lvl6pPr>
            <a:lvl7pPr algn="ctr">
              <a:defRPr sz="1875" b="1">
                <a:solidFill>
                  <a:srgbClr val="000000"/>
                </a:solidFill>
                <a:latin typeface="Arial"/>
                <a:ea typeface="Arial"/>
                <a:cs typeface="Arial"/>
              </a:defRPr>
            </a:lvl7pPr>
            <a:lvl8pPr algn="ctr">
              <a:defRPr sz="1875" b="1">
                <a:solidFill>
                  <a:srgbClr val="000000"/>
                </a:solidFill>
                <a:latin typeface="Arial"/>
                <a:ea typeface="Arial"/>
                <a:cs typeface="Arial"/>
              </a:defRPr>
            </a:lvl8pPr>
            <a:lvl9pPr algn="ctr">
              <a:defRPr sz="1875" b="1">
                <a:solidFill>
                  <a:srgbClr val="000000"/>
                </a:solidFill>
                <a:latin typeface="Arial"/>
                <a:ea typeface="Arial"/>
                <a:cs typeface="Arial"/>
              </a:defRPr>
            </a:lvl9pPr>
          </a:lstStyle>
          <a:p xmlns:a="http://schemas.openxmlformats.org/drawingml/2006/main">
            <a:pPr algn="ctr">
              <a:defRPr sz="1875" b="1">
                <a:solidFill>
                  <a:srgbClr val="000000"/>
                </a:solidFill>
                <a:latin typeface="Arial"/>
                <a:ea typeface="Arial"/>
                <a:cs typeface="Arial"/>
              </a:defRPr>
            </a:pPr>
            <a:r>
              <a:rPr sz="1875" b="1">
                <a:solidFill>
                  <a:srgbClr val="000000"/>
                </a:solidFill>
                <a:latin typeface="Arial"/>
                <a:ea typeface="Arial"/>
                <a:cs typeface="Arial"/>
              </a:rPr>
              <a:t>C</a:t>
            </a:r>
          </a:p>
        </p:txBody>
      </p:sp>
      <p:sp>
        <p:nvSpPr>
          <p:cNvPr id="83" name="C_actual_anchor_B">
            <a:extLst xmlns:a="http://schemas.openxmlformats.org/drawingml/2006/main">
              <a:ext uri="{FF2B5EF4-FFF2-40B4-BE49-F238E27FC236}">
                <a16:creationId xmlns:a16="http://schemas.microsoft.com/office/drawing/2014/main" id="{38920DCD-16CA-43F5-A0C0-02353645FA20}"/>
              </a:ext>
            </a:extLst>
          </p:cNvPr>
          <p:cNvSpPr>
            <a:spLocks xmlns:a="http://schemas.openxmlformats.org/drawingml/2006/main" noGrp="1"/>
          </p:cNvSpPr>
          <p:nvPr/>
        </p:nvSpPr>
        <p:spPr>
          <a:xfrm xmlns:a="http://schemas.openxmlformats.org/drawingml/2006/main" rot="0" flipH="0" flipV="0">
            <a:off x="7791998" y="4699842"/>
            <a:ext cx="133350" cy="133350"/>
          </a:xfrm>
          <a:prstGeom xmlns:a="http://schemas.openxmlformats.org/drawingml/2006/main" prst="ellipse">
            <a:avLst/>
          </a:prstGeom>
          <a:solidFill xmlns:a="http://schemas.openxmlformats.org/drawingml/2006/main">
            <a:srgbClr val="D55E00"/>
          </a:solidFill>
          <a:ln xmlns:a="http://schemas.openxmlformats.org/drawingml/2006/main" w="10617">
            <a:solidFill>
              <a:srgbClr val="FFFFFF"/>
            </a:solidFill>
            <a:prstDash val="solid"/>
          </a:ln>
        </p:spPr>
      </p:sp>
      <p:sp>
        <p:nvSpPr>
          <p:cNvPr id="84" name="C_anchor_label_B">
            <a:extLst xmlns:a="http://schemas.openxmlformats.org/drawingml/2006/main">
              <a:ext uri="{FF2B5EF4-FFF2-40B4-BE49-F238E27FC236}">
                <a16:creationId xmlns:a16="http://schemas.microsoft.com/office/drawing/2014/main" id="{6390E627-A8B5-43A2-AE2D-4871DAEC4875}"/>
              </a:ext>
            </a:extLst>
          </p:cNvPr>
          <p:cNvSpPr>
            <a:spLocks xmlns:a="http://schemas.openxmlformats.org/drawingml/2006/main" noGrp="1"/>
          </p:cNvSpPr>
          <p:nvPr/>
        </p:nvSpPr>
        <p:spPr>
          <a:xfrm xmlns:a="http://schemas.openxmlformats.org/drawingml/2006/main" rot="0" flipH="0" flipV="0">
            <a:off x="7630073" y="4800600"/>
            <a:ext cx="457200" cy="2857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875" b="1">
                <a:solidFill>
                  <a:srgbClr val="000000"/>
                </a:solidFill>
                <a:latin typeface="Arial"/>
                <a:ea typeface="Arial"/>
                <a:cs typeface="Arial"/>
              </a:defRPr>
            </a:defPPr>
            <a:lvl1pPr algn="ctr">
              <a:defRPr sz="1875" b="1">
                <a:solidFill>
                  <a:srgbClr val="000000"/>
                </a:solidFill>
                <a:latin typeface="Arial"/>
                <a:ea typeface="Arial"/>
                <a:cs typeface="Arial"/>
              </a:defRPr>
            </a:lvl1pPr>
            <a:lvl2pPr algn="ctr">
              <a:defRPr sz="1875" b="1">
                <a:solidFill>
                  <a:srgbClr val="000000"/>
                </a:solidFill>
                <a:latin typeface="Arial"/>
                <a:ea typeface="Arial"/>
                <a:cs typeface="Arial"/>
              </a:defRPr>
            </a:lvl2pPr>
            <a:lvl3pPr algn="ctr">
              <a:defRPr sz="1875" b="1">
                <a:solidFill>
                  <a:srgbClr val="000000"/>
                </a:solidFill>
                <a:latin typeface="Arial"/>
                <a:ea typeface="Arial"/>
                <a:cs typeface="Arial"/>
              </a:defRPr>
            </a:lvl3pPr>
            <a:lvl4pPr algn="ctr">
              <a:defRPr sz="1875" b="1">
                <a:solidFill>
                  <a:srgbClr val="000000"/>
                </a:solidFill>
                <a:latin typeface="Arial"/>
                <a:ea typeface="Arial"/>
                <a:cs typeface="Arial"/>
              </a:defRPr>
            </a:lvl4pPr>
            <a:lvl5pPr algn="ctr">
              <a:defRPr sz="1875" b="1">
                <a:solidFill>
                  <a:srgbClr val="000000"/>
                </a:solidFill>
                <a:latin typeface="Arial"/>
                <a:ea typeface="Arial"/>
                <a:cs typeface="Arial"/>
              </a:defRPr>
            </a:lvl5pPr>
            <a:lvl6pPr algn="ctr">
              <a:defRPr sz="1875" b="1">
                <a:solidFill>
                  <a:srgbClr val="000000"/>
                </a:solidFill>
                <a:latin typeface="Arial"/>
                <a:ea typeface="Arial"/>
                <a:cs typeface="Arial"/>
              </a:defRPr>
            </a:lvl6pPr>
            <a:lvl7pPr algn="ctr">
              <a:defRPr sz="1875" b="1">
                <a:solidFill>
                  <a:srgbClr val="000000"/>
                </a:solidFill>
                <a:latin typeface="Arial"/>
                <a:ea typeface="Arial"/>
                <a:cs typeface="Arial"/>
              </a:defRPr>
            </a:lvl7pPr>
            <a:lvl8pPr algn="ctr">
              <a:defRPr sz="1875" b="1">
                <a:solidFill>
                  <a:srgbClr val="000000"/>
                </a:solidFill>
                <a:latin typeface="Arial"/>
                <a:ea typeface="Arial"/>
                <a:cs typeface="Arial"/>
              </a:defRPr>
            </a:lvl8pPr>
            <a:lvl9pPr algn="ctr">
              <a:defRPr sz="1875" b="1">
                <a:solidFill>
                  <a:srgbClr val="000000"/>
                </a:solidFill>
                <a:latin typeface="Arial"/>
                <a:ea typeface="Arial"/>
                <a:cs typeface="Arial"/>
              </a:defRPr>
            </a:lvl9pPr>
          </a:lstStyle>
          <a:p xmlns:a="http://schemas.openxmlformats.org/drawingml/2006/main">
            <a:pPr algn="ctr">
              <a:defRPr sz="1875" b="1">
                <a:solidFill>
                  <a:srgbClr val="000000"/>
                </a:solidFill>
                <a:latin typeface="Arial"/>
                <a:ea typeface="Arial"/>
                <a:cs typeface="Arial"/>
              </a:defRPr>
            </a:pPr>
            <a:r>
              <a:rPr sz="1875" b="1">
                <a:solidFill>
                  <a:srgbClr val="000000"/>
                </a:solidFill>
                <a:latin typeface="Arial"/>
                <a:ea typeface="Arial"/>
                <a:cs typeface="Arial"/>
              </a:rPr>
              <a:t>B</a:t>
            </a:r>
          </a:p>
        </p:txBody>
      </p:sp>
      <p:sp>
        <p:nvSpPr>
          <p:cNvPr id="85" name="C_fixed_ref_A">
            <a:extLst xmlns:a="http://schemas.openxmlformats.org/drawingml/2006/main">
              <a:ext uri="{FF2B5EF4-FFF2-40B4-BE49-F238E27FC236}">
                <a16:creationId xmlns:a16="http://schemas.microsoft.com/office/drawing/2014/main" id="{283EECFF-4E7C-4E27-AC73-9A4D4EAD061F}"/>
              </a:ext>
            </a:extLst>
          </p:cNvPr>
          <p:cNvSpPr>
            <a:spLocks xmlns:a="http://schemas.openxmlformats.org/drawingml/2006/main" noGrp="1"/>
          </p:cNvSpPr>
          <p:nvPr/>
        </p:nvSpPr>
        <p:spPr>
          <a:xfrm xmlns:a="http://schemas.openxmlformats.org/drawingml/2006/main" rot="0" flipH="0" flipV="0">
            <a:off x="5393760" y="5105400"/>
            <a:ext cx="161925" cy="161925"/>
          </a:xfrm>
          <a:prstGeom xmlns:a="http://schemas.openxmlformats.org/drawingml/2006/main" prst="triangle">
            <a:avLst/>
          </a:prstGeom>
          <a:solidFill xmlns:a="http://schemas.openxmlformats.org/drawingml/2006/main">
            <a:srgbClr val="0072B2"/>
          </a:solidFill>
          <a:ln xmlns:a="http://schemas.openxmlformats.org/drawingml/2006/main" w="0">
            <a:noFill/>
            <a:prstDash val="solid"/>
          </a:ln>
        </p:spPr>
      </p:sp>
      <p:sp>
        <p:nvSpPr>
          <p:cNvPr id="86" name="C_fixed_ref_C">
            <a:extLst xmlns:a="http://schemas.openxmlformats.org/drawingml/2006/main">
              <a:ext uri="{FF2B5EF4-FFF2-40B4-BE49-F238E27FC236}">
                <a16:creationId xmlns:a16="http://schemas.microsoft.com/office/drawing/2014/main" id="{CD042B5B-9E6E-4695-B67E-E7480C45D146}"/>
              </a:ext>
            </a:extLst>
          </p:cNvPr>
          <p:cNvSpPr>
            <a:spLocks xmlns:a="http://schemas.openxmlformats.org/drawingml/2006/main" noGrp="1"/>
          </p:cNvSpPr>
          <p:nvPr/>
        </p:nvSpPr>
        <p:spPr>
          <a:xfrm xmlns:a="http://schemas.openxmlformats.org/drawingml/2006/main" rot="0" flipH="0" flipV="0">
            <a:off x="6581538" y="5105400"/>
            <a:ext cx="161925" cy="161925"/>
          </a:xfrm>
          <a:prstGeom xmlns:a="http://schemas.openxmlformats.org/drawingml/2006/main" prst="triangle">
            <a:avLst/>
          </a:prstGeom>
          <a:solidFill xmlns:a="http://schemas.openxmlformats.org/drawingml/2006/main">
            <a:srgbClr val="009E73"/>
          </a:solidFill>
          <a:ln xmlns:a="http://schemas.openxmlformats.org/drawingml/2006/main" w="0">
            <a:noFill/>
            <a:prstDash val="solid"/>
          </a:ln>
        </p:spPr>
      </p:sp>
      <p:sp>
        <p:nvSpPr>
          <p:cNvPr id="87" name="C_fixed_ref_B">
            <a:extLst xmlns:a="http://schemas.openxmlformats.org/drawingml/2006/main">
              <a:ext uri="{FF2B5EF4-FFF2-40B4-BE49-F238E27FC236}">
                <a16:creationId xmlns:a16="http://schemas.microsoft.com/office/drawing/2014/main" id="{8658B63E-7274-4229-B120-6DB2BDC2D1A4}"/>
              </a:ext>
            </a:extLst>
          </p:cNvPr>
          <p:cNvSpPr>
            <a:spLocks xmlns:a="http://schemas.openxmlformats.org/drawingml/2006/main" noGrp="1"/>
          </p:cNvSpPr>
          <p:nvPr/>
        </p:nvSpPr>
        <p:spPr>
          <a:xfrm xmlns:a="http://schemas.openxmlformats.org/drawingml/2006/main" rot="0" flipH="0" flipV="0">
            <a:off x="7777711" y="5105400"/>
            <a:ext cx="161925" cy="161925"/>
          </a:xfrm>
          <a:prstGeom xmlns:a="http://schemas.openxmlformats.org/drawingml/2006/main" prst="triangle">
            <a:avLst/>
          </a:prstGeom>
          <a:solidFill xmlns:a="http://schemas.openxmlformats.org/drawingml/2006/main">
            <a:srgbClr val="D55E00"/>
          </a:solidFill>
          <a:ln xmlns:a="http://schemas.openxmlformats.org/drawingml/2006/main" w="0">
            <a:noFill/>
            <a:prstDash val="solid"/>
          </a:ln>
        </p:spPr>
      </p:sp>
      <p:sp>
        <p:nvSpPr>
          <p:cNvPr id="88" name="B_lca_label">
            <a:extLst xmlns:a="http://schemas.openxmlformats.org/drawingml/2006/main">
              <a:ext uri="{FF2B5EF4-FFF2-40B4-BE49-F238E27FC236}">
                <a16:creationId xmlns:a16="http://schemas.microsoft.com/office/drawing/2014/main" id="{EC6FC184-D354-4E91-9BDD-ADD95601E504}"/>
              </a:ext>
            </a:extLst>
          </p:cNvPr>
          <p:cNvSpPr>
            <a:spLocks xmlns:a="http://schemas.openxmlformats.org/drawingml/2006/main" noGrp="1"/>
          </p:cNvSpPr>
          <p:nvPr/>
        </p:nvSpPr>
        <p:spPr>
          <a:xfrm xmlns:a="http://schemas.openxmlformats.org/drawingml/2006/main" rot="0" flipH="0" flipV="0">
            <a:off x="2990850" y="2828925"/>
            <a:ext cx="1190625"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350" b="1">
                <a:solidFill>
                  <a:srgbClr val="000000"/>
                </a:solidFill>
                <a:latin typeface="Arial"/>
                <a:ea typeface="Arial"/>
                <a:cs typeface="Arial"/>
              </a:defRPr>
            </a:defPPr>
            <a:lvl1pPr algn="l">
              <a:defRPr sz="1350" b="1">
                <a:solidFill>
                  <a:srgbClr val="000000"/>
                </a:solidFill>
                <a:latin typeface="Arial"/>
                <a:ea typeface="Arial"/>
                <a:cs typeface="Arial"/>
              </a:defRPr>
            </a:lvl1pPr>
            <a:lvl2pPr algn="l">
              <a:defRPr sz="1350" b="1">
                <a:solidFill>
                  <a:srgbClr val="000000"/>
                </a:solidFill>
                <a:latin typeface="Arial"/>
                <a:ea typeface="Arial"/>
                <a:cs typeface="Arial"/>
              </a:defRPr>
            </a:lvl2pPr>
            <a:lvl3pPr algn="l">
              <a:defRPr sz="1350" b="1">
                <a:solidFill>
                  <a:srgbClr val="000000"/>
                </a:solidFill>
                <a:latin typeface="Arial"/>
                <a:ea typeface="Arial"/>
                <a:cs typeface="Arial"/>
              </a:defRPr>
            </a:lvl3pPr>
            <a:lvl4pPr algn="l">
              <a:defRPr sz="1350" b="1">
                <a:solidFill>
                  <a:srgbClr val="000000"/>
                </a:solidFill>
                <a:latin typeface="Arial"/>
                <a:ea typeface="Arial"/>
                <a:cs typeface="Arial"/>
              </a:defRPr>
            </a:lvl4pPr>
            <a:lvl5pPr algn="l">
              <a:defRPr sz="1350" b="1">
                <a:solidFill>
                  <a:srgbClr val="000000"/>
                </a:solidFill>
                <a:latin typeface="Arial"/>
                <a:ea typeface="Arial"/>
                <a:cs typeface="Arial"/>
              </a:defRPr>
            </a:lvl5pPr>
            <a:lvl6pPr algn="l">
              <a:defRPr sz="1350" b="1">
                <a:solidFill>
                  <a:srgbClr val="000000"/>
                </a:solidFill>
                <a:latin typeface="Arial"/>
                <a:ea typeface="Arial"/>
                <a:cs typeface="Arial"/>
              </a:defRPr>
            </a:lvl6pPr>
            <a:lvl7pPr algn="l">
              <a:defRPr sz="1350" b="1">
                <a:solidFill>
                  <a:srgbClr val="000000"/>
                </a:solidFill>
                <a:latin typeface="Arial"/>
                <a:ea typeface="Arial"/>
                <a:cs typeface="Arial"/>
              </a:defRPr>
            </a:lvl7pPr>
            <a:lvl8pPr algn="l">
              <a:defRPr sz="1350" b="1">
                <a:solidFill>
                  <a:srgbClr val="000000"/>
                </a:solidFill>
                <a:latin typeface="Arial"/>
                <a:ea typeface="Arial"/>
                <a:cs typeface="Arial"/>
              </a:defRPr>
            </a:lvl8pPr>
            <a:lvl9pPr algn="l">
              <a:defRPr sz="1350" b="1">
                <a:solidFill>
                  <a:srgbClr val="000000"/>
                </a:solidFill>
                <a:latin typeface="Arial"/>
                <a:ea typeface="Arial"/>
                <a:cs typeface="Arial"/>
              </a:defRPr>
            </a:lvl9pPr>
          </a:lstStyle>
          <a:p xmlns:a="http://schemas.openxmlformats.org/drawingml/2006/main">
            <a:pPr algn="l">
              <a:defRPr sz="1350" b="1">
                <a:solidFill>
                  <a:srgbClr val="000000"/>
                </a:solidFill>
                <a:latin typeface="Arial"/>
                <a:ea typeface="Arial"/>
                <a:cs typeface="Arial"/>
              </a:defRPr>
            </a:pPr>
            <a:r>
              <a:rPr sz="1350" b="1">
                <a:solidFill>
                  <a:srgbClr val="000000"/>
                </a:solidFill>
                <a:latin typeface="Arial"/>
                <a:ea typeface="Arial"/>
                <a:cs typeface="Arial"/>
              </a:rPr>
              <a:t>LCA</a:t>
            </a:r>
          </a:p>
        </p:txBody>
      </p:sp>
      <p:sp>
        <p:nvSpPr>
          <p:cNvPr id="89" name="B_lca_cost">
            <a:extLst xmlns:a="http://schemas.openxmlformats.org/drawingml/2006/main">
              <a:ext uri="{FF2B5EF4-FFF2-40B4-BE49-F238E27FC236}">
                <a16:creationId xmlns:a16="http://schemas.microsoft.com/office/drawing/2014/main" id="{D9E9A36D-1009-4D25-A7B5-D48D27AF7F2F}"/>
              </a:ext>
            </a:extLst>
          </p:cNvPr>
          <p:cNvSpPr>
            <a:spLocks xmlns:a="http://schemas.openxmlformats.org/drawingml/2006/main" noGrp="1"/>
          </p:cNvSpPr>
          <p:nvPr/>
        </p:nvSpPr>
        <p:spPr>
          <a:xfrm xmlns:a="http://schemas.openxmlformats.org/drawingml/2006/main" rot="0" flipH="0" flipV="0">
            <a:off x="2990850" y="3048000"/>
            <a:ext cx="1190625"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500" b="0">
                <a:solidFill>
                  <a:srgbClr val="000000"/>
                </a:solidFill>
                <a:latin typeface="Arial"/>
                <a:ea typeface="Arial"/>
                <a:cs typeface="Arial"/>
              </a:defRPr>
            </a:defPPr>
            <a:lvl1pPr algn="l">
              <a:defRPr sz="1500" b="0">
                <a:solidFill>
                  <a:srgbClr val="000000"/>
                </a:solidFill>
                <a:latin typeface="Arial"/>
                <a:ea typeface="Arial"/>
                <a:cs typeface="Arial"/>
              </a:defRPr>
            </a:lvl1pPr>
            <a:lvl2pPr algn="l">
              <a:defRPr sz="1500" b="0">
                <a:solidFill>
                  <a:srgbClr val="000000"/>
                </a:solidFill>
                <a:latin typeface="Arial"/>
                <a:ea typeface="Arial"/>
                <a:cs typeface="Arial"/>
              </a:defRPr>
            </a:lvl2pPr>
            <a:lvl3pPr algn="l">
              <a:defRPr sz="1500" b="0">
                <a:solidFill>
                  <a:srgbClr val="000000"/>
                </a:solidFill>
                <a:latin typeface="Arial"/>
                <a:ea typeface="Arial"/>
                <a:cs typeface="Arial"/>
              </a:defRPr>
            </a:lvl3pPr>
            <a:lvl4pPr algn="l">
              <a:defRPr sz="1500" b="0">
                <a:solidFill>
                  <a:srgbClr val="000000"/>
                </a:solidFill>
                <a:latin typeface="Arial"/>
                <a:ea typeface="Arial"/>
                <a:cs typeface="Arial"/>
              </a:defRPr>
            </a:lvl4pPr>
            <a:lvl5pPr algn="l">
              <a:defRPr sz="1500" b="0">
                <a:solidFill>
                  <a:srgbClr val="000000"/>
                </a:solidFill>
                <a:latin typeface="Arial"/>
                <a:ea typeface="Arial"/>
                <a:cs typeface="Arial"/>
              </a:defRPr>
            </a:lvl5pPr>
            <a:lvl6pPr algn="l">
              <a:defRPr sz="1500" b="0">
                <a:solidFill>
                  <a:srgbClr val="000000"/>
                </a:solidFill>
                <a:latin typeface="Arial"/>
                <a:ea typeface="Arial"/>
                <a:cs typeface="Arial"/>
              </a:defRPr>
            </a:lvl6pPr>
            <a:lvl7pPr algn="l">
              <a:defRPr sz="1500" b="0">
                <a:solidFill>
                  <a:srgbClr val="000000"/>
                </a:solidFill>
                <a:latin typeface="Arial"/>
                <a:ea typeface="Arial"/>
                <a:cs typeface="Arial"/>
              </a:defRPr>
            </a:lvl7pPr>
            <a:lvl8pPr algn="l">
              <a:defRPr sz="1500" b="0">
                <a:solidFill>
                  <a:srgbClr val="000000"/>
                </a:solidFill>
                <a:latin typeface="Arial"/>
                <a:ea typeface="Arial"/>
                <a:cs typeface="Arial"/>
              </a:defRPr>
            </a:lvl8pPr>
            <a:lvl9pPr algn="l">
              <a:defRPr sz="1500" b="0">
                <a:solidFill>
                  <a:srgbClr val="000000"/>
                </a:solidFill>
                <a:latin typeface="Arial"/>
                <a:ea typeface="Arial"/>
                <a:cs typeface="Arial"/>
              </a:defRPr>
            </a:lvl9pPr>
          </a:lstStyle>
          <a:p xmlns:a="http://schemas.openxmlformats.org/drawingml/2006/main">
            <a:pPr algn="l">
              <a:defRPr sz="1500" b="0">
                <a:solidFill>
                  <a:srgbClr val="000000"/>
                </a:solidFill>
                <a:latin typeface="Arial"/>
                <a:ea typeface="Arial"/>
                <a:cs typeface="Arial"/>
              </a:defRPr>
            </a:pPr>
            <a:r>
              <a:rPr sz="1500" b="0">
                <a:solidFill>
                  <a:srgbClr val="000000"/>
                </a:solidFill>
                <a:latin typeface="Arial"/>
                <a:ea typeface="Arial"/>
                <a:cs typeface="Arial"/>
              </a:rPr>
              <a:t>d</a:t>
            </a:r>
            <a:r>
              <a:rPr sz="1000" b="0" baseline="-25000">
                <a:solidFill>
                  <a:srgbClr val="000000"/>
                </a:solidFill>
                <a:latin typeface="Arial"/>
                <a:ea typeface="Arial"/>
                <a:cs typeface="Arial"/>
              </a:rPr>
              <a:t>top</a:t>
            </a:r>
            <a:r>
              <a:rPr sz="1500" b="0">
                <a:solidFill>
                  <a:srgbClr val="000000"/>
                </a:solidFill>
                <a:latin typeface="Arial"/>
                <a:ea typeface="Arial"/>
                <a:cs typeface="Arial"/>
              </a:rPr>
              <a:t> = γ</a:t>
            </a:r>
          </a:p>
        </p:txBody>
      </p:sp>
      <p:sp>
        <p:nvSpPr>
          <p:cNvPr id="90" name="C_opt_label">
            <a:extLst xmlns:a="http://schemas.openxmlformats.org/drawingml/2006/main">
              <a:ext uri="{FF2B5EF4-FFF2-40B4-BE49-F238E27FC236}">
                <a16:creationId xmlns:a16="http://schemas.microsoft.com/office/drawing/2014/main" id="{4D9339E2-6E88-40B6-A895-37D37B2A6F1D}"/>
              </a:ext>
            </a:extLst>
          </p:cNvPr>
          <p:cNvSpPr>
            <a:spLocks xmlns:a="http://schemas.openxmlformats.org/drawingml/2006/main" noGrp="1"/>
          </p:cNvSpPr>
          <p:nvPr/>
        </p:nvSpPr>
        <p:spPr>
          <a:xfrm xmlns:a="http://schemas.openxmlformats.org/drawingml/2006/main" rot="0" flipH="0" flipV="0">
            <a:off x="7324725" y="2828925"/>
            <a:ext cx="1190625"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350" b="1">
                <a:solidFill>
                  <a:srgbClr val="000000"/>
                </a:solidFill>
                <a:latin typeface="Arial"/>
                <a:ea typeface="Arial"/>
                <a:cs typeface="Arial"/>
              </a:defRPr>
            </a:defPPr>
            <a:lvl1pPr algn="l">
              <a:defRPr sz="1350" b="1">
                <a:solidFill>
                  <a:srgbClr val="000000"/>
                </a:solidFill>
                <a:latin typeface="Arial"/>
                <a:ea typeface="Arial"/>
                <a:cs typeface="Arial"/>
              </a:defRPr>
            </a:lvl1pPr>
            <a:lvl2pPr algn="l">
              <a:defRPr sz="1350" b="1">
                <a:solidFill>
                  <a:srgbClr val="000000"/>
                </a:solidFill>
                <a:latin typeface="Arial"/>
                <a:ea typeface="Arial"/>
                <a:cs typeface="Arial"/>
              </a:defRPr>
            </a:lvl2pPr>
            <a:lvl3pPr algn="l">
              <a:defRPr sz="1350" b="1">
                <a:solidFill>
                  <a:srgbClr val="000000"/>
                </a:solidFill>
                <a:latin typeface="Arial"/>
                <a:ea typeface="Arial"/>
                <a:cs typeface="Arial"/>
              </a:defRPr>
            </a:lvl3pPr>
            <a:lvl4pPr algn="l">
              <a:defRPr sz="1350" b="1">
                <a:solidFill>
                  <a:srgbClr val="000000"/>
                </a:solidFill>
                <a:latin typeface="Arial"/>
                <a:ea typeface="Arial"/>
                <a:cs typeface="Arial"/>
              </a:defRPr>
            </a:lvl4pPr>
            <a:lvl5pPr algn="l">
              <a:defRPr sz="1350" b="1">
                <a:solidFill>
                  <a:srgbClr val="000000"/>
                </a:solidFill>
                <a:latin typeface="Arial"/>
                <a:ea typeface="Arial"/>
                <a:cs typeface="Arial"/>
              </a:defRPr>
            </a:lvl5pPr>
            <a:lvl6pPr algn="l">
              <a:defRPr sz="1350" b="1">
                <a:solidFill>
                  <a:srgbClr val="000000"/>
                </a:solidFill>
                <a:latin typeface="Arial"/>
                <a:ea typeface="Arial"/>
                <a:cs typeface="Arial"/>
              </a:defRPr>
            </a:lvl6pPr>
            <a:lvl7pPr algn="l">
              <a:defRPr sz="1350" b="1">
                <a:solidFill>
                  <a:srgbClr val="000000"/>
                </a:solidFill>
                <a:latin typeface="Arial"/>
                <a:ea typeface="Arial"/>
                <a:cs typeface="Arial"/>
              </a:defRPr>
            </a:lvl7pPr>
            <a:lvl8pPr algn="l">
              <a:defRPr sz="1350" b="1">
                <a:solidFill>
                  <a:srgbClr val="000000"/>
                </a:solidFill>
                <a:latin typeface="Arial"/>
                <a:ea typeface="Arial"/>
                <a:cs typeface="Arial"/>
              </a:defRPr>
            </a:lvl8pPr>
            <a:lvl9pPr algn="l">
              <a:defRPr sz="1350" b="1">
                <a:solidFill>
                  <a:srgbClr val="000000"/>
                </a:solidFill>
                <a:latin typeface="Arial"/>
                <a:ea typeface="Arial"/>
                <a:cs typeface="Arial"/>
              </a:defRPr>
            </a:lvl9pPr>
          </a:lstStyle>
          <a:p xmlns:a="http://schemas.openxmlformats.org/drawingml/2006/main">
            <a:pPr algn="l">
              <a:defRPr sz="1350" b="1">
                <a:solidFill>
                  <a:srgbClr val="000000"/>
                </a:solidFill>
                <a:latin typeface="Arial"/>
                <a:ea typeface="Arial"/>
                <a:cs typeface="Arial"/>
              </a:defRPr>
            </a:pPr>
            <a:r>
              <a:rPr sz="1350" b="1">
                <a:solidFill>
                  <a:srgbClr val="000000"/>
                </a:solidFill>
                <a:latin typeface="Arial"/>
                <a:ea typeface="Arial"/>
                <a:cs typeface="Arial"/>
              </a:rPr>
              <a:t>Optimal</a:t>
            </a:r>
          </a:p>
        </p:txBody>
      </p:sp>
      <p:sp>
        <p:nvSpPr>
          <p:cNvPr id="91" name="C_opt_cost">
            <a:extLst xmlns:a="http://schemas.openxmlformats.org/drawingml/2006/main">
              <a:ext uri="{FF2B5EF4-FFF2-40B4-BE49-F238E27FC236}">
                <a16:creationId xmlns:a16="http://schemas.microsoft.com/office/drawing/2014/main" id="{23DE1EC7-2FB3-40C8-8262-A2B0C4A7307E}"/>
              </a:ext>
            </a:extLst>
          </p:cNvPr>
          <p:cNvSpPr>
            <a:spLocks xmlns:a="http://schemas.openxmlformats.org/drawingml/2006/main" noGrp="1"/>
          </p:cNvSpPr>
          <p:nvPr/>
        </p:nvSpPr>
        <p:spPr>
          <a:xfrm xmlns:a="http://schemas.openxmlformats.org/drawingml/2006/main" rot="0" flipH="0" flipV="0">
            <a:off x="7324725" y="3048000"/>
            <a:ext cx="1190625"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500" b="0">
                <a:solidFill>
                  <a:srgbClr val="000000"/>
                </a:solidFill>
                <a:latin typeface="Arial"/>
                <a:ea typeface="Arial"/>
                <a:cs typeface="Arial"/>
              </a:defRPr>
            </a:defPPr>
            <a:lvl1pPr algn="l">
              <a:defRPr sz="1500" b="0">
                <a:solidFill>
                  <a:srgbClr val="000000"/>
                </a:solidFill>
                <a:latin typeface="Arial"/>
                <a:ea typeface="Arial"/>
                <a:cs typeface="Arial"/>
              </a:defRPr>
            </a:lvl1pPr>
            <a:lvl2pPr algn="l">
              <a:defRPr sz="1500" b="0">
                <a:solidFill>
                  <a:srgbClr val="000000"/>
                </a:solidFill>
                <a:latin typeface="Arial"/>
                <a:ea typeface="Arial"/>
                <a:cs typeface="Arial"/>
              </a:defRPr>
            </a:lvl2pPr>
            <a:lvl3pPr algn="l">
              <a:defRPr sz="1500" b="0">
                <a:solidFill>
                  <a:srgbClr val="000000"/>
                </a:solidFill>
                <a:latin typeface="Arial"/>
                <a:ea typeface="Arial"/>
                <a:cs typeface="Arial"/>
              </a:defRPr>
            </a:lvl3pPr>
            <a:lvl4pPr algn="l">
              <a:defRPr sz="1500" b="0">
                <a:solidFill>
                  <a:srgbClr val="000000"/>
                </a:solidFill>
                <a:latin typeface="Arial"/>
                <a:ea typeface="Arial"/>
                <a:cs typeface="Arial"/>
              </a:defRPr>
            </a:lvl4pPr>
            <a:lvl5pPr algn="l">
              <a:defRPr sz="1500" b="0">
                <a:solidFill>
                  <a:srgbClr val="000000"/>
                </a:solidFill>
                <a:latin typeface="Arial"/>
                <a:ea typeface="Arial"/>
                <a:cs typeface="Arial"/>
              </a:defRPr>
            </a:lvl5pPr>
            <a:lvl6pPr algn="l">
              <a:defRPr sz="1500" b="0">
                <a:solidFill>
                  <a:srgbClr val="000000"/>
                </a:solidFill>
                <a:latin typeface="Arial"/>
                <a:ea typeface="Arial"/>
                <a:cs typeface="Arial"/>
              </a:defRPr>
            </a:lvl6pPr>
            <a:lvl7pPr algn="l">
              <a:defRPr sz="1500" b="0">
                <a:solidFill>
                  <a:srgbClr val="000000"/>
                </a:solidFill>
                <a:latin typeface="Arial"/>
                <a:ea typeface="Arial"/>
                <a:cs typeface="Arial"/>
              </a:defRPr>
            </a:lvl7pPr>
            <a:lvl8pPr algn="l">
              <a:defRPr sz="1500" b="0">
                <a:solidFill>
                  <a:srgbClr val="000000"/>
                </a:solidFill>
                <a:latin typeface="Arial"/>
                <a:ea typeface="Arial"/>
                <a:cs typeface="Arial"/>
              </a:defRPr>
            </a:lvl8pPr>
            <a:lvl9pPr algn="l">
              <a:defRPr sz="1500" b="0">
                <a:solidFill>
                  <a:srgbClr val="000000"/>
                </a:solidFill>
                <a:latin typeface="Arial"/>
                <a:ea typeface="Arial"/>
                <a:cs typeface="Arial"/>
              </a:defRPr>
            </a:lvl9pPr>
          </a:lstStyle>
          <a:p xmlns:a="http://schemas.openxmlformats.org/drawingml/2006/main">
            <a:pPr algn="l">
              <a:defRPr sz="1500" b="0">
                <a:solidFill>
                  <a:srgbClr val="000000"/>
                </a:solidFill>
                <a:latin typeface="Arial"/>
                <a:ea typeface="Arial"/>
                <a:cs typeface="Arial"/>
              </a:defRPr>
            </a:pPr>
            <a:r>
              <a:rPr sz="1500" b="0">
                <a:solidFill>
                  <a:srgbClr val="000000"/>
                </a:solidFill>
                <a:latin typeface="Arial"/>
                <a:ea typeface="Arial"/>
                <a:cs typeface="Arial"/>
              </a:rPr>
              <a:t>d</a:t>
            </a:r>
            <a:r>
              <a:rPr sz="1000" b="0" baseline="-25000">
                <a:solidFill>
                  <a:srgbClr val="000000"/>
                </a:solidFill>
                <a:latin typeface="Arial"/>
                <a:ea typeface="Arial"/>
                <a:cs typeface="Arial"/>
              </a:rPr>
              <a:t>top</a:t>
            </a:r>
            <a:r>
              <a:rPr sz="1500" b="0">
                <a:solidFill>
                  <a:srgbClr val="000000"/>
                </a:solidFill>
                <a:latin typeface="Arial"/>
                <a:ea typeface="Arial"/>
                <a:cs typeface="Arial"/>
              </a:rPr>
              <a:t> = γ/2</a:t>
            </a:r>
          </a:p>
        </p:txBody>
      </p:sp>
      <p:sp>
        <p:nvSpPr>
          <p:cNvPr id="92" name="legend_baseline_sample">
            <a:extLst xmlns:a="http://schemas.openxmlformats.org/drawingml/2006/main">
              <a:ext uri="{FF2B5EF4-FFF2-40B4-BE49-F238E27FC236}">
                <a16:creationId xmlns:a16="http://schemas.microsoft.com/office/drawing/2014/main" id="{173C0D25-81EA-4140-A692-38A05845A15A}"/>
              </a:ext>
            </a:extLst>
          </p:cNvPr>
          <p:cNvSpPr>
            <a:spLocks xmlns:a="http://schemas.openxmlformats.org/drawingml/2006/main" noGrp="1"/>
          </p:cNvSpPr>
          <p:nvPr/>
        </p:nvSpPr>
        <p:spPr>
          <a:xfrm xmlns:a="http://schemas.openxmlformats.org/drawingml/2006/main" rot="0" flipH="0" flipV="0">
            <a:off x="2686050" y="2724150"/>
            <a:ext cx="228600" cy="953"/>
          </a:xfrm>
          <a:custGeom xmlns:a="http://schemas.openxmlformats.org/drawingml/2006/main">
            <a:pathLst>
              <a:path w="333375" h="953">
                <a:moveTo>
                  <a:pt x="0" y="0"/>
                </a:moveTo>
                <a:lnTo>
                  <a:pt x="333375" y="953"/>
                </a:lnTo>
              </a:path>
            </a:pathLst>
          </a:custGeom>
          <a:noFill xmlns:a="http://schemas.openxmlformats.org/drawingml/2006/main"/>
          <a:ln xmlns:a="http://schemas.openxmlformats.org/drawingml/2006/main" w="22860">
            <a:solidFill>
              <a:srgbClr val="92A5B1"/>
            </a:solidFill>
            <a:prstDash val="dash"/>
          </a:ln>
        </p:spPr>
      </p:sp>
      <p:sp>
        <p:nvSpPr>
          <p:cNvPr id="93" name="legend_baseline_text">
            <a:extLst xmlns:a="http://schemas.openxmlformats.org/drawingml/2006/main">
              <a:ext uri="{FF2B5EF4-FFF2-40B4-BE49-F238E27FC236}">
                <a16:creationId xmlns:a16="http://schemas.microsoft.com/office/drawing/2014/main" id="{D6B67A97-C801-48F4-B958-75CD015FB5C0}"/>
              </a:ext>
            </a:extLst>
          </p:cNvPr>
          <p:cNvSpPr>
            <a:spLocks xmlns:a="http://schemas.openxmlformats.org/drawingml/2006/main" noGrp="1"/>
          </p:cNvSpPr>
          <p:nvPr/>
        </p:nvSpPr>
        <p:spPr>
          <a:xfrm xmlns:a="http://schemas.openxmlformats.org/drawingml/2006/main" rot="0" flipH="0" flipV="0">
            <a:off x="2990850" y="2609850"/>
            <a:ext cx="1190625"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350" b="0">
                <a:solidFill>
                  <a:srgbClr val="000000"/>
                </a:solidFill>
                <a:latin typeface="Arial"/>
                <a:ea typeface="Arial"/>
                <a:cs typeface="Arial"/>
              </a:defRPr>
            </a:defPPr>
            <a:lvl1pPr algn="l">
              <a:defRPr sz="1350" b="0">
                <a:solidFill>
                  <a:srgbClr val="000000"/>
                </a:solidFill>
                <a:latin typeface="Arial"/>
                <a:ea typeface="Arial"/>
                <a:cs typeface="Arial"/>
              </a:defRPr>
            </a:lvl1pPr>
            <a:lvl2pPr algn="l">
              <a:defRPr sz="1350" b="0">
                <a:solidFill>
                  <a:srgbClr val="000000"/>
                </a:solidFill>
                <a:latin typeface="Arial"/>
                <a:ea typeface="Arial"/>
                <a:cs typeface="Arial"/>
              </a:defRPr>
            </a:lvl2pPr>
            <a:lvl3pPr algn="l">
              <a:defRPr sz="1350" b="0">
                <a:solidFill>
                  <a:srgbClr val="000000"/>
                </a:solidFill>
                <a:latin typeface="Arial"/>
                <a:ea typeface="Arial"/>
                <a:cs typeface="Arial"/>
              </a:defRPr>
            </a:lvl3pPr>
            <a:lvl4pPr algn="l">
              <a:defRPr sz="1350" b="0">
                <a:solidFill>
                  <a:srgbClr val="000000"/>
                </a:solidFill>
                <a:latin typeface="Arial"/>
                <a:ea typeface="Arial"/>
                <a:cs typeface="Arial"/>
              </a:defRPr>
            </a:lvl4pPr>
            <a:lvl5pPr algn="l">
              <a:defRPr sz="1350" b="0">
                <a:solidFill>
                  <a:srgbClr val="000000"/>
                </a:solidFill>
                <a:latin typeface="Arial"/>
                <a:ea typeface="Arial"/>
                <a:cs typeface="Arial"/>
              </a:defRPr>
            </a:lvl5pPr>
            <a:lvl6pPr algn="l">
              <a:defRPr sz="1350" b="0">
                <a:solidFill>
                  <a:srgbClr val="000000"/>
                </a:solidFill>
                <a:latin typeface="Arial"/>
                <a:ea typeface="Arial"/>
                <a:cs typeface="Arial"/>
              </a:defRPr>
            </a:lvl6pPr>
            <a:lvl7pPr algn="l">
              <a:defRPr sz="1350" b="0">
                <a:solidFill>
                  <a:srgbClr val="000000"/>
                </a:solidFill>
                <a:latin typeface="Arial"/>
                <a:ea typeface="Arial"/>
                <a:cs typeface="Arial"/>
              </a:defRPr>
            </a:lvl7pPr>
            <a:lvl8pPr algn="l">
              <a:defRPr sz="1350" b="0">
                <a:solidFill>
                  <a:srgbClr val="000000"/>
                </a:solidFill>
                <a:latin typeface="Arial"/>
                <a:ea typeface="Arial"/>
                <a:cs typeface="Arial"/>
              </a:defRPr>
            </a:lvl8pPr>
            <a:lvl9pPr algn="l">
              <a:defRPr sz="1350" b="0">
                <a:solidFill>
                  <a:srgbClr val="000000"/>
                </a:solidFill>
                <a:latin typeface="Arial"/>
                <a:ea typeface="Arial"/>
                <a:cs typeface="Arial"/>
              </a:defRPr>
            </a:lvl9pPr>
          </a:lstStyle>
          <a:p xmlns:a="http://schemas.openxmlformats.org/drawingml/2006/main">
            <a:pPr algn="l">
              <a:defRPr sz="1350" b="0">
                <a:solidFill>
                  <a:srgbClr val="000000"/>
                </a:solidFill>
                <a:latin typeface="Arial"/>
                <a:ea typeface="Arial"/>
                <a:cs typeface="Arial"/>
              </a:defRPr>
            </a:pPr>
            <a:r>
              <a:rPr sz="1350" b="0">
                <a:solidFill>
                  <a:srgbClr val="000000"/>
                </a:solidFill>
                <a:latin typeface="Arial"/>
                <a:ea typeface="Arial"/>
                <a:cs typeface="Arial"/>
              </a:rPr>
              <a:t>Baseline</a:t>
            </a:r>
          </a:p>
        </p:txBody>
      </p:sp>
      <p:sp>
        <p:nvSpPr>
          <p:cNvPr id="94" name="legend_lca_sample">
            <a:extLst xmlns:a="http://schemas.openxmlformats.org/drawingml/2006/main">
              <a:ext uri="{FF2B5EF4-FFF2-40B4-BE49-F238E27FC236}">
                <a16:creationId xmlns:a16="http://schemas.microsoft.com/office/drawing/2014/main" id="{4B48C03D-1724-485B-A2DA-FC5D5DEA26B5}"/>
              </a:ext>
            </a:extLst>
          </p:cNvPr>
          <p:cNvSpPr>
            <a:spLocks xmlns:a="http://schemas.openxmlformats.org/drawingml/2006/main" noGrp="1"/>
          </p:cNvSpPr>
          <p:nvPr/>
        </p:nvSpPr>
        <p:spPr>
          <a:xfrm xmlns:a="http://schemas.openxmlformats.org/drawingml/2006/main" rot="0" flipH="0" flipV="0">
            <a:off x="2686050" y="2943225"/>
            <a:ext cx="228600" cy="953"/>
          </a:xfrm>
          <a:custGeom xmlns:a="http://schemas.openxmlformats.org/drawingml/2006/main">
            <a:pathLst>
              <a:path w="333375" h="953">
                <a:moveTo>
                  <a:pt x="0" y="0"/>
                </a:moveTo>
                <a:lnTo>
                  <a:pt x="333375" y="953"/>
                </a:lnTo>
              </a:path>
            </a:pathLst>
          </a:custGeom>
          <a:noFill xmlns:a="http://schemas.openxmlformats.org/drawingml/2006/main"/>
          <a:ln xmlns:a="http://schemas.openxmlformats.org/drawingml/2006/main" w="33020">
            <a:solidFill>
              <a:srgbClr val="CC79A7"/>
            </a:solidFill>
            <a:prstDash val="solid"/>
          </a:ln>
        </p:spPr>
      </p:sp>
      <p:sp>
        <p:nvSpPr>
          <p:cNvPr id="96" name="legend_opt_sample">
            <a:extLst xmlns:a="http://schemas.openxmlformats.org/drawingml/2006/main">
              <a:ext uri="{FF2B5EF4-FFF2-40B4-BE49-F238E27FC236}">
                <a16:creationId xmlns:a16="http://schemas.microsoft.com/office/drawing/2014/main" id="{5AAD565F-978C-445D-9C2A-B3441F220600}"/>
              </a:ext>
            </a:extLst>
          </p:cNvPr>
          <p:cNvSpPr>
            <a:spLocks xmlns:a="http://schemas.openxmlformats.org/drawingml/2006/main" noGrp="1"/>
          </p:cNvSpPr>
          <p:nvPr/>
        </p:nvSpPr>
        <p:spPr>
          <a:xfrm xmlns:a="http://schemas.openxmlformats.org/drawingml/2006/main" rot="0" flipH="0" flipV="0">
            <a:off x="7019925" y="2943225"/>
            <a:ext cx="228600" cy="953"/>
          </a:xfrm>
          <a:custGeom xmlns:a="http://schemas.openxmlformats.org/drawingml/2006/main">
            <a:pathLst>
              <a:path w="333375" h="953">
                <a:moveTo>
                  <a:pt x="0" y="0"/>
                </a:moveTo>
                <a:lnTo>
                  <a:pt x="333375" y="953"/>
                </a:lnTo>
              </a:path>
            </a:pathLst>
          </a:custGeom>
          <a:noFill xmlns:a="http://schemas.openxmlformats.org/drawingml/2006/main"/>
          <a:ln xmlns:a="http://schemas.openxmlformats.org/drawingml/2006/main" w="33020">
            <a:solidFill>
              <a:srgbClr val="009E73"/>
            </a:solidFill>
            <a:prstDash val="solid"/>
          </a:ln>
        </p:spPr>
      </p:sp>
      <p:cxnSp>
        <p:nvCxnSpPr>
          <p:cNvPr id="99" name="delta_B_AC_baseline_to_LCA">
            <a:extLst xmlns:a="http://schemas.openxmlformats.org/drawingml/2006/main">
              <a:ext uri="{FF2B5EF4-FFF2-40B4-BE49-F238E27FC236}">
                <a16:creationId xmlns:a16="http://schemas.microsoft.com/office/drawing/2014/main" id="{2297A63F-1AD3-450C-925F-A7C1C26D2732}"/>
              </a:ext>
            </a:extLst>
          </p:cNvPr>
          <p:cNvCxnSpPr/>
          <p:nvPr/>
        </p:nvCxnSpPr>
        <p:spPr>
          <a:xfrm xmlns:a="http://schemas.openxmlformats.org/drawingml/2006/main" flipV="1">
            <a:off x="1736836" y="3872948"/>
            <a:ext cx="0" cy="446784"/>
          </a:xfrm>
          <a:prstGeom xmlns:a="http://schemas.openxmlformats.org/drawingml/2006/main" prst="straightConnector1">
            <a:avLst/>
          </a:prstGeom>
          <a:ln xmlns:a="http://schemas.openxmlformats.org/drawingml/2006/main" w="14288">
            <a:solidFill>
              <a:srgbClr val="CC79A7"/>
            </a:solidFill>
            <a:tailEnd type="triangle" w="sm" len="sm"/>
          </a:ln>
        </p:spPr>
      </p:cxnSp>
      <p:sp>
        <p:nvSpPr>
          <p:cNvPr id="100" name="delta_B_AC_value">
            <a:extLst xmlns:a="http://schemas.openxmlformats.org/drawingml/2006/main">
              <a:ext uri="{FF2B5EF4-FFF2-40B4-BE49-F238E27FC236}">
                <a16:creationId xmlns:a16="http://schemas.microsoft.com/office/drawing/2014/main" id="{BBD1B77E-A4E0-49D5-872C-BBFCA108251F}"/>
              </a:ext>
            </a:extLst>
          </p:cNvPr>
          <p:cNvSpPr>
            <a:spLocks xmlns:a="http://schemas.openxmlformats.org/drawingml/2006/main" noGrp="1"/>
          </p:cNvSpPr>
          <p:nvPr/>
        </p:nvSpPr>
        <p:spPr>
          <a:xfrm xmlns:a="http://schemas.openxmlformats.org/drawingml/2006/main">
            <a:off x="1451086" y="3590925"/>
            <a:ext cx="571500"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650" b="0">
                <a:solidFill>
                  <a:srgbClr val="000000"/>
                </a:solidFill>
                <a:latin typeface="Arial"/>
                <a:ea typeface="Arial"/>
                <a:cs typeface="Arial"/>
              </a:defRPr>
            </a:defPPr>
            <a:lvl1pPr algn="ctr">
              <a:defRPr sz="1650" b="0">
                <a:solidFill>
                  <a:srgbClr val="000000"/>
                </a:solidFill>
                <a:latin typeface="Arial"/>
                <a:ea typeface="Arial"/>
                <a:cs typeface="Arial"/>
              </a:defRPr>
            </a:lvl1pPr>
            <a:lvl2pPr algn="ctr">
              <a:defRPr sz="1650" b="0">
                <a:solidFill>
                  <a:srgbClr val="000000"/>
                </a:solidFill>
                <a:latin typeface="Arial"/>
                <a:ea typeface="Arial"/>
                <a:cs typeface="Arial"/>
              </a:defRPr>
            </a:lvl2pPr>
            <a:lvl3pPr algn="ctr">
              <a:defRPr sz="1650" b="0">
                <a:solidFill>
                  <a:srgbClr val="000000"/>
                </a:solidFill>
                <a:latin typeface="Arial"/>
                <a:ea typeface="Arial"/>
                <a:cs typeface="Arial"/>
              </a:defRPr>
            </a:lvl3pPr>
            <a:lvl4pPr algn="ctr">
              <a:defRPr sz="1650" b="0">
                <a:solidFill>
                  <a:srgbClr val="000000"/>
                </a:solidFill>
                <a:latin typeface="Arial"/>
                <a:ea typeface="Arial"/>
                <a:cs typeface="Arial"/>
              </a:defRPr>
            </a:lvl4pPr>
            <a:lvl5pPr algn="ctr">
              <a:defRPr sz="1650" b="0">
                <a:solidFill>
                  <a:srgbClr val="000000"/>
                </a:solidFill>
                <a:latin typeface="Arial"/>
                <a:ea typeface="Arial"/>
                <a:cs typeface="Arial"/>
              </a:defRPr>
            </a:lvl5pPr>
            <a:lvl6pPr algn="ctr">
              <a:defRPr sz="1650" b="0">
                <a:solidFill>
                  <a:srgbClr val="000000"/>
                </a:solidFill>
                <a:latin typeface="Arial"/>
                <a:ea typeface="Arial"/>
                <a:cs typeface="Arial"/>
              </a:defRPr>
            </a:lvl6pPr>
            <a:lvl7pPr algn="ctr">
              <a:defRPr sz="1650" b="0">
                <a:solidFill>
                  <a:srgbClr val="000000"/>
                </a:solidFill>
                <a:latin typeface="Arial"/>
                <a:ea typeface="Arial"/>
                <a:cs typeface="Arial"/>
              </a:defRPr>
            </a:lvl7pPr>
            <a:lvl8pPr algn="ctr">
              <a:defRPr sz="1650" b="0">
                <a:solidFill>
                  <a:srgbClr val="000000"/>
                </a:solidFill>
                <a:latin typeface="Arial"/>
                <a:ea typeface="Arial"/>
                <a:cs typeface="Arial"/>
              </a:defRPr>
            </a:lvl8pPr>
            <a:lvl9pPr algn="ctr">
              <a:defRPr sz="1650" b="0">
                <a:solidFill>
                  <a:srgbClr val="000000"/>
                </a:solidFill>
                <a:latin typeface="Arial"/>
                <a:ea typeface="Arial"/>
                <a:cs typeface="Arial"/>
              </a:defRPr>
            </a:lvl9pPr>
          </a:lstStyle>
          <a:p xmlns:a="http://schemas.openxmlformats.org/drawingml/2006/main">
            <a:pPr algn="ctr">
              <a:defRPr sz="1650" b="0">
                <a:solidFill>
                  <a:srgbClr val="000000"/>
                </a:solidFill>
                <a:latin typeface="Arial"/>
                <a:ea typeface="Arial"/>
                <a:cs typeface="Arial"/>
              </a:defRPr>
            </a:pPr>
            <a:r>
              <a:rPr sz="1650" b="0">
                <a:solidFill>
                  <a:srgbClr val="000000"/>
                </a:solidFill>
                <a:latin typeface="Arial"/>
                <a:ea typeface="Arial"/>
                <a:cs typeface="Arial"/>
              </a:rPr>
              <a:t>+γ</a:t>
            </a:r>
          </a:p>
        </p:txBody>
      </p:sp>
      <p:sp>
        <p:nvSpPr>
          <p:cNvPr id="101" name="delta_B_CB_value">
            <a:extLst xmlns:a="http://schemas.openxmlformats.org/drawingml/2006/main">
              <a:ext uri="{FF2B5EF4-FFF2-40B4-BE49-F238E27FC236}">
                <a16:creationId xmlns:a16="http://schemas.microsoft.com/office/drawing/2014/main" id="{E270D3BA-E0B1-43F9-890B-468D9E5ABAE8}"/>
              </a:ext>
            </a:extLst>
          </p:cNvPr>
          <p:cNvSpPr>
            <a:spLocks xmlns:a="http://schemas.openxmlformats.org/drawingml/2006/main" noGrp="1"/>
          </p:cNvSpPr>
          <p:nvPr/>
        </p:nvSpPr>
        <p:spPr>
          <a:xfrm xmlns:a="http://schemas.openxmlformats.org/drawingml/2006/main">
            <a:off x="2748967" y="3590925"/>
            <a:ext cx="342900"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650" b="0">
                <a:solidFill>
                  <a:srgbClr val="000000"/>
                </a:solidFill>
                <a:latin typeface="Arial"/>
                <a:ea typeface="Arial"/>
                <a:cs typeface="Arial"/>
              </a:defRPr>
            </a:defPPr>
            <a:lvl1pPr algn="ctr">
              <a:defRPr sz="1650" b="0">
                <a:solidFill>
                  <a:srgbClr val="000000"/>
                </a:solidFill>
                <a:latin typeface="Arial"/>
                <a:ea typeface="Arial"/>
                <a:cs typeface="Arial"/>
              </a:defRPr>
            </a:lvl1pPr>
            <a:lvl2pPr algn="ctr">
              <a:defRPr sz="1650" b="0">
                <a:solidFill>
                  <a:srgbClr val="000000"/>
                </a:solidFill>
                <a:latin typeface="Arial"/>
                <a:ea typeface="Arial"/>
                <a:cs typeface="Arial"/>
              </a:defRPr>
            </a:lvl2pPr>
            <a:lvl3pPr algn="ctr">
              <a:defRPr sz="1650" b="0">
                <a:solidFill>
                  <a:srgbClr val="000000"/>
                </a:solidFill>
                <a:latin typeface="Arial"/>
                <a:ea typeface="Arial"/>
                <a:cs typeface="Arial"/>
              </a:defRPr>
            </a:lvl3pPr>
            <a:lvl4pPr algn="ctr">
              <a:defRPr sz="1650" b="0">
                <a:solidFill>
                  <a:srgbClr val="000000"/>
                </a:solidFill>
                <a:latin typeface="Arial"/>
                <a:ea typeface="Arial"/>
                <a:cs typeface="Arial"/>
              </a:defRPr>
            </a:lvl4pPr>
            <a:lvl5pPr algn="ctr">
              <a:defRPr sz="1650" b="0">
                <a:solidFill>
                  <a:srgbClr val="000000"/>
                </a:solidFill>
                <a:latin typeface="Arial"/>
                <a:ea typeface="Arial"/>
                <a:cs typeface="Arial"/>
              </a:defRPr>
            </a:lvl5pPr>
            <a:lvl6pPr algn="ctr">
              <a:defRPr sz="1650" b="0">
                <a:solidFill>
                  <a:srgbClr val="000000"/>
                </a:solidFill>
                <a:latin typeface="Arial"/>
                <a:ea typeface="Arial"/>
                <a:cs typeface="Arial"/>
              </a:defRPr>
            </a:lvl6pPr>
            <a:lvl7pPr algn="ctr">
              <a:defRPr sz="1650" b="0">
                <a:solidFill>
                  <a:srgbClr val="000000"/>
                </a:solidFill>
                <a:latin typeface="Arial"/>
                <a:ea typeface="Arial"/>
                <a:cs typeface="Arial"/>
              </a:defRPr>
            </a:lvl7pPr>
            <a:lvl8pPr algn="ctr">
              <a:defRPr sz="1650" b="0">
                <a:solidFill>
                  <a:srgbClr val="000000"/>
                </a:solidFill>
                <a:latin typeface="Arial"/>
                <a:ea typeface="Arial"/>
                <a:cs typeface="Arial"/>
              </a:defRPr>
            </a:lvl8pPr>
            <a:lvl9pPr algn="ctr">
              <a:defRPr sz="1650" b="0">
                <a:solidFill>
                  <a:srgbClr val="000000"/>
                </a:solidFill>
                <a:latin typeface="Arial"/>
                <a:ea typeface="Arial"/>
                <a:cs typeface="Arial"/>
              </a:defRPr>
            </a:lvl9pPr>
          </a:lstStyle>
          <a:p xmlns:a="http://schemas.openxmlformats.org/drawingml/2006/main">
            <a:pPr algn="ctr">
              <a:defRPr sz="1650" b="0">
                <a:solidFill>
                  <a:srgbClr val="000000"/>
                </a:solidFill>
                <a:latin typeface="Arial"/>
                <a:ea typeface="Arial"/>
                <a:cs typeface="Arial"/>
              </a:defRPr>
            </a:pPr>
            <a:r>
              <a:rPr sz="1650" b="0">
                <a:solidFill>
                  <a:srgbClr val="000000"/>
                </a:solidFill>
                <a:latin typeface="Arial"/>
                <a:ea typeface="Arial"/>
                <a:cs typeface="Arial"/>
              </a:rPr>
              <a:t>0</a:t>
            </a:r>
          </a:p>
        </p:txBody>
      </p:sp>
      <p:cxnSp>
        <p:nvCxnSpPr>
          <p:cNvPr id="102" name="delta_C_AC_baseline_to_optimal">
            <a:extLst xmlns:a="http://schemas.openxmlformats.org/drawingml/2006/main">
              <a:ext uri="{FF2B5EF4-FFF2-40B4-BE49-F238E27FC236}">
                <a16:creationId xmlns:a16="http://schemas.microsoft.com/office/drawing/2014/main" id="{B3380CC7-CA9B-4BAB-AFF0-B5FEFF75151A}"/>
              </a:ext>
            </a:extLst>
          </p:cNvPr>
          <p:cNvCxnSpPr/>
          <p:nvPr/>
        </p:nvCxnSpPr>
        <p:spPr>
          <a:xfrm xmlns:a="http://schemas.openxmlformats.org/drawingml/2006/main" flipV="1">
            <a:off x="6070711" y="4096340"/>
            <a:ext cx="0" cy="223392"/>
          </a:xfrm>
          <a:prstGeom xmlns:a="http://schemas.openxmlformats.org/drawingml/2006/main" prst="straightConnector1">
            <a:avLst/>
          </a:prstGeom>
          <a:ln xmlns:a="http://schemas.openxmlformats.org/drawingml/2006/main" w="14288">
            <a:solidFill>
              <a:srgbClr val="009E73"/>
            </a:solidFill>
            <a:tailEnd type="triangle" w="sm" len="sm"/>
          </a:ln>
        </p:spPr>
      </p:cxnSp>
      <p:cxnSp>
        <p:nvCxnSpPr>
          <p:cNvPr id="103" name="delta_C_CB_baseline_to_optimal">
            <a:extLst xmlns:a="http://schemas.openxmlformats.org/drawingml/2006/main">
              <a:ext uri="{FF2B5EF4-FFF2-40B4-BE49-F238E27FC236}">
                <a16:creationId xmlns:a16="http://schemas.microsoft.com/office/drawing/2014/main" id="{2B070BF7-51E4-4B48-BB0E-886F59BF40C9}"/>
              </a:ext>
            </a:extLst>
          </p:cNvPr>
          <p:cNvCxnSpPr/>
          <p:nvPr/>
        </p:nvCxnSpPr>
        <p:spPr>
          <a:xfrm xmlns:a="http://schemas.openxmlformats.org/drawingml/2006/main" flipV="0">
            <a:off x="7254292" y="3872948"/>
            <a:ext cx="0" cy="223392"/>
          </a:xfrm>
          <a:prstGeom xmlns:a="http://schemas.openxmlformats.org/drawingml/2006/main" prst="straightConnector1">
            <a:avLst/>
          </a:prstGeom>
          <a:ln xmlns:a="http://schemas.openxmlformats.org/drawingml/2006/main" w="14288">
            <a:solidFill>
              <a:srgbClr val="009E73"/>
            </a:solidFill>
            <a:tailEnd type="triangle" w="sm" len="sm"/>
          </a:ln>
        </p:spPr>
      </p:cxnSp>
      <p:sp>
        <p:nvSpPr>
          <p:cNvPr id="104" name="delta_C_AC_value">
            <a:extLst xmlns:a="http://schemas.openxmlformats.org/drawingml/2006/main">
              <a:ext uri="{FF2B5EF4-FFF2-40B4-BE49-F238E27FC236}">
                <a16:creationId xmlns:a16="http://schemas.microsoft.com/office/drawing/2014/main" id="{2FC92CA9-6223-4FE5-A9EF-A52273FF9628}"/>
              </a:ext>
            </a:extLst>
          </p:cNvPr>
          <p:cNvSpPr>
            <a:spLocks xmlns:a="http://schemas.openxmlformats.org/drawingml/2006/main" noGrp="1"/>
          </p:cNvSpPr>
          <p:nvPr/>
        </p:nvSpPr>
        <p:spPr>
          <a:xfrm xmlns:a="http://schemas.openxmlformats.org/drawingml/2006/main">
            <a:off x="5737336" y="3590925"/>
            <a:ext cx="666750"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650" b="0">
                <a:solidFill>
                  <a:srgbClr val="000000"/>
                </a:solidFill>
                <a:latin typeface="Arial"/>
                <a:ea typeface="Arial"/>
                <a:cs typeface="Arial"/>
              </a:defRPr>
            </a:defPPr>
            <a:lvl1pPr algn="ctr">
              <a:defRPr sz="1650" b="0">
                <a:solidFill>
                  <a:srgbClr val="000000"/>
                </a:solidFill>
                <a:latin typeface="Arial"/>
                <a:ea typeface="Arial"/>
                <a:cs typeface="Arial"/>
              </a:defRPr>
            </a:lvl1pPr>
            <a:lvl2pPr algn="ctr">
              <a:defRPr sz="1650" b="0">
                <a:solidFill>
                  <a:srgbClr val="000000"/>
                </a:solidFill>
                <a:latin typeface="Arial"/>
                <a:ea typeface="Arial"/>
                <a:cs typeface="Arial"/>
              </a:defRPr>
            </a:lvl2pPr>
            <a:lvl3pPr algn="ctr">
              <a:defRPr sz="1650" b="0">
                <a:solidFill>
                  <a:srgbClr val="000000"/>
                </a:solidFill>
                <a:latin typeface="Arial"/>
                <a:ea typeface="Arial"/>
                <a:cs typeface="Arial"/>
              </a:defRPr>
            </a:lvl3pPr>
            <a:lvl4pPr algn="ctr">
              <a:defRPr sz="1650" b="0">
                <a:solidFill>
                  <a:srgbClr val="000000"/>
                </a:solidFill>
                <a:latin typeface="Arial"/>
                <a:ea typeface="Arial"/>
                <a:cs typeface="Arial"/>
              </a:defRPr>
            </a:lvl4pPr>
            <a:lvl5pPr algn="ctr">
              <a:defRPr sz="1650" b="0">
                <a:solidFill>
                  <a:srgbClr val="000000"/>
                </a:solidFill>
                <a:latin typeface="Arial"/>
                <a:ea typeface="Arial"/>
                <a:cs typeface="Arial"/>
              </a:defRPr>
            </a:lvl5pPr>
            <a:lvl6pPr algn="ctr">
              <a:defRPr sz="1650" b="0">
                <a:solidFill>
                  <a:srgbClr val="000000"/>
                </a:solidFill>
                <a:latin typeface="Arial"/>
                <a:ea typeface="Arial"/>
                <a:cs typeface="Arial"/>
              </a:defRPr>
            </a:lvl6pPr>
            <a:lvl7pPr algn="ctr">
              <a:defRPr sz="1650" b="0">
                <a:solidFill>
                  <a:srgbClr val="000000"/>
                </a:solidFill>
                <a:latin typeface="Arial"/>
                <a:ea typeface="Arial"/>
                <a:cs typeface="Arial"/>
              </a:defRPr>
            </a:lvl7pPr>
            <a:lvl8pPr algn="ctr">
              <a:defRPr sz="1650" b="0">
                <a:solidFill>
                  <a:srgbClr val="000000"/>
                </a:solidFill>
                <a:latin typeface="Arial"/>
                <a:ea typeface="Arial"/>
                <a:cs typeface="Arial"/>
              </a:defRPr>
            </a:lvl8pPr>
            <a:lvl9pPr algn="ctr">
              <a:defRPr sz="1650" b="0">
                <a:solidFill>
                  <a:srgbClr val="000000"/>
                </a:solidFill>
                <a:latin typeface="Arial"/>
                <a:ea typeface="Arial"/>
                <a:cs typeface="Arial"/>
              </a:defRPr>
            </a:lvl9pPr>
          </a:lstStyle>
          <a:p xmlns:a="http://schemas.openxmlformats.org/drawingml/2006/main">
            <a:pPr algn="ctr">
              <a:defRPr sz="1650" b="0">
                <a:solidFill>
                  <a:srgbClr val="000000"/>
                </a:solidFill>
                <a:latin typeface="Arial"/>
                <a:ea typeface="Arial"/>
                <a:cs typeface="Arial"/>
              </a:defRPr>
            </a:pPr>
            <a:r>
              <a:rPr sz="1650" b="0">
                <a:solidFill>
                  <a:srgbClr val="000000"/>
                </a:solidFill>
                <a:latin typeface="Arial"/>
                <a:ea typeface="Arial"/>
                <a:cs typeface="Arial"/>
              </a:rPr>
              <a:t>+γ/2</a:t>
            </a:r>
          </a:p>
        </p:txBody>
      </p:sp>
      <p:sp>
        <p:nvSpPr>
          <p:cNvPr id="105" name="delta_C_CB_value">
            <a:extLst xmlns:a="http://schemas.openxmlformats.org/drawingml/2006/main">
              <a:ext uri="{FF2B5EF4-FFF2-40B4-BE49-F238E27FC236}">
                <a16:creationId xmlns:a16="http://schemas.microsoft.com/office/drawing/2014/main" id="{F7426F2D-190E-4649-A7AF-27C3CB6B5123}"/>
              </a:ext>
            </a:extLst>
          </p:cNvPr>
          <p:cNvSpPr>
            <a:spLocks xmlns:a="http://schemas.openxmlformats.org/drawingml/2006/main" noGrp="1"/>
          </p:cNvSpPr>
          <p:nvPr/>
        </p:nvSpPr>
        <p:spPr>
          <a:xfrm xmlns:a="http://schemas.openxmlformats.org/drawingml/2006/main">
            <a:off x="6920917" y="3590925"/>
            <a:ext cx="666750"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650" b="0">
                <a:solidFill>
                  <a:srgbClr val="000000"/>
                </a:solidFill>
                <a:latin typeface="Arial"/>
                <a:ea typeface="Arial"/>
                <a:cs typeface="Arial"/>
              </a:defRPr>
            </a:defPPr>
            <a:lvl1pPr algn="ctr">
              <a:defRPr sz="1650" b="0">
                <a:solidFill>
                  <a:srgbClr val="000000"/>
                </a:solidFill>
                <a:latin typeface="Arial"/>
                <a:ea typeface="Arial"/>
                <a:cs typeface="Arial"/>
              </a:defRPr>
            </a:lvl1pPr>
            <a:lvl2pPr algn="ctr">
              <a:defRPr sz="1650" b="0">
                <a:solidFill>
                  <a:srgbClr val="000000"/>
                </a:solidFill>
                <a:latin typeface="Arial"/>
                <a:ea typeface="Arial"/>
                <a:cs typeface="Arial"/>
              </a:defRPr>
            </a:lvl2pPr>
            <a:lvl3pPr algn="ctr">
              <a:defRPr sz="1650" b="0">
                <a:solidFill>
                  <a:srgbClr val="000000"/>
                </a:solidFill>
                <a:latin typeface="Arial"/>
                <a:ea typeface="Arial"/>
                <a:cs typeface="Arial"/>
              </a:defRPr>
            </a:lvl3pPr>
            <a:lvl4pPr algn="ctr">
              <a:defRPr sz="1650" b="0">
                <a:solidFill>
                  <a:srgbClr val="000000"/>
                </a:solidFill>
                <a:latin typeface="Arial"/>
                <a:ea typeface="Arial"/>
                <a:cs typeface="Arial"/>
              </a:defRPr>
            </a:lvl4pPr>
            <a:lvl5pPr algn="ctr">
              <a:defRPr sz="1650" b="0">
                <a:solidFill>
                  <a:srgbClr val="000000"/>
                </a:solidFill>
                <a:latin typeface="Arial"/>
                <a:ea typeface="Arial"/>
                <a:cs typeface="Arial"/>
              </a:defRPr>
            </a:lvl5pPr>
            <a:lvl6pPr algn="ctr">
              <a:defRPr sz="1650" b="0">
                <a:solidFill>
                  <a:srgbClr val="000000"/>
                </a:solidFill>
                <a:latin typeface="Arial"/>
                <a:ea typeface="Arial"/>
                <a:cs typeface="Arial"/>
              </a:defRPr>
            </a:lvl6pPr>
            <a:lvl7pPr algn="ctr">
              <a:defRPr sz="1650" b="0">
                <a:solidFill>
                  <a:srgbClr val="000000"/>
                </a:solidFill>
                <a:latin typeface="Arial"/>
                <a:ea typeface="Arial"/>
                <a:cs typeface="Arial"/>
              </a:defRPr>
            </a:lvl7pPr>
            <a:lvl8pPr algn="ctr">
              <a:defRPr sz="1650" b="0">
                <a:solidFill>
                  <a:srgbClr val="000000"/>
                </a:solidFill>
                <a:latin typeface="Arial"/>
                <a:ea typeface="Arial"/>
                <a:cs typeface="Arial"/>
              </a:defRPr>
            </a:lvl8pPr>
            <a:lvl9pPr algn="ctr">
              <a:defRPr sz="1650" b="0">
                <a:solidFill>
                  <a:srgbClr val="000000"/>
                </a:solidFill>
                <a:latin typeface="Arial"/>
                <a:ea typeface="Arial"/>
                <a:cs typeface="Arial"/>
              </a:defRPr>
            </a:lvl9pPr>
          </a:lstStyle>
          <a:p xmlns:a="http://schemas.openxmlformats.org/drawingml/2006/main">
            <a:pPr algn="ctr">
              <a:defRPr sz="1650" b="0">
                <a:solidFill>
                  <a:srgbClr val="000000"/>
                </a:solidFill>
                <a:latin typeface="Arial"/>
                <a:ea typeface="Arial"/>
                <a:cs typeface="Arial"/>
              </a:defRPr>
            </a:pPr>
            <a:r>
              <a:rPr sz="1650" b="0">
                <a:solidFill>
                  <a:srgbClr val="000000"/>
                </a:solidFill>
                <a:latin typeface="Arial"/>
                <a:ea typeface="Arial"/>
                <a:cs typeface="Arial"/>
              </a:rPr>
              <a:t>−γ/2</a:t>
            </a:r>
          </a:p>
        </p:txBody>
      </p:sp>
      <p:sp>
        <p:nvSpPr>
          <p:cNvPr id="106" name="delta_gamma_definition">
            <a:extLst xmlns:a="http://schemas.openxmlformats.org/drawingml/2006/main">
              <a:ext uri="{FF2B5EF4-FFF2-40B4-BE49-F238E27FC236}">
                <a16:creationId xmlns:a16="http://schemas.microsoft.com/office/drawing/2014/main" id="{F406A3F7-9F48-4D63-94B6-B57331A9C63C}"/>
              </a:ext>
            </a:extLst>
          </p:cNvPr>
          <p:cNvSpPr>
            <a:spLocks xmlns:a="http://schemas.openxmlformats.org/drawingml/2006/main" noGrp="1"/>
          </p:cNvSpPr>
          <p:nvPr/>
        </p:nvSpPr>
        <p:spPr>
          <a:xfrm xmlns:a="http://schemas.openxmlformats.org/drawingml/2006/main">
            <a:off x="2838450" y="3276600"/>
            <a:ext cx="13525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275" b="0">
                <a:solidFill>
                  <a:srgbClr val="000000"/>
                </a:solidFill>
                <a:latin typeface="Arial"/>
                <a:ea typeface="Arial"/>
                <a:cs typeface="Arial"/>
              </a:defRPr>
            </a:defPPr>
            <a:lvl1pPr algn="ctr">
              <a:defRPr sz="1275" b="0">
                <a:solidFill>
                  <a:srgbClr val="000000"/>
                </a:solidFill>
                <a:latin typeface="Arial"/>
                <a:ea typeface="Arial"/>
                <a:cs typeface="Arial"/>
              </a:defRPr>
            </a:lvl1pPr>
            <a:lvl2pPr algn="ctr">
              <a:defRPr sz="1275" b="0">
                <a:solidFill>
                  <a:srgbClr val="000000"/>
                </a:solidFill>
                <a:latin typeface="Arial"/>
                <a:ea typeface="Arial"/>
                <a:cs typeface="Arial"/>
              </a:defRPr>
            </a:lvl2pPr>
            <a:lvl3pPr algn="ctr">
              <a:defRPr sz="1275" b="0">
                <a:solidFill>
                  <a:srgbClr val="000000"/>
                </a:solidFill>
                <a:latin typeface="Arial"/>
                <a:ea typeface="Arial"/>
                <a:cs typeface="Arial"/>
              </a:defRPr>
            </a:lvl3pPr>
            <a:lvl4pPr algn="ctr">
              <a:defRPr sz="1275" b="0">
                <a:solidFill>
                  <a:srgbClr val="000000"/>
                </a:solidFill>
                <a:latin typeface="Arial"/>
                <a:ea typeface="Arial"/>
                <a:cs typeface="Arial"/>
              </a:defRPr>
            </a:lvl4pPr>
            <a:lvl5pPr algn="ctr">
              <a:defRPr sz="1275" b="0">
                <a:solidFill>
                  <a:srgbClr val="000000"/>
                </a:solidFill>
                <a:latin typeface="Arial"/>
                <a:ea typeface="Arial"/>
                <a:cs typeface="Arial"/>
              </a:defRPr>
            </a:lvl5pPr>
            <a:lvl6pPr algn="ctr">
              <a:defRPr sz="1275" b="0">
                <a:solidFill>
                  <a:srgbClr val="000000"/>
                </a:solidFill>
                <a:latin typeface="Arial"/>
                <a:ea typeface="Arial"/>
                <a:cs typeface="Arial"/>
              </a:defRPr>
            </a:lvl6pPr>
            <a:lvl7pPr algn="ctr">
              <a:defRPr sz="1275" b="0">
                <a:solidFill>
                  <a:srgbClr val="000000"/>
                </a:solidFill>
                <a:latin typeface="Arial"/>
                <a:ea typeface="Arial"/>
                <a:cs typeface="Arial"/>
              </a:defRPr>
            </a:lvl7pPr>
            <a:lvl8pPr algn="ctr">
              <a:defRPr sz="1275" b="0">
                <a:solidFill>
                  <a:srgbClr val="000000"/>
                </a:solidFill>
                <a:latin typeface="Arial"/>
                <a:ea typeface="Arial"/>
                <a:cs typeface="Arial"/>
              </a:defRPr>
            </a:lvl8pPr>
            <a:lvl9pPr algn="ctr">
              <a:defRPr sz="1275" b="0">
                <a:solidFill>
                  <a:srgbClr val="000000"/>
                </a:solidFill>
                <a:latin typeface="Arial"/>
                <a:ea typeface="Arial"/>
                <a:cs typeface="Arial"/>
              </a:defRPr>
            </a:lvl9pPr>
          </a:lstStyle>
          <a:p xmlns:a="http://schemas.openxmlformats.org/drawingml/2006/main">
            <a:pPr algn="l">
              <a:defRPr sz="1275" b="0">
                <a:solidFill>
                  <a:srgbClr val="000000"/>
                </a:solidFill>
                <a:latin typeface="Arial"/>
                <a:ea typeface="Arial"/>
                <a:cs typeface="Arial"/>
              </a:defRPr>
            </a:pPr>
            <a:r>
              <a:rPr sz="1275" b="0">
                <a:solidFill>
                  <a:srgbClr val="000000"/>
                </a:solidFill>
                <a:latin typeface="Arial"/>
                <a:ea typeface="Arial"/>
                <a:cs typeface="Arial"/>
              </a:rPr>
              <a:t>γ = s</a:t>
            </a:r>
            <a:r>
              <a:rPr sz="850" b="0" baseline="-25000">
                <a:solidFill>
                  <a:srgbClr val="000000"/>
                </a:solidFill>
                <a:latin typeface="Arial"/>
                <a:ea typeface="Arial"/>
                <a:cs typeface="Arial"/>
              </a:rPr>
              <a:t>2</a:t>
            </a:r>
            <a:r>
              <a:rPr sz="1275" b="0">
                <a:solidFill>
                  <a:srgbClr val="000000"/>
                </a:solidFill>
                <a:latin typeface="Arial"/>
                <a:ea typeface="Arial"/>
                <a:cs typeface="Arial"/>
              </a:rPr>
              <a:t> − s</a:t>
            </a:r>
            <a:r>
              <a:rPr sz="850" b="0" baseline="-25000">
                <a:solidFill>
                  <a:srgbClr val="000000"/>
                </a:solidFill>
                <a:latin typeface="Arial"/>
                <a:ea typeface="Arial"/>
                <a:cs typeface="Arial"/>
              </a:rPr>
              <a:t>1</a:t>
            </a:r>
          </a:p>
        </p:txBody>
      </p:sp>
      <p:sp>
        <p:nvSpPr>
          <p:cNvPr id="107" name="legend_C_baseline_sample">
            <a:extLst xmlns:a="http://schemas.openxmlformats.org/drawingml/2006/main">
              <a:ext uri="{FF2B5EF4-FFF2-40B4-BE49-F238E27FC236}">
                <a16:creationId xmlns:a16="http://schemas.microsoft.com/office/drawing/2014/main" id="{173C0D25-81EA-4140-A692-38A05845A15A}"/>
              </a:ext>
            </a:extLst>
          </p:cNvPr>
          <p:cNvSpPr>
            <a:spLocks xmlns:a="http://schemas.openxmlformats.org/drawingml/2006/main" noGrp="1"/>
          </p:cNvSpPr>
          <p:nvPr/>
        </p:nvSpPr>
        <p:spPr>
          <a:xfrm xmlns:a="http://schemas.openxmlformats.org/drawingml/2006/main" rot="0" flipH="0" flipV="0">
            <a:off x="7019925" y="2724150"/>
            <a:ext cx="228600" cy="953"/>
          </a:xfrm>
          <a:custGeom xmlns:a="http://schemas.openxmlformats.org/drawingml/2006/main">
            <a:pathLst>
              <a:path w="333375" h="953">
                <a:moveTo>
                  <a:pt x="0" y="0"/>
                </a:moveTo>
                <a:lnTo>
                  <a:pt x="333375" y="953"/>
                </a:lnTo>
              </a:path>
            </a:pathLst>
          </a:custGeom>
          <a:noFill xmlns:a="http://schemas.openxmlformats.org/drawingml/2006/main"/>
          <a:ln xmlns:a="http://schemas.openxmlformats.org/drawingml/2006/main" w="22860">
            <a:solidFill>
              <a:srgbClr val="92A5B1"/>
            </a:solidFill>
            <a:prstDash val="dash"/>
          </a:ln>
        </p:spPr>
      </p:sp>
      <p:sp>
        <p:nvSpPr>
          <p:cNvPr id="108" name="legend_C_baseline_text">
            <a:extLst xmlns:a="http://schemas.openxmlformats.org/drawingml/2006/main">
              <a:ext uri="{FF2B5EF4-FFF2-40B4-BE49-F238E27FC236}">
                <a16:creationId xmlns:a16="http://schemas.microsoft.com/office/drawing/2014/main" id="{D6B67A97-C801-48F4-B958-75CD015FB5C0}"/>
              </a:ext>
            </a:extLst>
          </p:cNvPr>
          <p:cNvSpPr>
            <a:spLocks xmlns:a="http://schemas.openxmlformats.org/drawingml/2006/main" noGrp="1"/>
          </p:cNvSpPr>
          <p:nvPr/>
        </p:nvSpPr>
        <p:spPr>
          <a:xfrm xmlns:a="http://schemas.openxmlformats.org/drawingml/2006/main" rot="0" flipH="0" flipV="0">
            <a:off x="7324725" y="2609850"/>
            <a:ext cx="1190625"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350" b="0">
                <a:solidFill>
                  <a:srgbClr val="000000"/>
                </a:solidFill>
                <a:latin typeface="Arial"/>
                <a:ea typeface="Arial"/>
                <a:cs typeface="Arial"/>
              </a:defRPr>
            </a:defPPr>
            <a:lvl1pPr algn="l">
              <a:defRPr sz="1350" b="0">
                <a:solidFill>
                  <a:srgbClr val="000000"/>
                </a:solidFill>
                <a:latin typeface="Arial"/>
                <a:ea typeface="Arial"/>
                <a:cs typeface="Arial"/>
              </a:defRPr>
            </a:lvl1pPr>
            <a:lvl2pPr algn="l">
              <a:defRPr sz="1350" b="0">
                <a:solidFill>
                  <a:srgbClr val="000000"/>
                </a:solidFill>
                <a:latin typeface="Arial"/>
                <a:ea typeface="Arial"/>
                <a:cs typeface="Arial"/>
              </a:defRPr>
            </a:lvl2pPr>
            <a:lvl3pPr algn="l">
              <a:defRPr sz="1350" b="0">
                <a:solidFill>
                  <a:srgbClr val="000000"/>
                </a:solidFill>
                <a:latin typeface="Arial"/>
                <a:ea typeface="Arial"/>
                <a:cs typeface="Arial"/>
              </a:defRPr>
            </a:lvl3pPr>
            <a:lvl4pPr algn="l">
              <a:defRPr sz="1350" b="0">
                <a:solidFill>
                  <a:srgbClr val="000000"/>
                </a:solidFill>
                <a:latin typeface="Arial"/>
                <a:ea typeface="Arial"/>
                <a:cs typeface="Arial"/>
              </a:defRPr>
            </a:lvl4pPr>
            <a:lvl5pPr algn="l">
              <a:defRPr sz="1350" b="0">
                <a:solidFill>
                  <a:srgbClr val="000000"/>
                </a:solidFill>
                <a:latin typeface="Arial"/>
                <a:ea typeface="Arial"/>
                <a:cs typeface="Arial"/>
              </a:defRPr>
            </a:lvl5pPr>
            <a:lvl6pPr algn="l">
              <a:defRPr sz="1350" b="0">
                <a:solidFill>
                  <a:srgbClr val="000000"/>
                </a:solidFill>
                <a:latin typeface="Arial"/>
                <a:ea typeface="Arial"/>
                <a:cs typeface="Arial"/>
              </a:defRPr>
            </a:lvl6pPr>
            <a:lvl7pPr algn="l">
              <a:defRPr sz="1350" b="0">
                <a:solidFill>
                  <a:srgbClr val="000000"/>
                </a:solidFill>
                <a:latin typeface="Arial"/>
                <a:ea typeface="Arial"/>
                <a:cs typeface="Arial"/>
              </a:defRPr>
            </a:lvl7pPr>
            <a:lvl8pPr algn="l">
              <a:defRPr sz="1350" b="0">
                <a:solidFill>
                  <a:srgbClr val="000000"/>
                </a:solidFill>
                <a:latin typeface="Arial"/>
                <a:ea typeface="Arial"/>
                <a:cs typeface="Arial"/>
              </a:defRPr>
            </a:lvl8pPr>
            <a:lvl9pPr algn="l">
              <a:defRPr sz="1350" b="0">
                <a:solidFill>
                  <a:srgbClr val="000000"/>
                </a:solidFill>
                <a:latin typeface="Arial"/>
                <a:ea typeface="Arial"/>
                <a:cs typeface="Arial"/>
              </a:defRPr>
            </a:lvl9pPr>
          </a:lstStyle>
          <a:p xmlns:a="http://schemas.openxmlformats.org/drawingml/2006/main">
            <a:pPr algn="l">
              <a:defRPr sz="1350" b="0">
                <a:solidFill>
                  <a:srgbClr val="000000"/>
                </a:solidFill>
                <a:latin typeface="Arial"/>
                <a:ea typeface="Arial"/>
                <a:cs typeface="Arial"/>
              </a:defRPr>
            </a:pPr>
            <a:r>
              <a:rPr sz="1350" b="0">
                <a:solidFill>
                  <a:srgbClr val="000000"/>
                </a:solidFill>
                <a:latin typeface="Arial"/>
                <a:ea typeface="Arial"/>
                <a:cs typeface="Arial"/>
              </a:rPr>
              <a:t>Baseline</a:t>
            </a:r>
          </a:p>
        </p:txBody>
      </p:sp>
      <p:sp>
        <p:nvSpPr>
          <p:cNvPr id="109" name="delta_C_gamma_definition">
            <a:extLst xmlns:a="http://schemas.openxmlformats.org/drawingml/2006/main">
              <a:ext uri="{FF2B5EF4-FFF2-40B4-BE49-F238E27FC236}">
                <a16:creationId xmlns:a16="http://schemas.microsoft.com/office/drawing/2014/main" id="{F406A3F7-9F48-4D63-94B6-B57331A9C63C}"/>
              </a:ext>
            </a:extLst>
          </p:cNvPr>
          <p:cNvSpPr>
            <a:spLocks xmlns:a="http://schemas.openxmlformats.org/drawingml/2006/main" noGrp="1"/>
          </p:cNvSpPr>
          <p:nvPr/>
        </p:nvSpPr>
        <p:spPr>
          <a:xfrm xmlns:a="http://schemas.openxmlformats.org/drawingml/2006/main">
            <a:off x="7172325" y="3276600"/>
            <a:ext cx="13525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275" b="0">
                <a:solidFill>
                  <a:srgbClr val="000000"/>
                </a:solidFill>
                <a:latin typeface="Arial"/>
                <a:ea typeface="Arial"/>
                <a:cs typeface="Arial"/>
              </a:defRPr>
            </a:defPPr>
            <a:lvl1pPr algn="ctr">
              <a:defRPr sz="1275" b="0">
                <a:solidFill>
                  <a:srgbClr val="000000"/>
                </a:solidFill>
                <a:latin typeface="Arial"/>
                <a:ea typeface="Arial"/>
                <a:cs typeface="Arial"/>
              </a:defRPr>
            </a:lvl1pPr>
            <a:lvl2pPr algn="ctr">
              <a:defRPr sz="1275" b="0">
                <a:solidFill>
                  <a:srgbClr val="000000"/>
                </a:solidFill>
                <a:latin typeface="Arial"/>
                <a:ea typeface="Arial"/>
                <a:cs typeface="Arial"/>
              </a:defRPr>
            </a:lvl2pPr>
            <a:lvl3pPr algn="ctr">
              <a:defRPr sz="1275" b="0">
                <a:solidFill>
                  <a:srgbClr val="000000"/>
                </a:solidFill>
                <a:latin typeface="Arial"/>
                <a:ea typeface="Arial"/>
                <a:cs typeface="Arial"/>
              </a:defRPr>
            </a:lvl3pPr>
            <a:lvl4pPr algn="ctr">
              <a:defRPr sz="1275" b="0">
                <a:solidFill>
                  <a:srgbClr val="000000"/>
                </a:solidFill>
                <a:latin typeface="Arial"/>
                <a:ea typeface="Arial"/>
                <a:cs typeface="Arial"/>
              </a:defRPr>
            </a:lvl4pPr>
            <a:lvl5pPr algn="ctr">
              <a:defRPr sz="1275" b="0">
                <a:solidFill>
                  <a:srgbClr val="000000"/>
                </a:solidFill>
                <a:latin typeface="Arial"/>
                <a:ea typeface="Arial"/>
                <a:cs typeface="Arial"/>
              </a:defRPr>
            </a:lvl5pPr>
            <a:lvl6pPr algn="ctr">
              <a:defRPr sz="1275" b="0">
                <a:solidFill>
                  <a:srgbClr val="000000"/>
                </a:solidFill>
                <a:latin typeface="Arial"/>
                <a:ea typeface="Arial"/>
                <a:cs typeface="Arial"/>
              </a:defRPr>
            </a:lvl6pPr>
            <a:lvl7pPr algn="ctr">
              <a:defRPr sz="1275" b="0">
                <a:solidFill>
                  <a:srgbClr val="000000"/>
                </a:solidFill>
                <a:latin typeface="Arial"/>
                <a:ea typeface="Arial"/>
                <a:cs typeface="Arial"/>
              </a:defRPr>
            </a:lvl7pPr>
            <a:lvl8pPr algn="ctr">
              <a:defRPr sz="1275" b="0">
                <a:solidFill>
                  <a:srgbClr val="000000"/>
                </a:solidFill>
                <a:latin typeface="Arial"/>
                <a:ea typeface="Arial"/>
                <a:cs typeface="Arial"/>
              </a:defRPr>
            </a:lvl8pPr>
            <a:lvl9pPr algn="ctr">
              <a:defRPr sz="1275" b="0">
                <a:solidFill>
                  <a:srgbClr val="000000"/>
                </a:solidFill>
                <a:latin typeface="Arial"/>
                <a:ea typeface="Arial"/>
                <a:cs typeface="Arial"/>
              </a:defRPr>
            </a:lvl9pPr>
          </a:lstStyle>
          <a:p xmlns:a="http://schemas.openxmlformats.org/drawingml/2006/main">
            <a:pPr algn="l">
              <a:defRPr sz="1275" b="0">
                <a:solidFill>
                  <a:srgbClr val="000000"/>
                </a:solidFill>
                <a:latin typeface="Arial"/>
                <a:ea typeface="Arial"/>
                <a:cs typeface="Arial"/>
              </a:defRPr>
            </a:pPr>
            <a:r>
              <a:rPr sz="1275" b="0">
                <a:solidFill>
                  <a:srgbClr val="000000"/>
                </a:solidFill>
                <a:latin typeface="Arial"/>
                <a:ea typeface="Arial"/>
                <a:cs typeface="Arial"/>
              </a:rPr>
              <a:t>γ = s</a:t>
            </a:r>
            <a:r>
              <a:rPr sz="850" b="0" baseline="-25000">
                <a:solidFill>
                  <a:srgbClr val="000000"/>
                </a:solidFill>
                <a:latin typeface="Arial"/>
                <a:ea typeface="Arial"/>
                <a:cs typeface="Arial"/>
              </a:rPr>
              <a:t>2</a:t>
            </a:r>
            <a:r>
              <a:rPr sz="1275" b="0">
                <a:solidFill>
                  <a:srgbClr val="000000"/>
                </a:solidFill>
                <a:latin typeface="Arial"/>
                <a:ea typeface="Arial"/>
                <a:cs typeface="Arial"/>
              </a:rPr>
              <a:t> − s</a:t>
            </a:r>
            <a:r>
              <a:rPr sz="850" b="0" baseline="-25000">
                <a:solidFill>
                  <a:srgbClr val="000000"/>
                </a:solidFill>
                <a:latin typeface="Arial"/>
                <a:ea typeface="Arial"/>
                <a:cs typeface="Arial"/>
              </a:rPr>
              <a:t>1</a:t>
            </a:r>
          </a:p>
        </p:txBody>
      </p:sp>
    </p:spTree>
    <p:extLst>
      <p:ext uri="{BB962C8B-B14F-4D97-AF65-F5344CB8AC3E}">
        <p14:creationId xmlns:p14="http://schemas.microsoft.com/office/powerpoint/2010/main" val="1917114902"/>
      </p:ext>
    </p:extLst>
  </p:cSld>
</p:sld>
</file>

<file path=ppt/main_figures/Fig4/ppt/tableStyles.xml><?xml version="1.0" encoding="utf-8"?>
<a:tblStyleLst xmlns:a="http://schemas.openxmlformats.org/drawingml/2006/main" def="{5C22544A-7EE6-4342-B048-85BDC9FD1C3A}"/>
</file>

<file path=ppt/main_figures/Fig4/ppt/theme/theme1.xml><?xml version="1.0" encoding="utf-8"?>
<a:theme xmlns:a="http://schemas.openxmlformats.org/drawingml/2006/main" name="ChatGPT">
  <a:themeElements>
    <a:clrScheme name="ChatGPT">
      <a:dk1>
        <a:srgbClr val="000000"/>
      </a:dk1>
      <a:lt1>
        <a:srgbClr val="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
      <a:majorFont>
        <a:latin typeface="Arial"/>
        <a:ea typeface="Arial"/>
        <a:cs typeface="Arial"/>
      </a:majorFont>
      <a:minorFont>
        <a:latin typeface="Arial"/>
        <a:ea typeface="Arial"/>
        <a:cs typeface="Arial"/>
      </a:minorFont>
    </a:fontScheme>
    <a:fmtScheme name="ChatGPT">
      <a:fillStyleLst>
        <a:solidFill>
          <a:schemeClr val="phClr"/>
        </a:solidFill>
        <a:gradFill>
          <a:gsLst>
            <a:gs pos="0">
              <a:schemeClr val="phClr">
                <a:tint val="67000"/>
                <a:lumMod val="110000"/>
                <a:satMod val="105000"/>
              </a:schemeClr>
            </a:gs>
            <a:gs pos="50000">
              <a:schemeClr val="phClr">
                <a:tint val="73000"/>
                <a:lumMod val="105000"/>
                <a:satMod val="103000"/>
              </a:schemeClr>
            </a:gs>
            <a:gs pos="100000">
              <a:schemeClr val="phClr">
                <a:tint val="81000"/>
                <a:lumMod val="105000"/>
                <a:satMod val="109000"/>
              </a:schemeClr>
            </a:gs>
          </a:gsLst>
          <a:lin ang="5400000" scaled="0"/>
        </a:gradFill>
        <a:gradFill>
          <a:gsLst>
            <a:gs pos="0">
              <a:schemeClr val="phClr">
                <a:tint val="94000"/>
                <a:lumMod val="102000"/>
                <a:satMod val="103000"/>
              </a:schemeClr>
            </a:gs>
            <a:gs pos="50000">
              <a:schemeClr val="phClr">
                <a:shade val="100000"/>
                <a:lumMod val="100000"/>
                <a:satMod val="110000"/>
              </a:schemeClr>
            </a:gs>
            <a:gs pos="100000">
              <a:schemeClr val="phClr">
                <a:shade val="78000"/>
                <a:lumMod val="99000"/>
                <a:satMod val="120000"/>
              </a:schemeClr>
            </a:gs>
          </a:gsLst>
          <a:lin ang="5400000" scaled="0"/>
        </a:gradFill>
      </a:fillStyleLst>
      <a:lnStyleLst>
        <a:ln w="12700">
          <a:solidFill>
            <a:schemeClr val="phClr"/>
          </a:solidFill>
          <a:prstDash val="solid"/>
        </a:ln>
        <a:ln w="19050">
          <a:solidFill>
            <a:schemeClr val="phClr"/>
          </a:solidFill>
          <a:prstDash val="solid"/>
        </a:ln>
        <a:ln w="25400">
          <a:solidFill>
            <a:schemeClr val="phClr"/>
          </a:solidFill>
          <a:prstDash val="solid"/>
        </a:ln>
      </a:lnStyleLst>
      <a:effectStyleLst>
        <a:effectStyle>
          <a:effectLst/>
        </a:effectStyle>
        <a:effectStyle>
          <a:effectLst/>
        </a:effectStyle>
        <a:effectStyle>
          <a:effectLst>
            <a:outerShdw blurRad="57150" dist="19050" dir="5400000">
              <a:srgbClr val="000000">
                <a:alpha val="16000"/>
              </a:srgbClr>
            </a:outerShdw>
          </a:effectLst>
        </a:effectStyle>
        <a:effectStyle>
          <a:effectLst>
            <a:outerShdw blurRad="19050" dist="9525" dir="5400000">
              <a:srgbClr val="000000">
                <a:alpha val="6000"/>
              </a:srgbClr>
            </a:outerShdw>
          </a:effectLst>
        </a:effectStyle>
        <a:effectStyle>
          <a:effectLst>
            <a:outerShdw blurRad="28575" dist="9525" dir="5400000">
              <a:srgbClr val="000000">
                <a:alpha val="8000"/>
              </a:srgbClr>
            </a:outerShdw>
          </a:effectLst>
        </a:effectStyle>
        <a:effectStyle>
          <a:effectLst>
            <a:outerShdw blurRad="57150" dist="19050" dir="5400000">
              <a:srgbClr val="000000">
                <a:alpha val="10000"/>
              </a:srgbClr>
            </a:outerShdw>
          </a:effectLst>
        </a:effectStyle>
        <a:effectStyle>
          <a:effectLst>
            <a:outerShdw blurRad="114300" dist="38100" dir="5400000">
              <a:srgbClr val="000000">
                <a:alpha val="12000"/>
              </a:srgbClr>
            </a:outerShdw>
          </a:effectLst>
        </a:effectStyle>
        <a:effectStyle>
          <a:effectLst>
            <a:outerShdw blurRad="171450" dist="57150" dir="5400000">
              <a:srgbClr val="000000">
                <a:alpha val="16000"/>
              </a:srgbClr>
            </a:outerShdw>
          </a:effectLst>
        </a:effectStyle>
        <a:effectStyle>
          <a:effectLst>
            <a:outerShdw blurRad="266700" dist="95250" dir="5400000">
              <a:srgbClr val="000000">
                <a:alpha val="24000"/>
              </a:srgbClr>
            </a:outerShdw>
          </a:effectLst>
        </a:effectStyle>
      </a:effectStyleLst>
      <a:bgFillStyleLst>
        <a:solidFill>
          <a:schemeClr val="phClr"/>
        </a:solidFill>
        <a:solidFill>
          <a:schemeClr val="phClr">
            <a:tint val="95000"/>
            <a:satMod val="170000"/>
          </a:schemeClr>
        </a:solidFill>
        <a:gradFill>
          <a:gsLst>
            <a:gs pos="0">
              <a:schemeClr val="phClr">
                <a:tint val="93000"/>
                <a:shade val="98000"/>
                <a:lumMod val="102000"/>
                <a:satMod val="150000"/>
              </a:schemeClr>
            </a:gs>
            <a:gs pos="50000">
              <a:schemeClr val="phClr">
                <a:tint val="98000"/>
                <a:shade val="90000"/>
                <a:lumMod val="103000"/>
                <a:satMod val="130000"/>
              </a:schemeClr>
            </a:gs>
            <a:gs pos="100000">
              <a:schemeClr val="phClr">
                <a:shade val="63000"/>
                <a:satMod val="120000"/>
              </a:schemeClr>
            </a:gs>
          </a:gsLst>
          <a:lin ang="5400000" scaled="0"/>
        </a:gradFill>
      </a:bgFillStyleLst>
    </a:fmtScheme>
  </a:themeElements>
</a:theme>
</file>

<file path=ppt/main_figures/Fig5/docProps/app.xml><?xml version="1.0" encoding="utf-8"?>
<ap:Properties xmlns:ap="http://schemas.openxmlformats.org/officeDocument/2006/extended-properties">
  <ap:Application>Walnut Exporter</ap:Application>
  <ap:PresentationFormat>Converted Presentation</ap:PresentationFormat>
  <ap:Slides>0</ap:Slides>
  <ap:Notes>0</ap:Notes>
  <ap:HiddenSlides>0</ap:HiddenSlides>
  <ap:SharedDoc>false</ap:SharedDoc>
  <ap:DocSecurity>0</ap:DocSecurity>
</ap:Properties>
</file>

<file path=ppt/main_figures/Fig5/docProps/core.xml><?xml version="1.0" encoding="utf-8"?>
<coreProperties xmlns:dc="http://purl.org/dc/elements/1.1/" xmlns:dcterms="http://purl.org/dc/terms/" xmlns:xsi="http://www.w3.org/2001/XMLSchema-instance" xmlns="http://schemas.openxmlformats.org/package/2006/metadata/core-properties">
  <dc:creator>Walnut Exporter</dc:creator>
  <lastModifiedBy>Walnut Exporter</lastModifiedBy>
  <dc:title>Presentation</dc:title>
  <dcterms:created xsi:type="dcterms:W3CDTF">2026-10-23T03:09:13.5650000Z</dcterms:created>
  <dcterms:modified xsi:type="dcterms:W3CDTF">2026-10-23T03:09:13.5650000Z</dcterms:modified>
</coreProperties>
</file>

<file path=ppt/main_figures/Fig5/ppt/_rels/presentation.xml.rels><?xml version='1.0' encoding='utf-8'?>
<Relationships xmlns="http://schemas.openxmlformats.org/package/2006/relationships"><Relationship Type="http://schemas.openxmlformats.org/officeDocument/2006/relationships/theme" Target="/ppt/main_figures/Fig5/ppt/theme/theme1.xml" Id="R928cd7a6c7a94679" /><Relationship Type="http://schemas.openxmlformats.org/officeDocument/2006/relationships/slideMaster" Target="/ppt/main_figures/Fig5/ppt/slideMasters/slideMaster1.xml" Id="R7097c1c465154356" /><Relationship Type="http://schemas.openxmlformats.org/officeDocument/2006/relationships/notesMaster" Target="/ppt/main_figures/Fig5/ppt/notesMasters/notesMaster1.xml" Id="R7845b33e1c214b67" /><Relationship Type="http://schemas.openxmlformats.org/officeDocument/2006/relationships/presProps" Target="/ppt/main_figures/Fig5/ppt/presProps.xml" Id="Rc8090e69902141e0" /><Relationship Type="http://schemas.openxmlformats.org/officeDocument/2006/relationships/tableStyles" Target="/ppt/main_figures/Fig5/ppt/tableStyles.xml" Id="R4394a467559a4f8d" /><Relationship Type="http://schemas.openxmlformats.org/officeDocument/2006/relationships/slide" Target="/ppt/main_figures/Fig5/ppt/slides/slide1.xml" Id="R0ad25ff5c4bd449e" /></Relationships>
</file>

<file path=ppt/main_figures/Fig5/ppt/notesMasters/_rels/notesMaster1.xml.rels><?xml version='1.0' encoding='utf-8'?>
<Relationships xmlns="http://schemas.openxmlformats.org/package/2006/relationships"><Relationship Type="http://schemas.openxmlformats.org/officeDocument/2006/relationships/theme" Target="/ppt/main_figures/Fig5/ppt/notesMasters/theme/theme3.xml" Id="Ra3ffc5ccd46e4423" /></Relationships>
</file>

<file path=ppt/main_figures/Fig5/ppt/notesMasters/notesMaster1.xml><?xml version="1.0" encoding="utf-8"?>
<p:notesMaster xmlns:p="http://schemas.openxmlformats.org/presentationml/2006/main">
  <p:cSld>
    <p:bg>
      <p:bgRef idx="1001">
        <a:schemeClr xmlns:a="http://schemas.openxmlformats.org/drawingml/2006/main" val="bg1"/>
      </p:bgRef>
    </p:bg>
    <p:spTree>
      <p:nvGrpSpPr>
        <p:cNvPr id="1" name=""/>
        <p:cNvGrpSpPr/>
        <p:nvPr/>
      </p:nvGrpSpPr>
      <p:grpSpPr>
        <a:xfrm xmlns:a="http://schemas.openxmlformats.org/drawingml/2006/main"/>
      </p:grpSpPr>
      <p:sp>
        <p:nvSpPr>
          <p:cNvPr id="2" name="Header Placeholder"/>
          <p:cNvSpPr/>
          <p:nvPr>
            <p:ph type="hdr" sz="quarter"/>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3" name="Date Placeholder"/>
          <p:cNvSpPr/>
          <p:nvPr>
            <p:ph type="dt" sz="quarter" idx="1"/>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4" name="Slide Image Placeholder"/>
          <p:cNvSpPr/>
          <p:nvPr>
            <p:ph type="sldImg" idx="2"/>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5" name="Notes Placeholder"/>
          <p:cNvSpPr/>
          <p:nvPr>
            <p:ph type="body" sz="quarter" idx="3"/>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6" name="Footer Placeholder"/>
          <p:cNvSpPr/>
          <p:nvPr>
            <p:ph type="ftr" sz="quarter" idx="4"/>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7" name="Slide Number Placeholder"/>
          <p:cNvSpPr/>
          <p:nvPr>
            <p:ph type="sldNum" sz="quarter" idx="5"/>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Tree>
  </p:cSld>
  <p:clrMap bg1="lt1" tx1="dk1" bg2="lt2" tx2="dk2" accent1="accent1" accent2="accent2" accent3="accent3" accent4="accent4" accent5="accent5" accent6="accent6" hlink="hlink" folHlink="folHlink"/>
  <p:notesStyle>
    <a:lvl1pPr xmlns:a="http://schemas.openxmlformats.org/drawingml/2006/main" marL="0" algn="l" defTabSz="914400" rtl="0" eaLnBrk="1" latinLnBrk="0" hangingPunct="1">
      <a:defRPr sz="1200" kern="1200"/>
    </a:lvl1pPr>
  </p:notesStyle>
</p:notesMaster>
</file>

<file path=ppt/main_figures/Fig5/ppt/notesMasters/theme/theme3.xml><?xml version="1.0" encoding="utf-8"?>
<a:theme xmlns:a="http://schemas.openxmlformats.org/drawingml/2006/main" name="ChatGPT">
  <a:themeElements>
    <a:clrScheme name="ChatGPT">
      <a:dk1>
        <a:srgbClr val="000000"/>
      </a:dk1>
      <a:lt1>
        <a:srgbClr val="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
      <a:majorFont>
        <a:latin typeface="Arial"/>
        <a:ea typeface=""/>
        <a:cs typeface=""/>
      </a:majorFont>
      <a:minorFont>
        <a:latin typeface="Arial"/>
        <a:ea typeface=""/>
        <a:cs typeface=""/>
      </a:minorFont>
    </a:fontScheme>
    <a:fmtScheme name="ChatGPT">
      <a:fillStyleLst>
        <a:solidFill>
          <a:schemeClr val="phClr"/>
        </a:solidFill>
        <a:gradFill>
          <a:gsLst>
            <a:gs pos="0">
              <a:schemeClr val="phClr">
                <a:tint val="67000"/>
                <a:lumMod val="110000"/>
                <a:satMod val="105000"/>
              </a:schemeClr>
            </a:gs>
            <a:gs pos="50000">
              <a:schemeClr val="phClr">
                <a:tint val="73000"/>
                <a:lumMod val="105000"/>
                <a:satMod val="103000"/>
              </a:schemeClr>
            </a:gs>
            <a:gs pos="100000">
              <a:schemeClr val="phClr">
                <a:tint val="81000"/>
                <a:lumMod val="105000"/>
                <a:satMod val="109000"/>
              </a:schemeClr>
            </a:gs>
          </a:gsLst>
          <a:lin ang="5400000" scaled="0"/>
        </a:gradFill>
        <a:gradFill>
          <a:gsLst>
            <a:gs pos="0">
              <a:schemeClr val="phClr">
                <a:tint val="94000"/>
                <a:lumMod val="102000"/>
                <a:satMod val="103000"/>
              </a:schemeClr>
            </a:gs>
            <a:gs pos="50000">
              <a:schemeClr val="phClr">
                <a:shade val="100000"/>
                <a:lumMod val="100000"/>
                <a:satMod val="110000"/>
              </a:schemeClr>
            </a:gs>
            <a:gs pos="100000">
              <a:schemeClr val="phClr">
                <a:shade val="78000"/>
                <a:lumMod val="99000"/>
                <a:satMod val="120000"/>
              </a:schemeClr>
            </a:gs>
          </a:gsLst>
          <a:lin ang="5400000" scaled="0"/>
        </a:gradFill>
      </a:fillStyleLst>
      <a:lnStyleLst>
        <a:ln w="12700">
          <a:solidFill>
            <a:schemeClr val="phClr"/>
          </a:solidFill>
          <a:prstDash val="solid"/>
        </a:ln>
        <a:ln w="19050">
          <a:solidFill>
            <a:schemeClr val="phClr"/>
          </a:solidFill>
          <a:prstDash val="solid"/>
        </a:ln>
        <a:ln w="25400">
          <a:solidFill>
            <a:schemeClr val="phClr"/>
          </a:solidFill>
          <a:prstDash val="solid"/>
        </a:ln>
      </a:lnStyleLst>
      <a:effectStyleLst>
        <a:effectStyle>
          <a:effectLst/>
        </a:effectStyle>
        <a:effectStyle>
          <a:effectLst/>
        </a:effectStyle>
        <a:effectStyle>
          <a:effectLst>
            <a:outerShdw blurRad="57150" dist="19050" dir="5400000">
              <a:srgbClr val="000000">
                <a:alpha val="16000"/>
              </a:srgbClr>
            </a:outerShdw>
          </a:effectLst>
        </a:effectStyle>
        <a:effectStyle>
          <a:effectLst>
            <a:outerShdw blurRad="19050" dist="9525" dir="5400000">
              <a:srgbClr val="000000">
                <a:alpha val="6000"/>
              </a:srgbClr>
            </a:outerShdw>
          </a:effectLst>
        </a:effectStyle>
        <a:effectStyle>
          <a:effectLst>
            <a:outerShdw blurRad="28575" dist="9525" dir="5400000">
              <a:srgbClr val="000000">
                <a:alpha val="8000"/>
              </a:srgbClr>
            </a:outerShdw>
          </a:effectLst>
        </a:effectStyle>
        <a:effectStyle>
          <a:effectLst>
            <a:outerShdw blurRad="57150" dist="19050" dir="5400000">
              <a:srgbClr val="000000">
                <a:alpha val="10000"/>
              </a:srgbClr>
            </a:outerShdw>
          </a:effectLst>
        </a:effectStyle>
        <a:effectStyle>
          <a:effectLst>
            <a:outerShdw blurRad="114300" dist="38100" dir="5400000">
              <a:srgbClr val="000000">
                <a:alpha val="12000"/>
              </a:srgbClr>
            </a:outerShdw>
          </a:effectLst>
        </a:effectStyle>
        <a:effectStyle>
          <a:effectLst>
            <a:outerShdw blurRad="171450" dist="57150" dir="5400000">
              <a:srgbClr val="000000">
                <a:alpha val="16000"/>
              </a:srgbClr>
            </a:outerShdw>
          </a:effectLst>
        </a:effectStyle>
        <a:effectStyle>
          <a:effectLst>
            <a:outerShdw blurRad="266700" dist="95250" dir="5400000">
              <a:srgbClr val="000000">
                <a:alpha val="24000"/>
              </a:srgbClr>
            </a:outerShdw>
          </a:effectLst>
        </a:effectStyle>
      </a:effectStyleLst>
      <a:bgFillStyleLst>
        <a:solidFill>
          <a:schemeClr val="phClr"/>
        </a:solidFill>
        <a:solidFill>
          <a:schemeClr val="phClr">
            <a:tint val="95000"/>
            <a:satMod val="170000"/>
          </a:schemeClr>
        </a:solidFill>
        <a:gradFill>
          <a:gsLst>
            <a:gs pos="0">
              <a:schemeClr val="phClr">
                <a:tint val="93000"/>
                <a:shade val="98000"/>
                <a:lumMod val="102000"/>
                <a:satMod val="150000"/>
              </a:schemeClr>
            </a:gs>
            <a:gs pos="50000">
              <a:schemeClr val="phClr">
                <a:tint val="98000"/>
                <a:shade val="90000"/>
                <a:lumMod val="103000"/>
                <a:satMod val="130000"/>
              </a:schemeClr>
            </a:gs>
            <a:gs pos="100000">
              <a:schemeClr val="phClr">
                <a:shade val="63000"/>
                <a:satMod val="120000"/>
              </a:schemeClr>
            </a:gs>
          </a:gsLst>
          <a:lin ang="5400000" scaled="0"/>
        </a:gradFill>
      </a:bgFillStyleLst>
    </a:fmtScheme>
  </a:themeElements>
</a:theme>
</file>

<file path=ppt/main_figures/Fig5/ppt/notesSlides/_rels/notesSlide1.xml.rels><?xml version='1.0' encoding='utf-8'?>
<Relationships xmlns="http://schemas.openxmlformats.org/package/2006/relationships"><Relationship Type="http://schemas.openxmlformats.org/officeDocument/2006/relationships/slide" Target="/ppt/main_figures/Fig5/ppt/slides/slide1.xml" Id="Rdbf4253453fa4433" /><Relationship Type="http://schemas.openxmlformats.org/officeDocument/2006/relationships/notesMaster" Target="/ppt/main_figures/Fig5/ppt/notesMasters/notesMaster1.xml" Id="R9fd960e2f2334133" /></Relationships>
</file>

<file path=ppt/main_figures/Fig5/ppt/notesSlides/notesSlide1.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 and Phi are frame means under a common maximum scalar budget. Working-point x coordinates are sequence maxima, y coordinates are mean tau. Open markers use LCA filling, filled markers use optimal filling of the same order. The implemented orders need not attain F at their global budget.</a:t>
            </a:r>
          </a:p>
          <a:p xmlns:a="http://schemas.openxmlformats.org/drawingml/2006/main">
            <a:r>
              <a:t>Caption: Exact small-tree attainable position–topology frontiers for all five current 2D sequences. The staircase F and certified lower bound Φ use a common scalar budget across frames. Green points show achieved orders under P, R2, R20 and R∞, with filled points for optimal filling and open points for implemented LCA filling.</a:t>
            </a:r>
          </a:p>
          <a:p xmlns:a="http://schemas.openxmlformats.org/drawingml/2006/main">
            <a:r>
              <a:t>Evidence sources and SHA-256: {"code/results/attainable_era5.json":"241a8cc451024eb988030815d85e5978f61d145bce6fa268ddf80ca68bf54342","code/results/attainable_wildfire.json":"6a2fb2a4da5f67bcd962d0692780a1ca16e3646272e5142a515ce6fc828ece68","code/results/attainable_olr.json":"55e624effce24294b3d5649f77de02764d80fda1ed6297a73e7ef102f44abdbc","code/results/attainable_pm25.json":"7d5befd9e1f5424a5f6dfa8e57e2549f3de8c91a94ee7565d204729ceab47613","code/results/attainable_ring.json":"87d9a77042f96407b191fc4e1b3c8c9bdf085e49d68819304d9843e1c463b515","code/results/volume3d/tangaroa-paper-p10-full201/comparison.csv":"3e9daaa12b72c8ae538c5b571ef6a5d3f8db3b2c4c9d4aaa3aee287a80a009bc","code/results/paper1_suite/square-cylinder3d/comparison.csv":"af65a1c1d5cf63afd40739577fce0abd6584295a322f575498d52237d46170f3","code/results/paper1_suite/square-cylinder3d/motion.json":"2377f27f25194970a457945d5fefdb662f2c45cd906501ef944c4f5f9b166135","code/results/eval_projection.json":"f70a343b68ac04531d12480f8e043587b8dd7715ab752b5fd7c4c081d8836cda"}</a:t>
            </a: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main_figures/Fig5/ppt/presProps.xml><?xml version="1.0" encoding="utf-8"?>
<p:presentationPr xmlns:p="http://schemas.openxmlformats.org/presentationml/2006/main">
  <p:extLst>
    <p:ext xmlns:p14="http://schemas.microsoft.com/office/powerpoint/2010/main" uri="{E76CE94A-603C-4142-B9EB-6D1370010A27}">
      <p14:discardImageEditData val="0"/>
    </p:ext>
    <p:ext xmlns:p14="http://schemas.microsoft.com/office/powerpoint/2010/main" uri="{D31A062A-798A-4329-ABDD-BBA856620510}">
      <p14:defaultImageDpi val="32767"/>
    </p:ext>
    <p:ext xmlns:p15="http://schemas.microsoft.com/office/powerpoint/2012/main" uri="{FD5EFAAD-0ECE-453E-9831-46B23BE46B34}">
      <p15:chartTrackingRefBased val="1"/>
    </p:ext>
  </p:extLst>
</p:presentationPr>
</file>

<file path=ppt/main_figures/Fig5/ppt/presentation.xml><?xml version="1.0" encoding="utf-8"?>
<p:presentation xmlns:p="http://schemas.openxmlformats.org/presentationml/2006/main">
  <p:sldMasterIdLst>
    <p:sldMasterId xmlns:r="http://schemas.openxmlformats.org/officeDocument/2006/relationships" id="2147483648" r:id="R7097c1c465154356"/>
  </p:sldMasterIdLst>
  <p:notesMasterIdLst>
    <p:notesMasterId xmlns:r="http://schemas.openxmlformats.org/officeDocument/2006/relationships" r:id="R7845b33e1c214b67"/>
  </p:notesMasterIdLst>
  <p:sldIdLst>
    <p:sldId xmlns:r="http://schemas.openxmlformats.org/officeDocument/2006/relationships" id="256" r:id="R0ad25ff5c4bd449e"/>
  </p:sldIdLst>
  <p:sldSz cx="14287500" cy="4191000"/>
  <p:notesSz cx="6858000" cy="9144000"/>
</p:presentation>
</file>

<file path=ppt/main_figures/Fig5/ppt/slideLayouts/_rels/slideLayout1.xml.rels><?xml version='1.0' encoding='utf-8'?>
<Relationships xmlns="http://schemas.openxmlformats.org/package/2006/relationships"><Relationship Type="http://schemas.openxmlformats.org/officeDocument/2006/relationships/slideMaster" Target="/ppt/main_figures/Fig5/ppt/slideMasters/slideMaster1.xml" Id="R23f7102f7bdb44a1" /></Relationships>
</file>

<file path=ppt/main_figures/Fig5/ppt/slideLayouts/_rels/slideLayout2.xml.rels><?xml version='1.0' encoding='utf-8'?>
<Relationships xmlns="http://schemas.openxmlformats.org/package/2006/relationships"><Relationship Type="http://schemas.openxmlformats.org/officeDocument/2006/relationships/slideMaster" Target="/ppt/main_figures/Fig5/ppt/slideMasters/slideMaster1.xml" Id="Rd683591f2e5e48f5" /></Relationships>
</file>

<file path=ppt/main_figures/Fig5/ppt/slideLayouts/_rels/slideLayout3.xml.rels><?xml version='1.0' encoding='utf-8'?>
<Relationships xmlns="http://schemas.openxmlformats.org/package/2006/relationships"><Relationship Type="http://schemas.openxmlformats.org/officeDocument/2006/relationships/slideMaster" Target="/ppt/main_figures/Fig5/ppt/slideMasters/slideMaster1.xml" Id="Rea84dda8b2f040fa" /></Relationships>
</file>

<file path=ppt/main_figures/Fig5/ppt/slideLayouts/_rels/slideLayout4.xml.rels><?xml version='1.0' encoding='utf-8'?>
<Relationships xmlns="http://schemas.openxmlformats.org/package/2006/relationships"><Relationship Type="http://schemas.openxmlformats.org/officeDocument/2006/relationships/slideMaster" Target="/ppt/main_figures/Fig5/ppt/slideMasters/slideMaster1.xml" Id="R0b396863cd074fc3" /></Relationships>
</file>

<file path=ppt/main_figures/Fig5/ppt/slideLayouts/_rels/slideLayout5.xml.rels><?xml version='1.0' encoding='utf-8'?>
<Relationships xmlns="http://schemas.openxmlformats.org/package/2006/relationships"><Relationship Type="http://schemas.openxmlformats.org/officeDocument/2006/relationships/slideMaster" Target="/ppt/main_figures/Fig5/ppt/slideMasters/slideMaster1.xml" Id="Re0584e0ab6d64ec1" /></Relationships>
</file>

<file path=ppt/main_figures/Fig5/ppt/slideLayouts/_rels/slideLayout6.xml.rels><?xml version='1.0' encoding='utf-8'?>
<Relationships xmlns="http://schemas.openxmlformats.org/package/2006/relationships"><Relationship Type="http://schemas.openxmlformats.org/officeDocument/2006/relationships/slideMaster" Target="/ppt/main_figures/Fig5/ppt/slideMasters/slideMaster1.xml" Id="Ref88ce72b7414d59" /></Relationships>
</file>

<file path=ppt/main_figures/Fig5/ppt/slideLayouts/slideLayout1.xml><?xml version="1.0" encoding="utf-8"?>
<p:sldLayout xmlns:p="http://schemas.openxmlformats.org/presentationml/2006/main" type="title">
  <p:cSld name="Title Slide">
    <p:spTree>
      <p:nvGrpSpPr>
        <p:cNvPr id="1" name=""/>
        <p:cNvGrpSpPr/>
        <p:nvPr/>
      </p:nvGrpSpPr>
      <p:grpSpPr>
        <a:xfrm xmlns:a="http://schemas.openxmlformats.org/drawingml/2006/main"/>
      </p:grpSpPr>
      <p:sp>
        <p:nvSpPr>
          <p:cNvPr id="3" name="Title">
            <a:extLst xmlns:a="http://schemas.openxmlformats.org/drawingml/2006/main">
              <a:ext uri="{FF2B5EF4-FFF2-40B4-BE49-F238E27FC236}">
                <a16:creationId xmlns:a16="http://schemas.microsoft.com/office/drawing/2014/main" id="{145D8565-AE51-4159-81AE-55DDBA5D5546}"/>
              </a:ext>
            </a:extLst>
          </p:cNvPr>
          <p:cNvSpPr>
            <a:spLocks xmlns:a="http://schemas.openxmlformats.org/drawingml/2006/main" noGrp="1"/>
          </p:cNvSpPr>
          <p:nvPr>
            <p:ph type="title" idx="0"/>
          </p:nvPr>
        </p:nvSpPr>
        <p:spPr>
          <a:xfrm xmlns:a="http://schemas.openxmlformats.org/drawingml/2006/main">
            <a:off x="1428750" y="1583267"/>
            <a:ext cx="11430000" cy="6053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ctr">
            <a:normAutofit/>
          </a:bodyPr>
          <a:lstStyle xmlns:a="http://schemas.openxmlformats.org/drawingml/2006/main">
            <a:defPPr algn="ctr">
              <a:defRPr sz="2933" b="1">
                <a:solidFill>
                  <a:schemeClr val="tx1"/>
                </a:solidFill>
                <a:latin typeface="+mj-lt"/>
                <a:ea typeface="+mj-lt"/>
                <a:cs typeface="+mj-lt"/>
              </a:defRPr>
            </a:defPPr>
            <a:lvl1pPr marL="0" indent="0" algn="ctr">
              <a:lnSpc>
                <a:spcPct val="110000"/>
              </a:lnSpc>
              <a:spcBef>
                <a:spcPts val="0"/>
              </a:spcBef>
              <a:spcAft>
                <a:spcPts val="0"/>
              </a:spcAft>
              <a:buNone/>
              <a:defRPr sz="2933" b="1">
                <a:solidFill>
                  <a:schemeClr val="tx1"/>
                </a:solidFill>
                <a:latin typeface="+mj-lt"/>
                <a:ea typeface="+mj-lt"/>
                <a:cs typeface="+mj-lt"/>
              </a:defRPr>
            </a:lvl1pPr>
            <a:lvl2pPr marL="0" indent="0" algn="ctr">
              <a:lnSpc>
                <a:spcPct val="110000"/>
              </a:lnSpc>
              <a:spcBef>
                <a:spcPts val="0"/>
              </a:spcBef>
              <a:spcAft>
                <a:spcPts val="0"/>
              </a:spcAft>
              <a:buNone/>
              <a:defRPr sz="2933" b="1">
                <a:solidFill>
                  <a:schemeClr val="tx1"/>
                </a:solidFill>
                <a:latin typeface="+mj-lt"/>
                <a:ea typeface="+mj-lt"/>
                <a:cs typeface="+mj-lt"/>
              </a:defRPr>
            </a:lvl2pPr>
            <a:lvl3pPr marL="0" indent="0" algn="ctr">
              <a:lnSpc>
                <a:spcPct val="110000"/>
              </a:lnSpc>
              <a:spcBef>
                <a:spcPts val="0"/>
              </a:spcBef>
              <a:spcAft>
                <a:spcPts val="0"/>
              </a:spcAft>
              <a:buNone/>
              <a:defRPr sz="2933" b="1">
                <a:solidFill>
                  <a:schemeClr val="tx1"/>
                </a:solidFill>
                <a:latin typeface="+mj-lt"/>
                <a:ea typeface="+mj-lt"/>
                <a:cs typeface="+mj-lt"/>
              </a:defRPr>
            </a:lvl3pPr>
            <a:lvl4pPr marL="0" indent="0" algn="ctr">
              <a:lnSpc>
                <a:spcPct val="110000"/>
              </a:lnSpc>
              <a:spcBef>
                <a:spcPts val="0"/>
              </a:spcBef>
              <a:spcAft>
                <a:spcPts val="0"/>
              </a:spcAft>
              <a:buNone/>
              <a:defRPr sz="2933" b="1">
                <a:solidFill>
                  <a:schemeClr val="tx1"/>
                </a:solidFill>
                <a:latin typeface="+mj-lt"/>
                <a:ea typeface="+mj-lt"/>
                <a:cs typeface="+mj-lt"/>
              </a:defRPr>
            </a:lvl4pPr>
            <a:lvl5pPr marL="0" indent="0" algn="ctr">
              <a:lnSpc>
                <a:spcPct val="110000"/>
              </a:lnSpc>
              <a:spcBef>
                <a:spcPts val="0"/>
              </a:spcBef>
              <a:spcAft>
                <a:spcPts val="0"/>
              </a:spcAft>
              <a:buNone/>
              <a:defRPr sz="2933" b="1">
                <a:solidFill>
                  <a:schemeClr val="tx1"/>
                </a:solidFill>
                <a:latin typeface="+mj-lt"/>
                <a:ea typeface="+mj-lt"/>
                <a:cs typeface="+mj-lt"/>
              </a:defRPr>
            </a:lvl5pPr>
            <a:lvl6pPr marL="0" indent="0" algn="ctr">
              <a:lnSpc>
                <a:spcPct val="110000"/>
              </a:lnSpc>
              <a:spcBef>
                <a:spcPts val="0"/>
              </a:spcBef>
              <a:spcAft>
                <a:spcPts val="0"/>
              </a:spcAft>
              <a:buNone/>
              <a:defRPr sz="2933" b="1">
                <a:solidFill>
                  <a:schemeClr val="tx1"/>
                </a:solidFill>
                <a:latin typeface="+mj-lt"/>
                <a:ea typeface="+mj-lt"/>
                <a:cs typeface="+mj-lt"/>
              </a:defRPr>
            </a:lvl6pPr>
            <a:lvl7pPr marL="0" indent="0" algn="ctr">
              <a:lnSpc>
                <a:spcPct val="110000"/>
              </a:lnSpc>
              <a:spcBef>
                <a:spcPts val="0"/>
              </a:spcBef>
              <a:spcAft>
                <a:spcPts val="0"/>
              </a:spcAft>
              <a:buNone/>
              <a:defRPr sz="2933" b="1">
                <a:solidFill>
                  <a:schemeClr val="tx1"/>
                </a:solidFill>
                <a:latin typeface="+mj-lt"/>
                <a:ea typeface="+mj-lt"/>
                <a:cs typeface="+mj-lt"/>
              </a:defRPr>
            </a:lvl7pPr>
            <a:lvl8pPr marL="0" indent="0" algn="ctr">
              <a:lnSpc>
                <a:spcPct val="110000"/>
              </a:lnSpc>
              <a:spcBef>
                <a:spcPts val="0"/>
              </a:spcBef>
              <a:spcAft>
                <a:spcPts val="0"/>
              </a:spcAft>
              <a:buNone/>
              <a:defRPr sz="2933" b="1">
                <a:solidFill>
                  <a:schemeClr val="tx1"/>
                </a:solidFill>
                <a:latin typeface="+mj-lt"/>
                <a:ea typeface="+mj-lt"/>
                <a:cs typeface="+mj-lt"/>
              </a:defRPr>
            </a:lvl8pPr>
            <a:lvl9pPr marL="0" indent="0" algn="ctr">
              <a:lnSpc>
                <a:spcPct val="110000"/>
              </a:lnSpc>
              <a:spcBef>
                <a:spcPts val="0"/>
              </a:spcBef>
              <a:spcAft>
                <a:spcPts val="0"/>
              </a:spcAft>
              <a:buNone/>
              <a:defRPr sz="2933" b="1">
                <a:solidFill>
                  <a:schemeClr val="tx1"/>
                </a:solidFill>
                <a:latin typeface="+mj-lt"/>
                <a:ea typeface="+mj-lt"/>
                <a:cs typeface="+mj-lt"/>
              </a:defRPr>
            </a:lvl9pPr>
          </a:lstStyle>
          <a:p xmlns:a="http://schemas.openxmlformats.org/drawingml/2006/main"/>
        </p:txBody>
      </p:sp>
      <p:sp>
        <p:nvSpPr>
          <p:cNvPr id="2" name="Subtitle">
            <a:extLst xmlns:a="http://schemas.openxmlformats.org/drawingml/2006/main">
              <a:ext uri="{FF2B5EF4-FFF2-40B4-BE49-F238E27FC236}">
                <a16:creationId xmlns:a16="http://schemas.microsoft.com/office/drawing/2014/main" id="{F5118D24-7A81-4C0E-8167-F8D4537D3829}"/>
              </a:ext>
            </a:extLst>
          </p:cNvPr>
          <p:cNvSpPr>
            <a:spLocks xmlns:a="http://schemas.openxmlformats.org/drawingml/2006/main" noGrp="1"/>
          </p:cNvSpPr>
          <p:nvPr>
            <p:ph type="subTitle" idx="1"/>
          </p:nvPr>
        </p:nvSpPr>
        <p:spPr>
          <a:xfrm xmlns:a="http://schemas.openxmlformats.org/drawingml/2006/main">
            <a:off x="2143125" y="2305050"/>
            <a:ext cx="10001250" cy="4656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ctr">
            <a:normAutofit/>
          </a:bodyPr>
          <a:lstStyle xmlns:a="http://schemas.openxmlformats.org/drawingml/2006/main">
            <a:defPPr algn="ctr">
              <a:defRPr sz="1283" b="0">
                <a:solidFill>
                  <a:schemeClr val="tx1"/>
                </a:solidFill>
                <a:latin typeface="+mn-lt"/>
                <a:ea typeface="+mn-lt"/>
                <a:cs typeface="+mn-lt"/>
              </a:defRPr>
            </a:defPPr>
            <a:lvl1pPr marL="0" indent="0" algn="ctr">
              <a:lnSpc>
                <a:spcPct val="110000"/>
              </a:lnSpc>
              <a:spcBef>
                <a:spcPts val="0"/>
              </a:spcBef>
              <a:spcAft>
                <a:spcPts val="0"/>
              </a:spcAft>
              <a:buNone/>
              <a:defRPr sz="1283" b="0">
                <a:solidFill>
                  <a:schemeClr val="tx1"/>
                </a:solidFill>
                <a:latin typeface="+mn-lt"/>
                <a:ea typeface="+mn-lt"/>
                <a:cs typeface="+mn-lt"/>
              </a:defRPr>
            </a:lvl1pPr>
            <a:lvl2pPr marL="0" indent="0" algn="ctr">
              <a:lnSpc>
                <a:spcPct val="110000"/>
              </a:lnSpc>
              <a:spcBef>
                <a:spcPts val="0"/>
              </a:spcBef>
              <a:spcAft>
                <a:spcPts val="0"/>
              </a:spcAft>
              <a:buNone/>
              <a:defRPr sz="1283" b="0">
                <a:solidFill>
                  <a:schemeClr val="tx1"/>
                </a:solidFill>
                <a:latin typeface="+mn-lt"/>
                <a:ea typeface="+mn-lt"/>
                <a:cs typeface="+mn-lt"/>
              </a:defRPr>
            </a:lvl2pPr>
            <a:lvl3pPr marL="0" indent="0" algn="ctr">
              <a:lnSpc>
                <a:spcPct val="110000"/>
              </a:lnSpc>
              <a:spcBef>
                <a:spcPts val="0"/>
              </a:spcBef>
              <a:spcAft>
                <a:spcPts val="0"/>
              </a:spcAft>
              <a:buNone/>
              <a:defRPr sz="1283" b="0">
                <a:solidFill>
                  <a:schemeClr val="tx1"/>
                </a:solidFill>
                <a:latin typeface="+mn-lt"/>
                <a:ea typeface="+mn-lt"/>
                <a:cs typeface="+mn-lt"/>
              </a:defRPr>
            </a:lvl3pPr>
            <a:lvl4pPr marL="0" indent="0" algn="ctr">
              <a:lnSpc>
                <a:spcPct val="110000"/>
              </a:lnSpc>
              <a:spcBef>
                <a:spcPts val="0"/>
              </a:spcBef>
              <a:spcAft>
                <a:spcPts val="0"/>
              </a:spcAft>
              <a:buNone/>
              <a:defRPr sz="1283" b="0">
                <a:solidFill>
                  <a:schemeClr val="tx1"/>
                </a:solidFill>
                <a:latin typeface="+mn-lt"/>
                <a:ea typeface="+mn-lt"/>
                <a:cs typeface="+mn-lt"/>
              </a:defRPr>
            </a:lvl4pPr>
            <a:lvl5pPr marL="0" indent="0" algn="ctr">
              <a:lnSpc>
                <a:spcPct val="110000"/>
              </a:lnSpc>
              <a:spcBef>
                <a:spcPts val="0"/>
              </a:spcBef>
              <a:spcAft>
                <a:spcPts val="0"/>
              </a:spcAft>
              <a:buNone/>
              <a:defRPr sz="1283" b="0">
                <a:solidFill>
                  <a:schemeClr val="tx1"/>
                </a:solidFill>
                <a:latin typeface="+mn-lt"/>
                <a:ea typeface="+mn-lt"/>
                <a:cs typeface="+mn-lt"/>
              </a:defRPr>
            </a:lvl5pPr>
            <a:lvl6pPr marL="0" indent="0" algn="ctr">
              <a:lnSpc>
                <a:spcPct val="110000"/>
              </a:lnSpc>
              <a:spcBef>
                <a:spcPts val="0"/>
              </a:spcBef>
              <a:spcAft>
                <a:spcPts val="0"/>
              </a:spcAft>
              <a:buNone/>
              <a:defRPr sz="1283" b="0">
                <a:solidFill>
                  <a:schemeClr val="tx1"/>
                </a:solidFill>
                <a:latin typeface="+mn-lt"/>
                <a:ea typeface="+mn-lt"/>
                <a:cs typeface="+mn-lt"/>
              </a:defRPr>
            </a:lvl6pPr>
            <a:lvl7pPr marL="0" indent="0" algn="ctr">
              <a:lnSpc>
                <a:spcPct val="110000"/>
              </a:lnSpc>
              <a:spcBef>
                <a:spcPts val="0"/>
              </a:spcBef>
              <a:spcAft>
                <a:spcPts val="0"/>
              </a:spcAft>
              <a:buNone/>
              <a:defRPr sz="1283" b="0">
                <a:solidFill>
                  <a:schemeClr val="tx1"/>
                </a:solidFill>
                <a:latin typeface="+mn-lt"/>
                <a:ea typeface="+mn-lt"/>
                <a:cs typeface="+mn-lt"/>
              </a:defRPr>
            </a:lvl7pPr>
            <a:lvl8pPr marL="0" indent="0" algn="ctr">
              <a:lnSpc>
                <a:spcPct val="110000"/>
              </a:lnSpc>
              <a:spcBef>
                <a:spcPts val="0"/>
              </a:spcBef>
              <a:spcAft>
                <a:spcPts val="0"/>
              </a:spcAft>
              <a:buNone/>
              <a:defRPr sz="1283" b="0">
                <a:solidFill>
                  <a:schemeClr val="tx1"/>
                </a:solidFill>
                <a:latin typeface="+mn-lt"/>
                <a:ea typeface="+mn-lt"/>
                <a:cs typeface="+mn-lt"/>
              </a:defRPr>
            </a:lvl8pPr>
            <a:lvl9pPr marL="0" indent="0" algn="ctr">
              <a:lnSpc>
                <a:spcPct val="110000"/>
              </a:lnSpc>
              <a:spcBef>
                <a:spcPts val="0"/>
              </a:spcBef>
              <a:spcAft>
                <a:spcPts val="0"/>
              </a:spcAft>
              <a:buNone/>
              <a:defRPr sz="1283" b="0">
                <a:solidFill>
                  <a:schemeClr val="tx1"/>
                </a:solidFill>
                <a:latin typeface="+mn-lt"/>
                <a:ea typeface="+mn-lt"/>
                <a:cs typeface="+mn-lt"/>
              </a:defRPr>
            </a:lvl9pPr>
          </a:lstStyle>
          <a:p xmlns:a="http://schemas.openxmlformats.org/drawingml/2006/main"/>
        </p:txBody>
      </p:sp>
    </p:spTree>
  </p:cSld>
</p:sldLayout>
</file>

<file path=ppt/main_figures/Fig5/ppt/slideLayouts/slideLayout2.xml><?xml version="1.0" encoding="utf-8"?>
<p:sldLayout xmlns:p="http://schemas.openxmlformats.org/presentationml/2006/main">
  <p:cSld name="Section Header">
    <p:spTree>
      <p:nvGrpSpPr>
        <p:cNvPr id="1" name=""/>
        <p:cNvGrpSpPr/>
        <p:nvPr/>
      </p:nvGrpSpPr>
      <p:grpSpPr>
        <a:xfrm xmlns:a="http://schemas.openxmlformats.org/drawingml/2006/main"/>
      </p:grpSpPr>
      <p:sp>
        <p:nvSpPr>
          <p:cNvPr id="2" name="Section title">
            <a:extLst xmlns:a="http://schemas.openxmlformats.org/drawingml/2006/main">
              <a:ext uri="{FF2B5EF4-FFF2-40B4-BE49-F238E27FC236}">
                <a16:creationId xmlns:a16="http://schemas.microsoft.com/office/drawing/2014/main" id="{3251C869-B5B3-4BB7-B392-D6F2F655AD06}"/>
              </a:ext>
            </a:extLst>
          </p:cNvPr>
          <p:cNvSpPr>
            <a:spLocks xmlns:a="http://schemas.openxmlformats.org/drawingml/2006/main" noGrp="1"/>
          </p:cNvSpPr>
          <p:nvPr>
            <p:ph type="title" idx="0"/>
          </p:nvPr>
        </p:nvSpPr>
        <p:spPr>
          <a:xfrm xmlns:a="http://schemas.openxmlformats.org/drawingml/2006/main">
            <a:off x="1428750" y="1746250"/>
            <a:ext cx="11430000" cy="698500"/>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ctr">
            <a:normAutofit/>
          </a:bodyPr>
          <a:lstStyle xmlns:a="http://schemas.openxmlformats.org/drawingml/2006/main">
            <a:defPPr algn="ctr">
              <a:defRPr sz="2567" b="1">
                <a:solidFill>
                  <a:schemeClr val="tx1"/>
                </a:solidFill>
                <a:latin typeface="+mj-lt"/>
                <a:ea typeface="+mj-lt"/>
                <a:cs typeface="+mj-lt"/>
              </a:defRPr>
            </a:defPPr>
            <a:lvl1pPr marL="0" indent="0" algn="ctr">
              <a:lnSpc>
                <a:spcPct val="110000"/>
              </a:lnSpc>
              <a:spcBef>
                <a:spcPts val="0"/>
              </a:spcBef>
              <a:spcAft>
                <a:spcPts val="0"/>
              </a:spcAft>
              <a:buNone/>
              <a:defRPr sz="2567" b="1">
                <a:solidFill>
                  <a:schemeClr val="tx1"/>
                </a:solidFill>
                <a:latin typeface="+mj-lt"/>
                <a:ea typeface="+mj-lt"/>
                <a:cs typeface="+mj-lt"/>
              </a:defRPr>
            </a:lvl1pPr>
            <a:lvl2pPr marL="0" indent="0" algn="ctr">
              <a:lnSpc>
                <a:spcPct val="110000"/>
              </a:lnSpc>
              <a:spcBef>
                <a:spcPts val="0"/>
              </a:spcBef>
              <a:spcAft>
                <a:spcPts val="0"/>
              </a:spcAft>
              <a:buNone/>
              <a:defRPr sz="2567" b="1">
                <a:solidFill>
                  <a:schemeClr val="tx1"/>
                </a:solidFill>
                <a:latin typeface="+mj-lt"/>
                <a:ea typeface="+mj-lt"/>
                <a:cs typeface="+mj-lt"/>
              </a:defRPr>
            </a:lvl2pPr>
            <a:lvl3pPr marL="0" indent="0" algn="ctr">
              <a:lnSpc>
                <a:spcPct val="110000"/>
              </a:lnSpc>
              <a:spcBef>
                <a:spcPts val="0"/>
              </a:spcBef>
              <a:spcAft>
                <a:spcPts val="0"/>
              </a:spcAft>
              <a:buNone/>
              <a:defRPr sz="2567" b="1">
                <a:solidFill>
                  <a:schemeClr val="tx1"/>
                </a:solidFill>
                <a:latin typeface="+mj-lt"/>
                <a:ea typeface="+mj-lt"/>
                <a:cs typeface="+mj-lt"/>
              </a:defRPr>
            </a:lvl3pPr>
            <a:lvl4pPr marL="0" indent="0" algn="ctr">
              <a:lnSpc>
                <a:spcPct val="110000"/>
              </a:lnSpc>
              <a:spcBef>
                <a:spcPts val="0"/>
              </a:spcBef>
              <a:spcAft>
                <a:spcPts val="0"/>
              </a:spcAft>
              <a:buNone/>
              <a:defRPr sz="2567" b="1">
                <a:solidFill>
                  <a:schemeClr val="tx1"/>
                </a:solidFill>
                <a:latin typeface="+mj-lt"/>
                <a:ea typeface="+mj-lt"/>
                <a:cs typeface="+mj-lt"/>
              </a:defRPr>
            </a:lvl4pPr>
            <a:lvl5pPr marL="0" indent="0" algn="ctr">
              <a:lnSpc>
                <a:spcPct val="110000"/>
              </a:lnSpc>
              <a:spcBef>
                <a:spcPts val="0"/>
              </a:spcBef>
              <a:spcAft>
                <a:spcPts val="0"/>
              </a:spcAft>
              <a:buNone/>
              <a:defRPr sz="2567" b="1">
                <a:solidFill>
                  <a:schemeClr val="tx1"/>
                </a:solidFill>
                <a:latin typeface="+mj-lt"/>
                <a:ea typeface="+mj-lt"/>
                <a:cs typeface="+mj-lt"/>
              </a:defRPr>
            </a:lvl5pPr>
            <a:lvl6pPr marL="0" indent="0" algn="ctr">
              <a:lnSpc>
                <a:spcPct val="110000"/>
              </a:lnSpc>
              <a:spcBef>
                <a:spcPts val="0"/>
              </a:spcBef>
              <a:spcAft>
                <a:spcPts val="0"/>
              </a:spcAft>
              <a:buNone/>
              <a:defRPr sz="2567" b="1">
                <a:solidFill>
                  <a:schemeClr val="tx1"/>
                </a:solidFill>
                <a:latin typeface="+mj-lt"/>
                <a:ea typeface="+mj-lt"/>
                <a:cs typeface="+mj-lt"/>
              </a:defRPr>
            </a:lvl6pPr>
            <a:lvl7pPr marL="0" indent="0" algn="ctr">
              <a:lnSpc>
                <a:spcPct val="110000"/>
              </a:lnSpc>
              <a:spcBef>
                <a:spcPts val="0"/>
              </a:spcBef>
              <a:spcAft>
                <a:spcPts val="0"/>
              </a:spcAft>
              <a:buNone/>
              <a:defRPr sz="2567" b="1">
                <a:solidFill>
                  <a:schemeClr val="tx1"/>
                </a:solidFill>
                <a:latin typeface="+mj-lt"/>
                <a:ea typeface="+mj-lt"/>
                <a:cs typeface="+mj-lt"/>
              </a:defRPr>
            </a:lvl7pPr>
            <a:lvl8pPr marL="0" indent="0" algn="ctr">
              <a:lnSpc>
                <a:spcPct val="110000"/>
              </a:lnSpc>
              <a:spcBef>
                <a:spcPts val="0"/>
              </a:spcBef>
              <a:spcAft>
                <a:spcPts val="0"/>
              </a:spcAft>
              <a:buNone/>
              <a:defRPr sz="2567" b="1">
                <a:solidFill>
                  <a:schemeClr val="tx1"/>
                </a:solidFill>
                <a:latin typeface="+mj-lt"/>
                <a:ea typeface="+mj-lt"/>
                <a:cs typeface="+mj-lt"/>
              </a:defRPr>
            </a:lvl8pPr>
            <a:lvl9pPr marL="0" indent="0" algn="ctr">
              <a:lnSpc>
                <a:spcPct val="110000"/>
              </a:lnSpc>
              <a:spcBef>
                <a:spcPts val="0"/>
              </a:spcBef>
              <a:spcAft>
                <a:spcPts val="0"/>
              </a:spcAft>
              <a:buNone/>
              <a:defRPr sz="2567" b="1">
                <a:solidFill>
                  <a:schemeClr val="tx1"/>
                </a:solidFill>
                <a:latin typeface="+mj-lt"/>
                <a:ea typeface="+mj-lt"/>
                <a:cs typeface="+mj-lt"/>
              </a:defRPr>
            </a:lvl9pPr>
          </a:lstStyle>
          <a:p xmlns:a="http://schemas.openxmlformats.org/drawingml/2006/main"/>
        </p:txBody>
      </p:sp>
    </p:spTree>
  </p:cSld>
</p:sldLayout>
</file>

<file path=ppt/main_figures/Fig5/ppt/slideLayouts/slideLayout3.xml><?xml version="1.0" encoding="utf-8"?>
<p:sldLayout xmlns:p="http://schemas.openxmlformats.org/presentationml/2006/main">
  <p:cSld name="Title and Body">
    <p:spTree>
      <p:nvGrpSpPr>
        <p:cNvPr id="1" name=""/>
        <p:cNvGrpSpPr/>
        <p:nvPr/>
      </p:nvGrpSpPr>
      <p:grpSpPr>
        <a:xfrm xmlns:a="http://schemas.openxmlformats.org/drawingml/2006/main"/>
      </p:grpSpPr>
      <p:sp>
        <p:nvSpPr>
          <p:cNvPr id="3" name="Title">
            <a:extLst xmlns:a="http://schemas.openxmlformats.org/drawingml/2006/main">
              <a:ext uri="{FF2B5EF4-FFF2-40B4-BE49-F238E27FC236}">
                <a16:creationId xmlns:a16="http://schemas.microsoft.com/office/drawing/2014/main" id="{326EE118-6D12-4164-A653-A682BAFF486D}"/>
              </a:ext>
            </a:extLst>
          </p:cNvPr>
          <p:cNvSpPr>
            <a:spLocks xmlns:a="http://schemas.openxmlformats.org/drawingml/2006/main" noGrp="1"/>
          </p:cNvSpPr>
          <p:nvPr>
            <p:ph type="title" idx="0"/>
          </p:nvPr>
        </p:nvSpPr>
        <p:spPr>
          <a:xfrm xmlns:a="http://schemas.openxmlformats.org/drawingml/2006/main">
            <a:off x="803672" y="325967"/>
            <a:ext cx="12680156" cy="512233"/>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017" b="1">
                <a:solidFill>
                  <a:schemeClr val="tx1"/>
                </a:solidFill>
                <a:latin typeface="+mj-lt"/>
                <a:ea typeface="+mj-lt"/>
                <a:cs typeface="+mj-lt"/>
              </a:defRPr>
            </a:defPPr>
            <a:lvl1pPr marL="0" indent="0" algn="l">
              <a:lnSpc>
                <a:spcPct val="110000"/>
              </a:lnSpc>
              <a:spcBef>
                <a:spcPts val="0"/>
              </a:spcBef>
              <a:spcAft>
                <a:spcPts val="0"/>
              </a:spcAft>
              <a:buNone/>
              <a:defRPr sz="2017" b="1">
                <a:solidFill>
                  <a:schemeClr val="tx1"/>
                </a:solidFill>
                <a:latin typeface="+mj-lt"/>
                <a:ea typeface="+mj-lt"/>
                <a:cs typeface="+mj-lt"/>
              </a:defRPr>
            </a:lvl1pPr>
            <a:lvl2pPr marL="0" indent="0" algn="l">
              <a:lnSpc>
                <a:spcPct val="110000"/>
              </a:lnSpc>
              <a:spcBef>
                <a:spcPts val="0"/>
              </a:spcBef>
              <a:spcAft>
                <a:spcPts val="0"/>
              </a:spcAft>
              <a:buNone/>
              <a:defRPr sz="2017" b="1">
                <a:solidFill>
                  <a:schemeClr val="tx1"/>
                </a:solidFill>
                <a:latin typeface="+mj-lt"/>
                <a:ea typeface="+mj-lt"/>
                <a:cs typeface="+mj-lt"/>
              </a:defRPr>
            </a:lvl2pPr>
            <a:lvl3pPr marL="0" indent="0" algn="l">
              <a:lnSpc>
                <a:spcPct val="110000"/>
              </a:lnSpc>
              <a:spcBef>
                <a:spcPts val="0"/>
              </a:spcBef>
              <a:spcAft>
                <a:spcPts val="0"/>
              </a:spcAft>
              <a:buNone/>
              <a:defRPr sz="2017" b="1">
                <a:solidFill>
                  <a:schemeClr val="tx1"/>
                </a:solidFill>
                <a:latin typeface="+mj-lt"/>
                <a:ea typeface="+mj-lt"/>
                <a:cs typeface="+mj-lt"/>
              </a:defRPr>
            </a:lvl3pPr>
            <a:lvl4pPr marL="0" indent="0" algn="l">
              <a:lnSpc>
                <a:spcPct val="110000"/>
              </a:lnSpc>
              <a:spcBef>
                <a:spcPts val="0"/>
              </a:spcBef>
              <a:spcAft>
                <a:spcPts val="0"/>
              </a:spcAft>
              <a:buNone/>
              <a:defRPr sz="2017" b="1">
                <a:solidFill>
                  <a:schemeClr val="tx1"/>
                </a:solidFill>
                <a:latin typeface="+mj-lt"/>
                <a:ea typeface="+mj-lt"/>
                <a:cs typeface="+mj-lt"/>
              </a:defRPr>
            </a:lvl4pPr>
            <a:lvl5pPr marL="0" indent="0" algn="l">
              <a:lnSpc>
                <a:spcPct val="110000"/>
              </a:lnSpc>
              <a:spcBef>
                <a:spcPts val="0"/>
              </a:spcBef>
              <a:spcAft>
                <a:spcPts val="0"/>
              </a:spcAft>
              <a:buNone/>
              <a:defRPr sz="2017" b="1">
                <a:solidFill>
                  <a:schemeClr val="tx1"/>
                </a:solidFill>
                <a:latin typeface="+mj-lt"/>
                <a:ea typeface="+mj-lt"/>
                <a:cs typeface="+mj-lt"/>
              </a:defRPr>
            </a:lvl5pPr>
            <a:lvl6pPr marL="0" indent="0" algn="l">
              <a:lnSpc>
                <a:spcPct val="110000"/>
              </a:lnSpc>
              <a:spcBef>
                <a:spcPts val="0"/>
              </a:spcBef>
              <a:spcAft>
                <a:spcPts val="0"/>
              </a:spcAft>
              <a:buNone/>
              <a:defRPr sz="2017" b="1">
                <a:solidFill>
                  <a:schemeClr val="tx1"/>
                </a:solidFill>
                <a:latin typeface="+mj-lt"/>
                <a:ea typeface="+mj-lt"/>
                <a:cs typeface="+mj-lt"/>
              </a:defRPr>
            </a:lvl6pPr>
            <a:lvl7pPr marL="0" indent="0" algn="l">
              <a:lnSpc>
                <a:spcPct val="110000"/>
              </a:lnSpc>
              <a:spcBef>
                <a:spcPts val="0"/>
              </a:spcBef>
              <a:spcAft>
                <a:spcPts val="0"/>
              </a:spcAft>
              <a:buNone/>
              <a:defRPr sz="2017" b="1">
                <a:solidFill>
                  <a:schemeClr val="tx1"/>
                </a:solidFill>
                <a:latin typeface="+mj-lt"/>
                <a:ea typeface="+mj-lt"/>
                <a:cs typeface="+mj-lt"/>
              </a:defRPr>
            </a:lvl7pPr>
            <a:lvl8pPr marL="0" indent="0" algn="l">
              <a:lnSpc>
                <a:spcPct val="110000"/>
              </a:lnSpc>
              <a:spcBef>
                <a:spcPts val="0"/>
              </a:spcBef>
              <a:spcAft>
                <a:spcPts val="0"/>
              </a:spcAft>
              <a:buNone/>
              <a:defRPr sz="2017" b="1">
                <a:solidFill>
                  <a:schemeClr val="tx1"/>
                </a:solidFill>
                <a:latin typeface="+mj-lt"/>
                <a:ea typeface="+mj-lt"/>
                <a:cs typeface="+mj-lt"/>
              </a:defRPr>
            </a:lvl8pPr>
            <a:lvl9pPr marL="0" indent="0" algn="l">
              <a:lnSpc>
                <a:spcPct val="110000"/>
              </a:lnSpc>
              <a:spcBef>
                <a:spcPts val="0"/>
              </a:spcBef>
              <a:spcAft>
                <a:spcPts val="0"/>
              </a:spcAft>
              <a:buNone/>
              <a:defRPr sz="2017" b="1">
                <a:solidFill>
                  <a:schemeClr val="tx1"/>
                </a:solidFill>
                <a:latin typeface="+mj-lt"/>
                <a:ea typeface="+mj-lt"/>
                <a:cs typeface="+mj-lt"/>
              </a:defRPr>
            </a:lvl9pPr>
          </a:lstStyle>
          <a:p xmlns:a="http://schemas.openxmlformats.org/drawingml/2006/main"/>
        </p:txBody>
      </p:sp>
      <p:sp>
        <p:nvSpPr>
          <p:cNvPr id="2" name="Body">
            <a:extLst xmlns:a="http://schemas.openxmlformats.org/drawingml/2006/main">
              <a:ext uri="{FF2B5EF4-FFF2-40B4-BE49-F238E27FC236}">
                <a16:creationId xmlns:a16="http://schemas.microsoft.com/office/drawing/2014/main" id="{7EA507EF-4575-4F62-8CDE-495323F03BA6}"/>
              </a:ext>
            </a:extLst>
          </p:cNvPr>
          <p:cNvSpPr>
            <a:spLocks xmlns:a="http://schemas.openxmlformats.org/drawingml/2006/main" noGrp="1"/>
          </p:cNvSpPr>
          <p:nvPr>
            <p:ph type="body" idx="1"/>
          </p:nvPr>
        </p:nvSpPr>
        <p:spPr>
          <a:xfrm xmlns:a="http://schemas.openxmlformats.org/drawingml/2006/main">
            <a:off x="803672" y="1164167"/>
            <a:ext cx="12680156" cy="2607733"/>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1375" b="0">
                <a:solidFill>
                  <a:schemeClr val="tx1"/>
                </a:solidFill>
                <a:latin typeface="+mn-lt"/>
                <a:ea typeface="+mn-lt"/>
                <a:cs typeface="+mn-lt"/>
              </a:defRPr>
            </a:defPPr>
            <a:lvl1pPr marL="139700" indent="-139700" algn="l">
              <a:lnSpc>
                <a:spcPct val="110000"/>
              </a:lnSpc>
              <a:spcBef>
                <a:spcPts val="0"/>
              </a:spcBef>
              <a:spcAft>
                <a:spcPts val="733"/>
              </a:spcAft>
              <a:buChar char="•"/>
              <a:defRPr sz="1375" b="0">
                <a:solidFill>
                  <a:schemeClr val="tx1"/>
                </a:solidFill>
                <a:latin typeface="+mn-lt"/>
                <a:ea typeface="+mn-lt"/>
                <a:cs typeface="+mn-lt"/>
              </a:defRPr>
            </a:lvl1pPr>
            <a:lvl2pPr marL="325967" indent="-139700" algn="l">
              <a:lnSpc>
                <a:spcPct val="110000"/>
              </a:lnSpc>
              <a:spcBef>
                <a:spcPts val="0"/>
              </a:spcBef>
              <a:spcAft>
                <a:spcPts val="733"/>
              </a:spcAft>
              <a:buChar char="•"/>
              <a:defRPr sz="1375" b="0">
                <a:solidFill>
                  <a:schemeClr val="tx1"/>
                </a:solidFill>
                <a:latin typeface="+mn-lt"/>
                <a:ea typeface="+mn-lt"/>
                <a:cs typeface="+mn-lt"/>
              </a:defRPr>
            </a:lvl2pPr>
            <a:lvl3pPr marL="512233" indent="-139700" algn="l">
              <a:lnSpc>
                <a:spcPct val="110000"/>
              </a:lnSpc>
              <a:spcBef>
                <a:spcPts val="0"/>
              </a:spcBef>
              <a:spcAft>
                <a:spcPts val="733"/>
              </a:spcAft>
              <a:buChar char="•"/>
              <a:defRPr sz="1375" b="0">
                <a:solidFill>
                  <a:schemeClr val="tx1"/>
                </a:solidFill>
                <a:latin typeface="+mn-lt"/>
                <a:ea typeface="+mn-lt"/>
                <a:cs typeface="+mn-lt"/>
              </a:defRPr>
            </a:lvl3pPr>
            <a:lvl4pPr marL="698500" indent="-139700" algn="l">
              <a:lnSpc>
                <a:spcPct val="110000"/>
              </a:lnSpc>
              <a:spcBef>
                <a:spcPts val="0"/>
              </a:spcBef>
              <a:spcAft>
                <a:spcPts val="733"/>
              </a:spcAft>
              <a:buChar char="•"/>
              <a:defRPr sz="1375" b="0">
                <a:solidFill>
                  <a:schemeClr val="tx1"/>
                </a:solidFill>
                <a:latin typeface="+mn-lt"/>
                <a:ea typeface="+mn-lt"/>
                <a:cs typeface="+mn-lt"/>
              </a:defRPr>
            </a:lvl4pPr>
            <a:lvl5pPr marL="884767" indent="-139700" algn="l">
              <a:lnSpc>
                <a:spcPct val="110000"/>
              </a:lnSpc>
              <a:spcBef>
                <a:spcPts val="0"/>
              </a:spcBef>
              <a:spcAft>
                <a:spcPts val="733"/>
              </a:spcAft>
              <a:buChar char="•"/>
              <a:defRPr sz="1375" b="0">
                <a:solidFill>
                  <a:schemeClr val="tx1"/>
                </a:solidFill>
                <a:latin typeface="+mn-lt"/>
                <a:ea typeface="+mn-lt"/>
                <a:cs typeface="+mn-lt"/>
              </a:defRPr>
            </a:lvl5pPr>
            <a:lvl6pPr marL="1071033" indent="-139700" algn="l">
              <a:lnSpc>
                <a:spcPct val="110000"/>
              </a:lnSpc>
              <a:spcBef>
                <a:spcPts val="0"/>
              </a:spcBef>
              <a:spcAft>
                <a:spcPts val="733"/>
              </a:spcAft>
              <a:buChar char="•"/>
              <a:defRPr sz="1375" b="0">
                <a:solidFill>
                  <a:schemeClr val="tx1"/>
                </a:solidFill>
                <a:latin typeface="+mn-lt"/>
                <a:ea typeface="+mn-lt"/>
                <a:cs typeface="+mn-lt"/>
              </a:defRPr>
            </a:lvl6pPr>
            <a:lvl7pPr marL="1257300" indent="-139700" algn="l">
              <a:lnSpc>
                <a:spcPct val="110000"/>
              </a:lnSpc>
              <a:spcBef>
                <a:spcPts val="0"/>
              </a:spcBef>
              <a:spcAft>
                <a:spcPts val="733"/>
              </a:spcAft>
              <a:buChar char="•"/>
              <a:defRPr sz="1375" b="0">
                <a:solidFill>
                  <a:schemeClr val="tx1"/>
                </a:solidFill>
                <a:latin typeface="+mn-lt"/>
                <a:ea typeface="+mn-lt"/>
                <a:cs typeface="+mn-lt"/>
              </a:defRPr>
            </a:lvl7pPr>
            <a:lvl8pPr marL="1443567" indent="-139700" algn="l">
              <a:lnSpc>
                <a:spcPct val="110000"/>
              </a:lnSpc>
              <a:spcBef>
                <a:spcPts val="0"/>
              </a:spcBef>
              <a:spcAft>
                <a:spcPts val="733"/>
              </a:spcAft>
              <a:buChar char="•"/>
              <a:defRPr sz="1375" b="0">
                <a:solidFill>
                  <a:schemeClr val="tx1"/>
                </a:solidFill>
                <a:latin typeface="+mn-lt"/>
                <a:ea typeface="+mn-lt"/>
                <a:cs typeface="+mn-lt"/>
              </a:defRPr>
            </a:lvl8pPr>
            <a:lvl9pPr marL="1629833" indent="-139700" algn="l">
              <a:lnSpc>
                <a:spcPct val="110000"/>
              </a:lnSpc>
              <a:spcBef>
                <a:spcPts val="0"/>
              </a:spcBef>
              <a:spcAft>
                <a:spcPts val="733"/>
              </a:spcAft>
              <a:buChar char="•"/>
              <a:defRPr sz="1375" b="0">
                <a:solidFill>
                  <a:schemeClr val="tx1"/>
                </a:solidFill>
                <a:latin typeface="+mn-lt"/>
                <a:ea typeface="+mn-lt"/>
                <a:cs typeface="+mn-lt"/>
              </a:defRPr>
            </a:lvl9pPr>
          </a:lstStyle>
          <a:p xmlns:a="http://schemas.openxmlformats.org/drawingml/2006/main"/>
        </p:txBody>
      </p:sp>
    </p:spTree>
  </p:cSld>
</p:sldLayout>
</file>

<file path=ppt/main_figures/Fig5/ppt/slideLayouts/slideLayout4.xml><?xml version="1.0" encoding="utf-8"?>
<p:sldLayout xmlns:p="http://schemas.openxmlformats.org/presentationml/2006/main">
  <p:cSld name="Title and Two Column">
    <p:spTree>
      <p:nvGrpSpPr>
        <p:cNvPr id="1" name=""/>
        <p:cNvGrpSpPr/>
        <p:nvPr/>
      </p:nvGrpSpPr>
      <p:grpSpPr>
        <a:xfrm xmlns:a="http://schemas.openxmlformats.org/drawingml/2006/main"/>
      </p:grpSpPr>
      <p:sp>
        <p:nvSpPr>
          <p:cNvPr id="4" name="Title">
            <a:extLst xmlns:a="http://schemas.openxmlformats.org/drawingml/2006/main">
              <a:ext uri="{FF2B5EF4-FFF2-40B4-BE49-F238E27FC236}">
                <a16:creationId xmlns:a16="http://schemas.microsoft.com/office/drawing/2014/main" id="{1E4271DC-BBA1-4753-8089-93A579093B1A}"/>
              </a:ext>
            </a:extLst>
          </p:cNvPr>
          <p:cNvSpPr>
            <a:spLocks xmlns:a="http://schemas.openxmlformats.org/drawingml/2006/main" noGrp="1"/>
          </p:cNvSpPr>
          <p:nvPr>
            <p:ph type="title" idx="0"/>
          </p:nvPr>
        </p:nvSpPr>
        <p:spPr>
          <a:xfrm xmlns:a="http://schemas.openxmlformats.org/drawingml/2006/main">
            <a:off x="803672" y="325967"/>
            <a:ext cx="12680156" cy="512233"/>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017" b="1">
                <a:solidFill>
                  <a:schemeClr val="tx1"/>
                </a:solidFill>
                <a:latin typeface="+mj-lt"/>
                <a:ea typeface="+mj-lt"/>
                <a:cs typeface="+mj-lt"/>
              </a:defRPr>
            </a:defPPr>
            <a:lvl1pPr marL="0" indent="0" algn="l">
              <a:lnSpc>
                <a:spcPct val="110000"/>
              </a:lnSpc>
              <a:spcBef>
                <a:spcPts val="0"/>
              </a:spcBef>
              <a:spcAft>
                <a:spcPts val="0"/>
              </a:spcAft>
              <a:buNone/>
              <a:defRPr sz="2017" b="1">
                <a:solidFill>
                  <a:schemeClr val="tx1"/>
                </a:solidFill>
                <a:latin typeface="+mj-lt"/>
                <a:ea typeface="+mj-lt"/>
                <a:cs typeface="+mj-lt"/>
              </a:defRPr>
            </a:lvl1pPr>
            <a:lvl2pPr marL="0" indent="0" algn="l">
              <a:lnSpc>
                <a:spcPct val="110000"/>
              </a:lnSpc>
              <a:spcBef>
                <a:spcPts val="0"/>
              </a:spcBef>
              <a:spcAft>
                <a:spcPts val="0"/>
              </a:spcAft>
              <a:buNone/>
              <a:defRPr sz="2017" b="1">
                <a:solidFill>
                  <a:schemeClr val="tx1"/>
                </a:solidFill>
                <a:latin typeface="+mj-lt"/>
                <a:ea typeface="+mj-lt"/>
                <a:cs typeface="+mj-lt"/>
              </a:defRPr>
            </a:lvl2pPr>
            <a:lvl3pPr marL="0" indent="0" algn="l">
              <a:lnSpc>
                <a:spcPct val="110000"/>
              </a:lnSpc>
              <a:spcBef>
                <a:spcPts val="0"/>
              </a:spcBef>
              <a:spcAft>
                <a:spcPts val="0"/>
              </a:spcAft>
              <a:buNone/>
              <a:defRPr sz="2017" b="1">
                <a:solidFill>
                  <a:schemeClr val="tx1"/>
                </a:solidFill>
                <a:latin typeface="+mj-lt"/>
                <a:ea typeface="+mj-lt"/>
                <a:cs typeface="+mj-lt"/>
              </a:defRPr>
            </a:lvl3pPr>
            <a:lvl4pPr marL="0" indent="0" algn="l">
              <a:lnSpc>
                <a:spcPct val="110000"/>
              </a:lnSpc>
              <a:spcBef>
                <a:spcPts val="0"/>
              </a:spcBef>
              <a:spcAft>
                <a:spcPts val="0"/>
              </a:spcAft>
              <a:buNone/>
              <a:defRPr sz="2017" b="1">
                <a:solidFill>
                  <a:schemeClr val="tx1"/>
                </a:solidFill>
                <a:latin typeface="+mj-lt"/>
                <a:ea typeface="+mj-lt"/>
                <a:cs typeface="+mj-lt"/>
              </a:defRPr>
            </a:lvl4pPr>
            <a:lvl5pPr marL="0" indent="0" algn="l">
              <a:lnSpc>
                <a:spcPct val="110000"/>
              </a:lnSpc>
              <a:spcBef>
                <a:spcPts val="0"/>
              </a:spcBef>
              <a:spcAft>
                <a:spcPts val="0"/>
              </a:spcAft>
              <a:buNone/>
              <a:defRPr sz="2017" b="1">
                <a:solidFill>
                  <a:schemeClr val="tx1"/>
                </a:solidFill>
                <a:latin typeface="+mj-lt"/>
                <a:ea typeface="+mj-lt"/>
                <a:cs typeface="+mj-lt"/>
              </a:defRPr>
            </a:lvl5pPr>
            <a:lvl6pPr marL="0" indent="0" algn="l">
              <a:lnSpc>
                <a:spcPct val="110000"/>
              </a:lnSpc>
              <a:spcBef>
                <a:spcPts val="0"/>
              </a:spcBef>
              <a:spcAft>
                <a:spcPts val="0"/>
              </a:spcAft>
              <a:buNone/>
              <a:defRPr sz="2017" b="1">
                <a:solidFill>
                  <a:schemeClr val="tx1"/>
                </a:solidFill>
                <a:latin typeface="+mj-lt"/>
                <a:ea typeface="+mj-lt"/>
                <a:cs typeface="+mj-lt"/>
              </a:defRPr>
            </a:lvl6pPr>
            <a:lvl7pPr marL="0" indent="0" algn="l">
              <a:lnSpc>
                <a:spcPct val="110000"/>
              </a:lnSpc>
              <a:spcBef>
                <a:spcPts val="0"/>
              </a:spcBef>
              <a:spcAft>
                <a:spcPts val="0"/>
              </a:spcAft>
              <a:buNone/>
              <a:defRPr sz="2017" b="1">
                <a:solidFill>
                  <a:schemeClr val="tx1"/>
                </a:solidFill>
                <a:latin typeface="+mj-lt"/>
                <a:ea typeface="+mj-lt"/>
                <a:cs typeface="+mj-lt"/>
              </a:defRPr>
            </a:lvl7pPr>
            <a:lvl8pPr marL="0" indent="0" algn="l">
              <a:lnSpc>
                <a:spcPct val="110000"/>
              </a:lnSpc>
              <a:spcBef>
                <a:spcPts val="0"/>
              </a:spcBef>
              <a:spcAft>
                <a:spcPts val="0"/>
              </a:spcAft>
              <a:buNone/>
              <a:defRPr sz="2017" b="1">
                <a:solidFill>
                  <a:schemeClr val="tx1"/>
                </a:solidFill>
                <a:latin typeface="+mj-lt"/>
                <a:ea typeface="+mj-lt"/>
                <a:cs typeface="+mj-lt"/>
              </a:defRPr>
            </a:lvl8pPr>
            <a:lvl9pPr marL="0" indent="0" algn="l">
              <a:lnSpc>
                <a:spcPct val="110000"/>
              </a:lnSpc>
              <a:spcBef>
                <a:spcPts val="0"/>
              </a:spcBef>
              <a:spcAft>
                <a:spcPts val="0"/>
              </a:spcAft>
              <a:buNone/>
              <a:defRPr sz="2017" b="1">
                <a:solidFill>
                  <a:schemeClr val="tx1"/>
                </a:solidFill>
                <a:latin typeface="+mj-lt"/>
                <a:ea typeface="+mj-lt"/>
                <a:cs typeface="+mj-lt"/>
              </a:defRPr>
            </a:lvl9pPr>
          </a:lstStyle>
          <a:p xmlns:a="http://schemas.openxmlformats.org/drawingml/2006/main"/>
        </p:txBody>
      </p:sp>
      <p:sp>
        <p:nvSpPr>
          <p:cNvPr id="2" name="Left column">
            <a:extLst xmlns:a="http://schemas.openxmlformats.org/drawingml/2006/main">
              <a:ext uri="{FF2B5EF4-FFF2-40B4-BE49-F238E27FC236}">
                <a16:creationId xmlns:a16="http://schemas.microsoft.com/office/drawing/2014/main" id="{1FC1D32F-696C-453C-B8B9-1C48FD5B8F25}"/>
              </a:ext>
            </a:extLst>
          </p:cNvPr>
          <p:cNvSpPr>
            <a:spLocks xmlns:a="http://schemas.openxmlformats.org/drawingml/2006/main" noGrp="1"/>
          </p:cNvSpPr>
          <p:nvPr>
            <p:ph type="body" idx="1"/>
          </p:nvPr>
        </p:nvSpPr>
        <p:spPr>
          <a:xfrm xmlns:a="http://schemas.openxmlformats.org/drawingml/2006/main">
            <a:off x="803672" y="1164167"/>
            <a:ext cx="5893594" cy="2607733"/>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1283" b="0">
                <a:solidFill>
                  <a:schemeClr val="tx1"/>
                </a:solidFill>
                <a:latin typeface="+mn-lt"/>
                <a:ea typeface="+mn-lt"/>
                <a:cs typeface="+mn-lt"/>
              </a:defRPr>
            </a:defPPr>
            <a:lvl1pPr marL="139700" indent="-139700" algn="l">
              <a:lnSpc>
                <a:spcPct val="110000"/>
              </a:lnSpc>
              <a:spcBef>
                <a:spcPts val="0"/>
              </a:spcBef>
              <a:spcAft>
                <a:spcPts val="733"/>
              </a:spcAft>
              <a:buChar char="•"/>
              <a:defRPr sz="1283" b="0">
                <a:solidFill>
                  <a:schemeClr val="tx1"/>
                </a:solidFill>
                <a:latin typeface="+mn-lt"/>
                <a:ea typeface="+mn-lt"/>
                <a:cs typeface="+mn-lt"/>
              </a:defRPr>
            </a:lvl1pPr>
            <a:lvl2pPr marL="325967" indent="-139700" algn="l">
              <a:lnSpc>
                <a:spcPct val="110000"/>
              </a:lnSpc>
              <a:spcBef>
                <a:spcPts val="0"/>
              </a:spcBef>
              <a:spcAft>
                <a:spcPts val="733"/>
              </a:spcAft>
              <a:buChar char="•"/>
              <a:defRPr sz="1283" b="0">
                <a:solidFill>
                  <a:schemeClr val="tx1"/>
                </a:solidFill>
                <a:latin typeface="+mn-lt"/>
                <a:ea typeface="+mn-lt"/>
                <a:cs typeface="+mn-lt"/>
              </a:defRPr>
            </a:lvl2pPr>
            <a:lvl3pPr marL="512233" indent="-139700" algn="l">
              <a:lnSpc>
                <a:spcPct val="110000"/>
              </a:lnSpc>
              <a:spcBef>
                <a:spcPts val="0"/>
              </a:spcBef>
              <a:spcAft>
                <a:spcPts val="733"/>
              </a:spcAft>
              <a:buChar char="•"/>
              <a:defRPr sz="1283" b="0">
                <a:solidFill>
                  <a:schemeClr val="tx1"/>
                </a:solidFill>
                <a:latin typeface="+mn-lt"/>
                <a:ea typeface="+mn-lt"/>
                <a:cs typeface="+mn-lt"/>
              </a:defRPr>
            </a:lvl3pPr>
            <a:lvl4pPr marL="698500" indent="-139700" algn="l">
              <a:lnSpc>
                <a:spcPct val="110000"/>
              </a:lnSpc>
              <a:spcBef>
                <a:spcPts val="0"/>
              </a:spcBef>
              <a:spcAft>
                <a:spcPts val="733"/>
              </a:spcAft>
              <a:buChar char="•"/>
              <a:defRPr sz="1283" b="0">
                <a:solidFill>
                  <a:schemeClr val="tx1"/>
                </a:solidFill>
                <a:latin typeface="+mn-lt"/>
                <a:ea typeface="+mn-lt"/>
                <a:cs typeface="+mn-lt"/>
              </a:defRPr>
            </a:lvl4pPr>
            <a:lvl5pPr marL="884767" indent="-139700" algn="l">
              <a:lnSpc>
                <a:spcPct val="110000"/>
              </a:lnSpc>
              <a:spcBef>
                <a:spcPts val="0"/>
              </a:spcBef>
              <a:spcAft>
                <a:spcPts val="733"/>
              </a:spcAft>
              <a:buChar char="•"/>
              <a:defRPr sz="1283" b="0">
                <a:solidFill>
                  <a:schemeClr val="tx1"/>
                </a:solidFill>
                <a:latin typeface="+mn-lt"/>
                <a:ea typeface="+mn-lt"/>
                <a:cs typeface="+mn-lt"/>
              </a:defRPr>
            </a:lvl5pPr>
            <a:lvl6pPr marL="1071033" indent="-139700" algn="l">
              <a:lnSpc>
                <a:spcPct val="110000"/>
              </a:lnSpc>
              <a:spcBef>
                <a:spcPts val="0"/>
              </a:spcBef>
              <a:spcAft>
                <a:spcPts val="733"/>
              </a:spcAft>
              <a:buChar char="•"/>
              <a:defRPr sz="1283" b="0">
                <a:solidFill>
                  <a:schemeClr val="tx1"/>
                </a:solidFill>
                <a:latin typeface="+mn-lt"/>
                <a:ea typeface="+mn-lt"/>
                <a:cs typeface="+mn-lt"/>
              </a:defRPr>
            </a:lvl6pPr>
            <a:lvl7pPr marL="1257300" indent="-139700" algn="l">
              <a:lnSpc>
                <a:spcPct val="110000"/>
              </a:lnSpc>
              <a:spcBef>
                <a:spcPts val="0"/>
              </a:spcBef>
              <a:spcAft>
                <a:spcPts val="733"/>
              </a:spcAft>
              <a:buChar char="•"/>
              <a:defRPr sz="1283" b="0">
                <a:solidFill>
                  <a:schemeClr val="tx1"/>
                </a:solidFill>
                <a:latin typeface="+mn-lt"/>
                <a:ea typeface="+mn-lt"/>
                <a:cs typeface="+mn-lt"/>
              </a:defRPr>
            </a:lvl7pPr>
            <a:lvl8pPr marL="1443567" indent="-139700" algn="l">
              <a:lnSpc>
                <a:spcPct val="110000"/>
              </a:lnSpc>
              <a:spcBef>
                <a:spcPts val="0"/>
              </a:spcBef>
              <a:spcAft>
                <a:spcPts val="733"/>
              </a:spcAft>
              <a:buChar char="•"/>
              <a:defRPr sz="1283" b="0">
                <a:solidFill>
                  <a:schemeClr val="tx1"/>
                </a:solidFill>
                <a:latin typeface="+mn-lt"/>
                <a:ea typeface="+mn-lt"/>
                <a:cs typeface="+mn-lt"/>
              </a:defRPr>
            </a:lvl8pPr>
            <a:lvl9pPr marL="1629833" indent="-139700" algn="l">
              <a:lnSpc>
                <a:spcPct val="110000"/>
              </a:lnSpc>
              <a:spcBef>
                <a:spcPts val="0"/>
              </a:spcBef>
              <a:spcAft>
                <a:spcPts val="733"/>
              </a:spcAft>
              <a:buChar char="•"/>
              <a:defRPr sz="1283" b="0">
                <a:solidFill>
                  <a:schemeClr val="tx1"/>
                </a:solidFill>
                <a:latin typeface="+mn-lt"/>
                <a:ea typeface="+mn-lt"/>
                <a:cs typeface="+mn-lt"/>
              </a:defRPr>
            </a:lvl9pPr>
          </a:lstStyle>
          <a:p xmlns:a="http://schemas.openxmlformats.org/drawingml/2006/main"/>
        </p:txBody>
      </p:sp>
      <p:sp>
        <p:nvSpPr>
          <p:cNvPr id="3" name="Right column">
            <a:extLst xmlns:a="http://schemas.openxmlformats.org/drawingml/2006/main">
              <a:ext uri="{FF2B5EF4-FFF2-40B4-BE49-F238E27FC236}">
                <a16:creationId xmlns:a16="http://schemas.microsoft.com/office/drawing/2014/main" id="{AF488BBE-0EBD-43F3-8656-E54F1E600BB6}"/>
              </a:ext>
            </a:extLst>
          </p:cNvPr>
          <p:cNvSpPr>
            <a:spLocks xmlns:a="http://schemas.openxmlformats.org/drawingml/2006/main" noGrp="1"/>
          </p:cNvSpPr>
          <p:nvPr>
            <p:ph type="body" idx="2"/>
          </p:nvPr>
        </p:nvSpPr>
        <p:spPr>
          <a:xfrm xmlns:a="http://schemas.openxmlformats.org/drawingml/2006/main">
            <a:off x="7590234" y="1164167"/>
            <a:ext cx="5893594" cy="2607733"/>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1283" b="0">
                <a:solidFill>
                  <a:schemeClr val="tx1"/>
                </a:solidFill>
                <a:latin typeface="+mn-lt"/>
                <a:ea typeface="+mn-lt"/>
                <a:cs typeface="+mn-lt"/>
              </a:defRPr>
            </a:defPPr>
            <a:lvl1pPr marL="139700" indent="-139700" algn="l">
              <a:lnSpc>
                <a:spcPct val="110000"/>
              </a:lnSpc>
              <a:spcBef>
                <a:spcPts val="0"/>
              </a:spcBef>
              <a:spcAft>
                <a:spcPts val="733"/>
              </a:spcAft>
              <a:buChar char="•"/>
              <a:defRPr sz="1283" b="0">
                <a:solidFill>
                  <a:schemeClr val="tx1"/>
                </a:solidFill>
                <a:latin typeface="+mn-lt"/>
                <a:ea typeface="+mn-lt"/>
                <a:cs typeface="+mn-lt"/>
              </a:defRPr>
            </a:lvl1pPr>
            <a:lvl2pPr marL="325967" indent="-139700" algn="l">
              <a:lnSpc>
                <a:spcPct val="110000"/>
              </a:lnSpc>
              <a:spcBef>
                <a:spcPts val="0"/>
              </a:spcBef>
              <a:spcAft>
                <a:spcPts val="733"/>
              </a:spcAft>
              <a:buChar char="•"/>
              <a:defRPr sz="1283" b="0">
                <a:solidFill>
                  <a:schemeClr val="tx1"/>
                </a:solidFill>
                <a:latin typeface="+mn-lt"/>
                <a:ea typeface="+mn-lt"/>
                <a:cs typeface="+mn-lt"/>
              </a:defRPr>
            </a:lvl2pPr>
            <a:lvl3pPr marL="512233" indent="-139700" algn="l">
              <a:lnSpc>
                <a:spcPct val="110000"/>
              </a:lnSpc>
              <a:spcBef>
                <a:spcPts val="0"/>
              </a:spcBef>
              <a:spcAft>
                <a:spcPts val="733"/>
              </a:spcAft>
              <a:buChar char="•"/>
              <a:defRPr sz="1283" b="0">
                <a:solidFill>
                  <a:schemeClr val="tx1"/>
                </a:solidFill>
                <a:latin typeface="+mn-lt"/>
                <a:ea typeface="+mn-lt"/>
                <a:cs typeface="+mn-lt"/>
              </a:defRPr>
            </a:lvl3pPr>
            <a:lvl4pPr marL="698500" indent="-139700" algn="l">
              <a:lnSpc>
                <a:spcPct val="110000"/>
              </a:lnSpc>
              <a:spcBef>
                <a:spcPts val="0"/>
              </a:spcBef>
              <a:spcAft>
                <a:spcPts val="733"/>
              </a:spcAft>
              <a:buChar char="•"/>
              <a:defRPr sz="1283" b="0">
                <a:solidFill>
                  <a:schemeClr val="tx1"/>
                </a:solidFill>
                <a:latin typeface="+mn-lt"/>
                <a:ea typeface="+mn-lt"/>
                <a:cs typeface="+mn-lt"/>
              </a:defRPr>
            </a:lvl4pPr>
            <a:lvl5pPr marL="884767" indent="-139700" algn="l">
              <a:lnSpc>
                <a:spcPct val="110000"/>
              </a:lnSpc>
              <a:spcBef>
                <a:spcPts val="0"/>
              </a:spcBef>
              <a:spcAft>
                <a:spcPts val="733"/>
              </a:spcAft>
              <a:buChar char="•"/>
              <a:defRPr sz="1283" b="0">
                <a:solidFill>
                  <a:schemeClr val="tx1"/>
                </a:solidFill>
                <a:latin typeface="+mn-lt"/>
                <a:ea typeface="+mn-lt"/>
                <a:cs typeface="+mn-lt"/>
              </a:defRPr>
            </a:lvl5pPr>
            <a:lvl6pPr marL="1071033" indent="-139700" algn="l">
              <a:lnSpc>
                <a:spcPct val="110000"/>
              </a:lnSpc>
              <a:spcBef>
                <a:spcPts val="0"/>
              </a:spcBef>
              <a:spcAft>
                <a:spcPts val="733"/>
              </a:spcAft>
              <a:buChar char="•"/>
              <a:defRPr sz="1283" b="0">
                <a:solidFill>
                  <a:schemeClr val="tx1"/>
                </a:solidFill>
                <a:latin typeface="+mn-lt"/>
                <a:ea typeface="+mn-lt"/>
                <a:cs typeface="+mn-lt"/>
              </a:defRPr>
            </a:lvl6pPr>
            <a:lvl7pPr marL="1257300" indent="-139700" algn="l">
              <a:lnSpc>
                <a:spcPct val="110000"/>
              </a:lnSpc>
              <a:spcBef>
                <a:spcPts val="0"/>
              </a:spcBef>
              <a:spcAft>
                <a:spcPts val="733"/>
              </a:spcAft>
              <a:buChar char="•"/>
              <a:defRPr sz="1283" b="0">
                <a:solidFill>
                  <a:schemeClr val="tx1"/>
                </a:solidFill>
                <a:latin typeface="+mn-lt"/>
                <a:ea typeface="+mn-lt"/>
                <a:cs typeface="+mn-lt"/>
              </a:defRPr>
            </a:lvl7pPr>
            <a:lvl8pPr marL="1443567" indent="-139700" algn="l">
              <a:lnSpc>
                <a:spcPct val="110000"/>
              </a:lnSpc>
              <a:spcBef>
                <a:spcPts val="0"/>
              </a:spcBef>
              <a:spcAft>
                <a:spcPts val="733"/>
              </a:spcAft>
              <a:buChar char="•"/>
              <a:defRPr sz="1283" b="0">
                <a:solidFill>
                  <a:schemeClr val="tx1"/>
                </a:solidFill>
                <a:latin typeface="+mn-lt"/>
                <a:ea typeface="+mn-lt"/>
                <a:cs typeface="+mn-lt"/>
              </a:defRPr>
            </a:lvl8pPr>
            <a:lvl9pPr marL="1629833" indent="-139700" algn="l">
              <a:lnSpc>
                <a:spcPct val="110000"/>
              </a:lnSpc>
              <a:spcBef>
                <a:spcPts val="0"/>
              </a:spcBef>
              <a:spcAft>
                <a:spcPts val="733"/>
              </a:spcAft>
              <a:buChar char="•"/>
              <a:defRPr sz="1283" b="0">
                <a:solidFill>
                  <a:schemeClr val="tx1"/>
                </a:solidFill>
                <a:latin typeface="+mn-lt"/>
                <a:ea typeface="+mn-lt"/>
                <a:cs typeface="+mn-lt"/>
              </a:defRPr>
            </a:lvl9pPr>
          </a:lstStyle>
          <a:p xmlns:a="http://schemas.openxmlformats.org/drawingml/2006/main"/>
        </p:txBody>
      </p:sp>
    </p:spTree>
  </p:cSld>
</p:sldLayout>
</file>

<file path=ppt/main_figures/Fig5/ppt/slideLayouts/slideLayout5.xml><?xml version="1.0" encoding="utf-8"?>
<p:sldLayout xmlns:p="http://schemas.openxmlformats.org/presentationml/2006/main">
  <p:cSld name="Title and One Column">
    <p:spTree>
      <p:nvGrpSpPr>
        <p:cNvPr id="1" name=""/>
        <p:cNvGrpSpPr/>
        <p:nvPr/>
      </p:nvGrpSpPr>
      <p:grpSpPr>
        <a:xfrm xmlns:a="http://schemas.openxmlformats.org/drawingml/2006/main"/>
      </p:grpSpPr>
      <p:sp>
        <p:nvSpPr>
          <p:cNvPr id="3" name="Title">
            <a:extLst xmlns:a="http://schemas.openxmlformats.org/drawingml/2006/main">
              <a:ext uri="{FF2B5EF4-FFF2-40B4-BE49-F238E27FC236}">
                <a16:creationId xmlns:a16="http://schemas.microsoft.com/office/drawing/2014/main" id="{BA6FFCD0-FBFA-4C4B-86BC-1EBFA03A5A05}"/>
              </a:ext>
            </a:extLst>
          </p:cNvPr>
          <p:cNvSpPr>
            <a:spLocks xmlns:a="http://schemas.openxmlformats.org/drawingml/2006/main" noGrp="1"/>
          </p:cNvSpPr>
          <p:nvPr>
            <p:ph type="title" idx="0"/>
          </p:nvPr>
        </p:nvSpPr>
        <p:spPr>
          <a:xfrm xmlns:a="http://schemas.openxmlformats.org/drawingml/2006/main">
            <a:off x="803672" y="325967"/>
            <a:ext cx="12680156" cy="512233"/>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017" b="1">
                <a:solidFill>
                  <a:schemeClr val="tx1"/>
                </a:solidFill>
                <a:latin typeface="+mj-lt"/>
                <a:ea typeface="+mj-lt"/>
                <a:cs typeface="+mj-lt"/>
              </a:defRPr>
            </a:defPPr>
            <a:lvl1pPr marL="0" indent="0" algn="l">
              <a:lnSpc>
                <a:spcPct val="110000"/>
              </a:lnSpc>
              <a:spcBef>
                <a:spcPts val="0"/>
              </a:spcBef>
              <a:spcAft>
                <a:spcPts val="0"/>
              </a:spcAft>
              <a:buNone/>
              <a:defRPr sz="2017" b="1">
                <a:solidFill>
                  <a:schemeClr val="tx1"/>
                </a:solidFill>
                <a:latin typeface="+mj-lt"/>
                <a:ea typeface="+mj-lt"/>
                <a:cs typeface="+mj-lt"/>
              </a:defRPr>
            </a:lvl1pPr>
            <a:lvl2pPr marL="0" indent="0" algn="l">
              <a:lnSpc>
                <a:spcPct val="110000"/>
              </a:lnSpc>
              <a:spcBef>
                <a:spcPts val="0"/>
              </a:spcBef>
              <a:spcAft>
                <a:spcPts val="0"/>
              </a:spcAft>
              <a:buNone/>
              <a:defRPr sz="2017" b="1">
                <a:solidFill>
                  <a:schemeClr val="tx1"/>
                </a:solidFill>
                <a:latin typeface="+mj-lt"/>
                <a:ea typeface="+mj-lt"/>
                <a:cs typeface="+mj-lt"/>
              </a:defRPr>
            </a:lvl2pPr>
            <a:lvl3pPr marL="0" indent="0" algn="l">
              <a:lnSpc>
                <a:spcPct val="110000"/>
              </a:lnSpc>
              <a:spcBef>
                <a:spcPts val="0"/>
              </a:spcBef>
              <a:spcAft>
                <a:spcPts val="0"/>
              </a:spcAft>
              <a:buNone/>
              <a:defRPr sz="2017" b="1">
                <a:solidFill>
                  <a:schemeClr val="tx1"/>
                </a:solidFill>
                <a:latin typeface="+mj-lt"/>
                <a:ea typeface="+mj-lt"/>
                <a:cs typeface="+mj-lt"/>
              </a:defRPr>
            </a:lvl3pPr>
            <a:lvl4pPr marL="0" indent="0" algn="l">
              <a:lnSpc>
                <a:spcPct val="110000"/>
              </a:lnSpc>
              <a:spcBef>
                <a:spcPts val="0"/>
              </a:spcBef>
              <a:spcAft>
                <a:spcPts val="0"/>
              </a:spcAft>
              <a:buNone/>
              <a:defRPr sz="2017" b="1">
                <a:solidFill>
                  <a:schemeClr val="tx1"/>
                </a:solidFill>
                <a:latin typeface="+mj-lt"/>
                <a:ea typeface="+mj-lt"/>
                <a:cs typeface="+mj-lt"/>
              </a:defRPr>
            </a:lvl4pPr>
            <a:lvl5pPr marL="0" indent="0" algn="l">
              <a:lnSpc>
                <a:spcPct val="110000"/>
              </a:lnSpc>
              <a:spcBef>
                <a:spcPts val="0"/>
              </a:spcBef>
              <a:spcAft>
                <a:spcPts val="0"/>
              </a:spcAft>
              <a:buNone/>
              <a:defRPr sz="2017" b="1">
                <a:solidFill>
                  <a:schemeClr val="tx1"/>
                </a:solidFill>
                <a:latin typeface="+mj-lt"/>
                <a:ea typeface="+mj-lt"/>
                <a:cs typeface="+mj-lt"/>
              </a:defRPr>
            </a:lvl5pPr>
            <a:lvl6pPr marL="0" indent="0" algn="l">
              <a:lnSpc>
                <a:spcPct val="110000"/>
              </a:lnSpc>
              <a:spcBef>
                <a:spcPts val="0"/>
              </a:spcBef>
              <a:spcAft>
                <a:spcPts val="0"/>
              </a:spcAft>
              <a:buNone/>
              <a:defRPr sz="2017" b="1">
                <a:solidFill>
                  <a:schemeClr val="tx1"/>
                </a:solidFill>
                <a:latin typeface="+mj-lt"/>
                <a:ea typeface="+mj-lt"/>
                <a:cs typeface="+mj-lt"/>
              </a:defRPr>
            </a:lvl6pPr>
            <a:lvl7pPr marL="0" indent="0" algn="l">
              <a:lnSpc>
                <a:spcPct val="110000"/>
              </a:lnSpc>
              <a:spcBef>
                <a:spcPts val="0"/>
              </a:spcBef>
              <a:spcAft>
                <a:spcPts val="0"/>
              </a:spcAft>
              <a:buNone/>
              <a:defRPr sz="2017" b="1">
                <a:solidFill>
                  <a:schemeClr val="tx1"/>
                </a:solidFill>
                <a:latin typeface="+mj-lt"/>
                <a:ea typeface="+mj-lt"/>
                <a:cs typeface="+mj-lt"/>
              </a:defRPr>
            </a:lvl7pPr>
            <a:lvl8pPr marL="0" indent="0" algn="l">
              <a:lnSpc>
                <a:spcPct val="110000"/>
              </a:lnSpc>
              <a:spcBef>
                <a:spcPts val="0"/>
              </a:spcBef>
              <a:spcAft>
                <a:spcPts val="0"/>
              </a:spcAft>
              <a:buNone/>
              <a:defRPr sz="2017" b="1">
                <a:solidFill>
                  <a:schemeClr val="tx1"/>
                </a:solidFill>
                <a:latin typeface="+mj-lt"/>
                <a:ea typeface="+mj-lt"/>
                <a:cs typeface="+mj-lt"/>
              </a:defRPr>
            </a:lvl8pPr>
            <a:lvl9pPr marL="0" indent="0" algn="l">
              <a:lnSpc>
                <a:spcPct val="110000"/>
              </a:lnSpc>
              <a:spcBef>
                <a:spcPts val="0"/>
              </a:spcBef>
              <a:spcAft>
                <a:spcPts val="0"/>
              </a:spcAft>
              <a:buNone/>
              <a:defRPr sz="2017" b="1">
                <a:solidFill>
                  <a:schemeClr val="tx1"/>
                </a:solidFill>
                <a:latin typeface="+mj-lt"/>
                <a:ea typeface="+mj-lt"/>
                <a:cs typeface="+mj-lt"/>
              </a:defRPr>
            </a:lvl9pPr>
          </a:lstStyle>
          <a:p xmlns:a="http://schemas.openxmlformats.org/drawingml/2006/main"/>
        </p:txBody>
      </p:sp>
      <p:sp>
        <p:nvSpPr>
          <p:cNvPr id="2" name="Left column">
            <a:extLst xmlns:a="http://schemas.openxmlformats.org/drawingml/2006/main">
              <a:ext uri="{FF2B5EF4-FFF2-40B4-BE49-F238E27FC236}">
                <a16:creationId xmlns:a16="http://schemas.microsoft.com/office/drawing/2014/main" id="{6D0123C0-BCEE-4BB4-9D11-1F3654DB86E1}"/>
              </a:ext>
            </a:extLst>
          </p:cNvPr>
          <p:cNvSpPr>
            <a:spLocks xmlns:a="http://schemas.openxmlformats.org/drawingml/2006/main" noGrp="1"/>
          </p:cNvSpPr>
          <p:nvPr>
            <p:ph type="body" idx="1"/>
          </p:nvPr>
        </p:nvSpPr>
        <p:spPr>
          <a:xfrm xmlns:a="http://schemas.openxmlformats.org/drawingml/2006/main">
            <a:off x="803672" y="1164167"/>
            <a:ext cx="5893594" cy="2607733"/>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1375" b="0">
                <a:solidFill>
                  <a:schemeClr val="tx1"/>
                </a:solidFill>
                <a:latin typeface="+mn-lt"/>
                <a:ea typeface="+mn-lt"/>
                <a:cs typeface="+mn-lt"/>
              </a:defRPr>
            </a:defPPr>
            <a:lvl1pPr marL="139700" indent="-139700" algn="l">
              <a:lnSpc>
                <a:spcPct val="110000"/>
              </a:lnSpc>
              <a:spcBef>
                <a:spcPts val="0"/>
              </a:spcBef>
              <a:spcAft>
                <a:spcPts val="733"/>
              </a:spcAft>
              <a:buChar char="•"/>
              <a:defRPr sz="1375" b="0">
                <a:solidFill>
                  <a:schemeClr val="tx1"/>
                </a:solidFill>
                <a:latin typeface="+mn-lt"/>
                <a:ea typeface="+mn-lt"/>
                <a:cs typeface="+mn-lt"/>
              </a:defRPr>
            </a:lvl1pPr>
            <a:lvl2pPr marL="325967" indent="-139700" algn="l">
              <a:lnSpc>
                <a:spcPct val="110000"/>
              </a:lnSpc>
              <a:spcBef>
                <a:spcPts val="0"/>
              </a:spcBef>
              <a:spcAft>
                <a:spcPts val="733"/>
              </a:spcAft>
              <a:buChar char="•"/>
              <a:defRPr sz="1375" b="0">
                <a:solidFill>
                  <a:schemeClr val="tx1"/>
                </a:solidFill>
                <a:latin typeface="+mn-lt"/>
                <a:ea typeface="+mn-lt"/>
                <a:cs typeface="+mn-lt"/>
              </a:defRPr>
            </a:lvl2pPr>
            <a:lvl3pPr marL="512233" indent="-139700" algn="l">
              <a:lnSpc>
                <a:spcPct val="110000"/>
              </a:lnSpc>
              <a:spcBef>
                <a:spcPts val="0"/>
              </a:spcBef>
              <a:spcAft>
                <a:spcPts val="733"/>
              </a:spcAft>
              <a:buChar char="•"/>
              <a:defRPr sz="1375" b="0">
                <a:solidFill>
                  <a:schemeClr val="tx1"/>
                </a:solidFill>
                <a:latin typeface="+mn-lt"/>
                <a:ea typeface="+mn-lt"/>
                <a:cs typeface="+mn-lt"/>
              </a:defRPr>
            </a:lvl3pPr>
            <a:lvl4pPr marL="698500" indent="-139700" algn="l">
              <a:lnSpc>
                <a:spcPct val="110000"/>
              </a:lnSpc>
              <a:spcBef>
                <a:spcPts val="0"/>
              </a:spcBef>
              <a:spcAft>
                <a:spcPts val="733"/>
              </a:spcAft>
              <a:buChar char="•"/>
              <a:defRPr sz="1375" b="0">
                <a:solidFill>
                  <a:schemeClr val="tx1"/>
                </a:solidFill>
                <a:latin typeface="+mn-lt"/>
                <a:ea typeface="+mn-lt"/>
                <a:cs typeface="+mn-lt"/>
              </a:defRPr>
            </a:lvl4pPr>
            <a:lvl5pPr marL="884767" indent="-139700" algn="l">
              <a:lnSpc>
                <a:spcPct val="110000"/>
              </a:lnSpc>
              <a:spcBef>
                <a:spcPts val="0"/>
              </a:spcBef>
              <a:spcAft>
                <a:spcPts val="733"/>
              </a:spcAft>
              <a:buChar char="•"/>
              <a:defRPr sz="1375" b="0">
                <a:solidFill>
                  <a:schemeClr val="tx1"/>
                </a:solidFill>
                <a:latin typeface="+mn-lt"/>
                <a:ea typeface="+mn-lt"/>
                <a:cs typeface="+mn-lt"/>
              </a:defRPr>
            </a:lvl5pPr>
            <a:lvl6pPr marL="1071033" indent="-139700" algn="l">
              <a:lnSpc>
                <a:spcPct val="110000"/>
              </a:lnSpc>
              <a:spcBef>
                <a:spcPts val="0"/>
              </a:spcBef>
              <a:spcAft>
                <a:spcPts val="733"/>
              </a:spcAft>
              <a:buChar char="•"/>
              <a:defRPr sz="1375" b="0">
                <a:solidFill>
                  <a:schemeClr val="tx1"/>
                </a:solidFill>
                <a:latin typeface="+mn-lt"/>
                <a:ea typeface="+mn-lt"/>
                <a:cs typeface="+mn-lt"/>
              </a:defRPr>
            </a:lvl6pPr>
            <a:lvl7pPr marL="1257300" indent="-139700" algn="l">
              <a:lnSpc>
                <a:spcPct val="110000"/>
              </a:lnSpc>
              <a:spcBef>
                <a:spcPts val="0"/>
              </a:spcBef>
              <a:spcAft>
                <a:spcPts val="733"/>
              </a:spcAft>
              <a:buChar char="•"/>
              <a:defRPr sz="1375" b="0">
                <a:solidFill>
                  <a:schemeClr val="tx1"/>
                </a:solidFill>
                <a:latin typeface="+mn-lt"/>
                <a:ea typeface="+mn-lt"/>
                <a:cs typeface="+mn-lt"/>
              </a:defRPr>
            </a:lvl7pPr>
            <a:lvl8pPr marL="1443567" indent="-139700" algn="l">
              <a:lnSpc>
                <a:spcPct val="110000"/>
              </a:lnSpc>
              <a:spcBef>
                <a:spcPts val="0"/>
              </a:spcBef>
              <a:spcAft>
                <a:spcPts val="733"/>
              </a:spcAft>
              <a:buChar char="•"/>
              <a:defRPr sz="1375" b="0">
                <a:solidFill>
                  <a:schemeClr val="tx1"/>
                </a:solidFill>
                <a:latin typeface="+mn-lt"/>
                <a:ea typeface="+mn-lt"/>
                <a:cs typeface="+mn-lt"/>
              </a:defRPr>
            </a:lvl8pPr>
            <a:lvl9pPr marL="1629833" indent="-139700" algn="l">
              <a:lnSpc>
                <a:spcPct val="110000"/>
              </a:lnSpc>
              <a:spcBef>
                <a:spcPts val="0"/>
              </a:spcBef>
              <a:spcAft>
                <a:spcPts val="733"/>
              </a:spcAft>
              <a:buChar char="•"/>
              <a:defRPr sz="1375" b="0">
                <a:solidFill>
                  <a:schemeClr val="tx1"/>
                </a:solidFill>
                <a:latin typeface="+mn-lt"/>
                <a:ea typeface="+mn-lt"/>
                <a:cs typeface="+mn-lt"/>
              </a:defRPr>
            </a:lvl9pPr>
          </a:lstStyle>
          <a:p xmlns:a="http://schemas.openxmlformats.org/drawingml/2006/main"/>
        </p:txBody>
      </p:sp>
    </p:spTree>
  </p:cSld>
</p:sldLayout>
</file>

<file path=ppt/main_figures/Fig5/ppt/slideLayouts/slideLayout6.xml><?xml version="1.0" encoding="utf-8"?>
<p:sldLayout xmlns:p="http://schemas.openxmlformats.org/presentationml/2006/main" type="blank">
  <p:cSld name="Blank">
    <p:spTree>
      <p:nvGrpSpPr>
        <p:cNvPr id="1" name=""/>
        <p:cNvGrpSpPr/>
        <p:nvPr/>
      </p:nvGrpSpPr>
      <p:grpSpPr>
        <a:xfrm xmlns:a="http://schemas.openxmlformats.org/drawingml/2006/main"/>
      </p:grpSpPr>
    </p:spTree>
  </p:cSld>
</p:sldLayout>
</file>

<file path=ppt/main_figures/Fig5/ppt/slideMasters/_rels/slideMaster1.xml.rels><?xml version='1.0' encoding='utf-8'?>
<Relationships xmlns="http://schemas.openxmlformats.org/package/2006/relationships"><Relationship Type="http://schemas.openxmlformats.org/officeDocument/2006/relationships/theme" Target="/ppt/main_figures/Fig5/ppt/slideMasters/theme/theme2.xml" Id="R0b88774f507b4c59" /><Relationship Type="http://schemas.openxmlformats.org/officeDocument/2006/relationships/slideLayout" Target="/ppt/main_figures/Fig5/ppt/slideLayouts/slideLayout1.xml" Id="Ra03e6ab7d2864d38" /><Relationship Type="http://schemas.openxmlformats.org/officeDocument/2006/relationships/slideLayout" Target="/ppt/main_figures/Fig5/ppt/slideLayouts/slideLayout2.xml" Id="R89c53cd5d3e74793" /><Relationship Type="http://schemas.openxmlformats.org/officeDocument/2006/relationships/slideLayout" Target="/ppt/main_figures/Fig5/ppt/slideLayouts/slideLayout3.xml" Id="R19ed5a9f34e24d0b" /><Relationship Type="http://schemas.openxmlformats.org/officeDocument/2006/relationships/slideLayout" Target="/ppt/main_figures/Fig5/ppt/slideLayouts/slideLayout4.xml" Id="R2f4aac97ca054381" /><Relationship Type="http://schemas.openxmlformats.org/officeDocument/2006/relationships/slideLayout" Target="/ppt/main_figures/Fig5/ppt/slideLayouts/slideLayout5.xml" Id="R8399a8a391174a51" /><Relationship Type="http://schemas.openxmlformats.org/officeDocument/2006/relationships/slideLayout" Target="/ppt/main_figures/Fig5/ppt/slideLayouts/slideLayout6.xml" Id="R319fd238d2824038" /></Relationships>
</file>

<file path=ppt/main_figures/Fig5/ppt/slideMasters/slideMaster1.xml><?xml version="1.0" encoding="utf-8"?>
<p:sldMaster xmlns:p="http://schemas.openxmlformats.org/presentationml/2006/main">
  <p:cSld name="Master">
    <p:bg>
      <p:bgRef idx="1001">
        <a:schemeClr xmlns:a="http://schemas.openxmlformats.org/drawingml/2006/main" val="bg1"/>
      </p:bgRef>
    </p:bg>
    <p:spTree>
      <p:nvGrpSpPr>
        <p:cNvPr id="1" name=""/>
        <p:cNvGrpSpPr/>
        <p:nvPr/>
      </p:nvGrpSpPr>
      <p:grpSpPr>
        <a:xfrm xmlns:a="http://schemas.openxmlformats.org/drawingml/2006/main"/>
      </p:grpSpPr>
    </p:spTree>
  </p:cSld>
  <p:clrMap bg1="lt1" tx1="dk1" bg2="lt2" tx2="dk2" accent1="accent1" accent2="accent2" accent3="accent3" accent4="accent4" accent5="accent5" accent6="accent6" hlink="hlink" folHlink="folHlink"/>
  <p:sldLayoutIdLst>
    <p:sldLayoutId xmlns:r="http://schemas.openxmlformats.org/officeDocument/2006/relationships" id="2147483649" r:id="Ra03e6ab7d2864d38"/>
    <p:sldLayoutId xmlns:r="http://schemas.openxmlformats.org/officeDocument/2006/relationships" id="2147483650" r:id="R89c53cd5d3e74793"/>
    <p:sldLayoutId xmlns:r="http://schemas.openxmlformats.org/officeDocument/2006/relationships" id="2147483651" r:id="R19ed5a9f34e24d0b"/>
    <p:sldLayoutId xmlns:r="http://schemas.openxmlformats.org/officeDocument/2006/relationships" id="2147483652" r:id="R2f4aac97ca054381"/>
    <p:sldLayoutId xmlns:r="http://schemas.openxmlformats.org/officeDocument/2006/relationships" id="2147483653" r:id="R8399a8a391174a51"/>
    <p:sldLayoutId xmlns:r="http://schemas.openxmlformats.org/officeDocument/2006/relationships" id="2147483654" r:id="R319fd238d2824038"/>
  </p:sldLayoutIdLst>
  <p:txStyles>
    <p:titleStyle>
      <a:lvl1pPr xmlns:a="http://schemas.openxmlformats.org/drawingml/2006/main" algn="l">
        <a:lnSpc>
          <a:spcPct val="90000"/>
        </a:lnSpc>
        <a:spcBef>
          <a:spcPts val="0"/>
        </a:spcBef>
        <a:buNone/>
        <a:defRPr sz="4400">
          <a:solidFill>
            <a:schemeClr val="tx1"/>
          </a:solidFill>
          <a:latin typeface="+mj-lt"/>
          <a:ea typeface="+mj-lt"/>
          <a:cs typeface="+mj-lt"/>
        </a:defRPr>
      </a:lvl1pPr>
    </p:titleStyle>
    <p:bodyStyle>
      <a:lvl1pPr xmlns:a="http://schemas.openxmlformats.org/drawingml/2006/main" marL="228600" indent="-228600" algn="l">
        <a:lnSpc>
          <a:spcPct val="90000"/>
        </a:lnSpc>
        <a:spcBef>
          <a:spcPts val="1000"/>
        </a:spcBef>
        <a:buChar char="•"/>
        <a:defRPr sz="2800">
          <a:solidFill>
            <a:schemeClr val="tx1"/>
          </a:solidFill>
          <a:latin typeface="+mn-lt"/>
          <a:ea typeface="+mn-lt"/>
          <a:cs typeface="+mn-lt"/>
        </a:defRPr>
      </a:lvl1pPr>
      <a:lvl2pPr xmlns:a="http://schemas.openxmlformats.org/drawingml/2006/main" marL="685800" indent="-228600" algn="l">
        <a:lnSpc>
          <a:spcPct val="90000"/>
        </a:lnSpc>
        <a:spcBef>
          <a:spcPts val="500"/>
        </a:spcBef>
        <a:buChar char="•"/>
        <a:defRPr sz="2400">
          <a:solidFill>
            <a:schemeClr val="tx1"/>
          </a:solidFill>
          <a:latin typeface="+mn-lt"/>
          <a:ea typeface="+mn-lt"/>
          <a:cs typeface="+mn-lt"/>
        </a:defRPr>
      </a:lvl2pPr>
      <a:lvl3pPr xmlns:a="http://schemas.openxmlformats.org/drawingml/2006/main" marL="1143000" indent="-228600" algn="l">
        <a:lnSpc>
          <a:spcPct val="90000"/>
        </a:lnSpc>
        <a:spcBef>
          <a:spcPts val="500"/>
        </a:spcBef>
        <a:buChar char="•"/>
        <a:defRPr sz="2000">
          <a:solidFill>
            <a:schemeClr val="tx1"/>
          </a:solidFill>
          <a:latin typeface="+mn-lt"/>
          <a:ea typeface="+mn-lt"/>
          <a:cs typeface="+mn-lt"/>
        </a:defRPr>
      </a:lvl3pPr>
      <a:lvl4pPr xmlns:a="http://schemas.openxmlformats.org/drawingml/2006/main" marL="1600200" indent="-228600" algn="l">
        <a:lnSpc>
          <a:spcPct val="90000"/>
        </a:lnSpc>
        <a:spcBef>
          <a:spcPts val="500"/>
        </a:spcBef>
        <a:buChar char="•"/>
        <a:defRPr sz="1800">
          <a:solidFill>
            <a:schemeClr val="tx1"/>
          </a:solidFill>
          <a:latin typeface="+mn-lt"/>
          <a:ea typeface="+mn-lt"/>
          <a:cs typeface="+mn-lt"/>
        </a:defRPr>
      </a:lvl4pPr>
      <a:lvl5pPr xmlns:a="http://schemas.openxmlformats.org/drawingml/2006/main" marL="2057400" indent="-228600" algn="l">
        <a:lnSpc>
          <a:spcPct val="90000"/>
        </a:lnSpc>
        <a:spcBef>
          <a:spcPts val="500"/>
        </a:spcBef>
        <a:buChar char="•"/>
        <a:defRPr sz="1800">
          <a:solidFill>
            <a:schemeClr val="tx1"/>
          </a:solidFill>
          <a:latin typeface="+mn-lt"/>
          <a:ea typeface="+mn-lt"/>
          <a:cs typeface="+mn-lt"/>
        </a:defRPr>
      </a:lvl5pPr>
      <a:lvl6pPr xmlns:a="http://schemas.openxmlformats.org/drawingml/2006/main" marL="2514600" indent="-228600" algn="l">
        <a:lnSpc>
          <a:spcPct val="90000"/>
        </a:lnSpc>
        <a:spcBef>
          <a:spcPts val="500"/>
        </a:spcBef>
        <a:buChar char="•"/>
        <a:defRPr sz="1800">
          <a:solidFill>
            <a:schemeClr val="tx1"/>
          </a:solidFill>
          <a:latin typeface="+mn-lt"/>
          <a:ea typeface="+mn-lt"/>
          <a:cs typeface="+mn-lt"/>
        </a:defRPr>
      </a:lvl6pPr>
      <a:lvl7pPr xmlns:a="http://schemas.openxmlformats.org/drawingml/2006/main" marL="2971800" indent="-228600" algn="l">
        <a:lnSpc>
          <a:spcPct val="90000"/>
        </a:lnSpc>
        <a:spcBef>
          <a:spcPts val="500"/>
        </a:spcBef>
        <a:buChar char="•"/>
        <a:defRPr sz="1800">
          <a:solidFill>
            <a:schemeClr val="tx1"/>
          </a:solidFill>
          <a:latin typeface="+mn-lt"/>
          <a:ea typeface="+mn-lt"/>
          <a:cs typeface="+mn-lt"/>
        </a:defRPr>
      </a:lvl7pPr>
      <a:lvl8pPr xmlns:a="http://schemas.openxmlformats.org/drawingml/2006/main" marL="3429000" indent="-228600" algn="l">
        <a:lnSpc>
          <a:spcPct val="90000"/>
        </a:lnSpc>
        <a:spcBef>
          <a:spcPts val="500"/>
        </a:spcBef>
        <a:buChar char="•"/>
        <a:defRPr sz="1800">
          <a:solidFill>
            <a:schemeClr val="tx1"/>
          </a:solidFill>
          <a:latin typeface="+mn-lt"/>
          <a:ea typeface="+mn-lt"/>
          <a:cs typeface="+mn-lt"/>
        </a:defRPr>
      </a:lvl8pPr>
      <a:lvl9pPr xmlns:a="http://schemas.openxmlformats.org/drawingml/2006/main" marL="3886200" indent="-228600" algn="l">
        <a:lnSpc>
          <a:spcPct val="90000"/>
        </a:lnSpc>
        <a:spcBef>
          <a:spcPts val="500"/>
        </a:spcBef>
        <a:buChar char="•"/>
        <a:defRPr sz="1800">
          <a:solidFill>
            <a:schemeClr val="tx1"/>
          </a:solidFill>
          <a:latin typeface="+mn-lt"/>
          <a:ea typeface="+mn-lt"/>
          <a:cs typeface="+mn-lt"/>
        </a:defRPr>
      </a:lvl9pPr>
    </p:bodyStyle>
    <p:otherStyle>
      <a:lvl1pPr xmlns:a="http://schemas.openxmlformats.org/drawingml/2006/main" marL="0" algn="l">
        <a:buNone/>
        <a:defRPr sz="1800">
          <a:solidFill>
            <a:schemeClr val="tx1"/>
          </a:solidFill>
          <a:latin typeface="+mn-lt"/>
          <a:ea typeface="+mn-lt"/>
          <a:cs typeface="+mn-lt"/>
        </a:defRPr>
      </a:lvl1pPr>
      <a:lvl2pPr xmlns:a="http://schemas.openxmlformats.org/drawingml/2006/main" marL="457200" algn="l">
        <a:buNone/>
        <a:defRPr sz="1800">
          <a:solidFill>
            <a:schemeClr val="tx1"/>
          </a:solidFill>
          <a:latin typeface="+mn-lt"/>
          <a:ea typeface="+mn-lt"/>
          <a:cs typeface="+mn-lt"/>
        </a:defRPr>
      </a:lvl2pPr>
      <a:lvl3pPr xmlns:a="http://schemas.openxmlformats.org/drawingml/2006/main" marL="914400" algn="l">
        <a:buNone/>
        <a:defRPr sz="1800">
          <a:solidFill>
            <a:schemeClr val="tx1"/>
          </a:solidFill>
          <a:latin typeface="+mn-lt"/>
          <a:ea typeface="+mn-lt"/>
          <a:cs typeface="+mn-lt"/>
        </a:defRPr>
      </a:lvl3pPr>
      <a:lvl4pPr xmlns:a="http://schemas.openxmlformats.org/drawingml/2006/main" marL="1371600" algn="l">
        <a:buNone/>
        <a:defRPr sz="1800">
          <a:solidFill>
            <a:schemeClr val="tx1"/>
          </a:solidFill>
          <a:latin typeface="+mn-lt"/>
          <a:ea typeface="+mn-lt"/>
          <a:cs typeface="+mn-lt"/>
        </a:defRPr>
      </a:lvl4pPr>
      <a:lvl5pPr xmlns:a="http://schemas.openxmlformats.org/drawingml/2006/main" marL="1828800" algn="l">
        <a:buNone/>
        <a:defRPr sz="1800">
          <a:solidFill>
            <a:schemeClr val="tx1"/>
          </a:solidFill>
          <a:latin typeface="+mn-lt"/>
          <a:ea typeface="+mn-lt"/>
          <a:cs typeface="+mn-lt"/>
        </a:defRPr>
      </a:lvl5pPr>
      <a:lvl6pPr xmlns:a="http://schemas.openxmlformats.org/drawingml/2006/main" marL="2286000" algn="l">
        <a:buNone/>
        <a:defRPr sz="1800">
          <a:solidFill>
            <a:schemeClr val="tx1"/>
          </a:solidFill>
          <a:latin typeface="+mn-lt"/>
          <a:ea typeface="+mn-lt"/>
          <a:cs typeface="+mn-lt"/>
        </a:defRPr>
      </a:lvl6pPr>
      <a:lvl7pPr xmlns:a="http://schemas.openxmlformats.org/drawingml/2006/main" marL="2743200" algn="l">
        <a:buNone/>
        <a:defRPr sz="1800">
          <a:solidFill>
            <a:schemeClr val="tx1"/>
          </a:solidFill>
          <a:latin typeface="+mn-lt"/>
          <a:ea typeface="+mn-lt"/>
          <a:cs typeface="+mn-lt"/>
        </a:defRPr>
      </a:lvl7pPr>
      <a:lvl8pPr xmlns:a="http://schemas.openxmlformats.org/drawingml/2006/main" marL="3200400" algn="l">
        <a:buNone/>
        <a:defRPr sz="1800">
          <a:solidFill>
            <a:schemeClr val="tx1"/>
          </a:solidFill>
          <a:latin typeface="+mn-lt"/>
          <a:ea typeface="+mn-lt"/>
          <a:cs typeface="+mn-lt"/>
        </a:defRPr>
      </a:lvl8pPr>
      <a:lvl9pPr xmlns:a="http://schemas.openxmlformats.org/drawingml/2006/main" marL="3657600" algn="l">
        <a:buNone/>
        <a:defRPr sz="1800">
          <a:solidFill>
            <a:schemeClr val="tx1"/>
          </a:solidFill>
          <a:latin typeface="+mn-lt"/>
          <a:ea typeface="+mn-lt"/>
          <a:cs typeface="+mn-lt"/>
        </a:defRPr>
      </a:lvl9pPr>
    </p:otherStyle>
  </p:txStyles>
</p:sldMaster>
</file>

<file path=ppt/main_figures/Fig5/ppt/slideMasters/theme/theme2.xml><?xml version="1.0" encoding="utf-8"?>
<a:theme xmlns:a="http://schemas.openxmlformats.org/drawingml/2006/main" name="ChatGPT">
  <a:themeElements>
    <a:clrScheme name="ChatGPT">
      <a:dk1>
        <a:srgbClr val="000000"/>
      </a:dk1>
      <a:lt1>
        <a:srgbClr val="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
      <a:majorFont>
        <a:latin typeface="Arial"/>
        <a:ea typeface=""/>
        <a:cs typeface=""/>
      </a:majorFont>
      <a:minorFont>
        <a:latin typeface="Arial"/>
        <a:ea typeface=""/>
        <a:cs typeface=""/>
      </a:minorFont>
    </a:fontScheme>
    <a:fmtScheme name="ChatGPT">
      <a:fillStyleLst>
        <a:solidFill>
          <a:schemeClr val="phClr"/>
        </a:solidFill>
        <a:gradFill>
          <a:gsLst>
            <a:gs pos="0">
              <a:schemeClr val="phClr">
                <a:tint val="67000"/>
                <a:lumMod val="110000"/>
                <a:satMod val="105000"/>
              </a:schemeClr>
            </a:gs>
            <a:gs pos="50000">
              <a:schemeClr val="phClr">
                <a:tint val="73000"/>
                <a:lumMod val="105000"/>
                <a:satMod val="103000"/>
              </a:schemeClr>
            </a:gs>
            <a:gs pos="100000">
              <a:schemeClr val="phClr">
                <a:tint val="81000"/>
                <a:lumMod val="105000"/>
                <a:satMod val="109000"/>
              </a:schemeClr>
            </a:gs>
          </a:gsLst>
          <a:lin ang="5400000" scaled="0"/>
        </a:gradFill>
        <a:gradFill>
          <a:gsLst>
            <a:gs pos="0">
              <a:schemeClr val="phClr">
                <a:tint val="94000"/>
                <a:lumMod val="102000"/>
                <a:satMod val="103000"/>
              </a:schemeClr>
            </a:gs>
            <a:gs pos="50000">
              <a:schemeClr val="phClr">
                <a:shade val="100000"/>
                <a:lumMod val="100000"/>
                <a:satMod val="110000"/>
              </a:schemeClr>
            </a:gs>
            <a:gs pos="100000">
              <a:schemeClr val="phClr">
                <a:shade val="78000"/>
                <a:lumMod val="99000"/>
                <a:satMod val="120000"/>
              </a:schemeClr>
            </a:gs>
          </a:gsLst>
          <a:lin ang="5400000" scaled="0"/>
        </a:gradFill>
      </a:fillStyleLst>
      <a:lnStyleLst>
        <a:ln w="12700">
          <a:solidFill>
            <a:schemeClr val="phClr"/>
          </a:solidFill>
          <a:prstDash val="solid"/>
        </a:ln>
        <a:ln w="19050">
          <a:solidFill>
            <a:schemeClr val="phClr"/>
          </a:solidFill>
          <a:prstDash val="solid"/>
        </a:ln>
        <a:ln w="25400">
          <a:solidFill>
            <a:schemeClr val="phClr"/>
          </a:solidFill>
          <a:prstDash val="solid"/>
        </a:ln>
      </a:lnStyleLst>
      <a:effectStyleLst>
        <a:effectStyle>
          <a:effectLst/>
        </a:effectStyle>
        <a:effectStyle>
          <a:effectLst/>
        </a:effectStyle>
        <a:effectStyle>
          <a:effectLst>
            <a:outerShdw blurRad="57150" dist="19050" dir="5400000">
              <a:srgbClr val="000000">
                <a:alpha val="16000"/>
              </a:srgbClr>
            </a:outerShdw>
          </a:effectLst>
        </a:effectStyle>
        <a:effectStyle>
          <a:effectLst>
            <a:outerShdw blurRad="19050" dist="9525" dir="5400000">
              <a:srgbClr val="000000">
                <a:alpha val="6000"/>
              </a:srgbClr>
            </a:outerShdw>
          </a:effectLst>
        </a:effectStyle>
        <a:effectStyle>
          <a:effectLst>
            <a:outerShdw blurRad="28575" dist="9525" dir="5400000">
              <a:srgbClr val="000000">
                <a:alpha val="8000"/>
              </a:srgbClr>
            </a:outerShdw>
          </a:effectLst>
        </a:effectStyle>
        <a:effectStyle>
          <a:effectLst>
            <a:outerShdw blurRad="57150" dist="19050" dir="5400000">
              <a:srgbClr val="000000">
                <a:alpha val="10000"/>
              </a:srgbClr>
            </a:outerShdw>
          </a:effectLst>
        </a:effectStyle>
        <a:effectStyle>
          <a:effectLst>
            <a:outerShdw blurRad="114300" dist="38100" dir="5400000">
              <a:srgbClr val="000000">
                <a:alpha val="12000"/>
              </a:srgbClr>
            </a:outerShdw>
          </a:effectLst>
        </a:effectStyle>
        <a:effectStyle>
          <a:effectLst>
            <a:outerShdw blurRad="171450" dist="57150" dir="5400000">
              <a:srgbClr val="000000">
                <a:alpha val="16000"/>
              </a:srgbClr>
            </a:outerShdw>
          </a:effectLst>
        </a:effectStyle>
        <a:effectStyle>
          <a:effectLst>
            <a:outerShdw blurRad="266700" dist="95250" dir="5400000">
              <a:srgbClr val="000000">
                <a:alpha val="24000"/>
              </a:srgbClr>
            </a:outerShdw>
          </a:effectLst>
        </a:effectStyle>
      </a:effectStyleLst>
      <a:bgFillStyleLst>
        <a:solidFill>
          <a:schemeClr val="phClr"/>
        </a:solidFill>
        <a:solidFill>
          <a:schemeClr val="phClr">
            <a:tint val="95000"/>
            <a:satMod val="170000"/>
          </a:schemeClr>
        </a:solidFill>
        <a:gradFill>
          <a:gsLst>
            <a:gs pos="0">
              <a:schemeClr val="phClr">
                <a:tint val="93000"/>
                <a:shade val="98000"/>
                <a:lumMod val="102000"/>
                <a:satMod val="150000"/>
              </a:schemeClr>
            </a:gs>
            <a:gs pos="50000">
              <a:schemeClr val="phClr">
                <a:tint val="98000"/>
                <a:shade val="90000"/>
                <a:lumMod val="103000"/>
                <a:satMod val="130000"/>
              </a:schemeClr>
            </a:gs>
            <a:gs pos="100000">
              <a:schemeClr val="phClr">
                <a:shade val="63000"/>
                <a:satMod val="120000"/>
              </a:schemeClr>
            </a:gs>
          </a:gsLst>
          <a:lin ang="5400000" scaled="0"/>
        </a:gradFill>
      </a:bgFillStyleLst>
    </a:fmtScheme>
  </a:themeElements>
</a:theme>
</file>

<file path=ppt/main_figures/Fig5/ppt/slides/_rels/slide1.xml.rels><?xml version='1.0' encoding='utf-8'?>
<Relationships xmlns="http://schemas.openxmlformats.org/package/2006/relationships"><Relationship Type="http://schemas.openxmlformats.org/officeDocument/2006/relationships/slideLayout" Target="/ppt/main_figures/Fig5/ppt/slideLayouts/slideLayout6.xml" Id="Re1ef238375454479" /><Relationship Type="http://schemas.openxmlformats.org/officeDocument/2006/relationships/chart" Target="/ppt/main_figures/Fig5/ppt/slides/charts/chart1.xml" Id="R3fe300061d944fd2" /><Relationship Type="http://schemas.openxmlformats.org/officeDocument/2006/relationships/chart" Target="/ppt/main_figures/Fig5/ppt/slides/charts/chart2.xml" Id="R1690172561004f65" /><Relationship Type="http://schemas.openxmlformats.org/officeDocument/2006/relationships/chart" Target="/ppt/main_figures/Fig5/ppt/slides/charts/chart3.xml" Id="Re5b308f6c35844b2" /><Relationship Type="http://schemas.openxmlformats.org/officeDocument/2006/relationships/chart" Target="/ppt/main_figures/Fig5/ppt/slides/charts/chart4.xml" Id="R9d0cbc572bda4ed6" /><Relationship Type="http://schemas.openxmlformats.org/officeDocument/2006/relationships/chart" Target="/ppt/main_figures/Fig5/ppt/slides/charts/chart5.xml" Id="R5b4d00c5d1454383" /><Relationship Type="http://schemas.openxmlformats.org/officeDocument/2006/relationships/notesSlide" Target="/ppt/main_figures/Fig5/ppt/notesSlides/notesSlide1.xml" Id="R1f787ca14de74ad3" /></Relationships>
</file>

<file path=ppt/main_figures/Fig5/ppt/slides/charts/chart1.xml><?xml version="1.0" encoding="utf-8"?>
<c:chartSpace xmlns:c="http://schemas.openxmlformats.org/drawingml/2006/chart">
  <c:lang val="en-US"/>
  <c:chart>
    <c:plotArea>
      <c:scatterChart>
        <c:scatterStyle val="lineMarker"/>
        <c:varyColors val="0"/>
        <c:ser>
          <c:idx val="0"/>
          <c:order val="0"/>
          <c:tx>
            <c:v>Exact frontier F</c:v>
          </c:tx>
          <c:spPr>
            <a:noFill xmlns:a="http://schemas.openxmlformats.org/drawingml/2006/main"/>
            <a:ln xmlns:a="http://schemas.openxmlformats.org/drawingml/2006/main" w="16193">
              <a:solidFill>
                <a:srgbClr val="0072B2"/>
              </a:solidFill>
              <a:prstDash val="solid"/>
            </a:ln>
          </c:spPr>
          <c:marker>
            <c:symbol val="none"/>
            <c:size val="7"/>
            <c:spPr>
              <a:solidFill xmlns:a="http://schemas.openxmlformats.org/drawingml/2006/main">
                <a:srgbClr val="0072B2"/>
              </a:solidFill>
            </c:spPr>
          </c:marker>
          <c:xVal>
            <c:numLit>
              <c:formatCode>General</c:formatCode>
              <c:ptCount val="450"/>
              <c:pt idx="0">
                <c:v>0</c:v>
              </c:pt>
              <c:pt idx="1">
                <c:v>0.002252052669056858</c:v>
              </c:pt>
              <c:pt idx="2">
                <c:v>0.002252052669056858</c:v>
              </c:pt>
              <c:pt idx="3">
                <c:v>0.002667417650689099</c:v>
              </c:pt>
              <c:pt idx="4">
                <c:v>0.002667417650689099</c:v>
              </c:pt>
              <c:pt idx="5">
                <c:v>0.002718788031746794</c:v>
              </c:pt>
              <c:pt idx="6">
                <c:v>0.002718788031746794</c:v>
              </c:pt>
              <c:pt idx="7">
                <c:v>0.009351631370903224</c:v>
              </c:pt>
              <c:pt idx="8">
                <c:v>0.009351631370903224</c:v>
              </c:pt>
              <c:pt idx="9">
                <c:v>0.01324046303933057</c:v>
              </c:pt>
              <c:pt idx="10">
                <c:v>0.01324046303933057</c:v>
              </c:pt>
              <c:pt idx="11">
                <c:v>0.014033448104779966</c:v>
              </c:pt>
              <c:pt idx="12">
                <c:v>0.014033448104779966</c:v>
              </c:pt>
              <c:pt idx="13">
                <c:v>0.01943024637344942</c:v>
              </c:pt>
              <c:pt idx="14">
                <c:v>0.01943024637344942</c:v>
              </c:pt>
              <c:pt idx="15">
                <c:v>0.03158041103959923</c:v>
              </c:pt>
              <c:pt idx="16">
                <c:v>0.03158041103959923</c:v>
              </c:pt>
              <c:pt idx="17">
                <c:v>0.033446968075013815</c:v>
              </c:pt>
              <c:pt idx="18">
                <c:v>0.033446968075013815</c:v>
              </c:pt>
              <c:pt idx="19">
                <c:v>0.04037310972147003</c:v>
              </c:pt>
              <c:pt idx="20">
                <c:v>0.04037310972147003</c:v>
              </c:pt>
              <c:pt idx="21">
                <c:v>0.043732918165262286</c:v>
              </c:pt>
              <c:pt idx="22">
                <c:v>0.043732918165262286</c:v>
              </c:pt>
              <c:pt idx="23">
                <c:v>0.044688761249184576</c:v>
              </c:pt>
              <c:pt idx="24">
                <c:v>0.044688761249184576</c:v>
              </c:pt>
              <c:pt idx="25">
                <c:v>0.047183182579732585</c:v>
              </c:pt>
              <c:pt idx="26">
                <c:v>0.047183182579732585</c:v>
              </c:pt>
              <c:pt idx="27">
                <c:v>0.07187764413911589</c:v>
              </c:pt>
              <c:pt idx="28">
                <c:v>0.07187764413911589</c:v>
              </c:pt>
              <c:pt idx="29">
                <c:v>0.08027305479823353</c:v>
              </c:pt>
              <c:pt idx="30">
                <c:v>0.08027305479823353</c:v>
              </c:pt>
              <c:pt idx="31">
                <c:v>0.08563167304010408</c:v>
              </c:pt>
              <c:pt idx="32">
                <c:v>0.08563167304010408</c:v>
              </c:pt>
              <c:pt idx="33">
                <c:v>0.09181474862502124</c:v>
              </c:pt>
              <c:pt idx="34">
                <c:v>0.09181474862502124</c:v>
              </c:pt>
              <c:pt idx="35">
                <c:v>0.10438427983726947</c:v>
              </c:pt>
              <c:pt idx="36">
                <c:v>0.10438427983726947</c:v>
              </c:pt>
              <c:pt idx="37">
                <c:v>0.10448062015769456</c:v>
              </c:pt>
              <c:pt idx="38">
                <c:v>0.10448062015769456</c:v>
              </c:pt>
              <c:pt idx="39">
                <c:v>0.11910800805338122</c:v>
              </c:pt>
              <c:pt idx="40">
                <c:v>0.11910800805338122</c:v>
              </c:pt>
              <c:pt idx="41">
                <c:v>0.13975083228883003</c:v>
              </c:pt>
              <c:pt idx="42">
                <c:v>0.13975083228883003</c:v>
              </c:pt>
              <c:pt idx="43">
                <c:v>0.1974308330015172</c:v>
              </c:pt>
              <c:pt idx="44">
                <c:v>0.1974308330015172</c:v>
              </c:pt>
              <c:pt idx="45">
                <c:v>0.20655724103365372</c:v>
              </c:pt>
              <c:pt idx="46">
                <c:v>0.20655724103365372</c:v>
              </c:pt>
              <c:pt idx="47">
                <c:v>0.21887447901258494</c:v>
              </c:pt>
              <c:pt idx="48">
                <c:v>0.21887447901258494</c:v>
              </c:pt>
              <c:pt idx="49">
                <c:v>0.22991578145830682</c:v>
              </c:pt>
              <c:pt idx="50">
                <c:v>0.22991578145830682</c:v>
              </c:pt>
              <c:pt idx="51">
                <c:v>0.24360370152696334</c:v>
              </c:pt>
              <c:pt idx="52">
                <c:v>0.24360370152696334</c:v>
              </c:pt>
              <c:pt idx="53">
                <c:v>0.24571530670915126</c:v>
              </c:pt>
              <c:pt idx="54">
                <c:v>0.24571530670915126</c:v>
              </c:pt>
              <c:pt idx="55">
                <c:v>0.28282063810483854</c:v>
              </c:pt>
              <c:pt idx="56">
                <c:v>0.28282063810483854</c:v>
              </c:pt>
              <c:pt idx="57">
                <c:v>0.30877358946820743</c:v>
              </c:pt>
              <c:pt idx="58">
                <c:v>0.30877358946820743</c:v>
              </c:pt>
              <c:pt idx="59">
                <c:v>0.31239450023010307</c:v>
              </c:pt>
              <c:pt idx="60">
                <c:v>0.31239450023010307</c:v>
              </c:pt>
              <c:pt idx="61">
                <c:v>0.31284070861212643</c:v>
              </c:pt>
              <c:pt idx="62">
                <c:v>0.31284070861212643</c:v>
              </c:pt>
              <c:pt idx="63">
                <c:v>0.38632591866094196</c:v>
              </c:pt>
              <c:pt idx="64">
                <c:v>0.38632591866094196</c:v>
              </c:pt>
              <c:pt idx="65">
                <c:v>0.3982402167583406</c:v>
              </c:pt>
              <c:pt idx="66">
                <c:v>0.3982402167583406</c:v>
              </c:pt>
              <c:pt idx="67">
                <c:v>0.4428266354446047</c:v>
              </c:pt>
              <c:pt idx="68">
                <c:v>0.4428266354446047</c:v>
              </c:pt>
              <c:pt idx="69">
                <c:v>0.4912777545119961</c:v>
              </c:pt>
              <c:pt idx="70">
                <c:v>0.4912777545119961</c:v>
              </c:pt>
              <c:pt idx="71">
                <c:v>0.5</c:v>
              </c:pt>
              <c:pt idx="72">
                <c:v>0.5</c:v>
              </c:pt>
              <c:pt idx="73">
                <c:v>0.6433427320849572</c:v>
              </c:pt>
              <c:pt idx="74">
                <c:v>0.6433427320849572</c:v>
              </c:pt>
              <c:pt idx="75">
                <c:v>0.6530267899600377</c:v>
              </c:pt>
              <c:pt idx="76">
                <c:v>0.6530267899600377</c:v>
              </c:pt>
              <c:pt idx="77">
                <c:v>0.7169333815719647</c:v>
              </c:pt>
              <c:pt idx="78">
                <c:v>0.7169333815719647</c:v>
              </c:pt>
              <c:pt idx="79">
                <c:v>0.7311531515159725</c:v>
              </c:pt>
              <c:pt idx="80">
                <c:v>0.7311531515159725</c:v>
              </c:pt>
              <c:pt idx="81">
                <c:v>0.7666326528200673</c:v>
              </c:pt>
              <c:pt idx="82">
                <c:v>0.7666326528200673</c:v>
              </c:pt>
              <c:pt idx="83">
                <c:v>0.7691388293529847</c:v>
              </c:pt>
              <c:pt idx="84">
                <c:v>0.7691388293529847</c:v>
              </c:pt>
              <c:pt idx="85">
                <c:v>0.8493415954470873</c:v>
              </c:pt>
              <c:pt idx="86">
                <c:v>0.8493415954470873</c:v>
              </c:pt>
              <c:pt idx="87">
                <c:v>0.8588028729636834</c:v>
              </c:pt>
              <c:pt idx="88">
                <c:v>0.8588028729636834</c:v>
              </c:pt>
              <c:pt idx="89">
                <c:v>0.8766539758270908</c:v>
              </c:pt>
              <c:pt idx="90">
                <c:v>0.8766539758270908</c:v>
              </c:pt>
              <c:pt idx="91">
                <c:v>0.9036305779644066</c:v>
              </c:pt>
              <c:pt idx="92">
                <c:v>0.9036305779644066</c:v>
              </c:pt>
              <c:pt idx="93">
                <c:v>0.9960772814290508</c:v>
              </c:pt>
              <c:pt idx="94">
                <c:v>0.9960772814290508</c:v>
              </c:pt>
              <c:pt idx="95">
                <c:v>1</c:v>
              </c:pt>
              <c:pt idx="96">
                <c:v>1</c:v>
              </c:pt>
              <c:pt idx="97">
                <c:v>1.1533739287265037</c:v>
              </c:pt>
              <c:pt idx="98">
                <c:v>1.1533739287265037</c:v>
              </c:pt>
              <c:pt idx="99">
                <c:v>1.2140475609699946</c:v>
              </c:pt>
              <c:pt idx="100">
                <c:v>1.2140475609699946</c:v>
              </c:pt>
              <c:pt idx="101">
                <c:v>1.2415183723388412</c:v>
              </c:pt>
              <c:pt idx="102">
                <c:v>1.2415183723388412</c:v>
              </c:pt>
              <c:pt idx="103">
                <c:v>1.2478848001139158</c:v>
              </c:pt>
              <c:pt idx="104">
                <c:v>1.2478848001139158</c:v>
              </c:pt>
              <c:pt idx="105">
                <c:v>1.2495827175170047</c:v>
              </c:pt>
              <c:pt idx="106">
                <c:v>1.2495827175170047</c:v>
              </c:pt>
              <c:pt idx="107">
                <c:v>1.3033808449451074</c:v>
              </c:pt>
              <c:pt idx="108">
                <c:v>1.3033808449451074</c:v>
              </c:pt>
              <c:pt idx="109">
                <c:v>1.3082762254813134</c:v>
              </c:pt>
              <c:pt idx="110">
                <c:v>1.3082762254813134</c:v>
              </c:pt>
              <c:pt idx="111">
                <c:v>1.356349941098569</c:v>
              </c:pt>
              <c:pt idx="112">
                <c:v>1.356349941098569</c:v>
              </c:pt>
              <c:pt idx="113">
                <c:v>1.4003758450364463</c:v>
              </c:pt>
              <c:pt idx="114">
                <c:v>1.4003758450364463</c:v>
              </c:pt>
              <c:pt idx="115">
                <c:v>1.4909281357462327</c:v>
              </c:pt>
              <c:pt idx="116">
                <c:v>1.4909281357462327</c:v>
              </c:pt>
              <c:pt idx="117">
                <c:v>1.4972858667001063</c:v>
              </c:pt>
              <c:pt idx="118">
                <c:v>1.4972858667001063</c:v>
              </c:pt>
              <c:pt idx="119">
                <c:v>1.6379966423927856</c:v>
              </c:pt>
              <c:pt idx="120">
                <c:v>1.6379966423927856</c:v>
              </c:pt>
              <c:pt idx="121">
                <c:v>1.665985748192629</c:v>
              </c:pt>
              <c:pt idx="122">
                <c:v>1.665985748192629</c:v>
              </c:pt>
              <c:pt idx="123">
                <c:v>1.7900664882461448</c:v>
              </c:pt>
              <c:pt idx="124">
                <c:v>1.7900664882461448</c:v>
              </c:pt>
              <c:pt idx="125">
                <c:v>1.9460882443859513</c:v>
              </c:pt>
              <c:pt idx="126">
                <c:v>1.9460882443859513</c:v>
              </c:pt>
              <c:pt idx="127">
                <c:v>1.9511118911729453</c:v>
              </c:pt>
              <c:pt idx="128">
                <c:v>1.9511118911729453</c:v>
              </c:pt>
              <c:pt idx="129">
                <c:v>2</c:v>
              </c:pt>
              <c:pt idx="130">
                <c:v>2</c:v>
              </c:pt>
              <c:pt idx="131">
                <c:v>2.183618889344224</c:v>
              </c:pt>
              <c:pt idx="132">
                <c:v>2.183618889344224</c:v>
              </c:pt>
              <c:pt idx="133">
                <c:v>2.201522172907955</c:v>
              </c:pt>
              <c:pt idx="134">
                <c:v>2.201522172907955</c:v>
              </c:pt>
              <c:pt idx="135">
                <c:v>2.315841684992839</c:v>
              </c:pt>
              <c:pt idx="136">
                <c:v>2.315841684992839</c:v>
              </c:pt>
              <c:pt idx="137">
                <c:v>2.4953364587389566</c:v>
              </c:pt>
              <c:pt idx="138">
                <c:v>2.4953364587389566</c:v>
              </c:pt>
              <c:pt idx="139">
                <c:v>2.6675368799733175</c:v>
              </c:pt>
              <c:pt idx="140">
                <c:v>2.6675368799733175</c:v>
              </c:pt>
              <c:pt idx="141">
                <c:v>2.680857665575116</c:v>
              </c:pt>
              <c:pt idx="142">
                <c:v>2.680857665575116</c:v>
              </c:pt>
              <c:pt idx="143">
                <c:v>2.751455914802219</c:v>
              </c:pt>
              <c:pt idx="144">
                <c:v>2.751455914802219</c:v>
              </c:pt>
              <c:pt idx="145">
                <c:v>2.9157236804113995</c:v>
              </c:pt>
              <c:pt idx="146">
                <c:v>2.9157236804113995</c:v>
              </c:pt>
              <c:pt idx="147">
                <c:v>2.919364045068701</c:v>
              </c:pt>
              <c:pt idx="148">
                <c:v>2.919364045068701</c:v>
              </c:pt>
              <c:pt idx="149">
                <c:v>2.9422799399787114</c:v>
              </c:pt>
              <c:pt idx="150">
                <c:v>2.9422799399787114</c:v>
              </c:pt>
              <c:pt idx="151">
                <c:v>2.9703454702471985</c:v>
              </c:pt>
              <c:pt idx="152">
                <c:v>2.9703454702471985</c:v>
              </c:pt>
              <c:pt idx="153">
                <c:v>3.0006939764813034</c:v>
              </c:pt>
              <c:pt idx="154">
                <c:v>3.0006939764813034</c:v>
              </c:pt>
              <c:pt idx="155">
                <c:v>3.1724553461177556</c:v>
              </c:pt>
              <c:pt idx="156">
                <c:v>3.1724553461177556</c:v>
              </c:pt>
              <c:pt idx="157">
                <c:v>3.236009552593751</c:v>
              </c:pt>
              <c:pt idx="158">
                <c:v>3.236009552593751</c:v>
              </c:pt>
              <c:pt idx="159">
                <c:v>3.288222341309767</c:v>
              </c:pt>
              <c:pt idx="160">
                <c:v>3.288222341309767</c:v>
              </c:pt>
              <c:pt idx="161">
                <c:v>3.312834336494888</c:v>
              </c:pt>
              <c:pt idx="162">
                <c:v>3.312834336494888</c:v>
              </c:pt>
              <c:pt idx="163">
                <c:v>3.3834143294909214</c:v>
              </c:pt>
              <c:pt idx="164">
                <c:v>3.3834143294909214</c:v>
              </c:pt>
              <c:pt idx="165">
                <c:v>3.4378002255241644</c:v>
              </c:pt>
              <c:pt idx="166">
                <c:v>3.4378002255241644</c:v>
              </c:pt>
              <c:pt idx="167">
                <c:v>3.4489847108251577</c:v>
              </c:pt>
              <c:pt idx="168">
                <c:v>3.4489847108251577</c:v>
              </c:pt>
              <c:pt idx="169">
                <c:v>3.4578592374391484</c:v>
              </c:pt>
              <c:pt idx="170">
                <c:v>3.4578592374391484</c:v>
              </c:pt>
              <c:pt idx="171">
                <c:v>3.5298685301902957</c:v>
              </c:pt>
              <c:pt idx="172">
                <c:v>3.5298685301902957</c:v>
              </c:pt>
              <c:pt idx="173">
                <c:v>3.7400135782201973</c:v>
              </c:pt>
              <c:pt idx="174">
                <c:v>3.7400135782201973</c:v>
              </c:pt>
              <c:pt idx="175">
                <c:v>3.882183211951868</c:v>
              </c:pt>
              <c:pt idx="176">
                <c:v>3.882183211951868</c:v>
              </c:pt>
              <c:pt idx="177">
                <c:v>3.8874070523248503</c:v>
              </c:pt>
              <c:pt idx="178">
                <c:v>3.8874070523248503</c:v>
              </c:pt>
              <c:pt idx="179">
                <c:v>4.1727675858524</c:v>
              </c:pt>
              <c:pt idx="180">
                <c:v>4.1727675858524</c:v>
              </c:pt>
              <c:pt idx="181">
                <c:v>4.225464420253914</c:v>
              </c:pt>
              <c:pt idx="182">
                <c:v>4.225464420253914</c:v>
              </c:pt>
              <c:pt idx="183">
                <c:v>4.234056922201499</c:v>
              </c:pt>
              <c:pt idx="184">
                <c:v>4.234056922201499</c:v>
              </c:pt>
              <c:pt idx="185">
                <c:v>4.2793715894032065</c:v>
              </c:pt>
              <c:pt idx="186">
                <c:v>4.2793715894032065</c:v>
              </c:pt>
              <c:pt idx="187">
                <c:v>4.349482258209912</c:v>
              </c:pt>
              <c:pt idx="188">
                <c:v>4.349482258209912</c:v>
              </c:pt>
              <c:pt idx="189">
                <c:v>4.393269263881719</c:v>
              </c:pt>
              <c:pt idx="190">
                <c:v>4.393269263881719</c:v>
              </c:pt>
              <c:pt idx="191">
                <c:v>4.420898036091101</c:v>
              </c:pt>
              <c:pt idx="192">
                <c:v>4.420898036091101</c:v>
              </c:pt>
              <c:pt idx="193">
                <c:v>4.432672203226913</c:v>
              </c:pt>
              <c:pt idx="194">
                <c:v>4.432672203226913</c:v>
              </c:pt>
              <c:pt idx="195">
                <c:v>4.473342863962357</c:v>
              </c:pt>
              <c:pt idx="196">
                <c:v>4.473342863962357</c:v>
              </c:pt>
              <c:pt idx="197">
                <c:v>4.506409257905355</c:v>
              </c:pt>
              <c:pt idx="198">
                <c:v>4.506409257905355</c:v>
              </c:pt>
              <c:pt idx="199">
                <c:v>4.543070058544765</c:v>
              </c:pt>
              <c:pt idx="200">
                <c:v>4.543070058544765</c:v>
              </c:pt>
              <c:pt idx="201">
                <c:v>4.582149558443407</c:v>
              </c:pt>
              <c:pt idx="202">
                <c:v>4.582149558443407</c:v>
              </c:pt>
              <c:pt idx="203">
                <c:v>4.673964307068429</c:v>
              </c:pt>
              <c:pt idx="204">
                <c:v>4.673964307068429</c:v>
              </c:pt>
              <c:pt idx="205">
                <c:v>4.726566024797451</c:v>
              </c:pt>
              <c:pt idx="206">
                <c:v>4.726566024797451</c:v>
              </c:pt>
              <c:pt idx="207">
                <c:v>4.732607592439894</c:v>
              </c:pt>
              <c:pt idx="208">
                <c:v>4.732607592439894</c:v>
              </c:pt>
              <c:pt idx="209">
                <c:v>4.767140983270621</c:v>
              </c:pt>
              <c:pt idx="210">
                <c:v>4.767140983270621</c:v>
              </c:pt>
              <c:pt idx="211">
                <c:v>4.828514910319649</c:v>
              </c:pt>
              <c:pt idx="212">
                <c:v>4.828514910319649</c:v>
              </c:pt>
              <c:pt idx="213">
                <c:v>4.868751127087532</c:v>
              </c:pt>
              <c:pt idx="214">
                <c:v>4.868751127087532</c:v>
              </c:pt>
              <c:pt idx="215">
                <c:v>4.9456539591141695</c:v>
              </c:pt>
              <c:pt idx="216">
                <c:v>4.9456539591141695</c:v>
              </c:pt>
              <c:pt idx="217">
                <c:v>4.982464002139873</c:v>
              </c:pt>
              <c:pt idx="218">
                <c:v>4.982464002139873</c:v>
              </c:pt>
              <c:pt idx="219">
                <c:v>5</c:v>
              </c:pt>
              <c:pt idx="220">
                <c:v>5</c:v>
              </c:pt>
              <c:pt idx="221">
                <c:v>5.053744532247785</c:v>
              </c:pt>
              <c:pt idx="222">
                <c:v>5.053744532247785</c:v>
              </c:pt>
              <c:pt idx="223">
                <c:v>5.09142760563427</c:v>
              </c:pt>
              <c:pt idx="224">
                <c:v>5.09142760563427</c:v>
              </c:pt>
              <c:pt idx="225">
                <c:v>5.104777203159693</c:v>
              </c:pt>
              <c:pt idx="226">
                <c:v>5.104777203159693</c:v>
              </c:pt>
              <c:pt idx="227">
                <c:v>5.120796083567721</c:v>
              </c:pt>
              <c:pt idx="228">
                <c:v>5.120796083567721</c:v>
              </c:pt>
              <c:pt idx="229">
                <c:v>5.244212918244844</c:v>
              </c:pt>
              <c:pt idx="230">
                <c:v>5.244212918244844</c:v>
              </c:pt>
              <c:pt idx="231">
                <c:v>5.3687699306328245</c:v>
              </c:pt>
              <c:pt idx="232">
                <c:v>5.3687699306328245</c:v>
              </c:pt>
              <c:pt idx="233">
                <c:v>5.621419114868389</c:v>
              </c:pt>
              <c:pt idx="234">
                <c:v>5.621419114868389</c:v>
              </c:pt>
              <c:pt idx="235">
                <c:v>5.729143889262053</c:v>
              </c:pt>
              <c:pt idx="236">
                <c:v>5.729143889262053</c:v>
              </c:pt>
              <c:pt idx="237">
                <c:v>5.81765899525991</c:v>
              </c:pt>
              <c:pt idx="238">
                <c:v>5.81765899525991</c:v>
              </c:pt>
              <c:pt idx="239">
                <c:v>5.90755309121985</c:v>
              </c:pt>
              <c:pt idx="240">
                <c:v>5.90755309121985</c:v>
              </c:pt>
              <c:pt idx="241">
                <c:v>5.96310189090389</c:v>
              </c:pt>
              <c:pt idx="242">
                <c:v>5.96310189090389</c:v>
              </c:pt>
              <c:pt idx="243">
                <c:v>6.137927559749361</c:v>
              </c:pt>
              <c:pt idx="244">
                <c:v>6.137927559749361</c:v>
              </c:pt>
              <c:pt idx="245">
                <c:v>6.14833614387193</c:v>
              </c:pt>
              <c:pt idx="246">
                <c:v>6.14833614387193</c:v>
              </c:pt>
              <c:pt idx="247">
                <c:v>6.259880705800865</c:v>
              </c:pt>
              <c:pt idx="248">
                <c:v>6.259880705800865</c:v>
              </c:pt>
              <c:pt idx="249">
                <c:v>6.280654333578127</c:v>
              </c:pt>
              <c:pt idx="250">
                <c:v>6.280654333578127</c:v>
              </c:pt>
              <c:pt idx="251">
                <c:v>6.442419187446019</c:v>
              </c:pt>
              <c:pt idx="252">
                <c:v>6.442419187446019</c:v>
              </c:pt>
              <c:pt idx="253">
                <c:v>6.516103942232938</c:v>
              </c:pt>
              <c:pt idx="254">
                <c:v>6.516103942232938</c:v>
              </c:pt>
              <c:pt idx="255">
                <c:v>6.672502674040899</c:v>
              </c:pt>
              <c:pt idx="256">
                <c:v>6.672502674040899</c:v>
              </c:pt>
              <c:pt idx="257">
                <c:v>6.738451321420815</c:v>
              </c:pt>
              <c:pt idx="258">
                <c:v>6.738451321420815</c:v>
              </c:pt>
              <c:pt idx="259">
                <c:v>6.747888340377159</c:v>
              </c:pt>
              <c:pt idx="260">
                <c:v>6.747888340377159</c:v>
              </c:pt>
              <c:pt idx="261">
                <c:v>6.927491336933371</c:v>
              </c:pt>
              <c:pt idx="262">
                <c:v>6.927491336933371</c:v>
              </c:pt>
              <c:pt idx="263">
                <c:v>7.043432492246524</c:v>
              </c:pt>
              <c:pt idx="264">
                <c:v>7.043432492246524</c:v>
              </c:pt>
              <c:pt idx="265">
                <c:v>7.393829274694809</c:v>
              </c:pt>
              <c:pt idx="266">
                <c:v>7.393829274694809</c:v>
              </c:pt>
              <c:pt idx="267">
                <c:v>7.595895704321008</c:v>
              </c:pt>
              <c:pt idx="268">
                <c:v>7.595895704321008</c:v>
              </c:pt>
              <c:pt idx="269">
                <c:v>7.820469469671805</c:v>
              </c:pt>
              <c:pt idx="270">
                <c:v>7.820469469671805</c:v>
              </c:pt>
              <c:pt idx="271">
                <c:v>8.000261045522686</c:v>
              </c:pt>
              <c:pt idx="272">
                <c:v>8.000261045522686</c:v>
              </c:pt>
              <c:pt idx="273">
                <c:v>8.052918131830364</c:v>
              </c:pt>
              <c:pt idx="274">
                <c:v>8.052918131830364</c:v>
              </c:pt>
              <c:pt idx="275">
                <c:v>8.221252383410402</c:v>
              </c:pt>
              <c:pt idx="276">
                <c:v>8.221252383410402</c:v>
              </c:pt>
              <c:pt idx="277">
                <c:v>8.263276291259738</c:v>
              </c:pt>
              <c:pt idx="278">
                <c:v>8.263276291259738</c:v>
              </c:pt>
              <c:pt idx="279">
                <c:v>8.466896097075471</c:v>
              </c:pt>
              <c:pt idx="280">
                <c:v>8.466896097075471</c:v>
              </c:pt>
              <c:pt idx="281">
                <c:v>8.5144893216654</c:v>
              </c:pt>
              <c:pt idx="282">
                <c:v>8.5144893216654</c:v>
              </c:pt>
              <c:pt idx="283">
                <c:v>8.98941677909528</c:v>
              </c:pt>
              <c:pt idx="284">
                <c:v>8.98941677909528</c:v>
              </c:pt>
              <c:pt idx="285">
                <c:v>9.327389314986757</c:v>
              </c:pt>
              <c:pt idx="286">
                <c:v>9.327389314986757</c:v>
              </c:pt>
              <c:pt idx="287">
                <c:v>9.532699120923262</c:v>
              </c:pt>
              <c:pt idx="288">
                <c:v>9.532699120923262</c:v>
              </c:pt>
              <c:pt idx="289">
                <c:v>9.869155159511642</c:v>
              </c:pt>
              <c:pt idx="290">
                <c:v>9.869155159511642</c:v>
              </c:pt>
              <c:pt idx="291">
                <c:v>9.98275557241048</c:v>
              </c:pt>
              <c:pt idx="292">
                <c:v>9.98275557241048</c:v>
              </c:pt>
              <c:pt idx="293">
                <c:v>10</c:v>
              </c:pt>
              <c:pt idx="294">
                <c:v>10</c:v>
              </c:pt>
              <c:pt idx="295">
                <c:v>10.21008104628668</c:v>
              </c:pt>
              <c:pt idx="296">
                <c:v>10.21008104628668</c:v>
              </c:pt>
              <c:pt idx="297">
                <c:v>10.364084440697582</c:v>
              </c:pt>
              <c:pt idx="298">
                <c:v>10.364084440697582</c:v>
              </c:pt>
              <c:pt idx="299">
                <c:v>10.394026306075906</c:v>
              </c:pt>
              <c:pt idx="300">
                <c:v>10.394026306075906</c:v>
              </c:pt>
              <c:pt idx="301">
                <c:v>10.630983736120408</c:v>
              </c:pt>
              <c:pt idx="302">
                <c:v>10.630983736120408</c:v>
              </c:pt>
              <c:pt idx="303">
                <c:v>11.096931231575569</c:v>
              </c:pt>
              <c:pt idx="304">
                <c:v>11.096931231575569</c:v>
              </c:pt>
              <c:pt idx="305">
                <c:v>11.160148255097974</c:v>
              </c:pt>
              <c:pt idx="306">
                <c:v>11.160148255097974</c:v>
              </c:pt>
              <c:pt idx="307">
                <c:v>11.42403027764299</c:v>
              </c:pt>
              <c:pt idx="308">
                <c:v>11.42403027764299</c:v>
              </c:pt>
              <c:pt idx="309">
                <c:v>11.660442160675597</c:v>
              </c:pt>
              <c:pt idx="310">
                <c:v>11.660442160675597</c:v>
              </c:pt>
              <c:pt idx="311">
                <c:v>12.019195836080518</c:v>
              </c:pt>
              <c:pt idx="312">
                <c:v>12.019195836080518</c:v>
              </c:pt>
              <c:pt idx="313">
                <c:v>12.24202931459548</c:v>
              </c:pt>
              <c:pt idx="314">
                <c:v>12.24202931459548</c:v>
              </c:pt>
              <c:pt idx="315">
                <c:v>12.285992573347885</c:v>
              </c:pt>
              <c:pt idx="316">
                <c:v>12.285992573347885</c:v>
              </c:pt>
              <c:pt idx="317">
                <c:v>12.725117881357061</c:v>
              </c:pt>
              <c:pt idx="318">
                <c:v>12.725117881357061</c:v>
              </c:pt>
              <c:pt idx="319">
                <c:v>12.725350807807937</c:v>
              </c:pt>
              <c:pt idx="320">
                <c:v>12.725350807807937</c:v>
              </c:pt>
              <c:pt idx="321">
                <c:v>12.877977660929094</c:v>
              </c:pt>
              <c:pt idx="322">
                <c:v>12.877977660929094</c:v>
              </c:pt>
              <c:pt idx="323">
                <c:v>13.206812171082358</c:v>
              </c:pt>
              <c:pt idx="324">
                <c:v>13.206812171082358</c:v>
              </c:pt>
              <c:pt idx="325">
                <c:v>13.329702463011492</c:v>
              </c:pt>
              <c:pt idx="326">
                <c:v>13.329702463011492</c:v>
              </c:pt>
              <c:pt idx="327">
                <c:v>13.363548772098719</c:v>
              </c:pt>
              <c:pt idx="328">
                <c:v>13.363548772098719</c:v>
              </c:pt>
              <c:pt idx="329">
                <c:v>13.560771219482664</c:v>
              </c:pt>
              <c:pt idx="330">
                <c:v>13.560771219482664</c:v>
              </c:pt>
              <c:pt idx="331">
                <c:v>13.620114115383533</c:v>
              </c:pt>
              <c:pt idx="332">
                <c:v>13.620114115383533</c:v>
              </c:pt>
              <c:pt idx="333">
                <c:v>13.987128254532225</c:v>
              </c:pt>
              <c:pt idx="334">
                <c:v>13.987128254532225</c:v>
              </c:pt>
              <c:pt idx="335">
                <c:v>14.153698224916036</c:v>
              </c:pt>
              <c:pt idx="336">
                <c:v>14.153698224916036</c:v>
              </c:pt>
              <c:pt idx="337">
                <c:v>14.21372118455675</c:v>
              </c:pt>
              <c:pt idx="338">
                <c:v>14.21372118455675</c:v>
              </c:pt>
              <c:pt idx="339">
                <c:v>14.511578211836055</c:v>
              </c:pt>
              <c:pt idx="340">
                <c:v>14.511578211836055</c:v>
              </c:pt>
              <c:pt idx="341">
                <c:v>14.557909252754595</c:v>
              </c:pt>
              <c:pt idx="342">
                <c:v>14.557909252754595</c:v>
              </c:pt>
              <c:pt idx="343">
                <c:v>14.724674188572465</c:v>
              </c:pt>
              <c:pt idx="344">
                <c:v>14.724674188572465</c:v>
              </c:pt>
              <c:pt idx="345">
                <c:v>15</c:v>
              </c:pt>
              <c:pt idx="346">
                <c:v>15</c:v>
              </c:pt>
              <c:pt idx="347">
                <c:v>15.430878158476446</c:v>
              </c:pt>
              <c:pt idx="348">
                <c:v>15.430878158476446</c:v>
              </c:pt>
              <c:pt idx="349">
                <c:v>15.621641446517497</c:v>
              </c:pt>
              <c:pt idx="350">
                <c:v>15.621641446517497</c:v>
              </c:pt>
              <c:pt idx="351">
                <c:v>15.914700769622211</c:v>
              </c:pt>
              <c:pt idx="352">
                <c:v>15.914700769622211</c:v>
              </c:pt>
              <c:pt idx="353">
                <c:v>15.982911503908614</c:v>
              </c:pt>
              <c:pt idx="354">
                <c:v>15.982911503908614</c:v>
              </c:pt>
              <c:pt idx="355">
                <c:v>16.201318195135332</c:v>
              </c:pt>
              <c:pt idx="356">
                <c:v>16.201318195135332</c:v>
              </c:pt>
              <c:pt idx="357">
                <c:v>16.292261631504974</c:v>
              </c:pt>
              <c:pt idx="358">
                <c:v>16.292261631504974</c:v>
              </c:pt>
              <c:pt idx="359">
                <c:v>16.46129485342305</c:v>
              </c:pt>
              <c:pt idx="360">
                <c:v>16.46129485342305</c:v>
              </c:pt>
              <c:pt idx="361">
                <c:v>17.11847853711576</c:v>
              </c:pt>
              <c:pt idx="362">
                <c:v>17.11847853711576</c:v>
              </c:pt>
              <c:pt idx="363">
                <c:v>17.226331828139397</c:v>
              </c:pt>
              <c:pt idx="364">
                <c:v>17.226331828139397</c:v>
              </c:pt>
              <c:pt idx="365">
                <c:v>17.372463692432124</c:v>
              </c:pt>
              <c:pt idx="366">
                <c:v>17.372463692432124</c:v>
              </c:pt>
              <c:pt idx="367">
                <c:v>17.413249632600312</c:v>
              </c:pt>
              <c:pt idx="368">
                <c:v>17.413249632600312</c:v>
              </c:pt>
              <c:pt idx="369">
                <c:v>17.47468329340834</c:v>
              </c:pt>
              <c:pt idx="370">
                <c:v>17.47468329340834</c:v>
              </c:pt>
              <c:pt idx="371">
                <c:v>17.66969621902048</c:v>
              </c:pt>
              <c:pt idx="372">
                <c:v>17.66969621902048</c:v>
              </c:pt>
              <c:pt idx="373">
                <c:v>17.756374378809838</c:v>
              </c:pt>
              <c:pt idx="374">
                <c:v>17.756374378809838</c:v>
              </c:pt>
              <c:pt idx="375">
                <c:v>17.792535281955367</c:v>
              </c:pt>
              <c:pt idx="376">
                <c:v>17.792535281955367</c:v>
              </c:pt>
              <c:pt idx="377">
                <c:v>17.834002574006846</c:v>
              </c:pt>
              <c:pt idx="378">
                <c:v>17.834002574006846</c:v>
              </c:pt>
              <c:pt idx="379">
                <c:v>17.834620343996775</c:v>
              </c:pt>
              <c:pt idx="380">
                <c:v>17.834620343996775</c:v>
              </c:pt>
              <c:pt idx="381">
                <c:v>18.091538864706223</c:v>
              </c:pt>
              <c:pt idx="382">
                <c:v>18.091538864706223</c:v>
              </c:pt>
              <c:pt idx="383">
                <c:v>18.233183410906936</c:v>
              </c:pt>
              <c:pt idx="384">
                <c:v>18.233183410906936</c:v>
              </c:pt>
              <c:pt idx="385">
                <c:v>18.663369904348812</c:v>
              </c:pt>
              <c:pt idx="386">
                <c:v>18.663369904348812</c:v>
              </c:pt>
              <c:pt idx="387">
                <c:v>18.9895470245547</c:v>
              </c:pt>
              <c:pt idx="388">
                <c:v>18.9895470245547</c:v>
              </c:pt>
              <c:pt idx="389">
                <c:v>19.90654590086155</c:v>
              </c:pt>
              <c:pt idx="390">
                <c:v>19.90654590086155</c:v>
              </c:pt>
              <c:pt idx="391">
                <c:v>20</c:v>
              </c:pt>
              <c:pt idx="392">
                <c:v>20</c:v>
              </c:pt>
              <c:pt idx="393">
                <c:v>22.259822058467517</c:v>
              </c:pt>
              <c:pt idx="394">
                <c:v>22.259822058467517</c:v>
              </c:pt>
              <c:pt idx="395">
                <c:v>22.400408275442523</c:v>
              </c:pt>
              <c:pt idx="396">
                <c:v>22.400408275442523</c:v>
              </c:pt>
              <c:pt idx="397">
                <c:v>23.091328469526633</c:v>
              </c:pt>
              <c:pt idx="398">
                <c:v>23.091328469526633</c:v>
              </c:pt>
              <c:pt idx="399">
                <c:v>23.357658417516884</c:v>
              </c:pt>
              <c:pt idx="400">
                <c:v>23.357658417516884</c:v>
              </c:pt>
              <c:pt idx="401">
                <c:v>24.21451486482104</c:v>
              </c:pt>
              <c:pt idx="402">
                <c:v>24.21451486482104</c:v>
              </c:pt>
              <c:pt idx="403">
                <c:v>26.070358299714023</c:v>
              </c:pt>
              <c:pt idx="404">
                <c:v>26.070358299714023</c:v>
              </c:pt>
              <c:pt idx="405">
                <c:v>26.623913502562925</c:v>
              </c:pt>
              <c:pt idx="406">
                <c:v>26.623913502562925</c:v>
              </c:pt>
              <c:pt idx="407">
                <c:v>27.425713369562626</c:v>
              </c:pt>
              <c:pt idx="408">
                <c:v>27.425713369562626</c:v>
              </c:pt>
              <c:pt idx="409">
                <c:v>27.716070661778602</c:v>
              </c:pt>
              <c:pt idx="410">
                <c:v>27.716070661778602</c:v>
              </c:pt>
              <c:pt idx="411">
                <c:v>28.70143503990972</c:v>
              </c:pt>
              <c:pt idx="412">
                <c:v>28.70143503990972</c:v>
              </c:pt>
              <c:pt idx="413">
                <c:v>28.835875295637486</c:v>
              </c:pt>
              <c:pt idx="414">
                <c:v>28.835875295637486</c:v>
              </c:pt>
              <c:pt idx="415">
                <c:v>29.937311377343335</c:v>
              </c:pt>
              <c:pt idx="416">
                <c:v>29.937311377343335</c:v>
              </c:pt>
              <c:pt idx="417">
                <c:v>30</c:v>
              </c:pt>
              <c:pt idx="418">
                <c:v>30</c:v>
              </c:pt>
              <c:pt idx="419">
                <c:v>30.099159587715906</c:v>
              </c:pt>
              <c:pt idx="420">
                <c:v>30.099159587715906</c:v>
              </c:pt>
              <c:pt idx="421">
                <c:v>31.2706446894459</c:v>
              </c:pt>
              <c:pt idx="422">
                <c:v>31.2706446894459</c:v>
              </c:pt>
              <c:pt idx="423">
                <c:v>32.155740556246855</c:v>
              </c:pt>
              <c:pt idx="424">
                <c:v>32.155740556246855</c:v>
              </c:pt>
              <c:pt idx="425">
                <c:v>32.251291803551894</c:v>
              </c:pt>
              <c:pt idx="426">
                <c:v>32.251291803551894</c:v>
              </c:pt>
              <c:pt idx="427">
                <c:v>33.3857478183931</c:v>
              </c:pt>
              <c:pt idx="428">
                <c:v>33.3857478183931</c:v>
              </c:pt>
              <c:pt idx="429">
                <c:v>33.48662756195574</c:v>
              </c:pt>
              <c:pt idx="430">
                <c:v>33.48662756195574</c:v>
              </c:pt>
              <c:pt idx="431">
                <c:v>36.27668196801601</c:v>
              </c:pt>
              <c:pt idx="432">
                <c:v>36.27668196801601</c:v>
              </c:pt>
              <c:pt idx="433">
                <c:v>37.88967190777165</c:v>
              </c:pt>
              <c:pt idx="434">
                <c:v>37.88967190777165</c:v>
              </c:pt>
              <c:pt idx="435">
                <c:v>38.63832568185813</c:v>
              </c:pt>
              <c:pt idx="436">
                <c:v>38.63832568185813</c:v>
              </c:pt>
              <c:pt idx="437">
                <c:v>39.40864676179258</c:v>
              </c:pt>
              <c:pt idx="438">
                <c:v>39.40864676179258</c:v>
              </c:pt>
              <c:pt idx="439">
                <c:v>39.45479457315843</c:v>
              </c:pt>
              <c:pt idx="440">
                <c:v>39.45479457315843</c:v>
              </c:pt>
              <c:pt idx="441">
                <c:v>39.67376313336868</c:v>
              </c:pt>
              <c:pt idx="442">
                <c:v>39.67376313336868</c:v>
              </c:pt>
              <c:pt idx="443">
                <c:v>40.388823988402066</c:v>
              </c:pt>
              <c:pt idx="444">
                <c:v>40.388823988402066</c:v>
              </c:pt>
              <c:pt idx="445">
                <c:v>50</c:v>
              </c:pt>
              <c:pt idx="446">
                <c:v>50</c:v>
              </c:pt>
              <c:pt idx="447">
                <c:v>58.65915627305822</c:v>
              </c:pt>
              <c:pt idx="448">
                <c:v>58.65915627305822</c:v>
              </c:pt>
              <c:pt idx="449">
                <c:v>70</c:v>
              </c:pt>
            </c:numLit>
          </c:xVal>
          <c:yVal>
            <c:numLit>
              <c:formatCode>0.0</c:formatCode>
              <c:ptCount val="450"/>
              <c:pt idx="0">
                <c:v>4.325674731027805</c:v>
              </c:pt>
              <c:pt idx="1">
                <c:v>4.325674731027805</c:v>
              </c:pt>
              <c:pt idx="2">
                <c:v>4.305925566633148</c:v>
              </c:pt>
              <c:pt idx="3">
                <c:v>4.305925566633148</c:v>
              </c:pt>
              <c:pt idx="4">
                <c:v>4.305925566633148</c:v>
              </c:pt>
              <c:pt idx="5">
                <c:v>4.305925566633148</c:v>
              </c:pt>
              <c:pt idx="6">
                <c:v>4.305925566633148</c:v>
              </c:pt>
              <c:pt idx="7">
                <c:v>4.305925566633148</c:v>
              </c:pt>
              <c:pt idx="8">
                <c:v>4.277426838566602</c:v>
              </c:pt>
              <c:pt idx="9">
                <c:v>4.277426838566602</c:v>
              </c:pt>
              <c:pt idx="10">
                <c:v>4.277426838566602</c:v>
              </c:pt>
              <c:pt idx="11">
                <c:v>4.277426838566602</c:v>
              </c:pt>
              <c:pt idx="12">
                <c:v>4.277426838566602</c:v>
              </c:pt>
              <c:pt idx="13">
                <c:v>4.277426838566602</c:v>
              </c:pt>
              <c:pt idx="14">
                <c:v>4.248663390291667</c:v>
              </c:pt>
              <c:pt idx="15">
                <c:v>4.248663390291667</c:v>
              </c:pt>
              <c:pt idx="16">
                <c:v>4.248663390291667</c:v>
              </c:pt>
              <c:pt idx="17">
                <c:v>4.248663390291667</c:v>
              </c:pt>
              <c:pt idx="18">
                <c:v>4.217902103375051</c:v>
              </c:pt>
              <c:pt idx="19">
                <c:v>4.217902103375051</c:v>
              </c:pt>
              <c:pt idx="20">
                <c:v>4.217902103375051</c:v>
              </c:pt>
              <c:pt idx="21">
                <c:v>4.217902103375051</c:v>
              </c:pt>
              <c:pt idx="22">
                <c:v>4.217902103375051</c:v>
              </c:pt>
              <c:pt idx="23">
                <c:v>4.217902103375051</c:v>
              </c:pt>
              <c:pt idx="24">
                <c:v>4.217902103375051</c:v>
              </c:pt>
              <c:pt idx="25">
                <c:v>4.217902103375051</c:v>
              </c:pt>
              <c:pt idx="26">
                <c:v>4.217902103375051</c:v>
              </c:pt>
              <c:pt idx="27">
                <c:v>4.217902103375051</c:v>
              </c:pt>
              <c:pt idx="28">
                <c:v>4.217902103375051</c:v>
              </c:pt>
              <c:pt idx="29">
                <c:v>4.217902103375051</c:v>
              </c:pt>
              <c:pt idx="30">
                <c:v>4.154070686670962</c:v>
              </c:pt>
              <c:pt idx="31">
                <c:v>4.154070686670962</c:v>
              </c:pt>
              <c:pt idx="32">
                <c:v>4.154070686670962</c:v>
              </c:pt>
              <c:pt idx="33">
                <c:v>4.154070686670962</c:v>
              </c:pt>
              <c:pt idx="34">
                <c:v>4.154070686670962</c:v>
              </c:pt>
              <c:pt idx="35">
                <c:v>4.154070686670962</c:v>
              </c:pt>
              <c:pt idx="36">
                <c:v>4.151775709531023</c:v>
              </c:pt>
              <c:pt idx="37">
                <c:v>4.151775709531023</c:v>
              </c:pt>
              <c:pt idx="38">
                <c:v>4.151775709531023</c:v>
              </c:pt>
              <c:pt idx="39">
                <c:v>4.151775709531023</c:v>
              </c:pt>
              <c:pt idx="40">
                <c:v>4.151775709531023</c:v>
              </c:pt>
              <c:pt idx="41">
                <c:v>4.151775709531023</c:v>
              </c:pt>
              <c:pt idx="42">
                <c:v>4.146571714527195</c:v>
              </c:pt>
              <c:pt idx="43">
                <c:v>4.146571714527195</c:v>
              </c:pt>
              <c:pt idx="44">
                <c:v>4.146571714527195</c:v>
              </c:pt>
              <c:pt idx="45">
                <c:v>4.146571714527195</c:v>
              </c:pt>
              <c:pt idx="46">
                <c:v>4.046733683547337</c:v>
              </c:pt>
              <c:pt idx="47">
                <c:v>4.046733683547337</c:v>
              </c:pt>
              <c:pt idx="48">
                <c:v>4.046733683547337</c:v>
              </c:pt>
              <c:pt idx="49">
                <c:v>4.046733683547337</c:v>
              </c:pt>
              <c:pt idx="50">
                <c:v>3.908355749366484</c:v>
              </c:pt>
              <c:pt idx="51">
                <c:v>3.908355749366484</c:v>
              </c:pt>
              <c:pt idx="52">
                <c:v>3.908355749366484</c:v>
              </c:pt>
              <c:pt idx="53">
                <c:v>3.908355749366484</c:v>
              </c:pt>
              <c:pt idx="54">
                <c:v>3.908355749366484</c:v>
              </c:pt>
              <c:pt idx="55">
                <c:v>3.908355749366484</c:v>
              </c:pt>
              <c:pt idx="56">
                <c:v>3.875369833880435</c:v>
              </c:pt>
              <c:pt idx="57">
                <c:v>3.875369833880435</c:v>
              </c:pt>
              <c:pt idx="58">
                <c:v>3.875369833880435</c:v>
              </c:pt>
              <c:pt idx="59">
                <c:v>3.875369833880435</c:v>
              </c:pt>
              <c:pt idx="60">
                <c:v>3.875369833880435</c:v>
              </c:pt>
              <c:pt idx="61">
                <c:v>3.875369833880435</c:v>
              </c:pt>
              <c:pt idx="62">
                <c:v>3.875369833880435</c:v>
              </c:pt>
              <c:pt idx="63">
                <c:v>3.875369833880435</c:v>
              </c:pt>
              <c:pt idx="64">
                <c:v>3.875369833880435</c:v>
              </c:pt>
              <c:pt idx="65">
                <c:v>3.875369833880435</c:v>
              </c:pt>
              <c:pt idx="66">
                <c:v>3.875369833880435</c:v>
              </c:pt>
              <c:pt idx="67">
                <c:v>3.875369833880435</c:v>
              </c:pt>
              <c:pt idx="68">
                <c:v>3.875369833880435</c:v>
              </c:pt>
              <c:pt idx="69">
                <c:v>3.875369833880435</c:v>
              </c:pt>
              <c:pt idx="70">
                <c:v>3.875369833880435</c:v>
              </c:pt>
              <c:pt idx="71">
                <c:v>3.875369833880435</c:v>
              </c:pt>
              <c:pt idx="72">
                <c:v>3.875369833880435</c:v>
              </c:pt>
              <c:pt idx="73">
                <c:v>3.875369833880435</c:v>
              </c:pt>
              <c:pt idx="74">
                <c:v>3.875369833880435</c:v>
              </c:pt>
              <c:pt idx="75">
                <c:v>3.875369833880435</c:v>
              </c:pt>
              <c:pt idx="76">
                <c:v>3.875369833880435</c:v>
              </c:pt>
              <c:pt idx="77">
                <c:v>3.875369833880435</c:v>
              </c:pt>
              <c:pt idx="78">
                <c:v>3.875369833880435</c:v>
              </c:pt>
              <c:pt idx="79">
                <c:v>3.875369833880435</c:v>
              </c:pt>
              <c:pt idx="80">
                <c:v>3.875369833880435</c:v>
              </c:pt>
              <c:pt idx="81">
                <c:v>3.875369833880435</c:v>
              </c:pt>
              <c:pt idx="82">
                <c:v>3.875369833880435</c:v>
              </c:pt>
              <c:pt idx="83">
                <c:v>3.875369833880435</c:v>
              </c:pt>
              <c:pt idx="84">
                <c:v>3.875369833880435</c:v>
              </c:pt>
              <c:pt idx="85">
                <c:v>3.875369833880435</c:v>
              </c:pt>
              <c:pt idx="86">
                <c:v>3.854383298183485</c:v>
              </c:pt>
              <c:pt idx="87">
                <c:v>3.854383298183485</c:v>
              </c:pt>
              <c:pt idx="88">
                <c:v>3.8335074330242103</c:v>
              </c:pt>
              <c:pt idx="89">
                <c:v>3.8335074330242103</c:v>
              </c:pt>
              <c:pt idx="90">
                <c:v>3.8335074330242103</c:v>
              </c:pt>
              <c:pt idx="91">
                <c:v>3.8335074330242103</c:v>
              </c:pt>
              <c:pt idx="92">
                <c:v>3.8335074330242103</c:v>
              </c:pt>
              <c:pt idx="93">
                <c:v>3.8335074330242103</c:v>
              </c:pt>
              <c:pt idx="94">
                <c:v>3.8335074330242103</c:v>
              </c:pt>
              <c:pt idx="95">
                <c:v>3.8335074330242103</c:v>
              </c:pt>
              <c:pt idx="96">
                <c:v>3.8335074330242103</c:v>
              </c:pt>
              <c:pt idx="97">
                <c:v>3.8335074330242103</c:v>
              </c:pt>
              <c:pt idx="98">
                <c:v>3.75151947399807</c:v>
              </c:pt>
              <c:pt idx="99">
                <c:v>3.75151947399807</c:v>
              </c:pt>
              <c:pt idx="100">
                <c:v>3.695147533092687</c:v>
              </c:pt>
              <c:pt idx="101">
                <c:v>3.695147533092687</c:v>
              </c:pt>
              <c:pt idx="102">
                <c:v>3.695147533092687</c:v>
              </c:pt>
              <c:pt idx="103">
                <c:v>3.695147533092687</c:v>
              </c:pt>
              <c:pt idx="104">
                <c:v>3.695147533092687</c:v>
              </c:pt>
              <c:pt idx="105">
                <c:v>3.695147533092687</c:v>
              </c:pt>
              <c:pt idx="106">
                <c:v>3.695147533092687</c:v>
              </c:pt>
              <c:pt idx="107">
                <c:v>3.695147533092687</c:v>
              </c:pt>
              <c:pt idx="108">
                <c:v>3.695147533092687</c:v>
              </c:pt>
              <c:pt idx="109">
                <c:v>3.695147533092687</c:v>
              </c:pt>
              <c:pt idx="110">
                <c:v>3.5380002432782844</c:v>
              </c:pt>
              <c:pt idx="111">
                <c:v>3.5380002432782844</c:v>
              </c:pt>
              <c:pt idx="112">
                <c:v>3.5380002432782844</c:v>
              </c:pt>
              <c:pt idx="113">
                <c:v>3.5380002432782844</c:v>
              </c:pt>
              <c:pt idx="114">
                <c:v>3.516252753501504</c:v>
              </c:pt>
              <c:pt idx="115">
                <c:v>3.516252753501504</c:v>
              </c:pt>
              <c:pt idx="116">
                <c:v>3.516252753501504</c:v>
              </c:pt>
              <c:pt idx="117">
                <c:v>3.516252753501504</c:v>
              </c:pt>
              <c:pt idx="118">
                <c:v>3.498731296424208</c:v>
              </c:pt>
              <c:pt idx="119">
                <c:v>3.498731296424208</c:v>
              </c:pt>
              <c:pt idx="120">
                <c:v>3.498731296424208</c:v>
              </c:pt>
              <c:pt idx="121">
                <c:v>3.498731296424208</c:v>
              </c:pt>
              <c:pt idx="122">
                <c:v>3.498731296424208</c:v>
              </c:pt>
              <c:pt idx="123">
                <c:v>3.498731296424208</c:v>
              </c:pt>
              <c:pt idx="124">
                <c:v>3.498731296424208</c:v>
              </c:pt>
              <c:pt idx="125">
                <c:v>3.498731296424208</c:v>
              </c:pt>
              <c:pt idx="126">
                <c:v>3.498731296424208</c:v>
              </c:pt>
              <c:pt idx="127">
                <c:v>3.498731296424208</c:v>
              </c:pt>
              <c:pt idx="128">
                <c:v>3.498731296424208</c:v>
              </c:pt>
              <c:pt idx="129">
                <c:v>3.498731296424208</c:v>
              </c:pt>
              <c:pt idx="130">
                <c:v>3.498731296424208</c:v>
              </c:pt>
              <c:pt idx="131">
                <c:v>3.498731296424208</c:v>
              </c:pt>
              <c:pt idx="132">
                <c:v>3.498731296424208</c:v>
              </c:pt>
              <c:pt idx="133">
                <c:v>3.498731296424208</c:v>
              </c:pt>
              <c:pt idx="134">
                <c:v>3.498731296424208</c:v>
              </c:pt>
              <c:pt idx="135">
                <c:v>3.498731296424208</c:v>
              </c:pt>
              <c:pt idx="136">
                <c:v>3.498731296424208</c:v>
              </c:pt>
              <c:pt idx="137">
                <c:v>3.498731296424208</c:v>
              </c:pt>
              <c:pt idx="138">
                <c:v>3.498731296424208</c:v>
              </c:pt>
              <c:pt idx="139">
                <c:v>3.498731296424208</c:v>
              </c:pt>
              <c:pt idx="140">
                <c:v>3.3678341576171125</c:v>
              </c:pt>
              <c:pt idx="141">
                <c:v>3.3678341576171125</c:v>
              </c:pt>
              <c:pt idx="142">
                <c:v>3.3678341576171125</c:v>
              </c:pt>
              <c:pt idx="143">
                <c:v>3.3678341576171125</c:v>
              </c:pt>
              <c:pt idx="144">
                <c:v>3.3678341576171125</c:v>
              </c:pt>
              <c:pt idx="145">
                <c:v>3.3678341576171125</c:v>
              </c:pt>
              <c:pt idx="146">
                <c:v>3.3678341576171125</c:v>
              </c:pt>
              <c:pt idx="147">
                <c:v>3.3678341576171125</c:v>
              </c:pt>
              <c:pt idx="148">
                <c:v>3.3678341576171125</c:v>
              </c:pt>
              <c:pt idx="149">
                <c:v>3.3678341576171125</c:v>
              </c:pt>
              <c:pt idx="150">
                <c:v>3.279825961592246</c:v>
              </c:pt>
              <c:pt idx="151">
                <c:v>3.279825961592246</c:v>
              </c:pt>
              <c:pt idx="152">
                <c:v>3.279825961592246</c:v>
              </c:pt>
              <c:pt idx="153">
                <c:v>3.279825961592246</c:v>
              </c:pt>
              <c:pt idx="154">
                <c:v>3.279825961592246</c:v>
              </c:pt>
              <c:pt idx="155">
                <c:v>3.279825961592246</c:v>
              </c:pt>
              <c:pt idx="156">
                <c:v>3.279825961592246</c:v>
              </c:pt>
              <c:pt idx="157">
                <c:v>3.279825961592246</c:v>
              </c:pt>
              <c:pt idx="158">
                <c:v>3.279825961592246</c:v>
              </c:pt>
              <c:pt idx="159">
                <c:v>3.279825961592246</c:v>
              </c:pt>
              <c:pt idx="160">
                <c:v>3.279825961592246</c:v>
              </c:pt>
              <c:pt idx="161">
                <c:v>3.279825961592246</c:v>
              </c:pt>
              <c:pt idx="162">
                <c:v>3.279825961592246</c:v>
              </c:pt>
              <c:pt idx="163">
                <c:v>3.279825961592246</c:v>
              </c:pt>
              <c:pt idx="164">
                <c:v>3.279825961592246</c:v>
              </c:pt>
              <c:pt idx="165">
                <c:v>3.279825961592246</c:v>
              </c:pt>
              <c:pt idx="166">
                <c:v>3.279825961592246</c:v>
              </c:pt>
              <c:pt idx="167">
                <c:v>3.279825961592246</c:v>
              </c:pt>
              <c:pt idx="168">
                <c:v>3.279825961592246</c:v>
              </c:pt>
              <c:pt idx="169">
                <c:v>3.279825961592246</c:v>
              </c:pt>
              <c:pt idx="170">
                <c:v>3.279825961592246</c:v>
              </c:pt>
              <c:pt idx="171">
                <c:v>3.279825961592246</c:v>
              </c:pt>
              <c:pt idx="172">
                <c:v>3.279825961592246</c:v>
              </c:pt>
              <c:pt idx="173">
                <c:v>3.279825961592246</c:v>
              </c:pt>
              <c:pt idx="174">
                <c:v>3.279825961592246</c:v>
              </c:pt>
              <c:pt idx="175">
                <c:v>3.279825961592246</c:v>
              </c:pt>
              <c:pt idx="176">
                <c:v>3.279825961592246</c:v>
              </c:pt>
              <c:pt idx="177">
                <c:v>3.279825961592246</c:v>
              </c:pt>
              <c:pt idx="178">
                <c:v>3.279825961592246</c:v>
              </c:pt>
              <c:pt idx="179">
                <c:v>3.279825961592246</c:v>
              </c:pt>
              <c:pt idx="180">
                <c:v>3.279825961592246</c:v>
              </c:pt>
              <c:pt idx="181">
                <c:v>3.279825961592246</c:v>
              </c:pt>
              <c:pt idx="182">
                <c:v>3.148799758453174</c:v>
              </c:pt>
              <c:pt idx="183">
                <c:v>3.148799758453174</c:v>
              </c:pt>
              <c:pt idx="184">
                <c:v>3.148799758453174</c:v>
              </c:pt>
              <c:pt idx="185">
                <c:v>3.148799758453174</c:v>
              </c:pt>
              <c:pt idx="186">
                <c:v>3.08812823544281</c:v>
              </c:pt>
              <c:pt idx="187">
                <c:v>3.08812823544281</c:v>
              </c:pt>
              <c:pt idx="188">
                <c:v>3.08812823544281</c:v>
              </c:pt>
              <c:pt idx="189">
                <c:v>3.08812823544281</c:v>
              </c:pt>
              <c:pt idx="190">
                <c:v>2.987462445948614</c:v>
              </c:pt>
              <c:pt idx="191">
                <c:v>2.987462445948614</c:v>
              </c:pt>
              <c:pt idx="192">
                <c:v>2.987462445948614</c:v>
              </c:pt>
              <c:pt idx="193">
                <c:v>2.987462445948614</c:v>
              </c:pt>
              <c:pt idx="194">
                <c:v>2.9853553440690366</c:v>
              </c:pt>
              <c:pt idx="195">
                <c:v>2.9853553440690366</c:v>
              </c:pt>
              <c:pt idx="196">
                <c:v>2.9853553440690366</c:v>
              </c:pt>
              <c:pt idx="197">
                <c:v>2.9853553440690366</c:v>
              </c:pt>
              <c:pt idx="198">
                <c:v>2.8982299560969147</c:v>
              </c:pt>
              <c:pt idx="199">
                <c:v>2.8982299560969147</c:v>
              </c:pt>
              <c:pt idx="200">
                <c:v>2.8982299560969147</c:v>
              </c:pt>
              <c:pt idx="201">
                <c:v>2.8982299560969147</c:v>
              </c:pt>
              <c:pt idx="202">
                <c:v>2.8982299560969147</c:v>
              </c:pt>
              <c:pt idx="203">
                <c:v>2.8982299560969147</c:v>
              </c:pt>
              <c:pt idx="204">
                <c:v>2.7232631027938536</c:v>
              </c:pt>
              <c:pt idx="205">
                <c:v>2.7232631027938536</c:v>
              </c:pt>
              <c:pt idx="206">
                <c:v>2.7232631027938536</c:v>
              </c:pt>
              <c:pt idx="207">
                <c:v>2.7232631027938536</c:v>
              </c:pt>
              <c:pt idx="208">
                <c:v>2.7232631027938536</c:v>
              </c:pt>
              <c:pt idx="209">
                <c:v>2.7232631027938536</c:v>
              </c:pt>
              <c:pt idx="210">
                <c:v>2.7232631027938536</c:v>
              </c:pt>
              <c:pt idx="211">
                <c:v>2.7232631027938536</c:v>
              </c:pt>
              <c:pt idx="212">
                <c:v>2.7232631027938536</c:v>
              </c:pt>
              <c:pt idx="213">
                <c:v>2.7232631027938536</c:v>
              </c:pt>
              <c:pt idx="214">
                <c:v>2.7232631027938536</c:v>
              </c:pt>
              <c:pt idx="215">
                <c:v>2.7232631027938536</c:v>
              </c:pt>
              <c:pt idx="216">
                <c:v>2.7232631027938536</c:v>
              </c:pt>
              <c:pt idx="217">
                <c:v>2.7232631027938536</c:v>
              </c:pt>
              <c:pt idx="218">
                <c:v>2.7076549950025686</c:v>
              </c:pt>
              <c:pt idx="219">
                <c:v>2.7076549950025686</c:v>
              </c:pt>
              <c:pt idx="220">
                <c:v>2.7076549950025686</c:v>
              </c:pt>
              <c:pt idx="221">
                <c:v>2.7076549950025686</c:v>
              </c:pt>
              <c:pt idx="222">
                <c:v>2.7076549950025686</c:v>
              </c:pt>
              <c:pt idx="223">
                <c:v>2.7076549950025686</c:v>
              </c:pt>
              <c:pt idx="224">
                <c:v>2.656285837554913</c:v>
              </c:pt>
              <c:pt idx="225">
                <c:v>2.656285837554913</c:v>
              </c:pt>
              <c:pt idx="226">
                <c:v>2.6541629919184717</c:v>
              </c:pt>
              <c:pt idx="227">
                <c:v>2.6541629919184717</c:v>
              </c:pt>
              <c:pt idx="228">
                <c:v>2.6330508041810474</c:v>
              </c:pt>
              <c:pt idx="229">
                <c:v>2.6330508041810474</c:v>
              </c:pt>
              <c:pt idx="230">
                <c:v>2.6330508041810474</c:v>
              </c:pt>
              <c:pt idx="231">
                <c:v>2.6330508041810474</c:v>
              </c:pt>
              <c:pt idx="232">
                <c:v>2.6330508041810474</c:v>
              </c:pt>
              <c:pt idx="233">
                <c:v>2.6330508041810474</c:v>
              </c:pt>
              <c:pt idx="234">
                <c:v>2.4483764005450723</c:v>
              </c:pt>
              <c:pt idx="235">
                <c:v>2.4483764005450723</c:v>
              </c:pt>
              <c:pt idx="236">
                <c:v>2.4483764005450723</c:v>
              </c:pt>
              <c:pt idx="237">
                <c:v>2.4483764005450723</c:v>
              </c:pt>
              <c:pt idx="238">
                <c:v>2.4483764005450723</c:v>
              </c:pt>
              <c:pt idx="239">
                <c:v>2.4483764005450723</c:v>
              </c:pt>
              <c:pt idx="240">
                <c:v>2.4483764005450723</c:v>
              </c:pt>
              <c:pt idx="241">
                <c:v>2.4483764005450723</c:v>
              </c:pt>
              <c:pt idx="242">
                <c:v>2.4483764005450723</c:v>
              </c:pt>
              <c:pt idx="243">
                <c:v>2.4483764005450723</c:v>
              </c:pt>
              <c:pt idx="244">
                <c:v>2.4483764005450723</c:v>
              </c:pt>
              <c:pt idx="245">
                <c:v>2.4483764005450723</c:v>
              </c:pt>
              <c:pt idx="246">
                <c:v>2.4483764005450723</c:v>
              </c:pt>
              <c:pt idx="247">
                <c:v>2.4483764005450723</c:v>
              </c:pt>
              <c:pt idx="248">
                <c:v>2.433484359895795</c:v>
              </c:pt>
              <c:pt idx="249">
                <c:v>2.433484359895795</c:v>
              </c:pt>
              <c:pt idx="250">
                <c:v>2.2585895215029828</c:v>
              </c:pt>
              <c:pt idx="251">
                <c:v>2.2585895215029828</c:v>
              </c:pt>
              <c:pt idx="252">
                <c:v>2.2334477250494493</c:v>
              </c:pt>
              <c:pt idx="253">
                <c:v>2.2334477250494493</c:v>
              </c:pt>
              <c:pt idx="254">
                <c:v>2.2334477250494493</c:v>
              </c:pt>
              <c:pt idx="255">
                <c:v>2.2334477250494493</c:v>
              </c:pt>
              <c:pt idx="256">
                <c:v>2.1301524448533153</c:v>
              </c:pt>
              <c:pt idx="257">
                <c:v>2.1301524448533153</c:v>
              </c:pt>
              <c:pt idx="258">
                <c:v>2.1301524448533153</c:v>
              </c:pt>
              <c:pt idx="259">
                <c:v>2.1301524448533153</c:v>
              </c:pt>
              <c:pt idx="260">
                <c:v>2.1301524448533153</c:v>
              </c:pt>
              <c:pt idx="261">
                <c:v>2.1301524448533153</c:v>
              </c:pt>
              <c:pt idx="262">
                <c:v>2.010868127668296</c:v>
              </c:pt>
              <c:pt idx="263">
                <c:v>2.010868127668296</c:v>
              </c:pt>
              <c:pt idx="264">
                <c:v>2.010868127668296</c:v>
              </c:pt>
              <c:pt idx="265">
                <c:v>2.010868127668296</c:v>
              </c:pt>
              <c:pt idx="266">
                <c:v>2.010868127668296</c:v>
              </c:pt>
              <c:pt idx="267">
                <c:v>2.010868127668296</c:v>
              </c:pt>
              <c:pt idx="268">
                <c:v>2.010868127668296</c:v>
              </c:pt>
              <c:pt idx="269">
                <c:v>2.010868127668296</c:v>
              </c:pt>
              <c:pt idx="270">
                <c:v>2.010868127668296</c:v>
              </c:pt>
              <c:pt idx="271">
                <c:v>2.010868127668296</c:v>
              </c:pt>
              <c:pt idx="272">
                <c:v>2.010868127668296</c:v>
              </c:pt>
              <c:pt idx="273">
                <c:v>2.010868127668296</c:v>
              </c:pt>
              <c:pt idx="274">
                <c:v>2.010868127668296</c:v>
              </c:pt>
              <c:pt idx="275">
                <c:v>2.010868127668296</c:v>
              </c:pt>
              <c:pt idx="276">
                <c:v>2.010868127668296</c:v>
              </c:pt>
              <c:pt idx="277">
                <c:v>2.010868127668296</c:v>
              </c:pt>
              <c:pt idx="278">
                <c:v>2.010868127668296</c:v>
              </c:pt>
              <c:pt idx="279">
                <c:v>2.010868127668296</c:v>
              </c:pt>
              <c:pt idx="280">
                <c:v>1.9940451108417971</c:v>
              </c:pt>
              <c:pt idx="281">
                <c:v>1.9940451108417971</c:v>
              </c:pt>
              <c:pt idx="282">
                <c:v>1.889245342799419</c:v>
              </c:pt>
              <c:pt idx="283">
                <c:v>1.889245342799419</c:v>
              </c:pt>
              <c:pt idx="284">
                <c:v>1.889245342799419</c:v>
              </c:pt>
              <c:pt idx="285">
                <c:v>1.889245342799419</c:v>
              </c:pt>
              <c:pt idx="286">
                <c:v>1.889245342799419</c:v>
              </c:pt>
              <c:pt idx="287">
                <c:v>1.889245342799419</c:v>
              </c:pt>
              <c:pt idx="288">
                <c:v>1.889245342799419</c:v>
              </c:pt>
              <c:pt idx="289">
                <c:v>1.889245342799419</c:v>
              </c:pt>
              <c:pt idx="290">
                <c:v>1.889245342799419</c:v>
              </c:pt>
              <c:pt idx="291">
                <c:v>1.889245342799419</c:v>
              </c:pt>
              <c:pt idx="292">
                <c:v>1.889245342799419</c:v>
              </c:pt>
              <c:pt idx="293">
                <c:v>1.889245342799419</c:v>
              </c:pt>
              <c:pt idx="294">
                <c:v>1.889245342799419</c:v>
              </c:pt>
              <c:pt idx="295">
                <c:v>1.889245342799419</c:v>
              </c:pt>
              <c:pt idx="296">
                <c:v>1.889245342799419</c:v>
              </c:pt>
              <c:pt idx="297">
                <c:v>1.889245342799419</c:v>
              </c:pt>
              <c:pt idx="298">
                <c:v>1.889245342799419</c:v>
              </c:pt>
              <c:pt idx="299">
                <c:v>1.889245342799419</c:v>
              </c:pt>
              <c:pt idx="300">
                <c:v>1.889245342799419</c:v>
              </c:pt>
              <c:pt idx="301">
                <c:v>1.889245342799419</c:v>
              </c:pt>
              <c:pt idx="302">
                <c:v>1.889245342799419</c:v>
              </c:pt>
              <c:pt idx="303">
                <c:v>1.889245342799419</c:v>
              </c:pt>
              <c:pt idx="304">
                <c:v>1.7666948362495123</c:v>
              </c:pt>
              <c:pt idx="305">
                <c:v>1.7666948362495123</c:v>
              </c:pt>
              <c:pt idx="306">
                <c:v>1.7666948362495123</c:v>
              </c:pt>
              <c:pt idx="307">
                <c:v>1.7666948362495123</c:v>
              </c:pt>
              <c:pt idx="308">
                <c:v>1.7666948362495123</c:v>
              </c:pt>
              <c:pt idx="309">
                <c:v>1.7666948362495123</c:v>
              </c:pt>
              <c:pt idx="310">
                <c:v>1.677994833993336</c:v>
              </c:pt>
              <c:pt idx="311">
                <c:v>1.677994833993336</c:v>
              </c:pt>
              <c:pt idx="312">
                <c:v>1.677994833993336</c:v>
              </c:pt>
              <c:pt idx="313">
                <c:v>1.677994833993336</c:v>
              </c:pt>
              <c:pt idx="314">
                <c:v>1.677994833993336</c:v>
              </c:pt>
              <c:pt idx="315">
                <c:v>1.677994833993336</c:v>
              </c:pt>
              <c:pt idx="316">
                <c:v>1.677994833993336</c:v>
              </c:pt>
              <c:pt idx="317">
                <c:v>1.677994833993336</c:v>
              </c:pt>
              <c:pt idx="318">
                <c:v>1.6197393062569054</c:v>
              </c:pt>
              <c:pt idx="319">
                <c:v>1.6197393062569054</c:v>
              </c:pt>
              <c:pt idx="320">
                <c:v>1.6197393062569054</c:v>
              </c:pt>
              <c:pt idx="321">
                <c:v>1.6197393062569054</c:v>
              </c:pt>
              <c:pt idx="322">
                <c:v>1.6197393062569054</c:v>
              </c:pt>
              <c:pt idx="323">
                <c:v>1.6197393062569054</c:v>
              </c:pt>
              <c:pt idx="324">
                <c:v>1.548142789900883</c:v>
              </c:pt>
              <c:pt idx="325">
                <c:v>1.548142789900883</c:v>
              </c:pt>
              <c:pt idx="326">
                <c:v>1.548142789900883</c:v>
              </c:pt>
              <c:pt idx="327">
                <c:v>1.548142789900883</c:v>
              </c:pt>
              <c:pt idx="328">
                <c:v>1.5356682363160463</c:v>
              </c:pt>
              <c:pt idx="329">
                <c:v>1.5356682363160463</c:v>
              </c:pt>
              <c:pt idx="330">
                <c:v>1.5356682363160463</c:v>
              </c:pt>
              <c:pt idx="331">
                <c:v>1.5356682363160463</c:v>
              </c:pt>
              <c:pt idx="332">
                <c:v>1.480416896709381</c:v>
              </c:pt>
              <c:pt idx="333">
                <c:v>1.480416896709381</c:v>
              </c:pt>
              <c:pt idx="334">
                <c:v>1.480416896709381</c:v>
              </c:pt>
              <c:pt idx="335">
                <c:v>1.480416896709381</c:v>
              </c:pt>
              <c:pt idx="336">
                <c:v>1.480416896709381</c:v>
              </c:pt>
              <c:pt idx="337">
                <c:v>1.480416896709381</c:v>
              </c:pt>
              <c:pt idx="338">
                <c:v>1.3917423665323834</c:v>
              </c:pt>
              <c:pt idx="339">
                <c:v>1.3917423665323834</c:v>
              </c:pt>
              <c:pt idx="340">
                <c:v>1.3917423665323834</c:v>
              </c:pt>
              <c:pt idx="341">
                <c:v>1.3917423665323834</c:v>
              </c:pt>
              <c:pt idx="342">
                <c:v>1.385231852377743</c:v>
              </c:pt>
              <c:pt idx="343">
                <c:v>1.385231852377743</c:v>
              </c:pt>
              <c:pt idx="344">
                <c:v>1.385231852377743</c:v>
              </c:pt>
              <c:pt idx="345">
                <c:v>1.385231852377743</c:v>
              </c:pt>
              <c:pt idx="346">
                <c:v>1.385231852377743</c:v>
              </c:pt>
              <c:pt idx="347">
                <c:v>1.385231852377743</c:v>
              </c:pt>
              <c:pt idx="348">
                <c:v>1.385231852377743</c:v>
              </c:pt>
              <c:pt idx="349">
                <c:v>1.385231852377743</c:v>
              </c:pt>
              <c:pt idx="350">
                <c:v>1.385231852377743</c:v>
              </c:pt>
              <c:pt idx="351">
                <c:v>1.385231852377743</c:v>
              </c:pt>
              <c:pt idx="352">
                <c:v>1.385231852377743</c:v>
              </c:pt>
              <c:pt idx="353">
                <c:v>1.385231852377743</c:v>
              </c:pt>
              <c:pt idx="354">
                <c:v>1.385231852377743</c:v>
              </c:pt>
              <c:pt idx="355">
                <c:v>1.385231852377743</c:v>
              </c:pt>
              <c:pt idx="356">
                <c:v>1.3818237226748098</c:v>
              </c:pt>
              <c:pt idx="357">
                <c:v>1.3818237226748098</c:v>
              </c:pt>
              <c:pt idx="358">
                <c:v>1.3818237226748098</c:v>
              </c:pt>
              <c:pt idx="359">
                <c:v>1.3818237226748098</c:v>
              </c:pt>
              <c:pt idx="360">
                <c:v>1.3818237226748098</c:v>
              </c:pt>
              <c:pt idx="361">
                <c:v>1.3818237226748098</c:v>
              </c:pt>
              <c:pt idx="362">
                <c:v>1.3818237226748098</c:v>
              </c:pt>
              <c:pt idx="363">
                <c:v>1.3818237226748098</c:v>
              </c:pt>
              <c:pt idx="364">
                <c:v>1.3818237226748098</c:v>
              </c:pt>
              <c:pt idx="365">
                <c:v>1.3818237226748098</c:v>
              </c:pt>
              <c:pt idx="366">
                <c:v>1.3818237226748098</c:v>
              </c:pt>
              <c:pt idx="367">
                <c:v>1.3818237226748098</c:v>
              </c:pt>
              <c:pt idx="368">
                <c:v>1.3818237226748098</c:v>
              </c:pt>
              <c:pt idx="369">
                <c:v>1.3818237226748098</c:v>
              </c:pt>
              <c:pt idx="370">
                <c:v>1.3818237226748098</c:v>
              </c:pt>
              <c:pt idx="371">
                <c:v>1.3818237226748098</c:v>
              </c:pt>
              <c:pt idx="372">
                <c:v>1.3818237226748098</c:v>
              </c:pt>
              <c:pt idx="373">
                <c:v>1.3818237226748098</c:v>
              </c:pt>
              <c:pt idx="374">
                <c:v>1.3818237226748098</c:v>
              </c:pt>
              <c:pt idx="375">
                <c:v>1.3818237226748098</c:v>
              </c:pt>
              <c:pt idx="376">
                <c:v>1.3818237226748098</c:v>
              </c:pt>
              <c:pt idx="377">
                <c:v>1.3818237226748098</c:v>
              </c:pt>
              <c:pt idx="378">
                <c:v>1.3729960390589908</c:v>
              </c:pt>
              <c:pt idx="379">
                <c:v>1.3729960390589908</c:v>
              </c:pt>
              <c:pt idx="380">
                <c:v>1.2439798261396307</c:v>
              </c:pt>
              <c:pt idx="381">
                <c:v>1.2439798261396307</c:v>
              </c:pt>
              <c:pt idx="382">
                <c:v>1.2439798261396307</c:v>
              </c:pt>
              <c:pt idx="383">
                <c:v>1.2439798261396307</c:v>
              </c:pt>
              <c:pt idx="384">
                <c:v>1.2439798261396307</c:v>
              </c:pt>
              <c:pt idx="385">
                <c:v>1.2439798261396307</c:v>
              </c:pt>
              <c:pt idx="386">
                <c:v>1.2439798261396307</c:v>
              </c:pt>
              <c:pt idx="387">
                <c:v>1.2439798261396307</c:v>
              </c:pt>
              <c:pt idx="388">
                <c:v>1.1622737274726465</c:v>
              </c:pt>
              <c:pt idx="389">
                <c:v>1.1622737274726465</c:v>
              </c:pt>
              <c:pt idx="390">
                <c:v>1.1622737274726465</c:v>
              </c:pt>
              <c:pt idx="391">
                <c:v>1.1622737274726465</c:v>
              </c:pt>
              <c:pt idx="392">
                <c:v>1.1622737274726465</c:v>
              </c:pt>
              <c:pt idx="393">
                <c:v>1.1622737274726465</c:v>
              </c:pt>
              <c:pt idx="394">
                <c:v>1.1139131172366796</c:v>
              </c:pt>
              <c:pt idx="395">
                <c:v>1.1139131172366796</c:v>
              </c:pt>
              <c:pt idx="396">
                <c:v>1.1139131172366796</c:v>
              </c:pt>
              <c:pt idx="397">
                <c:v>1.1139131172366796</c:v>
              </c:pt>
              <c:pt idx="398">
                <c:v>1.1139131172366796</c:v>
              </c:pt>
              <c:pt idx="399">
                <c:v>1.1139131172366796</c:v>
              </c:pt>
              <c:pt idx="400">
                <c:v>1.1091411650296439</c:v>
              </c:pt>
              <c:pt idx="401">
                <c:v>1.1091411650296439</c:v>
              </c:pt>
              <c:pt idx="402">
                <c:v>1.1091411650296439</c:v>
              </c:pt>
              <c:pt idx="403">
                <c:v>1.1091411650296439</c:v>
              </c:pt>
              <c:pt idx="404">
                <c:v>1.106757397711753</c:v>
              </c:pt>
              <c:pt idx="405">
                <c:v>1.106757397711753</c:v>
              </c:pt>
              <c:pt idx="406">
                <c:v>1.106757397711753</c:v>
              </c:pt>
              <c:pt idx="407">
                <c:v>1.106757397711753</c:v>
              </c:pt>
              <c:pt idx="408">
                <c:v>1.075272573794724</c:v>
              </c:pt>
              <c:pt idx="409">
                <c:v>1.075272573794724</c:v>
              </c:pt>
              <c:pt idx="410">
                <c:v>0.925858071185482</c:v>
              </c:pt>
              <c:pt idx="411">
                <c:v>0.925858071185482</c:v>
              </c:pt>
              <c:pt idx="412">
                <c:v>0.7837971723058698</c:v>
              </c:pt>
              <c:pt idx="413">
                <c:v>0.7837971723058698</c:v>
              </c:pt>
              <c:pt idx="414">
                <c:v>0.7615210039070008</c:v>
              </c:pt>
              <c:pt idx="415">
                <c:v>0.7615210039070008</c:v>
              </c:pt>
              <c:pt idx="416">
                <c:v>0.7615210039070008</c:v>
              </c:pt>
              <c:pt idx="417">
                <c:v>0.7615210039070008</c:v>
              </c:pt>
              <c:pt idx="418">
                <c:v>0.7615210039070008</c:v>
              </c:pt>
              <c:pt idx="419">
                <c:v>0.7615210039070008</c:v>
              </c:pt>
              <c:pt idx="420">
                <c:v>0.679518116069923</c:v>
              </c:pt>
              <c:pt idx="421">
                <c:v>0.679518116069923</c:v>
              </c:pt>
              <c:pt idx="422">
                <c:v>0.6069079816071111</c:v>
              </c:pt>
              <c:pt idx="423">
                <c:v>0.6069079816071111</c:v>
              </c:pt>
              <c:pt idx="424">
                <c:v>0.566560622541556</c:v>
              </c:pt>
              <c:pt idx="425">
                <c:v>0.566560622541556</c:v>
              </c:pt>
              <c:pt idx="426">
                <c:v>0.566560622541556</c:v>
              </c:pt>
              <c:pt idx="427">
                <c:v>0.566560622541556</c:v>
              </c:pt>
              <c:pt idx="428">
                <c:v>0.566560622541556</c:v>
              </c:pt>
              <c:pt idx="429">
                <c:v>0.566560622541556</c:v>
              </c:pt>
              <c:pt idx="430">
                <c:v>0.47914883013261966</c:v>
              </c:pt>
              <c:pt idx="431">
                <c:v>0.47914883013261966</c:v>
              </c:pt>
              <c:pt idx="432">
                <c:v>0.4249551228243757</c:v>
              </c:pt>
              <c:pt idx="433">
                <c:v>0.4249551228243757</c:v>
              </c:pt>
              <c:pt idx="434">
                <c:v>0.3985571325637589</c:v>
              </c:pt>
              <c:pt idx="435">
                <c:v>0.3985571325637589</c:v>
              </c:pt>
              <c:pt idx="436">
                <c:v>0.3971712927470318</c:v>
              </c:pt>
              <c:pt idx="437">
                <c:v>0.3971712927470318</c:v>
              </c:pt>
              <c:pt idx="438">
                <c:v>0.33891170744369714</c:v>
              </c:pt>
              <c:pt idx="439">
                <c:v>0.33891170744369714</c:v>
              </c:pt>
              <c:pt idx="440">
                <c:v>0.30609797127429134</c:v>
              </c:pt>
              <c:pt idx="441">
                <c:v>0.30609797127429134</c:v>
              </c:pt>
              <c:pt idx="442">
                <c:v>0.27248575230507016</c:v>
              </c:pt>
              <c:pt idx="443">
                <c:v>0.27248575230507016</c:v>
              </c:pt>
              <c:pt idx="444">
                <c:v>0.19788627500204162</c:v>
              </c:pt>
              <c:pt idx="445">
                <c:v>0.19788627500204162</c:v>
              </c:pt>
              <c:pt idx="446">
                <c:v>0.19788627500204162</c:v>
              </c:pt>
              <c:pt idx="447">
                <c:v>0.19788627500204162</c:v>
              </c:pt>
              <c:pt idx="448">
                <c:v>0.1605301906935333</c:v>
              </c:pt>
              <c:pt idx="449">
                <c:v>0.1605301906935333</c:v>
              </c:pt>
            </c:numLit>
          </c:yVal>
          <c:smooth val="0"/>
        </c:ser>
        <c:ser>
          <c:idx val="1"/>
          <c:order val="1"/>
          <c:tx>
            <c:v>Certified bound Φ</c:v>
          </c:tx>
          <c:spPr>
            <a:noFill xmlns:a="http://schemas.openxmlformats.org/drawingml/2006/main"/>
            <a:ln xmlns:a="http://schemas.openxmlformats.org/drawingml/2006/main" w="13335">
              <a:solidFill>
                <a:srgbClr val="7B8790"/>
              </a:solidFill>
              <a:prstDash val="dash"/>
            </a:ln>
          </c:spPr>
          <c:marker>
            <c:symbol val="none"/>
            <c:size val="7"/>
            <c:spPr>
              <a:solidFill xmlns:a="http://schemas.openxmlformats.org/drawingml/2006/main">
                <a:srgbClr val="7B8790"/>
              </a:solidFill>
            </c:spPr>
          </c:marker>
          <c:xVal>
            <c:numLit>
              <c:formatCode>General</c:formatCode>
              <c:ptCount val="450"/>
              <c:pt idx="0">
                <c:v>0</c:v>
              </c:pt>
              <c:pt idx="1">
                <c:v>0.002252052669056858</c:v>
              </c:pt>
              <c:pt idx="2">
                <c:v>0.002252052669056858</c:v>
              </c:pt>
              <c:pt idx="3">
                <c:v>0.002667417650689099</c:v>
              </c:pt>
              <c:pt idx="4">
                <c:v>0.002667417650689099</c:v>
              </c:pt>
              <c:pt idx="5">
                <c:v>0.002718788031746794</c:v>
              </c:pt>
              <c:pt idx="6">
                <c:v>0.002718788031746794</c:v>
              </c:pt>
              <c:pt idx="7">
                <c:v>0.009351631370903224</c:v>
              </c:pt>
              <c:pt idx="8">
                <c:v>0.009351631370903224</c:v>
              </c:pt>
              <c:pt idx="9">
                <c:v>0.01324046303933057</c:v>
              </c:pt>
              <c:pt idx="10">
                <c:v>0.01324046303933057</c:v>
              </c:pt>
              <c:pt idx="11">
                <c:v>0.014033448104779966</c:v>
              </c:pt>
              <c:pt idx="12">
                <c:v>0.014033448104779966</c:v>
              </c:pt>
              <c:pt idx="13">
                <c:v>0.01943024637344942</c:v>
              </c:pt>
              <c:pt idx="14">
                <c:v>0.01943024637344942</c:v>
              </c:pt>
              <c:pt idx="15">
                <c:v>0.03158041103959923</c:v>
              </c:pt>
              <c:pt idx="16">
                <c:v>0.03158041103959923</c:v>
              </c:pt>
              <c:pt idx="17">
                <c:v>0.033446968075013815</c:v>
              </c:pt>
              <c:pt idx="18">
                <c:v>0.033446968075013815</c:v>
              </c:pt>
              <c:pt idx="19">
                <c:v>0.04037310972147003</c:v>
              </c:pt>
              <c:pt idx="20">
                <c:v>0.04037310972147003</c:v>
              </c:pt>
              <c:pt idx="21">
                <c:v>0.043732918165262286</c:v>
              </c:pt>
              <c:pt idx="22">
                <c:v>0.043732918165262286</c:v>
              </c:pt>
              <c:pt idx="23">
                <c:v>0.044688761249184576</c:v>
              </c:pt>
              <c:pt idx="24">
                <c:v>0.044688761249184576</c:v>
              </c:pt>
              <c:pt idx="25">
                <c:v>0.047183182579732585</c:v>
              </c:pt>
              <c:pt idx="26">
                <c:v>0.047183182579732585</c:v>
              </c:pt>
              <c:pt idx="27">
                <c:v>0.07187764413911589</c:v>
              </c:pt>
              <c:pt idx="28">
                <c:v>0.07187764413911589</c:v>
              </c:pt>
              <c:pt idx="29">
                <c:v>0.08027305479823353</c:v>
              </c:pt>
              <c:pt idx="30">
                <c:v>0.08027305479823353</c:v>
              </c:pt>
              <c:pt idx="31">
                <c:v>0.08563167304010408</c:v>
              </c:pt>
              <c:pt idx="32">
                <c:v>0.08563167304010408</c:v>
              </c:pt>
              <c:pt idx="33">
                <c:v>0.09181474862502124</c:v>
              </c:pt>
              <c:pt idx="34">
                <c:v>0.09181474862502124</c:v>
              </c:pt>
              <c:pt idx="35">
                <c:v>0.10438427983726947</c:v>
              </c:pt>
              <c:pt idx="36">
                <c:v>0.10438427983726947</c:v>
              </c:pt>
              <c:pt idx="37">
                <c:v>0.10448062015769456</c:v>
              </c:pt>
              <c:pt idx="38">
                <c:v>0.10448062015769456</c:v>
              </c:pt>
              <c:pt idx="39">
                <c:v>0.11910800805338122</c:v>
              </c:pt>
              <c:pt idx="40">
                <c:v>0.11910800805338122</c:v>
              </c:pt>
              <c:pt idx="41">
                <c:v>0.13975083228883003</c:v>
              </c:pt>
              <c:pt idx="42">
                <c:v>0.13975083228883003</c:v>
              </c:pt>
              <c:pt idx="43">
                <c:v>0.1974308330015172</c:v>
              </c:pt>
              <c:pt idx="44">
                <c:v>0.1974308330015172</c:v>
              </c:pt>
              <c:pt idx="45">
                <c:v>0.20655724103365372</c:v>
              </c:pt>
              <c:pt idx="46">
                <c:v>0.20655724103365372</c:v>
              </c:pt>
              <c:pt idx="47">
                <c:v>0.21887447901258494</c:v>
              </c:pt>
              <c:pt idx="48">
                <c:v>0.21887447901258494</c:v>
              </c:pt>
              <c:pt idx="49">
                <c:v>0.22991578145830682</c:v>
              </c:pt>
              <c:pt idx="50">
                <c:v>0.22991578145830682</c:v>
              </c:pt>
              <c:pt idx="51">
                <c:v>0.24360370152696334</c:v>
              </c:pt>
              <c:pt idx="52">
                <c:v>0.24360370152696334</c:v>
              </c:pt>
              <c:pt idx="53">
                <c:v>0.24571530670915126</c:v>
              </c:pt>
              <c:pt idx="54">
                <c:v>0.24571530670915126</c:v>
              </c:pt>
              <c:pt idx="55">
                <c:v>0.28282063810483854</c:v>
              </c:pt>
              <c:pt idx="56">
                <c:v>0.28282063810483854</c:v>
              </c:pt>
              <c:pt idx="57">
                <c:v>0.30877358946820743</c:v>
              </c:pt>
              <c:pt idx="58">
                <c:v>0.30877358946820743</c:v>
              </c:pt>
              <c:pt idx="59">
                <c:v>0.31239450023010307</c:v>
              </c:pt>
              <c:pt idx="60">
                <c:v>0.31239450023010307</c:v>
              </c:pt>
              <c:pt idx="61">
                <c:v>0.31284070861212643</c:v>
              </c:pt>
              <c:pt idx="62">
                <c:v>0.31284070861212643</c:v>
              </c:pt>
              <c:pt idx="63">
                <c:v>0.38632591866094196</c:v>
              </c:pt>
              <c:pt idx="64">
                <c:v>0.38632591866094196</c:v>
              </c:pt>
              <c:pt idx="65">
                <c:v>0.3982402167583406</c:v>
              </c:pt>
              <c:pt idx="66">
                <c:v>0.3982402167583406</c:v>
              </c:pt>
              <c:pt idx="67">
                <c:v>0.4428266354446047</c:v>
              </c:pt>
              <c:pt idx="68">
                <c:v>0.4428266354446047</c:v>
              </c:pt>
              <c:pt idx="69">
                <c:v>0.4912777545119961</c:v>
              </c:pt>
              <c:pt idx="70">
                <c:v>0.4912777545119961</c:v>
              </c:pt>
              <c:pt idx="71">
                <c:v>0.5</c:v>
              </c:pt>
              <c:pt idx="72">
                <c:v>0.5</c:v>
              </c:pt>
              <c:pt idx="73">
                <c:v>0.6433427320849572</c:v>
              </c:pt>
              <c:pt idx="74">
                <c:v>0.6433427320849572</c:v>
              </c:pt>
              <c:pt idx="75">
                <c:v>0.6530267899600377</c:v>
              </c:pt>
              <c:pt idx="76">
                <c:v>0.6530267899600377</c:v>
              </c:pt>
              <c:pt idx="77">
                <c:v>0.7169333815719647</c:v>
              </c:pt>
              <c:pt idx="78">
                <c:v>0.7169333815719647</c:v>
              </c:pt>
              <c:pt idx="79">
                <c:v>0.7311531515159725</c:v>
              </c:pt>
              <c:pt idx="80">
                <c:v>0.7311531515159725</c:v>
              </c:pt>
              <c:pt idx="81">
                <c:v>0.7666326528200673</c:v>
              </c:pt>
              <c:pt idx="82">
                <c:v>0.7666326528200673</c:v>
              </c:pt>
              <c:pt idx="83">
                <c:v>0.7691388293529847</c:v>
              </c:pt>
              <c:pt idx="84">
                <c:v>0.7691388293529847</c:v>
              </c:pt>
              <c:pt idx="85">
                <c:v>0.8493415954470873</c:v>
              </c:pt>
              <c:pt idx="86">
                <c:v>0.8493415954470873</c:v>
              </c:pt>
              <c:pt idx="87">
                <c:v>0.8588028729636834</c:v>
              </c:pt>
              <c:pt idx="88">
                <c:v>0.8588028729636834</c:v>
              </c:pt>
              <c:pt idx="89">
                <c:v>0.8766539758270908</c:v>
              </c:pt>
              <c:pt idx="90">
                <c:v>0.8766539758270908</c:v>
              </c:pt>
              <c:pt idx="91">
                <c:v>0.9036305779644066</c:v>
              </c:pt>
              <c:pt idx="92">
                <c:v>0.9036305779644066</c:v>
              </c:pt>
              <c:pt idx="93">
                <c:v>0.9960772814290508</c:v>
              </c:pt>
              <c:pt idx="94">
                <c:v>0.9960772814290508</c:v>
              </c:pt>
              <c:pt idx="95">
                <c:v>1</c:v>
              </c:pt>
              <c:pt idx="96">
                <c:v>1</c:v>
              </c:pt>
              <c:pt idx="97">
                <c:v>1.1533739287265037</c:v>
              </c:pt>
              <c:pt idx="98">
                <c:v>1.1533739287265037</c:v>
              </c:pt>
              <c:pt idx="99">
                <c:v>1.2140475609699946</c:v>
              </c:pt>
              <c:pt idx="100">
                <c:v>1.2140475609699946</c:v>
              </c:pt>
              <c:pt idx="101">
                <c:v>1.2415183723388412</c:v>
              </c:pt>
              <c:pt idx="102">
                <c:v>1.2415183723388412</c:v>
              </c:pt>
              <c:pt idx="103">
                <c:v>1.2478848001139158</c:v>
              </c:pt>
              <c:pt idx="104">
                <c:v>1.2478848001139158</c:v>
              </c:pt>
              <c:pt idx="105">
                <c:v>1.2495827175170047</c:v>
              </c:pt>
              <c:pt idx="106">
                <c:v>1.2495827175170047</c:v>
              </c:pt>
              <c:pt idx="107">
                <c:v>1.3033808449451074</c:v>
              </c:pt>
              <c:pt idx="108">
                <c:v>1.3033808449451074</c:v>
              </c:pt>
              <c:pt idx="109">
                <c:v>1.3082762254813134</c:v>
              </c:pt>
              <c:pt idx="110">
                <c:v>1.3082762254813134</c:v>
              </c:pt>
              <c:pt idx="111">
                <c:v>1.356349941098569</c:v>
              </c:pt>
              <c:pt idx="112">
                <c:v>1.356349941098569</c:v>
              </c:pt>
              <c:pt idx="113">
                <c:v>1.4003758450364463</c:v>
              </c:pt>
              <c:pt idx="114">
                <c:v>1.4003758450364463</c:v>
              </c:pt>
              <c:pt idx="115">
                <c:v>1.4909281357462327</c:v>
              </c:pt>
              <c:pt idx="116">
                <c:v>1.4909281357462327</c:v>
              </c:pt>
              <c:pt idx="117">
                <c:v>1.4972858667001063</c:v>
              </c:pt>
              <c:pt idx="118">
                <c:v>1.4972858667001063</c:v>
              </c:pt>
              <c:pt idx="119">
                <c:v>1.6379966423927856</c:v>
              </c:pt>
              <c:pt idx="120">
                <c:v>1.6379966423927856</c:v>
              </c:pt>
              <c:pt idx="121">
                <c:v>1.665985748192629</c:v>
              </c:pt>
              <c:pt idx="122">
                <c:v>1.665985748192629</c:v>
              </c:pt>
              <c:pt idx="123">
                <c:v>1.7900664882461448</c:v>
              </c:pt>
              <c:pt idx="124">
                <c:v>1.7900664882461448</c:v>
              </c:pt>
              <c:pt idx="125">
                <c:v>1.9460882443859513</c:v>
              </c:pt>
              <c:pt idx="126">
                <c:v>1.9460882443859513</c:v>
              </c:pt>
              <c:pt idx="127">
                <c:v>1.9511118911729453</c:v>
              </c:pt>
              <c:pt idx="128">
                <c:v>1.9511118911729453</c:v>
              </c:pt>
              <c:pt idx="129">
                <c:v>2</c:v>
              </c:pt>
              <c:pt idx="130">
                <c:v>2</c:v>
              </c:pt>
              <c:pt idx="131">
                <c:v>2.183618889344224</c:v>
              </c:pt>
              <c:pt idx="132">
                <c:v>2.183618889344224</c:v>
              </c:pt>
              <c:pt idx="133">
                <c:v>2.201522172907955</c:v>
              </c:pt>
              <c:pt idx="134">
                <c:v>2.201522172907955</c:v>
              </c:pt>
              <c:pt idx="135">
                <c:v>2.315841684992839</c:v>
              </c:pt>
              <c:pt idx="136">
                <c:v>2.315841684992839</c:v>
              </c:pt>
              <c:pt idx="137">
                <c:v>2.4953364587389566</c:v>
              </c:pt>
              <c:pt idx="138">
                <c:v>2.4953364587389566</c:v>
              </c:pt>
              <c:pt idx="139">
                <c:v>2.6675368799733175</c:v>
              </c:pt>
              <c:pt idx="140">
                <c:v>2.6675368799733175</c:v>
              </c:pt>
              <c:pt idx="141">
                <c:v>2.680857665575116</c:v>
              </c:pt>
              <c:pt idx="142">
                <c:v>2.680857665575116</c:v>
              </c:pt>
              <c:pt idx="143">
                <c:v>2.751455914802219</c:v>
              </c:pt>
              <c:pt idx="144">
                <c:v>2.751455914802219</c:v>
              </c:pt>
              <c:pt idx="145">
                <c:v>2.9157236804113995</c:v>
              </c:pt>
              <c:pt idx="146">
                <c:v>2.9157236804113995</c:v>
              </c:pt>
              <c:pt idx="147">
                <c:v>2.919364045068701</c:v>
              </c:pt>
              <c:pt idx="148">
                <c:v>2.919364045068701</c:v>
              </c:pt>
              <c:pt idx="149">
                <c:v>2.9422799399787114</c:v>
              </c:pt>
              <c:pt idx="150">
                <c:v>2.9422799399787114</c:v>
              </c:pt>
              <c:pt idx="151">
                <c:v>2.9703454702471985</c:v>
              </c:pt>
              <c:pt idx="152">
                <c:v>2.9703454702471985</c:v>
              </c:pt>
              <c:pt idx="153">
                <c:v>3.0006939764813034</c:v>
              </c:pt>
              <c:pt idx="154">
                <c:v>3.0006939764813034</c:v>
              </c:pt>
              <c:pt idx="155">
                <c:v>3.1724553461177556</c:v>
              </c:pt>
              <c:pt idx="156">
                <c:v>3.1724553461177556</c:v>
              </c:pt>
              <c:pt idx="157">
                <c:v>3.236009552593751</c:v>
              </c:pt>
              <c:pt idx="158">
                <c:v>3.236009552593751</c:v>
              </c:pt>
              <c:pt idx="159">
                <c:v>3.288222341309767</c:v>
              </c:pt>
              <c:pt idx="160">
                <c:v>3.288222341309767</c:v>
              </c:pt>
              <c:pt idx="161">
                <c:v>3.312834336494888</c:v>
              </c:pt>
              <c:pt idx="162">
                <c:v>3.312834336494888</c:v>
              </c:pt>
              <c:pt idx="163">
                <c:v>3.3834143294909214</c:v>
              </c:pt>
              <c:pt idx="164">
                <c:v>3.3834143294909214</c:v>
              </c:pt>
              <c:pt idx="165">
                <c:v>3.4378002255241644</c:v>
              </c:pt>
              <c:pt idx="166">
                <c:v>3.4378002255241644</c:v>
              </c:pt>
              <c:pt idx="167">
                <c:v>3.4489847108251577</c:v>
              </c:pt>
              <c:pt idx="168">
                <c:v>3.4489847108251577</c:v>
              </c:pt>
              <c:pt idx="169">
                <c:v>3.4578592374391484</c:v>
              </c:pt>
              <c:pt idx="170">
                <c:v>3.4578592374391484</c:v>
              </c:pt>
              <c:pt idx="171">
                <c:v>3.5298685301902957</c:v>
              </c:pt>
              <c:pt idx="172">
                <c:v>3.5298685301902957</c:v>
              </c:pt>
              <c:pt idx="173">
                <c:v>3.7400135782201973</c:v>
              </c:pt>
              <c:pt idx="174">
                <c:v>3.7400135782201973</c:v>
              </c:pt>
              <c:pt idx="175">
                <c:v>3.882183211951868</c:v>
              </c:pt>
              <c:pt idx="176">
                <c:v>3.882183211951868</c:v>
              </c:pt>
              <c:pt idx="177">
                <c:v>3.8874070523248503</c:v>
              </c:pt>
              <c:pt idx="178">
                <c:v>3.8874070523248503</c:v>
              </c:pt>
              <c:pt idx="179">
                <c:v>4.1727675858524</c:v>
              </c:pt>
              <c:pt idx="180">
                <c:v>4.1727675858524</c:v>
              </c:pt>
              <c:pt idx="181">
                <c:v>4.225464420253914</c:v>
              </c:pt>
              <c:pt idx="182">
                <c:v>4.225464420253914</c:v>
              </c:pt>
              <c:pt idx="183">
                <c:v>4.234056922201499</c:v>
              </c:pt>
              <c:pt idx="184">
                <c:v>4.234056922201499</c:v>
              </c:pt>
              <c:pt idx="185">
                <c:v>4.2793715894032065</c:v>
              </c:pt>
              <c:pt idx="186">
                <c:v>4.2793715894032065</c:v>
              </c:pt>
              <c:pt idx="187">
                <c:v>4.349482258209912</c:v>
              </c:pt>
              <c:pt idx="188">
                <c:v>4.349482258209912</c:v>
              </c:pt>
              <c:pt idx="189">
                <c:v>4.393269263881719</c:v>
              </c:pt>
              <c:pt idx="190">
                <c:v>4.393269263881719</c:v>
              </c:pt>
              <c:pt idx="191">
                <c:v>4.420898036091101</c:v>
              </c:pt>
              <c:pt idx="192">
                <c:v>4.420898036091101</c:v>
              </c:pt>
              <c:pt idx="193">
                <c:v>4.432672203226913</c:v>
              </c:pt>
              <c:pt idx="194">
                <c:v>4.432672203226913</c:v>
              </c:pt>
              <c:pt idx="195">
                <c:v>4.473342863962357</c:v>
              </c:pt>
              <c:pt idx="196">
                <c:v>4.473342863962357</c:v>
              </c:pt>
              <c:pt idx="197">
                <c:v>4.506409257905355</c:v>
              </c:pt>
              <c:pt idx="198">
                <c:v>4.506409257905355</c:v>
              </c:pt>
              <c:pt idx="199">
                <c:v>4.543070058544765</c:v>
              </c:pt>
              <c:pt idx="200">
                <c:v>4.543070058544765</c:v>
              </c:pt>
              <c:pt idx="201">
                <c:v>4.582149558443407</c:v>
              </c:pt>
              <c:pt idx="202">
                <c:v>4.582149558443407</c:v>
              </c:pt>
              <c:pt idx="203">
                <c:v>4.673964307068429</c:v>
              </c:pt>
              <c:pt idx="204">
                <c:v>4.673964307068429</c:v>
              </c:pt>
              <c:pt idx="205">
                <c:v>4.726566024797451</c:v>
              </c:pt>
              <c:pt idx="206">
                <c:v>4.726566024797451</c:v>
              </c:pt>
              <c:pt idx="207">
                <c:v>4.732607592439894</c:v>
              </c:pt>
              <c:pt idx="208">
                <c:v>4.732607592439894</c:v>
              </c:pt>
              <c:pt idx="209">
                <c:v>4.767140983270621</c:v>
              </c:pt>
              <c:pt idx="210">
                <c:v>4.767140983270621</c:v>
              </c:pt>
              <c:pt idx="211">
                <c:v>4.828514910319649</c:v>
              </c:pt>
              <c:pt idx="212">
                <c:v>4.828514910319649</c:v>
              </c:pt>
              <c:pt idx="213">
                <c:v>4.868751127087532</c:v>
              </c:pt>
              <c:pt idx="214">
                <c:v>4.868751127087532</c:v>
              </c:pt>
              <c:pt idx="215">
                <c:v>4.9456539591141695</c:v>
              </c:pt>
              <c:pt idx="216">
                <c:v>4.9456539591141695</c:v>
              </c:pt>
              <c:pt idx="217">
                <c:v>4.982464002139873</c:v>
              </c:pt>
              <c:pt idx="218">
                <c:v>4.982464002139873</c:v>
              </c:pt>
              <c:pt idx="219">
                <c:v>5</c:v>
              </c:pt>
              <c:pt idx="220">
                <c:v>5</c:v>
              </c:pt>
              <c:pt idx="221">
                <c:v>5.053744532247785</c:v>
              </c:pt>
              <c:pt idx="222">
                <c:v>5.053744532247785</c:v>
              </c:pt>
              <c:pt idx="223">
                <c:v>5.09142760563427</c:v>
              </c:pt>
              <c:pt idx="224">
                <c:v>5.09142760563427</c:v>
              </c:pt>
              <c:pt idx="225">
                <c:v>5.104777203159693</c:v>
              </c:pt>
              <c:pt idx="226">
                <c:v>5.104777203159693</c:v>
              </c:pt>
              <c:pt idx="227">
                <c:v>5.120796083567721</c:v>
              </c:pt>
              <c:pt idx="228">
                <c:v>5.120796083567721</c:v>
              </c:pt>
              <c:pt idx="229">
                <c:v>5.244212918244844</c:v>
              </c:pt>
              <c:pt idx="230">
                <c:v>5.244212918244844</c:v>
              </c:pt>
              <c:pt idx="231">
                <c:v>5.3687699306328245</c:v>
              </c:pt>
              <c:pt idx="232">
                <c:v>5.3687699306328245</c:v>
              </c:pt>
              <c:pt idx="233">
                <c:v>5.621419114868389</c:v>
              </c:pt>
              <c:pt idx="234">
                <c:v>5.621419114868389</c:v>
              </c:pt>
              <c:pt idx="235">
                <c:v>5.729143889262053</c:v>
              </c:pt>
              <c:pt idx="236">
                <c:v>5.729143889262053</c:v>
              </c:pt>
              <c:pt idx="237">
                <c:v>5.81765899525991</c:v>
              </c:pt>
              <c:pt idx="238">
                <c:v>5.81765899525991</c:v>
              </c:pt>
              <c:pt idx="239">
                <c:v>5.90755309121985</c:v>
              </c:pt>
              <c:pt idx="240">
                <c:v>5.90755309121985</c:v>
              </c:pt>
              <c:pt idx="241">
                <c:v>5.96310189090389</c:v>
              </c:pt>
              <c:pt idx="242">
                <c:v>5.96310189090389</c:v>
              </c:pt>
              <c:pt idx="243">
                <c:v>6.137927559749361</c:v>
              </c:pt>
              <c:pt idx="244">
                <c:v>6.137927559749361</c:v>
              </c:pt>
              <c:pt idx="245">
                <c:v>6.14833614387193</c:v>
              </c:pt>
              <c:pt idx="246">
                <c:v>6.14833614387193</c:v>
              </c:pt>
              <c:pt idx="247">
                <c:v>6.259880705800865</c:v>
              </c:pt>
              <c:pt idx="248">
                <c:v>6.259880705800865</c:v>
              </c:pt>
              <c:pt idx="249">
                <c:v>6.280654333578127</c:v>
              </c:pt>
              <c:pt idx="250">
                <c:v>6.280654333578127</c:v>
              </c:pt>
              <c:pt idx="251">
                <c:v>6.442419187446019</c:v>
              </c:pt>
              <c:pt idx="252">
                <c:v>6.442419187446019</c:v>
              </c:pt>
              <c:pt idx="253">
                <c:v>6.516103942232938</c:v>
              </c:pt>
              <c:pt idx="254">
                <c:v>6.516103942232938</c:v>
              </c:pt>
              <c:pt idx="255">
                <c:v>6.672502674040899</c:v>
              </c:pt>
              <c:pt idx="256">
                <c:v>6.672502674040899</c:v>
              </c:pt>
              <c:pt idx="257">
                <c:v>6.738451321420815</c:v>
              </c:pt>
              <c:pt idx="258">
                <c:v>6.738451321420815</c:v>
              </c:pt>
              <c:pt idx="259">
                <c:v>6.747888340377159</c:v>
              </c:pt>
              <c:pt idx="260">
                <c:v>6.747888340377159</c:v>
              </c:pt>
              <c:pt idx="261">
                <c:v>6.927491336933371</c:v>
              </c:pt>
              <c:pt idx="262">
                <c:v>6.927491336933371</c:v>
              </c:pt>
              <c:pt idx="263">
                <c:v>7.043432492246524</c:v>
              </c:pt>
              <c:pt idx="264">
                <c:v>7.043432492246524</c:v>
              </c:pt>
              <c:pt idx="265">
                <c:v>7.393829274694809</c:v>
              </c:pt>
              <c:pt idx="266">
                <c:v>7.393829274694809</c:v>
              </c:pt>
              <c:pt idx="267">
                <c:v>7.595895704321008</c:v>
              </c:pt>
              <c:pt idx="268">
                <c:v>7.595895704321008</c:v>
              </c:pt>
              <c:pt idx="269">
                <c:v>7.820469469671805</c:v>
              </c:pt>
              <c:pt idx="270">
                <c:v>7.820469469671805</c:v>
              </c:pt>
              <c:pt idx="271">
                <c:v>8.000261045522686</c:v>
              </c:pt>
              <c:pt idx="272">
                <c:v>8.000261045522686</c:v>
              </c:pt>
              <c:pt idx="273">
                <c:v>8.052918131830364</c:v>
              </c:pt>
              <c:pt idx="274">
                <c:v>8.052918131830364</c:v>
              </c:pt>
              <c:pt idx="275">
                <c:v>8.221252383410402</c:v>
              </c:pt>
              <c:pt idx="276">
                <c:v>8.221252383410402</c:v>
              </c:pt>
              <c:pt idx="277">
                <c:v>8.263276291259738</c:v>
              </c:pt>
              <c:pt idx="278">
                <c:v>8.263276291259738</c:v>
              </c:pt>
              <c:pt idx="279">
                <c:v>8.466896097075471</c:v>
              </c:pt>
              <c:pt idx="280">
                <c:v>8.466896097075471</c:v>
              </c:pt>
              <c:pt idx="281">
                <c:v>8.5144893216654</c:v>
              </c:pt>
              <c:pt idx="282">
                <c:v>8.5144893216654</c:v>
              </c:pt>
              <c:pt idx="283">
                <c:v>8.98941677909528</c:v>
              </c:pt>
              <c:pt idx="284">
                <c:v>8.98941677909528</c:v>
              </c:pt>
              <c:pt idx="285">
                <c:v>9.327389314986757</c:v>
              </c:pt>
              <c:pt idx="286">
                <c:v>9.327389314986757</c:v>
              </c:pt>
              <c:pt idx="287">
                <c:v>9.532699120923262</c:v>
              </c:pt>
              <c:pt idx="288">
                <c:v>9.532699120923262</c:v>
              </c:pt>
              <c:pt idx="289">
                <c:v>9.869155159511642</c:v>
              </c:pt>
              <c:pt idx="290">
                <c:v>9.869155159511642</c:v>
              </c:pt>
              <c:pt idx="291">
                <c:v>9.98275557241048</c:v>
              </c:pt>
              <c:pt idx="292">
                <c:v>9.98275557241048</c:v>
              </c:pt>
              <c:pt idx="293">
                <c:v>10</c:v>
              </c:pt>
              <c:pt idx="294">
                <c:v>10</c:v>
              </c:pt>
              <c:pt idx="295">
                <c:v>10.21008104628668</c:v>
              </c:pt>
              <c:pt idx="296">
                <c:v>10.21008104628668</c:v>
              </c:pt>
              <c:pt idx="297">
                <c:v>10.364084440697582</c:v>
              </c:pt>
              <c:pt idx="298">
                <c:v>10.364084440697582</c:v>
              </c:pt>
              <c:pt idx="299">
                <c:v>10.394026306075906</c:v>
              </c:pt>
              <c:pt idx="300">
                <c:v>10.394026306075906</c:v>
              </c:pt>
              <c:pt idx="301">
                <c:v>10.630983736120408</c:v>
              </c:pt>
              <c:pt idx="302">
                <c:v>10.630983736120408</c:v>
              </c:pt>
              <c:pt idx="303">
                <c:v>11.096931231575569</c:v>
              </c:pt>
              <c:pt idx="304">
                <c:v>11.096931231575569</c:v>
              </c:pt>
              <c:pt idx="305">
                <c:v>11.160148255097974</c:v>
              </c:pt>
              <c:pt idx="306">
                <c:v>11.160148255097974</c:v>
              </c:pt>
              <c:pt idx="307">
                <c:v>11.42403027764299</c:v>
              </c:pt>
              <c:pt idx="308">
                <c:v>11.42403027764299</c:v>
              </c:pt>
              <c:pt idx="309">
                <c:v>11.660442160675597</c:v>
              </c:pt>
              <c:pt idx="310">
                <c:v>11.660442160675597</c:v>
              </c:pt>
              <c:pt idx="311">
                <c:v>12.019195836080518</c:v>
              </c:pt>
              <c:pt idx="312">
                <c:v>12.019195836080518</c:v>
              </c:pt>
              <c:pt idx="313">
                <c:v>12.24202931459548</c:v>
              </c:pt>
              <c:pt idx="314">
                <c:v>12.24202931459548</c:v>
              </c:pt>
              <c:pt idx="315">
                <c:v>12.285992573347885</c:v>
              </c:pt>
              <c:pt idx="316">
                <c:v>12.285992573347885</c:v>
              </c:pt>
              <c:pt idx="317">
                <c:v>12.725117881357061</c:v>
              </c:pt>
              <c:pt idx="318">
                <c:v>12.725117881357061</c:v>
              </c:pt>
              <c:pt idx="319">
                <c:v>12.725350807807937</c:v>
              </c:pt>
              <c:pt idx="320">
                <c:v>12.725350807807937</c:v>
              </c:pt>
              <c:pt idx="321">
                <c:v>12.877977660929094</c:v>
              </c:pt>
              <c:pt idx="322">
                <c:v>12.877977660929094</c:v>
              </c:pt>
              <c:pt idx="323">
                <c:v>13.206812171082358</c:v>
              </c:pt>
              <c:pt idx="324">
                <c:v>13.206812171082358</c:v>
              </c:pt>
              <c:pt idx="325">
                <c:v>13.329702463011492</c:v>
              </c:pt>
              <c:pt idx="326">
                <c:v>13.329702463011492</c:v>
              </c:pt>
              <c:pt idx="327">
                <c:v>13.363548772098719</c:v>
              </c:pt>
              <c:pt idx="328">
                <c:v>13.363548772098719</c:v>
              </c:pt>
              <c:pt idx="329">
                <c:v>13.560771219482664</c:v>
              </c:pt>
              <c:pt idx="330">
                <c:v>13.560771219482664</c:v>
              </c:pt>
              <c:pt idx="331">
                <c:v>13.620114115383533</c:v>
              </c:pt>
              <c:pt idx="332">
                <c:v>13.620114115383533</c:v>
              </c:pt>
              <c:pt idx="333">
                <c:v>13.987128254532225</c:v>
              </c:pt>
              <c:pt idx="334">
                <c:v>13.987128254532225</c:v>
              </c:pt>
              <c:pt idx="335">
                <c:v>14.153698224916036</c:v>
              </c:pt>
              <c:pt idx="336">
                <c:v>14.153698224916036</c:v>
              </c:pt>
              <c:pt idx="337">
                <c:v>14.21372118455675</c:v>
              </c:pt>
              <c:pt idx="338">
                <c:v>14.21372118455675</c:v>
              </c:pt>
              <c:pt idx="339">
                <c:v>14.511578211836055</c:v>
              </c:pt>
              <c:pt idx="340">
                <c:v>14.511578211836055</c:v>
              </c:pt>
              <c:pt idx="341">
                <c:v>14.557909252754595</c:v>
              </c:pt>
              <c:pt idx="342">
                <c:v>14.557909252754595</c:v>
              </c:pt>
              <c:pt idx="343">
                <c:v>14.724674188572465</c:v>
              </c:pt>
              <c:pt idx="344">
                <c:v>14.724674188572465</c:v>
              </c:pt>
              <c:pt idx="345">
                <c:v>15</c:v>
              </c:pt>
              <c:pt idx="346">
                <c:v>15</c:v>
              </c:pt>
              <c:pt idx="347">
                <c:v>15.430878158476446</c:v>
              </c:pt>
              <c:pt idx="348">
                <c:v>15.430878158476446</c:v>
              </c:pt>
              <c:pt idx="349">
                <c:v>15.621641446517497</c:v>
              </c:pt>
              <c:pt idx="350">
                <c:v>15.621641446517497</c:v>
              </c:pt>
              <c:pt idx="351">
                <c:v>15.914700769622211</c:v>
              </c:pt>
              <c:pt idx="352">
                <c:v>15.914700769622211</c:v>
              </c:pt>
              <c:pt idx="353">
                <c:v>15.982911503908614</c:v>
              </c:pt>
              <c:pt idx="354">
                <c:v>15.982911503908614</c:v>
              </c:pt>
              <c:pt idx="355">
                <c:v>16.201318195135332</c:v>
              </c:pt>
              <c:pt idx="356">
                <c:v>16.201318195135332</c:v>
              </c:pt>
              <c:pt idx="357">
                <c:v>16.292261631504974</c:v>
              </c:pt>
              <c:pt idx="358">
                <c:v>16.292261631504974</c:v>
              </c:pt>
              <c:pt idx="359">
                <c:v>16.46129485342305</c:v>
              </c:pt>
              <c:pt idx="360">
                <c:v>16.46129485342305</c:v>
              </c:pt>
              <c:pt idx="361">
                <c:v>17.11847853711576</c:v>
              </c:pt>
              <c:pt idx="362">
                <c:v>17.11847853711576</c:v>
              </c:pt>
              <c:pt idx="363">
                <c:v>17.226331828139397</c:v>
              </c:pt>
              <c:pt idx="364">
                <c:v>17.226331828139397</c:v>
              </c:pt>
              <c:pt idx="365">
                <c:v>17.372463692432124</c:v>
              </c:pt>
              <c:pt idx="366">
                <c:v>17.372463692432124</c:v>
              </c:pt>
              <c:pt idx="367">
                <c:v>17.413249632600312</c:v>
              </c:pt>
              <c:pt idx="368">
                <c:v>17.413249632600312</c:v>
              </c:pt>
              <c:pt idx="369">
                <c:v>17.47468329340834</c:v>
              </c:pt>
              <c:pt idx="370">
                <c:v>17.47468329340834</c:v>
              </c:pt>
              <c:pt idx="371">
                <c:v>17.66969621902048</c:v>
              </c:pt>
              <c:pt idx="372">
                <c:v>17.66969621902048</c:v>
              </c:pt>
              <c:pt idx="373">
                <c:v>17.756374378809838</c:v>
              </c:pt>
              <c:pt idx="374">
                <c:v>17.756374378809838</c:v>
              </c:pt>
              <c:pt idx="375">
                <c:v>17.792535281955367</c:v>
              </c:pt>
              <c:pt idx="376">
                <c:v>17.792535281955367</c:v>
              </c:pt>
              <c:pt idx="377">
                <c:v>17.834002574006846</c:v>
              </c:pt>
              <c:pt idx="378">
                <c:v>17.834002574006846</c:v>
              </c:pt>
              <c:pt idx="379">
                <c:v>17.834620343996775</c:v>
              </c:pt>
              <c:pt idx="380">
                <c:v>17.834620343996775</c:v>
              </c:pt>
              <c:pt idx="381">
                <c:v>18.091538864706223</c:v>
              </c:pt>
              <c:pt idx="382">
                <c:v>18.091538864706223</c:v>
              </c:pt>
              <c:pt idx="383">
                <c:v>18.233183410906936</c:v>
              </c:pt>
              <c:pt idx="384">
                <c:v>18.233183410906936</c:v>
              </c:pt>
              <c:pt idx="385">
                <c:v>18.663369904348812</c:v>
              </c:pt>
              <c:pt idx="386">
                <c:v>18.663369904348812</c:v>
              </c:pt>
              <c:pt idx="387">
                <c:v>18.9895470245547</c:v>
              </c:pt>
              <c:pt idx="388">
                <c:v>18.9895470245547</c:v>
              </c:pt>
              <c:pt idx="389">
                <c:v>19.90654590086155</c:v>
              </c:pt>
              <c:pt idx="390">
                <c:v>19.90654590086155</c:v>
              </c:pt>
              <c:pt idx="391">
                <c:v>20</c:v>
              </c:pt>
              <c:pt idx="392">
                <c:v>20</c:v>
              </c:pt>
              <c:pt idx="393">
                <c:v>22.259822058467517</c:v>
              </c:pt>
              <c:pt idx="394">
                <c:v>22.259822058467517</c:v>
              </c:pt>
              <c:pt idx="395">
                <c:v>22.400408275442523</c:v>
              </c:pt>
              <c:pt idx="396">
                <c:v>22.400408275442523</c:v>
              </c:pt>
              <c:pt idx="397">
                <c:v>23.091328469526633</c:v>
              </c:pt>
              <c:pt idx="398">
                <c:v>23.091328469526633</c:v>
              </c:pt>
              <c:pt idx="399">
                <c:v>23.357658417516884</c:v>
              </c:pt>
              <c:pt idx="400">
                <c:v>23.357658417516884</c:v>
              </c:pt>
              <c:pt idx="401">
                <c:v>24.21451486482104</c:v>
              </c:pt>
              <c:pt idx="402">
                <c:v>24.21451486482104</c:v>
              </c:pt>
              <c:pt idx="403">
                <c:v>26.070358299714023</c:v>
              </c:pt>
              <c:pt idx="404">
                <c:v>26.070358299714023</c:v>
              </c:pt>
              <c:pt idx="405">
                <c:v>26.623913502562925</c:v>
              </c:pt>
              <c:pt idx="406">
                <c:v>26.623913502562925</c:v>
              </c:pt>
              <c:pt idx="407">
                <c:v>27.425713369562626</c:v>
              </c:pt>
              <c:pt idx="408">
                <c:v>27.425713369562626</c:v>
              </c:pt>
              <c:pt idx="409">
                <c:v>27.716070661778602</c:v>
              </c:pt>
              <c:pt idx="410">
                <c:v>27.716070661778602</c:v>
              </c:pt>
              <c:pt idx="411">
                <c:v>28.70143503990972</c:v>
              </c:pt>
              <c:pt idx="412">
                <c:v>28.70143503990972</c:v>
              </c:pt>
              <c:pt idx="413">
                <c:v>28.835875295637486</c:v>
              </c:pt>
              <c:pt idx="414">
                <c:v>28.835875295637486</c:v>
              </c:pt>
              <c:pt idx="415">
                <c:v>29.937311377343335</c:v>
              </c:pt>
              <c:pt idx="416">
                <c:v>29.937311377343335</c:v>
              </c:pt>
              <c:pt idx="417">
                <c:v>30</c:v>
              </c:pt>
              <c:pt idx="418">
                <c:v>30</c:v>
              </c:pt>
              <c:pt idx="419">
                <c:v>30.099159587715906</c:v>
              </c:pt>
              <c:pt idx="420">
                <c:v>30.099159587715906</c:v>
              </c:pt>
              <c:pt idx="421">
                <c:v>31.2706446894459</c:v>
              </c:pt>
              <c:pt idx="422">
                <c:v>31.2706446894459</c:v>
              </c:pt>
              <c:pt idx="423">
                <c:v>32.155740556246855</c:v>
              </c:pt>
              <c:pt idx="424">
                <c:v>32.155740556246855</c:v>
              </c:pt>
              <c:pt idx="425">
                <c:v>32.251291803551894</c:v>
              </c:pt>
              <c:pt idx="426">
                <c:v>32.251291803551894</c:v>
              </c:pt>
              <c:pt idx="427">
                <c:v>33.3857478183931</c:v>
              </c:pt>
              <c:pt idx="428">
                <c:v>33.3857478183931</c:v>
              </c:pt>
              <c:pt idx="429">
                <c:v>33.48662756195574</c:v>
              </c:pt>
              <c:pt idx="430">
                <c:v>33.48662756195574</c:v>
              </c:pt>
              <c:pt idx="431">
                <c:v>36.27668196801601</c:v>
              </c:pt>
              <c:pt idx="432">
                <c:v>36.27668196801601</c:v>
              </c:pt>
              <c:pt idx="433">
                <c:v>37.88967190777165</c:v>
              </c:pt>
              <c:pt idx="434">
                <c:v>37.88967190777165</c:v>
              </c:pt>
              <c:pt idx="435">
                <c:v>38.63832568185813</c:v>
              </c:pt>
              <c:pt idx="436">
                <c:v>38.63832568185813</c:v>
              </c:pt>
              <c:pt idx="437">
                <c:v>39.40864676179258</c:v>
              </c:pt>
              <c:pt idx="438">
                <c:v>39.40864676179258</c:v>
              </c:pt>
              <c:pt idx="439">
                <c:v>39.45479457315843</c:v>
              </c:pt>
              <c:pt idx="440">
                <c:v>39.45479457315843</c:v>
              </c:pt>
              <c:pt idx="441">
                <c:v>39.67376313336868</c:v>
              </c:pt>
              <c:pt idx="442">
                <c:v>39.67376313336868</c:v>
              </c:pt>
              <c:pt idx="443">
                <c:v>40.388823988402066</c:v>
              </c:pt>
              <c:pt idx="444">
                <c:v>40.388823988402066</c:v>
              </c:pt>
              <c:pt idx="445">
                <c:v>50</c:v>
              </c:pt>
              <c:pt idx="446">
                <c:v>50</c:v>
              </c:pt>
              <c:pt idx="447">
                <c:v>58.65915627305822</c:v>
              </c:pt>
              <c:pt idx="448">
                <c:v>58.65915627305822</c:v>
              </c:pt>
              <c:pt idx="449">
                <c:v>70</c:v>
              </c:pt>
            </c:numLit>
          </c:xVal>
          <c:yVal>
            <c:numLit>
              <c:formatCode>0.0</c:formatCode>
              <c:ptCount val="450"/>
              <c:pt idx="0">
                <c:v>4.2982575863214</c:v>
              </c:pt>
              <c:pt idx="1">
                <c:v>4.2982575863214</c:v>
              </c:pt>
              <c:pt idx="2">
                <c:v>4.278630951179963</c:v>
              </c:pt>
              <c:pt idx="3">
                <c:v>4.278630951179963</c:v>
              </c:pt>
              <c:pt idx="4">
                <c:v>4.278630951179963</c:v>
              </c:pt>
              <c:pt idx="5">
                <c:v>4.278630951179963</c:v>
              </c:pt>
              <c:pt idx="6">
                <c:v>4.278630951179963</c:v>
              </c:pt>
              <c:pt idx="7">
                <c:v>4.278630951179963</c:v>
              </c:pt>
              <c:pt idx="8">
                <c:v>4.250570618478448</c:v>
              </c:pt>
              <c:pt idx="9">
                <c:v>4.250570618478448</c:v>
              </c:pt>
              <c:pt idx="10">
                <c:v>4.250570618478448</c:v>
              </c:pt>
              <c:pt idx="11">
                <c:v>4.250570618478448</c:v>
              </c:pt>
              <c:pt idx="12">
                <c:v>4.250570618478448</c:v>
              </c:pt>
              <c:pt idx="13">
                <c:v>4.250570618478448</c:v>
              </c:pt>
              <c:pt idx="14">
                <c:v>4.222242545777503</c:v>
              </c:pt>
              <c:pt idx="15">
                <c:v>4.222242545777503</c:v>
              </c:pt>
              <c:pt idx="16">
                <c:v>4.222242545777503</c:v>
              </c:pt>
              <c:pt idx="17">
                <c:v>4.222242545777503</c:v>
              </c:pt>
              <c:pt idx="18">
                <c:v>4.191754194322325</c:v>
              </c:pt>
              <c:pt idx="19">
                <c:v>4.191754194322325</c:v>
              </c:pt>
              <c:pt idx="20">
                <c:v>4.191754194322325</c:v>
              </c:pt>
              <c:pt idx="21">
                <c:v>4.191754194322325</c:v>
              </c:pt>
              <c:pt idx="22">
                <c:v>4.191754194322325</c:v>
              </c:pt>
              <c:pt idx="23">
                <c:v>4.191754194322325</c:v>
              </c:pt>
              <c:pt idx="24">
                <c:v>4.191754194322325</c:v>
              </c:pt>
              <c:pt idx="25">
                <c:v>4.191754194322325</c:v>
              </c:pt>
              <c:pt idx="26">
                <c:v>4.191754194322325</c:v>
              </c:pt>
              <c:pt idx="27">
                <c:v>4.191754194322325</c:v>
              </c:pt>
              <c:pt idx="28">
                <c:v>4.191754194322325</c:v>
              </c:pt>
              <c:pt idx="29">
                <c:v>4.191754194322325</c:v>
              </c:pt>
              <c:pt idx="30">
                <c:v>4.127686983470646</c:v>
              </c:pt>
              <c:pt idx="31">
                <c:v>4.127686983470646</c:v>
              </c:pt>
              <c:pt idx="32">
                <c:v>4.127686983470646</c:v>
              </c:pt>
              <c:pt idx="33">
                <c:v>4.127686983470646</c:v>
              </c:pt>
              <c:pt idx="34">
                <c:v>4.127686983470646</c:v>
              </c:pt>
              <c:pt idx="35">
                <c:v>4.127686983470646</c:v>
              </c:pt>
              <c:pt idx="36">
                <c:v>4.1260133966988315</c:v>
              </c:pt>
              <c:pt idx="37">
                <c:v>4.1260133966988315</c:v>
              </c:pt>
              <c:pt idx="38">
                <c:v>4.1260133966988315</c:v>
              </c:pt>
              <c:pt idx="39">
                <c:v>4.1260133966988315</c:v>
              </c:pt>
              <c:pt idx="40">
                <c:v>4.1260133966988315</c:v>
              </c:pt>
              <c:pt idx="41">
                <c:v>4.1260133966988315</c:v>
              </c:pt>
              <c:pt idx="42">
                <c:v>4.1208276539937785</c:v>
              </c:pt>
              <c:pt idx="43">
                <c:v>4.1208276539937785</c:v>
              </c:pt>
              <c:pt idx="44">
                <c:v>4.1208276539937785</c:v>
              </c:pt>
              <c:pt idx="45">
                <c:v>4.1208276539937785</c:v>
              </c:pt>
              <c:pt idx="46">
                <c:v>4.021356417037647</c:v>
              </c:pt>
              <c:pt idx="47">
                <c:v>4.021356417037647</c:v>
              </c:pt>
              <c:pt idx="48">
                <c:v>4.021356417037647</c:v>
              </c:pt>
              <c:pt idx="49">
                <c:v>4.021356417037647</c:v>
              </c:pt>
              <c:pt idx="50">
                <c:v>3.883164758079664</c:v>
              </c:pt>
              <c:pt idx="51">
                <c:v>3.883164758079664</c:v>
              </c:pt>
              <c:pt idx="52">
                <c:v>3.883164758079664</c:v>
              </c:pt>
              <c:pt idx="53">
                <c:v>3.883164758079664</c:v>
              </c:pt>
              <c:pt idx="54">
                <c:v>3.883164758079664</c:v>
              </c:pt>
              <c:pt idx="55">
                <c:v>3.883164758079664</c:v>
              </c:pt>
              <c:pt idx="56">
                <c:v>3.8505732244648185</c:v>
              </c:pt>
              <c:pt idx="57">
                <c:v>3.8505732244648185</c:v>
              </c:pt>
              <c:pt idx="58">
                <c:v>3.8505732244648185</c:v>
              </c:pt>
              <c:pt idx="59">
                <c:v>3.8505732244648185</c:v>
              </c:pt>
              <c:pt idx="60">
                <c:v>3.8505732244648185</c:v>
              </c:pt>
              <c:pt idx="61">
                <c:v>3.8505732244648185</c:v>
              </c:pt>
              <c:pt idx="62">
                <c:v>3.8505732244648185</c:v>
              </c:pt>
              <c:pt idx="63">
                <c:v>3.8505732244648185</c:v>
              </c:pt>
              <c:pt idx="64">
                <c:v>3.8505732244648185</c:v>
              </c:pt>
              <c:pt idx="65">
                <c:v>3.8505732244648185</c:v>
              </c:pt>
              <c:pt idx="66">
                <c:v>3.8505732244648185</c:v>
              </c:pt>
              <c:pt idx="67">
                <c:v>3.8505732244648185</c:v>
              </c:pt>
              <c:pt idx="68">
                <c:v>3.8505732244648185</c:v>
              </c:pt>
              <c:pt idx="69">
                <c:v>3.8505732244648185</c:v>
              </c:pt>
              <c:pt idx="70">
                <c:v>3.8505732244648185</c:v>
              </c:pt>
              <c:pt idx="71">
                <c:v>3.8505732244648185</c:v>
              </c:pt>
              <c:pt idx="72">
                <c:v>3.8505732244648185</c:v>
              </c:pt>
              <c:pt idx="73">
                <c:v>3.8505732244648185</c:v>
              </c:pt>
              <c:pt idx="74">
                <c:v>3.768641157994373</c:v>
              </c:pt>
              <c:pt idx="75">
                <c:v>3.768641157994373</c:v>
              </c:pt>
              <c:pt idx="76">
                <c:v>3.768641157994373</c:v>
              </c:pt>
              <c:pt idx="77">
                <c:v>3.768641157994373</c:v>
              </c:pt>
              <c:pt idx="78">
                <c:v>3.768641157994373</c:v>
              </c:pt>
              <c:pt idx="79">
                <c:v>3.768641157994373</c:v>
              </c:pt>
              <c:pt idx="80">
                <c:v>3.768641157994373</c:v>
              </c:pt>
              <c:pt idx="81">
                <c:v>3.768641157994373</c:v>
              </c:pt>
              <c:pt idx="82">
                <c:v>3.768641157994373</c:v>
              </c:pt>
              <c:pt idx="83">
                <c:v>3.768641157994373</c:v>
              </c:pt>
              <c:pt idx="84">
                <c:v>3.768641157994373</c:v>
              </c:pt>
              <c:pt idx="85">
                <c:v>3.768641157994373</c:v>
              </c:pt>
              <c:pt idx="86">
                <c:v>3.7480802642568367</c:v>
              </c:pt>
              <c:pt idx="87">
                <c:v>3.7480802642568367</c:v>
              </c:pt>
              <c:pt idx="88">
                <c:v>3.726886077730939</c:v>
              </c:pt>
              <c:pt idx="89">
                <c:v>3.726886077730939</c:v>
              </c:pt>
              <c:pt idx="90">
                <c:v>3.726886077730939</c:v>
              </c:pt>
              <c:pt idx="91">
                <c:v>3.726886077730939</c:v>
              </c:pt>
              <c:pt idx="92">
                <c:v>3.726886077730939</c:v>
              </c:pt>
              <c:pt idx="93">
                <c:v>3.726886077730939</c:v>
              </c:pt>
              <c:pt idx="94">
                <c:v>3.726886077730939</c:v>
              </c:pt>
              <c:pt idx="95">
                <c:v>3.726886077730939</c:v>
              </c:pt>
              <c:pt idx="96">
                <c:v>3.726886077730939</c:v>
              </c:pt>
              <c:pt idx="97">
                <c:v>3.726886077730939</c:v>
              </c:pt>
              <c:pt idx="98">
                <c:v>3.726886077730939</c:v>
              </c:pt>
              <c:pt idx="99">
                <c:v>3.726886077730939</c:v>
              </c:pt>
              <c:pt idx="100">
                <c:v>3.670936499212912</c:v>
              </c:pt>
              <c:pt idx="101">
                <c:v>3.670936499212912</c:v>
              </c:pt>
              <c:pt idx="102">
                <c:v>3.670936499212912</c:v>
              </c:pt>
              <c:pt idx="103">
                <c:v>3.670936499212912</c:v>
              </c:pt>
              <c:pt idx="104">
                <c:v>3.670936499212912</c:v>
              </c:pt>
              <c:pt idx="105">
                <c:v>3.670936499212912</c:v>
              </c:pt>
              <c:pt idx="106">
                <c:v>3.670936499212912</c:v>
              </c:pt>
              <c:pt idx="107">
                <c:v>3.670936499212912</c:v>
              </c:pt>
              <c:pt idx="108">
                <c:v>3.65409451594431</c:v>
              </c:pt>
              <c:pt idx="109">
                <c:v>3.65409451594431</c:v>
              </c:pt>
              <c:pt idx="110">
                <c:v>3.4976682999872866</c:v>
              </c:pt>
              <c:pt idx="111">
                <c:v>3.4976682999872866</c:v>
              </c:pt>
              <c:pt idx="112">
                <c:v>3.4976682999872866</c:v>
              </c:pt>
              <c:pt idx="113">
                <c:v>3.4976682999872866</c:v>
              </c:pt>
              <c:pt idx="114">
                <c:v>3.4757067492153224</c:v>
              </c:pt>
              <c:pt idx="115">
                <c:v>3.4757067492153224</c:v>
              </c:pt>
              <c:pt idx="116">
                <c:v>3.3878781033604297</c:v>
              </c:pt>
              <c:pt idx="117">
                <c:v>3.3878781033604297</c:v>
              </c:pt>
              <c:pt idx="118">
                <c:v>3.3878781033604297</c:v>
              </c:pt>
              <c:pt idx="119">
                <c:v>3.3878781033604297</c:v>
              </c:pt>
              <c:pt idx="120">
                <c:v>3.3878781033604297</c:v>
              </c:pt>
              <c:pt idx="121">
                <c:v>3.3878781033604297</c:v>
              </c:pt>
              <c:pt idx="122">
                <c:v>3.3878781033604297</c:v>
              </c:pt>
              <c:pt idx="123">
                <c:v>3.3878781033604297</c:v>
              </c:pt>
              <c:pt idx="124">
                <c:v>3.3878781033604297</c:v>
              </c:pt>
              <c:pt idx="125">
                <c:v>3.3878781033604297</c:v>
              </c:pt>
              <c:pt idx="126">
                <c:v>3.3878781033604297</c:v>
              </c:pt>
              <c:pt idx="127">
                <c:v>3.3878781033604297</c:v>
              </c:pt>
              <c:pt idx="128">
                <c:v>3.3878781033604297</c:v>
              </c:pt>
              <c:pt idx="129">
                <c:v>3.3878781033604297</c:v>
              </c:pt>
              <c:pt idx="130">
                <c:v>3.3878781033604297</c:v>
              </c:pt>
              <c:pt idx="131">
                <c:v>3.3878781033604297</c:v>
              </c:pt>
              <c:pt idx="132">
                <c:v>3.3878781033604297</c:v>
              </c:pt>
              <c:pt idx="133">
                <c:v>3.3878781033604297</c:v>
              </c:pt>
              <c:pt idx="134">
                <c:v>3.3878781033604297</c:v>
              </c:pt>
              <c:pt idx="135">
                <c:v>3.3878781033604297</c:v>
              </c:pt>
              <c:pt idx="136">
                <c:v>3.3878781033604297</c:v>
              </c:pt>
              <c:pt idx="137">
                <c:v>3.3878781033604297</c:v>
              </c:pt>
              <c:pt idx="138">
                <c:v>3.3878781033604297</c:v>
              </c:pt>
              <c:pt idx="139">
                <c:v>3.3878781033604297</c:v>
              </c:pt>
              <c:pt idx="140">
                <c:v>3.2577567843430346</c:v>
              </c:pt>
              <c:pt idx="141">
                <c:v>3.2577567843430346</c:v>
              </c:pt>
              <c:pt idx="142">
                <c:v>3.1851056687263473</c:v>
              </c:pt>
              <c:pt idx="143">
                <c:v>3.1851056687263473</c:v>
              </c:pt>
              <c:pt idx="144">
                <c:v>3.1851056687263473</c:v>
              </c:pt>
              <c:pt idx="145">
                <c:v>3.1851056687263473</c:v>
              </c:pt>
              <c:pt idx="146">
                <c:v>3.1851056687263473</c:v>
              </c:pt>
              <c:pt idx="147">
                <c:v>3.1851056687263473</c:v>
              </c:pt>
              <c:pt idx="148">
                <c:v>3.1851056687263473</c:v>
              </c:pt>
              <c:pt idx="149">
                <c:v>3.1851056687263473</c:v>
              </c:pt>
              <c:pt idx="150">
                <c:v>3.1851056687263473</c:v>
              </c:pt>
              <c:pt idx="151">
                <c:v>3.1851056687263473</c:v>
              </c:pt>
              <c:pt idx="152">
                <c:v>3.1829864308264852</c:v>
              </c:pt>
              <c:pt idx="153">
                <c:v>3.1829864308264852</c:v>
              </c:pt>
              <c:pt idx="154">
                <c:v>3.0085816082228063</c:v>
              </c:pt>
              <c:pt idx="155">
                <c:v>3.0085816082228063</c:v>
              </c:pt>
              <c:pt idx="156">
                <c:v>3.0085816082228063</c:v>
              </c:pt>
              <c:pt idx="157">
                <c:v>3.0085816082228063</c:v>
              </c:pt>
              <c:pt idx="158">
                <c:v>2.9931910861519264</c:v>
              </c:pt>
              <c:pt idx="159">
                <c:v>2.9931910861519264</c:v>
              </c:pt>
              <c:pt idx="160">
                <c:v>2.9931910861519264</c:v>
              </c:pt>
              <c:pt idx="161">
                <c:v>2.9931910861519264</c:v>
              </c:pt>
              <c:pt idx="162">
                <c:v>2.9931910861519264</c:v>
              </c:pt>
              <c:pt idx="163">
                <c:v>2.9931910861519264</c:v>
              </c:pt>
              <c:pt idx="164">
                <c:v>2.889558360154331</c:v>
              </c:pt>
              <c:pt idx="165">
                <c:v>2.889558360154331</c:v>
              </c:pt>
              <c:pt idx="166">
                <c:v>2.7048999205898143</c:v>
              </c:pt>
              <c:pt idx="167">
                <c:v>2.7048999205898143</c:v>
              </c:pt>
              <c:pt idx="168">
                <c:v>2.7048999205898143</c:v>
              </c:pt>
              <c:pt idx="169">
                <c:v>2.7048999205898143</c:v>
              </c:pt>
              <c:pt idx="170">
                <c:v>2.7048999205898143</c:v>
              </c:pt>
              <c:pt idx="171">
                <c:v>2.7048999205898143</c:v>
              </c:pt>
              <c:pt idx="172">
                <c:v>2.7048999205898143</c:v>
              </c:pt>
              <c:pt idx="173">
                <c:v>2.7048999205898143</c:v>
              </c:pt>
              <c:pt idx="174">
                <c:v>2.6180023487845006</c:v>
              </c:pt>
              <c:pt idx="175">
                <c:v>2.6180023487845006</c:v>
              </c:pt>
              <c:pt idx="176">
                <c:v>2.6180023487845006</c:v>
              </c:pt>
              <c:pt idx="177">
                <c:v>2.6180023487845006</c:v>
              </c:pt>
              <c:pt idx="178">
                <c:v>2.6180023487845006</c:v>
              </c:pt>
              <c:pt idx="179">
                <c:v>2.6180023487845006</c:v>
              </c:pt>
              <c:pt idx="180">
                <c:v>2.6180023487845006</c:v>
              </c:pt>
              <c:pt idx="181">
                <c:v>2.6180023487845006</c:v>
              </c:pt>
              <c:pt idx="182">
                <c:v>2.48740482991829</c:v>
              </c:pt>
              <c:pt idx="183">
                <c:v>2.48740482991829</c:v>
              </c:pt>
              <c:pt idx="184">
                <c:v>2.470997923776096</c:v>
              </c:pt>
              <c:pt idx="185">
                <c:v>2.470997923776096</c:v>
              </c:pt>
              <c:pt idx="186">
                <c:v>2.41027845755467</c:v>
              </c:pt>
              <c:pt idx="187">
                <c:v>2.41027845755467</c:v>
              </c:pt>
              <c:pt idx="188">
                <c:v>2.41027845755467</c:v>
              </c:pt>
              <c:pt idx="189">
                <c:v>2.41027845755467</c:v>
              </c:pt>
              <c:pt idx="190">
                <c:v>2.3092733969753843</c:v>
              </c:pt>
              <c:pt idx="191">
                <c:v>2.3092733969753843</c:v>
              </c:pt>
              <c:pt idx="192">
                <c:v>2.3092733969753843</c:v>
              </c:pt>
              <c:pt idx="193">
                <c:v>2.3092733969753843</c:v>
              </c:pt>
              <c:pt idx="194">
                <c:v>2.203119880606515</c:v>
              </c:pt>
              <c:pt idx="195">
                <c:v>2.203119880606515</c:v>
              </c:pt>
              <c:pt idx="196">
                <c:v>2.203119880606515</c:v>
              </c:pt>
              <c:pt idx="197">
                <c:v>2.203119880606515</c:v>
              </c:pt>
              <c:pt idx="198">
                <c:v>2.203119880606515</c:v>
              </c:pt>
              <c:pt idx="199">
                <c:v>2.203119880606515</c:v>
              </c:pt>
              <c:pt idx="200">
                <c:v>2.203119880606515</c:v>
              </c:pt>
              <c:pt idx="201">
                <c:v>2.203119880606515</c:v>
              </c:pt>
              <c:pt idx="202">
                <c:v>2.0282193946614604</c:v>
              </c:pt>
              <c:pt idx="203">
                <c:v>2.0282193946614604</c:v>
              </c:pt>
              <c:pt idx="204">
                <c:v>2.0282193946614604</c:v>
              </c:pt>
              <c:pt idx="205">
                <c:v>2.0282193946614604</c:v>
              </c:pt>
              <c:pt idx="206">
                <c:v>2.021886005182742</c:v>
              </c:pt>
              <c:pt idx="207">
                <c:v>2.021886005182742</c:v>
              </c:pt>
              <c:pt idx="208">
                <c:v>1.96640937978886</c:v>
              </c:pt>
              <c:pt idx="209">
                <c:v>1.96640937978886</c:v>
              </c:pt>
              <c:pt idx="210">
                <c:v>1.96640937978886</c:v>
              </c:pt>
              <c:pt idx="211">
                <c:v>1.96640937978886</c:v>
              </c:pt>
              <c:pt idx="212">
                <c:v>1.96640937978886</c:v>
              </c:pt>
              <c:pt idx="213">
                <c:v>1.96640937978886</c:v>
              </c:pt>
              <c:pt idx="214">
                <c:v>1.96640937978886</c:v>
              </c:pt>
              <c:pt idx="215">
                <c:v>1.96640937978886</c:v>
              </c:pt>
              <c:pt idx="216">
                <c:v>1.96640937978886</c:v>
              </c:pt>
              <c:pt idx="217">
                <c:v>1.96640937978886</c:v>
              </c:pt>
              <c:pt idx="218">
                <c:v>1.9506669408177717</c:v>
              </c:pt>
              <c:pt idx="219">
                <c:v>1.9506669408177717</c:v>
              </c:pt>
              <c:pt idx="220">
                <c:v>1.9506669408177717</c:v>
              </c:pt>
              <c:pt idx="221">
                <c:v>1.9506669408177717</c:v>
              </c:pt>
              <c:pt idx="222">
                <c:v>1.9506669408177717</c:v>
              </c:pt>
              <c:pt idx="223">
                <c:v>1.9506669408177717</c:v>
              </c:pt>
              <c:pt idx="224">
                <c:v>1.9506669408177717</c:v>
              </c:pt>
              <c:pt idx="225">
                <c:v>1.9506669408177717</c:v>
              </c:pt>
              <c:pt idx="226">
                <c:v>1.9506669408177717</c:v>
              </c:pt>
              <c:pt idx="227">
                <c:v>1.9506669408177717</c:v>
              </c:pt>
              <c:pt idx="228">
                <c:v>1.9506669408177717</c:v>
              </c:pt>
              <c:pt idx="229">
                <c:v>1.9506669408177717</c:v>
              </c:pt>
              <c:pt idx="230">
                <c:v>1.9506669408177717</c:v>
              </c:pt>
              <c:pt idx="231">
                <c:v>1.9506669408177717</c:v>
              </c:pt>
              <c:pt idx="232">
                <c:v>1.9506669408177717</c:v>
              </c:pt>
              <c:pt idx="233">
                <c:v>1.9506669408177717</c:v>
              </c:pt>
              <c:pt idx="234">
                <c:v>1.9506669408177717</c:v>
              </c:pt>
              <c:pt idx="235">
                <c:v>1.9506669408177717</c:v>
              </c:pt>
              <c:pt idx="236">
                <c:v>1.9506669408177717</c:v>
              </c:pt>
              <c:pt idx="237">
                <c:v>1.9506669408177717</c:v>
              </c:pt>
              <c:pt idx="238">
                <c:v>1.9506669408177717</c:v>
              </c:pt>
              <c:pt idx="239">
                <c:v>1.9506669408177717</c:v>
              </c:pt>
              <c:pt idx="240">
                <c:v>1.9434379977664327</c:v>
              </c:pt>
              <c:pt idx="241">
                <c:v>1.9434379977664327</c:v>
              </c:pt>
              <c:pt idx="242">
                <c:v>1.8553835082274774</c:v>
              </c:pt>
              <c:pt idx="243">
                <c:v>1.8553835082274774</c:v>
              </c:pt>
              <c:pt idx="244">
                <c:v>1.8553835082274774</c:v>
              </c:pt>
              <c:pt idx="245">
                <c:v>1.8553835082274774</c:v>
              </c:pt>
              <c:pt idx="246">
                <c:v>1.8553835082274774</c:v>
              </c:pt>
              <c:pt idx="247">
                <c:v>1.8553835082274774</c:v>
              </c:pt>
              <c:pt idx="248">
                <c:v>1.8553835082274774</c:v>
              </c:pt>
              <c:pt idx="249">
                <c:v>1.8553835082274774</c:v>
              </c:pt>
              <c:pt idx="250">
                <c:v>1.8553835082274774</c:v>
              </c:pt>
              <c:pt idx="251">
                <c:v>1.8553835082274774</c:v>
              </c:pt>
              <c:pt idx="252">
                <c:v>1.8309094724364525</c:v>
              </c:pt>
              <c:pt idx="253">
                <c:v>1.8309094724364525</c:v>
              </c:pt>
              <c:pt idx="254">
                <c:v>1.8309094724364525</c:v>
              </c:pt>
              <c:pt idx="255">
                <c:v>1.8309094724364525</c:v>
              </c:pt>
              <c:pt idx="256">
                <c:v>1.8309094724364525</c:v>
              </c:pt>
              <c:pt idx="257">
                <c:v>1.8309094724364525</c:v>
              </c:pt>
              <c:pt idx="258">
                <c:v>1.8188916486910074</c:v>
              </c:pt>
              <c:pt idx="259">
                <c:v>1.8188916486910074</c:v>
              </c:pt>
              <c:pt idx="260">
                <c:v>1.8157732153912785</c:v>
              </c:pt>
              <c:pt idx="261">
                <c:v>1.8157732153912785</c:v>
              </c:pt>
              <c:pt idx="262">
                <c:v>1.6963724148111246</c:v>
              </c:pt>
              <c:pt idx="263">
                <c:v>1.6963724148111246</c:v>
              </c:pt>
              <c:pt idx="264">
                <c:v>1.6963724148111246</c:v>
              </c:pt>
              <c:pt idx="265">
                <c:v>1.6963724148111246</c:v>
              </c:pt>
              <c:pt idx="266">
                <c:v>1.6963724148111246</c:v>
              </c:pt>
              <c:pt idx="267">
                <c:v>1.6963724148111246</c:v>
              </c:pt>
              <c:pt idx="268">
                <c:v>1.6963724148111246</c:v>
              </c:pt>
              <c:pt idx="269">
                <c:v>1.6963724148111246</c:v>
              </c:pt>
              <c:pt idx="270">
                <c:v>1.6963724148111246</c:v>
              </c:pt>
              <c:pt idx="271">
                <c:v>1.6963724148111246</c:v>
              </c:pt>
              <c:pt idx="272">
                <c:v>1.6963724148111246</c:v>
              </c:pt>
              <c:pt idx="273">
                <c:v>1.6963724148111246</c:v>
              </c:pt>
              <c:pt idx="274">
                <c:v>1.6253919746589962</c:v>
              </c:pt>
              <c:pt idx="275">
                <c:v>1.6253919746589962</c:v>
              </c:pt>
              <c:pt idx="276">
                <c:v>1.5676132230328303</c:v>
              </c:pt>
              <c:pt idx="277">
                <c:v>1.5676132230328303</c:v>
              </c:pt>
              <c:pt idx="278">
                <c:v>1.5676132230328303</c:v>
              </c:pt>
              <c:pt idx="279">
                <c:v>1.5676132230328303</c:v>
              </c:pt>
              <c:pt idx="280">
                <c:v>1.5676132230328303</c:v>
              </c:pt>
              <c:pt idx="281">
                <c:v>1.5676132230328303</c:v>
              </c:pt>
              <c:pt idx="282">
                <c:v>1.5676132230328303</c:v>
              </c:pt>
              <c:pt idx="283">
                <c:v>1.5676132230328303</c:v>
              </c:pt>
              <c:pt idx="284">
                <c:v>1.5196773723042547</c:v>
              </c:pt>
              <c:pt idx="285">
                <c:v>1.5196773723042547</c:v>
              </c:pt>
              <c:pt idx="286">
                <c:v>1.5196773723042547</c:v>
              </c:pt>
              <c:pt idx="287">
                <c:v>1.5196773723042547</c:v>
              </c:pt>
              <c:pt idx="288">
                <c:v>1.5196773723042547</c:v>
              </c:pt>
              <c:pt idx="289">
                <c:v>1.5196773723042547</c:v>
              </c:pt>
              <c:pt idx="290">
                <c:v>1.5196773723042547</c:v>
              </c:pt>
              <c:pt idx="291">
                <c:v>1.5196773723042547</c:v>
              </c:pt>
              <c:pt idx="292">
                <c:v>1.5196773723042547</c:v>
              </c:pt>
              <c:pt idx="293">
                <c:v>1.5196773723042547</c:v>
              </c:pt>
              <c:pt idx="294">
                <c:v>1.5196773723042547</c:v>
              </c:pt>
              <c:pt idx="295">
                <c:v>1.5196773723042547</c:v>
              </c:pt>
              <c:pt idx="296">
                <c:v>1.5196773723042547</c:v>
              </c:pt>
              <c:pt idx="297">
                <c:v>1.5196773723042547</c:v>
              </c:pt>
              <c:pt idx="298">
                <c:v>1.5196773723042547</c:v>
              </c:pt>
              <c:pt idx="299">
                <c:v>1.5196773723042547</c:v>
              </c:pt>
              <c:pt idx="300">
                <c:v>1.5196773723042547</c:v>
              </c:pt>
              <c:pt idx="301">
                <c:v>1.5196773723042547</c:v>
              </c:pt>
              <c:pt idx="302">
                <c:v>1.3823589345952967</c:v>
              </c:pt>
              <c:pt idx="303">
                <c:v>1.3823589345952967</c:v>
              </c:pt>
              <c:pt idx="304">
                <c:v>1.2599698151955712</c:v>
              </c:pt>
              <c:pt idx="305">
                <c:v>1.2599698151955712</c:v>
              </c:pt>
              <c:pt idx="306">
                <c:v>1.2599698151955712</c:v>
              </c:pt>
              <c:pt idx="307">
                <c:v>1.2599698151955712</c:v>
              </c:pt>
              <c:pt idx="308">
                <c:v>1.2599698151955712</c:v>
              </c:pt>
              <c:pt idx="309">
                <c:v>1.2599698151955712</c:v>
              </c:pt>
              <c:pt idx="310">
                <c:v>1.2599698151955712</c:v>
              </c:pt>
              <c:pt idx="311">
                <c:v>1.2599698151955712</c:v>
              </c:pt>
              <c:pt idx="312">
                <c:v>1.2599698151955712</c:v>
              </c:pt>
              <c:pt idx="313">
                <c:v>1.2599698151955712</c:v>
              </c:pt>
              <c:pt idx="314">
                <c:v>1.2599698151955712</c:v>
              </c:pt>
              <c:pt idx="315">
                <c:v>1.2599698151955712</c:v>
              </c:pt>
              <c:pt idx="316">
                <c:v>1.1789285318022358</c:v>
              </c:pt>
              <c:pt idx="317">
                <c:v>1.1789285318022358</c:v>
              </c:pt>
              <c:pt idx="318">
                <c:v>1.1789285318022358</c:v>
              </c:pt>
              <c:pt idx="319">
                <c:v>1.1789285318022358</c:v>
              </c:pt>
              <c:pt idx="320">
                <c:v>1.1789285318022358</c:v>
              </c:pt>
              <c:pt idx="321">
                <c:v>1.1789285318022358</c:v>
              </c:pt>
              <c:pt idx="322">
                <c:v>1.1789285318022358</c:v>
              </c:pt>
              <c:pt idx="323">
                <c:v>1.1789285318022358</c:v>
              </c:pt>
              <c:pt idx="324">
                <c:v>1.1789285318022358</c:v>
              </c:pt>
              <c:pt idx="325">
                <c:v>1.1789285318022358</c:v>
              </c:pt>
              <c:pt idx="326">
                <c:v>1.1789285318022358</c:v>
              </c:pt>
              <c:pt idx="327">
                <c:v>1.1789285318022358</c:v>
              </c:pt>
              <c:pt idx="328">
                <c:v>1.1789285318022358</c:v>
              </c:pt>
              <c:pt idx="329">
                <c:v>1.1789285318022358</c:v>
              </c:pt>
              <c:pt idx="330">
                <c:v>1.097193711091959</c:v>
              </c:pt>
              <c:pt idx="331">
                <c:v>1.097193711091959</c:v>
              </c:pt>
              <c:pt idx="332">
                <c:v>1.097193711091959</c:v>
              </c:pt>
              <c:pt idx="333">
                <c:v>1.097193711091959</c:v>
              </c:pt>
              <c:pt idx="334">
                <c:v>1.097193711091959</c:v>
              </c:pt>
              <c:pt idx="335">
                <c:v>1.097193711091959</c:v>
              </c:pt>
              <c:pt idx="336">
                <c:v>1.097193711091959</c:v>
              </c:pt>
              <c:pt idx="337">
                <c:v>1.097193711091959</c:v>
              </c:pt>
              <c:pt idx="338">
                <c:v>1.0088986017719581</c:v>
              </c:pt>
              <c:pt idx="339">
                <c:v>1.0088986017719581</c:v>
              </c:pt>
              <c:pt idx="340">
                <c:v>0.9779393616689389</c:v>
              </c:pt>
              <c:pt idx="341">
                <c:v>0.9779393616689389</c:v>
              </c:pt>
              <c:pt idx="342">
                <c:v>0.9779393616689389</c:v>
              </c:pt>
              <c:pt idx="343">
                <c:v>0.9779393616689389</c:v>
              </c:pt>
              <c:pt idx="344">
                <c:v>0.8292226195945083</c:v>
              </c:pt>
              <c:pt idx="345">
                <c:v>0.8292226195945083</c:v>
              </c:pt>
              <c:pt idx="346">
                <c:v>0.8292226195945083</c:v>
              </c:pt>
              <c:pt idx="347">
                <c:v>0.8292226195945083</c:v>
              </c:pt>
              <c:pt idx="348">
                <c:v>0.8292226195945083</c:v>
              </c:pt>
              <c:pt idx="349">
                <c:v>0.8292226195945083</c:v>
              </c:pt>
              <c:pt idx="350">
                <c:v>0.7573845381450055</c:v>
              </c:pt>
              <c:pt idx="351">
                <c:v>0.7573845381450055</c:v>
              </c:pt>
              <c:pt idx="352">
                <c:v>0.7252580964893816</c:v>
              </c:pt>
              <c:pt idx="353">
                <c:v>0.7252580964893816</c:v>
              </c:pt>
              <c:pt idx="354">
                <c:v>0.6909909780326666</c:v>
              </c:pt>
              <c:pt idx="355">
                <c:v>0.6909909780326666</c:v>
              </c:pt>
              <c:pt idx="356">
                <c:v>0.6909909780326666</c:v>
              </c:pt>
              <c:pt idx="357">
                <c:v>0.6909909780326666</c:v>
              </c:pt>
              <c:pt idx="358">
                <c:v>0.6909909780326666</c:v>
              </c:pt>
              <c:pt idx="359">
                <c:v>0.6909909780326666</c:v>
              </c:pt>
              <c:pt idx="360">
                <c:v>0.6909909780326666</c:v>
              </c:pt>
              <c:pt idx="361">
                <c:v>0.6909909780326666</c:v>
              </c:pt>
              <c:pt idx="362">
                <c:v>0.6909909780326666</c:v>
              </c:pt>
              <c:pt idx="363">
                <c:v>0.6909909780326666</c:v>
              </c:pt>
              <c:pt idx="364">
                <c:v>0.6909909780326666</c:v>
              </c:pt>
              <c:pt idx="365">
                <c:v>0.6909909780326666</c:v>
              </c:pt>
              <c:pt idx="366">
                <c:v>0.6909909780326666</c:v>
              </c:pt>
              <c:pt idx="367">
                <c:v>0.6909909780326666</c:v>
              </c:pt>
              <c:pt idx="368">
                <c:v>0.6909909780326666</c:v>
              </c:pt>
              <c:pt idx="369">
                <c:v>0.6909909780326666</c:v>
              </c:pt>
              <c:pt idx="370">
                <c:v>0.6909909780326666</c:v>
              </c:pt>
              <c:pt idx="371">
                <c:v>0.6909909780326666</c:v>
              </c:pt>
              <c:pt idx="372">
                <c:v>0.5772083892333078</c:v>
              </c:pt>
              <c:pt idx="373">
                <c:v>0.5772083892333078</c:v>
              </c:pt>
              <c:pt idx="374">
                <c:v>0.5772083892333078</c:v>
              </c:pt>
              <c:pt idx="375">
                <c:v>0.5772083892333078</c:v>
              </c:pt>
              <c:pt idx="376">
                <c:v>0.5772083892333078</c:v>
              </c:pt>
              <c:pt idx="377">
                <c:v>0.5772083892333078</c:v>
              </c:pt>
              <c:pt idx="378">
                <c:v>0.5772083892333078</c:v>
              </c:pt>
              <c:pt idx="379">
                <c:v>0.5772083892333078</c:v>
              </c:pt>
              <c:pt idx="380">
                <c:v>0.5772083892333078</c:v>
              </c:pt>
              <c:pt idx="381">
                <c:v>0.5772083892333078</c:v>
              </c:pt>
              <c:pt idx="382">
                <c:v>0.5372698628987614</c:v>
              </c:pt>
              <c:pt idx="383">
                <c:v>0.5372698628987614</c:v>
              </c:pt>
              <c:pt idx="384">
                <c:v>0.47942031596985935</c:v>
              </c:pt>
              <c:pt idx="385">
                <c:v>0.47942031596985935</c:v>
              </c:pt>
              <c:pt idx="386">
                <c:v>0.40350505792097446</c:v>
              </c:pt>
              <c:pt idx="387">
                <c:v>0.40350505792097446</c:v>
              </c:pt>
              <c:pt idx="388">
                <c:v>0.40350505792097446</c:v>
              </c:pt>
              <c:pt idx="389">
                <c:v>0.40350505792097446</c:v>
              </c:pt>
              <c:pt idx="390">
                <c:v>0.2620659407214924</c:v>
              </c:pt>
              <c:pt idx="391">
                <c:v>0.2620659407214924</c:v>
              </c:pt>
              <c:pt idx="392">
                <c:v>0.2620659407214924</c:v>
              </c:pt>
              <c:pt idx="393">
                <c:v>0.2620659407214924</c:v>
              </c:pt>
              <c:pt idx="394">
                <c:v>0.2620659407214924</c:v>
              </c:pt>
              <c:pt idx="395">
                <c:v>0.2620659407214924</c:v>
              </c:pt>
              <c:pt idx="396">
                <c:v>0.2620659407214924</c:v>
              </c:pt>
              <c:pt idx="397">
                <c:v>0.2620659407214924</c:v>
              </c:pt>
              <c:pt idx="398">
                <c:v>0.18787274052784053</c:v>
              </c:pt>
              <c:pt idx="399">
                <c:v>0.18787274052784053</c:v>
              </c:pt>
              <c:pt idx="400">
                <c:v>0.18787274052784053</c:v>
              </c:pt>
              <c:pt idx="401">
                <c:v>0.18787274052784053</c:v>
              </c:pt>
              <c:pt idx="402">
                <c:v>0.18787274052784053</c:v>
              </c:pt>
              <c:pt idx="403">
                <c:v>0.18787274052784053</c:v>
              </c:pt>
              <c:pt idx="404">
                <c:v>0.18787274052784053</c:v>
              </c:pt>
              <c:pt idx="405">
                <c:v>0.18787274052784053</c:v>
              </c:pt>
              <c:pt idx="406">
                <c:v>0.18787274052784053</c:v>
              </c:pt>
              <c:pt idx="407">
                <c:v>0.18787274052784053</c:v>
              </c:pt>
              <c:pt idx="408">
                <c:v>0.18787274052784053</c:v>
              </c:pt>
              <c:pt idx="409">
                <c:v>0.18787274052784053</c:v>
              </c:pt>
              <c:pt idx="410">
                <c:v>0.18787274052784053</c:v>
              </c:pt>
              <c:pt idx="411">
                <c:v>0.18787274052784053</c:v>
              </c:pt>
              <c:pt idx="412">
                <c:v>0.18787274052784053</c:v>
              </c:pt>
              <c:pt idx="413">
                <c:v>0.18787274052784053</c:v>
              </c:pt>
              <c:pt idx="414">
                <c:v>0.18787274052784053</c:v>
              </c:pt>
              <c:pt idx="415">
                <c:v>0.18787274052784053</c:v>
              </c:pt>
              <c:pt idx="416">
                <c:v>0.18787274052784053</c:v>
              </c:pt>
              <c:pt idx="417">
                <c:v>0.18787274052784053</c:v>
              </c:pt>
              <c:pt idx="418">
                <c:v>0.18787274052784053</c:v>
              </c:pt>
              <c:pt idx="419">
                <c:v>0.18787274052784053</c:v>
              </c:pt>
              <c:pt idx="420">
                <c:v>0.18787274052784053</c:v>
              </c:pt>
              <c:pt idx="421">
                <c:v>0.18787274052784053</c:v>
              </c:pt>
              <c:pt idx="422">
                <c:v>0.18787274052784053</c:v>
              </c:pt>
              <c:pt idx="423">
                <c:v>0.18787274052784053</c:v>
              </c:pt>
              <c:pt idx="424">
                <c:v>0.18787274052784053</c:v>
              </c:pt>
              <c:pt idx="425">
                <c:v>0.18787274052784053</c:v>
              </c:pt>
              <c:pt idx="426">
                <c:v>0.15104964438238325</c:v>
              </c:pt>
              <c:pt idx="427">
                <c:v>0.15104964438238325</c:v>
              </c:pt>
              <c:pt idx="428">
                <c:v>0.15104964438238325</c:v>
              </c:pt>
              <c:pt idx="429">
                <c:v>0.15104964438238325</c:v>
              </c:pt>
              <c:pt idx="430">
                <c:v>0.15104964438238325</c:v>
              </c:pt>
              <c:pt idx="431">
                <c:v>0.15104964438238325</c:v>
              </c:pt>
              <c:pt idx="432">
                <c:v>0.15104964438238325</c:v>
              </c:pt>
              <c:pt idx="433">
                <c:v>0.15104964438238325</c:v>
              </c:pt>
              <c:pt idx="434">
                <c:v>0.15104964438238325</c:v>
              </c:pt>
              <c:pt idx="435">
                <c:v>0.15104964438238325</c:v>
              </c:pt>
              <c:pt idx="436">
                <c:v>0.15104964438238325</c:v>
              </c:pt>
              <c:pt idx="437">
                <c:v>0.15104964438238325</c:v>
              </c:pt>
              <c:pt idx="438">
                <c:v>0.15104964438238325</c:v>
              </c:pt>
              <c:pt idx="439">
                <c:v>0.15104964438238325</c:v>
              </c:pt>
              <c:pt idx="440">
                <c:v>0.15104964438238325</c:v>
              </c:pt>
              <c:pt idx="441">
                <c:v>0.15104964438238325</c:v>
              </c:pt>
              <c:pt idx="442">
                <c:v>0.15104964438238325</c:v>
              </c:pt>
              <c:pt idx="443">
                <c:v>0.15104964438238325</c:v>
              </c:pt>
              <c:pt idx="444">
                <c:v>0.15104964438238325</c:v>
              </c:pt>
              <c:pt idx="445">
                <c:v>0.15104964438238325</c:v>
              </c:pt>
              <c:pt idx="446">
                <c:v>0.15104964438238325</c:v>
              </c:pt>
              <c:pt idx="447">
                <c:v>0.15104964438238325</c:v>
              </c:pt>
              <c:pt idx="448">
                <c:v>0.15104964438238325</c:v>
              </c:pt>
              <c:pt idx="449">
                <c:v>0.15104964438238325</c:v>
              </c:pt>
            </c:numLit>
          </c:yVal>
          <c:smooth val="0"/>
        </c:ser>
        <c:ser>
          <c:idx val="2"/>
          <c:order val="2"/>
          <c:tx>
            <c:v>Same-order filling improvement</c:v>
          </c:tx>
          <c:spPr>
            <a:noFill xmlns:a="http://schemas.openxmlformats.org/drawingml/2006/main"/>
            <a:ln xmlns:a="http://schemas.openxmlformats.org/drawingml/2006/main" w="7620">
              <a:solidFill>
                <a:srgbClr val="009E73"/>
              </a:solidFill>
              <a:prstDash val="solid"/>
            </a:ln>
          </c:spPr>
          <c:marker>
            <c:symbol val="none"/>
            <c:size val="7"/>
            <c:spPr>
              <a:solidFill xmlns:a="http://schemas.openxmlformats.org/drawingml/2006/main">
                <a:srgbClr val="009E73"/>
              </a:solidFill>
            </c:spPr>
          </c:marker>
          <c:xVal>
            <c:numLit>
              <c:formatCode>General</c:formatCode>
              <c:ptCount val="450"/>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c:v>
              </c:pt>
              <c:pt idx="147">
                <c:v>0</c:v>
              </c:pt>
              <c:pt idx="148">
                <c:v>0</c:v>
              </c:pt>
              <c:pt idx="149">
                <c:v>0</c:v>
              </c:pt>
              <c:pt idx="150">
                <c:v>0</c:v>
              </c:pt>
              <c:pt idx="151">
                <c:v>0</c:v>
              </c:pt>
              <c:pt idx="152">
                <c:v>0</c:v>
              </c:pt>
              <c:pt idx="153">
                <c:v>0</c:v>
              </c:pt>
              <c:pt idx="154">
                <c:v>0</c:v>
              </c:pt>
              <c:pt idx="155">
                <c:v>0</c:v>
              </c:pt>
              <c:pt idx="156">
                <c:v>0</c:v>
              </c:pt>
              <c:pt idx="157">
                <c:v>0</c:v>
              </c:pt>
              <c:pt idx="158">
                <c:v>0</c:v>
              </c:pt>
              <c:pt idx="159">
                <c:v>0</c:v>
              </c:pt>
              <c:pt idx="160">
                <c:v>0</c:v>
              </c:pt>
              <c:pt idx="161">
                <c:v>0</c:v>
              </c:pt>
              <c:pt idx="162">
                <c:v>0</c:v>
              </c:pt>
              <c:pt idx="163">
                <c:v>0</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numLit>
          </c:xVal>
          <c:yVal>
            <c:numLit>
              <c:formatCode>0.0</c:formatCode>
              <c:ptCount val="450"/>
              <c:pt idx="0">
                <c:v>4.336819044442811</c:v>
              </c:pt>
              <c:pt idx="1">
                <c:v>4.336819044442811</c:v>
              </c:pt>
              <c:pt idx="2">
                <c:v>4.336819044442811</c:v>
              </c:pt>
              <c:pt idx="3">
                <c:v>4.336819044442811</c:v>
              </c:pt>
              <c:pt idx="4">
                <c:v>4.336819044442811</c:v>
              </c:pt>
              <c:pt idx="5">
                <c:v>4.336819044442811</c:v>
              </c:pt>
              <c:pt idx="6">
                <c:v>4.336819044442811</c:v>
              </c:pt>
              <c:pt idx="7">
                <c:v>4.336819044442811</c:v>
              </c:pt>
              <c:pt idx="8">
                <c:v>4.336819044442811</c:v>
              </c:pt>
              <c:pt idx="9">
                <c:v>4.336819044442811</c:v>
              </c:pt>
              <c:pt idx="10">
                <c:v>4.336819044442811</c:v>
              </c:pt>
              <c:pt idx="11">
                <c:v>4.336819044442811</c:v>
              </c:pt>
              <c:pt idx="12">
                <c:v>4.336819044442811</c:v>
              </c:pt>
              <c:pt idx="13">
                <c:v>4.336819044442811</c:v>
              </c:pt>
              <c:pt idx="14">
                <c:v>4.336819044442811</c:v>
              </c:pt>
              <c:pt idx="15">
                <c:v>4.336819044442811</c:v>
              </c:pt>
              <c:pt idx="16">
                <c:v>4.336819044442811</c:v>
              </c:pt>
              <c:pt idx="17">
                <c:v>4.336819044442811</c:v>
              </c:pt>
              <c:pt idx="18">
                <c:v>4.336819044442811</c:v>
              </c:pt>
              <c:pt idx="19">
                <c:v>4.336819044442811</c:v>
              </c:pt>
              <c:pt idx="20">
                <c:v>4.336819044442811</c:v>
              </c:pt>
              <c:pt idx="21">
                <c:v>4.336819044442811</c:v>
              </c:pt>
              <c:pt idx="22">
                <c:v>4.336819044442811</c:v>
              </c:pt>
              <c:pt idx="23">
                <c:v>4.336819044442811</c:v>
              </c:pt>
              <c:pt idx="24">
                <c:v>4.336819044442811</c:v>
              </c:pt>
              <c:pt idx="25">
                <c:v>4.336819044442811</c:v>
              </c:pt>
              <c:pt idx="26">
                <c:v>4.336819044442811</c:v>
              </c:pt>
              <c:pt idx="27">
                <c:v>4.336819044442811</c:v>
              </c:pt>
              <c:pt idx="28">
                <c:v>4.336819044442811</c:v>
              </c:pt>
              <c:pt idx="29">
                <c:v>4.336819044442811</c:v>
              </c:pt>
              <c:pt idx="30">
                <c:v>4.336819044442811</c:v>
              </c:pt>
              <c:pt idx="31">
                <c:v>4.336819044442811</c:v>
              </c:pt>
              <c:pt idx="32">
                <c:v>4.336819044442811</c:v>
              </c:pt>
              <c:pt idx="33">
                <c:v>4.336819044442811</c:v>
              </c:pt>
              <c:pt idx="34">
                <c:v>4.336819044442811</c:v>
              </c:pt>
              <c:pt idx="35">
                <c:v>4.336819044442811</c:v>
              </c:pt>
              <c:pt idx="36">
                <c:v>4.336819044442811</c:v>
              </c:pt>
              <c:pt idx="37">
                <c:v>4.336819044442811</c:v>
              </c:pt>
              <c:pt idx="38">
                <c:v>4.336819044442811</c:v>
              </c:pt>
              <c:pt idx="39">
                <c:v>4.336819044442811</c:v>
              </c:pt>
              <c:pt idx="40">
                <c:v>4.336819044442811</c:v>
              </c:pt>
              <c:pt idx="41">
                <c:v>4.336819044442811</c:v>
              </c:pt>
              <c:pt idx="42">
                <c:v>4.336819044442811</c:v>
              </c:pt>
              <c:pt idx="43">
                <c:v>4.336819044442811</c:v>
              </c:pt>
              <c:pt idx="44">
                <c:v>4.336819044442811</c:v>
              </c:pt>
              <c:pt idx="45">
                <c:v>4.336819044442811</c:v>
              </c:pt>
              <c:pt idx="46">
                <c:v>4.336819044442811</c:v>
              </c:pt>
              <c:pt idx="47">
                <c:v>4.336819044442811</c:v>
              </c:pt>
              <c:pt idx="48">
                <c:v>4.336819044442811</c:v>
              </c:pt>
              <c:pt idx="49">
                <c:v>4.336819044442811</c:v>
              </c:pt>
              <c:pt idx="50">
                <c:v>4.336819044442811</c:v>
              </c:pt>
              <c:pt idx="51">
                <c:v>4.336819044442811</c:v>
              </c:pt>
              <c:pt idx="52">
                <c:v>4.336819044442811</c:v>
              </c:pt>
              <c:pt idx="53">
                <c:v>4.336819044442811</c:v>
              </c:pt>
              <c:pt idx="54">
                <c:v>4.336819044442811</c:v>
              </c:pt>
              <c:pt idx="55">
                <c:v>4.336819044442811</c:v>
              </c:pt>
              <c:pt idx="56">
                <c:v>4.336819044442811</c:v>
              </c:pt>
              <c:pt idx="57">
                <c:v>4.336819044442811</c:v>
              </c:pt>
              <c:pt idx="58">
                <c:v>4.336819044442811</c:v>
              </c:pt>
              <c:pt idx="59">
                <c:v>4.336819044442811</c:v>
              </c:pt>
              <c:pt idx="60">
                <c:v>4.336819044442811</c:v>
              </c:pt>
              <c:pt idx="61">
                <c:v>4.336819044442811</c:v>
              </c:pt>
              <c:pt idx="62">
                <c:v>4.336819044442811</c:v>
              </c:pt>
              <c:pt idx="63">
                <c:v>4.336819044442811</c:v>
              </c:pt>
              <c:pt idx="64">
                <c:v>4.336819044442811</c:v>
              </c:pt>
              <c:pt idx="65">
                <c:v>4.336819044442811</c:v>
              </c:pt>
              <c:pt idx="66">
                <c:v>4.336819044442811</c:v>
              </c:pt>
              <c:pt idx="67">
                <c:v>4.336819044442811</c:v>
              </c:pt>
              <c:pt idx="68">
                <c:v>4.336819044442811</c:v>
              </c:pt>
              <c:pt idx="69">
                <c:v>4.336819044442811</c:v>
              </c:pt>
              <c:pt idx="70">
                <c:v>4.336819044442811</c:v>
              </c:pt>
              <c:pt idx="71">
                <c:v>4.336819044442811</c:v>
              </c:pt>
              <c:pt idx="72">
                <c:v>4.336819044442811</c:v>
              </c:pt>
              <c:pt idx="73">
                <c:v>4.336819044442811</c:v>
              </c:pt>
              <c:pt idx="74">
                <c:v>4.336819044442811</c:v>
              </c:pt>
              <c:pt idx="75">
                <c:v>4.336819044442811</c:v>
              </c:pt>
              <c:pt idx="76">
                <c:v>4.336819044442811</c:v>
              </c:pt>
              <c:pt idx="77">
                <c:v>4.336819044442811</c:v>
              </c:pt>
              <c:pt idx="78">
                <c:v>4.336819044442811</c:v>
              </c:pt>
              <c:pt idx="79">
                <c:v>4.336819044442811</c:v>
              </c:pt>
              <c:pt idx="80">
                <c:v>4.336819044442811</c:v>
              </c:pt>
              <c:pt idx="81">
                <c:v>4.336819044442811</c:v>
              </c:pt>
              <c:pt idx="82">
                <c:v>4.336819044442811</c:v>
              </c:pt>
              <c:pt idx="83">
                <c:v>4.336819044442811</c:v>
              </c:pt>
              <c:pt idx="84">
                <c:v>4.336819044442811</c:v>
              </c:pt>
              <c:pt idx="85">
                <c:v>4.336819044442811</c:v>
              </c:pt>
              <c:pt idx="86">
                <c:v>4.336819044442811</c:v>
              </c:pt>
              <c:pt idx="87">
                <c:v>4.336819044442811</c:v>
              </c:pt>
              <c:pt idx="88">
                <c:v>4.336819044442811</c:v>
              </c:pt>
              <c:pt idx="89">
                <c:v>4.336819044442811</c:v>
              </c:pt>
              <c:pt idx="90">
                <c:v>4.336819044442811</c:v>
              </c:pt>
              <c:pt idx="91">
                <c:v>4.336819044442811</c:v>
              </c:pt>
              <c:pt idx="92">
                <c:v>4.336819044442811</c:v>
              </c:pt>
              <c:pt idx="93">
                <c:v>4.336819044442811</c:v>
              </c:pt>
              <c:pt idx="94">
                <c:v>4.336819044442811</c:v>
              </c:pt>
              <c:pt idx="95">
                <c:v>4.336819044442811</c:v>
              </c:pt>
              <c:pt idx="96">
                <c:v>4.336819044442811</c:v>
              </c:pt>
              <c:pt idx="97">
                <c:v>4.336819044442811</c:v>
              </c:pt>
              <c:pt idx="98">
                <c:v>4.336819044442811</c:v>
              </c:pt>
              <c:pt idx="99">
                <c:v>4.336819044442811</c:v>
              </c:pt>
              <c:pt idx="100">
                <c:v>4.336819044442811</c:v>
              </c:pt>
              <c:pt idx="101">
                <c:v>4.336819044442811</c:v>
              </c:pt>
              <c:pt idx="102">
                <c:v>4.336819044442811</c:v>
              </c:pt>
              <c:pt idx="103">
                <c:v>4.336819044442811</c:v>
              </c:pt>
              <c:pt idx="104">
                <c:v>4.336819044442811</c:v>
              </c:pt>
              <c:pt idx="105">
                <c:v>4.336819044442811</c:v>
              </c:pt>
              <c:pt idx="106">
                <c:v>4.336819044442811</c:v>
              </c:pt>
              <c:pt idx="107">
                <c:v>4.336819044442811</c:v>
              </c:pt>
              <c:pt idx="108">
                <c:v>4.336819044442811</c:v>
              </c:pt>
              <c:pt idx="109">
                <c:v>4.336819044442811</c:v>
              </c:pt>
              <c:pt idx="110">
                <c:v>4.336819044442811</c:v>
              </c:pt>
              <c:pt idx="111">
                <c:v>4.336819044442811</c:v>
              </c:pt>
              <c:pt idx="112">
                <c:v>4.336819044442811</c:v>
              </c:pt>
              <c:pt idx="113">
                <c:v>4.336819044442811</c:v>
              </c:pt>
              <c:pt idx="114">
                <c:v>4.336819044442811</c:v>
              </c:pt>
              <c:pt idx="115">
                <c:v>4.336819044442811</c:v>
              </c:pt>
              <c:pt idx="116">
                <c:v>4.336819044442811</c:v>
              </c:pt>
              <c:pt idx="117">
                <c:v>4.336819044442811</c:v>
              </c:pt>
              <c:pt idx="118">
                <c:v>4.336819044442811</c:v>
              </c:pt>
              <c:pt idx="119">
                <c:v>4.336819044442811</c:v>
              </c:pt>
              <c:pt idx="120">
                <c:v>4.336819044442811</c:v>
              </c:pt>
              <c:pt idx="121">
                <c:v>4.336819044442811</c:v>
              </c:pt>
              <c:pt idx="122">
                <c:v>4.336819044442811</c:v>
              </c:pt>
              <c:pt idx="123">
                <c:v>4.336819044442811</c:v>
              </c:pt>
              <c:pt idx="124">
                <c:v>4.336819044442811</c:v>
              </c:pt>
              <c:pt idx="125">
                <c:v>4.336819044442811</c:v>
              </c:pt>
              <c:pt idx="126">
                <c:v>4.336819044442811</c:v>
              </c:pt>
              <c:pt idx="127">
                <c:v>4.336819044442811</c:v>
              </c:pt>
              <c:pt idx="128">
                <c:v>4.336819044442811</c:v>
              </c:pt>
              <c:pt idx="129">
                <c:v>4.336819044442811</c:v>
              </c:pt>
              <c:pt idx="130">
                <c:v>4.336819044442811</c:v>
              </c:pt>
              <c:pt idx="131">
                <c:v>4.336819044442811</c:v>
              </c:pt>
              <c:pt idx="132">
                <c:v>4.336819044442811</c:v>
              </c:pt>
              <c:pt idx="133">
                <c:v>4.336819044442811</c:v>
              </c:pt>
              <c:pt idx="134">
                <c:v>4.336819044442811</c:v>
              </c:pt>
              <c:pt idx="135">
                <c:v>4.336819044442811</c:v>
              </c:pt>
              <c:pt idx="136">
                <c:v>4.336819044442811</c:v>
              </c:pt>
              <c:pt idx="137">
                <c:v>4.336819044442811</c:v>
              </c:pt>
              <c:pt idx="138">
                <c:v>4.336819044442811</c:v>
              </c:pt>
              <c:pt idx="139">
                <c:v>4.336819044442811</c:v>
              </c:pt>
              <c:pt idx="140">
                <c:v>4.336819044442811</c:v>
              </c:pt>
              <c:pt idx="141">
                <c:v>4.336819044442811</c:v>
              </c:pt>
              <c:pt idx="142">
                <c:v>4.336819044442811</c:v>
              </c:pt>
              <c:pt idx="143">
                <c:v>4.336819044442811</c:v>
              </c:pt>
              <c:pt idx="144">
                <c:v>4.336819044442811</c:v>
              </c:pt>
              <c:pt idx="145">
                <c:v>4.336819044442811</c:v>
              </c:pt>
              <c:pt idx="146">
                <c:v>4.336819044442811</c:v>
              </c:pt>
              <c:pt idx="147">
                <c:v>4.336819044442811</c:v>
              </c:pt>
              <c:pt idx="148">
                <c:v>4.336819044442811</c:v>
              </c:pt>
              <c:pt idx="149">
                <c:v>4.336819044442811</c:v>
              </c:pt>
              <c:pt idx="150">
                <c:v>4.336819044442811</c:v>
              </c:pt>
              <c:pt idx="151">
                <c:v>4.336819044442811</c:v>
              </c:pt>
              <c:pt idx="152">
                <c:v>4.336819044442811</c:v>
              </c:pt>
              <c:pt idx="153">
                <c:v>4.336819044442811</c:v>
              </c:pt>
              <c:pt idx="154">
                <c:v>4.336819044442811</c:v>
              </c:pt>
              <c:pt idx="155">
                <c:v>4.336819044442811</c:v>
              </c:pt>
              <c:pt idx="156">
                <c:v>4.336819044442811</c:v>
              </c:pt>
              <c:pt idx="157">
                <c:v>4.336819044442811</c:v>
              </c:pt>
              <c:pt idx="158">
                <c:v>4.336819044442811</c:v>
              </c:pt>
              <c:pt idx="159">
                <c:v>4.336819044442811</c:v>
              </c:pt>
              <c:pt idx="160">
                <c:v>4.336819044442811</c:v>
              </c:pt>
              <c:pt idx="161">
                <c:v>4.336819044442811</c:v>
              </c:pt>
              <c:pt idx="162">
                <c:v>4.336819044442811</c:v>
              </c:pt>
              <c:pt idx="163">
                <c:v>4.336819044442811</c:v>
              </c:pt>
              <c:pt idx="164">
                <c:v>4.336819044442811</c:v>
              </c:pt>
              <c:pt idx="165">
                <c:v>4.336819044442811</c:v>
              </c:pt>
              <c:pt idx="166">
                <c:v>4.336819044442811</c:v>
              </c:pt>
              <c:pt idx="167">
                <c:v>4.336819044442811</c:v>
              </c:pt>
              <c:pt idx="168">
                <c:v>4.336819044442811</c:v>
              </c:pt>
              <c:pt idx="169">
                <c:v>4.336819044442811</c:v>
              </c:pt>
              <c:pt idx="170">
                <c:v>4.336819044442811</c:v>
              </c:pt>
              <c:pt idx="171">
                <c:v>4.336819044442811</c:v>
              </c:pt>
              <c:pt idx="172">
                <c:v>4.336819044442811</c:v>
              </c:pt>
              <c:pt idx="173">
                <c:v>4.336819044442811</c:v>
              </c:pt>
              <c:pt idx="174">
                <c:v>4.336819044442811</c:v>
              </c:pt>
              <c:pt idx="175">
                <c:v>4.336819044442811</c:v>
              </c:pt>
              <c:pt idx="176">
                <c:v>4.336819044442811</c:v>
              </c:pt>
              <c:pt idx="177">
                <c:v>4.336819044442811</c:v>
              </c:pt>
              <c:pt idx="178">
                <c:v>4.336819044442811</c:v>
              </c:pt>
              <c:pt idx="179">
                <c:v>4.336819044442811</c:v>
              </c:pt>
              <c:pt idx="180">
                <c:v>4.336819044442811</c:v>
              </c:pt>
              <c:pt idx="181">
                <c:v>4.336819044442811</c:v>
              </c:pt>
              <c:pt idx="182">
                <c:v>4.336819044442811</c:v>
              </c:pt>
              <c:pt idx="183">
                <c:v>4.336819044442811</c:v>
              </c:pt>
              <c:pt idx="184">
                <c:v>4.336819044442811</c:v>
              </c:pt>
              <c:pt idx="185">
                <c:v>4.336819044442811</c:v>
              </c:pt>
              <c:pt idx="186">
                <c:v>4.336819044442811</c:v>
              </c:pt>
              <c:pt idx="187">
                <c:v>4.336819044442811</c:v>
              </c:pt>
              <c:pt idx="188">
                <c:v>4.336819044442811</c:v>
              </c:pt>
              <c:pt idx="189">
                <c:v>4.336819044442811</c:v>
              </c:pt>
              <c:pt idx="190">
                <c:v>4.336819044442811</c:v>
              </c:pt>
              <c:pt idx="191">
                <c:v>4.336819044442811</c:v>
              </c:pt>
              <c:pt idx="192">
                <c:v>4.336819044442811</c:v>
              </c:pt>
              <c:pt idx="193">
                <c:v>4.336819044442811</c:v>
              </c:pt>
              <c:pt idx="194">
                <c:v>4.336819044442811</c:v>
              </c:pt>
              <c:pt idx="195">
                <c:v>4.336819044442811</c:v>
              </c:pt>
              <c:pt idx="196">
                <c:v>4.336819044442811</c:v>
              </c:pt>
              <c:pt idx="197">
                <c:v>4.336819044442811</c:v>
              </c:pt>
              <c:pt idx="198">
                <c:v>4.336819044442811</c:v>
              </c:pt>
              <c:pt idx="199">
                <c:v>4.336819044442811</c:v>
              </c:pt>
              <c:pt idx="200">
                <c:v>4.336819044442811</c:v>
              </c:pt>
              <c:pt idx="201">
                <c:v>4.336819044442811</c:v>
              </c:pt>
              <c:pt idx="202">
                <c:v>4.336819044442811</c:v>
              </c:pt>
              <c:pt idx="203">
                <c:v>4.336819044442811</c:v>
              </c:pt>
              <c:pt idx="204">
                <c:v>4.336819044442811</c:v>
              </c:pt>
              <c:pt idx="205">
                <c:v>4.336819044442811</c:v>
              </c:pt>
              <c:pt idx="206">
                <c:v>4.336819044442811</c:v>
              </c:pt>
              <c:pt idx="207">
                <c:v>4.336819044442811</c:v>
              </c:pt>
              <c:pt idx="208">
                <c:v>4.336819044442811</c:v>
              </c:pt>
              <c:pt idx="209">
                <c:v>4.336819044442811</c:v>
              </c:pt>
              <c:pt idx="210">
                <c:v>4.336819044442811</c:v>
              </c:pt>
              <c:pt idx="211">
                <c:v>4.336819044442811</c:v>
              </c:pt>
              <c:pt idx="212">
                <c:v>4.336819044442811</c:v>
              </c:pt>
              <c:pt idx="213">
                <c:v>4.336819044442811</c:v>
              </c:pt>
              <c:pt idx="214">
                <c:v>4.336819044442811</c:v>
              </c:pt>
              <c:pt idx="215">
                <c:v>4.336819044442811</c:v>
              </c:pt>
              <c:pt idx="216">
                <c:v>4.336819044442811</c:v>
              </c:pt>
              <c:pt idx="217">
                <c:v>4.336819044442811</c:v>
              </c:pt>
              <c:pt idx="218">
                <c:v>4.336819044442811</c:v>
              </c:pt>
              <c:pt idx="219">
                <c:v>4.336819044442811</c:v>
              </c:pt>
              <c:pt idx="220">
                <c:v>4.336819044442811</c:v>
              </c:pt>
              <c:pt idx="221">
                <c:v>4.336819044442811</c:v>
              </c:pt>
              <c:pt idx="222">
                <c:v>4.336819044442811</c:v>
              </c:pt>
              <c:pt idx="223">
                <c:v>4.336819044442811</c:v>
              </c:pt>
              <c:pt idx="224">
                <c:v>4.336819044442811</c:v>
              </c:pt>
              <c:pt idx="225">
                <c:v>4.336819044442811</c:v>
              </c:pt>
              <c:pt idx="226">
                <c:v>4.336819044442811</c:v>
              </c:pt>
              <c:pt idx="227">
                <c:v>4.336819044442811</c:v>
              </c:pt>
              <c:pt idx="228">
                <c:v>4.336819044442811</c:v>
              </c:pt>
              <c:pt idx="229">
                <c:v>4.336819044442811</c:v>
              </c:pt>
              <c:pt idx="230">
                <c:v>4.336819044442811</c:v>
              </c:pt>
              <c:pt idx="231">
                <c:v>4.336819044442811</c:v>
              </c:pt>
              <c:pt idx="232">
                <c:v>4.336819044442811</c:v>
              </c:pt>
              <c:pt idx="233">
                <c:v>4.336819044442811</c:v>
              </c:pt>
              <c:pt idx="234">
                <c:v>4.336819044442811</c:v>
              </c:pt>
              <c:pt idx="235">
                <c:v>4.336819044442811</c:v>
              </c:pt>
              <c:pt idx="236">
                <c:v>4.336819044442811</c:v>
              </c:pt>
              <c:pt idx="237">
                <c:v>4.336819044442811</c:v>
              </c:pt>
              <c:pt idx="238">
                <c:v>4.336819044442811</c:v>
              </c:pt>
              <c:pt idx="239">
                <c:v>4.336819044442811</c:v>
              </c:pt>
              <c:pt idx="240">
                <c:v>4.336819044442811</c:v>
              </c:pt>
              <c:pt idx="241">
                <c:v>4.336819044442811</c:v>
              </c:pt>
              <c:pt idx="242">
                <c:v>4.336819044442811</c:v>
              </c:pt>
              <c:pt idx="243">
                <c:v>4.336819044442811</c:v>
              </c:pt>
              <c:pt idx="244">
                <c:v>4.336819044442811</c:v>
              </c:pt>
              <c:pt idx="245">
                <c:v>4.336819044442811</c:v>
              </c:pt>
              <c:pt idx="246">
                <c:v>4.336819044442811</c:v>
              </c:pt>
              <c:pt idx="247">
                <c:v>4.336819044442811</c:v>
              </c:pt>
              <c:pt idx="248">
                <c:v>4.336819044442811</c:v>
              </c:pt>
              <c:pt idx="249">
                <c:v>4.336819044442811</c:v>
              </c:pt>
              <c:pt idx="250">
                <c:v>4.336819044442811</c:v>
              </c:pt>
              <c:pt idx="251">
                <c:v>4.336819044442811</c:v>
              </c:pt>
              <c:pt idx="252">
                <c:v>4.336819044442811</c:v>
              </c:pt>
              <c:pt idx="253">
                <c:v>4.336819044442811</c:v>
              </c:pt>
              <c:pt idx="254">
                <c:v>4.336819044442811</c:v>
              </c:pt>
              <c:pt idx="255">
                <c:v>4.336819044442811</c:v>
              </c:pt>
              <c:pt idx="256">
                <c:v>4.336819044442811</c:v>
              </c:pt>
              <c:pt idx="257">
                <c:v>4.336819044442811</c:v>
              </c:pt>
              <c:pt idx="258">
                <c:v>4.336819044442811</c:v>
              </c:pt>
              <c:pt idx="259">
                <c:v>4.336819044442811</c:v>
              </c:pt>
              <c:pt idx="260">
                <c:v>4.336819044442811</c:v>
              </c:pt>
              <c:pt idx="261">
                <c:v>4.336819044442811</c:v>
              </c:pt>
              <c:pt idx="262">
                <c:v>4.336819044442811</c:v>
              </c:pt>
              <c:pt idx="263">
                <c:v>4.336819044442811</c:v>
              </c:pt>
              <c:pt idx="264">
                <c:v>4.336819044442811</c:v>
              </c:pt>
              <c:pt idx="265">
                <c:v>4.336819044442811</c:v>
              </c:pt>
              <c:pt idx="266">
                <c:v>4.336819044442811</c:v>
              </c:pt>
              <c:pt idx="267">
                <c:v>4.336819044442811</c:v>
              </c:pt>
              <c:pt idx="268">
                <c:v>4.336819044442811</c:v>
              </c:pt>
              <c:pt idx="269">
                <c:v>4.336819044442811</c:v>
              </c:pt>
              <c:pt idx="270">
                <c:v>4.336819044442811</c:v>
              </c:pt>
              <c:pt idx="271">
                <c:v>4.336819044442811</c:v>
              </c:pt>
              <c:pt idx="272">
                <c:v>4.336819044442811</c:v>
              </c:pt>
              <c:pt idx="273">
                <c:v>4.336819044442811</c:v>
              </c:pt>
              <c:pt idx="274">
                <c:v>4.336819044442811</c:v>
              </c:pt>
              <c:pt idx="275">
                <c:v>4.336819044442811</c:v>
              </c:pt>
              <c:pt idx="276">
                <c:v>4.336819044442811</c:v>
              </c:pt>
              <c:pt idx="277">
                <c:v>4.336819044442811</c:v>
              </c:pt>
              <c:pt idx="278">
                <c:v>4.336819044442811</c:v>
              </c:pt>
              <c:pt idx="279">
                <c:v>4.336819044442811</c:v>
              </c:pt>
              <c:pt idx="280">
                <c:v>4.336819044442811</c:v>
              </c:pt>
              <c:pt idx="281">
                <c:v>4.336819044442811</c:v>
              </c:pt>
              <c:pt idx="282">
                <c:v>4.336819044442811</c:v>
              </c:pt>
              <c:pt idx="283">
                <c:v>4.336819044442811</c:v>
              </c:pt>
              <c:pt idx="284">
                <c:v>4.336819044442811</c:v>
              </c:pt>
              <c:pt idx="285">
                <c:v>4.336819044442811</c:v>
              </c:pt>
              <c:pt idx="286">
                <c:v>4.336819044442811</c:v>
              </c:pt>
              <c:pt idx="287">
                <c:v>4.336819044442811</c:v>
              </c:pt>
              <c:pt idx="288">
                <c:v>4.336819044442811</c:v>
              </c:pt>
              <c:pt idx="289">
                <c:v>4.336819044442811</c:v>
              </c:pt>
              <c:pt idx="290">
                <c:v>4.336819044442811</c:v>
              </c:pt>
              <c:pt idx="291">
                <c:v>4.336819044442811</c:v>
              </c:pt>
              <c:pt idx="292">
                <c:v>4.336819044442811</c:v>
              </c:pt>
              <c:pt idx="293">
                <c:v>4.336819044442811</c:v>
              </c:pt>
              <c:pt idx="294">
                <c:v>4.336819044442811</c:v>
              </c:pt>
              <c:pt idx="295">
                <c:v>4.336819044442811</c:v>
              </c:pt>
              <c:pt idx="296">
                <c:v>4.336819044442811</c:v>
              </c:pt>
              <c:pt idx="297">
                <c:v>4.336819044442811</c:v>
              </c:pt>
              <c:pt idx="298">
                <c:v>4.336819044442811</c:v>
              </c:pt>
              <c:pt idx="299">
                <c:v>4.336819044442811</c:v>
              </c:pt>
              <c:pt idx="300">
                <c:v>4.336819044442811</c:v>
              </c:pt>
              <c:pt idx="301">
                <c:v>4.336819044442811</c:v>
              </c:pt>
              <c:pt idx="302">
                <c:v>4.336819044442811</c:v>
              </c:pt>
              <c:pt idx="303">
                <c:v>4.336819044442811</c:v>
              </c:pt>
              <c:pt idx="304">
                <c:v>4.336819044442811</c:v>
              </c:pt>
              <c:pt idx="305">
                <c:v>4.336819044442811</c:v>
              </c:pt>
              <c:pt idx="306">
                <c:v>4.336819044442811</c:v>
              </c:pt>
              <c:pt idx="307">
                <c:v>4.336819044442811</c:v>
              </c:pt>
              <c:pt idx="308">
                <c:v>4.336819044442811</c:v>
              </c:pt>
              <c:pt idx="309">
                <c:v>4.336819044442811</c:v>
              </c:pt>
              <c:pt idx="310">
                <c:v>4.336819044442811</c:v>
              </c:pt>
              <c:pt idx="311">
                <c:v>4.336819044442811</c:v>
              </c:pt>
              <c:pt idx="312">
                <c:v>4.336819044442811</c:v>
              </c:pt>
              <c:pt idx="313">
                <c:v>4.336819044442811</c:v>
              </c:pt>
              <c:pt idx="314">
                <c:v>4.336819044442811</c:v>
              </c:pt>
              <c:pt idx="315">
                <c:v>4.336819044442811</c:v>
              </c:pt>
              <c:pt idx="316">
                <c:v>4.336819044442811</c:v>
              </c:pt>
              <c:pt idx="317">
                <c:v>4.336819044442811</c:v>
              </c:pt>
              <c:pt idx="318">
                <c:v>4.336819044442811</c:v>
              </c:pt>
              <c:pt idx="319">
                <c:v>4.336819044442811</c:v>
              </c:pt>
              <c:pt idx="320">
                <c:v>4.336819044442811</c:v>
              </c:pt>
              <c:pt idx="321">
                <c:v>4.336819044442811</c:v>
              </c:pt>
              <c:pt idx="322">
                <c:v>4.336819044442811</c:v>
              </c:pt>
              <c:pt idx="323">
                <c:v>4.336819044442811</c:v>
              </c:pt>
              <c:pt idx="324">
                <c:v>4.336819044442811</c:v>
              </c:pt>
              <c:pt idx="325">
                <c:v>4.336819044442811</c:v>
              </c:pt>
              <c:pt idx="326">
                <c:v>4.336819044442811</c:v>
              </c:pt>
              <c:pt idx="327">
                <c:v>4.336819044442811</c:v>
              </c:pt>
              <c:pt idx="328">
                <c:v>4.336819044442811</c:v>
              </c:pt>
              <c:pt idx="329">
                <c:v>4.336819044442811</c:v>
              </c:pt>
              <c:pt idx="330">
                <c:v>4.336819044442811</c:v>
              </c:pt>
              <c:pt idx="331">
                <c:v>4.336819044442811</c:v>
              </c:pt>
              <c:pt idx="332">
                <c:v>4.336819044442811</c:v>
              </c:pt>
              <c:pt idx="333">
                <c:v>4.336819044442811</c:v>
              </c:pt>
              <c:pt idx="334">
                <c:v>4.336819044442811</c:v>
              </c:pt>
              <c:pt idx="335">
                <c:v>4.336819044442811</c:v>
              </c:pt>
              <c:pt idx="336">
                <c:v>4.336819044442811</c:v>
              </c:pt>
              <c:pt idx="337">
                <c:v>4.336819044442811</c:v>
              </c:pt>
              <c:pt idx="338">
                <c:v>4.336819044442811</c:v>
              </c:pt>
              <c:pt idx="339">
                <c:v>4.336819044442811</c:v>
              </c:pt>
              <c:pt idx="340">
                <c:v>4.336819044442811</c:v>
              </c:pt>
              <c:pt idx="341">
                <c:v>4.336819044442811</c:v>
              </c:pt>
              <c:pt idx="342">
                <c:v>4.336819044442811</c:v>
              </c:pt>
              <c:pt idx="343">
                <c:v>4.336819044442811</c:v>
              </c:pt>
              <c:pt idx="344">
                <c:v>4.336819044442811</c:v>
              </c:pt>
              <c:pt idx="345">
                <c:v>4.336819044442811</c:v>
              </c:pt>
              <c:pt idx="346">
                <c:v>4.336819044442811</c:v>
              </c:pt>
              <c:pt idx="347">
                <c:v>4.336819044442811</c:v>
              </c:pt>
              <c:pt idx="348">
                <c:v>4.336819044442811</c:v>
              </c:pt>
              <c:pt idx="349">
                <c:v>4.336819044442811</c:v>
              </c:pt>
              <c:pt idx="350">
                <c:v>4.336819044442811</c:v>
              </c:pt>
              <c:pt idx="351">
                <c:v>4.336819044442811</c:v>
              </c:pt>
              <c:pt idx="352">
                <c:v>4.336819044442811</c:v>
              </c:pt>
              <c:pt idx="353">
                <c:v>4.336819044442811</c:v>
              </c:pt>
              <c:pt idx="354">
                <c:v>4.336819044442811</c:v>
              </c:pt>
              <c:pt idx="355">
                <c:v>4.336819044442811</c:v>
              </c:pt>
              <c:pt idx="356">
                <c:v>4.336819044442811</c:v>
              </c:pt>
              <c:pt idx="357">
                <c:v>4.336819044442811</c:v>
              </c:pt>
              <c:pt idx="358">
                <c:v>4.336819044442811</c:v>
              </c:pt>
              <c:pt idx="359">
                <c:v>4.336819044442811</c:v>
              </c:pt>
              <c:pt idx="360">
                <c:v>4.336819044442811</c:v>
              </c:pt>
              <c:pt idx="361">
                <c:v>4.336819044442811</c:v>
              </c:pt>
              <c:pt idx="362">
                <c:v>4.336819044442811</c:v>
              </c:pt>
              <c:pt idx="363">
                <c:v>4.336819044442811</c:v>
              </c:pt>
              <c:pt idx="364">
                <c:v>4.336819044442811</c:v>
              </c:pt>
              <c:pt idx="365">
                <c:v>4.336819044442811</c:v>
              </c:pt>
              <c:pt idx="366">
                <c:v>4.336819044442811</c:v>
              </c:pt>
              <c:pt idx="367">
                <c:v>4.336819044442811</c:v>
              </c:pt>
              <c:pt idx="368">
                <c:v>4.336819044442811</c:v>
              </c:pt>
              <c:pt idx="369">
                <c:v>4.336819044442811</c:v>
              </c:pt>
              <c:pt idx="370">
                <c:v>4.336819044442811</c:v>
              </c:pt>
              <c:pt idx="371">
                <c:v>4.336819044442811</c:v>
              </c:pt>
              <c:pt idx="372">
                <c:v>4.336819044442811</c:v>
              </c:pt>
              <c:pt idx="373">
                <c:v>4.336819044442811</c:v>
              </c:pt>
              <c:pt idx="374">
                <c:v>4.336819044442811</c:v>
              </c:pt>
              <c:pt idx="375">
                <c:v>4.336819044442811</c:v>
              </c:pt>
              <c:pt idx="376">
                <c:v>4.336819044442811</c:v>
              </c:pt>
              <c:pt idx="377">
                <c:v>4.336819044442811</c:v>
              </c:pt>
              <c:pt idx="378">
                <c:v>4.336819044442811</c:v>
              </c:pt>
              <c:pt idx="379">
                <c:v>4.336819044442811</c:v>
              </c:pt>
              <c:pt idx="380">
                <c:v>4.336819044442811</c:v>
              </c:pt>
              <c:pt idx="381">
                <c:v>4.336819044442811</c:v>
              </c:pt>
              <c:pt idx="382">
                <c:v>4.336819044442811</c:v>
              </c:pt>
              <c:pt idx="383">
                <c:v>4.336819044442811</c:v>
              </c:pt>
              <c:pt idx="384">
                <c:v>4.336819044442811</c:v>
              </c:pt>
              <c:pt idx="385">
                <c:v>4.336819044442811</c:v>
              </c:pt>
              <c:pt idx="386">
                <c:v>4.336819044442811</c:v>
              </c:pt>
              <c:pt idx="387">
                <c:v>4.336819044442811</c:v>
              </c:pt>
              <c:pt idx="388">
                <c:v>4.336819044442811</c:v>
              </c:pt>
              <c:pt idx="389">
                <c:v>4.336819044442811</c:v>
              </c:pt>
              <c:pt idx="390">
                <c:v>4.336819044442811</c:v>
              </c:pt>
              <c:pt idx="391">
                <c:v>4.336819044442811</c:v>
              </c:pt>
              <c:pt idx="392">
                <c:v>4.336819044442811</c:v>
              </c:pt>
              <c:pt idx="393">
                <c:v>4.336819044442811</c:v>
              </c:pt>
              <c:pt idx="394">
                <c:v>4.336819044442811</c:v>
              </c:pt>
              <c:pt idx="395">
                <c:v>4.336819044442811</c:v>
              </c:pt>
              <c:pt idx="396">
                <c:v>4.336819044442811</c:v>
              </c:pt>
              <c:pt idx="397">
                <c:v>4.336819044442811</c:v>
              </c:pt>
              <c:pt idx="398">
                <c:v>4.336819044442811</c:v>
              </c:pt>
              <c:pt idx="399">
                <c:v>4.336819044442811</c:v>
              </c:pt>
              <c:pt idx="400">
                <c:v>4.336819044442811</c:v>
              </c:pt>
              <c:pt idx="401">
                <c:v>4.336819044442811</c:v>
              </c:pt>
              <c:pt idx="402">
                <c:v>4.336819044442811</c:v>
              </c:pt>
              <c:pt idx="403">
                <c:v>4.336819044442811</c:v>
              </c:pt>
              <c:pt idx="404">
                <c:v>4.336819044442811</c:v>
              </c:pt>
              <c:pt idx="405">
                <c:v>4.336819044442811</c:v>
              </c:pt>
              <c:pt idx="406">
                <c:v>4.336819044442811</c:v>
              </c:pt>
              <c:pt idx="407">
                <c:v>4.336819044442811</c:v>
              </c:pt>
              <c:pt idx="408">
                <c:v>4.336819044442811</c:v>
              </c:pt>
              <c:pt idx="409">
                <c:v>4.336819044442811</c:v>
              </c:pt>
              <c:pt idx="410">
                <c:v>4.336819044442811</c:v>
              </c:pt>
              <c:pt idx="411">
                <c:v>4.336819044442811</c:v>
              </c:pt>
              <c:pt idx="412">
                <c:v>4.336819044442811</c:v>
              </c:pt>
              <c:pt idx="413">
                <c:v>4.336819044442811</c:v>
              </c:pt>
              <c:pt idx="414">
                <c:v>4.336819044442811</c:v>
              </c:pt>
              <c:pt idx="415">
                <c:v>4.336819044442811</c:v>
              </c:pt>
              <c:pt idx="416">
                <c:v>4.336819044442811</c:v>
              </c:pt>
              <c:pt idx="417">
                <c:v>4.336819044442811</c:v>
              </c:pt>
              <c:pt idx="418">
                <c:v>4.336819044442811</c:v>
              </c:pt>
              <c:pt idx="419">
                <c:v>4.336819044442811</c:v>
              </c:pt>
              <c:pt idx="420">
                <c:v>4.336819044442811</c:v>
              </c:pt>
              <c:pt idx="421">
                <c:v>4.336819044442811</c:v>
              </c:pt>
              <c:pt idx="422">
                <c:v>4.336819044442811</c:v>
              </c:pt>
              <c:pt idx="423">
                <c:v>4.336819044442811</c:v>
              </c:pt>
              <c:pt idx="424">
                <c:v>4.336819044442811</c:v>
              </c:pt>
              <c:pt idx="425">
                <c:v>4.336819044442811</c:v>
              </c:pt>
              <c:pt idx="426">
                <c:v>4.336819044442811</c:v>
              </c:pt>
              <c:pt idx="427">
                <c:v>4.336819044442811</c:v>
              </c:pt>
              <c:pt idx="428">
                <c:v>4.336819044442811</c:v>
              </c:pt>
              <c:pt idx="429">
                <c:v>4.336819044442811</c:v>
              </c:pt>
              <c:pt idx="430">
                <c:v>4.336819044442811</c:v>
              </c:pt>
              <c:pt idx="431">
                <c:v>4.336819044442811</c:v>
              </c:pt>
              <c:pt idx="432">
                <c:v>4.336819044442811</c:v>
              </c:pt>
              <c:pt idx="433">
                <c:v>4.336819044442811</c:v>
              </c:pt>
              <c:pt idx="434">
                <c:v>4.336819044442811</c:v>
              </c:pt>
              <c:pt idx="435">
                <c:v>4.336819044442811</c:v>
              </c:pt>
              <c:pt idx="436">
                <c:v>4.336819044442811</c:v>
              </c:pt>
              <c:pt idx="437">
                <c:v>4.336819044442811</c:v>
              </c:pt>
              <c:pt idx="438">
                <c:v>4.336819044442811</c:v>
              </c:pt>
              <c:pt idx="439">
                <c:v>4.336819044442811</c:v>
              </c:pt>
              <c:pt idx="440">
                <c:v>4.336819044442811</c:v>
              </c:pt>
              <c:pt idx="441">
                <c:v>4.336819044442811</c:v>
              </c:pt>
              <c:pt idx="442">
                <c:v>4.336819044442811</c:v>
              </c:pt>
              <c:pt idx="443">
                <c:v>4.336819044442811</c:v>
              </c:pt>
              <c:pt idx="444">
                <c:v>4.336819044442811</c:v>
              </c:pt>
              <c:pt idx="445">
                <c:v>4.336819044442811</c:v>
              </c:pt>
              <c:pt idx="446">
                <c:v>4.336819044442811</c:v>
              </c:pt>
              <c:pt idx="447">
                <c:v>4.336819044442811</c:v>
              </c:pt>
              <c:pt idx="448">
                <c:v>4.336819044442811</c:v>
              </c:pt>
              <c:pt idx="449">
                <c:v>4.336819044442811</c:v>
              </c:pt>
            </c:numLit>
          </c:yVal>
          <c:smooth val="0"/>
        </c:ser>
        <c:ser>
          <c:idx val="3"/>
          <c:order val="3"/>
          <c:tx>
            <c:v>Same-order filling improvement</c:v>
          </c:tx>
          <c:spPr>
            <a:noFill xmlns:a="http://schemas.openxmlformats.org/drawingml/2006/main"/>
            <a:ln xmlns:a="http://schemas.openxmlformats.org/drawingml/2006/main" w="7620">
              <a:solidFill>
                <a:srgbClr val="009E73"/>
              </a:solidFill>
              <a:prstDash val="solid"/>
            </a:ln>
          </c:spPr>
          <c:marker>
            <c:symbol val="none"/>
            <c:size val="7"/>
            <c:spPr>
              <a:solidFill xmlns:a="http://schemas.openxmlformats.org/drawingml/2006/main">
                <a:srgbClr val="009E73"/>
              </a:solidFill>
            </c:spPr>
          </c:marker>
          <c:xVal>
            <c:numLit>
              <c:formatCode>General</c:formatCode>
              <c:ptCount val="450"/>
              <c:pt idx="0">
                <c:v>1.1533739287265037</c:v>
              </c:pt>
              <c:pt idx="1">
                <c:v>1.7176057459273668</c:v>
              </c:pt>
              <c:pt idx="2">
                <c:v>1.7176057459273668</c:v>
              </c:pt>
              <c:pt idx="3">
                <c:v>1.7176057459273668</c:v>
              </c:pt>
              <c:pt idx="4">
                <c:v>1.7176057459273668</c:v>
              </c:pt>
              <c:pt idx="5">
                <c:v>1.7176057459273668</c:v>
              </c:pt>
              <c:pt idx="6">
                <c:v>1.7176057459273668</c:v>
              </c:pt>
              <c:pt idx="7">
                <c:v>1.7176057459273668</c:v>
              </c:pt>
              <c:pt idx="8">
                <c:v>1.7176057459273668</c:v>
              </c:pt>
              <c:pt idx="9">
                <c:v>1.7176057459273668</c:v>
              </c:pt>
              <c:pt idx="10">
                <c:v>1.7176057459273668</c:v>
              </c:pt>
              <c:pt idx="11">
                <c:v>1.7176057459273668</c:v>
              </c:pt>
              <c:pt idx="12">
                <c:v>1.7176057459273668</c:v>
              </c:pt>
              <c:pt idx="13">
                <c:v>1.7176057459273668</c:v>
              </c:pt>
              <c:pt idx="14">
                <c:v>1.7176057459273668</c:v>
              </c:pt>
              <c:pt idx="15">
                <c:v>1.7176057459273668</c:v>
              </c:pt>
              <c:pt idx="16">
                <c:v>1.7176057459273668</c:v>
              </c:pt>
              <c:pt idx="17">
                <c:v>1.7176057459273668</c:v>
              </c:pt>
              <c:pt idx="18">
                <c:v>1.7176057459273668</c:v>
              </c:pt>
              <c:pt idx="19">
                <c:v>1.7176057459273668</c:v>
              </c:pt>
              <c:pt idx="20">
                <c:v>1.7176057459273668</c:v>
              </c:pt>
              <c:pt idx="21">
                <c:v>1.7176057459273668</c:v>
              </c:pt>
              <c:pt idx="22">
                <c:v>1.7176057459273668</c:v>
              </c:pt>
              <c:pt idx="23">
                <c:v>1.7176057459273668</c:v>
              </c:pt>
              <c:pt idx="24">
                <c:v>1.7176057459273668</c:v>
              </c:pt>
              <c:pt idx="25">
                <c:v>1.7176057459273668</c:v>
              </c:pt>
              <c:pt idx="26">
                <c:v>1.7176057459273668</c:v>
              </c:pt>
              <c:pt idx="27">
                <c:v>1.7176057459273668</c:v>
              </c:pt>
              <c:pt idx="28">
                <c:v>1.7176057459273668</c:v>
              </c:pt>
              <c:pt idx="29">
                <c:v>1.7176057459273668</c:v>
              </c:pt>
              <c:pt idx="30">
                <c:v>1.7176057459273668</c:v>
              </c:pt>
              <c:pt idx="31">
                <c:v>1.7176057459273668</c:v>
              </c:pt>
              <c:pt idx="32">
                <c:v>1.7176057459273668</c:v>
              </c:pt>
              <c:pt idx="33">
                <c:v>1.7176057459273668</c:v>
              </c:pt>
              <c:pt idx="34">
                <c:v>1.7176057459273668</c:v>
              </c:pt>
              <c:pt idx="35">
                <c:v>1.7176057459273668</c:v>
              </c:pt>
              <c:pt idx="36">
                <c:v>1.7176057459273668</c:v>
              </c:pt>
              <c:pt idx="37">
                <c:v>1.7176057459273668</c:v>
              </c:pt>
              <c:pt idx="38">
                <c:v>1.7176057459273668</c:v>
              </c:pt>
              <c:pt idx="39">
                <c:v>1.7176057459273668</c:v>
              </c:pt>
              <c:pt idx="40">
                <c:v>1.7176057459273668</c:v>
              </c:pt>
              <c:pt idx="41">
                <c:v>1.7176057459273668</c:v>
              </c:pt>
              <c:pt idx="42">
                <c:v>1.7176057459273668</c:v>
              </c:pt>
              <c:pt idx="43">
                <c:v>1.7176057459273668</c:v>
              </c:pt>
              <c:pt idx="44">
                <c:v>1.7176057459273668</c:v>
              </c:pt>
              <c:pt idx="45">
                <c:v>1.7176057459273668</c:v>
              </c:pt>
              <c:pt idx="46">
                <c:v>1.7176057459273668</c:v>
              </c:pt>
              <c:pt idx="47">
                <c:v>1.7176057459273668</c:v>
              </c:pt>
              <c:pt idx="48">
                <c:v>1.7176057459273668</c:v>
              </c:pt>
              <c:pt idx="49">
                <c:v>1.7176057459273668</c:v>
              </c:pt>
              <c:pt idx="50">
                <c:v>1.7176057459273668</c:v>
              </c:pt>
              <c:pt idx="51">
                <c:v>1.7176057459273668</c:v>
              </c:pt>
              <c:pt idx="52">
                <c:v>1.7176057459273668</c:v>
              </c:pt>
              <c:pt idx="53">
                <c:v>1.7176057459273668</c:v>
              </c:pt>
              <c:pt idx="54">
                <c:v>1.7176057459273668</c:v>
              </c:pt>
              <c:pt idx="55">
                <c:v>1.7176057459273668</c:v>
              </c:pt>
              <c:pt idx="56">
                <c:v>1.7176057459273668</c:v>
              </c:pt>
              <c:pt idx="57">
                <c:v>1.7176057459273668</c:v>
              </c:pt>
              <c:pt idx="58">
                <c:v>1.7176057459273668</c:v>
              </c:pt>
              <c:pt idx="59">
                <c:v>1.7176057459273668</c:v>
              </c:pt>
              <c:pt idx="60">
                <c:v>1.7176057459273668</c:v>
              </c:pt>
              <c:pt idx="61">
                <c:v>1.7176057459273668</c:v>
              </c:pt>
              <c:pt idx="62">
                <c:v>1.7176057459273668</c:v>
              </c:pt>
              <c:pt idx="63">
                <c:v>1.7176057459273668</c:v>
              </c:pt>
              <c:pt idx="64">
                <c:v>1.7176057459273668</c:v>
              </c:pt>
              <c:pt idx="65">
                <c:v>1.7176057459273668</c:v>
              </c:pt>
              <c:pt idx="66">
                <c:v>1.7176057459273668</c:v>
              </c:pt>
              <c:pt idx="67">
                <c:v>1.7176057459273668</c:v>
              </c:pt>
              <c:pt idx="68">
                <c:v>1.7176057459273668</c:v>
              </c:pt>
              <c:pt idx="69">
                <c:v>1.7176057459273668</c:v>
              </c:pt>
              <c:pt idx="70">
                <c:v>1.7176057459273668</c:v>
              </c:pt>
              <c:pt idx="71">
                <c:v>1.7176057459273668</c:v>
              </c:pt>
              <c:pt idx="72">
                <c:v>1.7176057459273668</c:v>
              </c:pt>
              <c:pt idx="73">
                <c:v>1.7176057459273668</c:v>
              </c:pt>
              <c:pt idx="74">
                <c:v>1.7176057459273668</c:v>
              </c:pt>
              <c:pt idx="75">
                <c:v>1.7176057459273668</c:v>
              </c:pt>
              <c:pt idx="76">
                <c:v>1.7176057459273668</c:v>
              </c:pt>
              <c:pt idx="77">
                <c:v>1.7176057459273668</c:v>
              </c:pt>
              <c:pt idx="78">
                <c:v>1.7176057459273668</c:v>
              </c:pt>
              <c:pt idx="79">
                <c:v>1.7176057459273668</c:v>
              </c:pt>
              <c:pt idx="80">
                <c:v>1.7176057459273668</c:v>
              </c:pt>
              <c:pt idx="81">
                <c:v>1.7176057459273668</c:v>
              </c:pt>
              <c:pt idx="82">
                <c:v>1.7176057459273668</c:v>
              </c:pt>
              <c:pt idx="83">
                <c:v>1.7176057459273668</c:v>
              </c:pt>
              <c:pt idx="84">
                <c:v>1.7176057459273668</c:v>
              </c:pt>
              <c:pt idx="85">
                <c:v>1.7176057459273668</c:v>
              </c:pt>
              <c:pt idx="86">
                <c:v>1.7176057459273668</c:v>
              </c:pt>
              <c:pt idx="87">
                <c:v>1.7176057459273668</c:v>
              </c:pt>
              <c:pt idx="88">
                <c:v>1.7176057459273668</c:v>
              </c:pt>
              <c:pt idx="89">
                <c:v>1.7176057459273668</c:v>
              </c:pt>
              <c:pt idx="90">
                <c:v>1.7176057459273668</c:v>
              </c:pt>
              <c:pt idx="91">
                <c:v>1.7176057459273668</c:v>
              </c:pt>
              <c:pt idx="92">
                <c:v>1.7176057459273668</c:v>
              </c:pt>
              <c:pt idx="93">
                <c:v>1.7176057459273668</c:v>
              </c:pt>
              <c:pt idx="94">
                <c:v>1.7176057459273668</c:v>
              </c:pt>
              <c:pt idx="95">
                <c:v>1.7176057459273668</c:v>
              </c:pt>
              <c:pt idx="96">
                <c:v>1.7176057459273668</c:v>
              </c:pt>
              <c:pt idx="97">
                <c:v>1.7176057459273668</c:v>
              </c:pt>
              <c:pt idx="98">
                <c:v>1.7176057459273668</c:v>
              </c:pt>
              <c:pt idx="99">
                <c:v>1.7176057459273668</c:v>
              </c:pt>
              <c:pt idx="100">
                <c:v>1.7176057459273668</c:v>
              </c:pt>
              <c:pt idx="101">
                <c:v>1.7176057459273668</c:v>
              </c:pt>
              <c:pt idx="102">
                <c:v>1.7176057459273668</c:v>
              </c:pt>
              <c:pt idx="103">
                <c:v>1.7176057459273668</c:v>
              </c:pt>
              <c:pt idx="104">
                <c:v>1.7176057459273668</c:v>
              </c:pt>
              <c:pt idx="105">
                <c:v>1.7176057459273668</c:v>
              </c:pt>
              <c:pt idx="106">
                <c:v>1.7176057459273668</c:v>
              </c:pt>
              <c:pt idx="107">
                <c:v>1.7176057459273668</c:v>
              </c:pt>
              <c:pt idx="108">
                <c:v>1.7176057459273668</c:v>
              </c:pt>
              <c:pt idx="109">
                <c:v>1.7176057459273668</c:v>
              </c:pt>
              <c:pt idx="110">
                <c:v>1.7176057459273668</c:v>
              </c:pt>
              <c:pt idx="111">
                <c:v>1.7176057459273668</c:v>
              </c:pt>
              <c:pt idx="112">
                <c:v>1.7176057459273668</c:v>
              </c:pt>
              <c:pt idx="113">
                <c:v>1.7176057459273668</c:v>
              </c:pt>
              <c:pt idx="114">
                <c:v>1.7176057459273668</c:v>
              </c:pt>
              <c:pt idx="115">
                <c:v>1.7176057459273668</c:v>
              </c:pt>
              <c:pt idx="116">
                <c:v>1.7176057459273668</c:v>
              </c:pt>
              <c:pt idx="117">
                <c:v>1.7176057459273668</c:v>
              </c:pt>
              <c:pt idx="118">
                <c:v>1.7176057459273668</c:v>
              </c:pt>
              <c:pt idx="119">
                <c:v>1.7176057459273668</c:v>
              </c:pt>
              <c:pt idx="120">
                <c:v>1.7176057459273668</c:v>
              </c:pt>
              <c:pt idx="121">
                <c:v>1.7176057459273668</c:v>
              </c:pt>
              <c:pt idx="122">
                <c:v>1.7176057459273668</c:v>
              </c:pt>
              <c:pt idx="123">
                <c:v>1.7176057459273668</c:v>
              </c:pt>
              <c:pt idx="124">
                <c:v>1.7176057459273668</c:v>
              </c:pt>
              <c:pt idx="125">
                <c:v>1.7176057459273668</c:v>
              </c:pt>
              <c:pt idx="126">
                <c:v>1.7176057459273668</c:v>
              </c:pt>
              <c:pt idx="127">
                <c:v>1.7176057459273668</c:v>
              </c:pt>
              <c:pt idx="128">
                <c:v>1.7176057459273668</c:v>
              </c:pt>
              <c:pt idx="129">
                <c:v>1.7176057459273668</c:v>
              </c:pt>
              <c:pt idx="130">
                <c:v>1.7176057459273668</c:v>
              </c:pt>
              <c:pt idx="131">
                <c:v>1.7176057459273668</c:v>
              </c:pt>
              <c:pt idx="132">
                <c:v>1.7176057459273668</c:v>
              </c:pt>
              <c:pt idx="133">
                <c:v>1.7176057459273668</c:v>
              </c:pt>
              <c:pt idx="134">
                <c:v>1.7176057459273668</c:v>
              </c:pt>
              <c:pt idx="135">
                <c:v>1.7176057459273668</c:v>
              </c:pt>
              <c:pt idx="136">
                <c:v>1.7176057459273668</c:v>
              </c:pt>
              <c:pt idx="137">
                <c:v>1.7176057459273668</c:v>
              </c:pt>
              <c:pt idx="138">
                <c:v>1.7176057459273668</c:v>
              </c:pt>
              <c:pt idx="139">
                <c:v>1.7176057459273668</c:v>
              </c:pt>
              <c:pt idx="140">
                <c:v>1.7176057459273668</c:v>
              </c:pt>
              <c:pt idx="141">
                <c:v>1.7176057459273668</c:v>
              </c:pt>
              <c:pt idx="142">
                <c:v>1.7176057459273668</c:v>
              </c:pt>
              <c:pt idx="143">
                <c:v>1.7176057459273668</c:v>
              </c:pt>
              <c:pt idx="144">
                <c:v>1.7176057459273668</c:v>
              </c:pt>
              <c:pt idx="145">
                <c:v>1.7176057459273668</c:v>
              </c:pt>
              <c:pt idx="146">
                <c:v>1.7176057459273668</c:v>
              </c:pt>
              <c:pt idx="147">
                <c:v>1.7176057459273668</c:v>
              </c:pt>
              <c:pt idx="148">
                <c:v>1.7176057459273668</c:v>
              </c:pt>
              <c:pt idx="149">
                <c:v>1.7176057459273668</c:v>
              </c:pt>
              <c:pt idx="150">
                <c:v>1.7176057459273668</c:v>
              </c:pt>
              <c:pt idx="151">
                <c:v>1.7176057459273668</c:v>
              </c:pt>
              <c:pt idx="152">
                <c:v>1.7176057459273668</c:v>
              </c:pt>
              <c:pt idx="153">
                <c:v>1.7176057459273668</c:v>
              </c:pt>
              <c:pt idx="154">
                <c:v>1.7176057459273668</c:v>
              </c:pt>
              <c:pt idx="155">
                <c:v>1.7176057459273668</c:v>
              </c:pt>
              <c:pt idx="156">
                <c:v>1.7176057459273668</c:v>
              </c:pt>
              <c:pt idx="157">
                <c:v>1.7176057459273668</c:v>
              </c:pt>
              <c:pt idx="158">
                <c:v>1.7176057459273668</c:v>
              </c:pt>
              <c:pt idx="159">
                <c:v>1.7176057459273668</c:v>
              </c:pt>
              <c:pt idx="160">
                <c:v>1.7176057459273668</c:v>
              </c:pt>
              <c:pt idx="161">
                <c:v>1.7176057459273668</c:v>
              </c:pt>
              <c:pt idx="162">
                <c:v>1.7176057459273668</c:v>
              </c:pt>
              <c:pt idx="163">
                <c:v>1.7176057459273668</c:v>
              </c:pt>
              <c:pt idx="164">
                <c:v>1.7176057459273668</c:v>
              </c:pt>
              <c:pt idx="165">
                <c:v>1.7176057459273668</c:v>
              </c:pt>
              <c:pt idx="166">
                <c:v>1.7176057459273668</c:v>
              </c:pt>
              <c:pt idx="167">
                <c:v>1.7176057459273668</c:v>
              </c:pt>
              <c:pt idx="168">
                <c:v>1.7176057459273668</c:v>
              </c:pt>
              <c:pt idx="169">
                <c:v>1.7176057459273668</c:v>
              </c:pt>
              <c:pt idx="170">
                <c:v>1.7176057459273668</c:v>
              </c:pt>
              <c:pt idx="171">
                <c:v>1.7176057459273668</c:v>
              </c:pt>
              <c:pt idx="172">
                <c:v>1.7176057459273668</c:v>
              </c:pt>
              <c:pt idx="173">
                <c:v>1.7176057459273668</c:v>
              </c:pt>
              <c:pt idx="174">
                <c:v>1.7176057459273668</c:v>
              </c:pt>
              <c:pt idx="175">
                <c:v>1.7176057459273668</c:v>
              </c:pt>
              <c:pt idx="176">
                <c:v>1.7176057459273668</c:v>
              </c:pt>
              <c:pt idx="177">
                <c:v>1.7176057459273668</c:v>
              </c:pt>
              <c:pt idx="178">
                <c:v>1.7176057459273668</c:v>
              </c:pt>
              <c:pt idx="179">
                <c:v>1.7176057459273668</c:v>
              </c:pt>
              <c:pt idx="180">
                <c:v>1.7176057459273668</c:v>
              </c:pt>
              <c:pt idx="181">
                <c:v>1.7176057459273668</c:v>
              </c:pt>
              <c:pt idx="182">
                <c:v>1.7176057459273668</c:v>
              </c:pt>
              <c:pt idx="183">
                <c:v>1.7176057459273668</c:v>
              </c:pt>
              <c:pt idx="184">
                <c:v>1.7176057459273668</c:v>
              </c:pt>
              <c:pt idx="185">
                <c:v>1.7176057459273668</c:v>
              </c:pt>
              <c:pt idx="186">
                <c:v>1.7176057459273668</c:v>
              </c:pt>
              <c:pt idx="187">
                <c:v>1.7176057459273668</c:v>
              </c:pt>
              <c:pt idx="188">
                <c:v>1.7176057459273668</c:v>
              </c:pt>
              <c:pt idx="189">
                <c:v>1.7176057459273668</c:v>
              </c:pt>
              <c:pt idx="190">
                <c:v>1.7176057459273668</c:v>
              </c:pt>
              <c:pt idx="191">
                <c:v>1.7176057459273668</c:v>
              </c:pt>
              <c:pt idx="192">
                <c:v>1.7176057459273668</c:v>
              </c:pt>
              <c:pt idx="193">
                <c:v>1.7176057459273668</c:v>
              </c:pt>
              <c:pt idx="194">
                <c:v>1.7176057459273668</c:v>
              </c:pt>
              <c:pt idx="195">
                <c:v>1.7176057459273668</c:v>
              </c:pt>
              <c:pt idx="196">
                <c:v>1.7176057459273668</c:v>
              </c:pt>
              <c:pt idx="197">
                <c:v>1.7176057459273668</c:v>
              </c:pt>
              <c:pt idx="198">
                <c:v>1.7176057459273668</c:v>
              </c:pt>
              <c:pt idx="199">
                <c:v>1.7176057459273668</c:v>
              </c:pt>
              <c:pt idx="200">
                <c:v>1.7176057459273668</c:v>
              </c:pt>
              <c:pt idx="201">
                <c:v>1.7176057459273668</c:v>
              </c:pt>
              <c:pt idx="202">
                <c:v>1.7176057459273668</c:v>
              </c:pt>
              <c:pt idx="203">
                <c:v>1.7176057459273668</c:v>
              </c:pt>
              <c:pt idx="204">
                <c:v>1.7176057459273668</c:v>
              </c:pt>
              <c:pt idx="205">
                <c:v>1.7176057459273668</c:v>
              </c:pt>
              <c:pt idx="206">
                <c:v>1.7176057459273668</c:v>
              </c:pt>
              <c:pt idx="207">
                <c:v>1.7176057459273668</c:v>
              </c:pt>
              <c:pt idx="208">
                <c:v>1.7176057459273668</c:v>
              </c:pt>
              <c:pt idx="209">
                <c:v>1.7176057459273668</c:v>
              </c:pt>
              <c:pt idx="210">
                <c:v>1.7176057459273668</c:v>
              </c:pt>
              <c:pt idx="211">
                <c:v>1.7176057459273668</c:v>
              </c:pt>
              <c:pt idx="212">
                <c:v>1.7176057459273668</c:v>
              </c:pt>
              <c:pt idx="213">
                <c:v>1.7176057459273668</c:v>
              </c:pt>
              <c:pt idx="214">
                <c:v>1.7176057459273668</c:v>
              </c:pt>
              <c:pt idx="215">
                <c:v>1.7176057459273668</c:v>
              </c:pt>
              <c:pt idx="216">
                <c:v>1.7176057459273668</c:v>
              </c:pt>
              <c:pt idx="217">
                <c:v>1.7176057459273668</c:v>
              </c:pt>
              <c:pt idx="218">
                <c:v>1.7176057459273668</c:v>
              </c:pt>
              <c:pt idx="219">
                <c:v>1.7176057459273668</c:v>
              </c:pt>
              <c:pt idx="220">
                <c:v>1.7176057459273668</c:v>
              </c:pt>
              <c:pt idx="221">
                <c:v>1.7176057459273668</c:v>
              </c:pt>
              <c:pt idx="222">
                <c:v>1.7176057459273668</c:v>
              </c:pt>
              <c:pt idx="223">
                <c:v>1.7176057459273668</c:v>
              </c:pt>
              <c:pt idx="224">
                <c:v>1.7176057459273668</c:v>
              </c:pt>
              <c:pt idx="225">
                <c:v>1.7176057459273668</c:v>
              </c:pt>
              <c:pt idx="226">
                <c:v>1.7176057459273668</c:v>
              </c:pt>
              <c:pt idx="227">
                <c:v>1.7176057459273668</c:v>
              </c:pt>
              <c:pt idx="228">
                <c:v>1.7176057459273668</c:v>
              </c:pt>
              <c:pt idx="229">
                <c:v>1.7176057459273668</c:v>
              </c:pt>
              <c:pt idx="230">
                <c:v>1.7176057459273668</c:v>
              </c:pt>
              <c:pt idx="231">
                <c:v>1.7176057459273668</c:v>
              </c:pt>
              <c:pt idx="232">
                <c:v>1.7176057459273668</c:v>
              </c:pt>
              <c:pt idx="233">
                <c:v>1.7176057459273668</c:v>
              </c:pt>
              <c:pt idx="234">
                <c:v>1.7176057459273668</c:v>
              </c:pt>
              <c:pt idx="235">
                <c:v>1.7176057459273668</c:v>
              </c:pt>
              <c:pt idx="236">
                <c:v>1.7176057459273668</c:v>
              </c:pt>
              <c:pt idx="237">
                <c:v>1.7176057459273668</c:v>
              </c:pt>
              <c:pt idx="238">
                <c:v>1.7176057459273668</c:v>
              </c:pt>
              <c:pt idx="239">
                <c:v>1.7176057459273668</c:v>
              </c:pt>
              <c:pt idx="240">
                <c:v>1.7176057459273668</c:v>
              </c:pt>
              <c:pt idx="241">
                <c:v>1.7176057459273668</c:v>
              </c:pt>
              <c:pt idx="242">
                <c:v>1.7176057459273668</c:v>
              </c:pt>
              <c:pt idx="243">
                <c:v>1.7176057459273668</c:v>
              </c:pt>
              <c:pt idx="244">
                <c:v>1.7176057459273668</c:v>
              </c:pt>
              <c:pt idx="245">
                <c:v>1.7176057459273668</c:v>
              </c:pt>
              <c:pt idx="246">
                <c:v>1.7176057459273668</c:v>
              </c:pt>
              <c:pt idx="247">
                <c:v>1.7176057459273668</c:v>
              </c:pt>
              <c:pt idx="248">
                <c:v>1.7176057459273668</c:v>
              </c:pt>
              <c:pt idx="249">
                <c:v>1.7176057459273668</c:v>
              </c:pt>
              <c:pt idx="250">
                <c:v>1.7176057459273668</c:v>
              </c:pt>
              <c:pt idx="251">
                <c:v>1.7176057459273668</c:v>
              </c:pt>
              <c:pt idx="252">
                <c:v>1.7176057459273668</c:v>
              </c:pt>
              <c:pt idx="253">
                <c:v>1.7176057459273668</c:v>
              </c:pt>
              <c:pt idx="254">
                <c:v>1.7176057459273668</c:v>
              </c:pt>
              <c:pt idx="255">
                <c:v>1.7176057459273668</c:v>
              </c:pt>
              <c:pt idx="256">
                <c:v>1.7176057459273668</c:v>
              </c:pt>
              <c:pt idx="257">
                <c:v>1.7176057459273668</c:v>
              </c:pt>
              <c:pt idx="258">
                <c:v>1.7176057459273668</c:v>
              </c:pt>
              <c:pt idx="259">
                <c:v>1.7176057459273668</c:v>
              </c:pt>
              <c:pt idx="260">
                <c:v>1.7176057459273668</c:v>
              </c:pt>
              <c:pt idx="261">
                <c:v>1.7176057459273668</c:v>
              </c:pt>
              <c:pt idx="262">
                <c:v>1.7176057459273668</c:v>
              </c:pt>
              <c:pt idx="263">
                <c:v>1.7176057459273668</c:v>
              </c:pt>
              <c:pt idx="264">
                <c:v>1.7176057459273668</c:v>
              </c:pt>
              <c:pt idx="265">
                <c:v>1.7176057459273668</c:v>
              </c:pt>
              <c:pt idx="266">
                <c:v>1.7176057459273668</c:v>
              </c:pt>
              <c:pt idx="267">
                <c:v>1.7176057459273668</c:v>
              </c:pt>
              <c:pt idx="268">
                <c:v>1.7176057459273668</c:v>
              </c:pt>
              <c:pt idx="269">
                <c:v>1.7176057459273668</c:v>
              </c:pt>
              <c:pt idx="270">
                <c:v>1.7176057459273668</c:v>
              </c:pt>
              <c:pt idx="271">
                <c:v>1.7176057459273668</c:v>
              </c:pt>
              <c:pt idx="272">
                <c:v>1.7176057459273668</c:v>
              </c:pt>
              <c:pt idx="273">
                <c:v>1.7176057459273668</c:v>
              </c:pt>
              <c:pt idx="274">
                <c:v>1.7176057459273668</c:v>
              </c:pt>
              <c:pt idx="275">
                <c:v>1.7176057459273668</c:v>
              </c:pt>
              <c:pt idx="276">
                <c:v>1.7176057459273668</c:v>
              </c:pt>
              <c:pt idx="277">
                <c:v>1.7176057459273668</c:v>
              </c:pt>
              <c:pt idx="278">
                <c:v>1.7176057459273668</c:v>
              </c:pt>
              <c:pt idx="279">
                <c:v>1.7176057459273668</c:v>
              </c:pt>
              <c:pt idx="280">
                <c:v>1.7176057459273668</c:v>
              </c:pt>
              <c:pt idx="281">
                <c:v>1.7176057459273668</c:v>
              </c:pt>
              <c:pt idx="282">
                <c:v>1.7176057459273668</c:v>
              </c:pt>
              <c:pt idx="283">
                <c:v>1.7176057459273668</c:v>
              </c:pt>
              <c:pt idx="284">
                <c:v>1.7176057459273668</c:v>
              </c:pt>
              <c:pt idx="285">
                <c:v>1.7176057459273668</c:v>
              </c:pt>
              <c:pt idx="286">
                <c:v>1.7176057459273668</c:v>
              </c:pt>
              <c:pt idx="287">
                <c:v>1.7176057459273668</c:v>
              </c:pt>
              <c:pt idx="288">
                <c:v>1.7176057459273668</c:v>
              </c:pt>
              <c:pt idx="289">
                <c:v>1.7176057459273668</c:v>
              </c:pt>
              <c:pt idx="290">
                <c:v>1.7176057459273668</c:v>
              </c:pt>
              <c:pt idx="291">
                <c:v>1.7176057459273668</c:v>
              </c:pt>
              <c:pt idx="292">
                <c:v>1.7176057459273668</c:v>
              </c:pt>
              <c:pt idx="293">
                <c:v>1.7176057459273668</c:v>
              </c:pt>
              <c:pt idx="294">
                <c:v>1.7176057459273668</c:v>
              </c:pt>
              <c:pt idx="295">
                <c:v>1.7176057459273668</c:v>
              </c:pt>
              <c:pt idx="296">
                <c:v>1.7176057459273668</c:v>
              </c:pt>
              <c:pt idx="297">
                <c:v>1.7176057459273668</c:v>
              </c:pt>
              <c:pt idx="298">
                <c:v>1.7176057459273668</c:v>
              </c:pt>
              <c:pt idx="299">
                <c:v>1.7176057459273668</c:v>
              </c:pt>
              <c:pt idx="300">
                <c:v>1.7176057459273668</c:v>
              </c:pt>
              <c:pt idx="301">
                <c:v>1.7176057459273668</c:v>
              </c:pt>
              <c:pt idx="302">
                <c:v>1.7176057459273668</c:v>
              </c:pt>
              <c:pt idx="303">
                <c:v>1.7176057459273668</c:v>
              </c:pt>
              <c:pt idx="304">
                <c:v>1.7176057459273668</c:v>
              </c:pt>
              <c:pt idx="305">
                <c:v>1.7176057459273668</c:v>
              </c:pt>
              <c:pt idx="306">
                <c:v>1.7176057459273668</c:v>
              </c:pt>
              <c:pt idx="307">
                <c:v>1.7176057459273668</c:v>
              </c:pt>
              <c:pt idx="308">
                <c:v>1.7176057459273668</c:v>
              </c:pt>
              <c:pt idx="309">
                <c:v>1.7176057459273668</c:v>
              </c:pt>
              <c:pt idx="310">
                <c:v>1.7176057459273668</c:v>
              </c:pt>
              <c:pt idx="311">
                <c:v>1.7176057459273668</c:v>
              </c:pt>
              <c:pt idx="312">
                <c:v>1.7176057459273668</c:v>
              </c:pt>
              <c:pt idx="313">
                <c:v>1.7176057459273668</c:v>
              </c:pt>
              <c:pt idx="314">
                <c:v>1.7176057459273668</c:v>
              </c:pt>
              <c:pt idx="315">
                <c:v>1.7176057459273668</c:v>
              </c:pt>
              <c:pt idx="316">
                <c:v>1.7176057459273668</c:v>
              </c:pt>
              <c:pt idx="317">
                <c:v>1.7176057459273668</c:v>
              </c:pt>
              <c:pt idx="318">
                <c:v>1.7176057459273668</c:v>
              </c:pt>
              <c:pt idx="319">
                <c:v>1.7176057459273668</c:v>
              </c:pt>
              <c:pt idx="320">
                <c:v>1.7176057459273668</c:v>
              </c:pt>
              <c:pt idx="321">
                <c:v>1.7176057459273668</c:v>
              </c:pt>
              <c:pt idx="322">
                <c:v>1.7176057459273668</c:v>
              </c:pt>
              <c:pt idx="323">
                <c:v>1.7176057459273668</c:v>
              </c:pt>
              <c:pt idx="324">
                <c:v>1.7176057459273668</c:v>
              </c:pt>
              <c:pt idx="325">
                <c:v>1.7176057459273668</c:v>
              </c:pt>
              <c:pt idx="326">
                <c:v>1.7176057459273668</c:v>
              </c:pt>
              <c:pt idx="327">
                <c:v>1.7176057459273668</c:v>
              </c:pt>
              <c:pt idx="328">
                <c:v>1.7176057459273668</c:v>
              </c:pt>
              <c:pt idx="329">
                <c:v>1.7176057459273668</c:v>
              </c:pt>
              <c:pt idx="330">
                <c:v>1.7176057459273668</c:v>
              </c:pt>
              <c:pt idx="331">
                <c:v>1.7176057459273668</c:v>
              </c:pt>
              <c:pt idx="332">
                <c:v>1.7176057459273668</c:v>
              </c:pt>
              <c:pt idx="333">
                <c:v>1.7176057459273668</c:v>
              </c:pt>
              <c:pt idx="334">
                <c:v>1.7176057459273668</c:v>
              </c:pt>
              <c:pt idx="335">
                <c:v>1.7176057459273668</c:v>
              </c:pt>
              <c:pt idx="336">
                <c:v>1.7176057459273668</c:v>
              </c:pt>
              <c:pt idx="337">
                <c:v>1.7176057459273668</c:v>
              </c:pt>
              <c:pt idx="338">
                <c:v>1.7176057459273668</c:v>
              </c:pt>
              <c:pt idx="339">
                <c:v>1.7176057459273668</c:v>
              </c:pt>
              <c:pt idx="340">
                <c:v>1.7176057459273668</c:v>
              </c:pt>
              <c:pt idx="341">
                <c:v>1.7176057459273668</c:v>
              </c:pt>
              <c:pt idx="342">
                <c:v>1.7176057459273668</c:v>
              </c:pt>
              <c:pt idx="343">
                <c:v>1.7176057459273668</c:v>
              </c:pt>
              <c:pt idx="344">
                <c:v>1.7176057459273668</c:v>
              </c:pt>
              <c:pt idx="345">
                <c:v>1.7176057459273668</c:v>
              </c:pt>
              <c:pt idx="346">
                <c:v>1.7176057459273668</c:v>
              </c:pt>
              <c:pt idx="347">
                <c:v>1.7176057459273668</c:v>
              </c:pt>
              <c:pt idx="348">
                <c:v>1.7176057459273668</c:v>
              </c:pt>
              <c:pt idx="349">
                <c:v>1.7176057459273668</c:v>
              </c:pt>
              <c:pt idx="350">
                <c:v>1.7176057459273668</c:v>
              </c:pt>
              <c:pt idx="351">
                <c:v>1.7176057459273668</c:v>
              </c:pt>
              <c:pt idx="352">
                <c:v>1.7176057459273668</c:v>
              </c:pt>
              <c:pt idx="353">
                <c:v>1.7176057459273668</c:v>
              </c:pt>
              <c:pt idx="354">
                <c:v>1.7176057459273668</c:v>
              </c:pt>
              <c:pt idx="355">
                <c:v>1.7176057459273668</c:v>
              </c:pt>
              <c:pt idx="356">
                <c:v>1.7176057459273668</c:v>
              </c:pt>
              <c:pt idx="357">
                <c:v>1.7176057459273668</c:v>
              </c:pt>
              <c:pt idx="358">
                <c:v>1.7176057459273668</c:v>
              </c:pt>
              <c:pt idx="359">
                <c:v>1.7176057459273668</c:v>
              </c:pt>
              <c:pt idx="360">
                <c:v>1.7176057459273668</c:v>
              </c:pt>
              <c:pt idx="361">
                <c:v>1.7176057459273668</c:v>
              </c:pt>
              <c:pt idx="362">
                <c:v>1.7176057459273668</c:v>
              </c:pt>
              <c:pt idx="363">
                <c:v>1.7176057459273668</c:v>
              </c:pt>
              <c:pt idx="364">
                <c:v>1.7176057459273668</c:v>
              </c:pt>
              <c:pt idx="365">
                <c:v>1.7176057459273668</c:v>
              </c:pt>
              <c:pt idx="366">
                <c:v>1.7176057459273668</c:v>
              </c:pt>
              <c:pt idx="367">
                <c:v>1.7176057459273668</c:v>
              </c:pt>
              <c:pt idx="368">
                <c:v>1.7176057459273668</c:v>
              </c:pt>
              <c:pt idx="369">
                <c:v>1.7176057459273668</c:v>
              </c:pt>
              <c:pt idx="370">
                <c:v>1.7176057459273668</c:v>
              </c:pt>
              <c:pt idx="371">
                <c:v>1.7176057459273668</c:v>
              </c:pt>
              <c:pt idx="372">
                <c:v>1.7176057459273668</c:v>
              </c:pt>
              <c:pt idx="373">
                <c:v>1.7176057459273668</c:v>
              </c:pt>
              <c:pt idx="374">
                <c:v>1.7176057459273668</c:v>
              </c:pt>
              <c:pt idx="375">
                <c:v>1.7176057459273668</c:v>
              </c:pt>
              <c:pt idx="376">
                <c:v>1.7176057459273668</c:v>
              </c:pt>
              <c:pt idx="377">
                <c:v>1.7176057459273668</c:v>
              </c:pt>
              <c:pt idx="378">
                <c:v>1.7176057459273668</c:v>
              </c:pt>
              <c:pt idx="379">
                <c:v>1.7176057459273668</c:v>
              </c:pt>
              <c:pt idx="380">
                <c:v>1.7176057459273668</c:v>
              </c:pt>
              <c:pt idx="381">
                <c:v>1.7176057459273668</c:v>
              </c:pt>
              <c:pt idx="382">
                <c:v>1.7176057459273668</c:v>
              </c:pt>
              <c:pt idx="383">
                <c:v>1.7176057459273668</c:v>
              </c:pt>
              <c:pt idx="384">
                <c:v>1.7176057459273668</c:v>
              </c:pt>
              <c:pt idx="385">
                <c:v>1.7176057459273668</c:v>
              </c:pt>
              <c:pt idx="386">
                <c:v>1.7176057459273668</c:v>
              </c:pt>
              <c:pt idx="387">
                <c:v>1.7176057459273668</c:v>
              </c:pt>
              <c:pt idx="388">
                <c:v>1.7176057459273668</c:v>
              </c:pt>
              <c:pt idx="389">
                <c:v>1.7176057459273668</c:v>
              </c:pt>
              <c:pt idx="390">
                <c:v>1.7176057459273668</c:v>
              </c:pt>
              <c:pt idx="391">
                <c:v>1.7176057459273668</c:v>
              </c:pt>
              <c:pt idx="392">
                <c:v>1.7176057459273668</c:v>
              </c:pt>
              <c:pt idx="393">
                <c:v>1.7176057459273668</c:v>
              </c:pt>
              <c:pt idx="394">
                <c:v>1.7176057459273668</c:v>
              </c:pt>
              <c:pt idx="395">
                <c:v>1.7176057459273668</c:v>
              </c:pt>
              <c:pt idx="396">
                <c:v>1.7176057459273668</c:v>
              </c:pt>
              <c:pt idx="397">
                <c:v>1.7176057459273668</c:v>
              </c:pt>
              <c:pt idx="398">
                <c:v>1.7176057459273668</c:v>
              </c:pt>
              <c:pt idx="399">
                <c:v>1.7176057459273668</c:v>
              </c:pt>
              <c:pt idx="400">
                <c:v>1.7176057459273668</c:v>
              </c:pt>
              <c:pt idx="401">
                <c:v>1.7176057459273668</c:v>
              </c:pt>
              <c:pt idx="402">
                <c:v>1.7176057459273668</c:v>
              </c:pt>
              <c:pt idx="403">
                <c:v>1.7176057459273668</c:v>
              </c:pt>
              <c:pt idx="404">
                <c:v>1.7176057459273668</c:v>
              </c:pt>
              <c:pt idx="405">
                <c:v>1.7176057459273668</c:v>
              </c:pt>
              <c:pt idx="406">
                <c:v>1.7176057459273668</c:v>
              </c:pt>
              <c:pt idx="407">
                <c:v>1.7176057459273668</c:v>
              </c:pt>
              <c:pt idx="408">
                <c:v>1.7176057459273668</c:v>
              </c:pt>
              <c:pt idx="409">
                <c:v>1.7176057459273668</c:v>
              </c:pt>
              <c:pt idx="410">
                <c:v>1.7176057459273668</c:v>
              </c:pt>
              <c:pt idx="411">
                <c:v>1.7176057459273668</c:v>
              </c:pt>
              <c:pt idx="412">
                <c:v>1.7176057459273668</c:v>
              </c:pt>
              <c:pt idx="413">
                <c:v>1.7176057459273668</c:v>
              </c:pt>
              <c:pt idx="414">
                <c:v>1.7176057459273668</c:v>
              </c:pt>
              <c:pt idx="415">
                <c:v>1.7176057459273668</c:v>
              </c:pt>
              <c:pt idx="416">
                <c:v>1.7176057459273668</c:v>
              </c:pt>
              <c:pt idx="417">
                <c:v>1.7176057459273668</c:v>
              </c:pt>
              <c:pt idx="418">
                <c:v>1.7176057459273668</c:v>
              </c:pt>
              <c:pt idx="419">
                <c:v>1.7176057459273668</c:v>
              </c:pt>
              <c:pt idx="420">
                <c:v>1.7176057459273668</c:v>
              </c:pt>
              <c:pt idx="421">
                <c:v>1.7176057459273668</c:v>
              </c:pt>
              <c:pt idx="422">
                <c:v>1.7176057459273668</c:v>
              </c:pt>
              <c:pt idx="423">
                <c:v>1.7176057459273668</c:v>
              </c:pt>
              <c:pt idx="424">
                <c:v>1.7176057459273668</c:v>
              </c:pt>
              <c:pt idx="425">
                <c:v>1.7176057459273668</c:v>
              </c:pt>
              <c:pt idx="426">
                <c:v>1.7176057459273668</c:v>
              </c:pt>
              <c:pt idx="427">
                <c:v>1.7176057459273668</c:v>
              </c:pt>
              <c:pt idx="428">
                <c:v>1.7176057459273668</c:v>
              </c:pt>
              <c:pt idx="429">
                <c:v>1.7176057459273668</c:v>
              </c:pt>
              <c:pt idx="430">
                <c:v>1.7176057459273668</c:v>
              </c:pt>
              <c:pt idx="431">
                <c:v>1.7176057459273668</c:v>
              </c:pt>
              <c:pt idx="432">
                <c:v>1.7176057459273668</c:v>
              </c:pt>
              <c:pt idx="433">
                <c:v>1.7176057459273668</c:v>
              </c:pt>
              <c:pt idx="434">
                <c:v>1.7176057459273668</c:v>
              </c:pt>
              <c:pt idx="435">
                <c:v>1.7176057459273668</c:v>
              </c:pt>
              <c:pt idx="436">
                <c:v>1.7176057459273668</c:v>
              </c:pt>
              <c:pt idx="437">
                <c:v>1.7176057459273668</c:v>
              </c:pt>
              <c:pt idx="438">
                <c:v>1.7176057459273668</c:v>
              </c:pt>
              <c:pt idx="439">
                <c:v>1.7176057459273668</c:v>
              </c:pt>
              <c:pt idx="440">
                <c:v>1.7176057459273668</c:v>
              </c:pt>
              <c:pt idx="441">
                <c:v>1.7176057459273668</c:v>
              </c:pt>
              <c:pt idx="442">
                <c:v>1.7176057459273668</c:v>
              </c:pt>
              <c:pt idx="443">
                <c:v>1.7176057459273668</c:v>
              </c:pt>
              <c:pt idx="444">
                <c:v>1.7176057459273668</c:v>
              </c:pt>
              <c:pt idx="445">
                <c:v>1.7176057459273668</c:v>
              </c:pt>
              <c:pt idx="446">
                <c:v>1.7176057459273668</c:v>
              </c:pt>
              <c:pt idx="447">
                <c:v>1.7176057459273668</c:v>
              </c:pt>
              <c:pt idx="448">
                <c:v>1.7176057459273668</c:v>
              </c:pt>
              <c:pt idx="449">
                <c:v>1.7176057459273668</c:v>
              </c:pt>
            </c:numLit>
          </c:xVal>
          <c:yVal>
            <c:numLit>
              <c:formatCode>0.0</c:formatCode>
              <c:ptCount val="450"/>
              <c:pt idx="0">
                <c:v>3.761988422676205</c:v>
              </c:pt>
              <c:pt idx="1">
                <c:v>3.761988422676205</c:v>
              </c:pt>
              <c:pt idx="2">
                <c:v>3.761988422676205</c:v>
              </c:pt>
              <c:pt idx="3">
                <c:v>3.761988422676205</c:v>
              </c:pt>
              <c:pt idx="4">
                <c:v>3.761988422676205</c:v>
              </c:pt>
              <c:pt idx="5">
                <c:v>3.761988422676205</c:v>
              </c:pt>
              <c:pt idx="6">
                <c:v>3.761988422676205</c:v>
              </c:pt>
              <c:pt idx="7">
                <c:v>3.761988422676205</c:v>
              </c:pt>
              <c:pt idx="8">
                <c:v>3.761988422676205</c:v>
              </c:pt>
              <c:pt idx="9">
                <c:v>3.761988422676205</c:v>
              </c:pt>
              <c:pt idx="10">
                <c:v>3.761988422676205</c:v>
              </c:pt>
              <c:pt idx="11">
                <c:v>3.761988422676205</c:v>
              </c:pt>
              <c:pt idx="12">
                <c:v>3.761988422676205</c:v>
              </c:pt>
              <c:pt idx="13">
                <c:v>3.761988422676205</c:v>
              </c:pt>
              <c:pt idx="14">
                <c:v>3.761988422676205</c:v>
              </c:pt>
              <c:pt idx="15">
                <c:v>3.761988422676205</c:v>
              </c:pt>
              <c:pt idx="16">
                <c:v>3.761988422676205</c:v>
              </c:pt>
              <c:pt idx="17">
                <c:v>3.761988422676205</c:v>
              </c:pt>
              <c:pt idx="18">
                <c:v>3.761988422676205</c:v>
              </c:pt>
              <c:pt idx="19">
                <c:v>3.761988422676205</c:v>
              </c:pt>
              <c:pt idx="20">
                <c:v>3.761988422676205</c:v>
              </c:pt>
              <c:pt idx="21">
                <c:v>3.761988422676205</c:v>
              </c:pt>
              <c:pt idx="22">
                <c:v>3.761988422676205</c:v>
              </c:pt>
              <c:pt idx="23">
                <c:v>3.761988422676205</c:v>
              </c:pt>
              <c:pt idx="24">
                <c:v>3.761988422676205</c:v>
              </c:pt>
              <c:pt idx="25">
                <c:v>3.761988422676205</c:v>
              </c:pt>
              <c:pt idx="26">
                <c:v>3.761988422676205</c:v>
              </c:pt>
              <c:pt idx="27">
                <c:v>3.761988422676205</c:v>
              </c:pt>
              <c:pt idx="28">
                <c:v>3.761988422676205</c:v>
              </c:pt>
              <c:pt idx="29">
                <c:v>3.761988422676205</c:v>
              </c:pt>
              <c:pt idx="30">
                <c:v>3.761988422676205</c:v>
              </c:pt>
              <c:pt idx="31">
                <c:v>3.761988422676205</c:v>
              </c:pt>
              <c:pt idx="32">
                <c:v>3.761988422676205</c:v>
              </c:pt>
              <c:pt idx="33">
                <c:v>3.761988422676205</c:v>
              </c:pt>
              <c:pt idx="34">
                <c:v>3.761988422676205</c:v>
              </c:pt>
              <c:pt idx="35">
                <c:v>3.761988422676205</c:v>
              </c:pt>
              <c:pt idx="36">
                <c:v>3.761988422676205</c:v>
              </c:pt>
              <c:pt idx="37">
                <c:v>3.761988422676205</c:v>
              </c:pt>
              <c:pt idx="38">
                <c:v>3.761988422676205</c:v>
              </c:pt>
              <c:pt idx="39">
                <c:v>3.761988422676205</c:v>
              </c:pt>
              <c:pt idx="40">
                <c:v>3.761988422676205</c:v>
              </c:pt>
              <c:pt idx="41">
                <c:v>3.761988422676205</c:v>
              </c:pt>
              <c:pt idx="42">
                <c:v>3.761988422676205</c:v>
              </c:pt>
              <c:pt idx="43">
                <c:v>3.761988422676205</c:v>
              </c:pt>
              <c:pt idx="44">
                <c:v>3.761988422676205</c:v>
              </c:pt>
              <c:pt idx="45">
                <c:v>3.761988422676205</c:v>
              </c:pt>
              <c:pt idx="46">
                <c:v>3.761988422676205</c:v>
              </c:pt>
              <c:pt idx="47">
                <c:v>3.761988422676205</c:v>
              </c:pt>
              <c:pt idx="48">
                <c:v>3.761988422676205</c:v>
              </c:pt>
              <c:pt idx="49">
                <c:v>3.761988422676205</c:v>
              </c:pt>
              <c:pt idx="50">
                <c:v>3.761988422676205</c:v>
              </c:pt>
              <c:pt idx="51">
                <c:v>3.761988422676205</c:v>
              </c:pt>
              <c:pt idx="52">
                <c:v>3.761988422676205</c:v>
              </c:pt>
              <c:pt idx="53">
                <c:v>3.761988422676205</c:v>
              </c:pt>
              <c:pt idx="54">
                <c:v>3.761988422676205</c:v>
              </c:pt>
              <c:pt idx="55">
                <c:v>3.761988422676205</c:v>
              </c:pt>
              <c:pt idx="56">
                <c:v>3.761988422676205</c:v>
              </c:pt>
              <c:pt idx="57">
                <c:v>3.761988422676205</c:v>
              </c:pt>
              <c:pt idx="58">
                <c:v>3.761988422676205</c:v>
              </c:pt>
              <c:pt idx="59">
                <c:v>3.761988422676205</c:v>
              </c:pt>
              <c:pt idx="60">
                <c:v>3.761988422676205</c:v>
              </c:pt>
              <c:pt idx="61">
                <c:v>3.761988422676205</c:v>
              </c:pt>
              <c:pt idx="62">
                <c:v>3.761988422676205</c:v>
              </c:pt>
              <c:pt idx="63">
                <c:v>3.761988422676205</c:v>
              </c:pt>
              <c:pt idx="64">
                <c:v>3.761988422676205</c:v>
              </c:pt>
              <c:pt idx="65">
                <c:v>3.761988422676205</c:v>
              </c:pt>
              <c:pt idx="66">
                <c:v>3.761988422676205</c:v>
              </c:pt>
              <c:pt idx="67">
                <c:v>3.761988422676205</c:v>
              </c:pt>
              <c:pt idx="68">
                <c:v>3.761988422676205</c:v>
              </c:pt>
              <c:pt idx="69">
                <c:v>3.761988422676205</c:v>
              </c:pt>
              <c:pt idx="70">
                <c:v>3.761988422676205</c:v>
              </c:pt>
              <c:pt idx="71">
                <c:v>3.761988422676205</c:v>
              </c:pt>
              <c:pt idx="72">
                <c:v>3.761988422676205</c:v>
              </c:pt>
              <c:pt idx="73">
                <c:v>3.761988422676205</c:v>
              </c:pt>
              <c:pt idx="74">
                <c:v>3.761988422676205</c:v>
              </c:pt>
              <c:pt idx="75">
                <c:v>3.761988422676205</c:v>
              </c:pt>
              <c:pt idx="76">
                <c:v>3.761988422676205</c:v>
              </c:pt>
              <c:pt idx="77">
                <c:v>3.761988422676205</c:v>
              </c:pt>
              <c:pt idx="78">
                <c:v>3.761988422676205</c:v>
              </c:pt>
              <c:pt idx="79">
                <c:v>3.761988422676205</c:v>
              </c:pt>
              <c:pt idx="80">
                <c:v>3.761988422676205</c:v>
              </c:pt>
              <c:pt idx="81">
                <c:v>3.761988422676205</c:v>
              </c:pt>
              <c:pt idx="82">
                <c:v>3.761988422676205</c:v>
              </c:pt>
              <c:pt idx="83">
                <c:v>3.761988422676205</c:v>
              </c:pt>
              <c:pt idx="84">
                <c:v>3.761988422676205</c:v>
              </c:pt>
              <c:pt idx="85">
                <c:v>3.761988422676205</c:v>
              </c:pt>
              <c:pt idx="86">
                <c:v>3.761988422676205</c:v>
              </c:pt>
              <c:pt idx="87">
                <c:v>3.761988422676205</c:v>
              </c:pt>
              <c:pt idx="88">
                <c:v>3.761988422676205</c:v>
              </c:pt>
              <c:pt idx="89">
                <c:v>3.761988422676205</c:v>
              </c:pt>
              <c:pt idx="90">
                <c:v>3.761988422676205</c:v>
              </c:pt>
              <c:pt idx="91">
                <c:v>3.761988422676205</c:v>
              </c:pt>
              <c:pt idx="92">
                <c:v>3.761988422676205</c:v>
              </c:pt>
              <c:pt idx="93">
                <c:v>3.761988422676205</c:v>
              </c:pt>
              <c:pt idx="94">
                <c:v>3.761988422676205</c:v>
              </c:pt>
              <c:pt idx="95">
                <c:v>3.761988422676205</c:v>
              </c:pt>
              <c:pt idx="96">
                <c:v>3.761988422676205</c:v>
              </c:pt>
              <c:pt idx="97">
                <c:v>3.761988422676205</c:v>
              </c:pt>
              <c:pt idx="98">
                <c:v>3.761988422676205</c:v>
              </c:pt>
              <c:pt idx="99">
                <c:v>3.761988422676205</c:v>
              </c:pt>
              <c:pt idx="100">
                <c:v>3.761988422676205</c:v>
              </c:pt>
              <c:pt idx="101">
                <c:v>3.761988422676205</c:v>
              </c:pt>
              <c:pt idx="102">
                <c:v>3.761988422676205</c:v>
              </c:pt>
              <c:pt idx="103">
                <c:v>3.761988422676205</c:v>
              </c:pt>
              <c:pt idx="104">
                <c:v>3.761988422676205</c:v>
              </c:pt>
              <c:pt idx="105">
                <c:v>3.761988422676205</c:v>
              </c:pt>
              <c:pt idx="106">
                <c:v>3.761988422676205</c:v>
              </c:pt>
              <c:pt idx="107">
                <c:v>3.761988422676205</c:v>
              </c:pt>
              <c:pt idx="108">
                <c:v>3.761988422676205</c:v>
              </c:pt>
              <c:pt idx="109">
                <c:v>3.761988422676205</c:v>
              </c:pt>
              <c:pt idx="110">
                <c:v>3.761988422676205</c:v>
              </c:pt>
              <c:pt idx="111">
                <c:v>3.761988422676205</c:v>
              </c:pt>
              <c:pt idx="112">
                <c:v>3.761988422676205</c:v>
              </c:pt>
              <c:pt idx="113">
                <c:v>3.761988422676205</c:v>
              </c:pt>
              <c:pt idx="114">
                <c:v>3.761988422676205</c:v>
              </c:pt>
              <c:pt idx="115">
                <c:v>3.761988422676205</c:v>
              </c:pt>
              <c:pt idx="116">
                <c:v>3.761988422676205</c:v>
              </c:pt>
              <c:pt idx="117">
                <c:v>3.761988422676205</c:v>
              </c:pt>
              <c:pt idx="118">
                <c:v>3.761988422676205</c:v>
              </c:pt>
              <c:pt idx="119">
                <c:v>3.761988422676205</c:v>
              </c:pt>
              <c:pt idx="120">
                <c:v>3.761988422676205</c:v>
              </c:pt>
              <c:pt idx="121">
                <c:v>3.761988422676205</c:v>
              </c:pt>
              <c:pt idx="122">
                <c:v>3.761988422676205</c:v>
              </c:pt>
              <c:pt idx="123">
                <c:v>3.761988422676205</c:v>
              </c:pt>
              <c:pt idx="124">
                <c:v>3.761988422676205</c:v>
              </c:pt>
              <c:pt idx="125">
                <c:v>3.761988422676205</c:v>
              </c:pt>
              <c:pt idx="126">
                <c:v>3.761988422676205</c:v>
              </c:pt>
              <c:pt idx="127">
                <c:v>3.761988422676205</c:v>
              </c:pt>
              <c:pt idx="128">
                <c:v>3.761988422676205</c:v>
              </c:pt>
              <c:pt idx="129">
                <c:v>3.761988422676205</c:v>
              </c:pt>
              <c:pt idx="130">
                <c:v>3.761988422676205</c:v>
              </c:pt>
              <c:pt idx="131">
                <c:v>3.761988422676205</c:v>
              </c:pt>
              <c:pt idx="132">
                <c:v>3.761988422676205</c:v>
              </c:pt>
              <c:pt idx="133">
                <c:v>3.761988422676205</c:v>
              </c:pt>
              <c:pt idx="134">
                <c:v>3.761988422676205</c:v>
              </c:pt>
              <c:pt idx="135">
                <c:v>3.761988422676205</c:v>
              </c:pt>
              <c:pt idx="136">
                <c:v>3.761988422676205</c:v>
              </c:pt>
              <c:pt idx="137">
                <c:v>3.761988422676205</c:v>
              </c:pt>
              <c:pt idx="138">
                <c:v>3.761988422676205</c:v>
              </c:pt>
              <c:pt idx="139">
                <c:v>3.761988422676205</c:v>
              </c:pt>
              <c:pt idx="140">
                <c:v>3.761988422676205</c:v>
              </c:pt>
              <c:pt idx="141">
                <c:v>3.761988422676205</c:v>
              </c:pt>
              <c:pt idx="142">
                <c:v>3.761988422676205</c:v>
              </c:pt>
              <c:pt idx="143">
                <c:v>3.761988422676205</c:v>
              </c:pt>
              <c:pt idx="144">
                <c:v>3.761988422676205</c:v>
              </c:pt>
              <c:pt idx="145">
                <c:v>3.761988422676205</c:v>
              </c:pt>
              <c:pt idx="146">
                <c:v>3.761988422676205</c:v>
              </c:pt>
              <c:pt idx="147">
                <c:v>3.761988422676205</c:v>
              </c:pt>
              <c:pt idx="148">
                <c:v>3.761988422676205</c:v>
              </c:pt>
              <c:pt idx="149">
                <c:v>3.761988422676205</c:v>
              </c:pt>
              <c:pt idx="150">
                <c:v>3.761988422676205</c:v>
              </c:pt>
              <c:pt idx="151">
                <c:v>3.761988422676205</c:v>
              </c:pt>
              <c:pt idx="152">
                <c:v>3.761988422676205</c:v>
              </c:pt>
              <c:pt idx="153">
                <c:v>3.761988422676205</c:v>
              </c:pt>
              <c:pt idx="154">
                <c:v>3.761988422676205</c:v>
              </c:pt>
              <c:pt idx="155">
                <c:v>3.761988422676205</c:v>
              </c:pt>
              <c:pt idx="156">
                <c:v>3.761988422676205</c:v>
              </c:pt>
              <c:pt idx="157">
                <c:v>3.761988422676205</c:v>
              </c:pt>
              <c:pt idx="158">
                <c:v>3.761988422676205</c:v>
              </c:pt>
              <c:pt idx="159">
                <c:v>3.761988422676205</c:v>
              </c:pt>
              <c:pt idx="160">
                <c:v>3.761988422676205</c:v>
              </c:pt>
              <c:pt idx="161">
                <c:v>3.761988422676205</c:v>
              </c:pt>
              <c:pt idx="162">
                <c:v>3.761988422676205</c:v>
              </c:pt>
              <c:pt idx="163">
                <c:v>3.761988422676205</c:v>
              </c:pt>
              <c:pt idx="164">
                <c:v>3.761988422676205</c:v>
              </c:pt>
              <c:pt idx="165">
                <c:v>3.761988422676205</c:v>
              </c:pt>
              <c:pt idx="166">
                <c:v>3.761988422676205</c:v>
              </c:pt>
              <c:pt idx="167">
                <c:v>3.761988422676205</c:v>
              </c:pt>
              <c:pt idx="168">
                <c:v>3.761988422676205</c:v>
              </c:pt>
              <c:pt idx="169">
                <c:v>3.761988422676205</c:v>
              </c:pt>
              <c:pt idx="170">
                <c:v>3.761988422676205</c:v>
              </c:pt>
              <c:pt idx="171">
                <c:v>3.761988422676205</c:v>
              </c:pt>
              <c:pt idx="172">
                <c:v>3.761988422676205</c:v>
              </c:pt>
              <c:pt idx="173">
                <c:v>3.761988422676205</c:v>
              </c:pt>
              <c:pt idx="174">
                <c:v>3.761988422676205</c:v>
              </c:pt>
              <c:pt idx="175">
                <c:v>3.761988422676205</c:v>
              </c:pt>
              <c:pt idx="176">
                <c:v>3.761988422676205</c:v>
              </c:pt>
              <c:pt idx="177">
                <c:v>3.761988422676205</c:v>
              </c:pt>
              <c:pt idx="178">
                <c:v>3.761988422676205</c:v>
              </c:pt>
              <c:pt idx="179">
                <c:v>3.761988422676205</c:v>
              </c:pt>
              <c:pt idx="180">
                <c:v>3.761988422676205</c:v>
              </c:pt>
              <c:pt idx="181">
                <c:v>3.761988422676205</c:v>
              </c:pt>
              <c:pt idx="182">
                <c:v>3.761988422676205</c:v>
              </c:pt>
              <c:pt idx="183">
                <c:v>3.761988422676205</c:v>
              </c:pt>
              <c:pt idx="184">
                <c:v>3.761988422676205</c:v>
              </c:pt>
              <c:pt idx="185">
                <c:v>3.761988422676205</c:v>
              </c:pt>
              <c:pt idx="186">
                <c:v>3.761988422676205</c:v>
              </c:pt>
              <c:pt idx="187">
                <c:v>3.761988422676205</c:v>
              </c:pt>
              <c:pt idx="188">
                <c:v>3.761988422676205</c:v>
              </c:pt>
              <c:pt idx="189">
                <c:v>3.761988422676205</c:v>
              </c:pt>
              <c:pt idx="190">
                <c:v>3.761988422676205</c:v>
              </c:pt>
              <c:pt idx="191">
                <c:v>3.761988422676205</c:v>
              </c:pt>
              <c:pt idx="192">
                <c:v>3.761988422676205</c:v>
              </c:pt>
              <c:pt idx="193">
                <c:v>3.761988422676205</c:v>
              </c:pt>
              <c:pt idx="194">
                <c:v>3.761988422676205</c:v>
              </c:pt>
              <c:pt idx="195">
                <c:v>3.761988422676205</c:v>
              </c:pt>
              <c:pt idx="196">
                <c:v>3.761988422676205</c:v>
              </c:pt>
              <c:pt idx="197">
                <c:v>3.761988422676205</c:v>
              </c:pt>
              <c:pt idx="198">
                <c:v>3.761988422676205</c:v>
              </c:pt>
              <c:pt idx="199">
                <c:v>3.761988422676205</c:v>
              </c:pt>
              <c:pt idx="200">
                <c:v>3.761988422676205</c:v>
              </c:pt>
              <c:pt idx="201">
                <c:v>3.761988422676205</c:v>
              </c:pt>
              <c:pt idx="202">
                <c:v>3.761988422676205</c:v>
              </c:pt>
              <c:pt idx="203">
                <c:v>3.761988422676205</c:v>
              </c:pt>
              <c:pt idx="204">
                <c:v>3.761988422676205</c:v>
              </c:pt>
              <c:pt idx="205">
                <c:v>3.761988422676205</c:v>
              </c:pt>
              <c:pt idx="206">
                <c:v>3.761988422676205</c:v>
              </c:pt>
              <c:pt idx="207">
                <c:v>3.761988422676205</c:v>
              </c:pt>
              <c:pt idx="208">
                <c:v>3.761988422676205</c:v>
              </c:pt>
              <c:pt idx="209">
                <c:v>3.761988422676205</c:v>
              </c:pt>
              <c:pt idx="210">
                <c:v>3.761988422676205</c:v>
              </c:pt>
              <c:pt idx="211">
                <c:v>3.761988422676205</c:v>
              </c:pt>
              <c:pt idx="212">
                <c:v>3.761988422676205</c:v>
              </c:pt>
              <c:pt idx="213">
                <c:v>3.761988422676205</c:v>
              </c:pt>
              <c:pt idx="214">
                <c:v>3.761988422676205</c:v>
              </c:pt>
              <c:pt idx="215">
                <c:v>3.761988422676205</c:v>
              </c:pt>
              <c:pt idx="216">
                <c:v>3.761988422676205</c:v>
              </c:pt>
              <c:pt idx="217">
                <c:v>3.761988422676205</c:v>
              </c:pt>
              <c:pt idx="218">
                <c:v>3.761988422676205</c:v>
              </c:pt>
              <c:pt idx="219">
                <c:v>3.761988422676205</c:v>
              </c:pt>
              <c:pt idx="220">
                <c:v>3.761988422676205</c:v>
              </c:pt>
              <c:pt idx="221">
                <c:v>3.761988422676205</c:v>
              </c:pt>
              <c:pt idx="222">
                <c:v>3.761988422676205</c:v>
              </c:pt>
              <c:pt idx="223">
                <c:v>3.761988422676205</c:v>
              </c:pt>
              <c:pt idx="224">
                <c:v>3.761988422676205</c:v>
              </c:pt>
              <c:pt idx="225">
                <c:v>3.761988422676205</c:v>
              </c:pt>
              <c:pt idx="226">
                <c:v>3.761988422676205</c:v>
              </c:pt>
              <c:pt idx="227">
                <c:v>3.761988422676205</c:v>
              </c:pt>
              <c:pt idx="228">
                <c:v>3.761988422676205</c:v>
              </c:pt>
              <c:pt idx="229">
                <c:v>3.761988422676205</c:v>
              </c:pt>
              <c:pt idx="230">
                <c:v>3.761988422676205</c:v>
              </c:pt>
              <c:pt idx="231">
                <c:v>3.761988422676205</c:v>
              </c:pt>
              <c:pt idx="232">
                <c:v>3.761988422676205</c:v>
              </c:pt>
              <c:pt idx="233">
                <c:v>3.761988422676205</c:v>
              </c:pt>
              <c:pt idx="234">
                <c:v>3.761988422676205</c:v>
              </c:pt>
              <c:pt idx="235">
                <c:v>3.761988422676205</c:v>
              </c:pt>
              <c:pt idx="236">
                <c:v>3.761988422676205</c:v>
              </c:pt>
              <c:pt idx="237">
                <c:v>3.761988422676205</c:v>
              </c:pt>
              <c:pt idx="238">
                <c:v>3.761988422676205</c:v>
              </c:pt>
              <c:pt idx="239">
                <c:v>3.761988422676205</c:v>
              </c:pt>
              <c:pt idx="240">
                <c:v>3.761988422676205</c:v>
              </c:pt>
              <c:pt idx="241">
                <c:v>3.761988422676205</c:v>
              </c:pt>
              <c:pt idx="242">
                <c:v>3.761988422676205</c:v>
              </c:pt>
              <c:pt idx="243">
                <c:v>3.761988422676205</c:v>
              </c:pt>
              <c:pt idx="244">
                <c:v>3.761988422676205</c:v>
              </c:pt>
              <c:pt idx="245">
                <c:v>3.761988422676205</c:v>
              </c:pt>
              <c:pt idx="246">
                <c:v>3.761988422676205</c:v>
              </c:pt>
              <c:pt idx="247">
                <c:v>3.761988422676205</c:v>
              </c:pt>
              <c:pt idx="248">
                <c:v>3.761988422676205</c:v>
              </c:pt>
              <c:pt idx="249">
                <c:v>3.761988422676205</c:v>
              </c:pt>
              <c:pt idx="250">
                <c:v>3.761988422676205</c:v>
              </c:pt>
              <c:pt idx="251">
                <c:v>3.761988422676205</c:v>
              </c:pt>
              <c:pt idx="252">
                <c:v>3.761988422676205</c:v>
              </c:pt>
              <c:pt idx="253">
                <c:v>3.761988422676205</c:v>
              </c:pt>
              <c:pt idx="254">
                <c:v>3.761988422676205</c:v>
              </c:pt>
              <c:pt idx="255">
                <c:v>3.761988422676205</c:v>
              </c:pt>
              <c:pt idx="256">
                <c:v>3.761988422676205</c:v>
              </c:pt>
              <c:pt idx="257">
                <c:v>3.761988422676205</c:v>
              </c:pt>
              <c:pt idx="258">
                <c:v>3.761988422676205</c:v>
              </c:pt>
              <c:pt idx="259">
                <c:v>3.761988422676205</c:v>
              </c:pt>
              <c:pt idx="260">
                <c:v>3.761988422676205</c:v>
              </c:pt>
              <c:pt idx="261">
                <c:v>3.761988422676205</c:v>
              </c:pt>
              <c:pt idx="262">
                <c:v>3.761988422676205</c:v>
              </c:pt>
              <c:pt idx="263">
                <c:v>3.761988422676205</c:v>
              </c:pt>
              <c:pt idx="264">
                <c:v>3.761988422676205</c:v>
              </c:pt>
              <c:pt idx="265">
                <c:v>3.761988422676205</c:v>
              </c:pt>
              <c:pt idx="266">
                <c:v>3.761988422676205</c:v>
              </c:pt>
              <c:pt idx="267">
                <c:v>3.761988422676205</c:v>
              </c:pt>
              <c:pt idx="268">
                <c:v>3.761988422676205</c:v>
              </c:pt>
              <c:pt idx="269">
                <c:v>3.761988422676205</c:v>
              </c:pt>
              <c:pt idx="270">
                <c:v>3.761988422676205</c:v>
              </c:pt>
              <c:pt idx="271">
                <c:v>3.761988422676205</c:v>
              </c:pt>
              <c:pt idx="272">
                <c:v>3.761988422676205</c:v>
              </c:pt>
              <c:pt idx="273">
                <c:v>3.761988422676205</c:v>
              </c:pt>
              <c:pt idx="274">
                <c:v>3.761988422676205</c:v>
              </c:pt>
              <c:pt idx="275">
                <c:v>3.761988422676205</c:v>
              </c:pt>
              <c:pt idx="276">
                <c:v>3.761988422676205</c:v>
              </c:pt>
              <c:pt idx="277">
                <c:v>3.761988422676205</c:v>
              </c:pt>
              <c:pt idx="278">
                <c:v>3.761988422676205</c:v>
              </c:pt>
              <c:pt idx="279">
                <c:v>3.761988422676205</c:v>
              </c:pt>
              <c:pt idx="280">
                <c:v>3.761988422676205</c:v>
              </c:pt>
              <c:pt idx="281">
                <c:v>3.761988422676205</c:v>
              </c:pt>
              <c:pt idx="282">
                <c:v>3.761988422676205</c:v>
              </c:pt>
              <c:pt idx="283">
                <c:v>3.761988422676205</c:v>
              </c:pt>
              <c:pt idx="284">
                <c:v>3.761988422676205</c:v>
              </c:pt>
              <c:pt idx="285">
                <c:v>3.761988422676205</c:v>
              </c:pt>
              <c:pt idx="286">
                <c:v>3.761988422676205</c:v>
              </c:pt>
              <c:pt idx="287">
                <c:v>3.761988422676205</c:v>
              </c:pt>
              <c:pt idx="288">
                <c:v>3.761988422676205</c:v>
              </c:pt>
              <c:pt idx="289">
                <c:v>3.761988422676205</c:v>
              </c:pt>
              <c:pt idx="290">
                <c:v>3.761988422676205</c:v>
              </c:pt>
              <c:pt idx="291">
                <c:v>3.761988422676205</c:v>
              </c:pt>
              <c:pt idx="292">
                <c:v>3.761988422676205</c:v>
              </c:pt>
              <c:pt idx="293">
                <c:v>3.761988422676205</c:v>
              </c:pt>
              <c:pt idx="294">
                <c:v>3.761988422676205</c:v>
              </c:pt>
              <c:pt idx="295">
                <c:v>3.761988422676205</c:v>
              </c:pt>
              <c:pt idx="296">
                <c:v>3.761988422676205</c:v>
              </c:pt>
              <c:pt idx="297">
                <c:v>3.761988422676205</c:v>
              </c:pt>
              <c:pt idx="298">
                <c:v>3.761988422676205</c:v>
              </c:pt>
              <c:pt idx="299">
                <c:v>3.761988422676205</c:v>
              </c:pt>
              <c:pt idx="300">
                <c:v>3.761988422676205</c:v>
              </c:pt>
              <c:pt idx="301">
                <c:v>3.761988422676205</c:v>
              </c:pt>
              <c:pt idx="302">
                <c:v>3.761988422676205</c:v>
              </c:pt>
              <c:pt idx="303">
                <c:v>3.761988422676205</c:v>
              </c:pt>
              <c:pt idx="304">
                <c:v>3.761988422676205</c:v>
              </c:pt>
              <c:pt idx="305">
                <c:v>3.761988422676205</c:v>
              </c:pt>
              <c:pt idx="306">
                <c:v>3.761988422676205</c:v>
              </c:pt>
              <c:pt idx="307">
                <c:v>3.761988422676205</c:v>
              </c:pt>
              <c:pt idx="308">
                <c:v>3.761988422676205</c:v>
              </c:pt>
              <c:pt idx="309">
                <c:v>3.761988422676205</c:v>
              </c:pt>
              <c:pt idx="310">
                <c:v>3.761988422676205</c:v>
              </c:pt>
              <c:pt idx="311">
                <c:v>3.761988422676205</c:v>
              </c:pt>
              <c:pt idx="312">
                <c:v>3.761988422676205</c:v>
              </c:pt>
              <c:pt idx="313">
                <c:v>3.761988422676205</c:v>
              </c:pt>
              <c:pt idx="314">
                <c:v>3.761988422676205</c:v>
              </c:pt>
              <c:pt idx="315">
                <c:v>3.761988422676205</c:v>
              </c:pt>
              <c:pt idx="316">
                <c:v>3.761988422676205</c:v>
              </c:pt>
              <c:pt idx="317">
                <c:v>3.761988422676205</c:v>
              </c:pt>
              <c:pt idx="318">
                <c:v>3.761988422676205</c:v>
              </c:pt>
              <c:pt idx="319">
                <c:v>3.761988422676205</c:v>
              </c:pt>
              <c:pt idx="320">
                <c:v>3.761988422676205</c:v>
              </c:pt>
              <c:pt idx="321">
                <c:v>3.761988422676205</c:v>
              </c:pt>
              <c:pt idx="322">
                <c:v>3.761988422676205</c:v>
              </c:pt>
              <c:pt idx="323">
                <c:v>3.761988422676205</c:v>
              </c:pt>
              <c:pt idx="324">
                <c:v>3.761988422676205</c:v>
              </c:pt>
              <c:pt idx="325">
                <c:v>3.761988422676205</c:v>
              </c:pt>
              <c:pt idx="326">
                <c:v>3.761988422676205</c:v>
              </c:pt>
              <c:pt idx="327">
                <c:v>3.761988422676205</c:v>
              </c:pt>
              <c:pt idx="328">
                <c:v>3.761988422676205</c:v>
              </c:pt>
              <c:pt idx="329">
                <c:v>3.761988422676205</c:v>
              </c:pt>
              <c:pt idx="330">
                <c:v>3.761988422676205</c:v>
              </c:pt>
              <c:pt idx="331">
                <c:v>3.761988422676205</c:v>
              </c:pt>
              <c:pt idx="332">
                <c:v>3.761988422676205</c:v>
              </c:pt>
              <c:pt idx="333">
                <c:v>3.761988422676205</c:v>
              </c:pt>
              <c:pt idx="334">
                <c:v>3.761988422676205</c:v>
              </c:pt>
              <c:pt idx="335">
                <c:v>3.761988422676205</c:v>
              </c:pt>
              <c:pt idx="336">
                <c:v>3.761988422676205</c:v>
              </c:pt>
              <c:pt idx="337">
                <c:v>3.761988422676205</c:v>
              </c:pt>
              <c:pt idx="338">
                <c:v>3.761988422676205</c:v>
              </c:pt>
              <c:pt idx="339">
                <c:v>3.761988422676205</c:v>
              </c:pt>
              <c:pt idx="340">
                <c:v>3.761988422676205</c:v>
              </c:pt>
              <c:pt idx="341">
                <c:v>3.761988422676205</c:v>
              </c:pt>
              <c:pt idx="342">
                <c:v>3.761988422676205</c:v>
              </c:pt>
              <c:pt idx="343">
                <c:v>3.761988422676205</c:v>
              </c:pt>
              <c:pt idx="344">
                <c:v>3.761988422676205</c:v>
              </c:pt>
              <c:pt idx="345">
                <c:v>3.761988422676205</c:v>
              </c:pt>
              <c:pt idx="346">
                <c:v>3.761988422676205</c:v>
              </c:pt>
              <c:pt idx="347">
                <c:v>3.761988422676205</c:v>
              </c:pt>
              <c:pt idx="348">
                <c:v>3.761988422676205</c:v>
              </c:pt>
              <c:pt idx="349">
                <c:v>3.761988422676205</c:v>
              </c:pt>
              <c:pt idx="350">
                <c:v>3.761988422676205</c:v>
              </c:pt>
              <c:pt idx="351">
                <c:v>3.761988422676205</c:v>
              </c:pt>
              <c:pt idx="352">
                <c:v>3.761988422676205</c:v>
              </c:pt>
              <c:pt idx="353">
                <c:v>3.761988422676205</c:v>
              </c:pt>
              <c:pt idx="354">
                <c:v>3.761988422676205</c:v>
              </c:pt>
              <c:pt idx="355">
                <c:v>3.761988422676205</c:v>
              </c:pt>
              <c:pt idx="356">
                <c:v>3.761988422676205</c:v>
              </c:pt>
              <c:pt idx="357">
                <c:v>3.761988422676205</c:v>
              </c:pt>
              <c:pt idx="358">
                <c:v>3.761988422676205</c:v>
              </c:pt>
              <c:pt idx="359">
                <c:v>3.761988422676205</c:v>
              </c:pt>
              <c:pt idx="360">
                <c:v>3.761988422676205</c:v>
              </c:pt>
              <c:pt idx="361">
                <c:v>3.761988422676205</c:v>
              </c:pt>
              <c:pt idx="362">
                <c:v>3.761988422676205</c:v>
              </c:pt>
              <c:pt idx="363">
                <c:v>3.761988422676205</c:v>
              </c:pt>
              <c:pt idx="364">
                <c:v>3.761988422676205</c:v>
              </c:pt>
              <c:pt idx="365">
                <c:v>3.761988422676205</c:v>
              </c:pt>
              <c:pt idx="366">
                <c:v>3.761988422676205</c:v>
              </c:pt>
              <c:pt idx="367">
                <c:v>3.761988422676205</c:v>
              </c:pt>
              <c:pt idx="368">
                <c:v>3.761988422676205</c:v>
              </c:pt>
              <c:pt idx="369">
                <c:v>3.761988422676205</c:v>
              </c:pt>
              <c:pt idx="370">
                <c:v>3.761988422676205</c:v>
              </c:pt>
              <c:pt idx="371">
                <c:v>3.761988422676205</c:v>
              </c:pt>
              <c:pt idx="372">
                <c:v>3.761988422676205</c:v>
              </c:pt>
              <c:pt idx="373">
                <c:v>3.761988422676205</c:v>
              </c:pt>
              <c:pt idx="374">
                <c:v>3.761988422676205</c:v>
              </c:pt>
              <c:pt idx="375">
                <c:v>3.761988422676205</c:v>
              </c:pt>
              <c:pt idx="376">
                <c:v>3.761988422676205</c:v>
              </c:pt>
              <c:pt idx="377">
                <c:v>3.761988422676205</c:v>
              </c:pt>
              <c:pt idx="378">
                <c:v>3.761988422676205</c:v>
              </c:pt>
              <c:pt idx="379">
                <c:v>3.761988422676205</c:v>
              </c:pt>
              <c:pt idx="380">
                <c:v>3.761988422676205</c:v>
              </c:pt>
              <c:pt idx="381">
                <c:v>3.761988422676205</c:v>
              </c:pt>
              <c:pt idx="382">
                <c:v>3.761988422676205</c:v>
              </c:pt>
              <c:pt idx="383">
                <c:v>3.761988422676205</c:v>
              </c:pt>
              <c:pt idx="384">
                <c:v>3.761988422676205</c:v>
              </c:pt>
              <c:pt idx="385">
                <c:v>3.761988422676205</c:v>
              </c:pt>
              <c:pt idx="386">
                <c:v>3.761988422676205</c:v>
              </c:pt>
              <c:pt idx="387">
                <c:v>3.761988422676205</c:v>
              </c:pt>
              <c:pt idx="388">
                <c:v>3.761988422676205</c:v>
              </c:pt>
              <c:pt idx="389">
                <c:v>3.761988422676205</c:v>
              </c:pt>
              <c:pt idx="390">
                <c:v>3.761988422676205</c:v>
              </c:pt>
              <c:pt idx="391">
                <c:v>3.761988422676205</c:v>
              </c:pt>
              <c:pt idx="392">
                <c:v>3.761988422676205</c:v>
              </c:pt>
              <c:pt idx="393">
                <c:v>3.761988422676205</c:v>
              </c:pt>
              <c:pt idx="394">
                <c:v>3.761988422676205</c:v>
              </c:pt>
              <c:pt idx="395">
                <c:v>3.761988422676205</c:v>
              </c:pt>
              <c:pt idx="396">
                <c:v>3.761988422676205</c:v>
              </c:pt>
              <c:pt idx="397">
                <c:v>3.761988422676205</c:v>
              </c:pt>
              <c:pt idx="398">
                <c:v>3.761988422676205</c:v>
              </c:pt>
              <c:pt idx="399">
                <c:v>3.761988422676205</c:v>
              </c:pt>
              <c:pt idx="400">
                <c:v>3.761988422676205</c:v>
              </c:pt>
              <c:pt idx="401">
                <c:v>3.761988422676205</c:v>
              </c:pt>
              <c:pt idx="402">
                <c:v>3.761988422676205</c:v>
              </c:pt>
              <c:pt idx="403">
                <c:v>3.761988422676205</c:v>
              </c:pt>
              <c:pt idx="404">
                <c:v>3.761988422676205</c:v>
              </c:pt>
              <c:pt idx="405">
                <c:v>3.761988422676205</c:v>
              </c:pt>
              <c:pt idx="406">
                <c:v>3.761988422676205</c:v>
              </c:pt>
              <c:pt idx="407">
                <c:v>3.761988422676205</c:v>
              </c:pt>
              <c:pt idx="408">
                <c:v>3.761988422676205</c:v>
              </c:pt>
              <c:pt idx="409">
                <c:v>3.761988422676205</c:v>
              </c:pt>
              <c:pt idx="410">
                <c:v>3.761988422676205</c:v>
              </c:pt>
              <c:pt idx="411">
                <c:v>3.761988422676205</c:v>
              </c:pt>
              <c:pt idx="412">
                <c:v>3.761988422676205</c:v>
              </c:pt>
              <c:pt idx="413">
                <c:v>3.761988422676205</c:v>
              </c:pt>
              <c:pt idx="414">
                <c:v>3.761988422676205</c:v>
              </c:pt>
              <c:pt idx="415">
                <c:v>3.761988422676205</c:v>
              </c:pt>
              <c:pt idx="416">
                <c:v>3.761988422676205</c:v>
              </c:pt>
              <c:pt idx="417">
                <c:v>3.761988422676205</c:v>
              </c:pt>
              <c:pt idx="418">
                <c:v>3.761988422676205</c:v>
              </c:pt>
              <c:pt idx="419">
                <c:v>3.761988422676205</c:v>
              </c:pt>
              <c:pt idx="420">
                <c:v>3.761988422676205</c:v>
              </c:pt>
              <c:pt idx="421">
                <c:v>3.761988422676205</c:v>
              </c:pt>
              <c:pt idx="422">
                <c:v>3.761988422676205</c:v>
              </c:pt>
              <c:pt idx="423">
                <c:v>3.761988422676205</c:v>
              </c:pt>
              <c:pt idx="424">
                <c:v>3.761988422676205</c:v>
              </c:pt>
              <c:pt idx="425">
                <c:v>3.761988422676205</c:v>
              </c:pt>
              <c:pt idx="426">
                <c:v>3.761988422676205</c:v>
              </c:pt>
              <c:pt idx="427">
                <c:v>3.761988422676205</c:v>
              </c:pt>
              <c:pt idx="428">
                <c:v>3.761988422676205</c:v>
              </c:pt>
              <c:pt idx="429">
                <c:v>3.761988422676205</c:v>
              </c:pt>
              <c:pt idx="430">
                <c:v>3.761988422676205</c:v>
              </c:pt>
              <c:pt idx="431">
                <c:v>3.761988422676205</c:v>
              </c:pt>
              <c:pt idx="432">
                <c:v>3.761988422676205</c:v>
              </c:pt>
              <c:pt idx="433">
                <c:v>3.761988422676205</c:v>
              </c:pt>
              <c:pt idx="434">
                <c:v>3.761988422676205</c:v>
              </c:pt>
              <c:pt idx="435">
                <c:v>3.761988422676205</c:v>
              </c:pt>
              <c:pt idx="436">
                <c:v>3.761988422676205</c:v>
              </c:pt>
              <c:pt idx="437">
                <c:v>3.761988422676205</c:v>
              </c:pt>
              <c:pt idx="438">
                <c:v>3.761988422676205</c:v>
              </c:pt>
              <c:pt idx="439">
                <c:v>3.761988422676205</c:v>
              </c:pt>
              <c:pt idx="440">
                <c:v>3.761988422676205</c:v>
              </c:pt>
              <c:pt idx="441">
                <c:v>3.761988422676205</c:v>
              </c:pt>
              <c:pt idx="442">
                <c:v>3.761988422676205</c:v>
              </c:pt>
              <c:pt idx="443">
                <c:v>3.761988422676205</c:v>
              </c:pt>
              <c:pt idx="444">
                <c:v>3.761988422676205</c:v>
              </c:pt>
              <c:pt idx="445">
                <c:v>3.761988422676205</c:v>
              </c:pt>
              <c:pt idx="446">
                <c:v>3.761988422676205</c:v>
              </c:pt>
              <c:pt idx="447">
                <c:v>3.761988422676205</c:v>
              </c:pt>
              <c:pt idx="448">
                <c:v>3.761988422676205</c:v>
              </c:pt>
              <c:pt idx="449">
                <c:v>3.761988422676205</c:v>
              </c:pt>
            </c:numLit>
          </c:yVal>
          <c:smooth val="0"/>
        </c:ser>
        <c:ser>
          <c:idx val="4"/>
          <c:order val="4"/>
          <c:tx>
            <c:v>Same-order filling improvement</c:v>
          </c:tx>
          <c:spPr>
            <a:noFill xmlns:a="http://schemas.openxmlformats.org/drawingml/2006/main"/>
            <a:ln xmlns:a="http://schemas.openxmlformats.org/drawingml/2006/main" w="7620">
              <a:solidFill>
                <a:srgbClr val="009E73"/>
              </a:solidFill>
              <a:prstDash val="solid"/>
            </a:ln>
          </c:spPr>
          <c:marker>
            <c:symbol val="none"/>
            <c:size val="7"/>
            <c:spPr>
              <a:solidFill xmlns:a="http://schemas.openxmlformats.org/drawingml/2006/main">
                <a:srgbClr val="009E73"/>
              </a:solidFill>
            </c:spPr>
          </c:marker>
          <c:xVal>
            <c:numLit>
              <c:formatCode>General</c:formatCode>
              <c:ptCount val="450"/>
              <c:pt idx="0">
                <c:v>26.070358299714023</c:v>
              </c:pt>
              <c:pt idx="1">
                <c:v>29.5635051403414</c:v>
              </c:pt>
              <c:pt idx="2">
                <c:v>29.5635051403414</c:v>
              </c:pt>
              <c:pt idx="3">
                <c:v>29.5635051403414</c:v>
              </c:pt>
              <c:pt idx="4">
                <c:v>29.5635051403414</c:v>
              </c:pt>
              <c:pt idx="5">
                <c:v>29.5635051403414</c:v>
              </c:pt>
              <c:pt idx="6">
                <c:v>29.5635051403414</c:v>
              </c:pt>
              <c:pt idx="7">
                <c:v>29.5635051403414</c:v>
              </c:pt>
              <c:pt idx="8">
                <c:v>29.5635051403414</c:v>
              </c:pt>
              <c:pt idx="9">
                <c:v>29.5635051403414</c:v>
              </c:pt>
              <c:pt idx="10">
                <c:v>29.5635051403414</c:v>
              </c:pt>
              <c:pt idx="11">
                <c:v>29.5635051403414</c:v>
              </c:pt>
              <c:pt idx="12">
                <c:v>29.5635051403414</c:v>
              </c:pt>
              <c:pt idx="13">
                <c:v>29.5635051403414</c:v>
              </c:pt>
              <c:pt idx="14">
                <c:v>29.5635051403414</c:v>
              </c:pt>
              <c:pt idx="15">
                <c:v>29.5635051403414</c:v>
              </c:pt>
              <c:pt idx="16">
                <c:v>29.5635051403414</c:v>
              </c:pt>
              <c:pt idx="17">
                <c:v>29.5635051403414</c:v>
              </c:pt>
              <c:pt idx="18">
                <c:v>29.5635051403414</c:v>
              </c:pt>
              <c:pt idx="19">
                <c:v>29.5635051403414</c:v>
              </c:pt>
              <c:pt idx="20">
                <c:v>29.5635051403414</c:v>
              </c:pt>
              <c:pt idx="21">
                <c:v>29.5635051403414</c:v>
              </c:pt>
              <c:pt idx="22">
                <c:v>29.5635051403414</c:v>
              </c:pt>
              <c:pt idx="23">
                <c:v>29.5635051403414</c:v>
              </c:pt>
              <c:pt idx="24">
                <c:v>29.5635051403414</c:v>
              </c:pt>
              <c:pt idx="25">
                <c:v>29.5635051403414</c:v>
              </c:pt>
              <c:pt idx="26">
                <c:v>29.5635051403414</c:v>
              </c:pt>
              <c:pt idx="27">
                <c:v>29.5635051403414</c:v>
              </c:pt>
              <c:pt idx="28">
                <c:v>29.5635051403414</c:v>
              </c:pt>
              <c:pt idx="29">
                <c:v>29.5635051403414</c:v>
              </c:pt>
              <c:pt idx="30">
                <c:v>29.5635051403414</c:v>
              </c:pt>
              <c:pt idx="31">
                <c:v>29.5635051403414</c:v>
              </c:pt>
              <c:pt idx="32">
                <c:v>29.5635051403414</c:v>
              </c:pt>
              <c:pt idx="33">
                <c:v>29.5635051403414</c:v>
              </c:pt>
              <c:pt idx="34">
                <c:v>29.5635051403414</c:v>
              </c:pt>
              <c:pt idx="35">
                <c:v>29.5635051403414</c:v>
              </c:pt>
              <c:pt idx="36">
                <c:v>29.5635051403414</c:v>
              </c:pt>
              <c:pt idx="37">
                <c:v>29.5635051403414</c:v>
              </c:pt>
              <c:pt idx="38">
                <c:v>29.5635051403414</c:v>
              </c:pt>
              <c:pt idx="39">
                <c:v>29.5635051403414</c:v>
              </c:pt>
              <c:pt idx="40">
                <c:v>29.5635051403414</c:v>
              </c:pt>
              <c:pt idx="41">
                <c:v>29.5635051403414</c:v>
              </c:pt>
              <c:pt idx="42">
                <c:v>29.5635051403414</c:v>
              </c:pt>
              <c:pt idx="43">
                <c:v>29.5635051403414</c:v>
              </c:pt>
              <c:pt idx="44">
                <c:v>29.5635051403414</c:v>
              </c:pt>
              <c:pt idx="45">
                <c:v>29.5635051403414</c:v>
              </c:pt>
              <c:pt idx="46">
                <c:v>29.5635051403414</c:v>
              </c:pt>
              <c:pt idx="47">
                <c:v>29.5635051403414</c:v>
              </c:pt>
              <c:pt idx="48">
                <c:v>29.5635051403414</c:v>
              </c:pt>
              <c:pt idx="49">
                <c:v>29.5635051403414</c:v>
              </c:pt>
              <c:pt idx="50">
                <c:v>29.5635051403414</c:v>
              </c:pt>
              <c:pt idx="51">
                <c:v>29.5635051403414</c:v>
              </c:pt>
              <c:pt idx="52">
                <c:v>29.5635051403414</c:v>
              </c:pt>
              <c:pt idx="53">
                <c:v>29.5635051403414</c:v>
              </c:pt>
              <c:pt idx="54">
                <c:v>29.5635051403414</c:v>
              </c:pt>
              <c:pt idx="55">
                <c:v>29.5635051403414</c:v>
              </c:pt>
              <c:pt idx="56">
                <c:v>29.5635051403414</c:v>
              </c:pt>
              <c:pt idx="57">
                <c:v>29.5635051403414</c:v>
              </c:pt>
              <c:pt idx="58">
                <c:v>29.5635051403414</c:v>
              </c:pt>
              <c:pt idx="59">
                <c:v>29.5635051403414</c:v>
              </c:pt>
              <c:pt idx="60">
                <c:v>29.5635051403414</c:v>
              </c:pt>
              <c:pt idx="61">
                <c:v>29.5635051403414</c:v>
              </c:pt>
              <c:pt idx="62">
                <c:v>29.5635051403414</c:v>
              </c:pt>
              <c:pt idx="63">
                <c:v>29.5635051403414</c:v>
              </c:pt>
              <c:pt idx="64">
                <c:v>29.5635051403414</c:v>
              </c:pt>
              <c:pt idx="65">
                <c:v>29.5635051403414</c:v>
              </c:pt>
              <c:pt idx="66">
                <c:v>29.5635051403414</c:v>
              </c:pt>
              <c:pt idx="67">
                <c:v>29.5635051403414</c:v>
              </c:pt>
              <c:pt idx="68">
                <c:v>29.5635051403414</c:v>
              </c:pt>
              <c:pt idx="69">
                <c:v>29.5635051403414</c:v>
              </c:pt>
              <c:pt idx="70">
                <c:v>29.5635051403414</c:v>
              </c:pt>
              <c:pt idx="71">
                <c:v>29.5635051403414</c:v>
              </c:pt>
              <c:pt idx="72">
                <c:v>29.5635051403414</c:v>
              </c:pt>
              <c:pt idx="73">
                <c:v>29.5635051403414</c:v>
              </c:pt>
              <c:pt idx="74">
                <c:v>29.5635051403414</c:v>
              </c:pt>
              <c:pt idx="75">
                <c:v>29.5635051403414</c:v>
              </c:pt>
              <c:pt idx="76">
                <c:v>29.5635051403414</c:v>
              </c:pt>
              <c:pt idx="77">
                <c:v>29.5635051403414</c:v>
              </c:pt>
              <c:pt idx="78">
                <c:v>29.5635051403414</c:v>
              </c:pt>
              <c:pt idx="79">
                <c:v>29.5635051403414</c:v>
              </c:pt>
              <c:pt idx="80">
                <c:v>29.5635051403414</c:v>
              </c:pt>
              <c:pt idx="81">
                <c:v>29.5635051403414</c:v>
              </c:pt>
              <c:pt idx="82">
                <c:v>29.5635051403414</c:v>
              </c:pt>
              <c:pt idx="83">
                <c:v>29.5635051403414</c:v>
              </c:pt>
              <c:pt idx="84">
                <c:v>29.5635051403414</c:v>
              </c:pt>
              <c:pt idx="85">
                <c:v>29.5635051403414</c:v>
              </c:pt>
              <c:pt idx="86">
                <c:v>29.5635051403414</c:v>
              </c:pt>
              <c:pt idx="87">
                <c:v>29.5635051403414</c:v>
              </c:pt>
              <c:pt idx="88">
                <c:v>29.5635051403414</c:v>
              </c:pt>
              <c:pt idx="89">
                <c:v>29.5635051403414</c:v>
              </c:pt>
              <c:pt idx="90">
                <c:v>29.5635051403414</c:v>
              </c:pt>
              <c:pt idx="91">
                <c:v>29.5635051403414</c:v>
              </c:pt>
              <c:pt idx="92">
                <c:v>29.5635051403414</c:v>
              </c:pt>
              <c:pt idx="93">
                <c:v>29.5635051403414</c:v>
              </c:pt>
              <c:pt idx="94">
                <c:v>29.5635051403414</c:v>
              </c:pt>
              <c:pt idx="95">
                <c:v>29.5635051403414</c:v>
              </c:pt>
              <c:pt idx="96">
                <c:v>29.5635051403414</c:v>
              </c:pt>
              <c:pt idx="97">
                <c:v>29.5635051403414</c:v>
              </c:pt>
              <c:pt idx="98">
                <c:v>29.5635051403414</c:v>
              </c:pt>
              <c:pt idx="99">
                <c:v>29.5635051403414</c:v>
              </c:pt>
              <c:pt idx="100">
                <c:v>29.5635051403414</c:v>
              </c:pt>
              <c:pt idx="101">
                <c:v>29.5635051403414</c:v>
              </c:pt>
              <c:pt idx="102">
                <c:v>29.5635051403414</c:v>
              </c:pt>
              <c:pt idx="103">
                <c:v>29.5635051403414</c:v>
              </c:pt>
              <c:pt idx="104">
                <c:v>29.5635051403414</c:v>
              </c:pt>
              <c:pt idx="105">
                <c:v>29.5635051403414</c:v>
              </c:pt>
              <c:pt idx="106">
                <c:v>29.5635051403414</c:v>
              </c:pt>
              <c:pt idx="107">
                <c:v>29.5635051403414</c:v>
              </c:pt>
              <c:pt idx="108">
                <c:v>29.5635051403414</c:v>
              </c:pt>
              <c:pt idx="109">
                <c:v>29.5635051403414</c:v>
              </c:pt>
              <c:pt idx="110">
                <c:v>29.5635051403414</c:v>
              </c:pt>
              <c:pt idx="111">
                <c:v>29.5635051403414</c:v>
              </c:pt>
              <c:pt idx="112">
                <c:v>29.5635051403414</c:v>
              </c:pt>
              <c:pt idx="113">
                <c:v>29.5635051403414</c:v>
              </c:pt>
              <c:pt idx="114">
                <c:v>29.5635051403414</c:v>
              </c:pt>
              <c:pt idx="115">
                <c:v>29.5635051403414</c:v>
              </c:pt>
              <c:pt idx="116">
                <c:v>29.5635051403414</c:v>
              </c:pt>
              <c:pt idx="117">
                <c:v>29.5635051403414</c:v>
              </c:pt>
              <c:pt idx="118">
                <c:v>29.5635051403414</c:v>
              </c:pt>
              <c:pt idx="119">
                <c:v>29.5635051403414</c:v>
              </c:pt>
              <c:pt idx="120">
                <c:v>29.5635051403414</c:v>
              </c:pt>
              <c:pt idx="121">
                <c:v>29.5635051403414</c:v>
              </c:pt>
              <c:pt idx="122">
                <c:v>29.5635051403414</c:v>
              </c:pt>
              <c:pt idx="123">
                <c:v>29.5635051403414</c:v>
              </c:pt>
              <c:pt idx="124">
                <c:v>29.5635051403414</c:v>
              </c:pt>
              <c:pt idx="125">
                <c:v>29.5635051403414</c:v>
              </c:pt>
              <c:pt idx="126">
                <c:v>29.5635051403414</c:v>
              </c:pt>
              <c:pt idx="127">
                <c:v>29.5635051403414</c:v>
              </c:pt>
              <c:pt idx="128">
                <c:v>29.5635051403414</c:v>
              </c:pt>
              <c:pt idx="129">
                <c:v>29.5635051403414</c:v>
              </c:pt>
              <c:pt idx="130">
                <c:v>29.5635051403414</c:v>
              </c:pt>
              <c:pt idx="131">
                <c:v>29.5635051403414</c:v>
              </c:pt>
              <c:pt idx="132">
                <c:v>29.5635051403414</c:v>
              </c:pt>
              <c:pt idx="133">
                <c:v>29.5635051403414</c:v>
              </c:pt>
              <c:pt idx="134">
                <c:v>29.5635051403414</c:v>
              </c:pt>
              <c:pt idx="135">
                <c:v>29.5635051403414</c:v>
              </c:pt>
              <c:pt idx="136">
                <c:v>29.5635051403414</c:v>
              </c:pt>
              <c:pt idx="137">
                <c:v>29.5635051403414</c:v>
              </c:pt>
              <c:pt idx="138">
                <c:v>29.5635051403414</c:v>
              </c:pt>
              <c:pt idx="139">
                <c:v>29.5635051403414</c:v>
              </c:pt>
              <c:pt idx="140">
                <c:v>29.5635051403414</c:v>
              </c:pt>
              <c:pt idx="141">
                <c:v>29.5635051403414</c:v>
              </c:pt>
              <c:pt idx="142">
                <c:v>29.5635051403414</c:v>
              </c:pt>
              <c:pt idx="143">
                <c:v>29.5635051403414</c:v>
              </c:pt>
              <c:pt idx="144">
                <c:v>29.5635051403414</c:v>
              </c:pt>
              <c:pt idx="145">
                <c:v>29.5635051403414</c:v>
              </c:pt>
              <c:pt idx="146">
                <c:v>29.5635051403414</c:v>
              </c:pt>
              <c:pt idx="147">
                <c:v>29.5635051403414</c:v>
              </c:pt>
              <c:pt idx="148">
                <c:v>29.5635051403414</c:v>
              </c:pt>
              <c:pt idx="149">
                <c:v>29.5635051403414</c:v>
              </c:pt>
              <c:pt idx="150">
                <c:v>29.5635051403414</c:v>
              </c:pt>
              <c:pt idx="151">
                <c:v>29.5635051403414</c:v>
              </c:pt>
              <c:pt idx="152">
                <c:v>29.5635051403414</c:v>
              </c:pt>
              <c:pt idx="153">
                <c:v>29.5635051403414</c:v>
              </c:pt>
              <c:pt idx="154">
                <c:v>29.5635051403414</c:v>
              </c:pt>
              <c:pt idx="155">
                <c:v>29.5635051403414</c:v>
              </c:pt>
              <c:pt idx="156">
                <c:v>29.5635051403414</c:v>
              </c:pt>
              <c:pt idx="157">
                <c:v>29.5635051403414</c:v>
              </c:pt>
              <c:pt idx="158">
                <c:v>29.5635051403414</c:v>
              </c:pt>
              <c:pt idx="159">
                <c:v>29.5635051403414</c:v>
              </c:pt>
              <c:pt idx="160">
                <c:v>29.5635051403414</c:v>
              </c:pt>
              <c:pt idx="161">
                <c:v>29.5635051403414</c:v>
              </c:pt>
              <c:pt idx="162">
                <c:v>29.5635051403414</c:v>
              </c:pt>
              <c:pt idx="163">
                <c:v>29.5635051403414</c:v>
              </c:pt>
              <c:pt idx="164">
                <c:v>29.5635051403414</c:v>
              </c:pt>
              <c:pt idx="165">
                <c:v>29.5635051403414</c:v>
              </c:pt>
              <c:pt idx="166">
                <c:v>29.5635051403414</c:v>
              </c:pt>
              <c:pt idx="167">
                <c:v>29.5635051403414</c:v>
              </c:pt>
              <c:pt idx="168">
                <c:v>29.5635051403414</c:v>
              </c:pt>
              <c:pt idx="169">
                <c:v>29.5635051403414</c:v>
              </c:pt>
              <c:pt idx="170">
                <c:v>29.5635051403414</c:v>
              </c:pt>
              <c:pt idx="171">
                <c:v>29.5635051403414</c:v>
              </c:pt>
              <c:pt idx="172">
                <c:v>29.5635051403414</c:v>
              </c:pt>
              <c:pt idx="173">
                <c:v>29.5635051403414</c:v>
              </c:pt>
              <c:pt idx="174">
                <c:v>29.5635051403414</c:v>
              </c:pt>
              <c:pt idx="175">
                <c:v>29.5635051403414</c:v>
              </c:pt>
              <c:pt idx="176">
                <c:v>29.5635051403414</c:v>
              </c:pt>
              <c:pt idx="177">
                <c:v>29.5635051403414</c:v>
              </c:pt>
              <c:pt idx="178">
                <c:v>29.5635051403414</c:v>
              </c:pt>
              <c:pt idx="179">
                <c:v>29.5635051403414</c:v>
              </c:pt>
              <c:pt idx="180">
                <c:v>29.5635051403414</c:v>
              </c:pt>
              <c:pt idx="181">
                <c:v>29.5635051403414</c:v>
              </c:pt>
              <c:pt idx="182">
                <c:v>29.5635051403414</c:v>
              </c:pt>
              <c:pt idx="183">
                <c:v>29.5635051403414</c:v>
              </c:pt>
              <c:pt idx="184">
                <c:v>29.5635051403414</c:v>
              </c:pt>
              <c:pt idx="185">
                <c:v>29.5635051403414</c:v>
              </c:pt>
              <c:pt idx="186">
                <c:v>29.5635051403414</c:v>
              </c:pt>
              <c:pt idx="187">
                <c:v>29.5635051403414</c:v>
              </c:pt>
              <c:pt idx="188">
                <c:v>29.5635051403414</c:v>
              </c:pt>
              <c:pt idx="189">
                <c:v>29.5635051403414</c:v>
              </c:pt>
              <c:pt idx="190">
                <c:v>29.5635051403414</c:v>
              </c:pt>
              <c:pt idx="191">
                <c:v>29.5635051403414</c:v>
              </c:pt>
              <c:pt idx="192">
                <c:v>29.5635051403414</c:v>
              </c:pt>
              <c:pt idx="193">
                <c:v>29.5635051403414</c:v>
              </c:pt>
              <c:pt idx="194">
                <c:v>29.5635051403414</c:v>
              </c:pt>
              <c:pt idx="195">
                <c:v>29.5635051403414</c:v>
              </c:pt>
              <c:pt idx="196">
                <c:v>29.5635051403414</c:v>
              </c:pt>
              <c:pt idx="197">
                <c:v>29.5635051403414</c:v>
              </c:pt>
              <c:pt idx="198">
                <c:v>29.5635051403414</c:v>
              </c:pt>
              <c:pt idx="199">
                <c:v>29.5635051403414</c:v>
              </c:pt>
              <c:pt idx="200">
                <c:v>29.5635051403414</c:v>
              </c:pt>
              <c:pt idx="201">
                <c:v>29.5635051403414</c:v>
              </c:pt>
              <c:pt idx="202">
                <c:v>29.5635051403414</c:v>
              </c:pt>
              <c:pt idx="203">
                <c:v>29.5635051403414</c:v>
              </c:pt>
              <c:pt idx="204">
                <c:v>29.5635051403414</c:v>
              </c:pt>
              <c:pt idx="205">
                <c:v>29.5635051403414</c:v>
              </c:pt>
              <c:pt idx="206">
                <c:v>29.5635051403414</c:v>
              </c:pt>
              <c:pt idx="207">
                <c:v>29.5635051403414</c:v>
              </c:pt>
              <c:pt idx="208">
                <c:v>29.5635051403414</c:v>
              </c:pt>
              <c:pt idx="209">
                <c:v>29.5635051403414</c:v>
              </c:pt>
              <c:pt idx="210">
                <c:v>29.5635051403414</c:v>
              </c:pt>
              <c:pt idx="211">
                <c:v>29.5635051403414</c:v>
              </c:pt>
              <c:pt idx="212">
                <c:v>29.5635051403414</c:v>
              </c:pt>
              <c:pt idx="213">
                <c:v>29.5635051403414</c:v>
              </c:pt>
              <c:pt idx="214">
                <c:v>29.5635051403414</c:v>
              </c:pt>
              <c:pt idx="215">
                <c:v>29.5635051403414</c:v>
              </c:pt>
              <c:pt idx="216">
                <c:v>29.5635051403414</c:v>
              </c:pt>
              <c:pt idx="217">
                <c:v>29.5635051403414</c:v>
              </c:pt>
              <c:pt idx="218">
                <c:v>29.5635051403414</c:v>
              </c:pt>
              <c:pt idx="219">
                <c:v>29.5635051403414</c:v>
              </c:pt>
              <c:pt idx="220">
                <c:v>29.5635051403414</c:v>
              </c:pt>
              <c:pt idx="221">
                <c:v>29.5635051403414</c:v>
              </c:pt>
              <c:pt idx="222">
                <c:v>29.5635051403414</c:v>
              </c:pt>
              <c:pt idx="223">
                <c:v>29.5635051403414</c:v>
              </c:pt>
              <c:pt idx="224">
                <c:v>29.5635051403414</c:v>
              </c:pt>
              <c:pt idx="225">
                <c:v>29.5635051403414</c:v>
              </c:pt>
              <c:pt idx="226">
                <c:v>29.5635051403414</c:v>
              </c:pt>
              <c:pt idx="227">
                <c:v>29.5635051403414</c:v>
              </c:pt>
              <c:pt idx="228">
                <c:v>29.5635051403414</c:v>
              </c:pt>
              <c:pt idx="229">
                <c:v>29.5635051403414</c:v>
              </c:pt>
              <c:pt idx="230">
                <c:v>29.5635051403414</c:v>
              </c:pt>
              <c:pt idx="231">
                <c:v>29.5635051403414</c:v>
              </c:pt>
              <c:pt idx="232">
                <c:v>29.5635051403414</c:v>
              </c:pt>
              <c:pt idx="233">
                <c:v>29.5635051403414</c:v>
              </c:pt>
              <c:pt idx="234">
                <c:v>29.5635051403414</c:v>
              </c:pt>
              <c:pt idx="235">
                <c:v>29.5635051403414</c:v>
              </c:pt>
              <c:pt idx="236">
                <c:v>29.5635051403414</c:v>
              </c:pt>
              <c:pt idx="237">
                <c:v>29.5635051403414</c:v>
              </c:pt>
              <c:pt idx="238">
                <c:v>29.5635051403414</c:v>
              </c:pt>
              <c:pt idx="239">
                <c:v>29.5635051403414</c:v>
              </c:pt>
              <c:pt idx="240">
                <c:v>29.5635051403414</c:v>
              </c:pt>
              <c:pt idx="241">
                <c:v>29.5635051403414</c:v>
              </c:pt>
              <c:pt idx="242">
                <c:v>29.5635051403414</c:v>
              </c:pt>
              <c:pt idx="243">
                <c:v>29.5635051403414</c:v>
              </c:pt>
              <c:pt idx="244">
                <c:v>29.5635051403414</c:v>
              </c:pt>
              <c:pt idx="245">
                <c:v>29.5635051403414</c:v>
              </c:pt>
              <c:pt idx="246">
                <c:v>29.5635051403414</c:v>
              </c:pt>
              <c:pt idx="247">
                <c:v>29.5635051403414</c:v>
              </c:pt>
              <c:pt idx="248">
                <c:v>29.5635051403414</c:v>
              </c:pt>
              <c:pt idx="249">
                <c:v>29.5635051403414</c:v>
              </c:pt>
              <c:pt idx="250">
                <c:v>29.5635051403414</c:v>
              </c:pt>
              <c:pt idx="251">
                <c:v>29.5635051403414</c:v>
              </c:pt>
              <c:pt idx="252">
                <c:v>29.5635051403414</c:v>
              </c:pt>
              <c:pt idx="253">
                <c:v>29.5635051403414</c:v>
              </c:pt>
              <c:pt idx="254">
                <c:v>29.5635051403414</c:v>
              </c:pt>
              <c:pt idx="255">
                <c:v>29.5635051403414</c:v>
              </c:pt>
              <c:pt idx="256">
                <c:v>29.5635051403414</c:v>
              </c:pt>
              <c:pt idx="257">
                <c:v>29.5635051403414</c:v>
              </c:pt>
              <c:pt idx="258">
                <c:v>29.5635051403414</c:v>
              </c:pt>
              <c:pt idx="259">
                <c:v>29.5635051403414</c:v>
              </c:pt>
              <c:pt idx="260">
                <c:v>29.5635051403414</c:v>
              </c:pt>
              <c:pt idx="261">
                <c:v>29.5635051403414</c:v>
              </c:pt>
              <c:pt idx="262">
                <c:v>29.5635051403414</c:v>
              </c:pt>
              <c:pt idx="263">
                <c:v>29.5635051403414</c:v>
              </c:pt>
              <c:pt idx="264">
                <c:v>29.5635051403414</c:v>
              </c:pt>
              <c:pt idx="265">
                <c:v>29.5635051403414</c:v>
              </c:pt>
              <c:pt idx="266">
                <c:v>29.5635051403414</c:v>
              </c:pt>
              <c:pt idx="267">
                <c:v>29.5635051403414</c:v>
              </c:pt>
              <c:pt idx="268">
                <c:v>29.5635051403414</c:v>
              </c:pt>
              <c:pt idx="269">
                <c:v>29.5635051403414</c:v>
              </c:pt>
              <c:pt idx="270">
                <c:v>29.5635051403414</c:v>
              </c:pt>
              <c:pt idx="271">
                <c:v>29.5635051403414</c:v>
              </c:pt>
              <c:pt idx="272">
                <c:v>29.5635051403414</c:v>
              </c:pt>
              <c:pt idx="273">
                <c:v>29.5635051403414</c:v>
              </c:pt>
              <c:pt idx="274">
                <c:v>29.5635051403414</c:v>
              </c:pt>
              <c:pt idx="275">
                <c:v>29.5635051403414</c:v>
              </c:pt>
              <c:pt idx="276">
                <c:v>29.5635051403414</c:v>
              </c:pt>
              <c:pt idx="277">
                <c:v>29.5635051403414</c:v>
              </c:pt>
              <c:pt idx="278">
                <c:v>29.5635051403414</c:v>
              </c:pt>
              <c:pt idx="279">
                <c:v>29.5635051403414</c:v>
              </c:pt>
              <c:pt idx="280">
                <c:v>29.5635051403414</c:v>
              </c:pt>
              <c:pt idx="281">
                <c:v>29.5635051403414</c:v>
              </c:pt>
              <c:pt idx="282">
                <c:v>29.5635051403414</c:v>
              </c:pt>
              <c:pt idx="283">
                <c:v>29.5635051403414</c:v>
              </c:pt>
              <c:pt idx="284">
                <c:v>29.5635051403414</c:v>
              </c:pt>
              <c:pt idx="285">
                <c:v>29.5635051403414</c:v>
              </c:pt>
              <c:pt idx="286">
                <c:v>29.5635051403414</c:v>
              </c:pt>
              <c:pt idx="287">
                <c:v>29.5635051403414</c:v>
              </c:pt>
              <c:pt idx="288">
                <c:v>29.5635051403414</c:v>
              </c:pt>
              <c:pt idx="289">
                <c:v>29.5635051403414</c:v>
              </c:pt>
              <c:pt idx="290">
                <c:v>29.5635051403414</c:v>
              </c:pt>
              <c:pt idx="291">
                <c:v>29.5635051403414</c:v>
              </c:pt>
              <c:pt idx="292">
                <c:v>29.5635051403414</c:v>
              </c:pt>
              <c:pt idx="293">
                <c:v>29.5635051403414</c:v>
              </c:pt>
              <c:pt idx="294">
                <c:v>29.5635051403414</c:v>
              </c:pt>
              <c:pt idx="295">
                <c:v>29.5635051403414</c:v>
              </c:pt>
              <c:pt idx="296">
                <c:v>29.5635051403414</c:v>
              </c:pt>
              <c:pt idx="297">
                <c:v>29.5635051403414</c:v>
              </c:pt>
              <c:pt idx="298">
                <c:v>29.5635051403414</c:v>
              </c:pt>
              <c:pt idx="299">
                <c:v>29.5635051403414</c:v>
              </c:pt>
              <c:pt idx="300">
                <c:v>29.5635051403414</c:v>
              </c:pt>
              <c:pt idx="301">
                <c:v>29.5635051403414</c:v>
              </c:pt>
              <c:pt idx="302">
                <c:v>29.5635051403414</c:v>
              </c:pt>
              <c:pt idx="303">
                <c:v>29.5635051403414</c:v>
              </c:pt>
              <c:pt idx="304">
                <c:v>29.5635051403414</c:v>
              </c:pt>
              <c:pt idx="305">
                <c:v>29.5635051403414</c:v>
              </c:pt>
              <c:pt idx="306">
                <c:v>29.5635051403414</c:v>
              </c:pt>
              <c:pt idx="307">
                <c:v>29.5635051403414</c:v>
              </c:pt>
              <c:pt idx="308">
                <c:v>29.5635051403414</c:v>
              </c:pt>
              <c:pt idx="309">
                <c:v>29.5635051403414</c:v>
              </c:pt>
              <c:pt idx="310">
                <c:v>29.5635051403414</c:v>
              </c:pt>
              <c:pt idx="311">
                <c:v>29.5635051403414</c:v>
              </c:pt>
              <c:pt idx="312">
                <c:v>29.5635051403414</c:v>
              </c:pt>
              <c:pt idx="313">
                <c:v>29.5635051403414</c:v>
              </c:pt>
              <c:pt idx="314">
                <c:v>29.5635051403414</c:v>
              </c:pt>
              <c:pt idx="315">
                <c:v>29.5635051403414</c:v>
              </c:pt>
              <c:pt idx="316">
                <c:v>29.5635051403414</c:v>
              </c:pt>
              <c:pt idx="317">
                <c:v>29.5635051403414</c:v>
              </c:pt>
              <c:pt idx="318">
                <c:v>29.5635051403414</c:v>
              </c:pt>
              <c:pt idx="319">
                <c:v>29.5635051403414</c:v>
              </c:pt>
              <c:pt idx="320">
                <c:v>29.5635051403414</c:v>
              </c:pt>
              <c:pt idx="321">
                <c:v>29.5635051403414</c:v>
              </c:pt>
              <c:pt idx="322">
                <c:v>29.5635051403414</c:v>
              </c:pt>
              <c:pt idx="323">
                <c:v>29.5635051403414</c:v>
              </c:pt>
              <c:pt idx="324">
                <c:v>29.5635051403414</c:v>
              </c:pt>
              <c:pt idx="325">
                <c:v>29.5635051403414</c:v>
              </c:pt>
              <c:pt idx="326">
                <c:v>29.5635051403414</c:v>
              </c:pt>
              <c:pt idx="327">
                <c:v>29.5635051403414</c:v>
              </c:pt>
              <c:pt idx="328">
                <c:v>29.5635051403414</c:v>
              </c:pt>
              <c:pt idx="329">
                <c:v>29.5635051403414</c:v>
              </c:pt>
              <c:pt idx="330">
                <c:v>29.5635051403414</c:v>
              </c:pt>
              <c:pt idx="331">
                <c:v>29.5635051403414</c:v>
              </c:pt>
              <c:pt idx="332">
                <c:v>29.5635051403414</c:v>
              </c:pt>
              <c:pt idx="333">
                <c:v>29.5635051403414</c:v>
              </c:pt>
              <c:pt idx="334">
                <c:v>29.5635051403414</c:v>
              </c:pt>
              <c:pt idx="335">
                <c:v>29.5635051403414</c:v>
              </c:pt>
              <c:pt idx="336">
                <c:v>29.5635051403414</c:v>
              </c:pt>
              <c:pt idx="337">
                <c:v>29.5635051403414</c:v>
              </c:pt>
              <c:pt idx="338">
                <c:v>29.5635051403414</c:v>
              </c:pt>
              <c:pt idx="339">
                <c:v>29.5635051403414</c:v>
              </c:pt>
              <c:pt idx="340">
                <c:v>29.5635051403414</c:v>
              </c:pt>
              <c:pt idx="341">
                <c:v>29.5635051403414</c:v>
              </c:pt>
              <c:pt idx="342">
                <c:v>29.5635051403414</c:v>
              </c:pt>
              <c:pt idx="343">
                <c:v>29.5635051403414</c:v>
              </c:pt>
              <c:pt idx="344">
                <c:v>29.5635051403414</c:v>
              </c:pt>
              <c:pt idx="345">
                <c:v>29.5635051403414</c:v>
              </c:pt>
              <c:pt idx="346">
                <c:v>29.5635051403414</c:v>
              </c:pt>
              <c:pt idx="347">
                <c:v>29.5635051403414</c:v>
              </c:pt>
              <c:pt idx="348">
                <c:v>29.5635051403414</c:v>
              </c:pt>
              <c:pt idx="349">
                <c:v>29.5635051403414</c:v>
              </c:pt>
              <c:pt idx="350">
                <c:v>29.5635051403414</c:v>
              </c:pt>
              <c:pt idx="351">
                <c:v>29.5635051403414</c:v>
              </c:pt>
              <c:pt idx="352">
                <c:v>29.5635051403414</c:v>
              </c:pt>
              <c:pt idx="353">
                <c:v>29.5635051403414</c:v>
              </c:pt>
              <c:pt idx="354">
                <c:v>29.5635051403414</c:v>
              </c:pt>
              <c:pt idx="355">
                <c:v>29.5635051403414</c:v>
              </c:pt>
              <c:pt idx="356">
                <c:v>29.5635051403414</c:v>
              </c:pt>
              <c:pt idx="357">
                <c:v>29.5635051403414</c:v>
              </c:pt>
              <c:pt idx="358">
                <c:v>29.5635051403414</c:v>
              </c:pt>
              <c:pt idx="359">
                <c:v>29.5635051403414</c:v>
              </c:pt>
              <c:pt idx="360">
                <c:v>29.5635051403414</c:v>
              </c:pt>
              <c:pt idx="361">
                <c:v>29.5635051403414</c:v>
              </c:pt>
              <c:pt idx="362">
                <c:v>29.5635051403414</c:v>
              </c:pt>
              <c:pt idx="363">
                <c:v>29.5635051403414</c:v>
              </c:pt>
              <c:pt idx="364">
                <c:v>29.5635051403414</c:v>
              </c:pt>
              <c:pt idx="365">
                <c:v>29.5635051403414</c:v>
              </c:pt>
              <c:pt idx="366">
                <c:v>29.5635051403414</c:v>
              </c:pt>
              <c:pt idx="367">
                <c:v>29.5635051403414</c:v>
              </c:pt>
              <c:pt idx="368">
                <c:v>29.5635051403414</c:v>
              </c:pt>
              <c:pt idx="369">
                <c:v>29.5635051403414</c:v>
              </c:pt>
              <c:pt idx="370">
                <c:v>29.5635051403414</c:v>
              </c:pt>
              <c:pt idx="371">
                <c:v>29.5635051403414</c:v>
              </c:pt>
              <c:pt idx="372">
                <c:v>29.5635051403414</c:v>
              </c:pt>
              <c:pt idx="373">
                <c:v>29.5635051403414</c:v>
              </c:pt>
              <c:pt idx="374">
                <c:v>29.5635051403414</c:v>
              </c:pt>
              <c:pt idx="375">
                <c:v>29.5635051403414</c:v>
              </c:pt>
              <c:pt idx="376">
                <c:v>29.5635051403414</c:v>
              </c:pt>
              <c:pt idx="377">
                <c:v>29.5635051403414</c:v>
              </c:pt>
              <c:pt idx="378">
                <c:v>29.5635051403414</c:v>
              </c:pt>
              <c:pt idx="379">
                <c:v>29.5635051403414</c:v>
              </c:pt>
              <c:pt idx="380">
                <c:v>29.5635051403414</c:v>
              </c:pt>
              <c:pt idx="381">
                <c:v>29.5635051403414</c:v>
              </c:pt>
              <c:pt idx="382">
                <c:v>29.5635051403414</c:v>
              </c:pt>
              <c:pt idx="383">
                <c:v>29.5635051403414</c:v>
              </c:pt>
              <c:pt idx="384">
                <c:v>29.5635051403414</c:v>
              </c:pt>
              <c:pt idx="385">
                <c:v>29.5635051403414</c:v>
              </c:pt>
              <c:pt idx="386">
                <c:v>29.5635051403414</c:v>
              </c:pt>
              <c:pt idx="387">
                <c:v>29.5635051403414</c:v>
              </c:pt>
              <c:pt idx="388">
                <c:v>29.5635051403414</c:v>
              </c:pt>
              <c:pt idx="389">
                <c:v>29.5635051403414</c:v>
              </c:pt>
              <c:pt idx="390">
                <c:v>29.5635051403414</c:v>
              </c:pt>
              <c:pt idx="391">
                <c:v>29.5635051403414</c:v>
              </c:pt>
              <c:pt idx="392">
                <c:v>29.5635051403414</c:v>
              </c:pt>
              <c:pt idx="393">
                <c:v>29.5635051403414</c:v>
              </c:pt>
              <c:pt idx="394">
                <c:v>29.5635051403414</c:v>
              </c:pt>
              <c:pt idx="395">
                <c:v>29.5635051403414</c:v>
              </c:pt>
              <c:pt idx="396">
                <c:v>29.5635051403414</c:v>
              </c:pt>
              <c:pt idx="397">
                <c:v>29.5635051403414</c:v>
              </c:pt>
              <c:pt idx="398">
                <c:v>29.5635051403414</c:v>
              </c:pt>
              <c:pt idx="399">
                <c:v>29.5635051403414</c:v>
              </c:pt>
              <c:pt idx="400">
                <c:v>29.5635051403414</c:v>
              </c:pt>
              <c:pt idx="401">
                <c:v>29.5635051403414</c:v>
              </c:pt>
              <c:pt idx="402">
                <c:v>29.5635051403414</c:v>
              </c:pt>
              <c:pt idx="403">
                <c:v>29.5635051403414</c:v>
              </c:pt>
              <c:pt idx="404">
                <c:v>29.5635051403414</c:v>
              </c:pt>
              <c:pt idx="405">
                <c:v>29.5635051403414</c:v>
              </c:pt>
              <c:pt idx="406">
                <c:v>29.5635051403414</c:v>
              </c:pt>
              <c:pt idx="407">
                <c:v>29.5635051403414</c:v>
              </c:pt>
              <c:pt idx="408">
                <c:v>29.5635051403414</c:v>
              </c:pt>
              <c:pt idx="409">
                <c:v>29.5635051403414</c:v>
              </c:pt>
              <c:pt idx="410">
                <c:v>29.5635051403414</c:v>
              </c:pt>
              <c:pt idx="411">
                <c:v>29.5635051403414</c:v>
              </c:pt>
              <c:pt idx="412">
                <c:v>29.5635051403414</c:v>
              </c:pt>
              <c:pt idx="413">
                <c:v>29.5635051403414</c:v>
              </c:pt>
              <c:pt idx="414">
                <c:v>29.5635051403414</c:v>
              </c:pt>
              <c:pt idx="415">
                <c:v>29.5635051403414</c:v>
              </c:pt>
              <c:pt idx="416">
                <c:v>29.5635051403414</c:v>
              </c:pt>
              <c:pt idx="417">
                <c:v>29.5635051403414</c:v>
              </c:pt>
              <c:pt idx="418">
                <c:v>29.5635051403414</c:v>
              </c:pt>
              <c:pt idx="419">
                <c:v>29.5635051403414</c:v>
              </c:pt>
              <c:pt idx="420">
                <c:v>29.5635051403414</c:v>
              </c:pt>
              <c:pt idx="421">
                <c:v>29.5635051403414</c:v>
              </c:pt>
              <c:pt idx="422">
                <c:v>29.5635051403414</c:v>
              </c:pt>
              <c:pt idx="423">
                <c:v>29.5635051403414</c:v>
              </c:pt>
              <c:pt idx="424">
                <c:v>29.5635051403414</c:v>
              </c:pt>
              <c:pt idx="425">
                <c:v>29.5635051403414</c:v>
              </c:pt>
              <c:pt idx="426">
                <c:v>29.5635051403414</c:v>
              </c:pt>
              <c:pt idx="427">
                <c:v>29.5635051403414</c:v>
              </c:pt>
              <c:pt idx="428">
                <c:v>29.5635051403414</c:v>
              </c:pt>
              <c:pt idx="429">
                <c:v>29.5635051403414</c:v>
              </c:pt>
              <c:pt idx="430">
                <c:v>29.5635051403414</c:v>
              </c:pt>
              <c:pt idx="431">
                <c:v>29.5635051403414</c:v>
              </c:pt>
              <c:pt idx="432">
                <c:v>29.5635051403414</c:v>
              </c:pt>
              <c:pt idx="433">
                <c:v>29.5635051403414</c:v>
              </c:pt>
              <c:pt idx="434">
                <c:v>29.5635051403414</c:v>
              </c:pt>
              <c:pt idx="435">
                <c:v>29.5635051403414</c:v>
              </c:pt>
              <c:pt idx="436">
                <c:v>29.5635051403414</c:v>
              </c:pt>
              <c:pt idx="437">
                <c:v>29.5635051403414</c:v>
              </c:pt>
              <c:pt idx="438">
                <c:v>29.5635051403414</c:v>
              </c:pt>
              <c:pt idx="439">
                <c:v>29.5635051403414</c:v>
              </c:pt>
              <c:pt idx="440">
                <c:v>29.5635051403414</c:v>
              </c:pt>
              <c:pt idx="441">
                <c:v>29.5635051403414</c:v>
              </c:pt>
              <c:pt idx="442">
                <c:v>29.5635051403414</c:v>
              </c:pt>
              <c:pt idx="443">
                <c:v>29.5635051403414</c:v>
              </c:pt>
              <c:pt idx="444">
                <c:v>29.5635051403414</c:v>
              </c:pt>
              <c:pt idx="445">
                <c:v>29.5635051403414</c:v>
              </c:pt>
              <c:pt idx="446">
                <c:v>29.5635051403414</c:v>
              </c:pt>
              <c:pt idx="447">
                <c:v>29.5635051403414</c:v>
              </c:pt>
              <c:pt idx="448">
                <c:v>29.5635051403414</c:v>
              </c:pt>
              <c:pt idx="449">
                <c:v>29.5635051403414</c:v>
              </c:pt>
            </c:numLit>
          </c:xVal>
          <c:yVal>
            <c:numLit>
              <c:formatCode>0.0</c:formatCode>
              <c:ptCount val="450"/>
              <c:pt idx="0">
                <c:v>1.5840754845499974</c:v>
              </c:pt>
              <c:pt idx="1">
                <c:v>1.5840754845499974</c:v>
              </c:pt>
              <c:pt idx="2">
                <c:v>1.5840754845499974</c:v>
              </c:pt>
              <c:pt idx="3">
                <c:v>1.5840754845499974</c:v>
              </c:pt>
              <c:pt idx="4">
                <c:v>1.5840754845499974</c:v>
              </c:pt>
              <c:pt idx="5">
                <c:v>1.5840754845499974</c:v>
              </c:pt>
              <c:pt idx="6">
                <c:v>1.5840754845499974</c:v>
              </c:pt>
              <c:pt idx="7">
                <c:v>1.5840754845499974</c:v>
              </c:pt>
              <c:pt idx="8">
                <c:v>1.5840754845499974</c:v>
              </c:pt>
              <c:pt idx="9">
                <c:v>1.5840754845499974</c:v>
              </c:pt>
              <c:pt idx="10">
                <c:v>1.5840754845499974</c:v>
              </c:pt>
              <c:pt idx="11">
                <c:v>1.5840754845499974</c:v>
              </c:pt>
              <c:pt idx="12">
                <c:v>1.5840754845499974</c:v>
              </c:pt>
              <c:pt idx="13">
                <c:v>1.5840754845499974</c:v>
              </c:pt>
              <c:pt idx="14">
                <c:v>1.5840754845499974</c:v>
              </c:pt>
              <c:pt idx="15">
                <c:v>1.5840754845499974</c:v>
              </c:pt>
              <c:pt idx="16">
                <c:v>1.5840754845499974</c:v>
              </c:pt>
              <c:pt idx="17">
                <c:v>1.5840754845499974</c:v>
              </c:pt>
              <c:pt idx="18">
                <c:v>1.5840754845499974</c:v>
              </c:pt>
              <c:pt idx="19">
                <c:v>1.5840754845499974</c:v>
              </c:pt>
              <c:pt idx="20">
                <c:v>1.5840754845499974</c:v>
              </c:pt>
              <c:pt idx="21">
                <c:v>1.5840754845499974</c:v>
              </c:pt>
              <c:pt idx="22">
                <c:v>1.5840754845499974</c:v>
              </c:pt>
              <c:pt idx="23">
                <c:v>1.5840754845499974</c:v>
              </c:pt>
              <c:pt idx="24">
                <c:v>1.5840754845499974</c:v>
              </c:pt>
              <c:pt idx="25">
                <c:v>1.5840754845499974</c:v>
              </c:pt>
              <c:pt idx="26">
                <c:v>1.5840754845499974</c:v>
              </c:pt>
              <c:pt idx="27">
                <c:v>1.5840754845499974</c:v>
              </c:pt>
              <c:pt idx="28">
                <c:v>1.5840754845499974</c:v>
              </c:pt>
              <c:pt idx="29">
                <c:v>1.5840754845499974</c:v>
              </c:pt>
              <c:pt idx="30">
                <c:v>1.5840754845499974</c:v>
              </c:pt>
              <c:pt idx="31">
                <c:v>1.5840754845499974</c:v>
              </c:pt>
              <c:pt idx="32">
                <c:v>1.5840754845499974</c:v>
              </c:pt>
              <c:pt idx="33">
                <c:v>1.5840754845499974</c:v>
              </c:pt>
              <c:pt idx="34">
                <c:v>1.5840754845499974</c:v>
              </c:pt>
              <c:pt idx="35">
                <c:v>1.5840754845499974</c:v>
              </c:pt>
              <c:pt idx="36">
                <c:v>1.5840754845499974</c:v>
              </c:pt>
              <c:pt idx="37">
                <c:v>1.5840754845499974</c:v>
              </c:pt>
              <c:pt idx="38">
                <c:v>1.5840754845499974</c:v>
              </c:pt>
              <c:pt idx="39">
                <c:v>1.5840754845499974</c:v>
              </c:pt>
              <c:pt idx="40">
                <c:v>1.5840754845499974</c:v>
              </c:pt>
              <c:pt idx="41">
                <c:v>1.5840754845499974</c:v>
              </c:pt>
              <c:pt idx="42">
                <c:v>1.5840754845499974</c:v>
              </c:pt>
              <c:pt idx="43">
                <c:v>1.5840754845499974</c:v>
              </c:pt>
              <c:pt idx="44">
                <c:v>1.5840754845499974</c:v>
              </c:pt>
              <c:pt idx="45">
                <c:v>1.5840754845499974</c:v>
              </c:pt>
              <c:pt idx="46">
                <c:v>1.5840754845499974</c:v>
              </c:pt>
              <c:pt idx="47">
                <c:v>1.5840754845499974</c:v>
              </c:pt>
              <c:pt idx="48">
                <c:v>1.5840754845499974</c:v>
              </c:pt>
              <c:pt idx="49">
                <c:v>1.5840754845499974</c:v>
              </c:pt>
              <c:pt idx="50">
                <c:v>1.5840754845499974</c:v>
              </c:pt>
              <c:pt idx="51">
                <c:v>1.5840754845499974</c:v>
              </c:pt>
              <c:pt idx="52">
                <c:v>1.5840754845499974</c:v>
              </c:pt>
              <c:pt idx="53">
                <c:v>1.5840754845499974</c:v>
              </c:pt>
              <c:pt idx="54">
                <c:v>1.5840754845499974</c:v>
              </c:pt>
              <c:pt idx="55">
                <c:v>1.5840754845499974</c:v>
              </c:pt>
              <c:pt idx="56">
                <c:v>1.5840754845499974</c:v>
              </c:pt>
              <c:pt idx="57">
                <c:v>1.5840754845499974</c:v>
              </c:pt>
              <c:pt idx="58">
                <c:v>1.5840754845499974</c:v>
              </c:pt>
              <c:pt idx="59">
                <c:v>1.5840754845499974</c:v>
              </c:pt>
              <c:pt idx="60">
                <c:v>1.5840754845499974</c:v>
              </c:pt>
              <c:pt idx="61">
                <c:v>1.5840754845499974</c:v>
              </c:pt>
              <c:pt idx="62">
                <c:v>1.5840754845499974</c:v>
              </c:pt>
              <c:pt idx="63">
                <c:v>1.5840754845499974</c:v>
              </c:pt>
              <c:pt idx="64">
                <c:v>1.5840754845499974</c:v>
              </c:pt>
              <c:pt idx="65">
                <c:v>1.5840754845499974</c:v>
              </c:pt>
              <c:pt idx="66">
                <c:v>1.5840754845499974</c:v>
              </c:pt>
              <c:pt idx="67">
                <c:v>1.5840754845499974</c:v>
              </c:pt>
              <c:pt idx="68">
                <c:v>1.5840754845499974</c:v>
              </c:pt>
              <c:pt idx="69">
                <c:v>1.5840754845499974</c:v>
              </c:pt>
              <c:pt idx="70">
                <c:v>1.5840754845499974</c:v>
              </c:pt>
              <c:pt idx="71">
                <c:v>1.5840754845499974</c:v>
              </c:pt>
              <c:pt idx="72">
                <c:v>1.5840754845499974</c:v>
              </c:pt>
              <c:pt idx="73">
                <c:v>1.5840754845499974</c:v>
              </c:pt>
              <c:pt idx="74">
                <c:v>1.5840754845499974</c:v>
              </c:pt>
              <c:pt idx="75">
                <c:v>1.5840754845499974</c:v>
              </c:pt>
              <c:pt idx="76">
                <c:v>1.5840754845499974</c:v>
              </c:pt>
              <c:pt idx="77">
                <c:v>1.5840754845499974</c:v>
              </c:pt>
              <c:pt idx="78">
                <c:v>1.5840754845499974</c:v>
              </c:pt>
              <c:pt idx="79">
                <c:v>1.5840754845499974</c:v>
              </c:pt>
              <c:pt idx="80">
                <c:v>1.5840754845499974</c:v>
              </c:pt>
              <c:pt idx="81">
                <c:v>1.5840754845499974</c:v>
              </c:pt>
              <c:pt idx="82">
                <c:v>1.5840754845499974</c:v>
              </c:pt>
              <c:pt idx="83">
                <c:v>1.5840754845499974</c:v>
              </c:pt>
              <c:pt idx="84">
                <c:v>1.5840754845499974</c:v>
              </c:pt>
              <c:pt idx="85">
                <c:v>1.5840754845499974</c:v>
              </c:pt>
              <c:pt idx="86">
                <c:v>1.5840754845499974</c:v>
              </c:pt>
              <c:pt idx="87">
                <c:v>1.5840754845499974</c:v>
              </c:pt>
              <c:pt idx="88">
                <c:v>1.5840754845499974</c:v>
              </c:pt>
              <c:pt idx="89">
                <c:v>1.5840754845499974</c:v>
              </c:pt>
              <c:pt idx="90">
                <c:v>1.5840754845499974</c:v>
              </c:pt>
              <c:pt idx="91">
                <c:v>1.5840754845499974</c:v>
              </c:pt>
              <c:pt idx="92">
                <c:v>1.5840754845499974</c:v>
              </c:pt>
              <c:pt idx="93">
                <c:v>1.5840754845499974</c:v>
              </c:pt>
              <c:pt idx="94">
                <c:v>1.5840754845499974</c:v>
              </c:pt>
              <c:pt idx="95">
                <c:v>1.5840754845499974</c:v>
              </c:pt>
              <c:pt idx="96">
                <c:v>1.5840754845499974</c:v>
              </c:pt>
              <c:pt idx="97">
                <c:v>1.5840754845499974</c:v>
              </c:pt>
              <c:pt idx="98">
                <c:v>1.5840754845499974</c:v>
              </c:pt>
              <c:pt idx="99">
                <c:v>1.5840754845499974</c:v>
              </c:pt>
              <c:pt idx="100">
                <c:v>1.5840754845499974</c:v>
              </c:pt>
              <c:pt idx="101">
                <c:v>1.5840754845499974</c:v>
              </c:pt>
              <c:pt idx="102">
                <c:v>1.5840754845499974</c:v>
              </c:pt>
              <c:pt idx="103">
                <c:v>1.5840754845499974</c:v>
              </c:pt>
              <c:pt idx="104">
                <c:v>1.5840754845499974</c:v>
              </c:pt>
              <c:pt idx="105">
                <c:v>1.5840754845499974</c:v>
              </c:pt>
              <c:pt idx="106">
                <c:v>1.5840754845499974</c:v>
              </c:pt>
              <c:pt idx="107">
                <c:v>1.5840754845499974</c:v>
              </c:pt>
              <c:pt idx="108">
                <c:v>1.5840754845499974</c:v>
              </c:pt>
              <c:pt idx="109">
                <c:v>1.5840754845499974</c:v>
              </c:pt>
              <c:pt idx="110">
                <c:v>1.5840754845499974</c:v>
              </c:pt>
              <c:pt idx="111">
                <c:v>1.5840754845499974</c:v>
              </c:pt>
              <c:pt idx="112">
                <c:v>1.5840754845499974</c:v>
              </c:pt>
              <c:pt idx="113">
                <c:v>1.5840754845499974</c:v>
              </c:pt>
              <c:pt idx="114">
                <c:v>1.5840754845499974</c:v>
              </c:pt>
              <c:pt idx="115">
                <c:v>1.5840754845499974</c:v>
              </c:pt>
              <c:pt idx="116">
                <c:v>1.5840754845499974</c:v>
              </c:pt>
              <c:pt idx="117">
                <c:v>1.5840754845499974</c:v>
              </c:pt>
              <c:pt idx="118">
                <c:v>1.5840754845499974</c:v>
              </c:pt>
              <c:pt idx="119">
                <c:v>1.5840754845499974</c:v>
              </c:pt>
              <c:pt idx="120">
                <c:v>1.5840754845499974</c:v>
              </c:pt>
              <c:pt idx="121">
                <c:v>1.5840754845499974</c:v>
              </c:pt>
              <c:pt idx="122">
                <c:v>1.5840754845499974</c:v>
              </c:pt>
              <c:pt idx="123">
                <c:v>1.5840754845499974</c:v>
              </c:pt>
              <c:pt idx="124">
                <c:v>1.5840754845499974</c:v>
              </c:pt>
              <c:pt idx="125">
                <c:v>1.5840754845499974</c:v>
              </c:pt>
              <c:pt idx="126">
                <c:v>1.5840754845499974</c:v>
              </c:pt>
              <c:pt idx="127">
                <c:v>1.5840754845499974</c:v>
              </c:pt>
              <c:pt idx="128">
                <c:v>1.5840754845499974</c:v>
              </c:pt>
              <c:pt idx="129">
                <c:v>1.5840754845499974</c:v>
              </c:pt>
              <c:pt idx="130">
                <c:v>1.5840754845499974</c:v>
              </c:pt>
              <c:pt idx="131">
                <c:v>1.5840754845499974</c:v>
              </c:pt>
              <c:pt idx="132">
                <c:v>1.5840754845499974</c:v>
              </c:pt>
              <c:pt idx="133">
                <c:v>1.5840754845499974</c:v>
              </c:pt>
              <c:pt idx="134">
                <c:v>1.5840754845499974</c:v>
              </c:pt>
              <c:pt idx="135">
                <c:v>1.5840754845499974</c:v>
              </c:pt>
              <c:pt idx="136">
                <c:v>1.5840754845499974</c:v>
              </c:pt>
              <c:pt idx="137">
                <c:v>1.5840754845499974</c:v>
              </c:pt>
              <c:pt idx="138">
                <c:v>1.5840754845499974</c:v>
              </c:pt>
              <c:pt idx="139">
                <c:v>1.5840754845499974</c:v>
              </c:pt>
              <c:pt idx="140">
                <c:v>1.5840754845499974</c:v>
              </c:pt>
              <c:pt idx="141">
                <c:v>1.5840754845499974</c:v>
              </c:pt>
              <c:pt idx="142">
                <c:v>1.5840754845499974</c:v>
              </c:pt>
              <c:pt idx="143">
                <c:v>1.5840754845499974</c:v>
              </c:pt>
              <c:pt idx="144">
                <c:v>1.5840754845499974</c:v>
              </c:pt>
              <c:pt idx="145">
                <c:v>1.5840754845499974</c:v>
              </c:pt>
              <c:pt idx="146">
                <c:v>1.5840754845499974</c:v>
              </c:pt>
              <c:pt idx="147">
                <c:v>1.5840754845499974</c:v>
              </c:pt>
              <c:pt idx="148">
                <c:v>1.5840754845499974</c:v>
              </c:pt>
              <c:pt idx="149">
                <c:v>1.5840754845499974</c:v>
              </c:pt>
              <c:pt idx="150">
                <c:v>1.5840754845499974</c:v>
              </c:pt>
              <c:pt idx="151">
                <c:v>1.5840754845499974</c:v>
              </c:pt>
              <c:pt idx="152">
                <c:v>1.5840754845499974</c:v>
              </c:pt>
              <c:pt idx="153">
                <c:v>1.5840754845499974</c:v>
              </c:pt>
              <c:pt idx="154">
                <c:v>1.5840754845499974</c:v>
              </c:pt>
              <c:pt idx="155">
                <c:v>1.5840754845499974</c:v>
              </c:pt>
              <c:pt idx="156">
                <c:v>1.5840754845499974</c:v>
              </c:pt>
              <c:pt idx="157">
                <c:v>1.5840754845499974</c:v>
              </c:pt>
              <c:pt idx="158">
                <c:v>1.5840754845499974</c:v>
              </c:pt>
              <c:pt idx="159">
                <c:v>1.5840754845499974</c:v>
              </c:pt>
              <c:pt idx="160">
                <c:v>1.5840754845499974</c:v>
              </c:pt>
              <c:pt idx="161">
                <c:v>1.5840754845499974</c:v>
              </c:pt>
              <c:pt idx="162">
                <c:v>1.5840754845499974</c:v>
              </c:pt>
              <c:pt idx="163">
                <c:v>1.5840754845499974</c:v>
              </c:pt>
              <c:pt idx="164">
                <c:v>1.5840754845499974</c:v>
              </c:pt>
              <c:pt idx="165">
                <c:v>1.5840754845499974</c:v>
              </c:pt>
              <c:pt idx="166">
                <c:v>1.5840754845499974</c:v>
              </c:pt>
              <c:pt idx="167">
                <c:v>1.5840754845499974</c:v>
              </c:pt>
              <c:pt idx="168">
                <c:v>1.5840754845499974</c:v>
              </c:pt>
              <c:pt idx="169">
                <c:v>1.5840754845499974</c:v>
              </c:pt>
              <c:pt idx="170">
                <c:v>1.5840754845499974</c:v>
              </c:pt>
              <c:pt idx="171">
                <c:v>1.5840754845499974</c:v>
              </c:pt>
              <c:pt idx="172">
                <c:v>1.5840754845499974</c:v>
              </c:pt>
              <c:pt idx="173">
                <c:v>1.5840754845499974</c:v>
              </c:pt>
              <c:pt idx="174">
                <c:v>1.5840754845499974</c:v>
              </c:pt>
              <c:pt idx="175">
                <c:v>1.5840754845499974</c:v>
              </c:pt>
              <c:pt idx="176">
                <c:v>1.5840754845499974</c:v>
              </c:pt>
              <c:pt idx="177">
                <c:v>1.5840754845499974</c:v>
              </c:pt>
              <c:pt idx="178">
                <c:v>1.5840754845499974</c:v>
              </c:pt>
              <c:pt idx="179">
                <c:v>1.5840754845499974</c:v>
              </c:pt>
              <c:pt idx="180">
                <c:v>1.5840754845499974</c:v>
              </c:pt>
              <c:pt idx="181">
                <c:v>1.5840754845499974</c:v>
              </c:pt>
              <c:pt idx="182">
                <c:v>1.5840754845499974</c:v>
              </c:pt>
              <c:pt idx="183">
                <c:v>1.5840754845499974</c:v>
              </c:pt>
              <c:pt idx="184">
                <c:v>1.5840754845499974</c:v>
              </c:pt>
              <c:pt idx="185">
                <c:v>1.5840754845499974</c:v>
              </c:pt>
              <c:pt idx="186">
                <c:v>1.5840754845499974</c:v>
              </c:pt>
              <c:pt idx="187">
                <c:v>1.5840754845499974</c:v>
              </c:pt>
              <c:pt idx="188">
                <c:v>1.5840754845499974</c:v>
              </c:pt>
              <c:pt idx="189">
                <c:v>1.5840754845499974</c:v>
              </c:pt>
              <c:pt idx="190">
                <c:v>1.5840754845499974</c:v>
              </c:pt>
              <c:pt idx="191">
                <c:v>1.5840754845499974</c:v>
              </c:pt>
              <c:pt idx="192">
                <c:v>1.5840754845499974</c:v>
              </c:pt>
              <c:pt idx="193">
                <c:v>1.5840754845499974</c:v>
              </c:pt>
              <c:pt idx="194">
                <c:v>1.5840754845499974</c:v>
              </c:pt>
              <c:pt idx="195">
                <c:v>1.5840754845499974</c:v>
              </c:pt>
              <c:pt idx="196">
                <c:v>1.5840754845499974</c:v>
              </c:pt>
              <c:pt idx="197">
                <c:v>1.5840754845499974</c:v>
              </c:pt>
              <c:pt idx="198">
                <c:v>1.5840754845499974</c:v>
              </c:pt>
              <c:pt idx="199">
                <c:v>1.5840754845499974</c:v>
              </c:pt>
              <c:pt idx="200">
                <c:v>1.5840754845499974</c:v>
              </c:pt>
              <c:pt idx="201">
                <c:v>1.5840754845499974</c:v>
              </c:pt>
              <c:pt idx="202">
                <c:v>1.5840754845499974</c:v>
              </c:pt>
              <c:pt idx="203">
                <c:v>1.5840754845499974</c:v>
              </c:pt>
              <c:pt idx="204">
                <c:v>1.5840754845499974</c:v>
              </c:pt>
              <c:pt idx="205">
                <c:v>1.5840754845499974</c:v>
              </c:pt>
              <c:pt idx="206">
                <c:v>1.5840754845499974</c:v>
              </c:pt>
              <c:pt idx="207">
                <c:v>1.5840754845499974</c:v>
              </c:pt>
              <c:pt idx="208">
                <c:v>1.5840754845499974</c:v>
              </c:pt>
              <c:pt idx="209">
                <c:v>1.5840754845499974</c:v>
              </c:pt>
              <c:pt idx="210">
                <c:v>1.5840754845499974</c:v>
              </c:pt>
              <c:pt idx="211">
                <c:v>1.5840754845499974</c:v>
              </c:pt>
              <c:pt idx="212">
                <c:v>1.5840754845499974</c:v>
              </c:pt>
              <c:pt idx="213">
                <c:v>1.5840754845499974</c:v>
              </c:pt>
              <c:pt idx="214">
                <c:v>1.5840754845499974</c:v>
              </c:pt>
              <c:pt idx="215">
                <c:v>1.5840754845499974</c:v>
              </c:pt>
              <c:pt idx="216">
                <c:v>1.5840754845499974</c:v>
              </c:pt>
              <c:pt idx="217">
                <c:v>1.5840754845499974</c:v>
              </c:pt>
              <c:pt idx="218">
                <c:v>1.5840754845499974</c:v>
              </c:pt>
              <c:pt idx="219">
                <c:v>1.5840754845499974</c:v>
              </c:pt>
              <c:pt idx="220">
                <c:v>1.5840754845499974</c:v>
              </c:pt>
              <c:pt idx="221">
                <c:v>1.5840754845499974</c:v>
              </c:pt>
              <c:pt idx="222">
                <c:v>1.5840754845499974</c:v>
              </c:pt>
              <c:pt idx="223">
                <c:v>1.5840754845499974</c:v>
              </c:pt>
              <c:pt idx="224">
                <c:v>1.5840754845499974</c:v>
              </c:pt>
              <c:pt idx="225">
                <c:v>1.5840754845499974</c:v>
              </c:pt>
              <c:pt idx="226">
                <c:v>1.5840754845499974</c:v>
              </c:pt>
              <c:pt idx="227">
                <c:v>1.5840754845499974</c:v>
              </c:pt>
              <c:pt idx="228">
                <c:v>1.5840754845499974</c:v>
              </c:pt>
              <c:pt idx="229">
                <c:v>1.5840754845499974</c:v>
              </c:pt>
              <c:pt idx="230">
                <c:v>1.5840754845499974</c:v>
              </c:pt>
              <c:pt idx="231">
                <c:v>1.5840754845499974</c:v>
              </c:pt>
              <c:pt idx="232">
                <c:v>1.5840754845499974</c:v>
              </c:pt>
              <c:pt idx="233">
                <c:v>1.5840754845499974</c:v>
              </c:pt>
              <c:pt idx="234">
                <c:v>1.5840754845499974</c:v>
              </c:pt>
              <c:pt idx="235">
                <c:v>1.5840754845499974</c:v>
              </c:pt>
              <c:pt idx="236">
                <c:v>1.5840754845499974</c:v>
              </c:pt>
              <c:pt idx="237">
                <c:v>1.5840754845499974</c:v>
              </c:pt>
              <c:pt idx="238">
                <c:v>1.5840754845499974</c:v>
              </c:pt>
              <c:pt idx="239">
                <c:v>1.5840754845499974</c:v>
              </c:pt>
              <c:pt idx="240">
                <c:v>1.5840754845499974</c:v>
              </c:pt>
              <c:pt idx="241">
                <c:v>1.5840754845499974</c:v>
              </c:pt>
              <c:pt idx="242">
                <c:v>1.5840754845499974</c:v>
              </c:pt>
              <c:pt idx="243">
                <c:v>1.5840754845499974</c:v>
              </c:pt>
              <c:pt idx="244">
                <c:v>1.5840754845499974</c:v>
              </c:pt>
              <c:pt idx="245">
                <c:v>1.5840754845499974</c:v>
              </c:pt>
              <c:pt idx="246">
                <c:v>1.5840754845499974</c:v>
              </c:pt>
              <c:pt idx="247">
                <c:v>1.5840754845499974</c:v>
              </c:pt>
              <c:pt idx="248">
                <c:v>1.5840754845499974</c:v>
              </c:pt>
              <c:pt idx="249">
                <c:v>1.5840754845499974</c:v>
              </c:pt>
              <c:pt idx="250">
                <c:v>1.5840754845499974</c:v>
              </c:pt>
              <c:pt idx="251">
                <c:v>1.5840754845499974</c:v>
              </c:pt>
              <c:pt idx="252">
                <c:v>1.5840754845499974</c:v>
              </c:pt>
              <c:pt idx="253">
                <c:v>1.5840754845499974</c:v>
              </c:pt>
              <c:pt idx="254">
                <c:v>1.5840754845499974</c:v>
              </c:pt>
              <c:pt idx="255">
                <c:v>1.5840754845499974</c:v>
              </c:pt>
              <c:pt idx="256">
                <c:v>1.5840754845499974</c:v>
              </c:pt>
              <c:pt idx="257">
                <c:v>1.5840754845499974</c:v>
              </c:pt>
              <c:pt idx="258">
                <c:v>1.5840754845499974</c:v>
              </c:pt>
              <c:pt idx="259">
                <c:v>1.5840754845499974</c:v>
              </c:pt>
              <c:pt idx="260">
                <c:v>1.5840754845499974</c:v>
              </c:pt>
              <c:pt idx="261">
                <c:v>1.5840754845499974</c:v>
              </c:pt>
              <c:pt idx="262">
                <c:v>1.5840754845499974</c:v>
              </c:pt>
              <c:pt idx="263">
                <c:v>1.5840754845499974</c:v>
              </c:pt>
              <c:pt idx="264">
                <c:v>1.5840754845499974</c:v>
              </c:pt>
              <c:pt idx="265">
                <c:v>1.5840754845499974</c:v>
              </c:pt>
              <c:pt idx="266">
                <c:v>1.5840754845499974</c:v>
              </c:pt>
              <c:pt idx="267">
                <c:v>1.5840754845499974</c:v>
              </c:pt>
              <c:pt idx="268">
                <c:v>1.5840754845499974</c:v>
              </c:pt>
              <c:pt idx="269">
                <c:v>1.5840754845499974</c:v>
              </c:pt>
              <c:pt idx="270">
                <c:v>1.5840754845499974</c:v>
              </c:pt>
              <c:pt idx="271">
                <c:v>1.5840754845499974</c:v>
              </c:pt>
              <c:pt idx="272">
                <c:v>1.5840754845499974</c:v>
              </c:pt>
              <c:pt idx="273">
                <c:v>1.5840754845499974</c:v>
              </c:pt>
              <c:pt idx="274">
                <c:v>1.5840754845499974</c:v>
              </c:pt>
              <c:pt idx="275">
                <c:v>1.5840754845499974</c:v>
              </c:pt>
              <c:pt idx="276">
                <c:v>1.5840754845499974</c:v>
              </c:pt>
              <c:pt idx="277">
                <c:v>1.5840754845499974</c:v>
              </c:pt>
              <c:pt idx="278">
                <c:v>1.5840754845499974</c:v>
              </c:pt>
              <c:pt idx="279">
                <c:v>1.5840754845499974</c:v>
              </c:pt>
              <c:pt idx="280">
                <c:v>1.5840754845499974</c:v>
              </c:pt>
              <c:pt idx="281">
                <c:v>1.5840754845499974</c:v>
              </c:pt>
              <c:pt idx="282">
                <c:v>1.5840754845499974</c:v>
              </c:pt>
              <c:pt idx="283">
                <c:v>1.5840754845499974</c:v>
              </c:pt>
              <c:pt idx="284">
                <c:v>1.5840754845499974</c:v>
              </c:pt>
              <c:pt idx="285">
                <c:v>1.5840754845499974</c:v>
              </c:pt>
              <c:pt idx="286">
                <c:v>1.5840754845499974</c:v>
              </c:pt>
              <c:pt idx="287">
                <c:v>1.5840754845499974</c:v>
              </c:pt>
              <c:pt idx="288">
                <c:v>1.5840754845499974</c:v>
              </c:pt>
              <c:pt idx="289">
                <c:v>1.5840754845499974</c:v>
              </c:pt>
              <c:pt idx="290">
                <c:v>1.5840754845499974</c:v>
              </c:pt>
              <c:pt idx="291">
                <c:v>1.5840754845499974</c:v>
              </c:pt>
              <c:pt idx="292">
                <c:v>1.5840754845499974</c:v>
              </c:pt>
              <c:pt idx="293">
                <c:v>1.5840754845499974</c:v>
              </c:pt>
              <c:pt idx="294">
                <c:v>1.5840754845499974</c:v>
              </c:pt>
              <c:pt idx="295">
                <c:v>1.5840754845499974</c:v>
              </c:pt>
              <c:pt idx="296">
                <c:v>1.5840754845499974</c:v>
              </c:pt>
              <c:pt idx="297">
                <c:v>1.5840754845499974</c:v>
              </c:pt>
              <c:pt idx="298">
                <c:v>1.5840754845499974</c:v>
              </c:pt>
              <c:pt idx="299">
                <c:v>1.5840754845499974</c:v>
              </c:pt>
              <c:pt idx="300">
                <c:v>1.5840754845499974</c:v>
              </c:pt>
              <c:pt idx="301">
                <c:v>1.5840754845499974</c:v>
              </c:pt>
              <c:pt idx="302">
                <c:v>1.5840754845499974</c:v>
              </c:pt>
              <c:pt idx="303">
                <c:v>1.5840754845499974</c:v>
              </c:pt>
              <c:pt idx="304">
                <c:v>1.5840754845499974</c:v>
              </c:pt>
              <c:pt idx="305">
                <c:v>1.5840754845499974</c:v>
              </c:pt>
              <c:pt idx="306">
                <c:v>1.5840754845499974</c:v>
              </c:pt>
              <c:pt idx="307">
                <c:v>1.5840754845499974</c:v>
              </c:pt>
              <c:pt idx="308">
                <c:v>1.5840754845499974</c:v>
              </c:pt>
              <c:pt idx="309">
                <c:v>1.5840754845499974</c:v>
              </c:pt>
              <c:pt idx="310">
                <c:v>1.5840754845499974</c:v>
              </c:pt>
              <c:pt idx="311">
                <c:v>1.5840754845499974</c:v>
              </c:pt>
              <c:pt idx="312">
                <c:v>1.5840754845499974</c:v>
              </c:pt>
              <c:pt idx="313">
                <c:v>1.5840754845499974</c:v>
              </c:pt>
              <c:pt idx="314">
                <c:v>1.5840754845499974</c:v>
              </c:pt>
              <c:pt idx="315">
                <c:v>1.5840754845499974</c:v>
              </c:pt>
              <c:pt idx="316">
                <c:v>1.5840754845499974</c:v>
              </c:pt>
              <c:pt idx="317">
                <c:v>1.5840754845499974</c:v>
              </c:pt>
              <c:pt idx="318">
                <c:v>1.5840754845499974</c:v>
              </c:pt>
              <c:pt idx="319">
                <c:v>1.5840754845499974</c:v>
              </c:pt>
              <c:pt idx="320">
                <c:v>1.5840754845499974</c:v>
              </c:pt>
              <c:pt idx="321">
                <c:v>1.5840754845499974</c:v>
              </c:pt>
              <c:pt idx="322">
                <c:v>1.5840754845499974</c:v>
              </c:pt>
              <c:pt idx="323">
                <c:v>1.5840754845499974</c:v>
              </c:pt>
              <c:pt idx="324">
                <c:v>1.5840754845499974</c:v>
              </c:pt>
              <c:pt idx="325">
                <c:v>1.5840754845499974</c:v>
              </c:pt>
              <c:pt idx="326">
                <c:v>1.5840754845499974</c:v>
              </c:pt>
              <c:pt idx="327">
                <c:v>1.5840754845499974</c:v>
              </c:pt>
              <c:pt idx="328">
                <c:v>1.5840754845499974</c:v>
              </c:pt>
              <c:pt idx="329">
                <c:v>1.5840754845499974</c:v>
              </c:pt>
              <c:pt idx="330">
                <c:v>1.5840754845499974</c:v>
              </c:pt>
              <c:pt idx="331">
                <c:v>1.5840754845499974</c:v>
              </c:pt>
              <c:pt idx="332">
                <c:v>1.5840754845499974</c:v>
              </c:pt>
              <c:pt idx="333">
                <c:v>1.5840754845499974</c:v>
              </c:pt>
              <c:pt idx="334">
                <c:v>1.5840754845499974</c:v>
              </c:pt>
              <c:pt idx="335">
                <c:v>1.5840754845499974</c:v>
              </c:pt>
              <c:pt idx="336">
                <c:v>1.5840754845499974</c:v>
              </c:pt>
              <c:pt idx="337">
                <c:v>1.5840754845499974</c:v>
              </c:pt>
              <c:pt idx="338">
                <c:v>1.5840754845499974</c:v>
              </c:pt>
              <c:pt idx="339">
                <c:v>1.5840754845499974</c:v>
              </c:pt>
              <c:pt idx="340">
                <c:v>1.5840754845499974</c:v>
              </c:pt>
              <c:pt idx="341">
                <c:v>1.5840754845499974</c:v>
              </c:pt>
              <c:pt idx="342">
                <c:v>1.5840754845499974</c:v>
              </c:pt>
              <c:pt idx="343">
                <c:v>1.5840754845499974</c:v>
              </c:pt>
              <c:pt idx="344">
                <c:v>1.5840754845499974</c:v>
              </c:pt>
              <c:pt idx="345">
                <c:v>1.5840754845499974</c:v>
              </c:pt>
              <c:pt idx="346">
                <c:v>1.5840754845499974</c:v>
              </c:pt>
              <c:pt idx="347">
                <c:v>1.5840754845499974</c:v>
              </c:pt>
              <c:pt idx="348">
                <c:v>1.5840754845499974</c:v>
              </c:pt>
              <c:pt idx="349">
                <c:v>1.5840754845499974</c:v>
              </c:pt>
              <c:pt idx="350">
                <c:v>1.5840754845499974</c:v>
              </c:pt>
              <c:pt idx="351">
                <c:v>1.5840754845499974</c:v>
              </c:pt>
              <c:pt idx="352">
                <c:v>1.5840754845499974</c:v>
              </c:pt>
              <c:pt idx="353">
                <c:v>1.5840754845499974</c:v>
              </c:pt>
              <c:pt idx="354">
                <c:v>1.5840754845499974</c:v>
              </c:pt>
              <c:pt idx="355">
                <c:v>1.5840754845499974</c:v>
              </c:pt>
              <c:pt idx="356">
                <c:v>1.5840754845499974</c:v>
              </c:pt>
              <c:pt idx="357">
                <c:v>1.5840754845499974</c:v>
              </c:pt>
              <c:pt idx="358">
                <c:v>1.5840754845499974</c:v>
              </c:pt>
              <c:pt idx="359">
                <c:v>1.5840754845499974</c:v>
              </c:pt>
              <c:pt idx="360">
                <c:v>1.5840754845499974</c:v>
              </c:pt>
              <c:pt idx="361">
                <c:v>1.5840754845499974</c:v>
              </c:pt>
              <c:pt idx="362">
                <c:v>1.5840754845499974</c:v>
              </c:pt>
              <c:pt idx="363">
                <c:v>1.5840754845499974</c:v>
              </c:pt>
              <c:pt idx="364">
                <c:v>1.5840754845499974</c:v>
              </c:pt>
              <c:pt idx="365">
                <c:v>1.5840754845499974</c:v>
              </c:pt>
              <c:pt idx="366">
                <c:v>1.5840754845499974</c:v>
              </c:pt>
              <c:pt idx="367">
                <c:v>1.5840754845499974</c:v>
              </c:pt>
              <c:pt idx="368">
                <c:v>1.5840754845499974</c:v>
              </c:pt>
              <c:pt idx="369">
                <c:v>1.5840754845499974</c:v>
              </c:pt>
              <c:pt idx="370">
                <c:v>1.5840754845499974</c:v>
              </c:pt>
              <c:pt idx="371">
                <c:v>1.5840754845499974</c:v>
              </c:pt>
              <c:pt idx="372">
                <c:v>1.5840754845499974</c:v>
              </c:pt>
              <c:pt idx="373">
                <c:v>1.5840754845499974</c:v>
              </c:pt>
              <c:pt idx="374">
                <c:v>1.5840754845499974</c:v>
              </c:pt>
              <c:pt idx="375">
                <c:v>1.5840754845499974</c:v>
              </c:pt>
              <c:pt idx="376">
                <c:v>1.5840754845499974</c:v>
              </c:pt>
              <c:pt idx="377">
                <c:v>1.5840754845499974</c:v>
              </c:pt>
              <c:pt idx="378">
                <c:v>1.5840754845499974</c:v>
              </c:pt>
              <c:pt idx="379">
                <c:v>1.5840754845499974</c:v>
              </c:pt>
              <c:pt idx="380">
                <c:v>1.5840754845499974</c:v>
              </c:pt>
              <c:pt idx="381">
                <c:v>1.5840754845499974</c:v>
              </c:pt>
              <c:pt idx="382">
                <c:v>1.5840754845499974</c:v>
              </c:pt>
              <c:pt idx="383">
                <c:v>1.5840754845499974</c:v>
              </c:pt>
              <c:pt idx="384">
                <c:v>1.5840754845499974</c:v>
              </c:pt>
              <c:pt idx="385">
                <c:v>1.5840754845499974</c:v>
              </c:pt>
              <c:pt idx="386">
                <c:v>1.5840754845499974</c:v>
              </c:pt>
              <c:pt idx="387">
                <c:v>1.5840754845499974</c:v>
              </c:pt>
              <c:pt idx="388">
                <c:v>1.5840754845499974</c:v>
              </c:pt>
              <c:pt idx="389">
                <c:v>1.5840754845499974</c:v>
              </c:pt>
              <c:pt idx="390">
                <c:v>1.5840754845499974</c:v>
              </c:pt>
              <c:pt idx="391">
                <c:v>1.5840754845499974</c:v>
              </c:pt>
              <c:pt idx="392">
                <c:v>1.5840754845499974</c:v>
              </c:pt>
              <c:pt idx="393">
                <c:v>1.5840754845499974</c:v>
              </c:pt>
              <c:pt idx="394">
                <c:v>1.5840754845499974</c:v>
              </c:pt>
              <c:pt idx="395">
                <c:v>1.5840754845499974</c:v>
              </c:pt>
              <c:pt idx="396">
                <c:v>1.5840754845499974</c:v>
              </c:pt>
              <c:pt idx="397">
                <c:v>1.5840754845499974</c:v>
              </c:pt>
              <c:pt idx="398">
                <c:v>1.5840754845499974</c:v>
              </c:pt>
              <c:pt idx="399">
                <c:v>1.5840754845499974</c:v>
              </c:pt>
              <c:pt idx="400">
                <c:v>1.5840754845499974</c:v>
              </c:pt>
              <c:pt idx="401">
                <c:v>1.5840754845499974</c:v>
              </c:pt>
              <c:pt idx="402">
                <c:v>1.5840754845499974</c:v>
              </c:pt>
              <c:pt idx="403">
                <c:v>1.5840754845499974</c:v>
              </c:pt>
              <c:pt idx="404">
                <c:v>1.5840754845499974</c:v>
              </c:pt>
              <c:pt idx="405">
                <c:v>1.5840754845499974</c:v>
              </c:pt>
              <c:pt idx="406">
                <c:v>1.5840754845499974</c:v>
              </c:pt>
              <c:pt idx="407">
                <c:v>1.5840754845499974</c:v>
              </c:pt>
              <c:pt idx="408">
                <c:v>1.5840754845499974</c:v>
              </c:pt>
              <c:pt idx="409">
                <c:v>1.5840754845499974</c:v>
              </c:pt>
              <c:pt idx="410">
                <c:v>1.5840754845499974</c:v>
              </c:pt>
              <c:pt idx="411">
                <c:v>1.5840754845499974</c:v>
              </c:pt>
              <c:pt idx="412">
                <c:v>1.5840754845499974</c:v>
              </c:pt>
              <c:pt idx="413">
                <c:v>1.5840754845499974</c:v>
              </c:pt>
              <c:pt idx="414">
                <c:v>1.5840754845499974</c:v>
              </c:pt>
              <c:pt idx="415">
                <c:v>1.5840754845499974</c:v>
              </c:pt>
              <c:pt idx="416">
                <c:v>1.5840754845499974</c:v>
              </c:pt>
              <c:pt idx="417">
                <c:v>1.5840754845499974</c:v>
              </c:pt>
              <c:pt idx="418">
                <c:v>1.5840754845499974</c:v>
              </c:pt>
              <c:pt idx="419">
                <c:v>1.5840754845499974</c:v>
              </c:pt>
              <c:pt idx="420">
                <c:v>1.5840754845499974</c:v>
              </c:pt>
              <c:pt idx="421">
                <c:v>1.5840754845499974</c:v>
              </c:pt>
              <c:pt idx="422">
                <c:v>1.5840754845499974</c:v>
              </c:pt>
              <c:pt idx="423">
                <c:v>1.5840754845499974</c:v>
              </c:pt>
              <c:pt idx="424">
                <c:v>1.5840754845499974</c:v>
              </c:pt>
              <c:pt idx="425">
                <c:v>1.5840754845499974</c:v>
              </c:pt>
              <c:pt idx="426">
                <c:v>1.5840754845499974</c:v>
              </c:pt>
              <c:pt idx="427">
                <c:v>1.5840754845499974</c:v>
              </c:pt>
              <c:pt idx="428">
                <c:v>1.5840754845499974</c:v>
              </c:pt>
              <c:pt idx="429">
                <c:v>1.5840754845499974</c:v>
              </c:pt>
              <c:pt idx="430">
                <c:v>1.5840754845499974</c:v>
              </c:pt>
              <c:pt idx="431">
                <c:v>1.5840754845499974</c:v>
              </c:pt>
              <c:pt idx="432">
                <c:v>1.5840754845499974</c:v>
              </c:pt>
              <c:pt idx="433">
                <c:v>1.5840754845499974</c:v>
              </c:pt>
              <c:pt idx="434">
                <c:v>1.5840754845499974</c:v>
              </c:pt>
              <c:pt idx="435">
                <c:v>1.5840754845499974</c:v>
              </c:pt>
              <c:pt idx="436">
                <c:v>1.5840754845499974</c:v>
              </c:pt>
              <c:pt idx="437">
                <c:v>1.5840754845499974</c:v>
              </c:pt>
              <c:pt idx="438">
                <c:v>1.5840754845499974</c:v>
              </c:pt>
              <c:pt idx="439">
                <c:v>1.5840754845499974</c:v>
              </c:pt>
              <c:pt idx="440">
                <c:v>1.5840754845499974</c:v>
              </c:pt>
              <c:pt idx="441">
                <c:v>1.5840754845499974</c:v>
              </c:pt>
              <c:pt idx="442">
                <c:v>1.5840754845499974</c:v>
              </c:pt>
              <c:pt idx="443">
                <c:v>1.5840754845499974</c:v>
              </c:pt>
              <c:pt idx="444">
                <c:v>1.5840754845499974</c:v>
              </c:pt>
              <c:pt idx="445">
                <c:v>1.5840754845499974</c:v>
              </c:pt>
              <c:pt idx="446">
                <c:v>1.5840754845499974</c:v>
              </c:pt>
              <c:pt idx="447">
                <c:v>1.5840754845499974</c:v>
              </c:pt>
              <c:pt idx="448">
                <c:v>1.5840754845499974</c:v>
              </c:pt>
              <c:pt idx="449">
                <c:v>1.5840754845499974</c:v>
              </c:pt>
            </c:numLit>
          </c:yVal>
          <c:smooth val="0"/>
        </c:ser>
        <c:ser>
          <c:idx val="5"/>
          <c:order val="5"/>
          <c:tx>
            <c:v>Same-order filling improvement</c:v>
          </c:tx>
          <c:spPr>
            <a:noFill xmlns:a="http://schemas.openxmlformats.org/drawingml/2006/main"/>
            <a:ln xmlns:a="http://schemas.openxmlformats.org/drawingml/2006/main" w="7620">
              <a:solidFill>
                <a:srgbClr val="009E73"/>
              </a:solidFill>
              <a:prstDash val="solid"/>
            </a:ln>
          </c:spPr>
          <c:marker>
            <c:symbol val="none"/>
            <c:size val="7"/>
            <c:spPr>
              <a:solidFill xmlns:a="http://schemas.openxmlformats.org/drawingml/2006/main">
                <a:srgbClr val="009E73"/>
              </a:solidFill>
            </c:spPr>
          </c:marker>
          <c:xVal>
            <c:numLit>
              <c:formatCode>General</c:formatCode>
              <c:ptCount val="450"/>
              <c:pt idx="0">
                <c:v>58.65915627305822</c:v>
              </c:pt>
              <c:pt idx="1">
                <c:v>64.50258360710379</c:v>
              </c:pt>
              <c:pt idx="2">
                <c:v>64.50258360710379</c:v>
              </c:pt>
              <c:pt idx="3">
                <c:v>64.50258360710379</c:v>
              </c:pt>
              <c:pt idx="4">
                <c:v>64.50258360710379</c:v>
              </c:pt>
              <c:pt idx="5">
                <c:v>64.50258360710379</c:v>
              </c:pt>
              <c:pt idx="6">
                <c:v>64.50258360710379</c:v>
              </c:pt>
              <c:pt idx="7">
                <c:v>64.50258360710379</c:v>
              </c:pt>
              <c:pt idx="8">
                <c:v>64.50258360710379</c:v>
              </c:pt>
              <c:pt idx="9">
                <c:v>64.50258360710379</c:v>
              </c:pt>
              <c:pt idx="10">
                <c:v>64.50258360710379</c:v>
              </c:pt>
              <c:pt idx="11">
                <c:v>64.50258360710379</c:v>
              </c:pt>
              <c:pt idx="12">
                <c:v>64.50258360710379</c:v>
              </c:pt>
              <c:pt idx="13">
                <c:v>64.50258360710379</c:v>
              </c:pt>
              <c:pt idx="14">
                <c:v>64.50258360710379</c:v>
              </c:pt>
              <c:pt idx="15">
                <c:v>64.50258360710379</c:v>
              </c:pt>
              <c:pt idx="16">
                <c:v>64.50258360710379</c:v>
              </c:pt>
              <c:pt idx="17">
                <c:v>64.50258360710379</c:v>
              </c:pt>
              <c:pt idx="18">
                <c:v>64.50258360710379</c:v>
              </c:pt>
              <c:pt idx="19">
                <c:v>64.50258360710379</c:v>
              </c:pt>
              <c:pt idx="20">
                <c:v>64.50258360710379</c:v>
              </c:pt>
              <c:pt idx="21">
                <c:v>64.50258360710379</c:v>
              </c:pt>
              <c:pt idx="22">
                <c:v>64.50258360710379</c:v>
              </c:pt>
              <c:pt idx="23">
                <c:v>64.50258360710379</c:v>
              </c:pt>
              <c:pt idx="24">
                <c:v>64.50258360710379</c:v>
              </c:pt>
              <c:pt idx="25">
                <c:v>64.50258360710379</c:v>
              </c:pt>
              <c:pt idx="26">
                <c:v>64.50258360710379</c:v>
              </c:pt>
              <c:pt idx="27">
                <c:v>64.50258360710379</c:v>
              </c:pt>
              <c:pt idx="28">
                <c:v>64.50258360710379</c:v>
              </c:pt>
              <c:pt idx="29">
                <c:v>64.50258360710379</c:v>
              </c:pt>
              <c:pt idx="30">
                <c:v>64.50258360710379</c:v>
              </c:pt>
              <c:pt idx="31">
                <c:v>64.50258360710379</c:v>
              </c:pt>
              <c:pt idx="32">
                <c:v>64.50258360710379</c:v>
              </c:pt>
              <c:pt idx="33">
                <c:v>64.50258360710379</c:v>
              </c:pt>
              <c:pt idx="34">
                <c:v>64.50258360710379</c:v>
              </c:pt>
              <c:pt idx="35">
                <c:v>64.50258360710379</c:v>
              </c:pt>
              <c:pt idx="36">
                <c:v>64.50258360710379</c:v>
              </c:pt>
              <c:pt idx="37">
                <c:v>64.50258360710379</c:v>
              </c:pt>
              <c:pt idx="38">
                <c:v>64.50258360710379</c:v>
              </c:pt>
              <c:pt idx="39">
                <c:v>64.50258360710379</c:v>
              </c:pt>
              <c:pt idx="40">
                <c:v>64.50258360710379</c:v>
              </c:pt>
              <c:pt idx="41">
                <c:v>64.50258360710379</c:v>
              </c:pt>
              <c:pt idx="42">
                <c:v>64.50258360710379</c:v>
              </c:pt>
              <c:pt idx="43">
                <c:v>64.50258360710379</c:v>
              </c:pt>
              <c:pt idx="44">
                <c:v>64.50258360710379</c:v>
              </c:pt>
              <c:pt idx="45">
                <c:v>64.50258360710379</c:v>
              </c:pt>
              <c:pt idx="46">
                <c:v>64.50258360710379</c:v>
              </c:pt>
              <c:pt idx="47">
                <c:v>64.50258360710379</c:v>
              </c:pt>
              <c:pt idx="48">
                <c:v>64.50258360710379</c:v>
              </c:pt>
              <c:pt idx="49">
                <c:v>64.50258360710379</c:v>
              </c:pt>
              <c:pt idx="50">
                <c:v>64.50258360710379</c:v>
              </c:pt>
              <c:pt idx="51">
                <c:v>64.50258360710379</c:v>
              </c:pt>
              <c:pt idx="52">
                <c:v>64.50258360710379</c:v>
              </c:pt>
              <c:pt idx="53">
                <c:v>64.50258360710379</c:v>
              </c:pt>
              <c:pt idx="54">
                <c:v>64.50258360710379</c:v>
              </c:pt>
              <c:pt idx="55">
                <c:v>64.50258360710379</c:v>
              </c:pt>
              <c:pt idx="56">
                <c:v>64.50258360710379</c:v>
              </c:pt>
              <c:pt idx="57">
                <c:v>64.50258360710379</c:v>
              </c:pt>
              <c:pt idx="58">
                <c:v>64.50258360710379</c:v>
              </c:pt>
              <c:pt idx="59">
                <c:v>64.50258360710379</c:v>
              </c:pt>
              <c:pt idx="60">
                <c:v>64.50258360710379</c:v>
              </c:pt>
              <c:pt idx="61">
                <c:v>64.50258360710379</c:v>
              </c:pt>
              <c:pt idx="62">
                <c:v>64.50258360710379</c:v>
              </c:pt>
              <c:pt idx="63">
                <c:v>64.50258360710379</c:v>
              </c:pt>
              <c:pt idx="64">
                <c:v>64.50258360710379</c:v>
              </c:pt>
              <c:pt idx="65">
                <c:v>64.50258360710379</c:v>
              </c:pt>
              <c:pt idx="66">
                <c:v>64.50258360710379</c:v>
              </c:pt>
              <c:pt idx="67">
                <c:v>64.50258360710379</c:v>
              </c:pt>
              <c:pt idx="68">
                <c:v>64.50258360710379</c:v>
              </c:pt>
              <c:pt idx="69">
                <c:v>64.50258360710379</c:v>
              </c:pt>
              <c:pt idx="70">
                <c:v>64.50258360710379</c:v>
              </c:pt>
              <c:pt idx="71">
                <c:v>64.50258360710379</c:v>
              </c:pt>
              <c:pt idx="72">
                <c:v>64.50258360710379</c:v>
              </c:pt>
              <c:pt idx="73">
                <c:v>64.50258360710379</c:v>
              </c:pt>
              <c:pt idx="74">
                <c:v>64.50258360710379</c:v>
              </c:pt>
              <c:pt idx="75">
                <c:v>64.50258360710379</c:v>
              </c:pt>
              <c:pt idx="76">
                <c:v>64.50258360710379</c:v>
              </c:pt>
              <c:pt idx="77">
                <c:v>64.50258360710379</c:v>
              </c:pt>
              <c:pt idx="78">
                <c:v>64.50258360710379</c:v>
              </c:pt>
              <c:pt idx="79">
                <c:v>64.50258360710379</c:v>
              </c:pt>
              <c:pt idx="80">
                <c:v>64.50258360710379</c:v>
              </c:pt>
              <c:pt idx="81">
                <c:v>64.50258360710379</c:v>
              </c:pt>
              <c:pt idx="82">
                <c:v>64.50258360710379</c:v>
              </c:pt>
              <c:pt idx="83">
                <c:v>64.50258360710379</c:v>
              </c:pt>
              <c:pt idx="84">
                <c:v>64.50258360710379</c:v>
              </c:pt>
              <c:pt idx="85">
                <c:v>64.50258360710379</c:v>
              </c:pt>
              <c:pt idx="86">
                <c:v>64.50258360710379</c:v>
              </c:pt>
              <c:pt idx="87">
                <c:v>64.50258360710379</c:v>
              </c:pt>
              <c:pt idx="88">
                <c:v>64.50258360710379</c:v>
              </c:pt>
              <c:pt idx="89">
                <c:v>64.50258360710379</c:v>
              </c:pt>
              <c:pt idx="90">
                <c:v>64.50258360710379</c:v>
              </c:pt>
              <c:pt idx="91">
                <c:v>64.50258360710379</c:v>
              </c:pt>
              <c:pt idx="92">
                <c:v>64.50258360710379</c:v>
              </c:pt>
              <c:pt idx="93">
                <c:v>64.50258360710379</c:v>
              </c:pt>
              <c:pt idx="94">
                <c:v>64.50258360710379</c:v>
              </c:pt>
              <c:pt idx="95">
                <c:v>64.50258360710379</c:v>
              </c:pt>
              <c:pt idx="96">
                <c:v>64.50258360710379</c:v>
              </c:pt>
              <c:pt idx="97">
                <c:v>64.50258360710379</c:v>
              </c:pt>
              <c:pt idx="98">
                <c:v>64.50258360710379</c:v>
              </c:pt>
              <c:pt idx="99">
                <c:v>64.50258360710379</c:v>
              </c:pt>
              <c:pt idx="100">
                <c:v>64.50258360710379</c:v>
              </c:pt>
              <c:pt idx="101">
                <c:v>64.50258360710379</c:v>
              </c:pt>
              <c:pt idx="102">
                <c:v>64.50258360710379</c:v>
              </c:pt>
              <c:pt idx="103">
                <c:v>64.50258360710379</c:v>
              </c:pt>
              <c:pt idx="104">
                <c:v>64.50258360710379</c:v>
              </c:pt>
              <c:pt idx="105">
                <c:v>64.50258360710379</c:v>
              </c:pt>
              <c:pt idx="106">
                <c:v>64.50258360710379</c:v>
              </c:pt>
              <c:pt idx="107">
                <c:v>64.50258360710379</c:v>
              </c:pt>
              <c:pt idx="108">
                <c:v>64.50258360710379</c:v>
              </c:pt>
              <c:pt idx="109">
                <c:v>64.50258360710379</c:v>
              </c:pt>
              <c:pt idx="110">
                <c:v>64.50258360710379</c:v>
              </c:pt>
              <c:pt idx="111">
                <c:v>64.50258360710379</c:v>
              </c:pt>
              <c:pt idx="112">
                <c:v>64.50258360710379</c:v>
              </c:pt>
              <c:pt idx="113">
                <c:v>64.50258360710379</c:v>
              </c:pt>
              <c:pt idx="114">
                <c:v>64.50258360710379</c:v>
              </c:pt>
              <c:pt idx="115">
                <c:v>64.50258360710379</c:v>
              </c:pt>
              <c:pt idx="116">
                <c:v>64.50258360710379</c:v>
              </c:pt>
              <c:pt idx="117">
                <c:v>64.50258360710379</c:v>
              </c:pt>
              <c:pt idx="118">
                <c:v>64.50258360710379</c:v>
              </c:pt>
              <c:pt idx="119">
                <c:v>64.50258360710379</c:v>
              </c:pt>
              <c:pt idx="120">
                <c:v>64.50258360710379</c:v>
              </c:pt>
              <c:pt idx="121">
                <c:v>64.50258360710379</c:v>
              </c:pt>
              <c:pt idx="122">
                <c:v>64.50258360710379</c:v>
              </c:pt>
              <c:pt idx="123">
                <c:v>64.50258360710379</c:v>
              </c:pt>
              <c:pt idx="124">
                <c:v>64.50258360710379</c:v>
              </c:pt>
              <c:pt idx="125">
                <c:v>64.50258360710379</c:v>
              </c:pt>
              <c:pt idx="126">
                <c:v>64.50258360710379</c:v>
              </c:pt>
              <c:pt idx="127">
                <c:v>64.50258360710379</c:v>
              </c:pt>
              <c:pt idx="128">
                <c:v>64.50258360710379</c:v>
              </c:pt>
              <c:pt idx="129">
                <c:v>64.50258360710379</c:v>
              </c:pt>
              <c:pt idx="130">
                <c:v>64.50258360710379</c:v>
              </c:pt>
              <c:pt idx="131">
                <c:v>64.50258360710379</c:v>
              </c:pt>
              <c:pt idx="132">
                <c:v>64.50258360710379</c:v>
              </c:pt>
              <c:pt idx="133">
                <c:v>64.50258360710379</c:v>
              </c:pt>
              <c:pt idx="134">
                <c:v>64.50258360710379</c:v>
              </c:pt>
              <c:pt idx="135">
                <c:v>64.50258360710379</c:v>
              </c:pt>
              <c:pt idx="136">
                <c:v>64.50258360710379</c:v>
              </c:pt>
              <c:pt idx="137">
                <c:v>64.50258360710379</c:v>
              </c:pt>
              <c:pt idx="138">
                <c:v>64.50258360710379</c:v>
              </c:pt>
              <c:pt idx="139">
                <c:v>64.50258360710379</c:v>
              </c:pt>
              <c:pt idx="140">
                <c:v>64.50258360710379</c:v>
              </c:pt>
              <c:pt idx="141">
                <c:v>64.50258360710379</c:v>
              </c:pt>
              <c:pt idx="142">
                <c:v>64.50258360710379</c:v>
              </c:pt>
              <c:pt idx="143">
                <c:v>64.50258360710379</c:v>
              </c:pt>
              <c:pt idx="144">
                <c:v>64.50258360710379</c:v>
              </c:pt>
              <c:pt idx="145">
                <c:v>64.50258360710379</c:v>
              </c:pt>
              <c:pt idx="146">
                <c:v>64.50258360710379</c:v>
              </c:pt>
              <c:pt idx="147">
                <c:v>64.50258360710379</c:v>
              </c:pt>
              <c:pt idx="148">
                <c:v>64.50258360710379</c:v>
              </c:pt>
              <c:pt idx="149">
                <c:v>64.50258360710379</c:v>
              </c:pt>
              <c:pt idx="150">
                <c:v>64.50258360710379</c:v>
              </c:pt>
              <c:pt idx="151">
                <c:v>64.50258360710379</c:v>
              </c:pt>
              <c:pt idx="152">
                <c:v>64.50258360710379</c:v>
              </c:pt>
              <c:pt idx="153">
                <c:v>64.50258360710379</c:v>
              </c:pt>
              <c:pt idx="154">
                <c:v>64.50258360710379</c:v>
              </c:pt>
              <c:pt idx="155">
                <c:v>64.50258360710379</c:v>
              </c:pt>
              <c:pt idx="156">
                <c:v>64.50258360710379</c:v>
              </c:pt>
              <c:pt idx="157">
                <c:v>64.50258360710379</c:v>
              </c:pt>
              <c:pt idx="158">
                <c:v>64.50258360710379</c:v>
              </c:pt>
              <c:pt idx="159">
                <c:v>64.50258360710379</c:v>
              </c:pt>
              <c:pt idx="160">
                <c:v>64.50258360710379</c:v>
              </c:pt>
              <c:pt idx="161">
                <c:v>64.50258360710379</c:v>
              </c:pt>
              <c:pt idx="162">
                <c:v>64.50258360710379</c:v>
              </c:pt>
              <c:pt idx="163">
                <c:v>64.50258360710379</c:v>
              </c:pt>
              <c:pt idx="164">
                <c:v>64.50258360710379</c:v>
              </c:pt>
              <c:pt idx="165">
                <c:v>64.50258360710379</c:v>
              </c:pt>
              <c:pt idx="166">
                <c:v>64.50258360710379</c:v>
              </c:pt>
              <c:pt idx="167">
                <c:v>64.50258360710379</c:v>
              </c:pt>
              <c:pt idx="168">
                <c:v>64.50258360710379</c:v>
              </c:pt>
              <c:pt idx="169">
                <c:v>64.50258360710379</c:v>
              </c:pt>
              <c:pt idx="170">
                <c:v>64.50258360710379</c:v>
              </c:pt>
              <c:pt idx="171">
                <c:v>64.50258360710379</c:v>
              </c:pt>
              <c:pt idx="172">
                <c:v>64.50258360710379</c:v>
              </c:pt>
              <c:pt idx="173">
                <c:v>64.50258360710379</c:v>
              </c:pt>
              <c:pt idx="174">
                <c:v>64.50258360710379</c:v>
              </c:pt>
              <c:pt idx="175">
                <c:v>64.50258360710379</c:v>
              </c:pt>
              <c:pt idx="176">
                <c:v>64.50258360710379</c:v>
              </c:pt>
              <c:pt idx="177">
                <c:v>64.50258360710379</c:v>
              </c:pt>
              <c:pt idx="178">
                <c:v>64.50258360710379</c:v>
              </c:pt>
              <c:pt idx="179">
                <c:v>64.50258360710379</c:v>
              </c:pt>
              <c:pt idx="180">
                <c:v>64.50258360710379</c:v>
              </c:pt>
              <c:pt idx="181">
                <c:v>64.50258360710379</c:v>
              </c:pt>
              <c:pt idx="182">
                <c:v>64.50258360710379</c:v>
              </c:pt>
              <c:pt idx="183">
                <c:v>64.50258360710379</c:v>
              </c:pt>
              <c:pt idx="184">
                <c:v>64.50258360710379</c:v>
              </c:pt>
              <c:pt idx="185">
                <c:v>64.50258360710379</c:v>
              </c:pt>
              <c:pt idx="186">
                <c:v>64.50258360710379</c:v>
              </c:pt>
              <c:pt idx="187">
                <c:v>64.50258360710379</c:v>
              </c:pt>
              <c:pt idx="188">
                <c:v>64.50258360710379</c:v>
              </c:pt>
              <c:pt idx="189">
                <c:v>64.50258360710379</c:v>
              </c:pt>
              <c:pt idx="190">
                <c:v>64.50258360710379</c:v>
              </c:pt>
              <c:pt idx="191">
                <c:v>64.50258360710379</c:v>
              </c:pt>
              <c:pt idx="192">
                <c:v>64.50258360710379</c:v>
              </c:pt>
              <c:pt idx="193">
                <c:v>64.50258360710379</c:v>
              </c:pt>
              <c:pt idx="194">
                <c:v>64.50258360710379</c:v>
              </c:pt>
              <c:pt idx="195">
                <c:v>64.50258360710379</c:v>
              </c:pt>
              <c:pt idx="196">
                <c:v>64.50258360710379</c:v>
              </c:pt>
              <c:pt idx="197">
                <c:v>64.50258360710379</c:v>
              </c:pt>
              <c:pt idx="198">
                <c:v>64.50258360710379</c:v>
              </c:pt>
              <c:pt idx="199">
                <c:v>64.50258360710379</c:v>
              </c:pt>
              <c:pt idx="200">
                <c:v>64.50258360710379</c:v>
              </c:pt>
              <c:pt idx="201">
                <c:v>64.50258360710379</c:v>
              </c:pt>
              <c:pt idx="202">
                <c:v>64.50258360710379</c:v>
              </c:pt>
              <c:pt idx="203">
                <c:v>64.50258360710379</c:v>
              </c:pt>
              <c:pt idx="204">
                <c:v>64.50258360710379</c:v>
              </c:pt>
              <c:pt idx="205">
                <c:v>64.50258360710379</c:v>
              </c:pt>
              <c:pt idx="206">
                <c:v>64.50258360710379</c:v>
              </c:pt>
              <c:pt idx="207">
                <c:v>64.50258360710379</c:v>
              </c:pt>
              <c:pt idx="208">
                <c:v>64.50258360710379</c:v>
              </c:pt>
              <c:pt idx="209">
                <c:v>64.50258360710379</c:v>
              </c:pt>
              <c:pt idx="210">
                <c:v>64.50258360710379</c:v>
              </c:pt>
              <c:pt idx="211">
                <c:v>64.50258360710379</c:v>
              </c:pt>
              <c:pt idx="212">
                <c:v>64.50258360710379</c:v>
              </c:pt>
              <c:pt idx="213">
                <c:v>64.50258360710379</c:v>
              </c:pt>
              <c:pt idx="214">
                <c:v>64.50258360710379</c:v>
              </c:pt>
              <c:pt idx="215">
                <c:v>64.50258360710379</c:v>
              </c:pt>
              <c:pt idx="216">
                <c:v>64.50258360710379</c:v>
              </c:pt>
              <c:pt idx="217">
                <c:v>64.50258360710379</c:v>
              </c:pt>
              <c:pt idx="218">
                <c:v>64.50258360710379</c:v>
              </c:pt>
              <c:pt idx="219">
                <c:v>64.50258360710379</c:v>
              </c:pt>
              <c:pt idx="220">
                <c:v>64.50258360710379</c:v>
              </c:pt>
              <c:pt idx="221">
                <c:v>64.50258360710379</c:v>
              </c:pt>
              <c:pt idx="222">
                <c:v>64.50258360710379</c:v>
              </c:pt>
              <c:pt idx="223">
                <c:v>64.50258360710379</c:v>
              </c:pt>
              <c:pt idx="224">
                <c:v>64.50258360710379</c:v>
              </c:pt>
              <c:pt idx="225">
                <c:v>64.50258360710379</c:v>
              </c:pt>
              <c:pt idx="226">
                <c:v>64.50258360710379</c:v>
              </c:pt>
              <c:pt idx="227">
                <c:v>64.50258360710379</c:v>
              </c:pt>
              <c:pt idx="228">
                <c:v>64.50258360710379</c:v>
              </c:pt>
              <c:pt idx="229">
                <c:v>64.50258360710379</c:v>
              </c:pt>
              <c:pt idx="230">
                <c:v>64.50258360710379</c:v>
              </c:pt>
              <c:pt idx="231">
                <c:v>64.50258360710379</c:v>
              </c:pt>
              <c:pt idx="232">
                <c:v>64.50258360710379</c:v>
              </c:pt>
              <c:pt idx="233">
                <c:v>64.50258360710379</c:v>
              </c:pt>
              <c:pt idx="234">
                <c:v>64.50258360710379</c:v>
              </c:pt>
              <c:pt idx="235">
                <c:v>64.50258360710379</c:v>
              </c:pt>
              <c:pt idx="236">
                <c:v>64.50258360710379</c:v>
              </c:pt>
              <c:pt idx="237">
                <c:v>64.50258360710379</c:v>
              </c:pt>
              <c:pt idx="238">
                <c:v>64.50258360710379</c:v>
              </c:pt>
              <c:pt idx="239">
                <c:v>64.50258360710379</c:v>
              </c:pt>
              <c:pt idx="240">
                <c:v>64.50258360710379</c:v>
              </c:pt>
              <c:pt idx="241">
                <c:v>64.50258360710379</c:v>
              </c:pt>
              <c:pt idx="242">
                <c:v>64.50258360710379</c:v>
              </c:pt>
              <c:pt idx="243">
                <c:v>64.50258360710379</c:v>
              </c:pt>
              <c:pt idx="244">
                <c:v>64.50258360710379</c:v>
              </c:pt>
              <c:pt idx="245">
                <c:v>64.50258360710379</c:v>
              </c:pt>
              <c:pt idx="246">
                <c:v>64.50258360710379</c:v>
              </c:pt>
              <c:pt idx="247">
                <c:v>64.50258360710379</c:v>
              </c:pt>
              <c:pt idx="248">
                <c:v>64.50258360710379</c:v>
              </c:pt>
              <c:pt idx="249">
                <c:v>64.50258360710379</c:v>
              </c:pt>
              <c:pt idx="250">
                <c:v>64.50258360710379</c:v>
              </c:pt>
              <c:pt idx="251">
                <c:v>64.50258360710379</c:v>
              </c:pt>
              <c:pt idx="252">
                <c:v>64.50258360710379</c:v>
              </c:pt>
              <c:pt idx="253">
                <c:v>64.50258360710379</c:v>
              </c:pt>
              <c:pt idx="254">
                <c:v>64.50258360710379</c:v>
              </c:pt>
              <c:pt idx="255">
                <c:v>64.50258360710379</c:v>
              </c:pt>
              <c:pt idx="256">
                <c:v>64.50258360710379</c:v>
              </c:pt>
              <c:pt idx="257">
                <c:v>64.50258360710379</c:v>
              </c:pt>
              <c:pt idx="258">
                <c:v>64.50258360710379</c:v>
              </c:pt>
              <c:pt idx="259">
                <c:v>64.50258360710379</c:v>
              </c:pt>
              <c:pt idx="260">
                <c:v>64.50258360710379</c:v>
              </c:pt>
              <c:pt idx="261">
                <c:v>64.50258360710379</c:v>
              </c:pt>
              <c:pt idx="262">
                <c:v>64.50258360710379</c:v>
              </c:pt>
              <c:pt idx="263">
                <c:v>64.50258360710379</c:v>
              </c:pt>
              <c:pt idx="264">
                <c:v>64.50258360710379</c:v>
              </c:pt>
              <c:pt idx="265">
                <c:v>64.50258360710379</c:v>
              </c:pt>
              <c:pt idx="266">
                <c:v>64.50258360710379</c:v>
              </c:pt>
              <c:pt idx="267">
                <c:v>64.50258360710379</c:v>
              </c:pt>
              <c:pt idx="268">
                <c:v>64.50258360710379</c:v>
              </c:pt>
              <c:pt idx="269">
                <c:v>64.50258360710379</c:v>
              </c:pt>
              <c:pt idx="270">
                <c:v>64.50258360710379</c:v>
              </c:pt>
              <c:pt idx="271">
                <c:v>64.50258360710379</c:v>
              </c:pt>
              <c:pt idx="272">
                <c:v>64.50258360710379</c:v>
              </c:pt>
              <c:pt idx="273">
                <c:v>64.50258360710379</c:v>
              </c:pt>
              <c:pt idx="274">
                <c:v>64.50258360710379</c:v>
              </c:pt>
              <c:pt idx="275">
                <c:v>64.50258360710379</c:v>
              </c:pt>
              <c:pt idx="276">
                <c:v>64.50258360710379</c:v>
              </c:pt>
              <c:pt idx="277">
                <c:v>64.50258360710379</c:v>
              </c:pt>
              <c:pt idx="278">
                <c:v>64.50258360710379</c:v>
              </c:pt>
              <c:pt idx="279">
                <c:v>64.50258360710379</c:v>
              </c:pt>
              <c:pt idx="280">
                <c:v>64.50258360710379</c:v>
              </c:pt>
              <c:pt idx="281">
                <c:v>64.50258360710379</c:v>
              </c:pt>
              <c:pt idx="282">
                <c:v>64.50258360710379</c:v>
              </c:pt>
              <c:pt idx="283">
                <c:v>64.50258360710379</c:v>
              </c:pt>
              <c:pt idx="284">
                <c:v>64.50258360710379</c:v>
              </c:pt>
              <c:pt idx="285">
                <c:v>64.50258360710379</c:v>
              </c:pt>
              <c:pt idx="286">
                <c:v>64.50258360710379</c:v>
              </c:pt>
              <c:pt idx="287">
                <c:v>64.50258360710379</c:v>
              </c:pt>
              <c:pt idx="288">
                <c:v>64.50258360710379</c:v>
              </c:pt>
              <c:pt idx="289">
                <c:v>64.50258360710379</c:v>
              </c:pt>
              <c:pt idx="290">
                <c:v>64.50258360710379</c:v>
              </c:pt>
              <c:pt idx="291">
                <c:v>64.50258360710379</c:v>
              </c:pt>
              <c:pt idx="292">
                <c:v>64.50258360710379</c:v>
              </c:pt>
              <c:pt idx="293">
                <c:v>64.50258360710379</c:v>
              </c:pt>
              <c:pt idx="294">
                <c:v>64.50258360710379</c:v>
              </c:pt>
              <c:pt idx="295">
                <c:v>64.50258360710379</c:v>
              </c:pt>
              <c:pt idx="296">
                <c:v>64.50258360710379</c:v>
              </c:pt>
              <c:pt idx="297">
                <c:v>64.50258360710379</c:v>
              </c:pt>
              <c:pt idx="298">
                <c:v>64.50258360710379</c:v>
              </c:pt>
              <c:pt idx="299">
                <c:v>64.50258360710379</c:v>
              </c:pt>
              <c:pt idx="300">
                <c:v>64.50258360710379</c:v>
              </c:pt>
              <c:pt idx="301">
                <c:v>64.50258360710379</c:v>
              </c:pt>
              <c:pt idx="302">
                <c:v>64.50258360710379</c:v>
              </c:pt>
              <c:pt idx="303">
                <c:v>64.50258360710379</c:v>
              </c:pt>
              <c:pt idx="304">
                <c:v>64.50258360710379</c:v>
              </c:pt>
              <c:pt idx="305">
                <c:v>64.50258360710379</c:v>
              </c:pt>
              <c:pt idx="306">
                <c:v>64.50258360710379</c:v>
              </c:pt>
              <c:pt idx="307">
                <c:v>64.50258360710379</c:v>
              </c:pt>
              <c:pt idx="308">
                <c:v>64.50258360710379</c:v>
              </c:pt>
              <c:pt idx="309">
                <c:v>64.50258360710379</c:v>
              </c:pt>
              <c:pt idx="310">
                <c:v>64.50258360710379</c:v>
              </c:pt>
              <c:pt idx="311">
                <c:v>64.50258360710379</c:v>
              </c:pt>
              <c:pt idx="312">
                <c:v>64.50258360710379</c:v>
              </c:pt>
              <c:pt idx="313">
                <c:v>64.50258360710379</c:v>
              </c:pt>
              <c:pt idx="314">
                <c:v>64.50258360710379</c:v>
              </c:pt>
              <c:pt idx="315">
                <c:v>64.50258360710379</c:v>
              </c:pt>
              <c:pt idx="316">
                <c:v>64.50258360710379</c:v>
              </c:pt>
              <c:pt idx="317">
                <c:v>64.50258360710379</c:v>
              </c:pt>
              <c:pt idx="318">
                <c:v>64.50258360710379</c:v>
              </c:pt>
              <c:pt idx="319">
                <c:v>64.50258360710379</c:v>
              </c:pt>
              <c:pt idx="320">
                <c:v>64.50258360710379</c:v>
              </c:pt>
              <c:pt idx="321">
                <c:v>64.50258360710379</c:v>
              </c:pt>
              <c:pt idx="322">
                <c:v>64.50258360710379</c:v>
              </c:pt>
              <c:pt idx="323">
                <c:v>64.50258360710379</c:v>
              </c:pt>
              <c:pt idx="324">
                <c:v>64.50258360710379</c:v>
              </c:pt>
              <c:pt idx="325">
                <c:v>64.50258360710379</c:v>
              </c:pt>
              <c:pt idx="326">
                <c:v>64.50258360710379</c:v>
              </c:pt>
              <c:pt idx="327">
                <c:v>64.50258360710379</c:v>
              </c:pt>
              <c:pt idx="328">
                <c:v>64.50258360710379</c:v>
              </c:pt>
              <c:pt idx="329">
                <c:v>64.50258360710379</c:v>
              </c:pt>
              <c:pt idx="330">
                <c:v>64.50258360710379</c:v>
              </c:pt>
              <c:pt idx="331">
                <c:v>64.50258360710379</c:v>
              </c:pt>
              <c:pt idx="332">
                <c:v>64.50258360710379</c:v>
              </c:pt>
              <c:pt idx="333">
                <c:v>64.50258360710379</c:v>
              </c:pt>
              <c:pt idx="334">
                <c:v>64.50258360710379</c:v>
              </c:pt>
              <c:pt idx="335">
                <c:v>64.50258360710379</c:v>
              </c:pt>
              <c:pt idx="336">
                <c:v>64.50258360710379</c:v>
              </c:pt>
              <c:pt idx="337">
                <c:v>64.50258360710379</c:v>
              </c:pt>
              <c:pt idx="338">
                <c:v>64.50258360710379</c:v>
              </c:pt>
              <c:pt idx="339">
                <c:v>64.50258360710379</c:v>
              </c:pt>
              <c:pt idx="340">
                <c:v>64.50258360710379</c:v>
              </c:pt>
              <c:pt idx="341">
                <c:v>64.50258360710379</c:v>
              </c:pt>
              <c:pt idx="342">
                <c:v>64.50258360710379</c:v>
              </c:pt>
              <c:pt idx="343">
                <c:v>64.50258360710379</c:v>
              </c:pt>
              <c:pt idx="344">
                <c:v>64.50258360710379</c:v>
              </c:pt>
              <c:pt idx="345">
                <c:v>64.50258360710379</c:v>
              </c:pt>
              <c:pt idx="346">
                <c:v>64.50258360710379</c:v>
              </c:pt>
              <c:pt idx="347">
                <c:v>64.50258360710379</c:v>
              </c:pt>
              <c:pt idx="348">
                <c:v>64.50258360710379</c:v>
              </c:pt>
              <c:pt idx="349">
                <c:v>64.50258360710379</c:v>
              </c:pt>
              <c:pt idx="350">
                <c:v>64.50258360710379</c:v>
              </c:pt>
              <c:pt idx="351">
                <c:v>64.50258360710379</c:v>
              </c:pt>
              <c:pt idx="352">
                <c:v>64.50258360710379</c:v>
              </c:pt>
              <c:pt idx="353">
                <c:v>64.50258360710379</c:v>
              </c:pt>
              <c:pt idx="354">
                <c:v>64.50258360710379</c:v>
              </c:pt>
              <c:pt idx="355">
                <c:v>64.50258360710379</c:v>
              </c:pt>
              <c:pt idx="356">
                <c:v>64.50258360710379</c:v>
              </c:pt>
              <c:pt idx="357">
                <c:v>64.50258360710379</c:v>
              </c:pt>
              <c:pt idx="358">
                <c:v>64.50258360710379</c:v>
              </c:pt>
              <c:pt idx="359">
                <c:v>64.50258360710379</c:v>
              </c:pt>
              <c:pt idx="360">
                <c:v>64.50258360710379</c:v>
              </c:pt>
              <c:pt idx="361">
                <c:v>64.50258360710379</c:v>
              </c:pt>
              <c:pt idx="362">
                <c:v>64.50258360710379</c:v>
              </c:pt>
              <c:pt idx="363">
                <c:v>64.50258360710379</c:v>
              </c:pt>
              <c:pt idx="364">
                <c:v>64.50258360710379</c:v>
              </c:pt>
              <c:pt idx="365">
                <c:v>64.50258360710379</c:v>
              </c:pt>
              <c:pt idx="366">
                <c:v>64.50258360710379</c:v>
              </c:pt>
              <c:pt idx="367">
                <c:v>64.50258360710379</c:v>
              </c:pt>
              <c:pt idx="368">
                <c:v>64.50258360710379</c:v>
              </c:pt>
              <c:pt idx="369">
                <c:v>64.50258360710379</c:v>
              </c:pt>
              <c:pt idx="370">
                <c:v>64.50258360710379</c:v>
              </c:pt>
              <c:pt idx="371">
                <c:v>64.50258360710379</c:v>
              </c:pt>
              <c:pt idx="372">
                <c:v>64.50258360710379</c:v>
              </c:pt>
              <c:pt idx="373">
                <c:v>64.50258360710379</c:v>
              </c:pt>
              <c:pt idx="374">
                <c:v>64.50258360710379</c:v>
              </c:pt>
              <c:pt idx="375">
                <c:v>64.50258360710379</c:v>
              </c:pt>
              <c:pt idx="376">
                <c:v>64.50258360710379</c:v>
              </c:pt>
              <c:pt idx="377">
                <c:v>64.50258360710379</c:v>
              </c:pt>
              <c:pt idx="378">
                <c:v>64.50258360710379</c:v>
              </c:pt>
              <c:pt idx="379">
                <c:v>64.50258360710379</c:v>
              </c:pt>
              <c:pt idx="380">
                <c:v>64.50258360710379</c:v>
              </c:pt>
              <c:pt idx="381">
                <c:v>64.50258360710379</c:v>
              </c:pt>
              <c:pt idx="382">
                <c:v>64.50258360710379</c:v>
              </c:pt>
              <c:pt idx="383">
                <c:v>64.50258360710379</c:v>
              </c:pt>
              <c:pt idx="384">
                <c:v>64.50258360710379</c:v>
              </c:pt>
              <c:pt idx="385">
                <c:v>64.50258360710379</c:v>
              </c:pt>
              <c:pt idx="386">
                <c:v>64.50258360710379</c:v>
              </c:pt>
              <c:pt idx="387">
                <c:v>64.50258360710379</c:v>
              </c:pt>
              <c:pt idx="388">
                <c:v>64.50258360710379</c:v>
              </c:pt>
              <c:pt idx="389">
                <c:v>64.50258360710379</c:v>
              </c:pt>
              <c:pt idx="390">
                <c:v>64.50258360710379</c:v>
              </c:pt>
              <c:pt idx="391">
                <c:v>64.50258360710379</c:v>
              </c:pt>
              <c:pt idx="392">
                <c:v>64.50258360710379</c:v>
              </c:pt>
              <c:pt idx="393">
                <c:v>64.50258360710379</c:v>
              </c:pt>
              <c:pt idx="394">
                <c:v>64.50258360710379</c:v>
              </c:pt>
              <c:pt idx="395">
                <c:v>64.50258360710379</c:v>
              </c:pt>
              <c:pt idx="396">
                <c:v>64.50258360710379</c:v>
              </c:pt>
              <c:pt idx="397">
                <c:v>64.50258360710379</c:v>
              </c:pt>
              <c:pt idx="398">
                <c:v>64.50258360710379</c:v>
              </c:pt>
              <c:pt idx="399">
                <c:v>64.50258360710379</c:v>
              </c:pt>
              <c:pt idx="400">
                <c:v>64.50258360710379</c:v>
              </c:pt>
              <c:pt idx="401">
                <c:v>64.50258360710379</c:v>
              </c:pt>
              <c:pt idx="402">
                <c:v>64.50258360710379</c:v>
              </c:pt>
              <c:pt idx="403">
                <c:v>64.50258360710379</c:v>
              </c:pt>
              <c:pt idx="404">
                <c:v>64.50258360710379</c:v>
              </c:pt>
              <c:pt idx="405">
                <c:v>64.50258360710379</c:v>
              </c:pt>
              <c:pt idx="406">
                <c:v>64.50258360710379</c:v>
              </c:pt>
              <c:pt idx="407">
                <c:v>64.50258360710379</c:v>
              </c:pt>
              <c:pt idx="408">
                <c:v>64.50258360710379</c:v>
              </c:pt>
              <c:pt idx="409">
                <c:v>64.50258360710379</c:v>
              </c:pt>
              <c:pt idx="410">
                <c:v>64.50258360710379</c:v>
              </c:pt>
              <c:pt idx="411">
                <c:v>64.50258360710379</c:v>
              </c:pt>
              <c:pt idx="412">
                <c:v>64.50258360710379</c:v>
              </c:pt>
              <c:pt idx="413">
                <c:v>64.50258360710379</c:v>
              </c:pt>
              <c:pt idx="414">
                <c:v>64.50258360710379</c:v>
              </c:pt>
              <c:pt idx="415">
                <c:v>64.50258360710379</c:v>
              </c:pt>
              <c:pt idx="416">
                <c:v>64.50258360710379</c:v>
              </c:pt>
              <c:pt idx="417">
                <c:v>64.50258360710379</c:v>
              </c:pt>
              <c:pt idx="418">
                <c:v>64.50258360710379</c:v>
              </c:pt>
              <c:pt idx="419">
                <c:v>64.50258360710379</c:v>
              </c:pt>
              <c:pt idx="420">
                <c:v>64.50258360710379</c:v>
              </c:pt>
              <c:pt idx="421">
                <c:v>64.50258360710379</c:v>
              </c:pt>
              <c:pt idx="422">
                <c:v>64.50258360710379</c:v>
              </c:pt>
              <c:pt idx="423">
                <c:v>64.50258360710379</c:v>
              </c:pt>
              <c:pt idx="424">
                <c:v>64.50258360710379</c:v>
              </c:pt>
              <c:pt idx="425">
                <c:v>64.50258360710379</c:v>
              </c:pt>
              <c:pt idx="426">
                <c:v>64.50258360710379</c:v>
              </c:pt>
              <c:pt idx="427">
                <c:v>64.50258360710379</c:v>
              </c:pt>
              <c:pt idx="428">
                <c:v>64.50258360710379</c:v>
              </c:pt>
              <c:pt idx="429">
                <c:v>64.50258360710379</c:v>
              </c:pt>
              <c:pt idx="430">
                <c:v>64.50258360710379</c:v>
              </c:pt>
              <c:pt idx="431">
                <c:v>64.50258360710379</c:v>
              </c:pt>
              <c:pt idx="432">
                <c:v>64.50258360710379</c:v>
              </c:pt>
              <c:pt idx="433">
                <c:v>64.50258360710379</c:v>
              </c:pt>
              <c:pt idx="434">
                <c:v>64.50258360710379</c:v>
              </c:pt>
              <c:pt idx="435">
                <c:v>64.50258360710379</c:v>
              </c:pt>
              <c:pt idx="436">
                <c:v>64.50258360710379</c:v>
              </c:pt>
              <c:pt idx="437">
                <c:v>64.50258360710379</c:v>
              </c:pt>
              <c:pt idx="438">
                <c:v>64.50258360710379</c:v>
              </c:pt>
              <c:pt idx="439">
                <c:v>64.50258360710379</c:v>
              </c:pt>
              <c:pt idx="440">
                <c:v>64.50258360710379</c:v>
              </c:pt>
              <c:pt idx="441">
                <c:v>64.50258360710379</c:v>
              </c:pt>
              <c:pt idx="442">
                <c:v>64.50258360710379</c:v>
              </c:pt>
              <c:pt idx="443">
                <c:v>64.50258360710379</c:v>
              </c:pt>
              <c:pt idx="444">
                <c:v>64.50258360710379</c:v>
              </c:pt>
              <c:pt idx="445">
                <c:v>64.50258360710379</c:v>
              </c:pt>
              <c:pt idx="446">
                <c:v>64.50258360710379</c:v>
              </c:pt>
              <c:pt idx="447">
                <c:v>64.50258360710379</c:v>
              </c:pt>
              <c:pt idx="448">
                <c:v>64.50258360710379</c:v>
              </c:pt>
              <c:pt idx="449">
                <c:v>64.50258360710379</c:v>
              </c:pt>
            </c:numLit>
          </c:xVal>
          <c:yVal>
            <c:numLit>
              <c:formatCode>0.0</c:formatCode>
              <c:ptCount val="450"/>
              <c:pt idx="0">
                <c:v>0.2018692505988826</c:v>
              </c:pt>
              <c:pt idx="1">
                <c:v>0.2018692505988826</c:v>
              </c:pt>
              <c:pt idx="2">
                <c:v>0.2018692505988826</c:v>
              </c:pt>
              <c:pt idx="3">
                <c:v>0.2018692505988826</c:v>
              </c:pt>
              <c:pt idx="4">
                <c:v>0.2018692505988826</c:v>
              </c:pt>
              <c:pt idx="5">
                <c:v>0.2018692505988826</c:v>
              </c:pt>
              <c:pt idx="6">
                <c:v>0.2018692505988826</c:v>
              </c:pt>
              <c:pt idx="7">
                <c:v>0.2018692505988826</c:v>
              </c:pt>
              <c:pt idx="8">
                <c:v>0.2018692505988826</c:v>
              </c:pt>
              <c:pt idx="9">
                <c:v>0.2018692505988826</c:v>
              </c:pt>
              <c:pt idx="10">
                <c:v>0.2018692505988826</c:v>
              </c:pt>
              <c:pt idx="11">
                <c:v>0.2018692505988826</c:v>
              </c:pt>
              <c:pt idx="12">
                <c:v>0.2018692505988826</c:v>
              </c:pt>
              <c:pt idx="13">
                <c:v>0.2018692505988826</c:v>
              </c:pt>
              <c:pt idx="14">
                <c:v>0.2018692505988826</c:v>
              </c:pt>
              <c:pt idx="15">
                <c:v>0.2018692505988826</c:v>
              </c:pt>
              <c:pt idx="16">
                <c:v>0.2018692505988826</c:v>
              </c:pt>
              <c:pt idx="17">
                <c:v>0.2018692505988826</c:v>
              </c:pt>
              <c:pt idx="18">
                <c:v>0.2018692505988826</c:v>
              </c:pt>
              <c:pt idx="19">
                <c:v>0.2018692505988826</c:v>
              </c:pt>
              <c:pt idx="20">
                <c:v>0.2018692505988826</c:v>
              </c:pt>
              <c:pt idx="21">
                <c:v>0.2018692505988826</c:v>
              </c:pt>
              <c:pt idx="22">
                <c:v>0.2018692505988826</c:v>
              </c:pt>
              <c:pt idx="23">
                <c:v>0.2018692505988826</c:v>
              </c:pt>
              <c:pt idx="24">
                <c:v>0.2018692505988826</c:v>
              </c:pt>
              <c:pt idx="25">
                <c:v>0.2018692505988826</c:v>
              </c:pt>
              <c:pt idx="26">
                <c:v>0.2018692505988826</c:v>
              </c:pt>
              <c:pt idx="27">
                <c:v>0.2018692505988826</c:v>
              </c:pt>
              <c:pt idx="28">
                <c:v>0.2018692505988826</c:v>
              </c:pt>
              <c:pt idx="29">
                <c:v>0.2018692505988826</c:v>
              </c:pt>
              <c:pt idx="30">
                <c:v>0.2018692505988826</c:v>
              </c:pt>
              <c:pt idx="31">
                <c:v>0.2018692505988826</c:v>
              </c:pt>
              <c:pt idx="32">
                <c:v>0.2018692505988826</c:v>
              </c:pt>
              <c:pt idx="33">
                <c:v>0.2018692505988826</c:v>
              </c:pt>
              <c:pt idx="34">
                <c:v>0.2018692505988826</c:v>
              </c:pt>
              <c:pt idx="35">
                <c:v>0.2018692505988826</c:v>
              </c:pt>
              <c:pt idx="36">
                <c:v>0.2018692505988826</c:v>
              </c:pt>
              <c:pt idx="37">
                <c:v>0.2018692505988826</c:v>
              </c:pt>
              <c:pt idx="38">
                <c:v>0.2018692505988826</c:v>
              </c:pt>
              <c:pt idx="39">
                <c:v>0.2018692505988826</c:v>
              </c:pt>
              <c:pt idx="40">
                <c:v>0.2018692505988826</c:v>
              </c:pt>
              <c:pt idx="41">
                <c:v>0.2018692505988826</c:v>
              </c:pt>
              <c:pt idx="42">
                <c:v>0.2018692505988826</c:v>
              </c:pt>
              <c:pt idx="43">
                <c:v>0.2018692505988826</c:v>
              </c:pt>
              <c:pt idx="44">
                <c:v>0.2018692505988826</c:v>
              </c:pt>
              <c:pt idx="45">
                <c:v>0.2018692505988826</c:v>
              </c:pt>
              <c:pt idx="46">
                <c:v>0.2018692505988826</c:v>
              </c:pt>
              <c:pt idx="47">
                <c:v>0.2018692505988826</c:v>
              </c:pt>
              <c:pt idx="48">
                <c:v>0.2018692505988826</c:v>
              </c:pt>
              <c:pt idx="49">
                <c:v>0.2018692505988826</c:v>
              </c:pt>
              <c:pt idx="50">
                <c:v>0.2018692505988826</c:v>
              </c:pt>
              <c:pt idx="51">
                <c:v>0.2018692505988826</c:v>
              </c:pt>
              <c:pt idx="52">
                <c:v>0.2018692505988826</c:v>
              </c:pt>
              <c:pt idx="53">
                <c:v>0.2018692505988826</c:v>
              </c:pt>
              <c:pt idx="54">
                <c:v>0.2018692505988826</c:v>
              </c:pt>
              <c:pt idx="55">
                <c:v>0.2018692505988826</c:v>
              </c:pt>
              <c:pt idx="56">
                <c:v>0.2018692505988826</c:v>
              </c:pt>
              <c:pt idx="57">
                <c:v>0.2018692505988826</c:v>
              </c:pt>
              <c:pt idx="58">
                <c:v>0.2018692505988826</c:v>
              </c:pt>
              <c:pt idx="59">
                <c:v>0.2018692505988826</c:v>
              </c:pt>
              <c:pt idx="60">
                <c:v>0.2018692505988826</c:v>
              </c:pt>
              <c:pt idx="61">
                <c:v>0.2018692505988826</c:v>
              </c:pt>
              <c:pt idx="62">
                <c:v>0.2018692505988826</c:v>
              </c:pt>
              <c:pt idx="63">
                <c:v>0.2018692505988826</c:v>
              </c:pt>
              <c:pt idx="64">
                <c:v>0.2018692505988826</c:v>
              </c:pt>
              <c:pt idx="65">
                <c:v>0.2018692505988826</c:v>
              </c:pt>
              <c:pt idx="66">
                <c:v>0.2018692505988826</c:v>
              </c:pt>
              <c:pt idx="67">
                <c:v>0.2018692505988826</c:v>
              </c:pt>
              <c:pt idx="68">
                <c:v>0.2018692505988826</c:v>
              </c:pt>
              <c:pt idx="69">
                <c:v>0.2018692505988826</c:v>
              </c:pt>
              <c:pt idx="70">
                <c:v>0.2018692505988826</c:v>
              </c:pt>
              <c:pt idx="71">
                <c:v>0.2018692505988826</c:v>
              </c:pt>
              <c:pt idx="72">
                <c:v>0.2018692505988826</c:v>
              </c:pt>
              <c:pt idx="73">
                <c:v>0.2018692505988826</c:v>
              </c:pt>
              <c:pt idx="74">
                <c:v>0.2018692505988826</c:v>
              </c:pt>
              <c:pt idx="75">
                <c:v>0.2018692505988826</c:v>
              </c:pt>
              <c:pt idx="76">
                <c:v>0.2018692505988826</c:v>
              </c:pt>
              <c:pt idx="77">
                <c:v>0.2018692505988826</c:v>
              </c:pt>
              <c:pt idx="78">
                <c:v>0.2018692505988826</c:v>
              </c:pt>
              <c:pt idx="79">
                <c:v>0.2018692505988826</c:v>
              </c:pt>
              <c:pt idx="80">
                <c:v>0.2018692505988826</c:v>
              </c:pt>
              <c:pt idx="81">
                <c:v>0.2018692505988826</c:v>
              </c:pt>
              <c:pt idx="82">
                <c:v>0.2018692505988826</c:v>
              </c:pt>
              <c:pt idx="83">
                <c:v>0.2018692505988826</c:v>
              </c:pt>
              <c:pt idx="84">
                <c:v>0.2018692505988826</c:v>
              </c:pt>
              <c:pt idx="85">
                <c:v>0.2018692505988826</c:v>
              </c:pt>
              <c:pt idx="86">
                <c:v>0.2018692505988826</c:v>
              </c:pt>
              <c:pt idx="87">
                <c:v>0.2018692505988826</c:v>
              </c:pt>
              <c:pt idx="88">
                <c:v>0.2018692505988826</c:v>
              </c:pt>
              <c:pt idx="89">
                <c:v>0.2018692505988826</c:v>
              </c:pt>
              <c:pt idx="90">
                <c:v>0.2018692505988826</c:v>
              </c:pt>
              <c:pt idx="91">
                <c:v>0.2018692505988826</c:v>
              </c:pt>
              <c:pt idx="92">
                <c:v>0.2018692505988826</c:v>
              </c:pt>
              <c:pt idx="93">
                <c:v>0.2018692505988826</c:v>
              </c:pt>
              <c:pt idx="94">
                <c:v>0.2018692505988826</c:v>
              </c:pt>
              <c:pt idx="95">
                <c:v>0.2018692505988826</c:v>
              </c:pt>
              <c:pt idx="96">
                <c:v>0.2018692505988826</c:v>
              </c:pt>
              <c:pt idx="97">
                <c:v>0.2018692505988826</c:v>
              </c:pt>
              <c:pt idx="98">
                <c:v>0.2018692505988826</c:v>
              </c:pt>
              <c:pt idx="99">
                <c:v>0.2018692505988826</c:v>
              </c:pt>
              <c:pt idx="100">
                <c:v>0.2018692505988826</c:v>
              </c:pt>
              <c:pt idx="101">
                <c:v>0.2018692505988826</c:v>
              </c:pt>
              <c:pt idx="102">
                <c:v>0.2018692505988826</c:v>
              </c:pt>
              <c:pt idx="103">
                <c:v>0.2018692505988826</c:v>
              </c:pt>
              <c:pt idx="104">
                <c:v>0.2018692505988826</c:v>
              </c:pt>
              <c:pt idx="105">
                <c:v>0.2018692505988826</c:v>
              </c:pt>
              <c:pt idx="106">
                <c:v>0.2018692505988826</c:v>
              </c:pt>
              <c:pt idx="107">
                <c:v>0.2018692505988826</c:v>
              </c:pt>
              <c:pt idx="108">
                <c:v>0.2018692505988826</c:v>
              </c:pt>
              <c:pt idx="109">
                <c:v>0.2018692505988826</c:v>
              </c:pt>
              <c:pt idx="110">
                <c:v>0.2018692505988826</c:v>
              </c:pt>
              <c:pt idx="111">
                <c:v>0.2018692505988826</c:v>
              </c:pt>
              <c:pt idx="112">
                <c:v>0.2018692505988826</c:v>
              </c:pt>
              <c:pt idx="113">
                <c:v>0.2018692505988826</c:v>
              </c:pt>
              <c:pt idx="114">
                <c:v>0.2018692505988826</c:v>
              </c:pt>
              <c:pt idx="115">
                <c:v>0.2018692505988826</c:v>
              </c:pt>
              <c:pt idx="116">
                <c:v>0.2018692505988826</c:v>
              </c:pt>
              <c:pt idx="117">
                <c:v>0.2018692505988826</c:v>
              </c:pt>
              <c:pt idx="118">
                <c:v>0.2018692505988826</c:v>
              </c:pt>
              <c:pt idx="119">
                <c:v>0.2018692505988826</c:v>
              </c:pt>
              <c:pt idx="120">
                <c:v>0.2018692505988826</c:v>
              </c:pt>
              <c:pt idx="121">
                <c:v>0.2018692505988826</c:v>
              </c:pt>
              <c:pt idx="122">
                <c:v>0.2018692505988826</c:v>
              </c:pt>
              <c:pt idx="123">
                <c:v>0.2018692505988826</c:v>
              </c:pt>
              <c:pt idx="124">
                <c:v>0.2018692505988826</c:v>
              </c:pt>
              <c:pt idx="125">
                <c:v>0.2018692505988826</c:v>
              </c:pt>
              <c:pt idx="126">
                <c:v>0.2018692505988826</c:v>
              </c:pt>
              <c:pt idx="127">
                <c:v>0.2018692505988826</c:v>
              </c:pt>
              <c:pt idx="128">
                <c:v>0.2018692505988826</c:v>
              </c:pt>
              <c:pt idx="129">
                <c:v>0.2018692505988826</c:v>
              </c:pt>
              <c:pt idx="130">
                <c:v>0.2018692505988826</c:v>
              </c:pt>
              <c:pt idx="131">
                <c:v>0.2018692505988826</c:v>
              </c:pt>
              <c:pt idx="132">
                <c:v>0.2018692505988826</c:v>
              </c:pt>
              <c:pt idx="133">
                <c:v>0.2018692505988826</c:v>
              </c:pt>
              <c:pt idx="134">
                <c:v>0.2018692505988826</c:v>
              </c:pt>
              <c:pt idx="135">
                <c:v>0.2018692505988826</c:v>
              </c:pt>
              <c:pt idx="136">
                <c:v>0.2018692505988826</c:v>
              </c:pt>
              <c:pt idx="137">
                <c:v>0.2018692505988826</c:v>
              </c:pt>
              <c:pt idx="138">
                <c:v>0.2018692505988826</c:v>
              </c:pt>
              <c:pt idx="139">
                <c:v>0.2018692505988826</c:v>
              </c:pt>
              <c:pt idx="140">
                <c:v>0.2018692505988826</c:v>
              </c:pt>
              <c:pt idx="141">
                <c:v>0.2018692505988826</c:v>
              </c:pt>
              <c:pt idx="142">
                <c:v>0.2018692505988826</c:v>
              </c:pt>
              <c:pt idx="143">
                <c:v>0.2018692505988826</c:v>
              </c:pt>
              <c:pt idx="144">
                <c:v>0.2018692505988826</c:v>
              </c:pt>
              <c:pt idx="145">
                <c:v>0.2018692505988826</c:v>
              </c:pt>
              <c:pt idx="146">
                <c:v>0.2018692505988826</c:v>
              </c:pt>
              <c:pt idx="147">
                <c:v>0.2018692505988826</c:v>
              </c:pt>
              <c:pt idx="148">
                <c:v>0.2018692505988826</c:v>
              </c:pt>
              <c:pt idx="149">
                <c:v>0.2018692505988826</c:v>
              </c:pt>
              <c:pt idx="150">
                <c:v>0.2018692505988826</c:v>
              </c:pt>
              <c:pt idx="151">
                <c:v>0.2018692505988826</c:v>
              </c:pt>
              <c:pt idx="152">
                <c:v>0.2018692505988826</c:v>
              </c:pt>
              <c:pt idx="153">
                <c:v>0.2018692505988826</c:v>
              </c:pt>
              <c:pt idx="154">
                <c:v>0.2018692505988826</c:v>
              </c:pt>
              <c:pt idx="155">
                <c:v>0.2018692505988826</c:v>
              </c:pt>
              <c:pt idx="156">
                <c:v>0.2018692505988826</c:v>
              </c:pt>
              <c:pt idx="157">
                <c:v>0.2018692505988826</c:v>
              </c:pt>
              <c:pt idx="158">
                <c:v>0.2018692505988826</c:v>
              </c:pt>
              <c:pt idx="159">
                <c:v>0.2018692505988826</c:v>
              </c:pt>
              <c:pt idx="160">
                <c:v>0.2018692505988826</c:v>
              </c:pt>
              <c:pt idx="161">
                <c:v>0.2018692505988826</c:v>
              </c:pt>
              <c:pt idx="162">
                <c:v>0.2018692505988826</c:v>
              </c:pt>
              <c:pt idx="163">
                <c:v>0.2018692505988826</c:v>
              </c:pt>
              <c:pt idx="164">
                <c:v>0.2018692505988826</c:v>
              </c:pt>
              <c:pt idx="165">
                <c:v>0.2018692505988826</c:v>
              </c:pt>
              <c:pt idx="166">
                <c:v>0.2018692505988826</c:v>
              </c:pt>
              <c:pt idx="167">
                <c:v>0.2018692505988826</c:v>
              </c:pt>
              <c:pt idx="168">
                <c:v>0.2018692505988826</c:v>
              </c:pt>
              <c:pt idx="169">
                <c:v>0.2018692505988826</c:v>
              </c:pt>
              <c:pt idx="170">
                <c:v>0.2018692505988826</c:v>
              </c:pt>
              <c:pt idx="171">
                <c:v>0.2018692505988826</c:v>
              </c:pt>
              <c:pt idx="172">
                <c:v>0.2018692505988826</c:v>
              </c:pt>
              <c:pt idx="173">
                <c:v>0.2018692505988826</c:v>
              </c:pt>
              <c:pt idx="174">
                <c:v>0.2018692505988826</c:v>
              </c:pt>
              <c:pt idx="175">
                <c:v>0.2018692505988826</c:v>
              </c:pt>
              <c:pt idx="176">
                <c:v>0.2018692505988826</c:v>
              </c:pt>
              <c:pt idx="177">
                <c:v>0.2018692505988826</c:v>
              </c:pt>
              <c:pt idx="178">
                <c:v>0.2018692505988826</c:v>
              </c:pt>
              <c:pt idx="179">
                <c:v>0.2018692505988826</c:v>
              </c:pt>
              <c:pt idx="180">
                <c:v>0.2018692505988826</c:v>
              </c:pt>
              <c:pt idx="181">
                <c:v>0.2018692505988826</c:v>
              </c:pt>
              <c:pt idx="182">
                <c:v>0.2018692505988826</c:v>
              </c:pt>
              <c:pt idx="183">
                <c:v>0.2018692505988826</c:v>
              </c:pt>
              <c:pt idx="184">
                <c:v>0.2018692505988826</c:v>
              </c:pt>
              <c:pt idx="185">
                <c:v>0.2018692505988826</c:v>
              </c:pt>
              <c:pt idx="186">
                <c:v>0.2018692505988826</c:v>
              </c:pt>
              <c:pt idx="187">
                <c:v>0.2018692505988826</c:v>
              </c:pt>
              <c:pt idx="188">
                <c:v>0.2018692505988826</c:v>
              </c:pt>
              <c:pt idx="189">
                <c:v>0.2018692505988826</c:v>
              </c:pt>
              <c:pt idx="190">
                <c:v>0.2018692505988826</c:v>
              </c:pt>
              <c:pt idx="191">
                <c:v>0.2018692505988826</c:v>
              </c:pt>
              <c:pt idx="192">
                <c:v>0.2018692505988826</c:v>
              </c:pt>
              <c:pt idx="193">
                <c:v>0.2018692505988826</c:v>
              </c:pt>
              <c:pt idx="194">
                <c:v>0.2018692505988826</c:v>
              </c:pt>
              <c:pt idx="195">
                <c:v>0.2018692505988826</c:v>
              </c:pt>
              <c:pt idx="196">
                <c:v>0.2018692505988826</c:v>
              </c:pt>
              <c:pt idx="197">
                <c:v>0.2018692505988826</c:v>
              </c:pt>
              <c:pt idx="198">
                <c:v>0.2018692505988826</c:v>
              </c:pt>
              <c:pt idx="199">
                <c:v>0.2018692505988826</c:v>
              </c:pt>
              <c:pt idx="200">
                <c:v>0.2018692505988826</c:v>
              </c:pt>
              <c:pt idx="201">
                <c:v>0.2018692505988826</c:v>
              </c:pt>
              <c:pt idx="202">
                <c:v>0.2018692505988826</c:v>
              </c:pt>
              <c:pt idx="203">
                <c:v>0.2018692505988826</c:v>
              </c:pt>
              <c:pt idx="204">
                <c:v>0.2018692505988826</c:v>
              </c:pt>
              <c:pt idx="205">
                <c:v>0.2018692505988826</c:v>
              </c:pt>
              <c:pt idx="206">
                <c:v>0.2018692505988826</c:v>
              </c:pt>
              <c:pt idx="207">
                <c:v>0.2018692505988826</c:v>
              </c:pt>
              <c:pt idx="208">
                <c:v>0.2018692505988826</c:v>
              </c:pt>
              <c:pt idx="209">
                <c:v>0.2018692505988826</c:v>
              </c:pt>
              <c:pt idx="210">
                <c:v>0.2018692505988826</c:v>
              </c:pt>
              <c:pt idx="211">
                <c:v>0.2018692505988826</c:v>
              </c:pt>
              <c:pt idx="212">
                <c:v>0.2018692505988826</c:v>
              </c:pt>
              <c:pt idx="213">
                <c:v>0.2018692505988826</c:v>
              </c:pt>
              <c:pt idx="214">
                <c:v>0.2018692505988826</c:v>
              </c:pt>
              <c:pt idx="215">
                <c:v>0.2018692505988826</c:v>
              </c:pt>
              <c:pt idx="216">
                <c:v>0.2018692505988826</c:v>
              </c:pt>
              <c:pt idx="217">
                <c:v>0.2018692505988826</c:v>
              </c:pt>
              <c:pt idx="218">
                <c:v>0.2018692505988826</c:v>
              </c:pt>
              <c:pt idx="219">
                <c:v>0.2018692505988826</c:v>
              </c:pt>
              <c:pt idx="220">
                <c:v>0.2018692505988826</c:v>
              </c:pt>
              <c:pt idx="221">
                <c:v>0.2018692505988826</c:v>
              </c:pt>
              <c:pt idx="222">
                <c:v>0.2018692505988826</c:v>
              </c:pt>
              <c:pt idx="223">
                <c:v>0.2018692505988826</c:v>
              </c:pt>
              <c:pt idx="224">
                <c:v>0.2018692505988826</c:v>
              </c:pt>
              <c:pt idx="225">
                <c:v>0.2018692505988826</c:v>
              </c:pt>
              <c:pt idx="226">
                <c:v>0.2018692505988826</c:v>
              </c:pt>
              <c:pt idx="227">
                <c:v>0.2018692505988826</c:v>
              </c:pt>
              <c:pt idx="228">
                <c:v>0.2018692505988826</c:v>
              </c:pt>
              <c:pt idx="229">
                <c:v>0.2018692505988826</c:v>
              </c:pt>
              <c:pt idx="230">
                <c:v>0.2018692505988826</c:v>
              </c:pt>
              <c:pt idx="231">
                <c:v>0.2018692505988826</c:v>
              </c:pt>
              <c:pt idx="232">
                <c:v>0.2018692505988826</c:v>
              </c:pt>
              <c:pt idx="233">
                <c:v>0.2018692505988826</c:v>
              </c:pt>
              <c:pt idx="234">
                <c:v>0.2018692505988826</c:v>
              </c:pt>
              <c:pt idx="235">
                <c:v>0.2018692505988826</c:v>
              </c:pt>
              <c:pt idx="236">
                <c:v>0.2018692505988826</c:v>
              </c:pt>
              <c:pt idx="237">
                <c:v>0.2018692505988826</c:v>
              </c:pt>
              <c:pt idx="238">
                <c:v>0.2018692505988826</c:v>
              </c:pt>
              <c:pt idx="239">
                <c:v>0.2018692505988826</c:v>
              </c:pt>
              <c:pt idx="240">
                <c:v>0.2018692505988826</c:v>
              </c:pt>
              <c:pt idx="241">
                <c:v>0.2018692505988826</c:v>
              </c:pt>
              <c:pt idx="242">
                <c:v>0.2018692505988826</c:v>
              </c:pt>
              <c:pt idx="243">
                <c:v>0.2018692505988826</c:v>
              </c:pt>
              <c:pt idx="244">
                <c:v>0.2018692505988826</c:v>
              </c:pt>
              <c:pt idx="245">
                <c:v>0.2018692505988826</c:v>
              </c:pt>
              <c:pt idx="246">
                <c:v>0.2018692505988826</c:v>
              </c:pt>
              <c:pt idx="247">
                <c:v>0.2018692505988826</c:v>
              </c:pt>
              <c:pt idx="248">
                <c:v>0.2018692505988826</c:v>
              </c:pt>
              <c:pt idx="249">
                <c:v>0.2018692505988826</c:v>
              </c:pt>
              <c:pt idx="250">
                <c:v>0.2018692505988826</c:v>
              </c:pt>
              <c:pt idx="251">
                <c:v>0.2018692505988826</c:v>
              </c:pt>
              <c:pt idx="252">
                <c:v>0.2018692505988826</c:v>
              </c:pt>
              <c:pt idx="253">
                <c:v>0.2018692505988826</c:v>
              </c:pt>
              <c:pt idx="254">
                <c:v>0.2018692505988826</c:v>
              </c:pt>
              <c:pt idx="255">
                <c:v>0.2018692505988826</c:v>
              </c:pt>
              <c:pt idx="256">
                <c:v>0.2018692505988826</c:v>
              </c:pt>
              <c:pt idx="257">
                <c:v>0.2018692505988826</c:v>
              </c:pt>
              <c:pt idx="258">
                <c:v>0.2018692505988826</c:v>
              </c:pt>
              <c:pt idx="259">
                <c:v>0.2018692505988826</c:v>
              </c:pt>
              <c:pt idx="260">
                <c:v>0.2018692505988826</c:v>
              </c:pt>
              <c:pt idx="261">
                <c:v>0.2018692505988826</c:v>
              </c:pt>
              <c:pt idx="262">
                <c:v>0.2018692505988826</c:v>
              </c:pt>
              <c:pt idx="263">
                <c:v>0.2018692505988826</c:v>
              </c:pt>
              <c:pt idx="264">
                <c:v>0.2018692505988826</c:v>
              </c:pt>
              <c:pt idx="265">
                <c:v>0.2018692505988826</c:v>
              </c:pt>
              <c:pt idx="266">
                <c:v>0.2018692505988826</c:v>
              </c:pt>
              <c:pt idx="267">
                <c:v>0.2018692505988826</c:v>
              </c:pt>
              <c:pt idx="268">
                <c:v>0.2018692505988826</c:v>
              </c:pt>
              <c:pt idx="269">
                <c:v>0.2018692505988826</c:v>
              </c:pt>
              <c:pt idx="270">
                <c:v>0.2018692505988826</c:v>
              </c:pt>
              <c:pt idx="271">
                <c:v>0.2018692505988826</c:v>
              </c:pt>
              <c:pt idx="272">
                <c:v>0.2018692505988826</c:v>
              </c:pt>
              <c:pt idx="273">
                <c:v>0.2018692505988826</c:v>
              </c:pt>
              <c:pt idx="274">
                <c:v>0.2018692505988826</c:v>
              </c:pt>
              <c:pt idx="275">
                <c:v>0.2018692505988826</c:v>
              </c:pt>
              <c:pt idx="276">
                <c:v>0.2018692505988826</c:v>
              </c:pt>
              <c:pt idx="277">
                <c:v>0.2018692505988826</c:v>
              </c:pt>
              <c:pt idx="278">
                <c:v>0.2018692505988826</c:v>
              </c:pt>
              <c:pt idx="279">
                <c:v>0.2018692505988826</c:v>
              </c:pt>
              <c:pt idx="280">
                <c:v>0.2018692505988826</c:v>
              </c:pt>
              <c:pt idx="281">
                <c:v>0.2018692505988826</c:v>
              </c:pt>
              <c:pt idx="282">
                <c:v>0.2018692505988826</c:v>
              </c:pt>
              <c:pt idx="283">
                <c:v>0.2018692505988826</c:v>
              </c:pt>
              <c:pt idx="284">
                <c:v>0.2018692505988826</c:v>
              </c:pt>
              <c:pt idx="285">
                <c:v>0.2018692505988826</c:v>
              </c:pt>
              <c:pt idx="286">
                <c:v>0.2018692505988826</c:v>
              </c:pt>
              <c:pt idx="287">
                <c:v>0.2018692505988826</c:v>
              </c:pt>
              <c:pt idx="288">
                <c:v>0.2018692505988826</c:v>
              </c:pt>
              <c:pt idx="289">
                <c:v>0.2018692505988826</c:v>
              </c:pt>
              <c:pt idx="290">
                <c:v>0.2018692505988826</c:v>
              </c:pt>
              <c:pt idx="291">
                <c:v>0.2018692505988826</c:v>
              </c:pt>
              <c:pt idx="292">
                <c:v>0.2018692505988826</c:v>
              </c:pt>
              <c:pt idx="293">
                <c:v>0.2018692505988826</c:v>
              </c:pt>
              <c:pt idx="294">
                <c:v>0.2018692505988826</c:v>
              </c:pt>
              <c:pt idx="295">
                <c:v>0.2018692505988826</c:v>
              </c:pt>
              <c:pt idx="296">
                <c:v>0.2018692505988826</c:v>
              </c:pt>
              <c:pt idx="297">
                <c:v>0.2018692505988826</c:v>
              </c:pt>
              <c:pt idx="298">
                <c:v>0.2018692505988826</c:v>
              </c:pt>
              <c:pt idx="299">
                <c:v>0.2018692505988826</c:v>
              </c:pt>
              <c:pt idx="300">
                <c:v>0.2018692505988826</c:v>
              </c:pt>
              <c:pt idx="301">
                <c:v>0.2018692505988826</c:v>
              </c:pt>
              <c:pt idx="302">
                <c:v>0.2018692505988826</c:v>
              </c:pt>
              <c:pt idx="303">
                <c:v>0.2018692505988826</c:v>
              </c:pt>
              <c:pt idx="304">
                <c:v>0.2018692505988826</c:v>
              </c:pt>
              <c:pt idx="305">
                <c:v>0.2018692505988826</c:v>
              </c:pt>
              <c:pt idx="306">
                <c:v>0.2018692505988826</c:v>
              </c:pt>
              <c:pt idx="307">
                <c:v>0.2018692505988826</c:v>
              </c:pt>
              <c:pt idx="308">
                <c:v>0.2018692505988826</c:v>
              </c:pt>
              <c:pt idx="309">
                <c:v>0.2018692505988826</c:v>
              </c:pt>
              <c:pt idx="310">
                <c:v>0.2018692505988826</c:v>
              </c:pt>
              <c:pt idx="311">
                <c:v>0.2018692505988826</c:v>
              </c:pt>
              <c:pt idx="312">
                <c:v>0.2018692505988826</c:v>
              </c:pt>
              <c:pt idx="313">
                <c:v>0.2018692505988826</c:v>
              </c:pt>
              <c:pt idx="314">
                <c:v>0.2018692505988826</c:v>
              </c:pt>
              <c:pt idx="315">
                <c:v>0.2018692505988826</c:v>
              </c:pt>
              <c:pt idx="316">
                <c:v>0.2018692505988826</c:v>
              </c:pt>
              <c:pt idx="317">
                <c:v>0.2018692505988826</c:v>
              </c:pt>
              <c:pt idx="318">
                <c:v>0.2018692505988826</c:v>
              </c:pt>
              <c:pt idx="319">
                <c:v>0.2018692505988826</c:v>
              </c:pt>
              <c:pt idx="320">
                <c:v>0.2018692505988826</c:v>
              </c:pt>
              <c:pt idx="321">
                <c:v>0.2018692505988826</c:v>
              </c:pt>
              <c:pt idx="322">
                <c:v>0.2018692505988826</c:v>
              </c:pt>
              <c:pt idx="323">
                <c:v>0.2018692505988826</c:v>
              </c:pt>
              <c:pt idx="324">
                <c:v>0.2018692505988826</c:v>
              </c:pt>
              <c:pt idx="325">
                <c:v>0.2018692505988826</c:v>
              </c:pt>
              <c:pt idx="326">
                <c:v>0.2018692505988826</c:v>
              </c:pt>
              <c:pt idx="327">
                <c:v>0.2018692505988826</c:v>
              </c:pt>
              <c:pt idx="328">
                <c:v>0.2018692505988826</c:v>
              </c:pt>
              <c:pt idx="329">
                <c:v>0.2018692505988826</c:v>
              </c:pt>
              <c:pt idx="330">
                <c:v>0.2018692505988826</c:v>
              </c:pt>
              <c:pt idx="331">
                <c:v>0.2018692505988826</c:v>
              </c:pt>
              <c:pt idx="332">
                <c:v>0.2018692505988826</c:v>
              </c:pt>
              <c:pt idx="333">
                <c:v>0.2018692505988826</c:v>
              </c:pt>
              <c:pt idx="334">
                <c:v>0.2018692505988826</c:v>
              </c:pt>
              <c:pt idx="335">
                <c:v>0.2018692505988826</c:v>
              </c:pt>
              <c:pt idx="336">
                <c:v>0.2018692505988826</c:v>
              </c:pt>
              <c:pt idx="337">
                <c:v>0.2018692505988826</c:v>
              </c:pt>
              <c:pt idx="338">
                <c:v>0.2018692505988826</c:v>
              </c:pt>
              <c:pt idx="339">
                <c:v>0.2018692505988826</c:v>
              </c:pt>
              <c:pt idx="340">
                <c:v>0.2018692505988826</c:v>
              </c:pt>
              <c:pt idx="341">
                <c:v>0.2018692505988826</c:v>
              </c:pt>
              <c:pt idx="342">
                <c:v>0.2018692505988826</c:v>
              </c:pt>
              <c:pt idx="343">
                <c:v>0.2018692505988826</c:v>
              </c:pt>
              <c:pt idx="344">
                <c:v>0.2018692505988826</c:v>
              </c:pt>
              <c:pt idx="345">
                <c:v>0.2018692505988826</c:v>
              </c:pt>
              <c:pt idx="346">
                <c:v>0.2018692505988826</c:v>
              </c:pt>
              <c:pt idx="347">
                <c:v>0.2018692505988826</c:v>
              </c:pt>
              <c:pt idx="348">
                <c:v>0.2018692505988826</c:v>
              </c:pt>
              <c:pt idx="349">
                <c:v>0.2018692505988826</c:v>
              </c:pt>
              <c:pt idx="350">
                <c:v>0.2018692505988826</c:v>
              </c:pt>
              <c:pt idx="351">
                <c:v>0.2018692505988826</c:v>
              </c:pt>
              <c:pt idx="352">
                <c:v>0.2018692505988826</c:v>
              </c:pt>
              <c:pt idx="353">
                <c:v>0.2018692505988826</c:v>
              </c:pt>
              <c:pt idx="354">
                <c:v>0.2018692505988826</c:v>
              </c:pt>
              <c:pt idx="355">
                <c:v>0.2018692505988826</c:v>
              </c:pt>
              <c:pt idx="356">
                <c:v>0.2018692505988826</c:v>
              </c:pt>
              <c:pt idx="357">
                <c:v>0.2018692505988826</c:v>
              </c:pt>
              <c:pt idx="358">
                <c:v>0.2018692505988826</c:v>
              </c:pt>
              <c:pt idx="359">
                <c:v>0.2018692505988826</c:v>
              </c:pt>
              <c:pt idx="360">
                <c:v>0.2018692505988826</c:v>
              </c:pt>
              <c:pt idx="361">
                <c:v>0.2018692505988826</c:v>
              </c:pt>
              <c:pt idx="362">
                <c:v>0.2018692505988826</c:v>
              </c:pt>
              <c:pt idx="363">
                <c:v>0.2018692505988826</c:v>
              </c:pt>
              <c:pt idx="364">
                <c:v>0.2018692505988826</c:v>
              </c:pt>
              <c:pt idx="365">
                <c:v>0.2018692505988826</c:v>
              </c:pt>
              <c:pt idx="366">
                <c:v>0.2018692505988826</c:v>
              </c:pt>
              <c:pt idx="367">
                <c:v>0.2018692505988826</c:v>
              </c:pt>
              <c:pt idx="368">
                <c:v>0.2018692505988826</c:v>
              </c:pt>
              <c:pt idx="369">
                <c:v>0.2018692505988826</c:v>
              </c:pt>
              <c:pt idx="370">
                <c:v>0.2018692505988826</c:v>
              </c:pt>
              <c:pt idx="371">
                <c:v>0.2018692505988826</c:v>
              </c:pt>
              <c:pt idx="372">
                <c:v>0.2018692505988826</c:v>
              </c:pt>
              <c:pt idx="373">
                <c:v>0.2018692505988826</c:v>
              </c:pt>
              <c:pt idx="374">
                <c:v>0.2018692505988826</c:v>
              </c:pt>
              <c:pt idx="375">
                <c:v>0.2018692505988826</c:v>
              </c:pt>
              <c:pt idx="376">
                <c:v>0.2018692505988826</c:v>
              </c:pt>
              <c:pt idx="377">
                <c:v>0.2018692505988826</c:v>
              </c:pt>
              <c:pt idx="378">
                <c:v>0.2018692505988826</c:v>
              </c:pt>
              <c:pt idx="379">
                <c:v>0.2018692505988826</c:v>
              </c:pt>
              <c:pt idx="380">
                <c:v>0.2018692505988826</c:v>
              </c:pt>
              <c:pt idx="381">
                <c:v>0.2018692505988826</c:v>
              </c:pt>
              <c:pt idx="382">
                <c:v>0.2018692505988826</c:v>
              </c:pt>
              <c:pt idx="383">
                <c:v>0.2018692505988826</c:v>
              </c:pt>
              <c:pt idx="384">
                <c:v>0.2018692505988826</c:v>
              </c:pt>
              <c:pt idx="385">
                <c:v>0.2018692505988826</c:v>
              </c:pt>
              <c:pt idx="386">
                <c:v>0.2018692505988826</c:v>
              </c:pt>
              <c:pt idx="387">
                <c:v>0.2018692505988826</c:v>
              </c:pt>
              <c:pt idx="388">
                <c:v>0.2018692505988826</c:v>
              </c:pt>
              <c:pt idx="389">
                <c:v>0.2018692505988826</c:v>
              </c:pt>
              <c:pt idx="390">
                <c:v>0.2018692505988826</c:v>
              </c:pt>
              <c:pt idx="391">
                <c:v>0.2018692505988826</c:v>
              </c:pt>
              <c:pt idx="392">
                <c:v>0.2018692505988826</c:v>
              </c:pt>
              <c:pt idx="393">
                <c:v>0.2018692505988826</c:v>
              </c:pt>
              <c:pt idx="394">
                <c:v>0.2018692505988826</c:v>
              </c:pt>
              <c:pt idx="395">
                <c:v>0.2018692505988826</c:v>
              </c:pt>
              <c:pt idx="396">
                <c:v>0.2018692505988826</c:v>
              </c:pt>
              <c:pt idx="397">
                <c:v>0.2018692505988826</c:v>
              </c:pt>
              <c:pt idx="398">
                <c:v>0.2018692505988826</c:v>
              </c:pt>
              <c:pt idx="399">
                <c:v>0.2018692505988826</c:v>
              </c:pt>
              <c:pt idx="400">
                <c:v>0.2018692505988826</c:v>
              </c:pt>
              <c:pt idx="401">
                <c:v>0.2018692505988826</c:v>
              </c:pt>
              <c:pt idx="402">
                <c:v>0.2018692505988826</c:v>
              </c:pt>
              <c:pt idx="403">
                <c:v>0.2018692505988826</c:v>
              </c:pt>
              <c:pt idx="404">
                <c:v>0.2018692505988826</c:v>
              </c:pt>
              <c:pt idx="405">
                <c:v>0.2018692505988826</c:v>
              </c:pt>
              <c:pt idx="406">
                <c:v>0.2018692505988826</c:v>
              </c:pt>
              <c:pt idx="407">
                <c:v>0.2018692505988826</c:v>
              </c:pt>
              <c:pt idx="408">
                <c:v>0.2018692505988826</c:v>
              </c:pt>
              <c:pt idx="409">
                <c:v>0.2018692505988826</c:v>
              </c:pt>
              <c:pt idx="410">
                <c:v>0.2018692505988826</c:v>
              </c:pt>
              <c:pt idx="411">
                <c:v>0.2018692505988826</c:v>
              </c:pt>
              <c:pt idx="412">
                <c:v>0.2018692505988826</c:v>
              </c:pt>
              <c:pt idx="413">
                <c:v>0.2018692505988826</c:v>
              </c:pt>
              <c:pt idx="414">
                <c:v>0.2018692505988826</c:v>
              </c:pt>
              <c:pt idx="415">
                <c:v>0.2018692505988826</c:v>
              </c:pt>
              <c:pt idx="416">
                <c:v>0.2018692505988826</c:v>
              </c:pt>
              <c:pt idx="417">
                <c:v>0.2018692505988826</c:v>
              </c:pt>
              <c:pt idx="418">
                <c:v>0.2018692505988826</c:v>
              </c:pt>
              <c:pt idx="419">
                <c:v>0.2018692505988826</c:v>
              </c:pt>
              <c:pt idx="420">
                <c:v>0.2018692505988826</c:v>
              </c:pt>
              <c:pt idx="421">
                <c:v>0.2018692505988826</c:v>
              </c:pt>
              <c:pt idx="422">
                <c:v>0.2018692505988826</c:v>
              </c:pt>
              <c:pt idx="423">
                <c:v>0.2018692505988826</c:v>
              </c:pt>
              <c:pt idx="424">
                <c:v>0.2018692505988826</c:v>
              </c:pt>
              <c:pt idx="425">
                <c:v>0.2018692505988826</c:v>
              </c:pt>
              <c:pt idx="426">
                <c:v>0.2018692505988826</c:v>
              </c:pt>
              <c:pt idx="427">
                <c:v>0.2018692505988826</c:v>
              </c:pt>
              <c:pt idx="428">
                <c:v>0.2018692505988826</c:v>
              </c:pt>
              <c:pt idx="429">
                <c:v>0.2018692505988826</c:v>
              </c:pt>
              <c:pt idx="430">
                <c:v>0.2018692505988826</c:v>
              </c:pt>
              <c:pt idx="431">
                <c:v>0.2018692505988826</c:v>
              </c:pt>
              <c:pt idx="432">
                <c:v>0.2018692505988826</c:v>
              </c:pt>
              <c:pt idx="433">
                <c:v>0.2018692505988826</c:v>
              </c:pt>
              <c:pt idx="434">
                <c:v>0.2018692505988826</c:v>
              </c:pt>
              <c:pt idx="435">
                <c:v>0.2018692505988826</c:v>
              </c:pt>
              <c:pt idx="436">
                <c:v>0.2018692505988826</c:v>
              </c:pt>
              <c:pt idx="437">
                <c:v>0.2018692505988826</c:v>
              </c:pt>
              <c:pt idx="438">
                <c:v>0.2018692505988826</c:v>
              </c:pt>
              <c:pt idx="439">
                <c:v>0.2018692505988826</c:v>
              </c:pt>
              <c:pt idx="440">
                <c:v>0.2018692505988826</c:v>
              </c:pt>
              <c:pt idx="441">
                <c:v>0.2018692505988826</c:v>
              </c:pt>
              <c:pt idx="442">
                <c:v>0.2018692505988826</c:v>
              </c:pt>
              <c:pt idx="443">
                <c:v>0.2018692505988826</c:v>
              </c:pt>
              <c:pt idx="444">
                <c:v>0.2018692505988826</c:v>
              </c:pt>
              <c:pt idx="445">
                <c:v>0.2018692505988826</c:v>
              </c:pt>
              <c:pt idx="446">
                <c:v>0.2018692505988826</c:v>
              </c:pt>
              <c:pt idx="447">
                <c:v>0.2018692505988826</c:v>
              </c:pt>
              <c:pt idx="448">
                <c:v>0.2018692505988826</c:v>
              </c:pt>
              <c:pt idx="449">
                <c:v>0.2018692505988826</c:v>
              </c:pt>
            </c:numLit>
          </c:yVal>
          <c:smooth val="0"/>
        </c:ser>
        <c:ser>
          <c:idx val="6"/>
          <c:order val="6"/>
          <c:tx>
            <c:v>Same order, optimal filling</c:v>
          </c:tx>
          <c:spPr>
            <a:noFill xmlns:a="http://schemas.openxmlformats.org/drawingml/2006/main"/>
            <a:ln xmlns:a="http://schemas.openxmlformats.org/drawingml/2006/main" w="0">
              <a:noFill/>
              <a:prstDash val="solid"/>
            </a:ln>
          </c:spPr>
          <c:marker>
            <c:symbol val="circle"/>
            <c:size val="7"/>
            <c:spPr>
              <a:solidFill xmlns:a="http://schemas.openxmlformats.org/drawingml/2006/main">
                <a:srgbClr val="009E73"/>
              </a:solidFill>
            </c:spPr>
          </c:marker>
          <c:xVal>
            <c:numLit>
              <c:formatCode>General</c:formatCode>
              <c:ptCount val="450"/>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c:v>
              </c:pt>
              <c:pt idx="147">
                <c:v>0</c:v>
              </c:pt>
              <c:pt idx="148">
                <c:v>0</c:v>
              </c:pt>
              <c:pt idx="149">
                <c:v>0</c:v>
              </c:pt>
              <c:pt idx="150">
                <c:v>0</c:v>
              </c:pt>
              <c:pt idx="151">
                <c:v>0</c:v>
              </c:pt>
              <c:pt idx="152">
                <c:v>0</c:v>
              </c:pt>
              <c:pt idx="153">
                <c:v>0</c:v>
              </c:pt>
              <c:pt idx="154">
                <c:v>0</c:v>
              </c:pt>
              <c:pt idx="155">
                <c:v>0</c:v>
              </c:pt>
              <c:pt idx="156">
                <c:v>0</c:v>
              </c:pt>
              <c:pt idx="157">
                <c:v>0</c:v>
              </c:pt>
              <c:pt idx="158">
                <c:v>0</c:v>
              </c:pt>
              <c:pt idx="159">
                <c:v>0</c:v>
              </c:pt>
              <c:pt idx="160">
                <c:v>0</c:v>
              </c:pt>
              <c:pt idx="161">
                <c:v>0</c:v>
              </c:pt>
              <c:pt idx="162">
                <c:v>0</c:v>
              </c:pt>
              <c:pt idx="163">
                <c:v>0</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numLit>
          </c:xVal>
          <c:yVal>
            <c:numLit>
              <c:formatCode>0.0</c:formatCode>
              <c:ptCount val="450"/>
              <c:pt idx="0">
                <c:v>4.336819044442811</c:v>
              </c:pt>
              <c:pt idx="1">
                <c:v>4.336819044442811</c:v>
              </c:pt>
              <c:pt idx="2">
                <c:v>4.336819044442811</c:v>
              </c:pt>
              <c:pt idx="3">
                <c:v>4.336819044442811</c:v>
              </c:pt>
              <c:pt idx="4">
                <c:v>4.336819044442811</c:v>
              </c:pt>
              <c:pt idx="5">
                <c:v>4.336819044442811</c:v>
              </c:pt>
              <c:pt idx="6">
                <c:v>4.336819044442811</c:v>
              </c:pt>
              <c:pt idx="7">
                <c:v>4.336819044442811</c:v>
              </c:pt>
              <c:pt idx="8">
                <c:v>4.336819044442811</c:v>
              </c:pt>
              <c:pt idx="9">
                <c:v>4.336819044442811</c:v>
              </c:pt>
              <c:pt idx="10">
                <c:v>4.336819044442811</c:v>
              </c:pt>
              <c:pt idx="11">
                <c:v>4.336819044442811</c:v>
              </c:pt>
              <c:pt idx="12">
                <c:v>4.336819044442811</c:v>
              </c:pt>
              <c:pt idx="13">
                <c:v>4.336819044442811</c:v>
              </c:pt>
              <c:pt idx="14">
                <c:v>4.336819044442811</c:v>
              </c:pt>
              <c:pt idx="15">
                <c:v>4.336819044442811</c:v>
              </c:pt>
              <c:pt idx="16">
                <c:v>4.336819044442811</c:v>
              </c:pt>
              <c:pt idx="17">
                <c:v>4.336819044442811</c:v>
              </c:pt>
              <c:pt idx="18">
                <c:v>4.336819044442811</c:v>
              </c:pt>
              <c:pt idx="19">
                <c:v>4.336819044442811</c:v>
              </c:pt>
              <c:pt idx="20">
                <c:v>4.336819044442811</c:v>
              </c:pt>
              <c:pt idx="21">
                <c:v>4.336819044442811</c:v>
              </c:pt>
              <c:pt idx="22">
                <c:v>4.336819044442811</c:v>
              </c:pt>
              <c:pt idx="23">
                <c:v>4.336819044442811</c:v>
              </c:pt>
              <c:pt idx="24">
                <c:v>4.336819044442811</c:v>
              </c:pt>
              <c:pt idx="25">
                <c:v>4.336819044442811</c:v>
              </c:pt>
              <c:pt idx="26">
                <c:v>4.336819044442811</c:v>
              </c:pt>
              <c:pt idx="27">
                <c:v>4.336819044442811</c:v>
              </c:pt>
              <c:pt idx="28">
                <c:v>4.336819044442811</c:v>
              </c:pt>
              <c:pt idx="29">
                <c:v>4.336819044442811</c:v>
              </c:pt>
              <c:pt idx="30">
                <c:v>4.336819044442811</c:v>
              </c:pt>
              <c:pt idx="31">
                <c:v>4.336819044442811</c:v>
              </c:pt>
              <c:pt idx="32">
                <c:v>4.336819044442811</c:v>
              </c:pt>
              <c:pt idx="33">
                <c:v>4.336819044442811</c:v>
              </c:pt>
              <c:pt idx="34">
                <c:v>4.336819044442811</c:v>
              </c:pt>
              <c:pt idx="35">
                <c:v>4.336819044442811</c:v>
              </c:pt>
              <c:pt idx="36">
                <c:v>4.336819044442811</c:v>
              </c:pt>
              <c:pt idx="37">
                <c:v>4.336819044442811</c:v>
              </c:pt>
              <c:pt idx="38">
                <c:v>4.336819044442811</c:v>
              </c:pt>
              <c:pt idx="39">
                <c:v>4.336819044442811</c:v>
              </c:pt>
              <c:pt idx="40">
                <c:v>4.336819044442811</c:v>
              </c:pt>
              <c:pt idx="41">
                <c:v>4.336819044442811</c:v>
              </c:pt>
              <c:pt idx="42">
                <c:v>4.336819044442811</c:v>
              </c:pt>
              <c:pt idx="43">
                <c:v>4.336819044442811</c:v>
              </c:pt>
              <c:pt idx="44">
                <c:v>4.336819044442811</c:v>
              </c:pt>
              <c:pt idx="45">
                <c:v>4.336819044442811</c:v>
              </c:pt>
              <c:pt idx="46">
                <c:v>4.336819044442811</c:v>
              </c:pt>
              <c:pt idx="47">
                <c:v>4.336819044442811</c:v>
              </c:pt>
              <c:pt idx="48">
                <c:v>4.336819044442811</c:v>
              </c:pt>
              <c:pt idx="49">
                <c:v>4.336819044442811</c:v>
              </c:pt>
              <c:pt idx="50">
                <c:v>4.336819044442811</c:v>
              </c:pt>
              <c:pt idx="51">
                <c:v>4.336819044442811</c:v>
              </c:pt>
              <c:pt idx="52">
                <c:v>4.336819044442811</c:v>
              </c:pt>
              <c:pt idx="53">
                <c:v>4.336819044442811</c:v>
              </c:pt>
              <c:pt idx="54">
                <c:v>4.336819044442811</c:v>
              </c:pt>
              <c:pt idx="55">
                <c:v>4.336819044442811</c:v>
              </c:pt>
              <c:pt idx="56">
                <c:v>4.336819044442811</c:v>
              </c:pt>
              <c:pt idx="57">
                <c:v>4.336819044442811</c:v>
              </c:pt>
              <c:pt idx="58">
                <c:v>4.336819044442811</c:v>
              </c:pt>
              <c:pt idx="59">
                <c:v>4.336819044442811</c:v>
              </c:pt>
              <c:pt idx="60">
                <c:v>4.336819044442811</c:v>
              </c:pt>
              <c:pt idx="61">
                <c:v>4.336819044442811</c:v>
              </c:pt>
              <c:pt idx="62">
                <c:v>4.336819044442811</c:v>
              </c:pt>
              <c:pt idx="63">
                <c:v>4.336819044442811</c:v>
              </c:pt>
              <c:pt idx="64">
                <c:v>4.336819044442811</c:v>
              </c:pt>
              <c:pt idx="65">
                <c:v>4.336819044442811</c:v>
              </c:pt>
              <c:pt idx="66">
                <c:v>4.336819044442811</c:v>
              </c:pt>
              <c:pt idx="67">
                <c:v>4.336819044442811</c:v>
              </c:pt>
              <c:pt idx="68">
                <c:v>4.336819044442811</c:v>
              </c:pt>
              <c:pt idx="69">
                <c:v>4.336819044442811</c:v>
              </c:pt>
              <c:pt idx="70">
                <c:v>4.336819044442811</c:v>
              </c:pt>
              <c:pt idx="71">
                <c:v>4.336819044442811</c:v>
              </c:pt>
              <c:pt idx="72">
                <c:v>4.336819044442811</c:v>
              </c:pt>
              <c:pt idx="73">
                <c:v>4.336819044442811</c:v>
              </c:pt>
              <c:pt idx="74">
                <c:v>4.336819044442811</c:v>
              </c:pt>
              <c:pt idx="75">
                <c:v>4.336819044442811</c:v>
              </c:pt>
              <c:pt idx="76">
                <c:v>4.336819044442811</c:v>
              </c:pt>
              <c:pt idx="77">
                <c:v>4.336819044442811</c:v>
              </c:pt>
              <c:pt idx="78">
                <c:v>4.336819044442811</c:v>
              </c:pt>
              <c:pt idx="79">
                <c:v>4.336819044442811</c:v>
              </c:pt>
              <c:pt idx="80">
                <c:v>4.336819044442811</c:v>
              </c:pt>
              <c:pt idx="81">
                <c:v>4.336819044442811</c:v>
              </c:pt>
              <c:pt idx="82">
                <c:v>4.336819044442811</c:v>
              </c:pt>
              <c:pt idx="83">
                <c:v>4.336819044442811</c:v>
              </c:pt>
              <c:pt idx="84">
                <c:v>4.336819044442811</c:v>
              </c:pt>
              <c:pt idx="85">
                <c:v>4.336819044442811</c:v>
              </c:pt>
              <c:pt idx="86">
                <c:v>4.336819044442811</c:v>
              </c:pt>
              <c:pt idx="87">
                <c:v>4.336819044442811</c:v>
              </c:pt>
              <c:pt idx="88">
                <c:v>4.336819044442811</c:v>
              </c:pt>
              <c:pt idx="89">
                <c:v>4.336819044442811</c:v>
              </c:pt>
              <c:pt idx="90">
                <c:v>4.336819044442811</c:v>
              </c:pt>
              <c:pt idx="91">
                <c:v>4.336819044442811</c:v>
              </c:pt>
              <c:pt idx="92">
                <c:v>4.336819044442811</c:v>
              </c:pt>
              <c:pt idx="93">
                <c:v>4.336819044442811</c:v>
              </c:pt>
              <c:pt idx="94">
                <c:v>4.336819044442811</c:v>
              </c:pt>
              <c:pt idx="95">
                <c:v>4.336819044442811</c:v>
              </c:pt>
              <c:pt idx="96">
                <c:v>4.336819044442811</c:v>
              </c:pt>
              <c:pt idx="97">
                <c:v>4.336819044442811</c:v>
              </c:pt>
              <c:pt idx="98">
                <c:v>4.336819044442811</c:v>
              </c:pt>
              <c:pt idx="99">
                <c:v>4.336819044442811</c:v>
              </c:pt>
              <c:pt idx="100">
                <c:v>4.336819044442811</c:v>
              </c:pt>
              <c:pt idx="101">
                <c:v>4.336819044442811</c:v>
              </c:pt>
              <c:pt idx="102">
                <c:v>4.336819044442811</c:v>
              </c:pt>
              <c:pt idx="103">
                <c:v>4.336819044442811</c:v>
              </c:pt>
              <c:pt idx="104">
                <c:v>4.336819044442811</c:v>
              </c:pt>
              <c:pt idx="105">
                <c:v>4.336819044442811</c:v>
              </c:pt>
              <c:pt idx="106">
                <c:v>4.336819044442811</c:v>
              </c:pt>
              <c:pt idx="107">
                <c:v>4.336819044442811</c:v>
              </c:pt>
              <c:pt idx="108">
                <c:v>4.336819044442811</c:v>
              </c:pt>
              <c:pt idx="109">
                <c:v>4.336819044442811</c:v>
              </c:pt>
              <c:pt idx="110">
                <c:v>4.336819044442811</c:v>
              </c:pt>
              <c:pt idx="111">
                <c:v>4.336819044442811</c:v>
              </c:pt>
              <c:pt idx="112">
                <c:v>4.336819044442811</c:v>
              </c:pt>
              <c:pt idx="113">
                <c:v>4.336819044442811</c:v>
              </c:pt>
              <c:pt idx="114">
                <c:v>4.336819044442811</c:v>
              </c:pt>
              <c:pt idx="115">
                <c:v>4.336819044442811</c:v>
              </c:pt>
              <c:pt idx="116">
                <c:v>4.336819044442811</c:v>
              </c:pt>
              <c:pt idx="117">
                <c:v>4.336819044442811</c:v>
              </c:pt>
              <c:pt idx="118">
                <c:v>4.336819044442811</c:v>
              </c:pt>
              <c:pt idx="119">
                <c:v>4.336819044442811</c:v>
              </c:pt>
              <c:pt idx="120">
                <c:v>4.336819044442811</c:v>
              </c:pt>
              <c:pt idx="121">
                <c:v>4.336819044442811</c:v>
              </c:pt>
              <c:pt idx="122">
                <c:v>4.336819044442811</c:v>
              </c:pt>
              <c:pt idx="123">
                <c:v>4.336819044442811</c:v>
              </c:pt>
              <c:pt idx="124">
                <c:v>4.336819044442811</c:v>
              </c:pt>
              <c:pt idx="125">
                <c:v>4.336819044442811</c:v>
              </c:pt>
              <c:pt idx="126">
                <c:v>4.336819044442811</c:v>
              </c:pt>
              <c:pt idx="127">
                <c:v>4.336819044442811</c:v>
              </c:pt>
              <c:pt idx="128">
                <c:v>4.336819044442811</c:v>
              </c:pt>
              <c:pt idx="129">
                <c:v>4.336819044442811</c:v>
              </c:pt>
              <c:pt idx="130">
                <c:v>4.336819044442811</c:v>
              </c:pt>
              <c:pt idx="131">
                <c:v>4.336819044442811</c:v>
              </c:pt>
              <c:pt idx="132">
                <c:v>4.336819044442811</c:v>
              </c:pt>
              <c:pt idx="133">
                <c:v>4.336819044442811</c:v>
              </c:pt>
              <c:pt idx="134">
                <c:v>4.336819044442811</c:v>
              </c:pt>
              <c:pt idx="135">
                <c:v>4.336819044442811</c:v>
              </c:pt>
              <c:pt idx="136">
                <c:v>4.336819044442811</c:v>
              </c:pt>
              <c:pt idx="137">
                <c:v>4.336819044442811</c:v>
              </c:pt>
              <c:pt idx="138">
                <c:v>4.336819044442811</c:v>
              </c:pt>
              <c:pt idx="139">
                <c:v>4.336819044442811</c:v>
              </c:pt>
              <c:pt idx="140">
                <c:v>4.336819044442811</c:v>
              </c:pt>
              <c:pt idx="141">
                <c:v>4.336819044442811</c:v>
              </c:pt>
              <c:pt idx="142">
                <c:v>4.336819044442811</c:v>
              </c:pt>
              <c:pt idx="143">
                <c:v>4.336819044442811</c:v>
              </c:pt>
              <c:pt idx="144">
                <c:v>4.336819044442811</c:v>
              </c:pt>
              <c:pt idx="145">
                <c:v>4.336819044442811</c:v>
              </c:pt>
              <c:pt idx="146">
                <c:v>4.336819044442811</c:v>
              </c:pt>
              <c:pt idx="147">
                <c:v>4.336819044442811</c:v>
              </c:pt>
              <c:pt idx="148">
                <c:v>4.336819044442811</c:v>
              </c:pt>
              <c:pt idx="149">
                <c:v>4.336819044442811</c:v>
              </c:pt>
              <c:pt idx="150">
                <c:v>4.336819044442811</c:v>
              </c:pt>
              <c:pt idx="151">
                <c:v>4.336819044442811</c:v>
              </c:pt>
              <c:pt idx="152">
                <c:v>4.336819044442811</c:v>
              </c:pt>
              <c:pt idx="153">
                <c:v>4.336819044442811</c:v>
              </c:pt>
              <c:pt idx="154">
                <c:v>4.336819044442811</c:v>
              </c:pt>
              <c:pt idx="155">
                <c:v>4.336819044442811</c:v>
              </c:pt>
              <c:pt idx="156">
                <c:v>4.336819044442811</c:v>
              </c:pt>
              <c:pt idx="157">
                <c:v>4.336819044442811</c:v>
              </c:pt>
              <c:pt idx="158">
                <c:v>4.336819044442811</c:v>
              </c:pt>
              <c:pt idx="159">
                <c:v>4.336819044442811</c:v>
              </c:pt>
              <c:pt idx="160">
                <c:v>4.336819044442811</c:v>
              </c:pt>
              <c:pt idx="161">
                <c:v>4.336819044442811</c:v>
              </c:pt>
              <c:pt idx="162">
                <c:v>4.336819044442811</c:v>
              </c:pt>
              <c:pt idx="163">
                <c:v>4.336819044442811</c:v>
              </c:pt>
              <c:pt idx="164">
                <c:v>4.336819044442811</c:v>
              </c:pt>
              <c:pt idx="165">
                <c:v>4.336819044442811</c:v>
              </c:pt>
              <c:pt idx="166">
                <c:v>4.336819044442811</c:v>
              </c:pt>
              <c:pt idx="167">
                <c:v>4.336819044442811</c:v>
              </c:pt>
              <c:pt idx="168">
                <c:v>4.336819044442811</c:v>
              </c:pt>
              <c:pt idx="169">
                <c:v>4.336819044442811</c:v>
              </c:pt>
              <c:pt idx="170">
                <c:v>4.336819044442811</c:v>
              </c:pt>
              <c:pt idx="171">
                <c:v>4.336819044442811</c:v>
              </c:pt>
              <c:pt idx="172">
                <c:v>4.336819044442811</c:v>
              </c:pt>
              <c:pt idx="173">
                <c:v>4.336819044442811</c:v>
              </c:pt>
              <c:pt idx="174">
                <c:v>4.336819044442811</c:v>
              </c:pt>
              <c:pt idx="175">
                <c:v>4.336819044442811</c:v>
              </c:pt>
              <c:pt idx="176">
                <c:v>4.336819044442811</c:v>
              </c:pt>
              <c:pt idx="177">
                <c:v>4.336819044442811</c:v>
              </c:pt>
              <c:pt idx="178">
                <c:v>4.336819044442811</c:v>
              </c:pt>
              <c:pt idx="179">
                <c:v>4.336819044442811</c:v>
              </c:pt>
              <c:pt idx="180">
                <c:v>4.336819044442811</c:v>
              </c:pt>
              <c:pt idx="181">
                <c:v>4.336819044442811</c:v>
              </c:pt>
              <c:pt idx="182">
                <c:v>4.336819044442811</c:v>
              </c:pt>
              <c:pt idx="183">
                <c:v>4.336819044442811</c:v>
              </c:pt>
              <c:pt idx="184">
                <c:v>4.336819044442811</c:v>
              </c:pt>
              <c:pt idx="185">
                <c:v>4.336819044442811</c:v>
              </c:pt>
              <c:pt idx="186">
                <c:v>4.336819044442811</c:v>
              </c:pt>
              <c:pt idx="187">
                <c:v>4.336819044442811</c:v>
              </c:pt>
              <c:pt idx="188">
                <c:v>4.336819044442811</c:v>
              </c:pt>
              <c:pt idx="189">
                <c:v>4.336819044442811</c:v>
              </c:pt>
              <c:pt idx="190">
                <c:v>4.336819044442811</c:v>
              </c:pt>
              <c:pt idx="191">
                <c:v>4.336819044442811</c:v>
              </c:pt>
              <c:pt idx="192">
                <c:v>4.336819044442811</c:v>
              </c:pt>
              <c:pt idx="193">
                <c:v>4.336819044442811</c:v>
              </c:pt>
              <c:pt idx="194">
                <c:v>4.336819044442811</c:v>
              </c:pt>
              <c:pt idx="195">
                <c:v>4.336819044442811</c:v>
              </c:pt>
              <c:pt idx="196">
                <c:v>4.336819044442811</c:v>
              </c:pt>
              <c:pt idx="197">
                <c:v>4.336819044442811</c:v>
              </c:pt>
              <c:pt idx="198">
                <c:v>4.336819044442811</c:v>
              </c:pt>
              <c:pt idx="199">
                <c:v>4.336819044442811</c:v>
              </c:pt>
              <c:pt idx="200">
                <c:v>4.336819044442811</c:v>
              </c:pt>
              <c:pt idx="201">
                <c:v>4.336819044442811</c:v>
              </c:pt>
              <c:pt idx="202">
                <c:v>4.336819044442811</c:v>
              </c:pt>
              <c:pt idx="203">
                <c:v>4.336819044442811</c:v>
              </c:pt>
              <c:pt idx="204">
                <c:v>4.336819044442811</c:v>
              </c:pt>
              <c:pt idx="205">
                <c:v>4.336819044442811</c:v>
              </c:pt>
              <c:pt idx="206">
                <c:v>4.336819044442811</c:v>
              </c:pt>
              <c:pt idx="207">
                <c:v>4.336819044442811</c:v>
              </c:pt>
              <c:pt idx="208">
                <c:v>4.336819044442811</c:v>
              </c:pt>
              <c:pt idx="209">
                <c:v>4.336819044442811</c:v>
              </c:pt>
              <c:pt idx="210">
                <c:v>4.336819044442811</c:v>
              </c:pt>
              <c:pt idx="211">
                <c:v>4.336819044442811</c:v>
              </c:pt>
              <c:pt idx="212">
                <c:v>4.336819044442811</c:v>
              </c:pt>
              <c:pt idx="213">
                <c:v>4.336819044442811</c:v>
              </c:pt>
              <c:pt idx="214">
                <c:v>4.336819044442811</c:v>
              </c:pt>
              <c:pt idx="215">
                <c:v>4.336819044442811</c:v>
              </c:pt>
              <c:pt idx="216">
                <c:v>4.336819044442811</c:v>
              </c:pt>
              <c:pt idx="217">
                <c:v>4.336819044442811</c:v>
              </c:pt>
              <c:pt idx="218">
                <c:v>4.336819044442811</c:v>
              </c:pt>
              <c:pt idx="219">
                <c:v>4.336819044442811</c:v>
              </c:pt>
              <c:pt idx="220">
                <c:v>4.336819044442811</c:v>
              </c:pt>
              <c:pt idx="221">
                <c:v>4.336819044442811</c:v>
              </c:pt>
              <c:pt idx="222">
                <c:v>4.336819044442811</c:v>
              </c:pt>
              <c:pt idx="223">
                <c:v>4.336819044442811</c:v>
              </c:pt>
              <c:pt idx="224">
                <c:v>4.336819044442811</c:v>
              </c:pt>
              <c:pt idx="225">
                <c:v>4.336819044442811</c:v>
              </c:pt>
              <c:pt idx="226">
                <c:v>4.336819044442811</c:v>
              </c:pt>
              <c:pt idx="227">
                <c:v>4.336819044442811</c:v>
              </c:pt>
              <c:pt idx="228">
                <c:v>4.336819044442811</c:v>
              </c:pt>
              <c:pt idx="229">
                <c:v>4.336819044442811</c:v>
              </c:pt>
              <c:pt idx="230">
                <c:v>4.336819044442811</c:v>
              </c:pt>
              <c:pt idx="231">
                <c:v>4.336819044442811</c:v>
              </c:pt>
              <c:pt idx="232">
                <c:v>4.336819044442811</c:v>
              </c:pt>
              <c:pt idx="233">
                <c:v>4.336819044442811</c:v>
              </c:pt>
              <c:pt idx="234">
                <c:v>4.336819044442811</c:v>
              </c:pt>
              <c:pt idx="235">
                <c:v>4.336819044442811</c:v>
              </c:pt>
              <c:pt idx="236">
                <c:v>4.336819044442811</c:v>
              </c:pt>
              <c:pt idx="237">
                <c:v>4.336819044442811</c:v>
              </c:pt>
              <c:pt idx="238">
                <c:v>4.336819044442811</c:v>
              </c:pt>
              <c:pt idx="239">
                <c:v>4.336819044442811</c:v>
              </c:pt>
              <c:pt idx="240">
                <c:v>4.336819044442811</c:v>
              </c:pt>
              <c:pt idx="241">
                <c:v>4.336819044442811</c:v>
              </c:pt>
              <c:pt idx="242">
                <c:v>4.336819044442811</c:v>
              </c:pt>
              <c:pt idx="243">
                <c:v>4.336819044442811</c:v>
              </c:pt>
              <c:pt idx="244">
                <c:v>4.336819044442811</c:v>
              </c:pt>
              <c:pt idx="245">
                <c:v>4.336819044442811</c:v>
              </c:pt>
              <c:pt idx="246">
                <c:v>4.336819044442811</c:v>
              </c:pt>
              <c:pt idx="247">
                <c:v>4.336819044442811</c:v>
              </c:pt>
              <c:pt idx="248">
                <c:v>4.336819044442811</c:v>
              </c:pt>
              <c:pt idx="249">
                <c:v>4.336819044442811</c:v>
              </c:pt>
              <c:pt idx="250">
                <c:v>4.336819044442811</c:v>
              </c:pt>
              <c:pt idx="251">
                <c:v>4.336819044442811</c:v>
              </c:pt>
              <c:pt idx="252">
                <c:v>4.336819044442811</c:v>
              </c:pt>
              <c:pt idx="253">
                <c:v>4.336819044442811</c:v>
              </c:pt>
              <c:pt idx="254">
                <c:v>4.336819044442811</c:v>
              </c:pt>
              <c:pt idx="255">
                <c:v>4.336819044442811</c:v>
              </c:pt>
              <c:pt idx="256">
                <c:v>4.336819044442811</c:v>
              </c:pt>
              <c:pt idx="257">
                <c:v>4.336819044442811</c:v>
              </c:pt>
              <c:pt idx="258">
                <c:v>4.336819044442811</c:v>
              </c:pt>
              <c:pt idx="259">
                <c:v>4.336819044442811</c:v>
              </c:pt>
              <c:pt idx="260">
                <c:v>4.336819044442811</c:v>
              </c:pt>
              <c:pt idx="261">
                <c:v>4.336819044442811</c:v>
              </c:pt>
              <c:pt idx="262">
                <c:v>4.336819044442811</c:v>
              </c:pt>
              <c:pt idx="263">
                <c:v>4.336819044442811</c:v>
              </c:pt>
              <c:pt idx="264">
                <c:v>4.336819044442811</c:v>
              </c:pt>
              <c:pt idx="265">
                <c:v>4.336819044442811</c:v>
              </c:pt>
              <c:pt idx="266">
                <c:v>4.336819044442811</c:v>
              </c:pt>
              <c:pt idx="267">
                <c:v>4.336819044442811</c:v>
              </c:pt>
              <c:pt idx="268">
                <c:v>4.336819044442811</c:v>
              </c:pt>
              <c:pt idx="269">
                <c:v>4.336819044442811</c:v>
              </c:pt>
              <c:pt idx="270">
                <c:v>4.336819044442811</c:v>
              </c:pt>
              <c:pt idx="271">
                <c:v>4.336819044442811</c:v>
              </c:pt>
              <c:pt idx="272">
                <c:v>4.336819044442811</c:v>
              </c:pt>
              <c:pt idx="273">
                <c:v>4.336819044442811</c:v>
              </c:pt>
              <c:pt idx="274">
                <c:v>4.336819044442811</c:v>
              </c:pt>
              <c:pt idx="275">
                <c:v>4.336819044442811</c:v>
              </c:pt>
              <c:pt idx="276">
                <c:v>4.336819044442811</c:v>
              </c:pt>
              <c:pt idx="277">
                <c:v>4.336819044442811</c:v>
              </c:pt>
              <c:pt idx="278">
                <c:v>4.336819044442811</c:v>
              </c:pt>
              <c:pt idx="279">
                <c:v>4.336819044442811</c:v>
              </c:pt>
              <c:pt idx="280">
                <c:v>4.336819044442811</c:v>
              </c:pt>
              <c:pt idx="281">
                <c:v>4.336819044442811</c:v>
              </c:pt>
              <c:pt idx="282">
                <c:v>4.336819044442811</c:v>
              </c:pt>
              <c:pt idx="283">
                <c:v>4.336819044442811</c:v>
              </c:pt>
              <c:pt idx="284">
                <c:v>4.336819044442811</c:v>
              </c:pt>
              <c:pt idx="285">
                <c:v>4.336819044442811</c:v>
              </c:pt>
              <c:pt idx="286">
                <c:v>4.336819044442811</c:v>
              </c:pt>
              <c:pt idx="287">
                <c:v>4.336819044442811</c:v>
              </c:pt>
              <c:pt idx="288">
                <c:v>4.336819044442811</c:v>
              </c:pt>
              <c:pt idx="289">
                <c:v>4.336819044442811</c:v>
              </c:pt>
              <c:pt idx="290">
                <c:v>4.336819044442811</c:v>
              </c:pt>
              <c:pt idx="291">
                <c:v>4.336819044442811</c:v>
              </c:pt>
              <c:pt idx="292">
                <c:v>4.336819044442811</c:v>
              </c:pt>
              <c:pt idx="293">
                <c:v>4.336819044442811</c:v>
              </c:pt>
              <c:pt idx="294">
                <c:v>4.336819044442811</c:v>
              </c:pt>
              <c:pt idx="295">
                <c:v>4.336819044442811</c:v>
              </c:pt>
              <c:pt idx="296">
                <c:v>4.336819044442811</c:v>
              </c:pt>
              <c:pt idx="297">
                <c:v>4.336819044442811</c:v>
              </c:pt>
              <c:pt idx="298">
                <c:v>4.336819044442811</c:v>
              </c:pt>
              <c:pt idx="299">
                <c:v>4.336819044442811</c:v>
              </c:pt>
              <c:pt idx="300">
                <c:v>4.336819044442811</c:v>
              </c:pt>
              <c:pt idx="301">
                <c:v>4.336819044442811</c:v>
              </c:pt>
              <c:pt idx="302">
                <c:v>4.336819044442811</c:v>
              </c:pt>
              <c:pt idx="303">
                <c:v>4.336819044442811</c:v>
              </c:pt>
              <c:pt idx="304">
                <c:v>4.336819044442811</c:v>
              </c:pt>
              <c:pt idx="305">
                <c:v>4.336819044442811</c:v>
              </c:pt>
              <c:pt idx="306">
                <c:v>4.336819044442811</c:v>
              </c:pt>
              <c:pt idx="307">
                <c:v>4.336819044442811</c:v>
              </c:pt>
              <c:pt idx="308">
                <c:v>4.336819044442811</c:v>
              </c:pt>
              <c:pt idx="309">
                <c:v>4.336819044442811</c:v>
              </c:pt>
              <c:pt idx="310">
                <c:v>4.336819044442811</c:v>
              </c:pt>
              <c:pt idx="311">
                <c:v>4.336819044442811</c:v>
              </c:pt>
              <c:pt idx="312">
                <c:v>4.336819044442811</c:v>
              </c:pt>
              <c:pt idx="313">
                <c:v>4.336819044442811</c:v>
              </c:pt>
              <c:pt idx="314">
                <c:v>4.336819044442811</c:v>
              </c:pt>
              <c:pt idx="315">
                <c:v>4.336819044442811</c:v>
              </c:pt>
              <c:pt idx="316">
                <c:v>4.336819044442811</c:v>
              </c:pt>
              <c:pt idx="317">
                <c:v>4.336819044442811</c:v>
              </c:pt>
              <c:pt idx="318">
                <c:v>4.336819044442811</c:v>
              </c:pt>
              <c:pt idx="319">
                <c:v>4.336819044442811</c:v>
              </c:pt>
              <c:pt idx="320">
                <c:v>4.336819044442811</c:v>
              </c:pt>
              <c:pt idx="321">
                <c:v>4.336819044442811</c:v>
              </c:pt>
              <c:pt idx="322">
                <c:v>4.336819044442811</c:v>
              </c:pt>
              <c:pt idx="323">
                <c:v>4.336819044442811</c:v>
              </c:pt>
              <c:pt idx="324">
                <c:v>4.336819044442811</c:v>
              </c:pt>
              <c:pt idx="325">
                <c:v>4.336819044442811</c:v>
              </c:pt>
              <c:pt idx="326">
                <c:v>4.336819044442811</c:v>
              </c:pt>
              <c:pt idx="327">
                <c:v>4.336819044442811</c:v>
              </c:pt>
              <c:pt idx="328">
                <c:v>4.336819044442811</c:v>
              </c:pt>
              <c:pt idx="329">
                <c:v>4.336819044442811</c:v>
              </c:pt>
              <c:pt idx="330">
                <c:v>4.336819044442811</c:v>
              </c:pt>
              <c:pt idx="331">
                <c:v>4.336819044442811</c:v>
              </c:pt>
              <c:pt idx="332">
                <c:v>4.336819044442811</c:v>
              </c:pt>
              <c:pt idx="333">
                <c:v>4.336819044442811</c:v>
              </c:pt>
              <c:pt idx="334">
                <c:v>4.336819044442811</c:v>
              </c:pt>
              <c:pt idx="335">
                <c:v>4.336819044442811</c:v>
              </c:pt>
              <c:pt idx="336">
                <c:v>4.336819044442811</c:v>
              </c:pt>
              <c:pt idx="337">
                <c:v>4.336819044442811</c:v>
              </c:pt>
              <c:pt idx="338">
                <c:v>4.336819044442811</c:v>
              </c:pt>
              <c:pt idx="339">
                <c:v>4.336819044442811</c:v>
              </c:pt>
              <c:pt idx="340">
                <c:v>4.336819044442811</c:v>
              </c:pt>
              <c:pt idx="341">
                <c:v>4.336819044442811</c:v>
              </c:pt>
              <c:pt idx="342">
                <c:v>4.336819044442811</c:v>
              </c:pt>
              <c:pt idx="343">
                <c:v>4.336819044442811</c:v>
              </c:pt>
              <c:pt idx="344">
                <c:v>4.336819044442811</c:v>
              </c:pt>
              <c:pt idx="345">
                <c:v>4.336819044442811</c:v>
              </c:pt>
              <c:pt idx="346">
                <c:v>4.336819044442811</c:v>
              </c:pt>
              <c:pt idx="347">
                <c:v>4.336819044442811</c:v>
              </c:pt>
              <c:pt idx="348">
                <c:v>4.336819044442811</c:v>
              </c:pt>
              <c:pt idx="349">
                <c:v>4.336819044442811</c:v>
              </c:pt>
              <c:pt idx="350">
                <c:v>4.336819044442811</c:v>
              </c:pt>
              <c:pt idx="351">
                <c:v>4.336819044442811</c:v>
              </c:pt>
              <c:pt idx="352">
                <c:v>4.336819044442811</c:v>
              </c:pt>
              <c:pt idx="353">
                <c:v>4.336819044442811</c:v>
              </c:pt>
              <c:pt idx="354">
                <c:v>4.336819044442811</c:v>
              </c:pt>
              <c:pt idx="355">
                <c:v>4.336819044442811</c:v>
              </c:pt>
              <c:pt idx="356">
                <c:v>4.336819044442811</c:v>
              </c:pt>
              <c:pt idx="357">
                <c:v>4.336819044442811</c:v>
              </c:pt>
              <c:pt idx="358">
                <c:v>4.336819044442811</c:v>
              </c:pt>
              <c:pt idx="359">
                <c:v>4.336819044442811</c:v>
              </c:pt>
              <c:pt idx="360">
                <c:v>4.336819044442811</c:v>
              </c:pt>
              <c:pt idx="361">
                <c:v>4.336819044442811</c:v>
              </c:pt>
              <c:pt idx="362">
                <c:v>4.336819044442811</c:v>
              </c:pt>
              <c:pt idx="363">
                <c:v>4.336819044442811</c:v>
              </c:pt>
              <c:pt idx="364">
                <c:v>4.336819044442811</c:v>
              </c:pt>
              <c:pt idx="365">
                <c:v>4.336819044442811</c:v>
              </c:pt>
              <c:pt idx="366">
                <c:v>4.336819044442811</c:v>
              </c:pt>
              <c:pt idx="367">
                <c:v>4.336819044442811</c:v>
              </c:pt>
              <c:pt idx="368">
                <c:v>4.336819044442811</c:v>
              </c:pt>
              <c:pt idx="369">
                <c:v>4.336819044442811</c:v>
              </c:pt>
              <c:pt idx="370">
                <c:v>4.336819044442811</c:v>
              </c:pt>
              <c:pt idx="371">
                <c:v>4.336819044442811</c:v>
              </c:pt>
              <c:pt idx="372">
                <c:v>4.336819044442811</c:v>
              </c:pt>
              <c:pt idx="373">
                <c:v>4.336819044442811</c:v>
              </c:pt>
              <c:pt idx="374">
                <c:v>4.336819044442811</c:v>
              </c:pt>
              <c:pt idx="375">
                <c:v>4.336819044442811</c:v>
              </c:pt>
              <c:pt idx="376">
                <c:v>4.336819044442811</c:v>
              </c:pt>
              <c:pt idx="377">
                <c:v>4.336819044442811</c:v>
              </c:pt>
              <c:pt idx="378">
                <c:v>4.336819044442811</c:v>
              </c:pt>
              <c:pt idx="379">
                <c:v>4.336819044442811</c:v>
              </c:pt>
              <c:pt idx="380">
                <c:v>4.336819044442811</c:v>
              </c:pt>
              <c:pt idx="381">
                <c:v>4.336819044442811</c:v>
              </c:pt>
              <c:pt idx="382">
                <c:v>4.336819044442811</c:v>
              </c:pt>
              <c:pt idx="383">
                <c:v>4.336819044442811</c:v>
              </c:pt>
              <c:pt idx="384">
                <c:v>4.336819044442811</c:v>
              </c:pt>
              <c:pt idx="385">
                <c:v>4.336819044442811</c:v>
              </c:pt>
              <c:pt idx="386">
                <c:v>4.336819044442811</c:v>
              </c:pt>
              <c:pt idx="387">
                <c:v>4.336819044442811</c:v>
              </c:pt>
              <c:pt idx="388">
                <c:v>4.336819044442811</c:v>
              </c:pt>
              <c:pt idx="389">
                <c:v>4.336819044442811</c:v>
              </c:pt>
              <c:pt idx="390">
                <c:v>4.336819044442811</c:v>
              </c:pt>
              <c:pt idx="391">
                <c:v>4.336819044442811</c:v>
              </c:pt>
              <c:pt idx="392">
                <c:v>4.336819044442811</c:v>
              </c:pt>
              <c:pt idx="393">
                <c:v>4.336819044442811</c:v>
              </c:pt>
              <c:pt idx="394">
                <c:v>4.336819044442811</c:v>
              </c:pt>
              <c:pt idx="395">
                <c:v>4.336819044442811</c:v>
              </c:pt>
              <c:pt idx="396">
                <c:v>4.336819044442811</c:v>
              </c:pt>
              <c:pt idx="397">
                <c:v>4.336819044442811</c:v>
              </c:pt>
              <c:pt idx="398">
                <c:v>4.336819044442811</c:v>
              </c:pt>
              <c:pt idx="399">
                <c:v>4.336819044442811</c:v>
              </c:pt>
              <c:pt idx="400">
                <c:v>4.336819044442811</c:v>
              </c:pt>
              <c:pt idx="401">
                <c:v>4.336819044442811</c:v>
              </c:pt>
              <c:pt idx="402">
                <c:v>4.336819044442811</c:v>
              </c:pt>
              <c:pt idx="403">
                <c:v>4.336819044442811</c:v>
              </c:pt>
              <c:pt idx="404">
                <c:v>4.336819044442811</c:v>
              </c:pt>
              <c:pt idx="405">
                <c:v>4.336819044442811</c:v>
              </c:pt>
              <c:pt idx="406">
                <c:v>4.336819044442811</c:v>
              </c:pt>
              <c:pt idx="407">
                <c:v>4.336819044442811</c:v>
              </c:pt>
              <c:pt idx="408">
                <c:v>4.336819044442811</c:v>
              </c:pt>
              <c:pt idx="409">
                <c:v>4.336819044442811</c:v>
              </c:pt>
              <c:pt idx="410">
                <c:v>4.336819044442811</c:v>
              </c:pt>
              <c:pt idx="411">
                <c:v>4.336819044442811</c:v>
              </c:pt>
              <c:pt idx="412">
                <c:v>4.336819044442811</c:v>
              </c:pt>
              <c:pt idx="413">
                <c:v>4.336819044442811</c:v>
              </c:pt>
              <c:pt idx="414">
                <c:v>4.336819044442811</c:v>
              </c:pt>
              <c:pt idx="415">
                <c:v>4.336819044442811</c:v>
              </c:pt>
              <c:pt idx="416">
                <c:v>4.336819044442811</c:v>
              </c:pt>
              <c:pt idx="417">
                <c:v>4.336819044442811</c:v>
              </c:pt>
              <c:pt idx="418">
                <c:v>4.336819044442811</c:v>
              </c:pt>
              <c:pt idx="419">
                <c:v>4.336819044442811</c:v>
              </c:pt>
              <c:pt idx="420">
                <c:v>4.336819044442811</c:v>
              </c:pt>
              <c:pt idx="421">
                <c:v>4.336819044442811</c:v>
              </c:pt>
              <c:pt idx="422">
                <c:v>4.336819044442811</c:v>
              </c:pt>
              <c:pt idx="423">
                <c:v>4.336819044442811</c:v>
              </c:pt>
              <c:pt idx="424">
                <c:v>4.336819044442811</c:v>
              </c:pt>
              <c:pt idx="425">
                <c:v>4.336819044442811</c:v>
              </c:pt>
              <c:pt idx="426">
                <c:v>4.336819044442811</c:v>
              </c:pt>
              <c:pt idx="427">
                <c:v>4.336819044442811</c:v>
              </c:pt>
              <c:pt idx="428">
                <c:v>4.336819044442811</c:v>
              </c:pt>
              <c:pt idx="429">
                <c:v>4.336819044442811</c:v>
              </c:pt>
              <c:pt idx="430">
                <c:v>4.336819044442811</c:v>
              </c:pt>
              <c:pt idx="431">
                <c:v>4.336819044442811</c:v>
              </c:pt>
              <c:pt idx="432">
                <c:v>4.336819044442811</c:v>
              </c:pt>
              <c:pt idx="433">
                <c:v>4.336819044442811</c:v>
              </c:pt>
              <c:pt idx="434">
                <c:v>4.336819044442811</c:v>
              </c:pt>
              <c:pt idx="435">
                <c:v>4.336819044442811</c:v>
              </c:pt>
              <c:pt idx="436">
                <c:v>4.336819044442811</c:v>
              </c:pt>
              <c:pt idx="437">
                <c:v>4.336819044442811</c:v>
              </c:pt>
              <c:pt idx="438">
                <c:v>4.336819044442811</c:v>
              </c:pt>
              <c:pt idx="439">
                <c:v>4.336819044442811</c:v>
              </c:pt>
              <c:pt idx="440">
                <c:v>4.336819044442811</c:v>
              </c:pt>
              <c:pt idx="441">
                <c:v>4.336819044442811</c:v>
              </c:pt>
              <c:pt idx="442">
                <c:v>4.336819044442811</c:v>
              </c:pt>
              <c:pt idx="443">
                <c:v>4.336819044442811</c:v>
              </c:pt>
              <c:pt idx="444">
                <c:v>4.336819044442811</c:v>
              </c:pt>
              <c:pt idx="445">
                <c:v>4.336819044442811</c:v>
              </c:pt>
              <c:pt idx="446">
                <c:v>4.336819044442811</c:v>
              </c:pt>
              <c:pt idx="447">
                <c:v>4.336819044442811</c:v>
              </c:pt>
              <c:pt idx="448">
                <c:v>4.336819044442811</c:v>
              </c:pt>
              <c:pt idx="449">
                <c:v>4.336819044442811</c:v>
              </c:pt>
            </c:numLit>
          </c:yVal>
          <c:smooth val="0"/>
        </c:ser>
        <c:ser>
          <c:idx val="7"/>
          <c:order val="7"/>
          <c:tx>
            <c:v>Same order, optimal filling</c:v>
          </c:tx>
          <c:spPr>
            <a:noFill xmlns:a="http://schemas.openxmlformats.org/drawingml/2006/main"/>
            <a:ln xmlns:a="http://schemas.openxmlformats.org/drawingml/2006/main" w="0">
              <a:noFill/>
              <a:prstDash val="solid"/>
            </a:ln>
          </c:spPr>
          <c:marker>
            <c:symbol val="circle"/>
            <c:size val="7"/>
            <c:spPr>
              <a:solidFill xmlns:a="http://schemas.openxmlformats.org/drawingml/2006/main">
                <a:srgbClr val="009E73"/>
              </a:solidFill>
            </c:spPr>
          </c:marker>
          <c:xVal>
            <c:numLit>
              <c:formatCode>General</c:formatCode>
              <c:ptCount val="450"/>
              <c:pt idx="0">
                <c:v>1.1533739287265037</c:v>
              </c:pt>
              <c:pt idx="1">
                <c:v>1.1533739287265037</c:v>
              </c:pt>
              <c:pt idx="2">
                <c:v>1.1533739287265037</c:v>
              </c:pt>
              <c:pt idx="3">
                <c:v>1.1533739287265037</c:v>
              </c:pt>
              <c:pt idx="4">
                <c:v>1.1533739287265037</c:v>
              </c:pt>
              <c:pt idx="5">
                <c:v>1.1533739287265037</c:v>
              </c:pt>
              <c:pt idx="6">
                <c:v>1.1533739287265037</c:v>
              </c:pt>
              <c:pt idx="7">
                <c:v>1.1533739287265037</c:v>
              </c:pt>
              <c:pt idx="8">
                <c:v>1.1533739287265037</c:v>
              </c:pt>
              <c:pt idx="9">
                <c:v>1.1533739287265037</c:v>
              </c:pt>
              <c:pt idx="10">
                <c:v>1.1533739287265037</c:v>
              </c:pt>
              <c:pt idx="11">
                <c:v>1.1533739287265037</c:v>
              </c:pt>
              <c:pt idx="12">
                <c:v>1.1533739287265037</c:v>
              </c:pt>
              <c:pt idx="13">
                <c:v>1.1533739287265037</c:v>
              </c:pt>
              <c:pt idx="14">
                <c:v>1.1533739287265037</c:v>
              </c:pt>
              <c:pt idx="15">
                <c:v>1.1533739287265037</c:v>
              </c:pt>
              <c:pt idx="16">
                <c:v>1.1533739287265037</c:v>
              </c:pt>
              <c:pt idx="17">
                <c:v>1.1533739287265037</c:v>
              </c:pt>
              <c:pt idx="18">
                <c:v>1.1533739287265037</c:v>
              </c:pt>
              <c:pt idx="19">
                <c:v>1.1533739287265037</c:v>
              </c:pt>
              <c:pt idx="20">
                <c:v>1.1533739287265037</c:v>
              </c:pt>
              <c:pt idx="21">
                <c:v>1.1533739287265037</c:v>
              </c:pt>
              <c:pt idx="22">
                <c:v>1.1533739287265037</c:v>
              </c:pt>
              <c:pt idx="23">
                <c:v>1.1533739287265037</c:v>
              </c:pt>
              <c:pt idx="24">
                <c:v>1.1533739287265037</c:v>
              </c:pt>
              <c:pt idx="25">
                <c:v>1.1533739287265037</c:v>
              </c:pt>
              <c:pt idx="26">
                <c:v>1.1533739287265037</c:v>
              </c:pt>
              <c:pt idx="27">
                <c:v>1.1533739287265037</c:v>
              </c:pt>
              <c:pt idx="28">
                <c:v>1.1533739287265037</c:v>
              </c:pt>
              <c:pt idx="29">
                <c:v>1.1533739287265037</c:v>
              </c:pt>
              <c:pt idx="30">
                <c:v>1.1533739287265037</c:v>
              </c:pt>
              <c:pt idx="31">
                <c:v>1.1533739287265037</c:v>
              </c:pt>
              <c:pt idx="32">
                <c:v>1.1533739287265037</c:v>
              </c:pt>
              <c:pt idx="33">
                <c:v>1.1533739287265037</c:v>
              </c:pt>
              <c:pt idx="34">
                <c:v>1.1533739287265037</c:v>
              </c:pt>
              <c:pt idx="35">
                <c:v>1.1533739287265037</c:v>
              </c:pt>
              <c:pt idx="36">
                <c:v>1.1533739287265037</c:v>
              </c:pt>
              <c:pt idx="37">
                <c:v>1.1533739287265037</c:v>
              </c:pt>
              <c:pt idx="38">
                <c:v>1.1533739287265037</c:v>
              </c:pt>
              <c:pt idx="39">
                <c:v>1.1533739287265037</c:v>
              </c:pt>
              <c:pt idx="40">
                <c:v>1.1533739287265037</c:v>
              </c:pt>
              <c:pt idx="41">
                <c:v>1.1533739287265037</c:v>
              </c:pt>
              <c:pt idx="42">
                <c:v>1.1533739287265037</c:v>
              </c:pt>
              <c:pt idx="43">
                <c:v>1.1533739287265037</c:v>
              </c:pt>
              <c:pt idx="44">
                <c:v>1.1533739287265037</c:v>
              </c:pt>
              <c:pt idx="45">
                <c:v>1.1533739287265037</c:v>
              </c:pt>
              <c:pt idx="46">
                <c:v>1.1533739287265037</c:v>
              </c:pt>
              <c:pt idx="47">
                <c:v>1.1533739287265037</c:v>
              </c:pt>
              <c:pt idx="48">
                <c:v>1.1533739287265037</c:v>
              </c:pt>
              <c:pt idx="49">
                <c:v>1.1533739287265037</c:v>
              </c:pt>
              <c:pt idx="50">
                <c:v>1.1533739287265037</c:v>
              </c:pt>
              <c:pt idx="51">
                <c:v>1.1533739287265037</c:v>
              </c:pt>
              <c:pt idx="52">
                <c:v>1.1533739287265037</c:v>
              </c:pt>
              <c:pt idx="53">
                <c:v>1.1533739287265037</c:v>
              </c:pt>
              <c:pt idx="54">
                <c:v>1.1533739287265037</c:v>
              </c:pt>
              <c:pt idx="55">
                <c:v>1.1533739287265037</c:v>
              </c:pt>
              <c:pt idx="56">
                <c:v>1.1533739287265037</c:v>
              </c:pt>
              <c:pt idx="57">
                <c:v>1.1533739287265037</c:v>
              </c:pt>
              <c:pt idx="58">
                <c:v>1.1533739287265037</c:v>
              </c:pt>
              <c:pt idx="59">
                <c:v>1.1533739287265037</c:v>
              </c:pt>
              <c:pt idx="60">
                <c:v>1.1533739287265037</c:v>
              </c:pt>
              <c:pt idx="61">
                <c:v>1.1533739287265037</c:v>
              </c:pt>
              <c:pt idx="62">
                <c:v>1.1533739287265037</c:v>
              </c:pt>
              <c:pt idx="63">
                <c:v>1.1533739287265037</c:v>
              </c:pt>
              <c:pt idx="64">
                <c:v>1.1533739287265037</c:v>
              </c:pt>
              <c:pt idx="65">
                <c:v>1.1533739287265037</c:v>
              </c:pt>
              <c:pt idx="66">
                <c:v>1.1533739287265037</c:v>
              </c:pt>
              <c:pt idx="67">
                <c:v>1.1533739287265037</c:v>
              </c:pt>
              <c:pt idx="68">
                <c:v>1.1533739287265037</c:v>
              </c:pt>
              <c:pt idx="69">
                <c:v>1.1533739287265037</c:v>
              </c:pt>
              <c:pt idx="70">
                <c:v>1.1533739287265037</c:v>
              </c:pt>
              <c:pt idx="71">
                <c:v>1.1533739287265037</c:v>
              </c:pt>
              <c:pt idx="72">
                <c:v>1.1533739287265037</c:v>
              </c:pt>
              <c:pt idx="73">
                <c:v>1.1533739287265037</c:v>
              </c:pt>
              <c:pt idx="74">
                <c:v>1.1533739287265037</c:v>
              </c:pt>
              <c:pt idx="75">
                <c:v>1.1533739287265037</c:v>
              </c:pt>
              <c:pt idx="76">
                <c:v>1.1533739287265037</c:v>
              </c:pt>
              <c:pt idx="77">
                <c:v>1.1533739287265037</c:v>
              </c:pt>
              <c:pt idx="78">
                <c:v>1.1533739287265037</c:v>
              </c:pt>
              <c:pt idx="79">
                <c:v>1.1533739287265037</c:v>
              </c:pt>
              <c:pt idx="80">
                <c:v>1.1533739287265037</c:v>
              </c:pt>
              <c:pt idx="81">
                <c:v>1.1533739287265037</c:v>
              </c:pt>
              <c:pt idx="82">
                <c:v>1.1533739287265037</c:v>
              </c:pt>
              <c:pt idx="83">
                <c:v>1.1533739287265037</c:v>
              </c:pt>
              <c:pt idx="84">
                <c:v>1.1533739287265037</c:v>
              </c:pt>
              <c:pt idx="85">
                <c:v>1.1533739287265037</c:v>
              </c:pt>
              <c:pt idx="86">
                <c:v>1.1533739287265037</c:v>
              </c:pt>
              <c:pt idx="87">
                <c:v>1.1533739287265037</c:v>
              </c:pt>
              <c:pt idx="88">
                <c:v>1.1533739287265037</c:v>
              </c:pt>
              <c:pt idx="89">
                <c:v>1.1533739287265037</c:v>
              </c:pt>
              <c:pt idx="90">
                <c:v>1.1533739287265037</c:v>
              </c:pt>
              <c:pt idx="91">
                <c:v>1.1533739287265037</c:v>
              </c:pt>
              <c:pt idx="92">
                <c:v>1.1533739287265037</c:v>
              </c:pt>
              <c:pt idx="93">
                <c:v>1.1533739287265037</c:v>
              </c:pt>
              <c:pt idx="94">
                <c:v>1.1533739287265037</c:v>
              </c:pt>
              <c:pt idx="95">
                <c:v>1.1533739287265037</c:v>
              </c:pt>
              <c:pt idx="96">
                <c:v>1.1533739287265037</c:v>
              </c:pt>
              <c:pt idx="97">
                <c:v>1.1533739287265037</c:v>
              </c:pt>
              <c:pt idx="98">
                <c:v>1.1533739287265037</c:v>
              </c:pt>
              <c:pt idx="99">
                <c:v>1.1533739287265037</c:v>
              </c:pt>
              <c:pt idx="100">
                <c:v>1.1533739287265037</c:v>
              </c:pt>
              <c:pt idx="101">
                <c:v>1.1533739287265037</c:v>
              </c:pt>
              <c:pt idx="102">
                <c:v>1.1533739287265037</c:v>
              </c:pt>
              <c:pt idx="103">
                <c:v>1.1533739287265037</c:v>
              </c:pt>
              <c:pt idx="104">
                <c:v>1.1533739287265037</c:v>
              </c:pt>
              <c:pt idx="105">
                <c:v>1.1533739287265037</c:v>
              </c:pt>
              <c:pt idx="106">
                <c:v>1.1533739287265037</c:v>
              </c:pt>
              <c:pt idx="107">
                <c:v>1.1533739287265037</c:v>
              </c:pt>
              <c:pt idx="108">
                <c:v>1.1533739287265037</c:v>
              </c:pt>
              <c:pt idx="109">
                <c:v>1.1533739287265037</c:v>
              </c:pt>
              <c:pt idx="110">
                <c:v>1.1533739287265037</c:v>
              </c:pt>
              <c:pt idx="111">
                <c:v>1.1533739287265037</c:v>
              </c:pt>
              <c:pt idx="112">
                <c:v>1.1533739287265037</c:v>
              </c:pt>
              <c:pt idx="113">
                <c:v>1.1533739287265037</c:v>
              </c:pt>
              <c:pt idx="114">
                <c:v>1.1533739287265037</c:v>
              </c:pt>
              <c:pt idx="115">
                <c:v>1.1533739287265037</c:v>
              </c:pt>
              <c:pt idx="116">
                <c:v>1.1533739287265037</c:v>
              </c:pt>
              <c:pt idx="117">
                <c:v>1.1533739287265037</c:v>
              </c:pt>
              <c:pt idx="118">
                <c:v>1.1533739287265037</c:v>
              </c:pt>
              <c:pt idx="119">
                <c:v>1.1533739287265037</c:v>
              </c:pt>
              <c:pt idx="120">
                <c:v>1.1533739287265037</c:v>
              </c:pt>
              <c:pt idx="121">
                <c:v>1.1533739287265037</c:v>
              </c:pt>
              <c:pt idx="122">
                <c:v>1.1533739287265037</c:v>
              </c:pt>
              <c:pt idx="123">
                <c:v>1.1533739287265037</c:v>
              </c:pt>
              <c:pt idx="124">
                <c:v>1.1533739287265037</c:v>
              </c:pt>
              <c:pt idx="125">
                <c:v>1.1533739287265037</c:v>
              </c:pt>
              <c:pt idx="126">
                <c:v>1.1533739287265037</c:v>
              </c:pt>
              <c:pt idx="127">
                <c:v>1.1533739287265037</c:v>
              </c:pt>
              <c:pt idx="128">
                <c:v>1.1533739287265037</c:v>
              </c:pt>
              <c:pt idx="129">
                <c:v>1.1533739287265037</c:v>
              </c:pt>
              <c:pt idx="130">
                <c:v>1.1533739287265037</c:v>
              </c:pt>
              <c:pt idx="131">
                <c:v>1.1533739287265037</c:v>
              </c:pt>
              <c:pt idx="132">
                <c:v>1.1533739287265037</c:v>
              </c:pt>
              <c:pt idx="133">
                <c:v>1.1533739287265037</c:v>
              </c:pt>
              <c:pt idx="134">
                <c:v>1.1533739287265037</c:v>
              </c:pt>
              <c:pt idx="135">
                <c:v>1.1533739287265037</c:v>
              </c:pt>
              <c:pt idx="136">
                <c:v>1.1533739287265037</c:v>
              </c:pt>
              <c:pt idx="137">
                <c:v>1.1533739287265037</c:v>
              </c:pt>
              <c:pt idx="138">
                <c:v>1.1533739287265037</c:v>
              </c:pt>
              <c:pt idx="139">
                <c:v>1.1533739287265037</c:v>
              </c:pt>
              <c:pt idx="140">
                <c:v>1.1533739287265037</c:v>
              </c:pt>
              <c:pt idx="141">
                <c:v>1.1533739287265037</c:v>
              </c:pt>
              <c:pt idx="142">
                <c:v>1.1533739287265037</c:v>
              </c:pt>
              <c:pt idx="143">
                <c:v>1.1533739287265037</c:v>
              </c:pt>
              <c:pt idx="144">
                <c:v>1.1533739287265037</c:v>
              </c:pt>
              <c:pt idx="145">
                <c:v>1.1533739287265037</c:v>
              </c:pt>
              <c:pt idx="146">
                <c:v>1.1533739287265037</c:v>
              </c:pt>
              <c:pt idx="147">
                <c:v>1.1533739287265037</c:v>
              </c:pt>
              <c:pt idx="148">
                <c:v>1.1533739287265037</c:v>
              </c:pt>
              <c:pt idx="149">
                <c:v>1.1533739287265037</c:v>
              </c:pt>
              <c:pt idx="150">
                <c:v>1.1533739287265037</c:v>
              </c:pt>
              <c:pt idx="151">
                <c:v>1.1533739287265037</c:v>
              </c:pt>
              <c:pt idx="152">
                <c:v>1.1533739287265037</c:v>
              </c:pt>
              <c:pt idx="153">
                <c:v>1.1533739287265037</c:v>
              </c:pt>
              <c:pt idx="154">
                <c:v>1.1533739287265037</c:v>
              </c:pt>
              <c:pt idx="155">
                <c:v>1.1533739287265037</c:v>
              </c:pt>
              <c:pt idx="156">
                <c:v>1.1533739287265037</c:v>
              </c:pt>
              <c:pt idx="157">
                <c:v>1.1533739287265037</c:v>
              </c:pt>
              <c:pt idx="158">
                <c:v>1.1533739287265037</c:v>
              </c:pt>
              <c:pt idx="159">
                <c:v>1.1533739287265037</c:v>
              </c:pt>
              <c:pt idx="160">
                <c:v>1.1533739287265037</c:v>
              </c:pt>
              <c:pt idx="161">
                <c:v>1.1533739287265037</c:v>
              </c:pt>
              <c:pt idx="162">
                <c:v>1.1533739287265037</c:v>
              </c:pt>
              <c:pt idx="163">
                <c:v>1.1533739287265037</c:v>
              </c:pt>
              <c:pt idx="164">
                <c:v>1.1533739287265037</c:v>
              </c:pt>
              <c:pt idx="165">
                <c:v>1.1533739287265037</c:v>
              </c:pt>
              <c:pt idx="166">
                <c:v>1.1533739287265037</c:v>
              </c:pt>
              <c:pt idx="167">
                <c:v>1.1533739287265037</c:v>
              </c:pt>
              <c:pt idx="168">
                <c:v>1.1533739287265037</c:v>
              </c:pt>
              <c:pt idx="169">
                <c:v>1.1533739287265037</c:v>
              </c:pt>
              <c:pt idx="170">
                <c:v>1.1533739287265037</c:v>
              </c:pt>
              <c:pt idx="171">
                <c:v>1.1533739287265037</c:v>
              </c:pt>
              <c:pt idx="172">
                <c:v>1.1533739287265037</c:v>
              </c:pt>
              <c:pt idx="173">
                <c:v>1.1533739287265037</c:v>
              </c:pt>
              <c:pt idx="174">
                <c:v>1.1533739287265037</c:v>
              </c:pt>
              <c:pt idx="175">
                <c:v>1.1533739287265037</c:v>
              </c:pt>
              <c:pt idx="176">
                <c:v>1.1533739287265037</c:v>
              </c:pt>
              <c:pt idx="177">
                <c:v>1.1533739287265037</c:v>
              </c:pt>
              <c:pt idx="178">
                <c:v>1.1533739287265037</c:v>
              </c:pt>
              <c:pt idx="179">
                <c:v>1.1533739287265037</c:v>
              </c:pt>
              <c:pt idx="180">
                <c:v>1.1533739287265037</c:v>
              </c:pt>
              <c:pt idx="181">
                <c:v>1.1533739287265037</c:v>
              </c:pt>
              <c:pt idx="182">
                <c:v>1.1533739287265037</c:v>
              </c:pt>
              <c:pt idx="183">
                <c:v>1.1533739287265037</c:v>
              </c:pt>
              <c:pt idx="184">
                <c:v>1.1533739287265037</c:v>
              </c:pt>
              <c:pt idx="185">
                <c:v>1.1533739287265037</c:v>
              </c:pt>
              <c:pt idx="186">
                <c:v>1.1533739287265037</c:v>
              </c:pt>
              <c:pt idx="187">
                <c:v>1.1533739287265037</c:v>
              </c:pt>
              <c:pt idx="188">
                <c:v>1.1533739287265037</c:v>
              </c:pt>
              <c:pt idx="189">
                <c:v>1.1533739287265037</c:v>
              </c:pt>
              <c:pt idx="190">
                <c:v>1.1533739287265037</c:v>
              </c:pt>
              <c:pt idx="191">
                <c:v>1.1533739287265037</c:v>
              </c:pt>
              <c:pt idx="192">
                <c:v>1.1533739287265037</c:v>
              </c:pt>
              <c:pt idx="193">
                <c:v>1.1533739287265037</c:v>
              </c:pt>
              <c:pt idx="194">
                <c:v>1.1533739287265037</c:v>
              </c:pt>
              <c:pt idx="195">
                <c:v>1.1533739287265037</c:v>
              </c:pt>
              <c:pt idx="196">
                <c:v>1.1533739287265037</c:v>
              </c:pt>
              <c:pt idx="197">
                <c:v>1.1533739287265037</c:v>
              </c:pt>
              <c:pt idx="198">
                <c:v>1.1533739287265037</c:v>
              </c:pt>
              <c:pt idx="199">
                <c:v>1.1533739287265037</c:v>
              </c:pt>
              <c:pt idx="200">
                <c:v>1.1533739287265037</c:v>
              </c:pt>
              <c:pt idx="201">
                <c:v>1.1533739287265037</c:v>
              </c:pt>
              <c:pt idx="202">
                <c:v>1.1533739287265037</c:v>
              </c:pt>
              <c:pt idx="203">
                <c:v>1.1533739287265037</c:v>
              </c:pt>
              <c:pt idx="204">
                <c:v>1.1533739287265037</c:v>
              </c:pt>
              <c:pt idx="205">
                <c:v>1.1533739287265037</c:v>
              </c:pt>
              <c:pt idx="206">
                <c:v>1.1533739287265037</c:v>
              </c:pt>
              <c:pt idx="207">
                <c:v>1.1533739287265037</c:v>
              </c:pt>
              <c:pt idx="208">
                <c:v>1.1533739287265037</c:v>
              </c:pt>
              <c:pt idx="209">
                <c:v>1.1533739287265037</c:v>
              </c:pt>
              <c:pt idx="210">
                <c:v>1.1533739287265037</c:v>
              </c:pt>
              <c:pt idx="211">
                <c:v>1.1533739287265037</c:v>
              </c:pt>
              <c:pt idx="212">
                <c:v>1.1533739287265037</c:v>
              </c:pt>
              <c:pt idx="213">
                <c:v>1.1533739287265037</c:v>
              </c:pt>
              <c:pt idx="214">
                <c:v>1.1533739287265037</c:v>
              </c:pt>
              <c:pt idx="215">
                <c:v>1.1533739287265037</c:v>
              </c:pt>
              <c:pt idx="216">
                <c:v>1.1533739287265037</c:v>
              </c:pt>
              <c:pt idx="217">
                <c:v>1.1533739287265037</c:v>
              </c:pt>
              <c:pt idx="218">
                <c:v>1.1533739287265037</c:v>
              </c:pt>
              <c:pt idx="219">
                <c:v>1.1533739287265037</c:v>
              </c:pt>
              <c:pt idx="220">
                <c:v>1.1533739287265037</c:v>
              </c:pt>
              <c:pt idx="221">
                <c:v>1.1533739287265037</c:v>
              </c:pt>
              <c:pt idx="222">
                <c:v>1.1533739287265037</c:v>
              </c:pt>
              <c:pt idx="223">
                <c:v>1.1533739287265037</c:v>
              </c:pt>
              <c:pt idx="224">
                <c:v>1.1533739287265037</c:v>
              </c:pt>
              <c:pt idx="225">
                <c:v>1.1533739287265037</c:v>
              </c:pt>
              <c:pt idx="226">
                <c:v>1.1533739287265037</c:v>
              </c:pt>
              <c:pt idx="227">
                <c:v>1.1533739287265037</c:v>
              </c:pt>
              <c:pt idx="228">
                <c:v>1.1533739287265037</c:v>
              </c:pt>
              <c:pt idx="229">
                <c:v>1.1533739287265037</c:v>
              </c:pt>
              <c:pt idx="230">
                <c:v>1.1533739287265037</c:v>
              </c:pt>
              <c:pt idx="231">
                <c:v>1.1533739287265037</c:v>
              </c:pt>
              <c:pt idx="232">
                <c:v>1.1533739287265037</c:v>
              </c:pt>
              <c:pt idx="233">
                <c:v>1.1533739287265037</c:v>
              </c:pt>
              <c:pt idx="234">
                <c:v>1.1533739287265037</c:v>
              </c:pt>
              <c:pt idx="235">
                <c:v>1.1533739287265037</c:v>
              </c:pt>
              <c:pt idx="236">
                <c:v>1.1533739287265037</c:v>
              </c:pt>
              <c:pt idx="237">
                <c:v>1.1533739287265037</c:v>
              </c:pt>
              <c:pt idx="238">
                <c:v>1.1533739287265037</c:v>
              </c:pt>
              <c:pt idx="239">
                <c:v>1.1533739287265037</c:v>
              </c:pt>
              <c:pt idx="240">
                <c:v>1.1533739287265037</c:v>
              </c:pt>
              <c:pt idx="241">
                <c:v>1.1533739287265037</c:v>
              </c:pt>
              <c:pt idx="242">
                <c:v>1.1533739287265037</c:v>
              </c:pt>
              <c:pt idx="243">
                <c:v>1.1533739287265037</c:v>
              </c:pt>
              <c:pt idx="244">
                <c:v>1.1533739287265037</c:v>
              </c:pt>
              <c:pt idx="245">
                <c:v>1.1533739287265037</c:v>
              </c:pt>
              <c:pt idx="246">
                <c:v>1.1533739287265037</c:v>
              </c:pt>
              <c:pt idx="247">
                <c:v>1.1533739287265037</c:v>
              </c:pt>
              <c:pt idx="248">
                <c:v>1.1533739287265037</c:v>
              </c:pt>
              <c:pt idx="249">
                <c:v>1.1533739287265037</c:v>
              </c:pt>
              <c:pt idx="250">
                <c:v>1.1533739287265037</c:v>
              </c:pt>
              <c:pt idx="251">
                <c:v>1.1533739287265037</c:v>
              </c:pt>
              <c:pt idx="252">
                <c:v>1.1533739287265037</c:v>
              </c:pt>
              <c:pt idx="253">
                <c:v>1.1533739287265037</c:v>
              </c:pt>
              <c:pt idx="254">
                <c:v>1.1533739287265037</c:v>
              </c:pt>
              <c:pt idx="255">
                <c:v>1.1533739287265037</c:v>
              </c:pt>
              <c:pt idx="256">
                <c:v>1.1533739287265037</c:v>
              </c:pt>
              <c:pt idx="257">
                <c:v>1.1533739287265037</c:v>
              </c:pt>
              <c:pt idx="258">
                <c:v>1.1533739287265037</c:v>
              </c:pt>
              <c:pt idx="259">
                <c:v>1.1533739287265037</c:v>
              </c:pt>
              <c:pt idx="260">
                <c:v>1.1533739287265037</c:v>
              </c:pt>
              <c:pt idx="261">
                <c:v>1.1533739287265037</c:v>
              </c:pt>
              <c:pt idx="262">
                <c:v>1.1533739287265037</c:v>
              </c:pt>
              <c:pt idx="263">
                <c:v>1.1533739287265037</c:v>
              </c:pt>
              <c:pt idx="264">
                <c:v>1.1533739287265037</c:v>
              </c:pt>
              <c:pt idx="265">
                <c:v>1.1533739287265037</c:v>
              </c:pt>
              <c:pt idx="266">
                <c:v>1.1533739287265037</c:v>
              </c:pt>
              <c:pt idx="267">
                <c:v>1.1533739287265037</c:v>
              </c:pt>
              <c:pt idx="268">
                <c:v>1.1533739287265037</c:v>
              </c:pt>
              <c:pt idx="269">
                <c:v>1.1533739287265037</c:v>
              </c:pt>
              <c:pt idx="270">
                <c:v>1.1533739287265037</c:v>
              </c:pt>
              <c:pt idx="271">
                <c:v>1.1533739287265037</c:v>
              </c:pt>
              <c:pt idx="272">
                <c:v>1.1533739287265037</c:v>
              </c:pt>
              <c:pt idx="273">
                <c:v>1.1533739287265037</c:v>
              </c:pt>
              <c:pt idx="274">
                <c:v>1.1533739287265037</c:v>
              </c:pt>
              <c:pt idx="275">
                <c:v>1.1533739287265037</c:v>
              </c:pt>
              <c:pt idx="276">
                <c:v>1.1533739287265037</c:v>
              </c:pt>
              <c:pt idx="277">
                <c:v>1.1533739287265037</c:v>
              </c:pt>
              <c:pt idx="278">
                <c:v>1.1533739287265037</c:v>
              </c:pt>
              <c:pt idx="279">
                <c:v>1.1533739287265037</c:v>
              </c:pt>
              <c:pt idx="280">
                <c:v>1.1533739287265037</c:v>
              </c:pt>
              <c:pt idx="281">
                <c:v>1.1533739287265037</c:v>
              </c:pt>
              <c:pt idx="282">
                <c:v>1.1533739287265037</c:v>
              </c:pt>
              <c:pt idx="283">
                <c:v>1.1533739287265037</c:v>
              </c:pt>
              <c:pt idx="284">
                <c:v>1.1533739287265037</c:v>
              </c:pt>
              <c:pt idx="285">
                <c:v>1.1533739287265037</c:v>
              </c:pt>
              <c:pt idx="286">
                <c:v>1.1533739287265037</c:v>
              </c:pt>
              <c:pt idx="287">
                <c:v>1.1533739287265037</c:v>
              </c:pt>
              <c:pt idx="288">
                <c:v>1.1533739287265037</c:v>
              </c:pt>
              <c:pt idx="289">
                <c:v>1.1533739287265037</c:v>
              </c:pt>
              <c:pt idx="290">
                <c:v>1.1533739287265037</c:v>
              </c:pt>
              <c:pt idx="291">
                <c:v>1.1533739287265037</c:v>
              </c:pt>
              <c:pt idx="292">
                <c:v>1.1533739287265037</c:v>
              </c:pt>
              <c:pt idx="293">
                <c:v>1.1533739287265037</c:v>
              </c:pt>
              <c:pt idx="294">
                <c:v>1.1533739287265037</c:v>
              </c:pt>
              <c:pt idx="295">
                <c:v>1.1533739287265037</c:v>
              </c:pt>
              <c:pt idx="296">
                <c:v>1.1533739287265037</c:v>
              </c:pt>
              <c:pt idx="297">
                <c:v>1.1533739287265037</c:v>
              </c:pt>
              <c:pt idx="298">
                <c:v>1.1533739287265037</c:v>
              </c:pt>
              <c:pt idx="299">
                <c:v>1.1533739287265037</c:v>
              </c:pt>
              <c:pt idx="300">
                <c:v>1.1533739287265037</c:v>
              </c:pt>
              <c:pt idx="301">
                <c:v>1.1533739287265037</c:v>
              </c:pt>
              <c:pt idx="302">
                <c:v>1.1533739287265037</c:v>
              </c:pt>
              <c:pt idx="303">
                <c:v>1.1533739287265037</c:v>
              </c:pt>
              <c:pt idx="304">
                <c:v>1.1533739287265037</c:v>
              </c:pt>
              <c:pt idx="305">
                <c:v>1.1533739287265037</c:v>
              </c:pt>
              <c:pt idx="306">
                <c:v>1.1533739287265037</c:v>
              </c:pt>
              <c:pt idx="307">
                <c:v>1.1533739287265037</c:v>
              </c:pt>
              <c:pt idx="308">
                <c:v>1.1533739287265037</c:v>
              </c:pt>
              <c:pt idx="309">
                <c:v>1.1533739287265037</c:v>
              </c:pt>
              <c:pt idx="310">
                <c:v>1.1533739287265037</c:v>
              </c:pt>
              <c:pt idx="311">
                <c:v>1.1533739287265037</c:v>
              </c:pt>
              <c:pt idx="312">
                <c:v>1.1533739287265037</c:v>
              </c:pt>
              <c:pt idx="313">
                <c:v>1.1533739287265037</c:v>
              </c:pt>
              <c:pt idx="314">
                <c:v>1.1533739287265037</c:v>
              </c:pt>
              <c:pt idx="315">
                <c:v>1.1533739287265037</c:v>
              </c:pt>
              <c:pt idx="316">
                <c:v>1.1533739287265037</c:v>
              </c:pt>
              <c:pt idx="317">
                <c:v>1.1533739287265037</c:v>
              </c:pt>
              <c:pt idx="318">
                <c:v>1.1533739287265037</c:v>
              </c:pt>
              <c:pt idx="319">
                <c:v>1.1533739287265037</c:v>
              </c:pt>
              <c:pt idx="320">
                <c:v>1.1533739287265037</c:v>
              </c:pt>
              <c:pt idx="321">
                <c:v>1.1533739287265037</c:v>
              </c:pt>
              <c:pt idx="322">
                <c:v>1.1533739287265037</c:v>
              </c:pt>
              <c:pt idx="323">
                <c:v>1.1533739287265037</c:v>
              </c:pt>
              <c:pt idx="324">
                <c:v>1.1533739287265037</c:v>
              </c:pt>
              <c:pt idx="325">
                <c:v>1.1533739287265037</c:v>
              </c:pt>
              <c:pt idx="326">
                <c:v>1.1533739287265037</c:v>
              </c:pt>
              <c:pt idx="327">
                <c:v>1.1533739287265037</c:v>
              </c:pt>
              <c:pt idx="328">
                <c:v>1.1533739287265037</c:v>
              </c:pt>
              <c:pt idx="329">
                <c:v>1.1533739287265037</c:v>
              </c:pt>
              <c:pt idx="330">
                <c:v>1.1533739287265037</c:v>
              </c:pt>
              <c:pt idx="331">
                <c:v>1.1533739287265037</c:v>
              </c:pt>
              <c:pt idx="332">
                <c:v>1.1533739287265037</c:v>
              </c:pt>
              <c:pt idx="333">
                <c:v>1.1533739287265037</c:v>
              </c:pt>
              <c:pt idx="334">
                <c:v>1.1533739287265037</c:v>
              </c:pt>
              <c:pt idx="335">
                <c:v>1.1533739287265037</c:v>
              </c:pt>
              <c:pt idx="336">
                <c:v>1.1533739287265037</c:v>
              </c:pt>
              <c:pt idx="337">
                <c:v>1.1533739287265037</c:v>
              </c:pt>
              <c:pt idx="338">
                <c:v>1.1533739287265037</c:v>
              </c:pt>
              <c:pt idx="339">
                <c:v>1.1533739287265037</c:v>
              </c:pt>
              <c:pt idx="340">
                <c:v>1.1533739287265037</c:v>
              </c:pt>
              <c:pt idx="341">
                <c:v>1.1533739287265037</c:v>
              </c:pt>
              <c:pt idx="342">
                <c:v>1.1533739287265037</c:v>
              </c:pt>
              <c:pt idx="343">
                <c:v>1.1533739287265037</c:v>
              </c:pt>
              <c:pt idx="344">
                <c:v>1.1533739287265037</c:v>
              </c:pt>
              <c:pt idx="345">
                <c:v>1.1533739287265037</c:v>
              </c:pt>
              <c:pt idx="346">
                <c:v>1.1533739287265037</c:v>
              </c:pt>
              <c:pt idx="347">
                <c:v>1.1533739287265037</c:v>
              </c:pt>
              <c:pt idx="348">
                <c:v>1.1533739287265037</c:v>
              </c:pt>
              <c:pt idx="349">
                <c:v>1.1533739287265037</c:v>
              </c:pt>
              <c:pt idx="350">
                <c:v>1.1533739287265037</c:v>
              </c:pt>
              <c:pt idx="351">
                <c:v>1.1533739287265037</c:v>
              </c:pt>
              <c:pt idx="352">
                <c:v>1.1533739287265037</c:v>
              </c:pt>
              <c:pt idx="353">
                <c:v>1.1533739287265037</c:v>
              </c:pt>
              <c:pt idx="354">
                <c:v>1.1533739287265037</c:v>
              </c:pt>
              <c:pt idx="355">
                <c:v>1.1533739287265037</c:v>
              </c:pt>
              <c:pt idx="356">
                <c:v>1.1533739287265037</c:v>
              </c:pt>
              <c:pt idx="357">
                <c:v>1.1533739287265037</c:v>
              </c:pt>
              <c:pt idx="358">
                <c:v>1.1533739287265037</c:v>
              </c:pt>
              <c:pt idx="359">
                <c:v>1.1533739287265037</c:v>
              </c:pt>
              <c:pt idx="360">
                <c:v>1.1533739287265037</c:v>
              </c:pt>
              <c:pt idx="361">
                <c:v>1.1533739287265037</c:v>
              </c:pt>
              <c:pt idx="362">
                <c:v>1.1533739287265037</c:v>
              </c:pt>
              <c:pt idx="363">
                <c:v>1.1533739287265037</c:v>
              </c:pt>
              <c:pt idx="364">
                <c:v>1.1533739287265037</c:v>
              </c:pt>
              <c:pt idx="365">
                <c:v>1.1533739287265037</c:v>
              </c:pt>
              <c:pt idx="366">
                <c:v>1.1533739287265037</c:v>
              </c:pt>
              <c:pt idx="367">
                <c:v>1.1533739287265037</c:v>
              </c:pt>
              <c:pt idx="368">
                <c:v>1.1533739287265037</c:v>
              </c:pt>
              <c:pt idx="369">
                <c:v>1.1533739287265037</c:v>
              </c:pt>
              <c:pt idx="370">
                <c:v>1.1533739287265037</c:v>
              </c:pt>
              <c:pt idx="371">
                <c:v>1.1533739287265037</c:v>
              </c:pt>
              <c:pt idx="372">
                <c:v>1.1533739287265037</c:v>
              </c:pt>
              <c:pt idx="373">
                <c:v>1.1533739287265037</c:v>
              </c:pt>
              <c:pt idx="374">
                <c:v>1.1533739287265037</c:v>
              </c:pt>
              <c:pt idx="375">
                <c:v>1.1533739287265037</c:v>
              </c:pt>
              <c:pt idx="376">
                <c:v>1.1533739287265037</c:v>
              </c:pt>
              <c:pt idx="377">
                <c:v>1.1533739287265037</c:v>
              </c:pt>
              <c:pt idx="378">
                <c:v>1.1533739287265037</c:v>
              </c:pt>
              <c:pt idx="379">
                <c:v>1.1533739287265037</c:v>
              </c:pt>
              <c:pt idx="380">
                <c:v>1.1533739287265037</c:v>
              </c:pt>
              <c:pt idx="381">
                <c:v>1.1533739287265037</c:v>
              </c:pt>
              <c:pt idx="382">
                <c:v>1.1533739287265037</c:v>
              </c:pt>
              <c:pt idx="383">
                <c:v>1.1533739287265037</c:v>
              </c:pt>
              <c:pt idx="384">
                <c:v>1.1533739287265037</c:v>
              </c:pt>
              <c:pt idx="385">
                <c:v>1.1533739287265037</c:v>
              </c:pt>
              <c:pt idx="386">
                <c:v>1.1533739287265037</c:v>
              </c:pt>
              <c:pt idx="387">
                <c:v>1.1533739287265037</c:v>
              </c:pt>
              <c:pt idx="388">
                <c:v>1.1533739287265037</c:v>
              </c:pt>
              <c:pt idx="389">
                <c:v>1.1533739287265037</c:v>
              </c:pt>
              <c:pt idx="390">
                <c:v>1.1533739287265037</c:v>
              </c:pt>
              <c:pt idx="391">
                <c:v>1.1533739287265037</c:v>
              </c:pt>
              <c:pt idx="392">
                <c:v>1.1533739287265037</c:v>
              </c:pt>
              <c:pt idx="393">
                <c:v>1.1533739287265037</c:v>
              </c:pt>
              <c:pt idx="394">
                <c:v>1.1533739287265037</c:v>
              </c:pt>
              <c:pt idx="395">
                <c:v>1.1533739287265037</c:v>
              </c:pt>
              <c:pt idx="396">
                <c:v>1.1533739287265037</c:v>
              </c:pt>
              <c:pt idx="397">
                <c:v>1.1533739287265037</c:v>
              </c:pt>
              <c:pt idx="398">
                <c:v>1.1533739287265037</c:v>
              </c:pt>
              <c:pt idx="399">
                <c:v>1.1533739287265037</c:v>
              </c:pt>
              <c:pt idx="400">
                <c:v>1.1533739287265037</c:v>
              </c:pt>
              <c:pt idx="401">
                <c:v>1.1533739287265037</c:v>
              </c:pt>
              <c:pt idx="402">
                <c:v>1.1533739287265037</c:v>
              </c:pt>
              <c:pt idx="403">
                <c:v>1.1533739287265037</c:v>
              </c:pt>
              <c:pt idx="404">
                <c:v>1.1533739287265037</c:v>
              </c:pt>
              <c:pt idx="405">
                <c:v>1.1533739287265037</c:v>
              </c:pt>
              <c:pt idx="406">
                <c:v>1.1533739287265037</c:v>
              </c:pt>
              <c:pt idx="407">
                <c:v>1.1533739287265037</c:v>
              </c:pt>
              <c:pt idx="408">
                <c:v>1.1533739287265037</c:v>
              </c:pt>
              <c:pt idx="409">
                <c:v>1.1533739287265037</c:v>
              </c:pt>
              <c:pt idx="410">
                <c:v>1.1533739287265037</c:v>
              </c:pt>
              <c:pt idx="411">
                <c:v>1.1533739287265037</c:v>
              </c:pt>
              <c:pt idx="412">
                <c:v>1.1533739287265037</c:v>
              </c:pt>
              <c:pt idx="413">
                <c:v>1.1533739287265037</c:v>
              </c:pt>
              <c:pt idx="414">
                <c:v>1.1533739287265037</c:v>
              </c:pt>
              <c:pt idx="415">
                <c:v>1.1533739287265037</c:v>
              </c:pt>
              <c:pt idx="416">
                <c:v>1.1533739287265037</c:v>
              </c:pt>
              <c:pt idx="417">
                <c:v>1.1533739287265037</c:v>
              </c:pt>
              <c:pt idx="418">
                <c:v>1.1533739287265037</c:v>
              </c:pt>
              <c:pt idx="419">
                <c:v>1.1533739287265037</c:v>
              </c:pt>
              <c:pt idx="420">
                <c:v>1.1533739287265037</c:v>
              </c:pt>
              <c:pt idx="421">
                <c:v>1.1533739287265037</c:v>
              </c:pt>
              <c:pt idx="422">
                <c:v>1.1533739287265037</c:v>
              </c:pt>
              <c:pt idx="423">
                <c:v>1.1533739287265037</c:v>
              </c:pt>
              <c:pt idx="424">
                <c:v>1.1533739287265037</c:v>
              </c:pt>
              <c:pt idx="425">
                <c:v>1.1533739287265037</c:v>
              </c:pt>
              <c:pt idx="426">
                <c:v>1.1533739287265037</c:v>
              </c:pt>
              <c:pt idx="427">
                <c:v>1.1533739287265037</c:v>
              </c:pt>
              <c:pt idx="428">
                <c:v>1.1533739287265037</c:v>
              </c:pt>
              <c:pt idx="429">
                <c:v>1.1533739287265037</c:v>
              </c:pt>
              <c:pt idx="430">
                <c:v>1.1533739287265037</c:v>
              </c:pt>
              <c:pt idx="431">
                <c:v>1.1533739287265037</c:v>
              </c:pt>
              <c:pt idx="432">
                <c:v>1.1533739287265037</c:v>
              </c:pt>
              <c:pt idx="433">
                <c:v>1.1533739287265037</c:v>
              </c:pt>
              <c:pt idx="434">
                <c:v>1.1533739287265037</c:v>
              </c:pt>
              <c:pt idx="435">
                <c:v>1.1533739287265037</c:v>
              </c:pt>
              <c:pt idx="436">
                <c:v>1.1533739287265037</c:v>
              </c:pt>
              <c:pt idx="437">
                <c:v>1.1533739287265037</c:v>
              </c:pt>
              <c:pt idx="438">
                <c:v>1.1533739287265037</c:v>
              </c:pt>
              <c:pt idx="439">
                <c:v>1.1533739287265037</c:v>
              </c:pt>
              <c:pt idx="440">
                <c:v>1.1533739287265037</c:v>
              </c:pt>
              <c:pt idx="441">
                <c:v>1.1533739287265037</c:v>
              </c:pt>
              <c:pt idx="442">
                <c:v>1.1533739287265037</c:v>
              </c:pt>
              <c:pt idx="443">
                <c:v>1.1533739287265037</c:v>
              </c:pt>
              <c:pt idx="444">
                <c:v>1.1533739287265037</c:v>
              </c:pt>
              <c:pt idx="445">
                <c:v>1.1533739287265037</c:v>
              </c:pt>
              <c:pt idx="446">
                <c:v>1.1533739287265037</c:v>
              </c:pt>
              <c:pt idx="447">
                <c:v>1.1533739287265037</c:v>
              </c:pt>
              <c:pt idx="448">
                <c:v>1.1533739287265037</c:v>
              </c:pt>
              <c:pt idx="449">
                <c:v>1.1533739287265037</c:v>
              </c:pt>
            </c:numLit>
          </c:xVal>
          <c:yVal>
            <c:numLit>
              <c:formatCode>0.0</c:formatCode>
              <c:ptCount val="450"/>
              <c:pt idx="0">
                <c:v>3.761988422676205</c:v>
              </c:pt>
              <c:pt idx="1">
                <c:v>3.761988422676205</c:v>
              </c:pt>
              <c:pt idx="2">
                <c:v>3.761988422676205</c:v>
              </c:pt>
              <c:pt idx="3">
                <c:v>3.761988422676205</c:v>
              </c:pt>
              <c:pt idx="4">
                <c:v>3.761988422676205</c:v>
              </c:pt>
              <c:pt idx="5">
                <c:v>3.761988422676205</c:v>
              </c:pt>
              <c:pt idx="6">
                <c:v>3.761988422676205</c:v>
              </c:pt>
              <c:pt idx="7">
                <c:v>3.761988422676205</c:v>
              </c:pt>
              <c:pt idx="8">
                <c:v>3.761988422676205</c:v>
              </c:pt>
              <c:pt idx="9">
                <c:v>3.761988422676205</c:v>
              </c:pt>
              <c:pt idx="10">
                <c:v>3.761988422676205</c:v>
              </c:pt>
              <c:pt idx="11">
                <c:v>3.761988422676205</c:v>
              </c:pt>
              <c:pt idx="12">
                <c:v>3.761988422676205</c:v>
              </c:pt>
              <c:pt idx="13">
                <c:v>3.761988422676205</c:v>
              </c:pt>
              <c:pt idx="14">
                <c:v>3.761988422676205</c:v>
              </c:pt>
              <c:pt idx="15">
                <c:v>3.761988422676205</c:v>
              </c:pt>
              <c:pt idx="16">
                <c:v>3.761988422676205</c:v>
              </c:pt>
              <c:pt idx="17">
                <c:v>3.761988422676205</c:v>
              </c:pt>
              <c:pt idx="18">
                <c:v>3.761988422676205</c:v>
              </c:pt>
              <c:pt idx="19">
                <c:v>3.761988422676205</c:v>
              </c:pt>
              <c:pt idx="20">
                <c:v>3.761988422676205</c:v>
              </c:pt>
              <c:pt idx="21">
                <c:v>3.761988422676205</c:v>
              </c:pt>
              <c:pt idx="22">
                <c:v>3.761988422676205</c:v>
              </c:pt>
              <c:pt idx="23">
                <c:v>3.761988422676205</c:v>
              </c:pt>
              <c:pt idx="24">
                <c:v>3.761988422676205</c:v>
              </c:pt>
              <c:pt idx="25">
                <c:v>3.761988422676205</c:v>
              </c:pt>
              <c:pt idx="26">
                <c:v>3.761988422676205</c:v>
              </c:pt>
              <c:pt idx="27">
                <c:v>3.761988422676205</c:v>
              </c:pt>
              <c:pt idx="28">
                <c:v>3.761988422676205</c:v>
              </c:pt>
              <c:pt idx="29">
                <c:v>3.761988422676205</c:v>
              </c:pt>
              <c:pt idx="30">
                <c:v>3.761988422676205</c:v>
              </c:pt>
              <c:pt idx="31">
                <c:v>3.761988422676205</c:v>
              </c:pt>
              <c:pt idx="32">
                <c:v>3.761988422676205</c:v>
              </c:pt>
              <c:pt idx="33">
                <c:v>3.761988422676205</c:v>
              </c:pt>
              <c:pt idx="34">
                <c:v>3.761988422676205</c:v>
              </c:pt>
              <c:pt idx="35">
                <c:v>3.761988422676205</c:v>
              </c:pt>
              <c:pt idx="36">
                <c:v>3.761988422676205</c:v>
              </c:pt>
              <c:pt idx="37">
                <c:v>3.761988422676205</c:v>
              </c:pt>
              <c:pt idx="38">
                <c:v>3.761988422676205</c:v>
              </c:pt>
              <c:pt idx="39">
                <c:v>3.761988422676205</c:v>
              </c:pt>
              <c:pt idx="40">
                <c:v>3.761988422676205</c:v>
              </c:pt>
              <c:pt idx="41">
                <c:v>3.761988422676205</c:v>
              </c:pt>
              <c:pt idx="42">
                <c:v>3.761988422676205</c:v>
              </c:pt>
              <c:pt idx="43">
                <c:v>3.761988422676205</c:v>
              </c:pt>
              <c:pt idx="44">
                <c:v>3.761988422676205</c:v>
              </c:pt>
              <c:pt idx="45">
                <c:v>3.761988422676205</c:v>
              </c:pt>
              <c:pt idx="46">
                <c:v>3.761988422676205</c:v>
              </c:pt>
              <c:pt idx="47">
                <c:v>3.761988422676205</c:v>
              </c:pt>
              <c:pt idx="48">
                <c:v>3.761988422676205</c:v>
              </c:pt>
              <c:pt idx="49">
                <c:v>3.761988422676205</c:v>
              </c:pt>
              <c:pt idx="50">
                <c:v>3.761988422676205</c:v>
              </c:pt>
              <c:pt idx="51">
                <c:v>3.761988422676205</c:v>
              </c:pt>
              <c:pt idx="52">
                <c:v>3.761988422676205</c:v>
              </c:pt>
              <c:pt idx="53">
                <c:v>3.761988422676205</c:v>
              </c:pt>
              <c:pt idx="54">
                <c:v>3.761988422676205</c:v>
              </c:pt>
              <c:pt idx="55">
                <c:v>3.761988422676205</c:v>
              </c:pt>
              <c:pt idx="56">
                <c:v>3.761988422676205</c:v>
              </c:pt>
              <c:pt idx="57">
                <c:v>3.761988422676205</c:v>
              </c:pt>
              <c:pt idx="58">
                <c:v>3.761988422676205</c:v>
              </c:pt>
              <c:pt idx="59">
                <c:v>3.761988422676205</c:v>
              </c:pt>
              <c:pt idx="60">
                <c:v>3.761988422676205</c:v>
              </c:pt>
              <c:pt idx="61">
                <c:v>3.761988422676205</c:v>
              </c:pt>
              <c:pt idx="62">
                <c:v>3.761988422676205</c:v>
              </c:pt>
              <c:pt idx="63">
                <c:v>3.761988422676205</c:v>
              </c:pt>
              <c:pt idx="64">
                <c:v>3.761988422676205</c:v>
              </c:pt>
              <c:pt idx="65">
                <c:v>3.761988422676205</c:v>
              </c:pt>
              <c:pt idx="66">
                <c:v>3.761988422676205</c:v>
              </c:pt>
              <c:pt idx="67">
                <c:v>3.761988422676205</c:v>
              </c:pt>
              <c:pt idx="68">
                <c:v>3.761988422676205</c:v>
              </c:pt>
              <c:pt idx="69">
                <c:v>3.761988422676205</c:v>
              </c:pt>
              <c:pt idx="70">
                <c:v>3.761988422676205</c:v>
              </c:pt>
              <c:pt idx="71">
                <c:v>3.761988422676205</c:v>
              </c:pt>
              <c:pt idx="72">
                <c:v>3.761988422676205</c:v>
              </c:pt>
              <c:pt idx="73">
                <c:v>3.761988422676205</c:v>
              </c:pt>
              <c:pt idx="74">
                <c:v>3.761988422676205</c:v>
              </c:pt>
              <c:pt idx="75">
                <c:v>3.761988422676205</c:v>
              </c:pt>
              <c:pt idx="76">
                <c:v>3.761988422676205</c:v>
              </c:pt>
              <c:pt idx="77">
                <c:v>3.761988422676205</c:v>
              </c:pt>
              <c:pt idx="78">
                <c:v>3.761988422676205</c:v>
              </c:pt>
              <c:pt idx="79">
                <c:v>3.761988422676205</c:v>
              </c:pt>
              <c:pt idx="80">
                <c:v>3.761988422676205</c:v>
              </c:pt>
              <c:pt idx="81">
                <c:v>3.761988422676205</c:v>
              </c:pt>
              <c:pt idx="82">
                <c:v>3.761988422676205</c:v>
              </c:pt>
              <c:pt idx="83">
                <c:v>3.761988422676205</c:v>
              </c:pt>
              <c:pt idx="84">
                <c:v>3.761988422676205</c:v>
              </c:pt>
              <c:pt idx="85">
                <c:v>3.761988422676205</c:v>
              </c:pt>
              <c:pt idx="86">
                <c:v>3.761988422676205</c:v>
              </c:pt>
              <c:pt idx="87">
                <c:v>3.761988422676205</c:v>
              </c:pt>
              <c:pt idx="88">
                <c:v>3.761988422676205</c:v>
              </c:pt>
              <c:pt idx="89">
                <c:v>3.761988422676205</c:v>
              </c:pt>
              <c:pt idx="90">
                <c:v>3.761988422676205</c:v>
              </c:pt>
              <c:pt idx="91">
                <c:v>3.761988422676205</c:v>
              </c:pt>
              <c:pt idx="92">
                <c:v>3.761988422676205</c:v>
              </c:pt>
              <c:pt idx="93">
                <c:v>3.761988422676205</c:v>
              </c:pt>
              <c:pt idx="94">
                <c:v>3.761988422676205</c:v>
              </c:pt>
              <c:pt idx="95">
                <c:v>3.761988422676205</c:v>
              </c:pt>
              <c:pt idx="96">
                <c:v>3.761988422676205</c:v>
              </c:pt>
              <c:pt idx="97">
                <c:v>3.761988422676205</c:v>
              </c:pt>
              <c:pt idx="98">
                <c:v>3.761988422676205</c:v>
              </c:pt>
              <c:pt idx="99">
                <c:v>3.761988422676205</c:v>
              </c:pt>
              <c:pt idx="100">
                <c:v>3.761988422676205</c:v>
              </c:pt>
              <c:pt idx="101">
                <c:v>3.761988422676205</c:v>
              </c:pt>
              <c:pt idx="102">
                <c:v>3.761988422676205</c:v>
              </c:pt>
              <c:pt idx="103">
                <c:v>3.761988422676205</c:v>
              </c:pt>
              <c:pt idx="104">
                <c:v>3.761988422676205</c:v>
              </c:pt>
              <c:pt idx="105">
                <c:v>3.761988422676205</c:v>
              </c:pt>
              <c:pt idx="106">
                <c:v>3.761988422676205</c:v>
              </c:pt>
              <c:pt idx="107">
                <c:v>3.761988422676205</c:v>
              </c:pt>
              <c:pt idx="108">
                <c:v>3.761988422676205</c:v>
              </c:pt>
              <c:pt idx="109">
                <c:v>3.761988422676205</c:v>
              </c:pt>
              <c:pt idx="110">
                <c:v>3.761988422676205</c:v>
              </c:pt>
              <c:pt idx="111">
                <c:v>3.761988422676205</c:v>
              </c:pt>
              <c:pt idx="112">
                <c:v>3.761988422676205</c:v>
              </c:pt>
              <c:pt idx="113">
                <c:v>3.761988422676205</c:v>
              </c:pt>
              <c:pt idx="114">
                <c:v>3.761988422676205</c:v>
              </c:pt>
              <c:pt idx="115">
                <c:v>3.761988422676205</c:v>
              </c:pt>
              <c:pt idx="116">
                <c:v>3.761988422676205</c:v>
              </c:pt>
              <c:pt idx="117">
                <c:v>3.761988422676205</c:v>
              </c:pt>
              <c:pt idx="118">
                <c:v>3.761988422676205</c:v>
              </c:pt>
              <c:pt idx="119">
                <c:v>3.761988422676205</c:v>
              </c:pt>
              <c:pt idx="120">
                <c:v>3.761988422676205</c:v>
              </c:pt>
              <c:pt idx="121">
                <c:v>3.761988422676205</c:v>
              </c:pt>
              <c:pt idx="122">
                <c:v>3.761988422676205</c:v>
              </c:pt>
              <c:pt idx="123">
                <c:v>3.761988422676205</c:v>
              </c:pt>
              <c:pt idx="124">
                <c:v>3.761988422676205</c:v>
              </c:pt>
              <c:pt idx="125">
                <c:v>3.761988422676205</c:v>
              </c:pt>
              <c:pt idx="126">
                <c:v>3.761988422676205</c:v>
              </c:pt>
              <c:pt idx="127">
                <c:v>3.761988422676205</c:v>
              </c:pt>
              <c:pt idx="128">
                <c:v>3.761988422676205</c:v>
              </c:pt>
              <c:pt idx="129">
                <c:v>3.761988422676205</c:v>
              </c:pt>
              <c:pt idx="130">
                <c:v>3.761988422676205</c:v>
              </c:pt>
              <c:pt idx="131">
                <c:v>3.761988422676205</c:v>
              </c:pt>
              <c:pt idx="132">
                <c:v>3.761988422676205</c:v>
              </c:pt>
              <c:pt idx="133">
                <c:v>3.761988422676205</c:v>
              </c:pt>
              <c:pt idx="134">
                <c:v>3.761988422676205</c:v>
              </c:pt>
              <c:pt idx="135">
                <c:v>3.761988422676205</c:v>
              </c:pt>
              <c:pt idx="136">
                <c:v>3.761988422676205</c:v>
              </c:pt>
              <c:pt idx="137">
                <c:v>3.761988422676205</c:v>
              </c:pt>
              <c:pt idx="138">
                <c:v>3.761988422676205</c:v>
              </c:pt>
              <c:pt idx="139">
                <c:v>3.761988422676205</c:v>
              </c:pt>
              <c:pt idx="140">
                <c:v>3.761988422676205</c:v>
              </c:pt>
              <c:pt idx="141">
                <c:v>3.761988422676205</c:v>
              </c:pt>
              <c:pt idx="142">
                <c:v>3.761988422676205</c:v>
              </c:pt>
              <c:pt idx="143">
                <c:v>3.761988422676205</c:v>
              </c:pt>
              <c:pt idx="144">
                <c:v>3.761988422676205</c:v>
              </c:pt>
              <c:pt idx="145">
                <c:v>3.761988422676205</c:v>
              </c:pt>
              <c:pt idx="146">
                <c:v>3.761988422676205</c:v>
              </c:pt>
              <c:pt idx="147">
                <c:v>3.761988422676205</c:v>
              </c:pt>
              <c:pt idx="148">
                <c:v>3.761988422676205</c:v>
              </c:pt>
              <c:pt idx="149">
                <c:v>3.761988422676205</c:v>
              </c:pt>
              <c:pt idx="150">
                <c:v>3.761988422676205</c:v>
              </c:pt>
              <c:pt idx="151">
                <c:v>3.761988422676205</c:v>
              </c:pt>
              <c:pt idx="152">
                <c:v>3.761988422676205</c:v>
              </c:pt>
              <c:pt idx="153">
                <c:v>3.761988422676205</c:v>
              </c:pt>
              <c:pt idx="154">
                <c:v>3.761988422676205</c:v>
              </c:pt>
              <c:pt idx="155">
                <c:v>3.761988422676205</c:v>
              </c:pt>
              <c:pt idx="156">
                <c:v>3.761988422676205</c:v>
              </c:pt>
              <c:pt idx="157">
                <c:v>3.761988422676205</c:v>
              </c:pt>
              <c:pt idx="158">
                <c:v>3.761988422676205</c:v>
              </c:pt>
              <c:pt idx="159">
                <c:v>3.761988422676205</c:v>
              </c:pt>
              <c:pt idx="160">
                <c:v>3.761988422676205</c:v>
              </c:pt>
              <c:pt idx="161">
                <c:v>3.761988422676205</c:v>
              </c:pt>
              <c:pt idx="162">
                <c:v>3.761988422676205</c:v>
              </c:pt>
              <c:pt idx="163">
                <c:v>3.761988422676205</c:v>
              </c:pt>
              <c:pt idx="164">
                <c:v>3.761988422676205</c:v>
              </c:pt>
              <c:pt idx="165">
                <c:v>3.761988422676205</c:v>
              </c:pt>
              <c:pt idx="166">
                <c:v>3.761988422676205</c:v>
              </c:pt>
              <c:pt idx="167">
                <c:v>3.761988422676205</c:v>
              </c:pt>
              <c:pt idx="168">
                <c:v>3.761988422676205</c:v>
              </c:pt>
              <c:pt idx="169">
                <c:v>3.761988422676205</c:v>
              </c:pt>
              <c:pt idx="170">
                <c:v>3.761988422676205</c:v>
              </c:pt>
              <c:pt idx="171">
                <c:v>3.761988422676205</c:v>
              </c:pt>
              <c:pt idx="172">
                <c:v>3.761988422676205</c:v>
              </c:pt>
              <c:pt idx="173">
                <c:v>3.761988422676205</c:v>
              </c:pt>
              <c:pt idx="174">
                <c:v>3.761988422676205</c:v>
              </c:pt>
              <c:pt idx="175">
                <c:v>3.761988422676205</c:v>
              </c:pt>
              <c:pt idx="176">
                <c:v>3.761988422676205</c:v>
              </c:pt>
              <c:pt idx="177">
                <c:v>3.761988422676205</c:v>
              </c:pt>
              <c:pt idx="178">
                <c:v>3.761988422676205</c:v>
              </c:pt>
              <c:pt idx="179">
                <c:v>3.761988422676205</c:v>
              </c:pt>
              <c:pt idx="180">
                <c:v>3.761988422676205</c:v>
              </c:pt>
              <c:pt idx="181">
                <c:v>3.761988422676205</c:v>
              </c:pt>
              <c:pt idx="182">
                <c:v>3.761988422676205</c:v>
              </c:pt>
              <c:pt idx="183">
                <c:v>3.761988422676205</c:v>
              </c:pt>
              <c:pt idx="184">
                <c:v>3.761988422676205</c:v>
              </c:pt>
              <c:pt idx="185">
                <c:v>3.761988422676205</c:v>
              </c:pt>
              <c:pt idx="186">
                <c:v>3.761988422676205</c:v>
              </c:pt>
              <c:pt idx="187">
                <c:v>3.761988422676205</c:v>
              </c:pt>
              <c:pt idx="188">
                <c:v>3.761988422676205</c:v>
              </c:pt>
              <c:pt idx="189">
                <c:v>3.761988422676205</c:v>
              </c:pt>
              <c:pt idx="190">
                <c:v>3.761988422676205</c:v>
              </c:pt>
              <c:pt idx="191">
                <c:v>3.761988422676205</c:v>
              </c:pt>
              <c:pt idx="192">
                <c:v>3.761988422676205</c:v>
              </c:pt>
              <c:pt idx="193">
                <c:v>3.761988422676205</c:v>
              </c:pt>
              <c:pt idx="194">
                <c:v>3.761988422676205</c:v>
              </c:pt>
              <c:pt idx="195">
                <c:v>3.761988422676205</c:v>
              </c:pt>
              <c:pt idx="196">
                <c:v>3.761988422676205</c:v>
              </c:pt>
              <c:pt idx="197">
                <c:v>3.761988422676205</c:v>
              </c:pt>
              <c:pt idx="198">
                <c:v>3.761988422676205</c:v>
              </c:pt>
              <c:pt idx="199">
                <c:v>3.761988422676205</c:v>
              </c:pt>
              <c:pt idx="200">
                <c:v>3.761988422676205</c:v>
              </c:pt>
              <c:pt idx="201">
                <c:v>3.761988422676205</c:v>
              </c:pt>
              <c:pt idx="202">
                <c:v>3.761988422676205</c:v>
              </c:pt>
              <c:pt idx="203">
                <c:v>3.761988422676205</c:v>
              </c:pt>
              <c:pt idx="204">
                <c:v>3.761988422676205</c:v>
              </c:pt>
              <c:pt idx="205">
                <c:v>3.761988422676205</c:v>
              </c:pt>
              <c:pt idx="206">
                <c:v>3.761988422676205</c:v>
              </c:pt>
              <c:pt idx="207">
                <c:v>3.761988422676205</c:v>
              </c:pt>
              <c:pt idx="208">
                <c:v>3.761988422676205</c:v>
              </c:pt>
              <c:pt idx="209">
                <c:v>3.761988422676205</c:v>
              </c:pt>
              <c:pt idx="210">
                <c:v>3.761988422676205</c:v>
              </c:pt>
              <c:pt idx="211">
                <c:v>3.761988422676205</c:v>
              </c:pt>
              <c:pt idx="212">
                <c:v>3.761988422676205</c:v>
              </c:pt>
              <c:pt idx="213">
                <c:v>3.761988422676205</c:v>
              </c:pt>
              <c:pt idx="214">
                <c:v>3.761988422676205</c:v>
              </c:pt>
              <c:pt idx="215">
                <c:v>3.761988422676205</c:v>
              </c:pt>
              <c:pt idx="216">
                <c:v>3.761988422676205</c:v>
              </c:pt>
              <c:pt idx="217">
                <c:v>3.761988422676205</c:v>
              </c:pt>
              <c:pt idx="218">
                <c:v>3.761988422676205</c:v>
              </c:pt>
              <c:pt idx="219">
                <c:v>3.761988422676205</c:v>
              </c:pt>
              <c:pt idx="220">
                <c:v>3.761988422676205</c:v>
              </c:pt>
              <c:pt idx="221">
                <c:v>3.761988422676205</c:v>
              </c:pt>
              <c:pt idx="222">
                <c:v>3.761988422676205</c:v>
              </c:pt>
              <c:pt idx="223">
                <c:v>3.761988422676205</c:v>
              </c:pt>
              <c:pt idx="224">
                <c:v>3.761988422676205</c:v>
              </c:pt>
              <c:pt idx="225">
                <c:v>3.761988422676205</c:v>
              </c:pt>
              <c:pt idx="226">
                <c:v>3.761988422676205</c:v>
              </c:pt>
              <c:pt idx="227">
                <c:v>3.761988422676205</c:v>
              </c:pt>
              <c:pt idx="228">
                <c:v>3.761988422676205</c:v>
              </c:pt>
              <c:pt idx="229">
                <c:v>3.761988422676205</c:v>
              </c:pt>
              <c:pt idx="230">
                <c:v>3.761988422676205</c:v>
              </c:pt>
              <c:pt idx="231">
                <c:v>3.761988422676205</c:v>
              </c:pt>
              <c:pt idx="232">
                <c:v>3.761988422676205</c:v>
              </c:pt>
              <c:pt idx="233">
                <c:v>3.761988422676205</c:v>
              </c:pt>
              <c:pt idx="234">
                <c:v>3.761988422676205</c:v>
              </c:pt>
              <c:pt idx="235">
                <c:v>3.761988422676205</c:v>
              </c:pt>
              <c:pt idx="236">
                <c:v>3.761988422676205</c:v>
              </c:pt>
              <c:pt idx="237">
                <c:v>3.761988422676205</c:v>
              </c:pt>
              <c:pt idx="238">
                <c:v>3.761988422676205</c:v>
              </c:pt>
              <c:pt idx="239">
                <c:v>3.761988422676205</c:v>
              </c:pt>
              <c:pt idx="240">
                <c:v>3.761988422676205</c:v>
              </c:pt>
              <c:pt idx="241">
                <c:v>3.761988422676205</c:v>
              </c:pt>
              <c:pt idx="242">
                <c:v>3.761988422676205</c:v>
              </c:pt>
              <c:pt idx="243">
                <c:v>3.761988422676205</c:v>
              </c:pt>
              <c:pt idx="244">
                <c:v>3.761988422676205</c:v>
              </c:pt>
              <c:pt idx="245">
                <c:v>3.761988422676205</c:v>
              </c:pt>
              <c:pt idx="246">
                <c:v>3.761988422676205</c:v>
              </c:pt>
              <c:pt idx="247">
                <c:v>3.761988422676205</c:v>
              </c:pt>
              <c:pt idx="248">
                <c:v>3.761988422676205</c:v>
              </c:pt>
              <c:pt idx="249">
                <c:v>3.761988422676205</c:v>
              </c:pt>
              <c:pt idx="250">
                <c:v>3.761988422676205</c:v>
              </c:pt>
              <c:pt idx="251">
                <c:v>3.761988422676205</c:v>
              </c:pt>
              <c:pt idx="252">
                <c:v>3.761988422676205</c:v>
              </c:pt>
              <c:pt idx="253">
                <c:v>3.761988422676205</c:v>
              </c:pt>
              <c:pt idx="254">
                <c:v>3.761988422676205</c:v>
              </c:pt>
              <c:pt idx="255">
                <c:v>3.761988422676205</c:v>
              </c:pt>
              <c:pt idx="256">
                <c:v>3.761988422676205</c:v>
              </c:pt>
              <c:pt idx="257">
                <c:v>3.761988422676205</c:v>
              </c:pt>
              <c:pt idx="258">
                <c:v>3.761988422676205</c:v>
              </c:pt>
              <c:pt idx="259">
                <c:v>3.761988422676205</c:v>
              </c:pt>
              <c:pt idx="260">
                <c:v>3.761988422676205</c:v>
              </c:pt>
              <c:pt idx="261">
                <c:v>3.761988422676205</c:v>
              </c:pt>
              <c:pt idx="262">
                <c:v>3.761988422676205</c:v>
              </c:pt>
              <c:pt idx="263">
                <c:v>3.761988422676205</c:v>
              </c:pt>
              <c:pt idx="264">
                <c:v>3.761988422676205</c:v>
              </c:pt>
              <c:pt idx="265">
                <c:v>3.761988422676205</c:v>
              </c:pt>
              <c:pt idx="266">
                <c:v>3.761988422676205</c:v>
              </c:pt>
              <c:pt idx="267">
                <c:v>3.761988422676205</c:v>
              </c:pt>
              <c:pt idx="268">
                <c:v>3.761988422676205</c:v>
              </c:pt>
              <c:pt idx="269">
                <c:v>3.761988422676205</c:v>
              </c:pt>
              <c:pt idx="270">
                <c:v>3.761988422676205</c:v>
              </c:pt>
              <c:pt idx="271">
                <c:v>3.761988422676205</c:v>
              </c:pt>
              <c:pt idx="272">
                <c:v>3.761988422676205</c:v>
              </c:pt>
              <c:pt idx="273">
                <c:v>3.761988422676205</c:v>
              </c:pt>
              <c:pt idx="274">
                <c:v>3.761988422676205</c:v>
              </c:pt>
              <c:pt idx="275">
                <c:v>3.761988422676205</c:v>
              </c:pt>
              <c:pt idx="276">
                <c:v>3.761988422676205</c:v>
              </c:pt>
              <c:pt idx="277">
                <c:v>3.761988422676205</c:v>
              </c:pt>
              <c:pt idx="278">
                <c:v>3.761988422676205</c:v>
              </c:pt>
              <c:pt idx="279">
                <c:v>3.761988422676205</c:v>
              </c:pt>
              <c:pt idx="280">
                <c:v>3.761988422676205</c:v>
              </c:pt>
              <c:pt idx="281">
                <c:v>3.761988422676205</c:v>
              </c:pt>
              <c:pt idx="282">
                <c:v>3.761988422676205</c:v>
              </c:pt>
              <c:pt idx="283">
                <c:v>3.761988422676205</c:v>
              </c:pt>
              <c:pt idx="284">
                <c:v>3.761988422676205</c:v>
              </c:pt>
              <c:pt idx="285">
                <c:v>3.761988422676205</c:v>
              </c:pt>
              <c:pt idx="286">
                <c:v>3.761988422676205</c:v>
              </c:pt>
              <c:pt idx="287">
                <c:v>3.761988422676205</c:v>
              </c:pt>
              <c:pt idx="288">
                <c:v>3.761988422676205</c:v>
              </c:pt>
              <c:pt idx="289">
                <c:v>3.761988422676205</c:v>
              </c:pt>
              <c:pt idx="290">
                <c:v>3.761988422676205</c:v>
              </c:pt>
              <c:pt idx="291">
                <c:v>3.761988422676205</c:v>
              </c:pt>
              <c:pt idx="292">
                <c:v>3.761988422676205</c:v>
              </c:pt>
              <c:pt idx="293">
                <c:v>3.761988422676205</c:v>
              </c:pt>
              <c:pt idx="294">
                <c:v>3.761988422676205</c:v>
              </c:pt>
              <c:pt idx="295">
                <c:v>3.761988422676205</c:v>
              </c:pt>
              <c:pt idx="296">
                <c:v>3.761988422676205</c:v>
              </c:pt>
              <c:pt idx="297">
                <c:v>3.761988422676205</c:v>
              </c:pt>
              <c:pt idx="298">
                <c:v>3.761988422676205</c:v>
              </c:pt>
              <c:pt idx="299">
                <c:v>3.761988422676205</c:v>
              </c:pt>
              <c:pt idx="300">
                <c:v>3.761988422676205</c:v>
              </c:pt>
              <c:pt idx="301">
                <c:v>3.761988422676205</c:v>
              </c:pt>
              <c:pt idx="302">
                <c:v>3.761988422676205</c:v>
              </c:pt>
              <c:pt idx="303">
                <c:v>3.761988422676205</c:v>
              </c:pt>
              <c:pt idx="304">
                <c:v>3.761988422676205</c:v>
              </c:pt>
              <c:pt idx="305">
                <c:v>3.761988422676205</c:v>
              </c:pt>
              <c:pt idx="306">
                <c:v>3.761988422676205</c:v>
              </c:pt>
              <c:pt idx="307">
                <c:v>3.761988422676205</c:v>
              </c:pt>
              <c:pt idx="308">
                <c:v>3.761988422676205</c:v>
              </c:pt>
              <c:pt idx="309">
                <c:v>3.761988422676205</c:v>
              </c:pt>
              <c:pt idx="310">
                <c:v>3.761988422676205</c:v>
              </c:pt>
              <c:pt idx="311">
                <c:v>3.761988422676205</c:v>
              </c:pt>
              <c:pt idx="312">
                <c:v>3.761988422676205</c:v>
              </c:pt>
              <c:pt idx="313">
                <c:v>3.761988422676205</c:v>
              </c:pt>
              <c:pt idx="314">
                <c:v>3.761988422676205</c:v>
              </c:pt>
              <c:pt idx="315">
                <c:v>3.761988422676205</c:v>
              </c:pt>
              <c:pt idx="316">
                <c:v>3.761988422676205</c:v>
              </c:pt>
              <c:pt idx="317">
                <c:v>3.761988422676205</c:v>
              </c:pt>
              <c:pt idx="318">
                <c:v>3.761988422676205</c:v>
              </c:pt>
              <c:pt idx="319">
                <c:v>3.761988422676205</c:v>
              </c:pt>
              <c:pt idx="320">
                <c:v>3.761988422676205</c:v>
              </c:pt>
              <c:pt idx="321">
                <c:v>3.761988422676205</c:v>
              </c:pt>
              <c:pt idx="322">
                <c:v>3.761988422676205</c:v>
              </c:pt>
              <c:pt idx="323">
                <c:v>3.761988422676205</c:v>
              </c:pt>
              <c:pt idx="324">
                <c:v>3.761988422676205</c:v>
              </c:pt>
              <c:pt idx="325">
                <c:v>3.761988422676205</c:v>
              </c:pt>
              <c:pt idx="326">
                <c:v>3.761988422676205</c:v>
              </c:pt>
              <c:pt idx="327">
                <c:v>3.761988422676205</c:v>
              </c:pt>
              <c:pt idx="328">
                <c:v>3.761988422676205</c:v>
              </c:pt>
              <c:pt idx="329">
                <c:v>3.761988422676205</c:v>
              </c:pt>
              <c:pt idx="330">
                <c:v>3.761988422676205</c:v>
              </c:pt>
              <c:pt idx="331">
                <c:v>3.761988422676205</c:v>
              </c:pt>
              <c:pt idx="332">
                <c:v>3.761988422676205</c:v>
              </c:pt>
              <c:pt idx="333">
                <c:v>3.761988422676205</c:v>
              </c:pt>
              <c:pt idx="334">
                <c:v>3.761988422676205</c:v>
              </c:pt>
              <c:pt idx="335">
                <c:v>3.761988422676205</c:v>
              </c:pt>
              <c:pt idx="336">
                <c:v>3.761988422676205</c:v>
              </c:pt>
              <c:pt idx="337">
                <c:v>3.761988422676205</c:v>
              </c:pt>
              <c:pt idx="338">
                <c:v>3.761988422676205</c:v>
              </c:pt>
              <c:pt idx="339">
                <c:v>3.761988422676205</c:v>
              </c:pt>
              <c:pt idx="340">
                <c:v>3.761988422676205</c:v>
              </c:pt>
              <c:pt idx="341">
                <c:v>3.761988422676205</c:v>
              </c:pt>
              <c:pt idx="342">
                <c:v>3.761988422676205</c:v>
              </c:pt>
              <c:pt idx="343">
                <c:v>3.761988422676205</c:v>
              </c:pt>
              <c:pt idx="344">
                <c:v>3.761988422676205</c:v>
              </c:pt>
              <c:pt idx="345">
                <c:v>3.761988422676205</c:v>
              </c:pt>
              <c:pt idx="346">
                <c:v>3.761988422676205</c:v>
              </c:pt>
              <c:pt idx="347">
                <c:v>3.761988422676205</c:v>
              </c:pt>
              <c:pt idx="348">
                <c:v>3.761988422676205</c:v>
              </c:pt>
              <c:pt idx="349">
                <c:v>3.761988422676205</c:v>
              </c:pt>
              <c:pt idx="350">
                <c:v>3.761988422676205</c:v>
              </c:pt>
              <c:pt idx="351">
                <c:v>3.761988422676205</c:v>
              </c:pt>
              <c:pt idx="352">
                <c:v>3.761988422676205</c:v>
              </c:pt>
              <c:pt idx="353">
                <c:v>3.761988422676205</c:v>
              </c:pt>
              <c:pt idx="354">
                <c:v>3.761988422676205</c:v>
              </c:pt>
              <c:pt idx="355">
                <c:v>3.761988422676205</c:v>
              </c:pt>
              <c:pt idx="356">
                <c:v>3.761988422676205</c:v>
              </c:pt>
              <c:pt idx="357">
                <c:v>3.761988422676205</c:v>
              </c:pt>
              <c:pt idx="358">
                <c:v>3.761988422676205</c:v>
              </c:pt>
              <c:pt idx="359">
                <c:v>3.761988422676205</c:v>
              </c:pt>
              <c:pt idx="360">
                <c:v>3.761988422676205</c:v>
              </c:pt>
              <c:pt idx="361">
                <c:v>3.761988422676205</c:v>
              </c:pt>
              <c:pt idx="362">
                <c:v>3.761988422676205</c:v>
              </c:pt>
              <c:pt idx="363">
                <c:v>3.761988422676205</c:v>
              </c:pt>
              <c:pt idx="364">
                <c:v>3.761988422676205</c:v>
              </c:pt>
              <c:pt idx="365">
                <c:v>3.761988422676205</c:v>
              </c:pt>
              <c:pt idx="366">
                <c:v>3.761988422676205</c:v>
              </c:pt>
              <c:pt idx="367">
                <c:v>3.761988422676205</c:v>
              </c:pt>
              <c:pt idx="368">
                <c:v>3.761988422676205</c:v>
              </c:pt>
              <c:pt idx="369">
                <c:v>3.761988422676205</c:v>
              </c:pt>
              <c:pt idx="370">
                <c:v>3.761988422676205</c:v>
              </c:pt>
              <c:pt idx="371">
                <c:v>3.761988422676205</c:v>
              </c:pt>
              <c:pt idx="372">
                <c:v>3.761988422676205</c:v>
              </c:pt>
              <c:pt idx="373">
                <c:v>3.761988422676205</c:v>
              </c:pt>
              <c:pt idx="374">
                <c:v>3.761988422676205</c:v>
              </c:pt>
              <c:pt idx="375">
                <c:v>3.761988422676205</c:v>
              </c:pt>
              <c:pt idx="376">
                <c:v>3.761988422676205</c:v>
              </c:pt>
              <c:pt idx="377">
                <c:v>3.761988422676205</c:v>
              </c:pt>
              <c:pt idx="378">
                <c:v>3.761988422676205</c:v>
              </c:pt>
              <c:pt idx="379">
                <c:v>3.761988422676205</c:v>
              </c:pt>
              <c:pt idx="380">
                <c:v>3.761988422676205</c:v>
              </c:pt>
              <c:pt idx="381">
                <c:v>3.761988422676205</c:v>
              </c:pt>
              <c:pt idx="382">
                <c:v>3.761988422676205</c:v>
              </c:pt>
              <c:pt idx="383">
                <c:v>3.761988422676205</c:v>
              </c:pt>
              <c:pt idx="384">
                <c:v>3.761988422676205</c:v>
              </c:pt>
              <c:pt idx="385">
                <c:v>3.761988422676205</c:v>
              </c:pt>
              <c:pt idx="386">
                <c:v>3.761988422676205</c:v>
              </c:pt>
              <c:pt idx="387">
                <c:v>3.761988422676205</c:v>
              </c:pt>
              <c:pt idx="388">
                <c:v>3.761988422676205</c:v>
              </c:pt>
              <c:pt idx="389">
                <c:v>3.761988422676205</c:v>
              </c:pt>
              <c:pt idx="390">
                <c:v>3.761988422676205</c:v>
              </c:pt>
              <c:pt idx="391">
                <c:v>3.761988422676205</c:v>
              </c:pt>
              <c:pt idx="392">
                <c:v>3.761988422676205</c:v>
              </c:pt>
              <c:pt idx="393">
                <c:v>3.761988422676205</c:v>
              </c:pt>
              <c:pt idx="394">
                <c:v>3.761988422676205</c:v>
              </c:pt>
              <c:pt idx="395">
                <c:v>3.761988422676205</c:v>
              </c:pt>
              <c:pt idx="396">
                <c:v>3.761988422676205</c:v>
              </c:pt>
              <c:pt idx="397">
                <c:v>3.761988422676205</c:v>
              </c:pt>
              <c:pt idx="398">
                <c:v>3.761988422676205</c:v>
              </c:pt>
              <c:pt idx="399">
                <c:v>3.761988422676205</c:v>
              </c:pt>
              <c:pt idx="400">
                <c:v>3.761988422676205</c:v>
              </c:pt>
              <c:pt idx="401">
                <c:v>3.761988422676205</c:v>
              </c:pt>
              <c:pt idx="402">
                <c:v>3.761988422676205</c:v>
              </c:pt>
              <c:pt idx="403">
                <c:v>3.761988422676205</c:v>
              </c:pt>
              <c:pt idx="404">
                <c:v>3.761988422676205</c:v>
              </c:pt>
              <c:pt idx="405">
                <c:v>3.761988422676205</c:v>
              </c:pt>
              <c:pt idx="406">
                <c:v>3.761988422676205</c:v>
              </c:pt>
              <c:pt idx="407">
                <c:v>3.761988422676205</c:v>
              </c:pt>
              <c:pt idx="408">
                <c:v>3.761988422676205</c:v>
              </c:pt>
              <c:pt idx="409">
                <c:v>3.761988422676205</c:v>
              </c:pt>
              <c:pt idx="410">
                <c:v>3.761988422676205</c:v>
              </c:pt>
              <c:pt idx="411">
                <c:v>3.761988422676205</c:v>
              </c:pt>
              <c:pt idx="412">
                <c:v>3.761988422676205</c:v>
              </c:pt>
              <c:pt idx="413">
                <c:v>3.761988422676205</c:v>
              </c:pt>
              <c:pt idx="414">
                <c:v>3.761988422676205</c:v>
              </c:pt>
              <c:pt idx="415">
                <c:v>3.761988422676205</c:v>
              </c:pt>
              <c:pt idx="416">
                <c:v>3.761988422676205</c:v>
              </c:pt>
              <c:pt idx="417">
                <c:v>3.761988422676205</c:v>
              </c:pt>
              <c:pt idx="418">
                <c:v>3.761988422676205</c:v>
              </c:pt>
              <c:pt idx="419">
                <c:v>3.761988422676205</c:v>
              </c:pt>
              <c:pt idx="420">
                <c:v>3.761988422676205</c:v>
              </c:pt>
              <c:pt idx="421">
                <c:v>3.761988422676205</c:v>
              </c:pt>
              <c:pt idx="422">
                <c:v>3.761988422676205</c:v>
              </c:pt>
              <c:pt idx="423">
                <c:v>3.761988422676205</c:v>
              </c:pt>
              <c:pt idx="424">
                <c:v>3.761988422676205</c:v>
              </c:pt>
              <c:pt idx="425">
                <c:v>3.761988422676205</c:v>
              </c:pt>
              <c:pt idx="426">
                <c:v>3.761988422676205</c:v>
              </c:pt>
              <c:pt idx="427">
                <c:v>3.761988422676205</c:v>
              </c:pt>
              <c:pt idx="428">
                <c:v>3.761988422676205</c:v>
              </c:pt>
              <c:pt idx="429">
                <c:v>3.761988422676205</c:v>
              </c:pt>
              <c:pt idx="430">
                <c:v>3.761988422676205</c:v>
              </c:pt>
              <c:pt idx="431">
                <c:v>3.761988422676205</c:v>
              </c:pt>
              <c:pt idx="432">
                <c:v>3.761988422676205</c:v>
              </c:pt>
              <c:pt idx="433">
                <c:v>3.761988422676205</c:v>
              </c:pt>
              <c:pt idx="434">
                <c:v>3.761988422676205</c:v>
              </c:pt>
              <c:pt idx="435">
                <c:v>3.761988422676205</c:v>
              </c:pt>
              <c:pt idx="436">
                <c:v>3.761988422676205</c:v>
              </c:pt>
              <c:pt idx="437">
                <c:v>3.761988422676205</c:v>
              </c:pt>
              <c:pt idx="438">
                <c:v>3.761988422676205</c:v>
              </c:pt>
              <c:pt idx="439">
                <c:v>3.761988422676205</c:v>
              </c:pt>
              <c:pt idx="440">
                <c:v>3.761988422676205</c:v>
              </c:pt>
              <c:pt idx="441">
                <c:v>3.761988422676205</c:v>
              </c:pt>
              <c:pt idx="442">
                <c:v>3.761988422676205</c:v>
              </c:pt>
              <c:pt idx="443">
                <c:v>3.761988422676205</c:v>
              </c:pt>
              <c:pt idx="444">
                <c:v>3.761988422676205</c:v>
              </c:pt>
              <c:pt idx="445">
                <c:v>3.761988422676205</c:v>
              </c:pt>
              <c:pt idx="446">
                <c:v>3.761988422676205</c:v>
              </c:pt>
              <c:pt idx="447">
                <c:v>3.761988422676205</c:v>
              </c:pt>
              <c:pt idx="448">
                <c:v>3.761988422676205</c:v>
              </c:pt>
              <c:pt idx="449">
                <c:v>3.761988422676205</c:v>
              </c:pt>
            </c:numLit>
          </c:yVal>
          <c:smooth val="0"/>
        </c:ser>
        <c:ser>
          <c:idx val="8"/>
          <c:order val="8"/>
          <c:tx>
            <c:v>Same order, optimal filling</c:v>
          </c:tx>
          <c:spPr>
            <a:noFill xmlns:a="http://schemas.openxmlformats.org/drawingml/2006/main"/>
            <a:ln xmlns:a="http://schemas.openxmlformats.org/drawingml/2006/main" w="0">
              <a:noFill/>
              <a:prstDash val="solid"/>
            </a:ln>
          </c:spPr>
          <c:marker>
            <c:symbol val="circle"/>
            <c:size val="7"/>
            <c:spPr>
              <a:solidFill xmlns:a="http://schemas.openxmlformats.org/drawingml/2006/main">
                <a:srgbClr val="009E73"/>
              </a:solidFill>
            </c:spPr>
          </c:marker>
          <c:xVal>
            <c:numLit>
              <c:formatCode>General</c:formatCode>
              <c:ptCount val="450"/>
              <c:pt idx="0">
                <c:v>26.070358299714023</c:v>
              </c:pt>
              <c:pt idx="1">
                <c:v>26.070358299714023</c:v>
              </c:pt>
              <c:pt idx="2">
                <c:v>26.070358299714023</c:v>
              </c:pt>
              <c:pt idx="3">
                <c:v>26.070358299714023</c:v>
              </c:pt>
              <c:pt idx="4">
                <c:v>26.070358299714023</c:v>
              </c:pt>
              <c:pt idx="5">
                <c:v>26.070358299714023</c:v>
              </c:pt>
              <c:pt idx="6">
                <c:v>26.070358299714023</c:v>
              </c:pt>
              <c:pt idx="7">
                <c:v>26.070358299714023</c:v>
              </c:pt>
              <c:pt idx="8">
                <c:v>26.070358299714023</c:v>
              </c:pt>
              <c:pt idx="9">
                <c:v>26.070358299714023</c:v>
              </c:pt>
              <c:pt idx="10">
                <c:v>26.070358299714023</c:v>
              </c:pt>
              <c:pt idx="11">
                <c:v>26.070358299714023</c:v>
              </c:pt>
              <c:pt idx="12">
                <c:v>26.070358299714023</c:v>
              </c:pt>
              <c:pt idx="13">
                <c:v>26.070358299714023</c:v>
              </c:pt>
              <c:pt idx="14">
                <c:v>26.070358299714023</c:v>
              </c:pt>
              <c:pt idx="15">
                <c:v>26.070358299714023</c:v>
              </c:pt>
              <c:pt idx="16">
                <c:v>26.070358299714023</c:v>
              </c:pt>
              <c:pt idx="17">
                <c:v>26.070358299714023</c:v>
              </c:pt>
              <c:pt idx="18">
                <c:v>26.070358299714023</c:v>
              </c:pt>
              <c:pt idx="19">
                <c:v>26.070358299714023</c:v>
              </c:pt>
              <c:pt idx="20">
                <c:v>26.070358299714023</c:v>
              </c:pt>
              <c:pt idx="21">
                <c:v>26.070358299714023</c:v>
              </c:pt>
              <c:pt idx="22">
                <c:v>26.070358299714023</c:v>
              </c:pt>
              <c:pt idx="23">
                <c:v>26.070358299714023</c:v>
              </c:pt>
              <c:pt idx="24">
                <c:v>26.070358299714023</c:v>
              </c:pt>
              <c:pt idx="25">
                <c:v>26.070358299714023</c:v>
              </c:pt>
              <c:pt idx="26">
                <c:v>26.070358299714023</c:v>
              </c:pt>
              <c:pt idx="27">
                <c:v>26.070358299714023</c:v>
              </c:pt>
              <c:pt idx="28">
                <c:v>26.070358299714023</c:v>
              </c:pt>
              <c:pt idx="29">
                <c:v>26.070358299714023</c:v>
              </c:pt>
              <c:pt idx="30">
                <c:v>26.070358299714023</c:v>
              </c:pt>
              <c:pt idx="31">
                <c:v>26.070358299714023</c:v>
              </c:pt>
              <c:pt idx="32">
                <c:v>26.070358299714023</c:v>
              </c:pt>
              <c:pt idx="33">
                <c:v>26.070358299714023</c:v>
              </c:pt>
              <c:pt idx="34">
                <c:v>26.070358299714023</c:v>
              </c:pt>
              <c:pt idx="35">
                <c:v>26.070358299714023</c:v>
              </c:pt>
              <c:pt idx="36">
                <c:v>26.070358299714023</c:v>
              </c:pt>
              <c:pt idx="37">
                <c:v>26.070358299714023</c:v>
              </c:pt>
              <c:pt idx="38">
                <c:v>26.070358299714023</c:v>
              </c:pt>
              <c:pt idx="39">
                <c:v>26.070358299714023</c:v>
              </c:pt>
              <c:pt idx="40">
                <c:v>26.070358299714023</c:v>
              </c:pt>
              <c:pt idx="41">
                <c:v>26.070358299714023</c:v>
              </c:pt>
              <c:pt idx="42">
                <c:v>26.070358299714023</c:v>
              </c:pt>
              <c:pt idx="43">
                <c:v>26.070358299714023</c:v>
              </c:pt>
              <c:pt idx="44">
                <c:v>26.070358299714023</c:v>
              </c:pt>
              <c:pt idx="45">
                <c:v>26.070358299714023</c:v>
              </c:pt>
              <c:pt idx="46">
                <c:v>26.070358299714023</c:v>
              </c:pt>
              <c:pt idx="47">
                <c:v>26.070358299714023</c:v>
              </c:pt>
              <c:pt idx="48">
                <c:v>26.070358299714023</c:v>
              </c:pt>
              <c:pt idx="49">
                <c:v>26.070358299714023</c:v>
              </c:pt>
              <c:pt idx="50">
                <c:v>26.070358299714023</c:v>
              </c:pt>
              <c:pt idx="51">
                <c:v>26.070358299714023</c:v>
              </c:pt>
              <c:pt idx="52">
                <c:v>26.070358299714023</c:v>
              </c:pt>
              <c:pt idx="53">
                <c:v>26.070358299714023</c:v>
              </c:pt>
              <c:pt idx="54">
                <c:v>26.070358299714023</c:v>
              </c:pt>
              <c:pt idx="55">
                <c:v>26.070358299714023</c:v>
              </c:pt>
              <c:pt idx="56">
                <c:v>26.070358299714023</c:v>
              </c:pt>
              <c:pt idx="57">
                <c:v>26.070358299714023</c:v>
              </c:pt>
              <c:pt idx="58">
                <c:v>26.070358299714023</c:v>
              </c:pt>
              <c:pt idx="59">
                <c:v>26.070358299714023</c:v>
              </c:pt>
              <c:pt idx="60">
                <c:v>26.070358299714023</c:v>
              </c:pt>
              <c:pt idx="61">
                <c:v>26.070358299714023</c:v>
              </c:pt>
              <c:pt idx="62">
                <c:v>26.070358299714023</c:v>
              </c:pt>
              <c:pt idx="63">
                <c:v>26.070358299714023</c:v>
              </c:pt>
              <c:pt idx="64">
                <c:v>26.070358299714023</c:v>
              </c:pt>
              <c:pt idx="65">
                <c:v>26.070358299714023</c:v>
              </c:pt>
              <c:pt idx="66">
                <c:v>26.070358299714023</c:v>
              </c:pt>
              <c:pt idx="67">
                <c:v>26.070358299714023</c:v>
              </c:pt>
              <c:pt idx="68">
                <c:v>26.070358299714023</c:v>
              </c:pt>
              <c:pt idx="69">
                <c:v>26.070358299714023</c:v>
              </c:pt>
              <c:pt idx="70">
                <c:v>26.070358299714023</c:v>
              </c:pt>
              <c:pt idx="71">
                <c:v>26.070358299714023</c:v>
              </c:pt>
              <c:pt idx="72">
                <c:v>26.070358299714023</c:v>
              </c:pt>
              <c:pt idx="73">
                <c:v>26.070358299714023</c:v>
              </c:pt>
              <c:pt idx="74">
                <c:v>26.070358299714023</c:v>
              </c:pt>
              <c:pt idx="75">
                <c:v>26.070358299714023</c:v>
              </c:pt>
              <c:pt idx="76">
                <c:v>26.070358299714023</c:v>
              </c:pt>
              <c:pt idx="77">
                <c:v>26.070358299714023</c:v>
              </c:pt>
              <c:pt idx="78">
                <c:v>26.070358299714023</c:v>
              </c:pt>
              <c:pt idx="79">
                <c:v>26.070358299714023</c:v>
              </c:pt>
              <c:pt idx="80">
                <c:v>26.070358299714023</c:v>
              </c:pt>
              <c:pt idx="81">
                <c:v>26.070358299714023</c:v>
              </c:pt>
              <c:pt idx="82">
                <c:v>26.070358299714023</c:v>
              </c:pt>
              <c:pt idx="83">
                <c:v>26.070358299714023</c:v>
              </c:pt>
              <c:pt idx="84">
                <c:v>26.070358299714023</c:v>
              </c:pt>
              <c:pt idx="85">
                <c:v>26.070358299714023</c:v>
              </c:pt>
              <c:pt idx="86">
                <c:v>26.070358299714023</c:v>
              </c:pt>
              <c:pt idx="87">
                <c:v>26.070358299714023</c:v>
              </c:pt>
              <c:pt idx="88">
                <c:v>26.070358299714023</c:v>
              </c:pt>
              <c:pt idx="89">
                <c:v>26.070358299714023</c:v>
              </c:pt>
              <c:pt idx="90">
                <c:v>26.070358299714023</c:v>
              </c:pt>
              <c:pt idx="91">
                <c:v>26.070358299714023</c:v>
              </c:pt>
              <c:pt idx="92">
                <c:v>26.070358299714023</c:v>
              </c:pt>
              <c:pt idx="93">
                <c:v>26.070358299714023</c:v>
              </c:pt>
              <c:pt idx="94">
                <c:v>26.070358299714023</c:v>
              </c:pt>
              <c:pt idx="95">
                <c:v>26.070358299714023</c:v>
              </c:pt>
              <c:pt idx="96">
                <c:v>26.070358299714023</c:v>
              </c:pt>
              <c:pt idx="97">
                <c:v>26.070358299714023</c:v>
              </c:pt>
              <c:pt idx="98">
                <c:v>26.070358299714023</c:v>
              </c:pt>
              <c:pt idx="99">
                <c:v>26.070358299714023</c:v>
              </c:pt>
              <c:pt idx="100">
                <c:v>26.070358299714023</c:v>
              </c:pt>
              <c:pt idx="101">
                <c:v>26.070358299714023</c:v>
              </c:pt>
              <c:pt idx="102">
                <c:v>26.070358299714023</c:v>
              </c:pt>
              <c:pt idx="103">
                <c:v>26.070358299714023</c:v>
              </c:pt>
              <c:pt idx="104">
                <c:v>26.070358299714023</c:v>
              </c:pt>
              <c:pt idx="105">
                <c:v>26.070358299714023</c:v>
              </c:pt>
              <c:pt idx="106">
                <c:v>26.070358299714023</c:v>
              </c:pt>
              <c:pt idx="107">
                <c:v>26.070358299714023</c:v>
              </c:pt>
              <c:pt idx="108">
                <c:v>26.070358299714023</c:v>
              </c:pt>
              <c:pt idx="109">
                <c:v>26.070358299714023</c:v>
              </c:pt>
              <c:pt idx="110">
                <c:v>26.070358299714023</c:v>
              </c:pt>
              <c:pt idx="111">
                <c:v>26.070358299714023</c:v>
              </c:pt>
              <c:pt idx="112">
                <c:v>26.070358299714023</c:v>
              </c:pt>
              <c:pt idx="113">
                <c:v>26.070358299714023</c:v>
              </c:pt>
              <c:pt idx="114">
                <c:v>26.070358299714023</c:v>
              </c:pt>
              <c:pt idx="115">
                <c:v>26.070358299714023</c:v>
              </c:pt>
              <c:pt idx="116">
                <c:v>26.070358299714023</c:v>
              </c:pt>
              <c:pt idx="117">
                <c:v>26.070358299714023</c:v>
              </c:pt>
              <c:pt idx="118">
                <c:v>26.070358299714023</c:v>
              </c:pt>
              <c:pt idx="119">
                <c:v>26.070358299714023</c:v>
              </c:pt>
              <c:pt idx="120">
                <c:v>26.070358299714023</c:v>
              </c:pt>
              <c:pt idx="121">
                <c:v>26.070358299714023</c:v>
              </c:pt>
              <c:pt idx="122">
                <c:v>26.070358299714023</c:v>
              </c:pt>
              <c:pt idx="123">
                <c:v>26.070358299714023</c:v>
              </c:pt>
              <c:pt idx="124">
                <c:v>26.070358299714023</c:v>
              </c:pt>
              <c:pt idx="125">
                <c:v>26.070358299714023</c:v>
              </c:pt>
              <c:pt idx="126">
                <c:v>26.070358299714023</c:v>
              </c:pt>
              <c:pt idx="127">
                <c:v>26.070358299714023</c:v>
              </c:pt>
              <c:pt idx="128">
                <c:v>26.070358299714023</c:v>
              </c:pt>
              <c:pt idx="129">
                <c:v>26.070358299714023</c:v>
              </c:pt>
              <c:pt idx="130">
                <c:v>26.070358299714023</c:v>
              </c:pt>
              <c:pt idx="131">
                <c:v>26.070358299714023</c:v>
              </c:pt>
              <c:pt idx="132">
                <c:v>26.070358299714023</c:v>
              </c:pt>
              <c:pt idx="133">
                <c:v>26.070358299714023</c:v>
              </c:pt>
              <c:pt idx="134">
                <c:v>26.070358299714023</c:v>
              </c:pt>
              <c:pt idx="135">
                <c:v>26.070358299714023</c:v>
              </c:pt>
              <c:pt idx="136">
                <c:v>26.070358299714023</c:v>
              </c:pt>
              <c:pt idx="137">
                <c:v>26.070358299714023</c:v>
              </c:pt>
              <c:pt idx="138">
                <c:v>26.070358299714023</c:v>
              </c:pt>
              <c:pt idx="139">
                <c:v>26.070358299714023</c:v>
              </c:pt>
              <c:pt idx="140">
                <c:v>26.070358299714023</c:v>
              </c:pt>
              <c:pt idx="141">
                <c:v>26.070358299714023</c:v>
              </c:pt>
              <c:pt idx="142">
                <c:v>26.070358299714023</c:v>
              </c:pt>
              <c:pt idx="143">
                <c:v>26.070358299714023</c:v>
              </c:pt>
              <c:pt idx="144">
                <c:v>26.070358299714023</c:v>
              </c:pt>
              <c:pt idx="145">
                <c:v>26.070358299714023</c:v>
              </c:pt>
              <c:pt idx="146">
                <c:v>26.070358299714023</c:v>
              </c:pt>
              <c:pt idx="147">
                <c:v>26.070358299714023</c:v>
              </c:pt>
              <c:pt idx="148">
                <c:v>26.070358299714023</c:v>
              </c:pt>
              <c:pt idx="149">
                <c:v>26.070358299714023</c:v>
              </c:pt>
              <c:pt idx="150">
                <c:v>26.070358299714023</c:v>
              </c:pt>
              <c:pt idx="151">
                <c:v>26.070358299714023</c:v>
              </c:pt>
              <c:pt idx="152">
                <c:v>26.070358299714023</c:v>
              </c:pt>
              <c:pt idx="153">
                <c:v>26.070358299714023</c:v>
              </c:pt>
              <c:pt idx="154">
                <c:v>26.070358299714023</c:v>
              </c:pt>
              <c:pt idx="155">
                <c:v>26.070358299714023</c:v>
              </c:pt>
              <c:pt idx="156">
                <c:v>26.070358299714023</c:v>
              </c:pt>
              <c:pt idx="157">
                <c:v>26.070358299714023</c:v>
              </c:pt>
              <c:pt idx="158">
                <c:v>26.070358299714023</c:v>
              </c:pt>
              <c:pt idx="159">
                <c:v>26.070358299714023</c:v>
              </c:pt>
              <c:pt idx="160">
                <c:v>26.070358299714023</c:v>
              </c:pt>
              <c:pt idx="161">
                <c:v>26.070358299714023</c:v>
              </c:pt>
              <c:pt idx="162">
                <c:v>26.070358299714023</c:v>
              </c:pt>
              <c:pt idx="163">
                <c:v>26.070358299714023</c:v>
              </c:pt>
              <c:pt idx="164">
                <c:v>26.070358299714023</c:v>
              </c:pt>
              <c:pt idx="165">
                <c:v>26.070358299714023</c:v>
              </c:pt>
              <c:pt idx="166">
                <c:v>26.070358299714023</c:v>
              </c:pt>
              <c:pt idx="167">
                <c:v>26.070358299714023</c:v>
              </c:pt>
              <c:pt idx="168">
                <c:v>26.070358299714023</c:v>
              </c:pt>
              <c:pt idx="169">
                <c:v>26.070358299714023</c:v>
              </c:pt>
              <c:pt idx="170">
                <c:v>26.070358299714023</c:v>
              </c:pt>
              <c:pt idx="171">
                <c:v>26.070358299714023</c:v>
              </c:pt>
              <c:pt idx="172">
                <c:v>26.070358299714023</c:v>
              </c:pt>
              <c:pt idx="173">
                <c:v>26.070358299714023</c:v>
              </c:pt>
              <c:pt idx="174">
                <c:v>26.070358299714023</c:v>
              </c:pt>
              <c:pt idx="175">
                <c:v>26.070358299714023</c:v>
              </c:pt>
              <c:pt idx="176">
                <c:v>26.070358299714023</c:v>
              </c:pt>
              <c:pt idx="177">
                <c:v>26.070358299714023</c:v>
              </c:pt>
              <c:pt idx="178">
                <c:v>26.070358299714023</c:v>
              </c:pt>
              <c:pt idx="179">
                <c:v>26.070358299714023</c:v>
              </c:pt>
              <c:pt idx="180">
                <c:v>26.070358299714023</c:v>
              </c:pt>
              <c:pt idx="181">
                <c:v>26.070358299714023</c:v>
              </c:pt>
              <c:pt idx="182">
                <c:v>26.070358299714023</c:v>
              </c:pt>
              <c:pt idx="183">
                <c:v>26.070358299714023</c:v>
              </c:pt>
              <c:pt idx="184">
                <c:v>26.070358299714023</c:v>
              </c:pt>
              <c:pt idx="185">
                <c:v>26.070358299714023</c:v>
              </c:pt>
              <c:pt idx="186">
                <c:v>26.070358299714023</c:v>
              </c:pt>
              <c:pt idx="187">
                <c:v>26.070358299714023</c:v>
              </c:pt>
              <c:pt idx="188">
                <c:v>26.070358299714023</c:v>
              </c:pt>
              <c:pt idx="189">
                <c:v>26.070358299714023</c:v>
              </c:pt>
              <c:pt idx="190">
                <c:v>26.070358299714023</c:v>
              </c:pt>
              <c:pt idx="191">
                <c:v>26.070358299714023</c:v>
              </c:pt>
              <c:pt idx="192">
                <c:v>26.070358299714023</c:v>
              </c:pt>
              <c:pt idx="193">
                <c:v>26.070358299714023</c:v>
              </c:pt>
              <c:pt idx="194">
                <c:v>26.070358299714023</c:v>
              </c:pt>
              <c:pt idx="195">
                <c:v>26.070358299714023</c:v>
              </c:pt>
              <c:pt idx="196">
                <c:v>26.070358299714023</c:v>
              </c:pt>
              <c:pt idx="197">
                <c:v>26.070358299714023</c:v>
              </c:pt>
              <c:pt idx="198">
                <c:v>26.070358299714023</c:v>
              </c:pt>
              <c:pt idx="199">
                <c:v>26.070358299714023</c:v>
              </c:pt>
              <c:pt idx="200">
                <c:v>26.070358299714023</c:v>
              </c:pt>
              <c:pt idx="201">
                <c:v>26.070358299714023</c:v>
              </c:pt>
              <c:pt idx="202">
                <c:v>26.070358299714023</c:v>
              </c:pt>
              <c:pt idx="203">
                <c:v>26.070358299714023</c:v>
              </c:pt>
              <c:pt idx="204">
                <c:v>26.070358299714023</c:v>
              </c:pt>
              <c:pt idx="205">
                <c:v>26.070358299714023</c:v>
              </c:pt>
              <c:pt idx="206">
                <c:v>26.070358299714023</c:v>
              </c:pt>
              <c:pt idx="207">
                <c:v>26.070358299714023</c:v>
              </c:pt>
              <c:pt idx="208">
                <c:v>26.070358299714023</c:v>
              </c:pt>
              <c:pt idx="209">
                <c:v>26.070358299714023</c:v>
              </c:pt>
              <c:pt idx="210">
                <c:v>26.070358299714023</c:v>
              </c:pt>
              <c:pt idx="211">
                <c:v>26.070358299714023</c:v>
              </c:pt>
              <c:pt idx="212">
                <c:v>26.070358299714023</c:v>
              </c:pt>
              <c:pt idx="213">
                <c:v>26.070358299714023</c:v>
              </c:pt>
              <c:pt idx="214">
                <c:v>26.070358299714023</c:v>
              </c:pt>
              <c:pt idx="215">
                <c:v>26.070358299714023</c:v>
              </c:pt>
              <c:pt idx="216">
                <c:v>26.070358299714023</c:v>
              </c:pt>
              <c:pt idx="217">
                <c:v>26.070358299714023</c:v>
              </c:pt>
              <c:pt idx="218">
                <c:v>26.070358299714023</c:v>
              </c:pt>
              <c:pt idx="219">
                <c:v>26.070358299714023</c:v>
              </c:pt>
              <c:pt idx="220">
                <c:v>26.070358299714023</c:v>
              </c:pt>
              <c:pt idx="221">
                <c:v>26.070358299714023</c:v>
              </c:pt>
              <c:pt idx="222">
                <c:v>26.070358299714023</c:v>
              </c:pt>
              <c:pt idx="223">
                <c:v>26.070358299714023</c:v>
              </c:pt>
              <c:pt idx="224">
                <c:v>26.070358299714023</c:v>
              </c:pt>
              <c:pt idx="225">
                <c:v>26.070358299714023</c:v>
              </c:pt>
              <c:pt idx="226">
                <c:v>26.070358299714023</c:v>
              </c:pt>
              <c:pt idx="227">
                <c:v>26.070358299714023</c:v>
              </c:pt>
              <c:pt idx="228">
                <c:v>26.070358299714023</c:v>
              </c:pt>
              <c:pt idx="229">
                <c:v>26.070358299714023</c:v>
              </c:pt>
              <c:pt idx="230">
                <c:v>26.070358299714023</c:v>
              </c:pt>
              <c:pt idx="231">
                <c:v>26.070358299714023</c:v>
              </c:pt>
              <c:pt idx="232">
                <c:v>26.070358299714023</c:v>
              </c:pt>
              <c:pt idx="233">
                <c:v>26.070358299714023</c:v>
              </c:pt>
              <c:pt idx="234">
                <c:v>26.070358299714023</c:v>
              </c:pt>
              <c:pt idx="235">
                <c:v>26.070358299714023</c:v>
              </c:pt>
              <c:pt idx="236">
                <c:v>26.070358299714023</c:v>
              </c:pt>
              <c:pt idx="237">
                <c:v>26.070358299714023</c:v>
              </c:pt>
              <c:pt idx="238">
                <c:v>26.070358299714023</c:v>
              </c:pt>
              <c:pt idx="239">
                <c:v>26.070358299714023</c:v>
              </c:pt>
              <c:pt idx="240">
                <c:v>26.070358299714023</c:v>
              </c:pt>
              <c:pt idx="241">
                <c:v>26.070358299714023</c:v>
              </c:pt>
              <c:pt idx="242">
                <c:v>26.070358299714023</c:v>
              </c:pt>
              <c:pt idx="243">
                <c:v>26.070358299714023</c:v>
              </c:pt>
              <c:pt idx="244">
                <c:v>26.070358299714023</c:v>
              </c:pt>
              <c:pt idx="245">
                <c:v>26.070358299714023</c:v>
              </c:pt>
              <c:pt idx="246">
                <c:v>26.070358299714023</c:v>
              </c:pt>
              <c:pt idx="247">
                <c:v>26.070358299714023</c:v>
              </c:pt>
              <c:pt idx="248">
                <c:v>26.070358299714023</c:v>
              </c:pt>
              <c:pt idx="249">
                <c:v>26.070358299714023</c:v>
              </c:pt>
              <c:pt idx="250">
                <c:v>26.070358299714023</c:v>
              </c:pt>
              <c:pt idx="251">
                <c:v>26.070358299714023</c:v>
              </c:pt>
              <c:pt idx="252">
                <c:v>26.070358299714023</c:v>
              </c:pt>
              <c:pt idx="253">
                <c:v>26.070358299714023</c:v>
              </c:pt>
              <c:pt idx="254">
                <c:v>26.070358299714023</c:v>
              </c:pt>
              <c:pt idx="255">
                <c:v>26.070358299714023</c:v>
              </c:pt>
              <c:pt idx="256">
                <c:v>26.070358299714023</c:v>
              </c:pt>
              <c:pt idx="257">
                <c:v>26.070358299714023</c:v>
              </c:pt>
              <c:pt idx="258">
                <c:v>26.070358299714023</c:v>
              </c:pt>
              <c:pt idx="259">
                <c:v>26.070358299714023</c:v>
              </c:pt>
              <c:pt idx="260">
                <c:v>26.070358299714023</c:v>
              </c:pt>
              <c:pt idx="261">
                <c:v>26.070358299714023</c:v>
              </c:pt>
              <c:pt idx="262">
                <c:v>26.070358299714023</c:v>
              </c:pt>
              <c:pt idx="263">
                <c:v>26.070358299714023</c:v>
              </c:pt>
              <c:pt idx="264">
                <c:v>26.070358299714023</c:v>
              </c:pt>
              <c:pt idx="265">
                <c:v>26.070358299714023</c:v>
              </c:pt>
              <c:pt idx="266">
                <c:v>26.070358299714023</c:v>
              </c:pt>
              <c:pt idx="267">
                <c:v>26.070358299714023</c:v>
              </c:pt>
              <c:pt idx="268">
                <c:v>26.070358299714023</c:v>
              </c:pt>
              <c:pt idx="269">
                <c:v>26.070358299714023</c:v>
              </c:pt>
              <c:pt idx="270">
                <c:v>26.070358299714023</c:v>
              </c:pt>
              <c:pt idx="271">
                <c:v>26.070358299714023</c:v>
              </c:pt>
              <c:pt idx="272">
                <c:v>26.070358299714023</c:v>
              </c:pt>
              <c:pt idx="273">
                <c:v>26.070358299714023</c:v>
              </c:pt>
              <c:pt idx="274">
                <c:v>26.070358299714023</c:v>
              </c:pt>
              <c:pt idx="275">
                <c:v>26.070358299714023</c:v>
              </c:pt>
              <c:pt idx="276">
                <c:v>26.070358299714023</c:v>
              </c:pt>
              <c:pt idx="277">
                <c:v>26.070358299714023</c:v>
              </c:pt>
              <c:pt idx="278">
                <c:v>26.070358299714023</c:v>
              </c:pt>
              <c:pt idx="279">
                <c:v>26.070358299714023</c:v>
              </c:pt>
              <c:pt idx="280">
                <c:v>26.070358299714023</c:v>
              </c:pt>
              <c:pt idx="281">
                <c:v>26.070358299714023</c:v>
              </c:pt>
              <c:pt idx="282">
                <c:v>26.070358299714023</c:v>
              </c:pt>
              <c:pt idx="283">
                <c:v>26.070358299714023</c:v>
              </c:pt>
              <c:pt idx="284">
                <c:v>26.070358299714023</c:v>
              </c:pt>
              <c:pt idx="285">
                <c:v>26.070358299714023</c:v>
              </c:pt>
              <c:pt idx="286">
                <c:v>26.070358299714023</c:v>
              </c:pt>
              <c:pt idx="287">
                <c:v>26.070358299714023</c:v>
              </c:pt>
              <c:pt idx="288">
                <c:v>26.070358299714023</c:v>
              </c:pt>
              <c:pt idx="289">
                <c:v>26.070358299714023</c:v>
              </c:pt>
              <c:pt idx="290">
                <c:v>26.070358299714023</c:v>
              </c:pt>
              <c:pt idx="291">
                <c:v>26.070358299714023</c:v>
              </c:pt>
              <c:pt idx="292">
                <c:v>26.070358299714023</c:v>
              </c:pt>
              <c:pt idx="293">
                <c:v>26.070358299714023</c:v>
              </c:pt>
              <c:pt idx="294">
                <c:v>26.070358299714023</c:v>
              </c:pt>
              <c:pt idx="295">
                <c:v>26.070358299714023</c:v>
              </c:pt>
              <c:pt idx="296">
                <c:v>26.070358299714023</c:v>
              </c:pt>
              <c:pt idx="297">
                <c:v>26.070358299714023</c:v>
              </c:pt>
              <c:pt idx="298">
                <c:v>26.070358299714023</c:v>
              </c:pt>
              <c:pt idx="299">
                <c:v>26.070358299714023</c:v>
              </c:pt>
              <c:pt idx="300">
                <c:v>26.070358299714023</c:v>
              </c:pt>
              <c:pt idx="301">
                <c:v>26.070358299714023</c:v>
              </c:pt>
              <c:pt idx="302">
                <c:v>26.070358299714023</c:v>
              </c:pt>
              <c:pt idx="303">
                <c:v>26.070358299714023</c:v>
              </c:pt>
              <c:pt idx="304">
                <c:v>26.070358299714023</c:v>
              </c:pt>
              <c:pt idx="305">
                <c:v>26.070358299714023</c:v>
              </c:pt>
              <c:pt idx="306">
                <c:v>26.070358299714023</c:v>
              </c:pt>
              <c:pt idx="307">
                <c:v>26.070358299714023</c:v>
              </c:pt>
              <c:pt idx="308">
                <c:v>26.070358299714023</c:v>
              </c:pt>
              <c:pt idx="309">
                <c:v>26.070358299714023</c:v>
              </c:pt>
              <c:pt idx="310">
                <c:v>26.070358299714023</c:v>
              </c:pt>
              <c:pt idx="311">
                <c:v>26.070358299714023</c:v>
              </c:pt>
              <c:pt idx="312">
                <c:v>26.070358299714023</c:v>
              </c:pt>
              <c:pt idx="313">
                <c:v>26.070358299714023</c:v>
              </c:pt>
              <c:pt idx="314">
                <c:v>26.070358299714023</c:v>
              </c:pt>
              <c:pt idx="315">
                <c:v>26.070358299714023</c:v>
              </c:pt>
              <c:pt idx="316">
                <c:v>26.070358299714023</c:v>
              </c:pt>
              <c:pt idx="317">
                <c:v>26.070358299714023</c:v>
              </c:pt>
              <c:pt idx="318">
                <c:v>26.070358299714023</c:v>
              </c:pt>
              <c:pt idx="319">
                <c:v>26.070358299714023</c:v>
              </c:pt>
              <c:pt idx="320">
                <c:v>26.070358299714023</c:v>
              </c:pt>
              <c:pt idx="321">
                <c:v>26.070358299714023</c:v>
              </c:pt>
              <c:pt idx="322">
                <c:v>26.070358299714023</c:v>
              </c:pt>
              <c:pt idx="323">
                <c:v>26.070358299714023</c:v>
              </c:pt>
              <c:pt idx="324">
                <c:v>26.070358299714023</c:v>
              </c:pt>
              <c:pt idx="325">
                <c:v>26.070358299714023</c:v>
              </c:pt>
              <c:pt idx="326">
                <c:v>26.070358299714023</c:v>
              </c:pt>
              <c:pt idx="327">
                <c:v>26.070358299714023</c:v>
              </c:pt>
              <c:pt idx="328">
                <c:v>26.070358299714023</c:v>
              </c:pt>
              <c:pt idx="329">
                <c:v>26.070358299714023</c:v>
              </c:pt>
              <c:pt idx="330">
                <c:v>26.070358299714023</c:v>
              </c:pt>
              <c:pt idx="331">
                <c:v>26.070358299714023</c:v>
              </c:pt>
              <c:pt idx="332">
                <c:v>26.070358299714023</c:v>
              </c:pt>
              <c:pt idx="333">
                <c:v>26.070358299714023</c:v>
              </c:pt>
              <c:pt idx="334">
                <c:v>26.070358299714023</c:v>
              </c:pt>
              <c:pt idx="335">
                <c:v>26.070358299714023</c:v>
              </c:pt>
              <c:pt idx="336">
                <c:v>26.070358299714023</c:v>
              </c:pt>
              <c:pt idx="337">
                <c:v>26.070358299714023</c:v>
              </c:pt>
              <c:pt idx="338">
                <c:v>26.070358299714023</c:v>
              </c:pt>
              <c:pt idx="339">
                <c:v>26.070358299714023</c:v>
              </c:pt>
              <c:pt idx="340">
                <c:v>26.070358299714023</c:v>
              </c:pt>
              <c:pt idx="341">
                <c:v>26.070358299714023</c:v>
              </c:pt>
              <c:pt idx="342">
                <c:v>26.070358299714023</c:v>
              </c:pt>
              <c:pt idx="343">
                <c:v>26.070358299714023</c:v>
              </c:pt>
              <c:pt idx="344">
                <c:v>26.070358299714023</c:v>
              </c:pt>
              <c:pt idx="345">
                <c:v>26.070358299714023</c:v>
              </c:pt>
              <c:pt idx="346">
                <c:v>26.070358299714023</c:v>
              </c:pt>
              <c:pt idx="347">
                <c:v>26.070358299714023</c:v>
              </c:pt>
              <c:pt idx="348">
                <c:v>26.070358299714023</c:v>
              </c:pt>
              <c:pt idx="349">
                <c:v>26.070358299714023</c:v>
              </c:pt>
              <c:pt idx="350">
                <c:v>26.070358299714023</c:v>
              </c:pt>
              <c:pt idx="351">
                <c:v>26.070358299714023</c:v>
              </c:pt>
              <c:pt idx="352">
                <c:v>26.070358299714023</c:v>
              </c:pt>
              <c:pt idx="353">
                <c:v>26.070358299714023</c:v>
              </c:pt>
              <c:pt idx="354">
                <c:v>26.070358299714023</c:v>
              </c:pt>
              <c:pt idx="355">
                <c:v>26.070358299714023</c:v>
              </c:pt>
              <c:pt idx="356">
                <c:v>26.070358299714023</c:v>
              </c:pt>
              <c:pt idx="357">
                <c:v>26.070358299714023</c:v>
              </c:pt>
              <c:pt idx="358">
                <c:v>26.070358299714023</c:v>
              </c:pt>
              <c:pt idx="359">
                <c:v>26.070358299714023</c:v>
              </c:pt>
              <c:pt idx="360">
                <c:v>26.070358299714023</c:v>
              </c:pt>
              <c:pt idx="361">
                <c:v>26.070358299714023</c:v>
              </c:pt>
              <c:pt idx="362">
                <c:v>26.070358299714023</c:v>
              </c:pt>
              <c:pt idx="363">
                <c:v>26.070358299714023</c:v>
              </c:pt>
              <c:pt idx="364">
                <c:v>26.070358299714023</c:v>
              </c:pt>
              <c:pt idx="365">
                <c:v>26.070358299714023</c:v>
              </c:pt>
              <c:pt idx="366">
                <c:v>26.070358299714023</c:v>
              </c:pt>
              <c:pt idx="367">
                <c:v>26.070358299714023</c:v>
              </c:pt>
              <c:pt idx="368">
                <c:v>26.070358299714023</c:v>
              </c:pt>
              <c:pt idx="369">
                <c:v>26.070358299714023</c:v>
              </c:pt>
              <c:pt idx="370">
                <c:v>26.070358299714023</c:v>
              </c:pt>
              <c:pt idx="371">
                <c:v>26.070358299714023</c:v>
              </c:pt>
              <c:pt idx="372">
                <c:v>26.070358299714023</c:v>
              </c:pt>
              <c:pt idx="373">
                <c:v>26.070358299714023</c:v>
              </c:pt>
              <c:pt idx="374">
                <c:v>26.070358299714023</c:v>
              </c:pt>
              <c:pt idx="375">
                <c:v>26.070358299714023</c:v>
              </c:pt>
              <c:pt idx="376">
                <c:v>26.070358299714023</c:v>
              </c:pt>
              <c:pt idx="377">
                <c:v>26.070358299714023</c:v>
              </c:pt>
              <c:pt idx="378">
                <c:v>26.070358299714023</c:v>
              </c:pt>
              <c:pt idx="379">
                <c:v>26.070358299714023</c:v>
              </c:pt>
              <c:pt idx="380">
                <c:v>26.070358299714023</c:v>
              </c:pt>
              <c:pt idx="381">
                <c:v>26.070358299714023</c:v>
              </c:pt>
              <c:pt idx="382">
                <c:v>26.070358299714023</c:v>
              </c:pt>
              <c:pt idx="383">
                <c:v>26.070358299714023</c:v>
              </c:pt>
              <c:pt idx="384">
                <c:v>26.070358299714023</c:v>
              </c:pt>
              <c:pt idx="385">
                <c:v>26.070358299714023</c:v>
              </c:pt>
              <c:pt idx="386">
                <c:v>26.070358299714023</c:v>
              </c:pt>
              <c:pt idx="387">
                <c:v>26.070358299714023</c:v>
              </c:pt>
              <c:pt idx="388">
                <c:v>26.070358299714023</c:v>
              </c:pt>
              <c:pt idx="389">
                <c:v>26.070358299714023</c:v>
              </c:pt>
              <c:pt idx="390">
                <c:v>26.070358299714023</c:v>
              </c:pt>
              <c:pt idx="391">
                <c:v>26.070358299714023</c:v>
              </c:pt>
              <c:pt idx="392">
                <c:v>26.070358299714023</c:v>
              </c:pt>
              <c:pt idx="393">
                <c:v>26.070358299714023</c:v>
              </c:pt>
              <c:pt idx="394">
                <c:v>26.070358299714023</c:v>
              </c:pt>
              <c:pt idx="395">
                <c:v>26.070358299714023</c:v>
              </c:pt>
              <c:pt idx="396">
                <c:v>26.070358299714023</c:v>
              </c:pt>
              <c:pt idx="397">
                <c:v>26.070358299714023</c:v>
              </c:pt>
              <c:pt idx="398">
                <c:v>26.070358299714023</c:v>
              </c:pt>
              <c:pt idx="399">
                <c:v>26.070358299714023</c:v>
              </c:pt>
              <c:pt idx="400">
                <c:v>26.070358299714023</c:v>
              </c:pt>
              <c:pt idx="401">
                <c:v>26.070358299714023</c:v>
              </c:pt>
              <c:pt idx="402">
                <c:v>26.070358299714023</c:v>
              </c:pt>
              <c:pt idx="403">
                <c:v>26.070358299714023</c:v>
              </c:pt>
              <c:pt idx="404">
                <c:v>26.070358299714023</c:v>
              </c:pt>
              <c:pt idx="405">
                <c:v>26.070358299714023</c:v>
              </c:pt>
              <c:pt idx="406">
                <c:v>26.070358299714023</c:v>
              </c:pt>
              <c:pt idx="407">
                <c:v>26.070358299714023</c:v>
              </c:pt>
              <c:pt idx="408">
                <c:v>26.070358299714023</c:v>
              </c:pt>
              <c:pt idx="409">
                <c:v>26.070358299714023</c:v>
              </c:pt>
              <c:pt idx="410">
                <c:v>26.070358299714023</c:v>
              </c:pt>
              <c:pt idx="411">
                <c:v>26.070358299714023</c:v>
              </c:pt>
              <c:pt idx="412">
                <c:v>26.070358299714023</c:v>
              </c:pt>
              <c:pt idx="413">
                <c:v>26.070358299714023</c:v>
              </c:pt>
              <c:pt idx="414">
                <c:v>26.070358299714023</c:v>
              </c:pt>
              <c:pt idx="415">
                <c:v>26.070358299714023</c:v>
              </c:pt>
              <c:pt idx="416">
                <c:v>26.070358299714023</c:v>
              </c:pt>
              <c:pt idx="417">
                <c:v>26.070358299714023</c:v>
              </c:pt>
              <c:pt idx="418">
                <c:v>26.070358299714023</c:v>
              </c:pt>
              <c:pt idx="419">
                <c:v>26.070358299714023</c:v>
              </c:pt>
              <c:pt idx="420">
                <c:v>26.070358299714023</c:v>
              </c:pt>
              <c:pt idx="421">
                <c:v>26.070358299714023</c:v>
              </c:pt>
              <c:pt idx="422">
                <c:v>26.070358299714023</c:v>
              </c:pt>
              <c:pt idx="423">
                <c:v>26.070358299714023</c:v>
              </c:pt>
              <c:pt idx="424">
                <c:v>26.070358299714023</c:v>
              </c:pt>
              <c:pt idx="425">
                <c:v>26.070358299714023</c:v>
              </c:pt>
              <c:pt idx="426">
                <c:v>26.070358299714023</c:v>
              </c:pt>
              <c:pt idx="427">
                <c:v>26.070358299714023</c:v>
              </c:pt>
              <c:pt idx="428">
                <c:v>26.070358299714023</c:v>
              </c:pt>
              <c:pt idx="429">
                <c:v>26.070358299714023</c:v>
              </c:pt>
              <c:pt idx="430">
                <c:v>26.070358299714023</c:v>
              </c:pt>
              <c:pt idx="431">
                <c:v>26.070358299714023</c:v>
              </c:pt>
              <c:pt idx="432">
                <c:v>26.070358299714023</c:v>
              </c:pt>
              <c:pt idx="433">
                <c:v>26.070358299714023</c:v>
              </c:pt>
              <c:pt idx="434">
                <c:v>26.070358299714023</c:v>
              </c:pt>
              <c:pt idx="435">
                <c:v>26.070358299714023</c:v>
              </c:pt>
              <c:pt idx="436">
                <c:v>26.070358299714023</c:v>
              </c:pt>
              <c:pt idx="437">
                <c:v>26.070358299714023</c:v>
              </c:pt>
              <c:pt idx="438">
                <c:v>26.070358299714023</c:v>
              </c:pt>
              <c:pt idx="439">
                <c:v>26.070358299714023</c:v>
              </c:pt>
              <c:pt idx="440">
                <c:v>26.070358299714023</c:v>
              </c:pt>
              <c:pt idx="441">
                <c:v>26.070358299714023</c:v>
              </c:pt>
              <c:pt idx="442">
                <c:v>26.070358299714023</c:v>
              </c:pt>
              <c:pt idx="443">
                <c:v>26.070358299714023</c:v>
              </c:pt>
              <c:pt idx="444">
                <c:v>26.070358299714023</c:v>
              </c:pt>
              <c:pt idx="445">
                <c:v>26.070358299714023</c:v>
              </c:pt>
              <c:pt idx="446">
                <c:v>26.070358299714023</c:v>
              </c:pt>
              <c:pt idx="447">
                <c:v>26.070358299714023</c:v>
              </c:pt>
              <c:pt idx="448">
                <c:v>26.070358299714023</c:v>
              </c:pt>
              <c:pt idx="449">
                <c:v>26.070358299714023</c:v>
              </c:pt>
            </c:numLit>
          </c:xVal>
          <c:yVal>
            <c:numLit>
              <c:formatCode>0.0</c:formatCode>
              <c:ptCount val="450"/>
              <c:pt idx="0">
                <c:v>1.5840754845499974</c:v>
              </c:pt>
              <c:pt idx="1">
                <c:v>1.5840754845499974</c:v>
              </c:pt>
              <c:pt idx="2">
                <c:v>1.5840754845499974</c:v>
              </c:pt>
              <c:pt idx="3">
                <c:v>1.5840754845499974</c:v>
              </c:pt>
              <c:pt idx="4">
                <c:v>1.5840754845499974</c:v>
              </c:pt>
              <c:pt idx="5">
                <c:v>1.5840754845499974</c:v>
              </c:pt>
              <c:pt idx="6">
                <c:v>1.5840754845499974</c:v>
              </c:pt>
              <c:pt idx="7">
                <c:v>1.5840754845499974</c:v>
              </c:pt>
              <c:pt idx="8">
                <c:v>1.5840754845499974</c:v>
              </c:pt>
              <c:pt idx="9">
                <c:v>1.5840754845499974</c:v>
              </c:pt>
              <c:pt idx="10">
                <c:v>1.5840754845499974</c:v>
              </c:pt>
              <c:pt idx="11">
                <c:v>1.5840754845499974</c:v>
              </c:pt>
              <c:pt idx="12">
                <c:v>1.5840754845499974</c:v>
              </c:pt>
              <c:pt idx="13">
                <c:v>1.5840754845499974</c:v>
              </c:pt>
              <c:pt idx="14">
                <c:v>1.5840754845499974</c:v>
              </c:pt>
              <c:pt idx="15">
                <c:v>1.5840754845499974</c:v>
              </c:pt>
              <c:pt idx="16">
                <c:v>1.5840754845499974</c:v>
              </c:pt>
              <c:pt idx="17">
                <c:v>1.5840754845499974</c:v>
              </c:pt>
              <c:pt idx="18">
                <c:v>1.5840754845499974</c:v>
              </c:pt>
              <c:pt idx="19">
                <c:v>1.5840754845499974</c:v>
              </c:pt>
              <c:pt idx="20">
                <c:v>1.5840754845499974</c:v>
              </c:pt>
              <c:pt idx="21">
                <c:v>1.5840754845499974</c:v>
              </c:pt>
              <c:pt idx="22">
                <c:v>1.5840754845499974</c:v>
              </c:pt>
              <c:pt idx="23">
                <c:v>1.5840754845499974</c:v>
              </c:pt>
              <c:pt idx="24">
                <c:v>1.5840754845499974</c:v>
              </c:pt>
              <c:pt idx="25">
                <c:v>1.5840754845499974</c:v>
              </c:pt>
              <c:pt idx="26">
                <c:v>1.5840754845499974</c:v>
              </c:pt>
              <c:pt idx="27">
                <c:v>1.5840754845499974</c:v>
              </c:pt>
              <c:pt idx="28">
                <c:v>1.5840754845499974</c:v>
              </c:pt>
              <c:pt idx="29">
                <c:v>1.5840754845499974</c:v>
              </c:pt>
              <c:pt idx="30">
                <c:v>1.5840754845499974</c:v>
              </c:pt>
              <c:pt idx="31">
                <c:v>1.5840754845499974</c:v>
              </c:pt>
              <c:pt idx="32">
                <c:v>1.5840754845499974</c:v>
              </c:pt>
              <c:pt idx="33">
                <c:v>1.5840754845499974</c:v>
              </c:pt>
              <c:pt idx="34">
                <c:v>1.5840754845499974</c:v>
              </c:pt>
              <c:pt idx="35">
                <c:v>1.5840754845499974</c:v>
              </c:pt>
              <c:pt idx="36">
                <c:v>1.5840754845499974</c:v>
              </c:pt>
              <c:pt idx="37">
                <c:v>1.5840754845499974</c:v>
              </c:pt>
              <c:pt idx="38">
                <c:v>1.5840754845499974</c:v>
              </c:pt>
              <c:pt idx="39">
                <c:v>1.5840754845499974</c:v>
              </c:pt>
              <c:pt idx="40">
                <c:v>1.5840754845499974</c:v>
              </c:pt>
              <c:pt idx="41">
                <c:v>1.5840754845499974</c:v>
              </c:pt>
              <c:pt idx="42">
                <c:v>1.5840754845499974</c:v>
              </c:pt>
              <c:pt idx="43">
                <c:v>1.5840754845499974</c:v>
              </c:pt>
              <c:pt idx="44">
                <c:v>1.5840754845499974</c:v>
              </c:pt>
              <c:pt idx="45">
                <c:v>1.5840754845499974</c:v>
              </c:pt>
              <c:pt idx="46">
                <c:v>1.5840754845499974</c:v>
              </c:pt>
              <c:pt idx="47">
                <c:v>1.5840754845499974</c:v>
              </c:pt>
              <c:pt idx="48">
                <c:v>1.5840754845499974</c:v>
              </c:pt>
              <c:pt idx="49">
                <c:v>1.5840754845499974</c:v>
              </c:pt>
              <c:pt idx="50">
                <c:v>1.5840754845499974</c:v>
              </c:pt>
              <c:pt idx="51">
                <c:v>1.5840754845499974</c:v>
              </c:pt>
              <c:pt idx="52">
                <c:v>1.5840754845499974</c:v>
              </c:pt>
              <c:pt idx="53">
                <c:v>1.5840754845499974</c:v>
              </c:pt>
              <c:pt idx="54">
                <c:v>1.5840754845499974</c:v>
              </c:pt>
              <c:pt idx="55">
                <c:v>1.5840754845499974</c:v>
              </c:pt>
              <c:pt idx="56">
                <c:v>1.5840754845499974</c:v>
              </c:pt>
              <c:pt idx="57">
                <c:v>1.5840754845499974</c:v>
              </c:pt>
              <c:pt idx="58">
                <c:v>1.5840754845499974</c:v>
              </c:pt>
              <c:pt idx="59">
                <c:v>1.5840754845499974</c:v>
              </c:pt>
              <c:pt idx="60">
                <c:v>1.5840754845499974</c:v>
              </c:pt>
              <c:pt idx="61">
                <c:v>1.5840754845499974</c:v>
              </c:pt>
              <c:pt idx="62">
                <c:v>1.5840754845499974</c:v>
              </c:pt>
              <c:pt idx="63">
                <c:v>1.5840754845499974</c:v>
              </c:pt>
              <c:pt idx="64">
                <c:v>1.5840754845499974</c:v>
              </c:pt>
              <c:pt idx="65">
                <c:v>1.5840754845499974</c:v>
              </c:pt>
              <c:pt idx="66">
                <c:v>1.5840754845499974</c:v>
              </c:pt>
              <c:pt idx="67">
                <c:v>1.5840754845499974</c:v>
              </c:pt>
              <c:pt idx="68">
                <c:v>1.5840754845499974</c:v>
              </c:pt>
              <c:pt idx="69">
                <c:v>1.5840754845499974</c:v>
              </c:pt>
              <c:pt idx="70">
                <c:v>1.5840754845499974</c:v>
              </c:pt>
              <c:pt idx="71">
                <c:v>1.5840754845499974</c:v>
              </c:pt>
              <c:pt idx="72">
                <c:v>1.5840754845499974</c:v>
              </c:pt>
              <c:pt idx="73">
                <c:v>1.5840754845499974</c:v>
              </c:pt>
              <c:pt idx="74">
                <c:v>1.5840754845499974</c:v>
              </c:pt>
              <c:pt idx="75">
                <c:v>1.5840754845499974</c:v>
              </c:pt>
              <c:pt idx="76">
                <c:v>1.5840754845499974</c:v>
              </c:pt>
              <c:pt idx="77">
                <c:v>1.5840754845499974</c:v>
              </c:pt>
              <c:pt idx="78">
                <c:v>1.5840754845499974</c:v>
              </c:pt>
              <c:pt idx="79">
                <c:v>1.5840754845499974</c:v>
              </c:pt>
              <c:pt idx="80">
                <c:v>1.5840754845499974</c:v>
              </c:pt>
              <c:pt idx="81">
                <c:v>1.5840754845499974</c:v>
              </c:pt>
              <c:pt idx="82">
                <c:v>1.5840754845499974</c:v>
              </c:pt>
              <c:pt idx="83">
                <c:v>1.5840754845499974</c:v>
              </c:pt>
              <c:pt idx="84">
                <c:v>1.5840754845499974</c:v>
              </c:pt>
              <c:pt idx="85">
                <c:v>1.5840754845499974</c:v>
              </c:pt>
              <c:pt idx="86">
                <c:v>1.5840754845499974</c:v>
              </c:pt>
              <c:pt idx="87">
                <c:v>1.5840754845499974</c:v>
              </c:pt>
              <c:pt idx="88">
                <c:v>1.5840754845499974</c:v>
              </c:pt>
              <c:pt idx="89">
                <c:v>1.5840754845499974</c:v>
              </c:pt>
              <c:pt idx="90">
                <c:v>1.5840754845499974</c:v>
              </c:pt>
              <c:pt idx="91">
                <c:v>1.5840754845499974</c:v>
              </c:pt>
              <c:pt idx="92">
                <c:v>1.5840754845499974</c:v>
              </c:pt>
              <c:pt idx="93">
                <c:v>1.5840754845499974</c:v>
              </c:pt>
              <c:pt idx="94">
                <c:v>1.5840754845499974</c:v>
              </c:pt>
              <c:pt idx="95">
                <c:v>1.5840754845499974</c:v>
              </c:pt>
              <c:pt idx="96">
                <c:v>1.5840754845499974</c:v>
              </c:pt>
              <c:pt idx="97">
                <c:v>1.5840754845499974</c:v>
              </c:pt>
              <c:pt idx="98">
                <c:v>1.5840754845499974</c:v>
              </c:pt>
              <c:pt idx="99">
                <c:v>1.5840754845499974</c:v>
              </c:pt>
              <c:pt idx="100">
                <c:v>1.5840754845499974</c:v>
              </c:pt>
              <c:pt idx="101">
                <c:v>1.5840754845499974</c:v>
              </c:pt>
              <c:pt idx="102">
                <c:v>1.5840754845499974</c:v>
              </c:pt>
              <c:pt idx="103">
                <c:v>1.5840754845499974</c:v>
              </c:pt>
              <c:pt idx="104">
                <c:v>1.5840754845499974</c:v>
              </c:pt>
              <c:pt idx="105">
                <c:v>1.5840754845499974</c:v>
              </c:pt>
              <c:pt idx="106">
                <c:v>1.5840754845499974</c:v>
              </c:pt>
              <c:pt idx="107">
                <c:v>1.5840754845499974</c:v>
              </c:pt>
              <c:pt idx="108">
                <c:v>1.5840754845499974</c:v>
              </c:pt>
              <c:pt idx="109">
                <c:v>1.5840754845499974</c:v>
              </c:pt>
              <c:pt idx="110">
                <c:v>1.5840754845499974</c:v>
              </c:pt>
              <c:pt idx="111">
                <c:v>1.5840754845499974</c:v>
              </c:pt>
              <c:pt idx="112">
                <c:v>1.5840754845499974</c:v>
              </c:pt>
              <c:pt idx="113">
                <c:v>1.5840754845499974</c:v>
              </c:pt>
              <c:pt idx="114">
                <c:v>1.5840754845499974</c:v>
              </c:pt>
              <c:pt idx="115">
                <c:v>1.5840754845499974</c:v>
              </c:pt>
              <c:pt idx="116">
                <c:v>1.5840754845499974</c:v>
              </c:pt>
              <c:pt idx="117">
                <c:v>1.5840754845499974</c:v>
              </c:pt>
              <c:pt idx="118">
                <c:v>1.5840754845499974</c:v>
              </c:pt>
              <c:pt idx="119">
                <c:v>1.5840754845499974</c:v>
              </c:pt>
              <c:pt idx="120">
                <c:v>1.5840754845499974</c:v>
              </c:pt>
              <c:pt idx="121">
                <c:v>1.5840754845499974</c:v>
              </c:pt>
              <c:pt idx="122">
                <c:v>1.5840754845499974</c:v>
              </c:pt>
              <c:pt idx="123">
                <c:v>1.5840754845499974</c:v>
              </c:pt>
              <c:pt idx="124">
                <c:v>1.5840754845499974</c:v>
              </c:pt>
              <c:pt idx="125">
                <c:v>1.5840754845499974</c:v>
              </c:pt>
              <c:pt idx="126">
                <c:v>1.5840754845499974</c:v>
              </c:pt>
              <c:pt idx="127">
                <c:v>1.5840754845499974</c:v>
              </c:pt>
              <c:pt idx="128">
                <c:v>1.5840754845499974</c:v>
              </c:pt>
              <c:pt idx="129">
                <c:v>1.5840754845499974</c:v>
              </c:pt>
              <c:pt idx="130">
                <c:v>1.5840754845499974</c:v>
              </c:pt>
              <c:pt idx="131">
                <c:v>1.5840754845499974</c:v>
              </c:pt>
              <c:pt idx="132">
                <c:v>1.5840754845499974</c:v>
              </c:pt>
              <c:pt idx="133">
                <c:v>1.5840754845499974</c:v>
              </c:pt>
              <c:pt idx="134">
                <c:v>1.5840754845499974</c:v>
              </c:pt>
              <c:pt idx="135">
                <c:v>1.5840754845499974</c:v>
              </c:pt>
              <c:pt idx="136">
                <c:v>1.5840754845499974</c:v>
              </c:pt>
              <c:pt idx="137">
                <c:v>1.5840754845499974</c:v>
              </c:pt>
              <c:pt idx="138">
                <c:v>1.5840754845499974</c:v>
              </c:pt>
              <c:pt idx="139">
                <c:v>1.5840754845499974</c:v>
              </c:pt>
              <c:pt idx="140">
                <c:v>1.5840754845499974</c:v>
              </c:pt>
              <c:pt idx="141">
                <c:v>1.5840754845499974</c:v>
              </c:pt>
              <c:pt idx="142">
                <c:v>1.5840754845499974</c:v>
              </c:pt>
              <c:pt idx="143">
                <c:v>1.5840754845499974</c:v>
              </c:pt>
              <c:pt idx="144">
                <c:v>1.5840754845499974</c:v>
              </c:pt>
              <c:pt idx="145">
                <c:v>1.5840754845499974</c:v>
              </c:pt>
              <c:pt idx="146">
                <c:v>1.5840754845499974</c:v>
              </c:pt>
              <c:pt idx="147">
                <c:v>1.5840754845499974</c:v>
              </c:pt>
              <c:pt idx="148">
                <c:v>1.5840754845499974</c:v>
              </c:pt>
              <c:pt idx="149">
                <c:v>1.5840754845499974</c:v>
              </c:pt>
              <c:pt idx="150">
                <c:v>1.5840754845499974</c:v>
              </c:pt>
              <c:pt idx="151">
                <c:v>1.5840754845499974</c:v>
              </c:pt>
              <c:pt idx="152">
                <c:v>1.5840754845499974</c:v>
              </c:pt>
              <c:pt idx="153">
                <c:v>1.5840754845499974</c:v>
              </c:pt>
              <c:pt idx="154">
                <c:v>1.5840754845499974</c:v>
              </c:pt>
              <c:pt idx="155">
                <c:v>1.5840754845499974</c:v>
              </c:pt>
              <c:pt idx="156">
                <c:v>1.5840754845499974</c:v>
              </c:pt>
              <c:pt idx="157">
                <c:v>1.5840754845499974</c:v>
              </c:pt>
              <c:pt idx="158">
                <c:v>1.5840754845499974</c:v>
              </c:pt>
              <c:pt idx="159">
                <c:v>1.5840754845499974</c:v>
              </c:pt>
              <c:pt idx="160">
                <c:v>1.5840754845499974</c:v>
              </c:pt>
              <c:pt idx="161">
                <c:v>1.5840754845499974</c:v>
              </c:pt>
              <c:pt idx="162">
                <c:v>1.5840754845499974</c:v>
              </c:pt>
              <c:pt idx="163">
                <c:v>1.5840754845499974</c:v>
              </c:pt>
              <c:pt idx="164">
                <c:v>1.5840754845499974</c:v>
              </c:pt>
              <c:pt idx="165">
                <c:v>1.5840754845499974</c:v>
              </c:pt>
              <c:pt idx="166">
                <c:v>1.5840754845499974</c:v>
              </c:pt>
              <c:pt idx="167">
                <c:v>1.5840754845499974</c:v>
              </c:pt>
              <c:pt idx="168">
                <c:v>1.5840754845499974</c:v>
              </c:pt>
              <c:pt idx="169">
                <c:v>1.5840754845499974</c:v>
              </c:pt>
              <c:pt idx="170">
                <c:v>1.5840754845499974</c:v>
              </c:pt>
              <c:pt idx="171">
                <c:v>1.5840754845499974</c:v>
              </c:pt>
              <c:pt idx="172">
                <c:v>1.5840754845499974</c:v>
              </c:pt>
              <c:pt idx="173">
                <c:v>1.5840754845499974</c:v>
              </c:pt>
              <c:pt idx="174">
                <c:v>1.5840754845499974</c:v>
              </c:pt>
              <c:pt idx="175">
                <c:v>1.5840754845499974</c:v>
              </c:pt>
              <c:pt idx="176">
                <c:v>1.5840754845499974</c:v>
              </c:pt>
              <c:pt idx="177">
                <c:v>1.5840754845499974</c:v>
              </c:pt>
              <c:pt idx="178">
                <c:v>1.5840754845499974</c:v>
              </c:pt>
              <c:pt idx="179">
                <c:v>1.5840754845499974</c:v>
              </c:pt>
              <c:pt idx="180">
                <c:v>1.5840754845499974</c:v>
              </c:pt>
              <c:pt idx="181">
                <c:v>1.5840754845499974</c:v>
              </c:pt>
              <c:pt idx="182">
                <c:v>1.5840754845499974</c:v>
              </c:pt>
              <c:pt idx="183">
                <c:v>1.5840754845499974</c:v>
              </c:pt>
              <c:pt idx="184">
                <c:v>1.5840754845499974</c:v>
              </c:pt>
              <c:pt idx="185">
                <c:v>1.5840754845499974</c:v>
              </c:pt>
              <c:pt idx="186">
                <c:v>1.5840754845499974</c:v>
              </c:pt>
              <c:pt idx="187">
                <c:v>1.5840754845499974</c:v>
              </c:pt>
              <c:pt idx="188">
                <c:v>1.5840754845499974</c:v>
              </c:pt>
              <c:pt idx="189">
                <c:v>1.5840754845499974</c:v>
              </c:pt>
              <c:pt idx="190">
                <c:v>1.5840754845499974</c:v>
              </c:pt>
              <c:pt idx="191">
                <c:v>1.5840754845499974</c:v>
              </c:pt>
              <c:pt idx="192">
                <c:v>1.5840754845499974</c:v>
              </c:pt>
              <c:pt idx="193">
                <c:v>1.5840754845499974</c:v>
              </c:pt>
              <c:pt idx="194">
                <c:v>1.5840754845499974</c:v>
              </c:pt>
              <c:pt idx="195">
                <c:v>1.5840754845499974</c:v>
              </c:pt>
              <c:pt idx="196">
                <c:v>1.5840754845499974</c:v>
              </c:pt>
              <c:pt idx="197">
                <c:v>1.5840754845499974</c:v>
              </c:pt>
              <c:pt idx="198">
                <c:v>1.5840754845499974</c:v>
              </c:pt>
              <c:pt idx="199">
                <c:v>1.5840754845499974</c:v>
              </c:pt>
              <c:pt idx="200">
                <c:v>1.5840754845499974</c:v>
              </c:pt>
              <c:pt idx="201">
                <c:v>1.5840754845499974</c:v>
              </c:pt>
              <c:pt idx="202">
                <c:v>1.5840754845499974</c:v>
              </c:pt>
              <c:pt idx="203">
                <c:v>1.5840754845499974</c:v>
              </c:pt>
              <c:pt idx="204">
                <c:v>1.5840754845499974</c:v>
              </c:pt>
              <c:pt idx="205">
                <c:v>1.5840754845499974</c:v>
              </c:pt>
              <c:pt idx="206">
                <c:v>1.5840754845499974</c:v>
              </c:pt>
              <c:pt idx="207">
                <c:v>1.5840754845499974</c:v>
              </c:pt>
              <c:pt idx="208">
                <c:v>1.5840754845499974</c:v>
              </c:pt>
              <c:pt idx="209">
                <c:v>1.5840754845499974</c:v>
              </c:pt>
              <c:pt idx="210">
                <c:v>1.5840754845499974</c:v>
              </c:pt>
              <c:pt idx="211">
                <c:v>1.5840754845499974</c:v>
              </c:pt>
              <c:pt idx="212">
                <c:v>1.5840754845499974</c:v>
              </c:pt>
              <c:pt idx="213">
                <c:v>1.5840754845499974</c:v>
              </c:pt>
              <c:pt idx="214">
                <c:v>1.5840754845499974</c:v>
              </c:pt>
              <c:pt idx="215">
                <c:v>1.5840754845499974</c:v>
              </c:pt>
              <c:pt idx="216">
                <c:v>1.5840754845499974</c:v>
              </c:pt>
              <c:pt idx="217">
                <c:v>1.5840754845499974</c:v>
              </c:pt>
              <c:pt idx="218">
                <c:v>1.5840754845499974</c:v>
              </c:pt>
              <c:pt idx="219">
                <c:v>1.5840754845499974</c:v>
              </c:pt>
              <c:pt idx="220">
                <c:v>1.5840754845499974</c:v>
              </c:pt>
              <c:pt idx="221">
                <c:v>1.5840754845499974</c:v>
              </c:pt>
              <c:pt idx="222">
                <c:v>1.5840754845499974</c:v>
              </c:pt>
              <c:pt idx="223">
                <c:v>1.5840754845499974</c:v>
              </c:pt>
              <c:pt idx="224">
                <c:v>1.5840754845499974</c:v>
              </c:pt>
              <c:pt idx="225">
                <c:v>1.5840754845499974</c:v>
              </c:pt>
              <c:pt idx="226">
                <c:v>1.5840754845499974</c:v>
              </c:pt>
              <c:pt idx="227">
                <c:v>1.5840754845499974</c:v>
              </c:pt>
              <c:pt idx="228">
                <c:v>1.5840754845499974</c:v>
              </c:pt>
              <c:pt idx="229">
                <c:v>1.5840754845499974</c:v>
              </c:pt>
              <c:pt idx="230">
                <c:v>1.5840754845499974</c:v>
              </c:pt>
              <c:pt idx="231">
                <c:v>1.5840754845499974</c:v>
              </c:pt>
              <c:pt idx="232">
                <c:v>1.5840754845499974</c:v>
              </c:pt>
              <c:pt idx="233">
                <c:v>1.5840754845499974</c:v>
              </c:pt>
              <c:pt idx="234">
                <c:v>1.5840754845499974</c:v>
              </c:pt>
              <c:pt idx="235">
                <c:v>1.5840754845499974</c:v>
              </c:pt>
              <c:pt idx="236">
                <c:v>1.5840754845499974</c:v>
              </c:pt>
              <c:pt idx="237">
                <c:v>1.5840754845499974</c:v>
              </c:pt>
              <c:pt idx="238">
                <c:v>1.5840754845499974</c:v>
              </c:pt>
              <c:pt idx="239">
                <c:v>1.5840754845499974</c:v>
              </c:pt>
              <c:pt idx="240">
                <c:v>1.5840754845499974</c:v>
              </c:pt>
              <c:pt idx="241">
                <c:v>1.5840754845499974</c:v>
              </c:pt>
              <c:pt idx="242">
                <c:v>1.5840754845499974</c:v>
              </c:pt>
              <c:pt idx="243">
                <c:v>1.5840754845499974</c:v>
              </c:pt>
              <c:pt idx="244">
                <c:v>1.5840754845499974</c:v>
              </c:pt>
              <c:pt idx="245">
                <c:v>1.5840754845499974</c:v>
              </c:pt>
              <c:pt idx="246">
                <c:v>1.5840754845499974</c:v>
              </c:pt>
              <c:pt idx="247">
                <c:v>1.5840754845499974</c:v>
              </c:pt>
              <c:pt idx="248">
                <c:v>1.5840754845499974</c:v>
              </c:pt>
              <c:pt idx="249">
                <c:v>1.5840754845499974</c:v>
              </c:pt>
              <c:pt idx="250">
                <c:v>1.5840754845499974</c:v>
              </c:pt>
              <c:pt idx="251">
                <c:v>1.5840754845499974</c:v>
              </c:pt>
              <c:pt idx="252">
                <c:v>1.5840754845499974</c:v>
              </c:pt>
              <c:pt idx="253">
                <c:v>1.5840754845499974</c:v>
              </c:pt>
              <c:pt idx="254">
                <c:v>1.5840754845499974</c:v>
              </c:pt>
              <c:pt idx="255">
                <c:v>1.5840754845499974</c:v>
              </c:pt>
              <c:pt idx="256">
                <c:v>1.5840754845499974</c:v>
              </c:pt>
              <c:pt idx="257">
                <c:v>1.5840754845499974</c:v>
              </c:pt>
              <c:pt idx="258">
                <c:v>1.5840754845499974</c:v>
              </c:pt>
              <c:pt idx="259">
                <c:v>1.5840754845499974</c:v>
              </c:pt>
              <c:pt idx="260">
                <c:v>1.5840754845499974</c:v>
              </c:pt>
              <c:pt idx="261">
                <c:v>1.5840754845499974</c:v>
              </c:pt>
              <c:pt idx="262">
                <c:v>1.5840754845499974</c:v>
              </c:pt>
              <c:pt idx="263">
                <c:v>1.5840754845499974</c:v>
              </c:pt>
              <c:pt idx="264">
                <c:v>1.5840754845499974</c:v>
              </c:pt>
              <c:pt idx="265">
                <c:v>1.5840754845499974</c:v>
              </c:pt>
              <c:pt idx="266">
                <c:v>1.5840754845499974</c:v>
              </c:pt>
              <c:pt idx="267">
                <c:v>1.5840754845499974</c:v>
              </c:pt>
              <c:pt idx="268">
                <c:v>1.5840754845499974</c:v>
              </c:pt>
              <c:pt idx="269">
                <c:v>1.5840754845499974</c:v>
              </c:pt>
              <c:pt idx="270">
                <c:v>1.5840754845499974</c:v>
              </c:pt>
              <c:pt idx="271">
                <c:v>1.5840754845499974</c:v>
              </c:pt>
              <c:pt idx="272">
                <c:v>1.5840754845499974</c:v>
              </c:pt>
              <c:pt idx="273">
                <c:v>1.5840754845499974</c:v>
              </c:pt>
              <c:pt idx="274">
                <c:v>1.5840754845499974</c:v>
              </c:pt>
              <c:pt idx="275">
                <c:v>1.5840754845499974</c:v>
              </c:pt>
              <c:pt idx="276">
                <c:v>1.5840754845499974</c:v>
              </c:pt>
              <c:pt idx="277">
                <c:v>1.5840754845499974</c:v>
              </c:pt>
              <c:pt idx="278">
                <c:v>1.5840754845499974</c:v>
              </c:pt>
              <c:pt idx="279">
                <c:v>1.5840754845499974</c:v>
              </c:pt>
              <c:pt idx="280">
                <c:v>1.5840754845499974</c:v>
              </c:pt>
              <c:pt idx="281">
                <c:v>1.5840754845499974</c:v>
              </c:pt>
              <c:pt idx="282">
                <c:v>1.5840754845499974</c:v>
              </c:pt>
              <c:pt idx="283">
                <c:v>1.5840754845499974</c:v>
              </c:pt>
              <c:pt idx="284">
                <c:v>1.5840754845499974</c:v>
              </c:pt>
              <c:pt idx="285">
                <c:v>1.5840754845499974</c:v>
              </c:pt>
              <c:pt idx="286">
                <c:v>1.5840754845499974</c:v>
              </c:pt>
              <c:pt idx="287">
                <c:v>1.5840754845499974</c:v>
              </c:pt>
              <c:pt idx="288">
                <c:v>1.5840754845499974</c:v>
              </c:pt>
              <c:pt idx="289">
                <c:v>1.5840754845499974</c:v>
              </c:pt>
              <c:pt idx="290">
                <c:v>1.5840754845499974</c:v>
              </c:pt>
              <c:pt idx="291">
                <c:v>1.5840754845499974</c:v>
              </c:pt>
              <c:pt idx="292">
                <c:v>1.5840754845499974</c:v>
              </c:pt>
              <c:pt idx="293">
                <c:v>1.5840754845499974</c:v>
              </c:pt>
              <c:pt idx="294">
                <c:v>1.5840754845499974</c:v>
              </c:pt>
              <c:pt idx="295">
                <c:v>1.5840754845499974</c:v>
              </c:pt>
              <c:pt idx="296">
                <c:v>1.5840754845499974</c:v>
              </c:pt>
              <c:pt idx="297">
                <c:v>1.5840754845499974</c:v>
              </c:pt>
              <c:pt idx="298">
                <c:v>1.5840754845499974</c:v>
              </c:pt>
              <c:pt idx="299">
                <c:v>1.5840754845499974</c:v>
              </c:pt>
              <c:pt idx="300">
                <c:v>1.5840754845499974</c:v>
              </c:pt>
              <c:pt idx="301">
                <c:v>1.5840754845499974</c:v>
              </c:pt>
              <c:pt idx="302">
                <c:v>1.5840754845499974</c:v>
              </c:pt>
              <c:pt idx="303">
                <c:v>1.5840754845499974</c:v>
              </c:pt>
              <c:pt idx="304">
                <c:v>1.5840754845499974</c:v>
              </c:pt>
              <c:pt idx="305">
                <c:v>1.5840754845499974</c:v>
              </c:pt>
              <c:pt idx="306">
                <c:v>1.5840754845499974</c:v>
              </c:pt>
              <c:pt idx="307">
                <c:v>1.5840754845499974</c:v>
              </c:pt>
              <c:pt idx="308">
                <c:v>1.5840754845499974</c:v>
              </c:pt>
              <c:pt idx="309">
                <c:v>1.5840754845499974</c:v>
              </c:pt>
              <c:pt idx="310">
                <c:v>1.5840754845499974</c:v>
              </c:pt>
              <c:pt idx="311">
                <c:v>1.5840754845499974</c:v>
              </c:pt>
              <c:pt idx="312">
                <c:v>1.5840754845499974</c:v>
              </c:pt>
              <c:pt idx="313">
                <c:v>1.5840754845499974</c:v>
              </c:pt>
              <c:pt idx="314">
                <c:v>1.5840754845499974</c:v>
              </c:pt>
              <c:pt idx="315">
                <c:v>1.5840754845499974</c:v>
              </c:pt>
              <c:pt idx="316">
                <c:v>1.5840754845499974</c:v>
              </c:pt>
              <c:pt idx="317">
                <c:v>1.5840754845499974</c:v>
              </c:pt>
              <c:pt idx="318">
                <c:v>1.5840754845499974</c:v>
              </c:pt>
              <c:pt idx="319">
                <c:v>1.5840754845499974</c:v>
              </c:pt>
              <c:pt idx="320">
                <c:v>1.5840754845499974</c:v>
              </c:pt>
              <c:pt idx="321">
                <c:v>1.5840754845499974</c:v>
              </c:pt>
              <c:pt idx="322">
                <c:v>1.5840754845499974</c:v>
              </c:pt>
              <c:pt idx="323">
                <c:v>1.5840754845499974</c:v>
              </c:pt>
              <c:pt idx="324">
                <c:v>1.5840754845499974</c:v>
              </c:pt>
              <c:pt idx="325">
                <c:v>1.5840754845499974</c:v>
              </c:pt>
              <c:pt idx="326">
                <c:v>1.5840754845499974</c:v>
              </c:pt>
              <c:pt idx="327">
                <c:v>1.5840754845499974</c:v>
              </c:pt>
              <c:pt idx="328">
                <c:v>1.5840754845499974</c:v>
              </c:pt>
              <c:pt idx="329">
                <c:v>1.5840754845499974</c:v>
              </c:pt>
              <c:pt idx="330">
                <c:v>1.5840754845499974</c:v>
              </c:pt>
              <c:pt idx="331">
                <c:v>1.5840754845499974</c:v>
              </c:pt>
              <c:pt idx="332">
                <c:v>1.5840754845499974</c:v>
              </c:pt>
              <c:pt idx="333">
                <c:v>1.5840754845499974</c:v>
              </c:pt>
              <c:pt idx="334">
                <c:v>1.5840754845499974</c:v>
              </c:pt>
              <c:pt idx="335">
                <c:v>1.5840754845499974</c:v>
              </c:pt>
              <c:pt idx="336">
                <c:v>1.5840754845499974</c:v>
              </c:pt>
              <c:pt idx="337">
                <c:v>1.5840754845499974</c:v>
              </c:pt>
              <c:pt idx="338">
                <c:v>1.5840754845499974</c:v>
              </c:pt>
              <c:pt idx="339">
                <c:v>1.5840754845499974</c:v>
              </c:pt>
              <c:pt idx="340">
                <c:v>1.5840754845499974</c:v>
              </c:pt>
              <c:pt idx="341">
                <c:v>1.5840754845499974</c:v>
              </c:pt>
              <c:pt idx="342">
                <c:v>1.5840754845499974</c:v>
              </c:pt>
              <c:pt idx="343">
                <c:v>1.5840754845499974</c:v>
              </c:pt>
              <c:pt idx="344">
                <c:v>1.5840754845499974</c:v>
              </c:pt>
              <c:pt idx="345">
                <c:v>1.5840754845499974</c:v>
              </c:pt>
              <c:pt idx="346">
                <c:v>1.5840754845499974</c:v>
              </c:pt>
              <c:pt idx="347">
                <c:v>1.5840754845499974</c:v>
              </c:pt>
              <c:pt idx="348">
                <c:v>1.5840754845499974</c:v>
              </c:pt>
              <c:pt idx="349">
                <c:v>1.5840754845499974</c:v>
              </c:pt>
              <c:pt idx="350">
                <c:v>1.5840754845499974</c:v>
              </c:pt>
              <c:pt idx="351">
                <c:v>1.5840754845499974</c:v>
              </c:pt>
              <c:pt idx="352">
                <c:v>1.5840754845499974</c:v>
              </c:pt>
              <c:pt idx="353">
                <c:v>1.5840754845499974</c:v>
              </c:pt>
              <c:pt idx="354">
                <c:v>1.5840754845499974</c:v>
              </c:pt>
              <c:pt idx="355">
                <c:v>1.5840754845499974</c:v>
              </c:pt>
              <c:pt idx="356">
                <c:v>1.5840754845499974</c:v>
              </c:pt>
              <c:pt idx="357">
                <c:v>1.5840754845499974</c:v>
              </c:pt>
              <c:pt idx="358">
                <c:v>1.5840754845499974</c:v>
              </c:pt>
              <c:pt idx="359">
                <c:v>1.5840754845499974</c:v>
              </c:pt>
              <c:pt idx="360">
                <c:v>1.5840754845499974</c:v>
              </c:pt>
              <c:pt idx="361">
                <c:v>1.5840754845499974</c:v>
              </c:pt>
              <c:pt idx="362">
                <c:v>1.5840754845499974</c:v>
              </c:pt>
              <c:pt idx="363">
                <c:v>1.5840754845499974</c:v>
              </c:pt>
              <c:pt idx="364">
                <c:v>1.5840754845499974</c:v>
              </c:pt>
              <c:pt idx="365">
                <c:v>1.5840754845499974</c:v>
              </c:pt>
              <c:pt idx="366">
                <c:v>1.5840754845499974</c:v>
              </c:pt>
              <c:pt idx="367">
                <c:v>1.5840754845499974</c:v>
              </c:pt>
              <c:pt idx="368">
                <c:v>1.5840754845499974</c:v>
              </c:pt>
              <c:pt idx="369">
                <c:v>1.5840754845499974</c:v>
              </c:pt>
              <c:pt idx="370">
                <c:v>1.5840754845499974</c:v>
              </c:pt>
              <c:pt idx="371">
                <c:v>1.5840754845499974</c:v>
              </c:pt>
              <c:pt idx="372">
                <c:v>1.5840754845499974</c:v>
              </c:pt>
              <c:pt idx="373">
                <c:v>1.5840754845499974</c:v>
              </c:pt>
              <c:pt idx="374">
                <c:v>1.5840754845499974</c:v>
              </c:pt>
              <c:pt idx="375">
                <c:v>1.5840754845499974</c:v>
              </c:pt>
              <c:pt idx="376">
                <c:v>1.5840754845499974</c:v>
              </c:pt>
              <c:pt idx="377">
                <c:v>1.5840754845499974</c:v>
              </c:pt>
              <c:pt idx="378">
                <c:v>1.5840754845499974</c:v>
              </c:pt>
              <c:pt idx="379">
                <c:v>1.5840754845499974</c:v>
              </c:pt>
              <c:pt idx="380">
                <c:v>1.5840754845499974</c:v>
              </c:pt>
              <c:pt idx="381">
                <c:v>1.5840754845499974</c:v>
              </c:pt>
              <c:pt idx="382">
                <c:v>1.5840754845499974</c:v>
              </c:pt>
              <c:pt idx="383">
                <c:v>1.5840754845499974</c:v>
              </c:pt>
              <c:pt idx="384">
                <c:v>1.5840754845499974</c:v>
              </c:pt>
              <c:pt idx="385">
                <c:v>1.5840754845499974</c:v>
              </c:pt>
              <c:pt idx="386">
                <c:v>1.5840754845499974</c:v>
              </c:pt>
              <c:pt idx="387">
                <c:v>1.5840754845499974</c:v>
              </c:pt>
              <c:pt idx="388">
                <c:v>1.5840754845499974</c:v>
              </c:pt>
              <c:pt idx="389">
                <c:v>1.5840754845499974</c:v>
              </c:pt>
              <c:pt idx="390">
                <c:v>1.5840754845499974</c:v>
              </c:pt>
              <c:pt idx="391">
                <c:v>1.5840754845499974</c:v>
              </c:pt>
              <c:pt idx="392">
                <c:v>1.5840754845499974</c:v>
              </c:pt>
              <c:pt idx="393">
                <c:v>1.5840754845499974</c:v>
              </c:pt>
              <c:pt idx="394">
                <c:v>1.5840754845499974</c:v>
              </c:pt>
              <c:pt idx="395">
                <c:v>1.5840754845499974</c:v>
              </c:pt>
              <c:pt idx="396">
                <c:v>1.5840754845499974</c:v>
              </c:pt>
              <c:pt idx="397">
                <c:v>1.5840754845499974</c:v>
              </c:pt>
              <c:pt idx="398">
                <c:v>1.5840754845499974</c:v>
              </c:pt>
              <c:pt idx="399">
                <c:v>1.5840754845499974</c:v>
              </c:pt>
              <c:pt idx="400">
                <c:v>1.5840754845499974</c:v>
              </c:pt>
              <c:pt idx="401">
                <c:v>1.5840754845499974</c:v>
              </c:pt>
              <c:pt idx="402">
                <c:v>1.5840754845499974</c:v>
              </c:pt>
              <c:pt idx="403">
                <c:v>1.5840754845499974</c:v>
              </c:pt>
              <c:pt idx="404">
                <c:v>1.5840754845499974</c:v>
              </c:pt>
              <c:pt idx="405">
                <c:v>1.5840754845499974</c:v>
              </c:pt>
              <c:pt idx="406">
                <c:v>1.5840754845499974</c:v>
              </c:pt>
              <c:pt idx="407">
                <c:v>1.5840754845499974</c:v>
              </c:pt>
              <c:pt idx="408">
                <c:v>1.5840754845499974</c:v>
              </c:pt>
              <c:pt idx="409">
                <c:v>1.5840754845499974</c:v>
              </c:pt>
              <c:pt idx="410">
                <c:v>1.5840754845499974</c:v>
              </c:pt>
              <c:pt idx="411">
                <c:v>1.5840754845499974</c:v>
              </c:pt>
              <c:pt idx="412">
                <c:v>1.5840754845499974</c:v>
              </c:pt>
              <c:pt idx="413">
                <c:v>1.5840754845499974</c:v>
              </c:pt>
              <c:pt idx="414">
                <c:v>1.5840754845499974</c:v>
              </c:pt>
              <c:pt idx="415">
                <c:v>1.5840754845499974</c:v>
              </c:pt>
              <c:pt idx="416">
                <c:v>1.5840754845499974</c:v>
              </c:pt>
              <c:pt idx="417">
                <c:v>1.5840754845499974</c:v>
              </c:pt>
              <c:pt idx="418">
                <c:v>1.5840754845499974</c:v>
              </c:pt>
              <c:pt idx="419">
                <c:v>1.5840754845499974</c:v>
              </c:pt>
              <c:pt idx="420">
                <c:v>1.5840754845499974</c:v>
              </c:pt>
              <c:pt idx="421">
                <c:v>1.5840754845499974</c:v>
              </c:pt>
              <c:pt idx="422">
                <c:v>1.5840754845499974</c:v>
              </c:pt>
              <c:pt idx="423">
                <c:v>1.5840754845499974</c:v>
              </c:pt>
              <c:pt idx="424">
                <c:v>1.5840754845499974</c:v>
              </c:pt>
              <c:pt idx="425">
                <c:v>1.5840754845499974</c:v>
              </c:pt>
              <c:pt idx="426">
                <c:v>1.5840754845499974</c:v>
              </c:pt>
              <c:pt idx="427">
                <c:v>1.5840754845499974</c:v>
              </c:pt>
              <c:pt idx="428">
                <c:v>1.5840754845499974</c:v>
              </c:pt>
              <c:pt idx="429">
                <c:v>1.5840754845499974</c:v>
              </c:pt>
              <c:pt idx="430">
                <c:v>1.5840754845499974</c:v>
              </c:pt>
              <c:pt idx="431">
                <c:v>1.5840754845499974</c:v>
              </c:pt>
              <c:pt idx="432">
                <c:v>1.5840754845499974</c:v>
              </c:pt>
              <c:pt idx="433">
                <c:v>1.5840754845499974</c:v>
              </c:pt>
              <c:pt idx="434">
                <c:v>1.5840754845499974</c:v>
              </c:pt>
              <c:pt idx="435">
                <c:v>1.5840754845499974</c:v>
              </c:pt>
              <c:pt idx="436">
                <c:v>1.5840754845499974</c:v>
              </c:pt>
              <c:pt idx="437">
                <c:v>1.5840754845499974</c:v>
              </c:pt>
              <c:pt idx="438">
                <c:v>1.5840754845499974</c:v>
              </c:pt>
              <c:pt idx="439">
                <c:v>1.5840754845499974</c:v>
              </c:pt>
              <c:pt idx="440">
                <c:v>1.5840754845499974</c:v>
              </c:pt>
              <c:pt idx="441">
                <c:v>1.5840754845499974</c:v>
              </c:pt>
              <c:pt idx="442">
                <c:v>1.5840754845499974</c:v>
              </c:pt>
              <c:pt idx="443">
                <c:v>1.5840754845499974</c:v>
              </c:pt>
              <c:pt idx="444">
                <c:v>1.5840754845499974</c:v>
              </c:pt>
              <c:pt idx="445">
                <c:v>1.5840754845499974</c:v>
              </c:pt>
              <c:pt idx="446">
                <c:v>1.5840754845499974</c:v>
              </c:pt>
              <c:pt idx="447">
                <c:v>1.5840754845499974</c:v>
              </c:pt>
              <c:pt idx="448">
                <c:v>1.5840754845499974</c:v>
              </c:pt>
              <c:pt idx="449">
                <c:v>1.5840754845499974</c:v>
              </c:pt>
            </c:numLit>
          </c:yVal>
          <c:smooth val="0"/>
        </c:ser>
        <c:ser>
          <c:idx val="9"/>
          <c:order val="9"/>
          <c:tx>
            <c:v>Same order, optimal filling</c:v>
          </c:tx>
          <c:spPr>
            <a:noFill xmlns:a="http://schemas.openxmlformats.org/drawingml/2006/main"/>
            <a:ln xmlns:a="http://schemas.openxmlformats.org/drawingml/2006/main" w="0">
              <a:noFill/>
              <a:prstDash val="solid"/>
            </a:ln>
          </c:spPr>
          <c:marker>
            <c:symbol val="circle"/>
            <c:size val="7"/>
            <c:spPr>
              <a:solidFill xmlns:a="http://schemas.openxmlformats.org/drawingml/2006/main">
                <a:srgbClr val="009E73"/>
              </a:solidFill>
            </c:spPr>
          </c:marker>
          <c:xVal>
            <c:numLit>
              <c:formatCode>General</c:formatCode>
              <c:ptCount val="450"/>
              <c:pt idx="0">
                <c:v>58.65915627305822</c:v>
              </c:pt>
              <c:pt idx="1">
                <c:v>58.65915627305822</c:v>
              </c:pt>
              <c:pt idx="2">
                <c:v>58.65915627305822</c:v>
              </c:pt>
              <c:pt idx="3">
                <c:v>58.65915627305822</c:v>
              </c:pt>
              <c:pt idx="4">
                <c:v>58.65915627305822</c:v>
              </c:pt>
              <c:pt idx="5">
                <c:v>58.65915627305822</c:v>
              </c:pt>
              <c:pt idx="6">
                <c:v>58.65915627305822</c:v>
              </c:pt>
              <c:pt idx="7">
                <c:v>58.65915627305822</c:v>
              </c:pt>
              <c:pt idx="8">
                <c:v>58.65915627305822</c:v>
              </c:pt>
              <c:pt idx="9">
                <c:v>58.65915627305822</c:v>
              </c:pt>
              <c:pt idx="10">
                <c:v>58.65915627305822</c:v>
              </c:pt>
              <c:pt idx="11">
                <c:v>58.65915627305822</c:v>
              </c:pt>
              <c:pt idx="12">
                <c:v>58.65915627305822</c:v>
              </c:pt>
              <c:pt idx="13">
                <c:v>58.65915627305822</c:v>
              </c:pt>
              <c:pt idx="14">
                <c:v>58.65915627305822</c:v>
              </c:pt>
              <c:pt idx="15">
                <c:v>58.65915627305822</c:v>
              </c:pt>
              <c:pt idx="16">
                <c:v>58.65915627305822</c:v>
              </c:pt>
              <c:pt idx="17">
                <c:v>58.65915627305822</c:v>
              </c:pt>
              <c:pt idx="18">
                <c:v>58.65915627305822</c:v>
              </c:pt>
              <c:pt idx="19">
                <c:v>58.65915627305822</c:v>
              </c:pt>
              <c:pt idx="20">
                <c:v>58.65915627305822</c:v>
              </c:pt>
              <c:pt idx="21">
                <c:v>58.65915627305822</c:v>
              </c:pt>
              <c:pt idx="22">
                <c:v>58.65915627305822</c:v>
              </c:pt>
              <c:pt idx="23">
                <c:v>58.65915627305822</c:v>
              </c:pt>
              <c:pt idx="24">
                <c:v>58.65915627305822</c:v>
              </c:pt>
              <c:pt idx="25">
                <c:v>58.65915627305822</c:v>
              </c:pt>
              <c:pt idx="26">
                <c:v>58.65915627305822</c:v>
              </c:pt>
              <c:pt idx="27">
                <c:v>58.65915627305822</c:v>
              </c:pt>
              <c:pt idx="28">
                <c:v>58.65915627305822</c:v>
              </c:pt>
              <c:pt idx="29">
                <c:v>58.65915627305822</c:v>
              </c:pt>
              <c:pt idx="30">
                <c:v>58.65915627305822</c:v>
              </c:pt>
              <c:pt idx="31">
                <c:v>58.65915627305822</c:v>
              </c:pt>
              <c:pt idx="32">
                <c:v>58.65915627305822</c:v>
              </c:pt>
              <c:pt idx="33">
                <c:v>58.65915627305822</c:v>
              </c:pt>
              <c:pt idx="34">
                <c:v>58.65915627305822</c:v>
              </c:pt>
              <c:pt idx="35">
                <c:v>58.65915627305822</c:v>
              </c:pt>
              <c:pt idx="36">
                <c:v>58.65915627305822</c:v>
              </c:pt>
              <c:pt idx="37">
                <c:v>58.65915627305822</c:v>
              </c:pt>
              <c:pt idx="38">
                <c:v>58.65915627305822</c:v>
              </c:pt>
              <c:pt idx="39">
                <c:v>58.65915627305822</c:v>
              </c:pt>
              <c:pt idx="40">
                <c:v>58.65915627305822</c:v>
              </c:pt>
              <c:pt idx="41">
                <c:v>58.65915627305822</c:v>
              </c:pt>
              <c:pt idx="42">
                <c:v>58.65915627305822</c:v>
              </c:pt>
              <c:pt idx="43">
                <c:v>58.65915627305822</c:v>
              </c:pt>
              <c:pt idx="44">
                <c:v>58.65915627305822</c:v>
              </c:pt>
              <c:pt idx="45">
                <c:v>58.65915627305822</c:v>
              </c:pt>
              <c:pt idx="46">
                <c:v>58.65915627305822</c:v>
              </c:pt>
              <c:pt idx="47">
                <c:v>58.65915627305822</c:v>
              </c:pt>
              <c:pt idx="48">
                <c:v>58.65915627305822</c:v>
              </c:pt>
              <c:pt idx="49">
                <c:v>58.65915627305822</c:v>
              </c:pt>
              <c:pt idx="50">
                <c:v>58.65915627305822</c:v>
              </c:pt>
              <c:pt idx="51">
                <c:v>58.65915627305822</c:v>
              </c:pt>
              <c:pt idx="52">
                <c:v>58.65915627305822</c:v>
              </c:pt>
              <c:pt idx="53">
                <c:v>58.65915627305822</c:v>
              </c:pt>
              <c:pt idx="54">
                <c:v>58.65915627305822</c:v>
              </c:pt>
              <c:pt idx="55">
                <c:v>58.65915627305822</c:v>
              </c:pt>
              <c:pt idx="56">
                <c:v>58.65915627305822</c:v>
              </c:pt>
              <c:pt idx="57">
                <c:v>58.65915627305822</c:v>
              </c:pt>
              <c:pt idx="58">
                <c:v>58.65915627305822</c:v>
              </c:pt>
              <c:pt idx="59">
                <c:v>58.65915627305822</c:v>
              </c:pt>
              <c:pt idx="60">
                <c:v>58.65915627305822</c:v>
              </c:pt>
              <c:pt idx="61">
                <c:v>58.65915627305822</c:v>
              </c:pt>
              <c:pt idx="62">
                <c:v>58.65915627305822</c:v>
              </c:pt>
              <c:pt idx="63">
                <c:v>58.65915627305822</c:v>
              </c:pt>
              <c:pt idx="64">
                <c:v>58.65915627305822</c:v>
              </c:pt>
              <c:pt idx="65">
                <c:v>58.65915627305822</c:v>
              </c:pt>
              <c:pt idx="66">
                <c:v>58.65915627305822</c:v>
              </c:pt>
              <c:pt idx="67">
                <c:v>58.65915627305822</c:v>
              </c:pt>
              <c:pt idx="68">
                <c:v>58.65915627305822</c:v>
              </c:pt>
              <c:pt idx="69">
                <c:v>58.65915627305822</c:v>
              </c:pt>
              <c:pt idx="70">
                <c:v>58.65915627305822</c:v>
              </c:pt>
              <c:pt idx="71">
                <c:v>58.65915627305822</c:v>
              </c:pt>
              <c:pt idx="72">
                <c:v>58.65915627305822</c:v>
              </c:pt>
              <c:pt idx="73">
                <c:v>58.65915627305822</c:v>
              </c:pt>
              <c:pt idx="74">
                <c:v>58.65915627305822</c:v>
              </c:pt>
              <c:pt idx="75">
                <c:v>58.65915627305822</c:v>
              </c:pt>
              <c:pt idx="76">
                <c:v>58.65915627305822</c:v>
              </c:pt>
              <c:pt idx="77">
                <c:v>58.65915627305822</c:v>
              </c:pt>
              <c:pt idx="78">
                <c:v>58.65915627305822</c:v>
              </c:pt>
              <c:pt idx="79">
                <c:v>58.65915627305822</c:v>
              </c:pt>
              <c:pt idx="80">
                <c:v>58.65915627305822</c:v>
              </c:pt>
              <c:pt idx="81">
                <c:v>58.65915627305822</c:v>
              </c:pt>
              <c:pt idx="82">
                <c:v>58.65915627305822</c:v>
              </c:pt>
              <c:pt idx="83">
                <c:v>58.65915627305822</c:v>
              </c:pt>
              <c:pt idx="84">
                <c:v>58.65915627305822</c:v>
              </c:pt>
              <c:pt idx="85">
                <c:v>58.65915627305822</c:v>
              </c:pt>
              <c:pt idx="86">
                <c:v>58.65915627305822</c:v>
              </c:pt>
              <c:pt idx="87">
                <c:v>58.65915627305822</c:v>
              </c:pt>
              <c:pt idx="88">
                <c:v>58.65915627305822</c:v>
              </c:pt>
              <c:pt idx="89">
                <c:v>58.65915627305822</c:v>
              </c:pt>
              <c:pt idx="90">
                <c:v>58.65915627305822</c:v>
              </c:pt>
              <c:pt idx="91">
                <c:v>58.65915627305822</c:v>
              </c:pt>
              <c:pt idx="92">
                <c:v>58.65915627305822</c:v>
              </c:pt>
              <c:pt idx="93">
                <c:v>58.65915627305822</c:v>
              </c:pt>
              <c:pt idx="94">
                <c:v>58.65915627305822</c:v>
              </c:pt>
              <c:pt idx="95">
                <c:v>58.65915627305822</c:v>
              </c:pt>
              <c:pt idx="96">
                <c:v>58.65915627305822</c:v>
              </c:pt>
              <c:pt idx="97">
                <c:v>58.65915627305822</c:v>
              </c:pt>
              <c:pt idx="98">
                <c:v>58.65915627305822</c:v>
              </c:pt>
              <c:pt idx="99">
                <c:v>58.65915627305822</c:v>
              </c:pt>
              <c:pt idx="100">
                <c:v>58.65915627305822</c:v>
              </c:pt>
              <c:pt idx="101">
                <c:v>58.65915627305822</c:v>
              </c:pt>
              <c:pt idx="102">
                <c:v>58.65915627305822</c:v>
              </c:pt>
              <c:pt idx="103">
                <c:v>58.65915627305822</c:v>
              </c:pt>
              <c:pt idx="104">
                <c:v>58.65915627305822</c:v>
              </c:pt>
              <c:pt idx="105">
                <c:v>58.65915627305822</c:v>
              </c:pt>
              <c:pt idx="106">
                <c:v>58.65915627305822</c:v>
              </c:pt>
              <c:pt idx="107">
                <c:v>58.65915627305822</c:v>
              </c:pt>
              <c:pt idx="108">
                <c:v>58.65915627305822</c:v>
              </c:pt>
              <c:pt idx="109">
                <c:v>58.65915627305822</c:v>
              </c:pt>
              <c:pt idx="110">
                <c:v>58.65915627305822</c:v>
              </c:pt>
              <c:pt idx="111">
                <c:v>58.65915627305822</c:v>
              </c:pt>
              <c:pt idx="112">
                <c:v>58.65915627305822</c:v>
              </c:pt>
              <c:pt idx="113">
                <c:v>58.65915627305822</c:v>
              </c:pt>
              <c:pt idx="114">
                <c:v>58.65915627305822</c:v>
              </c:pt>
              <c:pt idx="115">
                <c:v>58.65915627305822</c:v>
              </c:pt>
              <c:pt idx="116">
                <c:v>58.65915627305822</c:v>
              </c:pt>
              <c:pt idx="117">
                <c:v>58.65915627305822</c:v>
              </c:pt>
              <c:pt idx="118">
                <c:v>58.65915627305822</c:v>
              </c:pt>
              <c:pt idx="119">
                <c:v>58.65915627305822</c:v>
              </c:pt>
              <c:pt idx="120">
                <c:v>58.65915627305822</c:v>
              </c:pt>
              <c:pt idx="121">
                <c:v>58.65915627305822</c:v>
              </c:pt>
              <c:pt idx="122">
                <c:v>58.65915627305822</c:v>
              </c:pt>
              <c:pt idx="123">
                <c:v>58.65915627305822</c:v>
              </c:pt>
              <c:pt idx="124">
                <c:v>58.65915627305822</c:v>
              </c:pt>
              <c:pt idx="125">
                <c:v>58.65915627305822</c:v>
              </c:pt>
              <c:pt idx="126">
                <c:v>58.65915627305822</c:v>
              </c:pt>
              <c:pt idx="127">
                <c:v>58.65915627305822</c:v>
              </c:pt>
              <c:pt idx="128">
                <c:v>58.65915627305822</c:v>
              </c:pt>
              <c:pt idx="129">
                <c:v>58.65915627305822</c:v>
              </c:pt>
              <c:pt idx="130">
                <c:v>58.65915627305822</c:v>
              </c:pt>
              <c:pt idx="131">
                <c:v>58.65915627305822</c:v>
              </c:pt>
              <c:pt idx="132">
                <c:v>58.65915627305822</c:v>
              </c:pt>
              <c:pt idx="133">
                <c:v>58.65915627305822</c:v>
              </c:pt>
              <c:pt idx="134">
                <c:v>58.65915627305822</c:v>
              </c:pt>
              <c:pt idx="135">
                <c:v>58.65915627305822</c:v>
              </c:pt>
              <c:pt idx="136">
                <c:v>58.65915627305822</c:v>
              </c:pt>
              <c:pt idx="137">
                <c:v>58.65915627305822</c:v>
              </c:pt>
              <c:pt idx="138">
                <c:v>58.65915627305822</c:v>
              </c:pt>
              <c:pt idx="139">
                <c:v>58.65915627305822</c:v>
              </c:pt>
              <c:pt idx="140">
                <c:v>58.65915627305822</c:v>
              </c:pt>
              <c:pt idx="141">
                <c:v>58.65915627305822</c:v>
              </c:pt>
              <c:pt idx="142">
                <c:v>58.65915627305822</c:v>
              </c:pt>
              <c:pt idx="143">
                <c:v>58.65915627305822</c:v>
              </c:pt>
              <c:pt idx="144">
                <c:v>58.65915627305822</c:v>
              </c:pt>
              <c:pt idx="145">
                <c:v>58.65915627305822</c:v>
              </c:pt>
              <c:pt idx="146">
                <c:v>58.65915627305822</c:v>
              </c:pt>
              <c:pt idx="147">
                <c:v>58.65915627305822</c:v>
              </c:pt>
              <c:pt idx="148">
                <c:v>58.65915627305822</c:v>
              </c:pt>
              <c:pt idx="149">
                <c:v>58.65915627305822</c:v>
              </c:pt>
              <c:pt idx="150">
                <c:v>58.65915627305822</c:v>
              </c:pt>
              <c:pt idx="151">
                <c:v>58.65915627305822</c:v>
              </c:pt>
              <c:pt idx="152">
                <c:v>58.65915627305822</c:v>
              </c:pt>
              <c:pt idx="153">
                <c:v>58.65915627305822</c:v>
              </c:pt>
              <c:pt idx="154">
                <c:v>58.65915627305822</c:v>
              </c:pt>
              <c:pt idx="155">
                <c:v>58.65915627305822</c:v>
              </c:pt>
              <c:pt idx="156">
                <c:v>58.65915627305822</c:v>
              </c:pt>
              <c:pt idx="157">
                <c:v>58.65915627305822</c:v>
              </c:pt>
              <c:pt idx="158">
                <c:v>58.65915627305822</c:v>
              </c:pt>
              <c:pt idx="159">
                <c:v>58.65915627305822</c:v>
              </c:pt>
              <c:pt idx="160">
                <c:v>58.65915627305822</c:v>
              </c:pt>
              <c:pt idx="161">
                <c:v>58.65915627305822</c:v>
              </c:pt>
              <c:pt idx="162">
                <c:v>58.65915627305822</c:v>
              </c:pt>
              <c:pt idx="163">
                <c:v>58.65915627305822</c:v>
              </c:pt>
              <c:pt idx="164">
                <c:v>58.65915627305822</c:v>
              </c:pt>
              <c:pt idx="165">
                <c:v>58.65915627305822</c:v>
              </c:pt>
              <c:pt idx="166">
                <c:v>58.65915627305822</c:v>
              </c:pt>
              <c:pt idx="167">
                <c:v>58.65915627305822</c:v>
              </c:pt>
              <c:pt idx="168">
                <c:v>58.65915627305822</c:v>
              </c:pt>
              <c:pt idx="169">
                <c:v>58.65915627305822</c:v>
              </c:pt>
              <c:pt idx="170">
                <c:v>58.65915627305822</c:v>
              </c:pt>
              <c:pt idx="171">
                <c:v>58.65915627305822</c:v>
              </c:pt>
              <c:pt idx="172">
                <c:v>58.65915627305822</c:v>
              </c:pt>
              <c:pt idx="173">
                <c:v>58.65915627305822</c:v>
              </c:pt>
              <c:pt idx="174">
                <c:v>58.65915627305822</c:v>
              </c:pt>
              <c:pt idx="175">
                <c:v>58.65915627305822</c:v>
              </c:pt>
              <c:pt idx="176">
                <c:v>58.65915627305822</c:v>
              </c:pt>
              <c:pt idx="177">
                <c:v>58.65915627305822</c:v>
              </c:pt>
              <c:pt idx="178">
                <c:v>58.65915627305822</c:v>
              </c:pt>
              <c:pt idx="179">
                <c:v>58.65915627305822</c:v>
              </c:pt>
              <c:pt idx="180">
                <c:v>58.65915627305822</c:v>
              </c:pt>
              <c:pt idx="181">
                <c:v>58.65915627305822</c:v>
              </c:pt>
              <c:pt idx="182">
                <c:v>58.65915627305822</c:v>
              </c:pt>
              <c:pt idx="183">
                <c:v>58.65915627305822</c:v>
              </c:pt>
              <c:pt idx="184">
                <c:v>58.65915627305822</c:v>
              </c:pt>
              <c:pt idx="185">
                <c:v>58.65915627305822</c:v>
              </c:pt>
              <c:pt idx="186">
                <c:v>58.65915627305822</c:v>
              </c:pt>
              <c:pt idx="187">
                <c:v>58.65915627305822</c:v>
              </c:pt>
              <c:pt idx="188">
                <c:v>58.65915627305822</c:v>
              </c:pt>
              <c:pt idx="189">
                <c:v>58.65915627305822</c:v>
              </c:pt>
              <c:pt idx="190">
                <c:v>58.65915627305822</c:v>
              </c:pt>
              <c:pt idx="191">
                <c:v>58.65915627305822</c:v>
              </c:pt>
              <c:pt idx="192">
                <c:v>58.65915627305822</c:v>
              </c:pt>
              <c:pt idx="193">
                <c:v>58.65915627305822</c:v>
              </c:pt>
              <c:pt idx="194">
                <c:v>58.65915627305822</c:v>
              </c:pt>
              <c:pt idx="195">
                <c:v>58.65915627305822</c:v>
              </c:pt>
              <c:pt idx="196">
                <c:v>58.65915627305822</c:v>
              </c:pt>
              <c:pt idx="197">
                <c:v>58.65915627305822</c:v>
              </c:pt>
              <c:pt idx="198">
                <c:v>58.65915627305822</c:v>
              </c:pt>
              <c:pt idx="199">
                <c:v>58.65915627305822</c:v>
              </c:pt>
              <c:pt idx="200">
                <c:v>58.65915627305822</c:v>
              </c:pt>
              <c:pt idx="201">
                <c:v>58.65915627305822</c:v>
              </c:pt>
              <c:pt idx="202">
                <c:v>58.65915627305822</c:v>
              </c:pt>
              <c:pt idx="203">
                <c:v>58.65915627305822</c:v>
              </c:pt>
              <c:pt idx="204">
                <c:v>58.65915627305822</c:v>
              </c:pt>
              <c:pt idx="205">
                <c:v>58.65915627305822</c:v>
              </c:pt>
              <c:pt idx="206">
                <c:v>58.65915627305822</c:v>
              </c:pt>
              <c:pt idx="207">
                <c:v>58.65915627305822</c:v>
              </c:pt>
              <c:pt idx="208">
                <c:v>58.65915627305822</c:v>
              </c:pt>
              <c:pt idx="209">
                <c:v>58.65915627305822</c:v>
              </c:pt>
              <c:pt idx="210">
                <c:v>58.65915627305822</c:v>
              </c:pt>
              <c:pt idx="211">
                <c:v>58.65915627305822</c:v>
              </c:pt>
              <c:pt idx="212">
                <c:v>58.65915627305822</c:v>
              </c:pt>
              <c:pt idx="213">
                <c:v>58.65915627305822</c:v>
              </c:pt>
              <c:pt idx="214">
                <c:v>58.65915627305822</c:v>
              </c:pt>
              <c:pt idx="215">
                <c:v>58.65915627305822</c:v>
              </c:pt>
              <c:pt idx="216">
                <c:v>58.65915627305822</c:v>
              </c:pt>
              <c:pt idx="217">
                <c:v>58.65915627305822</c:v>
              </c:pt>
              <c:pt idx="218">
                <c:v>58.65915627305822</c:v>
              </c:pt>
              <c:pt idx="219">
                <c:v>58.65915627305822</c:v>
              </c:pt>
              <c:pt idx="220">
                <c:v>58.65915627305822</c:v>
              </c:pt>
              <c:pt idx="221">
                <c:v>58.65915627305822</c:v>
              </c:pt>
              <c:pt idx="222">
                <c:v>58.65915627305822</c:v>
              </c:pt>
              <c:pt idx="223">
                <c:v>58.65915627305822</c:v>
              </c:pt>
              <c:pt idx="224">
                <c:v>58.65915627305822</c:v>
              </c:pt>
              <c:pt idx="225">
                <c:v>58.65915627305822</c:v>
              </c:pt>
              <c:pt idx="226">
                <c:v>58.65915627305822</c:v>
              </c:pt>
              <c:pt idx="227">
                <c:v>58.65915627305822</c:v>
              </c:pt>
              <c:pt idx="228">
                <c:v>58.65915627305822</c:v>
              </c:pt>
              <c:pt idx="229">
                <c:v>58.65915627305822</c:v>
              </c:pt>
              <c:pt idx="230">
                <c:v>58.65915627305822</c:v>
              </c:pt>
              <c:pt idx="231">
                <c:v>58.65915627305822</c:v>
              </c:pt>
              <c:pt idx="232">
                <c:v>58.65915627305822</c:v>
              </c:pt>
              <c:pt idx="233">
                <c:v>58.65915627305822</c:v>
              </c:pt>
              <c:pt idx="234">
                <c:v>58.65915627305822</c:v>
              </c:pt>
              <c:pt idx="235">
                <c:v>58.65915627305822</c:v>
              </c:pt>
              <c:pt idx="236">
                <c:v>58.65915627305822</c:v>
              </c:pt>
              <c:pt idx="237">
                <c:v>58.65915627305822</c:v>
              </c:pt>
              <c:pt idx="238">
                <c:v>58.65915627305822</c:v>
              </c:pt>
              <c:pt idx="239">
                <c:v>58.65915627305822</c:v>
              </c:pt>
              <c:pt idx="240">
                <c:v>58.65915627305822</c:v>
              </c:pt>
              <c:pt idx="241">
                <c:v>58.65915627305822</c:v>
              </c:pt>
              <c:pt idx="242">
                <c:v>58.65915627305822</c:v>
              </c:pt>
              <c:pt idx="243">
                <c:v>58.65915627305822</c:v>
              </c:pt>
              <c:pt idx="244">
                <c:v>58.65915627305822</c:v>
              </c:pt>
              <c:pt idx="245">
                <c:v>58.65915627305822</c:v>
              </c:pt>
              <c:pt idx="246">
                <c:v>58.65915627305822</c:v>
              </c:pt>
              <c:pt idx="247">
                <c:v>58.65915627305822</c:v>
              </c:pt>
              <c:pt idx="248">
                <c:v>58.65915627305822</c:v>
              </c:pt>
              <c:pt idx="249">
                <c:v>58.65915627305822</c:v>
              </c:pt>
              <c:pt idx="250">
                <c:v>58.65915627305822</c:v>
              </c:pt>
              <c:pt idx="251">
                <c:v>58.65915627305822</c:v>
              </c:pt>
              <c:pt idx="252">
                <c:v>58.65915627305822</c:v>
              </c:pt>
              <c:pt idx="253">
                <c:v>58.65915627305822</c:v>
              </c:pt>
              <c:pt idx="254">
                <c:v>58.65915627305822</c:v>
              </c:pt>
              <c:pt idx="255">
                <c:v>58.65915627305822</c:v>
              </c:pt>
              <c:pt idx="256">
                <c:v>58.65915627305822</c:v>
              </c:pt>
              <c:pt idx="257">
                <c:v>58.65915627305822</c:v>
              </c:pt>
              <c:pt idx="258">
                <c:v>58.65915627305822</c:v>
              </c:pt>
              <c:pt idx="259">
                <c:v>58.65915627305822</c:v>
              </c:pt>
              <c:pt idx="260">
                <c:v>58.65915627305822</c:v>
              </c:pt>
              <c:pt idx="261">
                <c:v>58.65915627305822</c:v>
              </c:pt>
              <c:pt idx="262">
                <c:v>58.65915627305822</c:v>
              </c:pt>
              <c:pt idx="263">
                <c:v>58.65915627305822</c:v>
              </c:pt>
              <c:pt idx="264">
                <c:v>58.65915627305822</c:v>
              </c:pt>
              <c:pt idx="265">
                <c:v>58.65915627305822</c:v>
              </c:pt>
              <c:pt idx="266">
                <c:v>58.65915627305822</c:v>
              </c:pt>
              <c:pt idx="267">
                <c:v>58.65915627305822</c:v>
              </c:pt>
              <c:pt idx="268">
                <c:v>58.65915627305822</c:v>
              </c:pt>
              <c:pt idx="269">
                <c:v>58.65915627305822</c:v>
              </c:pt>
              <c:pt idx="270">
                <c:v>58.65915627305822</c:v>
              </c:pt>
              <c:pt idx="271">
                <c:v>58.65915627305822</c:v>
              </c:pt>
              <c:pt idx="272">
                <c:v>58.65915627305822</c:v>
              </c:pt>
              <c:pt idx="273">
                <c:v>58.65915627305822</c:v>
              </c:pt>
              <c:pt idx="274">
                <c:v>58.65915627305822</c:v>
              </c:pt>
              <c:pt idx="275">
                <c:v>58.65915627305822</c:v>
              </c:pt>
              <c:pt idx="276">
                <c:v>58.65915627305822</c:v>
              </c:pt>
              <c:pt idx="277">
                <c:v>58.65915627305822</c:v>
              </c:pt>
              <c:pt idx="278">
                <c:v>58.65915627305822</c:v>
              </c:pt>
              <c:pt idx="279">
                <c:v>58.65915627305822</c:v>
              </c:pt>
              <c:pt idx="280">
                <c:v>58.65915627305822</c:v>
              </c:pt>
              <c:pt idx="281">
                <c:v>58.65915627305822</c:v>
              </c:pt>
              <c:pt idx="282">
                <c:v>58.65915627305822</c:v>
              </c:pt>
              <c:pt idx="283">
                <c:v>58.65915627305822</c:v>
              </c:pt>
              <c:pt idx="284">
                <c:v>58.65915627305822</c:v>
              </c:pt>
              <c:pt idx="285">
                <c:v>58.65915627305822</c:v>
              </c:pt>
              <c:pt idx="286">
                <c:v>58.65915627305822</c:v>
              </c:pt>
              <c:pt idx="287">
                <c:v>58.65915627305822</c:v>
              </c:pt>
              <c:pt idx="288">
                <c:v>58.65915627305822</c:v>
              </c:pt>
              <c:pt idx="289">
                <c:v>58.65915627305822</c:v>
              </c:pt>
              <c:pt idx="290">
                <c:v>58.65915627305822</c:v>
              </c:pt>
              <c:pt idx="291">
                <c:v>58.65915627305822</c:v>
              </c:pt>
              <c:pt idx="292">
                <c:v>58.65915627305822</c:v>
              </c:pt>
              <c:pt idx="293">
                <c:v>58.65915627305822</c:v>
              </c:pt>
              <c:pt idx="294">
                <c:v>58.65915627305822</c:v>
              </c:pt>
              <c:pt idx="295">
                <c:v>58.65915627305822</c:v>
              </c:pt>
              <c:pt idx="296">
                <c:v>58.65915627305822</c:v>
              </c:pt>
              <c:pt idx="297">
                <c:v>58.65915627305822</c:v>
              </c:pt>
              <c:pt idx="298">
                <c:v>58.65915627305822</c:v>
              </c:pt>
              <c:pt idx="299">
                <c:v>58.65915627305822</c:v>
              </c:pt>
              <c:pt idx="300">
                <c:v>58.65915627305822</c:v>
              </c:pt>
              <c:pt idx="301">
                <c:v>58.65915627305822</c:v>
              </c:pt>
              <c:pt idx="302">
                <c:v>58.65915627305822</c:v>
              </c:pt>
              <c:pt idx="303">
                <c:v>58.65915627305822</c:v>
              </c:pt>
              <c:pt idx="304">
                <c:v>58.65915627305822</c:v>
              </c:pt>
              <c:pt idx="305">
                <c:v>58.65915627305822</c:v>
              </c:pt>
              <c:pt idx="306">
                <c:v>58.65915627305822</c:v>
              </c:pt>
              <c:pt idx="307">
                <c:v>58.65915627305822</c:v>
              </c:pt>
              <c:pt idx="308">
                <c:v>58.65915627305822</c:v>
              </c:pt>
              <c:pt idx="309">
                <c:v>58.65915627305822</c:v>
              </c:pt>
              <c:pt idx="310">
                <c:v>58.65915627305822</c:v>
              </c:pt>
              <c:pt idx="311">
                <c:v>58.65915627305822</c:v>
              </c:pt>
              <c:pt idx="312">
                <c:v>58.65915627305822</c:v>
              </c:pt>
              <c:pt idx="313">
                <c:v>58.65915627305822</c:v>
              </c:pt>
              <c:pt idx="314">
                <c:v>58.65915627305822</c:v>
              </c:pt>
              <c:pt idx="315">
                <c:v>58.65915627305822</c:v>
              </c:pt>
              <c:pt idx="316">
                <c:v>58.65915627305822</c:v>
              </c:pt>
              <c:pt idx="317">
                <c:v>58.65915627305822</c:v>
              </c:pt>
              <c:pt idx="318">
                <c:v>58.65915627305822</c:v>
              </c:pt>
              <c:pt idx="319">
                <c:v>58.65915627305822</c:v>
              </c:pt>
              <c:pt idx="320">
                <c:v>58.65915627305822</c:v>
              </c:pt>
              <c:pt idx="321">
                <c:v>58.65915627305822</c:v>
              </c:pt>
              <c:pt idx="322">
                <c:v>58.65915627305822</c:v>
              </c:pt>
              <c:pt idx="323">
                <c:v>58.65915627305822</c:v>
              </c:pt>
              <c:pt idx="324">
                <c:v>58.65915627305822</c:v>
              </c:pt>
              <c:pt idx="325">
                <c:v>58.65915627305822</c:v>
              </c:pt>
              <c:pt idx="326">
                <c:v>58.65915627305822</c:v>
              </c:pt>
              <c:pt idx="327">
                <c:v>58.65915627305822</c:v>
              </c:pt>
              <c:pt idx="328">
                <c:v>58.65915627305822</c:v>
              </c:pt>
              <c:pt idx="329">
                <c:v>58.65915627305822</c:v>
              </c:pt>
              <c:pt idx="330">
                <c:v>58.65915627305822</c:v>
              </c:pt>
              <c:pt idx="331">
                <c:v>58.65915627305822</c:v>
              </c:pt>
              <c:pt idx="332">
                <c:v>58.65915627305822</c:v>
              </c:pt>
              <c:pt idx="333">
                <c:v>58.65915627305822</c:v>
              </c:pt>
              <c:pt idx="334">
                <c:v>58.65915627305822</c:v>
              </c:pt>
              <c:pt idx="335">
                <c:v>58.65915627305822</c:v>
              </c:pt>
              <c:pt idx="336">
                <c:v>58.65915627305822</c:v>
              </c:pt>
              <c:pt idx="337">
                <c:v>58.65915627305822</c:v>
              </c:pt>
              <c:pt idx="338">
                <c:v>58.65915627305822</c:v>
              </c:pt>
              <c:pt idx="339">
                <c:v>58.65915627305822</c:v>
              </c:pt>
              <c:pt idx="340">
                <c:v>58.65915627305822</c:v>
              </c:pt>
              <c:pt idx="341">
                <c:v>58.65915627305822</c:v>
              </c:pt>
              <c:pt idx="342">
                <c:v>58.65915627305822</c:v>
              </c:pt>
              <c:pt idx="343">
                <c:v>58.65915627305822</c:v>
              </c:pt>
              <c:pt idx="344">
                <c:v>58.65915627305822</c:v>
              </c:pt>
              <c:pt idx="345">
                <c:v>58.65915627305822</c:v>
              </c:pt>
              <c:pt idx="346">
                <c:v>58.65915627305822</c:v>
              </c:pt>
              <c:pt idx="347">
                <c:v>58.65915627305822</c:v>
              </c:pt>
              <c:pt idx="348">
                <c:v>58.65915627305822</c:v>
              </c:pt>
              <c:pt idx="349">
                <c:v>58.65915627305822</c:v>
              </c:pt>
              <c:pt idx="350">
                <c:v>58.65915627305822</c:v>
              </c:pt>
              <c:pt idx="351">
                <c:v>58.65915627305822</c:v>
              </c:pt>
              <c:pt idx="352">
                <c:v>58.65915627305822</c:v>
              </c:pt>
              <c:pt idx="353">
                <c:v>58.65915627305822</c:v>
              </c:pt>
              <c:pt idx="354">
                <c:v>58.65915627305822</c:v>
              </c:pt>
              <c:pt idx="355">
                <c:v>58.65915627305822</c:v>
              </c:pt>
              <c:pt idx="356">
                <c:v>58.65915627305822</c:v>
              </c:pt>
              <c:pt idx="357">
                <c:v>58.65915627305822</c:v>
              </c:pt>
              <c:pt idx="358">
                <c:v>58.65915627305822</c:v>
              </c:pt>
              <c:pt idx="359">
                <c:v>58.65915627305822</c:v>
              </c:pt>
              <c:pt idx="360">
                <c:v>58.65915627305822</c:v>
              </c:pt>
              <c:pt idx="361">
                <c:v>58.65915627305822</c:v>
              </c:pt>
              <c:pt idx="362">
                <c:v>58.65915627305822</c:v>
              </c:pt>
              <c:pt idx="363">
                <c:v>58.65915627305822</c:v>
              </c:pt>
              <c:pt idx="364">
                <c:v>58.65915627305822</c:v>
              </c:pt>
              <c:pt idx="365">
                <c:v>58.65915627305822</c:v>
              </c:pt>
              <c:pt idx="366">
                <c:v>58.65915627305822</c:v>
              </c:pt>
              <c:pt idx="367">
                <c:v>58.65915627305822</c:v>
              </c:pt>
              <c:pt idx="368">
                <c:v>58.65915627305822</c:v>
              </c:pt>
              <c:pt idx="369">
                <c:v>58.65915627305822</c:v>
              </c:pt>
              <c:pt idx="370">
                <c:v>58.65915627305822</c:v>
              </c:pt>
              <c:pt idx="371">
                <c:v>58.65915627305822</c:v>
              </c:pt>
              <c:pt idx="372">
                <c:v>58.65915627305822</c:v>
              </c:pt>
              <c:pt idx="373">
                <c:v>58.65915627305822</c:v>
              </c:pt>
              <c:pt idx="374">
                <c:v>58.65915627305822</c:v>
              </c:pt>
              <c:pt idx="375">
                <c:v>58.65915627305822</c:v>
              </c:pt>
              <c:pt idx="376">
                <c:v>58.65915627305822</c:v>
              </c:pt>
              <c:pt idx="377">
                <c:v>58.65915627305822</c:v>
              </c:pt>
              <c:pt idx="378">
                <c:v>58.65915627305822</c:v>
              </c:pt>
              <c:pt idx="379">
                <c:v>58.65915627305822</c:v>
              </c:pt>
              <c:pt idx="380">
                <c:v>58.65915627305822</c:v>
              </c:pt>
              <c:pt idx="381">
                <c:v>58.65915627305822</c:v>
              </c:pt>
              <c:pt idx="382">
                <c:v>58.65915627305822</c:v>
              </c:pt>
              <c:pt idx="383">
                <c:v>58.65915627305822</c:v>
              </c:pt>
              <c:pt idx="384">
                <c:v>58.65915627305822</c:v>
              </c:pt>
              <c:pt idx="385">
                <c:v>58.65915627305822</c:v>
              </c:pt>
              <c:pt idx="386">
                <c:v>58.65915627305822</c:v>
              </c:pt>
              <c:pt idx="387">
                <c:v>58.65915627305822</c:v>
              </c:pt>
              <c:pt idx="388">
                <c:v>58.65915627305822</c:v>
              </c:pt>
              <c:pt idx="389">
                <c:v>58.65915627305822</c:v>
              </c:pt>
              <c:pt idx="390">
                <c:v>58.65915627305822</c:v>
              </c:pt>
              <c:pt idx="391">
                <c:v>58.65915627305822</c:v>
              </c:pt>
              <c:pt idx="392">
                <c:v>58.65915627305822</c:v>
              </c:pt>
              <c:pt idx="393">
                <c:v>58.65915627305822</c:v>
              </c:pt>
              <c:pt idx="394">
                <c:v>58.65915627305822</c:v>
              </c:pt>
              <c:pt idx="395">
                <c:v>58.65915627305822</c:v>
              </c:pt>
              <c:pt idx="396">
                <c:v>58.65915627305822</c:v>
              </c:pt>
              <c:pt idx="397">
                <c:v>58.65915627305822</c:v>
              </c:pt>
              <c:pt idx="398">
                <c:v>58.65915627305822</c:v>
              </c:pt>
              <c:pt idx="399">
                <c:v>58.65915627305822</c:v>
              </c:pt>
              <c:pt idx="400">
                <c:v>58.65915627305822</c:v>
              </c:pt>
              <c:pt idx="401">
                <c:v>58.65915627305822</c:v>
              </c:pt>
              <c:pt idx="402">
                <c:v>58.65915627305822</c:v>
              </c:pt>
              <c:pt idx="403">
                <c:v>58.65915627305822</c:v>
              </c:pt>
              <c:pt idx="404">
                <c:v>58.65915627305822</c:v>
              </c:pt>
              <c:pt idx="405">
                <c:v>58.65915627305822</c:v>
              </c:pt>
              <c:pt idx="406">
                <c:v>58.65915627305822</c:v>
              </c:pt>
              <c:pt idx="407">
                <c:v>58.65915627305822</c:v>
              </c:pt>
              <c:pt idx="408">
                <c:v>58.65915627305822</c:v>
              </c:pt>
              <c:pt idx="409">
                <c:v>58.65915627305822</c:v>
              </c:pt>
              <c:pt idx="410">
                <c:v>58.65915627305822</c:v>
              </c:pt>
              <c:pt idx="411">
                <c:v>58.65915627305822</c:v>
              </c:pt>
              <c:pt idx="412">
                <c:v>58.65915627305822</c:v>
              </c:pt>
              <c:pt idx="413">
                <c:v>58.65915627305822</c:v>
              </c:pt>
              <c:pt idx="414">
                <c:v>58.65915627305822</c:v>
              </c:pt>
              <c:pt idx="415">
                <c:v>58.65915627305822</c:v>
              </c:pt>
              <c:pt idx="416">
                <c:v>58.65915627305822</c:v>
              </c:pt>
              <c:pt idx="417">
                <c:v>58.65915627305822</c:v>
              </c:pt>
              <c:pt idx="418">
                <c:v>58.65915627305822</c:v>
              </c:pt>
              <c:pt idx="419">
                <c:v>58.65915627305822</c:v>
              </c:pt>
              <c:pt idx="420">
                <c:v>58.65915627305822</c:v>
              </c:pt>
              <c:pt idx="421">
                <c:v>58.65915627305822</c:v>
              </c:pt>
              <c:pt idx="422">
                <c:v>58.65915627305822</c:v>
              </c:pt>
              <c:pt idx="423">
                <c:v>58.65915627305822</c:v>
              </c:pt>
              <c:pt idx="424">
                <c:v>58.65915627305822</c:v>
              </c:pt>
              <c:pt idx="425">
                <c:v>58.65915627305822</c:v>
              </c:pt>
              <c:pt idx="426">
                <c:v>58.65915627305822</c:v>
              </c:pt>
              <c:pt idx="427">
                <c:v>58.65915627305822</c:v>
              </c:pt>
              <c:pt idx="428">
                <c:v>58.65915627305822</c:v>
              </c:pt>
              <c:pt idx="429">
                <c:v>58.65915627305822</c:v>
              </c:pt>
              <c:pt idx="430">
                <c:v>58.65915627305822</c:v>
              </c:pt>
              <c:pt idx="431">
                <c:v>58.65915627305822</c:v>
              </c:pt>
              <c:pt idx="432">
                <c:v>58.65915627305822</c:v>
              </c:pt>
              <c:pt idx="433">
                <c:v>58.65915627305822</c:v>
              </c:pt>
              <c:pt idx="434">
                <c:v>58.65915627305822</c:v>
              </c:pt>
              <c:pt idx="435">
                <c:v>58.65915627305822</c:v>
              </c:pt>
              <c:pt idx="436">
                <c:v>58.65915627305822</c:v>
              </c:pt>
              <c:pt idx="437">
                <c:v>58.65915627305822</c:v>
              </c:pt>
              <c:pt idx="438">
                <c:v>58.65915627305822</c:v>
              </c:pt>
              <c:pt idx="439">
                <c:v>58.65915627305822</c:v>
              </c:pt>
              <c:pt idx="440">
                <c:v>58.65915627305822</c:v>
              </c:pt>
              <c:pt idx="441">
                <c:v>58.65915627305822</c:v>
              </c:pt>
              <c:pt idx="442">
                <c:v>58.65915627305822</c:v>
              </c:pt>
              <c:pt idx="443">
                <c:v>58.65915627305822</c:v>
              </c:pt>
              <c:pt idx="444">
                <c:v>58.65915627305822</c:v>
              </c:pt>
              <c:pt idx="445">
                <c:v>58.65915627305822</c:v>
              </c:pt>
              <c:pt idx="446">
                <c:v>58.65915627305822</c:v>
              </c:pt>
              <c:pt idx="447">
                <c:v>58.65915627305822</c:v>
              </c:pt>
              <c:pt idx="448">
                <c:v>58.65915627305822</c:v>
              </c:pt>
              <c:pt idx="449">
                <c:v>58.65915627305822</c:v>
              </c:pt>
            </c:numLit>
          </c:xVal>
          <c:yVal>
            <c:numLit>
              <c:formatCode>0.0</c:formatCode>
              <c:ptCount val="450"/>
              <c:pt idx="0">
                <c:v>0.2018692505988826</c:v>
              </c:pt>
              <c:pt idx="1">
                <c:v>0.2018692505988826</c:v>
              </c:pt>
              <c:pt idx="2">
                <c:v>0.2018692505988826</c:v>
              </c:pt>
              <c:pt idx="3">
                <c:v>0.2018692505988826</c:v>
              </c:pt>
              <c:pt idx="4">
                <c:v>0.2018692505988826</c:v>
              </c:pt>
              <c:pt idx="5">
                <c:v>0.2018692505988826</c:v>
              </c:pt>
              <c:pt idx="6">
                <c:v>0.2018692505988826</c:v>
              </c:pt>
              <c:pt idx="7">
                <c:v>0.2018692505988826</c:v>
              </c:pt>
              <c:pt idx="8">
                <c:v>0.2018692505988826</c:v>
              </c:pt>
              <c:pt idx="9">
                <c:v>0.2018692505988826</c:v>
              </c:pt>
              <c:pt idx="10">
                <c:v>0.2018692505988826</c:v>
              </c:pt>
              <c:pt idx="11">
                <c:v>0.2018692505988826</c:v>
              </c:pt>
              <c:pt idx="12">
                <c:v>0.2018692505988826</c:v>
              </c:pt>
              <c:pt idx="13">
                <c:v>0.2018692505988826</c:v>
              </c:pt>
              <c:pt idx="14">
                <c:v>0.2018692505988826</c:v>
              </c:pt>
              <c:pt idx="15">
                <c:v>0.2018692505988826</c:v>
              </c:pt>
              <c:pt idx="16">
                <c:v>0.2018692505988826</c:v>
              </c:pt>
              <c:pt idx="17">
                <c:v>0.2018692505988826</c:v>
              </c:pt>
              <c:pt idx="18">
                <c:v>0.2018692505988826</c:v>
              </c:pt>
              <c:pt idx="19">
                <c:v>0.2018692505988826</c:v>
              </c:pt>
              <c:pt idx="20">
                <c:v>0.2018692505988826</c:v>
              </c:pt>
              <c:pt idx="21">
                <c:v>0.2018692505988826</c:v>
              </c:pt>
              <c:pt idx="22">
                <c:v>0.2018692505988826</c:v>
              </c:pt>
              <c:pt idx="23">
                <c:v>0.2018692505988826</c:v>
              </c:pt>
              <c:pt idx="24">
                <c:v>0.2018692505988826</c:v>
              </c:pt>
              <c:pt idx="25">
                <c:v>0.2018692505988826</c:v>
              </c:pt>
              <c:pt idx="26">
                <c:v>0.2018692505988826</c:v>
              </c:pt>
              <c:pt idx="27">
                <c:v>0.2018692505988826</c:v>
              </c:pt>
              <c:pt idx="28">
                <c:v>0.2018692505988826</c:v>
              </c:pt>
              <c:pt idx="29">
                <c:v>0.2018692505988826</c:v>
              </c:pt>
              <c:pt idx="30">
                <c:v>0.2018692505988826</c:v>
              </c:pt>
              <c:pt idx="31">
                <c:v>0.2018692505988826</c:v>
              </c:pt>
              <c:pt idx="32">
                <c:v>0.2018692505988826</c:v>
              </c:pt>
              <c:pt idx="33">
                <c:v>0.2018692505988826</c:v>
              </c:pt>
              <c:pt idx="34">
                <c:v>0.2018692505988826</c:v>
              </c:pt>
              <c:pt idx="35">
                <c:v>0.2018692505988826</c:v>
              </c:pt>
              <c:pt idx="36">
                <c:v>0.2018692505988826</c:v>
              </c:pt>
              <c:pt idx="37">
                <c:v>0.2018692505988826</c:v>
              </c:pt>
              <c:pt idx="38">
                <c:v>0.2018692505988826</c:v>
              </c:pt>
              <c:pt idx="39">
                <c:v>0.2018692505988826</c:v>
              </c:pt>
              <c:pt idx="40">
                <c:v>0.2018692505988826</c:v>
              </c:pt>
              <c:pt idx="41">
                <c:v>0.2018692505988826</c:v>
              </c:pt>
              <c:pt idx="42">
                <c:v>0.2018692505988826</c:v>
              </c:pt>
              <c:pt idx="43">
                <c:v>0.2018692505988826</c:v>
              </c:pt>
              <c:pt idx="44">
                <c:v>0.2018692505988826</c:v>
              </c:pt>
              <c:pt idx="45">
                <c:v>0.2018692505988826</c:v>
              </c:pt>
              <c:pt idx="46">
                <c:v>0.2018692505988826</c:v>
              </c:pt>
              <c:pt idx="47">
                <c:v>0.2018692505988826</c:v>
              </c:pt>
              <c:pt idx="48">
                <c:v>0.2018692505988826</c:v>
              </c:pt>
              <c:pt idx="49">
                <c:v>0.2018692505988826</c:v>
              </c:pt>
              <c:pt idx="50">
                <c:v>0.2018692505988826</c:v>
              </c:pt>
              <c:pt idx="51">
                <c:v>0.2018692505988826</c:v>
              </c:pt>
              <c:pt idx="52">
                <c:v>0.2018692505988826</c:v>
              </c:pt>
              <c:pt idx="53">
                <c:v>0.2018692505988826</c:v>
              </c:pt>
              <c:pt idx="54">
                <c:v>0.2018692505988826</c:v>
              </c:pt>
              <c:pt idx="55">
                <c:v>0.2018692505988826</c:v>
              </c:pt>
              <c:pt idx="56">
                <c:v>0.2018692505988826</c:v>
              </c:pt>
              <c:pt idx="57">
                <c:v>0.2018692505988826</c:v>
              </c:pt>
              <c:pt idx="58">
                <c:v>0.2018692505988826</c:v>
              </c:pt>
              <c:pt idx="59">
                <c:v>0.2018692505988826</c:v>
              </c:pt>
              <c:pt idx="60">
                <c:v>0.2018692505988826</c:v>
              </c:pt>
              <c:pt idx="61">
                <c:v>0.2018692505988826</c:v>
              </c:pt>
              <c:pt idx="62">
                <c:v>0.2018692505988826</c:v>
              </c:pt>
              <c:pt idx="63">
                <c:v>0.2018692505988826</c:v>
              </c:pt>
              <c:pt idx="64">
                <c:v>0.2018692505988826</c:v>
              </c:pt>
              <c:pt idx="65">
                <c:v>0.2018692505988826</c:v>
              </c:pt>
              <c:pt idx="66">
                <c:v>0.2018692505988826</c:v>
              </c:pt>
              <c:pt idx="67">
                <c:v>0.2018692505988826</c:v>
              </c:pt>
              <c:pt idx="68">
                <c:v>0.2018692505988826</c:v>
              </c:pt>
              <c:pt idx="69">
                <c:v>0.2018692505988826</c:v>
              </c:pt>
              <c:pt idx="70">
                <c:v>0.2018692505988826</c:v>
              </c:pt>
              <c:pt idx="71">
                <c:v>0.2018692505988826</c:v>
              </c:pt>
              <c:pt idx="72">
                <c:v>0.2018692505988826</c:v>
              </c:pt>
              <c:pt idx="73">
                <c:v>0.2018692505988826</c:v>
              </c:pt>
              <c:pt idx="74">
                <c:v>0.2018692505988826</c:v>
              </c:pt>
              <c:pt idx="75">
                <c:v>0.2018692505988826</c:v>
              </c:pt>
              <c:pt idx="76">
                <c:v>0.2018692505988826</c:v>
              </c:pt>
              <c:pt idx="77">
                <c:v>0.2018692505988826</c:v>
              </c:pt>
              <c:pt idx="78">
                <c:v>0.2018692505988826</c:v>
              </c:pt>
              <c:pt idx="79">
                <c:v>0.2018692505988826</c:v>
              </c:pt>
              <c:pt idx="80">
                <c:v>0.2018692505988826</c:v>
              </c:pt>
              <c:pt idx="81">
                <c:v>0.2018692505988826</c:v>
              </c:pt>
              <c:pt idx="82">
                <c:v>0.2018692505988826</c:v>
              </c:pt>
              <c:pt idx="83">
                <c:v>0.2018692505988826</c:v>
              </c:pt>
              <c:pt idx="84">
                <c:v>0.2018692505988826</c:v>
              </c:pt>
              <c:pt idx="85">
                <c:v>0.2018692505988826</c:v>
              </c:pt>
              <c:pt idx="86">
                <c:v>0.2018692505988826</c:v>
              </c:pt>
              <c:pt idx="87">
                <c:v>0.2018692505988826</c:v>
              </c:pt>
              <c:pt idx="88">
                <c:v>0.2018692505988826</c:v>
              </c:pt>
              <c:pt idx="89">
                <c:v>0.2018692505988826</c:v>
              </c:pt>
              <c:pt idx="90">
                <c:v>0.2018692505988826</c:v>
              </c:pt>
              <c:pt idx="91">
                <c:v>0.2018692505988826</c:v>
              </c:pt>
              <c:pt idx="92">
                <c:v>0.2018692505988826</c:v>
              </c:pt>
              <c:pt idx="93">
                <c:v>0.2018692505988826</c:v>
              </c:pt>
              <c:pt idx="94">
                <c:v>0.2018692505988826</c:v>
              </c:pt>
              <c:pt idx="95">
                <c:v>0.2018692505988826</c:v>
              </c:pt>
              <c:pt idx="96">
                <c:v>0.2018692505988826</c:v>
              </c:pt>
              <c:pt idx="97">
                <c:v>0.2018692505988826</c:v>
              </c:pt>
              <c:pt idx="98">
                <c:v>0.2018692505988826</c:v>
              </c:pt>
              <c:pt idx="99">
                <c:v>0.2018692505988826</c:v>
              </c:pt>
              <c:pt idx="100">
                <c:v>0.2018692505988826</c:v>
              </c:pt>
              <c:pt idx="101">
                <c:v>0.2018692505988826</c:v>
              </c:pt>
              <c:pt idx="102">
                <c:v>0.2018692505988826</c:v>
              </c:pt>
              <c:pt idx="103">
                <c:v>0.2018692505988826</c:v>
              </c:pt>
              <c:pt idx="104">
                <c:v>0.2018692505988826</c:v>
              </c:pt>
              <c:pt idx="105">
                <c:v>0.2018692505988826</c:v>
              </c:pt>
              <c:pt idx="106">
                <c:v>0.2018692505988826</c:v>
              </c:pt>
              <c:pt idx="107">
                <c:v>0.2018692505988826</c:v>
              </c:pt>
              <c:pt idx="108">
                <c:v>0.2018692505988826</c:v>
              </c:pt>
              <c:pt idx="109">
                <c:v>0.2018692505988826</c:v>
              </c:pt>
              <c:pt idx="110">
                <c:v>0.2018692505988826</c:v>
              </c:pt>
              <c:pt idx="111">
                <c:v>0.2018692505988826</c:v>
              </c:pt>
              <c:pt idx="112">
                <c:v>0.2018692505988826</c:v>
              </c:pt>
              <c:pt idx="113">
                <c:v>0.2018692505988826</c:v>
              </c:pt>
              <c:pt idx="114">
                <c:v>0.2018692505988826</c:v>
              </c:pt>
              <c:pt idx="115">
                <c:v>0.2018692505988826</c:v>
              </c:pt>
              <c:pt idx="116">
                <c:v>0.2018692505988826</c:v>
              </c:pt>
              <c:pt idx="117">
                <c:v>0.2018692505988826</c:v>
              </c:pt>
              <c:pt idx="118">
                <c:v>0.2018692505988826</c:v>
              </c:pt>
              <c:pt idx="119">
                <c:v>0.2018692505988826</c:v>
              </c:pt>
              <c:pt idx="120">
                <c:v>0.2018692505988826</c:v>
              </c:pt>
              <c:pt idx="121">
                <c:v>0.2018692505988826</c:v>
              </c:pt>
              <c:pt idx="122">
                <c:v>0.2018692505988826</c:v>
              </c:pt>
              <c:pt idx="123">
                <c:v>0.2018692505988826</c:v>
              </c:pt>
              <c:pt idx="124">
                <c:v>0.2018692505988826</c:v>
              </c:pt>
              <c:pt idx="125">
                <c:v>0.2018692505988826</c:v>
              </c:pt>
              <c:pt idx="126">
                <c:v>0.2018692505988826</c:v>
              </c:pt>
              <c:pt idx="127">
                <c:v>0.2018692505988826</c:v>
              </c:pt>
              <c:pt idx="128">
                <c:v>0.2018692505988826</c:v>
              </c:pt>
              <c:pt idx="129">
                <c:v>0.2018692505988826</c:v>
              </c:pt>
              <c:pt idx="130">
                <c:v>0.2018692505988826</c:v>
              </c:pt>
              <c:pt idx="131">
                <c:v>0.2018692505988826</c:v>
              </c:pt>
              <c:pt idx="132">
                <c:v>0.2018692505988826</c:v>
              </c:pt>
              <c:pt idx="133">
                <c:v>0.2018692505988826</c:v>
              </c:pt>
              <c:pt idx="134">
                <c:v>0.2018692505988826</c:v>
              </c:pt>
              <c:pt idx="135">
                <c:v>0.2018692505988826</c:v>
              </c:pt>
              <c:pt idx="136">
                <c:v>0.2018692505988826</c:v>
              </c:pt>
              <c:pt idx="137">
                <c:v>0.2018692505988826</c:v>
              </c:pt>
              <c:pt idx="138">
                <c:v>0.2018692505988826</c:v>
              </c:pt>
              <c:pt idx="139">
                <c:v>0.2018692505988826</c:v>
              </c:pt>
              <c:pt idx="140">
                <c:v>0.2018692505988826</c:v>
              </c:pt>
              <c:pt idx="141">
                <c:v>0.2018692505988826</c:v>
              </c:pt>
              <c:pt idx="142">
                <c:v>0.2018692505988826</c:v>
              </c:pt>
              <c:pt idx="143">
                <c:v>0.2018692505988826</c:v>
              </c:pt>
              <c:pt idx="144">
                <c:v>0.2018692505988826</c:v>
              </c:pt>
              <c:pt idx="145">
                <c:v>0.2018692505988826</c:v>
              </c:pt>
              <c:pt idx="146">
                <c:v>0.2018692505988826</c:v>
              </c:pt>
              <c:pt idx="147">
                <c:v>0.2018692505988826</c:v>
              </c:pt>
              <c:pt idx="148">
                <c:v>0.2018692505988826</c:v>
              </c:pt>
              <c:pt idx="149">
                <c:v>0.2018692505988826</c:v>
              </c:pt>
              <c:pt idx="150">
                <c:v>0.2018692505988826</c:v>
              </c:pt>
              <c:pt idx="151">
                <c:v>0.2018692505988826</c:v>
              </c:pt>
              <c:pt idx="152">
                <c:v>0.2018692505988826</c:v>
              </c:pt>
              <c:pt idx="153">
                <c:v>0.2018692505988826</c:v>
              </c:pt>
              <c:pt idx="154">
                <c:v>0.2018692505988826</c:v>
              </c:pt>
              <c:pt idx="155">
                <c:v>0.2018692505988826</c:v>
              </c:pt>
              <c:pt idx="156">
                <c:v>0.2018692505988826</c:v>
              </c:pt>
              <c:pt idx="157">
                <c:v>0.2018692505988826</c:v>
              </c:pt>
              <c:pt idx="158">
                <c:v>0.2018692505988826</c:v>
              </c:pt>
              <c:pt idx="159">
                <c:v>0.2018692505988826</c:v>
              </c:pt>
              <c:pt idx="160">
                <c:v>0.2018692505988826</c:v>
              </c:pt>
              <c:pt idx="161">
                <c:v>0.2018692505988826</c:v>
              </c:pt>
              <c:pt idx="162">
                <c:v>0.2018692505988826</c:v>
              </c:pt>
              <c:pt idx="163">
                <c:v>0.2018692505988826</c:v>
              </c:pt>
              <c:pt idx="164">
                <c:v>0.2018692505988826</c:v>
              </c:pt>
              <c:pt idx="165">
                <c:v>0.2018692505988826</c:v>
              </c:pt>
              <c:pt idx="166">
                <c:v>0.2018692505988826</c:v>
              </c:pt>
              <c:pt idx="167">
                <c:v>0.2018692505988826</c:v>
              </c:pt>
              <c:pt idx="168">
                <c:v>0.2018692505988826</c:v>
              </c:pt>
              <c:pt idx="169">
                <c:v>0.2018692505988826</c:v>
              </c:pt>
              <c:pt idx="170">
                <c:v>0.2018692505988826</c:v>
              </c:pt>
              <c:pt idx="171">
                <c:v>0.2018692505988826</c:v>
              </c:pt>
              <c:pt idx="172">
                <c:v>0.2018692505988826</c:v>
              </c:pt>
              <c:pt idx="173">
                <c:v>0.2018692505988826</c:v>
              </c:pt>
              <c:pt idx="174">
                <c:v>0.2018692505988826</c:v>
              </c:pt>
              <c:pt idx="175">
                <c:v>0.2018692505988826</c:v>
              </c:pt>
              <c:pt idx="176">
                <c:v>0.2018692505988826</c:v>
              </c:pt>
              <c:pt idx="177">
                <c:v>0.2018692505988826</c:v>
              </c:pt>
              <c:pt idx="178">
                <c:v>0.2018692505988826</c:v>
              </c:pt>
              <c:pt idx="179">
                <c:v>0.2018692505988826</c:v>
              </c:pt>
              <c:pt idx="180">
                <c:v>0.2018692505988826</c:v>
              </c:pt>
              <c:pt idx="181">
                <c:v>0.2018692505988826</c:v>
              </c:pt>
              <c:pt idx="182">
                <c:v>0.2018692505988826</c:v>
              </c:pt>
              <c:pt idx="183">
                <c:v>0.2018692505988826</c:v>
              </c:pt>
              <c:pt idx="184">
                <c:v>0.2018692505988826</c:v>
              </c:pt>
              <c:pt idx="185">
                <c:v>0.2018692505988826</c:v>
              </c:pt>
              <c:pt idx="186">
                <c:v>0.2018692505988826</c:v>
              </c:pt>
              <c:pt idx="187">
                <c:v>0.2018692505988826</c:v>
              </c:pt>
              <c:pt idx="188">
                <c:v>0.2018692505988826</c:v>
              </c:pt>
              <c:pt idx="189">
                <c:v>0.2018692505988826</c:v>
              </c:pt>
              <c:pt idx="190">
                <c:v>0.2018692505988826</c:v>
              </c:pt>
              <c:pt idx="191">
                <c:v>0.2018692505988826</c:v>
              </c:pt>
              <c:pt idx="192">
                <c:v>0.2018692505988826</c:v>
              </c:pt>
              <c:pt idx="193">
                <c:v>0.2018692505988826</c:v>
              </c:pt>
              <c:pt idx="194">
                <c:v>0.2018692505988826</c:v>
              </c:pt>
              <c:pt idx="195">
                <c:v>0.2018692505988826</c:v>
              </c:pt>
              <c:pt idx="196">
                <c:v>0.2018692505988826</c:v>
              </c:pt>
              <c:pt idx="197">
                <c:v>0.2018692505988826</c:v>
              </c:pt>
              <c:pt idx="198">
                <c:v>0.2018692505988826</c:v>
              </c:pt>
              <c:pt idx="199">
                <c:v>0.2018692505988826</c:v>
              </c:pt>
              <c:pt idx="200">
                <c:v>0.2018692505988826</c:v>
              </c:pt>
              <c:pt idx="201">
                <c:v>0.2018692505988826</c:v>
              </c:pt>
              <c:pt idx="202">
                <c:v>0.2018692505988826</c:v>
              </c:pt>
              <c:pt idx="203">
                <c:v>0.2018692505988826</c:v>
              </c:pt>
              <c:pt idx="204">
                <c:v>0.2018692505988826</c:v>
              </c:pt>
              <c:pt idx="205">
                <c:v>0.2018692505988826</c:v>
              </c:pt>
              <c:pt idx="206">
                <c:v>0.2018692505988826</c:v>
              </c:pt>
              <c:pt idx="207">
                <c:v>0.2018692505988826</c:v>
              </c:pt>
              <c:pt idx="208">
                <c:v>0.2018692505988826</c:v>
              </c:pt>
              <c:pt idx="209">
                <c:v>0.2018692505988826</c:v>
              </c:pt>
              <c:pt idx="210">
                <c:v>0.2018692505988826</c:v>
              </c:pt>
              <c:pt idx="211">
                <c:v>0.2018692505988826</c:v>
              </c:pt>
              <c:pt idx="212">
                <c:v>0.2018692505988826</c:v>
              </c:pt>
              <c:pt idx="213">
                <c:v>0.2018692505988826</c:v>
              </c:pt>
              <c:pt idx="214">
                <c:v>0.2018692505988826</c:v>
              </c:pt>
              <c:pt idx="215">
                <c:v>0.2018692505988826</c:v>
              </c:pt>
              <c:pt idx="216">
                <c:v>0.2018692505988826</c:v>
              </c:pt>
              <c:pt idx="217">
                <c:v>0.2018692505988826</c:v>
              </c:pt>
              <c:pt idx="218">
                <c:v>0.2018692505988826</c:v>
              </c:pt>
              <c:pt idx="219">
                <c:v>0.2018692505988826</c:v>
              </c:pt>
              <c:pt idx="220">
                <c:v>0.2018692505988826</c:v>
              </c:pt>
              <c:pt idx="221">
                <c:v>0.2018692505988826</c:v>
              </c:pt>
              <c:pt idx="222">
                <c:v>0.2018692505988826</c:v>
              </c:pt>
              <c:pt idx="223">
                <c:v>0.2018692505988826</c:v>
              </c:pt>
              <c:pt idx="224">
                <c:v>0.2018692505988826</c:v>
              </c:pt>
              <c:pt idx="225">
                <c:v>0.2018692505988826</c:v>
              </c:pt>
              <c:pt idx="226">
                <c:v>0.2018692505988826</c:v>
              </c:pt>
              <c:pt idx="227">
                <c:v>0.2018692505988826</c:v>
              </c:pt>
              <c:pt idx="228">
                <c:v>0.2018692505988826</c:v>
              </c:pt>
              <c:pt idx="229">
                <c:v>0.2018692505988826</c:v>
              </c:pt>
              <c:pt idx="230">
                <c:v>0.2018692505988826</c:v>
              </c:pt>
              <c:pt idx="231">
                <c:v>0.2018692505988826</c:v>
              </c:pt>
              <c:pt idx="232">
                <c:v>0.2018692505988826</c:v>
              </c:pt>
              <c:pt idx="233">
                <c:v>0.2018692505988826</c:v>
              </c:pt>
              <c:pt idx="234">
                <c:v>0.2018692505988826</c:v>
              </c:pt>
              <c:pt idx="235">
                <c:v>0.2018692505988826</c:v>
              </c:pt>
              <c:pt idx="236">
                <c:v>0.2018692505988826</c:v>
              </c:pt>
              <c:pt idx="237">
                <c:v>0.2018692505988826</c:v>
              </c:pt>
              <c:pt idx="238">
                <c:v>0.2018692505988826</c:v>
              </c:pt>
              <c:pt idx="239">
                <c:v>0.2018692505988826</c:v>
              </c:pt>
              <c:pt idx="240">
                <c:v>0.2018692505988826</c:v>
              </c:pt>
              <c:pt idx="241">
                <c:v>0.2018692505988826</c:v>
              </c:pt>
              <c:pt idx="242">
                <c:v>0.2018692505988826</c:v>
              </c:pt>
              <c:pt idx="243">
                <c:v>0.2018692505988826</c:v>
              </c:pt>
              <c:pt idx="244">
                <c:v>0.2018692505988826</c:v>
              </c:pt>
              <c:pt idx="245">
                <c:v>0.2018692505988826</c:v>
              </c:pt>
              <c:pt idx="246">
                <c:v>0.2018692505988826</c:v>
              </c:pt>
              <c:pt idx="247">
                <c:v>0.2018692505988826</c:v>
              </c:pt>
              <c:pt idx="248">
                <c:v>0.2018692505988826</c:v>
              </c:pt>
              <c:pt idx="249">
                <c:v>0.2018692505988826</c:v>
              </c:pt>
              <c:pt idx="250">
                <c:v>0.2018692505988826</c:v>
              </c:pt>
              <c:pt idx="251">
                <c:v>0.2018692505988826</c:v>
              </c:pt>
              <c:pt idx="252">
                <c:v>0.2018692505988826</c:v>
              </c:pt>
              <c:pt idx="253">
                <c:v>0.2018692505988826</c:v>
              </c:pt>
              <c:pt idx="254">
                <c:v>0.2018692505988826</c:v>
              </c:pt>
              <c:pt idx="255">
                <c:v>0.2018692505988826</c:v>
              </c:pt>
              <c:pt idx="256">
                <c:v>0.2018692505988826</c:v>
              </c:pt>
              <c:pt idx="257">
                <c:v>0.2018692505988826</c:v>
              </c:pt>
              <c:pt idx="258">
                <c:v>0.2018692505988826</c:v>
              </c:pt>
              <c:pt idx="259">
                <c:v>0.2018692505988826</c:v>
              </c:pt>
              <c:pt idx="260">
                <c:v>0.2018692505988826</c:v>
              </c:pt>
              <c:pt idx="261">
                <c:v>0.2018692505988826</c:v>
              </c:pt>
              <c:pt idx="262">
                <c:v>0.2018692505988826</c:v>
              </c:pt>
              <c:pt idx="263">
                <c:v>0.2018692505988826</c:v>
              </c:pt>
              <c:pt idx="264">
                <c:v>0.2018692505988826</c:v>
              </c:pt>
              <c:pt idx="265">
                <c:v>0.2018692505988826</c:v>
              </c:pt>
              <c:pt idx="266">
                <c:v>0.2018692505988826</c:v>
              </c:pt>
              <c:pt idx="267">
                <c:v>0.2018692505988826</c:v>
              </c:pt>
              <c:pt idx="268">
                <c:v>0.2018692505988826</c:v>
              </c:pt>
              <c:pt idx="269">
                <c:v>0.2018692505988826</c:v>
              </c:pt>
              <c:pt idx="270">
                <c:v>0.2018692505988826</c:v>
              </c:pt>
              <c:pt idx="271">
                <c:v>0.2018692505988826</c:v>
              </c:pt>
              <c:pt idx="272">
                <c:v>0.2018692505988826</c:v>
              </c:pt>
              <c:pt idx="273">
                <c:v>0.2018692505988826</c:v>
              </c:pt>
              <c:pt idx="274">
                <c:v>0.2018692505988826</c:v>
              </c:pt>
              <c:pt idx="275">
                <c:v>0.2018692505988826</c:v>
              </c:pt>
              <c:pt idx="276">
                <c:v>0.2018692505988826</c:v>
              </c:pt>
              <c:pt idx="277">
                <c:v>0.2018692505988826</c:v>
              </c:pt>
              <c:pt idx="278">
                <c:v>0.2018692505988826</c:v>
              </c:pt>
              <c:pt idx="279">
                <c:v>0.2018692505988826</c:v>
              </c:pt>
              <c:pt idx="280">
                <c:v>0.2018692505988826</c:v>
              </c:pt>
              <c:pt idx="281">
                <c:v>0.2018692505988826</c:v>
              </c:pt>
              <c:pt idx="282">
                <c:v>0.2018692505988826</c:v>
              </c:pt>
              <c:pt idx="283">
                <c:v>0.2018692505988826</c:v>
              </c:pt>
              <c:pt idx="284">
                <c:v>0.2018692505988826</c:v>
              </c:pt>
              <c:pt idx="285">
                <c:v>0.2018692505988826</c:v>
              </c:pt>
              <c:pt idx="286">
                <c:v>0.2018692505988826</c:v>
              </c:pt>
              <c:pt idx="287">
                <c:v>0.2018692505988826</c:v>
              </c:pt>
              <c:pt idx="288">
                <c:v>0.2018692505988826</c:v>
              </c:pt>
              <c:pt idx="289">
                <c:v>0.2018692505988826</c:v>
              </c:pt>
              <c:pt idx="290">
                <c:v>0.2018692505988826</c:v>
              </c:pt>
              <c:pt idx="291">
                <c:v>0.2018692505988826</c:v>
              </c:pt>
              <c:pt idx="292">
                <c:v>0.2018692505988826</c:v>
              </c:pt>
              <c:pt idx="293">
                <c:v>0.2018692505988826</c:v>
              </c:pt>
              <c:pt idx="294">
                <c:v>0.2018692505988826</c:v>
              </c:pt>
              <c:pt idx="295">
                <c:v>0.2018692505988826</c:v>
              </c:pt>
              <c:pt idx="296">
                <c:v>0.2018692505988826</c:v>
              </c:pt>
              <c:pt idx="297">
                <c:v>0.2018692505988826</c:v>
              </c:pt>
              <c:pt idx="298">
                <c:v>0.2018692505988826</c:v>
              </c:pt>
              <c:pt idx="299">
                <c:v>0.2018692505988826</c:v>
              </c:pt>
              <c:pt idx="300">
                <c:v>0.2018692505988826</c:v>
              </c:pt>
              <c:pt idx="301">
                <c:v>0.2018692505988826</c:v>
              </c:pt>
              <c:pt idx="302">
                <c:v>0.2018692505988826</c:v>
              </c:pt>
              <c:pt idx="303">
                <c:v>0.2018692505988826</c:v>
              </c:pt>
              <c:pt idx="304">
                <c:v>0.2018692505988826</c:v>
              </c:pt>
              <c:pt idx="305">
                <c:v>0.2018692505988826</c:v>
              </c:pt>
              <c:pt idx="306">
                <c:v>0.2018692505988826</c:v>
              </c:pt>
              <c:pt idx="307">
                <c:v>0.2018692505988826</c:v>
              </c:pt>
              <c:pt idx="308">
                <c:v>0.2018692505988826</c:v>
              </c:pt>
              <c:pt idx="309">
                <c:v>0.2018692505988826</c:v>
              </c:pt>
              <c:pt idx="310">
                <c:v>0.2018692505988826</c:v>
              </c:pt>
              <c:pt idx="311">
                <c:v>0.2018692505988826</c:v>
              </c:pt>
              <c:pt idx="312">
                <c:v>0.2018692505988826</c:v>
              </c:pt>
              <c:pt idx="313">
                <c:v>0.2018692505988826</c:v>
              </c:pt>
              <c:pt idx="314">
                <c:v>0.2018692505988826</c:v>
              </c:pt>
              <c:pt idx="315">
                <c:v>0.2018692505988826</c:v>
              </c:pt>
              <c:pt idx="316">
                <c:v>0.2018692505988826</c:v>
              </c:pt>
              <c:pt idx="317">
                <c:v>0.2018692505988826</c:v>
              </c:pt>
              <c:pt idx="318">
                <c:v>0.2018692505988826</c:v>
              </c:pt>
              <c:pt idx="319">
                <c:v>0.2018692505988826</c:v>
              </c:pt>
              <c:pt idx="320">
                <c:v>0.2018692505988826</c:v>
              </c:pt>
              <c:pt idx="321">
                <c:v>0.2018692505988826</c:v>
              </c:pt>
              <c:pt idx="322">
                <c:v>0.2018692505988826</c:v>
              </c:pt>
              <c:pt idx="323">
                <c:v>0.2018692505988826</c:v>
              </c:pt>
              <c:pt idx="324">
                <c:v>0.2018692505988826</c:v>
              </c:pt>
              <c:pt idx="325">
                <c:v>0.2018692505988826</c:v>
              </c:pt>
              <c:pt idx="326">
                <c:v>0.2018692505988826</c:v>
              </c:pt>
              <c:pt idx="327">
                <c:v>0.2018692505988826</c:v>
              </c:pt>
              <c:pt idx="328">
                <c:v>0.2018692505988826</c:v>
              </c:pt>
              <c:pt idx="329">
                <c:v>0.2018692505988826</c:v>
              </c:pt>
              <c:pt idx="330">
                <c:v>0.2018692505988826</c:v>
              </c:pt>
              <c:pt idx="331">
                <c:v>0.2018692505988826</c:v>
              </c:pt>
              <c:pt idx="332">
                <c:v>0.2018692505988826</c:v>
              </c:pt>
              <c:pt idx="333">
                <c:v>0.2018692505988826</c:v>
              </c:pt>
              <c:pt idx="334">
                <c:v>0.2018692505988826</c:v>
              </c:pt>
              <c:pt idx="335">
                <c:v>0.2018692505988826</c:v>
              </c:pt>
              <c:pt idx="336">
                <c:v>0.2018692505988826</c:v>
              </c:pt>
              <c:pt idx="337">
                <c:v>0.2018692505988826</c:v>
              </c:pt>
              <c:pt idx="338">
                <c:v>0.2018692505988826</c:v>
              </c:pt>
              <c:pt idx="339">
                <c:v>0.2018692505988826</c:v>
              </c:pt>
              <c:pt idx="340">
                <c:v>0.2018692505988826</c:v>
              </c:pt>
              <c:pt idx="341">
                <c:v>0.2018692505988826</c:v>
              </c:pt>
              <c:pt idx="342">
                <c:v>0.2018692505988826</c:v>
              </c:pt>
              <c:pt idx="343">
                <c:v>0.2018692505988826</c:v>
              </c:pt>
              <c:pt idx="344">
                <c:v>0.2018692505988826</c:v>
              </c:pt>
              <c:pt idx="345">
                <c:v>0.2018692505988826</c:v>
              </c:pt>
              <c:pt idx="346">
                <c:v>0.2018692505988826</c:v>
              </c:pt>
              <c:pt idx="347">
                <c:v>0.2018692505988826</c:v>
              </c:pt>
              <c:pt idx="348">
                <c:v>0.2018692505988826</c:v>
              </c:pt>
              <c:pt idx="349">
                <c:v>0.2018692505988826</c:v>
              </c:pt>
              <c:pt idx="350">
                <c:v>0.2018692505988826</c:v>
              </c:pt>
              <c:pt idx="351">
                <c:v>0.2018692505988826</c:v>
              </c:pt>
              <c:pt idx="352">
                <c:v>0.2018692505988826</c:v>
              </c:pt>
              <c:pt idx="353">
                <c:v>0.2018692505988826</c:v>
              </c:pt>
              <c:pt idx="354">
                <c:v>0.2018692505988826</c:v>
              </c:pt>
              <c:pt idx="355">
                <c:v>0.2018692505988826</c:v>
              </c:pt>
              <c:pt idx="356">
                <c:v>0.2018692505988826</c:v>
              </c:pt>
              <c:pt idx="357">
                <c:v>0.2018692505988826</c:v>
              </c:pt>
              <c:pt idx="358">
                <c:v>0.2018692505988826</c:v>
              </c:pt>
              <c:pt idx="359">
                <c:v>0.2018692505988826</c:v>
              </c:pt>
              <c:pt idx="360">
                <c:v>0.2018692505988826</c:v>
              </c:pt>
              <c:pt idx="361">
                <c:v>0.2018692505988826</c:v>
              </c:pt>
              <c:pt idx="362">
                <c:v>0.2018692505988826</c:v>
              </c:pt>
              <c:pt idx="363">
                <c:v>0.2018692505988826</c:v>
              </c:pt>
              <c:pt idx="364">
                <c:v>0.2018692505988826</c:v>
              </c:pt>
              <c:pt idx="365">
                <c:v>0.2018692505988826</c:v>
              </c:pt>
              <c:pt idx="366">
                <c:v>0.2018692505988826</c:v>
              </c:pt>
              <c:pt idx="367">
                <c:v>0.2018692505988826</c:v>
              </c:pt>
              <c:pt idx="368">
                <c:v>0.2018692505988826</c:v>
              </c:pt>
              <c:pt idx="369">
                <c:v>0.2018692505988826</c:v>
              </c:pt>
              <c:pt idx="370">
                <c:v>0.2018692505988826</c:v>
              </c:pt>
              <c:pt idx="371">
                <c:v>0.2018692505988826</c:v>
              </c:pt>
              <c:pt idx="372">
                <c:v>0.2018692505988826</c:v>
              </c:pt>
              <c:pt idx="373">
                <c:v>0.2018692505988826</c:v>
              </c:pt>
              <c:pt idx="374">
                <c:v>0.2018692505988826</c:v>
              </c:pt>
              <c:pt idx="375">
                <c:v>0.2018692505988826</c:v>
              </c:pt>
              <c:pt idx="376">
                <c:v>0.2018692505988826</c:v>
              </c:pt>
              <c:pt idx="377">
                <c:v>0.2018692505988826</c:v>
              </c:pt>
              <c:pt idx="378">
                <c:v>0.2018692505988826</c:v>
              </c:pt>
              <c:pt idx="379">
                <c:v>0.2018692505988826</c:v>
              </c:pt>
              <c:pt idx="380">
                <c:v>0.2018692505988826</c:v>
              </c:pt>
              <c:pt idx="381">
                <c:v>0.2018692505988826</c:v>
              </c:pt>
              <c:pt idx="382">
                <c:v>0.2018692505988826</c:v>
              </c:pt>
              <c:pt idx="383">
                <c:v>0.2018692505988826</c:v>
              </c:pt>
              <c:pt idx="384">
                <c:v>0.2018692505988826</c:v>
              </c:pt>
              <c:pt idx="385">
                <c:v>0.2018692505988826</c:v>
              </c:pt>
              <c:pt idx="386">
                <c:v>0.2018692505988826</c:v>
              </c:pt>
              <c:pt idx="387">
                <c:v>0.2018692505988826</c:v>
              </c:pt>
              <c:pt idx="388">
                <c:v>0.2018692505988826</c:v>
              </c:pt>
              <c:pt idx="389">
                <c:v>0.2018692505988826</c:v>
              </c:pt>
              <c:pt idx="390">
                <c:v>0.2018692505988826</c:v>
              </c:pt>
              <c:pt idx="391">
                <c:v>0.2018692505988826</c:v>
              </c:pt>
              <c:pt idx="392">
                <c:v>0.2018692505988826</c:v>
              </c:pt>
              <c:pt idx="393">
                <c:v>0.2018692505988826</c:v>
              </c:pt>
              <c:pt idx="394">
                <c:v>0.2018692505988826</c:v>
              </c:pt>
              <c:pt idx="395">
                <c:v>0.2018692505988826</c:v>
              </c:pt>
              <c:pt idx="396">
                <c:v>0.2018692505988826</c:v>
              </c:pt>
              <c:pt idx="397">
                <c:v>0.2018692505988826</c:v>
              </c:pt>
              <c:pt idx="398">
                <c:v>0.2018692505988826</c:v>
              </c:pt>
              <c:pt idx="399">
                <c:v>0.2018692505988826</c:v>
              </c:pt>
              <c:pt idx="400">
                <c:v>0.2018692505988826</c:v>
              </c:pt>
              <c:pt idx="401">
                <c:v>0.2018692505988826</c:v>
              </c:pt>
              <c:pt idx="402">
                <c:v>0.2018692505988826</c:v>
              </c:pt>
              <c:pt idx="403">
                <c:v>0.2018692505988826</c:v>
              </c:pt>
              <c:pt idx="404">
                <c:v>0.2018692505988826</c:v>
              </c:pt>
              <c:pt idx="405">
                <c:v>0.2018692505988826</c:v>
              </c:pt>
              <c:pt idx="406">
                <c:v>0.2018692505988826</c:v>
              </c:pt>
              <c:pt idx="407">
                <c:v>0.2018692505988826</c:v>
              </c:pt>
              <c:pt idx="408">
                <c:v>0.2018692505988826</c:v>
              </c:pt>
              <c:pt idx="409">
                <c:v>0.2018692505988826</c:v>
              </c:pt>
              <c:pt idx="410">
                <c:v>0.2018692505988826</c:v>
              </c:pt>
              <c:pt idx="411">
                <c:v>0.2018692505988826</c:v>
              </c:pt>
              <c:pt idx="412">
                <c:v>0.2018692505988826</c:v>
              </c:pt>
              <c:pt idx="413">
                <c:v>0.2018692505988826</c:v>
              </c:pt>
              <c:pt idx="414">
                <c:v>0.2018692505988826</c:v>
              </c:pt>
              <c:pt idx="415">
                <c:v>0.2018692505988826</c:v>
              </c:pt>
              <c:pt idx="416">
                <c:v>0.2018692505988826</c:v>
              </c:pt>
              <c:pt idx="417">
                <c:v>0.2018692505988826</c:v>
              </c:pt>
              <c:pt idx="418">
                <c:v>0.2018692505988826</c:v>
              </c:pt>
              <c:pt idx="419">
                <c:v>0.2018692505988826</c:v>
              </c:pt>
              <c:pt idx="420">
                <c:v>0.2018692505988826</c:v>
              </c:pt>
              <c:pt idx="421">
                <c:v>0.2018692505988826</c:v>
              </c:pt>
              <c:pt idx="422">
                <c:v>0.2018692505988826</c:v>
              </c:pt>
              <c:pt idx="423">
                <c:v>0.2018692505988826</c:v>
              </c:pt>
              <c:pt idx="424">
                <c:v>0.2018692505988826</c:v>
              </c:pt>
              <c:pt idx="425">
                <c:v>0.2018692505988826</c:v>
              </c:pt>
              <c:pt idx="426">
                <c:v>0.2018692505988826</c:v>
              </c:pt>
              <c:pt idx="427">
                <c:v>0.2018692505988826</c:v>
              </c:pt>
              <c:pt idx="428">
                <c:v>0.2018692505988826</c:v>
              </c:pt>
              <c:pt idx="429">
                <c:v>0.2018692505988826</c:v>
              </c:pt>
              <c:pt idx="430">
                <c:v>0.2018692505988826</c:v>
              </c:pt>
              <c:pt idx="431">
                <c:v>0.2018692505988826</c:v>
              </c:pt>
              <c:pt idx="432">
                <c:v>0.2018692505988826</c:v>
              </c:pt>
              <c:pt idx="433">
                <c:v>0.2018692505988826</c:v>
              </c:pt>
              <c:pt idx="434">
                <c:v>0.2018692505988826</c:v>
              </c:pt>
              <c:pt idx="435">
                <c:v>0.2018692505988826</c:v>
              </c:pt>
              <c:pt idx="436">
                <c:v>0.2018692505988826</c:v>
              </c:pt>
              <c:pt idx="437">
                <c:v>0.2018692505988826</c:v>
              </c:pt>
              <c:pt idx="438">
                <c:v>0.2018692505988826</c:v>
              </c:pt>
              <c:pt idx="439">
                <c:v>0.2018692505988826</c:v>
              </c:pt>
              <c:pt idx="440">
                <c:v>0.2018692505988826</c:v>
              </c:pt>
              <c:pt idx="441">
                <c:v>0.2018692505988826</c:v>
              </c:pt>
              <c:pt idx="442">
                <c:v>0.2018692505988826</c:v>
              </c:pt>
              <c:pt idx="443">
                <c:v>0.2018692505988826</c:v>
              </c:pt>
              <c:pt idx="444">
                <c:v>0.2018692505988826</c:v>
              </c:pt>
              <c:pt idx="445">
                <c:v>0.2018692505988826</c:v>
              </c:pt>
              <c:pt idx="446">
                <c:v>0.2018692505988826</c:v>
              </c:pt>
              <c:pt idx="447">
                <c:v>0.2018692505988826</c:v>
              </c:pt>
              <c:pt idx="448">
                <c:v>0.2018692505988826</c:v>
              </c:pt>
              <c:pt idx="449">
                <c:v>0.2018692505988826</c:v>
              </c:pt>
            </c:numLit>
          </c:yVal>
          <c:smooth val="0"/>
        </c:ser>
        <c:ser>
          <c:idx val="10"/>
          <c:order val="10"/>
          <c:tx>
            <c:v>Implemented LCA filling</c:v>
          </c:tx>
          <c:spPr>
            <a:noFill xmlns:a="http://schemas.openxmlformats.org/drawingml/2006/main"/>
            <a:ln xmlns:a="http://schemas.openxmlformats.org/drawingml/2006/main" w="0">
              <a:noFill/>
              <a:prstDash val="solid"/>
            </a:ln>
          </c:spPr>
          <c:marker>
            <c:symbol val="circle"/>
            <c:size val="7"/>
            <c:spPr>
              <a:solidFill xmlns:a="http://schemas.openxmlformats.org/drawingml/2006/main">
                <a:srgbClr val="FFFFFF"/>
              </a:solidFill>
            </c:spPr>
          </c:marker>
          <c:xVal>
            <c:numLit>
              <c:formatCode>General</c:formatCode>
              <c:ptCount val="450"/>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c:v>
              </c:pt>
              <c:pt idx="147">
                <c:v>0</c:v>
              </c:pt>
              <c:pt idx="148">
                <c:v>0</c:v>
              </c:pt>
              <c:pt idx="149">
                <c:v>0</c:v>
              </c:pt>
              <c:pt idx="150">
                <c:v>0</c:v>
              </c:pt>
              <c:pt idx="151">
                <c:v>0</c:v>
              </c:pt>
              <c:pt idx="152">
                <c:v>0</c:v>
              </c:pt>
              <c:pt idx="153">
                <c:v>0</c:v>
              </c:pt>
              <c:pt idx="154">
                <c:v>0</c:v>
              </c:pt>
              <c:pt idx="155">
                <c:v>0</c:v>
              </c:pt>
              <c:pt idx="156">
                <c:v>0</c:v>
              </c:pt>
              <c:pt idx="157">
                <c:v>0</c:v>
              </c:pt>
              <c:pt idx="158">
                <c:v>0</c:v>
              </c:pt>
              <c:pt idx="159">
                <c:v>0</c:v>
              </c:pt>
              <c:pt idx="160">
                <c:v>0</c:v>
              </c:pt>
              <c:pt idx="161">
                <c:v>0</c:v>
              </c:pt>
              <c:pt idx="162">
                <c:v>0</c:v>
              </c:pt>
              <c:pt idx="163">
                <c:v>0</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numLit>
          </c:xVal>
          <c:yVal>
            <c:numLit>
              <c:formatCode>0.0</c:formatCode>
              <c:ptCount val="450"/>
              <c:pt idx="0">
                <c:v>4.336819044442811</c:v>
              </c:pt>
              <c:pt idx="1">
                <c:v>4.336819044442811</c:v>
              </c:pt>
              <c:pt idx="2">
                <c:v>4.336819044442811</c:v>
              </c:pt>
              <c:pt idx="3">
                <c:v>4.336819044442811</c:v>
              </c:pt>
              <c:pt idx="4">
                <c:v>4.336819044442811</c:v>
              </c:pt>
              <c:pt idx="5">
                <c:v>4.336819044442811</c:v>
              </c:pt>
              <c:pt idx="6">
                <c:v>4.336819044442811</c:v>
              </c:pt>
              <c:pt idx="7">
                <c:v>4.336819044442811</c:v>
              </c:pt>
              <c:pt idx="8">
                <c:v>4.336819044442811</c:v>
              </c:pt>
              <c:pt idx="9">
                <c:v>4.336819044442811</c:v>
              </c:pt>
              <c:pt idx="10">
                <c:v>4.336819044442811</c:v>
              </c:pt>
              <c:pt idx="11">
                <c:v>4.336819044442811</c:v>
              </c:pt>
              <c:pt idx="12">
                <c:v>4.336819044442811</c:v>
              </c:pt>
              <c:pt idx="13">
                <c:v>4.336819044442811</c:v>
              </c:pt>
              <c:pt idx="14">
                <c:v>4.336819044442811</c:v>
              </c:pt>
              <c:pt idx="15">
                <c:v>4.336819044442811</c:v>
              </c:pt>
              <c:pt idx="16">
                <c:v>4.336819044442811</c:v>
              </c:pt>
              <c:pt idx="17">
                <c:v>4.336819044442811</c:v>
              </c:pt>
              <c:pt idx="18">
                <c:v>4.336819044442811</c:v>
              </c:pt>
              <c:pt idx="19">
                <c:v>4.336819044442811</c:v>
              </c:pt>
              <c:pt idx="20">
                <c:v>4.336819044442811</c:v>
              </c:pt>
              <c:pt idx="21">
                <c:v>4.336819044442811</c:v>
              </c:pt>
              <c:pt idx="22">
                <c:v>4.336819044442811</c:v>
              </c:pt>
              <c:pt idx="23">
                <c:v>4.336819044442811</c:v>
              </c:pt>
              <c:pt idx="24">
                <c:v>4.336819044442811</c:v>
              </c:pt>
              <c:pt idx="25">
                <c:v>4.336819044442811</c:v>
              </c:pt>
              <c:pt idx="26">
                <c:v>4.336819044442811</c:v>
              </c:pt>
              <c:pt idx="27">
                <c:v>4.336819044442811</c:v>
              </c:pt>
              <c:pt idx="28">
                <c:v>4.336819044442811</c:v>
              </c:pt>
              <c:pt idx="29">
                <c:v>4.336819044442811</c:v>
              </c:pt>
              <c:pt idx="30">
                <c:v>4.336819044442811</c:v>
              </c:pt>
              <c:pt idx="31">
                <c:v>4.336819044442811</c:v>
              </c:pt>
              <c:pt idx="32">
                <c:v>4.336819044442811</c:v>
              </c:pt>
              <c:pt idx="33">
                <c:v>4.336819044442811</c:v>
              </c:pt>
              <c:pt idx="34">
                <c:v>4.336819044442811</c:v>
              </c:pt>
              <c:pt idx="35">
                <c:v>4.336819044442811</c:v>
              </c:pt>
              <c:pt idx="36">
                <c:v>4.336819044442811</c:v>
              </c:pt>
              <c:pt idx="37">
                <c:v>4.336819044442811</c:v>
              </c:pt>
              <c:pt idx="38">
                <c:v>4.336819044442811</c:v>
              </c:pt>
              <c:pt idx="39">
                <c:v>4.336819044442811</c:v>
              </c:pt>
              <c:pt idx="40">
                <c:v>4.336819044442811</c:v>
              </c:pt>
              <c:pt idx="41">
                <c:v>4.336819044442811</c:v>
              </c:pt>
              <c:pt idx="42">
                <c:v>4.336819044442811</c:v>
              </c:pt>
              <c:pt idx="43">
                <c:v>4.336819044442811</c:v>
              </c:pt>
              <c:pt idx="44">
                <c:v>4.336819044442811</c:v>
              </c:pt>
              <c:pt idx="45">
                <c:v>4.336819044442811</c:v>
              </c:pt>
              <c:pt idx="46">
                <c:v>4.336819044442811</c:v>
              </c:pt>
              <c:pt idx="47">
                <c:v>4.336819044442811</c:v>
              </c:pt>
              <c:pt idx="48">
                <c:v>4.336819044442811</c:v>
              </c:pt>
              <c:pt idx="49">
                <c:v>4.336819044442811</c:v>
              </c:pt>
              <c:pt idx="50">
                <c:v>4.336819044442811</c:v>
              </c:pt>
              <c:pt idx="51">
                <c:v>4.336819044442811</c:v>
              </c:pt>
              <c:pt idx="52">
                <c:v>4.336819044442811</c:v>
              </c:pt>
              <c:pt idx="53">
                <c:v>4.336819044442811</c:v>
              </c:pt>
              <c:pt idx="54">
                <c:v>4.336819044442811</c:v>
              </c:pt>
              <c:pt idx="55">
                <c:v>4.336819044442811</c:v>
              </c:pt>
              <c:pt idx="56">
                <c:v>4.336819044442811</c:v>
              </c:pt>
              <c:pt idx="57">
                <c:v>4.336819044442811</c:v>
              </c:pt>
              <c:pt idx="58">
                <c:v>4.336819044442811</c:v>
              </c:pt>
              <c:pt idx="59">
                <c:v>4.336819044442811</c:v>
              </c:pt>
              <c:pt idx="60">
                <c:v>4.336819044442811</c:v>
              </c:pt>
              <c:pt idx="61">
                <c:v>4.336819044442811</c:v>
              </c:pt>
              <c:pt idx="62">
                <c:v>4.336819044442811</c:v>
              </c:pt>
              <c:pt idx="63">
                <c:v>4.336819044442811</c:v>
              </c:pt>
              <c:pt idx="64">
                <c:v>4.336819044442811</c:v>
              </c:pt>
              <c:pt idx="65">
                <c:v>4.336819044442811</c:v>
              </c:pt>
              <c:pt idx="66">
                <c:v>4.336819044442811</c:v>
              </c:pt>
              <c:pt idx="67">
                <c:v>4.336819044442811</c:v>
              </c:pt>
              <c:pt idx="68">
                <c:v>4.336819044442811</c:v>
              </c:pt>
              <c:pt idx="69">
                <c:v>4.336819044442811</c:v>
              </c:pt>
              <c:pt idx="70">
                <c:v>4.336819044442811</c:v>
              </c:pt>
              <c:pt idx="71">
                <c:v>4.336819044442811</c:v>
              </c:pt>
              <c:pt idx="72">
                <c:v>4.336819044442811</c:v>
              </c:pt>
              <c:pt idx="73">
                <c:v>4.336819044442811</c:v>
              </c:pt>
              <c:pt idx="74">
                <c:v>4.336819044442811</c:v>
              </c:pt>
              <c:pt idx="75">
                <c:v>4.336819044442811</c:v>
              </c:pt>
              <c:pt idx="76">
                <c:v>4.336819044442811</c:v>
              </c:pt>
              <c:pt idx="77">
                <c:v>4.336819044442811</c:v>
              </c:pt>
              <c:pt idx="78">
                <c:v>4.336819044442811</c:v>
              </c:pt>
              <c:pt idx="79">
                <c:v>4.336819044442811</c:v>
              </c:pt>
              <c:pt idx="80">
                <c:v>4.336819044442811</c:v>
              </c:pt>
              <c:pt idx="81">
                <c:v>4.336819044442811</c:v>
              </c:pt>
              <c:pt idx="82">
                <c:v>4.336819044442811</c:v>
              </c:pt>
              <c:pt idx="83">
                <c:v>4.336819044442811</c:v>
              </c:pt>
              <c:pt idx="84">
                <c:v>4.336819044442811</c:v>
              </c:pt>
              <c:pt idx="85">
                <c:v>4.336819044442811</c:v>
              </c:pt>
              <c:pt idx="86">
                <c:v>4.336819044442811</c:v>
              </c:pt>
              <c:pt idx="87">
                <c:v>4.336819044442811</c:v>
              </c:pt>
              <c:pt idx="88">
                <c:v>4.336819044442811</c:v>
              </c:pt>
              <c:pt idx="89">
                <c:v>4.336819044442811</c:v>
              </c:pt>
              <c:pt idx="90">
                <c:v>4.336819044442811</c:v>
              </c:pt>
              <c:pt idx="91">
                <c:v>4.336819044442811</c:v>
              </c:pt>
              <c:pt idx="92">
                <c:v>4.336819044442811</c:v>
              </c:pt>
              <c:pt idx="93">
                <c:v>4.336819044442811</c:v>
              </c:pt>
              <c:pt idx="94">
                <c:v>4.336819044442811</c:v>
              </c:pt>
              <c:pt idx="95">
                <c:v>4.336819044442811</c:v>
              </c:pt>
              <c:pt idx="96">
                <c:v>4.336819044442811</c:v>
              </c:pt>
              <c:pt idx="97">
                <c:v>4.336819044442811</c:v>
              </c:pt>
              <c:pt idx="98">
                <c:v>4.336819044442811</c:v>
              </c:pt>
              <c:pt idx="99">
                <c:v>4.336819044442811</c:v>
              </c:pt>
              <c:pt idx="100">
                <c:v>4.336819044442811</c:v>
              </c:pt>
              <c:pt idx="101">
                <c:v>4.336819044442811</c:v>
              </c:pt>
              <c:pt idx="102">
                <c:v>4.336819044442811</c:v>
              </c:pt>
              <c:pt idx="103">
                <c:v>4.336819044442811</c:v>
              </c:pt>
              <c:pt idx="104">
                <c:v>4.336819044442811</c:v>
              </c:pt>
              <c:pt idx="105">
                <c:v>4.336819044442811</c:v>
              </c:pt>
              <c:pt idx="106">
                <c:v>4.336819044442811</c:v>
              </c:pt>
              <c:pt idx="107">
                <c:v>4.336819044442811</c:v>
              </c:pt>
              <c:pt idx="108">
                <c:v>4.336819044442811</c:v>
              </c:pt>
              <c:pt idx="109">
                <c:v>4.336819044442811</c:v>
              </c:pt>
              <c:pt idx="110">
                <c:v>4.336819044442811</c:v>
              </c:pt>
              <c:pt idx="111">
                <c:v>4.336819044442811</c:v>
              </c:pt>
              <c:pt idx="112">
                <c:v>4.336819044442811</c:v>
              </c:pt>
              <c:pt idx="113">
                <c:v>4.336819044442811</c:v>
              </c:pt>
              <c:pt idx="114">
                <c:v>4.336819044442811</c:v>
              </c:pt>
              <c:pt idx="115">
                <c:v>4.336819044442811</c:v>
              </c:pt>
              <c:pt idx="116">
                <c:v>4.336819044442811</c:v>
              </c:pt>
              <c:pt idx="117">
                <c:v>4.336819044442811</c:v>
              </c:pt>
              <c:pt idx="118">
                <c:v>4.336819044442811</c:v>
              </c:pt>
              <c:pt idx="119">
                <c:v>4.336819044442811</c:v>
              </c:pt>
              <c:pt idx="120">
                <c:v>4.336819044442811</c:v>
              </c:pt>
              <c:pt idx="121">
                <c:v>4.336819044442811</c:v>
              </c:pt>
              <c:pt idx="122">
                <c:v>4.336819044442811</c:v>
              </c:pt>
              <c:pt idx="123">
                <c:v>4.336819044442811</c:v>
              </c:pt>
              <c:pt idx="124">
                <c:v>4.336819044442811</c:v>
              </c:pt>
              <c:pt idx="125">
                <c:v>4.336819044442811</c:v>
              </c:pt>
              <c:pt idx="126">
                <c:v>4.336819044442811</c:v>
              </c:pt>
              <c:pt idx="127">
                <c:v>4.336819044442811</c:v>
              </c:pt>
              <c:pt idx="128">
                <c:v>4.336819044442811</c:v>
              </c:pt>
              <c:pt idx="129">
                <c:v>4.336819044442811</c:v>
              </c:pt>
              <c:pt idx="130">
                <c:v>4.336819044442811</c:v>
              </c:pt>
              <c:pt idx="131">
                <c:v>4.336819044442811</c:v>
              </c:pt>
              <c:pt idx="132">
                <c:v>4.336819044442811</c:v>
              </c:pt>
              <c:pt idx="133">
                <c:v>4.336819044442811</c:v>
              </c:pt>
              <c:pt idx="134">
                <c:v>4.336819044442811</c:v>
              </c:pt>
              <c:pt idx="135">
                <c:v>4.336819044442811</c:v>
              </c:pt>
              <c:pt idx="136">
                <c:v>4.336819044442811</c:v>
              </c:pt>
              <c:pt idx="137">
                <c:v>4.336819044442811</c:v>
              </c:pt>
              <c:pt idx="138">
                <c:v>4.336819044442811</c:v>
              </c:pt>
              <c:pt idx="139">
                <c:v>4.336819044442811</c:v>
              </c:pt>
              <c:pt idx="140">
                <c:v>4.336819044442811</c:v>
              </c:pt>
              <c:pt idx="141">
                <c:v>4.336819044442811</c:v>
              </c:pt>
              <c:pt idx="142">
                <c:v>4.336819044442811</c:v>
              </c:pt>
              <c:pt idx="143">
                <c:v>4.336819044442811</c:v>
              </c:pt>
              <c:pt idx="144">
                <c:v>4.336819044442811</c:v>
              </c:pt>
              <c:pt idx="145">
                <c:v>4.336819044442811</c:v>
              </c:pt>
              <c:pt idx="146">
                <c:v>4.336819044442811</c:v>
              </c:pt>
              <c:pt idx="147">
                <c:v>4.336819044442811</c:v>
              </c:pt>
              <c:pt idx="148">
                <c:v>4.336819044442811</c:v>
              </c:pt>
              <c:pt idx="149">
                <c:v>4.336819044442811</c:v>
              </c:pt>
              <c:pt idx="150">
                <c:v>4.336819044442811</c:v>
              </c:pt>
              <c:pt idx="151">
                <c:v>4.336819044442811</c:v>
              </c:pt>
              <c:pt idx="152">
                <c:v>4.336819044442811</c:v>
              </c:pt>
              <c:pt idx="153">
                <c:v>4.336819044442811</c:v>
              </c:pt>
              <c:pt idx="154">
                <c:v>4.336819044442811</c:v>
              </c:pt>
              <c:pt idx="155">
                <c:v>4.336819044442811</c:v>
              </c:pt>
              <c:pt idx="156">
                <c:v>4.336819044442811</c:v>
              </c:pt>
              <c:pt idx="157">
                <c:v>4.336819044442811</c:v>
              </c:pt>
              <c:pt idx="158">
                <c:v>4.336819044442811</c:v>
              </c:pt>
              <c:pt idx="159">
                <c:v>4.336819044442811</c:v>
              </c:pt>
              <c:pt idx="160">
                <c:v>4.336819044442811</c:v>
              </c:pt>
              <c:pt idx="161">
                <c:v>4.336819044442811</c:v>
              </c:pt>
              <c:pt idx="162">
                <c:v>4.336819044442811</c:v>
              </c:pt>
              <c:pt idx="163">
                <c:v>4.336819044442811</c:v>
              </c:pt>
              <c:pt idx="164">
                <c:v>4.336819044442811</c:v>
              </c:pt>
              <c:pt idx="165">
                <c:v>4.336819044442811</c:v>
              </c:pt>
              <c:pt idx="166">
                <c:v>4.336819044442811</c:v>
              </c:pt>
              <c:pt idx="167">
                <c:v>4.336819044442811</c:v>
              </c:pt>
              <c:pt idx="168">
                <c:v>4.336819044442811</c:v>
              </c:pt>
              <c:pt idx="169">
                <c:v>4.336819044442811</c:v>
              </c:pt>
              <c:pt idx="170">
                <c:v>4.336819044442811</c:v>
              </c:pt>
              <c:pt idx="171">
                <c:v>4.336819044442811</c:v>
              </c:pt>
              <c:pt idx="172">
                <c:v>4.336819044442811</c:v>
              </c:pt>
              <c:pt idx="173">
                <c:v>4.336819044442811</c:v>
              </c:pt>
              <c:pt idx="174">
                <c:v>4.336819044442811</c:v>
              </c:pt>
              <c:pt idx="175">
                <c:v>4.336819044442811</c:v>
              </c:pt>
              <c:pt idx="176">
                <c:v>4.336819044442811</c:v>
              </c:pt>
              <c:pt idx="177">
                <c:v>4.336819044442811</c:v>
              </c:pt>
              <c:pt idx="178">
                <c:v>4.336819044442811</c:v>
              </c:pt>
              <c:pt idx="179">
                <c:v>4.336819044442811</c:v>
              </c:pt>
              <c:pt idx="180">
                <c:v>4.336819044442811</c:v>
              </c:pt>
              <c:pt idx="181">
                <c:v>4.336819044442811</c:v>
              </c:pt>
              <c:pt idx="182">
                <c:v>4.336819044442811</c:v>
              </c:pt>
              <c:pt idx="183">
                <c:v>4.336819044442811</c:v>
              </c:pt>
              <c:pt idx="184">
                <c:v>4.336819044442811</c:v>
              </c:pt>
              <c:pt idx="185">
                <c:v>4.336819044442811</c:v>
              </c:pt>
              <c:pt idx="186">
                <c:v>4.336819044442811</c:v>
              </c:pt>
              <c:pt idx="187">
                <c:v>4.336819044442811</c:v>
              </c:pt>
              <c:pt idx="188">
                <c:v>4.336819044442811</c:v>
              </c:pt>
              <c:pt idx="189">
                <c:v>4.336819044442811</c:v>
              </c:pt>
              <c:pt idx="190">
                <c:v>4.336819044442811</c:v>
              </c:pt>
              <c:pt idx="191">
                <c:v>4.336819044442811</c:v>
              </c:pt>
              <c:pt idx="192">
                <c:v>4.336819044442811</c:v>
              </c:pt>
              <c:pt idx="193">
                <c:v>4.336819044442811</c:v>
              </c:pt>
              <c:pt idx="194">
                <c:v>4.336819044442811</c:v>
              </c:pt>
              <c:pt idx="195">
                <c:v>4.336819044442811</c:v>
              </c:pt>
              <c:pt idx="196">
                <c:v>4.336819044442811</c:v>
              </c:pt>
              <c:pt idx="197">
                <c:v>4.336819044442811</c:v>
              </c:pt>
              <c:pt idx="198">
                <c:v>4.336819044442811</c:v>
              </c:pt>
              <c:pt idx="199">
                <c:v>4.336819044442811</c:v>
              </c:pt>
              <c:pt idx="200">
                <c:v>4.336819044442811</c:v>
              </c:pt>
              <c:pt idx="201">
                <c:v>4.336819044442811</c:v>
              </c:pt>
              <c:pt idx="202">
                <c:v>4.336819044442811</c:v>
              </c:pt>
              <c:pt idx="203">
                <c:v>4.336819044442811</c:v>
              </c:pt>
              <c:pt idx="204">
                <c:v>4.336819044442811</c:v>
              </c:pt>
              <c:pt idx="205">
                <c:v>4.336819044442811</c:v>
              </c:pt>
              <c:pt idx="206">
                <c:v>4.336819044442811</c:v>
              </c:pt>
              <c:pt idx="207">
                <c:v>4.336819044442811</c:v>
              </c:pt>
              <c:pt idx="208">
                <c:v>4.336819044442811</c:v>
              </c:pt>
              <c:pt idx="209">
                <c:v>4.336819044442811</c:v>
              </c:pt>
              <c:pt idx="210">
                <c:v>4.336819044442811</c:v>
              </c:pt>
              <c:pt idx="211">
                <c:v>4.336819044442811</c:v>
              </c:pt>
              <c:pt idx="212">
                <c:v>4.336819044442811</c:v>
              </c:pt>
              <c:pt idx="213">
                <c:v>4.336819044442811</c:v>
              </c:pt>
              <c:pt idx="214">
                <c:v>4.336819044442811</c:v>
              </c:pt>
              <c:pt idx="215">
                <c:v>4.336819044442811</c:v>
              </c:pt>
              <c:pt idx="216">
                <c:v>4.336819044442811</c:v>
              </c:pt>
              <c:pt idx="217">
                <c:v>4.336819044442811</c:v>
              </c:pt>
              <c:pt idx="218">
                <c:v>4.336819044442811</c:v>
              </c:pt>
              <c:pt idx="219">
                <c:v>4.336819044442811</c:v>
              </c:pt>
              <c:pt idx="220">
                <c:v>4.336819044442811</c:v>
              </c:pt>
              <c:pt idx="221">
                <c:v>4.336819044442811</c:v>
              </c:pt>
              <c:pt idx="222">
                <c:v>4.336819044442811</c:v>
              </c:pt>
              <c:pt idx="223">
                <c:v>4.336819044442811</c:v>
              </c:pt>
              <c:pt idx="224">
                <c:v>4.336819044442811</c:v>
              </c:pt>
              <c:pt idx="225">
                <c:v>4.336819044442811</c:v>
              </c:pt>
              <c:pt idx="226">
                <c:v>4.336819044442811</c:v>
              </c:pt>
              <c:pt idx="227">
                <c:v>4.336819044442811</c:v>
              </c:pt>
              <c:pt idx="228">
                <c:v>4.336819044442811</c:v>
              </c:pt>
              <c:pt idx="229">
                <c:v>4.336819044442811</c:v>
              </c:pt>
              <c:pt idx="230">
                <c:v>4.336819044442811</c:v>
              </c:pt>
              <c:pt idx="231">
                <c:v>4.336819044442811</c:v>
              </c:pt>
              <c:pt idx="232">
                <c:v>4.336819044442811</c:v>
              </c:pt>
              <c:pt idx="233">
                <c:v>4.336819044442811</c:v>
              </c:pt>
              <c:pt idx="234">
                <c:v>4.336819044442811</c:v>
              </c:pt>
              <c:pt idx="235">
                <c:v>4.336819044442811</c:v>
              </c:pt>
              <c:pt idx="236">
                <c:v>4.336819044442811</c:v>
              </c:pt>
              <c:pt idx="237">
                <c:v>4.336819044442811</c:v>
              </c:pt>
              <c:pt idx="238">
                <c:v>4.336819044442811</c:v>
              </c:pt>
              <c:pt idx="239">
                <c:v>4.336819044442811</c:v>
              </c:pt>
              <c:pt idx="240">
                <c:v>4.336819044442811</c:v>
              </c:pt>
              <c:pt idx="241">
                <c:v>4.336819044442811</c:v>
              </c:pt>
              <c:pt idx="242">
                <c:v>4.336819044442811</c:v>
              </c:pt>
              <c:pt idx="243">
                <c:v>4.336819044442811</c:v>
              </c:pt>
              <c:pt idx="244">
                <c:v>4.336819044442811</c:v>
              </c:pt>
              <c:pt idx="245">
                <c:v>4.336819044442811</c:v>
              </c:pt>
              <c:pt idx="246">
                <c:v>4.336819044442811</c:v>
              </c:pt>
              <c:pt idx="247">
                <c:v>4.336819044442811</c:v>
              </c:pt>
              <c:pt idx="248">
                <c:v>4.336819044442811</c:v>
              </c:pt>
              <c:pt idx="249">
                <c:v>4.336819044442811</c:v>
              </c:pt>
              <c:pt idx="250">
                <c:v>4.336819044442811</c:v>
              </c:pt>
              <c:pt idx="251">
                <c:v>4.336819044442811</c:v>
              </c:pt>
              <c:pt idx="252">
                <c:v>4.336819044442811</c:v>
              </c:pt>
              <c:pt idx="253">
                <c:v>4.336819044442811</c:v>
              </c:pt>
              <c:pt idx="254">
                <c:v>4.336819044442811</c:v>
              </c:pt>
              <c:pt idx="255">
                <c:v>4.336819044442811</c:v>
              </c:pt>
              <c:pt idx="256">
                <c:v>4.336819044442811</c:v>
              </c:pt>
              <c:pt idx="257">
                <c:v>4.336819044442811</c:v>
              </c:pt>
              <c:pt idx="258">
                <c:v>4.336819044442811</c:v>
              </c:pt>
              <c:pt idx="259">
                <c:v>4.336819044442811</c:v>
              </c:pt>
              <c:pt idx="260">
                <c:v>4.336819044442811</c:v>
              </c:pt>
              <c:pt idx="261">
                <c:v>4.336819044442811</c:v>
              </c:pt>
              <c:pt idx="262">
                <c:v>4.336819044442811</c:v>
              </c:pt>
              <c:pt idx="263">
                <c:v>4.336819044442811</c:v>
              </c:pt>
              <c:pt idx="264">
                <c:v>4.336819044442811</c:v>
              </c:pt>
              <c:pt idx="265">
                <c:v>4.336819044442811</c:v>
              </c:pt>
              <c:pt idx="266">
                <c:v>4.336819044442811</c:v>
              </c:pt>
              <c:pt idx="267">
                <c:v>4.336819044442811</c:v>
              </c:pt>
              <c:pt idx="268">
                <c:v>4.336819044442811</c:v>
              </c:pt>
              <c:pt idx="269">
                <c:v>4.336819044442811</c:v>
              </c:pt>
              <c:pt idx="270">
                <c:v>4.336819044442811</c:v>
              </c:pt>
              <c:pt idx="271">
                <c:v>4.336819044442811</c:v>
              </c:pt>
              <c:pt idx="272">
                <c:v>4.336819044442811</c:v>
              </c:pt>
              <c:pt idx="273">
                <c:v>4.336819044442811</c:v>
              </c:pt>
              <c:pt idx="274">
                <c:v>4.336819044442811</c:v>
              </c:pt>
              <c:pt idx="275">
                <c:v>4.336819044442811</c:v>
              </c:pt>
              <c:pt idx="276">
                <c:v>4.336819044442811</c:v>
              </c:pt>
              <c:pt idx="277">
                <c:v>4.336819044442811</c:v>
              </c:pt>
              <c:pt idx="278">
                <c:v>4.336819044442811</c:v>
              </c:pt>
              <c:pt idx="279">
                <c:v>4.336819044442811</c:v>
              </c:pt>
              <c:pt idx="280">
                <c:v>4.336819044442811</c:v>
              </c:pt>
              <c:pt idx="281">
                <c:v>4.336819044442811</c:v>
              </c:pt>
              <c:pt idx="282">
                <c:v>4.336819044442811</c:v>
              </c:pt>
              <c:pt idx="283">
                <c:v>4.336819044442811</c:v>
              </c:pt>
              <c:pt idx="284">
                <c:v>4.336819044442811</c:v>
              </c:pt>
              <c:pt idx="285">
                <c:v>4.336819044442811</c:v>
              </c:pt>
              <c:pt idx="286">
                <c:v>4.336819044442811</c:v>
              </c:pt>
              <c:pt idx="287">
                <c:v>4.336819044442811</c:v>
              </c:pt>
              <c:pt idx="288">
                <c:v>4.336819044442811</c:v>
              </c:pt>
              <c:pt idx="289">
                <c:v>4.336819044442811</c:v>
              </c:pt>
              <c:pt idx="290">
                <c:v>4.336819044442811</c:v>
              </c:pt>
              <c:pt idx="291">
                <c:v>4.336819044442811</c:v>
              </c:pt>
              <c:pt idx="292">
                <c:v>4.336819044442811</c:v>
              </c:pt>
              <c:pt idx="293">
                <c:v>4.336819044442811</c:v>
              </c:pt>
              <c:pt idx="294">
                <c:v>4.336819044442811</c:v>
              </c:pt>
              <c:pt idx="295">
                <c:v>4.336819044442811</c:v>
              </c:pt>
              <c:pt idx="296">
                <c:v>4.336819044442811</c:v>
              </c:pt>
              <c:pt idx="297">
                <c:v>4.336819044442811</c:v>
              </c:pt>
              <c:pt idx="298">
                <c:v>4.336819044442811</c:v>
              </c:pt>
              <c:pt idx="299">
                <c:v>4.336819044442811</c:v>
              </c:pt>
              <c:pt idx="300">
                <c:v>4.336819044442811</c:v>
              </c:pt>
              <c:pt idx="301">
                <c:v>4.336819044442811</c:v>
              </c:pt>
              <c:pt idx="302">
                <c:v>4.336819044442811</c:v>
              </c:pt>
              <c:pt idx="303">
                <c:v>4.336819044442811</c:v>
              </c:pt>
              <c:pt idx="304">
                <c:v>4.336819044442811</c:v>
              </c:pt>
              <c:pt idx="305">
                <c:v>4.336819044442811</c:v>
              </c:pt>
              <c:pt idx="306">
                <c:v>4.336819044442811</c:v>
              </c:pt>
              <c:pt idx="307">
                <c:v>4.336819044442811</c:v>
              </c:pt>
              <c:pt idx="308">
                <c:v>4.336819044442811</c:v>
              </c:pt>
              <c:pt idx="309">
                <c:v>4.336819044442811</c:v>
              </c:pt>
              <c:pt idx="310">
                <c:v>4.336819044442811</c:v>
              </c:pt>
              <c:pt idx="311">
                <c:v>4.336819044442811</c:v>
              </c:pt>
              <c:pt idx="312">
                <c:v>4.336819044442811</c:v>
              </c:pt>
              <c:pt idx="313">
                <c:v>4.336819044442811</c:v>
              </c:pt>
              <c:pt idx="314">
                <c:v>4.336819044442811</c:v>
              </c:pt>
              <c:pt idx="315">
                <c:v>4.336819044442811</c:v>
              </c:pt>
              <c:pt idx="316">
                <c:v>4.336819044442811</c:v>
              </c:pt>
              <c:pt idx="317">
                <c:v>4.336819044442811</c:v>
              </c:pt>
              <c:pt idx="318">
                <c:v>4.336819044442811</c:v>
              </c:pt>
              <c:pt idx="319">
                <c:v>4.336819044442811</c:v>
              </c:pt>
              <c:pt idx="320">
                <c:v>4.336819044442811</c:v>
              </c:pt>
              <c:pt idx="321">
                <c:v>4.336819044442811</c:v>
              </c:pt>
              <c:pt idx="322">
                <c:v>4.336819044442811</c:v>
              </c:pt>
              <c:pt idx="323">
                <c:v>4.336819044442811</c:v>
              </c:pt>
              <c:pt idx="324">
                <c:v>4.336819044442811</c:v>
              </c:pt>
              <c:pt idx="325">
                <c:v>4.336819044442811</c:v>
              </c:pt>
              <c:pt idx="326">
                <c:v>4.336819044442811</c:v>
              </c:pt>
              <c:pt idx="327">
                <c:v>4.336819044442811</c:v>
              </c:pt>
              <c:pt idx="328">
                <c:v>4.336819044442811</c:v>
              </c:pt>
              <c:pt idx="329">
                <c:v>4.336819044442811</c:v>
              </c:pt>
              <c:pt idx="330">
                <c:v>4.336819044442811</c:v>
              </c:pt>
              <c:pt idx="331">
                <c:v>4.336819044442811</c:v>
              </c:pt>
              <c:pt idx="332">
                <c:v>4.336819044442811</c:v>
              </c:pt>
              <c:pt idx="333">
                <c:v>4.336819044442811</c:v>
              </c:pt>
              <c:pt idx="334">
                <c:v>4.336819044442811</c:v>
              </c:pt>
              <c:pt idx="335">
                <c:v>4.336819044442811</c:v>
              </c:pt>
              <c:pt idx="336">
                <c:v>4.336819044442811</c:v>
              </c:pt>
              <c:pt idx="337">
                <c:v>4.336819044442811</c:v>
              </c:pt>
              <c:pt idx="338">
                <c:v>4.336819044442811</c:v>
              </c:pt>
              <c:pt idx="339">
                <c:v>4.336819044442811</c:v>
              </c:pt>
              <c:pt idx="340">
                <c:v>4.336819044442811</c:v>
              </c:pt>
              <c:pt idx="341">
                <c:v>4.336819044442811</c:v>
              </c:pt>
              <c:pt idx="342">
                <c:v>4.336819044442811</c:v>
              </c:pt>
              <c:pt idx="343">
                <c:v>4.336819044442811</c:v>
              </c:pt>
              <c:pt idx="344">
                <c:v>4.336819044442811</c:v>
              </c:pt>
              <c:pt idx="345">
                <c:v>4.336819044442811</c:v>
              </c:pt>
              <c:pt idx="346">
                <c:v>4.336819044442811</c:v>
              </c:pt>
              <c:pt idx="347">
                <c:v>4.336819044442811</c:v>
              </c:pt>
              <c:pt idx="348">
                <c:v>4.336819044442811</c:v>
              </c:pt>
              <c:pt idx="349">
                <c:v>4.336819044442811</c:v>
              </c:pt>
              <c:pt idx="350">
                <c:v>4.336819044442811</c:v>
              </c:pt>
              <c:pt idx="351">
                <c:v>4.336819044442811</c:v>
              </c:pt>
              <c:pt idx="352">
                <c:v>4.336819044442811</c:v>
              </c:pt>
              <c:pt idx="353">
                <c:v>4.336819044442811</c:v>
              </c:pt>
              <c:pt idx="354">
                <c:v>4.336819044442811</c:v>
              </c:pt>
              <c:pt idx="355">
                <c:v>4.336819044442811</c:v>
              </c:pt>
              <c:pt idx="356">
                <c:v>4.336819044442811</c:v>
              </c:pt>
              <c:pt idx="357">
                <c:v>4.336819044442811</c:v>
              </c:pt>
              <c:pt idx="358">
                <c:v>4.336819044442811</c:v>
              </c:pt>
              <c:pt idx="359">
                <c:v>4.336819044442811</c:v>
              </c:pt>
              <c:pt idx="360">
                <c:v>4.336819044442811</c:v>
              </c:pt>
              <c:pt idx="361">
                <c:v>4.336819044442811</c:v>
              </c:pt>
              <c:pt idx="362">
                <c:v>4.336819044442811</c:v>
              </c:pt>
              <c:pt idx="363">
                <c:v>4.336819044442811</c:v>
              </c:pt>
              <c:pt idx="364">
                <c:v>4.336819044442811</c:v>
              </c:pt>
              <c:pt idx="365">
                <c:v>4.336819044442811</c:v>
              </c:pt>
              <c:pt idx="366">
                <c:v>4.336819044442811</c:v>
              </c:pt>
              <c:pt idx="367">
                <c:v>4.336819044442811</c:v>
              </c:pt>
              <c:pt idx="368">
                <c:v>4.336819044442811</c:v>
              </c:pt>
              <c:pt idx="369">
                <c:v>4.336819044442811</c:v>
              </c:pt>
              <c:pt idx="370">
                <c:v>4.336819044442811</c:v>
              </c:pt>
              <c:pt idx="371">
                <c:v>4.336819044442811</c:v>
              </c:pt>
              <c:pt idx="372">
                <c:v>4.336819044442811</c:v>
              </c:pt>
              <c:pt idx="373">
                <c:v>4.336819044442811</c:v>
              </c:pt>
              <c:pt idx="374">
                <c:v>4.336819044442811</c:v>
              </c:pt>
              <c:pt idx="375">
                <c:v>4.336819044442811</c:v>
              </c:pt>
              <c:pt idx="376">
                <c:v>4.336819044442811</c:v>
              </c:pt>
              <c:pt idx="377">
                <c:v>4.336819044442811</c:v>
              </c:pt>
              <c:pt idx="378">
                <c:v>4.336819044442811</c:v>
              </c:pt>
              <c:pt idx="379">
                <c:v>4.336819044442811</c:v>
              </c:pt>
              <c:pt idx="380">
                <c:v>4.336819044442811</c:v>
              </c:pt>
              <c:pt idx="381">
                <c:v>4.336819044442811</c:v>
              </c:pt>
              <c:pt idx="382">
                <c:v>4.336819044442811</c:v>
              </c:pt>
              <c:pt idx="383">
                <c:v>4.336819044442811</c:v>
              </c:pt>
              <c:pt idx="384">
                <c:v>4.336819044442811</c:v>
              </c:pt>
              <c:pt idx="385">
                <c:v>4.336819044442811</c:v>
              </c:pt>
              <c:pt idx="386">
                <c:v>4.336819044442811</c:v>
              </c:pt>
              <c:pt idx="387">
                <c:v>4.336819044442811</c:v>
              </c:pt>
              <c:pt idx="388">
                <c:v>4.336819044442811</c:v>
              </c:pt>
              <c:pt idx="389">
                <c:v>4.336819044442811</c:v>
              </c:pt>
              <c:pt idx="390">
                <c:v>4.336819044442811</c:v>
              </c:pt>
              <c:pt idx="391">
                <c:v>4.336819044442811</c:v>
              </c:pt>
              <c:pt idx="392">
                <c:v>4.336819044442811</c:v>
              </c:pt>
              <c:pt idx="393">
                <c:v>4.336819044442811</c:v>
              </c:pt>
              <c:pt idx="394">
                <c:v>4.336819044442811</c:v>
              </c:pt>
              <c:pt idx="395">
                <c:v>4.336819044442811</c:v>
              </c:pt>
              <c:pt idx="396">
                <c:v>4.336819044442811</c:v>
              </c:pt>
              <c:pt idx="397">
                <c:v>4.336819044442811</c:v>
              </c:pt>
              <c:pt idx="398">
                <c:v>4.336819044442811</c:v>
              </c:pt>
              <c:pt idx="399">
                <c:v>4.336819044442811</c:v>
              </c:pt>
              <c:pt idx="400">
                <c:v>4.336819044442811</c:v>
              </c:pt>
              <c:pt idx="401">
                <c:v>4.336819044442811</c:v>
              </c:pt>
              <c:pt idx="402">
                <c:v>4.336819044442811</c:v>
              </c:pt>
              <c:pt idx="403">
                <c:v>4.336819044442811</c:v>
              </c:pt>
              <c:pt idx="404">
                <c:v>4.336819044442811</c:v>
              </c:pt>
              <c:pt idx="405">
                <c:v>4.336819044442811</c:v>
              </c:pt>
              <c:pt idx="406">
                <c:v>4.336819044442811</c:v>
              </c:pt>
              <c:pt idx="407">
                <c:v>4.336819044442811</c:v>
              </c:pt>
              <c:pt idx="408">
                <c:v>4.336819044442811</c:v>
              </c:pt>
              <c:pt idx="409">
                <c:v>4.336819044442811</c:v>
              </c:pt>
              <c:pt idx="410">
                <c:v>4.336819044442811</c:v>
              </c:pt>
              <c:pt idx="411">
                <c:v>4.336819044442811</c:v>
              </c:pt>
              <c:pt idx="412">
                <c:v>4.336819044442811</c:v>
              </c:pt>
              <c:pt idx="413">
                <c:v>4.336819044442811</c:v>
              </c:pt>
              <c:pt idx="414">
                <c:v>4.336819044442811</c:v>
              </c:pt>
              <c:pt idx="415">
                <c:v>4.336819044442811</c:v>
              </c:pt>
              <c:pt idx="416">
                <c:v>4.336819044442811</c:v>
              </c:pt>
              <c:pt idx="417">
                <c:v>4.336819044442811</c:v>
              </c:pt>
              <c:pt idx="418">
                <c:v>4.336819044442811</c:v>
              </c:pt>
              <c:pt idx="419">
                <c:v>4.336819044442811</c:v>
              </c:pt>
              <c:pt idx="420">
                <c:v>4.336819044442811</c:v>
              </c:pt>
              <c:pt idx="421">
                <c:v>4.336819044442811</c:v>
              </c:pt>
              <c:pt idx="422">
                <c:v>4.336819044442811</c:v>
              </c:pt>
              <c:pt idx="423">
                <c:v>4.336819044442811</c:v>
              </c:pt>
              <c:pt idx="424">
                <c:v>4.336819044442811</c:v>
              </c:pt>
              <c:pt idx="425">
                <c:v>4.336819044442811</c:v>
              </c:pt>
              <c:pt idx="426">
                <c:v>4.336819044442811</c:v>
              </c:pt>
              <c:pt idx="427">
                <c:v>4.336819044442811</c:v>
              </c:pt>
              <c:pt idx="428">
                <c:v>4.336819044442811</c:v>
              </c:pt>
              <c:pt idx="429">
                <c:v>4.336819044442811</c:v>
              </c:pt>
              <c:pt idx="430">
                <c:v>4.336819044442811</c:v>
              </c:pt>
              <c:pt idx="431">
                <c:v>4.336819044442811</c:v>
              </c:pt>
              <c:pt idx="432">
                <c:v>4.336819044442811</c:v>
              </c:pt>
              <c:pt idx="433">
                <c:v>4.336819044442811</c:v>
              </c:pt>
              <c:pt idx="434">
                <c:v>4.336819044442811</c:v>
              </c:pt>
              <c:pt idx="435">
                <c:v>4.336819044442811</c:v>
              </c:pt>
              <c:pt idx="436">
                <c:v>4.336819044442811</c:v>
              </c:pt>
              <c:pt idx="437">
                <c:v>4.336819044442811</c:v>
              </c:pt>
              <c:pt idx="438">
                <c:v>4.336819044442811</c:v>
              </c:pt>
              <c:pt idx="439">
                <c:v>4.336819044442811</c:v>
              </c:pt>
              <c:pt idx="440">
                <c:v>4.336819044442811</c:v>
              </c:pt>
              <c:pt idx="441">
                <c:v>4.336819044442811</c:v>
              </c:pt>
              <c:pt idx="442">
                <c:v>4.336819044442811</c:v>
              </c:pt>
              <c:pt idx="443">
                <c:v>4.336819044442811</c:v>
              </c:pt>
              <c:pt idx="444">
                <c:v>4.336819044442811</c:v>
              </c:pt>
              <c:pt idx="445">
                <c:v>4.336819044442811</c:v>
              </c:pt>
              <c:pt idx="446">
                <c:v>4.336819044442811</c:v>
              </c:pt>
              <c:pt idx="447">
                <c:v>4.336819044442811</c:v>
              </c:pt>
              <c:pt idx="448">
                <c:v>4.336819044442811</c:v>
              </c:pt>
              <c:pt idx="449">
                <c:v>4.336819044442811</c:v>
              </c:pt>
            </c:numLit>
          </c:yVal>
          <c:smooth val="0"/>
        </c:ser>
        <c:ser>
          <c:idx val="11"/>
          <c:order val="11"/>
          <c:tx>
            <c:v>Implemented LCA filling</c:v>
          </c:tx>
          <c:spPr>
            <a:noFill xmlns:a="http://schemas.openxmlformats.org/drawingml/2006/main"/>
            <a:ln xmlns:a="http://schemas.openxmlformats.org/drawingml/2006/main" w="0">
              <a:noFill/>
              <a:prstDash val="solid"/>
            </a:ln>
          </c:spPr>
          <c:marker>
            <c:symbol val="circle"/>
            <c:size val="7"/>
            <c:spPr>
              <a:solidFill xmlns:a="http://schemas.openxmlformats.org/drawingml/2006/main">
                <a:srgbClr val="FFFFFF"/>
              </a:solidFill>
            </c:spPr>
          </c:marker>
          <c:xVal>
            <c:numLit>
              <c:formatCode>General</c:formatCode>
              <c:ptCount val="450"/>
              <c:pt idx="0">
                <c:v>1.7176057459273668</c:v>
              </c:pt>
              <c:pt idx="1">
                <c:v>1.7176057459273668</c:v>
              </c:pt>
              <c:pt idx="2">
                <c:v>1.7176057459273668</c:v>
              </c:pt>
              <c:pt idx="3">
                <c:v>1.7176057459273668</c:v>
              </c:pt>
              <c:pt idx="4">
                <c:v>1.7176057459273668</c:v>
              </c:pt>
              <c:pt idx="5">
                <c:v>1.7176057459273668</c:v>
              </c:pt>
              <c:pt idx="6">
                <c:v>1.7176057459273668</c:v>
              </c:pt>
              <c:pt idx="7">
                <c:v>1.7176057459273668</c:v>
              </c:pt>
              <c:pt idx="8">
                <c:v>1.7176057459273668</c:v>
              </c:pt>
              <c:pt idx="9">
                <c:v>1.7176057459273668</c:v>
              </c:pt>
              <c:pt idx="10">
                <c:v>1.7176057459273668</c:v>
              </c:pt>
              <c:pt idx="11">
                <c:v>1.7176057459273668</c:v>
              </c:pt>
              <c:pt idx="12">
                <c:v>1.7176057459273668</c:v>
              </c:pt>
              <c:pt idx="13">
                <c:v>1.7176057459273668</c:v>
              </c:pt>
              <c:pt idx="14">
                <c:v>1.7176057459273668</c:v>
              </c:pt>
              <c:pt idx="15">
                <c:v>1.7176057459273668</c:v>
              </c:pt>
              <c:pt idx="16">
                <c:v>1.7176057459273668</c:v>
              </c:pt>
              <c:pt idx="17">
                <c:v>1.7176057459273668</c:v>
              </c:pt>
              <c:pt idx="18">
                <c:v>1.7176057459273668</c:v>
              </c:pt>
              <c:pt idx="19">
                <c:v>1.7176057459273668</c:v>
              </c:pt>
              <c:pt idx="20">
                <c:v>1.7176057459273668</c:v>
              </c:pt>
              <c:pt idx="21">
                <c:v>1.7176057459273668</c:v>
              </c:pt>
              <c:pt idx="22">
                <c:v>1.7176057459273668</c:v>
              </c:pt>
              <c:pt idx="23">
                <c:v>1.7176057459273668</c:v>
              </c:pt>
              <c:pt idx="24">
                <c:v>1.7176057459273668</c:v>
              </c:pt>
              <c:pt idx="25">
                <c:v>1.7176057459273668</c:v>
              </c:pt>
              <c:pt idx="26">
                <c:v>1.7176057459273668</c:v>
              </c:pt>
              <c:pt idx="27">
                <c:v>1.7176057459273668</c:v>
              </c:pt>
              <c:pt idx="28">
                <c:v>1.7176057459273668</c:v>
              </c:pt>
              <c:pt idx="29">
                <c:v>1.7176057459273668</c:v>
              </c:pt>
              <c:pt idx="30">
                <c:v>1.7176057459273668</c:v>
              </c:pt>
              <c:pt idx="31">
                <c:v>1.7176057459273668</c:v>
              </c:pt>
              <c:pt idx="32">
                <c:v>1.7176057459273668</c:v>
              </c:pt>
              <c:pt idx="33">
                <c:v>1.7176057459273668</c:v>
              </c:pt>
              <c:pt idx="34">
                <c:v>1.7176057459273668</c:v>
              </c:pt>
              <c:pt idx="35">
                <c:v>1.7176057459273668</c:v>
              </c:pt>
              <c:pt idx="36">
                <c:v>1.7176057459273668</c:v>
              </c:pt>
              <c:pt idx="37">
                <c:v>1.7176057459273668</c:v>
              </c:pt>
              <c:pt idx="38">
                <c:v>1.7176057459273668</c:v>
              </c:pt>
              <c:pt idx="39">
                <c:v>1.7176057459273668</c:v>
              </c:pt>
              <c:pt idx="40">
                <c:v>1.7176057459273668</c:v>
              </c:pt>
              <c:pt idx="41">
                <c:v>1.7176057459273668</c:v>
              </c:pt>
              <c:pt idx="42">
                <c:v>1.7176057459273668</c:v>
              </c:pt>
              <c:pt idx="43">
                <c:v>1.7176057459273668</c:v>
              </c:pt>
              <c:pt idx="44">
                <c:v>1.7176057459273668</c:v>
              </c:pt>
              <c:pt idx="45">
                <c:v>1.7176057459273668</c:v>
              </c:pt>
              <c:pt idx="46">
                <c:v>1.7176057459273668</c:v>
              </c:pt>
              <c:pt idx="47">
                <c:v>1.7176057459273668</c:v>
              </c:pt>
              <c:pt idx="48">
                <c:v>1.7176057459273668</c:v>
              </c:pt>
              <c:pt idx="49">
                <c:v>1.7176057459273668</c:v>
              </c:pt>
              <c:pt idx="50">
                <c:v>1.7176057459273668</c:v>
              </c:pt>
              <c:pt idx="51">
                <c:v>1.7176057459273668</c:v>
              </c:pt>
              <c:pt idx="52">
                <c:v>1.7176057459273668</c:v>
              </c:pt>
              <c:pt idx="53">
                <c:v>1.7176057459273668</c:v>
              </c:pt>
              <c:pt idx="54">
                <c:v>1.7176057459273668</c:v>
              </c:pt>
              <c:pt idx="55">
                <c:v>1.7176057459273668</c:v>
              </c:pt>
              <c:pt idx="56">
                <c:v>1.7176057459273668</c:v>
              </c:pt>
              <c:pt idx="57">
                <c:v>1.7176057459273668</c:v>
              </c:pt>
              <c:pt idx="58">
                <c:v>1.7176057459273668</c:v>
              </c:pt>
              <c:pt idx="59">
                <c:v>1.7176057459273668</c:v>
              </c:pt>
              <c:pt idx="60">
                <c:v>1.7176057459273668</c:v>
              </c:pt>
              <c:pt idx="61">
                <c:v>1.7176057459273668</c:v>
              </c:pt>
              <c:pt idx="62">
                <c:v>1.7176057459273668</c:v>
              </c:pt>
              <c:pt idx="63">
                <c:v>1.7176057459273668</c:v>
              </c:pt>
              <c:pt idx="64">
                <c:v>1.7176057459273668</c:v>
              </c:pt>
              <c:pt idx="65">
                <c:v>1.7176057459273668</c:v>
              </c:pt>
              <c:pt idx="66">
                <c:v>1.7176057459273668</c:v>
              </c:pt>
              <c:pt idx="67">
                <c:v>1.7176057459273668</c:v>
              </c:pt>
              <c:pt idx="68">
                <c:v>1.7176057459273668</c:v>
              </c:pt>
              <c:pt idx="69">
                <c:v>1.7176057459273668</c:v>
              </c:pt>
              <c:pt idx="70">
                <c:v>1.7176057459273668</c:v>
              </c:pt>
              <c:pt idx="71">
                <c:v>1.7176057459273668</c:v>
              </c:pt>
              <c:pt idx="72">
                <c:v>1.7176057459273668</c:v>
              </c:pt>
              <c:pt idx="73">
                <c:v>1.7176057459273668</c:v>
              </c:pt>
              <c:pt idx="74">
                <c:v>1.7176057459273668</c:v>
              </c:pt>
              <c:pt idx="75">
                <c:v>1.7176057459273668</c:v>
              </c:pt>
              <c:pt idx="76">
                <c:v>1.7176057459273668</c:v>
              </c:pt>
              <c:pt idx="77">
                <c:v>1.7176057459273668</c:v>
              </c:pt>
              <c:pt idx="78">
                <c:v>1.7176057459273668</c:v>
              </c:pt>
              <c:pt idx="79">
                <c:v>1.7176057459273668</c:v>
              </c:pt>
              <c:pt idx="80">
                <c:v>1.7176057459273668</c:v>
              </c:pt>
              <c:pt idx="81">
                <c:v>1.7176057459273668</c:v>
              </c:pt>
              <c:pt idx="82">
                <c:v>1.7176057459273668</c:v>
              </c:pt>
              <c:pt idx="83">
                <c:v>1.7176057459273668</c:v>
              </c:pt>
              <c:pt idx="84">
                <c:v>1.7176057459273668</c:v>
              </c:pt>
              <c:pt idx="85">
                <c:v>1.7176057459273668</c:v>
              </c:pt>
              <c:pt idx="86">
                <c:v>1.7176057459273668</c:v>
              </c:pt>
              <c:pt idx="87">
                <c:v>1.7176057459273668</c:v>
              </c:pt>
              <c:pt idx="88">
                <c:v>1.7176057459273668</c:v>
              </c:pt>
              <c:pt idx="89">
                <c:v>1.7176057459273668</c:v>
              </c:pt>
              <c:pt idx="90">
                <c:v>1.7176057459273668</c:v>
              </c:pt>
              <c:pt idx="91">
                <c:v>1.7176057459273668</c:v>
              </c:pt>
              <c:pt idx="92">
                <c:v>1.7176057459273668</c:v>
              </c:pt>
              <c:pt idx="93">
                <c:v>1.7176057459273668</c:v>
              </c:pt>
              <c:pt idx="94">
                <c:v>1.7176057459273668</c:v>
              </c:pt>
              <c:pt idx="95">
                <c:v>1.7176057459273668</c:v>
              </c:pt>
              <c:pt idx="96">
                <c:v>1.7176057459273668</c:v>
              </c:pt>
              <c:pt idx="97">
                <c:v>1.7176057459273668</c:v>
              </c:pt>
              <c:pt idx="98">
                <c:v>1.7176057459273668</c:v>
              </c:pt>
              <c:pt idx="99">
                <c:v>1.7176057459273668</c:v>
              </c:pt>
              <c:pt idx="100">
                <c:v>1.7176057459273668</c:v>
              </c:pt>
              <c:pt idx="101">
                <c:v>1.7176057459273668</c:v>
              </c:pt>
              <c:pt idx="102">
                <c:v>1.7176057459273668</c:v>
              </c:pt>
              <c:pt idx="103">
                <c:v>1.7176057459273668</c:v>
              </c:pt>
              <c:pt idx="104">
                <c:v>1.7176057459273668</c:v>
              </c:pt>
              <c:pt idx="105">
                <c:v>1.7176057459273668</c:v>
              </c:pt>
              <c:pt idx="106">
                <c:v>1.7176057459273668</c:v>
              </c:pt>
              <c:pt idx="107">
                <c:v>1.7176057459273668</c:v>
              </c:pt>
              <c:pt idx="108">
                <c:v>1.7176057459273668</c:v>
              </c:pt>
              <c:pt idx="109">
                <c:v>1.7176057459273668</c:v>
              </c:pt>
              <c:pt idx="110">
                <c:v>1.7176057459273668</c:v>
              </c:pt>
              <c:pt idx="111">
                <c:v>1.7176057459273668</c:v>
              </c:pt>
              <c:pt idx="112">
                <c:v>1.7176057459273668</c:v>
              </c:pt>
              <c:pt idx="113">
                <c:v>1.7176057459273668</c:v>
              </c:pt>
              <c:pt idx="114">
                <c:v>1.7176057459273668</c:v>
              </c:pt>
              <c:pt idx="115">
                <c:v>1.7176057459273668</c:v>
              </c:pt>
              <c:pt idx="116">
                <c:v>1.7176057459273668</c:v>
              </c:pt>
              <c:pt idx="117">
                <c:v>1.7176057459273668</c:v>
              </c:pt>
              <c:pt idx="118">
                <c:v>1.7176057459273668</c:v>
              </c:pt>
              <c:pt idx="119">
                <c:v>1.7176057459273668</c:v>
              </c:pt>
              <c:pt idx="120">
                <c:v>1.7176057459273668</c:v>
              </c:pt>
              <c:pt idx="121">
                <c:v>1.7176057459273668</c:v>
              </c:pt>
              <c:pt idx="122">
                <c:v>1.7176057459273668</c:v>
              </c:pt>
              <c:pt idx="123">
                <c:v>1.7176057459273668</c:v>
              </c:pt>
              <c:pt idx="124">
                <c:v>1.7176057459273668</c:v>
              </c:pt>
              <c:pt idx="125">
                <c:v>1.7176057459273668</c:v>
              </c:pt>
              <c:pt idx="126">
                <c:v>1.7176057459273668</c:v>
              </c:pt>
              <c:pt idx="127">
                <c:v>1.7176057459273668</c:v>
              </c:pt>
              <c:pt idx="128">
                <c:v>1.7176057459273668</c:v>
              </c:pt>
              <c:pt idx="129">
                <c:v>1.7176057459273668</c:v>
              </c:pt>
              <c:pt idx="130">
                <c:v>1.7176057459273668</c:v>
              </c:pt>
              <c:pt idx="131">
                <c:v>1.7176057459273668</c:v>
              </c:pt>
              <c:pt idx="132">
                <c:v>1.7176057459273668</c:v>
              </c:pt>
              <c:pt idx="133">
                <c:v>1.7176057459273668</c:v>
              </c:pt>
              <c:pt idx="134">
                <c:v>1.7176057459273668</c:v>
              </c:pt>
              <c:pt idx="135">
                <c:v>1.7176057459273668</c:v>
              </c:pt>
              <c:pt idx="136">
                <c:v>1.7176057459273668</c:v>
              </c:pt>
              <c:pt idx="137">
                <c:v>1.7176057459273668</c:v>
              </c:pt>
              <c:pt idx="138">
                <c:v>1.7176057459273668</c:v>
              </c:pt>
              <c:pt idx="139">
                <c:v>1.7176057459273668</c:v>
              </c:pt>
              <c:pt idx="140">
                <c:v>1.7176057459273668</c:v>
              </c:pt>
              <c:pt idx="141">
                <c:v>1.7176057459273668</c:v>
              </c:pt>
              <c:pt idx="142">
                <c:v>1.7176057459273668</c:v>
              </c:pt>
              <c:pt idx="143">
                <c:v>1.7176057459273668</c:v>
              </c:pt>
              <c:pt idx="144">
                <c:v>1.7176057459273668</c:v>
              </c:pt>
              <c:pt idx="145">
                <c:v>1.7176057459273668</c:v>
              </c:pt>
              <c:pt idx="146">
                <c:v>1.7176057459273668</c:v>
              </c:pt>
              <c:pt idx="147">
                <c:v>1.7176057459273668</c:v>
              </c:pt>
              <c:pt idx="148">
                <c:v>1.7176057459273668</c:v>
              </c:pt>
              <c:pt idx="149">
                <c:v>1.7176057459273668</c:v>
              </c:pt>
              <c:pt idx="150">
                <c:v>1.7176057459273668</c:v>
              </c:pt>
              <c:pt idx="151">
                <c:v>1.7176057459273668</c:v>
              </c:pt>
              <c:pt idx="152">
                <c:v>1.7176057459273668</c:v>
              </c:pt>
              <c:pt idx="153">
                <c:v>1.7176057459273668</c:v>
              </c:pt>
              <c:pt idx="154">
                <c:v>1.7176057459273668</c:v>
              </c:pt>
              <c:pt idx="155">
                <c:v>1.7176057459273668</c:v>
              </c:pt>
              <c:pt idx="156">
                <c:v>1.7176057459273668</c:v>
              </c:pt>
              <c:pt idx="157">
                <c:v>1.7176057459273668</c:v>
              </c:pt>
              <c:pt idx="158">
                <c:v>1.7176057459273668</c:v>
              </c:pt>
              <c:pt idx="159">
                <c:v>1.7176057459273668</c:v>
              </c:pt>
              <c:pt idx="160">
                <c:v>1.7176057459273668</c:v>
              </c:pt>
              <c:pt idx="161">
                <c:v>1.7176057459273668</c:v>
              </c:pt>
              <c:pt idx="162">
                <c:v>1.7176057459273668</c:v>
              </c:pt>
              <c:pt idx="163">
                <c:v>1.7176057459273668</c:v>
              </c:pt>
              <c:pt idx="164">
                <c:v>1.7176057459273668</c:v>
              </c:pt>
              <c:pt idx="165">
                <c:v>1.7176057459273668</c:v>
              </c:pt>
              <c:pt idx="166">
                <c:v>1.7176057459273668</c:v>
              </c:pt>
              <c:pt idx="167">
                <c:v>1.7176057459273668</c:v>
              </c:pt>
              <c:pt idx="168">
                <c:v>1.7176057459273668</c:v>
              </c:pt>
              <c:pt idx="169">
                <c:v>1.7176057459273668</c:v>
              </c:pt>
              <c:pt idx="170">
                <c:v>1.7176057459273668</c:v>
              </c:pt>
              <c:pt idx="171">
                <c:v>1.7176057459273668</c:v>
              </c:pt>
              <c:pt idx="172">
                <c:v>1.7176057459273668</c:v>
              </c:pt>
              <c:pt idx="173">
                <c:v>1.7176057459273668</c:v>
              </c:pt>
              <c:pt idx="174">
                <c:v>1.7176057459273668</c:v>
              </c:pt>
              <c:pt idx="175">
                <c:v>1.7176057459273668</c:v>
              </c:pt>
              <c:pt idx="176">
                <c:v>1.7176057459273668</c:v>
              </c:pt>
              <c:pt idx="177">
                <c:v>1.7176057459273668</c:v>
              </c:pt>
              <c:pt idx="178">
                <c:v>1.7176057459273668</c:v>
              </c:pt>
              <c:pt idx="179">
                <c:v>1.7176057459273668</c:v>
              </c:pt>
              <c:pt idx="180">
                <c:v>1.7176057459273668</c:v>
              </c:pt>
              <c:pt idx="181">
                <c:v>1.7176057459273668</c:v>
              </c:pt>
              <c:pt idx="182">
                <c:v>1.7176057459273668</c:v>
              </c:pt>
              <c:pt idx="183">
                <c:v>1.7176057459273668</c:v>
              </c:pt>
              <c:pt idx="184">
                <c:v>1.7176057459273668</c:v>
              </c:pt>
              <c:pt idx="185">
                <c:v>1.7176057459273668</c:v>
              </c:pt>
              <c:pt idx="186">
                <c:v>1.7176057459273668</c:v>
              </c:pt>
              <c:pt idx="187">
                <c:v>1.7176057459273668</c:v>
              </c:pt>
              <c:pt idx="188">
                <c:v>1.7176057459273668</c:v>
              </c:pt>
              <c:pt idx="189">
                <c:v>1.7176057459273668</c:v>
              </c:pt>
              <c:pt idx="190">
                <c:v>1.7176057459273668</c:v>
              </c:pt>
              <c:pt idx="191">
                <c:v>1.7176057459273668</c:v>
              </c:pt>
              <c:pt idx="192">
                <c:v>1.7176057459273668</c:v>
              </c:pt>
              <c:pt idx="193">
                <c:v>1.7176057459273668</c:v>
              </c:pt>
              <c:pt idx="194">
                <c:v>1.7176057459273668</c:v>
              </c:pt>
              <c:pt idx="195">
                <c:v>1.7176057459273668</c:v>
              </c:pt>
              <c:pt idx="196">
                <c:v>1.7176057459273668</c:v>
              </c:pt>
              <c:pt idx="197">
                <c:v>1.7176057459273668</c:v>
              </c:pt>
              <c:pt idx="198">
                <c:v>1.7176057459273668</c:v>
              </c:pt>
              <c:pt idx="199">
                <c:v>1.7176057459273668</c:v>
              </c:pt>
              <c:pt idx="200">
                <c:v>1.7176057459273668</c:v>
              </c:pt>
              <c:pt idx="201">
                <c:v>1.7176057459273668</c:v>
              </c:pt>
              <c:pt idx="202">
                <c:v>1.7176057459273668</c:v>
              </c:pt>
              <c:pt idx="203">
                <c:v>1.7176057459273668</c:v>
              </c:pt>
              <c:pt idx="204">
                <c:v>1.7176057459273668</c:v>
              </c:pt>
              <c:pt idx="205">
                <c:v>1.7176057459273668</c:v>
              </c:pt>
              <c:pt idx="206">
                <c:v>1.7176057459273668</c:v>
              </c:pt>
              <c:pt idx="207">
                <c:v>1.7176057459273668</c:v>
              </c:pt>
              <c:pt idx="208">
                <c:v>1.7176057459273668</c:v>
              </c:pt>
              <c:pt idx="209">
                <c:v>1.7176057459273668</c:v>
              </c:pt>
              <c:pt idx="210">
                <c:v>1.7176057459273668</c:v>
              </c:pt>
              <c:pt idx="211">
                <c:v>1.7176057459273668</c:v>
              </c:pt>
              <c:pt idx="212">
                <c:v>1.7176057459273668</c:v>
              </c:pt>
              <c:pt idx="213">
                <c:v>1.7176057459273668</c:v>
              </c:pt>
              <c:pt idx="214">
                <c:v>1.7176057459273668</c:v>
              </c:pt>
              <c:pt idx="215">
                <c:v>1.7176057459273668</c:v>
              </c:pt>
              <c:pt idx="216">
                <c:v>1.7176057459273668</c:v>
              </c:pt>
              <c:pt idx="217">
                <c:v>1.7176057459273668</c:v>
              </c:pt>
              <c:pt idx="218">
                <c:v>1.7176057459273668</c:v>
              </c:pt>
              <c:pt idx="219">
                <c:v>1.7176057459273668</c:v>
              </c:pt>
              <c:pt idx="220">
                <c:v>1.7176057459273668</c:v>
              </c:pt>
              <c:pt idx="221">
                <c:v>1.7176057459273668</c:v>
              </c:pt>
              <c:pt idx="222">
                <c:v>1.7176057459273668</c:v>
              </c:pt>
              <c:pt idx="223">
                <c:v>1.7176057459273668</c:v>
              </c:pt>
              <c:pt idx="224">
                <c:v>1.7176057459273668</c:v>
              </c:pt>
              <c:pt idx="225">
                <c:v>1.7176057459273668</c:v>
              </c:pt>
              <c:pt idx="226">
                <c:v>1.7176057459273668</c:v>
              </c:pt>
              <c:pt idx="227">
                <c:v>1.7176057459273668</c:v>
              </c:pt>
              <c:pt idx="228">
                <c:v>1.7176057459273668</c:v>
              </c:pt>
              <c:pt idx="229">
                <c:v>1.7176057459273668</c:v>
              </c:pt>
              <c:pt idx="230">
                <c:v>1.7176057459273668</c:v>
              </c:pt>
              <c:pt idx="231">
                <c:v>1.7176057459273668</c:v>
              </c:pt>
              <c:pt idx="232">
                <c:v>1.7176057459273668</c:v>
              </c:pt>
              <c:pt idx="233">
                <c:v>1.7176057459273668</c:v>
              </c:pt>
              <c:pt idx="234">
                <c:v>1.7176057459273668</c:v>
              </c:pt>
              <c:pt idx="235">
                <c:v>1.7176057459273668</c:v>
              </c:pt>
              <c:pt idx="236">
                <c:v>1.7176057459273668</c:v>
              </c:pt>
              <c:pt idx="237">
                <c:v>1.7176057459273668</c:v>
              </c:pt>
              <c:pt idx="238">
                <c:v>1.7176057459273668</c:v>
              </c:pt>
              <c:pt idx="239">
                <c:v>1.7176057459273668</c:v>
              </c:pt>
              <c:pt idx="240">
                <c:v>1.7176057459273668</c:v>
              </c:pt>
              <c:pt idx="241">
                <c:v>1.7176057459273668</c:v>
              </c:pt>
              <c:pt idx="242">
                <c:v>1.7176057459273668</c:v>
              </c:pt>
              <c:pt idx="243">
                <c:v>1.7176057459273668</c:v>
              </c:pt>
              <c:pt idx="244">
                <c:v>1.7176057459273668</c:v>
              </c:pt>
              <c:pt idx="245">
                <c:v>1.7176057459273668</c:v>
              </c:pt>
              <c:pt idx="246">
                <c:v>1.7176057459273668</c:v>
              </c:pt>
              <c:pt idx="247">
                <c:v>1.7176057459273668</c:v>
              </c:pt>
              <c:pt idx="248">
                <c:v>1.7176057459273668</c:v>
              </c:pt>
              <c:pt idx="249">
                <c:v>1.7176057459273668</c:v>
              </c:pt>
              <c:pt idx="250">
                <c:v>1.7176057459273668</c:v>
              </c:pt>
              <c:pt idx="251">
                <c:v>1.7176057459273668</c:v>
              </c:pt>
              <c:pt idx="252">
                <c:v>1.7176057459273668</c:v>
              </c:pt>
              <c:pt idx="253">
                <c:v>1.7176057459273668</c:v>
              </c:pt>
              <c:pt idx="254">
                <c:v>1.7176057459273668</c:v>
              </c:pt>
              <c:pt idx="255">
                <c:v>1.7176057459273668</c:v>
              </c:pt>
              <c:pt idx="256">
                <c:v>1.7176057459273668</c:v>
              </c:pt>
              <c:pt idx="257">
                <c:v>1.7176057459273668</c:v>
              </c:pt>
              <c:pt idx="258">
                <c:v>1.7176057459273668</c:v>
              </c:pt>
              <c:pt idx="259">
                <c:v>1.7176057459273668</c:v>
              </c:pt>
              <c:pt idx="260">
                <c:v>1.7176057459273668</c:v>
              </c:pt>
              <c:pt idx="261">
                <c:v>1.7176057459273668</c:v>
              </c:pt>
              <c:pt idx="262">
                <c:v>1.7176057459273668</c:v>
              </c:pt>
              <c:pt idx="263">
                <c:v>1.7176057459273668</c:v>
              </c:pt>
              <c:pt idx="264">
                <c:v>1.7176057459273668</c:v>
              </c:pt>
              <c:pt idx="265">
                <c:v>1.7176057459273668</c:v>
              </c:pt>
              <c:pt idx="266">
                <c:v>1.7176057459273668</c:v>
              </c:pt>
              <c:pt idx="267">
                <c:v>1.7176057459273668</c:v>
              </c:pt>
              <c:pt idx="268">
                <c:v>1.7176057459273668</c:v>
              </c:pt>
              <c:pt idx="269">
                <c:v>1.7176057459273668</c:v>
              </c:pt>
              <c:pt idx="270">
                <c:v>1.7176057459273668</c:v>
              </c:pt>
              <c:pt idx="271">
                <c:v>1.7176057459273668</c:v>
              </c:pt>
              <c:pt idx="272">
                <c:v>1.7176057459273668</c:v>
              </c:pt>
              <c:pt idx="273">
                <c:v>1.7176057459273668</c:v>
              </c:pt>
              <c:pt idx="274">
                <c:v>1.7176057459273668</c:v>
              </c:pt>
              <c:pt idx="275">
                <c:v>1.7176057459273668</c:v>
              </c:pt>
              <c:pt idx="276">
                <c:v>1.7176057459273668</c:v>
              </c:pt>
              <c:pt idx="277">
                <c:v>1.7176057459273668</c:v>
              </c:pt>
              <c:pt idx="278">
                <c:v>1.7176057459273668</c:v>
              </c:pt>
              <c:pt idx="279">
                <c:v>1.7176057459273668</c:v>
              </c:pt>
              <c:pt idx="280">
                <c:v>1.7176057459273668</c:v>
              </c:pt>
              <c:pt idx="281">
                <c:v>1.7176057459273668</c:v>
              </c:pt>
              <c:pt idx="282">
                <c:v>1.7176057459273668</c:v>
              </c:pt>
              <c:pt idx="283">
                <c:v>1.7176057459273668</c:v>
              </c:pt>
              <c:pt idx="284">
                <c:v>1.7176057459273668</c:v>
              </c:pt>
              <c:pt idx="285">
                <c:v>1.7176057459273668</c:v>
              </c:pt>
              <c:pt idx="286">
                <c:v>1.7176057459273668</c:v>
              </c:pt>
              <c:pt idx="287">
                <c:v>1.7176057459273668</c:v>
              </c:pt>
              <c:pt idx="288">
                <c:v>1.7176057459273668</c:v>
              </c:pt>
              <c:pt idx="289">
                <c:v>1.7176057459273668</c:v>
              </c:pt>
              <c:pt idx="290">
                <c:v>1.7176057459273668</c:v>
              </c:pt>
              <c:pt idx="291">
                <c:v>1.7176057459273668</c:v>
              </c:pt>
              <c:pt idx="292">
                <c:v>1.7176057459273668</c:v>
              </c:pt>
              <c:pt idx="293">
                <c:v>1.7176057459273668</c:v>
              </c:pt>
              <c:pt idx="294">
                <c:v>1.7176057459273668</c:v>
              </c:pt>
              <c:pt idx="295">
                <c:v>1.7176057459273668</c:v>
              </c:pt>
              <c:pt idx="296">
                <c:v>1.7176057459273668</c:v>
              </c:pt>
              <c:pt idx="297">
                <c:v>1.7176057459273668</c:v>
              </c:pt>
              <c:pt idx="298">
                <c:v>1.7176057459273668</c:v>
              </c:pt>
              <c:pt idx="299">
                <c:v>1.7176057459273668</c:v>
              </c:pt>
              <c:pt idx="300">
                <c:v>1.7176057459273668</c:v>
              </c:pt>
              <c:pt idx="301">
                <c:v>1.7176057459273668</c:v>
              </c:pt>
              <c:pt idx="302">
                <c:v>1.7176057459273668</c:v>
              </c:pt>
              <c:pt idx="303">
                <c:v>1.7176057459273668</c:v>
              </c:pt>
              <c:pt idx="304">
                <c:v>1.7176057459273668</c:v>
              </c:pt>
              <c:pt idx="305">
                <c:v>1.7176057459273668</c:v>
              </c:pt>
              <c:pt idx="306">
                <c:v>1.7176057459273668</c:v>
              </c:pt>
              <c:pt idx="307">
                <c:v>1.7176057459273668</c:v>
              </c:pt>
              <c:pt idx="308">
                <c:v>1.7176057459273668</c:v>
              </c:pt>
              <c:pt idx="309">
                <c:v>1.7176057459273668</c:v>
              </c:pt>
              <c:pt idx="310">
                <c:v>1.7176057459273668</c:v>
              </c:pt>
              <c:pt idx="311">
                <c:v>1.7176057459273668</c:v>
              </c:pt>
              <c:pt idx="312">
                <c:v>1.7176057459273668</c:v>
              </c:pt>
              <c:pt idx="313">
                <c:v>1.7176057459273668</c:v>
              </c:pt>
              <c:pt idx="314">
                <c:v>1.7176057459273668</c:v>
              </c:pt>
              <c:pt idx="315">
                <c:v>1.7176057459273668</c:v>
              </c:pt>
              <c:pt idx="316">
                <c:v>1.7176057459273668</c:v>
              </c:pt>
              <c:pt idx="317">
                <c:v>1.7176057459273668</c:v>
              </c:pt>
              <c:pt idx="318">
                <c:v>1.7176057459273668</c:v>
              </c:pt>
              <c:pt idx="319">
                <c:v>1.7176057459273668</c:v>
              </c:pt>
              <c:pt idx="320">
                <c:v>1.7176057459273668</c:v>
              </c:pt>
              <c:pt idx="321">
                <c:v>1.7176057459273668</c:v>
              </c:pt>
              <c:pt idx="322">
                <c:v>1.7176057459273668</c:v>
              </c:pt>
              <c:pt idx="323">
                <c:v>1.7176057459273668</c:v>
              </c:pt>
              <c:pt idx="324">
                <c:v>1.7176057459273668</c:v>
              </c:pt>
              <c:pt idx="325">
                <c:v>1.7176057459273668</c:v>
              </c:pt>
              <c:pt idx="326">
                <c:v>1.7176057459273668</c:v>
              </c:pt>
              <c:pt idx="327">
                <c:v>1.7176057459273668</c:v>
              </c:pt>
              <c:pt idx="328">
                <c:v>1.7176057459273668</c:v>
              </c:pt>
              <c:pt idx="329">
                <c:v>1.7176057459273668</c:v>
              </c:pt>
              <c:pt idx="330">
                <c:v>1.7176057459273668</c:v>
              </c:pt>
              <c:pt idx="331">
                <c:v>1.7176057459273668</c:v>
              </c:pt>
              <c:pt idx="332">
                <c:v>1.7176057459273668</c:v>
              </c:pt>
              <c:pt idx="333">
                <c:v>1.7176057459273668</c:v>
              </c:pt>
              <c:pt idx="334">
                <c:v>1.7176057459273668</c:v>
              </c:pt>
              <c:pt idx="335">
                <c:v>1.7176057459273668</c:v>
              </c:pt>
              <c:pt idx="336">
                <c:v>1.7176057459273668</c:v>
              </c:pt>
              <c:pt idx="337">
                <c:v>1.7176057459273668</c:v>
              </c:pt>
              <c:pt idx="338">
                <c:v>1.7176057459273668</c:v>
              </c:pt>
              <c:pt idx="339">
                <c:v>1.7176057459273668</c:v>
              </c:pt>
              <c:pt idx="340">
                <c:v>1.7176057459273668</c:v>
              </c:pt>
              <c:pt idx="341">
                <c:v>1.7176057459273668</c:v>
              </c:pt>
              <c:pt idx="342">
                <c:v>1.7176057459273668</c:v>
              </c:pt>
              <c:pt idx="343">
                <c:v>1.7176057459273668</c:v>
              </c:pt>
              <c:pt idx="344">
                <c:v>1.7176057459273668</c:v>
              </c:pt>
              <c:pt idx="345">
                <c:v>1.7176057459273668</c:v>
              </c:pt>
              <c:pt idx="346">
                <c:v>1.7176057459273668</c:v>
              </c:pt>
              <c:pt idx="347">
                <c:v>1.7176057459273668</c:v>
              </c:pt>
              <c:pt idx="348">
                <c:v>1.7176057459273668</c:v>
              </c:pt>
              <c:pt idx="349">
                <c:v>1.7176057459273668</c:v>
              </c:pt>
              <c:pt idx="350">
                <c:v>1.7176057459273668</c:v>
              </c:pt>
              <c:pt idx="351">
                <c:v>1.7176057459273668</c:v>
              </c:pt>
              <c:pt idx="352">
                <c:v>1.7176057459273668</c:v>
              </c:pt>
              <c:pt idx="353">
                <c:v>1.7176057459273668</c:v>
              </c:pt>
              <c:pt idx="354">
                <c:v>1.7176057459273668</c:v>
              </c:pt>
              <c:pt idx="355">
                <c:v>1.7176057459273668</c:v>
              </c:pt>
              <c:pt idx="356">
                <c:v>1.7176057459273668</c:v>
              </c:pt>
              <c:pt idx="357">
                <c:v>1.7176057459273668</c:v>
              </c:pt>
              <c:pt idx="358">
                <c:v>1.7176057459273668</c:v>
              </c:pt>
              <c:pt idx="359">
                <c:v>1.7176057459273668</c:v>
              </c:pt>
              <c:pt idx="360">
                <c:v>1.7176057459273668</c:v>
              </c:pt>
              <c:pt idx="361">
                <c:v>1.7176057459273668</c:v>
              </c:pt>
              <c:pt idx="362">
                <c:v>1.7176057459273668</c:v>
              </c:pt>
              <c:pt idx="363">
                <c:v>1.7176057459273668</c:v>
              </c:pt>
              <c:pt idx="364">
                <c:v>1.7176057459273668</c:v>
              </c:pt>
              <c:pt idx="365">
                <c:v>1.7176057459273668</c:v>
              </c:pt>
              <c:pt idx="366">
                <c:v>1.7176057459273668</c:v>
              </c:pt>
              <c:pt idx="367">
                <c:v>1.7176057459273668</c:v>
              </c:pt>
              <c:pt idx="368">
                <c:v>1.7176057459273668</c:v>
              </c:pt>
              <c:pt idx="369">
                <c:v>1.7176057459273668</c:v>
              </c:pt>
              <c:pt idx="370">
                <c:v>1.7176057459273668</c:v>
              </c:pt>
              <c:pt idx="371">
                <c:v>1.7176057459273668</c:v>
              </c:pt>
              <c:pt idx="372">
                <c:v>1.7176057459273668</c:v>
              </c:pt>
              <c:pt idx="373">
                <c:v>1.7176057459273668</c:v>
              </c:pt>
              <c:pt idx="374">
                <c:v>1.7176057459273668</c:v>
              </c:pt>
              <c:pt idx="375">
                <c:v>1.7176057459273668</c:v>
              </c:pt>
              <c:pt idx="376">
                <c:v>1.7176057459273668</c:v>
              </c:pt>
              <c:pt idx="377">
                <c:v>1.7176057459273668</c:v>
              </c:pt>
              <c:pt idx="378">
                <c:v>1.7176057459273668</c:v>
              </c:pt>
              <c:pt idx="379">
                <c:v>1.7176057459273668</c:v>
              </c:pt>
              <c:pt idx="380">
                <c:v>1.7176057459273668</c:v>
              </c:pt>
              <c:pt idx="381">
                <c:v>1.7176057459273668</c:v>
              </c:pt>
              <c:pt idx="382">
                <c:v>1.7176057459273668</c:v>
              </c:pt>
              <c:pt idx="383">
                <c:v>1.7176057459273668</c:v>
              </c:pt>
              <c:pt idx="384">
                <c:v>1.7176057459273668</c:v>
              </c:pt>
              <c:pt idx="385">
                <c:v>1.7176057459273668</c:v>
              </c:pt>
              <c:pt idx="386">
                <c:v>1.7176057459273668</c:v>
              </c:pt>
              <c:pt idx="387">
                <c:v>1.7176057459273668</c:v>
              </c:pt>
              <c:pt idx="388">
                <c:v>1.7176057459273668</c:v>
              </c:pt>
              <c:pt idx="389">
                <c:v>1.7176057459273668</c:v>
              </c:pt>
              <c:pt idx="390">
                <c:v>1.7176057459273668</c:v>
              </c:pt>
              <c:pt idx="391">
                <c:v>1.7176057459273668</c:v>
              </c:pt>
              <c:pt idx="392">
                <c:v>1.7176057459273668</c:v>
              </c:pt>
              <c:pt idx="393">
                <c:v>1.7176057459273668</c:v>
              </c:pt>
              <c:pt idx="394">
                <c:v>1.7176057459273668</c:v>
              </c:pt>
              <c:pt idx="395">
                <c:v>1.7176057459273668</c:v>
              </c:pt>
              <c:pt idx="396">
                <c:v>1.7176057459273668</c:v>
              </c:pt>
              <c:pt idx="397">
                <c:v>1.7176057459273668</c:v>
              </c:pt>
              <c:pt idx="398">
                <c:v>1.7176057459273668</c:v>
              </c:pt>
              <c:pt idx="399">
                <c:v>1.7176057459273668</c:v>
              </c:pt>
              <c:pt idx="400">
                <c:v>1.7176057459273668</c:v>
              </c:pt>
              <c:pt idx="401">
                <c:v>1.7176057459273668</c:v>
              </c:pt>
              <c:pt idx="402">
                <c:v>1.7176057459273668</c:v>
              </c:pt>
              <c:pt idx="403">
                <c:v>1.7176057459273668</c:v>
              </c:pt>
              <c:pt idx="404">
                <c:v>1.7176057459273668</c:v>
              </c:pt>
              <c:pt idx="405">
                <c:v>1.7176057459273668</c:v>
              </c:pt>
              <c:pt idx="406">
                <c:v>1.7176057459273668</c:v>
              </c:pt>
              <c:pt idx="407">
                <c:v>1.7176057459273668</c:v>
              </c:pt>
              <c:pt idx="408">
                <c:v>1.7176057459273668</c:v>
              </c:pt>
              <c:pt idx="409">
                <c:v>1.7176057459273668</c:v>
              </c:pt>
              <c:pt idx="410">
                <c:v>1.7176057459273668</c:v>
              </c:pt>
              <c:pt idx="411">
                <c:v>1.7176057459273668</c:v>
              </c:pt>
              <c:pt idx="412">
                <c:v>1.7176057459273668</c:v>
              </c:pt>
              <c:pt idx="413">
                <c:v>1.7176057459273668</c:v>
              </c:pt>
              <c:pt idx="414">
                <c:v>1.7176057459273668</c:v>
              </c:pt>
              <c:pt idx="415">
                <c:v>1.7176057459273668</c:v>
              </c:pt>
              <c:pt idx="416">
                <c:v>1.7176057459273668</c:v>
              </c:pt>
              <c:pt idx="417">
                <c:v>1.7176057459273668</c:v>
              </c:pt>
              <c:pt idx="418">
                <c:v>1.7176057459273668</c:v>
              </c:pt>
              <c:pt idx="419">
                <c:v>1.7176057459273668</c:v>
              </c:pt>
              <c:pt idx="420">
                <c:v>1.7176057459273668</c:v>
              </c:pt>
              <c:pt idx="421">
                <c:v>1.7176057459273668</c:v>
              </c:pt>
              <c:pt idx="422">
                <c:v>1.7176057459273668</c:v>
              </c:pt>
              <c:pt idx="423">
                <c:v>1.7176057459273668</c:v>
              </c:pt>
              <c:pt idx="424">
                <c:v>1.7176057459273668</c:v>
              </c:pt>
              <c:pt idx="425">
                <c:v>1.7176057459273668</c:v>
              </c:pt>
              <c:pt idx="426">
                <c:v>1.7176057459273668</c:v>
              </c:pt>
              <c:pt idx="427">
                <c:v>1.7176057459273668</c:v>
              </c:pt>
              <c:pt idx="428">
                <c:v>1.7176057459273668</c:v>
              </c:pt>
              <c:pt idx="429">
                <c:v>1.7176057459273668</c:v>
              </c:pt>
              <c:pt idx="430">
                <c:v>1.7176057459273668</c:v>
              </c:pt>
              <c:pt idx="431">
                <c:v>1.7176057459273668</c:v>
              </c:pt>
              <c:pt idx="432">
                <c:v>1.7176057459273668</c:v>
              </c:pt>
              <c:pt idx="433">
                <c:v>1.7176057459273668</c:v>
              </c:pt>
              <c:pt idx="434">
                <c:v>1.7176057459273668</c:v>
              </c:pt>
              <c:pt idx="435">
                <c:v>1.7176057459273668</c:v>
              </c:pt>
              <c:pt idx="436">
                <c:v>1.7176057459273668</c:v>
              </c:pt>
              <c:pt idx="437">
                <c:v>1.7176057459273668</c:v>
              </c:pt>
              <c:pt idx="438">
                <c:v>1.7176057459273668</c:v>
              </c:pt>
              <c:pt idx="439">
                <c:v>1.7176057459273668</c:v>
              </c:pt>
              <c:pt idx="440">
                <c:v>1.7176057459273668</c:v>
              </c:pt>
              <c:pt idx="441">
                <c:v>1.7176057459273668</c:v>
              </c:pt>
              <c:pt idx="442">
                <c:v>1.7176057459273668</c:v>
              </c:pt>
              <c:pt idx="443">
                <c:v>1.7176057459273668</c:v>
              </c:pt>
              <c:pt idx="444">
                <c:v>1.7176057459273668</c:v>
              </c:pt>
              <c:pt idx="445">
                <c:v>1.7176057459273668</c:v>
              </c:pt>
              <c:pt idx="446">
                <c:v>1.7176057459273668</c:v>
              </c:pt>
              <c:pt idx="447">
                <c:v>1.7176057459273668</c:v>
              </c:pt>
              <c:pt idx="448">
                <c:v>1.7176057459273668</c:v>
              </c:pt>
              <c:pt idx="449">
                <c:v>1.7176057459273668</c:v>
              </c:pt>
            </c:numLit>
          </c:xVal>
          <c:yVal>
            <c:numLit>
              <c:formatCode>0.0</c:formatCode>
              <c:ptCount val="450"/>
              <c:pt idx="0">
                <c:v>3.761988422676205</c:v>
              </c:pt>
              <c:pt idx="1">
                <c:v>3.761988422676205</c:v>
              </c:pt>
              <c:pt idx="2">
                <c:v>3.761988422676205</c:v>
              </c:pt>
              <c:pt idx="3">
                <c:v>3.761988422676205</c:v>
              </c:pt>
              <c:pt idx="4">
                <c:v>3.761988422676205</c:v>
              </c:pt>
              <c:pt idx="5">
                <c:v>3.761988422676205</c:v>
              </c:pt>
              <c:pt idx="6">
                <c:v>3.761988422676205</c:v>
              </c:pt>
              <c:pt idx="7">
                <c:v>3.761988422676205</c:v>
              </c:pt>
              <c:pt idx="8">
                <c:v>3.761988422676205</c:v>
              </c:pt>
              <c:pt idx="9">
                <c:v>3.761988422676205</c:v>
              </c:pt>
              <c:pt idx="10">
                <c:v>3.761988422676205</c:v>
              </c:pt>
              <c:pt idx="11">
                <c:v>3.761988422676205</c:v>
              </c:pt>
              <c:pt idx="12">
                <c:v>3.761988422676205</c:v>
              </c:pt>
              <c:pt idx="13">
                <c:v>3.761988422676205</c:v>
              </c:pt>
              <c:pt idx="14">
                <c:v>3.761988422676205</c:v>
              </c:pt>
              <c:pt idx="15">
                <c:v>3.761988422676205</c:v>
              </c:pt>
              <c:pt idx="16">
                <c:v>3.761988422676205</c:v>
              </c:pt>
              <c:pt idx="17">
                <c:v>3.761988422676205</c:v>
              </c:pt>
              <c:pt idx="18">
                <c:v>3.761988422676205</c:v>
              </c:pt>
              <c:pt idx="19">
                <c:v>3.761988422676205</c:v>
              </c:pt>
              <c:pt idx="20">
                <c:v>3.761988422676205</c:v>
              </c:pt>
              <c:pt idx="21">
                <c:v>3.761988422676205</c:v>
              </c:pt>
              <c:pt idx="22">
                <c:v>3.761988422676205</c:v>
              </c:pt>
              <c:pt idx="23">
                <c:v>3.761988422676205</c:v>
              </c:pt>
              <c:pt idx="24">
                <c:v>3.761988422676205</c:v>
              </c:pt>
              <c:pt idx="25">
                <c:v>3.761988422676205</c:v>
              </c:pt>
              <c:pt idx="26">
                <c:v>3.761988422676205</c:v>
              </c:pt>
              <c:pt idx="27">
                <c:v>3.761988422676205</c:v>
              </c:pt>
              <c:pt idx="28">
                <c:v>3.761988422676205</c:v>
              </c:pt>
              <c:pt idx="29">
                <c:v>3.761988422676205</c:v>
              </c:pt>
              <c:pt idx="30">
                <c:v>3.761988422676205</c:v>
              </c:pt>
              <c:pt idx="31">
                <c:v>3.761988422676205</c:v>
              </c:pt>
              <c:pt idx="32">
                <c:v>3.761988422676205</c:v>
              </c:pt>
              <c:pt idx="33">
                <c:v>3.761988422676205</c:v>
              </c:pt>
              <c:pt idx="34">
                <c:v>3.761988422676205</c:v>
              </c:pt>
              <c:pt idx="35">
                <c:v>3.761988422676205</c:v>
              </c:pt>
              <c:pt idx="36">
                <c:v>3.761988422676205</c:v>
              </c:pt>
              <c:pt idx="37">
                <c:v>3.761988422676205</c:v>
              </c:pt>
              <c:pt idx="38">
                <c:v>3.761988422676205</c:v>
              </c:pt>
              <c:pt idx="39">
                <c:v>3.761988422676205</c:v>
              </c:pt>
              <c:pt idx="40">
                <c:v>3.761988422676205</c:v>
              </c:pt>
              <c:pt idx="41">
                <c:v>3.761988422676205</c:v>
              </c:pt>
              <c:pt idx="42">
                <c:v>3.761988422676205</c:v>
              </c:pt>
              <c:pt idx="43">
                <c:v>3.761988422676205</c:v>
              </c:pt>
              <c:pt idx="44">
                <c:v>3.761988422676205</c:v>
              </c:pt>
              <c:pt idx="45">
                <c:v>3.761988422676205</c:v>
              </c:pt>
              <c:pt idx="46">
                <c:v>3.761988422676205</c:v>
              </c:pt>
              <c:pt idx="47">
                <c:v>3.761988422676205</c:v>
              </c:pt>
              <c:pt idx="48">
                <c:v>3.761988422676205</c:v>
              </c:pt>
              <c:pt idx="49">
                <c:v>3.761988422676205</c:v>
              </c:pt>
              <c:pt idx="50">
                <c:v>3.761988422676205</c:v>
              </c:pt>
              <c:pt idx="51">
                <c:v>3.761988422676205</c:v>
              </c:pt>
              <c:pt idx="52">
                <c:v>3.761988422676205</c:v>
              </c:pt>
              <c:pt idx="53">
                <c:v>3.761988422676205</c:v>
              </c:pt>
              <c:pt idx="54">
                <c:v>3.761988422676205</c:v>
              </c:pt>
              <c:pt idx="55">
                <c:v>3.761988422676205</c:v>
              </c:pt>
              <c:pt idx="56">
                <c:v>3.761988422676205</c:v>
              </c:pt>
              <c:pt idx="57">
                <c:v>3.761988422676205</c:v>
              </c:pt>
              <c:pt idx="58">
                <c:v>3.761988422676205</c:v>
              </c:pt>
              <c:pt idx="59">
                <c:v>3.761988422676205</c:v>
              </c:pt>
              <c:pt idx="60">
                <c:v>3.761988422676205</c:v>
              </c:pt>
              <c:pt idx="61">
                <c:v>3.761988422676205</c:v>
              </c:pt>
              <c:pt idx="62">
                <c:v>3.761988422676205</c:v>
              </c:pt>
              <c:pt idx="63">
                <c:v>3.761988422676205</c:v>
              </c:pt>
              <c:pt idx="64">
                <c:v>3.761988422676205</c:v>
              </c:pt>
              <c:pt idx="65">
                <c:v>3.761988422676205</c:v>
              </c:pt>
              <c:pt idx="66">
                <c:v>3.761988422676205</c:v>
              </c:pt>
              <c:pt idx="67">
                <c:v>3.761988422676205</c:v>
              </c:pt>
              <c:pt idx="68">
                <c:v>3.761988422676205</c:v>
              </c:pt>
              <c:pt idx="69">
                <c:v>3.761988422676205</c:v>
              </c:pt>
              <c:pt idx="70">
                <c:v>3.761988422676205</c:v>
              </c:pt>
              <c:pt idx="71">
                <c:v>3.761988422676205</c:v>
              </c:pt>
              <c:pt idx="72">
                <c:v>3.761988422676205</c:v>
              </c:pt>
              <c:pt idx="73">
                <c:v>3.761988422676205</c:v>
              </c:pt>
              <c:pt idx="74">
                <c:v>3.761988422676205</c:v>
              </c:pt>
              <c:pt idx="75">
                <c:v>3.761988422676205</c:v>
              </c:pt>
              <c:pt idx="76">
                <c:v>3.761988422676205</c:v>
              </c:pt>
              <c:pt idx="77">
                <c:v>3.761988422676205</c:v>
              </c:pt>
              <c:pt idx="78">
                <c:v>3.761988422676205</c:v>
              </c:pt>
              <c:pt idx="79">
                <c:v>3.761988422676205</c:v>
              </c:pt>
              <c:pt idx="80">
                <c:v>3.761988422676205</c:v>
              </c:pt>
              <c:pt idx="81">
                <c:v>3.761988422676205</c:v>
              </c:pt>
              <c:pt idx="82">
                <c:v>3.761988422676205</c:v>
              </c:pt>
              <c:pt idx="83">
                <c:v>3.761988422676205</c:v>
              </c:pt>
              <c:pt idx="84">
                <c:v>3.761988422676205</c:v>
              </c:pt>
              <c:pt idx="85">
                <c:v>3.761988422676205</c:v>
              </c:pt>
              <c:pt idx="86">
                <c:v>3.761988422676205</c:v>
              </c:pt>
              <c:pt idx="87">
                <c:v>3.761988422676205</c:v>
              </c:pt>
              <c:pt idx="88">
                <c:v>3.761988422676205</c:v>
              </c:pt>
              <c:pt idx="89">
                <c:v>3.761988422676205</c:v>
              </c:pt>
              <c:pt idx="90">
                <c:v>3.761988422676205</c:v>
              </c:pt>
              <c:pt idx="91">
                <c:v>3.761988422676205</c:v>
              </c:pt>
              <c:pt idx="92">
                <c:v>3.761988422676205</c:v>
              </c:pt>
              <c:pt idx="93">
                <c:v>3.761988422676205</c:v>
              </c:pt>
              <c:pt idx="94">
                <c:v>3.761988422676205</c:v>
              </c:pt>
              <c:pt idx="95">
                <c:v>3.761988422676205</c:v>
              </c:pt>
              <c:pt idx="96">
                <c:v>3.761988422676205</c:v>
              </c:pt>
              <c:pt idx="97">
                <c:v>3.761988422676205</c:v>
              </c:pt>
              <c:pt idx="98">
                <c:v>3.761988422676205</c:v>
              </c:pt>
              <c:pt idx="99">
                <c:v>3.761988422676205</c:v>
              </c:pt>
              <c:pt idx="100">
                <c:v>3.761988422676205</c:v>
              </c:pt>
              <c:pt idx="101">
                <c:v>3.761988422676205</c:v>
              </c:pt>
              <c:pt idx="102">
                <c:v>3.761988422676205</c:v>
              </c:pt>
              <c:pt idx="103">
                <c:v>3.761988422676205</c:v>
              </c:pt>
              <c:pt idx="104">
                <c:v>3.761988422676205</c:v>
              </c:pt>
              <c:pt idx="105">
                <c:v>3.761988422676205</c:v>
              </c:pt>
              <c:pt idx="106">
                <c:v>3.761988422676205</c:v>
              </c:pt>
              <c:pt idx="107">
                <c:v>3.761988422676205</c:v>
              </c:pt>
              <c:pt idx="108">
                <c:v>3.761988422676205</c:v>
              </c:pt>
              <c:pt idx="109">
                <c:v>3.761988422676205</c:v>
              </c:pt>
              <c:pt idx="110">
                <c:v>3.761988422676205</c:v>
              </c:pt>
              <c:pt idx="111">
                <c:v>3.761988422676205</c:v>
              </c:pt>
              <c:pt idx="112">
                <c:v>3.761988422676205</c:v>
              </c:pt>
              <c:pt idx="113">
                <c:v>3.761988422676205</c:v>
              </c:pt>
              <c:pt idx="114">
                <c:v>3.761988422676205</c:v>
              </c:pt>
              <c:pt idx="115">
                <c:v>3.761988422676205</c:v>
              </c:pt>
              <c:pt idx="116">
                <c:v>3.761988422676205</c:v>
              </c:pt>
              <c:pt idx="117">
                <c:v>3.761988422676205</c:v>
              </c:pt>
              <c:pt idx="118">
                <c:v>3.761988422676205</c:v>
              </c:pt>
              <c:pt idx="119">
                <c:v>3.761988422676205</c:v>
              </c:pt>
              <c:pt idx="120">
                <c:v>3.761988422676205</c:v>
              </c:pt>
              <c:pt idx="121">
                <c:v>3.761988422676205</c:v>
              </c:pt>
              <c:pt idx="122">
                <c:v>3.761988422676205</c:v>
              </c:pt>
              <c:pt idx="123">
                <c:v>3.761988422676205</c:v>
              </c:pt>
              <c:pt idx="124">
                <c:v>3.761988422676205</c:v>
              </c:pt>
              <c:pt idx="125">
                <c:v>3.761988422676205</c:v>
              </c:pt>
              <c:pt idx="126">
                <c:v>3.761988422676205</c:v>
              </c:pt>
              <c:pt idx="127">
                <c:v>3.761988422676205</c:v>
              </c:pt>
              <c:pt idx="128">
                <c:v>3.761988422676205</c:v>
              </c:pt>
              <c:pt idx="129">
                <c:v>3.761988422676205</c:v>
              </c:pt>
              <c:pt idx="130">
                <c:v>3.761988422676205</c:v>
              </c:pt>
              <c:pt idx="131">
                <c:v>3.761988422676205</c:v>
              </c:pt>
              <c:pt idx="132">
                <c:v>3.761988422676205</c:v>
              </c:pt>
              <c:pt idx="133">
                <c:v>3.761988422676205</c:v>
              </c:pt>
              <c:pt idx="134">
                <c:v>3.761988422676205</c:v>
              </c:pt>
              <c:pt idx="135">
                <c:v>3.761988422676205</c:v>
              </c:pt>
              <c:pt idx="136">
                <c:v>3.761988422676205</c:v>
              </c:pt>
              <c:pt idx="137">
                <c:v>3.761988422676205</c:v>
              </c:pt>
              <c:pt idx="138">
                <c:v>3.761988422676205</c:v>
              </c:pt>
              <c:pt idx="139">
                <c:v>3.761988422676205</c:v>
              </c:pt>
              <c:pt idx="140">
                <c:v>3.761988422676205</c:v>
              </c:pt>
              <c:pt idx="141">
                <c:v>3.761988422676205</c:v>
              </c:pt>
              <c:pt idx="142">
                <c:v>3.761988422676205</c:v>
              </c:pt>
              <c:pt idx="143">
                <c:v>3.761988422676205</c:v>
              </c:pt>
              <c:pt idx="144">
                <c:v>3.761988422676205</c:v>
              </c:pt>
              <c:pt idx="145">
                <c:v>3.761988422676205</c:v>
              </c:pt>
              <c:pt idx="146">
                <c:v>3.761988422676205</c:v>
              </c:pt>
              <c:pt idx="147">
                <c:v>3.761988422676205</c:v>
              </c:pt>
              <c:pt idx="148">
                <c:v>3.761988422676205</c:v>
              </c:pt>
              <c:pt idx="149">
                <c:v>3.761988422676205</c:v>
              </c:pt>
              <c:pt idx="150">
                <c:v>3.761988422676205</c:v>
              </c:pt>
              <c:pt idx="151">
                <c:v>3.761988422676205</c:v>
              </c:pt>
              <c:pt idx="152">
                <c:v>3.761988422676205</c:v>
              </c:pt>
              <c:pt idx="153">
                <c:v>3.761988422676205</c:v>
              </c:pt>
              <c:pt idx="154">
                <c:v>3.761988422676205</c:v>
              </c:pt>
              <c:pt idx="155">
                <c:v>3.761988422676205</c:v>
              </c:pt>
              <c:pt idx="156">
                <c:v>3.761988422676205</c:v>
              </c:pt>
              <c:pt idx="157">
                <c:v>3.761988422676205</c:v>
              </c:pt>
              <c:pt idx="158">
                <c:v>3.761988422676205</c:v>
              </c:pt>
              <c:pt idx="159">
                <c:v>3.761988422676205</c:v>
              </c:pt>
              <c:pt idx="160">
                <c:v>3.761988422676205</c:v>
              </c:pt>
              <c:pt idx="161">
                <c:v>3.761988422676205</c:v>
              </c:pt>
              <c:pt idx="162">
                <c:v>3.761988422676205</c:v>
              </c:pt>
              <c:pt idx="163">
                <c:v>3.761988422676205</c:v>
              </c:pt>
              <c:pt idx="164">
                <c:v>3.761988422676205</c:v>
              </c:pt>
              <c:pt idx="165">
                <c:v>3.761988422676205</c:v>
              </c:pt>
              <c:pt idx="166">
                <c:v>3.761988422676205</c:v>
              </c:pt>
              <c:pt idx="167">
                <c:v>3.761988422676205</c:v>
              </c:pt>
              <c:pt idx="168">
                <c:v>3.761988422676205</c:v>
              </c:pt>
              <c:pt idx="169">
                <c:v>3.761988422676205</c:v>
              </c:pt>
              <c:pt idx="170">
                <c:v>3.761988422676205</c:v>
              </c:pt>
              <c:pt idx="171">
                <c:v>3.761988422676205</c:v>
              </c:pt>
              <c:pt idx="172">
                <c:v>3.761988422676205</c:v>
              </c:pt>
              <c:pt idx="173">
                <c:v>3.761988422676205</c:v>
              </c:pt>
              <c:pt idx="174">
                <c:v>3.761988422676205</c:v>
              </c:pt>
              <c:pt idx="175">
                <c:v>3.761988422676205</c:v>
              </c:pt>
              <c:pt idx="176">
                <c:v>3.761988422676205</c:v>
              </c:pt>
              <c:pt idx="177">
                <c:v>3.761988422676205</c:v>
              </c:pt>
              <c:pt idx="178">
                <c:v>3.761988422676205</c:v>
              </c:pt>
              <c:pt idx="179">
                <c:v>3.761988422676205</c:v>
              </c:pt>
              <c:pt idx="180">
                <c:v>3.761988422676205</c:v>
              </c:pt>
              <c:pt idx="181">
                <c:v>3.761988422676205</c:v>
              </c:pt>
              <c:pt idx="182">
                <c:v>3.761988422676205</c:v>
              </c:pt>
              <c:pt idx="183">
                <c:v>3.761988422676205</c:v>
              </c:pt>
              <c:pt idx="184">
                <c:v>3.761988422676205</c:v>
              </c:pt>
              <c:pt idx="185">
                <c:v>3.761988422676205</c:v>
              </c:pt>
              <c:pt idx="186">
                <c:v>3.761988422676205</c:v>
              </c:pt>
              <c:pt idx="187">
                <c:v>3.761988422676205</c:v>
              </c:pt>
              <c:pt idx="188">
                <c:v>3.761988422676205</c:v>
              </c:pt>
              <c:pt idx="189">
                <c:v>3.761988422676205</c:v>
              </c:pt>
              <c:pt idx="190">
                <c:v>3.761988422676205</c:v>
              </c:pt>
              <c:pt idx="191">
                <c:v>3.761988422676205</c:v>
              </c:pt>
              <c:pt idx="192">
                <c:v>3.761988422676205</c:v>
              </c:pt>
              <c:pt idx="193">
                <c:v>3.761988422676205</c:v>
              </c:pt>
              <c:pt idx="194">
                <c:v>3.761988422676205</c:v>
              </c:pt>
              <c:pt idx="195">
                <c:v>3.761988422676205</c:v>
              </c:pt>
              <c:pt idx="196">
                <c:v>3.761988422676205</c:v>
              </c:pt>
              <c:pt idx="197">
                <c:v>3.761988422676205</c:v>
              </c:pt>
              <c:pt idx="198">
                <c:v>3.761988422676205</c:v>
              </c:pt>
              <c:pt idx="199">
                <c:v>3.761988422676205</c:v>
              </c:pt>
              <c:pt idx="200">
                <c:v>3.761988422676205</c:v>
              </c:pt>
              <c:pt idx="201">
                <c:v>3.761988422676205</c:v>
              </c:pt>
              <c:pt idx="202">
                <c:v>3.761988422676205</c:v>
              </c:pt>
              <c:pt idx="203">
                <c:v>3.761988422676205</c:v>
              </c:pt>
              <c:pt idx="204">
                <c:v>3.761988422676205</c:v>
              </c:pt>
              <c:pt idx="205">
                <c:v>3.761988422676205</c:v>
              </c:pt>
              <c:pt idx="206">
                <c:v>3.761988422676205</c:v>
              </c:pt>
              <c:pt idx="207">
                <c:v>3.761988422676205</c:v>
              </c:pt>
              <c:pt idx="208">
                <c:v>3.761988422676205</c:v>
              </c:pt>
              <c:pt idx="209">
                <c:v>3.761988422676205</c:v>
              </c:pt>
              <c:pt idx="210">
                <c:v>3.761988422676205</c:v>
              </c:pt>
              <c:pt idx="211">
                <c:v>3.761988422676205</c:v>
              </c:pt>
              <c:pt idx="212">
                <c:v>3.761988422676205</c:v>
              </c:pt>
              <c:pt idx="213">
                <c:v>3.761988422676205</c:v>
              </c:pt>
              <c:pt idx="214">
                <c:v>3.761988422676205</c:v>
              </c:pt>
              <c:pt idx="215">
                <c:v>3.761988422676205</c:v>
              </c:pt>
              <c:pt idx="216">
                <c:v>3.761988422676205</c:v>
              </c:pt>
              <c:pt idx="217">
                <c:v>3.761988422676205</c:v>
              </c:pt>
              <c:pt idx="218">
                <c:v>3.761988422676205</c:v>
              </c:pt>
              <c:pt idx="219">
                <c:v>3.761988422676205</c:v>
              </c:pt>
              <c:pt idx="220">
                <c:v>3.761988422676205</c:v>
              </c:pt>
              <c:pt idx="221">
                <c:v>3.761988422676205</c:v>
              </c:pt>
              <c:pt idx="222">
                <c:v>3.761988422676205</c:v>
              </c:pt>
              <c:pt idx="223">
                <c:v>3.761988422676205</c:v>
              </c:pt>
              <c:pt idx="224">
                <c:v>3.761988422676205</c:v>
              </c:pt>
              <c:pt idx="225">
                <c:v>3.761988422676205</c:v>
              </c:pt>
              <c:pt idx="226">
                <c:v>3.761988422676205</c:v>
              </c:pt>
              <c:pt idx="227">
                <c:v>3.761988422676205</c:v>
              </c:pt>
              <c:pt idx="228">
                <c:v>3.761988422676205</c:v>
              </c:pt>
              <c:pt idx="229">
                <c:v>3.761988422676205</c:v>
              </c:pt>
              <c:pt idx="230">
                <c:v>3.761988422676205</c:v>
              </c:pt>
              <c:pt idx="231">
                <c:v>3.761988422676205</c:v>
              </c:pt>
              <c:pt idx="232">
                <c:v>3.761988422676205</c:v>
              </c:pt>
              <c:pt idx="233">
                <c:v>3.761988422676205</c:v>
              </c:pt>
              <c:pt idx="234">
                <c:v>3.761988422676205</c:v>
              </c:pt>
              <c:pt idx="235">
                <c:v>3.761988422676205</c:v>
              </c:pt>
              <c:pt idx="236">
                <c:v>3.761988422676205</c:v>
              </c:pt>
              <c:pt idx="237">
                <c:v>3.761988422676205</c:v>
              </c:pt>
              <c:pt idx="238">
                <c:v>3.761988422676205</c:v>
              </c:pt>
              <c:pt idx="239">
                <c:v>3.761988422676205</c:v>
              </c:pt>
              <c:pt idx="240">
                <c:v>3.761988422676205</c:v>
              </c:pt>
              <c:pt idx="241">
                <c:v>3.761988422676205</c:v>
              </c:pt>
              <c:pt idx="242">
                <c:v>3.761988422676205</c:v>
              </c:pt>
              <c:pt idx="243">
                <c:v>3.761988422676205</c:v>
              </c:pt>
              <c:pt idx="244">
                <c:v>3.761988422676205</c:v>
              </c:pt>
              <c:pt idx="245">
                <c:v>3.761988422676205</c:v>
              </c:pt>
              <c:pt idx="246">
                <c:v>3.761988422676205</c:v>
              </c:pt>
              <c:pt idx="247">
                <c:v>3.761988422676205</c:v>
              </c:pt>
              <c:pt idx="248">
                <c:v>3.761988422676205</c:v>
              </c:pt>
              <c:pt idx="249">
                <c:v>3.761988422676205</c:v>
              </c:pt>
              <c:pt idx="250">
                <c:v>3.761988422676205</c:v>
              </c:pt>
              <c:pt idx="251">
                <c:v>3.761988422676205</c:v>
              </c:pt>
              <c:pt idx="252">
                <c:v>3.761988422676205</c:v>
              </c:pt>
              <c:pt idx="253">
                <c:v>3.761988422676205</c:v>
              </c:pt>
              <c:pt idx="254">
                <c:v>3.761988422676205</c:v>
              </c:pt>
              <c:pt idx="255">
                <c:v>3.761988422676205</c:v>
              </c:pt>
              <c:pt idx="256">
                <c:v>3.761988422676205</c:v>
              </c:pt>
              <c:pt idx="257">
                <c:v>3.761988422676205</c:v>
              </c:pt>
              <c:pt idx="258">
                <c:v>3.761988422676205</c:v>
              </c:pt>
              <c:pt idx="259">
                <c:v>3.761988422676205</c:v>
              </c:pt>
              <c:pt idx="260">
                <c:v>3.761988422676205</c:v>
              </c:pt>
              <c:pt idx="261">
                <c:v>3.761988422676205</c:v>
              </c:pt>
              <c:pt idx="262">
                <c:v>3.761988422676205</c:v>
              </c:pt>
              <c:pt idx="263">
                <c:v>3.761988422676205</c:v>
              </c:pt>
              <c:pt idx="264">
                <c:v>3.761988422676205</c:v>
              </c:pt>
              <c:pt idx="265">
                <c:v>3.761988422676205</c:v>
              </c:pt>
              <c:pt idx="266">
                <c:v>3.761988422676205</c:v>
              </c:pt>
              <c:pt idx="267">
                <c:v>3.761988422676205</c:v>
              </c:pt>
              <c:pt idx="268">
                <c:v>3.761988422676205</c:v>
              </c:pt>
              <c:pt idx="269">
                <c:v>3.761988422676205</c:v>
              </c:pt>
              <c:pt idx="270">
                <c:v>3.761988422676205</c:v>
              </c:pt>
              <c:pt idx="271">
                <c:v>3.761988422676205</c:v>
              </c:pt>
              <c:pt idx="272">
                <c:v>3.761988422676205</c:v>
              </c:pt>
              <c:pt idx="273">
                <c:v>3.761988422676205</c:v>
              </c:pt>
              <c:pt idx="274">
                <c:v>3.761988422676205</c:v>
              </c:pt>
              <c:pt idx="275">
                <c:v>3.761988422676205</c:v>
              </c:pt>
              <c:pt idx="276">
                <c:v>3.761988422676205</c:v>
              </c:pt>
              <c:pt idx="277">
                <c:v>3.761988422676205</c:v>
              </c:pt>
              <c:pt idx="278">
                <c:v>3.761988422676205</c:v>
              </c:pt>
              <c:pt idx="279">
                <c:v>3.761988422676205</c:v>
              </c:pt>
              <c:pt idx="280">
                <c:v>3.761988422676205</c:v>
              </c:pt>
              <c:pt idx="281">
                <c:v>3.761988422676205</c:v>
              </c:pt>
              <c:pt idx="282">
                <c:v>3.761988422676205</c:v>
              </c:pt>
              <c:pt idx="283">
                <c:v>3.761988422676205</c:v>
              </c:pt>
              <c:pt idx="284">
                <c:v>3.761988422676205</c:v>
              </c:pt>
              <c:pt idx="285">
                <c:v>3.761988422676205</c:v>
              </c:pt>
              <c:pt idx="286">
                <c:v>3.761988422676205</c:v>
              </c:pt>
              <c:pt idx="287">
                <c:v>3.761988422676205</c:v>
              </c:pt>
              <c:pt idx="288">
                <c:v>3.761988422676205</c:v>
              </c:pt>
              <c:pt idx="289">
                <c:v>3.761988422676205</c:v>
              </c:pt>
              <c:pt idx="290">
                <c:v>3.761988422676205</c:v>
              </c:pt>
              <c:pt idx="291">
                <c:v>3.761988422676205</c:v>
              </c:pt>
              <c:pt idx="292">
                <c:v>3.761988422676205</c:v>
              </c:pt>
              <c:pt idx="293">
                <c:v>3.761988422676205</c:v>
              </c:pt>
              <c:pt idx="294">
                <c:v>3.761988422676205</c:v>
              </c:pt>
              <c:pt idx="295">
                <c:v>3.761988422676205</c:v>
              </c:pt>
              <c:pt idx="296">
                <c:v>3.761988422676205</c:v>
              </c:pt>
              <c:pt idx="297">
                <c:v>3.761988422676205</c:v>
              </c:pt>
              <c:pt idx="298">
                <c:v>3.761988422676205</c:v>
              </c:pt>
              <c:pt idx="299">
                <c:v>3.761988422676205</c:v>
              </c:pt>
              <c:pt idx="300">
                <c:v>3.761988422676205</c:v>
              </c:pt>
              <c:pt idx="301">
                <c:v>3.761988422676205</c:v>
              </c:pt>
              <c:pt idx="302">
                <c:v>3.761988422676205</c:v>
              </c:pt>
              <c:pt idx="303">
                <c:v>3.761988422676205</c:v>
              </c:pt>
              <c:pt idx="304">
                <c:v>3.761988422676205</c:v>
              </c:pt>
              <c:pt idx="305">
                <c:v>3.761988422676205</c:v>
              </c:pt>
              <c:pt idx="306">
                <c:v>3.761988422676205</c:v>
              </c:pt>
              <c:pt idx="307">
                <c:v>3.761988422676205</c:v>
              </c:pt>
              <c:pt idx="308">
                <c:v>3.761988422676205</c:v>
              </c:pt>
              <c:pt idx="309">
                <c:v>3.761988422676205</c:v>
              </c:pt>
              <c:pt idx="310">
                <c:v>3.761988422676205</c:v>
              </c:pt>
              <c:pt idx="311">
                <c:v>3.761988422676205</c:v>
              </c:pt>
              <c:pt idx="312">
                <c:v>3.761988422676205</c:v>
              </c:pt>
              <c:pt idx="313">
                <c:v>3.761988422676205</c:v>
              </c:pt>
              <c:pt idx="314">
                <c:v>3.761988422676205</c:v>
              </c:pt>
              <c:pt idx="315">
                <c:v>3.761988422676205</c:v>
              </c:pt>
              <c:pt idx="316">
                <c:v>3.761988422676205</c:v>
              </c:pt>
              <c:pt idx="317">
                <c:v>3.761988422676205</c:v>
              </c:pt>
              <c:pt idx="318">
                <c:v>3.761988422676205</c:v>
              </c:pt>
              <c:pt idx="319">
                <c:v>3.761988422676205</c:v>
              </c:pt>
              <c:pt idx="320">
                <c:v>3.761988422676205</c:v>
              </c:pt>
              <c:pt idx="321">
                <c:v>3.761988422676205</c:v>
              </c:pt>
              <c:pt idx="322">
                <c:v>3.761988422676205</c:v>
              </c:pt>
              <c:pt idx="323">
                <c:v>3.761988422676205</c:v>
              </c:pt>
              <c:pt idx="324">
                <c:v>3.761988422676205</c:v>
              </c:pt>
              <c:pt idx="325">
                <c:v>3.761988422676205</c:v>
              </c:pt>
              <c:pt idx="326">
                <c:v>3.761988422676205</c:v>
              </c:pt>
              <c:pt idx="327">
                <c:v>3.761988422676205</c:v>
              </c:pt>
              <c:pt idx="328">
                <c:v>3.761988422676205</c:v>
              </c:pt>
              <c:pt idx="329">
                <c:v>3.761988422676205</c:v>
              </c:pt>
              <c:pt idx="330">
                <c:v>3.761988422676205</c:v>
              </c:pt>
              <c:pt idx="331">
                <c:v>3.761988422676205</c:v>
              </c:pt>
              <c:pt idx="332">
                <c:v>3.761988422676205</c:v>
              </c:pt>
              <c:pt idx="333">
                <c:v>3.761988422676205</c:v>
              </c:pt>
              <c:pt idx="334">
                <c:v>3.761988422676205</c:v>
              </c:pt>
              <c:pt idx="335">
                <c:v>3.761988422676205</c:v>
              </c:pt>
              <c:pt idx="336">
                <c:v>3.761988422676205</c:v>
              </c:pt>
              <c:pt idx="337">
                <c:v>3.761988422676205</c:v>
              </c:pt>
              <c:pt idx="338">
                <c:v>3.761988422676205</c:v>
              </c:pt>
              <c:pt idx="339">
                <c:v>3.761988422676205</c:v>
              </c:pt>
              <c:pt idx="340">
                <c:v>3.761988422676205</c:v>
              </c:pt>
              <c:pt idx="341">
                <c:v>3.761988422676205</c:v>
              </c:pt>
              <c:pt idx="342">
                <c:v>3.761988422676205</c:v>
              </c:pt>
              <c:pt idx="343">
                <c:v>3.761988422676205</c:v>
              </c:pt>
              <c:pt idx="344">
                <c:v>3.761988422676205</c:v>
              </c:pt>
              <c:pt idx="345">
                <c:v>3.761988422676205</c:v>
              </c:pt>
              <c:pt idx="346">
                <c:v>3.761988422676205</c:v>
              </c:pt>
              <c:pt idx="347">
                <c:v>3.761988422676205</c:v>
              </c:pt>
              <c:pt idx="348">
                <c:v>3.761988422676205</c:v>
              </c:pt>
              <c:pt idx="349">
                <c:v>3.761988422676205</c:v>
              </c:pt>
              <c:pt idx="350">
                <c:v>3.761988422676205</c:v>
              </c:pt>
              <c:pt idx="351">
                <c:v>3.761988422676205</c:v>
              </c:pt>
              <c:pt idx="352">
                <c:v>3.761988422676205</c:v>
              </c:pt>
              <c:pt idx="353">
                <c:v>3.761988422676205</c:v>
              </c:pt>
              <c:pt idx="354">
                <c:v>3.761988422676205</c:v>
              </c:pt>
              <c:pt idx="355">
                <c:v>3.761988422676205</c:v>
              </c:pt>
              <c:pt idx="356">
                <c:v>3.761988422676205</c:v>
              </c:pt>
              <c:pt idx="357">
                <c:v>3.761988422676205</c:v>
              </c:pt>
              <c:pt idx="358">
                <c:v>3.761988422676205</c:v>
              </c:pt>
              <c:pt idx="359">
                <c:v>3.761988422676205</c:v>
              </c:pt>
              <c:pt idx="360">
                <c:v>3.761988422676205</c:v>
              </c:pt>
              <c:pt idx="361">
                <c:v>3.761988422676205</c:v>
              </c:pt>
              <c:pt idx="362">
                <c:v>3.761988422676205</c:v>
              </c:pt>
              <c:pt idx="363">
                <c:v>3.761988422676205</c:v>
              </c:pt>
              <c:pt idx="364">
                <c:v>3.761988422676205</c:v>
              </c:pt>
              <c:pt idx="365">
                <c:v>3.761988422676205</c:v>
              </c:pt>
              <c:pt idx="366">
                <c:v>3.761988422676205</c:v>
              </c:pt>
              <c:pt idx="367">
                <c:v>3.761988422676205</c:v>
              </c:pt>
              <c:pt idx="368">
                <c:v>3.761988422676205</c:v>
              </c:pt>
              <c:pt idx="369">
                <c:v>3.761988422676205</c:v>
              </c:pt>
              <c:pt idx="370">
                <c:v>3.761988422676205</c:v>
              </c:pt>
              <c:pt idx="371">
                <c:v>3.761988422676205</c:v>
              </c:pt>
              <c:pt idx="372">
                <c:v>3.761988422676205</c:v>
              </c:pt>
              <c:pt idx="373">
                <c:v>3.761988422676205</c:v>
              </c:pt>
              <c:pt idx="374">
                <c:v>3.761988422676205</c:v>
              </c:pt>
              <c:pt idx="375">
                <c:v>3.761988422676205</c:v>
              </c:pt>
              <c:pt idx="376">
                <c:v>3.761988422676205</c:v>
              </c:pt>
              <c:pt idx="377">
                <c:v>3.761988422676205</c:v>
              </c:pt>
              <c:pt idx="378">
                <c:v>3.761988422676205</c:v>
              </c:pt>
              <c:pt idx="379">
                <c:v>3.761988422676205</c:v>
              </c:pt>
              <c:pt idx="380">
                <c:v>3.761988422676205</c:v>
              </c:pt>
              <c:pt idx="381">
                <c:v>3.761988422676205</c:v>
              </c:pt>
              <c:pt idx="382">
                <c:v>3.761988422676205</c:v>
              </c:pt>
              <c:pt idx="383">
                <c:v>3.761988422676205</c:v>
              </c:pt>
              <c:pt idx="384">
                <c:v>3.761988422676205</c:v>
              </c:pt>
              <c:pt idx="385">
                <c:v>3.761988422676205</c:v>
              </c:pt>
              <c:pt idx="386">
                <c:v>3.761988422676205</c:v>
              </c:pt>
              <c:pt idx="387">
                <c:v>3.761988422676205</c:v>
              </c:pt>
              <c:pt idx="388">
                <c:v>3.761988422676205</c:v>
              </c:pt>
              <c:pt idx="389">
                <c:v>3.761988422676205</c:v>
              </c:pt>
              <c:pt idx="390">
                <c:v>3.761988422676205</c:v>
              </c:pt>
              <c:pt idx="391">
                <c:v>3.761988422676205</c:v>
              </c:pt>
              <c:pt idx="392">
                <c:v>3.761988422676205</c:v>
              </c:pt>
              <c:pt idx="393">
                <c:v>3.761988422676205</c:v>
              </c:pt>
              <c:pt idx="394">
                <c:v>3.761988422676205</c:v>
              </c:pt>
              <c:pt idx="395">
                <c:v>3.761988422676205</c:v>
              </c:pt>
              <c:pt idx="396">
                <c:v>3.761988422676205</c:v>
              </c:pt>
              <c:pt idx="397">
                <c:v>3.761988422676205</c:v>
              </c:pt>
              <c:pt idx="398">
                <c:v>3.761988422676205</c:v>
              </c:pt>
              <c:pt idx="399">
                <c:v>3.761988422676205</c:v>
              </c:pt>
              <c:pt idx="400">
                <c:v>3.761988422676205</c:v>
              </c:pt>
              <c:pt idx="401">
                <c:v>3.761988422676205</c:v>
              </c:pt>
              <c:pt idx="402">
                <c:v>3.761988422676205</c:v>
              </c:pt>
              <c:pt idx="403">
                <c:v>3.761988422676205</c:v>
              </c:pt>
              <c:pt idx="404">
                <c:v>3.761988422676205</c:v>
              </c:pt>
              <c:pt idx="405">
                <c:v>3.761988422676205</c:v>
              </c:pt>
              <c:pt idx="406">
                <c:v>3.761988422676205</c:v>
              </c:pt>
              <c:pt idx="407">
                <c:v>3.761988422676205</c:v>
              </c:pt>
              <c:pt idx="408">
                <c:v>3.761988422676205</c:v>
              </c:pt>
              <c:pt idx="409">
                <c:v>3.761988422676205</c:v>
              </c:pt>
              <c:pt idx="410">
                <c:v>3.761988422676205</c:v>
              </c:pt>
              <c:pt idx="411">
                <c:v>3.761988422676205</c:v>
              </c:pt>
              <c:pt idx="412">
                <c:v>3.761988422676205</c:v>
              </c:pt>
              <c:pt idx="413">
                <c:v>3.761988422676205</c:v>
              </c:pt>
              <c:pt idx="414">
                <c:v>3.761988422676205</c:v>
              </c:pt>
              <c:pt idx="415">
                <c:v>3.761988422676205</c:v>
              </c:pt>
              <c:pt idx="416">
                <c:v>3.761988422676205</c:v>
              </c:pt>
              <c:pt idx="417">
                <c:v>3.761988422676205</c:v>
              </c:pt>
              <c:pt idx="418">
                <c:v>3.761988422676205</c:v>
              </c:pt>
              <c:pt idx="419">
                <c:v>3.761988422676205</c:v>
              </c:pt>
              <c:pt idx="420">
                <c:v>3.761988422676205</c:v>
              </c:pt>
              <c:pt idx="421">
                <c:v>3.761988422676205</c:v>
              </c:pt>
              <c:pt idx="422">
                <c:v>3.761988422676205</c:v>
              </c:pt>
              <c:pt idx="423">
                <c:v>3.761988422676205</c:v>
              </c:pt>
              <c:pt idx="424">
                <c:v>3.761988422676205</c:v>
              </c:pt>
              <c:pt idx="425">
                <c:v>3.761988422676205</c:v>
              </c:pt>
              <c:pt idx="426">
                <c:v>3.761988422676205</c:v>
              </c:pt>
              <c:pt idx="427">
                <c:v>3.761988422676205</c:v>
              </c:pt>
              <c:pt idx="428">
                <c:v>3.761988422676205</c:v>
              </c:pt>
              <c:pt idx="429">
                <c:v>3.761988422676205</c:v>
              </c:pt>
              <c:pt idx="430">
                <c:v>3.761988422676205</c:v>
              </c:pt>
              <c:pt idx="431">
                <c:v>3.761988422676205</c:v>
              </c:pt>
              <c:pt idx="432">
                <c:v>3.761988422676205</c:v>
              </c:pt>
              <c:pt idx="433">
                <c:v>3.761988422676205</c:v>
              </c:pt>
              <c:pt idx="434">
                <c:v>3.761988422676205</c:v>
              </c:pt>
              <c:pt idx="435">
                <c:v>3.761988422676205</c:v>
              </c:pt>
              <c:pt idx="436">
                <c:v>3.761988422676205</c:v>
              </c:pt>
              <c:pt idx="437">
                <c:v>3.761988422676205</c:v>
              </c:pt>
              <c:pt idx="438">
                <c:v>3.761988422676205</c:v>
              </c:pt>
              <c:pt idx="439">
                <c:v>3.761988422676205</c:v>
              </c:pt>
              <c:pt idx="440">
                <c:v>3.761988422676205</c:v>
              </c:pt>
              <c:pt idx="441">
                <c:v>3.761988422676205</c:v>
              </c:pt>
              <c:pt idx="442">
                <c:v>3.761988422676205</c:v>
              </c:pt>
              <c:pt idx="443">
                <c:v>3.761988422676205</c:v>
              </c:pt>
              <c:pt idx="444">
                <c:v>3.761988422676205</c:v>
              </c:pt>
              <c:pt idx="445">
                <c:v>3.761988422676205</c:v>
              </c:pt>
              <c:pt idx="446">
                <c:v>3.761988422676205</c:v>
              </c:pt>
              <c:pt idx="447">
                <c:v>3.761988422676205</c:v>
              </c:pt>
              <c:pt idx="448">
                <c:v>3.761988422676205</c:v>
              </c:pt>
              <c:pt idx="449">
                <c:v>3.761988422676205</c:v>
              </c:pt>
            </c:numLit>
          </c:yVal>
          <c:smooth val="0"/>
        </c:ser>
        <c:ser>
          <c:idx val="12"/>
          <c:order val="12"/>
          <c:tx>
            <c:v>Implemented LCA filling</c:v>
          </c:tx>
          <c:spPr>
            <a:noFill xmlns:a="http://schemas.openxmlformats.org/drawingml/2006/main"/>
            <a:ln xmlns:a="http://schemas.openxmlformats.org/drawingml/2006/main" w="0">
              <a:noFill/>
              <a:prstDash val="solid"/>
            </a:ln>
          </c:spPr>
          <c:marker>
            <c:symbol val="circle"/>
            <c:size val="7"/>
            <c:spPr>
              <a:solidFill xmlns:a="http://schemas.openxmlformats.org/drawingml/2006/main">
                <a:srgbClr val="FFFFFF"/>
              </a:solidFill>
            </c:spPr>
          </c:marker>
          <c:xVal>
            <c:numLit>
              <c:formatCode>General</c:formatCode>
              <c:ptCount val="450"/>
              <c:pt idx="0">
                <c:v>29.5635051403414</c:v>
              </c:pt>
              <c:pt idx="1">
                <c:v>29.5635051403414</c:v>
              </c:pt>
              <c:pt idx="2">
                <c:v>29.5635051403414</c:v>
              </c:pt>
              <c:pt idx="3">
                <c:v>29.5635051403414</c:v>
              </c:pt>
              <c:pt idx="4">
                <c:v>29.5635051403414</c:v>
              </c:pt>
              <c:pt idx="5">
                <c:v>29.5635051403414</c:v>
              </c:pt>
              <c:pt idx="6">
                <c:v>29.5635051403414</c:v>
              </c:pt>
              <c:pt idx="7">
                <c:v>29.5635051403414</c:v>
              </c:pt>
              <c:pt idx="8">
                <c:v>29.5635051403414</c:v>
              </c:pt>
              <c:pt idx="9">
                <c:v>29.5635051403414</c:v>
              </c:pt>
              <c:pt idx="10">
                <c:v>29.5635051403414</c:v>
              </c:pt>
              <c:pt idx="11">
                <c:v>29.5635051403414</c:v>
              </c:pt>
              <c:pt idx="12">
                <c:v>29.5635051403414</c:v>
              </c:pt>
              <c:pt idx="13">
                <c:v>29.5635051403414</c:v>
              </c:pt>
              <c:pt idx="14">
                <c:v>29.5635051403414</c:v>
              </c:pt>
              <c:pt idx="15">
                <c:v>29.5635051403414</c:v>
              </c:pt>
              <c:pt idx="16">
                <c:v>29.5635051403414</c:v>
              </c:pt>
              <c:pt idx="17">
                <c:v>29.5635051403414</c:v>
              </c:pt>
              <c:pt idx="18">
                <c:v>29.5635051403414</c:v>
              </c:pt>
              <c:pt idx="19">
                <c:v>29.5635051403414</c:v>
              </c:pt>
              <c:pt idx="20">
                <c:v>29.5635051403414</c:v>
              </c:pt>
              <c:pt idx="21">
                <c:v>29.5635051403414</c:v>
              </c:pt>
              <c:pt idx="22">
                <c:v>29.5635051403414</c:v>
              </c:pt>
              <c:pt idx="23">
                <c:v>29.5635051403414</c:v>
              </c:pt>
              <c:pt idx="24">
                <c:v>29.5635051403414</c:v>
              </c:pt>
              <c:pt idx="25">
                <c:v>29.5635051403414</c:v>
              </c:pt>
              <c:pt idx="26">
                <c:v>29.5635051403414</c:v>
              </c:pt>
              <c:pt idx="27">
                <c:v>29.5635051403414</c:v>
              </c:pt>
              <c:pt idx="28">
                <c:v>29.5635051403414</c:v>
              </c:pt>
              <c:pt idx="29">
                <c:v>29.5635051403414</c:v>
              </c:pt>
              <c:pt idx="30">
                <c:v>29.5635051403414</c:v>
              </c:pt>
              <c:pt idx="31">
                <c:v>29.5635051403414</c:v>
              </c:pt>
              <c:pt idx="32">
                <c:v>29.5635051403414</c:v>
              </c:pt>
              <c:pt idx="33">
                <c:v>29.5635051403414</c:v>
              </c:pt>
              <c:pt idx="34">
                <c:v>29.5635051403414</c:v>
              </c:pt>
              <c:pt idx="35">
                <c:v>29.5635051403414</c:v>
              </c:pt>
              <c:pt idx="36">
                <c:v>29.5635051403414</c:v>
              </c:pt>
              <c:pt idx="37">
                <c:v>29.5635051403414</c:v>
              </c:pt>
              <c:pt idx="38">
                <c:v>29.5635051403414</c:v>
              </c:pt>
              <c:pt idx="39">
                <c:v>29.5635051403414</c:v>
              </c:pt>
              <c:pt idx="40">
                <c:v>29.5635051403414</c:v>
              </c:pt>
              <c:pt idx="41">
                <c:v>29.5635051403414</c:v>
              </c:pt>
              <c:pt idx="42">
                <c:v>29.5635051403414</c:v>
              </c:pt>
              <c:pt idx="43">
                <c:v>29.5635051403414</c:v>
              </c:pt>
              <c:pt idx="44">
                <c:v>29.5635051403414</c:v>
              </c:pt>
              <c:pt idx="45">
                <c:v>29.5635051403414</c:v>
              </c:pt>
              <c:pt idx="46">
                <c:v>29.5635051403414</c:v>
              </c:pt>
              <c:pt idx="47">
                <c:v>29.5635051403414</c:v>
              </c:pt>
              <c:pt idx="48">
                <c:v>29.5635051403414</c:v>
              </c:pt>
              <c:pt idx="49">
                <c:v>29.5635051403414</c:v>
              </c:pt>
              <c:pt idx="50">
                <c:v>29.5635051403414</c:v>
              </c:pt>
              <c:pt idx="51">
                <c:v>29.5635051403414</c:v>
              </c:pt>
              <c:pt idx="52">
                <c:v>29.5635051403414</c:v>
              </c:pt>
              <c:pt idx="53">
                <c:v>29.5635051403414</c:v>
              </c:pt>
              <c:pt idx="54">
                <c:v>29.5635051403414</c:v>
              </c:pt>
              <c:pt idx="55">
                <c:v>29.5635051403414</c:v>
              </c:pt>
              <c:pt idx="56">
                <c:v>29.5635051403414</c:v>
              </c:pt>
              <c:pt idx="57">
                <c:v>29.5635051403414</c:v>
              </c:pt>
              <c:pt idx="58">
                <c:v>29.5635051403414</c:v>
              </c:pt>
              <c:pt idx="59">
                <c:v>29.5635051403414</c:v>
              </c:pt>
              <c:pt idx="60">
                <c:v>29.5635051403414</c:v>
              </c:pt>
              <c:pt idx="61">
                <c:v>29.5635051403414</c:v>
              </c:pt>
              <c:pt idx="62">
                <c:v>29.5635051403414</c:v>
              </c:pt>
              <c:pt idx="63">
                <c:v>29.5635051403414</c:v>
              </c:pt>
              <c:pt idx="64">
                <c:v>29.5635051403414</c:v>
              </c:pt>
              <c:pt idx="65">
                <c:v>29.5635051403414</c:v>
              </c:pt>
              <c:pt idx="66">
                <c:v>29.5635051403414</c:v>
              </c:pt>
              <c:pt idx="67">
                <c:v>29.5635051403414</c:v>
              </c:pt>
              <c:pt idx="68">
                <c:v>29.5635051403414</c:v>
              </c:pt>
              <c:pt idx="69">
                <c:v>29.5635051403414</c:v>
              </c:pt>
              <c:pt idx="70">
                <c:v>29.5635051403414</c:v>
              </c:pt>
              <c:pt idx="71">
                <c:v>29.5635051403414</c:v>
              </c:pt>
              <c:pt idx="72">
                <c:v>29.5635051403414</c:v>
              </c:pt>
              <c:pt idx="73">
                <c:v>29.5635051403414</c:v>
              </c:pt>
              <c:pt idx="74">
                <c:v>29.5635051403414</c:v>
              </c:pt>
              <c:pt idx="75">
                <c:v>29.5635051403414</c:v>
              </c:pt>
              <c:pt idx="76">
                <c:v>29.5635051403414</c:v>
              </c:pt>
              <c:pt idx="77">
                <c:v>29.5635051403414</c:v>
              </c:pt>
              <c:pt idx="78">
                <c:v>29.5635051403414</c:v>
              </c:pt>
              <c:pt idx="79">
                <c:v>29.5635051403414</c:v>
              </c:pt>
              <c:pt idx="80">
                <c:v>29.5635051403414</c:v>
              </c:pt>
              <c:pt idx="81">
                <c:v>29.5635051403414</c:v>
              </c:pt>
              <c:pt idx="82">
                <c:v>29.5635051403414</c:v>
              </c:pt>
              <c:pt idx="83">
                <c:v>29.5635051403414</c:v>
              </c:pt>
              <c:pt idx="84">
                <c:v>29.5635051403414</c:v>
              </c:pt>
              <c:pt idx="85">
                <c:v>29.5635051403414</c:v>
              </c:pt>
              <c:pt idx="86">
                <c:v>29.5635051403414</c:v>
              </c:pt>
              <c:pt idx="87">
                <c:v>29.5635051403414</c:v>
              </c:pt>
              <c:pt idx="88">
                <c:v>29.5635051403414</c:v>
              </c:pt>
              <c:pt idx="89">
                <c:v>29.5635051403414</c:v>
              </c:pt>
              <c:pt idx="90">
                <c:v>29.5635051403414</c:v>
              </c:pt>
              <c:pt idx="91">
                <c:v>29.5635051403414</c:v>
              </c:pt>
              <c:pt idx="92">
                <c:v>29.5635051403414</c:v>
              </c:pt>
              <c:pt idx="93">
                <c:v>29.5635051403414</c:v>
              </c:pt>
              <c:pt idx="94">
                <c:v>29.5635051403414</c:v>
              </c:pt>
              <c:pt idx="95">
                <c:v>29.5635051403414</c:v>
              </c:pt>
              <c:pt idx="96">
                <c:v>29.5635051403414</c:v>
              </c:pt>
              <c:pt idx="97">
                <c:v>29.5635051403414</c:v>
              </c:pt>
              <c:pt idx="98">
                <c:v>29.5635051403414</c:v>
              </c:pt>
              <c:pt idx="99">
                <c:v>29.5635051403414</c:v>
              </c:pt>
              <c:pt idx="100">
                <c:v>29.5635051403414</c:v>
              </c:pt>
              <c:pt idx="101">
                <c:v>29.5635051403414</c:v>
              </c:pt>
              <c:pt idx="102">
                <c:v>29.5635051403414</c:v>
              </c:pt>
              <c:pt idx="103">
                <c:v>29.5635051403414</c:v>
              </c:pt>
              <c:pt idx="104">
                <c:v>29.5635051403414</c:v>
              </c:pt>
              <c:pt idx="105">
                <c:v>29.5635051403414</c:v>
              </c:pt>
              <c:pt idx="106">
                <c:v>29.5635051403414</c:v>
              </c:pt>
              <c:pt idx="107">
                <c:v>29.5635051403414</c:v>
              </c:pt>
              <c:pt idx="108">
                <c:v>29.5635051403414</c:v>
              </c:pt>
              <c:pt idx="109">
                <c:v>29.5635051403414</c:v>
              </c:pt>
              <c:pt idx="110">
                <c:v>29.5635051403414</c:v>
              </c:pt>
              <c:pt idx="111">
                <c:v>29.5635051403414</c:v>
              </c:pt>
              <c:pt idx="112">
                <c:v>29.5635051403414</c:v>
              </c:pt>
              <c:pt idx="113">
                <c:v>29.5635051403414</c:v>
              </c:pt>
              <c:pt idx="114">
                <c:v>29.5635051403414</c:v>
              </c:pt>
              <c:pt idx="115">
                <c:v>29.5635051403414</c:v>
              </c:pt>
              <c:pt idx="116">
                <c:v>29.5635051403414</c:v>
              </c:pt>
              <c:pt idx="117">
                <c:v>29.5635051403414</c:v>
              </c:pt>
              <c:pt idx="118">
                <c:v>29.5635051403414</c:v>
              </c:pt>
              <c:pt idx="119">
                <c:v>29.5635051403414</c:v>
              </c:pt>
              <c:pt idx="120">
                <c:v>29.5635051403414</c:v>
              </c:pt>
              <c:pt idx="121">
                <c:v>29.5635051403414</c:v>
              </c:pt>
              <c:pt idx="122">
                <c:v>29.5635051403414</c:v>
              </c:pt>
              <c:pt idx="123">
                <c:v>29.5635051403414</c:v>
              </c:pt>
              <c:pt idx="124">
                <c:v>29.5635051403414</c:v>
              </c:pt>
              <c:pt idx="125">
                <c:v>29.5635051403414</c:v>
              </c:pt>
              <c:pt idx="126">
                <c:v>29.5635051403414</c:v>
              </c:pt>
              <c:pt idx="127">
                <c:v>29.5635051403414</c:v>
              </c:pt>
              <c:pt idx="128">
                <c:v>29.5635051403414</c:v>
              </c:pt>
              <c:pt idx="129">
                <c:v>29.5635051403414</c:v>
              </c:pt>
              <c:pt idx="130">
                <c:v>29.5635051403414</c:v>
              </c:pt>
              <c:pt idx="131">
                <c:v>29.5635051403414</c:v>
              </c:pt>
              <c:pt idx="132">
                <c:v>29.5635051403414</c:v>
              </c:pt>
              <c:pt idx="133">
                <c:v>29.5635051403414</c:v>
              </c:pt>
              <c:pt idx="134">
                <c:v>29.5635051403414</c:v>
              </c:pt>
              <c:pt idx="135">
                <c:v>29.5635051403414</c:v>
              </c:pt>
              <c:pt idx="136">
                <c:v>29.5635051403414</c:v>
              </c:pt>
              <c:pt idx="137">
                <c:v>29.5635051403414</c:v>
              </c:pt>
              <c:pt idx="138">
                <c:v>29.5635051403414</c:v>
              </c:pt>
              <c:pt idx="139">
                <c:v>29.5635051403414</c:v>
              </c:pt>
              <c:pt idx="140">
                <c:v>29.5635051403414</c:v>
              </c:pt>
              <c:pt idx="141">
                <c:v>29.5635051403414</c:v>
              </c:pt>
              <c:pt idx="142">
                <c:v>29.5635051403414</c:v>
              </c:pt>
              <c:pt idx="143">
                <c:v>29.5635051403414</c:v>
              </c:pt>
              <c:pt idx="144">
                <c:v>29.5635051403414</c:v>
              </c:pt>
              <c:pt idx="145">
                <c:v>29.5635051403414</c:v>
              </c:pt>
              <c:pt idx="146">
                <c:v>29.5635051403414</c:v>
              </c:pt>
              <c:pt idx="147">
                <c:v>29.5635051403414</c:v>
              </c:pt>
              <c:pt idx="148">
                <c:v>29.5635051403414</c:v>
              </c:pt>
              <c:pt idx="149">
                <c:v>29.5635051403414</c:v>
              </c:pt>
              <c:pt idx="150">
                <c:v>29.5635051403414</c:v>
              </c:pt>
              <c:pt idx="151">
                <c:v>29.5635051403414</c:v>
              </c:pt>
              <c:pt idx="152">
                <c:v>29.5635051403414</c:v>
              </c:pt>
              <c:pt idx="153">
                <c:v>29.5635051403414</c:v>
              </c:pt>
              <c:pt idx="154">
                <c:v>29.5635051403414</c:v>
              </c:pt>
              <c:pt idx="155">
                <c:v>29.5635051403414</c:v>
              </c:pt>
              <c:pt idx="156">
                <c:v>29.5635051403414</c:v>
              </c:pt>
              <c:pt idx="157">
                <c:v>29.5635051403414</c:v>
              </c:pt>
              <c:pt idx="158">
                <c:v>29.5635051403414</c:v>
              </c:pt>
              <c:pt idx="159">
                <c:v>29.5635051403414</c:v>
              </c:pt>
              <c:pt idx="160">
                <c:v>29.5635051403414</c:v>
              </c:pt>
              <c:pt idx="161">
                <c:v>29.5635051403414</c:v>
              </c:pt>
              <c:pt idx="162">
                <c:v>29.5635051403414</c:v>
              </c:pt>
              <c:pt idx="163">
                <c:v>29.5635051403414</c:v>
              </c:pt>
              <c:pt idx="164">
                <c:v>29.5635051403414</c:v>
              </c:pt>
              <c:pt idx="165">
                <c:v>29.5635051403414</c:v>
              </c:pt>
              <c:pt idx="166">
                <c:v>29.5635051403414</c:v>
              </c:pt>
              <c:pt idx="167">
                <c:v>29.5635051403414</c:v>
              </c:pt>
              <c:pt idx="168">
                <c:v>29.5635051403414</c:v>
              </c:pt>
              <c:pt idx="169">
                <c:v>29.5635051403414</c:v>
              </c:pt>
              <c:pt idx="170">
                <c:v>29.5635051403414</c:v>
              </c:pt>
              <c:pt idx="171">
                <c:v>29.5635051403414</c:v>
              </c:pt>
              <c:pt idx="172">
                <c:v>29.5635051403414</c:v>
              </c:pt>
              <c:pt idx="173">
                <c:v>29.5635051403414</c:v>
              </c:pt>
              <c:pt idx="174">
                <c:v>29.5635051403414</c:v>
              </c:pt>
              <c:pt idx="175">
                <c:v>29.5635051403414</c:v>
              </c:pt>
              <c:pt idx="176">
                <c:v>29.5635051403414</c:v>
              </c:pt>
              <c:pt idx="177">
                <c:v>29.5635051403414</c:v>
              </c:pt>
              <c:pt idx="178">
                <c:v>29.5635051403414</c:v>
              </c:pt>
              <c:pt idx="179">
                <c:v>29.5635051403414</c:v>
              </c:pt>
              <c:pt idx="180">
                <c:v>29.5635051403414</c:v>
              </c:pt>
              <c:pt idx="181">
                <c:v>29.5635051403414</c:v>
              </c:pt>
              <c:pt idx="182">
                <c:v>29.5635051403414</c:v>
              </c:pt>
              <c:pt idx="183">
                <c:v>29.5635051403414</c:v>
              </c:pt>
              <c:pt idx="184">
                <c:v>29.5635051403414</c:v>
              </c:pt>
              <c:pt idx="185">
                <c:v>29.5635051403414</c:v>
              </c:pt>
              <c:pt idx="186">
                <c:v>29.5635051403414</c:v>
              </c:pt>
              <c:pt idx="187">
                <c:v>29.5635051403414</c:v>
              </c:pt>
              <c:pt idx="188">
                <c:v>29.5635051403414</c:v>
              </c:pt>
              <c:pt idx="189">
                <c:v>29.5635051403414</c:v>
              </c:pt>
              <c:pt idx="190">
                <c:v>29.5635051403414</c:v>
              </c:pt>
              <c:pt idx="191">
                <c:v>29.5635051403414</c:v>
              </c:pt>
              <c:pt idx="192">
                <c:v>29.5635051403414</c:v>
              </c:pt>
              <c:pt idx="193">
                <c:v>29.5635051403414</c:v>
              </c:pt>
              <c:pt idx="194">
                <c:v>29.5635051403414</c:v>
              </c:pt>
              <c:pt idx="195">
                <c:v>29.5635051403414</c:v>
              </c:pt>
              <c:pt idx="196">
                <c:v>29.5635051403414</c:v>
              </c:pt>
              <c:pt idx="197">
                <c:v>29.5635051403414</c:v>
              </c:pt>
              <c:pt idx="198">
                <c:v>29.5635051403414</c:v>
              </c:pt>
              <c:pt idx="199">
                <c:v>29.5635051403414</c:v>
              </c:pt>
              <c:pt idx="200">
                <c:v>29.5635051403414</c:v>
              </c:pt>
              <c:pt idx="201">
                <c:v>29.5635051403414</c:v>
              </c:pt>
              <c:pt idx="202">
                <c:v>29.5635051403414</c:v>
              </c:pt>
              <c:pt idx="203">
                <c:v>29.5635051403414</c:v>
              </c:pt>
              <c:pt idx="204">
                <c:v>29.5635051403414</c:v>
              </c:pt>
              <c:pt idx="205">
                <c:v>29.5635051403414</c:v>
              </c:pt>
              <c:pt idx="206">
                <c:v>29.5635051403414</c:v>
              </c:pt>
              <c:pt idx="207">
                <c:v>29.5635051403414</c:v>
              </c:pt>
              <c:pt idx="208">
                <c:v>29.5635051403414</c:v>
              </c:pt>
              <c:pt idx="209">
                <c:v>29.5635051403414</c:v>
              </c:pt>
              <c:pt idx="210">
                <c:v>29.5635051403414</c:v>
              </c:pt>
              <c:pt idx="211">
                <c:v>29.5635051403414</c:v>
              </c:pt>
              <c:pt idx="212">
                <c:v>29.5635051403414</c:v>
              </c:pt>
              <c:pt idx="213">
                <c:v>29.5635051403414</c:v>
              </c:pt>
              <c:pt idx="214">
                <c:v>29.5635051403414</c:v>
              </c:pt>
              <c:pt idx="215">
                <c:v>29.5635051403414</c:v>
              </c:pt>
              <c:pt idx="216">
                <c:v>29.5635051403414</c:v>
              </c:pt>
              <c:pt idx="217">
                <c:v>29.5635051403414</c:v>
              </c:pt>
              <c:pt idx="218">
                <c:v>29.5635051403414</c:v>
              </c:pt>
              <c:pt idx="219">
                <c:v>29.5635051403414</c:v>
              </c:pt>
              <c:pt idx="220">
                <c:v>29.5635051403414</c:v>
              </c:pt>
              <c:pt idx="221">
                <c:v>29.5635051403414</c:v>
              </c:pt>
              <c:pt idx="222">
                <c:v>29.5635051403414</c:v>
              </c:pt>
              <c:pt idx="223">
                <c:v>29.5635051403414</c:v>
              </c:pt>
              <c:pt idx="224">
                <c:v>29.5635051403414</c:v>
              </c:pt>
              <c:pt idx="225">
                <c:v>29.5635051403414</c:v>
              </c:pt>
              <c:pt idx="226">
                <c:v>29.5635051403414</c:v>
              </c:pt>
              <c:pt idx="227">
                <c:v>29.5635051403414</c:v>
              </c:pt>
              <c:pt idx="228">
                <c:v>29.5635051403414</c:v>
              </c:pt>
              <c:pt idx="229">
                <c:v>29.5635051403414</c:v>
              </c:pt>
              <c:pt idx="230">
                <c:v>29.5635051403414</c:v>
              </c:pt>
              <c:pt idx="231">
                <c:v>29.5635051403414</c:v>
              </c:pt>
              <c:pt idx="232">
                <c:v>29.5635051403414</c:v>
              </c:pt>
              <c:pt idx="233">
                <c:v>29.5635051403414</c:v>
              </c:pt>
              <c:pt idx="234">
                <c:v>29.5635051403414</c:v>
              </c:pt>
              <c:pt idx="235">
                <c:v>29.5635051403414</c:v>
              </c:pt>
              <c:pt idx="236">
                <c:v>29.5635051403414</c:v>
              </c:pt>
              <c:pt idx="237">
                <c:v>29.5635051403414</c:v>
              </c:pt>
              <c:pt idx="238">
                <c:v>29.5635051403414</c:v>
              </c:pt>
              <c:pt idx="239">
                <c:v>29.5635051403414</c:v>
              </c:pt>
              <c:pt idx="240">
                <c:v>29.5635051403414</c:v>
              </c:pt>
              <c:pt idx="241">
                <c:v>29.5635051403414</c:v>
              </c:pt>
              <c:pt idx="242">
                <c:v>29.5635051403414</c:v>
              </c:pt>
              <c:pt idx="243">
                <c:v>29.5635051403414</c:v>
              </c:pt>
              <c:pt idx="244">
                <c:v>29.5635051403414</c:v>
              </c:pt>
              <c:pt idx="245">
                <c:v>29.5635051403414</c:v>
              </c:pt>
              <c:pt idx="246">
                <c:v>29.5635051403414</c:v>
              </c:pt>
              <c:pt idx="247">
                <c:v>29.5635051403414</c:v>
              </c:pt>
              <c:pt idx="248">
                <c:v>29.5635051403414</c:v>
              </c:pt>
              <c:pt idx="249">
                <c:v>29.5635051403414</c:v>
              </c:pt>
              <c:pt idx="250">
                <c:v>29.5635051403414</c:v>
              </c:pt>
              <c:pt idx="251">
                <c:v>29.5635051403414</c:v>
              </c:pt>
              <c:pt idx="252">
                <c:v>29.5635051403414</c:v>
              </c:pt>
              <c:pt idx="253">
                <c:v>29.5635051403414</c:v>
              </c:pt>
              <c:pt idx="254">
                <c:v>29.5635051403414</c:v>
              </c:pt>
              <c:pt idx="255">
                <c:v>29.5635051403414</c:v>
              </c:pt>
              <c:pt idx="256">
                <c:v>29.5635051403414</c:v>
              </c:pt>
              <c:pt idx="257">
                <c:v>29.5635051403414</c:v>
              </c:pt>
              <c:pt idx="258">
                <c:v>29.5635051403414</c:v>
              </c:pt>
              <c:pt idx="259">
                <c:v>29.5635051403414</c:v>
              </c:pt>
              <c:pt idx="260">
                <c:v>29.5635051403414</c:v>
              </c:pt>
              <c:pt idx="261">
                <c:v>29.5635051403414</c:v>
              </c:pt>
              <c:pt idx="262">
                <c:v>29.5635051403414</c:v>
              </c:pt>
              <c:pt idx="263">
                <c:v>29.5635051403414</c:v>
              </c:pt>
              <c:pt idx="264">
                <c:v>29.5635051403414</c:v>
              </c:pt>
              <c:pt idx="265">
                <c:v>29.5635051403414</c:v>
              </c:pt>
              <c:pt idx="266">
                <c:v>29.5635051403414</c:v>
              </c:pt>
              <c:pt idx="267">
                <c:v>29.5635051403414</c:v>
              </c:pt>
              <c:pt idx="268">
                <c:v>29.5635051403414</c:v>
              </c:pt>
              <c:pt idx="269">
                <c:v>29.5635051403414</c:v>
              </c:pt>
              <c:pt idx="270">
                <c:v>29.5635051403414</c:v>
              </c:pt>
              <c:pt idx="271">
                <c:v>29.5635051403414</c:v>
              </c:pt>
              <c:pt idx="272">
                <c:v>29.5635051403414</c:v>
              </c:pt>
              <c:pt idx="273">
                <c:v>29.5635051403414</c:v>
              </c:pt>
              <c:pt idx="274">
                <c:v>29.5635051403414</c:v>
              </c:pt>
              <c:pt idx="275">
                <c:v>29.5635051403414</c:v>
              </c:pt>
              <c:pt idx="276">
                <c:v>29.5635051403414</c:v>
              </c:pt>
              <c:pt idx="277">
                <c:v>29.5635051403414</c:v>
              </c:pt>
              <c:pt idx="278">
                <c:v>29.5635051403414</c:v>
              </c:pt>
              <c:pt idx="279">
                <c:v>29.5635051403414</c:v>
              </c:pt>
              <c:pt idx="280">
                <c:v>29.5635051403414</c:v>
              </c:pt>
              <c:pt idx="281">
                <c:v>29.5635051403414</c:v>
              </c:pt>
              <c:pt idx="282">
                <c:v>29.5635051403414</c:v>
              </c:pt>
              <c:pt idx="283">
                <c:v>29.5635051403414</c:v>
              </c:pt>
              <c:pt idx="284">
                <c:v>29.5635051403414</c:v>
              </c:pt>
              <c:pt idx="285">
                <c:v>29.5635051403414</c:v>
              </c:pt>
              <c:pt idx="286">
                <c:v>29.5635051403414</c:v>
              </c:pt>
              <c:pt idx="287">
                <c:v>29.5635051403414</c:v>
              </c:pt>
              <c:pt idx="288">
                <c:v>29.5635051403414</c:v>
              </c:pt>
              <c:pt idx="289">
                <c:v>29.5635051403414</c:v>
              </c:pt>
              <c:pt idx="290">
                <c:v>29.5635051403414</c:v>
              </c:pt>
              <c:pt idx="291">
                <c:v>29.5635051403414</c:v>
              </c:pt>
              <c:pt idx="292">
                <c:v>29.5635051403414</c:v>
              </c:pt>
              <c:pt idx="293">
                <c:v>29.5635051403414</c:v>
              </c:pt>
              <c:pt idx="294">
                <c:v>29.5635051403414</c:v>
              </c:pt>
              <c:pt idx="295">
                <c:v>29.5635051403414</c:v>
              </c:pt>
              <c:pt idx="296">
                <c:v>29.5635051403414</c:v>
              </c:pt>
              <c:pt idx="297">
                <c:v>29.5635051403414</c:v>
              </c:pt>
              <c:pt idx="298">
                <c:v>29.5635051403414</c:v>
              </c:pt>
              <c:pt idx="299">
                <c:v>29.5635051403414</c:v>
              </c:pt>
              <c:pt idx="300">
                <c:v>29.5635051403414</c:v>
              </c:pt>
              <c:pt idx="301">
                <c:v>29.5635051403414</c:v>
              </c:pt>
              <c:pt idx="302">
                <c:v>29.5635051403414</c:v>
              </c:pt>
              <c:pt idx="303">
                <c:v>29.5635051403414</c:v>
              </c:pt>
              <c:pt idx="304">
                <c:v>29.5635051403414</c:v>
              </c:pt>
              <c:pt idx="305">
                <c:v>29.5635051403414</c:v>
              </c:pt>
              <c:pt idx="306">
                <c:v>29.5635051403414</c:v>
              </c:pt>
              <c:pt idx="307">
                <c:v>29.5635051403414</c:v>
              </c:pt>
              <c:pt idx="308">
                <c:v>29.5635051403414</c:v>
              </c:pt>
              <c:pt idx="309">
                <c:v>29.5635051403414</c:v>
              </c:pt>
              <c:pt idx="310">
                <c:v>29.5635051403414</c:v>
              </c:pt>
              <c:pt idx="311">
                <c:v>29.5635051403414</c:v>
              </c:pt>
              <c:pt idx="312">
                <c:v>29.5635051403414</c:v>
              </c:pt>
              <c:pt idx="313">
                <c:v>29.5635051403414</c:v>
              </c:pt>
              <c:pt idx="314">
                <c:v>29.5635051403414</c:v>
              </c:pt>
              <c:pt idx="315">
                <c:v>29.5635051403414</c:v>
              </c:pt>
              <c:pt idx="316">
                <c:v>29.5635051403414</c:v>
              </c:pt>
              <c:pt idx="317">
                <c:v>29.5635051403414</c:v>
              </c:pt>
              <c:pt idx="318">
                <c:v>29.5635051403414</c:v>
              </c:pt>
              <c:pt idx="319">
                <c:v>29.5635051403414</c:v>
              </c:pt>
              <c:pt idx="320">
                <c:v>29.5635051403414</c:v>
              </c:pt>
              <c:pt idx="321">
                <c:v>29.5635051403414</c:v>
              </c:pt>
              <c:pt idx="322">
                <c:v>29.5635051403414</c:v>
              </c:pt>
              <c:pt idx="323">
                <c:v>29.5635051403414</c:v>
              </c:pt>
              <c:pt idx="324">
                <c:v>29.5635051403414</c:v>
              </c:pt>
              <c:pt idx="325">
                <c:v>29.5635051403414</c:v>
              </c:pt>
              <c:pt idx="326">
                <c:v>29.5635051403414</c:v>
              </c:pt>
              <c:pt idx="327">
                <c:v>29.5635051403414</c:v>
              </c:pt>
              <c:pt idx="328">
                <c:v>29.5635051403414</c:v>
              </c:pt>
              <c:pt idx="329">
                <c:v>29.5635051403414</c:v>
              </c:pt>
              <c:pt idx="330">
                <c:v>29.5635051403414</c:v>
              </c:pt>
              <c:pt idx="331">
                <c:v>29.5635051403414</c:v>
              </c:pt>
              <c:pt idx="332">
                <c:v>29.5635051403414</c:v>
              </c:pt>
              <c:pt idx="333">
                <c:v>29.5635051403414</c:v>
              </c:pt>
              <c:pt idx="334">
                <c:v>29.5635051403414</c:v>
              </c:pt>
              <c:pt idx="335">
                <c:v>29.5635051403414</c:v>
              </c:pt>
              <c:pt idx="336">
                <c:v>29.5635051403414</c:v>
              </c:pt>
              <c:pt idx="337">
                <c:v>29.5635051403414</c:v>
              </c:pt>
              <c:pt idx="338">
                <c:v>29.5635051403414</c:v>
              </c:pt>
              <c:pt idx="339">
                <c:v>29.5635051403414</c:v>
              </c:pt>
              <c:pt idx="340">
                <c:v>29.5635051403414</c:v>
              </c:pt>
              <c:pt idx="341">
                <c:v>29.5635051403414</c:v>
              </c:pt>
              <c:pt idx="342">
                <c:v>29.5635051403414</c:v>
              </c:pt>
              <c:pt idx="343">
                <c:v>29.5635051403414</c:v>
              </c:pt>
              <c:pt idx="344">
                <c:v>29.5635051403414</c:v>
              </c:pt>
              <c:pt idx="345">
                <c:v>29.5635051403414</c:v>
              </c:pt>
              <c:pt idx="346">
                <c:v>29.5635051403414</c:v>
              </c:pt>
              <c:pt idx="347">
                <c:v>29.5635051403414</c:v>
              </c:pt>
              <c:pt idx="348">
                <c:v>29.5635051403414</c:v>
              </c:pt>
              <c:pt idx="349">
                <c:v>29.5635051403414</c:v>
              </c:pt>
              <c:pt idx="350">
                <c:v>29.5635051403414</c:v>
              </c:pt>
              <c:pt idx="351">
                <c:v>29.5635051403414</c:v>
              </c:pt>
              <c:pt idx="352">
                <c:v>29.5635051403414</c:v>
              </c:pt>
              <c:pt idx="353">
                <c:v>29.5635051403414</c:v>
              </c:pt>
              <c:pt idx="354">
                <c:v>29.5635051403414</c:v>
              </c:pt>
              <c:pt idx="355">
                <c:v>29.5635051403414</c:v>
              </c:pt>
              <c:pt idx="356">
                <c:v>29.5635051403414</c:v>
              </c:pt>
              <c:pt idx="357">
                <c:v>29.5635051403414</c:v>
              </c:pt>
              <c:pt idx="358">
                <c:v>29.5635051403414</c:v>
              </c:pt>
              <c:pt idx="359">
                <c:v>29.5635051403414</c:v>
              </c:pt>
              <c:pt idx="360">
                <c:v>29.5635051403414</c:v>
              </c:pt>
              <c:pt idx="361">
                <c:v>29.5635051403414</c:v>
              </c:pt>
              <c:pt idx="362">
                <c:v>29.5635051403414</c:v>
              </c:pt>
              <c:pt idx="363">
                <c:v>29.5635051403414</c:v>
              </c:pt>
              <c:pt idx="364">
                <c:v>29.5635051403414</c:v>
              </c:pt>
              <c:pt idx="365">
                <c:v>29.5635051403414</c:v>
              </c:pt>
              <c:pt idx="366">
                <c:v>29.5635051403414</c:v>
              </c:pt>
              <c:pt idx="367">
                <c:v>29.5635051403414</c:v>
              </c:pt>
              <c:pt idx="368">
                <c:v>29.5635051403414</c:v>
              </c:pt>
              <c:pt idx="369">
                <c:v>29.5635051403414</c:v>
              </c:pt>
              <c:pt idx="370">
                <c:v>29.5635051403414</c:v>
              </c:pt>
              <c:pt idx="371">
                <c:v>29.5635051403414</c:v>
              </c:pt>
              <c:pt idx="372">
                <c:v>29.5635051403414</c:v>
              </c:pt>
              <c:pt idx="373">
                <c:v>29.5635051403414</c:v>
              </c:pt>
              <c:pt idx="374">
                <c:v>29.5635051403414</c:v>
              </c:pt>
              <c:pt idx="375">
                <c:v>29.5635051403414</c:v>
              </c:pt>
              <c:pt idx="376">
                <c:v>29.5635051403414</c:v>
              </c:pt>
              <c:pt idx="377">
                <c:v>29.5635051403414</c:v>
              </c:pt>
              <c:pt idx="378">
                <c:v>29.5635051403414</c:v>
              </c:pt>
              <c:pt idx="379">
                <c:v>29.5635051403414</c:v>
              </c:pt>
              <c:pt idx="380">
                <c:v>29.5635051403414</c:v>
              </c:pt>
              <c:pt idx="381">
                <c:v>29.5635051403414</c:v>
              </c:pt>
              <c:pt idx="382">
                <c:v>29.5635051403414</c:v>
              </c:pt>
              <c:pt idx="383">
                <c:v>29.5635051403414</c:v>
              </c:pt>
              <c:pt idx="384">
                <c:v>29.5635051403414</c:v>
              </c:pt>
              <c:pt idx="385">
                <c:v>29.5635051403414</c:v>
              </c:pt>
              <c:pt idx="386">
                <c:v>29.5635051403414</c:v>
              </c:pt>
              <c:pt idx="387">
                <c:v>29.5635051403414</c:v>
              </c:pt>
              <c:pt idx="388">
                <c:v>29.5635051403414</c:v>
              </c:pt>
              <c:pt idx="389">
                <c:v>29.5635051403414</c:v>
              </c:pt>
              <c:pt idx="390">
                <c:v>29.5635051403414</c:v>
              </c:pt>
              <c:pt idx="391">
                <c:v>29.5635051403414</c:v>
              </c:pt>
              <c:pt idx="392">
                <c:v>29.5635051403414</c:v>
              </c:pt>
              <c:pt idx="393">
                <c:v>29.5635051403414</c:v>
              </c:pt>
              <c:pt idx="394">
                <c:v>29.5635051403414</c:v>
              </c:pt>
              <c:pt idx="395">
                <c:v>29.5635051403414</c:v>
              </c:pt>
              <c:pt idx="396">
                <c:v>29.5635051403414</c:v>
              </c:pt>
              <c:pt idx="397">
                <c:v>29.5635051403414</c:v>
              </c:pt>
              <c:pt idx="398">
                <c:v>29.5635051403414</c:v>
              </c:pt>
              <c:pt idx="399">
                <c:v>29.5635051403414</c:v>
              </c:pt>
              <c:pt idx="400">
                <c:v>29.5635051403414</c:v>
              </c:pt>
              <c:pt idx="401">
                <c:v>29.5635051403414</c:v>
              </c:pt>
              <c:pt idx="402">
                <c:v>29.5635051403414</c:v>
              </c:pt>
              <c:pt idx="403">
                <c:v>29.5635051403414</c:v>
              </c:pt>
              <c:pt idx="404">
                <c:v>29.5635051403414</c:v>
              </c:pt>
              <c:pt idx="405">
                <c:v>29.5635051403414</c:v>
              </c:pt>
              <c:pt idx="406">
                <c:v>29.5635051403414</c:v>
              </c:pt>
              <c:pt idx="407">
                <c:v>29.5635051403414</c:v>
              </c:pt>
              <c:pt idx="408">
                <c:v>29.5635051403414</c:v>
              </c:pt>
              <c:pt idx="409">
                <c:v>29.5635051403414</c:v>
              </c:pt>
              <c:pt idx="410">
                <c:v>29.5635051403414</c:v>
              </c:pt>
              <c:pt idx="411">
                <c:v>29.5635051403414</c:v>
              </c:pt>
              <c:pt idx="412">
                <c:v>29.5635051403414</c:v>
              </c:pt>
              <c:pt idx="413">
                <c:v>29.5635051403414</c:v>
              </c:pt>
              <c:pt idx="414">
                <c:v>29.5635051403414</c:v>
              </c:pt>
              <c:pt idx="415">
                <c:v>29.5635051403414</c:v>
              </c:pt>
              <c:pt idx="416">
                <c:v>29.5635051403414</c:v>
              </c:pt>
              <c:pt idx="417">
                <c:v>29.5635051403414</c:v>
              </c:pt>
              <c:pt idx="418">
                <c:v>29.5635051403414</c:v>
              </c:pt>
              <c:pt idx="419">
                <c:v>29.5635051403414</c:v>
              </c:pt>
              <c:pt idx="420">
                <c:v>29.5635051403414</c:v>
              </c:pt>
              <c:pt idx="421">
                <c:v>29.5635051403414</c:v>
              </c:pt>
              <c:pt idx="422">
                <c:v>29.5635051403414</c:v>
              </c:pt>
              <c:pt idx="423">
                <c:v>29.5635051403414</c:v>
              </c:pt>
              <c:pt idx="424">
                <c:v>29.5635051403414</c:v>
              </c:pt>
              <c:pt idx="425">
                <c:v>29.5635051403414</c:v>
              </c:pt>
              <c:pt idx="426">
                <c:v>29.5635051403414</c:v>
              </c:pt>
              <c:pt idx="427">
                <c:v>29.5635051403414</c:v>
              </c:pt>
              <c:pt idx="428">
                <c:v>29.5635051403414</c:v>
              </c:pt>
              <c:pt idx="429">
                <c:v>29.5635051403414</c:v>
              </c:pt>
              <c:pt idx="430">
                <c:v>29.5635051403414</c:v>
              </c:pt>
              <c:pt idx="431">
                <c:v>29.5635051403414</c:v>
              </c:pt>
              <c:pt idx="432">
                <c:v>29.5635051403414</c:v>
              </c:pt>
              <c:pt idx="433">
                <c:v>29.5635051403414</c:v>
              </c:pt>
              <c:pt idx="434">
                <c:v>29.5635051403414</c:v>
              </c:pt>
              <c:pt idx="435">
                <c:v>29.5635051403414</c:v>
              </c:pt>
              <c:pt idx="436">
                <c:v>29.5635051403414</c:v>
              </c:pt>
              <c:pt idx="437">
                <c:v>29.5635051403414</c:v>
              </c:pt>
              <c:pt idx="438">
                <c:v>29.5635051403414</c:v>
              </c:pt>
              <c:pt idx="439">
                <c:v>29.5635051403414</c:v>
              </c:pt>
              <c:pt idx="440">
                <c:v>29.5635051403414</c:v>
              </c:pt>
              <c:pt idx="441">
                <c:v>29.5635051403414</c:v>
              </c:pt>
              <c:pt idx="442">
                <c:v>29.5635051403414</c:v>
              </c:pt>
              <c:pt idx="443">
                <c:v>29.5635051403414</c:v>
              </c:pt>
              <c:pt idx="444">
                <c:v>29.5635051403414</c:v>
              </c:pt>
              <c:pt idx="445">
                <c:v>29.5635051403414</c:v>
              </c:pt>
              <c:pt idx="446">
                <c:v>29.5635051403414</c:v>
              </c:pt>
              <c:pt idx="447">
                <c:v>29.5635051403414</c:v>
              </c:pt>
              <c:pt idx="448">
                <c:v>29.5635051403414</c:v>
              </c:pt>
              <c:pt idx="449">
                <c:v>29.5635051403414</c:v>
              </c:pt>
            </c:numLit>
          </c:xVal>
          <c:yVal>
            <c:numLit>
              <c:formatCode>0.0</c:formatCode>
              <c:ptCount val="450"/>
              <c:pt idx="0">
                <c:v>1.5840754845499974</c:v>
              </c:pt>
              <c:pt idx="1">
                <c:v>1.5840754845499974</c:v>
              </c:pt>
              <c:pt idx="2">
                <c:v>1.5840754845499974</c:v>
              </c:pt>
              <c:pt idx="3">
                <c:v>1.5840754845499974</c:v>
              </c:pt>
              <c:pt idx="4">
                <c:v>1.5840754845499974</c:v>
              </c:pt>
              <c:pt idx="5">
                <c:v>1.5840754845499974</c:v>
              </c:pt>
              <c:pt idx="6">
                <c:v>1.5840754845499974</c:v>
              </c:pt>
              <c:pt idx="7">
                <c:v>1.5840754845499974</c:v>
              </c:pt>
              <c:pt idx="8">
                <c:v>1.5840754845499974</c:v>
              </c:pt>
              <c:pt idx="9">
                <c:v>1.5840754845499974</c:v>
              </c:pt>
              <c:pt idx="10">
                <c:v>1.5840754845499974</c:v>
              </c:pt>
              <c:pt idx="11">
                <c:v>1.5840754845499974</c:v>
              </c:pt>
              <c:pt idx="12">
                <c:v>1.5840754845499974</c:v>
              </c:pt>
              <c:pt idx="13">
                <c:v>1.5840754845499974</c:v>
              </c:pt>
              <c:pt idx="14">
                <c:v>1.5840754845499974</c:v>
              </c:pt>
              <c:pt idx="15">
                <c:v>1.5840754845499974</c:v>
              </c:pt>
              <c:pt idx="16">
                <c:v>1.5840754845499974</c:v>
              </c:pt>
              <c:pt idx="17">
                <c:v>1.5840754845499974</c:v>
              </c:pt>
              <c:pt idx="18">
                <c:v>1.5840754845499974</c:v>
              </c:pt>
              <c:pt idx="19">
                <c:v>1.5840754845499974</c:v>
              </c:pt>
              <c:pt idx="20">
                <c:v>1.5840754845499974</c:v>
              </c:pt>
              <c:pt idx="21">
                <c:v>1.5840754845499974</c:v>
              </c:pt>
              <c:pt idx="22">
                <c:v>1.5840754845499974</c:v>
              </c:pt>
              <c:pt idx="23">
                <c:v>1.5840754845499974</c:v>
              </c:pt>
              <c:pt idx="24">
                <c:v>1.5840754845499974</c:v>
              </c:pt>
              <c:pt idx="25">
                <c:v>1.5840754845499974</c:v>
              </c:pt>
              <c:pt idx="26">
                <c:v>1.5840754845499974</c:v>
              </c:pt>
              <c:pt idx="27">
                <c:v>1.5840754845499974</c:v>
              </c:pt>
              <c:pt idx="28">
                <c:v>1.5840754845499974</c:v>
              </c:pt>
              <c:pt idx="29">
                <c:v>1.5840754845499974</c:v>
              </c:pt>
              <c:pt idx="30">
                <c:v>1.5840754845499974</c:v>
              </c:pt>
              <c:pt idx="31">
                <c:v>1.5840754845499974</c:v>
              </c:pt>
              <c:pt idx="32">
                <c:v>1.5840754845499974</c:v>
              </c:pt>
              <c:pt idx="33">
                <c:v>1.5840754845499974</c:v>
              </c:pt>
              <c:pt idx="34">
                <c:v>1.5840754845499974</c:v>
              </c:pt>
              <c:pt idx="35">
                <c:v>1.5840754845499974</c:v>
              </c:pt>
              <c:pt idx="36">
                <c:v>1.5840754845499974</c:v>
              </c:pt>
              <c:pt idx="37">
                <c:v>1.5840754845499974</c:v>
              </c:pt>
              <c:pt idx="38">
                <c:v>1.5840754845499974</c:v>
              </c:pt>
              <c:pt idx="39">
                <c:v>1.5840754845499974</c:v>
              </c:pt>
              <c:pt idx="40">
                <c:v>1.5840754845499974</c:v>
              </c:pt>
              <c:pt idx="41">
                <c:v>1.5840754845499974</c:v>
              </c:pt>
              <c:pt idx="42">
                <c:v>1.5840754845499974</c:v>
              </c:pt>
              <c:pt idx="43">
                <c:v>1.5840754845499974</c:v>
              </c:pt>
              <c:pt idx="44">
                <c:v>1.5840754845499974</c:v>
              </c:pt>
              <c:pt idx="45">
                <c:v>1.5840754845499974</c:v>
              </c:pt>
              <c:pt idx="46">
                <c:v>1.5840754845499974</c:v>
              </c:pt>
              <c:pt idx="47">
                <c:v>1.5840754845499974</c:v>
              </c:pt>
              <c:pt idx="48">
                <c:v>1.5840754845499974</c:v>
              </c:pt>
              <c:pt idx="49">
                <c:v>1.5840754845499974</c:v>
              </c:pt>
              <c:pt idx="50">
                <c:v>1.5840754845499974</c:v>
              </c:pt>
              <c:pt idx="51">
                <c:v>1.5840754845499974</c:v>
              </c:pt>
              <c:pt idx="52">
                <c:v>1.5840754845499974</c:v>
              </c:pt>
              <c:pt idx="53">
                <c:v>1.5840754845499974</c:v>
              </c:pt>
              <c:pt idx="54">
                <c:v>1.5840754845499974</c:v>
              </c:pt>
              <c:pt idx="55">
                <c:v>1.5840754845499974</c:v>
              </c:pt>
              <c:pt idx="56">
                <c:v>1.5840754845499974</c:v>
              </c:pt>
              <c:pt idx="57">
                <c:v>1.5840754845499974</c:v>
              </c:pt>
              <c:pt idx="58">
                <c:v>1.5840754845499974</c:v>
              </c:pt>
              <c:pt idx="59">
                <c:v>1.5840754845499974</c:v>
              </c:pt>
              <c:pt idx="60">
                <c:v>1.5840754845499974</c:v>
              </c:pt>
              <c:pt idx="61">
                <c:v>1.5840754845499974</c:v>
              </c:pt>
              <c:pt idx="62">
                <c:v>1.5840754845499974</c:v>
              </c:pt>
              <c:pt idx="63">
                <c:v>1.5840754845499974</c:v>
              </c:pt>
              <c:pt idx="64">
                <c:v>1.5840754845499974</c:v>
              </c:pt>
              <c:pt idx="65">
                <c:v>1.5840754845499974</c:v>
              </c:pt>
              <c:pt idx="66">
                <c:v>1.5840754845499974</c:v>
              </c:pt>
              <c:pt idx="67">
                <c:v>1.5840754845499974</c:v>
              </c:pt>
              <c:pt idx="68">
                <c:v>1.5840754845499974</c:v>
              </c:pt>
              <c:pt idx="69">
                <c:v>1.5840754845499974</c:v>
              </c:pt>
              <c:pt idx="70">
                <c:v>1.5840754845499974</c:v>
              </c:pt>
              <c:pt idx="71">
                <c:v>1.5840754845499974</c:v>
              </c:pt>
              <c:pt idx="72">
                <c:v>1.5840754845499974</c:v>
              </c:pt>
              <c:pt idx="73">
                <c:v>1.5840754845499974</c:v>
              </c:pt>
              <c:pt idx="74">
                <c:v>1.5840754845499974</c:v>
              </c:pt>
              <c:pt idx="75">
                <c:v>1.5840754845499974</c:v>
              </c:pt>
              <c:pt idx="76">
                <c:v>1.5840754845499974</c:v>
              </c:pt>
              <c:pt idx="77">
                <c:v>1.5840754845499974</c:v>
              </c:pt>
              <c:pt idx="78">
                <c:v>1.5840754845499974</c:v>
              </c:pt>
              <c:pt idx="79">
                <c:v>1.5840754845499974</c:v>
              </c:pt>
              <c:pt idx="80">
                <c:v>1.5840754845499974</c:v>
              </c:pt>
              <c:pt idx="81">
                <c:v>1.5840754845499974</c:v>
              </c:pt>
              <c:pt idx="82">
                <c:v>1.5840754845499974</c:v>
              </c:pt>
              <c:pt idx="83">
                <c:v>1.5840754845499974</c:v>
              </c:pt>
              <c:pt idx="84">
                <c:v>1.5840754845499974</c:v>
              </c:pt>
              <c:pt idx="85">
                <c:v>1.5840754845499974</c:v>
              </c:pt>
              <c:pt idx="86">
                <c:v>1.5840754845499974</c:v>
              </c:pt>
              <c:pt idx="87">
                <c:v>1.5840754845499974</c:v>
              </c:pt>
              <c:pt idx="88">
                <c:v>1.5840754845499974</c:v>
              </c:pt>
              <c:pt idx="89">
                <c:v>1.5840754845499974</c:v>
              </c:pt>
              <c:pt idx="90">
                <c:v>1.5840754845499974</c:v>
              </c:pt>
              <c:pt idx="91">
                <c:v>1.5840754845499974</c:v>
              </c:pt>
              <c:pt idx="92">
                <c:v>1.5840754845499974</c:v>
              </c:pt>
              <c:pt idx="93">
                <c:v>1.5840754845499974</c:v>
              </c:pt>
              <c:pt idx="94">
                <c:v>1.5840754845499974</c:v>
              </c:pt>
              <c:pt idx="95">
                <c:v>1.5840754845499974</c:v>
              </c:pt>
              <c:pt idx="96">
                <c:v>1.5840754845499974</c:v>
              </c:pt>
              <c:pt idx="97">
                <c:v>1.5840754845499974</c:v>
              </c:pt>
              <c:pt idx="98">
                <c:v>1.5840754845499974</c:v>
              </c:pt>
              <c:pt idx="99">
                <c:v>1.5840754845499974</c:v>
              </c:pt>
              <c:pt idx="100">
                <c:v>1.5840754845499974</c:v>
              </c:pt>
              <c:pt idx="101">
                <c:v>1.5840754845499974</c:v>
              </c:pt>
              <c:pt idx="102">
                <c:v>1.5840754845499974</c:v>
              </c:pt>
              <c:pt idx="103">
                <c:v>1.5840754845499974</c:v>
              </c:pt>
              <c:pt idx="104">
                <c:v>1.5840754845499974</c:v>
              </c:pt>
              <c:pt idx="105">
                <c:v>1.5840754845499974</c:v>
              </c:pt>
              <c:pt idx="106">
                <c:v>1.5840754845499974</c:v>
              </c:pt>
              <c:pt idx="107">
                <c:v>1.5840754845499974</c:v>
              </c:pt>
              <c:pt idx="108">
                <c:v>1.5840754845499974</c:v>
              </c:pt>
              <c:pt idx="109">
                <c:v>1.5840754845499974</c:v>
              </c:pt>
              <c:pt idx="110">
                <c:v>1.5840754845499974</c:v>
              </c:pt>
              <c:pt idx="111">
                <c:v>1.5840754845499974</c:v>
              </c:pt>
              <c:pt idx="112">
                <c:v>1.5840754845499974</c:v>
              </c:pt>
              <c:pt idx="113">
                <c:v>1.5840754845499974</c:v>
              </c:pt>
              <c:pt idx="114">
                <c:v>1.5840754845499974</c:v>
              </c:pt>
              <c:pt idx="115">
                <c:v>1.5840754845499974</c:v>
              </c:pt>
              <c:pt idx="116">
                <c:v>1.5840754845499974</c:v>
              </c:pt>
              <c:pt idx="117">
                <c:v>1.5840754845499974</c:v>
              </c:pt>
              <c:pt idx="118">
                <c:v>1.5840754845499974</c:v>
              </c:pt>
              <c:pt idx="119">
                <c:v>1.5840754845499974</c:v>
              </c:pt>
              <c:pt idx="120">
                <c:v>1.5840754845499974</c:v>
              </c:pt>
              <c:pt idx="121">
                <c:v>1.5840754845499974</c:v>
              </c:pt>
              <c:pt idx="122">
                <c:v>1.5840754845499974</c:v>
              </c:pt>
              <c:pt idx="123">
                <c:v>1.5840754845499974</c:v>
              </c:pt>
              <c:pt idx="124">
                <c:v>1.5840754845499974</c:v>
              </c:pt>
              <c:pt idx="125">
                <c:v>1.5840754845499974</c:v>
              </c:pt>
              <c:pt idx="126">
                <c:v>1.5840754845499974</c:v>
              </c:pt>
              <c:pt idx="127">
                <c:v>1.5840754845499974</c:v>
              </c:pt>
              <c:pt idx="128">
                <c:v>1.5840754845499974</c:v>
              </c:pt>
              <c:pt idx="129">
                <c:v>1.5840754845499974</c:v>
              </c:pt>
              <c:pt idx="130">
                <c:v>1.5840754845499974</c:v>
              </c:pt>
              <c:pt idx="131">
                <c:v>1.5840754845499974</c:v>
              </c:pt>
              <c:pt idx="132">
                <c:v>1.5840754845499974</c:v>
              </c:pt>
              <c:pt idx="133">
                <c:v>1.5840754845499974</c:v>
              </c:pt>
              <c:pt idx="134">
                <c:v>1.5840754845499974</c:v>
              </c:pt>
              <c:pt idx="135">
                <c:v>1.5840754845499974</c:v>
              </c:pt>
              <c:pt idx="136">
                <c:v>1.5840754845499974</c:v>
              </c:pt>
              <c:pt idx="137">
                <c:v>1.5840754845499974</c:v>
              </c:pt>
              <c:pt idx="138">
                <c:v>1.5840754845499974</c:v>
              </c:pt>
              <c:pt idx="139">
                <c:v>1.5840754845499974</c:v>
              </c:pt>
              <c:pt idx="140">
                <c:v>1.5840754845499974</c:v>
              </c:pt>
              <c:pt idx="141">
                <c:v>1.5840754845499974</c:v>
              </c:pt>
              <c:pt idx="142">
                <c:v>1.5840754845499974</c:v>
              </c:pt>
              <c:pt idx="143">
                <c:v>1.5840754845499974</c:v>
              </c:pt>
              <c:pt idx="144">
                <c:v>1.5840754845499974</c:v>
              </c:pt>
              <c:pt idx="145">
                <c:v>1.5840754845499974</c:v>
              </c:pt>
              <c:pt idx="146">
                <c:v>1.5840754845499974</c:v>
              </c:pt>
              <c:pt idx="147">
                <c:v>1.5840754845499974</c:v>
              </c:pt>
              <c:pt idx="148">
                <c:v>1.5840754845499974</c:v>
              </c:pt>
              <c:pt idx="149">
                <c:v>1.5840754845499974</c:v>
              </c:pt>
              <c:pt idx="150">
                <c:v>1.5840754845499974</c:v>
              </c:pt>
              <c:pt idx="151">
                <c:v>1.5840754845499974</c:v>
              </c:pt>
              <c:pt idx="152">
                <c:v>1.5840754845499974</c:v>
              </c:pt>
              <c:pt idx="153">
                <c:v>1.5840754845499974</c:v>
              </c:pt>
              <c:pt idx="154">
                <c:v>1.5840754845499974</c:v>
              </c:pt>
              <c:pt idx="155">
                <c:v>1.5840754845499974</c:v>
              </c:pt>
              <c:pt idx="156">
                <c:v>1.5840754845499974</c:v>
              </c:pt>
              <c:pt idx="157">
                <c:v>1.5840754845499974</c:v>
              </c:pt>
              <c:pt idx="158">
                <c:v>1.5840754845499974</c:v>
              </c:pt>
              <c:pt idx="159">
                <c:v>1.5840754845499974</c:v>
              </c:pt>
              <c:pt idx="160">
                <c:v>1.5840754845499974</c:v>
              </c:pt>
              <c:pt idx="161">
                <c:v>1.5840754845499974</c:v>
              </c:pt>
              <c:pt idx="162">
                <c:v>1.5840754845499974</c:v>
              </c:pt>
              <c:pt idx="163">
                <c:v>1.5840754845499974</c:v>
              </c:pt>
              <c:pt idx="164">
                <c:v>1.5840754845499974</c:v>
              </c:pt>
              <c:pt idx="165">
                <c:v>1.5840754845499974</c:v>
              </c:pt>
              <c:pt idx="166">
                <c:v>1.5840754845499974</c:v>
              </c:pt>
              <c:pt idx="167">
                <c:v>1.5840754845499974</c:v>
              </c:pt>
              <c:pt idx="168">
                <c:v>1.5840754845499974</c:v>
              </c:pt>
              <c:pt idx="169">
                <c:v>1.5840754845499974</c:v>
              </c:pt>
              <c:pt idx="170">
                <c:v>1.5840754845499974</c:v>
              </c:pt>
              <c:pt idx="171">
                <c:v>1.5840754845499974</c:v>
              </c:pt>
              <c:pt idx="172">
                <c:v>1.5840754845499974</c:v>
              </c:pt>
              <c:pt idx="173">
                <c:v>1.5840754845499974</c:v>
              </c:pt>
              <c:pt idx="174">
                <c:v>1.5840754845499974</c:v>
              </c:pt>
              <c:pt idx="175">
                <c:v>1.5840754845499974</c:v>
              </c:pt>
              <c:pt idx="176">
                <c:v>1.5840754845499974</c:v>
              </c:pt>
              <c:pt idx="177">
                <c:v>1.5840754845499974</c:v>
              </c:pt>
              <c:pt idx="178">
                <c:v>1.5840754845499974</c:v>
              </c:pt>
              <c:pt idx="179">
                <c:v>1.5840754845499974</c:v>
              </c:pt>
              <c:pt idx="180">
                <c:v>1.5840754845499974</c:v>
              </c:pt>
              <c:pt idx="181">
                <c:v>1.5840754845499974</c:v>
              </c:pt>
              <c:pt idx="182">
                <c:v>1.5840754845499974</c:v>
              </c:pt>
              <c:pt idx="183">
                <c:v>1.5840754845499974</c:v>
              </c:pt>
              <c:pt idx="184">
                <c:v>1.5840754845499974</c:v>
              </c:pt>
              <c:pt idx="185">
                <c:v>1.5840754845499974</c:v>
              </c:pt>
              <c:pt idx="186">
                <c:v>1.5840754845499974</c:v>
              </c:pt>
              <c:pt idx="187">
                <c:v>1.5840754845499974</c:v>
              </c:pt>
              <c:pt idx="188">
                <c:v>1.5840754845499974</c:v>
              </c:pt>
              <c:pt idx="189">
                <c:v>1.5840754845499974</c:v>
              </c:pt>
              <c:pt idx="190">
                <c:v>1.5840754845499974</c:v>
              </c:pt>
              <c:pt idx="191">
                <c:v>1.5840754845499974</c:v>
              </c:pt>
              <c:pt idx="192">
                <c:v>1.5840754845499974</c:v>
              </c:pt>
              <c:pt idx="193">
                <c:v>1.5840754845499974</c:v>
              </c:pt>
              <c:pt idx="194">
                <c:v>1.5840754845499974</c:v>
              </c:pt>
              <c:pt idx="195">
                <c:v>1.5840754845499974</c:v>
              </c:pt>
              <c:pt idx="196">
                <c:v>1.5840754845499974</c:v>
              </c:pt>
              <c:pt idx="197">
                <c:v>1.5840754845499974</c:v>
              </c:pt>
              <c:pt idx="198">
                <c:v>1.5840754845499974</c:v>
              </c:pt>
              <c:pt idx="199">
                <c:v>1.5840754845499974</c:v>
              </c:pt>
              <c:pt idx="200">
                <c:v>1.5840754845499974</c:v>
              </c:pt>
              <c:pt idx="201">
                <c:v>1.5840754845499974</c:v>
              </c:pt>
              <c:pt idx="202">
                <c:v>1.5840754845499974</c:v>
              </c:pt>
              <c:pt idx="203">
                <c:v>1.5840754845499974</c:v>
              </c:pt>
              <c:pt idx="204">
                <c:v>1.5840754845499974</c:v>
              </c:pt>
              <c:pt idx="205">
                <c:v>1.5840754845499974</c:v>
              </c:pt>
              <c:pt idx="206">
                <c:v>1.5840754845499974</c:v>
              </c:pt>
              <c:pt idx="207">
                <c:v>1.5840754845499974</c:v>
              </c:pt>
              <c:pt idx="208">
                <c:v>1.5840754845499974</c:v>
              </c:pt>
              <c:pt idx="209">
                <c:v>1.5840754845499974</c:v>
              </c:pt>
              <c:pt idx="210">
                <c:v>1.5840754845499974</c:v>
              </c:pt>
              <c:pt idx="211">
                <c:v>1.5840754845499974</c:v>
              </c:pt>
              <c:pt idx="212">
                <c:v>1.5840754845499974</c:v>
              </c:pt>
              <c:pt idx="213">
                <c:v>1.5840754845499974</c:v>
              </c:pt>
              <c:pt idx="214">
                <c:v>1.5840754845499974</c:v>
              </c:pt>
              <c:pt idx="215">
                <c:v>1.5840754845499974</c:v>
              </c:pt>
              <c:pt idx="216">
                <c:v>1.5840754845499974</c:v>
              </c:pt>
              <c:pt idx="217">
                <c:v>1.5840754845499974</c:v>
              </c:pt>
              <c:pt idx="218">
                <c:v>1.5840754845499974</c:v>
              </c:pt>
              <c:pt idx="219">
                <c:v>1.5840754845499974</c:v>
              </c:pt>
              <c:pt idx="220">
                <c:v>1.5840754845499974</c:v>
              </c:pt>
              <c:pt idx="221">
                <c:v>1.5840754845499974</c:v>
              </c:pt>
              <c:pt idx="222">
                <c:v>1.5840754845499974</c:v>
              </c:pt>
              <c:pt idx="223">
                <c:v>1.5840754845499974</c:v>
              </c:pt>
              <c:pt idx="224">
                <c:v>1.5840754845499974</c:v>
              </c:pt>
              <c:pt idx="225">
                <c:v>1.5840754845499974</c:v>
              </c:pt>
              <c:pt idx="226">
                <c:v>1.5840754845499974</c:v>
              </c:pt>
              <c:pt idx="227">
                <c:v>1.5840754845499974</c:v>
              </c:pt>
              <c:pt idx="228">
                <c:v>1.5840754845499974</c:v>
              </c:pt>
              <c:pt idx="229">
                <c:v>1.5840754845499974</c:v>
              </c:pt>
              <c:pt idx="230">
                <c:v>1.5840754845499974</c:v>
              </c:pt>
              <c:pt idx="231">
                <c:v>1.5840754845499974</c:v>
              </c:pt>
              <c:pt idx="232">
                <c:v>1.5840754845499974</c:v>
              </c:pt>
              <c:pt idx="233">
                <c:v>1.5840754845499974</c:v>
              </c:pt>
              <c:pt idx="234">
                <c:v>1.5840754845499974</c:v>
              </c:pt>
              <c:pt idx="235">
                <c:v>1.5840754845499974</c:v>
              </c:pt>
              <c:pt idx="236">
                <c:v>1.5840754845499974</c:v>
              </c:pt>
              <c:pt idx="237">
                <c:v>1.5840754845499974</c:v>
              </c:pt>
              <c:pt idx="238">
                <c:v>1.5840754845499974</c:v>
              </c:pt>
              <c:pt idx="239">
                <c:v>1.5840754845499974</c:v>
              </c:pt>
              <c:pt idx="240">
                <c:v>1.5840754845499974</c:v>
              </c:pt>
              <c:pt idx="241">
                <c:v>1.5840754845499974</c:v>
              </c:pt>
              <c:pt idx="242">
                <c:v>1.5840754845499974</c:v>
              </c:pt>
              <c:pt idx="243">
                <c:v>1.5840754845499974</c:v>
              </c:pt>
              <c:pt idx="244">
                <c:v>1.5840754845499974</c:v>
              </c:pt>
              <c:pt idx="245">
                <c:v>1.5840754845499974</c:v>
              </c:pt>
              <c:pt idx="246">
                <c:v>1.5840754845499974</c:v>
              </c:pt>
              <c:pt idx="247">
                <c:v>1.5840754845499974</c:v>
              </c:pt>
              <c:pt idx="248">
                <c:v>1.5840754845499974</c:v>
              </c:pt>
              <c:pt idx="249">
                <c:v>1.5840754845499974</c:v>
              </c:pt>
              <c:pt idx="250">
                <c:v>1.5840754845499974</c:v>
              </c:pt>
              <c:pt idx="251">
                <c:v>1.5840754845499974</c:v>
              </c:pt>
              <c:pt idx="252">
                <c:v>1.5840754845499974</c:v>
              </c:pt>
              <c:pt idx="253">
                <c:v>1.5840754845499974</c:v>
              </c:pt>
              <c:pt idx="254">
                <c:v>1.5840754845499974</c:v>
              </c:pt>
              <c:pt idx="255">
                <c:v>1.5840754845499974</c:v>
              </c:pt>
              <c:pt idx="256">
                <c:v>1.5840754845499974</c:v>
              </c:pt>
              <c:pt idx="257">
                <c:v>1.5840754845499974</c:v>
              </c:pt>
              <c:pt idx="258">
                <c:v>1.5840754845499974</c:v>
              </c:pt>
              <c:pt idx="259">
                <c:v>1.5840754845499974</c:v>
              </c:pt>
              <c:pt idx="260">
                <c:v>1.5840754845499974</c:v>
              </c:pt>
              <c:pt idx="261">
                <c:v>1.5840754845499974</c:v>
              </c:pt>
              <c:pt idx="262">
                <c:v>1.5840754845499974</c:v>
              </c:pt>
              <c:pt idx="263">
                <c:v>1.5840754845499974</c:v>
              </c:pt>
              <c:pt idx="264">
                <c:v>1.5840754845499974</c:v>
              </c:pt>
              <c:pt idx="265">
                <c:v>1.5840754845499974</c:v>
              </c:pt>
              <c:pt idx="266">
                <c:v>1.5840754845499974</c:v>
              </c:pt>
              <c:pt idx="267">
                <c:v>1.5840754845499974</c:v>
              </c:pt>
              <c:pt idx="268">
                <c:v>1.5840754845499974</c:v>
              </c:pt>
              <c:pt idx="269">
                <c:v>1.5840754845499974</c:v>
              </c:pt>
              <c:pt idx="270">
                <c:v>1.5840754845499974</c:v>
              </c:pt>
              <c:pt idx="271">
                <c:v>1.5840754845499974</c:v>
              </c:pt>
              <c:pt idx="272">
                <c:v>1.5840754845499974</c:v>
              </c:pt>
              <c:pt idx="273">
                <c:v>1.5840754845499974</c:v>
              </c:pt>
              <c:pt idx="274">
                <c:v>1.5840754845499974</c:v>
              </c:pt>
              <c:pt idx="275">
                <c:v>1.5840754845499974</c:v>
              </c:pt>
              <c:pt idx="276">
                <c:v>1.5840754845499974</c:v>
              </c:pt>
              <c:pt idx="277">
                <c:v>1.5840754845499974</c:v>
              </c:pt>
              <c:pt idx="278">
                <c:v>1.5840754845499974</c:v>
              </c:pt>
              <c:pt idx="279">
                <c:v>1.5840754845499974</c:v>
              </c:pt>
              <c:pt idx="280">
                <c:v>1.5840754845499974</c:v>
              </c:pt>
              <c:pt idx="281">
                <c:v>1.5840754845499974</c:v>
              </c:pt>
              <c:pt idx="282">
                <c:v>1.5840754845499974</c:v>
              </c:pt>
              <c:pt idx="283">
                <c:v>1.5840754845499974</c:v>
              </c:pt>
              <c:pt idx="284">
                <c:v>1.5840754845499974</c:v>
              </c:pt>
              <c:pt idx="285">
                <c:v>1.5840754845499974</c:v>
              </c:pt>
              <c:pt idx="286">
                <c:v>1.5840754845499974</c:v>
              </c:pt>
              <c:pt idx="287">
                <c:v>1.5840754845499974</c:v>
              </c:pt>
              <c:pt idx="288">
                <c:v>1.5840754845499974</c:v>
              </c:pt>
              <c:pt idx="289">
                <c:v>1.5840754845499974</c:v>
              </c:pt>
              <c:pt idx="290">
                <c:v>1.5840754845499974</c:v>
              </c:pt>
              <c:pt idx="291">
                <c:v>1.5840754845499974</c:v>
              </c:pt>
              <c:pt idx="292">
                <c:v>1.5840754845499974</c:v>
              </c:pt>
              <c:pt idx="293">
                <c:v>1.5840754845499974</c:v>
              </c:pt>
              <c:pt idx="294">
                <c:v>1.5840754845499974</c:v>
              </c:pt>
              <c:pt idx="295">
                <c:v>1.5840754845499974</c:v>
              </c:pt>
              <c:pt idx="296">
                <c:v>1.5840754845499974</c:v>
              </c:pt>
              <c:pt idx="297">
                <c:v>1.5840754845499974</c:v>
              </c:pt>
              <c:pt idx="298">
                <c:v>1.5840754845499974</c:v>
              </c:pt>
              <c:pt idx="299">
                <c:v>1.5840754845499974</c:v>
              </c:pt>
              <c:pt idx="300">
                <c:v>1.5840754845499974</c:v>
              </c:pt>
              <c:pt idx="301">
                <c:v>1.5840754845499974</c:v>
              </c:pt>
              <c:pt idx="302">
                <c:v>1.5840754845499974</c:v>
              </c:pt>
              <c:pt idx="303">
                <c:v>1.5840754845499974</c:v>
              </c:pt>
              <c:pt idx="304">
                <c:v>1.5840754845499974</c:v>
              </c:pt>
              <c:pt idx="305">
                <c:v>1.5840754845499974</c:v>
              </c:pt>
              <c:pt idx="306">
                <c:v>1.5840754845499974</c:v>
              </c:pt>
              <c:pt idx="307">
                <c:v>1.5840754845499974</c:v>
              </c:pt>
              <c:pt idx="308">
                <c:v>1.5840754845499974</c:v>
              </c:pt>
              <c:pt idx="309">
                <c:v>1.5840754845499974</c:v>
              </c:pt>
              <c:pt idx="310">
                <c:v>1.5840754845499974</c:v>
              </c:pt>
              <c:pt idx="311">
                <c:v>1.5840754845499974</c:v>
              </c:pt>
              <c:pt idx="312">
                <c:v>1.5840754845499974</c:v>
              </c:pt>
              <c:pt idx="313">
                <c:v>1.5840754845499974</c:v>
              </c:pt>
              <c:pt idx="314">
                <c:v>1.5840754845499974</c:v>
              </c:pt>
              <c:pt idx="315">
                <c:v>1.5840754845499974</c:v>
              </c:pt>
              <c:pt idx="316">
                <c:v>1.5840754845499974</c:v>
              </c:pt>
              <c:pt idx="317">
                <c:v>1.5840754845499974</c:v>
              </c:pt>
              <c:pt idx="318">
                <c:v>1.5840754845499974</c:v>
              </c:pt>
              <c:pt idx="319">
                <c:v>1.5840754845499974</c:v>
              </c:pt>
              <c:pt idx="320">
                <c:v>1.5840754845499974</c:v>
              </c:pt>
              <c:pt idx="321">
                <c:v>1.5840754845499974</c:v>
              </c:pt>
              <c:pt idx="322">
                <c:v>1.5840754845499974</c:v>
              </c:pt>
              <c:pt idx="323">
                <c:v>1.5840754845499974</c:v>
              </c:pt>
              <c:pt idx="324">
                <c:v>1.5840754845499974</c:v>
              </c:pt>
              <c:pt idx="325">
                <c:v>1.5840754845499974</c:v>
              </c:pt>
              <c:pt idx="326">
                <c:v>1.5840754845499974</c:v>
              </c:pt>
              <c:pt idx="327">
                <c:v>1.5840754845499974</c:v>
              </c:pt>
              <c:pt idx="328">
                <c:v>1.5840754845499974</c:v>
              </c:pt>
              <c:pt idx="329">
                <c:v>1.5840754845499974</c:v>
              </c:pt>
              <c:pt idx="330">
                <c:v>1.5840754845499974</c:v>
              </c:pt>
              <c:pt idx="331">
                <c:v>1.5840754845499974</c:v>
              </c:pt>
              <c:pt idx="332">
                <c:v>1.5840754845499974</c:v>
              </c:pt>
              <c:pt idx="333">
                <c:v>1.5840754845499974</c:v>
              </c:pt>
              <c:pt idx="334">
                <c:v>1.5840754845499974</c:v>
              </c:pt>
              <c:pt idx="335">
                <c:v>1.5840754845499974</c:v>
              </c:pt>
              <c:pt idx="336">
                <c:v>1.5840754845499974</c:v>
              </c:pt>
              <c:pt idx="337">
                <c:v>1.5840754845499974</c:v>
              </c:pt>
              <c:pt idx="338">
                <c:v>1.5840754845499974</c:v>
              </c:pt>
              <c:pt idx="339">
                <c:v>1.5840754845499974</c:v>
              </c:pt>
              <c:pt idx="340">
                <c:v>1.5840754845499974</c:v>
              </c:pt>
              <c:pt idx="341">
                <c:v>1.5840754845499974</c:v>
              </c:pt>
              <c:pt idx="342">
                <c:v>1.5840754845499974</c:v>
              </c:pt>
              <c:pt idx="343">
                <c:v>1.5840754845499974</c:v>
              </c:pt>
              <c:pt idx="344">
                <c:v>1.5840754845499974</c:v>
              </c:pt>
              <c:pt idx="345">
                <c:v>1.5840754845499974</c:v>
              </c:pt>
              <c:pt idx="346">
                <c:v>1.5840754845499974</c:v>
              </c:pt>
              <c:pt idx="347">
                <c:v>1.5840754845499974</c:v>
              </c:pt>
              <c:pt idx="348">
                <c:v>1.5840754845499974</c:v>
              </c:pt>
              <c:pt idx="349">
                <c:v>1.5840754845499974</c:v>
              </c:pt>
              <c:pt idx="350">
                <c:v>1.5840754845499974</c:v>
              </c:pt>
              <c:pt idx="351">
                <c:v>1.5840754845499974</c:v>
              </c:pt>
              <c:pt idx="352">
                <c:v>1.5840754845499974</c:v>
              </c:pt>
              <c:pt idx="353">
                <c:v>1.5840754845499974</c:v>
              </c:pt>
              <c:pt idx="354">
                <c:v>1.5840754845499974</c:v>
              </c:pt>
              <c:pt idx="355">
                <c:v>1.5840754845499974</c:v>
              </c:pt>
              <c:pt idx="356">
                <c:v>1.5840754845499974</c:v>
              </c:pt>
              <c:pt idx="357">
                <c:v>1.5840754845499974</c:v>
              </c:pt>
              <c:pt idx="358">
                <c:v>1.5840754845499974</c:v>
              </c:pt>
              <c:pt idx="359">
                <c:v>1.5840754845499974</c:v>
              </c:pt>
              <c:pt idx="360">
                <c:v>1.5840754845499974</c:v>
              </c:pt>
              <c:pt idx="361">
                <c:v>1.5840754845499974</c:v>
              </c:pt>
              <c:pt idx="362">
                <c:v>1.5840754845499974</c:v>
              </c:pt>
              <c:pt idx="363">
                <c:v>1.5840754845499974</c:v>
              </c:pt>
              <c:pt idx="364">
                <c:v>1.5840754845499974</c:v>
              </c:pt>
              <c:pt idx="365">
                <c:v>1.5840754845499974</c:v>
              </c:pt>
              <c:pt idx="366">
                <c:v>1.5840754845499974</c:v>
              </c:pt>
              <c:pt idx="367">
                <c:v>1.5840754845499974</c:v>
              </c:pt>
              <c:pt idx="368">
                <c:v>1.5840754845499974</c:v>
              </c:pt>
              <c:pt idx="369">
                <c:v>1.5840754845499974</c:v>
              </c:pt>
              <c:pt idx="370">
                <c:v>1.5840754845499974</c:v>
              </c:pt>
              <c:pt idx="371">
                <c:v>1.5840754845499974</c:v>
              </c:pt>
              <c:pt idx="372">
                <c:v>1.5840754845499974</c:v>
              </c:pt>
              <c:pt idx="373">
                <c:v>1.5840754845499974</c:v>
              </c:pt>
              <c:pt idx="374">
                <c:v>1.5840754845499974</c:v>
              </c:pt>
              <c:pt idx="375">
                <c:v>1.5840754845499974</c:v>
              </c:pt>
              <c:pt idx="376">
                <c:v>1.5840754845499974</c:v>
              </c:pt>
              <c:pt idx="377">
                <c:v>1.5840754845499974</c:v>
              </c:pt>
              <c:pt idx="378">
                <c:v>1.5840754845499974</c:v>
              </c:pt>
              <c:pt idx="379">
                <c:v>1.5840754845499974</c:v>
              </c:pt>
              <c:pt idx="380">
                <c:v>1.5840754845499974</c:v>
              </c:pt>
              <c:pt idx="381">
                <c:v>1.5840754845499974</c:v>
              </c:pt>
              <c:pt idx="382">
                <c:v>1.5840754845499974</c:v>
              </c:pt>
              <c:pt idx="383">
                <c:v>1.5840754845499974</c:v>
              </c:pt>
              <c:pt idx="384">
                <c:v>1.5840754845499974</c:v>
              </c:pt>
              <c:pt idx="385">
                <c:v>1.5840754845499974</c:v>
              </c:pt>
              <c:pt idx="386">
                <c:v>1.5840754845499974</c:v>
              </c:pt>
              <c:pt idx="387">
                <c:v>1.5840754845499974</c:v>
              </c:pt>
              <c:pt idx="388">
                <c:v>1.5840754845499974</c:v>
              </c:pt>
              <c:pt idx="389">
                <c:v>1.5840754845499974</c:v>
              </c:pt>
              <c:pt idx="390">
                <c:v>1.5840754845499974</c:v>
              </c:pt>
              <c:pt idx="391">
                <c:v>1.5840754845499974</c:v>
              </c:pt>
              <c:pt idx="392">
                <c:v>1.5840754845499974</c:v>
              </c:pt>
              <c:pt idx="393">
                <c:v>1.5840754845499974</c:v>
              </c:pt>
              <c:pt idx="394">
                <c:v>1.5840754845499974</c:v>
              </c:pt>
              <c:pt idx="395">
                <c:v>1.5840754845499974</c:v>
              </c:pt>
              <c:pt idx="396">
                <c:v>1.5840754845499974</c:v>
              </c:pt>
              <c:pt idx="397">
                <c:v>1.5840754845499974</c:v>
              </c:pt>
              <c:pt idx="398">
                <c:v>1.5840754845499974</c:v>
              </c:pt>
              <c:pt idx="399">
                <c:v>1.5840754845499974</c:v>
              </c:pt>
              <c:pt idx="400">
                <c:v>1.5840754845499974</c:v>
              </c:pt>
              <c:pt idx="401">
                <c:v>1.5840754845499974</c:v>
              </c:pt>
              <c:pt idx="402">
                <c:v>1.5840754845499974</c:v>
              </c:pt>
              <c:pt idx="403">
                <c:v>1.5840754845499974</c:v>
              </c:pt>
              <c:pt idx="404">
                <c:v>1.5840754845499974</c:v>
              </c:pt>
              <c:pt idx="405">
                <c:v>1.5840754845499974</c:v>
              </c:pt>
              <c:pt idx="406">
                <c:v>1.5840754845499974</c:v>
              </c:pt>
              <c:pt idx="407">
                <c:v>1.5840754845499974</c:v>
              </c:pt>
              <c:pt idx="408">
                <c:v>1.5840754845499974</c:v>
              </c:pt>
              <c:pt idx="409">
                <c:v>1.5840754845499974</c:v>
              </c:pt>
              <c:pt idx="410">
                <c:v>1.5840754845499974</c:v>
              </c:pt>
              <c:pt idx="411">
                <c:v>1.5840754845499974</c:v>
              </c:pt>
              <c:pt idx="412">
                <c:v>1.5840754845499974</c:v>
              </c:pt>
              <c:pt idx="413">
                <c:v>1.5840754845499974</c:v>
              </c:pt>
              <c:pt idx="414">
                <c:v>1.5840754845499974</c:v>
              </c:pt>
              <c:pt idx="415">
                <c:v>1.5840754845499974</c:v>
              </c:pt>
              <c:pt idx="416">
                <c:v>1.5840754845499974</c:v>
              </c:pt>
              <c:pt idx="417">
                <c:v>1.5840754845499974</c:v>
              </c:pt>
              <c:pt idx="418">
                <c:v>1.5840754845499974</c:v>
              </c:pt>
              <c:pt idx="419">
                <c:v>1.5840754845499974</c:v>
              </c:pt>
              <c:pt idx="420">
                <c:v>1.5840754845499974</c:v>
              </c:pt>
              <c:pt idx="421">
                <c:v>1.5840754845499974</c:v>
              </c:pt>
              <c:pt idx="422">
                <c:v>1.5840754845499974</c:v>
              </c:pt>
              <c:pt idx="423">
                <c:v>1.5840754845499974</c:v>
              </c:pt>
              <c:pt idx="424">
                <c:v>1.5840754845499974</c:v>
              </c:pt>
              <c:pt idx="425">
                <c:v>1.5840754845499974</c:v>
              </c:pt>
              <c:pt idx="426">
                <c:v>1.5840754845499974</c:v>
              </c:pt>
              <c:pt idx="427">
                <c:v>1.5840754845499974</c:v>
              </c:pt>
              <c:pt idx="428">
                <c:v>1.5840754845499974</c:v>
              </c:pt>
              <c:pt idx="429">
                <c:v>1.5840754845499974</c:v>
              </c:pt>
              <c:pt idx="430">
                <c:v>1.5840754845499974</c:v>
              </c:pt>
              <c:pt idx="431">
                <c:v>1.5840754845499974</c:v>
              </c:pt>
              <c:pt idx="432">
                <c:v>1.5840754845499974</c:v>
              </c:pt>
              <c:pt idx="433">
                <c:v>1.5840754845499974</c:v>
              </c:pt>
              <c:pt idx="434">
                <c:v>1.5840754845499974</c:v>
              </c:pt>
              <c:pt idx="435">
                <c:v>1.5840754845499974</c:v>
              </c:pt>
              <c:pt idx="436">
                <c:v>1.5840754845499974</c:v>
              </c:pt>
              <c:pt idx="437">
                <c:v>1.5840754845499974</c:v>
              </c:pt>
              <c:pt idx="438">
                <c:v>1.5840754845499974</c:v>
              </c:pt>
              <c:pt idx="439">
                <c:v>1.5840754845499974</c:v>
              </c:pt>
              <c:pt idx="440">
                <c:v>1.5840754845499974</c:v>
              </c:pt>
              <c:pt idx="441">
                <c:v>1.5840754845499974</c:v>
              </c:pt>
              <c:pt idx="442">
                <c:v>1.5840754845499974</c:v>
              </c:pt>
              <c:pt idx="443">
                <c:v>1.5840754845499974</c:v>
              </c:pt>
              <c:pt idx="444">
                <c:v>1.5840754845499974</c:v>
              </c:pt>
              <c:pt idx="445">
                <c:v>1.5840754845499974</c:v>
              </c:pt>
              <c:pt idx="446">
                <c:v>1.5840754845499974</c:v>
              </c:pt>
              <c:pt idx="447">
                <c:v>1.5840754845499974</c:v>
              </c:pt>
              <c:pt idx="448">
                <c:v>1.5840754845499974</c:v>
              </c:pt>
              <c:pt idx="449">
                <c:v>1.5840754845499974</c:v>
              </c:pt>
            </c:numLit>
          </c:yVal>
          <c:smooth val="0"/>
        </c:ser>
        <c:ser>
          <c:idx val="13"/>
          <c:order val="13"/>
          <c:tx>
            <c:v>Implemented LCA filling</c:v>
          </c:tx>
          <c:spPr>
            <a:noFill xmlns:a="http://schemas.openxmlformats.org/drawingml/2006/main"/>
            <a:ln xmlns:a="http://schemas.openxmlformats.org/drawingml/2006/main" w="0">
              <a:noFill/>
              <a:prstDash val="solid"/>
            </a:ln>
          </c:spPr>
          <c:marker>
            <c:symbol val="circle"/>
            <c:size val="7"/>
            <c:spPr>
              <a:solidFill xmlns:a="http://schemas.openxmlformats.org/drawingml/2006/main">
                <a:srgbClr val="FFFFFF"/>
              </a:solidFill>
            </c:spPr>
          </c:marker>
          <c:xVal>
            <c:numLit>
              <c:formatCode>General</c:formatCode>
              <c:ptCount val="450"/>
              <c:pt idx="0">
                <c:v>64.50258360710379</c:v>
              </c:pt>
              <c:pt idx="1">
                <c:v>64.50258360710379</c:v>
              </c:pt>
              <c:pt idx="2">
                <c:v>64.50258360710379</c:v>
              </c:pt>
              <c:pt idx="3">
                <c:v>64.50258360710379</c:v>
              </c:pt>
              <c:pt idx="4">
                <c:v>64.50258360710379</c:v>
              </c:pt>
              <c:pt idx="5">
                <c:v>64.50258360710379</c:v>
              </c:pt>
              <c:pt idx="6">
                <c:v>64.50258360710379</c:v>
              </c:pt>
              <c:pt idx="7">
                <c:v>64.50258360710379</c:v>
              </c:pt>
              <c:pt idx="8">
                <c:v>64.50258360710379</c:v>
              </c:pt>
              <c:pt idx="9">
                <c:v>64.50258360710379</c:v>
              </c:pt>
              <c:pt idx="10">
                <c:v>64.50258360710379</c:v>
              </c:pt>
              <c:pt idx="11">
                <c:v>64.50258360710379</c:v>
              </c:pt>
              <c:pt idx="12">
                <c:v>64.50258360710379</c:v>
              </c:pt>
              <c:pt idx="13">
                <c:v>64.50258360710379</c:v>
              </c:pt>
              <c:pt idx="14">
                <c:v>64.50258360710379</c:v>
              </c:pt>
              <c:pt idx="15">
                <c:v>64.50258360710379</c:v>
              </c:pt>
              <c:pt idx="16">
                <c:v>64.50258360710379</c:v>
              </c:pt>
              <c:pt idx="17">
                <c:v>64.50258360710379</c:v>
              </c:pt>
              <c:pt idx="18">
                <c:v>64.50258360710379</c:v>
              </c:pt>
              <c:pt idx="19">
                <c:v>64.50258360710379</c:v>
              </c:pt>
              <c:pt idx="20">
                <c:v>64.50258360710379</c:v>
              </c:pt>
              <c:pt idx="21">
                <c:v>64.50258360710379</c:v>
              </c:pt>
              <c:pt idx="22">
                <c:v>64.50258360710379</c:v>
              </c:pt>
              <c:pt idx="23">
                <c:v>64.50258360710379</c:v>
              </c:pt>
              <c:pt idx="24">
                <c:v>64.50258360710379</c:v>
              </c:pt>
              <c:pt idx="25">
                <c:v>64.50258360710379</c:v>
              </c:pt>
              <c:pt idx="26">
                <c:v>64.50258360710379</c:v>
              </c:pt>
              <c:pt idx="27">
                <c:v>64.50258360710379</c:v>
              </c:pt>
              <c:pt idx="28">
                <c:v>64.50258360710379</c:v>
              </c:pt>
              <c:pt idx="29">
                <c:v>64.50258360710379</c:v>
              </c:pt>
              <c:pt idx="30">
                <c:v>64.50258360710379</c:v>
              </c:pt>
              <c:pt idx="31">
                <c:v>64.50258360710379</c:v>
              </c:pt>
              <c:pt idx="32">
                <c:v>64.50258360710379</c:v>
              </c:pt>
              <c:pt idx="33">
                <c:v>64.50258360710379</c:v>
              </c:pt>
              <c:pt idx="34">
                <c:v>64.50258360710379</c:v>
              </c:pt>
              <c:pt idx="35">
                <c:v>64.50258360710379</c:v>
              </c:pt>
              <c:pt idx="36">
                <c:v>64.50258360710379</c:v>
              </c:pt>
              <c:pt idx="37">
                <c:v>64.50258360710379</c:v>
              </c:pt>
              <c:pt idx="38">
                <c:v>64.50258360710379</c:v>
              </c:pt>
              <c:pt idx="39">
                <c:v>64.50258360710379</c:v>
              </c:pt>
              <c:pt idx="40">
                <c:v>64.50258360710379</c:v>
              </c:pt>
              <c:pt idx="41">
                <c:v>64.50258360710379</c:v>
              </c:pt>
              <c:pt idx="42">
                <c:v>64.50258360710379</c:v>
              </c:pt>
              <c:pt idx="43">
                <c:v>64.50258360710379</c:v>
              </c:pt>
              <c:pt idx="44">
                <c:v>64.50258360710379</c:v>
              </c:pt>
              <c:pt idx="45">
                <c:v>64.50258360710379</c:v>
              </c:pt>
              <c:pt idx="46">
                <c:v>64.50258360710379</c:v>
              </c:pt>
              <c:pt idx="47">
                <c:v>64.50258360710379</c:v>
              </c:pt>
              <c:pt idx="48">
                <c:v>64.50258360710379</c:v>
              </c:pt>
              <c:pt idx="49">
                <c:v>64.50258360710379</c:v>
              </c:pt>
              <c:pt idx="50">
                <c:v>64.50258360710379</c:v>
              </c:pt>
              <c:pt idx="51">
                <c:v>64.50258360710379</c:v>
              </c:pt>
              <c:pt idx="52">
                <c:v>64.50258360710379</c:v>
              </c:pt>
              <c:pt idx="53">
                <c:v>64.50258360710379</c:v>
              </c:pt>
              <c:pt idx="54">
                <c:v>64.50258360710379</c:v>
              </c:pt>
              <c:pt idx="55">
                <c:v>64.50258360710379</c:v>
              </c:pt>
              <c:pt idx="56">
                <c:v>64.50258360710379</c:v>
              </c:pt>
              <c:pt idx="57">
                <c:v>64.50258360710379</c:v>
              </c:pt>
              <c:pt idx="58">
                <c:v>64.50258360710379</c:v>
              </c:pt>
              <c:pt idx="59">
                <c:v>64.50258360710379</c:v>
              </c:pt>
              <c:pt idx="60">
                <c:v>64.50258360710379</c:v>
              </c:pt>
              <c:pt idx="61">
                <c:v>64.50258360710379</c:v>
              </c:pt>
              <c:pt idx="62">
                <c:v>64.50258360710379</c:v>
              </c:pt>
              <c:pt idx="63">
                <c:v>64.50258360710379</c:v>
              </c:pt>
              <c:pt idx="64">
                <c:v>64.50258360710379</c:v>
              </c:pt>
              <c:pt idx="65">
                <c:v>64.50258360710379</c:v>
              </c:pt>
              <c:pt idx="66">
                <c:v>64.50258360710379</c:v>
              </c:pt>
              <c:pt idx="67">
                <c:v>64.50258360710379</c:v>
              </c:pt>
              <c:pt idx="68">
                <c:v>64.50258360710379</c:v>
              </c:pt>
              <c:pt idx="69">
                <c:v>64.50258360710379</c:v>
              </c:pt>
              <c:pt idx="70">
                <c:v>64.50258360710379</c:v>
              </c:pt>
              <c:pt idx="71">
                <c:v>64.50258360710379</c:v>
              </c:pt>
              <c:pt idx="72">
                <c:v>64.50258360710379</c:v>
              </c:pt>
              <c:pt idx="73">
                <c:v>64.50258360710379</c:v>
              </c:pt>
              <c:pt idx="74">
                <c:v>64.50258360710379</c:v>
              </c:pt>
              <c:pt idx="75">
                <c:v>64.50258360710379</c:v>
              </c:pt>
              <c:pt idx="76">
                <c:v>64.50258360710379</c:v>
              </c:pt>
              <c:pt idx="77">
                <c:v>64.50258360710379</c:v>
              </c:pt>
              <c:pt idx="78">
                <c:v>64.50258360710379</c:v>
              </c:pt>
              <c:pt idx="79">
                <c:v>64.50258360710379</c:v>
              </c:pt>
              <c:pt idx="80">
                <c:v>64.50258360710379</c:v>
              </c:pt>
              <c:pt idx="81">
                <c:v>64.50258360710379</c:v>
              </c:pt>
              <c:pt idx="82">
                <c:v>64.50258360710379</c:v>
              </c:pt>
              <c:pt idx="83">
                <c:v>64.50258360710379</c:v>
              </c:pt>
              <c:pt idx="84">
                <c:v>64.50258360710379</c:v>
              </c:pt>
              <c:pt idx="85">
                <c:v>64.50258360710379</c:v>
              </c:pt>
              <c:pt idx="86">
                <c:v>64.50258360710379</c:v>
              </c:pt>
              <c:pt idx="87">
                <c:v>64.50258360710379</c:v>
              </c:pt>
              <c:pt idx="88">
                <c:v>64.50258360710379</c:v>
              </c:pt>
              <c:pt idx="89">
                <c:v>64.50258360710379</c:v>
              </c:pt>
              <c:pt idx="90">
                <c:v>64.50258360710379</c:v>
              </c:pt>
              <c:pt idx="91">
                <c:v>64.50258360710379</c:v>
              </c:pt>
              <c:pt idx="92">
                <c:v>64.50258360710379</c:v>
              </c:pt>
              <c:pt idx="93">
                <c:v>64.50258360710379</c:v>
              </c:pt>
              <c:pt idx="94">
                <c:v>64.50258360710379</c:v>
              </c:pt>
              <c:pt idx="95">
                <c:v>64.50258360710379</c:v>
              </c:pt>
              <c:pt idx="96">
                <c:v>64.50258360710379</c:v>
              </c:pt>
              <c:pt idx="97">
                <c:v>64.50258360710379</c:v>
              </c:pt>
              <c:pt idx="98">
                <c:v>64.50258360710379</c:v>
              </c:pt>
              <c:pt idx="99">
                <c:v>64.50258360710379</c:v>
              </c:pt>
              <c:pt idx="100">
                <c:v>64.50258360710379</c:v>
              </c:pt>
              <c:pt idx="101">
                <c:v>64.50258360710379</c:v>
              </c:pt>
              <c:pt idx="102">
                <c:v>64.50258360710379</c:v>
              </c:pt>
              <c:pt idx="103">
                <c:v>64.50258360710379</c:v>
              </c:pt>
              <c:pt idx="104">
                <c:v>64.50258360710379</c:v>
              </c:pt>
              <c:pt idx="105">
                <c:v>64.50258360710379</c:v>
              </c:pt>
              <c:pt idx="106">
                <c:v>64.50258360710379</c:v>
              </c:pt>
              <c:pt idx="107">
                <c:v>64.50258360710379</c:v>
              </c:pt>
              <c:pt idx="108">
                <c:v>64.50258360710379</c:v>
              </c:pt>
              <c:pt idx="109">
                <c:v>64.50258360710379</c:v>
              </c:pt>
              <c:pt idx="110">
                <c:v>64.50258360710379</c:v>
              </c:pt>
              <c:pt idx="111">
                <c:v>64.50258360710379</c:v>
              </c:pt>
              <c:pt idx="112">
                <c:v>64.50258360710379</c:v>
              </c:pt>
              <c:pt idx="113">
                <c:v>64.50258360710379</c:v>
              </c:pt>
              <c:pt idx="114">
                <c:v>64.50258360710379</c:v>
              </c:pt>
              <c:pt idx="115">
                <c:v>64.50258360710379</c:v>
              </c:pt>
              <c:pt idx="116">
                <c:v>64.50258360710379</c:v>
              </c:pt>
              <c:pt idx="117">
                <c:v>64.50258360710379</c:v>
              </c:pt>
              <c:pt idx="118">
                <c:v>64.50258360710379</c:v>
              </c:pt>
              <c:pt idx="119">
                <c:v>64.50258360710379</c:v>
              </c:pt>
              <c:pt idx="120">
                <c:v>64.50258360710379</c:v>
              </c:pt>
              <c:pt idx="121">
                <c:v>64.50258360710379</c:v>
              </c:pt>
              <c:pt idx="122">
                <c:v>64.50258360710379</c:v>
              </c:pt>
              <c:pt idx="123">
                <c:v>64.50258360710379</c:v>
              </c:pt>
              <c:pt idx="124">
                <c:v>64.50258360710379</c:v>
              </c:pt>
              <c:pt idx="125">
                <c:v>64.50258360710379</c:v>
              </c:pt>
              <c:pt idx="126">
                <c:v>64.50258360710379</c:v>
              </c:pt>
              <c:pt idx="127">
                <c:v>64.50258360710379</c:v>
              </c:pt>
              <c:pt idx="128">
                <c:v>64.50258360710379</c:v>
              </c:pt>
              <c:pt idx="129">
                <c:v>64.50258360710379</c:v>
              </c:pt>
              <c:pt idx="130">
                <c:v>64.50258360710379</c:v>
              </c:pt>
              <c:pt idx="131">
                <c:v>64.50258360710379</c:v>
              </c:pt>
              <c:pt idx="132">
                <c:v>64.50258360710379</c:v>
              </c:pt>
              <c:pt idx="133">
                <c:v>64.50258360710379</c:v>
              </c:pt>
              <c:pt idx="134">
                <c:v>64.50258360710379</c:v>
              </c:pt>
              <c:pt idx="135">
                <c:v>64.50258360710379</c:v>
              </c:pt>
              <c:pt idx="136">
                <c:v>64.50258360710379</c:v>
              </c:pt>
              <c:pt idx="137">
                <c:v>64.50258360710379</c:v>
              </c:pt>
              <c:pt idx="138">
                <c:v>64.50258360710379</c:v>
              </c:pt>
              <c:pt idx="139">
                <c:v>64.50258360710379</c:v>
              </c:pt>
              <c:pt idx="140">
                <c:v>64.50258360710379</c:v>
              </c:pt>
              <c:pt idx="141">
                <c:v>64.50258360710379</c:v>
              </c:pt>
              <c:pt idx="142">
                <c:v>64.50258360710379</c:v>
              </c:pt>
              <c:pt idx="143">
                <c:v>64.50258360710379</c:v>
              </c:pt>
              <c:pt idx="144">
                <c:v>64.50258360710379</c:v>
              </c:pt>
              <c:pt idx="145">
                <c:v>64.50258360710379</c:v>
              </c:pt>
              <c:pt idx="146">
                <c:v>64.50258360710379</c:v>
              </c:pt>
              <c:pt idx="147">
                <c:v>64.50258360710379</c:v>
              </c:pt>
              <c:pt idx="148">
                <c:v>64.50258360710379</c:v>
              </c:pt>
              <c:pt idx="149">
                <c:v>64.50258360710379</c:v>
              </c:pt>
              <c:pt idx="150">
                <c:v>64.50258360710379</c:v>
              </c:pt>
              <c:pt idx="151">
                <c:v>64.50258360710379</c:v>
              </c:pt>
              <c:pt idx="152">
                <c:v>64.50258360710379</c:v>
              </c:pt>
              <c:pt idx="153">
                <c:v>64.50258360710379</c:v>
              </c:pt>
              <c:pt idx="154">
                <c:v>64.50258360710379</c:v>
              </c:pt>
              <c:pt idx="155">
                <c:v>64.50258360710379</c:v>
              </c:pt>
              <c:pt idx="156">
                <c:v>64.50258360710379</c:v>
              </c:pt>
              <c:pt idx="157">
                <c:v>64.50258360710379</c:v>
              </c:pt>
              <c:pt idx="158">
                <c:v>64.50258360710379</c:v>
              </c:pt>
              <c:pt idx="159">
                <c:v>64.50258360710379</c:v>
              </c:pt>
              <c:pt idx="160">
                <c:v>64.50258360710379</c:v>
              </c:pt>
              <c:pt idx="161">
                <c:v>64.50258360710379</c:v>
              </c:pt>
              <c:pt idx="162">
                <c:v>64.50258360710379</c:v>
              </c:pt>
              <c:pt idx="163">
                <c:v>64.50258360710379</c:v>
              </c:pt>
              <c:pt idx="164">
                <c:v>64.50258360710379</c:v>
              </c:pt>
              <c:pt idx="165">
                <c:v>64.50258360710379</c:v>
              </c:pt>
              <c:pt idx="166">
                <c:v>64.50258360710379</c:v>
              </c:pt>
              <c:pt idx="167">
                <c:v>64.50258360710379</c:v>
              </c:pt>
              <c:pt idx="168">
                <c:v>64.50258360710379</c:v>
              </c:pt>
              <c:pt idx="169">
                <c:v>64.50258360710379</c:v>
              </c:pt>
              <c:pt idx="170">
                <c:v>64.50258360710379</c:v>
              </c:pt>
              <c:pt idx="171">
                <c:v>64.50258360710379</c:v>
              </c:pt>
              <c:pt idx="172">
                <c:v>64.50258360710379</c:v>
              </c:pt>
              <c:pt idx="173">
                <c:v>64.50258360710379</c:v>
              </c:pt>
              <c:pt idx="174">
                <c:v>64.50258360710379</c:v>
              </c:pt>
              <c:pt idx="175">
                <c:v>64.50258360710379</c:v>
              </c:pt>
              <c:pt idx="176">
                <c:v>64.50258360710379</c:v>
              </c:pt>
              <c:pt idx="177">
                <c:v>64.50258360710379</c:v>
              </c:pt>
              <c:pt idx="178">
                <c:v>64.50258360710379</c:v>
              </c:pt>
              <c:pt idx="179">
                <c:v>64.50258360710379</c:v>
              </c:pt>
              <c:pt idx="180">
                <c:v>64.50258360710379</c:v>
              </c:pt>
              <c:pt idx="181">
                <c:v>64.50258360710379</c:v>
              </c:pt>
              <c:pt idx="182">
                <c:v>64.50258360710379</c:v>
              </c:pt>
              <c:pt idx="183">
                <c:v>64.50258360710379</c:v>
              </c:pt>
              <c:pt idx="184">
                <c:v>64.50258360710379</c:v>
              </c:pt>
              <c:pt idx="185">
                <c:v>64.50258360710379</c:v>
              </c:pt>
              <c:pt idx="186">
                <c:v>64.50258360710379</c:v>
              </c:pt>
              <c:pt idx="187">
                <c:v>64.50258360710379</c:v>
              </c:pt>
              <c:pt idx="188">
                <c:v>64.50258360710379</c:v>
              </c:pt>
              <c:pt idx="189">
                <c:v>64.50258360710379</c:v>
              </c:pt>
              <c:pt idx="190">
                <c:v>64.50258360710379</c:v>
              </c:pt>
              <c:pt idx="191">
                <c:v>64.50258360710379</c:v>
              </c:pt>
              <c:pt idx="192">
                <c:v>64.50258360710379</c:v>
              </c:pt>
              <c:pt idx="193">
                <c:v>64.50258360710379</c:v>
              </c:pt>
              <c:pt idx="194">
                <c:v>64.50258360710379</c:v>
              </c:pt>
              <c:pt idx="195">
                <c:v>64.50258360710379</c:v>
              </c:pt>
              <c:pt idx="196">
                <c:v>64.50258360710379</c:v>
              </c:pt>
              <c:pt idx="197">
                <c:v>64.50258360710379</c:v>
              </c:pt>
              <c:pt idx="198">
                <c:v>64.50258360710379</c:v>
              </c:pt>
              <c:pt idx="199">
                <c:v>64.50258360710379</c:v>
              </c:pt>
              <c:pt idx="200">
                <c:v>64.50258360710379</c:v>
              </c:pt>
              <c:pt idx="201">
                <c:v>64.50258360710379</c:v>
              </c:pt>
              <c:pt idx="202">
                <c:v>64.50258360710379</c:v>
              </c:pt>
              <c:pt idx="203">
                <c:v>64.50258360710379</c:v>
              </c:pt>
              <c:pt idx="204">
                <c:v>64.50258360710379</c:v>
              </c:pt>
              <c:pt idx="205">
                <c:v>64.50258360710379</c:v>
              </c:pt>
              <c:pt idx="206">
                <c:v>64.50258360710379</c:v>
              </c:pt>
              <c:pt idx="207">
                <c:v>64.50258360710379</c:v>
              </c:pt>
              <c:pt idx="208">
                <c:v>64.50258360710379</c:v>
              </c:pt>
              <c:pt idx="209">
                <c:v>64.50258360710379</c:v>
              </c:pt>
              <c:pt idx="210">
                <c:v>64.50258360710379</c:v>
              </c:pt>
              <c:pt idx="211">
                <c:v>64.50258360710379</c:v>
              </c:pt>
              <c:pt idx="212">
                <c:v>64.50258360710379</c:v>
              </c:pt>
              <c:pt idx="213">
                <c:v>64.50258360710379</c:v>
              </c:pt>
              <c:pt idx="214">
                <c:v>64.50258360710379</c:v>
              </c:pt>
              <c:pt idx="215">
                <c:v>64.50258360710379</c:v>
              </c:pt>
              <c:pt idx="216">
                <c:v>64.50258360710379</c:v>
              </c:pt>
              <c:pt idx="217">
                <c:v>64.50258360710379</c:v>
              </c:pt>
              <c:pt idx="218">
                <c:v>64.50258360710379</c:v>
              </c:pt>
              <c:pt idx="219">
                <c:v>64.50258360710379</c:v>
              </c:pt>
              <c:pt idx="220">
                <c:v>64.50258360710379</c:v>
              </c:pt>
              <c:pt idx="221">
                <c:v>64.50258360710379</c:v>
              </c:pt>
              <c:pt idx="222">
                <c:v>64.50258360710379</c:v>
              </c:pt>
              <c:pt idx="223">
                <c:v>64.50258360710379</c:v>
              </c:pt>
              <c:pt idx="224">
                <c:v>64.50258360710379</c:v>
              </c:pt>
              <c:pt idx="225">
                <c:v>64.50258360710379</c:v>
              </c:pt>
              <c:pt idx="226">
                <c:v>64.50258360710379</c:v>
              </c:pt>
              <c:pt idx="227">
                <c:v>64.50258360710379</c:v>
              </c:pt>
              <c:pt idx="228">
                <c:v>64.50258360710379</c:v>
              </c:pt>
              <c:pt idx="229">
                <c:v>64.50258360710379</c:v>
              </c:pt>
              <c:pt idx="230">
                <c:v>64.50258360710379</c:v>
              </c:pt>
              <c:pt idx="231">
                <c:v>64.50258360710379</c:v>
              </c:pt>
              <c:pt idx="232">
                <c:v>64.50258360710379</c:v>
              </c:pt>
              <c:pt idx="233">
                <c:v>64.50258360710379</c:v>
              </c:pt>
              <c:pt idx="234">
                <c:v>64.50258360710379</c:v>
              </c:pt>
              <c:pt idx="235">
                <c:v>64.50258360710379</c:v>
              </c:pt>
              <c:pt idx="236">
                <c:v>64.50258360710379</c:v>
              </c:pt>
              <c:pt idx="237">
                <c:v>64.50258360710379</c:v>
              </c:pt>
              <c:pt idx="238">
                <c:v>64.50258360710379</c:v>
              </c:pt>
              <c:pt idx="239">
                <c:v>64.50258360710379</c:v>
              </c:pt>
              <c:pt idx="240">
                <c:v>64.50258360710379</c:v>
              </c:pt>
              <c:pt idx="241">
                <c:v>64.50258360710379</c:v>
              </c:pt>
              <c:pt idx="242">
                <c:v>64.50258360710379</c:v>
              </c:pt>
              <c:pt idx="243">
                <c:v>64.50258360710379</c:v>
              </c:pt>
              <c:pt idx="244">
                <c:v>64.50258360710379</c:v>
              </c:pt>
              <c:pt idx="245">
                <c:v>64.50258360710379</c:v>
              </c:pt>
              <c:pt idx="246">
                <c:v>64.50258360710379</c:v>
              </c:pt>
              <c:pt idx="247">
                <c:v>64.50258360710379</c:v>
              </c:pt>
              <c:pt idx="248">
                <c:v>64.50258360710379</c:v>
              </c:pt>
              <c:pt idx="249">
                <c:v>64.50258360710379</c:v>
              </c:pt>
              <c:pt idx="250">
                <c:v>64.50258360710379</c:v>
              </c:pt>
              <c:pt idx="251">
                <c:v>64.50258360710379</c:v>
              </c:pt>
              <c:pt idx="252">
                <c:v>64.50258360710379</c:v>
              </c:pt>
              <c:pt idx="253">
                <c:v>64.50258360710379</c:v>
              </c:pt>
              <c:pt idx="254">
                <c:v>64.50258360710379</c:v>
              </c:pt>
              <c:pt idx="255">
                <c:v>64.50258360710379</c:v>
              </c:pt>
              <c:pt idx="256">
                <c:v>64.50258360710379</c:v>
              </c:pt>
              <c:pt idx="257">
                <c:v>64.50258360710379</c:v>
              </c:pt>
              <c:pt idx="258">
                <c:v>64.50258360710379</c:v>
              </c:pt>
              <c:pt idx="259">
                <c:v>64.50258360710379</c:v>
              </c:pt>
              <c:pt idx="260">
                <c:v>64.50258360710379</c:v>
              </c:pt>
              <c:pt idx="261">
                <c:v>64.50258360710379</c:v>
              </c:pt>
              <c:pt idx="262">
                <c:v>64.50258360710379</c:v>
              </c:pt>
              <c:pt idx="263">
                <c:v>64.50258360710379</c:v>
              </c:pt>
              <c:pt idx="264">
                <c:v>64.50258360710379</c:v>
              </c:pt>
              <c:pt idx="265">
                <c:v>64.50258360710379</c:v>
              </c:pt>
              <c:pt idx="266">
                <c:v>64.50258360710379</c:v>
              </c:pt>
              <c:pt idx="267">
                <c:v>64.50258360710379</c:v>
              </c:pt>
              <c:pt idx="268">
                <c:v>64.50258360710379</c:v>
              </c:pt>
              <c:pt idx="269">
                <c:v>64.50258360710379</c:v>
              </c:pt>
              <c:pt idx="270">
                <c:v>64.50258360710379</c:v>
              </c:pt>
              <c:pt idx="271">
                <c:v>64.50258360710379</c:v>
              </c:pt>
              <c:pt idx="272">
                <c:v>64.50258360710379</c:v>
              </c:pt>
              <c:pt idx="273">
                <c:v>64.50258360710379</c:v>
              </c:pt>
              <c:pt idx="274">
                <c:v>64.50258360710379</c:v>
              </c:pt>
              <c:pt idx="275">
                <c:v>64.50258360710379</c:v>
              </c:pt>
              <c:pt idx="276">
                <c:v>64.50258360710379</c:v>
              </c:pt>
              <c:pt idx="277">
                <c:v>64.50258360710379</c:v>
              </c:pt>
              <c:pt idx="278">
                <c:v>64.50258360710379</c:v>
              </c:pt>
              <c:pt idx="279">
                <c:v>64.50258360710379</c:v>
              </c:pt>
              <c:pt idx="280">
                <c:v>64.50258360710379</c:v>
              </c:pt>
              <c:pt idx="281">
                <c:v>64.50258360710379</c:v>
              </c:pt>
              <c:pt idx="282">
                <c:v>64.50258360710379</c:v>
              </c:pt>
              <c:pt idx="283">
                <c:v>64.50258360710379</c:v>
              </c:pt>
              <c:pt idx="284">
                <c:v>64.50258360710379</c:v>
              </c:pt>
              <c:pt idx="285">
                <c:v>64.50258360710379</c:v>
              </c:pt>
              <c:pt idx="286">
                <c:v>64.50258360710379</c:v>
              </c:pt>
              <c:pt idx="287">
                <c:v>64.50258360710379</c:v>
              </c:pt>
              <c:pt idx="288">
                <c:v>64.50258360710379</c:v>
              </c:pt>
              <c:pt idx="289">
                <c:v>64.50258360710379</c:v>
              </c:pt>
              <c:pt idx="290">
                <c:v>64.50258360710379</c:v>
              </c:pt>
              <c:pt idx="291">
                <c:v>64.50258360710379</c:v>
              </c:pt>
              <c:pt idx="292">
                <c:v>64.50258360710379</c:v>
              </c:pt>
              <c:pt idx="293">
                <c:v>64.50258360710379</c:v>
              </c:pt>
              <c:pt idx="294">
                <c:v>64.50258360710379</c:v>
              </c:pt>
              <c:pt idx="295">
                <c:v>64.50258360710379</c:v>
              </c:pt>
              <c:pt idx="296">
                <c:v>64.50258360710379</c:v>
              </c:pt>
              <c:pt idx="297">
                <c:v>64.50258360710379</c:v>
              </c:pt>
              <c:pt idx="298">
                <c:v>64.50258360710379</c:v>
              </c:pt>
              <c:pt idx="299">
                <c:v>64.50258360710379</c:v>
              </c:pt>
              <c:pt idx="300">
                <c:v>64.50258360710379</c:v>
              </c:pt>
              <c:pt idx="301">
                <c:v>64.50258360710379</c:v>
              </c:pt>
              <c:pt idx="302">
                <c:v>64.50258360710379</c:v>
              </c:pt>
              <c:pt idx="303">
                <c:v>64.50258360710379</c:v>
              </c:pt>
              <c:pt idx="304">
                <c:v>64.50258360710379</c:v>
              </c:pt>
              <c:pt idx="305">
                <c:v>64.50258360710379</c:v>
              </c:pt>
              <c:pt idx="306">
                <c:v>64.50258360710379</c:v>
              </c:pt>
              <c:pt idx="307">
                <c:v>64.50258360710379</c:v>
              </c:pt>
              <c:pt idx="308">
                <c:v>64.50258360710379</c:v>
              </c:pt>
              <c:pt idx="309">
                <c:v>64.50258360710379</c:v>
              </c:pt>
              <c:pt idx="310">
                <c:v>64.50258360710379</c:v>
              </c:pt>
              <c:pt idx="311">
                <c:v>64.50258360710379</c:v>
              </c:pt>
              <c:pt idx="312">
                <c:v>64.50258360710379</c:v>
              </c:pt>
              <c:pt idx="313">
                <c:v>64.50258360710379</c:v>
              </c:pt>
              <c:pt idx="314">
                <c:v>64.50258360710379</c:v>
              </c:pt>
              <c:pt idx="315">
                <c:v>64.50258360710379</c:v>
              </c:pt>
              <c:pt idx="316">
                <c:v>64.50258360710379</c:v>
              </c:pt>
              <c:pt idx="317">
                <c:v>64.50258360710379</c:v>
              </c:pt>
              <c:pt idx="318">
                <c:v>64.50258360710379</c:v>
              </c:pt>
              <c:pt idx="319">
                <c:v>64.50258360710379</c:v>
              </c:pt>
              <c:pt idx="320">
                <c:v>64.50258360710379</c:v>
              </c:pt>
              <c:pt idx="321">
                <c:v>64.50258360710379</c:v>
              </c:pt>
              <c:pt idx="322">
                <c:v>64.50258360710379</c:v>
              </c:pt>
              <c:pt idx="323">
                <c:v>64.50258360710379</c:v>
              </c:pt>
              <c:pt idx="324">
                <c:v>64.50258360710379</c:v>
              </c:pt>
              <c:pt idx="325">
                <c:v>64.50258360710379</c:v>
              </c:pt>
              <c:pt idx="326">
                <c:v>64.50258360710379</c:v>
              </c:pt>
              <c:pt idx="327">
                <c:v>64.50258360710379</c:v>
              </c:pt>
              <c:pt idx="328">
                <c:v>64.50258360710379</c:v>
              </c:pt>
              <c:pt idx="329">
                <c:v>64.50258360710379</c:v>
              </c:pt>
              <c:pt idx="330">
                <c:v>64.50258360710379</c:v>
              </c:pt>
              <c:pt idx="331">
                <c:v>64.50258360710379</c:v>
              </c:pt>
              <c:pt idx="332">
                <c:v>64.50258360710379</c:v>
              </c:pt>
              <c:pt idx="333">
                <c:v>64.50258360710379</c:v>
              </c:pt>
              <c:pt idx="334">
                <c:v>64.50258360710379</c:v>
              </c:pt>
              <c:pt idx="335">
                <c:v>64.50258360710379</c:v>
              </c:pt>
              <c:pt idx="336">
                <c:v>64.50258360710379</c:v>
              </c:pt>
              <c:pt idx="337">
                <c:v>64.50258360710379</c:v>
              </c:pt>
              <c:pt idx="338">
                <c:v>64.50258360710379</c:v>
              </c:pt>
              <c:pt idx="339">
                <c:v>64.50258360710379</c:v>
              </c:pt>
              <c:pt idx="340">
                <c:v>64.50258360710379</c:v>
              </c:pt>
              <c:pt idx="341">
                <c:v>64.50258360710379</c:v>
              </c:pt>
              <c:pt idx="342">
                <c:v>64.50258360710379</c:v>
              </c:pt>
              <c:pt idx="343">
                <c:v>64.50258360710379</c:v>
              </c:pt>
              <c:pt idx="344">
                <c:v>64.50258360710379</c:v>
              </c:pt>
              <c:pt idx="345">
                <c:v>64.50258360710379</c:v>
              </c:pt>
              <c:pt idx="346">
                <c:v>64.50258360710379</c:v>
              </c:pt>
              <c:pt idx="347">
                <c:v>64.50258360710379</c:v>
              </c:pt>
              <c:pt idx="348">
                <c:v>64.50258360710379</c:v>
              </c:pt>
              <c:pt idx="349">
                <c:v>64.50258360710379</c:v>
              </c:pt>
              <c:pt idx="350">
                <c:v>64.50258360710379</c:v>
              </c:pt>
              <c:pt idx="351">
                <c:v>64.50258360710379</c:v>
              </c:pt>
              <c:pt idx="352">
                <c:v>64.50258360710379</c:v>
              </c:pt>
              <c:pt idx="353">
                <c:v>64.50258360710379</c:v>
              </c:pt>
              <c:pt idx="354">
                <c:v>64.50258360710379</c:v>
              </c:pt>
              <c:pt idx="355">
                <c:v>64.50258360710379</c:v>
              </c:pt>
              <c:pt idx="356">
                <c:v>64.50258360710379</c:v>
              </c:pt>
              <c:pt idx="357">
                <c:v>64.50258360710379</c:v>
              </c:pt>
              <c:pt idx="358">
                <c:v>64.50258360710379</c:v>
              </c:pt>
              <c:pt idx="359">
                <c:v>64.50258360710379</c:v>
              </c:pt>
              <c:pt idx="360">
                <c:v>64.50258360710379</c:v>
              </c:pt>
              <c:pt idx="361">
                <c:v>64.50258360710379</c:v>
              </c:pt>
              <c:pt idx="362">
                <c:v>64.50258360710379</c:v>
              </c:pt>
              <c:pt idx="363">
                <c:v>64.50258360710379</c:v>
              </c:pt>
              <c:pt idx="364">
                <c:v>64.50258360710379</c:v>
              </c:pt>
              <c:pt idx="365">
                <c:v>64.50258360710379</c:v>
              </c:pt>
              <c:pt idx="366">
                <c:v>64.50258360710379</c:v>
              </c:pt>
              <c:pt idx="367">
                <c:v>64.50258360710379</c:v>
              </c:pt>
              <c:pt idx="368">
                <c:v>64.50258360710379</c:v>
              </c:pt>
              <c:pt idx="369">
                <c:v>64.50258360710379</c:v>
              </c:pt>
              <c:pt idx="370">
                <c:v>64.50258360710379</c:v>
              </c:pt>
              <c:pt idx="371">
                <c:v>64.50258360710379</c:v>
              </c:pt>
              <c:pt idx="372">
                <c:v>64.50258360710379</c:v>
              </c:pt>
              <c:pt idx="373">
                <c:v>64.50258360710379</c:v>
              </c:pt>
              <c:pt idx="374">
                <c:v>64.50258360710379</c:v>
              </c:pt>
              <c:pt idx="375">
                <c:v>64.50258360710379</c:v>
              </c:pt>
              <c:pt idx="376">
                <c:v>64.50258360710379</c:v>
              </c:pt>
              <c:pt idx="377">
                <c:v>64.50258360710379</c:v>
              </c:pt>
              <c:pt idx="378">
                <c:v>64.50258360710379</c:v>
              </c:pt>
              <c:pt idx="379">
                <c:v>64.50258360710379</c:v>
              </c:pt>
              <c:pt idx="380">
                <c:v>64.50258360710379</c:v>
              </c:pt>
              <c:pt idx="381">
                <c:v>64.50258360710379</c:v>
              </c:pt>
              <c:pt idx="382">
                <c:v>64.50258360710379</c:v>
              </c:pt>
              <c:pt idx="383">
                <c:v>64.50258360710379</c:v>
              </c:pt>
              <c:pt idx="384">
                <c:v>64.50258360710379</c:v>
              </c:pt>
              <c:pt idx="385">
                <c:v>64.50258360710379</c:v>
              </c:pt>
              <c:pt idx="386">
                <c:v>64.50258360710379</c:v>
              </c:pt>
              <c:pt idx="387">
                <c:v>64.50258360710379</c:v>
              </c:pt>
              <c:pt idx="388">
                <c:v>64.50258360710379</c:v>
              </c:pt>
              <c:pt idx="389">
                <c:v>64.50258360710379</c:v>
              </c:pt>
              <c:pt idx="390">
                <c:v>64.50258360710379</c:v>
              </c:pt>
              <c:pt idx="391">
                <c:v>64.50258360710379</c:v>
              </c:pt>
              <c:pt idx="392">
                <c:v>64.50258360710379</c:v>
              </c:pt>
              <c:pt idx="393">
                <c:v>64.50258360710379</c:v>
              </c:pt>
              <c:pt idx="394">
                <c:v>64.50258360710379</c:v>
              </c:pt>
              <c:pt idx="395">
                <c:v>64.50258360710379</c:v>
              </c:pt>
              <c:pt idx="396">
                <c:v>64.50258360710379</c:v>
              </c:pt>
              <c:pt idx="397">
                <c:v>64.50258360710379</c:v>
              </c:pt>
              <c:pt idx="398">
                <c:v>64.50258360710379</c:v>
              </c:pt>
              <c:pt idx="399">
                <c:v>64.50258360710379</c:v>
              </c:pt>
              <c:pt idx="400">
                <c:v>64.50258360710379</c:v>
              </c:pt>
              <c:pt idx="401">
                <c:v>64.50258360710379</c:v>
              </c:pt>
              <c:pt idx="402">
                <c:v>64.50258360710379</c:v>
              </c:pt>
              <c:pt idx="403">
                <c:v>64.50258360710379</c:v>
              </c:pt>
              <c:pt idx="404">
                <c:v>64.50258360710379</c:v>
              </c:pt>
              <c:pt idx="405">
                <c:v>64.50258360710379</c:v>
              </c:pt>
              <c:pt idx="406">
                <c:v>64.50258360710379</c:v>
              </c:pt>
              <c:pt idx="407">
                <c:v>64.50258360710379</c:v>
              </c:pt>
              <c:pt idx="408">
                <c:v>64.50258360710379</c:v>
              </c:pt>
              <c:pt idx="409">
                <c:v>64.50258360710379</c:v>
              </c:pt>
              <c:pt idx="410">
                <c:v>64.50258360710379</c:v>
              </c:pt>
              <c:pt idx="411">
                <c:v>64.50258360710379</c:v>
              </c:pt>
              <c:pt idx="412">
                <c:v>64.50258360710379</c:v>
              </c:pt>
              <c:pt idx="413">
                <c:v>64.50258360710379</c:v>
              </c:pt>
              <c:pt idx="414">
                <c:v>64.50258360710379</c:v>
              </c:pt>
              <c:pt idx="415">
                <c:v>64.50258360710379</c:v>
              </c:pt>
              <c:pt idx="416">
                <c:v>64.50258360710379</c:v>
              </c:pt>
              <c:pt idx="417">
                <c:v>64.50258360710379</c:v>
              </c:pt>
              <c:pt idx="418">
                <c:v>64.50258360710379</c:v>
              </c:pt>
              <c:pt idx="419">
                <c:v>64.50258360710379</c:v>
              </c:pt>
              <c:pt idx="420">
                <c:v>64.50258360710379</c:v>
              </c:pt>
              <c:pt idx="421">
                <c:v>64.50258360710379</c:v>
              </c:pt>
              <c:pt idx="422">
                <c:v>64.50258360710379</c:v>
              </c:pt>
              <c:pt idx="423">
                <c:v>64.50258360710379</c:v>
              </c:pt>
              <c:pt idx="424">
                <c:v>64.50258360710379</c:v>
              </c:pt>
              <c:pt idx="425">
                <c:v>64.50258360710379</c:v>
              </c:pt>
              <c:pt idx="426">
                <c:v>64.50258360710379</c:v>
              </c:pt>
              <c:pt idx="427">
                <c:v>64.50258360710379</c:v>
              </c:pt>
              <c:pt idx="428">
                <c:v>64.50258360710379</c:v>
              </c:pt>
              <c:pt idx="429">
                <c:v>64.50258360710379</c:v>
              </c:pt>
              <c:pt idx="430">
                <c:v>64.50258360710379</c:v>
              </c:pt>
              <c:pt idx="431">
                <c:v>64.50258360710379</c:v>
              </c:pt>
              <c:pt idx="432">
                <c:v>64.50258360710379</c:v>
              </c:pt>
              <c:pt idx="433">
                <c:v>64.50258360710379</c:v>
              </c:pt>
              <c:pt idx="434">
                <c:v>64.50258360710379</c:v>
              </c:pt>
              <c:pt idx="435">
                <c:v>64.50258360710379</c:v>
              </c:pt>
              <c:pt idx="436">
                <c:v>64.50258360710379</c:v>
              </c:pt>
              <c:pt idx="437">
                <c:v>64.50258360710379</c:v>
              </c:pt>
              <c:pt idx="438">
                <c:v>64.50258360710379</c:v>
              </c:pt>
              <c:pt idx="439">
                <c:v>64.50258360710379</c:v>
              </c:pt>
              <c:pt idx="440">
                <c:v>64.50258360710379</c:v>
              </c:pt>
              <c:pt idx="441">
                <c:v>64.50258360710379</c:v>
              </c:pt>
              <c:pt idx="442">
                <c:v>64.50258360710379</c:v>
              </c:pt>
              <c:pt idx="443">
                <c:v>64.50258360710379</c:v>
              </c:pt>
              <c:pt idx="444">
                <c:v>64.50258360710379</c:v>
              </c:pt>
              <c:pt idx="445">
                <c:v>64.50258360710379</c:v>
              </c:pt>
              <c:pt idx="446">
                <c:v>64.50258360710379</c:v>
              </c:pt>
              <c:pt idx="447">
                <c:v>64.50258360710379</c:v>
              </c:pt>
              <c:pt idx="448">
                <c:v>64.50258360710379</c:v>
              </c:pt>
              <c:pt idx="449">
                <c:v>64.50258360710379</c:v>
              </c:pt>
            </c:numLit>
          </c:xVal>
          <c:yVal>
            <c:numLit>
              <c:formatCode>0.0</c:formatCode>
              <c:ptCount val="450"/>
              <c:pt idx="0">
                <c:v>0.2018692505988826</c:v>
              </c:pt>
              <c:pt idx="1">
                <c:v>0.2018692505988826</c:v>
              </c:pt>
              <c:pt idx="2">
                <c:v>0.2018692505988826</c:v>
              </c:pt>
              <c:pt idx="3">
                <c:v>0.2018692505988826</c:v>
              </c:pt>
              <c:pt idx="4">
                <c:v>0.2018692505988826</c:v>
              </c:pt>
              <c:pt idx="5">
                <c:v>0.2018692505988826</c:v>
              </c:pt>
              <c:pt idx="6">
                <c:v>0.2018692505988826</c:v>
              </c:pt>
              <c:pt idx="7">
                <c:v>0.2018692505988826</c:v>
              </c:pt>
              <c:pt idx="8">
                <c:v>0.2018692505988826</c:v>
              </c:pt>
              <c:pt idx="9">
                <c:v>0.2018692505988826</c:v>
              </c:pt>
              <c:pt idx="10">
                <c:v>0.2018692505988826</c:v>
              </c:pt>
              <c:pt idx="11">
                <c:v>0.2018692505988826</c:v>
              </c:pt>
              <c:pt idx="12">
                <c:v>0.2018692505988826</c:v>
              </c:pt>
              <c:pt idx="13">
                <c:v>0.2018692505988826</c:v>
              </c:pt>
              <c:pt idx="14">
                <c:v>0.2018692505988826</c:v>
              </c:pt>
              <c:pt idx="15">
                <c:v>0.2018692505988826</c:v>
              </c:pt>
              <c:pt idx="16">
                <c:v>0.2018692505988826</c:v>
              </c:pt>
              <c:pt idx="17">
                <c:v>0.2018692505988826</c:v>
              </c:pt>
              <c:pt idx="18">
                <c:v>0.2018692505988826</c:v>
              </c:pt>
              <c:pt idx="19">
                <c:v>0.2018692505988826</c:v>
              </c:pt>
              <c:pt idx="20">
                <c:v>0.2018692505988826</c:v>
              </c:pt>
              <c:pt idx="21">
                <c:v>0.2018692505988826</c:v>
              </c:pt>
              <c:pt idx="22">
                <c:v>0.2018692505988826</c:v>
              </c:pt>
              <c:pt idx="23">
                <c:v>0.2018692505988826</c:v>
              </c:pt>
              <c:pt idx="24">
                <c:v>0.2018692505988826</c:v>
              </c:pt>
              <c:pt idx="25">
                <c:v>0.2018692505988826</c:v>
              </c:pt>
              <c:pt idx="26">
                <c:v>0.2018692505988826</c:v>
              </c:pt>
              <c:pt idx="27">
                <c:v>0.2018692505988826</c:v>
              </c:pt>
              <c:pt idx="28">
                <c:v>0.2018692505988826</c:v>
              </c:pt>
              <c:pt idx="29">
                <c:v>0.2018692505988826</c:v>
              </c:pt>
              <c:pt idx="30">
                <c:v>0.2018692505988826</c:v>
              </c:pt>
              <c:pt idx="31">
                <c:v>0.2018692505988826</c:v>
              </c:pt>
              <c:pt idx="32">
                <c:v>0.2018692505988826</c:v>
              </c:pt>
              <c:pt idx="33">
                <c:v>0.2018692505988826</c:v>
              </c:pt>
              <c:pt idx="34">
                <c:v>0.2018692505988826</c:v>
              </c:pt>
              <c:pt idx="35">
                <c:v>0.2018692505988826</c:v>
              </c:pt>
              <c:pt idx="36">
                <c:v>0.2018692505988826</c:v>
              </c:pt>
              <c:pt idx="37">
                <c:v>0.2018692505988826</c:v>
              </c:pt>
              <c:pt idx="38">
                <c:v>0.2018692505988826</c:v>
              </c:pt>
              <c:pt idx="39">
                <c:v>0.2018692505988826</c:v>
              </c:pt>
              <c:pt idx="40">
                <c:v>0.2018692505988826</c:v>
              </c:pt>
              <c:pt idx="41">
                <c:v>0.2018692505988826</c:v>
              </c:pt>
              <c:pt idx="42">
                <c:v>0.2018692505988826</c:v>
              </c:pt>
              <c:pt idx="43">
                <c:v>0.2018692505988826</c:v>
              </c:pt>
              <c:pt idx="44">
                <c:v>0.2018692505988826</c:v>
              </c:pt>
              <c:pt idx="45">
                <c:v>0.2018692505988826</c:v>
              </c:pt>
              <c:pt idx="46">
                <c:v>0.2018692505988826</c:v>
              </c:pt>
              <c:pt idx="47">
                <c:v>0.2018692505988826</c:v>
              </c:pt>
              <c:pt idx="48">
                <c:v>0.2018692505988826</c:v>
              </c:pt>
              <c:pt idx="49">
                <c:v>0.2018692505988826</c:v>
              </c:pt>
              <c:pt idx="50">
                <c:v>0.2018692505988826</c:v>
              </c:pt>
              <c:pt idx="51">
                <c:v>0.2018692505988826</c:v>
              </c:pt>
              <c:pt idx="52">
                <c:v>0.2018692505988826</c:v>
              </c:pt>
              <c:pt idx="53">
                <c:v>0.2018692505988826</c:v>
              </c:pt>
              <c:pt idx="54">
                <c:v>0.2018692505988826</c:v>
              </c:pt>
              <c:pt idx="55">
                <c:v>0.2018692505988826</c:v>
              </c:pt>
              <c:pt idx="56">
                <c:v>0.2018692505988826</c:v>
              </c:pt>
              <c:pt idx="57">
                <c:v>0.2018692505988826</c:v>
              </c:pt>
              <c:pt idx="58">
                <c:v>0.2018692505988826</c:v>
              </c:pt>
              <c:pt idx="59">
                <c:v>0.2018692505988826</c:v>
              </c:pt>
              <c:pt idx="60">
                <c:v>0.2018692505988826</c:v>
              </c:pt>
              <c:pt idx="61">
                <c:v>0.2018692505988826</c:v>
              </c:pt>
              <c:pt idx="62">
                <c:v>0.2018692505988826</c:v>
              </c:pt>
              <c:pt idx="63">
                <c:v>0.2018692505988826</c:v>
              </c:pt>
              <c:pt idx="64">
                <c:v>0.2018692505988826</c:v>
              </c:pt>
              <c:pt idx="65">
                <c:v>0.2018692505988826</c:v>
              </c:pt>
              <c:pt idx="66">
                <c:v>0.2018692505988826</c:v>
              </c:pt>
              <c:pt idx="67">
                <c:v>0.2018692505988826</c:v>
              </c:pt>
              <c:pt idx="68">
                <c:v>0.2018692505988826</c:v>
              </c:pt>
              <c:pt idx="69">
                <c:v>0.2018692505988826</c:v>
              </c:pt>
              <c:pt idx="70">
                <c:v>0.2018692505988826</c:v>
              </c:pt>
              <c:pt idx="71">
                <c:v>0.2018692505988826</c:v>
              </c:pt>
              <c:pt idx="72">
                <c:v>0.2018692505988826</c:v>
              </c:pt>
              <c:pt idx="73">
                <c:v>0.2018692505988826</c:v>
              </c:pt>
              <c:pt idx="74">
                <c:v>0.2018692505988826</c:v>
              </c:pt>
              <c:pt idx="75">
                <c:v>0.2018692505988826</c:v>
              </c:pt>
              <c:pt idx="76">
                <c:v>0.2018692505988826</c:v>
              </c:pt>
              <c:pt idx="77">
                <c:v>0.2018692505988826</c:v>
              </c:pt>
              <c:pt idx="78">
                <c:v>0.2018692505988826</c:v>
              </c:pt>
              <c:pt idx="79">
                <c:v>0.2018692505988826</c:v>
              </c:pt>
              <c:pt idx="80">
                <c:v>0.2018692505988826</c:v>
              </c:pt>
              <c:pt idx="81">
                <c:v>0.2018692505988826</c:v>
              </c:pt>
              <c:pt idx="82">
                <c:v>0.2018692505988826</c:v>
              </c:pt>
              <c:pt idx="83">
                <c:v>0.2018692505988826</c:v>
              </c:pt>
              <c:pt idx="84">
                <c:v>0.2018692505988826</c:v>
              </c:pt>
              <c:pt idx="85">
                <c:v>0.2018692505988826</c:v>
              </c:pt>
              <c:pt idx="86">
                <c:v>0.2018692505988826</c:v>
              </c:pt>
              <c:pt idx="87">
                <c:v>0.2018692505988826</c:v>
              </c:pt>
              <c:pt idx="88">
                <c:v>0.2018692505988826</c:v>
              </c:pt>
              <c:pt idx="89">
                <c:v>0.2018692505988826</c:v>
              </c:pt>
              <c:pt idx="90">
                <c:v>0.2018692505988826</c:v>
              </c:pt>
              <c:pt idx="91">
                <c:v>0.2018692505988826</c:v>
              </c:pt>
              <c:pt idx="92">
                <c:v>0.2018692505988826</c:v>
              </c:pt>
              <c:pt idx="93">
                <c:v>0.2018692505988826</c:v>
              </c:pt>
              <c:pt idx="94">
                <c:v>0.2018692505988826</c:v>
              </c:pt>
              <c:pt idx="95">
                <c:v>0.2018692505988826</c:v>
              </c:pt>
              <c:pt idx="96">
                <c:v>0.2018692505988826</c:v>
              </c:pt>
              <c:pt idx="97">
                <c:v>0.2018692505988826</c:v>
              </c:pt>
              <c:pt idx="98">
                <c:v>0.2018692505988826</c:v>
              </c:pt>
              <c:pt idx="99">
                <c:v>0.2018692505988826</c:v>
              </c:pt>
              <c:pt idx="100">
                <c:v>0.2018692505988826</c:v>
              </c:pt>
              <c:pt idx="101">
                <c:v>0.2018692505988826</c:v>
              </c:pt>
              <c:pt idx="102">
                <c:v>0.2018692505988826</c:v>
              </c:pt>
              <c:pt idx="103">
                <c:v>0.2018692505988826</c:v>
              </c:pt>
              <c:pt idx="104">
                <c:v>0.2018692505988826</c:v>
              </c:pt>
              <c:pt idx="105">
                <c:v>0.2018692505988826</c:v>
              </c:pt>
              <c:pt idx="106">
                <c:v>0.2018692505988826</c:v>
              </c:pt>
              <c:pt idx="107">
                <c:v>0.2018692505988826</c:v>
              </c:pt>
              <c:pt idx="108">
                <c:v>0.2018692505988826</c:v>
              </c:pt>
              <c:pt idx="109">
                <c:v>0.2018692505988826</c:v>
              </c:pt>
              <c:pt idx="110">
                <c:v>0.2018692505988826</c:v>
              </c:pt>
              <c:pt idx="111">
                <c:v>0.2018692505988826</c:v>
              </c:pt>
              <c:pt idx="112">
                <c:v>0.2018692505988826</c:v>
              </c:pt>
              <c:pt idx="113">
                <c:v>0.2018692505988826</c:v>
              </c:pt>
              <c:pt idx="114">
                <c:v>0.2018692505988826</c:v>
              </c:pt>
              <c:pt idx="115">
                <c:v>0.2018692505988826</c:v>
              </c:pt>
              <c:pt idx="116">
                <c:v>0.2018692505988826</c:v>
              </c:pt>
              <c:pt idx="117">
                <c:v>0.2018692505988826</c:v>
              </c:pt>
              <c:pt idx="118">
                <c:v>0.2018692505988826</c:v>
              </c:pt>
              <c:pt idx="119">
                <c:v>0.2018692505988826</c:v>
              </c:pt>
              <c:pt idx="120">
                <c:v>0.2018692505988826</c:v>
              </c:pt>
              <c:pt idx="121">
                <c:v>0.2018692505988826</c:v>
              </c:pt>
              <c:pt idx="122">
                <c:v>0.2018692505988826</c:v>
              </c:pt>
              <c:pt idx="123">
                <c:v>0.2018692505988826</c:v>
              </c:pt>
              <c:pt idx="124">
                <c:v>0.2018692505988826</c:v>
              </c:pt>
              <c:pt idx="125">
                <c:v>0.2018692505988826</c:v>
              </c:pt>
              <c:pt idx="126">
                <c:v>0.2018692505988826</c:v>
              </c:pt>
              <c:pt idx="127">
                <c:v>0.2018692505988826</c:v>
              </c:pt>
              <c:pt idx="128">
                <c:v>0.2018692505988826</c:v>
              </c:pt>
              <c:pt idx="129">
                <c:v>0.2018692505988826</c:v>
              </c:pt>
              <c:pt idx="130">
                <c:v>0.2018692505988826</c:v>
              </c:pt>
              <c:pt idx="131">
                <c:v>0.2018692505988826</c:v>
              </c:pt>
              <c:pt idx="132">
                <c:v>0.2018692505988826</c:v>
              </c:pt>
              <c:pt idx="133">
                <c:v>0.2018692505988826</c:v>
              </c:pt>
              <c:pt idx="134">
                <c:v>0.2018692505988826</c:v>
              </c:pt>
              <c:pt idx="135">
                <c:v>0.2018692505988826</c:v>
              </c:pt>
              <c:pt idx="136">
                <c:v>0.2018692505988826</c:v>
              </c:pt>
              <c:pt idx="137">
                <c:v>0.2018692505988826</c:v>
              </c:pt>
              <c:pt idx="138">
                <c:v>0.2018692505988826</c:v>
              </c:pt>
              <c:pt idx="139">
                <c:v>0.2018692505988826</c:v>
              </c:pt>
              <c:pt idx="140">
                <c:v>0.2018692505988826</c:v>
              </c:pt>
              <c:pt idx="141">
                <c:v>0.2018692505988826</c:v>
              </c:pt>
              <c:pt idx="142">
                <c:v>0.2018692505988826</c:v>
              </c:pt>
              <c:pt idx="143">
                <c:v>0.2018692505988826</c:v>
              </c:pt>
              <c:pt idx="144">
                <c:v>0.2018692505988826</c:v>
              </c:pt>
              <c:pt idx="145">
                <c:v>0.2018692505988826</c:v>
              </c:pt>
              <c:pt idx="146">
                <c:v>0.2018692505988826</c:v>
              </c:pt>
              <c:pt idx="147">
                <c:v>0.2018692505988826</c:v>
              </c:pt>
              <c:pt idx="148">
                <c:v>0.2018692505988826</c:v>
              </c:pt>
              <c:pt idx="149">
                <c:v>0.2018692505988826</c:v>
              </c:pt>
              <c:pt idx="150">
                <c:v>0.2018692505988826</c:v>
              </c:pt>
              <c:pt idx="151">
                <c:v>0.2018692505988826</c:v>
              </c:pt>
              <c:pt idx="152">
                <c:v>0.2018692505988826</c:v>
              </c:pt>
              <c:pt idx="153">
                <c:v>0.2018692505988826</c:v>
              </c:pt>
              <c:pt idx="154">
                <c:v>0.2018692505988826</c:v>
              </c:pt>
              <c:pt idx="155">
                <c:v>0.2018692505988826</c:v>
              </c:pt>
              <c:pt idx="156">
                <c:v>0.2018692505988826</c:v>
              </c:pt>
              <c:pt idx="157">
                <c:v>0.2018692505988826</c:v>
              </c:pt>
              <c:pt idx="158">
                <c:v>0.2018692505988826</c:v>
              </c:pt>
              <c:pt idx="159">
                <c:v>0.2018692505988826</c:v>
              </c:pt>
              <c:pt idx="160">
                <c:v>0.2018692505988826</c:v>
              </c:pt>
              <c:pt idx="161">
                <c:v>0.2018692505988826</c:v>
              </c:pt>
              <c:pt idx="162">
                <c:v>0.2018692505988826</c:v>
              </c:pt>
              <c:pt idx="163">
                <c:v>0.2018692505988826</c:v>
              </c:pt>
              <c:pt idx="164">
                <c:v>0.2018692505988826</c:v>
              </c:pt>
              <c:pt idx="165">
                <c:v>0.2018692505988826</c:v>
              </c:pt>
              <c:pt idx="166">
                <c:v>0.2018692505988826</c:v>
              </c:pt>
              <c:pt idx="167">
                <c:v>0.2018692505988826</c:v>
              </c:pt>
              <c:pt idx="168">
                <c:v>0.2018692505988826</c:v>
              </c:pt>
              <c:pt idx="169">
                <c:v>0.2018692505988826</c:v>
              </c:pt>
              <c:pt idx="170">
                <c:v>0.2018692505988826</c:v>
              </c:pt>
              <c:pt idx="171">
                <c:v>0.2018692505988826</c:v>
              </c:pt>
              <c:pt idx="172">
                <c:v>0.2018692505988826</c:v>
              </c:pt>
              <c:pt idx="173">
                <c:v>0.2018692505988826</c:v>
              </c:pt>
              <c:pt idx="174">
                <c:v>0.2018692505988826</c:v>
              </c:pt>
              <c:pt idx="175">
                <c:v>0.2018692505988826</c:v>
              </c:pt>
              <c:pt idx="176">
                <c:v>0.2018692505988826</c:v>
              </c:pt>
              <c:pt idx="177">
                <c:v>0.2018692505988826</c:v>
              </c:pt>
              <c:pt idx="178">
                <c:v>0.2018692505988826</c:v>
              </c:pt>
              <c:pt idx="179">
                <c:v>0.2018692505988826</c:v>
              </c:pt>
              <c:pt idx="180">
                <c:v>0.2018692505988826</c:v>
              </c:pt>
              <c:pt idx="181">
                <c:v>0.2018692505988826</c:v>
              </c:pt>
              <c:pt idx="182">
                <c:v>0.2018692505988826</c:v>
              </c:pt>
              <c:pt idx="183">
                <c:v>0.2018692505988826</c:v>
              </c:pt>
              <c:pt idx="184">
                <c:v>0.2018692505988826</c:v>
              </c:pt>
              <c:pt idx="185">
                <c:v>0.2018692505988826</c:v>
              </c:pt>
              <c:pt idx="186">
                <c:v>0.2018692505988826</c:v>
              </c:pt>
              <c:pt idx="187">
                <c:v>0.2018692505988826</c:v>
              </c:pt>
              <c:pt idx="188">
                <c:v>0.2018692505988826</c:v>
              </c:pt>
              <c:pt idx="189">
                <c:v>0.2018692505988826</c:v>
              </c:pt>
              <c:pt idx="190">
                <c:v>0.2018692505988826</c:v>
              </c:pt>
              <c:pt idx="191">
                <c:v>0.2018692505988826</c:v>
              </c:pt>
              <c:pt idx="192">
                <c:v>0.2018692505988826</c:v>
              </c:pt>
              <c:pt idx="193">
                <c:v>0.2018692505988826</c:v>
              </c:pt>
              <c:pt idx="194">
                <c:v>0.2018692505988826</c:v>
              </c:pt>
              <c:pt idx="195">
                <c:v>0.2018692505988826</c:v>
              </c:pt>
              <c:pt idx="196">
                <c:v>0.2018692505988826</c:v>
              </c:pt>
              <c:pt idx="197">
                <c:v>0.2018692505988826</c:v>
              </c:pt>
              <c:pt idx="198">
                <c:v>0.2018692505988826</c:v>
              </c:pt>
              <c:pt idx="199">
                <c:v>0.2018692505988826</c:v>
              </c:pt>
              <c:pt idx="200">
                <c:v>0.2018692505988826</c:v>
              </c:pt>
              <c:pt idx="201">
                <c:v>0.2018692505988826</c:v>
              </c:pt>
              <c:pt idx="202">
                <c:v>0.2018692505988826</c:v>
              </c:pt>
              <c:pt idx="203">
                <c:v>0.2018692505988826</c:v>
              </c:pt>
              <c:pt idx="204">
                <c:v>0.2018692505988826</c:v>
              </c:pt>
              <c:pt idx="205">
                <c:v>0.2018692505988826</c:v>
              </c:pt>
              <c:pt idx="206">
                <c:v>0.2018692505988826</c:v>
              </c:pt>
              <c:pt idx="207">
                <c:v>0.2018692505988826</c:v>
              </c:pt>
              <c:pt idx="208">
                <c:v>0.2018692505988826</c:v>
              </c:pt>
              <c:pt idx="209">
                <c:v>0.2018692505988826</c:v>
              </c:pt>
              <c:pt idx="210">
                <c:v>0.2018692505988826</c:v>
              </c:pt>
              <c:pt idx="211">
                <c:v>0.2018692505988826</c:v>
              </c:pt>
              <c:pt idx="212">
                <c:v>0.2018692505988826</c:v>
              </c:pt>
              <c:pt idx="213">
                <c:v>0.2018692505988826</c:v>
              </c:pt>
              <c:pt idx="214">
                <c:v>0.2018692505988826</c:v>
              </c:pt>
              <c:pt idx="215">
                <c:v>0.2018692505988826</c:v>
              </c:pt>
              <c:pt idx="216">
                <c:v>0.2018692505988826</c:v>
              </c:pt>
              <c:pt idx="217">
                <c:v>0.2018692505988826</c:v>
              </c:pt>
              <c:pt idx="218">
                <c:v>0.2018692505988826</c:v>
              </c:pt>
              <c:pt idx="219">
                <c:v>0.2018692505988826</c:v>
              </c:pt>
              <c:pt idx="220">
                <c:v>0.2018692505988826</c:v>
              </c:pt>
              <c:pt idx="221">
                <c:v>0.2018692505988826</c:v>
              </c:pt>
              <c:pt idx="222">
                <c:v>0.2018692505988826</c:v>
              </c:pt>
              <c:pt idx="223">
                <c:v>0.2018692505988826</c:v>
              </c:pt>
              <c:pt idx="224">
                <c:v>0.2018692505988826</c:v>
              </c:pt>
              <c:pt idx="225">
                <c:v>0.2018692505988826</c:v>
              </c:pt>
              <c:pt idx="226">
                <c:v>0.2018692505988826</c:v>
              </c:pt>
              <c:pt idx="227">
                <c:v>0.2018692505988826</c:v>
              </c:pt>
              <c:pt idx="228">
                <c:v>0.2018692505988826</c:v>
              </c:pt>
              <c:pt idx="229">
                <c:v>0.2018692505988826</c:v>
              </c:pt>
              <c:pt idx="230">
                <c:v>0.2018692505988826</c:v>
              </c:pt>
              <c:pt idx="231">
                <c:v>0.2018692505988826</c:v>
              </c:pt>
              <c:pt idx="232">
                <c:v>0.2018692505988826</c:v>
              </c:pt>
              <c:pt idx="233">
                <c:v>0.2018692505988826</c:v>
              </c:pt>
              <c:pt idx="234">
                <c:v>0.2018692505988826</c:v>
              </c:pt>
              <c:pt idx="235">
                <c:v>0.2018692505988826</c:v>
              </c:pt>
              <c:pt idx="236">
                <c:v>0.2018692505988826</c:v>
              </c:pt>
              <c:pt idx="237">
                <c:v>0.2018692505988826</c:v>
              </c:pt>
              <c:pt idx="238">
                <c:v>0.2018692505988826</c:v>
              </c:pt>
              <c:pt idx="239">
                <c:v>0.2018692505988826</c:v>
              </c:pt>
              <c:pt idx="240">
                <c:v>0.2018692505988826</c:v>
              </c:pt>
              <c:pt idx="241">
                <c:v>0.2018692505988826</c:v>
              </c:pt>
              <c:pt idx="242">
                <c:v>0.2018692505988826</c:v>
              </c:pt>
              <c:pt idx="243">
                <c:v>0.2018692505988826</c:v>
              </c:pt>
              <c:pt idx="244">
                <c:v>0.2018692505988826</c:v>
              </c:pt>
              <c:pt idx="245">
                <c:v>0.2018692505988826</c:v>
              </c:pt>
              <c:pt idx="246">
                <c:v>0.2018692505988826</c:v>
              </c:pt>
              <c:pt idx="247">
                <c:v>0.2018692505988826</c:v>
              </c:pt>
              <c:pt idx="248">
                <c:v>0.2018692505988826</c:v>
              </c:pt>
              <c:pt idx="249">
                <c:v>0.2018692505988826</c:v>
              </c:pt>
              <c:pt idx="250">
                <c:v>0.2018692505988826</c:v>
              </c:pt>
              <c:pt idx="251">
                <c:v>0.2018692505988826</c:v>
              </c:pt>
              <c:pt idx="252">
                <c:v>0.2018692505988826</c:v>
              </c:pt>
              <c:pt idx="253">
                <c:v>0.2018692505988826</c:v>
              </c:pt>
              <c:pt idx="254">
                <c:v>0.2018692505988826</c:v>
              </c:pt>
              <c:pt idx="255">
                <c:v>0.2018692505988826</c:v>
              </c:pt>
              <c:pt idx="256">
                <c:v>0.2018692505988826</c:v>
              </c:pt>
              <c:pt idx="257">
                <c:v>0.2018692505988826</c:v>
              </c:pt>
              <c:pt idx="258">
                <c:v>0.2018692505988826</c:v>
              </c:pt>
              <c:pt idx="259">
                <c:v>0.2018692505988826</c:v>
              </c:pt>
              <c:pt idx="260">
                <c:v>0.2018692505988826</c:v>
              </c:pt>
              <c:pt idx="261">
                <c:v>0.2018692505988826</c:v>
              </c:pt>
              <c:pt idx="262">
                <c:v>0.2018692505988826</c:v>
              </c:pt>
              <c:pt idx="263">
                <c:v>0.2018692505988826</c:v>
              </c:pt>
              <c:pt idx="264">
                <c:v>0.2018692505988826</c:v>
              </c:pt>
              <c:pt idx="265">
                <c:v>0.2018692505988826</c:v>
              </c:pt>
              <c:pt idx="266">
                <c:v>0.2018692505988826</c:v>
              </c:pt>
              <c:pt idx="267">
                <c:v>0.2018692505988826</c:v>
              </c:pt>
              <c:pt idx="268">
                <c:v>0.2018692505988826</c:v>
              </c:pt>
              <c:pt idx="269">
                <c:v>0.2018692505988826</c:v>
              </c:pt>
              <c:pt idx="270">
                <c:v>0.2018692505988826</c:v>
              </c:pt>
              <c:pt idx="271">
                <c:v>0.2018692505988826</c:v>
              </c:pt>
              <c:pt idx="272">
                <c:v>0.2018692505988826</c:v>
              </c:pt>
              <c:pt idx="273">
                <c:v>0.2018692505988826</c:v>
              </c:pt>
              <c:pt idx="274">
                <c:v>0.2018692505988826</c:v>
              </c:pt>
              <c:pt idx="275">
                <c:v>0.2018692505988826</c:v>
              </c:pt>
              <c:pt idx="276">
                <c:v>0.2018692505988826</c:v>
              </c:pt>
              <c:pt idx="277">
                <c:v>0.2018692505988826</c:v>
              </c:pt>
              <c:pt idx="278">
                <c:v>0.2018692505988826</c:v>
              </c:pt>
              <c:pt idx="279">
                <c:v>0.2018692505988826</c:v>
              </c:pt>
              <c:pt idx="280">
                <c:v>0.2018692505988826</c:v>
              </c:pt>
              <c:pt idx="281">
                <c:v>0.2018692505988826</c:v>
              </c:pt>
              <c:pt idx="282">
                <c:v>0.2018692505988826</c:v>
              </c:pt>
              <c:pt idx="283">
                <c:v>0.2018692505988826</c:v>
              </c:pt>
              <c:pt idx="284">
                <c:v>0.2018692505988826</c:v>
              </c:pt>
              <c:pt idx="285">
                <c:v>0.2018692505988826</c:v>
              </c:pt>
              <c:pt idx="286">
                <c:v>0.2018692505988826</c:v>
              </c:pt>
              <c:pt idx="287">
                <c:v>0.2018692505988826</c:v>
              </c:pt>
              <c:pt idx="288">
                <c:v>0.2018692505988826</c:v>
              </c:pt>
              <c:pt idx="289">
                <c:v>0.2018692505988826</c:v>
              </c:pt>
              <c:pt idx="290">
                <c:v>0.2018692505988826</c:v>
              </c:pt>
              <c:pt idx="291">
                <c:v>0.2018692505988826</c:v>
              </c:pt>
              <c:pt idx="292">
                <c:v>0.2018692505988826</c:v>
              </c:pt>
              <c:pt idx="293">
                <c:v>0.2018692505988826</c:v>
              </c:pt>
              <c:pt idx="294">
                <c:v>0.2018692505988826</c:v>
              </c:pt>
              <c:pt idx="295">
                <c:v>0.2018692505988826</c:v>
              </c:pt>
              <c:pt idx="296">
                <c:v>0.2018692505988826</c:v>
              </c:pt>
              <c:pt idx="297">
                <c:v>0.2018692505988826</c:v>
              </c:pt>
              <c:pt idx="298">
                <c:v>0.2018692505988826</c:v>
              </c:pt>
              <c:pt idx="299">
                <c:v>0.2018692505988826</c:v>
              </c:pt>
              <c:pt idx="300">
                <c:v>0.2018692505988826</c:v>
              </c:pt>
              <c:pt idx="301">
                <c:v>0.2018692505988826</c:v>
              </c:pt>
              <c:pt idx="302">
                <c:v>0.2018692505988826</c:v>
              </c:pt>
              <c:pt idx="303">
                <c:v>0.2018692505988826</c:v>
              </c:pt>
              <c:pt idx="304">
                <c:v>0.2018692505988826</c:v>
              </c:pt>
              <c:pt idx="305">
                <c:v>0.2018692505988826</c:v>
              </c:pt>
              <c:pt idx="306">
                <c:v>0.2018692505988826</c:v>
              </c:pt>
              <c:pt idx="307">
                <c:v>0.2018692505988826</c:v>
              </c:pt>
              <c:pt idx="308">
                <c:v>0.2018692505988826</c:v>
              </c:pt>
              <c:pt idx="309">
                <c:v>0.2018692505988826</c:v>
              </c:pt>
              <c:pt idx="310">
                <c:v>0.2018692505988826</c:v>
              </c:pt>
              <c:pt idx="311">
                <c:v>0.2018692505988826</c:v>
              </c:pt>
              <c:pt idx="312">
                <c:v>0.2018692505988826</c:v>
              </c:pt>
              <c:pt idx="313">
                <c:v>0.2018692505988826</c:v>
              </c:pt>
              <c:pt idx="314">
                <c:v>0.2018692505988826</c:v>
              </c:pt>
              <c:pt idx="315">
                <c:v>0.2018692505988826</c:v>
              </c:pt>
              <c:pt idx="316">
                <c:v>0.2018692505988826</c:v>
              </c:pt>
              <c:pt idx="317">
                <c:v>0.2018692505988826</c:v>
              </c:pt>
              <c:pt idx="318">
                <c:v>0.2018692505988826</c:v>
              </c:pt>
              <c:pt idx="319">
                <c:v>0.2018692505988826</c:v>
              </c:pt>
              <c:pt idx="320">
                <c:v>0.2018692505988826</c:v>
              </c:pt>
              <c:pt idx="321">
                <c:v>0.2018692505988826</c:v>
              </c:pt>
              <c:pt idx="322">
                <c:v>0.2018692505988826</c:v>
              </c:pt>
              <c:pt idx="323">
                <c:v>0.2018692505988826</c:v>
              </c:pt>
              <c:pt idx="324">
                <c:v>0.2018692505988826</c:v>
              </c:pt>
              <c:pt idx="325">
                <c:v>0.2018692505988826</c:v>
              </c:pt>
              <c:pt idx="326">
                <c:v>0.2018692505988826</c:v>
              </c:pt>
              <c:pt idx="327">
                <c:v>0.2018692505988826</c:v>
              </c:pt>
              <c:pt idx="328">
                <c:v>0.2018692505988826</c:v>
              </c:pt>
              <c:pt idx="329">
                <c:v>0.2018692505988826</c:v>
              </c:pt>
              <c:pt idx="330">
                <c:v>0.2018692505988826</c:v>
              </c:pt>
              <c:pt idx="331">
                <c:v>0.2018692505988826</c:v>
              </c:pt>
              <c:pt idx="332">
                <c:v>0.2018692505988826</c:v>
              </c:pt>
              <c:pt idx="333">
                <c:v>0.2018692505988826</c:v>
              </c:pt>
              <c:pt idx="334">
                <c:v>0.2018692505988826</c:v>
              </c:pt>
              <c:pt idx="335">
                <c:v>0.2018692505988826</c:v>
              </c:pt>
              <c:pt idx="336">
                <c:v>0.2018692505988826</c:v>
              </c:pt>
              <c:pt idx="337">
                <c:v>0.2018692505988826</c:v>
              </c:pt>
              <c:pt idx="338">
                <c:v>0.2018692505988826</c:v>
              </c:pt>
              <c:pt idx="339">
                <c:v>0.2018692505988826</c:v>
              </c:pt>
              <c:pt idx="340">
                <c:v>0.2018692505988826</c:v>
              </c:pt>
              <c:pt idx="341">
                <c:v>0.2018692505988826</c:v>
              </c:pt>
              <c:pt idx="342">
                <c:v>0.2018692505988826</c:v>
              </c:pt>
              <c:pt idx="343">
                <c:v>0.2018692505988826</c:v>
              </c:pt>
              <c:pt idx="344">
                <c:v>0.2018692505988826</c:v>
              </c:pt>
              <c:pt idx="345">
                <c:v>0.2018692505988826</c:v>
              </c:pt>
              <c:pt idx="346">
                <c:v>0.2018692505988826</c:v>
              </c:pt>
              <c:pt idx="347">
                <c:v>0.2018692505988826</c:v>
              </c:pt>
              <c:pt idx="348">
                <c:v>0.2018692505988826</c:v>
              </c:pt>
              <c:pt idx="349">
                <c:v>0.2018692505988826</c:v>
              </c:pt>
              <c:pt idx="350">
                <c:v>0.2018692505988826</c:v>
              </c:pt>
              <c:pt idx="351">
                <c:v>0.2018692505988826</c:v>
              </c:pt>
              <c:pt idx="352">
                <c:v>0.2018692505988826</c:v>
              </c:pt>
              <c:pt idx="353">
                <c:v>0.2018692505988826</c:v>
              </c:pt>
              <c:pt idx="354">
                <c:v>0.2018692505988826</c:v>
              </c:pt>
              <c:pt idx="355">
                <c:v>0.2018692505988826</c:v>
              </c:pt>
              <c:pt idx="356">
                <c:v>0.2018692505988826</c:v>
              </c:pt>
              <c:pt idx="357">
                <c:v>0.2018692505988826</c:v>
              </c:pt>
              <c:pt idx="358">
                <c:v>0.2018692505988826</c:v>
              </c:pt>
              <c:pt idx="359">
                <c:v>0.2018692505988826</c:v>
              </c:pt>
              <c:pt idx="360">
                <c:v>0.2018692505988826</c:v>
              </c:pt>
              <c:pt idx="361">
                <c:v>0.2018692505988826</c:v>
              </c:pt>
              <c:pt idx="362">
                <c:v>0.2018692505988826</c:v>
              </c:pt>
              <c:pt idx="363">
                <c:v>0.2018692505988826</c:v>
              </c:pt>
              <c:pt idx="364">
                <c:v>0.2018692505988826</c:v>
              </c:pt>
              <c:pt idx="365">
                <c:v>0.2018692505988826</c:v>
              </c:pt>
              <c:pt idx="366">
                <c:v>0.2018692505988826</c:v>
              </c:pt>
              <c:pt idx="367">
                <c:v>0.2018692505988826</c:v>
              </c:pt>
              <c:pt idx="368">
                <c:v>0.2018692505988826</c:v>
              </c:pt>
              <c:pt idx="369">
                <c:v>0.2018692505988826</c:v>
              </c:pt>
              <c:pt idx="370">
                <c:v>0.2018692505988826</c:v>
              </c:pt>
              <c:pt idx="371">
                <c:v>0.2018692505988826</c:v>
              </c:pt>
              <c:pt idx="372">
                <c:v>0.2018692505988826</c:v>
              </c:pt>
              <c:pt idx="373">
                <c:v>0.2018692505988826</c:v>
              </c:pt>
              <c:pt idx="374">
                <c:v>0.2018692505988826</c:v>
              </c:pt>
              <c:pt idx="375">
                <c:v>0.2018692505988826</c:v>
              </c:pt>
              <c:pt idx="376">
                <c:v>0.2018692505988826</c:v>
              </c:pt>
              <c:pt idx="377">
                <c:v>0.2018692505988826</c:v>
              </c:pt>
              <c:pt idx="378">
                <c:v>0.2018692505988826</c:v>
              </c:pt>
              <c:pt idx="379">
                <c:v>0.2018692505988826</c:v>
              </c:pt>
              <c:pt idx="380">
                <c:v>0.2018692505988826</c:v>
              </c:pt>
              <c:pt idx="381">
                <c:v>0.2018692505988826</c:v>
              </c:pt>
              <c:pt idx="382">
                <c:v>0.2018692505988826</c:v>
              </c:pt>
              <c:pt idx="383">
                <c:v>0.2018692505988826</c:v>
              </c:pt>
              <c:pt idx="384">
                <c:v>0.2018692505988826</c:v>
              </c:pt>
              <c:pt idx="385">
                <c:v>0.2018692505988826</c:v>
              </c:pt>
              <c:pt idx="386">
                <c:v>0.2018692505988826</c:v>
              </c:pt>
              <c:pt idx="387">
                <c:v>0.2018692505988826</c:v>
              </c:pt>
              <c:pt idx="388">
                <c:v>0.2018692505988826</c:v>
              </c:pt>
              <c:pt idx="389">
                <c:v>0.2018692505988826</c:v>
              </c:pt>
              <c:pt idx="390">
                <c:v>0.2018692505988826</c:v>
              </c:pt>
              <c:pt idx="391">
                <c:v>0.2018692505988826</c:v>
              </c:pt>
              <c:pt idx="392">
                <c:v>0.2018692505988826</c:v>
              </c:pt>
              <c:pt idx="393">
                <c:v>0.2018692505988826</c:v>
              </c:pt>
              <c:pt idx="394">
                <c:v>0.2018692505988826</c:v>
              </c:pt>
              <c:pt idx="395">
                <c:v>0.2018692505988826</c:v>
              </c:pt>
              <c:pt idx="396">
                <c:v>0.2018692505988826</c:v>
              </c:pt>
              <c:pt idx="397">
                <c:v>0.2018692505988826</c:v>
              </c:pt>
              <c:pt idx="398">
                <c:v>0.2018692505988826</c:v>
              </c:pt>
              <c:pt idx="399">
                <c:v>0.2018692505988826</c:v>
              </c:pt>
              <c:pt idx="400">
                <c:v>0.2018692505988826</c:v>
              </c:pt>
              <c:pt idx="401">
                <c:v>0.2018692505988826</c:v>
              </c:pt>
              <c:pt idx="402">
                <c:v>0.2018692505988826</c:v>
              </c:pt>
              <c:pt idx="403">
                <c:v>0.2018692505988826</c:v>
              </c:pt>
              <c:pt idx="404">
                <c:v>0.2018692505988826</c:v>
              </c:pt>
              <c:pt idx="405">
                <c:v>0.2018692505988826</c:v>
              </c:pt>
              <c:pt idx="406">
                <c:v>0.2018692505988826</c:v>
              </c:pt>
              <c:pt idx="407">
                <c:v>0.2018692505988826</c:v>
              </c:pt>
              <c:pt idx="408">
                <c:v>0.2018692505988826</c:v>
              </c:pt>
              <c:pt idx="409">
                <c:v>0.2018692505988826</c:v>
              </c:pt>
              <c:pt idx="410">
                <c:v>0.2018692505988826</c:v>
              </c:pt>
              <c:pt idx="411">
                <c:v>0.2018692505988826</c:v>
              </c:pt>
              <c:pt idx="412">
                <c:v>0.2018692505988826</c:v>
              </c:pt>
              <c:pt idx="413">
                <c:v>0.2018692505988826</c:v>
              </c:pt>
              <c:pt idx="414">
                <c:v>0.2018692505988826</c:v>
              </c:pt>
              <c:pt idx="415">
                <c:v>0.2018692505988826</c:v>
              </c:pt>
              <c:pt idx="416">
                <c:v>0.2018692505988826</c:v>
              </c:pt>
              <c:pt idx="417">
                <c:v>0.2018692505988826</c:v>
              </c:pt>
              <c:pt idx="418">
                <c:v>0.2018692505988826</c:v>
              </c:pt>
              <c:pt idx="419">
                <c:v>0.2018692505988826</c:v>
              </c:pt>
              <c:pt idx="420">
                <c:v>0.2018692505988826</c:v>
              </c:pt>
              <c:pt idx="421">
                <c:v>0.2018692505988826</c:v>
              </c:pt>
              <c:pt idx="422">
                <c:v>0.2018692505988826</c:v>
              </c:pt>
              <c:pt idx="423">
                <c:v>0.2018692505988826</c:v>
              </c:pt>
              <c:pt idx="424">
                <c:v>0.2018692505988826</c:v>
              </c:pt>
              <c:pt idx="425">
                <c:v>0.2018692505988826</c:v>
              </c:pt>
              <c:pt idx="426">
                <c:v>0.2018692505988826</c:v>
              </c:pt>
              <c:pt idx="427">
                <c:v>0.2018692505988826</c:v>
              </c:pt>
              <c:pt idx="428">
                <c:v>0.2018692505988826</c:v>
              </c:pt>
              <c:pt idx="429">
                <c:v>0.2018692505988826</c:v>
              </c:pt>
              <c:pt idx="430">
                <c:v>0.2018692505988826</c:v>
              </c:pt>
              <c:pt idx="431">
                <c:v>0.2018692505988826</c:v>
              </c:pt>
              <c:pt idx="432">
                <c:v>0.2018692505988826</c:v>
              </c:pt>
              <c:pt idx="433">
                <c:v>0.2018692505988826</c:v>
              </c:pt>
              <c:pt idx="434">
                <c:v>0.2018692505988826</c:v>
              </c:pt>
              <c:pt idx="435">
                <c:v>0.2018692505988826</c:v>
              </c:pt>
              <c:pt idx="436">
                <c:v>0.2018692505988826</c:v>
              </c:pt>
              <c:pt idx="437">
                <c:v>0.2018692505988826</c:v>
              </c:pt>
              <c:pt idx="438">
                <c:v>0.2018692505988826</c:v>
              </c:pt>
              <c:pt idx="439">
                <c:v>0.2018692505988826</c:v>
              </c:pt>
              <c:pt idx="440">
                <c:v>0.2018692505988826</c:v>
              </c:pt>
              <c:pt idx="441">
                <c:v>0.2018692505988826</c:v>
              </c:pt>
              <c:pt idx="442">
                <c:v>0.2018692505988826</c:v>
              </c:pt>
              <c:pt idx="443">
                <c:v>0.2018692505988826</c:v>
              </c:pt>
              <c:pt idx="444">
                <c:v>0.2018692505988826</c:v>
              </c:pt>
              <c:pt idx="445">
                <c:v>0.2018692505988826</c:v>
              </c:pt>
              <c:pt idx="446">
                <c:v>0.2018692505988826</c:v>
              </c:pt>
              <c:pt idx="447">
                <c:v>0.2018692505988826</c:v>
              </c:pt>
              <c:pt idx="448">
                <c:v>0.2018692505988826</c:v>
              </c:pt>
              <c:pt idx="449">
                <c:v>0.2018692505988826</c:v>
              </c:pt>
            </c:numLit>
          </c:yVal>
          <c:smooth val="0"/>
        </c:ser>
        <c:dLbls>
          <c:txPr>
            <a:bodyPr xmlns:a="http://schemas.openxmlformats.org/drawingml/2006/main" anchorCtr="1"/>
            <a:lstStyle xmlns:a="http://schemas.openxmlformats.org/drawingml/2006/main"/>
            <a:p xmlns:a="http://schemas.openxmlformats.org/drawingml/2006/main">
              <a:pPr>
                <a:defRPr>
                  <a:latin typeface="Arial"/>
                  <a:ea typeface="Arial"/>
                  <a:cs typeface="Arial"/>
                </a:defRPr>
              </a:pPr>
            </a:p>
          </c:txPr>
          <c:showLegendKey val="0"/>
          <c:showVal val="0"/>
          <c:showCatName val="0"/>
          <c:showSerName val="0"/>
          <c:showPercent val="0"/>
          <c:showBubbleSize val="0"/>
          <c:showLeaderLines val="0"/>
        </c:dLbls>
        <c:axId val="48650112"/>
        <c:axId val="48672768"/>
      </c:scatterChart>
      <c:valAx>
        <c:axId val="48672768"/>
        <c:scaling>
          <c:orientation val="minMax"/>
          <c:max val="4.857237329775949"/>
          <c:min val="0"/>
        </c:scaling>
        <c:delete val="0"/>
        <c:axPos val="l"/>
        <c:majorGridlines>
          <c:spPr>
            <a:ln xmlns:a="http://schemas.openxmlformats.org/drawingml/2006/main" w="5715">
              <a:solidFill>
                <a:srgbClr val="D9DFE3"/>
              </a:solidFill>
              <a:prstDash val="solid"/>
            </a:ln>
          </c:spPr>
        </c:majorGridlines>
        <c:title>
          <c:tx>
            <c:rich>
              <a:bodyPr xmlns:a="http://schemas.openxmlformats.org/drawingml/2006/main"/>
              <a:lstStyle xmlns:a="http://schemas.openxmlformats.org/drawingml/2006/main"/>
              <a:p xmlns:a="http://schemas.openxmlformats.org/drawingml/2006/main">
                <a:r>
                  <a:rPr sz="1200">
                    <a:solidFill>
                      <a:srgbClr val="263238"/>
                    </a:solidFill>
                    <a:latin typeface="Arial"/>
                    <a:ea typeface="Arial"/>
                    <a:cs typeface="Arial"/>
                  </a:rPr>
                  <a:t>Mean τ (% axis)</a:t>
                </a:r>
              </a:p>
            </c:rich>
          </c:tx>
          <c:overlay val="0"/>
          <c:txPr>
            <a:bodyPr xmlns:a="http://schemas.openxmlformats.org/drawingml/2006/main" anchorCtr="1"/>
            <a:lstStyle xmlns:a="http://schemas.openxmlformats.org/drawingml/2006/main"/>
            <a:p xmlns:a="http://schemas.openxmlformats.org/drawingml/2006/main">
              <a:pPr>
                <a:defRPr sz="1200">
                  <a:solidFill>
                    <a:srgbClr val="263238"/>
                  </a:solidFill>
                  <a:latin typeface="Arial"/>
                  <a:ea typeface="Arial"/>
                  <a:cs typeface="Arial"/>
                </a:defRPr>
              </a:pPr>
            </a:p>
          </c:txPr>
        </c:title>
        <c:numFmt formatCode="0.0"/>
        <c:majorTickMark val="none"/>
        <c:minorTickMark val="none"/>
        <c:spPr>
          <a:ln xmlns:a="http://schemas.openxmlformats.org/drawingml/2006/main" w="7620">
            <a:solidFill>
              <a:srgbClr val="263238"/>
            </a:solidFill>
            <a:prstDash val="solid"/>
          </a:ln>
        </c:spPr>
        <c:txPr>
          <a:bodyPr xmlns:a="http://schemas.openxmlformats.org/drawingml/2006/main" anchorCtr="1"/>
          <a:lstStyle xmlns:a="http://schemas.openxmlformats.org/drawingml/2006/main"/>
          <a:p xmlns:a="http://schemas.openxmlformats.org/drawingml/2006/main">
            <a:pPr>
              <a:defRPr sz="1125">
                <a:solidFill>
                  <a:srgbClr val="263238"/>
                </a:solidFill>
                <a:latin typeface="Arial"/>
                <a:ea typeface="Arial"/>
                <a:cs typeface="Arial"/>
              </a:defRPr>
            </a:pPr>
          </a:p>
        </c:txPr>
        <c:crossAx val="48650112"/>
        <c:majorUnit val="2"/>
      </c:valAx>
      <c:valAx>
        <c:axId val="48650112"/>
        <c:scaling>
          <c:orientation val="minMax"/>
          <c:max val="70"/>
          <c:min val="0"/>
        </c:scaling>
        <c:delete val="0"/>
        <c:axPos val="b"/>
        <c:majorGridlines>
          <c:spPr>
            <a:ln xmlns:a="http://schemas.openxmlformats.org/drawingml/2006/main" w="5715">
              <a:solidFill>
                <a:srgbClr val="D9DFE3"/>
              </a:solidFill>
              <a:prstDash val="solid"/>
            </a:ln>
          </c:spPr>
        </c:majorGridlines>
        <c:title>
          <c:tx>
            <c:rich>
              <a:bodyPr xmlns:a="http://schemas.openxmlformats.org/drawingml/2006/main"/>
              <a:lstStyle xmlns:a="http://schemas.openxmlformats.org/drawingml/2006/main"/>
              <a:p xmlns:a="http://schemas.openxmlformats.org/drawingml/2006/main">
                <a:r>
                  <a:rPr sz="1200">
                    <a:solidFill>
                      <a:srgbClr val="263238"/>
                    </a:solidFill>
                    <a:latin typeface="Arial"/>
                    <a:ea typeface="Arial"/>
                    <a:cs typeface="Arial"/>
                  </a:rPr>
                  <a:t>d_top (% scalar range)</a:t>
                </a:r>
              </a:p>
            </c:rich>
          </c:tx>
          <c:overlay val="0"/>
          <c:txPr>
            <a:bodyPr xmlns:a="http://schemas.openxmlformats.org/drawingml/2006/main" anchorCtr="1"/>
            <a:lstStyle xmlns:a="http://schemas.openxmlformats.org/drawingml/2006/main"/>
            <a:p xmlns:a="http://schemas.openxmlformats.org/drawingml/2006/main">
              <a:pPr>
                <a:defRPr sz="1200">
                  <a:solidFill>
                    <a:srgbClr val="263238"/>
                  </a:solidFill>
                  <a:latin typeface="Arial"/>
                  <a:ea typeface="Arial"/>
                  <a:cs typeface="Arial"/>
                </a:defRPr>
              </a:pPr>
            </a:p>
          </c:txPr>
        </c:title>
        <c:numFmt formatCode="0"/>
        <c:majorTickMark val="none"/>
        <c:minorTickMark val="none"/>
        <c:spPr>
          <a:ln xmlns:a="http://schemas.openxmlformats.org/drawingml/2006/main" w="7620">
            <a:solidFill>
              <a:srgbClr val="263238"/>
            </a:solidFill>
            <a:prstDash val="solid"/>
          </a:ln>
        </c:spPr>
        <c:txPr>
          <a:bodyPr xmlns:a="http://schemas.openxmlformats.org/drawingml/2006/main" anchorCtr="1"/>
          <a:lstStyle xmlns:a="http://schemas.openxmlformats.org/drawingml/2006/main"/>
          <a:p xmlns:a="http://schemas.openxmlformats.org/drawingml/2006/main">
            <a:pPr>
              <a:defRPr sz="1125">
                <a:solidFill>
                  <a:srgbClr val="263238"/>
                </a:solidFill>
                <a:latin typeface="Arial"/>
                <a:ea typeface="Arial"/>
                <a:cs typeface="Arial"/>
              </a:defRPr>
            </a:pPr>
          </a:p>
        </c:txPr>
        <c:crossAx val="48672768"/>
        <c:majorUnit val="20"/>
      </c:valAx>
      <c:spPr>
        <a:solidFill xmlns:a="http://schemas.openxmlformats.org/drawingml/2006/main">
          <a:srgbClr val="FFFFFF"/>
        </a:solidFill>
        <a:ln xmlns:a="http://schemas.openxmlformats.org/drawingml/2006/main" w="0">
          <a:noFill/>
          <a:prstDash val="solid"/>
        </a:ln>
      </c:spPr>
    </c:plotArea>
    <c:plotVisOnly val="1"/>
  </c:chart>
  <c:spPr>
    <a:solidFill xmlns:a="http://schemas.openxmlformats.org/drawingml/2006/main">
      <a:srgbClr val="FFFFFF"/>
    </a:solidFill>
    <a:ln xmlns:a="http://schemas.openxmlformats.org/drawingml/2006/main" w="0">
      <a:noFill/>
      <a:prstDash val="solid"/>
    </a:ln>
  </c:spPr>
</c:chartSpace>
</file>

<file path=ppt/main_figures/Fig5/ppt/slides/charts/chart2.xml><?xml version="1.0" encoding="utf-8"?>
<c:chartSpace xmlns:c="http://schemas.openxmlformats.org/drawingml/2006/chart">
  <c:lang val="en-US"/>
  <c:chart>
    <c:plotArea>
      <c:scatterChart>
        <c:scatterStyle val="lineMarker"/>
        <c:varyColors val="0"/>
        <c:ser>
          <c:idx val="0"/>
          <c:order val="0"/>
          <c:tx>
            <c:v>Exact frontier F</c:v>
          </c:tx>
          <c:spPr>
            <a:noFill xmlns:a="http://schemas.openxmlformats.org/drawingml/2006/main"/>
            <a:ln xmlns:a="http://schemas.openxmlformats.org/drawingml/2006/main" w="16193">
              <a:solidFill>
                <a:srgbClr val="0072B2"/>
              </a:solidFill>
              <a:prstDash val="solid"/>
            </a:ln>
          </c:spPr>
          <c:marker>
            <c:symbol val="none"/>
            <c:size val="7"/>
            <c:spPr>
              <a:solidFill xmlns:a="http://schemas.openxmlformats.org/drawingml/2006/main">
                <a:srgbClr val="0072B2"/>
              </a:solidFill>
            </c:spPr>
          </c:marker>
          <c:xVal>
            <c:numLit>
              <c:formatCode>General</c:formatCode>
              <c:ptCount val="448"/>
              <c:pt idx="0">
                <c:v>0</c:v>
              </c:pt>
              <c:pt idx="1">
                <c:v>0.00018885427795202678</c:v>
              </c:pt>
              <c:pt idx="2">
                <c:v>0.00018885427795202678</c:v>
              </c:pt>
              <c:pt idx="3">
                <c:v>0.0022600939197508787</c:v>
              </c:pt>
              <c:pt idx="4">
                <c:v>0.0022600939197508787</c:v>
              </c:pt>
              <c:pt idx="5">
                <c:v>0.004835182449197827</c:v>
              </c:pt>
              <c:pt idx="6">
                <c:v>0.004835182449197827</c:v>
              </c:pt>
              <c:pt idx="7">
                <c:v>0.0050145101816366</c:v>
              </c:pt>
              <c:pt idx="8">
                <c:v>0.0050145101816366</c:v>
              </c:pt>
              <c:pt idx="9">
                <c:v>0.005699155848042032</c:v>
              </c:pt>
              <c:pt idx="10">
                <c:v>0.005699155848042032</c:v>
              </c:pt>
              <c:pt idx="11">
                <c:v>0.007079283466281603</c:v>
              </c:pt>
              <c:pt idx="12">
                <c:v>0.007079283466281603</c:v>
              </c:pt>
              <c:pt idx="13">
                <c:v>0.01165334930185341</c:v>
              </c:pt>
              <c:pt idx="14">
                <c:v>0.01165334930185341</c:v>
              </c:pt>
              <c:pt idx="15">
                <c:v>0.01294707616601112</c:v>
              </c:pt>
              <c:pt idx="16">
                <c:v>0.01294707616601112</c:v>
              </c:pt>
              <c:pt idx="17">
                <c:v>0.0148535181442019</c:v>
              </c:pt>
              <c:pt idx="18">
                <c:v>0.0148535181442019</c:v>
              </c:pt>
              <c:pt idx="19">
                <c:v>0.01762384131021295</c:v>
              </c:pt>
              <c:pt idx="20">
                <c:v>0.01762384131021295</c:v>
              </c:pt>
              <c:pt idx="21">
                <c:v>0.01801309420401825</c:v>
              </c:pt>
              <c:pt idx="22">
                <c:v>0.01801309420401825</c:v>
              </c:pt>
              <c:pt idx="23">
                <c:v>0.019621428754258728</c:v>
              </c:pt>
              <c:pt idx="24">
                <c:v>0.019621428754258728</c:v>
              </c:pt>
              <c:pt idx="25">
                <c:v>0.020276210825792867</c:v>
              </c:pt>
              <c:pt idx="26">
                <c:v>0.020276210825792867</c:v>
              </c:pt>
              <c:pt idx="27">
                <c:v>0.023007403248339012</c:v>
              </c:pt>
              <c:pt idx="28">
                <c:v>0.023007403248339012</c:v>
              </c:pt>
              <c:pt idx="29">
                <c:v>0.023119529295742274</c:v>
              </c:pt>
              <c:pt idx="30">
                <c:v>0.023119529295742274</c:v>
              </c:pt>
              <c:pt idx="31">
                <c:v>0.023297325366365217</c:v>
              </c:pt>
              <c:pt idx="32">
                <c:v>0.023297325366365217</c:v>
              </c:pt>
              <c:pt idx="33">
                <c:v>0.02560543836073295</c:v>
              </c:pt>
              <c:pt idx="34">
                <c:v>0.02560543836073295</c:v>
              </c:pt>
              <c:pt idx="35">
                <c:v>0.03235568853977948</c:v>
              </c:pt>
              <c:pt idx="36">
                <c:v>0.03235568853977948</c:v>
              </c:pt>
              <c:pt idx="37">
                <c:v>0.03242526110009141</c:v>
              </c:pt>
              <c:pt idx="38">
                <c:v>0.03242526110009141</c:v>
              </c:pt>
              <c:pt idx="39">
                <c:v>0.03839065129236467</c:v>
              </c:pt>
              <c:pt idx="40">
                <c:v>0.03839065129236467</c:v>
              </c:pt>
              <c:pt idx="41">
                <c:v>0.039712925754000664</c:v>
              </c:pt>
              <c:pt idx="42">
                <c:v>0.039712925754000664</c:v>
              </c:pt>
              <c:pt idx="43">
                <c:v>0.04000566210971993</c:v>
              </c:pt>
              <c:pt idx="44">
                <c:v>0.04000566210971993</c:v>
              </c:pt>
              <c:pt idx="45">
                <c:v>0.04196775395224131</c:v>
              </c:pt>
              <c:pt idx="46">
                <c:v>0.04196775395224131</c:v>
              </c:pt>
              <c:pt idx="47">
                <c:v>0.04266197736964272</c:v>
              </c:pt>
              <c:pt idx="48">
                <c:v>0.04266197736964272</c:v>
              </c:pt>
              <c:pt idx="49">
                <c:v>0.044789000936430574</c:v>
              </c:pt>
              <c:pt idx="50">
                <c:v>0.044789000936430574</c:v>
              </c:pt>
              <c:pt idx="51">
                <c:v>0.04744980984947969</c:v>
              </c:pt>
              <c:pt idx="52">
                <c:v>0.04744980984947969</c:v>
              </c:pt>
              <c:pt idx="53">
                <c:v>0.048515900599582856</c:v>
              </c:pt>
              <c:pt idx="54">
                <c:v>0.048515900599582856</c:v>
              </c:pt>
              <c:pt idx="55">
                <c:v>0.05084512632705106</c:v>
              </c:pt>
              <c:pt idx="56">
                <c:v>0.05084512632705106</c:v>
              </c:pt>
              <c:pt idx="57">
                <c:v>0.05956906306408472</c:v>
              </c:pt>
              <c:pt idx="58">
                <c:v>0.05956906306408472</c:v>
              </c:pt>
              <c:pt idx="59">
                <c:v>0.07591000205534276</c:v>
              </c:pt>
              <c:pt idx="60">
                <c:v>0.07591000205534276</c:v>
              </c:pt>
              <c:pt idx="61">
                <c:v>0.09340621413894393</c:v>
              </c:pt>
              <c:pt idx="62">
                <c:v>0.09340621413894393</c:v>
              </c:pt>
              <c:pt idx="63">
                <c:v>0.10121378422309815</c:v>
              </c:pt>
              <c:pt idx="64">
                <c:v>0.10121378422309815</c:v>
              </c:pt>
              <c:pt idx="65">
                <c:v>0.10575445789824578</c:v>
              </c:pt>
              <c:pt idx="66">
                <c:v>0.10575445789824578</c:v>
              </c:pt>
              <c:pt idx="67">
                <c:v>0.1286190906135037</c:v>
              </c:pt>
              <c:pt idx="68">
                <c:v>0.1286190906135037</c:v>
              </c:pt>
              <c:pt idx="69">
                <c:v>0.1293437147726577</c:v>
              </c:pt>
              <c:pt idx="70">
                <c:v>0.1293437147726577</c:v>
              </c:pt>
              <c:pt idx="71">
                <c:v>0.132648887916647</c:v>
              </c:pt>
              <c:pt idx="72">
                <c:v>0.132648887916647</c:v>
              </c:pt>
              <c:pt idx="73">
                <c:v>0.1357400361148655</c:v>
              </c:pt>
              <c:pt idx="74">
                <c:v>0.1357400361148655</c:v>
              </c:pt>
              <c:pt idx="75">
                <c:v>0.14334919348020736</c:v>
              </c:pt>
              <c:pt idx="76">
                <c:v>0.14334919348020736</c:v>
              </c:pt>
              <c:pt idx="77">
                <c:v>0.14546786133148873</c:v>
              </c:pt>
              <c:pt idx="78">
                <c:v>0.14546786133148873</c:v>
              </c:pt>
              <c:pt idx="79">
                <c:v>0.14816406808527074</c:v>
              </c:pt>
              <c:pt idx="80">
                <c:v>0.14816406808527074</c:v>
              </c:pt>
              <c:pt idx="81">
                <c:v>0.14833948088031537</c:v>
              </c:pt>
              <c:pt idx="82">
                <c:v>0.14833948088031537</c:v>
              </c:pt>
              <c:pt idx="83">
                <c:v>0.15194398971379094</c:v>
              </c:pt>
              <c:pt idx="84">
                <c:v>0.15194398971379094</c:v>
              </c:pt>
              <c:pt idx="85">
                <c:v>0.15711369986026513</c:v>
              </c:pt>
              <c:pt idx="86">
                <c:v>0.15711369986026513</c:v>
              </c:pt>
              <c:pt idx="87">
                <c:v>0.16468244932010473</c:v>
              </c:pt>
              <c:pt idx="88">
                <c:v>0.16468244932010473</c:v>
              </c:pt>
              <c:pt idx="89">
                <c:v>0.16831959850324588</c:v>
              </c:pt>
              <c:pt idx="90">
                <c:v>0.16831959850324588</c:v>
              </c:pt>
              <c:pt idx="91">
                <c:v>0.16936110488080014</c:v>
              </c:pt>
              <c:pt idx="92">
                <c:v>0.16936110488080014</c:v>
              </c:pt>
              <c:pt idx="93">
                <c:v>0.17082265289189763</c:v>
              </c:pt>
              <c:pt idx="94">
                <c:v>0.17082265289189763</c:v>
              </c:pt>
              <c:pt idx="95">
                <c:v>0.17237255718459524</c:v>
              </c:pt>
              <c:pt idx="96">
                <c:v>0.17237255718459524</c:v>
              </c:pt>
              <c:pt idx="97">
                <c:v>0.17647324204975737</c:v>
              </c:pt>
              <c:pt idx="98">
                <c:v>0.17647324204975737</c:v>
              </c:pt>
              <c:pt idx="99">
                <c:v>0.19430343793955587</c:v>
              </c:pt>
              <c:pt idx="100">
                <c:v>0.19430343793955587</c:v>
              </c:pt>
              <c:pt idx="101">
                <c:v>0.19519529942285094</c:v>
              </c:pt>
              <c:pt idx="102">
                <c:v>0.19519529942285094</c:v>
              </c:pt>
              <c:pt idx="103">
                <c:v>0.21459742270327808</c:v>
              </c:pt>
              <c:pt idx="104">
                <c:v>0.21459742270327808</c:v>
              </c:pt>
              <c:pt idx="105">
                <c:v>0.2434245330702976</c:v>
              </c:pt>
              <c:pt idx="106">
                <c:v>0.2434245330702976</c:v>
              </c:pt>
              <c:pt idx="107">
                <c:v>0.26056652031648364</c:v>
              </c:pt>
              <c:pt idx="108">
                <c:v>0.26056652031648364</c:v>
              </c:pt>
              <c:pt idx="109">
                <c:v>0.2756257824744006</c:v>
              </c:pt>
              <c:pt idx="110">
                <c:v>0.2756257824744006</c:v>
              </c:pt>
              <c:pt idx="111">
                <c:v>0.27626157580485555</c:v>
              </c:pt>
              <c:pt idx="112">
                <c:v>0.27626157580485555</c:v>
              </c:pt>
              <c:pt idx="113">
                <c:v>0.28018542108167405</c:v>
              </c:pt>
              <c:pt idx="114">
                <c:v>0.28018542108167405</c:v>
              </c:pt>
              <c:pt idx="115">
                <c:v>0.28292784018614303</c:v>
              </c:pt>
              <c:pt idx="116">
                <c:v>0.28292784018614303</c:v>
              </c:pt>
              <c:pt idx="117">
                <c:v>0.28685395740604835</c:v>
              </c:pt>
              <c:pt idx="118">
                <c:v>0.28685395740604835</c:v>
              </c:pt>
              <c:pt idx="119">
                <c:v>0.2943239989585482</c:v>
              </c:pt>
              <c:pt idx="120">
                <c:v>0.2943239989585482</c:v>
              </c:pt>
              <c:pt idx="121">
                <c:v>0.31377922501094807</c:v>
              </c:pt>
              <c:pt idx="122">
                <c:v>0.31377922501094807</c:v>
              </c:pt>
              <c:pt idx="123">
                <c:v>0.31614311456108674</c:v>
              </c:pt>
              <c:pt idx="124">
                <c:v>0.31614311456108674</c:v>
              </c:pt>
              <c:pt idx="125">
                <c:v>0.33480380631221934</c:v>
              </c:pt>
              <c:pt idx="126">
                <c:v>0.33480380631221934</c:v>
              </c:pt>
              <c:pt idx="127">
                <c:v>0.3445309833692782</c:v>
              </c:pt>
              <c:pt idx="128">
                <c:v>0.3445309833692782</c:v>
              </c:pt>
              <c:pt idx="129">
                <c:v>0.35623750296064194</c:v>
              </c:pt>
              <c:pt idx="130">
                <c:v>0.35623750296064194</c:v>
              </c:pt>
              <c:pt idx="131">
                <c:v>0.359842946512876</c:v>
              </c:pt>
              <c:pt idx="132">
                <c:v>0.359842946512876</c:v>
              </c:pt>
              <c:pt idx="133">
                <c:v>0.3650947076148327</c:v>
              </c:pt>
              <c:pt idx="134">
                <c:v>0.3650947076148327</c:v>
              </c:pt>
              <c:pt idx="135">
                <c:v>0.3688505399844664</c:v>
              </c:pt>
              <c:pt idx="136">
                <c:v>0.3688505399844664</c:v>
              </c:pt>
              <c:pt idx="137">
                <c:v>0.3715472731457108</c:v>
              </c:pt>
              <c:pt idx="138">
                <c:v>0.3715472731457108</c:v>
              </c:pt>
              <c:pt idx="139">
                <c:v>0.3799937261490292</c:v>
              </c:pt>
              <c:pt idx="140">
                <c:v>0.3799937261490292</c:v>
              </c:pt>
              <c:pt idx="141">
                <c:v>0.38542007559517566</c:v>
              </c:pt>
              <c:pt idx="142">
                <c:v>0.38542007559517566</c:v>
              </c:pt>
              <c:pt idx="143">
                <c:v>0.39348424543586036</c:v>
              </c:pt>
              <c:pt idx="144">
                <c:v>0.39348424543586036</c:v>
              </c:pt>
              <c:pt idx="145">
                <c:v>0.41398290719385034</c:v>
              </c:pt>
              <c:pt idx="146">
                <c:v>0.41398290719385034</c:v>
              </c:pt>
              <c:pt idx="147">
                <c:v>0.4186847595131933</c:v>
              </c:pt>
              <c:pt idx="148">
                <c:v>0.4186847595131933</c:v>
              </c:pt>
              <c:pt idx="149">
                <c:v>0.445171953770833</c:v>
              </c:pt>
              <c:pt idx="150">
                <c:v>0.445171953770833</c:v>
              </c:pt>
              <c:pt idx="151">
                <c:v>0.4703545029945133</c:v>
              </c:pt>
              <c:pt idx="152">
                <c:v>0.4703545029945133</c:v>
              </c:pt>
              <c:pt idx="153">
                <c:v>0.4970421761481772</c:v>
              </c:pt>
              <c:pt idx="154">
                <c:v>0.4970421761481772</c:v>
              </c:pt>
              <c:pt idx="155">
                <c:v>0.5</c:v>
              </c:pt>
              <c:pt idx="156">
                <c:v>0.5</c:v>
              </c:pt>
              <c:pt idx="157">
                <c:v>0.502204321155017</c:v>
              </c:pt>
              <c:pt idx="158">
                <c:v>0.502204321155017</c:v>
              </c:pt>
              <c:pt idx="159">
                <c:v>0.522512795712433</c:v>
              </c:pt>
              <c:pt idx="160">
                <c:v>0.522512795712433</c:v>
              </c:pt>
              <c:pt idx="161">
                <c:v>0.5377485320288458</c:v>
              </c:pt>
              <c:pt idx="162">
                <c:v>0.5377485320288458</c:v>
              </c:pt>
              <c:pt idx="163">
                <c:v>0.5598543145835205</c:v>
              </c:pt>
              <c:pt idx="164">
                <c:v>0.5598543145835205</c:v>
              </c:pt>
              <c:pt idx="165">
                <c:v>0.5878563360213148</c:v>
              </c:pt>
              <c:pt idx="166">
                <c:v>0.5878563360213148</c:v>
              </c:pt>
              <c:pt idx="167">
                <c:v>0.5900908210355861</c:v>
              </c:pt>
              <c:pt idx="168">
                <c:v>0.5900908210355861</c:v>
              </c:pt>
              <c:pt idx="169">
                <c:v>0.5986090927376397</c:v>
              </c:pt>
              <c:pt idx="170">
                <c:v>0.5986090927376397</c:v>
              </c:pt>
              <c:pt idx="171">
                <c:v>0.5994804905294684</c:v>
              </c:pt>
              <c:pt idx="172">
                <c:v>0.5994804905294684</c:v>
              </c:pt>
              <c:pt idx="173">
                <c:v>0.6212514865389389</c:v>
              </c:pt>
              <c:pt idx="174">
                <c:v>0.6212514865389389</c:v>
              </c:pt>
              <c:pt idx="175">
                <c:v>0.639136782252912</c:v>
              </c:pt>
              <c:pt idx="176">
                <c:v>0.639136782252912</c:v>
              </c:pt>
              <c:pt idx="177">
                <c:v>0.6700338846395502</c:v>
              </c:pt>
              <c:pt idx="178">
                <c:v>0.6700338846395502</c:v>
              </c:pt>
              <c:pt idx="179">
                <c:v>0.679566751749064</c:v>
              </c:pt>
              <c:pt idx="180">
                <c:v>0.679566751749064</c:v>
              </c:pt>
              <c:pt idx="181">
                <c:v>0.6848501203348499</c:v>
              </c:pt>
              <c:pt idx="182">
                <c:v>0.6848501203348499</c:v>
              </c:pt>
              <c:pt idx="183">
                <c:v>0.6852236977900308</c:v>
              </c:pt>
              <c:pt idx="184">
                <c:v>0.6852236977900308</c:v>
              </c:pt>
              <c:pt idx="185">
                <c:v>0.6924171371043775</c:v>
              </c:pt>
              <c:pt idx="186">
                <c:v>0.6924171371043775</c:v>
              </c:pt>
              <c:pt idx="187">
                <c:v>0.6948622318891109</c:v>
              </c:pt>
              <c:pt idx="188">
                <c:v>0.6948622318891109</c:v>
              </c:pt>
              <c:pt idx="189">
                <c:v>0.7099682034989009</c:v>
              </c:pt>
              <c:pt idx="190">
                <c:v>0.7099682034989009</c:v>
              </c:pt>
              <c:pt idx="191">
                <c:v>0.7165279955603032</c:v>
              </c:pt>
              <c:pt idx="192">
                <c:v>0.7165279955603032</c:v>
              </c:pt>
              <c:pt idx="193">
                <c:v>0.7665537396417967</c:v>
              </c:pt>
              <c:pt idx="194">
                <c:v>0.7665537396417967</c:v>
              </c:pt>
              <c:pt idx="195">
                <c:v>0.7713752128643675</c:v>
              </c:pt>
              <c:pt idx="196">
                <c:v>0.7713752128643675</c:v>
              </c:pt>
              <c:pt idx="197">
                <c:v>0.7749222624738352</c:v>
              </c:pt>
              <c:pt idx="198">
                <c:v>0.7749222624738352</c:v>
              </c:pt>
              <c:pt idx="199">
                <c:v>0.7813726502819218</c:v>
              </c:pt>
              <c:pt idx="200">
                <c:v>0.7813726502819218</c:v>
              </c:pt>
              <c:pt idx="201">
                <c:v>0.8072779510136148</c:v>
              </c:pt>
              <c:pt idx="202">
                <c:v>0.8072779510136148</c:v>
              </c:pt>
              <c:pt idx="203">
                <c:v>0.8285398818666121</c:v>
              </c:pt>
              <c:pt idx="204">
                <c:v>0.8285398818666121</c:v>
              </c:pt>
              <c:pt idx="205">
                <c:v>0.8913633356968993</c:v>
              </c:pt>
              <c:pt idx="206">
                <c:v>0.8913633356968993</c:v>
              </c:pt>
              <c:pt idx="207">
                <c:v>0.9317375143920361</c:v>
              </c:pt>
              <c:pt idx="208">
                <c:v>0.9317375143920361</c:v>
              </c:pt>
              <c:pt idx="209">
                <c:v>0.947363780846292</c:v>
              </c:pt>
              <c:pt idx="210">
                <c:v>0.947363780846292</c:v>
              </c:pt>
              <c:pt idx="211">
                <c:v>0.949865772368216</c:v>
              </c:pt>
              <c:pt idx="212">
                <c:v>0.949865772368216</c:v>
              </c:pt>
              <c:pt idx="213">
                <c:v>1</c:v>
              </c:pt>
              <c:pt idx="214">
                <c:v>1</c:v>
              </c:pt>
              <c:pt idx="215">
                <c:v>1.0046820709766444</c:v>
              </c:pt>
              <c:pt idx="216">
                <c:v>1.0046820709766444</c:v>
              </c:pt>
              <c:pt idx="217">
                <c:v>1.0097662726116683</c:v>
              </c:pt>
              <c:pt idx="218">
                <c:v>1.0097662726116683</c:v>
              </c:pt>
              <c:pt idx="219">
                <c:v>1.015382518071133</c:v>
              </c:pt>
              <c:pt idx="220">
                <c:v>1.015382518071133</c:v>
              </c:pt>
              <c:pt idx="221">
                <c:v>1.0569037391770282</c:v>
              </c:pt>
              <c:pt idx="222">
                <c:v>1.0569037391770282</c:v>
              </c:pt>
              <c:pt idx="223">
                <c:v>1.0684316675028684</c:v>
              </c:pt>
              <c:pt idx="224">
                <c:v>1.0684316675028684</c:v>
              </c:pt>
              <c:pt idx="225">
                <c:v>1.0829499130601903</c:v>
              </c:pt>
              <c:pt idx="226">
                <c:v>1.0829499130601903</c:v>
              </c:pt>
              <c:pt idx="227">
                <c:v>1.0978020061433342</c:v>
              </c:pt>
              <c:pt idx="228">
                <c:v>1.0978020061433342</c:v>
              </c:pt>
              <c:pt idx="229">
                <c:v>1.115685903662933</c:v>
              </c:pt>
              <c:pt idx="230">
                <c:v>1.115685903662933</c:v>
              </c:pt>
              <c:pt idx="231">
                <c:v>1.1795218904112015</c:v>
              </c:pt>
              <c:pt idx="232">
                <c:v>1.1795218904112015</c:v>
              </c:pt>
              <c:pt idx="233">
                <c:v>1.2158692977371603</c:v>
              </c:pt>
              <c:pt idx="234">
                <c:v>1.2158692977371603</c:v>
              </c:pt>
              <c:pt idx="235">
                <c:v>1.317027827581646</c:v>
              </c:pt>
              <c:pt idx="236">
                <c:v>1.317027827581646</c:v>
              </c:pt>
              <c:pt idx="237">
                <c:v>1.3472557054571228</c:v>
              </c:pt>
              <c:pt idx="238">
                <c:v>1.3472557054571228</c:v>
              </c:pt>
              <c:pt idx="239">
                <c:v>1.3669572000626182</c:v>
              </c:pt>
              <c:pt idx="240">
                <c:v>1.3669572000626182</c:v>
              </c:pt>
              <c:pt idx="241">
                <c:v>1.3733497470460678</c:v>
              </c:pt>
              <c:pt idx="242">
                <c:v>1.3733497470460678</c:v>
              </c:pt>
              <c:pt idx="243">
                <c:v>1.3940648065494967</c:v>
              </c:pt>
              <c:pt idx="244">
                <c:v>1.3940648065494967</c:v>
              </c:pt>
              <c:pt idx="245">
                <c:v>1.435397880814403</c:v>
              </c:pt>
              <c:pt idx="246">
                <c:v>1.435397880814403</c:v>
              </c:pt>
              <c:pt idx="247">
                <c:v>1.4875404308362814</c:v>
              </c:pt>
              <c:pt idx="248">
                <c:v>1.4875404308362814</c:v>
              </c:pt>
              <c:pt idx="249">
                <c:v>1.5033898615493957</c:v>
              </c:pt>
              <c:pt idx="250">
                <c:v>1.5033898615493957</c:v>
              </c:pt>
              <c:pt idx="251">
                <c:v>1.5225820319903816</c:v>
              </c:pt>
              <c:pt idx="252">
                <c:v>1.5225820319903816</c:v>
              </c:pt>
              <c:pt idx="253">
                <c:v>1.5885964615239403</c:v>
              </c:pt>
              <c:pt idx="254">
                <c:v>1.5885964615239403</c:v>
              </c:pt>
              <c:pt idx="255">
                <c:v>1.5953535310985538</c:v>
              </c:pt>
              <c:pt idx="256">
                <c:v>1.5953535310985538</c:v>
              </c:pt>
              <c:pt idx="257">
                <c:v>1.65505952237088</c:v>
              </c:pt>
              <c:pt idx="258">
                <c:v>1.65505952237088</c:v>
              </c:pt>
              <c:pt idx="259">
                <c:v>1.667700397670812</c:v>
              </c:pt>
              <c:pt idx="260">
                <c:v>1.667700397670812</c:v>
              </c:pt>
              <c:pt idx="261">
                <c:v>1.7206103662182115</c:v>
              </c:pt>
              <c:pt idx="262">
                <c:v>1.7206103662182115</c:v>
              </c:pt>
              <c:pt idx="263">
                <c:v>1.7421778389858245</c:v>
              </c:pt>
              <c:pt idx="264">
                <c:v>1.7421778389858245</c:v>
              </c:pt>
              <c:pt idx="265">
                <c:v>1.8252924811609457</c:v>
              </c:pt>
              <c:pt idx="266">
                <c:v>1.8252924811609457</c:v>
              </c:pt>
              <c:pt idx="267">
                <c:v>1.8508615565674333</c:v>
              </c:pt>
              <c:pt idx="268">
                <c:v>1.8508615565674333</c:v>
              </c:pt>
              <c:pt idx="269">
                <c:v>1.8853898367128863</c:v>
              </c:pt>
              <c:pt idx="270">
                <c:v>1.8853898367128863</c:v>
              </c:pt>
              <c:pt idx="271">
                <c:v>1.9195295717082363</c:v>
              </c:pt>
              <c:pt idx="272">
                <c:v>1.9195295717082363</c:v>
              </c:pt>
              <c:pt idx="273">
                <c:v>1.9313089098408287</c:v>
              </c:pt>
              <c:pt idx="274">
                <c:v>1.9313089098408287</c:v>
              </c:pt>
              <c:pt idx="275">
                <c:v>2</c:v>
              </c:pt>
              <c:pt idx="276">
                <c:v>2</c:v>
              </c:pt>
              <c:pt idx="277">
                <c:v>2.041066888753209</c:v>
              </c:pt>
              <c:pt idx="278">
                <c:v>2.041066888753209</c:v>
              </c:pt>
              <c:pt idx="279">
                <c:v>2.0674590155559756</c:v>
              </c:pt>
              <c:pt idx="280">
                <c:v>2.0674590155559756</c:v>
              </c:pt>
              <c:pt idx="281">
                <c:v>2.0798652006257607</c:v>
              </c:pt>
              <c:pt idx="282">
                <c:v>2.0798652006257607</c:v>
              </c:pt>
              <c:pt idx="283">
                <c:v>2.0802395360837336</c:v>
              </c:pt>
              <c:pt idx="284">
                <c:v>2.0802395360837336</c:v>
              </c:pt>
              <c:pt idx="285">
                <c:v>2.2111350035376813</c:v>
              </c:pt>
              <c:pt idx="286">
                <c:v>2.2111350035376813</c:v>
              </c:pt>
              <c:pt idx="287">
                <c:v>2.2335461876333746</c:v>
              </c:pt>
              <c:pt idx="288">
                <c:v>2.2335461876333746</c:v>
              </c:pt>
              <c:pt idx="289">
                <c:v>2.2589946659941527</c:v>
              </c:pt>
              <c:pt idx="290">
                <c:v>2.2589946659941527</c:v>
              </c:pt>
              <c:pt idx="291">
                <c:v>2.641166930368072</c:v>
              </c:pt>
              <c:pt idx="292">
                <c:v>2.641166930368072</c:v>
              </c:pt>
              <c:pt idx="293">
                <c:v>3.2969262321033477</c:v>
              </c:pt>
              <c:pt idx="294">
                <c:v>3.2969262321033477</c:v>
              </c:pt>
              <c:pt idx="295">
                <c:v>3.3775038753202895</c:v>
              </c:pt>
              <c:pt idx="296">
                <c:v>3.3775038753202895</c:v>
              </c:pt>
              <c:pt idx="297">
                <c:v>3.421522615889293</c:v>
              </c:pt>
              <c:pt idx="298">
                <c:v>3.421522615889293</c:v>
              </c:pt>
              <c:pt idx="299">
                <c:v>3.6006917277293797</c:v>
              </c:pt>
              <c:pt idx="300">
                <c:v>3.6006917277293797</c:v>
              </c:pt>
              <c:pt idx="301">
                <c:v>3.683960447789895</c:v>
              </c:pt>
              <c:pt idx="302">
                <c:v>3.683960447789895</c:v>
              </c:pt>
              <c:pt idx="303">
                <c:v>3.789224412735341</c:v>
              </c:pt>
              <c:pt idx="304">
                <c:v>3.789224412735341</c:v>
              </c:pt>
              <c:pt idx="305">
                <c:v>3.809382071665062</c:v>
              </c:pt>
              <c:pt idx="306">
                <c:v>3.809382071665062</c:v>
              </c:pt>
              <c:pt idx="307">
                <c:v>3.8210703961267125</c:v>
              </c:pt>
              <c:pt idx="308">
                <c:v>3.8210703961267125</c:v>
              </c:pt>
              <c:pt idx="309">
                <c:v>3.863055792831288</c:v>
              </c:pt>
              <c:pt idx="310">
                <c:v>3.863055792831288</c:v>
              </c:pt>
              <c:pt idx="311">
                <c:v>3.916611782207935</c:v>
              </c:pt>
              <c:pt idx="312">
                <c:v>3.916611782207935</c:v>
              </c:pt>
              <c:pt idx="313">
                <c:v>3.977302908859072</c:v>
              </c:pt>
              <c:pt idx="314">
                <c:v>3.977302908859072</c:v>
              </c:pt>
              <c:pt idx="315">
                <c:v>4.057430429613408</c:v>
              </c:pt>
              <c:pt idx="316">
                <c:v>4.057430429613408</c:v>
              </c:pt>
              <c:pt idx="317">
                <c:v>4.246094852004865</c:v>
              </c:pt>
              <c:pt idx="318">
                <c:v>4.246094852004865</c:v>
              </c:pt>
              <c:pt idx="319">
                <c:v>4.990460317712504</c:v>
              </c:pt>
              <c:pt idx="320">
                <c:v>4.990460317712504</c:v>
              </c:pt>
              <c:pt idx="321">
                <c:v>5</c:v>
              </c:pt>
              <c:pt idx="322">
                <c:v>5</c:v>
              </c:pt>
              <c:pt idx="323">
                <c:v>5.231433225430366</c:v>
              </c:pt>
              <c:pt idx="324">
                <c:v>5.231433225430366</c:v>
              </c:pt>
              <c:pt idx="325">
                <c:v>5.305345807544239</c:v>
              </c:pt>
              <c:pt idx="326">
                <c:v>5.305345807544239</c:v>
              </c:pt>
              <c:pt idx="327">
                <c:v>5.315917289882915</c:v>
              </c:pt>
              <c:pt idx="328">
                <c:v>5.315917289882915</c:v>
              </c:pt>
              <c:pt idx="329">
                <c:v>5.334846175056569</c:v>
              </c:pt>
              <c:pt idx="330">
                <c:v>5.334846175056569</c:v>
              </c:pt>
              <c:pt idx="331">
                <c:v>5.454604048712843</c:v>
              </c:pt>
              <c:pt idx="332">
                <c:v>5.454604048712843</c:v>
              </c:pt>
              <c:pt idx="333">
                <c:v>5.501363685031045</c:v>
              </c:pt>
              <c:pt idx="334">
                <c:v>5.501363685031045</c:v>
              </c:pt>
              <c:pt idx="335">
                <c:v>5.5232914357107825</c:v>
              </c:pt>
              <c:pt idx="336">
                <c:v>5.5232914357107825</c:v>
              </c:pt>
              <c:pt idx="337">
                <c:v>5.599785182099995</c:v>
              </c:pt>
              <c:pt idx="338">
                <c:v>5.599785182099995</c:v>
              </c:pt>
              <c:pt idx="339">
                <c:v>5.835741554252041</c:v>
              </c:pt>
              <c:pt idx="340">
                <c:v>5.835741554252041</c:v>
              </c:pt>
              <c:pt idx="341">
                <c:v>5.843417534956221</c:v>
              </c:pt>
              <c:pt idx="342">
                <c:v>5.843417534956221</c:v>
              </c:pt>
              <c:pt idx="343">
                <c:v>5.87526233375221</c:v>
              </c:pt>
              <c:pt idx="344">
                <c:v>5.87526233375221</c:v>
              </c:pt>
              <c:pt idx="345">
                <c:v>5.989638509473673</c:v>
              </c:pt>
              <c:pt idx="346">
                <c:v>5.989638509473673</c:v>
              </c:pt>
              <c:pt idx="347">
                <c:v>6.018514619204306</c:v>
              </c:pt>
              <c:pt idx="348">
                <c:v>6.018514619204306</c:v>
              </c:pt>
              <c:pt idx="349">
                <c:v>6.343227019676621</c:v>
              </c:pt>
              <c:pt idx="350">
                <c:v>6.343227019676621</c:v>
              </c:pt>
              <c:pt idx="351">
                <c:v>6.497727758932633</c:v>
              </c:pt>
              <c:pt idx="352">
                <c:v>6.497727758932633</c:v>
              </c:pt>
              <c:pt idx="353">
                <c:v>7.142342335663847</c:v>
              </c:pt>
              <c:pt idx="354">
                <c:v>7.142342335663847</c:v>
              </c:pt>
              <c:pt idx="355">
                <c:v>7.144597267595001</c:v>
              </c:pt>
              <c:pt idx="356">
                <c:v>7.144597267595001</c:v>
              </c:pt>
              <c:pt idx="357">
                <c:v>7.422198913186824</c:v>
              </c:pt>
              <c:pt idx="358">
                <c:v>7.422198913186824</c:v>
              </c:pt>
              <c:pt idx="359">
                <c:v>7.59121994324735</c:v>
              </c:pt>
              <c:pt idx="360">
                <c:v>7.59121994324735</c:v>
              </c:pt>
              <c:pt idx="361">
                <c:v>7.917392392246887</c:v>
              </c:pt>
              <c:pt idx="362">
                <c:v>7.917392392246887</c:v>
              </c:pt>
              <c:pt idx="363">
                <c:v>8.350509871525002</c:v>
              </c:pt>
              <c:pt idx="364">
                <c:v>8.350509871525002</c:v>
              </c:pt>
              <c:pt idx="365">
                <c:v>8.65386662550039</c:v>
              </c:pt>
              <c:pt idx="366">
                <c:v>8.65386662550039</c:v>
              </c:pt>
              <c:pt idx="367">
                <c:v>8.701608160444522</c:v>
              </c:pt>
              <c:pt idx="368">
                <c:v>8.701608160444522</c:v>
              </c:pt>
              <c:pt idx="369">
                <c:v>8.868134591391936</c:v>
              </c:pt>
              <c:pt idx="370">
                <c:v>8.868134591391936</c:v>
              </c:pt>
              <c:pt idx="371">
                <c:v>9.89627346553346</c:v>
              </c:pt>
              <c:pt idx="372">
                <c:v>9.89627346553346</c:v>
              </c:pt>
              <c:pt idx="373">
                <c:v>10</c:v>
              </c:pt>
              <c:pt idx="374">
                <c:v>10</c:v>
              </c:pt>
              <c:pt idx="375">
                <c:v>10.187653471874338</c:v>
              </c:pt>
              <c:pt idx="376">
                <c:v>10.187653471874338</c:v>
              </c:pt>
              <c:pt idx="377">
                <c:v>10.528094201820275</c:v>
              </c:pt>
              <c:pt idx="378">
                <c:v>10.528094201820275</c:v>
              </c:pt>
              <c:pt idx="379">
                <c:v>10.673679847405335</c:v>
              </c:pt>
              <c:pt idx="380">
                <c:v>10.673679847405335</c:v>
              </c:pt>
              <c:pt idx="381">
                <c:v>10.782988781433195</c:v>
              </c:pt>
              <c:pt idx="382">
                <c:v>10.782988781433195</c:v>
              </c:pt>
              <c:pt idx="383">
                <c:v>10.911748332598417</c:v>
              </c:pt>
              <c:pt idx="384">
                <c:v>10.911748332598417</c:v>
              </c:pt>
              <c:pt idx="385">
                <c:v>11.209705561073406</c:v>
              </c:pt>
              <c:pt idx="386">
                <c:v>11.209705561073406</c:v>
              </c:pt>
              <c:pt idx="387">
                <c:v>11.56079685742189</c:v>
              </c:pt>
              <c:pt idx="388">
                <c:v>11.56079685742189</c:v>
              </c:pt>
              <c:pt idx="389">
                <c:v>11.572333242135645</c:v>
              </c:pt>
              <c:pt idx="390">
                <c:v>11.572333242135645</c:v>
              </c:pt>
              <c:pt idx="391">
                <c:v>11.607440159857193</c:v>
              </c:pt>
              <c:pt idx="392">
                <c:v>11.607440159857193</c:v>
              </c:pt>
              <c:pt idx="393">
                <c:v>11.811356470177031</c:v>
              </c:pt>
              <c:pt idx="394">
                <c:v>11.811356470177031</c:v>
              </c:pt>
              <c:pt idx="395">
                <c:v>12.36368549160061</c:v>
              </c:pt>
              <c:pt idx="396">
                <c:v>12.36368549160061</c:v>
              </c:pt>
              <c:pt idx="397">
                <c:v>12.45132538137885</c:v>
              </c:pt>
              <c:pt idx="398">
                <c:v>12.45132538137885</c:v>
              </c:pt>
              <c:pt idx="399">
                <c:v>13.235683955096572</c:v>
              </c:pt>
              <c:pt idx="400">
                <c:v>13.235683955096572</c:v>
              </c:pt>
              <c:pt idx="401">
                <c:v>13.98018007397727</c:v>
              </c:pt>
              <c:pt idx="402">
                <c:v>13.98018007397727</c:v>
              </c:pt>
              <c:pt idx="403">
                <c:v>14.033159688533473</c:v>
              </c:pt>
              <c:pt idx="404">
                <c:v>14.033159688533473</c:v>
              </c:pt>
              <c:pt idx="405">
                <c:v>14.741913595711925</c:v>
              </c:pt>
              <c:pt idx="406">
                <c:v>14.741913595711925</c:v>
              </c:pt>
              <c:pt idx="407">
                <c:v>15</c:v>
              </c:pt>
              <c:pt idx="408">
                <c:v>15</c:v>
              </c:pt>
              <c:pt idx="409">
                <c:v>15.094396704165566</c:v>
              </c:pt>
              <c:pt idx="410">
                <c:v>15.094396704165566</c:v>
              </c:pt>
              <c:pt idx="411">
                <c:v>15.750112445640992</c:v>
              </c:pt>
              <c:pt idx="412">
                <c:v>15.750112445640992</c:v>
              </c:pt>
              <c:pt idx="413">
                <c:v>15.9965139698617</c:v>
              </c:pt>
              <c:pt idx="414">
                <c:v>15.9965139698617</c:v>
              </c:pt>
              <c:pt idx="415">
                <c:v>16.98624345209068</c:v>
              </c:pt>
              <c:pt idx="416">
                <c:v>16.98624345209068</c:v>
              </c:pt>
              <c:pt idx="417">
                <c:v>17.39796796909512</c:v>
              </c:pt>
              <c:pt idx="418">
                <c:v>17.39796796909512</c:v>
              </c:pt>
              <c:pt idx="419">
                <c:v>19.459197289689474</c:v>
              </c:pt>
              <c:pt idx="420">
                <c:v>19.459197289689474</c:v>
              </c:pt>
              <c:pt idx="421">
                <c:v>19.563867795215497</c:v>
              </c:pt>
              <c:pt idx="422">
                <c:v>19.563867795215497</c:v>
              </c:pt>
              <c:pt idx="423">
                <c:v>19.674813823324968</c:v>
              </c:pt>
              <c:pt idx="424">
                <c:v>19.674813823324968</c:v>
              </c:pt>
              <c:pt idx="425">
                <c:v>20</c:v>
              </c:pt>
              <c:pt idx="426">
                <c:v>20</c:v>
              </c:pt>
              <c:pt idx="427">
                <c:v>23.03638004357276</c:v>
              </c:pt>
              <c:pt idx="428">
                <c:v>23.03638004357276</c:v>
              </c:pt>
              <c:pt idx="429">
                <c:v>23.78588308271156</c:v>
              </c:pt>
              <c:pt idx="430">
                <c:v>23.78588308271156</c:v>
              </c:pt>
              <c:pt idx="431">
                <c:v>26.955352627445485</c:v>
              </c:pt>
              <c:pt idx="432">
                <c:v>26.955352627445485</c:v>
              </c:pt>
              <c:pt idx="433">
                <c:v>27.64850090239322</c:v>
              </c:pt>
              <c:pt idx="434">
                <c:v>27.64850090239322</c:v>
              </c:pt>
              <c:pt idx="435">
                <c:v>29.48544529338849</c:v>
              </c:pt>
              <c:pt idx="436">
                <c:v>29.48544529338849</c:v>
              </c:pt>
              <c:pt idx="437">
                <c:v>30</c:v>
              </c:pt>
              <c:pt idx="438">
                <c:v>30</c:v>
              </c:pt>
              <c:pt idx="439">
                <c:v>33.37266516630498</c:v>
              </c:pt>
              <c:pt idx="440">
                <c:v>33.37266516630498</c:v>
              </c:pt>
              <c:pt idx="441">
                <c:v>38.21599041900935</c:v>
              </c:pt>
              <c:pt idx="442">
                <c:v>38.21599041900935</c:v>
              </c:pt>
              <c:pt idx="443">
                <c:v>50</c:v>
              </c:pt>
              <c:pt idx="444">
                <c:v>50</c:v>
              </c:pt>
              <c:pt idx="445">
                <c:v>52.584009839800494</c:v>
              </c:pt>
              <c:pt idx="446">
                <c:v>52.584009839800494</c:v>
              </c:pt>
              <c:pt idx="447">
                <c:v>70</c:v>
              </c:pt>
            </c:numLit>
          </c:xVal>
          <c:yVal>
            <c:numLit>
              <c:formatCode>0.0</c:formatCode>
              <c:ptCount val="448"/>
              <c:pt idx="0">
                <c:v>6.177727354503642</c:v>
              </c:pt>
              <c:pt idx="1">
                <c:v>6.177727354503642</c:v>
              </c:pt>
              <c:pt idx="2">
                <c:v>6.177727354503642</c:v>
              </c:pt>
              <c:pt idx="3">
                <c:v>6.177727354503642</c:v>
              </c:pt>
              <c:pt idx="4">
                <c:v>6.177727354503642</c:v>
              </c:pt>
              <c:pt idx="5">
                <c:v>6.177727354503642</c:v>
              </c:pt>
              <c:pt idx="6">
                <c:v>6.177727354503642</c:v>
              </c:pt>
              <c:pt idx="7">
                <c:v>6.177727354503642</c:v>
              </c:pt>
              <c:pt idx="8">
                <c:v>6.177727354503642</c:v>
              </c:pt>
              <c:pt idx="9">
                <c:v>6.177727354503642</c:v>
              </c:pt>
              <c:pt idx="10">
                <c:v>6.177727354503642</c:v>
              </c:pt>
              <c:pt idx="11">
                <c:v>6.177727354503642</c:v>
              </c:pt>
              <c:pt idx="12">
                <c:v>6.177727354503642</c:v>
              </c:pt>
              <c:pt idx="13">
                <c:v>6.177727354503642</c:v>
              </c:pt>
              <c:pt idx="14">
                <c:v>6.177727354503642</c:v>
              </c:pt>
              <c:pt idx="15">
                <c:v>6.177727354503642</c:v>
              </c:pt>
              <c:pt idx="16">
                <c:v>6.177727354503642</c:v>
              </c:pt>
              <c:pt idx="17">
                <c:v>6.177727354503642</c:v>
              </c:pt>
              <c:pt idx="18">
                <c:v>6.177727354503642</c:v>
              </c:pt>
              <c:pt idx="19">
                <c:v>6.177727354503642</c:v>
              </c:pt>
              <c:pt idx="20">
                <c:v>5.528883819256998</c:v>
              </c:pt>
              <c:pt idx="21">
                <c:v>5.528883819256998</c:v>
              </c:pt>
              <c:pt idx="22">
                <c:v>5.51668413668829</c:v>
              </c:pt>
              <c:pt idx="23">
                <c:v>5.51668413668829</c:v>
              </c:pt>
              <c:pt idx="24">
                <c:v>5.51668413668829</c:v>
              </c:pt>
              <c:pt idx="25">
                <c:v>5.51668413668829</c:v>
              </c:pt>
              <c:pt idx="26">
                <c:v>5.51668413668829</c:v>
              </c:pt>
              <c:pt idx="27">
                <c:v>5.51668413668829</c:v>
              </c:pt>
              <c:pt idx="28">
                <c:v>5.51668413668829</c:v>
              </c:pt>
              <c:pt idx="29">
                <c:v>5.51668413668829</c:v>
              </c:pt>
              <c:pt idx="30">
                <c:v>5.51668413668829</c:v>
              </c:pt>
              <c:pt idx="31">
                <c:v>5.51668413668829</c:v>
              </c:pt>
              <c:pt idx="32">
                <c:v>5.51668413668829</c:v>
              </c:pt>
              <c:pt idx="33">
                <c:v>5.51668413668829</c:v>
              </c:pt>
              <c:pt idx="34">
                <c:v>5.230519327960845</c:v>
              </c:pt>
              <c:pt idx="35">
                <c:v>5.230519327960845</c:v>
              </c:pt>
              <c:pt idx="36">
                <c:v>5.230519327960845</c:v>
              </c:pt>
              <c:pt idx="37">
                <c:v>5.230519327960845</c:v>
              </c:pt>
              <c:pt idx="38">
                <c:v>5.230519327960845</c:v>
              </c:pt>
              <c:pt idx="39">
                <c:v>5.230519327960845</c:v>
              </c:pt>
              <c:pt idx="40">
                <c:v>5.230519327960845</c:v>
              </c:pt>
              <c:pt idx="41">
                <c:v>5.230519327960845</c:v>
              </c:pt>
              <c:pt idx="42">
                <c:v>5.230519327960845</c:v>
              </c:pt>
              <c:pt idx="43">
                <c:v>5.230519327960845</c:v>
              </c:pt>
              <c:pt idx="44">
                <c:v>5.2229645319539015</c:v>
              </c:pt>
              <c:pt idx="45">
                <c:v>5.2229645319539015</c:v>
              </c:pt>
              <c:pt idx="46">
                <c:v>5.2229645319539015</c:v>
              </c:pt>
              <c:pt idx="47">
                <c:v>5.2229645319539015</c:v>
              </c:pt>
              <c:pt idx="48">
                <c:v>5.2229645319539015</c:v>
              </c:pt>
              <c:pt idx="49">
                <c:v>5.2229645319539015</c:v>
              </c:pt>
              <c:pt idx="50">
                <c:v>5.2229645319539015</c:v>
              </c:pt>
              <c:pt idx="51">
                <c:v>5.2229645319539015</c:v>
              </c:pt>
              <c:pt idx="52">
                <c:v>5.2229645319539015</c:v>
              </c:pt>
              <c:pt idx="53">
                <c:v>5.2229645319539015</c:v>
              </c:pt>
              <c:pt idx="54">
                <c:v>5.2229645319539015</c:v>
              </c:pt>
              <c:pt idx="55">
                <c:v>5.2229645319539015</c:v>
              </c:pt>
              <c:pt idx="56">
                <c:v>5.2229645319539015</c:v>
              </c:pt>
              <c:pt idx="57">
                <c:v>5.2229645319539015</c:v>
              </c:pt>
              <c:pt idx="58">
                <c:v>5.2229645319539015</c:v>
              </c:pt>
              <c:pt idx="59">
                <c:v>5.2229645319539015</c:v>
              </c:pt>
              <c:pt idx="60">
                <c:v>5.196527263177082</c:v>
              </c:pt>
              <c:pt idx="61">
                <c:v>5.196527263177082</c:v>
              </c:pt>
              <c:pt idx="62">
                <c:v>5.196527263177082</c:v>
              </c:pt>
              <c:pt idx="63">
                <c:v>5.196527263177082</c:v>
              </c:pt>
              <c:pt idx="64">
                <c:v>5.196527263177082</c:v>
              </c:pt>
              <c:pt idx="65">
                <c:v>5.196527263177082</c:v>
              </c:pt>
              <c:pt idx="66">
                <c:v>5.196527263177082</c:v>
              </c:pt>
              <c:pt idx="67">
                <c:v>5.196527263177082</c:v>
              </c:pt>
              <c:pt idx="68">
                <c:v>5.196527263177082</c:v>
              </c:pt>
              <c:pt idx="69">
                <c:v>5.196527263177082</c:v>
              </c:pt>
              <c:pt idx="70">
                <c:v>5.196527263177082</c:v>
              </c:pt>
              <c:pt idx="71">
                <c:v>5.196527263177082</c:v>
              </c:pt>
              <c:pt idx="72">
                <c:v>5.196527263177082</c:v>
              </c:pt>
              <c:pt idx="73">
                <c:v>5.196527263177082</c:v>
              </c:pt>
              <c:pt idx="74">
                <c:v>5.196527263177082</c:v>
              </c:pt>
              <c:pt idx="75">
                <c:v>5.196527263177082</c:v>
              </c:pt>
              <c:pt idx="76">
                <c:v>5.196527263177082</c:v>
              </c:pt>
              <c:pt idx="77">
                <c:v>5.196527263177082</c:v>
              </c:pt>
              <c:pt idx="78">
                <c:v>5.1926637146963985</c:v>
              </c:pt>
              <c:pt idx="79">
                <c:v>5.1926637146963985</c:v>
              </c:pt>
              <c:pt idx="80">
                <c:v>5.1926637146963985</c:v>
              </c:pt>
              <c:pt idx="81">
                <c:v>5.1926637146963985</c:v>
              </c:pt>
              <c:pt idx="82">
                <c:v>5.1926637146963985</c:v>
              </c:pt>
              <c:pt idx="83">
                <c:v>5.1926637146963985</c:v>
              </c:pt>
              <c:pt idx="84">
                <c:v>5.1926637146963985</c:v>
              </c:pt>
              <c:pt idx="85">
                <c:v>5.1926637146963985</c:v>
              </c:pt>
              <c:pt idx="86">
                <c:v>5.1926637146963985</c:v>
              </c:pt>
              <c:pt idx="87">
                <c:v>5.1926637146963985</c:v>
              </c:pt>
              <c:pt idx="88">
                <c:v>5.1926637146963985</c:v>
              </c:pt>
              <c:pt idx="89">
                <c:v>5.1926637146963985</c:v>
              </c:pt>
              <c:pt idx="90">
                <c:v>5.1926637146963985</c:v>
              </c:pt>
              <c:pt idx="91">
                <c:v>5.1926637146963985</c:v>
              </c:pt>
              <c:pt idx="92">
                <c:v>5.1926637146963985</c:v>
              </c:pt>
              <c:pt idx="93">
                <c:v>5.1926637146963985</c:v>
              </c:pt>
              <c:pt idx="94">
                <c:v>4.90629733203698</c:v>
              </c:pt>
              <c:pt idx="95">
                <c:v>4.90629733203698</c:v>
              </c:pt>
              <c:pt idx="96">
                <c:v>4.90629733203698</c:v>
              </c:pt>
              <c:pt idx="97">
                <c:v>4.90629733203698</c:v>
              </c:pt>
              <c:pt idx="98">
                <c:v>4.90629733203698</c:v>
              </c:pt>
              <c:pt idx="99">
                <c:v>4.90629733203698</c:v>
              </c:pt>
              <c:pt idx="100">
                <c:v>4.90629733203698</c:v>
              </c:pt>
              <c:pt idx="101">
                <c:v>4.90629733203698</c:v>
              </c:pt>
              <c:pt idx="102">
                <c:v>4.8597409440297215</c:v>
              </c:pt>
              <c:pt idx="103">
                <c:v>4.8597409440297215</c:v>
              </c:pt>
              <c:pt idx="104">
                <c:v>4.8597409440297215</c:v>
              </c:pt>
              <c:pt idx="105">
                <c:v>4.8597409440297215</c:v>
              </c:pt>
              <c:pt idx="106">
                <c:v>4.847913687085277</c:v>
              </c:pt>
              <c:pt idx="107">
                <c:v>4.847913687085277</c:v>
              </c:pt>
              <c:pt idx="108">
                <c:v>4.847913687085277</c:v>
              </c:pt>
              <c:pt idx="109">
                <c:v>4.847913687085277</c:v>
              </c:pt>
              <c:pt idx="110">
                <c:v>4.847913687085277</c:v>
              </c:pt>
              <c:pt idx="111">
                <c:v>4.847913687085277</c:v>
              </c:pt>
              <c:pt idx="112">
                <c:v>4.847913687085277</c:v>
              </c:pt>
              <c:pt idx="113">
                <c:v>4.847913687085277</c:v>
              </c:pt>
              <c:pt idx="114">
                <c:v>4.847913687085277</c:v>
              </c:pt>
              <c:pt idx="115">
                <c:v>4.847913687085277</c:v>
              </c:pt>
              <c:pt idx="116">
                <c:v>4.847913687085277</c:v>
              </c:pt>
              <c:pt idx="117">
                <c:v>4.847913687085277</c:v>
              </c:pt>
              <c:pt idx="118">
                <c:v>4.847913687085277</c:v>
              </c:pt>
              <c:pt idx="119">
                <c:v>4.847913687085277</c:v>
              </c:pt>
              <c:pt idx="120">
                <c:v>4.847913687085277</c:v>
              </c:pt>
              <c:pt idx="121">
                <c:v>4.847913687085277</c:v>
              </c:pt>
              <c:pt idx="122">
                <c:v>4.847913687085277</c:v>
              </c:pt>
              <c:pt idx="123">
                <c:v>4.847913687085277</c:v>
              </c:pt>
              <c:pt idx="124">
                <c:v>4.847913687085277</c:v>
              </c:pt>
              <c:pt idx="125">
                <c:v>4.847913687085277</c:v>
              </c:pt>
              <c:pt idx="126">
                <c:v>4.839341638474166</c:v>
              </c:pt>
              <c:pt idx="127">
                <c:v>4.839341638474166</c:v>
              </c:pt>
              <c:pt idx="128">
                <c:v>4.839341638474166</c:v>
              </c:pt>
              <c:pt idx="129">
                <c:v>4.839341638474166</c:v>
              </c:pt>
              <c:pt idx="130">
                <c:v>4.839341638474166</c:v>
              </c:pt>
              <c:pt idx="131">
                <c:v>4.839341638474166</c:v>
              </c:pt>
              <c:pt idx="132">
                <c:v>4.839341638474166</c:v>
              </c:pt>
              <c:pt idx="133">
                <c:v>4.839341638474166</c:v>
              </c:pt>
              <c:pt idx="134">
                <c:v>4.839341638474166</c:v>
              </c:pt>
              <c:pt idx="135">
                <c:v>4.839341638474166</c:v>
              </c:pt>
              <c:pt idx="136">
                <c:v>4.725325220340089</c:v>
              </c:pt>
              <c:pt idx="137">
                <c:v>4.725325220340089</c:v>
              </c:pt>
              <c:pt idx="138">
                <c:v>4.714716655105495</c:v>
              </c:pt>
              <c:pt idx="139">
                <c:v>4.714716655105495</c:v>
              </c:pt>
              <c:pt idx="140">
                <c:v>4.714716655105495</c:v>
              </c:pt>
              <c:pt idx="141">
                <c:v>4.714716655105495</c:v>
              </c:pt>
              <c:pt idx="142">
                <c:v>4.613173252892869</c:v>
              </c:pt>
              <c:pt idx="143">
                <c:v>4.613173252892869</c:v>
              </c:pt>
              <c:pt idx="144">
                <c:v>4.613173252892869</c:v>
              </c:pt>
              <c:pt idx="145">
                <c:v>4.613173252892869</c:v>
              </c:pt>
              <c:pt idx="146">
                <c:v>4.272346106554483</c:v>
              </c:pt>
              <c:pt idx="147">
                <c:v>4.272346106554483</c:v>
              </c:pt>
              <c:pt idx="148">
                <c:v>4.272346106554483</c:v>
              </c:pt>
              <c:pt idx="149">
                <c:v>4.272346106554483</c:v>
              </c:pt>
              <c:pt idx="150">
                <c:v>4.272346106554483</c:v>
              </c:pt>
              <c:pt idx="151">
                <c:v>4.272346106554483</c:v>
              </c:pt>
              <c:pt idx="152">
                <c:v>4.272346106554483</c:v>
              </c:pt>
              <c:pt idx="153">
                <c:v>4.272346106554483</c:v>
              </c:pt>
              <c:pt idx="154">
                <c:v>4.272346106554483</c:v>
              </c:pt>
              <c:pt idx="155">
                <c:v>4.272346106554483</c:v>
              </c:pt>
              <c:pt idx="156">
                <c:v>4.272346106554483</c:v>
              </c:pt>
              <c:pt idx="157">
                <c:v>4.272346106554483</c:v>
              </c:pt>
              <c:pt idx="158">
                <c:v>4.272346106554483</c:v>
              </c:pt>
              <c:pt idx="159">
                <c:v>4.272346106554483</c:v>
              </c:pt>
              <c:pt idx="160">
                <c:v>4.272346106554483</c:v>
              </c:pt>
              <c:pt idx="161">
                <c:v>4.272346106554483</c:v>
              </c:pt>
              <c:pt idx="162">
                <c:v>4.256115581290419</c:v>
              </c:pt>
              <c:pt idx="163">
                <c:v>4.256115581290419</c:v>
              </c:pt>
              <c:pt idx="164">
                <c:v>4.1840208778986465</c:v>
              </c:pt>
              <c:pt idx="165">
                <c:v>4.1840208778986465</c:v>
              </c:pt>
              <c:pt idx="166">
                <c:v>4.1840208778986465</c:v>
              </c:pt>
              <c:pt idx="167">
                <c:v>4.1840208778986465</c:v>
              </c:pt>
              <c:pt idx="168">
                <c:v>4.1840208778986465</c:v>
              </c:pt>
              <c:pt idx="169">
                <c:v>4.1840208778986465</c:v>
              </c:pt>
              <c:pt idx="170">
                <c:v>4.1840208778986465</c:v>
              </c:pt>
              <c:pt idx="171">
                <c:v>4.1840208778986465</c:v>
              </c:pt>
              <c:pt idx="172">
                <c:v>4.1840208778986465</c:v>
              </c:pt>
              <c:pt idx="173">
                <c:v>4.1840208778986465</c:v>
              </c:pt>
              <c:pt idx="174">
                <c:v>4.1840208778986465</c:v>
              </c:pt>
              <c:pt idx="175">
                <c:v>4.1840208778986465</c:v>
              </c:pt>
              <c:pt idx="176">
                <c:v>4.1840208778986465</c:v>
              </c:pt>
              <c:pt idx="177">
                <c:v>4.1840208778986465</c:v>
              </c:pt>
              <c:pt idx="178">
                <c:v>4.1840208778986465</c:v>
              </c:pt>
              <c:pt idx="179">
                <c:v>4.1840208778986465</c:v>
              </c:pt>
              <c:pt idx="180">
                <c:v>3.937050498033873</c:v>
              </c:pt>
              <c:pt idx="181">
                <c:v>3.937050498033873</c:v>
              </c:pt>
              <c:pt idx="182">
                <c:v>3.937050498033873</c:v>
              </c:pt>
              <c:pt idx="183">
                <c:v>3.937050498033873</c:v>
              </c:pt>
              <c:pt idx="184">
                <c:v>3.937050498033873</c:v>
              </c:pt>
              <c:pt idx="185">
                <c:v>3.937050498033873</c:v>
              </c:pt>
              <c:pt idx="186">
                <c:v>3.937050498033873</c:v>
              </c:pt>
              <c:pt idx="187">
                <c:v>3.937050498033873</c:v>
              </c:pt>
              <c:pt idx="188">
                <c:v>3.5864824873504753</c:v>
              </c:pt>
              <c:pt idx="189">
                <c:v>3.5864824873504753</c:v>
              </c:pt>
              <c:pt idx="190">
                <c:v>3.366330521033479</c:v>
              </c:pt>
              <c:pt idx="191">
                <c:v>3.366330521033479</c:v>
              </c:pt>
              <c:pt idx="192">
                <c:v>3.366330521033479</c:v>
              </c:pt>
              <c:pt idx="193">
                <c:v>3.366330521033479</c:v>
              </c:pt>
              <c:pt idx="194">
                <c:v>3.366330521033479</c:v>
              </c:pt>
              <c:pt idx="195">
                <c:v>3.366330521033479</c:v>
              </c:pt>
              <c:pt idx="196">
                <c:v>3.238953815439919</c:v>
              </c:pt>
              <c:pt idx="197">
                <c:v>3.238953815439919</c:v>
              </c:pt>
              <c:pt idx="198">
                <c:v>3.2002710897454745</c:v>
              </c:pt>
              <c:pt idx="199">
                <c:v>3.2002710897454745</c:v>
              </c:pt>
              <c:pt idx="200">
                <c:v>3.2002710897454745</c:v>
              </c:pt>
              <c:pt idx="201">
                <c:v>3.2002710897454745</c:v>
              </c:pt>
              <c:pt idx="202">
                <c:v>3.1034723274189155</c:v>
              </c:pt>
              <c:pt idx="203">
                <c:v>3.1034723274189155</c:v>
              </c:pt>
              <c:pt idx="204">
                <c:v>3.1034723274189155</c:v>
              </c:pt>
              <c:pt idx="205">
                <c:v>3.1034723274189155</c:v>
              </c:pt>
              <c:pt idx="206">
                <c:v>3.011415397603525</c:v>
              </c:pt>
              <c:pt idx="207">
                <c:v>3.011415397603525</c:v>
              </c:pt>
              <c:pt idx="208">
                <c:v>3.011415397603525</c:v>
              </c:pt>
              <c:pt idx="209">
                <c:v>3.011415397603525</c:v>
              </c:pt>
              <c:pt idx="210">
                <c:v>3.011415397603525</c:v>
              </c:pt>
              <c:pt idx="211">
                <c:v>3.011415397603525</c:v>
              </c:pt>
              <c:pt idx="212">
                <c:v>3.011415397603525</c:v>
              </c:pt>
              <c:pt idx="213">
                <c:v>3.011415397603525</c:v>
              </c:pt>
              <c:pt idx="214">
                <c:v>3.011415397603525</c:v>
              </c:pt>
              <c:pt idx="215">
                <c:v>3.011415397603525</c:v>
              </c:pt>
              <c:pt idx="216">
                <c:v>2.9740498163131046</c:v>
              </c:pt>
              <c:pt idx="217">
                <c:v>2.9740498163131046</c:v>
              </c:pt>
              <c:pt idx="218">
                <c:v>2.9740498163131046</c:v>
              </c:pt>
              <c:pt idx="219">
                <c:v>2.9740498163131046</c:v>
              </c:pt>
              <c:pt idx="220">
                <c:v>2.9740498163131046</c:v>
              </c:pt>
              <c:pt idx="221">
                <c:v>2.9740498163131046</c:v>
              </c:pt>
              <c:pt idx="222">
                <c:v>2.9740498163131046</c:v>
              </c:pt>
              <c:pt idx="223">
                <c:v>2.9740498163131046</c:v>
              </c:pt>
              <c:pt idx="224">
                <c:v>2.9740498163131046</c:v>
              </c:pt>
              <c:pt idx="225">
                <c:v>2.9740498163131046</c:v>
              </c:pt>
              <c:pt idx="226">
                <c:v>2.9740498163131046</c:v>
              </c:pt>
              <c:pt idx="227">
                <c:v>2.9740498163131046</c:v>
              </c:pt>
              <c:pt idx="228">
                <c:v>2.9740498163131046</c:v>
              </c:pt>
              <c:pt idx="229">
                <c:v>2.9740498163131046</c:v>
              </c:pt>
              <c:pt idx="230">
                <c:v>2.9740498163131046</c:v>
              </c:pt>
              <c:pt idx="231">
                <c:v>2.9740498163131046</c:v>
              </c:pt>
              <c:pt idx="232">
                <c:v>2.96649502030616</c:v>
              </c:pt>
              <c:pt idx="233">
                <c:v>2.96649502030616</c:v>
              </c:pt>
              <c:pt idx="234">
                <c:v>2.96649502030616</c:v>
              </c:pt>
              <c:pt idx="235">
                <c:v>2.96649502030616</c:v>
              </c:pt>
              <c:pt idx="236">
                <c:v>2.96649502030616</c:v>
              </c:pt>
              <c:pt idx="237">
                <c:v>2.96649502030616</c:v>
              </c:pt>
              <c:pt idx="238">
                <c:v>2.96649502030616</c:v>
              </c:pt>
              <c:pt idx="239">
                <c:v>2.96649502030616</c:v>
              </c:pt>
              <c:pt idx="240">
                <c:v>2.96649502030616</c:v>
              </c:pt>
              <c:pt idx="241">
                <c:v>2.96649502030616</c:v>
              </c:pt>
              <c:pt idx="242">
                <c:v>2.96649502030616</c:v>
              </c:pt>
              <c:pt idx="243">
                <c:v>2.96649502030616</c:v>
              </c:pt>
              <c:pt idx="244">
                <c:v>2.96649502030616</c:v>
              </c:pt>
              <c:pt idx="245">
                <c:v>2.96649502030616</c:v>
              </c:pt>
              <c:pt idx="246">
                <c:v>2.96649502030616</c:v>
              </c:pt>
              <c:pt idx="247">
                <c:v>2.96649502030616</c:v>
              </c:pt>
              <c:pt idx="248">
                <c:v>2.96649502030616</c:v>
              </c:pt>
              <c:pt idx="249">
                <c:v>2.96649502030616</c:v>
              </c:pt>
              <c:pt idx="250">
                <c:v>2.96649502030616</c:v>
              </c:pt>
              <c:pt idx="251">
                <c:v>2.96649502030616</c:v>
              </c:pt>
              <c:pt idx="252">
                <c:v>2.96649502030616</c:v>
              </c:pt>
              <c:pt idx="253">
                <c:v>2.96649502030616</c:v>
              </c:pt>
              <c:pt idx="254">
                <c:v>2.96649502030616</c:v>
              </c:pt>
              <c:pt idx="255">
                <c:v>2.96649502030616</c:v>
              </c:pt>
              <c:pt idx="256">
                <c:v>2.96649502030616</c:v>
              </c:pt>
              <c:pt idx="257">
                <c:v>2.96649502030616</c:v>
              </c:pt>
              <c:pt idx="258">
                <c:v>2.9589402242992158</c:v>
              </c:pt>
              <c:pt idx="259">
                <c:v>2.9589402242992158</c:v>
              </c:pt>
              <c:pt idx="260">
                <c:v>2.9589402242992158</c:v>
              </c:pt>
              <c:pt idx="261">
                <c:v>2.9589402242992158</c:v>
              </c:pt>
              <c:pt idx="262">
                <c:v>2.9589402242992158</c:v>
              </c:pt>
              <c:pt idx="263">
                <c:v>2.9589402242992158</c:v>
              </c:pt>
              <c:pt idx="264">
                <c:v>2.9589402242992158</c:v>
              </c:pt>
              <c:pt idx="265">
                <c:v>2.9589402242992158</c:v>
              </c:pt>
              <c:pt idx="266">
                <c:v>2.9589402242992158</c:v>
              </c:pt>
              <c:pt idx="267">
                <c:v>2.9589402242992158</c:v>
              </c:pt>
              <c:pt idx="268">
                <c:v>2.9589402242992158</c:v>
              </c:pt>
              <c:pt idx="269">
                <c:v>2.9589402242992158</c:v>
              </c:pt>
              <c:pt idx="270">
                <c:v>2.9589402242992158</c:v>
              </c:pt>
              <c:pt idx="271">
                <c:v>2.9589402242992158</c:v>
              </c:pt>
              <c:pt idx="272">
                <c:v>2.9589402242992158</c:v>
              </c:pt>
              <c:pt idx="273">
                <c:v>2.9589402242992158</c:v>
              </c:pt>
              <c:pt idx="274">
                <c:v>2.9589402242992158</c:v>
              </c:pt>
              <c:pt idx="275">
                <c:v>2.9589402242992158</c:v>
              </c:pt>
              <c:pt idx="276">
                <c:v>2.9589402242992158</c:v>
              </c:pt>
              <c:pt idx="277">
                <c:v>2.9589402242992158</c:v>
              </c:pt>
              <c:pt idx="278">
                <c:v>2.7571477984876287</c:v>
              </c:pt>
              <c:pt idx="279">
                <c:v>2.7571477984876287</c:v>
              </c:pt>
              <c:pt idx="280">
                <c:v>2.5267360113233583</c:v>
              </c:pt>
              <c:pt idx="281">
                <c:v>2.5267360113233583</c:v>
              </c:pt>
              <c:pt idx="282">
                <c:v>2.5267360113233583</c:v>
              </c:pt>
              <c:pt idx="283">
                <c:v>2.5267360113233583</c:v>
              </c:pt>
              <c:pt idx="284">
                <c:v>2.5267360113233583</c:v>
              </c:pt>
              <c:pt idx="285">
                <c:v>2.5267360113233583</c:v>
              </c:pt>
              <c:pt idx="286">
                <c:v>2.3503075338695574</c:v>
              </c:pt>
              <c:pt idx="287">
                <c:v>2.3503075338695574</c:v>
              </c:pt>
              <c:pt idx="288">
                <c:v>2.3503075338695574</c:v>
              </c:pt>
              <c:pt idx="289">
                <c:v>2.3503075338695574</c:v>
              </c:pt>
              <c:pt idx="290">
                <c:v>2.3503075338695574</c:v>
              </c:pt>
              <c:pt idx="291">
                <c:v>2.3503075338695574</c:v>
              </c:pt>
              <c:pt idx="292">
                <c:v>2.322236282348515</c:v>
              </c:pt>
              <c:pt idx="293">
                <c:v>2.322236282348515</c:v>
              </c:pt>
              <c:pt idx="294">
                <c:v>2.322236282348515</c:v>
              </c:pt>
              <c:pt idx="295">
                <c:v>2.322236282348515</c:v>
              </c:pt>
              <c:pt idx="296">
                <c:v>2.322236282348515</c:v>
              </c:pt>
              <c:pt idx="297">
                <c:v>2.322236282348515</c:v>
              </c:pt>
              <c:pt idx="298">
                <c:v>2.322236282348515</c:v>
              </c:pt>
              <c:pt idx="299">
                <c:v>2.322236282348515</c:v>
              </c:pt>
              <c:pt idx="300">
                <c:v>2.322236282348515</c:v>
              </c:pt>
              <c:pt idx="301">
                <c:v>2.322236282348515</c:v>
              </c:pt>
              <c:pt idx="302">
                <c:v>2.322236282348515</c:v>
              </c:pt>
              <c:pt idx="303">
                <c:v>2.322236282348515</c:v>
              </c:pt>
              <c:pt idx="304">
                <c:v>2.322236282348515</c:v>
              </c:pt>
              <c:pt idx="305">
                <c:v>2.322236282348515</c:v>
              </c:pt>
              <c:pt idx="306">
                <c:v>2.322236282348515</c:v>
              </c:pt>
              <c:pt idx="307">
                <c:v>2.322236282348515</c:v>
              </c:pt>
              <c:pt idx="308">
                <c:v>2.322236282348515</c:v>
              </c:pt>
              <c:pt idx="309">
                <c:v>2.322236282348515</c:v>
              </c:pt>
              <c:pt idx="310">
                <c:v>2.322236282348515</c:v>
              </c:pt>
              <c:pt idx="311">
                <c:v>2.322236282348515</c:v>
              </c:pt>
              <c:pt idx="312">
                <c:v>2.322236282348515</c:v>
              </c:pt>
              <c:pt idx="313">
                <c:v>2.322236282348515</c:v>
              </c:pt>
              <c:pt idx="314">
                <c:v>2.322236282348515</c:v>
              </c:pt>
              <c:pt idx="315">
                <c:v>2.322236282348515</c:v>
              </c:pt>
              <c:pt idx="316">
                <c:v>2.322236282348515</c:v>
              </c:pt>
              <c:pt idx="317">
                <c:v>2.322236282348515</c:v>
              </c:pt>
              <c:pt idx="318">
                <c:v>2.3028739984904822</c:v>
              </c:pt>
              <c:pt idx="319">
                <c:v>2.3028739984904822</c:v>
              </c:pt>
              <c:pt idx="320">
                <c:v>2.1725564856149897</c:v>
              </c:pt>
              <c:pt idx="321">
                <c:v>2.1725564856149897</c:v>
              </c:pt>
              <c:pt idx="322">
                <c:v>2.1725564856149897</c:v>
              </c:pt>
              <c:pt idx="323">
                <c:v>2.1725564856149897</c:v>
              </c:pt>
              <c:pt idx="324">
                <c:v>2.1725564856149897</c:v>
              </c:pt>
              <c:pt idx="325">
                <c:v>2.1725564856149897</c:v>
              </c:pt>
              <c:pt idx="326">
                <c:v>1.9872644411924052</c:v>
              </c:pt>
              <c:pt idx="327">
                <c:v>1.9872644411924052</c:v>
              </c:pt>
              <c:pt idx="328">
                <c:v>1.9872644411924052</c:v>
              </c:pt>
              <c:pt idx="329">
                <c:v>1.9872644411924052</c:v>
              </c:pt>
              <c:pt idx="330">
                <c:v>1.9872644411924052</c:v>
              </c:pt>
              <c:pt idx="331">
                <c:v>1.9872644411924052</c:v>
              </c:pt>
              <c:pt idx="332">
                <c:v>1.892112034954036</c:v>
              </c:pt>
              <c:pt idx="333">
                <c:v>1.892112034954036</c:v>
              </c:pt>
              <c:pt idx="334">
                <c:v>1.8676998414538342</c:v>
              </c:pt>
              <c:pt idx="335">
                <c:v>1.8676998414538342</c:v>
              </c:pt>
              <c:pt idx="336">
                <c:v>1.8676998414538342</c:v>
              </c:pt>
              <c:pt idx="337">
                <c:v>1.8676998414538342</c:v>
              </c:pt>
              <c:pt idx="338">
                <c:v>1.849356955069006</c:v>
              </c:pt>
              <c:pt idx="339">
                <c:v>1.849356955069006</c:v>
              </c:pt>
              <c:pt idx="340">
                <c:v>1.849356955069006</c:v>
              </c:pt>
              <c:pt idx="341">
                <c:v>1.849356955069006</c:v>
              </c:pt>
              <c:pt idx="342">
                <c:v>1.849356955069006</c:v>
              </c:pt>
              <c:pt idx="343">
                <c:v>1.849356955069006</c:v>
              </c:pt>
              <c:pt idx="344">
                <c:v>1.849356955069006</c:v>
              </c:pt>
              <c:pt idx="345">
                <c:v>1.849356955069006</c:v>
              </c:pt>
              <c:pt idx="346">
                <c:v>1.849356955069006</c:v>
              </c:pt>
              <c:pt idx="347">
                <c:v>1.849356955069006</c:v>
              </c:pt>
              <c:pt idx="348">
                <c:v>1.849356955069006</c:v>
              </c:pt>
              <c:pt idx="349">
                <c:v>1.849356955069006</c:v>
              </c:pt>
              <c:pt idx="350">
                <c:v>1.6442583158785267</c:v>
              </c:pt>
              <c:pt idx="351">
                <c:v>1.6442583158785267</c:v>
              </c:pt>
              <c:pt idx="352">
                <c:v>1.497134275729045</c:v>
              </c:pt>
              <c:pt idx="353">
                <c:v>1.497134275729045</c:v>
              </c:pt>
              <c:pt idx="354">
                <c:v>1.497134275729045</c:v>
              </c:pt>
              <c:pt idx="355">
                <c:v>1.497134275729045</c:v>
              </c:pt>
              <c:pt idx="356">
                <c:v>1.3560795440673388</c:v>
              </c:pt>
              <c:pt idx="357">
                <c:v>1.3560795440673388</c:v>
              </c:pt>
              <c:pt idx="358">
                <c:v>1.2821838382135078</c:v>
              </c:pt>
              <c:pt idx="359">
                <c:v>1.2821838382135078</c:v>
              </c:pt>
              <c:pt idx="360">
                <c:v>1.2821838382135078</c:v>
              </c:pt>
              <c:pt idx="361">
                <c:v>1.2821838382135078</c:v>
              </c:pt>
              <c:pt idx="362">
                <c:v>1.2821838382135078</c:v>
              </c:pt>
              <c:pt idx="363">
                <c:v>1.2821838382135078</c:v>
              </c:pt>
              <c:pt idx="364">
                <c:v>1.2313466704837197</c:v>
              </c:pt>
              <c:pt idx="365">
                <c:v>1.2313466704837197</c:v>
              </c:pt>
              <c:pt idx="366">
                <c:v>1.2313466704837197</c:v>
              </c:pt>
              <c:pt idx="367">
                <c:v>1.2313466704837197</c:v>
              </c:pt>
              <c:pt idx="368">
                <c:v>1.2313466704837197</c:v>
              </c:pt>
              <c:pt idx="369">
                <c:v>1.2313466704837197</c:v>
              </c:pt>
              <c:pt idx="370">
                <c:v>1.2313466704837197</c:v>
              </c:pt>
              <c:pt idx="371">
                <c:v>1.2313466704837197</c:v>
              </c:pt>
              <c:pt idx="372">
                <c:v>1.2313466704837197</c:v>
              </c:pt>
              <c:pt idx="373">
                <c:v>1.2313466704837197</c:v>
              </c:pt>
              <c:pt idx="374">
                <c:v>1.2313466704837197</c:v>
              </c:pt>
              <c:pt idx="375">
                <c:v>1.2313466704837197</c:v>
              </c:pt>
              <c:pt idx="376">
                <c:v>1.2313466704837197</c:v>
              </c:pt>
              <c:pt idx="377">
                <c:v>1.2313466704837197</c:v>
              </c:pt>
              <c:pt idx="378">
                <c:v>1.1324273692943139</c:v>
              </c:pt>
              <c:pt idx="379">
                <c:v>1.1324273692943139</c:v>
              </c:pt>
              <c:pt idx="380">
                <c:v>0.9466338515508368</c:v>
              </c:pt>
              <c:pt idx="381">
                <c:v>0.9466338515508368</c:v>
              </c:pt>
              <c:pt idx="382">
                <c:v>0.9466338515508368</c:v>
              </c:pt>
              <c:pt idx="383">
                <c:v>0.9466338515508368</c:v>
              </c:pt>
              <c:pt idx="384">
                <c:v>0.9466338515508368</c:v>
              </c:pt>
              <c:pt idx="385">
                <c:v>0.9466338515508368</c:v>
              </c:pt>
              <c:pt idx="386">
                <c:v>0.9466338515508368</c:v>
              </c:pt>
              <c:pt idx="387">
                <c:v>0.9466338515508368</c:v>
              </c:pt>
              <c:pt idx="388">
                <c:v>0.9466338515508368</c:v>
              </c:pt>
              <c:pt idx="389">
                <c:v>0.9466338515508368</c:v>
              </c:pt>
              <c:pt idx="390">
                <c:v>0.9466338515508368</c:v>
              </c:pt>
              <c:pt idx="391">
                <c:v>0.9466338515508368</c:v>
              </c:pt>
              <c:pt idx="392">
                <c:v>0.9466338515508368</c:v>
              </c:pt>
              <c:pt idx="393">
                <c:v>0.9466338515508368</c:v>
              </c:pt>
              <c:pt idx="394">
                <c:v>0.8795599756795305</c:v>
              </c:pt>
              <c:pt idx="395">
                <c:v>0.8795599756795305</c:v>
              </c:pt>
              <c:pt idx="396">
                <c:v>0.8473876666517529</c:v>
              </c:pt>
              <c:pt idx="397">
                <c:v>0.8473876666517529</c:v>
              </c:pt>
              <c:pt idx="398">
                <c:v>0.8473876666517529</c:v>
              </c:pt>
              <c:pt idx="399">
                <c:v>0.8473876666517529</c:v>
              </c:pt>
              <c:pt idx="400">
                <c:v>0.6813216176511838</c:v>
              </c:pt>
              <c:pt idx="401">
                <c:v>0.6813216176511838</c:v>
              </c:pt>
              <c:pt idx="402">
                <c:v>0.6813216176511838</c:v>
              </c:pt>
              <c:pt idx="403">
                <c:v>0.6813216176511838</c:v>
              </c:pt>
              <c:pt idx="404">
                <c:v>0.6813216176511838</c:v>
              </c:pt>
              <c:pt idx="405">
                <c:v>0.6813216176511838</c:v>
              </c:pt>
              <c:pt idx="406">
                <c:v>0.6813216176511838</c:v>
              </c:pt>
              <c:pt idx="407">
                <c:v>0.6813216176511838</c:v>
              </c:pt>
              <c:pt idx="408">
                <c:v>0.6813216176511838</c:v>
              </c:pt>
              <c:pt idx="409">
                <c:v>0.6813216176511838</c:v>
              </c:pt>
              <c:pt idx="410">
                <c:v>0.6495924206283871</c:v>
              </c:pt>
              <c:pt idx="411">
                <c:v>0.6495924206283871</c:v>
              </c:pt>
              <c:pt idx="412">
                <c:v>0.587495803671477</c:v>
              </c:pt>
              <c:pt idx="413">
                <c:v>0.587495803671477</c:v>
              </c:pt>
              <c:pt idx="414">
                <c:v>0.587495803671477</c:v>
              </c:pt>
              <c:pt idx="415">
                <c:v>0.587495803671477</c:v>
              </c:pt>
              <c:pt idx="416">
                <c:v>0.587495803671477</c:v>
              </c:pt>
              <c:pt idx="417">
                <c:v>0.587495803671477</c:v>
              </c:pt>
              <c:pt idx="418">
                <c:v>0.5334376983641965</c:v>
              </c:pt>
              <c:pt idx="419">
                <c:v>0.5334376983641965</c:v>
              </c:pt>
              <c:pt idx="420">
                <c:v>0.4943665159517316</c:v>
              </c:pt>
              <c:pt idx="421">
                <c:v>0.4943665159517316</c:v>
              </c:pt>
              <c:pt idx="422">
                <c:v>0.3625356233787859</c:v>
              </c:pt>
              <c:pt idx="423">
                <c:v>0.3625356233787859</c:v>
              </c:pt>
              <c:pt idx="424">
                <c:v>0.3625356233787859</c:v>
              </c:pt>
              <c:pt idx="425">
                <c:v>0.3625356233787859</c:v>
              </c:pt>
              <c:pt idx="426">
                <c:v>0.3625356233787859</c:v>
              </c:pt>
              <c:pt idx="427">
                <c:v>0.3625356233787859</c:v>
              </c:pt>
              <c:pt idx="428">
                <c:v>0.3625356233787859</c:v>
              </c:pt>
              <c:pt idx="429">
                <c:v>0.3625356233787859</c:v>
              </c:pt>
              <c:pt idx="430">
                <c:v>0.3483396033230554</c:v>
              </c:pt>
              <c:pt idx="431">
                <c:v>0.3483396033230554</c:v>
              </c:pt>
              <c:pt idx="432">
                <c:v>0.3483396033230554</c:v>
              </c:pt>
              <c:pt idx="433">
                <c:v>0.3483396033230554</c:v>
              </c:pt>
              <c:pt idx="434">
                <c:v>0.17095409599173855</c:v>
              </c:pt>
              <c:pt idx="435">
                <c:v>0.17095409599173855</c:v>
              </c:pt>
              <c:pt idx="436">
                <c:v>0.17095409599173855</c:v>
              </c:pt>
              <c:pt idx="437">
                <c:v>0.17095409599173855</c:v>
              </c:pt>
              <c:pt idx="438">
                <c:v>0.17095409599173855</c:v>
              </c:pt>
              <c:pt idx="439">
                <c:v>0.17095409599173855</c:v>
              </c:pt>
              <c:pt idx="440">
                <c:v>0.17095409599173855</c:v>
              </c:pt>
              <c:pt idx="441">
                <c:v>0.17095409599173855</c:v>
              </c:pt>
              <c:pt idx="442">
                <c:v>0.1109719214060144</c:v>
              </c:pt>
              <c:pt idx="443">
                <c:v>0.1109719214060144</c:v>
              </c:pt>
              <c:pt idx="444">
                <c:v>0.1109719214060144</c:v>
              </c:pt>
              <c:pt idx="445">
                <c:v>0.1109719214060144</c:v>
              </c:pt>
              <c:pt idx="446">
                <c:v>0.06035895098321237</c:v>
              </c:pt>
              <c:pt idx="447">
                <c:v>0.06035895098321237</c:v>
              </c:pt>
            </c:numLit>
          </c:yVal>
          <c:smooth val="0"/>
        </c:ser>
        <c:ser>
          <c:idx val="1"/>
          <c:order val="1"/>
          <c:tx>
            <c:v>Certified bound Φ</c:v>
          </c:tx>
          <c:spPr>
            <a:noFill xmlns:a="http://schemas.openxmlformats.org/drawingml/2006/main"/>
            <a:ln xmlns:a="http://schemas.openxmlformats.org/drawingml/2006/main" w="13335">
              <a:solidFill>
                <a:srgbClr val="7B8790"/>
              </a:solidFill>
              <a:prstDash val="dash"/>
            </a:ln>
          </c:spPr>
          <c:marker>
            <c:symbol val="none"/>
            <c:size val="7"/>
            <c:spPr>
              <a:solidFill xmlns:a="http://schemas.openxmlformats.org/drawingml/2006/main">
                <a:srgbClr val="7B8790"/>
              </a:solidFill>
            </c:spPr>
          </c:marker>
          <c:xVal>
            <c:numLit>
              <c:formatCode>General</c:formatCode>
              <c:ptCount val="448"/>
              <c:pt idx="0">
                <c:v>0</c:v>
              </c:pt>
              <c:pt idx="1">
                <c:v>0.00018885427795202678</c:v>
              </c:pt>
              <c:pt idx="2">
                <c:v>0.00018885427795202678</c:v>
              </c:pt>
              <c:pt idx="3">
                <c:v>0.0022600939197508787</c:v>
              </c:pt>
              <c:pt idx="4">
                <c:v>0.0022600939197508787</c:v>
              </c:pt>
              <c:pt idx="5">
                <c:v>0.004835182449197827</c:v>
              </c:pt>
              <c:pt idx="6">
                <c:v>0.004835182449197827</c:v>
              </c:pt>
              <c:pt idx="7">
                <c:v>0.0050145101816366</c:v>
              </c:pt>
              <c:pt idx="8">
                <c:v>0.0050145101816366</c:v>
              </c:pt>
              <c:pt idx="9">
                <c:v>0.005699155848042032</c:v>
              </c:pt>
              <c:pt idx="10">
                <c:v>0.005699155848042032</c:v>
              </c:pt>
              <c:pt idx="11">
                <c:v>0.007079283466281603</c:v>
              </c:pt>
              <c:pt idx="12">
                <c:v>0.007079283466281603</c:v>
              </c:pt>
              <c:pt idx="13">
                <c:v>0.01165334930185341</c:v>
              </c:pt>
              <c:pt idx="14">
                <c:v>0.01165334930185341</c:v>
              </c:pt>
              <c:pt idx="15">
                <c:v>0.01294707616601112</c:v>
              </c:pt>
              <c:pt idx="16">
                <c:v>0.01294707616601112</c:v>
              </c:pt>
              <c:pt idx="17">
                <c:v>0.0148535181442019</c:v>
              </c:pt>
              <c:pt idx="18">
                <c:v>0.0148535181442019</c:v>
              </c:pt>
              <c:pt idx="19">
                <c:v>0.01762384131021295</c:v>
              </c:pt>
              <c:pt idx="20">
                <c:v>0.01762384131021295</c:v>
              </c:pt>
              <c:pt idx="21">
                <c:v>0.01801309420401825</c:v>
              </c:pt>
              <c:pt idx="22">
                <c:v>0.01801309420401825</c:v>
              </c:pt>
              <c:pt idx="23">
                <c:v>0.019621428754258728</c:v>
              </c:pt>
              <c:pt idx="24">
                <c:v>0.019621428754258728</c:v>
              </c:pt>
              <c:pt idx="25">
                <c:v>0.020276210825792867</c:v>
              </c:pt>
              <c:pt idx="26">
                <c:v>0.020276210825792867</c:v>
              </c:pt>
              <c:pt idx="27">
                <c:v>0.023007403248339012</c:v>
              </c:pt>
              <c:pt idx="28">
                <c:v>0.023007403248339012</c:v>
              </c:pt>
              <c:pt idx="29">
                <c:v>0.023119529295742274</c:v>
              </c:pt>
              <c:pt idx="30">
                <c:v>0.023119529295742274</c:v>
              </c:pt>
              <c:pt idx="31">
                <c:v>0.023297325366365217</c:v>
              </c:pt>
              <c:pt idx="32">
                <c:v>0.023297325366365217</c:v>
              </c:pt>
              <c:pt idx="33">
                <c:v>0.02560543836073295</c:v>
              </c:pt>
              <c:pt idx="34">
                <c:v>0.02560543836073295</c:v>
              </c:pt>
              <c:pt idx="35">
                <c:v>0.03235568853977948</c:v>
              </c:pt>
              <c:pt idx="36">
                <c:v>0.03235568853977948</c:v>
              </c:pt>
              <c:pt idx="37">
                <c:v>0.03242526110009141</c:v>
              </c:pt>
              <c:pt idx="38">
                <c:v>0.03242526110009141</c:v>
              </c:pt>
              <c:pt idx="39">
                <c:v>0.03839065129236467</c:v>
              </c:pt>
              <c:pt idx="40">
                <c:v>0.03839065129236467</c:v>
              </c:pt>
              <c:pt idx="41">
                <c:v>0.039712925754000664</c:v>
              </c:pt>
              <c:pt idx="42">
                <c:v>0.039712925754000664</c:v>
              </c:pt>
              <c:pt idx="43">
                <c:v>0.04000566210971993</c:v>
              </c:pt>
              <c:pt idx="44">
                <c:v>0.04000566210971993</c:v>
              </c:pt>
              <c:pt idx="45">
                <c:v>0.04196775395224131</c:v>
              </c:pt>
              <c:pt idx="46">
                <c:v>0.04196775395224131</c:v>
              </c:pt>
              <c:pt idx="47">
                <c:v>0.04266197736964272</c:v>
              </c:pt>
              <c:pt idx="48">
                <c:v>0.04266197736964272</c:v>
              </c:pt>
              <c:pt idx="49">
                <c:v>0.044789000936430574</c:v>
              </c:pt>
              <c:pt idx="50">
                <c:v>0.044789000936430574</c:v>
              </c:pt>
              <c:pt idx="51">
                <c:v>0.04744980984947969</c:v>
              </c:pt>
              <c:pt idx="52">
                <c:v>0.04744980984947969</c:v>
              </c:pt>
              <c:pt idx="53">
                <c:v>0.048515900599582856</c:v>
              </c:pt>
              <c:pt idx="54">
                <c:v>0.048515900599582856</c:v>
              </c:pt>
              <c:pt idx="55">
                <c:v>0.05084512632705106</c:v>
              </c:pt>
              <c:pt idx="56">
                <c:v>0.05084512632705106</c:v>
              </c:pt>
              <c:pt idx="57">
                <c:v>0.05956906306408472</c:v>
              </c:pt>
              <c:pt idx="58">
                <c:v>0.05956906306408472</c:v>
              </c:pt>
              <c:pt idx="59">
                <c:v>0.07591000205534276</c:v>
              </c:pt>
              <c:pt idx="60">
                <c:v>0.07591000205534276</c:v>
              </c:pt>
              <c:pt idx="61">
                <c:v>0.09340621413894393</c:v>
              </c:pt>
              <c:pt idx="62">
                <c:v>0.09340621413894393</c:v>
              </c:pt>
              <c:pt idx="63">
                <c:v>0.10121378422309815</c:v>
              </c:pt>
              <c:pt idx="64">
                <c:v>0.10121378422309815</c:v>
              </c:pt>
              <c:pt idx="65">
                <c:v>0.10575445789824578</c:v>
              </c:pt>
              <c:pt idx="66">
                <c:v>0.10575445789824578</c:v>
              </c:pt>
              <c:pt idx="67">
                <c:v>0.1286190906135037</c:v>
              </c:pt>
              <c:pt idx="68">
                <c:v>0.1286190906135037</c:v>
              </c:pt>
              <c:pt idx="69">
                <c:v>0.1293437147726577</c:v>
              </c:pt>
              <c:pt idx="70">
                <c:v>0.1293437147726577</c:v>
              </c:pt>
              <c:pt idx="71">
                <c:v>0.132648887916647</c:v>
              </c:pt>
              <c:pt idx="72">
                <c:v>0.132648887916647</c:v>
              </c:pt>
              <c:pt idx="73">
                <c:v>0.1357400361148655</c:v>
              </c:pt>
              <c:pt idx="74">
                <c:v>0.1357400361148655</c:v>
              </c:pt>
              <c:pt idx="75">
                <c:v>0.14334919348020736</c:v>
              </c:pt>
              <c:pt idx="76">
                <c:v>0.14334919348020736</c:v>
              </c:pt>
              <c:pt idx="77">
                <c:v>0.14546786133148873</c:v>
              </c:pt>
              <c:pt idx="78">
                <c:v>0.14546786133148873</c:v>
              </c:pt>
              <c:pt idx="79">
                <c:v>0.14816406808527074</c:v>
              </c:pt>
              <c:pt idx="80">
                <c:v>0.14816406808527074</c:v>
              </c:pt>
              <c:pt idx="81">
                <c:v>0.14833948088031537</c:v>
              </c:pt>
              <c:pt idx="82">
                <c:v>0.14833948088031537</c:v>
              </c:pt>
              <c:pt idx="83">
                <c:v>0.15194398971379094</c:v>
              </c:pt>
              <c:pt idx="84">
                <c:v>0.15194398971379094</c:v>
              </c:pt>
              <c:pt idx="85">
                <c:v>0.15711369986026513</c:v>
              </c:pt>
              <c:pt idx="86">
                <c:v>0.15711369986026513</c:v>
              </c:pt>
              <c:pt idx="87">
                <c:v>0.16468244932010473</c:v>
              </c:pt>
              <c:pt idx="88">
                <c:v>0.16468244932010473</c:v>
              </c:pt>
              <c:pt idx="89">
                <c:v>0.16831959850324588</c:v>
              </c:pt>
              <c:pt idx="90">
                <c:v>0.16831959850324588</c:v>
              </c:pt>
              <c:pt idx="91">
                <c:v>0.16936110488080014</c:v>
              </c:pt>
              <c:pt idx="92">
                <c:v>0.16936110488080014</c:v>
              </c:pt>
              <c:pt idx="93">
                <c:v>0.17082265289189763</c:v>
              </c:pt>
              <c:pt idx="94">
                <c:v>0.17082265289189763</c:v>
              </c:pt>
              <c:pt idx="95">
                <c:v>0.17237255718459524</c:v>
              </c:pt>
              <c:pt idx="96">
                <c:v>0.17237255718459524</c:v>
              </c:pt>
              <c:pt idx="97">
                <c:v>0.17647324204975737</c:v>
              </c:pt>
              <c:pt idx="98">
                <c:v>0.17647324204975737</c:v>
              </c:pt>
              <c:pt idx="99">
                <c:v>0.19430343793955587</c:v>
              </c:pt>
              <c:pt idx="100">
                <c:v>0.19430343793955587</c:v>
              </c:pt>
              <c:pt idx="101">
                <c:v>0.19519529942285094</c:v>
              </c:pt>
              <c:pt idx="102">
                <c:v>0.19519529942285094</c:v>
              </c:pt>
              <c:pt idx="103">
                <c:v>0.21459742270327808</c:v>
              </c:pt>
              <c:pt idx="104">
                <c:v>0.21459742270327808</c:v>
              </c:pt>
              <c:pt idx="105">
                <c:v>0.2434245330702976</c:v>
              </c:pt>
              <c:pt idx="106">
                <c:v>0.2434245330702976</c:v>
              </c:pt>
              <c:pt idx="107">
                <c:v>0.26056652031648364</c:v>
              </c:pt>
              <c:pt idx="108">
                <c:v>0.26056652031648364</c:v>
              </c:pt>
              <c:pt idx="109">
                <c:v>0.2756257824744006</c:v>
              </c:pt>
              <c:pt idx="110">
                <c:v>0.2756257824744006</c:v>
              </c:pt>
              <c:pt idx="111">
                <c:v>0.27626157580485555</c:v>
              </c:pt>
              <c:pt idx="112">
                <c:v>0.27626157580485555</c:v>
              </c:pt>
              <c:pt idx="113">
                <c:v>0.28018542108167405</c:v>
              </c:pt>
              <c:pt idx="114">
                <c:v>0.28018542108167405</c:v>
              </c:pt>
              <c:pt idx="115">
                <c:v>0.28292784018614303</c:v>
              </c:pt>
              <c:pt idx="116">
                <c:v>0.28292784018614303</c:v>
              </c:pt>
              <c:pt idx="117">
                <c:v>0.28685395740604835</c:v>
              </c:pt>
              <c:pt idx="118">
                <c:v>0.28685395740604835</c:v>
              </c:pt>
              <c:pt idx="119">
                <c:v>0.2943239989585482</c:v>
              </c:pt>
              <c:pt idx="120">
                <c:v>0.2943239989585482</c:v>
              </c:pt>
              <c:pt idx="121">
                <c:v>0.31377922501094807</c:v>
              </c:pt>
              <c:pt idx="122">
                <c:v>0.31377922501094807</c:v>
              </c:pt>
              <c:pt idx="123">
                <c:v>0.31614311456108674</c:v>
              </c:pt>
              <c:pt idx="124">
                <c:v>0.31614311456108674</c:v>
              </c:pt>
              <c:pt idx="125">
                <c:v>0.33480380631221934</c:v>
              </c:pt>
              <c:pt idx="126">
                <c:v>0.33480380631221934</c:v>
              </c:pt>
              <c:pt idx="127">
                <c:v>0.3445309833692782</c:v>
              </c:pt>
              <c:pt idx="128">
                <c:v>0.3445309833692782</c:v>
              </c:pt>
              <c:pt idx="129">
                <c:v>0.35623750296064194</c:v>
              </c:pt>
              <c:pt idx="130">
                <c:v>0.35623750296064194</c:v>
              </c:pt>
              <c:pt idx="131">
                <c:v>0.359842946512876</c:v>
              </c:pt>
              <c:pt idx="132">
                <c:v>0.359842946512876</c:v>
              </c:pt>
              <c:pt idx="133">
                <c:v>0.3650947076148327</c:v>
              </c:pt>
              <c:pt idx="134">
                <c:v>0.3650947076148327</c:v>
              </c:pt>
              <c:pt idx="135">
                <c:v>0.3688505399844664</c:v>
              </c:pt>
              <c:pt idx="136">
                <c:v>0.3688505399844664</c:v>
              </c:pt>
              <c:pt idx="137">
                <c:v>0.3715472731457108</c:v>
              </c:pt>
              <c:pt idx="138">
                <c:v>0.3715472731457108</c:v>
              </c:pt>
              <c:pt idx="139">
                <c:v>0.3799937261490292</c:v>
              </c:pt>
              <c:pt idx="140">
                <c:v>0.3799937261490292</c:v>
              </c:pt>
              <c:pt idx="141">
                <c:v>0.38542007559517566</c:v>
              </c:pt>
              <c:pt idx="142">
                <c:v>0.38542007559517566</c:v>
              </c:pt>
              <c:pt idx="143">
                <c:v>0.39348424543586036</c:v>
              </c:pt>
              <c:pt idx="144">
                <c:v>0.39348424543586036</c:v>
              </c:pt>
              <c:pt idx="145">
                <c:v>0.41398290719385034</c:v>
              </c:pt>
              <c:pt idx="146">
                <c:v>0.41398290719385034</c:v>
              </c:pt>
              <c:pt idx="147">
                <c:v>0.4186847595131933</c:v>
              </c:pt>
              <c:pt idx="148">
                <c:v>0.4186847595131933</c:v>
              </c:pt>
              <c:pt idx="149">
                <c:v>0.445171953770833</c:v>
              </c:pt>
              <c:pt idx="150">
                <c:v>0.445171953770833</c:v>
              </c:pt>
              <c:pt idx="151">
                <c:v>0.4703545029945133</c:v>
              </c:pt>
              <c:pt idx="152">
                <c:v>0.4703545029945133</c:v>
              </c:pt>
              <c:pt idx="153">
                <c:v>0.4970421761481772</c:v>
              </c:pt>
              <c:pt idx="154">
                <c:v>0.4970421761481772</c:v>
              </c:pt>
              <c:pt idx="155">
                <c:v>0.5</c:v>
              </c:pt>
              <c:pt idx="156">
                <c:v>0.5</c:v>
              </c:pt>
              <c:pt idx="157">
                <c:v>0.502204321155017</c:v>
              </c:pt>
              <c:pt idx="158">
                <c:v>0.502204321155017</c:v>
              </c:pt>
              <c:pt idx="159">
                <c:v>0.522512795712433</c:v>
              </c:pt>
              <c:pt idx="160">
                <c:v>0.522512795712433</c:v>
              </c:pt>
              <c:pt idx="161">
                <c:v>0.5377485320288458</c:v>
              </c:pt>
              <c:pt idx="162">
                <c:v>0.5377485320288458</c:v>
              </c:pt>
              <c:pt idx="163">
                <c:v>0.5598543145835205</c:v>
              </c:pt>
              <c:pt idx="164">
                <c:v>0.5598543145835205</c:v>
              </c:pt>
              <c:pt idx="165">
                <c:v>0.5878563360213148</c:v>
              </c:pt>
              <c:pt idx="166">
                <c:v>0.5878563360213148</c:v>
              </c:pt>
              <c:pt idx="167">
                <c:v>0.5900908210355861</c:v>
              </c:pt>
              <c:pt idx="168">
                <c:v>0.5900908210355861</c:v>
              </c:pt>
              <c:pt idx="169">
                <c:v>0.5986090927376397</c:v>
              </c:pt>
              <c:pt idx="170">
                <c:v>0.5986090927376397</c:v>
              </c:pt>
              <c:pt idx="171">
                <c:v>0.5994804905294684</c:v>
              </c:pt>
              <c:pt idx="172">
                <c:v>0.5994804905294684</c:v>
              </c:pt>
              <c:pt idx="173">
                <c:v>0.6212514865389389</c:v>
              </c:pt>
              <c:pt idx="174">
                <c:v>0.6212514865389389</c:v>
              </c:pt>
              <c:pt idx="175">
                <c:v>0.639136782252912</c:v>
              </c:pt>
              <c:pt idx="176">
                <c:v>0.639136782252912</c:v>
              </c:pt>
              <c:pt idx="177">
                <c:v>0.6700338846395502</c:v>
              </c:pt>
              <c:pt idx="178">
                <c:v>0.6700338846395502</c:v>
              </c:pt>
              <c:pt idx="179">
                <c:v>0.679566751749064</c:v>
              </c:pt>
              <c:pt idx="180">
                <c:v>0.679566751749064</c:v>
              </c:pt>
              <c:pt idx="181">
                <c:v>0.6848501203348499</c:v>
              </c:pt>
              <c:pt idx="182">
                <c:v>0.6848501203348499</c:v>
              </c:pt>
              <c:pt idx="183">
                <c:v>0.6852236977900308</c:v>
              </c:pt>
              <c:pt idx="184">
                <c:v>0.6852236977900308</c:v>
              </c:pt>
              <c:pt idx="185">
                <c:v>0.6924171371043775</c:v>
              </c:pt>
              <c:pt idx="186">
                <c:v>0.6924171371043775</c:v>
              </c:pt>
              <c:pt idx="187">
                <c:v>0.6948622318891109</c:v>
              </c:pt>
              <c:pt idx="188">
                <c:v>0.6948622318891109</c:v>
              </c:pt>
              <c:pt idx="189">
                <c:v>0.7099682034989009</c:v>
              </c:pt>
              <c:pt idx="190">
                <c:v>0.7099682034989009</c:v>
              </c:pt>
              <c:pt idx="191">
                <c:v>0.7165279955603032</c:v>
              </c:pt>
              <c:pt idx="192">
                <c:v>0.7165279955603032</c:v>
              </c:pt>
              <c:pt idx="193">
                <c:v>0.7665537396417967</c:v>
              </c:pt>
              <c:pt idx="194">
                <c:v>0.7665537396417967</c:v>
              </c:pt>
              <c:pt idx="195">
                <c:v>0.7713752128643675</c:v>
              </c:pt>
              <c:pt idx="196">
                <c:v>0.7713752128643675</c:v>
              </c:pt>
              <c:pt idx="197">
                <c:v>0.7749222624738352</c:v>
              </c:pt>
              <c:pt idx="198">
                <c:v>0.7749222624738352</c:v>
              </c:pt>
              <c:pt idx="199">
                <c:v>0.7813726502819218</c:v>
              </c:pt>
              <c:pt idx="200">
                <c:v>0.7813726502819218</c:v>
              </c:pt>
              <c:pt idx="201">
                <c:v>0.8072779510136148</c:v>
              </c:pt>
              <c:pt idx="202">
                <c:v>0.8072779510136148</c:v>
              </c:pt>
              <c:pt idx="203">
                <c:v>0.8285398818666121</c:v>
              </c:pt>
              <c:pt idx="204">
                <c:v>0.8285398818666121</c:v>
              </c:pt>
              <c:pt idx="205">
                <c:v>0.8913633356968993</c:v>
              </c:pt>
              <c:pt idx="206">
                <c:v>0.8913633356968993</c:v>
              </c:pt>
              <c:pt idx="207">
                <c:v>0.9317375143920361</c:v>
              </c:pt>
              <c:pt idx="208">
                <c:v>0.9317375143920361</c:v>
              </c:pt>
              <c:pt idx="209">
                <c:v>0.947363780846292</c:v>
              </c:pt>
              <c:pt idx="210">
                <c:v>0.947363780846292</c:v>
              </c:pt>
              <c:pt idx="211">
                <c:v>0.949865772368216</c:v>
              </c:pt>
              <c:pt idx="212">
                <c:v>0.949865772368216</c:v>
              </c:pt>
              <c:pt idx="213">
                <c:v>1</c:v>
              </c:pt>
              <c:pt idx="214">
                <c:v>1</c:v>
              </c:pt>
              <c:pt idx="215">
                <c:v>1.0046820709766444</c:v>
              </c:pt>
              <c:pt idx="216">
                <c:v>1.0046820709766444</c:v>
              </c:pt>
              <c:pt idx="217">
                <c:v>1.0097662726116683</c:v>
              </c:pt>
              <c:pt idx="218">
                <c:v>1.0097662726116683</c:v>
              </c:pt>
              <c:pt idx="219">
                <c:v>1.015382518071133</c:v>
              </c:pt>
              <c:pt idx="220">
                <c:v>1.015382518071133</c:v>
              </c:pt>
              <c:pt idx="221">
                <c:v>1.0569037391770282</c:v>
              </c:pt>
              <c:pt idx="222">
                <c:v>1.0569037391770282</c:v>
              </c:pt>
              <c:pt idx="223">
                <c:v>1.0684316675028684</c:v>
              </c:pt>
              <c:pt idx="224">
                <c:v>1.0684316675028684</c:v>
              </c:pt>
              <c:pt idx="225">
                <c:v>1.0829499130601903</c:v>
              </c:pt>
              <c:pt idx="226">
                <c:v>1.0829499130601903</c:v>
              </c:pt>
              <c:pt idx="227">
                <c:v>1.0978020061433342</c:v>
              </c:pt>
              <c:pt idx="228">
                <c:v>1.0978020061433342</c:v>
              </c:pt>
              <c:pt idx="229">
                <c:v>1.115685903662933</c:v>
              </c:pt>
              <c:pt idx="230">
                <c:v>1.115685903662933</c:v>
              </c:pt>
              <c:pt idx="231">
                <c:v>1.1795218904112015</c:v>
              </c:pt>
              <c:pt idx="232">
                <c:v>1.1795218904112015</c:v>
              </c:pt>
              <c:pt idx="233">
                <c:v>1.2158692977371603</c:v>
              </c:pt>
              <c:pt idx="234">
                <c:v>1.2158692977371603</c:v>
              </c:pt>
              <c:pt idx="235">
                <c:v>1.317027827581646</c:v>
              </c:pt>
              <c:pt idx="236">
                <c:v>1.317027827581646</c:v>
              </c:pt>
              <c:pt idx="237">
                <c:v>1.3472557054571228</c:v>
              </c:pt>
              <c:pt idx="238">
                <c:v>1.3472557054571228</c:v>
              </c:pt>
              <c:pt idx="239">
                <c:v>1.3669572000626182</c:v>
              </c:pt>
              <c:pt idx="240">
                <c:v>1.3669572000626182</c:v>
              </c:pt>
              <c:pt idx="241">
                <c:v>1.3733497470460678</c:v>
              </c:pt>
              <c:pt idx="242">
                <c:v>1.3733497470460678</c:v>
              </c:pt>
              <c:pt idx="243">
                <c:v>1.3940648065494967</c:v>
              </c:pt>
              <c:pt idx="244">
                <c:v>1.3940648065494967</c:v>
              </c:pt>
              <c:pt idx="245">
                <c:v>1.435397880814403</c:v>
              </c:pt>
              <c:pt idx="246">
                <c:v>1.435397880814403</c:v>
              </c:pt>
              <c:pt idx="247">
                <c:v>1.4875404308362814</c:v>
              </c:pt>
              <c:pt idx="248">
                <c:v>1.4875404308362814</c:v>
              </c:pt>
              <c:pt idx="249">
                <c:v>1.5033898615493957</c:v>
              </c:pt>
              <c:pt idx="250">
                <c:v>1.5033898615493957</c:v>
              </c:pt>
              <c:pt idx="251">
                <c:v>1.5225820319903816</c:v>
              </c:pt>
              <c:pt idx="252">
                <c:v>1.5225820319903816</c:v>
              </c:pt>
              <c:pt idx="253">
                <c:v>1.5885964615239403</c:v>
              </c:pt>
              <c:pt idx="254">
                <c:v>1.5885964615239403</c:v>
              </c:pt>
              <c:pt idx="255">
                <c:v>1.5953535310985538</c:v>
              </c:pt>
              <c:pt idx="256">
                <c:v>1.5953535310985538</c:v>
              </c:pt>
              <c:pt idx="257">
                <c:v>1.65505952237088</c:v>
              </c:pt>
              <c:pt idx="258">
                <c:v>1.65505952237088</c:v>
              </c:pt>
              <c:pt idx="259">
                <c:v>1.667700397670812</c:v>
              </c:pt>
              <c:pt idx="260">
                <c:v>1.667700397670812</c:v>
              </c:pt>
              <c:pt idx="261">
                <c:v>1.7206103662182115</c:v>
              </c:pt>
              <c:pt idx="262">
                <c:v>1.7206103662182115</c:v>
              </c:pt>
              <c:pt idx="263">
                <c:v>1.7421778389858245</c:v>
              </c:pt>
              <c:pt idx="264">
                <c:v>1.7421778389858245</c:v>
              </c:pt>
              <c:pt idx="265">
                <c:v>1.8252924811609457</c:v>
              </c:pt>
              <c:pt idx="266">
                <c:v>1.8252924811609457</c:v>
              </c:pt>
              <c:pt idx="267">
                <c:v>1.8508615565674333</c:v>
              </c:pt>
              <c:pt idx="268">
                <c:v>1.8508615565674333</c:v>
              </c:pt>
              <c:pt idx="269">
                <c:v>1.8853898367128863</c:v>
              </c:pt>
              <c:pt idx="270">
                <c:v>1.8853898367128863</c:v>
              </c:pt>
              <c:pt idx="271">
                <c:v>1.9195295717082363</c:v>
              </c:pt>
              <c:pt idx="272">
                <c:v>1.9195295717082363</c:v>
              </c:pt>
              <c:pt idx="273">
                <c:v>1.9313089098408287</c:v>
              </c:pt>
              <c:pt idx="274">
                <c:v>1.9313089098408287</c:v>
              </c:pt>
              <c:pt idx="275">
                <c:v>2</c:v>
              </c:pt>
              <c:pt idx="276">
                <c:v>2</c:v>
              </c:pt>
              <c:pt idx="277">
                <c:v>2.041066888753209</c:v>
              </c:pt>
              <c:pt idx="278">
                <c:v>2.041066888753209</c:v>
              </c:pt>
              <c:pt idx="279">
                <c:v>2.0674590155559756</c:v>
              </c:pt>
              <c:pt idx="280">
                <c:v>2.0674590155559756</c:v>
              </c:pt>
              <c:pt idx="281">
                <c:v>2.0798652006257607</c:v>
              </c:pt>
              <c:pt idx="282">
                <c:v>2.0798652006257607</c:v>
              </c:pt>
              <c:pt idx="283">
                <c:v>2.0802395360837336</c:v>
              </c:pt>
              <c:pt idx="284">
                <c:v>2.0802395360837336</c:v>
              </c:pt>
              <c:pt idx="285">
                <c:v>2.2111350035376813</c:v>
              </c:pt>
              <c:pt idx="286">
                <c:v>2.2111350035376813</c:v>
              </c:pt>
              <c:pt idx="287">
                <c:v>2.2335461876333746</c:v>
              </c:pt>
              <c:pt idx="288">
                <c:v>2.2335461876333746</c:v>
              </c:pt>
              <c:pt idx="289">
                <c:v>2.2589946659941527</c:v>
              </c:pt>
              <c:pt idx="290">
                <c:v>2.2589946659941527</c:v>
              </c:pt>
              <c:pt idx="291">
                <c:v>2.641166930368072</c:v>
              </c:pt>
              <c:pt idx="292">
                <c:v>2.641166930368072</c:v>
              </c:pt>
              <c:pt idx="293">
                <c:v>3.2969262321033477</c:v>
              </c:pt>
              <c:pt idx="294">
                <c:v>3.2969262321033477</c:v>
              </c:pt>
              <c:pt idx="295">
                <c:v>3.3775038753202895</c:v>
              </c:pt>
              <c:pt idx="296">
                <c:v>3.3775038753202895</c:v>
              </c:pt>
              <c:pt idx="297">
                <c:v>3.421522615889293</c:v>
              </c:pt>
              <c:pt idx="298">
                <c:v>3.421522615889293</c:v>
              </c:pt>
              <c:pt idx="299">
                <c:v>3.6006917277293797</c:v>
              </c:pt>
              <c:pt idx="300">
                <c:v>3.6006917277293797</c:v>
              </c:pt>
              <c:pt idx="301">
                <c:v>3.683960447789895</c:v>
              </c:pt>
              <c:pt idx="302">
                <c:v>3.683960447789895</c:v>
              </c:pt>
              <c:pt idx="303">
                <c:v>3.789224412735341</c:v>
              </c:pt>
              <c:pt idx="304">
                <c:v>3.789224412735341</c:v>
              </c:pt>
              <c:pt idx="305">
                <c:v>3.809382071665062</c:v>
              </c:pt>
              <c:pt idx="306">
                <c:v>3.809382071665062</c:v>
              </c:pt>
              <c:pt idx="307">
                <c:v>3.8210703961267125</c:v>
              </c:pt>
              <c:pt idx="308">
                <c:v>3.8210703961267125</c:v>
              </c:pt>
              <c:pt idx="309">
                <c:v>3.863055792831288</c:v>
              </c:pt>
              <c:pt idx="310">
                <c:v>3.863055792831288</c:v>
              </c:pt>
              <c:pt idx="311">
                <c:v>3.916611782207935</c:v>
              </c:pt>
              <c:pt idx="312">
                <c:v>3.916611782207935</c:v>
              </c:pt>
              <c:pt idx="313">
                <c:v>3.977302908859072</c:v>
              </c:pt>
              <c:pt idx="314">
                <c:v>3.977302908859072</c:v>
              </c:pt>
              <c:pt idx="315">
                <c:v>4.057430429613408</c:v>
              </c:pt>
              <c:pt idx="316">
                <c:v>4.057430429613408</c:v>
              </c:pt>
              <c:pt idx="317">
                <c:v>4.246094852004865</c:v>
              </c:pt>
              <c:pt idx="318">
                <c:v>4.246094852004865</c:v>
              </c:pt>
              <c:pt idx="319">
                <c:v>4.990460317712504</c:v>
              </c:pt>
              <c:pt idx="320">
                <c:v>4.990460317712504</c:v>
              </c:pt>
              <c:pt idx="321">
                <c:v>5</c:v>
              </c:pt>
              <c:pt idx="322">
                <c:v>5</c:v>
              </c:pt>
              <c:pt idx="323">
                <c:v>5.231433225430366</c:v>
              </c:pt>
              <c:pt idx="324">
                <c:v>5.231433225430366</c:v>
              </c:pt>
              <c:pt idx="325">
                <c:v>5.305345807544239</c:v>
              </c:pt>
              <c:pt idx="326">
                <c:v>5.305345807544239</c:v>
              </c:pt>
              <c:pt idx="327">
                <c:v>5.315917289882915</c:v>
              </c:pt>
              <c:pt idx="328">
                <c:v>5.315917289882915</c:v>
              </c:pt>
              <c:pt idx="329">
                <c:v>5.334846175056569</c:v>
              </c:pt>
              <c:pt idx="330">
                <c:v>5.334846175056569</c:v>
              </c:pt>
              <c:pt idx="331">
                <c:v>5.454604048712843</c:v>
              </c:pt>
              <c:pt idx="332">
                <c:v>5.454604048712843</c:v>
              </c:pt>
              <c:pt idx="333">
                <c:v>5.501363685031045</c:v>
              </c:pt>
              <c:pt idx="334">
                <c:v>5.501363685031045</c:v>
              </c:pt>
              <c:pt idx="335">
                <c:v>5.5232914357107825</c:v>
              </c:pt>
              <c:pt idx="336">
                <c:v>5.5232914357107825</c:v>
              </c:pt>
              <c:pt idx="337">
                <c:v>5.599785182099995</c:v>
              </c:pt>
              <c:pt idx="338">
                <c:v>5.599785182099995</c:v>
              </c:pt>
              <c:pt idx="339">
                <c:v>5.835741554252041</c:v>
              </c:pt>
              <c:pt idx="340">
                <c:v>5.835741554252041</c:v>
              </c:pt>
              <c:pt idx="341">
                <c:v>5.843417534956221</c:v>
              </c:pt>
              <c:pt idx="342">
                <c:v>5.843417534956221</c:v>
              </c:pt>
              <c:pt idx="343">
                <c:v>5.87526233375221</c:v>
              </c:pt>
              <c:pt idx="344">
                <c:v>5.87526233375221</c:v>
              </c:pt>
              <c:pt idx="345">
                <c:v>5.989638509473673</c:v>
              </c:pt>
              <c:pt idx="346">
                <c:v>5.989638509473673</c:v>
              </c:pt>
              <c:pt idx="347">
                <c:v>6.018514619204306</c:v>
              </c:pt>
              <c:pt idx="348">
                <c:v>6.018514619204306</c:v>
              </c:pt>
              <c:pt idx="349">
                <c:v>6.343227019676621</c:v>
              </c:pt>
              <c:pt idx="350">
                <c:v>6.343227019676621</c:v>
              </c:pt>
              <c:pt idx="351">
                <c:v>6.497727758932633</c:v>
              </c:pt>
              <c:pt idx="352">
                <c:v>6.497727758932633</c:v>
              </c:pt>
              <c:pt idx="353">
                <c:v>7.142342335663847</c:v>
              </c:pt>
              <c:pt idx="354">
                <c:v>7.142342335663847</c:v>
              </c:pt>
              <c:pt idx="355">
                <c:v>7.144597267595001</c:v>
              </c:pt>
              <c:pt idx="356">
                <c:v>7.144597267595001</c:v>
              </c:pt>
              <c:pt idx="357">
                <c:v>7.422198913186824</c:v>
              </c:pt>
              <c:pt idx="358">
                <c:v>7.422198913186824</c:v>
              </c:pt>
              <c:pt idx="359">
                <c:v>7.59121994324735</c:v>
              </c:pt>
              <c:pt idx="360">
                <c:v>7.59121994324735</c:v>
              </c:pt>
              <c:pt idx="361">
                <c:v>7.917392392246887</c:v>
              </c:pt>
              <c:pt idx="362">
                <c:v>7.917392392246887</c:v>
              </c:pt>
              <c:pt idx="363">
                <c:v>8.350509871525002</c:v>
              </c:pt>
              <c:pt idx="364">
                <c:v>8.350509871525002</c:v>
              </c:pt>
              <c:pt idx="365">
                <c:v>8.65386662550039</c:v>
              </c:pt>
              <c:pt idx="366">
                <c:v>8.65386662550039</c:v>
              </c:pt>
              <c:pt idx="367">
                <c:v>8.701608160444522</c:v>
              </c:pt>
              <c:pt idx="368">
                <c:v>8.701608160444522</c:v>
              </c:pt>
              <c:pt idx="369">
                <c:v>8.868134591391936</c:v>
              </c:pt>
              <c:pt idx="370">
                <c:v>8.868134591391936</c:v>
              </c:pt>
              <c:pt idx="371">
                <c:v>9.89627346553346</c:v>
              </c:pt>
              <c:pt idx="372">
                <c:v>9.89627346553346</c:v>
              </c:pt>
              <c:pt idx="373">
                <c:v>10</c:v>
              </c:pt>
              <c:pt idx="374">
                <c:v>10</c:v>
              </c:pt>
              <c:pt idx="375">
                <c:v>10.187653471874338</c:v>
              </c:pt>
              <c:pt idx="376">
                <c:v>10.187653471874338</c:v>
              </c:pt>
              <c:pt idx="377">
                <c:v>10.528094201820275</c:v>
              </c:pt>
              <c:pt idx="378">
                <c:v>10.528094201820275</c:v>
              </c:pt>
              <c:pt idx="379">
                <c:v>10.673679847405335</c:v>
              </c:pt>
              <c:pt idx="380">
                <c:v>10.673679847405335</c:v>
              </c:pt>
              <c:pt idx="381">
                <c:v>10.782988781433195</c:v>
              </c:pt>
              <c:pt idx="382">
                <c:v>10.782988781433195</c:v>
              </c:pt>
              <c:pt idx="383">
                <c:v>10.911748332598417</c:v>
              </c:pt>
              <c:pt idx="384">
                <c:v>10.911748332598417</c:v>
              </c:pt>
              <c:pt idx="385">
                <c:v>11.209705561073406</c:v>
              </c:pt>
              <c:pt idx="386">
                <c:v>11.209705561073406</c:v>
              </c:pt>
              <c:pt idx="387">
                <c:v>11.56079685742189</c:v>
              </c:pt>
              <c:pt idx="388">
                <c:v>11.56079685742189</c:v>
              </c:pt>
              <c:pt idx="389">
                <c:v>11.572333242135645</c:v>
              </c:pt>
              <c:pt idx="390">
                <c:v>11.572333242135645</c:v>
              </c:pt>
              <c:pt idx="391">
                <c:v>11.607440159857193</c:v>
              </c:pt>
              <c:pt idx="392">
                <c:v>11.607440159857193</c:v>
              </c:pt>
              <c:pt idx="393">
                <c:v>11.811356470177031</c:v>
              </c:pt>
              <c:pt idx="394">
                <c:v>11.811356470177031</c:v>
              </c:pt>
              <c:pt idx="395">
                <c:v>12.36368549160061</c:v>
              </c:pt>
              <c:pt idx="396">
                <c:v>12.36368549160061</c:v>
              </c:pt>
              <c:pt idx="397">
                <c:v>12.45132538137885</c:v>
              </c:pt>
              <c:pt idx="398">
                <c:v>12.45132538137885</c:v>
              </c:pt>
              <c:pt idx="399">
                <c:v>13.235683955096572</c:v>
              </c:pt>
              <c:pt idx="400">
                <c:v>13.235683955096572</c:v>
              </c:pt>
              <c:pt idx="401">
                <c:v>13.98018007397727</c:v>
              </c:pt>
              <c:pt idx="402">
                <c:v>13.98018007397727</c:v>
              </c:pt>
              <c:pt idx="403">
                <c:v>14.033159688533473</c:v>
              </c:pt>
              <c:pt idx="404">
                <c:v>14.033159688533473</c:v>
              </c:pt>
              <c:pt idx="405">
                <c:v>14.741913595711925</c:v>
              </c:pt>
              <c:pt idx="406">
                <c:v>14.741913595711925</c:v>
              </c:pt>
              <c:pt idx="407">
                <c:v>15</c:v>
              </c:pt>
              <c:pt idx="408">
                <c:v>15</c:v>
              </c:pt>
              <c:pt idx="409">
                <c:v>15.094396704165566</c:v>
              </c:pt>
              <c:pt idx="410">
                <c:v>15.094396704165566</c:v>
              </c:pt>
              <c:pt idx="411">
                <c:v>15.750112445640992</c:v>
              </c:pt>
              <c:pt idx="412">
                <c:v>15.750112445640992</c:v>
              </c:pt>
              <c:pt idx="413">
                <c:v>15.9965139698617</c:v>
              </c:pt>
              <c:pt idx="414">
                <c:v>15.9965139698617</c:v>
              </c:pt>
              <c:pt idx="415">
                <c:v>16.98624345209068</c:v>
              </c:pt>
              <c:pt idx="416">
                <c:v>16.98624345209068</c:v>
              </c:pt>
              <c:pt idx="417">
                <c:v>17.39796796909512</c:v>
              </c:pt>
              <c:pt idx="418">
                <c:v>17.39796796909512</c:v>
              </c:pt>
              <c:pt idx="419">
                <c:v>19.459197289689474</c:v>
              </c:pt>
              <c:pt idx="420">
                <c:v>19.459197289689474</c:v>
              </c:pt>
              <c:pt idx="421">
                <c:v>19.563867795215497</c:v>
              </c:pt>
              <c:pt idx="422">
                <c:v>19.563867795215497</c:v>
              </c:pt>
              <c:pt idx="423">
                <c:v>19.674813823324968</c:v>
              </c:pt>
              <c:pt idx="424">
                <c:v>19.674813823324968</c:v>
              </c:pt>
              <c:pt idx="425">
                <c:v>20</c:v>
              </c:pt>
              <c:pt idx="426">
                <c:v>20</c:v>
              </c:pt>
              <c:pt idx="427">
                <c:v>23.03638004357276</c:v>
              </c:pt>
              <c:pt idx="428">
                <c:v>23.03638004357276</c:v>
              </c:pt>
              <c:pt idx="429">
                <c:v>23.78588308271156</c:v>
              </c:pt>
              <c:pt idx="430">
                <c:v>23.78588308271156</c:v>
              </c:pt>
              <c:pt idx="431">
                <c:v>26.955352627445485</c:v>
              </c:pt>
              <c:pt idx="432">
                <c:v>26.955352627445485</c:v>
              </c:pt>
              <c:pt idx="433">
                <c:v>27.64850090239322</c:v>
              </c:pt>
              <c:pt idx="434">
                <c:v>27.64850090239322</c:v>
              </c:pt>
              <c:pt idx="435">
                <c:v>29.48544529338849</c:v>
              </c:pt>
              <c:pt idx="436">
                <c:v>29.48544529338849</c:v>
              </c:pt>
              <c:pt idx="437">
                <c:v>30</c:v>
              </c:pt>
              <c:pt idx="438">
                <c:v>30</c:v>
              </c:pt>
              <c:pt idx="439">
                <c:v>33.37266516630498</c:v>
              </c:pt>
              <c:pt idx="440">
                <c:v>33.37266516630498</c:v>
              </c:pt>
              <c:pt idx="441">
                <c:v>38.21599041900935</c:v>
              </c:pt>
              <c:pt idx="442">
                <c:v>38.21599041900935</c:v>
              </c:pt>
              <c:pt idx="443">
                <c:v>50</c:v>
              </c:pt>
              <c:pt idx="444">
                <c:v>50</c:v>
              </c:pt>
              <c:pt idx="445">
                <c:v>52.584009839800494</c:v>
              </c:pt>
              <c:pt idx="446">
                <c:v>52.584009839800494</c:v>
              </c:pt>
              <c:pt idx="447">
                <c:v>70</c:v>
              </c:pt>
            </c:numLit>
          </c:xVal>
          <c:yVal>
            <c:numLit>
              <c:formatCode>0.0</c:formatCode>
              <c:ptCount val="448"/>
              <c:pt idx="0">
                <c:v>6.126889515497563</c:v>
              </c:pt>
              <c:pt idx="1">
                <c:v>6.126889515497563</c:v>
              </c:pt>
              <c:pt idx="2">
                <c:v>6.126889515497563</c:v>
              </c:pt>
              <c:pt idx="3">
                <c:v>6.126889515497563</c:v>
              </c:pt>
              <c:pt idx="4">
                <c:v>6.126889515497563</c:v>
              </c:pt>
              <c:pt idx="5">
                <c:v>6.126889515497563</c:v>
              </c:pt>
              <c:pt idx="6">
                <c:v>6.126889515497563</c:v>
              </c:pt>
              <c:pt idx="7">
                <c:v>6.126889515497563</c:v>
              </c:pt>
              <c:pt idx="8">
                <c:v>6.126889515497563</c:v>
              </c:pt>
              <c:pt idx="9">
                <c:v>6.126889515497563</c:v>
              </c:pt>
              <c:pt idx="10">
                <c:v>6.126889515497563</c:v>
              </c:pt>
              <c:pt idx="11">
                <c:v>6.126889515497563</c:v>
              </c:pt>
              <c:pt idx="12">
                <c:v>6.126889515497563</c:v>
              </c:pt>
              <c:pt idx="13">
                <c:v>6.126889515497563</c:v>
              </c:pt>
              <c:pt idx="14">
                <c:v>6.126889515497563</c:v>
              </c:pt>
              <c:pt idx="15">
                <c:v>6.126889515497563</c:v>
              </c:pt>
              <c:pt idx="16">
                <c:v>6.126889515497563</c:v>
              </c:pt>
              <c:pt idx="17">
                <c:v>6.126889515497563</c:v>
              </c:pt>
              <c:pt idx="18">
                <c:v>6.126889515497563</c:v>
              </c:pt>
              <c:pt idx="19">
                <c:v>6.126889515497563</c:v>
              </c:pt>
              <c:pt idx="20">
                <c:v>5.479527508101987</c:v>
              </c:pt>
              <c:pt idx="21">
                <c:v>5.479527508101987</c:v>
              </c:pt>
              <c:pt idx="22">
                <c:v>5.466315592445085</c:v>
              </c:pt>
              <c:pt idx="23">
                <c:v>5.466315592445085</c:v>
              </c:pt>
              <c:pt idx="24">
                <c:v>5.466315592445085</c:v>
              </c:pt>
              <c:pt idx="25">
                <c:v>5.466315592445085</c:v>
              </c:pt>
              <c:pt idx="26">
                <c:v>5.466315592445085</c:v>
              </c:pt>
              <c:pt idx="27">
                <c:v>5.466315592445085</c:v>
              </c:pt>
              <c:pt idx="28">
                <c:v>5.466315592445085</c:v>
              </c:pt>
              <c:pt idx="29">
                <c:v>5.466315592445085</c:v>
              </c:pt>
              <c:pt idx="30">
                <c:v>5.466315592445085</c:v>
              </c:pt>
              <c:pt idx="31">
                <c:v>5.466315592445085</c:v>
              </c:pt>
              <c:pt idx="32">
                <c:v>5.466315592445085</c:v>
              </c:pt>
              <c:pt idx="33">
                <c:v>5.466315592445085</c:v>
              </c:pt>
              <c:pt idx="34">
                <c:v>5.177601316547696</c:v>
              </c:pt>
              <c:pt idx="35">
                <c:v>5.177601316547696</c:v>
              </c:pt>
              <c:pt idx="36">
                <c:v>5.177601316547696</c:v>
              </c:pt>
              <c:pt idx="37">
                <c:v>5.177601316547696</c:v>
              </c:pt>
              <c:pt idx="38">
                <c:v>5.177601316547696</c:v>
              </c:pt>
              <c:pt idx="39">
                <c:v>5.177601316547696</c:v>
              </c:pt>
              <c:pt idx="40">
                <c:v>5.177601316547696</c:v>
              </c:pt>
              <c:pt idx="41">
                <c:v>5.177601316547696</c:v>
              </c:pt>
              <c:pt idx="42">
                <c:v>5.177601316547696</c:v>
              </c:pt>
              <c:pt idx="43">
                <c:v>5.177601316547696</c:v>
              </c:pt>
              <c:pt idx="44">
                <c:v>5.171090277466149</c:v>
              </c:pt>
              <c:pt idx="45">
                <c:v>5.171090277466149</c:v>
              </c:pt>
              <c:pt idx="46">
                <c:v>5.171090277466149</c:v>
              </c:pt>
              <c:pt idx="47">
                <c:v>5.171090277466149</c:v>
              </c:pt>
              <c:pt idx="48">
                <c:v>5.171090277466149</c:v>
              </c:pt>
              <c:pt idx="49">
                <c:v>5.171090277466149</c:v>
              </c:pt>
              <c:pt idx="50">
                <c:v>5.171090277466149</c:v>
              </c:pt>
              <c:pt idx="51">
                <c:v>5.171090277466149</c:v>
              </c:pt>
              <c:pt idx="52">
                <c:v>5.171090277466149</c:v>
              </c:pt>
              <c:pt idx="53">
                <c:v>5.171090277466149</c:v>
              </c:pt>
              <c:pt idx="54">
                <c:v>5.171090277466149</c:v>
              </c:pt>
              <c:pt idx="55">
                <c:v>5.171090277466149</c:v>
              </c:pt>
              <c:pt idx="56">
                <c:v>5.171090277466149</c:v>
              </c:pt>
              <c:pt idx="57">
                <c:v>5.171090277466149</c:v>
              </c:pt>
              <c:pt idx="58">
                <c:v>5.171090277466149</c:v>
              </c:pt>
              <c:pt idx="59">
                <c:v>5.171090277466149</c:v>
              </c:pt>
              <c:pt idx="60">
                <c:v>5.143595281834354</c:v>
              </c:pt>
              <c:pt idx="61">
                <c:v>5.143595281834354</c:v>
              </c:pt>
              <c:pt idx="62">
                <c:v>5.143595281834354</c:v>
              </c:pt>
              <c:pt idx="63">
                <c:v>5.143595281834354</c:v>
              </c:pt>
              <c:pt idx="64">
                <c:v>5.143595281834354</c:v>
              </c:pt>
              <c:pt idx="65">
                <c:v>5.143595281834354</c:v>
              </c:pt>
              <c:pt idx="66">
                <c:v>5.143595281834354</c:v>
              </c:pt>
              <c:pt idx="67">
                <c:v>5.143595281834354</c:v>
              </c:pt>
              <c:pt idx="68">
                <c:v>5.143595281834354</c:v>
              </c:pt>
              <c:pt idx="69">
                <c:v>5.143595281834354</c:v>
              </c:pt>
              <c:pt idx="70">
                <c:v>5.143595281834354</c:v>
              </c:pt>
              <c:pt idx="71">
                <c:v>5.143595281834354</c:v>
              </c:pt>
              <c:pt idx="72">
                <c:v>5.143595281834354</c:v>
              </c:pt>
              <c:pt idx="73">
                <c:v>5.143595281834354</c:v>
              </c:pt>
              <c:pt idx="74">
                <c:v>5.143595281834354</c:v>
              </c:pt>
              <c:pt idx="75">
                <c:v>5.143595281834354</c:v>
              </c:pt>
              <c:pt idx="76">
                <c:v>5.143595281834354</c:v>
              </c:pt>
              <c:pt idx="77">
                <c:v>5.143595281834354</c:v>
              </c:pt>
              <c:pt idx="78">
                <c:v>5.1406281441479305</c:v>
              </c:pt>
              <c:pt idx="79">
                <c:v>5.1406281441479305</c:v>
              </c:pt>
              <c:pt idx="80">
                <c:v>5.1406281441479305</c:v>
              </c:pt>
              <c:pt idx="81">
                <c:v>5.1406281441479305</c:v>
              </c:pt>
              <c:pt idx="82">
                <c:v>5.1406281441479305</c:v>
              </c:pt>
              <c:pt idx="83">
                <c:v>5.1406281441479305</c:v>
              </c:pt>
              <c:pt idx="84">
                <c:v>5.1406281441479305</c:v>
              </c:pt>
              <c:pt idx="85">
                <c:v>5.1406281441479305</c:v>
              </c:pt>
              <c:pt idx="86">
                <c:v>5.1406281441479305</c:v>
              </c:pt>
              <c:pt idx="87">
                <c:v>5.1406281441479305</c:v>
              </c:pt>
              <c:pt idx="88">
                <c:v>5.1406281441479305</c:v>
              </c:pt>
              <c:pt idx="89">
                <c:v>5.1406281441479305</c:v>
              </c:pt>
              <c:pt idx="90">
                <c:v>5.1406281441479305</c:v>
              </c:pt>
              <c:pt idx="91">
                <c:v>5.1406281441479305</c:v>
              </c:pt>
              <c:pt idx="92">
                <c:v>5.1406281441479305</c:v>
              </c:pt>
              <c:pt idx="93">
                <c:v>5.1406281441479305</c:v>
              </c:pt>
              <c:pt idx="94">
                <c:v>4.854167455047705</c:v>
              </c:pt>
              <c:pt idx="95">
                <c:v>4.854167455047705</c:v>
              </c:pt>
              <c:pt idx="96">
                <c:v>4.854167455047705</c:v>
              </c:pt>
              <c:pt idx="97">
                <c:v>4.854167455047705</c:v>
              </c:pt>
              <c:pt idx="98">
                <c:v>4.854167455047705</c:v>
              </c:pt>
              <c:pt idx="99">
                <c:v>4.854167455047705</c:v>
              </c:pt>
              <c:pt idx="100">
                <c:v>4.854167455047705</c:v>
              </c:pt>
              <c:pt idx="101">
                <c:v>4.854167455047705</c:v>
              </c:pt>
              <c:pt idx="102">
                <c:v>4.808596692947719</c:v>
              </c:pt>
              <c:pt idx="103">
                <c:v>4.808596692947719</c:v>
              </c:pt>
              <c:pt idx="104">
                <c:v>4.7088393222848115</c:v>
              </c:pt>
              <c:pt idx="105">
                <c:v>4.7088393222848115</c:v>
              </c:pt>
              <c:pt idx="106">
                <c:v>4.697307301594311</c:v>
              </c:pt>
              <c:pt idx="107">
                <c:v>4.697307301594311</c:v>
              </c:pt>
              <c:pt idx="108">
                <c:v>4.697307301594311</c:v>
              </c:pt>
              <c:pt idx="109">
                <c:v>4.697307301594311</c:v>
              </c:pt>
              <c:pt idx="110">
                <c:v>4.697307301594311</c:v>
              </c:pt>
              <c:pt idx="111">
                <c:v>4.697307301594311</c:v>
              </c:pt>
              <c:pt idx="112">
                <c:v>4.697307301594311</c:v>
              </c:pt>
              <c:pt idx="113">
                <c:v>4.697307301594311</c:v>
              </c:pt>
              <c:pt idx="114">
                <c:v>4.697307301594311</c:v>
              </c:pt>
              <c:pt idx="115">
                <c:v>4.697307301594311</c:v>
              </c:pt>
              <c:pt idx="116">
                <c:v>4.697307301594311</c:v>
              </c:pt>
              <c:pt idx="117">
                <c:v>4.697307301594311</c:v>
              </c:pt>
              <c:pt idx="118">
                <c:v>4.697307301594311</c:v>
              </c:pt>
              <c:pt idx="119">
                <c:v>4.697307301594311</c:v>
              </c:pt>
              <c:pt idx="120">
                <c:v>4.33176200506546</c:v>
              </c:pt>
              <c:pt idx="121">
                <c:v>4.33176200506546</c:v>
              </c:pt>
              <c:pt idx="122">
                <c:v>4.33176200506546</c:v>
              </c:pt>
              <c:pt idx="123">
                <c:v>4.33176200506546</c:v>
              </c:pt>
              <c:pt idx="124">
                <c:v>4.258825853086595</c:v>
              </c:pt>
              <c:pt idx="125">
                <c:v>4.258825853086595</c:v>
              </c:pt>
              <c:pt idx="126">
                <c:v>4.25121312560082</c:v>
              </c:pt>
              <c:pt idx="127">
                <c:v>4.25121312560082</c:v>
              </c:pt>
              <c:pt idx="128">
                <c:v>4.25121312560082</c:v>
              </c:pt>
              <c:pt idx="129">
                <c:v>4.25121312560082</c:v>
              </c:pt>
              <c:pt idx="130">
                <c:v>4.25121312560082</c:v>
              </c:pt>
              <c:pt idx="131">
                <c:v>4.25121312560082</c:v>
              </c:pt>
              <c:pt idx="132">
                <c:v>4.25121312560082</c:v>
              </c:pt>
              <c:pt idx="133">
                <c:v>4.25121312560082</c:v>
              </c:pt>
              <c:pt idx="134">
                <c:v>4.25121312560082</c:v>
              </c:pt>
              <c:pt idx="135">
                <c:v>4.25121312560082</c:v>
              </c:pt>
              <c:pt idx="136">
                <c:v>4.137745545967885</c:v>
              </c:pt>
              <c:pt idx="137">
                <c:v>4.137745545967885</c:v>
              </c:pt>
              <c:pt idx="138">
                <c:v>3.908316786967415</c:v>
              </c:pt>
              <c:pt idx="139">
                <c:v>3.908316786967415</c:v>
              </c:pt>
              <c:pt idx="140">
                <c:v>3.908316786967415</c:v>
              </c:pt>
              <c:pt idx="141">
                <c:v>3.908316786967415</c:v>
              </c:pt>
              <c:pt idx="142">
                <c:v>3.908316786967415</c:v>
              </c:pt>
              <c:pt idx="143">
                <c:v>3.908316786967415</c:v>
              </c:pt>
              <c:pt idx="144">
                <c:v>3.908316786967415</c:v>
              </c:pt>
              <c:pt idx="145">
                <c:v>3.908316786967415</c:v>
              </c:pt>
              <c:pt idx="146">
                <c:v>3.568078584973058</c:v>
              </c:pt>
              <c:pt idx="147">
                <c:v>3.568078584973058</c:v>
              </c:pt>
              <c:pt idx="148">
                <c:v>3.433327471267875</c:v>
              </c:pt>
              <c:pt idx="149">
                <c:v>3.433327471267875</c:v>
              </c:pt>
              <c:pt idx="150">
                <c:v>3.433327471267875</c:v>
              </c:pt>
              <c:pt idx="151">
                <c:v>3.433327471267875</c:v>
              </c:pt>
              <c:pt idx="152">
                <c:v>3.433327471267875</c:v>
              </c:pt>
              <c:pt idx="153">
                <c:v>3.433327471267875</c:v>
              </c:pt>
              <c:pt idx="154">
                <c:v>3.433327471267875</c:v>
              </c:pt>
              <c:pt idx="155">
                <c:v>3.433327471267875</c:v>
              </c:pt>
              <c:pt idx="156">
                <c:v>3.433327471267875</c:v>
              </c:pt>
              <c:pt idx="157">
                <c:v>3.433327471267875</c:v>
              </c:pt>
              <c:pt idx="158">
                <c:v>3.433327471267875</c:v>
              </c:pt>
              <c:pt idx="159">
                <c:v>3.433327471267875</c:v>
              </c:pt>
              <c:pt idx="160">
                <c:v>3.3425604687038604</c:v>
              </c:pt>
              <c:pt idx="161">
                <c:v>3.3425604687038604</c:v>
              </c:pt>
              <c:pt idx="162">
                <c:v>3.3425604687038604</c:v>
              </c:pt>
              <c:pt idx="163">
                <c:v>3.3425604687038604</c:v>
              </c:pt>
              <c:pt idx="164">
                <c:v>3.3425604687038604</c:v>
              </c:pt>
              <c:pt idx="165">
                <c:v>3.3425604687038604</c:v>
              </c:pt>
              <c:pt idx="166">
                <c:v>3.3425604687038604</c:v>
              </c:pt>
              <c:pt idx="167">
                <c:v>3.3425604687038604</c:v>
              </c:pt>
              <c:pt idx="168">
                <c:v>3.3425604687038604</c:v>
              </c:pt>
              <c:pt idx="169">
                <c:v>3.3425604687038604</c:v>
              </c:pt>
              <c:pt idx="170">
                <c:v>3.3425604687038604</c:v>
              </c:pt>
              <c:pt idx="171">
                <c:v>3.3425604687038604</c:v>
              </c:pt>
              <c:pt idx="172">
                <c:v>3.3425604687038604</c:v>
              </c:pt>
              <c:pt idx="173">
                <c:v>3.3425604687038604</c:v>
              </c:pt>
              <c:pt idx="174">
                <c:v>3.3425604687038604</c:v>
              </c:pt>
              <c:pt idx="175">
                <c:v>3.3425604687038604</c:v>
              </c:pt>
              <c:pt idx="176">
                <c:v>3.3425604687038604</c:v>
              </c:pt>
              <c:pt idx="177">
                <c:v>3.3425604687038604</c:v>
              </c:pt>
              <c:pt idx="178">
                <c:v>3.3425604687038604</c:v>
              </c:pt>
              <c:pt idx="179">
                <c:v>3.3425604687038604</c:v>
              </c:pt>
              <c:pt idx="180">
                <c:v>3.0966188802112935</c:v>
              </c:pt>
              <c:pt idx="181">
                <c:v>3.0966188802112935</c:v>
              </c:pt>
              <c:pt idx="182">
                <c:v>3.0966188802112935</c:v>
              </c:pt>
              <c:pt idx="183">
                <c:v>3.0966188802112935</c:v>
              </c:pt>
              <c:pt idx="184">
                <c:v>3.0901085977728724</c:v>
              </c:pt>
              <c:pt idx="185">
                <c:v>3.0901085977728724</c:v>
              </c:pt>
              <c:pt idx="186">
                <c:v>3.0901085977728724</c:v>
              </c:pt>
              <c:pt idx="187">
                <c:v>3.0901085977728724</c:v>
              </c:pt>
              <c:pt idx="188">
                <c:v>3.0901085977728724</c:v>
              </c:pt>
              <c:pt idx="189">
                <c:v>3.0901085977728724</c:v>
              </c:pt>
              <c:pt idx="190">
                <c:v>3.0901085977728724</c:v>
              </c:pt>
              <c:pt idx="191">
                <c:v>3.0901085977728724</c:v>
              </c:pt>
              <c:pt idx="192">
                <c:v>3.0901085977728724</c:v>
              </c:pt>
              <c:pt idx="193">
                <c:v>3.0901085977728724</c:v>
              </c:pt>
              <c:pt idx="194">
                <c:v>3.0901085977728724</c:v>
              </c:pt>
              <c:pt idx="195">
                <c:v>3.0901085977728724</c:v>
              </c:pt>
              <c:pt idx="196">
                <c:v>2.9639631617151907</c:v>
              </c:pt>
              <c:pt idx="197">
                <c:v>2.9639631617151907</c:v>
              </c:pt>
              <c:pt idx="198">
                <c:v>2.9639631617151907</c:v>
              </c:pt>
              <c:pt idx="199">
                <c:v>2.9639631617151907</c:v>
              </c:pt>
              <c:pt idx="200">
                <c:v>2.9639631617151907</c:v>
              </c:pt>
              <c:pt idx="201">
                <c:v>2.9639631617151907</c:v>
              </c:pt>
              <c:pt idx="202">
                <c:v>2.9639631617151907</c:v>
              </c:pt>
              <c:pt idx="203">
                <c:v>2.9639631617151907</c:v>
              </c:pt>
              <c:pt idx="204">
                <c:v>2.9639631617151907</c:v>
              </c:pt>
              <c:pt idx="205">
                <c:v>2.9639631617151907</c:v>
              </c:pt>
              <c:pt idx="206">
                <c:v>2.9639631617151907</c:v>
              </c:pt>
              <c:pt idx="207">
                <c:v>2.9639631617151907</c:v>
              </c:pt>
              <c:pt idx="208">
                <c:v>2.9639631617151907</c:v>
              </c:pt>
              <c:pt idx="209">
                <c:v>2.9639631617151907</c:v>
              </c:pt>
              <c:pt idx="210">
                <c:v>2.9639631617151907</c:v>
              </c:pt>
              <c:pt idx="211">
                <c:v>2.9639631617151907</c:v>
              </c:pt>
              <c:pt idx="212">
                <c:v>2.9574524727447127</c:v>
              </c:pt>
              <c:pt idx="213">
                <c:v>2.9574524727447127</c:v>
              </c:pt>
              <c:pt idx="214">
                <c:v>2.9574524727447127</c:v>
              </c:pt>
              <c:pt idx="215">
                <c:v>2.9574524727447127</c:v>
              </c:pt>
              <c:pt idx="216">
                <c:v>2.9203779126112344</c:v>
              </c:pt>
              <c:pt idx="217">
                <c:v>2.9203779126112344</c:v>
              </c:pt>
              <c:pt idx="218">
                <c:v>2.746358693319248</c:v>
              </c:pt>
              <c:pt idx="219">
                <c:v>2.746358693319248</c:v>
              </c:pt>
              <c:pt idx="220">
                <c:v>2.746358693319248</c:v>
              </c:pt>
              <c:pt idx="221">
                <c:v>2.746358693319248</c:v>
              </c:pt>
              <c:pt idx="222">
                <c:v>2.746358693319248</c:v>
              </c:pt>
              <c:pt idx="223">
                <c:v>2.746358693319248</c:v>
              </c:pt>
              <c:pt idx="224">
                <c:v>2.746358693319248</c:v>
              </c:pt>
              <c:pt idx="225">
                <c:v>2.746358693319248</c:v>
              </c:pt>
              <c:pt idx="226">
                <c:v>2.746358693319248</c:v>
              </c:pt>
              <c:pt idx="227">
                <c:v>2.746358693319248</c:v>
              </c:pt>
              <c:pt idx="228">
                <c:v>2.746358693319248</c:v>
              </c:pt>
              <c:pt idx="229">
                <c:v>2.746358693319248</c:v>
              </c:pt>
              <c:pt idx="230">
                <c:v>2.486949796803313</c:v>
              </c:pt>
              <c:pt idx="231">
                <c:v>2.486949796803313</c:v>
              </c:pt>
              <c:pt idx="232">
                <c:v>2.486949796803313</c:v>
              </c:pt>
              <c:pt idx="233">
                <c:v>2.486949796803313</c:v>
              </c:pt>
              <c:pt idx="234">
                <c:v>2.486949796803313</c:v>
              </c:pt>
              <c:pt idx="235">
                <c:v>2.486949796803313</c:v>
              </c:pt>
              <c:pt idx="236">
                <c:v>2.486949796803313</c:v>
              </c:pt>
              <c:pt idx="237">
                <c:v>2.486949796803313</c:v>
              </c:pt>
              <c:pt idx="238">
                <c:v>2.486949796803313</c:v>
              </c:pt>
              <c:pt idx="239">
                <c:v>2.486949796803313</c:v>
              </c:pt>
              <c:pt idx="240">
                <c:v>2.486949796803313</c:v>
              </c:pt>
              <c:pt idx="241">
                <c:v>2.486949796803313</c:v>
              </c:pt>
              <c:pt idx="242">
                <c:v>2.486949796803313</c:v>
              </c:pt>
              <c:pt idx="243">
                <c:v>2.486949796803313</c:v>
              </c:pt>
              <c:pt idx="244">
                <c:v>2.486949796803313</c:v>
              </c:pt>
              <c:pt idx="245">
                <c:v>2.486949796803313</c:v>
              </c:pt>
              <c:pt idx="246">
                <c:v>2.486949796803313</c:v>
              </c:pt>
              <c:pt idx="247">
                <c:v>2.486949796803313</c:v>
              </c:pt>
              <c:pt idx="248">
                <c:v>2.486949796803313</c:v>
              </c:pt>
              <c:pt idx="249">
                <c:v>2.486949796803313</c:v>
              </c:pt>
              <c:pt idx="250">
                <c:v>2.486949796803313</c:v>
              </c:pt>
              <c:pt idx="251">
                <c:v>2.486949796803313</c:v>
              </c:pt>
              <c:pt idx="252">
                <c:v>2.486949796803313</c:v>
              </c:pt>
              <c:pt idx="253">
                <c:v>2.486949796803313</c:v>
              </c:pt>
              <c:pt idx="254">
                <c:v>2.486949796803313</c:v>
              </c:pt>
              <c:pt idx="255">
                <c:v>2.486949796803313</c:v>
              </c:pt>
              <c:pt idx="256">
                <c:v>2.486949796803313</c:v>
              </c:pt>
              <c:pt idx="257">
                <c:v>2.486949796803313</c:v>
              </c:pt>
              <c:pt idx="258">
                <c:v>2.486949796803313</c:v>
              </c:pt>
              <c:pt idx="259">
                <c:v>2.486949796803313</c:v>
              </c:pt>
              <c:pt idx="260">
                <c:v>2.266990215652464</c:v>
              </c:pt>
              <c:pt idx="261">
                <c:v>2.266990215652464</c:v>
              </c:pt>
              <c:pt idx="262">
                <c:v>2.266990215652464</c:v>
              </c:pt>
              <c:pt idx="263">
                <c:v>2.266990215652464</c:v>
              </c:pt>
              <c:pt idx="264">
                <c:v>2.266990215652464</c:v>
              </c:pt>
              <c:pt idx="265">
                <c:v>2.266990215652464</c:v>
              </c:pt>
              <c:pt idx="266">
                <c:v>2.266990215652464</c:v>
              </c:pt>
              <c:pt idx="267">
                <c:v>2.266990215652464</c:v>
              </c:pt>
              <c:pt idx="268">
                <c:v>2.266990215652464</c:v>
              </c:pt>
              <c:pt idx="269">
                <c:v>2.266990215652464</c:v>
              </c:pt>
              <c:pt idx="270">
                <c:v>2.266990215652464</c:v>
              </c:pt>
              <c:pt idx="271">
                <c:v>2.266990215652464</c:v>
              </c:pt>
              <c:pt idx="272">
                <c:v>2.266990215652464</c:v>
              </c:pt>
              <c:pt idx="273">
                <c:v>2.266990215652464</c:v>
              </c:pt>
              <c:pt idx="274">
                <c:v>2.266990215652464</c:v>
              </c:pt>
              <c:pt idx="275">
                <c:v>2.266990215652464</c:v>
              </c:pt>
              <c:pt idx="276">
                <c:v>2.266990215652464</c:v>
              </c:pt>
              <c:pt idx="277">
                <c:v>2.266990215652464</c:v>
              </c:pt>
              <c:pt idx="278">
                <c:v>2.064914203082574</c:v>
              </c:pt>
              <c:pt idx="279">
                <c:v>2.064914203082574</c:v>
              </c:pt>
              <c:pt idx="280">
                <c:v>2.064914203082574</c:v>
              </c:pt>
              <c:pt idx="281">
                <c:v>2.064914203082574</c:v>
              </c:pt>
              <c:pt idx="282">
                <c:v>2.064914203082574</c:v>
              </c:pt>
              <c:pt idx="283">
                <c:v>2.064914203082574</c:v>
              </c:pt>
              <c:pt idx="284">
                <c:v>2.0475709263078627</c:v>
              </c:pt>
              <c:pt idx="285">
                <c:v>2.0475709263078627</c:v>
              </c:pt>
              <c:pt idx="286">
                <c:v>2.0475709263078627</c:v>
              </c:pt>
              <c:pt idx="287">
                <c:v>2.0475709263078627</c:v>
              </c:pt>
              <c:pt idx="288">
                <c:v>1.8750454470795808</c:v>
              </c:pt>
              <c:pt idx="289">
                <c:v>1.8750454470795808</c:v>
              </c:pt>
              <c:pt idx="290">
                <c:v>1.8750454470795808</c:v>
              </c:pt>
              <c:pt idx="291">
                <c:v>1.8750454470795808</c:v>
              </c:pt>
              <c:pt idx="292">
                <c:v>1.8750454470795808</c:v>
              </c:pt>
              <c:pt idx="293">
                <c:v>1.8750454470795808</c:v>
              </c:pt>
              <c:pt idx="294">
                <c:v>1.668808942086148</c:v>
              </c:pt>
              <c:pt idx="295">
                <c:v>1.668808942086148</c:v>
              </c:pt>
              <c:pt idx="296">
                <c:v>1.4348987808347906</c:v>
              </c:pt>
              <c:pt idx="297">
                <c:v>1.4348987808347906</c:v>
              </c:pt>
              <c:pt idx="298">
                <c:v>1.2933805260034266</c:v>
              </c:pt>
              <c:pt idx="299">
                <c:v>1.2933805260034266</c:v>
              </c:pt>
              <c:pt idx="300">
                <c:v>1.2933805260034266</c:v>
              </c:pt>
              <c:pt idx="301">
                <c:v>1.2933805260034266</c:v>
              </c:pt>
              <c:pt idx="302">
                <c:v>1.2933805260034266</c:v>
              </c:pt>
              <c:pt idx="303">
                <c:v>1.2933805260034266</c:v>
              </c:pt>
              <c:pt idx="304">
                <c:v>1.2933805260034266</c:v>
              </c:pt>
              <c:pt idx="305">
                <c:v>1.2933805260034266</c:v>
              </c:pt>
              <c:pt idx="306">
                <c:v>1.2933805260034266</c:v>
              </c:pt>
              <c:pt idx="307">
                <c:v>1.2933805260034266</c:v>
              </c:pt>
              <c:pt idx="308">
                <c:v>1.2933805260034266</c:v>
              </c:pt>
              <c:pt idx="309">
                <c:v>1.2933805260034266</c:v>
              </c:pt>
              <c:pt idx="310">
                <c:v>1.2933805260034266</c:v>
              </c:pt>
              <c:pt idx="311">
                <c:v>1.2933805260034266</c:v>
              </c:pt>
              <c:pt idx="312">
                <c:v>1.2933805260034266</c:v>
              </c:pt>
              <c:pt idx="313">
                <c:v>1.2933805260034266</c:v>
              </c:pt>
              <c:pt idx="314">
                <c:v>1.2933805260034266</c:v>
              </c:pt>
              <c:pt idx="315">
                <c:v>1.2933805260034266</c:v>
              </c:pt>
              <c:pt idx="316">
                <c:v>1.2933805260034266</c:v>
              </c:pt>
              <c:pt idx="317">
                <c:v>1.2933805260034266</c:v>
              </c:pt>
              <c:pt idx="318">
                <c:v>1.2933805260034266</c:v>
              </c:pt>
              <c:pt idx="319">
                <c:v>1.2933805260034266</c:v>
              </c:pt>
              <c:pt idx="320">
                <c:v>1.2933805260034266</c:v>
              </c:pt>
              <c:pt idx="321">
                <c:v>1.2933805260034266</c:v>
              </c:pt>
              <c:pt idx="322">
                <c:v>1.2933805260034266</c:v>
              </c:pt>
              <c:pt idx="323">
                <c:v>1.2933805260034266</c:v>
              </c:pt>
              <c:pt idx="324">
                <c:v>1.2933805260034266</c:v>
              </c:pt>
              <c:pt idx="325">
                <c:v>1.2933805260034266</c:v>
              </c:pt>
              <c:pt idx="326">
                <c:v>1.2933805260034266</c:v>
              </c:pt>
              <c:pt idx="327">
                <c:v>1.2933805260034266</c:v>
              </c:pt>
              <c:pt idx="328">
                <c:v>1.2276907580323166</c:v>
              </c:pt>
              <c:pt idx="329">
                <c:v>1.2276907580323166</c:v>
              </c:pt>
              <c:pt idx="330">
                <c:v>1.0977392244258743</c:v>
              </c:pt>
              <c:pt idx="331">
                <c:v>1.0977392244258743</c:v>
              </c:pt>
              <c:pt idx="332">
                <c:v>1.00489796890025</c:v>
              </c:pt>
              <c:pt idx="333">
                <c:v>1.00489796890025</c:v>
              </c:pt>
              <c:pt idx="334">
                <c:v>1.00489796890025</c:v>
              </c:pt>
              <c:pt idx="335">
                <c:v>1.00489796890025</c:v>
              </c:pt>
              <c:pt idx="336">
                <c:v>1.00489796890025</c:v>
              </c:pt>
              <c:pt idx="337">
                <c:v>1.00489796890025</c:v>
              </c:pt>
              <c:pt idx="338">
                <c:v>1.00489796890025</c:v>
              </c:pt>
              <c:pt idx="339">
                <c:v>1.00489796890025</c:v>
              </c:pt>
              <c:pt idx="340">
                <c:v>1.00489796890025</c:v>
              </c:pt>
              <c:pt idx="341">
                <c:v>1.00489796890025</c:v>
              </c:pt>
              <c:pt idx="342">
                <c:v>0.8209141913706903</c:v>
              </c:pt>
              <c:pt idx="343">
                <c:v>0.8209141913706903</c:v>
              </c:pt>
              <c:pt idx="344">
                <c:v>0.8209141913706903</c:v>
              </c:pt>
              <c:pt idx="345">
                <c:v>0.8209141913706903</c:v>
              </c:pt>
              <c:pt idx="346">
                <c:v>0.8209141913706903</c:v>
              </c:pt>
              <c:pt idx="347">
                <c:v>0.8209141913706903</c:v>
              </c:pt>
              <c:pt idx="348">
                <c:v>0.8209141913706903</c:v>
              </c:pt>
              <c:pt idx="349">
                <c:v>0.8209141913706903</c:v>
              </c:pt>
              <c:pt idx="350">
                <c:v>0.8209141913706903</c:v>
              </c:pt>
              <c:pt idx="351">
                <c:v>0.8209141913706903</c:v>
              </c:pt>
              <c:pt idx="352">
                <c:v>0.8209141913706903</c:v>
              </c:pt>
              <c:pt idx="353">
                <c:v>0.8209141913706903</c:v>
              </c:pt>
              <c:pt idx="354">
                <c:v>0.8209141913706903</c:v>
              </c:pt>
              <c:pt idx="355">
                <c:v>0.8209141913706903</c:v>
              </c:pt>
              <c:pt idx="356">
                <c:v>0.8209141913706903</c:v>
              </c:pt>
              <c:pt idx="357">
                <c:v>0.8209141913706903</c:v>
              </c:pt>
              <c:pt idx="358">
                <c:v>0.8209141913706903</c:v>
              </c:pt>
              <c:pt idx="359">
                <c:v>0.8209141913706903</c:v>
              </c:pt>
              <c:pt idx="360">
                <c:v>0.6223456897557292</c:v>
              </c:pt>
              <c:pt idx="361">
                <c:v>0.6223456897557292</c:v>
              </c:pt>
              <c:pt idx="362">
                <c:v>0.5617287006355014</c:v>
              </c:pt>
              <c:pt idx="363">
                <c:v>0.5617287006355014</c:v>
              </c:pt>
              <c:pt idx="364">
                <c:v>0.5617287006355014</c:v>
              </c:pt>
              <c:pt idx="365">
                <c:v>0.5617287006355014</c:v>
              </c:pt>
              <c:pt idx="366">
                <c:v>0.5617287006355014</c:v>
              </c:pt>
              <c:pt idx="367">
                <c:v>0.5617287006355014</c:v>
              </c:pt>
              <c:pt idx="368">
                <c:v>0.33917365112501857</c:v>
              </c:pt>
              <c:pt idx="369">
                <c:v>0.33917365112501857</c:v>
              </c:pt>
              <c:pt idx="370">
                <c:v>0.33917365112501857</c:v>
              </c:pt>
              <c:pt idx="371">
                <c:v>0.33917365112501857</c:v>
              </c:pt>
              <c:pt idx="372">
                <c:v>0.33917365112501857</c:v>
              </c:pt>
              <c:pt idx="373">
                <c:v>0.33917365112501857</c:v>
              </c:pt>
              <c:pt idx="374">
                <c:v>0.33917365112501857</c:v>
              </c:pt>
              <c:pt idx="375">
                <c:v>0.33917365112501857</c:v>
              </c:pt>
              <c:pt idx="376">
                <c:v>0.33917365112501857</c:v>
              </c:pt>
              <c:pt idx="377">
                <c:v>0.33917365112501857</c:v>
              </c:pt>
              <c:pt idx="378">
                <c:v>0.33917365112501857</c:v>
              </c:pt>
              <c:pt idx="379">
                <c:v>0.33917365112501857</c:v>
              </c:pt>
              <c:pt idx="380">
                <c:v>0.33917365112501857</c:v>
              </c:pt>
              <c:pt idx="381">
                <c:v>0.33917365112501857</c:v>
              </c:pt>
              <c:pt idx="382">
                <c:v>0.33917365112501857</c:v>
              </c:pt>
              <c:pt idx="383">
                <c:v>0.33917365112501857</c:v>
              </c:pt>
              <c:pt idx="384">
                <c:v>0.33917365112501857</c:v>
              </c:pt>
              <c:pt idx="385">
                <c:v>0.33917365112501857</c:v>
              </c:pt>
              <c:pt idx="386">
                <c:v>0.33917365112501857</c:v>
              </c:pt>
              <c:pt idx="387">
                <c:v>0.33917365112501857</c:v>
              </c:pt>
              <c:pt idx="388">
                <c:v>0.2806138529072485</c:v>
              </c:pt>
              <c:pt idx="389">
                <c:v>0.2806138529072485</c:v>
              </c:pt>
              <c:pt idx="390">
                <c:v>0.2806138529072485</c:v>
              </c:pt>
              <c:pt idx="391">
                <c:v>0.2806138529072485</c:v>
              </c:pt>
              <c:pt idx="392">
                <c:v>0.2806138529072485</c:v>
              </c:pt>
              <c:pt idx="393">
                <c:v>0.2806138529072485</c:v>
              </c:pt>
              <c:pt idx="394">
                <c:v>0.2806138529072485</c:v>
              </c:pt>
              <c:pt idx="395">
                <c:v>0.2806138529072485</c:v>
              </c:pt>
              <c:pt idx="396">
                <c:v>0.2806138529072485</c:v>
              </c:pt>
              <c:pt idx="397">
                <c:v>0.2806138529072485</c:v>
              </c:pt>
              <c:pt idx="398">
                <c:v>0.08877698941196539</c:v>
              </c:pt>
              <c:pt idx="399">
                <c:v>0.08877698941196539</c:v>
              </c:pt>
              <c:pt idx="400">
                <c:v>0.08877698941196539</c:v>
              </c:pt>
              <c:pt idx="401">
                <c:v>0.08877698941196539</c:v>
              </c:pt>
              <c:pt idx="402">
                <c:v>0.08877698941196539</c:v>
              </c:pt>
              <c:pt idx="403">
                <c:v>0.08877698941196539</c:v>
              </c:pt>
              <c:pt idx="404">
                <c:v>0.08877698941196539</c:v>
              </c:pt>
              <c:pt idx="405">
                <c:v>0.08877698941196539</c:v>
              </c:pt>
              <c:pt idx="406">
                <c:v>0.08877698941196539</c:v>
              </c:pt>
              <c:pt idx="407">
                <c:v>0.08877698941196539</c:v>
              </c:pt>
              <c:pt idx="408">
                <c:v>0.08877698941196539</c:v>
              </c:pt>
              <c:pt idx="409">
                <c:v>0.08877698941196539</c:v>
              </c:pt>
              <c:pt idx="410">
                <c:v>0.08877698941196539</c:v>
              </c:pt>
              <c:pt idx="411">
                <c:v>0.08877698941196539</c:v>
              </c:pt>
              <c:pt idx="412">
                <c:v>0.08877698941196539</c:v>
              </c:pt>
              <c:pt idx="413">
                <c:v>0.08877698941196539</c:v>
              </c:pt>
              <c:pt idx="414">
                <c:v>0.08877698941196539</c:v>
              </c:pt>
              <c:pt idx="415">
                <c:v>0.08877698941196539</c:v>
              </c:pt>
              <c:pt idx="416">
                <c:v>0.08877698941196539</c:v>
              </c:pt>
              <c:pt idx="417">
                <c:v>0.08877698941196539</c:v>
              </c:pt>
              <c:pt idx="418">
                <c:v>0.08877698941196539</c:v>
              </c:pt>
              <c:pt idx="419">
                <c:v>0.08877698941196539</c:v>
              </c:pt>
              <c:pt idx="420">
                <c:v>0.08877698941196539</c:v>
              </c:pt>
              <c:pt idx="421">
                <c:v>0.08877698941196539</c:v>
              </c:pt>
              <c:pt idx="422">
                <c:v>0.08877698941196539</c:v>
              </c:pt>
              <c:pt idx="423">
                <c:v>0.08877698941196539</c:v>
              </c:pt>
              <c:pt idx="424">
                <c:v>0.08877698941196539</c:v>
              </c:pt>
              <c:pt idx="425">
                <c:v>0.08877698941196539</c:v>
              </c:pt>
              <c:pt idx="426">
                <c:v>0.08877698941196539</c:v>
              </c:pt>
              <c:pt idx="427">
                <c:v>0.08877698941196539</c:v>
              </c:pt>
              <c:pt idx="428">
                <c:v>0.04012357659455476</c:v>
              </c:pt>
              <c:pt idx="429">
                <c:v>0.04012357659455476</c:v>
              </c:pt>
              <c:pt idx="430">
                <c:v>0.04012357659455476</c:v>
              </c:pt>
              <c:pt idx="431">
                <c:v>0.04012357659455476</c:v>
              </c:pt>
              <c:pt idx="432">
                <c:v>0.04012357659455476</c:v>
              </c:pt>
              <c:pt idx="433">
                <c:v>0.04012357659455476</c:v>
              </c:pt>
              <c:pt idx="434">
                <c:v>0.04012357659455476</c:v>
              </c:pt>
              <c:pt idx="435">
                <c:v>0.04012357659455476</c:v>
              </c:pt>
              <c:pt idx="436">
                <c:v>0.04012357659455476</c:v>
              </c:pt>
              <c:pt idx="437">
                <c:v>0.04012357659455476</c:v>
              </c:pt>
              <c:pt idx="438">
                <c:v>0.04012357659455476</c:v>
              </c:pt>
              <c:pt idx="439">
                <c:v>0.04012357659455476</c:v>
              </c:pt>
              <c:pt idx="440">
                <c:v>0.04012357659455476</c:v>
              </c:pt>
              <c:pt idx="441">
                <c:v>0.04012357659455476</c:v>
              </c:pt>
              <c:pt idx="442">
                <c:v>0.04012357659455476</c:v>
              </c:pt>
              <c:pt idx="443">
                <c:v>0.04012357659455476</c:v>
              </c:pt>
              <c:pt idx="444">
                <c:v>0.04012357659455476</c:v>
              </c:pt>
              <c:pt idx="445">
                <c:v>0.04012357659455476</c:v>
              </c:pt>
              <c:pt idx="446">
                <c:v>0.04012357659455476</c:v>
              </c:pt>
              <c:pt idx="447">
                <c:v>0.04012357659455476</c:v>
              </c:pt>
            </c:numLit>
          </c:yVal>
          <c:smooth val="0"/>
        </c:ser>
        <c:ser>
          <c:idx val="2"/>
          <c:order val="2"/>
          <c:tx>
            <c:v>Same-order filling improvement</c:v>
          </c:tx>
          <c:spPr>
            <a:noFill xmlns:a="http://schemas.openxmlformats.org/drawingml/2006/main"/>
            <a:ln xmlns:a="http://schemas.openxmlformats.org/drawingml/2006/main" w="7620">
              <a:solidFill>
                <a:srgbClr val="009E73"/>
              </a:solidFill>
              <a:prstDash val="solid"/>
            </a:ln>
          </c:spPr>
          <c:marker>
            <c:symbol val="none"/>
            <c:size val="7"/>
            <c:spPr>
              <a:solidFill xmlns:a="http://schemas.openxmlformats.org/drawingml/2006/main">
                <a:srgbClr val="009E73"/>
              </a:solidFill>
            </c:spPr>
          </c:marker>
          <c:xVal>
            <c:numLit>
              <c:formatCode>General</c:formatCode>
              <c:ptCount val="448"/>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c:v>
              </c:pt>
              <c:pt idx="147">
                <c:v>0</c:v>
              </c:pt>
              <c:pt idx="148">
                <c:v>0</c:v>
              </c:pt>
              <c:pt idx="149">
                <c:v>0</c:v>
              </c:pt>
              <c:pt idx="150">
                <c:v>0</c:v>
              </c:pt>
              <c:pt idx="151">
                <c:v>0</c:v>
              </c:pt>
              <c:pt idx="152">
                <c:v>0</c:v>
              </c:pt>
              <c:pt idx="153">
                <c:v>0</c:v>
              </c:pt>
              <c:pt idx="154">
                <c:v>0</c:v>
              </c:pt>
              <c:pt idx="155">
                <c:v>0</c:v>
              </c:pt>
              <c:pt idx="156">
                <c:v>0</c:v>
              </c:pt>
              <c:pt idx="157">
                <c:v>0</c:v>
              </c:pt>
              <c:pt idx="158">
                <c:v>0</c:v>
              </c:pt>
              <c:pt idx="159">
                <c:v>0</c:v>
              </c:pt>
              <c:pt idx="160">
                <c:v>0</c:v>
              </c:pt>
              <c:pt idx="161">
                <c:v>0</c:v>
              </c:pt>
              <c:pt idx="162">
                <c:v>0</c:v>
              </c:pt>
              <c:pt idx="163">
                <c:v>0</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numLit>
          </c:xVal>
          <c:yVal>
            <c:numLit>
              <c:formatCode>0.0</c:formatCode>
              <c:ptCount val="448"/>
              <c:pt idx="0">
                <c:v>6.202028524893199</c:v>
              </c:pt>
              <c:pt idx="1">
                <c:v>6.202028524893199</c:v>
              </c:pt>
              <c:pt idx="2">
                <c:v>6.202028524893199</c:v>
              </c:pt>
              <c:pt idx="3">
                <c:v>6.202028524893199</c:v>
              </c:pt>
              <c:pt idx="4">
                <c:v>6.202028524893199</c:v>
              </c:pt>
              <c:pt idx="5">
                <c:v>6.202028524893199</c:v>
              </c:pt>
              <c:pt idx="6">
                <c:v>6.202028524893199</c:v>
              </c:pt>
              <c:pt idx="7">
                <c:v>6.202028524893199</c:v>
              </c:pt>
              <c:pt idx="8">
                <c:v>6.202028524893199</c:v>
              </c:pt>
              <c:pt idx="9">
                <c:v>6.202028524893199</c:v>
              </c:pt>
              <c:pt idx="10">
                <c:v>6.202028524893199</c:v>
              </c:pt>
              <c:pt idx="11">
                <c:v>6.202028524893199</c:v>
              </c:pt>
              <c:pt idx="12">
                <c:v>6.202028524893199</c:v>
              </c:pt>
              <c:pt idx="13">
                <c:v>6.202028524893199</c:v>
              </c:pt>
              <c:pt idx="14">
                <c:v>6.202028524893199</c:v>
              </c:pt>
              <c:pt idx="15">
                <c:v>6.202028524893199</c:v>
              </c:pt>
              <c:pt idx="16">
                <c:v>6.202028524893199</c:v>
              </c:pt>
              <c:pt idx="17">
                <c:v>6.202028524893199</c:v>
              </c:pt>
              <c:pt idx="18">
                <c:v>6.202028524893199</c:v>
              </c:pt>
              <c:pt idx="19">
                <c:v>6.202028524893199</c:v>
              </c:pt>
              <c:pt idx="20">
                <c:v>6.202028524893199</c:v>
              </c:pt>
              <c:pt idx="21">
                <c:v>6.202028524893199</c:v>
              </c:pt>
              <c:pt idx="22">
                <c:v>6.202028524893199</c:v>
              </c:pt>
              <c:pt idx="23">
                <c:v>6.202028524893199</c:v>
              </c:pt>
              <c:pt idx="24">
                <c:v>6.202028524893199</c:v>
              </c:pt>
              <c:pt idx="25">
                <c:v>6.202028524893199</c:v>
              </c:pt>
              <c:pt idx="26">
                <c:v>6.202028524893199</c:v>
              </c:pt>
              <c:pt idx="27">
                <c:v>6.202028524893199</c:v>
              </c:pt>
              <c:pt idx="28">
                <c:v>6.202028524893199</c:v>
              </c:pt>
              <c:pt idx="29">
                <c:v>6.202028524893199</c:v>
              </c:pt>
              <c:pt idx="30">
                <c:v>6.202028524893199</c:v>
              </c:pt>
              <c:pt idx="31">
                <c:v>6.202028524893199</c:v>
              </c:pt>
              <c:pt idx="32">
                <c:v>6.202028524893199</c:v>
              </c:pt>
              <c:pt idx="33">
                <c:v>6.202028524893199</c:v>
              </c:pt>
              <c:pt idx="34">
                <c:v>6.202028524893199</c:v>
              </c:pt>
              <c:pt idx="35">
                <c:v>6.202028524893199</c:v>
              </c:pt>
              <c:pt idx="36">
                <c:v>6.202028524893199</c:v>
              </c:pt>
              <c:pt idx="37">
                <c:v>6.202028524893199</c:v>
              </c:pt>
              <c:pt idx="38">
                <c:v>6.202028524893199</c:v>
              </c:pt>
              <c:pt idx="39">
                <c:v>6.202028524893199</c:v>
              </c:pt>
              <c:pt idx="40">
                <c:v>6.202028524893199</c:v>
              </c:pt>
              <c:pt idx="41">
                <c:v>6.202028524893199</c:v>
              </c:pt>
              <c:pt idx="42">
                <c:v>6.202028524893199</c:v>
              </c:pt>
              <c:pt idx="43">
                <c:v>6.202028524893199</c:v>
              </c:pt>
              <c:pt idx="44">
                <c:v>6.202028524893199</c:v>
              </c:pt>
              <c:pt idx="45">
                <c:v>6.202028524893199</c:v>
              </c:pt>
              <c:pt idx="46">
                <c:v>6.202028524893199</c:v>
              </c:pt>
              <c:pt idx="47">
                <c:v>6.202028524893199</c:v>
              </c:pt>
              <c:pt idx="48">
                <c:v>6.202028524893199</c:v>
              </c:pt>
              <c:pt idx="49">
                <c:v>6.202028524893199</c:v>
              </c:pt>
              <c:pt idx="50">
                <c:v>6.202028524893199</c:v>
              </c:pt>
              <c:pt idx="51">
                <c:v>6.202028524893199</c:v>
              </c:pt>
              <c:pt idx="52">
                <c:v>6.202028524893199</c:v>
              </c:pt>
              <c:pt idx="53">
                <c:v>6.202028524893199</c:v>
              </c:pt>
              <c:pt idx="54">
                <c:v>6.202028524893199</c:v>
              </c:pt>
              <c:pt idx="55">
                <c:v>6.202028524893199</c:v>
              </c:pt>
              <c:pt idx="56">
                <c:v>6.202028524893199</c:v>
              </c:pt>
              <c:pt idx="57">
                <c:v>6.202028524893199</c:v>
              </c:pt>
              <c:pt idx="58">
                <c:v>6.202028524893199</c:v>
              </c:pt>
              <c:pt idx="59">
                <c:v>6.202028524893199</c:v>
              </c:pt>
              <c:pt idx="60">
                <c:v>6.202028524893199</c:v>
              </c:pt>
              <c:pt idx="61">
                <c:v>6.202028524893199</c:v>
              </c:pt>
              <c:pt idx="62">
                <c:v>6.202028524893199</c:v>
              </c:pt>
              <c:pt idx="63">
                <c:v>6.202028524893199</c:v>
              </c:pt>
              <c:pt idx="64">
                <c:v>6.202028524893199</c:v>
              </c:pt>
              <c:pt idx="65">
                <c:v>6.202028524893199</c:v>
              </c:pt>
              <c:pt idx="66">
                <c:v>6.202028524893199</c:v>
              </c:pt>
              <c:pt idx="67">
                <c:v>6.202028524893199</c:v>
              </c:pt>
              <c:pt idx="68">
                <c:v>6.202028524893199</c:v>
              </c:pt>
              <c:pt idx="69">
                <c:v>6.202028524893199</c:v>
              </c:pt>
              <c:pt idx="70">
                <c:v>6.202028524893199</c:v>
              </c:pt>
              <c:pt idx="71">
                <c:v>6.202028524893199</c:v>
              </c:pt>
              <c:pt idx="72">
                <c:v>6.202028524893199</c:v>
              </c:pt>
              <c:pt idx="73">
                <c:v>6.202028524893199</c:v>
              </c:pt>
              <c:pt idx="74">
                <c:v>6.202028524893199</c:v>
              </c:pt>
              <c:pt idx="75">
                <c:v>6.202028524893199</c:v>
              </c:pt>
              <c:pt idx="76">
                <c:v>6.202028524893199</c:v>
              </c:pt>
              <c:pt idx="77">
                <c:v>6.202028524893199</c:v>
              </c:pt>
              <c:pt idx="78">
                <c:v>6.202028524893199</c:v>
              </c:pt>
              <c:pt idx="79">
                <c:v>6.202028524893199</c:v>
              </c:pt>
              <c:pt idx="80">
                <c:v>6.202028524893199</c:v>
              </c:pt>
              <c:pt idx="81">
                <c:v>6.202028524893199</c:v>
              </c:pt>
              <c:pt idx="82">
                <c:v>6.202028524893199</c:v>
              </c:pt>
              <c:pt idx="83">
                <c:v>6.202028524893199</c:v>
              </c:pt>
              <c:pt idx="84">
                <c:v>6.202028524893199</c:v>
              </c:pt>
              <c:pt idx="85">
                <c:v>6.202028524893199</c:v>
              </c:pt>
              <c:pt idx="86">
                <c:v>6.202028524893199</c:v>
              </c:pt>
              <c:pt idx="87">
                <c:v>6.202028524893199</c:v>
              </c:pt>
              <c:pt idx="88">
                <c:v>6.202028524893199</c:v>
              </c:pt>
              <c:pt idx="89">
                <c:v>6.202028524893199</c:v>
              </c:pt>
              <c:pt idx="90">
                <c:v>6.202028524893199</c:v>
              </c:pt>
              <c:pt idx="91">
                <c:v>6.202028524893199</c:v>
              </c:pt>
              <c:pt idx="92">
                <c:v>6.202028524893199</c:v>
              </c:pt>
              <c:pt idx="93">
                <c:v>6.202028524893199</c:v>
              </c:pt>
              <c:pt idx="94">
                <c:v>6.202028524893199</c:v>
              </c:pt>
              <c:pt idx="95">
                <c:v>6.202028524893199</c:v>
              </c:pt>
              <c:pt idx="96">
                <c:v>6.202028524893199</c:v>
              </c:pt>
              <c:pt idx="97">
                <c:v>6.202028524893199</c:v>
              </c:pt>
              <c:pt idx="98">
                <c:v>6.202028524893199</c:v>
              </c:pt>
              <c:pt idx="99">
                <c:v>6.202028524893199</c:v>
              </c:pt>
              <c:pt idx="100">
                <c:v>6.202028524893199</c:v>
              </c:pt>
              <c:pt idx="101">
                <c:v>6.202028524893199</c:v>
              </c:pt>
              <c:pt idx="102">
                <c:v>6.202028524893199</c:v>
              </c:pt>
              <c:pt idx="103">
                <c:v>6.202028524893199</c:v>
              </c:pt>
              <c:pt idx="104">
                <c:v>6.202028524893199</c:v>
              </c:pt>
              <c:pt idx="105">
                <c:v>6.202028524893199</c:v>
              </c:pt>
              <c:pt idx="106">
                <c:v>6.202028524893199</c:v>
              </c:pt>
              <c:pt idx="107">
                <c:v>6.202028524893199</c:v>
              </c:pt>
              <c:pt idx="108">
                <c:v>6.202028524893199</c:v>
              </c:pt>
              <c:pt idx="109">
                <c:v>6.202028524893199</c:v>
              </c:pt>
              <c:pt idx="110">
                <c:v>6.202028524893199</c:v>
              </c:pt>
              <c:pt idx="111">
                <c:v>6.202028524893199</c:v>
              </c:pt>
              <c:pt idx="112">
                <c:v>6.202028524893199</c:v>
              </c:pt>
              <c:pt idx="113">
                <c:v>6.202028524893199</c:v>
              </c:pt>
              <c:pt idx="114">
                <c:v>6.202028524893199</c:v>
              </c:pt>
              <c:pt idx="115">
                <c:v>6.202028524893199</c:v>
              </c:pt>
              <c:pt idx="116">
                <c:v>6.202028524893199</c:v>
              </c:pt>
              <c:pt idx="117">
                <c:v>6.202028524893199</c:v>
              </c:pt>
              <c:pt idx="118">
                <c:v>6.202028524893199</c:v>
              </c:pt>
              <c:pt idx="119">
                <c:v>6.202028524893199</c:v>
              </c:pt>
              <c:pt idx="120">
                <c:v>6.202028524893199</c:v>
              </c:pt>
              <c:pt idx="121">
                <c:v>6.202028524893199</c:v>
              </c:pt>
              <c:pt idx="122">
                <c:v>6.202028524893199</c:v>
              </c:pt>
              <c:pt idx="123">
                <c:v>6.202028524893199</c:v>
              </c:pt>
              <c:pt idx="124">
                <c:v>6.202028524893199</c:v>
              </c:pt>
              <c:pt idx="125">
                <c:v>6.202028524893199</c:v>
              </c:pt>
              <c:pt idx="126">
                <c:v>6.202028524893199</c:v>
              </c:pt>
              <c:pt idx="127">
                <c:v>6.202028524893199</c:v>
              </c:pt>
              <c:pt idx="128">
                <c:v>6.202028524893199</c:v>
              </c:pt>
              <c:pt idx="129">
                <c:v>6.202028524893199</c:v>
              </c:pt>
              <c:pt idx="130">
                <c:v>6.202028524893199</c:v>
              </c:pt>
              <c:pt idx="131">
                <c:v>6.202028524893199</c:v>
              </c:pt>
              <c:pt idx="132">
                <c:v>6.202028524893199</c:v>
              </c:pt>
              <c:pt idx="133">
                <c:v>6.202028524893199</c:v>
              </c:pt>
              <c:pt idx="134">
                <c:v>6.202028524893199</c:v>
              </c:pt>
              <c:pt idx="135">
                <c:v>6.202028524893199</c:v>
              </c:pt>
              <c:pt idx="136">
                <c:v>6.202028524893199</c:v>
              </c:pt>
              <c:pt idx="137">
                <c:v>6.202028524893199</c:v>
              </c:pt>
              <c:pt idx="138">
                <c:v>6.202028524893199</c:v>
              </c:pt>
              <c:pt idx="139">
                <c:v>6.202028524893199</c:v>
              </c:pt>
              <c:pt idx="140">
                <c:v>6.202028524893199</c:v>
              </c:pt>
              <c:pt idx="141">
                <c:v>6.202028524893199</c:v>
              </c:pt>
              <c:pt idx="142">
                <c:v>6.202028524893199</c:v>
              </c:pt>
              <c:pt idx="143">
                <c:v>6.202028524893199</c:v>
              </c:pt>
              <c:pt idx="144">
                <c:v>6.202028524893199</c:v>
              </c:pt>
              <c:pt idx="145">
                <c:v>6.202028524893199</c:v>
              </c:pt>
              <c:pt idx="146">
                <c:v>6.202028524893199</c:v>
              </c:pt>
              <c:pt idx="147">
                <c:v>6.202028524893199</c:v>
              </c:pt>
              <c:pt idx="148">
                <c:v>6.202028524893199</c:v>
              </c:pt>
              <c:pt idx="149">
                <c:v>6.202028524893199</c:v>
              </c:pt>
              <c:pt idx="150">
                <c:v>6.202028524893199</c:v>
              </c:pt>
              <c:pt idx="151">
                <c:v>6.202028524893199</c:v>
              </c:pt>
              <c:pt idx="152">
                <c:v>6.202028524893199</c:v>
              </c:pt>
              <c:pt idx="153">
                <c:v>6.202028524893199</c:v>
              </c:pt>
              <c:pt idx="154">
                <c:v>6.202028524893199</c:v>
              </c:pt>
              <c:pt idx="155">
                <c:v>6.202028524893199</c:v>
              </c:pt>
              <c:pt idx="156">
                <c:v>6.202028524893199</c:v>
              </c:pt>
              <c:pt idx="157">
                <c:v>6.202028524893199</c:v>
              </c:pt>
              <c:pt idx="158">
                <c:v>6.202028524893199</c:v>
              </c:pt>
              <c:pt idx="159">
                <c:v>6.202028524893199</c:v>
              </c:pt>
              <c:pt idx="160">
                <c:v>6.202028524893199</c:v>
              </c:pt>
              <c:pt idx="161">
                <c:v>6.202028524893199</c:v>
              </c:pt>
              <c:pt idx="162">
                <c:v>6.202028524893199</c:v>
              </c:pt>
              <c:pt idx="163">
                <c:v>6.202028524893199</c:v>
              </c:pt>
              <c:pt idx="164">
                <c:v>6.202028524893199</c:v>
              </c:pt>
              <c:pt idx="165">
                <c:v>6.202028524893199</c:v>
              </c:pt>
              <c:pt idx="166">
                <c:v>6.202028524893199</c:v>
              </c:pt>
              <c:pt idx="167">
                <c:v>6.202028524893199</c:v>
              </c:pt>
              <c:pt idx="168">
                <c:v>6.202028524893199</c:v>
              </c:pt>
              <c:pt idx="169">
                <c:v>6.202028524893199</c:v>
              </c:pt>
              <c:pt idx="170">
                <c:v>6.202028524893199</c:v>
              </c:pt>
              <c:pt idx="171">
                <c:v>6.202028524893199</c:v>
              </c:pt>
              <c:pt idx="172">
                <c:v>6.202028524893199</c:v>
              </c:pt>
              <c:pt idx="173">
                <c:v>6.202028524893199</c:v>
              </c:pt>
              <c:pt idx="174">
                <c:v>6.202028524893199</c:v>
              </c:pt>
              <c:pt idx="175">
                <c:v>6.202028524893199</c:v>
              </c:pt>
              <c:pt idx="176">
                <c:v>6.202028524893199</c:v>
              </c:pt>
              <c:pt idx="177">
                <c:v>6.202028524893199</c:v>
              </c:pt>
              <c:pt idx="178">
                <c:v>6.202028524893199</c:v>
              </c:pt>
              <c:pt idx="179">
                <c:v>6.202028524893199</c:v>
              </c:pt>
              <c:pt idx="180">
                <c:v>6.202028524893199</c:v>
              </c:pt>
              <c:pt idx="181">
                <c:v>6.202028524893199</c:v>
              </c:pt>
              <c:pt idx="182">
                <c:v>6.202028524893199</c:v>
              </c:pt>
              <c:pt idx="183">
                <c:v>6.202028524893199</c:v>
              </c:pt>
              <c:pt idx="184">
                <c:v>6.202028524893199</c:v>
              </c:pt>
              <c:pt idx="185">
                <c:v>6.202028524893199</c:v>
              </c:pt>
              <c:pt idx="186">
                <c:v>6.202028524893199</c:v>
              </c:pt>
              <c:pt idx="187">
                <c:v>6.202028524893199</c:v>
              </c:pt>
              <c:pt idx="188">
                <c:v>6.202028524893199</c:v>
              </c:pt>
              <c:pt idx="189">
                <c:v>6.202028524893199</c:v>
              </c:pt>
              <c:pt idx="190">
                <c:v>6.202028524893199</c:v>
              </c:pt>
              <c:pt idx="191">
                <c:v>6.202028524893199</c:v>
              </c:pt>
              <c:pt idx="192">
                <c:v>6.202028524893199</c:v>
              </c:pt>
              <c:pt idx="193">
                <c:v>6.202028524893199</c:v>
              </c:pt>
              <c:pt idx="194">
                <c:v>6.202028524893199</c:v>
              </c:pt>
              <c:pt idx="195">
                <c:v>6.202028524893199</c:v>
              </c:pt>
              <c:pt idx="196">
                <c:v>6.202028524893199</c:v>
              </c:pt>
              <c:pt idx="197">
                <c:v>6.202028524893199</c:v>
              </c:pt>
              <c:pt idx="198">
                <c:v>6.202028524893199</c:v>
              </c:pt>
              <c:pt idx="199">
                <c:v>6.202028524893199</c:v>
              </c:pt>
              <c:pt idx="200">
                <c:v>6.202028524893199</c:v>
              </c:pt>
              <c:pt idx="201">
                <c:v>6.202028524893199</c:v>
              </c:pt>
              <c:pt idx="202">
                <c:v>6.202028524893199</c:v>
              </c:pt>
              <c:pt idx="203">
                <c:v>6.202028524893199</c:v>
              </c:pt>
              <c:pt idx="204">
                <c:v>6.202028524893199</c:v>
              </c:pt>
              <c:pt idx="205">
                <c:v>6.202028524893199</c:v>
              </c:pt>
              <c:pt idx="206">
                <c:v>6.202028524893199</c:v>
              </c:pt>
              <c:pt idx="207">
                <c:v>6.202028524893199</c:v>
              </c:pt>
              <c:pt idx="208">
                <c:v>6.202028524893199</c:v>
              </c:pt>
              <c:pt idx="209">
                <c:v>6.202028524893199</c:v>
              </c:pt>
              <c:pt idx="210">
                <c:v>6.202028524893199</c:v>
              </c:pt>
              <c:pt idx="211">
                <c:v>6.202028524893199</c:v>
              </c:pt>
              <c:pt idx="212">
                <c:v>6.202028524893199</c:v>
              </c:pt>
              <c:pt idx="213">
                <c:v>6.202028524893199</c:v>
              </c:pt>
              <c:pt idx="214">
                <c:v>6.202028524893199</c:v>
              </c:pt>
              <c:pt idx="215">
                <c:v>6.202028524893199</c:v>
              </c:pt>
              <c:pt idx="216">
                <c:v>6.202028524893199</c:v>
              </c:pt>
              <c:pt idx="217">
                <c:v>6.202028524893199</c:v>
              </c:pt>
              <c:pt idx="218">
                <c:v>6.202028524893199</c:v>
              </c:pt>
              <c:pt idx="219">
                <c:v>6.202028524893199</c:v>
              </c:pt>
              <c:pt idx="220">
                <c:v>6.202028524893199</c:v>
              </c:pt>
              <c:pt idx="221">
                <c:v>6.202028524893199</c:v>
              </c:pt>
              <c:pt idx="222">
                <c:v>6.202028524893199</c:v>
              </c:pt>
              <c:pt idx="223">
                <c:v>6.202028524893199</c:v>
              </c:pt>
              <c:pt idx="224">
                <c:v>6.202028524893199</c:v>
              </c:pt>
              <c:pt idx="225">
                <c:v>6.202028524893199</c:v>
              </c:pt>
              <c:pt idx="226">
                <c:v>6.202028524893199</c:v>
              </c:pt>
              <c:pt idx="227">
                <c:v>6.202028524893199</c:v>
              </c:pt>
              <c:pt idx="228">
                <c:v>6.202028524893199</c:v>
              </c:pt>
              <c:pt idx="229">
                <c:v>6.202028524893199</c:v>
              </c:pt>
              <c:pt idx="230">
                <c:v>6.202028524893199</c:v>
              </c:pt>
              <c:pt idx="231">
                <c:v>6.202028524893199</c:v>
              </c:pt>
              <c:pt idx="232">
                <c:v>6.202028524893199</c:v>
              </c:pt>
              <c:pt idx="233">
                <c:v>6.202028524893199</c:v>
              </c:pt>
              <c:pt idx="234">
                <c:v>6.202028524893199</c:v>
              </c:pt>
              <c:pt idx="235">
                <c:v>6.202028524893199</c:v>
              </c:pt>
              <c:pt idx="236">
                <c:v>6.202028524893199</c:v>
              </c:pt>
              <c:pt idx="237">
                <c:v>6.202028524893199</c:v>
              </c:pt>
              <c:pt idx="238">
                <c:v>6.202028524893199</c:v>
              </c:pt>
              <c:pt idx="239">
                <c:v>6.202028524893199</c:v>
              </c:pt>
              <c:pt idx="240">
                <c:v>6.202028524893199</c:v>
              </c:pt>
              <c:pt idx="241">
                <c:v>6.202028524893199</c:v>
              </c:pt>
              <c:pt idx="242">
                <c:v>6.202028524893199</c:v>
              </c:pt>
              <c:pt idx="243">
                <c:v>6.202028524893199</c:v>
              </c:pt>
              <c:pt idx="244">
                <c:v>6.202028524893199</c:v>
              </c:pt>
              <c:pt idx="245">
                <c:v>6.202028524893199</c:v>
              </c:pt>
              <c:pt idx="246">
                <c:v>6.202028524893199</c:v>
              </c:pt>
              <c:pt idx="247">
                <c:v>6.202028524893199</c:v>
              </c:pt>
              <c:pt idx="248">
                <c:v>6.202028524893199</c:v>
              </c:pt>
              <c:pt idx="249">
                <c:v>6.202028524893199</c:v>
              </c:pt>
              <c:pt idx="250">
                <c:v>6.202028524893199</c:v>
              </c:pt>
              <c:pt idx="251">
                <c:v>6.202028524893199</c:v>
              </c:pt>
              <c:pt idx="252">
                <c:v>6.202028524893199</c:v>
              </c:pt>
              <c:pt idx="253">
                <c:v>6.202028524893199</c:v>
              </c:pt>
              <c:pt idx="254">
                <c:v>6.202028524893199</c:v>
              </c:pt>
              <c:pt idx="255">
                <c:v>6.202028524893199</c:v>
              </c:pt>
              <c:pt idx="256">
                <c:v>6.202028524893199</c:v>
              </c:pt>
              <c:pt idx="257">
                <c:v>6.202028524893199</c:v>
              </c:pt>
              <c:pt idx="258">
                <c:v>6.202028524893199</c:v>
              </c:pt>
              <c:pt idx="259">
                <c:v>6.202028524893199</c:v>
              </c:pt>
              <c:pt idx="260">
                <c:v>6.202028524893199</c:v>
              </c:pt>
              <c:pt idx="261">
                <c:v>6.202028524893199</c:v>
              </c:pt>
              <c:pt idx="262">
                <c:v>6.202028524893199</c:v>
              </c:pt>
              <c:pt idx="263">
                <c:v>6.202028524893199</c:v>
              </c:pt>
              <c:pt idx="264">
                <c:v>6.202028524893199</c:v>
              </c:pt>
              <c:pt idx="265">
                <c:v>6.202028524893199</c:v>
              </c:pt>
              <c:pt idx="266">
                <c:v>6.202028524893199</c:v>
              </c:pt>
              <c:pt idx="267">
                <c:v>6.202028524893199</c:v>
              </c:pt>
              <c:pt idx="268">
                <c:v>6.202028524893199</c:v>
              </c:pt>
              <c:pt idx="269">
                <c:v>6.202028524893199</c:v>
              </c:pt>
              <c:pt idx="270">
                <c:v>6.202028524893199</c:v>
              </c:pt>
              <c:pt idx="271">
                <c:v>6.202028524893199</c:v>
              </c:pt>
              <c:pt idx="272">
                <c:v>6.202028524893199</c:v>
              </c:pt>
              <c:pt idx="273">
                <c:v>6.202028524893199</c:v>
              </c:pt>
              <c:pt idx="274">
                <c:v>6.202028524893199</c:v>
              </c:pt>
              <c:pt idx="275">
                <c:v>6.202028524893199</c:v>
              </c:pt>
              <c:pt idx="276">
                <c:v>6.202028524893199</c:v>
              </c:pt>
              <c:pt idx="277">
                <c:v>6.202028524893199</c:v>
              </c:pt>
              <c:pt idx="278">
                <c:v>6.202028524893199</c:v>
              </c:pt>
              <c:pt idx="279">
                <c:v>6.202028524893199</c:v>
              </c:pt>
              <c:pt idx="280">
                <c:v>6.202028524893199</c:v>
              </c:pt>
              <c:pt idx="281">
                <c:v>6.202028524893199</c:v>
              </c:pt>
              <c:pt idx="282">
                <c:v>6.202028524893199</c:v>
              </c:pt>
              <c:pt idx="283">
                <c:v>6.202028524893199</c:v>
              </c:pt>
              <c:pt idx="284">
                <c:v>6.202028524893199</c:v>
              </c:pt>
              <c:pt idx="285">
                <c:v>6.202028524893199</c:v>
              </c:pt>
              <c:pt idx="286">
                <c:v>6.202028524893199</c:v>
              </c:pt>
              <c:pt idx="287">
                <c:v>6.202028524893199</c:v>
              </c:pt>
              <c:pt idx="288">
                <c:v>6.202028524893199</c:v>
              </c:pt>
              <c:pt idx="289">
                <c:v>6.202028524893199</c:v>
              </c:pt>
              <c:pt idx="290">
                <c:v>6.202028524893199</c:v>
              </c:pt>
              <c:pt idx="291">
                <c:v>6.202028524893199</c:v>
              </c:pt>
              <c:pt idx="292">
                <c:v>6.202028524893199</c:v>
              </c:pt>
              <c:pt idx="293">
                <c:v>6.202028524893199</c:v>
              </c:pt>
              <c:pt idx="294">
                <c:v>6.202028524893199</c:v>
              </c:pt>
              <c:pt idx="295">
                <c:v>6.202028524893199</c:v>
              </c:pt>
              <c:pt idx="296">
                <c:v>6.202028524893199</c:v>
              </c:pt>
              <c:pt idx="297">
                <c:v>6.202028524893199</c:v>
              </c:pt>
              <c:pt idx="298">
                <c:v>6.202028524893199</c:v>
              </c:pt>
              <c:pt idx="299">
                <c:v>6.202028524893199</c:v>
              </c:pt>
              <c:pt idx="300">
                <c:v>6.202028524893199</c:v>
              </c:pt>
              <c:pt idx="301">
                <c:v>6.202028524893199</c:v>
              </c:pt>
              <c:pt idx="302">
                <c:v>6.202028524893199</c:v>
              </c:pt>
              <c:pt idx="303">
                <c:v>6.202028524893199</c:v>
              </c:pt>
              <c:pt idx="304">
                <c:v>6.202028524893199</c:v>
              </c:pt>
              <c:pt idx="305">
                <c:v>6.202028524893199</c:v>
              </c:pt>
              <c:pt idx="306">
                <c:v>6.202028524893199</c:v>
              </c:pt>
              <c:pt idx="307">
                <c:v>6.202028524893199</c:v>
              </c:pt>
              <c:pt idx="308">
                <c:v>6.202028524893199</c:v>
              </c:pt>
              <c:pt idx="309">
                <c:v>6.202028524893199</c:v>
              </c:pt>
              <c:pt idx="310">
                <c:v>6.202028524893199</c:v>
              </c:pt>
              <c:pt idx="311">
                <c:v>6.202028524893199</c:v>
              </c:pt>
              <c:pt idx="312">
                <c:v>6.202028524893199</c:v>
              </c:pt>
              <c:pt idx="313">
                <c:v>6.202028524893199</c:v>
              </c:pt>
              <c:pt idx="314">
                <c:v>6.202028524893199</c:v>
              </c:pt>
              <c:pt idx="315">
                <c:v>6.202028524893199</c:v>
              </c:pt>
              <c:pt idx="316">
                <c:v>6.202028524893199</c:v>
              </c:pt>
              <c:pt idx="317">
                <c:v>6.202028524893199</c:v>
              </c:pt>
              <c:pt idx="318">
                <c:v>6.202028524893199</c:v>
              </c:pt>
              <c:pt idx="319">
                <c:v>6.202028524893199</c:v>
              </c:pt>
              <c:pt idx="320">
                <c:v>6.202028524893199</c:v>
              </c:pt>
              <c:pt idx="321">
                <c:v>6.202028524893199</c:v>
              </c:pt>
              <c:pt idx="322">
                <c:v>6.202028524893199</c:v>
              </c:pt>
              <c:pt idx="323">
                <c:v>6.202028524893199</c:v>
              </c:pt>
              <c:pt idx="324">
                <c:v>6.202028524893199</c:v>
              </c:pt>
              <c:pt idx="325">
                <c:v>6.202028524893199</c:v>
              </c:pt>
              <c:pt idx="326">
                <c:v>6.202028524893199</c:v>
              </c:pt>
              <c:pt idx="327">
                <c:v>6.202028524893199</c:v>
              </c:pt>
              <c:pt idx="328">
                <c:v>6.202028524893199</c:v>
              </c:pt>
              <c:pt idx="329">
                <c:v>6.202028524893199</c:v>
              </c:pt>
              <c:pt idx="330">
                <c:v>6.202028524893199</c:v>
              </c:pt>
              <c:pt idx="331">
                <c:v>6.202028524893199</c:v>
              </c:pt>
              <c:pt idx="332">
                <c:v>6.202028524893199</c:v>
              </c:pt>
              <c:pt idx="333">
                <c:v>6.202028524893199</c:v>
              </c:pt>
              <c:pt idx="334">
                <c:v>6.202028524893199</c:v>
              </c:pt>
              <c:pt idx="335">
                <c:v>6.202028524893199</c:v>
              </c:pt>
              <c:pt idx="336">
                <c:v>6.202028524893199</c:v>
              </c:pt>
              <c:pt idx="337">
                <c:v>6.202028524893199</c:v>
              </c:pt>
              <c:pt idx="338">
                <c:v>6.202028524893199</c:v>
              </c:pt>
              <c:pt idx="339">
                <c:v>6.202028524893199</c:v>
              </c:pt>
              <c:pt idx="340">
                <c:v>6.202028524893199</c:v>
              </c:pt>
              <c:pt idx="341">
                <c:v>6.202028524893199</c:v>
              </c:pt>
              <c:pt idx="342">
                <c:v>6.202028524893199</c:v>
              </c:pt>
              <c:pt idx="343">
                <c:v>6.202028524893199</c:v>
              </c:pt>
              <c:pt idx="344">
                <c:v>6.202028524893199</c:v>
              </c:pt>
              <c:pt idx="345">
                <c:v>6.202028524893199</c:v>
              </c:pt>
              <c:pt idx="346">
                <c:v>6.202028524893199</c:v>
              </c:pt>
              <c:pt idx="347">
                <c:v>6.202028524893199</c:v>
              </c:pt>
              <c:pt idx="348">
                <c:v>6.202028524893199</c:v>
              </c:pt>
              <c:pt idx="349">
                <c:v>6.202028524893199</c:v>
              </c:pt>
              <c:pt idx="350">
                <c:v>6.202028524893199</c:v>
              </c:pt>
              <c:pt idx="351">
                <c:v>6.202028524893199</c:v>
              </c:pt>
              <c:pt idx="352">
                <c:v>6.202028524893199</c:v>
              </c:pt>
              <c:pt idx="353">
                <c:v>6.202028524893199</c:v>
              </c:pt>
              <c:pt idx="354">
                <c:v>6.202028524893199</c:v>
              </c:pt>
              <c:pt idx="355">
                <c:v>6.202028524893199</c:v>
              </c:pt>
              <c:pt idx="356">
                <c:v>6.202028524893199</c:v>
              </c:pt>
              <c:pt idx="357">
                <c:v>6.202028524893199</c:v>
              </c:pt>
              <c:pt idx="358">
                <c:v>6.202028524893199</c:v>
              </c:pt>
              <c:pt idx="359">
                <c:v>6.202028524893199</c:v>
              </c:pt>
              <c:pt idx="360">
                <c:v>6.202028524893199</c:v>
              </c:pt>
              <c:pt idx="361">
                <c:v>6.202028524893199</c:v>
              </c:pt>
              <c:pt idx="362">
                <c:v>6.202028524893199</c:v>
              </c:pt>
              <c:pt idx="363">
                <c:v>6.202028524893199</c:v>
              </c:pt>
              <c:pt idx="364">
                <c:v>6.202028524893199</c:v>
              </c:pt>
              <c:pt idx="365">
                <c:v>6.202028524893199</c:v>
              </c:pt>
              <c:pt idx="366">
                <c:v>6.202028524893199</c:v>
              </c:pt>
              <c:pt idx="367">
                <c:v>6.202028524893199</c:v>
              </c:pt>
              <c:pt idx="368">
                <c:v>6.202028524893199</c:v>
              </c:pt>
              <c:pt idx="369">
                <c:v>6.202028524893199</c:v>
              </c:pt>
              <c:pt idx="370">
                <c:v>6.202028524893199</c:v>
              </c:pt>
              <c:pt idx="371">
                <c:v>6.202028524893199</c:v>
              </c:pt>
              <c:pt idx="372">
                <c:v>6.202028524893199</c:v>
              </c:pt>
              <c:pt idx="373">
                <c:v>6.202028524893199</c:v>
              </c:pt>
              <c:pt idx="374">
                <c:v>6.202028524893199</c:v>
              </c:pt>
              <c:pt idx="375">
                <c:v>6.202028524893199</c:v>
              </c:pt>
              <c:pt idx="376">
                <c:v>6.202028524893199</c:v>
              </c:pt>
              <c:pt idx="377">
                <c:v>6.202028524893199</c:v>
              </c:pt>
              <c:pt idx="378">
                <c:v>6.202028524893199</c:v>
              </c:pt>
              <c:pt idx="379">
                <c:v>6.202028524893199</c:v>
              </c:pt>
              <c:pt idx="380">
                <c:v>6.202028524893199</c:v>
              </c:pt>
              <c:pt idx="381">
                <c:v>6.202028524893199</c:v>
              </c:pt>
              <c:pt idx="382">
                <c:v>6.202028524893199</c:v>
              </c:pt>
              <c:pt idx="383">
                <c:v>6.202028524893199</c:v>
              </c:pt>
              <c:pt idx="384">
                <c:v>6.202028524893199</c:v>
              </c:pt>
              <c:pt idx="385">
                <c:v>6.202028524893199</c:v>
              </c:pt>
              <c:pt idx="386">
                <c:v>6.202028524893199</c:v>
              </c:pt>
              <c:pt idx="387">
                <c:v>6.202028524893199</c:v>
              </c:pt>
              <c:pt idx="388">
                <c:v>6.202028524893199</c:v>
              </c:pt>
              <c:pt idx="389">
                <c:v>6.202028524893199</c:v>
              </c:pt>
              <c:pt idx="390">
                <c:v>6.202028524893199</c:v>
              </c:pt>
              <c:pt idx="391">
                <c:v>6.202028524893199</c:v>
              </c:pt>
              <c:pt idx="392">
                <c:v>6.202028524893199</c:v>
              </c:pt>
              <c:pt idx="393">
                <c:v>6.202028524893199</c:v>
              </c:pt>
              <c:pt idx="394">
                <c:v>6.202028524893199</c:v>
              </c:pt>
              <c:pt idx="395">
                <c:v>6.202028524893199</c:v>
              </c:pt>
              <c:pt idx="396">
                <c:v>6.202028524893199</c:v>
              </c:pt>
              <c:pt idx="397">
                <c:v>6.202028524893199</c:v>
              </c:pt>
              <c:pt idx="398">
                <c:v>6.202028524893199</c:v>
              </c:pt>
              <c:pt idx="399">
                <c:v>6.202028524893199</c:v>
              </c:pt>
              <c:pt idx="400">
                <c:v>6.202028524893199</c:v>
              </c:pt>
              <c:pt idx="401">
                <c:v>6.202028524893199</c:v>
              </c:pt>
              <c:pt idx="402">
                <c:v>6.202028524893199</c:v>
              </c:pt>
              <c:pt idx="403">
                <c:v>6.202028524893199</c:v>
              </c:pt>
              <c:pt idx="404">
                <c:v>6.202028524893199</c:v>
              </c:pt>
              <c:pt idx="405">
                <c:v>6.202028524893199</c:v>
              </c:pt>
              <c:pt idx="406">
                <c:v>6.202028524893199</c:v>
              </c:pt>
              <c:pt idx="407">
                <c:v>6.202028524893199</c:v>
              </c:pt>
              <c:pt idx="408">
                <c:v>6.202028524893199</c:v>
              </c:pt>
              <c:pt idx="409">
                <c:v>6.202028524893199</c:v>
              </c:pt>
              <c:pt idx="410">
                <c:v>6.202028524893199</c:v>
              </c:pt>
              <c:pt idx="411">
                <c:v>6.202028524893199</c:v>
              </c:pt>
              <c:pt idx="412">
                <c:v>6.202028524893199</c:v>
              </c:pt>
              <c:pt idx="413">
                <c:v>6.202028524893199</c:v>
              </c:pt>
              <c:pt idx="414">
                <c:v>6.202028524893199</c:v>
              </c:pt>
              <c:pt idx="415">
                <c:v>6.202028524893199</c:v>
              </c:pt>
              <c:pt idx="416">
                <c:v>6.202028524893199</c:v>
              </c:pt>
              <c:pt idx="417">
                <c:v>6.202028524893199</c:v>
              </c:pt>
              <c:pt idx="418">
                <c:v>6.202028524893199</c:v>
              </c:pt>
              <c:pt idx="419">
                <c:v>6.202028524893199</c:v>
              </c:pt>
              <c:pt idx="420">
                <c:v>6.202028524893199</c:v>
              </c:pt>
              <c:pt idx="421">
                <c:v>6.202028524893199</c:v>
              </c:pt>
              <c:pt idx="422">
                <c:v>6.202028524893199</c:v>
              </c:pt>
              <c:pt idx="423">
                <c:v>6.202028524893199</c:v>
              </c:pt>
              <c:pt idx="424">
                <c:v>6.202028524893199</c:v>
              </c:pt>
              <c:pt idx="425">
                <c:v>6.202028524893199</c:v>
              </c:pt>
              <c:pt idx="426">
                <c:v>6.202028524893199</c:v>
              </c:pt>
              <c:pt idx="427">
                <c:v>6.202028524893199</c:v>
              </c:pt>
              <c:pt idx="428">
                <c:v>6.202028524893199</c:v>
              </c:pt>
              <c:pt idx="429">
                <c:v>6.202028524893199</c:v>
              </c:pt>
              <c:pt idx="430">
                <c:v>6.202028524893199</c:v>
              </c:pt>
              <c:pt idx="431">
                <c:v>6.202028524893199</c:v>
              </c:pt>
              <c:pt idx="432">
                <c:v>6.202028524893199</c:v>
              </c:pt>
              <c:pt idx="433">
                <c:v>6.202028524893199</c:v>
              </c:pt>
              <c:pt idx="434">
                <c:v>6.202028524893199</c:v>
              </c:pt>
              <c:pt idx="435">
                <c:v>6.202028524893199</c:v>
              </c:pt>
              <c:pt idx="436">
                <c:v>6.202028524893199</c:v>
              </c:pt>
              <c:pt idx="437">
                <c:v>6.202028524893199</c:v>
              </c:pt>
              <c:pt idx="438">
                <c:v>6.202028524893199</c:v>
              </c:pt>
              <c:pt idx="439">
                <c:v>6.202028524893199</c:v>
              </c:pt>
              <c:pt idx="440">
                <c:v>6.202028524893199</c:v>
              </c:pt>
              <c:pt idx="441">
                <c:v>6.202028524893199</c:v>
              </c:pt>
              <c:pt idx="442">
                <c:v>6.202028524893199</c:v>
              </c:pt>
              <c:pt idx="443">
                <c:v>6.202028524893199</c:v>
              </c:pt>
              <c:pt idx="444">
                <c:v>6.202028524893199</c:v>
              </c:pt>
              <c:pt idx="445">
                <c:v>6.202028524893199</c:v>
              </c:pt>
              <c:pt idx="446">
                <c:v>6.202028524893199</c:v>
              </c:pt>
              <c:pt idx="447">
                <c:v>6.202028524893199</c:v>
              </c:pt>
            </c:numLit>
          </c:yVal>
          <c:smooth val="0"/>
        </c:ser>
        <c:ser>
          <c:idx val="3"/>
          <c:order val="3"/>
          <c:tx>
            <c:v>Same-order filling improvement</c:v>
          </c:tx>
          <c:spPr>
            <a:noFill xmlns:a="http://schemas.openxmlformats.org/drawingml/2006/main"/>
            <a:ln xmlns:a="http://schemas.openxmlformats.org/drawingml/2006/main" w="7620">
              <a:solidFill>
                <a:srgbClr val="009E73"/>
              </a:solidFill>
              <a:prstDash val="solid"/>
            </a:ln>
          </c:spPr>
          <c:marker>
            <c:symbol val="none"/>
            <c:size val="7"/>
            <c:spPr>
              <a:solidFill xmlns:a="http://schemas.openxmlformats.org/drawingml/2006/main">
                <a:srgbClr val="009E73"/>
              </a:solidFill>
            </c:spPr>
          </c:marker>
          <c:xVal>
            <c:numLit>
              <c:formatCode>General</c:formatCode>
              <c:ptCount val="448"/>
              <c:pt idx="0">
                <c:v>1.65505952237088</c:v>
              </c:pt>
              <c:pt idx="1">
                <c:v>1.899731544736432</c:v>
              </c:pt>
              <c:pt idx="2">
                <c:v>1.899731544736432</c:v>
              </c:pt>
              <c:pt idx="3">
                <c:v>1.899731544736432</c:v>
              </c:pt>
              <c:pt idx="4">
                <c:v>1.899731544736432</c:v>
              </c:pt>
              <c:pt idx="5">
                <c:v>1.899731544736432</c:v>
              </c:pt>
              <c:pt idx="6">
                <c:v>1.899731544736432</c:v>
              </c:pt>
              <c:pt idx="7">
                <c:v>1.899731544736432</c:v>
              </c:pt>
              <c:pt idx="8">
                <c:v>1.899731544736432</c:v>
              </c:pt>
              <c:pt idx="9">
                <c:v>1.899731544736432</c:v>
              </c:pt>
              <c:pt idx="10">
                <c:v>1.899731544736432</c:v>
              </c:pt>
              <c:pt idx="11">
                <c:v>1.899731544736432</c:v>
              </c:pt>
              <c:pt idx="12">
                <c:v>1.899731544736432</c:v>
              </c:pt>
              <c:pt idx="13">
                <c:v>1.899731544736432</c:v>
              </c:pt>
              <c:pt idx="14">
                <c:v>1.899731544736432</c:v>
              </c:pt>
              <c:pt idx="15">
                <c:v>1.899731544736432</c:v>
              </c:pt>
              <c:pt idx="16">
                <c:v>1.899731544736432</c:v>
              </c:pt>
              <c:pt idx="17">
                <c:v>1.899731544736432</c:v>
              </c:pt>
              <c:pt idx="18">
                <c:v>1.899731544736432</c:v>
              </c:pt>
              <c:pt idx="19">
                <c:v>1.899731544736432</c:v>
              </c:pt>
              <c:pt idx="20">
                <c:v>1.899731544736432</c:v>
              </c:pt>
              <c:pt idx="21">
                <c:v>1.899731544736432</c:v>
              </c:pt>
              <c:pt idx="22">
                <c:v>1.899731544736432</c:v>
              </c:pt>
              <c:pt idx="23">
                <c:v>1.899731544736432</c:v>
              </c:pt>
              <c:pt idx="24">
                <c:v>1.899731544736432</c:v>
              </c:pt>
              <c:pt idx="25">
                <c:v>1.899731544736432</c:v>
              </c:pt>
              <c:pt idx="26">
                <c:v>1.899731544736432</c:v>
              </c:pt>
              <c:pt idx="27">
                <c:v>1.899731544736432</c:v>
              </c:pt>
              <c:pt idx="28">
                <c:v>1.899731544736432</c:v>
              </c:pt>
              <c:pt idx="29">
                <c:v>1.899731544736432</c:v>
              </c:pt>
              <c:pt idx="30">
                <c:v>1.899731544736432</c:v>
              </c:pt>
              <c:pt idx="31">
                <c:v>1.899731544736432</c:v>
              </c:pt>
              <c:pt idx="32">
                <c:v>1.899731544736432</c:v>
              </c:pt>
              <c:pt idx="33">
                <c:v>1.899731544736432</c:v>
              </c:pt>
              <c:pt idx="34">
                <c:v>1.899731544736432</c:v>
              </c:pt>
              <c:pt idx="35">
                <c:v>1.899731544736432</c:v>
              </c:pt>
              <c:pt idx="36">
                <c:v>1.899731544736432</c:v>
              </c:pt>
              <c:pt idx="37">
                <c:v>1.899731544736432</c:v>
              </c:pt>
              <c:pt idx="38">
                <c:v>1.899731544736432</c:v>
              </c:pt>
              <c:pt idx="39">
                <c:v>1.899731544736432</c:v>
              </c:pt>
              <c:pt idx="40">
                <c:v>1.899731544736432</c:v>
              </c:pt>
              <c:pt idx="41">
                <c:v>1.899731544736432</c:v>
              </c:pt>
              <c:pt idx="42">
                <c:v>1.899731544736432</c:v>
              </c:pt>
              <c:pt idx="43">
                <c:v>1.899731544736432</c:v>
              </c:pt>
              <c:pt idx="44">
                <c:v>1.899731544736432</c:v>
              </c:pt>
              <c:pt idx="45">
                <c:v>1.899731544736432</c:v>
              </c:pt>
              <c:pt idx="46">
                <c:v>1.899731544736432</c:v>
              </c:pt>
              <c:pt idx="47">
                <c:v>1.899731544736432</c:v>
              </c:pt>
              <c:pt idx="48">
                <c:v>1.899731544736432</c:v>
              </c:pt>
              <c:pt idx="49">
                <c:v>1.899731544736432</c:v>
              </c:pt>
              <c:pt idx="50">
                <c:v>1.899731544736432</c:v>
              </c:pt>
              <c:pt idx="51">
                <c:v>1.899731544736432</c:v>
              </c:pt>
              <c:pt idx="52">
                <c:v>1.899731544736432</c:v>
              </c:pt>
              <c:pt idx="53">
                <c:v>1.899731544736432</c:v>
              </c:pt>
              <c:pt idx="54">
                <c:v>1.899731544736432</c:v>
              </c:pt>
              <c:pt idx="55">
                <c:v>1.899731544736432</c:v>
              </c:pt>
              <c:pt idx="56">
                <c:v>1.899731544736432</c:v>
              </c:pt>
              <c:pt idx="57">
                <c:v>1.899731544736432</c:v>
              </c:pt>
              <c:pt idx="58">
                <c:v>1.899731544736432</c:v>
              </c:pt>
              <c:pt idx="59">
                <c:v>1.899731544736432</c:v>
              </c:pt>
              <c:pt idx="60">
                <c:v>1.899731544736432</c:v>
              </c:pt>
              <c:pt idx="61">
                <c:v>1.899731544736432</c:v>
              </c:pt>
              <c:pt idx="62">
                <c:v>1.899731544736432</c:v>
              </c:pt>
              <c:pt idx="63">
                <c:v>1.899731544736432</c:v>
              </c:pt>
              <c:pt idx="64">
                <c:v>1.899731544736432</c:v>
              </c:pt>
              <c:pt idx="65">
                <c:v>1.899731544736432</c:v>
              </c:pt>
              <c:pt idx="66">
                <c:v>1.899731544736432</c:v>
              </c:pt>
              <c:pt idx="67">
                <c:v>1.899731544736432</c:v>
              </c:pt>
              <c:pt idx="68">
                <c:v>1.899731544736432</c:v>
              </c:pt>
              <c:pt idx="69">
                <c:v>1.899731544736432</c:v>
              </c:pt>
              <c:pt idx="70">
                <c:v>1.899731544736432</c:v>
              </c:pt>
              <c:pt idx="71">
                <c:v>1.899731544736432</c:v>
              </c:pt>
              <c:pt idx="72">
                <c:v>1.899731544736432</c:v>
              </c:pt>
              <c:pt idx="73">
                <c:v>1.899731544736432</c:v>
              </c:pt>
              <c:pt idx="74">
                <c:v>1.899731544736432</c:v>
              </c:pt>
              <c:pt idx="75">
                <c:v>1.899731544736432</c:v>
              </c:pt>
              <c:pt idx="76">
                <c:v>1.899731544736432</c:v>
              </c:pt>
              <c:pt idx="77">
                <c:v>1.899731544736432</c:v>
              </c:pt>
              <c:pt idx="78">
                <c:v>1.899731544736432</c:v>
              </c:pt>
              <c:pt idx="79">
                <c:v>1.899731544736432</c:v>
              </c:pt>
              <c:pt idx="80">
                <c:v>1.899731544736432</c:v>
              </c:pt>
              <c:pt idx="81">
                <c:v>1.899731544736432</c:v>
              </c:pt>
              <c:pt idx="82">
                <c:v>1.899731544736432</c:v>
              </c:pt>
              <c:pt idx="83">
                <c:v>1.899731544736432</c:v>
              </c:pt>
              <c:pt idx="84">
                <c:v>1.899731544736432</c:v>
              </c:pt>
              <c:pt idx="85">
                <c:v>1.899731544736432</c:v>
              </c:pt>
              <c:pt idx="86">
                <c:v>1.899731544736432</c:v>
              </c:pt>
              <c:pt idx="87">
                <c:v>1.899731544736432</c:v>
              </c:pt>
              <c:pt idx="88">
                <c:v>1.899731544736432</c:v>
              </c:pt>
              <c:pt idx="89">
                <c:v>1.899731544736432</c:v>
              </c:pt>
              <c:pt idx="90">
                <c:v>1.899731544736432</c:v>
              </c:pt>
              <c:pt idx="91">
                <c:v>1.899731544736432</c:v>
              </c:pt>
              <c:pt idx="92">
                <c:v>1.899731544736432</c:v>
              </c:pt>
              <c:pt idx="93">
                <c:v>1.899731544736432</c:v>
              </c:pt>
              <c:pt idx="94">
                <c:v>1.899731544736432</c:v>
              </c:pt>
              <c:pt idx="95">
                <c:v>1.899731544736432</c:v>
              </c:pt>
              <c:pt idx="96">
                <c:v>1.899731544736432</c:v>
              </c:pt>
              <c:pt idx="97">
                <c:v>1.899731544736432</c:v>
              </c:pt>
              <c:pt idx="98">
                <c:v>1.899731544736432</c:v>
              </c:pt>
              <c:pt idx="99">
                <c:v>1.899731544736432</c:v>
              </c:pt>
              <c:pt idx="100">
                <c:v>1.899731544736432</c:v>
              </c:pt>
              <c:pt idx="101">
                <c:v>1.899731544736432</c:v>
              </c:pt>
              <c:pt idx="102">
                <c:v>1.899731544736432</c:v>
              </c:pt>
              <c:pt idx="103">
                <c:v>1.899731544736432</c:v>
              </c:pt>
              <c:pt idx="104">
                <c:v>1.899731544736432</c:v>
              </c:pt>
              <c:pt idx="105">
                <c:v>1.899731544736432</c:v>
              </c:pt>
              <c:pt idx="106">
                <c:v>1.899731544736432</c:v>
              </c:pt>
              <c:pt idx="107">
                <c:v>1.899731544736432</c:v>
              </c:pt>
              <c:pt idx="108">
                <c:v>1.899731544736432</c:v>
              </c:pt>
              <c:pt idx="109">
                <c:v>1.899731544736432</c:v>
              </c:pt>
              <c:pt idx="110">
                <c:v>1.899731544736432</c:v>
              </c:pt>
              <c:pt idx="111">
                <c:v>1.899731544736432</c:v>
              </c:pt>
              <c:pt idx="112">
                <c:v>1.899731544736432</c:v>
              </c:pt>
              <c:pt idx="113">
                <c:v>1.899731544736432</c:v>
              </c:pt>
              <c:pt idx="114">
                <c:v>1.899731544736432</c:v>
              </c:pt>
              <c:pt idx="115">
                <c:v>1.899731544736432</c:v>
              </c:pt>
              <c:pt idx="116">
                <c:v>1.899731544736432</c:v>
              </c:pt>
              <c:pt idx="117">
                <c:v>1.899731544736432</c:v>
              </c:pt>
              <c:pt idx="118">
                <c:v>1.899731544736432</c:v>
              </c:pt>
              <c:pt idx="119">
                <c:v>1.899731544736432</c:v>
              </c:pt>
              <c:pt idx="120">
                <c:v>1.899731544736432</c:v>
              </c:pt>
              <c:pt idx="121">
                <c:v>1.899731544736432</c:v>
              </c:pt>
              <c:pt idx="122">
                <c:v>1.899731544736432</c:v>
              </c:pt>
              <c:pt idx="123">
                <c:v>1.899731544736432</c:v>
              </c:pt>
              <c:pt idx="124">
                <c:v>1.899731544736432</c:v>
              </c:pt>
              <c:pt idx="125">
                <c:v>1.899731544736432</c:v>
              </c:pt>
              <c:pt idx="126">
                <c:v>1.899731544736432</c:v>
              </c:pt>
              <c:pt idx="127">
                <c:v>1.899731544736432</c:v>
              </c:pt>
              <c:pt idx="128">
                <c:v>1.899731544736432</c:v>
              </c:pt>
              <c:pt idx="129">
                <c:v>1.899731544736432</c:v>
              </c:pt>
              <c:pt idx="130">
                <c:v>1.899731544736432</c:v>
              </c:pt>
              <c:pt idx="131">
                <c:v>1.899731544736432</c:v>
              </c:pt>
              <c:pt idx="132">
                <c:v>1.899731544736432</c:v>
              </c:pt>
              <c:pt idx="133">
                <c:v>1.899731544736432</c:v>
              </c:pt>
              <c:pt idx="134">
                <c:v>1.899731544736432</c:v>
              </c:pt>
              <c:pt idx="135">
                <c:v>1.899731544736432</c:v>
              </c:pt>
              <c:pt idx="136">
                <c:v>1.899731544736432</c:v>
              </c:pt>
              <c:pt idx="137">
                <c:v>1.899731544736432</c:v>
              </c:pt>
              <c:pt idx="138">
                <c:v>1.899731544736432</c:v>
              </c:pt>
              <c:pt idx="139">
                <c:v>1.899731544736432</c:v>
              </c:pt>
              <c:pt idx="140">
                <c:v>1.899731544736432</c:v>
              </c:pt>
              <c:pt idx="141">
                <c:v>1.899731544736432</c:v>
              </c:pt>
              <c:pt idx="142">
                <c:v>1.899731544736432</c:v>
              </c:pt>
              <c:pt idx="143">
                <c:v>1.899731544736432</c:v>
              </c:pt>
              <c:pt idx="144">
                <c:v>1.899731544736432</c:v>
              </c:pt>
              <c:pt idx="145">
                <c:v>1.899731544736432</c:v>
              </c:pt>
              <c:pt idx="146">
                <c:v>1.899731544736432</c:v>
              </c:pt>
              <c:pt idx="147">
                <c:v>1.899731544736432</c:v>
              </c:pt>
              <c:pt idx="148">
                <c:v>1.899731544736432</c:v>
              </c:pt>
              <c:pt idx="149">
                <c:v>1.899731544736432</c:v>
              </c:pt>
              <c:pt idx="150">
                <c:v>1.899731544736432</c:v>
              </c:pt>
              <c:pt idx="151">
                <c:v>1.899731544736432</c:v>
              </c:pt>
              <c:pt idx="152">
                <c:v>1.899731544736432</c:v>
              </c:pt>
              <c:pt idx="153">
                <c:v>1.899731544736432</c:v>
              </c:pt>
              <c:pt idx="154">
                <c:v>1.899731544736432</c:v>
              </c:pt>
              <c:pt idx="155">
                <c:v>1.899731544736432</c:v>
              </c:pt>
              <c:pt idx="156">
                <c:v>1.899731544736432</c:v>
              </c:pt>
              <c:pt idx="157">
                <c:v>1.899731544736432</c:v>
              </c:pt>
              <c:pt idx="158">
                <c:v>1.899731544736432</c:v>
              </c:pt>
              <c:pt idx="159">
                <c:v>1.899731544736432</c:v>
              </c:pt>
              <c:pt idx="160">
                <c:v>1.899731544736432</c:v>
              </c:pt>
              <c:pt idx="161">
                <c:v>1.899731544736432</c:v>
              </c:pt>
              <c:pt idx="162">
                <c:v>1.899731544736432</c:v>
              </c:pt>
              <c:pt idx="163">
                <c:v>1.899731544736432</c:v>
              </c:pt>
              <c:pt idx="164">
                <c:v>1.899731544736432</c:v>
              </c:pt>
              <c:pt idx="165">
                <c:v>1.899731544736432</c:v>
              </c:pt>
              <c:pt idx="166">
                <c:v>1.899731544736432</c:v>
              </c:pt>
              <c:pt idx="167">
                <c:v>1.899731544736432</c:v>
              </c:pt>
              <c:pt idx="168">
                <c:v>1.899731544736432</c:v>
              </c:pt>
              <c:pt idx="169">
                <c:v>1.899731544736432</c:v>
              </c:pt>
              <c:pt idx="170">
                <c:v>1.899731544736432</c:v>
              </c:pt>
              <c:pt idx="171">
                <c:v>1.899731544736432</c:v>
              </c:pt>
              <c:pt idx="172">
                <c:v>1.899731544736432</c:v>
              </c:pt>
              <c:pt idx="173">
                <c:v>1.899731544736432</c:v>
              </c:pt>
              <c:pt idx="174">
                <c:v>1.899731544736432</c:v>
              </c:pt>
              <c:pt idx="175">
                <c:v>1.899731544736432</c:v>
              </c:pt>
              <c:pt idx="176">
                <c:v>1.899731544736432</c:v>
              </c:pt>
              <c:pt idx="177">
                <c:v>1.899731544736432</c:v>
              </c:pt>
              <c:pt idx="178">
                <c:v>1.899731544736432</c:v>
              </c:pt>
              <c:pt idx="179">
                <c:v>1.899731544736432</c:v>
              </c:pt>
              <c:pt idx="180">
                <c:v>1.899731544736432</c:v>
              </c:pt>
              <c:pt idx="181">
                <c:v>1.899731544736432</c:v>
              </c:pt>
              <c:pt idx="182">
                <c:v>1.899731544736432</c:v>
              </c:pt>
              <c:pt idx="183">
                <c:v>1.899731544736432</c:v>
              </c:pt>
              <c:pt idx="184">
                <c:v>1.899731544736432</c:v>
              </c:pt>
              <c:pt idx="185">
                <c:v>1.899731544736432</c:v>
              </c:pt>
              <c:pt idx="186">
                <c:v>1.899731544736432</c:v>
              </c:pt>
              <c:pt idx="187">
                <c:v>1.899731544736432</c:v>
              </c:pt>
              <c:pt idx="188">
                <c:v>1.899731544736432</c:v>
              </c:pt>
              <c:pt idx="189">
                <c:v>1.899731544736432</c:v>
              </c:pt>
              <c:pt idx="190">
                <c:v>1.899731544736432</c:v>
              </c:pt>
              <c:pt idx="191">
                <c:v>1.899731544736432</c:v>
              </c:pt>
              <c:pt idx="192">
                <c:v>1.899731544736432</c:v>
              </c:pt>
              <c:pt idx="193">
                <c:v>1.899731544736432</c:v>
              </c:pt>
              <c:pt idx="194">
                <c:v>1.899731544736432</c:v>
              </c:pt>
              <c:pt idx="195">
                <c:v>1.899731544736432</c:v>
              </c:pt>
              <c:pt idx="196">
                <c:v>1.899731544736432</c:v>
              </c:pt>
              <c:pt idx="197">
                <c:v>1.899731544736432</c:v>
              </c:pt>
              <c:pt idx="198">
                <c:v>1.899731544736432</c:v>
              </c:pt>
              <c:pt idx="199">
                <c:v>1.899731544736432</c:v>
              </c:pt>
              <c:pt idx="200">
                <c:v>1.899731544736432</c:v>
              </c:pt>
              <c:pt idx="201">
                <c:v>1.899731544736432</c:v>
              </c:pt>
              <c:pt idx="202">
                <c:v>1.899731544736432</c:v>
              </c:pt>
              <c:pt idx="203">
                <c:v>1.899731544736432</c:v>
              </c:pt>
              <c:pt idx="204">
                <c:v>1.899731544736432</c:v>
              </c:pt>
              <c:pt idx="205">
                <c:v>1.899731544736432</c:v>
              </c:pt>
              <c:pt idx="206">
                <c:v>1.899731544736432</c:v>
              </c:pt>
              <c:pt idx="207">
                <c:v>1.899731544736432</c:v>
              </c:pt>
              <c:pt idx="208">
                <c:v>1.899731544736432</c:v>
              </c:pt>
              <c:pt idx="209">
                <c:v>1.899731544736432</c:v>
              </c:pt>
              <c:pt idx="210">
                <c:v>1.899731544736432</c:v>
              </c:pt>
              <c:pt idx="211">
                <c:v>1.899731544736432</c:v>
              </c:pt>
              <c:pt idx="212">
                <c:v>1.899731544736432</c:v>
              </c:pt>
              <c:pt idx="213">
                <c:v>1.899731544736432</c:v>
              </c:pt>
              <c:pt idx="214">
                <c:v>1.899731544736432</c:v>
              </c:pt>
              <c:pt idx="215">
                <c:v>1.899731544736432</c:v>
              </c:pt>
              <c:pt idx="216">
                <c:v>1.899731544736432</c:v>
              </c:pt>
              <c:pt idx="217">
                <c:v>1.899731544736432</c:v>
              </c:pt>
              <c:pt idx="218">
                <c:v>1.899731544736432</c:v>
              </c:pt>
              <c:pt idx="219">
                <c:v>1.899731544736432</c:v>
              </c:pt>
              <c:pt idx="220">
                <c:v>1.899731544736432</c:v>
              </c:pt>
              <c:pt idx="221">
                <c:v>1.899731544736432</c:v>
              </c:pt>
              <c:pt idx="222">
                <c:v>1.899731544736432</c:v>
              </c:pt>
              <c:pt idx="223">
                <c:v>1.899731544736432</c:v>
              </c:pt>
              <c:pt idx="224">
                <c:v>1.899731544736432</c:v>
              </c:pt>
              <c:pt idx="225">
                <c:v>1.899731544736432</c:v>
              </c:pt>
              <c:pt idx="226">
                <c:v>1.899731544736432</c:v>
              </c:pt>
              <c:pt idx="227">
                <c:v>1.899731544736432</c:v>
              </c:pt>
              <c:pt idx="228">
                <c:v>1.899731544736432</c:v>
              </c:pt>
              <c:pt idx="229">
                <c:v>1.899731544736432</c:v>
              </c:pt>
              <c:pt idx="230">
                <c:v>1.899731544736432</c:v>
              </c:pt>
              <c:pt idx="231">
                <c:v>1.899731544736432</c:v>
              </c:pt>
              <c:pt idx="232">
                <c:v>1.899731544736432</c:v>
              </c:pt>
              <c:pt idx="233">
                <c:v>1.899731544736432</c:v>
              </c:pt>
              <c:pt idx="234">
                <c:v>1.899731544736432</c:v>
              </c:pt>
              <c:pt idx="235">
                <c:v>1.899731544736432</c:v>
              </c:pt>
              <c:pt idx="236">
                <c:v>1.899731544736432</c:v>
              </c:pt>
              <c:pt idx="237">
                <c:v>1.899731544736432</c:v>
              </c:pt>
              <c:pt idx="238">
                <c:v>1.899731544736432</c:v>
              </c:pt>
              <c:pt idx="239">
                <c:v>1.899731544736432</c:v>
              </c:pt>
              <c:pt idx="240">
                <c:v>1.899731544736432</c:v>
              </c:pt>
              <c:pt idx="241">
                <c:v>1.899731544736432</c:v>
              </c:pt>
              <c:pt idx="242">
                <c:v>1.899731544736432</c:v>
              </c:pt>
              <c:pt idx="243">
                <c:v>1.899731544736432</c:v>
              </c:pt>
              <c:pt idx="244">
                <c:v>1.899731544736432</c:v>
              </c:pt>
              <c:pt idx="245">
                <c:v>1.899731544736432</c:v>
              </c:pt>
              <c:pt idx="246">
                <c:v>1.899731544736432</c:v>
              </c:pt>
              <c:pt idx="247">
                <c:v>1.899731544736432</c:v>
              </c:pt>
              <c:pt idx="248">
                <c:v>1.899731544736432</c:v>
              </c:pt>
              <c:pt idx="249">
                <c:v>1.899731544736432</c:v>
              </c:pt>
              <c:pt idx="250">
                <c:v>1.899731544736432</c:v>
              </c:pt>
              <c:pt idx="251">
                <c:v>1.899731544736432</c:v>
              </c:pt>
              <c:pt idx="252">
                <c:v>1.899731544736432</c:v>
              </c:pt>
              <c:pt idx="253">
                <c:v>1.899731544736432</c:v>
              </c:pt>
              <c:pt idx="254">
                <c:v>1.899731544736432</c:v>
              </c:pt>
              <c:pt idx="255">
                <c:v>1.899731544736432</c:v>
              </c:pt>
              <c:pt idx="256">
                <c:v>1.899731544736432</c:v>
              </c:pt>
              <c:pt idx="257">
                <c:v>1.899731544736432</c:v>
              </c:pt>
              <c:pt idx="258">
                <c:v>1.899731544736432</c:v>
              </c:pt>
              <c:pt idx="259">
                <c:v>1.899731544736432</c:v>
              </c:pt>
              <c:pt idx="260">
                <c:v>1.899731544736432</c:v>
              </c:pt>
              <c:pt idx="261">
                <c:v>1.899731544736432</c:v>
              </c:pt>
              <c:pt idx="262">
                <c:v>1.899731544736432</c:v>
              </c:pt>
              <c:pt idx="263">
                <c:v>1.899731544736432</c:v>
              </c:pt>
              <c:pt idx="264">
                <c:v>1.899731544736432</c:v>
              </c:pt>
              <c:pt idx="265">
                <c:v>1.899731544736432</c:v>
              </c:pt>
              <c:pt idx="266">
                <c:v>1.899731544736432</c:v>
              </c:pt>
              <c:pt idx="267">
                <c:v>1.899731544736432</c:v>
              </c:pt>
              <c:pt idx="268">
                <c:v>1.899731544736432</c:v>
              </c:pt>
              <c:pt idx="269">
                <c:v>1.899731544736432</c:v>
              </c:pt>
              <c:pt idx="270">
                <c:v>1.899731544736432</c:v>
              </c:pt>
              <c:pt idx="271">
                <c:v>1.899731544736432</c:v>
              </c:pt>
              <c:pt idx="272">
                <c:v>1.899731544736432</c:v>
              </c:pt>
              <c:pt idx="273">
                <c:v>1.899731544736432</c:v>
              </c:pt>
              <c:pt idx="274">
                <c:v>1.899731544736432</c:v>
              </c:pt>
              <c:pt idx="275">
                <c:v>1.899731544736432</c:v>
              </c:pt>
              <c:pt idx="276">
                <c:v>1.899731544736432</c:v>
              </c:pt>
              <c:pt idx="277">
                <c:v>1.899731544736432</c:v>
              </c:pt>
              <c:pt idx="278">
                <c:v>1.899731544736432</c:v>
              </c:pt>
              <c:pt idx="279">
                <c:v>1.899731544736432</c:v>
              </c:pt>
              <c:pt idx="280">
                <c:v>1.899731544736432</c:v>
              </c:pt>
              <c:pt idx="281">
                <c:v>1.899731544736432</c:v>
              </c:pt>
              <c:pt idx="282">
                <c:v>1.899731544736432</c:v>
              </c:pt>
              <c:pt idx="283">
                <c:v>1.899731544736432</c:v>
              </c:pt>
              <c:pt idx="284">
                <c:v>1.899731544736432</c:v>
              </c:pt>
              <c:pt idx="285">
                <c:v>1.899731544736432</c:v>
              </c:pt>
              <c:pt idx="286">
                <c:v>1.899731544736432</c:v>
              </c:pt>
              <c:pt idx="287">
                <c:v>1.899731544736432</c:v>
              </c:pt>
              <c:pt idx="288">
                <c:v>1.899731544736432</c:v>
              </c:pt>
              <c:pt idx="289">
                <c:v>1.899731544736432</c:v>
              </c:pt>
              <c:pt idx="290">
                <c:v>1.899731544736432</c:v>
              </c:pt>
              <c:pt idx="291">
                <c:v>1.899731544736432</c:v>
              </c:pt>
              <c:pt idx="292">
                <c:v>1.899731544736432</c:v>
              </c:pt>
              <c:pt idx="293">
                <c:v>1.899731544736432</c:v>
              </c:pt>
              <c:pt idx="294">
                <c:v>1.899731544736432</c:v>
              </c:pt>
              <c:pt idx="295">
                <c:v>1.899731544736432</c:v>
              </c:pt>
              <c:pt idx="296">
                <c:v>1.899731544736432</c:v>
              </c:pt>
              <c:pt idx="297">
                <c:v>1.899731544736432</c:v>
              </c:pt>
              <c:pt idx="298">
                <c:v>1.899731544736432</c:v>
              </c:pt>
              <c:pt idx="299">
                <c:v>1.899731544736432</c:v>
              </c:pt>
              <c:pt idx="300">
                <c:v>1.899731544736432</c:v>
              </c:pt>
              <c:pt idx="301">
                <c:v>1.899731544736432</c:v>
              </c:pt>
              <c:pt idx="302">
                <c:v>1.899731544736432</c:v>
              </c:pt>
              <c:pt idx="303">
                <c:v>1.899731544736432</c:v>
              </c:pt>
              <c:pt idx="304">
                <c:v>1.899731544736432</c:v>
              </c:pt>
              <c:pt idx="305">
                <c:v>1.899731544736432</c:v>
              </c:pt>
              <c:pt idx="306">
                <c:v>1.899731544736432</c:v>
              </c:pt>
              <c:pt idx="307">
                <c:v>1.899731544736432</c:v>
              </c:pt>
              <c:pt idx="308">
                <c:v>1.899731544736432</c:v>
              </c:pt>
              <c:pt idx="309">
                <c:v>1.899731544736432</c:v>
              </c:pt>
              <c:pt idx="310">
                <c:v>1.899731544736432</c:v>
              </c:pt>
              <c:pt idx="311">
                <c:v>1.899731544736432</c:v>
              </c:pt>
              <c:pt idx="312">
                <c:v>1.899731544736432</c:v>
              </c:pt>
              <c:pt idx="313">
                <c:v>1.899731544736432</c:v>
              </c:pt>
              <c:pt idx="314">
                <c:v>1.899731544736432</c:v>
              </c:pt>
              <c:pt idx="315">
                <c:v>1.899731544736432</c:v>
              </c:pt>
              <c:pt idx="316">
                <c:v>1.899731544736432</c:v>
              </c:pt>
              <c:pt idx="317">
                <c:v>1.899731544736432</c:v>
              </c:pt>
              <c:pt idx="318">
                <c:v>1.899731544736432</c:v>
              </c:pt>
              <c:pt idx="319">
                <c:v>1.899731544736432</c:v>
              </c:pt>
              <c:pt idx="320">
                <c:v>1.899731544736432</c:v>
              </c:pt>
              <c:pt idx="321">
                <c:v>1.899731544736432</c:v>
              </c:pt>
              <c:pt idx="322">
                <c:v>1.899731544736432</c:v>
              </c:pt>
              <c:pt idx="323">
                <c:v>1.899731544736432</c:v>
              </c:pt>
              <c:pt idx="324">
                <c:v>1.899731544736432</c:v>
              </c:pt>
              <c:pt idx="325">
                <c:v>1.899731544736432</c:v>
              </c:pt>
              <c:pt idx="326">
                <c:v>1.899731544736432</c:v>
              </c:pt>
              <c:pt idx="327">
                <c:v>1.899731544736432</c:v>
              </c:pt>
              <c:pt idx="328">
                <c:v>1.899731544736432</c:v>
              </c:pt>
              <c:pt idx="329">
                <c:v>1.899731544736432</c:v>
              </c:pt>
              <c:pt idx="330">
                <c:v>1.899731544736432</c:v>
              </c:pt>
              <c:pt idx="331">
                <c:v>1.899731544736432</c:v>
              </c:pt>
              <c:pt idx="332">
                <c:v>1.899731544736432</c:v>
              </c:pt>
              <c:pt idx="333">
                <c:v>1.899731544736432</c:v>
              </c:pt>
              <c:pt idx="334">
                <c:v>1.899731544736432</c:v>
              </c:pt>
              <c:pt idx="335">
                <c:v>1.899731544736432</c:v>
              </c:pt>
              <c:pt idx="336">
                <c:v>1.899731544736432</c:v>
              </c:pt>
              <c:pt idx="337">
                <c:v>1.899731544736432</c:v>
              </c:pt>
              <c:pt idx="338">
                <c:v>1.899731544736432</c:v>
              </c:pt>
              <c:pt idx="339">
                <c:v>1.899731544736432</c:v>
              </c:pt>
              <c:pt idx="340">
                <c:v>1.899731544736432</c:v>
              </c:pt>
              <c:pt idx="341">
                <c:v>1.899731544736432</c:v>
              </c:pt>
              <c:pt idx="342">
                <c:v>1.899731544736432</c:v>
              </c:pt>
              <c:pt idx="343">
                <c:v>1.899731544736432</c:v>
              </c:pt>
              <c:pt idx="344">
                <c:v>1.899731544736432</c:v>
              </c:pt>
              <c:pt idx="345">
                <c:v>1.899731544736432</c:v>
              </c:pt>
              <c:pt idx="346">
                <c:v>1.899731544736432</c:v>
              </c:pt>
              <c:pt idx="347">
                <c:v>1.899731544736432</c:v>
              </c:pt>
              <c:pt idx="348">
                <c:v>1.899731544736432</c:v>
              </c:pt>
              <c:pt idx="349">
                <c:v>1.899731544736432</c:v>
              </c:pt>
              <c:pt idx="350">
                <c:v>1.899731544736432</c:v>
              </c:pt>
              <c:pt idx="351">
                <c:v>1.899731544736432</c:v>
              </c:pt>
              <c:pt idx="352">
                <c:v>1.899731544736432</c:v>
              </c:pt>
              <c:pt idx="353">
                <c:v>1.899731544736432</c:v>
              </c:pt>
              <c:pt idx="354">
                <c:v>1.899731544736432</c:v>
              </c:pt>
              <c:pt idx="355">
                <c:v>1.899731544736432</c:v>
              </c:pt>
              <c:pt idx="356">
                <c:v>1.899731544736432</c:v>
              </c:pt>
              <c:pt idx="357">
                <c:v>1.899731544736432</c:v>
              </c:pt>
              <c:pt idx="358">
                <c:v>1.899731544736432</c:v>
              </c:pt>
              <c:pt idx="359">
                <c:v>1.899731544736432</c:v>
              </c:pt>
              <c:pt idx="360">
                <c:v>1.899731544736432</c:v>
              </c:pt>
              <c:pt idx="361">
                <c:v>1.899731544736432</c:v>
              </c:pt>
              <c:pt idx="362">
                <c:v>1.899731544736432</c:v>
              </c:pt>
              <c:pt idx="363">
                <c:v>1.899731544736432</c:v>
              </c:pt>
              <c:pt idx="364">
                <c:v>1.899731544736432</c:v>
              </c:pt>
              <c:pt idx="365">
                <c:v>1.899731544736432</c:v>
              </c:pt>
              <c:pt idx="366">
                <c:v>1.899731544736432</c:v>
              </c:pt>
              <c:pt idx="367">
                <c:v>1.899731544736432</c:v>
              </c:pt>
              <c:pt idx="368">
                <c:v>1.899731544736432</c:v>
              </c:pt>
              <c:pt idx="369">
                <c:v>1.899731544736432</c:v>
              </c:pt>
              <c:pt idx="370">
                <c:v>1.899731544736432</c:v>
              </c:pt>
              <c:pt idx="371">
                <c:v>1.899731544736432</c:v>
              </c:pt>
              <c:pt idx="372">
                <c:v>1.899731544736432</c:v>
              </c:pt>
              <c:pt idx="373">
                <c:v>1.899731544736432</c:v>
              </c:pt>
              <c:pt idx="374">
                <c:v>1.899731544736432</c:v>
              </c:pt>
              <c:pt idx="375">
                <c:v>1.899731544736432</c:v>
              </c:pt>
              <c:pt idx="376">
                <c:v>1.899731544736432</c:v>
              </c:pt>
              <c:pt idx="377">
                <c:v>1.899731544736432</c:v>
              </c:pt>
              <c:pt idx="378">
                <c:v>1.899731544736432</c:v>
              </c:pt>
              <c:pt idx="379">
                <c:v>1.899731544736432</c:v>
              </c:pt>
              <c:pt idx="380">
                <c:v>1.899731544736432</c:v>
              </c:pt>
              <c:pt idx="381">
                <c:v>1.899731544736432</c:v>
              </c:pt>
              <c:pt idx="382">
                <c:v>1.899731544736432</c:v>
              </c:pt>
              <c:pt idx="383">
                <c:v>1.899731544736432</c:v>
              </c:pt>
              <c:pt idx="384">
                <c:v>1.899731544736432</c:v>
              </c:pt>
              <c:pt idx="385">
                <c:v>1.899731544736432</c:v>
              </c:pt>
              <c:pt idx="386">
                <c:v>1.899731544736432</c:v>
              </c:pt>
              <c:pt idx="387">
                <c:v>1.899731544736432</c:v>
              </c:pt>
              <c:pt idx="388">
                <c:v>1.899731544736432</c:v>
              </c:pt>
              <c:pt idx="389">
                <c:v>1.899731544736432</c:v>
              </c:pt>
              <c:pt idx="390">
                <c:v>1.899731544736432</c:v>
              </c:pt>
              <c:pt idx="391">
                <c:v>1.899731544736432</c:v>
              </c:pt>
              <c:pt idx="392">
                <c:v>1.899731544736432</c:v>
              </c:pt>
              <c:pt idx="393">
                <c:v>1.899731544736432</c:v>
              </c:pt>
              <c:pt idx="394">
                <c:v>1.899731544736432</c:v>
              </c:pt>
              <c:pt idx="395">
                <c:v>1.899731544736432</c:v>
              </c:pt>
              <c:pt idx="396">
                <c:v>1.899731544736432</c:v>
              </c:pt>
              <c:pt idx="397">
                <c:v>1.899731544736432</c:v>
              </c:pt>
              <c:pt idx="398">
                <c:v>1.899731544736432</c:v>
              </c:pt>
              <c:pt idx="399">
                <c:v>1.899731544736432</c:v>
              </c:pt>
              <c:pt idx="400">
                <c:v>1.899731544736432</c:v>
              </c:pt>
              <c:pt idx="401">
                <c:v>1.899731544736432</c:v>
              </c:pt>
              <c:pt idx="402">
                <c:v>1.899731544736432</c:v>
              </c:pt>
              <c:pt idx="403">
                <c:v>1.899731544736432</c:v>
              </c:pt>
              <c:pt idx="404">
                <c:v>1.899731544736432</c:v>
              </c:pt>
              <c:pt idx="405">
                <c:v>1.899731544736432</c:v>
              </c:pt>
              <c:pt idx="406">
                <c:v>1.899731544736432</c:v>
              </c:pt>
              <c:pt idx="407">
                <c:v>1.899731544736432</c:v>
              </c:pt>
              <c:pt idx="408">
                <c:v>1.899731544736432</c:v>
              </c:pt>
              <c:pt idx="409">
                <c:v>1.899731544736432</c:v>
              </c:pt>
              <c:pt idx="410">
                <c:v>1.899731544736432</c:v>
              </c:pt>
              <c:pt idx="411">
                <c:v>1.899731544736432</c:v>
              </c:pt>
              <c:pt idx="412">
                <c:v>1.899731544736432</c:v>
              </c:pt>
              <c:pt idx="413">
                <c:v>1.899731544736432</c:v>
              </c:pt>
              <c:pt idx="414">
                <c:v>1.899731544736432</c:v>
              </c:pt>
              <c:pt idx="415">
                <c:v>1.899731544736432</c:v>
              </c:pt>
              <c:pt idx="416">
                <c:v>1.899731544736432</c:v>
              </c:pt>
              <c:pt idx="417">
                <c:v>1.899731544736432</c:v>
              </c:pt>
              <c:pt idx="418">
                <c:v>1.899731544736432</c:v>
              </c:pt>
              <c:pt idx="419">
                <c:v>1.899731544736432</c:v>
              </c:pt>
              <c:pt idx="420">
                <c:v>1.899731544736432</c:v>
              </c:pt>
              <c:pt idx="421">
                <c:v>1.899731544736432</c:v>
              </c:pt>
              <c:pt idx="422">
                <c:v>1.899731544736432</c:v>
              </c:pt>
              <c:pt idx="423">
                <c:v>1.899731544736432</c:v>
              </c:pt>
              <c:pt idx="424">
                <c:v>1.899731544736432</c:v>
              </c:pt>
              <c:pt idx="425">
                <c:v>1.899731544736432</c:v>
              </c:pt>
              <c:pt idx="426">
                <c:v>1.899731544736432</c:v>
              </c:pt>
              <c:pt idx="427">
                <c:v>1.899731544736432</c:v>
              </c:pt>
              <c:pt idx="428">
                <c:v>1.899731544736432</c:v>
              </c:pt>
              <c:pt idx="429">
                <c:v>1.899731544736432</c:v>
              </c:pt>
              <c:pt idx="430">
                <c:v>1.899731544736432</c:v>
              </c:pt>
              <c:pt idx="431">
                <c:v>1.899731544736432</c:v>
              </c:pt>
              <c:pt idx="432">
                <c:v>1.899731544736432</c:v>
              </c:pt>
              <c:pt idx="433">
                <c:v>1.899731544736432</c:v>
              </c:pt>
              <c:pt idx="434">
                <c:v>1.899731544736432</c:v>
              </c:pt>
              <c:pt idx="435">
                <c:v>1.899731544736432</c:v>
              </c:pt>
              <c:pt idx="436">
                <c:v>1.899731544736432</c:v>
              </c:pt>
              <c:pt idx="437">
                <c:v>1.899731544736432</c:v>
              </c:pt>
              <c:pt idx="438">
                <c:v>1.899731544736432</c:v>
              </c:pt>
              <c:pt idx="439">
                <c:v>1.899731544736432</c:v>
              </c:pt>
              <c:pt idx="440">
                <c:v>1.899731544736432</c:v>
              </c:pt>
              <c:pt idx="441">
                <c:v>1.899731544736432</c:v>
              </c:pt>
              <c:pt idx="442">
                <c:v>1.899731544736432</c:v>
              </c:pt>
              <c:pt idx="443">
                <c:v>1.899731544736432</c:v>
              </c:pt>
              <c:pt idx="444">
                <c:v>1.899731544736432</c:v>
              </c:pt>
              <c:pt idx="445">
                <c:v>1.899731544736432</c:v>
              </c:pt>
              <c:pt idx="446">
                <c:v>1.899731544736432</c:v>
              </c:pt>
              <c:pt idx="447">
                <c:v>1.899731544736432</c:v>
              </c:pt>
            </c:numLit>
          </c:xVal>
          <c:yVal>
            <c:numLit>
              <c:formatCode>0.0</c:formatCode>
              <c:ptCount val="448"/>
              <c:pt idx="0">
                <c:v>3.006659157404723</c:v>
              </c:pt>
              <c:pt idx="1">
                <c:v>3.006659157404723</c:v>
              </c:pt>
              <c:pt idx="2">
                <c:v>3.006659157404723</c:v>
              </c:pt>
              <c:pt idx="3">
                <c:v>3.006659157404723</c:v>
              </c:pt>
              <c:pt idx="4">
                <c:v>3.006659157404723</c:v>
              </c:pt>
              <c:pt idx="5">
                <c:v>3.006659157404723</c:v>
              </c:pt>
              <c:pt idx="6">
                <c:v>3.006659157404723</c:v>
              </c:pt>
              <c:pt idx="7">
                <c:v>3.006659157404723</c:v>
              </c:pt>
              <c:pt idx="8">
                <c:v>3.006659157404723</c:v>
              </c:pt>
              <c:pt idx="9">
                <c:v>3.006659157404723</c:v>
              </c:pt>
              <c:pt idx="10">
                <c:v>3.006659157404723</c:v>
              </c:pt>
              <c:pt idx="11">
                <c:v>3.006659157404723</c:v>
              </c:pt>
              <c:pt idx="12">
                <c:v>3.006659157404723</c:v>
              </c:pt>
              <c:pt idx="13">
                <c:v>3.006659157404723</c:v>
              </c:pt>
              <c:pt idx="14">
                <c:v>3.006659157404723</c:v>
              </c:pt>
              <c:pt idx="15">
                <c:v>3.006659157404723</c:v>
              </c:pt>
              <c:pt idx="16">
                <c:v>3.006659157404723</c:v>
              </c:pt>
              <c:pt idx="17">
                <c:v>3.006659157404723</c:v>
              </c:pt>
              <c:pt idx="18">
                <c:v>3.006659157404723</c:v>
              </c:pt>
              <c:pt idx="19">
                <c:v>3.006659157404723</c:v>
              </c:pt>
              <c:pt idx="20">
                <c:v>3.006659157404723</c:v>
              </c:pt>
              <c:pt idx="21">
                <c:v>3.006659157404723</c:v>
              </c:pt>
              <c:pt idx="22">
                <c:v>3.006659157404723</c:v>
              </c:pt>
              <c:pt idx="23">
                <c:v>3.006659157404723</c:v>
              </c:pt>
              <c:pt idx="24">
                <c:v>3.006659157404723</c:v>
              </c:pt>
              <c:pt idx="25">
                <c:v>3.006659157404723</c:v>
              </c:pt>
              <c:pt idx="26">
                <c:v>3.006659157404723</c:v>
              </c:pt>
              <c:pt idx="27">
                <c:v>3.006659157404723</c:v>
              </c:pt>
              <c:pt idx="28">
                <c:v>3.006659157404723</c:v>
              </c:pt>
              <c:pt idx="29">
                <c:v>3.006659157404723</c:v>
              </c:pt>
              <c:pt idx="30">
                <c:v>3.006659157404723</c:v>
              </c:pt>
              <c:pt idx="31">
                <c:v>3.006659157404723</c:v>
              </c:pt>
              <c:pt idx="32">
                <c:v>3.006659157404723</c:v>
              </c:pt>
              <c:pt idx="33">
                <c:v>3.006659157404723</c:v>
              </c:pt>
              <c:pt idx="34">
                <c:v>3.006659157404723</c:v>
              </c:pt>
              <c:pt idx="35">
                <c:v>3.006659157404723</c:v>
              </c:pt>
              <c:pt idx="36">
                <c:v>3.006659157404723</c:v>
              </c:pt>
              <c:pt idx="37">
                <c:v>3.006659157404723</c:v>
              </c:pt>
              <c:pt idx="38">
                <c:v>3.006659157404723</c:v>
              </c:pt>
              <c:pt idx="39">
                <c:v>3.006659157404723</c:v>
              </c:pt>
              <c:pt idx="40">
                <c:v>3.006659157404723</c:v>
              </c:pt>
              <c:pt idx="41">
                <c:v>3.006659157404723</c:v>
              </c:pt>
              <c:pt idx="42">
                <c:v>3.006659157404723</c:v>
              </c:pt>
              <c:pt idx="43">
                <c:v>3.006659157404723</c:v>
              </c:pt>
              <c:pt idx="44">
                <c:v>3.006659157404723</c:v>
              </c:pt>
              <c:pt idx="45">
                <c:v>3.006659157404723</c:v>
              </c:pt>
              <c:pt idx="46">
                <c:v>3.006659157404723</c:v>
              </c:pt>
              <c:pt idx="47">
                <c:v>3.006659157404723</c:v>
              </c:pt>
              <c:pt idx="48">
                <c:v>3.006659157404723</c:v>
              </c:pt>
              <c:pt idx="49">
                <c:v>3.006659157404723</c:v>
              </c:pt>
              <c:pt idx="50">
                <c:v>3.006659157404723</c:v>
              </c:pt>
              <c:pt idx="51">
                <c:v>3.006659157404723</c:v>
              </c:pt>
              <c:pt idx="52">
                <c:v>3.006659157404723</c:v>
              </c:pt>
              <c:pt idx="53">
                <c:v>3.006659157404723</c:v>
              </c:pt>
              <c:pt idx="54">
                <c:v>3.006659157404723</c:v>
              </c:pt>
              <c:pt idx="55">
                <c:v>3.006659157404723</c:v>
              </c:pt>
              <c:pt idx="56">
                <c:v>3.006659157404723</c:v>
              </c:pt>
              <c:pt idx="57">
                <c:v>3.006659157404723</c:v>
              </c:pt>
              <c:pt idx="58">
                <c:v>3.006659157404723</c:v>
              </c:pt>
              <c:pt idx="59">
                <c:v>3.006659157404723</c:v>
              </c:pt>
              <c:pt idx="60">
                <c:v>3.006659157404723</c:v>
              </c:pt>
              <c:pt idx="61">
                <c:v>3.006659157404723</c:v>
              </c:pt>
              <c:pt idx="62">
                <c:v>3.006659157404723</c:v>
              </c:pt>
              <c:pt idx="63">
                <c:v>3.006659157404723</c:v>
              </c:pt>
              <c:pt idx="64">
                <c:v>3.006659157404723</c:v>
              </c:pt>
              <c:pt idx="65">
                <c:v>3.006659157404723</c:v>
              </c:pt>
              <c:pt idx="66">
                <c:v>3.006659157404723</c:v>
              </c:pt>
              <c:pt idx="67">
                <c:v>3.006659157404723</c:v>
              </c:pt>
              <c:pt idx="68">
                <c:v>3.006659157404723</c:v>
              </c:pt>
              <c:pt idx="69">
                <c:v>3.006659157404723</c:v>
              </c:pt>
              <c:pt idx="70">
                <c:v>3.006659157404723</c:v>
              </c:pt>
              <c:pt idx="71">
                <c:v>3.006659157404723</c:v>
              </c:pt>
              <c:pt idx="72">
                <c:v>3.006659157404723</c:v>
              </c:pt>
              <c:pt idx="73">
                <c:v>3.006659157404723</c:v>
              </c:pt>
              <c:pt idx="74">
                <c:v>3.006659157404723</c:v>
              </c:pt>
              <c:pt idx="75">
                <c:v>3.006659157404723</c:v>
              </c:pt>
              <c:pt idx="76">
                <c:v>3.006659157404723</c:v>
              </c:pt>
              <c:pt idx="77">
                <c:v>3.006659157404723</c:v>
              </c:pt>
              <c:pt idx="78">
                <c:v>3.006659157404723</c:v>
              </c:pt>
              <c:pt idx="79">
                <c:v>3.006659157404723</c:v>
              </c:pt>
              <c:pt idx="80">
                <c:v>3.006659157404723</c:v>
              </c:pt>
              <c:pt idx="81">
                <c:v>3.006659157404723</c:v>
              </c:pt>
              <c:pt idx="82">
                <c:v>3.006659157404723</c:v>
              </c:pt>
              <c:pt idx="83">
                <c:v>3.006659157404723</c:v>
              </c:pt>
              <c:pt idx="84">
                <c:v>3.006659157404723</c:v>
              </c:pt>
              <c:pt idx="85">
                <c:v>3.006659157404723</c:v>
              </c:pt>
              <c:pt idx="86">
                <c:v>3.006659157404723</c:v>
              </c:pt>
              <c:pt idx="87">
                <c:v>3.006659157404723</c:v>
              </c:pt>
              <c:pt idx="88">
                <c:v>3.006659157404723</c:v>
              </c:pt>
              <c:pt idx="89">
                <c:v>3.006659157404723</c:v>
              </c:pt>
              <c:pt idx="90">
                <c:v>3.006659157404723</c:v>
              </c:pt>
              <c:pt idx="91">
                <c:v>3.006659157404723</c:v>
              </c:pt>
              <c:pt idx="92">
                <c:v>3.006659157404723</c:v>
              </c:pt>
              <c:pt idx="93">
                <c:v>3.006659157404723</c:v>
              </c:pt>
              <c:pt idx="94">
                <c:v>3.006659157404723</c:v>
              </c:pt>
              <c:pt idx="95">
                <c:v>3.006659157404723</c:v>
              </c:pt>
              <c:pt idx="96">
                <c:v>3.006659157404723</c:v>
              </c:pt>
              <c:pt idx="97">
                <c:v>3.006659157404723</c:v>
              </c:pt>
              <c:pt idx="98">
                <c:v>3.006659157404723</c:v>
              </c:pt>
              <c:pt idx="99">
                <c:v>3.006659157404723</c:v>
              </c:pt>
              <c:pt idx="100">
                <c:v>3.006659157404723</c:v>
              </c:pt>
              <c:pt idx="101">
                <c:v>3.006659157404723</c:v>
              </c:pt>
              <c:pt idx="102">
                <c:v>3.006659157404723</c:v>
              </c:pt>
              <c:pt idx="103">
                <c:v>3.006659157404723</c:v>
              </c:pt>
              <c:pt idx="104">
                <c:v>3.006659157404723</c:v>
              </c:pt>
              <c:pt idx="105">
                <c:v>3.006659157404723</c:v>
              </c:pt>
              <c:pt idx="106">
                <c:v>3.006659157404723</c:v>
              </c:pt>
              <c:pt idx="107">
                <c:v>3.006659157404723</c:v>
              </c:pt>
              <c:pt idx="108">
                <c:v>3.006659157404723</c:v>
              </c:pt>
              <c:pt idx="109">
                <c:v>3.006659157404723</c:v>
              </c:pt>
              <c:pt idx="110">
                <c:v>3.006659157404723</c:v>
              </c:pt>
              <c:pt idx="111">
                <c:v>3.006659157404723</c:v>
              </c:pt>
              <c:pt idx="112">
                <c:v>3.006659157404723</c:v>
              </c:pt>
              <c:pt idx="113">
                <c:v>3.006659157404723</c:v>
              </c:pt>
              <c:pt idx="114">
                <c:v>3.006659157404723</c:v>
              </c:pt>
              <c:pt idx="115">
                <c:v>3.006659157404723</c:v>
              </c:pt>
              <c:pt idx="116">
                <c:v>3.006659157404723</c:v>
              </c:pt>
              <c:pt idx="117">
                <c:v>3.006659157404723</c:v>
              </c:pt>
              <c:pt idx="118">
                <c:v>3.006659157404723</c:v>
              </c:pt>
              <c:pt idx="119">
                <c:v>3.006659157404723</c:v>
              </c:pt>
              <c:pt idx="120">
                <c:v>3.006659157404723</c:v>
              </c:pt>
              <c:pt idx="121">
                <c:v>3.006659157404723</c:v>
              </c:pt>
              <c:pt idx="122">
                <c:v>3.006659157404723</c:v>
              </c:pt>
              <c:pt idx="123">
                <c:v>3.006659157404723</c:v>
              </c:pt>
              <c:pt idx="124">
                <c:v>3.006659157404723</c:v>
              </c:pt>
              <c:pt idx="125">
                <c:v>3.006659157404723</c:v>
              </c:pt>
              <c:pt idx="126">
                <c:v>3.006659157404723</c:v>
              </c:pt>
              <c:pt idx="127">
                <c:v>3.006659157404723</c:v>
              </c:pt>
              <c:pt idx="128">
                <c:v>3.006659157404723</c:v>
              </c:pt>
              <c:pt idx="129">
                <c:v>3.006659157404723</c:v>
              </c:pt>
              <c:pt idx="130">
                <c:v>3.006659157404723</c:v>
              </c:pt>
              <c:pt idx="131">
                <c:v>3.006659157404723</c:v>
              </c:pt>
              <c:pt idx="132">
                <c:v>3.006659157404723</c:v>
              </c:pt>
              <c:pt idx="133">
                <c:v>3.006659157404723</c:v>
              </c:pt>
              <c:pt idx="134">
                <c:v>3.006659157404723</c:v>
              </c:pt>
              <c:pt idx="135">
                <c:v>3.006659157404723</c:v>
              </c:pt>
              <c:pt idx="136">
                <c:v>3.006659157404723</c:v>
              </c:pt>
              <c:pt idx="137">
                <c:v>3.006659157404723</c:v>
              </c:pt>
              <c:pt idx="138">
                <c:v>3.006659157404723</c:v>
              </c:pt>
              <c:pt idx="139">
                <c:v>3.006659157404723</c:v>
              </c:pt>
              <c:pt idx="140">
                <c:v>3.006659157404723</c:v>
              </c:pt>
              <c:pt idx="141">
                <c:v>3.006659157404723</c:v>
              </c:pt>
              <c:pt idx="142">
                <c:v>3.006659157404723</c:v>
              </c:pt>
              <c:pt idx="143">
                <c:v>3.006659157404723</c:v>
              </c:pt>
              <c:pt idx="144">
                <c:v>3.006659157404723</c:v>
              </c:pt>
              <c:pt idx="145">
                <c:v>3.006659157404723</c:v>
              </c:pt>
              <c:pt idx="146">
                <c:v>3.006659157404723</c:v>
              </c:pt>
              <c:pt idx="147">
                <c:v>3.006659157404723</c:v>
              </c:pt>
              <c:pt idx="148">
                <c:v>3.006659157404723</c:v>
              </c:pt>
              <c:pt idx="149">
                <c:v>3.006659157404723</c:v>
              </c:pt>
              <c:pt idx="150">
                <c:v>3.006659157404723</c:v>
              </c:pt>
              <c:pt idx="151">
                <c:v>3.006659157404723</c:v>
              </c:pt>
              <c:pt idx="152">
                <c:v>3.006659157404723</c:v>
              </c:pt>
              <c:pt idx="153">
                <c:v>3.006659157404723</c:v>
              </c:pt>
              <c:pt idx="154">
                <c:v>3.006659157404723</c:v>
              </c:pt>
              <c:pt idx="155">
                <c:v>3.006659157404723</c:v>
              </c:pt>
              <c:pt idx="156">
                <c:v>3.006659157404723</c:v>
              </c:pt>
              <c:pt idx="157">
                <c:v>3.006659157404723</c:v>
              </c:pt>
              <c:pt idx="158">
                <c:v>3.006659157404723</c:v>
              </c:pt>
              <c:pt idx="159">
                <c:v>3.006659157404723</c:v>
              </c:pt>
              <c:pt idx="160">
                <c:v>3.006659157404723</c:v>
              </c:pt>
              <c:pt idx="161">
                <c:v>3.006659157404723</c:v>
              </c:pt>
              <c:pt idx="162">
                <c:v>3.006659157404723</c:v>
              </c:pt>
              <c:pt idx="163">
                <c:v>3.006659157404723</c:v>
              </c:pt>
              <c:pt idx="164">
                <c:v>3.006659157404723</c:v>
              </c:pt>
              <c:pt idx="165">
                <c:v>3.006659157404723</c:v>
              </c:pt>
              <c:pt idx="166">
                <c:v>3.006659157404723</c:v>
              </c:pt>
              <c:pt idx="167">
                <c:v>3.006659157404723</c:v>
              </c:pt>
              <c:pt idx="168">
                <c:v>3.006659157404723</c:v>
              </c:pt>
              <c:pt idx="169">
                <c:v>3.006659157404723</c:v>
              </c:pt>
              <c:pt idx="170">
                <c:v>3.006659157404723</c:v>
              </c:pt>
              <c:pt idx="171">
                <c:v>3.006659157404723</c:v>
              </c:pt>
              <c:pt idx="172">
                <c:v>3.006659157404723</c:v>
              </c:pt>
              <c:pt idx="173">
                <c:v>3.006659157404723</c:v>
              </c:pt>
              <c:pt idx="174">
                <c:v>3.006659157404723</c:v>
              </c:pt>
              <c:pt idx="175">
                <c:v>3.006659157404723</c:v>
              </c:pt>
              <c:pt idx="176">
                <c:v>3.006659157404723</c:v>
              </c:pt>
              <c:pt idx="177">
                <c:v>3.006659157404723</c:v>
              </c:pt>
              <c:pt idx="178">
                <c:v>3.006659157404723</c:v>
              </c:pt>
              <c:pt idx="179">
                <c:v>3.006659157404723</c:v>
              </c:pt>
              <c:pt idx="180">
                <c:v>3.006659157404723</c:v>
              </c:pt>
              <c:pt idx="181">
                <c:v>3.006659157404723</c:v>
              </c:pt>
              <c:pt idx="182">
                <c:v>3.006659157404723</c:v>
              </c:pt>
              <c:pt idx="183">
                <c:v>3.006659157404723</c:v>
              </c:pt>
              <c:pt idx="184">
                <c:v>3.006659157404723</c:v>
              </c:pt>
              <c:pt idx="185">
                <c:v>3.006659157404723</c:v>
              </c:pt>
              <c:pt idx="186">
                <c:v>3.006659157404723</c:v>
              </c:pt>
              <c:pt idx="187">
                <c:v>3.006659157404723</c:v>
              </c:pt>
              <c:pt idx="188">
                <c:v>3.006659157404723</c:v>
              </c:pt>
              <c:pt idx="189">
                <c:v>3.006659157404723</c:v>
              </c:pt>
              <c:pt idx="190">
                <c:v>3.006659157404723</c:v>
              </c:pt>
              <c:pt idx="191">
                <c:v>3.006659157404723</c:v>
              </c:pt>
              <c:pt idx="192">
                <c:v>3.006659157404723</c:v>
              </c:pt>
              <c:pt idx="193">
                <c:v>3.006659157404723</c:v>
              </c:pt>
              <c:pt idx="194">
                <c:v>3.006659157404723</c:v>
              </c:pt>
              <c:pt idx="195">
                <c:v>3.006659157404723</c:v>
              </c:pt>
              <c:pt idx="196">
                <c:v>3.006659157404723</c:v>
              </c:pt>
              <c:pt idx="197">
                <c:v>3.006659157404723</c:v>
              </c:pt>
              <c:pt idx="198">
                <c:v>3.006659157404723</c:v>
              </c:pt>
              <c:pt idx="199">
                <c:v>3.006659157404723</c:v>
              </c:pt>
              <c:pt idx="200">
                <c:v>3.006659157404723</c:v>
              </c:pt>
              <c:pt idx="201">
                <c:v>3.006659157404723</c:v>
              </c:pt>
              <c:pt idx="202">
                <c:v>3.006659157404723</c:v>
              </c:pt>
              <c:pt idx="203">
                <c:v>3.006659157404723</c:v>
              </c:pt>
              <c:pt idx="204">
                <c:v>3.006659157404723</c:v>
              </c:pt>
              <c:pt idx="205">
                <c:v>3.006659157404723</c:v>
              </c:pt>
              <c:pt idx="206">
                <c:v>3.006659157404723</c:v>
              </c:pt>
              <c:pt idx="207">
                <c:v>3.006659157404723</c:v>
              </c:pt>
              <c:pt idx="208">
                <c:v>3.006659157404723</c:v>
              </c:pt>
              <c:pt idx="209">
                <c:v>3.006659157404723</c:v>
              </c:pt>
              <c:pt idx="210">
                <c:v>3.006659157404723</c:v>
              </c:pt>
              <c:pt idx="211">
                <c:v>3.006659157404723</c:v>
              </c:pt>
              <c:pt idx="212">
                <c:v>3.006659157404723</c:v>
              </c:pt>
              <c:pt idx="213">
                <c:v>3.006659157404723</c:v>
              </c:pt>
              <c:pt idx="214">
                <c:v>3.006659157404723</c:v>
              </c:pt>
              <c:pt idx="215">
                <c:v>3.006659157404723</c:v>
              </c:pt>
              <c:pt idx="216">
                <c:v>3.006659157404723</c:v>
              </c:pt>
              <c:pt idx="217">
                <c:v>3.006659157404723</c:v>
              </c:pt>
              <c:pt idx="218">
                <c:v>3.006659157404723</c:v>
              </c:pt>
              <c:pt idx="219">
                <c:v>3.006659157404723</c:v>
              </c:pt>
              <c:pt idx="220">
                <c:v>3.006659157404723</c:v>
              </c:pt>
              <c:pt idx="221">
                <c:v>3.006659157404723</c:v>
              </c:pt>
              <c:pt idx="222">
                <c:v>3.006659157404723</c:v>
              </c:pt>
              <c:pt idx="223">
                <c:v>3.006659157404723</c:v>
              </c:pt>
              <c:pt idx="224">
                <c:v>3.006659157404723</c:v>
              </c:pt>
              <c:pt idx="225">
                <c:v>3.006659157404723</c:v>
              </c:pt>
              <c:pt idx="226">
                <c:v>3.006659157404723</c:v>
              </c:pt>
              <c:pt idx="227">
                <c:v>3.006659157404723</c:v>
              </c:pt>
              <c:pt idx="228">
                <c:v>3.006659157404723</c:v>
              </c:pt>
              <c:pt idx="229">
                <c:v>3.006659157404723</c:v>
              </c:pt>
              <c:pt idx="230">
                <c:v>3.006659157404723</c:v>
              </c:pt>
              <c:pt idx="231">
                <c:v>3.006659157404723</c:v>
              </c:pt>
              <c:pt idx="232">
                <c:v>3.006659157404723</c:v>
              </c:pt>
              <c:pt idx="233">
                <c:v>3.006659157404723</c:v>
              </c:pt>
              <c:pt idx="234">
                <c:v>3.006659157404723</c:v>
              </c:pt>
              <c:pt idx="235">
                <c:v>3.006659157404723</c:v>
              </c:pt>
              <c:pt idx="236">
                <c:v>3.006659157404723</c:v>
              </c:pt>
              <c:pt idx="237">
                <c:v>3.006659157404723</c:v>
              </c:pt>
              <c:pt idx="238">
                <c:v>3.006659157404723</c:v>
              </c:pt>
              <c:pt idx="239">
                <c:v>3.006659157404723</c:v>
              </c:pt>
              <c:pt idx="240">
                <c:v>3.006659157404723</c:v>
              </c:pt>
              <c:pt idx="241">
                <c:v>3.006659157404723</c:v>
              </c:pt>
              <c:pt idx="242">
                <c:v>3.006659157404723</c:v>
              </c:pt>
              <c:pt idx="243">
                <c:v>3.006659157404723</c:v>
              </c:pt>
              <c:pt idx="244">
                <c:v>3.006659157404723</c:v>
              </c:pt>
              <c:pt idx="245">
                <c:v>3.006659157404723</c:v>
              </c:pt>
              <c:pt idx="246">
                <c:v>3.006659157404723</c:v>
              </c:pt>
              <c:pt idx="247">
                <c:v>3.006659157404723</c:v>
              </c:pt>
              <c:pt idx="248">
                <c:v>3.006659157404723</c:v>
              </c:pt>
              <c:pt idx="249">
                <c:v>3.006659157404723</c:v>
              </c:pt>
              <c:pt idx="250">
                <c:v>3.006659157404723</c:v>
              </c:pt>
              <c:pt idx="251">
                <c:v>3.006659157404723</c:v>
              </c:pt>
              <c:pt idx="252">
                <c:v>3.006659157404723</c:v>
              </c:pt>
              <c:pt idx="253">
                <c:v>3.006659157404723</c:v>
              </c:pt>
              <c:pt idx="254">
                <c:v>3.006659157404723</c:v>
              </c:pt>
              <c:pt idx="255">
                <c:v>3.006659157404723</c:v>
              </c:pt>
              <c:pt idx="256">
                <c:v>3.006659157404723</c:v>
              </c:pt>
              <c:pt idx="257">
                <c:v>3.006659157404723</c:v>
              </c:pt>
              <c:pt idx="258">
                <c:v>3.006659157404723</c:v>
              </c:pt>
              <c:pt idx="259">
                <c:v>3.006659157404723</c:v>
              </c:pt>
              <c:pt idx="260">
                <c:v>3.006659157404723</c:v>
              </c:pt>
              <c:pt idx="261">
                <c:v>3.006659157404723</c:v>
              </c:pt>
              <c:pt idx="262">
                <c:v>3.006659157404723</c:v>
              </c:pt>
              <c:pt idx="263">
                <c:v>3.006659157404723</c:v>
              </c:pt>
              <c:pt idx="264">
                <c:v>3.006659157404723</c:v>
              </c:pt>
              <c:pt idx="265">
                <c:v>3.006659157404723</c:v>
              </c:pt>
              <c:pt idx="266">
                <c:v>3.006659157404723</c:v>
              </c:pt>
              <c:pt idx="267">
                <c:v>3.006659157404723</c:v>
              </c:pt>
              <c:pt idx="268">
                <c:v>3.006659157404723</c:v>
              </c:pt>
              <c:pt idx="269">
                <c:v>3.006659157404723</c:v>
              </c:pt>
              <c:pt idx="270">
                <c:v>3.006659157404723</c:v>
              </c:pt>
              <c:pt idx="271">
                <c:v>3.006659157404723</c:v>
              </c:pt>
              <c:pt idx="272">
                <c:v>3.006659157404723</c:v>
              </c:pt>
              <c:pt idx="273">
                <c:v>3.006659157404723</c:v>
              </c:pt>
              <c:pt idx="274">
                <c:v>3.006659157404723</c:v>
              </c:pt>
              <c:pt idx="275">
                <c:v>3.006659157404723</c:v>
              </c:pt>
              <c:pt idx="276">
                <c:v>3.006659157404723</c:v>
              </c:pt>
              <c:pt idx="277">
                <c:v>3.006659157404723</c:v>
              </c:pt>
              <c:pt idx="278">
                <c:v>3.006659157404723</c:v>
              </c:pt>
              <c:pt idx="279">
                <c:v>3.006659157404723</c:v>
              </c:pt>
              <c:pt idx="280">
                <c:v>3.006659157404723</c:v>
              </c:pt>
              <c:pt idx="281">
                <c:v>3.006659157404723</c:v>
              </c:pt>
              <c:pt idx="282">
                <c:v>3.006659157404723</c:v>
              </c:pt>
              <c:pt idx="283">
                <c:v>3.006659157404723</c:v>
              </c:pt>
              <c:pt idx="284">
                <c:v>3.006659157404723</c:v>
              </c:pt>
              <c:pt idx="285">
                <c:v>3.006659157404723</c:v>
              </c:pt>
              <c:pt idx="286">
                <c:v>3.006659157404723</c:v>
              </c:pt>
              <c:pt idx="287">
                <c:v>3.006659157404723</c:v>
              </c:pt>
              <c:pt idx="288">
                <c:v>3.006659157404723</c:v>
              </c:pt>
              <c:pt idx="289">
                <c:v>3.006659157404723</c:v>
              </c:pt>
              <c:pt idx="290">
                <c:v>3.006659157404723</c:v>
              </c:pt>
              <c:pt idx="291">
                <c:v>3.006659157404723</c:v>
              </c:pt>
              <c:pt idx="292">
                <c:v>3.006659157404723</c:v>
              </c:pt>
              <c:pt idx="293">
                <c:v>3.006659157404723</c:v>
              </c:pt>
              <c:pt idx="294">
                <c:v>3.006659157404723</c:v>
              </c:pt>
              <c:pt idx="295">
                <c:v>3.006659157404723</c:v>
              </c:pt>
              <c:pt idx="296">
                <c:v>3.006659157404723</c:v>
              </c:pt>
              <c:pt idx="297">
                <c:v>3.006659157404723</c:v>
              </c:pt>
              <c:pt idx="298">
                <c:v>3.006659157404723</c:v>
              </c:pt>
              <c:pt idx="299">
                <c:v>3.006659157404723</c:v>
              </c:pt>
              <c:pt idx="300">
                <c:v>3.006659157404723</c:v>
              </c:pt>
              <c:pt idx="301">
                <c:v>3.006659157404723</c:v>
              </c:pt>
              <c:pt idx="302">
                <c:v>3.006659157404723</c:v>
              </c:pt>
              <c:pt idx="303">
                <c:v>3.006659157404723</c:v>
              </c:pt>
              <c:pt idx="304">
                <c:v>3.006659157404723</c:v>
              </c:pt>
              <c:pt idx="305">
                <c:v>3.006659157404723</c:v>
              </c:pt>
              <c:pt idx="306">
                <c:v>3.006659157404723</c:v>
              </c:pt>
              <c:pt idx="307">
                <c:v>3.006659157404723</c:v>
              </c:pt>
              <c:pt idx="308">
                <c:v>3.006659157404723</c:v>
              </c:pt>
              <c:pt idx="309">
                <c:v>3.006659157404723</c:v>
              </c:pt>
              <c:pt idx="310">
                <c:v>3.006659157404723</c:v>
              </c:pt>
              <c:pt idx="311">
                <c:v>3.006659157404723</c:v>
              </c:pt>
              <c:pt idx="312">
                <c:v>3.006659157404723</c:v>
              </c:pt>
              <c:pt idx="313">
                <c:v>3.006659157404723</c:v>
              </c:pt>
              <c:pt idx="314">
                <c:v>3.006659157404723</c:v>
              </c:pt>
              <c:pt idx="315">
                <c:v>3.006659157404723</c:v>
              </c:pt>
              <c:pt idx="316">
                <c:v>3.006659157404723</c:v>
              </c:pt>
              <c:pt idx="317">
                <c:v>3.006659157404723</c:v>
              </c:pt>
              <c:pt idx="318">
                <c:v>3.006659157404723</c:v>
              </c:pt>
              <c:pt idx="319">
                <c:v>3.006659157404723</c:v>
              </c:pt>
              <c:pt idx="320">
                <c:v>3.006659157404723</c:v>
              </c:pt>
              <c:pt idx="321">
                <c:v>3.006659157404723</c:v>
              </c:pt>
              <c:pt idx="322">
                <c:v>3.006659157404723</c:v>
              </c:pt>
              <c:pt idx="323">
                <c:v>3.006659157404723</c:v>
              </c:pt>
              <c:pt idx="324">
                <c:v>3.006659157404723</c:v>
              </c:pt>
              <c:pt idx="325">
                <c:v>3.006659157404723</c:v>
              </c:pt>
              <c:pt idx="326">
                <c:v>3.006659157404723</c:v>
              </c:pt>
              <c:pt idx="327">
                <c:v>3.006659157404723</c:v>
              </c:pt>
              <c:pt idx="328">
                <c:v>3.006659157404723</c:v>
              </c:pt>
              <c:pt idx="329">
                <c:v>3.006659157404723</c:v>
              </c:pt>
              <c:pt idx="330">
                <c:v>3.006659157404723</c:v>
              </c:pt>
              <c:pt idx="331">
                <c:v>3.006659157404723</c:v>
              </c:pt>
              <c:pt idx="332">
                <c:v>3.006659157404723</c:v>
              </c:pt>
              <c:pt idx="333">
                <c:v>3.006659157404723</c:v>
              </c:pt>
              <c:pt idx="334">
                <c:v>3.006659157404723</c:v>
              </c:pt>
              <c:pt idx="335">
                <c:v>3.006659157404723</c:v>
              </c:pt>
              <c:pt idx="336">
                <c:v>3.006659157404723</c:v>
              </c:pt>
              <c:pt idx="337">
                <c:v>3.006659157404723</c:v>
              </c:pt>
              <c:pt idx="338">
                <c:v>3.006659157404723</c:v>
              </c:pt>
              <c:pt idx="339">
                <c:v>3.006659157404723</c:v>
              </c:pt>
              <c:pt idx="340">
                <c:v>3.006659157404723</c:v>
              </c:pt>
              <c:pt idx="341">
                <c:v>3.006659157404723</c:v>
              </c:pt>
              <c:pt idx="342">
                <c:v>3.006659157404723</c:v>
              </c:pt>
              <c:pt idx="343">
                <c:v>3.006659157404723</c:v>
              </c:pt>
              <c:pt idx="344">
                <c:v>3.006659157404723</c:v>
              </c:pt>
              <c:pt idx="345">
                <c:v>3.006659157404723</c:v>
              </c:pt>
              <c:pt idx="346">
                <c:v>3.006659157404723</c:v>
              </c:pt>
              <c:pt idx="347">
                <c:v>3.006659157404723</c:v>
              </c:pt>
              <c:pt idx="348">
                <c:v>3.006659157404723</c:v>
              </c:pt>
              <c:pt idx="349">
                <c:v>3.006659157404723</c:v>
              </c:pt>
              <c:pt idx="350">
                <c:v>3.006659157404723</c:v>
              </c:pt>
              <c:pt idx="351">
                <c:v>3.006659157404723</c:v>
              </c:pt>
              <c:pt idx="352">
                <c:v>3.006659157404723</c:v>
              </c:pt>
              <c:pt idx="353">
                <c:v>3.006659157404723</c:v>
              </c:pt>
              <c:pt idx="354">
                <c:v>3.006659157404723</c:v>
              </c:pt>
              <c:pt idx="355">
                <c:v>3.006659157404723</c:v>
              </c:pt>
              <c:pt idx="356">
                <c:v>3.006659157404723</c:v>
              </c:pt>
              <c:pt idx="357">
                <c:v>3.006659157404723</c:v>
              </c:pt>
              <c:pt idx="358">
                <c:v>3.006659157404723</c:v>
              </c:pt>
              <c:pt idx="359">
                <c:v>3.006659157404723</c:v>
              </c:pt>
              <c:pt idx="360">
                <c:v>3.006659157404723</c:v>
              </c:pt>
              <c:pt idx="361">
                <c:v>3.006659157404723</c:v>
              </c:pt>
              <c:pt idx="362">
                <c:v>3.006659157404723</c:v>
              </c:pt>
              <c:pt idx="363">
                <c:v>3.006659157404723</c:v>
              </c:pt>
              <c:pt idx="364">
                <c:v>3.006659157404723</c:v>
              </c:pt>
              <c:pt idx="365">
                <c:v>3.006659157404723</c:v>
              </c:pt>
              <c:pt idx="366">
                <c:v>3.006659157404723</c:v>
              </c:pt>
              <c:pt idx="367">
                <c:v>3.006659157404723</c:v>
              </c:pt>
              <c:pt idx="368">
                <c:v>3.006659157404723</c:v>
              </c:pt>
              <c:pt idx="369">
                <c:v>3.006659157404723</c:v>
              </c:pt>
              <c:pt idx="370">
                <c:v>3.006659157404723</c:v>
              </c:pt>
              <c:pt idx="371">
                <c:v>3.006659157404723</c:v>
              </c:pt>
              <c:pt idx="372">
                <c:v>3.006659157404723</c:v>
              </c:pt>
              <c:pt idx="373">
                <c:v>3.006659157404723</c:v>
              </c:pt>
              <c:pt idx="374">
                <c:v>3.006659157404723</c:v>
              </c:pt>
              <c:pt idx="375">
                <c:v>3.006659157404723</c:v>
              </c:pt>
              <c:pt idx="376">
                <c:v>3.006659157404723</c:v>
              </c:pt>
              <c:pt idx="377">
                <c:v>3.006659157404723</c:v>
              </c:pt>
              <c:pt idx="378">
                <c:v>3.006659157404723</c:v>
              </c:pt>
              <c:pt idx="379">
                <c:v>3.006659157404723</c:v>
              </c:pt>
              <c:pt idx="380">
                <c:v>3.006659157404723</c:v>
              </c:pt>
              <c:pt idx="381">
                <c:v>3.006659157404723</c:v>
              </c:pt>
              <c:pt idx="382">
                <c:v>3.006659157404723</c:v>
              </c:pt>
              <c:pt idx="383">
                <c:v>3.006659157404723</c:v>
              </c:pt>
              <c:pt idx="384">
                <c:v>3.006659157404723</c:v>
              </c:pt>
              <c:pt idx="385">
                <c:v>3.006659157404723</c:v>
              </c:pt>
              <c:pt idx="386">
                <c:v>3.006659157404723</c:v>
              </c:pt>
              <c:pt idx="387">
                <c:v>3.006659157404723</c:v>
              </c:pt>
              <c:pt idx="388">
                <c:v>3.006659157404723</c:v>
              </c:pt>
              <c:pt idx="389">
                <c:v>3.006659157404723</c:v>
              </c:pt>
              <c:pt idx="390">
                <c:v>3.006659157404723</c:v>
              </c:pt>
              <c:pt idx="391">
                <c:v>3.006659157404723</c:v>
              </c:pt>
              <c:pt idx="392">
                <c:v>3.006659157404723</c:v>
              </c:pt>
              <c:pt idx="393">
                <c:v>3.006659157404723</c:v>
              </c:pt>
              <c:pt idx="394">
                <c:v>3.006659157404723</c:v>
              </c:pt>
              <c:pt idx="395">
                <c:v>3.006659157404723</c:v>
              </c:pt>
              <c:pt idx="396">
                <c:v>3.006659157404723</c:v>
              </c:pt>
              <c:pt idx="397">
                <c:v>3.006659157404723</c:v>
              </c:pt>
              <c:pt idx="398">
                <c:v>3.006659157404723</c:v>
              </c:pt>
              <c:pt idx="399">
                <c:v>3.006659157404723</c:v>
              </c:pt>
              <c:pt idx="400">
                <c:v>3.006659157404723</c:v>
              </c:pt>
              <c:pt idx="401">
                <c:v>3.006659157404723</c:v>
              </c:pt>
              <c:pt idx="402">
                <c:v>3.006659157404723</c:v>
              </c:pt>
              <c:pt idx="403">
                <c:v>3.006659157404723</c:v>
              </c:pt>
              <c:pt idx="404">
                <c:v>3.006659157404723</c:v>
              </c:pt>
              <c:pt idx="405">
                <c:v>3.006659157404723</c:v>
              </c:pt>
              <c:pt idx="406">
                <c:v>3.006659157404723</c:v>
              </c:pt>
              <c:pt idx="407">
                <c:v>3.006659157404723</c:v>
              </c:pt>
              <c:pt idx="408">
                <c:v>3.006659157404723</c:v>
              </c:pt>
              <c:pt idx="409">
                <c:v>3.006659157404723</c:v>
              </c:pt>
              <c:pt idx="410">
                <c:v>3.006659157404723</c:v>
              </c:pt>
              <c:pt idx="411">
                <c:v>3.006659157404723</c:v>
              </c:pt>
              <c:pt idx="412">
                <c:v>3.006659157404723</c:v>
              </c:pt>
              <c:pt idx="413">
                <c:v>3.006659157404723</c:v>
              </c:pt>
              <c:pt idx="414">
                <c:v>3.006659157404723</c:v>
              </c:pt>
              <c:pt idx="415">
                <c:v>3.006659157404723</c:v>
              </c:pt>
              <c:pt idx="416">
                <c:v>3.006659157404723</c:v>
              </c:pt>
              <c:pt idx="417">
                <c:v>3.006659157404723</c:v>
              </c:pt>
              <c:pt idx="418">
                <c:v>3.006659157404723</c:v>
              </c:pt>
              <c:pt idx="419">
                <c:v>3.006659157404723</c:v>
              </c:pt>
              <c:pt idx="420">
                <c:v>3.006659157404723</c:v>
              </c:pt>
              <c:pt idx="421">
                <c:v>3.006659157404723</c:v>
              </c:pt>
              <c:pt idx="422">
                <c:v>3.006659157404723</c:v>
              </c:pt>
              <c:pt idx="423">
                <c:v>3.006659157404723</c:v>
              </c:pt>
              <c:pt idx="424">
                <c:v>3.006659157404723</c:v>
              </c:pt>
              <c:pt idx="425">
                <c:v>3.006659157404723</c:v>
              </c:pt>
              <c:pt idx="426">
                <c:v>3.006659157404723</c:v>
              </c:pt>
              <c:pt idx="427">
                <c:v>3.006659157404723</c:v>
              </c:pt>
              <c:pt idx="428">
                <c:v>3.006659157404723</c:v>
              </c:pt>
              <c:pt idx="429">
                <c:v>3.006659157404723</c:v>
              </c:pt>
              <c:pt idx="430">
                <c:v>3.006659157404723</c:v>
              </c:pt>
              <c:pt idx="431">
                <c:v>3.006659157404723</c:v>
              </c:pt>
              <c:pt idx="432">
                <c:v>3.006659157404723</c:v>
              </c:pt>
              <c:pt idx="433">
                <c:v>3.006659157404723</c:v>
              </c:pt>
              <c:pt idx="434">
                <c:v>3.006659157404723</c:v>
              </c:pt>
              <c:pt idx="435">
                <c:v>3.006659157404723</c:v>
              </c:pt>
              <c:pt idx="436">
                <c:v>3.006659157404723</c:v>
              </c:pt>
              <c:pt idx="437">
                <c:v>3.006659157404723</c:v>
              </c:pt>
              <c:pt idx="438">
                <c:v>3.006659157404723</c:v>
              </c:pt>
              <c:pt idx="439">
                <c:v>3.006659157404723</c:v>
              </c:pt>
              <c:pt idx="440">
                <c:v>3.006659157404723</c:v>
              </c:pt>
              <c:pt idx="441">
                <c:v>3.006659157404723</c:v>
              </c:pt>
              <c:pt idx="442">
                <c:v>3.006659157404723</c:v>
              </c:pt>
              <c:pt idx="443">
                <c:v>3.006659157404723</c:v>
              </c:pt>
              <c:pt idx="444">
                <c:v>3.006659157404723</c:v>
              </c:pt>
              <c:pt idx="445">
                <c:v>3.006659157404723</c:v>
              </c:pt>
              <c:pt idx="446">
                <c:v>3.006659157404723</c:v>
              </c:pt>
              <c:pt idx="447">
                <c:v>3.006659157404723</c:v>
              </c:pt>
            </c:numLit>
          </c:yVal>
          <c:smooth val="0"/>
        </c:ser>
        <c:ser>
          <c:idx val="4"/>
          <c:order val="4"/>
          <c:tx>
            <c:v>Same-order filling improvement</c:v>
          </c:tx>
          <c:spPr>
            <a:noFill xmlns:a="http://schemas.openxmlformats.org/drawingml/2006/main"/>
            <a:ln xmlns:a="http://schemas.openxmlformats.org/drawingml/2006/main" w="7620">
              <a:solidFill>
                <a:srgbClr val="009E73"/>
              </a:solidFill>
              <a:prstDash val="solid"/>
            </a:ln>
          </c:spPr>
          <c:marker>
            <c:symbol val="none"/>
            <c:size val="7"/>
            <c:spPr>
              <a:solidFill xmlns:a="http://schemas.openxmlformats.org/drawingml/2006/main">
                <a:srgbClr val="009E73"/>
              </a:solidFill>
            </c:spPr>
          </c:marker>
          <c:xVal>
            <c:numLit>
              <c:formatCode>General</c:formatCode>
              <c:ptCount val="448"/>
              <c:pt idx="0">
                <c:v>19.563867795215497</c:v>
              </c:pt>
              <c:pt idx="1">
                <c:v>19.649127471228862</c:v>
              </c:pt>
              <c:pt idx="2">
                <c:v>19.649127471228862</c:v>
              </c:pt>
              <c:pt idx="3">
                <c:v>19.649127471228862</c:v>
              </c:pt>
              <c:pt idx="4">
                <c:v>19.649127471228862</c:v>
              </c:pt>
              <c:pt idx="5">
                <c:v>19.649127471228862</c:v>
              </c:pt>
              <c:pt idx="6">
                <c:v>19.649127471228862</c:v>
              </c:pt>
              <c:pt idx="7">
                <c:v>19.649127471228862</c:v>
              </c:pt>
              <c:pt idx="8">
                <c:v>19.649127471228862</c:v>
              </c:pt>
              <c:pt idx="9">
                <c:v>19.649127471228862</c:v>
              </c:pt>
              <c:pt idx="10">
                <c:v>19.649127471228862</c:v>
              </c:pt>
              <c:pt idx="11">
                <c:v>19.649127471228862</c:v>
              </c:pt>
              <c:pt idx="12">
                <c:v>19.649127471228862</c:v>
              </c:pt>
              <c:pt idx="13">
                <c:v>19.649127471228862</c:v>
              </c:pt>
              <c:pt idx="14">
                <c:v>19.649127471228862</c:v>
              </c:pt>
              <c:pt idx="15">
                <c:v>19.649127471228862</c:v>
              </c:pt>
              <c:pt idx="16">
                <c:v>19.649127471228862</c:v>
              </c:pt>
              <c:pt idx="17">
                <c:v>19.649127471228862</c:v>
              </c:pt>
              <c:pt idx="18">
                <c:v>19.649127471228862</c:v>
              </c:pt>
              <c:pt idx="19">
                <c:v>19.649127471228862</c:v>
              </c:pt>
              <c:pt idx="20">
                <c:v>19.649127471228862</c:v>
              </c:pt>
              <c:pt idx="21">
                <c:v>19.649127471228862</c:v>
              </c:pt>
              <c:pt idx="22">
                <c:v>19.649127471228862</c:v>
              </c:pt>
              <c:pt idx="23">
                <c:v>19.649127471228862</c:v>
              </c:pt>
              <c:pt idx="24">
                <c:v>19.649127471228862</c:v>
              </c:pt>
              <c:pt idx="25">
                <c:v>19.649127471228862</c:v>
              </c:pt>
              <c:pt idx="26">
                <c:v>19.649127471228862</c:v>
              </c:pt>
              <c:pt idx="27">
                <c:v>19.649127471228862</c:v>
              </c:pt>
              <c:pt idx="28">
                <c:v>19.649127471228862</c:v>
              </c:pt>
              <c:pt idx="29">
                <c:v>19.649127471228862</c:v>
              </c:pt>
              <c:pt idx="30">
                <c:v>19.649127471228862</c:v>
              </c:pt>
              <c:pt idx="31">
                <c:v>19.649127471228862</c:v>
              </c:pt>
              <c:pt idx="32">
                <c:v>19.649127471228862</c:v>
              </c:pt>
              <c:pt idx="33">
                <c:v>19.649127471228862</c:v>
              </c:pt>
              <c:pt idx="34">
                <c:v>19.649127471228862</c:v>
              </c:pt>
              <c:pt idx="35">
                <c:v>19.649127471228862</c:v>
              </c:pt>
              <c:pt idx="36">
                <c:v>19.649127471228862</c:v>
              </c:pt>
              <c:pt idx="37">
                <c:v>19.649127471228862</c:v>
              </c:pt>
              <c:pt idx="38">
                <c:v>19.649127471228862</c:v>
              </c:pt>
              <c:pt idx="39">
                <c:v>19.649127471228862</c:v>
              </c:pt>
              <c:pt idx="40">
                <c:v>19.649127471228862</c:v>
              </c:pt>
              <c:pt idx="41">
                <c:v>19.649127471228862</c:v>
              </c:pt>
              <c:pt idx="42">
                <c:v>19.649127471228862</c:v>
              </c:pt>
              <c:pt idx="43">
                <c:v>19.649127471228862</c:v>
              </c:pt>
              <c:pt idx="44">
                <c:v>19.649127471228862</c:v>
              </c:pt>
              <c:pt idx="45">
                <c:v>19.649127471228862</c:v>
              </c:pt>
              <c:pt idx="46">
                <c:v>19.649127471228862</c:v>
              </c:pt>
              <c:pt idx="47">
                <c:v>19.649127471228862</c:v>
              </c:pt>
              <c:pt idx="48">
                <c:v>19.649127471228862</c:v>
              </c:pt>
              <c:pt idx="49">
                <c:v>19.649127471228862</c:v>
              </c:pt>
              <c:pt idx="50">
                <c:v>19.649127471228862</c:v>
              </c:pt>
              <c:pt idx="51">
                <c:v>19.649127471228862</c:v>
              </c:pt>
              <c:pt idx="52">
                <c:v>19.649127471228862</c:v>
              </c:pt>
              <c:pt idx="53">
                <c:v>19.649127471228862</c:v>
              </c:pt>
              <c:pt idx="54">
                <c:v>19.649127471228862</c:v>
              </c:pt>
              <c:pt idx="55">
                <c:v>19.649127471228862</c:v>
              </c:pt>
              <c:pt idx="56">
                <c:v>19.649127471228862</c:v>
              </c:pt>
              <c:pt idx="57">
                <c:v>19.649127471228862</c:v>
              </c:pt>
              <c:pt idx="58">
                <c:v>19.649127471228862</c:v>
              </c:pt>
              <c:pt idx="59">
                <c:v>19.649127471228862</c:v>
              </c:pt>
              <c:pt idx="60">
                <c:v>19.649127471228862</c:v>
              </c:pt>
              <c:pt idx="61">
                <c:v>19.649127471228862</c:v>
              </c:pt>
              <c:pt idx="62">
                <c:v>19.649127471228862</c:v>
              </c:pt>
              <c:pt idx="63">
                <c:v>19.649127471228862</c:v>
              </c:pt>
              <c:pt idx="64">
                <c:v>19.649127471228862</c:v>
              </c:pt>
              <c:pt idx="65">
                <c:v>19.649127471228862</c:v>
              </c:pt>
              <c:pt idx="66">
                <c:v>19.649127471228862</c:v>
              </c:pt>
              <c:pt idx="67">
                <c:v>19.649127471228862</c:v>
              </c:pt>
              <c:pt idx="68">
                <c:v>19.649127471228862</c:v>
              </c:pt>
              <c:pt idx="69">
                <c:v>19.649127471228862</c:v>
              </c:pt>
              <c:pt idx="70">
                <c:v>19.649127471228862</c:v>
              </c:pt>
              <c:pt idx="71">
                <c:v>19.649127471228862</c:v>
              </c:pt>
              <c:pt idx="72">
                <c:v>19.649127471228862</c:v>
              </c:pt>
              <c:pt idx="73">
                <c:v>19.649127471228862</c:v>
              </c:pt>
              <c:pt idx="74">
                <c:v>19.649127471228862</c:v>
              </c:pt>
              <c:pt idx="75">
                <c:v>19.649127471228862</c:v>
              </c:pt>
              <c:pt idx="76">
                <c:v>19.649127471228862</c:v>
              </c:pt>
              <c:pt idx="77">
                <c:v>19.649127471228862</c:v>
              </c:pt>
              <c:pt idx="78">
                <c:v>19.649127471228862</c:v>
              </c:pt>
              <c:pt idx="79">
                <c:v>19.649127471228862</c:v>
              </c:pt>
              <c:pt idx="80">
                <c:v>19.649127471228862</c:v>
              </c:pt>
              <c:pt idx="81">
                <c:v>19.649127471228862</c:v>
              </c:pt>
              <c:pt idx="82">
                <c:v>19.649127471228862</c:v>
              </c:pt>
              <c:pt idx="83">
                <c:v>19.649127471228862</c:v>
              </c:pt>
              <c:pt idx="84">
                <c:v>19.649127471228862</c:v>
              </c:pt>
              <c:pt idx="85">
                <c:v>19.649127471228862</c:v>
              </c:pt>
              <c:pt idx="86">
                <c:v>19.649127471228862</c:v>
              </c:pt>
              <c:pt idx="87">
                <c:v>19.649127471228862</c:v>
              </c:pt>
              <c:pt idx="88">
                <c:v>19.649127471228862</c:v>
              </c:pt>
              <c:pt idx="89">
                <c:v>19.649127471228862</c:v>
              </c:pt>
              <c:pt idx="90">
                <c:v>19.649127471228862</c:v>
              </c:pt>
              <c:pt idx="91">
                <c:v>19.649127471228862</c:v>
              </c:pt>
              <c:pt idx="92">
                <c:v>19.649127471228862</c:v>
              </c:pt>
              <c:pt idx="93">
                <c:v>19.649127471228862</c:v>
              </c:pt>
              <c:pt idx="94">
                <c:v>19.649127471228862</c:v>
              </c:pt>
              <c:pt idx="95">
                <c:v>19.649127471228862</c:v>
              </c:pt>
              <c:pt idx="96">
                <c:v>19.649127471228862</c:v>
              </c:pt>
              <c:pt idx="97">
                <c:v>19.649127471228862</c:v>
              </c:pt>
              <c:pt idx="98">
                <c:v>19.649127471228862</c:v>
              </c:pt>
              <c:pt idx="99">
                <c:v>19.649127471228862</c:v>
              </c:pt>
              <c:pt idx="100">
                <c:v>19.649127471228862</c:v>
              </c:pt>
              <c:pt idx="101">
                <c:v>19.649127471228862</c:v>
              </c:pt>
              <c:pt idx="102">
                <c:v>19.649127471228862</c:v>
              </c:pt>
              <c:pt idx="103">
                <c:v>19.649127471228862</c:v>
              </c:pt>
              <c:pt idx="104">
                <c:v>19.649127471228862</c:v>
              </c:pt>
              <c:pt idx="105">
                <c:v>19.649127471228862</c:v>
              </c:pt>
              <c:pt idx="106">
                <c:v>19.649127471228862</c:v>
              </c:pt>
              <c:pt idx="107">
                <c:v>19.649127471228862</c:v>
              </c:pt>
              <c:pt idx="108">
                <c:v>19.649127471228862</c:v>
              </c:pt>
              <c:pt idx="109">
                <c:v>19.649127471228862</c:v>
              </c:pt>
              <c:pt idx="110">
                <c:v>19.649127471228862</c:v>
              </c:pt>
              <c:pt idx="111">
                <c:v>19.649127471228862</c:v>
              </c:pt>
              <c:pt idx="112">
                <c:v>19.649127471228862</c:v>
              </c:pt>
              <c:pt idx="113">
                <c:v>19.649127471228862</c:v>
              </c:pt>
              <c:pt idx="114">
                <c:v>19.649127471228862</c:v>
              </c:pt>
              <c:pt idx="115">
                <c:v>19.649127471228862</c:v>
              </c:pt>
              <c:pt idx="116">
                <c:v>19.649127471228862</c:v>
              </c:pt>
              <c:pt idx="117">
                <c:v>19.649127471228862</c:v>
              </c:pt>
              <c:pt idx="118">
                <c:v>19.649127471228862</c:v>
              </c:pt>
              <c:pt idx="119">
                <c:v>19.649127471228862</c:v>
              </c:pt>
              <c:pt idx="120">
                <c:v>19.649127471228862</c:v>
              </c:pt>
              <c:pt idx="121">
                <c:v>19.649127471228862</c:v>
              </c:pt>
              <c:pt idx="122">
                <c:v>19.649127471228862</c:v>
              </c:pt>
              <c:pt idx="123">
                <c:v>19.649127471228862</c:v>
              </c:pt>
              <c:pt idx="124">
                <c:v>19.649127471228862</c:v>
              </c:pt>
              <c:pt idx="125">
                <c:v>19.649127471228862</c:v>
              </c:pt>
              <c:pt idx="126">
                <c:v>19.649127471228862</c:v>
              </c:pt>
              <c:pt idx="127">
                <c:v>19.649127471228862</c:v>
              </c:pt>
              <c:pt idx="128">
                <c:v>19.649127471228862</c:v>
              </c:pt>
              <c:pt idx="129">
                <c:v>19.649127471228862</c:v>
              </c:pt>
              <c:pt idx="130">
                <c:v>19.649127471228862</c:v>
              </c:pt>
              <c:pt idx="131">
                <c:v>19.649127471228862</c:v>
              </c:pt>
              <c:pt idx="132">
                <c:v>19.649127471228862</c:v>
              </c:pt>
              <c:pt idx="133">
                <c:v>19.649127471228862</c:v>
              </c:pt>
              <c:pt idx="134">
                <c:v>19.649127471228862</c:v>
              </c:pt>
              <c:pt idx="135">
                <c:v>19.649127471228862</c:v>
              </c:pt>
              <c:pt idx="136">
                <c:v>19.649127471228862</c:v>
              </c:pt>
              <c:pt idx="137">
                <c:v>19.649127471228862</c:v>
              </c:pt>
              <c:pt idx="138">
                <c:v>19.649127471228862</c:v>
              </c:pt>
              <c:pt idx="139">
                <c:v>19.649127471228862</c:v>
              </c:pt>
              <c:pt idx="140">
                <c:v>19.649127471228862</c:v>
              </c:pt>
              <c:pt idx="141">
                <c:v>19.649127471228862</c:v>
              </c:pt>
              <c:pt idx="142">
                <c:v>19.649127471228862</c:v>
              </c:pt>
              <c:pt idx="143">
                <c:v>19.649127471228862</c:v>
              </c:pt>
              <c:pt idx="144">
                <c:v>19.649127471228862</c:v>
              </c:pt>
              <c:pt idx="145">
                <c:v>19.649127471228862</c:v>
              </c:pt>
              <c:pt idx="146">
                <c:v>19.649127471228862</c:v>
              </c:pt>
              <c:pt idx="147">
                <c:v>19.649127471228862</c:v>
              </c:pt>
              <c:pt idx="148">
                <c:v>19.649127471228862</c:v>
              </c:pt>
              <c:pt idx="149">
                <c:v>19.649127471228862</c:v>
              </c:pt>
              <c:pt idx="150">
                <c:v>19.649127471228862</c:v>
              </c:pt>
              <c:pt idx="151">
                <c:v>19.649127471228862</c:v>
              </c:pt>
              <c:pt idx="152">
                <c:v>19.649127471228862</c:v>
              </c:pt>
              <c:pt idx="153">
                <c:v>19.649127471228862</c:v>
              </c:pt>
              <c:pt idx="154">
                <c:v>19.649127471228862</c:v>
              </c:pt>
              <c:pt idx="155">
                <c:v>19.649127471228862</c:v>
              </c:pt>
              <c:pt idx="156">
                <c:v>19.649127471228862</c:v>
              </c:pt>
              <c:pt idx="157">
                <c:v>19.649127471228862</c:v>
              </c:pt>
              <c:pt idx="158">
                <c:v>19.649127471228862</c:v>
              </c:pt>
              <c:pt idx="159">
                <c:v>19.649127471228862</c:v>
              </c:pt>
              <c:pt idx="160">
                <c:v>19.649127471228862</c:v>
              </c:pt>
              <c:pt idx="161">
                <c:v>19.649127471228862</c:v>
              </c:pt>
              <c:pt idx="162">
                <c:v>19.649127471228862</c:v>
              </c:pt>
              <c:pt idx="163">
                <c:v>19.649127471228862</c:v>
              </c:pt>
              <c:pt idx="164">
                <c:v>19.649127471228862</c:v>
              </c:pt>
              <c:pt idx="165">
                <c:v>19.649127471228862</c:v>
              </c:pt>
              <c:pt idx="166">
                <c:v>19.649127471228862</c:v>
              </c:pt>
              <c:pt idx="167">
                <c:v>19.649127471228862</c:v>
              </c:pt>
              <c:pt idx="168">
                <c:v>19.649127471228862</c:v>
              </c:pt>
              <c:pt idx="169">
                <c:v>19.649127471228862</c:v>
              </c:pt>
              <c:pt idx="170">
                <c:v>19.649127471228862</c:v>
              </c:pt>
              <c:pt idx="171">
                <c:v>19.649127471228862</c:v>
              </c:pt>
              <c:pt idx="172">
                <c:v>19.649127471228862</c:v>
              </c:pt>
              <c:pt idx="173">
                <c:v>19.649127471228862</c:v>
              </c:pt>
              <c:pt idx="174">
                <c:v>19.649127471228862</c:v>
              </c:pt>
              <c:pt idx="175">
                <c:v>19.649127471228862</c:v>
              </c:pt>
              <c:pt idx="176">
                <c:v>19.649127471228862</c:v>
              </c:pt>
              <c:pt idx="177">
                <c:v>19.649127471228862</c:v>
              </c:pt>
              <c:pt idx="178">
                <c:v>19.649127471228862</c:v>
              </c:pt>
              <c:pt idx="179">
                <c:v>19.649127471228862</c:v>
              </c:pt>
              <c:pt idx="180">
                <c:v>19.649127471228862</c:v>
              </c:pt>
              <c:pt idx="181">
                <c:v>19.649127471228862</c:v>
              </c:pt>
              <c:pt idx="182">
                <c:v>19.649127471228862</c:v>
              </c:pt>
              <c:pt idx="183">
                <c:v>19.649127471228862</c:v>
              </c:pt>
              <c:pt idx="184">
                <c:v>19.649127471228862</c:v>
              </c:pt>
              <c:pt idx="185">
                <c:v>19.649127471228862</c:v>
              </c:pt>
              <c:pt idx="186">
                <c:v>19.649127471228862</c:v>
              </c:pt>
              <c:pt idx="187">
                <c:v>19.649127471228862</c:v>
              </c:pt>
              <c:pt idx="188">
                <c:v>19.649127471228862</c:v>
              </c:pt>
              <c:pt idx="189">
                <c:v>19.649127471228862</c:v>
              </c:pt>
              <c:pt idx="190">
                <c:v>19.649127471228862</c:v>
              </c:pt>
              <c:pt idx="191">
                <c:v>19.649127471228862</c:v>
              </c:pt>
              <c:pt idx="192">
                <c:v>19.649127471228862</c:v>
              </c:pt>
              <c:pt idx="193">
                <c:v>19.649127471228862</c:v>
              </c:pt>
              <c:pt idx="194">
                <c:v>19.649127471228862</c:v>
              </c:pt>
              <c:pt idx="195">
                <c:v>19.649127471228862</c:v>
              </c:pt>
              <c:pt idx="196">
                <c:v>19.649127471228862</c:v>
              </c:pt>
              <c:pt idx="197">
                <c:v>19.649127471228862</c:v>
              </c:pt>
              <c:pt idx="198">
                <c:v>19.649127471228862</c:v>
              </c:pt>
              <c:pt idx="199">
                <c:v>19.649127471228862</c:v>
              </c:pt>
              <c:pt idx="200">
                <c:v>19.649127471228862</c:v>
              </c:pt>
              <c:pt idx="201">
                <c:v>19.649127471228862</c:v>
              </c:pt>
              <c:pt idx="202">
                <c:v>19.649127471228862</c:v>
              </c:pt>
              <c:pt idx="203">
                <c:v>19.649127471228862</c:v>
              </c:pt>
              <c:pt idx="204">
                <c:v>19.649127471228862</c:v>
              </c:pt>
              <c:pt idx="205">
                <c:v>19.649127471228862</c:v>
              </c:pt>
              <c:pt idx="206">
                <c:v>19.649127471228862</c:v>
              </c:pt>
              <c:pt idx="207">
                <c:v>19.649127471228862</c:v>
              </c:pt>
              <c:pt idx="208">
                <c:v>19.649127471228862</c:v>
              </c:pt>
              <c:pt idx="209">
                <c:v>19.649127471228862</c:v>
              </c:pt>
              <c:pt idx="210">
                <c:v>19.649127471228862</c:v>
              </c:pt>
              <c:pt idx="211">
                <c:v>19.649127471228862</c:v>
              </c:pt>
              <c:pt idx="212">
                <c:v>19.649127471228862</c:v>
              </c:pt>
              <c:pt idx="213">
                <c:v>19.649127471228862</c:v>
              </c:pt>
              <c:pt idx="214">
                <c:v>19.649127471228862</c:v>
              </c:pt>
              <c:pt idx="215">
                <c:v>19.649127471228862</c:v>
              </c:pt>
              <c:pt idx="216">
                <c:v>19.649127471228862</c:v>
              </c:pt>
              <c:pt idx="217">
                <c:v>19.649127471228862</c:v>
              </c:pt>
              <c:pt idx="218">
                <c:v>19.649127471228862</c:v>
              </c:pt>
              <c:pt idx="219">
                <c:v>19.649127471228862</c:v>
              </c:pt>
              <c:pt idx="220">
                <c:v>19.649127471228862</c:v>
              </c:pt>
              <c:pt idx="221">
                <c:v>19.649127471228862</c:v>
              </c:pt>
              <c:pt idx="222">
                <c:v>19.649127471228862</c:v>
              </c:pt>
              <c:pt idx="223">
                <c:v>19.649127471228862</c:v>
              </c:pt>
              <c:pt idx="224">
                <c:v>19.649127471228862</c:v>
              </c:pt>
              <c:pt idx="225">
                <c:v>19.649127471228862</c:v>
              </c:pt>
              <c:pt idx="226">
                <c:v>19.649127471228862</c:v>
              </c:pt>
              <c:pt idx="227">
                <c:v>19.649127471228862</c:v>
              </c:pt>
              <c:pt idx="228">
                <c:v>19.649127471228862</c:v>
              </c:pt>
              <c:pt idx="229">
                <c:v>19.649127471228862</c:v>
              </c:pt>
              <c:pt idx="230">
                <c:v>19.649127471228862</c:v>
              </c:pt>
              <c:pt idx="231">
                <c:v>19.649127471228862</c:v>
              </c:pt>
              <c:pt idx="232">
                <c:v>19.649127471228862</c:v>
              </c:pt>
              <c:pt idx="233">
                <c:v>19.649127471228862</c:v>
              </c:pt>
              <c:pt idx="234">
                <c:v>19.649127471228862</c:v>
              </c:pt>
              <c:pt idx="235">
                <c:v>19.649127471228862</c:v>
              </c:pt>
              <c:pt idx="236">
                <c:v>19.649127471228862</c:v>
              </c:pt>
              <c:pt idx="237">
                <c:v>19.649127471228862</c:v>
              </c:pt>
              <c:pt idx="238">
                <c:v>19.649127471228862</c:v>
              </c:pt>
              <c:pt idx="239">
                <c:v>19.649127471228862</c:v>
              </c:pt>
              <c:pt idx="240">
                <c:v>19.649127471228862</c:v>
              </c:pt>
              <c:pt idx="241">
                <c:v>19.649127471228862</c:v>
              </c:pt>
              <c:pt idx="242">
                <c:v>19.649127471228862</c:v>
              </c:pt>
              <c:pt idx="243">
                <c:v>19.649127471228862</c:v>
              </c:pt>
              <c:pt idx="244">
                <c:v>19.649127471228862</c:v>
              </c:pt>
              <c:pt idx="245">
                <c:v>19.649127471228862</c:v>
              </c:pt>
              <c:pt idx="246">
                <c:v>19.649127471228862</c:v>
              </c:pt>
              <c:pt idx="247">
                <c:v>19.649127471228862</c:v>
              </c:pt>
              <c:pt idx="248">
                <c:v>19.649127471228862</c:v>
              </c:pt>
              <c:pt idx="249">
                <c:v>19.649127471228862</c:v>
              </c:pt>
              <c:pt idx="250">
                <c:v>19.649127471228862</c:v>
              </c:pt>
              <c:pt idx="251">
                <c:v>19.649127471228862</c:v>
              </c:pt>
              <c:pt idx="252">
                <c:v>19.649127471228862</c:v>
              </c:pt>
              <c:pt idx="253">
                <c:v>19.649127471228862</c:v>
              </c:pt>
              <c:pt idx="254">
                <c:v>19.649127471228862</c:v>
              </c:pt>
              <c:pt idx="255">
                <c:v>19.649127471228862</c:v>
              </c:pt>
              <c:pt idx="256">
                <c:v>19.649127471228862</c:v>
              </c:pt>
              <c:pt idx="257">
                <c:v>19.649127471228862</c:v>
              </c:pt>
              <c:pt idx="258">
                <c:v>19.649127471228862</c:v>
              </c:pt>
              <c:pt idx="259">
                <c:v>19.649127471228862</c:v>
              </c:pt>
              <c:pt idx="260">
                <c:v>19.649127471228862</c:v>
              </c:pt>
              <c:pt idx="261">
                <c:v>19.649127471228862</c:v>
              </c:pt>
              <c:pt idx="262">
                <c:v>19.649127471228862</c:v>
              </c:pt>
              <c:pt idx="263">
                <c:v>19.649127471228862</c:v>
              </c:pt>
              <c:pt idx="264">
                <c:v>19.649127471228862</c:v>
              </c:pt>
              <c:pt idx="265">
                <c:v>19.649127471228862</c:v>
              </c:pt>
              <c:pt idx="266">
                <c:v>19.649127471228862</c:v>
              </c:pt>
              <c:pt idx="267">
                <c:v>19.649127471228862</c:v>
              </c:pt>
              <c:pt idx="268">
                <c:v>19.649127471228862</c:v>
              </c:pt>
              <c:pt idx="269">
                <c:v>19.649127471228862</c:v>
              </c:pt>
              <c:pt idx="270">
                <c:v>19.649127471228862</c:v>
              </c:pt>
              <c:pt idx="271">
                <c:v>19.649127471228862</c:v>
              </c:pt>
              <c:pt idx="272">
                <c:v>19.649127471228862</c:v>
              </c:pt>
              <c:pt idx="273">
                <c:v>19.649127471228862</c:v>
              </c:pt>
              <c:pt idx="274">
                <c:v>19.649127471228862</c:v>
              </c:pt>
              <c:pt idx="275">
                <c:v>19.649127471228862</c:v>
              </c:pt>
              <c:pt idx="276">
                <c:v>19.649127471228862</c:v>
              </c:pt>
              <c:pt idx="277">
                <c:v>19.649127471228862</c:v>
              </c:pt>
              <c:pt idx="278">
                <c:v>19.649127471228862</c:v>
              </c:pt>
              <c:pt idx="279">
                <c:v>19.649127471228862</c:v>
              </c:pt>
              <c:pt idx="280">
                <c:v>19.649127471228862</c:v>
              </c:pt>
              <c:pt idx="281">
                <c:v>19.649127471228862</c:v>
              </c:pt>
              <c:pt idx="282">
                <c:v>19.649127471228862</c:v>
              </c:pt>
              <c:pt idx="283">
                <c:v>19.649127471228862</c:v>
              </c:pt>
              <c:pt idx="284">
                <c:v>19.649127471228862</c:v>
              </c:pt>
              <c:pt idx="285">
                <c:v>19.649127471228862</c:v>
              </c:pt>
              <c:pt idx="286">
                <c:v>19.649127471228862</c:v>
              </c:pt>
              <c:pt idx="287">
                <c:v>19.649127471228862</c:v>
              </c:pt>
              <c:pt idx="288">
                <c:v>19.649127471228862</c:v>
              </c:pt>
              <c:pt idx="289">
                <c:v>19.649127471228862</c:v>
              </c:pt>
              <c:pt idx="290">
                <c:v>19.649127471228862</c:v>
              </c:pt>
              <c:pt idx="291">
                <c:v>19.649127471228862</c:v>
              </c:pt>
              <c:pt idx="292">
                <c:v>19.649127471228862</c:v>
              </c:pt>
              <c:pt idx="293">
                <c:v>19.649127471228862</c:v>
              </c:pt>
              <c:pt idx="294">
                <c:v>19.649127471228862</c:v>
              </c:pt>
              <c:pt idx="295">
                <c:v>19.649127471228862</c:v>
              </c:pt>
              <c:pt idx="296">
                <c:v>19.649127471228862</c:v>
              </c:pt>
              <c:pt idx="297">
                <c:v>19.649127471228862</c:v>
              </c:pt>
              <c:pt idx="298">
                <c:v>19.649127471228862</c:v>
              </c:pt>
              <c:pt idx="299">
                <c:v>19.649127471228862</c:v>
              </c:pt>
              <c:pt idx="300">
                <c:v>19.649127471228862</c:v>
              </c:pt>
              <c:pt idx="301">
                <c:v>19.649127471228862</c:v>
              </c:pt>
              <c:pt idx="302">
                <c:v>19.649127471228862</c:v>
              </c:pt>
              <c:pt idx="303">
                <c:v>19.649127471228862</c:v>
              </c:pt>
              <c:pt idx="304">
                <c:v>19.649127471228862</c:v>
              </c:pt>
              <c:pt idx="305">
                <c:v>19.649127471228862</c:v>
              </c:pt>
              <c:pt idx="306">
                <c:v>19.649127471228862</c:v>
              </c:pt>
              <c:pt idx="307">
                <c:v>19.649127471228862</c:v>
              </c:pt>
              <c:pt idx="308">
                <c:v>19.649127471228862</c:v>
              </c:pt>
              <c:pt idx="309">
                <c:v>19.649127471228862</c:v>
              </c:pt>
              <c:pt idx="310">
                <c:v>19.649127471228862</c:v>
              </c:pt>
              <c:pt idx="311">
                <c:v>19.649127471228862</c:v>
              </c:pt>
              <c:pt idx="312">
                <c:v>19.649127471228862</c:v>
              </c:pt>
              <c:pt idx="313">
                <c:v>19.649127471228862</c:v>
              </c:pt>
              <c:pt idx="314">
                <c:v>19.649127471228862</c:v>
              </c:pt>
              <c:pt idx="315">
                <c:v>19.649127471228862</c:v>
              </c:pt>
              <c:pt idx="316">
                <c:v>19.649127471228862</c:v>
              </c:pt>
              <c:pt idx="317">
                <c:v>19.649127471228862</c:v>
              </c:pt>
              <c:pt idx="318">
                <c:v>19.649127471228862</c:v>
              </c:pt>
              <c:pt idx="319">
                <c:v>19.649127471228862</c:v>
              </c:pt>
              <c:pt idx="320">
                <c:v>19.649127471228862</c:v>
              </c:pt>
              <c:pt idx="321">
                <c:v>19.649127471228862</c:v>
              </c:pt>
              <c:pt idx="322">
                <c:v>19.649127471228862</c:v>
              </c:pt>
              <c:pt idx="323">
                <c:v>19.649127471228862</c:v>
              </c:pt>
              <c:pt idx="324">
                <c:v>19.649127471228862</c:v>
              </c:pt>
              <c:pt idx="325">
                <c:v>19.649127471228862</c:v>
              </c:pt>
              <c:pt idx="326">
                <c:v>19.649127471228862</c:v>
              </c:pt>
              <c:pt idx="327">
                <c:v>19.649127471228862</c:v>
              </c:pt>
              <c:pt idx="328">
                <c:v>19.649127471228862</c:v>
              </c:pt>
              <c:pt idx="329">
                <c:v>19.649127471228862</c:v>
              </c:pt>
              <c:pt idx="330">
                <c:v>19.649127471228862</c:v>
              </c:pt>
              <c:pt idx="331">
                <c:v>19.649127471228862</c:v>
              </c:pt>
              <c:pt idx="332">
                <c:v>19.649127471228862</c:v>
              </c:pt>
              <c:pt idx="333">
                <c:v>19.649127471228862</c:v>
              </c:pt>
              <c:pt idx="334">
                <c:v>19.649127471228862</c:v>
              </c:pt>
              <c:pt idx="335">
                <c:v>19.649127471228862</c:v>
              </c:pt>
              <c:pt idx="336">
                <c:v>19.649127471228862</c:v>
              </c:pt>
              <c:pt idx="337">
                <c:v>19.649127471228862</c:v>
              </c:pt>
              <c:pt idx="338">
                <c:v>19.649127471228862</c:v>
              </c:pt>
              <c:pt idx="339">
                <c:v>19.649127471228862</c:v>
              </c:pt>
              <c:pt idx="340">
                <c:v>19.649127471228862</c:v>
              </c:pt>
              <c:pt idx="341">
                <c:v>19.649127471228862</c:v>
              </c:pt>
              <c:pt idx="342">
                <c:v>19.649127471228862</c:v>
              </c:pt>
              <c:pt idx="343">
                <c:v>19.649127471228862</c:v>
              </c:pt>
              <c:pt idx="344">
                <c:v>19.649127471228862</c:v>
              </c:pt>
              <c:pt idx="345">
                <c:v>19.649127471228862</c:v>
              </c:pt>
              <c:pt idx="346">
                <c:v>19.649127471228862</c:v>
              </c:pt>
              <c:pt idx="347">
                <c:v>19.649127471228862</c:v>
              </c:pt>
              <c:pt idx="348">
                <c:v>19.649127471228862</c:v>
              </c:pt>
              <c:pt idx="349">
                <c:v>19.649127471228862</c:v>
              </c:pt>
              <c:pt idx="350">
                <c:v>19.649127471228862</c:v>
              </c:pt>
              <c:pt idx="351">
                <c:v>19.649127471228862</c:v>
              </c:pt>
              <c:pt idx="352">
                <c:v>19.649127471228862</c:v>
              </c:pt>
              <c:pt idx="353">
                <c:v>19.649127471228862</c:v>
              </c:pt>
              <c:pt idx="354">
                <c:v>19.649127471228862</c:v>
              </c:pt>
              <c:pt idx="355">
                <c:v>19.649127471228862</c:v>
              </c:pt>
              <c:pt idx="356">
                <c:v>19.649127471228862</c:v>
              </c:pt>
              <c:pt idx="357">
                <c:v>19.649127471228862</c:v>
              </c:pt>
              <c:pt idx="358">
                <c:v>19.649127471228862</c:v>
              </c:pt>
              <c:pt idx="359">
                <c:v>19.649127471228862</c:v>
              </c:pt>
              <c:pt idx="360">
                <c:v>19.649127471228862</c:v>
              </c:pt>
              <c:pt idx="361">
                <c:v>19.649127471228862</c:v>
              </c:pt>
              <c:pt idx="362">
                <c:v>19.649127471228862</c:v>
              </c:pt>
              <c:pt idx="363">
                <c:v>19.649127471228862</c:v>
              </c:pt>
              <c:pt idx="364">
                <c:v>19.649127471228862</c:v>
              </c:pt>
              <c:pt idx="365">
                <c:v>19.649127471228862</c:v>
              </c:pt>
              <c:pt idx="366">
                <c:v>19.649127471228862</c:v>
              </c:pt>
              <c:pt idx="367">
                <c:v>19.649127471228862</c:v>
              </c:pt>
              <c:pt idx="368">
                <c:v>19.649127471228862</c:v>
              </c:pt>
              <c:pt idx="369">
                <c:v>19.649127471228862</c:v>
              </c:pt>
              <c:pt idx="370">
                <c:v>19.649127471228862</c:v>
              </c:pt>
              <c:pt idx="371">
                <c:v>19.649127471228862</c:v>
              </c:pt>
              <c:pt idx="372">
                <c:v>19.649127471228862</c:v>
              </c:pt>
              <c:pt idx="373">
                <c:v>19.649127471228862</c:v>
              </c:pt>
              <c:pt idx="374">
                <c:v>19.649127471228862</c:v>
              </c:pt>
              <c:pt idx="375">
                <c:v>19.649127471228862</c:v>
              </c:pt>
              <c:pt idx="376">
                <c:v>19.649127471228862</c:v>
              </c:pt>
              <c:pt idx="377">
                <c:v>19.649127471228862</c:v>
              </c:pt>
              <c:pt idx="378">
                <c:v>19.649127471228862</c:v>
              </c:pt>
              <c:pt idx="379">
                <c:v>19.649127471228862</c:v>
              </c:pt>
              <c:pt idx="380">
                <c:v>19.649127471228862</c:v>
              </c:pt>
              <c:pt idx="381">
                <c:v>19.649127471228862</c:v>
              </c:pt>
              <c:pt idx="382">
                <c:v>19.649127471228862</c:v>
              </c:pt>
              <c:pt idx="383">
                <c:v>19.649127471228862</c:v>
              </c:pt>
              <c:pt idx="384">
                <c:v>19.649127471228862</c:v>
              </c:pt>
              <c:pt idx="385">
                <c:v>19.649127471228862</c:v>
              </c:pt>
              <c:pt idx="386">
                <c:v>19.649127471228862</c:v>
              </c:pt>
              <c:pt idx="387">
                <c:v>19.649127471228862</c:v>
              </c:pt>
              <c:pt idx="388">
                <c:v>19.649127471228862</c:v>
              </c:pt>
              <c:pt idx="389">
                <c:v>19.649127471228862</c:v>
              </c:pt>
              <c:pt idx="390">
                <c:v>19.649127471228862</c:v>
              </c:pt>
              <c:pt idx="391">
                <c:v>19.649127471228862</c:v>
              </c:pt>
              <c:pt idx="392">
                <c:v>19.649127471228862</c:v>
              </c:pt>
              <c:pt idx="393">
                <c:v>19.649127471228862</c:v>
              </c:pt>
              <c:pt idx="394">
                <c:v>19.649127471228862</c:v>
              </c:pt>
              <c:pt idx="395">
                <c:v>19.649127471228862</c:v>
              </c:pt>
              <c:pt idx="396">
                <c:v>19.649127471228862</c:v>
              </c:pt>
              <c:pt idx="397">
                <c:v>19.649127471228862</c:v>
              </c:pt>
              <c:pt idx="398">
                <c:v>19.649127471228862</c:v>
              </c:pt>
              <c:pt idx="399">
                <c:v>19.649127471228862</c:v>
              </c:pt>
              <c:pt idx="400">
                <c:v>19.649127471228862</c:v>
              </c:pt>
              <c:pt idx="401">
                <c:v>19.649127471228862</c:v>
              </c:pt>
              <c:pt idx="402">
                <c:v>19.649127471228862</c:v>
              </c:pt>
              <c:pt idx="403">
                <c:v>19.649127471228862</c:v>
              </c:pt>
              <c:pt idx="404">
                <c:v>19.649127471228862</c:v>
              </c:pt>
              <c:pt idx="405">
                <c:v>19.649127471228862</c:v>
              </c:pt>
              <c:pt idx="406">
                <c:v>19.649127471228862</c:v>
              </c:pt>
              <c:pt idx="407">
                <c:v>19.649127471228862</c:v>
              </c:pt>
              <c:pt idx="408">
                <c:v>19.649127471228862</c:v>
              </c:pt>
              <c:pt idx="409">
                <c:v>19.649127471228862</c:v>
              </c:pt>
              <c:pt idx="410">
                <c:v>19.649127471228862</c:v>
              </c:pt>
              <c:pt idx="411">
                <c:v>19.649127471228862</c:v>
              </c:pt>
              <c:pt idx="412">
                <c:v>19.649127471228862</c:v>
              </c:pt>
              <c:pt idx="413">
                <c:v>19.649127471228862</c:v>
              </c:pt>
              <c:pt idx="414">
                <c:v>19.649127471228862</c:v>
              </c:pt>
              <c:pt idx="415">
                <c:v>19.649127471228862</c:v>
              </c:pt>
              <c:pt idx="416">
                <c:v>19.649127471228862</c:v>
              </c:pt>
              <c:pt idx="417">
                <c:v>19.649127471228862</c:v>
              </c:pt>
              <c:pt idx="418">
                <c:v>19.649127471228862</c:v>
              </c:pt>
              <c:pt idx="419">
                <c:v>19.649127471228862</c:v>
              </c:pt>
              <c:pt idx="420">
                <c:v>19.649127471228862</c:v>
              </c:pt>
              <c:pt idx="421">
                <c:v>19.649127471228862</c:v>
              </c:pt>
              <c:pt idx="422">
                <c:v>19.649127471228862</c:v>
              </c:pt>
              <c:pt idx="423">
                <c:v>19.649127471228862</c:v>
              </c:pt>
              <c:pt idx="424">
                <c:v>19.649127471228862</c:v>
              </c:pt>
              <c:pt idx="425">
                <c:v>19.649127471228862</c:v>
              </c:pt>
              <c:pt idx="426">
                <c:v>19.649127471228862</c:v>
              </c:pt>
              <c:pt idx="427">
                <c:v>19.649127471228862</c:v>
              </c:pt>
              <c:pt idx="428">
                <c:v>19.649127471228862</c:v>
              </c:pt>
              <c:pt idx="429">
                <c:v>19.649127471228862</c:v>
              </c:pt>
              <c:pt idx="430">
                <c:v>19.649127471228862</c:v>
              </c:pt>
              <c:pt idx="431">
                <c:v>19.649127471228862</c:v>
              </c:pt>
              <c:pt idx="432">
                <c:v>19.649127471228862</c:v>
              </c:pt>
              <c:pt idx="433">
                <c:v>19.649127471228862</c:v>
              </c:pt>
              <c:pt idx="434">
                <c:v>19.649127471228862</c:v>
              </c:pt>
              <c:pt idx="435">
                <c:v>19.649127471228862</c:v>
              </c:pt>
              <c:pt idx="436">
                <c:v>19.649127471228862</c:v>
              </c:pt>
              <c:pt idx="437">
                <c:v>19.649127471228862</c:v>
              </c:pt>
              <c:pt idx="438">
                <c:v>19.649127471228862</c:v>
              </c:pt>
              <c:pt idx="439">
                <c:v>19.649127471228862</c:v>
              </c:pt>
              <c:pt idx="440">
                <c:v>19.649127471228862</c:v>
              </c:pt>
              <c:pt idx="441">
                <c:v>19.649127471228862</c:v>
              </c:pt>
              <c:pt idx="442">
                <c:v>19.649127471228862</c:v>
              </c:pt>
              <c:pt idx="443">
                <c:v>19.649127471228862</c:v>
              </c:pt>
              <c:pt idx="444">
                <c:v>19.649127471228862</c:v>
              </c:pt>
              <c:pt idx="445">
                <c:v>19.649127471228862</c:v>
              </c:pt>
              <c:pt idx="446">
                <c:v>19.649127471228862</c:v>
              </c:pt>
              <c:pt idx="447">
                <c:v>19.649127471228862</c:v>
              </c:pt>
            </c:numLit>
          </c:xVal>
          <c:yVal>
            <c:numLit>
              <c:formatCode>0.0</c:formatCode>
              <c:ptCount val="448"/>
              <c:pt idx="0">
                <c:v>0.4463912493185715</c:v>
              </c:pt>
              <c:pt idx="1">
                <c:v>0.4463912493185715</c:v>
              </c:pt>
              <c:pt idx="2">
                <c:v>0.4463912493185715</c:v>
              </c:pt>
              <c:pt idx="3">
                <c:v>0.4463912493185715</c:v>
              </c:pt>
              <c:pt idx="4">
                <c:v>0.4463912493185715</c:v>
              </c:pt>
              <c:pt idx="5">
                <c:v>0.4463912493185715</c:v>
              </c:pt>
              <c:pt idx="6">
                <c:v>0.4463912493185715</c:v>
              </c:pt>
              <c:pt idx="7">
                <c:v>0.4463912493185715</c:v>
              </c:pt>
              <c:pt idx="8">
                <c:v>0.4463912493185715</c:v>
              </c:pt>
              <c:pt idx="9">
                <c:v>0.4463912493185715</c:v>
              </c:pt>
              <c:pt idx="10">
                <c:v>0.4463912493185715</c:v>
              </c:pt>
              <c:pt idx="11">
                <c:v>0.4463912493185715</c:v>
              </c:pt>
              <c:pt idx="12">
                <c:v>0.4463912493185715</c:v>
              </c:pt>
              <c:pt idx="13">
                <c:v>0.4463912493185715</c:v>
              </c:pt>
              <c:pt idx="14">
                <c:v>0.4463912493185715</c:v>
              </c:pt>
              <c:pt idx="15">
                <c:v>0.4463912493185715</c:v>
              </c:pt>
              <c:pt idx="16">
                <c:v>0.4463912493185715</c:v>
              </c:pt>
              <c:pt idx="17">
                <c:v>0.4463912493185715</c:v>
              </c:pt>
              <c:pt idx="18">
                <c:v>0.4463912493185715</c:v>
              </c:pt>
              <c:pt idx="19">
                <c:v>0.4463912493185715</c:v>
              </c:pt>
              <c:pt idx="20">
                <c:v>0.4463912493185715</c:v>
              </c:pt>
              <c:pt idx="21">
                <c:v>0.4463912493185715</c:v>
              </c:pt>
              <c:pt idx="22">
                <c:v>0.4463912493185715</c:v>
              </c:pt>
              <c:pt idx="23">
                <c:v>0.4463912493185715</c:v>
              </c:pt>
              <c:pt idx="24">
                <c:v>0.4463912493185715</c:v>
              </c:pt>
              <c:pt idx="25">
                <c:v>0.4463912493185715</c:v>
              </c:pt>
              <c:pt idx="26">
                <c:v>0.4463912493185715</c:v>
              </c:pt>
              <c:pt idx="27">
                <c:v>0.4463912493185715</c:v>
              </c:pt>
              <c:pt idx="28">
                <c:v>0.4463912493185715</c:v>
              </c:pt>
              <c:pt idx="29">
                <c:v>0.4463912493185715</c:v>
              </c:pt>
              <c:pt idx="30">
                <c:v>0.4463912493185715</c:v>
              </c:pt>
              <c:pt idx="31">
                <c:v>0.4463912493185715</c:v>
              </c:pt>
              <c:pt idx="32">
                <c:v>0.4463912493185715</c:v>
              </c:pt>
              <c:pt idx="33">
                <c:v>0.4463912493185715</c:v>
              </c:pt>
              <c:pt idx="34">
                <c:v>0.4463912493185715</c:v>
              </c:pt>
              <c:pt idx="35">
                <c:v>0.4463912493185715</c:v>
              </c:pt>
              <c:pt idx="36">
                <c:v>0.4463912493185715</c:v>
              </c:pt>
              <c:pt idx="37">
                <c:v>0.4463912493185715</c:v>
              </c:pt>
              <c:pt idx="38">
                <c:v>0.4463912493185715</c:v>
              </c:pt>
              <c:pt idx="39">
                <c:v>0.4463912493185715</c:v>
              </c:pt>
              <c:pt idx="40">
                <c:v>0.4463912493185715</c:v>
              </c:pt>
              <c:pt idx="41">
                <c:v>0.4463912493185715</c:v>
              </c:pt>
              <c:pt idx="42">
                <c:v>0.4463912493185715</c:v>
              </c:pt>
              <c:pt idx="43">
                <c:v>0.4463912493185715</c:v>
              </c:pt>
              <c:pt idx="44">
                <c:v>0.4463912493185715</c:v>
              </c:pt>
              <c:pt idx="45">
                <c:v>0.4463912493185715</c:v>
              </c:pt>
              <c:pt idx="46">
                <c:v>0.4463912493185715</c:v>
              </c:pt>
              <c:pt idx="47">
                <c:v>0.4463912493185715</c:v>
              </c:pt>
              <c:pt idx="48">
                <c:v>0.4463912493185715</c:v>
              </c:pt>
              <c:pt idx="49">
                <c:v>0.4463912493185715</c:v>
              </c:pt>
              <c:pt idx="50">
                <c:v>0.4463912493185715</c:v>
              </c:pt>
              <c:pt idx="51">
                <c:v>0.4463912493185715</c:v>
              </c:pt>
              <c:pt idx="52">
                <c:v>0.4463912493185715</c:v>
              </c:pt>
              <c:pt idx="53">
                <c:v>0.4463912493185715</c:v>
              </c:pt>
              <c:pt idx="54">
                <c:v>0.4463912493185715</c:v>
              </c:pt>
              <c:pt idx="55">
                <c:v>0.4463912493185715</c:v>
              </c:pt>
              <c:pt idx="56">
                <c:v>0.4463912493185715</c:v>
              </c:pt>
              <c:pt idx="57">
                <c:v>0.4463912493185715</c:v>
              </c:pt>
              <c:pt idx="58">
                <c:v>0.4463912493185715</c:v>
              </c:pt>
              <c:pt idx="59">
                <c:v>0.4463912493185715</c:v>
              </c:pt>
              <c:pt idx="60">
                <c:v>0.4463912493185715</c:v>
              </c:pt>
              <c:pt idx="61">
                <c:v>0.4463912493185715</c:v>
              </c:pt>
              <c:pt idx="62">
                <c:v>0.4463912493185715</c:v>
              </c:pt>
              <c:pt idx="63">
                <c:v>0.4463912493185715</c:v>
              </c:pt>
              <c:pt idx="64">
                <c:v>0.4463912493185715</c:v>
              </c:pt>
              <c:pt idx="65">
                <c:v>0.4463912493185715</c:v>
              </c:pt>
              <c:pt idx="66">
                <c:v>0.4463912493185715</c:v>
              </c:pt>
              <c:pt idx="67">
                <c:v>0.4463912493185715</c:v>
              </c:pt>
              <c:pt idx="68">
                <c:v>0.4463912493185715</c:v>
              </c:pt>
              <c:pt idx="69">
                <c:v>0.4463912493185715</c:v>
              </c:pt>
              <c:pt idx="70">
                <c:v>0.4463912493185715</c:v>
              </c:pt>
              <c:pt idx="71">
                <c:v>0.4463912493185715</c:v>
              </c:pt>
              <c:pt idx="72">
                <c:v>0.4463912493185715</c:v>
              </c:pt>
              <c:pt idx="73">
                <c:v>0.4463912493185715</c:v>
              </c:pt>
              <c:pt idx="74">
                <c:v>0.4463912493185715</c:v>
              </c:pt>
              <c:pt idx="75">
                <c:v>0.4463912493185715</c:v>
              </c:pt>
              <c:pt idx="76">
                <c:v>0.4463912493185715</c:v>
              </c:pt>
              <c:pt idx="77">
                <c:v>0.4463912493185715</c:v>
              </c:pt>
              <c:pt idx="78">
                <c:v>0.4463912493185715</c:v>
              </c:pt>
              <c:pt idx="79">
                <c:v>0.4463912493185715</c:v>
              </c:pt>
              <c:pt idx="80">
                <c:v>0.4463912493185715</c:v>
              </c:pt>
              <c:pt idx="81">
                <c:v>0.4463912493185715</c:v>
              </c:pt>
              <c:pt idx="82">
                <c:v>0.4463912493185715</c:v>
              </c:pt>
              <c:pt idx="83">
                <c:v>0.4463912493185715</c:v>
              </c:pt>
              <c:pt idx="84">
                <c:v>0.4463912493185715</c:v>
              </c:pt>
              <c:pt idx="85">
                <c:v>0.4463912493185715</c:v>
              </c:pt>
              <c:pt idx="86">
                <c:v>0.4463912493185715</c:v>
              </c:pt>
              <c:pt idx="87">
                <c:v>0.4463912493185715</c:v>
              </c:pt>
              <c:pt idx="88">
                <c:v>0.4463912493185715</c:v>
              </c:pt>
              <c:pt idx="89">
                <c:v>0.4463912493185715</c:v>
              </c:pt>
              <c:pt idx="90">
                <c:v>0.4463912493185715</c:v>
              </c:pt>
              <c:pt idx="91">
                <c:v>0.4463912493185715</c:v>
              </c:pt>
              <c:pt idx="92">
                <c:v>0.4463912493185715</c:v>
              </c:pt>
              <c:pt idx="93">
                <c:v>0.4463912493185715</c:v>
              </c:pt>
              <c:pt idx="94">
                <c:v>0.4463912493185715</c:v>
              </c:pt>
              <c:pt idx="95">
                <c:v>0.4463912493185715</c:v>
              </c:pt>
              <c:pt idx="96">
                <c:v>0.4463912493185715</c:v>
              </c:pt>
              <c:pt idx="97">
                <c:v>0.4463912493185715</c:v>
              </c:pt>
              <c:pt idx="98">
                <c:v>0.4463912493185715</c:v>
              </c:pt>
              <c:pt idx="99">
                <c:v>0.4463912493185715</c:v>
              </c:pt>
              <c:pt idx="100">
                <c:v>0.4463912493185715</c:v>
              </c:pt>
              <c:pt idx="101">
                <c:v>0.4463912493185715</c:v>
              </c:pt>
              <c:pt idx="102">
                <c:v>0.4463912493185715</c:v>
              </c:pt>
              <c:pt idx="103">
                <c:v>0.4463912493185715</c:v>
              </c:pt>
              <c:pt idx="104">
                <c:v>0.4463912493185715</c:v>
              </c:pt>
              <c:pt idx="105">
                <c:v>0.4463912493185715</c:v>
              </c:pt>
              <c:pt idx="106">
                <c:v>0.4463912493185715</c:v>
              </c:pt>
              <c:pt idx="107">
                <c:v>0.4463912493185715</c:v>
              </c:pt>
              <c:pt idx="108">
                <c:v>0.4463912493185715</c:v>
              </c:pt>
              <c:pt idx="109">
                <c:v>0.4463912493185715</c:v>
              </c:pt>
              <c:pt idx="110">
                <c:v>0.4463912493185715</c:v>
              </c:pt>
              <c:pt idx="111">
                <c:v>0.4463912493185715</c:v>
              </c:pt>
              <c:pt idx="112">
                <c:v>0.4463912493185715</c:v>
              </c:pt>
              <c:pt idx="113">
                <c:v>0.4463912493185715</c:v>
              </c:pt>
              <c:pt idx="114">
                <c:v>0.4463912493185715</c:v>
              </c:pt>
              <c:pt idx="115">
                <c:v>0.4463912493185715</c:v>
              </c:pt>
              <c:pt idx="116">
                <c:v>0.4463912493185715</c:v>
              </c:pt>
              <c:pt idx="117">
                <c:v>0.4463912493185715</c:v>
              </c:pt>
              <c:pt idx="118">
                <c:v>0.4463912493185715</c:v>
              </c:pt>
              <c:pt idx="119">
                <c:v>0.4463912493185715</c:v>
              </c:pt>
              <c:pt idx="120">
                <c:v>0.4463912493185715</c:v>
              </c:pt>
              <c:pt idx="121">
                <c:v>0.4463912493185715</c:v>
              </c:pt>
              <c:pt idx="122">
                <c:v>0.4463912493185715</c:v>
              </c:pt>
              <c:pt idx="123">
                <c:v>0.4463912493185715</c:v>
              </c:pt>
              <c:pt idx="124">
                <c:v>0.4463912493185715</c:v>
              </c:pt>
              <c:pt idx="125">
                <c:v>0.4463912493185715</c:v>
              </c:pt>
              <c:pt idx="126">
                <c:v>0.4463912493185715</c:v>
              </c:pt>
              <c:pt idx="127">
                <c:v>0.4463912493185715</c:v>
              </c:pt>
              <c:pt idx="128">
                <c:v>0.4463912493185715</c:v>
              </c:pt>
              <c:pt idx="129">
                <c:v>0.4463912493185715</c:v>
              </c:pt>
              <c:pt idx="130">
                <c:v>0.4463912493185715</c:v>
              </c:pt>
              <c:pt idx="131">
                <c:v>0.4463912493185715</c:v>
              </c:pt>
              <c:pt idx="132">
                <c:v>0.4463912493185715</c:v>
              </c:pt>
              <c:pt idx="133">
                <c:v>0.4463912493185715</c:v>
              </c:pt>
              <c:pt idx="134">
                <c:v>0.4463912493185715</c:v>
              </c:pt>
              <c:pt idx="135">
                <c:v>0.4463912493185715</c:v>
              </c:pt>
              <c:pt idx="136">
                <c:v>0.4463912493185715</c:v>
              </c:pt>
              <c:pt idx="137">
                <c:v>0.4463912493185715</c:v>
              </c:pt>
              <c:pt idx="138">
                <c:v>0.4463912493185715</c:v>
              </c:pt>
              <c:pt idx="139">
                <c:v>0.4463912493185715</c:v>
              </c:pt>
              <c:pt idx="140">
                <c:v>0.4463912493185715</c:v>
              </c:pt>
              <c:pt idx="141">
                <c:v>0.4463912493185715</c:v>
              </c:pt>
              <c:pt idx="142">
                <c:v>0.4463912493185715</c:v>
              </c:pt>
              <c:pt idx="143">
                <c:v>0.4463912493185715</c:v>
              </c:pt>
              <c:pt idx="144">
                <c:v>0.4463912493185715</c:v>
              </c:pt>
              <c:pt idx="145">
                <c:v>0.4463912493185715</c:v>
              </c:pt>
              <c:pt idx="146">
                <c:v>0.4463912493185715</c:v>
              </c:pt>
              <c:pt idx="147">
                <c:v>0.4463912493185715</c:v>
              </c:pt>
              <c:pt idx="148">
                <c:v>0.4463912493185715</c:v>
              </c:pt>
              <c:pt idx="149">
                <c:v>0.4463912493185715</c:v>
              </c:pt>
              <c:pt idx="150">
                <c:v>0.4463912493185715</c:v>
              </c:pt>
              <c:pt idx="151">
                <c:v>0.4463912493185715</c:v>
              </c:pt>
              <c:pt idx="152">
                <c:v>0.4463912493185715</c:v>
              </c:pt>
              <c:pt idx="153">
                <c:v>0.4463912493185715</c:v>
              </c:pt>
              <c:pt idx="154">
                <c:v>0.4463912493185715</c:v>
              </c:pt>
              <c:pt idx="155">
                <c:v>0.4463912493185715</c:v>
              </c:pt>
              <c:pt idx="156">
                <c:v>0.4463912493185715</c:v>
              </c:pt>
              <c:pt idx="157">
                <c:v>0.4463912493185715</c:v>
              </c:pt>
              <c:pt idx="158">
                <c:v>0.4463912493185715</c:v>
              </c:pt>
              <c:pt idx="159">
                <c:v>0.4463912493185715</c:v>
              </c:pt>
              <c:pt idx="160">
                <c:v>0.4463912493185715</c:v>
              </c:pt>
              <c:pt idx="161">
                <c:v>0.4463912493185715</c:v>
              </c:pt>
              <c:pt idx="162">
                <c:v>0.4463912493185715</c:v>
              </c:pt>
              <c:pt idx="163">
                <c:v>0.4463912493185715</c:v>
              </c:pt>
              <c:pt idx="164">
                <c:v>0.4463912493185715</c:v>
              </c:pt>
              <c:pt idx="165">
                <c:v>0.4463912493185715</c:v>
              </c:pt>
              <c:pt idx="166">
                <c:v>0.4463912493185715</c:v>
              </c:pt>
              <c:pt idx="167">
                <c:v>0.4463912493185715</c:v>
              </c:pt>
              <c:pt idx="168">
                <c:v>0.4463912493185715</c:v>
              </c:pt>
              <c:pt idx="169">
                <c:v>0.4463912493185715</c:v>
              </c:pt>
              <c:pt idx="170">
                <c:v>0.4463912493185715</c:v>
              </c:pt>
              <c:pt idx="171">
                <c:v>0.4463912493185715</c:v>
              </c:pt>
              <c:pt idx="172">
                <c:v>0.4463912493185715</c:v>
              </c:pt>
              <c:pt idx="173">
                <c:v>0.4463912493185715</c:v>
              </c:pt>
              <c:pt idx="174">
                <c:v>0.4463912493185715</c:v>
              </c:pt>
              <c:pt idx="175">
                <c:v>0.4463912493185715</c:v>
              </c:pt>
              <c:pt idx="176">
                <c:v>0.4463912493185715</c:v>
              </c:pt>
              <c:pt idx="177">
                <c:v>0.4463912493185715</c:v>
              </c:pt>
              <c:pt idx="178">
                <c:v>0.4463912493185715</c:v>
              </c:pt>
              <c:pt idx="179">
                <c:v>0.4463912493185715</c:v>
              </c:pt>
              <c:pt idx="180">
                <c:v>0.4463912493185715</c:v>
              </c:pt>
              <c:pt idx="181">
                <c:v>0.4463912493185715</c:v>
              </c:pt>
              <c:pt idx="182">
                <c:v>0.4463912493185715</c:v>
              </c:pt>
              <c:pt idx="183">
                <c:v>0.4463912493185715</c:v>
              </c:pt>
              <c:pt idx="184">
                <c:v>0.4463912493185715</c:v>
              </c:pt>
              <c:pt idx="185">
                <c:v>0.4463912493185715</c:v>
              </c:pt>
              <c:pt idx="186">
                <c:v>0.4463912493185715</c:v>
              </c:pt>
              <c:pt idx="187">
                <c:v>0.4463912493185715</c:v>
              </c:pt>
              <c:pt idx="188">
                <c:v>0.4463912493185715</c:v>
              </c:pt>
              <c:pt idx="189">
                <c:v>0.4463912493185715</c:v>
              </c:pt>
              <c:pt idx="190">
                <c:v>0.4463912493185715</c:v>
              </c:pt>
              <c:pt idx="191">
                <c:v>0.4463912493185715</c:v>
              </c:pt>
              <c:pt idx="192">
                <c:v>0.4463912493185715</c:v>
              </c:pt>
              <c:pt idx="193">
                <c:v>0.4463912493185715</c:v>
              </c:pt>
              <c:pt idx="194">
                <c:v>0.4463912493185715</c:v>
              </c:pt>
              <c:pt idx="195">
                <c:v>0.4463912493185715</c:v>
              </c:pt>
              <c:pt idx="196">
                <c:v>0.4463912493185715</c:v>
              </c:pt>
              <c:pt idx="197">
                <c:v>0.4463912493185715</c:v>
              </c:pt>
              <c:pt idx="198">
                <c:v>0.4463912493185715</c:v>
              </c:pt>
              <c:pt idx="199">
                <c:v>0.4463912493185715</c:v>
              </c:pt>
              <c:pt idx="200">
                <c:v>0.4463912493185715</c:v>
              </c:pt>
              <c:pt idx="201">
                <c:v>0.4463912493185715</c:v>
              </c:pt>
              <c:pt idx="202">
                <c:v>0.4463912493185715</c:v>
              </c:pt>
              <c:pt idx="203">
                <c:v>0.4463912493185715</c:v>
              </c:pt>
              <c:pt idx="204">
                <c:v>0.4463912493185715</c:v>
              </c:pt>
              <c:pt idx="205">
                <c:v>0.4463912493185715</c:v>
              </c:pt>
              <c:pt idx="206">
                <c:v>0.4463912493185715</c:v>
              </c:pt>
              <c:pt idx="207">
                <c:v>0.4463912493185715</c:v>
              </c:pt>
              <c:pt idx="208">
                <c:v>0.4463912493185715</c:v>
              </c:pt>
              <c:pt idx="209">
                <c:v>0.4463912493185715</c:v>
              </c:pt>
              <c:pt idx="210">
                <c:v>0.4463912493185715</c:v>
              </c:pt>
              <c:pt idx="211">
                <c:v>0.4463912493185715</c:v>
              </c:pt>
              <c:pt idx="212">
                <c:v>0.4463912493185715</c:v>
              </c:pt>
              <c:pt idx="213">
                <c:v>0.4463912493185715</c:v>
              </c:pt>
              <c:pt idx="214">
                <c:v>0.4463912493185715</c:v>
              </c:pt>
              <c:pt idx="215">
                <c:v>0.4463912493185715</c:v>
              </c:pt>
              <c:pt idx="216">
                <c:v>0.4463912493185715</c:v>
              </c:pt>
              <c:pt idx="217">
                <c:v>0.4463912493185715</c:v>
              </c:pt>
              <c:pt idx="218">
                <c:v>0.4463912493185715</c:v>
              </c:pt>
              <c:pt idx="219">
                <c:v>0.4463912493185715</c:v>
              </c:pt>
              <c:pt idx="220">
                <c:v>0.4463912493185715</c:v>
              </c:pt>
              <c:pt idx="221">
                <c:v>0.4463912493185715</c:v>
              </c:pt>
              <c:pt idx="222">
                <c:v>0.4463912493185715</c:v>
              </c:pt>
              <c:pt idx="223">
                <c:v>0.4463912493185715</c:v>
              </c:pt>
              <c:pt idx="224">
                <c:v>0.4463912493185715</c:v>
              </c:pt>
              <c:pt idx="225">
                <c:v>0.4463912493185715</c:v>
              </c:pt>
              <c:pt idx="226">
                <c:v>0.4463912493185715</c:v>
              </c:pt>
              <c:pt idx="227">
                <c:v>0.4463912493185715</c:v>
              </c:pt>
              <c:pt idx="228">
                <c:v>0.4463912493185715</c:v>
              </c:pt>
              <c:pt idx="229">
                <c:v>0.4463912493185715</c:v>
              </c:pt>
              <c:pt idx="230">
                <c:v>0.4463912493185715</c:v>
              </c:pt>
              <c:pt idx="231">
                <c:v>0.4463912493185715</c:v>
              </c:pt>
              <c:pt idx="232">
                <c:v>0.4463912493185715</c:v>
              </c:pt>
              <c:pt idx="233">
                <c:v>0.4463912493185715</c:v>
              </c:pt>
              <c:pt idx="234">
                <c:v>0.4463912493185715</c:v>
              </c:pt>
              <c:pt idx="235">
                <c:v>0.4463912493185715</c:v>
              </c:pt>
              <c:pt idx="236">
                <c:v>0.4463912493185715</c:v>
              </c:pt>
              <c:pt idx="237">
                <c:v>0.4463912493185715</c:v>
              </c:pt>
              <c:pt idx="238">
                <c:v>0.4463912493185715</c:v>
              </c:pt>
              <c:pt idx="239">
                <c:v>0.4463912493185715</c:v>
              </c:pt>
              <c:pt idx="240">
                <c:v>0.4463912493185715</c:v>
              </c:pt>
              <c:pt idx="241">
                <c:v>0.4463912493185715</c:v>
              </c:pt>
              <c:pt idx="242">
                <c:v>0.4463912493185715</c:v>
              </c:pt>
              <c:pt idx="243">
                <c:v>0.4463912493185715</c:v>
              </c:pt>
              <c:pt idx="244">
                <c:v>0.4463912493185715</c:v>
              </c:pt>
              <c:pt idx="245">
                <c:v>0.4463912493185715</c:v>
              </c:pt>
              <c:pt idx="246">
                <c:v>0.4463912493185715</c:v>
              </c:pt>
              <c:pt idx="247">
                <c:v>0.4463912493185715</c:v>
              </c:pt>
              <c:pt idx="248">
                <c:v>0.4463912493185715</c:v>
              </c:pt>
              <c:pt idx="249">
                <c:v>0.4463912493185715</c:v>
              </c:pt>
              <c:pt idx="250">
                <c:v>0.4463912493185715</c:v>
              </c:pt>
              <c:pt idx="251">
                <c:v>0.4463912493185715</c:v>
              </c:pt>
              <c:pt idx="252">
                <c:v>0.4463912493185715</c:v>
              </c:pt>
              <c:pt idx="253">
                <c:v>0.4463912493185715</c:v>
              </c:pt>
              <c:pt idx="254">
                <c:v>0.4463912493185715</c:v>
              </c:pt>
              <c:pt idx="255">
                <c:v>0.4463912493185715</c:v>
              </c:pt>
              <c:pt idx="256">
                <c:v>0.4463912493185715</c:v>
              </c:pt>
              <c:pt idx="257">
                <c:v>0.4463912493185715</c:v>
              </c:pt>
              <c:pt idx="258">
                <c:v>0.4463912493185715</c:v>
              </c:pt>
              <c:pt idx="259">
                <c:v>0.4463912493185715</c:v>
              </c:pt>
              <c:pt idx="260">
                <c:v>0.4463912493185715</c:v>
              </c:pt>
              <c:pt idx="261">
                <c:v>0.4463912493185715</c:v>
              </c:pt>
              <c:pt idx="262">
                <c:v>0.4463912493185715</c:v>
              </c:pt>
              <c:pt idx="263">
                <c:v>0.4463912493185715</c:v>
              </c:pt>
              <c:pt idx="264">
                <c:v>0.4463912493185715</c:v>
              </c:pt>
              <c:pt idx="265">
                <c:v>0.4463912493185715</c:v>
              </c:pt>
              <c:pt idx="266">
                <c:v>0.4463912493185715</c:v>
              </c:pt>
              <c:pt idx="267">
                <c:v>0.4463912493185715</c:v>
              </c:pt>
              <c:pt idx="268">
                <c:v>0.4463912493185715</c:v>
              </c:pt>
              <c:pt idx="269">
                <c:v>0.4463912493185715</c:v>
              </c:pt>
              <c:pt idx="270">
                <c:v>0.4463912493185715</c:v>
              </c:pt>
              <c:pt idx="271">
                <c:v>0.4463912493185715</c:v>
              </c:pt>
              <c:pt idx="272">
                <c:v>0.4463912493185715</c:v>
              </c:pt>
              <c:pt idx="273">
                <c:v>0.4463912493185715</c:v>
              </c:pt>
              <c:pt idx="274">
                <c:v>0.4463912493185715</c:v>
              </c:pt>
              <c:pt idx="275">
                <c:v>0.4463912493185715</c:v>
              </c:pt>
              <c:pt idx="276">
                <c:v>0.4463912493185715</c:v>
              </c:pt>
              <c:pt idx="277">
                <c:v>0.4463912493185715</c:v>
              </c:pt>
              <c:pt idx="278">
                <c:v>0.4463912493185715</c:v>
              </c:pt>
              <c:pt idx="279">
                <c:v>0.4463912493185715</c:v>
              </c:pt>
              <c:pt idx="280">
                <c:v>0.4463912493185715</c:v>
              </c:pt>
              <c:pt idx="281">
                <c:v>0.4463912493185715</c:v>
              </c:pt>
              <c:pt idx="282">
                <c:v>0.4463912493185715</c:v>
              </c:pt>
              <c:pt idx="283">
                <c:v>0.4463912493185715</c:v>
              </c:pt>
              <c:pt idx="284">
                <c:v>0.4463912493185715</c:v>
              </c:pt>
              <c:pt idx="285">
                <c:v>0.4463912493185715</c:v>
              </c:pt>
              <c:pt idx="286">
                <c:v>0.4463912493185715</c:v>
              </c:pt>
              <c:pt idx="287">
                <c:v>0.4463912493185715</c:v>
              </c:pt>
              <c:pt idx="288">
                <c:v>0.4463912493185715</c:v>
              </c:pt>
              <c:pt idx="289">
                <c:v>0.4463912493185715</c:v>
              </c:pt>
              <c:pt idx="290">
                <c:v>0.4463912493185715</c:v>
              </c:pt>
              <c:pt idx="291">
                <c:v>0.4463912493185715</c:v>
              </c:pt>
              <c:pt idx="292">
                <c:v>0.4463912493185715</c:v>
              </c:pt>
              <c:pt idx="293">
                <c:v>0.4463912493185715</c:v>
              </c:pt>
              <c:pt idx="294">
                <c:v>0.4463912493185715</c:v>
              </c:pt>
              <c:pt idx="295">
                <c:v>0.4463912493185715</c:v>
              </c:pt>
              <c:pt idx="296">
                <c:v>0.4463912493185715</c:v>
              </c:pt>
              <c:pt idx="297">
                <c:v>0.4463912493185715</c:v>
              </c:pt>
              <c:pt idx="298">
                <c:v>0.4463912493185715</c:v>
              </c:pt>
              <c:pt idx="299">
                <c:v>0.4463912493185715</c:v>
              </c:pt>
              <c:pt idx="300">
                <c:v>0.4463912493185715</c:v>
              </c:pt>
              <c:pt idx="301">
                <c:v>0.4463912493185715</c:v>
              </c:pt>
              <c:pt idx="302">
                <c:v>0.4463912493185715</c:v>
              </c:pt>
              <c:pt idx="303">
                <c:v>0.4463912493185715</c:v>
              </c:pt>
              <c:pt idx="304">
                <c:v>0.4463912493185715</c:v>
              </c:pt>
              <c:pt idx="305">
                <c:v>0.4463912493185715</c:v>
              </c:pt>
              <c:pt idx="306">
                <c:v>0.4463912493185715</c:v>
              </c:pt>
              <c:pt idx="307">
                <c:v>0.4463912493185715</c:v>
              </c:pt>
              <c:pt idx="308">
                <c:v>0.4463912493185715</c:v>
              </c:pt>
              <c:pt idx="309">
                <c:v>0.4463912493185715</c:v>
              </c:pt>
              <c:pt idx="310">
                <c:v>0.4463912493185715</c:v>
              </c:pt>
              <c:pt idx="311">
                <c:v>0.4463912493185715</c:v>
              </c:pt>
              <c:pt idx="312">
                <c:v>0.4463912493185715</c:v>
              </c:pt>
              <c:pt idx="313">
                <c:v>0.4463912493185715</c:v>
              </c:pt>
              <c:pt idx="314">
                <c:v>0.4463912493185715</c:v>
              </c:pt>
              <c:pt idx="315">
                <c:v>0.4463912493185715</c:v>
              </c:pt>
              <c:pt idx="316">
                <c:v>0.4463912493185715</c:v>
              </c:pt>
              <c:pt idx="317">
                <c:v>0.4463912493185715</c:v>
              </c:pt>
              <c:pt idx="318">
                <c:v>0.4463912493185715</c:v>
              </c:pt>
              <c:pt idx="319">
                <c:v>0.4463912493185715</c:v>
              </c:pt>
              <c:pt idx="320">
                <c:v>0.4463912493185715</c:v>
              </c:pt>
              <c:pt idx="321">
                <c:v>0.4463912493185715</c:v>
              </c:pt>
              <c:pt idx="322">
                <c:v>0.4463912493185715</c:v>
              </c:pt>
              <c:pt idx="323">
                <c:v>0.4463912493185715</c:v>
              </c:pt>
              <c:pt idx="324">
                <c:v>0.4463912493185715</c:v>
              </c:pt>
              <c:pt idx="325">
                <c:v>0.4463912493185715</c:v>
              </c:pt>
              <c:pt idx="326">
                <c:v>0.4463912493185715</c:v>
              </c:pt>
              <c:pt idx="327">
                <c:v>0.4463912493185715</c:v>
              </c:pt>
              <c:pt idx="328">
                <c:v>0.4463912493185715</c:v>
              </c:pt>
              <c:pt idx="329">
                <c:v>0.4463912493185715</c:v>
              </c:pt>
              <c:pt idx="330">
                <c:v>0.4463912493185715</c:v>
              </c:pt>
              <c:pt idx="331">
                <c:v>0.4463912493185715</c:v>
              </c:pt>
              <c:pt idx="332">
                <c:v>0.4463912493185715</c:v>
              </c:pt>
              <c:pt idx="333">
                <c:v>0.4463912493185715</c:v>
              </c:pt>
              <c:pt idx="334">
                <c:v>0.4463912493185715</c:v>
              </c:pt>
              <c:pt idx="335">
                <c:v>0.4463912493185715</c:v>
              </c:pt>
              <c:pt idx="336">
                <c:v>0.4463912493185715</c:v>
              </c:pt>
              <c:pt idx="337">
                <c:v>0.4463912493185715</c:v>
              </c:pt>
              <c:pt idx="338">
                <c:v>0.4463912493185715</c:v>
              </c:pt>
              <c:pt idx="339">
                <c:v>0.4463912493185715</c:v>
              </c:pt>
              <c:pt idx="340">
                <c:v>0.4463912493185715</c:v>
              </c:pt>
              <c:pt idx="341">
                <c:v>0.4463912493185715</c:v>
              </c:pt>
              <c:pt idx="342">
                <c:v>0.4463912493185715</c:v>
              </c:pt>
              <c:pt idx="343">
                <c:v>0.4463912493185715</c:v>
              </c:pt>
              <c:pt idx="344">
                <c:v>0.4463912493185715</c:v>
              </c:pt>
              <c:pt idx="345">
                <c:v>0.4463912493185715</c:v>
              </c:pt>
              <c:pt idx="346">
                <c:v>0.4463912493185715</c:v>
              </c:pt>
              <c:pt idx="347">
                <c:v>0.4463912493185715</c:v>
              </c:pt>
              <c:pt idx="348">
                <c:v>0.4463912493185715</c:v>
              </c:pt>
              <c:pt idx="349">
                <c:v>0.4463912493185715</c:v>
              </c:pt>
              <c:pt idx="350">
                <c:v>0.4463912493185715</c:v>
              </c:pt>
              <c:pt idx="351">
                <c:v>0.4463912493185715</c:v>
              </c:pt>
              <c:pt idx="352">
                <c:v>0.4463912493185715</c:v>
              </c:pt>
              <c:pt idx="353">
                <c:v>0.4463912493185715</c:v>
              </c:pt>
              <c:pt idx="354">
                <c:v>0.4463912493185715</c:v>
              </c:pt>
              <c:pt idx="355">
                <c:v>0.4463912493185715</c:v>
              </c:pt>
              <c:pt idx="356">
                <c:v>0.4463912493185715</c:v>
              </c:pt>
              <c:pt idx="357">
                <c:v>0.4463912493185715</c:v>
              </c:pt>
              <c:pt idx="358">
                <c:v>0.4463912493185715</c:v>
              </c:pt>
              <c:pt idx="359">
                <c:v>0.4463912493185715</c:v>
              </c:pt>
              <c:pt idx="360">
                <c:v>0.4463912493185715</c:v>
              </c:pt>
              <c:pt idx="361">
                <c:v>0.4463912493185715</c:v>
              </c:pt>
              <c:pt idx="362">
                <c:v>0.4463912493185715</c:v>
              </c:pt>
              <c:pt idx="363">
                <c:v>0.4463912493185715</c:v>
              </c:pt>
              <c:pt idx="364">
                <c:v>0.4463912493185715</c:v>
              </c:pt>
              <c:pt idx="365">
                <c:v>0.4463912493185715</c:v>
              </c:pt>
              <c:pt idx="366">
                <c:v>0.4463912493185715</c:v>
              </c:pt>
              <c:pt idx="367">
                <c:v>0.4463912493185715</c:v>
              </c:pt>
              <c:pt idx="368">
                <c:v>0.4463912493185715</c:v>
              </c:pt>
              <c:pt idx="369">
                <c:v>0.4463912493185715</c:v>
              </c:pt>
              <c:pt idx="370">
                <c:v>0.4463912493185715</c:v>
              </c:pt>
              <c:pt idx="371">
                <c:v>0.4463912493185715</c:v>
              </c:pt>
              <c:pt idx="372">
                <c:v>0.4463912493185715</c:v>
              </c:pt>
              <c:pt idx="373">
                <c:v>0.4463912493185715</c:v>
              </c:pt>
              <c:pt idx="374">
                <c:v>0.4463912493185715</c:v>
              </c:pt>
              <c:pt idx="375">
                <c:v>0.4463912493185715</c:v>
              </c:pt>
              <c:pt idx="376">
                <c:v>0.4463912493185715</c:v>
              </c:pt>
              <c:pt idx="377">
                <c:v>0.4463912493185715</c:v>
              </c:pt>
              <c:pt idx="378">
                <c:v>0.4463912493185715</c:v>
              </c:pt>
              <c:pt idx="379">
                <c:v>0.4463912493185715</c:v>
              </c:pt>
              <c:pt idx="380">
                <c:v>0.4463912493185715</c:v>
              </c:pt>
              <c:pt idx="381">
                <c:v>0.4463912493185715</c:v>
              </c:pt>
              <c:pt idx="382">
                <c:v>0.4463912493185715</c:v>
              </c:pt>
              <c:pt idx="383">
                <c:v>0.4463912493185715</c:v>
              </c:pt>
              <c:pt idx="384">
                <c:v>0.4463912493185715</c:v>
              </c:pt>
              <c:pt idx="385">
                <c:v>0.4463912493185715</c:v>
              </c:pt>
              <c:pt idx="386">
                <c:v>0.4463912493185715</c:v>
              </c:pt>
              <c:pt idx="387">
                <c:v>0.4463912493185715</c:v>
              </c:pt>
              <c:pt idx="388">
                <c:v>0.4463912493185715</c:v>
              </c:pt>
              <c:pt idx="389">
                <c:v>0.4463912493185715</c:v>
              </c:pt>
              <c:pt idx="390">
                <c:v>0.4463912493185715</c:v>
              </c:pt>
              <c:pt idx="391">
                <c:v>0.4463912493185715</c:v>
              </c:pt>
              <c:pt idx="392">
                <c:v>0.4463912493185715</c:v>
              </c:pt>
              <c:pt idx="393">
                <c:v>0.4463912493185715</c:v>
              </c:pt>
              <c:pt idx="394">
                <c:v>0.4463912493185715</c:v>
              </c:pt>
              <c:pt idx="395">
                <c:v>0.4463912493185715</c:v>
              </c:pt>
              <c:pt idx="396">
                <c:v>0.4463912493185715</c:v>
              </c:pt>
              <c:pt idx="397">
                <c:v>0.4463912493185715</c:v>
              </c:pt>
              <c:pt idx="398">
                <c:v>0.4463912493185715</c:v>
              </c:pt>
              <c:pt idx="399">
                <c:v>0.4463912493185715</c:v>
              </c:pt>
              <c:pt idx="400">
                <c:v>0.4463912493185715</c:v>
              </c:pt>
              <c:pt idx="401">
                <c:v>0.4463912493185715</c:v>
              </c:pt>
              <c:pt idx="402">
                <c:v>0.4463912493185715</c:v>
              </c:pt>
              <c:pt idx="403">
                <c:v>0.4463912493185715</c:v>
              </c:pt>
              <c:pt idx="404">
                <c:v>0.4463912493185715</c:v>
              </c:pt>
              <c:pt idx="405">
                <c:v>0.4463912493185715</c:v>
              </c:pt>
              <c:pt idx="406">
                <c:v>0.4463912493185715</c:v>
              </c:pt>
              <c:pt idx="407">
                <c:v>0.4463912493185715</c:v>
              </c:pt>
              <c:pt idx="408">
                <c:v>0.4463912493185715</c:v>
              </c:pt>
              <c:pt idx="409">
                <c:v>0.4463912493185715</c:v>
              </c:pt>
              <c:pt idx="410">
                <c:v>0.4463912493185715</c:v>
              </c:pt>
              <c:pt idx="411">
                <c:v>0.4463912493185715</c:v>
              </c:pt>
              <c:pt idx="412">
                <c:v>0.4463912493185715</c:v>
              </c:pt>
              <c:pt idx="413">
                <c:v>0.4463912493185715</c:v>
              </c:pt>
              <c:pt idx="414">
                <c:v>0.4463912493185715</c:v>
              </c:pt>
              <c:pt idx="415">
                <c:v>0.4463912493185715</c:v>
              </c:pt>
              <c:pt idx="416">
                <c:v>0.4463912493185715</c:v>
              </c:pt>
              <c:pt idx="417">
                <c:v>0.4463912493185715</c:v>
              </c:pt>
              <c:pt idx="418">
                <c:v>0.4463912493185715</c:v>
              </c:pt>
              <c:pt idx="419">
                <c:v>0.4463912493185715</c:v>
              </c:pt>
              <c:pt idx="420">
                <c:v>0.4463912493185715</c:v>
              </c:pt>
              <c:pt idx="421">
                <c:v>0.4463912493185715</c:v>
              </c:pt>
              <c:pt idx="422">
                <c:v>0.4463912493185715</c:v>
              </c:pt>
              <c:pt idx="423">
                <c:v>0.4463912493185715</c:v>
              </c:pt>
              <c:pt idx="424">
                <c:v>0.4463912493185715</c:v>
              </c:pt>
              <c:pt idx="425">
                <c:v>0.4463912493185715</c:v>
              </c:pt>
              <c:pt idx="426">
                <c:v>0.4463912493185715</c:v>
              </c:pt>
              <c:pt idx="427">
                <c:v>0.4463912493185715</c:v>
              </c:pt>
              <c:pt idx="428">
                <c:v>0.4463912493185715</c:v>
              </c:pt>
              <c:pt idx="429">
                <c:v>0.4463912493185715</c:v>
              </c:pt>
              <c:pt idx="430">
                <c:v>0.4463912493185715</c:v>
              </c:pt>
              <c:pt idx="431">
                <c:v>0.4463912493185715</c:v>
              </c:pt>
              <c:pt idx="432">
                <c:v>0.4463912493185715</c:v>
              </c:pt>
              <c:pt idx="433">
                <c:v>0.4463912493185715</c:v>
              </c:pt>
              <c:pt idx="434">
                <c:v>0.4463912493185715</c:v>
              </c:pt>
              <c:pt idx="435">
                <c:v>0.4463912493185715</c:v>
              </c:pt>
              <c:pt idx="436">
                <c:v>0.4463912493185715</c:v>
              </c:pt>
              <c:pt idx="437">
                <c:v>0.4463912493185715</c:v>
              </c:pt>
              <c:pt idx="438">
                <c:v>0.4463912493185715</c:v>
              </c:pt>
              <c:pt idx="439">
                <c:v>0.4463912493185715</c:v>
              </c:pt>
              <c:pt idx="440">
                <c:v>0.4463912493185715</c:v>
              </c:pt>
              <c:pt idx="441">
                <c:v>0.4463912493185715</c:v>
              </c:pt>
              <c:pt idx="442">
                <c:v>0.4463912493185715</c:v>
              </c:pt>
              <c:pt idx="443">
                <c:v>0.4463912493185715</c:v>
              </c:pt>
              <c:pt idx="444">
                <c:v>0.4463912493185715</c:v>
              </c:pt>
              <c:pt idx="445">
                <c:v>0.4463912493185715</c:v>
              </c:pt>
              <c:pt idx="446">
                <c:v>0.4463912493185715</c:v>
              </c:pt>
              <c:pt idx="447">
                <c:v>0.4463912493185715</c:v>
              </c:pt>
            </c:numLit>
          </c:yVal>
          <c:smooth val="0"/>
        </c:ser>
        <c:ser>
          <c:idx val="5"/>
          <c:order val="5"/>
          <c:tx>
            <c:v>Same-order filling improvement</c:v>
          </c:tx>
          <c:spPr>
            <a:noFill xmlns:a="http://schemas.openxmlformats.org/drawingml/2006/main"/>
            <a:ln xmlns:a="http://schemas.openxmlformats.org/drawingml/2006/main" w="7620">
              <a:solidFill>
                <a:srgbClr val="009E73"/>
              </a:solidFill>
              <a:prstDash val="solid"/>
            </a:ln>
          </c:spPr>
          <c:marker>
            <c:symbol val="none"/>
            <c:size val="7"/>
            <c:spPr>
              <a:solidFill xmlns:a="http://schemas.openxmlformats.org/drawingml/2006/main">
                <a:srgbClr val="009E73"/>
              </a:solidFill>
            </c:spPr>
          </c:marker>
          <c:xVal>
            <c:numLit>
              <c:formatCode>General</c:formatCode>
              <c:ptCount val="448"/>
              <c:pt idx="0">
                <c:v>52.584009839800494</c:v>
              </c:pt>
              <c:pt idx="1">
                <c:v>52.915805318924114</c:v>
              </c:pt>
              <c:pt idx="2">
                <c:v>52.915805318924114</c:v>
              </c:pt>
              <c:pt idx="3">
                <c:v>52.915805318924114</c:v>
              </c:pt>
              <c:pt idx="4">
                <c:v>52.915805318924114</c:v>
              </c:pt>
              <c:pt idx="5">
                <c:v>52.915805318924114</c:v>
              </c:pt>
              <c:pt idx="6">
                <c:v>52.915805318924114</c:v>
              </c:pt>
              <c:pt idx="7">
                <c:v>52.915805318924114</c:v>
              </c:pt>
              <c:pt idx="8">
                <c:v>52.915805318924114</c:v>
              </c:pt>
              <c:pt idx="9">
                <c:v>52.915805318924114</c:v>
              </c:pt>
              <c:pt idx="10">
                <c:v>52.915805318924114</c:v>
              </c:pt>
              <c:pt idx="11">
                <c:v>52.915805318924114</c:v>
              </c:pt>
              <c:pt idx="12">
                <c:v>52.915805318924114</c:v>
              </c:pt>
              <c:pt idx="13">
                <c:v>52.915805318924114</c:v>
              </c:pt>
              <c:pt idx="14">
                <c:v>52.915805318924114</c:v>
              </c:pt>
              <c:pt idx="15">
                <c:v>52.915805318924114</c:v>
              </c:pt>
              <c:pt idx="16">
                <c:v>52.915805318924114</c:v>
              </c:pt>
              <c:pt idx="17">
                <c:v>52.915805318924114</c:v>
              </c:pt>
              <c:pt idx="18">
                <c:v>52.915805318924114</c:v>
              </c:pt>
              <c:pt idx="19">
                <c:v>52.915805318924114</c:v>
              </c:pt>
              <c:pt idx="20">
                <c:v>52.915805318924114</c:v>
              </c:pt>
              <c:pt idx="21">
                <c:v>52.915805318924114</c:v>
              </c:pt>
              <c:pt idx="22">
                <c:v>52.915805318924114</c:v>
              </c:pt>
              <c:pt idx="23">
                <c:v>52.915805318924114</c:v>
              </c:pt>
              <c:pt idx="24">
                <c:v>52.915805318924114</c:v>
              </c:pt>
              <c:pt idx="25">
                <c:v>52.915805318924114</c:v>
              </c:pt>
              <c:pt idx="26">
                <c:v>52.915805318924114</c:v>
              </c:pt>
              <c:pt idx="27">
                <c:v>52.915805318924114</c:v>
              </c:pt>
              <c:pt idx="28">
                <c:v>52.915805318924114</c:v>
              </c:pt>
              <c:pt idx="29">
                <c:v>52.915805318924114</c:v>
              </c:pt>
              <c:pt idx="30">
                <c:v>52.915805318924114</c:v>
              </c:pt>
              <c:pt idx="31">
                <c:v>52.915805318924114</c:v>
              </c:pt>
              <c:pt idx="32">
                <c:v>52.915805318924114</c:v>
              </c:pt>
              <c:pt idx="33">
                <c:v>52.915805318924114</c:v>
              </c:pt>
              <c:pt idx="34">
                <c:v>52.915805318924114</c:v>
              </c:pt>
              <c:pt idx="35">
                <c:v>52.915805318924114</c:v>
              </c:pt>
              <c:pt idx="36">
                <c:v>52.915805318924114</c:v>
              </c:pt>
              <c:pt idx="37">
                <c:v>52.915805318924114</c:v>
              </c:pt>
              <c:pt idx="38">
                <c:v>52.915805318924114</c:v>
              </c:pt>
              <c:pt idx="39">
                <c:v>52.915805318924114</c:v>
              </c:pt>
              <c:pt idx="40">
                <c:v>52.915805318924114</c:v>
              </c:pt>
              <c:pt idx="41">
                <c:v>52.915805318924114</c:v>
              </c:pt>
              <c:pt idx="42">
                <c:v>52.915805318924114</c:v>
              </c:pt>
              <c:pt idx="43">
                <c:v>52.915805318924114</c:v>
              </c:pt>
              <c:pt idx="44">
                <c:v>52.915805318924114</c:v>
              </c:pt>
              <c:pt idx="45">
                <c:v>52.915805318924114</c:v>
              </c:pt>
              <c:pt idx="46">
                <c:v>52.915805318924114</c:v>
              </c:pt>
              <c:pt idx="47">
                <c:v>52.915805318924114</c:v>
              </c:pt>
              <c:pt idx="48">
                <c:v>52.915805318924114</c:v>
              </c:pt>
              <c:pt idx="49">
                <c:v>52.915805318924114</c:v>
              </c:pt>
              <c:pt idx="50">
                <c:v>52.915805318924114</c:v>
              </c:pt>
              <c:pt idx="51">
                <c:v>52.915805318924114</c:v>
              </c:pt>
              <c:pt idx="52">
                <c:v>52.915805318924114</c:v>
              </c:pt>
              <c:pt idx="53">
                <c:v>52.915805318924114</c:v>
              </c:pt>
              <c:pt idx="54">
                <c:v>52.915805318924114</c:v>
              </c:pt>
              <c:pt idx="55">
                <c:v>52.915805318924114</c:v>
              </c:pt>
              <c:pt idx="56">
                <c:v>52.915805318924114</c:v>
              </c:pt>
              <c:pt idx="57">
                <c:v>52.915805318924114</c:v>
              </c:pt>
              <c:pt idx="58">
                <c:v>52.915805318924114</c:v>
              </c:pt>
              <c:pt idx="59">
                <c:v>52.915805318924114</c:v>
              </c:pt>
              <c:pt idx="60">
                <c:v>52.915805318924114</c:v>
              </c:pt>
              <c:pt idx="61">
                <c:v>52.915805318924114</c:v>
              </c:pt>
              <c:pt idx="62">
                <c:v>52.915805318924114</c:v>
              </c:pt>
              <c:pt idx="63">
                <c:v>52.915805318924114</c:v>
              </c:pt>
              <c:pt idx="64">
                <c:v>52.915805318924114</c:v>
              </c:pt>
              <c:pt idx="65">
                <c:v>52.915805318924114</c:v>
              </c:pt>
              <c:pt idx="66">
                <c:v>52.915805318924114</c:v>
              </c:pt>
              <c:pt idx="67">
                <c:v>52.915805318924114</c:v>
              </c:pt>
              <c:pt idx="68">
                <c:v>52.915805318924114</c:v>
              </c:pt>
              <c:pt idx="69">
                <c:v>52.915805318924114</c:v>
              </c:pt>
              <c:pt idx="70">
                <c:v>52.915805318924114</c:v>
              </c:pt>
              <c:pt idx="71">
                <c:v>52.915805318924114</c:v>
              </c:pt>
              <c:pt idx="72">
                <c:v>52.915805318924114</c:v>
              </c:pt>
              <c:pt idx="73">
                <c:v>52.915805318924114</c:v>
              </c:pt>
              <c:pt idx="74">
                <c:v>52.915805318924114</c:v>
              </c:pt>
              <c:pt idx="75">
                <c:v>52.915805318924114</c:v>
              </c:pt>
              <c:pt idx="76">
                <c:v>52.915805318924114</c:v>
              </c:pt>
              <c:pt idx="77">
                <c:v>52.915805318924114</c:v>
              </c:pt>
              <c:pt idx="78">
                <c:v>52.915805318924114</c:v>
              </c:pt>
              <c:pt idx="79">
                <c:v>52.915805318924114</c:v>
              </c:pt>
              <c:pt idx="80">
                <c:v>52.915805318924114</c:v>
              </c:pt>
              <c:pt idx="81">
                <c:v>52.915805318924114</c:v>
              </c:pt>
              <c:pt idx="82">
                <c:v>52.915805318924114</c:v>
              </c:pt>
              <c:pt idx="83">
                <c:v>52.915805318924114</c:v>
              </c:pt>
              <c:pt idx="84">
                <c:v>52.915805318924114</c:v>
              </c:pt>
              <c:pt idx="85">
                <c:v>52.915805318924114</c:v>
              </c:pt>
              <c:pt idx="86">
                <c:v>52.915805318924114</c:v>
              </c:pt>
              <c:pt idx="87">
                <c:v>52.915805318924114</c:v>
              </c:pt>
              <c:pt idx="88">
                <c:v>52.915805318924114</c:v>
              </c:pt>
              <c:pt idx="89">
                <c:v>52.915805318924114</c:v>
              </c:pt>
              <c:pt idx="90">
                <c:v>52.915805318924114</c:v>
              </c:pt>
              <c:pt idx="91">
                <c:v>52.915805318924114</c:v>
              </c:pt>
              <c:pt idx="92">
                <c:v>52.915805318924114</c:v>
              </c:pt>
              <c:pt idx="93">
                <c:v>52.915805318924114</c:v>
              </c:pt>
              <c:pt idx="94">
                <c:v>52.915805318924114</c:v>
              </c:pt>
              <c:pt idx="95">
                <c:v>52.915805318924114</c:v>
              </c:pt>
              <c:pt idx="96">
                <c:v>52.915805318924114</c:v>
              </c:pt>
              <c:pt idx="97">
                <c:v>52.915805318924114</c:v>
              </c:pt>
              <c:pt idx="98">
                <c:v>52.915805318924114</c:v>
              </c:pt>
              <c:pt idx="99">
                <c:v>52.915805318924114</c:v>
              </c:pt>
              <c:pt idx="100">
                <c:v>52.915805318924114</c:v>
              </c:pt>
              <c:pt idx="101">
                <c:v>52.915805318924114</c:v>
              </c:pt>
              <c:pt idx="102">
                <c:v>52.915805318924114</c:v>
              </c:pt>
              <c:pt idx="103">
                <c:v>52.915805318924114</c:v>
              </c:pt>
              <c:pt idx="104">
                <c:v>52.915805318924114</c:v>
              </c:pt>
              <c:pt idx="105">
                <c:v>52.915805318924114</c:v>
              </c:pt>
              <c:pt idx="106">
                <c:v>52.915805318924114</c:v>
              </c:pt>
              <c:pt idx="107">
                <c:v>52.915805318924114</c:v>
              </c:pt>
              <c:pt idx="108">
                <c:v>52.915805318924114</c:v>
              </c:pt>
              <c:pt idx="109">
                <c:v>52.915805318924114</c:v>
              </c:pt>
              <c:pt idx="110">
                <c:v>52.915805318924114</c:v>
              </c:pt>
              <c:pt idx="111">
                <c:v>52.915805318924114</c:v>
              </c:pt>
              <c:pt idx="112">
                <c:v>52.915805318924114</c:v>
              </c:pt>
              <c:pt idx="113">
                <c:v>52.915805318924114</c:v>
              </c:pt>
              <c:pt idx="114">
                <c:v>52.915805318924114</c:v>
              </c:pt>
              <c:pt idx="115">
                <c:v>52.915805318924114</c:v>
              </c:pt>
              <c:pt idx="116">
                <c:v>52.915805318924114</c:v>
              </c:pt>
              <c:pt idx="117">
                <c:v>52.915805318924114</c:v>
              </c:pt>
              <c:pt idx="118">
                <c:v>52.915805318924114</c:v>
              </c:pt>
              <c:pt idx="119">
                <c:v>52.915805318924114</c:v>
              </c:pt>
              <c:pt idx="120">
                <c:v>52.915805318924114</c:v>
              </c:pt>
              <c:pt idx="121">
                <c:v>52.915805318924114</c:v>
              </c:pt>
              <c:pt idx="122">
                <c:v>52.915805318924114</c:v>
              </c:pt>
              <c:pt idx="123">
                <c:v>52.915805318924114</c:v>
              </c:pt>
              <c:pt idx="124">
                <c:v>52.915805318924114</c:v>
              </c:pt>
              <c:pt idx="125">
                <c:v>52.915805318924114</c:v>
              </c:pt>
              <c:pt idx="126">
                <c:v>52.915805318924114</c:v>
              </c:pt>
              <c:pt idx="127">
                <c:v>52.915805318924114</c:v>
              </c:pt>
              <c:pt idx="128">
                <c:v>52.915805318924114</c:v>
              </c:pt>
              <c:pt idx="129">
                <c:v>52.915805318924114</c:v>
              </c:pt>
              <c:pt idx="130">
                <c:v>52.915805318924114</c:v>
              </c:pt>
              <c:pt idx="131">
                <c:v>52.915805318924114</c:v>
              </c:pt>
              <c:pt idx="132">
                <c:v>52.915805318924114</c:v>
              </c:pt>
              <c:pt idx="133">
                <c:v>52.915805318924114</c:v>
              </c:pt>
              <c:pt idx="134">
                <c:v>52.915805318924114</c:v>
              </c:pt>
              <c:pt idx="135">
                <c:v>52.915805318924114</c:v>
              </c:pt>
              <c:pt idx="136">
                <c:v>52.915805318924114</c:v>
              </c:pt>
              <c:pt idx="137">
                <c:v>52.915805318924114</c:v>
              </c:pt>
              <c:pt idx="138">
                <c:v>52.915805318924114</c:v>
              </c:pt>
              <c:pt idx="139">
                <c:v>52.915805318924114</c:v>
              </c:pt>
              <c:pt idx="140">
                <c:v>52.915805318924114</c:v>
              </c:pt>
              <c:pt idx="141">
                <c:v>52.915805318924114</c:v>
              </c:pt>
              <c:pt idx="142">
                <c:v>52.915805318924114</c:v>
              </c:pt>
              <c:pt idx="143">
                <c:v>52.915805318924114</c:v>
              </c:pt>
              <c:pt idx="144">
                <c:v>52.915805318924114</c:v>
              </c:pt>
              <c:pt idx="145">
                <c:v>52.915805318924114</c:v>
              </c:pt>
              <c:pt idx="146">
                <c:v>52.915805318924114</c:v>
              </c:pt>
              <c:pt idx="147">
                <c:v>52.915805318924114</c:v>
              </c:pt>
              <c:pt idx="148">
                <c:v>52.915805318924114</c:v>
              </c:pt>
              <c:pt idx="149">
                <c:v>52.915805318924114</c:v>
              </c:pt>
              <c:pt idx="150">
                <c:v>52.915805318924114</c:v>
              </c:pt>
              <c:pt idx="151">
                <c:v>52.915805318924114</c:v>
              </c:pt>
              <c:pt idx="152">
                <c:v>52.915805318924114</c:v>
              </c:pt>
              <c:pt idx="153">
                <c:v>52.915805318924114</c:v>
              </c:pt>
              <c:pt idx="154">
                <c:v>52.915805318924114</c:v>
              </c:pt>
              <c:pt idx="155">
                <c:v>52.915805318924114</c:v>
              </c:pt>
              <c:pt idx="156">
                <c:v>52.915805318924114</c:v>
              </c:pt>
              <c:pt idx="157">
                <c:v>52.915805318924114</c:v>
              </c:pt>
              <c:pt idx="158">
                <c:v>52.915805318924114</c:v>
              </c:pt>
              <c:pt idx="159">
                <c:v>52.915805318924114</c:v>
              </c:pt>
              <c:pt idx="160">
                <c:v>52.915805318924114</c:v>
              </c:pt>
              <c:pt idx="161">
                <c:v>52.915805318924114</c:v>
              </c:pt>
              <c:pt idx="162">
                <c:v>52.915805318924114</c:v>
              </c:pt>
              <c:pt idx="163">
                <c:v>52.915805318924114</c:v>
              </c:pt>
              <c:pt idx="164">
                <c:v>52.915805318924114</c:v>
              </c:pt>
              <c:pt idx="165">
                <c:v>52.915805318924114</c:v>
              </c:pt>
              <c:pt idx="166">
                <c:v>52.915805318924114</c:v>
              </c:pt>
              <c:pt idx="167">
                <c:v>52.915805318924114</c:v>
              </c:pt>
              <c:pt idx="168">
                <c:v>52.915805318924114</c:v>
              </c:pt>
              <c:pt idx="169">
                <c:v>52.915805318924114</c:v>
              </c:pt>
              <c:pt idx="170">
                <c:v>52.915805318924114</c:v>
              </c:pt>
              <c:pt idx="171">
                <c:v>52.915805318924114</c:v>
              </c:pt>
              <c:pt idx="172">
                <c:v>52.915805318924114</c:v>
              </c:pt>
              <c:pt idx="173">
                <c:v>52.915805318924114</c:v>
              </c:pt>
              <c:pt idx="174">
                <c:v>52.915805318924114</c:v>
              </c:pt>
              <c:pt idx="175">
                <c:v>52.915805318924114</c:v>
              </c:pt>
              <c:pt idx="176">
                <c:v>52.915805318924114</c:v>
              </c:pt>
              <c:pt idx="177">
                <c:v>52.915805318924114</c:v>
              </c:pt>
              <c:pt idx="178">
                <c:v>52.915805318924114</c:v>
              </c:pt>
              <c:pt idx="179">
                <c:v>52.915805318924114</c:v>
              </c:pt>
              <c:pt idx="180">
                <c:v>52.915805318924114</c:v>
              </c:pt>
              <c:pt idx="181">
                <c:v>52.915805318924114</c:v>
              </c:pt>
              <c:pt idx="182">
                <c:v>52.915805318924114</c:v>
              </c:pt>
              <c:pt idx="183">
                <c:v>52.915805318924114</c:v>
              </c:pt>
              <c:pt idx="184">
                <c:v>52.915805318924114</c:v>
              </c:pt>
              <c:pt idx="185">
                <c:v>52.915805318924114</c:v>
              </c:pt>
              <c:pt idx="186">
                <c:v>52.915805318924114</c:v>
              </c:pt>
              <c:pt idx="187">
                <c:v>52.915805318924114</c:v>
              </c:pt>
              <c:pt idx="188">
                <c:v>52.915805318924114</c:v>
              </c:pt>
              <c:pt idx="189">
                <c:v>52.915805318924114</c:v>
              </c:pt>
              <c:pt idx="190">
                <c:v>52.915805318924114</c:v>
              </c:pt>
              <c:pt idx="191">
                <c:v>52.915805318924114</c:v>
              </c:pt>
              <c:pt idx="192">
                <c:v>52.915805318924114</c:v>
              </c:pt>
              <c:pt idx="193">
                <c:v>52.915805318924114</c:v>
              </c:pt>
              <c:pt idx="194">
                <c:v>52.915805318924114</c:v>
              </c:pt>
              <c:pt idx="195">
                <c:v>52.915805318924114</c:v>
              </c:pt>
              <c:pt idx="196">
                <c:v>52.915805318924114</c:v>
              </c:pt>
              <c:pt idx="197">
                <c:v>52.915805318924114</c:v>
              </c:pt>
              <c:pt idx="198">
                <c:v>52.915805318924114</c:v>
              </c:pt>
              <c:pt idx="199">
                <c:v>52.915805318924114</c:v>
              </c:pt>
              <c:pt idx="200">
                <c:v>52.915805318924114</c:v>
              </c:pt>
              <c:pt idx="201">
                <c:v>52.915805318924114</c:v>
              </c:pt>
              <c:pt idx="202">
                <c:v>52.915805318924114</c:v>
              </c:pt>
              <c:pt idx="203">
                <c:v>52.915805318924114</c:v>
              </c:pt>
              <c:pt idx="204">
                <c:v>52.915805318924114</c:v>
              </c:pt>
              <c:pt idx="205">
                <c:v>52.915805318924114</c:v>
              </c:pt>
              <c:pt idx="206">
                <c:v>52.915805318924114</c:v>
              </c:pt>
              <c:pt idx="207">
                <c:v>52.915805318924114</c:v>
              </c:pt>
              <c:pt idx="208">
                <c:v>52.915805318924114</c:v>
              </c:pt>
              <c:pt idx="209">
                <c:v>52.915805318924114</c:v>
              </c:pt>
              <c:pt idx="210">
                <c:v>52.915805318924114</c:v>
              </c:pt>
              <c:pt idx="211">
                <c:v>52.915805318924114</c:v>
              </c:pt>
              <c:pt idx="212">
                <c:v>52.915805318924114</c:v>
              </c:pt>
              <c:pt idx="213">
                <c:v>52.915805318924114</c:v>
              </c:pt>
              <c:pt idx="214">
                <c:v>52.915805318924114</c:v>
              </c:pt>
              <c:pt idx="215">
                <c:v>52.915805318924114</c:v>
              </c:pt>
              <c:pt idx="216">
                <c:v>52.915805318924114</c:v>
              </c:pt>
              <c:pt idx="217">
                <c:v>52.915805318924114</c:v>
              </c:pt>
              <c:pt idx="218">
                <c:v>52.915805318924114</c:v>
              </c:pt>
              <c:pt idx="219">
                <c:v>52.915805318924114</c:v>
              </c:pt>
              <c:pt idx="220">
                <c:v>52.915805318924114</c:v>
              </c:pt>
              <c:pt idx="221">
                <c:v>52.915805318924114</c:v>
              </c:pt>
              <c:pt idx="222">
                <c:v>52.915805318924114</c:v>
              </c:pt>
              <c:pt idx="223">
                <c:v>52.915805318924114</c:v>
              </c:pt>
              <c:pt idx="224">
                <c:v>52.915805318924114</c:v>
              </c:pt>
              <c:pt idx="225">
                <c:v>52.915805318924114</c:v>
              </c:pt>
              <c:pt idx="226">
                <c:v>52.915805318924114</c:v>
              </c:pt>
              <c:pt idx="227">
                <c:v>52.915805318924114</c:v>
              </c:pt>
              <c:pt idx="228">
                <c:v>52.915805318924114</c:v>
              </c:pt>
              <c:pt idx="229">
                <c:v>52.915805318924114</c:v>
              </c:pt>
              <c:pt idx="230">
                <c:v>52.915805318924114</c:v>
              </c:pt>
              <c:pt idx="231">
                <c:v>52.915805318924114</c:v>
              </c:pt>
              <c:pt idx="232">
                <c:v>52.915805318924114</c:v>
              </c:pt>
              <c:pt idx="233">
                <c:v>52.915805318924114</c:v>
              </c:pt>
              <c:pt idx="234">
                <c:v>52.915805318924114</c:v>
              </c:pt>
              <c:pt idx="235">
                <c:v>52.915805318924114</c:v>
              </c:pt>
              <c:pt idx="236">
                <c:v>52.915805318924114</c:v>
              </c:pt>
              <c:pt idx="237">
                <c:v>52.915805318924114</c:v>
              </c:pt>
              <c:pt idx="238">
                <c:v>52.915805318924114</c:v>
              </c:pt>
              <c:pt idx="239">
                <c:v>52.915805318924114</c:v>
              </c:pt>
              <c:pt idx="240">
                <c:v>52.915805318924114</c:v>
              </c:pt>
              <c:pt idx="241">
                <c:v>52.915805318924114</c:v>
              </c:pt>
              <c:pt idx="242">
                <c:v>52.915805318924114</c:v>
              </c:pt>
              <c:pt idx="243">
                <c:v>52.915805318924114</c:v>
              </c:pt>
              <c:pt idx="244">
                <c:v>52.915805318924114</c:v>
              </c:pt>
              <c:pt idx="245">
                <c:v>52.915805318924114</c:v>
              </c:pt>
              <c:pt idx="246">
                <c:v>52.915805318924114</c:v>
              </c:pt>
              <c:pt idx="247">
                <c:v>52.915805318924114</c:v>
              </c:pt>
              <c:pt idx="248">
                <c:v>52.915805318924114</c:v>
              </c:pt>
              <c:pt idx="249">
                <c:v>52.915805318924114</c:v>
              </c:pt>
              <c:pt idx="250">
                <c:v>52.915805318924114</c:v>
              </c:pt>
              <c:pt idx="251">
                <c:v>52.915805318924114</c:v>
              </c:pt>
              <c:pt idx="252">
                <c:v>52.915805318924114</c:v>
              </c:pt>
              <c:pt idx="253">
                <c:v>52.915805318924114</c:v>
              </c:pt>
              <c:pt idx="254">
                <c:v>52.915805318924114</c:v>
              </c:pt>
              <c:pt idx="255">
                <c:v>52.915805318924114</c:v>
              </c:pt>
              <c:pt idx="256">
                <c:v>52.915805318924114</c:v>
              </c:pt>
              <c:pt idx="257">
                <c:v>52.915805318924114</c:v>
              </c:pt>
              <c:pt idx="258">
                <c:v>52.915805318924114</c:v>
              </c:pt>
              <c:pt idx="259">
                <c:v>52.915805318924114</c:v>
              </c:pt>
              <c:pt idx="260">
                <c:v>52.915805318924114</c:v>
              </c:pt>
              <c:pt idx="261">
                <c:v>52.915805318924114</c:v>
              </c:pt>
              <c:pt idx="262">
                <c:v>52.915805318924114</c:v>
              </c:pt>
              <c:pt idx="263">
                <c:v>52.915805318924114</c:v>
              </c:pt>
              <c:pt idx="264">
                <c:v>52.915805318924114</c:v>
              </c:pt>
              <c:pt idx="265">
                <c:v>52.915805318924114</c:v>
              </c:pt>
              <c:pt idx="266">
                <c:v>52.915805318924114</c:v>
              </c:pt>
              <c:pt idx="267">
                <c:v>52.915805318924114</c:v>
              </c:pt>
              <c:pt idx="268">
                <c:v>52.915805318924114</c:v>
              </c:pt>
              <c:pt idx="269">
                <c:v>52.915805318924114</c:v>
              </c:pt>
              <c:pt idx="270">
                <c:v>52.915805318924114</c:v>
              </c:pt>
              <c:pt idx="271">
                <c:v>52.915805318924114</c:v>
              </c:pt>
              <c:pt idx="272">
                <c:v>52.915805318924114</c:v>
              </c:pt>
              <c:pt idx="273">
                <c:v>52.915805318924114</c:v>
              </c:pt>
              <c:pt idx="274">
                <c:v>52.915805318924114</c:v>
              </c:pt>
              <c:pt idx="275">
                <c:v>52.915805318924114</c:v>
              </c:pt>
              <c:pt idx="276">
                <c:v>52.915805318924114</c:v>
              </c:pt>
              <c:pt idx="277">
                <c:v>52.915805318924114</c:v>
              </c:pt>
              <c:pt idx="278">
                <c:v>52.915805318924114</c:v>
              </c:pt>
              <c:pt idx="279">
                <c:v>52.915805318924114</c:v>
              </c:pt>
              <c:pt idx="280">
                <c:v>52.915805318924114</c:v>
              </c:pt>
              <c:pt idx="281">
                <c:v>52.915805318924114</c:v>
              </c:pt>
              <c:pt idx="282">
                <c:v>52.915805318924114</c:v>
              </c:pt>
              <c:pt idx="283">
                <c:v>52.915805318924114</c:v>
              </c:pt>
              <c:pt idx="284">
                <c:v>52.915805318924114</c:v>
              </c:pt>
              <c:pt idx="285">
                <c:v>52.915805318924114</c:v>
              </c:pt>
              <c:pt idx="286">
                <c:v>52.915805318924114</c:v>
              </c:pt>
              <c:pt idx="287">
                <c:v>52.915805318924114</c:v>
              </c:pt>
              <c:pt idx="288">
                <c:v>52.915805318924114</c:v>
              </c:pt>
              <c:pt idx="289">
                <c:v>52.915805318924114</c:v>
              </c:pt>
              <c:pt idx="290">
                <c:v>52.915805318924114</c:v>
              </c:pt>
              <c:pt idx="291">
                <c:v>52.915805318924114</c:v>
              </c:pt>
              <c:pt idx="292">
                <c:v>52.915805318924114</c:v>
              </c:pt>
              <c:pt idx="293">
                <c:v>52.915805318924114</c:v>
              </c:pt>
              <c:pt idx="294">
                <c:v>52.915805318924114</c:v>
              </c:pt>
              <c:pt idx="295">
                <c:v>52.915805318924114</c:v>
              </c:pt>
              <c:pt idx="296">
                <c:v>52.915805318924114</c:v>
              </c:pt>
              <c:pt idx="297">
                <c:v>52.915805318924114</c:v>
              </c:pt>
              <c:pt idx="298">
                <c:v>52.915805318924114</c:v>
              </c:pt>
              <c:pt idx="299">
                <c:v>52.915805318924114</c:v>
              </c:pt>
              <c:pt idx="300">
                <c:v>52.915805318924114</c:v>
              </c:pt>
              <c:pt idx="301">
                <c:v>52.915805318924114</c:v>
              </c:pt>
              <c:pt idx="302">
                <c:v>52.915805318924114</c:v>
              </c:pt>
              <c:pt idx="303">
                <c:v>52.915805318924114</c:v>
              </c:pt>
              <c:pt idx="304">
                <c:v>52.915805318924114</c:v>
              </c:pt>
              <c:pt idx="305">
                <c:v>52.915805318924114</c:v>
              </c:pt>
              <c:pt idx="306">
                <c:v>52.915805318924114</c:v>
              </c:pt>
              <c:pt idx="307">
                <c:v>52.915805318924114</c:v>
              </c:pt>
              <c:pt idx="308">
                <c:v>52.915805318924114</c:v>
              </c:pt>
              <c:pt idx="309">
                <c:v>52.915805318924114</c:v>
              </c:pt>
              <c:pt idx="310">
                <c:v>52.915805318924114</c:v>
              </c:pt>
              <c:pt idx="311">
                <c:v>52.915805318924114</c:v>
              </c:pt>
              <c:pt idx="312">
                <c:v>52.915805318924114</c:v>
              </c:pt>
              <c:pt idx="313">
                <c:v>52.915805318924114</c:v>
              </c:pt>
              <c:pt idx="314">
                <c:v>52.915805318924114</c:v>
              </c:pt>
              <c:pt idx="315">
                <c:v>52.915805318924114</c:v>
              </c:pt>
              <c:pt idx="316">
                <c:v>52.915805318924114</c:v>
              </c:pt>
              <c:pt idx="317">
                <c:v>52.915805318924114</c:v>
              </c:pt>
              <c:pt idx="318">
                <c:v>52.915805318924114</c:v>
              </c:pt>
              <c:pt idx="319">
                <c:v>52.915805318924114</c:v>
              </c:pt>
              <c:pt idx="320">
                <c:v>52.915805318924114</c:v>
              </c:pt>
              <c:pt idx="321">
                <c:v>52.915805318924114</c:v>
              </c:pt>
              <c:pt idx="322">
                <c:v>52.915805318924114</c:v>
              </c:pt>
              <c:pt idx="323">
                <c:v>52.915805318924114</c:v>
              </c:pt>
              <c:pt idx="324">
                <c:v>52.915805318924114</c:v>
              </c:pt>
              <c:pt idx="325">
                <c:v>52.915805318924114</c:v>
              </c:pt>
              <c:pt idx="326">
                <c:v>52.915805318924114</c:v>
              </c:pt>
              <c:pt idx="327">
                <c:v>52.915805318924114</c:v>
              </c:pt>
              <c:pt idx="328">
                <c:v>52.915805318924114</c:v>
              </c:pt>
              <c:pt idx="329">
                <c:v>52.915805318924114</c:v>
              </c:pt>
              <c:pt idx="330">
                <c:v>52.915805318924114</c:v>
              </c:pt>
              <c:pt idx="331">
                <c:v>52.915805318924114</c:v>
              </c:pt>
              <c:pt idx="332">
                <c:v>52.915805318924114</c:v>
              </c:pt>
              <c:pt idx="333">
                <c:v>52.915805318924114</c:v>
              </c:pt>
              <c:pt idx="334">
                <c:v>52.915805318924114</c:v>
              </c:pt>
              <c:pt idx="335">
                <c:v>52.915805318924114</c:v>
              </c:pt>
              <c:pt idx="336">
                <c:v>52.915805318924114</c:v>
              </c:pt>
              <c:pt idx="337">
                <c:v>52.915805318924114</c:v>
              </c:pt>
              <c:pt idx="338">
                <c:v>52.915805318924114</c:v>
              </c:pt>
              <c:pt idx="339">
                <c:v>52.915805318924114</c:v>
              </c:pt>
              <c:pt idx="340">
                <c:v>52.915805318924114</c:v>
              </c:pt>
              <c:pt idx="341">
                <c:v>52.915805318924114</c:v>
              </c:pt>
              <c:pt idx="342">
                <c:v>52.915805318924114</c:v>
              </c:pt>
              <c:pt idx="343">
                <c:v>52.915805318924114</c:v>
              </c:pt>
              <c:pt idx="344">
                <c:v>52.915805318924114</c:v>
              </c:pt>
              <c:pt idx="345">
                <c:v>52.915805318924114</c:v>
              </c:pt>
              <c:pt idx="346">
                <c:v>52.915805318924114</c:v>
              </c:pt>
              <c:pt idx="347">
                <c:v>52.915805318924114</c:v>
              </c:pt>
              <c:pt idx="348">
                <c:v>52.915805318924114</c:v>
              </c:pt>
              <c:pt idx="349">
                <c:v>52.915805318924114</c:v>
              </c:pt>
              <c:pt idx="350">
                <c:v>52.915805318924114</c:v>
              </c:pt>
              <c:pt idx="351">
                <c:v>52.915805318924114</c:v>
              </c:pt>
              <c:pt idx="352">
                <c:v>52.915805318924114</c:v>
              </c:pt>
              <c:pt idx="353">
                <c:v>52.915805318924114</c:v>
              </c:pt>
              <c:pt idx="354">
                <c:v>52.915805318924114</c:v>
              </c:pt>
              <c:pt idx="355">
                <c:v>52.915805318924114</c:v>
              </c:pt>
              <c:pt idx="356">
                <c:v>52.915805318924114</c:v>
              </c:pt>
              <c:pt idx="357">
                <c:v>52.915805318924114</c:v>
              </c:pt>
              <c:pt idx="358">
                <c:v>52.915805318924114</c:v>
              </c:pt>
              <c:pt idx="359">
                <c:v>52.915805318924114</c:v>
              </c:pt>
              <c:pt idx="360">
                <c:v>52.915805318924114</c:v>
              </c:pt>
              <c:pt idx="361">
                <c:v>52.915805318924114</c:v>
              </c:pt>
              <c:pt idx="362">
                <c:v>52.915805318924114</c:v>
              </c:pt>
              <c:pt idx="363">
                <c:v>52.915805318924114</c:v>
              </c:pt>
              <c:pt idx="364">
                <c:v>52.915805318924114</c:v>
              </c:pt>
              <c:pt idx="365">
                <c:v>52.915805318924114</c:v>
              </c:pt>
              <c:pt idx="366">
                <c:v>52.915805318924114</c:v>
              </c:pt>
              <c:pt idx="367">
                <c:v>52.915805318924114</c:v>
              </c:pt>
              <c:pt idx="368">
                <c:v>52.915805318924114</c:v>
              </c:pt>
              <c:pt idx="369">
                <c:v>52.915805318924114</c:v>
              </c:pt>
              <c:pt idx="370">
                <c:v>52.915805318924114</c:v>
              </c:pt>
              <c:pt idx="371">
                <c:v>52.915805318924114</c:v>
              </c:pt>
              <c:pt idx="372">
                <c:v>52.915805318924114</c:v>
              </c:pt>
              <c:pt idx="373">
                <c:v>52.915805318924114</c:v>
              </c:pt>
              <c:pt idx="374">
                <c:v>52.915805318924114</c:v>
              </c:pt>
              <c:pt idx="375">
                <c:v>52.915805318924114</c:v>
              </c:pt>
              <c:pt idx="376">
                <c:v>52.915805318924114</c:v>
              </c:pt>
              <c:pt idx="377">
                <c:v>52.915805318924114</c:v>
              </c:pt>
              <c:pt idx="378">
                <c:v>52.915805318924114</c:v>
              </c:pt>
              <c:pt idx="379">
                <c:v>52.915805318924114</c:v>
              </c:pt>
              <c:pt idx="380">
                <c:v>52.915805318924114</c:v>
              </c:pt>
              <c:pt idx="381">
                <c:v>52.915805318924114</c:v>
              </c:pt>
              <c:pt idx="382">
                <c:v>52.915805318924114</c:v>
              </c:pt>
              <c:pt idx="383">
                <c:v>52.915805318924114</c:v>
              </c:pt>
              <c:pt idx="384">
                <c:v>52.915805318924114</c:v>
              </c:pt>
              <c:pt idx="385">
                <c:v>52.915805318924114</c:v>
              </c:pt>
              <c:pt idx="386">
                <c:v>52.915805318924114</c:v>
              </c:pt>
              <c:pt idx="387">
                <c:v>52.915805318924114</c:v>
              </c:pt>
              <c:pt idx="388">
                <c:v>52.915805318924114</c:v>
              </c:pt>
              <c:pt idx="389">
                <c:v>52.915805318924114</c:v>
              </c:pt>
              <c:pt idx="390">
                <c:v>52.915805318924114</c:v>
              </c:pt>
              <c:pt idx="391">
                <c:v>52.915805318924114</c:v>
              </c:pt>
              <c:pt idx="392">
                <c:v>52.915805318924114</c:v>
              </c:pt>
              <c:pt idx="393">
                <c:v>52.915805318924114</c:v>
              </c:pt>
              <c:pt idx="394">
                <c:v>52.915805318924114</c:v>
              </c:pt>
              <c:pt idx="395">
                <c:v>52.915805318924114</c:v>
              </c:pt>
              <c:pt idx="396">
                <c:v>52.915805318924114</c:v>
              </c:pt>
              <c:pt idx="397">
                <c:v>52.915805318924114</c:v>
              </c:pt>
              <c:pt idx="398">
                <c:v>52.915805318924114</c:v>
              </c:pt>
              <c:pt idx="399">
                <c:v>52.915805318924114</c:v>
              </c:pt>
              <c:pt idx="400">
                <c:v>52.915805318924114</c:v>
              </c:pt>
              <c:pt idx="401">
                <c:v>52.915805318924114</c:v>
              </c:pt>
              <c:pt idx="402">
                <c:v>52.915805318924114</c:v>
              </c:pt>
              <c:pt idx="403">
                <c:v>52.915805318924114</c:v>
              </c:pt>
              <c:pt idx="404">
                <c:v>52.915805318924114</c:v>
              </c:pt>
              <c:pt idx="405">
                <c:v>52.915805318924114</c:v>
              </c:pt>
              <c:pt idx="406">
                <c:v>52.915805318924114</c:v>
              </c:pt>
              <c:pt idx="407">
                <c:v>52.915805318924114</c:v>
              </c:pt>
              <c:pt idx="408">
                <c:v>52.915805318924114</c:v>
              </c:pt>
              <c:pt idx="409">
                <c:v>52.915805318924114</c:v>
              </c:pt>
              <c:pt idx="410">
                <c:v>52.915805318924114</c:v>
              </c:pt>
              <c:pt idx="411">
                <c:v>52.915805318924114</c:v>
              </c:pt>
              <c:pt idx="412">
                <c:v>52.915805318924114</c:v>
              </c:pt>
              <c:pt idx="413">
                <c:v>52.915805318924114</c:v>
              </c:pt>
              <c:pt idx="414">
                <c:v>52.915805318924114</c:v>
              </c:pt>
              <c:pt idx="415">
                <c:v>52.915805318924114</c:v>
              </c:pt>
              <c:pt idx="416">
                <c:v>52.915805318924114</c:v>
              </c:pt>
              <c:pt idx="417">
                <c:v>52.915805318924114</c:v>
              </c:pt>
              <c:pt idx="418">
                <c:v>52.915805318924114</c:v>
              </c:pt>
              <c:pt idx="419">
                <c:v>52.915805318924114</c:v>
              </c:pt>
              <c:pt idx="420">
                <c:v>52.915805318924114</c:v>
              </c:pt>
              <c:pt idx="421">
                <c:v>52.915805318924114</c:v>
              </c:pt>
              <c:pt idx="422">
                <c:v>52.915805318924114</c:v>
              </c:pt>
              <c:pt idx="423">
                <c:v>52.915805318924114</c:v>
              </c:pt>
              <c:pt idx="424">
                <c:v>52.915805318924114</c:v>
              </c:pt>
              <c:pt idx="425">
                <c:v>52.915805318924114</c:v>
              </c:pt>
              <c:pt idx="426">
                <c:v>52.915805318924114</c:v>
              </c:pt>
              <c:pt idx="427">
                <c:v>52.915805318924114</c:v>
              </c:pt>
              <c:pt idx="428">
                <c:v>52.915805318924114</c:v>
              </c:pt>
              <c:pt idx="429">
                <c:v>52.915805318924114</c:v>
              </c:pt>
              <c:pt idx="430">
                <c:v>52.915805318924114</c:v>
              </c:pt>
              <c:pt idx="431">
                <c:v>52.915805318924114</c:v>
              </c:pt>
              <c:pt idx="432">
                <c:v>52.915805318924114</c:v>
              </c:pt>
              <c:pt idx="433">
                <c:v>52.915805318924114</c:v>
              </c:pt>
              <c:pt idx="434">
                <c:v>52.915805318924114</c:v>
              </c:pt>
              <c:pt idx="435">
                <c:v>52.915805318924114</c:v>
              </c:pt>
              <c:pt idx="436">
                <c:v>52.915805318924114</c:v>
              </c:pt>
              <c:pt idx="437">
                <c:v>52.915805318924114</c:v>
              </c:pt>
              <c:pt idx="438">
                <c:v>52.915805318924114</c:v>
              </c:pt>
              <c:pt idx="439">
                <c:v>52.915805318924114</c:v>
              </c:pt>
              <c:pt idx="440">
                <c:v>52.915805318924114</c:v>
              </c:pt>
              <c:pt idx="441">
                <c:v>52.915805318924114</c:v>
              </c:pt>
              <c:pt idx="442">
                <c:v>52.915805318924114</c:v>
              </c:pt>
              <c:pt idx="443">
                <c:v>52.915805318924114</c:v>
              </c:pt>
              <c:pt idx="444">
                <c:v>52.915805318924114</c:v>
              </c:pt>
              <c:pt idx="445">
                <c:v>52.915805318924114</c:v>
              </c:pt>
              <c:pt idx="446">
                <c:v>52.915805318924114</c:v>
              </c:pt>
              <c:pt idx="447">
                <c:v>52.915805318924114</c:v>
              </c:pt>
            </c:numLit>
          </c:xVal>
          <c:yVal>
            <c:numLit>
              <c:formatCode>0.0</c:formatCode>
              <c:ptCount val="448"/>
              <c:pt idx="0">
                <c:v>0.15895558424853612</c:v>
              </c:pt>
              <c:pt idx="1">
                <c:v>0.15895558424853612</c:v>
              </c:pt>
              <c:pt idx="2">
                <c:v>0.15895558424853612</c:v>
              </c:pt>
              <c:pt idx="3">
                <c:v>0.15895558424853612</c:v>
              </c:pt>
              <c:pt idx="4">
                <c:v>0.15895558424853612</c:v>
              </c:pt>
              <c:pt idx="5">
                <c:v>0.15895558424853612</c:v>
              </c:pt>
              <c:pt idx="6">
                <c:v>0.15895558424853612</c:v>
              </c:pt>
              <c:pt idx="7">
                <c:v>0.15895558424853612</c:v>
              </c:pt>
              <c:pt idx="8">
                <c:v>0.15895558424853612</c:v>
              </c:pt>
              <c:pt idx="9">
                <c:v>0.15895558424853612</c:v>
              </c:pt>
              <c:pt idx="10">
                <c:v>0.15895558424853612</c:v>
              </c:pt>
              <c:pt idx="11">
                <c:v>0.15895558424853612</c:v>
              </c:pt>
              <c:pt idx="12">
                <c:v>0.15895558424853612</c:v>
              </c:pt>
              <c:pt idx="13">
                <c:v>0.15895558424853612</c:v>
              </c:pt>
              <c:pt idx="14">
                <c:v>0.15895558424853612</c:v>
              </c:pt>
              <c:pt idx="15">
                <c:v>0.15895558424853612</c:v>
              </c:pt>
              <c:pt idx="16">
                <c:v>0.15895558424853612</c:v>
              </c:pt>
              <c:pt idx="17">
                <c:v>0.15895558424853612</c:v>
              </c:pt>
              <c:pt idx="18">
                <c:v>0.15895558424853612</c:v>
              </c:pt>
              <c:pt idx="19">
                <c:v>0.15895558424853612</c:v>
              </c:pt>
              <c:pt idx="20">
                <c:v>0.15895558424853612</c:v>
              </c:pt>
              <c:pt idx="21">
                <c:v>0.15895558424853612</c:v>
              </c:pt>
              <c:pt idx="22">
                <c:v>0.15895558424853612</c:v>
              </c:pt>
              <c:pt idx="23">
                <c:v>0.15895558424853612</c:v>
              </c:pt>
              <c:pt idx="24">
                <c:v>0.15895558424853612</c:v>
              </c:pt>
              <c:pt idx="25">
                <c:v>0.15895558424853612</c:v>
              </c:pt>
              <c:pt idx="26">
                <c:v>0.15895558424853612</c:v>
              </c:pt>
              <c:pt idx="27">
                <c:v>0.15895558424853612</c:v>
              </c:pt>
              <c:pt idx="28">
                <c:v>0.15895558424853612</c:v>
              </c:pt>
              <c:pt idx="29">
                <c:v>0.15895558424853612</c:v>
              </c:pt>
              <c:pt idx="30">
                <c:v>0.15895558424853612</c:v>
              </c:pt>
              <c:pt idx="31">
                <c:v>0.15895558424853612</c:v>
              </c:pt>
              <c:pt idx="32">
                <c:v>0.15895558424853612</c:v>
              </c:pt>
              <c:pt idx="33">
                <c:v>0.15895558424853612</c:v>
              </c:pt>
              <c:pt idx="34">
                <c:v>0.15895558424853612</c:v>
              </c:pt>
              <c:pt idx="35">
                <c:v>0.15895558424853612</c:v>
              </c:pt>
              <c:pt idx="36">
                <c:v>0.15895558424853612</c:v>
              </c:pt>
              <c:pt idx="37">
                <c:v>0.15895558424853612</c:v>
              </c:pt>
              <c:pt idx="38">
                <c:v>0.15895558424853612</c:v>
              </c:pt>
              <c:pt idx="39">
                <c:v>0.15895558424853612</c:v>
              </c:pt>
              <c:pt idx="40">
                <c:v>0.15895558424853612</c:v>
              </c:pt>
              <c:pt idx="41">
                <c:v>0.15895558424853612</c:v>
              </c:pt>
              <c:pt idx="42">
                <c:v>0.15895558424853612</c:v>
              </c:pt>
              <c:pt idx="43">
                <c:v>0.15895558424853612</c:v>
              </c:pt>
              <c:pt idx="44">
                <c:v>0.15895558424853612</c:v>
              </c:pt>
              <c:pt idx="45">
                <c:v>0.15895558424853612</c:v>
              </c:pt>
              <c:pt idx="46">
                <c:v>0.15895558424853612</c:v>
              </c:pt>
              <c:pt idx="47">
                <c:v>0.15895558424853612</c:v>
              </c:pt>
              <c:pt idx="48">
                <c:v>0.15895558424853612</c:v>
              </c:pt>
              <c:pt idx="49">
                <c:v>0.15895558424853612</c:v>
              </c:pt>
              <c:pt idx="50">
                <c:v>0.15895558424853612</c:v>
              </c:pt>
              <c:pt idx="51">
                <c:v>0.15895558424853612</c:v>
              </c:pt>
              <c:pt idx="52">
                <c:v>0.15895558424853612</c:v>
              </c:pt>
              <c:pt idx="53">
                <c:v>0.15895558424853612</c:v>
              </c:pt>
              <c:pt idx="54">
                <c:v>0.15895558424853612</c:v>
              </c:pt>
              <c:pt idx="55">
                <c:v>0.15895558424853612</c:v>
              </c:pt>
              <c:pt idx="56">
                <c:v>0.15895558424853612</c:v>
              </c:pt>
              <c:pt idx="57">
                <c:v>0.15895558424853612</c:v>
              </c:pt>
              <c:pt idx="58">
                <c:v>0.15895558424853612</c:v>
              </c:pt>
              <c:pt idx="59">
                <c:v>0.15895558424853612</c:v>
              </c:pt>
              <c:pt idx="60">
                <c:v>0.15895558424853612</c:v>
              </c:pt>
              <c:pt idx="61">
                <c:v>0.15895558424853612</c:v>
              </c:pt>
              <c:pt idx="62">
                <c:v>0.15895558424853612</c:v>
              </c:pt>
              <c:pt idx="63">
                <c:v>0.15895558424853612</c:v>
              </c:pt>
              <c:pt idx="64">
                <c:v>0.15895558424853612</c:v>
              </c:pt>
              <c:pt idx="65">
                <c:v>0.15895558424853612</c:v>
              </c:pt>
              <c:pt idx="66">
                <c:v>0.15895558424853612</c:v>
              </c:pt>
              <c:pt idx="67">
                <c:v>0.15895558424853612</c:v>
              </c:pt>
              <c:pt idx="68">
                <c:v>0.15895558424853612</c:v>
              </c:pt>
              <c:pt idx="69">
                <c:v>0.15895558424853612</c:v>
              </c:pt>
              <c:pt idx="70">
                <c:v>0.15895558424853612</c:v>
              </c:pt>
              <c:pt idx="71">
                <c:v>0.15895558424853612</c:v>
              </c:pt>
              <c:pt idx="72">
                <c:v>0.15895558424853612</c:v>
              </c:pt>
              <c:pt idx="73">
                <c:v>0.15895558424853612</c:v>
              </c:pt>
              <c:pt idx="74">
                <c:v>0.15895558424853612</c:v>
              </c:pt>
              <c:pt idx="75">
                <c:v>0.15895558424853612</c:v>
              </c:pt>
              <c:pt idx="76">
                <c:v>0.15895558424853612</c:v>
              </c:pt>
              <c:pt idx="77">
                <c:v>0.15895558424853612</c:v>
              </c:pt>
              <c:pt idx="78">
                <c:v>0.15895558424853612</c:v>
              </c:pt>
              <c:pt idx="79">
                <c:v>0.15895558424853612</c:v>
              </c:pt>
              <c:pt idx="80">
                <c:v>0.15895558424853612</c:v>
              </c:pt>
              <c:pt idx="81">
                <c:v>0.15895558424853612</c:v>
              </c:pt>
              <c:pt idx="82">
                <c:v>0.15895558424853612</c:v>
              </c:pt>
              <c:pt idx="83">
                <c:v>0.15895558424853612</c:v>
              </c:pt>
              <c:pt idx="84">
                <c:v>0.15895558424853612</c:v>
              </c:pt>
              <c:pt idx="85">
                <c:v>0.15895558424853612</c:v>
              </c:pt>
              <c:pt idx="86">
                <c:v>0.15895558424853612</c:v>
              </c:pt>
              <c:pt idx="87">
                <c:v>0.15895558424853612</c:v>
              </c:pt>
              <c:pt idx="88">
                <c:v>0.15895558424853612</c:v>
              </c:pt>
              <c:pt idx="89">
                <c:v>0.15895558424853612</c:v>
              </c:pt>
              <c:pt idx="90">
                <c:v>0.15895558424853612</c:v>
              </c:pt>
              <c:pt idx="91">
                <c:v>0.15895558424853612</c:v>
              </c:pt>
              <c:pt idx="92">
                <c:v>0.15895558424853612</c:v>
              </c:pt>
              <c:pt idx="93">
                <c:v>0.15895558424853612</c:v>
              </c:pt>
              <c:pt idx="94">
                <c:v>0.15895558424853612</c:v>
              </c:pt>
              <c:pt idx="95">
                <c:v>0.15895558424853612</c:v>
              </c:pt>
              <c:pt idx="96">
                <c:v>0.15895558424853612</c:v>
              </c:pt>
              <c:pt idx="97">
                <c:v>0.15895558424853612</c:v>
              </c:pt>
              <c:pt idx="98">
                <c:v>0.15895558424853612</c:v>
              </c:pt>
              <c:pt idx="99">
                <c:v>0.15895558424853612</c:v>
              </c:pt>
              <c:pt idx="100">
                <c:v>0.15895558424853612</c:v>
              </c:pt>
              <c:pt idx="101">
                <c:v>0.15895558424853612</c:v>
              </c:pt>
              <c:pt idx="102">
                <c:v>0.15895558424853612</c:v>
              </c:pt>
              <c:pt idx="103">
                <c:v>0.15895558424853612</c:v>
              </c:pt>
              <c:pt idx="104">
                <c:v>0.15895558424853612</c:v>
              </c:pt>
              <c:pt idx="105">
                <c:v>0.15895558424853612</c:v>
              </c:pt>
              <c:pt idx="106">
                <c:v>0.15895558424853612</c:v>
              </c:pt>
              <c:pt idx="107">
                <c:v>0.15895558424853612</c:v>
              </c:pt>
              <c:pt idx="108">
                <c:v>0.15895558424853612</c:v>
              </c:pt>
              <c:pt idx="109">
                <c:v>0.15895558424853612</c:v>
              </c:pt>
              <c:pt idx="110">
                <c:v>0.15895558424853612</c:v>
              </c:pt>
              <c:pt idx="111">
                <c:v>0.15895558424853612</c:v>
              </c:pt>
              <c:pt idx="112">
                <c:v>0.15895558424853612</c:v>
              </c:pt>
              <c:pt idx="113">
                <c:v>0.15895558424853612</c:v>
              </c:pt>
              <c:pt idx="114">
                <c:v>0.15895558424853612</c:v>
              </c:pt>
              <c:pt idx="115">
                <c:v>0.15895558424853612</c:v>
              </c:pt>
              <c:pt idx="116">
                <c:v>0.15895558424853612</c:v>
              </c:pt>
              <c:pt idx="117">
                <c:v>0.15895558424853612</c:v>
              </c:pt>
              <c:pt idx="118">
                <c:v>0.15895558424853612</c:v>
              </c:pt>
              <c:pt idx="119">
                <c:v>0.15895558424853612</c:v>
              </c:pt>
              <c:pt idx="120">
                <c:v>0.15895558424853612</c:v>
              </c:pt>
              <c:pt idx="121">
                <c:v>0.15895558424853612</c:v>
              </c:pt>
              <c:pt idx="122">
                <c:v>0.15895558424853612</c:v>
              </c:pt>
              <c:pt idx="123">
                <c:v>0.15895558424853612</c:v>
              </c:pt>
              <c:pt idx="124">
                <c:v>0.15895558424853612</c:v>
              </c:pt>
              <c:pt idx="125">
                <c:v>0.15895558424853612</c:v>
              </c:pt>
              <c:pt idx="126">
                <c:v>0.15895558424853612</c:v>
              </c:pt>
              <c:pt idx="127">
                <c:v>0.15895558424853612</c:v>
              </c:pt>
              <c:pt idx="128">
                <c:v>0.15895558424853612</c:v>
              </c:pt>
              <c:pt idx="129">
                <c:v>0.15895558424853612</c:v>
              </c:pt>
              <c:pt idx="130">
                <c:v>0.15895558424853612</c:v>
              </c:pt>
              <c:pt idx="131">
                <c:v>0.15895558424853612</c:v>
              </c:pt>
              <c:pt idx="132">
                <c:v>0.15895558424853612</c:v>
              </c:pt>
              <c:pt idx="133">
                <c:v>0.15895558424853612</c:v>
              </c:pt>
              <c:pt idx="134">
                <c:v>0.15895558424853612</c:v>
              </c:pt>
              <c:pt idx="135">
                <c:v>0.15895558424853612</c:v>
              </c:pt>
              <c:pt idx="136">
                <c:v>0.15895558424853612</c:v>
              </c:pt>
              <c:pt idx="137">
                <c:v>0.15895558424853612</c:v>
              </c:pt>
              <c:pt idx="138">
                <c:v>0.15895558424853612</c:v>
              </c:pt>
              <c:pt idx="139">
                <c:v>0.15895558424853612</c:v>
              </c:pt>
              <c:pt idx="140">
                <c:v>0.15895558424853612</c:v>
              </c:pt>
              <c:pt idx="141">
                <c:v>0.15895558424853612</c:v>
              </c:pt>
              <c:pt idx="142">
                <c:v>0.15895558424853612</c:v>
              </c:pt>
              <c:pt idx="143">
                <c:v>0.15895558424853612</c:v>
              </c:pt>
              <c:pt idx="144">
                <c:v>0.15895558424853612</c:v>
              </c:pt>
              <c:pt idx="145">
                <c:v>0.15895558424853612</c:v>
              </c:pt>
              <c:pt idx="146">
                <c:v>0.15895558424853612</c:v>
              </c:pt>
              <c:pt idx="147">
                <c:v>0.15895558424853612</c:v>
              </c:pt>
              <c:pt idx="148">
                <c:v>0.15895558424853612</c:v>
              </c:pt>
              <c:pt idx="149">
                <c:v>0.15895558424853612</c:v>
              </c:pt>
              <c:pt idx="150">
                <c:v>0.15895558424853612</c:v>
              </c:pt>
              <c:pt idx="151">
                <c:v>0.15895558424853612</c:v>
              </c:pt>
              <c:pt idx="152">
                <c:v>0.15895558424853612</c:v>
              </c:pt>
              <c:pt idx="153">
                <c:v>0.15895558424853612</c:v>
              </c:pt>
              <c:pt idx="154">
                <c:v>0.15895558424853612</c:v>
              </c:pt>
              <c:pt idx="155">
                <c:v>0.15895558424853612</c:v>
              </c:pt>
              <c:pt idx="156">
                <c:v>0.15895558424853612</c:v>
              </c:pt>
              <c:pt idx="157">
                <c:v>0.15895558424853612</c:v>
              </c:pt>
              <c:pt idx="158">
                <c:v>0.15895558424853612</c:v>
              </c:pt>
              <c:pt idx="159">
                <c:v>0.15895558424853612</c:v>
              </c:pt>
              <c:pt idx="160">
                <c:v>0.15895558424853612</c:v>
              </c:pt>
              <c:pt idx="161">
                <c:v>0.15895558424853612</c:v>
              </c:pt>
              <c:pt idx="162">
                <c:v>0.15895558424853612</c:v>
              </c:pt>
              <c:pt idx="163">
                <c:v>0.15895558424853612</c:v>
              </c:pt>
              <c:pt idx="164">
                <c:v>0.15895558424853612</c:v>
              </c:pt>
              <c:pt idx="165">
                <c:v>0.15895558424853612</c:v>
              </c:pt>
              <c:pt idx="166">
                <c:v>0.15895558424853612</c:v>
              </c:pt>
              <c:pt idx="167">
                <c:v>0.15895558424853612</c:v>
              </c:pt>
              <c:pt idx="168">
                <c:v>0.15895558424853612</c:v>
              </c:pt>
              <c:pt idx="169">
                <c:v>0.15895558424853612</c:v>
              </c:pt>
              <c:pt idx="170">
                <c:v>0.15895558424853612</c:v>
              </c:pt>
              <c:pt idx="171">
                <c:v>0.15895558424853612</c:v>
              </c:pt>
              <c:pt idx="172">
                <c:v>0.15895558424853612</c:v>
              </c:pt>
              <c:pt idx="173">
                <c:v>0.15895558424853612</c:v>
              </c:pt>
              <c:pt idx="174">
                <c:v>0.15895558424853612</c:v>
              </c:pt>
              <c:pt idx="175">
                <c:v>0.15895558424853612</c:v>
              </c:pt>
              <c:pt idx="176">
                <c:v>0.15895558424853612</c:v>
              </c:pt>
              <c:pt idx="177">
                <c:v>0.15895558424853612</c:v>
              </c:pt>
              <c:pt idx="178">
                <c:v>0.15895558424853612</c:v>
              </c:pt>
              <c:pt idx="179">
                <c:v>0.15895558424853612</c:v>
              </c:pt>
              <c:pt idx="180">
                <c:v>0.15895558424853612</c:v>
              </c:pt>
              <c:pt idx="181">
                <c:v>0.15895558424853612</c:v>
              </c:pt>
              <c:pt idx="182">
                <c:v>0.15895558424853612</c:v>
              </c:pt>
              <c:pt idx="183">
                <c:v>0.15895558424853612</c:v>
              </c:pt>
              <c:pt idx="184">
                <c:v>0.15895558424853612</c:v>
              </c:pt>
              <c:pt idx="185">
                <c:v>0.15895558424853612</c:v>
              </c:pt>
              <c:pt idx="186">
                <c:v>0.15895558424853612</c:v>
              </c:pt>
              <c:pt idx="187">
                <c:v>0.15895558424853612</c:v>
              </c:pt>
              <c:pt idx="188">
                <c:v>0.15895558424853612</c:v>
              </c:pt>
              <c:pt idx="189">
                <c:v>0.15895558424853612</c:v>
              </c:pt>
              <c:pt idx="190">
                <c:v>0.15895558424853612</c:v>
              </c:pt>
              <c:pt idx="191">
                <c:v>0.15895558424853612</c:v>
              </c:pt>
              <c:pt idx="192">
                <c:v>0.15895558424853612</c:v>
              </c:pt>
              <c:pt idx="193">
                <c:v>0.15895558424853612</c:v>
              </c:pt>
              <c:pt idx="194">
                <c:v>0.15895558424853612</c:v>
              </c:pt>
              <c:pt idx="195">
                <c:v>0.15895558424853612</c:v>
              </c:pt>
              <c:pt idx="196">
                <c:v>0.15895558424853612</c:v>
              </c:pt>
              <c:pt idx="197">
                <c:v>0.15895558424853612</c:v>
              </c:pt>
              <c:pt idx="198">
                <c:v>0.15895558424853612</c:v>
              </c:pt>
              <c:pt idx="199">
                <c:v>0.15895558424853612</c:v>
              </c:pt>
              <c:pt idx="200">
                <c:v>0.15895558424853612</c:v>
              </c:pt>
              <c:pt idx="201">
                <c:v>0.15895558424853612</c:v>
              </c:pt>
              <c:pt idx="202">
                <c:v>0.15895558424853612</c:v>
              </c:pt>
              <c:pt idx="203">
                <c:v>0.15895558424853612</c:v>
              </c:pt>
              <c:pt idx="204">
                <c:v>0.15895558424853612</c:v>
              </c:pt>
              <c:pt idx="205">
                <c:v>0.15895558424853612</c:v>
              </c:pt>
              <c:pt idx="206">
                <c:v>0.15895558424853612</c:v>
              </c:pt>
              <c:pt idx="207">
                <c:v>0.15895558424853612</c:v>
              </c:pt>
              <c:pt idx="208">
                <c:v>0.15895558424853612</c:v>
              </c:pt>
              <c:pt idx="209">
                <c:v>0.15895558424853612</c:v>
              </c:pt>
              <c:pt idx="210">
                <c:v>0.15895558424853612</c:v>
              </c:pt>
              <c:pt idx="211">
                <c:v>0.15895558424853612</c:v>
              </c:pt>
              <c:pt idx="212">
                <c:v>0.15895558424853612</c:v>
              </c:pt>
              <c:pt idx="213">
                <c:v>0.15895558424853612</c:v>
              </c:pt>
              <c:pt idx="214">
                <c:v>0.15895558424853612</c:v>
              </c:pt>
              <c:pt idx="215">
                <c:v>0.15895558424853612</c:v>
              </c:pt>
              <c:pt idx="216">
                <c:v>0.15895558424853612</c:v>
              </c:pt>
              <c:pt idx="217">
                <c:v>0.15895558424853612</c:v>
              </c:pt>
              <c:pt idx="218">
                <c:v>0.15895558424853612</c:v>
              </c:pt>
              <c:pt idx="219">
                <c:v>0.15895558424853612</c:v>
              </c:pt>
              <c:pt idx="220">
                <c:v>0.15895558424853612</c:v>
              </c:pt>
              <c:pt idx="221">
                <c:v>0.15895558424853612</c:v>
              </c:pt>
              <c:pt idx="222">
                <c:v>0.15895558424853612</c:v>
              </c:pt>
              <c:pt idx="223">
                <c:v>0.15895558424853612</c:v>
              </c:pt>
              <c:pt idx="224">
                <c:v>0.15895558424853612</c:v>
              </c:pt>
              <c:pt idx="225">
                <c:v>0.15895558424853612</c:v>
              </c:pt>
              <c:pt idx="226">
                <c:v>0.15895558424853612</c:v>
              </c:pt>
              <c:pt idx="227">
                <c:v>0.15895558424853612</c:v>
              </c:pt>
              <c:pt idx="228">
                <c:v>0.15895558424853612</c:v>
              </c:pt>
              <c:pt idx="229">
                <c:v>0.15895558424853612</c:v>
              </c:pt>
              <c:pt idx="230">
                <c:v>0.15895558424853612</c:v>
              </c:pt>
              <c:pt idx="231">
                <c:v>0.15895558424853612</c:v>
              </c:pt>
              <c:pt idx="232">
                <c:v>0.15895558424853612</c:v>
              </c:pt>
              <c:pt idx="233">
                <c:v>0.15895558424853612</c:v>
              </c:pt>
              <c:pt idx="234">
                <c:v>0.15895558424853612</c:v>
              </c:pt>
              <c:pt idx="235">
                <c:v>0.15895558424853612</c:v>
              </c:pt>
              <c:pt idx="236">
                <c:v>0.15895558424853612</c:v>
              </c:pt>
              <c:pt idx="237">
                <c:v>0.15895558424853612</c:v>
              </c:pt>
              <c:pt idx="238">
                <c:v>0.15895558424853612</c:v>
              </c:pt>
              <c:pt idx="239">
                <c:v>0.15895558424853612</c:v>
              </c:pt>
              <c:pt idx="240">
                <c:v>0.15895558424853612</c:v>
              </c:pt>
              <c:pt idx="241">
                <c:v>0.15895558424853612</c:v>
              </c:pt>
              <c:pt idx="242">
                <c:v>0.15895558424853612</c:v>
              </c:pt>
              <c:pt idx="243">
                <c:v>0.15895558424853612</c:v>
              </c:pt>
              <c:pt idx="244">
                <c:v>0.15895558424853612</c:v>
              </c:pt>
              <c:pt idx="245">
                <c:v>0.15895558424853612</c:v>
              </c:pt>
              <c:pt idx="246">
                <c:v>0.15895558424853612</c:v>
              </c:pt>
              <c:pt idx="247">
                <c:v>0.15895558424853612</c:v>
              </c:pt>
              <c:pt idx="248">
                <c:v>0.15895558424853612</c:v>
              </c:pt>
              <c:pt idx="249">
                <c:v>0.15895558424853612</c:v>
              </c:pt>
              <c:pt idx="250">
                <c:v>0.15895558424853612</c:v>
              </c:pt>
              <c:pt idx="251">
                <c:v>0.15895558424853612</c:v>
              </c:pt>
              <c:pt idx="252">
                <c:v>0.15895558424853612</c:v>
              </c:pt>
              <c:pt idx="253">
                <c:v>0.15895558424853612</c:v>
              </c:pt>
              <c:pt idx="254">
                <c:v>0.15895558424853612</c:v>
              </c:pt>
              <c:pt idx="255">
                <c:v>0.15895558424853612</c:v>
              </c:pt>
              <c:pt idx="256">
                <c:v>0.15895558424853612</c:v>
              </c:pt>
              <c:pt idx="257">
                <c:v>0.15895558424853612</c:v>
              </c:pt>
              <c:pt idx="258">
                <c:v>0.15895558424853612</c:v>
              </c:pt>
              <c:pt idx="259">
                <c:v>0.15895558424853612</c:v>
              </c:pt>
              <c:pt idx="260">
                <c:v>0.15895558424853612</c:v>
              </c:pt>
              <c:pt idx="261">
                <c:v>0.15895558424853612</c:v>
              </c:pt>
              <c:pt idx="262">
                <c:v>0.15895558424853612</c:v>
              </c:pt>
              <c:pt idx="263">
                <c:v>0.15895558424853612</c:v>
              </c:pt>
              <c:pt idx="264">
                <c:v>0.15895558424853612</c:v>
              </c:pt>
              <c:pt idx="265">
                <c:v>0.15895558424853612</c:v>
              </c:pt>
              <c:pt idx="266">
                <c:v>0.15895558424853612</c:v>
              </c:pt>
              <c:pt idx="267">
                <c:v>0.15895558424853612</c:v>
              </c:pt>
              <c:pt idx="268">
                <c:v>0.15895558424853612</c:v>
              </c:pt>
              <c:pt idx="269">
                <c:v>0.15895558424853612</c:v>
              </c:pt>
              <c:pt idx="270">
                <c:v>0.15895558424853612</c:v>
              </c:pt>
              <c:pt idx="271">
                <c:v>0.15895558424853612</c:v>
              </c:pt>
              <c:pt idx="272">
                <c:v>0.15895558424853612</c:v>
              </c:pt>
              <c:pt idx="273">
                <c:v>0.15895558424853612</c:v>
              </c:pt>
              <c:pt idx="274">
                <c:v>0.15895558424853612</c:v>
              </c:pt>
              <c:pt idx="275">
                <c:v>0.15895558424853612</c:v>
              </c:pt>
              <c:pt idx="276">
                <c:v>0.15895558424853612</c:v>
              </c:pt>
              <c:pt idx="277">
                <c:v>0.15895558424853612</c:v>
              </c:pt>
              <c:pt idx="278">
                <c:v>0.15895558424853612</c:v>
              </c:pt>
              <c:pt idx="279">
                <c:v>0.15895558424853612</c:v>
              </c:pt>
              <c:pt idx="280">
                <c:v>0.15895558424853612</c:v>
              </c:pt>
              <c:pt idx="281">
                <c:v>0.15895558424853612</c:v>
              </c:pt>
              <c:pt idx="282">
                <c:v>0.15895558424853612</c:v>
              </c:pt>
              <c:pt idx="283">
                <c:v>0.15895558424853612</c:v>
              </c:pt>
              <c:pt idx="284">
                <c:v>0.15895558424853612</c:v>
              </c:pt>
              <c:pt idx="285">
                <c:v>0.15895558424853612</c:v>
              </c:pt>
              <c:pt idx="286">
                <c:v>0.15895558424853612</c:v>
              </c:pt>
              <c:pt idx="287">
                <c:v>0.15895558424853612</c:v>
              </c:pt>
              <c:pt idx="288">
                <c:v>0.15895558424853612</c:v>
              </c:pt>
              <c:pt idx="289">
                <c:v>0.15895558424853612</c:v>
              </c:pt>
              <c:pt idx="290">
                <c:v>0.15895558424853612</c:v>
              </c:pt>
              <c:pt idx="291">
                <c:v>0.15895558424853612</c:v>
              </c:pt>
              <c:pt idx="292">
                <c:v>0.15895558424853612</c:v>
              </c:pt>
              <c:pt idx="293">
                <c:v>0.15895558424853612</c:v>
              </c:pt>
              <c:pt idx="294">
                <c:v>0.15895558424853612</c:v>
              </c:pt>
              <c:pt idx="295">
                <c:v>0.15895558424853612</c:v>
              </c:pt>
              <c:pt idx="296">
                <c:v>0.15895558424853612</c:v>
              </c:pt>
              <c:pt idx="297">
                <c:v>0.15895558424853612</c:v>
              </c:pt>
              <c:pt idx="298">
                <c:v>0.15895558424853612</c:v>
              </c:pt>
              <c:pt idx="299">
                <c:v>0.15895558424853612</c:v>
              </c:pt>
              <c:pt idx="300">
                <c:v>0.15895558424853612</c:v>
              </c:pt>
              <c:pt idx="301">
                <c:v>0.15895558424853612</c:v>
              </c:pt>
              <c:pt idx="302">
                <c:v>0.15895558424853612</c:v>
              </c:pt>
              <c:pt idx="303">
                <c:v>0.15895558424853612</c:v>
              </c:pt>
              <c:pt idx="304">
                <c:v>0.15895558424853612</c:v>
              </c:pt>
              <c:pt idx="305">
                <c:v>0.15895558424853612</c:v>
              </c:pt>
              <c:pt idx="306">
                <c:v>0.15895558424853612</c:v>
              </c:pt>
              <c:pt idx="307">
                <c:v>0.15895558424853612</c:v>
              </c:pt>
              <c:pt idx="308">
                <c:v>0.15895558424853612</c:v>
              </c:pt>
              <c:pt idx="309">
                <c:v>0.15895558424853612</c:v>
              </c:pt>
              <c:pt idx="310">
                <c:v>0.15895558424853612</c:v>
              </c:pt>
              <c:pt idx="311">
                <c:v>0.15895558424853612</c:v>
              </c:pt>
              <c:pt idx="312">
                <c:v>0.15895558424853612</c:v>
              </c:pt>
              <c:pt idx="313">
                <c:v>0.15895558424853612</c:v>
              </c:pt>
              <c:pt idx="314">
                <c:v>0.15895558424853612</c:v>
              </c:pt>
              <c:pt idx="315">
                <c:v>0.15895558424853612</c:v>
              </c:pt>
              <c:pt idx="316">
                <c:v>0.15895558424853612</c:v>
              </c:pt>
              <c:pt idx="317">
                <c:v>0.15895558424853612</c:v>
              </c:pt>
              <c:pt idx="318">
                <c:v>0.15895558424853612</c:v>
              </c:pt>
              <c:pt idx="319">
                <c:v>0.15895558424853612</c:v>
              </c:pt>
              <c:pt idx="320">
                <c:v>0.15895558424853612</c:v>
              </c:pt>
              <c:pt idx="321">
                <c:v>0.15895558424853612</c:v>
              </c:pt>
              <c:pt idx="322">
                <c:v>0.15895558424853612</c:v>
              </c:pt>
              <c:pt idx="323">
                <c:v>0.15895558424853612</c:v>
              </c:pt>
              <c:pt idx="324">
                <c:v>0.15895558424853612</c:v>
              </c:pt>
              <c:pt idx="325">
                <c:v>0.15895558424853612</c:v>
              </c:pt>
              <c:pt idx="326">
                <c:v>0.15895558424853612</c:v>
              </c:pt>
              <c:pt idx="327">
                <c:v>0.15895558424853612</c:v>
              </c:pt>
              <c:pt idx="328">
                <c:v>0.15895558424853612</c:v>
              </c:pt>
              <c:pt idx="329">
                <c:v>0.15895558424853612</c:v>
              </c:pt>
              <c:pt idx="330">
                <c:v>0.15895558424853612</c:v>
              </c:pt>
              <c:pt idx="331">
                <c:v>0.15895558424853612</c:v>
              </c:pt>
              <c:pt idx="332">
                <c:v>0.15895558424853612</c:v>
              </c:pt>
              <c:pt idx="333">
                <c:v>0.15895558424853612</c:v>
              </c:pt>
              <c:pt idx="334">
                <c:v>0.15895558424853612</c:v>
              </c:pt>
              <c:pt idx="335">
                <c:v>0.15895558424853612</c:v>
              </c:pt>
              <c:pt idx="336">
                <c:v>0.15895558424853612</c:v>
              </c:pt>
              <c:pt idx="337">
                <c:v>0.15895558424853612</c:v>
              </c:pt>
              <c:pt idx="338">
                <c:v>0.15895558424853612</c:v>
              </c:pt>
              <c:pt idx="339">
                <c:v>0.15895558424853612</c:v>
              </c:pt>
              <c:pt idx="340">
                <c:v>0.15895558424853612</c:v>
              </c:pt>
              <c:pt idx="341">
                <c:v>0.15895558424853612</c:v>
              </c:pt>
              <c:pt idx="342">
                <c:v>0.15895558424853612</c:v>
              </c:pt>
              <c:pt idx="343">
                <c:v>0.15895558424853612</c:v>
              </c:pt>
              <c:pt idx="344">
                <c:v>0.15895558424853612</c:v>
              </c:pt>
              <c:pt idx="345">
                <c:v>0.15895558424853612</c:v>
              </c:pt>
              <c:pt idx="346">
                <c:v>0.15895558424853612</c:v>
              </c:pt>
              <c:pt idx="347">
                <c:v>0.15895558424853612</c:v>
              </c:pt>
              <c:pt idx="348">
                <c:v>0.15895558424853612</c:v>
              </c:pt>
              <c:pt idx="349">
                <c:v>0.15895558424853612</c:v>
              </c:pt>
              <c:pt idx="350">
                <c:v>0.15895558424853612</c:v>
              </c:pt>
              <c:pt idx="351">
                <c:v>0.15895558424853612</c:v>
              </c:pt>
              <c:pt idx="352">
                <c:v>0.15895558424853612</c:v>
              </c:pt>
              <c:pt idx="353">
                <c:v>0.15895558424853612</c:v>
              </c:pt>
              <c:pt idx="354">
                <c:v>0.15895558424853612</c:v>
              </c:pt>
              <c:pt idx="355">
                <c:v>0.15895558424853612</c:v>
              </c:pt>
              <c:pt idx="356">
                <c:v>0.15895558424853612</c:v>
              </c:pt>
              <c:pt idx="357">
                <c:v>0.15895558424853612</c:v>
              </c:pt>
              <c:pt idx="358">
                <c:v>0.15895558424853612</c:v>
              </c:pt>
              <c:pt idx="359">
                <c:v>0.15895558424853612</c:v>
              </c:pt>
              <c:pt idx="360">
                <c:v>0.15895558424853612</c:v>
              </c:pt>
              <c:pt idx="361">
                <c:v>0.15895558424853612</c:v>
              </c:pt>
              <c:pt idx="362">
                <c:v>0.15895558424853612</c:v>
              </c:pt>
              <c:pt idx="363">
                <c:v>0.15895558424853612</c:v>
              </c:pt>
              <c:pt idx="364">
                <c:v>0.15895558424853612</c:v>
              </c:pt>
              <c:pt idx="365">
                <c:v>0.15895558424853612</c:v>
              </c:pt>
              <c:pt idx="366">
                <c:v>0.15895558424853612</c:v>
              </c:pt>
              <c:pt idx="367">
                <c:v>0.15895558424853612</c:v>
              </c:pt>
              <c:pt idx="368">
                <c:v>0.15895558424853612</c:v>
              </c:pt>
              <c:pt idx="369">
                <c:v>0.15895558424853612</c:v>
              </c:pt>
              <c:pt idx="370">
                <c:v>0.15895558424853612</c:v>
              </c:pt>
              <c:pt idx="371">
                <c:v>0.15895558424853612</c:v>
              </c:pt>
              <c:pt idx="372">
                <c:v>0.15895558424853612</c:v>
              </c:pt>
              <c:pt idx="373">
                <c:v>0.15895558424853612</c:v>
              </c:pt>
              <c:pt idx="374">
                <c:v>0.15895558424853612</c:v>
              </c:pt>
              <c:pt idx="375">
                <c:v>0.15895558424853612</c:v>
              </c:pt>
              <c:pt idx="376">
                <c:v>0.15895558424853612</c:v>
              </c:pt>
              <c:pt idx="377">
                <c:v>0.15895558424853612</c:v>
              </c:pt>
              <c:pt idx="378">
                <c:v>0.15895558424853612</c:v>
              </c:pt>
              <c:pt idx="379">
                <c:v>0.15895558424853612</c:v>
              </c:pt>
              <c:pt idx="380">
                <c:v>0.15895558424853612</c:v>
              </c:pt>
              <c:pt idx="381">
                <c:v>0.15895558424853612</c:v>
              </c:pt>
              <c:pt idx="382">
                <c:v>0.15895558424853612</c:v>
              </c:pt>
              <c:pt idx="383">
                <c:v>0.15895558424853612</c:v>
              </c:pt>
              <c:pt idx="384">
                <c:v>0.15895558424853612</c:v>
              </c:pt>
              <c:pt idx="385">
                <c:v>0.15895558424853612</c:v>
              </c:pt>
              <c:pt idx="386">
                <c:v>0.15895558424853612</c:v>
              </c:pt>
              <c:pt idx="387">
                <c:v>0.15895558424853612</c:v>
              </c:pt>
              <c:pt idx="388">
                <c:v>0.15895558424853612</c:v>
              </c:pt>
              <c:pt idx="389">
                <c:v>0.15895558424853612</c:v>
              </c:pt>
              <c:pt idx="390">
                <c:v>0.15895558424853612</c:v>
              </c:pt>
              <c:pt idx="391">
                <c:v>0.15895558424853612</c:v>
              </c:pt>
              <c:pt idx="392">
                <c:v>0.15895558424853612</c:v>
              </c:pt>
              <c:pt idx="393">
                <c:v>0.15895558424853612</c:v>
              </c:pt>
              <c:pt idx="394">
                <c:v>0.15895558424853612</c:v>
              </c:pt>
              <c:pt idx="395">
                <c:v>0.15895558424853612</c:v>
              </c:pt>
              <c:pt idx="396">
                <c:v>0.15895558424853612</c:v>
              </c:pt>
              <c:pt idx="397">
                <c:v>0.15895558424853612</c:v>
              </c:pt>
              <c:pt idx="398">
                <c:v>0.15895558424853612</c:v>
              </c:pt>
              <c:pt idx="399">
                <c:v>0.15895558424853612</c:v>
              </c:pt>
              <c:pt idx="400">
                <c:v>0.15895558424853612</c:v>
              </c:pt>
              <c:pt idx="401">
                <c:v>0.15895558424853612</c:v>
              </c:pt>
              <c:pt idx="402">
                <c:v>0.15895558424853612</c:v>
              </c:pt>
              <c:pt idx="403">
                <c:v>0.15895558424853612</c:v>
              </c:pt>
              <c:pt idx="404">
                <c:v>0.15895558424853612</c:v>
              </c:pt>
              <c:pt idx="405">
                <c:v>0.15895558424853612</c:v>
              </c:pt>
              <c:pt idx="406">
                <c:v>0.15895558424853612</c:v>
              </c:pt>
              <c:pt idx="407">
                <c:v>0.15895558424853612</c:v>
              </c:pt>
              <c:pt idx="408">
                <c:v>0.15895558424853612</c:v>
              </c:pt>
              <c:pt idx="409">
                <c:v>0.15895558424853612</c:v>
              </c:pt>
              <c:pt idx="410">
                <c:v>0.15895558424853612</c:v>
              </c:pt>
              <c:pt idx="411">
                <c:v>0.15895558424853612</c:v>
              </c:pt>
              <c:pt idx="412">
                <c:v>0.15895558424853612</c:v>
              </c:pt>
              <c:pt idx="413">
                <c:v>0.15895558424853612</c:v>
              </c:pt>
              <c:pt idx="414">
                <c:v>0.15895558424853612</c:v>
              </c:pt>
              <c:pt idx="415">
                <c:v>0.15895558424853612</c:v>
              </c:pt>
              <c:pt idx="416">
                <c:v>0.15895558424853612</c:v>
              </c:pt>
              <c:pt idx="417">
                <c:v>0.15895558424853612</c:v>
              </c:pt>
              <c:pt idx="418">
                <c:v>0.15895558424853612</c:v>
              </c:pt>
              <c:pt idx="419">
                <c:v>0.15895558424853612</c:v>
              </c:pt>
              <c:pt idx="420">
                <c:v>0.15895558424853612</c:v>
              </c:pt>
              <c:pt idx="421">
                <c:v>0.15895558424853612</c:v>
              </c:pt>
              <c:pt idx="422">
                <c:v>0.15895558424853612</c:v>
              </c:pt>
              <c:pt idx="423">
                <c:v>0.15895558424853612</c:v>
              </c:pt>
              <c:pt idx="424">
                <c:v>0.15895558424853612</c:v>
              </c:pt>
              <c:pt idx="425">
                <c:v>0.15895558424853612</c:v>
              </c:pt>
              <c:pt idx="426">
                <c:v>0.15895558424853612</c:v>
              </c:pt>
              <c:pt idx="427">
                <c:v>0.15895558424853612</c:v>
              </c:pt>
              <c:pt idx="428">
                <c:v>0.15895558424853612</c:v>
              </c:pt>
              <c:pt idx="429">
                <c:v>0.15895558424853612</c:v>
              </c:pt>
              <c:pt idx="430">
                <c:v>0.15895558424853612</c:v>
              </c:pt>
              <c:pt idx="431">
                <c:v>0.15895558424853612</c:v>
              </c:pt>
              <c:pt idx="432">
                <c:v>0.15895558424853612</c:v>
              </c:pt>
              <c:pt idx="433">
                <c:v>0.15895558424853612</c:v>
              </c:pt>
              <c:pt idx="434">
                <c:v>0.15895558424853612</c:v>
              </c:pt>
              <c:pt idx="435">
                <c:v>0.15895558424853612</c:v>
              </c:pt>
              <c:pt idx="436">
                <c:v>0.15895558424853612</c:v>
              </c:pt>
              <c:pt idx="437">
                <c:v>0.15895558424853612</c:v>
              </c:pt>
              <c:pt idx="438">
                <c:v>0.15895558424853612</c:v>
              </c:pt>
              <c:pt idx="439">
                <c:v>0.15895558424853612</c:v>
              </c:pt>
              <c:pt idx="440">
                <c:v>0.15895558424853612</c:v>
              </c:pt>
              <c:pt idx="441">
                <c:v>0.15895558424853612</c:v>
              </c:pt>
              <c:pt idx="442">
                <c:v>0.15895558424853612</c:v>
              </c:pt>
              <c:pt idx="443">
                <c:v>0.15895558424853612</c:v>
              </c:pt>
              <c:pt idx="444">
                <c:v>0.15895558424853612</c:v>
              </c:pt>
              <c:pt idx="445">
                <c:v>0.15895558424853612</c:v>
              </c:pt>
              <c:pt idx="446">
                <c:v>0.15895558424853612</c:v>
              </c:pt>
              <c:pt idx="447">
                <c:v>0.15895558424853612</c:v>
              </c:pt>
            </c:numLit>
          </c:yVal>
          <c:smooth val="0"/>
        </c:ser>
        <c:ser>
          <c:idx val="6"/>
          <c:order val="6"/>
          <c:tx>
            <c:v>Same order, optimal filling</c:v>
          </c:tx>
          <c:spPr>
            <a:noFill xmlns:a="http://schemas.openxmlformats.org/drawingml/2006/main"/>
            <a:ln xmlns:a="http://schemas.openxmlformats.org/drawingml/2006/main" w="0">
              <a:noFill/>
              <a:prstDash val="solid"/>
            </a:ln>
          </c:spPr>
          <c:marker>
            <c:symbol val="circle"/>
            <c:size val="7"/>
            <c:spPr>
              <a:solidFill xmlns:a="http://schemas.openxmlformats.org/drawingml/2006/main">
                <a:srgbClr val="009E73"/>
              </a:solidFill>
            </c:spPr>
          </c:marker>
          <c:xVal>
            <c:numLit>
              <c:formatCode>General</c:formatCode>
              <c:ptCount val="448"/>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c:v>
              </c:pt>
              <c:pt idx="147">
                <c:v>0</c:v>
              </c:pt>
              <c:pt idx="148">
                <c:v>0</c:v>
              </c:pt>
              <c:pt idx="149">
                <c:v>0</c:v>
              </c:pt>
              <c:pt idx="150">
                <c:v>0</c:v>
              </c:pt>
              <c:pt idx="151">
                <c:v>0</c:v>
              </c:pt>
              <c:pt idx="152">
                <c:v>0</c:v>
              </c:pt>
              <c:pt idx="153">
                <c:v>0</c:v>
              </c:pt>
              <c:pt idx="154">
                <c:v>0</c:v>
              </c:pt>
              <c:pt idx="155">
                <c:v>0</c:v>
              </c:pt>
              <c:pt idx="156">
                <c:v>0</c:v>
              </c:pt>
              <c:pt idx="157">
                <c:v>0</c:v>
              </c:pt>
              <c:pt idx="158">
                <c:v>0</c:v>
              </c:pt>
              <c:pt idx="159">
                <c:v>0</c:v>
              </c:pt>
              <c:pt idx="160">
                <c:v>0</c:v>
              </c:pt>
              <c:pt idx="161">
                <c:v>0</c:v>
              </c:pt>
              <c:pt idx="162">
                <c:v>0</c:v>
              </c:pt>
              <c:pt idx="163">
                <c:v>0</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numLit>
          </c:xVal>
          <c:yVal>
            <c:numLit>
              <c:formatCode>0.0</c:formatCode>
              <c:ptCount val="448"/>
              <c:pt idx="0">
                <c:v>6.202028524893199</c:v>
              </c:pt>
              <c:pt idx="1">
                <c:v>6.202028524893199</c:v>
              </c:pt>
              <c:pt idx="2">
                <c:v>6.202028524893199</c:v>
              </c:pt>
              <c:pt idx="3">
                <c:v>6.202028524893199</c:v>
              </c:pt>
              <c:pt idx="4">
                <c:v>6.202028524893199</c:v>
              </c:pt>
              <c:pt idx="5">
                <c:v>6.202028524893199</c:v>
              </c:pt>
              <c:pt idx="6">
                <c:v>6.202028524893199</c:v>
              </c:pt>
              <c:pt idx="7">
                <c:v>6.202028524893199</c:v>
              </c:pt>
              <c:pt idx="8">
                <c:v>6.202028524893199</c:v>
              </c:pt>
              <c:pt idx="9">
                <c:v>6.202028524893199</c:v>
              </c:pt>
              <c:pt idx="10">
                <c:v>6.202028524893199</c:v>
              </c:pt>
              <c:pt idx="11">
                <c:v>6.202028524893199</c:v>
              </c:pt>
              <c:pt idx="12">
                <c:v>6.202028524893199</c:v>
              </c:pt>
              <c:pt idx="13">
                <c:v>6.202028524893199</c:v>
              </c:pt>
              <c:pt idx="14">
                <c:v>6.202028524893199</c:v>
              </c:pt>
              <c:pt idx="15">
                <c:v>6.202028524893199</c:v>
              </c:pt>
              <c:pt idx="16">
                <c:v>6.202028524893199</c:v>
              </c:pt>
              <c:pt idx="17">
                <c:v>6.202028524893199</c:v>
              </c:pt>
              <c:pt idx="18">
                <c:v>6.202028524893199</c:v>
              </c:pt>
              <c:pt idx="19">
                <c:v>6.202028524893199</c:v>
              </c:pt>
              <c:pt idx="20">
                <c:v>6.202028524893199</c:v>
              </c:pt>
              <c:pt idx="21">
                <c:v>6.202028524893199</c:v>
              </c:pt>
              <c:pt idx="22">
                <c:v>6.202028524893199</c:v>
              </c:pt>
              <c:pt idx="23">
                <c:v>6.202028524893199</c:v>
              </c:pt>
              <c:pt idx="24">
                <c:v>6.202028524893199</c:v>
              </c:pt>
              <c:pt idx="25">
                <c:v>6.202028524893199</c:v>
              </c:pt>
              <c:pt idx="26">
                <c:v>6.202028524893199</c:v>
              </c:pt>
              <c:pt idx="27">
                <c:v>6.202028524893199</c:v>
              </c:pt>
              <c:pt idx="28">
                <c:v>6.202028524893199</c:v>
              </c:pt>
              <c:pt idx="29">
                <c:v>6.202028524893199</c:v>
              </c:pt>
              <c:pt idx="30">
                <c:v>6.202028524893199</c:v>
              </c:pt>
              <c:pt idx="31">
                <c:v>6.202028524893199</c:v>
              </c:pt>
              <c:pt idx="32">
                <c:v>6.202028524893199</c:v>
              </c:pt>
              <c:pt idx="33">
                <c:v>6.202028524893199</c:v>
              </c:pt>
              <c:pt idx="34">
                <c:v>6.202028524893199</c:v>
              </c:pt>
              <c:pt idx="35">
                <c:v>6.202028524893199</c:v>
              </c:pt>
              <c:pt idx="36">
                <c:v>6.202028524893199</c:v>
              </c:pt>
              <c:pt idx="37">
                <c:v>6.202028524893199</c:v>
              </c:pt>
              <c:pt idx="38">
                <c:v>6.202028524893199</c:v>
              </c:pt>
              <c:pt idx="39">
                <c:v>6.202028524893199</c:v>
              </c:pt>
              <c:pt idx="40">
                <c:v>6.202028524893199</c:v>
              </c:pt>
              <c:pt idx="41">
                <c:v>6.202028524893199</c:v>
              </c:pt>
              <c:pt idx="42">
                <c:v>6.202028524893199</c:v>
              </c:pt>
              <c:pt idx="43">
                <c:v>6.202028524893199</c:v>
              </c:pt>
              <c:pt idx="44">
                <c:v>6.202028524893199</c:v>
              </c:pt>
              <c:pt idx="45">
                <c:v>6.202028524893199</c:v>
              </c:pt>
              <c:pt idx="46">
                <c:v>6.202028524893199</c:v>
              </c:pt>
              <c:pt idx="47">
                <c:v>6.202028524893199</c:v>
              </c:pt>
              <c:pt idx="48">
                <c:v>6.202028524893199</c:v>
              </c:pt>
              <c:pt idx="49">
                <c:v>6.202028524893199</c:v>
              </c:pt>
              <c:pt idx="50">
                <c:v>6.202028524893199</c:v>
              </c:pt>
              <c:pt idx="51">
                <c:v>6.202028524893199</c:v>
              </c:pt>
              <c:pt idx="52">
                <c:v>6.202028524893199</c:v>
              </c:pt>
              <c:pt idx="53">
                <c:v>6.202028524893199</c:v>
              </c:pt>
              <c:pt idx="54">
                <c:v>6.202028524893199</c:v>
              </c:pt>
              <c:pt idx="55">
                <c:v>6.202028524893199</c:v>
              </c:pt>
              <c:pt idx="56">
                <c:v>6.202028524893199</c:v>
              </c:pt>
              <c:pt idx="57">
                <c:v>6.202028524893199</c:v>
              </c:pt>
              <c:pt idx="58">
                <c:v>6.202028524893199</c:v>
              </c:pt>
              <c:pt idx="59">
                <c:v>6.202028524893199</c:v>
              </c:pt>
              <c:pt idx="60">
                <c:v>6.202028524893199</c:v>
              </c:pt>
              <c:pt idx="61">
                <c:v>6.202028524893199</c:v>
              </c:pt>
              <c:pt idx="62">
                <c:v>6.202028524893199</c:v>
              </c:pt>
              <c:pt idx="63">
                <c:v>6.202028524893199</c:v>
              </c:pt>
              <c:pt idx="64">
                <c:v>6.202028524893199</c:v>
              </c:pt>
              <c:pt idx="65">
                <c:v>6.202028524893199</c:v>
              </c:pt>
              <c:pt idx="66">
                <c:v>6.202028524893199</c:v>
              </c:pt>
              <c:pt idx="67">
                <c:v>6.202028524893199</c:v>
              </c:pt>
              <c:pt idx="68">
                <c:v>6.202028524893199</c:v>
              </c:pt>
              <c:pt idx="69">
                <c:v>6.202028524893199</c:v>
              </c:pt>
              <c:pt idx="70">
                <c:v>6.202028524893199</c:v>
              </c:pt>
              <c:pt idx="71">
                <c:v>6.202028524893199</c:v>
              </c:pt>
              <c:pt idx="72">
                <c:v>6.202028524893199</c:v>
              </c:pt>
              <c:pt idx="73">
                <c:v>6.202028524893199</c:v>
              </c:pt>
              <c:pt idx="74">
                <c:v>6.202028524893199</c:v>
              </c:pt>
              <c:pt idx="75">
                <c:v>6.202028524893199</c:v>
              </c:pt>
              <c:pt idx="76">
                <c:v>6.202028524893199</c:v>
              </c:pt>
              <c:pt idx="77">
                <c:v>6.202028524893199</c:v>
              </c:pt>
              <c:pt idx="78">
                <c:v>6.202028524893199</c:v>
              </c:pt>
              <c:pt idx="79">
                <c:v>6.202028524893199</c:v>
              </c:pt>
              <c:pt idx="80">
                <c:v>6.202028524893199</c:v>
              </c:pt>
              <c:pt idx="81">
                <c:v>6.202028524893199</c:v>
              </c:pt>
              <c:pt idx="82">
                <c:v>6.202028524893199</c:v>
              </c:pt>
              <c:pt idx="83">
                <c:v>6.202028524893199</c:v>
              </c:pt>
              <c:pt idx="84">
                <c:v>6.202028524893199</c:v>
              </c:pt>
              <c:pt idx="85">
                <c:v>6.202028524893199</c:v>
              </c:pt>
              <c:pt idx="86">
                <c:v>6.202028524893199</c:v>
              </c:pt>
              <c:pt idx="87">
                <c:v>6.202028524893199</c:v>
              </c:pt>
              <c:pt idx="88">
                <c:v>6.202028524893199</c:v>
              </c:pt>
              <c:pt idx="89">
                <c:v>6.202028524893199</c:v>
              </c:pt>
              <c:pt idx="90">
                <c:v>6.202028524893199</c:v>
              </c:pt>
              <c:pt idx="91">
                <c:v>6.202028524893199</c:v>
              </c:pt>
              <c:pt idx="92">
                <c:v>6.202028524893199</c:v>
              </c:pt>
              <c:pt idx="93">
                <c:v>6.202028524893199</c:v>
              </c:pt>
              <c:pt idx="94">
                <c:v>6.202028524893199</c:v>
              </c:pt>
              <c:pt idx="95">
                <c:v>6.202028524893199</c:v>
              </c:pt>
              <c:pt idx="96">
                <c:v>6.202028524893199</c:v>
              </c:pt>
              <c:pt idx="97">
                <c:v>6.202028524893199</c:v>
              </c:pt>
              <c:pt idx="98">
                <c:v>6.202028524893199</c:v>
              </c:pt>
              <c:pt idx="99">
                <c:v>6.202028524893199</c:v>
              </c:pt>
              <c:pt idx="100">
                <c:v>6.202028524893199</c:v>
              </c:pt>
              <c:pt idx="101">
                <c:v>6.202028524893199</c:v>
              </c:pt>
              <c:pt idx="102">
                <c:v>6.202028524893199</c:v>
              </c:pt>
              <c:pt idx="103">
                <c:v>6.202028524893199</c:v>
              </c:pt>
              <c:pt idx="104">
                <c:v>6.202028524893199</c:v>
              </c:pt>
              <c:pt idx="105">
                <c:v>6.202028524893199</c:v>
              </c:pt>
              <c:pt idx="106">
                <c:v>6.202028524893199</c:v>
              </c:pt>
              <c:pt idx="107">
                <c:v>6.202028524893199</c:v>
              </c:pt>
              <c:pt idx="108">
                <c:v>6.202028524893199</c:v>
              </c:pt>
              <c:pt idx="109">
                <c:v>6.202028524893199</c:v>
              </c:pt>
              <c:pt idx="110">
                <c:v>6.202028524893199</c:v>
              </c:pt>
              <c:pt idx="111">
                <c:v>6.202028524893199</c:v>
              </c:pt>
              <c:pt idx="112">
                <c:v>6.202028524893199</c:v>
              </c:pt>
              <c:pt idx="113">
                <c:v>6.202028524893199</c:v>
              </c:pt>
              <c:pt idx="114">
                <c:v>6.202028524893199</c:v>
              </c:pt>
              <c:pt idx="115">
                <c:v>6.202028524893199</c:v>
              </c:pt>
              <c:pt idx="116">
                <c:v>6.202028524893199</c:v>
              </c:pt>
              <c:pt idx="117">
                <c:v>6.202028524893199</c:v>
              </c:pt>
              <c:pt idx="118">
                <c:v>6.202028524893199</c:v>
              </c:pt>
              <c:pt idx="119">
                <c:v>6.202028524893199</c:v>
              </c:pt>
              <c:pt idx="120">
                <c:v>6.202028524893199</c:v>
              </c:pt>
              <c:pt idx="121">
                <c:v>6.202028524893199</c:v>
              </c:pt>
              <c:pt idx="122">
                <c:v>6.202028524893199</c:v>
              </c:pt>
              <c:pt idx="123">
                <c:v>6.202028524893199</c:v>
              </c:pt>
              <c:pt idx="124">
                <c:v>6.202028524893199</c:v>
              </c:pt>
              <c:pt idx="125">
                <c:v>6.202028524893199</c:v>
              </c:pt>
              <c:pt idx="126">
                <c:v>6.202028524893199</c:v>
              </c:pt>
              <c:pt idx="127">
                <c:v>6.202028524893199</c:v>
              </c:pt>
              <c:pt idx="128">
                <c:v>6.202028524893199</c:v>
              </c:pt>
              <c:pt idx="129">
                <c:v>6.202028524893199</c:v>
              </c:pt>
              <c:pt idx="130">
                <c:v>6.202028524893199</c:v>
              </c:pt>
              <c:pt idx="131">
                <c:v>6.202028524893199</c:v>
              </c:pt>
              <c:pt idx="132">
                <c:v>6.202028524893199</c:v>
              </c:pt>
              <c:pt idx="133">
                <c:v>6.202028524893199</c:v>
              </c:pt>
              <c:pt idx="134">
                <c:v>6.202028524893199</c:v>
              </c:pt>
              <c:pt idx="135">
                <c:v>6.202028524893199</c:v>
              </c:pt>
              <c:pt idx="136">
                <c:v>6.202028524893199</c:v>
              </c:pt>
              <c:pt idx="137">
                <c:v>6.202028524893199</c:v>
              </c:pt>
              <c:pt idx="138">
                <c:v>6.202028524893199</c:v>
              </c:pt>
              <c:pt idx="139">
                <c:v>6.202028524893199</c:v>
              </c:pt>
              <c:pt idx="140">
                <c:v>6.202028524893199</c:v>
              </c:pt>
              <c:pt idx="141">
                <c:v>6.202028524893199</c:v>
              </c:pt>
              <c:pt idx="142">
                <c:v>6.202028524893199</c:v>
              </c:pt>
              <c:pt idx="143">
                <c:v>6.202028524893199</c:v>
              </c:pt>
              <c:pt idx="144">
                <c:v>6.202028524893199</c:v>
              </c:pt>
              <c:pt idx="145">
                <c:v>6.202028524893199</c:v>
              </c:pt>
              <c:pt idx="146">
                <c:v>6.202028524893199</c:v>
              </c:pt>
              <c:pt idx="147">
                <c:v>6.202028524893199</c:v>
              </c:pt>
              <c:pt idx="148">
                <c:v>6.202028524893199</c:v>
              </c:pt>
              <c:pt idx="149">
                <c:v>6.202028524893199</c:v>
              </c:pt>
              <c:pt idx="150">
                <c:v>6.202028524893199</c:v>
              </c:pt>
              <c:pt idx="151">
                <c:v>6.202028524893199</c:v>
              </c:pt>
              <c:pt idx="152">
                <c:v>6.202028524893199</c:v>
              </c:pt>
              <c:pt idx="153">
                <c:v>6.202028524893199</c:v>
              </c:pt>
              <c:pt idx="154">
                <c:v>6.202028524893199</c:v>
              </c:pt>
              <c:pt idx="155">
                <c:v>6.202028524893199</c:v>
              </c:pt>
              <c:pt idx="156">
                <c:v>6.202028524893199</c:v>
              </c:pt>
              <c:pt idx="157">
                <c:v>6.202028524893199</c:v>
              </c:pt>
              <c:pt idx="158">
                <c:v>6.202028524893199</c:v>
              </c:pt>
              <c:pt idx="159">
                <c:v>6.202028524893199</c:v>
              </c:pt>
              <c:pt idx="160">
                <c:v>6.202028524893199</c:v>
              </c:pt>
              <c:pt idx="161">
                <c:v>6.202028524893199</c:v>
              </c:pt>
              <c:pt idx="162">
                <c:v>6.202028524893199</c:v>
              </c:pt>
              <c:pt idx="163">
                <c:v>6.202028524893199</c:v>
              </c:pt>
              <c:pt idx="164">
                <c:v>6.202028524893199</c:v>
              </c:pt>
              <c:pt idx="165">
                <c:v>6.202028524893199</c:v>
              </c:pt>
              <c:pt idx="166">
                <c:v>6.202028524893199</c:v>
              </c:pt>
              <c:pt idx="167">
                <c:v>6.202028524893199</c:v>
              </c:pt>
              <c:pt idx="168">
                <c:v>6.202028524893199</c:v>
              </c:pt>
              <c:pt idx="169">
                <c:v>6.202028524893199</c:v>
              </c:pt>
              <c:pt idx="170">
                <c:v>6.202028524893199</c:v>
              </c:pt>
              <c:pt idx="171">
                <c:v>6.202028524893199</c:v>
              </c:pt>
              <c:pt idx="172">
                <c:v>6.202028524893199</c:v>
              </c:pt>
              <c:pt idx="173">
                <c:v>6.202028524893199</c:v>
              </c:pt>
              <c:pt idx="174">
                <c:v>6.202028524893199</c:v>
              </c:pt>
              <c:pt idx="175">
                <c:v>6.202028524893199</c:v>
              </c:pt>
              <c:pt idx="176">
                <c:v>6.202028524893199</c:v>
              </c:pt>
              <c:pt idx="177">
                <c:v>6.202028524893199</c:v>
              </c:pt>
              <c:pt idx="178">
                <c:v>6.202028524893199</c:v>
              </c:pt>
              <c:pt idx="179">
                <c:v>6.202028524893199</c:v>
              </c:pt>
              <c:pt idx="180">
                <c:v>6.202028524893199</c:v>
              </c:pt>
              <c:pt idx="181">
                <c:v>6.202028524893199</c:v>
              </c:pt>
              <c:pt idx="182">
                <c:v>6.202028524893199</c:v>
              </c:pt>
              <c:pt idx="183">
                <c:v>6.202028524893199</c:v>
              </c:pt>
              <c:pt idx="184">
                <c:v>6.202028524893199</c:v>
              </c:pt>
              <c:pt idx="185">
                <c:v>6.202028524893199</c:v>
              </c:pt>
              <c:pt idx="186">
                <c:v>6.202028524893199</c:v>
              </c:pt>
              <c:pt idx="187">
                <c:v>6.202028524893199</c:v>
              </c:pt>
              <c:pt idx="188">
                <c:v>6.202028524893199</c:v>
              </c:pt>
              <c:pt idx="189">
                <c:v>6.202028524893199</c:v>
              </c:pt>
              <c:pt idx="190">
                <c:v>6.202028524893199</c:v>
              </c:pt>
              <c:pt idx="191">
                <c:v>6.202028524893199</c:v>
              </c:pt>
              <c:pt idx="192">
                <c:v>6.202028524893199</c:v>
              </c:pt>
              <c:pt idx="193">
                <c:v>6.202028524893199</c:v>
              </c:pt>
              <c:pt idx="194">
                <c:v>6.202028524893199</c:v>
              </c:pt>
              <c:pt idx="195">
                <c:v>6.202028524893199</c:v>
              </c:pt>
              <c:pt idx="196">
                <c:v>6.202028524893199</c:v>
              </c:pt>
              <c:pt idx="197">
                <c:v>6.202028524893199</c:v>
              </c:pt>
              <c:pt idx="198">
                <c:v>6.202028524893199</c:v>
              </c:pt>
              <c:pt idx="199">
                <c:v>6.202028524893199</c:v>
              </c:pt>
              <c:pt idx="200">
                <c:v>6.202028524893199</c:v>
              </c:pt>
              <c:pt idx="201">
                <c:v>6.202028524893199</c:v>
              </c:pt>
              <c:pt idx="202">
                <c:v>6.202028524893199</c:v>
              </c:pt>
              <c:pt idx="203">
                <c:v>6.202028524893199</c:v>
              </c:pt>
              <c:pt idx="204">
                <c:v>6.202028524893199</c:v>
              </c:pt>
              <c:pt idx="205">
                <c:v>6.202028524893199</c:v>
              </c:pt>
              <c:pt idx="206">
                <c:v>6.202028524893199</c:v>
              </c:pt>
              <c:pt idx="207">
                <c:v>6.202028524893199</c:v>
              </c:pt>
              <c:pt idx="208">
                <c:v>6.202028524893199</c:v>
              </c:pt>
              <c:pt idx="209">
                <c:v>6.202028524893199</c:v>
              </c:pt>
              <c:pt idx="210">
                <c:v>6.202028524893199</c:v>
              </c:pt>
              <c:pt idx="211">
                <c:v>6.202028524893199</c:v>
              </c:pt>
              <c:pt idx="212">
                <c:v>6.202028524893199</c:v>
              </c:pt>
              <c:pt idx="213">
                <c:v>6.202028524893199</c:v>
              </c:pt>
              <c:pt idx="214">
                <c:v>6.202028524893199</c:v>
              </c:pt>
              <c:pt idx="215">
                <c:v>6.202028524893199</c:v>
              </c:pt>
              <c:pt idx="216">
                <c:v>6.202028524893199</c:v>
              </c:pt>
              <c:pt idx="217">
                <c:v>6.202028524893199</c:v>
              </c:pt>
              <c:pt idx="218">
                <c:v>6.202028524893199</c:v>
              </c:pt>
              <c:pt idx="219">
                <c:v>6.202028524893199</c:v>
              </c:pt>
              <c:pt idx="220">
                <c:v>6.202028524893199</c:v>
              </c:pt>
              <c:pt idx="221">
                <c:v>6.202028524893199</c:v>
              </c:pt>
              <c:pt idx="222">
                <c:v>6.202028524893199</c:v>
              </c:pt>
              <c:pt idx="223">
                <c:v>6.202028524893199</c:v>
              </c:pt>
              <c:pt idx="224">
                <c:v>6.202028524893199</c:v>
              </c:pt>
              <c:pt idx="225">
                <c:v>6.202028524893199</c:v>
              </c:pt>
              <c:pt idx="226">
                <c:v>6.202028524893199</c:v>
              </c:pt>
              <c:pt idx="227">
                <c:v>6.202028524893199</c:v>
              </c:pt>
              <c:pt idx="228">
                <c:v>6.202028524893199</c:v>
              </c:pt>
              <c:pt idx="229">
                <c:v>6.202028524893199</c:v>
              </c:pt>
              <c:pt idx="230">
                <c:v>6.202028524893199</c:v>
              </c:pt>
              <c:pt idx="231">
                <c:v>6.202028524893199</c:v>
              </c:pt>
              <c:pt idx="232">
                <c:v>6.202028524893199</c:v>
              </c:pt>
              <c:pt idx="233">
                <c:v>6.202028524893199</c:v>
              </c:pt>
              <c:pt idx="234">
                <c:v>6.202028524893199</c:v>
              </c:pt>
              <c:pt idx="235">
                <c:v>6.202028524893199</c:v>
              </c:pt>
              <c:pt idx="236">
                <c:v>6.202028524893199</c:v>
              </c:pt>
              <c:pt idx="237">
                <c:v>6.202028524893199</c:v>
              </c:pt>
              <c:pt idx="238">
                <c:v>6.202028524893199</c:v>
              </c:pt>
              <c:pt idx="239">
                <c:v>6.202028524893199</c:v>
              </c:pt>
              <c:pt idx="240">
                <c:v>6.202028524893199</c:v>
              </c:pt>
              <c:pt idx="241">
                <c:v>6.202028524893199</c:v>
              </c:pt>
              <c:pt idx="242">
                <c:v>6.202028524893199</c:v>
              </c:pt>
              <c:pt idx="243">
                <c:v>6.202028524893199</c:v>
              </c:pt>
              <c:pt idx="244">
                <c:v>6.202028524893199</c:v>
              </c:pt>
              <c:pt idx="245">
                <c:v>6.202028524893199</c:v>
              </c:pt>
              <c:pt idx="246">
                <c:v>6.202028524893199</c:v>
              </c:pt>
              <c:pt idx="247">
                <c:v>6.202028524893199</c:v>
              </c:pt>
              <c:pt idx="248">
                <c:v>6.202028524893199</c:v>
              </c:pt>
              <c:pt idx="249">
                <c:v>6.202028524893199</c:v>
              </c:pt>
              <c:pt idx="250">
                <c:v>6.202028524893199</c:v>
              </c:pt>
              <c:pt idx="251">
                <c:v>6.202028524893199</c:v>
              </c:pt>
              <c:pt idx="252">
                <c:v>6.202028524893199</c:v>
              </c:pt>
              <c:pt idx="253">
                <c:v>6.202028524893199</c:v>
              </c:pt>
              <c:pt idx="254">
                <c:v>6.202028524893199</c:v>
              </c:pt>
              <c:pt idx="255">
                <c:v>6.202028524893199</c:v>
              </c:pt>
              <c:pt idx="256">
                <c:v>6.202028524893199</c:v>
              </c:pt>
              <c:pt idx="257">
                <c:v>6.202028524893199</c:v>
              </c:pt>
              <c:pt idx="258">
                <c:v>6.202028524893199</c:v>
              </c:pt>
              <c:pt idx="259">
                <c:v>6.202028524893199</c:v>
              </c:pt>
              <c:pt idx="260">
                <c:v>6.202028524893199</c:v>
              </c:pt>
              <c:pt idx="261">
                <c:v>6.202028524893199</c:v>
              </c:pt>
              <c:pt idx="262">
                <c:v>6.202028524893199</c:v>
              </c:pt>
              <c:pt idx="263">
                <c:v>6.202028524893199</c:v>
              </c:pt>
              <c:pt idx="264">
                <c:v>6.202028524893199</c:v>
              </c:pt>
              <c:pt idx="265">
                <c:v>6.202028524893199</c:v>
              </c:pt>
              <c:pt idx="266">
                <c:v>6.202028524893199</c:v>
              </c:pt>
              <c:pt idx="267">
                <c:v>6.202028524893199</c:v>
              </c:pt>
              <c:pt idx="268">
                <c:v>6.202028524893199</c:v>
              </c:pt>
              <c:pt idx="269">
                <c:v>6.202028524893199</c:v>
              </c:pt>
              <c:pt idx="270">
                <c:v>6.202028524893199</c:v>
              </c:pt>
              <c:pt idx="271">
                <c:v>6.202028524893199</c:v>
              </c:pt>
              <c:pt idx="272">
                <c:v>6.202028524893199</c:v>
              </c:pt>
              <c:pt idx="273">
                <c:v>6.202028524893199</c:v>
              </c:pt>
              <c:pt idx="274">
                <c:v>6.202028524893199</c:v>
              </c:pt>
              <c:pt idx="275">
                <c:v>6.202028524893199</c:v>
              </c:pt>
              <c:pt idx="276">
                <c:v>6.202028524893199</c:v>
              </c:pt>
              <c:pt idx="277">
                <c:v>6.202028524893199</c:v>
              </c:pt>
              <c:pt idx="278">
                <c:v>6.202028524893199</c:v>
              </c:pt>
              <c:pt idx="279">
                <c:v>6.202028524893199</c:v>
              </c:pt>
              <c:pt idx="280">
                <c:v>6.202028524893199</c:v>
              </c:pt>
              <c:pt idx="281">
                <c:v>6.202028524893199</c:v>
              </c:pt>
              <c:pt idx="282">
                <c:v>6.202028524893199</c:v>
              </c:pt>
              <c:pt idx="283">
                <c:v>6.202028524893199</c:v>
              </c:pt>
              <c:pt idx="284">
                <c:v>6.202028524893199</c:v>
              </c:pt>
              <c:pt idx="285">
                <c:v>6.202028524893199</c:v>
              </c:pt>
              <c:pt idx="286">
                <c:v>6.202028524893199</c:v>
              </c:pt>
              <c:pt idx="287">
                <c:v>6.202028524893199</c:v>
              </c:pt>
              <c:pt idx="288">
                <c:v>6.202028524893199</c:v>
              </c:pt>
              <c:pt idx="289">
                <c:v>6.202028524893199</c:v>
              </c:pt>
              <c:pt idx="290">
                <c:v>6.202028524893199</c:v>
              </c:pt>
              <c:pt idx="291">
                <c:v>6.202028524893199</c:v>
              </c:pt>
              <c:pt idx="292">
                <c:v>6.202028524893199</c:v>
              </c:pt>
              <c:pt idx="293">
                <c:v>6.202028524893199</c:v>
              </c:pt>
              <c:pt idx="294">
                <c:v>6.202028524893199</c:v>
              </c:pt>
              <c:pt idx="295">
                <c:v>6.202028524893199</c:v>
              </c:pt>
              <c:pt idx="296">
                <c:v>6.202028524893199</c:v>
              </c:pt>
              <c:pt idx="297">
                <c:v>6.202028524893199</c:v>
              </c:pt>
              <c:pt idx="298">
                <c:v>6.202028524893199</c:v>
              </c:pt>
              <c:pt idx="299">
                <c:v>6.202028524893199</c:v>
              </c:pt>
              <c:pt idx="300">
                <c:v>6.202028524893199</c:v>
              </c:pt>
              <c:pt idx="301">
                <c:v>6.202028524893199</c:v>
              </c:pt>
              <c:pt idx="302">
                <c:v>6.202028524893199</c:v>
              </c:pt>
              <c:pt idx="303">
                <c:v>6.202028524893199</c:v>
              </c:pt>
              <c:pt idx="304">
                <c:v>6.202028524893199</c:v>
              </c:pt>
              <c:pt idx="305">
                <c:v>6.202028524893199</c:v>
              </c:pt>
              <c:pt idx="306">
                <c:v>6.202028524893199</c:v>
              </c:pt>
              <c:pt idx="307">
                <c:v>6.202028524893199</c:v>
              </c:pt>
              <c:pt idx="308">
                <c:v>6.202028524893199</c:v>
              </c:pt>
              <c:pt idx="309">
                <c:v>6.202028524893199</c:v>
              </c:pt>
              <c:pt idx="310">
                <c:v>6.202028524893199</c:v>
              </c:pt>
              <c:pt idx="311">
                <c:v>6.202028524893199</c:v>
              </c:pt>
              <c:pt idx="312">
                <c:v>6.202028524893199</c:v>
              </c:pt>
              <c:pt idx="313">
                <c:v>6.202028524893199</c:v>
              </c:pt>
              <c:pt idx="314">
                <c:v>6.202028524893199</c:v>
              </c:pt>
              <c:pt idx="315">
                <c:v>6.202028524893199</c:v>
              </c:pt>
              <c:pt idx="316">
                <c:v>6.202028524893199</c:v>
              </c:pt>
              <c:pt idx="317">
                <c:v>6.202028524893199</c:v>
              </c:pt>
              <c:pt idx="318">
                <c:v>6.202028524893199</c:v>
              </c:pt>
              <c:pt idx="319">
                <c:v>6.202028524893199</c:v>
              </c:pt>
              <c:pt idx="320">
                <c:v>6.202028524893199</c:v>
              </c:pt>
              <c:pt idx="321">
                <c:v>6.202028524893199</c:v>
              </c:pt>
              <c:pt idx="322">
                <c:v>6.202028524893199</c:v>
              </c:pt>
              <c:pt idx="323">
                <c:v>6.202028524893199</c:v>
              </c:pt>
              <c:pt idx="324">
                <c:v>6.202028524893199</c:v>
              </c:pt>
              <c:pt idx="325">
                <c:v>6.202028524893199</c:v>
              </c:pt>
              <c:pt idx="326">
                <c:v>6.202028524893199</c:v>
              </c:pt>
              <c:pt idx="327">
                <c:v>6.202028524893199</c:v>
              </c:pt>
              <c:pt idx="328">
                <c:v>6.202028524893199</c:v>
              </c:pt>
              <c:pt idx="329">
                <c:v>6.202028524893199</c:v>
              </c:pt>
              <c:pt idx="330">
                <c:v>6.202028524893199</c:v>
              </c:pt>
              <c:pt idx="331">
                <c:v>6.202028524893199</c:v>
              </c:pt>
              <c:pt idx="332">
                <c:v>6.202028524893199</c:v>
              </c:pt>
              <c:pt idx="333">
                <c:v>6.202028524893199</c:v>
              </c:pt>
              <c:pt idx="334">
                <c:v>6.202028524893199</c:v>
              </c:pt>
              <c:pt idx="335">
                <c:v>6.202028524893199</c:v>
              </c:pt>
              <c:pt idx="336">
                <c:v>6.202028524893199</c:v>
              </c:pt>
              <c:pt idx="337">
                <c:v>6.202028524893199</c:v>
              </c:pt>
              <c:pt idx="338">
                <c:v>6.202028524893199</c:v>
              </c:pt>
              <c:pt idx="339">
                <c:v>6.202028524893199</c:v>
              </c:pt>
              <c:pt idx="340">
                <c:v>6.202028524893199</c:v>
              </c:pt>
              <c:pt idx="341">
                <c:v>6.202028524893199</c:v>
              </c:pt>
              <c:pt idx="342">
                <c:v>6.202028524893199</c:v>
              </c:pt>
              <c:pt idx="343">
                <c:v>6.202028524893199</c:v>
              </c:pt>
              <c:pt idx="344">
                <c:v>6.202028524893199</c:v>
              </c:pt>
              <c:pt idx="345">
                <c:v>6.202028524893199</c:v>
              </c:pt>
              <c:pt idx="346">
                <c:v>6.202028524893199</c:v>
              </c:pt>
              <c:pt idx="347">
                <c:v>6.202028524893199</c:v>
              </c:pt>
              <c:pt idx="348">
                <c:v>6.202028524893199</c:v>
              </c:pt>
              <c:pt idx="349">
                <c:v>6.202028524893199</c:v>
              </c:pt>
              <c:pt idx="350">
                <c:v>6.202028524893199</c:v>
              </c:pt>
              <c:pt idx="351">
                <c:v>6.202028524893199</c:v>
              </c:pt>
              <c:pt idx="352">
                <c:v>6.202028524893199</c:v>
              </c:pt>
              <c:pt idx="353">
                <c:v>6.202028524893199</c:v>
              </c:pt>
              <c:pt idx="354">
                <c:v>6.202028524893199</c:v>
              </c:pt>
              <c:pt idx="355">
                <c:v>6.202028524893199</c:v>
              </c:pt>
              <c:pt idx="356">
                <c:v>6.202028524893199</c:v>
              </c:pt>
              <c:pt idx="357">
                <c:v>6.202028524893199</c:v>
              </c:pt>
              <c:pt idx="358">
                <c:v>6.202028524893199</c:v>
              </c:pt>
              <c:pt idx="359">
                <c:v>6.202028524893199</c:v>
              </c:pt>
              <c:pt idx="360">
                <c:v>6.202028524893199</c:v>
              </c:pt>
              <c:pt idx="361">
                <c:v>6.202028524893199</c:v>
              </c:pt>
              <c:pt idx="362">
                <c:v>6.202028524893199</c:v>
              </c:pt>
              <c:pt idx="363">
                <c:v>6.202028524893199</c:v>
              </c:pt>
              <c:pt idx="364">
                <c:v>6.202028524893199</c:v>
              </c:pt>
              <c:pt idx="365">
                <c:v>6.202028524893199</c:v>
              </c:pt>
              <c:pt idx="366">
                <c:v>6.202028524893199</c:v>
              </c:pt>
              <c:pt idx="367">
                <c:v>6.202028524893199</c:v>
              </c:pt>
              <c:pt idx="368">
                <c:v>6.202028524893199</c:v>
              </c:pt>
              <c:pt idx="369">
                <c:v>6.202028524893199</c:v>
              </c:pt>
              <c:pt idx="370">
                <c:v>6.202028524893199</c:v>
              </c:pt>
              <c:pt idx="371">
                <c:v>6.202028524893199</c:v>
              </c:pt>
              <c:pt idx="372">
                <c:v>6.202028524893199</c:v>
              </c:pt>
              <c:pt idx="373">
                <c:v>6.202028524893199</c:v>
              </c:pt>
              <c:pt idx="374">
                <c:v>6.202028524893199</c:v>
              </c:pt>
              <c:pt idx="375">
                <c:v>6.202028524893199</c:v>
              </c:pt>
              <c:pt idx="376">
                <c:v>6.202028524893199</c:v>
              </c:pt>
              <c:pt idx="377">
                <c:v>6.202028524893199</c:v>
              </c:pt>
              <c:pt idx="378">
                <c:v>6.202028524893199</c:v>
              </c:pt>
              <c:pt idx="379">
                <c:v>6.202028524893199</c:v>
              </c:pt>
              <c:pt idx="380">
                <c:v>6.202028524893199</c:v>
              </c:pt>
              <c:pt idx="381">
                <c:v>6.202028524893199</c:v>
              </c:pt>
              <c:pt idx="382">
                <c:v>6.202028524893199</c:v>
              </c:pt>
              <c:pt idx="383">
                <c:v>6.202028524893199</c:v>
              </c:pt>
              <c:pt idx="384">
                <c:v>6.202028524893199</c:v>
              </c:pt>
              <c:pt idx="385">
                <c:v>6.202028524893199</c:v>
              </c:pt>
              <c:pt idx="386">
                <c:v>6.202028524893199</c:v>
              </c:pt>
              <c:pt idx="387">
                <c:v>6.202028524893199</c:v>
              </c:pt>
              <c:pt idx="388">
                <c:v>6.202028524893199</c:v>
              </c:pt>
              <c:pt idx="389">
                <c:v>6.202028524893199</c:v>
              </c:pt>
              <c:pt idx="390">
                <c:v>6.202028524893199</c:v>
              </c:pt>
              <c:pt idx="391">
                <c:v>6.202028524893199</c:v>
              </c:pt>
              <c:pt idx="392">
                <c:v>6.202028524893199</c:v>
              </c:pt>
              <c:pt idx="393">
                <c:v>6.202028524893199</c:v>
              </c:pt>
              <c:pt idx="394">
                <c:v>6.202028524893199</c:v>
              </c:pt>
              <c:pt idx="395">
                <c:v>6.202028524893199</c:v>
              </c:pt>
              <c:pt idx="396">
                <c:v>6.202028524893199</c:v>
              </c:pt>
              <c:pt idx="397">
                <c:v>6.202028524893199</c:v>
              </c:pt>
              <c:pt idx="398">
                <c:v>6.202028524893199</c:v>
              </c:pt>
              <c:pt idx="399">
                <c:v>6.202028524893199</c:v>
              </c:pt>
              <c:pt idx="400">
                <c:v>6.202028524893199</c:v>
              </c:pt>
              <c:pt idx="401">
                <c:v>6.202028524893199</c:v>
              </c:pt>
              <c:pt idx="402">
                <c:v>6.202028524893199</c:v>
              </c:pt>
              <c:pt idx="403">
                <c:v>6.202028524893199</c:v>
              </c:pt>
              <c:pt idx="404">
                <c:v>6.202028524893199</c:v>
              </c:pt>
              <c:pt idx="405">
                <c:v>6.202028524893199</c:v>
              </c:pt>
              <c:pt idx="406">
                <c:v>6.202028524893199</c:v>
              </c:pt>
              <c:pt idx="407">
                <c:v>6.202028524893199</c:v>
              </c:pt>
              <c:pt idx="408">
                <c:v>6.202028524893199</c:v>
              </c:pt>
              <c:pt idx="409">
                <c:v>6.202028524893199</c:v>
              </c:pt>
              <c:pt idx="410">
                <c:v>6.202028524893199</c:v>
              </c:pt>
              <c:pt idx="411">
                <c:v>6.202028524893199</c:v>
              </c:pt>
              <c:pt idx="412">
                <c:v>6.202028524893199</c:v>
              </c:pt>
              <c:pt idx="413">
                <c:v>6.202028524893199</c:v>
              </c:pt>
              <c:pt idx="414">
                <c:v>6.202028524893199</c:v>
              </c:pt>
              <c:pt idx="415">
                <c:v>6.202028524893199</c:v>
              </c:pt>
              <c:pt idx="416">
                <c:v>6.202028524893199</c:v>
              </c:pt>
              <c:pt idx="417">
                <c:v>6.202028524893199</c:v>
              </c:pt>
              <c:pt idx="418">
                <c:v>6.202028524893199</c:v>
              </c:pt>
              <c:pt idx="419">
                <c:v>6.202028524893199</c:v>
              </c:pt>
              <c:pt idx="420">
                <c:v>6.202028524893199</c:v>
              </c:pt>
              <c:pt idx="421">
                <c:v>6.202028524893199</c:v>
              </c:pt>
              <c:pt idx="422">
                <c:v>6.202028524893199</c:v>
              </c:pt>
              <c:pt idx="423">
                <c:v>6.202028524893199</c:v>
              </c:pt>
              <c:pt idx="424">
                <c:v>6.202028524893199</c:v>
              </c:pt>
              <c:pt idx="425">
                <c:v>6.202028524893199</c:v>
              </c:pt>
              <c:pt idx="426">
                <c:v>6.202028524893199</c:v>
              </c:pt>
              <c:pt idx="427">
                <c:v>6.202028524893199</c:v>
              </c:pt>
              <c:pt idx="428">
                <c:v>6.202028524893199</c:v>
              </c:pt>
              <c:pt idx="429">
                <c:v>6.202028524893199</c:v>
              </c:pt>
              <c:pt idx="430">
                <c:v>6.202028524893199</c:v>
              </c:pt>
              <c:pt idx="431">
                <c:v>6.202028524893199</c:v>
              </c:pt>
              <c:pt idx="432">
                <c:v>6.202028524893199</c:v>
              </c:pt>
              <c:pt idx="433">
                <c:v>6.202028524893199</c:v>
              </c:pt>
              <c:pt idx="434">
                <c:v>6.202028524893199</c:v>
              </c:pt>
              <c:pt idx="435">
                <c:v>6.202028524893199</c:v>
              </c:pt>
              <c:pt idx="436">
                <c:v>6.202028524893199</c:v>
              </c:pt>
              <c:pt idx="437">
                <c:v>6.202028524893199</c:v>
              </c:pt>
              <c:pt idx="438">
                <c:v>6.202028524893199</c:v>
              </c:pt>
              <c:pt idx="439">
                <c:v>6.202028524893199</c:v>
              </c:pt>
              <c:pt idx="440">
                <c:v>6.202028524893199</c:v>
              </c:pt>
              <c:pt idx="441">
                <c:v>6.202028524893199</c:v>
              </c:pt>
              <c:pt idx="442">
                <c:v>6.202028524893199</c:v>
              </c:pt>
              <c:pt idx="443">
                <c:v>6.202028524893199</c:v>
              </c:pt>
              <c:pt idx="444">
                <c:v>6.202028524893199</c:v>
              </c:pt>
              <c:pt idx="445">
                <c:v>6.202028524893199</c:v>
              </c:pt>
              <c:pt idx="446">
                <c:v>6.202028524893199</c:v>
              </c:pt>
              <c:pt idx="447">
                <c:v>6.202028524893199</c:v>
              </c:pt>
            </c:numLit>
          </c:yVal>
          <c:smooth val="0"/>
        </c:ser>
        <c:ser>
          <c:idx val="7"/>
          <c:order val="7"/>
          <c:tx>
            <c:v>Same order, optimal filling</c:v>
          </c:tx>
          <c:spPr>
            <a:noFill xmlns:a="http://schemas.openxmlformats.org/drawingml/2006/main"/>
            <a:ln xmlns:a="http://schemas.openxmlformats.org/drawingml/2006/main" w="0">
              <a:noFill/>
              <a:prstDash val="solid"/>
            </a:ln>
          </c:spPr>
          <c:marker>
            <c:symbol val="circle"/>
            <c:size val="7"/>
            <c:spPr>
              <a:solidFill xmlns:a="http://schemas.openxmlformats.org/drawingml/2006/main">
                <a:srgbClr val="009E73"/>
              </a:solidFill>
            </c:spPr>
          </c:marker>
          <c:xVal>
            <c:numLit>
              <c:formatCode>General</c:formatCode>
              <c:ptCount val="448"/>
              <c:pt idx="0">
                <c:v>1.65505952237088</c:v>
              </c:pt>
              <c:pt idx="1">
                <c:v>1.65505952237088</c:v>
              </c:pt>
              <c:pt idx="2">
                <c:v>1.65505952237088</c:v>
              </c:pt>
              <c:pt idx="3">
                <c:v>1.65505952237088</c:v>
              </c:pt>
              <c:pt idx="4">
                <c:v>1.65505952237088</c:v>
              </c:pt>
              <c:pt idx="5">
                <c:v>1.65505952237088</c:v>
              </c:pt>
              <c:pt idx="6">
                <c:v>1.65505952237088</c:v>
              </c:pt>
              <c:pt idx="7">
                <c:v>1.65505952237088</c:v>
              </c:pt>
              <c:pt idx="8">
                <c:v>1.65505952237088</c:v>
              </c:pt>
              <c:pt idx="9">
                <c:v>1.65505952237088</c:v>
              </c:pt>
              <c:pt idx="10">
                <c:v>1.65505952237088</c:v>
              </c:pt>
              <c:pt idx="11">
                <c:v>1.65505952237088</c:v>
              </c:pt>
              <c:pt idx="12">
                <c:v>1.65505952237088</c:v>
              </c:pt>
              <c:pt idx="13">
                <c:v>1.65505952237088</c:v>
              </c:pt>
              <c:pt idx="14">
                <c:v>1.65505952237088</c:v>
              </c:pt>
              <c:pt idx="15">
                <c:v>1.65505952237088</c:v>
              </c:pt>
              <c:pt idx="16">
                <c:v>1.65505952237088</c:v>
              </c:pt>
              <c:pt idx="17">
                <c:v>1.65505952237088</c:v>
              </c:pt>
              <c:pt idx="18">
                <c:v>1.65505952237088</c:v>
              </c:pt>
              <c:pt idx="19">
                <c:v>1.65505952237088</c:v>
              </c:pt>
              <c:pt idx="20">
                <c:v>1.65505952237088</c:v>
              </c:pt>
              <c:pt idx="21">
                <c:v>1.65505952237088</c:v>
              </c:pt>
              <c:pt idx="22">
                <c:v>1.65505952237088</c:v>
              </c:pt>
              <c:pt idx="23">
                <c:v>1.65505952237088</c:v>
              </c:pt>
              <c:pt idx="24">
                <c:v>1.65505952237088</c:v>
              </c:pt>
              <c:pt idx="25">
                <c:v>1.65505952237088</c:v>
              </c:pt>
              <c:pt idx="26">
                <c:v>1.65505952237088</c:v>
              </c:pt>
              <c:pt idx="27">
                <c:v>1.65505952237088</c:v>
              </c:pt>
              <c:pt idx="28">
                <c:v>1.65505952237088</c:v>
              </c:pt>
              <c:pt idx="29">
                <c:v>1.65505952237088</c:v>
              </c:pt>
              <c:pt idx="30">
                <c:v>1.65505952237088</c:v>
              </c:pt>
              <c:pt idx="31">
                <c:v>1.65505952237088</c:v>
              </c:pt>
              <c:pt idx="32">
                <c:v>1.65505952237088</c:v>
              </c:pt>
              <c:pt idx="33">
                <c:v>1.65505952237088</c:v>
              </c:pt>
              <c:pt idx="34">
                <c:v>1.65505952237088</c:v>
              </c:pt>
              <c:pt idx="35">
                <c:v>1.65505952237088</c:v>
              </c:pt>
              <c:pt idx="36">
                <c:v>1.65505952237088</c:v>
              </c:pt>
              <c:pt idx="37">
                <c:v>1.65505952237088</c:v>
              </c:pt>
              <c:pt idx="38">
                <c:v>1.65505952237088</c:v>
              </c:pt>
              <c:pt idx="39">
                <c:v>1.65505952237088</c:v>
              </c:pt>
              <c:pt idx="40">
                <c:v>1.65505952237088</c:v>
              </c:pt>
              <c:pt idx="41">
                <c:v>1.65505952237088</c:v>
              </c:pt>
              <c:pt idx="42">
                <c:v>1.65505952237088</c:v>
              </c:pt>
              <c:pt idx="43">
                <c:v>1.65505952237088</c:v>
              </c:pt>
              <c:pt idx="44">
                <c:v>1.65505952237088</c:v>
              </c:pt>
              <c:pt idx="45">
                <c:v>1.65505952237088</c:v>
              </c:pt>
              <c:pt idx="46">
                <c:v>1.65505952237088</c:v>
              </c:pt>
              <c:pt idx="47">
                <c:v>1.65505952237088</c:v>
              </c:pt>
              <c:pt idx="48">
                <c:v>1.65505952237088</c:v>
              </c:pt>
              <c:pt idx="49">
                <c:v>1.65505952237088</c:v>
              </c:pt>
              <c:pt idx="50">
                <c:v>1.65505952237088</c:v>
              </c:pt>
              <c:pt idx="51">
                <c:v>1.65505952237088</c:v>
              </c:pt>
              <c:pt idx="52">
                <c:v>1.65505952237088</c:v>
              </c:pt>
              <c:pt idx="53">
                <c:v>1.65505952237088</c:v>
              </c:pt>
              <c:pt idx="54">
                <c:v>1.65505952237088</c:v>
              </c:pt>
              <c:pt idx="55">
                <c:v>1.65505952237088</c:v>
              </c:pt>
              <c:pt idx="56">
                <c:v>1.65505952237088</c:v>
              </c:pt>
              <c:pt idx="57">
                <c:v>1.65505952237088</c:v>
              </c:pt>
              <c:pt idx="58">
                <c:v>1.65505952237088</c:v>
              </c:pt>
              <c:pt idx="59">
                <c:v>1.65505952237088</c:v>
              </c:pt>
              <c:pt idx="60">
                <c:v>1.65505952237088</c:v>
              </c:pt>
              <c:pt idx="61">
                <c:v>1.65505952237088</c:v>
              </c:pt>
              <c:pt idx="62">
                <c:v>1.65505952237088</c:v>
              </c:pt>
              <c:pt idx="63">
                <c:v>1.65505952237088</c:v>
              </c:pt>
              <c:pt idx="64">
                <c:v>1.65505952237088</c:v>
              </c:pt>
              <c:pt idx="65">
                <c:v>1.65505952237088</c:v>
              </c:pt>
              <c:pt idx="66">
                <c:v>1.65505952237088</c:v>
              </c:pt>
              <c:pt idx="67">
                <c:v>1.65505952237088</c:v>
              </c:pt>
              <c:pt idx="68">
                <c:v>1.65505952237088</c:v>
              </c:pt>
              <c:pt idx="69">
                <c:v>1.65505952237088</c:v>
              </c:pt>
              <c:pt idx="70">
                <c:v>1.65505952237088</c:v>
              </c:pt>
              <c:pt idx="71">
                <c:v>1.65505952237088</c:v>
              </c:pt>
              <c:pt idx="72">
                <c:v>1.65505952237088</c:v>
              </c:pt>
              <c:pt idx="73">
                <c:v>1.65505952237088</c:v>
              </c:pt>
              <c:pt idx="74">
                <c:v>1.65505952237088</c:v>
              </c:pt>
              <c:pt idx="75">
                <c:v>1.65505952237088</c:v>
              </c:pt>
              <c:pt idx="76">
                <c:v>1.65505952237088</c:v>
              </c:pt>
              <c:pt idx="77">
                <c:v>1.65505952237088</c:v>
              </c:pt>
              <c:pt idx="78">
                <c:v>1.65505952237088</c:v>
              </c:pt>
              <c:pt idx="79">
                <c:v>1.65505952237088</c:v>
              </c:pt>
              <c:pt idx="80">
                <c:v>1.65505952237088</c:v>
              </c:pt>
              <c:pt idx="81">
                <c:v>1.65505952237088</c:v>
              </c:pt>
              <c:pt idx="82">
                <c:v>1.65505952237088</c:v>
              </c:pt>
              <c:pt idx="83">
                <c:v>1.65505952237088</c:v>
              </c:pt>
              <c:pt idx="84">
                <c:v>1.65505952237088</c:v>
              </c:pt>
              <c:pt idx="85">
                <c:v>1.65505952237088</c:v>
              </c:pt>
              <c:pt idx="86">
                <c:v>1.65505952237088</c:v>
              </c:pt>
              <c:pt idx="87">
                <c:v>1.65505952237088</c:v>
              </c:pt>
              <c:pt idx="88">
                <c:v>1.65505952237088</c:v>
              </c:pt>
              <c:pt idx="89">
                <c:v>1.65505952237088</c:v>
              </c:pt>
              <c:pt idx="90">
                <c:v>1.65505952237088</c:v>
              </c:pt>
              <c:pt idx="91">
                <c:v>1.65505952237088</c:v>
              </c:pt>
              <c:pt idx="92">
                <c:v>1.65505952237088</c:v>
              </c:pt>
              <c:pt idx="93">
                <c:v>1.65505952237088</c:v>
              </c:pt>
              <c:pt idx="94">
                <c:v>1.65505952237088</c:v>
              </c:pt>
              <c:pt idx="95">
                <c:v>1.65505952237088</c:v>
              </c:pt>
              <c:pt idx="96">
                <c:v>1.65505952237088</c:v>
              </c:pt>
              <c:pt idx="97">
                <c:v>1.65505952237088</c:v>
              </c:pt>
              <c:pt idx="98">
                <c:v>1.65505952237088</c:v>
              </c:pt>
              <c:pt idx="99">
                <c:v>1.65505952237088</c:v>
              </c:pt>
              <c:pt idx="100">
                <c:v>1.65505952237088</c:v>
              </c:pt>
              <c:pt idx="101">
                <c:v>1.65505952237088</c:v>
              </c:pt>
              <c:pt idx="102">
                <c:v>1.65505952237088</c:v>
              </c:pt>
              <c:pt idx="103">
                <c:v>1.65505952237088</c:v>
              </c:pt>
              <c:pt idx="104">
                <c:v>1.65505952237088</c:v>
              </c:pt>
              <c:pt idx="105">
                <c:v>1.65505952237088</c:v>
              </c:pt>
              <c:pt idx="106">
                <c:v>1.65505952237088</c:v>
              </c:pt>
              <c:pt idx="107">
                <c:v>1.65505952237088</c:v>
              </c:pt>
              <c:pt idx="108">
                <c:v>1.65505952237088</c:v>
              </c:pt>
              <c:pt idx="109">
                <c:v>1.65505952237088</c:v>
              </c:pt>
              <c:pt idx="110">
                <c:v>1.65505952237088</c:v>
              </c:pt>
              <c:pt idx="111">
                <c:v>1.65505952237088</c:v>
              </c:pt>
              <c:pt idx="112">
                <c:v>1.65505952237088</c:v>
              </c:pt>
              <c:pt idx="113">
                <c:v>1.65505952237088</c:v>
              </c:pt>
              <c:pt idx="114">
                <c:v>1.65505952237088</c:v>
              </c:pt>
              <c:pt idx="115">
                <c:v>1.65505952237088</c:v>
              </c:pt>
              <c:pt idx="116">
                <c:v>1.65505952237088</c:v>
              </c:pt>
              <c:pt idx="117">
                <c:v>1.65505952237088</c:v>
              </c:pt>
              <c:pt idx="118">
                <c:v>1.65505952237088</c:v>
              </c:pt>
              <c:pt idx="119">
                <c:v>1.65505952237088</c:v>
              </c:pt>
              <c:pt idx="120">
                <c:v>1.65505952237088</c:v>
              </c:pt>
              <c:pt idx="121">
                <c:v>1.65505952237088</c:v>
              </c:pt>
              <c:pt idx="122">
                <c:v>1.65505952237088</c:v>
              </c:pt>
              <c:pt idx="123">
                <c:v>1.65505952237088</c:v>
              </c:pt>
              <c:pt idx="124">
                <c:v>1.65505952237088</c:v>
              </c:pt>
              <c:pt idx="125">
                <c:v>1.65505952237088</c:v>
              </c:pt>
              <c:pt idx="126">
                <c:v>1.65505952237088</c:v>
              </c:pt>
              <c:pt idx="127">
                <c:v>1.65505952237088</c:v>
              </c:pt>
              <c:pt idx="128">
                <c:v>1.65505952237088</c:v>
              </c:pt>
              <c:pt idx="129">
                <c:v>1.65505952237088</c:v>
              </c:pt>
              <c:pt idx="130">
                <c:v>1.65505952237088</c:v>
              </c:pt>
              <c:pt idx="131">
                <c:v>1.65505952237088</c:v>
              </c:pt>
              <c:pt idx="132">
                <c:v>1.65505952237088</c:v>
              </c:pt>
              <c:pt idx="133">
                <c:v>1.65505952237088</c:v>
              </c:pt>
              <c:pt idx="134">
                <c:v>1.65505952237088</c:v>
              </c:pt>
              <c:pt idx="135">
                <c:v>1.65505952237088</c:v>
              </c:pt>
              <c:pt idx="136">
                <c:v>1.65505952237088</c:v>
              </c:pt>
              <c:pt idx="137">
                <c:v>1.65505952237088</c:v>
              </c:pt>
              <c:pt idx="138">
                <c:v>1.65505952237088</c:v>
              </c:pt>
              <c:pt idx="139">
                <c:v>1.65505952237088</c:v>
              </c:pt>
              <c:pt idx="140">
                <c:v>1.65505952237088</c:v>
              </c:pt>
              <c:pt idx="141">
                <c:v>1.65505952237088</c:v>
              </c:pt>
              <c:pt idx="142">
                <c:v>1.65505952237088</c:v>
              </c:pt>
              <c:pt idx="143">
                <c:v>1.65505952237088</c:v>
              </c:pt>
              <c:pt idx="144">
                <c:v>1.65505952237088</c:v>
              </c:pt>
              <c:pt idx="145">
                <c:v>1.65505952237088</c:v>
              </c:pt>
              <c:pt idx="146">
                <c:v>1.65505952237088</c:v>
              </c:pt>
              <c:pt idx="147">
                <c:v>1.65505952237088</c:v>
              </c:pt>
              <c:pt idx="148">
                <c:v>1.65505952237088</c:v>
              </c:pt>
              <c:pt idx="149">
                <c:v>1.65505952237088</c:v>
              </c:pt>
              <c:pt idx="150">
                <c:v>1.65505952237088</c:v>
              </c:pt>
              <c:pt idx="151">
                <c:v>1.65505952237088</c:v>
              </c:pt>
              <c:pt idx="152">
                <c:v>1.65505952237088</c:v>
              </c:pt>
              <c:pt idx="153">
                <c:v>1.65505952237088</c:v>
              </c:pt>
              <c:pt idx="154">
                <c:v>1.65505952237088</c:v>
              </c:pt>
              <c:pt idx="155">
                <c:v>1.65505952237088</c:v>
              </c:pt>
              <c:pt idx="156">
                <c:v>1.65505952237088</c:v>
              </c:pt>
              <c:pt idx="157">
                <c:v>1.65505952237088</c:v>
              </c:pt>
              <c:pt idx="158">
                <c:v>1.65505952237088</c:v>
              </c:pt>
              <c:pt idx="159">
                <c:v>1.65505952237088</c:v>
              </c:pt>
              <c:pt idx="160">
                <c:v>1.65505952237088</c:v>
              </c:pt>
              <c:pt idx="161">
                <c:v>1.65505952237088</c:v>
              </c:pt>
              <c:pt idx="162">
                <c:v>1.65505952237088</c:v>
              </c:pt>
              <c:pt idx="163">
                <c:v>1.65505952237088</c:v>
              </c:pt>
              <c:pt idx="164">
                <c:v>1.65505952237088</c:v>
              </c:pt>
              <c:pt idx="165">
                <c:v>1.65505952237088</c:v>
              </c:pt>
              <c:pt idx="166">
                <c:v>1.65505952237088</c:v>
              </c:pt>
              <c:pt idx="167">
                <c:v>1.65505952237088</c:v>
              </c:pt>
              <c:pt idx="168">
                <c:v>1.65505952237088</c:v>
              </c:pt>
              <c:pt idx="169">
                <c:v>1.65505952237088</c:v>
              </c:pt>
              <c:pt idx="170">
                <c:v>1.65505952237088</c:v>
              </c:pt>
              <c:pt idx="171">
                <c:v>1.65505952237088</c:v>
              </c:pt>
              <c:pt idx="172">
                <c:v>1.65505952237088</c:v>
              </c:pt>
              <c:pt idx="173">
                <c:v>1.65505952237088</c:v>
              </c:pt>
              <c:pt idx="174">
                <c:v>1.65505952237088</c:v>
              </c:pt>
              <c:pt idx="175">
                <c:v>1.65505952237088</c:v>
              </c:pt>
              <c:pt idx="176">
                <c:v>1.65505952237088</c:v>
              </c:pt>
              <c:pt idx="177">
                <c:v>1.65505952237088</c:v>
              </c:pt>
              <c:pt idx="178">
                <c:v>1.65505952237088</c:v>
              </c:pt>
              <c:pt idx="179">
                <c:v>1.65505952237088</c:v>
              </c:pt>
              <c:pt idx="180">
                <c:v>1.65505952237088</c:v>
              </c:pt>
              <c:pt idx="181">
                <c:v>1.65505952237088</c:v>
              </c:pt>
              <c:pt idx="182">
                <c:v>1.65505952237088</c:v>
              </c:pt>
              <c:pt idx="183">
                <c:v>1.65505952237088</c:v>
              </c:pt>
              <c:pt idx="184">
                <c:v>1.65505952237088</c:v>
              </c:pt>
              <c:pt idx="185">
                <c:v>1.65505952237088</c:v>
              </c:pt>
              <c:pt idx="186">
                <c:v>1.65505952237088</c:v>
              </c:pt>
              <c:pt idx="187">
                <c:v>1.65505952237088</c:v>
              </c:pt>
              <c:pt idx="188">
                <c:v>1.65505952237088</c:v>
              </c:pt>
              <c:pt idx="189">
                <c:v>1.65505952237088</c:v>
              </c:pt>
              <c:pt idx="190">
                <c:v>1.65505952237088</c:v>
              </c:pt>
              <c:pt idx="191">
                <c:v>1.65505952237088</c:v>
              </c:pt>
              <c:pt idx="192">
                <c:v>1.65505952237088</c:v>
              </c:pt>
              <c:pt idx="193">
                <c:v>1.65505952237088</c:v>
              </c:pt>
              <c:pt idx="194">
                <c:v>1.65505952237088</c:v>
              </c:pt>
              <c:pt idx="195">
                <c:v>1.65505952237088</c:v>
              </c:pt>
              <c:pt idx="196">
                <c:v>1.65505952237088</c:v>
              </c:pt>
              <c:pt idx="197">
                <c:v>1.65505952237088</c:v>
              </c:pt>
              <c:pt idx="198">
                <c:v>1.65505952237088</c:v>
              </c:pt>
              <c:pt idx="199">
                <c:v>1.65505952237088</c:v>
              </c:pt>
              <c:pt idx="200">
                <c:v>1.65505952237088</c:v>
              </c:pt>
              <c:pt idx="201">
                <c:v>1.65505952237088</c:v>
              </c:pt>
              <c:pt idx="202">
                <c:v>1.65505952237088</c:v>
              </c:pt>
              <c:pt idx="203">
                <c:v>1.65505952237088</c:v>
              </c:pt>
              <c:pt idx="204">
                <c:v>1.65505952237088</c:v>
              </c:pt>
              <c:pt idx="205">
                <c:v>1.65505952237088</c:v>
              </c:pt>
              <c:pt idx="206">
                <c:v>1.65505952237088</c:v>
              </c:pt>
              <c:pt idx="207">
                <c:v>1.65505952237088</c:v>
              </c:pt>
              <c:pt idx="208">
                <c:v>1.65505952237088</c:v>
              </c:pt>
              <c:pt idx="209">
                <c:v>1.65505952237088</c:v>
              </c:pt>
              <c:pt idx="210">
                <c:v>1.65505952237088</c:v>
              </c:pt>
              <c:pt idx="211">
                <c:v>1.65505952237088</c:v>
              </c:pt>
              <c:pt idx="212">
                <c:v>1.65505952237088</c:v>
              </c:pt>
              <c:pt idx="213">
                <c:v>1.65505952237088</c:v>
              </c:pt>
              <c:pt idx="214">
                <c:v>1.65505952237088</c:v>
              </c:pt>
              <c:pt idx="215">
                <c:v>1.65505952237088</c:v>
              </c:pt>
              <c:pt idx="216">
                <c:v>1.65505952237088</c:v>
              </c:pt>
              <c:pt idx="217">
                <c:v>1.65505952237088</c:v>
              </c:pt>
              <c:pt idx="218">
                <c:v>1.65505952237088</c:v>
              </c:pt>
              <c:pt idx="219">
                <c:v>1.65505952237088</c:v>
              </c:pt>
              <c:pt idx="220">
                <c:v>1.65505952237088</c:v>
              </c:pt>
              <c:pt idx="221">
                <c:v>1.65505952237088</c:v>
              </c:pt>
              <c:pt idx="222">
                <c:v>1.65505952237088</c:v>
              </c:pt>
              <c:pt idx="223">
                <c:v>1.65505952237088</c:v>
              </c:pt>
              <c:pt idx="224">
                <c:v>1.65505952237088</c:v>
              </c:pt>
              <c:pt idx="225">
                <c:v>1.65505952237088</c:v>
              </c:pt>
              <c:pt idx="226">
                <c:v>1.65505952237088</c:v>
              </c:pt>
              <c:pt idx="227">
                <c:v>1.65505952237088</c:v>
              </c:pt>
              <c:pt idx="228">
                <c:v>1.65505952237088</c:v>
              </c:pt>
              <c:pt idx="229">
                <c:v>1.65505952237088</c:v>
              </c:pt>
              <c:pt idx="230">
                <c:v>1.65505952237088</c:v>
              </c:pt>
              <c:pt idx="231">
                <c:v>1.65505952237088</c:v>
              </c:pt>
              <c:pt idx="232">
                <c:v>1.65505952237088</c:v>
              </c:pt>
              <c:pt idx="233">
                <c:v>1.65505952237088</c:v>
              </c:pt>
              <c:pt idx="234">
                <c:v>1.65505952237088</c:v>
              </c:pt>
              <c:pt idx="235">
                <c:v>1.65505952237088</c:v>
              </c:pt>
              <c:pt idx="236">
                <c:v>1.65505952237088</c:v>
              </c:pt>
              <c:pt idx="237">
                <c:v>1.65505952237088</c:v>
              </c:pt>
              <c:pt idx="238">
                <c:v>1.65505952237088</c:v>
              </c:pt>
              <c:pt idx="239">
                <c:v>1.65505952237088</c:v>
              </c:pt>
              <c:pt idx="240">
                <c:v>1.65505952237088</c:v>
              </c:pt>
              <c:pt idx="241">
                <c:v>1.65505952237088</c:v>
              </c:pt>
              <c:pt idx="242">
                <c:v>1.65505952237088</c:v>
              </c:pt>
              <c:pt idx="243">
                <c:v>1.65505952237088</c:v>
              </c:pt>
              <c:pt idx="244">
                <c:v>1.65505952237088</c:v>
              </c:pt>
              <c:pt idx="245">
                <c:v>1.65505952237088</c:v>
              </c:pt>
              <c:pt idx="246">
                <c:v>1.65505952237088</c:v>
              </c:pt>
              <c:pt idx="247">
                <c:v>1.65505952237088</c:v>
              </c:pt>
              <c:pt idx="248">
                <c:v>1.65505952237088</c:v>
              </c:pt>
              <c:pt idx="249">
                <c:v>1.65505952237088</c:v>
              </c:pt>
              <c:pt idx="250">
                <c:v>1.65505952237088</c:v>
              </c:pt>
              <c:pt idx="251">
                <c:v>1.65505952237088</c:v>
              </c:pt>
              <c:pt idx="252">
                <c:v>1.65505952237088</c:v>
              </c:pt>
              <c:pt idx="253">
                <c:v>1.65505952237088</c:v>
              </c:pt>
              <c:pt idx="254">
                <c:v>1.65505952237088</c:v>
              </c:pt>
              <c:pt idx="255">
                <c:v>1.65505952237088</c:v>
              </c:pt>
              <c:pt idx="256">
                <c:v>1.65505952237088</c:v>
              </c:pt>
              <c:pt idx="257">
                <c:v>1.65505952237088</c:v>
              </c:pt>
              <c:pt idx="258">
                <c:v>1.65505952237088</c:v>
              </c:pt>
              <c:pt idx="259">
                <c:v>1.65505952237088</c:v>
              </c:pt>
              <c:pt idx="260">
                <c:v>1.65505952237088</c:v>
              </c:pt>
              <c:pt idx="261">
                <c:v>1.65505952237088</c:v>
              </c:pt>
              <c:pt idx="262">
                <c:v>1.65505952237088</c:v>
              </c:pt>
              <c:pt idx="263">
                <c:v>1.65505952237088</c:v>
              </c:pt>
              <c:pt idx="264">
                <c:v>1.65505952237088</c:v>
              </c:pt>
              <c:pt idx="265">
                <c:v>1.65505952237088</c:v>
              </c:pt>
              <c:pt idx="266">
                <c:v>1.65505952237088</c:v>
              </c:pt>
              <c:pt idx="267">
                <c:v>1.65505952237088</c:v>
              </c:pt>
              <c:pt idx="268">
                <c:v>1.65505952237088</c:v>
              </c:pt>
              <c:pt idx="269">
                <c:v>1.65505952237088</c:v>
              </c:pt>
              <c:pt idx="270">
                <c:v>1.65505952237088</c:v>
              </c:pt>
              <c:pt idx="271">
                <c:v>1.65505952237088</c:v>
              </c:pt>
              <c:pt idx="272">
                <c:v>1.65505952237088</c:v>
              </c:pt>
              <c:pt idx="273">
                <c:v>1.65505952237088</c:v>
              </c:pt>
              <c:pt idx="274">
                <c:v>1.65505952237088</c:v>
              </c:pt>
              <c:pt idx="275">
                <c:v>1.65505952237088</c:v>
              </c:pt>
              <c:pt idx="276">
                <c:v>1.65505952237088</c:v>
              </c:pt>
              <c:pt idx="277">
                <c:v>1.65505952237088</c:v>
              </c:pt>
              <c:pt idx="278">
                <c:v>1.65505952237088</c:v>
              </c:pt>
              <c:pt idx="279">
                <c:v>1.65505952237088</c:v>
              </c:pt>
              <c:pt idx="280">
                <c:v>1.65505952237088</c:v>
              </c:pt>
              <c:pt idx="281">
                <c:v>1.65505952237088</c:v>
              </c:pt>
              <c:pt idx="282">
                <c:v>1.65505952237088</c:v>
              </c:pt>
              <c:pt idx="283">
                <c:v>1.65505952237088</c:v>
              </c:pt>
              <c:pt idx="284">
                <c:v>1.65505952237088</c:v>
              </c:pt>
              <c:pt idx="285">
                <c:v>1.65505952237088</c:v>
              </c:pt>
              <c:pt idx="286">
                <c:v>1.65505952237088</c:v>
              </c:pt>
              <c:pt idx="287">
                <c:v>1.65505952237088</c:v>
              </c:pt>
              <c:pt idx="288">
                <c:v>1.65505952237088</c:v>
              </c:pt>
              <c:pt idx="289">
                <c:v>1.65505952237088</c:v>
              </c:pt>
              <c:pt idx="290">
                <c:v>1.65505952237088</c:v>
              </c:pt>
              <c:pt idx="291">
                <c:v>1.65505952237088</c:v>
              </c:pt>
              <c:pt idx="292">
                <c:v>1.65505952237088</c:v>
              </c:pt>
              <c:pt idx="293">
                <c:v>1.65505952237088</c:v>
              </c:pt>
              <c:pt idx="294">
                <c:v>1.65505952237088</c:v>
              </c:pt>
              <c:pt idx="295">
                <c:v>1.65505952237088</c:v>
              </c:pt>
              <c:pt idx="296">
                <c:v>1.65505952237088</c:v>
              </c:pt>
              <c:pt idx="297">
                <c:v>1.65505952237088</c:v>
              </c:pt>
              <c:pt idx="298">
                <c:v>1.65505952237088</c:v>
              </c:pt>
              <c:pt idx="299">
                <c:v>1.65505952237088</c:v>
              </c:pt>
              <c:pt idx="300">
                <c:v>1.65505952237088</c:v>
              </c:pt>
              <c:pt idx="301">
                <c:v>1.65505952237088</c:v>
              </c:pt>
              <c:pt idx="302">
                <c:v>1.65505952237088</c:v>
              </c:pt>
              <c:pt idx="303">
                <c:v>1.65505952237088</c:v>
              </c:pt>
              <c:pt idx="304">
                <c:v>1.65505952237088</c:v>
              </c:pt>
              <c:pt idx="305">
                <c:v>1.65505952237088</c:v>
              </c:pt>
              <c:pt idx="306">
                <c:v>1.65505952237088</c:v>
              </c:pt>
              <c:pt idx="307">
                <c:v>1.65505952237088</c:v>
              </c:pt>
              <c:pt idx="308">
                <c:v>1.65505952237088</c:v>
              </c:pt>
              <c:pt idx="309">
                <c:v>1.65505952237088</c:v>
              </c:pt>
              <c:pt idx="310">
                <c:v>1.65505952237088</c:v>
              </c:pt>
              <c:pt idx="311">
                <c:v>1.65505952237088</c:v>
              </c:pt>
              <c:pt idx="312">
                <c:v>1.65505952237088</c:v>
              </c:pt>
              <c:pt idx="313">
                <c:v>1.65505952237088</c:v>
              </c:pt>
              <c:pt idx="314">
                <c:v>1.65505952237088</c:v>
              </c:pt>
              <c:pt idx="315">
                <c:v>1.65505952237088</c:v>
              </c:pt>
              <c:pt idx="316">
                <c:v>1.65505952237088</c:v>
              </c:pt>
              <c:pt idx="317">
                <c:v>1.65505952237088</c:v>
              </c:pt>
              <c:pt idx="318">
                <c:v>1.65505952237088</c:v>
              </c:pt>
              <c:pt idx="319">
                <c:v>1.65505952237088</c:v>
              </c:pt>
              <c:pt idx="320">
                <c:v>1.65505952237088</c:v>
              </c:pt>
              <c:pt idx="321">
                <c:v>1.65505952237088</c:v>
              </c:pt>
              <c:pt idx="322">
                <c:v>1.65505952237088</c:v>
              </c:pt>
              <c:pt idx="323">
                <c:v>1.65505952237088</c:v>
              </c:pt>
              <c:pt idx="324">
                <c:v>1.65505952237088</c:v>
              </c:pt>
              <c:pt idx="325">
                <c:v>1.65505952237088</c:v>
              </c:pt>
              <c:pt idx="326">
                <c:v>1.65505952237088</c:v>
              </c:pt>
              <c:pt idx="327">
                <c:v>1.65505952237088</c:v>
              </c:pt>
              <c:pt idx="328">
                <c:v>1.65505952237088</c:v>
              </c:pt>
              <c:pt idx="329">
                <c:v>1.65505952237088</c:v>
              </c:pt>
              <c:pt idx="330">
                <c:v>1.65505952237088</c:v>
              </c:pt>
              <c:pt idx="331">
                <c:v>1.65505952237088</c:v>
              </c:pt>
              <c:pt idx="332">
                <c:v>1.65505952237088</c:v>
              </c:pt>
              <c:pt idx="333">
                <c:v>1.65505952237088</c:v>
              </c:pt>
              <c:pt idx="334">
                <c:v>1.65505952237088</c:v>
              </c:pt>
              <c:pt idx="335">
                <c:v>1.65505952237088</c:v>
              </c:pt>
              <c:pt idx="336">
                <c:v>1.65505952237088</c:v>
              </c:pt>
              <c:pt idx="337">
                <c:v>1.65505952237088</c:v>
              </c:pt>
              <c:pt idx="338">
                <c:v>1.65505952237088</c:v>
              </c:pt>
              <c:pt idx="339">
                <c:v>1.65505952237088</c:v>
              </c:pt>
              <c:pt idx="340">
                <c:v>1.65505952237088</c:v>
              </c:pt>
              <c:pt idx="341">
                <c:v>1.65505952237088</c:v>
              </c:pt>
              <c:pt idx="342">
                <c:v>1.65505952237088</c:v>
              </c:pt>
              <c:pt idx="343">
                <c:v>1.65505952237088</c:v>
              </c:pt>
              <c:pt idx="344">
                <c:v>1.65505952237088</c:v>
              </c:pt>
              <c:pt idx="345">
                <c:v>1.65505952237088</c:v>
              </c:pt>
              <c:pt idx="346">
                <c:v>1.65505952237088</c:v>
              </c:pt>
              <c:pt idx="347">
                <c:v>1.65505952237088</c:v>
              </c:pt>
              <c:pt idx="348">
                <c:v>1.65505952237088</c:v>
              </c:pt>
              <c:pt idx="349">
                <c:v>1.65505952237088</c:v>
              </c:pt>
              <c:pt idx="350">
                <c:v>1.65505952237088</c:v>
              </c:pt>
              <c:pt idx="351">
                <c:v>1.65505952237088</c:v>
              </c:pt>
              <c:pt idx="352">
                <c:v>1.65505952237088</c:v>
              </c:pt>
              <c:pt idx="353">
                <c:v>1.65505952237088</c:v>
              </c:pt>
              <c:pt idx="354">
                <c:v>1.65505952237088</c:v>
              </c:pt>
              <c:pt idx="355">
                <c:v>1.65505952237088</c:v>
              </c:pt>
              <c:pt idx="356">
                <c:v>1.65505952237088</c:v>
              </c:pt>
              <c:pt idx="357">
                <c:v>1.65505952237088</c:v>
              </c:pt>
              <c:pt idx="358">
                <c:v>1.65505952237088</c:v>
              </c:pt>
              <c:pt idx="359">
                <c:v>1.65505952237088</c:v>
              </c:pt>
              <c:pt idx="360">
                <c:v>1.65505952237088</c:v>
              </c:pt>
              <c:pt idx="361">
                <c:v>1.65505952237088</c:v>
              </c:pt>
              <c:pt idx="362">
                <c:v>1.65505952237088</c:v>
              </c:pt>
              <c:pt idx="363">
                <c:v>1.65505952237088</c:v>
              </c:pt>
              <c:pt idx="364">
                <c:v>1.65505952237088</c:v>
              </c:pt>
              <c:pt idx="365">
                <c:v>1.65505952237088</c:v>
              </c:pt>
              <c:pt idx="366">
                <c:v>1.65505952237088</c:v>
              </c:pt>
              <c:pt idx="367">
                <c:v>1.65505952237088</c:v>
              </c:pt>
              <c:pt idx="368">
                <c:v>1.65505952237088</c:v>
              </c:pt>
              <c:pt idx="369">
                <c:v>1.65505952237088</c:v>
              </c:pt>
              <c:pt idx="370">
                <c:v>1.65505952237088</c:v>
              </c:pt>
              <c:pt idx="371">
                <c:v>1.65505952237088</c:v>
              </c:pt>
              <c:pt idx="372">
                <c:v>1.65505952237088</c:v>
              </c:pt>
              <c:pt idx="373">
                <c:v>1.65505952237088</c:v>
              </c:pt>
              <c:pt idx="374">
                <c:v>1.65505952237088</c:v>
              </c:pt>
              <c:pt idx="375">
                <c:v>1.65505952237088</c:v>
              </c:pt>
              <c:pt idx="376">
                <c:v>1.65505952237088</c:v>
              </c:pt>
              <c:pt idx="377">
                <c:v>1.65505952237088</c:v>
              </c:pt>
              <c:pt idx="378">
                <c:v>1.65505952237088</c:v>
              </c:pt>
              <c:pt idx="379">
                <c:v>1.65505952237088</c:v>
              </c:pt>
              <c:pt idx="380">
                <c:v>1.65505952237088</c:v>
              </c:pt>
              <c:pt idx="381">
                <c:v>1.65505952237088</c:v>
              </c:pt>
              <c:pt idx="382">
                <c:v>1.65505952237088</c:v>
              </c:pt>
              <c:pt idx="383">
                <c:v>1.65505952237088</c:v>
              </c:pt>
              <c:pt idx="384">
                <c:v>1.65505952237088</c:v>
              </c:pt>
              <c:pt idx="385">
                <c:v>1.65505952237088</c:v>
              </c:pt>
              <c:pt idx="386">
                <c:v>1.65505952237088</c:v>
              </c:pt>
              <c:pt idx="387">
                <c:v>1.65505952237088</c:v>
              </c:pt>
              <c:pt idx="388">
                <c:v>1.65505952237088</c:v>
              </c:pt>
              <c:pt idx="389">
                <c:v>1.65505952237088</c:v>
              </c:pt>
              <c:pt idx="390">
                <c:v>1.65505952237088</c:v>
              </c:pt>
              <c:pt idx="391">
                <c:v>1.65505952237088</c:v>
              </c:pt>
              <c:pt idx="392">
                <c:v>1.65505952237088</c:v>
              </c:pt>
              <c:pt idx="393">
                <c:v>1.65505952237088</c:v>
              </c:pt>
              <c:pt idx="394">
                <c:v>1.65505952237088</c:v>
              </c:pt>
              <c:pt idx="395">
                <c:v>1.65505952237088</c:v>
              </c:pt>
              <c:pt idx="396">
                <c:v>1.65505952237088</c:v>
              </c:pt>
              <c:pt idx="397">
                <c:v>1.65505952237088</c:v>
              </c:pt>
              <c:pt idx="398">
                <c:v>1.65505952237088</c:v>
              </c:pt>
              <c:pt idx="399">
                <c:v>1.65505952237088</c:v>
              </c:pt>
              <c:pt idx="400">
                <c:v>1.65505952237088</c:v>
              </c:pt>
              <c:pt idx="401">
                <c:v>1.65505952237088</c:v>
              </c:pt>
              <c:pt idx="402">
                <c:v>1.65505952237088</c:v>
              </c:pt>
              <c:pt idx="403">
                <c:v>1.65505952237088</c:v>
              </c:pt>
              <c:pt idx="404">
                <c:v>1.65505952237088</c:v>
              </c:pt>
              <c:pt idx="405">
                <c:v>1.65505952237088</c:v>
              </c:pt>
              <c:pt idx="406">
                <c:v>1.65505952237088</c:v>
              </c:pt>
              <c:pt idx="407">
                <c:v>1.65505952237088</c:v>
              </c:pt>
              <c:pt idx="408">
                <c:v>1.65505952237088</c:v>
              </c:pt>
              <c:pt idx="409">
                <c:v>1.65505952237088</c:v>
              </c:pt>
              <c:pt idx="410">
                <c:v>1.65505952237088</c:v>
              </c:pt>
              <c:pt idx="411">
                <c:v>1.65505952237088</c:v>
              </c:pt>
              <c:pt idx="412">
                <c:v>1.65505952237088</c:v>
              </c:pt>
              <c:pt idx="413">
                <c:v>1.65505952237088</c:v>
              </c:pt>
              <c:pt idx="414">
                <c:v>1.65505952237088</c:v>
              </c:pt>
              <c:pt idx="415">
                <c:v>1.65505952237088</c:v>
              </c:pt>
              <c:pt idx="416">
                <c:v>1.65505952237088</c:v>
              </c:pt>
              <c:pt idx="417">
                <c:v>1.65505952237088</c:v>
              </c:pt>
              <c:pt idx="418">
                <c:v>1.65505952237088</c:v>
              </c:pt>
              <c:pt idx="419">
                <c:v>1.65505952237088</c:v>
              </c:pt>
              <c:pt idx="420">
                <c:v>1.65505952237088</c:v>
              </c:pt>
              <c:pt idx="421">
                <c:v>1.65505952237088</c:v>
              </c:pt>
              <c:pt idx="422">
                <c:v>1.65505952237088</c:v>
              </c:pt>
              <c:pt idx="423">
                <c:v>1.65505952237088</c:v>
              </c:pt>
              <c:pt idx="424">
                <c:v>1.65505952237088</c:v>
              </c:pt>
              <c:pt idx="425">
                <c:v>1.65505952237088</c:v>
              </c:pt>
              <c:pt idx="426">
                <c:v>1.65505952237088</c:v>
              </c:pt>
              <c:pt idx="427">
                <c:v>1.65505952237088</c:v>
              </c:pt>
              <c:pt idx="428">
                <c:v>1.65505952237088</c:v>
              </c:pt>
              <c:pt idx="429">
                <c:v>1.65505952237088</c:v>
              </c:pt>
              <c:pt idx="430">
                <c:v>1.65505952237088</c:v>
              </c:pt>
              <c:pt idx="431">
                <c:v>1.65505952237088</c:v>
              </c:pt>
              <c:pt idx="432">
                <c:v>1.65505952237088</c:v>
              </c:pt>
              <c:pt idx="433">
                <c:v>1.65505952237088</c:v>
              </c:pt>
              <c:pt idx="434">
                <c:v>1.65505952237088</c:v>
              </c:pt>
              <c:pt idx="435">
                <c:v>1.65505952237088</c:v>
              </c:pt>
              <c:pt idx="436">
                <c:v>1.65505952237088</c:v>
              </c:pt>
              <c:pt idx="437">
                <c:v>1.65505952237088</c:v>
              </c:pt>
              <c:pt idx="438">
                <c:v>1.65505952237088</c:v>
              </c:pt>
              <c:pt idx="439">
                <c:v>1.65505952237088</c:v>
              </c:pt>
              <c:pt idx="440">
                <c:v>1.65505952237088</c:v>
              </c:pt>
              <c:pt idx="441">
                <c:v>1.65505952237088</c:v>
              </c:pt>
              <c:pt idx="442">
                <c:v>1.65505952237088</c:v>
              </c:pt>
              <c:pt idx="443">
                <c:v>1.65505952237088</c:v>
              </c:pt>
              <c:pt idx="444">
                <c:v>1.65505952237088</c:v>
              </c:pt>
              <c:pt idx="445">
                <c:v>1.65505952237088</c:v>
              </c:pt>
              <c:pt idx="446">
                <c:v>1.65505952237088</c:v>
              </c:pt>
              <c:pt idx="447">
                <c:v>1.65505952237088</c:v>
              </c:pt>
            </c:numLit>
          </c:xVal>
          <c:yVal>
            <c:numLit>
              <c:formatCode>0.0</c:formatCode>
              <c:ptCount val="448"/>
              <c:pt idx="0">
                <c:v>3.006659157404723</c:v>
              </c:pt>
              <c:pt idx="1">
                <c:v>3.006659157404723</c:v>
              </c:pt>
              <c:pt idx="2">
                <c:v>3.006659157404723</c:v>
              </c:pt>
              <c:pt idx="3">
                <c:v>3.006659157404723</c:v>
              </c:pt>
              <c:pt idx="4">
                <c:v>3.006659157404723</c:v>
              </c:pt>
              <c:pt idx="5">
                <c:v>3.006659157404723</c:v>
              </c:pt>
              <c:pt idx="6">
                <c:v>3.006659157404723</c:v>
              </c:pt>
              <c:pt idx="7">
                <c:v>3.006659157404723</c:v>
              </c:pt>
              <c:pt idx="8">
                <c:v>3.006659157404723</c:v>
              </c:pt>
              <c:pt idx="9">
                <c:v>3.006659157404723</c:v>
              </c:pt>
              <c:pt idx="10">
                <c:v>3.006659157404723</c:v>
              </c:pt>
              <c:pt idx="11">
                <c:v>3.006659157404723</c:v>
              </c:pt>
              <c:pt idx="12">
                <c:v>3.006659157404723</c:v>
              </c:pt>
              <c:pt idx="13">
                <c:v>3.006659157404723</c:v>
              </c:pt>
              <c:pt idx="14">
                <c:v>3.006659157404723</c:v>
              </c:pt>
              <c:pt idx="15">
                <c:v>3.006659157404723</c:v>
              </c:pt>
              <c:pt idx="16">
                <c:v>3.006659157404723</c:v>
              </c:pt>
              <c:pt idx="17">
                <c:v>3.006659157404723</c:v>
              </c:pt>
              <c:pt idx="18">
                <c:v>3.006659157404723</c:v>
              </c:pt>
              <c:pt idx="19">
                <c:v>3.006659157404723</c:v>
              </c:pt>
              <c:pt idx="20">
                <c:v>3.006659157404723</c:v>
              </c:pt>
              <c:pt idx="21">
                <c:v>3.006659157404723</c:v>
              </c:pt>
              <c:pt idx="22">
                <c:v>3.006659157404723</c:v>
              </c:pt>
              <c:pt idx="23">
                <c:v>3.006659157404723</c:v>
              </c:pt>
              <c:pt idx="24">
                <c:v>3.006659157404723</c:v>
              </c:pt>
              <c:pt idx="25">
                <c:v>3.006659157404723</c:v>
              </c:pt>
              <c:pt idx="26">
                <c:v>3.006659157404723</c:v>
              </c:pt>
              <c:pt idx="27">
                <c:v>3.006659157404723</c:v>
              </c:pt>
              <c:pt idx="28">
                <c:v>3.006659157404723</c:v>
              </c:pt>
              <c:pt idx="29">
                <c:v>3.006659157404723</c:v>
              </c:pt>
              <c:pt idx="30">
                <c:v>3.006659157404723</c:v>
              </c:pt>
              <c:pt idx="31">
                <c:v>3.006659157404723</c:v>
              </c:pt>
              <c:pt idx="32">
                <c:v>3.006659157404723</c:v>
              </c:pt>
              <c:pt idx="33">
                <c:v>3.006659157404723</c:v>
              </c:pt>
              <c:pt idx="34">
                <c:v>3.006659157404723</c:v>
              </c:pt>
              <c:pt idx="35">
                <c:v>3.006659157404723</c:v>
              </c:pt>
              <c:pt idx="36">
                <c:v>3.006659157404723</c:v>
              </c:pt>
              <c:pt idx="37">
                <c:v>3.006659157404723</c:v>
              </c:pt>
              <c:pt idx="38">
                <c:v>3.006659157404723</c:v>
              </c:pt>
              <c:pt idx="39">
                <c:v>3.006659157404723</c:v>
              </c:pt>
              <c:pt idx="40">
                <c:v>3.006659157404723</c:v>
              </c:pt>
              <c:pt idx="41">
                <c:v>3.006659157404723</c:v>
              </c:pt>
              <c:pt idx="42">
                <c:v>3.006659157404723</c:v>
              </c:pt>
              <c:pt idx="43">
                <c:v>3.006659157404723</c:v>
              </c:pt>
              <c:pt idx="44">
                <c:v>3.006659157404723</c:v>
              </c:pt>
              <c:pt idx="45">
                <c:v>3.006659157404723</c:v>
              </c:pt>
              <c:pt idx="46">
                <c:v>3.006659157404723</c:v>
              </c:pt>
              <c:pt idx="47">
                <c:v>3.006659157404723</c:v>
              </c:pt>
              <c:pt idx="48">
                <c:v>3.006659157404723</c:v>
              </c:pt>
              <c:pt idx="49">
                <c:v>3.006659157404723</c:v>
              </c:pt>
              <c:pt idx="50">
                <c:v>3.006659157404723</c:v>
              </c:pt>
              <c:pt idx="51">
                <c:v>3.006659157404723</c:v>
              </c:pt>
              <c:pt idx="52">
                <c:v>3.006659157404723</c:v>
              </c:pt>
              <c:pt idx="53">
                <c:v>3.006659157404723</c:v>
              </c:pt>
              <c:pt idx="54">
                <c:v>3.006659157404723</c:v>
              </c:pt>
              <c:pt idx="55">
                <c:v>3.006659157404723</c:v>
              </c:pt>
              <c:pt idx="56">
                <c:v>3.006659157404723</c:v>
              </c:pt>
              <c:pt idx="57">
                <c:v>3.006659157404723</c:v>
              </c:pt>
              <c:pt idx="58">
                <c:v>3.006659157404723</c:v>
              </c:pt>
              <c:pt idx="59">
                <c:v>3.006659157404723</c:v>
              </c:pt>
              <c:pt idx="60">
                <c:v>3.006659157404723</c:v>
              </c:pt>
              <c:pt idx="61">
                <c:v>3.006659157404723</c:v>
              </c:pt>
              <c:pt idx="62">
                <c:v>3.006659157404723</c:v>
              </c:pt>
              <c:pt idx="63">
                <c:v>3.006659157404723</c:v>
              </c:pt>
              <c:pt idx="64">
                <c:v>3.006659157404723</c:v>
              </c:pt>
              <c:pt idx="65">
                <c:v>3.006659157404723</c:v>
              </c:pt>
              <c:pt idx="66">
                <c:v>3.006659157404723</c:v>
              </c:pt>
              <c:pt idx="67">
                <c:v>3.006659157404723</c:v>
              </c:pt>
              <c:pt idx="68">
                <c:v>3.006659157404723</c:v>
              </c:pt>
              <c:pt idx="69">
                <c:v>3.006659157404723</c:v>
              </c:pt>
              <c:pt idx="70">
                <c:v>3.006659157404723</c:v>
              </c:pt>
              <c:pt idx="71">
                <c:v>3.006659157404723</c:v>
              </c:pt>
              <c:pt idx="72">
                <c:v>3.006659157404723</c:v>
              </c:pt>
              <c:pt idx="73">
                <c:v>3.006659157404723</c:v>
              </c:pt>
              <c:pt idx="74">
                <c:v>3.006659157404723</c:v>
              </c:pt>
              <c:pt idx="75">
                <c:v>3.006659157404723</c:v>
              </c:pt>
              <c:pt idx="76">
                <c:v>3.006659157404723</c:v>
              </c:pt>
              <c:pt idx="77">
                <c:v>3.006659157404723</c:v>
              </c:pt>
              <c:pt idx="78">
                <c:v>3.006659157404723</c:v>
              </c:pt>
              <c:pt idx="79">
                <c:v>3.006659157404723</c:v>
              </c:pt>
              <c:pt idx="80">
                <c:v>3.006659157404723</c:v>
              </c:pt>
              <c:pt idx="81">
                <c:v>3.006659157404723</c:v>
              </c:pt>
              <c:pt idx="82">
                <c:v>3.006659157404723</c:v>
              </c:pt>
              <c:pt idx="83">
                <c:v>3.006659157404723</c:v>
              </c:pt>
              <c:pt idx="84">
                <c:v>3.006659157404723</c:v>
              </c:pt>
              <c:pt idx="85">
                <c:v>3.006659157404723</c:v>
              </c:pt>
              <c:pt idx="86">
                <c:v>3.006659157404723</c:v>
              </c:pt>
              <c:pt idx="87">
                <c:v>3.006659157404723</c:v>
              </c:pt>
              <c:pt idx="88">
                <c:v>3.006659157404723</c:v>
              </c:pt>
              <c:pt idx="89">
                <c:v>3.006659157404723</c:v>
              </c:pt>
              <c:pt idx="90">
                <c:v>3.006659157404723</c:v>
              </c:pt>
              <c:pt idx="91">
                <c:v>3.006659157404723</c:v>
              </c:pt>
              <c:pt idx="92">
                <c:v>3.006659157404723</c:v>
              </c:pt>
              <c:pt idx="93">
                <c:v>3.006659157404723</c:v>
              </c:pt>
              <c:pt idx="94">
                <c:v>3.006659157404723</c:v>
              </c:pt>
              <c:pt idx="95">
                <c:v>3.006659157404723</c:v>
              </c:pt>
              <c:pt idx="96">
                <c:v>3.006659157404723</c:v>
              </c:pt>
              <c:pt idx="97">
                <c:v>3.006659157404723</c:v>
              </c:pt>
              <c:pt idx="98">
                <c:v>3.006659157404723</c:v>
              </c:pt>
              <c:pt idx="99">
                <c:v>3.006659157404723</c:v>
              </c:pt>
              <c:pt idx="100">
                <c:v>3.006659157404723</c:v>
              </c:pt>
              <c:pt idx="101">
                <c:v>3.006659157404723</c:v>
              </c:pt>
              <c:pt idx="102">
                <c:v>3.006659157404723</c:v>
              </c:pt>
              <c:pt idx="103">
                <c:v>3.006659157404723</c:v>
              </c:pt>
              <c:pt idx="104">
                <c:v>3.006659157404723</c:v>
              </c:pt>
              <c:pt idx="105">
                <c:v>3.006659157404723</c:v>
              </c:pt>
              <c:pt idx="106">
                <c:v>3.006659157404723</c:v>
              </c:pt>
              <c:pt idx="107">
                <c:v>3.006659157404723</c:v>
              </c:pt>
              <c:pt idx="108">
                <c:v>3.006659157404723</c:v>
              </c:pt>
              <c:pt idx="109">
                <c:v>3.006659157404723</c:v>
              </c:pt>
              <c:pt idx="110">
                <c:v>3.006659157404723</c:v>
              </c:pt>
              <c:pt idx="111">
                <c:v>3.006659157404723</c:v>
              </c:pt>
              <c:pt idx="112">
                <c:v>3.006659157404723</c:v>
              </c:pt>
              <c:pt idx="113">
                <c:v>3.006659157404723</c:v>
              </c:pt>
              <c:pt idx="114">
                <c:v>3.006659157404723</c:v>
              </c:pt>
              <c:pt idx="115">
                <c:v>3.006659157404723</c:v>
              </c:pt>
              <c:pt idx="116">
                <c:v>3.006659157404723</c:v>
              </c:pt>
              <c:pt idx="117">
                <c:v>3.006659157404723</c:v>
              </c:pt>
              <c:pt idx="118">
                <c:v>3.006659157404723</c:v>
              </c:pt>
              <c:pt idx="119">
                <c:v>3.006659157404723</c:v>
              </c:pt>
              <c:pt idx="120">
                <c:v>3.006659157404723</c:v>
              </c:pt>
              <c:pt idx="121">
                <c:v>3.006659157404723</c:v>
              </c:pt>
              <c:pt idx="122">
                <c:v>3.006659157404723</c:v>
              </c:pt>
              <c:pt idx="123">
                <c:v>3.006659157404723</c:v>
              </c:pt>
              <c:pt idx="124">
                <c:v>3.006659157404723</c:v>
              </c:pt>
              <c:pt idx="125">
                <c:v>3.006659157404723</c:v>
              </c:pt>
              <c:pt idx="126">
                <c:v>3.006659157404723</c:v>
              </c:pt>
              <c:pt idx="127">
                <c:v>3.006659157404723</c:v>
              </c:pt>
              <c:pt idx="128">
                <c:v>3.006659157404723</c:v>
              </c:pt>
              <c:pt idx="129">
                <c:v>3.006659157404723</c:v>
              </c:pt>
              <c:pt idx="130">
                <c:v>3.006659157404723</c:v>
              </c:pt>
              <c:pt idx="131">
                <c:v>3.006659157404723</c:v>
              </c:pt>
              <c:pt idx="132">
                <c:v>3.006659157404723</c:v>
              </c:pt>
              <c:pt idx="133">
                <c:v>3.006659157404723</c:v>
              </c:pt>
              <c:pt idx="134">
                <c:v>3.006659157404723</c:v>
              </c:pt>
              <c:pt idx="135">
                <c:v>3.006659157404723</c:v>
              </c:pt>
              <c:pt idx="136">
                <c:v>3.006659157404723</c:v>
              </c:pt>
              <c:pt idx="137">
                <c:v>3.006659157404723</c:v>
              </c:pt>
              <c:pt idx="138">
                <c:v>3.006659157404723</c:v>
              </c:pt>
              <c:pt idx="139">
                <c:v>3.006659157404723</c:v>
              </c:pt>
              <c:pt idx="140">
                <c:v>3.006659157404723</c:v>
              </c:pt>
              <c:pt idx="141">
                <c:v>3.006659157404723</c:v>
              </c:pt>
              <c:pt idx="142">
                <c:v>3.006659157404723</c:v>
              </c:pt>
              <c:pt idx="143">
                <c:v>3.006659157404723</c:v>
              </c:pt>
              <c:pt idx="144">
                <c:v>3.006659157404723</c:v>
              </c:pt>
              <c:pt idx="145">
                <c:v>3.006659157404723</c:v>
              </c:pt>
              <c:pt idx="146">
                <c:v>3.006659157404723</c:v>
              </c:pt>
              <c:pt idx="147">
                <c:v>3.006659157404723</c:v>
              </c:pt>
              <c:pt idx="148">
                <c:v>3.006659157404723</c:v>
              </c:pt>
              <c:pt idx="149">
                <c:v>3.006659157404723</c:v>
              </c:pt>
              <c:pt idx="150">
                <c:v>3.006659157404723</c:v>
              </c:pt>
              <c:pt idx="151">
                <c:v>3.006659157404723</c:v>
              </c:pt>
              <c:pt idx="152">
                <c:v>3.006659157404723</c:v>
              </c:pt>
              <c:pt idx="153">
                <c:v>3.006659157404723</c:v>
              </c:pt>
              <c:pt idx="154">
                <c:v>3.006659157404723</c:v>
              </c:pt>
              <c:pt idx="155">
                <c:v>3.006659157404723</c:v>
              </c:pt>
              <c:pt idx="156">
                <c:v>3.006659157404723</c:v>
              </c:pt>
              <c:pt idx="157">
                <c:v>3.006659157404723</c:v>
              </c:pt>
              <c:pt idx="158">
                <c:v>3.006659157404723</c:v>
              </c:pt>
              <c:pt idx="159">
                <c:v>3.006659157404723</c:v>
              </c:pt>
              <c:pt idx="160">
                <c:v>3.006659157404723</c:v>
              </c:pt>
              <c:pt idx="161">
                <c:v>3.006659157404723</c:v>
              </c:pt>
              <c:pt idx="162">
                <c:v>3.006659157404723</c:v>
              </c:pt>
              <c:pt idx="163">
                <c:v>3.006659157404723</c:v>
              </c:pt>
              <c:pt idx="164">
                <c:v>3.006659157404723</c:v>
              </c:pt>
              <c:pt idx="165">
                <c:v>3.006659157404723</c:v>
              </c:pt>
              <c:pt idx="166">
                <c:v>3.006659157404723</c:v>
              </c:pt>
              <c:pt idx="167">
                <c:v>3.006659157404723</c:v>
              </c:pt>
              <c:pt idx="168">
                <c:v>3.006659157404723</c:v>
              </c:pt>
              <c:pt idx="169">
                <c:v>3.006659157404723</c:v>
              </c:pt>
              <c:pt idx="170">
                <c:v>3.006659157404723</c:v>
              </c:pt>
              <c:pt idx="171">
                <c:v>3.006659157404723</c:v>
              </c:pt>
              <c:pt idx="172">
                <c:v>3.006659157404723</c:v>
              </c:pt>
              <c:pt idx="173">
                <c:v>3.006659157404723</c:v>
              </c:pt>
              <c:pt idx="174">
                <c:v>3.006659157404723</c:v>
              </c:pt>
              <c:pt idx="175">
                <c:v>3.006659157404723</c:v>
              </c:pt>
              <c:pt idx="176">
                <c:v>3.006659157404723</c:v>
              </c:pt>
              <c:pt idx="177">
                <c:v>3.006659157404723</c:v>
              </c:pt>
              <c:pt idx="178">
                <c:v>3.006659157404723</c:v>
              </c:pt>
              <c:pt idx="179">
                <c:v>3.006659157404723</c:v>
              </c:pt>
              <c:pt idx="180">
                <c:v>3.006659157404723</c:v>
              </c:pt>
              <c:pt idx="181">
                <c:v>3.006659157404723</c:v>
              </c:pt>
              <c:pt idx="182">
                <c:v>3.006659157404723</c:v>
              </c:pt>
              <c:pt idx="183">
                <c:v>3.006659157404723</c:v>
              </c:pt>
              <c:pt idx="184">
                <c:v>3.006659157404723</c:v>
              </c:pt>
              <c:pt idx="185">
                <c:v>3.006659157404723</c:v>
              </c:pt>
              <c:pt idx="186">
                <c:v>3.006659157404723</c:v>
              </c:pt>
              <c:pt idx="187">
                <c:v>3.006659157404723</c:v>
              </c:pt>
              <c:pt idx="188">
                <c:v>3.006659157404723</c:v>
              </c:pt>
              <c:pt idx="189">
                <c:v>3.006659157404723</c:v>
              </c:pt>
              <c:pt idx="190">
                <c:v>3.006659157404723</c:v>
              </c:pt>
              <c:pt idx="191">
                <c:v>3.006659157404723</c:v>
              </c:pt>
              <c:pt idx="192">
                <c:v>3.006659157404723</c:v>
              </c:pt>
              <c:pt idx="193">
                <c:v>3.006659157404723</c:v>
              </c:pt>
              <c:pt idx="194">
                <c:v>3.006659157404723</c:v>
              </c:pt>
              <c:pt idx="195">
                <c:v>3.006659157404723</c:v>
              </c:pt>
              <c:pt idx="196">
                <c:v>3.006659157404723</c:v>
              </c:pt>
              <c:pt idx="197">
                <c:v>3.006659157404723</c:v>
              </c:pt>
              <c:pt idx="198">
                <c:v>3.006659157404723</c:v>
              </c:pt>
              <c:pt idx="199">
                <c:v>3.006659157404723</c:v>
              </c:pt>
              <c:pt idx="200">
                <c:v>3.006659157404723</c:v>
              </c:pt>
              <c:pt idx="201">
                <c:v>3.006659157404723</c:v>
              </c:pt>
              <c:pt idx="202">
                <c:v>3.006659157404723</c:v>
              </c:pt>
              <c:pt idx="203">
                <c:v>3.006659157404723</c:v>
              </c:pt>
              <c:pt idx="204">
                <c:v>3.006659157404723</c:v>
              </c:pt>
              <c:pt idx="205">
                <c:v>3.006659157404723</c:v>
              </c:pt>
              <c:pt idx="206">
                <c:v>3.006659157404723</c:v>
              </c:pt>
              <c:pt idx="207">
                <c:v>3.006659157404723</c:v>
              </c:pt>
              <c:pt idx="208">
                <c:v>3.006659157404723</c:v>
              </c:pt>
              <c:pt idx="209">
                <c:v>3.006659157404723</c:v>
              </c:pt>
              <c:pt idx="210">
                <c:v>3.006659157404723</c:v>
              </c:pt>
              <c:pt idx="211">
                <c:v>3.006659157404723</c:v>
              </c:pt>
              <c:pt idx="212">
                <c:v>3.006659157404723</c:v>
              </c:pt>
              <c:pt idx="213">
                <c:v>3.006659157404723</c:v>
              </c:pt>
              <c:pt idx="214">
                <c:v>3.006659157404723</c:v>
              </c:pt>
              <c:pt idx="215">
                <c:v>3.006659157404723</c:v>
              </c:pt>
              <c:pt idx="216">
                <c:v>3.006659157404723</c:v>
              </c:pt>
              <c:pt idx="217">
                <c:v>3.006659157404723</c:v>
              </c:pt>
              <c:pt idx="218">
                <c:v>3.006659157404723</c:v>
              </c:pt>
              <c:pt idx="219">
                <c:v>3.006659157404723</c:v>
              </c:pt>
              <c:pt idx="220">
                <c:v>3.006659157404723</c:v>
              </c:pt>
              <c:pt idx="221">
                <c:v>3.006659157404723</c:v>
              </c:pt>
              <c:pt idx="222">
                <c:v>3.006659157404723</c:v>
              </c:pt>
              <c:pt idx="223">
                <c:v>3.006659157404723</c:v>
              </c:pt>
              <c:pt idx="224">
                <c:v>3.006659157404723</c:v>
              </c:pt>
              <c:pt idx="225">
                <c:v>3.006659157404723</c:v>
              </c:pt>
              <c:pt idx="226">
                <c:v>3.006659157404723</c:v>
              </c:pt>
              <c:pt idx="227">
                <c:v>3.006659157404723</c:v>
              </c:pt>
              <c:pt idx="228">
                <c:v>3.006659157404723</c:v>
              </c:pt>
              <c:pt idx="229">
                <c:v>3.006659157404723</c:v>
              </c:pt>
              <c:pt idx="230">
                <c:v>3.006659157404723</c:v>
              </c:pt>
              <c:pt idx="231">
                <c:v>3.006659157404723</c:v>
              </c:pt>
              <c:pt idx="232">
                <c:v>3.006659157404723</c:v>
              </c:pt>
              <c:pt idx="233">
                <c:v>3.006659157404723</c:v>
              </c:pt>
              <c:pt idx="234">
                <c:v>3.006659157404723</c:v>
              </c:pt>
              <c:pt idx="235">
                <c:v>3.006659157404723</c:v>
              </c:pt>
              <c:pt idx="236">
                <c:v>3.006659157404723</c:v>
              </c:pt>
              <c:pt idx="237">
                <c:v>3.006659157404723</c:v>
              </c:pt>
              <c:pt idx="238">
                <c:v>3.006659157404723</c:v>
              </c:pt>
              <c:pt idx="239">
                <c:v>3.006659157404723</c:v>
              </c:pt>
              <c:pt idx="240">
                <c:v>3.006659157404723</c:v>
              </c:pt>
              <c:pt idx="241">
                <c:v>3.006659157404723</c:v>
              </c:pt>
              <c:pt idx="242">
                <c:v>3.006659157404723</c:v>
              </c:pt>
              <c:pt idx="243">
                <c:v>3.006659157404723</c:v>
              </c:pt>
              <c:pt idx="244">
                <c:v>3.006659157404723</c:v>
              </c:pt>
              <c:pt idx="245">
                <c:v>3.006659157404723</c:v>
              </c:pt>
              <c:pt idx="246">
                <c:v>3.006659157404723</c:v>
              </c:pt>
              <c:pt idx="247">
                <c:v>3.006659157404723</c:v>
              </c:pt>
              <c:pt idx="248">
                <c:v>3.006659157404723</c:v>
              </c:pt>
              <c:pt idx="249">
                <c:v>3.006659157404723</c:v>
              </c:pt>
              <c:pt idx="250">
                <c:v>3.006659157404723</c:v>
              </c:pt>
              <c:pt idx="251">
                <c:v>3.006659157404723</c:v>
              </c:pt>
              <c:pt idx="252">
                <c:v>3.006659157404723</c:v>
              </c:pt>
              <c:pt idx="253">
                <c:v>3.006659157404723</c:v>
              </c:pt>
              <c:pt idx="254">
                <c:v>3.006659157404723</c:v>
              </c:pt>
              <c:pt idx="255">
                <c:v>3.006659157404723</c:v>
              </c:pt>
              <c:pt idx="256">
                <c:v>3.006659157404723</c:v>
              </c:pt>
              <c:pt idx="257">
                <c:v>3.006659157404723</c:v>
              </c:pt>
              <c:pt idx="258">
                <c:v>3.006659157404723</c:v>
              </c:pt>
              <c:pt idx="259">
                <c:v>3.006659157404723</c:v>
              </c:pt>
              <c:pt idx="260">
                <c:v>3.006659157404723</c:v>
              </c:pt>
              <c:pt idx="261">
                <c:v>3.006659157404723</c:v>
              </c:pt>
              <c:pt idx="262">
                <c:v>3.006659157404723</c:v>
              </c:pt>
              <c:pt idx="263">
                <c:v>3.006659157404723</c:v>
              </c:pt>
              <c:pt idx="264">
                <c:v>3.006659157404723</c:v>
              </c:pt>
              <c:pt idx="265">
                <c:v>3.006659157404723</c:v>
              </c:pt>
              <c:pt idx="266">
                <c:v>3.006659157404723</c:v>
              </c:pt>
              <c:pt idx="267">
                <c:v>3.006659157404723</c:v>
              </c:pt>
              <c:pt idx="268">
                <c:v>3.006659157404723</c:v>
              </c:pt>
              <c:pt idx="269">
                <c:v>3.006659157404723</c:v>
              </c:pt>
              <c:pt idx="270">
                <c:v>3.006659157404723</c:v>
              </c:pt>
              <c:pt idx="271">
                <c:v>3.006659157404723</c:v>
              </c:pt>
              <c:pt idx="272">
                <c:v>3.006659157404723</c:v>
              </c:pt>
              <c:pt idx="273">
                <c:v>3.006659157404723</c:v>
              </c:pt>
              <c:pt idx="274">
                <c:v>3.006659157404723</c:v>
              </c:pt>
              <c:pt idx="275">
                <c:v>3.006659157404723</c:v>
              </c:pt>
              <c:pt idx="276">
                <c:v>3.006659157404723</c:v>
              </c:pt>
              <c:pt idx="277">
                <c:v>3.006659157404723</c:v>
              </c:pt>
              <c:pt idx="278">
                <c:v>3.006659157404723</c:v>
              </c:pt>
              <c:pt idx="279">
                <c:v>3.006659157404723</c:v>
              </c:pt>
              <c:pt idx="280">
                <c:v>3.006659157404723</c:v>
              </c:pt>
              <c:pt idx="281">
                <c:v>3.006659157404723</c:v>
              </c:pt>
              <c:pt idx="282">
                <c:v>3.006659157404723</c:v>
              </c:pt>
              <c:pt idx="283">
                <c:v>3.006659157404723</c:v>
              </c:pt>
              <c:pt idx="284">
                <c:v>3.006659157404723</c:v>
              </c:pt>
              <c:pt idx="285">
                <c:v>3.006659157404723</c:v>
              </c:pt>
              <c:pt idx="286">
                <c:v>3.006659157404723</c:v>
              </c:pt>
              <c:pt idx="287">
                <c:v>3.006659157404723</c:v>
              </c:pt>
              <c:pt idx="288">
                <c:v>3.006659157404723</c:v>
              </c:pt>
              <c:pt idx="289">
                <c:v>3.006659157404723</c:v>
              </c:pt>
              <c:pt idx="290">
                <c:v>3.006659157404723</c:v>
              </c:pt>
              <c:pt idx="291">
                <c:v>3.006659157404723</c:v>
              </c:pt>
              <c:pt idx="292">
                <c:v>3.006659157404723</c:v>
              </c:pt>
              <c:pt idx="293">
                <c:v>3.006659157404723</c:v>
              </c:pt>
              <c:pt idx="294">
                <c:v>3.006659157404723</c:v>
              </c:pt>
              <c:pt idx="295">
                <c:v>3.006659157404723</c:v>
              </c:pt>
              <c:pt idx="296">
                <c:v>3.006659157404723</c:v>
              </c:pt>
              <c:pt idx="297">
                <c:v>3.006659157404723</c:v>
              </c:pt>
              <c:pt idx="298">
                <c:v>3.006659157404723</c:v>
              </c:pt>
              <c:pt idx="299">
                <c:v>3.006659157404723</c:v>
              </c:pt>
              <c:pt idx="300">
                <c:v>3.006659157404723</c:v>
              </c:pt>
              <c:pt idx="301">
                <c:v>3.006659157404723</c:v>
              </c:pt>
              <c:pt idx="302">
                <c:v>3.006659157404723</c:v>
              </c:pt>
              <c:pt idx="303">
                <c:v>3.006659157404723</c:v>
              </c:pt>
              <c:pt idx="304">
                <c:v>3.006659157404723</c:v>
              </c:pt>
              <c:pt idx="305">
                <c:v>3.006659157404723</c:v>
              </c:pt>
              <c:pt idx="306">
                <c:v>3.006659157404723</c:v>
              </c:pt>
              <c:pt idx="307">
                <c:v>3.006659157404723</c:v>
              </c:pt>
              <c:pt idx="308">
                <c:v>3.006659157404723</c:v>
              </c:pt>
              <c:pt idx="309">
                <c:v>3.006659157404723</c:v>
              </c:pt>
              <c:pt idx="310">
                <c:v>3.006659157404723</c:v>
              </c:pt>
              <c:pt idx="311">
                <c:v>3.006659157404723</c:v>
              </c:pt>
              <c:pt idx="312">
                <c:v>3.006659157404723</c:v>
              </c:pt>
              <c:pt idx="313">
                <c:v>3.006659157404723</c:v>
              </c:pt>
              <c:pt idx="314">
                <c:v>3.006659157404723</c:v>
              </c:pt>
              <c:pt idx="315">
                <c:v>3.006659157404723</c:v>
              </c:pt>
              <c:pt idx="316">
                <c:v>3.006659157404723</c:v>
              </c:pt>
              <c:pt idx="317">
                <c:v>3.006659157404723</c:v>
              </c:pt>
              <c:pt idx="318">
                <c:v>3.006659157404723</c:v>
              </c:pt>
              <c:pt idx="319">
                <c:v>3.006659157404723</c:v>
              </c:pt>
              <c:pt idx="320">
                <c:v>3.006659157404723</c:v>
              </c:pt>
              <c:pt idx="321">
                <c:v>3.006659157404723</c:v>
              </c:pt>
              <c:pt idx="322">
                <c:v>3.006659157404723</c:v>
              </c:pt>
              <c:pt idx="323">
                <c:v>3.006659157404723</c:v>
              </c:pt>
              <c:pt idx="324">
                <c:v>3.006659157404723</c:v>
              </c:pt>
              <c:pt idx="325">
                <c:v>3.006659157404723</c:v>
              </c:pt>
              <c:pt idx="326">
                <c:v>3.006659157404723</c:v>
              </c:pt>
              <c:pt idx="327">
                <c:v>3.006659157404723</c:v>
              </c:pt>
              <c:pt idx="328">
                <c:v>3.006659157404723</c:v>
              </c:pt>
              <c:pt idx="329">
                <c:v>3.006659157404723</c:v>
              </c:pt>
              <c:pt idx="330">
                <c:v>3.006659157404723</c:v>
              </c:pt>
              <c:pt idx="331">
                <c:v>3.006659157404723</c:v>
              </c:pt>
              <c:pt idx="332">
                <c:v>3.006659157404723</c:v>
              </c:pt>
              <c:pt idx="333">
                <c:v>3.006659157404723</c:v>
              </c:pt>
              <c:pt idx="334">
                <c:v>3.006659157404723</c:v>
              </c:pt>
              <c:pt idx="335">
                <c:v>3.006659157404723</c:v>
              </c:pt>
              <c:pt idx="336">
                <c:v>3.006659157404723</c:v>
              </c:pt>
              <c:pt idx="337">
                <c:v>3.006659157404723</c:v>
              </c:pt>
              <c:pt idx="338">
                <c:v>3.006659157404723</c:v>
              </c:pt>
              <c:pt idx="339">
                <c:v>3.006659157404723</c:v>
              </c:pt>
              <c:pt idx="340">
                <c:v>3.006659157404723</c:v>
              </c:pt>
              <c:pt idx="341">
                <c:v>3.006659157404723</c:v>
              </c:pt>
              <c:pt idx="342">
                <c:v>3.006659157404723</c:v>
              </c:pt>
              <c:pt idx="343">
                <c:v>3.006659157404723</c:v>
              </c:pt>
              <c:pt idx="344">
                <c:v>3.006659157404723</c:v>
              </c:pt>
              <c:pt idx="345">
                <c:v>3.006659157404723</c:v>
              </c:pt>
              <c:pt idx="346">
                <c:v>3.006659157404723</c:v>
              </c:pt>
              <c:pt idx="347">
                <c:v>3.006659157404723</c:v>
              </c:pt>
              <c:pt idx="348">
                <c:v>3.006659157404723</c:v>
              </c:pt>
              <c:pt idx="349">
                <c:v>3.006659157404723</c:v>
              </c:pt>
              <c:pt idx="350">
                <c:v>3.006659157404723</c:v>
              </c:pt>
              <c:pt idx="351">
                <c:v>3.006659157404723</c:v>
              </c:pt>
              <c:pt idx="352">
                <c:v>3.006659157404723</c:v>
              </c:pt>
              <c:pt idx="353">
                <c:v>3.006659157404723</c:v>
              </c:pt>
              <c:pt idx="354">
                <c:v>3.006659157404723</c:v>
              </c:pt>
              <c:pt idx="355">
                <c:v>3.006659157404723</c:v>
              </c:pt>
              <c:pt idx="356">
                <c:v>3.006659157404723</c:v>
              </c:pt>
              <c:pt idx="357">
                <c:v>3.006659157404723</c:v>
              </c:pt>
              <c:pt idx="358">
                <c:v>3.006659157404723</c:v>
              </c:pt>
              <c:pt idx="359">
                <c:v>3.006659157404723</c:v>
              </c:pt>
              <c:pt idx="360">
                <c:v>3.006659157404723</c:v>
              </c:pt>
              <c:pt idx="361">
                <c:v>3.006659157404723</c:v>
              </c:pt>
              <c:pt idx="362">
                <c:v>3.006659157404723</c:v>
              </c:pt>
              <c:pt idx="363">
                <c:v>3.006659157404723</c:v>
              </c:pt>
              <c:pt idx="364">
                <c:v>3.006659157404723</c:v>
              </c:pt>
              <c:pt idx="365">
                <c:v>3.006659157404723</c:v>
              </c:pt>
              <c:pt idx="366">
                <c:v>3.006659157404723</c:v>
              </c:pt>
              <c:pt idx="367">
                <c:v>3.006659157404723</c:v>
              </c:pt>
              <c:pt idx="368">
                <c:v>3.006659157404723</c:v>
              </c:pt>
              <c:pt idx="369">
                <c:v>3.006659157404723</c:v>
              </c:pt>
              <c:pt idx="370">
                <c:v>3.006659157404723</c:v>
              </c:pt>
              <c:pt idx="371">
                <c:v>3.006659157404723</c:v>
              </c:pt>
              <c:pt idx="372">
                <c:v>3.006659157404723</c:v>
              </c:pt>
              <c:pt idx="373">
                <c:v>3.006659157404723</c:v>
              </c:pt>
              <c:pt idx="374">
                <c:v>3.006659157404723</c:v>
              </c:pt>
              <c:pt idx="375">
                <c:v>3.006659157404723</c:v>
              </c:pt>
              <c:pt idx="376">
                <c:v>3.006659157404723</c:v>
              </c:pt>
              <c:pt idx="377">
                <c:v>3.006659157404723</c:v>
              </c:pt>
              <c:pt idx="378">
                <c:v>3.006659157404723</c:v>
              </c:pt>
              <c:pt idx="379">
                <c:v>3.006659157404723</c:v>
              </c:pt>
              <c:pt idx="380">
                <c:v>3.006659157404723</c:v>
              </c:pt>
              <c:pt idx="381">
                <c:v>3.006659157404723</c:v>
              </c:pt>
              <c:pt idx="382">
                <c:v>3.006659157404723</c:v>
              </c:pt>
              <c:pt idx="383">
                <c:v>3.006659157404723</c:v>
              </c:pt>
              <c:pt idx="384">
                <c:v>3.006659157404723</c:v>
              </c:pt>
              <c:pt idx="385">
                <c:v>3.006659157404723</c:v>
              </c:pt>
              <c:pt idx="386">
                <c:v>3.006659157404723</c:v>
              </c:pt>
              <c:pt idx="387">
                <c:v>3.006659157404723</c:v>
              </c:pt>
              <c:pt idx="388">
                <c:v>3.006659157404723</c:v>
              </c:pt>
              <c:pt idx="389">
                <c:v>3.006659157404723</c:v>
              </c:pt>
              <c:pt idx="390">
                <c:v>3.006659157404723</c:v>
              </c:pt>
              <c:pt idx="391">
                <c:v>3.006659157404723</c:v>
              </c:pt>
              <c:pt idx="392">
                <c:v>3.006659157404723</c:v>
              </c:pt>
              <c:pt idx="393">
                <c:v>3.006659157404723</c:v>
              </c:pt>
              <c:pt idx="394">
                <c:v>3.006659157404723</c:v>
              </c:pt>
              <c:pt idx="395">
                <c:v>3.006659157404723</c:v>
              </c:pt>
              <c:pt idx="396">
                <c:v>3.006659157404723</c:v>
              </c:pt>
              <c:pt idx="397">
                <c:v>3.006659157404723</c:v>
              </c:pt>
              <c:pt idx="398">
                <c:v>3.006659157404723</c:v>
              </c:pt>
              <c:pt idx="399">
                <c:v>3.006659157404723</c:v>
              </c:pt>
              <c:pt idx="400">
                <c:v>3.006659157404723</c:v>
              </c:pt>
              <c:pt idx="401">
                <c:v>3.006659157404723</c:v>
              </c:pt>
              <c:pt idx="402">
                <c:v>3.006659157404723</c:v>
              </c:pt>
              <c:pt idx="403">
                <c:v>3.006659157404723</c:v>
              </c:pt>
              <c:pt idx="404">
                <c:v>3.006659157404723</c:v>
              </c:pt>
              <c:pt idx="405">
                <c:v>3.006659157404723</c:v>
              </c:pt>
              <c:pt idx="406">
                <c:v>3.006659157404723</c:v>
              </c:pt>
              <c:pt idx="407">
                <c:v>3.006659157404723</c:v>
              </c:pt>
              <c:pt idx="408">
                <c:v>3.006659157404723</c:v>
              </c:pt>
              <c:pt idx="409">
                <c:v>3.006659157404723</c:v>
              </c:pt>
              <c:pt idx="410">
                <c:v>3.006659157404723</c:v>
              </c:pt>
              <c:pt idx="411">
                <c:v>3.006659157404723</c:v>
              </c:pt>
              <c:pt idx="412">
                <c:v>3.006659157404723</c:v>
              </c:pt>
              <c:pt idx="413">
                <c:v>3.006659157404723</c:v>
              </c:pt>
              <c:pt idx="414">
                <c:v>3.006659157404723</c:v>
              </c:pt>
              <c:pt idx="415">
                <c:v>3.006659157404723</c:v>
              </c:pt>
              <c:pt idx="416">
                <c:v>3.006659157404723</c:v>
              </c:pt>
              <c:pt idx="417">
                <c:v>3.006659157404723</c:v>
              </c:pt>
              <c:pt idx="418">
                <c:v>3.006659157404723</c:v>
              </c:pt>
              <c:pt idx="419">
                <c:v>3.006659157404723</c:v>
              </c:pt>
              <c:pt idx="420">
                <c:v>3.006659157404723</c:v>
              </c:pt>
              <c:pt idx="421">
                <c:v>3.006659157404723</c:v>
              </c:pt>
              <c:pt idx="422">
                <c:v>3.006659157404723</c:v>
              </c:pt>
              <c:pt idx="423">
                <c:v>3.006659157404723</c:v>
              </c:pt>
              <c:pt idx="424">
                <c:v>3.006659157404723</c:v>
              </c:pt>
              <c:pt idx="425">
                <c:v>3.006659157404723</c:v>
              </c:pt>
              <c:pt idx="426">
                <c:v>3.006659157404723</c:v>
              </c:pt>
              <c:pt idx="427">
                <c:v>3.006659157404723</c:v>
              </c:pt>
              <c:pt idx="428">
                <c:v>3.006659157404723</c:v>
              </c:pt>
              <c:pt idx="429">
                <c:v>3.006659157404723</c:v>
              </c:pt>
              <c:pt idx="430">
                <c:v>3.006659157404723</c:v>
              </c:pt>
              <c:pt idx="431">
                <c:v>3.006659157404723</c:v>
              </c:pt>
              <c:pt idx="432">
                <c:v>3.006659157404723</c:v>
              </c:pt>
              <c:pt idx="433">
                <c:v>3.006659157404723</c:v>
              </c:pt>
              <c:pt idx="434">
                <c:v>3.006659157404723</c:v>
              </c:pt>
              <c:pt idx="435">
                <c:v>3.006659157404723</c:v>
              </c:pt>
              <c:pt idx="436">
                <c:v>3.006659157404723</c:v>
              </c:pt>
              <c:pt idx="437">
                <c:v>3.006659157404723</c:v>
              </c:pt>
              <c:pt idx="438">
                <c:v>3.006659157404723</c:v>
              </c:pt>
              <c:pt idx="439">
                <c:v>3.006659157404723</c:v>
              </c:pt>
              <c:pt idx="440">
                <c:v>3.006659157404723</c:v>
              </c:pt>
              <c:pt idx="441">
                <c:v>3.006659157404723</c:v>
              </c:pt>
              <c:pt idx="442">
                <c:v>3.006659157404723</c:v>
              </c:pt>
              <c:pt idx="443">
                <c:v>3.006659157404723</c:v>
              </c:pt>
              <c:pt idx="444">
                <c:v>3.006659157404723</c:v>
              </c:pt>
              <c:pt idx="445">
                <c:v>3.006659157404723</c:v>
              </c:pt>
              <c:pt idx="446">
                <c:v>3.006659157404723</c:v>
              </c:pt>
              <c:pt idx="447">
                <c:v>3.006659157404723</c:v>
              </c:pt>
            </c:numLit>
          </c:yVal>
          <c:smooth val="0"/>
        </c:ser>
        <c:ser>
          <c:idx val="8"/>
          <c:order val="8"/>
          <c:tx>
            <c:v>Same order, optimal filling</c:v>
          </c:tx>
          <c:spPr>
            <a:noFill xmlns:a="http://schemas.openxmlformats.org/drawingml/2006/main"/>
            <a:ln xmlns:a="http://schemas.openxmlformats.org/drawingml/2006/main" w="0">
              <a:noFill/>
              <a:prstDash val="solid"/>
            </a:ln>
          </c:spPr>
          <c:marker>
            <c:symbol val="circle"/>
            <c:size val="7"/>
            <c:spPr>
              <a:solidFill xmlns:a="http://schemas.openxmlformats.org/drawingml/2006/main">
                <a:srgbClr val="009E73"/>
              </a:solidFill>
            </c:spPr>
          </c:marker>
          <c:xVal>
            <c:numLit>
              <c:formatCode>General</c:formatCode>
              <c:ptCount val="448"/>
              <c:pt idx="0">
                <c:v>19.563867795215497</c:v>
              </c:pt>
              <c:pt idx="1">
                <c:v>19.563867795215497</c:v>
              </c:pt>
              <c:pt idx="2">
                <c:v>19.563867795215497</c:v>
              </c:pt>
              <c:pt idx="3">
                <c:v>19.563867795215497</c:v>
              </c:pt>
              <c:pt idx="4">
                <c:v>19.563867795215497</c:v>
              </c:pt>
              <c:pt idx="5">
                <c:v>19.563867795215497</c:v>
              </c:pt>
              <c:pt idx="6">
                <c:v>19.563867795215497</c:v>
              </c:pt>
              <c:pt idx="7">
                <c:v>19.563867795215497</c:v>
              </c:pt>
              <c:pt idx="8">
                <c:v>19.563867795215497</c:v>
              </c:pt>
              <c:pt idx="9">
                <c:v>19.563867795215497</c:v>
              </c:pt>
              <c:pt idx="10">
                <c:v>19.563867795215497</c:v>
              </c:pt>
              <c:pt idx="11">
                <c:v>19.563867795215497</c:v>
              </c:pt>
              <c:pt idx="12">
                <c:v>19.563867795215497</c:v>
              </c:pt>
              <c:pt idx="13">
                <c:v>19.563867795215497</c:v>
              </c:pt>
              <c:pt idx="14">
                <c:v>19.563867795215497</c:v>
              </c:pt>
              <c:pt idx="15">
                <c:v>19.563867795215497</c:v>
              </c:pt>
              <c:pt idx="16">
                <c:v>19.563867795215497</c:v>
              </c:pt>
              <c:pt idx="17">
                <c:v>19.563867795215497</c:v>
              </c:pt>
              <c:pt idx="18">
                <c:v>19.563867795215497</c:v>
              </c:pt>
              <c:pt idx="19">
                <c:v>19.563867795215497</c:v>
              </c:pt>
              <c:pt idx="20">
                <c:v>19.563867795215497</c:v>
              </c:pt>
              <c:pt idx="21">
                <c:v>19.563867795215497</c:v>
              </c:pt>
              <c:pt idx="22">
                <c:v>19.563867795215497</c:v>
              </c:pt>
              <c:pt idx="23">
                <c:v>19.563867795215497</c:v>
              </c:pt>
              <c:pt idx="24">
                <c:v>19.563867795215497</c:v>
              </c:pt>
              <c:pt idx="25">
                <c:v>19.563867795215497</c:v>
              </c:pt>
              <c:pt idx="26">
                <c:v>19.563867795215497</c:v>
              </c:pt>
              <c:pt idx="27">
                <c:v>19.563867795215497</c:v>
              </c:pt>
              <c:pt idx="28">
                <c:v>19.563867795215497</c:v>
              </c:pt>
              <c:pt idx="29">
                <c:v>19.563867795215497</c:v>
              </c:pt>
              <c:pt idx="30">
                <c:v>19.563867795215497</c:v>
              </c:pt>
              <c:pt idx="31">
                <c:v>19.563867795215497</c:v>
              </c:pt>
              <c:pt idx="32">
                <c:v>19.563867795215497</c:v>
              </c:pt>
              <c:pt idx="33">
                <c:v>19.563867795215497</c:v>
              </c:pt>
              <c:pt idx="34">
                <c:v>19.563867795215497</c:v>
              </c:pt>
              <c:pt idx="35">
                <c:v>19.563867795215497</c:v>
              </c:pt>
              <c:pt idx="36">
                <c:v>19.563867795215497</c:v>
              </c:pt>
              <c:pt idx="37">
                <c:v>19.563867795215497</c:v>
              </c:pt>
              <c:pt idx="38">
                <c:v>19.563867795215497</c:v>
              </c:pt>
              <c:pt idx="39">
                <c:v>19.563867795215497</c:v>
              </c:pt>
              <c:pt idx="40">
                <c:v>19.563867795215497</c:v>
              </c:pt>
              <c:pt idx="41">
                <c:v>19.563867795215497</c:v>
              </c:pt>
              <c:pt idx="42">
                <c:v>19.563867795215497</c:v>
              </c:pt>
              <c:pt idx="43">
                <c:v>19.563867795215497</c:v>
              </c:pt>
              <c:pt idx="44">
                <c:v>19.563867795215497</c:v>
              </c:pt>
              <c:pt idx="45">
                <c:v>19.563867795215497</c:v>
              </c:pt>
              <c:pt idx="46">
                <c:v>19.563867795215497</c:v>
              </c:pt>
              <c:pt idx="47">
                <c:v>19.563867795215497</c:v>
              </c:pt>
              <c:pt idx="48">
                <c:v>19.563867795215497</c:v>
              </c:pt>
              <c:pt idx="49">
                <c:v>19.563867795215497</c:v>
              </c:pt>
              <c:pt idx="50">
                <c:v>19.563867795215497</c:v>
              </c:pt>
              <c:pt idx="51">
                <c:v>19.563867795215497</c:v>
              </c:pt>
              <c:pt idx="52">
                <c:v>19.563867795215497</c:v>
              </c:pt>
              <c:pt idx="53">
                <c:v>19.563867795215497</c:v>
              </c:pt>
              <c:pt idx="54">
                <c:v>19.563867795215497</c:v>
              </c:pt>
              <c:pt idx="55">
                <c:v>19.563867795215497</c:v>
              </c:pt>
              <c:pt idx="56">
                <c:v>19.563867795215497</c:v>
              </c:pt>
              <c:pt idx="57">
                <c:v>19.563867795215497</c:v>
              </c:pt>
              <c:pt idx="58">
                <c:v>19.563867795215497</c:v>
              </c:pt>
              <c:pt idx="59">
                <c:v>19.563867795215497</c:v>
              </c:pt>
              <c:pt idx="60">
                <c:v>19.563867795215497</c:v>
              </c:pt>
              <c:pt idx="61">
                <c:v>19.563867795215497</c:v>
              </c:pt>
              <c:pt idx="62">
                <c:v>19.563867795215497</c:v>
              </c:pt>
              <c:pt idx="63">
                <c:v>19.563867795215497</c:v>
              </c:pt>
              <c:pt idx="64">
                <c:v>19.563867795215497</c:v>
              </c:pt>
              <c:pt idx="65">
                <c:v>19.563867795215497</c:v>
              </c:pt>
              <c:pt idx="66">
                <c:v>19.563867795215497</c:v>
              </c:pt>
              <c:pt idx="67">
                <c:v>19.563867795215497</c:v>
              </c:pt>
              <c:pt idx="68">
                <c:v>19.563867795215497</c:v>
              </c:pt>
              <c:pt idx="69">
                <c:v>19.563867795215497</c:v>
              </c:pt>
              <c:pt idx="70">
                <c:v>19.563867795215497</c:v>
              </c:pt>
              <c:pt idx="71">
                <c:v>19.563867795215497</c:v>
              </c:pt>
              <c:pt idx="72">
                <c:v>19.563867795215497</c:v>
              </c:pt>
              <c:pt idx="73">
                <c:v>19.563867795215497</c:v>
              </c:pt>
              <c:pt idx="74">
                <c:v>19.563867795215497</c:v>
              </c:pt>
              <c:pt idx="75">
                <c:v>19.563867795215497</c:v>
              </c:pt>
              <c:pt idx="76">
                <c:v>19.563867795215497</c:v>
              </c:pt>
              <c:pt idx="77">
                <c:v>19.563867795215497</c:v>
              </c:pt>
              <c:pt idx="78">
                <c:v>19.563867795215497</c:v>
              </c:pt>
              <c:pt idx="79">
                <c:v>19.563867795215497</c:v>
              </c:pt>
              <c:pt idx="80">
                <c:v>19.563867795215497</c:v>
              </c:pt>
              <c:pt idx="81">
                <c:v>19.563867795215497</c:v>
              </c:pt>
              <c:pt idx="82">
                <c:v>19.563867795215497</c:v>
              </c:pt>
              <c:pt idx="83">
                <c:v>19.563867795215497</c:v>
              </c:pt>
              <c:pt idx="84">
                <c:v>19.563867795215497</c:v>
              </c:pt>
              <c:pt idx="85">
                <c:v>19.563867795215497</c:v>
              </c:pt>
              <c:pt idx="86">
                <c:v>19.563867795215497</c:v>
              </c:pt>
              <c:pt idx="87">
                <c:v>19.563867795215497</c:v>
              </c:pt>
              <c:pt idx="88">
                <c:v>19.563867795215497</c:v>
              </c:pt>
              <c:pt idx="89">
                <c:v>19.563867795215497</c:v>
              </c:pt>
              <c:pt idx="90">
                <c:v>19.563867795215497</c:v>
              </c:pt>
              <c:pt idx="91">
                <c:v>19.563867795215497</c:v>
              </c:pt>
              <c:pt idx="92">
                <c:v>19.563867795215497</c:v>
              </c:pt>
              <c:pt idx="93">
                <c:v>19.563867795215497</c:v>
              </c:pt>
              <c:pt idx="94">
                <c:v>19.563867795215497</c:v>
              </c:pt>
              <c:pt idx="95">
                <c:v>19.563867795215497</c:v>
              </c:pt>
              <c:pt idx="96">
                <c:v>19.563867795215497</c:v>
              </c:pt>
              <c:pt idx="97">
                <c:v>19.563867795215497</c:v>
              </c:pt>
              <c:pt idx="98">
                <c:v>19.563867795215497</c:v>
              </c:pt>
              <c:pt idx="99">
                <c:v>19.563867795215497</c:v>
              </c:pt>
              <c:pt idx="100">
                <c:v>19.563867795215497</c:v>
              </c:pt>
              <c:pt idx="101">
                <c:v>19.563867795215497</c:v>
              </c:pt>
              <c:pt idx="102">
                <c:v>19.563867795215497</c:v>
              </c:pt>
              <c:pt idx="103">
                <c:v>19.563867795215497</c:v>
              </c:pt>
              <c:pt idx="104">
                <c:v>19.563867795215497</c:v>
              </c:pt>
              <c:pt idx="105">
                <c:v>19.563867795215497</c:v>
              </c:pt>
              <c:pt idx="106">
                <c:v>19.563867795215497</c:v>
              </c:pt>
              <c:pt idx="107">
                <c:v>19.563867795215497</c:v>
              </c:pt>
              <c:pt idx="108">
                <c:v>19.563867795215497</c:v>
              </c:pt>
              <c:pt idx="109">
                <c:v>19.563867795215497</c:v>
              </c:pt>
              <c:pt idx="110">
                <c:v>19.563867795215497</c:v>
              </c:pt>
              <c:pt idx="111">
                <c:v>19.563867795215497</c:v>
              </c:pt>
              <c:pt idx="112">
                <c:v>19.563867795215497</c:v>
              </c:pt>
              <c:pt idx="113">
                <c:v>19.563867795215497</c:v>
              </c:pt>
              <c:pt idx="114">
                <c:v>19.563867795215497</c:v>
              </c:pt>
              <c:pt idx="115">
                <c:v>19.563867795215497</c:v>
              </c:pt>
              <c:pt idx="116">
                <c:v>19.563867795215497</c:v>
              </c:pt>
              <c:pt idx="117">
                <c:v>19.563867795215497</c:v>
              </c:pt>
              <c:pt idx="118">
                <c:v>19.563867795215497</c:v>
              </c:pt>
              <c:pt idx="119">
                <c:v>19.563867795215497</c:v>
              </c:pt>
              <c:pt idx="120">
                <c:v>19.563867795215497</c:v>
              </c:pt>
              <c:pt idx="121">
                <c:v>19.563867795215497</c:v>
              </c:pt>
              <c:pt idx="122">
                <c:v>19.563867795215497</c:v>
              </c:pt>
              <c:pt idx="123">
                <c:v>19.563867795215497</c:v>
              </c:pt>
              <c:pt idx="124">
                <c:v>19.563867795215497</c:v>
              </c:pt>
              <c:pt idx="125">
                <c:v>19.563867795215497</c:v>
              </c:pt>
              <c:pt idx="126">
                <c:v>19.563867795215497</c:v>
              </c:pt>
              <c:pt idx="127">
                <c:v>19.563867795215497</c:v>
              </c:pt>
              <c:pt idx="128">
                <c:v>19.563867795215497</c:v>
              </c:pt>
              <c:pt idx="129">
                <c:v>19.563867795215497</c:v>
              </c:pt>
              <c:pt idx="130">
                <c:v>19.563867795215497</c:v>
              </c:pt>
              <c:pt idx="131">
                <c:v>19.563867795215497</c:v>
              </c:pt>
              <c:pt idx="132">
                <c:v>19.563867795215497</c:v>
              </c:pt>
              <c:pt idx="133">
                <c:v>19.563867795215497</c:v>
              </c:pt>
              <c:pt idx="134">
                <c:v>19.563867795215497</c:v>
              </c:pt>
              <c:pt idx="135">
                <c:v>19.563867795215497</c:v>
              </c:pt>
              <c:pt idx="136">
                <c:v>19.563867795215497</c:v>
              </c:pt>
              <c:pt idx="137">
                <c:v>19.563867795215497</c:v>
              </c:pt>
              <c:pt idx="138">
                <c:v>19.563867795215497</c:v>
              </c:pt>
              <c:pt idx="139">
                <c:v>19.563867795215497</c:v>
              </c:pt>
              <c:pt idx="140">
                <c:v>19.563867795215497</c:v>
              </c:pt>
              <c:pt idx="141">
                <c:v>19.563867795215497</c:v>
              </c:pt>
              <c:pt idx="142">
                <c:v>19.563867795215497</c:v>
              </c:pt>
              <c:pt idx="143">
                <c:v>19.563867795215497</c:v>
              </c:pt>
              <c:pt idx="144">
                <c:v>19.563867795215497</c:v>
              </c:pt>
              <c:pt idx="145">
                <c:v>19.563867795215497</c:v>
              </c:pt>
              <c:pt idx="146">
                <c:v>19.563867795215497</c:v>
              </c:pt>
              <c:pt idx="147">
                <c:v>19.563867795215497</c:v>
              </c:pt>
              <c:pt idx="148">
                <c:v>19.563867795215497</c:v>
              </c:pt>
              <c:pt idx="149">
                <c:v>19.563867795215497</c:v>
              </c:pt>
              <c:pt idx="150">
                <c:v>19.563867795215497</c:v>
              </c:pt>
              <c:pt idx="151">
                <c:v>19.563867795215497</c:v>
              </c:pt>
              <c:pt idx="152">
                <c:v>19.563867795215497</c:v>
              </c:pt>
              <c:pt idx="153">
                <c:v>19.563867795215497</c:v>
              </c:pt>
              <c:pt idx="154">
                <c:v>19.563867795215497</c:v>
              </c:pt>
              <c:pt idx="155">
                <c:v>19.563867795215497</c:v>
              </c:pt>
              <c:pt idx="156">
                <c:v>19.563867795215497</c:v>
              </c:pt>
              <c:pt idx="157">
                <c:v>19.563867795215497</c:v>
              </c:pt>
              <c:pt idx="158">
                <c:v>19.563867795215497</c:v>
              </c:pt>
              <c:pt idx="159">
                <c:v>19.563867795215497</c:v>
              </c:pt>
              <c:pt idx="160">
                <c:v>19.563867795215497</c:v>
              </c:pt>
              <c:pt idx="161">
                <c:v>19.563867795215497</c:v>
              </c:pt>
              <c:pt idx="162">
                <c:v>19.563867795215497</c:v>
              </c:pt>
              <c:pt idx="163">
                <c:v>19.563867795215497</c:v>
              </c:pt>
              <c:pt idx="164">
                <c:v>19.563867795215497</c:v>
              </c:pt>
              <c:pt idx="165">
                <c:v>19.563867795215497</c:v>
              </c:pt>
              <c:pt idx="166">
                <c:v>19.563867795215497</c:v>
              </c:pt>
              <c:pt idx="167">
                <c:v>19.563867795215497</c:v>
              </c:pt>
              <c:pt idx="168">
                <c:v>19.563867795215497</c:v>
              </c:pt>
              <c:pt idx="169">
                <c:v>19.563867795215497</c:v>
              </c:pt>
              <c:pt idx="170">
                <c:v>19.563867795215497</c:v>
              </c:pt>
              <c:pt idx="171">
                <c:v>19.563867795215497</c:v>
              </c:pt>
              <c:pt idx="172">
                <c:v>19.563867795215497</c:v>
              </c:pt>
              <c:pt idx="173">
                <c:v>19.563867795215497</c:v>
              </c:pt>
              <c:pt idx="174">
                <c:v>19.563867795215497</c:v>
              </c:pt>
              <c:pt idx="175">
                <c:v>19.563867795215497</c:v>
              </c:pt>
              <c:pt idx="176">
                <c:v>19.563867795215497</c:v>
              </c:pt>
              <c:pt idx="177">
                <c:v>19.563867795215497</c:v>
              </c:pt>
              <c:pt idx="178">
                <c:v>19.563867795215497</c:v>
              </c:pt>
              <c:pt idx="179">
                <c:v>19.563867795215497</c:v>
              </c:pt>
              <c:pt idx="180">
                <c:v>19.563867795215497</c:v>
              </c:pt>
              <c:pt idx="181">
                <c:v>19.563867795215497</c:v>
              </c:pt>
              <c:pt idx="182">
                <c:v>19.563867795215497</c:v>
              </c:pt>
              <c:pt idx="183">
                <c:v>19.563867795215497</c:v>
              </c:pt>
              <c:pt idx="184">
                <c:v>19.563867795215497</c:v>
              </c:pt>
              <c:pt idx="185">
                <c:v>19.563867795215497</c:v>
              </c:pt>
              <c:pt idx="186">
                <c:v>19.563867795215497</c:v>
              </c:pt>
              <c:pt idx="187">
                <c:v>19.563867795215497</c:v>
              </c:pt>
              <c:pt idx="188">
                <c:v>19.563867795215497</c:v>
              </c:pt>
              <c:pt idx="189">
                <c:v>19.563867795215497</c:v>
              </c:pt>
              <c:pt idx="190">
                <c:v>19.563867795215497</c:v>
              </c:pt>
              <c:pt idx="191">
                <c:v>19.563867795215497</c:v>
              </c:pt>
              <c:pt idx="192">
                <c:v>19.563867795215497</c:v>
              </c:pt>
              <c:pt idx="193">
                <c:v>19.563867795215497</c:v>
              </c:pt>
              <c:pt idx="194">
                <c:v>19.563867795215497</c:v>
              </c:pt>
              <c:pt idx="195">
                <c:v>19.563867795215497</c:v>
              </c:pt>
              <c:pt idx="196">
                <c:v>19.563867795215497</c:v>
              </c:pt>
              <c:pt idx="197">
                <c:v>19.563867795215497</c:v>
              </c:pt>
              <c:pt idx="198">
                <c:v>19.563867795215497</c:v>
              </c:pt>
              <c:pt idx="199">
                <c:v>19.563867795215497</c:v>
              </c:pt>
              <c:pt idx="200">
                <c:v>19.563867795215497</c:v>
              </c:pt>
              <c:pt idx="201">
                <c:v>19.563867795215497</c:v>
              </c:pt>
              <c:pt idx="202">
                <c:v>19.563867795215497</c:v>
              </c:pt>
              <c:pt idx="203">
                <c:v>19.563867795215497</c:v>
              </c:pt>
              <c:pt idx="204">
                <c:v>19.563867795215497</c:v>
              </c:pt>
              <c:pt idx="205">
                <c:v>19.563867795215497</c:v>
              </c:pt>
              <c:pt idx="206">
                <c:v>19.563867795215497</c:v>
              </c:pt>
              <c:pt idx="207">
                <c:v>19.563867795215497</c:v>
              </c:pt>
              <c:pt idx="208">
                <c:v>19.563867795215497</c:v>
              </c:pt>
              <c:pt idx="209">
                <c:v>19.563867795215497</c:v>
              </c:pt>
              <c:pt idx="210">
                <c:v>19.563867795215497</c:v>
              </c:pt>
              <c:pt idx="211">
                <c:v>19.563867795215497</c:v>
              </c:pt>
              <c:pt idx="212">
                <c:v>19.563867795215497</c:v>
              </c:pt>
              <c:pt idx="213">
                <c:v>19.563867795215497</c:v>
              </c:pt>
              <c:pt idx="214">
                <c:v>19.563867795215497</c:v>
              </c:pt>
              <c:pt idx="215">
                <c:v>19.563867795215497</c:v>
              </c:pt>
              <c:pt idx="216">
                <c:v>19.563867795215497</c:v>
              </c:pt>
              <c:pt idx="217">
                <c:v>19.563867795215497</c:v>
              </c:pt>
              <c:pt idx="218">
                <c:v>19.563867795215497</c:v>
              </c:pt>
              <c:pt idx="219">
                <c:v>19.563867795215497</c:v>
              </c:pt>
              <c:pt idx="220">
                <c:v>19.563867795215497</c:v>
              </c:pt>
              <c:pt idx="221">
                <c:v>19.563867795215497</c:v>
              </c:pt>
              <c:pt idx="222">
                <c:v>19.563867795215497</c:v>
              </c:pt>
              <c:pt idx="223">
                <c:v>19.563867795215497</c:v>
              </c:pt>
              <c:pt idx="224">
                <c:v>19.563867795215497</c:v>
              </c:pt>
              <c:pt idx="225">
                <c:v>19.563867795215497</c:v>
              </c:pt>
              <c:pt idx="226">
                <c:v>19.563867795215497</c:v>
              </c:pt>
              <c:pt idx="227">
                <c:v>19.563867795215497</c:v>
              </c:pt>
              <c:pt idx="228">
                <c:v>19.563867795215497</c:v>
              </c:pt>
              <c:pt idx="229">
                <c:v>19.563867795215497</c:v>
              </c:pt>
              <c:pt idx="230">
                <c:v>19.563867795215497</c:v>
              </c:pt>
              <c:pt idx="231">
                <c:v>19.563867795215497</c:v>
              </c:pt>
              <c:pt idx="232">
                <c:v>19.563867795215497</c:v>
              </c:pt>
              <c:pt idx="233">
                <c:v>19.563867795215497</c:v>
              </c:pt>
              <c:pt idx="234">
                <c:v>19.563867795215497</c:v>
              </c:pt>
              <c:pt idx="235">
                <c:v>19.563867795215497</c:v>
              </c:pt>
              <c:pt idx="236">
                <c:v>19.563867795215497</c:v>
              </c:pt>
              <c:pt idx="237">
                <c:v>19.563867795215497</c:v>
              </c:pt>
              <c:pt idx="238">
                <c:v>19.563867795215497</c:v>
              </c:pt>
              <c:pt idx="239">
                <c:v>19.563867795215497</c:v>
              </c:pt>
              <c:pt idx="240">
                <c:v>19.563867795215497</c:v>
              </c:pt>
              <c:pt idx="241">
                <c:v>19.563867795215497</c:v>
              </c:pt>
              <c:pt idx="242">
                <c:v>19.563867795215497</c:v>
              </c:pt>
              <c:pt idx="243">
                <c:v>19.563867795215497</c:v>
              </c:pt>
              <c:pt idx="244">
                <c:v>19.563867795215497</c:v>
              </c:pt>
              <c:pt idx="245">
                <c:v>19.563867795215497</c:v>
              </c:pt>
              <c:pt idx="246">
                <c:v>19.563867795215497</c:v>
              </c:pt>
              <c:pt idx="247">
                <c:v>19.563867795215497</c:v>
              </c:pt>
              <c:pt idx="248">
                <c:v>19.563867795215497</c:v>
              </c:pt>
              <c:pt idx="249">
                <c:v>19.563867795215497</c:v>
              </c:pt>
              <c:pt idx="250">
                <c:v>19.563867795215497</c:v>
              </c:pt>
              <c:pt idx="251">
                <c:v>19.563867795215497</c:v>
              </c:pt>
              <c:pt idx="252">
                <c:v>19.563867795215497</c:v>
              </c:pt>
              <c:pt idx="253">
                <c:v>19.563867795215497</c:v>
              </c:pt>
              <c:pt idx="254">
                <c:v>19.563867795215497</c:v>
              </c:pt>
              <c:pt idx="255">
                <c:v>19.563867795215497</c:v>
              </c:pt>
              <c:pt idx="256">
                <c:v>19.563867795215497</c:v>
              </c:pt>
              <c:pt idx="257">
                <c:v>19.563867795215497</c:v>
              </c:pt>
              <c:pt idx="258">
                <c:v>19.563867795215497</c:v>
              </c:pt>
              <c:pt idx="259">
                <c:v>19.563867795215497</c:v>
              </c:pt>
              <c:pt idx="260">
                <c:v>19.563867795215497</c:v>
              </c:pt>
              <c:pt idx="261">
                <c:v>19.563867795215497</c:v>
              </c:pt>
              <c:pt idx="262">
                <c:v>19.563867795215497</c:v>
              </c:pt>
              <c:pt idx="263">
                <c:v>19.563867795215497</c:v>
              </c:pt>
              <c:pt idx="264">
                <c:v>19.563867795215497</c:v>
              </c:pt>
              <c:pt idx="265">
                <c:v>19.563867795215497</c:v>
              </c:pt>
              <c:pt idx="266">
                <c:v>19.563867795215497</c:v>
              </c:pt>
              <c:pt idx="267">
                <c:v>19.563867795215497</c:v>
              </c:pt>
              <c:pt idx="268">
                <c:v>19.563867795215497</c:v>
              </c:pt>
              <c:pt idx="269">
                <c:v>19.563867795215497</c:v>
              </c:pt>
              <c:pt idx="270">
                <c:v>19.563867795215497</c:v>
              </c:pt>
              <c:pt idx="271">
                <c:v>19.563867795215497</c:v>
              </c:pt>
              <c:pt idx="272">
                <c:v>19.563867795215497</c:v>
              </c:pt>
              <c:pt idx="273">
                <c:v>19.563867795215497</c:v>
              </c:pt>
              <c:pt idx="274">
                <c:v>19.563867795215497</c:v>
              </c:pt>
              <c:pt idx="275">
                <c:v>19.563867795215497</c:v>
              </c:pt>
              <c:pt idx="276">
                <c:v>19.563867795215497</c:v>
              </c:pt>
              <c:pt idx="277">
                <c:v>19.563867795215497</c:v>
              </c:pt>
              <c:pt idx="278">
                <c:v>19.563867795215497</c:v>
              </c:pt>
              <c:pt idx="279">
                <c:v>19.563867795215497</c:v>
              </c:pt>
              <c:pt idx="280">
                <c:v>19.563867795215497</c:v>
              </c:pt>
              <c:pt idx="281">
                <c:v>19.563867795215497</c:v>
              </c:pt>
              <c:pt idx="282">
                <c:v>19.563867795215497</c:v>
              </c:pt>
              <c:pt idx="283">
                <c:v>19.563867795215497</c:v>
              </c:pt>
              <c:pt idx="284">
                <c:v>19.563867795215497</c:v>
              </c:pt>
              <c:pt idx="285">
                <c:v>19.563867795215497</c:v>
              </c:pt>
              <c:pt idx="286">
                <c:v>19.563867795215497</c:v>
              </c:pt>
              <c:pt idx="287">
                <c:v>19.563867795215497</c:v>
              </c:pt>
              <c:pt idx="288">
                <c:v>19.563867795215497</c:v>
              </c:pt>
              <c:pt idx="289">
                <c:v>19.563867795215497</c:v>
              </c:pt>
              <c:pt idx="290">
                <c:v>19.563867795215497</c:v>
              </c:pt>
              <c:pt idx="291">
                <c:v>19.563867795215497</c:v>
              </c:pt>
              <c:pt idx="292">
                <c:v>19.563867795215497</c:v>
              </c:pt>
              <c:pt idx="293">
                <c:v>19.563867795215497</c:v>
              </c:pt>
              <c:pt idx="294">
                <c:v>19.563867795215497</c:v>
              </c:pt>
              <c:pt idx="295">
                <c:v>19.563867795215497</c:v>
              </c:pt>
              <c:pt idx="296">
                <c:v>19.563867795215497</c:v>
              </c:pt>
              <c:pt idx="297">
                <c:v>19.563867795215497</c:v>
              </c:pt>
              <c:pt idx="298">
                <c:v>19.563867795215497</c:v>
              </c:pt>
              <c:pt idx="299">
                <c:v>19.563867795215497</c:v>
              </c:pt>
              <c:pt idx="300">
                <c:v>19.563867795215497</c:v>
              </c:pt>
              <c:pt idx="301">
                <c:v>19.563867795215497</c:v>
              </c:pt>
              <c:pt idx="302">
                <c:v>19.563867795215497</c:v>
              </c:pt>
              <c:pt idx="303">
                <c:v>19.563867795215497</c:v>
              </c:pt>
              <c:pt idx="304">
                <c:v>19.563867795215497</c:v>
              </c:pt>
              <c:pt idx="305">
                <c:v>19.563867795215497</c:v>
              </c:pt>
              <c:pt idx="306">
                <c:v>19.563867795215497</c:v>
              </c:pt>
              <c:pt idx="307">
                <c:v>19.563867795215497</c:v>
              </c:pt>
              <c:pt idx="308">
                <c:v>19.563867795215497</c:v>
              </c:pt>
              <c:pt idx="309">
                <c:v>19.563867795215497</c:v>
              </c:pt>
              <c:pt idx="310">
                <c:v>19.563867795215497</c:v>
              </c:pt>
              <c:pt idx="311">
                <c:v>19.563867795215497</c:v>
              </c:pt>
              <c:pt idx="312">
                <c:v>19.563867795215497</c:v>
              </c:pt>
              <c:pt idx="313">
                <c:v>19.563867795215497</c:v>
              </c:pt>
              <c:pt idx="314">
                <c:v>19.563867795215497</c:v>
              </c:pt>
              <c:pt idx="315">
                <c:v>19.563867795215497</c:v>
              </c:pt>
              <c:pt idx="316">
                <c:v>19.563867795215497</c:v>
              </c:pt>
              <c:pt idx="317">
                <c:v>19.563867795215497</c:v>
              </c:pt>
              <c:pt idx="318">
                <c:v>19.563867795215497</c:v>
              </c:pt>
              <c:pt idx="319">
                <c:v>19.563867795215497</c:v>
              </c:pt>
              <c:pt idx="320">
                <c:v>19.563867795215497</c:v>
              </c:pt>
              <c:pt idx="321">
                <c:v>19.563867795215497</c:v>
              </c:pt>
              <c:pt idx="322">
                <c:v>19.563867795215497</c:v>
              </c:pt>
              <c:pt idx="323">
                <c:v>19.563867795215497</c:v>
              </c:pt>
              <c:pt idx="324">
                <c:v>19.563867795215497</c:v>
              </c:pt>
              <c:pt idx="325">
                <c:v>19.563867795215497</c:v>
              </c:pt>
              <c:pt idx="326">
                <c:v>19.563867795215497</c:v>
              </c:pt>
              <c:pt idx="327">
                <c:v>19.563867795215497</c:v>
              </c:pt>
              <c:pt idx="328">
                <c:v>19.563867795215497</c:v>
              </c:pt>
              <c:pt idx="329">
                <c:v>19.563867795215497</c:v>
              </c:pt>
              <c:pt idx="330">
                <c:v>19.563867795215497</c:v>
              </c:pt>
              <c:pt idx="331">
                <c:v>19.563867795215497</c:v>
              </c:pt>
              <c:pt idx="332">
                <c:v>19.563867795215497</c:v>
              </c:pt>
              <c:pt idx="333">
                <c:v>19.563867795215497</c:v>
              </c:pt>
              <c:pt idx="334">
                <c:v>19.563867795215497</c:v>
              </c:pt>
              <c:pt idx="335">
                <c:v>19.563867795215497</c:v>
              </c:pt>
              <c:pt idx="336">
                <c:v>19.563867795215497</c:v>
              </c:pt>
              <c:pt idx="337">
                <c:v>19.563867795215497</c:v>
              </c:pt>
              <c:pt idx="338">
                <c:v>19.563867795215497</c:v>
              </c:pt>
              <c:pt idx="339">
                <c:v>19.563867795215497</c:v>
              </c:pt>
              <c:pt idx="340">
                <c:v>19.563867795215497</c:v>
              </c:pt>
              <c:pt idx="341">
                <c:v>19.563867795215497</c:v>
              </c:pt>
              <c:pt idx="342">
                <c:v>19.563867795215497</c:v>
              </c:pt>
              <c:pt idx="343">
                <c:v>19.563867795215497</c:v>
              </c:pt>
              <c:pt idx="344">
                <c:v>19.563867795215497</c:v>
              </c:pt>
              <c:pt idx="345">
                <c:v>19.563867795215497</c:v>
              </c:pt>
              <c:pt idx="346">
                <c:v>19.563867795215497</c:v>
              </c:pt>
              <c:pt idx="347">
                <c:v>19.563867795215497</c:v>
              </c:pt>
              <c:pt idx="348">
                <c:v>19.563867795215497</c:v>
              </c:pt>
              <c:pt idx="349">
                <c:v>19.563867795215497</c:v>
              </c:pt>
              <c:pt idx="350">
                <c:v>19.563867795215497</c:v>
              </c:pt>
              <c:pt idx="351">
                <c:v>19.563867795215497</c:v>
              </c:pt>
              <c:pt idx="352">
                <c:v>19.563867795215497</c:v>
              </c:pt>
              <c:pt idx="353">
                <c:v>19.563867795215497</c:v>
              </c:pt>
              <c:pt idx="354">
                <c:v>19.563867795215497</c:v>
              </c:pt>
              <c:pt idx="355">
                <c:v>19.563867795215497</c:v>
              </c:pt>
              <c:pt idx="356">
                <c:v>19.563867795215497</c:v>
              </c:pt>
              <c:pt idx="357">
                <c:v>19.563867795215497</c:v>
              </c:pt>
              <c:pt idx="358">
                <c:v>19.563867795215497</c:v>
              </c:pt>
              <c:pt idx="359">
                <c:v>19.563867795215497</c:v>
              </c:pt>
              <c:pt idx="360">
                <c:v>19.563867795215497</c:v>
              </c:pt>
              <c:pt idx="361">
                <c:v>19.563867795215497</c:v>
              </c:pt>
              <c:pt idx="362">
                <c:v>19.563867795215497</c:v>
              </c:pt>
              <c:pt idx="363">
                <c:v>19.563867795215497</c:v>
              </c:pt>
              <c:pt idx="364">
                <c:v>19.563867795215497</c:v>
              </c:pt>
              <c:pt idx="365">
                <c:v>19.563867795215497</c:v>
              </c:pt>
              <c:pt idx="366">
                <c:v>19.563867795215497</c:v>
              </c:pt>
              <c:pt idx="367">
                <c:v>19.563867795215497</c:v>
              </c:pt>
              <c:pt idx="368">
                <c:v>19.563867795215497</c:v>
              </c:pt>
              <c:pt idx="369">
                <c:v>19.563867795215497</c:v>
              </c:pt>
              <c:pt idx="370">
                <c:v>19.563867795215497</c:v>
              </c:pt>
              <c:pt idx="371">
                <c:v>19.563867795215497</c:v>
              </c:pt>
              <c:pt idx="372">
                <c:v>19.563867795215497</c:v>
              </c:pt>
              <c:pt idx="373">
                <c:v>19.563867795215497</c:v>
              </c:pt>
              <c:pt idx="374">
                <c:v>19.563867795215497</c:v>
              </c:pt>
              <c:pt idx="375">
                <c:v>19.563867795215497</c:v>
              </c:pt>
              <c:pt idx="376">
                <c:v>19.563867795215497</c:v>
              </c:pt>
              <c:pt idx="377">
                <c:v>19.563867795215497</c:v>
              </c:pt>
              <c:pt idx="378">
                <c:v>19.563867795215497</c:v>
              </c:pt>
              <c:pt idx="379">
                <c:v>19.563867795215497</c:v>
              </c:pt>
              <c:pt idx="380">
                <c:v>19.563867795215497</c:v>
              </c:pt>
              <c:pt idx="381">
                <c:v>19.563867795215497</c:v>
              </c:pt>
              <c:pt idx="382">
                <c:v>19.563867795215497</c:v>
              </c:pt>
              <c:pt idx="383">
                <c:v>19.563867795215497</c:v>
              </c:pt>
              <c:pt idx="384">
                <c:v>19.563867795215497</c:v>
              </c:pt>
              <c:pt idx="385">
                <c:v>19.563867795215497</c:v>
              </c:pt>
              <c:pt idx="386">
                <c:v>19.563867795215497</c:v>
              </c:pt>
              <c:pt idx="387">
                <c:v>19.563867795215497</c:v>
              </c:pt>
              <c:pt idx="388">
                <c:v>19.563867795215497</c:v>
              </c:pt>
              <c:pt idx="389">
                <c:v>19.563867795215497</c:v>
              </c:pt>
              <c:pt idx="390">
                <c:v>19.563867795215497</c:v>
              </c:pt>
              <c:pt idx="391">
                <c:v>19.563867795215497</c:v>
              </c:pt>
              <c:pt idx="392">
                <c:v>19.563867795215497</c:v>
              </c:pt>
              <c:pt idx="393">
                <c:v>19.563867795215497</c:v>
              </c:pt>
              <c:pt idx="394">
                <c:v>19.563867795215497</c:v>
              </c:pt>
              <c:pt idx="395">
                <c:v>19.563867795215497</c:v>
              </c:pt>
              <c:pt idx="396">
                <c:v>19.563867795215497</c:v>
              </c:pt>
              <c:pt idx="397">
                <c:v>19.563867795215497</c:v>
              </c:pt>
              <c:pt idx="398">
                <c:v>19.563867795215497</c:v>
              </c:pt>
              <c:pt idx="399">
                <c:v>19.563867795215497</c:v>
              </c:pt>
              <c:pt idx="400">
                <c:v>19.563867795215497</c:v>
              </c:pt>
              <c:pt idx="401">
                <c:v>19.563867795215497</c:v>
              </c:pt>
              <c:pt idx="402">
                <c:v>19.563867795215497</c:v>
              </c:pt>
              <c:pt idx="403">
                <c:v>19.563867795215497</c:v>
              </c:pt>
              <c:pt idx="404">
                <c:v>19.563867795215497</c:v>
              </c:pt>
              <c:pt idx="405">
                <c:v>19.563867795215497</c:v>
              </c:pt>
              <c:pt idx="406">
                <c:v>19.563867795215497</c:v>
              </c:pt>
              <c:pt idx="407">
                <c:v>19.563867795215497</c:v>
              </c:pt>
              <c:pt idx="408">
                <c:v>19.563867795215497</c:v>
              </c:pt>
              <c:pt idx="409">
                <c:v>19.563867795215497</c:v>
              </c:pt>
              <c:pt idx="410">
                <c:v>19.563867795215497</c:v>
              </c:pt>
              <c:pt idx="411">
                <c:v>19.563867795215497</c:v>
              </c:pt>
              <c:pt idx="412">
                <c:v>19.563867795215497</c:v>
              </c:pt>
              <c:pt idx="413">
                <c:v>19.563867795215497</c:v>
              </c:pt>
              <c:pt idx="414">
                <c:v>19.563867795215497</c:v>
              </c:pt>
              <c:pt idx="415">
                <c:v>19.563867795215497</c:v>
              </c:pt>
              <c:pt idx="416">
                <c:v>19.563867795215497</c:v>
              </c:pt>
              <c:pt idx="417">
                <c:v>19.563867795215497</c:v>
              </c:pt>
              <c:pt idx="418">
                <c:v>19.563867795215497</c:v>
              </c:pt>
              <c:pt idx="419">
                <c:v>19.563867795215497</c:v>
              </c:pt>
              <c:pt idx="420">
                <c:v>19.563867795215497</c:v>
              </c:pt>
              <c:pt idx="421">
                <c:v>19.563867795215497</c:v>
              </c:pt>
              <c:pt idx="422">
                <c:v>19.563867795215497</c:v>
              </c:pt>
              <c:pt idx="423">
                <c:v>19.563867795215497</c:v>
              </c:pt>
              <c:pt idx="424">
                <c:v>19.563867795215497</c:v>
              </c:pt>
              <c:pt idx="425">
                <c:v>19.563867795215497</c:v>
              </c:pt>
              <c:pt idx="426">
                <c:v>19.563867795215497</c:v>
              </c:pt>
              <c:pt idx="427">
                <c:v>19.563867795215497</c:v>
              </c:pt>
              <c:pt idx="428">
                <c:v>19.563867795215497</c:v>
              </c:pt>
              <c:pt idx="429">
                <c:v>19.563867795215497</c:v>
              </c:pt>
              <c:pt idx="430">
                <c:v>19.563867795215497</c:v>
              </c:pt>
              <c:pt idx="431">
                <c:v>19.563867795215497</c:v>
              </c:pt>
              <c:pt idx="432">
                <c:v>19.563867795215497</c:v>
              </c:pt>
              <c:pt idx="433">
                <c:v>19.563867795215497</c:v>
              </c:pt>
              <c:pt idx="434">
                <c:v>19.563867795215497</c:v>
              </c:pt>
              <c:pt idx="435">
                <c:v>19.563867795215497</c:v>
              </c:pt>
              <c:pt idx="436">
                <c:v>19.563867795215497</c:v>
              </c:pt>
              <c:pt idx="437">
                <c:v>19.563867795215497</c:v>
              </c:pt>
              <c:pt idx="438">
                <c:v>19.563867795215497</c:v>
              </c:pt>
              <c:pt idx="439">
                <c:v>19.563867795215497</c:v>
              </c:pt>
              <c:pt idx="440">
                <c:v>19.563867795215497</c:v>
              </c:pt>
              <c:pt idx="441">
                <c:v>19.563867795215497</c:v>
              </c:pt>
              <c:pt idx="442">
                <c:v>19.563867795215497</c:v>
              </c:pt>
              <c:pt idx="443">
                <c:v>19.563867795215497</c:v>
              </c:pt>
              <c:pt idx="444">
                <c:v>19.563867795215497</c:v>
              </c:pt>
              <c:pt idx="445">
                <c:v>19.563867795215497</c:v>
              </c:pt>
              <c:pt idx="446">
                <c:v>19.563867795215497</c:v>
              </c:pt>
              <c:pt idx="447">
                <c:v>19.563867795215497</c:v>
              </c:pt>
            </c:numLit>
          </c:xVal>
          <c:yVal>
            <c:numLit>
              <c:formatCode>0.0</c:formatCode>
              <c:ptCount val="448"/>
              <c:pt idx="0">
                <c:v>0.4463912493185715</c:v>
              </c:pt>
              <c:pt idx="1">
                <c:v>0.4463912493185715</c:v>
              </c:pt>
              <c:pt idx="2">
                <c:v>0.4463912493185715</c:v>
              </c:pt>
              <c:pt idx="3">
                <c:v>0.4463912493185715</c:v>
              </c:pt>
              <c:pt idx="4">
                <c:v>0.4463912493185715</c:v>
              </c:pt>
              <c:pt idx="5">
                <c:v>0.4463912493185715</c:v>
              </c:pt>
              <c:pt idx="6">
                <c:v>0.4463912493185715</c:v>
              </c:pt>
              <c:pt idx="7">
                <c:v>0.4463912493185715</c:v>
              </c:pt>
              <c:pt idx="8">
                <c:v>0.4463912493185715</c:v>
              </c:pt>
              <c:pt idx="9">
                <c:v>0.4463912493185715</c:v>
              </c:pt>
              <c:pt idx="10">
                <c:v>0.4463912493185715</c:v>
              </c:pt>
              <c:pt idx="11">
                <c:v>0.4463912493185715</c:v>
              </c:pt>
              <c:pt idx="12">
                <c:v>0.4463912493185715</c:v>
              </c:pt>
              <c:pt idx="13">
                <c:v>0.4463912493185715</c:v>
              </c:pt>
              <c:pt idx="14">
                <c:v>0.4463912493185715</c:v>
              </c:pt>
              <c:pt idx="15">
                <c:v>0.4463912493185715</c:v>
              </c:pt>
              <c:pt idx="16">
                <c:v>0.4463912493185715</c:v>
              </c:pt>
              <c:pt idx="17">
                <c:v>0.4463912493185715</c:v>
              </c:pt>
              <c:pt idx="18">
                <c:v>0.4463912493185715</c:v>
              </c:pt>
              <c:pt idx="19">
                <c:v>0.4463912493185715</c:v>
              </c:pt>
              <c:pt idx="20">
                <c:v>0.4463912493185715</c:v>
              </c:pt>
              <c:pt idx="21">
                <c:v>0.4463912493185715</c:v>
              </c:pt>
              <c:pt idx="22">
                <c:v>0.4463912493185715</c:v>
              </c:pt>
              <c:pt idx="23">
                <c:v>0.4463912493185715</c:v>
              </c:pt>
              <c:pt idx="24">
                <c:v>0.4463912493185715</c:v>
              </c:pt>
              <c:pt idx="25">
                <c:v>0.4463912493185715</c:v>
              </c:pt>
              <c:pt idx="26">
                <c:v>0.4463912493185715</c:v>
              </c:pt>
              <c:pt idx="27">
                <c:v>0.4463912493185715</c:v>
              </c:pt>
              <c:pt idx="28">
                <c:v>0.4463912493185715</c:v>
              </c:pt>
              <c:pt idx="29">
                <c:v>0.4463912493185715</c:v>
              </c:pt>
              <c:pt idx="30">
                <c:v>0.4463912493185715</c:v>
              </c:pt>
              <c:pt idx="31">
                <c:v>0.4463912493185715</c:v>
              </c:pt>
              <c:pt idx="32">
                <c:v>0.4463912493185715</c:v>
              </c:pt>
              <c:pt idx="33">
                <c:v>0.4463912493185715</c:v>
              </c:pt>
              <c:pt idx="34">
                <c:v>0.4463912493185715</c:v>
              </c:pt>
              <c:pt idx="35">
                <c:v>0.4463912493185715</c:v>
              </c:pt>
              <c:pt idx="36">
                <c:v>0.4463912493185715</c:v>
              </c:pt>
              <c:pt idx="37">
                <c:v>0.4463912493185715</c:v>
              </c:pt>
              <c:pt idx="38">
                <c:v>0.4463912493185715</c:v>
              </c:pt>
              <c:pt idx="39">
                <c:v>0.4463912493185715</c:v>
              </c:pt>
              <c:pt idx="40">
                <c:v>0.4463912493185715</c:v>
              </c:pt>
              <c:pt idx="41">
                <c:v>0.4463912493185715</c:v>
              </c:pt>
              <c:pt idx="42">
                <c:v>0.4463912493185715</c:v>
              </c:pt>
              <c:pt idx="43">
                <c:v>0.4463912493185715</c:v>
              </c:pt>
              <c:pt idx="44">
                <c:v>0.4463912493185715</c:v>
              </c:pt>
              <c:pt idx="45">
                <c:v>0.4463912493185715</c:v>
              </c:pt>
              <c:pt idx="46">
                <c:v>0.4463912493185715</c:v>
              </c:pt>
              <c:pt idx="47">
                <c:v>0.4463912493185715</c:v>
              </c:pt>
              <c:pt idx="48">
                <c:v>0.4463912493185715</c:v>
              </c:pt>
              <c:pt idx="49">
                <c:v>0.4463912493185715</c:v>
              </c:pt>
              <c:pt idx="50">
                <c:v>0.4463912493185715</c:v>
              </c:pt>
              <c:pt idx="51">
                <c:v>0.4463912493185715</c:v>
              </c:pt>
              <c:pt idx="52">
                <c:v>0.4463912493185715</c:v>
              </c:pt>
              <c:pt idx="53">
                <c:v>0.4463912493185715</c:v>
              </c:pt>
              <c:pt idx="54">
                <c:v>0.4463912493185715</c:v>
              </c:pt>
              <c:pt idx="55">
                <c:v>0.4463912493185715</c:v>
              </c:pt>
              <c:pt idx="56">
                <c:v>0.4463912493185715</c:v>
              </c:pt>
              <c:pt idx="57">
                <c:v>0.4463912493185715</c:v>
              </c:pt>
              <c:pt idx="58">
                <c:v>0.4463912493185715</c:v>
              </c:pt>
              <c:pt idx="59">
                <c:v>0.4463912493185715</c:v>
              </c:pt>
              <c:pt idx="60">
                <c:v>0.4463912493185715</c:v>
              </c:pt>
              <c:pt idx="61">
                <c:v>0.4463912493185715</c:v>
              </c:pt>
              <c:pt idx="62">
                <c:v>0.4463912493185715</c:v>
              </c:pt>
              <c:pt idx="63">
                <c:v>0.4463912493185715</c:v>
              </c:pt>
              <c:pt idx="64">
                <c:v>0.4463912493185715</c:v>
              </c:pt>
              <c:pt idx="65">
                <c:v>0.4463912493185715</c:v>
              </c:pt>
              <c:pt idx="66">
                <c:v>0.4463912493185715</c:v>
              </c:pt>
              <c:pt idx="67">
                <c:v>0.4463912493185715</c:v>
              </c:pt>
              <c:pt idx="68">
                <c:v>0.4463912493185715</c:v>
              </c:pt>
              <c:pt idx="69">
                <c:v>0.4463912493185715</c:v>
              </c:pt>
              <c:pt idx="70">
                <c:v>0.4463912493185715</c:v>
              </c:pt>
              <c:pt idx="71">
                <c:v>0.4463912493185715</c:v>
              </c:pt>
              <c:pt idx="72">
                <c:v>0.4463912493185715</c:v>
              </c:pt>
              <c:pt idx="73">
                <c:v>0.4463912493185715</c:v>
              </c:pt>
              <c:pt idx="74">
                <c:v>0.4463912493185715</c:v>
              </c:pt>
              <c:pt idx="75">
                <c:v>0.4463912493185715</c:v>
              </c:pt>
              <c:pt idx="76">
                <c:v>0.4463912493185715</c:v>
              </c:pt>
              <c:pt idx="77">
                <c:v>0.4463912493185715</c:v>
              </c:pt>
              <c:pt idx="78">
                <c:v>0.4463912493185715</c:v>
              </c:pt>
              <c:pt idx="79">
                <c:v>0.4463912493185715</c:v>
              </c:pt>
              <c:pt idx="80">
                <c:v>0.4463912493185715</c:v>
              </c:pt>
              <c:pt idx="81">
                <c:v>0.4463912493185715</c:v>
              </c:pt>
              <c:pt idx="82">
                <c:v>0.4463912493185715</c:v>
              </c:pt>
              <c:pt idx="83">
                <c:v>0.4463912493185715</c:v>
              </c:pt>
              <c:pt idx="84">
                <c:v>0.4463912493185715</c:v>
              </c:pt>
              <c:pt idx="85">
                <c:v>0.4463912493185715</c:v>
              </c:pt>
              <c:pt idx="86">
                <c:v>0.4463912493185715</c:v>
              </c:pt>
              <c:pt idx="87">
                <c:v>0.4463912493185715</c:v>
              </c:pt>
              <c:pt idx="88">
                <c:v>0.4463912493185715</c:v>
              </c:pt>
              <c:pt idx="89">
                <c:v>0.4463912493185715</c:v>
              </c:pt>
              <c:pt idx="90">
                <c:v>0.4463912493185715</c:v>
              </c:pt>
              <c:pt idx="91">
                <c:v>0.4463912493185715</c:v>
              </c:pt>
              <c:pt idx="92">
                <c:v>0.4463912493185715</c:v>
              </c:pt>
              <c:pt idx="93">
                <c:v>0.4463912493185715</c:v>
              </c:pt>
              <c:pt idx="94">
                <c:v>0.4463912493185715</c:v>
              </c:pt>
              <c:pt idx="95">
                <c:v>0.4463912493185715</c:v>
              </c:pt>
              <c:pt idx="96">
                <c:v>0.4463912493185715</c:v>
              </c:pt>
              <c:pt idx="97">
                <c:v>0.4463912493185715</c:v>
              </c:pt>
              <c:pt idx="98">
                <c:v>0.4463912493185715</c:v>
              </c:pt>
              <c:pt idx="99">
                <c:v>0.4463912493185715</c:v>
              </c:pt>
              <c:pt idx="100">
                <c:v>0.4463912493185715</c:v>
              </c:pt>
              <c:pt idx="101">
                <c:v>0.4463912493185715</c:v>
              </c:pt>
              <c:pt idx="102">
                <c:v>0.4463912493185715</c:v>
              </c:pt>
              <c:pt idx="103">
                <c:v>0.4463912493185715</c:v>
              </c:pt>
              <c:pt idx="104">
                <c:v>0.4463912493185715</c:v>
              </c:pt>
              <c:pt idx="105">
                <c:v>0.4463912493185715</c:v>
              </c:pt>
              <c:pt idx="106">
                <c:v>0.4463912493185715</c:v>
              </c:pt>
              <c:pt idx="107">
                <c:v>0.4463912493185715</c:v>
              </c:pt>
              <c:pt idx="108">
                <c:v>0.4463912493185715</c:v>
              </c:pt>
              <c:pt idx="109">
                <c:v>0.4463912493185715</c:v>
              </c:pt>
              <c:pt idx="110">
                <c:v>0.4463912493185715</c:v>
              </c:pt>
              <c:pt idx="111">
                <c:v>0.4463912493185715</c:v>
              </c:pt>
              <c:pt idx="112">
                <c:v>0.4463912493185715</c:v>
              </c:pt>
              <c:pt idx="113">
                <c:v>0.4463912493185715</c:v>
              </c:pt>
              <c:pt idx="114">
                <c:v>0.4463912493185715</c:v>
              </c:pt>
              <c:pt idx="115">
                <c:v>0.4463912493185715</c:v>
              </c:pt>
              <c:pt idx="116">
                <c:v>0.4463912493185715</c:v>
              </c:pt>
              <c:pt idx="117">
                <c:v>0.4463912493185715</c:v>
              </c:pt>
              <c:pt idx="118">
                <c:v>0.4463912493185715</c:v>
              </c:pt>
              <c:pt idx="119">
                <c:v>0.4463912493185715</c:v>
              </c:pt>
              <c:pt idx="120">
                <c:v>0.4463912493185715</c:v>
              </c:pt>
              <c:pt idx="121">
                <c:v>0.4463912493185715</c:v>
              </c:pt>
              <c:pt idx="122">
                <c:v>0.4463912493185715</c:v>
              </c:pt>
              <c:pt idx="123">
                <c:v>0.4463912493185715</c:v>
              </c:pt>
              <c:pt idx="124">
                <c:v>0.4463912493185715</c:v>
              </c:pt>
              <c:pt idx="125">
                <c:v>0.4463912493185715</c:v>
              </c:pt>
              <c:pt idx="126">
                <c:v>0.4463912493185715</c:v>
              </c:pt>
              <c:pt idx="127">
                <c:v>0.4463912493185715</c:v>
              </c:pt>
              <c:pt idx="128">
                <c:v>0.4463912493185715</c:v>
              </c:pt>
              <c:pt idx="129">
                <c:v>0.4463912493185715</c:v>
              </c:pt>
              <c:pt idx="130">
                <c:v>0.4463912493185715</c:v>
              </c:pt>
              <c:pt idx="131">
                <c:v>0.4463912493185715</c:v>
              </c:pt>
              <c:pt idx="132">
                <c:v>0.4463912493185715</c:v>
              </c:pt>
              <c:pt idx="133">
                <c:v>0.4463912493185715</c:v>
              </c:pt>
              <c:pt idx="134">
                <c:v>0.4463912493185715</c:v>
              </c:pt>
              <c:pt idx="135">
                <c:v>0.4463912493185715</c:v>
              </c:pt>
              <c:pt idx="136">
                <c:v>0.4463912493185715</c:v>
              </c:pt>
              <c:pt idx="137">
                <c:v>0.4463912493185715</c:v>
              </c:pt>
              <c:pt idx="138">
                <c:v>0.4463912493185715</c:v>
              </c:pt>
              <c:pt idx="139">
                <c:v>0.4463912493185715</c:v>
              </c:pt>
              <c:pt idx="140">
                <c:v>0.4463912493185715</c:v>
              </c:pt>
              <c:pt idx="141">
                <c:v>0.4463912493185715</c:v>
              </c:pt>
              <c:pt idx="142">
                <c:v>0.4463912493185715</c:v>
              </c:pt>
              <c:pt idx="143">
                <c:v>0.4463912493185715</c:v>
              </c:pt>
              <c:pt idx="144">
                <c:v>0.4463912493185715</c:v>
              </c:pt>
              <c:pt idx="145">
                <c:v>0.4463912493185715</c:v>
              </c:pt>
              <c:pt idx="146">
                <c:v>0.4463912493185715</c:v>
              </c:pt>
              <c:pt idx="147">
                <c:v>0.4463912493185715</c:v>
              </c:pt>
              <c:pt idx="148">
                <c:v>0.4463912493185715</c:v>
              </c:pt>
              <c:pt idx="149">
                <c:v>0.4463912493185715</c:v>
              </c:pt>
              <c:pt idx="150">
                <c:v>0.4463912493185715</c:v>
              </c:pt>
              <c:pt idx="151">
                <c:v>0.4463912493185715</c:v>
              </c:pt>
              <c:pt idx="152">
                <c:v>0.4463912493185715</c:v>
              </c:pt>
              <c:pt idx="153">
                <c:v>0.4463912493185715</c:v>
              </c:pt>
              <c:pt idx="154">
                <c:v>0.4463912493185715</c:v>
              </c:pt>
              <c:pt idx="155">
                <c:v>0.4463912493185715</c:v>
              </c:pt>
              <c:pt idx="156">
                <c:v>0.4463912493185715</c:v>
              </c:pt>
              <c:pt idx="157">
                <c:v>0.4463912493185715</c:v>
              </c:pt>
              <c:pt idx="158">
                <c:v>0.4463912493185715</c:v>
              </c:pt>
              <c:pt idx="159">
                <c:v>0.4463912493185715</c:v>
              </c:pt>
              <c:pt idx="160">
                <c:v>0.4463912493185715</c:v>
              </c:pt>
              <c:pt idx="161">
                <c:v>0.4463912493185715</c:v>
              </c:pt>
              <c:pt idx="162">
                <c:v>0.4463912493185715</c:v>
              </c:pt>
              <c:pt idx="163">
                <c:v>0.4463912493185715</c:v>
              </c:pt>
              <c:pt idx="164">
                <c:v>0.4463912493185715</c:v>
              </c:pt>
              <c:pt idx="165">
                <c:v>0.4463912493185715</c:v>
              </c:pt>
              <c:pt idx="166">
                <c:v>0.4463912493185715</c:v>
              </c:pt>
              <c:pt idx="167">
                <c:v>0.4463912493185715</c:v>
              </c:pt>
              <c:pt idx="168">
                <c:v>0.4463912493185715</c:v>
              </c:pt>
              <c:pt idx="169">
                <c:v>0.4463912493185715</c:v>
              </c:pt>
              <c:pt idx="170">
                <c:v>0.4463912493185715</c:v>
              </c:pt>
              <c:pt idx="171">
                <c:v>0.4463912493185715</c:v>
              </c:pt>
              <c:pt idx="172">
                <c:v>0.4463912493185715</c:v>
              </c:pt>
              <c:pt idx="173">
                <c:v>0.4463912493185715</c:v>
              </c:pt>
              <c:pt idx="174">
                <c:v>0.4463912493185715</c:v>
              </c:pt>
              <c:pt idx="175">
                <c:v>0.4463912493185715</c:v>
              </c:pt>
              <c:pt idx="176">
                <c:v>0.4463912493185715</c:v>
              </c:pt>
              <c:pt idx="177">
                <c:v>0.4463912493185715</c:v>
              </c:pt>
              <c:pt idx="178">
                <c:v>0.4463912493185715</c:v>
              </c:pt>
              <c:pt idx="179">
                <c:v>0.4463912493185715</c:v>
              </c:pt>
              <c:pt idx="180">
                <c:v>0.4463912493185715</c:v>
              </c:pt>
              <c:pt idx="181">
                <c:v>0.4463912493185715</c:v>
              </c:pt>
              <c:pt idx="182">
                <c:v>0.4463912493185715</c:v>
              </c:pt>
              <c:pt idx="183">
                <c:v>0.4463912493185715</c:v>
              </c:pt>
              <c:pt idx="184">
                <c:v>0.4463912493185715</c:v>
              </c:pt>
              <c:pt idx="185">
                <c:v>0.4463912493185715</c:v>
              </c:pt>
              <c:pt idx="186">
                <c:v>0.4463912493185715</c:v>
              </c:pt>
              <c:pt idx="187">
                <c:v>0.4463912493185715</c:v>
              </c:pt>
              <c:pt idx="188">
                <c:v>0.4463912493185715</c:v>
              </c:pt>
              <c:pt idx="189">
                <c:v>0.4463912493185715</c:v>
              </c:pt>
              <c:pt idx="190">
                <c:v>0.4463912493185715</c:v>
              </c:pt>
              <c:pt idx="191">
                <c:v>0.4463912493185715</c:v>
              </c:pt>
              <c:pt idx="192">
                <c:v>0.4463912493185715</c:v>
              </c:pt>
              <c:pt idx="193">
                <c:v>0.4463912493185715</c:v>
              </c:pt>
              <c:pt idx="194">
                <c:v>0.4463912493185715</c:v>
              </c:pt>
              <c:pt idx="195">
                <c:v>0.4463912493185715</c:v>
              </c:pt>
              <c:pt idx="196">
                <c:v>0.4463912493185715</c:v>
              </c:pt>
              <c:pt idx="197">
                <c:v>0.4463912493185715</c:v>
              </c:pt>
              <c:pt idx="198">
                <c:v>0.4463912493185715</c:v>
              </c:pt>
              <c:pt idx="199">
                <c:v>0.4463912493185715</c:v>
              </c:pt>
              <c:pt idx="200">
                <c:v>0.4463912493185715</c:v>
              </c:pt>
              <c:pt idx="201">
                <c:v>0.4463912493185715</c:v>
              </c:pt>
              <c:pt idx="202">
                <c:v>0.4463912493185715</c:v>
              </c:pt>
              <c:pt idx="203">
                <c:v>0.4463912493185715</c:v>
              </c:pt>
              <c:pt idx="204">
                <c:v>0.4463912493185715</c:v>
              </c:pt>
              <c:pt idx="205">
                <c:v>0.4463912493185715</c:v>
              </c:pt>
              <c:pt idx="206">
                <c:v>0.4463912493185715</c:v>
              </c:pt>
              <c:pt idx="207">
                <c:v>0.4463912493185715</c:v>
              </c:pt>
              <c:pt idx="208">
                <c:v>0.4463912493185715</c:v>
              </c:pt>
              <c:pt idx="209">
                <c:v>0.4463912493185715</c:v>
              </c:pt>
              <c:pt idx="210">
                <c:v>0.4463912493185715</c:v>
              </c:pt>
              <c:pt idx="211">
                <c:v>0.4463912493185715</c:v>
              </c:pt>
              <c:pt idx="212">
                <c:v>0.4463912493185715</c:v>
              </c:pt>
              <c:pt idx="213">
                <c:v>0.4463912493185715</c:v>
              </c:pt>
              <c:pt idx="214">
                <c:v>0.4463912493185715</c:v>
              </c:pt>
              <c:pt idx="215">
                <c:v>0.4463912493185715</c:v>
              </c:pt>
              <c:pt idx="216">
                <c:v>0.4463912493185715</c:v>
              </c:pt>
              <c:pt idx="217">
                <c:v>0.4463912493185715</c:v>
              </c:pt>
              <c:pt idx="218">
                <c:v>0.4463912493185715</c:v>
              </c:pt>
              <c:pt idx="219">
                <c:v>0.4463912493185715</c:v>
              </c:pt>
              <c:pt idx="220">
                <c:v>0.4463912493185715</c:v>
              </c:pt>
              <c:pt idx="221">
                <c:v>0.4463912493185715</c:v>
              </c:pt>
              <c:pt idx="222">
                <c:v>0.4463912493185715</c:v>
              </c:pt>
              <c:pt idx="223">
                <c:v>0.4463912493185715</c:v>
              </c:pt>
              <c:pt idx="224">
                <c:v>0.4463912493185715</c:v>
              </c:pt>
              <c:pt idx="225">
                <c:v>0.4463912493185715</c:v>
              </c:pt>
              <c:pt idx="226">
                <c:v>0.4463912493185715</c:v>
              </c:pt>
              <c:pt idx="227">
                <c:v>0.4463912493185715</c:v>
              </c:pt>
              <c:pt idx="228">
                <c:v>0.4463912493185715</c:v>
              </c:pt>
              <c:pt idx="229">
                <c:v>0.4463912493185715</c:v>
              </c:pt>
              <c:pt idx="230">
                <c:v>0.4463912493185715</c:v>
              </c:pt>
              <c:pt idx="231">
                <c:v>0.4463912493185715</c:v>
              </c:pt>
              <c:pt idx="232">
                <c:v>0.4463912493185715</c:v>
              </c:pt>
              <c:pt idx="233">
                <c:v>0.4463912493185715</c:v>
              </c:pt>
              <c:pt idx="234">
                <c:v>0.4463912493185715</c:v>
              </c:pt>
              <c:pt idx="235">
                <c:v>0.4463912493185715</c:v>
              </c:pt>
              <c:pt idx="236">
                <c:v>0.4463912493185715</c:v>
              </c:pt>
              <c:pt idx="237">
                <c:v>0.4463912493185715</c:v>
              </c:pt>
              <c:pt idx="238">
                <c:v>0.4463912493185715</c:v>
              </c:pt>
              <c:pt idx="239">
                <c:v>0.4463912493185715</c:v>
              </c:pt>
              <c:pt idx="240">
                <c:v>0.4463912493185715</c:v>
              </c:pt>
              <c:pt idx="241">
                <c:v>0.4463912493185715</c:v>
              </c:pt>
              <c:pt idx="242">
                <c:v>0.4463912493185715</c:v>
              </c:pt>
              <c:pt idx="243">
                <c:v>0.4463912493185715</c:v>
              </c:pt>
              <c:pt idx="244">
                <c:v>0.4463912493185715</c:v>
              </c:pt>
              <c:pt idx="245">
                <c:v>0.4463912493185715</c:v>
              </c:pt>
              <c:pt idx="246">
                <c:v>0.4463912493185715</c:v>
              </c:pt>
              <c:pt idx="247">
                <c:v>0.4463912493185715</c:v>
              </c:pt>
              <c:pt idx="248">
                <c:v>0.4463912493185715</c:v>
              </c:pt>
              <c:pt idx="249">
                <c:v>0.4463912493185715</c:v>
              </c:pt>
              <c:pt idx="250">
                <c:v>0.4463912493185715</c:v>
              </c:pt>
              <c:pt idx="251">
                <c:v>0.4463912493185715</c:v>
              </c:pt>
              <c:pt idx="252">
                <c:v>0.4463912493185715</c:v>
              </c:pt>
              <c:pt idx="253">
                <c:v>0.4463912493185715</c:v>
              </c:pt>
              <c:pt idx="254">
                <c:v>0.4463912493185715</c:v>
              </c:pt>
              <c:pt idx="255">
                <c:v>0.4463912493185715</c:v>
              </c:pt>
              <c:pt idx="256">
                <c:v>0.4463912493185715</c:v>
              </c:pt>
              <c:pt idx="257">
                <c:v>0.4463912493185715</c:v>
              </c:pt>
              <c:pt idx="258">
                <c:v>0.4463912493185715</c:v>
              </c:pt>
              <c:pt idx="259">
                <c:v>0.4463912493185715</c:v>
              </c:pt>
              <c:pt idx="260">
                <c:v>0.4463912493185715</c:v>
              </c:pt>
              <c:pt idx="261">
                <c:v>0.4463912493185715</c:v>
              </c:pt>
              <c:pt idx="262">
                <c:v>0.4463912493185715</c:v>
              </c:pt>
              <c:pt idx="263">
                <c:v>0.4463912493185715</c:v>
              </c:pt>
              <c:pt idx="264">
                <c:v>0.4463912493185715</c:v>
              </c:pt>
              <c:pt idx="265">
                <c:v>0.4463912493185715</c:v>
              </c:pt>
              <c:pt idx="266">
                <c:v>0.4463912493185715</c:v>
              </c:pt>
              <c:pt idx="267">
                <c:v>0.4463912493185715</c:v>
              </c:pt>
              <c:pt idx="268">
                <c:v>0.4463912493185715</c:v>
              </c:pt>
              <c:pt idx="269">
                <c:v>0.4463912493185715</c:v>
              </c:pt>
              <c:pt idx="270">
                <c:v>0.4463912493185715</c:v>
              </c:pt>
              <c:pt idx="271">
                <c:v>0.4463912493185715</c:v>
              </c:pt>
              <c:pt idx="272">
                <c:v>0.4463912493185715</c:v>
              </c:pt>
              <c:pt idx="273">
                <c:v>0.4463912493185715</c:v>
              </c:pt>
              <c:pt idx="274">
                <c:v>0.4463912493185715</c:v>
              </c:pt>
              <c:pt idx="275">
                <c:v>0.4463912493185715</c:v>
              </c:pt>
              <c:pt idx="276">
                <c:v>0.4463912493185715</c:v>
              </c:pt>
              <c:pt idx="277">
                <c:v>0.4463912493185715</c:v>
              </c:pt>
              <c:pt idx="278">
                <c:v>0.4463912493185715</c:v>
              </c:pt>
              <c:pt idx="279">
                <c:v>0.4463912493185715</c:v>
              </c:pt>
              <c:pt idx="280">
                <c:v>0.4463912493185715</c:v>
              </c:pt>
              <c:pt idx="281">
                <c:v>0.4463912493185715</c:v>
              </c:pt>
              <c:pt idx="282">
                <c:v>0.4463912493185715</c:v>
              </c:pt>
              <c:pt idx="283">
                <c:v>0.4463912493185715</c:v>
              </c:pt>
              <c:pt idx="284">
                <c:v>0.4463912493185715</c:v>
              </c:pt>
              <c:pt idx="285">
                <c:v>0.4463912493185715</c:v>
              </c:pt>
              <c:pt idx="286">
                <c:v>0.4463912493185715</c:v>
              </c:pt>
              <c:pt idx="287">
                <c:v>0.4463912493185715</c:v>
              </c:pt>
              <c:pt idx="288">
                <c:v>0.4463912493185715</c:v>
              </c:pt>
              <c:pt idx="289">
                <c:v>0.4463912493185715</c:v>
              </c:pt>
              <c:pt idx="290">
                <c:v>0.4463912493185715</c:v>
              </c:pt>
              <c:pt idx="291">
                <c:v>0.4463912493185715</c:v>
              </c:pt>
              <c:pt idx="292">
                <c:v>0.4463912493185715</c:v>
              </c:pt>
              <c:pt idx="293">
                <c:v>0.4463912493185715</c:v>
              </c:pt>
              <c:pt idx="294">
                <c:v>0.4463912493185715</c:v>
              </c:pt>
              <c:pt idx="295">
                <c:v>0.4463912493185715</c:v>
              </c:pt>
              <c:pt idx="296">
                <c:v>0.4463912493185715</c:v>
              </c:pt>
              <c:pt idx="297">
                <c:v>0.4463912493185715</c:v>
              </c:pt>
              <c:pt idx="298">
                <c:v>0.4463912493185715</c:v>
              </c:pt>
              <c:pt idx="299">
                <c:v>0.4463912493185715</c:v>
              </c:pt>
              <c:pt idx="300">
                <c:v>0.4463912493185715</c:v>
              </c:pt>
              <c:pt idx="301">
                <c:v>0.4463912493185715</c:v>
              </c:pt>
              <c:pt idx="302">
                <c:v>0.4463912493185715</c:v>
              </c:pt>
              <c:pt idx="303">
                <c:v>0.4463912493185715</c:v>
              </c:pt>
              <c:pt idx="304">
                <c:v>0.4463912493185715</c:v>
              </c:pt>
              <c:pt idx="305">
                <c:v>0.4463912493185715</c:v>
              </c:pt>
              <c:pt idx="306">
                <c:v>0.4463912493185715</c:v>
              </c:pt>
              <c:pt idx="307">
                <c:v>0.4463912493185715</c:v>
              </c:pt>
              <c:pt idx="308">
                <c:v>0.4463912493185715</c:v>
              </c:pt>
              <c:pt idx="309">
                <c:v>0.4463912493185715</c:v>
              </c:pt>
              <c:pt idx="310">
                <c:v>0.4463912493185715</c:v>
              </c:pt>
              <c:pt idx="311">
                <c:v>0.4463912493185715</c:v>
              </c:pt>
              <c:pt idx="312">
                <c:v>0.4463912493185715</c:v>
              </c:pt>
              <c:pt idx="313">
                <c:v>0.4463912493185715</c:v>
              </c:pt>
              <c:pt idx="314">
                <c:v>0.4463912493185715</c:v>
              </c:pt>
              <c:pt idx="315">
                <c:v>0.4463912493185715</c:v>
              </c:pt>
              <c:pt idx="316">
                <c:v>0.4463912493185715</c:v>
              </c:pt>
              <c:pt idx="317">
                <c:v>0.4463912493185715</c:v>
              </c:pt>
              <c:pt idx="318">
                <c:v>0.4463912493185715</c:v>
              </c:pt>
              <c:pt idx="319">
                <c:v>0.4463912493185715</c:v>
              </c:pt>
              <c:pt idx="320">
                <c:v>0.4463912493185715</c:v>
              </c:pt>
              <c:pt idx="321">
                <c:v>0.4463912493185715</c:v>
              </c:pt>
              <c:pt idx="322">
                <c:v>0.4463912493185715</c:v>
              </c:pt>
              <c:pt idx="323">
                <c:v>0.4463912493185715</c:v>
              </c:pt>
              <c:pt idx="324">
                <c:v>0.4463912493185715</c:v>
              </c:pt>
              <c:pt idx="325">
                <c:v>0.4463912493185715</c:v>
              </c:pt>
              <c:pt idx="326">
                <c:v>0.4463912493185715</c:v>
              </c:pt>
              <c:pt idx="327">
                <c:v>0.4463912493185715</c:v>
              </c:pt>
              <c:pt idx="328">
                <c:v>0.4463912493185715</c:v>
              </c:pt>
              <c:pt idx="329">
                <c:v>0.4463912493185715</c:v>
              </c:pt>
              <c:pt idx="330">
                <c:v>0.4463912493185715</c:v>
              </c:pt>
              <c:pt idx="331">
                <c:v>0.4463912493185715</c:v>
              </c:pt>
              <c:pt idx="332">
                <c:v>0.4463912493185715</c:v>
              </c:pt>
              <c:pt idx="333">
                <c:v>0.4463912493185715</c:v>
              </c:pt>
              <c:pt idx="334">
                <c:v>0.4463912493185715</c:v>
              </c:pt>
              <c:pt idx="335">
                <c:v>0.4463912493185715</c:v>
              </c:pt>
              <c:pt idx="336">
                <c:v>0.4463912493185715</c:v>
              </c:pt>
              <c:pt idx="337">
                <c:v>0.4463912493185715</c:v>
              </c:pt>
              <c:pt idx="338">
                <c:v>0.4463912493185715</c:v>
              </c:pt>
              <c:pt idx="339">
                <c:v>0.4463912493185715</c:v>
              </c:pt>
              <c:pt idx="340">
                <c:v>0.4463912493185715</c:v>
              </c:pt>
              <c:pt idx="341">
                <c:v>0.4463912493185715</c:v>
              </c:pt>
              <c:pt idx="342">
                <c:v>0.4463912493185715</c:v>
              </c:pt>
              <c:pt idx="343">
                <c:v>0.4463912493185715</c:v>
              </c:pt>
              <c:pt idx="344">
                <c:v>0.4463912493185715</c:v>
              </c:pt>
              <c:pt idx="345">
                <c:v>0.4463912493185715</c:v>
              </c:pt>
              <c:pt idx="346">
                <c:v>0.4463912493185715</c:v>
              </c:pt>
              <c:pt idx="347">
                <c:v>0.4463912493185715</c:v>
              </c:pt>
              <c:pt idx="348">
                <c:v>0.4463912493185715</c:v>
              </c:pt>
              <c:pt idx="349">
                <c:v>0.4463912493185715</c:v>
              </c:pt>
              <c:pt idx="350">
                <c:v>0.4463912493185715</c:v>
              </c:pt>
              <c:pt idx="351">
                <c:v>0.4463912493185715</c:v>
              </c:pt>
              <c:pt idx="352">
                <c:v>0.4463912493185715</c:v>
              </c:pt>
              <c:pt idx="353">
                <c:v>0.4463912493185715</c:v>
              </c:pt>
              <c:pt idx="354">
                <c:v>0.4463912493185715</c:v>
              </c:pt>
              <c:pt idx="355">
                <c:v>0.4463912493185715</c:v>
              </c:pt>
              <c:pt idx="356">
                <c:v>0.4463912493185715</c:v>
              </c:pt>
              <c:pt idx="357">
                <c:v>0.4463912493185715</c:v>
              </c:pt>
              <c:pt idx="358">
                <c:v>0.4463912493185715</c:v>
              </c:pt>
              <c:pt idx="359">
                <c:v>0.4463912493185715</c:v>
              </c:pt>
              <c:pt idx="360">
                <c:v>0.4463912493185715</c:v>
              </c:pt>
              <c:pt idx="361">
                <c:v>0.4463912493185715</c:v>
              </c:pt>
              <c:pt idx="362">
                <c:v>0.4463912493185715</c:v>
              </c:pt>
              <c:pt idx="363">
                <c:v>0.4463912493185715</c:v>
              </c:pt>
              <c:pt idx="364">
                <c:v>0.4463912493185715</c:v>
              </c:pt>
              <c:pt idx="365">
                <c:v>0.4463912493185715</c:v>
              </c:pt>
              <c:pt idx="366">
                <c:v>0.4463912493185715</c:v>
              </c:pt>
              <c:pt idx="367">
                <c:v>0.4463912493185715</c:v>
              </c:pt>
              <c:pt idx="368">
                <c:v>0.4463912493185715</c:v>
              </c:pt>
              <c:pt idx="369">
                <c:v>0.4463912493185715</c:v>
              </c:pt>
              <c:pt idx="370">
                <c:v>0.4463912493185715</c:v>
              </c:pt>
              <c:pt idx="371">
                <c:v>0.4463912493185715</c:v>
              </c:pt>
              <c:pt idx="372">
                <c:v>0.4463912493185715</c:v>
              </c:pt>
              <c:pt idx="373">
                <c:v>0.4463912493185715</c:v>
              </c:pt>
              <c:pt idx="374">
                <c:v>0.4463912493185715</c:v>
              </c:pt>
              <c:pt idx="375">
                <c:v>0.4463912493185715</c:v>
              </c:pt>
              <c:pt idx="376">
                <c:v>0.4463912493185715</c:v>
              </c:pt>
              <c:pt idx="377">
                <c:v>0.4463912493185715</c:v>
              </c:pt>
              <c:pt idx="378">
                <c:v>0.4463912493185715</c:v>
              </c:pt>
              <c:pt idx="379">
                <c:v>0.4463912493185715</c:v>
              </c:pt>
              <c:pt idx="380">
                <c:v>0.4463912493185715</c:v>
              </c:pt>
              <c:pt idx="381">
                <c:v>0.4463912493185715</c:v>
              </c:pt>
              <c:pt idx="382">
                <c:v>0.4463912493185715</c:v>
              </c:pt>
              <c:pt idx="383">
                <c:v>0.4463912493185715</c:v>
              </c:pt>
              <c:pt idx="384">
                <c:v>0.4463912493185715</c:v>
              </c:pt>
              <c:pt idx="385">
                <c:v>0.4463912493185715</c:v>
              </c:pt>
              <c:pt idx="386">
                <c:v>0.4463912493185715</c:v>
              </c:pt>
              <c:pt idx="387">
                <c:v>0.4463912493185715</c:v>
              </c:pt>
              <c:pt idx="388">
                <c:v>0.4463912493185715</c:v>
              </c:pt>
              <c:pt idx="389">
                <c:v>0.4463912493185715</c:v>
              </c:pt>
              <c:pt idx="390">
                <c:v>0.4463912493185715</c:v>
              </c:pt>
              <c:pt idx="391">
                <c:v>0.4463912493185715</c:v>
              </c:pt>
              <c:pt idx="392">
                <c:v>0.4463912493185715</c:v>
              </c:pt>
              <c:pt idx="393">
                <c:v>0.4463912493185715</c:v>
              </c:pt>
              <c:pt idx="394">
                <c:v>0.4463912493185715</c:v>
              </c:pt>
              <c:pt idx="395">
                <c:v>0.4463912493185715</c:v>
              </c:pt>
              <c:pt idx="396">
                <c:v>0.4463912493185715</c:v>
              </c:pt>
              <c:pt idx="397">
                <c:v>0.4463912493185715</c:v>
              </c:pt>
              <c:pt idx="398">
                <c:v>0.4463912493185715</c:v>
              </c:pt>
              <c:pt idx="399">
                <c:v>0.4463912493185715</c:v>
              </c:pt>
              <c:pt idx="400">
                <c:v>0.4463912493185715</c:v>
              </c:pt>
              <c:pt idx="401">
                <c:v>0.4463912493185715</c:v>
              </c:pt>
              <c:pt idx="402">
                <c:v>0.4463912493185715</c:v>
              </c:pt>
              <c:pt idx="403">
                <c:v>0.4463912493185715</c:v>
              </c:pt>
              <c:pt idx="404">
                <c:v>0.4463912493185715</c:v>
              </c:pt>
              <c:pt idx="405">
                <c:v>0.4463912493185715</c:v>
              </c:pt>
              <c:pt idx="406">
                <c:v>0.4463912493185715</c:v>
              </c:pt>
              <c:pt idx="407">
                <c:v>0.4463912493185715</c:v>
              </c:pt>
              <c:pt idx="408">
                <c:v>0.4463912493185715</c:v>
              </c:pt>
              <c:pt idx="409">
                <c:v>0.4463912493185715</c:v>
              </c:pt>
              <c:pt idx="410">
                <c:v>0.4463912493185715</c:v>
              </c:pt>
              <c:pt idx="411">
                <c:v>0.4463912493185715</c:v>
              </c:pt>
              <c:pt idx="412">
                <c:v>0.4463912493185715</c:v>
              </c:pt>
              <c:pt idx="413">
                <c:v>0.4463912493185715</c:v>
              </c:pt>
              <c:pt idx="414">
                <c:v>0.4463912493185715</c:v>
              </c:pt>
              <c:pt idx="415">
                <c:v>0.4463912493185715</c:v>
              </c:pt>
              <c:pt idx="416">
                <c:v>0.4463912493185715</c:v>
              </c:pt>
              <c:pt idx="417">
                <c:v>0.4463912493185715</c:v>
              </c:pt>
              <c:pt idx="418">
                <c:v>0.4463912493185715</c:v>
              </c:pt>
              <c:pt idx="419">
                <c:v>0.4463912493185715</c:v>
              </c:pt>
              <c:pt idx="420">
                <c:v>0.4463912493185715</c:v>
              </c:pt>
              <c:pt idx="421">
                <c:v>0.4463912493185715</c:v>
              </c:pt>
              <c:pt idx="422">
                <c:v>0.4463912493185715</c:v>
              </c:pt>
              <c:pt idx="423">
                <c:v>0.4463912493185715</c:v>
              </c:pt>
              <c:pt idx="424">
                <c:v>0.4463912493185715</c:v>
              </c:pt>
              <c:pt idx="425">
                <c:v>0.4463912493185715</c:v>
              </c:pt>
              <c:pt idx="426">
                <c:v>0.4463912493185715</c:v>
              </c:pt>
              <c:pt idx="427">
                <c:v>0.4463912493185715</c:v>
              </c:pt>
              <c:pt idx="428">
                <c:v>0.4463912493185715</c:v>
              </c:pt>
              <c:pt idx="429">
                <c:v>0.4463912493185715</c:v>
              </c:pt>
              <c:pt idx="430">
                <c:v>0.4463912493185715</c:v>
              </c:pt>
              <c:pt idx="431">
                <c:v>0.4463912493185715</c:v>
              </c:pt>
              <c:pt idx="432">
                <c:v>0.4463912493185715</c:v>
              </c:pt>
              <c:pt idx="433">
                <c:v>0.4463912493185715</c:v>
              </c:pt>
              <c:pt idx="434">
                <c:v>0.4463912493185715</c:v>
              </c:pt>
              <c:pt idx="435">
                <c:v>0.4463912493185715</c:v>
              </c:pt>
              <c:pt idx="436">
                <c:v>0.4463912493185715</c:v>
              </c:pt>
              <c:pt idx="437">
                <c:v>0.4463912493185715</c:v>
              </c:pt>
              <c:pt idx="438">
                <c:v>0.4463912493185715</c:v>
              </c:pt>
              <c:pt idx="439">
                <c:v>0.4463912493185715</c:v>
              </c:pt>
              <c:pt idx="440">
                <c:v>0.4463912493185715</c:v>
              </c:pt>
              <c:pt idx="441">
                <c:v>0.4463912493185715</c:v>
              </c:pt>
              <c:pt idx="442">
                <c:v>0.4463912493185715</c:v>
              </c:pt>
              <c:pt idx="443">
                <c:v>0.4463912493185715</c:v>
              </c:pt>
              <c:pt idx="444">
                <c:v>0.4463912493185715</c:v>
              </c:pt>
              <c:pt idx="445">
                <c:v>0.4463912493185715</c:v>
              </c:pt>
              <c:pt idx="446">
                <c:v>0.4463912493185715</c:v>
              </c:pt>
              <c:pt idx="447">
                <c:v>0.4463912493185715</c:v>
              </c:pt>
            </c:numLit>
          </c:yVal>
          <c:smooth val="0"/>
        </c:ser>
        <c:ser>
          <c:idx val="9"/>
          <c:order val="9"/>
          <c:tx>
            <c:v>Same order, optimal filling</c:v>
          </c:tx>
          <c:spPr>
            <a:noFill xmlns:a="http://schemas.openxmlformats.org/drawingml/2006/main"/>
            <a:ln xmlns:a="http://schemas.openxmlformats.org/drawingml/2006/main" w="0">
              <a:noFill/>
              <a:prstDash val="solid"/>
            </a:ln>
          </c:spPr>
          <c:marker>
            <c:symbol val="circle"/>
            <c:size val="7"/>
            <c:spPr>
              <a:solidFill xmlns:a="http://schemas.openxmlformats.org/drawingml/2006/main">
                <a:srgbClr val="009E73"/>
              </a:solidFill>
            </c:spPr>
          </c:marker>
          <c:xVal>
            <c:numLit>
              <c:formatCode>General</c:formatCode>
              <c:ptCount val="448"/>
              <c:pt idx="0">
                <c:v>52.584009839800494</c:v>
              </c:pt>
              <c:pt idx="1">
                <c:v>52.584009839800494</c:v>
              </c:pt>
              <c:pt idx="2">
                <c:v>52.584009839800494</c:v>
              </c:pt>
              <c:pt idx="3">
                <c:v>52.584009839800494</c:v>
              </c:pt>
              <c:pt idx="4">
                <c:v>52.584009839800494</c:v>
              </c:pt>
              <c:pt idx="5">
                <c:v>52.584009839800494</c:v>
              </c:pt>
              <c:pt idx="6">
                <c:v>52.584009839800494</c:v>
              </c:pt>
              <c:pt idx="7">
                <c:v>52.584009839800494</c:v>
              </c:pt>
              <c:pt idx="8">
                <c:v>52.584009839800494</c:v>
              </c:pt>
              <c:pt idx="9">
                <c:v>52.584009839800494</c:v>
              </c:pt>
              <c:pt idx="10">
                <c:v>52.584009839800494</c:v>
              </c:pt>
              <c:pt idx="11">
                <c:v>52.584009839800494</c:v>
              </c:pt>
              <c:pt idx="12">
                <c:v>52.584009839800494</c:v>
              </c:pt>
              <c:pt idx="13">
                <c:v>52.584009839800494</c:v>
              </c:pt>
              <c:pt idx="14">
                <c:v>52.584009839800494</c:v>
              </c:pt>
              <c:pt idx="15">
                <c:v>52.584009839800494</c:v>
              </c:pt>
              <c:pt idx="16">
                <c:v>52.584009839800494</c:v>
              </c:pt>
              <c:pt idx="17">
                <c:v>52.584009839800494</c:v>
              </c:pt>
              <c:pt idx="18">
                <c:v>52.584009839800494</c:v>
              </c:pt>
              <c:pt idx="19">
                <c:v>52.584009839800494</c:v>
              </c:pt>
              <c:pt idx="20">
                <c:v>52.584009839800494</c:v>
              </c:pt>
              <c:pt idx="21">
                <c:v>52.584009839800494</c:v>
              </c:pt>
              <c:pt idx="22">
                <c:v>52.584009839800494</c:v>
              </c:pt>
              <c:pt idx="23">
                <c:v>52.584009839800494</c:v>
              </c:pt>
              <c:pt idx="24">
                <c:v>52.584009839800494</c:v>
              </c:pt>
              <c:pt idx="25">
                <c:v>52.584009839800494</c:v>
              </c:pt>
              <c:pt idx="26">
                <c:v>52.584009839800494</c:v>
              </c:pt>
              <c:pt idx="27">
                <c:v>52.584009839800494</c:v>
              </c:pt>
              <c:pt idx="28">
                <c:v>52.584009839800494</c:v>
              </c:pt>
              <c:pt idx="29">
                <c:v>52.584009839800494</c:v>
              </c:pt>
              <c:pt idx="30">
                <c:v>52.584009839800494</c:v>
              </c:pt>
              <c:pt idx="31">
                <c:v>52.584009839800494</c:v>
              </c:pt>
              <c:pt idx="32">
                <c:v>52.584009839800494</c:v>
              </c:pt>
              <c:pt idx="33">
                <c:v>52.584009839800494</c:v>
              </c:pt>
              <c:pt idx="34">
                <c:v>52.584009839800494</c:v>
              </c:pt>
              <c:pt idx="35">
                <c:v>52.584009839800494</c:v>
              </c:pt>
              <c:pt idx="36">
                <c:v>52.584009839800494</c:v>
              </c:pt>
              <c:pt idx="37">
                <c:v>52.584009839800494</c:v>
              </c:pt>
              <c:pt idx="38">
                <c:v>52.584009839800494</c:v>
              </c:pt>
              <c:pt idx="39">
                <c:v>52.584009839800494</c:v>
              </c:pt>
              <c:pt idx="40">
                <c:v>52.584009839800494</c:v>
              </c:pt>
              <c:pt idx="41">
                <c:v>52.584009839800494</c:v>
              </c:pt>
              <c:pt idx="42">
                <c:v>52.584009839800494</c:v>
              </c:pt>
              <c:pt idx="43">
                <c:v>52.584009839800494</c:v>
              </c:pt>
              <c:pt idx="44">
                <c:v>52.584009839800494</c:v>
              </c:pt>
              <c:pt idx="45">
                <c:v>52.584009839800494</c:v>
              </c:pt>
              <c:pt idx="46">
                <c:v>52.584009839800494</c:v>
              </c:pt>
              <c:pt idx="47">
                <c:v>52.584009839800494</c:v>
              </c:pt>
              <c:pt idx="48">
                <c:v>52.584009839800494</c:v>
              </c:pt>
              <c:pt idx="49">
                <c:v>52.584009839800494</c:v>
              </c:pt>
              <c:pt idx="50">
                <c:v>52.584009839800494</c:v>
              </c:pt>
              <c:pt idx="51">
                <c:v>52.584009839800494</c:v>
              </c:pt>
              <c:pt idx="52">
                <c:v>52.584009839800494</c:v>
              </c:pt>
              <c:pt idx="53">
                <c:v>52.584009839800494</c:v>
              </c:pt>
              <c:pt idx="54">
                <c:v>52.584009839800494</c:v>
              </c:pt>
              <c:pt idx="55">
                <c:v>52.584009839800494</c:v>
              </c:pt>
              <c:pt idx="56">
                <c:v>52.584009839800494</c:v>
              </c:pt>
              <c:pt idx="57">
                <c:v>52.584009839800494</c:v>
              </c:pt>
              <c:pt idx="58">
                <c:v>52.584009839800494</c:v>
              </c:pt>
              <c:pt idx="59">
                <c:v>52.584009839800494</c:v>
              </c:pt>
              <c:pt idx="60">
                <c:v>52.584009839800494</c:v>
              </c:pt>
              <c:pt idx="61">
                <c:v>52.584009839800494</c:v>
              </c:pt>
              <c:pt idx="62">
                <c:v>52.584009839800494</c:v>
              </c:pt>
              <c:pt idx="63">
                <c:v>52.584009839800494</c:v>
              </c:pt>
              <c:pt idx="64">
                <c:v>52.584009839800494</c:v>
              </c:pt>
              <c:pt idx="65">
                <c:v>52.584009839800494</c:v>
              </c:pt>
              <c:pt idx="66">
                <c:v>52.584009839800494</c:v>
              </c:pt>
              <c:pt idx="67">
                <c:v>52.584009839800494</c:v>
              </c:pt>
              <c:pt idx="68">
                <c:v>52.584009839800494</c:v>
              </c:pt>
              <c:pt idx="69">
                <c:v>52.584009839800494</c:v>
              </c:pt>
              <c:pt idx="70">
                <c:v>52.584009839800494</c:v>
              </c:pt>
              <c:pt idx="71">
                <c:v>52.584009839800494</c:v>
              </c:pt>
              <c:pt idx="72">
                <c:v>52.584009839800494</c:v>
              </c:pt>
              <c:pt idx="73">
                <c:v>52.584009839800494</c:v>
              </c:pt>
              <c:pt idx="74">
                <c:v>52.584009839800494</c:v>
              </c:pt>
              <c:pt idx="75">
                <c:v>52.584009839800494</c:v>
              </c:pt>
              <c:pt idx="76">
                <c:v>52.584009839800494</c:v>
              </c:pt>
              <c:pt idx="77">
                <c:v>52.584009839800494</c:v>
              </c:pt>
              <c:pt idx="78">
                <c:v>52.584009839800494</c:v>
              </c:pt>
              <c:pt idx="79">
                <c:v>52.584009839800494</c:v>
              </c:pt>
              <c:pt idx="80">
                <c:v>52.584009839800494</c:v>
              </c:pt>
              <c:pt idx="81">
                <c:v>52.584009839800494</c:v>
              </c:pt>
              <c:pt idx="82">
                <c:v>52.584009839800494</c:v>
              </c:pt>
              <c:pt idx="83">
                <c:v>52.584009839800494</c:v>
              </c:pt>
              <c:pt idx="84">
                <c:v>52.584009839800494</c:v>
              </c:pt>
              <c:pt idx="85">
                <c:v>52.584009839800494</c:v>
              </c:pt>
              <c:pt idx="86">
                <c:v>52.584009839800494</c:v>
              </c:pt>
              <c:pt idx="87">
                <c:v>52.584009839800494</c:v>
              </c:pt>
              <c:pt idx="88">
                <c:v>52.584009839800494</c:v>
              </c:pt>
              <c:pt idx="89">
                <c:v>52.584009839800494</c:v>
              </c:pt>
              <c:pt idx="90">
                <c:v>52.584009839800494</c:v>
              </c:pt>
              <c:pt idx="91">
                <c:v>52.584009839800494</c:v>
              </c:pt>
              <c:pt idx="92">
                <c:v>52.584009839800494</c:v>
              </c:pt>
              <c:pt idx="93">
                <c:v>52.584009839800494</c:v>
              </c:pt>
              <c:pt idx="94">
                <c:v>52.584009839800494</c:v>
              </c:pt>
              <c:pt idx="95">
                <c:v>52.584009839800494</c:v>
              </c:pt>
              <c:pt idx="96">
                <c:v>52.584009839800494</c:v>
              </c:pt>
              <c:pt idx="97">
                <c:v>52.584009839800494</c:v>
              </c:pt>
              <c:pt idx="98">
                <c:v>52.584009839800494</c:v>
              </c:pt>
              <c:pt idx="99">
                <c:v>52.584009839800494</c:v>
              </c:pt>
              <c:pt idx="100">
                <c:v>52.584009839800494</c:v>
              </c:pt>
              <c:pt idx="101">
                <c:v>52.584009839800494</c:v>
              </c:pt>
              <c:pt idx="102">
                <c:v>52.584009839800494</c:v>
              </c:pt>
              <c:pt idx="103">
                <c:v>52.584009839800494</c:v>
              </c:pt>
              <c:pt idx="104">
                <c:v>52.584009839800494</c:v>
              </c:pt>
              <c:pt idx="105">
                <c:v>52.584009839800494</c:v>
              </c:pt>
              <c:pt idx="106">
                <c:v>52.584009839800494</c:v>
              </c:pt>
              <c:pt idx="107">
                <c:v>52.584009839800494</c:v>
              </c:pt>
              <c:pt idx="108">
                <c:v>52.584009839800494</c:v>
              </c:pt>
              <c:pt idx="109">
                <c:v>52.584009839800494</c:v>
              </c:pt>
              <c:pt idx="110">
                <c:v>52.584009839800494</c:v>
              </c:pt>
              <c:pt idx="111">
                <c:v>52.584009839800494</c:v>
              </c:pt>
              <c:pt idx="112">
                <c:v>52.584009839800494</c:v>
              </c:pt>
              <c:pt idx="113">
                <c:v>52.584009839800494</c:v>
              </c:pt>
              <c:pt idx="114">
                <c:v>52.584009839800494</c:v>
              </c:pt>
              <c:pt idx="115">
                <c:v>52.584009839800494</c:v>
              </c:pt>
              <c:pt idx="116">
                <c:v>52.584009839800494</c:v>
              </c:pt>
              <c:pt idx="117">
                <c:v>52.584009839800494</c:v>
              </c:pt>
              <c:pt idx="118">
                <c:v>52.584009839800494</c:v>
              </c:pt>
              <c:pt idx="119">
                <c:v>52.584009839800494</c:v>
              </c:pt>
              <c:pt idx="120">
                <c:v>52.584009839800494</c:v>
              </c:pt>
              <c:pt idx="121">
                <c:v>52.584009839800494</c:v>
              </c:pt>
              <c:pt idx="122">
                <c:v>52.584009839800494</c:v>
              </c:pt>
              <c:pt idx="123">
                <c:v>52.584009839800494</c:v>
              </c:pt>
              <c:pt idx="124">
                <c:v>52.584009839800494</c:v>
              </c:pt>
              <c:pt idx="125">
                <c:v>52.584009839800494</c:v>
              </c:pt>
              <c:pt idx="126">
                <c:v>52.584009839800494</c:v>
              </c:pt>
              <c:pt idx="127">
                <c:v>52.584009839800494</c:v>
              </c:pt>
              <c:pt idx="128">
                <c:v>52.584009839800494</c:v>
              </c:pt>
              <c:pt idx="129">
                <c:v>52.584009839800494</c:v>
              </c:pt>
              <c:pt idx="130">
                <c:v>52.584009839800494</c:v>
              </c:pt>
              <c:pt idx="131">
                <c:v>52.584009839800494</c:v>
              </c:pt>
              <c:pt idx="132">
                <c:v>52.584009839800494</c:v>
              </c:pt>
              <c:pt idx="133">
                <c:v>52.584009839800494</c:v>
              </c:pt>
              <c:pt idx="134">
                <c:v>52.584009839800494</c:v>
              </c:pt>
              <c:pt idx="135">
                <c:v>52.584009839800494</c:v>
              </c:pt>
              <c:pt idx="136">
                <c:v>52.584009839800494</c:v>
              </c:pt>
              <c:pt idx="137">
                <c:v>52.584009839800494</c:v>
              </c:pt>
              <c:pt idx="138">
                <c:v>52.584009839800494</c:v>
              </c:pt>
              <c:pt idx="139">
                <c:v>52.584009839800494</c:v>
              </c:pt>
              <c:pt idx="140">
                <c:v>52.584009839800494</c:v>
              </c:pt>
              <c:pt idx="141">
                <c:v>52.584009839800494</c:v>
              </c:pt>
              <c:pt idx="142">
                <c:v>52.584009839800494</c:v>
              </c:pt>
              <c:pt idx="143">
                <c:v>52.584009839800494</c:v>
              </c:pt>
              <c:pt idx="144">
                <c:v>52.584009839800494</c:v>
              </c:pt>
              <c:pt idx="145">
                <c:v>52.584009839800494</c:v>
              </c:pt>
              <c:pt idx="146">
                <c:v>52.584009839800494</c:v>
              </c:pt>
              <c:pt idx="147">
                <c:v>52.584009839800494</c:v>
              </c:pt>
              <c:pt idx="148">
                <c:v>52.584009839800494</c:v>
              </c:pt>
              <c:pt idx="149">
                <c:v>52.584009839800494</c:v>
              </c:pt>
              <c:pt idx="150">
                <c:v>52.584009839800494</c:v>
              </c:pt>
              <c:pt idx="151">
                <c:v>52.584009839800494</c:v>
              </c:pt>
              <c:pt idx="152">
                <c:v>52.584009839800494</c:v>
              </c:pt>
              <c:pt idx="153">
                <c:v>52.584009839800494</c:v>
              </c:pt>
              <c:pt idx="154">
                <c:v>52.584009839800494</c:v>
              </c:pt>
              <c:pt idx="155">
                <c:v>52.584009839800494</c:v>
              </c:pt>
              <c:pt idx="156">
                <c:v>52.584009839800494</c:v>
              </c:pt>
              <c:pt idx="157">
                <c:v>52.584009839800494</c:v>
              </c:pt>
              <c:pt idx="158">
                <c:v>52.584009839800494</c:v>
              </c:pt>
              <c:pt idx="159">
                <c:v>52.584009839800494</c:v>
              </c:pt>
              <c:pt idx="160">
                <c:v>52.584009839800494</c:v>
              </c:pt>
              <c:pt idx="161">
                <c:v>52.584009839800494</c:v>
              </c:pt>
              <c:pt idx="162">
                <c:v>52.584009839800494</c:v>
              </c:pt>
              <c:pt idx="163">
                <c:v>52.584009839800494</c:v>
              </c:pt>
              <c:pt idx="164">
                <c:v>52.584009839800494</c:v>
              </c:pt>
              <c:pt idx="165">
                <c:v>52.584009839800494</c:v>
              </c:pt>
              <c:pt idx="166">
                <c:v>52.584009839800494</c:v>
              </c:pt>
              <c:pt idx="167">
                <c:v>52.584009839800494</c:v>
              </c:pt>
              <c:pt idx="168">
                <c:v>52.584009839800494</c:v>
              </c:pt>
              <c:pt idx="169">
                <c:v>52.584009839800494</c:v>
              </c:pt>
              <c:pt idx="170">
                <c:v>52.584009839800494</c:v>
              </c:pt>
              <c:pt idx="171">
                <c:v>52.584009839800494</c:v>
              </c:pt>
              <c:pt idx="172">
                <c:v>52.584009839800494</c:v>
              </c:pt>
              <c:pt idx="173">
                <c:v>52.584009839800494</c:v>
              </c:pt>
              <c:pt idx="174">
                <c:v>52.584009839800494</c:v>
              </c:pt>
              <c:pt idx="175">
                <c:v>52.584009839800494</c:v>
              </c:pt>
              <c:pt idx="176">
                <c:v>52.584009839800494</c:v>
              </c:pt>
              <c:pt idx="177">
                <c:v>52.584009839800494</c:v>
              </c:pt>
              <c:pt idx="178">
                <c:v>52.584009839800494</c:v>
              </c:pt>
              <c:pt idx="179">
                <c:v>52.584009839800494</c:v>
              </c:pt>
              <c:pt idx="180">
                <c:v>52.584009839800494</c:v>
              </c:pt>
              <c:pt idx="181">
                <c:v>52.584009839800494</c:v>
              </c:pt>
              <c:pt idx="182">
                <c:v>52.584009839800494</c:v>
              </c:pt>
              <c:pt idx="183">
                <c:v>52.584009839800494</c:v>
              </c:pt>
              <c:pt idx="184">
                <c:v>52.584009839800494</c:v>
              </c:pt>
              <c:pt idx="185">
                <c:v>52.584009839800494</c:v>
              </c:pt>
              <c:pt idx="186">
                <c:v>52.584009839800494</c:v>
              </c:pt>
              <c:pt idx="187">
                <c:v>52.584009839800494</c:v>
              </c:pt>
              <c:pt idx="188">
                <c:v>52.584009839800494</c:v>
              </c:pt>
              <c:pt idx="189">
                <c:v>52.584009839800494</c:v>
              </c:pt>
              <c:pt idx="190">
                <c:v>52.584009839800494</c:v>
              </c:pt>
              <c:pt idx="191">
                <c:v>52.584009839800494</c:v>
              </c:pt>
              <c:pt idx="192">
                <c:v>52.584009839800494</c:v>
              </c:pt>
              <c:pt idx="193">
                <c:v>52.584009839800494</c:v>
              </c:pt>
              <c:pt idx="194">
                <c:v>52.584009839800494</c:v>
              </c:pt>
              <c:pt idx="195">
                <c:v>52.584009839800494</c:v>
              </c:pt>
              <c:pt idx="196">
                <c:v>52.584009839800494</c:v>
              </c:pt>
              <c:pt idx="197">
                <c:v>52.584009839800494</c:v>
              </c:pt>
              <c:pt idx="198">
                <c:v>52.584009839800494</c:v>
              </c:pt>
              <c:pt idx="199">
                <c:v>52.584009839800494</c:v>
              </c:pt>
              <c:pt idx="200">
                <c:v>52.584009839800494</c:v>
              </c:pt>
              <c:pt idx="201">
                <c:v>52.584009839800494</c:v>
              </c:pt>
              <c:pt idx="202">
                <c:v>52.584009839800494</c:v>
              </c:pt>
              <c:pt idx="203">
                <c:v>52.584009839800494</c:v>
              </c:pt>
              <c:pt idx="204">
                <c:v>52.584009839800494</c:v>
              </c:pt>
              <c:pt idx="205">
                <c:v>52.584009839800494</c:v>
              </c:pt>
              <c:pt idx="206">
                <c:v>52.584009839800494</c:v>
              </c:pt>
              <c:pt idx="207">
                <c:v>52.584009839800494</c:v>
              </c:pt>
              <c:pt idx="208">
                <c:v>52.584009839800494</c:v>
              </c:pt>
              <c:pt idx="209">
                <c:v>52.584009839800494</c:v>
              </c:pt>
              <c:pt idx="210">
                <c:v>52.584009839800494</c:v>
              </c:pt>
              <c:pt idx="211">
                <c:v>52.584009839800494</c:v>
              </c:pt>
              <c:pt idx="212">
                <c:v>52.584009839800494</c:v>
              </c:pt>
              <c:pt idx="213">
                <c:v>52.584009839800494</c:v>
              </c:pt>
              <c:pt idx="214">
                <c:v>52.584009839800494</c:v>
              </c:pt>
              <c:pt idx="215">
                <c:v>52.584009839800494</c:v>
              </c:pt>
              <c:pt idx="216">
                <c:v>52.584009839800494</c:v>
              </c:pt>
              <c:pt idx="217">
                <c:v>52.584009839800494</c:v>
              </c:pt>
              <c:pt idx="218">
                <c:v>52.584009839800494</c:v>
              </c:pt>
              <c:pt idx="219">
                <c:v>52.584009839800494</c:v>
              </c:pt>
              <c:pt idx="220">
                <c:v>52.584009839800494</c:v>
              </c:pt>
              <c:pt idx="221">
                <c:v>52.584009839800494</c:v>
              </c:pt>
              <c:pt idx="222">
                <c:v>52.584009839800494</c:v>
              </c:pt>
              <c:pt idx="223">
                <c:v>52.584009839800494</c:v>
              </c:pt>
              <c:pt idx="224">
                <c:v>52.584009839800494</c:v>
              </c:pt>
              <c:pt idx="225">
                <c:v>52.584009839800494</c:v>
              </c:pt>
              <c:pt idx="226">
                <c:v>52.584009839800494</c:v>
              </c:pt>
              <c:pt idx="227">
                <c:v>52.584009839800494</c:v>
              </c:pt>
              <c:pt idx="228">
                <c:v>52.584009839800494</c:v>
              </c:pt>
              <c:pt idx="229">
                <c:v>52.584009839800494</c:v>
              </c:pt>
              <c:pt idx="230">
                <c:v>52.584009839800494</c:v>
              </c:pt>
              <c:pt idx="231">
                <c:v>52.584009839800494</c:v>
              </c:pt>
              <c:pt idx="232">
                <c:v>52.584009839800494</c:v>
              </c:pt>
              <c:pt idx="233">
                <c:v>52.584009839800494</c:v>
              </c:pt>
              <c:pt idx="234">
                <c:v>52.584009839800494</c:v>
              </c:pt>
              <c:pt idx="235">
                <c:v>52.584009839800494</c:v>
              </c:pt>
              <c:pt idx="236">
                <c:v>52.584009839800494</c:v>
              </c:pt>
              <c:pt idx="237">
                <c:v>52.584009839800494</c:v>
              </c:pt>
              <c:pt idx="238">
                <c:v>52.584009839800494</c:v>
              </c:pt>
              <c:pt idx="239">
                <c:v>52.584009839800494</c:v>
              </c:pt>
              <c:pt idx="240">
                <c:v>52.584009839800494</c:v>
              </c:pt>
              <c:pt idx="241">
                <c:v>52.584009839800494</c:v>
              </c:pt>
              <c:pt idx="242">
                <c:v>52.584009839800494</c:v>
              </c:pt>
              <c:pt idx="243">
                <c:v>52.584009839800494</c:v>
              </c:pt>
              <c:pt idx="244">
                <c:v>52.584009839800494</c:v>
              </c:pt>
              <c:pt idx="245">
                <c:v>52.584009839800494</c:v>
              </c:pt>
              <c:pt idx="246">
                <c:v>52.584009839800494</c:v>
              </c:pt>
              <c:pt idx="247">
                <c:v>52.584009839800494</c:v>
              </c:pt>
              <c:pt idx="248">
                <c:v>52.584009839800494</c:v>
              </c:pt>
              <c:pt idx="249">
                <c:v>52.584009839800494</c:v>
              </c:pt>
              <c:pt idx="250">
                <c:v>52.584009839800494</c:v>
              </c:pt>
              <c:pt idx="251">
                <c:v>52.584009839800494</c:v>
              </c:pt>
              <c:pt idx="252">
                <c:v>52.584009839800494</c:v>
              </c:pt>
              <c:pt idx="253">
                <c:v>52.584009839800494</c:v>
              </c:pt>
              <c:pt idx="254">
                <c:v>52.584009839800494</c:v>
              </c:pt>
              <c:pt idx="255">
                <c:v>52.584009839800494</c:v>
              </c:pt>
              <c:pt idx="256">
                <c:v>52.584009839800494</c:v>
              </c:pt>
              <c:pt idx="257">
                <c:v>52.584009839800494</c:v>
              </c:pt>
              <c:pt idx="258">
                <c:v>52.584009839800494</c:v>
              </c:pt>
              <c:pt idx="259">
                <c:v>52.584009839800494</c:v>
              </c:pt>
              <c:pt idx="260">
                <c:v>52.584009839800494</c:v>
              </c:pt>
              <c:pt idx="261">
                <c:v>52.584009839800494</c:v>
              </c:pt>
              <c:pt idx="262">
                <c:v>52.584009839800494</c:v>
              </c:pt>
              <c:pt idx="263">
                <c:v>52.584009839800494</c:v>
              </c:pt>
              <c:pt idx="264">
                <c:v>52.584009839800494</c:v>
              </c:pt>
              <c:pt idx="265">
                <c:v>52.584009839800494</c:v>
              </c:pt>
              <c:pt idx="266">
                <c:v>52.584009839800494</c:v>
              </c:pt>
              <c:pt idx="267">
                <c:v>52.584009839800494</c:v>
              </c:pt>
              <c:pt idx="268">
                <c:v>52.584009839800494</c:v>
              </c:pt>
              <c:pt idx="269">
                <c:v>52.584009839800494</c:v>
              </c:pt>
              <c:pt idx="270">
                <c:v>52.584009839800494</c:v>
              </c:pt>
              <c:pt idx="271">
                <c:v>52.584009839800494</c:v>
              </c:pt>
              <c:pt idx="272">
                <c:v>52.584009839800494</c:v>
              </c:pt>
              <c:pt idx="273">
                <c:v>52.584009839800494</c:v>
              </c:pt>
              <c:pt idx="274">
                <c:v>52.584009839800494</c:v>
              </c:pt>
              <c:pt idx="275">
                <c:v>52.584009839800494</c:v>
              </c:pt>
              <c:pt idx="276">
                <c:v>52.584009839800494</c:v>
              </c:pt>
              <c:pt idx="277">
                <c:v>52.584009839800494</c:v>
              </c:pt>
              <c:pt idx="278">
                <c:v>52.584009839800494</c:v>
              </c:pt>
              <c:pt idx="279">
                <c:v>52.584009839800494</c:v>
              </c:pt>
              <c:pt idx="280">
                <c:v>52.584009839800494</c:v>
              </c:pt>
              <c:pt idx="281">
                <c:v>52.584009839800494</c:v>
              </c:pt>
              <c:pt idx="282">
                <c:v>52.584009839800494</c:v>
              </c:pt>
              <c:pt idx="283">
                <c:v>52.584009839800494</c:v>
              </c:pt>
              <c:pt idx="284">
                <c:v>52.584009839800494</c:v>
              </c:pt>
              <c:pt idx="285">
                <c:v>52.584009839800494</c:v>
              </c:pt>
              <c:pt idx="286">
                <c:v>52.584009839800494</c:v>
              </c:pt>
              <c:pt idx="287">
                <c:v>52.584009839800494</c:v>
              </c:pt>
              <c:pt idx="288">
                <c:v>52.584009839800494</c:v>
              </c:pt>
              <c:pt idx="289">
                <c:v>52.584009839800494</c:v>
              </c:pt>
              <c:pt idx="290">
                <c:v>52.584009839800494</c:v>
              </c:pt>
              <c:pt idx="291">
                <c:v>52.584009839800494</c:v>
              </c:pt>
              <c:pt idx="292">
                <c:v>52.584009839800494</c:v>
              </c:pt>
              <c:pt idx="293">
                <c:v>52.584009839800494</c:v>
              </c:pt>
              <c:pt idx="294">
                <c:v>52.584009839800494</c:v>
              </c:pt>
              <c:pt idx="295">
                <c:v>52.584009839800494</c:v>
              </c:pt>
              <c:pt idx="296">
                <c:v>52.584009839800494</c:v>
              </c:pt>
              <c:pt idx="297">
                <c:v>52.584009839800494</c:v>
              </c:pt>
              <c:pt idx="298">
                <c:v>52.584009839800494</c:v>
              </c:pt>
              <c:pt idx="299">
                <c:v>52.584009839800494</c:v>
              </c:pt>
              <c:pt idx="300">
                <c:v>52.584009839800494</c:v>
              </c:pt>
              <c:pt idx="301">
                <c:v>52.584009839800494</c:v>
              </c:pt>
              <c:pt idx="302">
                <c:v>52.584009839800494</c:v>
              </c:pt>
              <c:pt idx="303">
                <c:v>52.584009839800494</c:v>
              </c:pt>
              <c:pt idx="304">
                <c:v>52.584009839800494</c:v>
              </c:pt>
              <c:pt idx="305">
                <c:v>52.584009839800494</c:v>
              </c:pt>
              <c:pt idx="306">
                <c:v>52.584009839800494</c:v>
              </c:pt>
              <c:pt idx="307">
                <c:v>52.584009839800494</c:v>
              </c:pt>
              <c:pt idx="308">
                <c:v>52.584009839800494</c:v>
              </c:pt>
              <c:pt idx="309">
                <c:v>52.584009839800494</c:v>
              </c:pt>
              <c:pt idx="310">
                <c:v>52.584009839800494</c:v>
              </c:pt>
              <c:pt idx="311">
                <c:v>52.584009839800494</c:v>
              </c:pt>
              <c:pt idx="312">
                <c:v>52.584009839800494</c:v>
              </c:pt>
              <c:pt idx="313">
                <c:v>52.584009839800494</c:v>
              </c:pt>
              <c:pt idx="314">
                <c:v>52.584009839800494</c:v>
              </c:pt>
              <c:pt idx="315">
                <c:v>52.584009839800494</c:v>
              </c:pt>
              <c:pt idx="316">
                <c:v>52.584009839800494</c:v>
              </c:pt>
              <c:pt idx="317">
                <c:v>52.584009839800494</c:v>
              </c:pt>
              <c:pt idx="318">
                <c:v>52.584009839800494</c:v>
              </c:pt>
              <c:pt idx="319">
                <c:v>52.584009839800494</c:v>
              </c:pt>
              <c:pt idx="320">
                <c:v>52.584009839800494</c:v>
              </c:pt>
              <c:pt idx="321">
                <c:v>52.584009839800494</c:v>
              </c:pt>
              <c:pt idx="322">
                <c:v>52.584009839800494</c:v>
              </c:pt>
              <c:pt idx="323">
                <c:v>52.584009839800494</c:v>
              </c:pt>
              <c:pt idx="324">
                <c:v>52.584009839800494</c:v>
              </c:pt>
              <c:pt idx="325">
                <c:v>52.584009839800494</c:v>
              </c:pt>
              <c:pt idx="326">
                <c:v>52.584009839800494</c:v>
              </c:pt>
              <c:pt idx="327">
                <c:v>52.584009839800494</c:v>
              </c:pt>
              <c:pt idx="328">
                <c:v>52.584009839800494</c:v>
              </c:pt>
              <c:pt idx="329">
                <c:v>52.584009839800494</c:v>
              </c:pt>
              <c:pt idx="330">
                <c:v>52.584009839800494</c:v>
              </c:pt>
              <c:pt idx="331">
                <c:v>52.584009839800494</c:v>
              </c:pt>
              <c:pt idx="332">
                <c:v>52.584009839800494</c:v>
              </c:pt>
              <c:pt idx="333">
                <c:v>52.584009839800494</c:v>
              </c:pt>
              <c:pt idx="334">
                <c:v>52.584009839800494</c:v>
              </c:pt>
              <c:pt idx="335">
                <c:v>52.584009839800494</c:v>
              </c:pt>
              <c:pt idx="336">
                <c:v>52.584009839800494</c:v>
              </c:pt>
              <c:pt idx="337">
                <c:v>52.584009839800494</c:v>
              </c:pt>
              <c:pt idx="338">
                <c:v>52.584009839800494</c:v>
              </c:pt>
              <c:pt idx="339">
                <c:v>52.584009839800494</c:v>
              </c:pt>
              <c:pt idx="340">
                <c:v>52.584009839800494</c:v>
              </c:pt>
              <c:pt idx="341">
                <c:v>52.584009839800494</c:v>
              </c:pt>
              <c:pt idx="342">
                <c:v>52.584009839800494</c:v>
              </c:pt>
              <c:pt idx="343">
                <c:v>52.584009839800494</c:v>
              </c:pt>
              <c:pt idx="344">
                <c:v>52.584009839800494</c:v>
              </c:pt>
              <c:pt idx="345">
                <c:v>52.584009839800494</c:v>
              </c:pt>
              <c:pt idx="346">
                <c:v>52.584009839800494</c:v>
              </c:pt>
              <c:pt idx="347">
                <c:v>52.584009839800494</c:v>
              </c:pt>
              <c:pt idx="348">
                <c:v>52.584009839800494</c:v>
              </c:pt>
              <c:pt idx="349">
                <c:v>52.584009839800494</c:v>
              </c:pt>
              <c:pt idx="350">
                <c:v>52.584009839800494</c:v>
              </c:pt>
              <c:pt idx="351">
                <c:v>52.584009839800494</c:v>
              </c:pt>
              <c:pt idx="352">
                <c:v>52.584009839800494</c:v>
              </c:pt>
              <c:pt idx="353">
                <c:v>52.584009839800494</c:v>
              </c:pt>
              <c:pt idx="354">
                <c:v>52.584009839800494</c:v>
              </c:pt>
              <c:pt idx="355">
                <c:v>52.584009839800494</c:v>
              </c:pt>
              <c:pt idx="356">
                <c:v>52.584009839800494</c:v>
              </c:pt>
              <c:pt idx="357">
                <c:v>52.584009839800494</c:v>
              </c:pt>
              <c:pt idx="358">
                <c:v>52.584009839800494</c:v>
              </c:pt>
              <c:pt idx="359">
                <c:v>52.584009839800494</c:v>
              </c:pt>
              <c:pt idx="360">
                <c:v>52.584009839800494</c:v>
              </c:pt>
              <c:pt idx="361">
                <c:v>52.584009839800494</c:v>
              </c:pt>
              <c:pt idx="362">
                <c:v>52.584009839800494</c:v>
              </c:pt>
              <c:pt idx="363">
                <c:v>52.584009839800494</c:v>
              </c:pt>
              <c:pt idx="364">
                <c:v>52.584009839800494</c:v>
              </c:pt>
              <c:pt idx="365">
                <c:v>52.584009839800494</c:v>
              </c:pt>
              <c:pt idx="366">
                <c:v>52.584009839800494</c:v>
              </c:pt>
              <c:pt idx="367">
                <c:v>52.584009839800494</c:v>
              </c:pt>
              <c:pt idx="368">
                <c:v>52.584009839800494</c:v>
              </c:pt>
              <c:pt idx="369">
                <c:v>52.584009839800494</c:v>
              </c:pt>
              <c:pt idx="370">
                <c:v>52.584009839800494</c:v>
              </c:pt>
              <c:pt idx="371">
                <c:v>52.584009839800494</c:v>
              </c:pt>
              <c:pt idx="372">
                <c:v>52.584009839800494</c:v>
              </c:pt>
              <c:pt idx="373">
                <c:v>52.584009839800494</c:v>
              </c:pt>
              <c:pt idx="374">
                <c:v>52.584009839800494</c:v>
              </c:pt>
              <c:pt idx="375">
                <c:v>52.584009839800494</c:v>
              </c:pt>
              <c:pt idx="376">
                <c:v>52.584009839800494</c:v>
              </c:pt>
              <c:pt idx="377">
                <c:v>52.584009839800494</c:v>
              </c:pt>
              <c:pt idx="378">
                <c:v>52.584009839800494</c:v>
              </c:pt>
              <c:pt idx="379">
                <c:v>52.584009839800494</c:v>
              </c:pt>
              <c:pt idx="380">
                <c:v>52.584009839800494</c:v>
              </c:pt>
              <c:pt idx="381">
                <c:v>52.584009839800494</c:v>
              </c:pt>
              <c:pt idx="382">
                <c:v>52.584009839800494</c:v>
              </c:pt>
              <c:pt idx="383">
                <c:v>52.584009839800494</c:v>
              </c:pt>
              <c:pt idx="384">
                <c:v>52.584009839800494</c:v>
              </c:pt>
              <c:pt idx="385">
                <c:v>52.584009839800494</c:v>
              </c:pt>
              <c:pt idx="386">
                <c:v>52.584009839800494</c:v>
              </c:pt>
              <c:pt idx="387">
                <c:v>52.584009839800494</c:v>
              </c:pt>
              <c:pt idx="388">
                <c:v>52.584009839800494</c:v>
              </c:pt>
              <c:pt idx="389">
                <c:v>52.584009839800494</c:v>
              </c:pt>
              <c:pt idx="390">
                <c:v>52.584009839800494</c:v>
              </c:pt>
              <c:pt idx="391">
                <c:v>52.584009839800494</c:v>
              </c:pt>
              <c:pt idx="392">
                <c:v>52.584009839800494</c:v>
              </c:pt>
              <c:pt idx="393">
                <c:v>52.584009839800494</c:v>
              </c:pt>
              <c:pt idx="394">
                <c:v>52.584009839800494</c:v>
              </c:pt>
              <c:pt idx="395">
                <c:v>52.584009839800494</c:v>
              </c:pt>
              <c:pt idx="396">
                <c:v>52.584009839800494</c:v>
              </c:pt>
              <c:pt idx="397">
                <c:v>52.584009839800494</c:v>
              </c:pt>
              <c:pt idx="398">
                <c:v>52.584009839800494</c:v>
              </c:pt>
              <c:pt idx="399">
                <c:v>52.584009839800494</c:v>
              </c:pt>
              <c:pt idx="400">
                <c:v>52.584009839800494</c:v>
              </c:pt>
              <c:pt idx="401">
                <c:v>52.584009839800494</c:v>
              </c:pt>
              <c:pt idx="402">
                <c:v>52.584009839800494</c:v>
              </c:pt>
              <c:pt idx="403">
                <c:v>52.584009839800494</c:v>
              </c:pt>
              <c:pt idx="404">
                <c:v>52.584009839800494</c:v>
              </c:pt>
              <c:pt idx="405">
                <c:v>52.584009839800494</c:v>
              </c:pt>
              <c:pt idx="406">
                <c:v>52.584009839800494</c:v>
              </c:pt>
              <c:pt idx="407">
                <c:v>52.584009839800494</c:v>
              </c:pt>
              <c:pt idx="408">
                <c:v>52.584009839800494</c:v>
              </c:pt>
              <c:pt idx="409">
                <c:v>52.584009839800494</c:v>
              </c:pt>
              <c:pt idx="410">
                <c:v>52.584009839800494</c:v>
              </c:pt>
              <c:pt idx="411">
                <c:v>52.584009839800494</c:v>
              </c:pt>
              <c:pt idx="412">
                <c:v>52.584009839800494</c:v>
              </c:pt>
              <c:pt idx="413">
                <c:v>52.584009839800494</c:v>
              </c:pt>
              <c:pt idx="414">
                <c:v>52.584009839800494</c:v>
              </c:pt>
              <c:pt idx="415">
                <c:v>52.584009839800494</c:v>
              </c:pt>
              <c:pt idx="416">
                <c:v>52.584009839800494</c:v>
              </c:pt>
              <c:pt idx="417">
                <c:v>52.584009839800494</c:v>
              </c:pt>
              <c:pt idx="418">
                <c:v>52.584009839800494</c:v>
              </c:pt>
              <c:pt idx="419">
                <c:v>52.584009839800494</c:v>
              </c:pt>
              <c:pt idx="420">
                <c:v>52.584009839800494</c:v>
              </c:pt>
              <c:pt idx="421">
                <c:v>52.584009839800494</c:v>
              </c:pt>
              <c:pt idx="422">
                <c:v>52.584009839800494</c:v>
              </c:pt>
              <c:pt idx="423">
                <c:v>52.584009839800494</c:v>
              </c:pt>
              <c:pt idx="424">
                <c:v>52.584009839800494</c:v>
              </c:pt>
              <c:pt idx="425">
                <c:v>52.584009839800494</c:v>
              </c:pt>
              <c:pt idx="426">
                <c:v>52.584009839800494</c:v>
              </c:pt>
              <c:pt idx="427">
                <c:v>52.584009839800494</c:v>
              </c:pt>
              <c:pt idx="428">
                <c:v>52.584009839800494</c:v>
              </c:pt>
              <c:pt idx="429">
                <c:v>52.584009839800494</c:v>
              </c:pt>
              <c:pt idx="430">
                <c:v>52.584009839800494</c:v>
              </c:pt>
              <c:pt idx="431">
                <c:v>52.584009839800494</c:v>
              </c:pt>
              <c:pt idx="432">
                <c:v>52.584009839800494</c:v>
              </c:pt>
              <c:pt idx="433">
                <c:v>52.584009839800494</c:v>
              </c:pt>
              <c:pt idx="434">
                <c:v>52.584009839800494</c:v>
              </c:pt>
              <c:pt idx="435">
                <c:v>52.584009839800494</c:v>
              </c:pt>
              <c:pt idx="436">
                <c:v>52.584009839800494</c:v>
              </c:pt>
              <c:pt idx="437">
                <c:v>52.584009839800494</c:v>
              </c:pt>
              <c:pt idx="438">
                <c:v>52.584009839800494</c:v>
              </c:pt>
              <c:pt idx="439">
                <c:v>52.584009839800494</c:v>
              </c:pt>
              <c:pt idx="440">
                <c:v>52.584009839800494</c:v>
              </c:pt>
              <c:pt idx="441">
                <c:v>52.584009839800494</c:v>
              </c:pt>
              <c:pt idx="442">
                <c:v>52.584009839800494</c:v>
              </c:pt>
              <c:pt idx="443">
                <c:v>52.584009839800494</c:v>
              </c:pt>
              <c:pt idx="444">
                <c:v>52.584009839800494</c:v>
              </c:pt>
              <c:pt idx="445">
                <c:v>52.584009839800494</c:v>
              </c:pt>
              <c:pt idx="446">
                <c:v>52.584009839800494</c:v>
              </c:pt>
              <c:pt idx="447">
                <c:v>52.584009839800494</c:v>
              </c:pt>
            </c:numLit>
          </c:xVal>
          <c:yVal>
            <c:numLit>
              <c:formatCode>0.0</c:formatCode>
              <c:ptCount val="448"/>
              <c:pt idx="0">
                <c:v>0.15895558424853612</c:v>
              </c:pt>
              <c:pt idx="1">
                <c:v>0.15895558424853612</c:v>
              </c:pt>
              <c:pt idx="2">
                <c:v>0.15895558424853612</c:v>
              </c:pt>
              <c:pt idx="3">
                <c:v>0.15895558424853612</c:v>
              </c:pt>
              <c:pt idx="4">
                <c:v>0.15895558424853612</c:v>
              </c:pt>
              <c:pt idx="5">
                <c:v>0.15895558424853612</c:v>
              </c:pt>
              <c:pt idx="6">
                <c:v>0.15895558424853612</c:v>
              </c:pt>
              <c:pt idx="7">
                <c:v>0.15895558424853612</c:v>
              </c:pt>
              <c:pt idx="8">
                <c:v>0.15895558424853612</c:v>
              </c:pt>
              <c:pt idx="9">
                <c:v>0.15895558424853612</c:v>
              </c:pt>
              <c:pt idx="10">
                <c:v>0.15895558424853612</c:v>
              </c:pt>
              <c:pt idx="11">
                <c:v>0.15895558424853612</c:v>
              </c:pt>
              <c:pt idx="12">
                <c:v>0.15895558424853612</c:v>
              </c:pt>
              <c:pt idx="13">
                <c:v>0.15895558424853612</c:v>
              </c:pt>
              <c:pt idx="14">
                <c:v>0.15895558424853612</c:v>
              </c:pt>
              <c:pt idx="15">
                <c:v>0.15895558424853612</c:v>
              </c:pt>
              <c:pt idx="16">
                <c:v>0.15895558424853612</c:v>
              </c:pt>
              <c:pt idx="17">
                <c:v>0.15895558424853612</c:v>
              </c:pt>
              <c:pt idx="18">
                <c:v>0.15895558424853612</c:v>
              </c:pt>
              <c:pt idx="19">
                <c:v>0.15895558424853612</c:v>
              </c:pt>
              <c:pt idx="20">
                <c:v>0.15895558424853612</c:v>
              </c:pt>
              <c:pt idx="21">
                <c:v>0.15895558424853612</c:v>
              </c:pt>
              <c:pt idx="22">
                <c:v>0.15895558424853612</c:v>
              </c:pt>
              <c:pt idx="23">
                <c:v>0.15895558424853612</c:v>
              </c:pt>
              <c:pt idx="24">
                <c:v>0.15895558424853612</c:v>
              </c:pt>
              <c:pt idx="25">
                <c:v>0.15895558424853612</c:v>
              </c:pt>
              <c:pt idx="26">
                <c:v>0.15895558424853612</c:v>
              </c:pt>
              <c:pt idx="27">
                <c:v>0.15895558424853612</c:v>
              </c:pt>
              <c:pt idx="28">
                <c:v>0.15895558424853612</c:v>
              </c:pt>
              <c:pt idx="29">
                <c:v>0.15895558424853612</c:v>
              </c:pt>
              <c:pt idx="30">
                <c:v>0.15895558424853612</c:v>
              </c:pt>
              <c:pt idx="31">
                <c:v>0.15895558424853612</c:v>
              </c:pt>
              <c:pt idx="32">
                <c:v>0.15895558424853612</c:v>
              </c:pt>
              <c:pt idx="33">
                <c:v>0.15895558424853612</c:v>
              </c:pt>
              <c:pt idx="34">
                <c:v>0.15895558424853612</c:v>
              </c:pt>
              <c:pt idx="35">
                <c:v>0.15895558424853612</c:v>
              </c:pt>
              <c:pt idx="36">
                <c:v>0.15895558424853612</c:v>
              </c:pt>
              <c:pt idx="37">
                <c:v>0.15895558424853612</c:v>
              </c:pt>
              <c:pt idx="38">
                <c:v>0.15895558424853612</c:v>
              </c:pt>
              <c:pt idx="39">
                <c:v>0.15895558424853612</c:v>
              </c:pt>
              <c:pt idx="40">
                <c:v>0.15895558424853612</c:v>
              </c:pt>
              <c:pt idx="41">
                <c:v>0.15895558424853612</c:v>
              </c:pt>
              <c:pt idx="42">
                <c:v>0.15895558424853612</c:v>
              </c:pt>
              <c:pt idx="43">
                <c:v>0.15895558424853612</c:v>
              </c:pt>
              <c:pt idx="44">
                <c:v>0.15895558424853612</c:v>
              </c:pt>
              <c:pt idx="45">
                <c:v>0.15895558424853612</c:v>
              </c:pt>
              <c:pt idx="46">
                <c:v>0.15895558424853612</c:v>
              </c:pt>
              <c:pt idx="47">
                <c:v>0.15895558424853612</c:v>
              </c:pt>
              <c:pt idx="48">
                <c:v>0.15895558424853612</c:v>
              </c:pt>
              <c:pt idx="49">
                <c:v>0.15895558424853612</c:v>
              </c:pt>
              <c:pt idx="50">
                <c:v>0.15895558424853612</c:v>
              </c:pt>
              <c:pt idx="51">
                <c:v>0.15895558424853612</c:v>
              </c:pt>
              <c:pt idx="52">
                <c:v>0.15895558424853612</c:v>
              </c:pt>
              <c:pt idx="53">
                <c:v>0.15895558424853612</c:v>
              </c:pt>
              <c:pt idx="54">
                <c:v>0.15895558424853612</c:v>
              </c:pt>
              <c:pt idx="55">
                <c:v>0.15895558424853612</c:v>
              </c:pt>
              <c:pt idx="56">
                <c:v>0.15895558424853612</c:v>
              </c:pt>
              <c:pt idx="57">
                <c:v>0.15895558424853612</c:v>
              </c:pt>
              <c:pt idx="58">
                <c:v>0.15895558424853612</c:v>
              </c:pt>
              <c:pt idx="59">
                <c:v>0.15895558424853612</c:v>
              </c:pt>
              <c:pt idx="60">
                <c:v>0.15895558424853612</c:v>
              </c:pt>
              <c:pt idx="61">
                <c:v>0.15895558424853612</c:v>
              </c:pt>
              <c:pt idx="62">
                <c:v>0.15895558424853612</c:v>
              </c:pt>
              <c:pt idx="63">
                <c:v>0.15895558424853612</c:v>
              </c:pt>
              <c:pt idx="64">
                <c:v>0.15895558424853612</c:v>
              </c:pt>
              <c:pt idx="65">
                <c:v>0.15895558424853612</c:v>
              </c:pt>
              <c:pt idx="66">
                <c:v>0.15895558424853612</c:v>
              </c:pt>
              <c:pt idx="67">
                <c:v>0.15895558424853612</c:v>
              </c:pt>
              <c:pt idx="68">
                <c:v>0.15895558424853612</c:v>
              </c:pt>
              <c:pt idx="69">
                <c:v>0.15895558424853612</c:v>
              </c:pt>
              <c:pt idx="70">
                <c:v>0.15895558424853612</c:v>
              </c:pt>
              <c:pt idx="71">
                <c:v>0.15895558424853612</c:v>
              </c:pt>
              <c:pt idx="72">
                <c:v>0.15895558424853612</c:v>
              </c:pt>
              <c:pt idx="73">
                <c:v>0.15895558424853612</c:v>
              </c:pt>
              <c:pt idx="74">
                <c:v>0.15895558424853612</c:v>
              </c:pt>
              <c:pt idx="75">
                <c:v>0.15895558424853612</c:v>
              </c:pt>
              <c:pt idx="76">
                <c:v>0.15895558424853612</c:v>
              </c:pt>
              <c:pt idx="77">
                <c:v>0.15895558424853612</c:v>
              </c:pt>
              <c:pt idx="78">
                <c:v>0.15895558424853612</c:v>
              </c:pt>
              <c:pt idx="79">
                <c:v>0.15895558424853612</c:v>
              </c:pt>
              <c:pt idx="80">
                <c:v>0.15895558424853612</c:v>
              </c:pt>
              <c:pt idx="81">
                <c:v>0.15895558424853612</c:v>
              </c:pt>
              <c:pt idx="82">
                <c:v>0.15895558424853612</c:v>
              </c:pt>
              <c:pt idx="83">
                <c:v>0.15895558424853612</c:v>
              </c:pt>
              <c:pt idx="84">
                <c:v>0.15895558424853612</c:v>
              </c:pt>
              <c:pt idx="85">
                <c:v>0.15895558424853612</c:v>
              </c:pt>
              <c:pt idx="86">
                <c:v>0.15895558424853612</c:v>
              </c:pt>
              <c:pt idx="87">
                <c:v>0.15895558424853612</c:v>
              </c:pt>
              <c:pt idx="88">
                <c:v>0.15895558424853612</c:v>
              </c:pt>
              <c:pt idx="89">
                <c:v>0.15895558424853612</c:v>
              </c:pt>
              <c:pt idx="90">
                <c:v>0.15895558424853612</c:v>
              </c:pt>
              <c:pt idx="91">
                <c:v>0.15895558424853612</c:v>
              </c:pt>
              <c:pt idx="92">
                <c:v>0.15895558424853612</c:v>
              </c:pt>
              <c:pt idx="93">
                <c:v>0.15895558424853612</c:v>
              </c:pt>
              <c:pt idx="94">
                <c:v>0.15895558424853612</c:v>
              </c:pt>
              <c:pt idx="95">
                <c:v>0.15895558424853612</c:v>
              </c:pt>
              <c:pt idx="96">
                <c:v>0.15895558424853612</c:v>
              </c:pt>
              <c:pt idx="97">
                <c:v>0.15895558424853612</c:v>
              </c:pt>
              <c:pt idx="98">
                <c:v>0.15895558424853612</c:v>
              </c:pt>
              <c:pt idx="99">
                <c:v>0.15895558424853612</c:v>
              </c:pt>
              <c:pt idx="100">
                <c:v>0.15895558424853612</c:v>
              </c:pt>
              <c:pt idx="101">
                <c:v>0.15895558424853612</c:v>
              </c:pt>
              <c:pt idx="102">
                <c:v>0.15895558424853612</c:v>
              </c:pt>
              <c:pt idx="103">
                <c:v>0.15895558424853612</c:v>
              </c:pt>
              <c:pt idx="104">
                <c:v>0.15895558424853612</c:v>
              </c:pt>
              <c:pt idx="105">
                <c:v>0.15895558424853612</c:v>
              </c:pt>
              <c:pt idx="106">
                <c:v>0.15895558424853612</c:v>
              </c:pt>
              <c:pt idx="107">
                <c:v>0.15895558424853612</c:v>
              </c:pt>
              <c:pt idx="108">
                <c:v>0.15895558424853612</c:v>
              </c:pt>
              <c:pt idx="109">
                <c:v>0.15895558424853612</c:v>
              </c:pt>
              <c:pt idx="110">
                <c:v>0.15895558424853612</c:v>
              </c:pt>
              <c:pt idx="111">
                <c:v>0.15895558424853612</c:v>
              </c:pt>
              <c:pt idx="112">
                <c:v>0.15895558424853612</c:v>
              </c:pt>
              <c:pt idx="113">
                <c:v>0.15895558424853612</c:v>
              </c:pt>
              <c:pt idx="114">
                <c:v>0.15895558424853612</c:v>
              </c:pt>
              <c:pt idx="115">
                <c:v>0.15895558424853612</c:v>
              </c:pt>
              <c:pt idx="116">
                <c:v>0.15895558424853612</c:v>
              </c:pt>
              <c:pt idx="117">
                <c:v>0.15895558424853612</c:v>
              </c:pt>
              <c:pt idx="118">
                <c:v>0.15895558424853612</c:v>
              </c:pt>
              <c:pt idx="119">
                <c:v>0.15895558424853612</c:v>
              </c:pt>
              <c:pt idx="120">
                <c:v>0.15895558424853612</c:v>
              </c:pt>
              <c:pt idx="121">
                <c:v>0.15895558424853612</c:v>
              </c:pt>
              <c:pt idx="122">
                <c:v>0.15895558424853612</c:v>
              </c:pt>
              <c:pt idx="123">
                <c:v>0.15895558424853612</c:v>
              </c:pt>
              <c:pt idx="124">
                <c:v>0.15895558424853612</c:v>
              </c:pt>
              <c:pt idx="125">
                <c:v>0.15895558424853612</c:v>
              </c:pt>
              <c:pt idx="126">
                <c:v>0.15895558424853612</c:v>
              </c:pt>
              <c:pt idx="127">
                <c:v>0.15895558424853612</c:v>
              </c:pt>
              <c:pt idx="128">
                <c:v>0.15895558424853612</c:v>
              </c:pt>
              <c:pt idx="129">
                <c:v>0.15895558424853612</c:v>
              </c:pt>
              <c:pt idx="130">
                <c:v>0.15895558424853612</c:v>
              </c:pt>
              <c:pt idx="131">
                <c:v>0.15895558424853612</c:v>
              </c:pt>
              <c:pt idx="132">
                <c:v>0.15895558424853612</c:v>
              </c:pt>
              <c:pt idx="133">
                <c:v>0.15895558424853612</c:v>
              </c:pt>
              <c:pt idx="134">
                <c:v>0.15895558424853612</c:v>
              </c:pt>
              <c:pt idx="135">
                <c:v>0.15895558424853612</c:v>
              </c:pt>
              <c:pt idx="136">
                <c:v>0.15895558424853612</c:v>
              </c:pt>
              <c:pt idx="137">
                <c:v>0.15895558424853612</c:v>
              </c:pt>
              <c:pt idx="138">
                <c:v>0.15895558424853612</c:v>
              </c:pt>
              <c:pt idx="139">
                <c:v>0.15895558424853612</c:v>
              </c:pt>
              <c:pt idx="140">
                <c:v>0.15895558424853612</c:v>
              </c:pt>
              <c:pt idx="141">
                <c:v>0.15895558424853612</c:v>
              </c:pt>
              <c:pt idx="142">
                <c:v>0.15895558424853612</c:v>
              </c:pt>
              <c:pt idx="143">
                <c:v>0.15895558424853612</c:v>
              </c:pt>
              <c:pt idx="144">
                <c:v>0.15895558424853612</c:v>
              </c:pt>
              <c:pt idx="145">
                <c:v>0.15895558424853612</c:v>
              </c:pt>
              <c:pt idx="146">
                <c:v>0.15895558424853612</c:v>
              </c:pt>
              <c:pt idx="147">
                <c:v>0.15895558424853612</c:v>
              </c:pt>
              <c:pt idx="148">
                <c:v>0.15895558424853612</c:v>
              </c:pt>
              <c:pt idx="149">
                <c:v>0.15895558424853612</c:v>
              </c:pt>
              <c:pt idx="150">
                <c:v>0.15895558424853612</c:v>
              </c:pt>
              <c:pt idx="151">
                <c:v>0.15895558424853612</c:v>
              </c:pt>
              <c:pt idx="152">
                <c:v>0.15895558424853612</c:v>
              </c:pt>
              <c:pt idx="153">
                <c:v>0.15895558424853612</c:v>
              </c:pt>
              <c:pt idx="154">
                <c:v>0.15895558424853612</c:v>
              </c:pt>
              <c:pt idx="155">
                <c:v>0.15895558424853612</c:v>
              </c:pt>
              <c:pt idx="156">
                <c:v>0.15895558424853612</c:v>
              </c:pt>
              <c:pt idx="157">
                <c:v>0.15895558424853612</c:v>
              </c:pt>
              <c:pt idx="158">
                <c:v>0.15895558424853612</c:v>
              </c:pt>
              <c:pt idx="159">
                <c:v>0.15895558424853612</c:v>
              </c:pt>
              <c:pt idx="160">
                <c:v>0.15895558424853612</c:v>
              </c:pt>
              <c:pt idx="161">
                <c:v>0.15895558424853612</c:v>
              </c:pt>
              <c:pt idx="162">
                <c:v>0.15895558424853612</c:v>
              </c:pt>
              <c:pt idx="163">
                <c:v>0.15895558424853612</c:v>
              </c:pt>
              <c:pt idx="164">
                <c:v>0.15895558424853612</c:v>
              </c:pt>
              <c:pt idx="165">
                <c:v>0.15895558424853612</c:v>
              </c:pt>
              <c:pt idx="166">
                <c:v>0.15895558424853612</c:v>
              </c:pt>
              <c:pt idx="167">
                <c:v>0.15895558424853612</c:v>
              </c:pt>
              <c:pt idx="168">
                <c:v>0.15895558424853612</c:v>
              </c:pt>
              <c:pt idx="169">
                <c:v>0.15895558424853612</c:v>
              </c:pt>
              <c:pt idx="170">
                <c:v>0.15895558424853612</c:v>
              </c:pt>
              <c:pt idx="171">
                <c:v>0.15895558424853612</c:v>
              </c:pt>
              <c:pt idx="172">
                <c:v>0.15895558424853612</c:v>
              </c:pt>
              <c:pt idx="173">
                <c:v>0.15895558424853612</c:v>
              </c:pt>
              <c:pt idx="174">
                <c:v>0.15895558424853612</c:v>
              </c:pt>
              <c:pt idx="175">
                <c:v>0.15895558424853612</c:v>
              </c:pt>
              <c:pt idx="176">
                <c:v>0.15895558424853612</c:v>
              </c:pt>
              <c:pt idx="177">
                <c:v>0.15895558424853612</c:v>
              </c:pt>
              <c:pt idx="178">
                <c:v>0.15895558424853612</c:v>
              </c:pt>
              <c:pt idx="179">
                <c:v>0.15895558424853612</c:v>
              </c:pt>
              <c:pt idx="180">
                <c:v>0.15895558424853612</c:v>
              </c:pt>
              <c:pt idx="181">
                <c:v>0.15895558424853612</c:v>
              </c:pt>
              <c:pt idx="182">
                <c:v>0.15895558424853612</c:v>
              </c:pt>
              <c:pt idx="183">
                <c:v>0.15895558424853612</c:v>
              </c:pt>
              <c:pt idx="184">
                <c:v>0.15895558424853612</c:v>
              </c:pt>
              <c:pt idx="185">
                <c:v>0.15895558424853612</c:v>
              </c:pt>
              <c:pt idx="186">
                <c:v>0.15895558424853612</c:v>
              </c:pt>
              <c:pt idx="187">
                <c:v>0.15895558424853612</c:v>
              </c:pt>
              <c:pt idx="188">
                <c:v>0.15895558424853612</c:v>
              </c:pt>
              <c:pt idx="189">
                <c:v>0.15895558424853612</c:v>
              </c:pt>
              <c:pt idx="190">
                <c:v>0.15895558424853612</c:v>
              </c:pt>
              <c:pt idx="191">
                <c:v>0.15895558424853612</c:v>
              </c:pt>
              <c:pt idx="192">
                <c:v>0.15895558424853612</c:v>
              </c:pt>
              <c:pt idx="193">
                <c:v>0.15895558424853612</c:v>
              </c:pt>
              <c:pt idx="194">
                <c:v>0.15895558424853612</c:v>
              </c:pt>
              <c:pt idx="195">
                <c:v>0.15895558424853612</c:v>
              </c:pt>
              <c:pt idx="196">
                <c:v>0.15895558424853612</c:v>
              </c:pt>
              <c:pt idx="197">
                <c:v>0.15895558424853612</c:v>
              </c:pt>
              <c:pt idx="198">
                <c:v>0.15895558424853612</c:v>
              </c:pt>
              <c:pt idx="199">
                <c:v>0.15895558424853612</c:v>
              </c:pt>
              <c:pt idx="200">
                <c:v>0.15895558424853612</c:v>
              </c:pt>
              <c:pt idx="201">
                <c:v>0.15895558424853612</c:v>
              </c:pt>
              <c:pt idx="202">
                <c:v>0.15895558424853612</c:v>
              </c:pt>
              <c:pt idx="203">
                <c:v>0.15895558424853612</c:v>
              </c:pt>
              <c:pt idx="204">
                <c:v>0.15895558424853612</c:v>
              </c:pt>
              <c:pt idx="205">
                <c:v>0.15895558424853612</c:v>
              </c:pt>
              <c:pt idx="206">
                <c:v>0.15895558424853612</c:v>
              </c:pt>
              <c:pt idx="207">
                <c:v>0.15895558424853612</c:v>
              </c:pt>
              <c:pt idx="208">
                <c:v>0.15895558424853612</c:v>
              </c:pt>
              <c:pt idx="209">
                <c:v>0.15895558424853612</c:v>
              </c:pt>
              <c:pt idx="210">
                <c:v>0.15895558424853612</c:v>
              </c:pt>
              <c:pt idx="211">
                <c:v>0.15895558424853612</c:v>
              </c:pt>
              <c:pt idx="212">
                <c:v>0.15895558424853612</c:v>
              </c:pt>
              <c:pt idx="213">
                <c:v>0.15895558424853612</c:v>
              </c:pt>
              <c:pt idx="214">
                <c:v>0.15895558424853612</c:v>
              </c:pt>
              <c:pt idx="215">
                <c:v>0.15895558424853612</c:v>
              </c:pt>
              <c:pt idx="216">
                <c:v>0.15895558424853612</c:v>
              </c:pt>
              <c:pt idx="217">
                <c:v>0.15895558424853612</c:v>
              </c:pt>
              <c:pt idx="218">
                <c:v>0.15895558424853612</c:v>
              </c:pt>
              <c:pt idx="219">
                <c:v>0.15895558424853612</c:v>
              </c:pt>
              <c:pt idx="220">
                <c:v>0.15895558424853612</c:v>
              </c:pt>
              <c:pt idx="221">
                <c:v>0.15895558424853612</c:v>
              </c:pt>
              <c:pt idx="222">
                <c:v>0.15895558424853612</c:v>
              </c:pt>
              <c:pt idx="223">
                <c:v>0.15895558424853612</c:v>
              </c:pt>
              <c:pt idx="224">
                <c:v>0.15895558424853612</c:v>
              </c:pt>
              <c:pt idx="225">
                <c:v>0.15895558424853612</c:v>
              </c:pt>
              <c:pt idx="226">
                <c:v>0.15895558424853612</c:v>
              </c:pt>
              <c:pt idx="227">
                <c:v>0.15895558424853612</c:v>
              </c:pt>
              <c:pt idx="228">
                <c:v>0.15895558424853612</c:v>
              </c:pt>
              <c:pt idx="229">
                <c:v>0.15895558424853612</c:v>
              </c:pt>
              <c:pt idx="230">
                <c:v>0.15895558424853612</c:v>
              </c:pt>
              <c:pt idx="231">
                <c:v>0.15895558424853612</c:v>
              </c:pt>
              <c:pt idx="232">
                <c:v>0.15895558424853612</c:v>
              </c:pt>
              <c:pt idx="233">
                <c:v>0.15895558424853612</c:v>
              </c:pt>
              <c:pt idx="234">
                <c:v>0.15895558424853612</c:v>
              </c:pt>
              <c:pt idx="235">
                <c:v>0.15895558424853612</c:v>
              </c:pt>
              <c:pt idx="236">
                <c:v>0.15895558424853612</c:v>
              </c:pt>
              <c:pt idx="237">
                <c:v>0.15895558424853612</c:v>
              </c:pt>
              <c:pt idx="238">
                <c:v>0.15895558424853612</c:v>
              </c:pt>
              <c:pt idx="239">
                <c:v>0.15895558424853612</c:v>
              </c:pt>
              <c:pt idx="240">
                <c:v>0.15895558424853612</c:v>
              </c:pt>
              <c:pt idx="241">
                <c:v>0.15895558424853612</c:v>
              </c:pt>
              <c:pt idx="242">
                <c:v>0.15895558424853612</c:v>
              </c:pt>
              <c:pt idx="243">
                <c:v>0.15895558424853612</c:v>
              </c:pt>
              <c:pt idx="244">
                <c:v>0.15895558424853612</c:v>
              </c:pt>
              <c:pt idx="245">
                <c:v>0.15895558424853612</c:v>
              </c:pt>
              <c:pt idx="246">
                <c:v>0.15895558424853612</c:v>
              </c:pt>
              <c:pt idx="247">
                <c:v>0.15895558424853612</c:v>
              </c:pt>
              <c:pt idx="248">
                <c:v>0.15895558424853612</c:v>
              </c:pt>
              <c:pt idx="249">
                <c:v>0.15895558424853612</c:v>
              </c:pt>
              <c:pt idx="250">
                <c:v>0.15895558424853612</c:v>
              </c:pt>
              <c:pt idx="251">
                <c:v>0.15895558424853612</c:v>
              </c:pt>
              <c:pt idx="252">
                <c:v>0.15895558424853612</c:v>
              </c:pt>
              <c:pt idx="253">
                <c:v>0.15895558424853612</c:v>
              </c:pt>
              <c:pt idx="254">
                <c:v>0.15895558424853612</c:v>
              </c:pt>
              <c:pt idx="255">
                <c:v>0.15895558424853612</c:v>
              </c:pt>
              <c:pt idx="256">
                <c:v>0.15895558424853612</c:v>
              </c:pt>
              <c:pt idx="257">
                <c:v>0.15895558424853612</c:v>
              </c:pt>
              <c:pt idx="258">
                <c:v>0.15895558424853612</c:v>
              </c:pt>
              <c:pt idx="259">
                <c:v>0.15895558424853612</c:v>
              </c:pt>
              <c:pt idx="260">
                <c:v>0.15895558424853612</c:v>
              </c:pt>
              <c:pt idx="261">
                <c:v>0.15895558424853612</c:v>
              </c:pt>
              <c:pt idx="262">
                <c:v>0.15895558424853612</c:v>
              </c:pt>
              <c:pt idx="263">
                <c:v>0.15895558424853612</c:v>
              </c:pt>
              <c:pt idx="264">
                <c:v>0.15895558424853612</c:v>
              </c:pt>
              <c:pt idx="265">
                <c:v>0.15895558424853612</c:v>
              </c:pt>
              <c:pt idx="266">
                <c:v>0.15895558424853612</c:v>
              </c:pt>
              <c:pt idx="267">
                <c:v>0.15895558424853612</c:v>
              </c:pt>
              <c:pt idx="268">
                <c:v>0.15895558424853612</c:v>
              </c:pt>
              <c:pt idx="269">
                <c:v>0.15895558424853612</c:v>
              </c:pt>
              <c:pt idx="270">
                <c:v>0.15895558424853612</c:v>
              </c:pt>
              <c:pt idx="271">
                <c:v>0.15895558424853612</c:v>
              </c:pt>
              <c:pt idx="272">
                <c:v>0.15895558424853612</c:v>
              </c:pt>
              <c:pt idx="273">
                <c:v>0.15895558424853612</c:v>
              </c:pt>
              <c:pt idx="274">
                <c:v>0.15895558424853612</c:v>
              </c:pt>
              <c:pt idx="275">
                <c:v>0.15895558424853612</c:v>
              </c:pt>
              <c:pt idx="276">
                <c:v>0.15895558424853612</c:v>
              </c:pt>
              <c:pt idx="277">
                <c:v>0.15895558424853612</c:v>
              </c:pt>
              <c:pt idx="278">
                <c:v>0.15895558424853612</c:v>
              </c:pt>
              <c:pt idx="279">
                <c:v>0.15895558424853612</c:v>
              </c:pt>
              <c:pt idx="280">
                <c:v>0.15895558424853612</c:v>
              </c:pt>
              <c:pt idx="281">
                <c:v>0.15895558424853612</c:v>
              </c:pt>
              <c:pt idx="282">
                <c:v>0.15895558424853612</c:v>
              </c:pt>
              <c:pt idx="283">
                <c:v>0.15895558424853612</c:v>
              </c:pt>
              <c:pt idx="284">
                <c:v>0.15895558424853612</c:v>
              </c:pt>
              <c:pt idx="285">
                <c:v>0.15895558424853612</c:v>
              </c:pt>
              <c:pt idx="286">
                <c:v>0.15895558424853612</c:v>
              </c:pt>
              <c:pt idx="287">
                <c:v>0.15895558424853612</c:v>
              </c:pt>
              <c:pt idx="288">
                <c:v>0.15895558424853612</c:v>
              </c:pt>
              <c:pt idx="289">
                <c:v>0.15895558424853612</c:v>
              </c:pt>
              <c:pt idx="290">
                <c:v>0.15895558424853612</c:v>
              </c:pt>
              <c:pt idx="291">
                <c:v>0.15895558424853612</c:v>
              </c:pt>
              <c:pt idx="292">
                <c:v>0.15895558424853612</c:v>
              </c:pt>
              <c:pt idx="293">
                <c:v>0.15895558424853612</c:v>
              </c:pt>
              <c:pt idx="294">
                <c:v>0.15895558424853612</c:v>
              </c:pt>
              <c:pt idx="295">
                <c:v>0.15895558424853612</c:v>
              </c:pt>
              <c:pt idx="296">
                <c:v>0.15895558424853612</c:v>
              </c:pt>
              <c:pt idx="297">
                <c:v>0.15895558424853612</c:v>
              </c:pt>
              <c:pt idx="298">
                <c:v>0.15895558424853612</c:v>
              </c:pt>
              <c:pt idx="299">
                <c:v>0.15895558424853612</c:v>
              </c:pt>
              <c:pt idx="300">
                <c:v>0.15895558424853612</c:v>
              </c:pt>
              <c:pt idx="301">
                <c:v>0.15895558424853612</c:v>
              </c:pt>
              <c:pt idx="302">
                <c:v>0.15895558424853612</c:v>
              </c:pt>
              <c:pt idx="303">
                <c:v>0.15895558424853612</c:v>
              </c:pt>
              <c:pt idx="304">
                <c:v>0.15895558424853612</c:v>
              </c:pt>
              <c:pt idx="305">
                <c:v>0.15895558424853612</c:v>
              </c:pt>
              <c:pt idx="306">
                <c:v>0.15895558424853612</c:v>
              </c:pt>
              <c:pt idx="307">
                <c:v>0.15895558424853612</c:v>
              </c:pt>
              <c:pt idx="308">
                <c:v>0.15895558424853612</c:v>
              </c:pt>
              <c:pt idx="309">
                <c:v>0.15895558424853612</c:v>
              </c:pt>
              <c:pt idx="310">
                <c:v>0.15895558424853612</c:v>
              </c:pt>
              <c:pt idx="311">
                <c:v>0.15895558424853612</c:v>
              </c:pt>
              <c:pt idx="312">
                <c:v>0.15895558424853612</c:v>
              </c:pt>
              <c:pt idx="313">
                <c:v>0.15895558424853612</c:v>
              </c:pt>
              <c:pt idx="314">
                <c:v>0.15895558424853612</c:v>
              </c:pt>
              <c:pt idx="315">
                <c:v>0.15895558424853612</c:v>
              </c:pt>
              <c:pt idx="316">
                <c:v>0.15895558424853612</c:v>
              </c:pt>
              <c:pt idx="317">
                <c:v>0.15895558424853612</c:v>
              </c:pt>
              <c:pt idx="318">
                <c:v>0.15895558424853612</c:v>
              </c:pt>
              <c:pt idx="319">
                <c:v>0.15895558424853612</c:v>
              </c:pt>
              <c:pt idx="320">
                <c:v>0.15895558424853612</c:v>
              </c:pt>
              <c:pt idx="321">
                <c:v>0.15895558424853612</c:v>
              </c:pt>
              <c:pt idx="322">
                <c:v>0.15895558424853612</c:v>
              </c:pt>
              <c:pt idx="323">
                <c:v>0.15895558424853612</c:v>
              </c:pt>
              <c:pt idx="324">
                <c:v>0.15895558424853612</c:v>
              </c:pt>
              <c:pt idx="325">
                <c:v>0.15895558424853612</c:v>
              </c:pt>
              <c:pt idx="326">
                <c:v>0.15895558424853612</c:v>
              </c:pt>
              <c:pt idx="327">
                <c:v>0.15895558424853612</c:v>
              </c:pt>
              <c:pt idx="328">
                <c:v>0.15895558424853612</c:v>
              </c:pt>
              <c:pt idx="329">
                <c:v>0.15895558424853612</c:v>
              </c:pt>
              <c:pt idx="330">
                <c:v>0.15895558424853612</c:v>
              </c:pt>
              <c:pt idx="331">
                <c:v>0.15895558424853612</c:v>
              </c:pt>
              <c:pt idx="332">
                <c:v>0.15895558424853612</c:v>
              </c:pt>
              <c:pt idx="333">
                <c:v>0.15895558424853612</c:v>
              </c:pt>
              <c:pt idx="334">
                <c:v>0.15895558424853612</c:v>
              </c:pt>
              <c:pt idx="335">
                <c:v>0.15895558424853612</c:v>
              </c:pt>
              <c:pt idx="336">
                <c:v>0.15895558424853612</c:v>
              </c:pt>
              <c:pt idx="337">
                <c:v>0.15895558424853612</c:v>
              </c:pt>
              <c:pt idx="338">
                <c:v>0.15895558424853612</c:v>
              </c:pt>
              <c:pt idx="339">
                <c:v>0.15895558424853612</c:v>
              </c:pt>
              <c:pt idx="340">
                <c:v>0.15895558424853612</c:v>
              </c:pt>
              <c:pt idx="341">
                <c:v>0.15895558424853612</c:v>
              </c:pt>
              <c:pt idx="342">
                <c:v>0.15895558424853612</c:v>
              </c:pt>
              <c:pt idx="343">
                <c:v>0.15895558424853612</c:v>
              </c:pt>
              <c:pt idx="344">
                <c:v>0.15895558424853612</c:v>
              </c:pt>
              <c:pt idx="345">
                <c:v>0.15895558424853612</c:v>
              </c:pt>
              <c:pt idx="346">
                <c:v>0.15895558424853612</c:v>
              </c:pt>
              <c:pt idx="347">
                <c:v>0.15895558424853612</c:v>
              </c:pt>
              <c:pt idx="348">
                <c:v>0.15895558424853612</c:v>
              </c:pt>
              <c:pt idx="349">
                <c:v>0.15895558424853612</c:v>
              </c:pt>
              <c:pt idx="350">
                <c:v>0.15895558424853612</c:v>
              </c:pt>
              <c:pt idx="351">
                <c:v>0.15895558424853612</c:v>
              </c:pt>
              <c:pt idx="352">
                <c:v>0.15895558424853612</c:v>
              </c:pt>
              <c:pt idx="353">
                <c:v>0.15895558424853612</c:v>
              </c:pt>
              <c:pt idx="354">
                <c:v>0.15895558424853612</c:v>
              </c:pt>
              <c:pt idx="355">
                <c:v>0.15895558424853612</c:v>
              </c:pt>
              <c:pt idx="356">
                <c:v>0.15895558424853612</c:v>
              </c:pt>
              <c:pt idx="357">
                <c:v>0.15895558424853612</c:v>
              </c:pt>
              <c:pt idx="358">
                <c:v>0.15895558424853612</c:v>
              </c:pt>
              <c:pt idx="359">
                <c:v>0.15895558424853612</c:v>
              </c:pt>
              <c:pt idx="360">
                <c:v>0.15895558424853612</c:v>
              </c:pt>
              <c:pt idx="361">
                <c:v>0.15895558424853612</c:v>
              </c:pt>
              <c:pt idx="362">
                <c:v>0.15895558424853612</c:v>
              </c:pt>
              <c:pt idx="363">
                <c:v>0.15895558424853612</c:v>
              </c:pt>
              <c:pt idx="364">
                <c:v>0.15895558424853612</c:v>
              </c:pt>
              <c:pt idx="365">
                <c:v>0.15895558424853612</c:v>
              </c:pt>
              <c:pt idx="366">
                <c:v>0.15895558424853612</c:v>
              </c:pt>
              <c:pt idx="367">
                <c:v>0.15895558424853612</c:v>
              </c:pt>
              <c:pt idx="368">
                <c:v>0.15895558424853612</c:v>
              </c:pt>
              <c:pt idx="369">
                <c:v>0.15895558424853612</c:v>
              </c:pt>
              <c:pt idx="370">
                <c:v>0.15895558424853612</c:v>
              </c:pt>
              <c:pt idx="371">
                <c:v>0.15895558424853612</c:v>
              </c:pt>
              <c:pt idx="372">
                <c:v>0.15895558424853612</c:v>
              </c:pt>
              <c:pt idx="373">
                <c:v>0.15895558424853612</c:v>
              </c:pt>
              <c:pt idx="374">
                <c:v>0.15895558424853612</c:v>
              </c:pt>
              <c:pt idx="375">
                <c:v>0.15895558424853612</c:v>
              </c:pt>
              <c:pt idx="376">
                <c:v>0.15895558424853612</c:v>
              </c:pt>
              <c:pt idx="377">
                <c:v>0.15895558424853612</c:v>
              </c:pt>
              <c:pt idx="378">
                <c:v>0.15895558424853612</c:v>
              </c:pt>
              <c:pt idx="379">
                <c:v>0.15895558424853612</c:v>
              </c:pt>
              <c:pt idx="380">
                <c:v>0.15895558424853612</c:v>
              </c:pt>
              <c:pt idx="381">
                <c:v>0.15895558424853612</c:v>
              </c:pt>
              <c:pt idx="382">
                <c:v>0.15895558424853612</c:v>
              </c:pt>
              <c:pt idx="383">
                <c:v>0.15895558424853612</c:v>
              </c:pt>
              <c:pt idx="384">
                <c:v>0.15895558424853612</c:v>
              </c:pt>
              <c:pt idx="385">
                <c:v>0.15895558424853612</c:v>
              </c:pt>
              <c:pt idx="386">
                <c:v>0.15895558424853612</c:v>
              </c:pt>
              <c:pt idx="387">
                <c:v>0.15895558424853612</c:v>
              </c:pt>
              <c:pt idx="388">
                <c:v>0.15895558424853612</c:v>
              </c:pt>
              <c:pt idx="389">
                <c:v>0.15895558424853612</c:v>
              </c:pt>
              <c:pt idx="390">
                <c:v>0.15895558424853612</c:v>
              </c:pt>
              <c:pt idx="391">
                <c:v>0.15895558424853612</c:v>
              </c:pt>
              <c:pt idx="392">
                <c:v>0.15895558424853612</c:v>
              </c:pt>
              <c:pt idx="393">
                <c:v>0.15895558424853612</c:v>
              </c:pt>
              <c:pt idx="394">
                <c:v>0.15895558424853612</c:v>
              </c:pt>
              <c:pt idx="395">
                <c:v>0.15895558424853612</c:v>
              </c:pt>
              <c:pt idx="396">
                <c:v>0.15895558424853612</c:v>
              </c:pt>
              <c:pt idx="397">
                <c:v>0.15895558424853612</c:v>
              </c:pt>
              <c:pt idx="398">
                <c:v>0.15895558424853612</c:v>
              </c:pt>
              <c:pt idx="399">
                <c:v>0.15895558424853612</c:v>
              </c:pt>
              <c:pt idx="400">
                <c:v>0.15895558424853612</c:v>
              </c:pt>
              <c:pt idx="401">
                <c:v>0.15895558424853612</c:v>
              </c:pt>
              <c:pt idx="402">
                <c:v>0.15895558424853612</c:v>
              </c:pt>
              <c:pt idx="403">
                <c:v>0.15895558424853612</c:v>
              </c:pt>
              <c:pt idx="404">
                <c:v>0.15895558424853612</c:v>
              </c:pt>
              <c:pt idx="405">
                <c:v>0.15895558424853612</c:v>
              </c:pt>
              <c:pt idx="406">
                <c:v>0.15895558424853612</c:v>
              </c:pt>
              <c:pt idx="407">
                <c:v>0.15895558424853612</c:v>
              </c:pt>
              <c:pt idx="408">
                <c:v>0.15895558424853612</c:v>
              </c:pt>
              <c:pt idx="409">
                <c:v>0.15895558424853612</c:v>
              </c:pt>
              <c:pt idx="410">
                <c:v>0.15895558424853612</c:v>
              </c:pt>
              <c:pt idx="411">
                <c:v>0.15895558424853612</c:v>
              </c:pt>
              <c:pt idx="412">
                <c:v>0.15895558424853612</c:v>
              </c:pt>
              <c:pt idx="413">
                <c:v>0.15895558424853612</c:v>
              </c:pt>
              <c:pt idx="414">
                <c:v>0.15895558424853612</c:v>
              </c:pt>
              <c:pt idx="415">
                <c:v>0.15895558424853612</c:v>
              </c:pt>
              <c:pt idx="416">
                <c:v>0.15895558424853612</c:v>
              </c:pt>
              <c:pt idx="417">
                <c:v>0.15895558424853612</c:v>
              </c:pt>
              <c:pt idx="418">
                <c:v>0.15895558424853612</c:v>
              </c:pt>
              <c:pt idx="419">
                <c:v>0.15895558424853612</c:v>
              </c:pt>
              <c:pt idx="420">
                <c:v>0.15895558424853612</c:v>
              </c:pt>
              <c:pt idx="421">
                <c:v>0.15895558424853612</c:v>
              </c:pt>
              <c:pt idx="422">
                <c:v>0.15895558424853612</c:v>
              </c:pt>
              <c:pt idx="423">
                <c:v>0.15895558424853612</c:v>
              </c:pt>
              <c:pt idx="424">
                <c:v>0.15895558424853612</c:v>
              </c:pt>
              <c:pt idx="425">
                <c:v>0.15895558424853612</c:v>
              </c:pt>
              <c:pt idx="426">
                <c:v>0.15895558424853612</c:v>
              </c:pt>
              <c:pt idx="427">
                <c:v>0.15895558424853612</c:v>
              </c:pt>
              <c:pt idx="428">
                <c:v>0.15895558424853612</c:v>
              </c:pt>
              <c:pt idx="429">
                <c:v>0.15895558424853612</c:v>
              </c:pt>
              <c:pt idx="430">
                <c:v>0.15895558424853612</c:v>
              </c:pt>
              <c:pt idx="431">
                <c:v>0.15895558424853612</c:v>
              </c:pt>
              <c:pt idx="432">
                <c:v>0.15895558424853612</c:v>
              </c:pt>
              <c:pt idx="433">
                <c:v>0.15895558424853612</c:v>
              </c:pt>
              <c:pt idx="434">
                <c:v>0.15895558424853612</c:v>
              </c:pt>
              <c:pt idx="435">
                <c:v>0.15895558424853612</c:v>
              </c:pt>
              <c:pt idx="436">
                <c:v>0.15895558424853612</c:v>
              </c:pt>
              <c:pt idx="437">
                <c:v>0.15895558424853612</c:v>
              </c:pt>
              <c:pt idx="438">
                <c:v>0.15895558424853612</c:v>
              </c:pt>
              <c:pt idx="439">
                <c:v>0.15895558424853612</c:v>
              </c:pt>
              <c:pt idx="440">
                <c:v>0.15895558424853612</c:v>
              </c:pt>
              <c:pt idx="441">
                <c:v>0.15895558424853612</c:v>
              </c:pt>
              <c:pt idx="442">
                <c:v>0.15895558424853612</c:v>
              </c:pt>
              <c:pt idx="443">
                <c:v>0.15895558424853612</c:v>
              </c:pt>
              <c:pt idx="444">
                <c:v>0.15895558424853612</c:v>
              </c:pt>
              <c:pt idx="445">
                <c:v>0.15895558424853612</c:v>
              </c:pt>
              <c:pt idx="446">
                <c:v>0.15895558424853612</c:v>
              </c:pt>
              <c:pt idx="447">
                <c:v>0.15895558424853612</c:v>
              </c:pt>
            </c:numLit>
          </c:yVal>
          <c:smooth val="0"/>
        </c:ser>
        <c:ser>
          <c:idx val="10"/>
          <c:order val="10"/>
          <c:tx>
            <c:v>Implemented LCA filling</c:v>
          </c:tx>
          <c:spPr>
            <a:noFill xmlns:a="http://schemas.openxmlformats.org/drawingml/2006/main"/>
            <a:ln xmlns:a="http://schemas.openxmlformats.org/drawingml/2006/main" w="0">
              <a:noFill/>
              <a:prstDash val="solid"/>
            </a:ln>
          </c:spPr>
          <c:marker>
            <c:symbol val="circle"/>
            <c:size val="7"/>
            <c:spPr>
              <a:solidFill xmlns:a="http://schemas.openxmlformats.org/drawingml/2006/main">
                <a:srgbClr val="FFFFFF"/>
              </a:solidFill>
            </c:spPr>
          </c:marker>
          <c:xVal>
            <c:numLit>
              <c:formatCode>General</c:formatCode>
              <c:ptCount val="448"/>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c:v>
              </c:pt>
              <c:pt idx="147">
                <c:v>0</c:v>
              </c:pt>
              <c:pt idx="148">
                <c:v>0</c:v>
              </c:pt>
              <c:pt idx="149">
                <c:v>0</c:v>
              </c:pt>
              <c:pt idx="150">
                <c:v>0</c:v>
              </c:pt>
              <c:pt idx="151">
                <c:v>0</c:v>
              </c:pt>
              <c:pt idx="152">
                <c:v>0</c:v>
              </c:pt>
              <c:pt idx="153">
                <c:v>0</c:v>
              </c:pt>
              <c:pt idx="154">
                <c:v>0</c:v>
              </c:pt>
              <c:pt idx="155">
                <c:v>0</c:v>
              </c:pt>
              <c:pt idx="156">
                <c:v>0</c:v>
              </c:pt>
              <c:pt idx="157">
                <c:v>0</c:v>
              </c:pt>
              <c:pt idx="158">
                <c:v>0</c:v>
              </c:pt>
              <c:pt idx="159">
                <c:v>0</c:v>
              </c:pt>
              <c:pt idx="160">
                <c:v>0</c:v>
              </c:pt>
              <c:pt idx="161">
                <c:v>0</c:v>
              </c:pt>
              <c:pt idx="162">
                <c:v>0</c:v>
              </c:pt>
              <c:pt idx="163">
                <c:v>0</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numLit>
          </c:xVal>
          <c:yVal>
            <c:numLit>
              <c:formatCode>0.0</c:formatCode>
              <c:ptCount val="448"/>
              <c:pt idx="0">
                <c:v>6.202028524893199</c:v>
              </c:pt>
              <c:pt idx="1">
                <c:v>6.202028524893199</c:v>
              </c:pt>
              <c:pt idx="2">
                <c:v>6.202028524893199</c:v>
              </c:pt>
              <c:pt idx="3">
                <c:v>6.202028524893199</c:v>
              </c:pt>
              <c:pt idx="4">
                <c:v>6.202028524893199</c:v>
              </c:pt>
              <c:pt idx="5">
                <c:v>6.202028524893199</c:v>
              </c:pt>
              <c:pt idx="6">
                <c:v>6.202028524893199</c:v>
              </c:pt>
              <c:pt idx="7">
                <c:v>6.202028524893199</c:v>
              </c:pt>
              <c:pt idx="8">
                <c:v>6.202028524893199</c:v>
              </c:pt>
              <c:pt idx="9">
                <c:v>6.202028524893199</c:v>
              </c:pt>
              <c:pt idx="10">
                <c:v>6.202028524893199</c:v>
              </c:pt>
              <c:pt idx="11">
                <c:v>6.202028524893199</c:v>
              </c:pt>
              <c:pt idx="12">
                <c:v>6.202028524893199</c:v>
              </c:pt>
              <c:pt idx="13">
                <c:v>6.202028524893199</c:v>
              </c:pt>
              <c:pt idx="14">
                <c:v>6.202028524893199</c:v>
              </c:pt>
              <c:pt idx="15">
                <c:v>6.202028524893199</c:v>
              </c:pt>
              <c:pt idx="16">
                <c:v>6.202028524893199</c:v>
              </c:pt>
              <c:pt idx="17">
                <c:v>6.202028524893199</c:v>
              </c:pt>
              <c:pt idx="18">
                <c:v>6.202028524893199</c:v>
              </c:pt>
              <c:pt idx="19">
                <c:v>6.202028524893199</c:v>
              </c:pt>
              <c:pt idx="20">
                <c:v>6.202028524893199</c:v>
              </c:pt>
              <c:pt idx="21">
                <c:v>6.202028524893199</c:v>
              </c:pt>
              <c:pt idx="22">
                <c:v>6.202028524893199</c:v>
              </c:pt>
              <c:pt idx="23">
                <c:v>6.202028524893199</c:v>
              </c:pt>
              <c:pt idx="24">
                <c:v>6.202028524893199</c:v>
              </c:pt>
              <c:pt idx="25">
                <c:v>6.202028524893199</c:v>
              </c:pt>
              <c:pt idx="26">
                <c:v>6.202028524893199</c:v>
              </c:pt>
              <c:pt idx="27">
                <c:v>6.202028524893199</c:v>
              </c:pt>
              <c:pt idx="28">
                <c:v>6.202028524893199</c:v>
              </c:pt>
              <c:pt idx="29">
                <c:v>6.202028524893199</c:v>
              </c:pt>
              <c:pt idx="30">
                <c:v>6.202028524893199</c:v>
              </c:pt>
              <c:pt idx="31">
                <c:v>6.202028524893199</c:v>
              </c:pt>
              <c:pt idx="32">
                <c:v>6.202028524893199</c:v>
              </c:pt>
              <c:pt idx="33">
                <c:v>6.202028524893199</c:v>
              </c:pt>
              <c:pt idx="34">
                <c:v>6.202028524893199</c:v>
              </c:pt>
              <c:pt idx="35">
                <c:v>6.202028524893199</c:v>
              </c:pt>
              <c:pt idx="36">
                <c:v>6.202028524893199</c:v>
              </c:pt>
              <c:pt idx="37">
                <c:v>6.202028524893199</c:v>
              </c:pt>
              <c:pt idx="38">
                <c:v>6.202028524893199</c:v>
              </c:pt>
              <c:pt idx="39">
                <c:v>6.202028524893199</c:v>
              </c:pt>
              <c:pt idx="40">
                <c:v>6.202028524893199</c:v>
              </c:pt>
              <c:pt idx="41">
                <c:v>6.202028524893199</c:v>
              </c:pt>
              <c:pt idx="42">
                <c:v>6.202028524893199</c:v>
              </c:pt>
              <c:pt idx="43">
                <c:v>6.202028524893199</c:v>
              </c:pt>
              <c:pt idx="44">
                <c:v>6.202028524893199</c:v>
              </c:pt>
              <c:pt idx="45">
                <c:v>6.202028524893199</c:v>
              </c:pt>
              <c:pt idx="46">
                <c:v>6.202028524893199</c:v>
              </c:pt>
              <c:pt idx="47">
                <c:v>6.202028524893199</c:v>
              </c:pt>
              <c:pt idx="48">
                <c:v>6.202028524893199</c:v>
              </c:pt>
              <c:pt idx="49">
                <c:v>6.202028524893199</c:v>
              </c:pt>
              <c:pt idx="50">
                <c:v>6.202028524893199</c:v>
              </c:pt>
              <c:pt idx="51">
                <c:v>6.202028524893199</c:v>
              </c:pt>
              <c:pt idx="52">
                <c:v>6.202028524893199</c:v>
              </c:pt>
              <c:pt idx="53">
                <c:v>6.202028524893199</c:v>
              </c:pt>
              <c:pt idx="54">
                <c:v>6.202028524893199</c:v>
              </c:pt>
              <c:pt idx="55">
                <c:v>6.202028524893199</c:v>
              </c:pt>
              <c:pt idx="56">
                <c:v>6.202028524893199</c:v>
              </c:pt>
              <c:pt idx="57">
                <c:v>6.202028524893199</c:v>
              </c:pt>
              <c:pt idx="58">
                <c:v>6.202028524893199</c:v>
              </c:pt>
              <c:pt idx="59">
                <c:v>6.202028524893199</c:v>
              </c:pt>
              <c:pt idx="60">
                <c:v>6.202028524893199</c:v>
              </c:pt>
              <c:pt idx="61">
                <c:v>6.202028524893199</c:v>
              </c:pt>
              <c:pt idx="62">
                <c:v>6.202028524893199</c:v>
              </c:pt>
              <c:pt idx="63">
                <c:v>6.202028524893199</c:v>
              </c:pt>
              <c:pt idx="64">
                <c:v>6.202028524893199</c:v>
              </c:pt>
              <c:pt idx="65">
                <c:v>6.202028524893199</c:v>
              </c:pt>
              <c:pt idx="66">
                <c:v>6.202028524893199</c:v>
              </c:pt>
              <c:pt idx="67">
                <c:v>6.202028524893199</c:v>
              </c:pt>
              <c:pt idx="68">
                <c:v>6.202028524893199</c:v>
              </c:pt>
              <c:pt idx="69">
                <c:v>6.202028524893199</c:v>
              </c:pt>
              <c:pt idx="70">
                <c:v>6.202028524893199</c:v>
              </c:pt>
              <c:pt idx="71">
                <c:v>6.202028524893199</c:v>
              </c:pt>
              <c:pt idx="72">
                <c:v>6.202028524893199</c:v>
              </c:pt>
              <c:pt idx="73">
                <c:v>6.202028524893199</c:v>
              </c:pt>
              <c:pt idx="74">
                <c:v>6.202028524893199</c:v>
              </c:pt>
              <c:pt idx="75">
                <c:v>6.202028524893199</c:v>
              </c:pt>
              <c:pt idx="76">
                <c:v>6.202028524893199</c:v>
              </c:pt>
              <c:pt idx="77">
                <c:v>6.202028524893199</c:v>
              </c:pt>
              <c:pt idx="78">
                <c:v>6.202028524893199</c:v>
              </c:pt>
              <c:pt idx="79">
                <c:v>6.202028524893199</c:v>
              </c:pt>
              <c:pt idx="80">
                <c:v>6.202028524893199</c:v>
              </c:pt>
              <c:pt idx="81">
                <c:v>6.202028524893199</c:v>
              </c:pt>
              <c:pt idx="82">
                <c:v>6.202028524893199</c:v>
              </c:pt>
              <c:pt idx="83">
                <c:v>6.202028524893199</c:v>
              </c:pt>
              <c:pt idx="84">
                <c:v>6.202028524893199</c:v>
              </c:pt>
              <c:pt idx="85">
                <c:v>6.202028524893199</c:v>
              </c:pt>
              <c:pt idx="86">
                <c:v>6.202028524893199</c:v>
              </c:pt>
              <c:pt idx="87">
                <c:v>6.202028524893199</c:v>
              </c:pt>
              <c:pt idx="88">
                <c:v>6.202028524893199</c:v>
              </c:pt>
              <c:pt idx="89">
                <c:v>6.202028524893199</c:v>
              </c:pt>
              <c:pt idx="90">
                <c:v>6.202028524893199</c:v>
              </c:pt>
              <c:pt idx="91">
                <c:v>6.202028524893199</c:v>
              </c:pt>
              <c:pt idx="92">
                <c:v>6.202028524893199</c:v>
              </c:pt>
              <c:pt idx="93">
                <c:v>6.202028524893199</c:v>
              </c:pt>
              <c:pt idx="94">
                <c:v>6.202028524893199</c:v>
              </c:pt>
              <c:pt idx="95">
                <c:v>6.202028524893199</c:v>
              </c:pt>
              <c:pt idx="96">
                <c:v>6.202028524893199</c:v>
              </c:pt>
              <c:pt idx="97">
                <c:v>6.202028524893199</c:v>
              </c:pt>
              <c:pt idx="98">
                <c:v>6.202028524893199</c:v>
              </c:pt>
              <c:pt idx="99">
                <c:v>6.202028524893199</c:v>
              </c:pt>
              <c:pt idx="100">
                <c:v>6.202028524893199</c:v>
              </c:pt>
              <c:pt idx="101">
                <c:v>6.202028524893199</c:v>
              </c:pt>
              <c:pt idx="102">
                <c:v>6.202028524893199</c:v>
              </c:pt>
              <c:pt idx="103">
                <c:v>6.202028524893199</c:v>
              </c:pt>
              <c:pt idx="104">
                <c:v>6.202028524893199</c:v>
              </c:pt>
              <c:pt idx="105">
                <c:v>6.202028524893199</c:v>
              </c:pt>
              <c:pt idx="106">
                <c:v>6.202028524893199</c:v>
              </c:pt>
              <c:pt idx="107">
                <c:v>6.202028524893199</c:v>
              </c:pt>
              <c:pt idx="108">
                <c:v>6.202028524893199</c:v>
              </c:pt>
              <c:pt idx="109">
                <c:v>6.202028524893199</c:v>
              </c:pt>
              <c:pt idx="110">
                <c:v>6.202028524893199</c:v>
              </c:pt>
              <c:pt idx="111">
                <c:v>6.202028524893199</c:v>
              </c:pt>
              <c:pt idx="112">
                <c:v>6.202028524893199</c:v>
              </c:pt>
              <c:pt idx="113">
                <c:v>6.202028524893199</c:v>
              </c:pt>
              <c:pt idx="114">
                <c:v>6.202028524893199</c:v>
              </c:pt>
              <c:pt idx="115">
                <c:v>6.202028524893199</c:v>
              </c:pt>
              <c:pt idx="116">
                <c:v>6.202028524893199</c:v>
              </c:pt>
              <c:pt idx="117">
                <c:v>6.202028524893199</c:v>
              </c:pt>
              <c:pt idx="118">
                <c:v>6.202028524893199</c:v>
              </c:pt>
              <c:pt idx="119">
                <c:v>6.202028524893199</c:v>
              </c:pt>
              <c:pt idx="120">
                <c:v>6.202028524893199</c:v>
              </c:pt>
              <c:pt idx="121">
                <c:v>6.202028524893199</c:v>
              </c:pt>
              <c:pt idx="122">
                <c:v>6.202028524893199</c:v>
              </c:pt>
              <c:pt idx="123">
                <c:v>6.202028524893199</c:v>
              </c:pt>
              <c:pt idx="124">
                <c:v>6.202028524893199</c:v>
              </c:pt>
              <c:pt idx="125">
                <c:v>6.202028524893199</c:v>
              </c:pt>
              <c:pt idx="126">
                <c:v>6.202028524893199</c:v>
              </c:pt>
              <c:pt idx="127">
                <c:v>6.202028524893199</c:v>
              </c:pt>
              <c:pt idx="128">
                <c:v>6.202028524893199</c:v>
              </c:pt>
              <c:pt idx="129">
                <c:v>6.202028524893199</c:v>
              </c:pt>
              <c:pt idx="130">
                <c:v>6.202028524893199</c:v>
              </c:pt>
              <c:pt idx="131">
                <c:v>6.202028524893199</c:v>
              </c:pt>
              <c:pt idx="132">
                <c:v>6.202028524893199</c:v>
              </c:pt>
              <c:pt idx="133">
                <c:v>6.202028524893199</c:v>
              </c:pt>
              <c:pt idx="134">
                <c:v>6.202028524893199</c:v>
              </c:pt>
              <c:pt idx="135">
                <c:v>6.202028524893199</c:v>
              </c:pt>
              <c:pt idx="136">
                <c:v>6.202028524893199</c:v>
              </c:pt>
              <c:pt idx="137">
                <c:v>6.202028524893199</c:v>
              </c:pt>
              <c:pt idx="138">
                <c:v>6.202028524893199</c:v>
              </c:pt>
              <c:pt idx="139">
                <c:v>6.202028524893199</c:v>
              </c:pt>
              <c:pt idx="140">
                <c:v>6.202028524893199</c:v>
              </c:pt>
              <c:pt idx="141">
                <c:v>6.202028524893199</c:v>
              </c:pt>
              <c:pt idx="142">
                <c:v>6.202028524893199</c:v>
              </c:pt>
              <c:pt idx="143">
                <c:v>6.202028524893199</c:v>
              </c:pt>
              <c:pt idx="144">
                <c:v>6.202028524893199</c:v>
              </c:pt>
              <c:pt idx="145">
                <c:v>6.202028524893199</c:v>
              </c:pt>
              <c:pt idx="146">
                <c:v>6.202028524893199</c:v>
              </c:pt>
              <c:pt idx="147">
                <c:v>6.202028524893199</c:v>
              </c:pt>
              <c:pt idx="148">
                <c:v>6.202028524893199</c:v>
              </c:pt>
              <c:pt idx="149">
                <c:v>6.202028524893199</c:v>
              </c:pt>
              <c:pt idx="150">
                <c:v>6.202028524893199</c:v>
              </c:pt>
              <c:pt idx="151">
                <c:v>6.202028524893199</c:v>
              </c:pt>
              <c:pt idx="152">
                <c:v>6.202028524893199</c:v>
              </c:pt>
              <c:pt idx="153">
                <c:v>6.202028524893199</c:v>
              </c:pt>
              <c:pt idx="154">
                <c:v>6.202028524893199</c:v>
              </c:pt>
              <c:pt idx="155">
                <c:v>6.202028524893199</c:v>
              </c:pt>
              <c:pt idx="156">
                <c:v>6.202028524893199</c:v>
              </c:pt>
              <c:pt idx="157">
                <c:v>6.202028524893199</c:v>
              </c:pt>
              <c:pt idx="158">
                <c:v>6.202028524893199</c:v>
              </c:pt>
              <c:pt idx="159">
                <c:v>6.202028524893199</c:v>
              </c:pt>
              <c:pt idx="160">
                <c:v>6.202028524893199</c:v>
              </c:pt>
              <c:pt idx="161">
                <c:v>6.202028524893199</c:v>
              </c:pt>
              <c:pt idx="162">
                <c:v>6.202028524893199</c:v>
              </c:pt>
              <c:pt idx="163">
                <c:v>6.202028524893199</c:v>
              </c:pt>
              <c:pt idx="164">
                <c:v>6.202028524893199</c:v>
              </c:pt>
              <c:pt idx="165">
                <c:v>6.202028524893199</c:v>
              </c:pt>
              <c:pt idx="166">
                <c:v>6.202028524893199</c:v>
              </c:pt>
              <c:pt idx="167">
                <c:v>6.202028524893199</c:v>
              </c:pt>
              <c:pt idx="168">
                <c:v>6.202028524893199</c:v>
              </c:pt>
              <c:pt idx="169">
                <c:v>6.202028524893199</c:v>
              </c:pt>
              <c:pt idx="170">
                <c:v>6.202028524893199</c:v>
              </c:pt>
              <c:pt idx="171">
                <c:v>6.202028524893199</c:v>
              </c:pt>
              <c:pt idx="172">
                <c:v>6.202028524893199</c:v>
              </c:pt>
              <c:pt idx="173">
                <c:v>6.202028524893199</c:v>
              </c:pt>
              <c:pt idx="174">
                <c:v>6.202028524893199</c:v>
              </c:pt>
              <c:pt idx="175">
                <c:v>6.202028524893199</c:v>
              </c:pt>
              <c:pt idx="176">
                <c:v>6.202028524893199</c:v>
              </c:pt>
              <c:pt idx="177">
                <c:v>6.202028524893199</c:v>
              </c:pt>
              <c:pt idx="178">
                <c:v>6.202028524893199</c:v>
              </c:pt>
              <c:pt idx="179">
                <c:v>6.202028524893199</c:v>
              </c:pt>
              <c:pt idx="180">
                <c:v>6.202028524893199</c:v>
              </c:pt>
              <c:pt idx="181">
                <c:v>6.202028524893199</c:v>
              </c:pt>
              <c:pt idx="182">
                <c:v>6.202028524893199</c:v>
              </c:pt>
              <c:pt idx="183">
                <c:v>6.202028524893199</c:v>
              </c:pt>
              <c:pt idx="184">
                <c:v>6.202028524893199</c:v>
              </c:pt>
              <c:pt idx="185">
                <c:v>6.202028524893199</c:v>
              </c:pt>
              <c:pt idx="186">
                <c:v>6.202028524893199</c:v>
              </c:pt>
              <c:pt idx="187">
                <c:v>6.202028524893199</c:v>
              </c:pt>
              <c:pt idx="188">
                <c:v>6.202028524893199</c:v>
              </c:pt>
              <c:pt idx="189">
                <c:v>6.202028524893199</c:v>
              </c:pt>
              <c:pt idx="190">
                <c:v>6.202028524893199</c:v>
              </c:pt>
              <c:pt idx="191">
                <c:v>6.202028524893199</c:v>
              </c:pt>
              <c:pt idx="192">
                <c:v>6.202028524893199</c:v>
              </c:pt>
              <c:pt idx="193">
                <c:v>6.202028524893199</c:v>
              </c:pt>
              <c:pt idx="194">
                <c:v>6.202028524893199</c:v>
              </c:pt>
              <c:pt idx="195">
                <c:v>6.202028524893199</c:v>
              </c:pt>
              <c:pt idx="196">
                <c:v>6.202028524893199</c:v>
              </c:pt>
              <c:pt idx="197">
                <c:v>6.202028524893199</c:v>
              </c:pt>
              <c:pt idx="198">
                <c:v>6.202028524893199</c:v>
              </c:pt>
              <c:pt idx="199">
                <c:v>6.202028524893199</c:v>
              </c:pt>
              <c:pt idx="200">
                <c:v>6.202028524893199</c:v>
              </c:pt>
              <c:pt idx="201">
                <c:v>6.202028524893199</c:v>
              </c:pt>
              <c:pt idx="202">
                <c:v>6.202028524893199</c:v>
              </c:pt>
              <c:pt idx="203">
                <c:v>6.202028524893199</c:v>
              </c:pt>
              <c:pt idx="204">
                <c:v>6.202028524893199</c:v>
              </c:pt>
              <c:pt idx="205">
                <c:v>6.202028524893199</c:v>
              </c:pt>
              <c:pt idx="206">
                <c:v>6.202028524893199</c:v>
              </c:pt>
              <c:pt idx="207">
                <c:v>6.202028524893199</c:v>
              </c:pt>
              <c:pt idx="208">
                <c:v>6.202028524893199</c:v>
              </c:pt>
              <c:pt idx="209">
                <c:v>6.202028524893199</c:v>
              </c:pt>
              <c:pt idx="210">
                <c:v>6.202028524893199</c:v>
              </c:pt>
              <c:pt idx="211">
                <c:v>6.202028524893199</c:v>
              </c:pt>
              <c:pt idx="212">
                <c:v>6.202028524893199</c:v>
              </c:pt>
              <c:pt idx="213">
                <c:v>6.202028524893199</c:v>
              </c:pt>
              <c:pt idx="214">
                <c:v>6.202028524893199</c:v>
              </c:pt>
              <c:pt idx="215">
                <c:v>6.202028524893199</c:v>
              </c:pt>
              <c:pt idx="216">
                <c:v>6.202028524893199</c:v>
              </c:pt>
              <c:pt idx="217">
                <c:v>6.202028524893199</c:v>
              </c:pt>
              <c:pt idx="218">
                <c:v>6.202028524893199</c:v>
              </c:pt>
              <c:pt idx="219">
                <c:v>6.202028524893199</c:v>
              </c:pt>
              <c:pt idx="220">
                <c:v>6.202028524893199</c:v>
              </c:pt>
              <c:pt idx="221">
                <c:v>6.202028524893199</c:v>
              </c:pt>
              <c:pt idx="222">
                <c:v>6.202028524893199</c:v>
              </c:pt>
              <c:pt idx="223">
                <c:v>6.202028524893199</c:v>
              </c:pt>
              <c:pt idx="224">
                <c:v>6.202028524893199</c:v>
              </c:pt>
              <c:pt idx="225">
                <c:v>6.202028524893199</c:v>
              </c:pt>
              <c:pt idx="226">
                <c:v>6.202028524893199</c:v>
              </c:pt>
              <c:pt idx="227">
                <c:v>6.202028524893199</c:v>
              </c:pt>
              <c:pt idx="228">
                <c:v>6.202028524893199</c:v>
              </c:pt>
              <c:pt idx="229">
                <c:v>6.202028524893199</c:v>
              </c:pt>
              <c:pt idx="230">
                <c:v>6.202028524893199</c:v>
              </c:pt>
              <c:pt idx="231">
                <c:v>6.202028524893199</c:v>
              </c:pt>
              <c:pt idx="232">
                <c:v>6.202028524893199</c:v>
              </c:pt>
              <c:pt idx="233">
                <c:v>6.202028524893199</c:v>
              </c:pt>
              <c:pt idx="234">
                <c:v>6.202028524893199</c:v>
              </c:pt>
              <c:pt idx="235">
                <c:v>6.202028524893199</c:v>
              </c:pt>
              <c:pt idx="236">
                <c:v>6.202028524893199</c:v>
              </c:pt>
              <c:pt idx="237">
                <c:v>6.202028524893199</c:v>
              </c:pt>
              <c:pt idx="238">
                <c:v>6.202028524893199</c:v>
              </c:pt>
              <c:pt idx="239">
                <c:v>6.202028524893199</c:v>
              </c:pt>
              <c:pt idx="240">
                <c:v>6.202028524893199</c:v>
              </c:pt>
              <c:pt idx="241">
                <c:v>6.202028524893199</c:v>
              </c:pt>
              <c:pt idx="242">
                <c:v>6.202028524893199</c:v>
              </c:pt>
              <c:pt idx="243">
                <c:v>6.202028524893199</c:v>
              </c:pt>
              <c:pt idx="244">
                <c:v>6.202028524893199</c:v>
              </c:pt>
              <c:pt idx="245">
                <c:v>6.202028524893199</c:v>
              </c:pt>
              <c:pt idx="246">
                <c:v>6.202028524893199</c:v>
              </c:pt>
              <c:pt idx="247">
                <c:v>6.202028524893199</c:v>
              </c:pt>
              <c:pt idx="248">
                <c:v>6.202028524893199</c:v>
              </c:pt>
              <c:pt idx="249">
                <c:v>6.202028524893199</c:v>
              </c:pt>
              <c:pt idx="250">
                <c:v>6.202028524893199</c:v>
              </c:pt>
              <c:pt idx="251">
                <c:v>6.202028524893199</c:v>
              </c:pt>
              <c:pt idx="252">
                <c:v>6.202028524893199</c:v>
              </c:pt>
              <c:pt idx="253">
                <c:v>6.202028524893199</c:v>
              </c:pt>
              <c:pt idx="254">
                <c:v>6.202028524893199</c:v>
              </c:pt>
              <c:pt idx="255">
                <c:v>6.202028524893199</c:v>
              </c:pt>
              <c:pt idx="256">
                <c:v>6.202028524893199</c:v>
              </c:pt>
              <c:pt idx="257">
                <c:v>6.202028524893199</c:v>
              </c:pt>
              <c:pt idx="258">
                <c:v>6.202028524893199</c:v>
              </c:pt>
              <c:pt idx="259">
                <c:v>6.202028524893199</c:v>
              </c:pt>
              <c:pt idx="260">
                <c:v>6.202028524893199</c:v>
              </c:pt>
              <c:pt idx="261">
                <c:v>6.202028524893199</c:v>
              </c:pt>
              <c:pt idx="262">
                <c:v>6.202028524893199</c:v>
              </c:pt>
              <c:pt idx="263">
                <c:v>6.202028524893199</c:v>
              </c:pt>
              <c:pt idx="264">
                <c:v>6.202028524893199</c:v>
              </c:pt>
              <c:pt idx="265">
                <c:v>6.202028524893199</c:v>
              </c:pt>
              <c:pt idx="266">
                <c:v>6.202028524893199</c:v>
              </c:pt>
              <c:pt idx="267">
                <c:v>6.202028524893199</c:v>
              </c:pt>
              <c:pt idx="268">
                <c:v>6.202028524893199</c:v>
              </c:pt>
              <c:pt idx="269">
                <c:v>6.202028524893199</c:v>
              </c:pt>
              <c:pt idx="270">
                <c:v>6.202028524893199</c:v>
              </c:pt>
              <c:pt idx="271">
                <c:v>6.202028524893199</c:v>
              </c:pt>
              <c:pt idx="272">
                <c:v>6.202028524893199</c:v>
              </c:pt>
              <c:pt idx="273">
                <c:v>6.202028524893199</c:v>
              </c:pt>
              <c:pt idx="274">
                <c:v>6.202028524893199</c:v>
              </c:pt>
              <c:pt idx="275">
                <c:v>6.202028524893199</c:v>
              </c:pt>
              <c:pt idx="276">
                <c:v>6.202028524893199</c:v>
              </c:pt>
              <c:pt idx="277">
                <c:v>6.202028524893199</c:v>
              </c:pt>
              <c:pt idx="278">
                <c:v>6.202028524893199</c:v>
              </c:pt>
              <c:pt idx="279">
                <c:v>6.202028524893199</c:v>
              </c:pt>
              <c:pt idx="280">
                <c:v>6.202028524893199</c:v>
              </c:pt>
              <c:pt idx="281">
                <c:v>6.202028524893199</c:v>
              </c:pt>
              <c:pt idx="282">
                <c:v>6.202028524893199</c:v>
              </c:pt>
              <c:pt idx="283">
                <c:v>6.202028524893199</c:v>
              </c:pt>
              <c:pt idx="284">
                <c:v>6.202028524893199</c:v>
              </c:pt>
              <c:pt idx="285">
                <c:v>6.202028524893199</c:v>
              </c:pt>
              <c:pt idx="286">
                <c:v>6.202028524893199</c:v>
              </c:pt>
              <c:pt idx="287">
                <c:v>6.202028524893199</c:v>
              </c:pt>
              <c:pt idx="288">
                <c:v>6.202028524893199</c:v>
              </c:pt>
              <c:pt idx="289">
                <c:v>6.202028524893199</c:v>
              </c:pt>
              <c:pt idx="290">
                <c:v>6.202028524893199</c:v>
              </c:pt>
              <c:pt idx="291">
                <c:v>6.202028524893199</c:v>
              </c:pt>
              <c:pt idx="292">
                <c:v>6.202028524893199</c:v>
              </c:pt>
              <c:pt idx="293">
                <c:v>6.202028524893199</c:v>
              </c:pt>
              <c:pt idx="294">
                <c:v>6.202028524893199</c:v>
              </c:pt>
              <c:pt idx="295">
                <c:v>6.202028524893199</c:v>
              </c:pt>
              <c:pt idx="296">
                <c:v>6.202028524893199</c:v>
              </c:pt>
              <c:pt idx="297">
                <c:v>6.202028524893199</c:v>
              </c:pt>
              <c:pt idx="298">
                <c:v>6.202028524893199</c:v>
              </c:pt>
              <c:pt idx="299">
                <c:v>6.202028524893199</c:v>
              </c:pt>
              <c:pt idx="300">
                <c:v>6.202028524893199</c:v>
              </c:pt>
              <c:pt idx="301">
                <c:v>6.202028524893199</c:v>
              </c:pt>
              <c:pt idx="302">
                <c:v>6.202028524893199</c:v>
              </c:pt>
              <c:pt idx="303">
                <c:v>6.202028524893199</c:v>
              </c:pt>
              <c:pt idx="304">
                <c:v>6.202028524893199</c:v>
              </c:pt>
              <c:pt idx="305">
                <c:v>6.202028524893199</c:v>
              </c:pt>
              <c:pt idx="306">
                <c:v>6.202028524893199</c:v>
              </c:pt>
              <c:pt idx="307">
                <c:v>6.202028524893199</c:v>
              </c:pt>
              <c:pt idx="308">
                <c:v>6.202028524893199</c:v>
              </c:pt>
              <c:pt idx="309">
                <c:v>6.202028524893199</c:v>
              </c:pt>
              <c:pt idx="310">
                <c:v>6.202028524893199</c:v>
              </c:pt>
              <c:pt idx="311">
                <c:v>6.202028524893199</c:v>
              </c:pt>
              <c:pt idx="312">
                <c:v>6.202028524893199</c:v>
              </c:pt>
              <c:pt idx="313">
                <c:v>6.202028524893199</c:v>
              </c:pt>
              <c:pt idx="314">
                <c:v>6.202028524893199</c:v>
              </c:pt>
              <c:pt idx="315">
                <c:v>6.202028524893199</c:v>
              </c:pt>
              <c:pt idx="316">
                <c:v>6.202028524893199</c:v>
              </c:pt>
              <c:pt idx="317">
                <c:v>6.202028524893199</c:v>
              </c:pt>
              <c:pt idx="318">
                <c:v>6.202028524893199</c:v>
              </c:pt>
              <c:pt idx="319">
                <c:v>6.202028524893199</c:v>
              </c:pt>
              <c:pt idx="320">
                <c:v>6.202028524893199</c:v>
              </c:pt>
              <c:pt idx="321">
                <c:v>6.202028524893199</c:v>
              </c:pt>
              <c:pt idx="322">
                <c:v>6.202028524893199</c:v>
              </c:pt>
              <c:pt idx="323">
                <c:v>6.202028524893199</c:v>
              </c:pt>
              <c:pt idx="324">
                <c:v>6.202028524893199</c:v>
              </c:pt>
              <c:pt idx="325">
                <c:v>6.202028524893199</c:v>
              </c:pt>
              <c:pt idx="326">
                <c:v>6.202028524893199</c:v>
              </c:pt>
              <c:pt idx="327">
                <c:v>6.202028524893199</c:v>
              </c:pt>
              <c:pt idx="328">
                <c:v>6.202028524893199</c:v>
              </c:pt>
              <c:pt idx="329">
                <c:v>6.202028524893199</c:v>
              </c:pt>
              <c:pt idx="330">
                <c:v>6.202028524893199</c:v>
              </c:pt>
              <c:pt idx="331">
                <c:v>6.202028524893199</c:v>
              </c:pt>
              <c:pt idx="332">
                <c:v>6.202028524893199</c:v>
              </c:pt>
              <c:pt idx="333">
                <c:v>6.202028524893199</c:v>
              </c:pt>
              <c:pt idx="334">
                <c:v>6.202028524893199</c:v>
              </c:pt>
              <c:pt idx="335">
                <c:v>6.202028524893199</c:v>
              </c:pt>
              <c:pt idx="336">
                <c:v>6.202028524893199</c:v>
              </c:pt>
              <c:pt idx="337">
                <c:v>6.202028524893199</c:v>
              </c:pt>
              <c:pt idx="338">
                <c:v>6.202028524893199</c:v>
              </c:pt>
              <c:pt idx="339">
                <c:v>6.202028524893199</c:v>
              </c:pt>
              <c:pt idx="340">
                <c:v>6.202028524893199</c:v>
              </c:pt>
              <c:pt idx="341">
                <c:v>6.202028524893199</c:v>
              </c:pt>
              <c:pt idx="342">
                <c:v>6.202028524893199</c:v>
              </c:pt>
              <c:pt idx="343">
                <c:v>6.202028524893199</c:v>
              </c:pt>
              <c:pt idx="344">
                <c:v>6.202028524893199</c:v>
              </c:pt>
              <c:pt idx="345">
                <c:v>6.202028524893199</c:v>
              </c:pt>
              <c:pt idx="346">
                <c:v>6.202028524893199</c:v>
              </c:pt>
              <c:pt idx="347">
                <c:v>6.202028524893199</c:v>
              </c:pt>
              <c:pt idx="348">
                <c:v>6.202028524893199</c:v>
              </c:pt>
              <c:pt idx="349">
                <c:v>6.202028524893199</c:v>
              </c:pt>
              <c:pt idx="350">
                <c:v>6.202028524893199</c:v>
              </c:pt>
              <c:pt idx="351">
                <c:v>6.202028524893199</c:v>
              </c:pt>
              <c:pt idx="352">
                <c:v>6.202028524893199</c:v>
              </c:pt>
              <c:pt idx="353">
                <c:v>6.202028524893199</c:v>
              </c:pt>
              <c:pt idx="354">
                <c:v>6.202028524893199</c:v>
              </c:pt>
              <c:pt idx="355">
                <c:v>6.202028524893199</c:v>
              </c:pt>
              <c:pt idx="356">
                <c:v>6.202028524893199</c:v>
              </c:pt>
              <c:pt idx="357">
                <c:v>6.202028524893199</c:v>
              </c:pt>
              <c:pt idx="358">
                <c:v>6.202028524893199</c:v>
              </c:pt>
              <c:pt idx="359">
                <c:v>6.202028524893199</c:v>
              </c:pt>
              <c:pt idx="360">
                <c:v>6.202028524893199</c:v>
              </c:pt>
              <c:pt idx="361">
                <c:v>6.202028524893199</c:v>
              </c:pt>
              <c:pt idx="362">
                <c:v>6.202028524893199</c:v>
              </c:pt>
              <c:pt idx="363">
                <c:v>6.202028524893199</c:v>
              </c:pt>
              <c:pt idx="364">
                <c:v>6.202028524893199</c:v>
              </c:pt>
              <c:pt idx="365">
                <c:v>6.202028524893199</c:v>
              </c:pt>
              <c:pt idx="366">
                <c:v>6.202028524893199</c:v>
              </c:pt>
              <c:pt idx="367">
                <c:v>6.202028524893199</c:v>
              </c:pt>
              <c:pt idx="368">
                <c:v>6.202028524893199</c:v>
              </c:pt>
              <c:pt idx="369">
                <c:v>6.202028524893199</c:v>
              </c:pt>
              <c:pt idx="370">
                <c:v>6.202028524893199</c:v>
              </c:pt>
              <c:pt idx="371">
                <c:v>6.202028524893199</c:v>
              </c:pt>
              <c:pt idx="372">
                <c:v>6.202028524893199</c:v>
              </c:pt>
              <c:pt idx="373">
                <c:v>6.202028524893199</c:v>
              </c:pt>
              <c:pt idx="374">
                <c:v>6.202028524893199</c:v>
              </c:pt>
              <c:pt idx="375">
                <c:v>6.202028524893199</c:v>
              </c:pt>
              <c:pt idx="376">
                <c:v>6.202028524893199</c:v>
              </c:pt>
              <c:pt idx="377">
                <c:v>6.202028524893199</c:v>
              </c:pt>
              <c:pt idx="378">
                <c:v>6.202028524893199</c:v>
              </c:pt>
              <c:pt idx="379">
                <c:v>6.202028524893199</c:v>
              </c:pt>
              <c:pt idx="380">
                <c:v>6.202028524893199</c:v>
              </c:pt>
              <c:pt idx="381">
                <c:v>6.202028524893199</c:v>
              </c:pt>
              <c:pt idx="382">
                <c:v>6.202028524893199</c:v>
              </c:pt>
              <c:pt idx="383">
                <c:v>6.202028524893199</c:v>
              </c:pt>
              <c:pt idx="384">
                <c:v>6.202028524893199</c:v>
              </c:pt>
              <c:pt idx="385">
                <c:v>6.202028524893199</c:v>
              </c:pt>
              <c:pt idx="386">
                <c:v>6.202028524893199</c:v>
              </c:pt>
              <c:pt idx="387">
                <c:v>6.202028524893199</c:v>
              </c:pt>
              <c:pt idx="388">
                <c:v>6.202028524893199</c:v>
              </c:pt>
              <c:pt idx="389">
                <c:v>6.202028524893199</c:v>
              </c:pt>
              <c:pt idx="390">
                <c:v>6.202028524893199</c:v>
              </c:pt>
              <c:pt idx="391">
                <c:v>6.202028524893199</c:v>
              </c:pt>
              <c:pt idx="392">
                <c:v>6.202028524893199</c:v>
              </c:pt>
              <c:pt idx="393">
                <c:v>6.202028524893199</c:v>
              </c:pt>
              <c:pt idx="394">
                <c:v>6.202028524893199</c:v>
              </c:pt>
              <c:pt idx="395">
                <c:v>6.202028524893199</c:v>
              </c:pt>
              <c:pt idx="396">
                <c:v>6.202028524893199</c:v>
              </c:pt>
              <c:pt idx="397">
                <c:v>6.202028524893199</c:v>
              </c:pt>
              <c:pt idx="398">
                <c:v>6.202028524893199</c:v>
              </c:pt>
              <c:pt idx="399">
                <c:v>6.202028524893199</c:v>
              </c:pt>
              <c:pt idx="400">
                <c:v>6.202028524893199</c:v>
              </c:pt>
              <c:pt idx="401">
                <c:v>6.202028524893199</c:v>
              </c:pt>
              <c:pt idx="402">
                <c:v>6.202028524893199</c:v>
              </c:pt>
              <c:pt idx="403">
                <c:v>6.202028524893199</c:v>
              </c:pt>
              <c:pt idx="404">
                <c:v>6.202028524893199</c:v>
              </c:pt>
              <c:pt idx="405">
                <c:v>6.202028524893199</c:v>
              </c:pt>
              <c:pt idx="406">
                <c:v>6.202028524893199</c:v>
              </c:pt>
              <c:pt idx="407">
                <c:v>6.202028524893199</c:v>
              </c:pt>
              <c:pt idx="408">
                <c:v>6.202028524893199</c:v>
              </c:pt>
              <c:pt idx="409">
                <c:v>6.202028524893199</c:v>
              </c:pt>
              <c:pt idx="410">
                <c:v>6.202028524893199</c:v>
              </c:pt>
              <c:pt idx="411">
                <c:v>6.202028524893199</c:v>
              </c:pt>
              <c:pt idx="412">
                <c:v>6.202028524893199</c:v>
              </c:pt>
              <c:pt idx="413">
                <c:v>6.202028524893199</c:v>
              </c:pt>
              <c:pt idx="414">
                <c:v>6.202028524893199</c:v>
              </c:pt>
              <c:pt idx="415">
                <c:v>6.202028524893199</c:v>
              </c:pt>
              <c:pt idx="416">
                <c:v>6.202028524893199</c:v>
              </c:pt>
              <c:pt idx="417">
                <c:v>6.202028524893199</c:v>
              </c:pt>
              <c:pt idx="418">
                <c:v>6.202028524893199</c:v>
              </c:pt>
              <c:pt idx="419">
                <c:v>6.202028524893199</c:v>
              </c:pt>
              <c:pt idx="420">
                <c:v>6.202028524893199</c:v>
              </c:pt>
              <c:pt idx="421">
                <c:v>6.202028524893199</c:v>
              </c:pt>
              <c:pt idx="422">
                <c:v>6.202028524893199</c:v>
              </c:pt>
              <c:pt idx="423">
                <c:v>6.202028524893199</c:v>
              </c:pt>
              <c:pt idx="424">
                <c:v>6.202028524893199</c:v>
              </c:pt>
              <c:pt idx="425">
                <c:v>6.202028524893199</c:v>
              </c:pt>
              <c:pt idx="426">
                <c:v>6.202028524893199</c:v>
              </c:pt>
              <c:pt idx="427">
                <c:v>6.202028524893199</c:v>
              </c:pt>
              <c:pt idx="428">
                <c:v>6.202028524893199</c:v>
              </c:pt>
              <c:pt idx="429">
                <c:v>6.202028524893199</c:v>
              </c:pt>
              <c:pt idx="430">
                <c:v>6.202028524893199</c:v>
              </c:pt>
              <c:pt idx="431">
                <c:v>6.202028524893199</c:v>
              </c:pt>
              <c:pt idx="432">
                <c:v>6.202028524893199</c:v>
              </c:pt>
              <c:pt idx="433">
                <c:v>6.202028524893199</c:v>
              </c:pt>
              <c:pt idx="434">
                <c:v>6.202028524893199</c:v>
              </c:pt>
              <c:pt idx="435">
                <c:v>6.202028524893199</c:v>
              </c:pt>
              <c:pt idx="436">
                <c:v>6.202028524893199</c:v>
              </c:pt>
              <c:pt idx="437">
                <c:v>6.202028524893199</c:v>
              </c:pt>
              <c:pt idx="438">
                <c:v>6.202028524893199</c:v>
              </c:pt>
              <c:pt idx="439">
                <c:v>6.202028524893199</c:v>
              </c:pt>
              <c:pt idx="440">
                <c:v>6.202028524893199</c:v>
              </c:pt>
              <c:pt idx="441">
                <c:v>6.202028524893199</c:v>
              </c:pt>
              <c:pt idx="442">
                <c:v>6.202028524893199</c:v>
              </c:pt>
              <c:pt idx="443">
                <c:v>6.202028524893199</c:v>
              </c:pt>
              <c:pt idx="444">
                <c:v>6.202028524893199</c:v>
              </c:pt>
              <c:pt idx="445">
                <c:v>6.202028524893199</c:v>
              </c:pt>
              <c:pt idx="446">
                <c:v>6.202028524893199</c:v>
              </c:pt>
              <c:pt idx="447">
                <c:v>6.202028524893199</c:v>
              </c:pt>
            </c:numLit>
          </c:yVal>
          <c:smooth val="0"/>
        </c:ser>
        <c:ser>
          <c:idx val="11"/>
          <c:order val="11"/>
          <c:tx>
            <c:v>Implemented LCA filling</c:v>
          </c:tx>
          <c:spPr>
            <a:noFill xmlns:a="http://schemas.openxmlformats.org/drawingml/2006/main"/>
            <a:ln xmlns:a="http://schemas.openxmlformats.org/drawingml/2006/main" w="0">
              <a:noFill/>
              <a:prstDash val="solid"/>
            </a:ln>
          </c:spPr>
          <c:marker>
            <c:symbol val="circle"/>
            <c:size val="7"/>
            <c:spPr>
              <a:solidFill xmlns:a="http://schemas.openxmlformats.org/drawingml/2006/main">
                <a:srgbClr val="FFFFFF"/>
              </a:solidFill>
            </c:spPr>
          </c:marker>
          <c:xVal>
            <c:numLit>
              <c:formatCode>General</c:formatCode>
              <c:ptCount val="448"/>
              <c:pt idx="0">
                <c:v>1.899731544736432</c:v>
              </c:pt>
              <c:pt idx="1">
                <c:v>1.899731544736432</c:v>
              </c:pt>
              <c:pt idx="2">
                <c:v>1.899731544736432</c:v>
              </c:pt>
              <c:pt idx="3">
                <c:v>1.899731544736432</c:v>
              </c:pt>
              <c:pt idx="4">
                <c:v>1.899731544736432</c:v>
              </c:pt>
              <c:pt idx="5">
                <c:v>1.899731544736432</c:v>
              </c:pt>
              <c:pt idx="6">
                <c:v>1.899731544736432</c:v>
              </c:pt>
              <c:pt idx="7">
                <c:v>1.899731544736432</c:v>
              </c:pt>
              <c:pt idx="8">
                <c:v>1.899731544736432</c:v>
              </c:pt>
              <c:pt idx="9">
                <c:v>1.899731544736432</c:v>
              </c:pt>
              <c:pt idx="10">
                <c:v>1.899731544736432</c:v>
              </c:pt>
              <c:pt idx="11">
                <c:v>1.899731544736432</c:v>
              </c:pt>
              <c:pt idx="12">
                <c:v>1.899731544736432</c:v>
              </c:pt>
              <c:pt idx="13">
                <c:v>1.899731544736432</c:v>
              </c:pt>
              <c:pt idx="14">
                <c:v>1.899731544736432</c:v>
              </c:pt>
              <c:pt idx="15">
                <c:v>1.899731544736432</c:v>
              </c:pt>
              <c:pt idx="16">
                <c:v>1.899731544736432</c:v>
              </c:pt>
              <c:pt idx="17">
                <c:v>1.899731544736432</c:v>
              </c:pt>
              <c:pt idx="18">
                <c:v>1.899731544736432</c:v>
              </c:pt>
              <c:pt idx="19">
                <c:v>1.899731544736432</c:v>
              </c:pt>
              <c:pt idx="20">
                <c:v>1.899731544736432</c:v>
              </c:pt>
              <c:pt idx="21">
                <c:v>1.899731544736432</c:v>
              </c:pt>
              <c:pt idx="22">
                <c:v>1.899731544736432</c:v>
              </c:pt>
              <c:pt idx="23">
                <c:v>1.899731544736432</c:v>
              </c:pt>
              <c:pt idx="24">
                <c:v>1.899731544736432</c:v>
              </c:pt>
              <c:pt idx="25">
                <c:v>1.899731544736432</c:v>
              </c:pt>
              <c:pt idx="26">
                <c:v>1.899731544736432</c:v>
              </c:pt>
              <c:pt idx="27">
                <c:v>1.899731544736432</c:v>
              </c:pt>
              <c:pt idx="28">
                <c:v>1.899731544736432</c:v>
              </c:pt>
              <c:pt idx="29">
                <c:v>1.899731544736432</c:v>
              </c:pt>
              <c:pt idx="30">
                <c:v>1.899731544736432</c:v>
              </c:pt>
              <c:pt idx="31">
                <c:v>1.899731544736432</c:v>
              </c:pt>
              <c:pt idx="32">
                <c:v>1.899731544736432</c:v>
              </c:pt>
              <c:pt idx="33">
                <c:v>1.899731544736432</c:v>
              </c:pt>
              <c:pt idx="34">
                <c:v>1.899731544736432</c:v>
              </c:pt>
              <c:pt idx="35">
                <c:v>1.899731544736432</c:v>
              </c:pt>
              <c:pt idx="36">
                <c:v>1.899731544736432</c:v>
              </c:pt>
              <c:pt idx="37">
                <c:v>1.899731544736432</c:v>
              </c:pt>
              <c:pt idx="38">
                <c:v>1.899731544736432</c:v>
              </c:pt>
              <c:pt idx="39">
                <c:v>1.899731544736432</c:v>
              </c:pt>
              <c:pt idx="40">
                <c:v>1.899731544736432</c:v>
              </c:pt>
              <c:pt idx="41">
                <c:v>1.899731544736432</c:v>
              </c:pt>
              <c:pt idx="42">
                <c:v>1.899731544736432</c:v>
              </c:pt>
              <c:pt idx="43">
                <c:v>1.899731544736432</c:v>
              </c:pt>
              <c:pt idx="44">
                <c:v>1.899731544736432</c:v>
              </c:pt>
              <c:pt idx="45">
                <c:v>1.899731544736432</c:v>
              </c:pt>
              <c:pt idx="46">
                <c:v>1.899731544736432</c:v>
              </c:pt>
              <c:pt idx="47">
                <c:v>1.899731544736432</c:v>
              </c:pt>
              <c:pt idx="48">
                <c:v>1.899731544736432</c:v>
              </c:pt>
              <c:pt idx="49">
                <c:v>1.899731544736432</c:v>
              </c:pt>
              <c:pt idx="50">
                <c:v>1.899731544736432</c:v>
              </c:pt>
              <c:pt idx="51">
                <c:v>1.899731544736432</c:v>
              </c:pt>
              <c:pt idx="52">
                <c:v>1.899731544736432</c:v>
              </c:pt>
              <c:pt idx="53">
                <c:v>1.899731544736432</c:v>
              </c:pt>
              <c:pt idx="54">
                <c:v>1.899731544736432</c:v>
              </c:pt>
              <c:pt idx="55">
                <c:v>1.899731544736432</c:v>
              </c:pt>
              <c:pt idx="56">
                <c:v>1.899731544736432</c:v>
              </c:pt>
              <c:pt idx="57">
                <c:v>1.899731544736432</c:v>
              </c:pt>
              <c:pt idx="58">
                <c:v>1.899731544736432</c:v>
              </c:pt>
              <c:pt idx="59">
                <c:v>1.899731544736432</c:v>
              </c:pt>
              <c:pt idx="60">
                <c:v>1.899731544736432</c:v>
              </c:pt>
              <c:pt idx="61">
                <c:v>1.899731544736432</c:v>
              </c:pt>
              <c:pt idx="62">
                <c:v>1.899731544736432</c:v>
              </c:pt>
              <c:pt idx="63">
                <c:v>1.899731544736432</c:v>
              </c:pt>
              <c:pt idx="64">
                <c:v>1.899731544736432</c:v>
              </c:pt>
              <c:pt idx="65">
                <c:v>1.899731544736432</c:v>
              </c:pt>
              <c:pt idx="66">
                <c:v>1.899731544736432</c:v>
              </c:pt>
              <c:pt idx="67">
                <c:v>1.899731544736432</c:v>
              </c:pt>
              <c:pt idx="68">
                <c:v>1.899731544736432</c:v>
              </c:pt>
              <c:pt idx="69">
                <c:v>1.899731544736432</c:v>
              </c:pt>
              <c:pt idx="70">
                <c:v>1.899731544736432</c:v>
              </c:pt>
              <c:pt idx="71">
                <c:v>1.899731544736432</c:v>
              </c:pt>
              <c:pt idx="72">
                <c:v>1.899731544736432</c:v>
              </c:pt>
              <c:pt idx="73">
                <c:v>1.899731544736432</c:v>
              </c:pt>
              <c:pt idx="74">
                <c:v>1.899731544736432</c:v>
              </c:pt>
              <c:pt idx="75">
                <c:v>1.899731544736432</c:v>
              </c:pt>
              <c:pt idx="76">
                <c:v>1.899731544736432</c:v>
              </c:pt>
              <c:pt idx="77">
                <c:v>1.899731544736432</c:v>
              </c:pt>
              <c:pt idx="78">
                <c:v>1.899731544736432</c:v>
              </c:pt>
              <c:pt idx="79">
                <c:v>1.899731544736432</c:v>
              </c:pt>
              <c:pt idx="80">
                <c:v>1.899731544736432</c:v>
              </c:pt>
              <c:pt idx="81">
                <c:v>1.899731544736432</c:v>
              </c:pt>
              <c:pt idx="82">
                <c:v>1.899731544736432</c:v>
              </c:pt>
              <c:pt idx="83">
                <c:v>1.899731544736432</c:v>
              </c:pt>
              <c:pt idx="84">
                <c:v>1.899731544736432</c:v>
              </c:pt>
              <c:pt idx="85">
                <c:v>1.899731544736432</c:v>
              </c:pt>
              <c:pt idx="86">
                <c:v>1.899731544736432</c:v>
              </c:pt>
              <c:pt idx="87">
                <c:v>1.899731544736432</c:v>
              </c:pt>
              <c:pt idx="88">
                <c:v>1.899731544736432</c:v>
              </c:pt>
              <c:pt idx="89">
                <c:v>1.899731544736432</c:v>
              </c:pt>
              <c:pt idx="90">
                <c:v>1.899731544736432</c:v>
              </c:pt>
              <c:pt idx="91">
                <c:v>1.899731544736432</c:v>
              </c:pt>
              <c:pt idx="92">
                <c:v>1.899731544736432</c:v>
              </c:pt>
              <c:pt idx="93">
                <c:v>1.899731544736432</c:v>
              </c:pt>
              <c:pt idx="94">
                <c:v>1.899731544736432</c:v>
              </c:pt>
              <c:pt idx="95">
                <c:v>1.899731544736432</c:v>
              </c:pt>
              <c:pt idx="96">
                <c:v>1.899731544736432</c:v>
              </c:pt>
              <c:pt idx="97">
                <c:v>1.899731544736432</c:v>
              </c:pt>
              <c:pt idx="98">
                <c:v>1.899731544736432</c:v>
              </c:pt>
              <c:pt idx="99">
                <c:v>1.899731544736432</c:v>
              </c:pt>
              <c:pt idx="100">
                <c:v>1.899731544736432</c:v>
              </c:pt>
              <c:pt idx="101">
                <c:v>1.899731544736432</c:v>
              </c:pt>
              <c:pt idx="102">
                <c:v>1.899731544736432</c:v>
              </c:pt>
              <c:pt idx="103">
                <c:v>1.899731544736432</c:v>
              </c:pt>
              <c:pt idx="104">
                <c:v>1.899731544736432</c:v>
              </c:pt>
              <c:pt idx="105">
                <c:v>1.899731544736432</c:v>
              </c:pt>
              <c:pt idx="106">
                <c:v>1.899731544736432</c:v>
              </c:pt>
              <c:pt idx="107">
                <c:v>1.899731544736432</c:v>
              </c:pt>
              <c:pt idx="108">
                <c:v>1.899731544736432</c:v>
              </c:pt>
              <c:pt idx="109">
                <c:v>1.899731544736432</c:v>
              </c:pt>
              <c:pt idx="110">
                <c:v>1.899731544736432</c:v>
              </c:pt>
              <c:pt idx="111">
                <c:v>1.899731544736432</c:v>
              </c:pt>
              <c:pt idx="112">
                <c:v>1.899731544736432</c:v>
              </c:pt>
              <c:pt idx="113">
                <c:v>1.899731544736432</c:v>
              </c:pt>
              <c:pt idx="114">
                <c:v>1.899731544736432</c:v>
              </c:pt>
              <c:pt idx="115">
                <c:v>1.899731544736432</c:v>
              </c:pt>
              <c:pt idx="116">
                <c:v>1.899731544736432</c:v>
              </c:pt>
              <c:pt idx="117">
                <c:v>1.899731544736432</c:v>
              </c:pt>
              <c:pt idx="118">
                <c:v>1.899731544736432</c:v>
              </c:pt>
              <c:pt idx="119">
                <c:v>1.899731544736432</c:v>
              </c:pt>
              <c:pt idx="120">
                <c:v>1.899731544736432</c:v>
              </c:pt>
              <c:pt idx="121">
                <c:v>1.899731544736432</c:v>
              </c:pt>
              <c:pt idx="122">
                <c:v>1.899731544736432</c:v>
              </c:pt>
              <c:pt idx="123">
                <c:v>1.899731544736432</c:v>
              </c:pt>
              <c:pt idx="124">
                <c:v>1.899731544736432</c:v>
              </c:pt>
              <c:pt idx="125">
                <c:v>1.899731544736432</c:v>
              </c:pt>
              <c:pt idx="126">
                <c:v>1.899731544736432</c:v>
              </c:pt>
              <c:pt idx="127">
                <c:v>1.899731544736432</c:v>
              </c:pt>
              <c:pt idx="128">
                <c:v>1.899731544736432</c:v>
              </c:pt>
              <c:pt idx="129">
                <c:v>1.899731544736432</c:v>
              </c:pt>
              <c:pt idx="130">
                <c:v>1.899731544736432</c:v>
              </c:pt>
              <c:pt idx="131">
                <c:v>1.899731544736432</c:v>
              </c:pt>
              <c:pt idx="132">
                <c:v>1.899731544736432</c:v>
              </c:pt>
              <c:pt idx="133">
                <c:v>1.899731544736432</c:v>
              </c:pt>
              <c:pt idx="134">
                <c:v>1.899731544736432</c:v>
              </c:pt>
              <c:pt idx="135">
                <c:v>1.899731544736432</c:v>
              </c:pt>
              <c:pt idx="136">
                <c:v>1.899731544736432</c:v>
              </c:pt>
              <c:pt idx="137">
                <c:v>1.899731544736432</c:v>
              </c:pt>
              <c:pt idx="138">
                <c:v>1.899731544736432</c:v>
              </c:pt>
              <c:pt idx="139">
                <c:v>1.899731544736432</c:v>
              </c:pt>
              <c:pt idx="140">
                <c:v>1.899731544736432</c:v>
              </c:pt>
              <c:pt idx="141">
                <c:v>1.899731544736432</c:v>
              </c:pt>
              <c:pt idx="142">
                <c:v>1.899731544736432</c:v>
              </c:pt>
              <c:pt idx="143">
                <c:v>1.899731544736432</c:v>
              </c:pt>
              <c:pt idx="144">
                <c:v>1.899731544736432</c:v>
              </c:pt>
              <c:pt idx="145">
                <c:v>1.899731544736432</c:v>
              </c:pt>
              <c:pt idx="146">
                <c:v>1.899731544736432</c:v>
              </c:pt>
              <c:pt idx="147">
                <c:v>1.899731544736432</c:v>
              </c:pt>
              <c:pt idx="148">
                <c:v>1.899731544736432</c:v>
              </c:pt>
              <c:pt idx="149">
                <c:v>1.899731544736432</c:v>
              </c:pt>
              <c:pt idx="150">
                <c:v>1.899731544736432</c:v>
              </c:pt>
              <c:pt idx="151">
                <c:v>1.899731544736432</c:v>
              </c:pt>
              <c:pt idx="152">
                <c:v>1.899731544736432</c:v>
              </c:pt>
              <c:pt idx="153">
                <c:v>1.899731544736432</c:v>
              </c:pt>
              <c:pt idx="154">
                <c:v>1.899731544736432</c:v>
              </c:pt>
              <c:pt idx="155">
                <c:v>1.899731544736432</c:v>
              </c:pt>
              <c:pt idx="156">
                <c:v>1.899731544736432</c:v>
              </c:pt>
              <c:pt idx="157">
                <c:v>1.899731544736432</c:v>
              </c:pt>
              <c:pt idx="158">
                <c:v>1.899731544736432</c:v>
              </c:pt>
              <c:pt idx="159">
                <c:v>1.899731544736432</c:v>
              </c:pt>
              <c:pt idx="160">
                <c:v>1.899731544736432</c:v>
              </c:pt>
              <c:pt idx="161">
                <c:v>1.899731544736432</c:v>
              </c:pt>
              <c:pt idx="162">
                <c:v>1.899731544736432</c:v>
              </c:pt>
              <c:pt idx="163">
                <c:v>1.899731544736432</c:v>
              </c:pt>
              <c:pt idx="164">
                <c:v>1.899731544736432</c:v>
              </c:pt>
              <c:pt idx="165">
                <c:v>1.899731544736432</c:v>
              </c:pt>
              <c:pt idx="166">
                <c:v>1.899731544736432</c:v>
              </c:pt>
              <c:pt idx="167">
                <c:v>1.899731544736432</c:v>
              </c:pt>
              <c:pt idx="168">
                <c:v>1.899731544736432</c:v>
              </c:pt>
              <c:pt idx="169">
                <c:v>1.899731544736432</c:v>
              </c:pt>
              <c:pt idx="170">
                <c:v>1.899731544736432</c:v>
              </c:pt>
              <c:pt idx="171">
                <c:v>1.899731544736432</c:v>
              </c:pt>
              <c:pt idx="172">
                <c:v>1.899731544736432</c:v>
              </c:pt>
              <c:pt idx="173">
                <c:v>1.899731544736432</c:v>
              </c:pt>
              <c:pt idx="174">
                <c:v>1.899731544736432</c:v>
              </c:pt>
              <c:pt idx="175">
                <c:v>1.899731544736432</c:v>
              </c:pt>
              <c:pt idx="176">
                <c:v>1.899731544736432</c:v>
              </c:pt>
              <c:pt idx="177">
                <c:v>1.899731544736432</c:v>
              </c:pt>
              <c:pt idx="178">
                <c:v>1.899731544736432</c:v>
              </c:pt>
              <c:pt idx="179">
                <c:v>1.899731544736432</c:v>
              </c:pt>
              <c:pt idx="180">
                <c:v>1.899731544736432</c:v>
              </c:pt>
              <c:pt idx="181">
                <c:v>1.899731544736432</c:v>
              </c:pt>
              <c:pt idx="182">
                <c:v>1.899731544736432</c:v>
              </c:pt>
              <c:pt idx="183">
                <c:v>1.899731544736432</c:v>
              </c:pt>
              <c:pt idx="184">
                <c:v>1.899731544736432</c:v>
              </c:pt>
              <c:pt idx="185">
                <c:v>1.899731544736432</c:v>
              </c:pt>
              <c:pt idx="186">
                <c:v>1.899731544736432</c:v>
              </c:pt>
              <c:pt idx="187">
                <c:v>1.899731544736432</c:v>
              </c:pt>
              <c:pt idx="188">
                <c:v>1.899731544736432</c:v>
              </c:pt>
              <c:pt idx="189">
                <c:v>1.899731544736432</c:v>
              </c:pt>
              <c:pt idx="190">
                <c:v>1.899731544736432</c:v>
              </c:pt>
              <c:pt idx="191">
                <c:v>1.899731544736432</c:v>
              </c:pt>
              <c:pt idx="192">
                <c:v>1.899731544736432</c:v>
              </c:pt>
              <c:pt idx="193">
                <c:v>1.899731544736432</c:v>
              </c:pt>
              <c:pt idx="194">
                <c:v>1.899731544736432</c:v>
              </c:pt>
              <c:pt idx="195">
                <c:v>1.899731544736432</c:v>
              </c:pt>
              <c:pt idx="196">
                <c:v>1.899731544736432</c:v>
              </c:pt>
              <c:pt idx="197">
                <c:v>1.899731544736432</c:v>
              </c:pt>
              <c:pt idx="198">
                <c:v>1.899731544736432</c:v>
              </c:pt>
              <c:pt idx="199">
                <c:v>1.899731544736432</c:v>
              </c:pt>
              <c:pt idx="200">
                <c:v>1.899731544736432</c:v>
              </c:pt>
              <c:pt idx="201">
                <c:v>1.899731544736432</c:v>
              </c:pt>
              <c:pt idx="202">
                <c:v>1.899731544736432</c:v>
              </c:pt>
              <c:pt idx="203">
                <c:v>1.899731544736432</c:v>
              </c:pt>
              <c:pt idx="204">
                <c:v>1.899731544736432</c:v>
              </c:pt>
              <c:pt idx="205">
                <c:v>1.899731544736432</c:v>
              </c:pt>
              <c:pt idx="206">
                <c:v>1.899731544736432</c:v>
              </c:pt>
              <c:pt idx="207">
                <c:v>1.899731544736432</c:v>
              </c:pt>
              <c:pt idx="208">
                <c:v>1.899731544736432</c:v>
              </c:pt>
              <c:pt idx="209">
                <c:v>1.899731544736432</c:v>
              </c:pt>
              <c:pt idx="210">
                <c:v>1.899731544736432</c:v>
              </c:pt>
              <c:pt idx="211">
                <c:v>1.899731544736432</c:v>
              </c:pt>
              <c:pt idx="212">
                <c:v>1.899731544736432</c:v>
              </c:pt>
              <c:pt idx="213">
                <c:v>1.899731544736432</c:v>
              </c:pt>
              <c:pt idx="214">
                <c:v>1.899731544736432</c:v>
              </c:pt>
              <c:pt idx="215">
                <c:v>1.899731544736432</c:v>
              </c:pt>
              <c:pt idx="216">
                <c:v>1.899731544736432</c:v>
              </c:pt>
              <c:pt idx="217">
                <c:v>1.899731544736432</c:v>
              </c:pt>
              <c:pt idx="218">
                <c:v>1.899731544736432</c:v>
              </c:pt>
              <c:pt idx="219">
                <c:v>1.899731544736432</c:v>
              </c:pt>
              <c:pt idx="220">
                <c:v>1.899731544736432</c:v>
              </c:pt>
              <c:pt idx="221">
                <c:v>1.899731544736432</c:v>
              </c:pt>
              <c:pt idx="222">
                <c:v>1.899731544736432</c:v>
              </c:pt>
              <c:pt idx="223">
                <c:v>1.899731544736432</c:v>
              </c:pt>
              <c:pt idx="224">
                <c:v>1.899731544736432</c:v>
              </c:pt>
              <c:pt idx="225">
                <c:v>1.899731544736432</c:v>
              </c:pt>
              <c:pt idx="226">
                <c:v>1.899731544736432</c:v>
              </c:pt>
              <c:pt idx="227">
                <c:v>1.899731544736432</c:v>
              </c:pt>
              <c:pt idx="228">
                <c:v>1.899731544736432</c:v>
              </c:pt>
              <c:pt idx="229">
                <c:v>1.899731544736432</c:v>
              </c:pt>
              <c:pt idx="230">
                <c:v>1.899731544736432</c:v>
              </c:pt>
              <c:pt idx="231">
                <c:v>1.899731544736432</c:v>
              </c:pt>
              <c:pt idx="232">
                <c:v>1.899731544736432</c:v>
              </c:pt>
              <c:pt idx="233">
                <c:v>1.899731544736432</c:v>
              </c:pt>
              <c:pt idx="234">
                <c:v>1.899731544736432</c:v>
              </c:pt>
              <c:pt idx="235">
                <c:v>1.899731544736432</c:v>
              </c:pt>
              <c:pt idx="236">
                <c:v>1.899731544736432</c:v>
              </c:pt>
              <c:pt idx="237">
                <c:v>1.899731544736432</c:v>
              </c:pt>
              <c:pt idx="238">
                <c:v>1.899731544736432</c:v>
              </c:pt>
              <c:pt idx="239">
                <c:v>1.899731544736432</c:v>
              </c:pt>
              <c:pt idx="240">
                <c:v>1.899731544736432</c:v>
              </c:pt>
              <c:pt idx="241">
                <c:v>1.899731544736432</c:v>
              </c:pt>
              <c:pt idx="242">
                <c:v>1.899731544736432</c:v>
              </c:pt>
              <c:pt idx="243">
                <c:v>1.899731544736432</c:v>
              </c:pt>
              <c:pt idx="244">
                <c:v>1.899731544736432</c:v>
              </c:pt>
              <c:pt idx="245">
                <c:v>1.899731544736432</c:v>
              </c:pt>
              <c:pt idx="246">
                <c:v>1.899731544736432</c:v>
              </c:pt>
              <c:pt idx="247">
                <c:v>1.899731544736432</c:v>
              </c:pt>
              <c:pt idx="248">
                <c:v>1.899731544736432</c:v>
              </c:pt>
              <c:pt idx="249">
                <c:v>1.899731544736432</c:v>
              </c:pt>
              <c:pt idx="250">
                <c:v>1.899731544736432</c:v>
              </c:pt>
              <c:pt idx="251">
                <c:v>1.899731544736432</c:v>
              </c:pt>
              <c:pt idx="252">
                <c:v>1.899731544736432</c:v>
              </c:pt>
              <c:pt idx="253">
                <c:v>1.899731544736432</c:v>
              </c:pt>
              <c:pt idx="254">
                <c:v>1.899731544736432</c:v>
              </c:pt>
              <c:pt idx="255">
                <c:v>1.899731544736432</c:v>
              </c:pt>
              <c:pt idx="256">
                <c:v>1.899731544736432</c:v>
              </c:pt>
              <c:pt idx="257">
                <c:v>1.899731544736432</c:v>
              </c:pt>
              <c:pt idx="258">
                <c:v>1.899731544736432</c:v>
              </c:pt>
              <c:pt idx="259">
                <c:v>1.899731544736432</c:v>
              </c:pt>
              <c:pt idx="260">
                <c:v>1.899731544736432</c:v>
              </c:pt>
              <c:pt idx="261">
                <c:v>1.899731544736432</c:v>
              </c:pt>
              <c:pt idx="262">
                <c:v>1.899731544736432</c:v>
              </c:pt>
              <c:pt idx="263">
                <c:v>1.899731544736432</c:v>
              </c:pt>
              <c:pt idx="264">
                <c:v>1.899731544736432</c:v>
              </c:pt>
              <c:pt idx="265">
                <c:v>1.899731544736432</c:v>
              </c:pt>
              <c:pt idx="266">
                <c:v>1.899731544736432</c:v>
              </c:pt>
              <c:pt idx="267">
                <c:v>1.899731544736432</c:v>
              </c:pt>
              <c:pt idx="268">
                <c:v>1.899731544736432</c:v>
              </c:pt>
              <c:pt idx="269">
                <c:v>1.899731544736432</c:v>
              </c:pt>
              <c:pt idx="270">
                <c:v>1.899731544736432</c:v>
              </c:pt>
              <c:pt idx="271">
                <c:v>1.899731544736432</c:v>
              </c:pt>
              <c:pt idx="272">
                <c:v>1.899731544736432</c:v>
              </c:pt>
              <c:pt idx="273">
                <c:v>1.899731544736432</c:v>
              </c:pt>
              <c:pt idx="274">
                <c:v>1.899731544736432</c:v>
              </c:pt>
              <c:pt idx="275">
                <c:v>1.899731544736432</c:v>
              </c:pt>
              <c:pt idx="276">
                <c:v>1.899731544736432</c:v>
              </c:pt>
              <c:pt idx="277">
                <c:v>1.899731544736432</c:v>
              </c:pt>
              <c:pt idx="278">
                <c:v>1.899731544736432</c:v>
              </c:pt>
              <c:pt idx="279">
                <c:v>1.899731544736432</c:v>
              </c:pt>
              <c:pt idx="280">
                <c:v>1.899731544736432</c:v>
              </c:pt>
              <c:pt idx="281">
                <c:v>1.899731544736432</c:v>
              </c:pt>
              <c:pt idx="282">
                <c:v>1.899731544736432</c:v>
              </c:pt>
              <c:pt idx="283">
                <c:v>1.899731544736432</c:v>
              </c:pt>
              <c:pt idx="284">
                <c:v>1.899731544736432</c:v>
              </c:pt>
              <c:pt idx="285">
                <c:v>1.899731544736432</c:v>
              </c:pt>
              <c:pt idx="286">
                <c:v>1.899731544736432</c:v>
              </c:pt>
              <c:pt idx="287">
                <c:v>1.899731544736432</c:v>
              </c:pt>
              <c:pt idx="288">
                <c:v>1.899731544736432</c:v>
              </c:pt>
              <c:pt idx="289">
                <c:v>1.899731544736432</c:v>
              </c:pt>
              <c:pt idx="290">
                <c:v>1.899731544736432</c:v>
              </c:pt>
              <c:pt idx="291">
                <c:v>1.899731544736432</c:v>
              </c:pt>
              <c:pt idx="292">
                <c:v>1.899731544736432</c:v>
              </c:pt>
              <c:pt idx="293">
                <c:v>1.899731544736432</c:v>
              </c:pt>
              <c:pt idx="294">
                <c:v>1.899731544736432</c:v>
              </c:pt>
              <c:pt idx="295">
                <c:v>1.899731544736432</c:v>
              </c:pt>
              <c:pt idx="296">
                <c:v>1.899731544736432</c:v>
              </c:pt>
              <c:pt idx="297">
                <c:v>1.899731544736432</c:v>
              </c:pt>
              <c:pt idx="298">
                <c:v>1.899731544736432</c:v>
              </c:pt>
              <c:pt idx="299">
                <c:v>1.899731544736432</c:v>
              </c:pt>
              <c:pt idx="300">
                <c:v>1.899731544736432</c:v>
              </c:pt>
              <c:pt idx="301">
                <c:v>1.899731544736432</c:v>
              </c:pt>
              <c:pt idx="302">
                <c:v>1.899731544736432</c:v>
              </c:pt>
              <c:pt idx="303">
                <c:v>1.899731544736432</c:v>
              </c:pt>
              <c:pt idx="304">
                <c:v>1.899731544736432</c:v>
              </c:pt>
              <c:pt idx="305">
                <c:v>1.899731544736432</c:v>
              </c:pt>
              <c:pt idx="306">
                <c:v>1.899731544736432</c:v>
              </c:pt>
              <c:pt idx="307">
                <c:v>1.899731544736432</c:v>
              </c:pt>
              <c:pt idx="308">
                <c:v>1.899731544736432</c:v>
              </c:pt>
              <c:pt idx="309">
                <c:v>1.899731544736432</c:v>
              </c:pt>
              <c:pt idx="310">
                <c:v>1.899731544736432</c:v>
              </c:pt>
              <c:pt idx="311">
                <c:v>1.899731544736432</c:v>
              </c:pt>
              <c:pt idx="312">
                <c:v>1.899731544736432</c:v>
              </c:pt>
              <c:pt idx="313">
                <c:v>1.899731544736432</c:v>
              </c:pt>
              <c:pt idx="314">
                <c:v>1.899731544736432</c:v>
              </c:pt>
              <c:pt idx="315">
                <c:v>1.899731544736432</c:v>
              </c:pt>
              <c:pt idx="316">
                <c:v>1.899731544736432</c:v>
              </c:pt>
              <c:pt idx="317">
                <c:v>1.899731544736432</c:v>
              </c:pt>
              <c:pt idx="318">
                <c:v>1.899731544736432</c:v>
              </c:pt>
              <c:pt idx="319">
                <c:v>1.899731544736432</c:v>
              </c:pt>
              <c:pt idx="320">
                <c:v>1.899731544736432</c:v>
              </c:pt>
              <c:pt idx="321">
                <c:v>1.899731544736432</c:v>
              </c:pt>
              <c:pt idx="322">
                <c:v>1.899731544736432</c:v>
              </c:pt>
              <c:pt idx="323">
                <c:v>1.899731544736432</c:v>
              </c:pt>
              <c:pt idx="324">
                <c:v>1.899731544736432</c:v>
              </c:pt>
              <c:pt idx="325">
                <c:v>1.899731544736432</c:v>
              </c:pt>
              <c:pt idx="326">
                <c:v>1.899731544736432</c:v>
              </c:pt>
              <c:pt idx="327">
                <c:v>1.899731544736432</c:v>
              </c:pt>
              <c:pt idx="328">
                <c:v>1.899731544736432</c:v>
              </c:pt>
              <c:pt idx="329">
                <c:v>1.899731544736432</c:v>
              </c:pt>
              <c:pt idx="330">
                <c:v>1.899731544736432</c:v>
              </c:pt>
              <c:pt idx="331">
                <c:v>1.899731544736432</c:v>
              </c:pt>
              <c:pt idx="332">
                <c:v>1.899731544736432</c:v>
              </c:pt>
              <c:pt idx="333">
                <c:v>1.899731544736432</c:v>
              </c:pt>
              <c:pt idx="334">
                <c:v>1.899731544736432</c:v>
              </c:pt>
              <c:pt idx="335">
                <c:v>1.899731544736432</c:v>
              </c:pt>
              <c:pt idx="336">
                <c:v>1.899731544736432</c:v>
              </c:pt>
              <c:pt idx="337">
                <c:v>1.899731544736432</c:v>
              </c:pt>
              <c:pt idx="338">
                <c:v>1.899731544736432</c:v>
              </c:pt>
              <c:pt idx="339">
                <c:v>1.899731544736432</c:v>
              </c:pt>
              <c:pt idx="340">
                <c:v>1.899731544736432</c:v>
              </c:pt>
              <c:pt idx="341">
                <c:v>1.899731544736432</c:v>
              </c:pt>
              <c:pt idx="342">
                <c:v>1.899731544736432</c:v>
              </c:pt>
              <c:pt idx="343">
                <c:v>1.899731544736432</c:v>
              </c:pt>
              <c:pt idx="344">
                <c:v>1.899731544736432</c:v>
              </c:pt>
              <c:pt idx="345">
                <c:v>1.899731544736432</c:v>
              </c:pt>
              <c:pt idx="346">
                <c:v>1.899731544736432</c:v>
              </c:pt>
              <c:pt idx="347">
                <c:v>1.899731544736432</c:v>
              </c:pt>
              <c:pt idx="348">
                <c:v>1.899731544736432</c:v>
              </c:pt>
              <c:pt idx="349">
                <c:v>1.899731544736432</c:v>
              </c:pt>
              <c:pt idx="350">
                <c:v>1.899731544736432</c:v>
              </c:pt>
              <c:pt idx="351">
                <c:v>1.899731544736432</c:v>
              </c:pt>
              <c:pt idx="352">
                <c:v>1.899731544736432</c:v>
              </c:pt>
              <c:pt idx="353">
                <c:v>1.899731544736432</c:v>
              </c:pt>
              <c:pt idx="354">
                <c:v>1.899731544736432</c:v>
              </c:pt>
              <c:pt idx="355">
                <c:v>1.899731544736432</c:v>
              </c:pt>
              <c:pt idx="356">
                <c:v>1.899731544736432</c:v>
              </c:pt>
              <c:pt idx="357">
                <c:v>1.899731544736432</c:v>
              </c:pt>
              <c:pt idx="358">
                <c:v>1.899731544736432</c:v>
              </c:pt>
              <c:pt idx="359">
                <c:v>1.899731544736432</c:v>
              </c:pt>
              <c:pt idx="360">
                <c:v>1.899731544736432</c:v>
              </c:pt>
              <c:pt idx="361">
                <c:v>1.899731544736432</c:v>
              </c:pt>
              <c:pt idx="362">
                <c:v>1.899731544736432</c:v>
              </c:pt>
              <c:pt idx="363">
                <c:v>1.899731544736432</c:v>
              </c:pt>
              <c:pt idx="364">
                <c:v>1.899731544736432</c:v>
              </c:pt>
              <c:pt idx="365">
                <c:v>1.899731544736432</c:v>
              </c:pt>
              <c:pt idx="366">
                <c:v>1.899731544736432</c:v>
              </c:pt>
              <c:pt idx="367">
                <c:v>1.899731544736432</c:v>
              </c:pt>
              <c:pt idx="368">
                <c:v>1.899731544736432</c:v>
              </c:pt>
              <c:pt idx="369">
                <c:v>1.899731544736432</c:v>
              </c:pt>
              <c:pt idx="370">
                <c:v>1.899731544736432</c:v>
              </c:pt>
              <c:pt idx="371">
                <c:v>1.899731544736432</c:v>
              </c:pt>
              <c:pt idx="372">
                <c:v>1.899731544736432</c:v>
              </c:pt>
              <c:pt idx="373">
                <c:v>1.899731544736432</c:v>
              </c:pt>
              <c:pt idx="374">
                <c:v>1.899731544736432</c:v>
              </c:pt>
              <c:pt idx="375">
                <c:v>1.899731544736432</c:v>
              </c:pt>
              <c:pt idx="376">
                <c:v>1.899731544736432</c:v>
              </c:pt>
              <c:pt idx="377">
                <c:v>1.899731544736432</c:v>
              </c:pt>
              <c:pt idx="378">
                <c:v>1.899731544736432</c:v>
              </c:pt>
              <c:pt idx="379">
                <c:v>1.899731544736432</c:v>
              </c:pt>
              <c:pt idx="380">
                <c:v>1.899731544736432</c:v>
              </c:pt>
              <c:pt idx="381">
                <c:v>1.899731544736432</c:v>
              </c:pt>
              <c:pt idx="382">
                <c:v>1.899731544736432</c:v>
              </c:pt>
              <c:pt idx="383">
                <c:v>1.899731544736432</c:v>
              </c:pt>
              <c:pt idx="384">
                <c:v>1.899731544736432</c:v>
              </c:pt>
              <c:pt idx="385">
                <c:v>1.899731544736432</c:v>
              </c:pt>
              <c:pt idx="386">
                <c:v>1.899731544736432</c:v>
              </c:pt>
              <c:pt idx="387">
                <c:v>1.899731544736432</c:v>
              </c:pt>
              <c:pt idx="388">
                <c:v>1.899731544736432</c:v>
              </c:pt>
              <c:pt idx="389">
                <c:v>1.899731544736432</c:v>
              </c:pt>
              <c:pt idx="390">
                <c:v>1.899731544736432</c:v>
              </c:pt>
              <c:pt idx="391">
                <c:v>1.899731544736432</c:v>
              </c:pt>
              <c:pt idx="392">
                <c:v>1.899731544736432</c:v>
              </c:pt>
              <c:pt idx="393">
                <c:v>1.899731544736432</c:v>
              </c:pt>
              <c:pt idx="394">
                <c:v>1.899731544736432</c:v>
              </c:pt>
              <c:pt idx="395">
                <c:v>1.899731544736432</c:v>
              </c:pt>
              <c:pt idx="396">
                <c:v>1.899731544736432</c:v>
              </c:pt>
              <c:pt idx="397">
                <c:v>1.899731544736432</c:v>
              </c:pt>
              <c:pt idx="398">
                <c:v>1.899731544736432</c:v>
              </c:pt>
              <c:pt idx="399">
                <c:v>1.899731544736432</c:v>
              </c:pt>
              <c:pt idx="400">
                <c:v>1.899731544736432</c:v>
              </c:pt>
              <c:pt idx="401">
                <c:v>1.899731544736432</c:v>
              </c:pt>
              <c:pt idx="402">
                <c:v>1.899731544736432</c:v>
              </c:pt>
              <c:pt idx="403">
                <c:v>1.899731544736432</c:v>
              </c:pt>
              <c:pt idx="404">
                <c:v>1.899731544736432</c:v>
              </c:pt>
              <c:pt idx="405">
                <c:v>1.899731544736432</c:v>
              </c:pt>
              <c:pt idx="406">
                <c:v>1.899731544736432</c:v>
              </c:pt>
              <c:pt idx="407">
                <c:v>1.899731544736432</c:v>
              </c:pt>
              <c:pt idx="408">
                <c:v>1.899731544736432</c:v>
              </c:pt>
              <c:pt idx="409">
                <c:v>1.899731544736432</c:v>
              </c:pt>
              <c:pt idx="410">
                <c:v>1.899731544736432</c:v>
              </c:pt>
              <c:pt idx="411">
                <c:v>1.899731544736432</c:v>
              </c:pt>
              <c:pt idx="412">
                <c:v>1.899731544736432</c:v>
              </c:pt>
              <c:pt idx="413">
                <c:v>1.899731544736432</c:v>
              </c:pt>
              <c:pt idx="414">
                <c:v>1.899731544736432</c:v>
              </c:pt>
              <c:pt idx="415">
                <c:v>1.899731544736432</c:v>
              </c:pt>
              <c:pt idx="416">
                <c:v>1.899731544736432</c:v>
              </c:pt>
              <c:pt idx="417">
                <c:v>1.899731544736432</c:v>
              </c:pt>
              <c:pt idx="418">
                <c:v>1.899731544736432</c:v>
              </c:pt>
              <c:pt idx="419">
                <c:v>1.899731544736432</c:v>
              </c:pt>
              <c:pt idx="420">
                <c:v>1.899731544736432</c:v>
              </c:pt>
              <c:pt idx="421">
                <c:v>1.899731544736432</c:v>
              </c:pt>
              <c:pt idx="422">
                <c:v>1.899731544736432</c:v>
              </c:pt>
              <c:pt idx="423">
                <c:v>1.899731544736432</c:v>
              </c:pt>
              <c:pt idx="424">
                <c:v>1.899731544736432</c:v>
              </c:pt>
              <c:pt idx="425">
                <c:v>1.899731544736432</c:v>
              </c:pt>
              <c:pt idx="426">
                <c:v>1.899731544736432</c:v>
              </c:pt>
              <c:pt idx="427">
                <c:v>1.899731544736432</c:v>
              </c:pt>
              <c:pt idx="428">
                <c:v>1.899731544736432</c:v>
              </c:pt>
              <c:pt idx="429">
                <c:v>1.899731544736432</c:v>
              </c:pt>
              <c:pt idx="430">
                <c:v>1.899731544736432</c:v>
              </c:pt>
              <c:pt idx="431">
                <c:v>1.899731544736432</c:v>
              </c:pt>
              <c:pt idx="432">
                <c:v>1.899731544736432</c:v>
              </c:pt>
              <c:pt idx="433">
                <c:v>1.899731544736432</c:v>
              </c:pt>
              <c:pt idx="434">
                <c:v>1.899731544736432</c:v>
              </c:pt>
              <c:pt idx="435">
                <c:v>1.899731544736432</c:v>
              </c:pt>
              <c:pt idx="436">
                <c:v>1.899731544736432</c:v>
              </c:pt>
              <c:pt idx="437">
                <c:v>1.899731544736432</c:v>
              </c:pt>
              <c:pt idx="438">
                <c:v>1.899731544736432</c:v>
              </c:pt>
              <c:pt idx="439">
                <c:v>1.899731544736432</c:v>
              </c:pt>
              <c:pt idx="440">
                <c:v>1.899731544736432</c:v>
              </c:pt>
              <c:pt idx="441">
                <c:v>1.899731544736432</c:v>
              </c:pt>
              <c:pt idx="442">
                <c:v>1.899731544736432</c:v>
              </c:pt>
              <c:pt idx="443">
                <c:v>1.899731544736432</c:v>
              </c:pt>
              <c:pt idx="444">
                <c:v>1.899731544736432</c:v>
              </c:pt>
              <c:pt idx="445">
                <c:v>1.899731544736432</c:v>
              </c:pt>
              <c:pt idx="446">
                <c:v>1.899731544736432</c:v>
              </c:pt>
              <c:pt idx="447">
                <c:v>1.899731544736432</c:v>
              </c:pt>
            </c:numLit>
          </c:xVal>
          <c:yVal>
            <c:numLit>
              <c:formatCode>0.0</c:formatCode>
              <c:ptCount val="448"/>
              <c:pt idx="0">
                <c:v>3.006659157404723</c:v>
              </c:pt>
              <c:pt idx="1">
                <c:v>3.006659157404723</c:v>
              </c:pt>
              <c:pt idx="2">
                <c:v>3.006659157404723</c:v>
              </c:pt>
              <c:pt idx="3">
                <c:v>3.006659157404723</c:v>
              </c:pt>
              <c:pt idx="4">
                <c:v>3.006659157404723</c:v>
              </c:pt>
              <c:pt idx="5">
                <c:v>3.006659157404723</c:v>
              </c:pt>
              <c:pt idx="6">
                <c:v>3.006659157404723</c:v>
              </c:pt>
              <c:pt idx="7">
                <c:v>3.006659157404723</c:v>
              </c:pt>
              <c:pt idx="8">
                <c:v>3.006659157404723</c:v>
              </c:pt>
              <c:pt idx="9">
                <c:v>3.006659157404723</c:v>
              </c:pt>
              <c:pt idx="10">
                <c:v>3.006659157404723</c:v>
              </c:pt>
              <c:pt idx="11">
                <c:v>3.006659157404723</c:v>
              </c:pt>
              <c:pt idx="12">
                <c:v>3.006659157404723</c:v>
              </c:pt>
              <c:pt idx="13">
                <c:v>3.006659157404723</c:v>
              </c:pt>
              <c:pt idx="14">
                <c:v>3.006659157404723</c:v>
              </c:pt>
              <c:pt idx="15">
                <c:v>3.006659157404723</c:v>
              </c:pt>
              <c:pt idx="16">
                <c:v>3.006659157404723</c:v>
              </c:pt>
              <c:pt idx="17">
                <c:v>3.006659157404723</c:v>
              </c:pt>
              <c:pt idx="18">
                <c:v>3.006659157404723</c:v>
              </c:pt>
              <c:pt idx="19">
                <c:v>3.006659157404723</c:v>
              </c:pt>
              <c:pt idx="20">
                <c:v>3.006659157404723</c:v>
              </c:pt>
              <c:pt idx="21">
                <c:v>3.006659157404723</c:v>
              </c:pt>
              <c:pt idx="22">
                <c:v>3.006659157404723</c:v>
              </c:pt>
              <c:pt idx="23">
                <c:v>3.006659157404723</c:v>
              </c:pt>
              <c:pt idx="24">
                <c:v>3.006659157404723</c:v>
              </c:pt>
              <c:pt idx="25">
                <c:v>3.006659157404723</c:v>
              </c:pt>
              <c:pt idx="26">
                <c:v>3.006659157404723</c:v>
              </c:pt>
              <c:pt idx="27">
                <c:v>3.006659157404723</c:v>
              </c:pt>
              <c:pt idx="28">
                <c:v>3.006659157404723</c:v>
              </c:pt>
              <c:pt idx="29">
                <c:v>3.006659157404723</c:v>
              </c:pt>
              <c:pt idx="30">
                <c:v>3.006659157404723</c:v>
              </c:pt>
              <c:pt idx="31">
                <c:v>3.006659157404723</c:v>
              </c:pt>
              <c:pt idx="32">
                <c:v>3.006659157404723</c:v>
              </c:pt>
              <c:pt idx="33">
                <c:v>3.006659157404723</c:v>
              </c:pt>
              <c:pt idx="34">
                <c:v>3.006659157404723</c:v>
              </c:pt>
              <c:pt idx="35">
                <c:v>3.006659157404723</c:v>
              </c:pt>
              <c:pt idx="36">
                <c:v>3.006659157404723</c:v>
              </c:pt>
              <c:pt idx="37">
                <c:v>3.006659157404723</c:v>
              </c:pt>
              <c:pt idx="38">
                <c:v>3.006659157404723</c:v>
              </c:pt>
              <c:pt idx="39">
                <c:v>3.006659157404723</c:v>
              </c:pt>
              <c:pt idx="40">
                <c:v>3.006659157404723</c:v>
              </c:pt>
              <c:pt idx="41">
                <c:v>3.006659157404723</c:v>
              </c:pt>
              <c:pt idx="42">
                <c:v>3.006659157404723</c:v>
              </c:pt>
              <c:pt idx="43">
                <c:v>3.006659157404723</c:v>
              </c:pt>
              <c:pt idx="44">
                <c:v>3.006659157404723</c:v>
              </c:pt>
              <c:pt idx="45">
                <c:v>3.006659157404723</c:v>
              </c:pt>
              <c:pt idx="46">
                <c:v>3.006659157404723</c:v>
              </c:pt>
              <c:pt idx="47">
                <c:v>3.006659157404723</c:v>
              </c:pt>
              <c:pt idx="48">
                <c:v>3.006659157404723</c:v>
              </c:pt>
              <c:pt idx="49">
                <c:v>3.006659157404723</c:v>
              </c:pt>
              <c:pt idx="50">
                <c:v>3.006659157404723</c:v>
              </c:pt>
              <c:pt idx="51">
                <c:v>3.006659157404723</c:v>
              </c:pt>
              <c:pt idx="52">
                <c:v>3.006659157404723</c:v>
              </c:pt>
              <c:pt idx="53">
                <c:v>3.006659157404723</c:v>
              </c:pt>
              <c:pt idx="54">
                <c:v>3.006659157404723</c:v>
              </c:pt>
              <c:pt idx="55">
                <c:v>3.006659157404723</c:v>
              </c:pt>
              <c:pt idx="56">
                <c:v>3.006659157404723</c:v>
              </c:pt>
              <c:pt idx="57">
                <c:v>3.006659157404723</c:v>
              </c:pt>
              <c:pt idx="58">
                <c:v>3.006659157404723</c:v>
              </c:pt>
              <c:pt idx="59">
                <c:v>3.006659157404723</c:v>
              </c:pt>
              <c:pt idx="60">
                <c:v>3.006659157404723</c:v>
              </c:pt>
              <c:pt idx="61">
                <c:v>3.006659157404723</c:v>
              </c:pt>
              <c:pt idx="62">
                <c:v>3.006659157404723</c:v>
              </c:pt>
              <c:pt idx="63">
                <c:v>3.006659157404723</c:v>
              </c:pt>
              <c:pt idx="64">
                <c:v>3.006659157404723</c:v>
              </c:pt>
              <c:pt idx="65">
                <c:v>3.006659157404723</c:v>
              </c:pt>
              <c:pt idx="66">
                <c:v>3.006659157404723</c:v>
              </c:pt>
              <c:pt idx="67">
                <c:v>3.006659157404723</c:v>
              </c:pt>
              <c:pt idx="68">
                <c:v>3.006659157404723</c:v>
              </c:pt>
              <c:pt idx="69">
                <c:v>3.006659157404723</c:v>
              </c:pt>
              <c:pt idx="70">
                <c:v>3.006659157404723</c:v>
              </c:pt>
              <c:pt idx="71">
                <c:v>3.006659157404723</c:v>
              </c:pt>
              <c:pt idx="72">
                <c:v>3.006659157404723</c:v>
              </c:pt>
              <c:pt idx="73">
                <c:v>3.006659157404723</c:v>
              </c:pt>
              <c:pt idx="74">
                <c:v>3.006659157404723</c:v>
              </c:pt>
              <c:pt idx="75">
                <c:v>3.006659157404723</c:v>
              </c:pt>
              <c:pt idx="76">
                <c:v>3.006659157404723</c:v>
              </c:pt>
              <c:pt idx="77">
                <c:v>3.006659157404723</c:v>
              </c:pt>
              <c:pt idx="78">
                <c:v>3.006659157404723</c:v>
              </c:pt>
              <c:pt idx="79">
                <c:v>3.006659157404723</c:v>
              </c:pt>
              <c:pt idx="80">
                <c:v>3.006659157404723</c:v>
              </c:pt>
              <c:pt idx="81">
                <c:v>3.006659157404723</c:v>
              </c:pt>
              <c:pt idx="82">
                <c:v>3.006659157404723</c:v>
              </c:pt>
              <c:pt idx="83">
                <c:v>3.006659157404723</c:v>
              </c:pt>
              <c:pt idx="84">
                <c:v>3.006659157404723</c:v>
              </c:pt>
              <c:pt idx="85">
                <c:v>3.006659157404723</c:v>
              </c:pt>
              <c:pt idx="86">
                <c:v>3.006659157404723</c:v>
              </c:pt>
              <c:pt idx="87">
                <c:v>3.006659157404723</c:v>
              </c:pt>
              <c:pt idx="88">
                <c:v>3.006659157404723</c:v>
              </c:pt>
              <c:pt idx="89">
                <c:v>3.006659157404723</c:v>
              </c:pt>
              <c:pt idx="90">
                <c:v>3.006659157404723</c:v>
              </c:pt>
              <c:pt idx="91">
                <c:v>3.006659157404723</c:v>
              </c:pt>
              <c:pt idx="92">
                <c:v>3.006659157404723</c:v>
              </c:pt>
              <c:pt idx="93">
                <c:v>3.006659157404723</c:v>
              </c:pt>
              <c:pt idx="94">
                <c:v>3.006659157404723</c:v>
              </c:pt>
              <c:pt idx="95">
                <c:v>3.006659157404723</c:v>
              </c:pt>
              <c:pt idx="96">
                <c:v>3.006659157404723</c:v>
              </c:pt>
              <c:pt idx="97">
                <c:v>3.006659157404723</c:v>
              </c:pt>
              <c:pt idx="98">
                <c:v>3.006659157404723</c:v>
              </c:pt>
              <c:pt idx="99">
                <c:v>3.006659157404723</c:v>
              </c:pt>
              <c:pt idx="100">
                <c:v>3.006659157404723</c:v>
              </c:pt>
              <c:pt idx="101">
                <c:v>3.006659157404723</c:v>
              </c:pt>
              <c:pt idx="102">
                <c:v>3.006659157404723</c:v>
              </c:pt>
              <c:pt idx="103">
                <c:v>3.006659157404723</c:v>
              </c:pt>
              <c:pt idx="104">
                <c:v>3.006659157404723</c:v>
              </c:pt>
              <c:pt idx="105">
                <c:v>3.006659157404723</c:v>
              </c:pt>
              <c:pt idx="106">
                <c:v>3.006659157404723</c:v>
              </c:pt>
              <c:pt idx="107">
                <c:v>3.006659157404723</c:v>
              </c:pt>
              <c:pt idx="108">
                <c:v>3.006659157404723</c:v>
              </c:pt>
              <c:pt idx="109">
                <c:v>3.006659157404723</c:v>
              </c:pt>
              <c:pt idx="110">
                <c:v>3.006659157404723</c:v>
              </c:pt>
              <c:pt idx="111">
                <c:v>3.006659157404723</c:v>
              </c:pt>
              <c:pt idx="112">
                <c:v>3.006659157404723</c:v>
              </c:pt>
              <c:pt idx="113">
                <c:v>3.006659157404723</c:v>
              </c:pt>
              <c:pt idx="114">
                <c:v>3.006659157404723</c:v>
              </c:pt>
              <c:pt idx="115">
                <c:v>3.006659157404723</c:v>
              </c:pt>
              <c:pt idx="116">
                <c:v>3.006659157404723</c:v>
              </c:pt>
              <c:pt idx="117">
                <c:v>3.006659157404723</c:v>
              </c:pt>
              <c:pt idx="118">
                <c:v>3.006659157404723</c:v>
              </c:pt>
              <c:pt idx="119">
                <c:v>3.006659157404723</c:v>
              </c:pt>
              <c:pt idx="120">
                <c:v>3.006659157404723</c:v>
              </c:pt>
              <c:pt idx="121">
                <c:v>3.006659157404723</c:v>
              </c:pt>
              <c:pt idx="122">
                <c:v>3.006659157404723</c:v>
              </c:pt>
              <c:pt idx="123">
                <c:v>3.006659157404723</c:v>
              </c:pt>
              <c:pt idx="124">
                <c:v>3.006659157404723</c:v>
              </c:pt>
              <c:pt idx="125">
                <c:v>3.006659157404723</c:v>
              </c:pt>
              <c:pt idx="126">
                <c:v>3.006659157404723</c:v>
              </c:pt>
              <c:pt idx="127">
                <c:v>3.006659157404723</c:v>
              </c:pt>
              <c:pt idx="128">
                <c:v>3.006659157404723</c:v>
              </c:pt>
              <c:pt idx="129">
                <c:v>3.006659157404723</c:v>
              </c:pt>
              <c:pt idx="130">
                <c:v>3.006659157404723</c:v>
              </c:pt>
              <c:pt idx="131">
                <c:v>3.006659157404723</c:v>
              </c:pt>
              <c:pt idx="132">
                <c:v>3.006659157404723</c:v>
              </c:pt>
              <c:pt idx="133">
                <c:v>3.006659157404723</c:v>
              </c:pt>
              <c:pt idx="134">
                <c:v>3.006659157404723</c:v>
              </c:pt>
              <c:pt idx="135">
                <c:v>3.006659157404723</c:v>
              </c:pt>
              <c:pt idx="136">
                <c:v>3.006659157404723</c:v>
              </c:pt>
              <c:pt idx="137">
                <c:v>3.006659157404723</c:v>
              </c:pt>
              <c:pt idx="138">
                <c:v>3.006659157404723</c:v>
              </c:pt>
              <c:pt idx="139">
                <c:v>3.006659157404723</c:v>
              </c:pt>
              <c:pt idx="140">
                <c:v>3.006659157404723</c:v>
              </c:pt>
              <c:pt idx="141">
                <c:v>3.006659157404723</c:v>
              </c:pt>
              <c:pt idx="142">
                <c:v>3.006659157404723</c:v>
              </c:pt>
              <c:pt idx="143">
                <c:v>3.006659157404723</c:v>
              </c:pt>
              <c:pt idx="144">
                <c:v>3.006659157404723</c:v>
              </c:pt>
              <c:pt idx="145">
                <c:v>3.006659157404723</c:v>
              </c:pt>
              <c:pt idx="146">
                <c:v>3.006659157404723</c:v>
              </c:pt>
              <c:pt idx="147">
                <c:v>3.006659157404723</c:v>
              </c:pt>
              <c:pt idx="148">
                <c:v>3.006659157404723</c:v>
              </c:pt>
              <c:pt idx="149">
                <c:v>3.006659157404723</c:v>
              </c:pt>
              <c:pt idx="150">
                <c:v>3.006659157404723</c:v>
              </c:pt>
              <c:pt idx="151">
                <c:v>3.006659157404723</c:v>
              </c:pt>
              <c:pt idx="152">
                <c:v>3.006659157404723</c:v>
              </c:pt>
              <c:pt idx="153">
                <c:v>3.006659157404723</c:v>
              </c:pt>
              <c:pt idx="154">
                <c:v>3.006659157404723</c:v>
              </c:pt>
              <c:pt idx="155">
                <c:v>3.006659157404723</c:v>
              </c:pt>
              <c:pt idx="156">
                <c:v>3.006659157404723</c:v>
              </c:pt>
              <c:pt idx="157">
                <c:v>3.006659157404723</c:v>
              </c:pt>
              <c:pt idx="158">
                <c:v>3.006659157404723</c:v>
              </c:pt>
              <c:pt idx="159">
                <c:v>3.006659157404723</c:v>
              </c:pt>
              <c:pt idx="160">
                <c:v>3.006659157404723</c:v>
              </c:pt>
              <c:pt idx="161">
                <c:v>3.006659157404723</c:v>
              </c:pt>
              <c:pt idx="162">
                <c:v>3.006659157404723</c:v>
              </c:pt>
              <c:pt idx="163">
                <c:v>3.006659157404723</c:v>
              </c:pt>
              <c:pt idx="164">
                <c:v>3.006659157404723</c:v>
              </c:pt>
              <c:pt idx="165">
                <c:v>3.006659157404723</c:v>
              </c:pt>
              <c:pt idx="166">
                <c:v>3.006659157404723</c:v>
              </c:pt>
              <c:pt idx="167">
                <c:v>3.006659157404723</c:v>
              </c:pt>
              <c:pt idx="168">
                <c:v>3.006659157404723</c:v>
              </c:pt>
              <c:pt idx="169">
                <c:v>3.006659157404723</c:v>
              </c:pt>
              <c:pt idx="170">
                <c:v>3.006659157404723</c:v>
              </c:pt>
              <c:pt idx="171">
                <c:v>3.006659157404723</c:v>
              </c:pt>
              <c:pt idx="172">
                <c:v>3.006659157404723</c:v>
              </c:pt>
              <c:pt idx="173">
                <c:v>3.006659157404723</c:v>
              </c:pt>
              <c:pt idx="174">
                <c:v>3.006659157404723</c:v>
              </c:pt>
              <c:pt idx="175">
                <c:v>3.006659157404723</c:v>
              </c:pt>
              <c:pt idx="176">
                <c:v>3.006659157404723</c:v>
              </c:pt>
              <c:pt idx="177">
                <c:v>3.006659157404723</c:v>
              </c:pt>
              <c:pt idx="178">
                <c:v>3.006659157404723</c:v>
              </c:pt>
              <c:pt idx="179">
                <c:v>3.006659157404723</c:v>
              </c:pt>
              <c:pt idx="180">
                <c:v>3.006659157404723</c:v>
              </c:pt>
              <c:pt idx="181">
                <c:v>3.006659157404723</c:v>
              </c:pt>
              <c:pt idx="182">
                <c:v>3.006659157404723</c:v>
              </c:pt>
              <c:pt idx="183">
                <c:v>3.006659157404723</c:v>
              </c:pt>
              <c:pt idx="184">
                <c:v>3.006659157404723</c:v>
              </c:pt>
              <c:pt idx="185">
                <c:v>3.006659157404723</c:v>
              </c:pt>
              <c:pt idx="186">
                <c:v>3.006659157404723</c:v>
              </c:pt>
              <c:pt idx="187">
                <c:v>3.006659157404723</c:v>
              </c:pt>
              <c:pt idx="188">
                <c:v>3.006659157404723</c:v>
              </c:pt>
              <c:pt idx="189">
                <c:v>3.006659157404723</c:v>
              </c:pt>
              <c:pt idx="190">
                <c:v>3.006659157404723</c:v>
              </c:pt>
              <c:pt idx="191">
                <c:v>3.006659157404723</c:v>
              </c:pt>
              <c:pt idx="192">
                <c:v>3.006659157404723</c:v>
              </c:pt>
              <c:pt idx="193">
                <c:v>3.006659157404723</c:v>
              </c:pt>
              <c:pt idx="194">
                <c:v>3.006659157404723</c:v>
              </c:pt>
              <c:pt idx="195">
                <c:v>3.006659157404723</c:v>
              </c:pt>
              <c:pt idx="196">
                <c:v>3.006659157404723</c:v>
              </c:pt>
              <c:pt idx="197">
                <c:v>3.006659157404723</c:v>
              </c:pt>
              <c:pt idx="198">
                <c:v>3.006659157404723</c:v>
              </c:pt>
              <c:pt idx="199">
                <c:v>3.006659157404723</c:v>
              </c:pt>
              <c:pt idx="200">
                <c:v>3.006659157404723</c:v>
              </c:pt>
              <c:pt idx="201">
                <c:v>3.006659157404723</c:v>
              </c:pt>
              <c:pt idx="202">
                <c:v>3.006659157404723</c:v>
              </c:pt>
              <c:pt idx="203">
                <c:v>3.006659157404723</c:v>
              </c:pt>
              <c:pt idx="204">
                <c:v>3.006659157404723</c:v>
              </c:pt>
              <c:pt idx="205">
                <c:v>3.006659157404723</c:v>
              </c:pt>
              <c:pt idx="206">
                <c:v>3.006659157404723</c:v>
              </c:pt>
              <c:pt idx="207">
                <c:v>3.006659157404723</c:v>
              </c:pt>
              <c:pt idx="208">
                <c:v>3.006659157404723</c:v>
              </c:pt>
              <c:pt idx="209">
                <c:v>3.006659157404723</c:v>
              </c:pt>
              <c:pt idx="210">
                <c:v>3.006659157404723</c:v>
              </c:pt>
              <c:pt idx="211">
                <c:v>3.006659157404723</c:v>
              </c:pt>
              <c:pt idx="212">
                <c:v>3.006659157404723</c:v>
              </c:pt>
              <c:pt idx="213">
                <c:v>3.006659157404723</c:v>
              </c:pt>
              <c:pt idx="214">
                <c:v>3.006659157404723</c:v>
              </c:pt>
              <c:pt idx="215">
                <c:v>3.006659157404723</c:v>
              </c:pt>
              <c:pt idx="216">
                <c:v>3.006659157404723</c:v>
              </c:pt>
              <c:pt idx="217">
                <c:v>3.006659157404723</c:v>
              </c:pt>
              <c:pt idx="218">
                <c:v>3.006659157404723</c:v>
              </c:pt>
              <c:pt idx="219">
                <c:v>3.006659157404723</c:v>
              </c:pt>
              <c:pt idx="220">
                <c:v>3.006659157404723</c:v>
              </c:pt>
              <c:pt idx="221">
                <c:v>3.006659157404723</c:v>
              </c:pt>
              <c:pt idx="222">
                <c:v>3.006659157404723</c:v>
              </c:pt>
              <c:pt idx="223">
                <c:v>3.006659157404723</c:v>
              </c:pt>
              <c:pt idx="224">
                <c:v>3.006659157404723</c:v>
              </c:pt>
              <c:pt idx="225">
                <c:v>3.006659157404723</c:v>
              </c:pt>
              <c:pt idx="226">
                <c:v>3.006659157404723</c:v>
              </c:pt>
              <c:pt idx="227">
                <c:v>3.006659157404723</c:v>
              </c:pt>
              <c:pt idx="228">
                <c:v>3.006659157404723</c:v>
              </c:pt>
              <c:pt idx="229">
                <c:v>3.006659157404723</c:v>
              </c:pt>
              <c:pt idx="230">
                <c:v>3.006659157404723</c:v>
              </c:pt>
              <c:pt idx="231">
                <c:v>3.006659157404723</c:v>
              </c:pt>
              <c:pt idx="232">
                <c:v>3.006659157404723</c:v>
              </c:pt>
              <c:pt idx="233">
                <c:v>3.006659157404723</c:v>
              </c:pt>
              <c:pt idx="234">
                <c:v>3.006659157404723</c:v>
              </c:pt>
              <c:pt idx="235">
                <c:v>3.006659157404723</c:v>
              </c:pt>
              <c:pt idx="236">
                <c:v>3.006659157404723</c:v>
              </c:pt>
              <c:pt idx="237">
                <c:v>3.006659157404723</c:v>
              </c:pt>
              <c:pt idx="238">
                <c:v>3.006659157404723</c:v>
              </c:pt>
              <c:pt idx="239">
                <c:v>3.006659157404723</c:v>
              </c:pt>
              <c:pt idx="240">
                <c:v>3.006659157404723</c:v>
              </c:pt>
              <c:pt idx="241">
                <c:v>3.006659157404723</c:v>
              </c:pt>
              <c:pt idx="242">
                <c:v>3.006659157404723</c:v>
              </c:pt>
              <c:pt idx="243">
                <c:v>3.006659157404723</c:v>
              </c:pt>
              <c:pt idx="244">
                <c:v>3.006659157404723</c:v>
              </c:pt>
              <c:pt idx="245">
                <c:v>3.006659157404723</c:v>
              </c:pt>
              <c:pt idx="246">
                <c:v>3.006659157404723</c:v>
              </c:pt>
              <c:pt idx="247">
                <c:v>3.006659157404723</c:v>
              </c:pt>
              <c:pt idx="248">
                <c:v>3.006659157404723</c:v>
              </c:pt>
              <c:pt idx="249">
                <c:v>3.006659157404723</c:v>
              </c:pt>
              <c:pt idx="250">
                <c:v>3.006659157404723</c:v>
              </c:pt>
              <c:pt idx="251">
                <c:v>3.006659157404723</c:v>
              </c:pt>
              <c:pt idx="252">
                <c:v>3.006659157404723</c:v>
              </c:pt>
              <c:pt idx="253">
                <c:v>3.006659157404723</c:v>
              </c:pt>
              <c:pt idx="254">
                <c:v>3.006659157404723</c:v>
              </c:pt>
              <c:pt idx="255">
                <c:v>3.006659157404723</c:v>
              </c:pt>
              <c:pt idx="256">
                <c:v>3.006659157404723</c:v>
              </c:pt>
              <c:pt idx="257">
                <c:v>3.006659157404723</c:v>
              </c:pt>
              <c:pt idx="258">
                <c:v>3.006659157404723</c:v>
              </c:pt>
              <c:pt idx="259">
                <c:v>3.006659157404723</c:v>
              </c:pt>
              <c:pt idx="260">
                <c:v>3.006659157404723</c:v>
              </c:pt>
              <c:pt idx="261">
                <c:v>3.006659157404723</c:v>
              </c:pt>
              <c:pt idx="262">
                <c:v>3.006659157404723</c:v>
              </c:pt>
              <c:pt idx="263">
                <c:v>3.006659157404723</c:v>
              </c:pt>
              <c:pt idx="264">
                <c:v>3.006659157404723</c:v>
              </c:pt>
              <c:pt idx="265">
                <c:v>3.006659157404723</c:v>
              </c:pt>
              <c:pt idx="266">
                <c:v>3.006659157404723</c:v>
              </c:pt>
              <c:pt idx="267">
                <c:v>3.006659157404723</c:v>
              </c:pt>
              <c:pt idx="268">
                <c:v>3.006659157404723</c:v>
              </c:pt>
              <c:pt idx="269">
                <c:v>3.006659157404723</c:v>
              </c:pt>
              <c:pt idx="270">
                <c:v>3.006659157404723</c:v>
              </c:pt>
              <c:pt idx="271">
                <c:v>3.006659157404723</c:v>
              </c:pt>
              <c:pt idx="272">
                <c:v>3.006659157404723</c:v>
              </c:pt>
              <c:pt idx="273">
                <c:v>3.006659157404723</c:v>
              </c:pt>
              <c:pt idx="274">
                <c:v>3.006659157404723</c:v>
              </c:pt>
              <c:pt idx="275">
                <c:v>3.006659157404723</c:v>
              </c:pt>
              <c:pt idx="276">
                <c:v>3.006659157404723</c:v>
              </c:pt>
              <c:pt idx="277">
                <c:v>3.006659157404723</c:v>
              </c:pt>
              <c:pt idx="278">
                <c:v>3.006659157404723</c:v>
              </c:pt>
              <c:pt idx="279">
                <c:v>3.006659157404723</c:v>
              </c:pt>
              <c:pt idx="280">
                <c:v>3.006659157404723</c:v>
              </c:pt>
              <c:pt idx="281">
                <c:v>3.006659157404723</c:v>
              </c:pt>
              <c:pt idx="282">
                <c:v>3.006659157404723</c:v>
              </c:pt>
              <c:pt idx="283">
                <c:v>3.006659157404723</c:v>
              </c:pt>
              <c:pt idx="284">
                <c:v>3.006659157404723</c:v>
              </c:pt>
              <c:pt idx="285">
                <c:v>3.006659157404723</c:v>
              </c:pt>
              <c:pt idx="286">
                <c:v>3.006659157404723</c:v>
              </c:pt>
              <c:pt idx="287">
                <c:v>3.006659157404723</c:v>
              </c:pt>
              <c:pt idx="288">
                <c:v>3.006659157404723</c:v>
              </c:pt>
              <c:pt idx="289">
                <c:v>3.006659157404723</c:v>
              </c:pt>
              <c:pt idx="290">
                <c:v>3.006659157404723</c:v>
              </c:pt>
              <c:pt idx="291">
                <c:v>3.006659157404723</c:v>
              </c:pt>
              <c:pt idx="292">
                <c:v>3.006659157404723</c:v>
              </c:pt>
              <c:pt idx="293">
                <c:v>3.006659157404723</c:v>
              </c:pt>
              <c:pt idx="294">
                <c:v>3.006659157404723</c:v>
              </c:pt>
              <c:pt idx="295">
                <c:v>3.006659157404723</c:v>
              </c:pt>
              <c:pt idx="296">
                <c:v>3.006659157404723</c:v>
              </c:pt>
              <c:pt idx="297">
                <c:v>3.006659157404723</c:v>
              </c:pt>
              <c:pt idx="298">
                <c:v>3.006659157404723</c:v>
              </c:pt>
              <c:pt idx="299">
                <c:v>3.006659157404723</c:v>
              </c:pt>
              <c:pt idx="300">
                <c:v>3.006659157404723</c:v>
              </c:pt>
              <c:pt idx="301">
                <c:v>3.006659157404723</c:v>
              </c:pt>
              <c:pt idx="302">
                <c:v>3.006659157404723</c:v>
              </c:pt>
              <c:pt idx="303">
                <c:v>3.006659157404723</c:v>
              </c:pt>
              <c:pt idx="304">
                <c:v>3.006659157404723</c:v>
              </c:pt>
              <c:pt idx="305">
                <c:v>3.006659157404723</c:v>
              </c:pt>
              <c:pt idx="306">
                <c:v>3.006659157404723</c:v>
              </c:pt>
              <c:pt idx="307">
                <c:v>3.006659157404723</c:v>
              </c:pt>
              <c:pt idx="308">
                <c:v>3.006659157404723</c:v>
              </c:pt>
              <c:pt idx="309">
                <c:v>3.006659157404723</c:v>
              </c:pt>
              <c:pt idx="310">
                <c:v>3.006659157404723</c:v>
              </c:pt>
              <c:pt idx="311">
                <c:v>3.006659157404723</c:v>
              </c:pt>
              <c:pt idx="312">
                <c:v>3.006659157404723</c:v>
              </c:pt>
              <c:pt idx="313">
                <c:v>3.006659157404723</c:v>
              </c:pt>
              <c:pt idx="314">
                <c:v>3.006659157404723</c:v>
              </c:pt>
              <c:pt idx="315">
                <c:v>3.006659157404723</c:v>
              </c:pt>
              <c:pt idx="316">
                <c:v>3.006659157404723</c:v>
              </c:pt>
              <c:pt idx="317">
                <c:v>3.006659157404723</c:v>
              </c:pt>
              <c:pt idx="318">
                <c:v>3.006659157404723</c:v>
              </c:pt>
              <c:pt idx="319">
                <c:v>3.006659157404723</c:v>
              </c:pt>
              <c:pt idx="320">
                <c:v>3.006659157404723</c:v>
              </c:pt>
              <c:pt idx="321">
                <c:v>3.006659157404723</c:v>
              </c:pt>
              <c:pt idx="322">
                <c:v>3.006659157404723</c:v>
              </c:pt>
              <c:pt idx="323">
                <c:v>3.006659157404723</c:v>
              </c:pt>
              <c:pt idx="324">
                <c:v>3.006659157404723</c:v>
              </c:pt>
              <c:pt idx="325">
                <c:v>3.006659157404723</c:v>
              </c:pt>
              <c:pt idx="326">
                <c:v>3.006659157404723</c:v>
              </c:pt>
              <c:pt idx="327">
                <c:v>3.006659157404723</c:v>
              </c:pt>
              <c:pt idx="328">
                <c:v>3.006659157404723</c:v>
              </c:pt>
              <c:pt idx="329">
                <c:v>3.006659157404723</c:v>
              </c:pt>
              <c:pt idx="330">
                <c:v>3.006659157404723</c:v>
              </c:pt>
              <c:pt idx="331">
                <c:v>3.006659157404723</c:v>
              </c:pt>
              <c:pt idx="332">
                <c:v>3.006659157404723</c:v>
              </c:pt>
              <c:pt idx="333">
                <c:v>3.006659157404723</c:v>
              </c:pt>
              <c:pt idx="334">
                <c:v>3.006659157404723</c:v>
              </c:pt>
              <c:pt idx="335">
                <c:v>3.006659157404723</c:v>
              </c:pt>
              <c:pt idx="336">
                <c:v>3.006659157404723</c:v>
              </c:pt>
              <c:pt idx="337">
                <c:v>3.006659157404723</c:v>
              </c:pt>
              <c:pt idx="338">
                <c:v>3.006659157404723</c:v>
              </c:pt>
              <c:pt idx="339">
                <c:v>3.006659157404723</c:v>
              </c:pt>
              <c:pt idx="340">
                <c:v>3.006659157404723</c:v>
              </c:pt>
              <c:pt idx="341">
                <c:v>3.006659157404723</c:v>
              </c:pt>
              <c:pt idx="342">
                <c:v>3.006659157404723</c:v>
              </c:pt>
              <c:pt idx="343">
                <c:v>3.006659157404723</c:v>
              </c:pt>
              <c:pt idx="344">
                <c:v>3.006659157404723</c:v>
              </c:pt>
              <c:pt idx="345">
                <c:v>3.006659157404723</c:v>
              </c:pt>
              <c:pt idx="346">
                <c:v>3.006659157404723</c:v>
              </c:pt>
              <c:pt idx="347">
                <c:v>3.006659157404723</c:v>
              </c:pt>
              <c:pt idx="348">
                <c:v>3.006659157404723</c:v>
              </c:pt>
              <c:pt idx="349">
                <c:v>3.006659157404723</c:v>
              </c:pt>
              <c:pt idx="350">
                <c:v>3.006659157404723</c:v>
              </c:pt>
              <c:pt idx="351">
                <c:v>3.006659157404723</c:v>
              </c:pt>
              <c:pt idx="352">
                <c:v>3.006659157404723</c:v>
              </c:pt>
              <c:pt idx="353">
                <c:v>3.006659157404723</c:v>
              </c:pt>
              <c:pt idx="354">
                <c:v>3.006659157404723</c:v>
              </c:pt>
              <c:pt idx="355">
                <c:v>3.006659157404723</c:v>
              </c:pt>
              <c:pt idx="356">
                <c:v>3.006659157404723</c:v>
              </c:pt>
              <c:pt idx="357">
                <c:v>3.006659157404723</c:v>
              </c:pt>
              <c:pt idx="358">
                <c:v>3.006659157404723</c:v>
              </c:pt>
              <c:pt idx="359">
                <c:v>3.006659157404723</c:v>
              </c:pt>
              <c:pt idx="360">
                <c:v>3.006659157404723</c:v>
              </c:pt>
              <c:pt idx="361">
                <c:v>3.006659157404723</c:v>
              </c:pt>
              <c:pt idx="362">
                <c:v>3.006659157404723</c:v>
              </c:pt>
              <c:pt idx="363">
                <c:v>3.006659157404723</c:v>
              </c:pt>
              <c:pt idx="364">
                <c:v>3.006659157404723</c:v>
              </c:pt>
              <c:pt idx="365">
                <c:v>3.006659157404723</c:v>
              </c:pt>
              <c:pt idx="366">
                <c:v>3.006659157404723</c:v>
              </c:pt>
              <c:pt idx="367">
                <c:v>3.006659157404723</c:v>
              </c:pt>
              <c:pt idx="368">
                <c:v>3.006659157404723</c:v>
              </c:pt>
              <c:pt idx="369">
                <c:v>3.006659157404723</c:v>
              </c:pt>
              <c:pt idx="370">
                <c:v>3.006659157404723</c:v>
              </c:pt>
              <c:pt idx="371">
                <c:v>3.006659157404723</c:v>
              </c:pt>
              <c:pt idx="372">
                <c:v>3.006659157404723</c:v>
              </c:pt>
              <c:pt idx="373">
                <c:v>3.006659157404723</c:v>
              </c:pt>
              <c:pt idx="374">
                <c:v>3.006659157404723</c:v>
              </c:pt>
              <c:pt idx="375">
                <c:v>3.006659157404723</c:v>
              </c:pt>
              <c:pt idx="376">
                <c:v>3.006659157404723</c:v>
              </c:pt>
              <c:pt idx="377">
                <c:v>3.006659157404723</c:v>
              </c:pt>
              <c:pt idx="378">
                <c:v>3.006659157404723</c:v>
              </c:pt>
              <c:pt idx="379">
                <c:v>3.006659157404723</c:v>
              </c:pt>
              <c:pt idx="380">
                <c:v>3.006659157404723</c:v>
              </c:pt>
              <c:pt idx="381">
                <c:v>3.006659157404723</c:v>
              </c:pt>
              <c:pt idx="382">
                <c:v>3.006659157404723</c:v>
              </c:pt>
              <c:pt idx="383">
                <c:v>3.006659157404723</c:v>
              </c:pt>
              <c:pt idx="384">
                <c:v>3.006659157404723</c:v>
              </c:pt>
              <c:pt idx="385">
                <c:v>3.006659157404723</c:v>
              </c:pt>
              <c:pt idx="386">
                <c:v>3.006659157404723</c:v>
              </c:pt>
              <c:pt idx="387">
                <c:v>3.006659157404723</c:v>
              </c:pt>
              <c:pt idx="388">
                <c:v>3.006659157404723</c:v>
              </c:pt>
              <c:pt idx="389">
                <c:v>3.006659157404723</c:v>
              </c:pt>
              <c:pt idx="390">
                <c:v>3.006659157404723</c:v>
              </c:pt>
              <c:pt idx="391">
                <c:v>3.006659157404723</c:v>
              </c:pt>
              <c:pt idx="392">
                <c:v>3.006659157404723</c:v>
              </c:pt>
              <c:pt idx="393">
                <c:v>3.006659157404723</c:v>
              </c:pt>
              <c:pt idx="394">
                <c:v>3.006659157404723</c:v>
              </c:pt>
              <c:pt idx="395">
                <c:v>3.006659157404723</c:v>
              </c:pt>
              <c:pt idx="396">
                <c:v>3.006659157404723</c:v>
              </c:pt>
              <c:pt idx="397">
                <c:v>3.006659157404723</c:v>
              </c:pt>
              <c:pt idx="398">
                <c:v>3.006659157404723</c:v>
              </c:pt>
              <c:pt idx="399">
                <c:v>3.006659157404723</c:v>
              </c:pt>
              <c:pt idx="400">
                <c:v>3.006659157404723</c:v>
              </c:pt>
              <c:pt idx="401">
                <c:v>3.006659157404723</c:v>
              </c:pt>
              <c:pt idx="402">
                <c:v>3.006659157404723</c:v>
              </c:pt>
              <c:pt idx="403">
                <c:v>3.006659157404723</c:v>
              </c:pt>
              <c:pt idx="404">
                <c:v>3.006659157404723</c:v>
              </c:pt>
              <c:pt idx="405">
                <c:v>3.006659157404723</c:v>
              </c:pt>
              <c:pt idx="406">
                <c:v>3.006659157404723</c:v>
              </c:pt>
              <c:pt idx="407">
                <c:v>3.006659157404723</c:v>
              </c:pt>
              <c:pt idx="408">
                <c:v>3.006659157404723</c:v>
              </c:pt>
              <c:pt idx="409">
                <c:v>3.006659157404723</c:v>
              </c:pt>
              <c:pt idx="410">
                <c:v>3.006659157404723</c:v>
              </c:pt>
              <c:pt idx="411">
                <c:v>3.006659157404723</c:v>
              </c:pt>
              <c:pt idx="412">
                <c:v>3.006659157404723</c:v>
              </c:pt>
              <c:pt idx="413">
                <c:v>3.006659157404723</c:v>
              </c:pt>
              <c:pt idx="414">
                <c:v>3.006659157404723</c:v>
              </c:pt>
              <c:pt idx="415">
                <c:v>3.006659157404723</c:v>
              </c:pt>
              <c:pt idx="416">
                <c:v>3.006659157404723</c:v>
              </c:pt>
              <c:pt idx="417">
                <c:v>3.006659157404723</c:v>
              </c:pt>
              <c:pt idx="418">
                <c:v>3.006659157404723</c:v>
              </c:pt>
              <c:pt idx="419">
                <c:v>3.006659157404723</c:v>
              </c:pt>
              <c:pt idx="420">
                <c:v>3.006659157404723</c:v>
              </c:pt>
              <c:pt idx="421">
                <c:v>3.006659157404723</c:v>
              </c:pt>
              <c:pt idx="422">
                <c:v>3.006659157404723</c:v>
              </c:pt>
              <c:pt idx="423">
                <c:v>3.006659157404723</c:v>
              </c:pt>
              <c:pt idx="424">
                <c:v>3.006659157404723</c:v>
              </c:pt>
              <c:pt idx="425">
                <c:v>3.006659157404723</c:v>
              </c:pt>
              <c:pt idx="426">
                <c:v>3.006659157404723</c:v>
              </c:pt>
              <c:pt idx="427">
                <c:v>3.006659157404723</c:v>
              </c:pt>
              <c:pt idx="428">
                <c:v>3.006659157404723</c:v>
              </c:pt>
              <c:pt idx="429">
                <c:v>3.006659157404723</c:v>
              </c:pt>
              <c:pt idx="430">
                <c:v>3.006659157404723</c:v>
              </c:pt>
              <c:pt idx="431">
                <c:v>3.006659157404723</c:v>
              </c:pt>
              <c:pt idx="432">
                <c:v>3.006659157404723</c:v>
              </c:pt>
              <c:pt idx="433">
                <c:v>3.006659157404723</c:v>
              </c:pt>
              <c:pt idx="434">
                <c:v>3.006659157404723</c:v>
              </c:pt>
              <c:pt idx="435">
                <c:v>3.006659157404723</c:v>
              </c:pt>
              <c:pt idx="436">
                <c:v>3.006659157404723</c:v>
              </c:pt>
              <c:pt idx="437">
                <c:v>3.006659157404723</c:v>
              </c:pt>
              <c:pt idx="438">
                <c:v>3.006659157404723</c:v>
              </c:pt>
              <c:pt idx="439">
                <c:v>3.006659157404723</c:v>
              </c:pt>
              <c:pt idx="440">
                <c:v>3.006659157404723</c:v>
              </c:pt>
              <c:pt idx="441">
                <c:v>3.006659157404723</c:v>
              </c:pt>
              <c:pt idx="442">
                <c:v>3.006659157404723</c:v>
              </c:pt>
              <c:pt idx="443">
                <c:v>3.006659157404723</c:v>
              </c:pt>
              <c:pt idx="444">
                <c:v>3.006659157404723</c:v>
              </c:pt>
              <c:pt idx="445">
                <c:v>3.006659157404723</c:v>
              </c:pt>
              <c:pt idx="446">
                <c:v>3.006659157404723</c:v>
              </c:pt>
              <c:pt idx="447">
                <c:v>3.006659157404723</c:v>
              </c:pt>
            </c:numLit>
          </c:yVal>
          <c:smooth val="0"/>
        </c:ser>
        <c:ser>
          <c:idx val="12"/>
          <c:order val="12"/>
          <c:tx>
            <c:v>Implemented LCA filling</c:v>
          </c:tx>
          <c:spPr>
            <a:noFill xmlns:a="http://schemas.openxmlformats.org/drawingml/2006/main"/>
            <a:ln xmlns:a="http://schemas.openxmlformats.org/drawingml/2006/main" w="0">
              <a:noFill/>
              <a:prstDash val="solid"/>
            </a:ln>
          </c:spPr>
          <c:marker>
            <c:symbol val="circle"/>
            <c:size val="7"/>
            <c:spPr>
              <a:solidFill xmlns:a="http://schemas.openxmlformats.org/drawingml/2006/main">
                <a:srgbClr val="FFFFFF"/>
              </a:solidFill>
            </c:spPr>
          </c:marker>
          <c:xVal>
            <c:numLit>
              <c:formatCode>General</c:formatCode>
              <c:ptCount val="448"/>
              <c:pt idx="0">
                <c:v>19.649127471228862</c:v>
              </c:pt>
              <c:pt idx="1">
                <c:v>19.649127471228862</c:v>
              </c:pt>
              <c:pt idx="2">
                <c:v>19.649127471228862</c:v>
              </c:pt>
              <c:pt idx="3">
                <c:v>19.649127471228862</c:v>
              </c:pt>
              <c:pt idx="4">
                <c:v>19.649127471228862</c:v>
              </c:pt>
              <c:pt idx="5">
                <c:v>19.649127471228862</c:v>
              </c:pt>
              <c:pt idx="6">
                <c:v>19.649127471228862</c:v>
              </c:pt>
              <c:pt idx="7">
                <c:v>19.649127471228862</c:v>
              </c:pt>
              <c:pt idx="8">
                <c:v>19.649127471228862</c:v>
              </c:pt>
              <c:pt idx="9">
                <c:v>19.649127471228862</c:v>
              </c:pt>
              <c:pt idx="10">
                <c:v>19.649127471228862</c:v>
              </c:pt>
              <c:pt idx="11">
                <c:v>19.649127471228862</c:v>
              </c:pt>
              <c:pt idx="12">
                <c:v>19.649127471228862</c:v>
              </c:pt>
              <c:pt idx="13">
                <c:v>19.649127471228862</c:v>
              </c:pt>
              <c:pt idx="14">
                <c:v>19.649127471228862</c:v>
              </c:pt>
              <c:pt idx="15">
                <c:v>19.649127471228862</c:v>
              </c:pt>
              <c:pt idx="16">
                <c:v>19.649127471228862</c:v>
              </c:pt>
              <c:pt idx="17">
                <c:v>19.649127471228862</c:v>
              </c:pt>
              <c:pt idx="18">
                <c:v>19.649127471228862</c:v>
              </c:pt>
              <c:pt idx="19">
                <c:v>19.649127471228862</c:v>
              </c:pt>
              <c:pt idx="20">
                <c:v>19.649127471228862</c:v>
              </c:pt>
              <c:pt idx="21">
                <c:v>19.649127471228862</c:v>
              </c:pt>
              <c:pt idx="22">
                <c:v>19.649127471228862</c:v>
              </c:pt>
              <c:pt idx="23">
                <c:v>19.649127471228862</c:v>
              </c:pt>
              <c:pt idx="24">
                <c:v>19.649127471228862</c:v>
              </c:pt>
              <c:pt idx="25">
                <c:v>19.649127471228862</c:v>
              </c:pt>
              <c:pt idx="26">
                <c:v>19.649127471228862</c:v>
              </c:pt>
              <c:pt idx="27">
                <c:v>19.649127471228862</c:v>
              </c:pt>
              <c:pt idx="28">
                <c:v>19.649127471228862</c:v>
              </c:pt>
              <c:pt idx="29">
                <c:v>19.649127471228862</c:v>
              </c:pt>
              <c:pt idx="30">
                <c:v>19.649127471228862</c:v>
              </c:pt>
              <c:pt idx="31">
                <c:v>19.649127471228862</c:v>
              </c:pt>
              <c:pt idx="32">
                <c:v>19.649127471228862</c:v>
              </c:pt>
              <c:pt idx="33">
                <c:v>19.649127471228862</c:v>
              </c:pt>
              <c:pt idx="34">
                <c:v>19.649127471228862</c:v>
              </c:pt>
              <c:pt idx="35">
                <c:v>19.649127471228862</c:v>
              </c:pt>
              <c:pt idx="36">
                <c:v>19.649127471228862</c:v>
              </c:pt>
              <c:pt idx="37">
                <c:v>19.649127471228862</c:v>
              </c:pt>
              <c:pt idx="38">
                <c:v>19.649127471228862</c:v>
              </c:pt>
              <c:pt idx="39">
                <c:v>19.649127471228862</c:v>
              </c:pt>
              <c:pt idx="40">
                <c:v>19.649127471228862</c:v>
              </c:pt>
              <c:pt idx="41">
                <c:v>19.649127471228862</c:v>
              </c:pt>
              <c:pt idx="42">
                <c:v>19.649127471228862</c:v>
              </c:pt>
              <c:pt idx="43">
                <c:v>19.649127471228862</c:v>
              </c:pt>
              <c:pt idx="44">
                <c:v>19.649127471228862</c:v>
              </c:pt>
              <c:pt idx="45">
                <c:v>19.649127471228862</c:v>
              </c:pt>
              <c:pt idx="46">
                <c:v>19.649127471228862</c:v>
              </c:pt>
              <c:pt idx="47">
                <c:v>19.649127471228862</c:v>
              </c:pt>
              <c:pt idx="48">
                <c:v>19.649127471228862</c:v>
              </c:pt>
              <c:pt idx="49">
                <c:v>19.649127471228862</c:v>
              </c:pt>
              <c:pt idx="50">
                <c:v>19.649127471228862</c:v>
              </c:pt>
              <c:pt idx="51">
                <c:v>19.649127471228862</c:v>
              </c:pt>
              <c:pt idx="52">
                <c:v>19.649127471228862</c:v>
              </c:pt>
              <c:pt idx="53">
                <c:v>19.649127471228862</c:v>
              </c:pt>
              <c:pt idx="54">
                <c:v>19.649127471228862</c:v>
              </c:pt>
              <c:pt idx="55">
                <c:v>19.649127471228862</c:v>
              </c:pt>
              <c:pt idx="56">
                <c:v>19.649127471228862</c:v>
              </c:pt>
              <c:pt idx="57">
                <c:v>19.649127471228862</c:v>
              </c:pt>
              <c:pt idx="58">
                <c:v>19.649127471228862</c:v>
              </c:pt>
              <c:pt idx="59">
                <c:v>19.649127471228862</c:v>
              </c:pt>
              <c:pt idx="60">
                <c:v>19.649127471228862</c:v>
              </c:pt>
              <c:pt idx="61">
                <c:v>19.649127471228862</c:v>
              </c:pt>
              <c:pt idx="62">
                <c:v>19.649127471228862</c:v>
              </c:pt>
              <c:pt idx="63">
                <c:v>19.649127471228862</c:v>
              </c:pt>
              <c:pt idx="64">
                <c:v>19.649127471228862</c:v>
              </c:pt>
              <c:pt idx="65">
                <c:v>19.649127471228862</c:v>
              </c:pt>
              <c:pt idx="66">
                <c:v>19.649127471228862</c:v>
              </c:pt>
              <c:pt idx="67">
                <c:v>19.649127471228862</c:v>
              </c:pt>
              <c:pt idx="68">
                <c:v>19.649127471228862</c:v>
              </c:pt>
              <c:pt idx="69">
                <c:v>19.649127471228862</c:v>
              </c:pt>
              <c:pt idx="70">
                <c:v>19.649127471228862</c:v>
              </c:pt>
              <c:pt idx="71">
                <c:v>19.649127471228862</c:v>
              </c:pt>
              <c:pt idx="72">
                <c:v>19.649127471228862</c:v>
              </c:pt>
              <c:pt idx="73">
                <c:v>19.649127471228862</c:v>
              </c:pt>
              <c:pt idx="74">
                <c:v>19.649127471228862</c:v>
              </c:pt>
              <c:pt idx="75">
                <c:v>19.649127471228862</c:v>
              </c:pt>
              <c:pt idx="76">
                <c:v>19.649127471228862</c:v>
              </c:pt>
              <c:pt idx="77">
                <c:v>19.649127471228862</c:v>
              </c:pt>
              <c:pt idx="78">
                <c:v>19.649127471228862</c:v>
              </c:pt>
              <c:pt idx="79">
                <c:v>19.649127471228862</c:v>
              </c:pt>
              <c:pt idx="80">
                <c:v>19.649127471228862</c:v>
              </c:pt>
              <c:pt idx="81">
                <c:v>19.649127471228862</c:v>
              </c:pt>
              <c:pt idx="82">
                <c:v>19.649127471228862</c:v>
              </c:pt>
              <c:pt idx="83">
                <c:v>19.649127471228862</c:v>
              </c:pt>
              <c:pt idx="84">
                <c:v>19.649127471228862</c:v>
              </c:pt>
              <c:pt idx="85">
                <c:v>19.649127471228862</c:v>
              </c:pt>
              <c:pt idx="86">
                <c:v>19.649127471228862</c:v>
              </c:pt>
              <c:pt idx="87">
                <c:v>19.649127471228862</c:v>
              </c:pt>
              <c:pt idx="88">
                <c:v>19.649127471228862</c:v>
              </c:pt>
              <c:pt idx="89">
                <c:v>19.649127471228862</c:v>
              </c:pt>
              <c:pt idx="90">
                <c:v>19.649127471228862</c:v>
              </c:pt>
              <c:pt idx="91">
                <c:v>19.649127471228862</c:v>
              </c:pt>
              <c:pt idx="92">
                <c:v>19.649127471228862</c:v>
              </c:pt>
              <c:pt idx="93">
                <c:v>19.649127471228862</c:v>
              </c:pt>
              <c:pt idx="94">
                <c:v>19.649127471228862</c:v>
              </c:pt>
              <c:pt idx="95">
                <c:v>19.649127471228862</c:v>
              </c:pt>
              <c:pt idx="96">
                <c:v>19.649127471228862</c:v>
              </c:pt>
              <c:pt idx="97">
                <c:v>19.649127471228862</c:v>
              </c:pt>
              <c:pt idx="98">
                <c:v>19.649127471228862</c:v>
              </c:pt>
              <c:pt idx="99">
                <c:v>19.649127471228862</c:v>
              </c:pt>
              <c:pt idx="100">
                <c:v>19.649127471228862</c:v>
              </c:pt>
              <c:pt idx="101">
                <c:v>19.649127471228862</c:v>
              </c:pt>
              <c:pt idx="102">
                <c:v>19.649127471228862</c:v>
              </c:pt>
              <c:pt idx="103">
                <c:v>19.649127471228862</c:v>
              </c:pt>
              <c:pt idx="104">
                <c:v>19.649127471228862</c:v>
              </c:pt>
              <c:pt idx="105">
                <c:v>19.649127471228862</c:v>
              </c:pt>
              <c:pt idx="106">
                <c:v>19.649127471228862</c:v>
              </c:pt>
              <c:pt idx="107">
                <c:v>19.649127471228862</c:v>
              </c:pt>
              <c:pt idx="108">
                <c:v>19.649127471228862</c:v>
              </c:pt>
              <c:pt idx="109">
                <c:v>19.649127471228862</c:v>
              </c:pt>
              <c:pt idx="110">
                <c:v>19.649127471228862</c:v>
              </c:pt>
              <c:pt idx="111">
                <c:v>19.649127471228862</c:v>
              </c:pt>
              <c:pt idx="112">
                <c:v>19.649127471228862</c:v>
              </c:pt>
              <c:pt idx="113">
                <c:v>19.649127471228862</c:v>
              </c:pt>
              <c:pt idx="114">
                <c:v>19.649127471228862</c:v>
              </c:pt>
              <c:pt idx="115">
                <c:v>19.649127471228862</c:v>
              </c:pt>
              <c:pt idx="116">
                <c:v>19.649127471228862</c:v>
              </c:pt>
              <c:pt idx="117">
                <c:v>19.649127471228862</c:v>
              </c:pt>
              <c:pt idx="118">
                <c:v>19.649127471228862</c:v>
              </c:pt>
              <c:pt idx="119">
                <c:v>19.649127471228862</c:v>
              </c:pt>
              <c:pt idx="120">
                <c:v>19.649127471228862</c:v>
              </c:pt>
              <c:pt idx="121">
                <c:v>19.649127471228862</c:v>
              </c:pt>
              <c:pt idx="122">
                <c:v>19.649127471228862</c:v>
              </c:pt>
              <c:pt idx="123">
                <c:v>19.649127471228862</c:v>
              </c:pt>
              <c:pt idx="124">
                <c:v>19.649127471228862</c:v>
              </c:pt>
              <c:pt idx="125">
                <c:v>19.649127471228862</c:v>
              </c:pt>
              <c:pt idx="126">
                <c:v>19.649127471228862</c:v>
              </c:pt>
              <c:pt idx="127">
                <c:v>19.649127471228862</c:v>
              </c:pt>
              <c:pt idx="128">
                <c:v>19.649127471228862</c:v>
              </c:pt>
              <c:pt idx="129">
                <c:v>19.649127471228862</c:v>
              </c:pt>
              <c:pt idx="130">
                <c:v>19.649127471228862</c:v>
              </c:pt>
              <c:pt idx="131">
                <c:v>19.649127471228862</c:v>
              </c:pt>
              <c:pt idx="132">
                <c:v>19.649127471228862</c:v>
              </c:pt>
              <c:pt idx="133">
                <c:v>19.649127471228862</c:v>
              </c:pt>
              <c:pt idx="134">
                <c:v>19.649127471228862</c:v>
              </c:pt>
              <c:pt idx="135">
                <c:v>19.649127471228862</c:v>
              </c:pt>
              <c:pt idx="136">
                <c:v>19.649127471228862</c:v>
              </c:pt>
              <c:pt idx="137">
                <c:v>19.649127471228862</c:v>
              </c:pt>
              <c:pt idx="138">
                <c:v>19.649127471228862</c:v>
              </c:pt>
              <c:pt idx="139">
                <c:v>19.649127471228862</c:v>
              </c:pt>
              <c:pt idx="140">
                <c:v>19.649127471228862</c:v>
              </c:pt>
              <c:pt idx="141">
                <c:v>19.649127471228862</c:v>
              </c:pt>
              <c:pt idx="142">
                <c:v>19.649127471228862</c:v>
              </c:pt>
              <c:pt idx="143">
                <c:v>19.649127471228862</c:v>
              </c:pt>
              <c:pt idx="144">
                <c:v>19.649127471228862</c:v>
              </c:pt>
              <c:pt idx="145">
                <c:v>19.649127471228862</c:v>
              </c:pt>
              <c:pt idx="146">
                <c:v>19.649127471228862</c:v>
              </c:pt>
              <c:pt idx="147">
                <c:v>19.649127471228862</c:v>
              </c:pt>
              <c:pt idx="148">
                <c:v>19.649127471228862</c:v>
              </c:pt>
              <c:pt idx="149">
                <c:v>19.649127471228862</c:v>
              </c:pt>
              <c:pt idx="150">
                <c:v>19.649127471228862</c:v>
              </c:pt>
              <c:pt idx="151">
                <c:v>19.649127471228862</c:v>
              </c:pt>
              <c:pt idx="152">
                <c:v>19.649127471228862</c:v>
              </c:pt>
              <c:pt idx="153">
                <c:v>19.649127471228862</c:v>
              </c:pt>
              <c:pt idx="154">
                <c:v>19.649127471228862</c:v>
              </c:pt>
              <c:pt idx="155">
                <c:v>19.649127471228862</c:v>
              </c:pt>
              <c:pt idx="156">
                <c:v>19.649127471228862</c:v>
              </c:pt>
              <c:pt idx="157">
                <c:v>19.649127471228862</c:v>
              </c:pt>
              <c:pt idx="158">
                <c:v>19.649127471228862</c:v>
              </c:pt>
              <c:pt idx="159">
                <c:v>19.649127471228862</c:v>
              </c:pt>
              <c:pt idx="160">
                <c:v>19.649127471228862</c:v>
              </c:pt>
              <c:pt idx="161">
                <c:v>19.649127471228862</c:v>
              </c:pt>
              <c:pt idx="162">
                <c:v>19.649127471228862</c:v>
              </c:pt>
              <c:pt idx="163">
                <c:v>19.649127471228862</c:v>
              </c:pt>
              <c:pt idx="164">
                <c:v>19.649127471228862</c:v>
              </c:pt>
              <c:pt idx="165">
                <c:v>19.649127471228862</c:v>
              </c:pt>
              <c:pt idx="166">
                <c:v>19.649127471228862</c:v>
              </c:pt>
              <c:pt idx="167">
                <c:v>19.649127471228862</c:v>
              </c:pt>
              <c:pt idx="168">
                <c:v>19.649127471228862</c:v>
              </c:pt>
              <c:pt idx="169">
                <c:v>19.649127471228862</c:v>
              </c:pt>
              <c:pt idx="170">
                <c:v>19.649127471228862</c:v>
              </c:pt>
              <c:pt idx="171">
                <c:v>19.649127471228862</c:v>
              </c:pt>
              <c:pt idx="172">
                <c:v>19.649127471228862</c:v>
              </c:pt>
              <c:pt idx="173">
                <c:v>19.649127471228862</c:v>
              </c:pt>
              <c:pt idx="174">
                <c:v>19.649127471228862</c:v>
              </c:pt>
              <c:pt idx="175">
                <c:v>19.649127471228862</c:v>
              </c:pt>
              <c:pt idx="176">
                <c:v>19.649127471228862</c:v>
              </c:pt>
              <c:pt idx="177">
                <c:v>19.649127471228862</c:v>
              </c:pt>
              <c:pt idx="178">
                <c:v>19.649127471228862</c:v>
              </c:pt>
              <c:pt idx="179">
                <c:v>19.649127471228862</c:v>
              </c:pt>
              <c:pt idx="180">
                <c:v>19.649127471228862</c:v>
              </c:pt>
              <c:pt idx="181">
                <c:v>19.649127471228862</c:v>
              </c:pt>
              <c:pt idx="182">
                <c:v>19.649127471228862</c:v>
              </c:pt>
              <c:pt idx="183">
                <c:v>19.649127471228862</c:v>
              </c:pt>
              <c:pt idx="184">
                <c:v>19.649127471228862</c:v>
              </c:pt>
              <c:pt idx="185">
                <c:v>19.649127471228862</c:v>
              </c:pt>
              <c:pt idx="186">
                <c:v>19.649127471228862</c:v>
              </c:pt>
              <c:pt idx="187">
                <c:v>19.649127471228862</c:v>
              </c:pt>
              <c:pt idx="188">
                <c:v>19.649127471228862</c:v>
              </c:pt>
              <c:pt idx="189">
                <c:v>19.649127471228862</c:v>
              </c:pt>
              <c:pt idx="190">
                <c:v>19.649127471228862</c:v>
              </c:pt>
              <c:pt idx="191">
                <c:v>19.649127471228862</c:v>
              </c:pt>
              <c:pt idx="192">
                <c:v>19.649127471228862</c:v>
              </c:pt>
              <c:pt idx="193">
                <c:v>19.649127471228862</c:v>
              </c:pt>
              <c:pt idx="194">
                <c:v>19.649127471228862</c:v>
              </c:pt>
              <c:pt idx="195">
                <c:v>19.649127471228862</c:v>
              </c:pt>
              <c:pt idx="196">
                <c:v>19.649127471228862</c:v>
              </c:pt>
              <c:pt idx="197">
                <c:v>19.649127471228862</c:v>
              </c:pt>
              <c:pt idx="198">
                <c:v>19.649127471228862</c:v>
              </c:pt>
              <c:pt idx="199">
                <c:v>19.649127471228862</c:v>
              </c:pt>
              <c:pt idx="200">
                <c:v>19.649127471228862</c:v>
              </c:pt>
              <c:pt idx="201">
                <c:v>19.649127471228862</c:v>
              </c:pt>
              <c:pt idx="202">
                <c:v>19.649127471228862</c:v>
              </c:pt>
              <c:pt idx="203">
                <c:v>19.649127471228862</c:v>
              </c:pt>
              <c:pt idx="204">
                <c:v>19.649127471228862</c:v>
              </c:pt>
              <c:pt idx="205">
                <c:v>19.649127471228862</c:v>
              </c:pt>
              <c:pt idx="206">
                <c:v>19.649127471228862</c:v>
              </c:pt>
              <c:pt idx="207">
                <c:v>19.649127471228862</c:v>
              </c:pt>
              <c:pt idx="208">
                <c:v>19.649127471228862</c:v>
              </c:pt>
              <c:pt idx="209">
                <c:v>19.649127471228862</c:v>
              </c:pt>
              <c:pt idx="210">
                <c:v>19.649127471228862</c:v>
              </c:pt>
              <c:pt idx="211">
                <c:v>19.649127471228862</c:v>
              </c:pt>
              <c:pt idx="212">
                <c:v>19.649127471228862</c:v>
              </c:pt>
              <c:pt idx="213">
                <c:v>19.649127471228862</c:v>
              </c:pt>
              <c:pt idx="214">
                <c:v>19.649127471228862</c:v>
              </c:pt>
              <c:pt idx="215">
                <c:v>19.649127471228862</c:v>
              </c:pt>
              <c:pt idx="216">
                <c:v>19.649127471228862</c:v>
              </c:pt>
              <c:pt idx="217">
                <c:v>19.649127471228862</c:v>
              </c:pt>
              <c:pt idx="218">
                <c:v>19.649127471228862</c:v>
              </c:pt>
              <c:pt idx="219">
                <c:v>19.649127471228862</c:v>
              </c:pt>
              <c:pt idx="220">
                <c:v>19.649127471228862</c:v>
              </c:pt>
              <c:pt idx="221">
                <c:v>19.649127471228862</c:v>
              </c:pt>
              <c:pt idx="222">
                <c:v>19.649127471228862</c:v>
              </c:pt>
              <c:pt idx="223">
                <c:v>19.649127471228862</c:v>
              </c:pt>
              <c:pt idx="224">
                <c:v>19.649127471228862</c:v>
              </c:pt>
              <c:pt idx="225">
                <c:v>19.649127471228862</c:v>
              </c:pt>
              <c:pt idx="226">
                <c:v>19.649127471228862</c:v>
              </c:pt>
              <c:pt idx="227">
                <c:v>19.649127471228862</c:v>
              </c:pt>
              <c:pt idx="228">
                <c:v>19.649127471228862</c:v>
              </c:pt>
              <c:pt idx="229">
                <c:v>19.649127471228862</c:v>
              </c:pt>
              <c:pt idx="230">
                <c:v>19.649127471228862</c:v>
              </c:pt>
              <c:pt idx="231">
                <c:v>19.649127471228862</c:v>
              </c:pt>
              <c:pt idx="232">
                <c:v>19.649127471228862</c:v>
              </c:pt>
              <c:pt idx="233">
                <c:v>19.649127471228862</c:v>
              </c:pt>
              <c:pt idx="234">
                <c:v>19.649127471228862</c:v>
              </c:pt>
              <c:pt idx="235">
                <c:v>19.649127471228862</c:v>
              </c:pt>
              <c:pt idx="236">
                <c:v>19.649127471228862</c:v>
              </c:pt>
              <c:pt idx="237">
                <c:v>19.649127471228862</c:v>
              </c:pt>
              <c:pt idx="238">
                <c:v>19.649127471228862</c:v>
              </c:pt>
              <c:pt idx="239">
                <c:v>19.649127471228862</c:v>
              </c:pt>
              <c:pt idx="240">
                <c:v>19.649127471228862</c:v>
              </c:pt>
              <c:pt idx="241">
                <c:v>19.649127471228862</c:v>
              </c:pt>
              <c:pt idx="242">
                <c:v>19.649127471228862</c:v>
              </c:pt>
              <c:pt idx="243">
                <c:v>19.649127471228862</c:v>
              </c:pt>
              <c:pt idx="244">
                <c:v>19.649127471228862</c:v>
              </c:pt>
              <c:pt idx="245">
                <c:v>19.649127471228862</c:v>
              </c:pt>
              <c:pt idx="246">
                <c:v>19.649127471228862</c:v>
              </c:pt>
              <c:pt idx="247">
                <c:v>19.649127471228862</c:v>
              </c:pt>
              <c:pt idx="248">
                <c:v>19.649127471228862</c:v>
              </c:pt>
              <c:pt idx="249">
                <c:v>19.649127471228862</c:v>
              </c:pt>
              <c:pt idx="250">
                <c:v>19.649127471228862</c:v>
              </c:pt>
              <c:pt idx="251">
                <c:v>19.649127471228862</c:v>
              </c:pt>
              <c:pt idx="252">
                <c:v>19.649127471228862</c:v>
              </c:pt>
              <c:pt idx="253">
                <c:v>19.649127471228862</c:v>
              </c:pt>
              <c:pt idx="254">
                <c:v>19.649127471228862</c:v>
              </c:pt>
              <c:pt idx="255">
                <c:v>19.649127471228862</c:v>
              </c:pt>
              <c:pt idx="256">
                <c:v>19.649127471228862</c:v>
              </c:pt>
              <c:pt idx="257">
                <c:v>19.649127471228862</c:v>
              </c:pt>
              <c:pt idx="258">
                <c:v>19.649127471228862</c:v>
              </c:pt>
              <c:pt idx="259">
                <c:v>19.649127471228862</c:v>
              </c:pt>
              <c:pt idx="260">
                <c:v>19.649127471228862</c:v>
              </c:pt>
              <c:pt idx="261">
                <c:v>19.649127471228862</c:v>
              </c:pt>
              <c:pt idx="262">
                <c:v>19.649127471228862</c:v>
              </c:pt>
              <c:pt idx="263">
                <c:v>19.649127471228862</c:v>
              </c:pt>
              <c:pt idx="264">
                <c:v>19.649127471228862</c:v>
              </c:pt>
              <c:pt idx="265">
                <c:v>19.649127471228862</c:v>
              </c:pt>
              <c:pt idx="266">
                <c:v>19.649127471228862</c:v>
              </c:pt>
              <c:pt idx="267">
                <c:v>19.649127471228862</c:v>
              </c:pt>
              <c:pt idx="268">
                <c:v>19.649127471228862</c:v>
              </c:pt>
              <c:pt idx="269">
                <c:v>19.649127471228862</c:v>
              </c:pt>
              <c:pt idx="270">
                <c:v>19.649127471228862</c:v>
              </c:pt>
              <c:pt idx="271">
                <c:v>19.649127471228862</c:v>
              </c:pt>
              <c:pt idx="272">
                <c:v>19.649127471228862</c:v>
              </c:pt>
              <c:pt idx="273">
                <c:v>19.649127471228862</c:v>
              </c:pt>
              <c:pt idx="274">
                <c:v>19.649127471228862</c:v>
              </c:pt>
              <c:pt idx="275">
                <c:v>19.649127471228862</c:v>
              </c:pt>
              <c:pt idx="276">
                <c:v>19.649127471228862</c:v>
              </c:pt>
              <c:pt idx="277">
                <c:v>19.649127471228862</c:v>
              </c:pt>
              <c:pt idx="278">
                <c:v>19.649127471228862</c:v>
              </c:pt>
              <c:pt idx="279">
                <c:v>19.649127471228862</c:v>
              </c:pt>
              <c:pt idx="280">
                <c:v>19.649127471228862</c:v>
              </c:pt>
              <c:pt idx="281">
                <c:v>19.649127471228862</c:v>
              </c:pt>
              <c:pt idx="282">
                <c:v>19.649127471228862</c:v>
              </c:pt>
              <c:pt idx="283">
                <c:v>19.649127471228862</c:v>
              </c:pt>
              <c:pt idx="284">
                <c:v>19.649127471228862</c:v>
              </c:pt>
              <c:pt idx="285">
                <c:v>19.649127471228862</c:v>
              </c:pt>
              <c:pt idx="286">
                <c:v>19.649127471228862</c:v>
              </c:pt>
              <c:pt idx="287">
                <c:v>19.649127471228862</c:v>
              </c:pt>
              <c:pt idx="288">
                <c:v>19.649127471228862</c:v>
              </c:pt>
              <c:pt idx="289">
                <c:v>19.649127471228862</c:v>
              </c:pt>
              <c:pt idx="290">
                <c:v>19.649127471228862</c:v>
              </c:pt>
              <c:pt idx="291">
                <c:v>19.649127471228862</c:v>
              </c:pt>
              <c:pt idx="292">
                <c:v>19.649127471228862</c:v>
              </c:pt>
              <c:pt idx="293">
                <c:v>19.649127471228862</c:v>
              </c:pt>
              <c:pt idx="294">
                <c:v>19.649127471228862</c:v>
              </c:pt>
              <c:pt idx="295">
                <c:v>19.649127471228862</c:v>
              </c:pt>
              <c:pt idx="296">
                <c:v>19.649127471228862</c:v>
              </c:pt>
              <c:pt idx="297">
                <c:v>19.649127471228862</c:v>
              </c:pt>
              <c:pt idx="298">
                <c:v>19.649127471228862</c:v>
              </c:pt>
              <c:pt idx="299">
                <c:v>19.649127471228862</c:v>
              </c:pt>
              <c:pt idx="300">
                <c:v>19.649127471228862</c:v>
              </c:pt>
              <c:pt idx="301">
                <c:v>19.649127471228862</c:v>
              </c:pt>
              <c:pt idx="302">
                <c:v>19.649127471228862</c:v>
              </c:pt>
              <c:pt idx="303">
                <c:v>19.649127471228862</c:v>
              </c:pt>
              <c:pt idx="304">
                <c:v>19.649127471228862</c:v>
              </c:pt>
              <c:pt idx="305">
                <c:v>19.649127471228862</c:v>
              </c:pt>
              <c:pt idx="306">
                <c:v>19.649127471228862</c:v>
              </c:pt>
              <c:pt idx="307">
                <c:v>19.649127471228862</c:v>
              </c:pt>
              <c:pt idx="308">
                <c:v>19.649127471228862</c:v>
              </c:pt>
              <c:pt idx="309">
                <c:v>19.649127471228862</c:v>
              </c:pt>
              <c:pt idx="310">
                <c:v>19.649127471228862</c:v>
              </c:pt>
              <c:pt idx="311">
                <c:v>19.649127471228862</c:v>
              </c:pt>
              <c:pt idx="312">
                <c:v>19.649127471228862</c:v>
              </c:pt>
              <c:pt idx="313">
                <c:v>19.649127471228862</c:v>
              </c:pt>
              <c:pt idx="314">
                <c:v>19.649127471228862</c:v>
              </c:pt>
              <c:pt idx="315">
                <c:v>19.649127471228862</c:v>
              </c:pt>
              <c:pt idx="316">
                <c:v>19.649127471228862</c:v>
              </c:pt>
              <c:pt idx="317">
                <c:v>19.649127471228862</c:v>
              </c:pt>
              <c:pt idx="318">
                <c:v>19.649127471228862</c:v>
              </c:pt>
              <c:pt idx="319">
                <c:v>19.649127471228862</c:v>
              </c:pt>
              <c:pt idx="320">
                <c:v>19.649127471228862</c:v>
              </c:pt>
              <c:pt idx="321">
                <c:v>19.649127471228862</c:v>
              </c:pt>
              <c:pt idx="322">
                <c:v>19.649127471228862</c:v>
              </c:pt>
              <c:pt idx="323">
                <c:v>19.649127471228862</c:v>
              </c:pt>
              <c:pt idx="324">
                <c:v>19.649127471228862</c:v>
              </c:pt>
              <c:pt idx="325">
                <c:v>19.649127471228862</c:v>
              </c:pt>
              <c:pt idx="326">
                <c:v>19.649127471228862</c:v>
              </c:pt>
              <c:pt idx="327">
                <c:v>19.649127471228862</c:v>
              </c:pt>
              <c:pt idx="328">
                <c:v>19.649127471228862</c:v>
              </c:pt>
              <c:pt idx="329">
                <c:v>19.649127471228862</c:v>
              </c:pt>
              <c:pt idx="330">
                <c:v>19.649127471228862</c:v>
              </c:pt>
              <c:pt idx="331">
                <c:v>19.649127471228862</c:v>
              </c:pt>
              <c:pt idx="332">
                <c:v>19.649127471228862</c:v>
              </c:pt>
              <c:pt idx="333">
                <c:v>19.649127471228862</c:v>
              </c:pt>
              <c:pt idx="334">
                <c:v>19.649127471228862</c:v>
              </c:pt>
              <c:pt idx="335">
                <c:v>19.649127471228862</c:v>
              </c:pt>
              <c:pt idx="336">
                <c:v>19.649127471228862</c:v>
              </c:pt>
              <c:pt idx="337">
                <c:v>19.649127471228862</c:v>
              </c:pt>
              <c:pt idx="338">
                <c:v>19.649127471228862</c:v>
              </c:pt>
              <c:pt idx="339">
                <c:v>19.649127471228862</c:v>
              </c:pt>
              <c:pt idx="340">
                <c:v>19.649127471228862</c:v>
              </c:pt>
              <c:pt idx="341">
                <c:v>19.649127471228862</c:v>
              </c:pt>
              <c:pt idx="342">
                <c:v>19.649127471228862</c:v>
              </c:pt>
              <c:pt idx="343">
                <c:v>19.649127471228862</c:v>
              </c:pt>
              <c:pt idx="344">
                <c:v>19.649127471228862</c:v>
              </c:pt>
              <c:pt idx="345">
                <c:v>19.649127471228862</c:v>
              </c:pt>
              <c:pt idx="346">
                <c:v>19.649127471228862</c:v>
              </c:pt>
              <c:pt idx="347">
                <c:v>19.649127471228862</c:v>
              </c:pt>
              <c:pt idx="348">
                <c:v>19.649127471228862</c:v>
              </c:pt>
              <c:pt idx="349">
                <c:v>19.649127471228862</c:v>
              </c:pt>
              <c:pt idx="350">
                <c:v>19.649127471228862</c:v>
              </c:pt>
              <c:pt idx="351">
                <c:v>19.649127471228862</c:v>
              </c:pt>
              <c:pt idx="352">
                <c:v>19.649127471228862</c:v>
              </c:pt>
              <c:pt idx="353">
                <c:v>19.649127471228862</c:v>
              </c:pt>
              <c:pt idx="354">
                <c:v>19.649127471228862</c:v>
              </c:pt>
              <c:pt idx="355">
                <c:v>19.649127471228862</c:v>
              </c:pt>
              <c:pt idx="356">
                <c:v>19.649127471228862</c:v>
              </c:pt>
              <c:pt idx="357">
                <c:v>19.649127471228862</c:v>
              </c:pt>
              <c:pt idx="358">
                <c:v>19.649127471228862</c:v>
              </c:pt>
              <c:pt idx="359">
                <c:v>19.649127471228862</c:v>
              </c:pt>
              <c:pt idx="360">
                <c:v>19.649127471228862</c:v>
              </c:pt>
              <c:pt idx="361">
                <c:v>19.649127471228862</c:v>
              </c:pt>
              <c:pt idx="362">
                <c:v>19.649127471228862</c:v>
              </c:pt>
              <c:pt idx="363">
                <c:v>19.649127471228862</c:v>
              </c:pt>
              <c:pt idx="364">
                <c:v>19.649127471228862</c:v>
              </c:pt>
              <c:pt idx="365">
                <c:v>19.649127471228862</c:v>
              </c:pt>
              <c:pt idx="366">
                <c:v>19.649127471228862</c:v>
              </c:pt>
              <c:pt idx="367">
                <c:v>19.649127471228862</c:v>
              </c:pt>
              <c:pt idx="368">
                <c:v>19.649127471228862</c:v>
              </c:pt>
              <c:pt idx="369">
                <c:v>19.649127471228862</c:v>
              </c:pt>
              <c:pt idx="370">
                <c:v>19.649127471228862</c:v>
              </c:pt>
              <c:pt idx="371">
                <c:v>19.649127471228862</c:v>
              </c:pt>
              <c:pt idx="372">
                <c:v>19.649127471228862</c:v>
              </c:pt>
              <c:pt idx="373">
                <c:v>19.649127471228862</c:v>
              </c:pt>
              <c:pt idx="374">
                <c:v>19.649127471228862</c:v>
              </c:pt>
              <c:pt idx="375">
                <c:v>19.649127471228862</c:v>
              </c:pt>
              <c:pt idx="376">
                <c:v>19.649127471228862</c:v>
              </c:pt>
              <c:pt idx="377">
                <c:v>19.649127471228862</c:v>
              </c:pt>
              <c:pt idx="378">
                <c:v>19.649127471228862</c:v>
              </c:pt>
              <c:pt idx="379">
                <c:v>19.649127471228862</c:v>
              </c:pt>
              <c:pt idx="380">
                <c:v>19.649127471228862</c:v>
              </c:pt>
              <c:pt idx="381">
                <c:v>19.649127471228862</c:v>
              </c:pt>
              <c:pt idx="382">
                <c:v>19.649127471228862</c:v>
              </c:pt>
              <c:pt idx="383">
                <c:v>19.649127471228862</c:v>
              </c:pt>
              <c:pt idx="384">
                <c:v>19.649127471228862</c:v>
              </c:pt>
              <c:pt idx="385">
                <c:v>19.649127471228862</c:v>
              </c:pt>
              <c:pt idx="386">
                <c:v>19.649127471228862</c:v>
              </c:pt>
              <c:pt idx="387">
                <c:v>19.649127471228862</c:v>
              </c:pt>
              <c:pt idx="388">
                <c:v>19.649127471228862</c:v>
              </c:pt>
              <c:pt idx="389">
                <c:v>19.649127471228862</c:v>
              </c:pt>
              <c:pt idx="390">
                <c:v>19.649127471228862</c:v>
              </c:pt>
              <c:pt idx="391">
                <c:v>19.649127471228862</c:v>
              </c:pt>
              <c:pt idx="392">
                <c:v>19.649127471228862</c:v>
              </c:pt>
              <c:pt idx="393">
                <c:v>19.649127471228862</c:v>
              </c:pt>
              <c:pt idx="394">
                <c:v>19.649127471228862</c:v>
              </c:pt>
              <c:pt idx="395">
                <c:v>19.649127471228862</c:v>
              </c:pt>
              <c:pt idx="396">
                <c:v>19.649127471228862</c:v>
              </c:pt>
              <c:pt idx="397">
                <c:v>19.649127471228862</c:v>
              </c:pt>
              <c:pt idx="398">
                <c:v>19.649127471228862</c:v>
              </c:pt>
              <c:pt idx="399">
                <c:v>19.649127471228862</c:v>
              </c:pt>
              <c:pt idx="400">
                <c:v>19.649127471228862</c:v>
              </c:pt>
              <c:pt idx="401">
                <c:v>19.649127471228862</c:v>
              </c:pt>
              <c:pt idx="402">
                <c:v>19.649127471228862</c:v>
              </c:pt>
              <c:pt idx="403">
                <c:v>19.649127471228862</c:v>
              </c:pt>
              <c:pt idx="404">
                <c:v>19.649127471228862</c:v>
              </c:pt>
              <c:pt idx="405">
                <c:v>19.649127471228862</c:v>
              </c:pt>
              <c:pt idx="406">
                <c:v>19.649127471228862</c:v>
              </c:pt>
              <c:pt idx="407">
                <c:v>19.649127471228862</c:v>
              </c:pt>
              <c:pt idx="408">
                <c:v>19.649127471228862</c:v>
              </c:pt>
              <c:pt idx="409">
                <c:v>19.649127471228862</c:v>
              </c:pt>
              <c:pt idx="410">
                <c:v>19.649127471228862</c:v>
              </c:pt>
              <c:pt idx="411">
                <c:v>19.649127471228862</c:v>
              </c:pt>
              <c:pt idx="412">
                <c:v>19.649127471228862</c:v>
              </c:pt>
              <c:pt idx="413">
                <c:v>19.649127471228862</c:v>
              </c:pt>
              <c:pt idx="414">
                <c:v>19.649127471228862</c:v>
              </c:pt>
              <c:pt idx="415">
                <c:v>19.649127471228862</c:v>
              </c:pt>
              <c:pt idx="416">
                <c:v>19.649127471228862</c:v>
              </c:pt>
              <c:pt idx="417">
                <c:v>19.649127471228862</c:v>
              </c:pt>
              <c:pt idx="418">
                <c:v>19.649127471228862</c:v>
              </c:pt>
              <c:pt idx="419">
                <c:v>19.649127471228862</c:v>
              </c:pt>
              <c:pt idx="420">
                <c:v>19.649127471228862</c:v>
              </c:pt>
              <c:pt idx="421">
                <c:v>19.649127471228862</c:v>
              </c:pt>
              <c:pt idx="422">
                <c:v>19.649127471228862</c:v>
              </c:pt>
              <c:pt idx="423">
                <c:v>19.649127471228862</c:v>
              </c:pt>
              <c:pt idx="424">
                <c:v>19.649127471228862</c:v>
              </c:pt>
              <c:pt idx="425">
                <c:v>19.649127471228862</c:v>
              </c:pt>
              <c:pt idx="426">
                <c:v>19.649127471228862</c:v>
              </c:pt>
              <c:pt idx="427">
                <c:v>19.649127471228862</c:v>
              </c:pt>
              <c:pt idx="428">
                <c:v>19.649127471228862</c:v>
              </c:pt>
              <c:pt idx="429">
                <c:v>19.649127471228862</c:v>
              </c:pt>
              <c:pt idx="430">
                <c:v>19.649127471228862</c:v>
              </c:pt>
              <c:pt idx="431">
                <c:v>19.649127471228862</c:v>
              </c:pt>
              <c:pt idx="432">
                <c:v>19.649127471228862</c:v>
              </c:pt>
              <c:pt idx="433">
                <c:v>19.649127471228862</c:v>
              </c:pt>
              <c:pt idx="434">
                <c:v>19.649127471228862</c:v>
              </c:pt>
              <c:pt idx="435">
                <c:v>19.649127471228862</c:v>
              </c:pt>
              <c:pt idx="436">
                <c:v>19.649127471228862</c:v>
              </c:pt>
              <c:pt idx="437">
                <c:v>19.649127471228862</c:v>
              </c:pt>
              <c:pt idx="438">
                <c:v>19.649127471228862</c:v>
              </c:pt>
              <c:pt idx="439">
                <c:v>19.649127471228862</c:v>
              </c:pt>
              <c:pt idx="440">
                <c:v>19.649127471228862</c:v>
              </c:pt>
              <c:pt idx="441">
                <c:v>19.649127471228862</c:v>
              </c:pt>
              <c:pt idx="442">
                <c:v>19.649127471228862</c:v>
              </c:pt>
              <c:pt idx="443">
                <c:v>19.649127471228862</c:v>
              </c:pt>
              <c:pt idx="444">
                <c:v>19.649127471228862</c:v>
              </c:pt>
              <c:pt idx="445">
                <c:v>19.649127471228862</c:v>
              </c:pt>
              <c:pt idx="446">
                <c:v>19.649127471228862</c:v>
              </c:pt>
              <c:pt idx="447">
                <c:v>19.649127471228862</c:v>
              </c:pt>
            </c:numLit>
          </c:xVal>
          <c:yVal>
            <c:numLit>
              <c:formatCode>0.0</c:formatCode>
              <c:ptCount val="448"/>
              <c:pt idx="0">
                <c:v>0.4463912493185715</c:v>
              </c:pt>
              <c:pt idx="1">
                <c:v>0.4463912493185715</c:v>
              </c:pt>
              <c:pt idx="2">
                <c:v>0.4463912493185715</c:v>
              </c:pt>
              <c:pt idx="3">
                <c:v>0.4463912493185715</c:v>
              </c:pt>
              <c:pt idx="4">
                <c:v>0.4463912493185715</c:v>
              </c:pt>
              <c:pt idx="5">
                <c:v>0.4463912493185715</c:v>
              </c:pt>
              <c:pt idx="6">
                <c:v>0.4463912493185715</c:v>
              </c:pt>
              <c:pt idx="7">
                <c:v>0.4463912493185715</c:v>
              </c:pt>
              <c:pt idx="8">
                <c:v>0.4463912493185715</c:v>
              </c:pt>
              <c:pt idx="9">
                <c:v>0.4463912493185715</c:v>
              </c:pt>
              <c:pt idx="10">
                <c:v>0.4463912493185715</c:v>
              </c:pt>
              <c:pt idx="11">
                <c:v>0.4463912493185715</c:v>
              </c:pt>
              <c:pt idx="12">
                <c:v>0.4463912493185715</c:v>
              </c:pt>
              <c:pt idx="13">
                <c:v>0.4463912493185715</c:v>
              </c:pt>
              <c:pt idx="14">
                <c:v>0.4463912493185715</c:v>
              </c:pt>
              <c:pt idx="15">
                <c:v>0.4463912493185715</c:v>
              </c:pt>
              <c:pt idx="16">
                <c:v>0.4463912493185715</c:v>
              </c:pt>
              <c:pt idx="17">
                <c:v>0.4463912493185715</c:v>
              </c:pt>
              <c:pt idx="18">
                <c:v>0.4463912493185715</c:v>
              </c:pt>
              <c:pt idx="19">
                <c:v>0.4463912493185715</c:v>
              </c:pt>
              <c:pt idx="20">
                <c:v>0.4463912493185715</c:v>
              </c:pt>
              <c:pt idx="21">
                <c:v>0.4463912493185715</c:v>
              </c:pt>
              <c:pt idx="22">
                <c:v>0.4463912493185715</c:v>
              </c:pt>
              <c:pt idx="23">
                <c:v>0.4463912493185715</c:v>
              </c:pt>
              <c:pt idx="24">
                <c:v>0.4463912493185715</c:v>
              </c:pt>
              <c:pt idx="25">
                <c:v>0.4463912493185715</c:v>
              </c:pt>
              <c:pt idx="26">
                <c:v>0.4463912493185715</c:v>
              </c:pt>
              <c:pt idx="27">
                <c:v>0.4463912493185715</c:v>
              </c:pt>
              <c:pt idx="28">
                <c:v>0.4463912493185715</c:v>
              </c:pt>
              <c:pt idx="29">
                <c:v>0.4463912493185715</c:v>
              </c:pt>
              <c:pt idx="30">
                <c:v>0.4463912493185715</c:v>
              </c:pt>
              <c:pt idx="31">
                <c:v>0.4463912493185715</c:v>
              </c:pt>
              <c:pt idx="32">
                <c:v>0.4463912493185715</c:v>
              </c:pt>
              <c:pt idx="33">
                <c:v>0.4463912493185715</c:v>
              </c:pt>
              <c:pt idx="34">
                <c:v>0.4463912493185715</c:v>
              </c:pt>
              <c:pt idx="35">
                <c:v>0.4463912493185715</c:v>
              </c:pt>
              <c:pt idx="36">
                <c:v>0.4463912493185715</c:v>
              </c:pt>
              <c:pt idx="37">
                <c:v>0.4463912493185715</c:v>
              </c:pt>
              <c:pt idx="38">
                <c:v>0.4463912493185715</c:v>
              </c:pt>
              <c:pt idx="39">
                <c:v>0.4463912493185715</c:v>
              </c:pt>
              <c:pt idx="40">
                <c:v>0.4463912493185715</c:v>
              </c:pt>
              <c:pt idx="41">
                <c:v>0.4463912493185715</c:v>
              </c:pt>
              <c:pt idx="42">
                <c:v>0.4463912493185715</c:v>
              </c:pt>
              <c:pt idx="43">
                <c:v>0.4463912493185715</c:v>
              </c:pt>
              <c:pt idx="44">
                <c:v>0.4463912493185715</c:v>
              </c:pt>
              <c:pt idx="45">
                <c:v>0.4463912493185715</c:v>
              </c:pt>
              <c:pt idx="46">
                <c:v>0.4463912493185715</c:v>
              </c:pt>
              <c:pt idx="47">
                <c:v>0.4463912493185715</c:v>
              </c:pt>
              <c:pt idx="48">
                <c:v>0.4463912493185715</c:v>
              </c:pt>
              <c:pt idx="49">
                <c:v>0.4463912493185715</c:v>
              </c:pt>
              <c:pt idx="50">
                <c:v>0.4463912493185715</c:v>
              </c:pt>
              <c:pt idx="51">
                <c:v>0.4463912493185715</c:v>
              </c:pt>
              <c:pt idx="52">
                <c:v>0.4463912493185715</c:v>
              </c:pt>
              <c:pt idx="53">
                <c:v>0.4463912493185715</c:v>
              </c:pt>
              <c:pt idx="54">
                <c:v>0.4463912493185715</c:v>
              </c:pt>
              <c:pt idx="55">
                <c:v>0.4463912493185715</c:v>
              </c:pt>
              <c:pt idx="56">
                <c:v>0.4463912493185715</c:v>
              </c:pt>
              <c:pt idx="57">
                <c:v>0.4463912493185715</c:v>
              </c:pt>
              <c:pt idx="58">
                <c:v>0.4463912493185715</c:v>
              </c:pt>
              <c:pt idx="59">
                <c:v>0.4463912493185715</c:v>
              </c:pt>
              <c:pt idx="60">
                <c:v>0.4463912493185715</c:v>
              </c:pt>
              <c:pt idx="61">
                <c:v>0.4463912493185715</c:v>
              </c:pt>
              <c:pt idx="62">
                <c:v>0.4463912493185715</c:v>
              </c:pt>
              <c:pt idx="63">
                <c:v>0.4463912493185715</c:v>
              </c:pt>
              <c:pt idx="64">
                <c:v>0.4463912493185715</c:v>
              </c:pt>
              <c:pt idx="65">
                <c:v>0.4463912493185715</c:v>
              </c:pt>
              <c:pt idx="66">
                <c:v>0.4463912493185715</c:v>
              </c:pt>
              <c:pt idx="67">
                <c:v>0.4463912493185715</c:v>
              </c:pt>
              <c:pt idx="68">
                <c:v>0.4463912493185715</c:v>
              </c:pt>
              <c:pt idx="69">
                <c:v>0.4463912493185715</c:v>
              </c:pt>
              <c:pt idx="70">
                <c:v>0.4463912493185715</c:v>
              </c:pt>
              <c:pt idx="71">
                <c:v>0.4463912493185715</c:v>
              </c:pt>
              <c:pt idx="72">
                <c:v>0.4463912493185715</c:v>
              </c:pt>
              <c:pt idx="73">
                <c:v>0.4463912493185715</c:v>
              </c:pt>
              <c:pt idx="74">
                <c:v>0.4463912493185715</c:v>
              </c:pt>
              <c:pt idx="75">
                <c:v>0.4463912493185715</c:v>
              </c:pt>
              <c:pt idx="76">
                <c:v>0.4463912493185715</c:v>
              </c:pt>
              <c:pt idx="77">
                <c:v>0.4463912493185715</c:v>
              </c:pt>
              <c:pt idx="78">
                <c:v>0.4463912493185715</c:v>
              </c:pt>
              <c:pt idx="79">
                <c:v>0.4463912493185715</c:v>
              </c:pt>
              <c:pt idx="80">
                <c:v>0.4463912493185715</c:v>
              </c:pt>
              <c:pt idx="81">
                <c:v>0.4463912493185715</c:v>
              </c:pt>
              <c:pt idx="82">
                <c:v>0.4463912493185715</c:v>
              </c:pt>
              <c:pt idx="83">
                <c:v>0.4463912493185715</c:v>
              </c:pt>
              <c:pt idx="84">
                <c:v>0.4463912493185715</c:v>
              </c:pt>
              <c:pt idx="85">
                <c:v>0.4463912493185715</c:v>
              </c:pt>
              <c:pt idx="86">
                <c:v>0.4463912493185715</c:v>
              </c:pt>
              <c:pt idx="87">
                <c:v>0.4463912493185715</c:v>
              </c:pt>
              <c:pt idx="88">
                <c:v>0.4463912493185715</c:v>
              </c:pt>
              <c:pt idx="89">
                <c:v>0.4463912493185715</c:v>
              </c:pt>
              <c:pt idx="90">
                <c:v>0.4463912493185715</c:v>
              </c:pt>
              <c:pt idx="91">
                <c:v>0.4463912493185715</c:v>
              </c:pt>
              <c:pt idx="92">
                <c:v>0.4463912493185715</c:v>
              </c:pt>
              <c:pt idx="93">
                <c:v>0.4463912493185715</c:v>
              </c:pt>
              <c:pt idx="94">
                <c:v>0.4463912493185715</c:v>
              </c:pt>
              <c:pt idx="95">
                <c:v>0.4463912493185715</c:v>
              </c:pt>
              <c:pt idx="96">
                <c:v>0.4463912493185715</c:v>
              </c:pt>
              <c:pt idx="97">
                <c:v>0.4463912493185715</c:v>
              </c:pt>
              <c:pt idx="98">
                <c:v>0.4463912493185715</c:v>
              </c:pt>
              <c:pt idx="99">
                <c:v>0.4463912493185715</c:v>
              </c:pt>
              <c:pt idx="100">
                <c:v>0.4463912493185715</c:v>
              </c:pt>
              <c:pt idx="101">
                <c:v>0.4463912493185715</c:v>
              </c:pt>
              <c:pt idx="102">
                <c:v>0.4463912493185715</c:v>
              </c:pt>
              <c:pt idx="103">
                <c:v>0.4463912493185715</c:v>
              </c:pt>
              <c:pt idx="104">
                <c:v>0.4463912493185715</c:v>
              </c:pt>
              <c:pt idx="105">
                <c:v>0.4463912493185715</c:v>
              </c:pt>
              <c:pt idx="106">
                <c:v>0.4463912493185715</c:v>
              </c:pt>
              <c:pt idx="107">
                <c:v>0.4463912493185715</c:v>
              </c:pt>
              <c:pt idx="108">
                <c:v>0.4463912493185715</c:v>
              </c:pt>
              <c:pt idx="109">
                <c:v>0.4463912493185715</c:v>
              </c:pt>
              <c:pt idx="110">
                <c:v>0.4463912493185715</c:v>
              </c:pt>
              <c:pt idx="111">
                <c:v>0.4463912493185715</c:v>
              </c:pt>
              <c:pt idx="112">
                <c:v>0.4463912493185715</c:v>
              </c:pt>
              <c:pt idx="113">
                <c:v>0.4463912493185715</c:v>
              </c:pt>
              <c:pt idx="114">
                <c:v>0.4463912493185715</c:v>
              </c:pt>
              <c:pt idx="115">
                <c:v>0.4463912493185715</c:v>
              </c:pt>
              <c:pt idx="116">
                <c:v>0.4463912493185715</c:v>
              </c:pt>
              <c:pt idx="117">
                <c:v>0.4463912493185715</c:v>
              </c:pt>
              <c:pt idx="118">
                <c:v>0.4463912493185715</c:v>
              </c:pt>
              <c:pt idx="119">
                <c:v>0.4463912493185715</c:v>
              </c:pt>
              <c:pt idx="120">
                <c:v>0.4463912493185715</c:v>
              </c:pt>
              <c:pt idx="121">
                <c:v>0.4463912493185715</c:v>
              </c:pt>
              <c:pt idx="122">
                <c:v>0.4463912493185715</c:v>
              </c:pt>
              <c:pt idx="123">
                <c:v>0.4463912493185715</c:v>
              </c:pt>
              <c:pt idx="124">
                <c:v>0.4463912493185715</c:v>
              </c:pt>
              <c:pt idx="125">
                <c:v>0.4463912493185715</c:v>
              </c:pt>
              <c:pt idx="126">
                <c:v>0.4463912493185715</c:v>
              </c:pt>
              <c:pt idx="127">
                <c:v>0.4463912493185715</c:v>
              </c:pt>
              <c:pt idx="128">
                <c:v>0.4463912493185715</c:v>
              </c:pt>
              <c:pt idx="129">
                <c:v>0.4463912493185715</c:v>
              </c:pt>
              <c:pt idx="130">
                <c:v>0.4463912493185715</c:v>
              </c:pt>
              <c:pt idx="131">
                <c:v>0.4463912493185715</c:v>
              </c:pt>
              <c:pt idx="132">
                <c:v>0.4463912493185715</c:v>
              </c:pt>
              <c:pt idx="133">
                <c:v>0.4463912493185715</c:v>
              </c:pt>
              <c:pt idx="134">
                <c:v>0.4463912493185715</c:v>
              </c:pt>
              <c:pt idx="135">
                <c:v>0.4463912493185715</c:v>
              </c:pt>
              <c:pt idx="136">
                <c:v>0.4463912493185715</c:v>
              </c:pt>
              <c:pt idx="137">
                <c:v>0.4463912493185715</c:v>
              </c:pt>
              <c:pt idx="138">
                <c:v>0.4463912493185715</c:v>
              </c:pt>
              <c:pt idx="139">
                <c:v>0.4463912493185715</c:v>
              </c:pt>
              <c:pt idx="140">
                <c:v>0.4463912493185715</c:v>
              </c:pt>
              <c:pt idx="141">
                <c:v>0.4463912493185715</c:v>
              </c:pt>
              <c:pt idx="142">
                <c:v>0.4463912493185715</c:v>
              </c:pt>
              <c:pt idx="143">
                <c:v>0.4463912493185715</c:v>
              </c:pt>
              <c:pt idx="144">
                <c:v>0.4463912493185715</c:v>
              </c:pt>
              <c:pt idx="145">
                <c:v>0.4463912493185715</c:v>
              </c:pt>
              <c:pt idx="146">
                <c:v>0.4463912493185715</c:v>
              </c:pt>
              <c:pt idx="147">
                <c:v>0.4463912493185715</c:v>
              </c:pt>
              <c:pt idx="148">
                <c:v>0.4463912493185715</c:v>
              </c:pt>
              <c:pt idx="149">
                <c:v>0.4463912493185715</c:v>
              </c:pt>
              <c:pt idx="150">
                <c:v>0.4463912493185715</c:v>
              </c:pt>
              <c:pt idx="151">
                <c:v>0.4463912493185715</c:v>
              </c:pt>
              <c:pt idx="152">
                <c:v>0.4463912493185715</c:v>
              </c:pt>
              <c:pt idx="153">
                <c:v>0.4463912493185715</c:v>
              </c:pt>
              <c:pt idx="154">
                <c:v>0.4463912493185715</c:v>
              </c:pt>
              <c:pt idx="155">
                <c:v>0.4463912493185715</c:v>
              </c:pt>
              <c:pt idx="156">
                <c:v>0.4463912493185715</c:v>
              </c:pt>
              <c:pt idx="157">
                <c:v>0.4463912493185715</c:v>
              </c:pt>
              <c:pt idx="158">
                <c:v>0.4463912493185715</c:v>
              </c:pt>
              <c:pt idx="159">
                <c:v>0.4463912493185715</c:v>
              </c:pt>
              <c:pt idx="160">
                <c:v>0.4463912493185715</c:v>
              </c:pt>
              <c:pt idx="161">
                <c:v>0.4463912493185715</c:v>
              </c:pt>
              <c:pt idx="162">
                <c:v>0.4463912493185715</c:v>
              </c:pt>
              <c:pt idx="163">
                <c:v>0.4463912493185715</c:v>
              </c:pt>
              <c:pt idx="164">
                <c:v>0.4463912493185715</c:v>
              </c:pt>
              <c:pt idx="165">
                <c:v>0.4463912493185715</c:v>
              </c:pt>
              <c:pt idx="166">
                <c:v>0.4463912493185715</c:v>
              </c:pt>
              <c:pt idx="167">
                <c:v>0.4463912493185715</c:v>
              </c:pt>
              <c:pt idx="168">
                <c:v>0.4463912493185715</c:v>
              </c:pt>
              <c:pt idx="169">
                <c:v>0.4463912493185715</c:v>
              </c:pt>
              <c:pt idx="170">
                <c:v>0.4463912493185715</c:v>
              </c:pt>
              <c:pt idx="171">
                <c:v>0.4463912493185715</c:v>
              </c:pt>
              <c:pt idx="172">
                <c:v>0.4463912493185715</c:v>
              </c:pt>
              <c:pt idx="173">
                <c:v>0.4463912493185715</c:v>
              </c:pt>
              <c:pt idx="174">
                <c:v>0.4463912493185715</c:v>
              </c:pt>
              <c:pt idx="175">
                <c:v>0.4463912493185715</c:v>
              </c:pt>
              <c:pt idx="176">
                <c:v>0.4463912493185715</c:v>
              </c:pt>
              <c:pt idx="177">
                <c:v>0.4463912493185715</c:v>
              </c:pt>
              <c:pt idx="178">
                <c:v>0.4463912493185715</c:v>
              </c:pt>
              <c:pt idx="179">
                <c:v>0.4463912493185715</c:v>
              </c:pt>
              <c:pt idx="180">
                <c:v>0.4463912493185715</c:v>
              </c:pt>
              <c:pt idx="181">
                <c:v>0.4463912493185715</c:v>
              </c:pt>
              <c:pt idx="182">
                <c:v>0.4463912493185715</c:v>
              </c:pt>
              <c:pt idx="183">
                <c:v>0.4463912493185715</c:v>
              </c:pt>
              <c:pt idx="184">
                <c:v>0.4463912493185715</c:v>
              </c:pt>
              <c:pt idx="185">
                <c:v>0.4463912493185715</c:v>
              </c:pt>
              <c:pt idx="186">
                <c:v>0.4463912493185715</c:v>
              </c:pt>
              <c:pt idx="187">
                <c:v>0.4463912493185715</c:v>
              </c:pt>
              <c:pt idx="188">
                <c:v>0.4463912493185715</c:v>
              </c:pt>
              <c:pt idx="189">
                <c:v>0.4463912493185715</c:v>
              </c:pt>
              <c:pt idx="190">
                <c:v>0.4463912493185715</c:v>
              </c:pt>
              <c:pt idx="191">
                <c:v>0.4463912493185715</c:v>
              </c:pt>
              <c:pt idx="192">
                <c:v>0.4463912493185715</c:v>
              </c:pt>
              <c:pt idx="193">
                <c:v>0.4463912493185715</c:v>
              </c:pt>
              <c:pt idx="194">
                <c:v>0.4463912493185715</c:v>
              </c:pt>
              <c:pt idx="195">
                <c:v>0.4463912493185715</c:v>
              </c:pt>
              <c:pt idx="196">
                <c:v>0.4463912493185715</c:v>
              </c:pt>
              <c:pt idx="197">
                <c:v>0.4463912493185715</c:v>
              </c:pt>
              <c:pt idx="198">
                <c:v>0.4463912493185715</c:v>
              </c:pt>
              <c:pt idx="199">
                <c:v>0.4463912493185715</c:v>
              </c:pt>
              <c:pt idx="200">
                <c:v>0.4463912493185715</c:v>
              </c:pt>
              <c:pt idx="201">
                <c:v>0.4463912493185715</c:v>
              </c:pt>
              <c:pt idx="202">
                <c:v>0.4463912493185715</c:v>
              </c:pt>
              <c:pt idx="203">
                <c:v>0.4463912493185715</c:v>
              </c:pt>
              <c:pt idx="204">
                <c:v>0.4463912493185715</c:v>
              </c:pt>
              <c:pt idx="205">
                <c:v>0.4463912493185715</c:v>
              </c:pt>
              <c:pt idx="206">
                <c:v>0.4463912493185715</c:v>
              </c:pt>
              <c:pt idx="207">
                <c:v>0.4463912493185715</c:v>
              </c:pt>
              <c:pt idx="208">
                <c:v>0.4463912493185715</c:v>
              </c:pt>
              <c:pt idx="209">
                <c:v>0.4463912493185715</c:v>
              </c:pt>
              <c:pt idx="210">
                <c:v>0.4463912493185715</c:v>
              </c:pt>
              <c:pt idx="211">
                <c:v>0.4463912493185715</c:v>
              </c:pt>
              <c:pt idx="212">
                <c:v>0.4463912493185715</c:v>
              </c:pt>
              <c:pt idx="213">
                <c:v>0.4463912493185715</c:v>
              </c:pt>
              <c:pt idx="214">
                <c:v>0.4463912493185715</c:v>
              </c:pt>
              <c:pt idx="215">
                <c:v>0.4463912493185715</c:v>
              </c:pt>
              <c:pt idx="216">
                <c:v>0.4463912493185715</c:v>
              </c:pt>
              <c:pt idx="217">
                <c:v>0.4463912493185715</c:v>
              </c:pt>
              <c:pt idx="218">
                <c:v>0.4463912493185715</c:v>
              </c:pt>
              <c:pt idx="219">
                <c:v>0.4463912493185715</c:v>
              </c:pt>
              <c:pt idx="220">
                <c:v>0.4463912493185715</c:v>
              </c:pt>
              <c:pt idx="221">
                <c:v>0.4463912493185715</c:v>
              </c:pt>
              <c:pt idx="222">
                <c:v>0.4463912493185715</c:v>
              </c:pt>
              <c:pt idx="223">
                <c:v>0.4463912493185715</c:v>
              </c:pt>
              <c:pt idx="224">
                <c:v>0.4463912493185715</c:v>
              </c:pt>
              <c:pt idx="225">
                <c:v>0.4463912493185715</c:v>
              </c:pt>
              <c:pt idx="226">
                <c:v>0.4463912493185715</c:v>
              </c:pt>
              <c:pt idx="227">
                <c:v>0.4463912493185715</c:v>
              </c:pt>
              <c:pt idx="228">
                <c:v>0.4463912493185715</c:v>
              </c:pt>
              <c:pt idx="229">
                <c:v>0.4463912493185715</c:v>
              </c:pt>
              <c:pt idx="230">
                <c:v>0.4463912493185715</c:v>
              </c:pt>
              <c:pt idx="231">
                <c:v>0.4463912493185715</c:v>
              </c:pt>
              <c:pt idx="232">
                <c:v>0.4463912493185715</c:v>
              </c:pt>
              <c:pt idx="233">
                <c:v>0.4463912493185715</c:v>
              </c:pt>
              <c:pt idx="234">
                <c:v>0.4463912493185715</c:v>
              </c:pt>
              <c:pt idx="235">
                <c:v>0.4463912493185715</c:v>
              </c:pt>
              <c:pt idx="236">
                <c:v>0.4463912493185715</c:v>
              </c:pt>
              <c:pt idx="237">
                <c:v>0.4463912493185715</c:v>
              </c:pt>
              <c:pt idx="238">
                <c:v>0.4463912493185715</c:v>
              </c:pt>
              <c:pt idx="239">
                <c:v>0.4463912493185715</c:v>
              </c:pt>
              <c:pt idx="240">
                <c:v>0.4463912493185715</c:v>
              </c:pt>
              <c:pt idx="241">
                <c:v>0.4463912493185715</c:v>
              </c:pt>
              <c:pt idx="242">
                <c:v>0.4463912493185715</c:v>
              </c:pt>
              <c:pt idx="243">
                <c:v>0.4463912493185715</c:v>
              </c:pt>
              <c:pt idx="244">
                <c:v>0.4463912493185715</c:v>
              </c:pt>
              <c:pt idx="245">
                <c:v>0.4463912493185715</c:v>
              </c:pt>
              <c:pt idx="246">
                <c:v>0.4463912493185715</c:v>
              </c:pt>
              <c:pt idx="247">
                <c:v>0.4463912493185715</c:v>
              </c:pt>
              <c:pt idx="248">
                <c:v>0.4463912493185715</c:v>
              </c:pt>
              <c:pt idx="249">
                <c:v>0.4463912493185715</c:v>
              </c:pt>
              <c:pt idx="250">
                <c:v>0.4463912493185715</c:v>
              </c:pt>
              <c:pt idx="251">
                <c:v>0.4463912493185715</c:v>
              </c:pt>
              <c:pt idx="252">
                <c:v>0.4463912493185715</c:v>
              </c:pt>
              <c:pt idx="253">
                <c:v>0.4463912493185715</c:v>
              </c:pt>
              <c:pt idx="254">
                <c:v>0.4463912493185715</c:v>
              </c:pt>
              <c:pt idx="255">
                <c:v>0.4463912493185715</c:v>
              </c:pt>
              <c:pt idx="256">
                <c:v>0.4463912493185715</c:v>
              </c:pt>
              <c:pt idx="257">
                <c:v>0.4463912493185715</c:v>
              </c:pt>
              <c:pt idx="258">
                <c:v>0.4463912493185715</c:v>
              </c:pt>
              <c:pt idx="259">
                <c:v>0.4463912493185715</c:v>
              </c:pt>
              <c:pt idx="260">
                <c:v>0.4463912493185715</c:v>
              </c:pt>
              <c:pt idx="261">
                <c:v>0.4463912493185715</c:v>
              </c:pt>
              <c:pt idx="262">
                <c:v>0.4463912493185715</c:v>
              </c:pt>
              <c:pt idx="263">
                <c:v>0.4463912493185715</c:v>
              </c:pt>
              <c:pt idx="264">
                <c:v>0.4463912493185715</c:v>
              </c:pt>
              <c:pt idx="265">
                <c:v>0.4463912493185715</c:v>
              </c:pt>
              <c:pt idx="266">
                <c:v>0.4463912493185715</c:v>
              </c:pt>
              <c:pt idx="267">
                <c:v>0.4463912493185715</c:v>
              </c:pt>
              <c:pt idx="268">
                <c:v>0.4463912493185715</c:v>
              </c:pt>
              <c:pt idx="269">
                <c:v>0.4463912493185715</c:v>
              </c:pt>
              <c:pt idx="270">
                <c:v>0.4463912493185715</c:v>
              </c:pt>
              <c:pt idx="271">
                <c:v>0.4463912493185715</c:v>
              </c:pt>
              <c:pt idx="272">
                <c:v>0.4463912493185715</c:v>
              </c:pt>
              <c:pt idx="273">
                <c:v>0.4463912493185715</c:v>
              </c:pt>
              <c:pt idx="274">
                <c:v>0.4463912493185715</c:v>
              </c:pt>
              <c:pt idx="275">
                <c:v>0.4463912493185715</c:v>
              </c:pt>
              <c:pt idx="276">
                <c:v>0.4463912493185715</c:v>
              </c:pt>
              <c:pt idx="277">
                <c:v>0.4463912493185715</c:v>
              </c:pt>
              <c:pt idx="278">
                <c:v>0.4463912493185715</c:v>
              </c:pt>
              <c:pt idx="279">
                <c:v>0.4463912493185715</c:v>
              </c:pt>
              <c:pt idx="280">
                <c:v>0.4463912493185715</c:v>
              </c:pt>
              <c:pt idx="281">
                <c:v>0.4463912493185715</c:v>
              </c:pt>
              <c:pt idx="282">
                <c:v>0.4463912493185715</c:v>
              </c:pt>
              <c:pt idx="283">
                <c:v>0.4463912493185715</c:v>
              </c:pt>
              <c:pt idx="284">
                <c:v>0.4463912493185715</c:v>
              </c:pt>
              <c:pt idx="285">
                <c:v>0.4463912493185715</c:v>
              </c:pt>
              <c:pt idx="286">
                <c:v>0.4463912493185715</c:v>
              </c:pt>
              <c:pt idx="287">
                <c:v>0.4463912493185715</c:v>
              </c:pt>
              <c:pt idx="288">
                <c:v>0.4463912493185715</c:v>
              </c:pt>
              <c:pt idx="289">
                <c:v>0.4463912493185715</c:v>
              </c:pt>
              <c:pt idx="290">
                <c:v>0.4463912493185715</c:v>
              </c:pt>
              <c:pt idx="291">
                <c:v>0.4463912493185715</c:v>
              </c:pt>
              <c:pt idx="292">
                <c:v>0.4463912493185715</c:v>
              </c:pt>
              <c:pt idx="293">
                <c:v>0.4463912493185715</c:v>
              </c:pt>
              <c:pt idx="294">
                <c:v>0.4463912493185715</c:v>
              </c:pt>
              <c:pt idx="295">
                <c:v>0.4463912493185715</c:v>
              </c:pt>
              <c:pt idx="296">
                <c:v>0.4463912493185715</c:v>
              </c:pt>
              <c:pt idx="297">
                <c:v>0.4463912493185715</c:v>
              </c:pt>
              <c:pt idx="298">
                <c:v>0.4463912493185715</c:v>
              </c:pt>
              <c:pt idx="299">
                <c:v>0.4463912493185715</c:v>
              </c:pt>
              <c:pt idx="300">
                <c:v>0.4463912493185715</c:v>
              </c:pt>
              <c:pt idx="301">
                <c:v>0.4463912493185715</c:v>
              </c:pt>
              <c:pt idx="302">
                <c:v>0.4463912493185715</c:v>
              </c:pt>
              <c:pt idx="303">
                <c:v>0.4463912493185715</c:v>
              </c:pt>
              <c:pt idx="304">
                <c:v>0.4463912493185715</c:v>
              </c:pt>
              <c:pt idx="305">
                <c:v>0.4463912493185715</c:v>
              </c:pt>
              <c:pt idx="306">
                <c:v>0.4463912493185715</c:v>
              </c:pt>
              <c:pt idx="307">
                <c:v>0.4463912493185715</c:v>
              </c:pt>
              <c:pt idx="308">
                <c:v>0.4463912493185715</c:v>
              </c:pt>
              <c:pt idx="309">
                <c:v>0.4463912493185715</c:v>
              </c:pt>
              <c:pt idx="310">
                <c:v>0.4463912493185715</c:v>
              </c:pt>
              <c:pt idx="311">
                <c:v>0.4463912493185715</c:v>
              </c:pt>
              <c:pt idx="312">
                <c:v>0.4463912493185715</c:v>
              </c:pt>
              <c:pt idx="313">
                <c:v>0.4463912493185715</c:v>
              </c:pt>
              <c:pt idx="314">
                <c:v>0.4463912493185715</c:v>
              </c:pt>
              <c:pt idx="315">
                <c:v>0.4463912493185715</c:v>
              </c:pt>
              <c:pt idx="316">
                <c:v>0.4463912493185715</c:v>
              </c:pt>
              <c:pt idx="317">
                <c:v>0.4463912493185715</c:v>
              </c:pt>
              <c:pt idx="318">
                <c:v>0.4463912493185715</c:v>
              </c:pt>
              <c:pt idx="319">
                <c:v>0.4463912493185715</c:v>
              </c:pt>
              <c:pt idx="320">
                <c:v>0.4463912493185715</c:v>
              </c:pt>
              <c:pt idx="321">
                <c:v>0.4463912493185715</c:v>
              </c:pt>
              <c:pt idx="322">
                <c:v>0.4463912493185715</c:v>
              </c:pt>
              <c:pt idx="323">
                <c:v>0.4463912493185715</c:v>
              </c:pt>
              <c:pt idx="324">
                <c:v>0.4463912493185715</c:v>
              </c:pt>
              <c:pt idx="325">
                <c:v>0.4463912493185715</c:v>
              </c:pt>
              <c:pt idx="326">
                <c:v>0.4463912493185715</c:v>
              </c:pt>
              <c:pt idx="327">
                <c:v>0.4463912493185715</c:v>
              </c:pt>
              <c:pt idx="328">
                <c:v>0.4463912493185715</c:v>
              </c:pt>
              <c:pt idx="329">
                <c:v>0.4463912493185715</c:v>
              </c:pt>
              <c:pt idx="330">
                <c:v>0.4463912493185715</c:v>
              </c:pt>
              <c:pt idx="331">
                <c:v>0.4463912493185715</c:v>
              </c:pt>
              <c:pt idx="332">
                <c:v>0.4463912493185715</c:v>
              </c:pt>
              <c:pt idx="333">
                <c:v>0.4463912493185715</c:v>
              </c:pt>
              <c:pt idx="334">
                <c:v>0.4463912493185715</c:v>
              </c:pt>
              <c:pt idx="335">
                <c:v>0.4463912493185715</c:v>
              </c:pt>
              <c:pt idx="336">
                <c:v>0.4463912493185715</c:v>
              </c:pt>
              <c:pt idx="337">
                <c:v>0.4463912493185715</c:v>
              </c:pt>
              <c:pt idx="338">
                <c:v>0.4463912493185715</c:v>
              </c:pt>
              <c:pt idx="339">
                <c:v>0.4463912493185715</c:v>
              </c:pt>
              <c:pt idx="340">
                <c:v>0.4463912493185715</c:v>
              </c:pt>
              <c:pt idx="341">
                <c:v>0.4463912493185715</c:v>
              </c:pt>
              <c:pt idx="342">
                <c:v>0.4463912493185715</c:v>
              </c:pt>
              <c:pt idx="343">
                <c:v>0.4463912493185715</c:v>
              </c:pt>
              <c:pt idx="344">
                <c:v>0.4463912493185715</c:v>
              </c:pt>
              <c:pt idx="345">
                <c:v>0.4463912493185715</c:v>
              </c:pt>
              <c:pt idx="346">
                <c:v>0.4463912493185715</c:v>
              </c:pt>
              <c:pt idx="347">
                <c:v>0.4463912493185715</c:v>
              </c:pt>
              <c:pt idx="348">
                <c:v>0.4463912493185715</c:v>
              </c:pt>
              <c:pt idx="349">
                <c:v>0.4463912493185715</c:v>
              </c:pt>
              <c:pt idx="350">
                <c:v>0.4463912493185715</c:v>
              </c:pt>
              <c:pt idx="351">
                <c:v>0.4463912493185715</c:v>
              </c:pt>
              <c:pt idx="352">
                <c:v>0.4463912493185715</c:v>
              </c:pt>
              <c:pt idx="353">
                <c:v>0.4463912493185715</c:v>
              </c:pt>
              <c:pt idx="354">
                <c:v>0.4463912493185715</c:v>
              </c:pt>
              <c:pt idx="355">
                <c:v>0.4463912493185715</c:v>
              </c:pt>
              <c:pt idx="356">
                <c:v>0.4463912493185715</c:v>
              </c:pt>
              <c:pt idx="357">
                <c:v>0.4463912493185715</c:v>
              </c:pt>
              <c:pt idx="358">
                <c:v>0.4463912493185715</c:v>
              </c:pt>
              <c:pt idx="359">
                <c:v>0.4463912493185715</c:v>
              </c:pt>
              <c:pt idx="360">
                <c:v>0.4463912493185715</c:v>
              </c:pt>
              <c:pt idx="361">
                <c:v>0.4463912493185715</c:v>
              </c:pt>
              <c:pt idx="362">
                <c:v>0.4463912493185715</c:v>
              </c:pt>
              <c:pt idx="363">
                <c:v>0.4463912493185715</c:v>
              </c:pt>
              <c:pt idx="364">
                <c:v>0.4463912493185715</c:v>
              </c:pt>
              <c:pt idx="365">
                <c:v>0.4463912493185715</c:v>
              </c:pt>
              <c:pt idx="366">
                <c:v>0.4463912493185715</c:v>
              </c:pt>
              <c:pt idx="367">
                <c:v>0.4463912493185715</c:v>
              </c:pt>
              <c:pt idx="368">
                <c:v>0.4463912493185715</c:v>
              </c:pt>
              <c:pt idx="369">
                <c:v>0.4463912493185715</c:v>
              </c:pt>
              <c:pt idx="370">
                <c:v>0.4463912493185715</c:v>
              </c:pt>
              <c:pt idx="371">
                <c:v>0.4463912493185715</c:v>
              </c:pt>
              <c:pt idx="372">
                <c:v>0.4463912493185715</c:v>
              </c:pt>
              <c:pt idx="373">
                <c:v>0.4463912493185715</c:v>
              </c:pt>
              <c:pt idx="374">
                <c:v>0.4463912493185715</c:v>
              </c:pt>
              <c:pt idx="375">
                <c:v>0.4463912493185715</c:v>
              </c:pt>
              <c:pt idx="376">
                <c:v>0.4463912493185715</c:v>
              </c:pt>
              <c:pt idx="377">
                <c:v>0.4463912493185715</c:v>
              </c:pt>
              <c:pt idx="378">
                <c:v>0.4463912493185715</c:v>
              </c:pt>
              <c:pt idx="379">
                <c:v>0.4463912493185715</c:v>
              </c:pt>
              <c:pt idx="380">
                <c:v>0.4463912493185715</c:v>
              </c:pt>
              <c:pt idx="381">
                <c:v>0.4463912493185715</c:v>
              </c:pt>
              <c:pt idx="382">
                <c:v>0.4463912493185715</c:v>
              </c:pt>
              <c:pt idx="383">
                <c:v>0.4463912493185715</c:v>
              </c:pt>
              <c:pt idx="384">
                <c:v>0.4463912493185715</c:v>
              </c:pt>
              <c:pt idx="385">
                <c:v>0.4463912493185715</c:v>
              </c:pt>
              <c:pt idx="386">
                <c:v>0.4463912493185715</c:v>
              </c:pt>
              <c:pt idx="387">
                <c:v>0.4463912493185715</c:v>
              </c:pt>
              <c:pt idx="388">
                <c:v>0.4463912493185715</c:v>
              </c:pt>
              <c:pt idx="389">
                <c:v>0.4463912493185715</c:v>
              </c:pt>
              <c:pt idx="390">
                <c:v>0.4463912493185715</c:v>
              </c:pt>
              <c:pt idx="391">
                <c:v>0.4463912493185715</c:v>
              </c:pt>
              <c:pt idx="392">
                <c:v>0.4463912493185715</c:v>
              </c:pt>
              <c:pt idx="393">
                <c:v>0.4463912493185715</c:v>
              </c:pt>
              <c:pt idx="394">
                <c:v>0.4463912493185715</c:v>
              </c:pt>
              <c:pt idx="395">
                <c:v>0.4463912493185715</c:v>
              </c:pt>
              <c:pt idx="396">
                <c:v>0.4463912493185715</c:v>
              </c:pt>
              <c:pt idx="397">
                <c:v>0.4463912493185715</c:v>
              </c:pt>
              <c:pt idx="398">
                <c:v>0.4463912493185715</c:v>
              </c:pt>
              <c:pt idx="399">
                <c:v>0.4463912493185715</c:v>
              </c:pt>
              <c:pt idx="400">
                <c:v>0.4463912493185715</c:v>
              </c:pt>
              <c:pt idx="401">
                <c:v>0.4463912493185715</c:v>
              </c:pt>
              <c:pt idx="402">
                <c:v>0.4463912493185715</c:v>
              </c:pt>
              <c:pt idx="403">
                <c:v>0.4463912493185715</c:v>
              </c:pt>
              <c:pt idx="404">
                <c:v>0.4463912493185715</c:v>
              </c:pt>
              <c:pt idx="405">
                <c:v>0.4463912493185715</c:v>
              </c:pt>
              <c:pt idx="406">
                <c:v>0.4463912493185715</c:v>
              </c:pt>
              <c:pt idx="407">
                <c:v>0.4463912493185715</c:v>
              </c:pt>
              <c:pt idx="408">
                <c:v>0.4463912493185715</c:v>
              </c:pt>
              <c:pt idx="409">
                <c:v>0.4463912493185715</c:v>
              </c:pt>
              <c:pt idx="410">
                <c:v>0.4463912493185715</c:v>
              </c:pt>
              <c:pt idx="411">
                <c:v>0.4463912493185715</c:v>
              </c:pt>
              <c:pt idx="412">
                <c:v>0.4463912493185715</c:v>
              </c:pt>
              <c:pt idx="413">
                <c:v>0.4463912493185715</c:v>
              </c:pt>
              <c:pt idx="414">
                <c:v>0.4463912493185715</c:v>
              </c:pt>
              <c:pt idx="415">
                <c:v>0.4463912493185715</c:v>
              </c:pt>
              <c:pt idx="416">
                <c:v>0.4463912493185715</c:v>
              </c:pt>
              <c:pt idx="417">
                <c:v>0.4463912493185715</c:v>
              </c:pt>
              <c:pt idx="418">
                <c:v>0.4463912493185715</c:v>
              </c:pt>
              <c:pt idx="419">
                <c:v>0.4463912493185715</c:v>
              </c:pt>
              <c:pt idx="420">
                <c:v>0.4463912493185715</c:v>
              </c:pt>
              <c:pt idx="421">
                <c:v>0.4463912493185715</c:v>
              </c:pt>
              <c:pt idx="422">
                <c:v>0.4463912493185715</c:v>
              </c:pt>
              <c:pt idx="423">
                <c:v>0.4463912493185715</c:v>
              </c:pt>
              <c:pt idx="424">
                <c:v>0.4463912493185715</c:v>
              </c:pt>
              <c:pt idx="425">
                <c:v>0.4463912493185715</c:v>
              </c:pt>
              <c:pt idx="426">
                <c:v>0.4463912493185715</c:v>
              </c:pt>
              <c:pt idx="427">
                <c:v>0.4463912493185715</c:v>
              </c:pt>
              <c:pt idx="428">
                <c:v>0.4463912493185715</c:v>
              </c:pt>
              <c:pt idx="429">
                <c:v>0.4463912493185715</c:v>
              </c:pt>
              <c:pt idx="430">
                <c:v>0.4463912493185715</c:v>
              </c:pt>
              <c:pt idx="431">
                <c:v>0.4463912493185715</c:v>
              </c:pt>
              <c:pt idx="432">
                <c:v>0.4463912493185715</c:v>
              </c:pt>
              <c:pt idx="433">
                <c:v>0.4463912493185715</c:v>
              </c:pt>
              <c:pt idx="434">
                <c:v>0.4463912493185715</c:v>
              </c:pt>
              <c:pt idx="435">
                <c:v>0.4463912493185715</c:v>
              </c:pt>
              <c:pt idx="436">
                <c:v>0.4463912493185715</c:v>
              </c:pt>
              <c:pt idx="437">
                <c:v>0.4463912493185715</c:v>
              </c:pt>
              <c:pt idx="438">
                <c:v>0.4463912493185715</c:v>
              </c:pt>
              <c:pt idx="439">
                <c:v>0.4463912493185715</c:v>
              </c:pt>
              <c:pt idx="440">
                <c:v>0.4463912493185715</c:v>
              </c:pt>
              <c:pt idx="441">
                <c:v>0.4463912493185715</c:v>
              </c:pt>
              <c:pt idx="442">
                <c:v>0.4463912493185715</c:v>
              </c:pt>
              <c:pt idx="443">
                <c:v>0.4463912493185715</c:v>
              </c:pt>
              <c:pt idx="444">
                <c:v>0.4463912493185715</c:v>
              </c:pt>
              <c:pt idx="445">
                <c:v>0.4463912493185715</c:v>
              </c:pt>
              <c:pt idx="446">
                <c:v>0.4463912493185715</c:v>
              </c:pt>
              <c:pt idx="447">
                <c:v>0.4463912493185715</c:v>
              </c:pt>
            </c:numLit>
          </c:yVal>
          <c:smooth val="0"/>
        </c:ser>
        <c:ser>
          <c:idx val="13"/>
          <c:order val="13"/>
          <c:tx>
            <c:v>Implemented LCA filling</c:v>
          </c:tx>
          <c:spPr>
            <a:noFill xmlns:a="http://schemas.openxmlformats.org/drawingml/2006/main"/>
            <a:ln xmlns:a="http://schemas.openxmlformats.org/drawingml/2006/main" w="0">
              <a:noFill/>
              <a:prstDash val="solid"/>
            </a:ln>
          </c:spPr>
          <c:marker>
            <c:symbol val="circle"/>
            <c:size val="7"/>
            <c:spPr>
              <a:solidFill xmlns:a="http://schemas.openxmlformats.org/drawingml/2006/main">
                <a:srgbClr val="FFFFFF"/>
              </a:solidFill>
            </c:spPr>
          </c:marker>
          <c:xVal>
            <c:numLit>
              <c:formatCode>General</c:formatCode>
              <c:ptCount val="448"/>
              <c:pt idx="0">
                <c:v>52.915805318924114</c:v>
              </c:pt>
              <c:pt idx="1">
                <c:v>52.915805318924114</c:v>
              </c:pt>
              <c:pt idx="2">
                <c:v>52.915805318924114</c:v>
              </c:pt>
              <c:pt idx="3">
                <c:v>52.915805318924114</c:v>
              </c:pt>
              <c:pt idx="4">
                <c:v>52.915805318924114</c:v>
              </c:pt>
              <c:pt idx="5">
                <c:v>52.915805318924114</c:v>
              </c:pt>
              <c:pt idx="6">
                <c:v>52.915805318924114</c:v>
              </c:pt>
              <c:pt idx="7">
                <c:v>52.915805318924114</c:v>
              </c:pt>
              <c:pt idx="8">
                <c:v>52.915805318924114</c:v>
              </c:pt>
              <c:pt idx="9">
                <c:v>52.915805318924114</c:v>
              </c:pt>
              <c:pt idx="10">
                <c:v>52.915805318924114</c:v>
              </c:pt>
              <c:pt idx="11">
                <c:v>52.915805318924114</c:v>
              </c:pt>
              <c:pt idx="12">
                <c:v>52.915805318924114</c:v>
              </c:pt>
              <c:pt idx="13">
                <c:v>52.915805318924114</c:v>
              </c:pt>
              <c:pt idx="14">
                <c:v>52.915805318924114</c:v>
              </c:pt>
              <c:pt idx="15">
                <c:v>52.915805318924114</c:v>
              </c:pt>
              <c:pt idx="16">
                <c:v>52.915805318924114</c:v>
              </c:pt>
              <c:pt idx="17">
                <c:v>52.915805318924114</c:v>
              </c:pt>
              <c:pt idx="18">
                <c:v>52.915805318924114</c:v>
              </c:pt>
              <c:pt idx="19">
                <c:v>52.915805318924114</c:v>
              </c:pt>
              <c:pt idx="20">
                <c:v>52.915805318924114</c:v>
              </c:pt>
              <c:pt idx="21">
                <c:v>52.915805318924114</c:v>
              </c:pt>
              <c:pt idx="22">
                <c:v>52.915805318924114</c:v>
              </c:pt>
              <c:pt idx="23">
                <c:v>52.915805318924114</c:v>
              </c:pt>
              <c:pt idx="24">
                <c:v>52.915805318924114</c:v>
              </c:pt>
              <c:pt idx="25">
                <c:v>52.915805318924114</c:v>
              </c:pt>
              <c:pt idx="26">
                <c:v>52.915805318924114</c:v>
              </c:pt>
              <c:pt idx="27">
                <c:v>52.915805318924114</c:v>
              </c:pt>
              <c:pt idx="28">
                <c:v>52.915805318924114</c:v>
              </c:pt>
              <c:pt idx="29">
                <c:v>52.915805318924114</c:v>
              </c:pt>
              <c:pt idx="30">
                <c:v>52.915805318924114</c:v>
              </c:pt>
              <c:pt idx="31">
                <c:v>52.915805318924114</c:v>
              </c:pt>
              <c:pt idx="32">
                <c:v>52.915805318924114</c:v>
              </c:pt>
              <c:pt idx="33">
                <c:v>52.915805318924114</c:v>
              </c:pt>
              <c:pt idx="34">
                <c:v>52.915805318924114</c:v>
              </c:pt>
              <c:pt idx="35">
                <c:v>52.915805318924114</c:v>
              </c:pt>
              <c:pt idx="36">
                <c:v>52.915805318924114</c:v>
              </c:pt>
              <c:pt idx="37">
                <c:v>52.915805318924114</c:v>
              </c:pt>
              <c:pt idx="38">
                <c:v>52.915805318924114</c:v>
              </c:pt>
              <c:pt idx="39">
                <c:v>52.915805318924114</c:v>
              </c:pt>
              <c:pt idx="40">
                <c:v>52.915805318924114</c:v>
              </c:pt>
              <c:pt idx="41">
                <c:v>52.915805318924114</c:v>
              </c:pt>
              <c:pt idx="42">
                <c:v>52.915805318924114</c:v>
              </c:pt>
              <c:pt idx="43">
                <c:v>52.915805318924114</c:v>
              </c:pt>
              <c:pt idx="44">
                <c:v>52.915805318924114</c:v>
              </c:pt>
              <c:pt idx="45">
                <c:v>52.915805318924114</c:v>
              </c:pt>
              <c:pt idx="46">
                <c:v>52.915805318924114</c:v>
              </c:pt>
              <c:pt idx="47">
                <c:v>52.915805318924114</c:v>
              </c:pt>
              <c:pt idx="48">
                <c:v>52.915805318924114</c:v>
              </c:pt>
              <c:pt idx="49">
                <c:v>52.915805318924114</c:v>
              </c:pt>
              <c:pt idx="50">
                <c:v>52.915805318924114</c:v>
              </c:pt>
              <c:pt idx="51">
                <c:v>52.915805318924114</c:v>
              </c:pt>
              <c:pt idx="52">
                <c:v>52.915805318924114</c:v>
              </c:pt>
              <c:pt idx="53">
                <c:v>52.915805318924114</c:v>
              </c:pt>
              <c:pt idx="54">
                <c:v>52.915805318924114</c:v>
              </c:pt>
              <c:pt idx="55">
                <c:v>52.915805318924114</c:v>
              </c:pt>
              <c:pt idx="56">
                <c:v>52.915805318924114</c:v>
              </c:pt>
              <c:pt idx="57">
                <c:v>52.915805318924114</c:v>
              </c:pt>
              <c:pt idx="58">
                <c:v>52.915805318924114</c:v>
              </c:pt>
              <c:pt idx="59">
                <c:v>52.915805318924114</c:v>
              </c:pt>
              <c:pt idx="60">
                <c:v>52.915805318924114</c:v>
              </c:pt>
              <c:pt idx="61">
                <c:v>52.915805318924114</c:v>
              </c:pt>
              <c:pt idx="62">
                <c:v>52.915805318924114</c:v>
              </c:pt>
              <c:pt idx="63">
                <c:v>52.915805318924114</c:v>
              </c:pt>
              <c:pt idx="64">
                <c:v>52.915805318924114</c:v>
              </c:pt>
              <c:pt idx="65">
                <c:v>52.915805318924114</c:v>
              </c:pt>
              <c:pt idx="66">
                <c:v>52.915805318924114</c:v>
              </c:pt>
              <c:pt idx="67">
                <c:v>52.915805318924114</c:v>
              </c:pt>
              <c:pt idx="68">
                <c:v>52.915805318924114</c:v>
              </c:pt>
              <c:pt idx="69">
                <c:v>52.915805318924114</c:v>
              </c:pt>
              <c:pt idx="70">
                <c:v>52.915805318924114</c:v>
              </c:pt>
              <c:pt idx="71">
                <c:v>52.915805318924114</c:v>
              </c:pt>
              <c:pt idx="72">
                <c:v>52.915805318924114</c:v>
              </c:pt>
              <c:pt idx="73">
                <c:v>52.915805318924114</c:v>
              </c:pt>
              <c:pt idx="74">
                <c:v>52.915805318924114</c:v>
              </c:pt>
              <c:pt idx="75">
                <c:v>52.915805318924114</c:v>
              </c:pt>
              <c:pt idx="76">
                <c:v>52.915805318924114</c:v>
              </c:pt>
              <c:pt idx="77">
                <c:v>52.915805318924114</c:v>
              </c:pt>
              <c:pt idx="78">
                <c:v>52.915805318924114</c:v>
              </c:pt>
              <c:pt idx="79">
                <c:v>52.915805318924114</c:v>
              </c:pt>
              <c:pt idx="80">
                <c:v>52.915805318924114</c:v>
              </c:pt>
              <c:pt idx="81">
                <c:v>52.915805318924114</c:v>
              </c:pt>
              <c:pt idx="82">
                <c:v>52.915805318924114</c:v>
              </c:pt>
              <c:pt idx="83">
                <c:v>52.915805318924114</c:v>
              </c:pt>
              <c:pt idx="84">
                <c:v>52.915805318924114</c:v>
              </c:pt>
              <c:pt idx="85">
                <c:v>52.915805318924114</c:v>
              </c:pt>
              <c:pt idx="86">
                <c:v>52.915805318924114</c:v>
              </c:pt>
              <c:pt idx="87">
                <c:v>52.915805318924114</c:v>
              </c:pt>
              <c:pt idx="88">
                <c:v>52.915805318924114</c:v>
              </c:pt>
              <c:pt idx="89">
                <c:v>52.915805318924114</c:v>
              </c:pt>
              <c:pt idx="90">
                <c:v>52.915805318924114</c:v>
              </c:pt>
              <c:pt idx="91">
                <c:v>52.915805318924114</c:v>
              </c:pt>
              <c:pt idx="92">
                <c:v>52.915805318924114</c:v>
              </c:pt>
              <c:pt idx="93">
                <c:v>52.915805318924114</c:v>
              </c:pt>
              <c:pt idx="94">
                <c:v>52.915805318924114</c:v>
              </c:pt>
              <c:pt idx="95">
                <c:v>52.915805318924114</c:v>
              </c:pt>
              <c:pt idx="96">
                <c:v>52.915805318924114</c:v>
              </c:pt>
              <c:pt idx="97">
                <c:v>52.915805318924114</c:v>
              </c:pt>
              <c:pt idx="98">
                <c:v>52.915805318924114</c:v>
              </c:pt>
              <c:pt idx="99">
                <c:v>52.915805318924114</c:v>
              </c:pt>
              <c:pt idx="100">
                <c:v>52.915805318924114</c:v>
              </c:pt>
              <c:pt idx="101">
                <c:v>52.915805318924114</c:v>
              </c:pt>
              <c:pt idx="102">
                <c:v>52.915805318924114</c:v>
              </c:pt>
              <c:pt idx="103">
                <c:v>52.915805318924114</c:v>
              </c:pt>
              <c:pt idx="104">
                <c:v>52.915805318924114</c:v>
              </c:pt>
              <c:pt idx="105">
                <c:v>52.915805318924114</c:v>
              </c:pt>
              <c:pt idx="106">
                <c:v>52.915805318924114</c:v>
              </c:pt>
              <c:pt idx="107">
                <c:v>52.915805318924114</c:v>
              </c:pt>
              <c:pt idx="108">
                <c:v>52.915805318924114</c:v>
              </c:pt>
              <c:pt idx="109">
                <c:v>52.915805318924114</c:v>
              </c:pt>
              <c:pt idx="110">
                <c:v>52.915805318924114</c:v>
              </c:pt>
              <c:pt idx="111">
                <c:v>52.915805318924114</c:v>
              </c:pt>
              <c:pt idx="112">
                <c:v>52.915805318924114</c:v>
              </c:pt>
              <c:pt idx="113">
                <c:v>52.915805318924114</c:v>
              </c:pt>
              <c:pt idx="114">
                <c:v>52.915805318924114</c:v>
              </c:pt>
              <c:pt idx="115">
                <c:v>52.915805318924114</c:v>
              </c:pt>
              <c:pt idx="116">
                <c:v>52.915805318924114</c:v>
              </c:pt>
              <c:pt idx="117">
                <c:v>52.915805318924114</c:v>
              </c:pt>
              <c:pt idx="118">
                <c:v>52.915805318924114</c:v>
              </c:pt>
              <c:pt idx="119">
                <c:v>52.915805318924114</c:v>
              </c:pt>
              <c:pt idx="120">
                <c:v>52.915805318924114</c:v>
              </c:pt>
              <c:pt idx="121">
                <c:v>52.915805318924114</c:v>
              </c:pt>
              <c:pt idx="122">
                <c:v>52.915805318924114</c:v>
              </c:pt>
              <c:pt idx="123">
                <c:v>52.915805318924114</c:v>
              </c:pt>
              <c:pt idx="124">
                <c:v>52.915805318924114</c:v>
              </c:pt>
              <c:pt idx="125">
                <c:v>52.915805318924114</c:v>
              </c:pt>
              <c:pt idx="126">
                <c:v>52.915805318924114</c:v>
              </c:pt>
              <c:pt idx="127">
                <c:v>52.915805318924114</c:v>
              </c:pt>
              <c:pt idx="128">
                <c:v>52.915805318924114</c:v>
              </c:pt>
              <c:pt idx="129">
                <c:v>52.915805318924114</c:v>
              </c:pt>
              <c:pt idx="130">
                <c:v>52.915805318924114</c:v>
              </c:pt>
              <c:pt idx="131">
                <c:v>52.915805318924114</c:v>
              </c:pt>
              <c:pt idx="132">
                <c:v>52.915805318924114</c:v>
              </c:pt>
              <c:pt idx="133">
                <c:v>52.915805318924114</c:v>
              </c:pt>
              <c:pt idx="134">
                <c:v>52.915805318924114</c:v>
              </c:pt>
              <c:pt idx="135">
                <c:v>52.915805318924114</c:v>
              </c:pt>
              <c:pt idx="136">
                <c:v>52.915805318924114</c:v>
              </c:pt>
              <c:pt idx="137">
                <c:v>52.915805318924114</c:v>
              </c:pt>
              <c:pt idx="138">
                <c:v>52.915805318924114</c:v>
              </c:pt>
              <c:pt idx="139">
                <c:v>52.915805318924114</c:v>
              </c:pt>
              <c:pt idx="140">
                <c:v>52.915805318924114</c:v>
              </c:pt>
              <c:pt idx="141">
                <c:v>52.915805318924114</c:v>
              </c:pt>
              <c:pt idx="142">
                <c:v>52.915805318924114</c:v>
              </c:pt>
              <c:pt idx="143">
                <c:v>52.915805318924114</c:v>
              </c:pt>
              <c:pt idx="144">
                <c:v>52.915805318924114</c:v>
              </c:pt>
              <c:pt idx="145">
                <c:v>52.915805318924114</c:v>
              </c:pt>
              <c:pt idx="146">
                <c:v>52.915805318924114</c:v>
              </c:pt>
              <c:pt idx="147">
                <c:v>52.915805318924114</c:v>
              </c:pt>
              <c:pt idx="148">
                <c:v>52.915805318924114</c:v>
              </c:pt>
              <c:pt idx="149">
                <c:v>52.915805318924114</c:v>
              </c:pt>
              <c:pt idx="150">
                <c:v>52.915805318924114</c:v>
              </c:pt>
              <c:pt idx="151">
                <c:v>52.915805318924114</c:v>
              </c:pt>
              <c:pt idx="152">
                <c:v>52.915805318924114</c:v>
              </c:pt>
              <c:pt idx="153">
                <c:v>52.915805318924114</c:v>
              </c:pt>
              <c:pt idx="154">
                <c:v>52.915805318924114</c:v>
              </c:pt>
              <c:pt idx="155">
                <c:v>52.915805318924114</c:v>
              </c:pt>
              <c:pt idx="156">
                <c:v>52.915805318924114</c:v>
              </c:pt>
              <c:pt idx="157">
                <c:v>52.915805318924114</c:v>
              </c:pt>
              <c:pt idx="158">
                <c:v>52.915805318924114</c:v>
              </c:pt>
              <c:pt idx="159">
                <c:v>52.915805318924114</c:v>
              </c:pt>
              <c:pt idx="160">
                <c:v>52.915805318924114</c:v>
              </c:pt>
              <c:pt idx="161">
                <c:v>52.915805318924114</c:v>
              </c:pt>
              <c:pt idx="162">
                <c:v>52.915805318924114</c:v>
              </c:pt>
              <c:pt idx="163">
                <c:v>52.915805318924114</c:v>
              </c:pt>
              <c:pt idx="164">
                <c:v>52.915805318924114</c:v>
              </c:pt>
              <c:pt idx="165">
                <c:v>52.915805318924114</c:v>
              </c:pt>
              <c:pt idx="166">
                <c:v>52.915805318924114</c:v>
              </c:pt>
              <c:pt idx="167">
                <c:v>52.915805318924114</c:v>
              </c:pt>
              <c:pt idx="168">
                <c:v>52.915805318924114</c:v>
              </c:pt>
              <c:pt idx="169">
                <c:v>52.915805318924114</c:v>
              </c:pt>
              <c:pt idx="170">
                <c:v>52.915805318924114</c:v>
              </c:pt>
              <c:pt idx="171">
                <c:v>52.915805318924114</c:v>
              </c:pt>
              <c:pt idx="172">
                <c:v>52.915805318924114</c:v>
              </c:pt>
              <c:pt idx="173">
                <c:v>52.915805318924114</c:v>
              </c:pt>
              <c:pt idx="174">
                <c:v>52.915805318924114</c:v>
              </c:pt>
              <c:pt idx="175">
                <c:v>52.915805318924114</c:v>
              </c:pt>
              <c:pt idx="176">
                <c:v>52.915805318924114</c:v>
              </c:pt>
              <c:pt idx="177">
                <c:v>52.915805318924114</c:v>
              </c:pt>
              <c:pt idx="178">
                <c:v>52.915805318924114</c:v>
              </c:pt>
              <c:pt idx="179">
                <c:v>52.915805318924114</c:v>
              </c:pt>
              <c:pt idx="180">
                <c:v>52.915805318924114</c:v>
              </c:pt>
              <c:pt idx="181">
                <c:v>52.915805318924114</c:v>
              </c:pt>
              <c:pt idx="182">
                <c:v>52.915805318924114</c:v>
              </c:pt>
              <c:pt idx="183">
                <c:v>52.915805318924114</c:v>
              </c:pt>
              <c:pt idx="184">
                <c:v>52.915805318924114</c:v>
              </c:pt>
              <c:pt idx="185">
                <c:v>52.915805318924114</c:v>
              </c:pt>
              <c:pt idx="186">
                <c:v>52.915805318924114</c:v>
              </c:pt>
              <c:pt idx="187">
                <c:v>52.915805318924114</c:v>
              </c:pt>
              <c:pt idx="188">
                <c:v>52.915805318924114</c:v>
              </c:pt>
              <c:pt idx="189">
                <c:v>52.915805318924114</c:v>
              </c:pt>
              <c:pt idx="190">
                <c:v>52.915805318924114</c:v>
              </c:pt>
              <c:pt idx="191">
                <c:v>52.915805318924114</c:v>
              </c:pt>
              <c:pt idx="192">
                <c:v>52.915805318924114</c:v>
              </c:pt>
              <c:pt idx="193">
                <c:v>52.915805318924114</c:v>
              </c:pt>
              <c:pt idx="194">
                <c:v>52.915805318924114</c:v>
              </c:pt>
              <c:pt idx="195">
                <c:v>52.915805318924114</c:v>
              </c:pt>
              <c:pt idx="196">
                <c:v>52.915805318924114</c:v>
              </c:pt>
              <c:pt idx="197">
                <c:v>52.915805318924114</c:v>
              </c:pt>
              <c:pt idx="198">
                <c:v>52.915805318924114</c:v>
              </c:pt>
              <c:pt idx="199">
                <c:v>52.915805318924114</c:v>
              </c:pt>
              <c:pt idx="200">
                <c:v>52.915805318924114</c:v>
              </c:pt>
              <c:pt idx="201">
                <c:v>52.915805318924114</c:v>
              </c:pt>
              <c:pt idx="202">
                <c:v>52.915805318924114</c:v>
              </c:pt>
              <c:pt idx="203">
                <c:v>52.915805318924114</c:v>
              </c:pt>
              <c:pt idx="204">
                <c:v>52.915805318924114</c:v>
              </c:pt>
              <c:pt idx="205">
                <c:v>52.915805318924114</c:v>
              </c:pt>
              <c:pt idx="206">
                <c:v>52.915805318924114</c:v>
              </c:pt>
              <c:pt idx="207">
                <c:v>52.915805318924114</c:v>
              </c:pt>
              <c:pt idx="208">
                <c:v>52.915805318924114</c:v>
              </c:pt>
              <c:pt idx="209">
                <c:v>52.915805318924114</c:v>
              </c:pt>
              <c:pt idx="210">
                <c:v>52.915805318924114</c:v>
              </c:pt>
              <c:pt idx="211">
                <c:v>52.915805318924114</c:v>
              </c:pt>
              <c:pt idx="212">
                <c:v>52.915805318924114</c:v>
              </c:pt>
              <c:pt idx="213">
                <c:v>52.915805318924114</c:v>
              </c:pt>
              <c:pt idx="214">
                <c:v>52.915805318924114</c:v>
              </c:pt>
              <c:pt idx="215">
                <c:v>52.915805318924114</c:v>
              </c:pt>
              <c:pt idx="216">
                <c:v>52.915805318924114</c:v>
              </c:pt>
              <c:pt idx="217">
                <c:v>52.915805318924114</c:v>
              </c:pt>
              <c:pt idx="218">
                <c:v>52.915805318924114</c:v>
              </c:pt>
              <c:pt idx="219">
                <c:v>52.915805318924114</c:v>
              </c:pt>
              <c:pt idx="220">
                <c:v>52.915805318924114</c:v>
              </c:pt>
              <c:pt idx="221">
                <c:v>52.915805318924114</c:v>
              </c:pt>
              <c:pt idx="222">
                <c:v>52.915805318924114</c:v>
              </c:pt>
              <c:pt idx="223">
                <c:v>52.915805318924114</c:v>
              </c:pt>
              <c:pt idx="224">
                <c:v>52.915805318924114</c:v>
              </c:pt>
              <c:pt idx="225">
                <c:v>52.915805318924114</c:v>
              </c:pt>
              <c:pt idx="226">
                <c:v>52.915805318924114</c:v>
              </c:pt>
              <c:pt idx="227">
                <c:v>52.915805318924114</c:v>
              </c:pt>
              <c:pt idx="228">
                <c:v>52.915805318924114</c:v>
              </c:pt>
              <c:pt idx="229">
                <c:v>52.915805318924114</c:v>
              </c:pt>
              <c:pt idx="230">
                <c:v>52.915805318924114</c:v>
              </c:pt>
              <c:pt idx="231">
                <c:v>52.915805318924114</c:v>
              </c:pt>
              <c:pt idx="232">
                <c:v>52.915805318924114</c:v>
              </c:pt>
              <c:pt idx="233">
                <c:v>52.915805318924114</c:v>
              </c:pt>
              <c:pt idx="234">
                <c:v>52.915805318924114</c:v>
              </c:pt>
              <c:pt idx="235">
                <c:v>52.915805318924114</c:v>
              </c:pt>
              <c:pt idx="236">
                <c:v>52.915805318924114</c:v>
              </c:pt>
              <c:pt idx="237">
                <c:v>52.915805318924114</c:v>
              </c:pt>
              <c:pt idx="238">
                <c:v>52.915805318924114</c:v>
              </c:pt>
              <c:pt idx="239">
                <c:v>52.915805318924114</c:v>
              </c:pt>
              <c:pt idx="240">
                <c:v>52.915805318924114</c:v>
              </c:pt>
              <c:pt idx="241">
                <c:v>52.915805318924114</c:v>
              </c:pt>
              <c:pt idx="242">
                <c:v>52.915805318924114</c:v>
              </c:pt>
              <c:pt idx="243">
                <c:v>52.915805318924114</c:v>
              </c:pt>
              <c:pt idx="244">
                <c:v>52.915805318924114</c:v>
              </c:pt>
              <c:pt idx="245">
                <c:v>52.915805318924114</c:v>
              </c:pt>
              <c:pt idx="246">
                <c:v>52.915805318924114</c:v>
              </c:pt>
              <c:pt idx="247">
                <c:v>52.915805318924114</c:v>
              </c:pt>
              <c:pt idx="248">
                <c:v>52.915805318924114</c:v>
              </c:pt>
              <c:pt idx="249">
                <c:v>52.915805318924114</c:v>
              </c:pt>
              <c:pt idx="250">
                <c:v>52.915805318924114</c:v>
              </c:pt>
              <c:pt idx="251">
                <c:v>52.915805318924114</c:v>
              </c:pt>
              <c:pt idx="252">
                <c:v>52.915805318924114</c:v>
              </c:pt>
              <c:pt idx="253">
                <c:v>52.915805318924114</c:v>
              </c:pt>
              <c:pt idx="254">
                <c:v>52.915805318924114</c:v>
              </c:pt>
              <c:pt idx="255">
                <c:v>52.915805318924114</c:v>
              </c:pt>
              <c:pt idx="256">
                <c:v>52.915805318924114</c:v>
              </c:pt>
              <c:pt idx="257">
                <c:v>52.915805318924114</c:v>
              </c:pt>
              <c:pt idx="258">
                <c:v>52.915805318924114</c:v>
              </c:pt>
              <c:pt idx="259">
                <c:v>52.915805318924114</c:v>
              </c:pt>
              <c:pt idx="260">
                <c:v>52.915805318924114</c:v>
              </c:pt>
              <c:pt idx="261">
                <c:v>52.915805318924114</c:v>
              </c:pt>
              <c:pt idx="262">
                <c:v>52.915805318924114</c:v>
              </c:pt>
              <c:pt idx="263">
                <c:v>52.915805318924114</c:v>
              </c:pt>
              <c:pt idx="264">
                <c:v>52.915805318924114</c:v>
              </c:pt>
              <c:pt idx="265">
                <c:v>52.915805318924114</c:v>
              </c:pt>
              <c:pt idx="266">
                <c:v>52.915805318924114</c:v>
              </c:pt>
              <c:pt idx="267">
                <c:v>52.915805318924114</c:v>
              </c:pt>
              <c:pt idx="268">
                <c:v>52.915805318924114</c:v>
              </c:pt>
              <c:pt idx="269">
                <c:v>52.915805318924114</c:v>
              </c:pt>
              <c:pt idx="270">
                <c:v>52.915805318924114</c:v>
              </c:pt>
              <c:pt idx="271">
                <c:v>52.915805318924114</c:v>
              </c:pt>
              <c:pt idx="272">
                <c:v>52.915805318924114</c:v>
              </c:pt>
              <c:pt idx="273">
                <c:v>52.915805318924114</c:v>
              </c:pt>
              <c:pt idx="274">
                <c:v>52.915805318924114</c:v>
              </c:pt>
              <c:pt idx="275">
                <c:v>52.915805318924114</c:v>
              </c:pt>
              <c:pt idx="276">
                <c:v>52.915805318924114</c:v>
              </c:pt>
              <c:pt idx="277">
                <c:v>52.915805318924114</c:v>
              </c:pt>
              <c:pt idx="278">
                <c:v>52.915805318924114</c:v>
              </c:pt>
              <c:pt idx="279">
                <c:v>52.915805318924114</c:v>
              </c:pt>
              <c:pt idx="280">
                <c:v>52.915805318924114</c:v>
              </c:pt>
              <c:pt idx="281">
                <c:v>52.915805318924114</c:v>
              </c:pt>
              <c:pt idx="282">
                <c:v>52.915805318924114</c:v>
              </c:pt>
              <c:pt idx="283">
                <c:v>52.915805318924114</c:v>
              </c:pt>
              <c:pt idx="284">
                <c:v>52.915805318924114</c:v>
              </c:pt>
              <c:pt idx="285">
                <c:v>52.915805318924114</c:v>
              </c:pt>
              <c:pt idx="286">
                <c:v>52.915805318924114</c:v>
              </c:pt>
              <c:pt idx="287">
                <c:v>52.915805318924114</c:v>
              </c:pt>
              <c:pt idx="288">
                <c:v>52.915805318924114</c:v>
              </c:pt>
              <c:pt idx="289">
                <c:v>52.915805318924114</c:v>
              </c:pt>
              <c:pt idx="290">
                <c:v>52.915805318924114</c:v>
              </c:pt>
              <c:pt idx="291">
                <c:v>52.915805318924114</c:v>
              </c:pt>
              <c:pt idx="292">
                <c:v>52.915805318924114</c:v>
              </c:pt>
              <c:pt idx="293">
                <c:v>52.915805318924114</c:v>
              </c:pt>
              <c:pt idx="294">
                <c:v>52.915805318924114</c:v>
              </c:pt>
              <c:pt idx="295">
                <c:v>52.915805318924114</c:v>
              </c:pt>
              <c:pt idx="296">
                <c:v>52.915805318924114</c:v>
              </c:pt>
              <c:pt idx="297">
                <c:v>52.915805318924114</c:v>
              </c:pt>
              <c:pt idx="298">
                <c:v>52.915805318924114</c:v>
              </c:pt>
              <c:pt idx="299">
                <c:v>52.915805318924114</c:v>
              </c:pt>
              <c:pt idx="300">
                <c:v>52.915805318924114</c:v>
              </c:pt>
              <c:pt idx="301">
                <c:v>52.915805318924114</c:v>
              </c:pt>
              <c:pt idx="302">
                <c:v>52.915805318924114</c:v>
              </c:pt>
              <c:pt idx="303">
                <c:v>52.915805318924114</c:v>
              </c:pt>
              <c:pt idx="304">
                <c:v>52.915805318924114</c:v>
              </c:pt>
              <c:pt idx="305">
                <c:v>52.915805318924114</c:v>
              </c:pt>
              <c:pt idx="306">
                <c:v>52.915805318924114</c:v>
              </c:pt>
              <c:pt idx="307">
                <c:v>52.915805318924114</c:v>
              </c:pt>
              <c:pt idx="308">
                <c:v>52.915805318924114</c:v>
              </c:pt>
              <c:pt idx="309">
                <c:v>52.915805318924114</c:v>
              </c:pt>
              <c:pt idx="310">
                <c:v>52.915805318924114</c:v>
              </c:pt>
              <c:pt idx="311">
                <c:v>52.915805318924114</c:v>
              </c:pt>
              <c:pt idx="312">
                <c:v>52.915805318924114</c:v>
              </c:pt>
              <c:pt idx="313">
                <c:v>52.915805318924114</c:v>
              </c:pt>
              <c:pt idx="314">
                <c:v>52.915805318924114</c:v>
              </c:pt>
              <c:pt idx="315">
                <c:v>52.915805318924114</c:v>
              </c:pt>
              <c:pt idx="316">
                <c:v>52.915805318924114</c:v>
              </c:pt>
              <c:pt idx="317">
                <c:v>52.915805318924114</c:v>
              </c:pt>
              <c:pt idx="318">
                <c:v>52.915805318924114</c:v>
              </c:pt>
              <c:pt idx="319">
                <c:v>52.915805318924114</c:v>
              </c:pt>
              <c:pt idx="320">
                <c:v>52.915805318924114</c:v>
              </c:pt>
              <c:pt idx="321">
                <c:v>52.915805318924114</c:v>
              </c:pt>
              <c:pt idx="322">
                <c:v>52.915805318924114</c:v>
              </c:pt>
              <c:pt idx="323">
                <c:v>52.915805318924114</c:v>
              </c:pt>
              <c:pt idx="324">
                <c:v>52.915805318924114</c:v>
              </c:pt>
              <c:pt idx="325">
                <c:v>52.915805318924114</c:v>
              </c:pt>
              <c:pt idx="326">
                <c:v>52.915805318924114</c:v>
              </c:pt>
              <c:pt idx="327">
                <c:v>52.915805318924114</c:v>
              </c:pt>
              <c:pt idx="328">
                <c:v>52.915805318924114</c:v>
              </c:pt>
              <c:pt idx="329">
                <c:v>52.915805318924114</c:v>
              </c:pt>
              <c:pt idx="330">
                <c:v>52.915805318924114</c:v>
              </c:pt>
              <c:pt idx="331">
                <c:v>52.915805318924114</c:v>
              </c:pt>
              <c:pt idx="332">
                <c:v>52.915805318924114</c:v>
              </c:pt>
              <c:pt idx="333">
                <c:v>52.915805318924114</c:v>
              </c:pt>
              <c:pt idx="334">
                <c:v>52.915805318924114</c:v>
              </c:pt>
              <c:pt idx="335">
                <c:v>52.915805318924114</c:v>
              </c:pt>
              <c:pt idx="336">
                <c:v>52.915805318924114</c:v>
              </c:pt>
              <c:pt idx="337">
                <c:v>52.915805318924114</c:v>
              </c:pt>
              <c:pt idx="338">
                <c:v>52.915805318924114</c:v>
              </c:pt>
              <c:pt idx="339">
                <c:v>52.915805318924114</c:v>
              </c:pt>
              <c:pt idx="340">
                <c:v>52.915805318924114</c:v>
              </c:pt>
              <c:pt idx="341">
                <c:v>52.915805318924114</c:v>
              </c:pt>
              <c:pt idx="342">
                <c:v>52.915805318924114</c:v>
              </c:pt>
              <c:pt idx="343">
                <c:v>52.915805318924114</c:v>
              </c:pt>
              <c:pt idx="344">
                <c:v>52.915805318924114</c:v>
              </c:pt>
              <c:pt idx="345">
                <c:v>52.915805318924114</c:v>
              </c:pt>
              <c:pt idx="346">
                <c:v>52.915805318924114</c:v>
              </c:pt>
              <c:pt idx="347">
                <c:v>52.915805318924114</c:v>
              </c:pt>
              <c:pt idx="348">
                <c:v>52.915805318924114</c:v>
              </c:pt>
              <c:pt idx="349">
                <c:v>52.915805318924114</c:v>
              </c:pt>
              <c:pt idx="350">
                <c:v>52.915805318924114</c:v>
              </c:pt>
              <c:pt idx="351">
                <c:v>52.915805318924114</c:v>
              </c:pt>
              <c:pt idx="352">
                <c:v>52.915805318924114</c:v>
              </c:pt>
              <c:pt idx="353">
                <c:v>52.915805318924114</c:v>
              </c:pt>
              <c:pt idx="354">
                <c:v>52.915805318924114</c:v>
              </c:pt>
              <c:pt idx="355">
                <c:v>52.915805318924114</c:v>
              </c:pt>
              <c:pt idx="356">
                <c:v>52.915805318924114</c:v>
              </c:pt>
              <c:pt idx="357">
                <c:v>52.915805318924114</c:v>
              </c:pt>
              <c:pt idx="358">
                <c:v>52.915805318924114</c:v>
              </c:pt>
              <c:pt idx="359">
                <c:v>52.915805318924114</c:v>
              </c:pt>
              <c:pt idx="360">
                <c:v>52.915805318924114</c:v>
              </c:pt>
              <c:pt idx="361">
                <c:v>52.915805318924114</c:v>
              </c:pt>
              <c:pt idx="362">
                <c:v>52.915805318924114</c:v>
              </c:pt>
              <c:pt idx="363">
                <c:v>52.915805318924114</c:v>
              </c:pt>
              <c:pt idx="364">
                <c:v>52.915805318924114</c:v>
              </c:pt>
              <c:pt idx="365">
                <c:v>52.915805318924114</c:v>
              </c:pt>
              <c:pt idx="366">
                <c:v>52.915805318924114</c:v>
              </c:pt>
              <c:pt idx="367">
                <c:v>52.915805318924114</c:v>
              </c:pt>
              <c:pt idx="368">
                <c:v>52.915805318924114</c:v>
              </c:pt>
              <c:pt idx="369">
                <c:v>52.915805318924114</c:v>
              </c:pt>
              <c:pt idx="370">
                <c:v>52.915805318924114</c:v>
              </c:pt>
              <c:pt idx="371">
                <c:v>52.915805318924114</c:v>
              </c:pt>
              <c:pt idx="372">
                <c:v>52.915805318924114</c:v>
              </c:pt>
              <c:pt idx="373">
                <c:v>52.915805318924114</c:v>
              </c:pt>
              <c:pt idx="374">
                <c:v>52.915805318924114</c:v>
              </c:pt>
              <c:pt idx="375">
                <c:v>52.915805318924114</c:v>
              </c:pt>
              <c:pt idx="376">
                <c:v>52.915805318924114</c:v>
              </c:pt>
              <c:pt idx="377">
                <c:v>52.915805318924114</c:v>
              </c:pt>
              <c:pt idx="378">
                <c:v>52.915805318924114</c:v>
              </c:pt>
              <c:pt idx="379">
                <c:v>52.915805318924114</c:v>
              </c:pt>
              <c:pt idx="380">
                <c:v>52.915805318924114</c:v>
              </c:pt>
              <c:pt idx="381">
                <c:v>52.915805318924114</c:v>
              </c:pt>
              <c:pt idx="382">
                <c:v>52.915805318924114</c:v>
              </c:pt>
              <c:pt idx="383">
                <c:v>52.915805318924114</c:v>
              </c:pt>
              <c:pt idx="384">
                <c:v>52.915805318924114</c:v>
              </c:pt>
              <c:pt idx="385">
                <c:v>52.915805318924114</c:v>
              </c:pt>
              <c:pt idx="386">
                <c:v>52.915805318924114</c:v>
              </c:pt>
              <c:pt idx="387">
                <c:v>52.915805318924114</c:v>
              </c:pt>
              <c:pt idx="388">
                <c:v>52.915805318924114</c:v>
              </c:pt>
              <c:pt idx="389">
                <c:v>52.915805318924114</c:v>
              </c:pt>
              <c:pt idx="390">
                <c:v>52.915805318924114</c:v>
              </c:pt>
              <c:pt idx="391">
                <c:v>52.915805318924114</c:v>
              </c:pt>
              <c:pt idx="392">
                <c:v>52.915805318924114</c:v>
              </c:pt>
              <c:pt idx="393">
                <c:v>52.915805318924114</c:v>
              </c:pt>
              <c:pt idx="394">
                <c:v>52.915805318924114</c:v>
              </c:pt>
              <c:pt idx="395">
                <c:v>52.915805318924114</c:v>
              </c:pt>
              <c:pt idx="396">
                <c:v>52.915805318924114</c:v>
              </c:pt>
              <c:pt idx="397">
                <c:v>52.915805318924114</c:v>
              </c:pt>
              <c:pt idx="398">
                <c:v>52.915805318924114</c:v>
              </c:pt>
              <c:pt idx="399">
                <c:v>52.915805318924114</c:v>
              </c:pt>
              <c:pt idx="400">
                <c:v>52.915805318924114</c:v>
              </c:pt>
              <c:pt idx="401">
                <c:v>52.915805318924114</c:v>
              </c:pt>
              <c:pt idx="402">
                <c:v>52.915805318924114</c:v>
              </c:pt>
              <c:pt idx="403">
                <c:v>52.915805318924114</c:v>
              </c:pt>
              <c:pt idx="404">
                <c:v>52.915805318924114</c:v>
              </c:pt>
              <c:pt idx="405">
                <c:v>52.915805318924114</c:v>
              </c:pt>
              <c:pt idx="406">
                <c:v>52.915805318924114</c:v>
              </c:pt>
              <c:pt idx="407">
                <c:v>52.915805318924114</c:v>
              </c:pt>
              <c:pt idx="408">
                <c:v>52.915805318924114</c:v>
              </c:pt>
              <c:pt idx="409">
                <c:v>52.915805318924114</c:v>
              </c:pt>
              <c:pt idx="410">
                <c:v>52.915805318924114</c:v>
              </c:pt>
              <c:pt idx="411">
                <c:v>52.915805318924114</c:v>
              </c:pt>
              <c:pt idx="412">
                <c:v>52.915805318924114</c:v>
              </c:pt>
              <c:pt idx="413">
                <c:v>52.915805318924114</c:v>
              </c:pt>
              <c:pt idx="414">
                <c:v>52.915805318924114</c:v>
              </c:pt>
              <c:pt idx="415">
                <c:v>52.915805318924114</c:v>
              </c:pt>
              <c:pt idx="416">
                <c:v>52.915805318924114</c:v>
              </c:pt>
              <c:pt idx="417">
                <c:v>52.915805318924114</c:v>
              </c:pt>
              <c:pt idx="418">
                <c:v>52.915805318924114</c:v>
              </c:pt>
              <c:pt idx="419">
                <c:v>52.915805318924114</c:v>
              </c:pt>
              <c:pt idx="420">
                <c:v>52.915805318924114</c:v>
              </c:pt>
              <c:pt idx="421">
                <c:v>52.915805318924114</c:v>
              </c:pt>
              <c:pt idx="422">
                <c:v>52.915805318924114</c:v>
              </c:pt>
              <c:pt idx="423">
                <c:v>52.915805318924114</c:v>
              </c:pt>
              <c:pt idx="424">
                <c:v>52.915805318924114</c:v>
              </c:pt>
              <c:pt idx="425">
                <c:v>52.915805318924114</c:v>
              </c:pt>
              <c:pt idx="426">
                <c:v>52.915805318924114</c:v>
              </c:pt>
              <c:pt idx="427">
                <c:v>52.915805318924114</c:v>
              </c:pt>
              <c:pt idx="428">
                <c:v>52.915805318924114</c:v>
              </c:pt>
              <c:pt idx="429">
                <c:v>52.915805318924114</c:v>
              </c:pt>
              <c:pt idx="430">
                <c:v>52.915805318924114</c:v>
              </c:pt>
              <c:pt idx="431">
                <c:v>52.915805318924114</c:v>
              </c:pt>
              <c:pt idx="432">
                <c:v>52.915805318924114</c:v>
              </c:pt>
              <c:pt idx="433">
                <c:v>52.915805318924114</c:v>
              </c:pt>
              <c:pt idx="434">
                <c:v>52.915805318924114</c:v>
              </c:pt>
              <c:pt idx="435">
                <c:v>52.915805318924114</c:v>
              </c:pt>
              <c:pt idx="436">
                <c:v>52.915805318924114</c:v>
              </c:pt>
              <c:pt idx="437">
                <c:v>52.915805318924114</c:v>
              </c:pt>
              <c:pt idx="438">
                <c:v>52.915805318924114</c:v>
              </c:pt>
              <c:pt idx="439">
                <c:v>52.915805318924114</c:v>
              </c:pt>
              <c:pt idx="440">
                <c:v>52.915805318924114</c:v>
              </c:pt>
              <c:pt idx="441">
                <c:v>52.915805318924114</c:v>
              </c:pt>
              <c:pt idx="442">
                <c:v>52.915805318924114</c:v>
              </c:pt>
              <c:pt idx="443">
                <c:v>52.915805318924114</c:v>
              </c:pt>
              <c:pt idx="444">
                <c:v>52.915805318924114</c:v>
              </c:pt>
              <c:pt idx="445">
                <c:v>52.915805318924114</c:v>
              </c:pt>
              <c:pt idx="446">
                <c:v>52.915805318924114</c:v>
              </c:pt>
              <c:pt idx="447">
                <c:v>52.915805318924114</c:v>
              </c:pt>
            </c:numLit>
          </c:xVal>
          <c:yVal>
            <c:numLit>
              <c:formatCode>0.0</c:formatCode>
              <c:ptCount val="448"/>
              <c:pt idx="0">
                <c:v>0.15895558424853612</c:v>
              </c:pt>
              <c:pt idx="1">
                <c:v>0.15895558424853612</c:v>
              </c:pt>
              <c:pt idx="2">
                <c:v>0.15895558424853612</c:v>
              </c:pt>
              <c:pt idx="3">
                <c:v>0.15895558424853612</c:v>
              </c:pt>
              <c:pt idx="4">
                <c:v>0.15895558424853612</c:v>
              </c:pt>
              <c:pt idx="5">
                <c:v>0.15895558424853612</c:v>
              </c:pt>
              <c:pt idx="6">
                <c:v>0.15895558424853612</c:v>
              </c:pt>
              <c:pt idx="7">
                <c:v>0.15895558424853612</c:v>
              </c:pt>
              <c:pt idx="8">
                <c:v>0.15895558424853612</c:v>
              </c:pt>
              <c:pt idx="9">
                <c:v>0.15895558424853612</c:v>
              </c:pt>
              <c:pt idx="10">
                <c:v>0.15895558424853612</c:v>
              </c:pt>
              <c:pt idx="11">
                <c:v>0.15895558424853612</c:v>
              </c:pt>
              <c:pt idx="12">
                <c:v>0.15895558424853612</c:v>
              </c:pt>
              <c:pt idx="13">
                <c:v>0.15895558424853612</c:v>
              </c:pt>
              <c:pt idx="14">
                <c:v>0.15895558424853612</c:v>
              </c:pt>
              <c:pt idx="15">
                <c:v>0.15895558424853612</c:v>
              </c:pt>
              <c:pt idx="16">
                <c:v>0.15895558424853612</c:v>
              </c:pt>
              <c:pt idx="17">
                <c:v>0.15895558424853612</c:v>
              </c:pt>
              <c:pt idx="18">
                <c:v>0.15895558424853612</c:v>
              </c:pt>
              <c:pt idx="19">
                <c:v>0.15895558424853612</c:v>
              </c:pt>
              <c:pt idx="20">
                <c:v>0.15895558424853612</c:v>
              </c:pt>
              <c:pt idx="21">
                <c:v>0.15895558424853612</c:v>
              </c:pt>
              <c:pt idx="22">
                <c:v>0.15895558424853612</c:v>
              </c:pt>
              <c:pt idx="23">
                <c:v>0.15895558424853612</c:v>
              </c:pt>
              <c:pt idx="24">
                <c:v>0.15895558424853612</c:v>
              </c:pt>
              <c:pt idx="25">
                <c:v>0.15895558424853612</c:v>
              </c:pt>
              <c:pt idx="26">
                <c:v>0.15895558424853612</c:v>
              </c:pt>
              <c:pt idx="27">
                <c:v>0.15895558424853612</c:v>
              </c:pt>
              <c:pt idx="28">
                <c:v>0.15895558424853612</c:v>
              </c:pt>
              <c:pt idx="29">
                <c:v>0.15895558424853612</c:v>
              </c:pt>
              <c:pt idx="30">
                <c:v>0.15895558424853612</c:v>
              </c:pt>
              <c:pt idx="31">
                <c:v>0.15895558424853612</c:v>
              </c:pt>
              <c:pt idx="32">
                <c:v>0.15895558424853612</c:v>
              </c:pt>
              <c:pt idx="33">
                <c:v>0.15895558424853612</c:v>
              </c:pt>
              <c:pt idx="34">
                <c:v>0.15895558424853612</c:v>
              </c:pt>
              <c:pt idx="35">
                <c:v>0.15895558424853612</c:v>
              </c:pt>
              <c:pt idx="36">
                <c:v>0.15895558424853612</c:v>
              </c:pt>
              <c:pt idx="37">
                <c:v>0.15895558424853612</c:v>
              </c:pt>
              <c:pt idx="38">
                <c:v>0.15895558424853612</c:v>
              </c:pt>
              <c:pt idx="39">
                <c:v>0.15895558424853612</c:v>
              </c:pt>
              <c:pt idx="40">
                <c:v>0.15895558424853612</c:v>
              </c:pt>
              <c:pt idx="41">
                <c:v>0.15895558424853612</c:v>
              </c:pt>
              <c:pt idx="42">
                <c:v>0.15895558424853612</c:v>
              </c:pt>
              <c:pt idx="43">
                <c:v>0.15895558424853612</c:v>
              </c:pt>
              <c:pt idx="44">
                <c:v>0.15895558424853612</c:v>
              </c:pt>
              <c:pt idx="45">
                <c:v>0.15895558424853612</c:v>
              </c:pt>
              <c:pt idx="46">
                <c:v>0.15895558424853612</c:v>
              </c:pt>
              <c:pt idx="47">
                <c:v>0.15895558424853612</c:v>
              </c:pt>
              <c:pt idx="48">
                <c:v>0.15895558424853612</c:v>
              </c:pt>
              <c:pt idx="49">
                <c:v>0.15895558424853612</c:v>
              </c:pt>
              <c:pt idx="50">
                <c:v>0.15895558424853612</c:v>
              </c:pt>
              <c:pt idx="51">
                <c:v>0.15895558424853612</c:v>
              </c:pt>
              <c:pt idx="52">
                <c:v>0.15895558424853612</c:v>
              </c:pt>
              <c:pt idx="53">
                <c:v>0.15895558424853612</c:v>
              </c:pt>
              <c:pt idx="54">
                <c:v>0.15895558424853612</c:v>
              </c:pt>
              <c:pt idx="55">
                <c:v>0.15895558424853612</c:v>
              </c:pt>
              <c:pt idx="56">
                <c:v>0.15895558424853612</c:v>
              </c:pt>
              <c:pt idx="57">
                <c:v>0.15895558424853612</c:v>
              </c:pt>
              <c:pt idx="58">
                <c:v>0.15895558424853612</c:v>
              </c:pt>
              <c:pt idx="59">
                <c:v>0.15895558424853612</c:v>
              </c:pt>
              <c:pt idx="60">
                <c:v>0.15895558424853612</c:v>
              </c:pt>
              <c:pt idx="61">
                <c:v>0.15895558424853612</c:v>
              </c:pt>
              <c:pt idx="62">
                <c:v>0.15895558424853612</c:v>
              </c:pt>
              <c:pt idx="63">
                <c:v>0.15895558424853612</c:v>
              </c:pt>
              <c:pt idx="64">
                <c:v>0.15895558424853612</c:v>
              </c:pt>
              <c:pt idx="65">
                <c:v>0.15895558424853612</c:v>
              </c:pt>
              <c:pt idx="66">
                <c:v>0.15895558424853612</c:v>
              </c:pt>
              <c:pt idx="67">
                <c:v>0.15895558424853612</c:v>
              </c:pt>
              <c:pt idx="68">
                <c:v>0.15895558424853612</c:v>
              </c:pt>
              <c:pt idx="69">
                <c:v>0.15895558424853612</c:v>
              </c:pt>
              <c:pt idx="70">
                <c:v>0.15895558424853612</c:v>
              </c:pt>
              <c:pt idx="71">
                <c:v>0.15895558424853612</c:v>
              </c:pt>
              <c:pt idx="72">
                <c:v>0.15895558424853612</c:v>
              </c:pt>
              <c:pt idx="73">
                <c:v>0.15895558424853612</c:v>
              </c:pt>
              <c:pt idx="74">
                <c:v>0.15895558424853612</c:v>
              </c:pt>
              <c:pt idx="75">
                <c:v>0.15895558424853612</c:v>
              </c:pt>
              <c:pt idx="76">
                <c:v>0.15895558424853612</c:v>
              </c:pt>
              <c:pt idx="77">
                <c:v>0.15895558424853612</c:v>
              </c:pt>
              <c:pt idx="78">
                <c:v>0.15895558424853612</c:v>
              </c:pt>
              <c:pt idx="79">
                <c:v>0.15895558424853612</c:v>
              </c:pt>
              <c:pt idx="80">
                <c:v>0.15895558424853612</c:v>
              </c:pt>
              <c:pt idx="81">
                <c:v>0.15895558424853612</c:v>
              </c:pt>
              <c:pt idx="82">
                <c:v>0.15895558424853612</c:v>
              </c:pt>
              <c:pt idx="83">
                <c:v>0.15895558424853612</c:v>
              </c:pt>
              <c:pt idx="84">
                <c:v>0.15895558424853612</c:v>
              </c:pt>
              <c:pt idx="85">
                <c:v>0.15895558424853612</c:v>
              </c:pt>
              <c:pt idx="86">
                <c:v>0.15895558424853612</c:v>
              </c:pt>
              <c:pt idx="87">
                <c:v>0.15895558424853612</c:v>
              </c:pt>
              <c:pt idx="88">
                <c:v>0.15895558424853612</c:v>
              </c:pt>
              <c:pt idx="89">
                <c:v>0.15895558424853612</c:v>
              </c:pt>
              <c:pt idx="90">
                <c:v>0.15895558424853612</c:v>
              </c:pt>
              <c:pt idx="91">
                <c:v>0.15895558424853612</c:v>
              </c:pt>
              <c:pt idx="92">
                <c:v>0.15895558424853612</c:v>
              </c:pt>
              <c:pt idx="93">
                <c:v>0.15895558424853612</c:v>
              </c:pt>
              <c:pt idx="94">
                <c:v>0.15895558424853612</c:v>
              </c:pt>
              <c:pt idx="95">
                <c:v>0.15895558424853612</c:v>
              </c:pt>
              <c:pt idx="96">
                <c:v>0.15895558424853612</c:v>
              </c:pt>
              <c:pt idx="97">
                <c:v>0.15895558424853612</c:v>
              </c:pt>
              <c:pt idx="98">
                <c:v>0.15895558424853612</c:v>
              </c:pt>
              <c:pt idx="99">
                <c:v>0.15895558424853612</c:v>
              </c:pt>
              <c:pt idx="100">
                <c:v>0.15895558424853612</c:v>
              </c:pt>
              <c:pt idx="101">
                <c:v>0.15895558424853612</c:v>
              </c:pt>
              <c:pt idx="102">
                <c:v>0.15895558424853612</c:v>
              </c:pt>
              <c:pt idx="103">
                <c:v>0.15895558424853612</c:v>
              </c:pt>
              <c:pt idx="104">
                <c:v>0.15895558424853612</c:v>
              </c:pt>
              <c:pt idx="105">
                <c:v>0.15895558424853612</c:v>
              </c:pt>
              <c:pt idx="106">
                <c:v>0.15895558424853612</c:v>
              </c:pt>
              <c:pt idx="107">
                <c:v>0.15895558424853612</c:v>
              </c:pt>
              <c:pt idx="108">
                <c:v>0.15895558424853612</c:v>
              </c:pt>
              <c:pt idx="109">
                <c:v>0.15895558424853612</c:v>
              </c:pt>
              <c:pt idx="110">
                <c:v>0.15895558424853612</c:v>
              </c:pt>
              <c:pt idx="111">
                <c:v>0.15895558424853612</c:v>
              </c:pt>
              <c:pt idx="112">
                <c:v>0.15895558424853612</c:v>
              </c:pt>
              <c:pt idx="113">
                <c:v>0.15895558424853612</c:v>
              </c:pt>
              <c:pt idx="114">
                <c:v>0.15895558424853612</c:v>
              </c:pt>
              <c:pt idx="115">
                <c:v>0.15895558424853612</c:v>
              </c:pt>
              <c:pt idx="116">
                <c:v>0.15895558424853612</c:v>
              </c:pt>
              <c:pt idx="117">
                <c:v>0.15895558424853612</c:v>
              </c:pt>
              <c:pt idx="118">
                <c:v>0.15895558424853612</c:v>
              </c:pt>
              <c:pt idx="119">
                <c:v>0.15895558424853612</c:v>
              </c:pt>
              <c:pt idx="120">
                <c:v>0.15895558424853612</c:v>
              </c:pt>
              <c:pt idx="121">
                <c:v>0.15895558424853612</c:v>
              </c:pt>
              <c:pt idx="122">
                <c:v>0.15895558424853612</c:v>
              </c:pt>
              <c:pt idx="123">
                <c:v>0.15895558424853612</c:v>
              </c:pt>
              <c:pt idx="124">
                <c:v>0.15895558424853612</c:v>
              </c:pt>
              <c:pt idx="125">
                <c:v>0.15895558424853612</c:v>
              </c:pt>
              <c:pt idx="126">
                <c:v>0.15895558424853612</c:v>
              </c:pt>
              <c:pt idx="127">
                <c:v>0.15895558424853612</c:v>
              </c:pt>
              <c:pt idx="128">
                <c:v>0.15895558424853612</c:v>
              </c:pt>
              <c:pt idx="129">
                <c:v>0.15895558424853612</c:v>
              </c:pt>
              <c:pt idx="130">
                <c:v>0.15895558424853612</c:v>
              </c:pt>
              <c:pt idx="131">
                <c:v>0.15895558424853612</c:v>
              </c:pt>
              <c:pt idx="132">
                <c:v>0.15895558424853612</c:v>
              </c:pt>
              <c:pt idx="133">
                <c:v>0.15895558424853612</c:v>
              </c:pt>
              <c:pt idx="134">
                <c:v>0.15895558424853612</c:v>
              </c:pt>
              <c:pt idx="135">
                <c:v>0.15895558424853612</c:v>
              </c:pt>
              <c:pt idx="136">
                <c:v>0.15895558424853612</c:v>
              </c:pt>
              <c:pt idx="137">
                <c:v>0.15895558424853612</c:v>
              </c:pt>
              <c:pt idx="138">
                <c:v>0.15895558424853612</c:v>
              </c:pt>
              <c:pt idx="139">
                <c:v>0.15895558424853612</c:v>
              </c:pt>
              <c:pt idx="140">
                <c:v>0.15895558424853612</c:v>
              </c:pt>
              <c:pt idx="141">
                <c:v>0.15895558424853612</c:v>
              </c:pt>
              <c:pt idx="142">
                <c:v>0.15895558424853612</c:v>
              </c:pt>
              <c:pt idx="143">
                <c:v>0.15895558424853612</c:v>
              </c:pt>
              <c:pt idx="144">
                <c:v>0.15895558424853612</c:v>
              </c:pt>
              <c:pt idx="145">
                <c:v>0.15895558424853612</c:v>
              </c:pt>
              <c:pt idx="146">
                <c:v>0.15895558424853612</c:v>
              </c:pt>
              <c:pt idx="147">
                <c:v>0.15895558424853612</c:v>
              </c:pt>
              <c:pt idx="148">
                <c:v>0.15895558424853612</c:v>
              </c:pt>
              <c:pt idx="149">
                <c:v>0.15895558424853612</c:v>
              </c:pt>
              <c:pt idx="150">
                <c:v>0.15895558424853612</c:v>
              </c:pt>
              <c:pt idx="151">
                <c:v>0.15895558424853612</c:v>
              </c:pt>
              <c:pt idx="152">
                <c:v>0.15895558424853612</c:v>
              </c:pt>
              <c:pt idx="153">
                <c:v>0.15895558424853612</c:v>
              </c:pt>
              <c:pt idx="154">
                <c:v>0.15895558424853612</c:v>
              </c:pt>
              <c:pt idx="155">
                <c:v>0.15895558424853612</c:v>
              </c:pt>
              <c:pt idx="156">
                <c:v>0.15895558424853612</c:v>
              </c:pt>
              <c:pt idx="157">
                <c:v>0.15895558424853612</c:v>
              </c:pt>
              <c:pt idx="158">
                <c:v>0.15895558424853612</c:v>
              </c:pt>
              <c:pt idx="159">
                <c:v>0.15895558424853612</c:v>
              </c:pt>
              <c:pt idx="160">
                <c:v>0.15895558424853612</c:v>
              </c:pt>
              <c:pt idx="161">
                <c:v>0.15895558424853612</c:v>
              </c:pt>
              <c:pt idx="162">
                <c:v>0.15895558424853612</c:v>
              </c:pt>
              <c:pt idx="163">
                <c:v>0.15895558424853612</c:v>
              </c:pt>
              <c:pt idx="164">
                <c:v>0.15895558424853612</c:v>
              </c:pt>
              <c:pt idx="165">
                <c:v>0.15895558424853612</c:v>
              </c:pt>
              <c:pt idx="166">
                <c:v>0.15895558424853612</c:v>
              </c:pt>
              <c:pt idx="167">
                <c:v>0.15895558424853612</c:v>
              </c:pt>
              <c:pt idx="168">
                <c:v>0.15895558424853612</c:v>
              </c:pt>
              <c:pt idx="169">
                <c:v>0.15895558424853612</c:v>
              </c:pt>
              <c:pt idx="170">
                <c:v>0.15895558424853612</c:v>
              </c:pt>
              <c:pt idx="171">
                <c:v>0.15895558424853612</c:v>
              </c:pt>
              <c:pt idx="172">
                <c:v>0.15895558424853612</c:v>
              </c:pt>
              <c:pt idx="173">
                <c:v>0.15895558424853612</c:v>
              </c:pt>
              <c:pt idx="174">
                <c:v>0.15895558424853612</c:v>
              </c:pt>
              <c:pt idx="175">
                <c:v>0.15895558424853612</c:v>
              </c:pt>
              <c:pt idx="176">
                <c:v>0.15895558424853612</c:v>
              </c:pt>
              <c:pt idx="177">
                <c:v>0.15895558424853612</c:v>
              </c:pt>
              <c:pt idx="178">
                <c:v>0.15895558424853612</c:v>
              </c:pt>
              <c:pt idx="179">
                <c:v>0.15895558424853612</c:v>
              </c:pt>
              <c:pt idx="180">
                <c:v>0.15895558424853612</c:v>
              </c:pt>
              <c:pt idx="181">
                <c:v>0.15895558424853612</c:v>
              </c:pt>
              <c:pt idx="182">
                <c:v>0.15895558424853612</c:v>
              </c:pt>
              <c:pt idx="183">
                <c:v>0.15895558424853612</c:v>
              </c:pt>
              <c:pt idx="184">
                <c:v>0.15895558424853612</c:v>
              </c:pt>
              <c:pt idx="185">
                <c:v>0.15895558424853612</c:v>
              </c:pt>
              <c:pt idx="186">
                <c:v>0.15895558424853612</c:v>
              </c:pt>
              <c:pt idx="187">
                <c:v>0.15895558424853612</c:v>
              </c:pt>
              <c:pt idx="188">
                <c:v>0.15895558424853612</c:v>
              </c:pt>
              <c:pt idx="189">
                <c:v>0.15895558424853612</c:v>
              </c:pt>
              <c:pt idx="190">
                <c:v>0.15895558424853612</c:v>
              </c:pt>
              <c:pt idx="191">
                <c:v>0.15895558424853612</c:v>
              </c:pt>
              <c:pt idx="192">
                <c:v>0.15895558424853612</c:v>
              </c:pt>
              <c:pt idx="193">
                <c:v>0.15895558424853612</c:v>
              </c:pt>
              <c:pt idx="194">
                <c:v>0.15895558424853612</c:v>
              </c:pt>
              <c:pt idx="195">
                <c:v>0.15895558424853612</c:v>
              </c:pt>
              <c:pt idx="196">
                <c:v>0.15895558424853612</c:v>
              </c:pt>
              <c:pt idx="197">
                <c:v>0.15895558424853612</c:v>
              </c:pt>
              <c:pt idx="198">
                <c:v>0.15895558424853612</c:v>
              </c:pt>
              <c:pt idx="199">
                <c:v>0.15895558424853612</c:v>
              </c:pt>
              <c:pt idx="200">
                <c:v>0.15895558424853612</c:v>
              </c:pt>
              <c:pt idx="201">
                <c:v>0.15895558424853612</c:v>
              </c:pt>
              <c:pt idx="202">
                <c:v>0.15895558424853612</c:v>
              </c:pt>
              <c:pt idx="203">
                <c:v>0.15895558424853612</c:v>
              </c:pt>
              <c:pt idx="204">
                <c:v>0.15895558424853612</c:v>
              </c:pt>
              <c:pt idx="205">
                <c:v>0.15895558424853612</c:v>
              </c:pt>
              <c:pt idx="206">
                <c:v>0.15895558424853612</c:v>
              </c:pt>
              <c:pt idx="207">
                <c:v>0.15895558424853612</c:v>
              </c:pt>
              <c:pt idx="208">
                <c:v>0.15895558424853612</c:v>
              </c:pt>
              <c:pt idx="209">
                <c:v>0.15895558424853612</c:v>
              </c:pt>
              <c:pt idx="210">
                <c:v>0.15895558424853612</c:v>
              </c:pt>
              <c:pt idx="211">
                <c:v>0.15895558424853612</c:v>
              </c:pt>
              <c:pt idx="212">
                <c:v>0.15895558424853612</c:v>
              </c:pt>
              <c:pt idx="213">
                <c:v>0.15895558424853612</c:v>
              </c:pt>
              <c:pt idx="214">
                <c:v>0.15895558424853612</c:v>
              </c:pt>
              <c:pt idx="215">
                <c:v>0.15895558424853612</c:v>
              </c:pt>
              <c:pt idx="216">
                <c:v>0.15895558424853612</c:v>
              </c:pt>
              <c:pt idx="217">
                <c:v>0.15895558424853612</c:v>
              </c:pt>
              <c:pt idx="218">
                <c:v>0.15895558424853612</c:v>
              </c:pt>
              <c:pt idx="219">
                <c:v>0.15895558424853612</c:v>
              </c:pt>
              <c:pt idx="220">
                <c:v>0.15895558424853612</c:v>
              </c:pt>
              <c:pt idx="221">
                <c:v>0.15895558424853612</c:v>
              </c:pt>
              <c:pt idx="222">
                <c:v>0.15895558424853612</c:v>
              </c:pt>
              <c:pt idx="223">
                <c:v>0.15895558424853612</c:v>
              </c:pt>
              <c:pt idx="224">
                <c:v>0.15895558424853612</c:v>
              </c:pt>
              <c:pt idx="225">
                <c:v>0.15895558424853612</c:v>
              </c:pt>
              <c:pt idx="226">
                <c:v>0.15895558424853612</c:v>
              </c:pt>
              <c:pt idx="227">
                <c:v>0.15895558424853612</c:v>
              </c:pt>
              <c:pt idx="228">
                <c:v>0.15895558424853612</c:v>
              </c:pt>
              <c:pt idx="229">
                <c:v>0.15895558424853612</c:v>
              </c:pt>
              <c:pt idx="230">
                <c:v>0.15895558424853612</c:v>
              </c:pt>
              <c:pt idx="231">
                <c:v>0.15895558424853612</c:v>
              </c:pt>
              <c:pt idx="232">
                <c:v>0.15895558424853612</c:v>
              </c:pt>
              <c:pt idx="233">
                <c:v>0.15895558424853612</c:v>
              </c:pt>
              <c:pt idx="234">
                <c:v>0.15895558424853612</c:v>
              </c:pt>
              <c:pt idx="235">
                <c:v>0.15895558424853612</c:v>
              </c:pt>
              <c:pt idx="236">
                <c:v>0.15895558424853612</c:v>
              </c:pt>
              <c:pt idx="237">
                <c:v>0.15895558424853612</c:v>
              </c:pt>
              <c:pt idx="238">
                <c:v>0.15895558424853612</c:v>
              </c:pt>
              <c:pt idx="239">
                <c:v>0.15895558424853612</c:v>
              </c:pt>
              <c:pt idx="240">
                <c:v>0.15895558424853612</c:v>
              </c:pt>
              <c:pt idx="241">
                <c:v>0.15895558424853612</c:v>
              </c:pt>
              <c:pt idx="242">
                <c:v>0.15895558424853612</c:v>
              </c:pt>
              <c:pt idx="243">
                <c:v>0.15895558424853612</c:v>
              </c:pt>
              <c:pt idx="244">
                <c:v>0.15895558424853612</c:v>
              </c:pt>
              <c:pt idx="245">
                <c:v>0.15895558424853612</c:v>
              </c:pt>
              <c:pt idx="246">
                <c:v>0.15895558424853612</c:v>
              </c:pt>
              <c:pt idx="247">
                <c:v>0.15895558424853612</c:v>
              </c:pt>
              <c:pt idx="248">
                <c:v>0.15895558424853612</c:v>
              </c:pt>
              <c:pt idx="249">
                <c:v>0.15895558424853612</c:v>
              </c:pt>
              <c:pt idx="250">
                <c:v>0.15895558424853612</c:v>
              </c:pt>
              <c:pt idx="251">
                <c:v>0.15895558424853612</c:v>
              </c:pt>
              <c:pt idx="252">
                <c:v>0.15895558424853612</c:v>
              </c:pt>
              <c:pt idx="253">
                <c:v>0.15895558424853612</c:v>
              </c:pt>
              <c:pt idx="254">
                <c:v>0.15895558424853612</c:v>
              </c:pt>
              <c:pt idx="255">
                <c:v>0.15895558424853612</c:v>
              </c:pt>
              <c:pt idx="256">
                <c:v>0.15895558424853612</c:v>
              </c:pt>
              <c:pt idx="257">
                <c:v>0.15895558424853612</c:v>
              </c:pt>
              <c:pt idx="258">
                <c:v>0.15895558424853612</c:v>
              </c:pt>
              <c:pt idx="259">
                <c:v>0.15895558424853612</c:v>
              </c:pt>
              <c:pt idx="260">
                <c:v>0.15895558424853612</c:v>
              </c:pt>
              <c:pt idx="261">
                <c:v>0.15895558424853612</c:v>
              </c:pt>
              <c:pt idx="262">
                <c:v>0.15895558424853612</c:v>
              </c:pt>
              <c:pt idx="263">
                <c:v>0.15895558424853612</c:v>
              </c:pt>
              <c:pt idx="264">
                <c:v>0.15895558424853612</c:v>
              </c:pt>
              <c:pt idx="265">
                <c:v>0.15895558424853612</c:v>
              </c:pt>
              <c:pt idx="266">
                <c:v>0.15895558424853612</c:v>
              </c:pt>
              <c:pt idx="267">
                <c:v>0.15895558424853612</c:v>
              </c:pt>
              <c:pt idx="268">
                <c:v>0.15895558424853612</c:v>
              </c:pt>
              <c:pt idx="269">
                <c:v>0.15895558424853612</c:v>
              </c:pt>
              <c:pt idx="270">
                <c:v>0.15895558424853612</c:v>
              </c:pt>
              <c:pt idx="271">
                <c:v>0.15895558424853612</c:v>
              </c:pt>
              <c:pt idx="272">
                <c:v>0.15895558424853612</c:v>
              </c:pt>
              <c:pt idx="273">
                <c:v>0.15895558424853612</c:v>
              </c:pt>
              <c:pt idx="274">
                <c:v>0.15895558424853612</c:v>
              </c:pt>
              <c:pt idx="275">
                <c:v>0.15895558424853612</c:v>
              </c:pt>
              <c:pt idx="276">
                <c:v>0.15895558424853612</c:v>
              </c:pt>
              <c:pt idx="277">
                <c:v>0.15895558424853612</c:v>
              </c:pt>
              <c:pt idx="278">
                <c:v>0.15895558424853612</c:v>
              </c:pt>
              <c:pt idx="279">
                <c:v>0.15895558424853612</c:v>
              </c:pt>
              <c:pt idx="280">
                <c:v>0.15895558424853612</c:v>
              </c:pt>
              <c:pt idx="281">
                <c:v>0.15895558424853612</c:v>
              </c:pt>
              <c:pt idx="282">
                <c:v>0.15895558424853612</c:v>
              </c:pt>
              <c:pt idx="283">
                <c:v>0.15895558424853612</c:v>
              </c:pt>
              <c:pt idx="284">
                <c:v>0.15895558424853612</c:v>
              </c:pt>
              <c:pt idx="285">
                <c:v>0.15895558424853612</c:v>
              </c:pt>
              <c:pt idx="286">
                <c:v>0.15895558424853612</c:v>
              </c:pt>
              <c:pt idx="287">
                <c:v>0.15895558424853612</c:v>
              </c:pt>
              <c:pt idx="288">
                <c:v>0.15895558424853612</c:v>
              </c:pt>
              <c:pt idx="289">
                <c:v>0.15895558424853612</c:v>
              </c:pt>
              <c:pt idx="290">
                <c:v>0.15895558424853612</c:v>
              </c:pt>
              <c:pt idx="291">
                <c:v>0.15895558424853612</c:v>
              </c:pt>
              <c:pt idx="292">
                <c:v>0.15895558424853612</c:v>
              </c:pt>
              <c:pt idx="293">
                <c:v>0.15895558424853612</c:v>
              </c:pt>
              <c:pt idx="294">
                <c:v>0.15895558424853612</c:v>
              </c:pt>
              <c:pt idx="295">
                <c:v>0.15895558424853612</c:v>
              </c:pt>
              <c:pt idx="296">
                <c:v>0.15895558424853612</c:v>
              </c:pt>
              <c:pt idx="297">
                <c:v>0.15895558424853612</c:v>
              </c:pt>
              <c:pt idx="298">
                <c:v>0.15895558424853612</c:v>
              </c:pt>
              <c:pt idx="299">
                <c:v>0.15895558424853612</c:v>
              </c:pt>
              <c:pt idx="300">
                <c:v>0.15895558424853612</c:v>
              </c:pt>
              <c:pt idx="301">
                <c:v>0.15895558424853612</c:v>
              </c:pt>
              <c:pt idx="302">
                <c:v>0.15895558424853612</c:v>
              </c:pt>
              <c:pt idx="303">
                <c:v>0.15895558424853612</c:v>
              </c:pt>
              <c:pt idx="304">
                <c:v>0.15895558424853612</c:v>
              </c:pt>
              <c:pt idx="305">
                <c:v>0.15895558424853612</c:v>
              </c:pt>
              <c:pt idx="306">
                <c:v>0.15895558424853612</c:v>
              </c:pt>
              <c:pt idx="307">
                <c:v>0.15895558424853612</c:v>
              </c:pt>
              <c:pt idx="308">
                <c:v>0.15895558424853612</c:v>
              </c:pt>
              <c:pt idx="309">
                <c:v>0.15895558424853612</c:v>
              </c:pt>
              <c:pt idx="310">
                <c:v>0.15895558424853612</c:v>
              </c:pt>
              <c:pt idx="311">
                <c:v>0.15895558424853612</c:v>
              </c:pt>
              <c:pt idx="312">
                <c:v>0.15895558424853612</c:v>
              </c:pt>
              <c:pt idx="313">
                <c:v>0.15895558424853612</c:v>
              </c:pt>
              <c:pt idx="314">
                <c:v>0.15895558424853612</c:v>
              </c:pt>
              <c:pt idx="315">
                <c:v>0.15895558424853612</c:v>
              </c:pt>
              <c:pt idx="316">
                <c:v>0.15895558424853612</c:v>
              </c:pt>
              <c:pt idx="317">
                <c:v>0.15895558424853612</c:v>
              </c:pt>
              <c:pt idx="318">
                <c:v>0.15895558424853612</c:v>
              </c:pt>
              <c:pt idx="319">
                <c:v>0.15895558424853612</c:v>
              </c:pt>
              <c:pt idx="320">
                <c:v>0.15895558424853612</c:v>
              </c:pt>
              <c:pt idx="321">
                <c:v>0.15895558424853612</c:v>
              </c:pt>
              <c:pt idx="322">
                <c:v>0.15895558424853612</c:v>
              </c:pt>
              <c:pt idx="323">
                <c:v>0.15895558424853612</c:v>
              </c:pt>
              <c:pt idx="324">
                <c:v>0.15895558424853612</c:v>
              </c:pt>
              <c:pt idx="325">
                <c:v>0.15895558424853612</c:v>
              </c:pt>
              <c:pt idx="326">
                <c:v>0.15895558424853612</c:v>
              </c:pt>
              <c:pt idx="327">
                <c:v>0.15895558424853612</c:v>
              </c:pt>
              <c:pt idx="328">
                <c:v>0.15895558424853612</c:v>
              </c:pt>
              <c:pt idx="329">
                <c:v>0.15895558424853612</c:v>
              </c:pt>
              <c:pt idx="330">
                <c:v>0.15895558424853612</c:v>
              </c:pt>
              <c:pt idx="331">
                <c:v>0.15895558424853612</c:v>
              </c:pt>
              <c:pt idx="332">
                <c:v>0.15895558424853612</c:v>
              </c:pt>
              <c:pt idx="333">
                <c:v>0.15895558424853612</c:v>
              </c:pt>
              <c:pt idx="334">
                <c:v>0.15895558424853612</c:v>
              </c:pt>
              <c:pt idx="335">
                <c:v>0.15895558424853612</c:v>
              </c:pt>
              <c:pt idx="336">
                <c:v>0.15895558424853612</c:v>
              </c:pt>
              <c:pt idx="337">
                <c:v>0.15895558424853612</c:v>
              </c:pt>
              <c:pt idx="338">
                <c:v>0.15895558424853612</c:v>
              </c:pt>
              <c:pt idx="339">
                <c:v>0.15895558424853612</c:v>
              </c:pt>
              <c:pt idx="340">
                <c:v>0.15895558424853612</c:v>
              </c:pt>
              <c:pt idx="341">
                <c:v>0.15895558424853612</c:v>
              </c:pt>
              <c:pt idx="342">
                <c:v>0.15895558424853612</c:v>
              </c:pt>
              <c:pt idx="343">
                <c:v>0.15895558424853612</c:v>
              </c:pt>
              <c:pt idx="344">
                <c:v>0.15895558424853612</c:v>
              </c:pt>
              <c:pt idx="345">
                <c:v>0.15895558424853612</c:v>
              </c:pt>
              <c:pt idx="346">
                <c:v>0.15895558424853612</c:v>
              </c:pt>
              <c:pt idx="347">
                <c:v>0.15895558424853612</c:v>
              </c:pt>
              <c:pt idx="348">
                <c:v>0.15895558424853612</c:v>
              </c:pt>
              <c:pt idx="349">
                <c:v>0.15895558424853612</c:v>
              </c:pt>
              <c:pt idx="350">
                <c:v>0.15895558424853612</c:v>
              </c:pt>
              <c:pt idx="351">
                <c:v>0.15895558424853612</c:v>
              </c:pt>
              <c:pt idx="352">
                <c:v>0.15895558424853612</c:v>
              </c:pt>
              <c:pt idx="353">
                <c:v>0.15895558424853612</c:v>
              </c:pt>
              <c:pt idx="354">
                <c:v>0.15895558424853612</c:v>
              </c:pt>
              <c:pt idx="355">
                <c:v>0.15895558424853612</c:v>
              </c:pt>
              <c:pt idx="356">
                <c:v>0.15895558424853612</c:v>
              </c:pt>
              <c:pt idx="357">
                <c:v>0.15895558424853612</c:v>
              </c:pt>
              <c:pt idx="358">
                <c:v>0.15895558424853612</c:v>
              </c:pt>
              <c:pt idx="359">
                <c:v>0.15895558424853612</c:v>
              </c:pt>
              <c:pt idx="360">
                <c:v>0.15895558424853612</c:v>
              </c:pt>
              <c:pt idx="361">
                <c:v>0.15895558424853612</c:v>
              </c:pt>
              <c:pt idx="362">
                <c:v>0.15895558424853612</c:v>
              </c:pt>
              <c:pt idx="363">
                <c:v>0.15895558424853612</c:v>
              </c:pt>
              <c:pt idx="364">
                <c:v>0.15895558424853612</c:v>
              </c:pt>
              <c:pt idx="365">
                <c:v>0.15895558424853612</c:v>
              </c:pt>
              <c:pt idx="366">
                <c:v>0.15895558424853612</c:v>
              </c:pt>
              <c:pt idx="367">
                <c:v>0.15895558424853612</c:v>
              </c:pt>
              <c:pt idx="368">
                <c:v>0.15895558424853612</c:v>
              </c:pt>
              <c:pt idx="369">
                <c:v>0.15895558424853612</c:v>
              </c:pt>
              <c:pt idx="370">
                <c:v>0.15895558424853612</c:v>
              </c:pt>
              <c:pt idx="371">
                <c:v>0.15895558424853612</c:v>
              </c:pt>
              <c:pt idx="372">
                <c:v>0.15895558424853612</c:v>
              </c:pt>
              <c:pt idx="373">
                <c:v>0.15895558424853612</c:v>
              </c:pt>
              <c:pt idx="374">
                <c:v>0.15895558424853612</c:v>
              </c:pt>
              <c:pt idx="375">
                <c:v>0.15895558424853612</c:v>
              </c:pt>
              <c:pt idx="376">
                <c:v>0.15895558424853612</c:v>
              </c:pt>
              <c:pt idx="377">
                <c:v>0.15895558424853612</c:v>
              </c:pt>
              <c:pt idx="378">
                <c:v>0.15895558424853612</c:v>
              </c:pt>
              <c:pt idx="379">
                <c:v>0.15895558424853612</c:v>
              </c:pt>
              <c:pt idx="380">
                <c:v>0.15895558424853612</c:v>
              </c:pt>
              <c:pt idx="381">
                <c:v>0.15895558424853612</c:v>
              </c:pt>
              <c:pt idx="382">
                <c:v>0.15895558424853612</c:v>
              </c:pt>
              <c:pt idx="383">
                <c:v>0.15895558424853612</c:v>
              </c:pt>
              <c:pt idx="384">
                <c:v>0.15895558424853612</c:v>
              </c:pt>
              <c:pt idx="385">
                <c:v>0.15895558424853612</c:v>
              </c:pt>
              <c:pt idx="386">
                <c:v>0.15895558424853612</c:v>
              </c:pt>
              <c:pt idx="387">
                <c:v>0.15895558424853612</c:v>
              </c:pt>
              <c:pt idx="388">
                <c:v>0.15895558424853612</c:v>
              </c:pt>
              <c:pt idx="389">
                <c:v>0.15895558424853612</c:v>
              </c:pt>
              <c:pt idx="390">
                <c:v>0.15895558424853612</c:v>
              </c:pt>
              <c:pt idx="391">
                <c:v>0.15895558424853612</c:v>
              </c:pt>
              <c:pt idx="392">
                <c:v>0.15895558424853612</c:v>
              </c:pt>
              <c:pt idx="393">
                <c:v>0.15895558424853612</c:v>
              </c:pt>
              <c:pt idx="394">
                <c:v>0.15895558424853612</c:v>
              </c:pt>
              <c:pt idx="395">
                <c:v>0.15895558424853612</c:v>
              </c:pt>
              <c:pt idx="396">
                <c:v>0.15895558424853612</c:v>
              </c:pt>
              <c:pt idx="397">
                <c:v>0.15895558424853612</c:v>
              </c:pt>
              <c:pt idx="398">
                <c:v>0.15895558424853612</c:v>
              </c:pt>
              <c:pt idx="399">
                <c:v>0.15895558424853612</c:v>
              </c:pt>
              <c:pt idx="400">
                <c:v>0.15895558424853612</c:v>
              </c:pt>
              <c:pt idx="401">
                <c:v>0.15895558424853612</c:v>
              </c:pt>
              <c:pt idx="402">
                <c:v>0.15895558424853612</c:v>
              </c:pt>
              <c:pt idx="403">
                <c:v>0.15895558424853612</c:v>
              </c:pt>
              <c:pt idx="404">
                <c:v>0.15895558424853612</c:v>
              </c:pt>
              <c:pt idx="405">
                <c:v>0.15895558424853612</c:v>
              </c:pt>
              <c:pt idx="406">
                <c:v>0.15895558424853612</c:v>
              </c:pt>
              <c:pt idx="407">
                <c:v>0.15895558424853612</c:v>
              </c:pt>
              <c:pt idx="408">
                <c:v>0.15895558424853612</c:v>
              </c:pt>
              <c:pt idx="409">
                <c:v>0.15895558424853612</c:v>
              </c:pt>
              <c:pt idx="410">
                <c:v>0.15895558424853612</c:v>
              </c:pt>
              <c:pt idx="411">
                <c:v>0.15895558424853612</c:v>
              </c:pt>
              <c:pt idx="412">
                <c:v>0.15895558424853612</c:v>
              </c:pt>
              <c:pt idx="413">
                <c:v>0.15895558424853612</c:v>
              </c:pt>
              <c:pt idx="414">
                <c:v>0.15895558424853612</c:v>
              </c:pt>
              <c:pt idx="415">
                <c:v>0.15895558424853612</c:v>
              </c:pt>
              <c:pt idx="416">
                <c:v>0.15895558424853612</c:v>
              </c:pt>
              <c:pt idx="417">
                <c:v>0.15895558424853612</c:v>
              </c:pt>
              <c:pt idx="418">
                <c:v>0.15895558424853612</c:v>
              </c:pt>
              <c:pt idx="419">
                <c:v>0.15895558424853612</c:v>
              </c:pt>
              <c:pt idx="420">
                <c:v>0.15895558424853612</c:v>
              </c:pt>
              <c:pt idx="421">
                <c:v>0.15895558424853612</c:v>
              </c:pt>
              <c:pt idx="422">
                <c:v>0.15895558424853612</c:v>
              </c:pt>
              <c:pt idx="423">
                <c:v>0.15895558424853612</c:v>
              </c:pt>
              <c:pt idx="424">
                <c:v>0.15895558424853612</c:v>
              </c:pt>
              <c:pt idx="425">
                <c:v>0.15895558424853612</c:v>
              </c:pt>
              <c:pt idx="426">
                <c:v>0.15895558424853612</c:v>
              </c:pt>
              <c:pt idx="427">
                <c:v>0.15895558424853612</c:v>
              </c:pt>
              <c:pt idx="428">
                <c:v>0.15895558424853612</c:v>
              </c:pt>
              <c:pt idx="429">
                <c:v>0.15895558424853612</c:v>
              </c:pt>
              <c:pt idx="430">
                <c:v>0.15895558424853612</c:v>
              </c:pt>
              <c:pt idx="431">
                <c:v>0.15895558424853612</c:v>
              </c:pt>
              <c:pt idx="432">
                <c:v>0.15895558424853612</c:v>
              </c:pt>
              <c:pt idx="433">
                <c:v>0.15895558424853612</c:v>
              </c:pt>
              <c:pt idx="434">
                <c:v>0.15895558424853612</c:v>
              </c:pt>
              <c:pt idx="435">
                <c:v>0.15895558424853612</c:v>
              </c:pt>
              <c:pt idx="436">
                <c:v>0.15895558424853612</c:v>
              </c:pt>
              <c:pt idx="437">
                <c:v>0.15895558424853612</c:v>
              </c:pt>
              <c:pt idx="438">
                <c:v>0.15895558424853612</c:v>
              </c:pt>
              <c:pt idx="439">
                <c:v>0.15895558424853612</c:v>
              </c:pt>
              <c:pt idx="440">
                <c:v>0.15895558424853612</c:v>
              </c:pt>
              <c:pt idx="441">
                <c:v>0.15895558424853612</c:v>
              </c:pt>
              <c:pt idx="442">
                <c:v>0.15895558424853612</c:v>
              </c:pt>
              <c:pt idx="443">
                <c:v>0.15895558424853612</c:v>
              </c:pt>
              <c:pt idx="444">
                <c:v>0.15895558424853612</c:v>
              </c:pt>
              <c:pt idx="445">
                <c:v>0.15895558424853612</c:v>
              </c:pt>
              <c:pt idx="446">
                <c:v>0.15895558424853612</c:v>
              </c:pt>
              <c:pt idx="447">
                <c:v>0.15895558424853612</c:v>
              </c:pt>
            </c:numLit>
          </c:yVal>
          <c:smooth val="0"/>
        </c:ser>
        <c:dLbls>
          <c:txPr>
            <a:bodyPr xmlns:a="http://schemas.openxmlformats.org/drawingml/2006/main" anchorCtr="1"/>
            <a:lstStyle xmlns:a="http://schemas.openxmlformats.org/drawingml/2006/main"/>
            <a:p xmlns:a="http://schemas.openxmlformats.org/drawingml/2006/main">
              <a:pPr>
                <a:defRPr>
                  <a:latin typeface="Arial"/>
                  <a:ea typeface="Arial"/>
                  <a:cs typeface="Arial"/>
                </a:defRPr>
              </a:pPr>
            </a:p>
          </c:txPr>
          <c:showLegendKey val="0"/>
          <c:showVal val="0"/>
          <c:showCatName val="0"/>
          <c:showSerName val="0"/>
          <c:showPercent val="0"/>
          <c:showBubbleSize val="0"/>
          <c:showLeaderLines val="0"/>
        </c:dLbls>
        <c:axId val="48650112"/>
        <c:axId val="48672768"/>
      </c:scatterChart>
      <c:valAx>
        <c:axId val="48672768"/>
        <c:scaling>
          <c:orientation val="minMax"/>
          <c:max val="6.946271947880383"/>
          <c:min val="0"/>
        </c:scaling>
        <c:delete val="0"/>
        <c:axPos val="l"/>
        <c:majorGridlines>
          <c:spPr>
            <a:ln xmlns:a="http://schemas.openxmlformats.org/drawingml/2006/main" w="5715">
              <a:solidFill>
                <a:srgbClr val="D9DFE3"/>
              </a:solidFill>
              <a:prstDash val="solid"/>
            </a:ln>
          </c:spPr>
        </c:majorGridlines>
        <c:title>
          <c:tx>
            <c:rich>
              <a:bodyPr xmlns:a="http://schemas.openxmlformats.org/drawingml/2006/main"/>
              <a:lstStyle xmlns:a="http://schemas.openxmlformats.org/drawingml/2006/main"/>
              <a:p xmlns:a="http://schemas.openxmlformats.org/drawingml/2006/main">
                <a:r>
                  <a:rPr sz="1200">
                    <a:solidFill>
                      <a:srgbClr val="263238"/>
                    </a:solidFill>
                    <a:latin typeface="Arial"/>
                    <a:ea typeface="Arial"/>
                    <a:cs typeface="Arial"/>
                  </a:rPr>
                  <a:t>Mean τ (% axis)</a:t>
                </a:r>
              </a:p>
            </c:rich>
          </c:tx>
          <c:overlay val="0"/>
          <c:txPr>
            <a:bodyPr xmlns:a="http://schemas.openxmlformats.org/drawingml/2006/main" anchorCtr="1"/>
            <a:lstStyle xmlns:a="http://schemas.openxmlformats.org/drawingml/2006/main"/>
            <a:p xmlns:a="http://schemas.openxmlformats.org/drawingml/2006/main">
              <a:pPr>
                <a:defRPr sz="1200">
                  <a:solidFill>
                    <a:srgbClr val="263238"/>
                  </a:solidFill>
                  <a:latin typeface="Arial"/>
                  <a:ea typeface="Arial"/>
                  <a:cs typeface="Arial"/>
                </a:defRPr>
              </a:pPr>
            </a:p>
          </c:txPr>
        </c:title>
        <c:numFmt formatCode="0.0"/>
        <c:majorTickMark val="none"/>
        <c:minorTickMark val="none"/>
        <c:spPr>
          <a:ln xmlns:a="http://schemas.openxmlformats.org/drawingml/2006/main" w="7620">
            <a:solidFill>
              <a:srgbClr val="263238"/>
            </a:solidFill>
            <a:prstDash val="solid"/>
          </a:ln>
        </c:spPr>
        <c:txPr>
          <a:bodyPr xmlns:a="http://schemas.openxmlformats.org/drawingml/2006/main" anchorCtr="1"/>
          <a:lstStyle xmlns:a="http://schemas.openxmlformats.org/drawingml/2006/main"/>
          <a:p xmlns:a="http://schemas.openxmlformats.org/drawingml/2006/main">
            <a:pPr>
              <a:defRPr sz="1125">
                <a:solidFill>
                  <a:srgbClr val="263238"/>
                </a:solidFill>
                <a:latin typeface="Arial"/>
                <a:ea typeface="Arial"/>
                <a:cs typeface="Arial"/>
              </a:defRPr>
            </a:pPr>
          </a:p>
        </c:txPr>
        <c:crossAx val="48650112"/>
        <c:majorUnit val="2"/>
      </c:valAx>
      <c:valAx>
        <c:axId val="48650112"/>
        <c:scaling>
          <c:orientation val="minMax"/>
          <c:max val="70"/>
          <c:min val="0"/>
        </c:scaling>
        <c:delete val="0"/>
        <c:axPos val="b"/>
        <c:majorGridlines>
          <c:spPr>
            <a:ln xmlns:a="http://schemas.openxmlformats.org/drawingml/2006/main" w="5715">
              <a:solidFill>
                <a:srgbClr val="D9DFE3"/>
              </a:solidFill>
              <a:prstDash val="solid"/>
            </a:ln>
          </c:spPr>
        </c:majorGridlines>
        <c:title>
          <c:tx>
            <c:rich>
              <a:bodyPr xmlns:a="http://schemas.openxmlformats.org/drawingml/2006/main"/>
              <a:lstStyle xmlns:a="http://schemas.openxmlformats.org/drawingml/2006/main"/>
              <a:p xmlns:a="http://schemas.openxmlformats.org/drawingml/2006/main">
                <a:r>
                  <a:rPr sz="1200">
                    <a:solidFill>
                      <a:srgbClr val="263238"/>
                    </a:solidFill>
                    <a:latin typeface="Arial"/>
                    <a:ea typeface="Arial"/>
                    <a:cs typeface="Arial"/>
                  </a:rPr>
                  <a:t>d_top (% scalar range)</a:t>
                </a:r>
              </a:p>
            </c:rich>
          </c:tx>
          <c:overlay val="0"/>
          <c:txPr>
            <a:bodyPr xmlns:a="http://schemas.openxmlformats.org/drawingml/2006/main" anchorCtr="1"/>
            <a:lstStyle xmlns:a="http://schemas.openxmlformats.org/drawingml/2006/main"/>
            <a:p xmlns:a="http://schemas.openxmlformats.org/drawingml/2006/main">
              <a:pPr>
                <a:defRPr sz="1200">
                  <a:solidFill>
                    <a:srgbClr val="263238"/>
                  </a:solidFill>
                  <a:latin typeface="Arial"/>
                  <a:ea typeface="Arial"/>
                  <a:cs typeface="Arial"/>
                </a:defRPr>
              </a:pPr>
            </a:p>
          </c:txPr>
        </c:title>
        <c:numFmt formatCode="0"/>
        <c:majorTickMark val="none"/>
        <c:minorTickMark val="none"/>
        <c:spPr>
          <a:ln xmlns:a="http://schemas.openxmlformats.org/drawingml/2006/main" w="7620">
            <a:solidFill>
              <a:srgbClr val="263238"/>
            </a:solidFill>
            <a:prstDash val="solid"/>
          </a:ln>
        </c:spPr>
        <c:txPr>
          <a:bodyPr xmlns:a="http://schemas.openxmlformats.org/drawingml/2006/main" anchorCtr="1"/>
          <a:lstStyle xmlns:a="http://schemas.openxmlformats.org/drawingml/2006/main"/>
          <a:p xmlns:a="http://schemas.openxmlformats.org/drawingml/2006/main">
            <a:pPr>
              <a:defRPr sz="1125">
                <a:solidFill>
                  <a:srgbClr val="263238"/>
                </a:solidFill>
                <a:latin typeface="Arial"/>
                <a:ea typeface="Arial"/>
                <a:cs typeface="Arial"/>
              </a:defRPr>
            </a:pPr>
          </a:p>
        </c:txPr>
        <c:crossAx val="48672768"/>
        <c:majorUnit val="20"/>
      </c:valAx>
      <c:spPr>
        <a:solidFill xmlns:a="http://schemas.openxmlformats.org/drawingml/2006/main">
          <a:srgbClr val="FFFFFF"/>
        </a:solidFill>
        <a:ln xmlns:a="http://schemas.openxmlformats.org/drawingml/2006/main" w="0">
          <a:noFill/>
          <a:prstDash val="solid"/>
        </a:ln>
      </c:spPr>
    </c:plotArea>
    <c:plotVisOnly val="1"/>
  </c:chart>
  <c:spPr>
    <a:solidFill xmlns:a="http://schemas.openxmlformats.org/drawingml/2006/main">
      <a:srgbClr val="FFFFFF"/>
    </a:solidFill>
    <a:ln xmlns:a="http://schemas.openxmlformats.org/drawingml/2006/main" w="0">
      <a:noFill/>
      <a:prstDash val="solid"/>
    </a:ln>
  </c:spPr>
</c:chartSpace>
</file>

<file path=ppt/main_figures/Fig5/ppt/slides/charts/chart3.xml><?xml version="1.0" encoding="utf-8"?>
<c:chartSpace xmlns:c="http://schemas.openxmlformats.org/drawingml/2006/chart">
  <c:lang val="en-US"/>
  <c:chart>
    <c:plotArea>
      <c:scatterChart>
        <c:scatterStyle val="lineMarker"/>
        <c:varyColors val="0"/>
        <c:ser>
          <c:idx val="0"/>
          <c:order val="0"/>
          <c:tx>
            <c:v>Exact frontier F</c:v>
          </c:tx>
          <c:spPr>
            <a:noFill xmlns:a="http://schemas.openxmlformats.org/drawingml/2006/main"/>
            <a:ln xmlns:a="http://schemas.openxmlformats.org/drawingml/2006/main" w="16193">
              <a:solidFill>
                <a:srgbClr val="0072B2"/>
              </a:solidFill>
              <a:prstDash val="solid"/>
            </a:ln>
          </c:spPr>
          <c:marker>
            <c:symbol val="none"/>
            <c:size val="7"/>
            <c:spPr>
              <a:solidFill xmlns:a="http://schemas.openxmlformats.org/drawingml/2006/main">
                <a:srgbClr val="0072B2"/>
              </a:solidFill>
            </c:spPr>
          </c:marker>
          <c:xVal>
            <c:numLit>
              <c:formatCode>General</c:formatCode>
              <c:ptCount val="324"/>
              <c:pt idx="0">
                <c:v>0</c:v>
              </c:pt>
              <c:pt idx="1">
                <c:v>0.00015111388520402483</c:v>
              </c:pt>
              <c:pt idx="2">
                <c:v>0.00015111388520402483</c:v>
              </c:pt>
              <c:pt idx="3">
                <c:v>0.004203918291160405</c:v>
              </c:pt>
              <c:pt idx="4">
                <c:v>0.004203918291160405</c:v>
              </c:pt>
              <c:pt idx="5">
                <c:v>0.0055513884840561484</c:v>
              </c:pt>
              <c:pt idx="6">
                <c:v>0.0055513884840561484</c:v>
              </c:pt>
              <c:pt idx="7">
                <c:v>0.011997738289471096</c:v>
              </c:pt>
              <c:pt idx="8">
                <c:v>0.011997738289471096</c:v>
              </c:pt>
              <c:pt idx="9">
                <c:v>0.01879632306328693</c:v>
              </c:pt>
              <c:pt idx="10">
                <c:v>0.01879632306328693</c:v>
              </c:pt>
              <c:pt idx="11">
                <c:v>0.020693011250991083</c:v>
              </c:pt>
              <c:pt idx="12">
                <c:v>0.020693011250991083</c:v>
              </c:pt>
              <c:pt idx="13">
                <c:v>0.03759137978492728</c:v>
              </c:pt>
              <c:pt idx="14">
                <c:v>0.03759137978492728</c:v>
              </c:pt>
              <c:pt idx="15">
                <c:v>0.06111098020389257</c:v>
              </c:pt>
              <c:pt idx="16">
                <c:v>0.06111098020389257</c:v>
              </c:pt>
              <c:pt idx="17">
                <c:v>0.0619676580927901</c:v>
              </c:pt>
              <c:pt idx="18">
                <c:v>0.0619676580927901</c:v>
              </c:pt>
              <c:pt idx="19">
                <c:v>0.06303584928042975</c:v>
              </c:pt>
              <c:pt idx="20">
                <c:v>0.06303584928042975</c:v>
              </c:pt>
              <c:pt idx="21">
                <c:v>0.06924156272888858</c:v>
              </c:pt>
              <c:pt idx="22">
                <c:v>0.06924156272888858</c:v>
              </c:pt>
              <c:pt idx="23">
                <c:v>0.09601557994714856</c:v>
              </c:pt>
              <c:pt idx="24">
                <c:v>0.09601557994714856</c:v>
              </c:pt>
              <c:pt idx="25">
                <c:v>0.09798446227799736</c:v>
              </c:pt>
              <c:pt idx="26">
                <c:v>0.09798446227799736</c:v>
              </c:pt>
              <c:pt idx="27">
                <c:v>0.10288347099038325</c:v>
              </c:pt>
              <c:pt idx="28">
                <c:v>0.10288347099038325</c:v>
              </c:pt>
              <c:pt idx="29">
                <c:v>0.10709303121910597</c:v>
              </c:pt>
              <c:pt idx="30">
                <c:v>0.10709303121910597</c:v>
              </c:pt>
              <c:pt idx="31">
                <c:v>0.1151851915987303</c:v>
              </c:pt>
              <c:pt idx="32">
                <c:v>0.1151851915987303</c:v>
              </c:pt>
              <c:pt idx="33">
                <c:v>0.1298870932344204</c:v>
              </c:pt>
              <c:pt idx="34">
                <c:v>0.1298870932344204</c:v>
              </c:pt>
              <c:pt idx="35">
                <c:v>0.15127315870108515</c:v>
              </c:pt>
              <c:pt idx="36">
                <c:v>0.15127315870108515</c:v>
              </c:pt>
              <c:pt idx="37">
                <c:v>0.15223837857438724</c:v>
              </c:pt>
              <c:pt idx="38">
                <c:v>0.15223837857438724</c:v>
              </c:pt>
              <c:pt idx="39">
                <c:v>0.21472560614380545</c:v>
              </c:pt>
              <c:pt idx="40">
                <c:v>0.21472560614380545</c:v>
              </c:pt>
              <c:pt idx="41">
                <c:v>0.21842478822666775</c:v>
              </c:pt>
              <c:pt idx="42">
                <c:v>0.21842478822666775</c:v>
              </c:pt>
              <c:pt idx="43">
                <c:v>0.2842628211335286</c:v>
              </c:pt>
              <c:pt idx="44">
                <c:v>0.2842628211335286</c:v>
              </c:pt>
              <c:pt idx="45">
                <c:v>0.3250371642058675</c:v>
              </c:pt>
              <c:pt idx="46">
                <c:v>0.3250371642058675</c:v>
              </c:pt>
              <c:pt idx="47">
                <c:v>0.3360640126462433</c:v>
              </c:pt>
              <c:pt idx="48">
                <c:v>0.3360640126462433</c:v>
              </c:pt>
              <c:pt idx="49">
                <c:v>0.39724549645144913</c:v>
              </c:pt>
              <c:pt idx="50">
                <c:v>0.39724549645144913</c:v>
              </c:pt>
              <c:pt idx="51">
                <c:v>0.39982161151641177</c:v>
              </c:pt>
              <c:pt idx="52">
                <c:v>0.39982161151641177</c:v>
              </c:pt>
              <c:pt idx="53">
                <c:v>0.406104487831488</c:v>
              </c:pt>
              <c:pt idx="54">
                <c:v>0.406104487831488</c:v>
              </c:pt>
              <c:pt idx="55">
                <c:v>0.44189571857053106</c:v>
              </c:pt>
              <c:pt idx="56">
                <c:v>0.44189571857053106</c:v>
              </c:pt>
              <c:pt idx="57">
                <c:v>0.5</c:v>
              </c:pt>
              <c:pt idx="58">
                <c:v>0.5</c:v>
              </c:pt>
              <c:pt idx="59">
                <c:v>0.5549898292884123</c:v>
              </c:pt>
              <c:pt idx="60">
                <c:v>0.5549898292884123</c:v>
              </c:pt>
              <c:pt idx="61">
                <c:v>0.6474785113794752</c:v>
              </c:pt>
              <c:pt idx="62">
                <c:v>0.6474785113794752</c:v>
              </c:pt>
              <c:pt idx="63">
                <c:v>0.660842950598233</c:v>
              </c:pt>
              <c:pt idx="64">
                <c:v>0.660842950598233</c:v>
              </c:pt>
              <c:pt idx="65">
                <c:v>0.6778011958174508</c:v>
              </c:pt>
              <c:pt idx="66">
                <c:v>0.6778011958174508</c:v>
              </c:pt>
              <c:pt idx="67">
                <c:v>0.7118869108750362</c:v>
              </c:pt>
              <c:pt idx="68">
                <c:v>0.7118869108750362</c:v>
              </c:pt>
              <c:pt idx="69">
                <c:v>0.7153220178559766</c:v>
              </c:pt>
              <c:pt idx="70">
                <c:v>0.7153220178559766</c:v>
              </c:pt>
              <c:pt idx="71">
                <c:v>0.7967712142284801</c:v>
              </c:pt>
              <c:pt idx="72">
                <c:v>0.7967712142284801</c:v>
              </c:pt>
              <c:pt idx="73">
                <c:v>0.7976904344155796</c:v>
              </c:pt>
              <c:pt idx="74">
                <c:v>0.7976904344155796</c:v>
              </c:pt>
              <c:pt idx="75">
                <c:v>0.8175005445188739</c:v>
              </c:pt>
              <c:pt idx="76">
                <c:v>0.8175005445188739</c:v>
              </c:pt>
              <c:pt idx="77">
                <c:v>0.8631761063486523</c:v>
              </c:pt>
              <c:pt idx="78">
                <c:v>0.8631761063486523</c:v>
              </c:pt>
              <c:pt idx="79">
                <c:v>0.9243016618459949</c:v>
              </c:pt>
              <c:pt idx="80">
                <c:v>0.9243016618459949</c:v>
              </c:pt>
              <c:pt idx="81">
                <c:v>0.9557137371304134</c:v>
              </c:pt>
              <c:pt idx="82">
                <c:v>0.9557137371304134</c:v>
              </c:pt>
              <c:pt idx="83">
                <c:v>1</c:v>
              </c:pt>
              <c:pt idx="84">
                <c:v>1</c:v>
              </c:pt>
              <c:pt idx="85">
                <c:v>1.000289432295881</c:v>
              </c:pt>
              <c:pt idx="86">
                <c:v>1.000289432295881</c:v>
              </c:pt>
              <c:pt idx="87">
                <c:v>1.0512410296868069</c:v>
              </c:pt>
              <c:pt idx="88">
                <c:v>1.0512410296868069</c:v>
              </c:pt>
              <c:pt idx="89">
                <c:v>1.1128414317502269</c:v>
              </c:pt>
              <c:pt idx="90">
                <c:v>1.1128414317502269</c:v>
              </c:pt>
              <c:pt idx="91">
                <c:v>1.1177988628596658</c:v>
              </c:pt>
              <c:pt idx="92">
                <c:v>1.1177988628596658</c:v>
              </c:pt>
              <c:pt idx="93">
                <c:v>1.1232009985377522</c:v>
              </c:pt>
              <c:pt idx="94">
                <c:v>1.1232009985377522</c:v>
              </c:pt>
              <c:pt idx="95">
                <c:v>1.1840181244992556</c:v>
              </c:pt>
              <c:pt idx="96">
                <c:v>1.1840181244992556</c:v>
              </c:pt>
              <c:pt idx="97">
                <c:v>1.2061624260055197</c:v>
              </c:pt>
              <c:pt idx="98">
                <c:v>1.2061624260055197</c:v>
              </c:pt>
              <c:pt idx="99">
                <c:v>1.315331744683065</c:v>
              </c:pt>
              <c:pt idx="100">
                <c:v>1.315331744683065</c:v>
              </c:pt>
              <c:pt idx="101">
                <c:v>1.3456754572894365</c:v>
              </c:pt>
              <c:pt idx="102">
                <c:v>1.3456754572894365</c:v>
              </c:pt>
              <c:pt idx="103">
                <c:v>1.3592377982859938</c:v>
              </c:pt>
              <c:pt idx="104">
                <c:v>1.3592377982859938</c:v>
              </c:pt>
              <c:pt idx="105">
                <c:v>1.3851663248366992</c:v>
              </c:pt>
              <c:pt idx="106">
                <c:v>1.3851663248366992</c:v>
              </c:pt>
              <c:pt idx="107">
                <c:v>1.3935454081086054</c:v>
              </c:pt>
              <c:pt idx="108">
                <c:v>1.3935454081086054</c:v>
              </c:pt>
              <c:pt idx="109">
                <c:v>1.4001810966796278</c:v>
              </c:pt>
              <c:pt idx="110">
                <c:v>1.4001810966796278</c:v>
              </c:pt>
              <c:pt idx="111">
                <c:v>1.444504370404768</c:v>
              </c:pt>
              <c:pt idx="112">
                <c:v>1.444504370404768</c:v>
              </c:pt>
              <c:pt idx="113">
                <c:v>1.4455543087844618</c:v>
              </c:pt>
              <c:pt idx="114">
                <c:v>1.4455543087844618</c:v>
              </c:pt>
              <c:pt idx="115">
                <c:v>1.4530746631674125</c:v>
              </c:pt>
              <c:pt idx="116">
                <c:v>1.4530746631674125</c:v>
              </c:pt>
              <c:pt idx="117">
                <c:v>1.5028679464967793</c:v>
              </c:pt>
              <c:pt idx="118">
                <c:v>1.5028679464967793</c:v>
              </c:pt>
              <c:pt idx="119">
                <c:v>1.531351013859408</c:v>
              </c:pt>
              <c:pt idx="120">
                <c:v>1.531351013859408</c:v>
              </c:pt>
              <c:pt idx="121">
                <c:v>1.5393426919480528</c:v>
              </c:pt>
              <c:pt idx="122">
                <c:v>1.5393426919480528</c:v>
              </c:pt>
              <c:pt idx="123">
                <c:v>1.5408854734172206</c:v>
              </c:pt>
              <c:pt idx="124">
                <c:v>1.5408854734172206</c:v>
              </c:pt>
              <c:pt idx="125">
                <c:v>1.633764400333853</c:v>
              </c:pt>
              <c:pt idx="126">
                <c:v>1.633764400333853</c:v>
              </c:pt>
              <c:pt idx="127">
                <c:v>1.6553002343162027</c:v>
              </c:pt>
              <c:pt idx="128">
                <c:v>1.6553002343162027</c:v>
              </c:pt>
              <c:pt idx="129">
                <c:v>1.6785159158282978</c:v>
              </c:pt>
              <c:pt idx="130">
                <c:v>1.6785159158282978</c:v>
              </c:pt>
              <c:pt idx="131">
                <c:v>1.6948753805377457</c:v>
              </c:pt>
              <c:pt idx="132">
                <c:v>1.6948753805377457</c:v>
              </c:pt>
              <c:pt idx="133">
                <c:v>1.7584844654465772</c:v>
              </c:pt>
              <c:pt idx="134">
                <c:v>1.7584844654465772</c:v>
              </c:pt>
              <c:pt idx="135">
                <c:v>1.7718183257357238</c:v>
              </c:pt>
              <c:pt idx="136">
                <c:v>1.7718183257357238</c:v>
              </c:pt>
              <c:pt idx="137">
                <c:v>1.7941219849936019</c:v>
              </c:pt>
              <c:pt idx="138">
                <c:v>1.7941219849936019</c:v>
              </c:pt>
              <c:pt idx="139">
                <c:v>1.8145682798881748</c:v>
              </c:pt>
              <c:pt idx="140">
                <c:v>1.8145682798881748</c:v>
              </c:pt>
              <c:pt idx="141">
                <c:v>1.82810497376606</c:v>
              </c:pt>
              <c:pt idx="142">
                <c:v>1.82810497376606</c:v>
              </c:pt>
              <c:pt idx="143">
                <c:v>2</c:v>
              </c:pt>
              <c:pt idx="144">
                <c:v>2</c:v>
              </c:pt>
              <c:pt idx="145">
                <c:v>2.0023043568010763</c:v>
              </c:pt>
              <c:pt idx="146">
                <c:v>2.0023043568010763</c:v>
              </c:pt>
              <c:pt idx="147">
                <c:v>2.019644019891745</c:v>
              </c:pt>
              <c:pt idx="148">
                <c:v>2.019644019891745</c:v>
              </c:pt>
              <c:pt idx="149">
                <c:v>2.0273946099891944</c:v>
              </c:pt>
              <c:pt idx="150">
                <c:v>2.0273946099891944</c:v>
              </c:pt>
              <c:pt idx="151">
                <c:v>2.1286448219488467</c:v>
              </c:pt>
              <c:pt idx="152">
                <c:v>2.1286448219488467</c:v>
              </c:pt>
              <c:pt idx="153">
                <c:v>2.142874899193884</c:v>
              </c:pt>
              <c:pt idx="154">
                <c:v>2.142874899193884</c:v>
              </c:pt>
              <c:pt idx="155">
                <c:v>2.1466188030835847</c:v>
              </c:pt>
              <c:pt idx="156">
                <c:v>2.1466188030835847</c:v>
              </c:pt>
              <c:pt idx="157">
                <c:v>2.180396530164073</c:v>
              </c:pt>
              <c:pt idx="158">
                <c:v>2.180396530164073</c:v>
              </c:pt>
              <c:pt idx="159">
                <c:v>2.217401591981884</c:v>
              </c:pt>
              <c:pt idx="160">
                <c:v>2.217401591981884</c:v>
              </c:pt>
              <c:pt idx="161">
                <c:v>2.2248582561780013</c:v>
              </c:pt>
              <c:pt idx="162">
                <c:v>2.2248582561780013</c:v>
              </c:pt>
              <c:pt idx="163">
                <c:v>2.249666022359145</c:v>
              </c:pt>
              <c:pt idx="164">
                <c:v>2.249666022359145</c:v>
              </c:pt>
              <c:pt idx="165">
                <c:v>2.2621915421291865</c:v>
              </c:pt>
              <c:pt idx="166">
                <c:v>2.2621915421291865</c:v>
              </c:pt>
              <c:pt idx="167">
                <c:v>2.368460459034046</c:v>
              </c:pt>
              <c:pt idx="168">
                <c:v>2.368460459034046</c:v>
              </c:pt>
              <c:pt idx="169">
                <c:v>2.431498247751393</c:v>
              </c:pt>
              <c:pt idx="170">
                <c:v>2.431498247751393</c:v>
              </c:pt>
              <c:pt idx="171">
                <c:v>2.4794983933067534</c:v>
              </c:pt>
              <c:pt idx="172">
                <c:v>2.4794983933067534</c:v>
              </c:pt>
              <c:pt idx="173">
                <c:v>2.4972685400549794</c:v>
              </c:pt>
              <c:pt idx="174">
                <c:v>2.4972685400549794</c:v>
              </c:pt>
              <c:pt idx="175">
                <c:v>2.6004488930753604</c:v>
              </c:pt>
              <c:pt idx="176">
                <c:v>2.6004488930753604</c:v>
              </c:pt>
              <c:pt idx="177">
                <c:v>2.609595990940967</c:v>
              </c:pt>
              <c:pt idx="178">
                <c:v>2.609595990940967</c:v>
              </c:pt>
              <c:pt idx="179">
                <c:v>2.613280680769558</c:v>
              </c:pt>
              <c:pt idx="180">
                <c:v>2.613280680769558</c:v>
              </c:pt>
              <c:pt idx="181">
                <c:v>2.7115540142350776</c:v>
              </c:pt>
              <c:pt idx="182">
                <c:v>2.7115540142350776</c:v>
              </c:pt>
              <c:pt idx="183">
                <c:v>3.085601206004607</c:v>
              </c:pt>
              <c:pt idx="184">
                <c:v>3.085601206004607</c:v>
              </c:pt>
              <c:pt idx="185">
                <c:v>3.101667528952116</c:v>
              </c:pt>
              <c:pt idx="186">
                <c:v>3.101667528952116</c:v>
              </c:pt>
              <c:pt idx="187">
                <c:v>3.103803775428357</c:v>
              </c:pt>
              <c:pt idx="188">
                <c:v>3.103803775428357</c:v>
              </c:pt>
              <c:pt idx="189">
                <c:v>3.106764755166443</c:v>
              </c:pt>
              <c:pt idx="190">
                <c:v>3.106764755166443</c:v>
              </c:pt>
              <c:pt idx="191">
                <c:v>3.480015519256061</c:v>
              </c:pt>
              <c:pt idx="192">
                <c:v>3.480015519256061</c:v>
              </c:pt>
              <c:pt idx="193">
                <c:v>3.7285407662781935</c:v>
              </c:pt>
              <c:pt idx="194">
                <c:v>3.7285407662781935</c:v>
              </c:pt>
              <c:pt idx="195">
                <c:v>3.8201887654812903</c:v>
              </c:pt>
              <c:pt idx="196">
                <c:v>3.8201887654812903</c:v>
              </c:pt>
              <c:pt idx="197">
                <c:v>3.936710278991065</c:v>
              </c:pt>
              <c:pt idx="198">
                <c:v>3.936710278991065</c:v>
              </c:pt>
              <c:pt idx="199">
                <c:v>4.035047841609898</c:v>
              </c:pt>
              <c:pt idx="200">
                <c:v>4.035047841609898</c:v>
              </c:pt>
              <c:pt idx="201">
                <c:v>4.0791124343871745</c:v>
              </c:pt>
              <c:pt idx="202">
                <c:v>4.0791124343871745</c:v>
              </c:pt>
              <c:pt idx="203">
                <c:v>4.257920102372476</c:v>
              </c:pt>
              <c:pt idx="204">
                <c:v>4.257920102372476</c:v>
              </c:pt>
              <c:pt idx="205">
                <c:v>4.325061804254402</c:v>
              </c:pt>
              <c:pt idx="206">
                <c:v>4.325061804254402</c:v>
              </c:pt>
              <c:pt idx="207">
                <c:v>4.387366087139888</c:v>
              </c:pt>
              <c:pt idx="208">
                <c:v>4.387366087139888</c:v>
              </c:pt>
              <c:pt idx="209">
                <c:v>4.4156204549717515</c:v>
              </c:pt>
              <c:pt idx="210">
                <c:v>4.4156204549717515</c:v>
              </c:pt>
              <c:pt idx="211">
                <c:v>4.578347203931111</c:v>
              </c:pt>
              <c:pt idx="212">
                <c:v>4.578347203931111</c:v>
              </c:pt>
              <c:pt idx="213">
                <c:v>4.6099909983561975</c:v>
              </c:pt>
              <c:pt idx="214">
                <c:v>4.6099909983561975</c:v>
              </c:pt>
              <c:pt idx="215">
                <c:v>4.73574535111436</c:v>
              </c:pt>
              <c:pt idx="216">
                <c:v>4.73574535111436</c:v>
              </c:pt>
              <c:pt idx="217">
                <c:v>4.773261275974323</c:v>
              </c:pt>
              <c:pt idx="218">
                <c:v>4.773261275974323</c:v>
              </c:pt>
              <c:pt idx="219">
                <c:v>5</c:v>
              </c:pt>
              <c:pt idx="220">
                <c:v>5</c:v>
              </c:pt>
              <c:pt idx="221">
                <c:v>5.066156149569525</c:v>
              </c:pt>
              <c:pt idx="222">
                <c:v>5.066156149569525</c:v>
              </c:pt>
              <c:pt idx="223">
                <c:v>5.06989171719019</c:v>
              </c:pt>
              <c:pt idx="224">
                <c:v>5.06989171719019</c:v>
              </c:pt>
              <c:pt idx="225">
                <c:v>5.088516630581974</c:v>
              </c:pt>
              <c:pt idx="226">
                <c:v>5.088516630581974</c:v>
              </c:pt>
              <c:pt idx="227">
                <c:v>5.139091507315685</c:v>
              </c:pt>
              <c:pt idx="228">
                <c:v>5.139091507315685</c:v>
              </c:pt>
              <c:pt idx="229">
                <c:v>5.153448259180709</c:v>
              </c:pt>
              <c:pt idx="230">
                <c:v>5.153448259180709</c:v>
              </c:pt>
              <c:pt idx="231">
                <c:v>5.535110471066339</c:v>
              </c:pt>
              <c:pt idx="232">
                <c:v>5.535110471066339</c:v>
              </c:pt>
              <c:pt idx="233">
                <c:v>6.0062824748553165</c:v>
              </c:pt>
              <c:pt idx="234">
                <c:v>6.0062824748553165</c:v>
              </c:pt>
              <c:pt idx="235">
                <c:v>6.0097878418767205</c:v>
              </c:pt>
              <c:pt idx="236">
                <c:v>6.0097878418767205</c:v>
              </c:pt>
              <c:pt idx="237">
                <c:v>6.090534328155278</c:v>
              </c:pt>
              <c:pt idx="238">
                <c:v>6.090534328155278</c:v>
              </c:pt>
              <c:pt idx="239">
                <c:v>6.178333815943852</c:v>
              </c:pt>
              <c:pt idx="240">
                <c:v>6.178333815943852</c:v>
              </c:pt>
              <c:pt idx="241">
                <c:v>6.180075569985474</c:v>
              </c:pt>
              <c:pt idx="242">
                <c:v>6.180075569985474</c:v>
              </c:pt>
              <c:pt idx="243">
                <c:v>6.310839989460868</c:v>
              </c:pt>
              <c:pt idx="244">
                <c:v>6.310839989460868</c:v>
              </c:pt>
              <c:pt idx="245">
                <c:v>6.63637013245907</c:v>
              </c:pt>
              <c:pt idx="246">
                <c:v>6.63637013245907</c:v>
              </c:pt>
              <c:pt idx="247">
                <c:v>6.764744887625756</c:v>
              </c:pt>
              <c:pt idx="248">
                <c:v>6.764744887625756</c:v>
              </c:pt>
              <c:pt idx="249">
                <c:v>6.941697908433644</c:v>
              </c:pt>
              <c:pt idx="250">
                <c:v>6.941697908433644</c:v>
              </c:pt>
              <c:pt idx="251">
                <c:v>6.9875723165675945</c:v>
              </c:pt>
              <c:pt idx="252">
                <c:v>6.9875723165675945</c:v>
              </c:pt>
              <c:pt idx="253">
                <c:v>7.329137288231428</c:v>
              </c:pt>
              <c:pt idx="254">
                <c:v>7.329137288231428</c:v>
              </c:pt>
              <c:pt idx="255">
                <c:v>7.422423045569182</c:v>
              </c:pt>
              <c:pt idx="256">
                <c:v>7.422423045569182</c:v>
              </c:pt>
              <c:pt idx="257">
                <c:v>7.42949757717184</c:v>
              </c:pt>
              <c:pt idx="258">
                <c:v>7.42949757717184</c:v>
              </c:pt>
              <c:pt idx="259">
                <c:v>7.439059446693584</c:v>
              </c:pt>
              <c:pt idx="260">
                <c:v>7.439059446693584</c:v>
              </c:pt>
              <c:pt idx="261">
                <c:v>7.610372856814535</c:v>
              </c:pt>
              <c:pt idx="262">
                <c:v>7.610372856814535</c:v>
              </c:pt>
              <c:pt idx="263">
                <c:v>7.618328661079604</c:v>
              </c:pt>
              <c:pt idx="264">
                <c:v>7.618328661079604</c:v>
              </c:pt>
              <c:pt idx="265">
                <c:v>7.833064978540843</c:v>
              </c:pt>
              <c:pt idx="266">
                <c:v>7.833064978540843</c:v>
              </c:pt>
              <c:pt idx="267">
                <c:v>8.053996082171789</c:v>
              </c:pt>
              <c:pt idx="268">
                <c:v>8.053996082171789</c:v>
              </c:pt>
              <c:pt idx="269">
                <c:v>8.066798678324854</c:v>
              </c:pt>
              <c:pt idx="270">
                <c:v>8.066798678324854</c:v>
              </c:pt>
              <c:pt idx="271">
                <c:v>8.351587409644011</c:v>
              </c:pt>
              <c:pt idx="272">
                <c:v>8.351587409644011</c:v>
              </c:pt>
              <c:pt idx="273">
                <c:v>8.417281237061692</c:v>
              </c:pt>
              <c:pt idx="274">
                <c:v>8.417281237061692</c:v>
              </c:pt>
              <c:pt idx="275">
                <c:v>8.548266319766393</c:v>
              </c:pt>
              <c:pt idx="276">
                <c:v>8.548266319766393</c:v>
              </c:pt>
              <c:pt idx="277">
                <c:v>9.198189525438586</c:v>
              </c:pt>
              <c:pt idx="278">
                <c:v>9.198189525438586</c:v>
              </c:pt>
              <c:pt idx="279">
                <c:v>10</c:v>
              </c:pt>
              <c:pt idx="280">
                <c:v>10</c:v>
              </c:pt>
              <c:pt idx="281">
                <c:v>10.330349279058767</c:v>
              </c:pt>
              <c:pt idx="282">
                <c:v>10.330349279058767</c:v>
              </c:pt>
              <c:pt idx="283">
                <c:v>10.427775150531565</c:v>
              </c:pt>
              <c:pt idx="284">
                <c:v>10.427775150531565</c:v>
              </c:pt>
              <c:pt idx="285">
                <c:v>10.907187411479741</c:v>
              </c:pt>
              <c:pt idx="286">
                <c:v>10.907187411479741</c:v>
              </c:pt>
              <c:pt idx="287">
                <c:v>11.2133792839196</c:v>
              </c:pt>
              <c:pt idx="288">
                <c:v>11.2133792839196</c:v>
              </c:pt>
              <c:pt idx="289">
                <c:v>11.393151589708818</c:v>
              </c:pt>
              <c:pt idx="290">
                <c:v>11.393151589708818</c:v>
              </c:pt>
              <c:pt idx="291">
                <c:v>11.492278519749553</c:v>
              </c:pt>
              <c:pt idx="292">
                <c:v>11.492278519749553</c:v>
              </c:pt>
              <c:pt idx="293">
                <c:v>11.842274256759449</c:v>
              </c:pt>
              <c:pt idx="294">
                <c:v>11.842274256759449</c:v>
              </c:pt>
              <c:pt idx="295">
                <c:v>13.240995002806844</c:v>
              </c:pt>
              <c:pt idx="296">
                <c:v>13.240995002806844</c:v>
              </c:pt>
              <c:pt idx="297">
                <c:v>13.644005289371187</c:v>
              </c:pt>
              <c:pt idx="298">
                <c:v>13.644005289371187</c:v>
              </c:pt>
              <c:pt idx="299">
                <c:v>14.27268237082065</c:v>
              </c:pt>
              <c:pt idx="300">
                <c:v>14.27268237082065</c:v>
              </c:pt>
              <c:pt idx="301">
                <c:v>15</c:v>
              </c:pt>
              <c:pt idx="302">
                <c:v>15</c:v>
              </c:pt>
              <c:pt idx="303">
                <c:v>15.52485215989029</c:v>
              </c:pt>
              <c:pt idx="304">
                <c:v>15.52485215989029</c:v>
              </c:pt>
              <c:pt idx="305">
                <c:v>15.931928066073597</c:v>
              </c:pt>
              <c:pt idx="306">
                <c:v>15.931928066073597</c:v>
              </c:pt>
              <c:pt idx="307">
                <c:v>16.55159547143925</c:v>
              </c:pt>
              <c:pt idx="308">
                <c:v>16.55159547143925</c:v>
              </c:pt>
              <c:pt idx="309">
                <c:v>19.77485564764</c:v>
              </c:pt>
              <c:pt idx="310">
                <c:v>19.77485564764</c:v>
              </c:pt>
              <c:pt idx="311">
                <c:v>20</c:v>
              </c:pt>
              <c:pt idx="312">
                <c:v>20</c:v>
              </c:pt>
              <c:pt idx="313">
                <c:v>21.752924296059124</c:v>
              </c:pt>
              <c:pt idx="314">
                <c:v>21.752924296059124</c:v>
              </c:pt>
              <c:pt idx="315">
                <c:v>24.008677003995636</c:v>
              </c:pt>
              <c:pt idx="316">
                <c:v>24.008677003995636</c:v>
              </c:pt>
              <c:pt idx="317">
                <c:v>30</c:v>
              </c:pt>
              <c:pt idx="318">
                <c:v>30</c:v>
              </c:pt>
              <c:pt idx="319">
                <c:v>33.555199555944284</c:v>
              </c:pt>
              <c:pt idx="320">
                <c:v>33.555199555944284</c:v>
              </c:pt>
              <c:pt idx="321">
                <c:v>50</c:v>
              </c:pt>
              <c:pt idx="322">
                <c:v>50</c:v>
              </c:pt>
              <c:pt idx="323">
                <c:v>70</c:v>
              </c:pt>
            </c:numLit>
          </c:xVal>
          <c:yVal>
            <c:numLit>
              <c:formatCode>0.0</c:formatCode>
              <c:ptCount val="324"/>
              <c:pt idx="0">
                <c:v>0.9602715269585541</c:v>
              </c:pt>
              <c:pt idx="1">
                <c:v>0.9602715269585541</c:v>
              </c:pt>
              <c:pt idx="2">
                <c:v>0.9602715269585541</c:v>
              </c:pt>
              <c:pt idx="3">
                <c:v>0.9602715269585541</c:v>
              </c:pt>
              <c:pt idx="4">
                <c:v>0.9602715269585541</c:v>
              </c:pt>
              <c:pt idx="5">
                <c:v>0.9602715269585541</c:v>
              </c:pt>
              <c:pt idx="6">
                <c:v>0.9602715269585541</c:v>
              </c:pt>
              <c:pt idx="7">
                <c:v>0.9602715269585541</c:v>
              </c:pt>
              <c:pt idx="8">
                <c:v>0.9602715269585541</c:v>
              </c:pt>
              <c:pt idx="9">
                <c:v>0.9602715269585541</c:v>
              </c:pt>
              <c:pt idx="10">
                <c:v>0.9602715269585541</c:v>
              </c:pt>
              <c:pt idx="11">
                <c:v>0.9602715269585541</c:v>
              </c:pt>
              <c:pt idx="12">
                <c:v>0.9602715269585541</c:v>
              </c:pt>
              <c:pt idx="13">
                <c:v>0.9602715269585541</c:v>
              </c:pt>
              <c:pt idx="14">
                <c:v>0.9602715269585541</c:v>
              </c:pt>
              <c:pt idx="15">
                <c:v>0.9602715269585541</c:v>
              </c:pt>
              <c:pt idx="16">
                <c:v>0.9602715269585541</c:v>
              </c:pt>
              <c:pt idx="17">
                <c:v>0.9602715269585541</c:v>
              </c:pt>
              <c:pt idx="18">
                <c:v>0.9602715269585541</c:v>
              </c:pt>
              <c:pt idx="19">
                <c:v>0.9602715269585541</c:v>
              </c:pt>
              <c:pt idx="20">
                <c:v>0.9602715269585541</c:v>
              </c:pt>
              <c:pt idx="21">
                <c:v>0.9602715269585541</c:v>
              </c:pt>
              <c:pt idx="22">
                <c:v>0.9602715269585541</c:v>
              </c:pt>
              <c:pt idx="23">
                <c:v>0.9602715269585541</c:v>
              </c:pt>
              <c:pt idx="24">
                <c:v>0.9602715269585541</c:v>
              </c:pt>
              <c:pt idx="25">
                <c:v>0.9602715269585541</c:v>
              </c:pt>
              <c:pt idx="26">
                <c:v>0.9602715269585541</c:v>
              </c:pt>
              <c:pt idx="27">
                <c:v>0.9602715269585541</c:v>
              </c:pt>
              <c:pt idx="28">
                <c:v>0.9602715269585541</c:v>
              </c:pt>
              <c:pt idx="29">
                <c:v>0.9602715269585541</c:v>
              </c:pt>
              <c:pt idx="30">
                <c:v>0.9602715269585541</c:v>
              </c:pt>
              <c:pt idx="31">
                <c:v>0.9602715269585541</c:v>
              </c:pt>
              <c:pt idx="32">
                <c:v>0.9602715269585541</c:v>
              </c:pt>
              <c:pt idx="33">
                <c:v>0.9602715269585541</c:v>
              </c:pt>
              <c:pt idx="34">
                <c:v>0.9602715269585541</c:v>
              </c:pt>
              <c:pt idx="35">
                <c:v>0.9602715269585541</c:v>
              </c:pt>
              <c:pt idx="36">
                <c:v>0.9602715269585541</c:v>
              </c:pt>
              <c:pt idx="37">
                <c:v>0.9602715269585541</c:v>
              </c:pt>
              <c:pt idx="38">
                <c:v>0.9602715269585541</c:v>
              </c:pt>
              <c:pt idx="39">
                <c:v>0.9602715269585541</c:v>
              </c:pt>
              <c:pt idx="40">
                <c:v>0.9602715269585541</c:v>
              </c:pt>
              <c:pt idx="41">
                <c:v>0.9602715269585541</c:v>
              </c:pt>
              <c:pt idx="42">
                <c:v>0.9602715269585541</c:v>
              </c:pt>
              <c:pt idx="43">
                <c:v>0.9602715269585541</c:v>
              </c:pt>
              <c:pt idx="44">
                <c:v>0.9602715269585541</c:v>
              </c:pt>
              <c:pt idx="45">
                <c:v>0.9602715269585541</c:v>
              </c:pt>
              <c:pt idx="46">
                <c:v>0.9602715269585541</c:v>
              </c:pt>
              <c:pt idx="47">
                <c:v>0.9602715269585541</c:v>
              </c:pt>
              <c:pt idx="48">
                <c:v>0.9602715269585541</c:v>
              </c:pt>
              <c:pt idx="49">
                <c:v>0.9602715269585541</c:v>
              </c:pt>
              <c:pt idx="50">
                <c:v>0.9602715269585541</c:v>
              </c:pt>
              <c:pt idx="51">
                <c:v>0.9602715269585541</c:v>
              </c:pt>
              <c:pt idx="52">
                <c:v>0.9602715269585541</c:v>
              </c:pt>
              <c:pt idx="53">
                <c:v>0.9602715269585541</c:v>
              </c:pt>
              <c:pt idx="54">
                <c:v>0.9602715269585541</c:v>
              </c:pt>
              <c:pt idx="55">
                <c:v>0.9602715269585541</c:v>
              </c:pt>
              <c:pt idx="56">
                <c:v>0.9602715269585541</c:v>
              </c:pt>
              <c:pt idx="57">
                <c:v>0.9602715269585541</c:v>
              </c:pt>
              <c:pt idx="58">
                <c:v>0.9602715269585541</c:v>
              </c:pt>
              <c:pt idx="59">
                <c:v>0.9602715269585541</c:v>
              </c:pt>
              <c:pt idx="60">
                <c:v>0.9602715269585541</c:v>
              </c:pt>
              <c:pt idx="61">
                <c:v>0.9602715269585541</c:v>
              </c:pt>
              <c:pt idx="62">
                <c:v>0.9602715269585541</c:v>
              </c:pt>
              <c:pt idx="63">
                <c:v>0.9602715269585541</c:v>
              </c:pt>
              <c:pt idx="64">
                <c:v>0.9602715269585541</c:v>
              </c:pt>
              <c:pt idx="65">
                <c:v>0.9602715269585541</c:v>
              </c:pt>
              <c:pt idx="66">
                <c:v>0.9602715269585541</c:v>
              </c:pt>
              <c:pt idx="67">
                <c:v>0.9602715269585541</c:v>
              </c:pt>
              <c:pt idx="68">
                <c:v>0.9602715269585541</c:v>
              </c:pt>
              <c:pt idx="69">
                <c:v>0.9602715269585541</c:v>
              </c:pt>
              <c:pt idx="70">
                <c:v>0.9602715269585541</c:v>
              </c:pt>
              <c:pt idx="71">
                <c:v>0.9602715269585541</c:v>
              </c:pt>
              <c:pt idx="72">
                <c:v>0.9602715269585541</c:v>
              </c:pt>
              <c:pt idx="73">
                <c:v>0.9602715269585541</c:v>
              </c:pt>
              <c:pt idx="74">
                <c:v>0.9602715269585541</c:v>
              </c:pt>
              <c:pt idx="75">
                <c:v>0.9602715269585541</c:v>
              </c:pt>
              <c:pt idx="76">
                <c:v>0.9602715269585541</c:v>
              </c:pt>
              <c:pt idx="77">
                <c:v>0.9602715269585541</c:v>
              </c:pt>
              <c:pt idx="78">
                <c:v>0.9602715269585541</c:v>
              </c:pt>
              <c:pt idx="79">
                <c:v>0.9602715269585541</c:v>
              </c:pt>
              <c:pt idx="80">
                <c:v>0.9602715269585541</c:v>
              </c:pt>
              <c:pt idx="81">
                <c:v>0.9602715269585541</c:v>
              </c:pt>
              <c:pt idx="82">
                <c:v>0.9602715269585541</c:v>
              </c:pt>
              <c:pt idx="83">
                <c:v>0.9602715269585541</c:v>
              </c:pt>
              <c:pt idx="84">
                <c:v>0.9602715269585541</c:v>
              </c:pt>
              <c:pt idx="85">
                <c:v>0.9602715269585541</c:v>
              </c:pt>
              <c:pt idx="86">
                <c:v>0.9602715269585541</c:v>
              </c:pt>
              <c:pt idx="87">
                <c:v>0.9602715269585541</c:v>
              </c:pt>
              <c:pt idx="88">
                <c:v>0.9602715269585541</c:v>
              </c:pt>
              <c:pt idx="89">
                <c:v>0.9602715269585541</c:v>
              </c:pt>
              <c:pt idx="90">
                <c:v>0.9602715269585541</c:v>
              </c:pt>
              <c:pt idx="91">
                <c:v>0.9602715269585541</c:v>
              </c:pt>
              <c:pt idx="92">
                <c:v>0.9602715269585541</c:v>
              </c:pt>
              <c:pt idx="93">
                <c:v>0.9602715269585541</c:v>
              </c:pt>
              <c:pt idx="94">
                <c:v>0.9602715269585541</c:v>
              </c:pt>
              <c:pt idx="95">
                <c:v>0.9602715269585541</c:v>
              </c:pt>
              <c:pt idx="96">
                <c:v>0.9602715269585541</c:v>
              </c:pt>
              <c:pt idx="97">
                <c:v>0.9602715269585541</c:v>
              </c:pt>
              <c:pt idx="98">
                <c:v>0.9602715269585541</c:v>
              </c:pt>
              <c:pt idx="99">
                <c:v>0.9602715269585541</c:v>
              </c:pt>
              <c:pt idx="100">
                <c:v>0.9602715269585541</c:v>
              </c:pt>
              <c:pt idx="101">
                <c:v>0.9602715269585541</c:v>
              </c:pt>
              <c:pt idx="102">
                <c:v>0.9602715269585541</c:v>
              </c:pt>
              <c:pt idx="103">
                <c:v>0.9602715269585541</c:v>
              </c:pt>
              <c:pt idx="104">
                <c:v>0.895512646074082</c:v>
              </c:pt>
              <c:pt idx="105">
                <c:v>0.895512646074082</c:v>
              </c:pt>
              <c:pt idx="106">
                <c:v>0.895512646074082</c:v>
              </c:pt>
              <c:pt idx="107">
                <c:v>0.895512646074082</c:v>
              </c:pt>
              <c:pt idx="108">
                <c:v>0.895512646074082</c:v>
              </c:pt>
              <c:pt idx="109">
                <c:v>0.895512646074082</c:v>
              </c:pt>
              <c:pt idx="110">
                <c:v>0.895512646074082</c:v>
              </c:pt>
              <c:pt idx="111">
                <c:v>0.895512646074082</c:v>
              </c:pt>
              <c:pt idx="112">
                <c:v>0.895512646074082</c:v>
              </c:pt>
              <c:pt idx="113">
                <c:v>0.895512646074082</c:v>
              </c:pt>
              <c:pt idx="114">
                <c:v>0.895512646074082</c:v>
              </c:pt>
              <c:pt idx="115">
                <c:v>0.895512646074082</c:v>
              </c:pt>
              <c:pt idx="116">
                <c:v>0.895512646074082</c:v>
              </c:pt>
              <c:pt idx="117">
                <c:v>0.895512646074082</c:v>
              </c:pt>
              <c:pt idx="118">
                <c:v>0.895512646074082</c:v>
              </c:pt>
              <c:pt idx="119">
                <c:v>0.895512646074082</c:v>
              </c:pt>
              <c:pt idx="120">
                <c:v>0.895512646074082</c:v>
              </c:pt>
              <c:pt idx="121">
                <c:v>0.895512646074082</c:v>
              </c:pt>
              <c:pt idx="122">
                <c:v>0.895512646074082</c:v>
              </c:pt>
              <c:pt idx="123">
                <c:v>0.895512646074082</c:v>
              </c:pt>
              <c:pt idx="124">
                <c:v>0.895512646074082</c:v>
              </c:pt>
              <c:pt idx="125">
                <c:v>0.895512646074082</c:v>
              </c:pt>
              <c:pt idx="126">
                <c:v>0.895512646074082</c:v>
              </c:pt>
              <c:pt idx="127">
                <c:v>0.895512646074082</c:v>
              </c:pt>
              <c:pt idx="128">
                <c:v>0.895512646074082</c:v>
              </c:pt>
              <c:pt idx="129">
                <c:v>0.895512646074082</c:v>
              </c:pt>
              <c:pt idx="130">
                <c:v>0.895512646074082</c:v>
              </c:pt>
              <c:pt idx="131">
                <c:v>0.895512646074082</c:v>
              </c:pt>
              <c:pt idx="132">
                <c:v>0.7999212867518236</c:v>
              </c:pt>
              <c:pt idx="133">
                <c:v>0.7999212867518236</c:v>
              </c:pt>
              <c:pt idx="134">
                <c:v>0.7999212867518236</c:v>
              </c:pt>
              <c:pt idx="135">
                <c:v>0.7999212867518236</c:v>
              </c:pt>
              <c:pt idx="136">
                <c:v>0.7999212867518236</c:v>
              </c:pt>
              <c:pt idx="137">
                <c:v>0.7999212867518236</c:v>
              </c:pt>
              <c:pt idx="138">
                <c:v>0.6392446011115812</c:v>
              </c:pt>
              <c:pt idx="139">
                <c:v>0.6392446011115812</c:v>
              </c:pt>
              <c:pt idx="140">
                <c:v>0.6392446011115812</c:v>
              </c:pt>
              <c:pt idx="141">
                <c:v>0.6392446011115812</c:v>
              </c:pt>
              <c:pt idx="142">
                <c:v>0.6392446011115812</c:v>
              </c:pt>
              <c:pt idx="143">
                <c:v>0.6392446011115812</c:v>
              </c:pt>
              <c:pt idx="144">
                <c:v>0.6392446011115812</c:v>
              </c:pt>
              <c:pt idx="145">
                <c:v>0.6392446011115812</c:v>
              </c:pt>
              <c:pt idx="146">
                <c:v>0.6392446011115812</c:v>
              </c:pt>
              <c:pt idx="147">
                <c:v>0.6392446011115812</c:v>
              </c:pt>
              <c:pt idx="148">
                <c:v>0.6392446011115812</c:v>
              </c:pt>
              <c:pt idx="149">
                <c:v>0.6392446011115812</c:v>
              </c:pt>
              <c:pt idx="150">
                <c:v>0.6392446011115812</c:v>
              </c:pt>
              <c:pt idx="151">
                <c:v>0.6392446011115812</c:v>
              </c:pt>
              <c:pt idx="152">
                <c:v>0.6392446011115812</c:v>
              </c:pt>
              <c:pt idx="153">
                <c:v>0.6392446011115812</c:v>
              </c:pt>
              <c:pt idx="154">
                <c:v>0.6392446011115812</c:v>
              </c:pt>
              <c:pt idx="155">
                <c:v>0.6392446011115812</c:v>
              </c:pt>
              <c:pt idx="156">
                <c:v>0.6392446011115812</c:v>
              </c:pt>
              <c:pt idx="157">
                <c:v>0.6392446011115812</c:v>
              </c:pt>
              <c:pt idx="158">
                <c:v>0.6392446011115812</c:v>
              </c:pt>
              <c:pt idx="159">
                <c:v>0.6392446011115812</c:v>
              </c:pt>
              <c:pt idx="160">
                <c:v>0.6392446011115812</c:v>
              </c:pt>
              <c:pt idx="161">
                <c:v>0.6392446011115812</c:v>
              </c:pt>
              <c:pt idx="162">
                <c:v>0.6392446011115812</c:v>
              </c:pt>
              <c:pt idx="163">
                <c:v>0.6392446011115812</c:v>
              </c:pt>
              <c:pt idx="164">
                <c:v>0.6392446011115812</c:v>
              </c:pt>
              <c:pt idx="165">
                <c:v>0.6392446011115812</c:v>
              </c:pt>
              <c:pt idx="166">
                <c:v>0.6392446011115812</c:v>
              </c:pt>
              <c:pt idx="167">
                <c:v>0.6392446011115812</c:v>
              </c:pt>
              <c:pt idx="168">
                <c:v>0.6392446011115812</c:v>
              </c:pt>
              <c:pt idx="169">
                <c:v>0.6392446011115812</c:v>
              </c:pt>
              <c:pt idx="170">
                <c:v>0.44904008452318805</c:v>
              </c:pt>
              <c:pt idx="171">
                <c:v>0.44904008452318805</c:v>
              </c:pt>
              <c:pt idx="172">
                <c:v>0.44904008452318805</c:v>
              </c:pt>
              <c:pt idx="173">
                <c:v>0.44904008452318805</c:v>
              </c:pt>
              <c:pt idx="174">
                <c:v>0.44904008452318805</c:v>
              </c:pt>
              <c:pt idx="175">
                <c:v>0.44904008452318805</c:v>
              </c:pt>
              <c:pt idx="176">
                <c:v>0.44904008452318805</c:v>
              </c:pt>
              <c:pt idx="177">
                <c:v>0.44904008452318805</c:v>
              </c:pt>
              <c:pt idx="178">
                <c:v>0.44904008452318805</c:v>
              </c:pt>
              <c:pt idx="179">
                <c:v>0.44904008452318805</c:v>
              </c:pt>
              <c:pt idx="180">
                <c:v>0.44904008452318805</c:v>
              </c:pt>
              <c:pt idx="181">
                <c:v>0.44904008452318805</c:v>
              </c:pt>
              <c:pt idx="182">
                <c:v>0.44904008452318805</c:v>
              </c:pt>
              <c:pt idx="183">
                <c:v>0.44904008452318805</c:v>
              </c:pt>
              <c:pt idx="184">
                <c:v>0.44904008452318805</c:v>
              </c:pt>
              <c:pt idx="185">
                <c:v>0.44904008452318805</c:v>
              </c:pt>
              <c:pt idx="186">
                <c:v>0.44904008452318805</c:v>
              </c:pt>
              <c:pt idx="187">
                <c:v>0.44904008452318805</c:v>
              </c:pt>
              <c:pt idx="188">
                <c:v>0.44904008452318805</c:v>
              </c:pt>
              <c:pt idx="189">
                <c:v>0.44904008452318805</c:v>
              </c:pt>
              <c:pt idx="190">
                <c:v>0.44904008452318805</c:v>
              </c:pt>
              <c:pt idx="191">
                <c:v>0.44904008452318805</c:v>
              </c:pt>
              <c:pt idx="192">
                <c:v>0.44904008452318805</c:v>
              </c:pt>
              <c:pt idx="193">
                <c:v>0.44904008452318805</c:v>
              </c:pt>
              <c:pt idx="194">
                <c:v>0.44904008452318805</c:v>
              </c:pt>
              <c:pt idx="195">
                <c:v>0.44904008452318805</c:v>
              </c:pt>
              <c:pt idx="196">
                <c:v>0.44904008452318805</c:v>
              </c:pt>
              <c:pt idx="197">
                <c:v>0.44904008452318805</c:v>
              </c:pt>
              <c:pt idx="198">
                <c:v>0.44904008452318805</c:v>
              </c:pt>
              <c:pt idx="199">
                <c:v>0.44904008452318805</c:v>
              </c:pt>
              <c:pt idx="200">
                <c:v>0.44904008452318805</c:v>
              </c:pt>
              <c:pt idx="201">
                <c:v>0.44904008452318805</c:v>
              </c:pt>
              <c:pt idx="202">
                <c:v>0.44904008452318805</c:v>
              </c:pt>
              <c:pt idx="203">
                <c:v>0.44904008452318805</c:v>
              </c:pt>
              <c:pt idx="204">
                <c:v>0.44904008452318805</c:v>
              </c:pt>
              <c:pt idx="205">
                <c:v>0.44904008452318805</c:v>
              </c:pt>
              <c:pt idx="206">
                <c:v>0.44904008452318805</c:v>
              </c:pt>
              <c:pt idx="207">
                <c:v>0.44904008452318805</c:v>
              </c:pt>
              <c:pt idx="208">
                <c:v>0.44904008452318805</c:v>
              </c:pt>
              <c:pt idx="209">
                <c:v>0.44904008452318805</c:v>
              </c:pt>
              <c:pt idx="210">
                <c:v>0.44904008452318805</c:v>
              </c:pt>
              <c:pt idx="211">
                <c:v>0.44904008452318805</c:v>
              </c:pt>
              <c:pt idx="212">
                <c:v>0.44904008452318805</c:v>
              </c:pt>
              <c:pt idx="213">
                <c:v>0.44904008452318805</c:v>
              </c:pt>
              <c:pt idx="214">
                <c:v>0.44904008452318805</c:v>
              </c:pt>
              <c:pt idx="215">
                <c:v>0.44904008452318805</c:v>
              </c:pt>
              <c:pt idx="216">
                <c:v>0.44904008452318805</c:v>
              </c:pt>
              <c:pt idx="217">
                <c:v>0.44904008452318805</c:v>
              </c:pt>
              <c:pt idx="218">
                <c:v>0.44904008452318805</c:v>
              </c:pt>
              <c:pt idx="219">
                <c:v>0.44904008452318805</c:v>
              </c:pt>
              <c:pt idx="220">
                <c:v>0.44904008452318805</c:v>
              </c:pt>
              <c:pt idx="221">
                <c:v>0.44904008452318805</c:v>
              </c:pt>
              <c:pt idx="222">
                <c:v>0.44904008452318805</c:v>
              </c:pt>
              <c:pt idx="223">
                <c:v>0.44904008452318805</c:v>
              </c:pt>
              <c:pt idx="224">
                <c:v>0.44904008452318805</c:v>
              </c:pt>
              <c:pt idx="225">
                <c:v>0.44904008452318805</c:v>
              </c:pt>
              <c:pt idx="226">
                <c:v>0.44904008452318805</c:v>
              </c:pt>
              <c:pt idx="227">
                <c:v>0.44904008452318805</c:v>
              </c:pt>
              <c:pt idx="228">
                <c:v>0.44904008452318805</c:v>
              </c:pt>
              <c:pt idx="229">
                <c:v>0.44904008452318805</c:v>
              </c:pt>
              <c:pt idx="230">
                <c:v>0.33197619589936445</c:v>
              </c:pt>
              <c:pt idx="231">
                <c:v>0.33197619589936445</c:v>
              </c:pt>
              <c:pt idx="232">
                <c:v>0.33197619589936445</c:v>
              </c:pt>
              <c:pt idx="233">
                <c:v>0.33197619589936445</c:v>
              </c:pt>
              <c:pt idx="234">
                <c:v>0.33197619589936445</c:v>
              </c:pt>
              <c:pt idx="235">
                <c:v>0.33197619589936445</c:v>
              </c:pt>
              <c:pt idx="236">
                <c:v>0.33197619589936445</c:v>
              </c:pt>
              <c:pt idx="237">
                <c:v>0.33197619589936445</c:v>
              </c:pt>
              <c:pt idx="238">
                <c:v>0.33197619589936445</c:v>
              </c:pt>
              <c:pt idx="239">
                <c:v>0.33197619589936445</c:v>
              </c:pt>
              <c:pt idx="240">
                <c:v>0.33197619589936445</c:v>
              </c:pt>
              <c:pt idx="241">
                <c:v>0.33197619589936445</c:v>
              </c:pt>
              <c:pt idx="242">
                <c:v>0.33197619589936445</c:v>
              </c:pt>
              <c:pt idx="243">
                <c:v>0.33197619589936445</c:v>
              </c:pt>
              <c:pt idx="244">
                <c:v>0.33197619589936445</c:v>
              </c:pt>
              <c:pt idx="245">
                <c:v>0.33197619589936445</c:v>
              </c:pt>
              <c:pt idx="246">
                <c:v>0.33197619589936445</c:v>
              </c:pt>
              <c:pt idx="247">
                <c:v>0.33197619589936445</c:v>
              </c:pt>
              <c:pt idx="248">
                <c:v>0.33197619589936445</c:v>
              </c:pt>
              <c:pt idx="249">
                <c:v>0.33197619589936445</c:v>
              </c:pt>
              <c:pt idx="250">
                <c:v>0.33197619589936445</c:v>
              </c:pt>
              <c:pt idx="251">
                <c:v>0.33197619589936445</c:v>
              </c:pt>
              <c:pt idx="252">
                <c:v>0.33197619589936445</c:v>
              </c:pt>
              <c:pt idx="253">
                <c:v>0.33197619589936445</c:v>
              </c:pt>
              <c:pt idx="254">
                <c:v>0.33197619589936445</c:v>
              </c:pt>
              <c:pt idx="255">
                <c:v>0.33197619589936445</c:v>
              </c:pt>
              <c:pt idx="256">
                <c:v>0.33197619589936445</c:v>
              </c:pt>
              <c:pt idx="257">
                <c:v>0.33197619589936445</c:v>
              </c:pt>
              <c:pt idx="258">
                <c:v>0.33197619589936445</c:v>
              </c:pt>
              <c:pt idx="259">
                <c:v>0.33197619589936445</c:v>
              </c:pt>
              <c:pt idx="260">
                <c:v>0.33197619589936445</c:v>
              </c:pt>
              <c:pt idx="261">
                <c:v>0.33197619589936445</c:v>
              </c:pt>
              <c:pt idx="262">
                <c:v>0.33197619589936445</c:v>
              </c:pt>
              <c:pt idx="263">
                <c:v>0.33197619589936445</c:v>
              </c:pt>
              <c:pt idx="264">
                <c:v>0.33197619589936445</c:v>
              </c:pt>
              <c:pt idx="265">
                <c:v>0.33197619589936445</c:v>
              </c:pt>
              <c:pt idx="266">
                <c:v>0.33197619589936445</c:v>
              </c:pt>
              <c:pt idx="267">
                <c:v>0.33197619589936445</c:v>
              </c:pt>
              <c:pt idx="268">
                <c:v>0.33197619589936445</c:v>
              </c:pt>
              <c:pt idx="269">
                <c:v>0.33197619589936445</c:v>
              </c:pt>
              <c:pt idx="270">
                <c:v>0.33197619589936445</c:v>
              </c:pt>
              <c:pt idx="271">
                <c:v>0.33197619589936445</c:v>
              </c:pt>
              <c:pt idx="272">
                <c:v>0.33197619589936445</c:v>
              </c:pt>
              <c:pt idx="273">
                <c:v>0.33197619589936445</c:v>
              </c:pt>
              <c:pt idx="274">
                <c:v>0.33197619589936445</c:v>
              </c:pt>
              <c:pt idx="275">
                <c:v>0.33197619589936445</c:v>
              </c:pt>
              <c:pt idx="276">
                <c:v>0.33197619589936445</c:v>
              </c:pt>
              <c:pt idx="277">
                <c:v>0.33197619589936445</c:v>
              </c:pt>
              <c:pt idx="278">
                <c:v>0.33197619589936445</c:v>
              </c:pt>
              <c:pt idx="279">
                <c:v>0.33197619589936445</c:v>
              </c:pt>
              <c:pt idx="280">
                <c:v>0.33197619589936445</c:v>
              </c:pt>
              <c:pt idx="281">
                <c:v>0.33197619589936445</c:v>
              </c:pt>
              <c:pt idx="282">
                <c:v>0.33197619589936445</c:v>
              </c:pt>
              <c:pt idx="283">
                <c:v>0.33197619589936445</c:v>
              </c:pt>
              <c:pt idx="284">
                <c:v>0.33197619589936445</c:v>
              </c:pt>
              <c:pt idx="285">
                <c:v>0.33197619589936445</c:v>
              </c:pt>
              <c:pt idx="286">
                <c:v>0.33197619589936445</c:v>
              </c:pt>
              <c:pt idx="287">
                <c:v>0.33197619589936445</c:v>
              </c:pt>
              <c:pt idx="288">
                <c:v>0.33197619589936445</c:v>
              </c:pt>
              <c:pt idx="289">
                <c:v>0.33197619589936445</c:v>
              </c:pt>
              <c:pt idx="290">
                <c:v>0.33197619589936445</c:v>
              </c:pt>
              <c:pt idx="291">
                <c:v>0.33197619589936445</c:v>
              </c:pt>
              <c:pt idx="292">
                <c:v>0.33197619589936445</c:v>
              </c:pt>
              <c:pt idx="293">
                <c:v>0.33197619589936445</c:v>
              </c:pt>
              <c:pt idx="294">
                <c:v>0.33197619589936445</c:v>
              </c:pt>
              <c:pt idx="295">
                <c:v>0.33197619589936445</c:v>
              </c:pt>
              <c:pt idx="296">
                <c:v>0.29806611889865636</c:v>
              </c:pt>
              <c:pt idx="297">
                <c:v>0.29806611889865636</c:v>
              </c:pt>
              <c:pt idx="298">
                <c:v>0.29806611889865636</c:v>
              </c:pt>
              <c:pt idx="299">
                <c:v>0.29806611889865636</c:v>
              </c:pt>
              <c:pt idx="300">
                <c:v>0.29806611889865636</c:v>
              </c:pt>
              <c:pt idx="301">
                <c:v>0.29806611889865636</c:v>
              </c:pt>
              <c:pt idx="302">
                <c:v>0.29806611889865636</c:v>
              </c:pt>
              <c:pt idx="303">
                <c:v>0.29806611889865636</c:v>
              </c:pt>
              <c:pt idx="304">
                <c:v>0.29806611889865636</c:v>
              </c:pt>
              <c:pt idx="305">
                <c:v>0.29806611889865636</c:v>
              </c:pt>
              <c:pt idx="306">
                <c:v>0.29806611889865636</c:v>
              </c:pt>
              <c:pt idx="307">
                <c:v>0.29806611889865636</c:v>
              </c:pt>
              <c:pt idx="308">
                <c:v>0.15102623083618344</c:v>
              </c:pt>
              <c:pt idx="309">
                <c:v>0.15102623083618344</c:v>
              </c:pt>
              <c:pt idx="310">
                <c:v>0.10931660777204763</c:v>
              </c:pt>
              <c:pt idx="311">
                <c:v>0.10931660777204763</c:v>
              </c:pt>
              <c:pt idx="312">
                <c:v>0.10931660777204763</c:v>
              </c:pt>
              <c:pt idx="313">
                <c:v>0.10931660777204763</c:v>
              </c:pt>
              <c:pt idx="314">
                <c:v>0.10931660777204763</c:v>
              </c:pt>
              <c:pt idx="315">
                <c:v>0.10931660777204763</c:v>
              </c:pt>
              <c:pt idx="316">
                <c:v>0.07585734568053278</c:v>
              </c:pt>
              <c:pt idx="317">
                <c:v>0.07585734568053278</c:v>
              </c:pt>
              <c:pt idx="318">
                <c:v>0.07585734568053278</c:v>
              </c:pt>
              <c:pt idx="319">
                <c:v>0.07585734568053278</c:v>
              </c:pt>
              <c:pt idx="320">
                <c:v>0.018409778284908234</c:v>
              </c:pt>
              <c:pt idx="321">
                <c:v>0.018409778284908234</c:v>
              </c:pt>
              <c:pt idx="322">
                <c:v>0.018409778284908234</c:v>
              </c:pt>
              <c:pt idx="323">
                <c:v>0.018409778284908234</c:v>
              </c:pt>
            </c:numLit>
          </c:yVal>
          <c:smooth val="0"/>
        </c:ser>
        <c:ser>
          <c:idx val="1"/>
          <c:order val="1"/>
          <c:tx>
            <c:v>Certified bound Φ</c:v>
          </c:tx>
          <c:spPr>
            <a:noFill xmlns:a="http://schemas.openxmlformats.org/drawingml/2006/main"/>
            <a:ln xmlns:a="http://schemas.openxmlformats.org/drawingml/2006/main" w="13335">
              <a:solidFill>
                <a:srgbClr val="7B8790"/>
              </a:solidFill>
              <a:prstDash val="dash"/>
            </a:ln>
          </c:spPr>
          <c:marker>
            <c:symbol val="none"/>
            <c:size val="7"/>
            <c:spPr>
              <a:solidFill xmlns:a="http://schemas.openxmlformats.org/drawingml/2006/main">
                <a:srgbClr val="7B8790"/>
              </a:solidFill>
            </c:spPr>
          </c:marker>
          <c:xVal>
            <c:numLit>
              <c:formatCode>General</c:formatCode>
              <c:ptCount val="324"/>
              <c:pt idx="0">
                <c:v>0</c:v>
              </c:pt>
              <c:pt idx="1">
                <c:v>0.00015111388520402483</c:v>
              </c:pt>
              <c:pt idx="2">
                <c:v>0.00015111388520402483</c:v>
              </c:pt>
              <c:pt idx="3">
                <c:v>0.004203918291160405</c:v>
              </c:pt>
              <c:pt idx="4">
                <c:v>0.004203918291160405</c:v>
              </c:pt>
              <c:pt idx="5">
                <c:v>0.0055513884840561484</c:v>
              </c:pt>
              <c:pt idx="6">
                <c:v>0.0055513884840561484</c:v>
              </c:pt>
              <c:pt idx="7">
                <c:v>0.011997738289471096</c:v>
              </c:pt>
              <c:pt idx="8">
                <c:v>0.011997738289471096</c:v>
              </c:pt>
              <c:pt idx="9">
                <c:v>0.01879632306328693</c:v>
              </c:pt>
              <c:pt idx="10">
                <c:v>0.01879632306328693</c:v>
              </c:pt>
              <c:pt idx="11">
                <c:v>0.020693011250991083</c:v>
              </c:pt>
              <c:pt idx="12">
                <c:v>0.020693011250991083</c:v>
              </c:pt>
              <c:pt idx="13">
                <c:v>0.03759137978492728</c:v>
              </c:pt>
              <c:pt idx="14">
                <c:v>0.03759137978492728</c:v>
              </c:pt>
              <c:pt idx="15">
                <c:v>0.06111098020389257</c:v>
              </c:pt>
              <c:pt idx="16">
                <c:v>0.06111098020389257</c:v>
              </c:pt>
              <c:pt idx="17">
                <c:v>0.0619676580927901</c:v>
              </c:pt>
              <c:pt idx="18">
                <c:v>0.0619676580927901</c:v>
              </c:pt>
              <c:pt idx="19">
                <c:v>0.06303584928042975</c:v>
              </c:pt>
              <c:pt idx="20">
                <c:v>0.06303584928042975</c:v>
              </c:pt>
              <c:pt idx="21">
                <c:v>0.06924156272888858</c:v>
              </c:pt>
              <c:pt idx="22">
                <c:v>0.06924156272888858</c:v>
              </c:pt>
              <c:pt idx="23">
                <c:v>0.09601557994714856</c:v>
              </c:pt>
              <c:pt idx="24">
                <c:v>0.09601557994714856</c:v>
              </c:pt>
              <c:pt idx="25">
                <c:v>0.09798446227799736</c:v>
              </c:pt>
              <c:pt idx="26">
                <c:v>0.09798446227799736</c:v>
              </c:pt>
              <c:pt idx="27">
                <c:v>0.10288347099038325</c:v>
              </c:pt>
              <c:pt idx="28">
                <c:v>0.10288347099038325</c:v>
              </c:pt>
              <c:pt idx="29">
                <c:v>0.10709303121910597</c:v>
              </c:pt>
              <c:pt idx="30">
                <c:v>0.10709303121910597</c:v>
              </c:pt>
              <c:pt idx="31">
                <c:v>0.1151851915987303</c:v>
              </c:pt>
              <c:pt idx="32">
                <c:v>0.1151851915987303</c:v>
              </c:pt>
              <c:pt idx="33">
                <c:v>0.1298870932344204</c:v>
              </c:pt>
              <c:pt idx="34">
                <c:v>0.1298870932344204</c:v>
              </c:pt>
              <c:pt idx="35">
                <c:v>0.15127315870108515</c:v>
              </c:pt>
              <c:pt idx="36">
                <c:v>0.15127315870108515</c:v>
              </c:pt>
              <c:pt idx="37">
                <c:v>0.15223837857438724</c:v>
              </c:pt>
              <c:pt idx="38">
                <c:v>0.15223837857438724</c:v>
              </c:pt>
              <c:pt idx="39">
                <c:v>0.21472560614380545</c:v>
              </c:pt>
              <c:pt idx="40">
                <c:v>0.21472560614380545</c:v>
              </c:pt>
              <c:pt idx="41">
                <c:v>0.21842478822666775</c:v>
              </c:pt>
              <c:pt idx="42">
                <c:v>0.21842478822666775</c:v>
              </c:pt>
              <c:pt idx="43">
                <c:v>0.2842628211335286</c:v>
              </c:pt>
              <c:pt idx="44">
                <c:v>0.2842628211335286</c:v>
              </c:pt>
              <c:pt idx="45">
                <c:v>0.3250371642058675</c:v>
              </c:pt>
              <c:pt idx="46">
                <c:v>0.3250371642058675</c:v>
              </c:pt>
              <c:pt idx="47">
                <c:v>0.3360640126462433</c:v>
              </c:pt>
              <c:pt idx="48">
                <c:v>0.3360640126462433</c:v>
              </c:pt>
              <c:pt idx="49">
                <c:v>0.39724549645144913</c:v>
              </c:pt>
              <c:pt idx="50">
                <c:v>0.39724549645144913</c:v>
              </c:pt>
              <c:pt idx="51">
                <c:v>0.39982161151641177</c:v>
              </c:pt>
              <c:pt idx="52">
                <c:v>0.39982161151641177</c:v>
              </c:pt>
              <c:pt idx="53">
                <c:v>0.406104487831488</c:v>
              </c:pt>
              <c:pt idx="54">
                <c:v>0.406104487831488</c:v>
              </c:pt>
              <c:pt idx="55">
                <c:v>0.44189571857053106</c:v>
              </c:pt>
              <c:pt idx="56">
                <c:v>0.44189571857053106</c:v>
              </c:pt>
              <c:pt idx="57">
                <c:v>0.5</c:v>
              </c:pt>
              <c:pt idx="58">
                <c:v>0.5</c:v>
              </c:pt>
              <c:pt idx="59">
                <c:v>0.5549898292884123</c:v>
              </c:pt>
              <c:pt idx="60">
                <c:v>0.5549898292884123</c:v>
              </c:pt>
              <c:pt idx="61">
                <c:v>0.6474785113794752</c:v>
              </c:pt>
              <c:pt idx="62">
                <c:v>0.6474785113794752</c:v>
              </c:pt>
              <c:pt idx="63">
                <c:v>0.660842950598233</c:v>
              </c:pt>
              <c:pt idx="64">
                <c:v>0.660842950598233</c:v>
              </c:pt>
              <c:pt idx="65">
                <c:v>0.6778011958174508</c:v>
              </c:pt>
              <c:pt idx="66">
                <c:v>0.6778011958174508</c:v>
              </c:pt>
              <c:pt idx="67">
                <c:v>0.7118869108750362</c:v>
              </c:pt>
              <c:pt idx="68">
                <c:v>0.7118869108750362</c:v>
              </c:pt>
              <c:pt idx="69">
                <c:v>0.7153220178559766</c:v>
              </c:pt>
              <c:pt idx="70">
                <c:v>0.7153220178559766</c:v>
              </c:pt>
              <c:pt idx="71">
                <c:v>0.7967712142284801</c:v>
              </c:pt>
              <c:pt idx="72">
                <c:v>0.7967712142284801</c:v>
              </c:pt>
              <c:pt idx="73">
                <c:v>0.7976904344155796</c:v>
              </c:pt>
              <c:pt idx="74">
                <c:v>0.7976904344155796</c:v>
              </c:pt>
              <c:pt idx="75">
                <c:v>0.8175005445188739</c:v>
              </c:pt>
              <c:pt idx="76">
                <c:v>0.8175005445188739</c:v>
              </c:pt>
              <c:pt idx="77">
                <c:v>0.8631761063486523</c:v>
              </c:pt>
              <c:pt idx="78">
                <c:v>0.8631761063486523</c:v>
              </c:pt>
              <c:pt idx="79">
                <c:v>0.9243016618459949</c:v>
              </c:pt>
              <c:pt idx="80">
                <c:v>0.9243016618459949</c:v>
              </c:pt>
              <c:pt idx="81">
                <c:v>0.9557137371304134</c:v>
              </c:pt>
              <c:pt idx="82">
                <c:v>0.9557137371304134</c:v>
              </c:pt>
              <c:pt idx="83">
                <c:v>1</c:v>
              </c:pt>
              <c:pt idx="84">
                <c:v>1</c:v>
              </c:pt>
              <c:pt idx="85">
                <c:v>1.000289432295881</c:v>
              </c:pt>
              <c:pt idx="86">
                <c:v>1.000289432295881</c:v>
              </c:pt>
              <c:pt idx="87">
                <c:v>1.0512410296868069</c:v>
              </c:pt>
              <c:pt idx="88">
                <c:v>1.0512410296868069</c:v>
              </c:pt>
              <c:pt idx="89">
                <c:v>1.1128414317502269</c:v>
              </c:pt>
              <c:pt idx="90">
                <c:v>1.1128414317502269</c:v>
              </c:pt>
              <c:pt idx="91">
                <c:v>1.1177988628596658</c:v>
              </c:pt>
              <c:pt idx="92">
                <c:v>1.1177988628596658</c:v>
              </c:pt>
              <c:pt idx="93">
                <c:v>1.1232009985377522</c:v>
              </c:pt>
              <c:pt idx="94">
                <c:v>1.1232009985377522</c:v>
              </c:pt>
              <c:pt idx="95">
                <c:v>1.1840181244992556</c:v>
              </c:pt>
              <c:pt idx="96">
                <c:v>1.1840181244992556</c:v>
              </c:pt>
              <c:pt idx="97">
                <c:v>1.2061624260055197</c:v>
              </c:pt>
              <c:pt idx="98">
                <c:v>1.2061624260055197</c:v>
              </c:pt>
              <c:pt idx="99">
                <c:v>1.315331744683065</c:v>
              </c:pt>
              <c:pt idx="100">
                <c:v>1.315331744683065</c:v>
              </c:pt>
              <c:pt idx="101">
                <c:v>1.3456754572894365</c:v>
              </c:pt>
              <c:pt idx="102">
                <c:v>1.3456754572894365</c:v>
              </c:pt>
              <c:pt idx="103">
                <c:v>1.3592377982859938</c:v>
              </c:pt>
              <c:pt idx="104">
                <c:v>1.3592377982859938</c:v>
              </c:pt>
              <c:pt idx="105">
                <c:v>1.3851663248366992</c:v>
              </c:pt>
              <c:pt idx="106">
                <c:v>1.3851663248366992</c:v>
              </c:pt>
              <c:pt idx="107">
                <c:v>1.3935454081086054</c:v>
              </c:pt>
              <c:pt idx="108">
                <c:v>1.3935454081086054</c:v>
              </c:pt>
              <c:pt idx="109">
                <c:v>1.4001810966796278</c:v>
              </c:pt>
              <c:pt idx="110">
                <c:v>1.4001810966796278</c:v>
              </c:pt>
              <c:pt idx="111">
                <c:v>1.444504370404768</c:v>
              </c:pt>
              <c:pt idx="112">
                <c:v>1.444504370404768</c:v>
              </c:pt>
              <c:pt idx="113">
                <c:v>1.4455543087844618</c:v>
              </c:pt>
              <c:pt idx="114">
                <c:v>1.4455543087844618</c:v>
              </c:pt>
              <c:pt idx="115">
                <c:v>1.4530746631674125</c:v>
              </c:pt>
              <c:pt idx="116">
                <c:v>1.4530746631674125</c:v>
              </c:pt>
              <c:pt idx="117">
                <c:v>1.5028679464967793</c:v>
              </c:pt>
              <c:pt idx="118">
                <c:v>1.5028679464967793</c:v>
              </c:pt>
              <c:pt idx="119">
                <c:v>1.531351013859408</c:v>
              </c:pt>
              <c:pt idx="120">
                <c:v>1.531351013859408</c:v>
              </c:pt>
              <c:pt idx="121">
                <c:v>1.5393426919480528</c:v>
              </c:pt>
              <c:pt idx="122">
                <c:v>1.5393426919480528</c:v>
              </c:pt>
              <c:pt idx="123">
                <c:v>1.5408854734172206</c:v>
              </c:pt>
              <c:pt idx="124">
                <c:v>1.5408854734172206</c:v>
              </c:pt>
              <c:pt idx="125">
                <c:v>1.633764400333853</c:v>
              </c:pt>
              <c:pt idx="126">
                <c:v>1.633764400333853</c:v>
              </c:pt>
              <c:pt idx="127">
                <c:v>1.6553002343162027</c:v>
              </c:pt>
              <c:pt idx="128">
                <c:v>1.6553002343162027</c:v>
              </c:pt>
              <c:pt idx="129">
                <c:v>1.6785159158282978</c:v>
              </c:pt>
              <c:pt idx="130">
                <c:v>1.6785159158282978</c:v>
              </c:pt>
              <c:pt idx="131">
                <c:v>1.6948753805377457</c:v>
              </c:pt>
              <c:pt idx="132">
                <c:v>1.6948753805377457</c:v>
              </c:pt>
              <c:pt idx="133">
                <c:v>1.7584844654465772</c:v>
              </c:pt>
              <c:pt idx="134">
                <c:v>1.7584844654465772</c:v>
              </c:pt>
              <c:pt idx="135">
                <c:v>1.7718183257357238</c:v>
              </c:pt>
              <c:pt idx="136">
                <c:v>1.7718183257357238</c:v>
              </c:pt>
              <c:pt idx="137">
                <c:v>1.7941219849936019</c:v>
              </c:pt>
              <c:pt idx="138">
                <c:v>1.7941219849936019</c:v>
              </c:pt>
              <c:pt idx="139">
                <c:v>1.8145682798881748</c:v>
              </c:pt>
              <c:pt idx="140">
                <c:v>1.8145682798881748</c:v>
              </c:pt>
              <c:pt idx="141">
                <c:v>1.82810497376606</c:v>
              </c:pt>
              <c:pt idx="142">
                <c:v>1.82810497376606</c:v>
              </c:pt>
              <c:pt idx="143">
                <c:v>2</c:v>
              </c:pt>
              <c:pt idx="144">
                <c:v>2</c:v>
              </c:pt>
              <c:pt idx="145">
                <c:v>2.0023043568010763</c:v>
              </c:pt>
              <c:pt idx="146">
                <c:v>2.0023043568010763</c:v>
              </c:pt>
              <c:pt idx="147">
                <c:v>2.019644019891745</c:v>
              </c:pt>
              <c:pt idx="148">
                <c:v>2.019644019891745</c:v>
              </c:pt>
              <c:pt idx="149">
                <c:v>2.0273946099891944</c:v>
              </c:pt>
              <c:pt idx="150">
                <c:v>2.0273946099891944</c:v>
              </c:pt>
              <c:pt idx="151">
                <c:v>2.1286448219488467</c:v>
              </c:pt>
              <c:pt idx="152">
                <c:v>2.1286448219488467</c:v>
              </c:pt>
              <c:pt idx="153">
                <c:v>2.142874899193884</c:v>
              </c:pt>
              <c:pt idx="154">
                <c:v>2.142874899193884</c:v>
              </c:pt>
              <c:pt idx="155">
                <c:v>2.1466188030835847</c:v>
              </c:pt>
              <c:pt idx="156">
                <c:v>2.1466188030835847</c:v>
              </c:pt>
              <c:pt idx="157">
                <c:v>2.180396530164073</c:v>
              </c:pt>
              <c:pt idx="158">
                <c:v>2.180396530164073</c:v>
              </c:pt>
              <c:pt idx="159">
                <c:v>2.217401591981884</c:v>
              </c:pt>
              <c:pt idx="160">
                <c:v>2.217401591981884</c:v>
              </c:pt>
              <c:pt idx="161">
                <c:v>2.2248582561780013</c:v>
              </c:pt>
              <c:pt idx="162">
                <c:v>2.2248582561780013</c:v>
              </c:pt>
              <c:pt idx="163">
                <c:v>2.249666022359145</c:v>
              </c:pt>
              <c:pt idx="164">
                <c:v>2.249666022359145</c:v>
              </c:pt>
              <c:pt idx="165">
                <c:v>2.2621915421291865</c:v>
              </c:pt>
              <c:pt idx="166">
                <c:v>2.2621915421291865</c:v>
              </c:pt>
              <c:pt idx="167">
                <c:v>2.368460459034046</c:v>
              </c:pt>
              <c:pt idx="168">
                <c:v>2.368460459034046</c:v>
              </c:pt>
              <c:pt idx="169">
                <c:v>2.431498247751393</c:v>
              </c:pt>
              <c:pt idx="170">
                <c:v>2.431498247751393</c:v>
              </c:pt>
              <c:pt idx="171">
                <c:v>2.4794983933067534</c:v>
              </c:pt>
              <c:pt idx="172">
                <c:v>2.4794983933067534</c:v>
              </c:pt>
              <c:pt idx="173">
                <c:v>2.4972685400549794</c:v>
              </c:pt>
              <c:pt idx="174">
                <c:v>2.4972685400549794</c:v>
              </c:pt>
              <c:pt idx="175">
                <c:v>2.6004488930753604</c:v>
              </c:pt>
              <c:pt idx="176">
                <c:v>2.6004488930753604</c:v>
              </c:pt>
              <c:pt idx="177">
                <c:v>2.609595990940967</c:v>
              </c:pt>
              <c:pt idx="178">
                <c:v>2.609595990940967</c:v>
              </c:pt>
              <c:pt idx="179">
                <c:v>2.613280680769558</c:v>
              </c:pt>
              <c:pt idx="180">
                <c:v>2.613280680769558</c:v>
              </c:pt>
              <c:pt idx="181">
                <c:v>2.7115540142350776</c:v>
              </c:pt>
              <c:pt idx="182">
                <c:v>2.7115540142350776</c:v>
              </c:pt>
              <c:pt idx="183">
                <c:v>3.085601206004607</c:v>
              </c:pt>
              <c:pt idx="184">
                <c:v>3.085601206004607</c:v>
              </c:pt>
              <c:pt idx="185">
                <c:v>3.101667528952116</c:v>
              </c:pt>
              <c:pt idx="186">
                <c:v>3.101667528952116</c:v>
              </c:pt>
              <c:pt idx="187">
                <c:v>3.103803775428357</c:v>
              </c:pt>
              <c:pt idx="188">
                <c:v>3.103803775428357</c:v>
              </c:pt>
              <c:pt idx="189">
                <c:v>3.106764755166443</c:v>
              </c:pt>
              <c:pt idx="190">
                <c:v>3.106764755166443</c:v>
              </c:pt>
              <c:pt idx="191">
                <c:v>3.480015519256061</c:v>
              </c:pt>
              <c:pt idx="192">
                <c:v>3.480015519256061</c:v>
              </c:pt>
              <c:pt idx="193">
                <c:v>3.7285407662781935</c:v>
              </c:pt>
              <c:pt idx="194">
                <c:v>3.7285407662781935</c:v>
              </c:pt>
              <c:pt idx="195">
                <c:v>3.8201887654812903</c:v>
              </c:pt>
              <c:pt idx="196">
                <c:v>3.8201887654812903</c:v>
              </c:pt>
              <c:pt idx="197">
                <c:v>3.936710278991065</c:v>
              </c:pt>
              <c:pt idx="198">
                <c:v>3.936710278991065</c:v>
              </c:pt>
              <c:pt idx="199">
                <c:v>4.035047841609898</c:v>
              </c:pt>
              <c:pt idx="200">
                <c:v>4.035047841609898</c:v>
              </c:pt>
              <c:pt idx="201">
                <c:v>4.0791124343871745</c:v>
              </c:pt>
              <c:pt idx="202">
                <c:v>4.0791124343871745</c:v>
              </c:pt>
              <c:pt idx="203">
                <c:v>4.257920102372476</c:v>
              </c:pt>
              <c:pt idx="204">
                <c:v>4.257920102372476</c:v>
              </c:pt>
              <c:pt idx="205">
                <c:v>4.325061804254402</c:v>
              </c:pt>
              <c:pt idx="206">
                <c:v>4.325061804254402</c:v>
              </c:pt>
              <c:pt idx="207">
                <c:v>4.387366087139888</c:v>
              </c:pt>
              <c:pt idx="208">
                <c:v>4.387366087139888</c:v>
              </c:pt>
              <c:pt idx="209">
                <c:v>4.4156204549717515</c:v>
              </c:pt>
              <c:pt idx="210">
                <c:v>4.4156204549717515</c:v>
              </c:pt>
              <c:pt idx="211">
                <c:v>4.578347203931111</c:v>
              </c:pt>
              <c:pt idx="212">
                <c:v>4.578347203931111</c:v>
              </c:pt>
              <c:pt idx="213">
                <c:v>4.6099909983561975</c:v>
              </c:pt>
              <c:pt idx="214">
                <c:v>4.6099909983561975</c:v>
              </c:pt>
              <c:pt idx="215">
                <c:v>4.73574535111436</c:v>
              </c:pt>
              <c:pt idx="216">
                <c:v>4.73574535111436</c:v>
              </c:pt>
              <c:pt idx="217">
                <c:v>4.773261275974323</c:v>
              </c:pt>
              <c:pt idx="218">
                <c:v>4.773261275974323</c:v>
              </c:pt>
              <c:pt idx="219">
                <c:v>5</c:v>
              </c:pt>
              <c:pt idx="220">
                <c:v>5</c:v>
              </c:pt>
              <c:pt idx="221">
                <c:v>5.066156149569525</c:v>
              </c:pt>
              <c:pt idx="222">
                <c:v>5.066156149569525</c:v>
              </c:pt>
              <c:pt idx="223">
                <c:v>5.06989171719019</c:v>
              </c:pt>
              <c:pt idx="224">
                <c:v>5.06989171719019</c:v>
              </c:pt>
              <c:pt idx="225">
                <c:v>5.088516630581974</c:v>
              </c:pt>
              <c:pt idx="226">
                <c:v>5.088516630581974</c:v>
              </c:pt>
              <c:pt idx="227">
                <c:v>5.139091507315685</c:v>
              </c:pt>
              <c:pt idx="228">
                <c:v>5.139091507315685</c:v>
              </c:pt>
              <c:pt idx="229">
                <c:v>5.153448259180709</c:v>
              </c:pt>
              <c:pt idx="230">
                <c:v>5.153448259180709</c:v>
              </c:pt>
              <c:pt idx="231">
                <c:v>5.535110471066339</c:v>
              </c:pt>
              <c:pt idx="232">
                <c:v>5.535110471066339</c:v>
              </c:pt>
              <c:pt idx="233">
                <c:v>6.0062824748553165</c:v>
              </c:pt>
              <c:pt idx="234">
                <c:v>6.0062824748553165</c:v>
              </c:pt>
              <c:pt idx="235">
                <c:v>6.0097878418767205</c:v>
              </c:pt>
              <c:pt idx="236">
                <c:v>6.0097878418767205</c:v>
              </c:pt>
              <c:pt idx="237">
                <c:v>6.090534328155278</c:v>
              </c:pt>
              <c:pt idx="238">
                <c:v>6.090534328155278</c:v>
              </c:pt>
              <c:pt idx="239">
                <c:v>6.178333815943852</c:v>
              </c:pt>
              <c:pt idx="240">
                <c:v>6.178333815943852</c:v>
              </c:pt>
              <c:pt idx="241">
                <c:v>6.180075569985474</c:v>
              </c:pt>
              <c:pt idx="242">
                <c:v>6.180075569985474</c:v>
              </c:pt>
              <c:pt idx="243">
                <c:v>6.310839989460868</c:v>
              </c:pt>
              <c:pt idx="244">
                <c:v>6.310839989460868</c:v>
              </c:pt>
              <c:pt idx="245">
                <c:v>6.63637013245907</c:v>
              </c:pt>
              <c:pt idx="246">
                <c:v>6.63637013245907</c:v>
              </c:pt>
              <c:pt idx="247">
                <c:v>6.764744887625756</c:v>
              </c:pt>
              <c:pt idx="248">
                <c:v>6.764744887625756</c:v>
              </c:pt>
              <c:pt idx="249">
                <c:v>6.941697908433644</c:v>
              </c:pt>
              <c:pt idx="250">
                <c:v>6.941697908433644</c:v>
              </c:pt>
              <c:pt idx="251">
                <c:v>6.9875723165675945</c:v>
              </c:pt>
              <c:pt idx="252">
                <c:v>6.9875723165675945</c:v>
              </c:pt>
              <c:pt idx="253">
                <c:v>7.329137288231428</c:v>
              </c:pt>
              <c:pt idx="254">
                <c:v>7.329137288231428</c:v>
              </c:pt>
              <c:pt idx="255">
                <c:v>7.422423045569182</c:v>
              </c:pt>
              <c:pt idx="256">
                <c:v>7.422423045569182</c:v>
              </c:pt>
              <c:pt idx="257">
                <c:v>7.42949757717184</c:v>
              </c:pt>
              <c:pt idx="258">
                <c:v>7.42949757717184</c:v>
              </c:pt>
              <c:pt idx="259">
                <c:v>7.439059446693584</c:v>
              </c:pt>
              <c:pt idx="260">
                <c:v>7.439059446693584</c:v>
              </c:pt>
              <c:pt idx="261">
                <c:v>7.610372856814535</c:v>
              </c:pt>
              <c:pt idx="262">
                <c:v>7.610372856814535</c:v>
              </c:pt>
              <c:pt idx="263">
                <c:v>7.618328661079604</c:v>
              </c:pt>
              <c:pt idx="264">
                <c:v>7.618328661079604</c:v>
              </c:pt>
              <c:pt idx="265">
                <c:v>7.833064978540843</c:v>
              </c:pt>
              <c:pt idx="266">
                <c:v>7.833064978540843</c:v>
              </c:pt>
              <c:pt idx="267">
                <c:v>8.053996082171789</c:v>
              </c:pt>
              <c:pt idx="268">
                <c:v>8.053996082171789</c:v>
              </c:pt>
              <c:pt idx="269">
                <c:v>8.066798678324854</c:v>
              </c:pt>
              <c:pt idx="270">
                <c:v>8.066798678324854</c:v>
              </c:pt>
              <c:pt idx="271">
                <c:v>8.351587409644011</c:v>
              </c:pt>
              <c:pt idx="272">
                <c:v>8.351587409644011</c:v>
              </c:pt>
              <c:pt idx="273">
                <c:v>8.417281237061692</c:v>
              </c:pt>
              <c:pt idx="274">
                <c:v>8.417281237061692</c:v>
              </c:pt>
              <c:pt idx="275">
                <c:v>8.548266319766393</c:v>
              </c:pt>
              <c:pt idx="276">
                <c:v>8.548266319766393</c:v>
              </c:pt>
              <c:pt idx="277">
                <c:v>9.198189525438586</c:v>
              </c:pt>
              <c:pt idx="278">
                <c:v>9.198189525438586</c:v>
              </c:pt>
              <c:pt idx="279">
                <c:v>10</c:v>
              </c:pt>
              <c:pt idx="280">
                <c:v>10</c:v>
              </c:pt>
              <c:pt idx="281">
                <c:v>10.330349279058767</c:v>
              </c:pt>
              <c:pt idx="282">
                <c:v>10.330349279058767</c:v>
              </c:pt>
              <c:pt idx="283">
                <c:v>10.427775150531565</c:v>
              </c:pt>
              <c:pt idx="284">
                <c:v>10.427775150531565</c:v>
              </c:pt>
              <c:pt idx="285">
                <c:v>10.907187411479741</c:v>
              </c:pt>
              <c:pt idx="286">
                <c:v>10.907187411479741</c:v>
              </c:pt>
              <c:pt idx="287">
                <c:v>11.2133792839196</c:v>
              </c:pt>
              <c:pt idx="288">
                <c:v>11.2133792839196</c:v>
              </c:pt>
              <c:pt idx="289">
                <c:v>11.393151589708818</c:v>
              </c:pt>
              <c:pt idx="290">
                <c:v>11.393151589708818</c:v>
              </c:pt>
              <c:pt idx="291">
                <c:v>11.492278519749553</c:v>
              </c:pt>
              <c:pt idx="292">
                <c:v>11.492278519749553</c:v>
              </c:pt>
              <c:pt idx="293">
                <c:v>11.842274256759449</c:v>
              </c:pt>
              <c:pt idx="294">
                <c:v>11.842274256759449</c:v>
              </c:pt>
              <c:pt idx="295">
                <c:v>13.240995002806844</c:v>
              </c:pt>
              <c:pt idx="296">
                <c:v>13.240995002806844</c:v>
              </c:pt>
              <c:pt idx="297">
                <c:v>13.644005289371187</c:v>
              </c:pt>
              <c:pt idx="298">
                <c:v>13.644005289371187</c:v>
              </c:pt>
              <c:pt idx="299">
                <c:v>14.27268237082065</c:v>
              </c:pt>
              <c:pt idx="300">
                <c:v>14.27268237082065</c:v>
              </c:pt>
              <c:pt idx="301">
                <c:v>15</c:v>
              </c:pt>
              <c:pt idx="302">
                <c:v>15</c:v>
              </c:pt>
              <c:pt idx="303">
                <c:v>15.52485215989029</c:v>
              </c:pt>
              <c:pt idx="304">
                <c:v>15.52485215989029</c:v>
              </c:pt>
              <c:pt idx="305">
                <c:v>15.931928066073597</c:v>
              </c:pt>
              <c:pt idx="306">
                <c:v>15.931928066073597</c:v>
              </c:pt>
              <c:pt idx="307">
                <c:v>16.55159547143925</c:v>
              </c:pt>
              <c:pt idx="308">
                <c:v>16.55159547143925</c:v>
              </c:pt>
              <c:pt idx="309">
                <c:v>19.77485564764</c:v>
              </c:pt>
              <c:pt idx="310">
                <c:v>19.77485564764</c:v>
              </c:pt>
              <c:pt idx="311">
                <c:v>20</c:v>
              </c:pt>
              <c:pt idx="312">
                <c:v>20</c:v>
              </c:pt>
              <c:pt idx="313">
                <c:v>21.752924296059124</c:v>
              </c:pt>
              <c:pt idx="314">
                <c:v>21.752924296059124</c:v>
              </c:pt>
              <c:pt idx="315">
                <c:v>24.008677003995636</c:v>
              </c:pt>
              <c:pt idx="316">
                <c:v>24.008677003995636</c:v>
              </c:pt>
              <c:pt idx="317">
                <c:v>30</c:v>
              </c:pt>
              <c:pt idx="318">
                <c:v>30</c:v>
              </c:pt>
              <c:pt idx="319">
                <c:v>33.555199555944284</c:v>
              </c:pt>
              <c:pt idx="320">
                <c:v>33.555199555944284</c:v>
              </c:pt>
              <c:pt idx="321">
                <c:v>50</c:v>
              </c:pt>
              <c:pt idx="322">
                <c:v>50</c:v>
              </c:pt>
              <c:pt idx="323">
                <c:v>70</c:v>
              </c:pt>
            </c:numLit>
          </c:xVal>
          <c:yVal>
            <c:numLit>
              <c:formatCode>0.0</c:formatCode>
              <c:ptCount val="324"/>
              <c:pt idx="0">
                <c:v>0.951535629655941</c:v>
              </c:pt>
              <c:pt idx="1">
                <c:v>0.951535629655941</c:v>
              </c:pt>
              <c:pt idx="2">
                <c:v>0.951535629655941</c:v>
              </c:pt>
              <c:pt idx="3">
                <c:v>0.951535629655941</c:v>
              </c:pt>
              <c:pt idx="4">
                <c:v>0.951535629655941</c:v>
              </c:pt>
              <c:pt idx="5">
                <c:v>0.951535629655941</c:v>
              </c:pt>
              <c:pt idx="6">
                <c:v>0.951535629655941</c:v>
              </c:pt>
              <c:pt idx="7">
                <c:v>0.951535629655941</c:v>
              </c:pt>
              <c:pt idx="8">
                <c:v>0.951535629655941</c:v>
              </c:pt>
              <c:pt idx="9">
                <c:v>0.951535629655941</c:v>
              </c:pt>
              <c:pt idx="10">
                <c:v>0.951535629655941</c:v>
              </c:pt>
              <c:pt idx="11">
                <c:v>0.951535629655941</c:v>
              </c:pt>
              <c:pt idx="12">
                <c:v>0.951535629655941</c:v>
              </c:pt>
              <c:pt idx="13">
                <c:v>0.951535629655941</c:v>
              </c:pt>
              <c:pt idx="14">
                <c:v>0.951535629655941</c:v>
              </c:pt>
              <c:pt idx="15">
                <c:v>0.951535629655941</c:v>
              </c:pt>
              <c:pt idx="16">
                <c:v>0.951535629655941</c:v>
              </c:pt>
              <c:pt idx="17">
                <c:v>0.951535629655941</c:v>
              </c:pt>
              <c:pt idx="18">
                <c:v>0.951535629655941</c:v>
              </c:pt>
              <c:pt idx="19">
                <c:v>0.951535629655941</c:v>
              </c:pt>
              <c:pt idx="20">
                <c:v>0.951535629655941</c:v>
              </c:pt>
              <c:pt idx="21">
                <c:v>0.951535629655941</c:v>
              </c:pt>
              <c:pt idx="22">
                <c:v>0.951535629655941</c:v>
              </c:pt>
              <c:pt idx="23">
                <c:v>0.951535629655941</c:v>
              </c:pt>
              <c:pt idx="24">
                <c:v>0.951535629655941</c:v>
              </c:pt>
              <c:pt idx="25">
                <c:v>0.951535629655941</c:v>
              </c:pt>
              <c:pt idx="26">
                <c:v>0.951535629655941</c:v>
              </c:pt>
              <c:pt idx="27">
                <c:v>0.951535629655941</c:v>
              </c:pt>
              <c:pt idx="28">
                <c:v>0.951535629655941</c:v>
              </c:pt>
              <c:pt idx="29">
                <c:v>0.951535629655941</c:v>
              </c:pt>
              <c:pt idx="30">
                <c:v>0.951535629655941</c:v>
              </c:pt>
              <c:pt idx="31">
                <c:v>0.951535629655941</c:v>
              </c:pt>
              <c:pt idx="32">
                <c:v>0.951535629655941</c:v>
              </c:pt>
              <c:pt idx="33">
                <c:v>0.951535629655941</c:v>
              </c:pt>
              <c:pt idx="34">
                <c:v>0.951535629655941</c:v>
              </c:pt>
              <c:pt idx="35">
                <c:v>0.951535629655941</c:v>
              </c:pt>
              <c:pt idx="36">
                <c:v>0.951535629655941</c:v>
              </c:pt>
              <c:pt idx="37">
                <c:v>0.951535629655941</c:v>
              </c:pt>
              <c:pt idx="38">
                <c:v>0.951535629655941</c:v>
              </c:pt>
              <c:pt idx="39">
                <c:v>0.951535629655941</c:v>
              </c:pt>
              <c:pt idx="40">
                <c:v>0.951535629655941</c:v>
              </c:pt>
              <c:pt idx="41">
                <c:v>0.951535629655941</c:v>
              </c:pt>
              <c:pt idx="42">
                <c:v>0.951535629655941</c:v>
              </c:pt>
              <c:pt idx="43">
                <c:v>0.951535629655941</c:v>
              </c:pt>
              <c:pt idx="44">
                <c:v>0.951535629655941</c:v>
              </c:pt>
              <c:pt idx="45">
                <c:v>0.951535629655941</c:v>
              </c:pt>
              <c:pt idx="46">
                <c:v>0.951535629655941</c:v>
              </c:pt>
              <c:pt idx="47">
                <c:v>0.951535629655941</c:v>
              </c:pt>
              <c:pt idx="48">
                <c:v>0.951535629655941</c:v>
              </c:pt>
              <c:pt idx="49">
                <c:v>0.951535629655941</c:v>
              </c:pt>
              <c:pt idx="50">
                <c:v>0.951535629655941</c:v>
              </c:pt>
              <c:pt idx="51">
                <c:v>0.951535629655941</c:v>
              </c:pt>
              <c:pt idx="52">
                <c:v>0.951535629655941</c:v>
              </c:pt>
              <c:pt idx="53">
                <c:v>0.951535629655941</c:v>
              </c:pt>
              <c:pt idx="54">
                <c:v>0.951535629655941</c:v>
              </c:pt>
              <c:pt idx="55">
                <c:v>0.951535629655941</c:v>
              </c:pt>
              <c:pt idx="56">
                <c:v>0.951535629655941</c:v>
              </c:pt>
              <c:pt idx="57">
                <c:v>0.951535629655941</c:v>
              </c:pt>
              <c:pt idx="58">
                <c:v>0.951535629655941</c:v>
              </c:pt>
              <c:pt idx="59">
                <c:v>0.951535629655941</c:v>
              </c:pt>
              <c:pt idx="60">
                <c:v>0.951535629655941</c:v>
              </c:pt>
              <c:pt idx="61">
                <c:v>0.951535629655941</c:v>
              </c:pt>
              <c:pt idx="62">
                <c:v>0.951535629655941</c:v>
              </c:pt>
              <c:pt idx="63">
                <c:v>0.951535629655941</c:v>
              </c:pt>
              <c:pt idx="64">
                <c:v>0.951535629655941</c:v>
              </c:pt>
              <c:pt idx="65">
                <c:v>0.951535629655941</c:v>
              </c:pt>
              <c:pt idx="66">
                <c:v>0.951535629655941</c:v>
              </c:pt>
              <c:pt idx="67">
                <c:v>0.951535629655941</c:v>
              </c:pt>
              <c:pt idx="68">
                <c:v>0.951535629655941</c:v>
              </c:pt>
              <c:pt idx="69">
                <c:v>0.951535629655941</c:v>
              </c:pt>
              <c:pt idx="70">
                <c:v>0.951535629655941</c:v>
              </c:pt>
              <c:pt idx="71">
                <c:v>0.951535629655941</c:v>
              </c:pt>
              <c:pt idx="72">
                <c:v>0.951535629655941</c:v>
              </c:pt>
              <c:pt idx="73">
                <c:v>0.951535629655941</c:v>
              </c:pt>
              <c:pt idx="74">
                <c:v>0.951535629655941</c:v>
              </c:pt>
              <c:pt idx="75">
                <c:v>0.951535629655941</c:v>
              </c:pt>
              <c:pt idx="76">
                <c:v>0.951535629655941</c:v>
              </c:pt>
              <c:pt idx="77">
                <c:v>0.951535629655941</c:v>
              </c:pt>
              <c:pt idx="78">
                <c:v>0.951535629655941</c:v>
              </c:pt>
              <c:pt idx="79">
                <c:v>0.951535629655941</c:v>
              </c:pt>
              <c:pt idx="80">
                <c:v>0.7920982837234094</c:v>
              </c:pt>
              <c:pt idx="81">
                <c:v>0.7920982837234094</c:v>
              </c:pt>
              <c:pt idx="82">
                <c:v>0.7920982837234094</c:v>
              </c:pt>
              <c:pt idx="83">
                <c:v>0.7920982837234094</c:v>
              </c:pt>
              <c:pt idx="84">
                <c:v>0.7920982837234094</c:v>
              </c:pt>
              <c:pt idx="85">
                <c:v>0.7920982837234094</c:v>
              </c:pt>
              <c:pt idx="86">
                <c:v>0.7920982837234094</c:v>
              </c:pt>
              <c:pt idx="87">
                <c:v>0.7920982837234094</c:v>
              </c:pt>
              <c:pt idx="88">
                <c:v>0.7920982837234094</c:v>
              </c:pt>
              <c:pt idx="89">
                <c:v>0.7920982837234094</c:v>
              </c:pt>
              <c:pt idx="90">
                <c:v>0.7920982837234094</c:v>
              </c:pt>
              <c:pt idx="91">
                <c:v>0.7920982837234094</c:v>
              </c:pt>
              <c:pt idx="92">
                <c:v>0.7920982837234094</c:v>
              </c:pt>
              <c:pt idx="93">
                <c:v>0.7920982837234094</c:v>
              </c:pt>
              <c:pt idx="94">
                <c:v>0.7920982837234094</c:v>
              </c:pt>
              <c:pt idx="95">
                <c:v>0.7920982837234094</c:v>
              </c:pt>
              <c:pt idx="96">
                <c:v>0.7920982837234094</c:v>
              </c:pt>
              <c:pt idx="97">
                <c:v>0.7920982837234094</c:v>
              </c:pt>
              <c:pt idx="98">
                <c:v>0.7920982837234094</c:v>
              </c:pt>
              <c:pt idx="99">
                <c:v>0.7920982837234094</c:v>
              </c:pt>
              <c:pt idx="100">
                <c:v>0.7920982837234094</c:v>
              </c:pt>
              <c:pt idx="101">
                <c:v>0.7920982837234094</c:v>
              </c:pt>
              <c:pt idx="102">
                <c:v>0.7920982837234094</c:v>
              </c:pt>
              <c:pt idx="103">
                <c:v>0.7920982837234094</c:v>
              </c:pt>
              <c:pt idx="104">
                <c:v>0.7280860993100081</c:v>
              </c:pt>
              <c:pt idx="105">
                <c:v>0.7280860993100081</c:v>
              </c:pt>
              <c:pt idx="106">
                <c:v>0.7280860993100081</c:v>
              </c:pt>
              <c:pt idx="107">
                <c:v>0.7280860993100081</c:v>
              </c:pt>
              <c:pt idx="108">
                <c:v>0.7280860993100081</c:v>
              </c:pt>
              <c:pt idx="109">
                <c:v>0.7280860993100081</c:v>
              </c:pt>
              <c:pt idx="110">
                <c:v>0.7280860993100081</c:v>
              </c:pt>
              <c:pt idx="111">
                <c:v>0.7280860993100081</c:v>
              </c:pt>
              <c:pt idx="112">
                <c:v>0.7280860993100081</c:v>
              </c:pt>
              <c:pt idx="113">
                <c:v>0.7280860993100081</c:v>
              </c:pt>
              <c:pt idx="114">
                <c:v>0.7280860993100081</c:v>
              </c:pt>
              <c:pt idx="115">
                <c:v>0.7280860993100081</c:v>
              </c:pt>
              <c:pt idx="116">
                <c:v>0.7280860993100081</c:v>
              </c:pt>
              <c:pt idx="117">
                <c:v>0.7280860993100081</c:v>
              </c:pt>
              <c:pt idx="118">
                <c:v>0.7280860993100081</c:v>
              </c:pt>
              <c:pt idx="119">
                <c:v>0.7280860993100081</c:v>
              </c:pt>
              <c:pt idx="120">
                <c:v>0.7280860993100081</c:v>
              </c:pt>
              <c:pt idx="121">
                <c:v>0.7280860993100081</c:v>
              </c:pt>
              <c:pt idx="122">
                <c:v>0.7280860993100081</c:v>
              </c:pt>
              <c:pt idx="123">
                <c:v>0.7280860993100081</c:v>
              </c:pt>
              <c:pt idx="124">
                <c:v>0.7280860993100081</c:v>
              </c:pt>
              <c:pt idx="125">
                <c:v>0.7280860993100081</c:v>
              </c:pt>
              <c:pt idx="126">
                <c:v>0.6334310573401394</c:v>
              </c:pt>
              <c:pt idx="127">
                <c:v>0.6334310573401394</c:v>
              </c:pt>
              <c:pt idx="128">
                <c:v>0.6334310573401394</c:v>
              </c:pt>
              <c:pt idx="129">
                <c:v>0.6334310573401394</c:v>
              </c:pt>
              <c:pt idx="130">
                <c:v>0.6334310573401394</c:v>
              </c:pt>
              <c:pt idx="131">
                <c:v>0.6334310573401394</c:v>
              </c:pt>
              <c:pt idx="132">
                <c:v>0.6334310573401394</c:v>
              </c:pt>
              <c:pt idx="133">
                <c:v>0.6334310573401394</c:v>
              </c:pt>
              <c:pt idx="134">
                <c:v>0.6334310573401394</c:v>
              </c:pt>
              <c:pt idx="135">
                <c:v>0.6334310573401394</c:v>
              </c:pt>
              <c:pt idx="136">
                <c:v>0.6334310573401394</c:v>
              </c:pt>
              <c:pt idx="137">
                <c:v>0.6334310573401394</c:v>
              </c:pt>
              <c:pt idx="138">
                <c:v>0.6334310573401394</c:v>
              </c:pt>
              <c:pt idx="139">
                <c:v>0.6334310573401394</c:v>
              </c:pt>
              <c:pt idx="140">
                <c:v>0.6334310573401394</c:v>
              </c:pt>
              <c:pt idx="141">
                <c:v>0.6334310573401394</c:v>
              </c:pt>
              <c:pt idx="142">
                <c:v>0.6334310573401394</c:v>
              </c:pt>
              <c:pt idx="143">
                <c:v>0.6334310573401394</c:v>
              </c:pt>
              <c:pt idx="144">
                <c:v>0.6334310573401394</c:v>
              </c:pt>
              <c:pt idx="145">
                <c:v>0.6334310573401394</c:v>
              </c:pt>
              <c:pt idx="146">
                <c:v>0.6334310573401394</c:v>
              </c:pt>
              <c:pt idx="147">
                <c:v>0.6334310573401394</c:v>
              </c:pt>
              <c:pt idx="148">
                <c:v>0.6334310573401394</c:v>
              </c:pt>
              <c:pt idx="149">
                <c:v>0.6334310573401394</c:v>
              </c:pt>
              <c:pt idx="150">
                <c:v>0.6334310573401394</c:v>
              </c:pt>
              <c:pt idx="151">
                <c:v>0.6334310573401394</c:v>
              </c:pt>
              <c:pt idx="152">
                <c:v>0.6334310573401394</c:v>
              </c:pt>
              <c:pt idx="153">
                <c:v>0.6334310573401394</c:v>
              </c:pt>
              <c:pt idx="154">
                <c:v>0.6334310573401394</c:v>
              </c:pt>
              <c:pt idx="155">
                <c:v>0.6334310573401394</c:v>
              </c:pt>
              <c:pt idx="156">
                <c:v>0.6334310573401394</c:v>
              </c:pt>
              <c:pt idx="157">
                <c:v>0.6334310573401394</c:v>
              </c:pt>
              <c:pt idx="158">
                <c:v>0.6334310573401394</c:v>
              </c:pt>
              <c:pt idx="159">
                <c:v>0.6334310573401394</c:v>
              </c:pt>
              <c:pt idx="160">
                <c:v>0.6334310573401394</c:v>
              </c:pt>
              <c:pt idx="161">
                <c:v>0.6334310573401394</c:v>
              </c:pt>
              <c:pt idx="162">
                <c:v>0.6334310573401394</c:v>
              </c:pt>
              <c:pt idx="163">
                <c:v>0.6334310573401394</c:v>
              </c:pt>
              <c:pt idx="164">
                <c:v>0.6334310573401394</c:v>
              </c:pt>
              <c:pt idx="165">
                <c:v>0.6334310573401394</c:v>
              </c:pt>
              <c:pt idx="166">
                <c:v>0.6334310573401394</c:v>
              </c:pt>
              <c:pt idx="167">
                <c:v>0.6334310573401394</c:v>
              </c:pt>
              <c:pt idx="168">
                <c:v>0.6334310573401394</c:v>
              </c:pt>
              <c:pt idx="169">
                <c:v>0.6334310573401394</c:v>
              </c:pt>
              <c:pt idx="170">
                <c:v>0.44416867000459964</c:v>
              </c:pt>
              <c:pt idx="171">
                <c:v>0.44416867000459964</c:v>
              </c:pt>
              <c:pt idx="172">
                <c:v>0.44416867000459964</c:v>
              </c:pt>
              <c:pt idx="173">
                <c:v>0.44416867000459964</c:v>
              </c:pt>
              <c:pt idx="174">
                <c:v>0.44416867000459964</c:v>
              </c:pt>
              <c:pt idx="175">
                <c:v>0.44416867000459964</c:v>
              </c:pt>
              <c:pt idx="176">
                <c:v>0.44416867000459964</c:v>
              </c:pt>
              <c:pt idx="177">
                <c:v>0.44416867000459964</c:v>
              </c:pt>
              <c:pt idx="178">
                <c:v>0.44416867000459964</c:v>
              </c:pt>
              <c:pt idx="179">
                <c:v>0.44416867000459964</c:v>
              </c:pt>
              <c:pt idx="180">
                <c:v>0.44416867000459964</c:v>
              </c:pt>
              <c:pt idx="181">
                <c:v>0.44416867000459964</c:v>
              </c:pt>
              <c:pt idx="182">
                <c:v>0.44416867000459964</c:v>
              </c:pt>
              <c:pt idx="183">
                <c:v>0.44416867000459964</c:v>
              </c:pt>
              <c:pt idx="184">
                <c:v>0.44416867000459964</c:v>
              </c:pt>
              <c:pt idx="185">
                <c:v>0.44416867000459964</c:v>
              </c:pt>
              <c:pt idx="186">
                <c:v>0.44416867000459964</c:v>
              </c:pt>
              <c:pt idx="187">
                <c:v>0.44416867000459964</c:v>
              </c:pt>
              <c:pt idx="188">
                <c:v>0.44416867000459964</c:v>
              </c:pt>
              <c:pt idx="189">
                <c:v>0.44416867000459964</c:v>
              </c:pt>
              <c:pt idx="190">
                <c:v>0.44416867000459964</c:v>
              </c:pt>
              <c:pt idx="191">
                <c:v>0.44416867000459964</c:v>
              </c:pt>
              <c:pt idx="192">
                <c:v>0.44416867000459964</c:v>
              </c:pt>
              <c:pt idx="193">
                <c:v>0.44416867000459964</c:v>
              </c:pt>
              <c:pt idx="194">
                <c:v>0.44416867000459964</c:v>
              </c:pt>
              <c:pt idx="195">
                <c:v>0.44416867000459964</c:v>
              </c:pt>
              <c:pt idx="196">
                <c:v>0.44416867000459964</c:v>
              </c:pt>
              <c:pt idx="197">
                <c:v>0.44416867000459964</c:v>
              </c:pt>
              <c:pt idx="198">
                <c:v>0.44416867000459964</c:v>
              </c:pt>
              <c:pt idx="199">
                <c:v>0.44416867000459964</c:v>
              </c:pt>
              <c:pt idx="200">
                <c:v>0.44416867000459964</c:v>
              </c:pt>
              <c:pt idx="201">
                <c:v>0.44416867000459964</c:v>
              </c:pt>
              <c:pt idx="202">
                <c:v>0.44416867000459964</c:v>
              </c:pt>
              <c:pt idx="203">
                <c:v>0.44416867000459964</c:v>
              </c:pt>
              <c:pt idx="204">
                <c:v>0.44416867000459964</c:v>
              </c:pt>
              <c:pt idx="205">
                <c:v>0.44416867000459964</c:v>
              </c:pt>
              <c:pt idx="206">
                <c:v>0.44416867000459964</c:v>
              </c:pt>
              <c:pt idx="207">
                <c:v>0.44416867000459964</c:v>
              </c:pt>
              <c:pt idx="208">
                <c:v>0.44416867000459964</c:v>
              </c:pt>
              <c:pt idx="209">
                <c:v>0.44416867000459964</c:v>
              </c:pt>
              <c:pt idx="210">
                <c:v>0.44416867000459964</c:v>
              </c:pt>
              <c:pt idx="211">
                <c:v>0.44416867000459964</c:v>
              </c:pt>
              <c:pt idx="212">
                <c:v>0.44416867000459964</c:v>
              </c:pt>
              <c:pt idx="213">
                <c:v>0.44416867000459964</c:v>
              </c:pt>
              <c:pt idx="214">
                <c:v>0.44416867000459964</c:v>
              </c:pt>
              <c:pt idx="215">
                <c:v>0.44416867000459964</c:v>
              </c:pt>
              <c:pt idx="216">
                <c:v>0.44416867000459964</c:v>
              </c:pt>
              <c:pt idx="217">
                <c:v>0.44416867000459964</c:v>
              </c:pt>
              <c:pt idx="218">
                <c:v>0.44416867000459964</c:v>
              </c:pt>
              <c:pt idx="219">
                <c:v>0.44416867000459964</c:v>
              </c:pt>
              <c:pt idx="220">
                <c:v>0.44416867000459964</c:v>
              </c:pt>
              <c:pt idx="221">
                <c:v>0.44416867000459964</c:v>
              </c:pt>
              <c:pt idx="222">
                <c:v>0.44416867000459964</c:v>
              </c:pt>
              <c:pt idx="223">
                <c:v>0.44416867000459964</c:v>
              </c:pt>
              <c:pt idx="224">
                <c:v>0.44416867000459964</c:v>
              </c:pt>
              <c:pt idx="225">
                <c:v>0.44416867000459964</c:v>
              </c:pt>
              <c:pt idx="226">
                <c:v>0.44416867000459964</c:v>
              </c:pt>
              <c:pt idx="227">
                <c:v>0.44416867000459964</c:v>
              </c:pt>
              <c:pt idx="228">
                <c:v>0.3281466761950976</c:v>
              </c:pt>
              <c:pt idx="229">
                <c:v>0.3281466761950976</c:v>
              </c:pt>
              <c:pt idx="230">
                <c:v>0.3281466761950976</c:v>
              </c:pt>
              <c:pt idx="231">
                <c:v>0.3281466761950976</c:v>
              </c:pt>
              <c:pt idx="232">
                <c:v>0.3281466761950976</c:v>
              </c:pt>
              <c:pt idx="233">
                <c:v>0.3281466761950976</c:v>
              </c:pt>
              <c:pt idx="234">
                <c:v>0.3281466761950976</c:v>
              </c:pt>
              <c:pt idx="235">
                <c:v>0.3281466761950976</c:v>
              </c:pt>
              <c:pt idx="236">
                <c:v>0.3281466761950976</c:v>
              </c:pt>
              <c:pt idx="237">
                <c:v>0.3281466761950976</c:v>
              </c:pt>
              <c:pt idx="238">
                <c:v>0.3281466761950976</c:v>
              </c:pt>
              <c:pt idx="239">
                <c:v>0.3281466761950976</c:v>
              </c:pt>
              <c:pt idx="240">
                <c:v>0.3281466761950976</c:v>
              </c:pt>
              <c:pt idx="241">
                <c:v>0.3281466761950976</c:v>
              </c:pt>
              <c:pt idx="242">
                <c:v>0.3281466761950976</c:v>
              </c:pt>
              <c:pt idx="243">
                <c:v>0.3281466761950976</c:v>
              </c:pt>
              <c:pt idx="244">
                <c:v>0.3281466761950976</c:v>
              </c:pt>
              <c:pt idx="245">
                <c:v>0.3281466761950976</c:v>
              </c:pt>
              <c:pt idx="246">
                <c:v>0.05721705737962357</c:v>
              </c:pt>
              <c:pt idx="247">
                <c:v>0.05721705737962357</c:v>
              </c:pt>
              <c:pt idx="248">
                <c:v>0.05721705737962357</c:v>
              </c:pt>
              <c:pt idx="249">
                <c:v>0.05721705737962357</c:v>
              </c:pt>
              <c:pt idx="250">
                <c:v>0.05721705737962357</c:v>
              </c:pt>
              <c:pt idx="251">
                <c:v>0.05721705737962357</c:v>
              </c:pt>
              <c:pt idx="252">
                <c:v>0.05721705737962357</c:v>
              </c:pt>
              <c:pt idx="253">
                <c:v>0.05721705737962357</c:v>
              </c:pt>
              <c:pt idx="254">
                <c:v>0.05721705737962357</c:v>
              </c:pt>
              <c:pt idx="255">
                <c:v>0.05721705737962357</c:v>
              </c:pt>
              <c:pt idx="256">
                <c:v>0.05721705737962357</c:v>
              </c:pt>
              <c:pt idx="257">
                <c:v>0.05721705737962357</c:v>
              </c:pt>
              <c:pt idx="258">
                <c:v>0.05721705737962357</c:v>
              </c:pt>
              <c:pt idx="259">
                <c:v>0.05721705737962357</c:v>
              </c:pt>
              <c:pt idx="260">
                <c:v>0.05721705737962357</c:v>
              </c:pt>
              <c:pt idx="261">
                <c:v>0.05721705737962357</c:v>
              </c:pt>
              <c:pt idx="262">
                <c:v>0.05721705737962357</c:v>
              </c:pt>
              <c:pt idx="263">
                <c:v>0.05721705737962357</c:v>
              </c:pt>
              <c:pt idx="264">
                <c:v>0.05721705737962357</c:v>
              </c:pt>
              <c:pt idx="265">
                <c:v>0.05721705737962357</c:v>
              </c:pt>
              <c:pt idx="266">
                <c:v>0.05721705737962357</c:v>
              </c:pt>
              <c:pt idx="267">
                <c:v>0.05721705737962357</c:v>
              </c:pt>
              <c:pt idx="268">
                <c:v>0.05721705737962357</c:v>
              </c:pt>
              <c:pt idx="269">
                <c:v>0.05721705737962357</c:v>
              </c:pt>
              <c:pt idx="270">
                <c:v>0.05721705737962357</c:v>
              </c:pt>
              <c:pt idx="271">
                <c:v>0.05721705737962357</c:v>
              </c:pt>
              <c:pt idx="272">
                <c:v>0.05721705737962357</c:v>
              </c:pt>
              <c:pt idx="273">
                <c:v>0.05721705737962357</c:v>
              </c:pt>
              <c:pt idx="274">
                <c:v>0.05721705737962357</c:v>
              </c:pt>
              <c:pt idx="275">
                <c:v>0.05721705737962357</c:v>
              </c:pt>
              <c:pt idx="276">
                <c:v>0.016405738087778943</c:v>
              </c:pt>
              <c:pt idx="277">
                <c:v>0.016405738087778943</c:v>
              </c:pt>
              <c:pt idx="278">
                <c:v>0.016405738087778943</c:v>
              </c:pt>
              <c:pt idx="279">
                <c:v>0.016405738087778943</c:v>
              </c:pt>
              <c:pt idx="280">
                <c:v>0.016405738087778943</c:v>
              </c:pt>
              <c:pt idx="281">
                <c:v>0.016405738087778943</c:v>
              </c:pt>
              <c:pt idx="282">
                <c:v>0.016405738087778943</c:v>
              </c:pt>
              <c:pt idx="283">
                <c:v>0.016405738087778943</c:v>
              </c:pt>
              <c:pt idx="284">
                <c:v>0.016405738087778943</c:v>
              </c:pt>
              <c:pt idx="285">
                <c:v>0.016405738087778943</c:v>
              </c:pt>
              <c:pt idx="286">
                <c:v>0.016405738087778943</c:v>
              </c:pt>
              <c:pt idx="287">
                <c:v>0.016405738087778943</c:v>
              </c:pt>
              <c:pt idx="288">
                <c:v>0.016405738087778943</c:v>
              </c:pt>
              <c:pt idx="289">
                <c:v>0.016405738087778943</c:v>
              </c:pt>
              <c:pt idx="290">
                <c:v>0.016405738087778943</c:v>
              </c:pt>
              <c:pt idx="291">
                <c:v>0.016405738087778943</c:v>
              </c:pt>
              <c:pt idx="292">
                <c:v>0.016405738087778943</c:v>
              </c:pt>
              <c:pt idx="293">
                <c:v>0.016405738087778943</c:v>
              </c:pt>
              <c:pt idx="294">
                <c:v>0.016405738087778943</c:v>
              </c:pt>
              <c:pt idx="295">
                <c:v>0.016405738087778943</c:v>
              </c:pt>
              <c:pt idx="296">
                <c:v>0.016405738087778943</c:v>
              </c:pt>
              <c:pt idx="297">
                <c:v>0.016405738087778943</c:v>
              </c:pt>
              <c:pt idx="298">
                <c:v>0.016405738087778943</c:v>
              </c:pt>
              <c:pt idx="299">
                <c:v>0.016405738087778943</c:v>
              </c:pt>
              <c:pt idx="300">
                <c:v>0.016405738087778943</c:v>
              </c:pt>
              <c:pt idx="301">
                <c:v>0.016405738087778943</c:v>
              </c:pt>
              <c:pt idx="302">
                <c:v>0.016405738087778943</c:v>
              </c:pt>
              <c:pt idx="303">
                <c:v>0.016405738087778943</c:v>
              </c:pt>
              <c:pt idx="304">
                <c:v>0.016405738087778943</c:v>
              </c:pt>
              <c:pt idx="305">
                <c:v>0.016405738087778943</c:v>
              </c:pt>
              <c:pt idx="306">
                <c:v>0.016405738087778943</c:v>
              </c:pt>
              <c:pt idx="307">
                <c:v>0.016405738087778943</c:v>
              </c:pt>
              <c:pt idx="308">
                <c:v>0.016405738087778943</c:v>
              </c:pt>
              <c:pt idx="309">
                <c:v>0.016405738087778943</c:v>
              </c:pt>
              <c:pt idx="310">
                <c:v>0.016405738087778943</c:v>
              </c:pt>
              <c:pt idx="311">
                <c:v>0.016405738087778943</c:v>
              </c:pt>
              <c:pt idx="312">
                <c:v>0.016405738087778943</c:v>
              </c:pt>
              <c:pt idx="313">
                <c:v>0.016405738087778943</c:v>
              </c:pt>
              <c:pt idx="314">
                <c:v>0.016405738087778943</c:v>
              </c:pt>
              <c:pt idx="315">
                <c:v>0.016405738087778943</c:v>
              </c:pt>
              <c:pt idx="316">
                <c:v>0.016405738087778943</c:v>
              </c:pt>
              <c:pt idx="317">
                <c:v>0.016405738087778943</c:v>
              </c:pt>
              <c:pt idx="318">
                <c:v>0.016405738087778943</c:v>
              </c:pt>
              <c:pt idx="319">
                <c:v>0.016405738087778943</c:v>
              </c:pt>
              <c:pt idx="320">
                <c:v>0.016405738087778943</c:v>
              </c:pt>
              <c:pt idx="321">
                <c:v>0.016405738087778943</c:v>
              </c:pt>
              <c:pt idx="322">
                <c:v>0.016405738087778943</c:v>
              </c:pt>
              <c:pt idx="323">
                <c:v>0.016405738087778943</c:v>
              </c:pt>
            </c:numLit>
          </c:yVal>
          <c:smooth val="0"/>
        </c:ser>
        <c:ser>
          <c:idx val="2"/>
          <c:order val="2"/>
          <c:tx>
            <c:v>Same-order filling improvement</c:v>
          </c:tx>
          <c:spPr>
            <a:noFill xmlns:a="http://schemas.openxmlformats.org/drawingml/2006/main"/>
            <a:ln xmlns:a="http://schemas.openxmlformats.org/drawingml/2006/main" w="7620">
              <a:solidFill>
                <a:srgbClr val="009E73"/>
              </a:solidFill>
              <a:prstDash val="solid"/>
            </a:ln>
          </c:spPr>
          <c:marker>
            <c:symbol val="none"/>
            <c:size val="7"/>
            <c:spPr>
              <a:solidFill xmlns:a="http://schemas.openxmlformats.org/drawingml/2006/main">
                <a:srgbClr val="009E73"/>
              </a:solidFill>
            </c:spPr>
          </c:marker>
          <c:xVal>
            <c:numLit>
              <c:formatCode>General</c:formatCode>
              <c:ptCount val="324"/>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c:v>
              </c:pt>
              <c:pt idx="147">
                <c:v>0</c:v>
              </c:pt>
              <c:pt idx="148">
                <c:v>0</c:v>
              </c:pt>
              <c:pt idx="149">
                <c:v>0</c:v>
              </c:pt>
              <c:pt idx="150">
                <c:v>0</c:v>
              </c:pt>
              <c:pt idx="151">
                <c:v>0</c:v>
              </c:pt>
              <c:pt idx="152">
                <c:v>0</c:v>
              </c:pt>
              <c:pt idx="153">
                <c:v>0</c:v>
              </c:pt>
              <c:pt idx="154">
                <c:v>0</c:v>
              </c:pt>
              <c:pt idx="155">
                <c:v>0</c:v>
              </c:pt>
              <c:pt idx="156">
                <c:v>0</c:v>
              </c:pt>
              <c:pt idx="157">
                <c:v>0</c:v>
              </c:pt>
              <c:pt idx="158">
                <c:v>0</c:v>
              </c:pt>
              <c:pt idx="159">
                <c:v>0</c:v>
              </c:pt>
              <c:pt idx="160">
                <c:v>0</c:v>
              </c:pt>
              <c:pt idx="161">
                <c:v>0</c:v>
              </c:pt>
              <c:pt idx="162">
                <c:v>0</c:v>
              </c:pt>
              <c:pt idx="163">
                <c:v>0</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numLit>
          </c:xVal>
          <c:yVal>
            <c:numLit>
              <c:formatCode>0.0</c:formatCode>
              <c:ptCount val="324"/>
              <c:pt idx="0">
                <c:v>0.9602715269585541</c:v>
              </c:pt>
              <c:pt idx="1">
                <c:v>0.9602715269585541</c:v>
              </c:pt>
              <c:pt idx="2">
                <c:v>0.9602715269585541</c:v>
              </c:pt>
              <c:pt idx="3">
                <c:v>0.9602715269585541</c:v>
              </c:pt>
              <c:pt idx="4">
                <c:v>0.9602715269585541</c:v>
              </c:pt>
              <c:pt idx="5">
                <c:v>0.9602715269585541</c:v>
              </c:pt>
              <c:pt idx="6">
                <c:v>0.9602715269585541</c:v>
              </c:pt>
              <c:pt idx="7">
                <c:v>0.9602715269585541</c:v>
              </c:pt>
              <c:pt idx="8">
                <c:v>0.9602715269585541</c:v>
              </c:pt>
              <c:pt idx="9">
                <c:v>0.9602715269585541</c:v>
              </c:pt>
              <c:pt idx="10">
                <c:v>0.9602715269585541</c:v>
              </c:pt>
              <c:pt idx="11">
                <c:v>0.9602715269585541</c:v>
              </c:pt>
              <c:pt idx="12">
                <c:v>0.9602715269585541</c:v>
              </c:pt>
              <c:pt idx="13">
                <c:v>0.9602715269585541</c:v>
              </c:pt>
              <c:pt idx="14">
                <c:v>0.9602715269585541</c:v>
              </c:pt>
              <c:pt idx="15">
                <c:v>0.9602715269585541</c:v>
              </c:pt>
              <c:pt idx="16">
                <c:v>0.9602715269585541</c:v>
              </c:pt>
              <c:pt idx="17">
                <c:v>0.9602715269585541</c:v>
              </c:pt>
              <c:pt idx="18">
                <c:v>0.9602715269585541</c:v>
              </c:pt>
              <c:pt idx="19">
                <c:v>0.9602715269585541</c:v>
              </c:pt>
              <c:pt idx="20">
                <c:v>0.9602715269585541</c:v>
              </c:pt>
              <c:pt idx="21">
                <c:v>0.9602715269585541</c:v>
              </c:pt>
              <c:pt idx="22">
                <c:v>0.9602715269585541</c:v>
              </c:pt>
              <c:pt idx="23">
                <c:v>0.9602715269585541</c:v>
              </c:pt>
              <c:pt idx="24">
                <c:v>0.9602715269585541</c:v>
              </c:pt>
              <c:pt idx="25">
                <c:v>0.9602715269585541</c:v>
              </c:pt>
              <c:pt idx="26">
                <c:v>0.9602715269585541</c:v>
              </c:pt>
              <c:pt idx="27">
                <c:v>0.9602715269585541</c:v>
              </c:pt>
              <c:pt idx="28">
                <c:v>0.9602715269585541</c:v>
              </c:pt>
              <c:pt idx="29">
                <c:v>0.9602715269585541</c:v>
              </c:pt>
              <c:pt idx="30">
                <c:v>0.9602715269585541</c:v>
              </c:pt>
              <c:pt idx="31">
                <c:v>0.9602715269585541</c:v>
              </c:pt>
              <c:pt idx="32">
                <c:v>0.9602715269585541</c:v>
              </c:pt>
              <c:pt idx="33">
                <c:v>0.9602715269585541</c:v>
              </c:pt>
              <c:pt idx="34">
                <c:v>0.9602715269585541</c:v>
              </c:pt>
              <c:pt idx="35">
                <c:v>0.9602715269585541</c:v>
              </c:pt>
              <c:pt idx="36">
                <c:v>0.9602715269585541</c:v>
              </c:pt>
              <c:pt idx="37">
                <c:v>0.9602715269585541</c:v>
              </c:pt>
              <c:pt idx="38">
                <c:v>0.9602715269585541</c:v>
              </c:pt>
              <c:pt idx="39">
                <c:v>0.9602715269585541</c:v>
              </c:pt>
              <c:pt idx="40">
                <c:v>0.9602715269585541</c:v>
              </c:pt>
              <c:pt idx="41">
                <c:v>0.9602715269585541</c:v>
              </c:pt>
              <c:pt idx="42">
                <c:v>0.9602715269585541</c:v>
              </c:pt>
              <c:pt idx="43">
                <c:v>0.9602715269585541</c:v>
              </c:pt>
              <c:pt idx="44">
                <c:v>0.9602715269585541</c:v>
              </c:pt>
              <c:pt idx="45">
                <c:v>0.9602715269585541</c:v>
              </c:pt>
              <c:pt idx="46">
                <c:v>0.9602715269585541</c:v>
              </c:pt>
              <c:pt idx="47">
                <c:v>0.9602715269585541</c:v>
              </c:pt>
              <c:pt idx="48">
                <c:v>0.9602715269585541</c:v>
              </c:pt>
              <c:pt idx="49">
                <c:v>0.9602715269585541</c:v>
              </c:pt>
              <c:pt idx="50">
                <c:v>0.9602715269585541</c:v>
              </c:pt>
              <c:pt idx="51">
                <c:v>0.9602715269585541</c:v>
              </c:pt>
              <c:pt idx="52">
                <c:v>0.9602715269585541</c:v>
              </c:pt>
              <c:pt idx="53">
                <c:v>0.9602715269585541</c:v>
              </c:pt>
              <c:pt idx="54">
                <c:v>0.9602715269585541</c:v>
              </c:pt>
              <c:pt idx="55">
                <c:v>0.9602715269585541</c:v>
              </c:pt>
              <c:pt idx="56">
                <c:v>0.9602715269585541</c:v>
              </c:pt>
              <c:pt idx="57">
                <c:v>0.9602715269585541</c:v>
              </c:pt>
              <c:pt idx="58">
                <c:v>0.9602715269585541</c:v>
              </c:pt>
              <c:pt idx="59">
                <c:v>0.9602715269585541</c:v>
              </c:pt>
              <c:pt idx="60">
                <c:v>0.9602715269585541</c:v>
              </c:pt>
              <c:pt idx="61">
                <c:v>0.9602715269585541</c:v>
              </c:pt>
              <c:pt idx="62">
                <c:v>0.9602715269585541</c:v>
              </c:pt>
              <c:pt idx="63">
                <c:v>0.9602715269585541</c:v>
              </c:pt>
              <c:pt idx="64">
                <c:v>0.9602715269585541</c:v>
              </c:pt>
              <c:pt idx="65">
                <c:v>0.9602715269585541</c:v>
              </c:pt>
              <c:pt idx="66">
                <c:v>0.9602715269585541</c:v>
              </c:pt>
              <c:pt idx="67">
                <c:v>0.9602715269585541</c:v>
              </c:pt>
              <c:pt idx="68">
                <c:v>0.9602715269585541</c:v>
              </c:pt>
              <c:pt idx="69">
                <c:v>0.9602715269585541</c:v>
              </c:pt>
              <c:pt idx="70">
                <c:v>0.9602715269585541</c:v>
              </c:pt>
              <c:pt idx="71">
                <c:v>0.9602715269585541</c:v>
              </c:pt>
              <c:pt idx="72">
                <c:v>0.9602715269585541</c:v>
              </c:pt>
              <c:pt idx="73">
                <c:v>0.9602715269585541</c:v>
              </c:pt>
              <c:pt idx="74">
                <c:v>0.9602715269585541</c:v>
              </c:pt>
              <c:pt idx="75">
                <c:v>0.9602715269585541</c:v>
              </c:pt>
              <c:pt idx="76">
                <c:v>0.9602715269585541</c:v>
              </c:pt>
              <c:pt idx="77">
                <c:v>0.9602715269585541</c:v>
              </c:pt>
              <c:pt idx="78">
                <c:v>0.9602715269585541</c:v>
              </c:pt>
              <c:pt idx="79">
                <c:v>0.9602715269585541</c:v>
              </c:pt>
              <c:pt idx="80">
                <c:v>0.9602715269585541</c:v>
              </c:pt>
              <c:pt idx="81">
                <c:v>0.9602715269585541</c:v>
              </c:pt>
              <c:pt idx="82">
                <c:v>0.9602715269585541</c:v>
              </c:pt>
              <c:pt idx="83">
                <c:v>0.9602715269585541</c:v>
              </c:pt>
              <c:pt idx="84">
                <c:v>0.9602715269585541</c:v>
              </c:pt>
              <c:pt idx="85">
                <c:v>0.9602715269585541</c:v>
              </c:pt>
              <c:pt idx="86">
                <c:v>0.9602715269585541</c:v>
              </c:pt>
              <c:pt idx="87">
                <c:v>0.9602715269585541</c:v>
              </c:pt>
              <c:pt idx="88">
                <c:v>0.9602715269585541</c:v>
              </c:pt>
              <c:pt idx="89">
                <c:v>0.9602715269585541</c:v>
              </c:pt>
              <c:pt idx="90">
                <c:v>0.9602715269585541</c:v>
              </c:pt>
              <c:pt idx="91">
                <c:v>0.9602715269585541</c:v>
              </c:pt>
              <c:pt idx="92">
                <c:v>0.9602715269585541</c:v>
              </c:pt>
              <c:pt idx="93">
                <c:v>0.9602715269585541</c:v>
              </c:pt>
              <c:pt idx="94">
                <c:v>0.9602715269585541</c:v>
              </c:pt>
              <c:pt idx="95">
                <c:v>0.9602715269585541</c:v>
              </c:pt>
              <c:pt idx="96">
                <c:v>0.9602715269585541</c:v>
              </c:pt>
              <c:pt idx="97">
                <c:v>0.9602715269585541</c:v>
              </c:pt>
              <c:pt idx="98">
                <c:v>0.9602715269585541</c:v>
              </c:pt>
              <c:pt idx="99">
                <c:v>0.9602715269585541</c:v>
              </c:pt>
              <c:pt idx="100">
                <c:v>0.9602715269585541</c:v>
              </c:pt>
              <c:pt idx="101">
                <c:v>0.9602715269585541</c:v>
              </c:pt>
              <c:pt idx="102">
                <c:v>0.9602715269585541</c:v>
              </c:pt>
              <c:pt idx="103">
                <c:v>0.9602715269585541</c:v>
              </c:pt>
              <c:pt idx="104">
                <c:v>0.9602715269585541</c:v>
              </c:pt>
              <c:pt idx="105">
                <c:v>0.9602715269585541</c:v>
              </c:pt>
              <c:pt idx="106">
                <c:v>0.9602715269585541</c:v>
              </c:pt>
              <c:pt idx="107">
                <c:v>0.9602715269585541</c:v>
              </c:pt>
              <c:pt idx="108">
                <c:v>0.9602715269585541</c:v>
              </c:pt>
              <c:pt idx="109">
                <c:v>0.9602715269585541</c:v>
              </c:pt>
              <c:pt idx="110">
                <c:v>0.9602715269585541</c:v>
              </c:pt>
              <c:pt idx="111">
                <c:v>0.9602715269585541</c:v>
              </c:pt>
              <c:pt idx="112">
                <c:v>0.9602715269585541</c:v>
              </c:pt>
              <c:pt idx="113">
                <c:v>0.9602715269585541</c:v>
              </c:pt>
              <c:pt idx="114">
                <c:v>0.9602715269585541</c:v>
              </c:pt>
              <c:pt idx="115">
                <c:v>0.9602715269585541</c:v>
              </c:pt>
              <c:pt idx="116">
                <c:v>0.9602715269585541</c:v>
              </c:pt>
              <c:pt idx="117">
                <c:v>0.9602715269585541</c:v>
              </c:pt>
              <c:pt idx="118">
                <c:v>0.9602715269585541</c:v>
              </c:pt>
              <c:pt idx="119">
                <c:v>0.9602715269585541</c:v>
              </c:pt>
              <c:pt idx="120">
                <c:v>0.9602715269585541</c:v>
              </c:pt>
              <c:pt idx="121">
                <c:v>0.9602715269585541</c:v>
              </c:pt>
              <c:pt idx="122">
                <c:v>0.9602715269585541</c:v>
              </c:pt>
              <c:pt idx="123">
                <c:v>0.9602715269585541</c:v>
              </c:pt>
              <c:pt idx="124">
                <c:v>0.9602715269585541</c:v>
              </c:pt>
              <c:pt idx="125">
                <c:v>0.9602715269585541</c:v>
              </c:pt>
              <c:pt idx="126">
                <c:v>0.9602715269585541</c:v>
              </c:pt>
              <c:pt idx="127">
                <c:v>0.9602715269585541</c:v>
              </c:pt>
              <c:pt idx="128">
                <c:v>0.9602715269585541</c:v>
              </c:pt>
              <c:pt idx="129">
                <c:v>0.9602715269585541</c:v>
              </c:pt>
              <c:pt idx="130">
                <c:v>0.9602715269585541</c:v>
              </c:pt>
              <c:pt idx="131">
                <c:v>0.9602715269585541</c:v>
              </c:pt>
              <c:pt idx="132">
                <c:v>0.9602715269585541</c:v>
              </c:pt>
              <c:pt idx="133">
                <c:v>0.9602715269585541</c:v>
              </c:pt>
              <c:pt idx="134">
                <c:v>0.9602715269585541</c:v>
              </c:pt>
              <c:pt idx="135">
                <c:v>0.9602715269585541</c:v>
              </c:pt>
              <c:pt idx="136">
                <c:v>0.9602715269585541</c:v>
              </c:pt>
              <c:pt idx="137">
                <c:v>0.9602715269585541</c:v>
              </c:pt>
              <c:pt idx="138">
                <c:v>0.9602715269585541</c:v>
              </c:pt>
              <c:pt idx="139">
                <c:v>0.9602715269585541</c:v>
              </c:pt>
              <c:pt idx="140">
                <c:v>0.9602715269585541</c:v>
              </c:pt>
              <c:pt idx="141">
                <c:v>0.9602715269585541</c:v>
              </c:pt>
              <c:pt idx="142">
                <c:v>0.9602715269585541</c:v>
              </c:pt>
              <c:pt idx="143">
                <c:v>0.9602715269585541</c:v>
              </c:pt>
              <c:pt idx="144">
                <c:v>0.9602715269585541</c:v>
              </c:pt>
              <c:pt idx="145">
                <c:v>0.9602715269585541</c:v>
              </c:pt>
              <c:pt idx="146">
                <c:v>0.9602715269585541</c:v>
              </c:pt>
              <c:pt idx="147">
                <c:v>0.9602715269585541</c:v>
              </c:pt>
              <c:pt idx="148">
                <c:v>0.9602715269585541</c:v>
              </c:pt>
              <c:pt idx="149">
                <c:v>0.9602715269585541</c:v>
              </c:pt>
              <c:pt idx="150">
                <c:v>0.9602715269585541</c:v>
              </c:pt>
              <c:pt idx="151">
                <c:v>0.9602715269585541</c:v>
              </c:pt>
              <c:pt idx="152">
                <c:v>0.9602715269585541</c:v>
              </c:pt>
              <c:pt idx="153">
                <c:v>0.9602715269585541</c:v>
              </c:pt>
              <c:pt idx="154">
                <c:v>0.9602715269585541</c:v>
              </c:pt>
              <c:pt idx="155">
                <c:v>0.9602715269585541</c:v>
              </c:pt>
              <c:pt idx="156">
                <c:v>0.9602715269585541</c:v>
              </c:pt>
              <c:pt idx="157">
                <c:v>0.9602715269585541</c:v>
              </c:pt>
              <c:pt idx="158">
                <c:v>0.9602715269585541</c:v>
              </c:pt>
              <c:pt idx="159">
                <c:v>0.9602715269585541</c:v>
              </c:pt>
              <c:pt idx="160">
                <c:v>0.9602715269585541</c:v>
              </c:pt>
              <c:pt idx="161">
                <c:v>0.9602715269585541</c:v>
              </c:pt>
              <c:pt idx="162">
                <c:v>0.9602715269585541</c:v>
              </c:pt>
              <c:pt idx="163">
                <c:v>0.9602715269585541</c:v>
              </c:pt>
              <c:pt idx="164">
                <c:v>0.9602715269585541</c:v>
              </c:pt>
              <c:pt idx="165">
                <c:v>0.9602715269585541</c:v>
              </c:pt>
              <c:pt idx="166">
                <c:v>0.9602715269585541</c:v>
              </c:pt>
              <c:pt idx="167">
                <c:v>0.9602715269585541</c:v>
              </c:pt>
              <c:pt idx="168">
                <c:v>0.9602715269585541</c:v>
              </c:pt>
              <c:pt idx="169">
                <c:v>0.9602715269585541</c:v>
              </c:pt>
              <c:pt idx="170">
                <c:v>0.9602715269585541</c:v>
              </c:pt>
              <c:pt idx="171">
                <c:v>0.9602715269585541</c:v>
              </c:pt>
              <c:pt idx="172">
                <c:v>0.9602715269585541</c:v>
              </c:pt>
              <c:pt idx="173">
                <c:v>0.9602715269585541</c:v>
              </c:pt>
              <c:pt idx="174">
                <c:v>0.9602715269585541</c:v>
              </c:pt>
              <c:pt idx="175">
                <c:v>0.9602715269585541</c:v>
              </c:pt>
              <c:pt idx="176">
                <c:v>0.9602715269585541</c:v>
              </c:pt>
              <c:pt idx="177">
                <c:v>0.9602715269585541</c:v>
              </c:pt>
              <c:pt idx="178">
                <c:v>0.9602715269585541</c:v>
              </c:pt>
              <c:pt idx="179">
                <c:v>0.9602715269585541</c:v>
              </c:pt>
              <c:pt idx="180">
                <c:v>0.9602715269585541</c:v>
              </c:pt>
              <c:pt idx="181">
                <c:v>0.9602715269585541</c:v>
              </c:pt>
              <c:pt idx="182">
                <c:v>0.9602715269585541</c:v>
              </c:pt>
              <c:pt idx="183">
                <c:v>0.9602715269585541</c:v>
              </c:pt>
              <c:pt idx="184">
                <c:v>0.9602715269585541</c:v>
              </c:pt>
              <c:pt idx="185">
                <c:v>0.9602715269585541</c:v>
              </c:pt>
              <c:pt idx="186">
                <c:v>0.9602715269585541</c:v>
              </c:pt>
              <c:pt idx="187">
                <c:v>0.9602715269585541</c:v>
              </c:pt>
              <c:pt idx="188">
                <c:v>0.9602715269585541</c:v>
              </c:pt>
              <c:pt idx="189">
                <c:v>0.9602715269585541</c:v>
              </c:pt>
              <c:pt idx="190">
                <c:v>0.9602715269585541</c:v>
              </c:pt>
              <c:pt idx="191">
                <c:v>0.9602715269585541</c:v>
              </c:pt>
              <c:pt idx="192">
                <c:v>0.9602715269585541</c:v>
              </c:pt>
              <c:pt idx="193">
                <c:v>0.9602715269585541</c:v>
              </c:pt>
              <c:pt idx="194">
                <c:v>0.9602715269585541</c:v>
              </c:pt>
              <c:pt idx="195">
                <c:v>0.9602715269585541</c:v>
              </c:pt>
              <c:pt idx="196">
                <c:v>0.9602715269585541</c:v>
              </c:pt>
              <c:pt idx="197">
                <c:v>0.9602715269585541</c:v>
              </c:pt>
              <c:pt idx="198">
                <c:v>0.9602715269585541</c:v>
              </c:pt>
              <c:pt idx="199">
                <c:v>0.9602715269585541</c:v>
              </c:pt>
              <c:pt idx="200">
                <c:v>0.9602715269585541</c:v>
              </c:pt>
              <c:pt idx="201">
                <c:v>0.9602715269585541</c:v>
              </c:pt>
              <c:pt idx="202">
                <c:v>0.9602715269585541</c:v>
              </c:pt>
              <c:pt idx="203">
                <c:v>0.9602715269585541</c:v>
              </c:pt>
              <c:pt idx="204">
                <c:v>0.9602715269585541</c:v>
              </c:pt>
              <c:pt idx="205">
                <c:v>0.9602715269585541</c:v>
              </c:pt>
              <c:pt idx="206">
                <c:v>0.9602715269585541</c:v>
              </c:pt>
              <c:pt idx="207">
                <c:v>0.9602715269585541</c:v>
              </c:pt>
              <c:pt idx="208">
                <c:v>0.9602715269585541</c:v>
              </c:pt>
              <c:pt idx="209">
                <c:v>0.9602715269585541</c:v>
              </c:pt>
              <c:pt idx="210">
                <c:v>0.9602715269585541</c:v>
              </c:pt>
              <c:pt idx="211">
                <c:v>0.9602715269585541</c:v>
              </c:pt>
              <c:pt idx="212">
                <c:v>0.9602715269585541</c:v>
              </c:pt>
              <c:pt idx="213">
                <c:v>0.9602715269585541</c:v>
              </c:pt>
              <c:pt idx="214">
                <c:v>0.9602715269585541</c:v>
              </c:pt>
              <c:pt idx="215">
                <c:v>0.9602715269585541</c:v>
              </c:pt>
              <c:pt idx="216">
                <c:v>0.9602715269585541</c:v>
              </c:pt>
              <c:pt idx="217">
                <c:v>0.9602715269585541</c:v>
              </c:pt>
              <c:pt idx="218">
                <c:v>0.9602715269585541</c:v>
              </c:pt>
              <c:pt idx="219">
                <c:v>0.9602715269585541</c:v>
              </c:pt>
              <c:pt idx="220">
                <c:v>0.9602715269585541</c:v>
              </c:pt>
              <c:pt idx="221">
                <c:v>0.9602715269585541</c:v>
              </c:pt>
              <c:pt idx="222">
                <c:v>0.9602715269585541</c:v>
              </c:pt>
              <c:pt idx="223">
                <c:v>0.9602715269585541</c:v>
              </c:pt>
              <c:pt idx="224">
                <c:v>0.9602715269585541</c:v>
              </c:pt>
              <c:pt idx="225">
                <c:v>0.9602715269585541</c:v>
              </c:pt>
              <c:pt idx="226">
                <c:v>0.9602715269585541</c:v>
              </c:pt>
              <c:pt idx="227">
                <c:v>0.9602715269585541</c:v>
              </c:pt>
              <c:pt idx="228">
                <c:v>0.9602715269585541</c:v>
              </c:pt>
              <c:pt idx="229">
                <c:v>0.9602715269585541</c:v>
              </c:pt>
              <c:pt idx="230">
                <c:v>0.9602715269585541</c:v>
              </c:pt>
              <c:pt idx="231">
                <c:v>0.9602715269585541</c:v>
              </c:pt>
              <c:pt idx="232">
                <c:v>0.9602715269585541</c:v>
              </c:pt>
              <c:pt idx="233">
                <c:v>0.9602715269585541</c:v>
              </c:pt>
              <c:pt idx="234">
                <c:v>0.9602715269585541</c:v>
              </c:pt>
              <c:pt idx="235">
                <c:v>0.9602715269585541</c:v>
              </c:pt>
              <c:pt idx="236">
                <c:v>0.9602715269585541</c:v>
              </c:pt>
              <c:pt idx="237">
                <c:v>0.9602715269585541</c:v>
              </c:pt>
              <c:pt idx="238">
                <c:v>0.9602715269585541</c:v>
              </c:pt>
              <c:pt idx="239">
                <c:v>0.9602715269585541</c:v>
              </c:pt>
              <c:pt idx="240">
                <c:v>0.9602715269585541</c:v>
              </c:pt>
              <c:pt idx="241">
                <c:v>0.9602715269585541</c:v>
              </c:pt>
              <c:pt idx="242">
                <c:v>0.9602715269585541</c:v>
              </c:pt>
              <c:pt idx="243">
                <c:v>0.9602715269585541</c:v>
              </c:pt>
              <c:pt idx="244">
                <c:v>0.9602715269585541</c:v>
              </c:pt>
              <c:pt idx="245">
                <c:v>0.9602715269585541</c:v>
              </c:pt>
              <c:pt idx="246">
                <c:v>0.9602715269585541</c:v>
              </c:pt>
              <c:pt idx="247">
                <c:v>0.9602715269585541</c:v>
              </c:pt>
              <c:pt idx="248">
                <c:v>0.9602715269585541</c:v>
              </c:pt>
              <c:pt idx="249">
                <c:v>0.9602715269585541</c:v>
              </c:pt>
              <c:pt idx="250">
                <c:v>0.9602715269585541</c:v>
              </c:pt>
              <c:pt idx="251">
                <c:v>0.9602715269585541</c:v>
              </c:pt>
              <c:pt idx="252">
                <c:v>0.9602715269585541</c:v>
              </c:pt>
              <c:pt idx="253">
                <c:v>0.9602715269585541</c:v>
              </c:pt>
              <c:pt idx="254">
                <c:v>0.9602715269585541</c:v>
              </c:pt>
              <c:pt idx="255">
                <c:v>0.9602715269585541</c:v>
              </c:pt>
              <c:pt idx="256">
                <c:v>0.9602715269585541</c:v>
              </c:pt>
              <c:pt idx="257">
                <c:v>0.9602715269585541</c:v>
              </c:pt>
              <c:pt idx="258">
                <c:v>0.9602715269585541</c:v>
              </c:pt>
              <c:pt idx="259">
                <c:v>0.9602715269585541</c:v>
              </c:pt>
              <c:pt idx="260">
                <c:v>0.9602715269585541</c:v>
              </c:pt>
              <c:pt idx="261">
                <c:v>0.9602715269585541</c:v>
              </c:pt>
              <c:pt idx="262">
                <c:v>0.9602715269585541</c:v>
              </c:pt>
              <c:pt idx="263">
                <c:v>0.9602715269585541</c:v>
              </c:pt>
              <c:pt idx="264">
                <c:v>0.9602715269585541</c:v>
              </c:pt>
              <c:pt idx="265">
                <c:v>0.9602715269585541</c:v>
              </c:pt>
              <c:pt idx="266">
                <c:v>0.9602715269585541</c:v>
              </c:pt>
              <c:pt idx="267">
                <c:v>0.9602715269585541</c:v>
              </c:pt>
              <c:pt idx="268">
                <c:v>0.9602715269585541</c:v>
              </c:pt>
              <c:pt idx="269">
                <c:v>0.9602715269585541</c:v>
              </c:pt>
              <c:pt idx="270">
                <c:v>0.9602715269585541</c:v>
              </c:pt>
              <c:pt idx="271">
                <c:v>0.9602715269585541</c:v>
              </c:pt>
              <c:pt idx="272">
                <c:v>0.9602715269585541</c:v>
              </c:pt>
              <c:pt idx="273">
                <c:v>0.9602715269585541</c:v>
              </c:pt>
              <c:pt idx="274">
                <c:v>0.9602715269585541</c:v>
              </c:pt>
              <c:pt idx="275">
                <c:v>0.9602715269585541</c:v>
              </c:pt>
              <c:pt idx="276">
                <c:v>0.9602715269585541</c:v>
              </c:pt>
              <c:pt idx="277">
                <c:v>0.9602715269585541</c:v>
              </c:pt>
              <c:pt idx="278">
                <c:v>0.9602715269585541</c:v>
              </c:pt>
              <c:pt idx="279">
                <c:v>0.9602715269585541</c:v>
              </c:pt>
              <c:pt idx="280">
                <c:v>0.9602715269585541</c:v>
              </c:pt>
              <c:pt idx="281">
                <c:v>0.9602715269585541</c:v>
              </c:pt>
              <c:pt idx="282">
                <c:v>0.9602715269585541</c:v>
              </c:pt>
              <c:pt idx="283">
                <c:v>0.9602715269585541</c:v>
              </c:pt>
              <c:pt idx="284">
                <c:v>0.9602715269585541</c:v>
              </c:pt>
              <c:pt idx="285">
                <c:v>0.9602715269585541</c:v>
              </c:pt>
              <c:pt idx="286">
                <c:v>0.9602715269585541</c:v>
              </c:pt>
              <c:pt idx="287">
                <c:v>0.9602715269585541</c:v>
              </c:pt>
              <c:pt idx="288">
                <c:v>0.9602715269585541</c:v>
              </c:pt>
              <c:pt idx="289">
                <c:v>0.9602715269585541</c:v>
              </c:pt>
              <c:pt idx="290">
                <c:v>0.9602715269585541</c:v>
              </c:pt>
              <c:pt idx="291">
                <c:v>0.9602715269585541</c:v>
              </c:pt>
              <c:pt idx="292">
                <c:v>0.9602715269585541</c:v>
              </c:pt>
              <c:pt idx="293">
                <c:v>0.9602715269585541</c:v>
              </c:pt>
              <c:pt idx="294">
                <c:v>0.9602715269585541</c:v>
              </c:pt>
              <c:pt idx="295">
                <c:v>0.9602715269585541</c:v>
              </c:pt>
              <c:pt idx="296">
                <c:v>0.9602715269585541</c:v>
              </c:pt>
              <c:pt idx="297">
                <c:v>0.9602715269585541</c:v>
              </c:pt>
              <c:pt idx="298">
                <c:v>0.9602715269585541</c:v>
              </c:pt>
              <c:pt idx="299">
                <c:v>0.9602715269585541</c:v>
              </c:pt>
              <c:pt idx="300">
                <c:v>0.9602715269585541</c:v>
              </c:pt>
              <c:pt idx="301">
                <c:v>0.9602715269585541</c:v>
              </c:pt>
              <c:pt idx="302">
                <c:v>0.9602715269585541</c:v>
              </c:pt>
              <c:pt idx="303">
                <c:v>0.9602715269585541</c:v>
              </c:pt>
              <c:pt idx="304">
                <c:v>0.9602715269585541</c:v>
              </c:pt>
              <c:pt idx="305">
                <c:v>0.9602715269585541</c:v>
              </c:pt>
              <c:pt idx="306">
                <c:v>0.9602715269585541</c:v>
              </c:pt>
              <c:pt idx="307">
                <c:v>0.9602715269585541</c:v>
              </c:pt>
              <c:pt idx="308">
                <c:v>0.9602715269585541</c:v>
              </c:pt>
              <c:pt idx="309">
                <c:v>0.9602715269585541</c:v>
              </c:pt>
              <c:pt idx="310">
                <c:v>0.9602715269585541</c:v>
              </c:pt>
              <c:pt idx="311">
                <c:v>0.9602715269585541</c:v>
              </c:pt>
              <c:pt idx="312">
                <c:v>0.9602715269585541</c:v>
              </c:pt>
              <c:pt idx="313">
                <c:v>0.9602715269585541</c:v>
              </c:pt>
              <c:pt idx="314">
                <c:v>0.9602715269585541</c:v>
              </c:pt>
              <c:pt idx="315">
                <c:v>0.9602715269585541</c:v>
              </c:pt>
              <c:pt idx="316">
                <c:v>0.9602715269585541</c:v>
              </c:pt>
              <c:pt idx="317">
                <c:v>0.9602715269585541</c:v>
              </c:pt>
              <c:pt idx="318">
                <c:v>0.9602715269585541</c:v>
              </c:pt>
              <c:pt idx="319">
                <c:v>0.9602715269585541</c:v>
              </c:pt>
              <c:pt idx="320">
                <c:v>0.9602715269585541</c:v>
              </c:pt>
              <c:pt idx="321">
                <c:v>0.9602715269585541</c:v>
              </c:pt>
              <c:pt idx="322">
                <c:v>0.9602715269585541</c:v>
              </c:pt>
              <c:pt idx="323">
                <c:v>0.9602715269585541</c:v>
              </c:pt>
            </c:numLit>
          </c:yVal>
          <c:smooth val="0"/>
        </c:ser>
        <c:ser>
          <c:idx val="3"/>
          <c:order val="3"/>
          <c:tx>
            <c:v>Same-order filling improvement</c:v>
          </c:tx>
          <c:spPr>
            <a:noFill xmlns:a="http://schemas.openxmlformats.org/drawingml/2006/main"/>
            <a:ln xmlns:a="http://schemas.openxmlformats.org/drawingml/2006/main" w="7620">
              <a:solidFill>
                <a:srgbClr val="009E73"/>
              </a:solidFill>
              <a:prstDash val="solid"/>
            </a:ln>
          </c:spPr>
          <c:marker>
            <c:symbol val="none"/>
            <c:size val="7"/>
            <c:spPr>
              <a:solidFill xmlns:a="http://schemas.openxmlformats.org/drawingml/2006/main">
                <a:srgbClr val="009E73"/>
              </a:solidFill>
            </c:spPr>
          </c:marker>
          <c:xVal>
            <c:numLit>
              <c:formatCode>General</c:formatCode>
              <c:ptCount val="324"/>
              <c:pt idx="0">
                <c:v>1.7941219849936019</c:v>
              </c:pt>
              <c:pt idx="1">
                <c:v>1.8486033236919899</c:v>
              </c:pt>
              <c:pt idx="2">
                <c:v>1.8486033236919899</c:v>
              </c:pt>
              <c:pt idx="3">
                <c:v>1.8486033236919899</c:v>
              </c:pt>
              <c:pt idx="4">
                <c:v>1.8486033236919899</c:v>
              </c:pt>
              <c:pt idx="5">
                <c:v>1.8486033236919899</c:v>
              </c:pt>
              <c:pt idx="6">
                <c:v>1.8486033236919899</c:v>
              </c:pt>
              <c:pt idx="7">
                <c:v>1.8486033236919899</c:v>
              </c:pt>
              <c:pt idx="8">
                <c:v>1.8486033236919899</c:v>
              </c:pt>
              <c:pt idx="9">
                <c:v>1.8486033236919899</c:v>
              </c:pt>
              <c:pt idx="10">
                <c:v>1.8486033236919899</c:v>
              </c:pt>
              <c:pt idx="11">
                <c:v>1.8486033236919899</c:v>
              </c:pt>
              <c:pt idx="12">
                <c:v>1.8486033236919899</c:v>
              </c:pt>
              <c:pt idx="13">
                <c:v>1.8486033236919899</c:v>
              </c:pt>
              <c:pt idx="14">
                <c:v>1.8486033236919899</c:v>
              </c:pt>
              <c:pt idx="15">
                <c:v>1.8486033236919899</c:v>
              </c:pt>
              <c:pt idx="16">
                <c:v>1.8486033236919899</c:v>
              </c:pt>
              <c:pt idx="17">
                <c:v>1.8486033236919899</c:v>
              </c:pt>
              <c:pt idx="18">
                <c:v>1.8486033236919899</c:v>
              </c:pt>
              <c:pt idx="19">
                <c:v>1.8486033236919899</c:v>
              </c:pt>
              <c:pt idx="20">
                <c:v>1.8486033236919899</c:v>
              </c:pt>
              <c:pt idx="21">
                <c:v>1.8486033236919899</c:v>
              </c:pt>
              <c:pt idx="22">
                <c:v>1.8486033236919899</c:v>
              </c:pt>
              <c:pt idx="23">
                <c:v>1.8486033236919899</c:v>
              </c:pt>
              <c:pt idx="24">
                <c:v>1.8486033236919899</c:v>
              </c:pt>
              <c:pt idx="25">
                <c:v>1.8486033236919899</c:v>
              </c:pt>
              <c:pt idx="26">
                <c:v>1.8486033236919899</c:v>
              </c:pt>
              <c:pt idx="27">
                <c:v>1.8486033236919899</c:v>
              </c:pt>
              <c:pt idx="28">
                <c:v>1.8486033236919899</c:v>
              </c:pt>
              <c:pt idx="29">
                <c:v>1.8486033236919899</c:v>
              </c:pt>
              <c:pt idx="30">
                <c:v>1.8486033236919899</c:v>
              </c:pt>
              <c:pt idx="31">
                <c:v>1.8486033236919899</c:v>
              </c:pt>
              <c:pt idx="32">
                <c:v>1.8486033236919899</c:v>
              </c:pt>
              <c:pt idx="33">
                <c:v>1.8486033236919899</c:v>
              </c:pt>
              <c:pt idx="34">
                <c:v>1.8486033236919899</c:v>
              </c:pt>
              <c:pt idx="35">
                <c:v>1.8486033236919899</c:v>
              </c:pt>
              <c:pt idx="36">
                <c:v>1.8486033236919899</c:v>
              </c:pt>
              <c:pt idx="37">
                <c:v>1.8486033236919899</c:v>
              </c:pt>
              <c:pt idx="38">
                <c:v>1.8486033236919899</c:v>
              </c:pt>
              <c:pt idx="39">
                <c:v>1.8486033236919899</c:v>
              </c:pt>
              <c:pt idx="40">
                <c:v>1.8486033236919899</c:v>
              </c:pt>
              <c:pt idx="41">
                <c:v>1.8486033236919899</c:v>
              </c:pt>
              <c:pt idx="42">
                <c:v>1.8486033236919899</c:v>
              </c:pt>
              <c:pt idx="43">
                <c:v>1.8486033236919899</c:v>
              </c:pt>
              <c:pt idx="44">
                <c:v>1.8486033236919899</c:v>
              </c:pt>
              <c:pt idx="45">
                <c:v>1.8486033236919899</c:v>
              </c:pt>
              <c:pt idx="46">
                <c:v>1.8486033236919899</c:v>
              </c:pt>
              <c:pt idx="47">
                <c:v>1.8486033236919899</c:v>
              </c:pt>
              <c:pt idx="48">
                <c:v>1.8486033236919899</c:v>
              </c:pt>
              <c:pt idx="49">
                <c:v>1.8486033236919899</c:v>
              </c:pt>
              <c:pt idx="50">
                <c:v>1.8486033236919899</c:v>
              </c:pt>
              <c:pt idx="51">
                <c:v>1.8486033236919899</c:v>
              </c:pt>
              <c:pt idx="52">
                <c:v>1.8486033236919899</c:v>
              </c:pt>
              <c:pt idx="53">
                <c:v>1.8486033236919899</c:v>
              </c:pt>
              <c:pt idx="54">
                <c:v>1.8486033236919899</c:v>
              </c:pt>
              <c:pt idx="55">
                <c:v>1.8486033236919899</c:v>
              </c:pt>
              <c:pt idx="56">
                <c:v>1.8486033236919899</c:v>
              </c:pt>
              <c:pt idx="57">
                <c:v>1.8486033236919899</c:v>
              </c:pt>
              <c:pt idx="58">
                <c:v>1.8486033236919899</c:v>
              </c:pt>
              <c:pt idx="59">
                <c:v>1.8486033236919899</c:v>
              </c:pt>
              <c:pt idx="60">
                <c:v>1.8486033236919899</c:v>
              </c:pt>
              <c:pt idx="61">
                <c:v>1.8486033236919899</c:v>
              </c:pt>
              <c:pt idx="62">
                <c:v>1.8486033236919899</c:v>
              </c:pt>
              <c:pt idx="63">
                <c:v>1.8486033236919899</c:v>
              </c:pt>
              <c:pt idx="64">
                <c:v>1.8486033236919899</c:v>
              </c:pt>
              <c:pt idx="65">
                <c:v>1.8486033236919899</c:v>
              </c:pt>
              <c:pt idx="66">
                <c:v>1.8486033236919899</c:v>
              </c:pt>
              <c:pt idx="67">
                <c:v>1.8486033236919899</c:v>
              </c:pt>
              <c:pt idx="68">
                <c:v>1.8486033236919899</c:v>
              </c:pt>
              <c:pt idx="69">
                <c:v>1.8486033236919899</c:v>
              </c:pt>
              <c:pt idx="70">
                <c:v>1.8486033236919899</c:v>
              </c:pt>
              <c:pt idx="71">
                <c:v>1.8486033236919899</c:v>
              </c:pt>
              <c:pt idx="72">
                <c:v>1.8486033236919899</c:v>
              </c:pt>
              <c:pt idx="73">
                <c:v>1.8486033236919899</c:v>
              </c:pt>
              <c:pt idx="74">
                <c:v>1.8486033236919899</c:v>
              </c:pt>
              <c:pt idx="75">
                <c:v>1.8486033236919899</c:v>
              </c:pt>
              <c:pt idx="76">
                <c:v>1.8486033236919899</c:v>
              </c:pt>
              <c:pt idx="77">
                <c:v>1.8486033236919899</c:v>
              </c:pt>
              <c:pt idx="78">
                <c:v>1.8486033236919899</c:v>
              </c:pt>
              <c:pt idx="79">
                <c:v>1.8486033236919899</c:v>
              </c:pt>
              <c:pt idx="80">
                <c:v>1.8486033236919899</c:v>
              </c:pt>
              <c:pt idx="81">
                <c:v>1.8486033236919899</c:v>
              </c:pt>
              <c:pt idx="82">
                <c:v>1.8486033236919899</c:v>
              </c:pt>
              <c:pt idx="83">
                <c:v>1.8486033236919899</c:v>
              </c:pt>
              <c:pt idx="84">
                <c:v>1.8486033236919899</c:v>
              </c:pt>
              <c:pt idx="85">
                <c:v>1.8486033236919899</c:v>
              </c:pt>
              <c:pt idx="86">
                <c:v>1.8486033236919899</c:v>
              </c:pt>
              <c:pt idx="87">
                <c:v>1.8486033236919899</c:v>
              </c:pt>
              <c:pt idx="88">
                <c:v>1.8486033236919899</c:v>
              </c:pt>
              <c:pt idx="89">
                <c:v>1.8486033236919899</c:v>
              </c:pt>
              <c:pt idx="90">
                <c:v>1.8486033236919899</c:v>
              </c:pt>
              <c:pt idx="91">
                <c:v>1.8486033236919899</c:v>
              </c:pt>
              <c:pt idx="92">
                <c:v>1.8486033236919899</c:v>
              </c:pt>
              <c:pt idx="93">
                <c:v>1.8486033236919899</c:v>
              </c:pt>
              <c:pt idx="94">
                <c:v>1.8486033236919899</c:v>
              </c:pt>
              <c:pt idx="95">
                <c:v>1.8486033236919899</c:v>
              </c:pt>
              <c:pt idx="96">
                <c:v>1.8486033236919899</c:v>
              </c:pt>
              <c:pt idx="97">
                <c:v>1.8486033236919899</c:v>
              </c:pt>
              <c:pt idx="98">
                <c:v>1.8486033236919899</c:v>
              </c:pt>
              <c:pt idx="99">
                <c:v>1.8486033236919899</c:v>
              </c:pt>
              <c:pt idx="100">
                <c:v>1.8486033236919899</c:v>
              </c:pt>
              <c:pt idx="101">
                <c:v>1.8486033236919899</c:v>
              </c:pt>
              <c:pt idx="102">
                <c:v>1.8486033236919899</c:v>
              </c:pt>
              <c:pt idx="103">
                <c:v>1.8486033236919899</c:v>
              </c:pt>
              <c:pt idx="104">
                <c:v>1.8486033236919899</c:v>
              </c:pt>
              <c:pt idx="105">
                <c:v>1.8486033236919899</c:v>
              </c:pt>
              <c:pt idx="106">
                <c:v>1.8486033236919899</c:v>
              </c:pt>
              <c:pt idx="107">
                <c:v>1.8486033236919899</c:v>
              </c:pt>
              <c:pt idx="108">
                <c:v>1.8486033236919899</c:v>
              </c:pt>
              <c:pt idx="109">
                <c:v>1.8486033236919899</c:v>
              </c:pt>
              <c:pt idx="110">
                <c:v>1.8486033236919899</c:v>
              </c:pt>
              <c:pt idx="111">
                <c:v>1.8486033236919899</c:v>
              </c:pt>
              <c:pt idx="112">
                <c:v>1.8486033236919899</c:v>
              </c:pt>
              <c:pt idx="113">
                <c:v>1.8486033236919899</c:v>
              </c:pt>
              <c:pt idx="114">
                <c:v>1.8486033236919899</c:v>
              </c:pt>
              <c:pt idx="115">
                <c:v>1.8486033236919899</c:v>
              </c:pt>
              <c:pt idx="116">
                <c:v>1.8486033236919899</c:v>
              </c:pt>
              <c:pt idx="117">
                <c:v>1.8486033236919899</c:v>
              </c:pt>
              <c:pt idx="118">
                <c:v>1.8486033236919899</c:v>
              </c:pt>
              <c:pt idx="119">
                <c:v>1.8486033236919899</c:v>
              </c:pt>
              <c:pt idx="120">
                <c:v>1.8486033236919899</c:v>
              </c:pt>
              <c:pt idx="121">
                <c:v>1.8486033236919899</c:v>
              </c:pt>
              <c:pt idx="122">
                <c:v>1.8486033236919899</c:v>
              </c:pt>
              <c:pt idx="123">
                <c:v>1.8486033236919899</c:v>
              </c:pt>
              <c:pt idx="124">
                <c:v>1.8486033236919899</c:v>
              </c:pt>
              <c:pt idx="125">
                <c:v>1.8486033236919899</c:v>
              </c:pt>
              <c:pt idx="126">
                <c:v>1.8486033236919899</c:v>
              </c:pt>
              <c:pt idx="127">
                <c:v>1.8486033236919899</c:v>
              </c:pt>
              <c:pt idx="128">
                <c:v>1.8486033236919899</c:v>
              </c:pt>
              <c:pt idx="129">
                <c:v>1.8486033236919899</c:v>
              </c:pt>
              <c:pt idx="130">
                <c:v>1.8486033236919899</c:v>
              </c:pt>
              <c:pt idx="131">
                <c:v>1.8486033236919899</c:v>
              </c:pt>
              <c:pt idx="132">
                <c:v>1.8486033236919899</c:v>
              </c:pt>
              <c:pt idx="133">
                <c:v>1.8486033236919899</c:v>
              </c:pt>
              <c:pt idx="134">
                <c:v>1.8486033236919899</c:v>
              </c:pt>
              <c:pt idx="135">
                <c:v>1.8486033236919899</c:v>
              </c:pt>
              <c:pt idx="136">
                <c:v>1.8486033236919899</c:v>
              </c:pt>
              <c:pt idx="137">
                <c:v>1.8486033236919899</c:v>
              </c:pt>
              <c:pt idx="138">
                <c:v>1.8486033236919899</c:v>
              </c:pt>
              <c:pt idx="139">
                <c:v>1.8486033236919899</c:v>
              </c:pt>
              <c:pt idx="140">
                <c:v>1.8486033236919899</c:v>
              </c:pt>
              <c:pt idx="141">
                <c:v>1.8486033236919899</c:v>
              </c:pt>
              <c:pt idx="142">
                <c:v>1.8486033236919899</c:v>
              </c:pt>
              <c:pt idx="143">
                <c:v>1.8486033236919899</c:v>
              </c:pt>
              <c:pt idx="144">
                <c:v>1.8486033236919899</c:v>
              </c:pt>
              <c:pt idx="145">
                <c:v>1.8486033236919899</c:v>
              </c:pt>
              <c:pt idx="146">
                <c:v>1.8486033236919899</c:v>
              </c:pt>
              <c:pt idx="147">
                <c:v>1.8486033236919899</c:v>
              </c:pt>
              <c:pt idx="148">
                <c:v>1.8486033236919899</c:v>
              </c:pt>
              <c:pt idx="149">
                <c:v>1.8486033236919899</c:v>
              </c:pt>
              <c:pt idx="150">
                <c:v>1.8486033236919899</c:v>
              </c:pt>
              <c:pt idx="151">
                <c:v>1.8486033236919899</c:v>
              </c:pt>
              <c:pt idx="152">
                <c:v>1.8486033236919899</c:v>
              </c:pt>
              <c:pt idx="153">
                <c:v>1.8486033236919899</c:v>
              </c:pt>
              <c:pt idx="154">
                <c:v>1.8486033236919899</c:v>
              </c:pt>
              <c:pt idx="155">
                <c:v>1.8486033236919899</c:v>
              </c:pt>
              <c:pt idx="156">
                <c:v>1.8486033236919899</c:v>
              </c:pt>
              <c:pt idx="157">
                <c:v>1.8486033236919899</c:v>
              </c:pt>
              <c:pt idx="158">
                <c:v>1.8486033236919899</c:v>
              </c:pt>
              <c:pt idx="159">
                <c:v>1.8486033236919899</c:v>
              </c:pt>
              <c:pt idx="160">
                <c:v>1.8486033236919899</c:v>
              </c:pt>
              <c:pt idx="161">
                <c:v>1.8486033236919899</c:v>
              </c:pt>
              <c:pt idx="162">
                <c:v>1.8486033236919899</c:v>
              </c:pt>
              <c:pt idx="163">
                <c:v>1.8486033236919899</c:v>
              </c:pt>
              <c:pt idx="164">
                <c:v>1.8486033236919899</c:v>
              </c:pt>
              <c:pt idx="165">
                <c:v>1.8486033236919899</c:v>
              </c:pt>
              <c:pt idx="166">
                <c:v>1.8486033236919899</c:v>
              </c:pt>
              <c:pt idx="167">
                <c:v>1.8486033236919899</c:v>
              </c:pt>
              <c:pt idx="168">
                <c:v>1.8486033236919899</c:v>
              </c:pt>
              <c:pt idx="169">
                <c:v>1.8486033236919899</c:v>
              </c:pt>
              <c:pt idx="170">
                <c:v>1.8486033236919899</c:v>
              </c:pt>
              <c:pt idx="171">
                <c:v>1.8486033236919899</c:v>
              </c:pt>
              <c:pt idx="172">
                <c:v>1.8486033236919899</c:v>
              </c:pt>
              <c:pt idx="173">
                <c:v>1.8486033236919899</c:v>
              </c:pt>
              <c:pt idx="174">
                <c:v>1.8486033236919899</c:v>
              </c:pt>
              <c:pt idx="175">
                <c:v>1.8486033236919899</c:v>
              </c:pt>
              <c:pt idx="176">
                <c:v>1.8486033236919899</c:v>
              </c:pt>
              <c:pt idx="177">
                <c:v>1.8486033236919899</c:v>
              </c:pt>
              <c:pt idx="178">
                <c:v>1.8486033236919899</c:v>
              </c:pt>
              <c:pt idx="179">
                <c:v>1.8486033236919899</c:v>
              </c:pt>
              <c:pt idx="180">
                <c:v>1.8486033236919899</c:v>
              </c:pt>
              <c:pt idx="181">
                <c:v>1.8486033236919899</c:v>
              </c:pt>
              <c:pt idx="182">
                <c:v>1.8486033236919899</c:v>
              </c:pt>
              <c:pt idx="183">
                <c:v>1.8486033236919899</c:v>
              </c:pt>
              <c:pt idx="184">
                <c:v>1.8486033236919899</c:v>
              </c:pt>
              <c:pt idx="185">
                <c:v>1.8486033236919899</c:v>
              </c:pt>
              <c:pt idx="186">
                <c:v>1.8486033236919899</c:v>
              </c:pt>
              <c:pt idx="187">
                <c:v>1.8486033236919899</c:v>
              </c:pt>
              <c:pt idx="188">
                <c:v>1.8486033236919899</c:v>
              </c:pt>
              <c:pt idx="189">
                <c:v>1.8486033236919899</c:v>
              </c:pt>
              <c:pt idx="190">
                <c:v>1.8486033236919899</c:v>
              </c:pt>
              <c:pt idx="191">
                <c:v>1.8486033236919899</c:v>
              </c:pt>
              <c:pt idx="192">
                <c:v>1.8486033236919899</c:v>
              </c:pt>
              <c:pt idx="193">
                <c:v>1.8486033236919899</c:v>
              </c:pt>
              <c:pt idx="194">
                <c:v>1.8486033236919899</c:v>
              </c:pt>
              <c:pt idx="195">
                <c:v>1.8486033236919899</c:v>
              </c:pt>
              <c:pt idx="196">
                <c:v>1.8486033236919899</c:v>
              </c:pt>
              <c:pt idx="197">
                <c:v>1.8486033236919899</c:v>
              </c:pt>
              <c:pt idx="198">
                <c:v>1.8486033236919899</c:v>
              </c:pt>
              <c:pt idx="199">
                <c:v>1.8486033236919899</c:v>
              </c:pt>
              <c:pt idx="200">
                <c:v>1.8486033236919899</c:v>
              </c:pt>
              <c:pt idx="201">
                <c:v>1.8486033236919899</c:v>
              </c:pt>
              <c:pt idx="202">
                <c:v>1.8486033236919899</c:v>
              </c:pt>
              <c:pt idx="203">
                <c:v>1.8486033236919899</c:v>
              </c:pt>
              <c:pt idx="204">
                <c:v>1.8486033236919899</c:v>
              </c:pt>
              <c:pt idx="205">
                <c:v>1.8486033236919899</c:v>
              </c:pt>
              <c:pt idx="206">
                <c:v>1.8486033236919899</c:v>
              </c:pt>
              <c:pt idx="207">
                <c:v>1.8486033236919899</c:v>
              </c:pt>
              <c:pt idx="208">
                <c:v>1.8486033236919899</c:v>
              </c:pt>
              <c:pt idx="209">
                <c:v>1.8486033236919899</c:v>
              </c:pt>
              <c:pt idx="210">
                <c:v>1.8486033236919899</c:v>
              </c:pt>
              <c:pt idx="211">
                <c:v>1.8486033236919899</c:v>
              </c:pt>
              <c:pt idx="212">
                <c:v>1.8486033236919899</c:v>
              </c:pt>
              <c:pt idx="213">
                <c:v>1.8486033236919899</c:v>
              </c:pt>
              <c:pt idx="214">
                <c:v>1.8486033236919899</c:v>
              </c:pt>
              <c:pt idx="215">
                <c:v>1.8486033236919899</c:v>
              </c:pt>
              <c:pt idx="216">
                <c:v>1.8486033236919899</c:v>
              </c:pt>
              <c:pt idx="217">
                <c:v>1.8486033236919899</c:v>
              </c:pt>
              <c:pt idx="218">
                <c:v>1.8486033236919899</c:v>
              </c:pt>
              <c:pt idx="219">
                <c:v>1.8486033236919899</c:v>
              </c:pt>
              <c:pt idx="220">
                <c:v>1.8486033236919899</c:v>
              </c:pt>
              <c:pt idx="221">
                <c:v>1.8486033236919899</c:v>
              </c:pt>
              <c:pt idx="222">
                <c:v>1.8486033236919899</c:v>
              </c:pt>
              <c:pt idx="223">
                <c:v>1.8486033236919899</c:v>
              </c:pt>
              <c:pt idx="224">
                <c:v>1.8486033236919899</c:v>
              </c:pt>
              <c:pt idx="225">
                <c:v>1.8486033236919899</c:v>
              </c:pt>
              <c:pt idx="226">
                <c:v>1.8486033236919899</c:v>
              </c:pt>
              <c:pt idx="227">
                <c:v>1.8486033236919899</c:v>
              </c:pt>
              <c:pt idx="228">
                <c:v>1.8486033236919899</c:v>
              </c:pt>
              <c:pt idx="229">
                <c:v>1.8486033236919899</c:v>
              </c:pt>
              <c:pt idx="230">
                <c:v>1.8486033236919899</c:v>
              </c:pt>
              <c:pt idx="231">
                <c:v>1.8486033236919899</c:v>
              </c:pt>
              <c:pt idx="232">
                <c:v>1.8486033236919899</c:v>
              </c:pt>
              <c:pt idx="233">
                <c:v>1.8486033236919899</c:v>
              </c:pt>
              <c:pt idx="234">
                <c:v>1.8486033236919899</c:v>
              </c:pt>
              <c:pt idx="235">
                <c:v>1.8486033236919899</c:v>
              </c:pt>
              <c:pt idx="236">
                <c:v>1.8486033236919899</c:v>
              </c:pt>
              <c:pt idx="237">
                <c:v>1.8486033236919899</c:v>
              </c:pt>
              <c:pt idx="238">
                <c:v>1.8486033236919899</c:v>
              </c:pt>
              <c:pt idx="239">
                <c:v>1.8486033236919899</c:v>
              </c:pt>
              <c:pt idx="240">
                <c:v>1.8486033236919899</c:v>
              </c:pt>
              <c:pt idx="241">
                <c:v>1.8486033236919899</c:v>
              </c:pt>
              <c:pt idx="242">
                <c:v>1.8486033236919899</c:v>
              </c:pt>
              <c:pt idx="243">
                <c:v>1.8486033236919899</c:v>
              </c:pt>
              <c:pt idx="244">
                <c:v>1.8486033236919899</c:v>
              </c:pt>
              <c:pt idx="245">
                <c:v>1.8486033236919899</c:v>
              </c:pt>
              <c:pt idx="246">
                <c:v>1.8486033236919899</c:v>
              </c:pt>
              <c:pt idx="247">
                <c:v>1.8486033236919899</c:v>
              </c:pt>
              <c:pt idx="248">
                <c:v>1.8486033236919899</c:v>
              </c:pt>
              <c:pt idx="249">
                <c:v>1.8486033236919899</c:v>
              </c:pt>
              <c:pt idx="250">
                <c:v>1.8486033236919899</c:v>
              </c:pt>
              <c:pt idx="251">
                <c:v>1.8486033236919899</c:v>
              </c:pt>
              <c:pt idx="252">
                <c:v>1.8486033236919899</c:v>
              </c:pt>
              <c:pt idx="253">
                <c:v>1.8486033236919899</c:v>
              </c:pt>
              <c:pt idx="254">
                <c:v>1.8486033236919899</c:v>
              </c:pt>
              <c:pt idx="255">
                <c:v>1.8486033236919899</c:v>
              </c:pt>
              <c:pt idx="256">
                <c:v>1.8486033236919899</c:v>
              </c:pt>
              <c:pt idx="257">
                <c:v>1.8486033236919899</c:v>
              </c:pt>
              <c:pt idx="258">
                <c:v>1.8486033236919899</c:v>
              </c:pt>
              <c:pt idx="259">
                <c:v>1.8486033236919899</c:v>
              </c:pt>
              <c:pt idx="260">
                <c:v>1.8486033236919899</c:v>
              </c:pt>
              <c:pt idx="261">
                <c:v>1.8486033236919899</c:v>
              </c:pt>
              <c:pt idx="262">
                <c:v>1.8486033236919899</c:v>
              </c:pt>
              <c:pt idx="263">
                <c:v>1.8486033236919899</c:v>
              </c:pt>
              <c:pt idx="264">
                <c:v>1.8486033236919899</c:v>
              </c:pt>
              <c:pt idx="265">
                <c:v>1.8486033236919899</c:v>
              </c:pt>
              <c:pt idx="266">
                <c:v>1.8486033236919899</c:v>
              </c:pt>
              <c:pt idx="267">
                <c:v>1.8486033236919899</c:v>
              </c:pt>
              <c:pt idx="268">
                <c:v>1.8486033236919899</c:v>
              </c:pt>
              <c:pt idx="269">
                <c:v>1.8486033236919899</c:v>
              </c:pt>
              <c:pt idx="270">
                <c:v>1.8486033236919899</c:v>
              </c:pt>
              <c:pt idx="271">
                <c:v>1.8486033236919899</c:v>
              </c:pt>
              <c:pt idx="272">
                <c:v>1.8486033236919899</c:v>
              </c:pt>
              <c:pt idx="273">
                <c:v>1.8486033236919899</c:v>
              </c:pt>
              <c:pt idx="274">
                <c:v>1.8486033236919899</c:v>
              </c:pt>
              <c:pt idx="275">
                <c:v>1.8486033236919899</c:v>
              </c:pt>
              <c:pt idx="276">
                <c:v>1.8486033236919899</c:v>
              </c:pt>
              <c:pt idx="277">
                <c:v>1.8486033236919899</c:v>
              </c:pt>
              <c:pt idx="278">
                <c:v>1.8486033236919899</c:v>
              </c:pt>
              <c:pt idx="279">
                <c:v>1.8486033236919899</c:v>
              </c:pt>
              <c:pt idx="280">
                <c:v>1.8486033236919899</c:v>
              </c:pt>
              <c:pt idx="281">
                <c:v>1.8486033236919899</c:v>
              </c:pt>
              <c:pt idx="282">
                <c:v>1.8486033236919899</c:v>
              </c:pt>
              <c:pt idx="283">
                <c:v>1.8486033236919899</c:v>
              </c:pt>
              <c:pt idx="284">
                <c:v>1.8486033236919899</c:v>
              </c:pt>
              <c:pt idx="285">
                <c:v>1.8486033236919899</c:v>
              </c:pt>
              <c:pt idx="286">
                <c:v>1.8486033236919899</c:v>
              </c:pt>
              <c:pt idx="287">
                <c:v>1.8486033236919899</c:v>
              </c:pt>
              <c:pt idx="288">
                <c:v>1.8486033236919899</c:v>
              </c:pt>
              <c:pt idx="289">
                <c:v>1.8486033236919899</c:v>
              </c:pt>
              <c:pt idx="290">
                <c:v>1.8486033236919899</c:v>
              </c:pt>
              <c:pt idx="291">
                <c:v>1.8486033236919899</c:v>
              </c:pt>
              <c:pt idx="292">
                <c:v>1.8486033236919899</c:v>
              </c:pt>
              <c:pt idx="293">
                <c:v>1.8486033236919899</c:v>
              </c:pt>
              <c:pt idx="294">
                <c:v>1.8486033236919899</c:v>
              </c:pt>
              <c:pt idx="295">
                <c:v>1.8486033236919899</c:v>
              </c:pt>
              <c:pt idx="296">
                <c:v>1.8486033236919899</c:v>
              </c:pt>
              <c:pt idx="297">
                <c:v>1.8486033236919899</c:v>
              </c:pt>
              <c:pt idx="298">
                <c:v>1.8486033236919899</c:v>
              </c:pt>
              <c:pt idx="299">
                <c:v>1.8486033236919899</c:v>
              </c:pt>
              <c:pt idx="300">
                <c:v>1.8486033236919899</c:v>
              </c:pt>
              <c:pt idx="301">
                <c:v>1.8486033236919899</c:v>
              </c:pt>
              <c:pt idx="302">
                <c:v>1.8486033236919899</c:v>
              </c:pt>
              <c:pt idx="303">
                <c:v>1.8486033236919899</c:v>
              </c:pt>
              <c:pt idx="304">
                <c:v>1.8486033236919899</c:v>
              </c:pt>
              <c:pt idx="305">
                <c:v>1.8486033236919899</c:v>
              </c:pt>
              <c:pt idx="306">
                <c:v>1.8486033236919899</c:v>
              </c:pt>
              <c:pt idx="307">
                <c:v>1.8486033236919899</c:v>
              </c:pt>
              <c:pt idx="308">
                <c:v>1.8486033236919899</c:v>
              </c:pt>
              <c:pt idx="309">
                <c:v>1.8486033236919899</c:v>
              </c:pt>
              <c:pt idx="310">
                <c:v>1.8486033236919899</c:v>
              </c:pt>
              <c:pt idx="311">
                <c:v>1.8486033236919899</c:v>
              </c:pt>
              <c:pt idx="312">
                <c:v>1.8486033236919899</c:v>
              </c:pt>
              <c:pt idx="313">
                <c:v>1.8486033236919899</c:v>
              </c:pt>
              <c:pt idx="314">
                <c:v>1.8486033236919899</c:v>
              </c:pt>
              <c:pt idx="315">
                <c:v>1.8486033236919899</c:v>
              </c:pt>
              <c:pt idx="316">
                <c:v>1.8486033236919899</c:v>
              </c:pt>
              <c:pt idx="317">
                <c:v>1.8486033236919899</c:v>
              </c:pt>
              <c:pt idx="318">
                <c:v>1.8486033236919899</c:v>
              </c:pt>
              <c:pt idx="319">
                <c:v>1.8486033236919899</c:v>
              </c:pt>
              <c:pt idx="320">
                <c:v>1.8486033236919899</c:v>
              </c:pt>
              <c:pt idx="321">
                <c:v>1.8486033236919899</c:v>
              </c:pt>
              <c:pt idx="322">
                <c:v>1.8486033236919899</c:v>
              </c:pt>
              <c:pt idx="323">
                <c:v>1.8486033236919899</c:v>
              </c:pt>
            </c:numLit>
          </c:xVal>
          <c:yVal>
            <c:numLit>
              <c:formatCode>0.0</c:formatCode>
              <c:ptCount val="324"/>
              <c:pt idx="0">
                <c:v>0.7995948413183116</c:v>
              </c:pt>
              <c:pt idx="1">
                <c:v>0.7995948413183116</c:v>
              </c:pt>
              <c:pt idx="2">
                <c:v>0.7995948413183116</c:v>
              </c:pt>
              <c:pt idx="3">
                <c:v>0.7995948413183116</c:v>
              </c:pt>
              <c:pt idx="4">
                <c:v>0.7995948413183116</c:v>
              </c:pt>
              <c:pt idx="5">
                <c:v>0.7995948413183116</c:v>
              </c:pt>
              <c:pt idx="6">
                <c:v>0.7995948413183116</c:v>
              </c:pt>
              <c:pt idx="7">
                <c:v>0.7995948413183116</c:v>
              </c:pt>
              <c:pt idx="8">
                <c:v>0.7995948413183116</c:v>
              </c:pt>
              <c:pt idx="9">
                <c:v>0.7995948413183116</c:v>
              </c:pt>
              <c:pt idx="10">
                <c:v>0.7995948413183116</c:v>
              </c:pt>
              <c:pt idx="11">
                <c:v>0.7995948413183116</c:v>
              </c:pt>
              <c:pt idx="12">
                <c:v>0.7995948413183116</c:v>
              </c:pt>
              <c:pt idx="13">
                <c:v>0.7995948413183116</c:v>
              </c:pt>
              <c:pt idx="14">
                <c:v>0.7995948413183116</c:v>
              </c:pt>
              <c:pt idx="15">
                <c:v>0.7995948413183116</c:v>
              </c:pt>
              <c:pt idx="16">
                <c:v>0.7995948413183116</c:v>
              </c:pt>
              <c:pt idx="17">
                <c:v>0.7995948413183116</c:v>
              </c:pt>
              <c:pt idx="18">
                <c:v>0.7995948413183116</c:v>
              </c:pt>
              <c:pt idx="19">
                <c:v>0.7995948413183116</c:v>
              </c:pt>
              <c:pt idx="20">
                <c:v>0.7995948413183116</c:v>
              </c:pt>
              <c:pt idx="21">
                <c:v>0.7995948413183116</c:v>
              </c:pt>
              <c:pt idx="22">
                <c:v>0.7995948413183116</c:v>
              </c:pt>
              <c:pt idx="23">
                <c:v>0.7995948413183116</c:v>
              </c:pt>
              <c:pt idx="24">
                <c:v>0.7995948413183116</c:v>
              </c:pt>
              <c:pt idx="25">
                <c:v>0.7995948413183116</c:v>
              </c:pt>
              <c:pt idx="26">
                <c:v>0.7995948413183116</c:v>
              </c:pt>
              <c:pt idx="27">
                <c:v>0.7995948413183116</c:v>
              </c:pt>
              <c:pt idx="28">
                <c:v>0.7995948413183116</c:v>
              </c:pt>
              <c:pt idx="29">
                <c:v>0.7995948413183116</c:v>
              </c:pt>
              <c:pt idx="30">
                <c:v>0.7995948413183116</c:v>
              </c:pt>
              <c:pt idx="31">
                <c:v>0.7995948413183116</c:v>
              </c:pt>
              <c:pt idx="32">
                <c:v>0.7995948413183116</c:v>
              </c:pt>
              <c:pt idx="33">
                <c:v>0.7995948413183116</c:v>
              </c:pt>
              <c:pt idx="34">
                <c:v>0.7995948413183116</c:v>
              </c:pt>
              <c:pt idx="35">
                <c:v>0.7995948413183116</c:v>
              </c:pt>
              <c:pt idx="36">
                <c:v>0.7995948413183116</c:v>
              </c:pt>
              <c:pt idx="37">
                <c:v>0.7995948413183116</c:v>
              </c:pt>
              <c:pt idx="38">
                <c:v>0.7995948413183116</c:v>
              </c:pt>
              <c:pt idx="39">
                <c:v>0.7995948413183116</c:v>
              </c:pt>
              <c:pt idx="40">
                <c:v>0.7995948413183116</c:v>
              </c:pt>
              <c:pt idx="41">
                <c:v>0.7995948413183116</c:v>
              </c:pt>
              <c:pt idx="42">
                <c:v>0.7995948413183116</c:v>
              </c:pt>
              <c:pt idx="43">
                <c:v>0.7995948413183116</c:v>
              </c:pt>
              <c:pt idx="44">
                <c:v>0.7995948413183116</c:v>
              </c:pt>
              <c:pt idx="45">
                <c:v>0.7995948413183116</c:v>
              </c:pt>
              <c:pt idx="46">
                <c:v>0.7995948413183116</c:v>
              </c:pt>
              <c:pt idx="47">
                <c:v>0.7995948413183116</c:v>
              </c:pt>
              <c:pt idx="48">
                <c:v>0.7995948413183116</c:v>
              </c:pt>
              <c:pt idx="49">
                <c:v>0.7995948413183116</c:v>
              </c:pt>
              <c:pt idx="50">
                <c:v>0.7995948413183116</c:v>
              </c:pt>
              <c:pt idx="51">
                <c:v>0.7995948413183116</c:v>
              </c:pt>
              <c:pt idx="52">
                <c:v>0.7995948413183116</c:v>
              </c:pt>
              <c:pt idx="53">
                <c:v>0.7995948413183116</c:v>
              </c:pt>
              <c:pt idx="54">
                <c:v>0.7995948413183116</c:v>
              </c:pt>
              <c:pt idx="55">
                <c:v>0.7995948413183116</c:v>
              </c:pt>
              <c:pt idx="56">
                <c:v>0.7995948413183116</c:v>
              </c:pt>
              <c:pt idx="57">
                <c:v>0.7995948413183116</c:v>
              </c:pt>
              <c:pt idx="58">
                <c:v>0.7995948413183116</c:v>
              </c:pt>
              <c:pt idx="59">
                <c:v>0.7995948413183116</c:v>
              </c:pt>
              <c:pt idx="60">
                <c:v>0.7995948413183116</c:v>
              </c:pt>
              <c:pt idx="61">
                <c:v>0.7995948413183116</c:v>
              </c:pt>
              <c:pt idx="62">
                <c:v>0.7995948413183116</c:v>
              </c:pt>
              <c:pt idx="63">
                <c:v>0.7995948413183116</c:v>
              </c:pt>
              <c:pt idx="64">
                <c:v>0.7995948413183116</c:v>
              </c:pt>
              <c:pt idx="65">
                <c:v>0.7995948413183116</c:v>
              </c:pt>
              <c:pt idx="66">
                <c:v>0.7995948413183116</c:v>
              </c:pt>
              <c:pt idx="67">
                <c:v>0.7995948413183116</c:v>
              </c:pt>
              <c:pt idx="68">
                <c:v>0.7995948413183116</c:v>
              </c:pt>
              <c:pt idx="69">
                <c:v>0.7995948413183116</c:v>
              </c:pt>
              <c:pt idx="70">
                <c:v>0.7995948413183116</c:v>
              </c:pt>
              <c:pt idx="71">
                <c:v>0.7995948413183116</c:v>
              </c:pt>
              <c:pt idx="72">
                <c:v>0.7995948413183116</c:v>
              </c:pt>
              <c:pt idx="73">
                <c:v>0.7995948413183116</c:v>
              </c:pt>
              <c:pt idx="74">
                <c:v>0.7995948413183116</c:v>
              </c:pt>
              <c:pt idx="75">
                <c:v>0.7995948413183116</c:v>
              </c:pt>
              <c:pt idx="76">
                <c:v>0.7995948413183116</c:v>
              </c:pt>
              <c:pt idx="77">
                <c:v>0.7995948413183116</c:v>
              </c:pt>
              <c:pt idx="78">
                <c:v>0.7995948413183116</c:v>
              </c:pt>
              <c:pt idx="79">
                <c:v>0.7995948413183116</c:v>
              </c:pt>
              <c:pt idx="80">
                <c:v>0.7995948413183116</c:v>
              </c:pt>
              <c:pt idx="81">
                <c:v>0.7995948413183116</c:v>
              </c:pt>
              <c:pt idx="82">
                <c:v>0.7995948413183116</c:v>
              </c:pt>
              <c:pt idx="83">
                <c:v>0.7995948413183116</c:v>
              </c:pt>
              <c:pt idx="84">
                <c:v>0.7995948413183116</c:v>
              </c:pt>
              <c:pt idx="85">
                <c:v>0.7995948413183116</c:v>
              </c:pt>
              <c:pt idx="86">
                <c:v>0.7995948413183116</c:v>
              </c:pt>
              <c:pt idx="87">
                <c:v>0.7995948413183116</c:v>
              </c:pt>
              <c:pt idx="88">
                <c:v>0.7995948413183116</c:v>
              </c:pt>
              <c:pt idx="89">
                <c:v>0.7995948413183116</c:v>
              </c:pt>
              <c:pt idx="90">
                <c:v>0.7995948413183116</c:v>
              </c:pt>
              <c:pt idx="91">
                <c:v>0.7995948413183116</c:v>
              </c:pt>
              <c:pt idx="92">
                <c:v>0.7995948413183116</c:v>
              </c:pt>
              <c:pt idx="93">
                <c:v>0.7995948413183116</c:v>
              </c:pt>
              <c:pt idx="94">
                <c:v>0.7995948413183116</c:v>
              </c:pt>
              <c:pt idx="95">
                <c:v>0.7995948413183116</c:v>
              </c:pt>
              <c:pt idx="96">
                <c:v>0.7995948413183116</c:v>
              </c:pt>
              <c:pt idx="97">
                <c:v>0.7995948413183116</c:v>
              </c:pt>
              <c:pt idx="98">
                <c:v>0.7995948413183116</c:v>
              </c:pt>
              <c:pt idx="99">
                <c:v>0.7995948413183116</c:v>
              </c:pt>
              <c:pt idx="100">
                <c:v>0.7995948413183116</c:v>
              </c:pt>
              <c:pt idx="101">
                <c:v>0.7995948413183116</c:v>
              </c:pt>
              <c:pt idx="102">
                <c:v>0.7995948413183116</c:v>
              </c:pt>
              <c:pt idx="103">
                <c:v>0.7995948413183116</c:v>
              </c:pt>
              <c:pt idx="104">
                <c:v>0.7995948413183116</c:v>
              </c:pt>
              <c:pt idx="105">
                <c:v>0.7995948413183116</c:v>
              </c:pt>
              <c:pt idx="106">
                <c:v>0.7995948413183116</c:v>
              </c:pt>
              <c:pt idx="107">
                <c:v>0.7995948413183116</c:v>
              </c:pt>
              <c:pt idx="108">
                <c:v>0.7995948413183116</c:v>
              </c:pt>
              <c:pt idx="109">
                <c:v>0.7995948413183116</c:v>
              </c:pt>
              <c:pt idx="110">
                <c:v>0.7995948413183116</c:v>
              </c:pt>
              <c:pt idx="111">
                <c:v>0.7995948413183116</c:v>
              </c:pt>
              <c:pt idx="112">
                <c:v>0.7995948413183116</c:v>
              </c:pt>
              <c:pt idx="113">
                <c:v>0.7995948413183116</c:v>
              </c:pt>
              <c:pt idx="114">
                <c:v>0.7995948413183116</c:v>
              </c:pt>
              <c:pt idx="115">
                <c:v>0.7995948413183116</c:v>
              </c:pt>
              <c:pt idx="116">
                <c:v>0.7995948413183116</c:v>
              </c:pt>
              <c:pt idx="117">
                <c:v>0.7995948413183116</c:v>
              </c:pt>
              <c:pt idx="118">
                <c:v>0.7995948413183116</c:v>
              </c:pt>
              <c:pt idx="119">
                <c:v>0.7995948413183116</c:v>
              </c:pt>
              <c:pt idx="120">
                <c:v>0.7995948413183116</c:v>
              </c:pt>
              <c:pt idx="121">
                <c:v>0.7995948413183116</c:v>
              </c:pt>
              <c:pt idx="122">
                <c:v>0.7995948413183116</c:v>
              </c:pt>
              <c:pt idx="123">
                <c:v>0.7995948413183116</c:v>
              </c:pt>
              <c:pt idx="124">
                <c:v>0.7995948413183116</c:v>
              </c:pt>
              <c:pt idx="125">
                <c:v>0.7995948413183116</c:v>
              </c:pt>
              <c:pt idx="126">
                <c:v>0.7995948413183116</c:v>
              </c:pt>
              <c:pt idx="127">
                <c:v>0.7995948413183116</c:v>
              </c:pt>
              <c:pt idx="128">
                <c:v>0.7995948413183116</c:v>
              </c:pt>
              <c:pt idx="129">
                <c:v>0.7995948413183116</c:v>
              </c:pt>
              <c:pt idx="130">
                <c:v>0.7995948413183116</c:v>
              </c:pt>
              <c:pt idx="131">
                <c:v>0.7995948413183116</c:v>
              </c:pt>
              <c:pt idx="132">
                <c:v>0.7995948413183116</c:v>
              </c:pt>
              <c:pt idx="133">
                <c:v>0.7995948413183116</c:v>
              </c:pt>
              <c:pt idx="134">
                <c:v>0.7995948413183116</c:v>
              </c:pt>
              <c:pt idx="135">
                <c:v>0.7995948413183116</c:v>
              </c:pt>
              <c:pt idx="136">
                <c:v>0.7995948413183116</c:v>
              </c:pt>
              <c:pt idx="137">
                <c:v>0.7995948413183116</c:v>
              </c:pt>
              <c:pt idx="138">
                <c:v>0.7995948413183116</c:v>
              </c:pt>
              <c:pt idx="139">
                <c:v>0.7995948413183116</c:v>
              </c:pt>
              <c:pt idx="140">
                <c:v>0.7995948413183116</c:v>
              </c:pt>
              <c:pt idx="141">
                <c:v>0.7995948413183116</c:v>
              </c:pt>
              <c:pt idx="142">
                <c:v>0.7995948413183116</c:v>
              </c:pt>
              <c:pt idx="143">
                <c:v>0.7995948413183116</c:v>
              </c:pt>
              <c:pt idx="144">
                <c:v>0.7995948413183116</c:v>
              </c:pt>
              <c:pt idx="145">
                <c:v>0.7995948413183116</c:v>
              </c:pt>
              <c:pt idx="146">
                <c:v>0.7995948413183116</c:v>
              </c:pt>
              <c:pt idx="147">
                <c:v>0.7995948413183116</c:v>
              </c:pt>
              <c:pt idx="148">
                <c:v>0.7995948413183116</c:v>
              </c:pt>
              <c:pt idx="149">
                <c:v>0.7995948413183116</c:v>
              </c:pt>
              <c:pt idx="150">
                <c:v>0.7995948413183116</c:v>
              </c:pt>
              <c:pt idx="151">
                <c:v>0.7995948413183116</c:v>
              </c:pt>
              <c:pt idx="152">
                <c:v>0.7995948413183116</c:v>
              </c:pt>
              <c:pt idx="153">
                <c:v>0.7995948413183116</c:v>
              </c:pt>
              <c:pt idx="154">
                <c:v>0.7995948413183116</c:v>
              </c:pt>
              <c:pt idx="155">
                <c:v>0.7995948413183116</c:v>
              </c:pt>
              <c:pt idx="156">
                <c:v>0.7995948413183116</c:v>
              </c:pt>
              <c:pt idx="157">
                <c:v>0.7995948413183116</c:v>
              </c:pt>
              <c:pt idx="158">
                <c:v>0.7995948413183116</c:v>
              </c:pt>
              <c:pt idx="159">
                <c:v>0.7995948413183116</c:v>
              </c:pt>
              <c:pt idx="160">
                <c:v>0.7995948413183116</c:v>
              </c:pt>
              <c:pt idx="161">
                <c:v>0.7995948413183116</c:v>
              </c:pt>
              <c:pt idx="162">
                <c:v>0.7995948413183116</c:v>
              </c:pt>
              <c:pt idx="163">
                <c:v>0.7995948413183116</c:v>
              </c:pt>
              <c:pt idx="164">
                <c:v>0.7995948413183116</c:v>
              </c:pt>
              <c:pt idx="165">
                <c:v>0.7995948413183116</c:v>
              </c:pt>
              <c:pt idx="166">
                <c:v>0.7995948413183116</c:v>
              </c:pt>
              <c:pt idx="167">
                <c:v>0.7995948413183116</c:v>
              </c:pt>
              <c:pt idx="168">
                <c:v>0.7995948413183116</c:v>
              </c:pt>
              <c:pt idx="169">
                <c:v>0.7995948413183116</c:v>
              </c:pt>
              <c:pt idx="170">
                <c:v>0.7995948413183116</c:v>
              </c:pt>
              <c:pt idx="171">
                <c:v>0.7995948413183116</c:v>
              </c:pt>
              <c:pt idx="172">
                <c:v>0.7995948413183116</c:v>
              </c:pt>
              <c:pt idx="173">
                <c:v>0.7995948413183116</c:v>
              </c:pt>
              <c:pt idx="174">
                <c:v>0.7995948413183116</c:v>
              </c:pt>
              <c:pt idx="175">
                <c:v>0.7995948413183116</c:v>
              </c:pt>
              <c:pt idx="176">
                <c:v>0.7995948413183116</c:v>
              </c:pt>
              <c:pt idx="177">
                <c:v>0.7995948413183116</c:v>
              </c:pt>
              <c:pt idx="178">
                <c:v>0.7995948413183116</c:v>
              </c:pt>
              <c:pt idx="179">
                <c:v>0.7995948413183116</c:v>
              </c:pt>
              <c:pt idx="180">
                <c:v>0.7995948413183116</c:v>
              </c:pt>
              <c:pt idx="181">
                <c:v>0.7995948413183116</c:v>
              </c:pt>
              <c:pt idx="182">
                <c:v>0.7995948413183116</c:v>
              </c:pt>
              <c:pt idx="183">
                <c:v>0.7995948413183116</c:v>
              </c:pt>
              <c:pt idx="184">
                <c:v>0.7995948413183116</c:v>
              </c:pt>
              <c:pt idx="185">
                <c:v>0.7995948413183116</c:v>
              </c:pt>
              <c:pt idx="186">
                <c:v>0.7995948413183116</c:v>
              </c:pt>
              <c:pt idx="187">
                <c:v>0.7995948413183116</c:v>
              </c:pt>
              <c:pt idx="188">
                <c:v>0.7995948413183116</c:v>
              </c:pt>
              <c:pt idx="189">
                <c:v>0.7995948413183116</c:v>
              </c:pt>
              <c:pt idx="190">
                <c:v>0.7995948413183116</c:v>
              </c:pt>
              <c:pt idx="191">
                <c:v>0.7995948413183116</c:v>
              </c:pt>
              <c:pt idx="192">
                <c:v>0.7995948413183116</c:v>
              </c:pt>
              <c:pt idx="193">
                <c:v>0.7995948413183116</c:v>
              </c:pt>
              <c:pt idx="194">
                <c:v>0.7995948413183116</c:v>
              </c:pt>
              <c:pt idx="195">
                <c:v>0.7995948413183116</c:v>
              </c:pt>
              <c:pt idx="196">
                <c:v>0.7995948413183116</c:v>
              </c:pt>
              <c:pt idx="197">
                <c:v>0.7995948413183116</c:v>
              </c:pt>
              <c:pt idx="198">
                <c:v>0.7995948413183116</c:v>
              </c:pt>
              <c:pt idx="199">
                <c:v>0.7995948413183116</c:v>
              </c:pt>
              <c:pt idx="200">
                <c:v>0.7995948413183116</c:v>
              </c:pt>
              <c:pt idx="201">
                <c:v>0.7995948413183116</c:v>
              </c:pt>
              <c:pt idx="202">
                <c:v>0.7995948413183116</c:v>
              </c:pt>
              <c:pt idx="203">
                <c:v>0.7995948413183116</c:v>
              </c:pt>
              <c:pt idx="204">
                <c:v>0.7995948413183116</c:v>
              </c:pt>
              <c:pt idx="205">
                <c:v>0.7995948413183116</c:v>
              </c:pt>
              <c:pt idx="206">
                <c:v>0.7995948413183116</c:v>
              </c:pt>
              <c:pt idx="207">
                <c:v>0.7995948413183116</c:v>
              </c:pt>
              <c:pt idx="208">
                <c:v>0.7995948413183116</c:v>
              </c:pt>
              <c:pt idx="209">
                <c:v>0.7995948413183116</c:v>
              </c:pt>
              <c:pt idx="210">
                <c:v>0.7995948413183116</c:v>
              </c:pt>
              <c:pt idx="211">
                <c:v>0.7995948413183116</c:v>
              </c:pt>
              <c:pt idx="212">
                <c:v>0.7995948413183116</c:v>
              </c:pt>
              <c:pt idx="213">
                <c:v>0.7995948413183116</c:v>
              </c:pt>
              <c:pt idx="214">
                <c:v>0.7995948413183116</c:v>
              </c:pt>
              <c:pt idx="215">
                <c:v>0.7995948413183116</c:v>
              </c:pt>
              <c:pt idx="216">
                <c:v>0.7995948413183116</c:v>
              </c:pt>
              <c:pt idx="217">
                <c:v>0.7995948413183116</c:v>
              </c:pt>
              <c:pt idx="218">
                <c:v>0.7995948413183116</c:v>
              </c:pt>
              <c:pt idx="219">
                <c:v>0.7995948413183116</c:v>
              </c:pt>
              <c:pt idx="220">
                <c:v>0.7995948413183116</c:v>
              </c:pt>
              <c:pt idx="221">
                <c:v>0.7995948413183116</c:v>
              </c:pt>
              <c:pt idx="222">
                <c:v>0.7995948413183116</c:v>
              </c:pt>
              <c:pt idx="223">
                <c:v>0.7995948413183116</c:v>
              </c:pt>
              <c:pt idx="224">
                <c:v>0.7995948413183116</c:v>
              </c:pt>
              <c:pt idx="225">
                <c:v>0.7995948413183116</c:v>
              </c:pt>
              <c:pt idx="226">
                <c:v>0.7995948413183116</c:v>
              </c:pt>
              <c:pt idx="227">
                <c:v>0.7995948413183116</c:v>
              </c:pt>
              <c:pt idx="228">
                <c:v>0.7995948413183116</c:v>
              </c:pt>
              <c:pt idx="229">
                <c:v>0.7995948413183116</c:v>
              </c:pt>
              <c:pt idx="230">
                <c:v>0.7995948413183116</c:v>
              </c:pt>
              <c:pt idx="231">
                <c:v>0.7995948413183116</c:v>
              </c:pt>
              <c:pt idx="232">
                <c:v>0.7995948413183116</c:v>
              </c:pt>
              <c:pt idx="233">
                <c:v>0.7995948413183116</c:v>
              </c:pt>
              <c:pt idx="234">
                <c:v>0.7995948413183116</c:v>
              </c:pt>
              <c:pt idx="235">
                <c:v>0.7995948413183116</c:v>
              </c:pt>
              <c:pt idx="236">
                <c:v>0.7995948413183116</c:v>
              </c:pt>
              <c:pt idx="237">
                <c:v>0.7995948413183116</c:v>
              </c:pt>
              <c:pt idx="238">
                <c:v>0.7995948413183116</c:v>
              </c:pt>
              <c:pt idx="239">
                <c:v>0.7995948413183116</c:v>
              </c:pt>
              <c:pt idx="240">
                <c:v>0.7995948413183116</c:v>
              </c:pt>
              <c:pt idx="241">
                <c:v>0.7995948413183116</c:v>
              </c:pt>
              <c:pt idx="242">
                <c:v>0.7995948413183116</c:v>
              </c:pt>
              <c:pt idx="243">
                <c:v>0.7995948413183116</c:v>
              </c:pt>
              <c:pt idx="244">
                <c:v>0.7995948413183116</c:v>
              </c:pt>
              <c:pt idx="245">
                <c:v>0.7995948413183116</c:v>
              </c:pt>
              <c:pt idx="246">
                <c:v>0.7995948413183116</c:v>
              </c:pt>
              <c:pt idx="247">
                <c:v>0.7995948413183116</c:v>
              </c:pt>
              <c:pt idx="248">
                <c:v>0.7995948413183116</c:v>
              </c:pt>
              <c:pt idx="249">
                <c:v>0.7995948413183116</c:v>
              </c:pt>
              <c:pt idx="250">
                <c:v>0.7995948413183116</c:v>
              </c:pt>
              <c:pt idx="251">
                <c:v>0.7995948413183116</c:v>
              </c:pt>
              <c:pt idx="252">
                <c:v>0.7995948413183116</c:v>
              </c:pt>
              <c:pt idx="253">
                <c:v>0.7995948413183116</c:v>
              </c:pt>
              <c:pt idx="254">
                <c:v>0.7995948413183116</c:v>
              </c:pt>
              <c:pt idx="255">
                <c:v>0.7995948413183116</c:v>
              </c:pt>
              <c:pt idx="256">
                <c:v>0.7995948413183116</c:v>
              </c:pt>
              <c:pt idx="257">
                <c:v>0.7995948413183116</c:v>
              </c:pt>
              <c:pt idx="258">
                <c:v>0.7995948413183116</c:v>
              </c:pt>
              <c:pt idx="259">
                <c:v>0.7995948413183116</c:v>
              </c:pt>
              <c:pt idx="260">
                <c:v>0.7995948413183116</c:v>
              </c:pt>
              <c:pt idx="261">
                <c:v>0.7995948413183116</c:v>
              </c:pt>
              <c:pt idx="262">
                <c:v>0.7995948413183116</c:v>
              </c:pt>
              <c:pt idx="263">
                <c:v>0.7995948413183116</c:v>
              </c:pt>
              <c:pt idx="264">
                <c:v>0.7995948413183116</c:v>
              </c:pt>
              <c:pt idx="265">
                <c:v>0.7995948413183116</c:v>
              </c:pt>
              <c:pt idx="266">
                <c:v>0.7995948413183116</c:v>
              </c:pt>
              <c:pt idx="267">
                <c:v>0.7995948413183116</c:v>
              </c:pt>
              <c:pt idx="268">
                <c:v>0.7995948413183116</c:v>
              </c:pt>
              <c:pt idx="269">
                <c:v>0.7995948413183116</c:v>
              </c:pt>
              <c:pt idx="270">
                <c:v>0.7995948413183116</c:v>
              </c:pt>
              <c:pt idx="271">
                <c:v>0.7995948413183116</c:v>
              </c:pt>
              <c:pt idx="272">
                <c:v>0.7995948413183116</c:v>
              </c:pt>
              <c:pt idx="273">
                <c:v>0.7995948413183116</c:v>
              </c:pt>
              <c:pt idx="274">
                <c:v>0.7995948413183116</c:v>
              </c:pt>
              <c:pt idx="275">
                <c:v>0.7995948413183116</c:v>
              </c:pt>
              <c:pt idx="276">
                <c:v>0.7995948413183116</c:v>
              </c:pt>
              <c:pt idx="277">
                <c:v>0.7995948413183116</c:v>
              </c:pt>
              <c:pt idx="278">
                <c:v>0.7995948413183116</c:v>
              </c:pt>
              <c:pt idx="279">
                <c:v>0.7995948413183116</c:v>
              </c:pt>
              <c:pt idx="280">
                <c:v>0.7995948413183116</c:v>
              </c:pt>
              <c:pt idx="281">
                <c:v>0.7995948413183116</c:v>
              </c:pt>
              <c:pt idx="282">
                <c:v>0.7995948413183116</c:v>
              </c:pt>
              <c:pt idx="283">
                <c:v>0.7995948413183116</c:v>
              </c:pt>
              <c:pt idx="284">
                <c:v>0.7995948413183116</c:v>
              </c:pt>
              <c:pt idx="285">
                <c:v>0.7995948413183116</c:v>
              </c:pt>
              <c:pt idx="286">
                <c:v>0.7995948413183116</c:v>
              </c:pt>
              <c:pt idx="287">
                <c:v>0.7995948413183116</c:v>
              </c:pt>
              <c:pt idx="288">
                <c:v>0.7995948413183116</c:v>
              </c:pt>
              <c:pt idx="289">
                <c:v>0.7995948413183116</c:v>
              </c:pt>
              <c:pt idx="290">
                <c:v>0.7995948413183116</c:v>
              </c:pt>
              <c:pt idx="291">
                <c:v>0.7995948413183116</c:v>
              </c:pt>
              <c:pt idx="292">
                <c:v>0.7995948413183116</c:v>
              </c:pt>
              <c:pt idx="293">
                <c:v>0.7995948413183116</c:v>
              </c:pt>
              <c:pt idx="294">
                <c:v>0.7995948413183116</c:v>
              </c:pt>
              <c:pt idx="295">
                <c:v>0.7995948413183116</c:v>
              </c:pt>
              <c:pt idx="296">
                <c:v>0.7995948413183116</c:v>
              </c:pt>
              <c:pt idx="297">
                <c:v>0.7995948413183116</c:v>
              </c:pt>
              <c:pt idx="298">
                <c:v>0.7995948413183116</c:v>
              </c:pt>
              <c:pt idx="299">
                <c:v>0.7995948413183116</c:v>
              </c:pt>
              <c:pt idx="300">
                <c:v>0.7995948413183116</c:v>
              </c:pt>
              <c:pt idx="301">
                <c:v>0.7995948413183116</c:v>
              </c:pt>
              <c:pt idx="302">
                <c:v>0.7995948413183116</c:v>
              </c:pt>
              <c:pt idx="303">
                <c:v>0.7995948413183116</c:v>
              </c:pt>
              <c:pt idx="304">
                <c:v>0.7995948413183116</c:v>
              </c:pt>
              <c:pt idx="305">
                <c:v>0.7995948413183116</c:v>
              </c:pt>
              <c:pt idx="306">
                <c:v>0.7995948413183116</c:v>
              </c:pt>
              <c:pt idx="307">
                <c:v>0.7995948413183116</c:v>
              </c:pt>
              <c:pt idx="308">
                <c:v>0.7995948413183116</c:v>
              </c:pt>
              <c:pt idx="309">
                <c:v>0.7995948413183116</c:v>
              </c:pt>
              <c:pt idx="310">
                <c:v>0.7995948413183116</c:v>
              </c:pt>
              <c:pt idx="311">
                <c:v>0.7995948413183116</c:v>
              </c:pt>
              <c:pt idx="312">
                <c:v>0.7995948413183116</c:v>
              </c:pt>
              <c:pt idx="313">
                <c:v>0.7995948413183116</c:v>
              </c:pt>
              <c:pt idx="314">
                <c:v>0.7995948413183116</c:v>
              </c:pt>
              <c:pt idx="315">
                <c:v>0.7995948413183116</c:v>
              </c:pt>
              <c:pt idx="316">
                <c:v>0.7995948413183116</c:v>
              </c:pt>
              <c:pt idx="317">
                <c:v>0.7995948413183116</c:v>
              </c:pt>
              <c:pt idx="318">
                <c:v>0.7995948413183116</c:v>
              </c:pt>
              <c:pt idx="319">
                <c:v>0.7995948413183116</c:v>
              </c:pt>
              <c:pt idx="320">
                <c:v>0.7995948413183116</c:v>
              </c:pt>
              <c:pt idx="321">
                <c:v>0.7995948413183116</c:v>
              </c:pt>
              <c:pt idx="322">
                <c:v>0.7995948413183116</c:v>
              </c:pt>
              <c:pt idx="323">
                <c:v>0.7995948413183116</c:v>
              </c:pt>
            </c:numLit>
          </c:yVal>
          <c:smooth val="0"/>
        </c:ser>
        <c:ser>
          <c:idx val="4"/>
          <c:order val="4"/>
          <c:tx>
            <c:v>Same-order filling improvement</c:v>
          </c:tx>
          <c:spPr>
            <a:noFill xmlns:a="http://schemas.openxmlformats.org/drawingml/2006/main"/>
            <a:ln xmlns:a="http://schemas.openxmlformats.org/drawingml/2006/main" w="7620">
              <a:solidFill>
                <a:srgbClr val="009E73"/>
              </a:solidFill>
              <a:prstDash val="solid"/>
            </a:ln>
          </c:spPr>
          <c:marker>
            <c:symbol val="none"/>
            <c:size val="7"/>
            <c:spPr>
              <a:solidFill xmlns:a="http://schemas.openxmlformats.org/drawingml/2006/main">
                <a:srgbClr val="009E73"/>
              </a:solidFill>
            </c:spPr>
          </c:marker>
          <c:xVal>
            <c:numLit>
              <c:formatCode>General</c:formatCode>
              <c:ptCount val="324"/>
              <c:pt idx="0">
                <c:v>33.555199555944284</c:v>
              </c:pt>
              <c:pt idx="1">
                <c:v>33.58694481805558</c:v>
              </c:pt>
              <c:pt idx="2">
                <c:v>33.58694481805558</c:v>
              </c:pt>
              <c:pt idx="3">
                <c:v>33.58694481805558</c:v>
              </c:pt>
              <c:pt idx="4">
                <c:v>33.58694481805558</c:v>
              </c:pt>
              <c:pt idx="5">
                <c:v>33.58694481805558</c:v>
              </c:pt>
              <c:pt idx="6">
                <c:v>33.58694481805558</c:v>
              </c:pt>
              <c:pt idx="7">
                <c:v>33.58694481805558</c:v>
              </c:pt>
              <c:pt idx="8">
                <c:v>33.58694481805558</c:v>
              </c:pt>
              <c:pt idx="9">
                <c:v>33.58694481805558</c:v>
              </c:pt>
              <c:pt idx="10">
                <c:v>33.58694481805558</c:v>
              </c:pt>
              <c:pt idx="11">
                <c:v>33.58694481805558</c:v>
              </c:pt>
              <c:pt idx="12">
                <c:v>33.58694481805558</c:v>
              </c:pt>
              <c:pt idx="13">
                <c:v>33.58694481805558</c:v>
              </c:pt>
              <c:pt idx="14">
                <c:v>33.58694481805558</c:v>
              </c:pt>
              <c:pt idx="15">
                <c:v>33.58694481805558</c:v>
              </c:pt>
              <c:pt idx="16">
                <c:v>33.58694481805558</c:v>
              </c:pt>
              <c:pt idx="17">
                <c:v>33.58694481805558</c:v>
              </c:pt>
              <c:pt idx="18">
                <c:v>33.58694481805558</c:v>
              </c:pt>
              <c:pt idx="19">
                <c:v>33.58694481805558</c:v>
              </c:pt>
              <c:pt idx="20">
                <c:v>33.58694481805558</c:v>
              </c:pt>
              <c:pt idx="21">
                <c:v>33.58694481805558</c:v>
              </c:pt>
              <c:pt idx="22">
                <c:v>33.58694481805558</c:v>
              </c:pt>
              <c:pt idx="23">
                <c:v>33.58694481805558</c:v>
              </c:pt>
              <c:pt idx="24">
                <c:v>33.58694481805558</c:v>
              </c:pt>
              <c:pt idx="25">
                <c:v>33.58694481805558</c:v>
              </c:pt>
              <c:pt idx="26">
                <c:v>33.58694481805558</c:v>
              </c:pt>
              <c:pt idx="27">
                <c:v>33.58694481805558</c:v>
              </c:pt>
              <c:pt idx="28">
                <c:v>33.58694481805558</c:v>
              </c:pt>
              <c:pt idx="29">
                <c:v>33.58694481805558</c:v>
              </c:pt>
              <c:pt idx="30">
                <c:v>33.58694481805558</c:v>
              </c:pt>
              <c:pt idx="31">
                <c:v>33.58694481805558</c:v>
              </c:pt>
              <c:pt idx="32">
                <c:v>33.58694481805558</c:v>
              </c:pt>
              <c:pt idx="33">
                <c:v>33.58694481805558</c:v>
              </c:pt>
              <c:pt idx="34">
                <c:v>33.58694481805558</c:v>
              </c:pt>
              <c:pt idx="35">
                <c:v>33.58694481805558</c:v>
              </c:pt>
              <c:pt idx="36">
                <c:v>33.58694481805558</c:v>
              </c:pt>
              <c:pt idx="37">
                <c:v>33.58694481805558</c:v>
              </c:pt>
              <c:pt idx="38">
                <c:v>33.58694481805558</c:v>
              </c:pt>
              <c:pt idx="39">
                <c:v>33.58694481805558</c:v>
              </c:pt>
              <c:pt idx="40">
                <c:v>33.58694481805558</c:v>
              </c:pt>
              <c:pt idx="41">
                <c:v>33.58694481805558</c:v>
              </c:pt>
              <c:pt idx="42">
                <c:v>33.58694481805558</c:v>
              </c:pt>
              <c:pt idx="43">
                <c:v>33.58694481805558</c:v>
              </c:pt>
              <c:pt idx="44">
                <c:v>33.58694481805558</c:v>
              </c:pt>
              <c:pt idx="45">
                <c:v>33.58694481805558</c:v>
              </c:pt>
              <c:pt idx="46">
                <c:v>33.58694481805558</c:v>
              </c:pt>
              <c:pt idx="47">
                <c:v>33.58694481805558</c:v>
              </c:pt>
              <c:pt idx="48">
                <c:v>33.58694481805558</c:v>
              </c:pt>
              <c:pt idx="49">
                <c:v>33.58694481805558</c:v>
              </c:pt>
              <c:pt idx="50">
                <c:v>33.58694481805558</c:v>
              </c:pt>
              <c:pt idx="51">
                <c:v>33.58694481805558</c:v>
              </c:pt>
              <c:pt idx="52">
                <c:v>33.58694481805558</c:v>
              </c:pt>
              <c:pt idx="53">
                <c:v>33.58694481805558</c:v>
              </c:pt>
              <c:pt idx="54">
                <c:v>33.58694481805558</c:v>
              </c:pt>
              <c:pt idx="55">
                <c:v>33.58694481805558</c:v>
              </c:pt>
              <c:pt idx="56">
                <c:v>33.58694481805558</c:v>
              </c:pt>
              <c:pt idx="57">
                <c:v>33.58694481805558</c:v>
              </c:pt>
              <c:pt idx="58">
                <c:v>33.58694481805558</c:v>
              </c:pt>
              <c:pt idx="59">
                <c:v>33.58694481805558</c:v>
              </c:pt>
              <c:pt idx="60">
                <c:v>33.58694481805558</c:v>
              </c:pt>
              <c:pt idx="61">
                <c:v>33.58694481805558</c:v>
              </c:pt>
              <c:pt idx="62">
                <c:v>33.58694481805558</c:v>
              </c:pt>
              <c:pt idx="63">
                <c:v>33.58694481805558</c:v>
              </c:pt>
              <c:pt idx="64">
                <c:v>33.58694481805558</c:v>
              </c:pt>
              <c:pt idx="65">
                <c:v>33.58694481805558</c:v>
              </c:pt>
              <c:pt idx="66">
                <c:v>33.58694481805558</c:v>
              </c:pt>
              <c:pt idx="67">
                <c:v>33.58694481805558</c:v>
              </c:pt>
              <c:pt idx="68">
                <c:v>33.58694481805558</c:v>
              </c:pt>
              <c:pt idx="69">
                <c:v>33.58694481805558</c:v>
              </c:pt>
              <c:pt idx="70">
                <c:v>33.58694481805558</c:v>
              </c:pt>
              <c:pt idx="71">
                <c:v>33.58694481805558</c:v>
              </c:pt>
              <c:pt idx="72">
                <c:v>33.58694481805558</c:v>
              </c:pt>
              <c:pt idx="73">
                <c:v>33.58694481805558</c:v>
              </c:pt>
              <c:pt idx="74">
                <c:v>33.58694481805558</c:v>
              </c:pt>
              <c:pt idx="75">
                <c:v>33.58694481805558</c:v>
              </c:pt>
              <c:pt idx="76">
                <c:v>33.58694481805558</c:v>
              </c:pt>
              <c:pt idx="77">
                <c:v>33.58694481805558</c:v>
              </c:pt>
              <c:pt idx="78">
                <c:v>33.58694481805558</c:v>
              </c:pt>
              <c:pt idx="79">
                <c:v>33.58694481805558</c:v>
              </c:pt>
              <c:pt idx="80">
                <c:v>33.58694481805558</c:v>
              </c:pt>
              <c:pt idx="81">
                <c:v>33.58694481805558</c:v>
              </c:pt>
              <c:pt idx="82">
                <c:v>33.58694481805558</c:v>
              </c:pt>
              <c:pt idx="83">
                <c:v>33.58694481805558</c:v>
              </c:pt>
              <c:pt idx="84">
                <c:v>33.58694481805558</c:v>
              </c:pt>
              <c:pt idx="85">
                <c:v>33.58694481805558</c:v>
              </c:pt>
              <c:pt idx="86">
                <c:v>33.58694481805558</c:v>
              </c:pt>
              <c:pt idx="87">
                <c:v>33.58694481805558</c:v>
              </c:pt>
              <c:pt idx="88">
                <c:v>33.58694481805558</c:v>
              </c:pt>
              <c:pt idx="89">
                <c:v>33.58694481805558</c:v>
              </c:pt>
              <c:pt idx="90">
                <c:v>33.58694481805558</c:v>
              </c:pt>
              <c:pt idx="91">
                <c:v>33.58694481805558</c:v>
              </c:pt>
              <c:pt idx="92">
                <c:v>33.58694481805558</c:v>
              </c:pt>
              <c:pt idx="93">
                <c:v>33.58694481805558</c:v>
              </c:pt>
              <c:pt idx="94">
                <c:v>33.58694481805558</c:v>
              </c:pt>
              <c:pt idx="95">
                <c:v>33.58694481805558</c:v>
              </c:pt>
              <c:pt idx="96">
                <c:v>33.58694481805558</c:v>
              </c:pt>
              <c:pt idx="97">
                <c:v>33.58694481805558</c:v>
              </c:pt>
              <c:pt idx="98">
                <c:v>33.58694481805558</c:v>
              </c:pt>
              <c:pt idx="99">
                <c:v>33.58694481805558</c:v>
              </c:pt>
              <c:pt idx="100">
                <c:v>33.58694481805558</c:v>
              </c:pt>
              <c:pt idx="101">
                <c:v>33.58694481805558</c:v>
              </c:pt>
              <c:pt idx="102">
                <c:v>33.58694481805558</c:v>
              </c:pt>
              <c:pt idx="103">
                <c:v>33.58694481805558</c:v>
              </c:pt>
              <c:pt idx="104">
                <c:v>33.58694481805558</c:v>
              </c:pt>
              <c:pt idx="105">
                <c:v>33.58694481805558</c:v>
              </c:pt>
              <c:pt idx="106">
                <c:v>33.58694481805558</c:v>
              </c:pt>
              <c:pt idx="107">
                <c:v>33.58694481805558</c:v>
              </c:pt>
              <c:pt idx="108">
                <c:v>33.58694481805558</c:v>
              </c:pt>
              <c:pt idx="109">
                <c:v>33.58694481805558</c:v>
              </c:pt>
              <c:pt idx="110">
                <c:v>33.58694481805558</c:v>
              </c:pt>
              <c:pt idx="111">
                <c:v>33.58694481805558</c:v>
              </c:pt>
              <c:pt idx="112">
                <c:v>33.58694481805558</c:v>
              </c:pt>
              <c:pt idx="113">
                <c:v>33.58694481805558</c:v>
              </c:pt>
              <c:pt idx="114">
                <c:v>33.58694481805558</c:v>
              </c:pt>
              <c:pt idx="115">
                <c:v>33.58694481805558</c:v>
              </c:pt>
              <c:pt idx="116">
                <c:v>33.58694481805558</c:v>
              </c:pt>
              <c:pt idx="117">
                <c:v>33.58694481805558</c:v>
              </c:pt>
              <c:pt idx="118">
                <c:v>33.58694481805558</c:v>
              </c:pt>
              <c:pt idx="119">
                <c:v>33.58694481805558</c:v>
              </c:pt>
              <c:pt idx="120">
                <c:v>33.58694481805558</c:v>
              </c:pt>
              <c:pt idx="121">
                <c:v>33.58694481805558</c:v>
              </c:pt>
              <c:pt idx="122">
                <c:v>33.58694481805558</c:v>
              </c:pt>
              <c:pt idx="123">
                <c:v>33.58694481805558</c:v>
              </c:pt>
              <c:pt idx="124">
                <c:v>33.58694481805558</c:v>
              </c:pt>
              <c:pt idx="125">
                <c:v>33.58694481805558</c:v>
              </c:pt>
              <c:pt idx="126">
                <c:v>33.58694481805558</c:v>
              </c:pt>
              <c:pt idx="127">
                <c:v>33.58694481805558</c:v>
              </c:pt>
              <c:pt idx="128">
                <c:v>33.58694481805558</c:v>
              </c:pt>
              <c:pt idx="129">
                <c:v>33.58694481805558</c:v>
              </c:pt>
              <c:pt idx="130">
                <c:v>33.58694481805558</c:v>
              </c:pt>
              <c:pt idx="131">
                <c:v>33.58694481805558</c:v>
              </c:pt>
              <c:pt idx="132">
                <c:v>33.58694481805558</c:v>
              </c:pt>
              <c:pt idx="133">
                <c:v>33.58694481805558</c:v>
              </c:pt>
              <c:pt idx="134">
                <c:v>33.58694481805558</c:v>
              </c:pt>
              <c:pt idx="135">
                <c:v>33.58694481805558</c:v>
              </c:pt>
              <c:pt idx="136">
                <c:v>33.58694481805558</c:v>
              </c:pt>
              <c:pt idx="137">
                <c:v>33.58694481805558</c:v>
              </c:pt>
              <c:pt idx="138">
                <c:v>33.58694481805558</c:v>
              </c:pt>
              <c:pt idx="139">
                <c:v>33.58694481805558</c:v>
              </c:pt>
              <c:pt idx="140">
                <c:v>33.58694481805558</c:v>
              </c:pt>
              <c:pt idx="141">
                <c:v>33.58694481805558</c:v>
              </c:pt>
              <c:pt idx="142">
                <c:v>33.58694481805558</c:v>
              </c:pt>
              <c:pt idx="143">
                <c:v>33.58694481805558</c:v>
              </c:pt>
              <c:pt idx="144">
                <c:v>33.58694481805558</c:v>
              </c:pt>
              <c:pt idx="145">
                <c:v>33.58694481805558</c:v>
              </c:pt>
              <c:pt idx="146">
                <c:v>33.58694481805558</c:v>
              </c:pt>
              <c:pt idx="147">
                <c:v>33.58694481805558</c:v>
              </c:pt>
              <c:pt idx="148">
                <c:v>33.58694481805558</c:v>
              </c:pt>
              <c:pt idx="149">
                <c:v>33.58694481805558</c:v>
              </c:pt>
              <c:pt idx="150">
                <c:v>33.58694481805558</c:v>
              </c:pt>
              <c:pt idx="151">
                <c:v>33.58694481805558</c:v>
              </c:pt>
              <c:pt idx="152">
                <c:v>33.58694481805558</c:v>
              </c:pt>
              <c:pt idx="153">
                <c:v>33.58694481805558</c:v>
              </c:pt>
              <c:pt idx="154">
                <c:v>33.58694481805558</c:v>
              </c:pt>
              <c:pt idx="155">
                <c:v>33.58694481805558</c:v>
              </c:pt>
              <c:pt idx="156">
                <c:v>33.58694481805558</c:v>
              </c:pt>
              <c:pt idx="157">
                <c:v>33.58694481805558</c:v>
              </c:pt>
              <c:pt idx="158">
                <c:v>33.58694481805558</c:v>
              </c:pt>
              <c:pt idx="159">
                <c:v>33.58694481805558</c:v>
              </c:pt>
              <c:pt idx="160">
                <c:v>33.58694481805558</c:v>
              </c:pt>
              <c:pt idx="161">
                <c:v>33.58694481805558</c:v>
              </c:pt>
              <c:pt idx="162">
                <c:v>33.58694481805558</c:v>
              </c:pt>
              <c:pt idx="163">
                <c:v>33.58694481805558</c:v>
              </c:pt>
              <c:pt idx="164">
                <c:v>33.58694481805558</c:v>
              </c:pt>
              <c:pt idx="165">
                <c:v>33.58694481805558</c:v>
              </c:pt>
              <c:pt idx="166">
                <c:v>33.58694481805558</c:v>
              </c:pt>
              <c:pt idx="167">
                <c:v>33.58694481805558</c:v>
              </c:pt>
              <c:pt idx="168">
                <c:v>33.58694481805558</c:v>
              </c:pt>
              <c:pt idx="169">
                <c:v>33.58694481805558</c:v>
              </c:pt>
              <c:pt idx="170">
                <c:v>33.58694481805558</c:v>
              </c:pt>
              <c:pt idx="171">
                <c:v>33.58694481805558</c:v>
              </c:pt>
              <c:pt idx="172">
                <c:v>33.58694481805558</c:v>
              </c:pt>
              <c:pt idx="173">
                <c:v>33.58694481805558</c:v>
              </c:pt>
              <c:pt idx="174">
                <c:v>33.58694481805558</c:v>
              </c:pt>
              <c:pt idx="175">
                <c:v>33.58694481805558</c:v>
              </c:pt>
              <c:pt idx="176">
                <c:v>33.58694481805558</c:v>
              </c:pt>
              <c:pt idx="177">
                <c:v>33.58694481805558</c:v>
              </c:pt>
              <c:pt idx="178">
                <c:v>33.58694481805558</c:v>
              </c:pt>
              <c:pt idx="179">
                <c:v>33.58694481805558</c:v>
              </c:pt>
              <c:pt idx="180">
                <c:v>33.58694481805558</c:v>
              </c:pt>
              <c:pt idx="181">
                <c:v>33.58694481805558</c:v>
              </c:pt>
              <c:pt idx="182">
                <c:v>33.58694481805558</c:v>
              </c:pt>
              <c:pt idx="183">
                <c:v>33.58694481805558</c:v>
              </c:pt>
              <c:pt idx="184">
                <c:v>33.58694481805558</c:v>
              </c:pt>
              <c:pt idx="185">
                <c:v>33.58694481805558</c:v>
              </c:pt>
              <c:pt idx="186">
                <c:v>33.58694481805558</c:v>
              </c:pt>
              <c:pt idx="187">
                <c:v>33.58694481805558</c:v>
              </c:pt>
              <c:pt idx="188">
                <c:v>33.58694481805558</c:v>
              </c:pt>
              <c:pt idx="189">
                <c:v>33.58694481805558</c:v>
              </c:pt>
              <c:pt idx="190">
                <c:v>33.58694481805558</c:v>
              </c:pt>
              <c:pt idx="191">
                <c:v>33.58694481805558</c:v>
              </c:pt>
              <c:pt idx="192">
                <c:v>33.58694481805558</c:v>
              </c:pt>
              <c:pt idx="193">
                <c:v>33.58694481805558</c:v>
              </c:pt>
              <c:pt idx="194">
                <c:v>33.58694481805558</c:v>
              </c:pt>
              <c:pt idx="195">
                <c:v>33.58694481805558</c:v>
              </c:pt>
              <c:pt idx="196">
                <c:v>33.58694481805558</c:v>
              </c:pt>
              <c:pt idx="197">
                <c:v>33.58694481805558</c:v>
              </c:pt>
              <c:pt idx="198">
                <c:v>33.58694481805558</c:v>
              </c:pt>
              <c:pt idx="199">
                <c:v>33.58694481805558</c:v>
              </c:pt>
              <c:pt idx="200">
                <c:v>33.58694481805558</c:v>
              </c:pt>
              <c:pt idx="201">
                <c:v>33.58694481805558</c:v>
              </c:pt>
              <c:pt idx="202">
                <c:v>33.58694481805558</c:v>
              </c:pt>
              <c:pt idx="203">
                <c:v>33.58694481805558</c:v>
              </c:pt>
              <c:pt idx="204">
                <c:v>33.58694481805558</c:v>
              </c:pt>
              <c:pt idx="205">
                <c:v>33.58694481805558</c:v>
              </c:pt>
              <c:pt idx="206">
                <c:v>33.58694481805558</c:v>
              </c:pt>
              <c:pt idx="207">
                <c:v>33.58694481805558</c:v>
              </c:pt>
              <c:pt idx="208">
                <c:v>33.58694481805558</c:v>
              </c:pt>
              <c:pt idx="209">
                <c:v>33.58694481805558</c:v>
              </c:pt>
              <c:pt idx="210">
                <c:v>33.58694481805558</c:v>
              </c:pt>
              <c:pt idx="211">
                <c:v>33.58694481805558</c:v>
              </c:pt>
              <c:pt idx="212">
                <c:v>33.58694481805558</c:v>
              </c:pt>
              <c:pt idx="213">
                <c:v>33.58694481805558</c:v>
              </c:pt>
              <c:pt idx="214">
                <c:v>33.58694481805558</c:v>
              </c:pt>
              <c:pt idx="215">
                <c:v>33.58694481805558</c:v>
              </c:pt>
              <c:pt idx="216">
                <c:v>33.58694481805558</c:v>
              </c:pt>
              <c:pt idx="217">
                <c:v>33.58694481805558</c:v>
              </c:pt>
              <c:pt idx="218">
                <c:v>33.58694481805558</c:v>
              </c:pt>
              <c:pt idx="219">
                <c:v>33.58694481805558</c:v>
              </c:pt>
              <c:pt idx="220">
                <c:v>33.58694481805558</c:v>
              </c:pt>
              <c:pt idx="221">
                <c:v>33.58694481805558</c:v>
              </c:pt>
              <c:pt idx="222">
                <c:v>33.58694481805558</c:v>
              </c:pt>
              <c:pt idx="223">
                <c:v>33.58694481805558</c:v>
              </c:pt>
              <c:pt idx="224">
                <c:v>33.58694481805558</c:v>
              </c:pt>
              <c:pt idx="225">
                <c:v>33.58694481805558</c:v>
              </c:pt>
              <c:pt idx="226">
                <c:v>33.58694481805558</c:v>
              </c:pt>
              <c:pt idx="227">
                <c:v>33.58694481805558</c:v>
              </c:pt>
              <c:pt idx="228">
                <c:v>33.58694481805558</c:v>
              </c:pt>
              <c:pt idx="229">
                <c:v>33.58694481805558</c:v>
              </c:pt>
              <c:pt idx="230">
                <c:v>33.58694481805558</c:v>
              </c:pt>
              <c:pt idx="231">
                <c:v>33.58694481805558</c:v>
              </c:pt>
              <c:pt idx="232">
                <c:v>33.58694481805558</c:v>
              </c:pt>
              <c:pt idx="233">
                <c:v>33.58694481805558</c:v>
              </c:pt>
              <c:pt idx="234">
                <c:v>33.58694481805558</c:v>
              </c:pt>
              <c:pt idx="235">
                <c:v>33.58694481805558</c:v>
              </c:pt>
              <c:pt idx="236">
                <c:v>33.58694481805558</c:v>
              </c:pt>
              <c:pt idx="237">
                <c:v>33.58694481805558</c:v>
              </c:pt>
              <c:pt idx="238">
                <c:v>33.58694481805558</c:v>
              </c:pt>
              <c:pt idx="239">
                <c:v>33.58694481805558</c:v>
              </c:pt>
              <c:pt idx="240">
                <c:v>33.58694481805558</c:v>
              </c:pt>
              <c:pt idx="241">
                <c:v>33.58694481805558</c:v>
              </c:pt>
              <c:pt idx="242">
                <c:v>33.58694481805558</c:v>
              </c:pt>
              <c:pt idx="243">
                <c:v>33.58694481805558</c:v>
              </c:pt>
              <c:pt idx="244">
                <c:v>33.58694481805558</c:v>
              </c:pt>
              <c:pt idx="245">
                <c:v>33.58694481805558</c:v>
              </c:pt>
              <c:pt idx="246">
                <c:v>33.58694481805558</c:v>
              </c:pt>
              <c:pt idx="247">
                <c:v>33.58694481805558</c:v>
              </c:pt>
              <c:pt idx="248">
                <c:v>33.58694481805558</c:v>
              </c:pt>
              <c:pt idx="249">
                <c:v>33.58694481805558</c:v>
              </c:pt>
              <c:pt idx="250">
                <c:v>33.58694481805558</c:v>
              </c:pt>
              <c:pt idx="251">
                <c:v>33.58694481805558</c:v>
              </c:pt>
              <c:pt idx="252">
                <c:v>33.58694481805558</c:v>
              </c:pt>
              <c:pt idx="253">
                <c:v>33.58694481805558</c:v>
              </c:pt>
              <c:pt idx="254">
                <c:v>33.58694481805558</c:v>
              </c:pt>
              <c:pt idx="255">
                <c:v>33.58694481805558</c:v>
              </c:pt>
              <c:pt idx="256">
                <c:v>33.58694481805558</c:v>
              </c:pt>
              <c:pt idx="257">
                <c:v>33.58694481805558</c:v>
              </c:pt>
              <c:pt idx="258">
                <c:v>33.58694481805558</c:v>
              </c:pt>
              <c:pt idx="259">
                <c:v>33.58694481805558</c:v>
              </c:pt>
              <c:pt idx="260">
                <c:v>33.58694481805558</c:v>
              </c:pt>
              <c:pt idx="261">
                <c:v>33.58694481805558</c:v>
              </c:pt>
              <c:pt idx="262">
                <c:v>33.58694481805558</c:v>
              </c:pt>
              <c:pt idx="263">
                <c:v>33.58694481805558</c:v>
              </c:pt>
              <c:pt idx="264">
                <c:v>33.58694481805558</c:v>
              </c:pt>
              <c:pt idx="265">
                <c:v>33.58694481805558</c:v>
              </c:pt>
              <c:pt idx="266">
                <c:v>33.58694481805558</c:v>
              </c:pt>
              <c:pt idx="267">
                <c:v>33.58694481805558</c:v>
              </c:pt>
              <c:pt idx="268">
                <c:v>33.58694481805558</c:v>
              </c:pt>
              <c:pt idx="269">
                <c:v>33.58694481805558</c:v>
              </c:pt>
              <c:pt idx="270">
                <c:v>33.58694481805558</c:v>
              </c:pt>
              <c:pt idx="271">
                <c:v>33.58694481805558</c:v>
              </c:pt>
              <c:pt idx="272">
                <c:v>33.58694481805558</c:v>
              </c:pt>
              <c:pt idx="273">
                <c:v>33.58694481805558</c:v>
              </c:pt>
              <c:pt idx="274">
                <c:v>33.58694481805558</c:v>
              </c:pt>
              <c:pt idx="275">
                <c:v>33.58694481805558</c:v>
              </c:pt>
              <c:pt idx="276">
                <c:v>33.58694481805558</c:v>
              </c:pt>
              <c:pt idx="277">
                <c:v>33.58694481805558</c:v>
              </c:pt>
              <c:pt idx="278">
                <c:v>33.58694481805558</c:v>
              </c:pt>
              <c:pt idx="279">
                <c:v>33.58694481805558</c:v>
              </c:pt>
              <c:pt idx="280">
                <c:v>33.58694481805558</c:v>
              </c:pt>
              <c:pt idx="281">
                <c:v>33.58694481805558</c:v>
              </c:pt>
              <c:pt idx="282">
                <c:v>33.58694481805558</c:v>
              </c:pt>
              <c:pt idx="283">
                <c:v>33.58694481805558</c:v>
              </c:pt>
              <c:pt idx="284">
                <c:v>33.58694481805558</c:v>
              </c:pt>
              <c:pt idx="285">
                <c:v>33.58694481805558</c:v>
              </c:pt>
              <c:pt idx="286">
                <c:v>33.58694481805558</c:v>
              </c:pt>
              <c:pt idx="287">
                <c:v>33.58694481805558</c:v>
              </c:pt>
              <c:pt idx="288">
                <c:v>33.58694481805558</c:v>
              </c:pt>
              <c:pt idx="289">
                <c:v>33.58694481805558</c:v>
              </c:pt>
              <c:pt idx="290">
                <c:v>33.58694481805558</c:v>
              </c:pt>
              <c:pt idx="291">
                <c:v>33.58694481805558</c:v>
              </c:pt>
              <c:pt idx="292">
                <c:v>33.58694481805558</c:v>
              </c:pt>
              <c:pt idx="293">
                <c:v>33.58694481805558</c:v>
              </c:pt>
              <c:pt idx="294">
                <c:v>33.58694481805558</c:v>
              </c:pt>
              <c:pt idx="295">
                <c:v>33.58694481805558</c:v>
              </c:pt>
              <c:pt idx="296">
                <c:v>33.58694481805558</c:v>
              </c:pt>
              <c:pt idx="297">
                <c:v>33.58694481805558</c:v>
              </c:pt>
              <c:pt idx="298">
                <c:v>33.58694481805558</c:v>
              </c:pt>
              <c:pt idx="299">
                <c:v>33.58694481805558</c:v>
              </c:pt>
              <c:pt idx="300">
                <c:v>33.58694481805558</c:v>
              </c:pt>
              <c:pt idx="301">
                <c:v>33.58694481805558</c:v>
              </c:pt>
              <c:pt idx="302">
                <c:v>33.58694481805558</c:v>
              </c:pt>
              <c:pt idx="303">
                <c:v>33.58694481805558</c:v>
              </c:pt>
              <c:pt idx="304">
                <c:v>33.58694481805558</c:v>
              </c:pt>
              <c:pt idx="305">
                <c:v>33.58694481805558</c:v>
              </c:pt>
              <c:pt idx="306">
                <c:v>33.58694481805558</c:v>
              </c:pt>
              <c:pt idx="307">
                <c:v>33.58694481805558</c:v>
              </c:pt>
              <c:pt idx="308">
                <c:v>33.58694481805558</c:v>
              </c:pt>
              <c:pt idx="309">
                <c:v>33.58694481805558</c:v>
              </c:pt>
              <c:pt idx="310">
                <c:v>33.58694481805558</c:v>
              </c:pt>
              <c:pt idx="311">
                <c:v>33.58694481805558</c:v>
              </c:pt>
              <c:pt idx="312">
                <c:v>33.58694481805558</c:v>
              </c:pt>
              <c:pt idx="313">
                <c:v>33.58694481805558</c:v>
              </c:pt>
              <c:pt idx="314">
                <c:v>33.58694481805558</c:v>
              </c:pt>
              <c:pt idx="315">
                <c:v>33.58694481805558</c:v>
              </c:pt>
              <c:pt idx="316">
                <c:v>33.58694481805558</c:v>
              </c:pt>
              <c:pt idx="317">
                <c:v>33.58694481805558</c:v>
              </c:pt>
              <c:pt idx="318">
                <c:v>33.58694481805558</c:v>
              </c:pt>
              <c:pt idx="319">
                <c:v>33.58694481805558</c:v>
              </c:pt>
              <c:pt idx="320">
                <c:v>33.58694481805558</c:v>
              </c:pt>
              <c:pt idx="321">
                <c:v>33.58694481805558</c:v>
              </c:pt>
              <c:pt idx="322">
                <c:v>33.58694481805558</c:v>
              </c:pt>
              <c:pt idx="323">
                <c:v>33.58694481805558</c:v>
              </c:pt>
            </c:numLit>
          </c:xVal>
          <c:yVal>
            <c:numLit>
              <c:formatCode>0.0</c:formatCode>
              <c:ptCount val="324"/>
              <c:pt idx="0">
                <c:v>0.018409778284908234</c:v>
              </c:pt>
              <c:pt idx="1">
                <c:v>0.018409778284908234</c:v>
              </c:pt>
              <c:pt idx="2">
                <c:v>0.018409778284908234</c:v>
              </c:pt>
              <c:pt idx="3">
                <c:v>0.018409778284908234</c:v>
              </c:pt>
              <c:pt idx="4">
                <c:v>0.018409778284908234</c:v>
              </c:pt>
              <c:pt idx="5">
                <c:v>0.018409778284908234</c:v>
              </c:pt>
              <c:pt idx="6">
                <c:v>0.018409778284908234</c:v>
              </c:pt>
              <c:pt idx="7">
                <c:v>0.018409778284908234</c:v>
              </c:pt>
              <c:pt idx="8">
                <c:v>0.018409778284908234</c:v>
              </c:pt>
              <c:pt idx="9">
                <c:v>0.018409778284908234</c:v>
              </c:pt>
              <c:pt idx="10">
                <c:v>0.018409778284908234</c:v>
              </c:pt>
              <c:pt idx="11">
                <c:v>0.018409778284908234</c:v>
              </c:pt>
              <c:pt idx="12">
                <c:v>0.018409778284908234</c:v>
              </c:pt>
              <c:pt idx="13">
                <c:v>0.018409778284908234</c:v>
              </c:pt>
              <c:pt idx="14">
                <c:v>0.018409778284908234</c:v>
              </c:pt>
              <c:pt idx="15">
                <c:v>0.018409778284908234</c:v>
              </c:pt>
              <c:pt idx="16">
                <c:v>0.018409778284908234</c:v>
              </c:pt>
              <c:pt idx="17">
                <c:v>0.018409778284908234</c:v>
              </c:pt>
              <c:pt idx="18">
                <c:v>0.018409778284908234</c:v>
              </c:pt>
              <c:pt idx="19">
                <c:v>0.018409778284908234</c:v>
              </c:pt>
              <c:pt idx="20">
                <c:v>0.018409778284908234</c:v>
              </c:pt>
              <c:pt idx="21">
                <c:v>0.018409778284908234</c:v>
              </c:pt>
              <c:pt idx="22">
                <c:v>0.018409778284908234</c:v>
              </c:pt>
              <c:pt idx="23">
                <c:v>0.018409778284908234</c:v>
              </c:pt>
              <c:pt idx="24">
                <c:v>0.018409778284908234</c:v>
              </c:pt>
              <c:pt idx="25">
                <c:v>0.018409778284908234</c:v>
              </c:pt>
              <c:pt idx="26">
                <c:v>0.018409778284908234</c:v>
              </c:pt>
              <c:pt idx="27">
                <c:v>0.018409778284908234</c:v>
              </c:pt>
              <c:pt idx="28">
                <c:v>0.018409778284908234</c:v>
              </c:pt>
              <c:pt idx="29">
                <c:v>0.018409778284908234</c:v>
              </c:pt>
              <c:pt idx="30">
                <c:v>0.018409778284908234</c:v>
              </c:pt>
              <c:pt idx="31">
                <c:v>0.018409778284908234</c:v>
              </c:pt>
              <c:pt idx="32">
                <c:v>0.018409778284908234</c:v>
              </c:pt>
              <c:pt idx="33">
                <c:v>0.018409778284908234</c:v>
              </c:pt>
              <c:pt idx="34">
                <c:v>0.018409778284908234</c:v>
              </c:pt>
              <c:pt idx="35">
                <c:v>0.018409778284908234</c:v>
              </c:pt>
              <c:pt idx="36">
                <c:v>0.018409778284908234</c:v>
              </c:pt>
              <c:pt idx="37">
                <c:v>0.018409778284908234</c:v>
              </c:pt>
              <c:pt idx="38">
                <c:v>0.018409778284908234</c:v>
              </c:pt>
              <c:pt idx="39">
                <c:v>0.018409778284908234</c:v>
              </c:pt>
              <c:pt idx="40">
                <c:v>0.018409778284908234</c:v>
              </c:pt>
              <c:pt idx="41">
                <c:v>0.018409778284908234</c:v>
              </c:pt>
              <c:pt idx="42">
                <c:v>0.018409778284908234</c:v>
              </c:pt>
              <c:pt idx="43">
                <c:v>0.018409778284908234</c:v>
              </c:pt>
              <c:pt idx="44">
                <c:v>0.018409778284908234</c:v>
              </c:pt>
              <c:pt idx="45">
                <c:v>0.018409778284908234</c:v>
              </c:pt>
              <c:pt idx="46">
                <c:v>0.018409778284908234</c:v>
              </c:pt>
              <c:pt idx="47">
                <c:v>0.018409778284908234</c:v>
              </c:pt>
              <c:pt idx="48">
                <c:v>0.018409778284908234</c:v>
              </c:pt>
              <c:pt idx="49">
                <c:v>0.018409778284908234</c:v>
              </c:pt>
              <c:pt idx="50">
                <c:v>0.018409778284908234</c:v>
              </c:pt>
              <c:pt idx="51">
                <c:v>0.018409778284908234</c:v>
              </c:pt>
              <c:pt idx="52">
                <c:v>0.018409778284908234</c:v>
              </c:pt>
              <c:pt idx="53">
                <c:v>0.018409778284908234</c:v>
              </c:pt>
              <c:pt idx="54">
                <c:v>0.018409778284908234</c:v>
              </c:pt>
              <c:pt idx="55">
                <c:v>0.018409778284908234</c:v>
              </c:pt>
              <c:pt idx="56">
                <c:v>0.018409778284908234</c:v>
              </c:pt>
              <c:pt idx="57">
                <c:v>0.018409778284908234</c:v>
              </c:pt>
              <c:pt idx="58">
                <c:v>0.018409778284908234</c:v>
              </c:pt>
              <c:pt idx="59">
                <c:v>0.018409778284908234</c:v>
              </c:pt>
              <c:pt idx="60">
                <c:v>0.018409778284908234</c:v>
              </c:pt>
              <c:pt idx="61">
                <c:v>0.018409778284908234</c:v>
              </c:pt>
              <c:pt idx="62">
                <c:v>0.018409778284908234</c:v>
              </c:pt>
              <c:pt idx="63">
                <c:v>0.018409778284908234</c:v>
              </c:pt>
              <c:pt idx="64">
                <c:v>0.018409778284908234</c:v>
              </c:pt>
              <c:pt idx="65">
                <c:v>0.018409778284908234</c:v>
              </c:pt>
              <c:pt idx="66">
                <c:v>0.018409778284908234</c:v>
              </c:pt>
              <c:pt idx="67">
                <c:v>0.018409778284908234</c:v>
              </c:pt>
              <c:pt idx="68">
                <c:v>0.018409778284908234</c:v>
              </c:pt>
              <c:pt idx="69">
                <c:v>0.018409778284908234</c:v>
              </c:pt>
              <c:pt idx="70">
                <c:v>0.018409778284908234</c:v>
              </c:pt>
              <c:pt idx="71">
                <c:v>0.018409778284908234</c:v>
              </c:pt>
              <c:pt idx="72">
                <c:v>0.018409778284908234</c:v>
              </c:pt>
              <c:pt idx="73">
                <c:v>0.018409778284908234</c:v>
              </c:pt>
              <c:pt idx="74">
                <c:v>0.018409778284908234</c:v>
              </c:pt>
              <c:pt idx="75">
                <c:v>0.018409778284908234</c:v>
              </c:pt>
              <c:pt idx="76">
                <c:v>0.018409778284908234</c:v>
              </c:pt>
              <c:pt idx="77">
                <c:v>0.018409778284908234</c:v>
              </c:pt>
              <c:pt idx="78">
                <c:v>0.018409778284908234</c:v>
              </c:pt>
              <c:pt idx="79">
                <c:v>0.018409778284908234</c:v>
              </c:pt>
              <c:pt idx="80">
                <c:v>0.018409778284908234</c:v>
              </c:pt>
              <c:pt idx="81">
                <c:v>0.018409778284908234</c:v>
              </c:pt>
              <c:pt idx="82">
                <c:v>0.018409778284908234</c:v>
              </c:pt>
              <c:pt idx="83">
                <c:v>0.018409778284908234</c:v>
              </c:pt>
              <c:pt idx="84">
                <c:v>0.018409778284908234</c:v>
              </c:pt>
              <c:pt idx="85">
                <c:v>0.018409778284908234</c:v>
              </c:pt>
              <c:pt idx="86">
                <c:v>0.018409778284908234</c:v>
              </c:pt>
              <c:pt idx="87">
                <c:v>0.018409778284908234</c:v>
              </c:pt>
              <c:pt idx="88">
                <c:v>0.018409778284908234</c:v>
              </c:pt>
              <c:pt idx="89">
                <c:v>0.018409778284908234</c:v>
              </c:pt>
              <c:pt idx="90">
                <c:v>0.018409778284908234</c:v>
              </c:pt>
              <c:pt idx="91">
                <c:v>0.018409778284908234</c:v>
              </c:pt>
              <c:pt idx="92">
                <c:v>0.018409778284908234</c:v>
              </c:pt>
              <c:pt idx="93">
                <c:v>0.018409778284908234</c:v>
              </c:pt>
              <c:pt idx="94">
                <c:v>0.018409778284908234</c:v>
              </c:pt>
              <c:pt idx="95">
                <c:v>0.018409778284908234</c:v>
              </c:pt>
              <c:pt idx="96">
                <c:v>0.018409778284908234</c:v>
              </c:pt>
              <c:pt idx="97">
                <c:v>0.018409778284908234</c:v>
              </c:pt>
              <c:pt idx="98">
                <c:v>0.018409778284908234</c:v>
              </c:pt>
              <c:pt idx="99">
                <c:v>0.018409778284908234</c:v>
              </c:pt>
              <c:pt idx="100">
                <c:v>0.018409778284908234</c:v>
              </c:pt>
              <c:pt idx="101">
                <c:v>0.018409778284908234</c:v>
              </c:pt>
              <c:pt idx="102">
                <c:v>0.018409778284908234</c:v>
              </c:pt>
              <c:pt idx="103">
                <c:v>0.018409778284908234</c:v>
              </c:pt>
              <c:pt idx="104">
                <c:v>0.018409778284908234</c:v>
              </c:pt>
              <c:pt idx="105">
                <c:v>0.018409778284908234</c:v>
              </c:pt>
              <c:pt idx="106">
                <c:v>0.018409778284908234</c:v>
              </c:pt>
              <c:pt idx="107">
                <c:v>0.018409778284908234</c:v>
              </c:pt>
              <c:pt idx="108">
                <c:v>0.018409778284908234</c:v>
              </c:pt>
              <c:pt idx="109">
                <c:v>0.018409778284908234</c:v>
              </c:pt>
              <c:pt idx="110">
                <c:v>0.018409778284908234</c:v>
              </c:pt>
              <c:pt idx="111">
                <c:v>0.018409778284908234</c:v>
              </c:pt>
              <c:pt idx="112">
                <c:v>0.018409778284908234</c:v>
              </c:pt>
              <c:pt idx="113">
                <c:v>0.018409778284908234</c:v>
              </c:pt>
              <c:pt idx="114">
                <c:v>0.018409778284908234</c:v>
              </c:pt>
              <c:pt idx="115">
                <c:v>0.018409778284908234</c:v>
              </c:pt>
              <c:pt idx="116">
                <c:v>0.018409778284908234</c:v>
              </c:pt>
              <c:pt idx="117">
                <c:v>0.018409778284908234</c:v>
              </c:pt>
              <c:pt idx="118">
                <c:v>0.018409778284908234</c:v>
              </c:pt>
              <c:pt idx="119">
                <c:v>0.018409778284908234</c:v>
              </c:pt>
              <c:pt idx="120">
                <c:v>0.018409778284908234</c:v>
              </c:pt>
              <c:pt idx="121">
                <c:v>0.018409778284908234</c:v>
              </c:pt>
              <c:pt idx="122">
                <c:v>0.018409778284908234</c:v>
              </c:pt>
              <c:pt idx="123">
                <c:v>0.018409778284908234</c:v>
              </c:pt>
              <c:pt idx="124">
                <c:v>0.018409778284908234</c:v>
              </c:pt>
              <c:pt idx="125">
                <c:v>0.018409778284908234</c:v>
              </c:pt>
              <c:pt idx="126">
                <c:v>0.018409778284908234</c:v>
              </c:pt>
              <c:pt idx="127">
                <c:v>0.018409778284908234</c:v>
              </c:pt>
              <c:pt idx="128">
                <c:v>0.018409778284908234</c:v>
              </c:pt>
              <c:pt idx="129">
                <c:v>0.018409778284908234</c:v>
              </c:pt>
              <c:pt idx="130">
                <c:v>0.018409778284908234</c:v>
              </c:pt>
              <c:pt idx="131">
                <c:v>0.018409778284908234</c:v>
              </c:pt>
              <c:pt idx="132">
                <c:v>0.018409778284908234</c:v>
              </c:pt>
              <c:pt idx="133">
                <c:v>0.018409778284908234</c:v>
              </c:pt>
              <c:pt idx="134">
                <c:v>0.018409778284908234</c:v>
              </c:pt>
              <c:pt idx="135">
                <c:v>0.018409778284908234</c:v>
              </c:pt>
              <c:pt idx="136">
                <c:v>0.018409778284908234</c:v>
              </c:pt>
              <c:pt idx="137">
                <c:v>0.018409778284908234</c:v>
              </c:pt>
              <c:pt idx="138">
                <c:v>0.018409778284908234</c:v>
              </c:pt>
              <c:pt idx="139">
                <c:v>0.018409778284908234</c:v>
              </c:pt>
              <c:pt idx="140">
                <c:v>0.018409778284908234</c:v>
              </c:pt>
              <c:pt idx="141">
                <c:v>0.018409778284908234</c:v>
              </c:pt>
              <c:pt idx="142">
                <c:v>0.018409778284908234</c:v>
              </c:pt>
              <c:pt idx="143">
                <c:v>0.018409778284908234</c:v>
              </c:pt>
              <c:pt idx="144">
                <c:v>0.018409778284908234</c:v>
              </c:pt>
              <c:pt idx="145">
                <c:v>0.018409778284908234</c:v>
              </c:pt>
              <c:pt idx="146">
                <c:v>0.018409778284908234</c:v>
              </c:pt>
              <c:pt idx="147">
                <c:v>0.018409778284908234</c:v>
              </c:pt>
              <c:pt idx="148">
                <c:v>0.018409778284908234</c:v>
              </c:pt>
              <c:pt idx="149">
                <c:v>0.018409778284908234</c:v>
              </c:pt>
              <c:pt idx="150">
                <c:v>0.018409778284908234</c:v>
              </c:pt>
              <c:pt idx="151">
                <c:v>0.018409778284908234</c:v>
              </c:pt>
              <c:pt idx="152">
                <c:v>0.018409778284908234</c:v>
              </c:pt>
              <c:pt idx="153">
                <c:v>0.018409778284908234</c:v>
              </c:pt>
              <c:pt idx="154">
                <c:v>0.018409778284908234</c:v>
              </c:pt>
              <c:pt idx="155">
                <c:v>0.018409778284908234</c:v>
              </c:pt>
              <c:pt idx="156">
                <c:v>0.018409778284908234</c:v>
              </c:pt>
              <c:pt idx="157">
                <c:v>0.018409778284908234</c:v>
              </c:pt>
              <c:pt idx="158">
                <c:v>0.018409778284908234</c:v>
              </c:pt>
              <c:pt idx="159">
                <c:v>0.018409778284908234</c:v>
              </c:pt>
              <c:pt idx="160">
                <c:v>0.018409778284908234</c:v>
              </c:pt>
              <c:pt idx="161">
                <c:v>0.018409778284908234</c:v>
              </c:pt>
              <c:pt idx="162">
                <c:v>0.018409778284908234</c:v>
              </c:pt>
              <c:pt idx="163">
                <c:v>0.018409778284908234</c:v>
              </c:pt>
              <c:pt idx="164">
                <c:v>0.018409778284908234</c:v>
              </c:pt>
              <c:pt idx="165">
                <c:v>0.018409778284908234</c:v>
              </c:pt>
              <c:pt idx="166">
                <c:v>0.018409778284908234</c:v>
              </c:pt>
              <c:pt idx="167">
                <c:v>0.018409778284908234</c:v>
              </c:pt>
              <c:pt idx="168">
                <c:v>0.018409778284908234</c:v>
              </c:pt>
              <c:pt idx="169">
                <c:v>0.018409778284908234</c:v>
              </c:pt>
              <c:pt idx="170">
                <c:v>0.018409778284908234</c:v>
              </c:pt>
              <c:pt idx="171">
                <c:v>0.018409778284908234</c:v>
              </c:pt>
              <c:pt idx="172">
                <c:v>0.018409778284908234</c:v>
              </c:pt>
              <c:pt idx="173">
                <c:v>0.018409778284908234</c:v>
              </c:pt>
              <c:pt idx="174">
                <c:v>0.018409778284908234</c:v>
              </c:pt>
              <c:pt idx="175">
                <c:v>0.018409778284908234</c:v>
              </c:pt>
              <c:pt idx="176">
                <c:v>0.018409778284908234</c:v>
              </c:pt>
              <c:pt idx="177">
                <c:v>0.018409778284908234</c:v>
              </c:pt>
              <c:pt idx="178">
                <c:v>0.018409778284908234</c:v>
              </c:pt>
              <c:pt idx="179">
                <c:v>0.018409778284908234</c:v>
              </c:pt>
              <c:pt idx="180">
                <c:v>0.018409778284908234</c:v>
              </c:pt>
              <c:pt idx="181">
                <c:v>0.018409778284908234</c:v>
              </c:pt>
              <c:pt idx="182">
                <c:v>0.018409778284908234</c:v>
              </c:pt>
              <c:pt idx="183">
                <c:v>0.018409778284908234</c:v>
              </c:pt>
              <c:pt idx="184">
                <c:v>0.018409778284908234</c:v>
              </c:pt>
              <c:pt idx="185">
                <c:v>0.018409778284908234</c:v>
              </c:pt>
              <c:pt idx="186">
                <c:v>0.018409778284908234</c:v>
              </c:pt>
              <c:pt idx="187">
                <c:v>0.018409778284908234</c:v>
              </c:pt>
              <c:pt idx="188">
                <c:v>0.018409778284908234</c:v>
              </c:pt>
              <c:pt idx="189">
                <c:v>0.018409778284908234</c:v>
              </c:pt>
              <c:pt idx="190">
                <c:v>0.018409778284908234</c:v>
              </c:pt>
              <c:pt idx="191">
                <c:v>0.018409778284908234</c:v>
              </c:pt>
              <c:pt idx="192">
                <c:v>0.018409778284908234</c:v>
              </c:pt>
              <c:pt idx="193">
                <c:v>0.018409778284908234</c:v>
              </c:pt>
              <c:pt idx="194">
                <c:v>0.018409778284908234</c:v>
              </c:pt>
              <c:pt idx="195">
                <c:v>0.018409778284908234</c:v>
              </c:pt>
              <c:pt idx="196">
                <c:v>0.018409778284908234</c:v>
              </c:pt>
              <c:pt idx="197">
                <c:v>0.018409778284908234</c:v>
              </c:pt>
              <c:pt idx="198">
                <c:v>0.018409778284908234</c:v>
              </c:pt>
              <c:pt idx="199">
                <c:v>0.018409778284908234</c:v>
              </c:pt>
              <c:pt idx="200">
                <c:v>0.018409778284908234</c:v>
              </c:pt>
              <c:pt idx="201">
                <c:v>0.018409778284908234</c:v>
              </c:pt>
              <c:pt idx="202">
                <c:v>0.018409778284908234</c:v>
              </c:pt>
              <c:pt idx="203">
                <c:v>0.018409778284908234</c:v>
              </c:pt>
              <c:pt idx="204">
                <c:v>0.018409778284908234</c:v>
              </c:pt>
              <c:pt idx="205">
                <c:v>0.018409778284908234</c:v>
              </c:pt>
              <c:pt idx="206">
                <c:v>0.018409778284908234</c:v>
              </c:pt>
              <c:pt idx="207">
                <c:v>0.018409778284908234</c:v>
              </c:pt>
              <c:pt idx="208">
                <c:v>0.018409778284908234</c:v>
              </c:pt>
              <c:pt idx="209">
                <c:v>0.018409778284908234</c:v>
              </c:pt>
              <c:pt idx="210">
                <c:v>0.018409778284908234</c:v>
              </c:pt>
              <c:pt idx="211">
                <c:v>0.018409778284908234</c:v>
              </c:pt>
              <c:pt idx="212">
                <c:v>0.018409778284908234</c:v>
              </c:pt>
              <c:pt idx="213">
                <c:v>0.018409778284908234</c:v>
              </c:pt>
              <c:pt idx="214">
                <c:v>0.018409778284908234</c:v>
              </c:pt>
              <c:pt idx="215">
                <c:v>0.018409778284908234</c:v>
              </c:pt>
              <c:pt idx="216">
                <c:v>0.018409778284908234</c:v>
              </c:pt>
              <c:pt idx="217">
                <c:v>0.018409778284908234</c:v>
              </c:pt>
              <c:pt idx="218">
                <c:v>0.018409778284908234</c:v>
              </c:pt>
              <c:pt idx="219">
                <c:v>0.018409778284908234</c:v>
              </c:pt>
              <c:pt idx="220">
                <c:v>0.018409778284908234</c:v>
              </c:pt>
              <c:pt idx="221">
                <c:v>0.018409778284908234</c:v>
              </c:pt>
              <c:pt idx="222">
                <c:v>0.018409778284908234</c:v>
              </c:pt>
              <c:pt idx="223">
                <c:v>0.018409778284908234</c:v>
              </c:pt>
              <c:pt idx="224">
                <c:v>0.018409778284908234</c:v>
              </c:pt>
              <c:pt idx="225">
                <c:v>0.018409778284908234</c:v>
              </c:pt>
              <c:pt idx="226">
                <c:v>0.018409778284908234</c:v>
              </c:pt>
              <c:pt idx="227">
                <c:v>0.018409778284908234</c:v>
              </c:pt>
              <c:pt idx="228">
                <c:v>0.018409778284908234</c:v>
              </c:pt>
              <c:pt idx="229">
                <c:v>0.018409778284908234</c:v>
              </c:pt>
              <c:pt idx="230">
                <c:v>0.018409778284908234</c:v>
              </c:pt>
              <c:pt idx="231">
                <c:v>0.018409778284908234</c:v>
              </c:pt>
              <c:pt idx="232">
                <c:v>0.018409778284908234</c:v>
              </c:pt>
              <c:pt idx="233">
                <c:v>0.018409778284908234</c:v>
              </c:pt>
              <c:pt idx="234">
                <c:v>0.018409778284908234</c:v>
              </c:pt>
              <c:pt idx="235">
                <c:v>0.018409778284908234</c:v>
              </c:pt>
              <c:pt idx="236">
                <c:v>0.018409778284908234</c:v>
              </c:pt>
              <c:pt idx="237">
                <c:v>0.018409778284908234</c:v>
              </c:pt>
              <c:pt idx="238">
                <c:v>0.018409778284908234</c:v>
              </c:pt>
              <c:pt idx="239">
                <c:v>0.018409778284908234</c:v>
              </c:pt>
              <c:pt idx="240">
                <c:v>0.018409778284908234</c:v>
              </c:pt>
              <c:pt idx="241">
                <c:v>0.018409778284908234</c:v>
              </c:pt>
              <c:pt idx="242">
                <c:v>0.018409778284908234</c:v>
              </c:pt>
              <c:pt idx="243">
                <c:v>0.018409778284908234</c:v>
              </c:pt>
              <c:pt idx="244">
                <c:v>0.018409778284908234</c:v>
              </c:pt>
              <c:pt idx="245">
                <c:v>0.018409778284908234</c:v>
              </c:pt>
              <c:pt idx="246">
                <c:v>0.018409778284908234</c:v>
              </c:pt>
              <c:pt idx="247">
                <c:v>0.018409778284908234</c:v>
              </c:pt>
              <c:pt idx="248">
                <c:v>0.018409778284908234</c:v>
              </c:pt>
              <c:pt idx="249">
                <c:v>0.018409778284908234</c:v>
              </c:pt>
              <c:pt idx="250">
                <c:v>0.018409778284908234</c:v>
              </c:pt>
              <c:pt idx="251">
                <c:v>0.018409778284908234</c:v>
              </c:pt>
              <c:pt idx="252">
                <c:v>0.018409778284908234</c:v>
              </c:pt>
              <c:pt idx="253">
                <c:v>0.018409778284908234</c:v>
              </c:pt>
              <c:pt idx="254">
                <c:v>0.018409778284908234</c:v>
              </c:pt>
              <c:pt idx="255">
                <c:v>0.018409778284908234</c:v>
              </c:pt>
              <c:pt idx="256">
                <c:v>0.018409778284908234</c:v>
              </c:pt>
              <c:pt idx="257">
                <c:v>0.018409778284908234</c:v>
              </c:pt>
              <c:pt idx="258">
                <c:v>0.018409778284908234</c:v>
              </c:pt>
              <c:pt idx="259">
                <c:v>0.018409778284908234</c:v>
              </c:pt>
              <c:pt idx="260">
                <c:v>0.018409778284908234</c:v>
              </c:pt>
              <c:pt idx="261">
                <c:v>0.018409778284908234</c:v>
              </c:pt>
              <c:pt idx="262">
                <c:v>0.018409778284908234</c:v>
              </c:pt>
              <c:pt idx="263">
                <c:v>0.018409778284908234</c:v>
              </c:pt>
              <c:pt idx="264">
                <c:v>0.018409778284908234</c:v>
              </c:pt>
              <c:pt idx="265">
                <c:v>0.018409778284908234</c:v>
              </c:pt>
              <c:pt idx="266">
                <c:v>0.018409778284908234</c:v>
              </c:pt>
              <c:pt idx="267">
                <c:v>0.018409778284908234</c:v>
              </c:pt>
              <c:pt idx="268">
                <c:v>0.018409778284908234</c:v>
              </c:pt>
              <c:pt idx="269">
                <c:v>0.018409778284908234</c:v>
              </c:pt>
              <c:pt idx="270">
                <c:v>0.018409778284908234</c:v>
              </c:pt>
              <c:pt idx="271">
                <c:v>0.018409778284908234</c:v>
              </c:pt>
              <c:pt idx="272">
                <c:v>0.018409778284908234</c:v>
              </c:pt>
              <c:pt idx="273">
                <c:v>0.018409778284908234</c:v>
              </c:pt>
              <c:pt idx="274">
                <c:v>0.018409778284908234</c:v>
              </c:pt>
              <c:pt idx="275">
                <c:v>0.018409778284908234</c:v>
              </c:pt>
              <c:pt idx="276">
                <c:v>0.018409778284908234</c:v>
              </c:pt>
              <c:pt idx="277">
                <c:v>0.018409778284908234</c:v>
              </c:pt>
              <c:pt idx="278">
                <c:v>0.018409778284908234</c:v>
              </c:pt>
              <c:pt idx="279">
                <c:v>0.018409778284908234</c:v>
              </c:pt>
              <c:pt idx="280">
                <c:v>0.018409778284908234</c:v>
              </c:pt>
              <c:pt idx="281">
                <c:v>0.018409778284908234</c:v>
              </c:pt>
              <c:pt idx="282">
                <c:v>0.018409778284908234</c:v>
              </c:pt>
              <c:pt idx="283">
                <c:v>0.018409778284908234</c:v>
              </c:pt>
              <c:pt idx="284">
                <c:v>0.018409778284908234</c:v>
              </c:pt>
              <c:pt idx="285">
                <c:v>0.018409778284908234</c:v>
              </c:pt>
              <c:pt idx="286">
                <c:v>0.018409778284908234</c:v>
              </c:pt>
              <c:pt idx="287">
                <c:v>0.018409778284908234</c:v>
              </c:pt>
              <c:pt idx="288">
                <c:v>0.018409778284908234</c:v>
              </c:pt>
              <c:pt idx="289">
                <c:v>0.018409778284908234</c:v>
              </c:pt>
              <c:pt idx="290">
                <c:v>0.018409778284908234</c:v>
              </c:pt>
              <c:pt idx="291">
                <c:v>0.018409778284908234</c:v>
              </c:pt>
              <c:pt idx="292">
                <c:v>0.018409778284908234</c:v>
              </c:pt>
              <c:pt idx="293">
                <c:v>0.018409778284908234</c:v>
              </c:pt>
              <c:pt idx="294">
                <c:v>0.018409778284908234</c:v>
              </c:pt>
              <c:pt idx="295">
                <c:v>0.018409778284908234</c:v>
              </c:pt>
              <c:pt idx="296">
                <c:v>0.018409778284908234</c:v>
              </c:pt>
              <c:pt idx="297">
                <c:v>0.018409778284908234</c:v>
              </c:pt>
              <c:pt idx="298">
                <c:v>0.018409778284908234</c:v>
              </c:pt>
              <c:pt idx="299">
                <c:v>0.018409778284908234</c:v>
              </c:pt>
              <c:pt idx="300">
                <c:v>0.018409778284908234</c:v>
              </c:pt>
              <c:pt idx="301">
                <c:v>0.018409778284908234</c:v>
              </c:pt>
              <c:pt idx="302">
                <c:v>0.018409778284908234</c:v>
              </c:pt>
              <c:pt idx="303">
                <c:v>0.018409778284908234</c:v>
              </c:pt>
              <c:pt idx="304">
                <c:v>0.018409778284908234</c:v>
              </c:pt>
              <c:pt idx="305">
                <c:v>0.018409778284908234</c:v>
              </c:pt>
              <c:pt idx="306">
                <c:v>0.018409778284908234</c:v>
              </c:pt>
              <c:pt idx="307">
                <c:v>0.018409778284908234</c:v>
              </c:pt>
              <c:pt idx="308">
                <c:v>0.018409778284908234</c:v>
              </c:pt>
              <c:pt idx="309">
                <c:v>0.018409778284908234</c:v>
              </c:pt>
              <c:pt idx="310">
                <c:v>0.018409778284908234</c:v>
              </c:pt>
              <c:pt idx="311">
                <c:v>0.018409778284908234</c:v>
              </c:pt>
              <c:pt idx="312">
                <c:v>0.018409778284908234</c:v>
              </c:pt>
              <c:pt idx="313">
                <c:v>0.018409778284908234</c:v>
              </c:pt>
              <c:pt idx="314">
                <c:v>0.018409778284908234</c:v>
              </c:pt>
              <c:pt idx="315">
                <c:v>0.018409778284908234</c:v>
              </c:pt>
              <c:pt idx="316">
                <c:v>0.018409778284908234</c:v>
              </c:pt>
              <c:pt idx="317">
                <c:v>0.018409778284908234</c:v>
              </c:pt>
              <c:pt idx="318">
                <c:v>0.018409778284908234</c:v>
              </c:pt>
              <c:pt idx="319">
                <c:v>0.018409778284908234</c:v>
              </c:pt>
              <c:pt idx="320">
                <c:v>0.018409778284908234</c:v>
              </c:pt>
              <c:pt idx="321">
                <c:v>0.018409778284908234</c:v>
              </c:pt>
              <c:pt idx="322">
                <c:v>0.018409778284908234</c:v>
              </c:pt>
              <c:pt idx="323">
                <c:v>0.018409778284908234</c:v>
              </c:pt>
            </c:numLit>
          </c:yVal>
          <c:smooth val="0"/>
        </c:ser>
        <c:ser>
          <c:idx val="5"/>
          <c:order val="5"/>
          <c:tx>
            <c:v>Same-order filling improvement</c:v>
          </c:tx>
          <c:spPr>
            <a:noFill xmlns:a="http://schemas.openxmlformats.org/drawingml/2006/main"/>
            <a:ln xmlns:a="http://schemas.openxmlformats.org/drawingml/2006/main" w="7620">
              <a:solidFill>
                <a:srgbClr val="009E73"/>
              </a:solidFill>
              <a:prstDash val="solid"/>
            </a:ln>
          </c:spPr>
          <c:marker>
            <c:symbol val="none"/>
            <c:size val="7"/>
            <c:spPr>
              <a:solidFill xmlns:a="http://schemas.openxmlformats.org/drawingml/2006/main">
                <a:srgbClr val="009E73"/>
              </a:solidFill>
            </c:spPr>
          </c:marker>
          <c:xVal>
            <c:numLit>
              <c:formatCode>General</c:formatCode>
              <c:ptCount val="324"/>
              <c:pt idx="0">
                <c:v>33.555199555944284</c:v>
              </c:pt>
              <c:pt idx="1">
                <c:v>33.58694481805558</c:v>
              </c:pt>
              <c:pt idx="2">
                <c:v>33.58694481805558</c:v>
              </c:pt>
              <c:pt idx="3">
                <c:v>33.58694481805558</c:v>
              </c:pt>
              <c:pt idx="4">
                <c:v>33.58694481805558</c:v>
              </c:pt>
              <c:pt idx="5">
                <c:v>33.58694481805558</c:v>
              </c:pt>
              <c:pt idx="6">
                <c:v>33.58694481805558</c:v>
              </c:pt>
              <c:pt idx="7">
                <c:v>33.58694481805558</c:v>
              </c:pt>
              <c:pt idx="8">
                <c:v>33.58694481805558</c:v>
              </c:pt>
              <c:pt idx="9">
                <c:v>33.58694481805558</c:v>
              </c:pt>
              <c:pt idx="10">
                <c:v>33.58694481805558</c:v>
              </c:pt>
              <c:pt idx="11">
                <c:v>33.58694481805558</c:v>
              </c:pt>
              <c:pt idx="12">
                <c:v>33.58694481805558</c:v>
              </c:pt>
              <c:pt idx="13">
                <c:v>33.58694481805558</c:v>
              </c:pt>
              <c:pt idx="14">
                <c:v>33.58694481805558</c:v>
              </c:pt>
              <c:pt idx="15">
                <c:v>33.58694481805558</c:v>
              </c:pt>
              <c:pt idx="16">
                <c:v>33.58694481805558</c:v>
              </c:pt>
              <c:pt idx="17">
                <c:v>33.58694481805558</c:v>
              </c:pt>
              <c:pt idx="18">
                <c:v>33.58694481805558</c:v>
              </c:pt>
              <c:pt idx="19">
                <c:v>33.58694481805558</c:v>
              </c:pt>
              <c:pt idx="20">
                <c:v>33.58694481805558</c:v>
              </c:pt>
              <c:pt idx="21">
                <c:v>33.58694481805558</c:v>
              </c:pt>
              <c:pt idx="22">
                <c:v>33.58694481805558</c:v>
              </c:pt>
              <c:pt idx="23">
                <c:v>33.58694481805558</c:v>
              </c:pt>
              <c:pt idx="24">
                <c:v>33.58694481805558</c:v>
              </c:pt>
              <c:pt idx="25">
                <c:v>33.58694481805558</c:v>
              </c:pt>
              <c:pt idx="26">
                <c:v>33.58694481805558</c:v>
              </c:pt>
              <c:pt idx="27">
                <c:v>33.58694481805558</c:v>
              </c:pt>
              <c:pt idx="28">
                <c:v>33.58694481805558</c:v>
              </c:pt>
              <c:pt idx="29">
                <c:v>33.58694481805558</c:v>
              </c:pt>
              <c:pt idx="30">
                <c:v>33.58694481805558</c:v>
              </c:pt>
              <c:pt idx="31">
                <c:v>33.58694481805558</c:v>
              </c:pt>
              <c:pt idx="32">
                <c:v>33.58694481805558</c:v>
              </c:pt>
              <c:pt idx="33">
                <c:v>33.58694481805558</c:v>
              </c:pt>
              <c:pt idx="34">
                <c:v>33.58694481805558</c:v>
              </c:pt>
              <c:pt idx="35">
                <c:v>33.58694481805558</c:v>
              </c:pt>
              <c:pt idx="36">
                <c:v>33.58694481805558</c:v>
              </c:pt>
              <c:pt idx="37">
                <c:v>33.58694481805558</c:v>
              </c:pt>
              <c:pt idx="38">
                <c:v>33.58694481805558</c:v>
              </c:pt>
              <c:pt idx="39">
                <c:v>33.58694481805558</c:v>
              </c:pt>
              <c:pt idx="40">
                <c:v>33.58694481805558</c:v>
              </c:pt>
              <c:pt idx="41">
                <c:v>33.58694481805558</c:v>
              </c:pt>
              <c:pt idx="42">
                <c:v>33.58694481805558</c:v>
              </c:pt>
              <c:pt idx="43">
                <c:v>33.58694481805558</c:v>
              </c:pt>
              <c:pt idx="44">
                <c:v>33.58694481805558</c:v>
              </c:pt>
              <c:pt idx="45">
                <c:v>33.58694481805558</c:v>
              </c:pt>
              <c:pt idx="46">
                <c:v>33.58694481805558</c:v>
              </c:pt>
              <c:pt idx="47">
                <c:v>33.58694481805558</c:v>
              </c:pt>
              <c:pt idx="48">
                <c:v>33.58694481805558</c:v>
              </c:pt>
              <c:pt idx="49">
                <c:v>33.58694481805558</c:v>
              </c:pt>
              <c:pt idx="50">
                <c:v>33.58694481805558</c:v>
              </c:pt>
              <c:pt idx="51">
                <c:v>33.58694481805558</c:v>
              </c:pt>
              <c:pt idx="52">
                <c:v>33.58694481805558</c:v>
              </c:pt>
              <c:pt idx="53">
                <c:v>33.58694481805558</c:v>
              </c:pt>
              <c:pt idx="54">
                <c:v>33.58694481805558</c:v>
              </c:pt>
              <c:pt idx="55">
                <c:v>33.58694481805558</c:v>
              </c:pt>
              <c:pt idx="56">
                <c:v>33.58694481805558</c:v>
              </c:pt>
              <c:pt idx="57">
                <c:v>33.58694481805558</c:v>
              </c:pt>
              <c:pt idx="58">
                <c:v>33.58694481805558</c:v>
              </c:pt>
              <c:pt idx="59">
                <c:v>33.58694481805558</c:v>
              </c:pt>
              <c:pt idx="60">
                <c:v>33.58694481805558</c:v>
              </c:pt>
              <c:pt idx="61">
                <c:v>33.58694481805558</c:v>
              </c:pt>
              <c:pt idx="62">
                <c:v>33.58694481805558</c:v>
              </c:pt>
              <c:pt idx="63">
                <c:v>33.58694481805558</c:v>
              </c:pt>
              <c:pt idx="64">
                <c:v>33.58694481805558</c:v>
              </c:pt>
              <c:pt idx="65">
                <c:v>33.58694481805558</c:v>
              </c:pt>
              <c:pt idx="66">
                <c:v>33.58694481805558</c:v>
              </c:pt>
              <c:pt idx="67">
                <c:v>33.58694481805558</c:v>
              </c:pt>
              <c:pt idx="68">
                <c:v>33.58694481805558</c:v>
              </c:pt>
              <c:pt idx="69">
                <c:v>33.58694481805558</c:v>
              </c:pt>
              <c:pt idx="70">
                <c:v>33.58694481805558</c:v>
              </c:pt>
              <c:pt idx="71">
                <c:v>33.58694481805558</c:v>
              </c:pt>
              <c:pt idx="72">
                <c:v>33.58694481805558</c:v>
              </c:pt>
              <c:pt idx="73">
                <c:v>33.58694481805558</c:v>
              </c:pt>
              <c:pt idx="74">
                <c:v>33.58694481805558</c:v>
              </c:pt>
              <c:pt idx="75">
                <c:v>33.58694481805558</c:v>
              </c:pt>
              <c:pt idx="76">
                <c:v>33.58694481805558</c:v>
              </c:pt>
              <c:pt idx="77">
                <c:v>33.58694481805558</c:v>
              </c:pt>
              <c:pt idx="78">
                <c:v>33.58694481805558</c:v>
              </c:pt>
              <c:pt idx="79">
                <c:v>33.58694481805558</c:v>
              </c:pt>
              <c:pt idx="80">
                <c:v>33.58694481805558</c:v>
              </c:pt>
              <c:pt idx="81">
                <c:v>33.58694481805558</c:v>
              </c:pt>
              <c:pt idx="82">
                <c:v>33.58694481805558</c:v>
              </c:pt>
              <c:pt idx="83">
                <c:v>33.58694481805558</c:v>
              </c:pt>
              <c:pt idx="84">
                <c:v>33.58694481805558</c:v>
              </c:pt>
              <c:pt idx="85">
                <c:v>33.58694481805558</c:v>
              </c:pt>
              <c:pt idx="86">
                <c:v>33.58694481805558</c:v>
              </c:pt>
              <c:pt idx="87">
                <c:v>33.58694481805558</c:v>
              </c:pt>
              <c:pt idx="88">
                <c:v>33.58694481805558</c:v>
              </c:pt>
              <c:pt idx="89">
                <c:v>33.58694481805558</c:v>
              </c:pt>
              <c:pt idx="90">
                <c:v>33.58694481805558</c:v>
              </c:pt>
              <c:pt idx="91">
                <c:v>33.58694481805558</c:v>
              </c:pt>
              <c:pt idx="92">
                <c:v>33.58694481805558</c:v>
              </c:pt>
              <c:pt idx="93">
                <c:v>33.58694481805558</c:v>
              </c:pt>
              <c:pt idx="94">
                <c:v>33.58694481805558</c:v>
              </c:pt>
              <c:pt idx="95">
                <c:v>33.58694481805558</c:v>
              </c:pt>
              <c:pt idx="96">
                <c:v>33.58694481805558</c:v>
              </c:pt>
              <c:pt idx="97">
                <c:v>33.58694481805558</c:v>
              </c:pt>
              <c:pt idx="98">
                <c:v>33.58694481805558</c:v>
              </c:pt>
              <c:pt idx="99">
                <c:v>33.58694481805558</c:v>
              </c:pt>
              <c:pt idx="100">
                <c:v>33.58694481805558</c:v>
              </c:pt>
              <c:pt idx="101">
                <c:v>33.58694481805558</c:v>
              </c:pt>
              <c:pt idx="102">
                <c:v>33.58694481805558</c:v>
              </c:pt>
              <c:pt idx="103">
                <c:v>33.58694481805558</c:v>
              </c:pt>
              <c:pt idx="104">
                <c:v>33.58694481805558</c:v>
              </c:pt>
              <c:pt idx="105">
                <c:v>33.58694481805558</c:v>
              </c:pt>
              <c:pt idx="106">
                <c:v>33.58694481805558</c:v>
              </c:pt>
              <c:pt idx="107">
                <c:v>33.58694481805558</c:v>
              </c:pt>
              <c:pt idx="108">
                <c:v>33.58694481805558</c:v>
              </c:pt>
              <c:pt idx="109">
                <c:v>33.58694481805558</c:v>
              </c:pt>
              <c:pt idx="110">
                <c:v>33.58694481805558</c:v>
              </c:pt>
              <c:pt idx="111">
                <c:v>33.58694481805558</c:v>
              </c:pt>
              <c:pt idx="112">
                <c:v>33.58694481805558</c:v>
              </c:pt>
              <c:pt idx="113">
                <c:v>33.58694481805558</c:v>
              </c:pt>
              <c:pt idx="114">
                <c:v>33.58694481805558</c:v>
              </c:pt>
              <c:pt idx="115">
                <c:v>33.58694481805558</c:v>
              </c:pt>
              <c:pt idx="116">
                <c:v>33.58694481805558</c:v>
              </c:pt>
              <c:pt idx="117">
                <c:v>33.58694481805558</c:v>
              </c:pt>
              <c:pt idx="118">
                <c:v>33.58694481805558</c:v>
              </c:pt>
              <c:pt idx="119">
                <c:v>33.58694481805558</c:v>
              </c:pt>
              <c:pt idx="120">
                <c:v>33.58694481805558</c:v>
              </c:pt>
              <c:pt idx="121">
                <c:v>33.58694481805558</c:v>
              </c:pt>
              <c:pt idx="122">
                <c:v>33.58694481805558</c:v>
              </c:pt>
              <c:pt idx="123">
                <c:v>33.58694481805558</c:v>
              </c:pt>
              <c:pt idx="124">
                <c:v>33.58694481805558</c:v>
              </c:pt>
              <c:pt idx="125">
                <c:v>33.58694481805558</c:v>
              </c:pt>
              <c:pt idx="126">
                <c:v>33.58694481805558</c:v>
              </c:pt>
              <c:pt idx="127">
                <c:v>33.58694481805558</c:v>
              </c:pt>
              <c:pt idx="128">
                <c:v>33.58694481805558</c:v>
              </c:pt>
              <c:pt idx="129">
                <c:v>33.58694481805558</c:v>
              </c:pt>
              <c:pt idx="130">
                <c:v>33.58694481805558</c:v>
              </c:pt>
              <c:pt idx="131">
                <c:v>33.58694481805558</c:v>
              </c:pt>
              <c:pt idx="132">
                <c:v>33.58694481805558</c:v>
              </c:pt>
              <c:pt idx="133">
                <c:v>33.58694481805558</c:v>
              </c:pt>
              <c:pt idx="134">
                <c:v>33.58694481805558</c:v>
              </c:pt>
              <c:pt idx="135">
                <c:v>33.58694481805558</c:v>
              </c:pt>
              <c:pt idx="136">
                <c:v>33.58694481805558</c:v>
              </c:pt>
              <c:pt idx="137">
                <c:v>33.58694481805558</c:v>
              </c:pt>
              <c:pt idx="138">
                <c:v>33.58694481805558</c:v>
              </c:pt>
              <c:pt idx="139">
                <c:v>33.58694481805558</c:v>
              </c:pt>
              <c:pt idx="140">
                <c:v>33.58694481805558</c:v>
              </c:pt>
              <c:pt idx="141">
                <c:v>33.58694481805558</c:v>
              </c:pt>
              <c:pt idx="142">
                <c:v>33.58694481805558</c:v>
              </c:pt>
              <c:pt idx="143">
                <c:v>33.58694481805558</c:v>
              </c:pt>
              <c:pt idx="144">
                <c:v>33.58694481805558</c:v>
              </c:pt>
              <c:pt idx="145">
                <c:v>33.58694481805558</c:v>
              </c:pt>
              <c:pt idx="146">
                <c:v>33.58694481805558</c:v>
              </c:pt>
              <c:pt idx="147">
                <c:v>33.58694481805558</c:v>
              </c:pt>
              <c:pt idx="148">
                <c:v>33.58694481805558</c:v>
              </c:pt>
              <c:pt idx="149">
                <c:v>33.58694481805558</c:v>
              </c:pt>
              <c:pt idx="150">
                <c:v>33.58694481805558</c:v>
              </c:pt>
              <c:pt idx="151">
                <c:v>33.58694481805558</c:v>
              </c:pt>
              <c:pt idx="152">
                <c:v>33.58694481805558</c:v>
              </c:pt>
              <c:pt idx="153">
                <c:v>33.58694481805558</c:v>
              </c:pt>
              <c:pt idx="154">
                <c:v>33.58694481805558</c:v>
              </c:pt>
              <c:pt idx="155">
                <c:v>33.58694481805558</c:v>
              </c:pt>
              <c:pt idx="156">
                <c:v>33.58694481805558</c:v>
              </c:pt>
              <c:pt idx="157">
                <c:v>33.58694481805558</c:v>
              </c:pt>
              <c:pt idx="158">
                <c:v>33.58694481805558</c:v>
              </c:pt>
              <c:pt idx="159">
                <c:v>33.58694481805558</c:v>
              </c:pt>
              <c:pt idx="160">
                <c:v>33.58694481805558</c:v>
              </c:pt>
              <c:pt idx="161">
                <c:v>33.58694481805558</c:v>
              </c:pt>
              <c:pt idx="162">
                <c:v>33.58694481805558</c:v>
              </c:pt>
              <c:pt idx="163">
                <c:v>33.58694481805558</c:v>
              </c:pt>
              <c:pt idx="164">
                <c:v>33.58694481805558</c:v>
              </c:pt>
              <c:pt idx="165">
                <c:v>33.58694481805558</c:v>
              </c:pt>
              <c:pt idx="166">
                <c:v>33.58694481805558</c:v>
              </c:pt>
              <c:pt idx="167">
                <c:v>33.58694481805558</c:v>
              </c:pt>
              <c:pt idx="168">
                <c:v>33.58694481805558</c:v>
              </c:pt>
              <c:pt idx="169">
                <c:v>33.58694481805558</c:v>
              </c:pt>
              <c:pt idx="170">
                <c:v>33.58694481805558</c:v>
              </c:pt>
              <c:pt idx="171">
                <c:v>33.58694481805558</c:v>
              </c:pt>
              <c:pt idx="172">
                <c:v>33.58694481805558</c:v>
              </c:pt>
              <c:pt idx="173">
                <c:v>33.58694481805558</c:v>
              </c:pt>
              <c:pt idx="174">
                <c:v>33.58694481805558</c:v>
              </c:pt>
              <c:pt idx="175">
                <c:v>33.58694481805558</c:v>
              </c:pt>
              <c:pt idx="176">
                <c:v>33.58694481805558</c:v>
              </c:pt>
              <c:pt idx="177">
                <c:v>33.58694481805558</c:v>
              </c:pt>
              <c:pt idx="178">
                <c:v>33.58694481805558</c:v>
              </c:pt>
              <c:pt idx="179">
                <c:v>33.58694481805558</c:v>
              </c:pt>
              <c:pt idx="180">
                <c:v>33.58694481805558</c:v>
              </c:pt>
              <c:pt idx="181">
                <c:v>33.58694481805558</c:v>
              </c:pt>
              <c:pt idx="182">
                <c:v>33.58694481805558</c:v>
              </c:pt>
              <c:pt idx="183">
                <c:v>33.58694481805558</c:v>
              </c:pt>
              <c:pt idx="184">
                <c:v>33.58694481805558</c:v>
              </c:pt>
              <c:pt idx="185">
                <c:v>33.58694481805558</c:v>
              </c:pt>
              <c:pt idx="186">
                <c:v>33.58694481805558</c:v>
              </c:pt>
              <c:pt idx="187">
                <c:v>33.58694481805558</c:v>
              </c:pt>
              <c:pt idx="188">
                <c:v>33.58694481805558</c:v>
              </c:pt>
              <c:pt idx="189">
                <c:v>33.58694481805558</c:v>
              </c:pt>
              <c:pt idx="190">
                <c:v>33.58694481805558</c:v>
              </c:pt>
              <c:pt idx="191">
                <c:v>33.58694481805558</c:v>
              </c:pt>
              <c:pt idx="192">
                <c:v>33.58694481805558</c:v>
              </c:pt>
              <c:pt idx="193">
                <c:v>33.58694481805558</c:v>
              </c:pt>
              <c:pt idx="194">
                <c:v>33.58694481805558</c:v>
              </c:pt>
              <c:pt idx="195">
                <c:v>33.58694481805558</c:v>
              </c:pt>
              <c:pt idx="196">
                <c:v>33.58694481805558</c:v>
              </c:pt>
              <c:pt idx="197">
                <c:v>33.58694481805558</c:v>
              </c:pt>
              <c:pt idx="198">
                <c:v>33.58694481805558</c:v>
              </c:pt>
              <c:pt idx="199">
                <c:v>33.58694481805558</c:v>
              </c:pt>
              <c:pt idx="200">
                <c:v>33.58694481805558</c:v>
              </c:pt>
              <c:pt idx="201">
                <c:v>33.58694481805558</c:v>
              </c:pt>
              <c:pt idx="202">
                <c:v>33.58694481805558</c:v>
              </c:pt>
              <c:pt idx="203">
                <c:v>33.58694481805558</c:v>
              </c:pt>
              <c:pt idx="204">
                <c:v>33.58694481805558</c:v>
              </c:pt>
              <c:pt idx="205">
                <c:v>33.58694481805558</c:v>
              </c:pt>
              <c:pt idx="206">
                <c:v>33.58694481805558</c:v>
              </c:pt>
              <c:pt idx="207">
                <c:v>33.58694481805558</c:v>
              </c:pt>
              <c:pt idx="208">
                <c:v>33.58694481805558</c:v>
              </c:pt>
              <c:pt idx="209">
                <c:v>33.58694481805558</c:v>
              </c:pt>
              <c:pt idx="210">
                <c:v>33.58694481805558</c:v>
              </c:pt>
              <c:pt idx="211">
                <c:v>33.58694481805558</c:v>
              </c:pt>
              <c:pt idx="212">
                <c:v>33.58694481805558</c:v>
              </c:pt>
              <c:pt idx="213">
                <c:v>33.58694481805558</c:v>
              </c:pt>
              <c:pt idx="214">
                <c:v>33.58694481805558</c:v>
              </c:pt>
              <c:pt idx="215">
                <c:v>33.58694481805558</c:v>
              </c:pt>
              <c:pt idx="216">
                <c:v>33.58694481805558</c:v>
              </c:pt>
              <c:pt idx="217">
                <c:v>33.58694481805558</c:v>
              </c:pt>
              <c:pt idx="218">
                <c:v>33.58694481805558</c:v>
              </c:pt>
              <c:pt idx="219">
                <c:v>33.58694481805558</c:v>
              </c:pt>
              <c:pt idx="220">
                <c:v>33.58694481805558</c:v>
              </c:pt>
              <c:pt idx="221">
                <c:v>33.58694481805558</c:v>
              </c:pt>
              <c:pt idx="222">
                <c:v>33.58694481805558</c:v>
              </c:pt>
              <c:pt idx="223">
                <c:v>33.58694481805558</c:v>
              </c:pt>
              <c:pt idx="224">
                <c:v>33.58694481805558</c:v>
              </c:pt>
              <c:pt idx="225">
                <c:v>33.58694481805558</c:v>
              </c:pt>
              <c:pt idx="226">
                <c:v>33.58694481805558</c:v>
              </c:pt>
              <c:pt idx="227">
                <c:v>33.58694481805558</c:v>
              </c:pt>
              <c:pt idx="228">
                <c:v>33.58694481805558</c:v>
              </c:pt>
              <c:pt idx="229">
                <c:v>33.58694481805558</c:v>
              </c:pt>
              <c:pt idx="230">
                <c:v>33.58694481805558</c:v>
              </c:pt>
              <c:pt idx="231">
                <c:v>33.58694481805558</c:v>
              </c:pt>
              <c:pt idx="232">
                <c:v>33.58694481805558</c:v>
              </c:pt>
              <c:pt idx="233">
                <c:v>33.58694481805558</c:v>
              </c:pt>
              <c:pt idx="234">
                <c:v>33.58694481805558</c:v>
              </c:pt>
              <c:pt idx="235">
                <c:v>33.58694481805558</c:v>
              </c:pt>
              <c:pt idx="236">
                <c:v>33.58694481805558</c:v>
              </c:pt>
              <c:pt idx="237">
                <c:v>33.58694481805558</c:v>
              </c:pt>
              <c:pt idx="238">
                <c:v>33.58694481805558</c:v>
              </c:pt>
              <c:pt idx="239">
                <c:v>33.58694481805558</c:v>
              </c:pt>
              <c:pt idx="240">
                <c:v>33.58694481805558</c:v>
              </c:pt>
              <c:pt idx="241">
                <c:v>33.58694481805558</c:v>
              </c:pt>
              <c:pt idx="242">
                <c:v>33.58694481805558</c:v>
              </c:pt>
              <c:pt idx="243">
                <c:v>33.58694481805558</c:v>
              </c:pt>
              <c:pt idx="244">
                <c:v>33.58694481805558</c:v>
              </c:pt>
              <c:pt idx="245">
                <c:v>33.58694481805558</c:v>
              </c:pt>
              <c:pt idx="246">
                <c:v>33.58694481805558</c:v>
              </c:pt>
              <c:pt idx="247">
                <c:v>33.58694481805558</c:v>
              </c:pt>
              <c:pt idx="248">
                <c:v>33.58694481805558</c:v>
              </c:pt>
              <c:pt idx="249">
                <c:v>33.58694481805558</c:v>
              </c:pt>
              <c:pt idx="250">
                <c:v>33.58694481805558</c:v>
              </c:pt>
              <c:pt idx="251">
                <c:v>33.58694481805558</c:v>
              </c:pt>
              <c:pt idx="252">
                <c:v>33.58694481805558</c:v>
              </c:pt>
              <c:pt idx="253">
                <c:v>33.58694481805558</c:v>
              </c:pt>
              <c:pt idx="254">
                <c:v>33.58694481805558</c:v>
              </c:pt>
              <c:pt idx="255">
                <c:v>33.58694481805558</c:v>
              </c:pt>
              <c:pt idx="256">
                <c:v>33.58694481805558</c:v>
              </c:pt>
              <c:pt idx="257">
                <c:v>33.58694481805558</c:v>
              </c:pt>
              <c:pt idx="258">
                <c:v>33.58694481805558</c:v>
              </c:pt>
              <c:pt idx="259">
                <c:v>33.58694481805558</c:v>
              </c:pt>
              <c:pt idx="260">
                <c:v>33.58694481805558</c:v>
              </c:pt>
              <c:pt idx="261">
                <c:v>33.58694481805558</c:v>
              </c:pt>
              <c:pt idx="262">
                <c:v>33.58694481805558</c:v>
              </c:pt>
              <c:pt idx="263">
                <c:v>33.58694481805558</c:v>
              </c:pt>
              <c:pt idx="264">
                <c:v>33.58694481805558</c:v>
              </c:pt>
              <c:pt idx="265">
                <c:v>33.58694481805558</c:v>
              </c:pt>
              <c:pt idx="266">
                <c:v>33.58694481805558</c:v>
              </c:pt>
              <c:pt idx="267">
                <c:v>33.58694481805558</c:v>
              </c:pt>
              <c:pt idx="268">
                <c:v>33.58694481805558</c:v>
              </c:pt>
              <c:pt idx="269">
                <c:v>33.58694481805558</c:v>
              </c:pt>
              <c:pt idx="270">
                <c:v>33.58694481805558</c:v>
              </c:pt>
              <c:pt idx="271">
                <c:v>33.58694481805558</c:v>
              </c:pt>
              <c:pt idx="272">
                <c:v>33.58694481805558</c:v>
              </c:pt>
              <c:pt idx="273">
                <c:v>33.58694481805558</c:v>
              </c:pt>
              <c:pt idx="274">
                <c:v>33.58694481805558</c:v>
              </c:pt>
              <c:pt idx="275">
                <c:v>33.58694481805558</c:v>
              </c:pt>
              <c:pt idx="276">
                <c:v>33.58694481805558</c:v>
              </c:pt>
              <c:pt idx="277">
                <c:v>33.58694481805558</c:v>
              </c:pt>
              <c:pt idx="278">
                <c:v>33.58694481805558</c:v>
              </c:pt>
              <c:pt idx="279">
                <c:v>33.58694481805558</c:v>
              </c:pt>
              <c:pt idx="280">
                <c:v>33.58694481805558</c:v>
              </c:pt>
              <c:pt idx="281">
                <c:v>33.58694481805558</c:v>
              </c:pt>
              <c:pt idx="282">
                <c:v>33.58694481805558</c:v>
              </c:pt>
              <c:pt idx="283">
                <c:v>33.58694481805558</c:v>
              </c:pt>
              <c:pt idx="284">
                <c:v>33.58694481805558</c:v>
              </c:pt>
              <c:pt idx="285">
                <c:v>33.58694481805558</c:v>
              </c:pt>
              <c:pt idx="286">
                <c:v>33.58694481805558</c:v>
              </c:pt>
              <c:pt idx="287">
                <c:v>33.58694481805558</c:v>
              </c:pt>
              <c:pt idx="288">
                <c:v>33.58694481805558</c:v>
              </c:pt>
              <c:pt idx="289">
                <c:v>33.58694481805558</c:v>
              </c:pt>
              <c:pt idx="290">
                <c:v>33.58694481805558</c:v>
              </c:pt>
              <c:pt idx="291">
                <c:v>33.58694481805558</c:v>
              </c:pt>
              <c:pt idx="292">
                <c:v>33.58694481805558</c:v>
              </c:pt>
              <c:pt idx="293">
                <c:v>33.58694481805558</c:v>
              </c:pt>
              <c:pt idx="294">
                <c:v>33.58694481805558</c:v>
              </c:pt>
              <c:pt idx="295">
                <c:v>33.58694481805558</c:v>
              </c:pt>
              <c:pt idx="296">
                <c:v>33.58694481805558</c:v>
              </c:pt>
              <c:pt idx="297">
                <c:v>33.58694481805558</c:v>
              </c:pt>
              <c:pt idx="298">
                <c:v>33.58694481805558</c:v>
              </c:pt>
              <c:pt idx="299">
                <c:v>33.58694481805558</c:v>
              </c:pt>
              <c:pt idx="300">
                <c:v>33.58694481805558</c:v>
              </c:pt>
              <c:pt idx="301">
                <c:v>33.58694481805558</c:v>
              </c:pt>
              <c:pt idx="302">
                <c:v>33.58694481805558</c:v>
              </c:pt>
              <c:pt idx="303">
                <c:v>33.58694481805558</c:v>
              </c:pt>
              <c:pt idx="304">
                <c:v>33.58694481805558</c:v>
              </c:pt>
              <c:pt idx="305">
                <c:v>33.58694481805558</c:v>
              </c:pt>
              <c:pt idx="306">
                <c:v>33.58694481805558</c:v>
              </c:pt>
              <c:pt idx="307">
                <c:v>33.58694481805558</c:v>
              </c:pt>
              <c:pt idx="308">
                <c:v>33.58694481805558</c:v>
              </c:pt>
              <c:pt idx="309">
                <c:v>33.58694481805558</c:v>
              </c:pt>
              <c:pt idx="310">
                <c:v>33.58694481805558</c:v>
              </c:pt>
              <c:pt idx="311">
                <c:v>33.58694481805558</c:v>
              </c:pt>
              <c:pt idx="312">
                <c:v>33.58694481805558</c:v>
              </c:pt>
              <c:pt idx="313">
                <c:v>33.58694481805558</c:v>
              </c:pt>
              <c:pt idx="314">
                <c:v>33.58694481805558</c:v>
              </c:pt>
              <c:pt idx="315">
                <c:v>33.58694481805558</c:v>
              </c:pt>
              <c:pt idx="316">
                <c:v>33.58694481805558</c:v>
              </c:pt>
              <c:pt idx="317">
                <c:v>33.58694481805558</c:v>
              </c:pt>
              <c:pt idx="318">
                <c:v>33.58694481805558</c:v>
              </c:pt>
              <c:pt idx="319">
                <c:v>33.58694481805558</c:v>
              </c:pt>
              <c:pt idx="320">
                <c:v>33.58694481805558</c:v>
              </c:pt>
              <c:pt idx="321">
                <c:v>33.58694481805558</c:v>
              </c:pt>
              <c:pt idx="322">
                <c:v>33.58694481805558</c:v>
              </c:pt>
              <c:pt idx="323">
                <c:v>33.58694481805558</c:v>
              </c:pt>
            </c:numLit>
          </c:xVal>
          <c:yVal>
            <c:numLit>
              <c:formatCode>0.0</c:formatCode>
              <c:ptCount val="324"/>
              <c:pt idx="0">
                <c:v>0.018409778284908234</c:v>
              </c:pt>
              <c:pt idx="1">
                <c:v>0.018409778284908234</c:v>
              </c:pt>
              <c:pt idx="2">
                <c:v>0.018409778284908234</c:v>
              </c:pt>
              <c:pt idx="3">
                <c:v>0.018409778284908234</c:v>
              </c:pt>
              <c:pt idx="4">
                <c:v>0.018409778284908234</c:v>
              </c:pt>
              <c:pt idx="5">
                <c:v>0.018409778284908234</c:v>
              </c:pt>
              <c:pt idx="6">
                <c:v>0.018409778284908234</c:v>
              </c:pt>
              <c:pt idx="7">
                <c:v>0.018409778284908234</c:v>
              </c:pt>
              <c:pt idx="8">
                <c:v>0.018409778284908234</c:v>
              </c:pt>
              <c:pt idx="9">
                <c:v>0.018409778284908234</c:v>
              </c:pt>
              <c:pt idx="10">
                <c:v>0.018409778284908234</c:v>
              </c:pt>
              <c:pt idx="11">
                <c:v>0.018409778284908234</c:v>
              </c:pt>
              <c:pt idx="12">
                <c:v>0.018409778284908234</c:v>
              </c:pt>
              <c:pt idx="13">
                <c:v>0.018409778284908234</c:v>
              </c:pt>
              <c:pt idx="14">
                <c:v>0.018409778284908234</c:v>
              </c:pt>
              <c:pt idx="15">
                <c:v>0.018409778284908234</c:v>
              </c:pt>
              <c:pt idx="16">
                <c:v>0.018409778284908234</c:v>
              </c:pt>
              <c:pt idx="17">
                <c:v>0.018409778284908234</c:v>
              </c:pt>
              <c:pt idx="18">
                <c:v>0.018409778284908234</c:v>
              </c:pt>
              <c:pt idx="19">
                <c:v>0.018409778284908234</c:v>
              </c:pt>
              <c:pt idx="20">
                <c:v>0.018409778284908234</c:v>
              </c:pt>
              <c:pt idx="21">
                <c:v>0.018409778284908234</c:v>
              </c:pt>
              <c:pt idx="22">
                <c:v>0.018409778284908234</c:v>
              </c:pt>
              <c:pt idx="23">
                <c:v>0.018409778284908234</c:v>
              </c:pt>
              <c:pt idx="24">
                <c:v>0.018409778284908234</c:v>
              </c:pt>
              <c:pt idx="25">
                <c:v>0.018409778284908234</c:v>
              </c:pt>
              <c:pt idx="26">
                <c:v>0.018409778284908234</c:v>
              </c:pt>
              <c:pt idx="27">
                <c:v>0.018409778284908234</c:v>
              </c:pt>
              <c:pt idx="28">
                <c:v>0.018409778284908234</c:v>
              </c:pt>
              <c:pt idx="29">
                <c:v>0.018409778284908234</c:v>
              </c:pt>
              <c:pt idx="30">
                <c:v>0.018409778284908234</c:v>
              </c:pt>
              <c:pt idx="31">
                <c:v>0.018409778284908234</c:v>
              </c:pt>
              <c:pt idx="32">
                <c:v>0.018409778284908234</c:v>
              </c:pt>
              <c:pt idx="33">
                <c:v>0.018409778284908234</c:v>
              </c:pt>
              <c:pt idx="34">
                <c:v>0.018409778284908234</c:v>
              </c:pt>
              <c:pt idx="35">
                <c:v>0.018409778284908234</c:v>
              </c:pt>
              <c:pt idx="36">
                <c:v>0.018409778284908234</c:v>
              </c:pt>
              <c:pt idx="37">
                <c:v>0.018409778284908234</c:v>
              </c:pt>
              <c:pt idx="38">
                <c:v>0.018409778284908234</c:v>
              </c:pt>
              <c:pt idx="39">
                <c:v>0.018409778284908234</c:v>
              </c:pt>
              <c:pt idx="40">
                <c:v>0.018409778284908234</c:v>
              </c:pt>
              <c:pt idx="41">
                <c:v>0.018409778284908234</c:v>
              </c:pt>
              <c:pt idx="42">
                <c:v>0.018409778284908234</c:v>
              </c:pt>
              <c:pt idx="43">
                <c:v>0.018409778284908234</c:v>
              </c:pt>
              <c:pt idx="44">
                <c:v>0.018409778284908234</c:v>
              </c:pt>
              <c:pt idx="45">
                <c:v>0.018409778284908234</c:v>
              </c:pt>
              <c:pt idx="46">
                <c:v>0.018409778284908234</c:v>
              </c:pt>
              <c:pt idx="47">
                <c:v>0.018409778284908234</c:v>
              </c:pt>
              <c:pt idx="48">
                <c:v>0.018409778284908234</c:v>
              </c:pt>
              <c:pt idx="49">
                <c:v>0.018409778284908234</c:v>
              </c:pt>
              <c:pt idx="50">
                <c:v>0.018409778284908234</c:v>
              </c:pt>
              <c:pt idx="51">
                <c:v>0.018409778284908234</c:v>
              </c:pt>
              <c:pt idx="52">
                <c:v>0.018409778284908234</c:v>
              </c:pt>
              <c:pt idx="53">
                <c:v>0.018409778284908234</c:v>
              </c:pt>
              <c:pt idx="54">
                <c:v>0.018409778284908234</c:v>
              </c:pt>
              <c:pt idx="55">
                <c:v>0.018409778284908234</c:v>
              </c:pt>
              <c:pt idx="56">
                <c:v>0.018409778284908234</c:v>
              </c:pt>
              <c:pt idx="57">
                <c:v>0.018409778284908234</c:v>
              </c:pt>
              <c:pt idx="58">
                <c:v>0.018409778284908234</c:v>
              </c:pt>
              <c:pt idx="59">
                <c:v>0.018409778284908234</c:v>
              </c:pt>
              <c:pt idx="60">
                <c:v>0.018409778284908234</c:v>
              </c:pt>
              <c:pt idx="61">
                <c:v>0.018409778284908234</c:v>
              </c:pt>
              <c:pt idx="62">
                <c:v>0.018409778284908234</c:v>
              </c:pt>
              <c:pt idx="63">
                <c:v>0.018409778284908234</c:v>
              </c:pt>
              <c:pt idx="64">
                <c:v>0.018409778284908234</c:v>
              </c:pt>
              <c:pt idx="65">
                <c:v>0.018409778284908234</c:v>
              </c:pt>
              <c:pt idx="66">
                <c:v>0.018409778284908234</c:v>
              </c:pt>
              <c:pt idx="67">
                <c:v>0.018409778284908234</c:v>
              </c:pt>
              <c:pt idx="68">
                <c:v>0.018409778284908234</c:v>
              </c:pt>
              <c:pt idx="69">
                <c:v>0.018409778284908234</c:v>
              </c:pt>
              <c:pt idx="70">
                <c:v>0.018409778284908234</c:v>
              </c:pt>
              <c:pt idx="71">
                <c:v>0.018409778284908234</c:v>
              </c:pt>
              <c:pt idx="72">
                <c:v>0.018409778284908234</c:v>
              </c:pt>
              <c:pt idx="73">
                <c:v>0.018409778284908234</c:v>
              </c:pt>
              <c:pt idx="74">
                <c:v>0.018409778284908234</c:v>
              </c:pt>
              <c:pt idx="75">
                <c:v>0.018409778284908234</c:v>
              </c:pt>
              <c:pt idx="76">
                <c:v>0.018409778284908234</c:v>
              </c:pt>
              <c:pt idx="77">
                <c:v>0.018409778284908234</c:v>
              </c:pt>
              <c:pt idx="78">
                <c:v>0.018409778284908234</c:v>
              </c:pt>
              <c:pt idx="79">
                <c:v>0.018409778284908234</c:v>
              </c:pt>
              <c:pt idx="80">
                <c:v>0.018409778284908234</c:v>
              </c:pt>
              <c:pt idx="81">
                <c:v>0.018409778284908234</c:v>
              </c:pt>
              <c:pt idx="82">
                <c:v>0.018409778284908234</c:v>
              </c:pt>
              <c:pt idx="83">
                <c:v>0.018409778284908234</c:v>
              </c:pt>
              <c:pt idx="84">
                <c:v>0.018409778284908234</c:v>
              </c:pt>
              <c:pt idx="85">
                <c:v>0.018409778284908234</c:v>
              </c:pt>
              <c:pt idx="86">
                <c:v>0.018409778284908234</c:v>
              </c:pt>
              <c:pt idx="87">
                <c:v>0.018409778284908234</c:v>
              </c:pt>
              <c:pt idx="88">
                <c:v>0.018409778284908234</c:v>
              </c:pt>
              <c:pt idx="89">
                <c:v>0.018409778284908234</c:v>
              </c:pt>
              <c:pt idx="90">
                <c:v>0.018409778284908234</c:v>
              </c:pt>
              <c:pt idx="91">
                <c:v>0.018409778284908234</c:v>
              </c:pt>
              <c:pt idx="92">
                <c:v>0.018409778284908234</c:v>
              </c:pt>
              <c:pt idx="93">
                <c:v>0.018409778284908234</c:v>
              </c:pt>
              <c:pt idx="94">
                <c:v>0.018409778284908234</c:v>
              </c:pt>
              <c:pt idx="95">
                <c:v>0.018409778284908234</c:v>
              </c:pt>
              <c:pt idx="96">
                <c:v>0.018409778284908234</c:v>
              </c:pt>
              <c:pt idx="97">
                <c:v>0.018409778284908234</c:v>
              </c:pt>
              <c:pt idx="98">
                <c:v>0.018409778284908234</c:v>
              </c:pt>
              <c:pt idx="99">
                <c:v>0.018409778284908234</c:v>
              </c:pt>
              <c:pt idx="100">
                <c:v>0.018409778284908234</c:v>
              </c:pt>
              <c:pt idx="101">
                <c:v>0.018409778284908234</c:v>
              </c:pt>
              <c:pt idx="102">
                <c:v>0.018409778284908234</c:v>
              </c:pt>
              <c:pt idx="103">
                <c:v>0.018409778284908234</c:v>
              </c:pt>
              <c:pt idx="104">
                <c:v>0.018409778284908234</c:v>
              </c:pt>
              <c:pt idx="105">
                <c:v>0.018409778284908234</c:v>
              </c:pt>
              <c:pt idx="106">
                <c:v>0.018409778284908234</c:v>
              </c:pt>
              <c:pt idx="107">
                <c:v>0.018409778284908234</c:v>
              </c:pt>
              <c:pt idx="108">
                <c:v>0.018409778284908234</c:v>
              </c:pt>
              <c:pt idx="109">
                <c:v>0.018409778284908234</c:v>
              </c:pt>
              <c:pt idx="110">
                <c:v>0.018409778284908234</c:v>
              </c:pt>
              <c:pt idx="111">
                <c:v>0.018409778284908234</c:v>
              </c:pt>
              <c:pt idx="112">
                <c:v>0.018409778284908234</c:v>
              </c:pt>
              <c:pt idx="113">
                <c:v>0.018409778284908234</c:v>
              </c:pt>
              <c:pt idx="114">
                <c:v>0.018409778284908234</c:v>
              </c:pt>
              <c:pt idx="115">
                <c:v>0.018409778284908234</c:v>
              </c:pt>
              <c:pt idx="116">
                <c:v>0.018409778284908234</c:v>
              </c:pt>
              <c:pt idx="117">
                <c:v>0.018409778284908234</c:v>
              </c:pt>
              <c:pt idx="118">
                <c:v>0.018409778284908234</c:v>
              </c:pt>
              <c:pt idx="119">
                <c:v>0.018409778284908234</c:v>
              </c:pt>
              <c:pt idx="120">
                <c:v>0.018409778284908234</c:v>
              </c:pt>
              <c:pt idx="121">
                <c:v>0.018409778284908234</c:v>
              </c:pt>
              <c:pt idx="122">
                <c:v>0.018409778284908234</c:v>
              </c:pt>
              <c:pt idx="123">
                <c:v>0.018409778284908234</c:v>
              </c:pt>
              <c:pt idx="124">
                <c:v>0.018409778284908234</c:v>
              </c:pt>
              <c:pt idx="125">
                <c:v>0.018409778284908234</c:v>
              </c:pt>
              <c:pt idx="126">
                <c:v>0.018409778284908234</c:v>
              </c:pt>
              <c:pt idx="127">
                <c:v>0.018409778284908234</c:v>
              </c:pt>
              <c:pt idx="128">
                <c:v>0.018409778284908234</c:v>
              </c:pt>
              <c:pt idx="129">
                <c:v>0.018409778284908234</c:v>
              </c:pt>
              <c:pt idx="130">
                <c:v>0.018409778284908234</c:v>
              </c:pt>
              <c:pt idx="131">
                <c:v>0.018409778284908234</c:v>
              </c:pt>
              <c:pt idx="132">
                <c:v>0.018409778284908234</c:v>
              </c:pt>
              <c:pt idx="133">
                <c:v>0.018409778284908234</c:v>
              </c:pt>
              <c:pt idx="134">
                <c:v>0.018409778284908234</c:v>
              </c:pt>
              <c:pt idx="135">
                <c:v>0.018409778284908234</c:v>
              </c:pt>
              <c:pt idx="136">
                <c:v>0.018409778284908234</c:v>
              </c:pt>
              <c:pt idx="137">
                <c:v>0.018409778284908234</c:v>
              </c:pt>
              <c:pt idx="138">
                <c:v>0.018409778284908234</c:v>
              </c:pt>
              <c:pt idx="139">
                <c:v>0.018409778284908234</c:v>
              </c:pt>
              <c:pt idx="140">
                <c:v>0.018409778284908234</c:v>
              </c:pt>
              <c:pt idx="141">
                <c:v>0.018409778284908234</c:v>
              </c:pt>
              <c:pt idx="142">
                <c:v>0.018409778284908234</c:v>
              </c:pt>
              <c:pt idx="143">
                <c:v>0.018409778284908234</c:v>
              </c:pt>
              <c:pt idx="144">
                <c:v>0.018409778284908234</c:v>
              </c:pt>
              <c:pt idx="145">
                <c:v>0.018409778284908234</c:v>
              </c:pt>
              <c:pt idx="146">
                <c:v>0.018409778284908234</c:v>
              </c:pt>
              <c:pt idx="147">
                <c:v>0.018409778284908234</c:v>
              </c:pt>
              <c:pt idx="148">
                <c:v>0.018409778284908234</c:v>
              </c:pt>
              <c:pt idx="149">
                <c:v>0.018409778284908234</c:v>
              </c:pt>
              <c:pt idx="150">
                <c:v>0.018409778284908234</c:v>
              </c:pt>
              <c:pt idx="151">
                <c:v>0.018409778284908234</c:v>
              </c:pt>
              <c:pt idx="152">
                <c:v>0.018409778284908234</c:v>
              </c:pt>
              <c:pt idx="153">
                <c:v>0.018409778284908234</c:v>
              </c:pt>
              <c:pt idx="154">
                <c:v>0.018409778284908234</c:v>
              </c:pt>
              <c:pt idx="155">
                <c:v>0.018409778284908234</c:v>
              </c:pt>
              <c:pt idx="156">
                <c:v>0.018409778284908234</c:v>
              </c:pt>
              <c:pt idx="157">
                <c:v>0.018409778284908234</c:v>
              </c:pt>
              <c:pt idx="158">
                <c:v>0.018409778284908234</c:v>
              </c:pt>
              <c:pt idx="159">
                <c:v>0.018409778284908234</c:v>
              </c:pt>
              <c:pt idx="160">
                <c:v>0.018409778284908234</c:v>
              </c:pt>
              <c:pt idx="161">
                <c:v>0.018409778284908234</c:v>
              </c:pt>
              <c:pt idx="162">
                <c:v>0.018409778284908234</c:v>
              </c:pt>
              <c:pt idx="163">
                <c:v>0.018409778284908234</c:v>
              </c:pt>
              <c:pt idx="164">
                <c:v>0.018409778284908234</c:v>
              </c:pt>
              <c:pt idx="165">
                <c:v>0.018409778284908234</c:v>
              </c:pt>
              <c:pt idx="166">
                <c:v>0.018409778284908234</c:v>
              </c:pt>
              <c:pt idx="167">
                <c:v>0.018409778284908234</c:v>
              </c:pt>
              <c:pt idx="168">
                <c:v>0.018409778284908234</c:v>
              </c:pt>
              <c:pt idx="169">
                <c:v>0.018409778284908234</c:v>
              </c:pt>
              <c:pt idx="170">
                <c:v>0.018409778284908234</c:v>
              </c:pt>
              <c:pt idx="171">
                <c:v>0.018409778284908234</c:v>
              </c:pt>
              <c:pt idx="172">
                <c:v>0.018409778284908234</c:v>
              </c:pt>
              <c:pt idx="173">
                <c:v>0.018409778284908234</c:v>
              </c:pt>
              <c:pt idx="174">
                <c:v>0.018409778284908234</c:v>
              </c:pt>
              <c:pt idx="175">
                <c:v>0.018409778284908234</c:v>
              </c:pt>
              <c:pt idx="176">
                <c:v>0.018409778284908234</c:v>
              </c:pt>
              <c:pt idx="177">
                <c:v>0.018409778284908234</c:v>
              </c:pt>
              <c:pt idx="178">
                <c:v>0.018409778284908234</c:v>
              </c:pt>
              <c:pt idx="179">
                <c:v>0.018409778284908234</c:v>
              </c:pt>
              <c:pt idx="180">
                <c:v>0.018409778284908234</c:v>
              </c:pt>
              <c:pt idx="181">
                <c:v>0.018409778284908234</c:v>
              </c:pt>
              <c:pt idx="182">
                <c:v>0.018409778284908234</c:v>
              </c:pt>
              <c:pt idx="183">
                <c:v>0.018409778284908234</c:v>
              </c:pt>
              <c:pt idx="184">
                <c:v>0.018409778284908234</c:v>
              </c:pt>
              <c:pt idx="185">
                <c:v>0.018409778284908234</c:v>
              </c:pt>
              <c:pt idx="186">
                <c:v>0.018409778284908234</c:v>
              </c:pt>
              <c:pt idx="187">
                <c:v>0.018409778284908234</c:v>
              </c:pt>
              <c:pt idx="188">
                <c:v>0.018409778284908234</c:v>
              </c:pt>
              <c:pt idx="189">
                <c:v>0.018409778284908234</c:v>
              </c:pt>
              <c:pt idx="190">
                <c:v>0.018409778284908234</c:v>
              </c:pt>
              <c:pt idx="191">
                <c:v>0.018409778284908234</c:v>
              </c:pt>
              <c:pt idx="192">
                <c:v>0.018409778284908234</c:v>
              </c:pt>
              <c:pt idx="193">
                <c:v>0.018409778284908234</c:v>
              </c:pt>
              <c:pt idx="194">
                <c:v>0.018409778284908234</c:v>
              </c:pt>
              <c:pt idx="195">
                <c:v>0.018409778284908234</c:v>
              </c:pt>
              <c:pt idx="196">
                <c:v>0.018409778284908234</c:v>
              </c:pt>
              <c:pt idx="197">
                <c:v>0.018409778284908234</c:v>
              </c:pt>
              <c:pt idx="198">
                <c:v>0.018409778284908234</c:v>
              </c:pt>
              <c:pt idx="199">
                <c:v>0.018409778284908234</c:v>
              </c:pt>
              <c:pt idx="200">
                <c:v>0.018409778284908234</c:v>
              </c:pt>
              <c:pt idx="201">
                <c:v>0.018409778284908234</c:v>
              </c:pt>
              <c:pt idx="202">
                <c:v>0.018409778284908234</c:v>
              </c:pt>
              <c:pt idx="203">
                <c:v>0.018409778284908234</c:v>
              </c:pt>
              <c:pt idx="204">
                <c:v>0.018409778284908234</c:v>
              </c:pt>
              <c:pt idx="205">
                <c:v>0.018409778284908234</c:v>
              </c:pt>
              <c:pt idx="206">
                <c:v>0.018409778284908234</c:v>
              </c:pt>
              <c:pt idx="207">
                <c:v>0.018409778284908234</c:v>
              </c:pt>
              <c:pt idx="208">
                <c:v>0.018409778284908234</c:v>
              </c:pt>
              <c:pt idx="209">
                <c:v>0.018409778284908234</c:v>
              </c:pt>
              <c:pt idx="210">
                <c:v>0.018409778284908234</c:v>
              </c:pt>
              <c:pt idx="211">
                <c:v>0.018409778284908234</c:v>
              </c:pt>
              <c:pt idx="212">
                <c:v>0.018409778284908234</c:v>
              </c:pt>
              <c:pt idx="213">
                <c:v>0.018409778284908234</c:v>
              </c:pt>
              <c:pt idx="214">
                <c:v>0.018409778284908234</c:v>
              </c:pt>
              <c:pt idx="215">
                <c:v>0.018409778284908234</c:v>
              </c:pt>
              <c:pt idx="216">
                <c:v>0.018409778284908234</c:v>
              </c:pt>
              <c:pt idx="217">
                <c:v>0.018409778284908234</c:v>
              </c:pt>
              <c:pt idx="218">
                <c:v>0.018409778284908234</c:v>
              </c:pt>
              <c:pt idx="219">
                <c:v>0.018409778284908234</c:v>
              </c:pt>
              <c:pt idx="220">
                <c:v>0.018409778284908234</c:v>
              </c:pt>
              <c:pt idx="221">
                <c:v>0.018409778284908234</c:v>
              </c:pt>
              <c:pt idx="222">
                <c:v>0.018409778284908234</c:v>
              </c:pt>
              <c:pt idx="223">
                <c:v>0.018409778284908234</c:v>
              </c:pt>
              <c:pt idx="224">
                <c:v>0.018409778284908234</c:v>
              </c:pt>
              <c:pt idx="225">
                <c:v>0.018409778284908234</c:v>
              </c:pt>
              <c:pt idx="226">
                <c:v>0.018409778284908234</c:v>
              </c:pt>
              <c:pt idx="227">
                <c:v>0.018409778284908234</c:v>
              </c:pt>
              <c:pt idx="228">
                <c:v>0.018409778284908234</c:v>
              </c:pt>
              <c:pt idx="229">
                <c:v>0.018409778284908234</c:v>
              </c:pt>
              <c:pt idx="230">
                <c:v>0.018409778284908234</c:v>
              </c:pt>
              <c:pt idx="231">
                <c:v>0.018409778284908234</c:v>
              </c:pt>
              <c:pt idx="232">
                <c:v>0.018409778284908234</c:v>
              </c:pt>
              <c:pt idx="233">
                <c:v>0.018409778284908234</c:v>
              </c:pt>
              <c:pt idx="234">
                <c:v>0.018409778284908234</c:v>
              </c:pt>
              <c:pt idx="235">
                <c:v>0.018409778284908234</c:v>
              </c:pt>
              <c:pt idx="236">
                <c:v>0.018409778284908234</c:v>
              </c:pt>
              <c:pt idx="237">
                <c:v>0.018409778284908234</c:v>
              </c:pt>
              <c:pt idx="238">
                <c:v>0.018409778284908234</c:v>
              </c:pt>
              <c:pt idx="239">
                <c:v>0.018409778284908234</c:v>
              </c:pt>
              <c:pt idx="240">
                <c:v>0.018409778284908234</c:v>
              </c:pt>
              <c:pt idx="241">
                <c:v>0.018409778284908234</c:v>
              </c:pt>
              <c:pt idx="242">
                <c:v>0.018409778284908234</c:v>
              </c:pt>
              <c:pt idx="243">
                <c:v>0.018409778284908234</c:v>
              </c:pt>
              <c:pt idx="244">
                <c:v>0.018409778284908234</c:v>
              </c:pt>
              <c:pt idx="245">
                <c:v>0.018409778284908234</c:v>
              </c:pt>
              <c:pt idx="246">
                <c:v>0.018409778284908234</c:v>
              </c:pt>
              <c:pt idx="247">
                <c:v>0.018409778284908234</c:v>
              </c:pt>
              <c:pt idx="248">
                <c:v>0.018409778284908234</c:v>
              </c:pt>
              <c:pt idx="249">
                <c:v>0.018409778284908234</c:v>
              </c:pt>
              <c:pt idx="250">
                <c:v>0.018409778284908234</c:v>
              </c:pt>
              <c:pt idx="251">
                <c:v>0.018409778284908234</c:v>
              </c:pt>
              <c:pt idx="252">
                <c:v>0.018409778284908234</c:v>
              </c:pt>
              <c:pt idx="253">
                <c:v>0.018409778284908234</c:v>
              </c:pt>
              <c:pt idx="254">
                <c:v>0.018409778284908234</c:v>
              </c:pt>
              <c:pt idx="255">
                <c:v>0.018409778284908234</c:v>
              </c:pt>
              <c:pt idx="256">
                <c:v>0.018409778284908234</c:v>
              </c:pt>
              <c:pt idx="257">
                <c:v>0.018409778284908234</c:v>
              </c:pt>
              <c:pt idx="258">
                <c:v>0.018409778284908234</c:v>
              </c:pt>
              <c:pt idx="259">
                <c:v>0.018409778284908234</c:v>
              </c:pt>
              <c:pt idx="260">
                <c:v>0.018409778284908234</c:v>
              </c:pt>
              <c:pt idx="261">
                <c:v>0.018409778284908234</c:v>
              </c:pt>
              <c:pt idx="262">
                <c:v>0.018409778284908234</c:v>
              </c:pt>
              <c:pt idx="263">
                <c:v>0.018409778284908234</c:v>
              </c:pt>
              <c:pt idx="264">
                <c:v>0.018409778284908234</c:v>
              </c:pt>
              <c:pt idx="265">
                <c:v>0.018409778284908234</c:v>
              </c:pt>
              <c:pt idx="266">
                <c:v>0.018409778284908234</c:v>
              </c:pt>
              <c:pt idx="267">
                <c:v>0.018409778284908234</c:v>
              </c:pt>
              <c:pt idx="268">
                <c:v>0.018409778284908234</c:v>
              </c:pt>
              <c:pt idx="269">
                <c:v>0.018409778284908234</c:v>
              </c:pt>
              <c:pt idx="270">
                <c:v>0.018409778284908234</c:v>
              </c:pt>
              <c:pt idx="271">
                <c:v>0.018409778284908234</c:v>
              </c:pt>
              <c:pt idx="272">
                <c:v>0.018409778284908234</c:v>
              </c:pt>
              <c:pt idx="273">
                <c:v>0.018409778284908234</c:v>
              </c:pt>
              <c:pt idx="274">
                <c:v>0.018409778284908234</c:v>
              </c:pt>
              <c:pt idx="275">
                <c:v>0.018409778284908234</c:v>
              </c:pt>
              <c:pt idx="276">
                <c:v>0.018409778284908234</c:v>
              </c:pt>
              <c:pt idx="277">
                <c:v>0.018409778284908234</c:v>
              </c:pt>
              <c:pt idx="278">
                <c:v>0.018409778284908234</c:v>
              </c:pt>
              <c:pt idx="279">
                <c:v>0.018409778284908234</c:v>
              </c:pt>
              <c:pt idx="280">
                <c:v>0.018409778284908234</c:v>
              </c:pt>
              <c:pt idx="281">
                <c:v>0.018409778284908234</c:v>
              </c:pt>
              <c:pt idx="282">
                <c:v>0.018409778284908234</c:v>
              </c:pt>
              <c:pt idx="283">
                <c:v>0.018409778284908234</c:v>
              </c:pt>
              <c:pt idx="284">
                <c:v>0.018409778284908234</c:v>
              </c:pt>
              <c:pt idx="285">
                <c:v>0.018409778284908234</c:v>
              </c:pt>
              <c:pt idx="286">
                <c:v>0.018409778284908234</c:v>
              </c:pt>
              <c:pt idx="287">
                <c:v>0.018409778284908234</c:v>
              </c:pt>
              <c:pt idx="288">
                <c:v>0.018409778284908234</c:v>
              </c:pt>
              <c:pt idx="289">
                <c:v>0.018409778284908234</c:v>
              </c:pt>
              <c:pt idx="290">
                <c:v>0.018409778284908234</c:v>
              </c:pt>
              <c:pt idx="291">
                <c:v>0.018409778284908234</c:v>
              </c:pt>
              <c:pt idx="292">
                <c:v>0.018409778284908234</c:v>
              </c:pt>
              <c:pt idx="293">
                <c:v>0.018409778284908234</c:v>
              </c:pt>
              <c:pt idx="294">
                <c:v>0.018409778284908234</c:v>
              </c:pt>
              <c:pt idx="295">
                <c:v>0.018409778284908234</c:v>
              </c:pt>
              <c:pt idx="296">
                <c:v>0.018409778284908234</c:v>
              </c:pt>
              <c:pt idx="297">
                <c:v>0.018409778284908234</c:v>
              </c:pt>
              <c:pt idx="298">
                <c:v>0.018409778284908234</c:v>
              </c:pt>
              <c:pt idx="299">
                <c:v>0.018409778284908234</c:v>
              </c:pt>
              <c:pt idx="300">
                <c:v>0.018409778284908234</c:v>
              </c:pt>
              <c:pt idx="301">
                <c:v>0.018409778284908234</c:v>
              </c:pt>
              <c:pt idx="302">
                <c:v>0.018409778284908234</c:v>
              </c:pt>
              <c:pt idx="303">
                <c:v>0.018409778284908234</c:v>
              </c:pt>
              <c:pt idx="304">
                <c:v>0.018409778284908234</c:v>
              </c:pt>
              <c:pt idx="305">
                <c:v>0.018409778284908234</c:v>
              </c:pt>
              <c:pt idx="306">
                <c:v>0.018409778284908234</c:v>
              </c:pt>
              <c:pt idx="307">
                <c:v>0.018409778284908234</c:v>
              </c:pt>
              <c:pt idx="308">
                <c:v>0.018409778284908234</c:v>
              </c:pt>
              <c:pt idx="309">
                <c:v>0.018409778284908234</c:v>
              </c:pt>
              <c:pt idx="310">
                <c:v>0.018409778284908234</c:v>
              </c:pt>
              <c:pt idx="311">
                <c:v>0.018409778284908234</c:v>
              </c:pt>
              <c:pt idx="312">
                <c:v>0.018409778284908234</c:v>
              </c:pt>
              <c:pt idx="313">
                <c:v>0.018409778284908234</c:v>
              </c:pt>
              <c:pt idx="314">
                <c:v>0.018409778284908234</c:v>
              </c:pt>
              <c:pt idx="315">
                <c:v>0.018409778284908234</c:v>
              </c:pt>
              <c:pt idx="316">
                <c:v>0.018409778284908234</c:v>
              </c:pt>
              <c:pt idx="317">
                <c:v>0.018409778284908234</c:v>
              </c:pt>
              <c:pt idx="318">
                <c:v>0.018409778284908234</c:v>
              </c:pt>
              <c:pt idx="319">
                <c:v>0.018409778284908234</c:v>
              </c:pt>
              <c:pt idx="320">
                <c:v>0.018409778284908234</c:v>
              </c:pt>
              <c:pt idx="321">
                <c:v>0.018409778284908234</c:v>
              </c:pt>
              <c:pt idx="322">
                <c:v>0.018409778284908234</c:v>
              </c:pt>
              <c:pt idx="323">
                <c:v>0.018409778284908234</c:v>
              </c:pt>
            </c:numLit>
          </c:yVal>
          <c:smooth val="0"/>
        </c:ser>
        <c:ser>
          <c:idx val="6"/>
          <c:order val="6"/>
          <c:tx>
            <c:v>Same order, optimal filling</c:v>
          </c:tx>
          <c:spPr>
            <a:noFill xmlns:a="http://schemas.openxmlformats.org/drawingml/2006/main"/>
            <a:ln xmlns:a="http://schemas.openxmlformats.org/drawingml/2006/main" w="0">
              <a:noFill/>
              <a:prstDash val="solid"/>
            </a:ln>
          </c:spPr>
          <c:marker>
            <c:symbol val="circle"/>
            <c:size val="7"/>
            <c:spPr>
              <a:solidFill xmlns:a="http://schemas.openxmlformats.org/drawingml/2006/main">
                <a:srgbClr val="009E73"/>
              </a:solidFill>
            </c:spPr>
          </c:marker>
          <c:xVal>
            <c:numLit>
              <c:formatCode>General</c:formatCode>
              <c:ptCount val="324"/>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c:v>
              </c:pt>
              <c:pt idx="147">
                <c:v>0</c:v>
              </c:pt>
              <c:pt idx="148">
                <c:v>0</c:v>
              </c:pt>
              <c:pt idx="149">
                <c:v>0</c:v>
              </c:pt>
              <c:pt idx="150">
                <c:v>0</c:v>
              </c:pt>
              <c:pt idx="151">
                <c:v>0</c:v>
              </c:pt>
              <c:pt idx="152">
                <c:v>0</c:v>
              </c:pt>
              <c:pt idx="153">
                <c:v>0</c:v>
              </c:pt>
              <c:pt idx="154">
                <c:v>0</c:v>
              </c:pt>
              <c:pt idx="155">
                <c:v>0</c:v>
              </c:pt>
              <c:pt idx="156">
                <c:v>0</c:v>
              </c:pt>
              <c:pt idx="157">
                <c:v>0</c:v>
              </c:pt>
              <c:pt idx="158">
                <c:v>0</c:v>
              </c:pt>
              <c:pt idx="159">
                <c:v>0</c:v>
              </c:pt>
              <c:pt idx="160">
                <c:v>0</c:v>
              </c:pt>
              <c:pt idx="161">
                <c:v>0</c:v>
              </c:pt>
              <c:pt idx="162">
                <c:v>0</c:v>
              </c:pt>
              <c:pt idx="163">
                <c:v>0</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numLit>
          </c:xVal>
          <c:yVal>
            <c:numLit>
              <c:formatCode>0.0</c:formatCode>
              <c:ptCount val="324"/>
              <c:pt idx="0">
                <c:v>0.9602715269585541</c:v>
              </c:pt>
              <c:pt idx="1">
                <c:v>0.9602715269585541</c:v>
              </c:pt>
              <c:pt idx="2">
                <c:v>0.9602715269585541</c:v>
              </c:pt>
              <c:pt idx="3">
                <c:v>0.9602715269585541</c:v>
              </c:pt>
              <c:pt idx="4">
                <c:v>0.9602715269585541</c:v>
              </c:pt>
              <c:pt idx="5">
                <c:v>0.9602715269585541</c:v>
              </c:pt>
              <c:pt idx="6">
                <c:v>0.9602715269585541</c:v>
              </c:pt>
              <c:pt idx="7">
                <c:v>0.9602715269585541</c:v>
              </c:pt>
              <c:pt idx="8">
                <c:v>0.9602715269585541</c:v>
              </c:pt>
              <c:pt idx="9">
                <c:v>0.9602715269585541</c:v>
              </c:pt>
              <c:pt idx="10">
                <c:v>0.9602715269585541</c:v>
              </c:pt>
              <c:pt idx="11">
                <c:v>0.9602715269585541</c:v>
              </c:pt>
              <c:pt idx="12">
                <c:v>0.9602715269585541</c:v>
              </c:pt>
              <c:pt idx="13">
                <c:v>0.9602715269585541</c:v>
              </c:pt>
              <c:pt idx="14">
                <c:v>0.9602715269585541</c:v>
              </c:pt>
              <c:pt idx="15">
                <c:v>0.9602715269585541</c:v>
              </c:pt>
              <c:pt idx="16">
                <c:v>0.9602715269585541</c:v>
              </c:pt>
              <c:pt idx="17">
                <c:v>0.9602715269585541</c:v>
              </c:pt>
              <c:pt idx="18">
                <c:v>0.9602715269585541</c:v>
              </c:pt>
              <c:pt idx="19">
                <c:v>0.9602715269585541</c:v>
              </c:pt>
              <c:pt idx="20">
                <c:v>0.9602715269585541</c:v>
              </c:pt>
              <c:pt idx="21">
                <c:v>0.9602715269585541</c:v>
              </c:pt>
              <c:pt idx="22">
                <c:v>0.9602715269585541</c:v>
              </c:pt>
              <c:pt idx="23">
                <c:v>0.9602715269585541</c:v>
              </c:pt>
              <c:pt idx="24">
                <c:v>0.9602715269585541</c:v>
              </c:pt>
              <c:pt idx="25">
                <c:v>0.9602715269585541</c:v>
              </c:pt>
              <c:pt idx="26">
                <c:v>0.9602715269585541</c:v>
              </c:pt>
              <c:pt idx="27">
                <c:v>0.9602715269585541</c:v>
              </c:pt>
              <c:pt idx="28">
                <c:v>0.9602715269585541</c:v>
              </c:pt>
              <c:pt idx="29">
                <c:v>0.9602715269585541</c:v>
              </c:pt>
              <c:pt idx="30">
                <c:v>0.9602715269585541</c:v>
              </c:pt>
              <c:pt idx="31">
                <c:v>0.9602715269585541</c:v>
              </c:pt>
              <c:pt idx="32">
                <c:v>0.9602715269585541</c:v>
              </c:pt>
              <c:pt idx="33">
                <c:v>0.9602715269585541</c:v>
              </c:pt>
              <c:pt idx="34">
                <c:v>0.9602715269585541</c:v>
              </c:pt>
              <c:pt idx="35">
                <c:v>0.9602715269585541</c:v>
              </c:pt>
              <c:pt idx="36">
                <c:v>0.9602715269585541</c:v>
              </c:pt>
              <c:pt idx="37">
                <c:v>0.9602715269585541</c:v>
              </c:pt>
              <c:pt idx="38">
                <c:v>0.9602715269585541</c:v>
              </c:pt>
              <c:pt idx="39">
                <c:v>0.9602715269585541</c:v>
              </c:pt>
              <c:pt idx="40">
                <c:v>0.9602715269585541</c:v>
              </c:pt>
              <c:pt idx="41">
                <c:v>0.9602715269585541</c:v>
              </c:pt>
              <c:pt idx="42">
                <c:v>0.9602715269585541</c:v>
              </c:pt>
              <c:pt idx="43">
                <c:v>0.9602715269585541</c:v>
              </c:pt>
              <c:pt idx="44">
                <c:v>0.9602715269585541</c:v>
              </c:pt>
              <c:pt idx="45">
                <c:v>0.9602715269585541</c:v>
              </c:pt>
              <c:pt idx="46">
                <c:v>0.9602715269585541</c:v>
              </c:pt>
              <c:pt idx="47">
                <c:v>0.9602715269585541</c:v>
              </c:pt>
              <c:pt idx="48">
                <c:v>0.9602715269585541</c:v>
              </c:pt>
              <c:pt idx="49">
                <c:v>0.9602715269585541</c:v>
              </c:pt>
              <c:pt idx="50">
                <c:v>0.9602715269585541</c:v>
              </c:pt>
              <c:pt idx="51">
                <c:v>0.9602715269585541</c:v>
              </c:pt>
              <c:pt idx="52">
                <c:v>0.9602715269585541</c:v>
              </c:pt>
              <c:pt idx="53">
                <c:v>0.9602715269585541</c:v>
              </c:pt>
              <c:pt idx="54">
                <c:v>0.9602715269585541</c:v>
              </c:pt>
              <c:pt idx="55">
                <c:v>0.9602715269585541</c:v>
              </c:pt>
              <c:pt idx="56">
                <c:v>0.9602715269585541</c:v>
              </c:pt>
              <c:pt idx="57">
                <c:v>0.9602715269585541</c:v>
              </c:pt>
              <c:pt idx="58">
                <c:v>0.9602715269585541</c:v>
              </c:pt>
              <c:pt idx="59">
                <c:v>0.9602715269585541</c:v>
              </c:pt>
              <c:pt idx="60">
                <c:v>0.9602715269585541</c:v>
              </c:pt>
              <c:pt idx="61">
                <c:v>0.9602715269585541</c:v>
              </c:pt>
              <c:pt idx="62">
                <c:v>0.9602715269585541</c:v>
              </c:pt>
              <c:pt idx="63">
                <c:v>0.9602715269585541</c:v>
              </c:pt>
              <c:pt idx="64">
                <c:v>0.9602715269585541</c:v>
              </c:pt>
              <c:pt idx="65">
                <c:v>0.9602715269585541</c:v>
              </c:pt>
              <c:pt idx="66">
                <c:v>0.9602715269585541</c:v>
              </c:pt>
              <c:pt idx="67">
                <c:v>0.9602715269585541</c:v>
              </c:pt>
              <c:pt idx="68">
                <c:v>0.9602715269585541</c:v>
              </c:pt>
              <c:pt idx="69">
                <c:v>0.9602715269585541</c:v>
              </c:pt>
              <c:pt idx="70">
                <c:v>0.9602715269585541</c:v>
              </c:pt>
              <c:pt idx="71">
                <c:v>0.9602715269585541</c:v>
              </c:pt>
              <c:pt idx="72">
                <c:v>0.9602715269585541</c:v>
              </c:pt>
              <c:pt idx="73">
                <c:v>0.9602715269585541</c:v>
              </c:pt>
              <c:pt idx="74">
                <c:v>0.9602715269585541</c:v>
              </c:pt>
              <c:pt idx="75">
                <c:v>0.9602715269585541</c:v>
              </c:pt>
              <c:pt idx="76">
                <c:v>0.9602715269585541</c:v>
              </c:pt>
              <c:pt idx="77">
                <c:v>0.9602715269585541</c:v>
              </c:pt>
              <c:pt idx="78">
                <c:v>0.9602715269585541</c:v>
              </c:pt>
              <c:pt idx="79">
                <c:v>0.9602715269585541</c:v>
              </c:pt>
              <c:pt idx="80">
                <c:v>0.9602715269585541</c:v>
              </c:pt>
              <c:pt idx="81">
                <c:v>0.9602715269585541</c:v>
              </c:pt>
              <c:pt idx="82">
                <c:v>0.9602715269585541</c:v>
              </c:pt>
              <c:pt idx="83">
                <c:v>0.9602715269585541</c:v>
              </c:pt>
              <c:pt idx="84">
                <c:v>0.9602715269585541</c:v>
              </c:pt>
              <c:pt idx="85">
                <c:v>0.9602715269585541</c:v>
              </c:pt>
              <c:pt idx="86">
                <c:v>0.9602715269585541</c:v>
              </c:pt>
              <c:pt idx="87">
                <c:v>0.9602715269585541</c:v>
              </c:pt>
              <c:pt idx="88">
                <c:v>0.9602715269585541</c:v>
              </c:pt>
              <c:pt idx="89">
                <c:v>0.9602715269585541</c:v>
              </c:pt>
              <c:pt idx="90">
                <c:v>0.9602715269585541</c:v>
              </c:pt>
              <c:pt idx="91">
                <c:v>0.9602715269585541</c:v>
              </c:pt>
              <c:pt idx="92">
                <c:v>0.9602715269585541</c:v>
              </c:pt>
              <c:pt idx="93">
                <c:v>0.9602715269585541</c:v>
              </c:pt>
              <c:pt idx="94">
                <c:v>0.9602715269585541</c:v>
              </c:pt>
              <c:pt idx="95">
                <c:v>0.9602715269585541</c:v>
              </c:pt>
              <c:pt idx="96">
                <c:v>0.9602715269585541</c:v>
              </c:pt>
              <c:pt idx="97">
                <c:v>0.9602715269585541</c:v>
              </c:pt>
              <c:pt idx="98">
                <c:v>0.9602715269585541</c:v>
              </c:pt>
              <c:pt idx="99">
                <c:v>0.9602715269585541</c:v>
              </c:pt>
              <c:pt idx="100">
                <c:v>0.9602715269585541</c:v>
              </c:pt>
              <c:pt idx="101">
                <c:v>0.9602715269585541</c:v>
              </c:pt>
              <c:pt idx="102">
                <c:v>0.9602715269585541</c:v>
              </c:pt>
              <c:pt idx="103">
                <c:v>0.9602715269585541</c:v>
              </c:pt>
              <c:pt idx="104">
                <c:v>0.9602715269585541</c:v>
              </c:pt>
              <c:pt idx="105">
                <c:v>0.9602715269585541</c:v>
              </c:pt>
              <c:pt idx="106">
                <c:v>0.9602715269585541</c:v>
              </c:pt>
              <c:pt idx="107">
                <c:v>0.9602715269585541</c:v>
              </c:pt>
              <c:pt idx="108">
                <c:v>0.9602715269585541</c:v>
              </c:pt>
              <c:pt idx="109">
                <c:v>0.9602715269585541</c:v>
              </c:pt>
              <c:pt idx="110">
                <c:v>0.9602715269585541</c:v>
              </c:pt>
              <c:pt idx="111">
                <c:v>0.9602715269585541</c:v>
              </c:pt>
              <c:pt idx="112">
                <c:v>0.9602715269585541</c:v>
              </c:pt>
              <c:pt idx="113">
                <c:v>0.9602715269585541</c:v>
              </c:pt>
              <c:pt idx="114">
                <c:v>0.9602715269585541</c:v>
              </c:pt>
              <c:pt idx="115">
                <c:v>0.9602715269585541</c:v>
              </c:pt>
              <c:pt idx="116">
                <c:v>0.9602715269585541</c:v>
              </c:pt>
              <c:pt idx="117">
                <c:v>0.9602715269585541</c:v>
              </c:pt>
              <c:pt idx="118">
                <c:v>0.9602715269585541</c:v>
              </c:pt>
              <c:pt idx="119">
                <c:v>0.9602715269585541</c:v>
              </c:pt>
              <c:pt idx="120">
                <c:v>0.9602715269585541</c:v>
              </c:pt>
              <c:pt idx="121">
                <c:v>0.9602715269585541</c:v>
              </c:pt>
              <c:pt idx="122">
                <c:v>0.9602715269585541</c:v>
              </c:pt>
              <c:pt idx="123">
                <c:v>0.9602715269585541</c:v>
              </c:pt>
              <c:pt idx="124">
                <c:v>0.9602715269585541</c:v>
              </c:pt>
              <c:pt idx="125">
                <c:v>0.9602715269585541</c:v>
              </c:pt>
              <c:pt idx="126">
                <c:v>0.9602715269585541</c:v>
              </c:pt>
              <c:pt idx="127">
                <c:v>0.9602715269585541</c:v>
              </c:pt>
              <c:pt idx="128">
                <c:v>0.9602715269585541</c:v>
              </c:pt>
              <c:pt idx="129">
                <c:v>0.9602715269585541</c:v>
              </c:pt>
              <c:pt idx="130">
                <c:v>0.9602715269585541</c:v>
              </c:pt>
              <c:pt idx="131">
                <c:v>0.9602715269585541</c:v>
              </c:pt>
              <c:pt idx="132">
                <c:v>0.9602715269585541</c:v>
              </c:pt>
              <c:pt idx="133">
                <c:v>0.9602715269585541</c:v>
              </c:pt>
              <c:pt idx="134">
                <c:v>0.9602715269585541</c:v>
              </c:pt>
              <c:pt idx="135">
                <c:v>0.9602715269585541</c:v>
              </c:pt>
              <c:pt idx="136">
                <c:v>0.9602715269585541</c:v>
              </c:pt>
              <c:pt idx="137">
                <c:v>0.9602715269585541</c:v>
              </c:pt>
              <c:pt idx="138">
                <c:v>0.9602715269585541</c:v>
              </c:pt>
              <c:pt idx="139">
                <c:v>0.9602715269585541</c:v>
              </c:pt>
              <c:pt idx="140">
                <c:v>0.9602715269585541</c:v>
              </c:pt>
              <c:pt idx="141">
                <c:v>0.9602715269585541</c:v>
              </c:pt>
              <c:pt idx="142">
                <c:v>0.9602715269585541</c:v>
              </c:pt>
              <c:pt idx="143">
                <c:v>0.9602715269585541</c:v>
              </c:pt>
              <c:pt idx="144">
                <c:v>0.9602715269585541</c:v>
              </c:pt>
              <c:pt idx="145">
                <c:v>0.9602715269585541</c:v>
              </c:pt>
              <c:pt idx="146">
                <c:v>0.9602715269585541</c:v>
              </c:pt>
              <c:pt idx="147">
                <c:v>0.9602715269585541</c:v>
              </c:pt>
              <c:pt idx="148">
                <c:v>0.9602715269585541</c:v>
              </c:pt>
              <c:pt idx="149">
                <c:v>0.9602715269585541</c:v>
              </c:pt>
              <c:pt idx="150">
                <c:v>0.9602715269585541</c:v>
              </c:pt>
              <c:pt idx="151">
                <c:v>0.9602715269585541</c:v>
              </c:pt>
              <c:pt idx="152">
                <c:v>0.9602715269585541</c:v>
              </c:pt>
              <c:pt idx="153">
                <c:v>0.9602715269585541</c:v>
              </c:pt>
              <c:pt idx="154">
                <c:v>0.9602715269585541</c:v>
              </c:pt>
              <c:pt idx="155">
                <c:v>0.9602715269585541</c:v>
              </c:pt>
              <c:pt idx="156">
                <c:v>0.9602715269585541</c:v>
              </c:pt>
              <c:pt idx="157">
                <c:v>0.9602715269585541</c:v>
              </c:pt>
              <c:pt idx="158">
                <c:v>0.9602715269585541</c:v>
              </c:pt>
              <c:pt idx="159">
                <c:v>0.9602715269585541</c:v>
              </c:pt>
              <c:pt idx="160">
                <c:v>0.9602715269585541</c:v>
              </c:pt>
              <c:pt idx="161">
                <c:v>0.9602715269585541</c:v>
              </c:pt>
              <c:pt idx="162">
                <c:v>0.9602715269585541</c:v>
              </c:pt>
              <c:pt idx="163">
                <c:v>0.9602715269585541</c:v>
              </c:pt>
              <c:pt idx="164">
                <c:v>0.9602715269585541</c:v>
              </c:pt>
              <c:pt idx="165">
                <c:v>0.9602715269585541</c:v>
              </c:pt>
              <c:pt idx="166">
                <c:v>0.9602715269585541</c:v>
              </c:pt>
              <c:pt idx="167">
                <c:v>0.9602715269585541</c:v>
              </c:pt>
              <c:pt idx="168">
                <c:v>0.9602715269585541</c:v>
              </c:pt>
              <c:pt idx="169">
                <c:v>0.9602715269585541</c:v>
              </c:pt>
              <c:pt idx="170">
                <c:v>0.9602715269585541</c:v>
              </c:pt>
              <c:pt idx="171">
                <c:v>0.9602715269585541</c:v>
              </c:pt>
              <c:pt idx="172">
                <c:v>0.9602715269585541</c:v>
              </c:pt>
              <c:pt idx="173">
                <c:v>0.9602715269585541</c:v>
              </c:pt>
              <c:pt idx="174">
                <c:v>0.9602715269585541</c:v>
              </c:pt>
              <c:pt idx="175">
                <c:v>0.9602715269585541</c:v>
              </c:pt>
              <c:pt idx="176">
                <c:v>0.9602715269585541</c:v>
              </c:pt>
              <c:pt idx="177">
                <c:v>0.9602715269585541</c:v>
              </c:pt>
              <c:pt idx="178">
                <c:v>0.9602715269585541</c:v>
              </c:pt>
              <c:pt idx="179">
                <c:v>0.9602715269585541</c:v>
              </c:pt>
              <c:pt idx="180">
                <c:v>0.9602715269585541</c:v>
              </c:pt>
              <c:pt idx="181">
                <c:v>0.9602715269585541</c:v>
              </c:pt>
              <c:pt idx="182">
                <c:v>0.9602715269585541</c:v>
              </c:pt>
              <c:pt idx="183">
                <c:v>0.9602715269585541</c:v>
              </c:pt>
              <c:pt idx="184">
                <c:v>0.9602715269585541</c:v>
              </c:pt>
              <c:pt idx="185">
                <c:v>0.9602715269585541</c:v>
              </c:pt>
              <c:pt idx="186">
                <c:v>0.9602715269585541</c:v>
              </c:pt>
              <c:pt idx="187">
                <c:v>0.9602715269585541</c:v>
              </c:pt>
              <c:pt idx="188">
                <c:v>0.9602715269585541</c:v>
              </c:pt>
              <c:pt idx="189">
                <c:v>0.9602715269585541</c:v>
              </c:pt>
              <c:pt idx="190">
                <c:v>0.9602715269585541</c:v>
              </c:pt>
              <c:pt idx="191">
                <c:v>0.9602715269585541</c:v>
              </c:pt>
              <c:pt idx="192">
                <c:v>0.9602715269585541</c:v>
              </c:pt>
              <c:pt idx="193">
                <c:v>0.9602715269585541</c:v>
              </c:pt>
              <c:pt idx="194">
                <c:v>0.9602715269585541</c:v>
              </c:pt>
              <c:pt idx="195">
                <c:v>0.9602715269585541</c:v>
              </c:pt>
              <c:pt idx="196">
                <c:v>0.9602715269585541</c:v>
              </c:pt>
              <c:pt idx="197">
                <c:v>0.9602715269585541</c:v>
              </c:pt>
              <c:pt idx="198">
                <c:v>0.9602715269585541</c:v>
              </c:pt>
              <c:pt idx="199">
                <c:v>0.9602715269585541</c:v>
              </c:pt>
              <c:pt idx="200">
                <c:v>0.9602715269585541</c:v>
              </c:pt>
              <c:pt idx="201">
                <c:v>0.9602715269585541</c:v>
              </c:pt>
              <c:pt idx="202">
                <c:v>0.9602715269585541</c:v>
              </c:pt>
              <c:pt idx="203">
                <c:v>0.9602715269585541</c:v>
              </c:pt>
              <c:pt idx="204">
                <c:v>0.9602715269585541</c:v>
              </c:pt>
              <c:pt idx="205">
                <c:v>0.9602715269585541</c:v>
              </c:pt>
              <c:pt idx="206">
                <c:v>0.9602715269585541</c:v>
              </c:pt>
              <c:pt idx="207">
                <c:v>0.9602715269585541</c:v>
              </c:pt>
              <c:pt idx="208">
                <c:v>0.9602715269585541</c:v>
              </c:pt>
              <c:pt idx="209">
                <c:v>0.9602715269585541</c:v>
              </c:pt>
              <c:pt idx="210">
                <c:v>0.9602715269585541</c:v>
              </c:pt>
              <c:pt idx="211">
                <c:v>0.9602715269585541</c:v>
              </c:pt>
              <c:pt idx="212">
                <c:v>0.9602715269585541</c:v>
              </c:pt>
              <c:pt idx="213">
                <c:v>0.9602715269585541</c:v>
              </c:pt>
              <c:pt idx="214">
                <c:v>0.9602715269585541</c:v>
              </c:pt>
              <c:pt idx="215">
                <c:v>0.9602715269585541</c:v>
              </c:pt>
              <c:pt idx="216">
                <c:v>0.9602715269585541</c:v>
              </c:pt>
              <c:pt idx="217">
                <c:v>0.9602715269585541</c:v>
              </c:pt>
              <c:pt idx="218">
                <c:v>0.9602715269585541</c:v>
              </c:pt>
              <c:pt idx="219">
                <c:v>0.9602715269585541</c:v>
              </c:pt>
              <c:pt idx="220">
                <c:v>0.9602715269585541</c:v>
              </c:pt>
              <c:pt idx="221">
                <c:v>0.9602715269585541</c:v>
              </c:pt>
              <c:pt idx="222">
                <c:v>0.9602715269585541</c:v>
              </c:pt>
              <c:pt idx="223">
                <c:v>0.9602715269585541</c:v>
              </c:pt>
              <c:pt idx="224">
                <c:v>0.9602715269585541</c:v>
              </c:pt>
              <c:pt idx="225">
                <c:v>0.9602715269585541</c:v>
              </c:pt>
              <c:pt idx="226">
                <c:v>0.9602715269585541</c:v>
              </c:pt>
              <c:pt idx="227">
                <c:v>0.9602715269585541</c:v>
              </c:pt>
              <c:pt idx="228">
                <c:v>0.9602715269585541</c:v>
              </c:pt>
              <c:pt idx="229">
                <c:v>0.9602715269585541</c:v>
              </c:pt>
              <c:pt idx="230">
                <c:v>0.9602715269585541</c:v>
              </c:pt>
              <c:pt idx="231">
                <c:v>0.9602715269585541</c:v>
              </c:pt>
              <c:pt idx="232">
                <c:v>0.9602715269585541</c:v>
              </c:pt>
              <c:pt idx="233">
                <c:v>0.9602715269585541</c:v>
              </c:pt>
              <c:pt idx="234">
                <c:v>0.9602715269585541</c:v>
              </c:pt>
              <c:pt idx="235">
                <c:v>0.9602715269585541</c:v>
              </c:pt>
              <c:pt idx="236">
                <c:v>0.9602715269585541</c:v>
              </c:pt>
              <c:pt idx="237">
                <c:v>0.9602715269585541</c:v>
              </c:pt>
              <c:pt idx="238">
                <c:v>0.9602715269585541</c:v>
              </c:pt>
              <c:pt idx="239">
                <c:v>0.9602715269585541</c:v>
              </c:pt>
              <c:pt idx="240">
                <c:v>0.9602715269585541</c:v>
              </c:pt>
              <c:pt idx="241">
                <c:v>0.9602715269585541</c:v>
              </c:pt>
              <c:pt idx="242">
                <c:v>0.9602715269585541</c:v>
              </c:pt>
              <c:pt idx="243">
                <c:v>0.9602715269585541</c:v>
              </c:pt>
              <c:pt idx="244">
                <c:v>0.9602715269585541</c:v>
              </c:pt>
              <c:pt idx="245">
                <c:v>0.9602715269585541</c:v>
              </c:pt>
              <c:pt idx="246">
                <c:v>0.9602715269585541</c:v>
              </c:pt>
              <c:pt idx="247">
                <c:v>0.9602715269585541</c:v>
              </c:pt>
              <c:pt idx="248">
                <c:v>0.9602715269585541</c:v>
              </c:pt>
              <c:pt idx="249">
                <c:v>0.9602715269585541</c:v>
              </c:pt>
              <c:pt idx="250">
                <c:v>0.9602715269585541</c:v>
              </c:pt>
              <c:pt idx="251">
                <c:v>0.9602715269585541</c:v>
              </c:pt>
              <c:pt idx="252">
                <c:v>0.9602715269585541</c:v>
              </c:pt>
              <c:pt idx="253">
                <c:v>0.9602715269585541</c:v>
              </c:pt>
              <c:pt idx="254">
                <c:v>0.9602715269585541</c:v>
              </c:pt>
              <c:pt idx="255">
                <c:v>0.9602715269585541</c:v>
              </c:pt>
              <c:pt idx="256">
                <c:v>0.9602715269585541</c:v>
              </c:pt>
              <c:pt idx="257">
                <c:v>0.9602715269585541</c:v>
              </c:pt>
              <c:pt idx="258">
                <c:v>0.9602715269585541</c:v>
              </c:pt>
              <c:pt idx="259">
                <c:v>0.9602715269585541</c:v>
              </c:pt>
              <c:pt idx="260">
                <c:v>0.9602715269585541</c:v>
              </c:pt>
              <c:pt idx="261">
                <c:v>0.9602715269585541</c:v>
              </c:pt>
              <c:pt idx="262">
                <c:v>0.9602715269585541</c:v>
              </c:pt>
              <c:pt idx="263">
                <c:v>0.9602715269585541</c:v>
              </c:pt>
              <c:pt idx="264">
                <c:v>0.9602715269585541</c:v>
              </c:pt>
              <c:pt idx="265">
                <c:v>0.9602715269585541</c:v>
              </c:pt>
              <c:pt idx="266">
                <c:v>0.9602715269585541</c:v>
              </c:pt>
              <c:pt idx="267">
                <c:v>0.9602715269585541</c:v>
              </c:pt>
              <c:pt idx="268">
                <c:v>0.9602715269585541</c:v>
              </c:pt>
              <c:pt idx="269">
                <c:v>0.9602715269585541</c:v>
              </c:pt>
              <c:pt idx="270">
                <c:v>0.9602715269585541</c:v>
              </c:pt>
              <c:pt idx="271">
                <c:v>0.9602715269585541</c:v>
              </c:pt>
              <c:pt idx="272">
                <c:v>0.9602715269585541</c:v>
              </c:pt>
              <c:pt idx="273">
                <c:v>0.9602715269585541</c:v>
              </c:pt>
              <c:pt idx="274">
                <c:v>0.9602715269585541</c:v>
              </c:pt>
              <c:pt idx="275">
                <c:v>0.9602715269585541</c:v>
              </c:pt>
              <c:pt idx="276">
                <c:v>0.9602715269585541</c:v>
              </c:pt>
              <c:pt idx="277">
                <c:v>0.9602715269585541</c:v>
              </c:pt>
              <c:pt idx="278">
                <c:v>0.9602715269585541</c:v>
              </c:pt>
              <c:pt idx="279">
                <c:v>0.9602715269585541</c:v>
              </c:pt>
              <c:pt idx="280">
                <c:v>0.9602715269585541</c:v>
              </c:pt>
              <c:pt idx="281">
                <c:v>0.9602715269585541</c:v>
              </c:pt>
              <c:pt idx="282">
                <c:v>0.9602715269585541</c:v>
              </c:pt>
              <c:pt idx="283">
                <c:v>0.9602715269585541</c:v>
              </c:pt>
              <c:pt idx="284">
                <c:v>0.9602715269585541</c:v>
              </c:pt>
              <c:pt idx="285">
                <c:v>0.9602715269585541</c:v>
              </c:pt>
              <c:pt idx="286">
                <c:v>0.9602715269585541</c:v>
              </c:pt>
              <c:pt idx="287">
                <c:v>0.9602715269585541</c:v>
              </c:pt>
              <c:pt idx="288">
                <c:v>0.9602715269585541</c:v>
              </c:pt>
              <c:pt idx="289">
                <c:v>0.9602715269585541</c:v>
              </c:pt>
              <c:pt idx="290">
                <c:v>0.9602715269585541</c:v>
              </c:pt>
              <c:pt idx="291">
                <c:v>0.9602715269585541</c:v>
              </c:pt>
              <c:pt idx="292">
                <c:v>0.9602715269585541</c:v>
              </c:pt>
              <c:pt idx="293">
                <c:v>0.9602715269585541</c:v>
              </c:pt>
              <c:pt idx="294">
                <c:v>0.9602715269585541</c:v>
              </c:pt>
              <c:pt idx="295">
                <c:v>0.9602715269585541</c:v>
              </c:pt>
              <c:pt idx="296">
                <c:v>0.9602715269585541</c:v>
              </c:pt>
              <c:pt idx="297">
                <c:v>0.9602715269585541</c:v>
              </c:pt>
              <c:pt idx="298">
                <c:v>0.9602715269585541</c:v>
              </c:pt>
              <c:pt idx="299">
                <c:v>0.9602715269585541</c:v>
              </c:pt>
              <c:pt idx="300">
                <c:v>0.9602715269585541</c:v>
              </c:pt>
              <c:pt idx="301">
                <c:v>0.9602715269585541</c:v>
              </c:pt>
              <c:pt idx="302">
                <c:v>0.9602715269585541</c:v>
              </c:pt>
              <c:pt idx="303">
                <c:v>0.9602715269585541</c:v>
              </c:pt>
              <c:pt idx="304">
                <c:v>0.9602715269585541</c:v>
              </c:pt>
              <c:pt idx="305">
                <c:v>0.9602715269585541</c:v>
              </c:pt>
              <c:pt idx="306">
                <c:v>0.9602715269585541</c:v>
              </c:pt>
              <c:pt idx="307">
                <c:v>0.9602715269585541</c:v>
              </c:pt>
              <c:pt idx="308">
                <c:v>0.9602715269585541</c:v>
              </c:pt>
              <c:pt idx="309">
                <c:v>0.9602715269585541</c:v>
              </c:pt>
              <c:pt idx="310">
                <c:v>0.9602715269585541</c:v>
              </c:pt>
              <c:pt idx="311">
                <c:v>0.9602715269585541</c:v>
              </c:pt>
              <c:pt idx="312">
                <c:v>0.9602715269585541</c:v>
              </c:pt>
              <c:pt idx="313">
                <c:v>0.9602715269585541</c:v>
              </c:pt>
              <c:pt idx="314">
                <c:v>0.9602715269585541</c:v>
              </c:pt>
              <c:pt idx="315">
                <c:v>0.9602715269585541</c:v>
              </c:pt>
              <c:pt idx="316">
                <c:v>0.9602715269585541</c:v>
              </c:pt>
              <c:pt idx="317">
                <c:v>0.9602715269585541</c:v>
              </c:pt>
              <c:pt idx="318">
                <c:v>0.9602715269585541</c:v>
              </c:pt>
              <c:pt idx="319">
                <c:v>0.9602715269585541</c:v>
              </c:pt>
              <c:pt idx="320">
                <c:v>0.9602715269585541</c:v>
              </c:pt>
              <c:pt idx="321">
                <c:v>0.9602715269585541</c:v>
              </c:pt>
              <c:pt idx="322">
                <c:v>0.9602715269585541</c:v>
              </c:pt>
              <c:pt idx="323">
                <c:v>0.9602715269585541</c:v>
              </c:pt>
            </c:numLit>
          </c:yVal>
          <c:smooth val="0"/>
        </c:ser>
        <c:ser>
          <c:idx val="7"/>
          <c:order val="7"/>
          <c:tx>
            <c:v>Same order, optimal filling</c:v>
          </c:tx>
          <c:spPr>
            <a:noFill xmlns:a="http://schemas.openxmlformats.org/drawingml/2006/main"/>
            <a:ln xmlns:a="http://schemas.openxmlformats.org/drawingml/2006/main" w="0">
              <a:noFill/>
              <a:prstDash val="solid"/>
            </a:ln>
          </c:spPr>
          <c:marker>
            <c:symbol val="circle"/>
            <c:size val="7"/>
            <c:spPr>
              <a:solidFill xmlns:a="http://schemas.openxmlformats.org/drawingml/2006/main">
                <a:srgbClr val="009E73"/>
              </a:solidFill>
            </c:spPr>
          </c:marker>
          <c:xVal>
            <c:numLit>
              <c:formatCode>General</c:formatCode>
              <c:ptCount val="324"/>
              <c:pt idx="0">
                <c:v>1.7941219849936019</c:v>
              </c:pt>
              <c:pt idx="1">
                <c:v>1.7941219849936019</c:v>
              </c:pt>
              <c:pt idx="2">
                <c:v>1.7941219849936019</c:v>
              </c:pt>
              <c:pt idx="3">
                <c:v>1.7941219849936019</c:v>
              </c:pt>
              <c:pt idx="4">
                <c:v>1.7941219849936019</c:v>
              </c:pt>
              <c:pt idx="5">
                <c:v>1.7941219849936019</c:v>
              </c:pt>
              <c:pt idx="6">
                <c:v>1.7941219849936019</c:v>
              </c:pt>
              <c:pt idx="7">
                <c:v>1.7941219849936019</c:v>
              </c:pt>
              <c:pt idx="8">
                <c:v>1.7941219849936019</c:v>
              </c:pt>
              <c:pt idx="9">
                <c:v>1.7941219849936019</c:v>
              </c:pt>
              <c:pt idx="10">
                <c:v>1.7941219849936019</c:v>
              </c:pt>
              <c:pt idx="11">
                <c:v>1.7941219849936019</c:v>
              </c:pt>
              <c:pt idx="12">
                <c:v>1.7941219849936019</c:v>
              </c:pt>
              <c:pt idx="13">
                <c:v>1.7941219849936019</c:v>
              </c:pt>
              <c:pt idx="14">
                <c:v>1.7941219849936019</c:v>
              </c:pt>
              <c:pt idx="15">
                <c:v>1.7941219849936019</c:v>
              </c:pt>
              <c:pt idx="16">
                <c:v>1.7941219849936019</c:v>
              </c:pt>
              <c:pt idx="17">
                <c:v>1.7941219849936019</c:v>
              </c:pt>
              <c:pt idx="18">
                <c:v>1.7941219849936019</c:v>
              </c:pt>
              <c:pt idx="19">
                <c:v>1.7941219849936019</c:v>
              </c:pt>
              <c:pt idx="20">
                <c:v>1.7941219849936019</c:v>
              </c:pt>
              <c:pt idx="21">
                <c:v>1.7941219849936019</c:v>
              </c:pt>
              <c:pt idx="22">
                <c:v>1.7941219849936019</c:v>
              </c:pt>
              <c:pt idx="23">
                <c:v>1.7941219849936019</c:v>
              </c:pt>
              <c:pt idx="24">
                <c:v>1.7941219849936019</c:v>
              </c:pt>
              <c:pt idx="25">
                <c:v>1.7941219849936019</c:v>
              </c:pt>
              <c:pt idx="26">
                <c:v>1.7941219849936019</c:v>
              </c:pt>
              <c:pt idx="27">
                <c:v>1.7941219849936019</c:v>
              </c:pt>
              <c:pt idx="28">
                <c:v>1.7941219849936019</c:v>
              </c:pt>
              <c:pt idx="29">
                <c:v>1.7941219849936019</c:v>
              </c:pt>
              <c:pt idx="30">
                <c:v>1.7941219849936019</c:v>
              </c:pt>
              <c:pt idx="31">
                <c:v>1.7941219849936019</c:v>
              </c:pt>
              <c:pt idx="32">
                <c:v>1.7941219849936019</c:v>
              </c:pt>
              <c:pt idx="33">
                <c:v>1.7941219849936019</c:v>
              </c:pt>
              <c:pt idx="34">
                <c:v>1.7941219849936019</c:v>
              </c:pt>
              <c:pt idx="35">
                <c:v>1.7941219849936019</c:v>
              </c:pt>
              <c:pt idx="36">
                <c:v>1.7941219849936019</c:v>
              </c:pt>
              <c:pt idx="37">
                <c:v>1.7941219849936019</c:v>
              </c:pt>
              <c:pt idx="38">
                <c:v>1.7941219849936019</c:v>
              </c:pt>
              <c:pt idx="39">
                <c:v>1.7941219849936019</c:v>
              </c:pt>
              <c:pt idx="40">
                <c:v>1.7941219849936019</c:v>
              </c:pt>
              <c:pt idx="41">
                <c:v>1.7941219849936019</c:v>
              </c:pt>
              <c:pt idx="42">
                <c:v>1.7941219849936019</c:v>
              </c:pt>
              <c:pt idx="43">
                <c:v>1.7941219849936019</c:v>
              </c:pt>
              <c:pt idx="44">
                <c:v>1.7941219849936019</c:v>
              </c:pt>
              <c:pt idx="45">
                <c:v>1.7941219849936019</c:v>
              </c:pt>
              <c:pt idx="46">
                <c:v>1.7941219849936019</c:v>
              </c:pt>
              <c:pt idx="47">
                <c:v>1.7941219849936019</c:v>
              </c:pt>
              <c:pt idx="48">
                <c:v>1.7941219849936019</c:v>
              </c:pt>
              <c:pt idx="49">
                <c:v>1.7941219849936019</c:v>
              </c:pt>
              <c:pt idx="50">
                <c:v>1.7941219849936019</c:v>
              </c:pt>
              <c:pt idx="51">
                <c:v>1.7941219849936019</c:v>
              </c:pt>
              <c:pt idx="52">
                <c:v>1.7941219849936019</c:v>
              </c:pt>
              <c:pt idx="53">
                <c:v>1.7941219849936019</c:v>
              </c:pt>
              <c:pt idx="54">
                <c:v>1.7941219849936019</c:v>
              </c:pt>
              <c:pt idx="55">
                <c:v>1.7941219849936019</c:v>
              </c:pt>
              <c:pt idx="56">
                <c:v>1.7941219849936019</c:v>
              </c:pt>
              <c:pt idx="57">
                <c:v>1.7941219849936019</c:v>
              </c:pt>
              <c:pt idx="58">
                <c:v>1.7941219849936019</c:v>
              </c:pt>
              <c:pt idx="59">
                <c:v>1.7941219849936019</c:v>
              </c:pt>
              <c:pt idx="60">
                <c:v>1.7941219849936019</c:v>
              </c:pt>
              <c:pt idx="61">
                <c:v>1.7941219849936019</c:v>
              </c:pt>
              <c:pt idx="62">
                <c:v>1.7941219849936019</c:v>
              </c:pt>
              <c:pt idx="63">
                <c:v>1.7941219849936019</c:v>
              </c:pt>
              <c:pt idx="64">
                <c:v>1.7941219849936019</c:v>
              </c:pt>
              <c:pt idx="65">
                <c:v>1.7941219849936019</c:v>
              </c:pt>
              <c:pt idx="66">
                <c:v>1.7941219849936019</c:v>
              </c:pt>
              <c:pt idx="67">
                <c:v>1.7941219849936019</c:v>
              </c:pt>
              <c:pt idx="68">
                <c:v>1.7941219849936019</c:v>
              </c:pt>
              <c:pt idx="69">
                <c:v>1.7941219849936019</c:v>
              </c:pt>
              <c:pt idx="70">
                <c:v>1.7941219849936019</c:v>
              </c:pt>
              <c:pt idx="71">
                <c:v>1.7941219849936019</c:v>
              </c:pt>
              <c:pt idx="72">
                <c:v>1.7941219849936019</c:v>
              </c:pt>
              <c:pt idx="73">
                <c:v>1.7941219849936019</c:v>
              </c:pt>
              <c:pt idx="74">
                <c:v>1.7941219849936019</c:v>
              </c:pt>
              <c:pt idx="75">
                <c:v>1.7941219849936019</c:v>
              </c:pt>
              <c:pt idx="76">
                <c:v>1.7941219849936019</c:v>
              </c:pt>
              <c:pt idx="77">
                <c:v>1.7941219849936019</c:v>
              </c:pt>
              <c:pt idx="78">
                <c:v>1.7941219849936019</c:v>
              </c:pt>
              <c:pt idx="79">
                <c:v>1.7941219849936019</c:v>
              </c:pt>
              <c:pt idx="80">
                <c:v>1.7941219849936019</c:v>
              </c:pt>
              <c:pt idx="81">
                <c:v>1.7941219849936019</c:v>
              </c:pt>
              <c:pt idx="82">
                <c:v>1.7941219849936019</c:v>
              </c:pt>
              <c:pt idx="83">
                <c:v>1.7941219849936019</c:v>
              </c:pt>
              <c:pt idx="84">
                <c:v>1.7941219849936019</c:v>
              </c:pt>
              <c:pt idx="85">
                <c:v>1.7941219849936019</c:v>
              </c:pt>
              <c:pt idx="86">
                <c:v>1.7941219849936019</c:v>
              </c:pt>
              <c:pt idx="87">
                <c:v>1.7941219849936019</c:v>
              </c:pt>
              <c:pt idx="88">
                <c:v>1.7941219849936019</c:v>
              </c:pt>
              <c:pt idx="89">
                <c:v>1.7941219849936019</c:v>
              </c:pt>
              <c:pt idx="90">
                <c:v>1.7941219849936019</c:v>
              </c:pt>
              <c:pt idx="91">
                <c:v>1.7941219849936019</c:v>
              </c:pt>
              <c:pt idx="92">
                <c:v>1.7941219849936019</c:v>
              </c:pt>
              <c:pt idx="93">
                <c:v>1.7941219849936019</c:v>
              </c:pt>
              <c:pt idx="94">
                <c:v>1.7941219849936019</c:v>
              </c:pt>
              <c:pt idx="95">
                <c:v>1.7941219849936019</c:v>
              </c:pt>
              <c:pt idx="96">
                <c:v>1.7941219849936019</c:v>
              </c:pt>
              <c:pt idx="97">
                <c:v>1.7941219849936019</c:v>
              </c:pt>
              <c:pt idx="98">
                <c:v>1.7941219849936019</c:v>
              </c:pt>
              <c:pt idx="99">
                <c:v>1.7941219849936019</c:v>
              </c:pt>
              <c:pt idx="100">
                <c:v>1.7941219849936019</c:v>
              </c:pt>
              <c:pt idx="101">
                <c:v>1.7941219849936019</c:v>
              </c:pt>
              <c:pt idx="102">
                <c:v>1.7941219849936019</c:v>
              </c:pt>
              <c:pt idx="103">
                <c:v>1.7941219849936019</c:v>
              </c:pt>
              <c:pt idx="104">
                <c:v>1.7941219849936019</c:v>
              </c:pt>
              <c:pt idx="105">
                <c:v>1.7941219849936019</c:v>
              </c:pt>
              <c:pt idx="106">
                <c:v>1.7941219849936019</c:v>
              </c:pt>
              <c:pt idx="107">
                <c:v>1.7941219849936019</c:v>
              </c:pt>
              <c:pt idx="108">
                <c:v>1.7941219849936019</c:v>
              </c:pt>
              <c:pt idx="109">
                <c:v>1.7941219849936019</c:v>
              </c:pt>
              <c:pt idx="110">
                <c:v>1.7941219849936019</c:v>
              </c:pt>
              <c:pt idx="111">
                <c:v>1.7941219849936019</c:v>
              </c:pt>
              <c:pt idx="112">
                <c:v>1.7941219849936019</c:v>
              </c:pt>
              <c:pt idx="113">
                <c:v>1.7941219849936019</c:v>
              </c:pt>
              <c:pt idx="114">
                <c:v>1.7941219849936019</c:v>
              </c:pt>
              <c:pt idx="115">
                <c:v>1.7941219849936019</c:v>
              </c:pt>
              <c:pt idx="116">
                <c:v>1.7941219849936019</c:v>
              </c:pt>
              <c:pt idx="117">
                <c:v>1.7941219849936019</c:v>
              </c:pt>
              <c:pt idx="118">
                <c:v>1.7941219849936019</c:v>
              </c:pt>
              <c:pt idx="119">
                <c:v>1.7941219849936019</c:v>
              </c:pt>
              <c:pt idx="120">
                <c:v>1.7941219849936019</c:v>
              </c:pt>
              <c:pt idx="121">
                <c:v>1.7941219849936019</c:v>
              </c:pt>
              <c:pt idx="122">
                <c:v>1.7941219849936019</c:v>
              </c:pt>
              <c:pt idx="123">
                <c:v>1.7941219849936019</c:v>
              </c:pt>
              <c:pt idx="124">
                <c:v>1.7941219849936019</c:v>
              </c:pt>
              <c:pt idx="125">
                <c:v>1.7941219849936019</c:v>
              </c:pt>
              <c:pt idx="126">
                <c:v>1.7941219849936019</c:v>
              </c:pt>
              <c:pt idx="127">
                <c:v>1.7941219849936019</c:v>
              </c:pt>
              <c:pt idx="128">
                <c:v>1.7941219849936019</c:v>
              </c:pt>
              <c:pt idx="129">
                <c:v>1.7941219849936019</c:v>
              </c:pt>
              <c:pt idx="130">
                <c:v>1.7941219849936019</c:v>
              </c:pt>
              <c:pt idx="131">
                <c:v>1.7941219849936019</c:v>
              </c:pt>
              <c:pt idx="132">
                <c:v>1.7941219849936019</c:v>
              </c:pt>
              <c:pt idx="133">
                <c:v>1.7941219849936019</c:v>
              </c:pt>
              <c:pt idx="134">
                <c:v>1.7941219849936019</c:v>
              </c:pt>
              <c:pt idx="135">
                <c:v>1.7941219849936019</c:v>
              </c:pt>
              <c:pt idx="136">
                <c:v>1.7941219849936019</c:v>
              </c:pt>
              <c:pt idx="137">
                <c:v>1.7941219849936019</c:v>
              </c:pt>
              <c:pt idx="138">
                <c:v>1.7941219849936019</c:v>
              </c:pt>
              <c:pt idx="139">
                <c:v>1.7941219849936019</c:v>
              </c:pt>
              <c:pt idx="140">
                <c:v>1.7941219849936019</c:v>
              </c:pt>
              <c:pt idx="141">
                <c:v>1.7941219849936019</c:v>
              </c:pt>
              <c:pt idx="142">
                <c:v>1.7941219849936019</c:v>
              </c:pt>
              <c:pt idx="143">
                <c:v>1.7941219849936019</c:v>
              </c:pt>
              <c:pt idx="144">
                <c:v>1.7941219849936019</c:v>
              </c:pt>
              <c:pt idx="145">
                <c:v>1.7941219849936019</c:v>
              </c:pt>
              <c:pt idx="146">
                <c:v>1.7941219849936019</c:v>
              </c:pt>
              <c:pt idx="147">
                <c:v>1.7941219849936019</c:v>
              </c:pt>
              <c:pt idx="148">
                <c:v>1.7941219849936019</c:v>
              </c:pt>
              <c:pt idx="149">
                <c:v>1.7941219849936019</c:v>
              </c:pt>
              <c:pt idx="150">
                <c:v>1.7941219849936019</c:v>
              </c:pt>
              <c:pt idx="151">
                <c:v>1.7941219849936019</c:v>
              </c:pt>
              <c:pt idx="152">
                <c:v>1.7941219849936019</c:v>
              </c:pt>
              <c:pt idx="153">
                <c:v>1.7941219849936019</c:v>
              </c:pt>
              <c:pt idx="154">
                <c:v>1.7941219849936019</c:v>
              </c:pt>
              <c:pt idx="155">
                <c:v>1.7941219849936019</c:v>
              </c:pt>
              <c:pt idx="156">
                <c:v>1.7941219849936019</c:v>
              </c:pt>
              <c:pt idx="157">
                <c:v>1.7941219849936019</c:v>
              </c:pt>
              <c:pt idx="158">
                <c:v>1.7941219849936019</c:v>
              </c:pt>
              <c:pt idx="159">
                <c:v>1.7941219849936019</c:v>
              </c:pt>
              <c:pt idx="160">
                <c:v>1.7941219849936019</c:v>
              </c:pt>
              <c:pt idx="161">
                <c:v>1.7941219849936019</c:v>
              </c:pt>
              <c:pt idx="162">
                <c:v>1.7941219849936019</c:v>
              </c:pt>
              <c:pt idx="163">
                <c:v>1.7941219849936019</c:v>
              </c:pt>
              <c:pt idx="164">
                <c:v>1.7941219849936019</c:v>
              </c:pt>
              <c:pt idx="165">
                <c:v>1.7941219849936019</c:v>
              </c:pt>
              <c:pt idx="166">
                <c:v>1.7941219849936019</c:v>
              </c:pt>
              <c:pt idx="167">
                <c:v>1.7941219849936019</c:v>
              </c:pt>
              <c:pt idx="168">
                <c:v>1.7941219849936019</c:v>
              </c:pt>
              <c:pt idx="169">
                <c:v>1.7941219849936019</c:v>
              </c:pt>
              <c:pt idx="170">
                <c:v>1.7941219849936019</c:v>
              </c:pt>
              <c:pt idx="171">
                <c:v>1.7941219849936019</c:v>
              </c:pt>
              <c:pt idx="172">
                <c:v>1.7941219849936019</c:v>
              </c:pt>
              <c:pt idx="173">
                <c:v>1.7941219849936019</c:v>
              </c:pt>
              <c:pt idx="174">
                <c:v>1.7941219849936019</c:v>
              </c:pt>
              <c:pt idx="175">
                <c:v>1.7941219849936019</c:v>
              </c:pt>
              <c:pt idx="176">
                <c:v>1.7941219849936019</c:v>
              </c:pt>
              <c:pt idx="177">
                <c:v>1.7941219849936019</c:v>
              </c:pt>
              <c:pt idx="178">
                <c:v>1.7941219849936019</c:v>
              </c:pt>
              <c:pt idx="179">
                <c:v>1.7941219849936019</c:v>
              </c:pt>
              <c:pt idx="180">
                <c:v>1.7941219849936019</c:v>
              </c:pt>
              <c:pt idx="181">
                <c:v>1.7941219849936019</c:v>
              </c:pt>
              <c:pt idx="182">
                <c:v>1.7941219849936019</c:v>
              </c:pt>
              <c:pt idx="183">
                <c:v>1.7941219849936019</c:v>
              </c:pt>
              <c:pt idx="184">
                <c:v>1.7941219849936019</c:v>
              </c:pt>
              <c:pt idx="185">
                <c:v>1.7941219849936019</c:v>
              </c:pt>
              <c:pt idx="186">
                <c:v>1.7941219849936019</c:v>
              </c:pt>
              <c:pt idx="187">
                <c:v>1.7941219849936019</c:v>
              </c:pt>
              <c:pt idx="188">
                <c:v>1.7941219849936019</c:v>
              </c:pt>
              <c:pt idx="189">
                <c:v>1.7941219849936019</c:v>
              </c:pt>
              <c:pt idx="190">
                <c:v>1.7941219849936019</c:v>
              </c:pt>
              <c:pt idx="191">
                <c:v>1.7941219849936019</c:v>
              </c:pt>
              <c:pt idx="192">
                <c:v>1.7941219849936019</c:v>
              </c:pt>
              <c:pt idx="193">
                <c:v>1.7941219849936019</c:v>
              </c:pt>
              <c:pt idx="194">
                <c:v>1.7941219849936019</c:v>
              </c:pt>
              <c:pt idx="195">
                <c:v>1.7941219849936019</c:v>
              </c:pt>
              <c:pt idx="196">
                <c:v>1.7941219849936019</c:v>
              </c:pt>
              <c:pt idx="197">
                <c:v>1.7941219849936019</c:v>
              </c:pt>
              <c:pt idx="198">
                <c:v>1.7941219849936019</c:v>
              </c:pt>
              <c:pt idx="199">
                <c:v>1.7941219849936019</c:v>
              </c:pt>
              <c:pt idx="200">
                <c:v>1.7941219849936019</c:v>
              </c:pt>
              <c:pt idx="201">
                <c:v>1.7941219849936019</c:v>
              </c:pt>
              <c:pt idx="202">
                <c:v>1.7941219849936019</c:v>
              </c:pt>
              <c:pt idx="203">
                <c:v>1.7941219849936019</c:v>
              </c:pt>
              <c:pt idx="204">
                <c:v>1.7941219849936019</c:v>
              </c:pt>
              <c:pt idx="205">
                <c:v>1.7941219849936019</c:v>
              </c:pt>
              <c:pt idx="206">
                <c:v>1.7941219849936019</c:v>
              </c:pt>
              <c:pt idx="207">
                <c:v>1.7941219849936019</c:v>
              </c:pt>
              <c:pt idx="208">
                <c:v>1.7941219849936019</c:v>
              </c:pt>
              <c:pt idx="209">
                <c:v>1.7941219849936019</c:v>
              </c:pt>
              <c:pt idx="210">
                <c:v>1.7941219849936019</c:v>
              </c:pt>
              <c:pt idx="211">
                <c:v>1.7941219849936019</c:v>
              </c:pt>
              <c:pt idx="212">
                <c:v>1.7941219849936019</c:v>
              </c:pt>
              <c:pt idx="213">
                <c:v>1.7941219849936019</c:v>
              </c:pt>
              <c:pt idx="214">
                <c:v>1.7941219849936019</c:v>
              </c:pt>
              <c:pt idx="215">
                <c:v>1.7941219849936019</c:v>
              </c:pt>
              <c:pt idx="216">
                <c:v>1.7941219849936019</c:v>
              </c:pt>
              <c:pt idx="217">
                <c:v>1.7941219849936019</c:v>
              </c:pt>
              <c:pt idx="218">
                <c:v>1.7941219849936019</c:v>
              </c:pt>
              <c:pt idx="219">
                <c:v>1.7941219849936019</c:v>
              </c:pt>
              <c:pt idx="220">
                <c:v>1.7941219849936019</c:v>
              </c:pt>
              <c:pt idx="221">
                <c:v>1.7941219849936019</c:v>
              </c:pt>
              <c:pt idx="222">
                <c:v>1.7941219849936019</c:v>
              </c:pt>
              <c:pt idx="223">
                <c:v>1.7941219849936019</c:v>
              </c:pt>
              <c:pt idx="224">
                <c:v>1.7941219849936019</c:v>
              </c:pt>
              <c:pt idx="225">
                <c:v>1.7941219849936019</c:v>
              </c:pt>
              <c:pt idx="226">
                <c:v>1.7941219849936019</c:v>
              </c:pt>
              <c:pt idx="227">
                <c:v>1.7941219849936019</c:v>
              </c:pt>
              <c:pt idx="228">
                <c:v>1.7941219849936019</c:v>
              </c:pt>
              <c:pt idx="229">
                <c:v>1.7941219849936019</c:v>
              </c:pt>
              <c:pt idx="230">
                <c:v>1.7941219849936019</c:v>
              </c:pt>
              <c:pt idx="231">
                <c:v>1.7941219849936019</c:v>
              </c:pt>
              <c:pt idx="232">
                <c:v>1.7941219849936019</c:v>
              </c:pt>
              <c:pt idx="233">
                <c:v>1.7941219849936019</c:v>
              </c:pt>
              <c:pt idx="234">
                <c:v>1.7941219849936019</c:v>
              </c:pt>
              <c:pt idx="235">
                <c:v>1.7941219849936019</c:v>
              </c:pt>
              <c:pt idx="236">
                <c:v>1.7941219849936019</c:v>
              </c:pt>
              <c:pt idx="237">
                <c:v>1.7941219849936019</c:v>
              </c:pt>
              <c:pt idx="238">
                <c:v>1.7941219849936019</c:v>
              </c:pt>
              <c:pt idx="239">
                <c:v>1.7941219849936019</c:v>
              </c:pt>
              <c:pt idx="240">
                <c:v>1.7941219849936019</c:v>
              </c:pt>
              <c:pt idx="241">
                <c:v>1.7941219849936019</c:v>
              </c:pt>
              <c:pt idx="242">
                <c:v>1.7941219849936019</c:v>
              </c:pt>
              <c:pt idx="243">
                <c:v>1.7941219849936019</c:v>
              </c:pt>
              <c:pt idx="244">
                <c:v>1.7941219849936019</c:v>
              </c:pt>
              <c:pt idx="245">
                <c:v>1.7941219849936019</c:v>
              </c:pt>
              <c:pt idx="246">
                <c:v>1.7941219849936019</c:v>
              </c:pt>
              <c:pt idx="247">
                <c:v>1.7941219849936019</c:v>
              </c:pt>
              <c:pt idx="248">
                <c:v>1.7941219849936019</c:v>
              </c:pt>
              <c:pt idx="249">
                <c:v>1.7941219849936019</c:v>
              </c:pt>
              <c:pt idx="250">
                <c:v>1.7941219849936019</c:v>
              </c:pt>
              <c:pt idx="251">
                <c:v>1.7941219849936019</c:v>
              </c:pt>
              <c:pt idx="252">
                <c:v>1.7941219849936019</c:v>
              </c:pt>
              <c:pt idx="253">
                <c:v>1.7941219849936019</c:v>
              </c:pt>
              <c:pt idx="254">
                <c:v>1.7941219849936019</c:v>
              </c:pt>
              <c:pt idx="255">
                <c:v>1.7941219849936019</c:v>
              </c:pt>
              <c:pt idx="256">
                <c:v>1.7941219849936019</c:v>
              </c:pt>
              <c:pt idx="257">
                <c:v>1.7941219849936019</c:v>
              </c:pt>
              <c:pt idx="258">
                <c:v>1.7941219849936019</c:v>
              </c:pt>
              <c:pt idx="259">
                <c:v>1.7941219849936019</c:v>
              </c:pt>
              <c:pt idx="260">
                <c:v>1.7941219849936019</c:v>
              </c:pt>
              <c:pt idx="261">
                <c:v>1.7941219849936019</c:v>
              </c:pt>
              <c:pt idx="262">
                <c:v>1.7941219849936019</c:v>
              </c:pt>
              <c:pt idx="263">
                <c:v>1.7941219849936019</c:v>
              </c:pt>
              <c:pt idx="264">
                <c:v>1.7941219849936019</c:v>
              </c:pt>
              <c:pt idx="265">
                <c:v>1.7941219849936019</c:v>
              </c:pt>
              <c:pt idx="266">
                <c:v>1.7941219849936019</c:v>
              </c:pt>
              <c:pt idx="267">
                <c:v>1.7941219849936019</c:v>
              </c:pt>
              <c:pt idx="268">
                <c:v>1.7941219849936019</c:v>
              </c:pt>
              <c:pt idx="269">
                <c:v>1.7941219849936019</c:v>
              </c:pt>
              <c:pt idx="270">
                <c:v>1.7941219849936019</c:v>
              </c:pt>
              <c:pt idx="271">
                <c:v>1.7941219849936019</c:v>
              </c:pt>
              <c:pt idx="272">
                <c:v>1.7941219849936019</c:v>
              </c:pt>
              <c:pt idx="273">
                <c:v>1.7941219849936019</c:v>
              </c:pt>
              <c:pt idx="274">
                <c:v>1.7941219849936019</c:v>
              </c:pt>
              <c:pt idx="275">
                <c:v>1.7941219849936019</c:v>
              </c:pt>
              <c:pt idx="276">
                <c:v>1.7941219849936019</c:v>
              </c:pt>
              <c:pt idx="277">
                <c:v>1.7941219849936019</c:v>
              </c:pt>
              <c:pt idx="278">
                <c:v>1.7941219849936019</c:v>
              </c:pt>
              <c:pt idx="279">
                <c:v>1.7941219849936019</c:v>
              </c:pt>
              <c:pt idx="280">
                <c:v>1.7941219849936019</c:v>
              </c:pt>
              <c:pt idx="281">
                <c:v>1.7941219849936019</c:v>
              </c:pt>
              <c:pt idx="282">
                <c:v>1.7941219849936019</c:v>
              </c:pt>
              <c:pt idx="283">
                <c:v>1.7941219849936019</c:v>
              </c:pt>
              <c:pt idx="284">
                <c:v>1.7941219849936019</c:v>
              </c:pt>
              <c:pt idx="285">
                <c:v>1.7941219849936019</c:v>
              </c:pt>
              <c:pt idx="286">
                <c:v>1.7941219849936019</c:v>
              </c:pt>
              <c:pt idx="287">
                <c:v>1.7941219849936019</c:v>
              </c:pt>
              <c:pt idx="288">
                <c:v>1.7941219849936019</c:v>
              </c:pt>
              <c:pt idx="289">
                <c:v>1.7941219849936019</c:v>
              </c:pt>
              <c:pt idx="290">
                <c:v>1.7941219849936019</c:v>
              </c:pt>
              <c:pt idx="291">
                <c:v>1.7941219849936019</c:v>
              </c:pt>
              <c:pt idx="292">
                <c:v>1.7941219849936019</c:v>
              </c:pt>
              <c:pt idx="293">
                <c:v>1.7941219849936019</c:v>
              </c:pt>
              <c:pt idx="294">
                <c:v>1.7941219849936019</c:v>
              </c:pt>
              <c:pt idx="295">
                <c:v>1.7941219849936019</c:v>
              </c:pt>
              <c:pt idx="296">
                <c:v>1.7941219849936019</c:v>
              </c:pt>
              <c:pt idx="297">
                <c:v>1.7941219849936019</c:v>
              </c:pt>
              <c:pt idx="298">
                <c:v>1.7941219849936019</c:v>
              </c:pt>
              <c:pt idx="299">
                <c:v>1.7941219849936019</c:v>
              </c:pt>
              <c:pt idx="300">
                <c:v>1.7941219849936019</c:v>
              </c:pt>
              <c:pt idx="301">
                <c:v>1.7941219849936019</c:v>
              </c:pt>
              <c:pt idx="302">
                <c:v>1.7941219849936019</c:v>
              </c:pt>
              <c:pt idx="303">
                <c:v>1.7941219849936019</c:v>
              </c:pt>
              <c:pt idx="304">
                <c:v>1.7941219849936019</c:v>
              </c:pt>
              <c:pt idx="305">
                <c:v>1.7941219849936019</c:v>
              </c:pt>
              <c:pt idx="306">
                <c:v>1.7941219849936019</c:v>
              </c:pt>
              <c:pt idx="307">
                <c:v>1.7941219849936019</c:v>
              </c:pt>
              <c:pt idx="308">
                <c:v>1.7941219849936019</c:v>
              </c:pt>
              <c:pt idx="309">
                <c:v>1.7941219849936019</c:v>
              </c:pt>
              <c:pt idx="310">
                <c:v>1.7941219849936019</c:v>
              </c:pt>
              <c:pt idx="311">
                <c:v>1.7941219849936019</c:v>
              </c:pt>
              <c:pt idx="312">
                <c:v>1.7941219849936019</c:v>
              </c:pt>
              <c:pt idx="313">
                <c:v>1.7941219849936019</c:v>
              </c:pt>
              <c:pt idx="314">
                <c:v>1.7941219849936019</c:v>
              </c:pt>
              <c:pt idx="315">
                <c:v>1.7941219849936019</c:v>
              </c:pt>
              <c:pt idx="316">
                <c:v>1.7941219849936019</c:v>
              </c:pt>
              <c:pt idx="317">
                <c:v>1.7941219849936019</c:v>
              </c:pt>
              <c:pt idx="318">
                <c:v>1.7941219849936019</c:v>
              </c:pt>
              <c:pt idx="319">
                <c:v>1.7941219849936019</c:v>
              </c:pt>
              <c:pt idx="320">
                <c:v>1.7941219849936019</c:v>
              </c:pt>
              <c:pt idx="321">
                <c:v>1.7941219849936019</c:v>
              </c:pt>
              <c:pt idx="322">
                <c:v>1.7941219849936019</c:v>
              </c:pt>
              <c:pt idx="323">
                <c:v>1.7941219849936019</c:v>
              </c:pt>
            </c:numLit>
          </c:xVal>
          <c:yVal>
            <c:numLit>
              <c:formatCode>0.0</c:formatCode>
              <c:ptCount val="324"/>
              <c:pt idx="0">
                <c:v>0.7995948413183116</c:v>
              </c:pt>
              <c:pt idx="1">
                <c:v>0.7995948413183116</c:v>
              </c:pt>
              <c:pt idx="2">
                <c:v>0.7995948413183116</c:v>
              </c:pt>
              <c:pt idx="3">
                <c:v>0.7995948413183116</c:v>
              </c:pt>
              <c:pt idx="4">
                <c:v>0.7995948413183116</c:v>
              </c:pt>
              <c:pt idx="5">
                <c:v>0.7995948413183116</c:v>
              </c:pt>
              <c:pt idx="6">
                <c:v>0.7995948413183116</c:v>
              </c:pt>
              <c:pt idx="7">
                <c:v>0.7995948413183116</c:v>
              </c:pt>
              <c:pt idx="8">
                <c:v>0.7995948413183116</c:v>
              </c:pt>
              <c:pt idx="9">
                <c:v>0.7995948413183116</c:v>
              </c:pt>
              <c:pt idx="10">
                <c:v>0.7995948413183116</c:v>
              </c:pt>
              <c:pt idx="11">
                <c:v>0.7995948413183116</c:v>
              </c:pt>
              <c:pt idx="12">
                <c:v>0.7995948413183116</c:v>
              </c:pt>
              <c:pt idx="13">
                <c:v>0.7995948413183116</c:v>
              </c:pt>
              <c:pt idx="14">
                <c:v>0.7995948413183116</c:v>
              </c:pt>
              <c:pt idx="15">
                <c:v>0.7995948413183116</c:v>
              </c:pt>
              <c:pt idx="16">
                <c:v>0.7995948413183116</c:v>
              </c:pt>
              <c:pt idx="17">
                <c:v>0.7995948413183116</c:v>
              </c:pt>
              <c:pt idx="18">
                <c:v>0.7995948413183116</c:v>
              </c:pt>
              <c:pt idx="19">
                <c:v>0.7995948413183116</c:v>
              </c:pt>
              <c:pt idx="20">
                <c:v>0.7995948413183116</c:v>
              </c:pt>
              <c:pt idx="21">
                <c:v>0.7995948413183116</c:v>
              </c:pt>
              <c:pt idx="22">
                <c:v>0.7995948413183116</c:v>
              </c:pt>
              <c:pt idx="23">
                <c:v>0.7995948413183116</c:v>
              </c:pt>
              <c:pt idx="24">
                <c:v>0.7995948413183116</c:v>
              </c:pt>
              <c:pt idx="25">
                <c:v>0.7995948413183116</c:v>
              </c:pt>
              <c:pt idx="26">
                <c:v>0.7995948413183116</c:v>
              </c:pt>
              <c:pt idx="27">
                <c:v>0.7995948413183116</c:v>
              </c:pt>
              <c:pt idx="28">
                <c:v>0.7995948413183116</c:v>
              </c:pt>
              <c:pt idx="29">
                <c:v>0.7995948413183116</c:v>
              </c:pt>
              <c:pt idx="30">
                <c:v>0.7995948413183116</c:v>
              </c:pt>
              <c:pt idx="31">
                <c:v>0.7995948413183116</c:v>
              </c:pt>
              <c:pt idx="32">
                <c:v>0.7995948413183116</c:v>
              </c:pt>
              <c:pt idx="33">
                <c:v>0.7995948413183116</c:v>
              </c:pt>
              <c:pt idx="34">
                <c:v>0.7995948413183116</c:v>
              </c:pt>
              <c:pt idx="35">
                <c:v>0.7995948413183116</c:v>
              </c:pt>
              <c:pt idx="36">
                <c:v>0.7995948413183116</c:v>
              </c:pt>
              <c:pt idx="37">
                <c:v>0.7995948413183116</c:v>
              </c:pt>
              <c:pt idx="38">
                <c:v>0.7995948413183116</c:v>
              </c:pt>
              <c:pt idx="39">
                <c:v>0.7995948413183116</c:v>
              </c:pt>
              <c:pt idx="40">
                <c:v>0.7995948413183116</c:v>
              </c:pt>
              <c:pt idx="41">
                <c:v>0.7995948413183116</c:v>
              </c:pt>
              <c:pt idx="42">
                <c:v>0.7995948413183116</c:v>
              </c:pt>
              <c:pt idx="43">
                <c:v>0.7995948413183116</c:v>
              </c:pt>
              <c:pt idx="44">
                <c:v>0.7995948413183116</c:v>
              </c:pt>
              <c:pt idx="45">
                <c:v>0.7995948413183116</c:v>
              </c:pt>
              <c:pt idx="46">
                <c:v>0.7995948413183116</c:v>
              </c:pt>
              <c:pt idx="47">
                <c:v>0.7995948413183116</c:v>
              </c:pt>
              <c:pt idx="48">
                <c:v>0.7995948413183116</c:v>
              </c:pt>
              <c:pt idx="49">
                <c:v>0.7995948413183116</c:v>
              </c:pt>
              <c:pt idx="50">
                <c:v>0.7995948413183116</c:v>
              </c:pt>
              <c:pt idx="51">
                <c:v>0.7995948413183116</c:v>
              </c:pt>
              <c:pt idx="52">
                <c:v>0.7995948413183116</c:v>
              </c:pt>
              <c:pt idx="53">
                <c:v>0.7995948413183116</c:v>
              </c:pt>
              <c:pt idx="54">
                <c:v>0.7995948413183116</c:v>
              </c:pt>
              <c:pt idx="55">
                <c:v>0.7995948413183116</c:v>
              </c:pt>
              <c:pt idx="56">
                <c:v>0.7995948413183116</c:v>
              </c:pt>
              <c:pt idx="57">
                <c:v>0.7995948413183116</c:v>
              </c:pt>
              <c:pt idx="58">
                <c:v>0.7995948413183116</c:v>
              </c:pt>
              <c:pt idx="59">
                <c:v>0.7995948413183116</c:v>
              </c:pt>
              <c:pt idx="60">
                <c:v>0.7995948413183116</c:v>
              </c:pt>
              <c:pt idx="61">
                <c:v>0.7995948413183116</c:v>
              </c:pt>
              <c:pt idx="62">
                <c:v>0.7995948413183116</c:v>
              </c:pt>
              <c:pt idx="63">
                <c:v>0.7995948413183116</c:v>
              </c:pt>
              <c:pt idx="64">
                <c:v>0.7995948413183116</c:v>
              </c:pt>
              <c:pt idx="65">
                <c:v>0.7995948413183116</c:v>
              </c:pt>
              <c:pt idx="66">
                <c:v>0.7995948413183116</c:v>
              </c:pt>
              <c:pt idx="67">
                <c:v>0.7995948413183116</c:v>
              </c:pt>
              <c:pt idx="68">
                <c:v>0.7995948413183116</c:v>
              </c:pt>
              <c:pt idx="69">
                <c:v>0.7995948413183116</c:v>
              </c:pt>
              <c:pt idx="70">
                <c:v>0.7995948413183116</c:v>
              </c:pt>
              <c:pt idx="71">
                <c:v>0.7995948413183116</c:v>
              </c:pt>
              <c:pt idx="72">
                <c:v>0.7995948413183116</c:v>
              </c:pt>
              <c:pt idx="73">
                <c:v>0.7995948413183116</c:v>
              </c:pt>
              <c:pt idx="74">
                <c:v>0.7995948413183116</c:v>
              </c:pt>
              <c:pt idx="75">
                <c:v>0.7995948413183116</c:v>
              </c:pt>
              <c:pt idx="76">
                <c:v>0.7995948413183116</c:v>
              </c:pt>
              <c:pt idx="77">
                <c:v>0.7995948413183116</c:v>
              </c:pt>
              <c:pt idx="78">
                <c:v>0.7995948413183116</c:v>
              </c:pt>
              <c:pt idx="79">
                <c:v>0.7995948413183116</c:v>
              </c:pt>
              <c:pt idx="80">
                <c:v>0.7995948413183116</c:v>
              </c:pt>
              <c:pt idx="81">
                <c:v>0.7995948413183116</c:v>
              </c:pt>
              <c:pt idx="82">
                <c:v>0.7995948413183116</c:v>
              </c:pt>
              <c:pt idx="83">
                <c:v>0.7995948413183116</c:v>
              </c:pt>
              <c:pt idx="84">
                <c:v>0.7995948413183116</c:v>
              </c:pt>
              <c:pt idx="85">
                <c:v>0.7995948413183116</c:v>
              </c:pt>
              <c:pt idx="86">
                <c:v>0.7995948413183116</c:v>
              </c:pt>
              <c:pt idx="87">
                <c:v>0.7995948413183116</c:v>
              </c:pt>
              <c:pt idx="88">
                <c:v>0.7995948413183116</c:v>
              </c:pt>
              <c:pt idx="89">
                <c:v>0.7995948413183116</c:v>
              </c:pt>
              <c:pt idx="90">
                <c:v>0.7995948413183116</c:v>
              </c:pt>
              <c:pt idx="91">
                <c:v>0.7995948413183116</c:v>
              </c:pt>
              <c:pt idx="92">
                <c:v>0.7995948413183116</c:v>
              </c:pt>
              <c:pt idx="93">
                <c:v>0.7995948413183116</c:v>
              </c:pt>
              <c:pt idx="94">
                <c:v>0.7995948413183116</c:v>
              </c:pt>
              <c:pt idx="95">
                <c:v>0.7995948413183116</c:v>
              </c:pt>
              <c:pt idx="96">
                <c:v>0.7995948413183116</c:v>
              </c:pt>
              <c:pt idx="97">
                <c:v>0.7995948413183116</c:v>
              </c:pt>
              <c:pt idx="98">
                <c:v>0.7995948413183116</c:v>
              </c:pt>
              <c:pt idx="99">
                <c:v>0.7995948413183116</c:v>
              </c:pt>
              <c:pt idx="100">
                <c:v>0.7995948413183116</c:v>
              </c:pt>
              <c:pt idx="101">
                <c:v>0.7995948413183116</c:v>
              </c:pt>
              <c:pt idx="102">
                <c:v>0.7995948413183116</c:v>
              </c:pt>
              <c:pt idx="103">
                <c:v>0.7995948413183116</c:v>
              </c:pt>
              <c:pt idx="104">
                <c:v>0.7995948413183116</c:v>
              </c:pt>
              <c:pt idx="105">
                <c:v>0.7995948413183116</c:v>
              </c:pt>
              <c:pt idx="106">
                <c:v>0.7995948413183116</c:v>
              </c:pt>
              <c:pt idx="107">
                <c:v>0.7995948413183116</c:v>
              </c:pt>
              <c:pt idx="108">
                <c:v>0.7995948413183116</c:v>
              </c:pt>
              <c:pt idx="109">
                <c:v>0.7995948413183116</c:v>
              </c:pt>
              <c:pt idx="110">
                <c:v>0.7995948413183116</c:v>
              </c:pt>
              <c:pt idx="111">
                <c:v>0.7995948413183116</c:v>
              </c:pt>
              <c:pt idx="112">
                <c:v>0.7995948413183116</c:v>
              </c:pt>
              <c:pt idx="113">
                <c:v>0.7995948413183116</c:v>
              </c:pt>
              <c:pt idx="114">
                <c:v>0.7995948413183116</c:v>
              </c:pt>
              <c:pt idx="115">
                <c:v>0.7995948413183116</c:v>
              </c:pt>
              <c:pt idx="116">
                <c:v>0.7995948413183116</c:v>
              </c:pt>
              <c:pt idx="117">
                <c:v>0.7995948413183116</c:v>
              </c:pt>
              <c:pt idx="118">
                <c:v>0.7995948413183116</c:v>
              </c:pt>
              <c:pt idx="119">
                <c:v>0.7995948413183116</c:v>
              </c:pt>
              <c:pt idx="120">
                <c:v>0.7995948413183116</c:v>
              </c:pt>
              <c:pt idx="121">
                <c:v>0.7995948413183116</c:v>
              </c:pt>
              <c:pt idx="122">
                <c:v>0.7995948413183116</c:v>
              </c:pt>
              <c:pt idx="123">
                <c:v>0.7995948413183116</c:v>
              </c:pt>
              <c:pt idx="124">
                <c:v>0.7995948413183116</c:v>
              </c:pt>
              <c:pt idx="125">
                <c:v>0.7995948413183116</c:v>
              </c:pt>
              <c:pt idx="126">
                <c:v>0.7995948413183116</c:v>
              </c:pt>
              <c:pt idx="127">
                <c:v>0.7995948413183116</c:v>
              </c:pt>
              <c:pt idx="128">
                <c:v>0.7995948413183116</c:v>
              </c:pt>
              <c:pt idx="129">
                <c:v>0.7995948413183116</c:v>
              </c:pt>
              <c:pt idx="130">
                <c:v>0.7995948413183116</c:v>
              </c:pt>
              <c:pt idx="131">
                <c:v>0.7995948413183116</c:v>
              </c:pt>
              <c:pt idx="132">
                <c:v>0.7995948413183116</c:v>
              </c:pt>
              <c:pt idx="133">
                <c:v>0.7995948413183116</c:v>
              </c:pt>
              <c:pt idx="134">
                <c:v>0.7995948413183116</c:v>
              </c:pt>
              <c:pt idx="135">
                <c:v>0.7995948413183116</c:v>
              </c:pt>
              <c:pt idx="136">
                <c:v>0.7995948413183116</c:v>
              </c:pt>
              <c:pt idx="137">
                <c:v>0.7995948413183116</c:v>
              </c:pt>
              <c:pt idx="138">
                <c:v>0.7995948413183116</c:v>
              </c:pt>
              <c:pt idx="139">
                <c:v>0.7995948413183116</c:v>
              </c:pt>
              <c:pt idx="140">
                <c:v>0.7995948413183116</c:v>
              </c:pt>
              <c:pt idx="141">
                <c:v>0.7995948413183116</c:v>
              </c:pt>
              <c:pt idx="142">
                <c:v>0.7995948413183116</c:v>
              </c:pt>
              <c:pt idx="143">
                <c:v>0.7995948413183116</c:v>
              </c:pt>
              <c:pt idx="144">
                <c:v>0.7995948413183116</c:v>
              </c:pt>
              <c:pt idx="145">
                <c:v>0.7995948413183116</c:v>
              </c:pt>
              <c:pt idx="146">
                <c:v>0.7995948413183116</c:v>
              </c:pt>
              <c:pt idx="147">
                <c:v>0.7995948413183116</c:v>
              </c:pt>
              <c:pt idx="148">
                <c:v>0.7995948413183116</c:v>
              </c:pt>
              <c:pt idx="149">
                <c:v>0.7995948413183116</c:v>
              </c:pt>
              <c:pt idx="150">
                <c:v>0.7995948413183116</c:v>
              </c:pt>
              <c:pt idx="151">
                <c:v>0.7995948413183116</c:v>
              </c:pt>
              <c:pt idx="152">
                <c:v>0.7995948413183116</c:v>
              </c:pt>
              <c:pt idx="153">
                <c:v>0.7995948413183116</c:v>
              </c:pt>
              <c:pt idx="154">
                <c:v>0.7995948413183116</c:v>
              </c:pt>
              <c:pt idx="155">
                <c:v>0.7995948413183116</c:v>
              </c:pt>
              <c:pt idx="156">
                <c:v>0.7995948413183116</c:v>
              </c:pt>
              <c:pt idx="157">
                <c:v>0.7995948413183116</c:v>
              </c:pt>
              <c:pt idx="158">
                <c:v>0.7995948413183116</c:v>
              </c:pt>
              <c:pt idx="159">
                <c:v>0.7995948413183116</c:v>
              </c:pt>
              <c:pt idx="160">
                <c:v>0.7995948413183116</c:v>
              </c:pt>
              <c:pt idx="161">
                <c:v>0.7995948413183116</c:v>
              </c:pt>
              <c:pt idx="162">
                <c:v>0.7995948413183116</c:v>
              </c:pt>
              <c:pt idx="163">
                <c:v>0.7995948413183116</c:v>
              </c:pt>
              <c:pt idx="164">
                <c:v>0.7995948413183116</c:v>
              </c:pt>
              <c:pt idx="165">
                <c:v>0.7995948413183116</c:v>
              </c:pt>
              <c:pt idx="166">
                <c:v>0.7995948413183116</c:v>
              </c:pt>
              <c:pt idx="167">
                <c:v>0.7995948413183116</c:v>
              </c:pt>
              <c:pt idx="168">
                <c:v>0.7995948413183116</c:v>
              </c:pt>
              <c:pt idx="169">
                <c:v>0.7995948413183116</c:v>
              </c:pt>
              <c:pt idx="170">
                <c:v>0.7995948413183116</c:v>
              </c:pt>
              <c:pt idx="171">
                <c:v>0.7995948413183116</c:v>
              </c:pt>
              <c:pt idx="172">
                <c:v>0.7995948413183116</c:v>
              </c:pt>
              <c:pt idx="173">
                <c:v>0.7995948413183116</c:v>
              </c:pt>
              <c:pt idx="174">
                <c:v>0.7995948413183116</c:v>
              </c:pt>
              <c:pt idx="175">
                <c:v>0.7995948413183116</c:v>
              </c:pt>
              <c:pt idx="176">
                <c:v>0.7995948413183116</c:v>
              </c:pt>
              <c:pt idx="177">
                <c:v>0.7995948413183116</c:v>
              </c:pt>
              <c:pt idx="178">
                <c:v>0.7995948413183116</c:v>
              </c:pt>
              <c:pt idx="179">
                <c:v>0.7995948413183116</c:v>
              </c:pt>
              <c:pt idx="180">
                <c:v>0.7995948413183116</c:v>
              </c:pt>
              <c:pt idx="181">
                <c:v>0.7995948413183116</c:v>
              </c:pt>
              <c:pt idx="182">
                <c:v>0.7995948413183116</c:v>
              </c:pt>
              <c:pt idx="183">
                <c:v>0.7995948413183116</c:v>
              </c:pt>
              <c:pt idx="184">
                <c:v>0.7995948413183116</c:v>
              </c:pt>
              <c:pt idx="185">
                <c:v>0.7995948413183116</c:v>
              </c:pt>
              <c:pt idx="186">
                <c:v>0.7995948413183116</c:v>
              </c:pt>
              <c:pt idx="187">
                <c:v>0.7995948413183116</c:v>
              </c:pt>
              <c:pt idx="188">
                <c:v>0.7995948413183116</c:v>
              </c:pt>
              <c:pt idx="189">
                <c:v>0.7995948413183116</c:v>
              </c:pt>
              <c:pt idx="190">
                <c:v>0.7995948413183116</c:v>
              </c:pt>
              <c:pt idx="191">
                <c:v>0.7995948413183116</c:v>
              </c:pt>
              <c:pt idx="192">
                <c:v>0.7995948413183116</c:v>
              </c:pt>
              <c:pt idx="193">
                <c:v>0.7995948413183116</c:v>
              </c:pt>
              <c:pt idx="194">
                <c:v>0.7995948413183116</c:v>
              </c:pt>
              <c:pt idx="195">
                <c:v>0.7995948413183116</c:v>
              </c:pt>
              <c:pt idx="196">
                <c:v>0.7995948413183116</c:v>
              </c:pt>
              <c:pt idx="197">
                <c:v>0.7995948413183116</c:v>
              </c:pt>
              <c:pt idx="198">
                <c:v>0.7995948413183116</c:v>
              </c:pt>
              <c:pt idx="199">
                <c:v>0.7995948413183116</c:v>
              </c:pt>
              <c:pt idx="200">
                <c:v>0.7995948413183116</c:v>
              </c:pt>
              <c:pt idx="201">
                <c:v>0.7995948413183116</c:v>
              </c:pt>
              <c:pt idx="202">
                <c:v>0.7995948413183116</c:v>
              </c:pt>
              <c:pt idx="203">
                <c:v>0.7995948413183116</c:v>
              </c:pt>
              <c:pt idx="204">
                <c:v>0.7995948413183116</c:v>
              </c:pt>
              <c:pt idx="205">
                <c:v>0.7995948413183116</c:v>
              </c:pt>
              <c:pt idx="206">
                <c:v>0.7995948413183116</c:v>
              </c:pt>
              <c:pt idx="207">
                <c:v>0.7995948413183116</c:v>
              </c:pt>
              <c:pt idx="208">
                <c:v>0.7995948413183116</c:v>
              </c:pt>
              <c:pt idx="209">
                <c:v>0.7995948413183116</c:v>
              </c:pt>
              <c:pt idx="210">
                <c:v>0.7995948413183116</c:v>
              </c:pt>
              <c:pt idx="211">
                <c:v>0.7995948413183116</c:v>
              </c:pt>
              <c:pt idx="212">
                <c:v>0.7995948413183116</c:v>
              </c:pt>
              <c:pt idx="213">
                <c:v>0.7995948413183116</c:v>
              </c:pt>
              <c:pt idx="214">
                <c:v>0.7995948413183116</c:v>
              </c:pt>
              <c:pt idx="215">
                <c:v>0.7995948413183116</c:v>
              </c:pt>
              <c:pt idx="216">
                <c:v>0.7995948413183116</c:v>
              </c:pt>
              <c:pt idx="217">
                <c:v>0.7995948413183116</c:v>
              </c:pt>
              <c:pt idx="218">
                <c:v>0.7995948413183116</c:v>
              </c:pt>
              <c:pt idx="219">
                <c:v>0.7995948413183116</c:v>
              </c:pt>
              <c:pt idx="220">
                <c:v>0.7995948413183116</c:v>
              </c:pt>
              <c:pt idx="221">
                <c:v>0.7995948413183116</c:v>
              </c:pt>
              <c:pt idx="222">
                <c:v>0.7995948413183116</c:v>
              </c:pt>
              <c:pt idx="223">
                <c:v>0.7995948413183116</c:v>
              </c:pt>
              <c:pt idx="224">
                <c:v>0.7995948413183116</c:v>
              </c:pt>
              <c:pt idx="225">
                <c:v>0.7995948413183116</c:v>
              </c:pt>
              <c:pt idx="226">
                <c:v>0.7995948413183116</c:v>
              </c:pt>
              <c:pt idx="227">
                <c:v>0.7995948413183116</c:v>
              </c:pt>
              <c:pt idx="228">
                <c:v>0.7995948413183116</c:v>
              </c:pt>
              <c:pt idx="229">
                <c:v>0.7995948413183116</c:v>
              </c:pt>
              <c:pt idx="230">
                <c:v>0.7995948413183116</c:v>
              </c:pt>
              <c:pt idx="231">
                <c:v>0.7995948413183116</c:v>
              </c:pt>
              <c:pt idx="232">
                <c:v>0.7995948413183116</c:v>
              </c:pt>
              <c:pt idx="233">
                <c:v>0.7995948413183116</c:v>
              </c:pt>
              <c:pt idx="234">
                <c:v>0.7995948413183116</c:v>
              </c:pt>
              <c:pt idx="235">
                <c:v>0.7995948413183116</c:v>
              </c:pt>
              <c:pt idx="236">
                <c:v>0.7995948413183116</c:v>
              </c:pt>
              <c:pt idx="237">
                <c:v>0.7995948413183116</c:v>
              </c:pt>
              <c:pt idx="238">
                <c:v>0.7995948413183116</c:v>
              </c:pt>
              <c:pt idx="239">
                <c:v>0.7995948413183116</c:v>
              </c:pt>
              <c:pt idx="240">
                <c:v>0.7995948413183116</c:v>
              </c:pt>
              <c:pt idx="241">
                <c:v>0.7995948413183116</c:v>
              </c:pt>
              <c:pt idx="242">
                <c:v>0.7995948413183116</c:v>
              </c:pt>
              <c:pt idx="243">
                <c:v>0.7995948413183116</c:v>
              </c:pt>
              <c:pt idx="244">
                <c:v>0.7995948413183116</c:v>
              </c:pt>
              <c:pt idx="245">
                <c:v>0.7995948413183116</c:v>
              </c:pt>
              <c:pt idx="246">
                <c:v>0.7995948413183116</c:v>
              </c:pt>
              <c:pt idx="247">
                <c:v>0.7995948413183116</c:v>
              </c:pt>
              <c:pt idx="248">
                <c:v>0.7995948413183116</c:v>
              </c:pt>
              <c:pt idx="249">
                <c:v>0.7995948413183116</c:v>
              </c:pt>
              <c:pt idx="250">
                <c:v>0.7995948413183116</c:v>
              </c:pt>
              <c:pt idx="251">
                <c:v>0.7995948413183116</c:v>
              </c:pt>
              <c:pt idx="252">
                <c:v>0.7995948413183116</c:v>
              </c:pt>
              <c:pt idx="253">
                <c:v>0.7995948413183116</c:v>
              </c:pt>
              <c:pt idx="254">
                <c:v>0.7995948413183116</c:v>
              </c:pt>
              <c:pt idx="255">
                <c:v>0.7995948413183116</c:v>
              </c:pt>
              <c:pt idx="256">
                <c:v>0.7995948413183116</c:v>
              </c:pt>
              <c:pt idx="257">
                <c:v>0.7995948413183116</c:v>
              </c:pt>
              <c:pt idx="258">
                <c:v>0.7995948413183116</c:v>
              </c:pt>
              <c:pt idx="259">
                <c:v>0.7995948413183116</c:v>
              </c:pt>
              <c:pt idx="260">
                <c:v>0.7995948413183116</c:v>
              </c:pt>
              <c:pt idx="261">
                <c:v>0.7995948413183116</c:v>
              </c:pt>
              <c:pt idx="262">
                <c:v>0.7995948413183116</c:v>
              </c:pt>
              <c:pt idx="263">
                <c:v>0.7995948413183116</c:v>
              </c:pt>
              <c:pt idx="264">
                <c:v>0.7995948413183116</c:v>
              </c:pt>
              <c:pt idx="265">
                <c:v>0.7995948413183116</c:v>
              </c:pt>
              <c:pt idx="266">
                <c:v>0.7995948413183116</c:v>
              </c:pt>
              <c:pt idx="267">
                <c:v>0.7995948413183116</c:v>
              </c:pt>
              <c:pt idx="268">
                <c:v>0.7995948413183116</c:v>
              </c:pt>
              <c:pt idx="269">
                <c:v>0.7995948413183116</c:v>
              </c:pt>
              <c:pt idx="270">
                <c:v>0.7995948413183116</c:v>
              </c:pt>
              <c:pt idx="271">
                <c:v>0.7995948413183116</c:v>
              </c:pt>
              <c:pt idx="272">
                <c:v>0.7995948413183116</c:v>
              </c:pt>
              <c:pt idx="273">
                <c:v>0.7995948413183116</c:v>
              </c:pt>
              <c:pt idx="274">
                <c:v>0.7995948413183116</c:v>
              </c:pt>
              <c:pt idx="275">
                <c:v>0.7995948413183116</c:v>
              </c:pt>
              <c:pt idx="276">
                <c:v>0.7995948413183116</c:v>
              </c:pt>
              <c:pt idx="277">
                <c:v>0.7995948413183116</c:v>
              </c:pt>
              <c:pt idx="278">
                <c:v>0.7995948413183116</c:v>
              </c:pt>
              <c:pt idx="279">
                <c:v>0.7995948413183116</c:v>
              </c:pt>
              <c:pt idx="280">
                <c:v>0.7995948413183116</c:v>
              </c:pt>
              <c:pt idx="281">
                <c:v>0.7995948413183116</c:v>
              </c:pt>
              <c:pt idx="282">
                <c:v>0.7995948413183116</c:v>
              </c:pt>
              <c:pt idx="283">
                <c:v>0.7995948413183116</c:v>
              </c:pt>
              <c:pt idx="284">
                <c:v>0.7995948413183116</c:v>
              </c:pt>
              <c:pt idx="285">
                <c:v>0.7995948413183116</c:v>
              </c:pt>
              <c:pt idx="286">
                <c:v>0.7995948413183116</c:v>
              </c:pt>
              <c:pt idx="287">
                <c:v>0.7995948413183116</c:v>
              </c:pt>
              <c:pt idx="288">
                <c:v>0.7995948413183116</c:v>
              </c:pt>
              <c:pt idx="289">
                <c:v>0.7995948413183116</c:v>
              </c:pt>
              <c:pt idx="290">
                <c:v>0.7995948413183116</c:v>
              </c:pt>
              <c:pt idx="291">
                <c:v>0.7995948413183116</c:v>
              </c:pt>
              <c:pt idx="292">
                <c:v>0.7995948413183116</c:v>
              </c:pt>
              <c:pt idx="293">
                <c:v>0.7995948413183116</c:v>
              </c:pt>
              <c:pt idx="294">
                <c:v>0.7995948413183116</c:v>
              </c:pt>
              <c:pt idx="295">
                <c:v>0.7995948413183116</c:v>
              </c:pt>
              <c:pt idx="296">
                <c:v>0.7995948413183116</c:v>
              </c:pt>
              <c:pt idx="297">
                <c:v>0.7995948413183116</c:v>
              </c:pt>
              <c:pt idx="298">
                <c:v>0.7995948413183116</c:v>
              </c:pt>
              <c:pt idx="299">
                <c:v>0.7995948413183116</c:v>
              </c:pt>
              <c:pt idx="300">
                <c:v>0.7995948413183116</c:v>
              </c:pt>
              <c:pt idx="301">
                <c:v>0.7995948413183116</c:v>
              </c:pt>
              <c:pt idx="302">
                <c:v>0.7995948413183116</c:v>
              </c:pt>
              <c:pt idx="303">
                <c:v>0.7995948413183116</c:v>
              </c:pt>
              <c:pt idx="304">
                <c:v>0.7995948413183116</c:v>
              </c:pt>
              <c:pt idx="305">
                <c:v>0.7995948413183116</c:v>
              </c:pt>
              <c:pt idx="306">
                <c:v>0.7995948413183116</c:v>
              </c:pt>
              <c:pt idx="307">
                <c:v>0.7995948413183116</c:v>
              </c:pt>
              <c:pt idx="308">
                <c:v>0.7995948413183116</c:v>
              </c:pt>
              <c:pt idx="309">
                <c:v>0.7995948413183116</c:v>
              </c:pt>
              <c:pt idx="310">
                <c:v>0.7995948413183116</c:v>
              </c:pt>
              <c:pt idx="311">
                <c:v>0.7995948413183116</c:v>
              </c:pt>
              <c:pt idx="312">
                <c:v>0.7995948413183116</c:v>
              </c:pt>
              <c:pt idx="313">
                <c:v>0.7995948413183116</c:v>
              </c:pt>
              <c:pt idx="314">
                <c:v>0.7995948413183116</c:v>
              </c:pt>
              <c:pt idx="315">
                <c:v>0.7995948413183116</c:v>
              </c:pt>
              <c:pt idx="316">
                <c:v>0.7995948413183116</c:v>
              </c:pt>
              <c:pt idx="317">
                <c:v>0.7995948413183116</c:v>
              </c:pt>
              <c:pt idx="318">
                <c:v>0.7995948413183116</c:v>
              </c:pt>
              <c:pt idx="319">
                <c:v>0.7995948413183116</c:v>
              </c:pt>
              <c:pt idx="320">
                <c:v>0.7995948413183116</c:v>
              </c:pt>
              <c:pt idx="321">
                <c:v>0.7995948413183116</c:v>
              </c:pt>
              <c:pt idx="322">
                <c:v>0.7995948413183116</c:v>
              </c:pt>
              <c:pt idx="323">
                <c:v>0.7995948413183116</c:v>
              </c:pt>
            </c:numLit>
          </c:yVal>
          <c:smooth val="0"/>
        </c:ser>
        <c:ser>
          <c:idx val="8"/>
          <c:order val="8"/>
          <c:tx>
            <c:v>Same order, optimal filling</c:v>
          </c:tx>
          <c:spPr>
            <a:noFill xmlns:a="http://schemas.openxmlformats.org/drawingml/2006/main"/>
            <a:ln xmlns:a="http://schemas.openxmlformats.org/drawingml/2006/main" w="0">
              <a:noFill/>
              <a:prstDash val="solid"/>
            </a:ln>
          </c:spPr>
          <c:marker>
            <c:symbol val="circle"/>
            <c:size val="7"/>
            <c:spPr>
              <a:solidFill xmlns:a="http://schemas.openxmlformats.org/drawingml/2006/main">
                <a:srgbClr val="009E73"/>
              </a:solidFill>
            </c:spPr>
          </c:marker>
          <c:xVal>
            <c:numLit>
              <c:formatCode>General</c:formatCode>
              <c:ptCount val="324"/>
              <c:pt idx="0">
                <c:v>33.555199555944284</c:v>
              </c:pt>
              <c:pt idx="1">
                <c:v>33.555199555944284</c:v>
              </c:pt>
              <c:pt idx="2">
                <c:v>33.555199555944284</c:v>
              </c:pt>
              <c:pt idx="3">
                <c:v>33.555199555944284</c:v>
              </c:pt>
              <c:pt idx="4">
                <c:v>33.555199555944284</c:v>
              </c:pt>
              <c:pt idx="5">
                <c:v>33.555199555944284</c:v>
              </c:pt>
              <c:pt idx="6">
                <c:v>33.555199555944284</c:v>
              </c:pt>
              <c:pt idx="7">
                <c:v>33.555199555944284</c:v>
              </c:pt>
              <c:pt idx="8">
                <c:v>33.555199555944284</c:v>
              </c:pt>
              <c:pt idx="9">
                <c:v>33.555199555944284</c:v>
              </c:pt>
              <c:pt idx="10">
                <c:v>33.555199555944284</c:v>
              </c:pt>
              <c:pt idx="11">
                <c:v>33.555199555944284</c:v>
              </c:pt>
              <c:pt idx="12">
                <c:v>33.555199555944284</c:v>
              </c:pt>
              <c:pt idx="13">
                <c:v>33.555199555944284</c:v>
              </c:pt>
              <c:pt idx="14">
                <c:v>33.555199555944284</c:v>
              </c:pt>
              <c:pt idx="15">
                <c:v>33.555199555944284</c:v>
              </c:pt>
              <c:pt idx="16">
                <c:v>33.555199555944284</c:v>
              </c:pt>
              <c:pt idx="17">
                <c:v>33.555199555944284</c:v>
              </c:pt>
              <c:pt idx="18">
                <c:v>33.555199555944284</c:v>
              </c:pt>
              <c:pt idx="19">
                <c:v>33.555199555944284</c:v>
              </c:pt>
              <c:pt idx="20">
                <c:v>33.555199555944284</c:v>
              </c:pt>
              <c:pt idx="21">
                <c:v>33.555199555944284</c:v>
              </c:pt>
              <c:pt idx="22">
                <c:v>33.555199555944284</c:v>
              </c:pt>
              <c:pt idx="23">
                <c:v>33.555199555944284</c:v>
              </c:pt>
              <c:pt idx="24">
                <c:v>33.555199555944284</c:v>
              </c:pt>
              <c:pt idx="25">
                <c:v>33.555199555944284</c:v>
              </c:pt>
              <c:pt idx="26">
                <c:v>33.555199555944284</c:v>
              </c:pt>
              <c:pt idx="27">
                <c:v>33.555199555944284</c:v>
              </c:pt>
              <c:pt idx="28">
                <c:v>33.555199555944284</c:v>
              </c:pt>
              <c:pt idx="29">
                <c:v>33.555199555944284</c:v>
              </c:pt>
              <c:pt idx="30">
                <c:v>33.555199555944284</c:v>
              </c:pt>
              <c:pt idx="31">
                <c:v>33.555199555944284</c:v>
              </c:pt>
              <c:pt idx="32">
                <c:v>33.555199555944284</c:v>
              </c:pt>
              <c:pt idx="33">
                <c:v>33.555199555944284</c:v>
              </c:pt>
              <c:pt idx="34">
                <c:v>33.555199555944284</c:v>
              </c:pt>
              <c:pt idx="35">
                <c:v>33.555199555944284</c:v>
              </c:pt>
              <c:pt idx="36">
                <c:v>33.555199555944284</c:v>
              </c:pt>
              <c:pt idx="37">
                <c:v>33.555199555944284</c:v>
              </c:pt>
              <c:pt idx="38">
                <c:v>33.555199555944284</c:v>
              </c:pt>
              <c:pt idx="39">
                <c:v>33.555199555944284</c:v>
              </c:pt>
              <c:pt idx="40">
                <c:v>33.555199555944284</c:v>
              </c:pt>
              <c:pt idx="41">
                <c:v>33.555199555944284</c:v>
              </c:pt>
              <c:pt idx="42">
                <c:v>33.555199555944284</c:v>
              </c:pt>
              <c:pt idx="43">
                <c:v>33.555199555944284</c:v>
              </c:pt>
              <c:pt idx="44">
                <c:v>33.555199555944284</c:v>
              </c:pt>
              <c:pt idx="45">
                <c:v>33.555199555944284</c:v>
              </c:pt>
              <c:pt idx="46">
                <c:v>33.555199555944284</c:v>
              </c:pt>
              <c:pt idx="47">
                <c:v>33.555199555944284</c:v>
              </c:pt>
              <c:pt idx="48">
                <c:v>33.555199555944284</c:v>
              </c:pt>
              <c:pt idx="49">
                <c:v>33.555199555944284</c:v>
              </c:pt>
              <c:pt idx="50">
                <c:v>33.555199555944284</c:v>
              </c:pt>
              <c:pt idx="51">
                <c:v>33.555199555944284</c:v>
              </c:pt>
              <c:pt idx="52">
                <c:v>33.555199555944284</c:v>
              </c:pt>
              <c:pt idx="53">
                <c:v>33.555199555944284</c:v>
              </c:pt>
              <c:pt idx="54">
                <c:v>33.555199555944284</c:v>
              </c:pt>
              <c:pt idx="55">
                <c:v>33.555199555944284</c:v>
              </c:pt>
              <c:pt idx="56">
                <c:v>33.555199555944284</c:v>
              </c:pt>
              <c:pt idx="57">
                <c:v>33.555199555944284</c:v>
              </c:pt>
              <c:pt idx="58">
                <c:v>33.555199555944284</c:v>
              </c:pt>
              <c:pt idx="59">
                <c:v>33.555199555944284</c:v>
              </c:pt>
              <c:pt idx="60">
                <c:v>33.555199555944284</c:v>
              </c:pt>
              <c:pt idx="61">
                <c:v>33.555199555944284</c:v>
              </c:pt>
              <c:pt idx="62">
                <c:v>33.555199555944284</c:v>
              </c:pt>
              <c:pt idx="63">
                <c:v>33.555199555944284</c:v>
              </c:pt>
              <c:pt idx="64">
                <c:v>33.555199555944284</c:v>
              </c:pt>
              <c:pt idx="65">
                <c:v>33.555199555944284</c:v>
              </c:pt>
              <c:pt idx="66">
                <c:v>33.555199555944284</c:v>
              </c:pt>
              <c:pt idx="67">
                <c:v>33.555199555944284</c:v>
              </c:pt>
              <c:pt idx="68">
                <c:v>33.555199555944284</c:v>
              </c:pt>
              <c:pt idx="69">
                <c:v>33.555199555944284</c:v>
              </c:pt>
              <c:pt idx="70">
                <c:v>33.555199555944284</c:v>
              </c:pt>
              <c:pt idx="71">
                <c:v>33.555199555944284</c:v>
              </c:pt>
              <c:pt idx="72">
                <c:v>33.555199555944284</c:v>
              </c:pt>
              <c:pt idx="73">
                <c:v>33.555199555944284</c:v>
              </c:pt>
              <c:pt idx="74">
                <c:v>33.555199555944284</c:v>
              </c:pt>
              <c:pt idx="75">
                <c:v>33.555199555944284</c:v>
              </c:pt>
              <c:pt idx="76">
                <c:v>33.555199555944284</c:v>
              </c:pt>
              <c:pt idx="77">
                <c:v>33.555199555944284</c:v>
              </c:pt>
              <c:pt idx="78">
                <c:v>33.555199555944284</c:v>
              </c:pt>
              <c:pt idx="79">
                <c:v>33.555199555944284</c:v>
              </c:pt>
              <c:pt idx="80">
                <c:v>33.555199555944284</c:v>
              </c:pt>
              <c:pt idx="81">
                <c:v>33.555199555944284</c:v>
              </c:pt>
              <c:pt idx="82">
                <c:v>33.555199555944284</c:v>
              </c:pt>
              <c:pt idx="83">
                <c:v>33.555199555944284</c:v>
              </c:pt>
              <c:pt idx="84">
                <c:v>33.555199555944284</c:v>
              </c:pt>
              <c:pt idx="85">
                <c:v>33.555199555944284</c:v>
              </c:pt>
              <c:pt idx="86">
                <c:v>33.555199555944284</c:v>
              </c:pt>
              <c:pt idx="87">
                <c:v>33.555199555944284</c:v>
              </c:pt>
              <c:pt idx="88">
                <c:v>33.555199555944284</c:v>
              </c:pt>
              <c:pt idx="89">
                <c:v>33.555199555944284</c:v>
              </c:pt>
              <c:pt idx="90">
                <c:v>33.555199555944284</c:v>
              </c:pt>
              <c:pt idx="91">
                <c:v>33.555199555944284</c:v>
              </c:pt>
              <c:pt idx="92">
                <c:v>33.555199555944284</c:v>
              </c:pt>
              <c:pt idx="93">
                <c:v>33.555199555944284</c:v>
              </c:pt>
              <c:pt idx="94">
                <c:v>33.555199555944284</c:v>
              </c:pt>
              <c:pt idx="95">
                <c:v>33.555199555944284</c:v>
              </c:pt>
              <c:pt idx="96">
                <c:v>33.555199555944284</c:v>
              </c:pt>
              <c:pt idx="97">
                <c:v>33.555199555944284</c:v>
              </c:pt>
              <c:pt idx="98">
                <c:v>33.555199555944284</c:v>
              </c:pt>
              <c:pt idx="99">
                <c:v>33.555199555944284</c:v>
              </c:pt>
              <c:pt idx="100">
                <c:v>33.555199555944284</c:v>
              </c:pt>
              <c:pt idx="101">
                <c:v>33.555199555944284</c:v>
              </c:pt>
              <c:pt idx="102">
                <c:v>33.555199555944284</c:v>
              </c:pt>
              <c:pt idx="103">
                <c:v>33.555199555944284</c:v>
              </c:pt>
              <c:pt idx="104">
                <c:v>33.555199555944284</c:v>
              </c:pt>
              <c:pt idx="105">
                <c:v>33.555199555944284</c:v>
              </c:pt>
              <c:pt idx="106">
                <c:v>33.555199555944284</c:v>
              </c:pt>
              <c:pt idx="107">
                <c:v>33.555199555944284</c:v>
              </c:pt>
              <c:pt idx="108">
                <c:v>33.555199555944284</c:v>
              </c:pt>
              <c:pt idx="109">
                <c:v>33.555199555944284</c:v>
              </c:pt>
              <c:pt idx="110">
                <c:v>33.555199555944284</c:v>
              </c:pt>
              <c:pt idx="111">
                <c:v>33.555199555944284</c:v>
              </c:pt>
              <c:pt idx="112">
                <c:v>33.555199555944284</c:v>
              </c:pt>
              <c:pt idx="113">
                <c:v>33.555199555944284</c:v>
              </c:pt>
              <c:pt idx="114">
                <c:v>33.555199555944284</c:v>
              </c:pt>
              <c:pt idx="115">
                <c:v>33.555199555944284</c:v>
              </c:pt>
              <c:pt idx="116">
                <c:v>33.555199555944284</c:v>
              </c:pt>
              <c:pt idx="117">
                <c:v>33.555199555944284</c:v>
              </c:pt>
              <c:pt idx="118">
                <c:v>33.555199555944284</c:v>
              </c:pt>
              <c:pt idx="119">
                <c:v>33.555199555944284</c:v>
              </c:pt>
              <c:pt idx="120">
                <c:v>33.555199555944284</c:v>
              </c:pt>
              <c:pt idx="121">
                <c:v>33.555199555944284</c:v>
              </c:pt>
              <c:pt idx="122">
                <c:v>33.555199555944284</c:v>
              </c:pt>
              <c:pt idx="123">
                <c:v>33.555199555944284</c:v>
              </c:pt>
              <c:pt idx="124">
                <c:v>33.555199555944284</c:v>
              </c:pt>
              <c:pt idx="125">
                <c:v>33.555199555944284</c:v>
              </c:pt>
              <c:pt idx="126">
                <c:v>33.555199555944284</c:v>
              </c:pt>
              <c:pt idx="127">
                <c:v>33.555199555944284</c:v>
              </c:pt>
              <c:pt idx="128">
                <c:v>33.555199555944284</c:v>
              </c:pt>
              <c:pt idx="129">
                <c:v>33.555199555944284</c:v>
              </c:pt>
              <c:pt idx="130">
                <c:v>33.555199555944284</c:v>
              </c:pt>
              <c:pt idx="131">
                <c:v>33.555199555944284</c:v>
              </c:pt>
              <c:pt idx="132">
                <c:v>33.555199555944284</c:v>
              </c:pt>
              <c:pt idx="133">
                <c:v>33.555199555944284</c:v>
              </c:pt>
              <c:pt idx="134">
                <c:v>33.555199555944284</c:v>
              </c:pt>
              <c:pt idx="135">
                <c:v>33.555199555944284</c:v>
              </c:pt>
              <c:pt idx="136">
                <c:v>33.555199555944284</c:v>
              </c:pt>
              <c:pt idx="137">
                <c:v>33.555199555944284</c:v>
              </c:pt>
              <c:pt idx="138">
                <c:v>33.555199555944284</c:v>
              </c:pt>
              <c:pt idx="139">
                <c:v>33.555199555944284</c:v>
              </c:pt>
              <c:pt idx="140">
                <c:v>33.555199555944284</c:v>
              </c:pt>
              <c:pt idx="141">
                <c:v>33.555199555944284</c:v>
              </c:pt>
              <c:pt idx="142">
                <c:v>33.555199555944284</c:v>
              </c:pt>
              <c:pt idx="143">
                <c:v>33.555199555944284</c:v>
              </c:pt>
              <c:pt idx="144">
                <c:v>33.555199555944284</c:v>
              </c:pt>
              <c:pt idx="145">
                <c:v>33.555199555944284</c:v>
              </c:pt>
              <c:pt idx="146">
                <c:v>33.555199555944284</c:v>
              </c:pt>
              <c:pt idx="147">
                <c:v>33.555199555944284</c:v>
              </c:pt>
              <c:pt idx="148">
                <c:v>33.555199555944284</c:v>
              </c:pt>
              <c:pt idx="149">
                <c:v>33.555199555944284</c:v>
              </c:pt>
              <c:pt idx="150">
                <c:v>33.555199555944284</c:v>
              </c:pt>
              <c:pt idx="151">
                <c:v>33.555199555944284</c:v>
              </c:pt>
              <c:pt idx="152">
                <c:v>33.555199555944284</c:v>
              </c:pt>
              <c:pt idx="153">
                <c:v>33.555199555944284</c:v>
              </c:pt>
              <c:pt idx="154">
                <c:v>33.555199555944284</c:v>
              </c:pt>
              <c:pt idx="155">
                <c:v>33.555199555944284</c:v>
              </c:pt>
              <c:pt idx="156">
                <c:v>33.555199555944284</c:v>
              </c:pt>
              <c:pt idx="157">
                <c:v>33.555199555944284</c:v>
              </c:pt>
              <c:pt idx="158">
                <c:v>33.555199555944284</c:v>
              </c:pt>
              <c:pt idx="159">
                <c:v>33.555199555944284</c:v>
              </c:pt>
              <c:pt idx="160">
                <c:v>33.555199555944284</c:v>
              </c:pt>
              <c:pt idx="161">
                <c:v>33.555199555944284</c:v>
              </c:pt>
              <c:pt idx="162">
                <c:v>33.555199555944284</c:v>
              </c:pt>
              <c:pt idx="163">
                <c:v>33.555199555944284</c:v>
              </c:pt>
              <c:pt idx="164">
                <c:v>33.555199555944284</c:v>
              </c:pt>
              <c:pt idx="165">
                <c:v>33.555199555944284</c:v>
              </c:pt>
              <c:pt idx="166">
                <c:v>33.555199555944284</c:v>
              </c:pt>
              <c:pt idx="167">
                <c:v>33.555199555944284</c:v>
              </c:pt>
              <c:pt idx="168">
                <c:v>33.555199555944284</c:v>
              </c:pt>
              <c:pt idx="169">
                <c:v>33.555199555944284</c:v>
              </c:pt>
              <c:pt idx="170">
                <c:v>33.555199555944284</c:v>
              </c:pt>
              <c:pt idx="171">
                <c:v>33.555199555944284</c:v>
              </c:pt>
              <c:pt idx="172">
                <c:v>33.555199555944284</c:v>
              </c:pt>
              <c:pt idx="173">
                <c:v>33.555199555944284</c:v>
              </c:pt>
              <c:pt idx="174">
                <c:v>33.555199555944284</c:v>
              </c:pt>
              <c:pt idx="175">
                <c:v>33.555199555944284</c:v>
              </c:pt>
              <c:pt idx="176">
                <c:v>33.555199555944284</c:v>
              </c:pt>
              <c:pt idx="177">
                <c:v>33.555199555944284</c:v>
              </c:pt>
              <c:pt idx="178">
                <c:v>33.555199555944284</c:v>
              </c:pt>
              <c:pt idx="179">
                <c:v>33.555199555944284</c:v>
              </c:pt>
              <c:pt idx="180">
                <c:v>33.555199555944284</c:v>
              </c:pt>
              <c:pt idx="181">
                <c:v>33.555199555944284</c:v>
              </c:pt>
              <c:pt idx="182">
                <c:v>33.555199555944284</c:v>
              </c:pt>
              <c:pt idx="183">
                <c:v>33.555199555944284</c:v>
              </c:pt>
              <c:pt idx="184">
                <c:v>33.555199555944284</c:v>
              </c:pt>
              <c:pt idx="185">
                <c:v>33.555199555944284</c:v>
              </c:pt>
              <c:pt idx="186">
                <c:v>33.555199555944284</c:v>
              </c:pt>
              <c:pt idx="187">
                <c:v>33.555199555944284</c:v>
              </c:pt>
              <c:pt idx="188">
                <c:v>33.555199555944284</c:v>
              </c:pt>
              <c:pt idx="189">
                <c:v>33.555199555944284</c:v>
              </c:pt>
              <c:pt idx="190">
                <c:v>33.555199555944284</c:v>
              </c:pt>
              <c:pt idx="191">
                <c:v>33.555199555944284</c:v>
              </c:pt>
              <c:pt idx="192">
                <c:v>33.555199555944284</c:v>
              </c:pt>
              <c:pt idx="193">
                <c:v>33.555199555944284</c:v>
              </c:pt>
              <c:pt idx="194">
                <c:v>33.555199555944284</c:v>
              </c:pt>
              <c:pt idx="195">
                <c:v>33.555199555944284</c:v>
              </c:pt>
              <c:pt idx="196">
                <c:v>33.555199555944284</c:v>
              </c:pt>
              <c:pt idx="197">
                <c:v>33.555199555944284</c:v>
              </c:pt>
              <c:pt idx="198">
                <c:v>33.555199555944284</c:v>
              </c:pt>
              <c:pt idx="199">
                <c:v>33.555199555944284</c:v>
              </c:pt>
              <c:pt idx="200">
                <c:v>33.555199555944284</c:v>
              </c:pt>
              <c:pt idx="201">
                <c:v>33.555199555944284</c:v>
              </c:pt>
              <c:pt idx="202">
                <c:v>33.555199555944284</c:v>
              </c:pt>
              <c:pt idx="203">
                <c:v>33.555199555944284</c:v>
              </c:pt>
              <c:pt idx="204">
                <c:v>33.555199555944284</c:v>
              </c:pt>
              <c:pt idx="205">
                <c:v>33.555199555944284</c:v>
              </c:pt>
              <c:pt idx="206">
                <c:v>33.555199555944284</c:v>
              </c:pt>
              <c:pt idx="207">
                <c:v>33.555199555944284</c:v>
              </c:pt>
              <c:pt idx="208">
                <c:v>33.555199555944284</c:v>
              </c:pt>
              <c:pt idx="209">
                <c:v>33.555199555944284</c:v>
              </c:pt>
              <c:pt idx="210">
                <c:v>33.555199555944284</c:v>
              </c:pt>
              <c:pt idx="211">
                <c:v>33.555199555944284</c:v>
              </c:pt>
              <c:pt idx="212">
                <c:v>33.555199555944284</c:v>
              </c:pt>
              <c:pt idx="213">
                <c:v>33.555199555944284</c:v>
              </c:pt>
              <c:pt idx="214">
                <c:v>33.555199555944284</c:v>
              </c:pt>
              <c:pt idx="215">
                <c:v>33.555199555944284</c:v>
              </c:pt>
              <c:pt idx="216">
                <c:v>33.555199555944284</c:v>
              </c:pt>
              <c:pt idx="217">
                <c:v>33.555199555944284</c:v>
              </c:pt>
              <c:pt idx="218">
                <c:v>33.555199555944284</c:v>
              </c:pt>
              <c:pt idx="219">
                <c:v>33.555199555944284</c:v>
              </c:pt>
              <c:pt idx="220">
                <c:v>33.555199555944284</c:v>
              </c:pt>
              <c:pt idx="221">
                <c:v>33.555199555944284</c:v>
              </c:pt>
              <c:pt idx="222">
                <c:v>33.555199555944284</c:v>
              </c:pt>
              <c:pt idx="223">
                <c:v>33.555199555944284</c:v>
              </c:pt>
              <c:pt idx="224">
                <c:v>33.555199555944284</c:v>
              </c:pt>
              <c:pt idx="225">
                <c:v>33.555199555944284</c:v>
              </c:pt>
              <c:pt idx="226">
                <c:v>33.555199555944284</c:v>
              </c:pt>
              <c:pt idx="227">
                <c:v>33.555199555944284</c:v>
              </c:pt>
              <c:pt idx="228">
                <c:v>33.555199555944284</c:v>
              </c:pt>
              <c:pt idx="229">
                <c:v>33.555199555944284</c:v>
              </c:pt>
              <c:pt idx="230">
                <c:v>33.555199555944284</c:v>
              </c:pt>
              <c:pt idx="231">
                <c:v>33.555199555944284</c:v>
              </c:pt>
              <c:pt idx="232">
                <c:v>33.555199555944284</c:v>
              </c:pt>
              <c:pt idx="233">
                <c:v>33.555199555944284</c:v>
              </c:pt>
              <c:pt idx="234">
                <c:v>33.555199555944284</c:v>
              </c:pt>
              <c:pt idx="235">
                <c:v>33.555199555944284</c:v>
              </c:pt>
              <c:pt idx="236">
                <c:v>33.555199555944284</c:v>
              </c:pt>
              <c:pt idx="237">
                <c:v>33.555199555944284</c:v>
              </c:pt>
              <c:pt idx="238">
                <c:v>33.555199555944284</c:v>
              </c:pt>
              <c:pt idx="239">
                <c:v>33.555199555944284</c:v>
              </c:pt>
              <c:pt idx="240">
                <c:v>33.555199555944284</c:v>
              </c:pt>
              <c:pt idx="241">
                <c:v>33.555199555944284</c:v>
              </c:pt>
              <c:pt idx="242">
                <c:v>33.555199555944284</c:v>
              </c:pt>
              <c:pt idx="243">
                <c:v>33.555199555944284</c:v>
              </c:pt>
              <c:pt idx="244">
                <c:v>33.555199555944284</c:v>
              </c:pt>
              <c:pt idx="245">
                <c:v>33.555199555944284</c:v>
              </c:pt>
              <c:pt idx="246">
                <c:v>33.555199555944284</c:v>
              </c:pt>
              <c:pt idx="247">
                <c:v>33.555199555944284</c:v>
              </c:pt>
              <c:pt idx="248">
                <c:v>33.555199555944284</c:v>
              </c:pt>
              <c:pt idx="249">
                <c:v>33.555199555944284</c:v>
              </c:pt>
              <c:pt idx="250">
                <c:v>33.555199555944284</c:v>
              </c:pt>
              <c:pt idx="251">
                <c:v>33.555199555944284</c:v>
              </c:pt>
              <c:pt idx="252">
                <c:v>33.555199555944284</c:v>
              </c:pt>
              <c:pt idx="253">
                <c:v>33.555199555944284</c:v>
              </c:pt>
              <c:pt idx="254">
                <c:v>33.555199555944284</c:v>
              </c:pt>
              <c:pt idx="255">
                <c:v>33.555199555944284</c:v>
              </c:pt>
              <c:pt idx="256">
                <c:v>33.555199555944284</c:v>
              </c:pt>
              <c:pt idx="257">
                <c:v>33.555199555944284</c:v>
              </c:pt>
              <c:pt idx="258">
                <c:v>33.555199555944284</c:v>
              </c:pt>
              <c:pt idx="259">
                <c:v>33.555199555944284</c:v>
              </c:pt>
              <c:pt idx="260">
                <c:v>33.555199555944284</c:v>
              </c:pt>
              <c:pt idx="261">
                <c:v>33.555199555944284</c:v>
              </c:pt>
              <c:pt idx="262">
                <c:v>33.555199555944284</c:v>
              </c:pt>
              <c:pt idx="263">
                <c:v>33.555199555944284</c:v>
              </c:pt>
              <c:pt idx="264">
                <c:v>33.555199555944284</c:v>
              </c:pt>
              <c:pt idx="265">
                <c:v>33.555199555944284</c:v>
              </c:pt>
              <c:pt idx="266">
                <c:v>33.555199555944284</c:v>
              </c:pt>
              <c:pt idx="267">
                <c:v>33.555199555944284</c:v>
              </c:pt>
              <c:pt idx="268">
                <c:v>33.555199555944284</c:v>
              </c:pt>
              <c:pt idx="269">
                <c:v>33.555199555944284</c:v>
              </c:pt>
              <c:pt idx="270">
                <c:v>33.555199555944284</c:v>
              </c:pt>
              <c:pt idx="271">
                <c:v>33.555199555944284</c:v>
              </c:pt>
              <c:pt idx="272">
                <c:v>33.555199555944284</c:v>
              </c:pt>
              <c:pt idx="273">
                <c:v>33.555199555944284</c:v>
              </c:pt>
              <c:pt idx="274">
                <c:v>33.555199555944284</c:v>
              </c:pt>
              <c:pt idx="275">
                <c:v>33.555199555944284</c:v>
              </c:pt>
              <c:pt idx="276">
                <c:v>33.555199555944284</c:v>
              </c:pt>
              <c:pt idx="277">
                <c:v>33.555199555944284</c:v>
              </c:pt>
              <c:pt idx="278">
                <c:v>33.555199555944284</c:v>
              </c:pt>
              <c:pt idx="279">
                <c:v>33.555199555944284</c:v>
              </c:pt>
              <c:pt idx="280">
                <c:v>33.555199555944284</c:v>
              </c:pt>
              <c:pt idx="281">
                <c:v>33.555199555944284</c:v>
              </c:pt>
              <c:pt idx="282">
                <c:v>33.555199555944284</c:v>
              </c:pt>
              <c:pt idx="283">
                <c:v>33.555199555944284</c:v>
              </c:pt>
              <c:pt idx="284">
                <c:v>33.555199555944284</c:v>
              </c:pt>
              <c:pt idx="285">
                <c:v>33.555199555944284</c:v>
              </c:pt>
              <c:pt idx="286">
                <c:v>33.555199555944284</c:v>
              </c:pt>
              <c:pt idx="287">
                <c:v>33.555199555944284</c:v>
              </c:pt>
              <c:pt idx="288">
                <c:v>33.555199555944284</c:v>
              </c:pt>
              <c:pt idx="289">
                <c:v>33.555199555944284</c:v>
              </c:pt>
              <c:pt idx="290">
                <c:v>33.555199555944284</c:v>
              </c:pt>
              <c:pt idx="291">
                <c:v>33.555199555944284</c:v>
              </c:pt>
              <c:pt idx="292">
                <c:v>33.555199555944284</c:v>
              </c:pt>
              <c:pt idx="293">
                <c:v>33.555199555944284</c:v>
              </c:pt>
              <c:pt idx="294">
                <c:v>33.555199555944284</c:v>
              </c:pt>
              <c:pt idx="295">
                <c:v>33.555199555944284</c:v>
              </c:pt>
              <c:pt idx="296">
                <c:v>33.555199555944284</c:v>
              </c:pt>
              <c:pt idx="297">
                <c:v>33.555199555944284</c:v>
              </c:pt>
              <c:pt idx="298">
                <c:v>33.555199555944284</c:v>
              </c:pt>
              <c:pt idx="299">
                <c:v>33.555199555944284</c:v>
              </c:pt>
              <c:pt idx="300">
                <c:v>33.555199555944284</c:v>
              </c:pt>
              <c:pt idx="301">
                <c:v>33.555199555944284</c:v>
              </c:pt>
              <c:pt idx="302">
                <c:v>33.555199555944284</c:v>
              </c:pt>
              <c:pt idx="303">
                <c:v>33.555199555944284</c:v>
              </c:pt>
              <c:pt idx="304">
                <c:v>33.555199555944284</c:v>
              </c:pt>
              <c:pt idx="305">
                <c:v>33.555199555944284</c:v>
              </c:pt>
              <c:pt idx="306">
                <c:v>33.555199555944284</c:v>
              </c:pt>
              <c:pt idx="307">
                <c:v>33.555199555944284</c:v>
              </c:pt>
              <c:pt idx="308">
                <c:v>33.555199555944284</c:v>
              </c:pt>
              <c:pt idx="309">
                <c:v>33.555199555944284</c:v>
              </c:pt>
              <c:pt idx="310">
                <c:v>33.555199555944284</c:v>
              </c:pt>
              <c:pt idx="311">
                <c:v>33.555199555944284</c:v>
              </c:pt>
              <c:pt idx="312">
                <c:v>33.555199555944284</c:v>
              </c:pt>
              <c:pt idx="313">
                <c:v>33.555199555944284</c:v>
              </c:pt>
              <c:pt idx="314">
                <c:v>33.555199555944284</c:v>
              </c:pt>
              <c:pt idx="315">
                <c:v>33.555199555944284</c:v>
              </c:pt>
              <c:pt idx="316">
                <c:v>33.555199555944284</c:v>
              </c:pt>
              <c:pt idx="317">
                <c:v>33.555199555944284</c:v>
              </c:pt>
              <c:pt idx="318">
                <c:v>33.555199555944284</c:v>
              </c:pt>
              <c:pt idx="319">
                <c:v>33.555199555944284</c:v>
              </c:pt>
              <c:pt idx="320">
                <c:v>33.555199555944284</c:v>
              </c:pt>
              <c:pt idx="321">
                <c:v>33.555199555944284</c:v>
              </c:pt>
              <c:pt idx="322">
                <c:v>33.555199555944284</c:v>
              </c:pt>
              <c:pt idx="323">
                <c:v>33.555199555944284</c:v>
              </c:pt>
            </c:numLit>
          </c:xVal>
          <c:yVal>
            <c:numLit>
              <c:formatCode>0.0</c:formatCode>
              <c:ptCount val="324"/>
              <c:pt idx="0">
                <c:v>0.018409778284908234</c:v>
              </c:pt>
              <c:pt idx="1">
                <c:v>0.018409778284908234</c:v>
              </c:pt>
              <c:pt idx="2">
                <c:v>0.018409778284908234</c:v>
              </c:pt>
              <c:pt idx="3">
                <c:v>0.018409778284908234</c:v>
              </c:pt>
              <c:pt idx="4">
                <c:v>0.018409778284908234</c:v>
              </c:pt>
              <c:pt idx="5">
                <c:v>0.018409778284908234</c:v>
              </c:pt>
              <c:pt idx="6">
                <c:v>0.018409778284908234</c:v>
              </c:pt>
              <c:pt idx="7">
                <c:v>0.018409778284908234</c:v>
              </c:pt>
              <c:pt idx="8">
                <c:v>0.018409778284908234</c:v>
              </c:pt>
              <c:pt idx="9">
                <c:v>0.018409778284908234</c:v>
              </c:pt>
              <c:pt idx="10">
                <c:v>0.018409778284908234</c:v>
              </c:pt>
              <c:pt idx="11">
                <c:v>0.018409778284908234</c:v>
              </c:pt>
              <c:pt idx="12">
                <c:v>0.018409778284908234</c:v>
              </c:pt>
              <c:pt idx="13">
                <c:v>0.018409778284908234</c:v>
              </c:pt>
              <c:pt idx="14">
                <c:v>0.018409778284908234</c:v>
              </c:pt>
              <c:pt idx="15">
                <c:v>0.018409778284908234</c:v>
              </c:pt>
              <c:pt idx="16">
                <c:v>0.018409778284908234</c:v>
              </c:pt>
              <c:pt idx="17">
                <c:v>0.018409778284908234</c:v>
              </c:pt>
              <c:pt idx="18">
                <c:v>0.018409778284908234</c:v>
              </c:pt>
              <c:pt idx="19">
                <c:v>0.018409778284908234</c:v>
              </c:pt>
              <c:pt idx="20">
                <c:v>0.018409778284908234</c:v>
              </c:pt>
              <c:pt idx="21">
                <c:v>0.018409778284908234</c:v>
              </c:pt>
              <c:pt idx="22">
                <c:v>0.018409778284908234</c:v>
              </c:pt>
              <c:pt idx="23">
                <c:v>0.018409778284908234</c:v>
              </c:pt>
              <c:pt idx="24">
                <c:v>0.018409778284908234</c:v>
              </c:pt>
              <c:pt idx="25">
                <c:v>0.018409778284908234</c:v>
              </c:pt>
              <c:pt idx="26">
                <c:v>0.018409778284908234</c:v>
              </c:pt>
              <c:pt idx="27">
                <c:v>0.018409778284908234</c:v>
              </c:pt>
              <c:pt idx="28">
                <c:v>0.018409778284908234</c:v>
              </c:pt>
              <c:pt idx="29">
                <c:v>0.018409778284908234</c:v>
              </c:pt>
              <c:pt idx="30">
                <c:v>0.018409778284908234</c:v>
              </c:pt>
              <c:pt idx="31">
                <c:v>0.018409778284908234</c:v>
              </c:pt>
              <c:pt idx="32">
                <c:v>0.018409778284908234</c:v>
              </c:pt>
              <c:pt idx="33">
                <c:v>0.018409778284908234</c:v>
              </c:pt>
              <c:pt idx="34">
                <c:v>0.018409778284908234</c:v>
              </c:pt>
              <c:pt idx="35">
                <c:v>0.018409778284908234</c:v>
              </c:pt>
              <c:pt idx="36">
                <c:v>0.018409778284908234</c:v>
              </c:pt>
              <c:pt idx="37">
                <c:v>0.018409778284908234</c:v>
              </c:pt>
              <c:pt idx="38">
                <c:v>0.018409778284908234</c:v>
              </c:pt>
              <c:pt idx="39">
                <c:v>0.018409778284908234</c:v>
              </c:pt>
              <c:pt idx="40">
                <c:v>0.018409778284908234</c:v>
              </c:pt>
              <c:pt idx="41">
                <c:v>0.018409778284908234</c:v>
              </c:pt>
              <c:pt idx="42">
                <c:v>0.018409778284908234</c:v>
              </c:pt>
              <c:pt idx="43">
                <c:v>0.018409778284908234</c:v>
              </c:pt>
              <c:pt idx="44">
                <c:v>0.018409778284908234</c:v>
              </c:pt>
              <c:pt idx="45">
                <c:v>0.018409778284908234</c:v>
              </c:pt>
              <c:pt idx="46">
                <c:v>0.018409778284908234</c:v>
              </c:pt>
              <c:pt idx="47">
                <c:v>0.018409778284908234</c:v>
              </c:pt>
              <c:pt idx="48">
                <c:v>0.018409778284908234</c:v>
              </c:pt>
              <c:pt idx="49">
                <c:v>0.018409778284908234</c:v>
              </c:pt>
              <c:pt idx="50">
                <c:v>0.018409778284908234</c:v>
              </c:pt>
              <c:pt idx="51">
                <c:v>0.018409778284908234</c:v>
              </c:pt>
              <c:pt idx="52">
                <c:v>0.018409778284908234</c:v>
              </c:pt>
              <c:pt idx="53">
                <c:v>0.018409778284908234</c:v>
              </c:pt>
              <c:pt idx="54">
                <c:v>0.018409778284908234</c:v>
              </c:pt>
              <c:pt idx="55">
                <c:v>0.018409778284908234</c:v>
              </c:pt>
              <c:pt idx="56">
                <c:v>0.018409778284908234</c:v>
              </c:pt>
              <c:pt idx="57">
                <c:v>0.018409778284908234</c:v>
              </c:pt>
              <c:pt idx="58">
                <c:v>0.018409778284908234</c:v>
              </c:pt>
              <c:pt idx="59">
                <c:v>0.018409778284908234</c:v>
              </c:pt>
              <c:pt idx="60">
                <c:v>0.018409778284908234</c:v>
              </c:pt>
              <c:pt idx="61">
                <c:v>0.018409778284908234</c:v>
              </c:pt>
              <c:pt idx="62">
                <c:v>0.018409778284908234</c:v>
              </c:pt>
              <c:pt idx="63">
                <c:v>0.018409778284908234</c:v>
              </c:pt>
              <c:pt idx="64">
                <c:v>0.018409778284908234</c:v>
              </c:pt>
              <c:pt idx="65">
                <c:v>0.018409778284908234</c:v>
              </c:pt>
              <c:pt idx="66">
                <c:v>0.018409778284908234</c:v>
              </c:pt>
              <c:pt idx="67">
                <c:v>0.018409778284908234</c:v>
              </c:pt>
              <c:pt idx="68">
                <c:v>0.018409778284908234</c:v>
              </c:pt>
              <c:pt idx="69">
                <c:v>0.018409778284908234</c:v>
              </c:pt>
              <c:pt idx="70">
                <c:v>0.018409778284908234</c:v>
              </c:pt>
              <c:pt idx="71">
                <c:v>0.018409778284908234</c:v>
              </c:pt>
              <c:pt idx="72">
                <c:v>0.018409778284908234</c:v>
              </c:pt>
              <c:pt idx="73">
                <c:v>0.018409778284908234</c:v>
              </c:pt>
              <c:pt idx="74">
                <c:v>0.018409778284908234</c:v>
              </c:pt>
              <c:pt idx="75">
                <c:v>0.018409778284908234</c:v>
              </c:pt>
              <c:pt idx="76">
                <c:v>0.018409778284908234</c:v>
              </c:pt>
              <c:pt idx="77">
                <c:v>0.018409778284908234</c:v>
              </c:pt>
              <c:pt idx="78">
                <c:v>0.018409778284908234</c:v>
              </c:pt>
              <c:pt idx="79">
                <c:v>0.018409778284908234</c:v>
              </c:pt>
              <c:pt idx="80">
                <c:v>0.018409778284908234</c:v>
              </c:pt>
              <c:pt idx="81">
                <c:v>0.018409778284908234</c:v>
              </c:pt>
              <c:pt idx="82">
                <c:v>0.018409778284908234</c:v>
              </c:pt>
              <c:pt idx="83">
                <c:v>0.018409778284908234</c:v>
              </c:pt>
              <c:pt idx="84">
                <c:v>0.018409778284908234</c:v>
              </c:pt>
              <c:pt idx="85">
                <c:v>0.018409778284908234</c:v>
              </c:pt>
              <c:pt idx="86">
                <c:v>0.018409778284908234</c:v>
              </c:pt>
              <c:pt idx="87">
                <c:v>0.018409778284908234</c:v>
              </c:pt>
              <c:pt idx="88">
                <c:v>0.018409778284908234</c:v>
              </c:pt>
              <c:pt idx="89">
                <c:v>0.018409778284908234</c:v>
              </c:pt>
              <c:pt idx="90">
                <c:v>0.018409778284908234</c:v>
              </c:pt>
              <c:pt idx="91">
                <c:v>0.018409778284908234</c:v>
              </c:pt>
              <c:pt idx="92">
                <c:v>0.018409778284908234</c:v>
              </c:pt>
              <c:pt idx="93">
                <c:v>0.018409778284908234</c:v>
              </c:pt>
              <c:pt idx="94">
                <c:v>0.018409778284908234</c:v>
              </c:pt>
              <c:pt idx="95">
                <c:v>0.018409778284908234</c:v>
              </c:pt>
              <c:pt idx="96">
                <c:v>0.018409778284908234</c:v>
              </c:pt>
              <c:pt idx="97">
                <c:v>0.018409778284908234</c:v>
              </c:pt>
              <c:pt idx="98">
                <c:v>0.018409778284908234</c:v>
              </c:pt>
              <c:pt idx="99">
                <c:v>0.018409778284908234</c:v>
              </c:pt>
              <c:pt idx="100">
                <c:v>0.018409778284908234</c:v>
              </c:pt>
              <c:pt idx="101">
                <c:v>0.018409778284908234</c:v>
              </c:pt>
              <c:pt idx="102">
                <c:v>0.018409778284908234</c:v>
              </c:pt>
              <c:pt idx="103">
                <c:v>0.018409778284908234</c:v>
              </c:pt>
              <c:pt idx="104">
                <c:v>0.018409778284908234</c:v>
              </c:pt>
              <c:pt idx="105">
                <c:v>0.018409778284908234</c:v>
              </c:pt>
              <c:pt idx="106">
                <c:v>0.018409778284908234</c:v>
              </c:pt>
              <c:pt idx="107">
                <c:v>0.018409778284908234</c:v>
              </c:pt>
              <c:pt idx="108">
                <c:v>0.018409778284908234</c:v>
              </c:pt>
              <c:pt idx="109">
                <c:v>0.018409778284908234</c:v>
              </c:pt>
              <c:pt idx="110">
                <c:v>0.018409778284908234</c:v>
              </c:pt>
              <c:pt idx="111">
                <c:v>0.018409778284908234</c:v>
              </c:pt>
              <c:pt idx="112">
                <c:v>0.018409778284908234</c:v>
              </c:pt>
              <c:pt idx="113">
                <c:v>0.018409778284908234</c:v>
              </c:pt>
              <c:pt idx="114">
                <c:v>0.018409778284908234</c:v>
              </c:pt>
              <c:pt idx="115">
                <c:v>0.018409778284908234</c:v>
              </c:pt>
              <c:pt idx="116">
                <c:v>0.018409778284908234</c:v>
              </c:pt>
              <c:pt idx="117">
                <c:v>0.018409778284908234</c:v>
              </c:pt>
              <c:pt idx="118">
                <c:v>0.018409778284908234</c:v>
              </c:pt>
              <c:pt idx="119">
                <c:v>0.018409778284908234</c:v>
              </c:pt>
              <c:pt idx="120">
                <c:v>0.018409778284908234</c:v>
              </c:pt>
              <c:pt idx="121">
                <c:v>0.018409778284908234</c:v>
              </c:pt>
              <c:pt idx="122">
                <c:v>0.018409778284908234</c:v>
              </c:pt>
              <c:pt idx="123">
                <c:v>0.018409778284908234</c:v>
              </c:pt>
              <c:pt idx="124">
                <c:v>0.018409778284908234</c:v>
              </c:pt>
              <c:pt idx="125">
                <c:v>0.018409778284908234</c:v>
              </c:pt>
              <c:pt idx="126">
                <c:v>0.018409778284908234</c:v>
              </c:pt>
              <c:pt idx="127">
                <c:v>0.018409778284908234</c:v>
              </c:pt>
              <c:pt idx="128">
                <c:v>0.018409778284908234</c:v>
              </c:pt>
              <c:pt idx="129">
                <c:v>0.018409778284908234</c:v>
              </c:pt>
              <c:pt idx="130">
                <c:v>0.018409778284908234</c:v>
              </c:pt>
              <c:pt idx="131">
                <c:v>0.018409778284908234</c:v>
              </c:pt>
              <c:pt idx="132">
                <c:v>0.018409778284908234</c:v>
              </c:pt>
              <c:pt idx="133">
                <c:v>0.018409778284908234</c:v>
              </c:pt>
              <c:pt idx="134">
                <c:v>0.018409778284908234</c:v>
              </c:pt>
              <c:pt idx="135">
                <c:v>0.018409778284908234</c:v>
              </c:pt>
              <c:pt idx="136">
                <c:v>0.018409778284908234</c:v>
              </c:pt>
              <c:pt idx="137">
                <c:v>0.018409778284908234</c:v>
              </c:pt>
              <c:pt idx="138">
                <c:v>0.018409778284908234</c:v>
              </c:pt>
              <c:pt idx="139">
                <c:v>0.018409778284908234</c:v>
              </c:pt>
              <c:pt idx="140">
                <c:v>0.018409778284908234</c:v>
              </c:pt>
              <c:pt idx="141">
                <c:v>0.018409778284908234</c:v>
              </c:pt>
              <c:pt idx="142">
                <c:v>0.018409778284908234</c:v>
              </c:pt>
              <c:pt idx="143">
                <c:v>0.018409778284908234</c:v>
              </c:pt>
              <c:pt idx="144">
                <c:v>0.018409778284908234</c:v>
              </c:pt>
              <c:pt idx="145">
                <c:v>0.018409778284908234</c:v>
              </c:pt>
              <c:pt idx="146">
                <c:v>0.018409778284908234</c:v>
              </c:pt>
              <c:pt idx="147">
                <c:v>0.018409778284908234</c:v>
              </c:pt>
              <c:pt idx="148">
                <c:v>0.018409778284908234</c:v>
              </c:pt>
              <c:pt idx="149">
                <c:v>0.018409778284908234</c:v>
              </c:pt>
              <c:pt idx="150">
                <c:v>0.018409778284908234</c:v>
              </c:pt>
              <c:pt idx="151">
                <c:v>0.018409778284908234</c:v>
              </c:pt>
              <c:pt idx="152">
                <c:v>0.018409778284908234</c:v>
              </c:pt>
              <c:pt idx="153">
                <c:v>0.018409778284908234</c:v>
              </c:pt>
              <c:pt idx="154">
                <c:v>0.018409778284908234</c:v>
              </c:pt>
              <c:pt idx="155">
                <c:v>0.018409778284908234</c:v>
              </c:pt>
              <c:pt idx="156">
                <c:v>0.018409778284908234</c:v>
              </c:pt>
              <c:pt idx="157">
                <c:v>0.018409778284908234</c:v>
              </c:pt>
              <c:pt idx="158">
                <c:v>0.018409778284908234</c:v>
              </c:pt>
              <c:pt idx="159">
                <c:v>0.018409778284908234</c:v>
              </c:pt>
              <c:pt idx="160">
                <c:v>0.018409778284908234</c:v>
              </c:pt>
              <c:pt idx="161">
                <c:v>0.018409778284908234</c:v>
              </c:pt>
              <c:pt idx="162">
                <c:v>0.018409778284908234</c:v>
              </c:pt>
              <c:pt idx="163">
                <c:v>0.018409778284908234</c:v>
              </c:pt>
              <c:pt idx="164">
                <c:v>0.018409778284908234</c:v>
              </c:pt>
              <c:pt idx="165">
                <c:v>0.018409778284908234</c:v>
              </c:pt>
              <c:pt idx="166">
                <c:v>0.018409778284908234</c:v>
              </c:pt>
              <c:pt idx="167">
                <c:v>0.018409778284908234</c:v>
              </c:pt>
              <c:pt idx="168">
                <c:v>0.018409778284908234</c:v>
              </c:pt>
              <c:pt idx="169">
                <c:v>0.018409778284908234</c:v>
              </c:pt>
              <c:pt idx="170">
                <c:v>0.018409778284908234</c:v>
              </c:pt>
              <c:pt idx="171">
                <c:v>0.018409778284908234</c:v>
              </c:pt>
              <c:pt idx="172">
                <c:v>0.018409778284908234</c:v>
              </c:pt>
              <c:pt idx="173">
                <c:v>0.018409778284908234</c:v>
              </c:pt>
              <c:pt idx="174">
                <c:v>0.018409778284908234</c:v>
              </c:pt>
              <c:pt idx="175">
                <c:v>0.018409778284908234</c:v>
              </c:pt>
              <c:pt idx="176">
                <c:v>0.018409778284908234</c:v>
              </c:pt>
              <c:pt idx="177">
                <c:v>0.018409778284908234</c:v>
              </c:pt>
              <c:pt idx="178">
                <c:v>0.018409778284908234</c:v>
              </c:pt>
              <c:pt idx="179">
                <c:v>0.018409778284908234</c:v>
              </c:pt>
              <c:pt idx="180">
                <c:v>0.018409778284908234</c:v>
              </c:pt>
              <c:pt idx="181">
                <c:v>0.018409778284908234</c:v>
              </c:pt>
              <c:pt idx="182">
                <c:v>0.018409778284908234</c:v>
              </c:pt>
              <c:pt idx="183">
                <c:v>0.018409778284908234</c:v>
              </c:pt>
              <c:pt idx="184">
                <c:v>0.018409778284908234</c:v>
              </c:pt>
              <c:pt idx="185">
                <c:v>0.018409778284908234</c:v>
              </c:pt>
              <c:pt idx="186">
                <c:v>0.018409778284908234</c:v>
              </c:pt>
              <c:pt idx="187">
                <c:v>0.018409778284908234</c:v>
              </c:pt>
              <c:pt idx="188">
                <c:v>0.018409778284908234</c:v>
              </c:pt>
              <c:pt idx="189">
                <c:v>0.018409778284908234</c:v>
              </c:pt>
              <c:pt idx="190">
                <c:v>0.018409778284908234</c:v>
              </c:pt>
              <c:pt idx="191">
                <c:v>0.018409778284908234</c:v>
              </c:pt>
              <c:pt idx="192">
                <c:v>0.018409778284908234</c:v>
              </c:pt>
              <c:pt idx="193">
                <c:v>0.018409778284908234</c:v>
              </c:pt>
              <c:pt idx="194">
                <c:v>0.018409778284908234</c:v>
              </c:pt>
              <c:pt idx="195">
                <c:v>0.018409778284908234</c:v>
              </c:pt>
              <c:pt idx="196">
                <c:v>0.018409778284908234</c:v>
              </c:pt>
              <c:pt idx="197">
                <c:v>0.018409778284908234</c:v>
              </c:pt>
              <c:pt idx="198">
                <c:v>0.018409778284908234</c:v>
              </c:pt>
              <c:pt idx="199">
                <c:v>0.018409778284908234</c:v>
              </c:pt>
              <c:pt idx="200">
                <c:v>0.018409778284908234</c:v>
              </c:pt>
              <c:pt idx="201">
                <c:v>0.018409778284908234</c:v>
              </c:pt>
              <c:pt idx="202">
                <c:v>0.018409778284908234</c:v>
              </c:pt>
              <c:pt idx="203">
                <c:v>0.018409778284908234</c:v>
              </c:pt>
              <c:pt idx="204">
                <c:v>0.018409778284908234</c:v>
              </c:pt>
              <c:pt idx="205">
                <c:v>0.018409778284908234</c:v>
              </c:pt>
              <c:pt idx="206">
                <c:v>0.018409778284908234</c:v>
              </c:pt>
              <c:pt idx="207">
                <c:v>0.018409778284908234</c:v>
              </c:pt>
              <c:pt idx="208">
                <c:v>0.018409778284908234</c:v>
              </c:pt>
              <c:pt idx="209">
                <c:v>0.018409778284908234</c:v>
              </c:pt>
              <c:pt idx="210">
                <c:v>0.018409778284908234</c:v>
              </c:pt>
              <c:pt idx="211">
                <c:v>0.018409778284908234</c:v>
              </c:pt>
              <c:pt idx="212">
                <c:v>0.018409778284908234</c:v>
              </c:pt>
              <c:pt idx="213">
                <c:v>0.018409778284908234</c:v>
              </c:pt>
              <c:pt idx="214">
                <c:v>0.018409778284908234</c:v>
              </c:pt>
              <c:pt idx="215">
                <c:v>0.018409778284908234</c:v>
              </c:pt>
              <c:pt idx="216">
                <c:v>0.018409778284908234</c:v>
              </c:pt>
              <c:pt idx="217">
                <c:v>0.018409778284908234</c:v>
              </c:pt>
              <c:pt idx="218">
                <c:v>0.018409778284908234</c:v>
              </c:pt>
              <c:pt idx="219">
                <c:v>0.018409778284908234</c:v>
              </c:pt>
              <c:pt idx="220">
                <c:v>0.018409778284908234</c:v>
              </c:pt>
              <c:pt idx="221">
                <c:v>0.018409778284908234</c:v>
              </c:pt>
              <c:pt idx="222">
                <c:v>0.018409778284908234</c:v>
              </c:pt>
              <c:pt idx="223">
                <c:v>0.018409778284908234</c:v>
              </c:pt>
              <c:pt idx="224">
                <c:v>0.018409778284908234</c:v>
              </c:pt>
              <c:pt idx="225">
                <c:v>0.018409778284908234</c:v>
              </c:pt>
              <c:pt idx="226">
                <c:v>0.018409778284908234</c:v>
              </c:pt>
              <c:pt idx="227">
                <c:v>0.018409778284908234</c:v>
              </c:pt>
              <c:pt idx="228">
                <c:v>0.018409778284908234</c:v>
              </c:pt>
              <c:pt idx="229">
                <c:v>0.018409778284908234</c:v>
              </c:pt>
              <c:pt idx="230">
                <c:v>0.018409778284908234</c:v>
              </c:pt>
              <c:pt idx="231">
                <c:v>0.018409778284908234</c:v>
              </c:pt>
              <c:pt idx="232">
                <c:v>0.018409778284908234</c:v>
              </c:pt>
              <c:pt idx="233">
                <c:v>0.018409778284908234</c:v>
              </c:pt>
              <c:pt idx="234">
                <c:v>0.018409778284908234</c:v>
              </c:pt>
              <c:pt idx="235">
                <c:v>0.018409778284908234</c:v>
              </c:pt>
              <c:pt idx="236">
                <c:v>0.018409778284908234</c:v>
              </c:pt>
              <c:pt idx="237">
                <c:v>0.018409778284908234</c:v>
              </c:pt>
              <c:pt idx="238">
                <c:v>0.018409778284908234</c:v>
              </c:pt>
              <c:pt idx="239">
                <c:v>0.018409778284908234</c:v>
              </c:pt>
              <c:pt idx="240">
                <c:v>0.018409778284908234</c:v>
              </c:pt>
              <c:pt idx="241">
                <c:v>0.018409778284908234</c:v>
              </c:pt>
              <c:pt idx="242">
                <c:v>0.018409778284908234</c:v>
              </c:pt>
              <c:pt idx="243">
                <c:v>0.018409778284908234</c:v>
              </c:pt>
              <c:pt idx="244">
                <c:v>0.018409778284908234</c:v>
              </c:pt>
              <c:pt idx="245">
                <c:v>0.018409778284908234</c:v>
              </c:pt>
              <c:pt idx="246">
                <c:v>0.018409778284908234</c:v>
              </c:pt>
              <c:pt idx="247">
                <c:v>0.018409778284908234</c:v>
              </c:pt>
              <c:pt idx="248">
                <c:v>0.018409778284908234</c:v>
              </c:pt>
              <c:pt idx="249">
                <c:v>0.018409778284908234</c:v>
              </c:pt>
              <c:pt idx="250">
                <c:v>0.018409778284908234</c:v>
              </c:pt>
              <c:pt idx="251">
                <c:v>0.018409778284908234</c:v>
              </c:pt>
              <c:pt idx="252">
                <c:v>0.018409778284908234</c:v>
              </c:pt>
              <c:pt idx="253">
                <c:v>0.018409778284908234</c:v>
              </c:pt>
              <c:pt idx="254">
                <c:v>0.018409778284908234</c:v>
              </c:pt>
              <c:pt idx="255">
                <c:v>0.018409778284908234</c:v>
              </c:pt>
              <c:pt idx="256">
                <c:v>0.018409778284908234</c:v>
              </c:pt>
              <c:pt idx="257">
                <c:v>0.018409778284908234</c:v>
              </c:pt>
              <c:pt idx="258">
                <c:v>0.018409778284908234</c:v>
              </c:pt>
              <c:pt idx="259">
                <c:v>0.018409778284908234</c:v>
              </c:pt>
              <c:pt idx="260">
                <c:v>0.018409778284908234</c:v>
              </c:pt>
              <c:pt idx="261">
                <c:v>0.018409778284908234</c:v>
              </c:pt>
              <c:pt idx="262">
                <c:v>0.018409778284908234</c:v>
              </c:pt>
              <c:pt idx="263">
                <c:v>0.018409778284908234</c:v>
              </c:pt>
              <c:pt idx="264">
                <c:v>0.018409778284908234</c:v>
              </c:pt>
              <c:pt idx="265">
                <c:v>0.018409778284908234</c:v>
              </c:pt>
              <c:pt idx="266">
                <c:v>0.018409778284908234</c:v>
              </c:pt>
              <c:pt idx="267">
                <c:v>0.018409778284908234</c:v>
              </c:pt>
              <c:pt idx="268">
                <c:v>0.018409778284908234</c:v>
              </c:pt>
              <c:pt idx="269">
                <c:v>0.018409778284908234</c:v>
              </c:pt>
              <c:pt idx="270">
                <c:v>0.018409778284908234</c:v>
              </c:pt>
              <c:pt idx="271">
                <c:v>0.018409778284908234</c:v>
              </c:pt>
              <c:pt idx="272">
                <c:v>0.018409778284908234</c:v>
              </c:pt>
              <c:pt idx="273">
                <c:v>0.018409778284908234</c:v>
              </c:pt>
              <c:pt idx="274">
                <c:v>0.018409778284908234</c:v>
              </c:pt>
              <c:pt idx="275">
                <c:v>0.018409778284908234</c:v>
              </c:pt>
              <c:pt idx="276">
                <c:v>0.018409778284908234</c:v>
              </c:pt>
              <c:pt idx="277">
                <c:v>0.018409778284908234</c:v>
              </c:pt>
              <c:pt idx="278">
                <c:v>0.018409778284908234</c:v>
              </c:pt>
              <c:pt idx="279">
                <c:v>0.018409778284908234</c:v>
              </c:pt>
              <c:pt idx="280">
                <c:v>0.018409778284908234</c:v>
              </c:pt>
              <c:pt idx="281">
                <c:v>0.018409778284908234</c:v>
              </c:pt>
              <c:pt idx="282">
                <c:v>0.018409778284908234</c:v>
              </c:pt>
              <c:pt idx="283">
                <c:v>0.018409778284908234</c:v>
              </c:pt>
              <c:pt idx="284">
                <c:v>0.018409778284908234</c:v>
              </c:pt>
              <c:pt idx="285">
                <c:v>0.018409778284908234</c:v>
              </c:pt>
              <c:pt idx="286">
                <c:v>0.018409778284908234</c:v>
              </c:pt>
              <c:pt idx="287">
                <c:v>0.018409778284908234</c:v>
              </c:pt>
              <c:pt idx="288">
                <c:v>0.018409778284908234</c:v>
              </c:pt>
              <c:pt idx="289">
                <c:v>0.018409778284908234</c:v>
              </c:pt>
              <c:pt idx="290">
                <c:v>0.018409778284908234</c:v>
              </c:pt>
              <c:pt idx="291">
                <c:v>0.018409778284908234</c:v>
              </c:pt>
              <c:pt idx="292">
                <c:v>0.018409778284908234</c:v>
              </c:pt>
              <c:pt idx="293">
                <c:v>0.018409778284908234</c:v>
              </c:pt>
              <c:pt idx="294">
                <c:v>0.018409778284908234</c:v>
              </c:pt>
              <c:pt idx="295">
                <c:v>0.018409778284908234</c:v>
              </c:pt>
              <c:pt idx="296">
                <c:v>0.018409778284908234</c:v>
              </c:pt>
              <c:pt idx="297">
                <c:v>0.018409778284908234</c:v>
              </c:pt>
              <c:pt idx="298">
                <c:v>0.018409778284908234</c:v>
              </c:pt>
              <c:pt idx="299">
                <c:v>0.018409778284908234</c:v>
              </c:pt>
              <c:pt idx="300">
                <c:v>0.018409778284908234</c:v>
              </c:pt>
              <c:pt idx="301">
                <c:v>0.018409778284908234</c:v>
              </c:pt>
              <c:pt idx="302">
                <c:v>0.018409778284908234</c:v>
              </c:pt>
              <c:pt idx="303">
                <c:v>0.018409778284908234</c:v>
              </c:pt>
              <c:pt idx="304">
                <c:v>0.018409778284908234</c:v>
              </c:pt>
              <c:pt idx="305">
                <c:v>0.018409778284908234</c:v>
              </c:pt>
              <c:pt idx="306">
                <c:v>0.018409778284908234</c:v>
              </c:pt>
              <c:pt idx="307">
                <c:v>0.018409778284908234</c:v>
              </c:pt>
              <c:pt idx="308">
                <c:v>0.018409778284908234</c:v>
              </c:pt>
              <c:pt idx="309">
                <c:v>0.018409778284908234</c:v>
              </c:pt>
              <c:pt idx="310">
                <c:v>0.018409778284908234</c:v>
              </c:pt>
              <c:pt idx="311">
                <c:v>0.018409778284908234</c:v>
              </c:pt>
              <c:pt idx="312">
                <c:v>0.018409778284908234</c:v>
              </c:pt>
              <c:pt idx="313">
                <c:v>0.018409778284908234</c:v>
              </c:pt>
              <c:pt idx="314">
                <c:v>0.018409778284908234</c:v>
              </c:pt>
              <c:pt idx="315">
                <c:v>0.018409778284908234</c:v>
              </c:pt>
              <c:pt idx="316">
                <c:v>0.018409778284908234</c:v>
              </c:pt>
              <c:pt idx="317">
                <c:v>0.018409778284908234</c:v>
              </c:pt>
              <c:pt idx="318">
                <c:v>0.018409778284908234</c:v>
              </c:pt>
              <c:pt idx="319">
                <c:v>0.018409778284908234</c:v>
              </c:pt>
              <c:pt idx="320">
                <c:v>0.018409778284908234</c:v>
              </c:pt>
              <c:pt idx="321">
                <c:v>0.018409778284908234</c:v>
              </c:pt>
              <c:pt idx="322">
                <c:v>0.018409778284908234</c:v>
              </c:pt>
              <c:pt idx="323">
                <c:v>0.018409778284908234</c:v>
              </c:pt>
            </c:numLit>
          </c:yVal>
          <c:smooth val="0"/>
        </c:ser>
        <c:ser>
          <c:idx val="9"/>
          <c:order val="9"/>
          <c:tx>
            <c:v>Same order, optimal filling</c:v>
          </c:tx>
          <c:spPr>
            <a:noFill xmlns:a="http://schemas.openxmlformats.org/drawingml/2006/main"/>
            <a:ln xmlns:a="http://schemas.openxmlformats.org/drawingml/2006/main" w="0">
              <a:noFill/>
              <a:prstDash val="solid"/>
            </a:ln>
          </c:spPr>
          <c:marker>
            <c:symbol val="circle"/>
            <c:size val="7"/>
            <c:spPr>
              <a:solidFill xmlns:a="http://schemas.openxmlformats.org/drawingml/2006/main">
                <a:srgbClr val="009E73"/>
              </a:solidFill>
            </c:spPr>
          </c:marker>
          <c:xVal>
            <c:numLit>
              <c:formatCode>General</c:formatCode>
              <c:ptCount val="324"/>
              <c:pt idx="0">
                <c:v>33.555199555944284</c:v>
              </c:pt>
              <c:pt idx="1">
                <c:v>33.555199555944284</c:v>
              </c:pt>
              <c:pt idx="2">
                <c:v>33.555199555944284</c:v>
              </c:pt>
              <c:pt idx="3">
                <c:v>33.555199555944284</c:v>
              </c:pt>
              <c:pt idx="4">
                <c:v>33.555199555944284</c:v>
              </c:pt>
              <c:pt idx="5">
                <c:v>33.555199555944284</c:v>
              </c:pt>
              <c:pt idx="6">
                <c:v>33.555199555944284</c:v>
              </c:pt>
              <c:pt idx="7">
                <c:v>33.555199555944284</c:v>
              </c:pt>
              <c:pt idx="8">
                <c:v>33.555199555944284</c:v>
              </c:pt>
              <c:pt idx="9">
                <c:v>33.555199555944284</c:v>
              </c:pt>
              <c:pt idx="10">
                <c:v>33.555199555944284</c:v>
              </c:pt>
              <c:pt idx="11">
                <c:v>33.555199555944284</c:v>
              </c:pt>
              <c:pt idx="12">
                <c:v>33.555199555944284</c:v>
              </c:pt>
              <c:pt idx="13">
                <c:v>33.555199555944284</c:v>
              </c:pt>
              <c:pt idx="14">
                <c:v>33.555199555944284</c:v>
              </c:pt>
              <c:pt idx="15">
                <c:v>33.555199555944284</c:v>
              </c:pt>
              <c:pt idx="16">
                <c:v>33.555199555944284</c:v>
              </c:pt>
              <c:pt idx="17">
                <c:v>33.555199555944284</c:v>
              </c:pt>
              <c:pt idx="18">
                <c:v>33.555199555944284</c:v>
              </c:pt>
              <c:pt idx="19">
                <c:v>33.555199555944284</c:v>
              </c:pt>
              <c:pt idx="20">
                <c:v>33.555199555944284</c:v>
              </c:pt>
              <c:pt idx="21">
                <c:v>33.555199555944284</c:v>
              </c:pt>
              <c:pt idx="22">
                <c:v>33.555199555944284</c:v>
              </c:pt>
              <c:pt idx="23">
                <c:v>33.555199555944284</c:v>
              </c:pt>
              <c:pt idx="24">
                <c:v>33.555199555944284</c:v>
              </c:pt>
              <c:pt idx="25">
                <c:v>33.555199555944284</c:v>
              </c:pt>
              <c:pt idx="26">
                <c:v>33.555199555944284</c:v>
              </c:pt>
              <c:pt idx="27">
                <c:v>33.555199555944284</c:v>
              </c:pt>
              <c:pt idx="28">
                <c:v>33.555199555944284</c:v>
              </c:pt>
              <c:pt idx="29">
                <c:v>33.555199555944284</c:v>
              </c:pt>
              <c:pt idx="30">
                <c:v>33.555199555944284</c:v>
              </c:pt>
              <c:pt idx="31">
                <c:v>33.555199555944284</c:v>
              </c:pt>
              <c:pt idx="32">
                <c:v>33.555199555944284</c:v>
              </c:pt>
              <c:pt idx="33">
                <c:v>33.555199555944284</c:v>
              </c:pt>
              <c:pt idx="34">
                <c:v>33.555199555944284</c:v>
              </c:pt>
              <c:pt idx="35">
                <c:v>33.555199555944284</c:v>
              </c:pt>
              <c:pt idx="36">
                <c:v>33.555199555944284</c:v>
              </c:pt>
              <c:pt idx="37">
                <c:v>33.555199555944284</c:v>
              </c:pt>
              <c:pt idx="38">
                <c:v>33.555199555944284</c:v>
              </c:pt>
              <c:pt idx="39">
                <c:v>33.555199555944284</c:v>
              </c:pt>
              <c:pt idx="40">
                <c:v>33.555199555944284</c:v>
              </c:pt>
              <c:pt idx="41">
                <c:v>33.555199555944284</c:v>
              </c:pt>
              <c:pt idx="42">
                <c:v>33.555199555944284</c:v>
              </c:pt>
              <c:pt idx="43">
                <c:v>33.555199555944284</c:v>
              </c:pt>
              <c:pt idx="44">
                <c:v>33.555199555944284</c:v>
              </c:pt>
              <c:pt idx="45">
                <c:v>33.555199555944284</c:v>
              </c:pt>
              <c:pt idx="46">
                <c:v>33.555199555944284</c:v>
              </c:pt>
              <c:pt idx="47">
                <c:v>33.555199555944284</c:v>
              </c:pt>
              <c:pt idx="48">
                <c:v>33.555199555944284</c:v>
              </c:pt>
              <c:pt idx="49">
                <c:v>33.555199555944284</c:v>
              </c:pt>
              <c:pt idx="50">
                <c:v>33.555199555944284</c:v>
              </c:pt>
              <c:pt idx="51">
                <c:v>33.555199555944284</c:v>
              </c:pt>
              <c:pt idx="52">
                <c:v>33.555199555944284</c:v>
              </c:pt>
              <c:pt idx="53">
                <c:v>33.555199555944284</c:v>
              </c:pt>
              <c:pt idx="54">
                <c:v>33.555199555944284</c:v>
              </c:pt>
              <c:pt idx="55">
                <c:v>33.555199555944284</c:v>
              </c:pt>
              <c:pt idx="56">
                <c:v>33.555199555944284</c:v>
              </c:pt>
              <c:pt idx="57">
                <c:v>33.555199555944284</c:v>
              </c:pt>
              <c:pt idx="58">
                <c:v>33.555199555944284</c:v>
              </c:pt>
              <c:pt idx="59">
                <c:v>33.555199555944284</c:v>
              </c:pt>
              <c:pt idx="60">
                <c:v>33.555199555944284</c:v>
              </c:pt>
              <c:pt idx="61">
                <c:v>33.555199555944284</c:v>
              </c:pt>
              <c:pt idx="62">
                <c:v>33.555199555944284</c:v>
              </c:pt>
              <c:pt idx="63">
                <c:v>33.555199555944284</c:v>
              </c:pt>
              <c:pt idx="64">
                <c:v>33.555199555944284</c:v>
              </c:pt>
              <c:pt idx="65">
                <c:v>33.555199555944284</c:v>
              </c:pt>
              <c:pt idx="66">
                <c:v>33.555199555944284</c:v>
              </c:pt>
              <c:pt idx="67">
                <c:v>33.555199555944284</c:v>
              </c:pt>
              <c:pt idx="68">
                <c:v>33.555199555944284</c:v>
              </c:pt>
              <c:pt idx="69">
                <c:v>33.555199555944284</c:v>
              </c:pt>
              <c:pt idx="70">
                <c:v>33.555199555944284</c:v>
              </c:pt>
              <c:pt idx="71">
                <c:v>33.555199555944284</c:v>
              </c:pt>
              <c:pt idx="72">
                <c:v>33.555199555944284</c:v>
              </c:pt>
              <c:pt idx="73">
                <c:v>33.555199555944284</c:v>
              </c:pt>
              <c:pt idx="74">
                <c:v>33.555199555944284</c:v>
              </c:pt>
              <c:pt idx="75">
                <c:v>33.555199555944284</c:v>
              </c:pt>
              <c:pt idx="76">
                <c:v>33.555199555944284</c:v>
              </c:pt>
              <c:pt idx="77">
                <c:v>33.555199555944284</c:v>
              </c:pt>
              <c:pt idx="78">
                <c:v>33.555199555944284</c:v>
              </c:pt>
              <c:pt idx="79">
                <c:v>33.555199555944284</c:v>
              </c:pt>
              <c:pt idx="80">
                <c:v>33.555199555944284</c:v>
              </c:pt>
              <c:pt idx="81">
                <c:v>33.555199555944284</c:v>
              </c:pt>
              <c:pt idx="82">
                <c:v>33.555199555944284</c:v>
              </c:pt>
              <c:pt idx="83">
                <c:v>33.555199555944284</c:v>
              </c:pt>
              <c:pt idx="84">
                <c:v>33.555199555944284</c:v>
              </c:pt>
              <c:pt idx="85">
                <c:v>33.555199555944284</c:v>
              </c:pt>
              <c:pt idx="86">
                <c:v>33.555199555944284</c:v>
              </c:pt>
              <c:pt idx="87">
                <c:v>33.555199555944284</c:v>
              </c:pt>
              <c:pt idx="88">
                <c:v>33.555199555944284</c:v>
              </c:pt>
              <c:pt idx="89">
                <c:v>33.555199555944284</c:v>
              </c:pt>
              <c:pt idx="90">
                <c:v>33.555199555944284</c:v>
              </c:pt>
              <c:pt idx="91">
                <c:v>33.555199555944284</c:v>
              </c:pt>
              <c:pt idx="92">
                <c:v>33.555199555944284</c:v>
              </c:pt>
              <c:pt idx="93">
                <c:v>33.555199555944284</c:v>
              </c:pt>
              <c:pt idx="94">
                <c:v>33.555199555944284</c:v>
              </c:pt>
              <c:pt idx="95">
                <c:v>33.555199555944284</c:v>
              </c:pt>
              <c:pt idx="96">
                <c:v>33.555199555944284</c:v>
              </c:pt>
              <c:pt idx="97">
                <c:v>33.555199555944284</c:v>
              </c:pt>
              <c:pt idx="98">
                <c:v>33.555199555944284</c:v>
              </c:pt>
              <c:pt idx="99">
                <c:v>33.555199555944284</c:v>
              </c:pt>
              <c:pt idx="100">
                <c:v>33.555199555944284</c:v>
              </c:pt>
              <c:pt idx="101">
                <c:v>33.555199555944284</c:v>
              </c:pt>
              <c:pt idx="102">
                <c:v>33.555199555944284</c:v>
              </c:pt>
              <c:pt idx="103">
                <c:v>33.555199555944284</c:v>
              </c:pt>
              <c:pt idx="104">
                <c:v>33.555199555944284</c:v>
              </c:pt>
              <c:pt idx="105">
                <c:v>33.555199555944284</c:v>
              </c:pt>
              <c:pt idx="106">
                <c:v>33.555199555944284</c:v>
              </c:pt>
              <c:pt idx="107">
                <c:v>33.555199555944284</c:v>
              </c:pt>
              <c:pt idx="108">
                <c:v>33.555199555944284</c:v>
              </c:pt>
              <c:pt idx="109">
                <c:v>33.555199555944284</c:v>
              </c:pt>
              <c:pt idx="110">
                <c:v>33.555199555944284</c:v>
              </c:pt>
              <c:pt idx="111">
                <c:v>33.555199555944284</c:v>
              </c:pt>
              <c:pt idx="112">
                <c:v>33.555199555944284</c:v>
              </c:pt>
              <c:pt idx="113">
                <c:v>33.555199555944284</c:v>
              </c:pt>
              <c:pt idx="114">
                <c:v>33.555199555944284</c:v>
              </c:pt>
              <c:pt idx="115">
                <c:v>33.555199555944284</c:v>
              </c:pt>
              <c:pt idx="116">
                <c:v>33.555199555944284</c:v>
              </c:pt>
              <c:pt idx="117">
                <c:v>33.555199555944284</c:v>
              </c:pt>
              <c:pt idx="118">
                <c:v>33.555199555944284</c:v>
              </c:pt>
              <c:pt idx="119">
                <c:v>33.555199555944284</c:v>
              </c:pt>
              <c:pt idx="120">
                <c:v>33.555199555944284</c:v>
              </c:pt>
              <c:pt idx="121">
                <c:v>33.555199555944284</c:v>
              </c:pt>
              <c:pt idx="122">
                <c:v>33.555199555944284</c:v>
              </c:pt>
              <c:pt idx="123">
                <c:v>33.555199555944284</c:v>
              </c:pt>
              <c:pt idx="124">
                <c:v>33.555199555944284</c:v>
              </c:pt>
              <c:pt idx="125">
                <c:v>33.555199555944284</c:v>
              </c:pt>
              <c:pt idx="126">
                <c:v>33.555199555944284</c:v>
              </c:pt>
              <c:pt idx="127">
                <c:v>33.555199555944284</c:v>
              </c:pt>
              <c:pt idx="128">
                <c:v>33.555199555944284</c:v>
              </c:pt>
              <c:pt idx="129">
                <c:v>33.555199555944284</c:v>
              </c:pt>
              <c:pt idx="130">
                <c:v>33.555199555944284</c:v>
              </c:pt>
              <c:pt idx="131">
                <c:v>33.555199555944284</c:v>
              </c:pt>
              <c:pt idx="132">
                <c:v>33.555199555944284</c:v>
              </c:pt>
              <c:pt idx="133">
                <c:v>33.555199555944284</c:v>
              </c:pt>
              <c:pt idx="134">
                <c:v>33.555199555944284</c:v>
              </c:pt>
              <c:pt idx="135">
                <c:v>33.555199555944284</c:v>
              </c:pt>
              <c:pt idx="136">
                <c:v>33.555199555944284</c:v>
              </c:pt>
              <c:pt idx="137">
                <c:v>33.555199555944284</c:v>
              </c:pt>
              <c:pt idx="138">
                <c:v>33.555199555944284</c:v>
              </c:pt>
              <c:pt idx="139">
                <c:v>33.555199555944284</c:v>
              </c:pt>
              <c:pt idx="140">
                <c:v>33.555199555944284</c:v>
              </c:pt>
              <c:pt idx="141">
                <c:v>33.555199555944284</c:v>
              </c:pt>
              <c:pt idx="142">
                <c:v>33.555199555944284</c:v>
              </c:pt>
              <c:pt idx="143">
                <c:v>33.555199555944284</c:v>
              </c:pt>
              <c:pt idx="144">
                <c:v>33.555199555944284</c:v>
              </c:pt>
              <c:pt idx="145">
                <c:v>33.555199555944284</c:v>
              </c:pt>
              <c:pt idx="146">
                <c:v>33.555199555944284</c:v>
              </c:pt>
              <c:pt idx="147">
                <c:v>33.555199555944284</c:v>
              </c:pt>
              <c:pt idx="148">
                <c:v>33.555199555944284</c:v>
              </c:pt>
              <c:pt idx="149">
                <c:v>33.555199555944284</c:v>
              </c:pt>
              <c:pt idx="150">
                <c:v>33.555199555944284</c:v>
              </c:pt>
              <c:pt idx="151">
                <c:v>33.555199555944284</c:v>
              </c:pt>
              <c:pt idx="152">
                <c:v>33.555199555944284</c:v>
              </c:pt>
              <c:pt idx="153">
                <c:v>33.555199555944284</c:v>
              </c:pt>
              <c:pt idx="154">
                <c:v>33.555199555944284</c:v>
              </c:pt>
              <c:pt idx="155">
                <c:v>33.555199555944284</c:v>
              </c:pt>
              <c:pt idx="156">
                <c:v>33.555199555944284</c:v>
              </c:pt>
              <c:pt idx="157">
                <c:v>33.555199555944284</c:v>
              </c:pt>
              <c:pt idx="158">
                <c:v>33.555199555944284</c:v>
              </c:pt>
              <c:pt idx="159">
                <c:v>33.555199555944284</c:v>
              </c:pt>
              <c:pt idx="160">
                <c:v>33.555199555944284</c:v>
              </c:pt>
              <c:pt idx="161">
                <c:v>33.555199555944284</c:v>
              </c:pt>
              <c:pt idx="162">
                <c:v>33.555199555944284</c:v>
              </c:pt>
              <c:pt idx="163">
                <c:v>33.555199555944284</c:v>
              </c:pt>
              <c:pt idx="164">
                <c:v>33.555199555944284</c:v>
              </c:pt>
              <c:pt idx="165">
                <c:v>33.555199555944284</c:v>
              </c:pt>
              <c:pt idx="166">
                <c:v>33.555199555944284</c:v>
              </c:pt>
              <c:pt idx="167">
                <c:v>33.555199555944284</c:v>
              </c:pt>
              <c:pt idx="168">
                <c:v>33.555199555944284</c:v>
              </c:pt>
              <c:pt idx="169">
                <c:v>33.555199555944284</c:v>
              </c:pt>
              <c:pt idx="170">
                <c:v>33.555199555944284</c:v>
              </c:pt>
              <c:pt idx="171">
                <c:v>33.555199555944284</c:v>
              </c:pt>
              <c:pt idx="172">
                <c:v>33.555199555944284</c:v>
              </c:pt>
              <c:pt idx="173">
                <c:v>33.555199555944284</c:v>
              </c:pt>
              <c:pt idx="174">
                <c:v>33.555199555944284</c:v>
              </c:pt>
              <c:pt idx="175">
                <c:v>33.555199555944284</c:v>
              </c:pt>
              <c:pt idx="176">
                <c:v>33.555199555944284</c:v>
              </c:pt>
              <c:pt idx="177">
                <c:v>33.555199555944284</c:v>
              </c:pt>
              <c:pt idx="178">
                <c:v>33.555199555944284</c:v>
              </c:pt>
              <c:pt idx="179">
                <c:v>33.555199555944284</c:v>
              </c:pt>
              <c:pt idx="180">
                <c:v>33.555199555944284</c:v>
              </c:pt>
              <c:pt idx="181">
                <c:v>33.555199555944284</c:v>
              </c:pt>
              <c:pt idx="182">
                <c:v>33.555199555944284</c:v>
              </c:pt>
              <c:pt idx="183">
                <c:v>33.555199555944284</c:v>
              </c:pt>
              <c:pt idx="184">
                <c:v>33.555199555944284</c:v>
              </c:pt>
              <c:pt idx="185">
                <c:v>33.555199555944284</c:v>
              </c:pt>
              <c:pt idx="186">
                <c:v>33.555199555944284</c:v>
              </c:pt>
              <c:pt idx="187">
                <c:v>33.555199555944284</c:v>
              </c:pt>
              <c:pt idx="188">
                <c:v>33.555199555944284</c:v>
              </c:pt>
              <c:pt idx="189">
                <c:v>33.555199555944284</c:v>
              </c:pt>
              <c:pt idx="190">
                <c:v>33.555199555944284</c:v>
              </c:pt>
              <c:pt idx="191">
                <c:v>33.555199555944284</c:v>
              </c:pt>
              <c:pt idx="192">
                <c:v>33.555199555944284</c:v>
              </c:pt>
              <c:pt idx="193">
                <c:v>33.555199555944284</c:v>
              </c:pt>
              <c:pt idx="194">
                <c:v>33.555199555944284</c:v>
              </c:pt>
              <c:pt idx="195">
                <c:v>33.555199555944284</c:v>
              </c:pt>
              <c:pt idx="196">
                <c:v>33.555199555944284</c:v>
              </c:pt>
              <c:pt idx="197">
                <c:v>33.555199555944284</c:v>
              </c:pt>
              <c:pt idx="198">
                <c:v>33.555199555944284</c:v>
              </c:pt>
              <c:pt idx="199">
                <c:v>33.555199555944284</c:v>
              </c:pt>
              <c:pt idx="200">
                <c:v>33.555199555944284</c:v>
              </c:pt>
              <c:pt idx="201">
                <c:v>33.555199555944284</c:v>
              </c:pt>
              <c:pt idx="202">
                <c:v>33.555199555944284</c:v>
              </c:pt>
              <c:pt idx="203">
                <c:v>33.555199555944284</c:v>
              </c:pt>
              <c:pt idx="204">
                <c:v>33.555199555944284</c:v>
              </c:pt>
              <c:pt idx="205">
                <c:v>33.555199555944284</c:v>
              </c:pt>
              <c:pt idx="206">
                <c:v>33.555199555944284</c:v>
              </c:pt>
              <c:pt idx="207">
                <c:v>33.555199555944284</c:v>
              </c:pt>
              <c:pt idx="208">
                <c:v>33.555199555944284</c:v>
              </c:pt>
              <c:pt idx="209">
                <c:v>33.555199555944284</c:v>
              </c:pt>
              <c:pt idx="210">
                <c:v>33.555199555944284</c:v>
              </c:pt>
              <c:pt idx="211">
                <c:v>33.555199555944284</c:v>
              </c:pt>
              <c:pt idx="212">
                <c:v>33.555199555944284</c:v>
              </c:pt>
              <c:pt idx="213">
                <c:v>33.555199555944284</c:v>
              </c:pt>
              <c:pt idx="214">
                <c:v>33.555199555944284</c:v>
              </c:pt>
              <c:pt idx="215">
                <c:v>33.555199555944284</c:v>
              </c:pt>
              <c:pt idx="216">
                <c:v>33.555199555944284</c:v>
              </c:pt>
              <c:pt idx="217">
                <c:v>33.555199555944284</c:v>
              </c:pt>
              <c:pt idx="218">
                <c:v>33.555199555944284</c:v>
              </c:pt>
              <c:pt idx="219">
                <c:v>33.555199555944284</c:v>
              </c:pt>
              <c:pt idx="220">
                <c:v>33.555199555944284</c:v>
              </c:pt>
              <c:pt idx="221">
                <c:v>33.555199555944284</c:v>
              </c:pt>
              <c:pt idx="222">
                <c:v>33.555199555944284</c:v>
              </c:pt>
              <c:pt idx="223">
                <c:v>33.555199555944284</c:v>
              </c:pt>
              <c:pt idx="224">
                <c:v>33.555199555944284</c:v>
              </c:pt>
              <c:pt idx="225">
                <c:v>33.555199555944284</c:v>
              </c:pt>
              <c:pt idx="226">
                <c:v>33.555199555944284</c:v>
              </c:pt>
              <c:pt idx="227">
                <c:v>33.555199555944284</c:v>
              </c:pt>
              <c:pt idx="228">
                <c:v>33.555199555944284</c:v>
              </c:pt>
              <c:pt idx="229">
                <c:v>33.555199555944284</c:v>
              </c:pt>
              <c:pt idx="230">
                <c:v>33.555199555944284</c:v>
              </c:pt>
              <c:pt idx="231">
                <c:v>33.555199555944284</c:v>
              </c:pt>
              <c:pt idx="232">
                <c:v>33.555199555944284</c:v>
              </c:pt>
              <c:pt idx="233">
                <c:v>33.555199555944284</c:v>
              </c:pt>
              <c:pt idx="234">
                <c:v>33.555199555944284</c:v>
              </c:pt>
              <c:pt idx="235">
                <c:v>33.555199555944284</c:v>
              </c:pt>
              <c:pt idx="236">
                <c:v>33.555199555944284</c:v>
              </c:pt>
              <c:pt idx="237">
                <c:v>33.555199555944284</c:v>
              </c:pt>
              <c:pt idx="238">
                <c:v>33.555199555944284</c:v>
              </c:pt>
              <c:pt idx="239">
                <c:v>33.555199555944284</c:v>
              </c:pt>
              <c:pt idx="240">
                <c:v>33.555199555944284</c:v>
              </c:pt>
              <c:pt idx="241">
                <c:v>33.555199555944284</c:v>
              </c:pt>
              <c:pt idx="242">
                <c:v>33.555199555944284</c:v>
              </c:pt>
              <c:pt idx="243">
                <c:v>33.555199555944284</c:v>
              </c:pt>
              <c:pt idx="244">
                <c:v>33.555199555944284</c:v>
              </c:pt>
              <c:pt idx="245">
                <c:v>33.555199555944284</c:v>
              </c:pt>
              <c:pt idx="246">
                <c:v>33.555199555944284</c:v>
              </c:pt>
              <c:pt idx="247">
                <c:v>33.555199555944284</c:v>
              </c:pt>
              <c:pt idx="248">
                <c:v>33.555199555944284</c:v>
              </c:pt>
              <c:pt idx="249">
                <c:v>33.555199555944284</c:v>
              </c:pt>
              <c:pt idx="250">
                <c:v>33.555199555944284</c:v>
              </c:pt>
              <c:pt idx="251">
                <c:v>33.555199555944284</c:v>
              </c:pt>
              <c:pt idx="252">
                <c:v>33.555199555944284</c:v>
              </c:pt>
              <c:pt idx="253">
                <c:v>33.555199555944284</c:v>
              </c:pt>
              <c:pt idx="254">
                <c:v>33.555199555944284</c:v>
              </c:pt>
              <c:pt idx="255">
                <c:v>33.555199555944284</c:v>
              </c:pt>
              <c:pt idx="256">
                <c:v>33.555199555944284</c:v>
              </c:pt>
              <c:pt idx="257">
                <c:v>33.555199555944284</c:v>
              </c:pt>
              <c:pt idx="258">
                <c:v>33.555199555944284</c:v>
              </c:pt>
              <c:pt idx="259">
                <c:v>33.555199555944284</c:v>
              </c:pt>
              <c:pt idx="260">
                <c:v>33.555199555944284</c:v>
              </c:pt>
              <c:pt idx="261">
                <c:v>33.555199555944284</c:v>
              </c:pt>
              <c:pt idx="262">
                <c:v>33.555199555944284</c:v>
              </c:pt>
              <c:pt idx="263">
                <c:v>33.555199555944284</c:v>
              </c:pt>
              <c:pt idx="264">
                <c:v>33.555199555944284</c:v>
              </c:pt>
              <c:pt idx="265">
                <c:v>33.555199555944284</c:v>
              </c:pt>
              <c:pt idx="266">
                <c:v>33.555199555944284</c:v>
              </c:pt>
              <c:pt idx="267">
                <c:v>33.555199555944284</c:v>
              </c:pt>
              <c:pt idx="268">
                <c:v>33.555199555944284</c:v>
              </c:pt>
              <c:pt idx="269">
                <c:v>33.555199555944284</c:v>
              </c:pt>
              <c:pt idx="270">
                <c:v>33.555199555944284</c:v>
              </c:pt>
              <c:pt idx="271">
                <c:v>33.555199555944284</c:v>
              </c:pt>
              <c:pt idx="272">
                <c:v>33.555199555944284</c:v>
              </c:pt>
              <c:pt idx="273">
                <c:v>33.555199555944284</c:v>
              </c:pt>
              <c:pt idx="274">
                <c:v>33.555199555944284</c:v>
              </c:pt>
              <c:pt idx="275">
                <c:v>33.555199555944284</c:v>
              </c:pt>
              <c:pt idx="276">
                <c:v>33.555199555944284</c:v>
              </c:pt>
              <c:pt idx="277">
                <c:v>33.555199555944284</c:v>
              </c:pt>
              <c:pt idx="278">
                <c:v>33.555199555944284</c:v>
              </c:pt>
              <c:pt idx="279">
                <c:v>33.555199555944284</c:v>
              </c:pt>
              <c:pt idx="280">
                <c:v>33.555199555944284</c:v>
              </c:pt>
              <c:pt idx="281">
                <c:v>33.555199555944284</c:v>
              </c:pt>
              <c:pt idx="282">
                <c:v>33.555199555944284</c:v>
              </c:pt>
              <c:pt idx="283">
                <c:v>33.555199555944284</c:v>
              </c:pt>
              <c:pt idx="284">
                <c:v>33.555199555944284</c:v>
              </c:pt>
              <c:pt idx="285">
                <c:v>33.555199555944284</c:v>
              </c:pt>
              <c:pt idx="286">
                <c:v>33.555199555944284</c:v>
              </c:pt>
              <c:pt idx="287">
                <c:v>33.555199555944284</c:v>
              </c:pt>
              <c:pt idx="288">
                <c:v>33.555199555944284</c:v>
              </c:pt>
              <c:pt idx="289">
                <c:v>33.555199555944284</c:v>
              </c:pt>
              <c:pt idx="290">
                <c:v>33.555199555944284</c:v>
              </c:pt>
              <c:pt idx="291">
                <c:v>33.555199555944284</c:v>
              </c:pt>
              <c:pt idx="292">
                <c:v>33.555199555944284</c:v>
              </c:pt>
              <c:pt idx="293">
                <c:v>33.555199555944284</c:v>
              </c:pt>
              <c:pt idx="294">
                <c:v>33.555199555944284</c:v>
              </c:pt>
              <c:pt idx="295">
                <c:v>33.555199555944284</c:v>
              </c:pt>
              <c:pt idx="296">
                <c:v>33.555199555944284</c:v>
              </c:pt>
              <c:pt idx="297">
                <c:v>33.555199555944284</c:v>
              </c:pt>
              <c:pt idx="298">
                <c:v>33.555199555944284</c:v>
              </c:pt>
              <c:pt idx="299">
                <c:v>33.555199555944284</c:v>
              </c:pt>
              <c:pt idx="300">
                <c:v>33.555199555944284</c:v>
              </c:pt>
              <c:pt idx="301">
                <c:v>33.555199555944284</c:v>
              </c:pt>
              <c:pt idx="302">
                <c:v>33.555199555944284</c:v>
              </c:pt>
              <c:pt idx="303">
                <c:v>33.555199555944284</c:v>
              </c:pt>
              <c:pt idx="304">
                <c:v>33.555199555944284</c:v>
              </c:pt>
              <c:pt idx="305">
                <c:v>33.555199555944284</c:v>
              </c:pt>
              <c:pt idx="306">
                <c:v>33.555199555944284</c:v>
              </c:pt>
              <c:pt idx="307">
                <c:v>33.555199555944284</c:v>
              </c:pt>
              <c:pt idx="308">
                <c:v>33.555199555944284</c:v>
              </c:pt>
              <c:pt idx="309">
                <c:v>33.555199555944284</c:v>
              </c:pt>
              <c:pt idx="310">
                <c:v>33.555199555944284</c:v>
              </c:pt>
              <c:pt idx="311">
                <c:v>33.555199555944284</c:v>
              </c:pt>
              <c:pt idx="312">
                <c:v>33.555199555944284</c:v>
              </c:pt>
              <c:pt idx="313">
                <c:v>33.555199555944284</c:v>
              </c:pt>
              <c:pt idx="314">
                <c:v>33.555199555944284</c:v>
              </c:pt>
              <c:pt idx="315">
                <c:v>33.555199555944284</c:v>
              </c:pt>
              <c:pt idx="316">
                <c:v>33.555199555944284</c:v>
              </c:pt>
              <c:pt idx="317">
                <c:v>33.555199555944284</c:v>
              </c:pt>
              <c:pt idx="318">
                <c:v>33.555199555944284</c:v>
              </c:pt>
              <c:pt idx="319">
                <c:v>33.555199555944284</c:v>
              </c:pt>
              <c:pt idx="320">
                <c:v>33.555199555944284</c:v>
              </c:pt>
              <c:pt idx="321">
                <c:v>33.555199555944284</c:v>
              </c:pt>
              <c:pt idx="322">
                <c:v>33.555199555944284</c:v>
              </c:pt>
              <c:pt idx="323">
                <c:v>33.555199555944284</c:v>
              </c:pt>
            </c:numLit>
          </c:xVal>
          <c:yVal>
            <c:numLit>
              <c:formatCode>0.0</c:formatCode>
              <c:ptCount val="324"/>
              <c:pt idx="0">
                <c:v>0.018409778284908234</c:v>
              </c:pt>
              <c:pt idx="1">
                <c:v>0.018409778284908234</c:v>
              </c:pt>
              <c:pt idx="2">
                <c:v>0.018409778284908234</c:v>
              </c:pt>
              <c:pt idx="3">
                <c:v>0.018409778284908234</c:v>
              </c:pt>
              <c:pt idx="4">
                <c:v>0.018409778284908234</c:v>
              </c:pt>
              <c:pt idx="5">
                <c:v>0.018409778284908234</c:v>
              </c:pt>
              <c:pt idx="6">
                <c:v>0.018409778284908234</c:v>
              </c:pt>
              <c:pt idx="7">
                <c:v>0.018409778284908234</c:v>
              </c:pt>
              <c:pt idx="8">
                <c:v>0.018409778284908234</c:v>
              </c:pt>
              <c:pt idx="9">
                <c:v>0.018409778284908234</c:v>
              </c:pt>
              <c:pt idx="10">
                <c:v>0.018409778284908234</c:v>
              </c:pt>
              <c:pt idx="11">
                <c:v>0.018409778284908234</c:v>
              </c:pt>
              <c:pt idx="12">
                <c:v>0.018409778284908234</c:v>
              </c:pt>
              <c:pt idx="13">
                <c:v>0.018409778284908234</c:v>
              </c:pt>
              <c:pt idx="14">
                <c:v>0.018409778284908234</c:v>
              </c:pt>
              <c:pt idx="15">
                <c:v>0.018409778284908234</c:v>
              </c:pt>
              <c:pt idx="16">
                <c:v>0.018409778284908234</c:v>
              </c:pt>
              <c:pt idx="17">
                <c:v>0.018409778284908234</c:v>
              </c:pt>
              <c:pt idx="18">
                <c:v>0.018409778284908234</c:v>
              </c:pt>
              <c:pt idx="19">
                <c:v>0.018409778284908234</c:v>
              </c:pt>
              <c:pt idx="20">
                <c:v>0.018409778284908234</c:v>
              </c:pt>
              <c:pt idx="21">
                <c:v>0.018409778284908234</c:v>
              </c:pt>
              <c:pt idx="22">
                <c:v>0.018409778284908234</c:v>
              </c:pt>
              <c:pt idx="23">
                <c:v>0.018409778284908234</c:v>
              </c:pt>
              <c:pt idx="24">
                <c:v>0.018409778284908234</c:v>
              </c:pt>
              <c:pt idx="25">
                <c:v>0.018409778284908234</c:v>
              </c:pt>
              <c:pt idx="26">
                <c:v>0.018409778284908234</c:v>
              </c:pt>
              <c:pt idx="27">
                <c:v>0.018409778284908234</c:v>
              </c:pt>
              <c:pt idx="28">
                <c:v>0.018409778284908234</c:v>
              </c:pt>
              <c:pt idx="29">
                <c:v>0.018409778284908234</c:v>
              </c:pt>
              <c:pt idx="30">
                <c:v>0.018409778284908234</c:v>
              </c:pt>
              <c:pt idx="31">
                <c:v>0.018409778284908234</c:v>
              </c:pt>
              <c:pt idx="32">
                <c:v>0.018409778284908234</c:v>
              </c:pt>
              <c:pt idx="33">
                <c:v>0.018409778284908234</c:v>
              </c:pt>
              <c:pt idx="34">
                <c:v>0.018409778284908234</c:v>
              </c:pt>
              <c:pt idx="35">
                <c:v>0.018409778284908234</c:v>
              </c:pt>
              <c:pt idx="36">
                <c:v>0.018409778284908234</c:v>
              </c:pt>
              <c:pt idx="37">
                <c:v>0.018409778284908234</c:v>
              </c:pt>
              <c:pt idx="38">
                <c:v>0.018409778284908234</c:v>
              </c:pt>
              <c:pt idx="39">
                <c:v>0.018409778284908234</c:v>
              </c:pt>
              <c:pt idx="40">
                <c:v>0.018409778284908234</c:v>
              </c:pt>
              <c:pt idx="41">
                <c:v>0.018409778284908234</c:v>
              </c:pt>
              <c:pt idx="42">
                <c:v>0.018409778284908234</c:v>
              </c:pt>
              <c:pt idx="43">
                <c:v>0.018409778284908234</c:v>
              </c:pt>
              <c:pt idx="44">
                <c:v>0.018409778284908234</c:v>
              </c:pt>
              <c:pt idx="45">
                <c:v>0.018409778284908234</c:v>
              </c:pt>
              <c:pt idx="46">
                <c:v>0.018409778284908234</c:v>
              </c:pt>
              <c:pt idx="47">
                <c:v>0.018409778284908234</c:v>
              </c:pt>
              <c:pt idx="48">
                <c:v>0.018409778284908234</c:v>
              </c:pt>
              <c:pt idx="49">
                <c:v>0.018409778284908234</c:v>
              </c:pt>
              <c:pt idx="50">
                <c:v>0.018409778284908234</c:v>
              </c:pt>
              <c:pt idx="51">
                <c:v>0.018409778284908234</c:v>
              </c:pt>
              <c:pt idx="52">
                <c:v>0.018409778284908234</c:v>
              </c:pt>
              <c:pt idx="53">
                <c:v>0.018409778284908234</c:v>
              </c:pt>
              <c:pt idx="54">
                <c:v>0.018409778284908234</c:v>
              </c:pt>
              <c:pt idx="55">
                <c:v>0.018409778284908234</c:v>
              </c:pt>
              <c:pt idx="56">
                <c:v>0.018409778284908234</c:v>
              </c:pt>
              <c:pt idx="57">
                <c:v>0.018409778284908234</c:v>
              </c:pt>
              <c:pt idx="58">
                <c:v>0.018409778284908234</c:v>
              </c:pt>
              <c:pt idx="59">
                <c:v>0.018409778284908234</c:v>
              </c:pt>
              <c:pt idx="60">
                <c:v>0.018409778284908234</c:v>
              </c:pt>
              <c:pt idx="61">
                <c:v>0.018409778284908234</c:v>
              </c:pt>
              <c:pt idx="62">
                <c:v>0.018409778284908234</c:v>
              </c:pt>
              <c:pt idx="63">
                <c:v>0.018409778284908234</c:v>
              </c:pt>
              <c:pt idx="64">
                <c:v>0.018409778284908234</c:v>
              </c:pt>
              <c:pt idx="65">
                <c:v>0.018409778284908234</c:v>
              </c:pt>
              <c:pt idx="66">
                <c:v>0.018409778284908234</c:v>
              </c:pt>
              <c:pt idx="67">
                <c:v>0.018409778284908234</c:v>
              </c:pt>
              <c:pt idx="68">
                <c:v>0.018409778284908234</c:v>
              </c:pt>
              <c:pt idx="69">
                <c:v>0.018409778284908234</c:v>
              </c:pt>
              <c:pt idx="70">
                <c:v>0.018409778284908234</c:v>
              </c:pt>
              <c:pt idx="71">
                <c:v>0.018409778284908234</c:v>
              </c:pt>
              <c:pt idx="72">
                <c:v>0.018409778284908234</c:v>
              </c:pt>
              <c:pt idx="73">
                <c:v>0.018409778284908234</c:v>
              </c:pt>
              <c:pt idx="74">
                <c:v>0.018409778284908234</c:v>
              </c:pt>
              <c:pt idx="75">
                <c:v>0.018409778284908234</c:v>
              </c:pt>
              <c:pt idx="76">
                <c:v>0.018409778284908234</c:v>
              </c:pt>
              <c:pt idx="77">
                <c:v>0.018409778284908234</c:v>
              </c:pt>
              <c:pt idx="78">
                <c:v>0.018409778284908234</c:v>
              </c:pt>
              <c:pt idx="79">
                <c:v>0.018409778284908234</c:v>
              </c:pt>
              <c:pt idx="80">
                <c:v>0.018409778284908234</c:v>
              </c:pt>
              <c:pt idx="81">
                <c:v>0.018409778284908234</c:v>
              </c:pt>
              <c:pt idx="82">
                <c:v>0.018409778284908234</c:v>
              </c:pt>
              <c:pt idx="83">
                <c:v>0.018409778284908234</c:v>
              </c:pt>
              <c:pt idx="84">
                <c:v>0.018409778284908234</c:v>
              </c:pt>
              <c:pt idx="85">
                <c:v>0.018409778284908234</c:v>
              </c:pt>
              <c:pt idx="86">
                <c:v>0.018409778284908234</c:v>
              </c:pt>
              <c:pt idx="87">
                <c:v>0.018409778284908234</c:v>
              </c:pt>
              <c:pt idx="88">
                <c:v>0.018409778284908234</c:v>
              </c:pt>
              <c:pt idx="89">
                <c:v>0.018409778284908234</c:v>
              </c:pt>
              <c:pt idx="90">
                <c:v>0.018409778284908234</c:v>
              </c:pt>
              <c:pt idx="91">
                <c:v>0.018409778284908234</c:v>
              </c:pt>
              <c:pt idx="92">
                <c:v>0.018409778284908234</c:v>
              </c:pt>
              <c:pt idx="93">
                <c:v>0.018409778284908234</c:v>
              </c:pt>
              <c:pt idx="94">
                <c:v>0.018409778284908234</c:v>
              </c:pt>
              <c:pt idx="95">
                <c:v>0.018409778284908234</c:v>
              </c:pt>
              <c:pt idx="96">
                <c:v>0.018409778284908234</c:v>
              </c:pt>
              <c:pt idx="97">
                <c:v>0.018409778284908234</c:v>
              </c:pt>
              <c:pt idx="98">
                <c:v>0.018409778284908234</c:v>
              </c:pt>
              <c:pt idx="99">
                <c:v>0.018409778284908234</c:v>
              </c:pt>
              <c:pt idx="100">
                <c:v>0.018409778284908234</c:v>
              </c:pt>
              <c:pt idx="101">
                <c:v>0.018409778284908234</c:v>
              </c:pt>
              <c:pt idx="102">
                <c:v>0.018409778284908234</c:v>
              </c:pt>
              <c:pt idx="103">
                <c:v>0.018409778284908234</c:v>
              </c:pt>
              <c:pt idx="104">
                <c:v>0.018409778284908234</c:v>
              </c:pt>
              <c:pt idx="105">
                <c:v>0.018409778284908234</c:v>
              </c:pt>
              <c:pt idx="106">
                <c:v>0.018409778284908234</c:v>
              </c:pt>
              <c:pt idx="107">
                <c:v>0.018409778284908234</c:v>
              </c:pt>
              <c:pt idx="108">
                <c:v>0.018409778284908234</c:v>
              </c:pt>
              <c:pt idx="109">
                <c:v>0.018409778284908234</c:v>
              </c:pt>
              <c:pt idx="110">
                <c:v>0.018409778284908234</c:v>
              </c:pt>
              <c:pt idx="111">
                <c:v>0.018409778284908234</c:v>
              </c:pt>
              <c:pt idx="112">
                <c:v>0.018409778284908234</c:v>
              </c:pt>
              <c:pt idx="113">
                <c:v>0.018409778284908234</c:v>
              </c:pt>
              <c:pt idx="114">
                <c:v>0.018409778284908234</c:v>
              </c:pt>
              <c:pt idx="115">
                <c:v>0.018409778284908234</c:v>
              </c:pt>
              <c:pt idx="116">
                <c:v>0.018409778284908234</c:v>
              </c:pt>
              <c:pt idx="117">
                <c:v>0.018409778284908234</c:v>
              </c:pt>
              <c:pt idx="118">
                <c:v>0.018409778284908234</c:v>
              </c:pt>
              <c:pt idx="119">
                <c:v>0.018409778284908234</c:v>
              </c:pt>
              <c:pt idx="120">
                <c:v>0.018409778284908234</c:v>
              </c:pt>
              <c:pt idx="121">
                <c:v>0.018409778284908234</c:v>
              </c:pt>
              <c:pt idx="122">
                <c:v>0.018409778284908234</c:v>
              </c:pt>
              <c:pt idx="123">
                <c:v>0.018409778284908234</c:v>
              </c:pt>
              <c:pt idx="124">
                <c:v>0.018409778284908234</c:v>
              </c:pt>
              <c:pt idx="125">
                <c:v>0.018409778284908234</c:v>
              </c:pt>
              <c:pt idx="126">
                <c:v>0.018409778284908234</c:v>
              </c:pt>
              <c:pt idx="127">
                <c:v>0.018409778284908234</c:v>
              </c:pt>
              <c:pt idx="128">
                <c:v>0.018409778284908234</c:v>
              </c:pt>
              <c:pt idx="129">
                <c:v>0.018409778284908234</c:v>
              </c:pt>
              <c:pt idx="130">
                <c:v>0.018409778284908234</c:v>
              </c:pt>
              <c:pt idx="131">
                <c:v>0.018409778284908234</c:v>
              </c:pt>
              <c:pt idx="132">
                <c:v>0.018409778284908234</c:v>
              </c:pt>
              <c:pt idx="133">
                <c:v>0.018409778284908234</c:v>
              </c:pt>
              <c:pt idx="134">
                <c:v>0.018409778284908234</c:v>
              </c:pt>
              <c:pt idx="135">
                <c:v>0.018409778284908234</c:v>
              </c:pt>
              <c:pt idx="136">
                <c:v>0.018409778284908234</c:v>
              </c:pt>
              <c:pt idx="137">
                <c:v>0.018409778284908234</c:v>
              </c:pt>
              <c:pt idx="138">
                <c:v>0.018409778284908234</c:v>
              </c:pt>
              <c:pt idx="139">
                <c:v>0.018409778284908234</c:v>
              </c:pt>
              <c:pt idx="140">
                <c:v>0.018409778284908234</c:v>
              </c:pt>
              <c:pt idx="141">
                <c:v>0.018409778284908234</c:v>
              </c:pt>
              <c:pt idx="142">
                <c:v>0.018409778284908234</c:v>
              </c:pt>
              <c:pt idx="143">
                <c:v>0.018409778284908234</c:v>
              </c:pt>
              <c:pt idx="144">
                <c:v>0.018409778284908234</c:v>
              </c:pt>
              <c:pt idx="145">
                <c:v>0.018409778284908234</c:v>
              </c:pt>
              <c:pt idx="146">
                <c:v>0.018409778284908234</c:v>
              </c:pt>
              <c:pt idx="147">
                <c:v>0.018409778284908234</c:v>
              </c:pt>
              <c:pt idx="148">
                <c:v>0.018409778284908234</c:v>
              </c:pt>
              <c:pt idx="149">
                <c:v>0.018409778284908234</c:v>
              </c:pt>
              <c:pt idx="150">
                <c:v>0.018409778284908234</c:v>
              </c:pt>
              <c:pt idx="151">
                <c:v>0.018409778284908234</c:v>
              </c:pt>
              <c:pt idx="152">
                <c:v>0.018409778284908234</c:v>
              </c:pt>
              <c:pt idx="153">
                <c:v>0.018409778284908234</c:v>
              </c:pt>
              <c:pt idx="154">
                <c:v>0.018409778284908234</c:v>
              </c:pt>
              <c:pt idx="155">
                <c:v>0.018409778284908234</c:v>
              </c:pt>
              <c:pt idx="156">
                <c:v>0.018409778284908234</c:v>
              </c:pt>
              <c:pt idx="157">
                <c:v>0.018409778284908234</c:v>
              </c:pt>
              <c:pt idx="158">
                <c:v>0.018409778284908234</c:v>
              </c:pt>
              <c:pt idx="159">
                <c:v>0.018409778284908234</c:v>
              </c:pt>
              <c:pt idx="160">
                <c:v>0.018409778284908234</c:v>
              </c:pt>
              <c:pt idx="161">
                <c:v>0.018409778284908234</c:v>
              </c:pt>
              <c:pt idx="162">
                <c:v>0.018409778284908234</c:v>
              </c:pt>
              <c:pt idx="163">
                <c:v>0.018409778284908234</c:v>
              </c:pt>
              <c:pt idx="164">
                <c:v>0.018409778284908234</c:v>
              </c:pt>
              <c:pt idx="165">
                <c:v>0.018409778284908234</c:v>
              </c:pt>
              <c:pt idx="166">
                <c:v>0.018409778284908234</c:v>
              </c:pt>
              <c:pt idx="167">
                <c:v>0.018409778284908234</c:v>
              </c:pt>
              <c:pt idx="168">
                <c:v>0.018409778284908234</c:v>
              </c:pt>
              <c:pt idx="169">
                <c:v>0.018409778284908234</c:v>
              </c:pt>
              <c:pt idx="170">
                <c:v>0.018409778284908234</c:v>
              </c:pt>
              <c:pt idx="171">
                <c:v>0.018409778284908234</c:v>
              </c:pt>
              <c:pt idx="172">
                <c:v>0.018409778284908234</c:v>
              </c:pt>
              <c:pt idx="173">
                <c:v>0.018409778284908234</c:v>
              </c:pt>
              <c:pt idx="174">
                <c:v>0.018409778284908234</c:v>
              </c:pt>
              <c:pt idx="175">
                <c:v>0.018409778284908234</c:v>
              </c:pt>
              <c:pt idx="176">
                <c:v>0.018409778284908234</c:v>
              </c:pt>
              <c:pt idx="177">
                <c:v>0.018409778284908234</c:v>
              </c:pt>
              <c:pt idx="178">
                <c:v>0.018409778284908234</c:v>
              </c:pt>
              <c:pt idx="179">
                <c:v>0.018409778284908234</c:v>
              </c:pt>
              <c:pt idx="180">
                <c:v>0.018409778284908234</c:v>
              </c:pt>
              <c:pt idx="181">
                <c:v>0.018409778284908234</c:v>
              </c:pt>
              <c:pt idx="182">
                <c:v>0.018409778284908234</c:v>
              </c:pt>
              <c:pt idx="183">
                <c:v>0.018409778284908234</c:v>
              </c:pt>
              <c:pt idx="184">
                <c:v>0.018409778284908234</c:v>
              </c:pt>
              <c:pt idx="185">
                <c:v>0.018409778284908234</c:v>
              </c:pt>
              <c:pt idx="186">
                <c:v>0.018409778284908234</c:v>
              </c:pt>
              <c:pt idx="187">
                <c:v>0.018409778284908234</c:v>
              </c:pt>
              <c:pt idx="188">
                <c:v>0.018409778284908234</c:v>
              </c:pt>
              <c:pt idx="189">
                <c:v>0.018409778284908234</c:v>
              </c:pt>
              <c:pt idx="190">
                <c:v>0.018409778284908234</c:v>
              </c:pt>
              <c:pt idx="191">
                <c:v>0.018409778284908234</c:v>
              </c:pt>
              <c:pt idx="192">
                <c:v>0.018409778284908234</c:v>
              </c:pt>
              <c:pt idx="193">
                <c:v>0.018409778284908234</c:v>
              </c:pt>
              <c:pt idx="194">
                <c:v>0.018409778284908234</c:v>
              </c:pt>
              <c:pt idx="195">
                <c:v>0.018409778284908234</c:v>
              </c:pt>
              <c:pt idx="196">
                <c:v>0.018409778284908234</c:v>
              </c:pt>
              <c:pt idx="197">
                <c:v>0.018409778284908234</c:v>
              </c:pt>
              <c:pt idx="198">
                <c:v>0.018409778284908234</c:v>
              </c:pt>
              <c:pt idx="199">
                <c:v>0.018409778284908234</c:v>
              </c:pt>
              <c:pt idx="200">
                <c:v>0.018409778284908234</c:v>
              </c:pt>
              <c:pt idx="201">
                <c:v>0.018409778284908234</c:v>
              </c:pt>
              <c:pt idx="202">
                <c:v>0.018409778284908234</c:v>
              </c:pt>
              <c:pt idx="203">
                <c:v>0.018409778284908234</c:v>
              </c:pt>
              <c:pt idx="204">
                <c:v>0.018409778284908234</c:v>
              </c:pt>
              <c:pt idx="205">
                <c:v>0.018409778284908234</c:v>
              </c:pt>
              <c:pt idx="206">
                <c:v>0.018409778284908234</c:v>
              </c:pt>
              <c:pt idx="207">
                <c:v>0.018409778284908234</c:v>
              </c:pt>
              <c:pt idx="208">
                <c:v>0.018409778284908234</c:v>
              </c:pt>
              <c:pt idx="209">
                <c:v>0.018409778284908234</c:v>
              </c:pt>
              <c:pt idx="210">
                <c:v>0.018409778284908234</c:v>
              </c:pt>
              <c:pt idx="211">
                <c:v>0.018409778284908234</c:v>
              </c:pt>
              <c:pt idx="212">
                <c:v>0.018409778284908234</c:v>
              </c:pt>
              <c:pt idx="213">
                <c:v>0.018409778284908234</c:v>
              </c:pt>
              <c:pt idx="214">
                <c:v>0.018409778284908234</c:v>
              </c:pt>
              <c:pt idx="215">
                <c:v>0.018409778284908234</c:v>
              </c:pt>
              <c:pt idx="216">
                <c:v>0.018409778284908234</c:v>
              </c:pt>
              <c:pt idx="217">
                <c:v>0.018409778284908234</c:v>
              </c:pt>
              <c:pt idx="218">
                <c:v>0.018409778284908234</c:v>
              </c:pt>
              <c:pt idx="219">
                <c:v>0.018409778284908234</c:v>
              </c:pt>
              <c:pt idx="220">
                <c:v>0.018409778284908234</c:v>
              </c:pt>
              <c:pt idx="221">
                <c:v>0.018409778284908234</c:v>
              </c:pt>
              <c:pt idx="222">
                <c:v>0.018409778284908234</c:v>
              </c:pt>
              <c:pt idx="223">
                <c:v>0.018409778284908234</c:v>
              </c:pt>
              <c:pt idx="224">
                <c:v>0.018409778284908234</c:v>
              </c:pt>
              <c:pt idx="225">
                <c:v>0.018409778284908234</c:v>
              </c:pt>
              <c:pt idx="226">
                <c:v>0.018409778284908234</c:v>
              </c:pt>
              <c:pt idx="227">
                <c:v>0.018409778284908234</c:v>
              </c:pt>
              <c:pt idx="228">
                <c:v>0.018409778284908234</c:v>
              </c:pt>
              <c:pt idx="229">
                <c:v>0.018409778284908234</c:v>
              </c:pt>
              <c:pt idx="230">
                <c:v>0.018409778284908234</c:v>
              </c:pt>
              <c:pt idx="231">
                <c:v>0.018409778284908234</c:v>
              </c:pt>
              <c:pt idx="232">
                <c:v>0.018409778284908234</c:v>
              </c:pt>
              <c:pt idx="233">
                <c:v>0.018409778284908234</c:v>
              </c:pt>
              <c:pt idx="234">
                <c:v>0.018409778284908234</c:v>
              </c:pt>
              <c:pt idx="235">
                <c:v>0.018409778284908234</c:v>
              </c:pt>
              <c:pt idx="236">
                <c:v>0.018409778284908234</c:v>
              </c:pt>
              <c:pt idx="237">
                <c:v>0.018409778284908234</c:v>
              </c:pt>
              <c:pt idx="238">
                <c:v>0.018409778284908234</c:v>
              </c:pt>
              <c:pt idx="239">
                <c:v>0.018409778284908234</c:v>
              </c:pt>
              <c:pt idx="240">
                <c:v>0.018409778284908234</c:v>
              </c:pt>
              <c:pt idx="241">
                <c:v>0.018409778284908234</c:v>
              </c:pt>
              <c:pt idx="242">
                <c:v>0.018409778284908234</c:v>
              </c:pt>
              <c:pt idx="243">
                <c:v>0.018409778284908234</c:v>
              </c:pt>
              <c:pt idx="244">
                <c:v>0.018409778284908234</c:v>
              </c:pt>
              <c:pt idx="245">
                <c:v>0.018409778284908234</c:v>
              </c:pt>
              <c:pt idx="246">
                <c:v>0.018409778284908234</c:v>
              </c:pt>
              <c:pt idx="247">
                <c:v>0.018409778284908234</c:v>
              </c:pt>
              <c:pt idx="248">
                <c:v>0.018409778284908234</c:v>
              </c:pt>
              <c:pt idx="249">
                <c:v>0.018409778284908234</c:v>
              </c:pt>
              <c:pt idx="250">
                <c:v>0.018409778284908234</c:v>
              </c:pt>
              <c:pt idx="251">
                <c:v>0.018409778284908234</c:v>
              </c:pt>
              <c:pt idx="252">
                <c:v>0.018409778284908234</c:v>
              </c:pt>
              <c:pt idx="253">
                <c:v>0.018409778284908234</c:v>
              </c:pt>
              <c:pt idx="254">
                <c:v>0.018409778284908234</c:v>
              </c:pt>
              <c:pt idx="255">
                <c:v>0.018409778284908234</c:v>
              </c:pt>
              <c:pt idx="256">
                <c:v>0.018409778284908234</c:v>
              </c:pt>
              <c:pt idx="257">
                <c:v>0.018409778284908234</c:v>
              </c:pt>
              <c:pt idx="258">
                <c:v>0.018409778284908234</c:v>
              </c:pt>
              <c:pt idx="259">
                <c:v>0.018409778284908234</c:v>
              </c:pt>
              <c:pt idx="260">
                <c:v>0.018409778284908234</c:v>
              </c:pt>
              <c:pt idx="261">
                <c:v>0.018409778284908234</c:v>
              </c:pt>
              <c:pt idx="262">
                <c:v>0.018409778284908234</c:v>
              </c:pt>
              <c:pt idx="263">
                <c:v>0.018409778284908234</c:v>
              </c:pt>
              <c:pt idx="264">
                <c:v>0.018409778284908234</c:v>
              </c:pt>
              <c:pt idx="265">
                <c:v>0.018409778284908234</c:v>
              </c:pt>
              <c:pt idx="266">
                <c:v>0.018409778284908234</c:v>
              </c:pt>
              <c:pt idx="267">
                <c:v>0.018409778284908234</c:v>
              </c:pt>
              <c:pt idx="268">
                <c:v>0.018409778284908234</c:v>
              </c:pt>
              <c:pt idx="269">
                <c:v>0.018409778284908234</c:v>
              </c:pt>
              <c:pt idx="270">
                <c:v>0.018409778284908234</c:v>
              </c:pt>
              <c:pt idx="271">
                <c:v>0.018409778284908234</c:v>
              </c:pt>
              <c:pt idx="272">
                <c:v>0.018409778284908234</c:v>
              </c:pt>
              <c:pt idx="273">
                <c:v>0.018409778284908234</c:v>
              </c:pt>
              <c:pt idx="274">
                <c:v>0.018409778284908234</c:v>
              </c:pt>
              <c:pt idx="275">
                <c:v>0.018409778284908234</c:v>
              </c:pt>
              <c:pt idx="276">
                <c:v>0.018409778284908234</c:v>
              </c:pt>
              <c:pt idx="277">
                <c:v>0.018409778284908234</c:v>
              </c:pt>
              <c:pt idx="278">
                <c:v>0.018409778284908234</c:v>
              </c:pt>
              <c:pt idx="279">
                <c:v>0.018409778284908234</c:v>
              </c:pt>
              <c:pt idx="280">
                <c:v>0.018409778284908234</c:v>
              </c:pt>
              <c:pt idx="281">
                <c:v>0.018409778284908234</c:v>
              </c:pt>
              <c:pt idx="282">
                <c:v>0.018409778284908234</c:v>
              </c:pt>
              <c:pt idx="283">
                <c:v>0.018409778284908234</c:v>
              </c:pt>
              <c:pt idx="284">
                <c:v>0.018409778284908234</c:v>
              </c:pt>
              <c:pt idx="285">
                <c:v>0.018409778284908234</c:v>
              </c:pt>
              <c:pt idx="286">
                <c:v>0.018409778284908234</c:v>
              </c:pt>
              <c:pt idx="287">
                <c:v>0.018409778284908234</c:v>
              </c:pt>
              <c:pt idx="288">
                <c:v>0.018409778284908234</c:v>
              </c:pt>
              <c:pt idx="289">
                <c:v>0.018409778284908234</c:v>
              </c:pt>
              <c:pt idx="290">
                <c:v>0.018409778284908234</c:v>
              </c:pt>
              <c:pt idx="291">
                <c:v>0.018409778284908234</c:v>
              </c:pt>
              <c:pt idx="292">
                <c:v>0.018409778284908234</c:v>
              </c:pt>
              <c:pt idx="293">
                <c:v>0.018409778284908234</c:v>
              </c:pt>
              <c:pt idx="294">
                <c:v>0.018409778284908234</c:v>
              </c:pt>
              <c:pt idx="295">
                <c:v>0.018409778284908234</c:v>
              </c:pt>
              <c:pt idx="296">
                <c:v>0.018409778284908234</c:v>
              </c:pt>
              <c:pt idx="297">
                <c:v>0.018409778284908234</c:v>
              </c:pt>
              <c:pt idx="298">
                <c:v>0.018409778284908234</c:v>
              </c:pt>
              <c:pt idx="299">
                <c:v>0.018409778284908234</c:v>
              </c:pt>
              <c:pt idx="300">
                <c:v>0.018409778284908234</c:v>
              </c:pt>
              <c:pt idx="301">
                <c:v>0.018409778284908234</c:v>
              </c:pt>
              <c:pt idx="302">
                <c:v>0.018409778284908234</c:v>
              </c:pt>
              <c:pt idx="303">
                <c:v>0.018409778284908234</c:v>
              </c:pt>
              <c:pt idx="304">
                <c:v>0.018409778284908234</c:v>
              </c:pt>
              <c:pt idx="305">
                <c:v>0.018409778284908234</c:v>
              </c:pt>
              <c:pt idx="306">
                <c:v>0.018409778284908234</c:v>
              </c:pt>
              <c:pt idx="307">
                <c:v>0.018409778284908234</c:v>
              </c:pt>
              <c:pt idx="308">
                <c:v>0.018409778284908234</c:v>
              </c:pt>
              <c:pt idx="309">
                <c:v>0.018409778284908234</c:v>
              </c:pt>
              <c:pt idx="310">
                <c:v>0.018409778284908234</c:v>
              </c:pt>
              <c:pt idx="311">
                <c:v>0.018409778284908234</c:v>
              </c:pt>
              <c:pt idx="312">
                <c:v>0.018409778284908234</c:v>
              </c:pt>
              <c:pt idx="313">
                <c:v>0.018409778284908234</c:v>
              </c:pt>
              <c:pt idx="314">
                <c:v>0.018409778284908234</c:v>
              </c:pt>
              <c:pt idx="315">
                <c:v>0.018409778284908234</c:v>
              </c:pt>
              <c:pt idx="316">
                <c:v>0.018409778284908234</c:v>
              </c:pt>
              <c:pt idx="317">
                <c:v>0.018409778284908234</c:v>
              </c:pt>
              <c:pt idx="318">
                <c:v>0.018409778284908234</c:v>
              </c:pt>
              <c:pt idx="319">
                <c:v>0.018409778284908234</c:v>
              </c:pt>
              <c:pt idx="320">
                <c:v>0.018409778284908234</c:v>
              </c:pt>
              <c:pt idx="321">
                <c:v>0.018409778284908234</c:v>
              </c:pt>
              <c:pt idx="322">
                <c:v>0.018409778284908234</c:v>
              </c:pt>
              <c:pt idx="323">
                <c:v>0.018409778284908234</c:v>
              </c:pt>
            </c:numLit>
          </c:yVal>
          <c:smooth val="0"/>
        </c:ser>
        <c:ser>
          <c:idx val="10"/>
          <c:order val="10"/>
          <c:tx>
            <c:v>Implemented LCA filling</c:v>
          </c:tx>
          <c:spPr>
            <a:noFill xmlns:a="http://schemas.openxmlformats.org/drawingml/2006/main"/>
            <a:ln xmlns:a="http://schemas.openxmlformats.org/drawingml/2006/main" w="0">
              <a:noFill/>
              <a:prstDash val="solid"/>
            </a:ln>
          </c:spPr>
          <c:marker>
            <c:symbol val="circle"/>
            <c:size val="7"/>
            <c:spPr>
              <a:solidFill xmlns:a="http://schemas.openxmlformats.org/drawingml/2006/main">
                <a:srgbClr val="FFFFFF"/>
              </a:solidFill>
            </c:spPr>
          </c:marker>
          <c:xVal>
            <c:numLit>
              <c:formatCode>General</c:formatCode>
              <c:ptCount val="324"/>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c:v>
              </c:pt>
              <c:pt idx="147">
                <c:v>0</c:v>
              </c:pt>
              <c:pt idx="148">
                <c:v>0</c:v>
              </c:pt>
              <c:pt idx="149">
                <c:v>0</c:v>
              </c:pt>
              <c:pt idx="150">
                <c:v>0</c:v>
              </c:pt>
              <c:pt idx="151">
                <c:v>0</c:v>
              </c:pt>
              <c:pt idx="152">
                <c:v>0</c:v>
              </c:pt>
              <c:pt idx="153">
                <c:v>0</c:v>
              </c:pt>
              <c:pt idx="154">
                <c:v>0</c:v>
              </c:pt>
              <c:pt idx="155">
                <c:v>0</c:v>
              </c:pt>
              <c:pt idx="156">
                <c:v>0</c:v>
              </c:pt>
              <c:pt idx="157">
                <c:v>0</c:v>
              </c:pt>
              <c:pt idx="158">
                <c:v>0</c:v>
              </c:pt>
              <c:pt idx="159">
                <c:v>0</c:v>
              </c:pt>
              <c:pt idx="160">
                <c:v>0</c:v>
              </c:pt>
              <c:pt idx="161">
                <c:v>0</c:v>
              </c:pt>
              <c:pt idx="162">
                <c:v>0</c:v>
              </c:pt>
              <c:pt idx="163">
                <c:v>0</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numLit>
          </c:xVal>
          <c:yVal>
            <c:numLit>
              <c:formatCode>0.0</c:formatCode>
              <c:ptCount val="324"/>
              <c:pt idx="0">
                <c:v>0.9602715269585541</c:v>
              </c:pt>
              <c:pt idx="1">
                <c:v>0.9602715269585541</c:v>
              </c:pt>
              <c:pt idx="2">
                <c:v>0.9602715269585541</c:v>
              </c:pt>
              <c:pt idx="3">
                <c:v>0.9602715269585541</c:v>
              </c:pt>
              <c:pt idx="4">
                <c:v>0.9602715269585541</c:v>
              </c:pt>
              <c:pt idx="5">
                <c:v>0.9602715269585541</c:v>
              </c:pt>
              <c:pt idx="6">
                <c:v>0.9602715269585541</c:v>
              </c:pt>
              <c:pt idx="7">
                <c:v>0.9602715269585541</c:v>
              </c:pt>
              <c:pt idx="8">
                <c:v>0.9602715269585541</c:v>
              </c:pt>
              <c:pt idx="9">
                <c:v>0.9602715269585541</c:v>
              </c:pt>
              <c:pt idx="10">
                <c:v>0.9602715269585541</c:v>
              </c:pt>
              <c:pt idx="11">
                <c:v>0.9602715269585541</c:v>
              </c:pt>
              <c:pt idx="12">
                <c:v>0.9602715269585541</c:v>
              </c:pt>
              <c:pt idx="13">
                <c:v>0.9602715269585541</c:v>
              </c:pt>
              <c:pt idx="14">
                <c:v>0.9602715269585541</c:v>
              </c:pt>
              <c:pt idx="15">
                <c:v>0.9602715269585541</c:v>
              </c:pt>
              <c:pt idx="16">
                <c:v>0.9602715269585541</c:v>
              </c:pt>
              <c:pt idx="17">
                <c:v>0.9602715269585541</c:v>
              </c:pt>
              <c:pt idx="18">
                <c:v>0.9602715269585541</c:v>
              </c:pt>
              <c:pt idx="19">
                <c:v>0.9602715269585541</c:v>
              </c:pt>
              <c:pt idx="20">
                <c:v>0.9602715269585541</c:v>
              </c:pt>
              <c:pt idx="21">
                <c:v>0.9602715269585541</c:v>
              </c:pt>
              <c:pt idx="22">
                <c:v>0.9602715269585541</c:v>
              </c:pt>
              <c:pt idx="23">
                <c:v>0.9602715269585541</c:v>
              </c:pt>
              <c:pt idx="24">
                <c:v>0.9602715269585541</c:v>
              </c:pt>
              <c:pt idx="25">
                <c:v>0.9602715269585541</c:v>
              </c:pt>
              <c:pt idx="26">
                <c:v>0.9602715269585541</c:v>
              </c:pt>
              <c:pt idx="27">
                <c:v>0.9602715269585541</c:v>
              </c:pt>
              <c:pt idx="28">
                <c:v>0.9602715269585541</c:v>
              </c:pt>
              <c:pt idx="29">
                <c:v>0.9602715269585541</c:v>
              </c:pt>
              <c:pt idx="30">
                <c:v>0.9602715269585541</c:v>
              </c:pt>
              <c:pt idx="31">
                <c:v>0.9602715269585541</c:v>
              </c:pt>
              <c:pt idx="32">
                <c:v>0.9602715269585541</c:v>
              </c:pt>
              <c:pt idx="33">
                <c:v>0.9602715269585541</c:v>
              </c:pt>
              <c:pt idx="34">
                <c:v>0.9602715269585541</c:v>
              </c:pt>
              <c:pt idx="35">
                <c:v>0.9602715269585541</c:v>
              </c:pt>
              <c:pt idx="36">
                <c:v>0.9602715269585541</c:v>
              </c:pt>
              <c:pt idx="37">
                <c:v>0.9602715269585541</c:v>
              </c:pt>
              <c:pt idx="38">
                <c:v>0.9602715269585541</c:v>
              </c:pt>
              <c:pt idx="39">
                <c:v>0.9602715269585541</c:v>
              </c:pt>
              <c:pt idx="40">
                <c:v>0.9602715269585541</c:v>
              </c:pt>
              <c:pt idx="41">
                <c:v>0.9602715269585541</c:v>
              </c:pt>
              <c:pt idx="42">
                <c:v>0.9602715269585541</c:v>
              </c:pt>
              <c:pt idx="43">
                <c:v>0.9602715269585541</c:v>
              </c:pt>
              <c:pt idx="44">
                <c:v>0.9602715269585541</c:v>
              </c:pt>
              <c:pt idx="45">
                <c:v>0.9602715269585541</c:v>
              </c:pt>
              <c:pt idx="46">
                <c:v>0.9602715269585541</c:v>
              </c:pt>
              <c:pt idx="47">
                <c:v>0.9602715269585541</c:v>
              </c:pt>
              <c:pt idx="48">
                <c:v>0.9602715269585541</c:v>
              </c:pt>
              <c:pt idx="49">
                <c:v>0.9602715269585541</c:v>
              </c:pt>
              <c:pt idx="50">
                <c:v>0.9602715269585541</c:v>
              </c:pt>
              <c:pt idx="51">
                <c:v>0.9602715269585541</c:v>
              </c:pt>
              <c:pt idx="52">
                <c:v>0.9602715269585541</c:v>
              </c:pt>
              <c:pt idx="53">
                <c:v>0.9602715269585541</c:v>
              </c:pt>
              <c:pt idx="54">
                <c:v>0.9602715269585541</c:v>
              </c:pt>
              <c:pt idx="55">
                <c:v>0.9602715269585541</c:v>
              </c:pt>
              <c:pt idx="56">
                <c:v>0.9602715269585541</c:v>
              </c:pt>
              <c:pt idx="57">
                <c:v>0.9602715269585541</c:v>
              </c:pt>
              <c:pt idx="58">
                <c:v>0.9602715269585541</c:v>
              </c:pt>
              <c:pt idx="59">
                <c:v>0.9602715269585541</c:v>
              </c:pt>
              <c:pt idx="60">
                <c:v>0.9602715269585541</c:v>
              </c:pt>
              <c:pt idx="61">
                <c:v>0.9602715269585541</c:v>
              </c:pt>
              <c:pt idx="62">
                <c:v>0.9602715269585541</c:v>
              </c:pt>
              <c:pt idx="63">
                <c:v>0.9602715269585541</c:v>
              </c:pt>
              <c:pt idx="64">
                <c:v>0.9602715269585541</c:v>
              </c:pt>
              <c:pt idx="65">
                <c:v>0.9602715269585541</c:v>
              </c:pt>
              <c:pt idx="66">
                <c:v>0.9602715269585541</c:v>
              </c:pt>
              <c:pt idx="67">
                <c:v>0.9602715269585541</c:v>
              </c:pt>
              <c:pt idx="68">
                <c:v>0.9602715269585541</c:v>
              </c:pt>
              <c:pt idx="69">
                <c:v>0.9602715269585541</c:v>
              </c:pt>
              <c:pt idx="70">
                <c:v>0.9602715269585541</c:v>
              </c:pt>
              <c:pt idx="71">
                <c:v>0.9602715269585541</c:v>
              </c:pt>
              <c:pt idx="72">
                <c:v>0.9602715269585541</c:v>
              </c:pt>
              <c:pt idx="73">
                <c:v>0.9602715269585541</c:v>
              </c:pt>
              <c:pt idx="74">
                <c:v>0.9602715269585541</c:v>
              </c:pt>
              <c:pt idx="75">
                <c:v>0.9602715269585541</c:v>
              </c:pt>
              <c:pt idx="76">
                <c:v>0.9602715269585541</c:v>
              </c:pt>
              <c:pt idx="77">
                <c:v>0.9602715269585541</c:v>
              </c:pt>
              <c:pt idx="78">
                <c:v>0.9602715269585541</c:v>
              </c:pt>
              <c:pt idx="79">
                <c:v>0.9602715269585541</c:v>
              </c:pt>
              <c:pt idx="80">
                <c:v>0.9602715269585541</c:v>
              </c:pt>
              <c:pt idx="81">
                <c:v>0.9602715269585541</c:v>
              </c:pt>
              <c:pt idx="82">
                <c:v>0.9602715269585541</c:v>
              </c:pt>
              <c:pt idx="83">
                <c:v>0.9602715269585541</c:v>
              </c:pt>
              <c:pt idx="84">
                <c:v>0.9602715269585541</c:v>
              </c:pt>
              <c:pt idx="85">
                <c:v>0.9602715269585541</c:v>
              </c:pt>
              <c:pt idx="86">
                <c:v>0.9602715269585541</c:v>
              </c:pt>
              <c:pt idx="87">
                <c:v>0.9602715269585541</c:v>
              </c:pt>
              <c:pt idx="88">
                <c:v>0.9602715269585541</c:v>
              </c:pt>
              <c:pt idx="89">
                <c:v>0.9602715269585541</c:v>
              </c:pt>
              <c:pt idx="90">
                <c:v>0.9602715269585541</c:v>
              </c:pt>
              <c:pt idx="91">
                <c:v>0.9602715269585541</c:v>
              </c:pt>
              <c:pt idx="92">
                <c:v>0.9602715269585541</c:v>
              </c:pt>
              <c:pt idx="93">
                <c:v>0.9602715269585541</c:v>
              </c:pt>
              <c:pt idx="94">
                <c:v>0.9602715269585541</c:v>
              </c:pt>
              <c:pt idx="95">
                <c:v>0.9602715269585541</c:v>
              </c:pt>
              <c:pt idx="96">
                <c:v>0.9602715269585541</c:v>
              </c:pt>
              <c:pt idx="97">
                <c:v>0.9602715269585541</c:v>
              </c:pt>
              <c:pt idx="98">
                <c:v>0.9602715269585541</c:v>
              </c:pt>
              <c:pt idx="99">
                <c:v>0.9602715269585541</c:v>
              </c:pt>
              <c:pt idx="100">
                <c:v>0.9602715269585541</c:v>
              </c:pt>
              <c:pt idx="101">
                <c:v>0.9602715269585541</c:v>
              </c:pt>
              <c:pt idx="102">
                <c:v>0.9602715269585541</c:v>
              </c:pt>
              <c:pt idx="103">
                <c:v>0.9602715269585541</c:v>
              </c:pt>
              <c:pt idx="104">
                <c:v>0.9602715269585541</c:v>
              </c:pt>
              <c:pt idx="105">
                <c:v>0.9602715269585541</c:v>
              </c:pt>
              <c:pt idx="106">
                <c:v>0.9602715269585541</c:v>
              </c:pt>
              <c:pt idx="107">
                <c:v>0.9602715269585541</c:v>
              </c:pt>
              <c:pt idx="108">
                <c:v>0.9602715269585541</c:v>
              </c:pt>
              <c:pt idx="109">
                <c:v>0.9602715269585541</c:v>
              </c:pt>
              <c:pt idx="110">
                <c:v>0.9602715269585541</c:v>
              </c:pt>
              <c:pt idx="111">
                <c:v>0.9602715269585541</c:v>
              </c:pt>
              <c:pt idx="112">
                <c:v>0.9602715269585541</c:v>
              </c:pt>
              <c:pt idx="113">
                <c:v>0.9602715269585541</c:v>
              </c:pt>
              <c:pt idx="114">
                <c:v>0.9602715269585541</c:v>
              </c:pt>
              <c:pt idx="115">
                <c:v>0.9602715269585541</c:v>
              </c:pt>
              <c:pt idx="116">
                <c:v>0.9602715269585541</c:v>
              </c:pt>
              <c:pt idx="117">
                <c:v>0.9602715269585541</c:v>
              </c:pt>
              <c:pt idx="118">
                <c:v>0.9602715269585541</c:v>
              </c:pt>
              <c:pt idx="119">
                <c:v>0.9602715269585541</c:v>
              </c:pt>
              <c:pt idx="120">
                <c:v>0.9602715269585541</c:v>
              </c:pt>
              <c:pt idx="121">
                <c:v>0.9602715269585541</c:v>
              </c:pt>
              <c:pt idx="122">
                <c:v>0.9602715269585541</c:v>
              </c:pt>
              <c:pt idx="123">
                <c:v>0.9602715269585541</c:v>
              </c:pt>
              <c:pt idx="124">
                <c:v>0.9602715269585541</c:v>
              </c:pt>
              <c:pt idx="125">
                <c:v>0.9602715269585541</c:v>
              </c:pt>
              <c:pt idx="126">
                <c:v>0.9602715269585541</c:v>
              </c:pt>
              <c:pt idx="127">
                <c:v>0.9602715269585541</c:v>
              </c:pt>
              <c:pt idx="128">
                <c:v>0.9602715269585541</c:v>
              </c:pt>
              <c:pt idx="129">
                <c:v>0.9602715269585541</c:v>
              </c:pt>
              <c:pt idx="130">
                <c:v>0.9602715269585541</c:v>
              </c:pt>
              <c:pt idx="131">
                <c:v>0.9602715269585541</c:v>
              </c:pt>
              <c:pt idx="132">
                <c:v>0.9602715269585541</c:v>
              </c:pt>
              <c:pt idx="133">
                <c:v>0.9602715269585541</c:v>
              </c:pt>
              <c:pt idx="134">
                <c:v>0.9602715269585541</c:v>
              </c:pt>
              <c:pt idx="135">
                <c:v>0.9602715269585541</c:v>
              </c:pt>
              <c:pt idx="136">
                <c:v>0.9602715269585541</c:v>
              </c:pt>
              <c:pt idx="137">
                <c:v>0.9602715269585541</c:v>
              </c:pt>
              <c:pt idx="138">
                <c:v>0.9602715269585541</c:v>
              </c:pt>
              <c:pt idx="139">
                <c:v>0.9602715269585541</c:v>
              </c:pt>
              <c:pt idx="140">
                <c:v>0.9602715269585541</c:v>
              </c:pt>
              <c:pt idx="141">
                <c:v>0.9602715269585541</c:v>
              </c:pt>
              <c:pt idx="142">
                <c:v>0.9602715269585541</c:v>
              </c:pt>
              <c:pt idx="143">
                <c:v>0.9602715269585541</c:v>
              </c:pt>
              <c:pt idx="144">
                <c:v>0.9602715269585541</c:v>
              </c:pt>
              <c:pt idx="145">
                <c:v>0.9602715269585541</c:v>
              </c:pt>
              <c:pt idx="146">
                <c:v>0.9602715269585541</c:v>
              </c:pt>
              <c:pt idx="147">
                <c:v>0.9602715269585541</c:v>
              </c:pt>
              <c:pt idx="148">
                <c:v>0.9602715269585541</c:v>
              </c:pt>
              <c:pt idx="149">
                <c:v>0.9602715269585541</c:v>
              </c:pt>
              <c:pt idx="150">
                <c:v>0.9602715269585541</c:v>
              </c:pt>
              <c:pt idx="151">
                <c:v>0.9602715269585541</c:v>
              </c:pt>
              <c:pt idx="152">
                <c:v>0.9602715269585541</c:v>
              </c:pt>
              <c:pt idx="153">
                <c:v>0.9602715269585541</c:v>
              </c:pt>
              <c:pt idx="154">
                <c:v>0.9602715269585541</c:v>
              </c:pt>
              <c:pt idx="155">
                <c:v>0.9602715269585541</c:v>
              </c:pt>
              <c:pt idx="156">
                <c:v>0.9602715269585541</c:v>
              </c:pt>
              <c:pt idx="157">
                <c:v>0.9602715269585541</c:v>
              </c:pt>
              <c:pt idx="158">
                <c:v>0.9602715269585541</c:v>
              </c:pt>
              <c:pt idx="159">
                <c:v>0.9602715269585541</c:v>
              </c:pt>
              <c:pt idx="160">
                <c:v>0.9602715269585541</c:v>
              </c:pt>
              <c:pt idx="161">
                <c:v>0.9602715269585541</c:v>
              </c:pt>
              <c:pt idx="162">
                <c:v>0.9602715269585541</c:v>
              </c:pt>
              <c:pt idx="163">
                <c:v>0.9602715269585541</c:v>
              </c:pt>
              <c:pt idx="164">
                <c:v>0.9602715269585541</c:v>
              </c:pt>
              <c:pt idx="165">
                <c:v>0.9602715269585541</c:v>
              </c:pt>
              <c:pt idx="166">
                <c:v>0.9602715269585541</c:v>
              </c:pt>
              <c:pt idx="167">
                <c:v>0.9602715269585541</c:v>
              </c:pt>
              <c:pt idx="168">
                <c:v>0.9602715269585541</c:v>
              </c:pt>
              <c:pt idx="169">
                <c:v>0.9602715269585541</c:v>
              </c:pt>
              <c:pt idx="170">
                <c:v>0.9602715269585541</c:v>
              </c:pt>
              <c:pt idx="171">
                <c:v>0.9602715269585541</c:v>
              </c:pt>
              <c:pt idx="172">
                <c:v>0.9602715269585541</c:v>
              </c:pt>
              <c:pt idx="173">
                <c:v>0.9602715269585541</c:v>
              </c:pt>
              <c:pt idx="174">
                <c:v>0.9602715269585541</c:v>
              </c:pt>
              <c:pt idx="175">
                <c:v>0.9602715269585541</c:v>
              </c:pt>
              <c:pt idx="176">
                <c:v>0.9602715269585541</c:v>
              </c:pt>
              <c:pt idx="177">
                <c:v>0.9602715269585541</c:v>
              </c:pt>
              <c:pt idx="178">
                <c:v>0.9602715269585541</c:v>
              </c:pt>
              <c:pt idx="179">
                <c:v>0.9602715269585541</c:v>
              </c:pt>
              <c:pt idx="180">
                <c:v>0.9602715269585541</c:v>
              </c:pt>
              <c:pt idx="181">
                <c:v>0.9602715269585541</c:v>
              </c:pt>
              <c:pt idx="182">
                <c:v>0.9602715269585541</c:v>
              </c:pt>
              <c:pt idx="183">
                <c:v>0.9602715269585541</c:v>
              </c:pt>
              <c:pt idx="184">
                <c:v>0.9602715269585541</c:v>
              </c:pt>
              <c:pt idx="185">
                <c:v>0.9602715269585541</c:v>
              </c:pt>
              <c:pt idx="186">
                <c:v>0.9602715269585541</c:v>
              </c:pt>
              <c:pt idx="187">
                <c:v>0.9602715269585541</c:v>
              </c:pt>
              <c:pt idx="188">
                <c:v>0.9602715269585541</c:v>
              </c:pt>
              <c:pt idx="189">
                <c:v>0.9602715269585541</c:v>
              </c:pt>
              <c:pt idx="190">
                <c:v>0.9602715269585541</c:v>
              </c:pt>
              <c:pt idx="191">
                <c:v>0.9602715269585541</c:v>
              </c:pt>
              <c:pt idx="192">
                <c:v>0.9602715269585541</c:v>
              </c:pt>
              <c:pt idx="193">
                <c:v>0.9602715269585541</c:v>
              </c:pt>
              <c:pt idx="194">
                <c:v>0.9602715269585541</c:v>
              </c:pt>
              <c:pt idx="195">
                <c:v>0.9602715269585541</c:v>
              </c:pt>
              <c:pt idx="196">
                <c:v>0.9602715269585541</c:v>
              </c:pt>
              <c:pt idx="197">
                <c:v>0.9602715269585541</c:v>
              </c:pt>
              <c:pt idx="198">
                <c:v>0.9602715269585541</c:v>
              </c:pt>
              <c:pt idx="199">
                <c:v>0.9602715269585541</c:v>
              </c:pt>
              <c:pt idx="200">
                <c:v>0.9602715269585541</c:v>
              </c:pt>
              <c:pt idx="201">
                <c:v>0.9602715269585541</c:v>
              </c:pt>
              <c:pt idx="202">
                <c:v>0.9602715269585541</c:v>
              </c:pt>
              <c:pt idx="203">
                <c:v>0.9602715269585541</c:v>
              </c:pt>
              <c:pt idx="204">
                <c:v>0.9602715269585541</c:v>
              </c:pt>
              <c:pt idx="205">
                <c:v>0.9602715269585541</c:v>
              </c:pt>
              <c:pt idx="206">
                <c:v>0.9602715269585541</c:v>
              </c:pt>
              <c:pt idx="207">
                <c:v>0.9602715269585541</c:v>
              </c:pt>
              <c:pt idx="208">
                <c:v>0.9602715269585541</c:v>
              </c:pt>
              <c:pt idx="209">
                <c:v>0.9602715269585541</c:v>
              </c:pt>
              <c:pt idx="210">
                <c:v>0.9602715269585541</c:v>
              </c:pt>
              <c:pt idx="211">
                <c:v>0.9602715269585541</c:v>
              </c:pt>
              <c:pt idx="212">
                <c:v>0.9602715269585541</c:v>
              </c:pt>
              <c:pt idx="213">
                <c:v>0.9602715269585541</c:v>
              </c:pt>
              <c:pt idx="214">
                <c:v>0.9602715269585541</c:v>
              </c:pt>
              <c:pt idx="215">
                <c:v>0.9602715269585541</c:v>
              </c:pt>
              <c:pt idx="216">
                <c:v>0.9602715269585541</c:v>
              </c:pt>
              <c:pt idx="217">
                <c:v>0.9602715269585541</c:v>
              </c:pt>
              <c:pt idx="218">
                <c:v>0.9602715269585541</c:v>
              </c:pt>
              <c:pt idx="219">
                <c:v>0.9602715269585541</c:v>
              </c:pt>
              <c:pt idx="220">
                <c:v>0.9602715269585541</c:v>
              </c:pt>
              <c:pt idx="221">
                <c:v>0.9602715269585541</c:v>
              </c:pt>
              <c:pt idx="222">
                <c:v>0.9602715269585541</c:v>
              </c:pt>
              <c:pt idx="223">
                <c:v>0.9602715269585541</c:v>
              </c:pt>
              <c:pt idx="224">
                <c:v>0.9602715269585541</c:v>
              </c:pt>
              <c:pt idx="225">
                <c:v>0.9602715269585541</c:v>
              </c:pt>
              <c:pt idx="226">
                <c:v>0.9602715269585541</c:v>
              </c:pt>
              <c:pt idx="227">
                <c:v>0.9602715269585541</c:v>
              </c:pt>
              <c:pt idx="228">
                <c:v>0.9602715269585541</c:v>
              </c:pt>
              <c:pt idx="229">
                <c:v>0.9602715269585541</c:v>
              </c:pt>
              <c:pt idx="230">
                <c:v>0.9602715269585541</c:v>
              </c:pt>
              <c:pt idx="231">
                <c:v>0.9602715269585541</c:v>
              </c:pt>
              <c:pt idx="232">
                <c:v>0.9602715269585541</c:v>
              </c:pt>
              <c:pt idx="233">
                <c:v>0.9602715269585541</c:v>
              </c:pt>
              <c:pt idx="234">
                <c:v>0.9602715269585541</c:v>
              </c:pt>
              <c:pt idx="235">
                <c:v>0.9602715269585541</c:v>
              </c:pt>
              <c:pt idx="236">
                <c:v>0.9602715269585541</c:v>
              </c:pt>
              <c:pt idx="237">
                <c:v>0.9602715269585541</c:v>
              </c:pt>
              <c:pt idx="238">
                <c:v>0.9602715269585541</c:v>
              </c:pt>
              <c:pt idx="239">
                <c:v>0.9602715269585541</c:v>
              </c:pt>
              <c:pt idx="240">
                <c:v>0.9602715269585541</c:v>
              </c:pt>
              <c:pt idx="241">
                <c:v>0.9602715269585541</c:v>
              </c:pt>
              <c:pt idx="242">
                <c:v>0.9602715269585541</c:v>
              </c:pt>
              <c:pt idx="243">
                <c:v>0.9602715269585541</c:v>
              </c:pt>
              <c:pt idx="244">
                <c:v>0.9602715269585541</c:v>
              </c:pt>
              <c:pt idx="245">
                <c:v>0.9602715269585541</c:v>
              </c:pt>
              <c:pt idx="246">
                <c:v>0.9602715269585541</c:v>
              </c:pt>
              <c:pt idx="247">
                <c:v>0.9602715269585541</c:v>
              </c:pt>
              <c:pt idx="248">
                <c:v>0.9602715269585541</c:v>
              </c:pt>
              <c:pt idx="249">
                <c:v>0.9602715269585541</c:v>
              </c:pt>
              <c:pt idx="250">
                <c:v>0.9602715269585541</c:v>
              </c:pt>
              <c:pt idx="251">
                <c:v>0.9602715269585541</c:v>
              </c:pt>
              <c:pt idx="252">
                <c:v>0.9602715269585541</c:v>
              </c:pt>
              <c:pt idx="253">
                <c:v>0.9602715269585541</c:v>
              </c:pt>
              <c:pt idx="254">
                <c:v>0.9602715269585541</c:v>
              </c:pt>
              <c:pt idx="255">
                <c:v>0.9602715269585541</c:v>
              </c:pt>
              <c:pt idx="256">
                <c:v>0.9602715269585541</c:v>
              </c:pt>
              <c:pt idx="257">
                <c:v>0.9602715269585541</c:v>
              </c:pt>
              <c:pt idx="258">
                <c:v>0.9602715269585541</c:v>
              </c:pt>
              <c:pt idx="259">
                <c:v>0.9602715269585541</c:v>
              </c:pt>
              <c:pt idx="260">
                <c:v>0.9602715269585541</c:v>
              </c:pt>
              <c:pt idx="261">
                <c:v>0.9602715269585541</c:v>
              </c:pt>
              <c:pt idx="262">
                <c:v>0.9602715269585541</c:v>
              </c:pt>
              <c:pt idx="263">
                <c:v>0.9602715269585541</c:v>
              </c:pt>
              <c:pt idx="264">
                <c:v>0.9602715269585541</c:v>
              </c:pt>
              <c:pt idx="265">
                <c:v>0.9602715269585541</c:v>
              </c:pt>
              <c:pt idx="266">
                <c:v>0.9602715269585541</c:v>
              </c:pt>
              <c:pt idx="267">
                <c:v>0.9602715269585541</c:v>
              </c:pt>
              <c:pt idx="268">
                <c:v>0.9602715269585541</c:v>
              </c:pt>
              <c:pt idx="269">
                <c:v>0.9602715269585541</c:v>
              </c:pt>
              <c:pt idx="270">
                <c:v>0.9602715269585541</c:v>
              </c:pt>
              <c:pt idx="271">
                <c:v>0.9602715269585541</c:v>
              </c:pt>
              <c:pt idx="272">
                <c:v>0.9602715269585541</c:v>
              </c:pt>
              <c:pt idx="273">
                <c:v>0.9602715269585541</c:v>
              </c:pt>
              <c:pt idx="274">
                <c:v>0.9602715269585541</c:v>
              </c:pt>
              <c:pt idx="275">
                <c:v>0.9602715269585541</c:v>
              </c:pt>
              <c:pt idx="276">
                <c:v>0.9602715269585541</c:v>
              </c:pt>
              <c:pt idx="277">
                <c:v>0.9602715269585541</c:v>
              </c:pt>
              <c:pt idx="278">
                <c:v>0.9602715269585541</c:v>
              </c:pt>
              <c:pt idx="279">
                <c:v>0.9602715269585541</c:v>
              </c:pt>
              <c:pt idx="280">
                <c:v>0.9602715269585541</c:v>
              </c:pt>
              <c:pt idx="281">
                <c:v>0.9602715269585541</c:v>
              </c:pt>
              <c:pt idx="282">
                <c:v>0.9602715269585541</c:v>
              </c:pt>
              <c:pt idx="283">
                <c:v>0.9602715269585541</c:v>
              </c:pt>
              <c:pt idx="284">
                <c:v>0.9602715269585541</c:v>
              </c:pt>
              <c:pt idx="285">
                <c:v>0.9602715269585541</c:v>
              </c:pt>
              <c:pt idx="286">
                <c:v>0.9602715269585541</c:v>
              </c:pt>
              <c:pt idx="287">
                <c:v>0.9602715269585541</c:v>
              </c:pt>
              <c:pt idx="288">
                <c:v>0.9602715269585541</c:v>
              </c:pt>
              <c:pt idx="289">
                <c:v>0.9602715269585541</c:v>
              </c:pt>
              <c:pt idx="290">
                <c:v>0.9602715269585541</c:v>
              </c:pt>
              <c:pt idx="291">
                <c:v>0.9602715269585541</c:v>
              </c:pt>
              <c:pt idx="292">
                <c:v>0.9602715269585541</c:v>
              </c:pt>
              <c:pt idx="293">
                <c:v>0.9602715269585541</c:v>
              </c:pt>
              <c:pt idx="294">
                <c:v>0.9602715269585541</c:v>
              </c:pt>
              <c:pt idx="295">
                <c:v>0.9602715269585541</c:v>
              </c:pt>
              <c:pt idx="296">
                <c:v>0.9602715269585541</c:v>
              </c:pt>
              <c:pt idx="297">
                <c:v>0.9602715269585541</c:v>
              </c:pt>
              <c:pt idx="298">
                <c:v>0.9602715269585541</c:v>
              </c:pt>
              <c:pt idx="299">
                <c:v>0.9602715269585541</c:v>
              </c:pt>
              <c:pt idx="300">
                <c:v>0.9602715269585541</c:v>
              </c:pt>
              <c:pt idx="301">
                <c:v>0.9602715269585541</c:v>
              </c:pt>
              <c:pt idx="302">
                <c:v>0.9602715269585541</c:v>
              </c:pt>
              <c:pt idx="303">
                <c:v>0.9602715269585541</c:v>
              </c:pt>
              <c:pt idx="304">
                <c:v>0.9602715269585541</c:v>
              </c:pt>
              <c:pt idx="305">
                <c:v>0.9602715269585541</c:v>
              </c:pt>
              <c:pt idx="306">
                <c:v>0.9602715269585541</c:v>
              </c:pt>
              <c:pt idx="307">
                <c:v>0.9602715269585541</c:v>
              </c:pt>
              <c:pt idx="308">
                <c:v>0.9602715269585541</c:v>
              </c:pt>
              <c:pt idx="309">
                <c:v>0.9602715269585541</c:v>
              </c:pt>
              <c:pt idx="310">
                <c:v>0.9602715269585541</c:v>
              </c:pt>
              <c:pt idx="311">
                <c:v>0.9602715269585541</c:v>
              </c:pt>
              <c:pt idx="312">
                <c:v>0.9602715269585541</c:v>
              </c:pt>
              <c:pt idx="313">
                <c:v>0.9602715269585541</c:v>
              </c:pt>
              <c:pt idx="314">
                <c:v>0.9602715269585541</c:v>
              </c:pt>
              <c:pt idx="315">
                <c:v>0.9602715269585541</c:v>
              </c:pt>
              <c:pt idx="316">
                <c:v>0.9602715269585541</c:v>
              </c:pt>
              <c:pt idx="317">
                <c:v>0.9602715269585541</c:v>
              </c:pt>
              <c:pt idx="318">
                <c:v>0.9602715269585541</c:v>
              </c:pt>
              <c:pt idx="319">
                <c:v>0.9602715269585541</c:v>
              </c:pt>
              <c:pt idx="320">
                <c:v>0.9602715269585541</c:v>
              </c:pt>
              <c:pt idx="321">
                <c:v>0.9602715269585541</c:v>
              </c:pt>
              <c:pt idx="322">
                <c:v>0.9602715269585541</c:v>
              </c:pt>
              <c:pt idx="323">
                <c:v>0.9602715269585541</c:v>
              </c:pt>
            </c:numLit>
          </c:yVal>
          <c:smooth val="0"/>
        </c:ser>
        <c:ser>
          <c:idx val="11"/>
          <c:order val="11"/>
          <c:tx>
            <c:v>Implemented LCA filling</c:v>
          </c:tx>
          <c:spPr>
            <a:noFill xmlns:a="http://schemas.openxmlformats.org/drawingml/2006/main"/>
            <a:ln xmlns:a="http://schemas.openxmlformats.org/drawingml/2006/main" w="0">
              <a:noFill/>
              <a:prstDash val="solid"/>
            </a:ln>
          </c:spPr>
          <c:marker>
            <c:symbol val="circle"/>
            <c:size val="7"/>
            <c:spPr>
              <a:solidFill xmlns:a="http://schemas.openxmlformats.org/drawingml/2006/main">
                <a:srgbClr val="FFFFFF"/>
              </a:solidFill>
            </c:spPr>
          </c:marker>
          <c:xVal>
            <c:numLit>
              <c:formatCode>General</c:formatCode>
              <c:ptCount val="324"/>
              <c:pt idx="0">
                <c:v>1.8486033236919899</c:v>
              </c:pt>
              <c:pt idx="1">
                <c:v>1.8486033236919899</c:v>
              </c:pt>
              <c:pt idx="2">
                <c:v>1.8486033236919899</c:v>
              </c:pt>
              <c:pt idx="3">
                <c:v>1.8486033236919899</c:v>
              </c:pt>
              <c:pt idx="4">
                <c:v>1.8486033236919899</c:v>
              </c:pt>
              <c:pt idx="5">
                <c:v>1.8486033236919899</c:v>
              </c:pt>
              <c:pt idx="6">
                <c:v>1.8486033236919899</c:v>
              </c:pt>
              <c:pt idx="7">
                <c:v>1.8486033236919899</c:v>
              </c:pt>
              <c:pt idx="8">
                <c:v>1.8486033236919899</c:v>
              </c:pt>
              <c:pt idx="9">
                <c:v>1.8486033236919899</c:v>
              </c:pt>
              <c:pt idx="10">
                <c:v>1.8486033236919899</c:v>
              </c:pt>
              <c:pt idx="11">
                <c:v>1.8486033236919899</c:v>
              </c:pt>
              <c:pt idx="12">
                <c:v>1.8486033236919899</c:v>
              </c:pt>
              <c:pt idx="13">
                <c:v>1.8486033236919899</c:v>
              </c:pt>
              <c:pt idx="14">
                <c:v>1.8486033236919899</c:v>
              </c:pt>
              <c:pt idx="15">
                <c:v>1.8486033236919899</c:v>
              </c:pt>
              <c:pt idx="16">
                <c:v>1.8486033236919899</c:v>
              </c:pt>
              <c:pt idx="17">
                <c:v>1.8486033236919899</c:v>
              </c:pt>
              <c:pt idx="18">
                <c:v>1.8486033236919899</c:v>
              </c:pt>
              <c:pt idx="19">
                <c:v>1.8486033236919899</c:v>
              </c:pt>
              <c:pt idx="20">
                <c:v>1.8486033236919899</c:v>
              </c:pt>
              <c:pt idx="21">
                <c:v>1.8486033236919899</c:v>
              </c:pt>
              <c:pt idx="22">
                <c:v>1.8486033236919899</c:v>
              </c:pt>
              <c:pt idx="23">
                <c:v>1.8486033236919899</c:v>
              </c:pt>
              <c:pt idx="24">
                <c:v>1.8486033236919899</c:v>
              </c:pt>
              <c:pt idx="25">
                <c:v>1.8486033236919899</c:v>
              </c:pt>
              <c:pt idx="26">
                <c:v>1.8486033236919899</c:v>
              </c:pt>
              <c:pt idx="27">
                <c:v>1.8486033236919899</c:v>
              </c:pt>
              <c:pt idx="28">
                <c:v>1.8486033236919899</c:v>
              </c:pt>
              <c:pt idx="29">
                <c:v>1.8486033236919899</c:v>
              </c:pt>
              <c:pt idx="30">
                <c:v>1.8486033236919899</c:v>
              </c:pt>
              <c:pt idx="31">
                <c:v>1.8486033236919899</c:v>
              </c:pt>
              <c:pt idx="32">
                <c:v>1.8486033236919899</c:v>
              </c:pt>
              <c:pt idx="33">
                <c:v>1.8486033236919899</c:v>
              </c:pt>
              <c:pt idx="34">
                <c:v>1.8486033236919899</c:v>
              </c:pt>
              <c:pt idx="35">
                <c:v>1.8486033236919899</c:v>
              </c:pt>
              <c:pt idx="36">
                <c:v>1.8486033236919899</c:v>
              </c:pt>
              <c:pt idx="37">
                <c:v>1.8486033236919899</c:v>
              </c:pt>
              <c:pt idx="38">
                <c:v>1.8486033236919899</c:v>
              </c:pt>
              <c:pt idx="39">
                <c:v>1.8486033236919899</c:v>
              </c:pt>
              <c:pt idx="40">
                <c:v>1.8486033236919899</c:v>
              </c:pt>
              <c:pt idx="41">
                <c:v>1.8486033236919899</c:v>
              </c:pt>
              <c:pt idx="42">
                <c:v>1.8486033236919899</c:v>
              </c:pt>
              <c:pt idx="43">
                <c:v>1.8486033236919899</c:v>
              </c:pt>
              <c:pt idx="44">
                <c:v>1.8486033236919899</c:v>
              </c:pt>
              <c:pt idx="45">
                <c:v>1.8486033236919899</c:v>
              </c:pt>
              <c:pt idx="46">
                <c:v>1.8486033236919899</c:v>
              </c:pt>
              <c:pt idx="47">
                <c:v>1.8486033236919899</c:v>
              </c:pt>
              <c:pt idx="48">
                <c:v>1.8486033236919899</c:v>
              </c:pt>
              <c:pt idx="49">
                <c:v>1.8486033236919899</c:v>
              </c:pt>
              <c:pt idx="50">
                <c:v>1.8486033236919899</c:v>
              </c:pt>
              <c:pt idx="51">
                <c:v>1.8486033236919899</c:v>
              </c:pt>
              <c:pt idx="52">
                <c:v>1.8486033236919899</c:v>
              </c:pt>
              <c:pt idx="53">
                <c:v>1.8486033236919899</c:v>
              </c:pt>
              <c:pt idx="54">
                <c:v>1.8486033236919899</c:v>
              </c:pt>
              <c:pt idx="55">
                <c:v>1.8486033236919899</c:v>
              </c:pt>
              <c:pt idx="56">
                <c:v>1.8486033236919899</c:v>
              </c:pt>
              <c:pt idx="57">
                <c:v>1.8486033236919899</c:v>
              </c:pt>
              <c:pt idx="58">
                <c:v>1.8486033236919899</c:v>
              </c:pt>
              <c:pt idx="59">
                <c:v>1.8486033236919899</c:v>
              </c:pt>
              <c:pt idx="60">
                <c:v>1.8486033236919899</c:v>
              </c:pt>
              <c:pt idx="61">
                <c:v>1.8486033236919899</c:v>
              </c:pt>
              <c:pt idx="62">
                <c:v>1.8486033236919899</c:v>
              </c:pt>
              <c:pt idx="63">
                <c:v>1.8486033236919899</c:v>
              </c:pt>
              <c:pt idx="64">
                <c:v>1.8486033236919899</c:v>
              </c:pt>
              <c:pt idx="65">
                <c:v>1.8486033236919899</c:v>
              </c:pt>
              <c:pt idx="66">
                <c:v>1.8486033236919899</c:v>
              </c:pt>
              <c:pt idx="67">
                <c:v>1.8486033236919899</c:v>
              </c:pt>
              <c:pt idx="68">
                <c:v>1.8486033236919899</c:v>
              </c:pt>
              <c:pt idx="69">
                <c:v>1.8486033236919899</c:v>
              </c:pt>
              <c:pt idx="70">
                <c:v>1.8486033236919899</c:v>
              </c:pt>
              <c:pt idx="71">
                <c:v>1.8486033236919899</c:v>
              </c:pt>
              <c:pt idx="72">
                <c:v>1.8486033236919899</c:v>
              </c:pt>
              <c:pt idx="73">
                <c:v>1.8486033236919899</c:v>
              </c:pt>
              <c:pt idx="74">
                <c:v>1.8486033236919899</c:v>
              </c:pt>
              <c:pt idx="75">
                <c:v>1.8486033236919899</c:v>
              </c:pt>
              <c:pt idx="76">
                <c:v>1.8486033236919899</c:v>
              </c:pt>
              <c:pt idx="77">
                <c:v>1.8486033236919899</c:v>
              </c:pt>
              <c:pt idx="78">
                <c:v>1.8486033236919899</c:v>
              </c:pt>
              <c:pt idx="79">
                <c:v>1.8486033236919899</c:v>
              </c:pt>
              <c:pt idx="80">
                <c:v>1.8486033236919899</c:v>
              </c:pt>
              <c:pt idx="81">
                <c:v>1.8486033236919899</c:v>
              </c:pt>
              <c:pt idx="82">
                <c:v>1.8486033236919899</c:v>
              </c:pt>
              <c:pt idx="83">
                <c:v>1.8486033236919899</c:v>
              </c:pt>
              <c:pt idx="84">
                <c:v>1.8486033236919899</c:v>
              </c:pt>
              <c:pt idx="85">
                <c:v>1.8486033236919899</c:v>
              </c:pt>
              <c:pt idx="86">
                <c:v>1.8486033236919899</c:v>
              </c:pt>
              <c:pt idx="87">
                <c:v>1.8486033236919899</c:v>
              </c:pt>
              <c:pt idx="88">
                <c:v>1.8486033236919899</c:v>
              </c:pt>
              <c:pt idx="89">
                <c:v>1.8486033236919899</c:v>
              </c:pt>
              <c:pt idx="90">
                <c:v>1.8486033236919899</c:v>
              </c:pt>
              <c:pt idx="91">
                <c:v>1.8486033236919899</c:v>
              </c:pt>
              <c:pt idx="92">
                <c:v>1.8486033236919899</c:v>
              </c:pt>
              <c:pt idx="93">
                <c:v>1.8486033236919899</c:v>
              </c:pt>
              <c:pt idx="94">
                <c:v>1.8486033236919899</c:v>
              </c:pt>
              <c:pt idx="95">
                <c:v>1.8486033236919899</c:v>
              </c:pt>
              <c:pt idx="96">
                <c:v>1.8486033236919899</c:v>
              </c:pt>
              <c:pt idx="97">
                <c:v>1.8486033236919899</c:v>
              </c:pt>
              <c:pt idx="98">
                <c:v>1.8486033236919899</c:v>
              </c:pt>
              <c:pt idx="99">
                <c:v>1.8486033236919899</c:v>
              </c:pt>
              <c:pt idx="100">
                <c:v>1.8486033236919899</c:v>
              </c:pt>
              <c:pt idx="101">
                <c:v>1.8486033236919899</c:v>
              </c:pt>
              <c:pt idx="102">
                <c:v>1.8486033236919899</c:v>
              </c:pt>
              <c:pt idx="103">
                <c:v>1.8486033236919899</c:v>
              </c:pt>
              <c:pt idx="104">
                <c:v>1.8486033236919899</c:v>
              </c:pt>
              <c:pt idx="105">
                <c:v>1.8486033236919899</c:v>
              </c:pt>
              <c:pt idx="106">
                <c:v>1.8486033236919899</c:v>
              </c:pt>
              <c:pt idx="107">
                <c:v>1.8486033236919899</c:v>
              </c:pt>
              <c:pt idx="108">
                <c:v>1.8486033236919899</c:v>
              </c:pt>
              <c:pt idx="109">
                <c:v>1.8486033236919899</c:v>
              </c:pt>
              <c:pt idx="110">
                <c:v>1.8486033236919899</c:v>
              </c:pt>
              <c:pt idx="111">
                <c:v>1.8486033236919899</c:v>
              </c:pt>
              <c:pt idx="112">
                <c:v>1.8486033236919899</c:v>
              </c:pt>
              <c:pt idx="113">
                <c:v>1.8486033236919899</c:v>
              </c:pt>
              <c:pt idx="114">
                <c:v>1.8486033236919899</c:v>
              </c:pt>
              <c:pt idx="115">
                <c:v>1.8486033236919899</c:v>
              </c:pt>
              <c:pt idx="116">
                <c:v>1.8486033236919899</c:v>
              </c:pt>
              <c:pt idx="117">
                <c:v>1.8486033236919899</c:v>
              </c:pt>
              <c:pt idx="118">
                <c:v>1.8486033236919899</c:v>
              </c:pt>
              <c:pt idx="119">
                <c:v>1.8486033236919899</c:v>
              </c:pt>
              <c:pt idx="120">
                <c:v>1.8486033236919899</c:v>
              </c:pt>
              <c:pt idx="121">
                <c:v>1.8486033236919899</c:v>
              </c:pt>
              <c:pt idx="122">
                <c:v>1.8486033236919899</c:v>
              </c:pt>
              <c:pt idx="123">
                <c:v>1.8486033236919899</c:v>
              </c:pt>
              <c:pt idx="124">
                <c:v>1.8486033236919899</c:v>
              </c:pt>
              <c:pt idx="125">
                <c:v>1.8486033236919899</c:v>
              </c:pt>
              <c:pt idx="126">
                <c:v>1.8486033236919899</c:v>
              </c:pt>
              <c:pt idx="127">
                <c:v>1.8486033236919899</c:v>
              </c:pt>
              <c:pt idx="128">
                <c:v>1.8486033236919899</c:v>
              </c:pt>
              <c:pt idx="129">
                <c:v>1.8486033236919899</c:v>
              </c:pt>
              <c:pt idx="130">
                <c:v>1.8486033236919899</c:v>
              </c:pt>
              <c:pt idx="131">
                <c:v>1.8486033236919899</c:v>
              </c:pt>
              <c:pt idx="132">
                <c:v>1.8486033236919899</c:v>
              </c:pt>
              <c:pt idx="133">
                <c:v>1.8486033236919899</c:v>
              </c:pt>
              <c:pt idx="134">
                <c:v>1.8486033236919899</c:v>
              </c:pt>
              <c:pt idx="135">
                <c:v>1.8486033236919899</c:v>
              </c:pt>
              <c:pt idx="136">
                <c:v>1.8486033236919899</c:v>
              </c:pt>
              <c:pt idx="137">
                <c:v>1.8486033236919899</c:v>
              </c:pt>
              <c:pt idx="138">
                <c:v>1.8486033236919899</c:v>
              </c:pt>
              <c:pt idx="139">
                <c:v>1.8486033236919899</c:v>
              </c:pt>
              <c:pt idx="140">
                <c:v>1.8486033236919899</c:v>
              </c:pt>
              <c:pt idx="141">
                <c:v>1.8486033236919899</c:v>
              </c:pt>
              <c:pt idx="142">
                <c:v>1.8486033236919899</c:v>
              </c:pt>
              <c:pt idx="143">
                <c:v>1.8486033236919899</c:v>
              </c:pt>
              <c:pt idx="144">
                <c:v>1.8486033236919899</c:v>
              </c:pt>
              <c:pt idx="145">
                <c:v>1.8486033236919899</c:v>
              </c:pt>
              <c:pt idx="146">
                <c:v>1.8486033236919899</c:v>
              </c:pt>
              <c:pt idx="147">
                <c:v>1.8486033236919899</c:v>
              </c:pt>
              <c:pt idx="148">
                <c:v>1.8486033236919899</c:v>
              </c:pt>
              <c:pt idx="149">
                <c:v>1.8486033236919899</c:v>
              </c:pt>
              <c:pt idx="150">
                <c:v>1.8486033236919899</c:v>
              </c:pt>
              <c:pt idx="151">
                <c:v>1.8486033236919899</c:v>
              </c:pt>
              <c:pt idx="152">
                <c:v>1.8486033236919899</c:v>
              </c:pt>
              <c:pt idx="153">
                <c:v>1.8486033236919899</c:v>
              </c:pt>
              <c:pt idx="154">
                <c:v>1.8486033236919899</c:v>
              </c:pt>
              <c:pt idx="155">
                <c:v>1.8486033236919899</c:v>
              </c:pt>
              <c:pt idx="156">
                <c:v>1.8486033236919899</c:v>
              </c:pt>
              <c:pt idx="157">
                <c:v>1.8486033236919899</c:v>
              </c:pt>
              <c:pt idx="158">
                <c:v>1.8486033236919899</c:v>
              </c:pt>
              <c:pt idx="159">
                <c:v>1.8486033236919899</c:v>
              </c:pt>
              <c:pt idx="160">
                <c:v>1.8486033236919899</c:v>
              </c:pt>
              <c:pt idx="161">
                <c:v>1.8486033236919899</c:v>
              </c:pt>
              <c:pt idx="162">
                <c:v>1.8486033236919899</c:v>
              </c:pt>
              <c:pt idx="163">
                <c:v>1.8486033236919899</c:v>
              </c:pt>
              <c:pt idx="164">
                <c:v>1.8486033236919899</c:v>
              </c:pt>
              <c:pt idx="165">
                <c:v>1.8486033236919899</c:v>
              </c:pt>
              <c:pt idx="166">
                <c:v>1.8486033236919899</c:v>
              </c:pt>
              <c:pt idx="167">
                <c:v>1.8486033236919899</c:v>
              </c:pt>
              <c:pt idx="168">
                <c:v>1.8486033236919899</c:v>
              </c:pt>
              <c:pt idx="169">
                <c:v>1.8486033236919899</c:v>
              </c:pt>
              <c:pt idx="170">
                <c:v>1.8486033236919899</c:v>
              </c:pt>
              <c:pt idx="171">
                <c:v>1.8486033236919899</c:v>
              </c:pt>
              <c:pt idx="172">
                <c:v>1.8486033236919899</c:v>
              </c:pt>
              <c:pt idx="173">
                <c:v>1.8486033236919899</c:v>
              </c:pt>
              <c:pt idx="174">
                <c:v>1.8486033236919899</c:v>
              </c:pt>
              <c:pt idx="175">
                <c:v>1.8486033236919899</c:v>
              </c:pt>
              <c:pt idx="176">
                <c:v>1.8486033236919899</c:v>
              </c:pt>
              <c:pt idx="177">
                <c:v>1.8486033236919899</c:v>
              </c:pt>
              <c:pt idx="178">
                <c:v>1.8486033236919899</c:v>
              </c:pt>
              <c:pt idx="179">
                <c:v>1.8486033236919899</c:v>
              </c:pt>
              <c:pt idx="180">
                <c:v>1.8486033236919899</c:v>
              </c:pt>
              <c:pt idx="181">
                <c:v>1.8486033236919899</c:v>
              </c:pt>
              <c:pt idx="182">
                <c:v>1.8486033236919899</c:v>
              </c:pt>
              <c:pt idx="183">
                <c:v>1.8486033236919899</c:v>
              </c:pt>
              <c:pt idx="184">
                <c:v>1.8486033236919899</c:v>
              </c:pt>
              <c:pt idx="185">
                <c:v>1.8486033236919899</c:v>
              </c:pt>
              <c:pt idx="186">
                <c:v>1.8486033236919899</c:v>
              </c:pt>
              <c:pt idx="187">
                <c:v>1.8486033236919899</c:v>
              </c:pt>
              <c:pt idx="188">
                <c:v>1.8486033236919899</c:v>
              </c:pt>
              <c:pt idx="189">
                <c:v>1.8486033236919899</c:v>
              </c:pt>
              <c:pt idx="190">
                <c:v>1.8486033236919899</c:v>
              </c:pt>
              <c:pt idx="191">
                <c:v>1.8486033236919899</c:v>
              </c:pt>
              <c:pt idx="192">
                <c:v>1.8486033236919899</c:v>
              </c:pt>
              <c:pt idx="193">
                <c:v>1.8486033236919899</c:v>
              </c:pt>
              <c:pt idx="194">
                <c:v>1.8486033236919899</c:v>
              </c:pt>
              <c:pt idx="195">
                <c:v>1.8486033236919899</c:v>
              </c:pt>
              <c:pt idx="196">
                <c:v>1.8486033236919899</c:v>
              </c:pt>
              <c:pt idx="197">
                <c:v>1.8486033236919899</c:v>
              </c:pt>
              <c:pt idx="198">
                <c:v>1.8486033236919899</c:v>
              </c:pt>
              <c:pt idx="199">
                <c:v>1.8486033236919899</c:v>
              </c:pt>
              <c:pt idx="200">
                <c:v>1.8486033236919899</c:v>
              </c:pt>
              <c:pt idx="201">
                <c:v>1.8486033236919899</c:v>
              </c:pt>
              <c:pt idx="202">
                <c:v>1.8486033236919899</c:v>
              </c:pt>
              <c:pt idx="203">
                <c:v>1.8486033236919899</c:v>
              </c:pt>
              <c:pt idx="204">
                <c:v>1.8486033236919899</c:v>
              </c:pt>
              <c:pt idx="205">
                <c:v>1.8486033236919899</c:v>
              </c:pt>
              <c:pt idx="206">
                <c:v>1.8486033236919899</c:v>
              </c:pt>
              <c:pt idx="207">
                <c:v>1.8486033236919899</c:v>
              </c:pt>
              <c:pt idx="208">
                <c:v>1.8486033236919899</c:v>
              </c:pt>
              <c:pt idx="209">
                <c:v>1.8486033236919899</c:v>
              </c:pt>
              <c:pt idx="210">
                <c:v>1.8486033236919899</c:v>
              </c:pt>
              <c:pt idx="211">
                <c:v>1.8486033236919899</c:v>
              </c:pt>
              <c:pt idx="212">
                <c:v>1.8486033236919899</c:v>
              </c:pt>
              <c:pt idx="213">
                <c:v>1.8486033236919899</c:v>
              </c:pt>
              <c:pt idx="214">
                <c:v>1.8486033236919899</c:v>
              </c:pt>
              <c:pt idx="215">
                <c:v>1.8486033236919899</c:v>
              </c:pt>
              <c:pt idx="216">
                <c:v>1.8486033236919899</c:v>
              </c:pt>
              <c:pt idx="217">
                <c:v>1.8486033236919899</c:v>
              </c:pt>
              <c:pt idx="218">
                <c:v>1.8486033236919899</c:v>
              </c:pt>
              <c:pt idx="219">
                <c:v>1.8486033236919899</c:v>
              </c:pt>
              <c:pt idx="220">
                <c:v>1.8486033236919899</c:v>
              </c:pt>
              <c:pt idx="221">
                <c:v>1.8486033236919899</c:v>
              </c:pt>
              <c:pt idx="222">
                <c:v>1.8486033236919899</c:v>
              </c:pt>
              <c:pt idx="223">
                <c:v>1.8486033236919899</c:v>
              </c:pt>
              <c:pt idx="224">
                <c:v>1.8486033236919899</c:v>
              </c:pt>
              <c:pt idx="225">
                <c:v>1.8486033236919899</c:v>
              </c:pt>
              <c:pt idx="226">
                <c:v>1.8486033236919899</c:v>
              </c:pt>
              <c:pt idx="227">
                <c:v>1.8486033236919899</c:v>
              </c:pt>
              <c:pt idx="228">
                <c:v>1.8486033236919899</c:v>
              </c:pt>
              <c:pt idx="229">
                <c:v>1.8486033236919899</c:v>
              </c:pt>
              <c:pt idx="230">
                <c:v>1.8486033236919899</c:v>
              </c:pt>
              <c:pt idx="231">
                <c:v>1.8486033236919899</c:v>
              </c:pt>
              <c:pt idx="232">
                <c:v>1.8486033236919899</c:v>
              </c:pt>
              <c:pt idx="233">
                <c:v>1.8486033236919899</c:v>
              </c:pt>
              <c:pt idx="234">
                <c:v>1.8486033236919899</c:v>
              </c:pt>
              <c:pt idx="235">
                <c:v>1.8486033236919899</c:v>
              </c:pt>
              <c:pt idx="236">
                <c:v>1.8486033236919899</c:v>
              </c:pt>
              <c:pt idx="237">
                <c:v>1.8486033236919899</c:v>
              </c:pt>
              <c:pt idx="238">
                <c:v>1.8486033236919899</c:v>
              </c:pt>
              <c:pt idx="239">
                <c:v>1.8486033236919899</c:v>
              </c:pt>
              <c:pt idx="240">
                <c:v>1.8486033236919899</c:v>
              </c:pt>
              <c:pt idx="241">
                <c:v>1.8486033236919899</c:v>
              </c:pt>
              <c:pt idx="242">
                <c:v>1.8486033236919899</c:v>
              </c:pt>
              <c:pt idx="243">
                <c:v>1.8486033236919899</c:v>
              </c:pt>
              <c:pt idx="244">
                <c:v>1.8486033236919899</c:v>
              </c:pt>
              <c:pt idx="245">
                <c:v>1.8486033236919899</c:v>
              </c:pt>
              <c:pt idx="246">
                <c:v>1.8486033236919899</c:v>
              </c:pt>
              <c:pt idx="247">
                <c:v>1.8486033236919899</c:v>
              </c:pt>
              <c:pt idx="248">
                <c:v>1.8486033236919899</c:v>
              </c:pt>
              <c:pt idx="249">
                <c:v>1.8486033236919899</c:v>
              </c:pt>
              <c:pt idx="250">
                <c:v>1.8486033236919899</c:v>
              </c:pt>
              <c:pt idx="251">
                <c:v>1.8486033236919899</c:v>
              </c:pt>
              <c:pt idx="252">
                <c:v>1.8486033236919899</c:v>
              </c:pt>
              <c:pt idx="253">
                <c:v>1.8486033236919899</c:v>
              </c:pt>
              <c:pt idx="254">
                <c:v>1.8486033236919899</c:v>
              </c:pt>
              <c:pt idx="255">
                <c:v>1.8486033236919899</c:v>
              </c:pt>
              <c:pt idx="256">
                <c:v>1.8486033236919899</c:v>
              </c:pt>
              <c:pt idx="257">
                <c:v>1.8486033236919899</c:v>
              </c:pt>
              <c:pt idx="258">
                <c:v>1.8486033236919899</c:v>
              </c:pt>
              <c:pt idx="259">
                <c:v>1.8486033236919899</c:v>
              </c:pt>
              <c:pt idx="260">
                <c:v>1.8486033236919899</c:v>
              </c:pt>
              <c:pt idx="261">
                <c:v>1.8486033236919899</c:v>
              </c:pt>
              <c:pt idx="262">
                <c:v>1.8486033236919899</c:v>
              </c:pt>
              <c:pt idx="263">
                <c:v>1.8486033236919899</c:v>
              </c:pt>
              <c:pt idx="264">
                <c:v>1.8486033236919899</c:v>
              </c:pt>
              <c:pt idx="265">
                <c:v>1.8486033236919899</c:v>
              </c:pt>
              <c:pt idx="266">
                <c:v>1.8486033236919899</c:v>
              </c:pt>
              <c:pt idx="267">
                <c:v>1.8486033236919899</c:v>
              </c:pt>
              <c:pt idx="268">
                <c:v>1.8486033236919899</c:v>
              </c:pt>
              <c:pt idx="269">
                <c:v>1.8486033236919899</c:v>
              </c:pt>
              <c:pt idx="270">
                <c:v>1.8486033236919899</c:v>
              </c:pt>
              <c:pt idx="271">
                <c:v>1.8486033236919899</c:v>
              </c:pt>
              <c:pt idx="272">
                <c:v>1.8486033236919899</c:v>
              </c:pt>
              <c:pt idx="273">
                <c:v>1.8486033236919899</c:v>
              </c:pt>
              <c:pt idx="274">
                <c:v>1.8486033236919899</c:v>
              </c:pt>
              <c:pt idx="275">
                <c:v>1.8486033236919899</c:v>
              </c:pt>
              <c:pt idx="276">
                <c:v>1.8486033236919899</c:v>
              </c:pt>
              <c:pt idx="277">
                <c:v>1.8486033236919899</c:v>
              </c:pt>
              <c:pt idx="278">
                <c:v>1.8486033236919899</c:v>
              </c:pt>
              <c:pt idx="279">
                <c:v>1.8486033236919899</c:v>
              </c:pt>
              <c:pt idx="280">
                <c:v>1.8486033236919899</c:v>
              </c:pt>
              <c:pt idx="281">
                <c:v>1.8486033236919899</c:v>
              </c:pt>
              <c:pt idx="282">
                <c:v>1.8486033236919899</c:v>
              </c:pt>
              <c:pt idx="283">
                <c:v>1.8486033236919899</c:v>
              </c:pt>
              <c:pt idx="284">
                <c:v>1.8486033236919899</c:v>
              </c:pt>
              <c:pt idx="285">
                <c:v>1.8486033236919899</c:v>
              </c:pt>
              <c:pt idx="286">
                <c:v>1.8486033236919899</c:v>
              </c:pt>
              <c:pt idx="287">
                <c:v>1.8486033236919899</c:v>
              </c:pt>
              <c:pt idx="288">
                <c:v>1.8486033236919899</c:v>
              </c:pt>
              <c:pt idx="289">
                <c:v>1.8486033236919899</c:v>
              </c:pt>
              <c:pt idx="290">
                <c:v>1.8486033236919899</c:v>
              </c:pt>
              <c:pt idx="291">
                <c:v>1.8486033236919899</c:v>
              </c:pt>
              <c:pt idx="292">
                <c:v>1.8486033236919899</c:v>
              </c:pt>
              <c:pt idx="293">
                <c:v>1.8486033236919899</c:v>
              </c:pt>
              <c:pt idx="294">
                <c:v>1.8486033236919899</c:v>
              </c:pt>
              <c:pt idx="295">
                <c:v>1.8486033236919899</c:v>
              </c:pt>
              <c:pt idx="296">
                <c:v>1.8486033236919899</c:v>
              </c:pt>
              <c:pt idx="297">
                <c:v>1.8486033236919899</c:v>
              </c:pt>
              <c:pt idx="298">
                <c:v>1.8486033236919899</c:v>
              </c:pt>
              <c:pt idx="299">
                <c:v>1.8486033236919899</c:v>
              </c:pt>
              <c:pt idx="300">
                <c:v>1.8486033236919899</c:v>
              </c:pt>
              <c:pt idx="301">
                <c:v>1.8486033236919899</c:v>
              </c:pt>
              <c:pt idx="302">
                <c:v>1.8486033236919899</c:v>
              </c:pt>
              <c:pt idx="303">
                <c:v>1.8486033236919899</c:v>
              </c:pt>
              <c:pt idx="304">
                <c:v>1.8486033236919899</c:v>
              </c:pt>
              <c:pt idx="305">
                <c:v>1.8486033236919899</c:v>
              </c:pt>
              <c:pt idx="306">
                <c:v>1.8486033236919899</c:v>
              </c:pt>
              <c:pt idx="307">
                <c:v>1.8486033236919899</c:v>
              </c:pt>
              <c:pt idx="308">
                <c:v>1.8486033236919899</c:v>
              </c:pt>
              <c:pt idx="309">
                <c:v>1.8486033236919899</c:v>
              </c:pt>
              <c:pt idx="310">
                <c:v>1.8486033236919899</c:v>
              </c:pt>
              <c:pt idx="311">
                <c:v>1.8486033236919899</c:v>
              </c:pt>
              <c:pt idx="312">
                <c:v>1.8486033236919899</c:v>
              </c:pt>
              <c:pt idx="313">
                <c:v>1.8486033236919899</c:v>
              </c:pt>
              <c:pt idx="314">
                <c:v>1.8486033236919899</c:v>
              </c:pt>
              <c:pt idx="315">
                <c:v>1.8486033236919899</c:v>
              </c:pt>
              <c:pt idx="316">
                <c:v>1.8486033236919899</c:v>
              </c:pt>
              <c:pt idx="317">
                <c:v>1.8486033236919899</c:v>
              </c:pt>
              <c:pt idx="318">
                <c:v>1.8486033236919899</c:v>
              </c:pt>
              <c:pt idx="319">
                <c:v>1.8486033236919899</c:v>
              </c:pt>
              <c:pt idx="320">
                <c:v>1.8486033236919899</c:v>
              </c:pt>
              <c:pt idx="321">
                <c:v>1.8486033236919899</c:v>
              </c:pt>
              <c:pt idx="322">
                <c:v>1.8486033236919899</c:v>
              </c:pt>
              <c:pt idx="323">
                <c:v>1.8486033236919899</c:v>
              </c:pt>
            </c:numLit>
          </c:xVal>
          <c:yVal>
            <c:numLit>
              <c:formatCode>0.0</c:formatCode>
              <c:ptCount val="324"/>
              <c:pt idx="0">
                <c:v>0.7995948413183116</c:v>
              </c:pt>
              <c:pt idx="1">
                <c:v>0.7995948413183116</c:v>
              </c:pt>
              <c:pt idx="2">
                <c:v>0.7995948413183116</c:v>
              </c:pt>
              <c:pt idx="3">
                <c:v>0.7995948413183116</c:v>
              </c:pt>
              <c:pt idx="4">
                <c:v>0.7995948413183116</c:v>
              </c:pt>
              <c:pt idx="5">
                <c:v>0.7995948413183116</c:v>
              </c:pt>
              <c:pt idx="6">
                <c:v>0.7995948413183116</c:v>
              </c:pt>
              <c:pt idx="7">
                <c:v>0.7995948413183116</c:v>
              </c:pt>
              <c:pt idx="8">
                <c:v>0.7995948413183116</c:v>
              </c:pt>
              <c:pt idx="9">
                <c:v>0.7995948413183116</c:v>
              </c:pt>
              <c:pt idx="10">
                <c:v>0.7995948413183116</c:v>
              </c:pt>
              <c:pt idx="11">
                <c:v>0.7995948413183116</c:v>
              </c:pt>
              <c:pt idx="12">
                <c:v>0.7995948413183116</c:v>
              </c:pt>
              <c:pt idx="13">
                <c:v>0.7995948413183116</c:v>
              </c:pt>
              <c:pt idx="14">
                <c:v>0.7995948413183116</c:v>
              </c:pt>
              <c:pt idx="15">
                <c:v>0.7995948413183116</c:v>
              </c:pt>
              <c:pt idx="16">
                <c:v>0.7995948413183116</c:v>
              </c:pt>
              <c:pt idx="17">
                <c:v>0.7995948413183116</c:v>
              </c:pt>
              <c:pt idx="18">
                <c:v>0.7995948413183116</c:v>
              </c:pt>
              <c:pt idx="19">
                <c:v>0.7995948413183116</c:v>
              </c:pt>
              <c:pt idx="20">
                <c:v>0.7995948413183116</c:v>
              </c:pt>
              <c:pt idx="21">
                <c:v>0.7995948413183116</c:v>
              </c:pt>
              <c:pt idx="22">
                <c:v>0.7995948413183116</c:v>
              </c:pt>
              <c:pt idx="23">
                <c:v>0.7995948413183116</c:v>
              </c:pt>
              <c:pt idx="24">
                <c:v>0.7995948413183116</c:v>
              </c:pt>
              <c:pt idx="25">
                <c:v>0.7995948413183116</c:v>
              </c:pt>
              <c:pt idx="26">
                <c:v>0.7995948413183116</c:v>
              </c:pt>
              <c:pt idx="27">
                <c:v>0.7995948413183116</c:v>
              </c:pt>
              <c:pt idx="28">
                <c:v>0.7995948413183116</c:v>
              </c:pt>
              <c:pt idx="29">
                <c:v>0.7995948413183116</c:v>
              </c:pt>
              <c:pt idx="30">
                <c:v>0.7995948413183116</c:v>
              </c:pt>
              <c:pt idx="31">
                <c:v>0.7995948413183116</c:v>
              </c:pt>
              <c:pt idx="32">
                <c:v>0.7995948413183116</c:v>
              </c:pt>
              <c:pt idx="33">
                <c:v>0.7995948413183116</c:v>
              </c:pt>
              <c:pt idx="34">
                <c:v>0.7995948413183116</c:v>
              </c:pt>
              <c:pt idx="35">
                <c:v>0.7995948413183116</c:v>
              </c:pt>
              <c:pt idx="36">
                <c:v>0.7995948413183116</c:v>
              </c:pt>
              <c:pt idx="37">
                <c:v>0.7995948413183116</c:v>
              </c:pt>
              <c:pt idx="38">
                <c:v>0.7995948413183116</c:v>
              </c:pt>
              <c:pt idx="39">
                <c:v>0.7995948413183116</c:v>
              </c:pt>
              <c:pt idx="40">
                <c:v>0.7995948413183116</c:v>
              </c:pt>
              <c:pt idx="41">
                <c:v>0.7995948413183116</c:v>
              </c:pt>
              <c:pt idx="42">
                <c:v>0.7995948413183116</c:v>
              </c:pt>
              <c:pt idx="43">
                <c:v>0.7995948413183116</c:v>
              </c:pt>
              <c:pt idx="44">
                <c:v>0.7995948413183116</c:v>
              </c:pt>
              <c:pt idx="45">
                <c:v>0.7995948413183116</c:v>
              </c:pt>
              <c:pt idx="46">
                <c:v>0.7995948413183116</c:v>
              </c:pt>
              <c:pt idx="47">
                <c:v>0.7995948413183116</c:v>
              </c:pt>
              <c:pt idx="48">
                <c:v>0.7995948413183116</c:v>
              </c:pt>
              <c:pt idx="49">
                <c:v>0.7995948413183116</c:v>
              </c:pt>
              <c:pt idx="50">
                <c:v>0.7995948413183116</c:v>
              </c:pt>
              <c:pt idx="51">
                <c:v>0.7995948413183116</c:v>
              </c:pt>
              <c:pt idx="52">
                <c:v>0.7995948413183116</c:v>
              </c:pt>
              <c:pt idx="53">
                <c:v>0.7995948413183116</c:v>
              </c:pt>
              <c:pt idx="54">
                <c:v>0.7995948413183116</c:v>
              </c:pt>
              <c:pt idx="55">
                <c:v>0.7995948413183116</c:v>
              </c:pt>
              <c:pt idx="56">
                <c:v>0.7995948413183116</c:v>
              </c:pt>
              <c:pt idx="57">
                <c:v>0.7995948413183116</c:v>
              </c:pt>
              <c:pt idx="58">
                <c:v>0.7995948413183116</c:v>
              </c:pt>
              <c:pt idx="59">
                <c:v>0.7995948413183116</c:v>
              </c:pt>
              <c:pt idx="60">
                <c:v>0.7995948413183116</c:v>
              </c:pt>
              <c:pt idx="61">
                <c:v>0.7995948413183116</c:v>
              </c:pt>
              <c:pt idx="62">
                <c:v>0.7995948413183116</c:v>
              </c:pt>
              <c:pt idx="63">
                <c:v>0.7995948413183116</c:v>
              </c:pt>
              <c:pt idx="64">
                <c:v>0.7995948413183116</c:v>
              </c:pt>
              <c:pt idx="65">
                <c:v>0.7995948413183116</c:v>
              </c:pt>
              <c:pt idx="66">
                <c:v>0.7995948413183116</c:v>
              </c:pt>
              <c:pt idx="67">
                <c:v>0.7995948413183116</c:v>
              </c:pt>
              <c:pt idx="68">
                <c:v>0.7995948413183116</c:v>
              </c:pt>
              <c:pt idx="69">
                <c:v>0.7995948413183116</c:v>
              </c:pt>
              <c:pt idx="70">
                <c:v>0.7995948413183116</c:v>
              </c:pt>
              <c:pt idx="71">
                <c:v>0.7995948413183116</c:v>
              </c:pt>
              <c:pt idx="72">
                <c:v>0.7995948413183116</c:v>
              </c:pt>
              <c:pt idx="73">
                <c:v>0.7995948413183116</c:v>
              </c:pt>
              <c:pt idx="74">
                <c:v>0.7995948413183116</c:v>
              </c:pt>
              <c:pt idx="75">
                <c:v>0.7995948413183116</c:v>
              </c:pt>
              <c:pt idx="76">
                <c:v>0.7995948413183116</c:v>
              </c:pt>
              <c:pt idx="77">
                <c:v>0.7995948413183116</c:v>
              </c:pt>
              <c:pt idx="78">
                <c:v>0.7995948413183116</c:v>
              </c:pt>
              <c:pt idx="79">
                <c:v>0.7995948413183116</c:v>
              </c:pt>
              <c:pt idx="80">
                <c:v>0.7995948413183116</c:v>
              </c:pt>
              <c:pt idx="81">
                <c:v>0.7995948413183116</c:v>
              </c:pt>
              <c:pt idx="82">
                <c:v>0.7995948413183116</c:v>
              </c:pt>
              <c:pt idx="83">
                <c:v>0.7995948413183116</c:v>
              </c:pt>
              <c:pt idx="84">
                <c:v>0.7995948413183116</c:v>
              </c:pt>
              <c:pt idx="85">
                <c:v>0.7995948413183116</c:v>
              </c:pt>
              <c:pt idx="86">
                <c:v>0.7995948413183116</c:v>
              </c:pt>
              <c:pt idx="87">
                <c:v>0.7995948413183116</c:v>
              </c:pt>
              <c:pt idx="88">
                <c:v>0.7995948413183116</c:v>
              </c:pt>
              <c:pt idx="89">
                <c:v>0.7995948413183116</c:v>
              </c:pt>
              <c:pt idx="90">
                <c:v>0.7995948413183116</c:v>
              </c:pt>
              <c:pt idx="91">
                <c:v>0.7995948413183116</c:v>
              </c:pt>
              <c:pt idx="92">
                <c:v>0.7995948413183116</c:v>
              </c:pt>
              <c:pt idx="93">
                <c:v>0.7995948413183116</c:v>
              </c:pt>
              <c:pt idx="94">
                <c:v>0.7995948413183116</c:v>
              </c:pt>
              <c:pt idx="95">
                <c:v>0.7995948413183116</c:v>
              </c:pt>
              <c:pt idx="96">
                <c:v>0.7995948413183116</c:v>
              </c:pt>
              <c:pt idx="97">
                <c:v>0.7995948413183116</c:v>
              </c:pt>
              <c:pt idx="98">
                <c:v>0.7995948413183116</c:v>
              </c:pt>
              <c:pt idx="99">
                <c:v>0.7995948413183116</c:v>
              </c:pt>
              <c:pt idx="100">
                <c:v>0.7995948413183116</c:v>
              </c:pt>
              <c:pt idx="101">
                <c:v>0.7995948413183116</c:v>
              </c:pt>
              <c:pt idx="102">
                <c:v>0.7995948413183116</c:v>
              </c:pt>
              <c:pt idx="103">
                <c:v>0.7995948413183116</c:v>
              </c:pt>
              <c:pt idx="104">
                <c:v>0.7995948413183116</c:v>
              </c:pt>
              <c:pt idx="105">
                <c:v>0.7995948413183116</c:v>
              </c:pt>
              <c:pt idx="106">
                <c:v>0.7995948413183116</c:v>
              </c:pt>
              <c:pt idx="107">
                <c:v>0.7995948413183116</c:v>
              </c:pt>
              <c:pt idx="108">
                <c:v>0.7995948413183116</c:v>
              </c:pt>
              <c:pt idx="109">
                <c:v>0.7995948413183116</c:v>
              </c:pt>
              <c:pt idx="110">
                <c:v>0.7995948413183116</c:v>
              </c:pt>
              <c:pt idx="111">
                <c:v>0.7995948413183116</c:v>
              </c:pt>
              <c:pt idx="112">
                <c:v>0.7995948413183116</c:v>
              </c:pt>
              <c:pt idx="113">
                <c:v>0.7995948413183116</c:v>
              </c:pt>
              <c:pt idx="114">
                <c:v>0.7995948413183116</c:v>
              </c:pt>
              <c:pt idx="115">
                <c:v>0.7995948413183116</c:v>
              </c:pt>
              <c:pt idx="116">
                <c:v>0.7995948413183116</c:v>
              </c:pt>
              <c:pt idx="117">
                <c:v>0.7995948413183116</c:v>
              </c:pt>
              <c:pt idx="118">
                <c:v>0.7995948413183116</c:v>
              </c:pt>
              <c:pt idx="119">
                <c:v>0.7995948413183116</c:v>
              </c:pt>
              <c:pt idx="120">
                <c:v>0.7995948413183116</c:v>
              </c:pt>
              <c:pt idx="121">
                <c:v>0.7995948413183116</c:v>
              </c:pt>
              <c:pt idx="122">
                <c:v>0.7995948413183116</c:v>
              </c:pt>
              <c:pt idx="123">
                <c:v>0.7995948413183116</c:v>
              </c:pt>
              <c:pt idx="124">
                <c:v>0.7995948413183116</c:v>
              </c:pt>
              <c:pt idx="125">
                <c:v>0.7995948413183116</c:v>
              </c:pt>
              <c:pt idx="126">
                <c:v>0.7995948413183116</c:v>
              </c:pt>
              <c:pt idx="127">
                <c:v>0.7995948413183116</c:v>
              </c:pt>
              <c:pt idx="128">
                <c:v>0.7995948413183116</c:v>
              </c:pt>
              <c:pt idx="129">
                <c:v>0.7995948413183116</c:v>
              </c:pt>
              <c:pt idx="130">
                <c:v>0.7995948413183116</c:v>
              </c:pt>
              <c:pt idx="131">
                <c:v>0.7995948413183116</c:v>
              </c:pt>
              <c:pt idx="132">
                <c:v>0.7995948413183116</c:v>
              </c:pt>
              <c:pt idx="133">
                <c:v>0.7995948413183116</c:v>
              </c:pt>
              <c:pt idx="134">
                <c:v>0.7995948413183116</c:v>
              </c:pt>
              <c:pt idx="135">
                <c:v>0.7995948413183116</c:v>
              </c:pt>
              <c:pt idx="136">
                <c:v>0.7995948413183116</c:v>
              </c:pt>
              <c:pt idx="137">
                <c:v>0.7995948413183116</c:v>
              </c:pt>
              <c:pt idx="138">
                <c:v>0.7995948413183116</c:v>
              </c:pt>
              <c:pt idx="139">
                <c:v>0.7995948413183116</c:v>
              </c:pt>
              <c:pt idx="140">
                <c:v>0.7995948413183116</c:v>
              </c:pt>
              <c:pt idx="141">
                <c:v>0.7995948413183116</c:v>
              </c:pt>
              <c:pt idx="142">
                <c:v>0.7995948413183116</c:v>
              </c:pt>
              <c:pt idx="143">
                <c:v>0.7995948413183116</c:v>
              </c:pt>
              <c:pt idx="144">
                <c:v>0.7995948413183116</c:v>
              </c:pt>
              <c:pt idx="145">
                <c:v>0.7995948413183116</c:v>
              </c:pt>
              <c:pt idx="146">
                <c:v>0.7995948413183116</c:v>
              </c:pt>
              <c:pt idx="147">
                <c:v>0.7995948413183116</c:v>
              </c:pt>
              <c:pt idx="148">
                <c:v>0.7995948413183116</c:v>
              </c:pt>
              <c:pt idx="149">
                <c:v>0.7995948413183116</c:v>
              </c:pt>
              <c:pt idx="150">
                <c:v>0.7995948413183116</c:v>
              </c:pt>
              <c:pt idx="151">
                <c:v>0.7995948413183116</c:v>
              </c:pt>
              <c:pt idx="152">
                <c:v>0.7995948413183116</c:v>
              </c:pt>
              <c:pt idx="153">
                <c:v>0.7995948413183116</c:v>
              </c:pt>
              <c:pt idx="154">
                <c:v>0.7995948413183116</c:v>
              </c:pt>
              <c:pt idx="155">
                <c:v>0.7995948413183116</c:v>
              </c:pt>
              <c:pt idx="156">
                <c:v>0.7995948413183116</c:v>
              </c:pt>
              <c:pt idx="157">
                <c:v>0.7995948413183116</c:v>
              </c:pt>
              <c:pt idx="158">
                <c:v>0.7995948413183116</c:v>
              </c:pt>
              <c:pt idx="159">
                <c:v>0.7995948413183116</c:v>
              </c:pt>
              <c:pt idx="160">
                <c:v>0.7995948413183116</c:v>
              </c:pt>
              <c:pt idx="161">
                <c:v>0.7995948413183116</c:v>
              </c:pt>
              <c:pt idx="162">
                <c:v>0.7995948413183116</c:v>
              </c:pt>
              <c:pt idx="163">
                <c:v>0.7995948413183116</c:v>
              </c:pt>
              <c:pt idx="164">
                <c:v>0.7995948413183116</c:v>
              </c:pt>
              <c:pt idx="165">
                <c:v>0.7995948413183116</c:v>
              </c:pt>
              <c:pt idx="166">
                <c:v>0.7995948413183116</c:v>
              </c:pt>
              <c:pt idx="167">
                <c:v>0.7995948413183116</c:v>
              </c:pt>
              <c:pt idx="168">
                <c:v>0.7995948413183116</c:v>
              </c:pt>
              <c:pt idx="169">
                <c:v>0.7995948413183116</c:v>
              </c:pt>
              <c:pt idx="170">
                <c:v>0.7995948413183116</c:v>
              </c:pt>
              <c:pt idx="171">
                <c:v>0.7995948413183116</c:v>
              </c:pt>
              <c:pt idx="172">
                <c:v>0.7995948413183116</c:v>
              </c:pt>
              <c:pt idx="173">
                <c:v>0.7995948413183116</c:v>
              </c:pt>
              <c:pt idx="174">
                <c:v>0.7995948413183116</c:v>
              </c:pt>
              <c:pt idx="175">
                <c:v>0.7995948413183116</c:v>
              </c:pt>
              <c:pt idx="176">
                <c:v>0.7995948413183116</c:v>
              </c:pt>
              <c:pt idx="177">
                <c:v>0.7995948413183116</c:v>
              </c:pt>
              <c:pt idx="178">
                <c:v>0.7995948413183116</c:v>
              </c:pt>
              <c:pt idx="179">
                <c:v>0.7995948413183116</c:v>
              </c:pt>
              <c:pt idx="180">
                <c:v>0.7995948413183116</c:v>
              </c:pt>
              <c:pt idx="181">
                <c:v>0.7995948413183116</c:v>
              </c:pt>
              <c:pt idx="182">
                <c:v>0.7995948413183116</c:v>
              </c:pt>
              <c:pt idx="183">
                <c:v>0.7995948413183116</c:v>
              </c:pt>
              <c:pt idx="184">
                <c:v>0.7995948413183116</c:v>
              </c:pt>
              <c:pt idx="185">
                <c:v>0.7995948413183116</c:v>
              </c:pt>
              <c:pt idx="186">
                <c:v>0.7995948413183116</c:v>
              </c:pt>
              <c:pt idx="187">
                <c:v>0.7995948413183116</c:v>
              </c:pt>
              <c:pt idx="188">
                <c:v>0.7995948413183116</c:v>
              </c:pt>
              <c:pt idx="189">
                <c:v>0.7995948413183116</c:v>
              </c:pt>
              <c:pt idx="190">
                <c:v>0.7995948413183116</c:v>
              </c:pt>
              <c:pt idx="191">
                <c:v>0.7995948413183116</c:v>
              </c:pt>
              <c:pt idx="192">
                <c:v>0.7995948413183116</c:v>
              </c:pt>
              <c:pt idx="193">
                <c:v>0.7995948413183116</c:v>
              </c:pt>
              <c:pt idx="194">
                <c:v>0.7995948413183116</c:v>
              </c:pt>
              <c:pt idx="195">
                <c:v>0.7995948413183116</c:v>
              </c:pt>
              <c:pt idx="196">
                <c:v>0.7995948413183116</c:v>
              </c:pt>
              <c:pt idx="197">
                <c:v>0.7995948413183116</c:v>
              </c:pt>
              <c:pt idx="198">
                <c:v>0.7995948413183116</c:v>
              </c:pt>
              <c:pt idx="199">
                <c:v>0.7995948413183116</c:v>
              </c:pt>
              <c:pt idx="200">
                <c:v>0.7995948413183116</c:v>
              </c:pt>
              <c:pt idx="201">
                <c:v>0.7995948413183116</c:v>
              </c:pt>
              <c:pt idx="202">
                <c:v>0.7995948413183116</c:v>
              </c:pt>
              <c:pt idx="203">
                <c:v>0.7995948413183116</c:v>
              </c:pt>
              <c:pt idx="204">
                <c:v>0.7995948413183116</c:v>
              </c:pt>
              <c:pt idx="205">
                <c:v>0.7995948413183116</c:v>
              </c:pt>
              <c:pt idx="206">
                <c:v>0.7995948413183116</c:v>
              </c:pt>
              <c:pt idx="207">
                <c:v>0.7995948413183116</c:v>
              </c:pt>
              <c:pt idx="208">
                <c:v>0.7995948413183116</c:v>
              </c:pt>
              <c:pt idx="209">
                <c:v>0.7995948413183116</c:v>
              </c:pt>
              <c:pt idx="210">
                <c:v>0.7995948413183116</c:v>
              </c:pt>
              <c:pt idx="211">
                <c:v>0.7995948413183116</c:v>
              </c:pt>
              <c:pt idx="212">
                <c:v>0.7995948413183116</c:v>
              </c:pt>
              <c:pt idx="213">
                <c:v>0.7995948413183116</c:v>
              </c:pt>
              <c:pt idx="214">
                <c:v>0.7995948413183116</c:v>
              </c:pt>
              <c:pt idx="215">
                <c:v>0.7995948413183116</c:v>
              </c:pt>
              <c:pt idx="216">
                <c:v>0.7995948413183116</c:v>
              </c:pt>
              <c:pt idx="217">
                <c:v>0.7995948413183116</c:v>
              </c:pt>
              <c:pt idx="218">
                <c:v>0.7995948413183116</c:v>
              </c:pt>
              <c:pt idx="219">
                <c:v>0.7995948413183116</c:v>
              </c:pt>
              <c:pt idx="220">
                <c:v>0.7995948413183116</c:v>
              </c:pt>
              <c:pt idx="221">
                <c:v>0.7995948413183116</c:v>
              </c:pt>
              <c:pt idx="222">
                <c:v>0.7995948413183116</c:v>
              </c:pt>
              <c:pt idx="223">
                <c:v>0.7995948413183116</c:v>
              </c:pt>
              <c:pt idx="224">
                <c:v>0.7995948413183116</c:v>
              </c:pt>
              <c:pt idx="225">
                <c:v>0.7995948413183116</c:v>
              </c:pt>
              <c:pt idx="226">
                <c:v>0.7995948413183116</c:v>
              </c:pt>
              <c:pt idx="227">
                <c:v>0.7995948413183116</c:v>
              </c:pt>
              <c:pt idx="228">
                <c:v>0.7995948413183116</c:v>
              </c:pt>
              <c:pt idx="229">
                <c:v>0.7995948413183116</c:v>
              </c:pt>
              <c:pt idx="230">
                <c:v>0.7995948413183116</c:v>
              </c:pt>
              <c:pt idx="231">
                <c:v>0.7995948413183116</c:v>
              </c:pt>
              <c:pt idx="232">
                <c:v>0.7995948413183116</c:v>
              </c:pt>
              <c:pt idx="233">
                <c:v>0.7995948413183116</c:v>
              </c:pt>
              <c:pt idx="234">
                <c:v>0.7995948413183116</c:v>
              </c:pt>
              <c:pt idx="235">
                <c:v>0.7995948413183116</c:v>
              </c:pt>
              <c:pt idx="236">
                <c:v>0.7995948413183116</c:v>
              </c:pt>
              <c:pt idx="237">
                <c:v>0.7995948413183116</c:v>
              </c:pt>
              <c:pt idx="238">
                <c:v>0.7995948413183116</c:v>
              </c:pt>
              <c:pt idx="239">
                <c:v>0.7995948413183116</c:v>
              </c:pt>
              <c:pt idx="240">
                <c:v>0.7995948413183116</c:v>
              </c:pt>
              <c:pt idx="241">
                <c:v>0.7995948413183116</c:v>
              </c:pt>
              <c:pt idx="242">
                <c:v>0.7995948413183116</c:v>
              </c:pt>
              <c:pt idx="243">
                <c:v>0.7995948413183116</c:v>
              </c:pt>
              <c:pt idx="244">
                <c:v>0.7995948413183116</c:v>
              </c:pt>
              <c:pt idx="245">
                <c:v>0.7995948413183116</c:v>
              </c:pt>
              <c:pt idx="246">
                <c:v>0.7995948413183116</c:v>
              </c:pt>
              <c:pt idx="247">
                <c:v>0.7995948413183116</c:v>
              </c:pt>
              <c:pt idx="248">
                <c:v>0.7995948413183116</c:v>
              </c:pt>
              <c:pt idx="249">
                <c:v>0.7995948413183116</c:v>
              </c:pt>
              <c:pt idx="250">
                <c:v>0.7995948413183116</c:v>
              </c:pt>
              <c:pt idx="251">
                <c:v>0.7995948413183116</c:v>
              </c:pt>
              <c:pt idx="252">
                <c:v>0.7995948413183116</c:v>
              </c:pt>
              <c:pt idx="253">
                <c:v>0.7995948413183116</c:v>
              </c:pt>
              <c:pt idx="254">
                <c:v>0.7995948413183116</c:v>
              </c:pt>
              <c:pt idx="255">
                <c:v>0.7995948413183116</c:v>
              </c:pt>
              <c:pt idx="256">
                <c:v>0.7995948413183116</c:v>
              </c:pt>
              <c:pt idx="257">
                <c:v>0.7995948413183116</c:v>
              </c:pt>
              <c:pt idx="258">
                <c:v>0.7995948413183116</c:v>
              </c:pt>
              <c:pt idx="259">
                <c:v>0.7995948413183116</c:v>
              </c:pt>
              <c:pt idx="260">
                <c:v>0.7995948413183116</c:v>
              </c:pt>
              <c:pt idx="261">
                <c:v>0.7995948413183116</c:v>
              </c:pt>
              <c:pt idx="262">
                <c:v>0.7995948413183116</c:v>
              </c:pt>
              <c:pt idx="263">
                <c:v>0.7995948413183116</c:v>
              </c:pt>
              <c:pt idx="264">
                <c:v>0.7995948413183116</c:v>
              </c:pt>
              <c:pt idx="265">
                <c:v>0.7995948413183116</c:v>
              </c:pt>
              <c:pt idx="266">
                <c:v>0.7995948413183116</c:v>
              </c:pt>
              <c:pt idx="267">
                <c:v>0.7995948413183116</c:v>
              </c:pt>
              <c:pt idx="268">
                <c:v>0.7995948413183116</c:v>
              </c:pt>
              <c:pt idx="269">
                <c:v>0.7995948413183116</c:v>
              </c:pt>
              <c:pt idx="270">
                <c:v>0.7995948413183116</c:v>
              </c:pt>
              <c:pt idx="271">
                <c:v>0.7995948413183116</c:v>
              </c:pt>
              <c:pt idx="272">
                <c:v>0.7995948413183116</c:v>
              </c:pt>
              <c:pt idx="273">
                <c:v>0.7995948413183116</c:v>
              </c:pt>
              <c:pt idx="274">
                <c:v>0.7995948413183116</c:v>
              </c:pt>
              <c:pt idx="275">
                <c:v>0.7995948413183116</c:v>
              </c:pt>
              <c:pt idx="276">
                <c:v>0.7995948413183116</c:v>
              </c:pt>
              <c:pt idx="277">
                <c:v>0.7995948413183116</c:v>
              </c:pt>
              <c:pt idx="278">
                <c:v>0.7995948413183116</c:v>
              </c:pt>
              <c:pt idx="279">
                <c:v>0.7995948413183116</c:v>
              </c:pt>
              <c:pt idx="280">
                <c:v>0.7995948413183116</c:v>
              </c:pt>
              <c:pt idx="281">
                <c:v>0.7995948413183116</c:v>
              </c:pt>
              <c:pt idx="282">
                <c:v>0.7995948413183116</c:v>
              </c:pt>
              <c:pt idx="283">
                <c:v>0.7995948413183116</c:v>
              </c:pt>
              <c:pt idx="284">
                <c:v>0.7995948413183116</c:v>
              </c:pt>
              <c:pt idx="285">
                <c:v>0.7995948413183116</c:v>
              </c:pt>
              <c:pt idx="286">
                <c:v>0.7995948413183116</c:v>
              </c:pt>
              <c:pt idx="287">
                <c:v>0.7995948413183116</c:v>
              </c:pt>
              <c:pt idx="288">
                <c:v>0.7995948413183116</c:v>
              </c:pt>
              <c:pt idx="289">
                <c:v>0.7995948413183116</c:v>
              </c:pt>
              <c:pt idx="290">
                <c:v>0.7995948413183116</c:v>
              </c:pt>
              <c:pt idx="291">
                <c:v>0.7995948413183116</c:v>
              </c:pt>
              <c:pt idx="292">
                <c:v>0.7995948413183116</c:v>
              </c:pt>
              <c:pt idx="293">
                <c:v>0.7995948413183116</c:v>
              </c:pt>
              <c:pt idx="294">
                <c:v>0.7995948413183116</c:v>
              </c:pt>
              <c:pt idx="295">
                <c:v>0.7995948413183116</c:v>
              </c:pt>
              <c:pt idx="296">
                <c:v>0.7995948413183116</c:v>
              </c:pt>
              <c:pt idx="297">
                <c:v>0.7995948413183116</c:v>
              </c:pt>
              <c:pt idx="298">
                <c:v>0.7995948413183116</c:v>
              </c:pt>
              <c:pt idx="299">
                <c:v>0.7995948413183116</c:v>
              </c:pt>
              <c:pt idx="300">
                <c:v>0.7995948413183116</c:v>
              </c:pt>
              <c:pt idx="301">
                <c:v>0.7995948413183116</c:v>
              </c:pt>
              <c:pt idx="302">
                <c:v>0.7995948413183116</c:v>
              </c:pt>
              <c:pt idx="303">
                <c:v>0.7995948413183116</c:v>
              </c:pt>
              <c:pt idx="304">
                <c:v>0.7995948413183116</c:v>
              </c:pt>
              <c:pt idx="305">
                <c:v>0.7995948413183116</c:v>
              </c:pt>
              <c:pt idx="306">
                <c:v>0.7995948413183116</c:v>
              </c:pt>
              <c:pt idx="307">
                <c:v>0.7995948413183116</c:v>
              </c:pt>
              <c:pt idx="308">
                <c:v>0.7995948413183116</c:v>
              </c:pt>
              <c:pt idx="309">
                <c:v>0.7995948413183116</c:v>
              </c:pt>
              <c:pt idx="310">
                <c:v>0.7995948413183116</c:v>
              </c:pt>
              <c:pt idx="311">
                <c:v>0.7995948413183116</c:v>
              </c:pt>
              <c:pt idx="312">
                <c:v>0.7995948413183116</c:v>
              </c:pt>
              <c:pt idx="313">
                <c:v>0.7995948413183116</c:v>
              </c:pt>
              <c:pt idx="314">
                <c:v>0.7995948413183116</c:v>
              </c:pt>
              <c:pt idx="315">
                <c:v>0.7995948413183116</c:v>
              </c:pt>
              <c:pt idx="316">
                <c:v>0.7995948413183116</c:v>
              </c:pt>
              <c:pt idx="317">
                <c:v>0.7995948413183116</c:v>
              </c:pt>
              <c:pt idx="318">
                <c:v>0.7995948413183116</c:v>
              </c:pt>
              <c:pt idx="319">
                <c:v>0.7995948413183116</c:v>
              </c:pt>
              <c:pt idx="320">
                <c:v>0.7995948413183116</c:v>
              </c:pt>
              <c:pt idx="321">
                <c:v>0.7995948413183116</c:v>
              </c:pt>
              <c:pt idx="322">
                <c:v>0.7995948413183116</c:v>
              </c:pt>
              <c:pt idx="323">
                <c:v>0.7995948413183116</c:v>
              </c:pt>
            </c:numLit>
          </c:yVal>
          <c:smooth val="0"/>
        </c:ser>
        <c:ser>
          <c:idx val="12"/>
          <c:order val="12"/>
          <c:tx>
            <c:v>Implemented LCA filling</c:v>
          </c:tx>
          <c:spPr>
            <a:noFill xmlns:a="http://schemas.openxmlformats.org/drawingml/2006/main"/>
            <a:ln xmlns:a="http://schemas.openxmlformats.org/drawingml/2006/main" w="0">
              <a:noFill/>
              <a:prstDash val="solid"/>
            </a:ln>
          </c:spPr>
          <c:marker>
            <c:symbol val="circle"/>
            <c:size val="7"/>
            <c:spPr>
              <a:solidFill xmlns:a="http://schemas.openxmlformats.org/drawingml/2006/main">
                <a:srgbClr val="FFFFFF"/>
              </a:solidFill>
            </c:spPr>
          </c:marker>
          <c:xVal>
            <c:numLit>
              <c:formatCode>General</c:formatCode>
              <c:ptCount val="324"/>
              <c:pt idx="0">
                <c:v>33.58694481805558</c:v>
              </c:pt>
              <c:pt idx="1">
                <c:v>33.58694481805558</c:v>
              </c:pt>
              <c:pt idx="2">
                <c:v>33.58694481805558</c:v>
              </c:pt>
              <c:pt idx="3">
                <c:v>33.58694481805558</c:v>
              </c:pt>
              <c:pt idx="4">
                <c:v>33.58694481805558</c:v>
              </c:pt>
              <c:pt idx="5">
                <c:v>33.58694481805558</c:v>
              </c:pt>
              <c:pt idx="6">
                <c:v>33.58694481805558</c:v>
              </c:pt>
              <c:pt idx="7">
                <c:v>33.58694481805558</c:v>
              </c:pt>
              <c:pt idx="8">
                <c:v>33.58694481805558</c:v>
              </c:pt>
              <c:pt idx="9">
                <c:v>33.58694481805558</c:v>
              </c:pt>
              <c:pt idx="10">
                <c:v>33.58694481805558</c:v>
              </c:pt>
              <c:pt idx="11">
                <c:v>33.58694481805558</c:v>
              </c:pt>
              <c:pt idx="12">
                <c:v>33.58694481805558</c:v>
              </c:pt>
              <c:pt idx="13">
                <c:v>33.58694481805558</c:v>
              </c:pt>
              <c:pt idx="14">
                <c:v>33.58694481805558</c:v>
              </c:pt>
              <c:pt idx="15">
                <c:v>33.58694481805558</c:v>
              </c:pt>
              <c:pt idx="16">
                <c:v>33.58694481805558</c:v>
              </c:pt>
              <c:pt idx="17">
                <c:v>33.58694481805558</c:v>
              </c:pt>
              <c:pt idx="18">
                <c:v>33.58694481805558</c:v>
              </c:pt>
              <c:pt idx="19">
                <c:v>33.58694481805558</c:v>
              </c:pt>
              <c:pt idx="20">
                <c:v>33.58694481805558</c:v>
              </c:pt>
              <c:pt idx="21">
                <c:v>33.58694481805558</c:v>
              </c:pt>
              <c:pt idx="22">
                <c:v>33.58694481805558</c:v>
              </c:pt>
              <c:pt idx="23">
                <c:v>33.58694481805558</c:v>
              </c:pt>
              <c:pt idx="24">
                <c:v>33.58694481805558</c:v>
              </c:pt>
              <c:pt idx="25">
                <c:v>33.58694481805558</c:v>
              </c:pt>
              <c:pt idx="26">
                <c:v>33.58694481805558</c:v>
              </c:pt>
              <c:pt idx="27">
                <c:v>33.58694481805558</c:v>
              </c:pt>
              <c:pt idx="28">
                <c:v>33.58694481805558</c:v>
              </c:pt>
              <c:pt idx="29">
                <c:v>33.58694481805558</c:v>
              </c:pt>
              <c:pt idx="30">
                <c:v>33.58694481805558</c:v>
              </c:pt>
              <c:pt idx="31">
                <c:v>33.58694481805558</c:v>
              </c:pt>
              <c:pt idx="32">
                <c:v>33.58694481805558</c:v>
              </c:pt>
              <c:pt idx="33">
                <c:v>33.58694481805558</c:v>
              </c:pt>
              <c:pt idx="34">
                <c:v>33.58694481805558</c:v>
              </c:pt>
              <c:pt idx="35">
                <c:v>33.58694481805558</c:v>
              </c:pt>
              <c:pt idx="36">
                <c:v>33.58694481805558</c:v>
              </c:pt>
              <c:pt idx="37">
                <c:v>33.58694481805558</c:v>
              </c:pt>
              <c:pt idx="38">
                <c:v>33.58694481805558</c:v>
              </c:pt>
              <c:pt idx="39">
                <c:v>33.58694481805558</c:v>
              </c:pt>
              <c:pt idx="40">
                <c:v>33.58694481805558</c:v>
              </c:pt>
              <c:pt idx="41">
                <c:v>33.58694481805558</c:v>
              </c:pt>
              <c:pt idx="42">
                <c:v>33.58694481805558</c:v>
              </c:pt>
              <c:pt idx="43">
                <c:v>33.58694481805558</c:v>
              </c:pt>
              <c:pt idx="44">
                <c:v>33.58694481805558</c:v>
              </c:pt>
              <c:pt idx="45">
                <c:v>33.58694481805558</c:v>
              </c:pt>
              <c:pt idx="46">
                <c:v>33.58694481805558</c:v>
              </c:pt>
              <c:pt idx="47">
                <c:v>33.58694481805558</c:v>
              </c:pt>
              <c:pt idx="48">
                <c:v>33.58694481805558</c:v>
              </c:pt>
              <c:pt idx="49">
                <c:v>33.58694481805558</c:v>
              </c:pt>
              <c:pt idx="50">
                <c:v>33.58694481805558</c:v>
              </c:pt>
              <c:pt idx="51">
                <c:v>33.58694481805558</c:v>
              </c:pt>
              <c:pt idx="52">
                <c:v>33.58694481805558</c:v>
              </c:pt>
              <c:pt idx="53">
                <c:v>33.58694481805558</c:v>
              </c:pt>
              <c:pt idx="54">
                <c:v>33.58694481805558</c:v>
              </c:pt>
              <c:pt idx="55">
                <c:v>33.58694481805558</c:v>
              </c:pt>
              <c:pt idx="56">
                <c:v>33.58694481805558</c:v>
              </c:pt>
              <c:pt idx="57">
                <c:v>33.58694481805558</c:v>
              </c:pt>
              <c:pt idx="58">
                <c:v>33.58694481805558</c:v>
              </c:pt>
              <c:pt idx="59">
                <c:v>33.58694481805558</c:v>
              </c:pt>
              <c:pt idx="60">
                <c:v>33.58694481805558</c:v>
              </c:pt>
              <c:pt idx="61">
                <c:v>33.58694481805558</c:v>
              </c:pt>
              <c:pt idx="62">
                <c:v>33.58694481805558</c:v>
              </c:pt>
              <c:pt idx="63">
                <c:v>33.58694481805558</c:v>
              </c:pt>
              <c:pt idx="64">
                <c:v>33.58694481805558</c:v>
              </c:pt>
              <c:pt idx="65">
                <c:v>33.58694481805558</c:v>
              </c:pt>
              <c:pt idx="66">
                <c:v>33.58694481805558</c:v>
              </c:pt>
              <c:pt idx="67">
                <c:v>33.58694481805558</c:v>
              </c:pt>
              <c:pt idx="68">
                <c:v>33.58694481805558</c:v>
              </c:pt>
              <c:pt idx="69">
                <c:v>33.58694481805558</c:v>
              </c:pt>
              <c:pt idx="70">
                <c:v>33.58694481805558</c:v>
              </c:pt>
              <c:pt idx="71">
                <c:v>33.58694481805558</c:v>
              </c:pt>
              <c:pt idx="72">
                <c:v>33.58694481805558</c:v>
              </c:pt>
              <c:pt idx="73">
                <c:v>33.58694481805558</c:v>
              </c:pt>
              <c:pt idx="74">
                <c:v>33.58694481805558</c:v>
              </c:pt>
              <c:pt idx="75">
                <c:v>33.58694481805558</c:v>
              </c:pt>
              <c:pt idx="76">
                <c:v>33.58694481805558</c:v>
              </c:pt>
              <c:pt idx="77">
                <c:v>33.58694481805558</c:v>
              </c:pt>
              <c:pt idx="78">
                <c:v>33.58694481805558</c:v>
              </c:pt>
              <c:pt idx="79">
                <c:v>33.58694481805558</c:v>
              </c:pt>
              <c:pt idx="80">
                <c:v>33.58694481805558</c:v>
              </c:pt>
              <c:pt idx="81">
                <c:v>33.58694481805558</c:v>
              </c:pt>
              <c:pt idx="82">
                <c:v>33.58694481805558</c:v>
              </c:pt>
              <c:pt idx="83">
                <c:v>33.58694481805558</c:v>
              </c:pt>
              <c:pt idx="84">
                <c:v>33.58694481805558</c:v>
              </c:pt>
              <c:pt idx="85">
                <c:v>33.58694481805558</c:v>
              </c:pt>
              <c:pt idx="86">
                <c:v>33.58694481805558</c:v>
              </c:pt>
              <c:pt idx="87">
                <c:v>33.58694481805558</c:v>
              </c:pt>
              <c:pt idx="88">
                <c:v>33.58694481805558</c:v>
              </c:pt>
              <c:pt idx="89">
                <c:v>33.58694481805558</c:v>
              </c:pt>
              <c:pt idx="90">
                <c:v>33.58694481805558</c:v>
              </c:pt>
              <c:pt idx="91">
                <c:v>33.58694481805558</c:v>
              </c:pt>
              <c:pt idx="92">
                <c:v>33.58694481805558</c:v>
              </c:pt>
              <c:pt idx="93">
                <c:v>33.58694481805558</c:v>
              </c:pt>
              <c:pt idx="94">
                <c:v>33.58694481805558</c:v>
              </c:pt>
              <c:pt idx="95">
                <c:v>33.58694481805558</c:v>
              </c:pt>
              <c:pt idx="96">
                <c:v>33.58694481805558</c:v>
              </c:pt>
              <c:pt idx="97">
                <c:v>33.58694481805558</c:v>
              </c:pt>
              <c:pt idx="98">
                <c:v>33.58694481805558</c:v>
              </c:pt>
              <c:pt idx="99">
                <c:v>33.58694481805558</c:v>
              </c:pt>
              <c:pt idx="100">
                <c:v>33.58694481805558</c:v>
              </c:pt>
              <c:pt idx="101">
                <c:v>33.58694481805558</c:v>
              </c:pt>
              <c:pt idx="102">
                <c:v>33.58694481805558</c:v>
              </c:pt>
              <c:pt idx="103">
                <c:v>33.58694481805558</c:v>
              </c:pt>
              <c:pt idx="104">
                <c:v>33.58694481805558</c:v>
              </c:pt>
              <c:pt idx="105">
                <c:v>33.58694481805558</c:v>
              </c:pt>
              <c:pt idx="106">
                <c:v>33.58694481805558</c:v>
              </c:pt>
              <c:pt idx="107">
                <c:v>33.58694481805558</c:v>
              </c:pt>
              <c:pt idx="108">
                <c:v>33.58694481805558</c:v>
              </c:pt>
              <c:pt idx="109">
                <c:v>33.58694481805558</c:v>
              </c:pt>
              <c:pt idx="110">
                <c:v>33.58694481805558</c:v>
              </c:pt>
              <c:pt idx="111">
                <c:v>33.58694481805558</c:v>
              </c:pt>
              <c:pt idx="112">
                <c:v>33.58694481805558</c:v>
              </c:pt>
              <c:pt idx="113">
                <c:v>33.58694481805558</c:v>
              </c:pt>
              <c:pt idx="114">
                <c:v>33.58694481805558</c:v>
              </c:pt>
              <c:pt idx="115">
                <c:v>33.58694481805558</c:v>
              </c:pt>
              <c:pt idx="116">
                <c:v>33.58694481805558</c:v>
              </c:pt>
              <c:pt idx="117">
                <c:v>33.58694481805558</c:v>
              </c:pt>
              <c:pt idx="118">
                <c:v>33.58694481805558</c:v>
              </c:pt>
              <c:pt idx="119">
                <c:v>33.58694481805558</c:v>
              </c:pt>
              <c:pt idx="120">
                <c:v>33.58694481805558</c:v>
              </c:pt>
              <c:pt idx="121">
                <c:v>33.58694481805558</c:v>
              </c:pt>
              <c:pt idx="122">
                <c:v>33.58694481805558</c:v>
              </c:pt>
              <c:pt idx="123">
                <c:v>33.58694481805558</c:v>
              </c:pt>
              <c:pt idx="124">
                <c:v>33.58694481805558</c:v>
              </c:pt>
              <c:pt idx="125">
                <c:v>33.58694481805558</c:v>
              </c:pt>
              <c:pt idx="126">
                <c:v>33.58694481805558</c:v>
              </c:pt>
              <c:pt idx="127">
                <c:v>33.58694481805558</c:v>
              </c:pt>
              <c:pt idx="128">
                <c:v>33.58694481805558</c:v>
              </c:pt>
              <c:pt idx="129">
                <c:v>33.58694481805558</c:v>
              </c:pt>
              <c:pt idx="130">
                <c:v>33.58694481805558</c:v>
              </c:pt>
              <c:pt idx="131">
                <c:v>33.58694481805558</c:v>
              </c:pt>
              <c:pt idx="132">
                <c:v>33.58694481805558</c:v>
              </c:pt>
              <c:pt idx="133">
                <c:v>33.58694481805558</c:v>
              </c:pt>
              <c:pt idx="134">
                <c:v>33.58694481805558</c:v>
              </c:pt>
              <c:pt idx="135">
                <c:v>33.58694481805558</c:v>
              </c:pt>
              <c:pt idx="136">
                <c:v>33.58694481805558</c:v>
              </c:pt>
              <c:pt idx="137">
                <c:v>33.58694481805558</c:v>
              </c:pt>
              <c:pt idx="138">
                <c:v>33.58694481805558</c:v>
              </c:pt>
              <c:pt idx="139">
                <c:v>33.58694481805558</c:v>
              </c:pt>
              <c:pt idx="140">
                <c:v>33.58694481805558</c:v>
              </c:pt>
              <c:pt idx="141">
                <c:v>33.58694481805558</c:v>
              </c:pt>
              <c:pt idx="142">
                <c:v>33.58694481805558</c:v>
              </c:pt>
              <c:pt idx="143">
                <c:v>33.58694481805558</c:v>
              </c:pt>
              <c:pt idx="144">
                <c:v>33.58694481805558</c:v>
              </c:pt>
              <c:pt idx="145">
                <c:v>33.58694481805558</c:v>
              </c:pt>
              <c:pt idx="146">
                <c:v>33.58694481805558</c:v>
              </c:pt>
              <c:pt idx="147">
                <c:v>33.58694481805558</c:v>
              </c:pt>
              <c:pt idx="148">
                <c:v>33.58694481805558</c:v>
              </c:pt>
              <c:pt idx="149">
                <c:v>33.58694481805558</c:v>
              </c:pt>
              <c:pt idx="150">
                <c:v>33.58694481805558</c:v>
              </c:pt>
              <c:pt idx="151">
                <c:v>33.58694481805558</c:v>
              </c:pt>
              <c:pt idx="152">
                <c:v>33.58694481805558</c:v>
              </c:pt>
              <c:pt idx="153">
                <c:v>33.58694481805558</c:v>
              </c:pt>
              <c:pt idx="154">
                <c:v>33.58694481805558</c:v>
              </c:pt>
              <c:pt idx="155">
                <c:v>33.58694481805558</c:v>
              </c:pt>
              <c:pt idx="156">
                <c:v>33.58694481805558</c:v>
              </c:pt>
              <c:pt idx="157">
                <c:v>33.58694481805558</c:v>
              </c:pt>
              <c:pt idx="158">
                <c:v>33.58694481805558</c:v>
              </c:pt>
              <c:pt idx="159">
                <c:v>33.58694481805558</c:v>
              </c:pt>
              <c:pt idx="160">
                <c:v>33.58694481805558</c:v>
              </c:pt>
              <c:pt idx="161">
                <c:v>33.58694481805558</c:v>
              </c:pt>
              <c:pt idx="162">
                <c:v>33.58694481805558</c:v>
              </c:pt>
              <c:pt idx="163">
                <c:v>33.58694481805558</c:v>
              </c:pt>
              <c:pt idx="164">
                <c:v>33.58694481805558</c:v>
              </c:pt>
              <c:pt idx="165">
                <c:v>33.58694481805558</c:v>
              </c:pt>
              <c:pt idx="166">
                <c:v>33.58694481805558</c:v>
              </c:pt>
              <c:pt idx="167">
                <c:v>33.58694481805558</c:v>
              </c:pt>
              <c:pt idx="168">
                <c:v>33.58694481805558</c:v>
              </c:pt>
              <c:pt idx="169">
                <c:v>33.58694481805558</c:v>
              </c:pt>
              <c:pt idx="170">
                <c:v>33.58694481805558</c:v>
              </c:pt>
              <c:pt idx="171">
                <c:v>33.58694481805558</c:v>
              </c:pt>
              <c:pt idx="172">
                <c:v>33.58694481805558</c:v>
              </c:pt>
              <c:pt idx="173">
                <c:v>33.58694481805558</c:v>
              </c:pt>
              <c:pt idx="174">
                <c:v>33.58694481805558</c:v>
              </c:pt>
              <c:pt idx="175">
                <c:v>33.58694481805558</c:v>
              </c:pt>
              <c:pt idx="176">
                <c:v>33.58694481805558</c:v>
              </c:pt>
              <c:pt idx="177">
                <c:v>33.58694481805558</c:v>
              </c:pt>
              <c:pt idx="178">
                <c:v>33.58694481805558</c:v>
              </c:pt>
              <c:pt idx="179">
                <c:v>33.58694481805558</c:v>
              </c:pt>
              <c:pt idx="180">
                <c:v>33.58694481805558</c:v>
              </c:pt>
              <c:pt idx="181">
                <c:v>33.58694481805558</c:v>
              </c:pt>
              <c:pt idx="182">
                <c:v>33.58694481805558</c:v>
              </c:pt>
              <c:pt idx="183">
                <c:v>33.58694481805558</c:v>
              </c:pt>
              <c:pt idx="184">
                <c:v>33.58694481805558</c:v>
              </c:pt>
              <c:pt idx="185">
                <c:v>33.58694481805558</c:v>
              </c:pt>
              <c:pt idx="186">
                <c:v>33.58694481805558</c:v>
              </c:pt>
              <c:pt idx="187">
                <c:v>33.58694481805558</c:v>
              </c:pt>
              <c:pt idx="188">
                <c:v>33.58694481805558</c:v>
              </c:pt>
              <c:pt idx="189">
                <c:v>33.58694481805558</c:v>
              </c:pt>
              <c:pt idx="190">
                <c:v>33.58694481805558</c:v>
              </c:pt>
              <c:pt idx="191">
                <c:v>33.58694481805558</c:v>
              </c:pt>
              <c:pt idx="192">
                <c:v>33.58694481805558</c:v>
              </c:pt>
              <c:pt idx="193">
                <c:v>33.58694481805558</c:v>
              </c:pt>
              <c:pt idx="194">
                <c:v>33.58694481805558</c:v>
              </c:pt>
              <c:pt idx="195">
                <c:v>33.58694481805558</c:v>
              </c:pt>
              <c:pt idx="196">
                <c:v>33.58694481805558</c:v>
              </c:pt>
              <c:pt idx="197">
                <c:v>33.58694481805558</c:v>
              </c:pt>
              <c:pt idx="198">
                <c:v>33.58694481805558</c:v>
              </c:pt>
              <c:pt idx="199">
                <c:v>33.58694481805558</c:v>
              </c:pt>
              <c:pt idx="200">
                <c:v>33.58694481805558</c:v>
              </c:pt>
              <c:pt idx="201">
                <c:v>33.58694481805558</c:v>
              </c:pt>
              <c:pt idx="202">
                <c:v>33.58694481805558</c:v>
              </c:pt>
              <c:pt idx="203">
                <c:v>33.58694481805558</c:v>
              </c:pt>
              <c:pt idx="204">
                <c:v>33.58694481805558</c:v>
              </c:pt>
              <c:pt idx="205">
                <c:v>33.58694481805558</c:v>
              </c:pt>
              <c:pt idx="206">
                <c:v>33.58694481805558</c:v>
              </c:pt>
              <c:pt idx="207">
                <c:v>33.58694481805558</c:v>
              </c:pt>
              <c:pt idx="208">
                <c:v>33.58694481805558</c:v>
              </c:pt>
              <c:pt idx="209">
                <c:v>33.58694481805558</c:v>
              </c:pt>
              <c:pt idx="210">
                <c:v>33.58694481805558</c:v>
              </c:pt>
              <c:pt idx="211">
                <c:v>33.58694481805558</c:v>
              </c:pt>
              <c:pt idx="212">
                <c:v>33.58694481805558</c:v>
              </c:pt>
              <c:pt idx="213">
                <c:v>33.58694481805558</c:v>
              </c:pt>
              <c:pt idx="214">
                <c:v>33.58694481805558</c:v>
              </c:pt>
              <c:pt idx="215">
                <c:v>33.58694481805558</c:v>
              </c:pt>
              <c:pt idx="216">
                <c:v>33.58694481805558</c:v>
              </c:pt>
              <c:pt idx="217">
                <c:v>33.58694481805558</c:v>
              </c:pt>
              <c:pt idx="218">
                <c:v>33.58694481805558</c:v>
              </c:pt>
              <c:pt idx="219">
                <c:v>33.58694481805558</c:v>
              </c:pt>
              <c:pt idx="220">
                <c:v>33.58694481805558</c:v>
              </c:pt>
              <c:pt idx="221">
                <c:v>33.58694481805558</c:v>
              </c:pt>
              <c:pt idx="222">
                <c:v>33.58694481805558</c:v>
              </c:pt>
              <c:pt idx="223">
                <c:v>33.58694481805558</c:v>
              </c:pt>
              <c:pt idx="224">
                <c:v>33.58694481805558</c:v>
              </c:pt>
              <c:pt idx="225">
                <c:v>33.58694481805558</c:v>
              </c:pt>
              <c:pt idx="226">
                <c:v>33.58694481805558</c:v>
              </c:pt>
              <c:pt idx="227">
                <c:v>33.58694481805558</c:v>
              </c:pt>
              <c:pt idx="228">
                <c:v>33.58694481805558</c:v>
              </c:pt>
              <c:pt idx="229">
                <c:v>33.58694481805558</c:v>
              </c:pt>
              <c:pt idx="230">
                <c:v>33.58694481805558</c:v>
              </c:pt>
              <c:pt idx="231">
                <c:v>33.58694481805558</c:v>
              </c:pt>
              <c:pt idx="232">
                <c:v>33.58694481805558</c:v>
              </c:pt>
              <c:pt idx="233">
                <c:v>33.58694481805558</c:v>
              </c:pt>
              <c:pt idx="234">
                <c:v>33.58694481805558</c:v>
              </c:pt>
              <c:pt idx="235">
                <c:v>33.58694481805558</c:v>
              </c:pt>
              <c:pt idx="236">
                <c:v>33.58694481805558</c:v>
              </c:pt>
              <c:pt idx="237">
                <c:v>33.58694481805558</c:v>
              </c:pt>
              <c:pt idx="238">
                <c:v>33.58694481805558</c:v>
              </c:pt>
              <c:pt idx="239">
                <c:v>33.58694481805558</c:v>
              </c:pt>
              <c:pt idx="240">
                <c:v>33.58694481805558</c:v>
              </c:pt>
              <c:pt idx="241">
                <c:v>33.58694481805558</c:v>
              </c:pt>
              <c:pt idx="242">
                <c:v>33.58694481805558</c:v>
              </c:pt>
              <c:pt idx="243">
                <c:v>33.58694481805558</c:v>
              </c:pt>
              <c:pt idx="244">
                <c:v>33.58694481805558</c:v>
              </c:pt>
              <c:pt idx="245">
                <c:v>33.58694481805558</c:v>
              </c:pt>
              <c:pt idx="246">
                <c:v>33.58694481805558</c:v>
              </c:pt>
              <c:pt idx="247">
                <c:v>33.58694481805558</c:v>
              </c:pt>
              <c:pt idx="248">
                <c:v>33.58694481805558</c:v>
              </c:pt>
              <c:pt idx="249">
                <c:v>33.58694481805558</c:v>
              </c:pt>
              <c:pt idx="250">
                <c:v>33.58694481805558</c:v>
              </c:pt>
              <c:pt idx="251">
                <c:v>33.58694481805558</c:v>
              </c:pt>
              <c:pt idx="252">
                <c:v>33.58694481805558</c:v>
              </c:pt>
              <c:pt idx="253">
                <c:v>33.58694481805558</c:v>
              </c:pt>
              <c:pt idx="254">
                <c:v>33.58694481805558</c:v>
              </c:pt>
              <c:pt idx="255">
                <c:v>33.58694481805558</c:v>
              </c:pt>
              <c:pt idx="256">
                <c:v>33.58694481805558</c:v>
              </c:pt>
              <c:pt idx="257">
                <c:v>33.58694481805558</c:v>
              </c:pt>
              <c:pt idx="258">
                <c:v>33.58694481805558</c:v>
              </c:pt>
              <c:pt idx="259">
                <c:v>33.58694481805558</c:v>
              </c:pt>
              <c:pt idx="260">
                <c:v>33.58694481805558</c:v>
              </c:pt>
              <c:pt idx="261">
                <c:v>33.58694481805558</c:v>
              </c:pt>
              <c:pt idx="262">
                <c:v>33.58694481805558</c:v>
              </c:pt>
              <c:pt idx="263">
                <c:v>33.58694481805558</c:v>
              </c:pt>
              <c:pt idx="264">
                <c:v>33.58694481805558</c:v>
              </c:pt>
              <c:pt idx="265">
                <c:v>33.58694481805558</c:v>
              </c:pt>
              <c:pt idx="266">
                <c:v>33.58694481805558</c:v>
              </c:pt>
              <c:pt idx="267">
                <c:v>33.58694481805558</c:v>
              </c:pt>
              <c:pt idx="268">
                <c:v>33.58694481805558</c:v>
              </c:pt>
              <c:pt idx="269">
                <c:v>33.58694481805558</c:v>
              </c:pt>
              <c:pt idx="270">
                <c:v>33.58694481805558</c:v>
              </c:pt>
              <c:pt idx="271">
                <c:v>33.58694481805558</c:v>
              </c:pt>
              <c:pt idx="272">
                <c:v>33.58694481805558</c:v>
              </c:pt>
              <c:pt idx="273">
                <c:v>33.58694481805558</c:v>
              </c:pt>
              <c:pt idx="274">
                <c:v>33.58694481805558</c:v>
              </c:pt>
              <c:pt idx="275">
                <c:v>33.58694481805558</c:v>
              </c:pt>
              <c:pt idx="276">
                <c:v>33.58694481805558</c:v>
              </c:pt>
              <c:pt idx="277">
                <c:v>33.58694481805558</c:v>
              </c:pt>
              <c:pt idx="278">
                <c:v>33.58694481805558</c:v>
              </c:pt>
              <c:pt idx="279">
                <c:v>33.58694481805558</c:v>
              </c:pt>
              <c:pt idx="280">
                <c:v>33.58694481805558</c:v>
              </c:pt>
              <c:pt idx="281">
                <c:v>33.58694481805558</c:v>
              </c:pt>
              <c:pt idx="282">
                <c:v>33.58694481805558</c:v>
              </c:pt>
              <c:pt idx="283">
                <c:v>33.58694481805558</c:v>
              </c:pt>
              <c:pt idx="284">
                <c:v>33.58694481805558</c:v>
              </c:pt>
              <c:pt idx="285">
                <c:v>33.58694481805558</c:v>
              </c:pt>
              <c:pt idx="286">
                <c:v>33.58694481805558</c:v>
              </c:pt>
              <c:pt idx="287">
                <c:v>33.58694481805558</c:v>
              </c:pt>
              <c:pt idx="288">
                <c:v>33.58694481805558</c:v>
              </c:pt>
              <c:pt idx="289">
                <c:v>33.58694481805558</c:v>
              </c:pt>
              <c:pt idx="290">
                <c:v>33.58694481805558</c:v>
              </c:pt>
              <c:pt idx="291">
                <c:v>33.58694481805558</c:v>
              </c:pt>
              <c:pt idx="292">
                <c:v>33.58694481805558</c:v>
              </c:pt>
              <c:pt idx="293">
                <c:v>33.58694481805558</c:v>
              </c:pt>
              <c:pt idx="294">
                <c:v>33.58694481805558</c:v>
              </c:pt>
              <c:pt idx="295">
                <c:v>33.58694481805558</c:v>
              </c:pt>
              <c:pt idx="296">
                <c:v>33.58694481805558</c:v>
              </c:pt>
              <c:pt idx="297">
                <c:v>33.58694481805558</c:v>
              </c:pt>
              <c:pt idx="298">
                <c:v>33.58694481805558</c:v>
              </c:pt>
              <c:pt idx="299">
                <c:v>33.58694481805558</c:v>
              </c:pt>
              <c:pt idx="300">
                <c:v>33.58694481805558</c:v>
              </c:pt>
              <c:pt idx="301">
                <c:v>33.58694481805558</c:v>
              </c:pt>
              <c:pt idx="302">
                <c:v>33.58694481805558</c:v>
              </c:pt>
              <c:pt idx="303">
                <c:v>33.58694481805558</c:v>
              </c:pt>
              <c:pt idx="304">
                <c:v>33.58694481805558</c:v>
              </c:pt>
              <c:pt idx="305">
                <c:v>33.58694481805558</c:v>
              </c:pt>
              <c:pt idx="306">
                <c:v>33.58694481805558</c:v>
              </c:pt>
              <c:pt idx="307">
                <c:v>33.58694481805558</c:v>
              </c:pt>
              <c:pt idx="308">
                <c:v>33.58694481805558</c:v>
              </c:pt>
              <c:pt idx="309">
                <c:v>33.58694481805558</c:v>
              </c:pt>
              <c:pt idx="310">
                <c:v>33.58694481805558</c:v>
              </c:pt>
              <c:pt idx="311">
                <c:v>33.58694481805558</c:v>
              </c:pt>
              <c:pt idx="312">
                <c:v>33.58694481805558</c:v>
              </c:pt>
              <c:pt idx="313">
                <c:v>33.58694481805558</c:v>
              </c:pt>
              <c:pt idx="314">
                <c:v>33.58694481805558</c:v>
              </c:pt>
              <c:pt idx="315">
                <c:v>33.58694481805558</c:v>
              </c:pt>
              <c:pt idx="316">
                <c:v>33.58694481805558</c:v>
              </c:pt>
              <c:pt idx="317">
                <c:v>33.58694481805558</c:v>
              </c:pt>
              <c:pt idx="318">
                <c:v>33.58694481805558</c:v>
              </c:pt>
              <c:pt idx="319">
                <c:v>33.58694481805558</c:v>
              </c:pt>
              <c:pt idx="320">
                <c:v>33.58694481805558</c:v>
              </c:pt>
              <c:pt idx="321">
                <c:v>33.58694481805558</c:v>
              </c:pt>
              <c:pt idx="322">
                <c:v>33.58694481805558</c:v>
              </c:pt>
              <c:pt idx="323">
                <c:v>33.58694481805558</c:v>
              </c:pt>
            </c:numLit>
          </c:xVal>
          <c:yVal>
            <c:numLit>
              <c:formatCode>0.0</c:formatCode>
              <c:ptCount val="324"/>
              <c:pt idx="0">
                <c:v>0.018409778284908234</c:v>
              </c:pt>
              <c:pt idx="1">
                <c:v>0.018409778284908234</c:v>
              </c:pt>
              <c:pt idx="2">
                <c:v>0.018409778284908234</c:v>
              </c:pt>
              <c:pt idx="3">
                <c:v>0.018409778284908234</c:v>
              </c:pt>
              <c:pt idx="4">
                <c:v>0.018409778284908234</c:v>
              </c:pt>
              <c:pt idx="5">
                <c:v>0.018409778284908234</c:v>
              </c:pt>
              <c:pt idx="6">
                <c:v>0.018409778284908234</c:v>
              </c:pt>
              <c:pt idx="7">
                <c:v>0.018409778284908234</c:v>
              </c:pt>
              <c:pt idx="8">
                <c:v>0.018409778284908234</c:v>
              </c:pt>
              <c:pt idx="9">
                <c:v>0.018409778284908234</c:v>
              </c:pt>
              <c:pt idx="10">
                <c:v>0.018409778284908234</c:v>
              </c:pt>
              <c:pt idx="11">
                <c:v>0.018409778284908234</c:v>
              </c:pt>
              <c:pt idx="12">
                <c:v>0.018409778284908234</c:v>
              </c:pt>
              <c:pt idx="13">
                <c:v>0.018409778284908234</c:v>
              </c:pt>
              <c:pt idx="14">
                <c:v>0.018409778284908234</c:v>
              </c:pt>
              <c:pt idx="15">
                <c:v>0.018409778284908234</c:v>
              </c:pt>
              <c:pt idx="16">
                <c:v>0.018409778284908234</c:v>
              </c:pt>
              <c:pt idx="17">
                <c:v>0.018409778284908234</c:v>
              </c:pt>
              <c:pt idx="18">
                <c:v>0.018409778284908234</c:v>
              </c:pt>
              <c:pt idx="19">
                <c:v>0.018409778284908234</c:v>
              </c:pt>
              <c:pt idx="20">
                <c:v>0.018409778284908234</c:v>
              </c:pt>
              <c:pt idx="21">
                <c:v>0.018409778284908234</c:v>
              </c:pt>
              <c:pt idx="22">
                <c:v>0.018409778284908234</c:v>
              </c:pt>
              <c:pt idx="23">
                <c:v>0.018409778284908234</c:v>
              </c:pt>
              <c:pt idx="24">
                <c:v>0.018409778284908234</c:v>
              </c:pt>
              <c:pt idx="25">
                <c:v>0.018409778284908234</c:v>
              </c:pt>
              <c:pt idx="26">
                <c:v>0.018409778284908234</c:v>
              </c:pt>
              <c:pt idx="27">
                <c:v>0.018409778284908234</c:v>
              </c:pt>
              <c:pt idx="28">
                <c:v>0.018409778284908234</c:v>
              </c:pt>
              <c:pt idx="29">
                <c:v>0.018409778284908234</c:v>
              </c:pt>
              <c:pt idx="30">
                <c:v>0.018409778284908234</c:v>
              </c:pt>
              <c:pt idx="31">
                <c:v>0.018409778284908234</c:v>
              </c:pt>
              <c:pt idx="32">
                <c:v>0.018409778284908234</c:v>
              </c:pt>
              <c:pt idx="33">
                <c:v>0.018409778284908234</c:v>
              </c:pt>
              <c:pt idx="34">
                <c:v>0.018409778284908234</c:v>
              </c:pt>
              <c:pt idx="35">
                <c:v>0.018409778284908234</c:v>
              </c:pt>
              <c:pt idx="36">
                <c:v>0.018409778284908234</c:v>
              </c:pt>
              <c:pt idx="37">
                <c:v>0.018409778284908234</c:v>
              </c:pt>
              <c:pt idx="38">
                <c:v>0.018409778284908234</c:v>
              </c:pt>
              <c:pt idx="39">
                <c:v>0.018409778284908234</c:v>
              </c:pt>
              <c:pt idx="40">
                <c:v>0.018409778284908234</c:v>
              </c:pt>
              <c:pt idx="41">
                <c:v>0.018409778284908234</c:v>
              </c:pt>
              <c:pt idx="42">
                <c:v>0.018409778284908234</c:v>
              </c:pt>
              <c:pt idx="43">
                <c:v>0.018409778284908234</c:v>
              </c:pt>
              <c:pt idx="44">
                <c:v>0.018409778284908234</c:v>
              </c:pt>
              <c:pt idx="45">
                <c:v>0.018409778284908234</c:v>
              </c:pt>
              <c:pt idx="46">
                <c:v>0.018409778284908234</c:v>
              </c:pt>
              <c:pt idx="47">
                <c:v>0.018409778284908234</c:v>
              </c:pt>
              <c:pt idx="48">
                <c:v>0.018409778284908234</c:v>
              </c:pt>
              <c:pt idx="49">
                <c:v>0.018409778284908234</c:v>
              </c:pt>
              <c:pt idx="50">
                <c:v>0.018409778284908234</c:v>
              </c:pt>
              <c:pt idx="51">
                <c:v>0.018409778284908234</c:v>
              </c:pt>
              <c:pt idx="52">
                <c:v>0.018409778284908234</c:v>
              </c:pt>
              <c:pt idx="53">
                <c:v>0.018409778284908234</c:v>
              </c:pt>
              <c:pt idx="54">
                <c:v>0.018409778284908234</c:v>
              </c:pt>
              <c:pt idx="55">
                <c:v>0.018409778284908234</c:v>
              </c:pt>
              <c:pt idx="56">
                <c:v>0.018409778284908234</c:v>
              </c:pt>
              <c:pt idx="57">
                <c:v>0.018409778284908234</c:v>
              </c:pt>
              <c:pt idx="58">
                <c:v>0.018409778284908234</c:v>
              </c:pt>
              <c:pt idx="59">
                <c:v>0.018409778284908234</c:v>
              </c:pt>
              <c:pt idx="60">
                <c:v>0.018409778284908234</c:v>
              </c:pt>
              <c:pt idx="61">
                <c:v>0.018409778284908234</c:v>
              </c:pt>
              <c:pt idx="62">
                <c:v>0.018409778284908234</c:v>
              </c:pt>
              <c:pt idx="63">
                <c:v>0.018409778284908234</c:v>
              </c:pt>
              <c:pt idx="64">
                <c:v>0.018409778284908234</c:v>
              </c:pt>
              <c:pt idx="65">
                <c:v>0.018409778284908234</c:v>
              </c:pt>
              <c:pt idx="66">
                <c:v>0.018409778284908234</c:v>
              </c:pt>
              <c:pt idx="67">
                <c:v>0.018409778284908234</c:v>
              </c:pt>
              <c:pt idx="68">
                <c:v>0.018409778284908234</c:v>
              </c:pt>
              <c:pt idx="69">
                <c:v>0.018409778284908234</c:v>
              </c:pt>
              <c:pt idx="70">
                <c:v>0.018409778284908234</c:v>
              </c:pt>
              <c:pt idx="71">
                <c:v>0.018409778284908234</c:v>
              </c:pt>
              <c:pt idx="72">
                <c:v>0.018409778284908234</c:v>
              </c:pt>
              <c:pt idx="73">
                <c:v>0.018409778284908234</c:v>
              </c:pt>
              <c:pt idx="74">
                <c:v>0.018409778284908234</c:v>
              </c:pt>
              <c:pt idx="75">
                <c:v>0.018409778284908234</c:v>
              </c:pt>
              <c:pt idx="76">
                <c:v>0.018409778284908234</c:v>
              </c:pt>
              <c:pt idx="77">
                <c:v>0.018409778284908234</c:v>
              </c:pt>
              <c:pt idx="78">
                <c:v>0.018409778284908234</c:v>
              </c:pt>
              <c:pt idx="79">
                <c:v>0.018409778284908234</c:v>
              </c:pt>
              <c:pt idx="80">
                <c:v>0.018409778284908234</c:v>
              </c:pt>
              <c:pt idx="81">
                <c:v>0.018409778284908234</c:v>
              </c:pt>
              <c:pt idx="82">
                <c:v>0.018409778284908234</c:v>
              </c:pt>
              <c:pt idx="83">
                <c:v>0.018409778284908234</c:v>
              </c:pt>
              <c:pt idx="84">
                <c:v>0.018409778284908234</c:v>
              </c:pt>
              <c:pt idx="85">
                <c:v>0.018409778284908234</c:v>
              </c:pt>
              <c:pt idx="86">
                <c:v>0.018409778284908234</c:v>
              </c:pt>
              <c:pt idx="87">
                <c:v>0.018409778284908234</c:v>
              </c:pt>
              <c:pt idx="88">
                <c:v>0.018409778284908234</c:v>
              </c:pt>
              <c:pt idx="89">
                <c:v>0.018409778284908234</c:v>
              </c:pt>
              <c:pt idx="90">
                <c:v>0.018409778284908234</c:v>
              </c:pt>
              <c:pt idx="91">
                <c:v>0.018409778284908234</c:v>
              </c:pt>
              <c:pt idx="92">
                <c:v>0.018409778284908234</c:v>
              </c:pt>
              <c:pt idx="93">
                <c:v>0.018409778284908234</c:v>
              </c:pt>
              <c:pt idx="94">
                <c:v>0.018409778284908234</c:v>
              </c:pt>
              <c:pt idx="95">
                <c:v>0.018409778284908234</c:v>
              </c:pt>
              <c:pt idx="96">
                <c:v>0.018409778284908234</c:v>
              </c:pt>
              <c:pt idx="97">
                <c:v>0.018409778284908234</c:v>
              </c:pt>
              <c:pt idx="98">
                <c:v>0.018409778284908234</c:v>
              </c:pt>
              <c:pt idx="99">
                <c:v>0.018409778284908234</c:v>
              </c:pt>
              <c:pt idx="100">
                <c:v>0.018409778284908234</c:v>
              </c:pt>
              <c:pt idx="101">
                <c:v>0.018409778284908234</c:v>
              </c:pt>
              <c:pt idx="102">
                <c:v>0.018409778284908234</c:v>
              </c:pt>
              <c:pt idx="103">
                <c:v>0.018409778284908234</c:v>
              </c:pt>
              <c:pt idx="104">
                <c:v>0.018409778284908234</c:v>
              </c:pt>
              <c:pt idx="105">
                <c:v>0.018409778284908234</c:v>
              </c:pt>
              <c:pt idx="106">
                <c:v>0.018409778284908234</c:v>
              </c:pt>
              <c:pt idx="107">
                <c:v>0.018409778284908234</c:v>
              </c:pt>
              <c:pt idx="108">
                <c:v>0.018409778284908234</c:v>
              </c:pt>
              <c:pt idx="109">
                <c:v>0.018409778284908234</c:v>
              </c:pt>
              <c:pt idx="110">
                <c:v>0.018409778284908234</c:v>
              </c:pt>
              <c:pt idx="111">
                <c:v>0.018409778284908234</c:v>
              </c:pt>
              <c:pt idx="112">
                <c:v>0.018409778284908234</c:v>
              </c:pt>
              <c:pt idx="113">
                <c:v>0.018409778284908234</c:v>
              </c:pt>
              <c:pt idx="114">
                <c:v>0.018409778284908234</c:v>
              </c:pt>
              <c:pt idx="115">
                <c:v>0.018409778284908234</c:v>
              </c:pt>
              <c:pt idx="116">
                <c:v>0.018409778284908234</c:v>
              </c:pt>
              <c:pt idx="117">
                <c:v>0.018409778284908234</c:v>
              </c:pt>
              <c:pt idx="118">
                <c:v>0.018409778284908234</c:v>
              </c:pt>
              <c:pt idx="119">
                <c:v>0.018409778284908234</c:v>
              </c:pt>
              <c:pt idx="120">
                <c:v>0.018409778284908234</c:v>
              </c:pt>
              <c:pt idx="121">
                <c:v>0.018409778284908234</c:v>
              </c:pt>
              <c:pt idx="122">
                <c:v>0.018409778284908234</c:v>
              </c:pt>
              <c:pt idx="123">
                <c:v>0.018409778284908234</c:v>
              </c:pt>
              <c:pt idx="124">
                <c:v>0.018409778284908234</c:v>
              </c:pt>
              <c:pt idx="125">
                <c:v>0.018409778284908234</c:v>
              </c:pt>
              <c:pt idx="126">
                <c:v>0.018409778284908234</c:v>
              </c:pt>
              <c:pt idx="127">
                <c:v>0.018409778284908234</c:v>
              </c:pt>
              <c:pt idx="128">
                <c:v>0.018409778284908234</c:v>
              </c:pt>
              <c:pt idx="129">
                <c:v>0.018409778284908234</c:v>
              </c:pt>
              <c:pt idx="130">
                <c:v>0.018409778284908234</c:v>
              </c:pt>
              <c:pt idx="131">
                <c:v>0.018409778284908234</c:v>
              </c:pt>
              <c:pt idx="132">
                <c:v>0.018409778284908234</c:v>
              </c:pt>
              <c:pt idx="133">
                <c:v>0.018409778284908234</c:v>
              </c:pt>
              <c:pt idx="134">
                <c:v>0.018409778284908234</c:v>
              </c:pt>
              <c:pt idx="135">
                <c:v>0.018409778284908234</c:v>
              </c:pt>
              <c:pt idx="136">
                <c:v>0.018409778284908234</c:v>
              </c:pt>
              <c:pt idx="137">
                <c:v>0.018409778284908234</c:v>
              </c:pt>
              <c:pt idx="138">
                <c:v>0.018409778284908234</c:v>
              </c:pt>
              <c:pt idx="139">
                <c:v>0.018409778284908234</c:v>
              </c:pt>
              <c:pt idx="140">
                <c:v>0.018409778284908234</c:v>
              </c:pt>
              <c:pt idx="141">
                <c:v>0.018409778284908234</c:v>
              </c:pt>
              <c:pt idx="142">
                <c:v>0.018409778284908234</c:v>
              </c:pt>
              <c:pt idx="143">
                <c:v>0.018409778284908234</c:v>
              </c:pt>
              <c:pt idx="144">
                <c:v>0.018409778284908234</c:v>
              </c:pt>
              <c:pt idx="145">
                <c:v>0.018409778284908234</c:v>
              </c:pt>
              <c:pt idx="146">
                <c:v>0.018409778284908234</c:v>
              </c:pt>
              <c:pt idx="147">
                <c:v>0.018409778284908234</c:v>
              </c:pt>
              <c:pt idx="148">
                <c:v>0.018409778284908234</c:v>
              </c:pt>
              <c:pt idx="149">
                <c:v>0.018409778284908234</c:v>
              </c:pt>
              <c:pt idx="150">
                <c:v>0.018409778284908234</c:v>
              </c:pt>
              <c:pt idx="151">
                <c:v>0.018409778284908234</c:v>
              </c:pt>
              <c:pt idx="152">
                <c:v>0.018409778284908234</c:v>
              </c:pt>
              <c:pt idx="153">
                <c:v>0.018409778284908234</c:v>
              </c:pt>
              <c:pt idx="154">
                <c:v>0.018409778284908234</c:v>
              </c:pt>
              <c:pt idx="155">
                <c:v>0.018409778284908234</c:v>
              </c:pt>
              <c:pt idx="156">
                <c:v>0.018409778284908234</c:v>
              </c:pt>
              <c:pt idx="157">
                <c:v>0.018409778284908234</c:v>
              </c:pt>
              <c:pt idx="158">
                <c:v>0.018409778284908234</c:v>
              </c:pt>
              <c:pt idx="159">
                <c:v>0.018409778284908234</c:v>
              </c:pt>
              <c:pt idx="160">
                <c:v>0.018409778284908234</c:v>
              </c:pt>
              <c:pt idx="161">
                <c:v>0.018409778284908234</c:v>
              </c:pt>
              <c:pt idx="162">
                <c:v>0.018409778284908234</c:v>
              </c:pt>
              <c:pt idx="163">
                <c:v>0.018409778284908234</c:v>
              </c:pt>
              <c:pt idx="164">
                <c:v>0.018409778284908234</c:v>
              </c:pt>
              <c:pt idx="165">
                <c:v>0.018409778284908234</c:v>
              </c:pt>
              <c:pt idx="166">
                <c:v>0.018409778284908234</c:v>
              </c:pt>
              <c:pt idx="167">
                <c:v>0.018409778284908234</c:v>
              </c:pt>
              <c:pt idx="168">
                <c:v>0.018409778284908234</c:v>
              </c:pt>
              <c:pt idx="169">
                <c:v>0.018409778284908234</c:v>
              </c:pt>
              <c:pt idx="170">
                <c:v>0.018409778284908234</c:v>
              </c:pt>
              <c:pt idx="171">
                <c:v>0.018409778284908234</c:v>
              </c:pt>
              <c:pt idx="172">
                <c:v>0.018409778284908234</c:v>
              </c:pt>
              <c:pt idx="173">
                <c:v>0.018409778284908234</c:v>
              </c:pt>
              <c:pt idx="174">
                <c:v>0.018409778284908234</c:v>
              </c:pt>
              <c:pt idx="175">
                <c:v>0.018409778284908234</c:v>
              </c:pt>
              <c:pt idx="176">
                <c:v>0.018409778284908234</c:v>
              </c:pt>
              <c:pt idx="177">
                <c:v>0.018409778284908234</c:v>
              </c:pt>
              <c:pt idx="178">
                <c:v>0.018409778284908234</c:v>
              </c:pt>
              <c:pt idx="179">
                <c:v>0.018409778284908234</c:v>
              </c:pt>
              <c:pt idx="180">
                <c:v>0.018409778284908234</c:v>
              </c:pt>
              <c:pt idx="181">
                <c:v>0.018409778284908234</c:v>
              </c:pt>
              <c:pt idx="182">
                <c:v>0.018409778284908234</c:v>
              </c:pt>
              <c:pt idx="183">
                <c:v>0.018409778284908234</c:v>
              </c:pt>
              <c:pt idx="184">
                <c:v>0.018409778284908234</c:v>
              </c:pt>
              <c:pt idx="185">
                <c:v>0.018409778284908234</c:v>
              </c:pt>
              <c:pt idx="186">
                <c:v>0.018409778284908234</c:v>
              </c:pt>
              <c:pt idx="187">
                <c:v>0.018409778284908234</c:v>
              </c:pt>
              <c:pt idx="188">
                <c:v>0.018409778284908234</c:v>
              </c:pt>
              <c:pt idx="189">
                <c:v>0.018409778284908234</c:v>
              </c:pt>
              <c:pt idx="190">
                <c:v>0.018409778284908234</c:v>
              </c:pt>
              <c:pt idx="191">
                <c:v>0.018409778284908234</c:v>
              </c:pt>
              <c:pt idx="192">
                <c:v>0.018409778284908234</c:v>
              </c:pt>
              <c:pt idx="193">
                <c:v>0.018409778284908234</c:v>
              </c:pt>
              <c:pt idx="194">
                <c:v>0.018409778284908234</c:v>
              </c:pt>
              <c:pt idx="195">
                <c:v>0.018409778284908234</c:v>
              </c:pt>
              <c:pt idx="196">
                <c:v>0.018409778284908234</c:v>
              </c:pt>
              <c:pt idx="197">
                <c:v>0.018409778284908234</c:v>
              </c:pt>
              <c:pt idx="198">
                <c:v>0.018409778284908234</c:v>
              </c:pt>
              <c:pt idx="199">
                <c:v>0.018409778284908234</c:v>
              </c:pt>
              <c:pt idx="200">
                <c:v>0.018409778284908234</c:v>
              </c:pt>
              <c:pt idx="201">
                <c:v>0.018409778284908234</c:v>
              </c:pt>
              <c:pt idx="202">
                <c:v>0.018409778284908234</c:v>
              </c:pt>
              <c:pt idx="203">
                <c:v>0.018409778284908234</c:v>
              </c:pt>
              <c:pt idx="204">
                <c:v>0.018409778284908234</c:v>
              </c:pt>
              <c:pt idx="205">
                <c:v>0.018409778284908234</c:v>
              </c:pt>
              <c:pt idx="206">
                <c:v>0.018409778284908234</c:v>
              </c:pt>
              <c:pt idx="207">
                <c:v>0.018409778284908234</c:v>
              </c:pt>
              <c:pt idx="208">
                <c:v>0.018409778284908234</c:v>
              </c:pt>
              <c:pt idx="209">
                <c:v>0.018409778284908234</c:v>
              </c:pt>
              <c:pt idx="210">
                <c:v>0.018409778284908234</c:v>
              </c:pt>
              <c:pt idx="211">
                <c:v>0.018409778284908234</c:v>
              </c:pt>
              <c:pt idx="212">
                <c:v>0.018409778284908234</c:v>
              </c:pt>
              <c:pt idx="213">
                <c:v>0.018409778284908234</c:v>
              </c:pt>
              <c:pt idx="214">
                <c:v>0.018409778284908234</c:v>
              </c:pt>
              <c:pt idx="215">
                <c:v>0.018409778284908234</c:v>
              </c:pt>
              <c:pt idx="216">
                <c:v>0.018409778284908234</c:v>
              </c:pt>
              <c:pt idx="217">
                <c:v>0.018409778284908234</c:v>
              </c:pt>
              <c:pt idx="218">
                <c:v>0.018409778284908234</c:v>
              </c:pt>
              <c:pt idx="219">
                <c:v>0.018409778284908234</c:v>
              </c:pt>
              <c:pt idx="220">
                <c:v>0.018409778284908234</c:v>
              </c:pt>
              <c:pt idx="221">
                <c:v>0.018409778284908234</c:v>
              </c:pt>
              <c:pt idx="222">
                <c:v>0.018409778284908234</c:v>
              </c:pt>
              <c:pt idx="223">
                <c:v>0.018409778284908234</c:v>
              </c:pt>
              <c:pt idx="224">
                <c:v>0.018409778284908234</c:v>
              </c:pt>
              <c:pt idx="225">
                <c:v>0.018409778284908234</c:v>
              </c:pt>
              <c:pt idx="226">
                <c:v>0.018409778284908234</c:v>
              </c:pt>
              <c:pt idx="227">
                <c:v>0.018409778284908234</c:v>
              </c:pt>
              <c:pt idx="228">
                <c:v>0.018409778284908234</c:v>
              </c:pt>
              <c:pt idx="229">
                <c:v>0.018409778284908234</c:v>
              </c:pt>
              <c:pt idx="230">
                <c:v>0.018409778284908234</c:v>
              </c:pt>
              <c:pt idx="231">
                <c:v>0.018409778284908234</c:v>
              </c:pt>
              <c:pt idx="232">
                <c:v>0.018409778284908234</c:v>
              </c:pt>
              <c:pt idx="233">
                <c:v>0.018409778284908234</c:v>
              </c:pt>
              <c:pt idx="234">
                <c:v>0.018409778284908234</c:v>
              </c:pt>
              <c:pt idx="235">
                <c:v>0.018409778284908234</c:v>
              </c:pt>
              <c:pt idx="236">
                <c:v>0.018409778284908234</c:v>
              </c:pt>
              <c:pt idx="237">
                <c:v>0.018409778284908234</c:v>
              </c:pt>
              <c:pt idx="238">
                <c:v>0.018409778284908234</c:v>
              </c:pt>
              <c:pt idx="239">
                <c:v>0.018409778284908234</c:v>
              </c:pt>
              <c:pt idx="240">
                <c:v>0.018409778284908234</c:v>
              </c:pt>
              <c:pt idx="241">
                <c:v>0.018409778284908234</c:v>
              </c:pt>
              <c:pt idx="242">
                <c:v>0.018409778284908234</c:v>
              </c:pt>
              <c:pt idx="243">
                <c:v>0.018409778284908234</c:v>
              </c:pt>
              <c:pt idx="244">
                <c:v>0.018409778284908234</c:v>
              </c:pt>
              <c:pt idx="245">
                <c:v>0.018409778284908234</c:v>
              </c:pt>
              <c:pt idx="246">
                <c:v>0.018409778284908234</c:v>
              </c:pt>
              <c:pt idx="247">
                <c:v>0.018409778284908234</c:v>
              </c:pt>
              <c:pt idx="248">
                <c:v>0.018409778284908234</c:v>
              </c:pt>
              <c:pt idx="249">
                <c:v>0.018409778284908234</c:v>
              </c:pt>
              <c:pt idx="250">
                <c:v>0.018409778284908234</c:v>
              </c:pt>
              <c:pt idx="251">
                <c:v>0.018409778284908234</c:v>
              </c:pt>
              <c:pt idx="252">
                <c:v>0.018409778284908234</c:v>
              </c:pt>
              <c:pt idx="253">
                <c:v>0.018409778284908234</c:v>
              </c:pt>
              <c:pt idx="254">
                <c:v>0.018409778284908234</c:v>
              </c:pt>
              <c:pt idx="255">
                <c:v>0.018409778284908234</c:v>
              </c:pt>
              <c:pt idx="256">
                <c:v>0.018409778284908234</c:v>
              </c:pt>
              <c:pt idx="257">
                <c:v>0.018409778284908234</c:v>
              </c:pt>
              <c:pt idx="258">
                <c:v>0.018409778284908234</c:v>
              </c:pt>
              <c:pt idx="259">
                <c:v>0.018409778284908234</c:v>
              </c:pt>
              <c:pt idx="260">
                <c:v>0.018409778284908234</c:v>
              </c:pt>
              <c:pt idx="261">
                <c:v>0.018409778284908234</c:v>
              </c:pt>
              <c:pt idx="262">
                <c:v>0.018409778284908234</c:v>
              </c:pt>
              <c:pt idx="263">
                <c:v>0.018409778284908234</c:v>
              </c:pt>
              <c:pt idx="264">
                <c:v>0.018409778284908234</c:v>
              </c:pt>
              <c:pt idx="265">
                <c:v>0.018409778284908234</c:v>
              </c:pt>
              <c:pt idx="266">
                <c:v>0.018409778284908234</c:v>
              </c:pt>
              <c:pt idx="267">
                <c:v>0.018409778284908234</c:v>
              </c:pt>
              <c:pt idx="268">
                <c:v>0.018409778284908234</c:v>
              </c:pt>
              <c:pt idx="269">
                <c:v>0.018409778284908234</c:v>
              </c:pt>
              <c:pt idx="270">
                <c:v>0.018409778284908234</c:v>
              </c:pt>
              <c:pt idx="271">
                <c:v>0.018409778284908234</c:v>
              </c:pt>
              <c:pt idx="272">
                <c:v>0.018409778284908234</c:v>
              </c:pt>
              <c:pt idx="273">
                <c:v>0.018409778284908234</c:v>
              </c:pt>
              <c:pt idx="274">
                <c:v>0.018409778284908234</c:v>
              </c:pt>
              <c:pt idx="275">
                <c:v>0.018409778284908234</c:v>
              </c:pt>
              <c:pt idx="276">
                <c:v>0.018409778284908234</c:v>
              </c:pt>
              <c:pt idx="277">
                <c:v>0.018409778284908234</c:v>
              </c:pt>
              <c:pt idx="278">
                <c:v>0.018409778284908234</c:v>
              </c:pt>
              <c:pt idx="279">
                <c:v>0.018409778284908234</c:v>
              </c:pt>
              <c:pt idx="280">
                <c:v>0.018409778284908234</c:v>
              </c:pt>
              <c:pt idx="281">
                <c:v>0.018409778284908234</c:v>
              </c:pt>
              <c:pt idx="282">
                <c:v>0.018409778284908234</c:v>
              </c:pt>
              <c:pt idx="283">
                <c:v>0.018409778284908234</c:v>
              </c:pt>
              <c:pt idx="284">
                <c:v>0.018409778284908234</c:v>
              </c:pt>
              <c:pt idx="285">
                <c:v>0.018409778284908234</c:v>
              </c:pt>
              <c:pt idx="286">
                <c:v>0.018409778284908234</c:v>
              </c:pt>
              <c:pt idx="287">
                <c:v>0.018409778284908234</c:v>
              </c:pt>
              <c:pt idx="288">
                <c:v>0.018409778284908234</c:v>
              </c:pt>
              <c:pt idx="289">
                <c:v>0.018409778284908234</c:v>
              </c:pt>
              <c:pt idx="290">
                <c:v>0.018409778284908234</c:v>
              </c:pt>
              <c:pt idx="291">
                <c:v>0.018409778284908234</c:v>
              </c:pt>
              <c:pt idx="292">
                <c:v>0.018409778284908234</c:v>
              </c:pt>
              <c:pt idx="293">
                <c:v>0.018409778284908234</c:v>
              </c:pt>
              <c:pt idx="294">
                <c:v>0.018409778284908234</c:v>
              </c:pt>
              <c:pt idx="295">
                <c:v>0.018409778284908234</c:v>
              </c:pt>
              <c:pt idx="296">
                <c:v>0.018409778284908234</c:v>
              </c:pt>
              <c:pt idx="297">
                <c:v>0.018409778284908234</c:v>
              </c:pt>
              <c:pt idx="298">
                <c:v>0.018409778284908234</c:v>
              </c:pt>
              <c:pt idx="299">
                <c:v>0.018409778284908234</c:v>
              </c:pt>
              <c:pt idx="300">
                <c:v>0.018409778284908234</c:v>
              </c:pt>
              <c:pt idx="301">
                <c:v>0.018409778284908234</c:v>
              </c:pt>
              <c:pt idx="302">
                <c:v>0.018409778284908234</c:v>
              </c:pt>
              <c:pt idx="303">
                <c:v>0.018409778284908234</c:v>
              </c:pt>
              <c:pt idx="304">
                <c:v>0.018409778284908234</c:v>
              </c:pt>
              <c:pt idx="305">
                <c:v>0.018409778284908234</c:v>
              </c:pt>
              <c:pt idx="306">
                <c:v>0.018409778284908234</c:v>
              </c:pt>
              <c:pt idx="307">
                <c:v>0.018409778284908234</c:v>
              </c:pt>
              <c:pt idx="308">
                <c:v>0.018409778284908234</c:v>
              </c:pt>
              <c:pt idx="309">
                <c:v>0.018409778284908234</c:v>
              </c:pt>
              <c:pt idx="310">
                <c:v>0.018409778284908234</c:v>
              </c:pt>
              <c:pt idx="311">
                <c:v>0.018409778284908234</c:v>
              </c:pt>
              <c:pt idx="312">
                <c:v>0.018409778284908234</c:v>
              </c:pt>
              <c:pt idx="313">
                <c:v>0.018409778284908234</c:v>
              </c:pt>
              <c:pt idx="314">
                <c:v>0.018409778284908234</c:v>
              </c:pt>
              <c:pt idx="315">
                <c:v>0.018409778284908234</c:v>
              </c:pt>
              <c:pt idx="316">
                <c:v>0.018409778284908234</c:v>
              </c:pt>
              <c:pt idx="317">
                <c:v>0.018409778284908234</c:v>
              </c:pt>
              <c:pt idx="318">
                <c:v>0.018409778284908234</c:v>
              </c:pt>
              <c:pt idx="319">
                <c:v>0.018409778284908234</c:v>
              </c:pt>
              <c:pt idx="320">
                <c:v>0.018409778284908234</c:v>
              </c:pt>
              <c:pt idx="321">
                <c:v>0.018409778284908234</c:v>
              </c:pt>
              <c:pt idx="322">
                <c:v>0.018409778284908234</c:v>
              </c:pt>
              <c:pt idx="323">
                <c:v>0.018409778284908234</c:v>
              </c:pt>
            </c:numLit>
          </c:yVal>
          <c:smooth val="0"/>
        </c:ser>
        <c:ser>
          <c:idx val="13"/>
          <c:order val="13"/>
          <c:tx>
            <c:v>Implemented LCA filling</c:v>
          </c:tx>
          <c:spPr>
            <a:noFill xmlns:a="http://schemas.openxmlformats.org/drawingml/2006/main"/>
            <a:ln xmlns:a="http://schemas.openxmlformats.org/drawingml/2006/main" w="0">
              <a:noFill/>
              <a:prstDash val="solid"/>
            </a:ln>
          </c:spPr>
          <c:marker>
            <c:symbol val="circle"/>
            <c:size val="7"/>
            <c:spPr>
              <a:solidFill xmlns:a="http://schemas.openxmlformats.org/drawingml/2006/main">
                <a:srgbClr val="FFFFFF"/>
              </a:solidFill>
            </c:spPr>
          </c:marker>
          <c:xVal>
            <c:numLit>
              <c:formatCode>General</c:formatCode>
              <c:ptCount val="324"/>
              <c:pt idx="0">
                <c:v>33.58694481805558</c:v>
              </c:pt>
              <c:pt idx="1">
                <c:v>33.58694481805558</c:v>
              </c:pt>
              <c:pt idx="2">
                <c:v>33.58694481805558</c:v>
              </c:pt>
              <c:pt idx="3">
                <c:v>33.58694481805558</c:v>
              </c:pt>
              <c:pt idx="4">
                <c:v>33.58694481805558</c:v>
              </c:pt>
              <c:pt idx="5">
                <c:v>33.58694481805558</c:v>
              </c:pt>
              <c:pt idx="6">
                <c:v>33.58694481805558</c:v>
              </c:pt>
              <c:pt idx="7">
                <c:v>33.58694481805558</c:v>
              </c:pt>
              <c:pt idx="8">
                <c:v>33.58694481805558</c:v>
              </c:pt>
              <c:pt idx="9">
                <c:v>33.58694481805558</c:v>
              </c:pt>
              <c:pt idx="10">
                <c:v>33.58694481805558</c:v>
              </c:pt>
              <c:pt idx="11">
                <c:v>33.58694481805558</c:v>
              </c:pt>
              <c:pt idx="12">
                <c:v>33.58694481805558</c:v>
              </c:pt>
              <c:pt idx="13">
                <c:v>33.58694481805558</c:v>
              </c:pt>
              <c:pt idx="14">
                <c:v>33.58694481805558</c:v>
              </c:pt>
              <c:pt idx="15">
                <c:v>33.58694481805558</c:v>
              </c:pt>
              <c:pt idx="16">
                <c:v>33.58694481805558</c:v>
              </c:pt>
              <c:pt idx="17">
                <c:v>33.58694481805558</c:v>
              </c:pt>
              <c:pt idx="18">
                <c:v>33.58694481805558</c:v>
              </c:pt>
              <c:pt idx="19">
                <c:v>33.58694481805558</c:v>
              </c:pt>
              <c:pt idx="20">
                <c:v>33.58694481805558</c:v>
              </c:pt>
              <c:pt idx="21">
                <c:v>33.58694481805558</c:v>
              </c:pt>
              <c:pt idx="22">
                <c:v>33.58694481805558</c:v>
              </c:pt>
              <c:pt idx="23">
                <c:v>33.58694481805558</c:v>
              </c:pt>
              <c:pt idx="24">
                <c:v>33.58694481805558</c:v>
              </c:pt>
              <c:pt idx="25">
                <c:v>33.58694481805558</c:v>
              </c:pt>
              <c:pt idx="26">
                <c:v>33.58694481805558</c:v>
              </c:pt>
              <c:pt idx="27">
                <c:v>33.58694481805558</c:v>
              </c:pt>
              <c:pt idx="28">
                <c:v>33.58694481805558</c:v>
              </c:pt>
              <c:pt idx="29">
                <c:v>33.58694481805558</c:v>
              </c:pt>
              <c:pt idx="30">
                <c:v>33.58694481805558</c:v>
              </c:pt>
              <c:pt idx="31">
                <c:v>33.58694481805558</c:v>
              </c:pt>
              <c:pt idx="32">
                <c:v>33.58694481805558</c:v>
              </c:pt>
              <c:pt idx="33">
                <c:v>33.58694481805558</c:v>
              </c:pt>
              <c:pt idx="34">
                <c:v>33.58694481805558</c:v>
              </c:pt>
              <c:pt idx="35">
                <c:v>33.58694481805558</c:v>
              </c:pt>
              <c:pt idx="36">
                <c:v>33.58694481805558</c:v>
              </c:pt>
              <c:pt idx="37">
                <c:v>33.58694481805558</c:v>
              </c:pt>
              <c:pt idx="38">
                <c:v>33.58694481805558</c:v>
              </c:pt>
              <c:pt idx="39">
                <c:v>33.58694481805558</c:v>
              </c:pt>
              <c:pt idx="40">
                <c:v>33.58694481805558</c:v>
              </c:pt>
              <c:pt idx="41">
                <c:v>33.58694481805558</c:v>
              </c:pt>
              <c:pt idx="42">
                <c:v>33.58694481805558</c:v>
              </c:pt>
              <c:pt idx="43">
                <c:v>33.58694481805558</c:v>
              </c:pt>
              <c:pt idx="44">
                <c:v>33.58694481805558</c:v>
              </c:pt>
              <c:pt idx="45">
                <c:v>33.58694481805558</c:v>
              </c:pt>
              <c:pt idx="46">
                <c:v>33.58694481805558</c:v>
              </c:pt>
              <c:pt idx="47">
                <c:v>33.58694481805558</c:v>
              </c:pt>
              <c:pt idx="48">
                <c:v>33.58694481805558</c:v>
              </c:pt>
              <c:pt idx="49">
                <c:v>33.58694481805558</c:v>
              </c:pt>
              <c:pt idx="50">
                <c:v>33.58694481805558</c:v>
              </c:pt>
              <c:pt idx="51">
                <c:v>33.58694481805558</c:v>
              </c:pt>
              <c:pt idx="52">
                <c:v>33.58694481805558</c:v>
              </c:pt>
              <c:pt idx="53">
                <c:v>33.58694481805558</c:v>
              </c:pt>
              <c:pt idx="54">
                <c:v>33.58694481805558</c:v>
              </c:pt>
              <c:pt idx="55">
                <c:v>33.58694481805558</c:v>
              </c:pt>
              <c:pt idx="56">
                <c:v>33.58694481805558</c:v>
              </c:pt>
              <c:pt idx="57">
                <c:v>33.58694481805558</c:v>
              </c:pt>
              <c:pt idx="58">
                <c:v>33.58694481805558</c:v>
              </c:pt>
              <c:pt idx="59">
                <c:v>33.58694481805558</c:v>
              </c:pt>
              <c:pt idx="60">
                <c:v>33.58694481805558</c:v>
              </c:pt>
              <c:pt idx="61">
                <c:v>33.58694481805558</c:v>
              </c:pt>
              <c:pt idx="62">
                <c:v>33.58694481805558</c:v>
              </c:pt>
              <c:pt idx="63">
                <c:v>33.58694481805558</c:v>
              </c:pt>
              <c:pt idx="64">
                <c:v>33.58694481805558</c:v>
              </c:pt>
              <c:pt idx="65">
                <c:v>33.58694481805558</c:v>
              </c:pt>
              <c:pt idx="66">
                <c:v>33.58694481805558</c:v>
              </c:pt>
              <c:pt idx="67">
                <c:v>33.58694481805558</c:v>
              </c:pt>
              <c:pt idx="68">
                <c:v>33.58694481805558</c:v>
              </c:pt>
              <c:pt idx="69">
                <c:v>33.58694481805558</c:v>
              </c:pt>
              <c:pt idx="70">
                <c:v>33.58694481805558</c:v>
              </c:pt>
              <c:pt idx="71">
                <c:v>33.58694481805558</c:v>
              </c:pt>
              <c:pt idx="72">
                <c:v>33.58694481805558</c:v>
              </c:pt>
              <c:pt idx="73">
                <c:v>33.58694481805558</c:v>
              </c:pt>
              <c:pt idx="74">
                <c:v>33.58694481805558</c:v>
              </c:pt>
              <c:pt idx="75">
                <c:v>33.58694481805558</c:v>
              </c:pt>
              <c:pt idx="76">
                <c:v>33.58694481805558</c:v>
              </c:pt>
              <c:pt idx="77">
                <c:v>33.58694481805558</c:v>
              </c:pt>
              <c:pt idx="78">
                <c:v>33.58694481805558</c:v>
              </c:pt>
              <c:pt idx="79">
                <c:v>33.58694481805558</c:v>
              </c:pt>
              <c:pt idx="80">
                <c:v>33.58694481805558</c:v>
              </c:pt>
              <c:pt idx="81">
                <c:v>33.58694481805558</c:v>
              </c:pt>
              <c:pt idx="82">
                <c:v>33.58694481805558</c:v>
              </c:pt>
              <c:pt idx="83">
                <c:v>33.58694481805558</c:v>
              </c:pt>
              <c:pt idx="84">
                <c:v>33.58694481805558</c:v>
              </c:pt>
              <c:pt idx="85">
                <c:v>33.58694481805558</c:v>
              </c:pt>
              <c:pt idx="86">
                <c:v>33.58694481805558</c:v>
              </c:pt>
              <c:pt idx="87">
                <c:v>33.58694481805558</c:v>
              </c:pt>
              <c:pt idx="88">
                <c:v>33.58694481805558</c:v>
              </c:pt>
              <c:pt idx="89">
                <c:v>33.58694481805558</c:v>
              </c:pt>
              <c:pt idx="90">
                <c:v>33.58694481805558</c:v>
              </c:pt>
              <c:pt idx="91">
                <c:v>33.58694481805558</c:v>
              </c:pt>
              <c:pt idx="92">
                <c:v>33.58694481805558</c:v>
              </c:pt>
              <c:pt idx="93">
                <c:v>33.58694481805558</c:v>
              </c:pt>
              <c:pt idx="94">
                <c:v>33.58694481805558</c:v>
              </c:pt>
              <c:pt idx="95">
                <c:v>33.58694481805558</c:v>
              </c:pt>
              <c:pt idx="96">
                <c:v>33.58694481805558</c:v>
              </c:pt>
              <c:pt idx="97">
                <c:v>33.58694481805558</c:v>
              </c:pt>
              <c:pt idx="98">
                <c:v>33.58694481805558</c:v>
              </c:pt>
              <c:pt idx="99">
                <c:v>33.58694481805558</c:v>
              </c:pt>
              <c:pt idx="100">
                <c:v>33.58694481805558</c:v>
              </c:pt>
              <c:pt idx="101">
                <c:v>33.58694481805558</c:v>
              </c:pt>
              <c:pt idx="102">
                <c:v>33.58694481805558</c:v>
              </c:pt>
              <c:pt idx="103">
                <c:v>33.58694481805558</c:v>
              </c:pt>
              <c:pt idx="104">
                <c:v>33.58694481805558</c:v>
              </c:pt>
              <c:pt idx="105">
                <c:v>33.58694481805558</c:v>
              </c:pt>
              <c:pt idx="106">
                <c:v>33.58694481805558</c:v>
              </c:pt>
              <c:pt idx="107">
                <c:v>33.58694481805558</c:v>
              </c:pt>
              <c:pt idx="108">
                <c:v>33.58694481805558</c:v>
              </c:pt>
              <c:pt idx="109">
                <c:v>33.58694481805558</c:v>
              </c:pt>
              <c:pt idx="110">
                <c:v>33.58694481805558</c:v>
              </c:pt>
              <c:pt idx="111">
                <c:v>33.58694481805558</c:v>
              </c:pt>
              <c:pt idx="112">
                <c:v>33.58694481805558</c:v>
              </c:pt>
              <c:pt idx="113">
                <c:v>33.58694481805558</c:v>
              </c:pt>
              <c:pt idx="114">
                <c:v>33.58694481805558</c:v>
              </c:pt>
              <c:pt idx="115">
                <c:v>33.58694481805558</c:v>
              </c:pt>
              <c:pt idx="116">
                <c:v>33.58694481805558</c:v>
              </c:pt>
              <c:pt idx="117">
                <c:v>33.58694481805558</c:v>
              </c:pt>
              <c:pt idx="118">
                <c:v>33.58694481805558</c:v>
              </c:pt>
              <c:pt idx="119">
                <c:v>33.58694481805558</c:v>
              </c:pt>
              <c:pt idx="120">
                <c:v>33.58694481805558</c:v>
              </c:pt>
              <c:pt idx="121">
                <c:v>33.58694481805558</c:v>
              </c:pt>
              <c:pt idx="122">
                <c:v>33.58694481805558</c:v>
              </c:pt>
              <c:pt idx="123">
                <c:v>33.58694481805558</c:v>
              </c:pt>
              <c:pt idx="124">
                <c:v>33.58694481805558</c:v>
              </c:pt>
              <c:pt idx="125">
                <c:v>33.58694481805558</c:v>
              </c:pt>
              <c:pt idx="126">
                <c:v>33.58694481805558</c:v>
              </c:pt>
              <c:pt idx="127">
                <c:v>33.58694481805558</c:v>
              </c:pt>
              <c:pt idx="128">
                <c:v>33.58694481805558</c:v>
              </c:pt>
              <c:pt idx="129">
                <c:v>33.58694481805558</c:v>
              </c:pt>
              <c:pt idx="130">
                <c:v>33.58694481805558</c:v>
              </c:pt>
              <c:pt idx="131">
                <c:v>33.58694481805558</c:v>
              </c:pt>
              <c:pt idx="132">
                <c:v>33.58694481805558</c:v>
              </c:pt>
              <c:pt idx="133">
                <c:v>33.58694481805558</c:v>
              </c:pt>
              <c:pt idx="134">
                <c:v>33.58694481805558</c:v>
              </c:pt>
              <c:pt idx="135">
                <c:v>33.58694481805558</c:v>
              </c:pt>
              <c:pt idx="136">
                <c:v>33.58694481805558</c:v>
              </c:pt>
              <c:pt idx="137">
                <c:v>33.58694481805558</c:v>
              </c:pt>
              <c:pt idx="138">
                <c:v>33.58694481805558</c:v>
              </c:pt>
              <c:pt idx="139">
                <c:v>33.58694481805558</c:v>
              </c:pt>
              <c:pt idx="140">
                <c:v>33.58694481805558</c:v>
              </c:pt>
              <c:pt idx="141">
                <c:v>33.58694481805558</c:v>
              </c:pt>
              <c:pt idx="142">
                <c:v>33.58694481805558</c:v>
              </c:pt>
              <c:pt idx="143">
                <c:v>33.58694481805558</c:v>
              </c:pt>
              <c:pt idx="144">
                <c:v>33.58694481805558</c:v>
              </c:pt>
              <c:pt idx="145">
                <c:v>33.58694481805558</c:v>
              </c:pt>
              <c:pt idx="146">
                <c:v>33.58694481805558</c:v>
              </c:pt>
              <c:pt idx="147">
                <c:v>33.58694481805558</c:v>
              </c:pt>
              <c:pt idx="148">
                <c:v>33.58694481805558</c:v>
              </c:pt>
              <c:pt idx="149">
                <c:v>33.58694481805558</c:v>
              </c:pt>
              <c:pt idx="150">
                <c:v>33.58694481805558</c:v>
              </c:pt>
              <c:pt idx="151">
                <c:v>33.58694481805558</c:v>
              </c:pt>
              <c:pt idx="152">
                <c:v>33.58694481805558</c:v>
              </c:pt>
              <c:pt idx="153">
                <c:v>33.58694481805558</c:v>
              </c:pt>
              <c:pt idx="154">
                <c:v>33.58694481805558</c:v>
              </c:pt>
              <c:pt idx="155">
                <c:v>33.58694481805558</c:v>
              </c:pt>
              <c:pt idx="156">
                <c:v>33.58694481805558</c:v>
              </c:pt>
              <c:pt idx="157">
                <c:v>33.58694481805558</c:v>
              </c:pt>
              <c:pt idx="158">
                <c:v>33.58694481805558</c:v>
              </c:pt>
              <c:pt idx="159">
                <c:v>33.58694481805558</c:v>
              </c:pt>
              <c:pt idx="160">
                <c:v>33.58694481805558</c:v>
              </c:pt>
              <c:pt idx="161">
                <c:v>33.58694481805558</c:v>
              </c:pt>
              <c:pt idx="162">
                <c:v>33.58694481805558</c:v>
              </c:pt>
              <c:pt idx="163">
                <c:v>33.58694481805558</c:v>
              </c:pt>
              <c:pt idx="164">
                <c:v>33.58694481805558</c:v>
              </c:pt>
              <c:pt idx="165">
                <c:v>33.58694481805558</c:v>
              </c:pt>
              <c:pt idx="166">
                <c:v>33.58694481805558</c:v>
              </c:pt>
              <c:pt idx="167">
                <c:v>33.58694481805558</c:v>
              </c:pt>
              <c:pt idx="168">
                <c:v>33.58694481805558</c:v>
              </c:pt>
              <c:pt idx="169">
                <c:v>33.58694481805558</c:v>
              </c:pt>
              <c:pt idx="170">
                <c:v>33.58694481805558</c:v>
              </c:pt>
              <c:pt idx="171">
                <c:v>33.58694481805558</c:v>
              </c:pt>
              <c:pt idx="172">
                <c:v>33.58694481805558</c:v>
              </c:pt>
              <c:pt idx="173">
                <c:v>33.58694481805558</c:v>
              </c:pt>
              <c:pt idx="174">
                <c:v>33.58694481805558</c:v>
              </c:pt>
              <c:pt idx="175">
                <c:v>33.58694481805558</c:v>
              </c:pt>
              <c:pt idx="176">
                <c:v>33.58694481805558</c:v>
              </c:pt>
              <c:pt idx="177">
                <c:v>33.58694481805558</c:v>
              </c:pt>
              <c:pt idx="178">
                <c:v>33.58694481805558</c:v>
              </c:pt>
              <c:pt idx="179">
                <c:v>33.58694481805558</c:v>
              </c:pt>
              <c:pt idx="180">
                <c:v>33.58694481805558</c:v>
              </c:pt>
              <c:pt idx="181">
                <c:v>33.58694481805558</c:v>
              </c:pt>
              <c:pt idx="182">
                <c:v>33.58694481805558</c:v>
              </c:pt>
              <c:pt idx="183">
                <c:v>33.58694481805558</c:v>
              </c:pt>
              <c:pt idx="184">
                <c:v>33.58694481805558</c:v>
              </c:pt>
              <c:pt idx="185">
                <c:v>33.58694481805558</c:v>
              </c:pt>
              <c:pt idx="186">
                <c:v>33.58694481805558</c:v>
              </c:pt>
              <c:pt idx="187">
                <c:v>33.58694481805558</c:v>
              </c:pt>
              <c:pt idx="188">
                <c:v>33.58694481805558</c:v>
              </c:pt>
              <c:pt idx="189">
                <c:v>33.58694481805558</c:v>
              </c:pt>
              <c:pt idx="190">
                <c:v>33.58694481805558</c:v>
              </c:pt>
              <c:pt idx="191">
                <c:v>33.58694481805558</c:v>
              </c:pt>
              <c:pt idx="192">
                <c:v>33.58694481805558</c:v>
              </c:pt>
              <c:pt idx="193">
                <c:v>33.58694481805558</c:v>
              </c:pt>
              <c:pt idx="194">
                <c:v>33.58694481805558</c:v>
              </c:pt>
              <c:pt idx="195">
                <c:v>33.58694481805558</c:v>
              </c:pt>
              <c:pt idx="196">
                <c:v>33.58694481805558</c:v>
              </c:pt>
              <c:pt idx="197">
                <c:v>33.58694481805558</c:v>
              </c:pt>
              <c:pt idx="198">
                <c:v>33.58694481805558</c:v>
              </c:pt>
              <c:pt idx="199">
                <c:v>33.58694481805558</c:v>
              </c:pt>
              <c:pt idx="200">
                <c:v>33.58694481805558</c:v>
              </c:pt>
              <c:pt idx="201">
                <c:v>33.58694481805558</c:v>
              </c:pt>
              <c:pt idx="202">
                <c:v>33.58694481805558</c:v>
              </c:pt>
              <c:pt idx="203">
                <c:v>33.58694481805558</c:v>
              </c:pt>
              <c:pt idx="204">
                <c:v>33.58694481805558</c:v>
              </c:pt>
              <c:pt idx="205">
                <c:v>33.58694481805558</c:v>
              </c:pt>
              <c:pt idx="206">
                <c:v>33.58694481805558</c:v>
              </c:pt>
              <c:pt idx="207">
                <c:v>33.58694481805558</c:v>
              </c:pt>
              <c:pt idx="208">
                <c:v>33.58694481805558</c:v>
              </c:pt>
              <c:pt idx="209">
                <c:v>33.58694481805558</c:v>
              </c:pt>
              <c:pt idx="210">
                <c:v>33.58694481805558</c:v>
              </c:pt>
              <c:pt idx="211">
                <c:v>33.58694481805558</c:v>
              </c:pt>
              <c:pt idx="212">
                <c:v>33.58694481805558</c:v>
              </c:pt>
              <c:pt idx="213">
                <c:v>33.58694481805558</c:v>
              </c:pt>
              <c:pt idx="214">
                <c:v>33.58694481805558</c:v>
              </c:pt>
              <c:pt idx="215">
                <c:v>33.58694481805558</c:v>
              </c:pt>
              <c:pt idx="216">
                <c:v>33.58694481805558</c:v>
              </c:pt>
              <c:pt idx="217">
                <c:v>33.58694481805558</c:v>
              </c:pt>
              <c:pt idx="218">
                <c:v>33.58694481805558</c:v>
              </c:pt>
              <c:pt idx="219">
                <c:v>33.58694481805558</c:v>
              </c:pt>
              <c:pt idx="220">
                <c:v>33.58694481805558</c:v>
              </c:pt>
              <c:pt idx="221">
                <c:v>33.58694481805558</c:v>
              </c:pt>
              <c:pt idx="222">
                <c:v>33.58694481805558</c:v>
              </c:pt>
              <c:pt idx="223">
                <c:v>33.58694481805558</c:v>
              </c:pt>
              <c:pt idx="224">
                <c:v>33.58694481805558</c:v>
              </c:pt>
              <c:pt idx="225">
                <c:v>33.58694481805558</c:v>
              </c:pt>
              <c:pt idx="226">
                <c:v>33.58694481805558</c:v>
              </c:pt>
              <c:pt idx="227">
                <c:v>33.58694481805558</c:v>
              </c:pt>
              <c:pt idx="228">
                <c:v>33.58694481805558</c:v>
              </c:pt>
              <c:pt idx="229">
                <c:v>33.58694481805558</c:v>
              </c:pt>
              <c:pt idx="230">
                <c:v>33.58694481805558</c:v>
              </c:pt>
              <c:pt idx="231">
                <c:v>33.58694481805558</c:v>
              </c:pt>
              <c:pt idx="232">
                <c:v>33.58694481805558</c:v>
              </c:pt>
              <c:pt idx="233">
                <c:v>33.58694481805558</c:v>
              </c:pt>
              <c:pt idx="234">
                <c:v>33.58694481805558</c:v>
              </c:pt>
              <c:pt idx="235">
                <c:v>33.58694481805558</c:v>
              </c:pt>
              <c:pt idx="236">
                <c:v>33.58694481805558</c:v>
              </c:pt>
              <c:pt idx="237">
                <c:v>33.58694481805558</c:v>
              </c:pt>
              <c:pt idx="238">
                <c:v>33.58694481805558</c:v>
              </c:pt>
              <c:pt idx="239">
                <c:v>33.58694481805558</c:v>
              </c:pt>
              <c:pt idx="240">
                <c:v>33.58694481805558</c:v>
              </c:pt>
              <c:pt idx="241">
                <c:v>33.58694481805558</c:v>
              </c:pt>
              <c:pt idx="242">
                <c:v>33.58694481805558</c:v>
              </c:pt>
              <c:pt idx="243">
                <c:v>33.58694481805558</c:v>
              </c:pt>
              <c:pt idx="244">
                <c:v>33.58694481805558</c:v>
              </c:pt>
              <c:pt idx="245">
                <c:v>33.58694481805558</c:v>
              </c:pt>
              <c:pt idx="246">
                <c:v>33.58694481805558</c:v>
              </c:pt>
              <c:pt idx="247">
                <c:v>33.58694481805558</c:v>
              </c:pt>
              <c:pt idx="248">
                <c:v>33.58694481805558</c:v>
              </c:pt>
              <c:pt idx="249">
                <c:v>33.58694481805558</c:v>
              </c:pt>
              <c:pt idx="250">
                <c:v>33.58694481805558</c:v>
              </c:pt>
              <c:pt idx="251">
                <c:v>33.58694481805558</c:v>
              </c:pt>
              <c:pt idx="252">
                <c:v>33.58694481805558</c:v>
              </c:pt>
              <c:pt idx="253">
                <c:v>33.58694481805558</c:v>
              </c:pt>
              <c:pt idx="254">
                <c:v>33.58694481805558</c:v>
              </c:pt>
              <c:pt idx="255">
                <c:v>33.58694481805558</c:v>
              </c:pt>
              <c:pt idx="256">
                <c:v>33.58694481805558</c:v>
              </c:pt>
              <c:pt idx="257">
                <c:v>33.58694481805558</c:v>
              </c:pt>
              <c:pt idx="258">
                <c:v>33.58694481805558</c:v>
              </c:pt>
              <c:pt idx="259">
                <c:v>33.58694481805558</c:v>
              </c:pt>
              <c:pt idx="260">
                <c:v>33.58694481805558</c:v>
              </c:pt>
              <c:pt idx="261">
                <c:v>33.58694481805558</c:v>
              </c:pt>
              <c:pt idx="262">
                <c:v>33.58694481805558</c:v>
              </c:pt>
              <c:pt idx="263">
                <c:v>33.58694481805558</c:v>
              </c:pt>
              <c:pt idx="264">
                <c:v>33.58694481805558</c:v>
              </c:pt>
              <c:pt idx="265">
                <c:v>33.58694481805558</c:v>
              </c:pt>
              <c:pt idx="266">
                <c:v>33.58694481805558</c:v>
              </c:pt>
              <c:pt idx="267">
                <c:v>33.58694481805558</c:v>
              </c:pt>
              <c:pt idx="268">
                <c:v>33.58694481805558</c:v>
              </c:pt>
              <c:pt idx="269">
                <c:v>33.58694481805558</c:v>
              </c:pt>
              <c:pt idx="270">
                <c:v>33.58694481805558</c:v>
              </c:pt>
              <c:pt idx="271">
                <c:v>33.58694481805558</c:v>
              </c:pt>
              <c:pt idx="272">
                <c:v>33.58694481805558</c:v>
              </c:pt>
              <c:pt idx="273">
                <c:v>33.58694481805558</c:v>
              </c:pt>
              <c:pt idx="274">
                <c:v>33.58694481805558</c:v>
              </c:pt>
              <c:pt idx="275">
                <c:v>33.58694481805558</c:v>
              </c:pt>
              <c:pt idx="276">
                <c:v>33.58694481805558</c:v>
              </c:pt>
              <c:pt idx="277">
                <c:v>33.58694481805558</c:v>
              </c:pt>
              <c:pt idx="278">
                <c:v>33.58694481805558</c:v>
              </c:pt>
              <c:pt idx="279">
                <c:v>33.58694481805558</c:v>
              </c:pt>
              <c:pt idx="280">
                <c:v>33.58694481805558</c:v>
              </c:pt>
              <c:pt idx="281">
                <c:v>33.58694481805558</c:v>
              </c:pt>
              <c:pt idx="282">
                <c:v>33.58694481805558</c:v>
              </c:pt>
              <c:pt idx="283">
                <c:v>33.58694481805558</c:v>
              </c:pt>
              <c:pt idx="284">
                <c:v>33.58694481805558</c:v>
              </c:pt>
              <c:pt idx="285">
                <c:v>33.58694481805558</c:v>
              </c:pt>
              <c:pt idx="286">
                <c:v>33.58694481805558</c:v>
              </c:pt>
              <c:pt idx="287">
                <c:v>33.58694481805558</c:v>
              </c:pt>
              <c:pt idx="288">
                <c:v>33.58694481805558</c:v>
              </c:pt>
              <c:pt idx="289">
                <c:v>33.58694481805558</c:v>
              </c:pt>
              <c:pt idx="290">
                <c:v>33.58694481805558</c:v>
              </c:pt>
              <c:pt idx="291">
                <c:v>33.58694481805558</c:v>
              </c:pt>
              <c:pt idx="292">
                <c:v>33.58694481805558</c:v>
              </c:pt>
              <c:pt idx="293">
                <c:v>33.58694481805558</c:v>
              </c:pt>
              <c:pt idx="294">
                <c:v>33.58694481805558</c:v>
              </c:pt>
              <c:pt idx="295">
                <c:v>33.58694481805558</c:v>
              </c:pt>
              <c:pt idx="296">
                <c:v>33.58694481805558</c:v>
              </c:pt>
              <c:pt idx="297">
                <c:v>33.58694481805558</c:v>
              </c:pt>
              <c:pt idx="298">
                <c:v>33.58694481805558</c:v>
              </c:pt>
              <c:pt idx="299">
                <c:v>33.58694481805558</c:v>
              </c:pt>
              <c:pt idx="300">
                <c:v>33.58694481805558</c:v>
              </c:pt>
              <c:pt idx="301">
                <c:v>33.58694481805558</c:v>
              </c:pt>
              <c:pt idx="302">
                <c:v>33.58694481805558</c:v>
              </c:pt>
              <c:pt idx="303">
                <c:v>33.58694481805558</c:v>
              </c:pt>
              <c:pt idx="304">
                <c:v>33.58694481805558</c:v>
              </c:pt>
              <c:pt idx="305">
                <c:v>33.58694481805558</c:v>
              </c:pt>
              <c:pt idx="306">
                <c:v>33.58694481805558</c:v>
              </c:pt>
              <c:pt idx="307">
                <c:v>33.58694481805558</c:v>
              </c:pt>
              <c:pt idx="308">
                <c:v>33.58694481805558</c:v>
              </c:pt>
              <c:pt idx="309">
                <c:v>33.58694481805558</c:v>
              </c:pt>
              <c:pt idx="310">
                <c:v>33.58694481805558</c:v>
              </c:pt>
              <c:pt idx="311">
                <c:v>33.58694481805558</c:v>
              </c:pt>
              <c:pt idx="312">
                <c:v>33.58694481805558</c:v>
              </c:pt>
              <c:pt idx="313">
                <c:v>33.58694481805558</c:v>
              </c:pt>
              <c:pt idx="314">
                <c:v>33.58694481805558</c:v>
              </c:pt>
              <c:pt idx="315">
                <c:v>33.58694481805558</c:v>
              </c:pt>
              <c:pt idx="316">
                <c:v>33.58694481805558</c:v>
              </c:pt>
              <c:pt idx="317">
                <c:v>33.58694481805558</c:v>
              </c:pt>
              <c:pt idx="318">
                <c:v>33.58694481805558</c:v>
              </c:pt>
              <c:pt idx="319">
                <c:v>33.58694481805558</c:v>
              </c:pt>
              <c:pt idx="320">
                <c:v>33.58694481805558</c:v>
              </c:pt>
              <c:pt idx="321">
                <c:v>33.58694481805558</c:v>
              </c:pt>
              <c:pt idx="322">
                <c:v>33.58694481805558</c:v>
              </c:pt>
              <c:pt idx="323">
                <c:v>33.58694481805558</c:v>
              </c:pt>
            </c:numLit>
          </c:xVal>
          <c:yVal>
            <c:numLit>
              <c:formatCode>0.0</c:formatCode>
              <c:ptCount val="324"/>
              <c:pt idx="0">
                <c:v>0.018409778284908234</c:v>
              </c:pt>
              <c:pt idx="1">
                <c:v>0.018409778284908234</c:v>
              </c:pt>
              <c:pt idx="2">
                <c:v>0.018409778284908234</c:v>
              </c:pt>
              <c:pt idx="3">
                <c:v>0.018409778284908234</c:v>
              </c:pt>
              <c:pt idx="4">
                <c:v>0.018409778284908234</c:v>
              </c:pt>
              <c:pt idx="5">
                <c:v>0.018409778284908234</c:v>
              </c:pt>
              <c:pt idx="6">
                <c:v>0.018409778284908234</c:v>
              </c:pt>
              <c:pt idx="7">
                <c:v>0.018409778284908234</c:v>
              </c:pt>
              <c:pt idx="8">
                <c:v>0.018409778284908234</c:v>
              </c:pt>
              <c:pt idx="9">
                <c:v>0.018409778284908234</c:v>
              </c:pt>
              <c:pt idx="10">
                <c:v>0.018409778284908234</c:v>
              </c:pt>
              <c:pt idx="11">
                <c:v>0.018409778284908234</c:v>
              </c:pt>
              <c:pt idx="12">
                <c:v>0.018409778284908234</c:v>
              </c:pt>
              <c:pt idx="13">
                <c:v>0.018409778284908234</c:v>
              </c:pt>
              <c:pt idx="14">
                <c:v>0.018409778284908234</c:v>
              </c:pt>
              <c:pt idx="15">
                <c:v>0.018409778284908234</c:v>
              </c:pt>
              <c:pt idx="16">
                <c:v>0.018409778284908234</c:v>
              </c:pt>
              <c:pt idx="17">
                <c:v>0.018409778284908234</c:v>
              </c:pt>
              <c:pt idx="18">
                <c:v>0.018409778284908234</c:v>
              </c:pt>
              <c:pt idx="19">
                <c:v>0.018409778284908234</c:v>
              </c:pt>
              <c:pt idx="20">
                <c:v>0.018409778284908234</c:v>
              </c:pt>
              <c:pt idx="21">
                <c:v>0.018409778284908234</c:v>
              </c:pt>
              <c:pt idx="22">
                <c:v>0.018409778284908234</c:v>
              </c:pt>
              <c:pt idx="23">
                <c:v>0.018409778284908234</c:v>
              </c:pt>
              <c:pt idx="24">
                <c:v>0.018409778284908234</c:v>
              </c:pt>
              <c:pt idx="25">
                <c:v>0.018409778284908234</c:v>
              </c:pt>
              <c:pt idx="26">
                <c:v>0.018409778284908234</c:v>
              </c:pt>
              <c:pt idx="27">
                <c:v>0.018409778284908234</c:v>
              </c:pt>
              <c:pt idx="28">
                <c:v>0.018409778284908234</c:v>
              </c:pt>
              <c:pt idx="29">
                <c:v>0.018409778284908234</c:v>
              </c:pt>
              <c:pt idx="30">
                <c:v>0.018409778284908234</c:v>
              </c:pt>
              <c:pt idx="31">
                <c:v>0.018409778284908234</c:v>
              </c:pt>
              <c:pt idx="32">
                <c:v>0.018409778284908234</c:v>
              </c:pt>
              <c:pt idx="33">
                <c:v>0.018409778284908234</c:v>
              </c:pt>
              <c:pt idx="34">
                <c:v>0.018409778284908234</c:v>
              </c:pt>
              <c:pt idx="35">
                <c:v>0.018409778284908234</c:v>
              </c:pt>
              <c:pt idx="36">
                <c:v>0.018409778284908234</c:v>
              </c:pt>
              <c:pt idx="37">
                <c:v>0.018409778284908234</c:v>
              </c:pt>
              <c:pt idx="38">
                <c:v>0.018409778284908234</c:v>
              </c:pt>
              <c:pt idx="39">
                <c:v>0.018409778284908234</c:v>
              </c:pt>
              <c:pt idx="40">
                <c:v>0.018409778284908234</c:v>
              </c:pt>
              <c:pt idx="41">
                <c:v>0.018409778284908234</c:v>
              </c:pt>
              <c:pt idx="42">
                <c:v>0.018409778284908234</c:v>
              </c:pt>
              <c:pt idx="43">
                <c:v>0.018409778284908234</c:v>
              </c:pt>
              <c:pt idx="44">
                <c:v>0.018409778284908234</c:v>
              </c:pt>
              <c:pt idx="45">
                <c:v>0.018409778284908234</c:v>
              </c:pt>
              <c:pt idx="46">
                <c:v>0.018409778284908234</c:v>
              </c:pt>
              <c:pt idx="47">
                <c:v>0.018409778284908234</c:v>
              </c:pt>
              <c:pt idx="48">
                <c:v>0.018409778284908234</c:v>
              </c:pt>
              <c:pt idx="49">
                <c:v>0.018409778284908234</c:v>
              </c:pt>
              <c:pt idx="50">
                <c:v>0.018409778284908234</c:v>
              </c:pt>
              <c:pt idx="51">
                <c:v>0.018409778284908234</c:v>
              </c:pt>
              <c:pt idx="52">
                <c:v>0.018409778284908234</c:v>
              </c:pt>
              <c:pt idx="53">
                <c:v>0.018409778284908234</c:v>
              </c:pt>
              <c:pt idx="54">
                <c:v>0.018409778284908234</c:v>
              </c:pt>
              <c:pt idx="55">
                <c:v>0.018409778284908234</c:v>
              </c:pt>
              <c:pt idx="56">
                <c:v>0.018409778284908234</c:v>
              </c:pt>
              <c:pt idx="57">
                <c:v>0.018409778284908234</c:v>
              </c:pt>
              <c:pt idx="58">
                <c:v>0.018409778284908234</c:v>
              </c:pt>
              <c:pt idx="59">
                <c:v>0.018409778284908234</c:v>
              </c:pt>
              <c:pt idx="60">
                <c:v>0.018409778284908234</c:v>
              </c:pt>
              <c:pt idx="61">
                <c:v>0.018409778284908234</c:v>
              </c:pt>
              <c:pt idx="62">
                <c:v>0.018409778284908234</c:v>
              </c:pt>
              <c:pt idx="63">
                <c:v>0.018409778284908234</c:v>
              </c:pt>
              <c:pt idx="64">
                <c:v>0.018409778284908234</c:v>
              </c:pt>
              <c:pt idx="65">
                <c:v>0.018409778284908234</c:v>
              </c:pt>
              <c:pt idx="66">
                <c:v>0.018409778284908234</c:v>
              </c:pt>
              <c:pt idx="67">
                <c:v>0.018409778284908234</c:v>
              </c:pt>
              <c:pt idx="68">
                <c:v>0.018409778284908234</c:v>
              </c:pt>
              <c:pt idx="69">
                <c:v>0.018409778284908234</c:v>
              </c:pt>
              <c:pt idx="70">
                <c:v>0.018409778284908234</c:v>
              </c:pt>
              <c:pt idx="71">
                <c:v>0.018409778284908234</c:v>
              </c:pt>
              <c:pt idx="72">
                <c:v>0.018409778284908234</c:v>
              </c:pt>
              <c:pt idx="73">
                <c:v>0.018409778284908234</c:v>
              </c:pt>
              <c:pt idx="74">
                <c:v>0.018409778284908234</c:v>
              </c:pt>
              <c:pt idx="75">
                <c:v>0.018409778284908234</c:v>
              </c:pt>
              <c:pt idx="76">
                <c:v>0.018409778284908234</c:v>
              </c:pt>
              <c:pt idx="77">
                <c:v>0.018409778284908234</c:v>
              </c:pt>
              <c:pt idx="78">
                <c:v>0.018409778284908234</c:v>
              </c:pt>
              <c:pt idx="79">
                <c:v>0.018409778284908234</c:v>
              </c:pt>
              <c:pt idx="80">
                <c:v>0.018409778284908234</c:v>
              </c:pt>
              <c:pt idx="81">
                <c:v>0.018409778284908234</c:v>
              </c:pt>
              <c:pt idx="82">
                <c:v>0.018409778284908234</c:v>
              </c:pt>
              <c:pt idx="83">
                <c:v>0.018409778284908234</c:v>
              </c:pt>
              <c:pt idx="84">
                <c:v>0.018409778284908234</c:v>
              </c:pt>
              <c:pt idx="85">
                <c:v>0.018409778284908234</c:v>
              </c:pt>
              <c:pt idx="86">
                <c:v>0.018409778284908234</c:v>
              </c:pt>
              <c:pt idx="87">
                <c:v>0.018409778284908234</c:v>
              </c:pt>
              <c:pt idx="88">
                <c:v>0.018409778284908234</c:v>
              </c:pt>
              <c:pt idx="89">
                <c:v>0.018409778284908234</c:v>
              </c:pt>
              <c:pt idx="90">
                <c:v>0.018409778284908234</c:v>
              </c:pt>
              <c:pt idx="91">
                <c:v>0.018409778284908234</c:v>
              </c:pt>
              <c:pt idx="92">
                <c:v>0.018409778284908234</c:v>
              </c:pt>
              <c:pt idx="93">
                <c:v>0.018409778284908234</c:v>
              </c:pt>
              <c:pt idx="94">
                <c:v>0.018409778284908234</c:v>
              </c:pt>
              <c:pt idx="95">
                <c:v>0.018409778284908234</c:v>
              </c:pt>
              <c:pt idx="96">
                <c:v>0.018409778284908234</c:v>
              </c:pt>
              <c:pt idx="97">
                <c:v>0.018409778284908234</c:v>
              </c:pt>
              <c:pt idx="98">
                <c:v>0.018409778284908234</c:v>
              </c:pt>
              <c:pt idx="99">
                <c:v>0.018409778284908234</c:v>
              </c:pt>
              <c:pt idx="100">
                <c:v>0.018409778284908234</c:v>
              </c:pt>
              <c:pt idx="101">
                <c:v>0.018409778284908234</c:v>
              </c:pt>
              <c:pt idx="102">
                <c:v>0.018409778284908234</c:v>
              </c:pt>
              <c:pt idx="103">
                <c:v>0.018409778284908234</c:v>
              </c:pt>
              <c:pt idx="104">
                <c:v>0.018409778284908234</c:v>
              </c:pt>
              <c:pt idx="105">
                <c:v>0.018409778284908234</c:v>
              </c:pt>
              <c:pt idx="106">
                <c:v>0.018409778284908234</c:v>
              </c:pt>
              <c:pt idx="107">
                <c:v>0.018409778284908234</c:v>
              </c:pt>
              <c:pt idx="108">
                <c:v>0.018409778284908234</c:v>
              </c:pt>
              <c:pt idx="109">
                <c:v>0.018409778284908234</c:v>
              </c:pt>
              <c:pt idx="110">
                <c:v>0.018409778284908234</c:v>
              </c:pt>
              <c:pt idx="111">
                <c:v>0.018409778284908234</c:v>
              </c:pt>
              <c:pt idx="112">
                <c:v>0.018409778284908234</c:v>
              </c:pt>
              <c:pt idx="113">
                <c:v>0.018409778284908234</c:v>
              </c:pt>
              <c:pt idx="114">
                <c:v>0.018409778284908234</c:v>
              </c:pt>
              <c:pt idx="115">
                <c:v>0.018409778284908234</c:v>
              </c:pt>
              <c:pt idx="116">
                <c:v>0.018409778284908234</c:v>
              </c:pt>
              <c:pt idx="117">
                <c:v>0.018409778284908234</c:v>
              </c:pt>
              <c:pt idx="118">
                <c:v>0.018409778284908234</c:v>
              </c:pt>
              <c:pt idx="119">
                <c:v>0.018409778284908234</c:v>
              </c:pt>
              <c:pt idx="120">
                <c:v>0.018409778284908234</c:v>
              </c:pt>
              <c:pt idx="121">
                <c:v>0.018409778284908234</c:v>
              </c:pt>
              <c:pt idx="122">
                <c:v>0.018409778284908234</c:v>
              </c:pt>
              <c:pt idx="123">
                <c:v>0.018409778284908234</c:v>
              </c:pt>
              <c:pt idx="124">
                <c:v>0.018409778284908234</c:v>
              </c:pt>
              <c:pt idx="125">
                <c:v>0.018409778284908234</c:v>
              </c:pt>
              <c:pt idx="126">
                <c:v>0.018409778284908234</c:v>
              </c:pt>
              <c:pt idx="127">
                <c:v>0.018409778284908234</c:v>
              </c:pt>
              <c:pt idx="128">
                <c:v>0.018409778284908234</c:v>
              </c:pt>
              <c:pt idx="129">
                <c:v>0.018409778284908234</c:v>
              </c:pt>
              <c:pt idx="130">
                <c:v>0.018409778284908234</c:v>
              </c:pt>
              <c:pt idx="131">
                <c:v>0.018409778284908234</c:v>
              </c:pt>
              <c:pt idx="132">
                <c:v>0.018409778284908234</c:v>
              </c:pt>
              <c:pt idx="133">
                <c:v>0.018409778284908234</c:v>
              </c:pt>
              <c:pt idx="134">
                <c:v>0.018409778284908234</c:v>
              </c:pt>
              <c:pt idx="135">
                <c:v>0.018409778284908234</c:v>
              </c:pt>
              <c:pt idx="136">
                <c:v>0.018409778284908234</c:v>
              </c:pt>
              <c:pt idx="137">
                <c:v>0.018409778284908234</c:v>
              </c:pt>
              <c:pt idx="138">
                <c:v>0.018409778284908234</c:v>
              </c:pt>
              <c:pt idx="139">
                <c:v>0.018409778284908234</c:v>
              </c:pt>
              <c:pt idx="140">
                <c:v>0.018409778284908234</c:v>
              </c:pt>
              <c:pt idx="141">
                <c:v>0.018409778284908234</c:v>
              </c:pt>
              <c:pt idx="142">
                <c:v>0.018409778284908234</c:v>
              </c:pt>
              <c:pt idx="143">
                <c:v>0.018409778284908234</c:v>
              </c:pt>
              <c:pt idx="144">
                <c:v>0.018409778284908234</c:v>
              </c:pt>
              <c:pt idx="145">
                <c:v>0.018409778284908234</c:v>
              </c:pt>
              <c:pt idx="146">
                <c:v>0.018409778284908234</c:v>
              </c:pt>
              <c:pt idx="147">
                <c:v>0.018409778284908234</c:v>
              </c:pt>
              <c:pt idx="148">
                <c:v>0.018409778284908234</c:v>
              </c:pt>
              <c:pt idx="149">
                <c:v>0.018409778284908234</c:v>
              </c:pt>
              <c:pt idx="150">
                <c:v>0.018409778284908234</c:v>
              </c:pt>
              <c:pt idx="151">
                <c:v>0.018409778284908234</c:v>
              </c:pt>
              <c:pt idx="152">
                <c:v>0.018409778284908234</c:v>
              </c:pt>
              <c:pt idx="153">
                <c:v>0.018409778284908234</c:v>
              </c:pt>
              <c:pt idx="154">
                <c:v>0.018409778284908234</c:v>
              </c:pt>
              <c:pt idx="155">
                <c:v>0.018409778284908234</c:v>
              </c:pt>
              <c:pt idx="156">
                <c:v>0.018409778284908234</c:v>
              </c:pt>
              <c:pt idx="157">
                <c:v>0.018409778284908234</c:v>
              </c:pt>
              <c:pt idx="158">
                <c:v>0.018409778284908234</c:v>
              </c:pt>
              <c:pt idx="159">
                <c:v>0.018409778284908234</c:v>
              </c:pt>
              <c:pt idx="160">
                <c:v>0.018409778284908234</c:v>
              </c:pt>
              <c:pt idx="161">
                <c:v>0.018409778284908234</c:v>
              </c:pt>
              <c:pt idx="162">
                <c:v>0.018409778284908234</c:v>
              </c:pt>
              <c:pt idx="163">
                <c:v>0.018409778284908234</c:v>
              </c:pt>
              <c:pt idx="164">
                <c:v>0.018409778284908234</c:v>
              </c:pt>
              <c:pt idx="165">
                <c:v>0.018409778284908234</c:v>
              </c:pt>
              <c:pt idx="166">
                <c:v>0.018409778284908234</c:v>
              </c:pt>
              <c:pt idx="167">
                <c:v>0.018409778284908234</c:v>
              </c:pt>
              <c:pt idx="168">
                <c:v>0.018409778284908234</c:v>
              </c:pt>
              <c:pt idx="169">
                <c:v>0.018409778284908234</c:v>
              </c:pt>
              <c:pt idx="170">
                <c:v>0.018409778284908234</c:v>
              </c:pt>
              <c:pt idx="171">
                <c:v>0.018409778284908234</c:v>
              </c:pt>
              <c:pt idx="172">
                <c:v>0.018409778284908234</c:v>
              </c:pt>
              <c:pt idx="173">
                <c:v>0.018409778284908234</c:v>
              </c:pt>
              <c:pt idx="174">
                <c:v>0.018409778284908234</c:v>
              </c:pt>
              <c:pt idx="175">
                <c:v>0.018409778284908234</c:v>
              </c:pt>
              <c:pt idx="176">
                <c:v>0.018409778284908234</c:v>
              </c:pt>
              <c:pt idx="177">
                <c:v>0.018409778284908234</c:v>
              </c:pt>
              <c:pt idx="178">
                <c:v>0.018409778284908234</c:v>
              </c:pt>
              <c:pt idx="179">
                <c:v>0.018409778284908234</c:v>
              </c:pt>
              <c:pt idx="180">
                <c:v>0.018409778284908234</c:v>
              </c:pt>
              <c:pt idx="181">
                <c:v>0.018409778284908234</c:v>
              </c:pt>
              <c:pt idx="182">
                <c:v>0.018409778284908234</c:v>
              </c:pt>
              <c:pt idx="183">
                <c:v>0.018409778284908234</c:v>
              </c:pt>
              <c:pt idx="184">
                <c:v>0.018409778284908234</c:v>
              </c:pt>
              <c:pt idx="185">
                <c:v>0.018409778284908234</c:v>
              </c:pt>
              <c:pt idx="186">
                <c:v>0.018409778284908234</c:v>
              </c:pt>
              <c:pt idx="187">
                <c:v>0.018409778284908234</c:v>
              </c:pt>
              <c:pt idx="188">
                <c:v>0.018409778284908234</c:v>
              </c:pt>
              <c:pt idx="189">
                <c:v>0.018409778284908234</c:v>
              </c:pt>
              <c:pt idx="190">
                <c:v>0.018409778284908234</c:v>
              </c:pt>
              <c:pt idx="191">
                <c:v>0.018409778284908234</c:v>
              </c:pt>
              <c:pt idx="192">
                <c:v>0.018409778284908234</c:v>
              </c:pt>
              <c:pt idx="193">
                <c:v>0.018409778284908234</c:v>
              </c:pt>
              <c:pt idx="194">
                <c:v>0.018409778284908234</c:v>
              </c:pt>
              <c:pt idx="195">
                <c:v>0.018409778284908234</c:v>
              </c:pt>
              <c:pt idx="196">
                <c:v>0.018409778284908234</c:v>
              </c:pt>
              <c:pt idx="197">
                <c:v>0.018409778284908234</c:v>
              </c:pt>
              <c:pt idx="198">
                <c:v>0.018409778284908234</c:v>
              </c:pt>
              <c:pt idx="199">
                <c:v>0.018409778284908234</c:v>
              </c:pt>
              <c:pt idx="200">
                <c:v>0.018409778284908234</c:v>
              </c:pt>
              <c:pt idx="201">
                <c:v>0.018409778284908234</c:v>
              </c:pt>
              <c:pt idx="202">
                <c:v>0.018409778284908234</c:v>
              </c:pt>
              <c:pt idx="203">
                <c:v>0.018409778284908234</c:v>
              </c:pt>
              <c:pt idx="204">
                <c:v>0.018409778284908234</c:v>
              </c:pt>
              <c:pt idx="205">
                <c:v>0.018409778284908234</c:v>
              </c:pt>
              <c:pt idx="206">
                <c:v>0.018409778284908234</c:v>
              </c:pt>
              <c:pt idx="207">
                <c:v>0.018409778284908234</c:v>
              </c:pt>
              <c:pt idx="208">
                <c:v>0.018409778284908234</c:v>
              </c:pt>
              <c:pt idx="209">
                <c:v>0.018409778284908234</c:v>
              </c:pt>
              <c:pt idx="210">
                <c:v>0.018409778284908234</c:v>
              </c:pt>
              <c:pt idx="211">
                <c:v>0.018409778284908234</c:v>
              </c:pt>
              <c:pt idx="212">
                <c:v>0.018409778284908234</c:v>
              </c:pt>
              <c:pt idx="213">
                <c:v>0.018409778284908234</c:v>
              </c:pt>
              <c:pt idx="214">
                <c:v>0.018409778284908234</c:v>
              </c:pt>
              <c:pt idx="215">
                <c:v>0.018409778284908234</c:v>
              </c:pt>
              <c:pt idx="216">
                <c:v>0.018409778284908234</c:v>
              </c:pt>
              <c:pt idx="217">
                <c:v>0.018409778284908234</c:v>
              </c:pt>
              <c:pt idx="218">
                <c:v>0.018409778284908234</c:v>
              </c:pt>
              <c:pt idx="219">
                <c:v>0.018409778284908234</c:v>
              </c:pt>
              <c:pt idx="220">
                <c:v>0.018409778284908234</c:v>
              </c:pt>
              <c:pt idx="221">
                <c:v>0.018409778284908234</c:v>
              </c:pt>
              <c:pt idx="222">
                <c:v>0.018409778284908234</c:v>
              </c:pt>
              <c:pt idx="223">
                <c:v>0.018409778284908234</c:v>
              </c:pt>
              <c:pt idx="224">
                <c:v>0.018409778284908234</c:v>
              </c:pt>
              <c:pt idx="225">
                <c:v>0.018409778284908234</c:v>
              </c:pt>
              <c:pt idx="226">
                <c:v>0.018409778284908234</c:v>
              </c:pt>
              <c:pt idx="227">
                <c:v>0.018409778284908234</c:v>
              </c:pt>
              <c:pt idx="228">
                <c:v>0.018409778284908234</c:v>
              </c:pt>
              <c:pt idx="229">
                <c:v>0.018409778284908234</c:v>
              </c:pt>
              <c:pt idx="230">
                <c:v>0.018409778284908234</c:v>
              </c:pt>
              <c:pt idx="231">
                <c:v>0.018409778284908234</c:v>
              </c:pt>
              <c:pt idx="232">
                <c:v>0.018409778284908234</c:v>
              </c:pt>
              <c:pt idx="233">
                <c:v>0.018409778284908234</c:v>
              </c:pt>
              <c:pt idx="234">
                <c:v>0.018409778284908234</c:v>
              </c:pt>
              <c:pt idx="235">
                <c:v>0.018409778284908234</c:v>
              </c:pt>
              <c:pt idx="236">
                <c:v>0.018409778284908234</c:v>
              </c:pt>
              <c:pt idx="237">
                <c:v>0.018409778284908234</c:v>
              </c:pt>
              <c:pt idx="238">
                <c:v>0.018409778284908234</c:v>
              </c:pt>
              <c:pt idx="239">
                <c:v>0.018409778284908234</c:v>
              </c:pt>
              <c:pt idx="240">
                <c:v>0.018409778284908234</c:v>
              </c:pt>
              <c:pt idx="241">
                <c:v>0.018409778284908234</c:v>
              </c:pt>
              <c:pt idx="242">
                <c:v>0.018409778284908234</c:v>
              </c:pt>
              <c:pt idx="243">
                <c:v>0.018409778284908234</c:v>
              </c:pt>
              <c:pt idx="244">
                <c:v>0.018409778284908234</c:v>
              </c:pt>
              <c:pt idx="245">
                <c:v>0.018409778284908234</c:v>
              </c:pt>
              <c:pt idx="246">
                <c:v>0.018409778284908234</c:v>
              </c:pt>
              <c:pt idx="247">
                <c:v>0.018409778284908234</c:v>
              </c:pt>
              <c:pt idx="248">
                <c:v>0.018409778284908234</c:v>
              </c:pt>
              <c:pt idx="249">
                <c:v>0.018409778284908234</c:v>
              </c:pt>
              <c:pt idx="250">
                <c:v>0.018409778284908234</c:v>
              </c:pt>
              <c:pt idx="251">
                <c:v>0.018409778284908234</c:v>
              </c:pt>
              <c:pt idx="252">
                <c:v>0.018409778284908234</c:v>
              </c:pt>
              <c:pt idx="253">
                <c:v>0.018409778284908234</c:v>
              </c:pt>
              <c:pt idx="254">
                <c:v>0.018409778284908234</c:v>
              </c:pt>
              <c:pt idx="255">
                <c:v>0.018409778284908234</c:v>
              </c:pt>
              <c:pt idx="256">
                <c:v>0.018409778284908234</c:v>
              </c:pt>
              <c:pt idx="257">
                <c:v>0.018409778284908234</c:v>
              </c:pt>
              <c:pt idx="258">
                <c:v>0.018409778284908234</c:v>
              </c:pt>
              <c:pt idx="259">
                <c:v>0.018409778284908234</c:v>
              </c:pt>
              <c:pt idx="260">
                <c:v>0.018409778284908234</c:v>
              </c:pt>
              <c:pt idx="261">
                <c:v>0.018409778284908234</c:v>
              </c:pt>
              <c:pt idx="262">
                <c:v>0.018409778284908234</c:v>
              </c:pt>
              <c:pt idx="263">
                <c:v>0.018409778284908234</c:v>
              </c:pt>
              <c:pt idx="264">
                <c:v>0.018409778284908234</c:v>
              </c:pt>
              <c:pt idx="265">
                <c:v>0.018409778284908234</c:v>
              </c:pt>
              <c:pt idx="266">
                <c:v>0.018409778284908234</c:v>
              </c:pt>
              <c:pt idx="267">
                <c:v>0.018409778284908234</c:v>
              </c:pt>
              <c:pt idx="268">
                <c:v>0.018409778284908234</c:v>
              </c:pt>
              <c:pt idx="269">
                <c:v>0.018409778284908234</c:v>
              </c:pt>
              <c:pt idx="270">
                <c:v>0.018409778284908234</c:v>
              </c:pt>
              <c:pt idx="271">
                <c:v>0.018409778284908234</c:v>
              </c:pt>
              <c:pt idx="272">
                <c:v>0.018409778284908234</c:v>
              </c:pt>
              <c:pt idx="273">
                <c:v>0.018409778284908234</c:v>
              </c:pt>
              <c:pt idx="274">
                <c:v>0.018409778284908234</c:v>
              </c:pt>
              <c:pt idx="275">
                <c:v>0.018409778284908234</c:v>
              </c:pt>
              <c:pt idx="276">
                <c:v>0.018409778284908234</c:v>
              </c:pt>
              <c:pt idx="277">
                <c:v>0.018409778284908234</c:v>
              </c:pt>
              <c:pt idx="278">
                <c:v>0.018409778284908234</c:v>
              </c:pt>
              <c:pt idx="279">
                <c:v>0.018409778284908234</c:v>
              </c:pt>
              <c:pt idx="280">
                <c:v>0.018409778284908234</c:v>
              </c:pt>
              <c:pt idx="281">
                <c:v>0.018409778284908234</c:v>
              </c:pt>
              <c:pt idx="282">
                <c:v>0.018409778284908234</c:v>
              </c:pt>
              <c:pt idx="283">
                <c:v>0.018409778284908234</c:v>
              </c:pt>
              <c:pt idx="284">
                <c:v>0.018409778284908234</c:v>
              </c:pt>
              <c:pt idx="285">
                <c:v>0.018409778284908234</c:v>
              </c:pt>
              <c:pt idx="286">
                <c:v>0.018409778284908234</c:v>
              </c:pt>
              <c:pt idx="287">
                <c:v>0.018409778284908234</c:v>
              </c:pt>
              <c:pt idx="288">
                <c:v>0.018409778284908234</c:v>
              </c:pt>
              <c:pt idx="289">
                <c:v>0.018409778284908234</c:v>
              </c:pt>
              <c:pt idx="290">
                <c:v>0.018409778284908234</c:v>
              </c:pt>
              <c:pt idx="291">
                <c:v>0.018409778284908234</c:v>
              </c:pt>
              <c:pt idx="292">
                <c:v>0.018409778284908234</c:v>
              </c:pt>
              <c:pt idx="293">
                <c:v>0.018409778284908234</c:v>
              </c:pt>
              <c:pt idx="294">
                <c:v>0.018409778284908234</c:v>
              </c:pt>
              <c:pt idx="295">
                <c:v>0.018409778284908234</c:v>
              </c:pt>
              <c:pt idx="296">
                <c:v>0.018409778284908234</c:v>
              </c:pt>
              <c:pt idx="297">
                <c:v>0.018409778284908234</c:v>
              </c:pt>
              <c:pt idx="298">
                <c:v>0.018409778284908234</c:v>
              </c:pt>
              <c:pt idx="299">
                <c:v>0.018409778284908234</c:v>
              </c:pt>
              <c:pt idx="300">
                <c:v>0.018409778284908234</c:v>
              </c:pt>
              <c:pt idx="301">
                <c:v>0.018409778284908234</c:v>
              </c:pt>
              <c:pt idx="302">
                <c:v>0.018409778284908234</c:v>
              </c:pt>
              <c:pt idx="303">
                <c:v>0.018409778284908234</c:v>
              </c:pt>
              <c:pt idx="304">
                <c:v>0.018409778284908234</c:v>
              </c:pt>
              <c:pt idx="305">
                <c:v>0.018409778284908234</c:v>
              </c:pt>
              <c:pt idx="306">
                <c:v>0.018409778284908234</c:v>
              </c:pt>
              <c:pt idx="307">
                <c:v>0.018409778284908234</c:v>
              </c:pt>
              <c:pt idx="308">
                <c:v>0.018409778284908234</c:v>
              </c:pt>
              <c:pt idx="309">
                <c:v>0.018409778284908234</c:v>
              </c:pt>
              <c:pt idx="310">
                <c:v>0.018409778284908234</c:v>
              </c:pt>
              <c:pt idx="311">
                <c:v>0.018409778284908234</c:v>
              </c:pt>
              <c:pt idx="312">
                <c:v>0.018409778284908234</c:v>
              </c:pt>
              <c:pt idx="313">
                <c:v>0.018409778284908234</c:v>
              </c:pt>
              <c:pt idx="314">
                <c:v>0.018409778284908234</c:v>
              </c:pt>
              <c:pt idx="315">
                <c:v>0.018409778284908234</c:v>
              </c:pt>
              <c:pt idx="316">
                <c:v>0.018409778284908234</c:v>
              </c:pt>
              <c:pt idx="317">
                <c:v>0.018409778284908234</c:v>
              </c:pt>
              <c:pt idx="318">
                <c:v>0.018409778284908234</c:v>
              </c:pt>
              <c:pt idx="319">
                <c:v>0.018409778284908234</c:v>
              </c:pt>
              <c:pt idx="320">
                <c:v>0.018409778284908234</c:v>
              </c:pt>
              <c:pt idx="321">
                <c:v>0.018409778284908234</c:v>
              </c:pt>
              <c:pt idx="322">
                <c:v>0.018409778284908234</c:v>
              </c:pt>
              <c:pt idx="323">
                <c:v>0.018409778284908234</c:v>
              </c:pt>
            </c:numLit>
          </c:yVal>
          <c:smooth val="0"/>
        </c:ser>
        <c:dLbls>
          <c:txPr>
            <a:bodyPr xmlns:a="http://schemas.openxmlformats.org/drawingml/2006/main" anchorCtr="1"/>
            <a:lstStyle xmlns:a="http://schemas.openxmlformats.org/drawingml/2006/main"/>
            <a:p xmlns:a="http://schemas.openxmlformats.org/drawingml/2006/main">
              <a:pPr>
                <a:defRPr>
                  <a:latin typeface="Arial"/>
                  <a:ea typeface="Arial"/>
                  <a:cs typeface="Arial"/>
                </a:defRPr>
              </a:pPr>
            </a:p>
          </c:txPr>
          <c:showLegendKey val="0"/>
          <c:showVal val="0"/>
          <c:showCatName val="0"/>
          <c:showSerName val="0"/>
          <c:showPercent val="0"/>
          <c:showBubbleSize val="0"/>
          <c:showLeaderLines val="0"/>
        </c:dLbls>
        <c:axId val="48650112"/>
        <c:axId val="48672768"/>
      </c:scatterChart>
      <c:valAx>
        <c:axId val="48672768"/>
        <c:scaling>
          <c:orientation val="minMax"/>
          <c:max val="1.0755041101935807"/>
          <c:min val="0"/>
        </c:scaling>
        <c:delete val="0"/>
        <c:axPos val="l"/>
        <c:majorGridlines>
          <c:spPr>
            <a:ln xmlns:a="http://schemas.openxmlformats.org/drawingml/2006/main" w="5715">
              <a:solidFill>
                <a:srgbClr val="D9DFE3"/>
              </a:solidFill>
              <a:prstDash val="solid"/>
            </a:ln>
          </c:spPr>
        </c:majorGridlines>
        <c:title>
          <c:tx>
            <c:rich>
              <a:bodyPr xmlns:a="http://schemas.openxmlformats.org/drawingml/2006/main"/>
              <a:lstStyle xmlns:a="http://schemas.openxmlformats.org/drawingml/2006/main"/>
              <a:p xmlns:a="http://schemas.openxmlformats.org/drawingml/2006/main">
                <a:r>
                  <a:rPr sz="1200">
                    <a:solidFill>
                      <a:srgbClr val="263238"/>
                    </a:solidFill>
                    <a:latin typeface="Arial"/>
                    <a:ea typeface="Arial"/>
                    <a:cs typeface="Arial"/>
                  </a:rPr>
                  <a:t>Mean τ (% axis)</a:t>
                </a:r>
              </a:p>
            </c:rich>
          </c:tx>
          <c:overlay val="0"/>
          <c:txPr>
            <a:bodyPr xmlns:a="http://schemas.openxmlformats.org/drawingml/2006/main" anchorCtr="1"/>
            <a:lstStyle xmlns:a="http://schemas.openxmlformats.org/drawingml/2006/main"/>
            <a:p xmlns:a="http://schemas.openxmlformats.org/drawingml/2006/main">
              <a:pPr>
                <a:defRPr sz="1200">
                  <a:solidFill>
                    <a:srgbClr val="263238"/>
                  </a:solidFill>
                  <a:latin typeface="Arial"/>
                  <a:ea typeface="Arial"/>
                  <a:cs typeface="Arial"/>
                </a:defRPr>
              </a:pPr>
            </a:p>
          </c:txPr>
        </c:title>
        <c:numFmt formatCode="0.0"/>
        <c:majorTickMark val="none"/>
        <c:minorTickMark val="none"/>
        <c:spPr>
          <a:ln xmlns:a="http://schemas.openxmlformats.org/drawingml/2006/main" w="7620">
            <a:solidFill>
              <a:srgbClr val="263238"/>
            </a:solidFill>
            <a:prstDash val="solid"/>
          </a:ln>
        </c:spPr>
        <c:txPr>
          <a:bodyPr xmlns:a="http://schemas.openxmlformats.org/drawingml/2006/main" anchorCtr="1"/>
          <a:lstStyle xmlns:a="http://schemas.openxmlformats.org/drawingml/2006/main"/>
          <a:p xmlns:a="http://schemas.openxmlformats.org/drawingml/2006/main">
            <a:pPr>
              <a:defRPr sz="1125">
                <a:solidFill>
                  <a:srgbClr val="263238"/>
                </a:solidFill>
                <a:latin typeface="Arial"/>
                <a:ea typeface="Arial"/>
                <a:cs typeface="Arial"/>
              </a:defRPr>
            </a:pPr>
          </a:p>
        </c:txPr>
        <c:crossAx val="48650112"/>
        <c:majorUnit val="0.5"/>
      </c:valAx>
      <c:valAx>
        <c:axId val="48650112"/>
        <c:scaling>
          <c:orientation val="minMax"/>
          <c:max val="70"/>
          <c:min val="0"/>
        </c:scaling>
        <c:delete val="0"/>
        <c:axPos val="b"/>
        <c:majorGridlines>
          <c:spPr>
            <a:ln xmlns:a="http://schemas.openxmlformats.org/drawingml/2006/main" w="5715">
              <a:solidFill>
                <a:srgbClr val="D9DFE3"/>
              </a:solidFill>
              <a:prstDash val="solid"/>
            </a:ln>
          </c:spPr>
        </c:majorGridlines>
        <c:title>
          <c:tx>
            <c:rich>
              <a:bodyPr xmlns:a="http://schemas.openxmlformats.org/drawingml/2006/main"/>
              <a:lstStyle xmlns:a="http://schemas.openxmlformats.org/drawingml/2006/main"/>
              <a:p xmlns:a="http://schemas.openxmlformats.org/drawingml/2006/main">
                <a:r>
                  <a:rPr sz="1200">
                    <a:solidFill>
                      <a:srgbClr val="263238"/>
                    </a:solidFill>
                    <a:latin typeface="Arial"/>
                    <a:ea typeface="Arial"/>
                    <a:cs typeface="Arial"/>
                  </a:rPr>
                  <a:t>d_top (% scalar range)</a:t>
                </a:r>
              </a:p>
            </c:rich>
          </c:tx>
          <c:overlay val="0"/>
          <c:txPr>
            <a:bodyPr xmlns:a="http://schemas.openxmlformats.org/drawingml/2006/main" anchorCtr="1"/>
            <a:lstStyle xmlns:a="http://schemas.openxmlformats.org/drawingml/2006/main"/>
            <a:p xmlns:a="http://schemas.openxmlformats.org/drawingml/2006/main">
              <a:pPr>
                <a:defRPr sz="1200">
                  <a:solidFill>
                    <a:srgbClr val="263238"/>
                  </a:solidFill>
                  <a:latin typeface="Arial"/>
                  <a:ea typeface="Arial"/>
                  <a:cs typeface="Arial"/>
                </a:defRPr>
              </a:pPr>
            </a:p>
          </c:txPr>
        </c:title>
        <c:numFmt formatCode="0"/>
        <c:majorTickMark val="none"/>
        <c:minorTickMark val="none"/>
        <c:spPr>
          <a:ln xmlns:a="http://schemas.openxmlformats.org/drawingml/2006/main" w="7620">
            <a:solidFill>
              <a:srgbClr val="263238"/>
            </a:solidFill>
            <a:prstDash val="solid"/>
          </a:ln>
        </c:spPr>
        <c:txPr>
          <a:bodyPr xmlns:a="http://schemas.openxmlformats.org/drawingml/2006/main" anchorCtr="1"/>
          <a:lstStyle xmlns:a="http://schemas.openxmlformats.org/drawingml/2006/main"/>
          <a:p xmlns:a="http://schemas.openxmlformats.org/drawingml/2006/main">
            <a:pPr>
              <a:defRPr sz="1125">
                <a:solidFill>
                  <a:srgbClr val="263238"/>
                </a:solidFill>
                <a:latin typeface="Arial"/>
                <a:ea typeface="Arial"/>
                <a:cs typeface="Arial"/>
              </a:defRPr>
            </a:pPr>
          </a:p>
        </c:txPr>
        <c:crossAx val="48672768"/>
        <c:majorUnit val="20"/>
      </c:valAx>
      <c:spPr>
        <a:solidFill xmlns:a="http://schemas.openxmlformats.org/drawingml/2006/main">
          <a:srgbClr val="FFFFFF"/>
        </a:solidFill>
        <a:ln xmlns:a="http://schemas.openxmlformats.org/drawingml/2006/main" w="0">
          <a:noFill/>
          <a:prstDash val="solid"/>
        </a:ln>
      </c:spPr>
    </c:plotArea>
    <c:plotVisOnly val="1"/>
  </c:chart>
  <c:spPr>
    <a:solidFill xmlns:a="http://schemas.openxmlformats.org/drawingml/2006/main">
      <a:srgbClr val="FFFFFF"/>
    </a:solidFill>
    <a:ln xmlns:a="http://schemas.openxmlformats.org/drawingml/2006/main" w="0">
      <a:noFill/>
      <a:prstDash val="solid"/>
    </a:ln>
  </c:spPr>
</c:chartSpace>
</file>

<file path=ppt/main_figures/Fig5/ppt/slides/charts/chart4.xml><?xml version="1.0" encoding="utf-8"?>
<c:chartSpace xmlns:c="http://schemas.openxmlformats.org/drawingml/2006/chart">
  <c:lang val="en-US"/>
  <c:chart>
    <c:plotArea>
      <c:scatterChart>
        <c:scatterStyle val="lineMarker"/>
        <c:varyColors val="0"/>
        <c:ser>
          <c:idx val="0"/>
          <c:order val="0"/>
          <c:tx>
            <c:v>Exact frontier F</c:v>
          </c:tx>
          <c:spPr>
            <a:noFill xmlns:a="http://schemas.openxmlformats.org/drawingml/2006/main"/>
            <a:ln xmlns:a="http://schemas.openxmlformats.org/drawingml/2006/main" w="16193">
              <a:solidFill>
                <a:srgbClr val="0072B2"/>
              </a:solidFill>
              <a:prstDash val="solid"/>
            </a:ln>
          </c:spPr>
          <c:marker>
            <c:symbol val="none"/>
            <c:size val="7"/>
            <c:spPr>
              <a:solidFill xmlns:a="http://schemas.openxmlformats.org/drawingml/2006/main">
                <a:srgbClr val="0072B2"/>
              </a:solidFill>
            </c:spPr>
          </c:marker>
          <c:xVal>
            <c:numLit>
              <c:formatCode>General</c:formatCode>
              <c:ptCount val="412"/>
              <c:pt idx="0">
                <c:v>0</c:v>
              </c:pt>
              <c:pt idx="1">
                <c:v>0.0002020587492098327</c:v>
              </c:pt>
              <c:pt idx="2">
                <c:v>0.0002020587492098327</c:v>
              </c:pt>
              <c:pt idx="3">
                <c:v>0.0005927404816693753</c:v>
              </c:pt>
              <c:pt idx="4">
                <c:v>0.0005927404816693753</c:v>
              </c:pt>
              <c:pt idx="5">
                <c:v>0.0006939629566032715</c:v>
              </c:pt>
              <c:pt idx="6">
                <c:v>0.0006939629566032715</c:v>
              </c:pt>
              <c:pt idx="7">
                <c:v>0.0009605206483057556</c:v>
              </c:pt>
              <c:pt idx="8">
                <c:v>0.0009605206483057556</c:v>
              </c:pt>
              <c:pt idx="9">
                <c:v>0.001122265042248117</c:v>
              </c:pt>
              <c:pt idx="10">
                <c:v>0.001122265042248117</c:v>
              </c:pt>
              <c:pt idx="11">
                <c:v>0.00875695888026131</c:v>
              </c:pt>
              <c:pt idx="12">
                <c:v>0.00875695888026131</c:v>
              </c:pt>
              <c:pt idx="13">
                <c:v>0.011685736634785848</c:v>
              </c:pt>
              <c:pt idx="14">
                <c:v>0.011685736634785848</c:v>
              </c:pt>
              <c:pt idx="15">
                <c:v>0.014964151228102872</c:v>
              </c:pt>
              <c:pt idx="16">
                <c:v>0.014964151228102872</c:v>
              </c:pt>
              <c:pt idx="17">
                <c:v>0.024361121844582386</c:v>
              </c:pt>
              <c:pt idx="18">
                <c:v>0.024361121844582386</c:v>
              </c:pt>
              <c:pt idx="19">
                <c:v>0.025341009803123003</c:v>
              </c:pt>
              <c:pt idx="20">
                <c:v>0.025341009803123003</c:v>
              </c:pt>
              <c:pt idx="21">
                <c:v>0.029564383818975595</c:v>
              </c:pt>
              <c:pt idx="22">
                <c:v>0.029564383818975595</c:v>
              </c:pt>
              <c:pt idx="23">
                <c:v>0.03124505076921237</c:v>
              </c:pt>
              <c:pt idx="24">
                <c:v>0.03124505076921237</c:v>
              </c:pt>
              <c:pt idx="25">
                <c:v>0.03233626717953769</c:v>
              </c:pt>
              <c:pt idx="26">
                <c:v>0.03233626717953769</c:v>
              </c:pt>
              <c:pt idx="27">
                <c:v>0.034094387646901474</c:v>
              </c:pt>
              <c:pt idx="28">
                <c:v>0.034094387646901474</c:v>
              </c:pt>
              <c:pt idx="29">
                <c:v>0.03608653157887347</c:v>
              </c:pt>
              <c:pt idx="30">
                <c:v>0.03608653157887347</c:v>
              </c:pt>
              <c:pt idx="31">
                <c:v>0.04247684189751159</c:v>
              </c:pt>
              <c:pt idx="32">
                <c:v>0.04247684189751159</c:v>
              </c:pt>
              <c:pt idx="33">
                <c:v>0.047547509226268665</c:v>
              </c:pt>
              <c:pt idx="34">
                <c:v>0.047547509226268665</c:v>
              </c:pt>
              <c:pt idx="35">
                <c:v>0.053760810933172656</c:v>
              </c:pt>
              <c:pt idx="36">
                <c:v>0.053760810933172656</c:v>
              </c:pt>
              <c:pt idx="37">
                <c:v>0.06468694030652836</c:v>
              </c:pt>
              <c:pt idx="38">
                <c:v>0.06468694030652836</c:v>
              </c:pt>
              <c:pt idx="39">
                <c:v>0.06582724802063562</c:v>
              </c:pt>
              <c:pt idx="40">
                <c:v>0.06582724802063562</c:v>
              </c:pt>
              <c:pt idx="41">
                <c:v>0.07449103271348698</c:v>
              </c:pt>
              <c:pt idx="42">
                <c:v>0.07449103271348698</c:v>
              </c:pt>
              <c:pt idx="43">
                <c:v>0.07666092661863003</c:v>
              </c:pt>
              <c:pt idx="44">
                <c:v>0.07666092661863003</c:v>
              </c:pt>
              <c:pt idx="45">
                <c:v>0.08277715580537813</c:v>
              </c:pt>
              <c:pt idx="46">
                <c:v>0.08277715580537813</c:v>
              </c:pt>
              <c:pt idx="47">
                <c:v>0.1095372766345272</c:v>
              </c:pt>
              <c:pt idx="48">
                <c:v>0.1095372766345272</c:v>
              </c:pt>
              <c:pt idx="49">
                <c:v>0.117866280181639</c:v>
              </c:pt>
              <c:pt idx="50">
                <c:v>0.117866280181639</c:v>
              </c:pt>
              <c:pt idx="51">
                <c:v>0.1337710047697602</c:v>
              </c:pt>
              <c:pt idx="52">
                <c:v>0.1337710047697602</c:v>
              </c:pt>
              <c:pt idx="53">
                <c:v>0.1487252178514525</c:v>
              </c:pt>
              <c:pt idx="54">
                <c:v>0.1487252178514525</c:v>
              </c:pt>
              <c:pt idx="55">
                <c:v>0.1525611186790609</c:v>
              </c:pt>
              <c:pt idx="56">
                <c:v>0.1525611186790609</c:v>
              </c:pt>
              <c:pt idx="57">
                <c:v>0.17246652228014278</c:v>
              </c:pt>
              <c:pt idx="58">
                <c:v>0.17246652228014278</c:v>
              </c:pt>
              <c:pt idx="59">
                <c:v>0.18885982265472823</c:v>
              </c:pt>
              <c:pt idx="60">
                <c:v>0.18885982265472823</c:v>
              </c:pt>
              <c:pt idx="61">
                <c:v>0.2012656646762018</c:v>
              </c:pt>
              <c:pt idx="62">
                <c:v>0.2012656646762018</c:v>
              </c:pt>
              <c:pt idx="63">
                <c:v>0.21424057613684175</c:v>
              </c:pt>
              <c:pt idx="64">
                <c:v>0.21424057613684175</c:v>
              </c:pt>
              <c:pt idx="65">
                <c:v>0.24210409619165973</c:v>
              </c:pt>
              <c:pt idx="66">
                <c:v>0.24210409619165973</c:v>
              </c:pt>
              <c:pt idx="67">
                <c:v>0.2428509718499829</c:v>
              </c:pt>
              <c:pt idx="68">
                <c:v>0.2428509718499829</c:v>
              </c:pt>
              <c:pt idx="69">
                <c:v>0.24974726329495886</c:v>
              </c:pt>
              <c:pt idx="70">
                <c:v>0.24974726329495886</c:v>
              </c:pt>
              <c:pt idx="71">
                <c:v>0.25027832981456655</c:v>
              </c:pt>
              <c:pt idx="72">
                <c:v>0.25027832981456655</c:v>
              </c:pt>
              <c:pt idx="73">
                <c:v>0.25236010077405285</c:v>
              </c:pt>
              <c:pt idx="74">
                <c:v>0.25236010077405285</c:v>
              </c:pt>
              <c:pt idx="75">
                <c:v>0.28872433913442763</c:v>
              </c:pt>
              <c:pt idx="76">
                <c:v>0.28872433913442763</c:v>
              </c:pt>
              <c:pt idx="77">
                <c:v>0.29749707992114277</c:v>
              </c:pt>
              <c:pt idx="78">
                <c:v>0.29749707992114277</c:v>
              </c:pt>
              <c:pt idx="79">
                <c:v>0.3166367162176152</c:v>
              </c:pt>
              <c:pt idx="80">
                <c:v>0.3166367162176152</c:v>
              </c:pt>
              <c:pt idx="81">
                <c:v>0.3173221743589358</c:v>
              </c:pt>
              <c:pt idx="82">
                <c:v>0.3173221743589358</c:v>
              </c:pt>
              <c:pt idx="83">
                <c:v>0.31820225480038045</c:v>
              </c:pt>
              <c:pt idx="84">
                <c:v>0.31820225480038045</c:v>
              </c:pt>
              <c:pt idx="85">
                <c:v>0.3328605207794386</c:v>
              </c:pt>
              <c:pt idx="86">
                <c:v>0.3328605207794386</c:v>
              </c:pt>
              <c:pt idx="87">
                <c:v>0.33295709757290215</c:v>
              </c:pt>
              <c:pt idx="88">
                <c:v>0.33295709757290215</c:v>
              </c:pt>
              <c:pt idx="89">
                <c:v>0.3395983908741124</c:v>
              </c:pt>
              <c:pt idx="90">
                <c:v>0.3395983908741124</c:v>
              </c:pt>
              <c:pt idx="91">
                <c:v>0.35465815395530825</c:v>
              </c:pt>
              <c:pt idx="92">
                <c:v>0.35465815395530825</c:v>
              </c:pt>
              <c:pt idx="93">
                <c:v>0.3561263314852744</c:v>
              </c:pt>
              <c:pt idx="94">
                <c:v>0.3561263314852744</c:v>
              </c:pt>
              <c:pt idx="95">
                <c:v>0.386754728130288</c:v>
              </c:pt>
              <c:pt idx="96">
                <c:v>0.386754728130288</c:v>
              </c:pt>
              <c:pt idx="97">
                <c:v>0.40975320292123313</c:v>
              </c:pt>
              <c:pt idx="98">
                <c:v>0.40975320292123313</c:v>
              </c:pt>
              <c:pt idx="99">
                <c:v>0.40987032011411473</c:v>
              </c:pt>
              <c:pt idx="100">
                <c:v>0.40987032011411473</c:v>
              </c:pt>
              <c:pt idx="101">
                <c:v>0.4262798723414123</c:v>
              </c:pt>
              <c:pt idx="102">
                <c:v>0.4262798723414123</c:v>
              </c:pt>
              <c:pt idx="103">
                <c:v>0.43061727964442825</c:v>
              </c:pt>
              <c:pt idx="104">
                <c:v>0.43061727964442825</c:v>
              </c:pt>
              <c:pt idx="105">
                <c:v>0.4842048327687463</c:v>
              </c:pt>
              <c:pt idx="106">
                <c:v>0.4842048327687463</c:v>
              </c:pt>
              <c:pt idx="107">
                <c:v>0.48990971703755043</c:v>
              </c:pt>
              <c:pt idx="108">
                <c:v>0.48990971703755043</c:v>
              </c:pt>
              <c:pt idx="109">
                <c:v>0.49529475629310543</c:v>
              </c:pt>
              <c:pt idx="110">
                <c:v>0.49529475629310543</c:v>
              </c:pt>
              <c:pt idx="111">
                <c:v>0.5</c:v>
              </c:pt>
              <c:pt idx="112">
                <c:v>0.5</c:v>
              </c:pt>
              <c:pt idx="113">
                <c:v>0.5021940963639439</c:v>
              </c:pt>
              <c:pt idx="114">
                <c:v>0.5021940963639439</c:v>
              </c:pt>
              <c:pt idx="115">
                <c:v>0.5080789571255008</c:v>
              </c:pt>
              <c:pt idx="116">
                <c:v>0.5080789571255008</c:v>
              </c:pt>
              <c:pt idx="117">
                <c:v>0.5278612187557997</c:v>
              </c:pt>
              <c:pt idx="118">
                <c:v>0.5278612187557997</c:v>
              </c:pt>
              <c:pt idx="119">
                <c:v>0.5516950838406552</c:v>
              </c:pt>
              <c:pt idx="120">
                <c:v>0.5516950838406552</c:v>
              </c:pt>
              <c:pt idx="121">
                <c:v>0.5544217821451588</c:v>
              </c:pt>
              <c:pt idx="122">
                <c:v>0.5544217821451588</c:v>
              </c:pt>
              <c:pt idx="123">
                <c:v>0.5669862647332221</c:v>
              </c:pt>
              <c:pt idx="124">
                <c:v>0.5669862647332221</c:v>
              </c:pt>
              <c:pt idx="125">
                <c:v>0.58045049751121</c:v>
              </c:pt>
              <c:pt idx="126">
                <c:v>0.58045049751121</c:v>
              </c:pt>
              <c:pt idx="127">
                <c:v>0.5829569624644114</c:v>
              </c:pt>
              <c:pt idx="128">
                <c:v>0.5829569624644114</c:v>
              </c:pt>
              <c:pt idx="129">
                <c:v>0.5872638935414554</c:v>
              </c:pt>
              <c:pt idx="130">
                <c:v>0.5872638935414554</c:v>
              </c:pt>
              <c:pt idx="131">
                <c:v>0.5942498462909108</c:v>
              </c:pt>
              <c:pt idx="132">
                <c:v>0.5942498462909108</c:v>
              </c:pt>
              <c:pt idx="133">
                <c:v>0.5949108950498209</c:v>
              </c:pt>
              <c:pt idx="134">
                <c:v>0.5949108950498209</c:v>
              </c:pt>
              <c:pt idx="135">
                <c:v>0.6029516921290539</c:v>
              </c:pt>
              <c:pt idx="136">
                <c:v>0.6029516921290539</c:v>
              </c:pt>
              <c:pt idx="137">
                <c:v>0.6088156404071815</c:v>
              </c:pt>
              <c:pt idx="138">
                <c:v>0.6088156404071815</c:v>
              </c:pt>
              <c:pt idx="139">
                <c:v>0.6417431616347602</c:v>
              </c:pt>
              <c:pt idx="140">
                <c:v>0.6417431616347602</c:v>
              </c:pt>
              <c:pt idx="141">
                <c:v>0.6483620190766558</c:v>
              </c:pt>
              <c:pt idx="142">
                <c:v>0.6483620190766558</c:v>
              </c:pt>
              <c:pt idx="143">
                <c:v>0.6545647088022432</c:v>
              </c:pt>
              <c:pt idx="144">
                <c:v>0.6545647088022432</c:v>
              </c:pt>
              <c:pt idx="145">
                <c:v>0.6644791029551206</c:v>
              </c:pt>
              <c:pt idx="146">
                <c:v>0.6644791029551206</c:v>
              </c:pt>
              <c:pt idx="147">
                <c:v>0.6657273143426191</c:v>
              </c:pt>
              <c:pt idx="148">
                <c:v>0.6657273143426191</c:v>
              </c:pt>
              <c:pt idx="149">
                <c:v>0.6934987335143268</c:v>
              </c:pt>
              <c:pt idx="150">
                <c:v>0.6934987335143268</c:v>
              </c:pt>
              <c:pt idx="151">
                <c:v>0.7440225400407002</c:v>
              </c:pt>
              <c:pt idx="152">
                <c:v>0.7440225400407002</c:v>
              </c:pt>
              <c:pt idx="153">
                <c:v>0.7614777129701753</c:v>
              </c:pt>
              <c:pt idx="154">
                <c:v>0.7614777129701753</c:v>
              </c:pt>
              <c:pt idx="155">
                <c:v>0.7632951313856433</c:v>
              </c:pt>
              <c:pt idx="156">
                <c:v>0.7632951313856433</c:v>
              </c:pt>
              <c:pt idx="157">
                <c:v>0.7637588188704455</c:v>
              </c:pt>
              <c:pt idx="158">
                <c:v>0.7637588188704455</c:v>
              </c:pt>
              <c:pt idx="159">
                <c:v>0.7959983511466264</c:v>
              </c:pt>
              <c:pt idx="160">
                <c:v>0.7959983511466264</c:v>
              </c:pt>
              <c:pt idx="161">
                <c:v>0.8040551846147082</c:v>
              </c:pt>
              <c:pt idx="162">
                <c:v>0.8040551846147082</c:v>
              </c:pt>
              <c:pt idx="163">
                <c:v>0.8253113796764603</c:v>
              </c:pt>
              <c:pt idx="164">
                <c:v>0.8253113796764603</c:v>
              </c:pt>
              <c:pt idx="165">
                <c:v>0.884504970484851</c:v>
              </c:pt>
              <c:pt idx="166">
                <c:v>0.884504970484851</c:v>
              </c:pt>
              <c:pt idx="167">
                <c:v>0.9022182703437671</c:v>
              </c:pt>
              <c:pt idx="168">
                <c:v>0.9022182703437671</c:v>
              </c:pt>
              <c:pt idx="169">
                <c:v>0.9045531049914709</c:v>
              </c:pt>
              <c:pt idx="170">
                <c:v>0.9045531049914709</c:v>
              </c:pt>
              <c:pt idx="171">
                <c:v>0.9202347618275871</c:v>
              </c:pt>
              <c:pt idx="172">
                <c:v>0.9202347618275871</c:v>
              </c:pt>
              <c:pt idx="173">
                <c:v>0.9212259566512369</c:v>
              </c:pt>
              <c:pt idx="174">
                <c:v>0.9212259566512369</c:v>
              </c:pt>
              <c:pt idx="175">
                <c:v>0.9224773878454317</c:v>
              </c:pt>
              <c:pt idx="176">
                <c:v>0.9224773878454317</c:v>
              </c:pt>
              <c:pt idx="177">
                <c:v>1</c:v>
              </c:pt>
              <c:pt idx="178">
                <c:v>1</c:v>
              </c:pt>
              <c:pt idx="179">
                <c:v>1.038324109761231</c:v>
              </c:pt>
              <c:pt idx="180">
                <c:v>1.038324109761231</c:v>
              </c:pt>
              <c:pt idx="181">
                <c:v>1.0494059743148916</c:v>
              </c:pt>
              <c:pt idx="182">
                <c:v>1.0494059743148916</c:v>
              </c:pt>
              <c:pt idx="183">
                <c:v>1.051613481748875</c:v>
              </c:pt>
              <c:pt idx="184">
                <c:v>1.051613481748875</c:v>
              </c:pt>
              <c:pt idx="185">
                <c:v>1.0881192739495626</c:v>
              </c:pt>
              <c:pt idx="186">
                <c:v>1.0881192739495626</c:v>
              </c:pt>
              <c:pt idx="187">
                <c:v>1.119209748245061</c:v>
              </c:pt>
              <c:pt idx="188">
                <c:v>1.119209748245061</c:v>
              </c:pt>
              <c:pt idx="189">
                <c:v>1.1351853392537863</c:v>
              </c:pt>
              <c:pt idx="190">
                <c:v>1.1351853392537863</c:v>
              </c:pt>
              <c:pt idx="191">
                <c:v>1.2006813678309078</c:v>
              </c:pt>
              <c:pt idx="192">
                <c:v>1.2006813678309078</c:v>
              </c:pt>
              <c:pt idx="193">
                <c:v>1.2450607705576597</c:v>
              </c:pt>
              <c:pt idx="194">
                <c:v>1.2450607705576597</c:v>
              </c:pt>
              <c:pt idx="195">
                <c:v>1.2491422624427615</c:v>
              </c:pt>
              <c:pt idx="196">
                <c:v>1.2491422624427615</c:v>
              </c:pt>
              <c:pt idx="197">
                <c:v>1.2640099774063365</c:v>
              </c:pt>
              <c:pt idx="198">
                <c:v>1.2640099774063365</c:v>
              </c:pt>
              <c:pt idx="199">
                <c:v>1.2920363444058074</c:v>
              </c:pt>
              <c:pt idx="200">
                <c:v>1.2920363444058074</c:v>
              </c:pt>
              <c:pt idx="201">
                <c:v>1.3380603884030058</c:v>
              </c:pt>
              <c:pt idx="202">
                <c:v>1.3380603884030058</c:v>
              </c:pt>
              <c:pt idx="203">
                <c:v>1.420562280864945</c:v>
              </c:pt>
              <c:pt idx="204">
                <c:v>1.420562280864945</c:v>
              </c:pt>
              <c:pt idx="205">
                <c:v>1.4325904260151507</c:v>
              </c:pt>
              <c:pt idx="206">
                <c:v>1.4325904260151507</c:v>
              </c:pt>
              <c:pt idx="207">
                <c:v>1.4333821656298675</c:v>
              </c:pt>
              <c:pt idx="208">
                <c:v>1.4333821656298675</c:v>
              </c:pt>
              <c:pt idx="209">
                <c:v>1.4554296631957053</c:v>
              </c:pt>
              <c:pt idx="210">
                <c:v>1.4554296631957053</c:v>
              </c:pt>
              <c:pt idx="211">
                <c:v>1.5214605263650287</c:v>
              </c:pt>
              <c:pt idx="212">
                <c:v>1.5214605263650287</c:v>
              </c:pt>
              <c:pt idx="213">
                <c:v>1.524712507314694</c:v>
              </c:pt>
              <c:pt idx="214">
                <c:v>1.524712507314694</c:v>
              </c:pt>
              <c:pt idx="215">
                <c:v>1.5347260172686834</c:v>
              </c:pt>
              <c:pt idx="216">
                <c:v>1.5347260172686834</c:v>
              </c:pt>
              <c:pt idx="217">
                <c:v>1.5787937839399109</c:v>
              </c:pt>
              <c:pt idx="218">
                <c:v>1.5787937839399109</c:v>
              </c:pt>
              <c:pt idx="219">
                <c:v>1.6184642299314216</c:v>
              </c:pt>
              <c:pt idx="220">
                <c:v>1.6184642299314216</c:v>
              </c:pt>
              <c:pt idx="221">
                <c:v>1.6510089039820586</c:v>
              </c:pt>
              <c:pt idx="222">
                <c:v>1.6510089039820586</c:v>
              </c:pt>
              <c:pt idx="223">
                <c:v>1.6611908355720943</c:v>
              </c:pt>
              <c:pt idx="224">
                <c:v>1.6611908355720943</c:v>
              </c:pt>
              <c:pt idx="225">
                <c:v>1.6746773151758136</c:v>
              </c:pt>
              <c:pt idx="226">
                <c:v>1.6746773151758136</c:v>
              </c:pt>
              <c:pt idx="227">
                <c:v>1.6945029931718154</c:v>
              </c:pt>
              <c:pt idx="228">
                <c:v>1.6945029931718154</c:v>
              </c:pt>
              <c:pt idx="229">
                <c:v>1.7111611079304418</c:v>
              </c:pt>
              <c:pt idx="230">
                <c:v>1.7111611079304418</c:v>
              </c:pt>
              <c:pt idx="231">
                <c:v>1.7165342212557468</c:v>
              </c:pt>
              <c:pt idx="232">
                <c:v>1.7165342212557468</c:v>
              </c:pt>
              <c:pt idx="233">
                <c:v>1.7294055075189878</c:v>
              </c:pt>
              <c:pt idx="234">
                <c:v>1.7294055075189878</c:v>
              </c:pt>
              <c:pt idx="235">
                <c:v>1.7402643136381926</c:v>
              </c:pt>
              <c:pt idx="236">
                <c:v>1.7402643136381926</c:v>
              </c:pt>
              <c:pt idx="237">
                <c:v>1.8132027062591574</c:v>
              </c:pt>
              <c:pt idx="238">
                <c:v>1.8132027062591574</c:v>
              </c:pt>
              <c:pt idx="239">
                <c:v>1.865790202856043</c:v>
              </c:pt>
              <c:pt idx="240">
                <c:v>1.865790202856043</c:v>
              </c:pt>
              <c:pt idx="241">
                <c:v>1.8916695756075894</c:v>
              </c:pt>
              <c:pt idx="242">
                <c:v>1.8916695756075894</c:v>
              </c:pt>
              <c:pt idx="243">
                <c:v>1.9436595333878846</c:v>
              </c:pt>
              <c:pt idx="244">
                <c:v>1.9436595333878846</c:v>
              </c:pt>
              <c:pt idx="245">
                <c:v>1.9688155126335323</c:v>
              </c:pt>
              <c:pt idx="246">
                <c:v>1.9688155126335323</c:v>
              </c:pt>
              <c:pt idx="247">
                <c:v>2</c:v>
              </c:pt>
              <c:pt idx="248">
                <c:v>2</c:v>
              </c:pt>
              <c:pt idx="249">
                <c:v>2.0316462523165</c:v>
              </c:pt>
              <c:pt idx="250">
                <c:v>2.0316462523165</c:v>
              </c:pt>
              <c:pt idx="251">
                <c:v>2.0402901000991074</c:v>
              </c:pt>
              <c:pt idx="252">
                <c:v>2.0402901000991074</c:v>
              </c:pt>
              <c:pt idx="253">
                <c:v>2.061227137345983</c:v>
              </c:pt>
              <c:pt idx="254">
                <c:v>2.061227137345983</c:v>
              </c:pt>
              <c:pt idx="255">
                <c:v>2.1426249202048004</c:v>
              </c:pt>
              <c:pt idx="256">
                <c:v>2.1426249202048004</c:v>
              </c:pt>
              <c:pt idx="257">
                <c:v>2.14359794017796</c:v>
              </c:pt>
              <c:pt idx="258">
                <c:v>2.14359794017796</c:v>
              </c:pt>
              <c:pt idx="259">
                <c:v>2.156533514285818</c:v>
              </c:pt>
              <c:pt idx="260">
                <c:v>2.156533514285818</c:v>
              </c:pt>
              <c:pt idx="261">
                <c:v>2.1905398091422055</c:v>
              </c:pt>
              <c:pt idx="262">
                <c:v>2.1905398091422055</c:v>
              </c:pt>
              <c:pt idx="263">
                <c:v>2.2579916323700764</c:v>
              </c:pt>
              <c:pt idx="264">
                <c:v>2.2579916323700764</c:v>
              </c:pt>
              <c:pt idx="265">
                <c:v>2.287468509416247</c:v>
              </c:pt>
              <c:pt idx="266">
                <c:v>2.287468509416247</c:v>
              </c:pt>
              <c:pt idx="267">
                <c:v>2.3206981455216815</c:v>
              </c:pt>
              <c:pt idx="268">
                <c:v>2.3206981455216815</c:v>
              </c:pt>
              <c:pt idx="269">
                <c:v>2.3228613044021222</c:v>
              </c:pt>
              <c:pt idx="270">
                <c:v>2.3228613044021222</c:v>
              </c:pt>
              <c:pt idx="271">
                <c:v>2.3378784465176725</c:v>
              </c:pt>
              <c:pt idx="272">
                <c:v>2.3378784465176725</c:v>
              </c:pt>
              <c:pt idx="273">
                <c:v>2.341442318720699</c:v>
              </c:pt>
              <c:pt idx="274">
                <c:v>2.341442318720699</c:v>
              </c:pt>
              <c:pt idx="275">
                <c:v>2.3453191567686615</c:v>
              </c:pt>
              <c:pt idx="276">
                <c:v>2.3453191567686615</c:v>
              </c:pt>
              <c:pt idx="277">
                <c:v>2.368131410757828</c:v>
              </c:pt>
              <c:pt idx="278">
                <c:v>2.368131410757828</c:v>
              </c:pt>
              <c:pt idx="279">
                <c:v>2.373161903352829</c:v>
              </c:pt>
              <c:pt idx="280">
                <c:v>2.373161903352829</c:v>
              </c:pt>
              <c:pt idx="281">
                <c:v>2.408561094151636</c:v>
              </c:pt>
              <c:pt idx="282">
                <c:v>2.408561094151636</c:v>
              </c:pt>
              <c:pt idx="283">
                <c:v>2.452437180529151</c:v>
              </c:pt>
              <c:pt idx="284">
                <c:v>2.452437180529151</c:v>
              </c:pt>
              <c:pt idx="285">
                <c:v>2.460962545158719</c:v>
              </c:pt>
              <c:pt idx="286">
                <c:v>2.460962545158719</c:v>
              </c:pt>
              <c:pt idx="287">
                <c:v>2.48583452916475</c:v>
              </c:pt>
              <c:pt idx="288">
                <c:v>2.48583452916475</c:v>
              </c:pt>
              <c:pt idx="289">
                <c:v>2.514182396989435</c:v>
              </c:pt>
              <c:pt idx="290">
                <c:v>2.514182396989435</c:v>
              </c:pt>
              <c:pt idx="291">
                <c:v>2.570318304325982</c:v>
              </c:pt>
              <c:pt idx="292">
                <c:v>2.570318304325982</c:v>
              </c:pt>
              <c:pt idx="293">
                <c:v>2.666276801614424</c:v>
              </c:pt>
              <c:pt idx="294">
                <c:v>2.666276801614424</c:v>
              </c:pt>
              <c:pt idx="295">
                <c:v>2.686148969806944</c:v>
              </c:pt>
              <c:pt idx="296">
                <c:v>2.686148969806944</c:v>
              </c:pt>
              <c:pt idx="297">
                <c:v>2.745348981959733</c:v>
              </c:pt>
              <c:pt idx="298">
                <c:v>2.745348981959733</c:v>
              </c:pt>
              <c:pt idx="299">
                <c:v>2.7669101311952264</c:v>
              </c:pt>
              <c:pt idx="300">
                <c:v>2.7669101311952264</c:v>
              </c:pt>
              <c:pt idx="301">
                <c:v>2.8202889544622876</c:v>
              </c:pt>
              <c:pt idx="302">
                <c:v>2.8202889544622876</c:v>
              </c:pt>
              <c:pt idx="303">
                <c:v>2.8400670644973958</c:v>
              </c:pt>
              <c:pt idx="304">
                <c:v>2.8400670644973958</c:v>
              </c:pt>
              <c:pt idx="305">
                <c:v>2.843753145993903</c:v>
              </c:pt>
              <c:pt idx="306">
                <c:v>2.843753145993903</c:v>
              </c:pt>
              <c:pt idx="307">
                <c:v>2.876841957092049</c:v>
              </c:pt>
              <c:pt idx="308">
                <c:v>2.876841957092049</c:v>
              </c:pt>
              <c:pt idx="309">
                <c:v>2.9222351684237777</c:v>
              </c:pt>
              <c:pt idx="310">
                <c:v>2.9222351684237777</c:v>
              </c:pt>
              <c:pt idx="311">
                <c:v>2.9282066719862767</c:v>
              </c:pt>
              <c:pt idx="312">
                <c:v>2.9282066719862767</c:v>
              </c:pt>
              <c:pt idx="313">
                <c:v>2.9344501935527365</c:v>
              </c:pt>
              <c:pt idx="314">
                <c:v>2.9344501935527365</c:v>
              </c:pt>
              <c:pt idx="315">
                <c:v>2.9440902968826146</c:v>
              </c:pt>
              <c:pt idx="316">
                <c:v>2.9440902968826146</c:v>
              </c:pt>
              <c:pt idx="317">
                <c:v>2.9550306400691007</c:v>
              </c:pt>
              <c:pt idx="318">
                <c:v>2.9550306400691007</c:v>
              </c:pt>
              <c:pt idx="319">
                <c:v>3.0122197524864767</c:v>
              </c:pt>
              <c:pt idx="320">
                <c:v>3.0122197524864767</c:v>
              </c:pt>
              <c:pt idx="321">
                <c:v>3.0310726897004527</c:v>
              </c:pt>
              <c:pt idx="322">
                <c:v>3.0310726897004527</c:v>
              </c:pt>
              <c:pt idx="323">
                <c:v>3.1564353397238203</c:v>
              </c:pt>
              <c:pt idx="324">
                <c:v>3.1564353397238203</c:v>
              </c:pt>
              <c:pt idx="325">
                <c:v>3.1767107369538783</c:v>
              </c:pt>
              <c:pt idx="326">
                <c:v>3.1767107369538783</c:v>
              </c:pt>
              <c:pt idx="327">
                <c:v>3.180275632292906</c:v>
              </c:pt>
              <c:pt idx="328">
                <c:v>3.180275632292906</c:v>
              </c:pt>
              <c:pt idx="329">
                <c:v>3.1813280407779114</c:v>
              </c:pt>
              <c:pt idx="330">
                <c:v>3.1813280407779114</c:v>
              </c:pt>
              <c:pt idx="331">
                <c:v>3.3320041159570435</c:v>
              </c:pt>
              <c:pt idx="332">
                <c:v>3.3320041159570435</c:v>
              </c:pt>
              <c:pt idx="333">
                <c:v>3.3447199359853186</c:v>
              </c:pt>
              <c:pt idx="334">
                <c:v>3.3447199359853186</c:v>
              </c:pt>
              <c:pt idx="335">
                <c:v>3.467136449762656</c:v>
              </c:pt>
              <c:pt idx="336">
                <c:v>3.467136449762656</c:v>
              </c:pt>
              <c:pt idx="337">
                <c:v>3.470696492407372</c:v>
              </c:pt>
              <c:pt idx="338">
                <c:v>3.470696492407372</c:v>
              </c:pt>
              <c:pt idx="339">
                <c:v>3.5010640511770856</c:v>
              </c:pt>
              <c:pt idx="340">
                <c:v>3.5010640511770856</c:v>
              </c:pt>
              <c:pt idx="341">
                <c:v>3.84128745581388</c:v>
              </c:pt>
              <c:pt idx="342">
                <c:v>3.84128745581388</c:v>
              </c:pt>
              <c:pt idx="343">
                <c:v>3.9811339942265525</c:v>
              </c:pt>
              <c:pt idx="344">
                <c:v>3.9811339942265525</c:v>
              </c:pt>
              <c:pt idx="345">
                <c:v>4.054449932307367</c:v>
              </c:pt>
              <c:pt idx="346">
                <c:v>4.054449932307367</c:v>
              </c:pt>
              <c:pt idx="347">
                <c:v>4.110083109153377</c:v>
              </c:pt>
              <c:pt idx="348">
                <c:v>4.110083109153377</c:v>
              </c:pt>
              <c:pt idx="349">
                <c:v>4.381532971863782</c:v>
              </c:pt>
              <c:pt idx="350">
                <c:v>4.381532971863782</c:v>
              </c:pt>
              <c:pt idx="351">
                <c:v>4.474633417076043</c:v>
              </c:pt>
              <c:pt idx="352">
                <c:v>4.474633417076043</c:v>
              </c:pt>
              <c:pt idx="353">
                <c:v>4.5157868235576295</c:v>
              </c:pt>
              <c:pt idx="354">
                <c:v>4.5157868235576295</c:v>
              </c:pt>
              <c:pt idx="355">
                <c:v>4.518794331612874</c:v>
              </c:pt>
              <c:pt idx="356">
                <c:v>4.518794331612874</c:v>
              </c:pt>
              <c:pt idx="357">
                <c:v>4.669276550240401</c:v>
              </c:pt>
              <c:pt idx="358">
                <c:v>4.669276550240401</c:v>
              </c:pt>
              <c:pt idx="359">
                <c:v>4.701941080174179</c:v>
              </c:pt>
              <c:pt idx="360">
                <c:v>4.701941080174179</c:v>
              </c:pt>
              <c:pt idx="361">
                <c:v>4.783523453070028</c:v>
              </c:pt>
              <c:pt idx="362">
                <c:v>4.783523453070028</c:v>
              </c:pt>
              <c:pt idx="363">
                <c:v>4.903896004034577</c:v>
              </c:pt>
              <c:pt idx="364">
                <c:v>4.903896004034577</c:v>
              </c:pt>
              <c:pt idx="365">
                <c:v>4.927276006861227</c:v>
              </c:pt>
              <c:pt idx="366">
                <c:v>4.927276006861227</c:v>
              </c:pt>
              <c:pt idx="367">
                <c:v>5</c:v>
              </c:pt>
              <c:pt idx="368">
                <c:v>5</c:v>
              </c:pt>
              <c:pt idx="369">
                <c:v>5.32371367280702</c:v>
              </c:pt>
              <c:pt idx="370">
                <c:v>5.32371367280702</c:v>
              </c:pt>
              <c:pt idx="371">
                <c:v>5.580843905671755</c:v>
              </c:pt>
              <c:pt idx="372">
                <c:v>5.580843905671755</c:v>
              </c:pt>
              <c:pt idx="373">
                <c:v>5.616402220404511</c:v>
              </c:pt>
              <c:pt idx="374">
                <c:v>5.616402220404511</c:v>
              </c:pt>
              <c:pt idx="375">
                <c:v>5.9388982344163965</c:v>
              </c:pt>
              <c:pt idx="376">
                <c:v>5.9388982344163965</c:v>
              </c:pt>
              <c:pt idx="377">
                <c:v>5.9670187233072</c:v>
              </c:pt>
              <c:pt idx="378">
                <c:v>5.9670187233072</c:v>
              </c:pt>
              <c:pt idx="379">
                <c:v>6.014638337656728</c:v>
              </c:pt>
              <c:pt idx="380">
                <c:v>6.014638337656728</c:v>
              </c:pt>
              <c:pt idx="381">
                <c:v>6.16557685354679</c:v>
              </c:pt>
              <c:pt idx="382">
                <c:v>6.16557685354679</c:v>
              </c:pt>
              <c:pt idx="383">
                <c:v>6.211841840649047</c:v>
              </c:pt>
              <c:pt idx="384">
                <c:v>6.211841840649047</c:v>
              </c:pt>
              <c:pt idx="385">
                <c:v>7.125455647898179</c:v>
              </c:pt>
              <c:pt idx="386">
                <c:v>7.125455647898179</c:v>
              </c:pt>
              <c:pt idx="387">
                <c:v>7.961163156081226</c:v>
              </c:pt>
              <c:pt idx="388">
                <c:v>7.961163156081226</c:v>
              </c:pt>
              <c:pt idx="389">
                <c:v>8.631508395037775</c:v>
              </c:pt>
              <c:pt idx="390">
                <c:v>8.631508395037775</c:v>
              </c:pt>
              <c:pt idx="391">
                <c:v>9.426684011445499</c:v>
              </c:pt>
              <c:pt idx="392">
                <c:v>9.426684011445499</c:v>
              </c:pt>
              <c:pt idx="393">
                <c:v>9.662066569929147</c:v>
              </c:pt>
              <c:pt idx="394">
                <c:v>9.662066569929147</c:v>
              </c:pt>
              <c:pt idx="395">
                <c:v>10</c:v>
              </c:pt>
              <c:pt idx="396">
                <c:v>10</c:v>
              </c:pt>
              <c:pt idx="397">
                <c:v>13.063022272911711</c:v>
              </c:pt>
              <c:pt idx="398">
                <c:v>13.063022272911711</c:v>
              </c:pt>
              <c:pt idx="399">
                <c:v>15</c:v>
              </c:pt>
              <c:pt idx="400">
                <c:v>15</c:v>
              </c:pt>
              <c:pt idx="401">
                <c:v>15.811310549243455</c:v>
              </c:pt>
              <c:pt idx="402">
                <c:v>15.811310549243455</c:v>
              </c:pt>
              <c:pt idx="403">
                <c:v>16.75890324670423</c:v>
              </c:pt>
              <c:pt idx="404">
                <c:v>16.75890324670423</c:v>
              </c:pt>
              <c:pt idx="405">
                <c:v>20</c:v>
              </c:pt>
              <c:pt idx="406">
                <c:v>20</c:v>
              </c:pt>
              <c:pt idx="407">
                <c:v>30</c:v>
              </c:pt>
              <c:pt idx="408">
                <c:v>30</c:v>
              </c:pt>
              <c:pt idx="409">
                <c:v>50</c:v>
              </c:pt>
              <c:pt idx="410">
                <c:v>50</c:v>
              </c:pt>
              <c:pt idx="411">
                <c:v>70</c:v>
              </c:pt>
            </c:numLit>
          </c:xVal>
          <c:yVal>
            <c:numLit>
              <c:formatCode>0.0</c:formatCode>
              <c:ptCount val="412"/>
              <c:pt idx="0">
                <c:v>1.2815565941285691</c:v>
              </c:pt>
              <c:pt idx="1">
                <c:v>1.2815565941285691</c:v>
              </c:pt>
              <c:pt idx="2">
                <c:v>1.2815565941285691</c:v>
              </c:pt>
              <c:pt idx="3">
                <c:v>1.2815565941285691</c:v>
              </c:pt>
              <c:pt idx="4">
                <c:v>1.2815565941285691</c:v>
              </c:pt>
              <c:pt idx="5">
                <c:v>1.2815565941285691</c:v>
              </c:pt>
              <c:pt idx="6">
                <c:v>1.2815565941285691</c:v>
              </c:pt>
              <c:pt idx="7">
                <c:v>1.2815565941285691</c:v>
              </c:pt>
              <c:pt idx="8">
                <c:v>1.2815565941285691</c:v>
              </c:pt>
              <c:pt idx="9">
                <c:v>1.2815565941285691</c:v>
              </c:pt>
              <c:pt idx="10">
                <c:v>1.2815565941285691</c:v>
              </c:pt>
              <c:pt idx="11">
                <c:v>1.2815565941285691</c:v>
              </c:pt>
              <c:pt idx="12">
                <c:v>1.2815565941285691</c:v>
              </c:pt>
              <c:pt idx="13">
                <c:v>1.2815565941285691</c:v>
              </c:pt>
              <c:pt idx="14">
                <c:v>1.2815565941285691</c:v>
              </c:pt>
              <c:pt idx="15">
                <c:v>1.2815565941285691</c:v>
              </c:pt>
              <c:pt idx="16">
                <c:v>1.2815565941285691</c:v>
              </c:pt>
              <c:pt idx="17">
                <c:v>1.2815565941285691</c:v>
              </c:pt>
              <c:pt idx="18">
                <c:v>1.2815565941285691</c:v>
              </c:pt>
              <c:pt idx="19">
                <c:v>1.2815565941285691</c:v>
              </c:pt>
              <c:pt idx="20">
                <c:v>1.2815565941285691</c:v>
              </c:pt>
              <c:pt idx="21">
                <c:v>1.2815565941285691</c:v>
              </c:pt>
              <c:pt idx="22">
                <c:v>1.2815565941285691</c:v>
              </c:pt>
              <c:pt idx="23">
                <c:v>1.2815565941285691</c:v>
              </c:pt>
              <c:pt idx="24">
                <c:v>1.2815565941285691</c:v>
              </c:pt>
              <c:pt idx="25">
                <c:v>1.2815565941285691</c:v>
              </c:pt>
              <c:pt idx="26">
                <c:v>1.2815565941285691</c:v>
              </c:pt>
              <c:pt idx="27">
                <c:v>1.2815565941285691</c:v>
              </c:pt>
              <c:pt idx="28">
                <c:v>1.2815565941285691</c:v>
              </c:pt>
              <c:pt idx="29">
                <c:v>1.2815565941285691</c:v>
              </c:pt>
              <c:pt idx="30">
                <c:v>1.2815565941285691</c:v>
              </c:pt>
              <c:pt idx="31">
                <c:v>1.2815565941285691</c:v>
              </c:pt>
              <c:pt idx="32">
                <c:v>1.2815565941285691</c:v>
              </c:pt>
              <c:pt idx="33">
                <c:v>1.2815565941285691</c:v>
              </c:pt>
              <c:pt idx="34">
                <c:v>1.2815565941285691</c:v>
              </c:pt>
              <c:pt idx="35">
                <c:v>1.2815565941285691</c:v>
              </c:pt>
              <c:pt idx="36">
                <c:v>1.2815565941285691</c:v>
              </c:pt>
              <c:pt idx="37">
                <c:v>1.2815565941285691</c:v>
              </c:pt>
              <c:pt idx="38">
                <c:v>1.2815565941285691</c:v>
              </c:pt>
              <c:pt idx="39">
                <c:v>1.2815565941285691</c:v>
              </c:pt>
              <c:pt idx="40">
                <c:v>1.2815565941285691</c:v>
              </c:pt>
              <c:pt idx="41">
                <c:v>1.2815565941285691</c:v>
              </c:pt>
              <c:pt idx="42">
                <c:v>1.2815565941285691</c:v>
              </c:pt>
              <c:pt idx="43">
                <c:v>1.2815565941285691</c:v>
              </c:pt>
              <c:pt idx="44">
                <c:v>1.2815565941285691</c:v>
              </c:pt>
              <c:pt idx="45">
                <c:v>1.2815565941285691</c:v>
              </c:pt>
              <c:pt idx="46">
                <c:v>1.2815565941285691</c:v>
              </c:pt>
              <c:pt idx="47">
                <c:v>1.2815565941285691</c:v>
              </c:pt>
              <c:pt idx="48">
                <c:v>1.2815565941285691</c:v>
              </c:pt>
              <c:pt idx="49">
                <c:v>1.2815565941285691</c:v>
              </c:pt>
              <c:pt idx="50">
                <c:v>1.2815565941285691</c:v>
              </c:pt>
              <c:pt idx="51">
                <c:v>1.2815565941285691</c:v>
              </c:pt>
              <c:pt idx="52">
                <c:v>1.2815565941285691</c:v>
              </c:pt>
              <c:pt idx="53">
                <c:v>1.2815565941285691</c:v>
              </c:pt>
              <c:pt idx="54">
                <c:v>1.2815565941285691</c:v>
              </c:pt>
              <c:pt idx="55">
                <c:v>1.2815565941285691</c:v>
              </c:pt>
              <c:pt idx="56">
                <c:v>1.2815565941285691</c:v>
              </c:pt>
              <c:pt idx="57">
                <c:v>1.2815565941285691</c:v>
              </c:pt>
              <c:pt idx="58">
                <c:v>1.2815565941285691</c:v>
              </c:pt>
              <c:pt idx="59">
                <c:v>1.2815565941285691</c:v>
              </c:pt>
              <c:pt idx="60">
                <c:v>1.2815565941285691</c:v>
              </c:pt>
              <c:pt idx="61">
                <c:v>1.2815565941285691</c:v>
              </c:pt>
              <c:pt idx="62">
                <c:v>1.2377929882676597</c:v>
              </c:pt>
              <c:pt idx="63">
                <c:v>1.2377929882676597</c:v>
              </c:pt>
              <c:pt idx="64">
                <c:v>1.2377929882676597</c:v>
              </c:pt>
              <c:pt idx="65">
                <c:v>1.2377929882676597</c:v>
              </c:pt>
              <c:pt idx="66">
                <c:v>1.212498795539093</c:v>
              </c:pt>
              <c:pt idx="67">
                <c:v>1.212498795539093</c:v>
              </c:pt>
              <c:pt idx="68">
                <c:v>1.212498795539093</c:v>
              </c:pt>
              <c:pt idx="69">
                <c:v>1.212498795539093</c:v>
              </c:pt>
              <c:pt idx="70">
                <c:v>1.212498795539093</c:v>
              </c:pt>
              <c:pt idx="71">
                <c:v>1.212498795539093</c:v>
              </c:pt>
              <c:pt idx="72">
                <c:v>1.212498795539093</c:v>
              </c:pt>
              <c:pt idx="73">
                <c:v>1.212498795539093</c:v>
              </c:pt>
              <c:pt idx="74">
                <c:v>1.212498795539093</c:v>
              </c:pt>
              <c:pt idx="75">
                <c:v>1.212498795539093</c:v>
              </c:pt>
              <c:pt idx="76">
                <c:v>1.212498795539093</c:v>
              </c:pt>
              <c:pt idx="77">
                <c:v>1.212498795539093</c:v>
              </c:pt>
              <c:pt idx="78">
                <c:v>1.212498795539093</c:v>
              </c:pt>
              <c:pt idx="79">
                <c:v>1.212498795539093</c:v>
              </c:pt>
              <c:pt idx="80">
                <c:v>1.212498795539093</c:v>
              </c:pt>
              <c:pt idx="81">
                <c:v>1.212498795539093</c:v>
              </c:pt>
              <c:pt idx="82">
                <c:v>1.212498795539093</c:v>
              </c:pt>
              <c:pt idx="83">
                <c:v>1.212498795539093</c:v>
              </c:pt>
              <c:pt idx="84">
                <c:v>1.212498795539093</c:v>
              </c:pt>
              <c:pt idx="85">
                <c:v>1.212498795539093</c:v>
              </c:pt>
              <c:pt idx="86">
                <c:v>1.212498795539093</c:v>
              </c:pt>
              <c:pt idx="87">
                <c:v>1.212498795539093</c:v>
              </c:pt>
              <c:pt idx="88">
                <c:v>1.212498795539093</c:v>
              </c:pt>
              <c:pt idx="89">
                <c:v>1.212498795539093</c:v>
              </c:pt>
              <c:pt idx="90">
                <c:v>1.212498795539093</c:v>
              </c:pt>
              <c:pt idx="91">
                <c:v>1.212498795539093</c:v>
              </c:pt>
              <c:pt idx="92">
                <c:v>1.1867494691805307</c:v>
              </c:pt>
              <c:pt idx="93">
                <c:v>1.1867494691805307</c:v>
              </c:pt>
              <c:pt idx="94">
                <c:v>1.1867494691805307</c:v>
              </c:pt>
              <c:pt idx="95">
                <c:v>1.1867494691805307</c:v>
              </c:pt>
              <c:pt idx="96">
                <c:v>1.1867494691805307</c:v>
              </c:pt>
              <c:pt idx="97">
                <c:v>1.1867494691805307</c:v>
              </c:pt>
              <c:pt idx="98">
                <c:v>1.1439472917808235</c:v>
              </c:pt>
              <c:pt idx="99">
                <c:v>1.1439472917808235</c:v>
              </c:pt>
              <c:pt idx="100">
                <c:v>1.1439472917808235</c:v>
              </c:pt>
              <c:pt idx="101">
                <c:v>1.1439472917808235</c:v>
              </c:pt>
              <c:pt idx="102">
                <c:v>1.1439472917808235</c:v>
              </c:pt>
              <c:pt idx="103">
                <c:v>1.1439472917808235</c:v>
              </c:pt>
              <c:pt idx="104">
                <c:v>1.1439472917808235</c:v>
              </c:pt>
              <c:pt idx="105">
                <c:v>1.1439472917808235</c:v>
              </c:pt>
              <c:pt idx="106">
                <c:v>1.1439472917808235</c:v>
              </c:pt>
              <c:pt idx="107">
                <c:v>1.1439472917808235</c:v>
              </c:pt>
              <c:pt idx="108">
                <c:v>1.1077180150926447</c:v>
              </c:pt>
              <c:pt idx="109">
                <c:v>1.1077180150926447</c:v>
              </c:pt>
              <c:pt idx="110">
                <c:v>1.0667892399842094</c:v>
              </c:pt>
              <c:pt idx="111">
                <c:v>1.0667892399842094</c:v>
              </c:pt>
              <c:pt idx="112">
                <c:v>1.0667892399842094</c:v>
              </c:pt>
              <c:pt idx="113">
                <c:v>1.0667892399842094</c:v>
              </c:pt>
              <c:pt idx="114">
                <c:v>1.0574878941977697</c:v>
              </c:pt>
              <c:pt idx="115">
                <c:v>1.0574878941977697</c:v>
              </c:pt>
              <c:pt idx="116">
                <c:v>1.0564247544018972</c:v>
              </c:pt>
              <c:pt idx="117">
                <c:v>1.0564247544018972</c:v>
              </c:pt>
              <c:pt idx="118">
                <c:v>1.0293384156605963</c:v>
              </c:pt>
              <c:pt idx="119">
                <c:v>1.0293384156605963</c:v>
              </c:pt>
              <c:pt idx="120">
                <c:v>1.0293384156605963</c:v>
              </c:pt>
              <c:pt idx="121">
                <c:v>1.0293384156605963</c:v>
              </c:pt>
              <c:pt idx="122">
                <c:v>1.0293384156605963</c:v>
              </c:pt>
              <c:pt idx="123">
                <c:v>1.0293384156605963</c:v>
              </c:pt>
              <c:pt idx="124">
                <c:v>1.0293384156605963</c:v>
              </c:pt>
              <c:pt idx="125">
                <c:v>1.0293384156605963</c:v>
              </c:pt>
              <c:pt idx="126">
                <c:v>1.0293384156605963</c:v>
              </c:pt>
              <c:pt idx="127">
                <c:v>1.0293384156605963</c:v>
              </c:pt>
              <c:pt idx="128">
                <c:v>1.0293384156605963</c:v>
              </c:pt>
              <c:pt idx="129">
                <c:v>1.0293384156605963</c:v>
              </c:pt>
              <c:pt idx="130">
                <c:v>1.0293384156605963</c:v>
              </c:pt>
              <c:pt idx="131">
                <c:v>1.0293384156605963</c:v>
              </c:pt>
              <c:pt idx="132">
                <c:v>1.0293384156605963</c:v>
              </c:pt>
              <c:pt idx="133">
                <c:v>1.0293384156605963</c:v>
              </c:pt>
              <c:pt idx="134">
                <c:v>1.0293384156605963</c:v>
              </c:pt>
              <c:pt idx="135">
                <c:v>1.0293384156605963</c:v>
              </c:pt>
              <c:pt idx="136">
                <c:v>1.0293384156605963</c:v>
              </c:pt>
              <c:pt idx="137">
                <c:v>1.0293384156605963</c:v>
              </c:pt>
              <c:pt idx="138">
                <c:v>0.9873248603258173</c:v>
              </c:pt>
              <c:pt idx="139">
                <c:v>0.9873248603258173</c:v>
              </c:pt>
              <c:pt idx="140">
                <c:v>0.9873248603258173</c:v>
              </c:pt>
              <c:pt idx="141">
                <c:v>0.9873248603258173</c:v>
              </c:pt>
              <c:pt idx="142">
                <c:v>0.9873248603258173</c:v>
              </c:pt>
              <c:pt idx="143">
                <c:v>0.9873248603258173</c:v>
              </c:pt>
              <c:pt idx="144">
                <c:v>0.9873248603258173</c:v>
              </c:pt>
              <c:pt idx="145">
                <c:v>0.9873248603258173</c:v>
              </c:pt>
              <c:pt idx="146">
                <c:v>0.9873248603258173</c:v>
              </c:pt>
              <c:pt idx="147">
                <c:v>0.9873248603258173</c:v>
              </c:pt>
              <c:pt idx="148">
                <c:v>0.9873248603258173</c:v>
              </c:pt>
              <c:pt idx="149">
                <c:v>0.9873248603258173</c:v>
              </c:pt>
              <c:pt idx="150">
                <c:v>0.9873248603258173</c:v>
              </c:pt>
              <c:pt idx="151">
                <c:v>0.9873248603258173</c:v>
              </c:pt>
              <c:pt idx="152">
                <c:v>0.9873248603258173</c:v>
              </c:pt>
              <c:pt idx="153">
                <c:v>0.9873248603258173</c:v>
              </c:pt>
              <c:pt idx="154">
                <c:v>0.9873248603258173</c:v>
              </c:pt>
              <c:pt idx="155">
                <c:v>0.9873248603258173</c:v>
              </c:pt>
              <c:pt idx="156">
                <c:v>0.9873248603258173</c:v>
              </c:pt>
              <c:pt idx="157">
                <c:v>0.9873248603258173</c:v>
              </c:pt>
              <c:pt idx="158">
                <c:v>0.9355777582895898</c:v>
              </c:pt>
              <c:pt idx="159">
                <c:v>0.9355777582895898</c:v>
              </c:pt>
              <c:pt idx="160">
                <c:v>0.9355777582895898</c:v>
              </c:pt>
              <c:pt idx="161">
                <c:v>0.9355777582895898</c:v>
              </c:pt>
              <c:pt idx="162">
                <c:v>0.8979503803438836</c:v>
              </c:pt>
              <c:pt idx="163">
                <c:v>0.8979503803438836</c:v>
              </c:pt>
              <c:pt idx="164">
                <c:v>0.8687965746901687</c:v>
              </c:pt>
              <c:pt idx="165">
                <c:v>0.8687965746901687</c:v>
              </c:pt>
              <c:pt idx="166">
                <c:v>0.8436000878131854</c:v>
              </c:pt>
              <c:pt idx="167">
                <c:v>0.8436000878131854</c:v>
              </c:pt>
              <c:pt idx="168">
                <c:v>0.7974815981795037</c:v>
              </c:pt>
              <c:pt idx="169">
                <c:v>0.7974815981795037</c:v>
              </c:pt>
              <c:pt idx="170">
                <c:v>0.7974815981795037</c:v>
              </c:pt>
              <c:pt idx="171">
                <c:v>0.7974815981795037</c:v>
              </c:pt>
              <c:pt idx="172">
                <c:v>0.7974815981795037</c:v>
              </c:pt>
              <c:pt idx="173">
                <c:v>0.7974815981795037</c:v>
              </c:pt>
              <c:pt idx="174">
                <c:v>0.7974815981795037</c:v>
              </c:pt>
              <c:pt idx="175">
                <c:v>0.7974815981795037</c:v>
              </c:pt>
              <c:pt idx="176">
                <c:v>0.7974815981795037</c:v>
              </c:pt>
              <c:pt idx="177">
                <c:v>0.7974815981795037</c:v>
              </c:pt>
              <c:pt idx="178">
                <c:v>0.7974815981795037</c:v>
              </c:pt>
              <c:pt idx="179">
                <c:v>0.7974815981795037</c:v>
              </c:pt>
              <c:pt idx="180">
                <c:v>0.760778722346453</c:v>
              </c:pt>
              <c:pt idx="181">
                <c:v>0.760778722346453</c:v>
              </c:pt>
              <c:pt idx="182">
                <c:v>0.7498848909489986</c:v>
              </c:pt>
              <c:pt idx="183">
                <c:v>0.7498848909489986</c:v>
              </c:pt>
              <c:pt idx="184">
                <c:v>0.729664719673191</c:v>
              </c:pt>
              <c:pt idx="185">
                <c:v>0.729664719673191</c:v>
              </c:pt>
              <c:pt idx="186">
                <c:v>0.729664719673191</c:v>
              </c:pt>
              <c:pt idx="187">
                <c:v>0.729664719673191</c:v>
              </c:pt>
              <c:pt idx="188">
                <c:v>0.6908849383699289</c:v>
              </c:pt>
              <c:pt idx="189">
                <c:v>0.6908849383699289</c:v>
              </c:pt>
              <c:pt idx="190">
                <c:v>0.6908849383699289</c:v>
              </c:pt>
              <c:pt idx="191">
                <c:v>0.6908849383699289</c:v>
              </c:pt>
              <c:pt idx="192">
                <c:v>0.6908849383699289</c:v>
              </c:pt>
              <c:pt idx="193">
                <c:v>0.6908849383699289</c:v>
              </c:pt>
              <c:pt idx="194">
                <c:v>0.6908849383699289</c:v>
              </c:pt>
              <c:pt idx="195">
                <c:v>0.6908849383699289</c:v>
              </c:pt>
              <c:pt idx="196">
                <c:v>0.6378149528916333</c:v>
              </c:pt>
              <c:pt idx="197">
                <c:v>0.6378149528916333</c:v>
              </c:pt>
              <c:pt idx="198">
                <c:v>0.6378149528916333</c:v>
              </c:pt>
              <c:pt idx="199">
                <c:v>0.6378149528916333</c:v>
              </c:pt>
              <c:pt idx="200">
                <c:v>0.6378149528916333</c:v>
              </c:pt>
              <c:pt idx="201">
                <c:v>0.6378149528916333</c:v>
              </c:pt>
              <c:pt idx="202">
                <c:v>0.6378149528916333</c:v>
              </c:pt>
              <c:pt idx="203">
                <c:v>0.6378149528916333</c:v>
              </c:pt>
              <c:pt idx="204">
                <c:v>0.6378149528916333</c:v>
              </c:pt>
              <c:pt idx="205">
                <c:v>0.6378149528916333</c:v>
              </c:pt>
              <c:pt idx="206">
                <c:v>0.6378149528916333</c:v>
              </c:pt>
              <c:pt idx="207">
                <c:v>0.6378149528916333</c:v>
              </c:pt>
              <c:pt idx="208">
                <c:v>0.6378149528916333</c:v>
              </c:pt>
              <c:pt idx="209">
                <c:v>0.6378149528916333</c:v>
              </c:pt>
              <c:pt idx="210">
                <c:v>0.6107540973580241</c:v>
              </c:pt>
              <c:pt idx="211">
                <c:v>0.6107540973580241</c:v>
              </c:pt>
              <c:pt idx="212">
                <c:v>0.6038313102899701</c:v>
              </c:pt>
              <c:pt idx="213">
                <c:v>0.6038313102899701</c:v>
              </c:pt>
              <c:pt idx="214">
                <c:v>0.5883472755936132</c:v>
              </c:pt>
              <c:pt idx="215">
                <c:v>0.5883472755936132</c:v>
              </c:pt>
              <c:pt idx="216">
                <c:v>0.5883472755936132</c:v>
              </c:pt>
              <c:pt idx="217">
                <c:v>0.5883472755936132</c:v>
              </c:pt>
              <c:pt idx="218">
                <c:v>0.5883472755936132</c:v>
              </c:pt>
              <c:pt idx="219">
                <c:v>0.5883472755936132</c:v>
              </c:pt>
              <c:pt idx="220">
                <c:v>0.5883472755936132</c:v>
              </c:pt>
              <c:pt idx="221">
                <c:v>0.5883472755936132</c:v>
              </c:pt>
              <c:pt idx="222">
                <c:v>0.5883472755936132</c:v>
              </c:pt>
              <c:pt idx="223">
                <c:v>0.5883472755936132</c:v>
              </c:pt>
              <c:pt idx="224">
                <c:v>0.5883472755936132</c:v>
              </c:pt>
              <c:pt idx="225">
                <c:v>0.5883472755936132</c:v>
              </c:pt>
              <c:pt idx="226">
                <c:v>0.5883472755936132</c:v>
              </c:pt>
              <c:pt idx="227">
                <c:v>0.5883472755936132</c:v>
              </c:pt>
              <c:pt idx="228">
                <c:v>0.5883472755936132</c:v>
              </c:pt>
              <c:pt idx="229">
                <c:v>0.5883472755936132</c:v>
              </c:pt>
              <c:pt idx="230">
                <c:v>0.5883472755936132</c:v>
              </c:pt>
              <c:pt idx="231">
                <c:v>0.5883472755936132</c:v>
              </c:pt>
              <c:pt idx="232">
                <c:v>0.5883472755936132</c:v>
              </c:pt>
              <c:pt idx="233">
                <c:v>0.5883472755936132</c:v>
              </c:pt>
              <c:pt idx="234">
                <c:v>0.5883472755936132</c:v>
              </c:pt>
              <c:pt idx="235">
                <c:v>0.5883472755936132</c:v>
              </c:pt>
              <c:pt idx="236">
                <c:v>0.5649376984368413</c:v>
              </c:pt>
              <c:pt idx="237">
                <c:v>0.5649376984368413</c:v>
              </c:pt>
              <c:pt idx="238">
                <c:v>0.5333713249114913</c:v>
              </c:pt>
              <c:pt idx="239">
                <c:v>0.5333713249114913</c:v>
              </c:pt>
              <c:pt idx="240">
                <c:v>0.5333713249114913</c:v>
              </c:pt>
              <c:pt idx="241">
                <c:v>0.5333713249114913</c:v>
              </c:pt>
              <c:pt idx="242">
                <c:v>0.5333713249114913</c:v>
              </c:pt>
              <c:pt idx="243">
                <c:v>0.5333713249114913</c:v>
              </c:pt>
              <c:pt idx="244">
                <c:v>0.5333713249114913</c:v>
              </c:pt>
              <c:pt idx="245">
                <c:v>0.5333713249114913</c:v>
              </c:pt>
              <c:pt idx="246">
                <c:v>0.5333713249114913</c:v>
              </c:pt>
              <c:pt idx="247">
                <c:v>0.5333713249114913</c:v>
              </c:pt>
              <c:pt idx="248">
                <c:v>0.5333713249114913</c:v>
              </c:pt>
              <c:pt idx="249">
                <c:v>0.5333713249114913</c:v>
              </c:pt>
              <c:pt idx="250">
                <c:v>0.5333713249114913</c:v>
              </c:pt>
              <c:pt idx="251">
                <c:v>0.5333713249114913</c:v>
              </c:pt>
              <c:pt idx="252">
                <c:v>0.5333713249114913</c:v>
              </c:pt>
              <c:pt idx="253">
                <c:v>0.5333713249114913</c:v>
              </c:pt>
              <c:pt idx="254">
                <c:v>0.5333713249114913</c:v>
              </c:pt>
              <c:pt idx="255">
                <c:v>0.5333713249114913</c:v>
              </c:pt>
              <c:pt idx="256">
                <c:v>0.5333713249114913</c:v>
              </c:pt>
              <c:pt idx="257">
                <c:v>0.5333713249114913</c:v>
              </c:pt>
              <c:pt idx="258">
                <c:v>0.5333713249114913</c:v>
              </c:pt>
              <c:pt idx="259">
                <c:v>0.5333713249114913</c:v>
              </c:pt>
              <c:pt idx="260">
                <c:v>0.5032697987741125</c:v>
              </c:pt>
              <c:pt idx="261">
                <c:v>0.5032697987741125</c:v>
              </c:pt>
              <c:pt idx="262">
                <c:v>0.5032697987741125</c:v>
              </c:pt>
              <c:pt idx="263">
                <c:v>0.5032697987741125</c:v>
              </c:pt>
              <c:pt idx="264">
                <c:v>0.5032697987741125</c:v>
              </c:pt>
              <c:pt idx="265">
                <c:v>0.5032697987741125</c:v>
              </c:pt>
              <c:pt idx="266">
                <c:v>0.5032697987741125</c:v>
              </c:pt>
              <c:pt idx="267">
                <c:v>0.5032697987741125</c:v>
              </c:pt>
              <c:pt idx="268">
                <c:v>0.5032697987741125</c:v>
              </c:pt>
              <c:pt idx="269">
                <c:v>0.5032697987741125</c:v>
              </c:pt>
              <c:pt idx="270">
                <c:v>0.5032697987741125</c:v>
              </c:pt>
              <c:pt idx="271">
                <c:v>0.5032697987741125</c:v>
              </c:pt>
              <c:pt idx="272">
                <c:v>0.5032697987741125</c:v>
              </c:pt>
              <c:pt idx="273">
                <c:v>0.5032697987741125</c:v>
              </c:pt>
              <c:pt idx="274">
                <c:v>0.47070174417632776</c:v>
              </c:pt>
              <c:pt idx="275">
                <c:v>0.47070174417632776</c:v>
              </c:pt>
              <c:pt idx="276">
                <c:v>0.45175500585569384</c:v>
              </c:pt>
              <c:pt idx="277">
                <c:v>0.45175500585569384</c:v>
              </c:pt>
              <c:pt idx="278">
                <c:v>0.45175500585569384</c:v>
              </c:pt>
              <c:pt idx="279">
                <c:v>0.45175500585569384</c:v>
              </c:pt>
              <c:pt idx="280">
                <c:v>0.43438968706840553</c:v>
              </c:pt>
              <c:pt idx="281">
                <c:v>0.43438968706840553</c:v>
              </c:pt>
              <c:pt idx="282">
                <c:v>0.4052168596295704</c:v>
              </c:pt>
              <c:pt idx="283">
                <c:v>0.4052168596295704</c:v>
              </c:pt>
              <c:pt idx="284">
                <c:v>0.4052168596295704</c:v>
              </c:pt>
              <c:pt idx="285">
                <c:v>0.4052168596295704</c:v>
              </c:pt>
              <c:pt idx="286">
                <c:v>0.4052168596295704</c:v>
              </c:pt>
              <c:pt idx="287">
                <c:v>0.4052168596295704</c:v>
              </c:pt>
              <c:pt idx="288">
                <c:v>0.4052168596295704</c:v>
              </c:pt>
              <c:pt idx="289">
                <c:v>0.4052168596295704</c:v>
              </c:pt>
              <c:pt idx="290">
                <c:v>0.4052168596295704</c:v>
              </c:pt>
              <c:pt idx="291">
                <c:v>0.4052168596295704</c:v>
              </c:pt>
              <c:pt idx="292">
                <c:v>0.4052168596295704</c:v>
              </c:pt>
              <c:pt idx="293">
                <c:v>0.4052168596295704</c:v>
              </c:pt>
              <c:pt idx="294">
                <c:v>0.3863353411502964</c:v>
              </c:pt>
              <c:pt idx="295">
                <c:v>0.3863353411502964</c:v>
              </c:pt>
              <c:pt idx="296">
                <c:v>0.34989348889100186</c:v>
              </c:pt>
              <c:pt idx="297">
                <c:v>0.34989348889100186</c:v>
              </c:pt>
              <c:pt idx="298">
                <c:v>0.34989348889100186</c:v>
              </c:pt>
              <c:pt idx="299">
                <c:v>0.34989348889100186</c:v>
              </c:pt>
              <c:pt idx="300">
                <c:v>0.34989348889100186</c:v>
              </c:pt>
              <c:pt idx="301">
                <c:v>0.34989348889100186</c:v>
              </c:pt>
              <c:pt idx="302">
                <c:v>0.34989348889100186</c:v>
              </c:pt>
              <c:pt idx="303">
                <c:v>0.34989348889100186</c:v>
              </c:pt>
              <c:pt idx="304">
                <c:v>0.34989348889100186</c:v>
              </c:pt>
              <c:pt idx="305">
                <c:v>0.34989348889100186</c:v>
              </c:pt>
              <c:pt idx="306">
                <c:v>0.34989348889100186</c:v>
              </c:pt>
              <c:pt idx="307">
                <c:v>0.34989348889100186</c:v>
              </c:pt>
              <c:pt idx="308">
                <c:v>0.30331197293010126</c:v>
              </c:pt>
              <c:pt idx="309">
                <c:v>0.30331197293010126</c:v>
              </c:pt>
              <c:pt idx="310">
                <c:v>0.30331197293010126</c:v>
              </c:pt>
              <c:pt idx="311">
                <c:v>0.30331197293010126</c:v>
              </c:pt>
              <c:pt idx="312">
                <c:v>0.30331197293010126</c:v>
              </c:pt>
              <c:pt idx="313">
                <c:v>0.30331197293010126</c:v>
              </c:pt>
              <c:pt idx="314">
                <c:v>0.30331197293010126</c:v>
              </c:pt>
              <c:pt idx="315">
                <c:v>0.30331197293010126</c:v>
              </c:pt>
              <c:pt idx="316">
                <c:v>0.29872002798661595</c:v>
              </c:pt>
              <c:pt idx="317">
                <c:v>0.29872002798661595</c:v>
              </c:pt>
              <c:pt idx="318">
                <c:v>0.29389787973916665</c:v>
              </c:pt>
              <c:pt idx="319">
                <c:v>0.29389787973916665</c:v>
              </c:pt>
              <c:pt idx="320">
                <c:v>0.2505754857103642</c:v>
              </c:pt>
              <c:pt idx="321">
                <c:v>0.2505754857103642</c:v>
              </c:pt>
              <c:pt idx="322">
                <c:v>0.2505754857103642</c:v>
              </c:pt>
              <c:pt idx="323">
                <c:v>0.2505754857103642</c:v>
              </c:pt>
              <c:pt idx="324">
                <c:v>0.2354837701646127</c:v>
              </c:pt>
              <c:pt idx="325">
                <c:v>0.2354837701646127</c:v>
              </c:pt>
              <c:pt idx="326">
                <c:v>0.2354837701646127</c:v>
              </c:pt>
              <c:pt idx="327">
                <c:v>0.2354837701646127</c:v>
              </c:pt>
              <c:pt idx="328">
                <c:v>0.2077855370451171</c:v>
              </c:pt>
              <c:pt idx="329">
                <c:v>0.2077855370451171</c:v>
              </c:pt>
              <c:pt idx="330">
                <c:v>0.2077855370451171</c:v>
              </c:pt>
              <c:pt idx="331">
                <c:v>0.2077855370451171</c:v>
              </c:pt>
              <c:pt idx="332">
                <c:v>0.17497976711659852</c:v>
              </c:pt>
              <c:pt idx="333">
                <c:v>0.17497976711659852</c:v>
              </c:pt>
              <c:pt idx="334">
                <c:v>0.17497976711659852</c:v>
              </c:pt>
              <c:pt idx="335">
                <c:v>0.17497976711659852</c:v>
              </c:pt>
              <c:pt idx="336">
                <c:v>0.17497976711659852</c:v>
              </c:pt>
              <c:pt idx="337">
                <c:v>0.17497976711659852</c:v>
              </c:pt>
              <c:pt idx="338">
                <c:v>0.17497976711659852</c:v>
              </c:pt>
              <c:pt idx="339">
                <c:v>0.17497976711659852</c:v>
              </c:pt>
              <c:pt idx="340">
                <c:v>0.17497976711659852</c:v>
              </c:pt>
              <c:pt idx="341">
                <c:v>0.17497976711659852</c:v>
              </c:pt>
              <c:pt idx="342">
                <c:v>0.17497976711659852</c:v>
              </c:pt>
              <c:pt idx="343">
                <c:v>0.17497976711659852</c:v>
              </c:pt>
              <c:pt idx="344">
                <c:v>0.17497976711659852</c:v>
              </c:pt>
              <c:pt idx="345">
                <c:v>0.17497976711659852</c:v>
              </c:pt>
              <c:pt idx="346">
                <c:v>0.1675848224631603</c:v>
              </c:pt>
              <c:pt idx="347">
                <c:v>0.1675848224631603</c:v>
              </c:pt>
              <c:pt idx="348">
                <c:v>0.15720456031184574</c:v>
              </c:pt>
              <c:pt idx="349">
                <c:v>0.15720456031184574</c:v>
              </c:pt>
              <c:pt idx="350">
                <c:v>0.15720456031184574</c:v>
              </c:pt>
              <c:pt idx="351">
                <c:v>0.15720456031184574</c:v>
              </c:pt>
              <c:pt idx="352">
                <c:v>0.15720456031184574</c:v>
              </c:pt>
              <c:pt idx="353">
                <c:v>0.15720456031184574</c:v>
              </c:pt>
              <c:pt idx="354">
                <c:v>0.15191885164751306</c:v>
              </c:pt>
              <c:pt idx="355">
                <c:v>0.15191885164751306</c:v>
              </c:pt>
              <c:pt idx="356">
                <c:v>0.15191885164751306</c:v>
              </c:pt>
              <c:pt idx="357">
                <c:v>0.15191885164751306</c:v>
              </c:pt>
              <c:pt idx="358">
                <c:v>0.1261535147153795</c:v>
              </c:pt>
              <c:pt idx="359">
                <c:v>0.1261535147153795</c:v>
              </c:pt>
              <c:pt idx="360">
                <c:v>0.1261535147153795</c:v>
              </c:pt>
              <c:pt idx="361">
                <c:v>0.1261535147153795</c:v>
              </c:pt>
              <c:pt idx="362">
                <c:v>0.1261535147153795</c:v>
              </c:pt>
              <c:pt idx="363">
                <c:v>0.1261535147153795</c:v>
              </c:pt>
              <c:pt idx="364">
                <c:v>0.1261535147153795</c:v>
              </c:pt>
              <c:pt idx="365">
                <c:v>0.1261535147153795</c:v>
              </c:pt>
              <c:pt idx="366">
                <c:v>0.1261535147153795</c:v>
              </c:pt>
              <c:pt idx="367">
                <c:v>0.1261535147153795</c:v>
              </c:pt>
              <c:pt idx="368">
                <c:v>0.1261535147153795</c:v>
              </c:pt>
              <c:pt idx="369">
                <c:v>0.1261535147153795</c:v>
              </c:pt>
              <c:pt idx="370">
                <c:v>0.1261535147153795</c:v>
              </c:pt>
              <c:pt idx="371">
                <c:v>0.1261535147153795</c:v>
              </c:pt>
              <c:pt idx="372">
                <c:v>0.1261535147153795</c:v>
              </c:pt>
              <c:pt idx="373">
                <c:v>0.1261535147153795</c:v>
              </c:pt>
              <c:pt idx="374">
                <c:v>0.12084563360302937</c:v>
              </c:pt>
              <c:pt idx="375">
                <c:v>0.12084563360302937</c:v>
              </c:pt>
              <c:pt idx="376">
                <c:v>0.12084563360302937</c:v>
              </c:pt>
              <c:pt idx="377">
                <c:v>0.12084563360302937</c:v>
              </c:pt>
              <c:pt idx="378">
                <c:v>0.12084563360302937</c:v>
              </c:pt>
              <c:pt idx="379">
                <c:v>0.12084563360302937</c:v>
              </c:pt>
              <c:pt idx="380">
                <c:v>0.12084563360302937</c:v>
              </c:pt>
              <c:pt idx="381">
                <c:v>0.12084563360302937</c:v>
              </c:pt>
              <c:pt idx="382">
                <c:v>0.12084563360302937</c:v>
              </c:pt>
              <c:pt idx="383">
                <c:v>0.12084563360302937</c:v>
              </c:pt>
              <c:pt idx="384">
                <c:v>0.12084563360302937</c:v>
              </c:pt>
              <c:pt idx="385">
                <c:v>0.12084563360302937</c:v>
              </c:pt>
              <c:pt idx="386">
                <c:v>0.12084563360302937</c:v>
              </c:pt>
              <c:pt idx="387">
                <c:v>0.12084563360302937</c:v>
              </c:pt>
              <c:pt idx="388">
                <c:v>0.12084563360302937</c:v>
              </c:pt>
              <c:pt idx="389">
                <c:v>0.12084563360302937</c:v>
              </c:pt>
              <c:pt idx="390">
                <c:v>0.12084563360302937</c:v>
              </c:pt>
              <c:pt idx="391">
                <c:v>0.12084563360302937</c:v>
              </c:pt>
              <c:pt idx="392">
                <c:v>0.12084563360302937</c:v>
              </c:pt>
              <c:pt idx="393">
                <c:v>0.12084563360302937</c:v>
              </c:pt>
              <c:pt idx="394">
                <c:v>0.12084563360302937</c:v>
              </c:pt>
              <c:pt idx="395">
                <c:v>0.12084563360302937</c:v>
              </c:pt>
              <c:pt idx="396">
                <c:v>0.12084563360302937</c:v>
              </c:pt>
              <c:pt idx="397">
                <c:v>0.12084563360302937</c:v>
              </c:pt>
              <c:pt idx="398">
                <c:v>0.12084563360302937</c:v>
              </c:pt>
              <c:pt idx="399">
                <c:v>0.12084563360302937</c:v>
              </c:pt>
              <c:pt idx="400">
                <c:v>0.12084563360302937</c:v>
              </c:pt>
              <c:pt idx="401">
                <c:v>0.12084563360302937</c:v>
              </c:pt>
              <c:pt idx="402">
                <c:v>0.12084563360302937</c:v>
              </c:pt>
              <c:pt idx="403">
                <c:v>0.12084563360302937</c:v>
              </c:pt>
              <c:pt idx="404">
                <c:v>0.12084563360302937</c:v>
              </c:pt>
              <c:pt idx="405">
                <c:v>0.12084563360302937</c:v>
              </c:pt>
              <c:pt idx="406">
                <c:v>0.12084563360302937</c:v>
              </c:pt>
              <c:pt idx="407">
                <c:v>0.12084563360302937</c:v>
              </c:pt>
              <c:pt idx="408">
                <c:v>0.12084563360302937</c:v>
              </c:pt>
              <c:pt idx="409">
                <c:v>0.12084563360302937</c:v>
              </c:pt>
              <c:pt idx="410">
                <c:v>0.12084563360302937</c:v>
              </c:pt>
              <c:pt idx="411">
                <c:v>0.12084563360302937</c:v>
              </c:pt>
            </c:numLit>
          </c:yVal>
          <c:smooth val="0"/>
        </c:ser>
        <c:ser>
          <c:idx val="1"/>
          <c:order val="1"/>
          <c:tx>
            <c:v>Certified bound Φ</c:v>
          </c:tx>
          <c:spPr>
            <a:noFill xmlns:a="http://schemas.openxmlformats.org/drawingml/2006/main"/>
            <a:ln xmlns:a="http://schemas.openxmlformats.org/drawingml/2006/main" w="13335">
              <a:solidFill>
                <a:srgbClr val="7B8790"/>
              </a:solidFill>
              <a:prstDash val="dash"/>
            </a:ln>
          </c:spPr>
          <c:marker>
            <c:symbol val="none"/>
            <c:size val="7"/>
            <c:spPr>
              <a:solidFill xmlns:a="http://schemas.openxmlformats.org/drawingml/2006/main">
                <a:srgbClr val="7B8790"/>
              </a:solidFill>
            </c:spPr>
          </c:marker>
          <c:xVal>
            <c:numLit>
              <c:formatCode>General</c:formatCode>
              <c:ptCount val="412"/>
              <c:pt idx="0">
                <c:v>0</c:v>
              </c:pt>
              <c:pt idx="1">
                <c:v>0.0002020587492098327</c:v>
              </c:pt>
              <c:pt idx="2">
                <c:v>0.0002020587492098327</c:v>
              </c:pt>
              <c:pt idx="3">
                <c:v>0.0005927404816693753</c:v>
              </c:pt>
              <c:pt idx="4">
                <c:v>0.0005927404816693753</c:v>
              </c:pt>
              <c:pt idx="5">
                <c:v>0.0006939629566032715</c:v>
              </c:pt>
              <c:pt idx="6">
                <c:v>0.0006939629566032715</c:v>
              </c:pt>
              <c:pt idx="7">
                <c:v>0.0009605206483057556</c:v>
              </c:pt>
              <c:pt idx="8">
                <c:v>0.0009605206483057556</c:v>
              </c:pt>
              <c:pt idx="9">
                <c:v>0.001122265042248117</c:v>
              </c:pt>
              <c:pt idx="10">
                <c:v>0.001122265042248117</c:v>
              </c:pt>
              <c:pt idx="11">
                <c:v>0.00875695888026131</c:v>
              </c:pt>
              <c:pt idx="12">
                <c:v>0.00875695888026131</c:v>
              </c:pt>
              <c:pt idx="13">
                <c:v>0.011685736634785848</c:v>
              </c:pt>
              <c:pt idx="14">
                <c:v>0.011685736634785848</c:v>
              </c:pt>
              <c:pt idx="15">
                <c:v>0.014964151228102872</c:v>
              </c:pt>
              <c:pt idx="16">
                <c:v>0.014964151228102872</c:v>
              </c:pt>
              <c:pt idx="17">
                <c:v>0.024361121844582386</c:v>
              </c:pt>
              <c:pt idx="18">
                <c:v>0.024361121844582386</c:v>
              </c:pt>
              <c:pt idx="19">
                <c:v>0.025341009803123003</c:v>
              </c:pt>
              <c:pt idx="20">
                <c:v>0.025341009803123003</c:v>
              </c:pt>
              <c:pt idx="21">
                <c:v>0.029564383818975595</c:v>
              </c:pt>
              <c:pt idx="22">
                <c:v>0.029564383818975595</c:v>
              </c:pt>
              <c:pt idx="23">
                <c:v>0.03124505076921237</c:v>
              </c:pt>
              <c:pt idx="24">
                <c:v>0.03124505076921237</c:v>
              </c:pt>
              <c:pt idx="25">
                <c:v>0.03233626717953769</c:v>
              </c:pt>
              <c:pt idx="26">
                <c:v>0.03233626717953769</c:v>
              </c:pt>
              <c:pt idx="27">
                <c:v>0.034094387646901474</c:v>
              </c:pt>
              <c:pt idx="28">
                <c:v>0.034094387646901474</c:v>
              </c:pt>
              <c:pt idx="29">
                <c:v>0.03608653157887347</c:v>
              </c:pt>
              <c:pt idx="30">
                <c:v>0.03608653157887347</c:v>
              </c:pt>
              <c:pt idx="31">
                <c:v>0.04247684189751159</c:v>
              </c:pt>
              <c:pt idx="32">
                <c:v>0.04247684189751159</c:v>
              </c:pt>
              <c:pt idx="33">
                <c:v>0.047547509226268665</c:v>
              </c:pt>
              <c:pt idx="34">
                <c:v>0.047547509226268665</c:v>
              </c:pt>
              <c:pt idx="35">
                <c:v>0.053760810933172656</c:v>
              </c:pt>
              <c:pt idx="36">
                <c:v>0.053760810933172656</c:v>
              </c:pt>
              <c:pt idx="37">
                <c:v>0.06468694030652836</c:v>
              </c:pt>
              <c:pt idx="38">
                <c:v>0.06468694030652836</c:v>
              </c:pt>
              <c:pt idx="39">
                <c:v>0.06582724802063562</c:v>
              </c:pt>
              <c:pt idx="40">
                <c:v>0.06582724802063562</c:v>
              </c:pt>
              <c:pt idx="41">
                <c:v>0.07449103271348698</c:v>
              </c:pt>
              <c:pt idx="42">
                <c:v>0.07449103271348698</c:v>
              </c:pt>
              <c:pt idx="43">
                <c:v>0.07666092661863003</c:v>
              </c:pt>
              <c:pt idx="44">
                <c:v>0.07666092661863003</c:v>
              </c:pt>
              <c:pt idx="45">
                <c:v>0.08277715580537813</c:v>
              </c:pt>
              <c:pt idx="46">
                <c:v>0.08277715580537813</c:v>
              </c:pt>
              <c:pt idx="47">
                <c:v>0.1095372766345272</c:v>
              </c:pt>
              <c:pt idx="48">
                <c:v>0.1095372766345272</c:v>
              </c:pt>
              <c:pt idx="49">
                <c:v>0.117866280181639</c:v>
              </c:pt>
              <c:pt idx="50">
                <c:v>0.117866280181639</c:v>
              </c:pt>
              <c:pt idx="51">
                <c:v>0.1337710047697602</c:v>
              </c:pt>
              <c:pt idx="52">
                <c:v>0.1337710047697602</c:v>
              </c:pt>
              <c:pt idx="53">
                <c:v>0.1487252178514525</c:v>
              </c:pt>
              <c:pt idx="54">
                <c:v>0.1487252178514525</c:v>
              </c:pt>
              <c:pt idx="55">
                <c:v>0.1525611186790609</c:v>
              </c:pt>
              <c:pt idx="56">
                <c:v>0.1525611186790609</c:v>
              </c:pt>
              <c:pt idx="57">
                <c:v>0.17246652228014278</c:v>
              </c:pt>
              <c:pt idx="58">
                <c:v>0.17246652228014278</c:v>
              </c:pt>
              <c:pt idx="59">
                <c:v>0.18885982265472823</c:v>
              </c:pt>
              <c:pt idx="60">
                <c:v>0.18885982265472823</c:v>
              </c:pt>
              <c:pt idx="61">
                <c:v>0.2012656646762018</c:v>
              </c:pt>
              <c:pt idx="62">
                <c:v>0.2012656646762018</c:v>
              </c:pt>
              <c:pt idx="63">
                <c:v>0.21424057613684175</c:v>
              </c:pt>
              <c:pt idx="64">
                <c:v>0.21424057613684175</c:v>
              </c:pt>
              <c:pt idx="65">
                <c:v>0.24210409619165973</c:v>
              </c:pt>
              <c:pt idx="66">
                <c:v>0.24210409619165973</c:v>
              </c:pt>
              <c:pt idx="67">
                <c:v>0.2428509718499829</c:v>
              </c:pt>
              <c:pt idx="68">
                <c:v>0.2428509718499829</c:v>
              </c:pt>
              <c:pt idx="69">
                <c:v>0.24974726329495886</c:v>
              </c:pt>
              <c:pt idx="70">
                <c:v>0.24974726329495886</c:v>
              </c:pt>
              <c:pt idx="71">
                <c:v>0.25027832981456655</c:v>
              </c:pt>
              <c:pt idx="72">
                <c:v>0.25027832981456655</c:v>
              </c:pt>
              <c:pt idx="73">
                <c:v>0.25236010077405285</c:v>
              </c:pt>
              <c:pt idx="74">
                <c:v>0.25236010077405285</c:v>
              </c:pt>
              <c:pt idx="75">
                <c:v>0.28872433913442763</c:v>
              </c:pt>
              <c:pt idx="76">
                <c:v>0.28872433913442763</c:v>
              </c:pt>
              <c:pt idx="77">
                <c:v>0.29749707992114277</c:v>
              </c:pt>
              <c:pt idx="78">
                <c:v>0.29749707992114277</c:v>
              </c:pt>
              <c:pt idx="79">
                <c:v>0.3166367162176152</c:v>
              </c:pt>
              <c:pt idx="80">
                <c:v>0.3166367162176152</c:v>
              </c:pt>
              <c:pt idx="81">
                <c:v>0.3173221743589358</c:v>
              </c:pt>
              <c:pt idx="82">
                <c:v>0.3173221743589358</c:v>
              </c:pt>
              <c:pt idx="83">
                <c:v>0.31820225480038045</c:v>
              </c:pt>
              <c:pt idx="84">
                <c:v>0.31820225480038045</c:v>
              </c:pt>
              <c:pt idx="85">
                <c:v>0.3328605207794386</c:v>
              </c:pt>
              <c:pt idx="86">
                <c:v>0.3328605207794386</c:v>
              </c:pt>
              <c:pt idx="87">
                <c:v>0.33295709757290215</c:v>
              </c:pt>
              <c:pt idx="88">
                <c:v>0.33295709757290215</c:v>
              </c:pt>
              <c:pt idx="89">
                <c:v>0.3395983908741124</c:v>
              </c:pt>
              <c:pt idx="90">
                <c:v>0.3395983908741124</c:v>
              </c:pt>
              <c:pt idx="91">
                <c:v>0.35465815395530825</c:v>
              </c:pt>
              <c:pt idx="92">
                <c:v>0.35465815395530825</c:v>
              </c:pt>
              <c:pt idx="93">
                <c:v>0.3561263314852744</c:v>
              </c:pt>
              <c:pt idx="94">
                <c:v>0.3561263314852744</c:v>
              </c:pt>
              <c:pt idx="95">
                <c:v>0.386754728130288</c:v>
              </c:pt>
              <c:pt idx="96">
                <c:v>0.386754728130288</c:v>
              </c:pt>
              <c:pt idx="97">
                <c:v>0.40975320292123313</c:v>
              </c:pt>
              <c:pt idx="98">
                <c:v>0.40975320292123313</c:v>
              </c:pt>
              <c:pt idx="99">
                <c:v>0.40987032011411473</c:v>
              </c:pt>
              <c:pt idx="100">
                <c:v>0.40987032011411473</c:v>
              </c:pt>
              <c:pt idx="101">
                <c:v>0.4262798723414123</c:v>
              </c:pt>
              <c:pt idx="102">
                <c:v>0.4262798723414123</c:v>
              </c:pt>
              <c:pt idx="103">
                <c:v>0.43061727964442825</c:v>
              </c:pt>
              <c:pt idx="104">
                <c:v>0.43061727964442825</c:v>
              </c:pt>
              <c:pt idx="105">
                <c:v>0.4842048327687463</c:v>
              </c:pt>
              <c:pt idx="106">
                <c:v>0.4842048327687463</c:v>
              </c:pt>
              <c:pt idx="107">
                <c:v>0.48990971703755043</c:v>
              </c:pt>
              <c:pt idx="108">
                <c:v>0.48990971703755043</c:v>
              </c:pt>
              <c:pt idx="109">
                <c:v>0.49529475629310543</c:v>
              </c:pt>
              <c:pt idx="110">
                <c:v>0.49529475629310543</c:v>
              </c:pt>
              <c:pt idx="111">
                <c:v>0.5</c:v>
              </c:pt>
              <c:pt idx="112">
                <c:v>0.5</c:v>
              </c:pt>
              <c:pt idx="113">
                <c:v>0.5021940963639439</c:v>
              </c:pt>
              <c:pt idx="114">
                <c:v>0.5021940963639439</c:v>
              </c:pt>
              <c:pt idx="115">
                <c:v>0.5080789571255008</c:v>
              </c:pt>
              <c:pt idx="116">
                <c:v>0.5080789571255008</c:v>
              </c:pt>
              <c:pt idx="117">
                <c:v>0.5278612187557997</c:v>
              </c:pt>
              <c:pt idx="118">
                <c:v>0.5278612187557997</c:v>
              </c:pt>
              <c:pt idx="119">
                <c:v>0.5516950838406552</c:v>
              </c:pt>
              <c:pt idx="120">
                <c:v>0.5516950838406552</c:v>
              </c:pt>
              <c:pt idx="121">
                <c:v>0.5544217821451588</c:v>
              </c:pt>
              <c:pt idx="122">
                <c:v>0.5544217821451588</c:v>
              </c:pt>
              <c:pt idx="123">
                <c:v>0.5669862647332221</c:v>
              </c:pt>
              <c:pt idx="124">
                <c:v>0.5669862647332221</c:v>
              </c:pt>
              <c:pt idx="125">
                <c:v>0.58045049751121</c:v>
              </c:pt>
              <c:pt idx="126">
                <c:v>0.58045049751121</c:v>
              </c:pt>
              <c:pt idx="127">
                <c:v>0.5829569624644114</c:v>
              </c:pt>
              <c:pt idx="128">
                <c:v>0.5829569624644114</c:v>
              </c:pt>
              <c:pt idx="129">
                <c:v>0.5872638935414554</c:v>
              </c:pt>
              <c:pt idx="130">
                <c:v>0.5872638935414554</c:v>
              </c:pt>
              <c:pt idx="131">
                <c:v>0.5942498462909108</c:v>
              </c:pt>
              <c:pt idx="132">
                <c:v>0.5942498462909108</c:v>
              </c:pt>
              <c:pt idx="133">
                <c:v>0.5949108950498209</c:v>
              </c:pt>
              <c:pt idx="134">
                <c:v>0.5949108950498209</c:v>
              </c:pt>
              <c:pt idx="135">
                <c:v>0.6029516921290539</c:v>
              </c:pt>
              <c:pt idx="136">
                <c:v>0.6029516921290539</c:v>
              </c:pt>
              <c:pt idx="137">
                <c:v>0.6088156404071815</c:v>
              </c:pt>
              <c:pt idx="138">
                <c:v>0.6088156404071815</c:v>
              </c:pt>
              <c:pt idx="139">
                <c:v>0.6417431616347602</c:v>
              </c:pt>
              <c:pt idx="140">
                <c:v>0.6417431616347602</c:v>
              </c:pt>
              <c:pt idx="141">
                <c:v>0.6483620190766558</c:v>
              </c:pt>
              <c:pt idx="142">
                <c:v>0.6483620190766558</c:v>
              </c:pt>
              <c:pt idx="143">
                <c:v>0.6545647088022432</c:v>
              </c:pt>
              <c:pt idx="144">
                <c:v>0.6545647088022432</c:v>
              </c:pt>
              <c:pt idx="145">
                <c:v>0.6644791029551206</c:v>
              </c:pt>
              <c:pt idx="146">
                <c:v>0.6644791029551206</c:v>
              </c:pt>
              <c:pt idx="147">
                <c:v>0.6657273143426191</c:v>
              </c:pt>
              <c:pt idx="148">
                <c:v>0.6657273143426191</c:v>
              </c:pt>
              <c:pt idx="149">
                <c:v>0.6934987335143268</c:v>
              </c:pt>
              <c:pt idx="150">
                <c:v>0.6934987335143268</c:v>
              </c:pt>
              <c:pt idx="151">
                <c:v>0.7440225400407002</c:v>
              </c:pt>
              <c:pt idx="152">
                <c:v>0.7440225400407002</c:v>
              </c:pt>
              <c:pt idx="153">
                <c:v>0.7614777129701753</c:v>
              </c:pt>
              <c:pt idx="154">
                <c:v>0.7614777129701753</c:v>
              </c:pt>
              <c:pt idx="155">
                <c:v>0.7632951313856433</c:v>
              </c:pt>
              <c:pt idx="156">
                <c:v>0.7632951313856433</c:v>
              </c:pt>
              <c:pt idx="157">
                <c:v>0.7637588188704455</c:v>
              </c:pt>
              <c:pt idx="158">
                <c:v>0.7637588188704455</c:v>
              </c:pt>
              <c:pt idx="159">
                <c:v>0.7959983511466264</c:v>
              </c:pt>
              <c:pt idx="160">
                <c:v>0.7959983511466264</c:v>
              </c:pt>
              <c:pt idx="161">
                <c:v>0.8040551846147082</c:v>
              </c:pt>
              <c:pt idx="162">
                <c:v>0.8040551846147082</c:v>
              </c:pt>
              <c:pt idx="163">
                <c:v>0.8253113796764603</c:v>
              </c:pt>
              <c:pt idx="164">
                <c:v>0.8253113796764603</c:v>
              </c:pt>
              <c:pt idx="165">
                <c:v>0.884504970484851</c:v>
              </c:pt>
              <c:pt idx="166">
                <c:v>0.884504970484851</c:v>
              </c:pt>
              <c:pt idx="167">
                <c:v>0.9022182703437671</c:v>
              </c:pt>
              <c:pt idx="168">
                <c:v>0.9022182703437671</c:v>
              </c:pt>
              <c:pt idx="169">
                <c:v>0.9045531049914709</c:v>
              </c:pt>
              <c:pt idx="170">
                <c:v>0.9045531049914709</c:v>
              </c:pt>
              <c:pt idx="171">
                <c:v>0.9202347618275871</c:v>
              </c:pt>
              <c:pt idx="172">
                <c:v>0.9202347618275871</c:v>
              </c:pt>
              <c:pt idx="173">
                <c:v>0.9212259566512369</c:v>
              </c:pt>
              <c:pt idx="174">
                <c:v>0.9212259566512369</c:v>
              </c:pt>
              <c:pt idx="175">
                <c:v>0.9224773878454317</c:v>
              </c:pt>
              <c:pt idx="176">
                <c:v>0.9224773878454317</c:v>
              </c:pt>
              <c:pt idx="177">
                <c:v>1</c:v>
              </c:pt>
              <c:pt idx="178">
                <c:v>1</c:v>
              </c:pt>
              <c:pt idx="179">
                <c:v>1.038324109761231</c:v>
              </c:pt>
              <c:pt idx="180">
                <c:v>1.038324109761231</c:v>
              </c:pt>
              <c:pt idx="181">
                <c:v>1.0494059743148916</c:v>
              </c:pt>
              <c:pt idx="182">
                <c:v>1.0494059743148916</c:v>
              </c:pt>
              <c:pt idx="183">
                <c:v>1.051613481748875</c:v>
              </c:pt>
              <c:pt idx="184">
                <c:v>1.051613481748875</c:v>
              </c:pt>
              <c:pt idx="185">
                <c:v>1.0881192739495626</c:v>
              </c:pt>
              <c:pt idx="186">
                <c:v>1.0881192739495626</c:v>
              </c:pt>
              <c:pt idx="187">
                <c:v>1.119209748245061</c:v>
              </c:pt>
              <c:pt idx="188">
                <c:v>1.119209748245061</c:v>
              </c:pt>
              <c:pt idx="189">
                <c:v>1.1351853392537863</c:v>
              </c:pt>
              <c:pt idx="190">
                <c:v>1.1351853392537863</c:v>
              </c:pt>
              <c:pt idx="191">
                <c:v>1.2006813678309078</c:v>
              </c:pt>
              <c:pt idx="192">
                <c:v>1.2006813678309078</c:v>
              </c:pt>
              <c:pt idx="193">
                <c:v>1.2450607705576597</c:v>
              </c:pt>
              <c:pt idx="194">
                <c:v>1.2450607705576597</c:v>
              </c:pt>
              <c:pt idx="195">
                <c:v>1.2491422624427615</c:v>
              </c:pt>
              <c:pt idx="196">
                <c:v>1.2491422624427615</c:v>
              </c:pt>
              <c:pt idx="197">
                <c:v>1.2640099774063365</c:v>
              </c:pt>
              <c:pt idx="198">
                <c:v>1.2640099774063365</c:v>
              </c:pt>
              <c:pt idx="199">
                <c:v>1.2920363444058074</c:v>
              </c:pt>
              <c:pt idx="200">
                <c:v>1.2920363444058074</c:v>
              </c:pt>
              <c:pt idx="201">
                <c:v>1.3380603884030058</c:v>
              </c:pt>
              <c:pt idx="202">
                <c:v>1.3380603884030058</c:v>
              </c:pt>
              <c:pt idx="203">
                <c:v>1.420562280864945</c:v>
              </c:pt>
              <c:pt idx="204">
                <c:v>1.420562280864945</c:v>
              </c:pt>
              <c:pt idx="205">
                <c:v>1.4325904260151507</c:v>
              </c:pt>
              <c:pt idx="206">
                <c:v>1.4325904260151507</c:v>
              </c:pt>
              <c:pt idx="207">
                <c:v>1.4333821656298675</c:v>
              </c:pt>
              <c:pt idx="208">
                <c:v>1.4333821656298675</c:v>
              </c:pt>
              <c:pt idx="209">
                <c:v>1.4554296631957053</c:v>
              </c:pt>
              <c:pt idx="210">
                <c:v>1.4554296631957053</c:v>
              </c:pt>
              <c:pt idx="211">
                <c:v>1.5214605263650287</c:v>
              </c:pt>
              <c:pt idx="212">
                <c:v>1.5214605263650287</c:v>
              </c:pt>
              <c:pt idx="213">
                <c:v>1.524712507314694</c:v>
              </c:pt>
              <c:pt idx="214">
                <c:v>1.524712507314694</c:v>
              </c:pt>
              <c:pt idx="215">
                <c:v>1.5347260172686834</c:v>
              </c:pt>
              <c:pt idx="216">
                <c:v>1.5347260172686834</c:v>
              </c:pt>
              <c:pt idx="217">
                <c:v>1.5787937839399109</c:v>
              </c:pt>
              <c:pt idx="218">
                <c:v>1.5787937839399109</c:v>
              </c:pt>
              <c:pt idx="219">
                <c:v>1.6184642299314216</c:v>
              </c:pt>
              <c:pt idx="220">
                <c:v>1.6184642299314216</c:v>
              </c:pt>
              <c:pt idx="221">
                <c:v>1.6510089039820586</c:v>
              </c:pt>
              <c:pt idx="222">
                <c:v>1.6510089039820586</c:v>
              </c:pt>
              <c:pt idx="223">
                <c:v>1.6611908355720943</c:v>
              </c:pt>
              <c:pt idx="224">
                <c:v>1.6611908355720943</c:v>
              </c:pt>
              <c:pt idx="225">
                <c:v>1.6746773151758136</c:v>
              </c:pt>
              <c:pt idx="226">
                <c:v>1.6746773151758136</c:v>
              </c:pt>
              <c:pt idx="227">
                <c:v>1.6945029931718154</c:v>
              </c:pt>
              <c:pt idx="228">
                <c:v>1.6945029931718154</c:v>
              </c:pt>
              <c:pt idx="229">
                <c:v>1.7111611079304418</c:v>
              </c:pt>
              <c:pt idx="230">
                <c:v>1.7111611079304418</c:v>
              </c:pt>
              <c:pt idx="231">
                <c:v>1.7165342212557468</c:v>
              </c:pt>
              <c:pt idx="232">
                <c:v>1.7165342212557468</c:v>
              </c:pt>
              <c:pt idx="233">
                <c:v>1.7294055075189878</c:v>
              </c:pt>
              <c:pt idx="234">
                <c:v>1.7294055075189878</c:v>
              </c:pt>
              <c:pt idx="235">
                <c:v>1.7402643136381926</c:v>
              </c:pt>
              <c:pt idx="236">
                <c:v>1.7402643136381926</c:v>
              </c:pt>
              <c:pt idx="237">
                <c:v>1.8132027062591574</c:v>
              </c:pt>
              <c:pt idx="238">
                <c:v>1.8132027062591574</c:v>
              </c:pt>
              <c:pt idx="239">
                <c:v>1.865790202856043</c:v>
              </c:pt>
              <c:pt idx="240">
                <c:v>1.865790202856043</c:v>
              </c:pt>
              <c:pt idx="241">
                <c:v>1.8916695756075894</c:v>
              </c:pt>
              <c:pt idx="242">
                <c:v>1.8916695756075894</c:v>
              </c:pt>
              <c:pt idx="243">
                <c:v>1.9436595333878846</c:v>
              </c:pt>
              <c:pt idx="244">
                <c:v>1.9436595333878846</c:v>
              </c:pt>
              <c:pt idx="245">
                <c:v>1.9688155126335323</c:v>
              </c:pt>
              <c:pt idx="246">
                <c:v>1.9688155126335323</c:v>
              </c:pt>
              <c:pt idx="247">
                <c:v>2</c:v>
              </c:pt>
              <c:pt idx="248">
                <c:v>2</c:v>
              </c:pt>
              <c:pt idx="249">
                <c:v>2.0316462523165</c:v>
              </c:pt>
              <c:pt idx="250">
                <c:v>2.0316462523165</c:v>
              </c:pt>
              <c:pt idx="251">
                <c:v>2.0402901000991074</c:v>
              </c:pt>
              <c:pt idx="252">
                <c:v>2.0402901000991074</c:v>
              </c:pt>
              <c:pt idx="253">
                <c:v>2.061227137345983</c:v>
              </c:pt>
              <c:pt idx="254">
                <c:v>2.061227137345983</c:v>
              </c:pt>
              <c:pt idx="255">
                <c:v>2.1426249202048004</c:v>
              </c:pt>
              <c:pt idx="256">
                <c:v>2.1426249202048004</c:v>
              </c:pt>
              <c:pt idx="257">
                <c:v>2.14359794017796</c:v>
              </c:pt>
              <c:pt idx="258">
                <c:v>2.14359794017796</c:v>
              </c:pt>
              <c:pt idx="259">
                <c:v>2.156533514285818</c:v>
              </c:pt>
              <c:pt idx="260">
                <c:v>2.156533514285818</c:v>
              </c:pt>
              <c:pt idx="261">
                <c:v>2.1905398091422055</c:v>
              </c:pt>
              <c:pt idx="262">
                <c:v>2.1905398091422055</c:v>
              </c:pt>
              <c:pt idx="263">
                <c:v>2.2579916323700764</c:v>
              </c:pt>
              <c:pt idx="264">
                <c:v>2.2579916323700764</c:v>
              </c:pt>
              <c:pt idx="265">
                <c:v>2.287468509416247</c:v>
              </c:pt>
              <c:pt idx="266">
                <c:v>2.287468509416247</c:v>
              </c:pt>
              <c:pt idx="267">
                <c:v>2.3206981455216815</c:v>
              </c:pt>
              <c:pt idx="268">
                <c:v>2.3206981455216815</c:v>
              </c:pt>
              <c:pt idx="269">
                <c:v>2.3228613044021222</c:v>
              </c:pt>
              <c:pt idx="270">
                <c:v>2.3228613044021222</c:v>
              </c:pt>
              <c:pt idx="271">
                <c:v>2.3378784465176725</c:v>
              </c:pt>
              <c:pt idx="272">
                <c:v>2.3378784465176725</c:v>
              </c:pt>
              <c:pt idx="273">
                <c:v>2.341442318720699</c:v>
              </c:pt>
              <c:pt idx="274">
                <c:v>2.341442318720699</c:v>
              </c:pt>
              <c:pt idx="275">
                <c:v>2.3453191567686615</c:v>
              </c:pt>
              <c:pt idx="276">
                <c:v>2.3453191567686615</c:v>
              </c:pt>
              <c:pt idx="277">
                <c:v>2.368131410757828</c:v>
              </c:pt>
              <c:pt idx="278">
                <c:v>2.368131410757828</c:v>
              </c:pt>
              <c:pt idx="279">
                <c:v>2.373161903352829</c:v>
              </c:pt>
              <c:pt idx="280">
                <c:v>2.373161903352829</c:v>
              </c:pt>
              <c:pt idx="281">
                <c:v>2.408561094151636</c:v>
              </c:pt>
              <c:pt idx="282">
                <c:v>2.408561094151636</c:v>
              </c:pt>
              <c:pt idx="283">
                <c:v>2.452437180529151</c:v>
              </c:pt>
              <c:pt idx="284">
                <c:v>2.452437180529151</c:v>
              </c:pt>
              <c:pt idx="285">
                <c:v>2.460962545158719</c:v>
              </c:pt>
              <c:pt idx="286">
                <c:v>2.460962545158719</c:v>
              </c:pt>
              <c:pt idx="287">
                <c:v>2.48583452916475</c:v>
              </c:pt>
              <c:pt idx="288">
                <c:v>2.48583452916475</c:v>
              </c:pt>
              <c:pt idx="289">
                <c:v>2.514182396989435</c:v>
              </c:pt>
              <c:pt idx="290">
                <c:v>2.514182396989435</c:v>
              </c:pt>
              <c:pt idx="291">
                <c:v>2.570318304325982</c:v>
              </c:pt>
              <c:pt idx="292">
                <c:v>2.570318304325982</c:v>
              </c:pt>
              <c:pt idx="293">
                <c:v>2.666276801614424</c:v>
              </c:pt>
              <c:pt idx="294">
                <c:v>2.666276801614424</c:v>
              </c:pt>
              <c:pt idx="295">
                <c:v>2.686148969806944</c:v>
              </c:pt>
              <c:pt idx="296">
                <c:v>2.686148969806944</c:v>
              </c:pt>
              <c:pt idx="297">
                <c:v>2.745348981959733</c:v>
              </c:pt>
              <c:pt idx="298">
                <c:v>2.745348981959733</c:v>
              </c:pt>
              <c:pt idx="299">
                <c:v>2.7669101311952264</c:v>
              </c:pt>
              <c:pt idx="300">
                <c:v>2.7669101311952264</c:v>
              </c:pt>
              <c:pt idx="301">
                <c:v>2.8202889544622876</c:v>
              </c:pt>
              <c:pt idx="302">
                <c:v>2.8202889544622876</c:v>
              </c:pt>
              <c:pt idx="303">
                <c:v>2.8400670644973958</c:v>
              </c:pt>
              <c:pt idx="304">
                <c:v>2.8400670644973958</c:v>
              </c:pt>
              <c:pt idx="305">
                <c:v>2.843753145993903</c:v>
              </c:pt>
              <c:pt idx="306">
                <c:v>2.843753145993903</c:v>
              </c:pt>
              <c:pt idx="307">
                <c:v>2.876841957092049</c:v>
              </c:pt>
              <c:pt idx="308">
                <c:v>2.876841957092049</c:v>
              </c:pt>
              <c:pt idx="309">
                <c:v>2.9222351684237777</c:v>
              </c:pt>
              <c:pt idx="310">
                <c:v>2.9222351684237777</c:v>
              </c:pt>
              <c:pt idx="311">
                <c:v>2.9282066719862767</c:v>
              </c:pt>
              <c:pt idx="312">
                <c:v>2.9282066719862767</c:v>
              </c:pt>
              <c:pt idx="313">
                <c:v>2.9344501935527365</c:v>
              </c:pt>
              <c:pt idx="314">
                <c:v>2.9344501935527365</c:v>
              </c:pt>
              <c:pt idx="315">
                <c:v>2.9440902968826146</c:v>
              </c:pt>
              <c:pt idx="316">
                <c:v>2.9440902968826146</c:v>
              </c:pt>
              <c:pt idx="317">
                <c:v>2.9550306400691007</c:v>
              </c:pt>
              <c:pt idx="318">
                <c:v>2.9550306400691007</c:v>
              </c:pt>
              <c:pt idx="319">
                <c:v>3.0122197524864767</c:v>
              </c:pt>
              <c:pt idx="320">
                <c:v>3.0122197524864767</c:v>
              </c:pt>
              <c:pt idx="321">
                <c:v>3.0310726897004527</c:v>
              </c:pt>
              <c:pt idx="322">
                <c:v>3.0310726897004527</c:v>
              </c:pt>
              <c:pt idx="323">
                <c:v>3.1564353397238203</c:v>
              </c:pt>
              <c:pt idx="324">
                <c:v>3.1564353397238203</c:v>
              </c:pt>
              <c:pt idx="325">
                <c:v>3.1767107369538783</c:v>
              </c:pt>
              <c:pt idx="326">
                <c:v>3.1767107369538783</c:v>
              </c:pt>
              <c:pt idx="327">
                <c:v>3.180275632292906</c:v>
              </c:pt>
              <c:pt idx="328">
                <c:v>3.180275632292906</c:v>
              </c:pt>
              <c:pt idx="329">
                <c:v>3.1813280407779114</c:v>
              </c:pt>
              <c:pt idx="330">
                <c:v>3.1813280407779114</c:v>
              </c:pt>
              <c:pt idx="331">
                <c:v>3.3320041159570435</c:v>
              </c:pt>
              <c:pt idx="332">
                <c:v>3.3320041159570435</c:v>
              </c:pt>
              <c:pt idx="333">
                <c:v>3.3447199359853186</c:v>
              </c:pt>
              <c:pt idx="334">
                <c:v>3.3447199359853186</c:v>
              </c:pt>
              <c:pt idx="335">
                <c:v>3.467136449762656</c:v>
              </c:pt>
              <c:pt idx="336">
                <c:v>3.467136449762656</c:v>
              </c:pt>
              <c:pt idx="337">
                <c:v>3.470696492407372</c:v>
              </c:pt>
              <c:pt idx="338">
                <c:v>3.470696492407372</c:v>
              </c:pt>
              <c:pt idx="339">
                <c:v>3.5010640511770856</c:v>
              </c:pt>
              <c:pt idx="340">
                <c:v>3.5010640511770856</c:v>
              </c:pt>
              <c:pt idx="341">
                <c:v>3.84128745581388</c:v>
              </c:pt>
              <c:pt idx="342">
                <c:v>3.84128745581388</c:v>
              </c:pt>
              <c:pt idx="343">
                <c:v>3.9811339942265525</c:v>
              </c:pt>
              <c:pt idx="344">
                <c:v>3.9811339942265525</c:v>
              </c:pt>
              <c:pt idx="345">
                <c:v>4.054449932307367</c:v>
              </c:pt>
              <c:pt idx="346">
                <c:v>4.054449932307367</c:v>
              </c:pt>
              <c:pt idx="347">
                <c:v>4.110083109153377</c:v>
              </c:pt>
              <c:pt idx="348">
                <c:v>4.110083109153377</c:v>
              </c:pt>
              <c:pt idx="349">
                <c:v>4.381532971863782</c:v>
              </c:pt>
              <c:pt idx="350">
                <c:v>4.381532971863782</c:v>
              </c:pt>
              <c:pt idx="351">
                <c:v>4.474633417076043</c:v>
              </c:pt>
              <c:pt idx="352">
                <c:v>4.474633417076043</c:v>
              </c:pt>
              <c:pt idx="353">
                <c:v>4.5157868235576295</c:v>
              </c:pt>
              <c:pt idx="354">
                <c:v>4.5157868235576295</c:v>
              </c:pt>
              <c:pt idx="355">
                <c:v>4.518794331612874</c:v>
              </c:pt>
              <c:pt idx="356">
                <c:v>4.518794331612874</c:v>
              </c:pt>
              <c:pt idx="357">
                <c:v>4.669276550240401</c:v>
              </c:pt>
              <c:pt idx="358">
                <c:v>4.669276550240401</c:v>
              </c:pt>
              <c:pt idx="359">
                <c:v>4.701941080174179</c:v>
              </c:pt>
              <c:pt idx="360">
                <c:v>4.701941080174179</c:v>
              </c:pt>
              <c:pt idx="361">
                <c:v>4.783523453070028</c:v>
              </c:pt>
              <c:pt idx="362">
                <c:v>4.783523453070028</c:v>
              </c:pt>
              <c:pt idx="363">
                <c:v>4.903896004034577</c:v>
              </c:pt>
              <c:pt idx="364">
                <c:v>4.903896004034577</c:v>
              </c:pt>
              <c:pt idx="365">
                <c:v>4.927276006861227</c:v>
              </c:pt>
              <c:pt idx="366">
                <c:v>4.927276006861227</c:v>
              </c:pt>
              <c:pt idx="367">
                <c:v>5</c:v>
              </c:pt>
              <c:pt idx="368">
                <c:v>5</c:v>
              </c:pt>
              <c:pt idx="369">
                <c:v>5.32371367280702</c:v>
              </c:pt>
              <c:pt idx="370">
                <c:v>5.32371367280702</c:v>
              </c:pt>
              <c:pt idx="371">
                <c:v>5.580843905671755</c:v>
              </c:pt>
              <c:pt idx="372">
                <c:v>5.580843905671755</c:v>
              </c:pt>
              <c:pt idx="373">
                <c:v>5.616402220404511</c:v>
              </c:pt>
              <c:pt idx="374">
                <c:v>5.616402220404511</c:v>
              </c:pt>
              <c:pt idx="375">
                <c:v>5.9388982344163965</c:v>
              </c:pt>
              <c:pt idx="376">
                <c:v>5.9388982344163965</c:v>
              </c:pt>
              <c:pt idx="377">
                <c:v>5.9670187233072</c:v>
              </c:pt>
              <c:pt idx="378">
                <c:v>5.9670187233072</c:v>
              </c:pt>
              <c:pt idx="379">
                <c:v>6.014638337656728</c:v>
              </c:pt>
              <c:pt idx="380">
                <c:v>6.014638337656728</c:v>
              </c:pt>
              <c:pt idx="381">
                <c:v>6.16557685354679</c:v>
              </c:pt>
              <c:pt idx="382">
                <c:v>6.16557685354679</c:v>
              </c:pt>
              <c:pt idx="383">
                <c:v>6.211841840649047</c:v>
              </c:pt>
              <c:pt idx="384">
                <c:v>6.211841840649047</c:v>
              </c:pt>
              <c:pt idx="385">
                <c:v>7.125455647898179</c:v>
              </c:pt>
              <c:pt idx="386">
                <c:v>7.125455647898179</c:v>
              </c:pt>
              <c:pt idx="387">
                <c:v>7.961163156081226</c:v>
              </c:pt>
              <c:pt idx="388">
                <c:v>7.961163156081226</c:v>
              </c:pt>
              <c:pt idx="389">
                <c:v>8.631508395037775</c:v>
              </c:pt>
              <c:pt idx="390">
                <c:v>8.631508395037775</c:v>
              </c:pt>
              <c:pt idx="391">
                <c:v>9.426684011445499</c:v>
              </c:pt>
              <c:pt idx="392">
                <c:v>9.426684011445499</c:v>
              </c:pt>
              <c:pt idx="393">
                <c:v>9.662066569929147</c:v>
              </c:pt>
              <c:pt idx="394">
                <c:v>9.662066569929147</c:v>
              </c:pt>
              <c:pt idx="395">
                <c:v>10</c:v>
              </c:pt>
              <c:pt idx="396">
                <c:v>10</c:v>
              </c:pt>
              <c:pt idx="397">
                <c:v>13.063022272911711</c:v>
              </c:pt>
              <c:pt idx="398">
                <c:v>13.063022272911711</c:v>
              </c:pt>
              <c:pt idx="399">
                <c:v>15</c:v>
              </c:pt>
              <c:pt idx="400">
                <c:v>15</c:v>
              </c:pt>
              <c:pt idx="401">
                <c:v>15.811310549243455</c:v>
              </c:pt>
              <c:pt idx="402">
                <c:v>15.811310549243455</c:v>
              </c:pt>
              <c:pt idx="403">
                <c:v>16.75890324670423</c:v>
              </c:pt>
              <c:pt idx="404">
                <c:v>16.75890324670423</c:v>
              </c:pt>
              <c:pt idx="405">
                <c:v>20</c:v>
              </c:pt>
              <c:pt idx="406">
                <c:v>20</c:v>
              </c:pt>
              <c:pt idx="407">
                <c:v>30</c:v>
              </c:pt>
              <c:pt idx="408">
                <c:v>30</c:v>
              </c:pt>
              <c:pt idx="409">
                <c:v>50</c:v>
              </c:pt>
              <c:pt idx="410">
                <c:v>50</c:v>
              </c:pt>
              <c:pt idx="411">
                <c:v>70</c:v>
              </c:pt>
            </c:numLit>
          </c:xVal>
          <c:yVal>
            <c:numLit>
              <c:formatCode>0.0</c:formatCode>
              <c:ptCount val="412"/>
              <c:pt idx="0">
                <c:v>1.2707308176041194</c:v>
              </c:pt>
              <c:pt idx="1">
                <c:v>1.2707308176041194</c:v>
              </c:pt>
              <c:pt idx="2">
                <c:v>1.2707308176041194</c:v>
              </c:pt>
              <c:pt idx="3">
                <c:v>1.2707308176041194</c:v>
              </c:pt>
              <c:pt idx="4">
                <c:v>1.2707308176041194</c:v>
              </c:pt>
              <c:pt idx="5">
                <c:v>1.2707308176041194</c:v>
              </c:pt>
              <c:pt idx="6">
                <c:v>1.2707308176041194</c:v>
              </c:pt>
              <c:pt idx="7">
                <c:v>1.2707308176041194</c:v>
              </c:pt>
              <c:pt idx="8">
                <c:v>1.2707308176041194</c:v>
              </c:pt>
              <c:pt idx="9">
                <c:v>1.2707308176041194</c:v>
              </c:pt>
              <c:pt idx="10">
                <c:v>1.2707308176041194</c:v>
              </c:pt>
              <c:pt idx="11">
                <c:v>1.2707308176041194</c:v>
              </c:pt>
              <c:pt idx="12">
                <c:v>1.2707308176041194</c:v>
              </c:pt>
              <c:pt idx="13">
                <c:v>1.2707308176041194</c:v>
              </c:pt>
              <c:pt idx="14">
                <c:v>1.2707308176041194</c:v>
              </c:pt>
              <c:pt idx="15">
                <c:v>1.2707308176041194</c:v>
              </c:pt>
              <c:pt idx="16">
                <c:v>1.2707308176041194</c:v>
              </c:pt>
              <c:pt idx="17">
                <c:v>1.2707308176041194</c:v>
              </c:pt>
              <c:pt idx="18">
                <c:v>1.2707308176041194</c:v>
              </c:pt>
              <c:pt idx="19">
                <c:v>1.2707308176041194</c:v>
              </c:pt>
              <c:pt idx="20">
                <c:v>1.2707308176041194</c:v>
              </c:pt>
              <c:pt idx="21">
                <c:v>1.2707308176041194</c:v>
              </c:pt>
              <c:pt idx="22">
                <c:v>1.2707308176041194</c:v>
              </c:pt>
              <c:pt idx="23">
                <c:v>1.2707308176041194</c:v>
              </c:pt>
              <c:pt idx="24">
                <c:v>1.2707308176041194</c:v>
              </c:pt>
              <c:pt idx="25">
                <c:v>1.2707308176041194</c:v>
              </c:pt>
              <c:pt idx="26">
                <c:v>1.2707308176041194</c:v>
              </c:pt>
              <c:pt idx="27">
                <c:v>1.2707308176041194</c:v>
              </c:pt>
              <c:pt idx="28">
                <c:v>1.2707308176041194</c:v>
              </c:pt>
              <c:pt idx="29">
                <c:v>1.2707308176041194</c:v>
              </c:pt>
              <c:pt idx="30">
                <c:v>1.2707308176041194</c:v>
              </c:pt>
              <c:pt idx="31">
                <c:v>1.2707308176041194</c:v>
              </c:pt>
              <c:pt idx="32">
                <c:v>1.2707308176041194</c:v>
              </c:pt>
              <c:pt idx="33">
                <c:v>1.2707308176041194</c:v>
              </c:pt>
              <c:pt idx="34">
                <c:v>1.2707308176041194</c:v>
              </c:pt>
              <c:pt idx="35">
                <c:v>1.2707308176041194</c:v>
              </c:pt>
              <c:pt idx="36">
                <c:v>1.2707308176041194</c:v>
              </c:pt>
              <c:pt idx="37">
                <c:v>1.2707308176041194</c:v>
              </c:pt>
              <c:pt idx="38">
                <c:v>1.2707308176041194</c:v>
              </c:pt>
              <c:pt idx="39">
                <c:v>1.2707308176041194</c:v>
              </c:pt>
              <c:pt idx="40">
                <c:v>1.2707308176041194</c:v>
              </c:pt>
              <c:pt idx="41">
                <c:v>1.2707308176041194</c:v>
              </c:pt>
              <c:pt idx="42">
                <c:v>1.2707308176041194</c:v>
              </c:pt>
              <c:pt idx="43">
                <c:v>1.2707308176041194</c:v>
              </c:pt>
              <c:pt idx="44">
                <c:v>1.2707308176041194</c:v>
              </c:pt>
              <c:pt idx="45">
                <c:v>1.2707308176041194</c:v>
              </c:pt>
              <c:pt idx="46">
                <c:v>1.2707308176041194</c:v>
              </c:pt>
              <c:pt idx="47">
                <c:v>1.2707308176041194</c:v>
              </c:pt>
              <c:pt idx="48">
                <c:v>1.2707308176041194</c:v>
              </c:pt>
              <c:pt idx="49">
                <c:v>1.2707308176041194</c:v>
              </c:pt>
              <c:pt idx="50">
                <c:v>1.2707308176041194</c:v>
              </c:pt>
              <c:pt idx="51">
                <c:v>1.2707308176041194</c:v>
              </c:pt>
              <c:pt idx="52">
                <c:v>1.2707308176041194</c:v>
              </c:pt>
              <c:pt idx="53">
                <c:v>1.2707308176041194</c:v>
              </c:pt>
              <c:pt idx="54">
                <c:v>1.2707308176041194</c:v>
              </c:pt>
              <c:pt idx="55">
                <c:v>1.2707308176041194</c:v>
              </c:pt>
              <c:pt idx="56">
                <c:v>1.2707308176041194</c:v>
              </c:pt>
              <c:pt idx="57">
                <c:v>1.2707308176041194</c:v>
              </c:pt>
              <c:pt idx="58">
                <c:v>1.2707308176041194</c:v>
              </c:pt>
              <c:pt idx="59">
                <c:v>1.2707308176041194</c:v>
              </c:pt>
              <c:pt idx="60">
                <c:v>1.2707308176041194</c:v>
              </c:pt>
              <c:pt idx="61">
                <c:v>1.2707308176041194</c:v>
              </c:pt>
              <c:pt idx="62">
                <c:v>1.2271443375090896</c:v>
              </c:pt>
              <c:pt idx="63">
                <c:v>1.2271443375090896</c:v>
              </c:pt>
              <c:pt idx="64">
                <c:v>1.2271443375090896</c:v>
              </c:pt>
              <c:pt idx="65">
                <c:v>1.2271443375090896</c:v>
              </c:pt>
              <c:pt idx="66">
                <c:v>1.202047333886591</c:v>
              </c:pt>
              <c:pt idx="67">
                <c:v>1.202047333886591</c:v>
              </c:pt>
              <c:pt idx="68">
                <c:v>1.202047333886591</c:v>
              </c:pt>
              <c:pt idx="69">
                <c:v>1.202047333886591</c:v>
              </c:pt>
              <c:pt idx="70">
                <c:v>1.202047333886591</c:v>
              </c:pt>
              <c:pt idx="71">
                <c:v>1.202047333886591</c:v>
              </c:pt>
              <c:pt idx="72">
                <c:v>1.202047333886591</c:v>
              </c:pt>
              <c:pt idx="73">
                <c:v>1.202047333886591</c:v>
              </c:pt>
              <c:pt idx="74">
                <c:v>1.202047333886591</c:v>
              </c:pt>
              <c:pt idx="75">
                <c:v>1.202047333886591</c:v>
              </c:pt>
              <c:pt idx="76">
                <c:v>1.202047333886591</c:v>
              </c:pt>
              <c:pt idx="77">
                <c:v>1.202047333886591</c:v>
              </c:pt>
              <c:pt idx="78">
                <c:v>1.202047333886591</c:v>
              </c:pt>
              <c:pt idx="79">
                <c:v>1.202047333886591</c:v>
              </c:pt>
              <c:pt idx="80">
                <c:v>1.202047333886591</c:v>
              </c:pt>
              <c:pt idx="81">
                <c:v>1.202047333886591</c:v>
              </c:pt>
              <c:pt idx="82">
                <c:v>1.202047333886591</c:v>
              </c:pt>
              <c:pt idx="83">
                <c:v>1.202047333886591</c:v>
              </c:pt>
              <c:pt idx="84">
                <c:v>1.202047333886591</c:v>
              </c:pt>
              <c:pt idx="85">
                <c:v>1.202047333886591</c:v>
              </c:pt>
              <c:pt idx="86">
                <c:v>1.202047333886591</c:v>
              </c:pt>
              <c:pt idx="87">
                <c:v>1.202047333886591</c:v>
              </c:pt>
              <c:pt idx="88">
                <c:v>1.202047333886591</c:v>
              </c:pt>
              <c:pt idx="89">
                <c:v>1.202047333886591</c:v>
              </c:pt>
              <c:pt idx="90">
                <c:v>1.202047333886591</c:v>
              </c:pt>
              <c:pt idx="91">
                <c:v>1.202047333886591</c:v>
              </c:pt>
              <c:pt idx="92">
                <c:v>1.1764357172611821</c:v>
              </c:pt>
              <c:pt idx="93">
                <c:v>1.1764357172611821</c:v>
              </c:pt>
              <c:pt idx="94">
                <c:v>1.1764357172611821</c:v>
              </c:pt>
              <c:pt idx="95">
                <c:v>1.1764357172611821</c:v>
              </c:pt>
              <c:pt idx="96">
                <c:v>1.1764357172611821</c:v>
              </c:pt>
              <c:pt idx="97">
                <c:v>1.1764357172611821</c:v>
              </c:pt>
              <c:pt idx="98">
                <c:v>1.1338129867378088</c:v>
              </c:pt>
              <c:pt idx="99">
                <c:v>1.1338129867378088</c:v>
              </c:pt>
              <c:pt idx="100">
                <c:v>1.1338129867378088</c:v>
              </c:pt>
              <c:pt idx="101">
                <c:v>1.1338129867378088</c:v>
              </c:pt>
              <c:pt idx="102">
                <c:v>1.1338129867378088</c:v>
              </c:pt>
              <c:pt idx="103">
                <c:v>1.1338129867378088</c:v>
              </c:pt>
              <c:pt idx="104">
                <c:v>1.106910229859822</c:v>
              </c:pt>
              <c:pt idx="105">
                <c:v>1.106910229859822</c:v>
              </c:pt>
              <c:pt idx="106">
                <c:v>1.106910229859822</c:v>
              </c:pt>
              <c:pt idx="107">
                <c:v>1.106910229859822</c:v>
              </c:pt>
              <c:pt idx="108">
                <c:v>1.0708139605622395</c:v>
              </c:pt>
              <c:pt idx="109">
                <c:v>1.0708139605622395</c:v>
              </c:pt>
              <c:pt idx="110">
                <c:v>1.0300579629370217</c:v>
              </c:pt>
              <c:pt idx="111">
                <c:v>1.0300579629370217</c:v>
              </c:pt>
              <c:pt idx="112">
                <c:v>1.0300579629370217</c:v>
              </c:pt>
              <c:pt idx="113">
                <c:v>1.0300579629370217</c:v>
              </c:pt>
              <c:pt idx="114">
                <c:v>1.0207166041873788</c:v>
              </c:pt>
              <c:pt idx="115">
                <c:v>1.0207166041873788</c:v>
              </c:pt>
              <c:pt idx="116">
                <c:v>1.0197380299663115</c:v>
              </c:pt>
              <c:pt idx="117">
                <c:v>1.0197380299663115</c:v>
              </c:pt>
              <c:pt idx="118">
                <c:v>1.0197380299663115</c:v>
              </c:pt>
              <c:pt idx="119">
                <c:v>1.0197380299663115</c:v>
              </c:pt>
              <c:pt idx="120">
                <c:v>0.9822793432785294</c:v>
              </c:pt>
              <c:pt idx="121">
                <c:v>0.9822793432785294</c:v>
              </c:pt>
              <c:pt idx="122">
                <c:v>0.9822793432785294</c:v>
              </c:pt>
              <c:pt idx="123">
                <c:v>0.9822793432785294</c:v>
              </c:pt>
              <c:pt idx="124">
                <c:v>0.9822793432785294</c:v>
              </c:pt>
              <c:pt idx="125">
                <c:v>0.9822793432785294</c:v>
              </c:pt>
              <c:pt idx="126">
                <c:v>0.9822793432785294</c:v>
              </c:pt>
              <c:pt idx="127">
                <c:v>0.9822793432785294</c:v>
              </c:pt>
              <c:pt idx="128">
                <c:v>0.9822793432785294</c:v>
              </c:pt>
              <c:pt idx="129">
                <c:v>0.9822793432785294</c:v>
              </c:pt>
              <c:pt idx="130">
                <c:v>0.9822793432785294</c:v>
              </c:pt>
              <c:pt idx="131">
                <c:v>0.9822793432785294</c:v>
              </c:pt>
              <c:pt idx="132">
                <c:v>0.9822793432785294</c:v>
              </c:pt>
              <c:pt idx="133">
                <c:v>0.9822793432785294</c:v>
              </c:pt>
              <c:pt idx="134">
                <c:v>0.9362532549050682</c:v>
              </c:pt>
              <c:pt idx="135">
                <c:v>0.9362532549050682</c:v>
              </c:pt>
              <c:pt idx="136">
                <c:v>0.9362532549050682</c:v>
              </c:pt>
              <c:pt idx="137">
                <c:v>0.9362532549050682</c:v>
              </c:pt>
              <c:pt idx="138">
                <c:v>0.8944581310101174</c:v>
              </c:pt>
              <c:pt idx="139">
                <c:v>0.8944581310101174</c:v>
              </c:pt>
              <c:pt idx="140">
                <c:v>0.8742234054941045</c:v>
              </c:pt>
              <c:pt idx="141">
                <c:v>0.8742234054941045</c:v>
              </c:pt>
              <c:pt idx="142">
                <c:v>0.8742234054941045</c:v>
              </c:pt>
              <c:pt idx="143">
                <c:v>0.8742234054941045</c:v>
              </c:pt>
              <c:pt idx="144">
                <c:v>0.8742234054941045</c:v>
              </c:pt>
              <c:pt idx="145">
                <c:v>0.8742234054941045</c:v>
              </c:pt>
              <c:pt idx="146">
                <c:v>0.8742234054941045</c:v>
              </c:pt>
              <c:pt idx="147">
                <c:v>0.8742234054941045</c:v>
              </c:pt>
              <c:pt idx="148">
                <c:v>0.8742234054941045</c:v>
              </c:pt>
              <c:pt idx="149">
                <c:v>0.8742234054941045</c:v>
              </c:pt>
              <c:pt idx="150">
                <c:v>0.8742234054941045</c:v>
              </c:pt>
              <c:pt idx="151">
                <c:v>0.8742234054941045</c:v>
              </c:pt>
              <c:pt idx="152">
                <c:v>0.8742234054941045</c:v>
              </c:pt>
              <c:pt idx="153">
                <c:v>0.8742234054941045</c:v>
              </c:pt>
              <c:pt idx="154">
                <c:v>0.8742234054941045</c:v>
              </c:pt>
              <c:pt idx="155">
                <c:v>0.8742234054941045</c:v>
              </c:pt>
              <c:pt idx="156">
                <c:v>0.8742234054941045</c:v>
              </c:pt>
              <c:pt idx="157">
                <c:v>0.8742234054941045</c:v>
              </c:pt>
              <c:pt idx="158">
                <c:v>0.8225893379797993</c:v>
              </c:pt>
              <c:pt idx="159">
                <c:v>0.8225893379797993</c:v>
              </c:pt>
              <c:pt idx="160">
                <c:v>0.8225893379797993</c:v>
              </c:pt>
              <c:pt idx="161">
                <c:v>0.8225893379797993</c:v>
              </c:pt>
              <c:pt idx="162">
                <c:v>0.8225893379797993</c:v>
              </c:pt>
              <c:pt idx="163">
                <c:v>0.8225893379797993</c:v>
              </c:pt>
              <c:pt idx="164">
                <c:v>0.7936204940236767</c:v>
              </c:pt>
              <c:pt idx="165">
                <c:v>0.7936204940236767</c:v>
              </c:pt>
              <c:pt idx="166">
                <c:v>0.7685675416504213</c:v>
              </c:pt>
              <c:pt idx="167">
                <c:v>0.7685675416504213</c:v>
              </c:pt>
              <c:pt idx="168">
                <c:v>0.7685675416504213</c:v>
              </c:pt>
              <c:pt idx="169">
                <c:v>0.7685675416504213</c:v>
              </c:pt>
              <c:pt idx="170">
                <c:v>0.7320778777435296</c:v>
              </c:pt>
              <c:pt idx="171">
                <c:v>0.7320778777435296</c:v>
              </c:pt>
              <c:pt idx="172">
                <c:v>0.7320778777435296</c:v>
              </c:pt>
              <c:pt idx="173">
                <c:v>0.7320778777435296</c:v>
              </c:pt>
              <c:pt idx="174">
                <c:v>0.7320778777435296</c:v>
              </c:pt>
              <c:pt idx="175">
                <c:v>0.7320778777435296</c:v>
              </c:pt>
              <c:pt idx="176">
                <c:v>0.7320778777435296</c:v>
              </c:pt>
              <c:pt idx="177">
                <c:v>0.7320778777435296</c:v>
              </c:pt>
              <c:pt idx="178">
                <c:v>0.7320778777435296</c:v>
              </c:pt>
              <c:pt idx="179">
                <c:v>0.7320778777435296</c:v>
              </c:pt>
              <c:pt idx="180">
                <c:v>0.7320778777435296</c:v>
              </c:pt>
              <c:pt idx="181">
                <c:v>0.7320778777435296</c:v>
              </c:pt>
              <c:pt idx="182">
                <c:v>0.7212072728963598</c:v>
              </c:pt>
              <c:pt idx="183">
                <c:v>0.7212072728963598</c:v>
              </c:pt>
              <c:pt idx="184">
                <c:v>0.7212072728963598</c:v>
              </c:pt>
              <c:pt idx="185">
                <c:v>0.7212072728963598</c:v>
              </c:pt>
              <c:pt idx="186">
                <c:v>0.7212072728963598</c:v>
              </c:pt>
              <c:pt idx="187">
                <c:v>0.7212072728963598</c:v>
              </c:pt>
              <c:pt idx="188">
                <c:v>0.6825790827921302</c:v>
              </c:pt>
              <c:pt idx="189">
                <c:v>0.6825790827921302</c:v>
              </c:pt>
              <c:pt idx="190">
                <c:v>0.6825790827921302</c:v>
              </c:pt>
              <c:pt idx="191">
                <c:v>0.6825790827921302</c:v>
              </c:pt>
              <c:pt idx="192">
                <c:v>0.6825790827921302</c:v>
              </c:pt>
              <c:pt idx="193">
                <c:v>0.6825790827921302</c:v>
              </c:pt>
              <c:pt idx="194">
                <c:v>0.6825790827921302</c:v>
              </c:pt>
              <c:pt idx="195">
                <c:v>0.6825790827921302</c:v>
              </c:pt>
              <c:pt idx="196">
                <c:v>0.6297388317808047</c:v>
              </c:pt>
              <c:pt idx="197">
                <c:v>0.6297388317808047</c:v>
              </c:pt>
              <c:pt idx="198">
                <c:v>0.6297388317808047</c:v>
              </c:pt>
              <c:pt idx="199">
                <c:v>0.6297388317808047</c:v>
              </c:pt>
              <c:pt idx="200">
                <c:v>0.5973707626521277</c:v>
              </c:pt>
              <c:pt idx="201">
                <c:v>0.5973707626521277</c:v>
              </c:pt>
              <c:pt idx="202">
                <c:v>0.5973707626521277</c:v>
              </c:pt>
              <c:pt idx="203">
                <c:v>0.5973707626521277</c:v>
              </c:pt>
              <c:pt idx="204">
                <c:v>0.5973707626521277</c:v>
              </c:pt>
              <c:pt idx="205">
                <c:v>0.5973707626521277</c:v>
              </c:pt>
              <c:pt idx="206">
                <c:v>0.5929670811558705</c:v>
              </c:pt>
              <c:pt idx="207">
                <c:v>0.5929670811558705</c:v>
              </c:pt>
              <c:pt idx="208">
                <c:v>0.5929670811558705</c:v>
              </c:pt>
              <c:pt idx="209">
                <c:v>0.5929670811558705</c:v>
              </c:pt>
              <c:pt idx="210">
                <c:v>0.5660710734463668</c:v>
              </c:pt>
              <c:pt idx="211">
                <c:v>0.5660710734463668</c:v>
              </c:pt>
              <c:pt idx="212">
                <c:v>0.5589857622840947</c:v>
              </c:pt>
              <c:pt idx="213">
                <c:v>0.5589857622840947</c:v>
              </c:pt>
              <c:pt idx="214">
                <c:v>0.5437018462763472</c:v>
              </c:pt>
              <c:pt idx="215">
                <c:v>0.5437018462763472</c:v>
              </c:pt>
              <c:pt idx="216">
                <c:v>0.5437018462763472</c:v>
              </c:pt>
              <c:pt idx="217">
                <c:v>0.5437018462763472</c:v>
              </c:pt>
              <c:pt idx="218">
                <c:v>0.5437018462763472</c:v>
              </c:pt>
              <c:pt idx="219">
                <c:v>0.5437018462763472</c:v>
              </c:pt>
              <c:pt idx="220">
                <c:v>0.5005459174139384</c:v>
              </c:pt>
              <c:pt idx="221">
                <c:v>0.5005459174139384</c:v>
              </c:pt>
              <c:pt idx="222">
                <c:v>0.5005459174139384</c:v>
              </c:pt>
              <c:pt idx="223">
                <c:v>0.5005459174139384</c:v>
              </c:pt>
              <c:pt idx="224">
                <c:v>0.5005459174139384</c:v>
              </c:pt>
              <c:pt idx="225">
                <c:v>0.5005459174139384</c:v>
              </c:pt>
              <c:pt idx="226">
                <c:v>0.5005459174139384</c:v>
              </c:pt>
              <c:pt idx="227">
                <c:v>0.5005459174139384</c:v>
              </c:pt>
              <c:pt idx="228">
                <c:v>0.5005459174139384</c:v>
              </c:pt>
              <c:pt idx="229">
                <c:v>0.5005459174139384</c:v>
              </c:pt>
              <c:pt idx="230">
                <c:v>0.5005459174139384</c:v>
              </c:pt>
              <c:pt idx="231">
                <c:v>0.5005459174139384</c:v>
              </c:pt>
              <c:pt idx="232">
                <c:v>0.5005459174139384</c:v>
              </c:pt>
              <c:pt idx="233">
                <c:v>0.5005459174139384</c:v>
              </c:pt>
              <c:pt idx="234">
                <c:v>0.4730728576439634</c:v>
              </c:pt>
              <c:pt idx="235">
                <c:v>0.4730728576439634</c:v>
              </c:pt>
              <c:pt idx="236">
                <c:v>0.4498288533584462</c:v>
              </c:pt>
              <c:pt idx="237">
                <c:v>0.4498288533584462</c:v>
              </c:pt>
              <c:pt idx="238">
                <c:v>0.41843597816730305</c:v>
              </c:pt>
              <c:pt idx="239">
                <c:v>0.41843597816730305</c:v>
              </c:pt>
              <c:pt idx="240">
                <c:v>0.38935032477807113</c:v>
              </c:pt>
              <c:pt idx="241">
                <c:v>0.38935032477807113</c:v>
              </c:pt>
              <c:pt idx="242">
                <c:v>0.38935032477807113</c:v>
              </c:pt>
              <c:pt idx="243">
                <c:v>0.38935032477807113</c:v>
              </c:pt>
              <c:pt idx="244">
                <c:v>0.38935032477807113</c:v>
              </c:pt>
              <c:pt idx="245">
                <c:v>0.38935032477807113</c:v>
              </c:pt>
              <c:pt idx="246">
                <c:v>0.38935032477807113</c:v>
              </c:pt>
              <c:pt idx="247">
                <c:v>0.38935032477807113</c:v>
              </c:pt>
              <c:pt idx="248">
                <c:v>0.38935032477807113</c:v>
              </c:pt>
              <c:pt idx="249">
                <c:v>0.38935032477807113</c:v>
              </c:pt>
              <c:pt idx="250">
                <c:v>0.38935032477807113</c:v>
              </c:pt>
              <c:pt idx="251">
                <c:v>0.38935032477807113</c:v>
              </c:pt>
              <c:pt idx="252">
                <c:v>0.38935032477807113</c:v>
              </c:pt>
              <c:pt idx="253">
                <c:v>0.38935032477807113</c:v>
              </c:pt>
              <c:pt idx="254">
                <c:v>0.38935032477807113</c:v>
              </c:pt>
              <c:pt idx="255">
                <c:v>0.38935032477807113</c:v>
              </c:pt>
              <c:pt idx="256">
                <c:v>0.38935032477807113</c:v>
              </c:pt>
              <c:pt idx="257">
                <c:v>0.38935032477807113</c:v>
              </c:pt>
              <c:pt idx="258">
                <c:v>0.38935032477807113</c:v>
              </c:pt>
              <c:pt idx="259">
                <c:v>0.38935032477807113</c:v>
              </c:pt>
              <c:pt idx="260">
                <c:v>0.35951090049600615</c:v>
              </c:pt>
              <c:pt idx="261">
                <c:v>0.35951090049600615</c:v>
              </c:pt>
              <c:pt idx="262">
                <c:v>0.35951090049600615</c:v>
              </c:pt>
              <c:pt idx="263">
                <c:v>0.35951090049600615</c:v>
              </c:pt>
              <c:pt idx="264">
                <c:v>0.35951090049600615</c:v>
              </c:pt>
              <c:pt idx="265">
                <c:v>0.35951090049600615</c:v>
              </c:pt>
              <c:pt idx="266">
                <c:v>0.35951090049600615</c:v>
              </c:pt>
              <c:pt idx="267">
                <c:v>0.35951090049600615</c:v>
              </c:pt>
              <c:pt idx="268">
                <c:v>0.35951090049600615</c:v>
              </c:pt>
              <c:pt idx="269">
                <c:v>0.35951090049600615</c:v>
              </c:pt>
              <c:pt idx="270">
                <c:v>0.35951090049600615</c:v>
              </c:pt>
              <c:pt idx="271">
                <c:v>0.35951090049600615</c:v>
              </c:pt>
              <c:pt idx="272">
                <c:v>0.35951090049600615</c:v>
              </c:pt>
              <c:pt idx="273">
                <c:v>0.35951090049600615</c:v>
              </c:pt>
              <c:pt idx="274">
                <c:v>0.35951090049600615</c:v>
              </c:pt>
              <c:pt idx="275">
                <c:v>0.35951090049600615</c:v>
              </c:pt>
              <c:pt idx="276">
                <c:v>0.34075931395945375</c:v>
              </c:pt>
              <c:pt idx="277">
                <c:v>0.34075931395945375</c:v>
              </c:pt>
              <c:pt idx="278">
                <c:v>0.34075931395945375</c:v>
              </c:pt>
              <c:pt idx="279">
                <c:v>0.34075931395945375</c:v>
              </c:pt>
              <c:pt idx="280">
                <c:v>0.3183101731997971</c:v>
              </c:pt>
              <c:pt idx="281">
                <c:v>0.3183101731997971</c:v>
              </c:pt>
              <c:pt idx="282">
                <c:v>0.3183101731997971</c:v>
              </c:pt>
              <c:pt idx="283">
                <c:v>0.3183101731997971</c:v>
              </c:pt>
              <c:pt idx="284">
                <c:v>0.3183101731997971</c:v>
              </c:pt>
              <c:pt idx="285">
                <c:v>0.3183101731997971</c:v>
              </c:pt>
              <c:pt idx="286">
                <c:v>0.3183101731997971</c:v>
              </c:pt>
              <c:pt idx="287">
                <c:v>0.3183101731997971</c:v>
              </c:pt>
              <c:pt idx="288">
                <c:v>0.3183101731997971</c:v>
              </c:pt>
              <c:pt idx="289">
                <c:v>0.3183101731997971</c:v>
              </c:pt>
              <c:pt idx="290">
                <c:v>0.2926870422619875</c:v>
              </c:pt>
              <c:pt idx="291">
                <c:v>0.2926870422619875</c:v>
              </c:pt>
              <c:pt idx="292">
                <c:v>0.2926870422619875</c:v>
              </c:pt>
              <c:pt idx="293">
                <c:v>0.2926870422619875</c:v>
              </c:pt>
              <c:pt idx="294">
                <c:v>0.24124064293407171</c:v>
              </c:pt>
              <c:pt idx="295">
                <c:v>0.24124064293407171</c:v>
              </c:pt>
              <c:pt idx="296">
                <c:v>0.20488230409856575</c:v>
              </c:pt>
              <c:pt idx="297">
                <c:v>0.20488230409856575</c:v>
              </c:pt>
              <c:pt idx="298">
                <c:v>0.20488230409856575</c:v>
              </c:pt>
              <c:pt idx="299">
                <c:v>0.20488230409856575</c:v>
              </c:pt>
              <c:pt idx="300">
                <c:v>0.20488230409856575</c:v>
              </c:pt>
              <c:pt idx="301">
                <c:v>0.20488230409856575</c:v>
              </c:pt>
              <c:pt idx="302">
                <c:v>0.20488230409856575</c:v>
              </c:pt>
              <c:pt idx="303">
                <c:v>0.20488230409856575</c:v>
              </c:pt>
              <c:pt idx="304">
                <c:v>0.20488230409856575</c:v>
              </c:pt>
              <c:pt idx="305">
                <c:v>0.20488230409856575</c:v>
              </c:pt>
              <c:pt idx="306">
                <c:v>0.20488230409856575</c:v>
              </c:pt>
              <c:pt idx="307">
                <c:v>0.20488230409856575</c:v>
              </c:pt>
              <c:pt idx="308">
                <c:v>0.1584889376946661</c:v>
              </c:pt>
              <c:pt idx="309">
                <c:v>0.1584889376946661</c:v>
              </c:pt>
              <c:pt idx="310">
                <c:v>0.1584889376946661</c:v>
              </c:pt>
              <c:pt idx="311">
                <c:v>0.1584889376946661</c:v>
              </c:pt>
              <c:pt idx="312">
                <c:v>0.1584889376946661</c:v>
              </c:pt>
              <c:pt idx="313">
                <c:v>0.1584889376946661</c:v>
              </c:pt>
              <c:pt idx="314">
                <c:v>0.1584889376946661</c:v>
              </c:pt>
              <c:pt idx="315">
                <c:v>0.1584889376946661</c:v>
              </c:pt>
              <c:pt idx="316">
                <c:v>0.1584889376946661</c:v>
              </c:pt>
              <c:pt idx="317">
                <c:v>0.1584889376946661</c:v>
              </c:pt>
              <c:pt idx="318">
                <c:v>0.15360218511723187</c:v>
              </c:pt>
              <c:pt idx="319">
                <c:v>0.15360218511723187</c:v>
              </c:pt>
              <c:pt idx="320">
                <c:v>0.15360218511723187</c:v>
              </c:pt>
              <c:pt idx="321">
                <c:v>0.15360218511723187</c:v>
              </c:pt>
              <c:pt idx="322">
                <c:v>0.15360218511723187</c:v>
              </c:pt>
              <c:pt idx="323">
                <c:v>0.15360218511723187</c:v>
              </c:pt>
              <c:pt idx="324">
                <c:v>0.13872895102835736</c:v>
              </c:pt>
              <c:pt idx="325">
                <c:v>0.13872895102835736</c:v>
              </c:pt>
              <c:pt idx="326">
                <c:v>0.13872895102835736</c:v>
              </c:pt>
              <c:pt idx="327">
                <c:v>0.13872895102835736</c:v>
              </c:pt>
              <c:pt idx="328">
                <c:v>0.13872895102835736</c:v>
              </c:pt>
              <c:pt idx="329">
                <c:v>0.13872895102835736</c:v>
              </c:pt>
              <c:pt idx="330">
                <c:v>0.13872895102835736</c:v>
              </c:pt>
              <c:pt idx="331">
                <c:v>0.13872895102835736</c:v>
              </c:pt>
              <c:pt idx="332">
                <c:v>0.13872895102835736</c:v>
              </c:pt>
              <c:pt idx="333">
                <c:v>0.13872895102835736</c:v>
              </c:pt>
              <c:pt idx="334">
                <c:v>0.13872895102835736</c:v>
              </c:pt>
              <c:pt idx="335">
                <c:v>0.13872895102835736</c:v>
              </c:pt>
              <c:pt idx="336">
                <c:v>0.13872895102835736</c:v>
              </c:pt>
              <c:pt idx="337">
                <c:v>0.13872895102835736</c:v>
              </c:pt>
              <c:pt idx="338">
                <c:v>0.13872895102835736</c:v>
              </c:pt>
              <c:pt idx="339">
                <c:v>0.13872895102835736</c:v>
              </c:pt>
              <c:pt idx="340">
                <c:v>0.13872895102835736</c:v>
              </c:pt>
              <c:pt idx="341">
                <c:v>0.13872895102835736</c:v>
              </c:pt>
              <c:pt idx="342">
                <c:v>0.13872895102835736</c:v>
              </c:pt>
              <c:pt idx="343">
                <c:v>0.13872895102835736</c:v>
              </c:pt>
              <c:pt idx="344">
                <c:v>0.13872895102835736</c:v>
              </c:pt>
              <c:pt idx="345">
                <c:v>0.13872895102835736</c:v>
              </c:pt>
              <c:pt idx="346">
                <c:v>0.13152719530515164</c:v>
              </c:pt>
              <c:pt idx="347">
                <c:v>0.13152719530515164</c:v>
              </c:pt>
              <c:pt idx="348">
                <c:v>0.1213497972041898</c:v>
              </c:pt>
              <c:pt idx="349">
                <c:v>0.1213497972041898</c:v>
              </c:pt>
              <c:pt idx="350">
                <c:v>0.1213497972041898</c:v>
              </c:pt>
              <c:pt idx="351">
                <c:v>0.1213497972041898</c:v>
              </c:pt>
              <c:pt idx="352">
                <c:v>0.1213497972041898</c:v>
              </c:pt>
              <c:pt idx="353">
                <c:v>0.1213497972041898</c:v>
              </c:pt>
              <c:pt idx="354">
                <c:v>0.1213497972041898</c:v>
              </c:pt>
              <c:pt idx="355">
                <c:v>0.1213497972041898</c:v>
              </c:pt>
              <c:pt idx="356">
                <c:v>0.1213497972041898</c:v>
              </c:pt>
              <c:pt idx="357">
                <c:v>0.1213497972041898</c:v>
              </c:pt>
              <c:pt idx="358">
                <c:v>0.1213497972041898</c:v>
              </c:pt>
              <c:pt idx="359">
                <c:v>0.1213497972041898</c:v>
              </c:pt>
              <c:pt idx="360">
                <c:v>0.1213497972041898</c:v>
              </c:pt>
              <c:pt idx="361">
                <c:v>0.1213497972041898</c:v>
              </c:pt>
              <c:pt idx="362">
                <c:v>0.1213497972041898</c:v>
              </c:pt>
              <c:pt idx="363">
                <c:v>0.1213497972041898</c:v>
              </c:pt>
              <c:pt idx="364">
                <c:v>0.1213497972041898</c:v>
              </c:pt>
              <c:pt idx="365">
                <c:v>0.1213497972041898</c:v>
              </c:pt>
              <c:pt idx="366">
                <c:v>0.1213497972041898</c:v>
              </c:pt>
              <c:pt idx="367">
                <c:v>0.1213497972041898</c:v>
              </c:pt>
              <c:pt idx="368">
                <c:v>0.1213497972041898</c:v>
              </c:pt>
              <c:pt idx="369">
                <c:v>0.1213497972041898</c:v>
              </c:pt>
              <c:pt idx="370">
                <c:v>0.1213497972041898</c:v>
              </c:pt>
              <c:pt idx="371">
                <c:v>0.1213497972041898</c:v>
              </c:pt>
              <c:pt idx="372">
                <c:v>0.1213497972041898</c:v>
              </c:pt>
              <c:pt idx="373">
                <c:v>0.1213497972041898</c:v>
              </c:pt>
              <c:pt idx="374">
                <c:v>0.11608756976003178</c:v>
              </c:pt>
              <c:pt idx="375">
                <c:v>0.11608756976003178</c:v>
              </c:pt>
              <c:pt idx="376">
                <c:v>0.11608756976003178</c:v>
              </c:pt>
              <c:pt idx="377">
                <c:v>0.11608756976003178</c:v>
              </c:pt>
              <c:pt idx="378">
                <c:v>0.11608756976003178</c:v>
              </c:pt>
              <c:pt idx="379">
                <c:v>0.11608756976003178</c:v>
              </c:pt>
              <c:pt idx="380">
                <c:v>0.11608756976003178</c:v>
              </c:pt>
              <c:pt idx="381">
                <c:v>0.11608756976003178</c:v>
              </c:pt>
              <c:pt idx="382">
                <c:v>0.11608756976003178</c:v>
              </c:pt>
              <c:pt idx="383">
                <c:v>0.11608756976003178</c:v>
              </c:pt>
              <c:pt idx="384">
                <c:v>0.11608756976003178</c:v>
              </c:pt>
              <c:pt idx="385">
                <c:v>0.11608756976003178</c:v>
              </c:pt>
              <c:pt idx="386">
                <c:v>0.11608756976003178</c:v>
              </c:pt>
              <c:pt idx="387">
                <c:v>0.11608756976003178</c:v>
              </c:pt>
              <c:pt idx="388">
                <c:v>0.11608756976003178</c:v>
              </c:pt>
              <c:pt idx="389">
                <c:v>0.11608756976003178</c:v>
              </c:pt>
              <c:pt idx="390">
                <c:v>0.11608756976003178</c:v>
              </c:pt>
              <c:pt idx="391">
                <c:v>0.11608756976003178</c:v>
              </c:pt>
              <c:pt idx="392">
                <c:v>0.11608756976003178</c:v>
              </c:pt>
              <c:pt idx="393">
                <c:v>0.11608756976003178</c:v>
              </c:pt>
              <c:pt idx="394">
                <c:v>0.11608756976003178</c:v>
              </c:pt>
              <c:pt idx="395">
                <c:v>0.11608756976003178</c:v>
              </c:pt>
              <c:pt idx="396">
                <c:v>0.11608756976003178</c:v>
              </c:pt>
              <c:pt idx="397">
                <c:v>0.11608756976003178</c:v>
              </c:pt>
              <c:pt idx="398">
                <c:v>0.11608756976003178</c:v>
              </c:pt>
              <c:pt idx="399">
                <c:v>0.11608756976003178</c:v>
              </c:pt>
              <c:pt idx="400">
                <c:v>0.11608756976003178</c:v>
              </c:pt>
              <c:pt idx="401">
                <c:v>0.11608756976003178</c:v>
              </c:pt>
              <c:pt idx="402">
                <c:v>0.11608756976003178</c:v>
              </c:pt>
              <c:pt idx="403">
                <c:v>0.11608756976003178</c:v>
              </c:pt>
              <c:pt idx="404">
                <c:v>0.11608756976003178</c:v>
              </c:pt>
              <c:pt idx="405">
                <c:v>0.11608756976003178</c:v>
              </c:pt>
              <c:pt idx="406">
                <c:v>0.11608756976003178</c:v>
              </c:pt>
              <c:pt idx="407">
                <c:v>0.11608756976003178</c:v>
              </c:pt>
              <c:pt idx="408">
                <c:v>0.11608756976003178</c:v>
              </c:pt>
              <c:pt idx="409">
                <c:v>0.11608756976003178</c:v>
              </c:pt>
              <c:pt idx="410">
                <c:v>0.11608756976003178</c:v>
              </c:pt>
              <c:pt idx="411">
                <c:v>0.11608756976003178</c:v>
              </c:pt>
            </c:numLit>
          </c:yVal>
          <c:smooth val="0"/>
        </c:ser>
        <c:ser>
          <c:idx val="2"/>
          <c:order val="2"/>
          <c:tx>
            <c:v>Same-order filling improvement</c:v>
          </c:tx>
          <c:spPr>
            <a:noFill xmlns:a="http://schemas.openxmlformats.org/drawingml/2006/main"/>
            <a:ln xmlns:a="http://schemas.openxmlformats.org/drawingml/2006/main" w="7620">
              <a:solidFill>
                <a:srgbClr val="009E73"/>
              </a:solidFill>
              <a:prstDash val="solid"/>
            </a:ln>
          </c:spPr>
          <c:marker>
            <c:symbol val="none"/>
            <c:size val="7"/>
            <c:spPr>
              <a:solidFill xmlns:a="http://schemas.openxmlformats.org/drawingml/2006/main">
                <a:srgbClr val="009E73"/>
              </a:solidFill>
            </c:spPr>
          </c:marker>
          <c:xVal>
            <c:numLit>
              <c:formatCode>General</c:formatCode>
              <c:ptCount val="4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c:v>
              </c:pt>
              <c:pt idx="147">
                <c:v>0</c:v>
              </c:pt>
              <c:pt idx="148">
                <c:v>0</c:v>
              </c:pt>
              <c:pt idx="149">
                <c:v>0</c:v>
              </c:pt>
              <c:pt idx="150">
                <c:v>0</c:v>
              </c:pt>
              <c:pt idx="151">
                <c:v>0</c:v>
              </c:pt>
              <c:pt idx="152">
                <c:v>0</c:v>
              </c:pt>
              <c:pt idx="153">
                <c:v>0</c:v>
              </c:pt>
              <c:pt idx="154">
                <c:v>0</c:v>
              </c:pt>
              <c:pt idx="155">
                <c:v>0</c:v>
              </c:pt>
              <c:pt idx="156">
                <c:v>0</c:v>
              </c:pt>
              <c:pt idx="157">
                <c:v>0</c:v>
              </c:pt>
              <c:pt idx="158">
                <c:v>0</c:v>
              </c:pt>
              <c:pt idx="159">
                <c:v>0</c:v>
              </c:pt>
              <c:pt idx="160">
                <c:v>0</c:v>
              </c:pt>
              <c:pt idx="161">
                <c:v>0</c:v>
              </c:pt>
              <c:pt idx="162">
                <c:v>0</c:v>
              </c:pt>
              <c:pt idx="163">
                <c:v>0</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numLit>
          </c:xVal>
          <c:yVal>
            <c:numLit>
              <c:formatCode>0.0</c:formatCode>
              <c:ptCount val="412"/>
              <c:pt idx="0">
                <c:v>1.283387195849231</c:v>
              </c:pt>
              <c:pt idx="1">
                <c:v>1.283387195849231</c:v>
              </c:pt>
              <c:pt idx="2">
                <c:v>1.283387195849231</c:v>
              </c:pt>
              <c:pt idx="3">
                <c:v>1.283387195849231</c:v>
              </c:pt>
              <c:pt idx="4">
                <c:v>1.283387195849231</c:v>
              </c:pt>
              <c:pt idx="5">
                <c:v>1.283387195849231</c:v>
              </c:pt>
              <c:pt idx="6">
                <c:v>1.283387195849231</c:v>
              </c:pt>
              <c:pt idx="7">
                <c:v>1.283387195849231</c:v>
              </c:pt>
              <c:pt idx="8">
                <c:v>1.283387195849231</c:v>
              </c:pt>
              <c:pt idx="9">
                <c:v>1.283387195849231</c:v>
              </c:pt>
              <c:pt idx="10">
                <c:v>1.283387195849231</c:v>
              </c:pt>
              <c:pt idx="11">
                <c:v>1.283387195849231</c:v>
              </c:pt>
              <c:pt idx="12">
                <c:v>1.283387195849231</c:v>
              </c:pt>
              <c:pt idx="13">
                <c:v>1.283387195849231</c:v>
              </c:pt>
              <c:pt idx="14">
                <c:v>1.283387195849231</c:v>
              </c:pt>
              <c:pt idx="15">
                <c:v>1.283387195849231</c:v>
              </c:pt>
              <c:pt idx="16">
                <c:v>1.283387195849231</c:v>
              </c:pt>
              <c:pt idx="17">
                <c:v>1.283387195849231</c:v>
              </c:pt>
              <c:pt idx="18">
                <c:v>1.283387195849231</c:v>
              </c:pt>
              <c:pt idx="19">
                <c:v>1.283387195849231</c:v>
              </c:pt>
              <c:pt idx="20">
                <c:v>1.283387195849231</c:v>
              </c:pt>
              <c:pt idx="21">
                <c:v>1.283387195849231</c:v>
              </c:pt>
              <c:pt idx="22">
                <c:v>1.283387195849231</c:v>
              </c:pt>
              <c:pt idx="23">
                <c:v>1.283387195849231</c:v>
              </c:pt>
              <c:pt idx="24">
                <c:v>1.283387195849231</c:v>
              </c:pt>
              <c:pt idx="25">
                <c:v>1.283387195849231</c:v>
              </c:pt>
              <c:pt idx="26">
                <c:v>1.283387195849231</c:v>
              </c:pt>
              <c:pt idx="27">
                <c:v>1.283387195849231</c:v>
              </c:pt>
              <c:pt idx="28">
                <c:v>1.283387195849231</c:v>
              </c:pt>
              <c:pt idx="29">
                <c:v>1.283387195849231</c:v>
              </c:pt>
              <c:pt idx="30">
                <c:v>1.283387195849231</c:v>
              </c:pt>
              <c:pt idx="31">
                <c:v>1.283387195849231</c:v>
              </c:pt>
              <c:pt idx="32">
                <c:v>1.283387195849231</c:v>
              </c:pt>
              <c:pt idx="33">
                <c:v>1.283387195849231</c:v>
              </c:pt>
              <c:pt idx="34">
                <c:v>1.283387195849231</c:v>
              </c:pt>
              <c:pt idx="35">
                <c:v>1.283387195849231</c:v>
              </c:pt>
              <c:pt idx="36">
                <c:v>1.283387195849231</c:v>
              </c:pt>
              <c:pt idx="37">
                <c:v>1.283387195849231</c:v>
              </c:pt>
              <c:pt idx="38">
                <c:v>1.283387195849231</c:v>
              </c:pt>
              <c:pt idx="39">
                <c:v>1.283387195849231</c:v>
              </c:pt>
              <c:pt idx="40">
                <c:v>1.283387195849231</c:v>
              </c:pt>
              <c:pt idx="41">
                <c:v>1.283387195849231</c:v>
              </c:pt>
              <c:pt idx="42">
                <c:v>1.283387195849231</c:v>
              </c:pt>
              <c:pt idx="43">
                <c:v>1.283387195849231</c:v>
              </c:pt>
              <c:pt idx="44">
                <c:v>1.283387195849231</c:v>
              </c:pt>
              <c:pt idx="45">
                <c:v>1.283387195849231</c:v>
              </c:pt>
              <c:pt idx="46">
                <c:v>1.283387195849231</c:v>
              </c:pt>
              <c:pt idx="47">
                <c:v>1.283387195849231</c:v>
              </c:pt>
              <c:pt idx="48">
                <c:v>1.283387195849231</c:v>
              </c:pt>
              <c:pt idx="49">
                <c:v>1.283387195849231</c:v>
              </c:pt>
              <c:pt idx="50">
                <c:v>1.283387195849231</c:v>
              </c:pt>
              <c:pt idx="51">
                <c:v>1.283387195849231</c:v>
              </c:pt>
              <c:pt idx="52">
                <c:v>1.283387195849231</c:v>
              </c:pt>
              <c:pt idx="53">
                <c:v>1.283387195849231</c:v>
              </c:pt>
              <c:pt idx="54">
                <c:v>1.283387195849231</c:v>
              </c:pt>
              <c:pt idx="55">
                <c:v>1.283387195849231</c:v>
              </c:pt>
              <c:pt idx="56">
                <c:v>1.283387195849231</c:v>
              </c:pt>
              <c:pt idx="57">
                <c:v>1.283387195849231</c:v>
              </c:pt>
              <c:pt idx="58">
                <c:v>1.283387195849231</c:v>
              </c:pt>
              <c:pt idx="59">
                <c:v>1.283387195849231</c:v>
              </c:pt>
              <c:pt idx="60">
                <c:v>1.283387195849231</c:v>
              </c:pt>
              <c:pt idx="61">
                <c:v>1.283387195849231</c:v>
              </c:pt>
              <c:pt idx="62">
                <c:v>1.283387195849231</c:v>
              </c:pt>
              <c:pt idx="63">
                <c:v>1.283387195849231</c:v>
              </c:pt>
              <c:pt idx="64">
                <c:v>1.283387195849231</c:v>
              </c:pt>
              <c:pt idx="65">
                <c:v>1.283387195849231</c:v>
              </c:pt>
              <c:pt idx="66">
                <c:v>1.283387195849231</c:v>
              </c:pt>
              <c:pt idx="67">
                <c:v>1.283387195849231</c:v>
              </c:pt>
              <c:pt idx="68">
                <c:v>1.283387195849231</c:v>
              </c:pt>
              <c:pt idx="69">
                <c:v>1.283387195849231</c:v>
              </c:pt>
              <c:pt idx="70">
                <c:v>1.283387195849231</c:v>
              </c:pt>
              <c:pt idx="71">
                <c:v>1.283387195849231</c:v>
              </c:pt>
              <c:pt idx="72">
                <c:v>1.283387195849231</c:v>
              </c:pt>
              <c:pt idx="73">
                <c:v>1.283387195849231</c:v>
              </c:pt>
              <c:pt idx="74">
                <c:v>1.283387195849231</c:v>
              </c:pt>
              <c:pt idx="75">
                <c:v>1.283387195849231</c:v>
              </c:pt>
              <c:pt idx="76">
                <c:v>1.283387195849231</c:v>
              </c:pt>
              <c:pt idx="77">
                <c:v>1.283387195849231</c:v>
              </c:pt>
              <c:pt idx="78">
                <c:v>1.283387195849231</c:v>
              </c:pt>
              <c:pt idx="79">
                <c:v>1.283387195849231</c:v>
              </c:pt>
              <c:pt idx="80">
                <c:v>1.283387195849231</c:v>
              </c:pt>
              <c:pt idx="81">
                <c:v>1.283387195849231</c:v>
              </c:pt>
              <c:pt idx="82">
                <c:v>1.283387195849231</c:v>
              </c:pt>
              <c:pt idx="83">
                <c:v>1.283387195849231</c:v>
              </c:pt>
              <c:pt idx="84">
                <c:v>1.283387195849231</c:v>
              </c:pt>
              <c:pt idx="85">
                <c:v>1.283387195849231</c:v>
              </c:pt>
              <c:pt idx="86">
                <c:v>1.283387195849231</c:v>
              </c:pt>
              <c:pt idx="87">
                <c:v>1.283387195849231</c:v>
              </c:pt>
              <c:pt idx="88">
                <c:v>1.283387195849231</c:v>
              </c:pt>
              <c:pt idx="89">
                <c:v>1.283387195849231</c:v>
              </c:pt>
              <c:pt idx="90">
                <c:v>1.283387195849231</c:v>
              </c:pt>
              <c:pt idx="91">
                <c:v>1.283387195849231</c:v>
              </c:pt>
              <c:pt idx="92">
                <c:v>1.283387195849231</c:v>
              </c:pt>
              <c:pt idx="93">
                <c:v>1.283387195849231</c:v>
              </c:pt>
              <c:pt idx="94">
                <c:v>1.283387195849231</c:v>
              </c:pt>
              <c:pt idx="95">
                <c:v>1.283387195849231</c:v>
              </c:pt>
              <c:pt idx="96">
                <c:v>1.283387195849231</c:v>
              </c:pt>
              <c:pt idx="97">
                <c:v>1.283387195849231</c:v>
              </c:pt>
              <c:pt idx="98">
                <c:v>1.283387195849231</c:v>
              </c:pt>
              <c:pt idx="99">
                <c:v>1.283387195849231</c:v>
              </c:pt>
              <c:pt idx="100">
                <c:v>1.283387195849231</c:v>
              </c:pt>
              <c:pt idx="101">
                <c:v>1.283387195849231</c:v>
              </c:pt>
              <c:pt idx="102">
                <c:v>1.283387195849231</c:v>
              </c:pt>
              <c:pt idx="103">
                <c:v>1.283387195849231</c:v>
              </c:pt>
              <c:pt idx="104">
                <c:v>1.283387195849231</c:v>
              </c:pt>
              <c:pt idx="105">
                <c:v>1.283387195849231</c:v>
              </c:pt>
              <c:pt idx="106">
                <c:v>1.283387195849231</c:v>
              </c:pt>
              <c:pt idx="107">
                <c:v>1.283387195849231</c:v>
              </c:pt>
              <c:pt idx="108">
                <c:v>1.283387195849231</c:v>
              </c:pt>
              <c:pt idx="109">
                <c:v>1.283387195849231</c:v>
              </c:pt>
              <c:pt idx="110">
                <c:v>1.283387195849231</c:v>
              </c:pt>
              <c:pt idx="111">
                <c:v>1.283387195849231</c:v>
              </c:pt>
              <c:pt idx="112">
                <c:v>1.283387195849231</c:v>
              </c:pt>
              <c:pt idx="113">
                <c:v>1.283387195849231</c:v>
              </c:pt>
              <c:pt idx="114">
                <c:v>1.283387195849231</c:v>
              </c:pt>
              <c:pt idx="115">
                <c:v>1.283387195849231</c:v>
              </c:pt>
              <c:pt idx="116">
                <c:v>1.283387195849231</c:v>
              </c:pt>
              <c:pt idx="117">
                <c:v>1.283387195849231</c:v>
              </c:pt>
              <c:pt idx="118">
                <c:v>1.283387195849231</c:v>
              </c:pt>
              <c:pt idx="119">
                <c:v>1.283387195849231</c:v>
              </c:pt>
              <c:pt idx="120">
                <c:v>1.283387195849231</c:v>
              </c:pt>
              <c:pt idx="121">
                <c:v>1.283387195849231</c:v>
              </c:pt>
              <c:pt idx="122">
                <c:v>1.283387195849231</c:v>
              </c:pt>
              <c:pt idx="123">
                <c:v>1.283387195849231</c:v>
              </c:pt>
              <c:pt idx="124">
                <c:v>1.283387195849231</c:v>
              </c:pt>
              <c:pt idx="125">
                <c:v>1.283387195849231</c:v>
              </c:pt>
              <c:pt idx="126">
                <c:v>1.283387195849231</c:v>
              </c:pt>
              <c:pt idx="127">
                <c:v>1.283387195849231</c:v>
              </c:pt>
              <c:pt idx="128">
                <c:v>1.283387195849231</c:v>
              </c:pt>
              <c:pt idx="129">
                <c:v>1.283387195849231</c:v>
              </c:pt>
              <c:pt idx="130">
                <c:v>1.283387195849231</c:v>
              </c:pt>
              <c:pt idx="131">
                <c:v>1.283387195849231</c:v>
              </c:pt>
              <c:pt idx="132">
                <c:v>1.283387195849231</c:v>
              </c:pt>
              <c:pt idx="133">
                <c:v>1.283387195849231</c:v>
              </c:pt>
              <c:pt idx="134">
                <c:v>1.283387195849231</c:v>
              </c:pt>
              <c:pt idx="135">
                <c:v>1.283387195849231</c:v>
              </c:pt>
              <c:pt idx="136">
                <c:v>1.283387195849231</c:v>
              </c:pt>
              <c:pt idx="137">
                <c:v>1.283387195849231</c:v>
              </c:pt>
              <c:pt idx="138">
                <c:v>1.283387195849231</c:v>
              </c:pt>
              <c:pt idx="139">
                <c:v>1.283387195849231</c:v>
              </c:pt>
              <c:pt idx="140">
                <c:v>1.283387195849231</c:v>
              </c:pt>
              <c:pt idx="141">
                <c:v>1.283387195849231</c:v>
              </c:pt>
              <c:pt idx="142">
                <c:v>1.283387195849231</c:v>
              </c:pt>
              <c:pt idx="143">
                <c:v>1.283387195849231</c:v>
              </c:pt>
              <c:pt idx="144">
                <c:v>1.283387195849231</c:v>
              </c:pt>
              <c:pt idx="145">
                <c:v>1.283387195849231</c:v>
              </c:pt>
              <c:pt idx="146">
                <c:v>1.283387195849231</c:v>
              </c:pt>
              <c:pt idx="147">
                <c:v>1.283387195849231</c:v>
              </c:pt>
              <c:pt idx="148">
                <c:v>1.283387195849231</c:v>
              </c:pt>
              <c:pt idx="149">
                <c:v>1.283387195849231</c:v>
              </c:pt>
              <c:pt idx="150">
                <c:v>1.283387195849231</c:v>
              </c:pt>
              <c:pt idx="151">
                <c:v>1.283387195849231</c:v>
              </c:pt>
              <c:pt idx="152">
                <c:v>1.283387195849231</c:v>
              </c:pt>
              <c:pt idx="153">
                <c:v>1.283387195849231</c:v>
              </c:pt>
              <c:pt idx="154">
                <c:v>1.283387195849231</c:v>
              </c:pt>
              <c:pt idx="155">
                <c:v>1.283387195849231</c:v>
              </c:pt>
              <c:pt idx="156">
                <c:v>1.283387195849231</c:v>
              </c:pt>
              <c:pt idx="157">
                <c:v>1.283387195849231</c:v>
              </c:pt>
              <c:pt idx="158">
                <c:v>1.283387195849231</c:v>
              </c:pt>
              <c:pt idx="159">
                <c:v>1.283387195849231</c:v>
              </c:pt>
              <c:pt idx="160">
                <c:v>1.283387195849231</c:v>
              </c:pt>
              <c:pt idx="161">
                <c:v>1.283387195849231</c:v>
              </c:pt>
              <c:pt idx="162">
                <c:v>1.283387195849231</c:v>
              </c:pt>
              <c:pt idx="163">
                <c:v>1.283387195849231</c:v>
              </c:pt>
              <c:pt idx="164">
                <c:v>1.283387195849231</c:v>
              </c:pt>
              <c:pt idx="165">
                <c:v>1.283387195849231</c:v>
              </c:pt>
              <c:pt idx="166">
                <c:v>1.283387195849231</c:v>
              </c:pt>
              <c:pt idx="167">
                <c:v>1.283387195849231</c:v>
              </c:pt>
              <c:pt idx="168">
                <c:v>1.283387195849231</c:v>
              </c:pt>
              <c:pt idx="169">
                <c:v>1.283387195849231</c:v>
              </c:pt>
              <c:pt idx="170">
                <c:v>1.283387195849231</c:v>
              </c:pt>
              <c:pt idx="171">
                <c:v>1.283387195849231</c:v>
              </c:pt>
              <c:pt idx="172">
                <c:v>1.283387195849231</c:v>
              </c:pt>
              <c:pt idx="173">
                <c:v>1.283387195849231</c:v>
              </c:pt>
              <c:pt idx="174">
                <c:v>1.283387195849231</c:v>
              </c:pt>
              <c:pt idx="175">
                <c:v>1.283387195849231</c:v>
              </c:pt>
              <c:pt idx="176">
                <c:v>1.283387195849231</c:v>
              </c:pt>
              <c:pt idx="177">
                <c:v>1.283387195849231</c:v>
              </c:pt>
              <c:pt idx="178">
                <c:v>1.283387195849231</c:v>
              </c:pt>
              <c:pt idx="179">
                <c:v>1.283387195849231</c:v>
              </c:pt>
              <c:pt idx="180">
                <c:v>1.283387195849231</c:v>
              </c:pt>
              <c:pt idx="181">
                <c:v>1.283387195849231</c:v>
              </c:pt>
              <c:pt idx="182">
                <c:v>1.283387195849231</c:v>
              </c:pt>
              <c:pt idx="183">
                <c:v>1.283387195849231</c:v>
              </c:pt>
              <c:pt idx="184">
                <c:v>1.283387195849231</c:v>
              </c:pt>
              <c:pt idx="185">
                <c:v>1.283387195849231</c:v>
              </c:pt>
              <c:pt idx="186">
                <c:v>1.283387195849231</c:v>
              </c:pt>
              <c:pt idx="187">
                <c:v>1.283387195849231</c:v>
              </c:pt>
              <c:pt idx="188">
                <c:v>1.283387195849231</c:v>
              </c:pt>
              <c:pt idx="189">
                <c:v>1.283387195849231</c:v>
              </c:pt>
              <c:pt idx="190">
                <c:v>1.283387195849231</c:v>
              </c:pt>
              <c:pt idx="191">
                <c:v>1.283387195849231</c:v>
              </c:pt>
              <c:pt idx="192">
                <c:v>1.283387195849231</c:v>
              </c:pt>
              <c:pt idx="193">
                <c:v>1.283387195849231</c:v>
              </c:pt>
              <c:pt idx="194">
                <c:v>1.283387195849231</c:v>
              </c:pt>
              <c:pt idx="195">
                <c:v>1.283387195849231</c:v>
              </c:pt>
              <c:pt idx="196">
                <c:v>1.283387195849231</c:v>
              </c:pt>
              <c:pt idx="197">
                <c:v>1.283387195849231</c:v>
              </c:pt>
              <c:pt idx="198">
                <c:v>1.283387195849231</c:v>
              </c:pt>
              <c:pt idx="199">
                <c:v>1.283387195849231</c:v>
              </c:pt>
              <c:pt idx="200">
                <c:v>1.283387195849231</c:v>
              </c:pt>
              <c:pt idx="201">
                <c:v>1.283387195849231</c:v>
              </c:pt>
              <c:pt idx="202">
                <c:v>1.283387195849231</c:v>
              </c:pt>
              <c:pt idx="203">
                <c:v>1.283387195849231</c:v>
              </c:pt>
              <c:pt idx="204">
                <c:v>1.283387195849231</c:v>
              </c:pt>
              <c:pt idx="205">
                <c:v>1.283387195849231</c:v>
              </c:pt>
              <c:pt idx="206">
                <c:v>1.283387195849231</c:v>
              </c:pt>
              <c:pt idx="207">
                <c:v>1.283387195849231</c:v>
              </c:pt>
              <c:pt idx="208">
                <c:v>1.283387195849231</c:v>
              </c:pt>
              <c:pt idx="209">
                <c:v>1.283387195849231</c:v>
              </c:pt>
              <c:pt idx="210">
                <c:v>1.283387195849231</c:v>
              </c:pt>
              <c:pt idx="211">
                <c:v>1.283387195849231</c:v>
              </c:pt>
              <c:pt idx="212">
                <c:v>1.283387195849231</c:v>
              </c:pt>
              <c:pt idx="213">
                <c:v>1.283387195849231</c:v>
              </c:pt>
              <c:pt idx="214">
                <c:v>1.283387195849231</c:v>
              </c:pt>
              <c:pt idx="215">
                <c:v>1.283387195849231</c:v>
              </c:pt>
              <c:pt idx="216">
                <c:v>1.283387195849231</c:v>
              </c:pt>
              <c:pt idx="217">
                <c:v>1.283387195849231</c:v>
              </c:pt>
              <c:pt idx="218">
                <c:v>1.283387195849231</c:v>
              </c:pt>
              <c:pt idx="219">
                <c:v>1.283387195849231</c:v>
              </c:pt>
              <c:pt idx="220">
                <c:v>1.283387195849231</c:v>
              </c:pt>
              <c:pt idx="221">
                <c:v>1.283387195849231</c:v>
              </c:pt>
              <c:pt idx="222">
                <c:v>1.283387195849231</c:v>
              </c:pt>
              <c:pt idx="223">
                <c:v>1.283387195849231</c:v>
              </c:pt>
              <c:pt idx="224">
                <c:v>1.283387195849231</c:v>
              </c:pt>
              <c:pt idx="225">
                <c:v>1.283387195849231</c:v>
              </c:pt>
              <c:pt idx="226">
                <c:v>1.283387195849231</c:v>
              </c:pt>
              <c:pt idx="227">
                <c:v>1.283387195849231</c:v>
              </c:pt>
              <c:pt idx="228">
                <c:v>1.283387195849231</c:v>
              </c:pt>
              <c:pt idx="229">
                <c:v>1.283387195849231</c:v>
              </c:pt>
              <c:pt idx="230">
                <c:v>1.283387195849231</c:v>
              </c:pt>
              <c:pt idx="231">
                <c:v>1.283387195849231</c:v>
              </c:pt>
              <c:pt idx="232">
                <c:v>1.283387195849231</c:v>
              </c:pt>
              <c:pt idx="233">
                <c:v>1.283387195849231</c:v>
              </c:pt>
              <c:pt idx="234">
                <c:v>1.283387195849231</c:v>
              </c:pt>
              <c:pt idx="235">
                <c:v>1.283387195849231</c:v>
              </c:pt>
              <c:pt idx="236">
                <c:v>1.283387195849231</c:v>
              </c:pt>
              <c:pt idx="237">
                <c:v>1.283387195849231</c:v>
              </c:pt>
              <c:pt idx="238">
                <c:v>1.283387195849231</c:v>
              </c:pt>
              <c:pt idx="239">
                <c:v>1.283387195849231</c:v>
              </c:pt>
              <c:pt idx="240">
                <c:v>1.283387195849231</c:v>
              </c:pt>
              <c:pt idx="241">
                <c:v>1.283387195849231</c:v>
              </c:pt>
              <c:pt idx="242">
                <c:v>1.283387195849231</c:v>
              </c:pt>
              <c:pt idx="243">
                <c:v>1.283387195849231</c:v>
              </c:pt>
              <c:pt idx="244">
                <c:v>1.283387195849231</c:v>
              </c:pt>
              <c:pt idx="245">
                <c:v>1.283387195849231</c:v>
              </c:pt>
              <c:pt idx="246">
                <c:v>1.283387195849231</c:v>
              </c:pt>
              <c:pt idx="247">
                <c:v>1.283387195849231</c:v>
              </c:pt>
              <c:pt idx="248">
                <c:v>1.283387195849231</c:v>
              </c:pt>
              <c:pt idx="249">
                <c:v>1.283387195849231</c:v>
              </c:pt>
              <c:pt idx="250">
                <c:v>1.283387195849231</c:v>
              </c:pt>
              <c:pt idx="251">
                <c:v>1.283387195849231</c:v>
              </c:pt>
              <c:pt idx="252">
                <c:v>1.283387195849231</c:v>
              </c:pt>
              <c:pt idx="253">
                <c:v>1.283387195849231</c:v>
              </c:pt>
              <c:pt idx="254">
                <c:v>1.283387195849231</c:v>
              </c:pt>
              <c:pt idx="255">
                <c:v>1.283387195849231</c:v>
              </c:pt>
              <c:pt idx="256">
                <c:v>1.283387195849231</c:v>
              </c:pt>
              <c:pt idx="257">
                <c:v>1.283387195849231</c:v>
              </c:pt>
              <c:pt idx="258">
                <c:v>1.283387195849231</c:v>
              </c:pt>
              <c:pt idx="259">
                <c:v>1.283387195849231</c:v>
              </c:pt>
              <c:pt idx="260">
                <c:v>1.283387195849231</c:v>
              </c:pt>
              <c:pt idx="261">
                <c:v>1.283387195849231</c:v>
              </c:pt>
              <c:pt idx="262">
                <c:v>1.283387195849231</c:v>
              </c:pt>
              <c:pt idx="263">
                <c:v>1.283387195849231</c:v>
              </c:pt>
              <c:pt idx="264">
                <c:v>1.283387195849231</c:v>
              </c:pt>
              <c:pt idx="265">
                <c:v>1.283387195849231</c:v>
              </c:pt>
              <c:pt idx="266">
                <c:v>1.283387195849231</c:v>
              </c:pt>
              <c:pt idx="267">
                <c:v>1.283387195849231</c:v>
              </c:pt>
              <c:pt idx="268">
                <c:v>1.283387195849231</c:v>
              </c:pt>
              <c:pt idx="269">
                <c:v>1.283387195849231</c:v>
              </c:pt>
              <c:pt idx="270">
                <c:v>1.283387195849231</c:v>
              </c:pt>
              <c:pt idx="271">
                <c:v>1.283387195849231</c:v>
              </c:pt>
              <c:pt idx="272">
                <c:v>1.283387195849231</c:v>
              </c:pt>
              <c:pt idx="273">
                <c:v>1.283387195849231</c:v>
              </c:pt>
              <c:pt idx="274">
                <c:v>1.283387195849231</c:v>
              </c:pt>
              <c:pt idx="275">
                <c:v>1.283387195849231</c:v>
              </c:pt>
              <c:pt idx="276">
                <c:v>1.283387195849231</c:v>
              </c:pt>
              <c:pt idx="277">
                <c:v>1.283387195849231</c:v>
              </c:pt>
              <c:pt idx="278">
                <c:v>1.283387195849231</c:v>
              </c:pt>
              <c:pt idx="279">
                <c:v>1.283387195849231</c:v>
              </c:pt>
              <c:pt idx="280">
                <c:v>1.283387195849231</c:v>
              </c:pt>
              <c:pt idx="281">
                <c:v>1.283387195849231</c:v>
              </c:pt>
              <c:pt idx="282">
                <c:v>1.283387195849231</c:v>
              </c:pt>
              <c:pt idx="283">
                <c:v>1.283387195849231</c:v>
              </c:pt>
              <c:pt idx="284">
                <c:v>1.283387195849231</c:v>
              </c:pt>
              <c:pt idx="285">
                <c:v>1.283387195849231</c:v>
              </c:pt>
              <c:pt idx="286">
                <c:v>1.283387195849231</c:v>
              </c:pt>
              <c:pt idx="287">
                <c:v>1.283387195849231</c:v>
              </c:pt>
              <c:pt idx="288">
                <c:v>1.283387195849231</c:v>
              </c:pt>
              <c:pt idx="289">
                <c:v>1.283387195849231</c:v>
              </c:pt>
              <c:pt idx="290">
                <c:v>1.283387195849231</c:v>
              </c:pt>
              <c:pt idx="291">
                <c:v>1.283387195849231</c:v>
              </c:pt>
              <c:pt idx="292">
                <c:v>1.283387195849231</c:v>
              </c:pt>
              <c:pt idx="293">
                <c:v>1.283387195849231</c:v>
              </c:pt>
              <c:pt idx="294">
                <c:v>1.283387195849231</c:v>
              </c:pt>
              <c:pt idx="295">
                <c:v>1.283387195849231</c:v>
              </c:pt>
              <c:pt idx="296">
                <c:v>1.283387195849231</c:v>
              </c:pt>
              <c:pt idx="297">
                <c:v>1.283387195849231</c:v>
              </c:pt>
              <c:pt idx="298">
                <c:v>1.283387195849231</c:v>
              </c:pt>
              <c:pt idx="299">
                <c:v>1.283387195849231</c:v>
              </c:pt>
              <c:pt idx="300">
                <c:v>1.283387195849231</c:v>
              </c:pt>
              <c:pt idx="301">
                <c:v>1.283387195849231</c:v>
              </c:pt>
              <c:pt idx="302">
                <c:v>1.283387195849231</c:v>
              </c:pt>
              <c:pt idx="303">
                <c:v>1.283387195849231</c:v>
              </c:pt>
              <c:pt idx="304">
                <c:v>1.283387195849231</c:v>
              </c:pt>
              <c:pt idx="305">
                <c:v>1.283387195849231</c:v>
              </c:pt>
              <c:pt idx="306">
                <c:v>1.283387195849231</c:v>
              </c:pt>
              <c:pt idx="307">
                <c:v>1.283387195849231</c:v>
              </c:pt>
              <c:pt idx="308">
                <c:v>1.283387195849231</c:v>
              </c:pt>
              <c:pt idx="309">
                <c:v>1.283387195849231</c:v>
              </c:pt>
              <c:pt idx="310">
                <c:v>1.283387195849231</c:v>
              </c:pt>
              <c:pt idx="311">
                <c:v>1.283387195849231</c:v>
              </c:pt>
              <c:pt idx="312">
                <c:v>1.283387195849231</c:v>
              </c:pt>
              <c:pt idx="313">
                <c:v>1.283387195849231</c:v>
              </c:pt>
              <c:pt idx="314">
                <c:v>1.283387195849231</c:v>
              </c:pt>
              <c:pt idx="315">
                <c:v>1.283387195849231</c:v>
              </c:pt>
              <c:pt idx="316">
                <c:v>1.283387195849231</c:v>
              </c:pt>
              <c:pt idx="317">
                <c:v>1.283387195849231</c:v>
              </c:pt>
              <c:pt idx="318">
                <c:v>1.283387195849231</c:v>
              </c:pt>
              <c:pt idx="319">
                <c:v>1.283387195849231</c:v>
              </c:pt>
              <c:pt idx="320">
                <c:v>1.283387195849231</c:v>
              </c:pt>
              <c:pt idx="321">
                <c:v>1.283387195849231</c:v>
              </c:pt>
              <c:pt idx="322">
                <c:v>1.283387195849231</c:v>
              </c:pt>
              <c:pt idx="323">
                <c:v>1.283387195849231</c:v>
              </c:pt>
              <c:pt idx="324">
                <c:v>1.283387195849231</c:v>
              </c:pt>
              <c:pt idx="325">
                <c:v>1.283387195849231</c:v>
              </c:pt>
              <c:pt idx="326">
                <c:v>1.283387195849231</c:v>
              </c:pt>
              <c:pt idx="327">
                <c:v>1.283387195849231</c:v>
              </c:pt>
              <c:pt idx="328">
                <c:v>1.283387195849231</c:v>
              </c:pt>
              <c:pt idx="329">
                <c:v>1.283387195849231</c:v>
              </c:pt>
              <c:pt idx="330">
                <c:v>1.283387195849231</c:v>
              </c:pt>
              <c:pt idx="331">
                <c:v>1.283387195849231</c:v>
              </c:pt>
              <c:pt idx="332">
                <c:v>1.283387195849231</c:v>
              </c:pt>
              <c:pt idx="333">
                <c:v>1.283387195849231</c:v>
              </c:pt>
              <c:pt idx="334">
                <c:v>1.283387195849231</c:v>
              </c:pt>
              <c:pt idx="335">
                <c:v>1.283387195849231</c:v>
              </c:pt>
              <c:pt idx="336">
                <c:v>1.283387195849231</c:v>
              </c:pt>
              <c:pt idx="337">
                <c:v>1.283387195849231</c:v>
              </c:pt>
              <c:pt idx="338">
                <c:v>1.283387195849231</c:v>
              </c:pt>
              <c:pt idx="339">
                <c:v>1.283387195849231</c:v>
              </c:pt>
              <c:pt idx="340">
                <c:v>1.283387195849231</c:v>
              </c:pt>
              <c:pt idx="341">
                <c:v>1.283387195849231</c:v>
              </c:pt>
              <c:pt idx="342">
                <c:v>1.283387195849231</c:v>
              </c:pt>
              <c:pt idx="343">
                <c:v>1.283387195849231</c:v>
              </c:pt>
              <c:pt idx="344">
                <c:v>1.283387195849231</c:v>
              </c:pt>
              <c:pt idx="345">
                <c:v>1.283387195849231</c:v>
              </c:pt>
              <c:pt idx="346">
                <c:v>1.283387195849231</c:v>
              </c:pt>
              <c:pt idx="347">
                <c:v>1.283387195849231</c:v>
              </c:pt>
              <c:pt idx="348">
                <c:v>1.283387195849231</c:v>
              </c:pt>
              <c:pt idx="349">
                <c:v>1.283387195849231</c:v>
              </c:pt>
              <c:pt idx="350">
                <c:v>1.283387195849231</c:v>
              </c:pt>
              <c:pt idx="351">
                <c:v>1.283387195849231</c:v>
              </c:pt>
              <c:pt idx="352">
                <c:v>1.283387195849231</c:v>
              </c:pt>
              <c:pt idx="353">
                <c:v>1.283387195849231</c:v>
              </c:pt>
              <c:pt idx="354">
                <c:v>1.283387195849231</c:v>
              </c:pt>
              <c:pt idx="355">
                <c:v>1.283387195849231</c:v>
              </c:pt>
              <c:pt idx="356">
                <c:v>1.283387195849231</c:v>
              </c:pt>
              <c:pt idx="357">
                <c:v>1.283387195849231</c:v>
              </c:pt>
              <c:pt idx="358">
                <c:v>1.283387195849231</c:v>
              </c:pt>
              <c:pt idx="359">
                <c:v>1.283387195849231</c:v>
              </c:pt>
              <c:pt idx="360">
                <c:v>1.283387195849231</c:v>
              </c:pt>
              <c:pt idx="361">
                <c:v>1.283387195849231</c:v>
              </c:pt>
              <c:pt idx="362">
                <c:v>1.283387195849231</c:v>
              </c:pt>
              <c:pt idx="363">
                <c:v>1.283387195849231</c:v>
              </c:pt>
              <c:pt idx="364">
                <c:v>1.283387195849231</c:v>
              </c:pt>
              <c:pt idx="365">
                <c:v>1.283387195849231</c:v>
              </c:pt>
              <c:pt idx="366">
                <c:v>1.283387195849231</c:v>
              </c:pt>
              <c:pt idx="367">
                <c:v>1.283387195849231</c:v>
              </c:pt>
              <c:pt idx="368">
                <c:v>1.283387195849231</c:v>
              </c:pt>
              <c:pt idx="369">
                <c:v>1.283387195849231</c:v>
              </c:pt>
              <c:pt idx="370">
                <c:v>1.283387195849231</c:v>
              </c:pt>
              <c:pt idx="371">
                <c:v>1.283387195849231</c:v>
              </c:pt>
              <c:pt idx="372">
                <c:v>1.283387195849231</c:v>
              </c:pt>
              <c:pt idx="373">
                <c:v>1.283387195849231</c:v>
              </c:pt>
              <c:pt idx="374">
                <c:v>1.283387195849231</c:v>
              </c:pt>
              <c:pt idx="375">
                <c:v>1.283387195849231</c:v>
              </c:pt>
              <c:pt idx="376">
                <c:v>1.283387195849231</c:v>
              </c:pt>
              <c:pt idx="377">
                <c:v>1.283387195849231</c:v>
              </c:pt>
              <c:pt idx="378">
                <c:v>1.283387195849231</c:v>
              </c:pt>
              <c:pt idx="379">
                <c:v>1.283387195849231</c:v>
              </c:pt>
              <c:pt idx="380">
                <c:v>1.283387195849231</c:v>
              </c:pt>
              <c:pt idx="381">
                <c:v>1.283387195849231</c:v>
              </c:pt>
              <c:pt idx="382">
                <c:v>1.283387195849231</c:v>
              </c:pt>
              <c:pt idx="383">
                <c:v>1.283387195849231</c:v>
              </c:pt>
              <c:pt idx="384">
                <c:v>1.283387195849231</c:v>
              </c:pt>
              <c:pt idx="385">
                <c:v>1.283387195849231</c:v>
              </c:pt>
              <c:pt idx="386">
                <c:v>1.283387195849231</c:v>
              </c:pt>
              <c:pt idx="387">
                <c:v>1.283387195849231</c:v>
              </c:pt>
              <c:pt idx="388">
                <c:v>1.283387195849231</c:v>
              </c:pt>
              <c:pt idx="389">
                <c:v>1.283387195849231</c:v>
              </c:pt>
              <c:pt idx="390">
                <c:v>1.283387195849231</c:v>
              </c:pt>
              <c:pt idx="391">
                <c:v>1.283387195849231</c:v>
              </c:pt>
              <c:pt idx="392">
                <c:v>1.283387195849231</c:v>
              </c:pt>
              <c:pt idx="393">
                <c:v>1.283387195849231</c:v>
              </c:pt>
              <c:pt idx="394">
                <c:v>1.283387195849231</c:v>
              </c:pt>
              <c:pt idx="395">
                <c:v>1.283387195849231</c:v>
              </c:pt>
              <c:pt idx="396">
                <c:v>1.283387195849231</c:v>
              </c:pt>
              <c:pt idx="397">
                <c:v>1.283387195849231</c:v>
              </c:pt>
              <c:pt idx="398">
                <c:v>1.283387195849231</c:v>
              </c:pt>
              <c:pt idx="399">
                <c:v>1.283387195849231</c:v>
              </c:pt>
              <c:pt idx="400">
                <c:v>1.283387195849231</c:v>
              </c:pt>
              <c:pt idx="401">
                <c:v>1.283387195849231</c:v>
              </c:pt>
              <c:pt idx="402">
                <c:v>1.283387195849231</c:v>
              </c:pt>
              <c:pt idx="403">
                <c:v>1.283387195849231</c:v>
              </c:pt>
              <c:pt idx="404">
                <c:v>1.283387195849231</c:v>
              </c:pt>
              <c:pt idx="405">
                <c:v>1.283387195849231</c:v>
              </c:pt>
              <c:pt idx="406">
                <c:v>1.283387195849231</c:v>
              </c:pt>
              <c:pt idx="407">
                <c:v>1.283387195849231</c:v>
              </c:pt>
              <c:pt idx="408">
                <c:v>1.283387195849231</c:v>
              </c:pt>
              <c:pt idx="409">
                <c:v>1.283387195849231</c:v>
              </c:pt>
              <c:pt idx="410">
                <c:v>1.283387195849231</c:v>
              </c:pt>
              <c:pt idx="411">
                <c:v>1.283387195849231</c:v>
              </c:pt>
            </c:numLit>
          </c:yVal>
          <c:smooth val="0"/>
        </c:ser>
        <c:ser>
          <c:idx val="3"/>
          <c:order val="3"/>
          <c:tx>
            <c:v>Same-order filling improvement</c:v>
          </c:tx>
          <c:spPr>
            <a:noFill xmlns:a="http://schemas.openxmlformats.org/drawingml/2006/main"/>
            <a:ln xmlns:a="http://schemas.openxmlformats.org/drawingml/2006/main" w="7620">
              <a:solidFill>
                <a:srgbClr val="009E73"/>
              </a:solidFill>
              <a:prstDash val="solid"/>
            </a:ln>
          </c:spPr>
          <c:marker>
            <c:symbol val="none"/>
            <c:size val="7"/>
            <c:spPr>
              <a:solidFill xmlns:a="http://schemas.openxmlformats.org/drawingml/2006/main">
                <a:srgbClr val="009E73"/>
              </a:solidFill>
            </c:spPr>
          </c:marker>
          <c:xVal>
            <c:numLit>
              <c:formatCode>General</c:formatCode>
              <c:ptCount val="412"/>
              <c:pt idx="0">
                <c:v>1.051613481748875</c:v>
              </c:pt>
              <c:pt idx="1">
                <c:v>2.10322696349775</c:v>
              </c:pt>
              <c:pt idx="2">
                <c:v>2.10322696349775</c:v>
              </c:pt>
              <c:pt idx="3">
                <c:v>2.10322696349775</c:v>
              </c:pt>
              <c:pt idx="4">
                <c:v>2.10322696349775</c:v>
              </c:pt>
              <c:pt idx="5">
                <c:v>2.10322696349775</c:v>
              </c:pt>
              <c:pt idx="6">
                <c:v>2.10322696349775</c:v>
              </c:pt>
              <c:pt idx="7">
                <c:v>2.10322696349775</c:v>
              </c:pt>
              <c:pt idx="8">
                <c:v>2.10322696349775</c:v>
              </c:pt>
              <c:pt idx="9">
                <c:v>2.10322696349775</c:v>
              </c:pt>
              <c:pt idx="10">
                <c:v>2.10322696349775</c:v>
              </c:pt>
              <c:pt idx="11">
                <c:v>2.10322696349775</c:v>
              </c:pt>
              <c:pt idx="12">
                <c:v>2.10322696349775</c:v>
              </c:pt>
              <c:pt idx="13">
                <c:v>2.10322696349775</c:v>
              </c:pt>
              <c:pt idx="14">
                <c:v>2.10322696349775</c:v>
              </c:pt>
              <c:pt idx="15">
                <c:v>2.10322696349775</c:v>
              </c:pt>
              <c:pt idx="16">
                <c:v>2.10322696349775</c:v>
              </c:pt>
              <c:pt idx="17">
                <c:v>2.10322696349775</c:v>
              </c:pt>
              <c:pt idx="18">
                <c:v>2.10322696349775</c:v>
              </c:pt>
              <c:pt idx="19">
                <c:v>2.10322696349775</c:v>
              </c:pt>
              <c:pt idx="20">
                <c:v>2.10322696349775</c:v>
              </c:pt>
              <c:pt idx="21">
                <c:v>2.10322696349775</c:v>
              </c:pt>
              <c:pt idx="22">
                <c:v>2.10322696349775</c:v>
              </c:pt>
              <c:pt idx="23">
                <c:v>2.10322696349775</c:v>
              </c:pt>
              <c:pt idx="24">
                <c:v>2.10322696349775</c:v>
              </c:pt>
              <c:pt idx="25">
                <c:v>2.10322696349775</c:v>
              </c:pt>
              <c:pt idx="26">
                <c:v>2.10322696349775</c:v>
              </c:pt>
              <c:pt idx="27">
                <c:v>2.10322696349775</c:v>
              </c:pt>
              <c:pt idx="28">
                <c:v>2.10322696349775</c:v>
              </c:pt>
              <c:pt idx="29">
                <c:v>2.10322696349775</c:v>
              </c:pt>
              <c:pt idx="30">
                <c:v>2.10322696349775</c:v>
              </c:pt>
              <c:pt idx="31">
                <c:v>2.10322696349775</c:v>
              </c:pt>
              <c:pt idx="32">
                <c:v>2.10322696349775</c:v>
              </c:pt>
              <c:pt idx="33">
                <c:v>2.10322696349775</c:v>
              </c:pt>
              <c:pt idx="34">
                <c:v>2.10322696349775</c:v>
              </c:pt>
              <c:pt idx="35">
                <c:v>2.10322696349775</c:v>
              </c:pt>
              <c:pt idx="36">
                <c:v>2.10322696349775</c:v>
              </c:pt>
              <c:pt idx="37">
                <c:v>2.10322696349775</c:v>
              </c:pt>
              <c:pt idx="38">
                <c:v>2.10322696349775</c:v>
              </c:pt>
              <c:pt idx="39">
                <c:v>2.10322696349775</c:v>
              </c:pt>
              <c:pt idx="40">
                <c:v>2.10322696349775</c:v>
              </c:pt>
              <c:pt idx="41">
                <c:v>2.10322696349775</c:v>
              </c:pt>
              <c:pt idx="42">
                <c:v>2.10322696349775</c:v>
              </c:pt>
              <c:pt idx="43">
                <c:v>2.10322696349775</c:v>
              </c:pt>
              <c:pt idx="44">
                <c:v>2.10322696349775</c:v>
              </c:pt>
              <c:pt idx="45">
                <c:v>2.10322696349775</c:v>
              </c:pt>
              <c:pt idx="46">
                <c:v>2.10322696349775</c:v>
              </c:pt>
              <c:pt idx="47">
                <c:v>2.10322696349775</c:v>
              </c:pt>
              <c:pt idx="48">
                <c:v>2.10322696349775</c:v>
              </c:pt>
              <c:pt idx="49">
                <c:v>2.10322696349775</c:v>
              </c:pt>
              <c:pt idx="50">
                <c:v>2.10322696349775</c:v>
              </c:pt>
              <c:pt idx="51">
                <c:v>2.10322696349775</c:v>
              </c:pt>
              <c:pt idx="52">
                <c:v>2.10322696349775</c:v>
              </c:pt>
              <c:pt idx="53">
                <c:v>2.10322696349775</c:v>
              </c:pt>
              <c:pt idx="54">
                <c:v>2.10322696349775</c:v>
              </c:pt>
              <c:pt idx="55">
                <c:v>2.10322696349775</c:v>
              </c:pt>
              <c:pt idx="56">
                <c:v>2.10322696349775</c:v>
              </c:pt>
              <c:pt idx="57">
                <c:v>2.10322696349775</c:v>
              </c:pt>
              <c:pt idx="58">
                <c:v>2.10322696349775</c:v>
              </c:pt>
              <c:pt idx="59">
                <c:v>2.10322696349775</c:v>
              </c:pt>
              <c:pt idx="60">
                <c:v>2.10322696349775</c:v>
              </c:pt>
              <c:pt idx="61">
                <c:v>2.10322696349775</c:v>
              </c:pt>
              <c:pt idx="62">
                <c:v>2.10322696349775</c:v>
              </c:pt>
              <c:pt idx="63">
                <c:v>2.10322696349775</c:v>
              </c:pt>
              <c:pt idx="64">
                <c:v>2.10322696349775</c:v>
              </c:pt>
              <c:pt idx="65">
                <c:v>2.10322696349775</c:v>
              </c:pt>
              <c:pt idx="66">
                <c:v>2.10322696349775</c:v>
              </c:pt>
              <c:pt idx="67">
                <c:v>2.10322696349775</c:v>
              </c:pt>
              <c:pt idx="68">
                <c:v>2.10322696349775</c:v>
              </c:pt>
              <c:pt idx="69">
                <c:v>2.10322696349775</c:v>
              </c:pt>
              <c:pt idx="70">
                <c:v>2.10322696349775</c:v>
              </c:pt>
              <c:pt idx="71">
                <c:v>2.10322696349775</c:v>
              </c:pt>
              <c:pt idx="72">
                <c:v>2.10322696349775</c:v>
              </c:pt>
              <c:pt idx="73">
                <c:v>2.10322696349775</c:v>
              </c:pt>
              <c:pt idx="74">
                <c:v>2.10322696349775</c:v>
              </c:pt>
              <c:pt idx="75">
                <c:v>2.10322696349775</c:v>
              </c:pt>
              <c:pt idx="76">
                <c:v>2.10322696349775</c:v>
              </c:pt>
              <c:pt idx="77">
                <c:v>2.10322696349775</c:v>
              </c:pt>
              <c:pt idx="78">
                <c:v>2.10322696349775</c:v>
              </c:pt>
              <c:pt idx="79">
                <c:v>2.10322696349775</c:v>
              </c:pt>
              <c:pt idx="80">
                <c:v>2.10322696349775</c:v>
              </c:pt>
              <c:pt idx="81">
                <c:v>2.10322696349775</c:v>
              </c:pt>
              <c:pt idx="82">
                <c:v>2.10322696349775</c:v>
              </c:pt>
              <c:pt idx="83">
                <c:v>2.10322696349775</c:v>
              </c:pt>
              <c:pt idx="84">
                <c:v>2.10322696349775</c:v>
              </c:pt>
              <c:pt idx="85">
                <c:v>2.10322696349775</c:v>
              </c:pt>
              <c:pt idx="86">
                <c:v>2.10322696349775</c:v>
              </c:pt>
              <c:pt idx="87">
                <c:v>2.10322696349775</c:v>
              </c:pt>
              <c:pt idx="88">
                <c:v>2.10322696349775</c:v>
              </c:pt>
              <c:pt idx="89">
                <c:v>2.10322696349775</c:v>
              </c:pt>
              <c:pt idx="90">
                <c:v>2.10322696349775</c:v>
              </c:pt>
              <c:pt idx="91">
                <c:v>2.10322696349775</c:v>
              </c:pt>
              <c:pt idx="92">
                <c:v>2.10322696349775</c:v>
              </c:pt>
              <c:pt idx="93">
                <c:v>2.10322696349775</c:v>
              </c:pt>
              <c:pt idx="94">
                <c:v>2.10322696349775</c:v>
              </c:pt>
              <c:pt idx="95">
                <c:v>2.10322696349775</c:v>
              </c:pt>
              <c:pt idx="96">
                <c:v>2.10322696349775</c:v>
              </c:pt>
              <c:pt idx="97">
                <c:v>2.10322696349775</c:v>
              </c:pt>
              <c:pt idx="98">
                <c:v>2.10322696349775</c:v>
              </c:pt>
              <c:pt idx="99">
                <c:v>2.10322696349775</c:v>
              </c:pt>
              <c:pt idx="100">
                <c:v>2.10322696349775</c:v>
              </c:pt>
              <c:pt idx="101">
                <c:v>2.10322696349775</c:v>
              </c:pt>
              <c:pt idx="102">
                <c:v>2.10322696349775</c:v>
              </c:pt>
              <c:pt idx="103">
                <c:v>2.10322696349775</c:v>
              </c:pt>
              <c:pt idx="104">
                <c:v>2.10322696349775</c:v>
              </c:pt>
              <c:pt idx="105">
                <c:v>2.10322696349775</c:v>
              </c:pt>
              <c:pt idx="106">
                <c:v>2.10322696349775</c:v>
              </c:pt>
              <c:pt idx="107">
                <c:v>2.10322696349775</c:v>
              </c:pt>
              <c:pt idx="108">
                <c:v>2.10322696349775</c:v>
              </c:pt>
              <c:pt idx="109">
                <c:v>2.10322696349775</c:v>
              </c:pt>
              <c:pt idx="110">
                <c:v>2.10322696349775</c:v>
              </c:pt>
              <c:pt idx="111">
                <c:v>2.10322696349775</c:v>
              </c:pt>
              <c:pt idx="112">
                <c:v>2.10322696349775</c:v>
              </c:pt>
              <c:pt idx="113">
                <c:v>2.10322696349775</c:v>
              </c:pt>
              <c:pt idx="114">
                <c:v>2.10322696349775</c:v>
              </c:pt>
              <c:pt idx="115">
                <c:v>2.10322696349775</c:v>
              </c:pt>
              <c:pt idx="116">
                <c:v>2.10322696349775</c:v>
              </c:pt>
              <c:pt idx="117">
                <c:v>2.10322696349775</c:v>
              </c:pt>
              <c:pt idx="118">
                <c:v>2.10322696349775</c:v>
              </c:pt>
              <c:pt idx="119">
                <c:v>2.10322696349775</c:v>
              </c:pt>
              <c:pt idx="120">
                <c:v>2.10322696349775</c:v>
              </c:pt>
              <c:pt idx="121">
                <c:v>2.10322696349775</c:v>
              </c:pt>
              <c:pt idx="122">
                <c:v>2.10322696349775</c:v>
              </c:pt>
              <c:pt idx="123">
                <c:v>2.10322696349775</c:v>
              </c:pt>
              <c:pt idx="124">
                <c:v>2.10322696349775</c:v>
              </c:pt>
              <c:pt idx="125">
                <c:v>2.10322696349775</c:v>
              </c:pt>
              <c:pt idx="126">
                <c:v>2.10322696349775</c:v>
              </c:pt>
              <c:pt idx="127">
                <c:v>2.10322696349775</c:v>
              </c:pt>
              <c:pt idx="128">
                <c:v>2.10322696349775</c:v>
              </c:pt>
              <c:pt idx="129">
                <c:v>2.10322696349775</c:v>
              </c:pt>
              <c:pt idx="130">
                <c:v>2.10322696349775</c:v>
              </c:pt>
              <c:pt idx="131">
                <c:v>2.10322696349775</c:v>
              </c:pt>
              <c:pt idx="132">
                <c:v>2.10322696349775</c:v>
              </c:pt>
              <c:pt idx="133">
                <c:v>2.10322696349775</c:v>
              </c:pt>
              <c:pt idx="134">
                <c:v>2.10322696349775</c:v>
              </c:pt>
              <c:pt idx="135">
                <c:v>2.10322696349775</c:v>
              </c:pt>
              <c:pt idx="136">
                <c:v>2.10322696349775</c:v>
              </c:pt>
              <c:pt idx="137">
                <c:v>2.10322696349775</c:v>
              </c:pt>
              <c:pt idx="138">
                <c:v>2.10322696349775</c:v>
              </c:pt>
              <c:pt idx="139">
                <c:v>2.10322696349775</c:v>
              </c:pt>
              <c:pt idx="140">
                <c:v>2.10322696349775</c:v>
              </c:pt>
              <c:pt idx="141">
                <c:v>2.10322696349775</c:v>
              </c:pt>
              <c:pt idx="142">
                <c:v>2.10322696349775</c:v>
              </c:pt>
              <c:pt idx="143">
                <c:v>2.10322696349775</c:v>
              </c:pt>
              <c:pt idx="144">
                <c:v>2.10322696349775</c:v>
              </c:pt>
              <c:pt idx="145">
                <c:v>2.10322696349775</c:v>
              </c:pt>
              <c:pt idx="146">
                <c:v>2.10322696349775</c:v>
              </c:pt>
              <c:pt idx="147">
                <c:v>2.10322696349775</c:v>
              </c:pt>
              <c:pt idx="148">
                <c:v>2.10322696349775</c:v>
              </c:pt>
              <c:pt idx="149">
                <c:v>2.10322696349775</c:v>
              </c:pt>
              <c:pt idx="150">
                <c:v>2.10322696349775</c:v>
              </c:pt>
              <c:pt idx="151">
                <c:v>2.10322696349775</c:v>
              </c:pt>
              <c:pt idx="152">
                <c:v>2.10322696349775</c:v>
              </c:pt>
              <c:pt idx="153">
                <c:v>2.10322696349775</c:v>
              </c:pt>
              <c:pt idx="154">
                <c:v>2.10322696349775</c:v>
              </c:pt>
              <c:pt idx="155">
                <c:v>2.10322696349775</c:v>
              </c:pt>
              <c:pt idx="156">
                <c:v>2.10322696349775</c:v>
              </c:pt>
              <c:pt idx="157">
                <c:v>2.10322696349775</c:v>
              </c:pt>
              <c:pt idx="158">
                <c:v>2.10322696349775</c:v>
              </c:pt>
              <c:pt idx="159">
                <c:v>2.10322696349775</c:v>
              </c:pt>
              <c:pt idx="160">
                <c:v>2.10322696349775</c:v>
              </c:pt>
              <c:pt idx="161">
                <c:v>2.10322696349775</c:v>
              </c:pt>
              <c:pt idx="162">
                <c:v>2.10322696349775</c:v>
              </c:pt>
              <c:pt idx="163">
                <c:v>2.10322696349775</c:v>
              </c:pt>
              <c:pt idx="164">
                <c:v>2.10322696349775</c:v>
              </c:pt>
              <c:pt idx="165">
                <c:v>2.10322696349775</c:v>
              </c:pt>
              <c:pt idx="166">
                <c:v>2.10322696349775</c:v>
              </c:pt>
              <c:pt idx="167">
                <c:v>2.10322696349775</c:v>
              </c:pt>
              <c:pt idx="168">
                <c:v>2.10322696349775</c:v>
              </c:pt>
              <c:pt idx="169">
                <c:v>2.10322696349775</c:v>
              </c:pt>
              <c:pt idx="170">
                <c:v>2.10322696349775</c:v>
              </c:pt>
              <c:pt idx="171">
                <c:v>2.10322696349775</c:v>
              </c:pt>
              <c:pt idx="172">
                <c:v>2.10322696349775</c:v>
              </c:pt>
              <c:pt idx="173">
                <c:v>2.10322696349775</c:v>
              </c:pt>
              <c:pt idx="174">
                <c:v>2.10322696349775</c:v>
              </c:pt>
              <c:pt idx="175">
                <c:v>2.10322696349775</c:v>
              </c:pt>
              <c:pt idx="176">
                <c:v>2.10322696349775</c:v>
              </c:pt>
              <c:pt idx="177">
                <c:v>2.10322696349775</c:v>
              </c:pt>
              <c:pt idx="178">
                <c:v>2.10322696349775</c:v>
              </c:pt>
              <c:pt idx="179">
                <c:v>2.10322696349775</c:v>
              </c:pt>
              <c:pt idx="180">
                <c:v>2.10322696349775</c:v>
              </c:pt>
              <c:pt idx="181">
                <c:v>2.10322696349775</c:v>
              </c:pt>
              <c:pt idx="182">
                <c:v>2.10322696349775</c:v>
              </c:pt>
              <c:pt idx="183">
                <c:v>2.10322696349775</c:v>
              </c:pt>
              <c:pt idx="184">
                <c:v>2.10322696349775</c:v>
              </c:pt>
              <c:pt idx="185">
                <c:v>2.10322696349775</c:v>
              </c:pt>
              <c:pt idx="186">
                <c:v>2.10322696349775</c:v>
              </c:pt>
              <c:pt idx="187">
                <c:v>2.10322696349775</c:v>
              </c:pt>
              <c:pt idx="188">
                <c:v>2.10322696349775</c:v>
              </c:pt>
              <c:pt idx="189">
                <c:v>2.10322696349775</c:v>
              </c:pt>
              <c:pt idx="190">
                <c:v>2.10322696349775</c:v>
              </c:pt>
              <c:pt idx="191">
                <c:v>2.10322696349775</c:v>
              </c:pt>
              <c:pt idx="192">
                <c:v>2.10322696349775</c:v>
              </c:pt>
              <c:pt idx="193">
                <c:v>2.10322696349775</c:v>
              </c:pt>
              <c:pt idx="194">
                <c:v>2.10322696349775</c:v>
              </c:pt>
              <c:pt idx="195">
                <c:v>2.10322696349775</c:v>
              </c:pt>
              <c:pt idx="196">
                <c:v>2.10322696349775</c:v>
              </c:pt>
              <c:pt idx="197">
                <c:v>2.10322696349775</c:v>
              </c:pt>
              <c:pt idx="198">
                <c:v>2.10322696349775</c:v>
              </c:pt>
              <c:pt idx="199">
                <c:v>2.10322696349775</c:v>
              </c:pt>
              <c:pt idx="200">
                <c:v>2.10322696349775</c:v>
              </c:pt>
              <c:pt idx="201">
                <c:v>2.10322696349775</c:v>
              </c:pt>
              <c:pt idx="202">
                <c:v>2.10322696349775</c:v>
              </c:pt>
              <c:pt idx="203">
                <c:v>2.10322696349775</c:v>
              </c:pt>
              <c:pt idx="204">
                <c:v>2.10322696349775</c:v>
              </c:pt>
              <c:pt idx="205">
                <c:v>2.10322696349775</c:v>
              </c:pt>
              <c:pt idx="206">
                <c:v>2.10322696349775</c:v>
              </c:pt>
              <c:pt idx="207">
                <c:v>2.10322696349775</c:v>
              </c:pt>
              <c:pt idx="208">
                <c:v>2.10322696349775</c:v>
              </c:pt>
              <c:pt idx="209">
                <c:v>2.10322696349775</c:v>
              </c:pt>
              <c:pt idx="210">
                <c:v>2.10322696349775</c:v>
              </c:pt>
              <c:pt idx="211">
                <c:v>2.10322696349775</c:v>
              </c:pt>
              <c:pt idx="212">
                <c:v>2.10322696349775</c:v>
              </c:pt>
              <c:pt idx="213">
                <c:v>2.10322696349775</c:v>
              </c:pt>
              <c:pt idx="214">
                <c:v>2.10322696349775</c:v>
              </c:pt>
              <c:pt idx="215">
                <c:v>2.10322696349775</c:v>
              </c:pt>
              <c:pt idx="216">
                <c:v>2.10322696349775</c:v>
              </c:pt>
              <c:pt idx="217">
                <c:v>2.10322696349775</c:v>
              </c:pt>
              <c:pt idx="218">
                <c:v>2.10322696349775</c:v>
              </c:pt>
              <c:pt idx="219">
                <c:v>2.10322696349775</c:v>
              </c:pt>
              <c:pt idx="220">
                <c:v>2.10322696349775</c:v>
              </c:pt>
              <c:pt idx="221">
                <c:v>2.10322696349775</c:v>
              </c:pt>
              <c:pt idx="222">
                <c:v>2.10322696349775</c:v>
              </c:pt>
              <c:pt idx="223">
                <c:v>2.10322696349775</c:v>
              </c:pt>
              <c:pt idx="224">
                <c:v>2.10322696349775</c:v>
              </c:pt>
              <c:pt idx="225">
                <c:v>2.10322696349775</c:v>
              </c:pt>
              <c:pt idx="226">
                <c:v>2.10322696349775</c:v>
              </c:pt>
              <c:pt idx="227">
                <c:v>2.10322696349775</c:v>
              </c:pt>
              <c:pt idx="228">
                <c:v>2.10322696349775</c:v>
              </c:pt>
              <c:pt idx="229">
                <c:v>2.10322696349775</c:v>
              </c:pt>
              <c:pt idx="230">
                <c:v>2.10322696349775</c:v>
              </c:pt>
              <c:pt idx="231">
                <c:v>2.10322696349775</c:v>
              </c:pt>
              <c:pt idx="232">
                <c:v>2.10322696349775</c:v>
              </c:pt>
              <c:pt idx="233">
                <c:v>2.10322696349775</c:v>
              </c:pt>
              <c:pt idx="234">
                <c:v>2.10322696349775</c:v>
              </c:pt>
              <c:pt idx="235">
                <c:v>2.10322696349775</c:v>
              </c:pt>
              <c:pt idx="236">
                <c:v>2.10322696349775</c:v>
              </c:pt>
              <c:pt idx="237">
                <c:v>2.10322696349775</c:v>
              </c:pt>
              <c:pt idx="238">
                <c:v>2.10322696349775</c:v>
              </c:pt>
              <c:pt idx="239">
                <c:v>2.10322696349775</c:v>
              </c:pt>
              <c:pt idx="240">
                <c:v>2.10322696349775</c:v>
              </c:pt>
              <c:pt idx="241">
                <c:v>2.10322696349775</c:v>
              </c:pt>
              <c:pt idx="242">
                <c:v>2.10322696349775</c:v>
              </c:pt>
              <c:pt idx="243">
                <c:v>2.10322696349775</c:v>
              </c:pt>
              <c:pt idx="244">
                <c:v>2.10322696349775</c:v>
              </c:pt>
              <c:pt idx="245">
                <c:v>2.10322696349775</c:v>
              </c:pt>
              <c:pt idx="246">
                <c:v>2.10322696349775</c:v>
              </c:pt>
              <c:pt idx="247">
                <c:v>2.10322696349775</c:v>
              </c:pt>
              <c:pt idx="248">
                <c:v>2.10322696349775</c:v>
              </c:pt>
              <c:pt idx="249">
                <c:v>2.10322696349775</c:v>
              </c:pt>
              <c:pt idx="250">
                <c:v>2.10322696349775</c:v>
              </c:pt>
              <c:pt idx="251">
                <c:v>2.10322696349775</c:v>
              </c:pt>
              <c:pt idx="252">
                <c:v>2.10322696349775</c:v>
              </c:pt>
              <c:pt idx="253">
                <c:v>2.10322696349775</c:v>
              </c:pt>
              <c:pt idx="254">
                <c:v>2.10322696349775</c:v>
              </c:pt>
              <c:pt idx="255">
                <c:v>2.10322696349775</c:v>
              </c:pt>
              <c:pt idx="256">
                <c:v>2.10322696349775</c:v>
              </c:pt>
              <c:pt idx="257">
                <c:v>2.10322696349775</c:v>
              </c:pt>
              <c:pt idx="258">
                <c:v>2.10322696349775</c:v>
              </c:pt>
              <c:pt idx="259">
                <c:v>2.10322696349775</c:v>
              </c:pt>
              <c:pt idx="260">
                <c:v>2.10322696349775</c:v>
              </c:pt>
              <c:pt idx="261">
                <c:v>2.10322696349775</c:v>
              </c:pt>
              <c:pt idx="262">
                <c:v>2.10322696349775</c:v>
              </c:pt>
              <c:pt idx="263">
                <c:v>2.10322696349775</c:v>
              </c:pt>
              <c:pt idx="264">
                <c:v>2.10322696349775</c:v>
              </c:pt>
              <c:pt idx="265">
                <c:v>2.10322696349775</c:v>
              </c:pt>
              <c:pt idx="266">
                <c:v>2.10322696349775</c:v>
              </c:pt>
              <c:pt idx="267">
                <c:v>2.10322696349775</c:v>
              </c:pt>
              <c:pt idx="268">
                <c:v>2.10322696349775</c:v>
              </c:pt>
              <c:pt idx="269">
                <c:v>2.10322696349775</c:v>
              </c:pt>
              <c:pt idx="270">
                <c:v>2.10322696349775</c:v>
              </c:pt>
              <c:pt idx="271">
                <c:v>2.10322696349775</c:v>
              </c:pt>
              <c:pt idx="272">
                <c:v>2.10322696349775</c:v>
              </c:pt>
              <c:pt idx="273">
                <c:v>2.10322696349775</c:v>
              </c:pt>
              <c:pt idx="274">
                <c:v>2.10322696349775</c:v>
              </c:pt>
              <c:pt idx="275">
                <c:v>2.10322696349775</c:v>
              </c:pt>
              <c:pt idx="276">
                <c:v>2.10322696349775</c:v>
              </c:pt>
              <c:pt idx="277">
                <c:v>2.10322696349775</c:v>
              </c:pt>
              <c:pt idx="278">
                <c:v>2.10322696349775</c:v>
              </c:pt>
              <c:pt idx="279">
                <c:v>2.10322696349775</c:v>
              </c:pt>
              <c:pt idx="280">
                <c:v>2.10322696349775</c:v>
              </c:pt>
              <c:pt idx="281">
                <c:v>2.10322696349775</c:v>
              </c:pt>
              <c:pt idx="282">
                <c:v>2.10322696349775</c:v>
              </c:pt>
              <c:pt idx="283">
                <c:v>2.10322696349775</c:v>
              </c:pt>
              <c:pt idx="284">
                <c:v>2.10322696349775</c:v>
              </c:pt>
              <c:pt idx="285">
                <c:v>2.10322696349775</c:v>
              </c:pt>
              <c:pt idx="286">
                <c:v>2.10322696349775</c:v>
              </c:pt>
              <c:pt idx="287">
                <c:v>2.10322696349775</c:v>
              </c:pt>
              <c:pt idx="288">
                <c:v>2.10322696349775</c:v>
              </c:pt>
              <c:pt idx="289">
                <c:v>2.10322696349775</c:v>
              </c:pt>
              <c:pt idx="290">
                <c:v>2.10322696349775</c:v>
              </c:pt>
              <c:pt idx="291">
                <c:v>2.10322696349775</c:v>
              </c:pt>
              <c:pt idx="292">
                <c:v>2.10322696349775</c:v>
              </c:pt>
              <c:pt idx="293">
                <c:v>2.10322696349775</c:v>
              </c:pt>
              <c:pt idx="294">
                <c:v>2.10322696349775</c:v>
              </c:pt>
              <c:pt idx="295">
                <c:v>2.10322696349775</c:v>
              </c:pt>
              <c:pt idx="296">
                <c:v>2.10322696349775</c:v>
              </c:pt>
              <c:pt idx="297">
                <c:v>2.10322696349775</c:v>
              </c:pt>
              <c:pt idx="298">
                <c:v>2.10322696349775</c:v>
              </c:pt>
              <c:pt idx="299">
                <c:v>2.10322696349775</c:v>
              </c:pt>
              <c:pt idx="300">
                <c:v>2.10322696349775</c:v>
              </c:pt>
              <c:pt idx="301">
                <c:v>2.10322696349775</c:v>
              </c:pt>
              <c:pt idx="302">
                <c:v>2.10322696349775</c:v>
              </c:pt>
              <c:pt idx="303">
                <c:v>2.10322696349775</c:v>
              </c:pt>
              <c:pt idx="304">
                <c:v>2.10322696349775</c:v>
              </c:pt>
              <c:pt idx="305">
                <c:v>2.10322696349775</c:v>
              </c:pt>
              <c:pt idx="306">
                <c:v>2.10322696349775</c:v>
              </c:pt>
              <c:pt idx="307">
                <c:v>2.10322696349775</c:v>
              </c:pt>
              <c:pt idx="308">
                <c:v>2.10322696349775</c:v>
              </c:pt>
              <c:pt idx="309">
                <c:v>2.10322696349775</c:v>
              </c:pt>
              <c:pt idx="310">
                <c:v>2.10322696349775</c:v>
              </c:pt>
              <c:pt idx="311">
                <c:v>2.10322696349775</c:v>
              </c:pt>
              <c:pt idx="312">
                <c:v>2.10322696349775</c:v>
              </c:pt>
              <c:pt idx="313">
                <c:v>2.10322696349775</c:v>
              </c:pt>
              <c:pt idx="314">
                <c:v>2.10322696349775</c:v>
              </c:pt>
              <c:pt idx="315">
                <c:v>2.10322696349775</c:v>
              </c:pt>
              <c:pt idx="316">
                <c:v>2.10322696349775</c:v>
              </c:pt>
              <c:pt idx="317">
                <c:v>2.10322696349775</c:v>
              </c:pt>
              <c:pt idx="318">
                <c:v>2.10322696349775</c:v>
              </c:pt>
              <c:pt idx="319">
                <c:v>2.10322696349775</c:v>
              </c:pt>
              <c:pt idx="320">
                <c:v>2.10322696349775</c:v>
              </c:pt>
              <c:pt idx="321">
                <c:v>2.10322696349775</c:v>
              </c:pt>
              <c:pt idx="322">
                <c:v>2.10322696349775</c:v>
              </c:pt>
              <c:pt idx="323">
                <c:v>2.10322696349775</c:v>
              </c:pt>
              <c:pt idx="324">
                <c:v>2.10322696349775</c:v>
              </c:pt>
              <c:pt idx="325">
                <c:v>2.10322696349775</c:v>
              </c:pt>
              <c:pt idx="326">
                <c:v>2.10322696349775</c:v>
              </c:pt>
              <c:pt idx="327">
                <c:v>2.10322696349775</c:v>
              </c:pt>
              <c:pt idx="328">
                <c:v>2.10322696349775</c:v>
              </c:pt>
              <c:pt idx="329">
                <c:v>2.10322696349775</c:v>
              </c:pt>
              <c:pt idx="330">
                <c:v>2.10322696349775</c:v>
              </c:pt>
              <c:pt idx="331">
                <c:v>2.10322696349775</c:v>
              </c:pt>
              <c:pt idx="332">
                <c:v>2.10322696349775</c:v>
              </c:pt>
              <c:pt idx="333">
                <c:v>2.10322696349775</c:v>
              </c:pt>
              <c:pt idx="334">
                <c:v>2.10322696349775</c:v>
              </c:pt>
              <c:pt idx="335">
                <c:v>2.10322696349775</c:v>
              </c:pt>
              <c:pt idx="336">
                <c:v>2.10322696349775</c:v>
              </c:pt>
              <c:pt idx="337">
                <c:v>2.10322696349775</c:v>
              </c:pt>
              <c:pt idx="338">
                <c:v>2.10322696349775</c:v>
              </c:pt>
              <c:pt idx="339">
                <c:v>2.10322696349775</c:v>
              </c:pt>
              <c:pt idx="340">
                <c:v>2.10322696349775</c:v>
              </c:pt>
              <c:pt idx="341">
                <c:v>2.10322696349775</c:v>
              </c:pt>
              <c:pt idx="342">
                <c:v>2.10322696349775</c:v>
              </c:pt>
              <c:pt idx="343">
                <c:v>2.10322696349775</c:v>
              </c:pt>
              <c:pt idx="344">
                <c:v>2.10322696349775</c:v>
              </c:pt>
              <c:pt idx="345">
                <c:v>2.10322696349775</c:v>
              </c:pt>
              <c:pt idx="346">
                <c:v>2.10322696349775</c:v>
              </c:pt>
              <c:pt idx="347">
                <c:v>2.10322696349775</c:v>
              </c:pt>
              <c:pt idx="348">
                <c:v>2.10322696349775</c:v>
              </c:pt>
              <c:pt idx="349">
                <c:v>2.10322696349775</c:v>
              </c:pt>
              <c:pt idx="350">
                <c:v>2.10322696349775</c:v>
              </c:pt>
              <c:pt idx="351">
                <c:v>2.10322696349775</c:v>
              </c:pt>
              <c:pt idx="352">
                <c:v>2.10322696349775</c:v>
              </c:pt>
              <c:pt idx="353">
                <c:v>2.10322696349775</c:v>
              </c:pt>
              <c:pt idx="354">
                <c:v>2.10322696349775</c:v>
              </c:pt>
              <c:pt idx="355">
                <c:v>2.10322696349775</c:v>
              </c:pt>
              <c:pt idx="356">
                <c:v>2.10322696349775</c:v>
              </c:pt>
              <c:pt idx="357">
                <c:v>2.10322696349775</c:v>
              </c:pt>
              <c:pt idx="358">
                <c:v>2.10322696349775</c:v>
              </c:pt>
              <c:pt idx="359">
                <c:v>2.10322696349775</c:v>
              </c:pt>
              <c:pt idx="360">
                <c:v>2.10322696349775</c:v>
              </c:pt>
              <c:pt idx="361">
                <c:v>2.10322696349775</c:v>
              </c:pt>
              <c:pt idx="362">
                <c:v>2.10322696349775</c:v>
              </c:pt>
              <c:pt idx="363">
                <c:v>2.10322696349775</c:v>
              </c:pt>
              <c:pt idx="364">
                <c:v>2.10322696349775</c:v>
              </c:pt>
              <c:pt idx="365">
                <c:v>2.10322696349775</c:v>
              </c:pt>
              <c:pt idx="366">
                <c:v>2.10322696349775</c:v>
              </c:pt>
              <c:pt idx="367">
                <c:v>2.10322696349775</c:v>
              </c:pt>
              <c:pt idx="368">
                <c:v>2.10322696349775</c:v>
              </c:pt>
              <c:pt idx="369">
                <c:v>2.10322696349775</c:v>
              </c:pt>
              <c:pt idx="370">
                <c:v>2.10322696349775</c:v>
              </c:pt>
              <c:pt idx="371">
                <c:v>2.10322696349775</c:v>
              </c:pt>
              <c:pt idx="372">
                <c:v>2.10322696349775</c:v>
              </c:pt>
              <c:pt idx="373">
                <c:v>2.10322696349775</c:v>
              </c:pt>
              <c:pt idx="374">
                <c:v>2.10322696349775</c:v>
              </c:pt>
              <c:pt idx="375">
                <c:v>2.10322696349775</c:v>
              </c:pt>
              <c:pt idx="376">
                <c:v>2.10322696349775</c:v>
              </c:pt>
              <c:pt idx="377">
                <c:v>2.10322696349775</c:v>
              </c:pt>
              <c:pt idx="378">
                <c:v>2.10322696349775</c:v>
              </c:pt>
              <c:pt idx="379">
                <c:v>2.10322696349775</c:v>
              </c:pt>
              <c:pt idx="380">
                <c:v>2.10322696349775</c:v>
              </c:pt>
              <c:pt idx="381">
                <c:v>2.10322696349775</c:v>
              </c:pt>
              <c:pt idx="382">
                <c:v>2.10322696349775</c:v>
              </c:pt>
              <c:pt idx="383">
                <c:v>2.10322696349775</c:v>
              </c:pt>
              <c:pt idx="384">
                <c:v>2.10322696349775</c:v>
              </c:pt>
              <c:pt idx="385">
                <c:v>2.10322696349775</c:v>
              </c:pt>
              <c:pt idx="386">
                <c:v>2.10322696349775</c:v>
              </c:pt>
              <c:pt idx="387">
                <c:v>2.10322696349775</c:v>
              </c:pt>
              <c:pt idx="388">
                <c:v>2.10322696349775</c:v>
              </c:pt>
              <c:pt idx="389">
                <c:v>2.10322696349775</c:v>
              </c:pt>
              <c:pt idx="390">
                <c:v>2.10322696349775</c:v>
              </c:pt>
              <c:pt idx="391">
                <c:v>2.10322696349775</c:v>
              </c:pt>
              <c:pt idx="392">
                <c:v>2.10322696349775</c:v>
              </c:pt>
              <c:pt idx="393">
                <c:v>2.10322696349775</c:v>
              </c:pt>
              <c:pt idx="394">
                <c:v>2.10322696349775</c:v>
              </c:pt>
              <c:pt idx="395">
                <c:v>2.10322696349775</c:v>
              </c:pt>
              <c:pt idx="396">
                <c:v>2.10322696349775</c:v>
              </c:pt>
              <c:pt idx="397">
                <c:v>2.10322696349775</c:v>
              </c:pt>
              <c:pt idx="398">
                <c:v>2.10322696349775</c:v>
              </c:pt>
              <c:pt idx="399">
                <c:v>2.10322696349775</c:v>
              </c:pt>
              <c:pt idx="400">
                <c:v>2.10322696349775</c:v>
              </c:pt>
              <c:pt idx="401">
                <c:v>2.10322696349775</c:v>
              </c:pt>
              <c:pt idx="402">
                <c:v>2.10322696349775</c:v>
              </c:pt>
              <c:pt idx="403">
                <c:v>2.10322696349775</c:v>
              </c:pt>
              <c:pt idx="404">
                <c:v>2.10322696349775</c:v>
              </c:pt>
              <c:pt idx="405">
                <c:v>2.10322696349775</c:v>
              </c:pt>
              <c:pt idx="406">
                <c:v>2.10322696349775</c:v>
              </c:pt>
              <c:pt idx="407">
                <c:v>2.10322696349775</c:v>
              </c:pt>
              <c:pt idx="408">
                <c:v>2.10322696349775</c:v>
              </c:pt>
              <c:pt idx="409">
                <c:v>2.10322696349775</c:v>
              </c:pt>
              <c:pt idx="410">
                <c:v>2.10322696349775</c:v>
              </c:pt>
              <c:pt idx="411">
                <c:v>2.10322696349775</c:v>
              </c:pt>
            </c:numLit>
          </c:xVal>
          <c:yVal>
            <c:numLit>
              <c:formatCode>0.0</c:formatCode>
              <c:ptCount val="412"/>
              <c:pt idx="0">
                <c:v>0.7416488088086174</c:v>
              </c:pt>
              <c:pt idx="1">
                <c:v>0.7416488088086174</c:v>
              </c:pt>
              <c:pt idx="2">
                <c:v>0.7416488088086174</c:v>
              </c:pt>
              <c:pt idx="3">
                <c:v>0.7416488088086174</c:v>
              </c:pt>
              <c:pt idx="4">
                <c:v>0.7416488088086174</c:v>
              </c:pt>
              <c:pt idx="5">
                <c:v>0.7416488088086174</c:v>
              </c:pt>
              <c:pt idx="6">
                <c:v>0.7416488088086174</c:v>
              </c:pt>
              <c:pt idx="7">
                <c:v>0.7416488088086174</c:v>
              </c:pt>
              <c:pt idx="8">
                <c:v>0.7416488088086174</c:v>
              </c:pt>
              <c:pt idx="9">
                <c:v>0.7416488088086174</c:v>
              </c:pt>
              <c:pt idx="10">
                <c:v>0.7416488088086174</c:v>
              </c:pt>
              <c:pt idx="11">
                <c:v>0.7416488088086174</c:v>
              </c:pt>
              <c:pt idx="12">
                <c:v>0.7416488088086174</c:v>
              </c:pt>
              <c:pt idx="13">
                <c:v>0.7416488088086174</c:v>
              </c:pt>
              <c:pt idx="14">
                <c:v>0.7416488088086174</c:v>
              </c:pt>
              <c:pt idx="15">
                <c:v>0.7416488088086174</c:v>
              </c:pt>
              <c:pt idx="16">
                <c:v>0.7416488088086174</c:v>
              </c:pt>
              <c:pt idx="17">
                <c:v>0.7416488088086174</c:v>
              </c:pt>
              <c:pt idx="18">
                <c:v>0.7416488088086174</c:v>
              </c:pt>
              <c:pt idx="19">
                <c:v>0.7416488088086174</c:v>
              </c:pt>
              <c:pt idx="20">
                <c:v>0.7416488088086174</c:v>
              </c:pt>
              <c:pt idx="21">
                <c:v>0.7416488088086174</c:v>
              </c:pt>
              <c:pt idx="22">
                <c:v>0.7416488088086174</c:v>
              </c:pt>
              <c:pt idx="23">
                <c:v>0.7416488088086174</c:v>
              </c:pt>
              <c:pt idx="24">
                <c:v>0.7416488088086174</c:v>
              </c:pt>
              <c:pt idx="25">
                <c:v>0.7416488088086174</c:v>
              </c:pt>
              <c:pt idx="26">
                <c:v>0.7416488088086174</c:v>
              </c:pt>
              <c:pt idx="27">
                <c:v>0.7416488088086174</c:v>
              </c:pt>
              <c:pt idx="28">
                <c:v>0.7416488088086174</c:v>
              </c:pt>
              <c:pt idx="29">
                <c:v>0.7416488088086174</c:v>
              </c:pt>
              <c:pt idx="30">
                <c:v>0.7416488088086174</c:v>
              </c:pt>
              <c:pt idx="31">
                <c:v>0.7416488088086174</c:v>
              </c:pt>
              <c:pt idx="32">
                <c:v>0.7416488088086174</c:v>
              </c:pt>
              <c:pt idx="33">
                <c:v>0.7416488088086174</c:v>
              </c:pt>
              <c:pt idx="34">
                <c:v>0.7416488088086174</c:v>
              </c:pt>
              <c:pt idx="35">
                <c:v>0.7416488088086174</c:v>
              </c:pt>
              <c:pt idx="36">
                <c:v>0.7416488088086174</c:v>
              </c:pt>
              <c:pt idx="37">
                <c:v>0.7416488088086174</c:v>
              </c:pt>
              <c:pt idx="38">
                <c:v>0.7416488088086174</c:v>
              </c:pt>
              <c:pt idx="39">
                <c:v>0.7416488088086174</c:v>
              </c:pt>
              <c:pt idx="40">
                <c:v>0.7416488088086174</c:v>
              </c:pt>
              <c:pt idx="41">
                <c:v>0.7416488088086174</c:v>
              </c:pt>
              <c:pt idx="42">
                <c:v>0.7416488088086174</c:v>
              </c:pt>
              <c:pt idx="43">
                <c:v>0.7416488088086174</c:v>
              </c:pt>
              <c:pt idx="44">
                <c:v>0.7416488088086174</c:v>
              </c:pt>
              <c:pt idx="45">
                <c:v>0.7416488088086174</c:v>
              </c:pt>
              <c:pt idx="46">
                <c:v>0.7416488088086174</c:v>
              </c:pt>
              <c:pt idx="47">
                <c:v>0.7416488088086174</c:v>
              </c:pt>
              <c:pt idx="48">
                <c:v>0.7416488088086174</c:v>
              </c:pt>
              <c:pt idx="49">
                <c:v>0.7416488088086174</c:v>
              </c:pt>
              <c:pt idx="50">
                <c:v>0.7416488088086174</c:v>
              </c:pt>
              <c:pt idx="51">
                <c:v>0.7416488088086174</c:v>
              </c:pt>
              <c:pt idx="52">
                <c:v>0.7416488088086174</c:v>
              </c:pt>
              <c:pt idx="53">
                <c:v>0.7416488088086174</c:v>
              </c:pt>
              <c:pt idx="54">
                <c:v>0.7416488088086174</c:v>
              </c:pt>
              <c:pt idx="55">
                <c:v>0.7416488088086174</c:v>
              </c:pt>
              <c:pt idx="56">
                <c:v>0.7416488088086174</c:v>
              </c:pt>
              <c:pt idx="57">
                <c:v>0.7416488088086174</c:v>
              </c:pt>
              <c:pt idx="58">
                <c:v>0.7416488088086174</c:v>
              </c:pt>
              <c:pt idx="59">
                <c:v>0.7416488088086174</c:v>
              </c:pt>
              <c:pt idx="60">
                <c:v>0.7416488088086174</c:v>
              </c:pt>
              <c:pt idx="61">
                <c:v>0.7416488088086174</c:v>
              </c:pt>
              <c:pt idx="62">
                <c:v>0.7416488088086174</c:v>
              </c:pt>
              <c:pt idx="63">
                <c:v>0.7416488088086174</c:v>
              </c:pt>
              <c:pt idx="64">
                <c:v>0.7416488088086174</c:v>
              </c:pt>
              <c:pt idx="65">
                <c:v>0.7416488088086174</c:v>
              </c:pt>
              <c:pt idx="66">
                <c:v>0.7416488088086174</c:v>
              </c:pt>
              <c:pt idx="67">
                <c:v>0.7416488088086174</c:v>
              </c:pt>
              <c:pt idx="68">
                <c:v>0.7416488088086174</c:v>
              </c:pt>
              <c:pt idx="69">
                <c:v>0.7416488088086174</c:v>
              </c:pt>
              <c:pt idx="70">
                <c:v>0.7416488088086174</c:v>
              </c:pt>
              <c:pt idx="71">
                <c:v>0.7416488088086174</c:v>
              </c:pt>
              <c:pt idx="72">
                <c:v>0.7416488088086174</c:v>
              </c:pt>
              <c:pt idx="73">
                <c:v>0.7416488088086174</c:v>
              </c:pt>
              <c:pt idx="74">
                <c:v>0.7416488088086174</c:v>
              </c:pt>
              <c:pt idx="75">
                <c:v>0.7416488088086174</c:v>
              </c:pt>
              <c:pt idx="76">
                <c:v>0.7416488088086174</c:v>
              </c:pt>
              <c:pt idx="77">
                <c:v>0.7416488088086174</c:v>
              </c:pt>
              <c:pt idx="78">
                <c:v>0.7416488088086174</c:v>
              </c:pt>
              <c:pt idx="79">
                <c:v>0.7416488088086174</c:v>
              </c:pt>
              <c:pt idx="80">
                <c:v>0.7416488088086174</c:v>
              </c:pt>
              <c:pt idx="81">
                <c:v>0.7416488088086174</c:v>
              </c:pt>
              <c:pt idx="82">
                <c:v>0.7416488088086174</c:v>
              </c:pt>
              <c:pt idx="83">
                <c:v>0.7416488088086174</c:v>
              </c:pt>
              <c:pt idx="84">
                <c:v>0.7416488088086174</c:v>
              </c:pt>
              <c:pt idx="85">
                <c:v>0.7416488088086174</c:v>
              </c:pt>
              <c:pt idx="86">
                <c:v>0.7416488088086174</c:v>
              </c:pt>
              <c:pt idx="87">
                <c:v>0.7416488088086174</c:v>
              </c:pt>
              <c:pt idx="88">
                <c:v>0.7416488088086174</c:v>
              </c:pt>
              <c:pt idx="89">
                <c:v>0.7416488088086174</c:v>
              </c:pt>
              <c:pt idx="90">
                <c:v>0.7416488088086174</c:v>
              </c:pt>
              <c:pt idx="91">
                <c:v>0.7416488088086174</c:v>
              </c:pt>
              <c:pt idx="92">
                <c:v>0.7416488088086174</c:v>
              </c:pt>
              <c:pt idx="93">
                <c:v>0.7416488088086174</c:v>
              </c:pt>
              <c:pt idx="94">
                <c:v>0.7416488088086174</c:v>
              </c:pt>
              <c:pt idx="95">
                <c:v>0.7416488088086174</c:v>
              </c:pt>
              <c:pt idx="96">
                <c:v>0.7416488088086174</c:v>
              </c:pt>
              <c:pt idx="97">
                <c:v>0.7416488088086174</c:v>
              </c:pt>
              <c:pt idx="98">
                <c:v>0.7416488088086174</c:v>
              </c:pt>
              <c:pt idx="99">
                <c:v>0.7416488088086174</c:v>
              </c:pt>
              <c:pt idx="100">
                <c:v>0.7416488088086174</c:v>
              </c:pt>
              <c:pt idx="101">
                <c:v>0.7416488088086174</c:v>
              </c:pt>
              <c:pt idx="102">
                <c:v>0.7416488088086174</c:v>
              </c:pt>
              <c:pt idx="103">
                <c:v>0.7416488088086174</c:v>
              </c:pt>
              <c:pt idx="104">
                <c:v>0.7416488088086174</c:v>
              </c:pt>
              <c:pt idx="105">
                <c:v>0.7416488088086174</c:v>
              </c:pt>
              <c:pt idx="106">
                <c:v>0.7416488088086174</c:v>
              </c:pt>
              <c:pt idx="107">
                <c:v>0.7416488088086174</c:v>
              </c:pt>
              <c:pt idx="108">
                <c:v>0.7416488088086174</c:v>
              </c:pt>
              <c:pt idx="109">
                <c:v>0.7416488088086174</c:v>
              </c:pt>
              <c:pt idx="110">
                <c:v>0.7416488088086174</c:v>
              </c:pt>
              <c:pt idx="111">
                <c:v>0.7416488088086174</c:v>
              </c:pt>
              <c:pt idx="112">
                <c:v>0.7416488088086174</c:v>
              </c:pt>
              <c:pt idx="113">
                <c:v>0.7416488088086174</c:v>
              </c:pt>
              <c:pt idx="114">
                <c:v>0.7416488088086174</c:v>
              </c:pt>
              <c:pt idx="115">
                <c:v>0.7416488088086174</c:v>
              </c:pt>
              <c:pt idx="116">
                <c:v>0.7416488088086174</c:v>
              </c:pt>
              <c:pt idx="117">
                <c:v>0.7416488088086174</c:v>
              </c:pt>
              <c:pt idx="118">
                <c:v>0.7416488088086174</c:v>
              </c:pt>
              <c:pt idx="119">
                <c:v>0.7416488088086174</c:v>
              </c:pt>
              <c:pt idx="120">
                <c:v>0.7416488088086174</c:v>
              </c:pt>
              <c:pt idx="121">
                <c:v>0.7416488088086174</c:v>
              </c:pt>
              <c:pt idx="122">
                <c:v>0.7416488088086174</c:v>
              </c:pt>
              <c:pt idx="123">
                <c:v>0.7416488088086174</c:v>
              </c:pt>
              <c:pt idx="124">
                <c:v>0.7416488088086174</c:v>
              </c:pt>
              <c:pt idx="125">
                <c:v>0.7416488088086174</c:v>
              </c:pt>
              <c:pt idx="126">
                <c:v>0.7416488088086174</c:v>
              </c:pt>
              <c:pt idx="127">
                <c:v>0.7416488088086174</c:v>
              </c:pt>
              <c:pt idx="128">
                <c:v>0.7416488088086174</c:v>
              </c:pt>
              <c:pt idx="129">
                <c:v>0.7416488088086174</c:v>
              </c:pt>
              <c:pt idx="130">
                <c:v>0.7416488088086174</c:v>
              </c:pt>
              <c:pt idx="131">
                <c:v>0.7416488088086174</c:v>
              </c:pt>
              <c:pt idx="132">
                <c:v>0.7416488088086174</c:v>
              </c:pt>
              <c:pt idx="133">
                <c:v>0.7416488088086174</c:v>
              </c:pt>
              <c:pt idx="134">
                <c:v>0.7416488088086174</c:v>
              </c:pt>
              <c:pt idx="135">
                <c:v>0.7416488088086174</c:v>
              </c:pt>
              <c:pt idx="136">
                <c:v>0.7416488088086174</c:v>
              </c:pt>
              <c:pt idx="137">
                <c:v>0.7416488088086174</c:v>
              </c:pt>
              <c:pt idx="138">
                <c:v>0.7416488088086174</c:v>
              </c:pt>
              <c:pt idx="139">
                <c:v>0.7416488088086174</c:v>
              </c:pt>
              <c:pt idx="140">
                <c:v>0.7416488088086174</c:v>
              </c:pt>
              <c:pt idx="141">
                <c:v>0.7416488088086174</c:v>
              </c:pt>
              <c:pt idx="142">
                <c:v>0.7416488088086174</c:v>
              </c:pt>
              <c:pt idx="143">
                <c:v>0.7416488088086174</c:v>
              </c:pt>
              <c:pt idx="144">
                <c:v>0.7416488088086174</c:v>
              </c:pt>
              <c:pt idx="145">
                <c:v>0.7416488088086174</c:v>
              </c:pt>
              <c:pt idx="146">
                <c:v>0.7416488088086174</c:v>
              </c:pt>
              <c:pt idx="147">
                <c:v>0.7416488088086174</c:v>
              </c:pt>
              <c:pt idx="148">
                <c:v>0.7416488088086174</c:v>
              </c:pt>
              <c:pt idx="149">
                <c:v>0.7416488088086174</c:v>
              </c:pt>
              <c:pt idx="150">
                <c:v>0.7416488088086174</c:v>
              </c:pt>
              <c:pt idx="151">
                <c:v>0.7416488088086174</c:v>
              </c:pt>
              <c:pt idx="152">
                <c:v>0.7416488088086174</c:v>
              </c:pt>
              <c:pt idx="153">
                <c:v>0.7416488088086174</c:v>
              </c:pt>
              <c:pt idx="154">
                <c:v>0.7416488088086174</c:v>
              </c:pt>
              <c:pt idx="155">
                <c:v>0.7416488088086174</c:v>
              </c:pt>
              <c:pt idx="156">
                <c:v>0.7416488088086174</c:v>
              </c:pt>
              <c:pt idx="157">
                <c:v>0.7416488088086174</c:v>
              </c:pt>
              <c:pt idx="158">
                <c:v>0.7416488088086174</c:v>
              </c:pt>
              <c:pt idx="159">
                <c:v>0.7416488088086174</c:v>
              </c:pt>
              <c:pt idx="160">
                <c:v>0.7416488088086174</c:v>
              </c:pt>
              <c:pt idx="161">
                <c:v>0.7416488088086174</c:v>
              </c:pt>
              <c:pt idx="162">
                <c:v>0.7416488088086174</c:v>
              </c:pt>
              <c:pt idx="163">
                <c:v>0.7416488088086174</c:v>
              </c:pt>
              <c:pt idx="164">
                <c:v>0.7416488088086174</c:v>
              </c:pt>
              <c:pt idx="165">
                <c:v>0.7416488088086174</c:v>
              </c:pt>
              <c:pt idx="166">
                <c:v>0.7416488088086174</c:v>
              </c:pt>
              <c:pt idx="167">
                <c:v>0.7416488088086174</c:v>
              </c:pt>
              <c:pt idx="168">
                <c:v>0.7416488088086174</c:v>
              </c:pt>
              <c:pt idx="169">
                <c:v>0.7416488088086174</c:v>
              </c:pt>
              <c:pt idx="170">
                <c:v>0.7416488088086174</c:v>
              </c:pt>
              <c:pt idx="171">
                <c:v>0.7416488088086174</c:v>
              </c:pt>
              <c:pt idx="172">
                <c:v>0.7416488088086174</c:v>
              </c:pt>
              <c:pt idx="173">
                <c:v>0.7416488088086174</c:v>
              </c:pt>
              <c:pt idx="174">
                <c:v>0.7416488088086174</c:v>
              </c:pt>
              <c:pt idx="175">
                <c:v>0.7416488088086174</c:v>
              </c:pt>
              <c:pt idx="176">
                <c:v>0.7416488088086174</c:v>
              </c:pt>
              <c:pt idx="177">
                <c:v>0.7416488088086174</c:v>
              </c:pt>
              <c:pt idx="178">
                <c:v>0.7416488088086174</c:v>
              </c:pt>
              <c:pt idx="179">
                <c:v>0.7416488088086174</c:v>
              </c:pt>
              <c:pt idx="180">
                <c:v>0.7416488088086174</c:v>
              </c:pt>
              <c:pt idx="181">
                <c:v>0.7416488088086174</c:v>
              </c:pt>
              <c:pt idx="182">
                <c:v>0.7416488088086174</c:v>
              </c:pt>
              <c:pt idx="183">
                <c:v>0.7416488088086174</c:v>
              </c:pt>
              <c:pt idx="184">
                <c:v>0.7416488088086174</c:v>
              </c:pt>
              <c:pt idx="185">
                <c:v>0.7416488088086174</c:v>
              </c:pt>
              <c:pt idx="186">
                <c:v>0.7416488088086174</c:v>
              </c:pt>
              <c:pt idx="187">
                <c:v>0.7416488088086174</c:v>
              </c:pt>
              <c:pt idx="188">
                <c:v>0.7416488088086174</c:v>
              </c:pt>
              <c:pt idx="189">
                <c:v>0.7416488088086174</c:v>
              </c:pt>
              <c:pt idx="190">
                <c:v>0.7416488088086174</c:v>
              </c:pt>
              <c:pt idx="191">
                <c:v>0.7416488088086174</c:v>
              </c:pt>
              <c:pt idx="192">
                <c:v>0.7416488088086174</c:v>
              </c:pt>
              <c:pt idx="193">
                <c:v>0.7416488088086174</c:v>
              </c:pt>
              <c:pt idx="194">
                <c:v>0.7416488088086174</c:v>
              </c:pt>
              <c:pt idx="195">
                <c:v>0.7416488088086174</c:v>
              </c:pt>
              <c:pt idx="196">
                <c:v>0.7416488088086174</c:v>
              </c:pt>
              <c:pt idx="197">
                <c:v>0.7416488088086174</c:v>
              </c:pt>
              <c:pt idx="198">
                <c:v>0.7416488088086174</c:v>
              </c:pt>
              <c:pt idx="199">
                <c:v>0.7416488088086174</c:v>
              </c:pt>
              <c:pt idx="200">
                <c:v>0.7416488088086174</c:v>
              </c:pt>
              <c:pt idx="201">
                <c:v>0.7416488088086174</c:v>
              </c:pt>
              <c:pt idx="202">
                <c:v>0.7416488088086174</c:v>
              </c:pt>
              <c:pt idx="203">
                <c:v>0.7416488088086174</c:v>
              </c:pt>
              <c:pt idx="204">
                <c:v>0.7416488088086174</c:v>
              </c:pt>
              <c:pt idx="205">
                <c:v>0.7416488088086174</c:v>
              </c:pt>
              <c:pt idx="206">
                <c:v>0.7416488088086174</c:v>
              </c:pt>
              <c:pt idx="207">
                <c:v>0.7416488088086174</c:v>
              </c:pt>
              <c:pt idx="208">
                <c:v>0.7416488088086174</c:v>
              </c:pt>
              <c:pt idx="209">
                <c:v>0.7416488088086174</c:v>
              </c:pt>
              <c:pt idx="210">
                <c:v>0.7416488088086174</c:v>
              </c:pt>
              <c:pt idx="211">
                <c:v>0.7416488088086174</c:v>
              </c:pt>
              <c:pt idx="212">
                <c:v>0.7416488088086174</c:v>
              </c:pt>
              <c:pt idx="213">
                <c:v>0.7416488088086174</c:v>
              </c:pt>
              <c:pt idx="214">
                <c:v>0.7416488088086174</c:v>
              </c:pt>
              <c:pt idx="215">
                <c:v>0.7416488088086174</c:v>
              </c:pt>
              <c:pt idx="216">
                <c:v>0.7416488088086174</c:v>
              </c:pt>
              <c:pt idx="217">
                <c:v>0.7416488088086174</c:v>
              </c:pt>
              <c:pt idx="218">
                <c:v>0.7416488088086174</c:v>
              </c:pt>
              <c:pt idx="219">
                <c:v>0.7416488088086174</c:v>
              </c:pt>
              <c:pt idx="220">
                <c:v>0.7416488088086174</c:v>
              </c:pt>
              <c:pt idx="221">
                <c:v>0.7416488088086174</c:v>
              </c:pt>
              <c:pt idx="222">
                <c:v>0.7416488088086174</c:v>
              </c:pt>
              <c:pt idx="223">
                <c:v>0.7416488088086174</c:v>
              </c:pt>
              <c:pt idx="224">
                <c:v>0.7416488088086174</c:v>
              </c:pt>
              <c:pt idx="225">
                <c:v>0.7416488088086174</c:v>
              </c:pt>
              <c:pt idx="226">
                <c:v>0.7416488088086174</c:v>
              </c:pt>
              <c:pt idx="227">
                <c:v>0.7416488088086174</c:v>
              </c:pt>
              <c:pt idx="228">
                <c:v>0.7416488088086174</c:v>
              </c:pt>
              <c:pt idx="229">
                <c:v>0.7416488088086174</c:v>
              </c:pt>
              <c:pt idx="230">
                <c:v>0.7416488088086174</c:v>
              </c:pt>
              <c:pt idx="231">
                <c:v>0.7416488088086174</c:v>
              </c:pt>
              <c:pt idx="232">
                <c:v>0.7416488088086174</c:v>
              </c:pt>
              <c:pt idx="233">
                <c:v>0.7416488088086174</c:v>
              </c:pt>
              <c:pt idx="234">
                <c:v>0.7416488088086174</c:v>
              </c:pt>
              <c:pt idx="235">
                <c:v>0.7416488088086174</c:v>
              </c:pt>
              <c:pt idx="236">
                <c:v>0.7416488088086174</c:v>
              </c:pt>
              <c:pt idx="237">
                <c:v>0.7416488088086174</c:v>
              </c:pt>
              <c:pt idx="238">
                <c:v>0.7416488088086174</c:v>
              </c:pt>
              <c:pt idx="239">
                <c:v>0.7416488088086174</c:v>
              </c:pt>
              <c:pt idx="240">
                <c:v>0.7416488088086174</c:v>
              </c:pt>
              <c:pt idx="241">
                <c:v>0.7416488088086174</c:v>
              </c:pt>
              <c:pt idx="242">
                <c:v>0.7416488088086174</c:v>
              </c:pt>
              <c:pt idx="243">
                <c:v>0.7416488088086174</c:v>
              </c:pt>
              <c:pt idx="244">
                <c:v>0.7416488088086174</c:v>
              </c:pt>
              <c:pt idx="245">
                <c:v>0.7416488088086174</c:v>
              </c:pt>
              <c:pt idx="246">
                <c:v>0.7416488088086174</c:v>
              </c:pt>
              <c:pt idx="247">
                <c:v>0.7416488088086174</c:v>
              </c:pt>
              <c:pt idx="248">
                <c:v>0.7416488088086174</c:v>
              </c:pt>
              <c:pt idx="249">
                <c:v>0.7416488088086174</c:v>
              </c:pt>
              <c:pt idx="250">
                <c:v>0.7416488088086174</c:v>
              </c:pt>
              <c:pt idx="251">
                <c:v>0.7416488088086174</c:v>
              </c:pt>
              <c:pt idx="252">
                <c:v>0.7416488088086174</c:v>
              </c:pt>
              <c:pt idx="253">
                <c:v>0.7416488088086174</c:v>
              </c:pt>
              <c:pt idx="254">
                <c:v>0.7416488088086174</c:v>
              </c:pt>
              <c:pt idx="255">
                <c:v>0.7416488088086174</c:v>
              </c:pt>
              <c:pt idx="256">
                <c:v>0.7416488088086174</c:v>
              </c:pt>
              <c:pt idx="257">
                <c:v>0.7416488088086174</c:v>
              </c:pt>
              <c:pt idx="258">
                <c:v>0.7416488088086174</c:v>
              </c:pt>
              <c:pt idx="259">
                <c:v>0.7416488088086174</c:v>
              </c:pt>
              <c:pt idx="260">
                <c:v>0.7416488088086174</c:v>
              </c:pt>
              <c:pt idx="261">
                <c:v>0.7416488088086174</c:v>
              </c:pt>
              <c:pt idx="262">
                <c:v>0.7416488088086174</c:v>
              </c:pt>
              <c:pt idx="263">
                <c:v>0.7416488088086174</c:v>
              </c:pt>
              <c:pt idx="264">
                <c:v>0.7416488088086174</c:v>
              </c:pt>
              <c:pt idx="265">
                <c:v>0.7416488088086174</c:v>
              </c:pt>
              <c:pt idx="266">
                <c:v>0.7416488088086174</c:v>
              </c:pt>
              <c:pt idx="267">
                <c:v>0.7416488088086174</c:v>
              </c:pt>
              <c:pt idx="268">
                <c:v>0.7416488088086174</c:v>
              </c:pt>
              <c:pt idx="269">
                <c:v>0.7416488088086174</c:v>
              </c:pt>
              <c:pt idx="270">
                <c:v>0.7416488088086174</c:v>
              </c:pt>
              <c:pt idx="271">
                <c:v>0.7416488088086174</c:v>
              </c:pt>
              <c:pt idx="272">
                <c:v>0.7416488088086174</c:v>
              </c:pt>
              <c:pt idx="273">
                <c:v>0.7416488088086174</c:v>
              </c:pt>
              <c:pt idx="274">
                <c:v>0.7416488088086174</c:v>
              </c:pt>
              <c:pt idx="275">
                <c:v>0.7416488088086174</c:v>
              </c:pt>
              <c:pt idx="276">
                <c:v>0.7416488088086174</c:v>
              </c:pt>
              <c:pt idx="277">
                <c:v>0.7416488088086174</c:v>
              </c:pt>
              <c:pt idx="278">
                <c:v>0.7416488088086174</c:v>
              </c:pt>
              <c:pt idx="279">
                <c:v>0.7416488088086174</c:v>
              </c:pt>
              <c:pt idx="280">
                <c:v>0.7416488088086174</c:v>
              </c:pt>
              <c:pt idx="281">
                <c:v>0.7416488088086174</c:v>
              </c:pt>
              <c:pt idx="282">
                <c:v>0.7416488088086174</c:v>
              </c:pt>
              <c:pt idx="283">
                <c:v>0.7416488088086174</c:v>
              </c:pt>
              <c:pt idx="284">
                <c:v>0.7416488088086174</c:v>
              </c:pt>
              <c:pt idx="285">
                <c:v>0.7416488088086174</c:v>
              </c:pt>
              <c:pt idx="286">
                <c:v>0.7416488088086174</c:v>
              </c:pt>
              <c:pt idx="287">
                <c:v>0.7416488088086174</c:v>
              </c:pt>
              <c:pt idx="288">
                <c:v>0.7416488088086174</c:v>
              </c:pt>
              <c:pt idx="289">
                <c:v>0.7416488088086174</c:v>
              </c:pt>
              <c:pt idx="290">
                <c:v>0.7416488088086174</c:v>
              </c:pt>
              <c:pt idx="291">
                <c:v>0.7416488088086174</c:v>
              </c:pt>
              <c:pt idx="292">
                <c:v>0.7416488088086174</c:v>
              </c:pt>
              <c:pt idx="293">
                <c:v>0.7416488088086174</c:v>
              </c:pt>
              <c:pt idx="294">
                <c:v>0.7416488088086174</c:v>
              </c:pt>
              <c:pt idx="295">
                <c:v>0.7416488088086174</c:v>
              </c:pt>
              <c:pt idx="296">
                <c:v>0.7416488088086174</c:v>
              </c:pt>
              <c:pt idx="297">
                <c:v>0.7416488088086174</c:v>
              </c:pt>
              <c:pt idx="298">
                <c:v>0.7416488088086174</c:v>
              </c:pt>
              <c:pt idx="299">
                <c:v>0.7416488088086174</c:v>
              </c:pt>
              <c:pt idx="300">
                <c:v>0.7416488088086174</c:v>
              </c:pt>
              <c:pt idx="301">
                <c:v>0.7416488088086174</c:v>
              </c:pt>
              <c:pt idx="302">
                <c:v>0.7416488088086174</c:v>
              </c:pt>
              <c:pt idx="303">
                <c:v>0.7416488088086174</c:v>
              </c:pt>
              <c:pt idx="304">
                <c:v>0.7416488088086174</c:v>
              </c:pt>
              <c:pt idx="305">
                <c:v>0.7416488088086174</c:v>
              </c:pt>
              <c:pt idx="306">
                <c:v>0.7416488088086174</c:v>
              </c:pt>
              <c:pt idx="307">
                <c:v>0.7416488088086174</c:v>
              </c:pt>
              <c:pt idx="308">
                <c:v>0.7416488088086174</c:v>
              </c:pt>
              <c:pt idx="309">
                <c:v>0.7416488088086174</c:v>
              </c:pt>
              <c:pt idx="310">
                <c:v>0.7416488088086174</c:v>
              </c:pt>
              <c:pt idx="311">
                <c:v>0.7416488088086174</c:v>
              </c:pt>
              <c:pt idx="312">
                <c:v>0.7416488088086174</c:v>
              </c:pt>
              <c:pt idx="313">
                <c:v>0.7416488088086174</c:v>
              </c:pt>
              <c:pt idx="314">
                <c:v>0.7416488088086174</c:v>
              </c:pt>
              <c:pt idx="315">
                <c:v>0.7416488088086174</c:v>
              </c:pt>
              <c:pt idx="316">
                <c:v>0.7416488088086174</c:v>
              </c:pt>
              <c:pt idx="317">
                <c:v>0.7416488088086174</c:v>
              </c:pt>
              <c:pt idx="318">
                <c:v>0.7416488088086174</c:v>
              </c:pt>
              <c:pt idx="319">
                <c:v>0.7416488088086174</c:v>
              </c:pt>
              <c:pt idx="320">
                <c:v>0.7416488088086174</c:v>
              </c:pt>
              <c:pt idx="321">
                <c:v>0.7416488088086174</c:v>
              </c:pt>
              <c:pt idx="322">
                <c:v>0.7416488088086174</c:v>
              </c:pt>
              <c:pt idx="323">
                <c:v>0.7416488088086174</c:v>
              </c:pt>
              <c:pt idx="324">
                <c:v>0.7416488088086174</c:v>
              </c:pt>
              <c:pt idx="325">
                <c:v>0.7416488088086174</c:v>
              </c:pt>
              <c:pt idx="326">
                <c:v>0.7416488088086174</c:v>
              </c:pt>
              <c:pt idx="327">
                <c:v>0.7416488088086174</c:v>
              </c:pt>
              <c:pt idx="328">
                <c:v>0.7416488088086174</c:v>
              </c:pt>
              <c:pt idx="329">
                <c:v>0.7416488088086174</c:v>
              </c:pt>
              <c:pt idx="330">
                <c:v>0.7416488088086174</c:v>
              </c:pt>
              <c:pt idx="331">
                <c:v>0.7416488088086174</c:v>
              </c:pt>
              <c:pt idx="332">
                <c:v>0.7416488088086174</c:v>
              </c:pt>
              <c:pt idx="333">
                <c:v>0.7416488088086174</c:v>
              </c:pt>
              <c:pt idx="334">
                <c:v>0.7416488088086174</c:v>
              </c:pt>
              <c:pt idx="335">
                <c:v>0.7416488088086174</c:v>
              </c:pt>
              <c:pt idx="336">
                <c:v>0.7416488088086174</c:v>
              </c:pt>
              <c:pt idx="337">
                <c:v>0.7416488088086174</c:v>
              </c:pt>
              <c:pt idx="338">
                <c:v>0.7416488088086174</c:v>
              </c:pt>
              <c:pt idx="339">
                <c:v>0.7416488088086174</c:v>
              </c:pt>
              <c:pt idx="340">
                <c:v>0.7416488088086174</c:v>
              </c:pt>
              <c:pt idx="341">
                <c:v>0.7416488088086174</c:v>
              </c:pt>
              <c:pt idx="342">
                <c:v>0.7416488088086174</c:v>
              </c:pt>
              <c:pt idx="343">
                <c:v>0.7416488088086174</c:v>
              </c:pt>
              <c:pt idx="344">
                <c:v>0.7416488088086174</c:v>
              </c:pt>
              <c:pt idx="345">
                <c:v>0.7416488088086174</c:v>
              </c:pt>
              <c:pt idx="346">
                <c:v>0.7416488088086174</c:v>
              </c:pt>
              <c:pt idx="347">
                <c:v>0.7416488088086174</c:v>
              </c:pt>
              <c:pt idx="348">
                <c:v>0.7416488088086174</c:v>
              </c:pt>
              <c:pt idx="349">
                <c:v>0.7416488088086174</c:v>
              </c:pt>
              <c:pt idx="350">
                <c:v>0.7416488088086174</c:v>
              </c:pt>
              <c:pt idx="351">
                <c:v>0.7416488088086174</c:v>
              </c:pt>
              <c:pt idx="352">
                <c:v>0.7416488088086174</c:v>
              </c:pt>
              <c:pt idx="353">
                <c:v>0.7416488088086174</c:v>
              </c:pt>
              <c:pt idx="354">
                <c:v>0.7416488088086174</c:v>
              </c:pt>
              <c:pt idx="355">
                <c:v>0.7416488088086174</c:v>
              </c:pt>
              <c:pt idx="356">
                <c:v>0.7416488088086174</c:v>
              </c:pt>
              <c:pt idx="357">
                <c:v>0.7416488088086174</c:v>
              </c:pt>
              <c:pt idx="358">
                <c:v>0.7416488088086174</c:v>
              </c:pt>
              <c:pt idx="359">
                <c:v>0.7416488088086174</c:v>
              </c:pt>
              <c:pt idx="360">
                <c:v>0.7416488088086174</c:v>
              </c:pt>
              <c:pt idx="361">
                <c:v>0.7416488088086174</c:v>
              </c:pt>
              <c:pt idx="362">
                <c:v>0.7416488088086174</c:v>
              </c:pt>
              <c:pt idx="363">
                <c:v>0.7416488088086174</c:v>
              </c:pt>
              <c:pt idx="364">
                <c:v>0.7416488088086174</c:v>
              </c:pt>
              <c:pt idx="365">
                <c:v>0.7416488088086174</c:v>
              </c:pt>
              <c:pt idx="366">
                <c:v>0.7416488088086174</c:v>
              </c:pt>
              <c:pt idx="367">
                <c:v>0.7416488088086174</c:v>
              </c:pt>
              <c:pt idx="368">
                <c:v>0.7416488088086174</c:v>
              </c:pt>
              <c:pt idx="369">
                <c:v>0.7416488088086174</c:v>
              </c:pt>
              <c:pt idx="370">
                <c:v>0.7416488088086174</c:v>
              </c:pt>
              <c:pt idx="371">
                <c:v>0.7416488088086174</c:v>
              </c:pt>
              <c:pt idx="372">
                <c:v>0.7416488088086174</c:v>
              </c:pt>
              <c:pt idx="373">
                <c:v>0.7416488088086174</c:v>
              </c:pt>
              <c:pt idx="374">
                <c:v>0.7416488088086174</c:v>
              </c:pt>
              <c:pt idx="375">
                <c:v>0.7416488088086174</c:v>
              </c:pt>
              <c:pt idx="376">
                <c:v>0.7416488088086174</c:v>
              </c:pt>
              <c:pt idx="377">
                <c:v>0.7416488088086174</c:v>
              </c:pt>
              <c:pt idx="378">
                <c:v>0.7416488088086174</c:v>
              </c:pt>
              <c:pt idx="379">
                <c:v>0.7416488088086174</c:v>
              </c:pt>
              <c:pt idx="380">
                <c:v>0.7416488088086174</c:v>
              </c:pt>
              <c:pt idx="381">
                <c:v>0.7416488088086174</c:v>
              </c:pt>
              <c:pt idx="382">
                <c:v>0.7416488088086174</c:v>
              </c:pt>
              <c:pt idx="383">
                <c:v>0.7416488088086174</c:v>
              </c:pt>
              <c:pt idx="384">
                <c:v>0.7416488088086174</c:v>
              </c:pt>
              <c:pt idx="385">
                <c:v>0.7416488088086174</c:v>
              </c:pt>
              <c:pt idx="386">
                <c:v>0.7416488088086174</c:v>
              </c:pt>
              <c:pt idx="387">
                <c:v>0.7416488088086174</c:v>
              </c:pt>
              <c:pt idx="388">
                <c:v>0.7416488088086174</c:v>
              </c:pt>
              <c:pt idx="389">
                <c:v>0.7416488088086174</c:v>
              </c:pt>
              <c:pt idx="390">
                <c:v>0.7416488088086174</c:v>
              </c:pt>
              <c:pt idx="391">
                <c:v>0.7416488088086174</c:v>
              </c:pt>
              <c:pt idx="392">
                <c:v>0.7416488088086174</c:v>
              </c:pt>
              <c:pt idx="393">
                <c:v>0.7416488088086174</c:v>
              </c:pt>
              <c:pt idx="394">
                <c:v>0.7416488088086174</c:v>
              </c:pt>
              <c:pt idx="395">
                <c:v>0.7416488088086174</c:v>
              </c:pt>
              <c:pt idx="396">
                <c:v>0.7416488088086174</c:v>
              </c:pt>
              <c:pt idx="397">
                <c:v>0.7416488088086174</c:v>
              </c:pt>
              <c:pt idx="398">
                <c:v>0.7416488088086174</c:v>
              </c:pt>
              <c:pt idx="399">
                <c:v>0.7416488088086174</c:v>
              </c:pt>
              <c:pt idx="400">
                <c:v>0.7416488088086174</c:v>
              </c:pt>
              <c:pt idx="401">
                <c:v>0.7416488088086174</c:v>
              </c:pt>
              <c:pt idx="402">
                <c:v>0.7416488088086174</c:v>
              </c:pt>
              <c:pt idx="403">
                <c:v>0.7416488088086174</c:v>
              </c:pt>
              <c:pt idx="404">
                <c:v>0.7416488088086174</c:v>
              </c:pt>
              <c:pt idx="405">
                <c:v>0.7416488088086174</c:v>
              </c:pt>
              <c:pt idx="406">
                <c:v>0.7416488088086174</c:v>
              </c:pt>
              <c:pt idx="407">
                <c:v>0.7416488088086174</c:v>
              </c:pt>
              <c:pt idx="408">
                <c:v>0.7416488088086174</c:v>
              </c:pt>
              <c:pt idx="409">
                <c:v>0.7416488088086174</c:v>
              </c:pt>
              <c:pt idx="410">
                <c:v>0.7416488088086174</c:v>
              </c:pt>
              <c:pt idx="411">
                <c:v>0.7416488088086174</c:v>
              </c:pt>
            </c:numLit>
          </c:yVal>
          <c:smooth val="0"/>
        </c:ser>
        <c:ser>
          <c:idx val="4"/>
          <c:order val="4"/>
          <c:tx>
            <c:v>Same-order filling improvement</c:v>
          </c:tx>
          <c:spPr>
            <a:noFill xmlns:a="http://schemas.openxmlformats.org/drawingml/2006/main"/>
            <a:ln xmlns:a="http://schemas.openxmlformats.org/drawingml/2006/main" w="7620">
              <a:solidFill>
                <a:srgbClr val="009E73"/>
              </a:solidFill>
              <a:prstDash val="solid"/>
            </a:ln>
          </c:spPr>
          <c:marker>
            <c:symbol val="none"/>
            <c:size val="7"/>
            <c:spPr>
              <a:solidFill xmlns:a="http://schemas.openxmlformats.org/drawingml/2006/main">
                <a:srgbClr val="009E73"/>
              </a:solidFill>
            </c:spPr>
          </c:marker>
          <c:xVal>
            <c:numLit>
              <c:formatCode>General</c:formatCode>
              <c:ptCount val="412"/>
              <c:pt idx="0">
                <c:v>4.669276550240401</c:v>
              </c:pt>
              <c:pt idx="1">
                <c:v>9.031573647115259</c:v>
              </c:pt>
              <c:pt idx="2">
                <c:v>9.031573647115259</c:v>
              </c:pt>
              <c:pt idx="3">
                <c:v>9.031573647115259</c:v>
              </c:pt>
              <c:pt idx="4">
                <c:v>9.031573647115259</c:v>
              </c:pt>
              <c:pt idx="5">
                <c:v>9.031573647115259</c:v>
              </c:pt>
              <c:pt idx="6">
                <c:v>9.031573647115259</c:v>
              </c:pt>
              <c:pt idx="7">
                <c:v>9.031573647115259</c:v>
              </c:pt>
              <c:pt idx="8">
                <c:v>9.031573647115259</c:v>
              </c:pt>
              <c:pt idx="9">
                <c:v>9.031573647115259</c:v>
              </c:pt>
              <c:pt idx="10">
                <c:v>9.031573647115259</c:v>
              </c:pt>
              <c:pt idx="11">
                <c:v>9.031573647115259</c:v>
              </c:pt>
              <c:pt idx="12">
                <c:v>9.031573647115259</c:v>
              </c:pt>
              <c:pt idx="13">
                <c:v>9.031573647115259</c:v>
              </c:pt>
              <c:pt idx="14">
                <c:v>9.031573647115259</c:v>
              </c:pt>
              <c:pt idx="15">
                <c:v>9.031573647115259</c:v>
              </c:pt>
              <c:pt idx="16">
                <c:v>9.031573647115259</c:v>
              </c:pt>
              <c:pt idx="17">
                <c:v>9.031573647115259</c:v>
              </c:pt>
              <c:pt idx="18">
                <c:v>9.031573647115259</c:v>
              </c:pt>
              <c:pt idx="19">
                <c:v>9.031573647115259</c:v>
              </c:pt>
              <c:pt idx="20">
                <c:v>9.031573647115259</c:v>
              </c:pt>
              <c:pt idx="21">
                <c:v>9.031573647115259</c:v>
              </c:pt>
              <c:pt idx="22">
                <c:v>9.031573647115259</c:v>
              </c:pt>
              <c:pt idx="23">
                <c:v>9.031573647115259</c:v>
              </c:pt>
              <c:pt idx="24">
                <c:v>9.031573647115259</c:v>
              </c:pt>
              <c:pt idx="25">
                <c:v>9.031573647115259</c:v>
              </c:pt>
              <c:pt idx="26">
                <c:v>9.031573647115259</c:v>
              </c:pt>
              <c:pt idx="27">
                <c:v>9.031573647115259</c:v>
              </c:pt>
              <c:pt idx="28">
                <c:v>9.031573647115259</c:v>
              </c:pt>
              <c:pt idx="29">
                <c:v>9.031573647115259</c:v>
              </c:pt>
              <c:pt idx="30">
                <c:v>9.031573647115259</c:v>
              </c:pt>
              <c:pt idx="31">
                <c:v>9.031573647115259</c:v>
              </c:pt>
              <c:pt idx="32">
                <c:v>9.031573647115259</c:v>
              </c:pt>
              <c:pt idx="33">
                <c:v>9.031573647115259</c:v>
              </c:pt>
              <c:pt idx="34">
                <c:v>9.031573647115259</c:v>
              </c:pt>
              <c:pt idx="35">
                <c:v>9.031573647115259</c:v>
              </c:pt>
              <c:pt idx="36">
                <c:v>9.031573647115259</c:v>
              </c:pt>
              <c:pt idx="37">
                <c:v>9.031573647115259</c:v>
              </c:pt>
              <c:pt idx="38">
                <c:v>9.031573647115259</c:v>
              </c:pt>
              <c:pt idx="39">
                <c:v>9.031573647115259</c:v>
              </c:pt>
              <c:pt idx="40">
                <c:v>9.031573647115259</c:v>
              </c:pt>
              <c:pt idx="41">
                <c:v>9.031573647115259</c:v>
              </c:pt>
              <c:pt idx="42">
                <c:v>9.031573647115259</c:v>
              </c:pt>
              <c:pt idx="43">
                <c:v>9.031573647115259</c:v>
              </c:pt>
              <c:pt idx="44">
                <c:v>9.031573647115259</c:v>
              </c:pt>
              <c:pt idx="45">
                <c:v>9.031573647115259</c:v>
              </c:pt>
              <c:pt idx="46">
                <c:v>9.031573647115259</c:v>
              </c:pt>
              <c:pt idx="47">
                <c:v>9.031573647115259</c:v>
              </c:pt>
              <c:pt idx="48">
                <c:v>9.031573647115259</c:v>
              </c:pt>
              <c:pt idx="49">
                <c:v>9.031573647115259</c:v>
              </c:pt>
              <c:pt idx="50">
                <c:v>9.031573647115259</c:v>
              </c:pt>
              <c:pt idx="51">
                <c:v>9.031573647115259</c:v>
              </c:pt>
              <c:pt idx="52">
                <c:v>9.031573647115259</c:v>
              </c:pt>
              <c:pt idx="53">
                <c:v>9.031573647115259</c:v>
              </c:pt>
              <c:pt idx="54">
                <c:v>9.031573647115259</c:v>
              </c:pt>
              <c:pt idx="55">
                <c:v>9.031573647115259</c:v>
              </c:pt>
              <c:pt idx="56">
                <c:v>9.031573647115259</c:v>
              </c:pt>
              <c:pt idx="57">
                <c:v>9.031573647115259</c:v>
              </c:pt>
              <c:pt idx="58">
                <c:v>9.031573647115259</c:v>
              </c:pt>
              <c:pt idx="59">
                <c:v>9.031573647115259</c:v>
              </c:pt>
              <c:pt idx="60">
                <c:v>9.031573647115259</c:v>
              </c:pt>
              <c:pt idx="61">
                <c:v>9.031573647115259</c:v>
              </c:pt>
              <c:pt idx="62">
                <c:v>9.031573647115259</c:v>
              </c:pt>
              <c:pt idx="63">
                <c:v>9.031573647115259</c:v>
              </c:pt>
              <c:pt idx="64">
                <c:v>9.031573647115259</c:v>
              </c:pt>
              <c:pt idx="65">
                <c:v>9.031573647115259</c:v>
              </c:pt>
              <c:pt idx="66">
                <c:v>9.031573647115259</c:v>
              </c:pt>
              <c:pt idx="67">
                <c:v>9.031573647115259</c:v>
              </c:pt>
              <c:pt idx="68">
                <c:v>9.031573647115259</c:v>
              </c:pt>
              <c:pt idx="69">
                <c:v>9.031573647115259</c:v>
              </c:pt>
              <c:pt idx="70">
                <c:v>9.031573647115259</c:v>
              </c:pt>
              <c:pt idx="71">
                <c:v>9.031573647115259</c:v>
              </c:pt>
              <c:pt idx="72">
                <c:v>9.031573647115259</c:v>
              </c:pt>
              <c:pt idx="73">
                <c:v>9.031573647115259</c:v>
              </c:pt>
              <c:pt idx="74">
                <c:v>9.031573647115259</c:v>
              </c:pt>
              <c:pt idx="75">
                <c:v>9.031573647115259</c:v>
              </c:pt>
              <c:pt idx="76">
                <c:v>9.031573647115259</c:v>
              </c:pt>
              <c:pt idx="77">
                <c:v>9.031573647115259</c:v>
              </c:pt>
              <c:pt idx="78">
                <c:v>9.031573647115259</c:v>
              </c:pt>
              <c:pt idx="79">
                <c:v>9.031573647115259</c:v>
              </c:pt>
              <c:pt idx="80">
                <c:v>9.031573647115259</c:v>
              </c:pt>
              <c:pt idx="81">
                <c:v>9.031573647115259</c:v>
              </c:pt>
              <c:pt idx="82">
                <c:v>9.031573647115259</c:v>
              </c:pt>
              <c:pt idx="83">
                <c:v>9.031573647115259</c:v>
              </c:pt>
              <c:pt idx="84">
                <c:v>9.031573647115259</c:v>
              </c:pt>
              <c:pt idx="85">
                <c:v>9.031573647115259</c:v>
              </c:pt>
              <c:pt idx="86">
                <c:v>9.031573647115259</c:v>
              </c:pt>
              <c:pt idx="87">
                <c:v>9.031573647115259</c:v>
              </c:pt>
              <c:pt idx="88">
                <c:v>9.031573647115259</c:v>
              </c:pt>
              <c:pt idx="89">
                <c:v>9.031573647115259</c:v>
              </c:pt>
              <c:pt idx="90">
                <c:v>9.031573647115259</c:v>
              </c:pt>
              <c:pt idx="91">
                <c:v>9.031573647115259</c:v>
              </c:pt>
              <c:pt idx="92">
                <c:v>9.031573647115259</c:v>
              </c:pt>
              <c:pt idx="93">
                <c:v>9.031573647115259</c:v>
              </c:pt>
              <c:pt idx="94">
                <c:v>9.031573647115259</c:v>
              </c:pt>
              <c:pt idx="95">
                <c:v>9.031573647115259</c:v>
              </c:pt>
              <c:pt idx="96">
                <c:v>9.031573647115259</c:v>
              </c:pt>
              <c:pt idx="97">
                <c:v>9.031573647115259</c:v>
              </c:pt>
              <c:pt idx="98">
                <c:v>9.031573647115259</c:v>
              </c:pt>
              <c:pt idx="99">
                <c:v>9.031573647115259</c:v>
              </c:pt>
              <c:pt idx="100">
                <c:v>9.031573647115259</c:v>
              </c:pt>
              <c:pt idx="101">
                <c:v>9.031573647115259</c:v>
              </c:pt>
              <c:pt idx="102">
                <c:v>9.031573647115259</c:v>
              </c:pt>
              <c:pt idx="103">
                <c:v>9.031573647115259</c:v>
              </c:pt>
              <c:pt idx="104">
                <c:v>9.031573647115259</c:v>
              </c:pt>
              <c:pt idx="105">
                <c:v>9.031573647115259</c:v>
              </c:pt>
              <c:pt idx="106">
                <c:v>9.031573647115259</c:v>
              </c:pt>
              <c:pt idx="107">
                <c:v>9.031573647115259</c:v>
              </c:pt>
              <c:pt idx="108">
                <c:v>9.031573647115259</c:v>
              </c:pt>
              <c:pt idx="109">
                <c:v>9.031573647115259</c:v>
              </c:pt>
              <c:pt idx="110">
                <c:v>9.031573647115259</c:v>
              </c:pt>
              <c:pt idx="111">
                <c:v>9.031573647115259</c:v>
              </c:pt>
              <c:pt idx="112">
                <c:v>9.031573647115259</c:v>
              </c:pt>
              <c:pt idx="113">
                <c:v>9.031573647115259</c:v>
              </c:pt>
              <c:pt idx="114">
                <c:v>9.031573647115259</c:v>
              </c:pt>
              <c:pt idx="115">
                <c:v>9.031573647115259</c:v>
              </c:pt>
              <c:pt idx="116">
                <c:v>9.031573647115259</c:v>
              </c:pt>
              <c:pt idx="117">
                <c:v>9.031573647115259</c:v>
              </c:pt>
              <c:pt idx="118">
                <c:v>9.031573647115259</c:v>
              </c:pt>
              <c:pt idx="119">
                <c:v>9.031573647115259</c:v>
              </c:pt>
              <c:pt idx="120">
                <c:v>9.031573647115259</c:v>
              </c:pt>
              <c:pt idx="121">
                <c:v>9.031573647115259</c:v>
              </c:pt>
              <c:pt idx="122">
                <c:v>9.031573647115259</c:v>
              </c:pt>
              <c:pt idx="123">
                <c:v>9.031573647115259</c:v>
              </c:pt>
              <c:pt idx="124">
                <c:v>9.031573647115259</c:v>
              </c:pt>
              <c:pt idx="125">
                <c:v>9.031573647115259</c:v>
              </c:pt>
              <c:pt idx="126">
                <c:v>9.031573647115259</c:v>
              </c:pt>
              <c:pt idx="127">
                <c:v>9.031573647115259</c:v>
              </c:pt>
              <c:pt idx="128">
                <c:v>9.031573647115259</c:v>
              </c:pt>
              <c:pt idx="129">
                <c:v>9.031573647115259</c:v>
              </c:pt>
              <c:pt idx="130">
                <c:v>9.031573647115259</c:v>
              </c:pt>
              <c:pt idx="131">
                <c:v>9.031573647115259</c:v>
              </c:pt>
              <c:pt idx="132">
                <c:v>9.031573647115259</c:v>
              </c:pt>
              <c:pt idx="133">
                <c:v>9.031573647115259</c:v>
              </c:pt>
              <c:pt idx="134">
                <c:v>9.031573647115259</c:v>
              </c:pt>
              <c:pt idx="135">
                <c:v>9.031573647115259</c:v>
              </c:pt>
              <c:pt idx="136">
                <c:v>9.031573647115259</c:v>
              </c:pt>
              <c:pt idx="137">
                <c:v>9.031573647115259</c:v>
              </c:pt>
              <c:pt idx="138">
                <c:v>9.031573647115259</c:v>
              </c:pt>
              <c:pt idx="139">
                <c:v>9.031573647115259</c:v>
              </c:pt>
              <c:pt idx="140">
                <c:v>9.031573647115259</c:v>
              </c:pt>
              <c:pt idx="141">
                <c:v>9.031573647115259</c:v>
              </c:pt>
              <c:pt idx="142">
                <c:v>9.031573647115259</c:v>
              </c:pt>
              <c:pt idx="143">
                <c:v>9.031573647115259</c:v>
              </c:pt>
              <c:pt idx="144">
                <c:v>9.031573647115259</c:v>
              </c:pt>
              <c:pt idx="145">
                <c:v>9.031573647115259</c:v>
              </c:pt>
              <c:pt idx="146">
                <c:v>9.031573647115259</c:v>
              </c:pt>
              <c:pt idx="147">
                <c:v>9.031573647115259</c:v>
              </c:pt>
              <c:pt idx="148">
                <c:v>9.031573647115259</c:v>
              </c:pt>
              <c:pt idx="149">
                <c:v>9.031573647115259</c:v>
              </c:pt>
              <c:pt idx="150">
                <c:v>9.031573647115259</c:v>
              </c:pt>
              <c:pt idx="151">
                <c:v>9.031573647115259</c:v>
              </c:pt>
              <c:pt idx="152">
                <c:v>9.031573647115259</c:v>
              </c:pt>
              <c:pt idx="153">
                <c:v>9.031573647115259</c:v>
              </c:pt>
              <c:pt idx="154">
                <c:v>9.031573647115259</c:v>
              </c:pt>
              <c:pt idx="155">
                <c:v>9.031573647115259</c:v>
              </c:pt>
              <c:pt idx="156">
                <c:v>9.031573647115259</c:v>
              </c:pt>
              <c:pt idx="157">
                <c:v>9.031573647115259</c:v>
              </c:pt>
              <c:pt idx="158">
                <c:v>9.031573647115259</c:v>
              </c:pt>
              <c:pt idx="159">
                <c:v>9.031573647115259</c:v>
              </c:pt>
              <c:pt idx="160">
                <c:v>9.031573647115259</c:v>
              </c:pt>
              <c:pt idx="161">
                <c:v>9.031573647115259</c:v>
              </c:pt>
              <c:pt idx="162">
                <c:v>9.031573647115259</c:v>
              </c:pt>
              <c:pt idx="163">
                <c:v>9.031573647115259</c:v>
              </c:pt>
              <c:pt idx="164">
                <c:v>9.031573647115259</c:v>
              </c:pt>
              <c:pt idx="165">
                <c:v>9.031573647115259</c:v>
              </c:pt>
              <c:pt idx="166">
                <c:v>9.031573647115259</c:v>
              </c:pt>
              <c:pt idx="167">
                <c:v>9.031573647115259</c:v>
              </c:pt>
              <c:pt idx="168">
                <c:v>9.031573647115259</c:v>
              </c:pt>
              <c:pt idx="169">
                <c:v>9.031573647115259</c:v>
              </c:pt>
              <c:pt idx="170">
                <c:v>9.031573647115259</c:v>
              </c:pt>
              <c:pt idx="171">
                <c:v>9.031573647115259</c:v>
              </c:pt>
              <c:pt idx="172">
                <c:v>9.031573647115259</c:v>
              </c:pt>
              <c:pt idx="173">
                <c:v>9.031573647115259</c:v>
              </c:pt>
              <c:pt idx="174">
                <c:v>9.031573647115259</c:v>
              </c:pt>
              <c:pt idx="175">
                <c:v>9.031573647115259</c:v>
              </c:pt>
              <c:pt idx="176">
                <c:v>9.031573647115259</c:v>
              </c:pt>
              <c:pt idx="177">
                <c:v>9.031573647115259</c:v>
              </c:pt>
              <c:pt idx="178">
                <c:v>9.031573647115259</c:v>
              </c:pt>
              <c:pt idx="179">
                <c:v>9.031573647115259</c:v>
              </c:pt>
              <c:pt idx="180">
                <c:v>9.031573647115259</c:v>
              </c:pt>
              <c:pt idx="181">
                <c:v>9.031573647115259</c:v>
              </c:pt>
              <c:pt idx="182">
                <c:v>9.031573647115259</c:v>
              </c:pt>
              <c:pt idx="183">
                <c:v>9.031573647115259</c:v>
              </c:pt>
              <c:pt idx="184">
                <c:v>9.031573647115259</c:v>
              </c:pt>
              <c:pt idx="185">
                <c:v>9.031573647115259</c:v>
              </c:pt>
              <c:pt idx="186">
                <c:v>9.031573647115259</c:v>
              </c:pt>
              <c:pt idx="187">
                <c:v>9.031573647115259</c:v>
              </c:pt>
              <c:pt idx="188">
                <c:v>9.031573647115259</c:v>
              </c:pt>
              <c:pt idx="189">
                <c:v>9.031573647115259</c:v>
              </c:pt>
              <c:pt idx="190">
                <c:v>9.031573647115259</c:v>
              </c:pt>
              <c:pt idx="191">
                <c:v>9.031573647115259</c:v>
              </c:pt>
              <c:pt idx="192">
                <c:v>9.031573647115259</c:v>
              </c:pt>
              <c:pt idx="193">
                <c:v>9.031573647115259</c:v>
              </c:pt>
              <c:pt idx="194">
                <c:v>9.031573647115259</c:v>
              </c:pt>
              <c:pt idx="195">
                <c:v>9.031573647115259</c:v>
              </c:pt>
              <c:pt idx="196">
                <c:v>9.031573647115259</c:v>
              </c:pt>
              <c:pt idx="197">
                <c:v>9.031573647115259</c:v>
              </c:pt>
              <c:pt idx="198">
                <c:v>9.031573647115259</c:v>
              </c:pt>
              <c:pt idx="199">
                <c:v>9.031573647115259</c:v>
              </c:pt>
              <c:pt idx="200">
                <c:v>9.031573647115259</c:v>
              </c:pt>
              <c:pt idx="201">
                <c:v>9.031573647115259</c:v>
              </c:pt>
              <c:pt idx="202">
                <c:v>9.031573647115259</c:v>
              </c:pt>
              <c:pt idx="203">
                <c:v>9.031573647115259</c:v>
              </c:pt>
              <c:pt idx="204">
                <c:v>9.031573647115259</c:v>
              </c:pt>
              <c:pt idx="205">
                <c:v>9.031573647115259</c:v>
              </c:pt>
              <c:pt idx="206">
                <c:v>9.031573647115259</c:v>
              </c:pt>
              <c:pt idx="207">
                <c:v>9.031573647115259</c:v>
              </c:pt>
              <c:pt idx="208">
                <c:v>9.031573647115259</c:v>
              </c:pt>
              <c:pt idx="209">
                <c:v>9.031573647115259</c:v>
              </c:pt>
              <c:pt idx="210">
                <c:v>9.031573647115259</c:v>
              </c:pt>
              <c:pt idx="211">
                <c:v>9.031573647115259</c:v>
              </c:pt>
              <c:pt idx="212">
                <c:v>9.031573647115259</c:v>
              </c:pt>
              <c:pt idx="213">
                <c:v>9.031573647115259</c:v>
              </c:pt>
              <c:pt idx="214">
                <c:v>9.031573647115259</c:v>
              </c:pt>
              <c:pt idx="215">
                <c:v>9.031573647115259</c:v>
              </c:pt>
              <c:pt idx="216">
                <c:v>9.031573647115259</c:v>
              </c:pt>
              <c:pt idx="217">
                <c:v>9.031573647115259</c:v>
              </c:pt>
              <c:pt idx="218">
                <c:v>9.031573647115259</c:v>
              </c:pt>
              <c:pt idx="219">
                <c:v>9.031573647115259</c:v>
              </c:pt>
              <c:pt idx="220">
                <c:v>9.031573647115259</c:v>
              </c:pt>
              <c:pt idx="221">
                <c:v>9.031573647115259</c:v>
              </c:pt>
              <c:pt idx="222">
                <c:v>9.031573647115259</c:v>
              </c:pt>
              <c:pt idx="223">
                <c:v>9.031573647115259</c:v>
              </c:pt>
              <c:pt idx="224">
                <c:v>9.031573647115259</c:v>
              </c:pt>
              <c:pt idx="225">
                <c:v>9.031573647115259</c:v>
              </c:pt>
              <c:pt idx="226">
                <c:v>9.031573647115259</c:v>
              </c:pt>
              <c:pt idx="227">
                <c:v>9.031573647115259</c:v>
              </c:pt>
              <c:pt idx="228">
                <c:v>9.031573647115259</c:v>
              </c:pt>
              <c:pt idx="229">
                <c:v>9.031573647115259</c:v>
              </c:pt>
              <c:pt idx="230">
                <c:v>9.031573647115259</c:v>
              </c:pt>
              <c:pt idx="231">
                <c:v>9.031573647115259</c:v>
              </c:pt>
              <c:pt idx="232">
                <c:v>9.031573647115259</c:v>
              </c:pt>
              <c:pt idx="233">
                <c:v>9.031573647115259</c:v>
              </c:pt>
              <c:pt idx="234">
                <c:v>9.031573647115259</c:v>
              </c:pt>
              <c:pt idx="235">
                <c:v>9.031573647115259</c:v>
              </c:pt>
              <c:pt idx="236">
                <c:v>9.031573647115259</c:v>
              </c:pt>
              <c:pt idx="237">
                <c:v>9.031573647115259</c:v>
              </c:pt>
              <c:pt idx="238">
                <c:v>9.031573647115259</c:v>
              </c:pt>
              <c:pt idx="239">
                <c:v>9.031573647115259</c:v>
              </c:pt>
              <c:pt idx="240">
                <c:v>9.031573647115259</c:v>
              </c:pt>
              <c:pt idx="241">
                <c:v>9.031573647115259</c:v>
              </c:pt>
              <c:pt idx="242">
                <c:v>9.031573647115259</c:v>
              </c:pt>
              <c:pt idx="243">
                <c:v>9.031573647115259</c:v>
              </c:pt>
              <c:pt idx="244">
                <c:v>9.031573647115259</c:v>
              </c:pt>
              <c:pt idx="245">
                <c:v>9.031573647115259</c:v>
              </c:pt>
              <c:pt idx="246">
                <c:v>9.031573647115259</c:v>
              </c:pt>
              <c:pt idx="247">
                <c:v>9.031573647115259</c:v>
              </c:pt>
              <c:pt idx="248">
                <c:v>9.031573647115259</c:v>
              </c:pt>
              <c:pt idx="249">
                <c:v>9.031573647115259</c:v>
              </c:pt>
              <c:pt idx="250">
                <c:v>9.031573647115259</c:v>
              </c:pt>
              <c:pt idx="251">
                <c:v>9.031573647115259</c:v>
              </c:pt>
              <c:pt idx="252">
                <c:v>9.031573647115259</c:v>
              </c:pt>
              <c:pt idx="253">
                <c:v>9.031573647115259</c:v>
              </c:pt>
              <c:pt idx="254">
                <c:v>9.031573647115259</c:v>
              </c:pt>
              <c:pt idx="255">
                <c:v>9.031573647115259</c:v>
              </c:pt>
              <c:pt idx="256">
                <c:v>9.031573647115259</c:v>
              </c:pt>
              <c:pt idx="257">
                <c:v>9.031573647115259</c:v>
              </c:pt>
              <c:pt idx="258">
                <c:v>9.031573647115259</c:v>
              </c:pt>
              <c:pt idx="259">
                <c:v>9.031573647115259</c:v>
              </c:pt>
              <c:pt idx="260">
                <c:v>9.031573647115259</c:v>
              </c:pt>
              <c:pt idx="261">
                <c:v>9.031573647115259</c:v>
              </c:pt>
              <c:pt idx="262">
                <c:v>9.031573647115259</c:v>
              </c:pt>
              <c:pt idx="263">
                <c:v>9.031573647115259</c:v>
              </c:pt>
              <c:pt idx="264">
                <c:v>9.031573647115259</c:v>
              </c:pt>
              <c:pt idx="265">
                <c:v>9.031573647115259</c:v>
              </c:pt>
              <c:pt idx="266">
                <c:v>9.031573647115259</c:v>
              </c:pt>
              <c:pt idx="267">
                <c:v>9.031573647115259</c:v>
              </c:pt>
              <c:pt idx="268">
                <c:v>9.031573647115259</c:v>
              </c:pt>
              <c:pt idx="269">
                <c:v>9.031573647115259</c:v>
              </c:pt>
              <c:pt idx="270">
                <c:v>9.031573647115259</c:v>
              </c:pt>
              <c:pt idx="271">
                <c:v>9.031573647115259</c:v>
              </c:pt>
              <c:pt idx="272">
                <c:v>9.031573647115259</c:v>
              </c:pt>
              <c:pt idx="273">
                <c:v>9.031573647115259</c:v>
              </c:pt>
              <c:pt idx="274">
                <c:v>9.031573647115259</c:v>
              </c:pt>
              <c:pt idx="275">
                <c:v>9.031573647115259</c:v>
              </c:pt>
              <c:pt idx="276">
                <c:v>9.031573647115259</c:v>
              </c:pt>
              <c:pt idx="277">
                <c:v>9.031573647115259</c:v>
              </c:pt>
              <c:pt idx="278">
                <c:v>9.031573647115259</c:v>
              </c:pt>
              <c:pt idx="279">
                <c:v>9.031573647115259</c:v>
              </c:pt>
              <c:pt idx="280">
                <c:v>9.031573647115259</c:v>
              </c:pt>
              <c:pt idx="281">
                <c:v>9.031573647115259</c:v>
              </c:pt>
              <c:pt idx="282">
                <c:v>9.031573647115259</c:v>
              </c:pt>
              <c:pt idx="283">
                <c:v>9.031573647115259</c:v>
              </c:pt>
              <c:pt idx="284">
                <c:v>9.031573647115259</c:v>
              </c:pt>
              <c:pt idx="285">
                <c:v>9.031573647115259</c:v>
              </c:pt>
              <c:pt idx="286">
                <c:v>9.031573647115259</c:v>
              </c:pt>
              <c:pt idx="287">
                <c:v>9.031573647115259</c:v>
              </c:pt>
              <c:pt idx="288">
                <c:v>9.031573647115259</c:v>
              </c:pt>
              <c:pt idx="289">
                <c:v>9.031573647115259</c:v>
              </c:pt>
              <c:pt idx="290">
                <c:v>9.031573647115259</c:v>
              </c:pt>
              <c:pt idx="291">
                <c:v>9.031573647115259</c:v>
              </c:pt>
              <c:pt idx="292">
                <c:v>9.031573647115259</c:v>
              </c:pt>
              <c:pt idx="293">
                <c:v>9.031573647115259</c:v>
              </c:pt>
              <c:pt idx="294">
                <c:v>9.031573647115259</c:v>
              </c:pt>
              <c:pt idx="295">
                <c:v>9.031573647115259</c:v>
              </c:pt>
              <c:pt idx="296">
                <c:v>9.031573647115259</c:v>
              </c:pt>
              <c:pt idx="297">
                <c:v>9.031573647115259</c:v>
              </c:pt>
              <c:pt idx="298">
                <c:v>9.031573647115259</c:v>
              </c:pt>
              <c:pt idx="299">
                <c:v>9.031573647115259</c:v>
              </c:pt>
              <c:pt idx="300">
                <c:v>9.031573647115259</c:v>
              </c:pt>
              <c:pt idx="301">
                <c:v>9.031573647115259</c:v>
              </c:pt>
              <c:pt idx="302">
                <c:v>9.031573647115259</c:v>
              </c:pt>
              <c:pt idx="303">
                <c:v>9.031573647115259</c:v>
              </c:pt>
              <c:pt idx="304">
                <c:v>9.031573647115259</c:v>
              </c:pt>
              <c:pt idx="305">
                <c:v>9.031573647115259</c:v>
              </c:pt>
              <c:pt idx="306">
                <c:v>9.031573647115259</c:v>
              </c:pt>
              <c:pt idx="307">
                <c:v>9.031573647115259</c:v>
              </c:pt>
              <c:pt idx="308">
                <c:v>9.031573647115259</c:v>
              </c:pt>
              <c:pt idx="309">
                <c:v>9.031573647115259</c:v>
              </c:pt>
              <c:pt idx="310">
                <c:v>9.031573647115259</c:v>
              </c:pt>
              <c:pt idx="311">
                <c:v>9.031573647115259</c:v>
              </c:pt>
              <c:pt idx="312">
                <c:v>9.031573647115259</c:v>
              </c:pt>
              <c:pt idx="313">
                <c:v>9.031573647115259</c:v>
              </c:pt>
              <c:pt idx="314">
                <c:v>9.031573647115259</c:v>
              </c:pt>
              <c:pt idx="315">
                <c:v>9.031573647115259</c:v>
              </c:pt>
              <c:pt idx="316">
                <c:v>9.031573647115259</c:v>
              </c:pt>
              <c:pt idx="317">
                <c:v>9.031573647115259</c:v>
              </c:pt>
              <c:pt idx="318">
                <c:v>9.031573647115259</c:v>
              </c:pt>
              <c:pt idx="319">
                <c:v>9.031573647115259</c:v>
              </c:pt>
              <c:pt idx="320">
                <c:v>9.031573647115259</c:v>
              </c:pt>
              <c:pt idx="321">
                <c:v>9.031573647115259</c:v>
              </c:pt>
              <c:pt idx="322">
                <c:v>9.031573647115259</c:v>
              </c:pt>
              <c:pt idx="323">
                <c:v>9.031573647115259</c:v>
              </c:pt>
              <c:pt idx="324">
                <c:v>9.031573647115259</c:v>
              </c:pt>
              <c:pt idx="325">
                <c:v>9.031573647115259</c:v>
              </c:pt>
              <c:pt idx="326">
                <c:v>9.031573647115259</c:v>
              </c:pt>
              <c:pt idx="327">
                <c:v>9.031573647115259</c:v>
              </c:pt>
              <c:pt idx="328">
                <c:v>9.031573647115259</c:v>
              </c:pt>
              <c:pt idx="329">
                <c:v>9.031573647115259</c:v>
              </c:pt>
              <c:pt idx="330">
                <c:v>9.031573647115259</c:v>
              </c:pt>
              <c:pt idx="331">
                <c:v>9.031573647115259</c:v>
              </c:pt>
              <c:pt idx="332">
                <c:v>9.031573647115259</c:v>
              </c:pt>
              <c:pt idx="333">
                <c:v>9.031573647115259</c:v>
              </c:pt>
              <c:pt idx="334">
                <c:v>9.031573647115259</c:v>
              </c:pt>
              <c:pt idx="335">
                <c:v>9.031573647115259</c:v>
              </c:pt>
              <c:pt idx="336">
                <c:v>9.031573647115259</c:v>
              </c:pt>
              <c:pt idx="337">
                <c:v>9.031573647115259</c:v>
              </c:pt>
              <c:pt idx="338">
                <c:v>9.031573647115259</c:v>
              </c:pt>
              <c:pt idx="339">
                <c:v>9.031573647115259</c:v>
              </c:pt>
              <c:pt idx="340">
                <c:v>9.031573647115259</c:v>
              </c:pt>
              <c:pt idx="341">
                <c:v>9.031573647115259</c:v>
              </c:pt>
              <c:pt idx="342">
                <c:v>9.031573647115259</c:v>
              </c:pt>
              <c:pt idx="343">
                <c:v>9.031573647115259</c:v>
              </c:pt>
              <c:pt idx="344">
                <c:v>9.031573647115259</c:v>
              </c:pt>
              <c:pt idx="345">
                <c:v>9.031573647115259</c:v>
              </c:pt>
              <c:pt idx="346">
                <c:v>9.031573647115259</c:v>
              </c:pt>
              <c:pt idx="347">
                <c:v>9.031573647115259</c:v>
              </c:pt>
              <c:pt idx="348">
                <c:v>9.031573647115259</c:v>
              </c:pt>
              <c:pt idx="349">
                <c:v>9.031573647115259</c:v>
              </c:pt>
              <c:pt idx="350">
                <c:v>9.031573647115259</c:v>
              </c:pt>
              <c:pt idx="351">
                <c:v>9.031573647115259</c:v>
              </c:pt>
              <c:pt idx="352">
                <c:v>9.031573647115259</c:v>
              </c:pt>
              <c:pt idx="353">
                <c:v>9.031573647115259</c:v>
              </c:pt>
              <c:pt idx="354">
                <c:v>9.031573647115259</c:v>
              </c:pt>
              <c:pt idx="355">
                <c:v>9.031573647115259</c:v>
              </c:pt>
              <c:pt idx="356">
                <c:v>9.031573647115259</c:v>
              </c:pt>
              <c:pt idx="357">
                <c:v>9.031573647115259</c:v>
              </c:pt>
              <c:pt idx="358">
                <c:v>9.031573647115259</c:v>
              </c:pt>
              <c:pt idx="359">
                <c:v>9.031573647115259</c:v>
              </c:pt>
              <c:pt idx="360">
                <c:v>9.031573647115259</c:v>
              </c:pt>
              <c:pt idx="361">
                <c:v>9.031573647115259</c:v>
              </c:pt>
              <c:pt idx="362">
                <c:v>9.031573647115259</c:v>
              </c:pt>
              <c:pt idx="363">
                <c:v>9.031573647115259</c:v>
              </c:pt>
              <c:pt idx="364">
                <c:v>9.031573647115259</c:v>
              </c:pt>
              <c:pt idx="365">
                <c:v>9.031573647115259</c:v>
              </c:pt>
              <c:pt idx="366">
                <c:v>9.031573647115259</c:v>
              </c:pt>
              <c:pt idx="367">
                <c:v>9.031573647115259</c:v>
              </c:pt>
              <c:pt idx="368">
                <c:v>9.031573647115259</c:v>
              </c:pt>
              <c:pt idx="369">
                <c:v>9.031573647115259</c:v>
              </c:pt>
              <c:pt idx="370">
                <c:v>9.031573647115259</c:v>
              </c:pt>
              <c:pt idx="371">
                <c:v>9.031573647115259</c:v>
              </c:pt>
              <c:pt idx="372">
                <c:v>9.031573647115259</c:v>
              </c:pt>
              <c:pt idx="373">
                <c:v>9.031573647115259</c:v>
              </c:pt>
              <c:pt idx="374">
                <c:v>9.031573647115259</c:v>
              </c:pt>
              <c:pt idx="375">
                <c:v>9.031573647115259</c:v>
              </c:pt>
              <c:pt idx="376">
                <c:v>9.031573647115259</c:v>
              </c:pt>
              <c:pt idx="377">
                <c:v>9.031573647115259</c:v>
              </c:pt>
              <c:pt idx="378">
                <c:v>9.031573647115259</c:v>
              </c:pt>
              <c:pt idx="379">
                <c:v>9.031573647115259</c:v>
              </c:pt>
              <c:pt idx="380">
                <c:v>9.031573647115259</c:v>
              </c:pt>
              <c:pt idx="381">
                <c:v>9.031573647115259</c:v>
              </c:pt>
              <c:pt idx="382">
                <c:v>9.031573647115259</c:v>
              </c:pt>
              <c:pt idx="383">
                <c:v>9.031573647115259</c:v>
              </c:pt>
              <c:pt idx="384">
                <c:v>9.031573647115259</c:v>
              </c:pt>
              <c:pt idx="385">
                <c:v>9.031573647115259</c:v>
              </c:pt>
              <c:pt idx="386">
                <c:v>9.031573647115259</c:v>
              </c:pt>
              <c:pt idx="387">
                <c:v>9.031573647115259</c:v>
              </c:pt>
              <c:pt idx="388">
                <c:v>9.031573647115259</c:v>
              </c:pt>
              <c:pt idx="389">
                <c:v>9.031573647115259</c:v>
              </c:pt>
              <c:pt idx="390">
                <c:v>9.031573647115259</c:v>
              </c:pt>
              <c:pt idx="391">
                <c:v>9.031573647115259</c:v>
              </c:pt>
              <c:pt idx="392">
                <c:v>9.031573647115259</c:v>
              </c:pt>
              <c:pt idx="393">
                <c:v>9.031573647115259</c:v>
              </c:pt>
              <c:pt idx="394">
                <c:v>9.031573647115259</c:v>
              </c:pt>
              <c:pt idx="395">
                <c:v>9.031573647115259</c:v>
              </c:pt>
              <c:pt idx="396">
                <c:v>9.031573647115259</c:v>
              </c:pt>
              <c:pt idx="397">
                <c:v>9.031573647115259</c:v>
              </c:pt>
              <c:pt idx="398">
                <c:v>9.031573647115259</c:v>
              </c:pt>
              <c:pt idx="399">
                <c:v>9.031573647115259</c:v>
              </c:pt>
              <c:pt idx="400">
                <c:v>9.031573647115259</c:v>
              </c:pt>
              <c:pt idx="401">
                <c:v>9.031573647115259</c:v>
              </c:pt>
              <c:pt idx="402">
                <c:v>9.031573647115259</c:v>
              </c:pt>
              <c:pt idx="403">
                <c:v>9.031573647115259</c:v>
              </c:pt>
              <c:pt idx="404">
                <c:v>9.031573647115259</c:v>
              </c:pt>
              <c:pt idx="405">
                <c:v>9.031573647115259</c:v>
              </c:pt>
              <c:pt idx="406">
                <c:v>9.031573647115259</c:v>
              </c:pt>
              <c:pt idx="407">
                <c:v>9.031573647115259</c:v>
              </c:pt>
              <c:pt idx="408">
                <c:v>9.031573647115259</c:v>
              </c:pt>
              <c:pt idx="409">
                <c:v>9.031573647115259</c:v>
              </c:pt>
              <c:pt idx="410">
                <c:v>9.031573647115259</c:v>
              </c:pt>
              <c:pt idx="411">
                <c:v>9.031573647115259</c:v>
              </c:pt>
            </c:numLit>
          </c:xVal>
          <c:yVal>
            <c:numLit>
              <c:formatCode>0.0</c:formatCode>
              <c:ptCount val="412"/>
              <c:pt idx="0">
                <c:v>0.13203880275870133</c:v>
              </c:pt>
              <c:pt idx="1">
                <c:v>0.13203880275870133</c:v>
              </c:pt>
              <c:pt idx="2">
                <c:v>0.13203880275870133</c:v>
              </c:pt>
              <c:pt idx="3">
                <c:v>0.13203880275870133</c:v>
              </c:pt>
              <c:pt idx="4">
                <c:v>0.13203880275870133</c:v>
              </c:pt>
              <c:pt idx="5">
                <c:v>0.13203880275870133</c:v>
              </c:pt>
              <c:pt idx="6">
                <c:v>0.13203880275870133</c:v>
              </c:pt>
              <c:pt idx="7">
                <c:v>0.13203880275870133</c:v>
              </c:pt>
              <c:pt idx="8">
                <c:v>0.13203880275870133</c:v>
              </c:pt>
              <c:pt idx="9">
                <c:v>0.13203880275870133</c:v>
              </c:pt>
              <c:pt idx="10">
                <c:v>0.13203880275870133</c:v>
              </c:pt>
              <c:pt idx="11">
                <c:v>0.13203880275870133</c:v>
              </c:pt>
              <c:pt idx="12">
                <c:v>0.13203880275870133</c:v>
              </c:pt>
              <c:pt idx="13">
                <c:v>0.13203880275870133</c:v>
              </c:pt>
              <c:pt idx="14">
                <c:v>0.13203880275870133</c:v>
              </c:pt>
              <c:pt idx="15">
                <c:v>0.13203880275870133</c:v>
              </c:pt>
              <c:pt idx="16">
                <c:v>0.13203880275870133</c:v>
              </c:pt>
              <c:pt idx="17">
                <c:v>0.13203880275870133</c:v>
              </c:pt>
              <c:pt idx="18">
                <c:v>0.13203880275870133</c:v>
              </c:pt>
              <c:pt idx="19">
                <c:v>0.13203880275870133</c:v>
              </c:pt>
              <c:pt idx="20">
                <c:v>0.13203880275870133</c:v>
              </c:pt>
              <c:pt idx="21">
                <c:v>0.13203880275870133</c:v>
              </c:pt>
              <c:pt idx="22">
                <c:v>0.13203880275870133</c:v>
              </c:pt>
              <c:pt idx="23">
                <c:v>0.13203880275870133</c:v>
              </c:pt>
              <c:pt idx="24">
                <c:v>0.13203880275870133</c:v>
              </c:pt>
              <c:pt idx="25">
                <c:v>0.13203880275870133</c:v>
              </c:pt>
              <c:pt idx="26">
                <c:v>0.13203880275870133</c:v>
              </c:pt>
              <c:pt idx="27">
                <c:v>0.13203880275870133</c:v>
              </c:pt>
              <c:pt idx="28">
                <c:v>0.13203880275870133</c:v>
              </c:pt>
              <c:pt idx="29">
                <c:v>0.13203880275870133</c:v>
              </c:pt>
              <c:pt idx="30">
                <c:v>0.13203880275870133</c:v>
              </c:pt>
              <c:pt idx="31">
                <c:v>0.13203880275870133</c:v>
              </c:pt>
              <c:pt idx="32">
                <c:v>0.13203880275870133</c:v>
              </c:pt>
              <c:pt idx="33">
                <c:v>0.13203880275870133</c:v>
              </c:pt>
              <c:pt idx="34">
                <c:v>0.13203880275870133</c:v>
              </c:pt>
              <c:pt idx="35">
                <c:v>0.13203880275870133</c:v>
              </c:pt>
              <c:pt idx="36">
                <c:v>0.13203880275870133</c:v>
              </c:pt>
              <c:pt idx="37">
                <c:v>0.13203880275870133</c:v>
              </c:pt>
              <c:pt idx="38">
                <c:v>0.13203880275870133</c:v>
              </c:pt>
              <c:pt idx="39">
                <c:v>0.13203880275870133</c:v>
              </c:pt>
              <c:pt idx="40">
                <c:v>0.13203880275870133</c:v>
              </c:pt>
              <c:pt idx="41">
                <c:v>0.13203880275870133</c:v>
              </c:pt>
              <c:pt idx="42">
                <c:v>0.13203880275870133</c:v>
              </c:pt>
              <c:pt idx="43">
                <c:v>0.13203880275870133</c:v>
              </c:pt>
              <c:pt idx="44">
                <c:v>0.13203880275870133</c:v>
              </c:pt>
              <c:pt idx="45">
                <c:v>0.13203880275870133</c:v>
              </c:pt>
              <c:pt idx="46">
                <c:v>0.13203880275870133</c:v>
              </c:pt>
              <c:pt idx="47">
                <c:v>0.13203880275870133</c:v>
              </c:pt>
              <c:pt idx="48">
                <c:v>0.13203880275870133</c:v>
              </c:pt>
              <c:pt idx="49">
                <c:v>0.13203880275870133</c:v>
              </c:pt>
              <c:pt idx="50">
                <c:v>0.13203880275870133</c:v>
              </c:pt>
              <c:pt idx="51">
                <c:v>0.13203880275870133</c:v>
              </c:pt>
              <c:pt idx="52">
                <c:v>0.13203880275870133</c:v>
              </c:pt>
              <c:pt idx="53">
                <c:v>0.13203880275870133</c:v>
              </c:pt>
              <c:pt idx="54">
                <c:v>0.13203880275870133</c:v>
              </c:pt>
              <c:pt idx="55">
                <c:v>0.13203880275870133</c:v>
              </c:pt>
              <c:pt idx="56">
                <c:v>0.13203880275870133</c:v>
              </c:pt>
              <c:pt idx="57">
                <c:v>0.13203880275870133</c:v>
              </c:pt>
              <c:pt idx="58">
                <c:v>0.13203880275870133</c:v>
              </c:pt>
              <c:pt idx="59">
                <c:v>0.13203880275870133</c:v>
              </c:pt>
              <c:pt idx="60">
                <c:v>0.13203880275870133</c:v>
              </c:pt>
              <c:pt idx="61">
                <c:v>0.13203880275870133</c:v>
              </c:pt>
              <c:pt idx="62">
                <c:v>0.13203880275870133</c:v>
              </c:pt>
              <c:pt idx="63">
                <c:v>0.13203880275870133</c:v>
              </c:pt>
              <c:pt idx="64">
                <c:v>0.13203880275870133</c:v>
              </c:pt>
              <c:pt idx="65">
                <c:v>0.13203880275870133</c:v>
              </c:pt>
              <c:pt idx="66">
                <c:v>0.13203880275870133</c:v>
              </c:pt>
              <c:pt idx="67">
                <c:v>0.13203880275870133</c:v>
              </c:pt>
              <c:pt idx="68">
                <c:v>0.13203880275870133</c:v>
              </c:pt>
              <c:pt idx="69">
                <c:v>0.13203880275870133</c:v>
              </c:pt>
              <c:pt idx="70">
                <c:v>0.13203880275870133</c:v>
              </c:pt>
              <c:pt idx="71">
                <c:v>0.13203880275870133</c:v>
              </c:pt>
              <c:pt idx="72">
                <c:v>0.13203880275870133</c:v>
              </c:pt>
              <c:pt idx="73">
                <c:v>0.13203880275870133</c:v>
              </c:pt>
              <c:pt idx="74">
                <c:v>0.13203880275870133</c:v>
              </c:pt>
              <c:pt idx="75">
                <c:v>0.13203880275870133</c:v>
              </c:pt>
              <c:pt idx="76">
                <c:v>0.13203880275870133</c:v>
              </c:pt>
              <c:pt idx="77">
                <c:v>0.13203880275870133</c:v>
              </c:pt>
              <c:pt idx="78">
                <c:v>0.13203880275870133</c:v>
              </c:pt>
              <c:pt idx="79">
                <c:v>0.13203880275870133</c:v>
              </c:pt>
              <c:pt idx="80">
                <c:v>0.13203880275870133</c:v>
              </c:pt>
              <c:pt idx="81">
                <c:v>0.13203880275870133</c:v>
              </c:pt>
              <c:pt idx="82">
                <c:v>0.13203880275870133</c:v>
              </c:pt>
              <c:pt idx="83">
                <c:v>0.13203880275870133</c:v>
              </c:pt>
              <c:pt idx="84">
                <c:v>0.13203880275870133</c:v>
              </c:pt>
              <c:pt idx="85">
                <c:v>0.13203880275870133</c:v>
              </c:pt>
              <c:pt idx="86">
                <c:v>0.13203880275870133</c:v>
              </c:pt>
              <c:pt idx="87">
                <c:v>0.13203880275870133</c:v>
              </c:pt>
              <c:pt idx="88">
                <c:v>0.13203880275870133</c:v>
              </c:pt>
              <c:pt idx="89">
                <c:v>0.13203880275870133</c:v>
              </c:pt>
              <c:pt idx="90">
                <c:v>0.13203880275870133</c:v>
              </c:pt>
              <c:pt idx="91">
                <c:v>0.13203880275870133</c:v>
              </c:pt>
              <c:pt idx="92">
                <c:v>0.13203880275870133</c:v>
              </c:pt>
              <c:pt idx="93">
                <c:v>0.13203880275870133</c:v>
              </c:pt>
              <c:pt idx="94">
                <c:v>0.13203880275870133</c:v>
              </c:pt>
              <c:pt idx="95">
                <c:v>0.13203880275870133</c:v>
              </c:pt>
              <c:pt idx="96">
                <c:v>0.13203880275870133</c:v>
              </c:pt>
              <c:pt idx="97">
                <c:v>0.13203880275870133</c:v>
              </c:pt>
              <c:pt idx="98">
                <c:v>0.13203880275870133</c:v>
              </c:pt>
              <c:pt idx="99">
                <c:v>0.13203880275870133</c:v>
              </c:pt>
              <c:pt idx="100">
                <c:v>0.13203880275870133</c:v>
              </c:pt>
              <c:pt idx="101">
                <c:v>0.13203880275870133</c:v>
              </c:pt>
              <c:pt idx="102">
                <c:v>0.13203880275870133</c:v>
              </c:pt>
              <c:pt idx="103">
                <c:v>0.13203880275870133</c:v>
              </c:pt>
              <c:pt idx="104">
                <c:v>0.13203880275870133</c:v>
              </c:pt>
              <c:pt idx="105">
                <c:v>0.13203880275870133</c:v>
              </c:pt>
              <c:pt idx="106">
                <c:v>0.13203880275870133</c:v>
              </c:pt>
              <c:pt idx="107">
                <c:v>0.13203880275870133</c:v>
              </c:pt>
              <c:pt idx="108">
                <c:v>0.13203880275870133</c:v>
              </c:pt>
              <c:pt idx="109">
                <c:v>0.13203880275870133</c:v>
              </c:pt>
              <c:pt idx="110">
                <c:v>0.13203880275870133</c:v>
              </c:pt>
              <c:pt idx="111">
                <c:v>0.13203880275870133</c:v>
              </c:pt>
              <c:pt idx="112">
                <c:v>0.13203880275870133</c:v>
              </c:pt>
              <c:pt idx="113">
                <c:v>0.13203880275870133</c:v>
              </c:pt>
              <c:pt idx="114">
                <c:v>0.13203880275870133</c:v>
              </c:pt>
              <c:pt idx="115">
                <c:v>0.13203880275870133</c:v>
              </c:pt>
              <c:pt idx="116">
                <c:v>0.13203880275870133</c:v>
              </c:pt>
              <c:pt idx="117">
                <c:v>0.13203880275870133</c:v>
              </c:pt>
              <c:pt idx="118">
                <c:v>0.13203880275870133</c:v>
              </c:pt>
              <c:pt idx="119">
                <c:v>0.13203880275870133</c:v>
              </c:pt>
              <c:pt idx="120">
                <c:v>0.13203880275870133</c:v>
              </c:pt>
              <c:pt idx="121">
                <c:v>0.13203880275870133</c:v>
              </c:pt>
              <c:pt idx="122">
                <c:v>0.13203880275870133</c:v>
              </c:pt>
              <c:pt idx="123">
                <c:v>0.13203880275870133</c:v>
              </c:pt>
              <c:pt idx="124">
                <c:v>0.13203880275870133</c:v>
              </c:pt>
              <c:pt idx="125">
                <c:v>0.13203880275870133</c:v>
              </c:pt>
              <c:pt idx="126">
                <c:v>0.13203880275870133</c:v>
              </c:pt>
              <c:pt idx="127">
                <c:v>0.13203880275870133</c:v>
              </c:pt>
              <c:pt idx="128">
                <c:v>0.13203880275870133</c:v>
              </c:pt>
              <c:pt idx="129">
                <c:v>0.13203880275870133</c:v>
              </c:pt>
              <c:pt idx="130">
                <c:v>0.13203880275870133</c:v>
              </c:pt>
              <c:pt idx="131">
                <c:v>0.13203880275870133</c:v>
              </c:pt>
              <c:pt idx="132">
                <c:v>0.13203880275870133</c:v>
              </c:pt>
              <c:pt idx="133">
                <c:v>0.13203880275870133</c:v>
              </c:pt>
              <c:pt idx="134">
                <c:v>0.13203880275870133</c:v>
              </c:pt>
              <c:pt idx="135">
                <c:v>0.13203880275870133</c:v>
              </c:pt>
              <c:pt idx="136">
                <c:v>0.13203880275870133</c:v>
              </c:pt>
              <c:pt idx="137">
                <c:v>0.13203880275870133</c:v>
              </c:pt>
              <c:pt idx="138">
                <c:v>0.13203880275870133</c:v>
              </c:pt>
              <c:pt idx="139">
                <c:v>0.13203880275870133</c:v>
              </c:pt>
              <c:pt idx="140">
                <c:v>0.13203880275870133</c:v>
              </c:pt>
              <c:pt idx="141">
                <c:v>0.13203880275870133</c:v>
              </c:pt>
              <c:pt idx="142">
                <c:v>0.13203880275870133</c:v>
              </c:pt>
              <c:pt idx="143">
                <c:v>0.13203880275870133</c:v>
              </c:pt>
              <c:pt idx="144">
                <c:v>0.13203880275870133</c:v>
              </c:pt>
              <c:pt idx="145">
                <c:v>0.13203880275870133</c:v>
              </c:pt>
              <c:pt idx="146">
                <c:v>0.13203880275870133</c:v>
              </c:pt>
              <c:pt idx="147">
                <c:v>0.13203880275870133</c:v>
              </c:pt>
              <c:pt idx="148">
                <c:v>0.13203880275870133</c:v>
              </c:pt>
              <c:pt idx="149">
                <c:v>0.13203880275870133</c:v>
              </c:pt>
              <c:pt idx="150">
                <c:v>0.13203880275870133</c:v>
              </c:pt>
              <c:pt idx="151">
                <c:v>0.13203880275870133</c:v>
              </c:pt>
              <c:pt idx="152">
                <c:v>0.13203880275870133</c:v>
              </c:pt>
              <c:pt idx="153">
                <c:v>0.13203880275870133</c:v>
              </c:pt>
              <c:pt idx="154">
                <c:v>0.13203880275870133</c:v>
              </c:pt>
              <c:pt idx="155">
                <c:v>0.13203880275870133</c:v>
              </c:pt>
              <c:pt idx="156">
                <c:v>0.13203880275870133</c:v>
              </c:pt>
              <c:pt idx="157">
                <c:v>0.13203880275870133</c:v>
              </c:pt>
              <c:pt idx="158">
                <c:v>0.13203880275870133</c:v>
              </c:pt>
              <c:pt idx="159">
                <c:v>0.13203880275870133</c:v>
              </c:pt>
              <c:pt idx="160">
                <c:v>0.13203880275870133</c:v>
              </c:pt>
              <c:pt idx="161">
                <c:v>0.13203880275870133</c:v>
              </c:pt>
              <c:pt idx="162">
                <c:v>0.13203880275870133</c:v>
              </c:pt>
              <c:pt idx="163">
                <c:v>0.13203880275870133</c:v>
              </c:pt>
              <c:pt idx="164">
                <c:v>0.13203880275870133</c:v>
              </c:pt>
              <c:pt idx="165">
                <c:v>0.13203880275870133</c:v>
              </c:pt>
              <c:pt idx="166">
                <c:v>0.13203880275870133</c:v>
              </c:pt>
              <c:pt idx="167">
                <c:v>0.13203880275870133</c:v>
              </c:pt>
              <c:pt idx="168">
                <c:v>0.13203880275870133</c:v>
              </c:pt>
              <c:pt idx="169">
                <c:v>0.13203880275870133</c:v>
              </c:pt>
              <c:pt idx="170">
                <c:v>0.13203880275870133</c:v>
              </c:pt>
              <c:pt idx="171">
                <c:v>0.13203880275870133</c:v>
              </c:pt>
              <c:pt idx="172">
                <c:v>0.13203880275870133</c:v>
              </c:pt>
              <c:pt idx="173">
                <c:v>0.13203880275870133</c:v>
              </c:pt>
              <c:pt idx="174">
                <c:v>0.13203880275870133</c:v>
              </c:pt>
              <c:pt idx="175">
                <c:v>0.13203880275870133</c:v>
              </c:pt>
              <c:pt idx="176">
                <c:v>0.13203880275870133</c:v>
              </c:pt>
              <c:pt idx="177">
                <c:v>0.13203880275870133</c:v>
              </c:pt>
              <c:pt idx="178">
                <c:v>0.13203880275870133</c:v>
              </c:pt>
              <c:pt idx="179">
                <c:v>0.13203880275870133</c:v>
              </c:pt>
              <c:pt idx="180">
                <c:v>0.13203880275870133</c:v>
              </c:pt>
              <c:pt idx="181">
                <c:v>0.13203880275870133</c:v>
              </c:pt>
              <c:pt idx="182">
                <c:v>0.13203880275870133</c:v>
              </c:pt>
              <c:pt idx="183">
                <c:v>0.13203880275870133</c:v>
              </c:pt>
              <c:pt idx="184">
                <c:v>0.13203880275870133</c:v>
              </c:pt>
              <c:pt idx="185">
                <c:v>0.13203880275870133</c:v>
              </c:pt>
              <c:pt idx="186">
                <c:v>0.13203880275870133</c:v>
              </c:pt>
              <c:pt idx="187">
                <c:v>0.13203880275870133</c:v>
              </c:pt>
              <c:pt idx="188">
                <c:v>0.13203880275870133</c:v>
              </c:pt>
              <c:pt idx="189">
                <c:v>0.13203880275870133</c:v>
              </c:pt>
              <c:pt idx="190">
                <c:v>0.13203880275870133</c:v>
              </c:pt>
              <c:pt idx="191">
                <c:v>0.13203880275870133</c:v>
              </c:pt>
              <c:pt idx="192">
                <c:v>0.13203880275870133</c:v>
              </c:pt>
              <c:pt idx="193">
                <c:v>0.13203880275870133</c:v>
              </c:pt>
              <c:pt idx="194">
                <c:v>0.13203880275870133</c:v>
              </c:pt>
              <c:pt idx="195">
                <c:v>0.13203880275870133</c:v>
              </c:pt>
              <c:pt idx="196">
                <c:v>0.13203880275870133</c:v>
              </c:pt>
              <c:pt idx="197">
                <c:v>0.13203880275870133</c:v>
              </c:pt>
              <c:pt idx="198">
                <c:v>0.13203880275870133</c:v>
              </c:pt>
              <c:pt idx="199">
                <c:v>0.13203880275870133</c:v>
              </c:pt>
              <c:pt idx="200">
                <c:v>0.13203880275870133</c:v>
              </c:pt>
              <c:pt idx="201">
                <c:v>0.13203880275870133</c:v>
              </c:pt>
              <c:pt idx="202">
                <c:v>0.13203880275870133</c:v>
              </c:pt>
              <c:pt idx="203">
                <c:v>0.13203880275870133</c:v>
              </c:pt>
              <c:pt idx="204">
                <c:v>0.13203880275870133</c:v>
              </c:pt>
              <c:pt idx="205">
                <c:v>0.13203880275870133</c:v>
              </c:pt>
              <c:pt idx="206">
                <c:v>0.13203880275870133</c:v>
              </c:pt>
              <c:pt idx="207">
                <c:v>0.13203880275870133</c:v>
              </c:pt>
              <c:pt idx="208">
                <c:v>0.13203880275870133</c:v>
              </c:pt>
              <c:pt idx="209">
                <c:v>0.13203880275870133</c:v>
              </c:pt>
              <c:pt idx="210">
                <c:v>0.13203880275870133</c:v>
              </c:pt>
              <c:pt idx="211">
                <c:v>0.13203880275870133</c:v>
              </c:pt>
              <c:pt idx="212">
                <c:v>0.13203880275870133</c:v>
              </c:pt>
              <c:pt idx="213">
                <c:v>0.13203880275870133</c:v>
              </c:pt>
              <c:pt idx="214">
                <c:v>0.13203880275870133</c:v>
              </c:pt>
              <c:pt idx="215">
                <c:v>0.13203880275870133</c:v>
              </c:pt>
              <c:pt idx="216">
                <c:v>0.13203880275870133</c:v>
              </c:pt>
              <c:pt idx="217">
                <c:v>0.13203880275870133</c:v>
              </c:pt>
              <c:pt idx="218">
                <c:v>0.13203880275870133</c:v>
              </c:pt>
              <c:pt idx="219">
                <c:v>0.13203880275870133</c:v>
              </c:pt>
              <c:pt idx="220">
                <c:v>0.13203880275870133</c:v>
              </c:pt>
              <c:pt idx="221">
                <c:v>0.13203880275870133</c:v>
              </c:pt>
              <c:pt idx="222">
                <c:v>0.13203880275870133</c:v>
              </c:pt>
              <c:pt idx="223">
                <c:v>0.13203880275870133</c:v>
              </c:pt>
              <c:pt idx="224">
                <c:v>0.13203880275870133</c:v>
              </c:pt>
              <c:pt idx="225">
                <c:v>0.13203880275870133</c:v>
              </c:pt>
              <c:pt idx="226">
                <c:v>0.13203880275870133</c:v>
              </c:pt>
              <c:pt idx="227">
                <c:v>0.13203880275870133</c:v>
              </c:pt>
              <c:pt idx="228">
                <c:v>0.13203880275870133</c:v>
              </c:pt>
              <c:pt idx="229">
                <c:v>0.13203880275870133</c:v>
              </c:pt>
              <c:pt idx="230">
                <c:v>0.13203880275870133</c:v>
              </c:pt>
              <c:pt idx="231">
                <c:v>0.13203880275870133</c:v>
              </c:pt>
              <c:pt idx="232">
                <c:v>0.13203880275870133</c:v>
              </c:pt>
              <c:pt idx="233">
                <c:v>0.13203880275870133</c:v>
              </c:pt>
              <c:pt idx="234">
                <c:v>0.13203880275870133</c:v>
              </c:pt>
              <c:pt idx="235">
                <c:v>0.13203880275870133</c:v>
              </c:pt>
              <c:pt idx="236">
                <c:v>0.13203880275870133</c:v>
              </c:pt>
              <c:pt idx="237">
                <c:v>0.13203880275870133</c:v>
              </c:pt>
              <c:pt idx="238">
                <c:v>0.13203880275870133</c:v>
              </c:pt>
              <c:pt idx="239">
                <c:v>0.13203880275870133</c:v>
              </c:pt>
              <c:pt idx="240">
                <c:v>0.13203880275870133</c:v>
              </c:pt>
              <c:pt idx="241">
                <c:v>0.13203880275870133</c:v>
              </c:pt>
              <c:pt idx="242">
                <c:v>0.13203880275870133</c:v>
              </c:pt>
              <c:pt idx="243">
                <c:v>0.13203880275870133</c:v>
              </c:pt>
              <c:pt idx="244">
                <c:v>0.13203880275870133</c:v>
              </c:pt>
              <c:pt idx="245">
                <c:v>0.13203880275870133</c:v>
              </c:pt>
              <c:pt idx="246">
                <c:v>0.13203880275870133</c:v>
              </c:pt>
              <c:pt idx="247">
                <c:v>0.13203880275870133</c:v>
              </c:pt>
              <c:pt idx="248">
                <c:v>0.13203880275870133</c:v>
              </c:pt>
              <c:pt idx="249">
                <c:v>0.13203880275870133</c:v>
              </c:pt>
              <c:pt idx="250">
                <c:v>0.13203880275870133</c:v>
              </c:pt>
              <c:pt idx="251">
                <c:v>0.13203880275870133</c:v>
              </c:pt>
              <c:pt idx="252">
                <c:v>0.13203880275870133</c:v>
              </c:pt>
              <c:pt idx="253">
                <c:v>0.13203880275870133</c:v>
              </c:pt>
              <c:pt idx="254">
                <c:v>0.13203880275870133</c:v>
              </c:pt>
              <c:pt idx="255">
                <c:v>0.13203880275870133</c:v>
              </c:pt>
              <c:pt idx="256">
                <c:v>0.13203880275870133</c:v>
              </c:pt>
              <c:pt idx="257">
                <c:v>0.13203880275870133</c:v>
              </c:pt>
              <c:pt idx="258">
                <c:v>0.13203880275870133</c:v>
              </c:pt>
              <c:pt idx="259">
                <c:v>0.13203880275870133</c:v>
              </c:pt>
              <c:pt idx="260">
                <c:v>0.13203880275870133</c:v>
              </c:pt>
              <c:pt idx="261">
                <c:v>0.13203880275870133</c:v>
              </c:pt>
              <c:pt idx="262">
                <c:v>0.13203880275870133</c:v>
              </c:pt>
              <c:pt idx="263">
                <c:v>0.13203880275870133</c:v>
              </c:pt>
              <c:pt idx="264">
                <c:v>0.13203880275870133</c:v>
              </c:pt>
              <c:pt idx="265">
                <c:v>0.13203880275870133</c:v>
              </c:pt>
              <c:pt idx="266">
                <c:v>0.13203880275870133</c:v>
              </c:pt>
              <c:pt idx="267">
                <c:v>0.13203880275870133</c:v>
              </c:pt>
              <c:pt idx="268">
                <c:v>0.13203880275870133</c:v>
              </c:pt>
              <c:pt idx="269">
                <c:v>0.13203880275870133</c:v>
              </c:pt>
              <c:pt idx="270">
                <c:v>0.13203880275870133</c:v>
              </c:pt>
              <c:pt idx="271">
                <c:v>0.13203880275870133</c:v>
              </c:pt>
              <c:pt idx="272">
                <c:v>0.13203880275870133</c:v>
              </c:pt>
              <c:pt idx="273">
                <c:v>0.13203880275870133</c:v>
              </c:pt>
              <c:pt idx="274">
                <c:v>0.13203880275870133</c:v>
              </c:pt>
              <c:pt idx="275">
                <c:v>0.13203880275870133</c:v>
              </c:pt>
              <c:pt idx="276">
                <c:v>0.13203880275870133</c:v>
              </c:pt>
              <c:pt idx="277">
                <c:v>0.13203880275870133</c:v>
              </c:pt>
              <c:pt idx="278">
                <c:v>0.13203880275870133</c:v>
              </c:pt>
              <c:pt idx="279">
                <c:v>0.13203880275870133</c:v>
              </c:pt>
              <c:pt idx="280">
                <c:v>0.13203880275870133</c:v>
              </c:pt>
              <c:pt idx="281">
                <c:v>0.13203880275870133</c:v>
              </c:pt>
              <c:pt idx="282">
                <c:v>0.13203880275870133</c:v>
              </c:pt>
              <c:pt idx="283">
                <c:v>0.13203880275870133</c:v>
              </c:pt>
              <c:pt idx="284">
                <c:v>0.13203880275870133</c:v>
              </c:pt>
              <c:pt idx="285">
                <c:v>0.13203880275870133</c:v>
              </c:pt>
              <c:pt idx="286">
                <c:v>0.13203880275870133</c:v>
              </c:pt>
              <c:pt idx="287">
                <c:v>0.13203880275870133</c:v>
              </c:pt>
              <c:pt idx="288">
                <c:v>0.13203880275870133</c:v>
              </c:pt>
              <c:pt idx="289">
                <c:v>0.13203880275870133</c:v>
              </c:pt>
              <c:pt idx="290">
                <c:v>0.13203880275870133</c:v>
              </c:pt>
              <c:pt idx="291">
                <c:v>0.13203880275870133</c:v>
              </c:pt>
              <c:pt idx="292">
                <c:v>0.13203880275870133</c:v>
              </c:pt>
              <c:pt idx="293">
                <c:v>0.13203880275870133</c:v>
              </c:pt>
              <c:pt idx="294">
                <c:v>0.13203880275870133</c:v>
              </c:pt>
              <c:pt idx="295">
                <c:v>0.13203880275870133</c:v>
              </c:pt>
              <c:pt idx="296">
                <c:v>0.13203880275870133</c:v>
              </c:pt>
              <c:pt idx="297">
                <c:v>0.13203880275870133</c:v>
              </c:pt>
              <c:pt idx="298">
                <c:v>0.13203880275870133</c:v>
              </c:pt>
              <c:pt idx="299">
                <c:v>0.13203880275870133</c:v>
              </c:pt>
              <c:pt idx="300">
                <c:v>0.13203880275870133</c:v>
              </c:pt>
              <c:pt idx="301">
                <c:v>0.13203880275870133</c:v>
              </c:pt>
              <c:pt idx="302">
                <c:v>0.13203880275870133</c:v>
              </c:pt>
              <c:pt idx="303">
                <c:v>0.13203880275870133</c:v>
              </c:pt>
              <c:pt idx="304">
                <c:v>0.13203880275870133</c:v>
              </c:pt>
              <c:pt idx="305">
                <c:v>0.13203880275870133</c:v>
              </c:pt>
              <c:pt idx="306">
                <c:v>0.13203880275870133</c:v>
              </c:pt>
              <c:pt idx="307">
                <c:v>0.13203880275870133</c:v>
              </c:pt>
              <c:pt idx="308">
                <c:v>0.13203880275870133</c:v>
              </c:pt>
              <c:pt idx="309">
                <c:v>0.13203880275870133</c:v>
              </c:pt>
              <c:pt idx="310">
                <c:v>0.13203880275870133</c:v>
              </c:pt>
              <c:pt idx="311">
                <c:v>0.13203880275870133</c:v>
              </c:pt>
              <c:pt idx="312">
                <c:v>0.13203880275870133</c:v>
              </c:pt>
              <c:pt idx="313">
                <c:v>0.13203880275870133</c:v>
              </c:pt>
              <c:pt idx="314">
                <c:v>0.13203880275870133</c:v>
              </c:pt>
              <c:pt idx="315">
                <c:v>0.13203880275870133</c:v>
              </c:pt>
              <c:pt idx="316">
                <c:v>0.13203880275870133</c:v>
              </c:pt>
              <c:pt idx="317">
                <c:v>0.13203880275870133</c:v>
              </c:pt>
              <c:pt idx="318">
                <c:v>0.13203880275870133</c:v>
              </c:pt>
              <c:pt idx="319">
                <c:v>0.13203880275870133</c:v>
              </c:pt>
              <c:pt idx="320">
                <c:v>0.13203880275870133</c:v>
              </c:pt>
              <c:pt idx="321">
                <c:v>0.13203880275870133</c:v>
              </c:pt>
              <c:pt idx="322">
                <c:v>0.13203880275870133</c:v>
              </c:pt>
              <c:pt idx="323">
                <c:v>0.13203880275870133</c:v>
              </c:pt>
              <c:pt idx="324">
                <c:v>0.13203880275870133</c:v>
              </c:pt>
              <c:pt idx="325">
                <c:v>0.13203880275870133</c:v>
              </c:pt>
              <c:pt idx="326">
                <c:v>0.13203880275870133</c:v>
              </c:pt>
              <c:pt idx="327">
                <c:v>0.13203880275870133</c:v>
              </c:pt>
              <c:pt idx="328">
                <c:v>0.13203880275870133</c:v>
              </c:pt>
              <c:pt idx="329">
                <c:v>0.13203880275870133</c:v>
              </c:pt>
              <c:pt idx="330">
                <c:v>0.13203880275870133</c:v>
              </c:pt>
              <c:pt idx="331">
                <c:v>0.13203880275870133</c:v>
              </c:pt>
              <c:pt idx="332">
                <c:v>0.13203880275870133</c:v>
              </c:pt>
              <c:pt idx="333">
                <c:v>0.13203880275870133</c:v>
              </c:pt>
              <c:pt idx="334">
                <c:v>0.13203880275870133</c:v>
              </c:pt>
              <c:pt idx="335">
                <c:v>0.13203880275870133</c:v>
              </c:pt>
              <c:pt idx="336">
                <c:v>0.13203880275870133</c:v>
              </c:pt>
              <c:pt idx="337">
                <c:v>0.13203880275870133</c:v>
              </c:pt>
              <c:pt idx="338">
                <c:v>0.13203880275870133</c:v>
              </c:pt>
              <c:pt idx="339">
                <c:v>0.13203880275870133</c:v>
              </c:pt>
              <c:pt idx="340">
                <c:v>0.13203880275870133</c:v>
              </c:pt>
              <c:pt idx="341">
                <c:v>0.13203880275870133</c:v>
              </c:pt>
              <c:pt idx="342">
                <c:v>0.13203880275870133</c:v>
              </c:pt>
              <c:pt idx="343">
                <c:v>0.13203880275870133</c:v>
              </c:pt>
              <c:pt idx="344">
                <c:v>0.13203880275870133</c:v>
              </c:pt>
              <c:pt idx="345">
                <c:v>0.13203880275870133</c:v>
              </c:pt>
              <c:pt idx="346">
                <c:v>0.13203880275870133</c:v>
              </c:pt>
              <c:pt idx="347">
                <c:v>0.13203880275870133</c:v>
              </c:pt>
              <c:pt idx="348">
                <c:v>0.13203880275870133</c:v>
              </c:pt>
              <c:pt idx="349">
                <c:v>0.13203880275870133</c:v>
              </c:pt>
              <c:pt idx="350">
                <c:v>0.13203880275870133</c:v>
              </c:pt>
              <c:pt idx="351">
                <c:v>0.13203880275870133</c:v>
              </c:pt>
              <c:pt idx="352">
                <c:v>0.13203880275870133</c:v>
              </c:pt>
              <c:pt idx="353">
                <c:v>0.13203880275870133</c:v>
              </c:pt>
              <c:pt idx="354">
                <c:v>0.13203880275870133</c:v>
              </c:pt>
              <c:pt idx="355">
                <c:v>0.13203880275870133</c:v>
              </c:pt>
              <c:pt idx="356">
                <c:v>0.13203880275870133</c:v>
              </c:pt>
              <c:pt idx="357">
                <c:v>0.13203880275870133</c:v>
              </c:pt>
              <c:pt idx="358">
                <c:v>0.13203880275870133</c:v>
              </c:pt>
              <c:pt idx="359">
                <c:v>0.13203880275870133</c:v>
              </c:pt>
              <c:pt idx="360">
                <c:v>0.13203880275870133</c:v>
              </c:pt>
              <c:pt idx="361">
                <c:v>0.13203880275870133</c:v>
              </c:pt>
              <c:pt idx="362">
                <c:v>0.13203880275870133</c:v>
              </c:pt>
              <c:pt idx="363">
                <c:v>0.13203880275870133</c:v>
              </c:pt>
              <c:pt idx="364">
                <c:v>0.13203880275870133</c:v>
              </c:pt>
              <c:pt idx="365">
                <c:v>0.13203880275870133</c:v>
              </c:pt>
              <c:pt idx="366">
                <c:v>0.13203880275870133</c:v>
              </c:pt>
              <c:pt idx="367">
                <c:v>0.13203880275870133</c:v>
              </c:pt>
              <c:pt idx="368">
                <c:v>0.13203880275870133</c:v>
              </c:pt>
              <c:pt idx="369">
                <c:v>0.13203880275870133</c:v>
              </c:pt>
              <c:pt idx="370">
                <c:v>0.13203880275870133</c:v>
              </c:pt>
              <c:pt idx="371">
                <c:v>0.13203880275870133</c:v>
              </c:pt>
              <c:pt idx="372">
                <c:v>0.13203880275870133</c:v>
              </c:pt>
              <c:pt idx="373">
                <c:v>0.13203880275870133</c:v>
              </c:pt>
              <c:pt idx="374">
                <c:v>0.13203880275870133</c:v>
              </c:pt>
              <c:pt idx="375">
                <c:v>0.13203880275870133</c:v>
              </c:pt>
              <c:pt idx="376">
                <c:v>0.13203880275870133</c:v>
              </c:pt>
              <c:pt idx="377">
                <c:v>0.13203880275870133</c:v>
              </c:pt>
              <c:pt idx="378">
                <c:v>0.13203880275870133</c:v>
              </c:pt>
              <c:pt idx="379">
                <c:v>0.13203880275870133</c:v>
              </c:pt>
              <c:pt idx="380">
                <c:v>0.13203880275870133</c:v>
              </c:pt>
              <c:pt idx="381">
                <c:v>0.13203880275870133</c:v>
              </c:pt>
              <c:pt idx="382">
                <c:v>0.13203880275870133</c:v>
              </c:pt>
              <c:pt idx="383">
                <c:v>0.13203880275870133</c:v>
              </c:pt>
              <c:pt idx="384">
                <c:v>0.13203880275870133</c:v>
              </c:pt>
              <c:pt idx="385">
                <c:v>0.13203880275870133</c:v>
              </c:pt>
              <c:pt idx="386">
                <c:v>0.13203880275870133</c:v>
              </c:pt>
              <c:pt idx="387">
                <c:v>0.13203880275870133</c:v>
              </c:pt>
              <c:pt idx="388">
                <c:v>0.13203880275870133</c:v>
              </c:pt>
              <c:pt idx="389">
                <c:v>0.13203880275870133</c:v>
              </c:pt>
              <c:pt idx="390">
                <c:v>0.13203880275870133</c:v>
              </c:pt>
              <c:pt idx="391">
                <c:v>0.13203880275870133</c:v>
              </c:pt>
              <c:pt idx="392">
                <c:v>0.13203880275870133</c:v>
              </c:pt>
              <c:pt idx="393">
                <c:v>0.13203880275870133</c:v>
              </c:pt>
              <c:pt idx="394">
                <c:v>0.13203880275870133</c:v>
              </c:pt>
              <c:pt idx="395">
                <c:v>0.13203880275870133</c:v>
              </c:pt>
              <c:pt idx="396">
                <c:v>0.13203880275870133</c:v>
              </c:pt>
              <c:pt idx="397">
                <c:v>0.13203880275870133</c:v>
              </c:pt>
              <c:pt idx="398">
                <c:v>0.13203880275870133</c:v>
              </c:pt>
              <c:pt idx="399">
                <c:v>0.13203880275870133</c:v>
              </c:pt>
              <c:pt idx="400">
                <c:v>0.13203880275870133</c:v>
              </c:pt>
              <c:pt idx="401">
                <c:v>0.13203880275870133</c:v>
              </c:pt>
              <c:pt idx="402">
                <c:v>0.13203880275870133</c:v>
              </c:pt>
              <c:pt idx="403">
                <c:v>0.13203880275870133</c:v>
              </c:pt>
              <c:pt idx="404">
                <c:v>0.13203880275870133</c:v>
              </c:pt>
              <c:pt idx="405">
                <c:v>0.13203880275870133</c:v>
              </c:pt>
              <c:pt idx="406">
                <c:v>0.13203880275870133</c:v>
              </c:pt>
              <c:pt idx="407">
                <c:v>0.13203880275870133</c:v>
              </c:pt>
              <c:pt idx="408">
                <c:v>0.13203880275870133</c:v>
              </c:pt>
              <c:pt idx="409">
                <c:v>0.13203880275870133</c:v>
              </c:pt>
              <c:pt idx="410">
                <c:v>0.13203880275870133</c:v>
              </c:pt>
              <c:pt idx="411">
                <c:v>0.13203880275870133</c:v>
              </c:pt>
            </c:numLit>
          </c:yVal>
          <c:smooth val="0"/>
        </c:ser>
        <c:ser>
          <c:idx val="5"/>
          <c:order val="5"/>
          <c:tx>
            <c:v>Same-order filling improvement</c:v>
          </c:tx>
          <c:spPr>
            <a:noFill xmlns:a="http://schemas.openxmlformats.org/drawingml/2006/main"/>
            <a:ln xmlns:a="http://schemas.openxmlformats.org/drawingml/2006/main" w="7620">
              <a:solidFill>
                <a:srgbClr val="009E73"/>
              </a:solidFill>
              <a:prstDash val="solid"/>
            </a:ln>
          </c:spPr>
          <c:marker>
            <c:symbol val="none"/>
            <c:size val="7"/>
            <c:spPr>
              <a:solidFill xmlns:a="http://schemas.openxmlformats.org/drawingml/2006/main">
                <a:srgbClr val="009E73"/>
              </a:solidFill>
            </c:spPr>
          </c:marker>
          <c:xVal>
            <c:numLit>
              <c:formatCode>General</c:formatCode>
              <c:ptCount val="412"/>
              <c:pt idx="0">
                <c:v>4.669276550240401</c:v>
              </c:pt>
              <c:pt idx="1">
                <c:v>9.031573647115259</c:v>
              </c:pt>
              <c:pt idx="2">
                <c:v>9.031573647115259</c:v>
              </c:pt>
              <c:pt idx="3">
                <c:v>9.031573647115259</c:v>
              </c:pt>
              <c:pt idx="4">
                <c:v>9.031573647115259</c:v>
              </c:pt>
              <c:pt idx="5">
                <c:v>9.031573647115259</c:v>
              </c:pt>
              <c:pt idx="6">
                <c:v>9.031573647115259</c:v>
              </c:pt>
              <c:pt idx="7">
                <c:v>9.031573647115259</c:v>
              </c:pt>
              <c:pt idx="8">
                <c:v>9.031573647115259</c:v>
              </c:pt>
              <c:pt idx="9">
                <c:v>9.031573647115259</c:v>
              </c:pt>
              <c:pt idx="10">
                <c:v>9.031573647115259</c:v>
              </c:pt>
              <c:pt idx="11">
                <c:v>9.031573647115259</c:v>
              </c:pt>
              <c:pt idx="12">
                <c:v>9.031573647115259</c:v>
              </c:pt>
              <c:pt idx="13">
                <c:v>9.031573647115259</c:v>
              </c:pt>
              <c:pt idx="14">
                <c:v>9.031573647115259</c:v>
              </c:pt>
              <c:pt idx="15">
                <c:v>9.031573647115259</c:v>
              </c:pt>
              <c:pt idx="16">
                <c:v>9.031573647115259</c:v>
              </c:pt>
              <c:pt idx="17">
                <c:v>9.031573647115259</c:v>
              </c:pt>
              <c:pt idx="18">
                <c:v>9.031573647115259</c:v>
              </c:pt>
              <c:pt idx="19">
                <c:v>9.031573647115259</c:v>
              </c:pt>
              <c:pt idx="20">
                <c:v>9.031573647115259</c:v>
              </c:pt>
              <c:pt idx="21">
                <c:v>9.031573647115259</c:v>
              </c:pt>
              <c:pt idx="22">
                <c:v>9.031573647115259</c:v>
              </c:pt>
              <c:pt idx="23">
                <c:v>9.031573647115259</c:v>
              </c:pt>
              <c:pt idx="24">
                <c:v>9.031573647115259</c:v>
              </c:pt>
              <c:pt idx="25">
                <c:v>9.031573647115259</c:v>
              </c:pt>
              <c:pt idx="26">
                <c:v>9.031573647115259</c:v>
              </c:pt>
              <c:pt idx="27">
                <c:v>9.031573647115259</c:v>
              </c:pt>
              <c:pt idx="28">
                <c:v>9.031573647115259</c:v>
              </c:pt>
              <c:pt idx="29">
                <c:v>9.031573647115259</c:v>
              </c:pt>
              <c:pt idx="30">
                <c:v>9.031573647115259</c:v>
              </c:pt>
              <c:pt idx="31">
                <c:v>9.031573647115259</c:v>
              </c:pt>
              <c:pt idx="32">
                <c:v>9.031573647115259</c:v>
              </c:pt>
              <c:pt idx="33">
                <c:v>9.031573647115259</c:v>
              </c:pt>
              <c:pt idx="34">
                <c:v>9.031573647115259</c:v>
              </c:pt>
              <c:pt idx="35">
                <c:v>9.031573647115259</c:v>
              </c:pt>
              <c:pt idx="36">
                <c:v>9.031573647115259</c:v>
              </c:pt>
              <c:pt idx="37">
                <c:v>9.031573647115259</c:v>
              </c:pt>
              <c:pt idx="38">
                <c:v>9.031573647115259</c:v>
              </c:pt>
              <c:pt idx="39">
                <c:v>9.031573647115259</c:v>
              </c:pt>
              <c:pt idx="40">
                <c:v>9.031573647115259</c:v>
              </c:pt>
              <c:pt idx="41">
                <c:v>9.031573647115259</c:v>
              </c:pt>
              <c:pt idx="42">
                <c:v>9.031573647115259</c:v>
              </c:pt>
              <c:pt idx="43">
                <c:v>9.031573647115259</c:v>
              </c:pt>
              <c:pt idx="44">
                <c:v>9.031573647115259</c:v>
              </c:pt>
              <c:pt idx="45">
                <c:v>9.031573647115259</c:v>
              </c:pt>
              <c:pt idx="46">
                <c:v>9.031573647115259</c:v>
              </c:pt>
              <c:pt idx="47">
                <c:v>9.031573647115259</c:v>
              </c:pt>
              <c:pt idx="48">
                <c:v>9.031573647115259</c:v>
              </c:pt>
              <c:pt idx="49">
                <c:v>9.031573647115259</c:v>
              </c:pt>
              <c:pt idx="50">
                <c:v>9.031573647115259</c:v>
              </c:pt>
              <c:pt idx="51">
                <c:v>9.031573647115259</c:v>
              </c:pt>
              <c:pt idx="52">
                <c:v>9.031573647115259</c:v>
              </c:pt>
              <c:pt idx="53">
                <c:v>9.031573647115259</c:v>
              </c:pt>
              <c:pt idx="54">
                <c:v>9.031573647115259</c:v>
              </c:pt>
              <c:pt idx="55">
                <c:v>9.031573647115259</c:v>
              </c:pt>
              <c:pt idx="56">
                <c:v>9.031573647115259</c:v>
              </c:pt>
              <c:pt idx="57">
                <c:v>9.031573647115259</c:v>
              </c:pt>
              <c:pt idx="58">
                <c:v>9.031573647115259</c:v>
              </c:pt>
              <c:pt idx="59">
                <c:v>9.031573647115259</c:v>
              </c:pt>
              <c:pt idx="60">
                <c:v>9.031573647115259</c:v>
              </c:pt>
              <c:pt idx="61">
                <c:v>9.031573647115259</c:v>
              </c:pt>
              <c:pt idx="62">
                <c:v>9.031573647115259</c:v>
              </c:pt>
              <c:pt idx="63">
                <c:v>9.031573647115259</c:v>
              </c:pt>
              <c:pt idx="64">
                <c:v>9.031573647115259</c:v>
              </c:pt>
              <c:pt idx="65">
                <c:v>9.031573647115259</c:v>
              </c:pt>
              <c:pt idx="66">
                <c:v>9.031573647115259</c:v>
              </c:pt>
              <c:pt idx="67">
                <c:v>9.031573647115259</c:v>
              </c:pt>
              <c:pt idx="68">
                <c:v>9.031573647115259</c:v>
              </c:pt>
              <c:pt idx="69">
                <c:v>9.031573647115259</c:v>
              </c:pt>
              <c:pt idx="70">
                <c:v>9.031573647115259</c:v>
              </c:pt>
              <c:pt idx="71">
                <c:v>9.031573647115259</c:v>
              </c:pt>
              <c:pt idx="72">
                <c:v>9.031573647115259</c:v>
              </c:pt>
              <c:pt idx="73">
                <c:v>9.031573647115259</c:v>
              </c:pt>
              <c:pt idx="74">
                <c:v>9.031573647115259</c:v>
              </c:pt>
              <c:pt idx="75">
                <c:v>9.031573647115259</c:v>
              </c:pt>
              <c:pt idx="76">
                <c:v>9.031573647115259</c:v>
              </c:pt>
              <c:pt idx="77">
                <c:v>9.031573647115259</c:v>
              </c:pt>
              <c:pt idx="78">
                <c:v>9.031573647115259</c:v>
              </c:pt>
              <c:pt idx="79">
                <c:v>9.031573647115259</c:v>
              </c:pt>
              <c:pt idx="80">
                <c:v>9.031573647115259</c:v>
              </c:pt>
              <c:pt idx="81">
                <c:v>9.031573647115259</c:v>
              </c:pt>
              <c:pt idx="82">
                <c:v>9.031573647115259</c:v>
              </c:pt>
              <c:pt idx="83">
                <c:v>9.031573647115259</c:v>
              </c:pt>
              <c:pt idx="84">
                <c:v>9.031573647115259</c:v>
              </c:pt>
              <c:pt idx="85">
                <c:v>9.031573647115259</c:v>
              </c:pt>
              <c:pt idx="86">
                <c:v>9.031573647115259</c:v>
              </c:pt>
              <c:pt idx="87">
                <c:v>9.031573647115259</c:v>
              </c:pt>
              <c:pt idx="88">
                <c:v>9.031573647115259</c:v>
              </c:pt>
              <c:pt idx="89">
                <c:v>9.031573647115259</c:v>
              </c:pt>
              <c:pt idx="90">
                <c:v>9.031573647115259</c:v>
              </c:pt>
              <c:pt idx="91">
                <c:v>9.031573647115259</c:v>
              </c:pt>
              <c:pt idx="92">
                <c:v>9.031573647115259</c:v>
              </c:pt>
              <c:pt idx="93">
                <c:v>9.031573647115259</c:v>
              </c:pt>
              <c:pt idx="94">
                <c:v>9.031573647115259</c:v>
              </c:pt>
              <c:pt idx="95">
                <c:v>9.031573647115259</c:v>
              </c:pt>
              <c:pt idx="96">
                <c:v>9.031573647115259</c:v>
              </c:pt>
              <c:pt idx="97">
                <c:v>9.031573647115259</c:v>
              </c:pt>
              <c:pt idx="98">
                <c:v>9.031573647115259</c:v>
              </c:pt>
              <c:pt idx="99">
                <c:v>9.031573647115259</c:v>
              </c:pt>
              <c:pt idx="100">
                <c:v>9.031573647115259</c:v>
              </c:pt>
              <c:pt idx="101">
                <c:v>9.031573647115259</c:v>
              </c:pt>
              <c:pt idx="102">
                <c:v>9.031573647115259</c:v>
              </c:pt>
              <c:pt idx="103">
                <c:v>9.031573647115259</c:v>
              </c:pt>
              <c:pt idx="104">
                <c:v>9.031573647115259</c:v>
              </c:pt>
              <c:pt idx="105">
                <c:v>9.031573647115259</c:v>
              </c:pt>
              <c:pt idx="106">
                <c:v>9.031573647115259</c:v>
              </c:pt>
              <c:pt idx="107">
                <c:v>9.031573647115259</c:v>
              </c:pt>
              <c:pt idx="108">
                <c:v>9.031573647115259</c:v>
              </c:pt>
              <c:pt idx="109">
                <c:v>9.031573647115259</c:v>
              </c:pt>
              <c:pt idx="110">
                <c:v>9.031573647115259</c:v>
              </c:pt>
              <c:pt idx="111">
                <c:v>9.031573647115259</c:v>
              </c:pt>
              <c:pt idx="112">
                <c:v>9.031573647115259</c:v>
              </c:pt>
              <c:pt idx="113">
                <c:v>9.031573647115259</c:v>
              </c:pt>
              <c:pt idx="114">
                <c:v>9.031573647115259</c:v>
              </c:pt>
              <c:pt idx="115">
                <c:v>9.031573647115259</c:v>
              </c:pt>
              <c:pt idx="116">
                <c:v>9.031573647115259</c:v>
              </c:pt>
              <c:pt idx="117">
                <c:v>9.031573647115259</c:v>
              </c:pt>
              <c:pt idx="118">
                <c:v>9.031573647115259</c:v>
              </c:pt>
              <c:pt idx="119">
                <c:v>9.031573647115259</c:v>
              </c:pt>
              <c:pt idx="120">
                <c:v>9.031573647115259</c:v>
              </c:pt>
              <c:pt idx="121">
                <c:v>9.031573647115259</c:v>
              </c:pt>
              <c:pt idx="122">
                <c:v>9.031573647115259</c:v>
              </c:pt>
              <c:pt idx="123">
                <c:v>9.031573647115259</c:v>
              </c:pt>
              <c:pt idx="124">
                <c:v>9.031573647115259</c:v>
              </c:pt>
              <c:pt idx="125">
                <c:v>9.031573647115259</c:v>
              </c:pt>
              <c:pt idx="126">
                <c:v>9.031573647115259</c:v>
              </c:pt>
              <c:pt idx="127">
                <c:v>9.031573647115259</c:v>
              </c:pt>
              <c:pt idx="128">
                <c:v>9.031573647115259</c:v>
              </c:pt>
              <c:pt idx="129">
                <c:v>9.031573647115259</c:v>
              </c:pt>
              <c:pt idx="130">
                <c:v>9.031573647115259</c:v>
              </c:pt>
              <c:pt idx="131">
                <c:v>9.031573647115259</c:v>
              </c:pt>
              <c:pt idx="132">
                <c:v>9.031573647115259</c:v>
              </c:pt>
              <c:pt idx="133">
                <c:v>9.031573647115259</c:v>
              </c:pt>
              <c:pt idx="134">
                <c:v>9.031573647115259</c:v>
              </c:pt>
              <c:pt idx="135">
                <c:v>9.031573647115259</c:v>
              </c:pt>
              <c:pt idx="136">
                <c:v>9.031573647115259</c:v>
              </c:pt>
              <c:pt idx="137">
                <c:v>9.031573647115259</c:v>
              </c:pt>
              <c:pt idx="138">
                <c:v>9.031573647115259</c:v>
              </c:pt>
              <c:pt idx="139">
                <c:v>9.031573647115259</c:v>
              </c:pt>
              <c:pt idx="140">
                <c:v>9.031573647115259</c:v>
              </c:pt>
              <c:pt idx="141">
                <c:v>9.031573647115259</c:v>
              </c:pt>
              <c:pt idx="142">
                <c:v>9.031573647115259</c:v>
              </c:pt>
              <c:pt idx="143">
                <c:v>9.031573647115259</c:v>
              </c:pt>
              <c:pt idx="144">
                <c:v>9.031573647115259</c:v>
              </c:pt>
              <c:pt idx="145">
                <c:v>9.031573647115259</c:v>
              </c:pt>
              <c:pt idx="146">
                <c:v>9.031573647115259</c:v>
              </c:pt>
              <c:pt idx="147">
                <c:v>9.031573647115259</c:v>
              </c:pt>
              <c:pt idx="148">
                <c:v>9.031573647115259</c:v>
              </c:pt>
              <c:pt idx="149">
                <c:v>9.031573647115259</c:v>
              </c:pt>
              <c:pt idx="150">
                <c:v>9.031573647115259</c:v>
              </c:pt>
              <c:pt idx="151">
                <c:v>9.031573647115259</c:v>
              </c:pt>
              <c:pt idx="152">
                <c:v>9.031573647115259</c:v>
              </c:pt>
              <c:pt idx="153">
                <c:v>9.031573647115259</c:v>
              </c:pt>
              <c:pt idx="154">
                <c:v>9.031573647115259</c:v>
              </c:pt>
              <c:pt idx="155">
                <c:v>9.031573647115259</c:v>
              </c:pt>
              <c:pt idx="156">
                <c:v>9.031573647115259</c:v>
              </c:pt>
              <c:pt idx="157">
                <c:v>9.031573647115259</c:v>
              </c:pt>
              <c:pt idx="158">
                <c:v>9.031573647115259</c:v>
              </c:pt>
              <c:pt idx="159">
                <c:v>9.031573647115259</c:v>
              </c:pt>
              <c:pt idx="160">
                <c:v>9.031573647115259</c:v>
              </c:pt>
              <c:pt idx="161">
                <c:v>9.031573647115259</c:v>
              </c:pt>
              <c:pt idx="162">
                <c:v>9.031573647115259</c:v>
              </c:pt>
              <c:pt idx="163">
                <c:v>9.031573647115259</c:v>
              </c:pt>
              <c:pt idx="164">
                <c:v>9.031573647115259</c:v>
              </c:pt>
              <c:pt idx="165">
                <c:v>9.031573647115259</c:v>
              </c:pt>
              <c:pt idx="166">
                <c:v>9.031573647115259</c:v>
              </c:pt>
              <c:pt idx="167">
                <c:v>9.031573647115259</c:v>
              </c:pt>
              <c:pt idx="168">
                <c:v>9.031573647115259</c:v>
              </c:pt>
              <c:pt idx="169">
                <c:v>9.031573647115259</c:v>
              </c:pt>
              <c:pt idx="170">
                <c:v>9.031573647115259</c:v>
              </c:pt>
              <c:pt idx="171">
                <c:v>9.031573647115259</c:v>
              </c:pt>
              <c:pt idx="172">
                <c:v>9.031573647115259</c:v>
              </c:pt>
              <c:pt idx="173">
                <c:v>9.031573647115259</c:v>
              </c:pt>
              <c:pt idx="174">
                <c:v>9.031573647115259</c:v>
              </c:pt>
              <c:pt idx="175">
                <c:v>9.031573647115259</c:v>
              </c:pt>
              <c:pt idx="176">
                <c:v>9.031573647115259</c:v>
              </c:pt>
              <c:pt idx="177">
                <c:v>9.031573647115259</c:v>
              </c:pt>
              <c:pt idx="178">
                <c:v>9.031573647115259</c:v>
              </c:pt>
              <c:pt idx="179">
                <c:v>9.031573647115259</c:v>
              </c:pt>
              <c:pt idx="180">
                <c:v>9.031573647115259</c:v>
              </c:pt>
              <c:pt idx="181">
                <c:v>9.031573647115259</c:v>
              </c:pt>
              <c:pt idx="182">
                <c:v>9.031573647115259</c:v>
              </c:pt>
              <c:pt idx="183">
                <c:v>9.031573647115259</c:v>
              </c:pt>
              <c:pt idx="184">
                <c:v>9.031573647115259</c:v>
              </c:pt>
              <c:pt idx="185">
                <c:v>9.031573647115259</c:v>
              </c:pt>
              <c:pt idx="186">
                <c:v>9.031573647115259</c:v>
              </c:pt>
              <c:pt idx="187">
                <c:v>9.031573647115259</c:v>
              </c:pt>
              <c:pt idx="188">
                <c:v>9.031573647115259</c:v>
              </c:pt>
              <c:pt idx="189">
                <c:v>9.031573647115259</c:v>
              </c:pt>
              <c:pt idx="190">
                <c:v>9.031573647115259</c:v>
              </c:pt>
              <c:pt idx="191">
                <c:v>9.031573647115259</c:v>
              </c:pt>
              <c:pt idx="192">
                <c:v>9.031573647115259</c:v>
              </c:pt>
              <c:pt idx="193">
                <c:v>9.031573647115259</c:v>
              </c:pt>
              <c:pt idx="194">
                <c:v>9.031573647115259</c:v>
              </c:pt>
              <c:pt idx="195">
                <c:v>9.031573647115259</c:v>
              </c:pt>
              <c:pt idx="196">
                <c:v>9.031573647115259</c:v>
              </c:pt>
              <c:pt idx="197">
                <c:v>9.031573647115259</c:v>
              </c:pt>
              <c:pt idx="198">
                <c:v>9.031573647115259</c:v>
              </c:pt>
              <c:pt idx="199">
                <c:v>9.031573647115259</c:v>
              </c:pt>
              <c:pt idx="200">
                <c:v>9.031573647115259</c:v>
              </c:pt>
              <c:pt idx="201">
                <c:v>9.031573647115259</c:v>
              </c:pt>
              <c:pt idx="202">
                <c:v>9.031573647115259</c:v>
              </c:pt>
              <c:pt idx="203">
                <c:v>9.031573647115259</c:v>
              </c:pt>
              <c:pt idx="204">
                <c:v>9.031573647115259</c:v>
              </c:pt>
              <c:pt idx="205">
                <c:v>9.031573647115259</c:v>
              </c:pt>
              <c:pt idx="206">
                <c:v>9.031573647115259</c:v>
              </c:pt>
              <c:pt idx="207">
                <c:v>9.031573647115259</c:v>
              </c:pt>
              <c:pt idx="208">
                <c:v>9.031573647115259</c:v>
              </c:pt>
              <c:pt idx="209">
                <c:v>9.031573647115259</c:v>
              </c:pt>
              <c:pt idx="210">
                <c:v>9.031573647115259</c:v>
              </c:pt>
              <c:pt idx="211">
                <c:v>9.031573647115259</c:v>
              </c:pt>
              <c:pt idx="212">
                <c:v>9.031573647115259</c:v>
              </c:pt>
              <c:pt idx="213">
                <c:v>9.031573647115259</c:v>
              </c:pt>
              <c:pt idx="214">
                <c:v>9.031573647115259</c:v>
              </c:pt>
              <c:pt idx="215">
                <c:v>9.031573647115259</c:v>
              </c:pt>
              <c:pt idx="216">
                <c:v>9.031573647115259</c:v>
              </c:pt>
              <c:pt idx="217">
                <c:v>9.031573647115259</c:v>
              </c:pt>
              <c:pt idx="218">
                <c:v>9.031573647115259</c:v>
              </c:pt>
              <c:pt idx="219">
                <c:v>9.031573647115259</c:v>
              </c:pt>
              <c:pt idx="220">
                <c:v>9.031573647115259</c:v>
              </c:pt>
              <c:pt idx="221">
                <c:v>9.031573647115259</c:v>
              </c:pt>
              <c:pt idx="222">
                <c:v>9.031573647115259</c:v>
              </c:pt>
              <c:pt idx="223">
                <c:v>9.031573647115259</c:v>
              </c:pt>
              <c:pt idx="224">
                <c:v>9.031573647115259</c:v>
              </c:pt>
              <c:pt idx="225">
                <c:v>9.031573647115259</c:v>
              </c:pt>
              <c:pt idx="226">
                <c:v>9.031573647115259</c:v>
              </c:pt>
              <c:pt idx="227">
                <c:v>9.031573647115259</c:v>
              </c:pt>
              <c:pt idx="228">
                <c:v>9.031573647115259</c:v>
              </c:pt>
              <c:pt idx="229">
                <c:v>9.031573647115259</c:v>
              </c:pt>
              <c:pt idx="230">
                <c:v>9.031573647115259</c:v>
              </c:pt>
              <c:pt idx="231">
                <c:v>9.031573647115259</c:v>
              </c:pt>
              <c:pt idx="232">
                <c:v>9.031573647115259</c:v>
              </c:pt>
              <c:pt idx="233">
                <c:v>9.031573647115259</c:v>
              </c:pt>
              <c:pt idx="234">
                <c:v>9.031573647115259</c:v>
              </c:pt>
              <c:pt idx="235">
                <c:v>9.031573647115259</c:v>
              </c:pt>
              <c:pt idx="236">
                <c:v>9.031573647115259</c:v>
              </c:pt>
              <c:pt idx="237">
                <c:v>9.031573647115259</c:v>
              </c:pt>
              <c:pt idx="238">
                <c:v>9.031573647115259</c:v>
              </c:pt>
              <c:pt idx="239">
                <c:v>9.031573647115259</c:v>
              </c:pt>
              <c:pt idx="240">
                <c:v>9.031573647115259</c:v>
              </c:pt>
              <c:pt idx="241">
                <c:v>9.031573647115259</c:v>
              </c:pt>
              <c:pt idx="242">
                <c:v>9.031573647115259</c:v>
              </c:pt>
              <c:pt idx="243">
                <c:v>9.031573647115259</c:v>
              </c:pt>
              <c:pt idx="244">
                <c:v>9.031573647115259</c:v>
              </c:pt>
              <c:pt idx="245">
                <c:v>9.031573647115259</c:v>
              </c:pt>
              <c:pt idx="246">
                <c:v>9.031573647115259</c:v>
              </c:pt>
              <c:pt idx="247">
                <c:v>9.031573647115259</c:v>
              </c:pt>
              <c:pt idx="248">
                <c:v>9.031573647115259</c:v>
              </c:pt>
              <c:pt idx="249">
                <c:v>9.031573647115259</c:v>
              </c:pt>
              <c:pt idx="250">
                <c:v>9.031573647115259</c:v>
              </c:pt>
              <c:pt idx="251">
                <c:v>9.031573647115259</c:v>
              </c:pt>
              <c:pt idx="252">
                <c:v>9.031573647115259</c:v>
              </c:pt>
              <c:pt idx="253">
                <c:v>9.031573647115259</c:v>
              </c:pt>
              <c:pt idx="254">
                <c:v>9.031573647115259</c:v>
              </c:pt>
              <c:pt idx="255">
                <c:v>9.031573647115259</c:v>
              </c:pt>
              <c:pt idx="256">
                <c:v>9.031573647115259</c:v>
              </c:pt>
              <c:pt idx="257">
                <c:v>9.031573647115259</c:v>
              </c:pt>
              <c:pt idx="258">
                <c:v>9.031573647115259</c:v>
              </c:pt>
              <c:pt idx="259">
                <c:v>9.031573647115259</c:v>
              </c:pt>
              <c:pt idx="260">
                <c:v>9.031573647115259</c:v>
              </c:pt>
              <c:pt idx="261">
                <c:v>9.031573647115259</c:v>
              </c:pt>
              <c:pt idx="262">
                <c:v>9.031573647115259</c:v>
              </c:pt>
              <c:pt idx="263">
                <c:v>9.031573647115259</c:v>
              </c:pt>
              <c:pt idx="264">
                <c:v>9.031573647115259</c:v>
              </c:pt>
              <c:pt idx="265">
                <c:v>9.031573647115259</c:v>
              </c:pt>
              <c:pt idx="266">
                <c:v>9.031573647115259</c:v>
              </c:pt>
              <c:pt idx="267">
                <c:v>9.031573647115259</c:v>
              </c:pt>
              <c:pt idx="268">
                <c:v>9.031573647115259</c:v>
              </c:pt>
              <c:pt idx="269">
                <c:v>9.031573647115259</c:v>
              </c:pt>
              <c:pt idx="270">
                <c:v>9.031573647115259</c:v>
              </c:pt>
              <c:pt idx="271">
                <c:v>9.031573647115259</c:v>
              </c:pt>
              <c:pt idx="272">
                <c:v>9.031573647115259</c:v>
              </c:pt>
              <c:pt idx="273">
                <c:v>9.031573647115259</c:v>
              </c:pt>
              <c:pt idx="274">
                <c:v>9.031573647115259</c:v>
              </c:pt>
              <c:pt idx="275">
                <c:v>9.031573647115259</c:v>
              </c:pt>
              <c:pt idx="276">
                <c:v>9.031573647115259</c:v>
              </c:pt>
              <c:pt idx="277">
                <c:v>9.031573647115259</c:v>
              </c:pt>
              <c:pt idx="278">
                <c:v>9.031573647115259</c:v>
              </c:pt>
              <c:pt idx="279">
                <c:v>9.031573647115259</c:v>
              </c:pt>
              <c:pt idx="280">
                <c:v>9.031573647115259</c:v>
              </c:pt>
              <c:pt idx="281">
                <c:v>9.031573647115259</c:v>
              </c:pt>
              <c:pt idx="282">
                <c:v>9.031573647115259</c:v>
              </c:pt>
              <c:pt idx="283">
                <c:v>9.031573647115259</c:v>
              </c:pt>
              <c:pt idx="284">
                <c:v>9.031573647115259</c:v>
              </c:pt>
              <c:pt idx="285">
                <c:v>9.031573647115259</c:v>
              </c:pt>
              <c:pt idx="286">
                <c:v>9.031573647115259</c:v>
              </c:pt>
              <c:pt idx="287">
                <c:v>9.031573647115259</c:v>
              </c:pt>
              <c:pt idx="288">
                <c:v>9.031573647115259</c:v>
              </c:pt>
              <c:pt idx="289">
                <c:v>9.031573647115259</c:v>
              </c:pt>
              <c:pt idx="290">
                <c:v>9.031573647115259</c:v>
              </c:pt>
              <c:pt idx="291">
                <c:v>9.031573647115259</c:v>
              </c:pt>
              <c:pt idx="292">
                <c:v>9.031573647115259</c:v>
              </c:pt>
              <c:pt idx="293">
                <c:v>9.031573647115259</c:v>
              </c:pt>
              <c:pt idx="294">
                <c:v>9.031573647115259</c:v>
              </c:pt>
              <c:pt idx="295">
                <c:v>9.031573647115259</c:v>
              </c:pt>
              <c:pt idx="296">
                <c:v>9.031573647115259</c:v>
              </c:pt>
              <c:pt idx="297">
                <c:v>9.031573647115259</c:v>
              </c:pt>
              <c:pt idx="298">
                <c:v>9.031573647115259</c:v>
              </c:pt>
              <c:pt idx="299">
                <c:v>9.031573647115259</c:v>
              </c:pt>
              <c:pt idx="300">
                <c:v>9.031573647115259</c:v>
              </c:pt>
              <c:pt idx="301">
                <c:v>9.031573647115259</c:v>
              </c:pt>
              <c:pt idx="302">
                <c:v>9.031573647115259</c:v>
              </c:pt>
              <c:pt idx="303">
                <c:v>9.031573647115259</c:v>
              </c:pt>
              <c:pt idx="304">
                <c:v>9.031573647115259</c:v>
              </c:pt>
              <c:pt idx="305">
                <c:v>9.031573647115259</c:v>
              </c:pt>
              <c:pt idx="306">
                <c:v>9.031573647115259</c:v>
              </c:pt>
              <c:pt idx="307">
                <c:v>9.031573647115259</c:v>
              </c:pt>
              <c:pt idx="308">
                <c:v>9.031573647115259</c:v>
              </c:pt>
              <c:pt idx="309">
                <c:v>9.031573647115259</c:v>
              </c:pt>
              <c:pt idx="310">
                <c:v>9.031573647115259</c:v>
              </c:pt>
              <c:pt idx="311">
                <c:v>9.031573647115259</c:v>
              </c:pt>
              <c:pt idx="312">
                <c:v>9.031573647115259</c:v>
              </c:pt>
              <c:pt idx="313">
                <c:v>9.031573647115259</c:v>
              </c:pt>
              <c:pt idx="314">
                <c:v>9.031573647115259</c:v>
              </c:pt>
              <c:pt idx="315">
                <c:v>9.031573647115259</c:v>
              </c:pt>
              <c:pt idx="316">
                <c:v>9.031573647115259</c:v>
              </c:pt>
              <c:pt idx="317">
                <c:v>9.031573647115259</c:v>
              </c:pt>
              <c:pt idx="318">
                <c:v>9.031573647115259</c:v>
              </c:pt>
              <c:pt idx="319">
                <c:v>9.031573647115259</c:v>
              </c:pt>
              <c:pt idx="320">
                <c:v>9.031573647115259</c:v>
              </c:pt>
              <c:pt idx="321">
                <c:v>9.031573647115259</c:v>
              </c:pt>
              <c:pt idx="322">
                <c:v>9.031573647115259</c:v>
              </c:pt>
              <c:pt idx="323">
                <c:v>9.031573647115259</c:v>
              </c:pt>
              <c:pt idx="324">
                <c:v>9.031573647115259</c:v>
              </c:pt>
              <c:pt idx="325">
                <c:v>9.031573647115259</c:v>
              </c:pt>
              <c:pt idx="326">
                <c:v>9.031573647115259</c:v>
              </c:pt>
              <c:pt idx="327">
                <c:v>9.031573647115259</c:v>
              </c:pt>
              <c:pt idx="328">
                <c:v>9.031573647115259</c:v>
              </c:pt>
              <c:pt idx="329">
                <c:v>9.031573647115259</c:v>
              </c:pt>
              <c:pt idx="330">
                <c:v>9.031573647115259</c:v>
              </c:pt>
              <c:pt idx="331">
                <c:v>9.031573647115259</c:v>
              </c:pt>
              <c:pt idx="332">
                <c:v>9.031573647115259</c:v>
              </c:pt>
              <c:pt idx="333">
                <c:v>9.031573647115259</c:v>
              </c:pt>
              <c:pt idx="334">
                <c:v>9.031573647115259</c:v>
              </c:pt>
              <c:pt idx="335">
                <c:v>9.031573647115259</c:v>
              </c:pt>
              <c:pt idx="336">
                <c:v>9.031573647115259</c:v>
              </c:pt>
              <c:pt idx="337">
                <c:v>9.031573647115259</c:v>
              </c:pt>
              <c:pt idx="338">
                <c:v>9.031573647115259</c:v>
              </c:pt>
              <c:pt idx="339">
                <c:v>9.031573647115259</c:v>
              </c:pt>
              <c:pt idx="340">
                <c:v>9.031573647115259</c:v>
              </c:pt>
              <c:pt idx="341">
                <c:v>9.031573647115259</c:v>
              </c:pt>
              <c:pt idx="342">
                <c:v>9.031573647115259</c:v>
              </c:pt>
              <c:pt idx="343">
                <c:v>9.031573647115259</c:v>
              </c:pt>
              <c:pt idx="344">
                <c:v>9.031573647115259</c:v>
              </c:pt>
              <c:pt idx="345">
                <c:v>9.031573647115259</c:v>
              </c:pt>
              <c:pt idx="346">
                <c:v>9.031573647115259</c:v>
              </c:pt>
              <c:pt idx="347">
                <c:v>9.031573647115259</c:v>
              </c:pt>
              <c:pt idx="348">
                <c:v>9.031573647115259</c:v>
              </c:pt>
              <c:pt idx="349">
                <c:v>9.031573647115259</c:v>
              </c:pt>
              <c:pt idx="350">
                <c:v>9.031573647115259</c:v>
              </c:pt>
              <c:pt idx="351">
                <c:v>9.031573647115259</c:v>
              </c:pt>
              <c:pt idx="352">
                <c:v>9.031573647115259</c:v>
              </c:pt>
              <c:pt idx="353">
                <c:v>9.031573647115259</c:v>
              </c:pt>
              <c:pt idx="354">
                <c:v>9.031573647115259</c:v>
              </c:pt>
              <c:pt idx="355">
                <c:v>9.031573647115259</c:v>
              </c:pt>
              <c:pt idx="356">
                <c:v>9.031573647115259</c:v>
              </c:pt>
              <c:pt idx="357">
                <c:v>9.031573647115259</c:v>
              </c:pt>
              <c:pt idx="358">
                <c:v>9.031573647115259</c:v>
              </c:pt>
              <c:pt idx="359">
                <c:v>9.031573647115259</c:v>
              </c:pt>
              <c:pt idx="360">
                <c:v>9.031573647115259</c:v>
              </c:pt>
              <c:pt idx="361">
                <c:v>9.031573647115259</c:v>
              </c:pt>
              <c:pt idx="362">
                <c:v>9.031573647115259</c:v>
              </c:pt>
              <c:pt idx="363">
                <c:v>9.031573647115259</c:v>
              </c:pt>
              <c:pt idx="364">
                <c:v>9.031573647115259</c:v>
              </c:pt>
              <c:pt idx="365">
                <c:v>9.031573647115259</c:v>
              </c:pt>
              <c:pt idx="366">
                <c:v>9.031573647115259</c:v>
              </c:pt>
              <c:pt idx="367">
                <c:v>9.031573647115259</c:v>
              </c:pt>
              <c:pt idx="368">
                <c:v>9.031573647115259</c:v>
              </c:pt>
              <c:pt idx="369">
                <c:v>9.031573647115259</c:v>
              </c:pt>
              <c:pt idx="370">
                <c:v>9.031573647115259</c:v>
              </c:pt>
              <c:pt idx="371">
                <c:v>9.031573647115259</c:v>
              </c:pt>
              <c:pt idx="372">
                <c:v>9.031573647115259</c:v>
              </c:pt>
              <c:pt idx="373">
                <c:v>9.031573647115259</c:v>
              </c:pt>
              <c:pt idx="374">
                <c:v>9.031573647115259</c:v>
              </c:pt>
              <c:pt idx="375">
                <c:v>9.031573647115259</c:v>
              </c:pt>
              <c:pt idx="376">
                <c:v>9.031573647115259</c:v>
              </c:pt>
              <c:pt idx="377">
                <c:v>9.031573647115259</c:v>
              </c:pt>
              <c:pt idx="378">
                <c:v>9.031573647115259</c:v>
              </c:pt>
              <c:pt idx="379">
                <c:v>9.031573647115259</c:v>
              </c:pt>
              <c:pt idx="380">
                <c:v>9.031573647115259</c:v>
              </c:pt>
              <c:pt idx="381">
                <c:v>9.031573647115259</c:v>
              </c:pt>
              <c:pt idx="382">
                <c:v>9.031573647115259</c:v>
              </c:pt>
              <c:pt idx="383">
                <c:v>9.031573647115259</c:v>
              </c:pt>
              <c:pt idx="384">
                <c:v>9.031573647115259</c:v>
              </c:pt>
              <c:pt idx="385">
                <c:v>9.031573647115259</c:v>
              </c:pt>
              <c:pt idx="386">
                <c:v>9.031573647115259</c:v>
              </c:pt>
              <c:pt idx="387">
                <c:v>9.031573647115259</c:v>
              </c:pt>
              <c:pt idx="388">
                <c:v>9.031573647115259</c:v>
              </c:pt>
              <c:pt idx="389">
                <c:v>9.031573647115259</c:v>
              </c:pt>
              <c:pt idx="390">
                <c:v>9.031573647115259</c:v>
              </c:pt>
              <c:pt idx="391">
                <c:v>9.031573647115259</c:v>
              </c:pt>
              <c:pt idx="392">
                <c:v>9.031573647115259</c:v>
              </c:pt>
              <c:pt idx="393">
                <c:v>9.031573647115259</c:v>
              </c:pt>
              <c:pt idx="394">
                <c:v>9.031573647115259</c:v>
              </c:pt>
              <c:pt idx="395">
                <c:v>9.031573647115259</c:v>
              </c:pt>
              <c:pt idx="396">
                <c:v>9.031573647115259</c:v>
              </c:pt>
              <c:pt idx="397">
                <c:v>9.031573647115259</c:v>
              </c:pt>
              <c:pt idx="398">
                <c:v>9.031573647115259</c:v>
              </c:pt>
              <c:pt idx="399">
                <c:v>9.031573647115259</c:v>
              </c:pt>
              <c:pt idx="400">
                <c:v>9.031573647115259</c:v>
              </c:pt>
              <c:pt idx="401">
                <c:v>9.031573647115259</c:v>
              </c:pt>
              <c:pt idx="402">
                <c:v>9.031573647115259</c:v>
              </c:pt>
              <c:pt idx="403">
                <c:v>9.031573647115259</c:v>
              </c:pt>
              <c:pt idx="404">
                <c:v>9.031573647115259</c:v>
              </c:pt>
              <c:pt idx="405">
                <c:v>9.031573647115259</c:v>
              </c:pt>
              <c:pt idx="406">
                <c:v>9.031573647115259</c:v>
              </c:pt>
              <c:pt idx="407">
                <c:v>9.031573647115259</c:v>
              </c:pt>
              <c:pt idx="408">
                <c:v>9.031573647115259</c:v>
              </c:pt>
              <c:pt idx="409">
                <c:v>9.031573647115259</c:v>
              </c:pt>
              <c:pt idx="410">
                <c:v>9.031573647115259</c:v>
              </c:pt>
              <c:pt idx="411">
                <c:v>9.031573647115259</c:v>
              </c:pt>
            </c:numLit>
          </c:xVal>
          <c:yVal>
            <c:numLit>
              <c:formatCode>0.0</c:formatCode>
              <c:ptCount val="412"/>
              <c:pt idx="0">
                <c:v>0.13203880275870133</c:v>
              </c:pt>
              <c:pt idx="1">
                <c:v>0.13203880275870133</c:v>
              </c:pt>
              <c:pt idx="2">
                <c:v>0.13203880275870133</c:v>
              </c:pt>
              <c:pt idx="3">
                <c:v>0.13203880275870133</c:v>
              </c:pt>
              <c:pt idx="4">
                <c:v>0.13203880275870133</c:v>
              </c:pt>
              <c:pt idx="5">
                <c:v>0.13203880275870133</c:v>
              </c:pt>
              <c:pt idx="6">
                <c:v>0.13203880275870133</c:v>
              </c:pt>
              <c:pt idx="7">
                <c:v>0.13203880275870133</c:v>
              </c:pt>
              <c:pt idx="8">
                <c:v>0.13203880275870133</c:v>
              </c:pt>
              <c:pt idx="9">
                <c:v>0.13203880275870133</c:v>
              </c:pt>
              <c:pt idx="10">
                <c:v>0.13203880275870133</c:v>
              </c:pt>
              <c:pt idx="11">
                <c:v>0.13203880275870133</c:v>
              </c:pt>
              <c:pt idx="12">
                <c:v>0.13203880275870133</c:v>
              </c:pt>
              <c:pt idx="13">
                <c:v>0.13203880275870133</c:v>
              </c:pt>
              <c:pt idx="14">
                <c:v>0.13203880275870133</c:v>
              </c:pt>
              <c:pt idx="15">
                <c:v>0.13203880275870133</c:v>
              </c:pt>
              <c:pt idx="16">
                <c:v>0.13203880275870133</c:v>
              </c:pt>
              <c:pt idx="17">
                <c:v>0.13203880275870133</c:v>
              </c:pt>
              <c:pt idx="18">
                <c:v>0.13203880275870133</c:v>
              </c:pt>
              <c:pt idx="19">
                <c:v>0.13203880275870133</c:v>
              </c:pt>
              <c:pt idx="20">
                <c:v>0.13203880275870133</c:v>
              </c:pt>
              <c:pt idx="21">
                <c:v>0.13203880275870133</c:v>
              </c:pt>
              <c:pt idx="22">
                <c:v>0.13203880275870133</c:v>
              </c:pt>
              <c:pt idx="23">
                <c:v>0.13203880275870133</c:v>
              </c:pt>
              <c:pt idx="24">
                <c:v>0.13203880275870133</c:v>
              </c:pt>
              <c:pt idx="25">
                <c:v>0.13203880275870133</c:v>
              </c:pt>
              <c:pt idx="26">
                <c:v>0.13203880275870133</c:v>
              </c:pt>
              <c:pt idx="27">
                <c:v>0.13203880275870133</c:v>
              </c:pt>
              <c:pt idx="28">
                <c:v>0.13203880275870133</c:v>
              </c:pt>
              <c:pt idx="29">
                <c:v>0.13203880275870133</c:v>
              </c:pt>
              <c:pt idx="30">
                <c:v>0.13203880275870133</c:v>
              </c:pt>
              <c:pt idx="31">
                <c:v>0.13203880275870133</c:v>
              </c:pt>
              <c:pt idx="32">
                <c:v>0.13203880275870133</c:v>
              </c:pt>
              <c:pt idx="33">
                <c:v>0.13203880275870133</c:v>
              </c:pt>
              <c:pt idx="34">
                <c:v>0.13203880275870133</c:v>
              </c:pt>
              <c:pt idx="35">
                <c:v>0.13203880275870133</c:v>
              </c:pt>
              <c:pt idx="36">
                <c:v>0.13203880275870133</c:v>
              </c:pt>
              <c:pt idx="37">
                <c:v>0.13203880275870133</c:v>
              </c:pt>
              <c:pt idx="38">
                <c:v>0.13203880275870133</c:v>
              </c:pt>
              <c:pt idx="39">
                <c:v>0.13203880275870133</c:v>
              </c:pt>
              <c:pt idx="40">
                <c:v>0.13203880275870133</c:v>
              </c:pt>
              <c:pt idx="41">
                <c:v>0.13203880275870133</c:v>
              </c:pt>
              <c:pt idx="42">
                <c:v>0.13203880275870133</c:v>
              </c:pt>
              <c:pt idx="43">
                <c:v>0.13203880275870133</c:v>
              </c:pt>
              <c:pt idx="44">
                <c:v>0.13203880275870133</c:v>
              </c:pt>
              <c:pt idx="45">
                <c:v>0.13203880275870133</c:v>
              </c:pt>
              <c:pt idx="46">
                <c:v>0.13203880275870133</c:v>
              </c:pt>
              <c:pt idx="47">
                <c:v>0.13203880275870133</c:v>
              </c:pt>
              <c:pt idx="48">
                <c:v>0.13203880275870133</c:v>
              </c:pt>
              <c:pt idx="49">
                <c:v>0.13203880275870133</c:v>
              </c:pt>
              <c:pt idx="50">
                <c:v>0.13203880275870133</c:v>
              </c:pt>
              <c:pt idx="51">
                <c:v>0.13203880275870133</c:v>
              </c:pt>
              <c:pt idx="52">
                <c:v>0.13203880275870133</c:v>
              </c:pt>
              <c:pt idx="53">
                <c:v>0.13203880275870133</c:v>
              </c:pt>
              <c:pt idx="54">
                <c:v>0.13203880275870133</c:v>
              </c:pt>
              <c:pt idx="55">
                <c:v>0.13203880275870133</c:v>
              </c:pt>
              <c:pt idx="56">
                <c:v>0.13203880275870133</c:v>
              </c:pt>
              <c:pt idx="57">
                <c:v>0.13203880275870133</c:v>
              </c:pt>
              <c:pt idx="58">
                <c:v>0.13203880275870133</c:v>
              </c:pt>
              <c:pt idx="59">
                <c:v>0.13203880275870133</c:v>
              </c:pt>
              <c:pt idx="60">
                <c:v>0.13203880275870133</c:v>
              </c:pt>
              <c:pt idx="61">
                <c:v>0.13203880275870133</c:v>
              </c:pt>
              <c:pt idx="62">
                <c:v>0.13203880275870133</c:v>
              </c:pt>
              <c:pt idx="63">
                <c:v>0.13203880275870133</c:v>
              </c:pt>
              <c:pt idx="64">
                <c:v>0.13203880275870133</c:v>
              </c:pt>
              <c:pt idx="65">
                <c:v>0.13203880275870133</c:v>
              </c:pt>
              <c:pt idx="66">
                <c:v>0.13203880275870133</c:v>
              </c:pt>
              <c:pt idx="67">
                <c:v>0.13203880275870133</c:v>
              </c:pt>
              <c:pt idx="68">
                <c:v>0.13203880275870133</c:v>
              </c:pt>
              <c:pt idx="69">
                <c:v>0.13203880275870133</c:v>
              </c:pt>
              <c:pt idx="70">
                <c:v>0.13203880275870133</c:v>
              </c:pt>
              <c:pt idx="71">
                <c:v>0.13203880275870133</c:v>
              </c:pt>
              <c:pt idx="72">
                <c:v>0.13203880275870133</c:v>
              </c:pt>
              <c:pt idx="73">
                <c:v>0.13203880275870133</c:v>
              </c:pt>
              <c:pt idx="74">
                <c:v>0.13203880275870133</c:v>
              </c:pt>
              <c:pt idx="75">
                <c:v>0.13203880275870133</c:v>
              </c:pt>
              <c:pt idx="76">
                <c:v>0.13203880275870133</c:v>
              </c:pt>
              <c:pt idx="77">
                <c:v>0.13203880275870133</c:v>
              </c:pt>
              <c:pt idx="78">
                <c:v>0.13203880275870133</c:v>
              </c:pt>
              <c:pt idx="79">
                <c:v>0.13203880275870133</c:v>
              </c:pt>
              <c:pt idx="80">
                <c:v>0.13203880275870133</c:v>
              </c:pt>
              <c:pt idx="81">
                <c:v>0.13203880275870133</c:v>
              </c:pt>
              <c:pt idx="82">
                <c:v>0.13203880275870133</c:v>
              </c:pt>
              <c:pt idx="83">
                <c:v>0.13203880275870133</c:v>
              </c:pt>
              <c:pt idx="84">
                <c:v>0.13203880275870133</c:v>
              </c:pt>
              <c:pt idx="85">
                <c:v>0.13203880275870133</c:v>
              </c:pt>
              <c:pt idx="86">
                <c:v>0.13203880275870133</c:v>
              </c:pt>
              <c:pt idx="87">
                <c:v>0.13203880275870133</c:v>
              </c:pt>
              <c:pt idx="88">
                <c:v>0.13203880275870133</c:v>
              </c:pt>
              <c:pt idx="89">
                <c:v>0.13203880275870133</c:v>
              </c:pt>
              <c:pt idx="90">
                <c:v>0.13203880275870133</c:v>
              </c:pt>
              <c:pt idx="91">
                <c:v>0.13203880275870133</c:v>
              </c:pt>
              <c:pt idx="92">
                <c:v>0.13203880275870133</c:v>
              </c:pt>
              <c:pt idx="93">
                <c:v>0.13203880275870133</c:v>
              </c:pt>
              <c:pt idx="94">
                <c:v>0.13203880275870133</c:v>
              </c:pt>
              <c:pt idx="95">
                <c:v>0.13203880275870133</c:v>
              </c:pt>
              <c:pt idx="96">
                <c:v>0.13203880275870133</c:v>
              </c:pt>
              <c:pt idx="97">
                <c:v>0.13203880275870133</c:v>
              </c:pt>
              <c:pt idx="98">
                <c:v>0.13203880275870133</c:v>
              </c:pt>
              <c:pt idx="99">
                <c:v>0.13203880275870133</c:v>
              </c:pt>
              <c:pt idx="100">
                <c:v>0.13203880275870133</c:v>
              </c:pt>
              <c:pt idx="101">
                <c:v>0.13203880275870133</c:v>
              </c:pt>
              <c:pt idx="102">
                <c:v>0.13203880275870133</c:v>
              </c:pt>
              <c:pt idx="103">
                <c:v>0.13203880275870133</c:v>
              </c:pt>
              <c:pt idx="104">
                <c:v>0.13203880275870133</c:v>
              </c:pt>
              <c:pt idx="105">
                <c:v>0.13203880275870133</c:v>
              </c:pt>
              <c:pt idx="106">
                <c:v>0.13203880275870133</c:v>
              </c:pt>
              <c:pt idx="107">
                <c:v>0.13203880275870133</c:v>
              </c:pt>
              <c:pt idx="108">
                <c:v>0.13203880275870133</c:v>
              </c:pt>
              <c:pt idx="109">
                <c:v>0.13203880275870133</c:v>
              </c:pt>
              <c:pt idx="110">
                <c:v>0.13203880275870133</c:v>
              </c:pt>
              <c:pt idx="111">
                <c:v>0.13203880275870133</c:v>
              </c:pt>
              <c:pt idx="112">
                <c:v>0.13203880275870133</c:v>
              </c:pt>
              <c:pt idx="113">
                <c:v>0.13203880275870133</c:v>
              </c:pt>
              <c:pt idx="114">
                <c:v>0.13203880275870133</c:v>
              </c:pt>
              <c:pt idx="115">
                <c:v>0.13203880275870133</c:v>
              </c:pt>
              <c:pt idx="116">
                <c:v>0.13203880275870133</c:v>
              </c:pt>
              <c:pt idx="117">
                <c:v>0.13203880275870133</c:v>
              </c:pt>
              <c:pt idx="118">
                <c:v>0.13203880275870133</c:v>
              </c:pt>
              <c:pt idx="119">
                <c:v>0.13203880275870133</c:v>
              </c:pt>
              <c:pt idx="120">
                <c:v>0.13203880275870133</c:v>
              </c:pt>
              <c:pt idx="121">
                <c:v>0.13203880275870133</c:v>
              </c:pt>
              <c:pt idx="122">
                <c:v>0.13203880275870133</c:v>
              </c:pt>
              <c:pt idx="123">
                <c:v>0.13203880275870133</c:v>
              </c:pt>
              <c:pt idx="124">
                <c:v>0.13203880275870133</c:v>
              </c:pt>
              <c:pt idx="125">
                <c:v>0.13203880275870133</c:v>
              </c:pt>
              <c:pt idx="126">
                <c:v>0.13203880275870133</c:v>
              </c:pt>
              <c:pt idx="127">
                <c:v>0.13203880275870133</c:v>
              </c:pt>
              <c:pt idx="128">
                <c:v>0.13203880275870133</c:v>
              </c:pt>
              <c:pt idx="129">
                <c:v>0.13203880275870133</c:v>
              </c:pt>
              <c:pt idx="130">
                <c:v>0.13203880275870133</c:v>
              </c:pt>
              <c:pt idx="131">
                <c:v>0.13203880275870133</c:v>
              </c:pt>
              <c:pt idx="132">
                <c:v>0.13203880275870133</c:v>
              </c:pt>
              <c:pt idx="133">
                <c:v>0.13203880275870133</c:v>
              </c:pt>
              <c:pt idx="134">
                <c:v>0.13203880275870133</c:v>
              </c:pt>
              <c:pt idx="135">
                <c:v>0.13203880275870133</c:v>
              </c:pt>
              <c:pt idx="136">
                <c:v>0.13203880275870133</c:v>
              </c:pt>
              <c:pt idx="137">
                <c:v>0.13203880275870133</c:v>
              </c:pt>
              <c:pt idx="138">
                <c:v>0.13203880275870133</c:v>
              </c:pt>
              <c:pt idx="139">
                <c:v>0.13203880275870133</c:v>
              </c:pt>
              <c:pt idx="140">
                <c:v>0.13203880275870133</c:v>
              </c:pt>
              <c:pt idx="141">
                <c:v>0.13203880275870133</c:v>
              </c:pt>
              <c:pt idx="142">
                <c:v>0.13203880275870133</c:v>
              </c:pt>
              <c:pt idx="143">
                <c:v>0.13203880275870133</c:v>
              </c:pt>
              <c:pt idx="144">
                <c:v>0.13203880275870133</c:v>
              </c:pt>
              <c:pt idx="145">
                <c:v>0.13203880275870133</c:v>
              </c:pt>
              <c:pt idx="146">
                <c:v>0.13203880275870133</c:v>
              </c:pt>
              <c:pt idx="147">
                <c:v>0.13203880275870133</c:v>
              </c:pt>
              <c:pt idx="148">
                <c:v>0.13203880275870133</c:v>
              </c:pt>
              <c:pt idx="149">
                <c:v>0.13203880275870133</c:v>
              </c:pt>
              <c:pt idx="150">
                <c:v>0.13203880275870133</c:v>
              </c:pt>
              <c:pt idx="151">
                <c:v>0.13203880275870133</c:v>
              </c:pt>
              <c:pt idx="152">
                <c:v>0.13203880275870133</c:v>
              </c:pt>
              <c:pt idx="153">
                <c:v>0.13203880275870133</c:v>
              </c:pt>
              <c:pt idx="154">
                <c:v>0.13203880275870133</c:v>
              </c:pt>
              <c:pt idx="155">
                <c:v>0.13203880275870133</c:v>
              </c:pt>
              <c:pt idx="156">
                <c:v>0.13203880275870133</c:v>
              </c:pt>
              <c:pt idx="157">
                <c:v>0.13203880275870133</c:v>
              </c:pt>
              <c:pt idx="158">
                <c:v>0.13203880275870133</c:v>
              </c:pt>
              <c:pt idx="159">
                <c:v>0.13203880275870133</c:v>
              </c:pt>
              <c:pt idx="160">
                <c:v>0.13203880275870133</c:v>
              </c:pt>
              <c:pt idx="161">
                <c:v>0.13203880275870133</c:v>
              </c:pt>
              <c:pt idx="162">
                <c:v>0.13203880275870133</c:v>
              </c:pt>
              <c:pt idx="163">
                <c:v>0.13203880275870133</c:v>
              </c:pt>
              <c:pt idx="164">
                <c:v>0.13203880275870133</c:v>
              </c:pt>
              <c:pt idx="165">
                <c:v>0.13203880275870133</c:v>
              </c:pt>
              <c:pt idx="166">
                <c:v>0.13203880275870133</c:v>
              </c:pt>
              <c:pt idx="167">
                <c:v>0.13203880275870133</c:v>
              </c:pt>
              <c:pt idx="168">
                <c:v>0.13203880275870133</c:v>
              </c:pt>
              <c:pt idx="169">
                <c:v>0.13203880275870133</c:v>
              </c:pt>
              <c:pt idx="170">
                <c:v>0.13203880275870133</c:v>
              </c:pt>
              <c:pt idx="171">
                <c:v>0.13203880275870133</c:v>
              </c:pt>
              <c:pt idx="172">
                <c:v>0.13203880275870133</c:v>
              </c:pt>
              <c:pt idx="173">
                <c:v>0.13203880275870133</c:v>
              </c:pt>
              <c:pt idx="174">
                <c:v>0.13203880275870133</c:v>
              </c:pt>
              <c:pt idx="175">
                <c:v>0.13203880275870133</c:v>
              </c:pt>
              <c:pt idx="176">
                <c:v>0.13203880275870133</c:v>
              </c:pt>
              <c:pt idx="177">
                <c:v>0.13203880275870133</c:v>
              </c:pt>
              <c:pt idx="178">
                <c:v>0.13203880275870133</c:v>
              </c:pt>
              <c:pt idx="179">
                <c:v>0.13203880275870133</c:v>
              </c:pt>
              <c:pt idx="180">
                <c:v>0.13203880275870133</c:v>
              </c:pt>
              <c:pt idx="181">
                <c:v>0.13203880275870133</c:v>
              </c:pt>
              <c:pt idx="182">
                <c:v>0.13203880275870133</c:v>
              </c:pt>
              <c:pt idx="183">
                <c:v>0.13203880275870133</c:v>
              </c:pt>
              <c:pt idx="184">
                <c:v>0.13203880275870133</c:v>
              </c:pt>
              <c:pt idx="185">
                <c:v>0.13203880275870133</c:v>
              </c:pt>
              <c:pt idx="186">
                <c:v>0.13203880275870133</c:v>
              </c:pt>
              <c:pt idx="187">
                <c:v>0.13203880275870133</c:v>
              </c:pt>
              <c:pt idx="188">
                <c:v>0.13203880275870133</c:v>
              </c:pt>
              <c:pt idx="189">
                <c:v>0.13203880275870133</c:v>
              </c:pt>
              <c:pt idx="190">
                <c:v>0.13203880275870133</c:v>
              </c:pt>
              <c:pt idx="191">
                <c:v>0.13203880275870133</c:v>
              </c:pt>
              <c:pt idx="192">
                <c:v>0.13203880275870133</c:v>
              </c:pt>
              <c:pt idx="193">
                <c:v>0.13203880275870133</c:v>
              </c:pt>
              <c:pt idx="194">
                <c:v>0.13203880275870133</c:v>
              </c:pt>
              <c:pt idx="195">
                <c:v>0.13203880275870133</c:v>
              </c:pt>
              <c:pt idx="196">
                <c:v>0.13203880275870133</c:v>
              </c:pt>
              <c:pt idx="197">
                <c:v>0.13203880275870133</c:v>
              </c:pt>
              <c:pt idx="198">
                <c:v>0.13203880275870133</c:v>
              </c:pt>
              <c:pt idx="199">
                <c:v>0.13203880275870133</c:v>
              </c:pt>
              <c:pt idx="200">
                <c:v>0.13203880275870133</c:v>
              </c:pt>
              <c:pt idx="201">
                <c:v>0.13203880275870133</c:v>
              </c:pt>
              <c:pt idx="202">
                <c:v>0.13203880275870133</c:v>
              </c:pt>
              <c:pt idx="203">
                <c:v>0.13203880275870133</c:v>
              </c:pt>
              <c:pt idx="204">
                <c:v>0.13203880275870133</c:v>
              </c:pt>
              <c:pt idx="205">
                <c:v>0.13203880275870133</c:v>
              </c:pt>
              <c:pt idx="206">
                <c:v>0.13203880275870133</c:v>
              </c:pt>
              <c:pt idx="207">
                <c:v>0.13203880275870133</c:v>
              </c:pt>
              <c:pt idx="208">
                <c:v>0.13203880275870133</c:v>
              </c:pt>
              <c:pt idx="209">
                <c:v>0.13203880275870133</c:v>
              </c:pt>
              <c:pt idx="210">
                <c:v>0.13203880275870133</c:v>
              </c:pt>
              <c:pt idx="211">
                <c:v>0.13203880275870133</c:v>
              </c:pt>
              <c:pt idx="212">
                <c:v>0.13203880275870133</c:v>
              </c:pt>
              <c:pt idx="213">
                <c:v>0.13203880275870133</c:v>
              </c:pt>
              <c:pt idx="214">
                <c:v>0.13203880275870133</c:v>
              </c:pt>
              <c:pt idx="215">
                <c:v>0.13203880275870133</c:v>
              </c:pt>
              <c:pt idx="216">
                <c:v>0.13203880275870133</c:v>
              </c:pt>
              <c:pt idx="217">
                <c:v>0.13203880275870133</c:v>
              </c:pt>
              <c:pt idx="218">
                <c:v>0.13203880275870133</c:v>
              </c:pt>
              <c:pt idx="219">
                <c:v>0.13203880275870133</c:v>
              </c:pt>
              <c:pt idx="220">
                <c:v>0.13203880275870133</c:v>
              </c:pt>
              <c:pt idx="221">
                <c:v>0.13203880275870133</c:v>
              </c:pt>
              <c:pt idx="222">
                <c:v>0.13203880275870133</c:v>
              </c:pt>
              <c:pt idx="223">
                <c:v>0.13203880275870133</c:v>
              </c:pt>
              <c:pt idx="224">
                <c:v>0.13203880275870133</c:v>
              </c:pt>
              <c:pt idx="225">
                <c:v>0.13203880275870133</c:v>
              </c:pt>
              <c:pt idx="226">
                <c:v>0.13203880275870133</c:v>
              </c:pt>
              <c:pt idx="227">
                <c:v>0.13203880275870133</c:v>
              </c:pt>
              <c:pt idx="228">
                <c:v>0.13203880275870133</c:v>
              </c:pt>
              <c:pt idx="229">
                <c:v>0.13203880275870133</c:v>
              </c:pt>
              <c:pt idx="230">
                <c:v>0.13203880275870133</c:v>
              </c:pt>
              <c:pt idx="231">
                <c:v>0.13203880275870133</c:v>
              </c:pt>
              <c:pt idx="232">
                <c:v>0.13203880275870133</c:v>
              </c:pt>
              <c:pt idx="233">
                <c:v>0.13203880275870133</c:v>
              </c:pt>
              <c:pt idx="234">
                <c:v>0.13203880275870133</c:v>
              </c:pt>
              <c:pt idx="235">
                <c:v>0.13203880275870133</c:v>
              </c:pt>
              <c:pt idx="236">
                <c:v>0.13203880275870133</c:v>
              </c:pt>
              <c:pt idx="237">
                <c:v>0.13203880275870133</c:v>
              </c:pt>
              <c:pt idx="238">
                <c:v>0.13203880275870133</c:v>
              </c:pt>
              <c:pt idx="239">
                <c:v>0.13203880275870133</c:v>
              </c:pt>
              <c:pt idx="240">
                <c:v>0.13203880275870133</c:v>
              </c:pt>
              <c:pt idx="241">
                <c:v>0.13203880275870133</c:v>
              </c:pt>
              <c:pt idx="242">
                <c:v>0.13203880275870133</c:v>
              </c:pt>
              <c:pt idx="243">
                <c:v>0.13203880275870133</c:v>
              </c:pt>
              <c:pt idx="244">
                <c:v>0.13203880275870133</c:v>
              </c:pt>
              <c:pt idx="245">
                <c:v>0.13203880275870133</c:v>
              </c:pt>
              <c:pt idx="246">
                <c:v>0.13203880275870133</c:v>
              </c:pt>
              <c:pt idx="247">
                <c:v>0.13203880275870133</c:v>
              </c:pt>
              <c:pt idx="248">
                <c:v>0.13203880275870133</c:v>
              </c:pt>
              <c:pt idx="249">
                <c:v>0.13203880275870133</c:v>
              </c:pt>
              <c:pt idx="250">
                <c:v>0.13203880275870133</c:v>
              </c:pt>
              <c:pt idx="251">
                <c:v>0.13203880275870133</c:v>
              </c:pt>
              <c:pt idx="252">
                <c:v>0.13203880275870133</c:v>
              </c:pt>
              <c:pt idx="253">
                <c:v>0.13203880275870133</c:v>
              </c:pt>
              <c:pt idx="254">
                <c:v>0.13203880275870133</c:v>
              </c:pt>
              <c:pt idx="255">
                <c:v>0.13203880275870133</c:v>
              </c:pt>
              <c:pt idx="256">
                <c:v>0.13203880275870133</c:v>
              </c:pt>
              <c:pt idx="257">
                <c:v>0.13203880275870133</c:v>
              </c:pt>
              <c:pt idx="258">
                <c:v>0.13203880275870133</c:v>
              </c:pt>
              <c:pt idx="259">
                <c:v>0.13203880275870133</c:v>
              </c:pt>
              <c:pt idx="260">
                <c:v>0.13203880275870133</c:v>
              </c:pt>
              <c:pt idx="261">
                <c:v>0.13203880275870133</c:v>
              </c:pt>
              <c:pt idx="262">
                <c:v>0.13203880275870133</c:v>
              </c:pt>
              <c:pt idx="263">
                <c:v>0.13203880275870133</c:v>
              </c:pt>
              <c:pt idx="264">
                <c:v>0.13203880275870133</c:v>
              </c:pt>
              <c:pt idx="265">
                <c:v>0.13203880275870133</c:v>
              </c:pt>
              <c:pt idx="266">
                <c:v>0.13203880275870133</c:v>
              </c:pt>
              <c:pt idx="267">
                <c:v>0.13203880275870133</c:v>
              </c:pt>
              <c:pt idx="268">
                <c:v>0.13203880275870133</c:v>
              </c:pt>
              <c:pt idx="269">
                <c:v>0.13203880275870133</c:v>
              </c:pt>
              <c:pt idx="270">
                <c:v>0.13203880275870133</c:v>
              </c:pt>
              <c:pt idx="271">
                <c:v>0.13203880275870133</c:v>
              </c:pt>
              <c:pt idx="272">
                <c:v>0.13203880275870133</c:v>
              </c:pt>
              <c:pt idx="273">
                <c:v>0.13203880275870133</c:v>
              </c:pt>
              <c:pt idx="274">
                <c:v>0.13203880275870133</c:v>
              </c:pt>
              <c:pt idx="275">
                <c:v>0.13203880275870133</c:v>
              </c:pt>
              <c:pt idx="276">
                <c:v>0.13203880275870133</c:v>
              </c:pt>
              <c:pt idx="277">
                <c:v>0.13203880275870133</c:v>
              </c:pt>
              <c:pt idx="278">
                <c:v>0.13203880275870133</c:v>
              </c:pt>
              <c:pt idx="279">
                <c:v>0.13203880275870133</c:v>
              </c:pt>
              <c:pt idx="280">
                <c:v>0.13203880275870133</c:v>
              </c:pt>
              <c:pt idx="281">
                <c:v>0.13203880275870133</c:v>
              </c:pt>
              <c:pt idx="282">
                <c:v>0.13203880275870133</c:v>
              </c:pt>
              <c:pt idx="283">
                <c:v>0.13203880275870133</c:v>
              </c:pt>
              <c:pt idx="284">
                <c:v>0.13203880275870133</c:v>
              </c:pt>
              <c:pt idx="285">
                <c:v>0.13203880275870133</c:v>
              </c:pt>
              <c:pt idx="286">
                <c:v>0.13203880275870133</c:v>
              </c:pt>
              <c:pt idx="287">
                <c:v>0.13203880275870133</c:v>
              </c:pt>
              <c:pt idx="288">
                <c:v>0.13203880275870133</c:v>
              </c:pt>
              <c:pt idx="289">
                <c:v>0.13203880275870133</c:v>
              </c:pt>
              <c:pt idx="290">
                <c:v>0.13203880275870133</c:v>
              </c:pt>
              <c:pt idx="291">
                <c:v>0.13203880275870133</c:v>
              </c:pt>
              <c:pt idx="292">
                <c:v>0.13203880275870133</c:v>
              </c:pt>
              <c:pt idx="293">
                <c:v>0.13203880275870133</c:v>
              </c:pt>
              <c:pt idx="294">
                <c:v>0.13203880275870133</c:v>
              </c:pt>
              <c:pt idx="295">
                <c:v>0.13203880275870133</c:v>
              </c:pt>
              <c:pt idx="296">
                <c:v>0.13203880275870133</c:v>
              </c:pt>
              <c:pt idx="297">
                <c:v>0.13203880275870133</c:v>
              </c:pt>
              <c:pt idx="298">
                <c:v>0.13203880275870133</c:v>
              </c:pt>
              <c:pt idx="299">
                <c:v>0.13203880275870133</c:v>
              </c:pt>
              <c:pt idx="300">
                <c:v>0.13203880275870133</c:v>
              </c:pt>
              <c:pt idx="301">
                <c:v>0.13203880275870133</c:v>
              </c:pt>
              <c:pt idx="302">
                <c:v>0.13203880275870133</c:v>
              </c:pt>
              <c:pt idx="303">
                <c:v>0.13203880275870133</c:v>
              </c:pt>
              <c:pt idx="304">
                <c:v>0.13203880275870133</c:v>
              </c:pt>
              <c:pt idx="305">
                <c:v>0.13203880275870133</c:v>
              </c:pt>
              <c:pt idx="306">
                <c:v>0.13203880275870133</c:v>
              </c:pt>
              <c:pt idx="307">
                <c:v>0.13203880275870133</c:v>
              </c:pt>
              <c:pt idx="308">
                <c:v>0.13203880275870133</c:v>
              </c:pt>
              <c:pt idx="309">
                <c:v>0.13203880275870133</c:v>
              </c:pt>
              <c:pt idx="310">
                <c:v>0.13203880275870133</c:v>
              </c:pt>
              <c:pt idx="311">
                <c:v>0.13203880275870133</c:v>
              </c:pt>
              <c:pt idx="312">
                <c:v>0.13203880275870133</c:v>
              </c:pt>
              <c:pt idx="313">
                <c:v>0.13203880275870133</c:v>
              </c:pt>
              <c:pt idx="314">
                <c:v>0.13203880275870133</c:v>
              </c:pt>
              <c:pt idx="315">
                <c:v>0.13203880275870133</c:v>
              </c:pt>
              <c:pt idx="316">
                <c:v>0.13203880275870133</c:v>
              </c:pt>
              <c:pt idx="317">
                <c:v>0.13203880275870133</c:v>
              </c:pt>
              <c:pt idx="318">
                <c:v>0.13203880275870133</c:v>
              </c:pt>
              <c:pt idx="319">
                <c:v>0.13203880275870133</c:v>
              </c:pt>
              <c:pt idx="320">
                <c:v>0.13203880275870133</c:v>
              </c:pt>
              <c:pt idx="321">
                <c:v>0.13203880275870133</c:v>
              </c:pt>
              <c:pt idx="322">
                <c:v>0.13203880275870133</c:v>
              </c:pt>
              <c:pt idx="323">
                <c:v>0.13203880275870133</c:v>
              </c:pt>
              <c:pt idx="324">
                <c:v>0.13203880275870133</c:v>
              </c:pt>
              <c:pt idx="325">
                <c:v>0.13203880275870133</c:v>
              </c:pt>
              <c:pt idx="326">
                <c:v>0.13203880275870133</c:v>
              </c:pt>
              <c:pt idx="327">
                <c:v>0.13203880275870133</c:v>
              </c:pt>
              <c:pt idx="328">
                <c:v>0.13203880275870133</c:v>
              </c:pt>
              <c:pt idx="329">
                <c:v>0.13203880275870133</c:v>
              </c:pt>
              <c:pt idx="330">
                <c:v>0.13203880275870133</c:v>
              </c:pt>
              <c:pt idx="331">
                <c:v>0.13203880275870133</c:v>
              </c:pt>
              <c:pt idx="332">
                <c:v>0.13203880275870133</c:v>
              </c:pt>
              <c:pt idx="333">
                <c:v>0.13203880275870133</c:v>
              </c:pt>
              <c:pt idx="334">
                <c:v>0.13203880275870133</c:v>
              </c:pt>
              <c:pt idx="335">
                <c:v>0.13203880275870133</c:v>
              </c:pt>
              <c:pt idx="336">
                <c:v>0.13203880275870133</c:v>
              </c:pt>
              <c:pt idx="337">
                <c:v>0.13203880275870133</c:v>
              </c:pt>
              <c:pt idx="338">
                <c:v>0.13203880275870133</c:v>
              </c:pt>
              <c:pt idx="339">
                <c:v>0.13203880275870133</c:v>
              </c:pt>
              <c:pt idx="340">
                <c:v>0.13203880275870133</c:v>
              </c:pt>
              <c:pt idx="341">
                <c:v>0.13203880275870133</c:v>
              </c:pt>
              <c:pt idx="342">
                <c:v>0.13203880275870133</c:v>
              </c:pt>
              <c:pt idx="343">
                <c:v>0.13203880275870133</c:v>
              </c:pt>
              <c:pt idx="344">
                <c:v>0.13203880275870133</c:v>
              </c:pt>
              <c:pt idx="345">
                <c:v>0.13203880275870133</c:v>
              </c:pt>
              <c:pt idx="346">
                <c:v>0.13203880275870133</c:v>
              </c:pt>
              <c:pt idx="347">
                <c:v>0.13203880275870133</c:v>
              </c:pt>
              <c:pt idx="348">
                <c:v>0.13203880275870133</c:v>
              </c:pt>
              <c:pt idx="349">
                <c:v>0.13203880275870133</c:v>
              </c:pt>
              <c:pt idx="350">
                <c:v>0.13203880275870133</c:v>
              </c:pt>
              <c:pt idx="351">
                <c:v>0.13203880275870133</c:v>
              </c:pt>
              <c:pt idx="352">
                <c:v>0.13203880275870133</c:v>
              </c:pt>
              <c:pt idx="353">
                <c:v>0.13203880275870133</c:v>
              </c:pt>
              <c:pt idx="354">
                <c:v>0.13203880275870133</c:v>
              </c:pt>
              <c:pt idx="355">
                <c:v>0.13203880275870133</c:v>
              </c:pt>
              <c:pt idx="356">
                <c:v>0.13203880275870133</c:v>
              </c:pt>
              <c:pt idx="357">
                <c:v>0.13203880275870133</c:v>
              </c:pt>
              <c:pt idx="358">
                <c:v>0.13203880275870133</c:v>
              </c:pt>
              <c:pt idx="359">
                <c:v>0.13203880275870133</c:v>
              </c:pt>
              <c:pt idx="360">
                <c:v>0.13203880275870133</c:v>
              </c:pt>
              <c:pt idx="361">
                <c:v>0.13203880275870133</c:v>
              </c:pt>
              <c:pt idx="362">
                <c:v>0.13203880275870133</c:v>
              </c:pt>
              <c:pt idx="363">
                <c:v>0.13203880275870133</c:v>
              </c:pt>
              <c:pt idx="364">
                <c:v>0.13203880275870133</c:v>
              </c:pt>
              <c:pt idx="365">
                <c:v>0.13203880275870133</c:v>
              </c:pt>
              <c:pt idx="366">
                <c:v>0.13203880275870133</c:v>
              </c:pt>
              <c:pt idx="367">
                <c:v>0.13203880275870133</c:v>
              </c:pt>
              <c:pt idx="368">
                <c:v>0.13203880275870133</c:v>
              </c:pt>
              <c:pt idx="369">
                <c:v>0.13203880275870133</c:v>
              </c:pt>
              <c:pt idx="370">
                <c:v>0.13203880275870133</c:v>
              </c:pt>
              <c:pt idx="371">
                <c:v>0.13203880275870133</c:v>
              </c:pt>
              <c:pt idx="372">
                <c:v>0.13203880275870133</c:v>
              </c:pt>
              <c:pt idx="373">
                <c:v>0.13203880275870133</c:v>
              </c:pt>
              <c:pt idx="374">
                <c:v>0.13203880275870133</c:v>
              </c:pt>
              <c:pt idx="375">
                <c:v>0.13203880275870133</c:v>
              </c:pt>
              <c:pt idx="376">
                <c:v>0.13203880275870133</c:v>
              </c:pt>
              <c:pt idx="377">
                <c:v>0.13203880275870133</c:v>
              </c:pt>
              <c:pt idx="378">
                <c:v>0.13203880275870133</c:v>
              </c:pt>
              <c:pt idx="379">
                <c:v>0.13203880275870133</c:v>
              </c:pt>
              <c:pt idx="380">
                <c:v>0.13203880275870133</c:v>
              </c:pt>
              <c:pt idx="381">
                <c:v>0.13203880275870133</c:v>
              </c:pt>
              <c:pt idx="382">
                <c:v>0.13203880275870133</c:v>
              </c:pt>
              <c:pt idx="383">
                <c:v>0.13203880275870133</c:v>
              </c:pt>
              <c:pt idx="384">
                <c:v>0.13203880275870133</c:v>
              </c:pt>
              <c:pt idx="385">
                <c:v>0.13203880275870133</c:v>
              </c:pt>
              <c:pt idx="386">
                <c:v>0.13203880275870133</c:v>
              </c:pt>
              <c:pt idx="387">
                <c:v>0.13203880275870133</c:v>
              </c:pt>
              <c:pt idx="388">
                <c:v>0.13203880275870133</c:v>
              </c:pt>
              <c:pt idx="389">
                <c:v>0.13203880275870133</c:v>
              </c:pt>
              <c:pt idx="390">
                <c:v>0.13203880275870133</c:v>
              </c:pt>
              <c:pt idx="391">
                <c:v>0.13203880275870133</c:v>
              </c:pt>
              <c:pt idx="392">
                <c:v>0.13203880275870133</c:v>
              </c:pt>
              <c:pt idx="393">
                <c:v>0.13203880275870133</c:v>
              </c:pt>
              <c:pt idx="394">
                <c:v>0.13203880275870133</c:v>
              </c:pt>
              <c:pt idx="395">
                <c:v>0.13203880275870133</c:v>
              </c:pt>
              <c:pt idx="396">
                <c:v>0.13203880275870133</c:v>
              </c:pt>
              <c:pt idx="397">
                <c:v>0.13203880275870133</c:v>
              </c:pt>
              <c:pt idx="398">
                <c:v>0.13203880275870133</c:v>
              </c:pt>
              <c:pt idx="399">
                <c:v>0.13203880275870133</c:v>
              </c:pt>
              <c:pt idx="400">
                <c:v>0.13203880275870133</c:v>
              </c:pt>
              <c:pt idx="401">
                <c:v>0.13203880275870133</c:v>
              </c:pt>
              <c:pt idx="402">
                <c:v>0.13203880275870133</c:v>
              </c:pt>
              <c:pt idx="403">
                <c:v>0.13203880275870133</c:v>
              </c:pt>
              <c:pt idx="404">
                <c:v>0.13203880275870133</c:v>
              </c:pt>
              <c:pt idx="405">
                <c:v>0.13203880275870133</c:v>
              </c:pt>
              <c:pt idx="406">
                <c:v>0.13203880275870133</c:v>
              </c:pt>
              <c:pt idx="407">
                <c:v>0.13203880275870133</c:v>
              </c:pt>
              <c:pt idx="408">
                <c:v>0.13203880275870133</c:v>
              </c:pt>
              <c:pt idx="409">
                <c:v>0.13203880275870133</c:v>
              </c:pt>
              <c:pt idx="410">
                <c:v>0.13203880275870133</c:v>
              </c:pt>
              <c:pt idx="411">
                <c:v>0.13203880275870133</c:v>
              </c:pt>
            </c:numLit>
          </c:yVal>
          <c:smooth val="0"/>
        </c:ser>
        <c:ser>
          <c:idx val="6"/>
          <c:order val="6"/>
          <c:tx>
            <c:v>Same order, optimal filling</c:v>
          </c:tx>
          <c:spPr>
            <a:noFill xmlns:a="http://schemas.openxmlformats.org/drawingml/2006/main"/>
            <a:ln xmlns:a="http://schemas.openxmlformats.org/drawingml/2006/main" w="0">
              <a:noFill/>
              <a:prstDash val="solid"/>
            </a:ln>
          </c:spPr>
          <c:marker>
            <c:symbol val="circle"/>
            <c:size val="7"/>
            <c:spPr>
              <a:solidFill xmlns:a="http://schemas.openxmlformats.org/drawingml/2006/main">
                <a:srgbClr val="009E73"/>
              </a:solidFill>
            </c:spPr>
          </c:marker>
          <c:xVal>
            <c:numLit>
              <c:formatCode>General</c:formatCode>
              <c:ptCount val="4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c:v>
              </c:pt>
              <c:pt idx="147">
                <c:v>0</c:v>
              </c:pt>
              <c:pt idx="148">
                <c:v>0</c:v>
              </c:pt>
              <c:pt idx="149">
                <c:v>0</c:v>
              </c:pt>
              <c:pt idx="150">
                <c:v>0</c:v>
              </c:pt>
              <c:pt idx="151">
                <c:v>0</c:v>
              </c:pt>
              <c:pt idx="152">
                <c:v>0</c:v>
              </c:pt>
              <c:pt idx="153">
                <c:v>0</c:v>
              </c:pt>
              <c:pt idx="154">
                <c:v>0</c:v>
              </c:pt>
              <c:pt idx="155">
                <c:v>0</c:v>
              </c:pt>
              <c:pt idx="156">
                <c:v>0</c:v>
              </c:pt>
              <c:pt idx="157">
                <c:v>0</c:v>
              </c:pt>
              <c:pt idx="158">
                <c:v>0</c:v>
              </c:pt>
              <c:pt idx="159">
                <c:v>0</c:v>
              </c:pt>
              <c:pt idx="160">
                <c:v>0</c:v>
              </c:pt>
              <c:pt idx="161">
                <c:v>0</c:v>
              </c:pt>
              <c:pt idx="162">
                <c:v>0</c:v>
              </c:pt>
              <c:pt idx="163">
                <c:v>0</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numLit>
          </c:xVal>
          <c:yVal>
            <c:numLit>
              <c:formatCode>0.0</c:formatCode>
              <c:ptCount val="412"/>
              <c:pt idx="0">
                <c:v>1.283387195849231</c:v>
              </c:pt>
              <c:pt idx="1">
                <c:v>1.283387195849231</c:v>
              </c:pt>
              <c:pt idx="2">
                <c:v>1.283387195849231</c:v>
              </c:pt>
              <c:pt idx="3">
                <c:v>1.283387195849231</c:v>
              </c:pt>
              <c:pt idx="4">
                <c:v>1.283387195849231</c:v>
              </c:pt>
              <c:pt idx="5">
                <c:v>1.283387195849231</c:v>
              </c:pt>
              <c:pt idx="6">
                <c:v>1.283387195849231</c:v>
              </c:pt>
              <c:pt idx="7">
                <c:v>1.283387195849231</c:v>
              </c:pt>
              <c:pt idx="8">
                <c:v>1.283387195849231</c:v>
              </c:pt>
              <c:pt idx="9">
                <c:v>1.283387195849231</c:v>
              </c:pt>
              <c:pt idx="10">
                <c:v>1.283387195849231</c:v>
              </c:pt>
              <c:pt idx="11">
                <c:v>1.283387195849231</c:v>
              </c:pt>
              <c:pt idx="12">
                <c:v>1.283387195849231</c:v>
              </c:pt>
              <c:pt idx="13">
                <c:v>1.283387195849231</c:v>
              </c:pt>
              <c:pt idx="14">
                <c:v>1.283387195849231</c:v>
              </c:pt>
              <c:pt idx="15">
                <c:v>1.283387195849231</c:v>
              </c:pt>
              <c:pt idx="16">
                <c:v>1.283387195849231</c:v>
              </c:pt>
              <c:pt idx="17">
                <c:v>1.283387195849231</c:v>
              </c:pt>
              <c:pt idx="18">
                <c:v>1.283387195849231</c:v>
              </c:pt>
              <c:pt idx="19">
                <c:v>1.283387195849231</c:v>
              </c:pt>
              <c:pt idx="20">
                <c:v>1.283387195849231</c:v>
              </c:pt>
              <c:pt idx="21">
                <c:v>1.283387195849231</c:v>
              </c:pt>
              <c:pt idx="22">
                <c:v>1.283387195849231</c:v>
              </c:pt>
              <c:pt idx="23">
                <c:v>1.283387195849231</c:v>
              </c:pt>
              <c:pt idx="24">
                <c:v>1.283387195849231</c:v>
              </c:pt>
              <c:pt idx="25">
                <c:v>1.283387195849231</c:v>
              </c:pt>
              <c:pt idx="26">
                <c:v>1.283387195849231</c:v>
              </c:pt>
              <c:pt idx="27">
                <c:v>1.283387195849231</c:v>
              </c:pt>
              <c:pt idx="28">
                <c:v>1.283387195849231</c:v>
              </c:pt>
              <c:pt idx="29">
                <c:v>1.283387195849231</c:v>
              </c:pt>
              <c:pt idx="30">
                <c:v>1.283387195849231</c:v>
              </c:pt>
              <c:pt idx="31">
                <c:v>1.283387195849231</c:v>
              </c:pt>
              <c:pt idx="32">
                <c:v>1.283387195849231</c:v>
              </c:pt>
              <c:pt idx="33">
                <c:v>1.283387195849231</c:v>
              </c:pt>
              <c:pt idx="34">
                <c:v>1.283387195849231</c:v>
              </c:pt>
              <c:pt idx="35">
                <c:v>1.283387195849231</c:v>
              </c:pt>
              <c:pt idx="36">
                <c:v>1.283387195849231</c:v>
              </c:pt>
              <c:pt idx="37">
                <c:v>1.283387195849231</c:v>
              </c:pt>
              <c:pt idx="38">
                <c:v>1.283387195849231</c:v>
              </c:pt>
              <c:pt idx="39">
                <c:v>1.283387195849231</c:v>
              </c:pt>
              <c:pt idx="40">
                <c:v>1.283387195849231</c:v>
              </c:pt>
              <c:pt idx="41">
                <c:v>1.283387195849231</c:v>
              </c:pt>
              <c:pt idx="42">
                <c:v>1.283387195849231</c:v>
              </c:pt>
              <c:pt idx="43">
                <c:v>1.283387195849231</c:v>
              </c:pt>
              <c:pt idx="44">
                <c:v>1.283387195849231</c:v>
              </c:pt>
              <c:pt idx="45">
                <c:v>1.283387195849231</c:v>
              </c:pt>
              <c:pt idx="46">
                <c:v>1.283387195849231</c:v>
              </c:pt>
              <c:pt idx="47">
                <c:v>1.283387195849231</c:v>
              </c:pt>
              <c:pt idx="48">
                <c:v>1.283387195849231</c:v>
              </c:pt>
              <c:pt idx="49">
                <c:v>1.283387195849231</c:v>
              </c:pt>
              <c:pt idx="50">
                <c:v>1.283387195849231</c:v>
              </c:pt>
              <c:pt idx="51">
                <c:v>1.283387195849231</c:v>
              </c:pt>
              <c:pt idx="52">
                <c:v>1.283387195849231</c:v>
              </c:pt>
              <c:pt idx="53">
                <c:v>1.283387195849231</c:v>
              </c:pt>
              <c:pt idx="54">
                <c:v>1.283387195849231</c:v>
              </c:pt>
              <c:pt idx="55">
                <c:v>1.283387195849231</c:v>
              </c:pt>
              <c:pt idx="56">
                <c:v>1.283387195849231</c:v>
              </c:pt>
              <c:pt idx="57">
                <c:v>1.283387195849231</c:v>
              </c:pt>
              <c:pt idx="58">
                <c:v>1.283387195849231</c:v>
              </c:pt>
              <c:pt idx="59">
                <c:v>1.283387195849231</c:v>
              </c:pt>
              <c:pt idx="60">
                <c:v>1.283387195849231</c:v>
              </c:pt>
              <c:pt idx="61">
                <c:v>1.283387195849231</c:v>
              </c:pt>
              <c:pt idx="62">
                <c:v>1.283387195849231</c:v>
              </c:pt>
              <c:pt idx="63">
                <c:v>1.283387195849231</c:v>
              </c:pt>
              <c:pt idx="64">
                <c:v>1.283387195849231</c:v>
              </c:pt>
              <c:pt idx="65">
                <c:v>1.283387195849231</c:v>
              </c:pt>
              <c:pt idx="66">
                <c:v>1.283387195849231</c:v>
              </c:pt>
              <c:pt idx="67">
                <c:v>1.283387195849231</c:v>
              </c:pt>
              <c:pt idx="68">
                <c:v>1.283387195849231</c:v>
              </c:pt>
              <c:pt idx="69">
                <c:v>1.283387195849231</c:v>
              </c:pt>
              <c:pt idx="70">
                <c:v>1.283387195849231</c:v>
              </c:pt>
              <c:pt idx="71">
                <c:v>1.283387195849231</c:v>
              </c:pt>
              <c:pt idx="72">
                <c:v>1.283387195849231</c:v>
              </c:pt>
              <c:pt idx="73">
                <c:v>1.283387195849231</c:v>
              </c:pt>
              <c:pt idx="74">
                <c:v>1.283387195849231</c:v>
              </c:pt>
              <c:pt idx="75">
                <c:v>1.283387195849231</c:v>
              </c:pt>
              <c:pt idx="76">
                <c:v>1.283387195849231</c:v>
              </c:pt>
              <c:pt idx="77">
                <c:v>1.283387195849231</c:v>
              </c:pt>
              <c:pt idx="78">
                <c:v>1.283387195849231</c:v>
              </c:pt>
              <c:pt idx="79">
                <c:v>1.283387195849231</c:v>
              </c:pt>
              <c:pt idx="80">
                <c:v>1.283387195849231</c:v>
              </c:pt>
              <c:pt idx="81">
                <c:v>1.283387195849231</c:v>
              </c:pt>
              <c:pt idx="82">
                <c:v>1.283387195849231</c:v>
              </c:pt>
              <c:pt idx="83">
                <c:v>1.283387195849231</c:v>
              </c:pt>
              <c:pt idx="84">
                <c:v>1.283387195849231</c:v>
              </c:pt>
              <c:pt idx="85">
                <c:v>1.283387195849231</c:v>
              </c:pt>
              <c:pt idx="86">
                <c:v>1.283387195849231</c:v>
              </c:pt>
              <c:pt idx="87">
                <c:v>1.283387195849231</c:v>
              </c:pt>
              <c:pt idx="88">
                <c:v>1.283387195849231</c:v>
              </c:pt>
              <c:pt idx="89">
                <c:v>1.283387195849231</c:v>
              </c:pt>
              <c:pt idx="90">
                <c:v>1.283387195849231</c:v>
              </c:pt>
              <c:pt idx="91">
                <c:v>1.283387195849231</c:v>
              </c:pt>
              <c:pt idx="92">
                <c:v>1.283387195849231</c:v>
              </c:pt>
              <c:pt idx="93">
                <c:v>1.283387195849231</c:v>
              </c:pt>
              <c:pt idx="94">
                <c:v>1.283387195849231</c:v>
              </c:pt>
              <c:pt idx="95">
                <c:v>1.283387195849231</c:v>
              </c:pt>
              <c:pt idx="96">
                <c:v>1.283387195849231</c:v>
              </c:pt>
              <c:pt idx="97">
                <c:v>1.283387195849231</c:v>
              </c:pt>
              <c:pt idx="98">
                <c:v>1.283387195849231</c:v>
              </c:pt>
              <c:pt idx="99">
                <c:v>1.283387195849231</c:v>
              </c:pt>
              <c:pt idx="100">
                <c:v>1.283387195849231</c:v>
              </c:pt>
              <c:pt idx="101">
                <c:v>1.283387195849231</c:v>
              </c:pt>
              <c:pt idx="102">
                <c:v>1.283387195849231</c:v>
              </c:pt>
              <c:pt idx="103">
                <c:v>1.283387195849231</c:v>
              </c:pt>
              <c:pt idx="104">
                <c:v>1.283387195849231</c:v>
              </c:pt>
              <c:pt idx="105">
                <c:v>1.283387195849231</c:v>
              </c:pt>
              <c:pt idx="106">
                <c:v>1.283387195849231</c:v>
              </c:pt>
              <c:pt idx="107">
                <c:v>1.283387195849231</c:v>
              </c:pt>
              <c:pt idx="108">
                <c:v>1.283387195849231</c:v>
              </c:pt>
              <c:pt idx="109">
                <c:v>1.283387195849231</c:v>
              </c:pt>
              <c:pt idx="110">
                <c:v>1.283387195849231</c:v>
              </c:pt>
              <c:pt idx="111">
                <c:v>1.283387195849231</c:v>
              </c:pt>
              <c:pt idx="112">
                <c:v>1.283387195849231</c:v>
              </c:pt>
              <c:pt idx="113">
                <c:v>1.283387195849231</c:v>
              </c:pt>
              <c:pt idx="114">
                <c:v>1.283387195849231</c:v>
              </c:pt>
              <c:pt idx="115">
                <c:v>1.283387195849231</c:v>
              </c:pt>
              <c:pt idx="116">
                <c:v>1.283387195849231</c:v>
              </c:pt>
              <c:pt idx="117">
                <c:v>1.283387195849231</c:v>
              </c:pt>
              <c:pt idx="118">
                <c:v>1.283387195849231</c:v>
              </c:pt>
              <c:pt idx="119">
                <c:v>1.283387195849231</c:v>
              </c:pt>
              <c:pt idx="120">
                <c:v>1.283387195849231</c:v>
              </c:pt>
              <c:pt idx="121">
                <c:v>1.283387195849231</c:v>
              </c:pt>
              <c:pt idx="122">
                <c:v>1.283387195849231</c:v>
              </c:pt>
              <c:pt idx="123">
                <c:v>1.283387195849231</c:v>
              </c:pt>
              <c:pt idx="124">
                <c:v>1.283387195849231</c:v>
              </c:pt>
              <c:pt idx="125">
                <c:v>1.283387195849231</c:v>
              </c:pt>
              <c:pt idx="126">
                <c:v>1.283387195849231</c:v>
              </c:pt>
              <c:pt idx="127">
                <c:v>1.283387195849231</c:v>
              </c:pt>
              <c:pt idx="128">
                <c:v>1.283387195849231</c:v>
              </c:pt>
              <c:pt idx="129">
                <c:v>1.283387195849231</c:v>
              </c:pt>
              <c:pt idx="130">
                <c:v>1.283387195849231</c:v>
              </c:pt>
              <c:pt idx="131">
                <c:v>1.283387195849231</c:v>
              </c:pt>
              <c:pt idx="132">
                <c:v>1.283387195849231</c:v>
              </c:pt>
              <c:pt idx="133">
                <c:v>1.283387195849231</c:v>
              </c:pt>
              <c:pt idx="134">
                <c:v>1.283387195849231</c:v>
              </c:pt>
              <c:pt idx="135">
                <c:v>1.283387195849231</c:v>
              </c:pt>
              <c:pt idx="136">
                <c:v>1.283387195849231</c:v>
              </c:pt>
              <c:pt idx="137">
                <c:v>1.283387195849231</c:v>
              </c:pt>
              <c:pt idx="138">
                <c:v>1.283387195849231</c:v>
              </c:pt>
              <c:pt idx="139">
                <c:v>1.283387195849231</c:v>
              </c:pt>
              <c:pt idx="140">
                <c:v>1.283387195849231</c:v>
              </c:pt>
              <c:pt idx="141">
                <c:v>1.283387195849231</c:v>
              </c:pt>
              <c:pt idx="142">
                <c:v>1.283387195849231</c:v>
              </c:pt>
              <c:pt idx="143">
                <c:v>1.283387195849231</c:v>
              </c:pt>
              <c:pt idx="144">
                <c:v>1.283387195849231</c:v>
              </c:pt>
              <c:pt idx="145">
                <c:v>1.283387195849231</c:v>
              </c:pt>
              <c:pt idx="146">
                <c:v>1.283387195849231</c:v>
              </c:pt>
              <c:pt idx="147">
                <c:v>1.283387195849231</c:v>
              </c:pt>
              <c:pt idx="148">
                <c:v>1.283387195849231</c:v>
              </c:pt>
              <c:pt idx="149">
                <c:v>1.283387195849231</c:v>
              </c:pt>
              <c:pt idx="150">
                <c:v>1.283387195849231</c:v>
              </c:pt>
              <c:pt idx="151">
                <c:v>1.283387195849231</c:v>
              </c:pt>
              <c:pt idx="152">
                <c:v>1.283387195849231</c:v>
              </c:pt>
              <c:pt idx="153">
                <c:v>1.283387195849231</c:v>
              </c:pt>
              <c:pt idx="154">
                <c:v>1.283387195849231</c:v>
              </c:pt>
              <c:pt idx="155">
                <c:v>1.283387195849231</c:v>
              </c:pt>
              <c:pt idx="156">
                <c:v>1.283387195849231</c:v>
              </c:pt>
              <c:pt idx="157">
                <c:v>1.283387195849231</c:v>
              </c:pt>
              <c:pt idx="158">
                <c:v>1.283387195849231</c:v>
              </c:pt>
              <c:pt idx="159">
                <c:v>1.283387195849231</c:v>
              </c:pt>
              <c:pt idx="160">
                <c:v>1.283387195849231</c:v>
              </c:pt>
              <c:pt idx="161">
                <c:v>1.283387195849231</c:v>
              </c:pt>
              <c:pt idx="162">
                <c:v>1.283387195849231</c:v>
              </c:pt>
              <c:pt idx="163">
                <c:v>1.283387195849231</c:v>
              </c:pt>
              <c:pt idx="164">
                <c:v>1.283387195849231</c:v>
              </c:pt>
              <c:pt idx="165">
                <c:v>1.283387195849231</c:v>
              </c:pt>
              <c:pt idx="166">
                <c:v>1.283387195849231</c:v>
              </c:pt>
              <c:pt idx="167">
                <c:v>1.283387195849231</c:v>
              </c:pt>
              <c:pt idx="168">
                <c:v>1.283387195849231</c:v>
              </c:pt>
              <c:pt idx="169">
                <c:v>1.283387195849231</c:v>
              </c:pt>
              <c:pt idx="170">
                <c:v>1.283387195849231</c:v>
              </c:pt>
              <c:pt idx="171">
                <c:v>1.283387195849231</c:v>
              </c:pt>
              <c:pt idx="172">
                <c:v>1.283387195849231</c:v>
              </c:pt>
              <c:pt idx="173">
                <c:v>1.283387195849231</c:v>
              </c:pt>
              <c:pt idx="174">
                <c:v>1.283387195849231</c:v>
              </c:pt>
              <c:pt idx="175">
                <c:v>1.283387195849231</c:v>
              </c:pt>
              <c:pt idx="176">
                <c:v>1.283387195849231</c:v>
              </c:pt>
              <c:pt idx="177">
                <c:v>1.283387195849231</c:v>
              </c:pt>
              <c:pt idx="178">
                <c:v>1.283387195849231</c:v>
              </c:pt>
              <c:pt idx="179">
                <c:v>1.283387195849231</c:v>
              </c:pt>
              <c:pt idx="180">
                <c:v>1.283387195849231</c:v>
              </c:pt>
              <c:pt idx="181">
                <c:v>1.283387195849231</c:v>
              </c:pt>
              <c:pt idx="182">
                <c:v>1.283387195849231</c:v>
              </c:pt>
              <c:pt idx="183">
                <c:v>1.283387195849231</c:v>
              </c:pt>
              <c:pt idx="184">
                <c:v>1.283387195849231</c:v>
              </c:pt>
              <c:pt idx="185">
                <c:v>1.283387195849231</c:v>
              </c:pt>
              <c:pt idx="186">
                <c:v>1.283387195849231</c:v>
              </c:pt>
              <c:pt idx="187">
                <c:v>1.283387195849231</c:v>
              </c:pt>
              <c:pt idx="188">
                <c:v>1.283387195849231</c:v>
              </c:pt>
              <c:pt idx="189">
                <c:v>1.283387195849231</c:v>
              </c:pt>
              <c:pt idx="190">
                <c:v>1.283387195849231</c:v>
              </c:pt>
              <c:pt idx="191">
                <c:v>1.283387195849231</c:v>
              </c:pt>
              <c:pt idx="192">
                <c:v>1.283387195849231</c:v>
              </c:pt>
              <c:pt idx="193">
                <c:v>1.283387195849231</c:v>
              </c:pt>
              <c:pt idx="194">
                <c:v>1.283387195849231</c:v>
              </c:pt>
              <c:pt idx="195">
                <c:v>1.283387195849231</c:v>
              </c:pt>
              <c:pt idx="196">
                <c:v>1.283387195849231</c:v>
              </c:pt>
              <c:pt idx="197">
                <c:v>1.283387195849231</c:v>
              </c:pt>
              <c:pt idx="198">
                <c:v>1.283387195849231</c:v>
              </c:pt>
              <c:pt idx="199">
                <c:v>1.283387195849231</c:v>
              </c:pt>
              <c:pt idx="200">
                <c:v>1.283387195849231</c:v>
              </c:pt>
              <c:pt idx="201">
                <c:v>1.283387195849231</c:v>
              </c:pt>
              <c:pt idx="202">
                <c:v>1.283387195849231</c:v>
              </c:pt>
              <c:pt idx="203">
                <c:v>1.283387195849231</c:v>
              </c:pt>
              <c:pt idx="204">
                <c:v>1.283387195849231</c:v>
              </c:pt>
              <c:pt idx="205">
                <c:v>1.283387195849231</c:v>
              </c:pt>
              <c:pt idx="206">
                <c:v>1.283387195849231</c:v>
              </c:pt>
              <c:pt idx="207">
                <c:v>1.283387195849231</c:v>
              </c:pt>
              <c:pt idx="208">
                <c:v>1.283387195849231</c:v>
              </c:pt>
              <c:pt idx="209">
                <c:v>1.283387195849231</c:v>
              </c:pt>
              <c:pt idx="210">
                <c:v>1.283387195849231</c:v>
              </c:pt>
              <c:pt idx="211">
                <c:v>1.283387195849231</c:v>
              </c:pt>
              <c:pt idx="212">
                <c:v>1.283387195849231</c:v>
              </c:pt>
              <c:pt idx="213">
                <c:v>1.283387195849231</c:v>
              </c:pt>
              <c:pt idx="214">
                <c:v>1.283387195849231</c:v>
              </c:pt>
              <c:pt idx="215">
                <c:v>1.283387195849231</c:v>
              </c:pt>
              <c:pt idx="216">
                <c:v>1.283387195849231</c:v>
              </c:pt>
              <c:pt idx="217">
                <c:v>1.283387195849231</c:v>
              </c:pt>
              <c:pt idx="218">
                <c:v>1.283387195849231</c:v>
              </c:pt>
              <c:pt idx="219">
                <c:v>1.283387195849231</c:v>
              </c:pt>
              <c:pt idx="220">
                <c:v>1.283387195849231</c:v>
              </c:pt>
              <c:pt idx="221">
                <c:v>1.283387195849231</c:v>
              </c:pt>
              <c:pt idx="222">
                <c:v>1.283387195849231</c:v>
              </c:pt>
              <c:pt idx="223">
                <c:v>1.283387195849231</c:v>
              </c:pt>
              <c:pt idx="224">
                <c:v>1.283387195849231</c:v>
              </c:pt>
              <c:pt idx="225">
                <c:v>1.283387195849231</c:v>
              </c:pt>
              <c:pt idx="226">
                <c:v>1.283387195849231</c:v>
              </c:pt>
              <c:pt idx="227">
                <c:v>1.283387195849231</c:v>
              </c:pt>
              <c:pt idx="228">
                <c:v>1.283387195849231</c:v>
              </c:pt>
              <c:pt idx="229">
                <c:v>1.283387195849231</c:v>
              </c:pt>
              <c:pt idx="230">
                <c:v>1.283387195849231</c:v>
              </c:pt>
              <c:pt idx="231">
                <c:v>1.283387195849231</c:v>
              </c:pt>
              <c:pt idx="232">
                <c:v>1.283387195849231</c:v>
              </c:pt>
              <c:pt idx="233">
                <c:v>1.283387195849231</c:v>
              </c:pt>
              <c:pt idx="234">
                <c:v>1.283387195849231</c:v>
              </c:pt>
              <c:pt idx="235">
                <c:v>1.283387195849231</c:v>
              </c:pt>
              <c:pt idx="236">
                <c:v>1.283387195849231</c:v>
              </c:pt>
              <c:pt idx="237">
                <c:v>1.283387195849231</c:v>
              </c:pt>
              <c:pt idx="238">
                <c:v>1.283387195849231</c:v>
              </c:pt>
              <c:pt idx="239">
                <c:v>1.283387195849231</c:v>
              </c:pt>
              <c:pt idx="240">
                <c:v>1.283387195849231</c:v>
              </c:pt>
              <c:pt idx="241">
                <c:v>1.283387195849231</c:v>
              </c:pt>
              <c:pt idx="242">
                <c:v>1.283387195849231</c:v>
              </c:pt>
              <c:pt idx="243">
                <c:v>1.283387195849231</c:v>
              </c:pt>
              <c:pt idx="244">
                <c:v>1.283387195849231</c:v>
              </c:pt>
              <c:pt idx="245">
                <c:v>1.283387195849231</c:v>
              </c:pt>
              <c:pt idx="246">
                <c:v>1.283387195849231</c:v>
              </c:pt>
              <c:pt idx="247">
                <c:v>1.283387195849231</c:v>
              </c:pt>
              <c:pt idx="248">
                <c:v>1.283387195849231</c:v>
              </c:pt>
              <c:pt idx="249">
                <c:v>1.283387195849231</c:v>
              </c:pt>
              <c:pt idx="250">
                <c:v>1.283387195849231</c:v>
              </c:pt>
              <c:pt idx="251">
                <c:v>1.283387195849231</c:v>
              </c:pt>
              <c:pt idx="252">
                <c:v>1.283387195849231</c:v>
              </c:pt>
              <c:pt idx="253">
                <c:v>1.283387195849231</c:v>
              </c:pt>
              <c:pt idx="254">
                <c:v>1.283387195849231</c:v>
              </c:pt>
              <c:pt idx="255">
                <c:v>1.283387195849231</c:v>
              </c:pt>
              <c:pt idx="256">
                <c:v>1.283387195849231</c:v>
              </c:pt>
              <c:pt idx="257">
                <c:v>1.283387195849231</c:v>
              </c:pt>
              <c:pt idx="258">
                <c:v>1.283387195849231</c:v>
              </c:pt>
              <c:pt idx="259">
                <c:v>1.283387195849231</c:v>
              </c:pt>
              <c:pt idx="260">
                <c:v>1.283387195849231</c:v>
              </c:pt>
              <c:pt idx="261">
                <c:v>1.283387195849231</c:v>
              </c:pt>
              <c:pt idx="262">
                <c:v>1.283387195849231</c:v>
              </c:pt>
              <c:pt idx="263">
                <c:v>1.283387195849231</c:v>
              </c:pt>
              <c:pt idx="264">
                <c:v>1.283387195849231</c:v>
              </c:pt>
              <c:pt idx="265">
                <c:v>1.283387195849231</c:v>
              </c:pt>
              <c:pt idx="266">
                <c:v>1.283387195849231</c:v>
              </c:pt>
              <c:pt idx="267">
                <c:v>1.283387195849231</c:v>
              </c:pt>
              <c:pt idx="268">
                <c:v>1.283387195849231</c:v>
              </c:pt>
              <c:pt idx="269">
                <c:v>1.283387195849231</c:v>
              </c:pt>
              <c:pt idx="270">
                <c:v>1.283387195849231</c:v>
              </c:pt>
              <c:pt idx="271">
                <c:v>1.283387195849231</c:v>
              </c:pt>
              <c:pt idx="272">
                <c:v>1.283387195849231</c:v>
              </c:pt>
              <c:pt idx="273">
                <c:v>1.283387195849231</c:v>
              </c:pt>
              <c:pt idx="274">
                <c:v>1.283387195849231</c:v>
              </c:pt>
              <c:pt idx="275">
                <c:v>1.283387195849231</c:v>
              </c:pt>
              <c:pt idx="276">
                <c:v>1.283387195849231</c:v>
              </c:pt>
              <c:pt idx="277">
                <c:v>1.283387195849231</c:v>
              </c:pt>
              <c:pt idx="278">
                <c:v>1.283387195849231</c:v>
              </c:pt>
              <c:pt idx="279">
                <c:v>1.283387195849231</c:v>
              </c:pt>
              <c:pt idx="280">
                <c:v>1.283387195849231</c:v>
              </c:pt>
              <c:pt idx="281">
                <c:v>1.283387195849231</c:v>
              </c:pt>
              <c:pt idx="282">
                <c:v>1.283387195849231</c:v>
              </c:pt>
              <c:pt idx="283">
                <c:v>1.283387195849231</c:v>
              </c:pt>
              <c:pt idx="284">
                <c:v>1.283387195849231</c:v>
              </c:pt>
              <c:pt idx="285">
                <c:v>1.283387195849231</c:v>
              </c:pt>
              <c:pt idx="286">
                <c:v>1.283387195849231</c:v>
              </c:pt>
              <c:pt idx="287">
                <c:v>1.283387195849231</c:v>
              </c:pt>
              <c:pt idx="288">
                <c:v>1.283387195849231</c:v>
              </c:pt>
              <c:pt idx="289">
                <c:v>1.283387195849231</c:v>
              </c:pt>
              <c:pt idx="290">
                <c:v>1.283387195849231</c:v>
              </c:pt>
              <c:pt idx="291">
                <c:v>1.283387195849231</c:v>
              </c:pt>
              <c:pt idx="292">
                <c:v>1.283387195849231</c:v>
              </c:pt>
              <c:pt idx="293">
                <c:v>1.283387195849231</c:v>
              </c:pt>
              <c:pt idx="294">
                <c:v>1.283387195849231</c:v>
              </c:pt>
              <c:pt idx="295">
                <c:v>1.283387195849231</c:v>
              </c:pt>
              <c:pt idx="296">
                <c:v>1.283387195849231</c:v>
              </c:pt>
              <c:pt idx="297">
                <c:v>1.283387195849231</c:v>
              </c:pt>
              <c:pt idx="298">
                <c:v>1.283387195849231</c:v>
              </c:pt>
              <c:pt idx="299">
                <c:v>1.283387195849231</c:v>
              </c:pt>
              <c:pt idx="300">
                <c:v>1.283387195849231</c:v>
              </c:pt>
              <c:pt idx="301">
                <c:v>1.283387195849231</c:v>
              </c:pt>
              <c:pt idx="302">
                <c:v>1.283387195849231</c:v>
              </c:pt>
              <c:pt idx="303">
                <c:v>1.283387195849231</c:v>
              </c:pt>
              <c:pt idx="304">
                <c:v>1.283387195849231</c:v>
              </c:pt>
              <c:pt idx="305">
                <c:v>1.283387195849231</c:v>
              </c:pt>
              <c:pt idx="306">
                <c:v>1.283387195849231</c:v>
              </c:pt>
              <c:pt idx="307">
                <c:v>1.283387195849231</c:v>
              </c:pt>
              <c:pt idx="308">
                <c:v>1.283387195849231</c:v>
              </c:pt>
              <c:pt idx="309">
                <c:v>1.283387195849231</c:v>
              </c:pt>
              <c:pt idx="310">
                <c:v>1.283387195849231</c:v>
              </c:pt>
              <c:pt idx="311">
                <c:v>1.283387195849231</c:v>
              </c:pt>
              <c:pt idx="312">
                <c:v>1.283387195849231</c:v>
              </c:pt>
              <c:pt idx="313">
                <c:v>1.283387195849231</c:v>
              </c:pt>
              <c:pt idx="314">
                <c:v>1.283387195849231</c:v>
              </c:pt>
              <c:pt idx="315">
                <c:v>1.283387195849231</c:v>
              </c:pt>
              <c:pt idx="316">
                <c:v>1.283387195849231</c:v>
              </c:pt>
              <c:pt idx="317">
                <c:v>1.283387195849231</c:v>
              </c:pt>
              <c:pt idx="318">
                <c:v>1.283387195849231</c:v>
              </c:pt>
              <c:pt idx="319">
                <c:v>1.283387195849231</c:v>
              </c:pt>
              <c:pt idx="320">
                <c:v>1.283387195849231</c:v>
              </c:pt>
              <c:pt idx="321">
                <c:v>1.283387195849231</c:v>
              </c:pt>
              <c:pt idx="322">
                <c:v>1.283387195849231</c:v>
              </c:pt>
              <c:pt idx="323">
                <c:v>1.283387195849231</c:v>
              </c:pt>
              <c:pt idx="324">
                <c:v>1.283387195849231</c:v>
              </c:pt>
              <c:pt idx="325">
                <c:v>1.283387195849231</c:v>
              </c:pt>
              <c:pt idx="326">
                <c:v>1.283387195849231</c:v>
              </c:pt>
              <c:pt idx="327">
                <c:v>1.283387195849231</c:v>
              </c:pt>
              <c:pt idx="328">
                <c:v>1.283387195849231</c:v>
              </c:pt>
              <c:pt idx="329">
                <c:v>1.283387195849231</c:v>
              </c:pt>
              <c:pt idx="330">
                <c:v>1.283387195849231</c:v>
              </c:pt>
              <c:pt idx="331">
                <c:v>1.283387195849231</c:v>
              </c:pt>
              <c:pt idx="332">
                <c:v>1.283387195849231</c:v>
              </c:pt>
              <c:pt idx="333">
                <c:v>1.283387195849231</c:v>
              </c:pt>
              <c:pt idx="334">
                <c:v>1.283387195849231</c:v>
              </c:pt>
              <c:pt idx="335">
                <c:v>1.283387195849231</c:v>
              </c:pt>
              <c:pt idx="336">
                <c:v>1.283387195849231</c:v>
              </c:pt>
              <c:pt idx="337">
                <c:v>1.283387195849231</c:v>
              </c:pt>
              <c:pt idx="338">
                <c:v>1.283387195849231</c:v>
              </c:pt>
              <c:pt idx="339">
                <c:v>1.283387195849231</c:v>
              </c:pt>
              <c:pt idx="340">
                <c:v>1.283387195849231</c:v>
              </c:pt>
              <c:pt idx="341">
                <c:v>1.283387195849231</c:v>
              </c:pt>
              <c:pt idx="342">
                <c:v>1.283387195849231</c:v>
              </c:pt>
              <c:pt idx="343">
                <c:v>1.283387195849231</c:v>
              </c:pt>
              <c:pt idx="344">
                <c:v>1.283387195849231</c:v>
              </c:pt>
              <c:pt idx="345">
                <c:v>1.283387195849231</c:v>
              </c:pt>
              <c:pt idx="346">
                <c:v>1.283387195849231</c:v>
              </c:pt>
              <c:pt idx="347">
                <c:v>1.283387195849231</c:v>
              </c:pt>
              <c:pt idx="348">
                <c:v>1.283387195849231</c:v>
              </c:pt>
              <c:pt idx="349">
                <c:v>1.283387195849231</c:v>
              </c:pt>
              <c:pt idx="350">
                <c:v>1.283387195849231</c:v>
              </c:pt>
              <c:pt idx="351">
                <c:v>1.283387195849231</c:v>
              </c:pt>
              <c:pt idx="352">
                <c:v>1.283387195849231</c:v>
              </c:pt>
              <c:pt idx="353">
                <c:v>1.283387195849231</c:v>
              </c:pt>
              <c:pt idx="354">
                <c:v>1.283387195849231</c:v>
              </c:pt>
              <c:pt idx="355">
                <c:v>1.283387195849231</c:v>
              </c:pt>
              <c:pt idx="356">
                <c:v>1.283387195849231</c:v>
              </c:pt>
              <c:pt idx="357">
                <c:v>1.283387195849231</c:v>
              </c:pt>
              <c:pt idx="358">
                <c:v>1.283387195849231</c:v>
              </c:pt>
              <c:pt idx="359">
                <c:v>1.283387195849231</c:v>
              </c:pt>
              <c:pt idx="360">
                <c:v>1.283387195849231</c:v>
              </c:pt>
              <c:pt idx="361">
                <c:v>1.283387195849231</c:v>
              </c:pt>
              <c:pt idx="362">
                <c:v>1.283387195849231</c:v>
              </c:pt>
              <c:pt idx="363">
                <c:v>1.283387195849231</c:v>
              </c:pt>
              <c:pt idx="364">
                <c:v>1.283387195849231</c:v>
              </c:pt>
              <c:pt idx="365">
                <c:v>1.283387195849231</c:v>
              </c:pt>
              <c:pt idx="366">
                <c:v>1.283387195849231</c:v>
              </c:pt>
              <c:pt idx="367">
                <c:v>1.283387195849231</c:v>
              </c:pt>
              <c:pt idx="368">
                <c:v>1.283387195849231</c:v>
              </c:pt>
              <c:pt idx="369">
                <c:v>1.283387195849231</c:v>
              </c:pt>
              <c:pt idx="370">
                <c:v>1.283387195849231</c:v>
              </c:pt>
              <c:pt idx="371">
                <c:v>1.283387195849231</c:v>
              </c:pt>
              <c:pt idx="372">
                <c:v>1.283387195849231</c:v>
              </c:pt>
              <c:pt idx="373">
                <c:v>1.283387195849231</c:v>
              </c:pt>
              <c:pt idx="374">
                <c:v>1.283387195849231</c:v>
              </c:pt>
              <c:pt idx="375">
                <c:v>1.283387195849231</c:v>
              </c:pt>
              <c:pt idx="376">
                <c:v>1.283387195849231</c:v>
              </c:pt>
              <c:pt idx="377">
                <c:v>1.283387195849231</c:v>
              </c:pt>
              <c:pt idx="378">
                <c:v>1.283387195849231</c:v>
              </c:pt>
              <c:pt idx="379">
                <c:v>1.283387195849231</c:v>
              </c:pt>
              <c:pt idx="380">
                <c:v>1.283387195849231</c:v>
              </c:pt>
              <c:pt idx="381">
                <c:v>1.283387195849231</c:v>
              </c:pt>
              <c:pt idx="382">
                <c:v>1.283387195849231</c:v>
              </c:pt>
              <c:pt idx="383">
                <c:v>1.283387195849231</c:v>
              </c:pt>
              <c:pt idx="384">
                <c:v>1.283387195849231</c:v>
              </c:pt>
              <c:pt idx="385">
                <c:v>1.283387195849231</c:v>
              </c:pt>
              <c:pt idx="386">
                <c:v>1.283387195849231</c:v>
              </c:pt>
              <c:pt idx="387">
                <c:v>1.283387195849231</c:v>
              </c:pt>
              <c:pt idx="388">
                <c:v>1.283387195849231</c:v>
              </c:pt>
              <c:pt idx="389">
                <c:v>1.283387195849231</c:v>
              </c:pt>
              <c:pt idx="390">
                <c:v>1.283387195849231</c:v>
              </c:pt>
              <c:pt idx="391">
                <c:v>1.283387195849231</c:v>
              </c:pt>
              <c:pt idx="392">
                <c:v>1.283387195849231</c:v>
              </c:pt>
              <c:pt idx="393">
                <c:v>1.283387195849231</c:v>
              </c:pt>
              <c:pt idx="394">
                <c:v>1.283387195849231</c:v>
              </c:pt>
              <c:pt idx="395">
                <c:v>1.283387195849231</c:v>
              </c:pt>
              <c:pt idx="396">
                <c:v>1.283387195849231</c:v>
              </c:pt>
              <c:pt idx="397">
                <c:v>1.283387195849231</c:v>
              </c:pt>
              <c:pt idx="398">
                <c:v>1.283387195849231</c:v>
              </c:pt>
              <c:pt idx="399">
                <c:v>1.283387195849231</c:v>
              </c:pt>
              <c:pt idx="400">
                <c:v>1.283387195849231</c:v>
              </c:pt>
              <c:pt idx="401">
                <c:v>1.283387195849231</c:v>
              </c:pt>
              <c:pt idx="402">
                <c:v>1.283387195849231</c:v>
              </c:pt>
              <c:pt idx="403">
                <c:v>1.283387195849231</c:v>
              </c:pt>
              <c:pt idx="404">
                <c:v>1.283387195849231</c:v>
              </c:pt>
              <c:pt idx="405">
                <c:v>1.283387195849231</c:v>
              </c:pt>
              <c:pt idx="406">
                <c:v>1.283387195849231</c:v>
              </c:pt>
              <c:pt idx="407">
                <c:v>1.283387195849231</c:v>
              </c:pt>
              <c:pt idx="408">
                <c:v>1.283387195849231</c:v>
              </c:pt>
              <c:pt idx="409">
                <c:v>1.283387195849231</c:v>
              </c:pt>
              <c:pt idx="410">
                <c:v>1.283387195849231</c:v>
              </c:pt>
              <c:pt idx="411">
                <c:v>1.283387195849231</c:v>
              </c:pt>
            </c:numLit>
          </c:yVal>
          <c:smooth val="0"/>
        </c:ser>
        <c:ser>
          <c:idx val="7"/>
          <c:order val="7"/>
          <c:tx>
            <c:v>Same order, optimal filling</c:v>
          </c:tx>
          <c:spPr>
            <a:noFill xmlns:a="http://schemas.openxmlformats.org/drawingml/2006/main"/>
            <a:ln xmlns:a="http://schemas.openxmlformats.org/drawingml/2006/main" w="0">
              <a:noFill/>
              <a:prstDash val="solid"/>
            </a:ln>
          </c:spPr>
          <c:marker>
            <c:symbol val="circle"/>
            <c:size val="7"/>
            <c:spPr>
              <a:solidFill xmlns:a="http://schemas.openxmlformats.org/drawingml/2006/main">
                <a:srgbClr val="009E73"/>
              </a:solidFill>
            </c:spPr>
          </c:marker>
          <c:xVal>
            <c:numLit>
              <c:formatCode>General</c:formatCode>
              <c:ptCount val="412"/>
              <c:pt idx="0">
                <c:v>1.051613481748875</c:v>
              </c:pt>
              <c:pt idx="1">
                <c:v>1.051613481748875</c:v>
              </c:pt>
              <c:pt idx="2">
                <c:v>1.051613481748875</c:v>
              </c:pt>
              <c:pt idx="3">
                <c:v>1.051613481748875</c:v>
              </c:pt>
              <c:pt idx="4">
                <c:v>1.051613481748875</c:v>
              </c:pt>
              <c:pt idx="5">
                <c:v>1.051613481748875</c:v>
              </c:pt>
              <c:pt idx="6">
                <c:v>1.051613481748875</c:v>
              </c:pt>
              <c:pt idx="7">
                <c:v>1.051613481748875</c:v>
              </c:pt>
              <c:pt idx="8">
                <c:v>1.051613481748875</c:v>
              </c:pt>
              <c:pt idx="9">
                <c:v>1.051613481748875</c:v>
              </c:pt>
              <c:pt idx="10">
                <c:v>1.051613481748875</c:v>
              </c:pt>
              <c:pt idx="11">
                <c:v>1.051613481748875</c:v>
              </c:pt>
              <c:pt idx="12">
                <c:v>1.051613481748875</c:v>
              </c:pt>
              <c:pt idx="13">
                <c:v>1.051613481748875</c:v>
              </c:pt>
              <c:pt idx="14">
                <c:v>1.051613481748875</c:v>
              </c:pt>
              <c:pt idx="15">
                <c:v>1.051613481748875</c:v>
              </c:pt>
              <c:pt idx="16">
                <c:v>1.051613481748875</c:v>
              </c:pt>
              <c:pt idx="17">
                <c:v>1.051613481748875</c:v>
              </c:pt>
              <c:pt idx="18">
                <c:v>1.051613481748875</c:v>
              </c:pt>
              <c:pt idx="19">
                <c:v>1.051613481748875</c:v>
              </c:pt>
              <c:pt idx="20">
                <c:v>1.051613481748875</c:v>
              </c:pt>
              <c:pt idx="21">
                <c:v>1.051613481748875</c:v>
              </c:pt>
              <c:pt idx="22">
                <c:v>1.051613481748875</c:v>
              </c:pt>
              <c:pt idx="23">
                <c:v>1.051613481748875</c:v>
              </c:pt>
              <c:pt idx="24">
                <c:v>1.051613481748875</c:v>
              </c:pt>
              <c:pt idx="25">
                <c:v>1.051613481748875</c:v>
              </c:pt>
              <c:pt idx="26">
                <c:v>1.051613481748875</c:v>
              </c:pt>
              <c:pt idx="27">
                <c:v>1.051613481748875</c:v>
              </c:pt>
              <c:pt idx="28">
                <c:v>1.051613481748875</c:v>
              </c:pt>
              <c:pt idx="29">
                <c:v>1.051613481748875</c:v>
              </c:pt>
              <c:pt idx="30">
                <c:v>1.051613481748875</c:v>
              </c:pt>
              <c:pt idx="31">
                <c:v>1.051613481748875</c:v>
              </c:pt>
              <c:pt idx="32">
                <c:v>1.051613481748875</c:v>
              </c:pt>
              <c:pt idx="33">
                <c:v>1.051613481748875</c:v>
              </c:pt>
              <c:pt idx="34">
                <c:v>1.051613481748875</c:v>
              </c:pt>
              <c:pt idx="35">
                <c:v>1.051613481748875</c:v>
              </c:pt>
              <c:pt idx="36">
                <c:v>1.051613481748875</c:v>
              </c:pt>
              <c:pt idx="37">
                <c:v>1.051613481748875</c:v>
              </c:pt>
              <c:pt idx="38">
                <c:v>1.051613481748875</c:v>
              </c:pt>
              <c:pt idx="39">
                <c:v>1.051613481748875</c:v>
              </c:pt>
              <c:pt idx="40">
                <c:v>1.051613481748875</c:v>
              </c:pt>
              <c:pt idx="41">
                <c:v>1.051613481748875</c:v>
              </c:pt>
              <c:pt idx="42">
                <c:v>1.051613481748875</c:v>
              </c:pt>
              <c:pt idx="43">
                <c:v>1.051613481748875</c:v>
              </c:pt>
              <c:pt idx="44">
                <c:v>1.051613481748875</c:v>
              </c:pt>
              <c:pt idx="45">
                <c:v>1.051613481748875</c:v>
              </c:pt>
              <c:pt idx="46">
                <c:v>1.051613481748875</c:v>
              </c:pt>
              <c:pt idx="47">
                <c:v>1.051613481748875</c:v>
              </c:pt>
              <c:pt idx="48">
                <c:v>1.051613481748875</c:v>
              </c:pt>
              <c:pt idx="49">
                <c:v>1.051613481748875</c:v>
              </c:pt>
              <c:pt idx="50">
                <c:v>1.051613481748875</c:v>
              </c:pt>
              <c:pt idx="51">
                <c:v>1.051613481748875</c:v>
              </c:pt>
              <c:pt idx="52">
                <c:v>1.051613481748875</c:v>
              </c:pt>
              <c:pt idx="53">
                <c:v>1.051613481748875</c:v>
              </c:pt>
              <c:pt idx="54">
                <c:v>1.051613481748875</c:v>
              </c:pt>
              <c:pt idx="55">
                <c:v>1.051613481748875</c:v>
              </c:pt>
              <c:pt idx="56">
                <c:v>1.051613481748875</c:v>
              </c:pt>
              <c:pt idx="57">
                <c:v>1.051613481748875</c:v>
              </c:pt>
              <c:pt idx="58">
                <c:v>1.051613481748875</c:v>
              </c:pt>
              <c:pt idx="59">
                <c:v>1.051613481748875</c:v>
              </c:pt>
              <c:pt idx="60">
                <c:v>1.051613481748875</c:v>
              </c:pt>
              <c:pt idx="61">
                <c:v>1.051613481748875</c:v>
              </c:pt>
              <c:pt idx="62">
                <c:v>1.051613481748875</c:v>
              </c:pt>
              <c:pt idx="63">
                <c:v>1.051613481748875</c:v>
              </c:pt>
              <c:pt idx="64">
                <c:v>1.051613481748875</c:v>
              </c:pt>
              <c:pt idx="65">
                <c:v>1.051613481748875</c:v>
              </c:pt>
              <c:pt idx="66">
                <c:v>1.051613481748875</c:v>
              </c:pt>
              <c:pt idx="67">
                <c:v>1.051613481748875</c:v>
              </c:pt>
              <c:pt idx="68">
                <c:v>1.051613481748875</c:v>
              </c:pt>
              <c:pt idx="69">
                <c:v>1.051613481748875</c:v>
              </c:pt>
              <c:pt idx="70">
                <c:v>1.051613481748875</c:v>
              </c:pt>
              <c:pt idx="71">
                <c:v>1.051613481748875</c:v>
              </c:pt>
              <c:pt idx="72">
                <c:v>1.051613481748875</c:v>
              </c:pt>
              <c:pt idx="73">
                <c:v>1.051613481748875</c:v>
              </c:pt>
              <c:pt idx="74">
                <c:v>1.051613481748875</c:v>
              </c:pt>
              <c:pt idx="75">
                <c:v>1.051613481748875</c:v>
              </c:pt>
              <c:pt idx="76">
                <c:v>1.051613481748875</c:v>
              </c:pt>
              <c:pt idx="77">
                <c:v>1.051613481748875</c:v>
              </c:pt>
              <c:pt idx="78">
                <c:v>1.051613481748875</c:v>
              </c:pt>
              <c:pt idx="79">
                <c:v>1.051613481748875</c:v>
              </c:pt>
              <c:pt idx="80">
                <c:v>1.051613481748875</c:v>
              </c:pt>
              <c:pt idx="81">
                <c:v>1.051613481748875</c:v>
              </c:pt>
              <c:pt idx="82">
                <c:v>1.051613481748875</c:v>
              </c:pt>
              <c:pt idx="83">
                <c:v>1.051613481748875</c:v>
              </c:pt>
              <c:pt idx="84">
                <c:v>1.051613481748875</c:v>
              </c:pt>
              <c:pt idx="85">
                <c:v>1.051613481748875</c:v>
              </c:pt>
              <c:pt idx="86">
                <c:v>1.051613481748875</c:v>
              </c:pt>
              <c:pt idx="87">
                <c:v>1.051613481748875</c:v>
              </c:pt>
              <c:pt idx="88">
                <c:v>1.051613481748875</c:v>
              </c:pt>
              <c:pt idx="89">
                <c:v>1.051613481748875</c:v>
              </c:pt>
              <c:pt idx="90">
                <c:v>1.051613481748875</c:v>
              </c:pt>
              <c:pt idx="91">
                <c:v>1.051613481748875</c:v>
              </c:pt>
              <c:pt idx="92">
                <c:v>1.051613481748875</c:v>
              </c:pt>
              <c:pt idx="93">
                <c:v>1.051613481748875</c:v>
              </c:pt>
              <c:pt idx="94">
                <c:v>1.051613481748875</c:v>
              </c:pt>
              <c:pt idx="95">
                <c:v>1.051613481748875</c:v>
              </c:pt>
              <c:pt idx="96">
                <c:v>1.051613481748875</c:v>
              </c:pt>
              <c:pt idx="97">
                <c:v>1.051613481748875</c:v>
              </c:pt>
              <c:pt idx="98">
                <c:v>1.051613481748875</c:v>
              </c:pt>
              <c:pt idx="99">
                <c:v>1.051613481748875</c:v>
              </c:pt>
              <c:pt idx="100">
                <c:v>1.051613481748875</c:v>
              </c:pt>
              <c:pt idx="101">
                <c:v>1.051613481748875</c:v>
              </c:pt>
              <c:pt idx="102">
                <c:v>1.051613481748875</c:v>
              </c:pt>
              <c:pt idx="103">
                <c:v>1.051613481748875</c:v>
              </c:pt>
              <c:pt idx="104">
                <c:v>1.051613481748875</c:v>
              </c:pt>
              <c:pt idx="105">
                <c:v>1.051613481748875</c:v>
              </c:pt>
              <c:pt idx="106">
                <c:v>1.051613481748875</c:v>
              </c:pt>
              <c:pt idx="107">
                <c:v>1.051613481748875</c:v>
              </c:pt>
              <c:pt idx="108">
                <c:v>1.051613481748875</c:v>
              </c:pt>
              <c:pt idx="109">
                <c:v>1.051613481748875</c:v>
              </c:pt>
              <c:pt idx="110">
                <c:v>1.051613481748875</c:v>
              </c:pt>
              <c:pt idx="111">
                <c:v>1.051613481748875</c:v>
              </c:pt>
              <c:pt idx="112">
                <c:v>1.051613481748875</c:v>
              </c:pt>
              <c:pt idx="113">
                <c:v>1.051613481748875</c:v>
              </c:pt>
              <c:pt idx="114">
                <c:v>1.051613481748875</c:v>
              </c:pt>
              <c:pt idx="115">
                <c:v>1.051613481748875</c:v>
              </c:pt>
              <c:pt idx="116">
                <c:v>1.051613481748875</c:v>
              </c:pt>
              <c:pt idx="117">
                <c:v>1.051613481748875</c:v>
              </c:pt>
              <c:pt idx="118">
                <c:v>1.051613481748875</c:v>
              </c:pt>
              <c:pt idx="119">
                <c:v>1.051613481748875</c:v>
              </c:pt>
              <c:pt idx="120">
                <c:v>1.051613481748875</c:v>
              </c:pt>
              <c:pt idx="121">
                <c:v>1.051613481748875</c:v>
              </c:pt>
              <c:pt idx="122">
                <c:v>1.051613481748875</c:v>
              </c:pt>
              <c:pt idx="123">
                <c:v>1.051613481748875</c:v>
              </c:pt>
              <c:pt idx="124">
                <c:v>1.051613481748875</c:v>
              </c:pt>
              <c:pt idx="125">
                <c:v>1.051613481748875</c:v>
              </c:pt>
              <c:pt idx="126">
                <c:v>1.051613481748875</c:v>
              </c:pt>
              <c:pt idx="127">
                <c:v>1.051613481748875</c:v>
              </c:pt>
              <c:pt idx="128">
                <c:v>1.051613481748875</c:v>
              </c:pt>
              <c:pt idx="129">
                <c:v>1.051613481748875</c:v>
              </c:pt>
              <c:pt idx="130">
                <c:v>1.051613481748875</c:v>
              </c:pt>
              <c:pt idx="131">
                <c:v>1.051613481748875</c:v>
              </c:pt>
              <c:pt idx="132">
                <c:v>1.051613481748875</c:v>
              </c:pt>
              <c:pt idx="133">
                <c:v>1.051613481748875</c:v>
              </c:pt>
              <c:pt idx="134">
                <c:v>1.051613481748875</c:v>
              </c:pt>
              <c:pt idx="135">
                <c:v>1.051613481748875</c:v>
              </c:pt>
              <c:pt idx="136">
                <c:v>1.051613481748875</c:v>
              </c:pt>
              <c:pt idx="137">
                <c:v>1.051613481748875</c:v>
              </c:pt>
              <c:pt idx="138">
                <c:v>1.051613481748875</c:v>
              </c:pt>
              <c:pt idx="139">
                <c:v>1.051613481748875</c:v>
              </c:pt>
              <c:pt idx="140">
                <c:v>1.051613481748875</c:v>
              </c:pt>
              <c:pt idx="141">
                <c:v>1.051613481748875</c:v>
              </c:pt>
              <c:pt idx="142">
                <c:v>1.051613481748875</c:v>
              </c:pt>
              <c:pt idx="143">
                <c:v>1.051613481748875</c:v>
              </c:pt>
              <c:pt idx="144">
                <c:v>1.051613481748875</c:v>
              </c:pt>
              <c:pt idx="145">
                <c:v>1.051613481748875</c:v>
              </c:pt>
              <c:pt idx="146">
                <c:v>1.051613481748875</c:v>
              </c:pt>
              <c:pt idx="147">
                <c:v>1.051613481748875</c:v>
              </c:pt>
              <c:pt idx="148">
                <c:v>1.051613481748875</c:v>
              </c:pt>
              <c:pt idx="149">
                <c:v>1.051613481748875</c:v>
              </c:pt>
              <c:pt idx="150">
                <c:v>1.051613481748875</c:v>
              </c:pt>
              <c:pt idx="151">
                <c:v>1.051613481748875</c:v>
              </c:pt>
              <c:pt idx="152">
                <c:v>1.051613481748875</c:v>
              </c:pt>
              <c:pt idx="153">
                <c:v>1.051613481748875</c:v>
              </c:pt>
              <c:pt idx="154">
                <c:v>1.051613481748875</c:v>
              </c:pt>
              <c:pt idx="155">
                <c:v>1.051613481748875</c:v>
              </c:pt>
              <c:pt idx="156">
                <c:v>1.051613481748875</c:v>
              </c:pt>
              <c:pt idx="157">
                <c:v>1.051613481748875</c:v>
              </c:pt>
              <c:pt idx="158">
                <c:v>1.051613481748875</c:v>
              </c:pt>
              <c:pt idx="159">
                <c:v>1.051613481748875</c:v>
              </c:pt>
              <c:pt idx="160">
                <c:v>1.051613481748875</c:v>
              </c:pt>
              <c:pt idx="161">
                <c:v>1.051613481748875</c:v>
              </c:pt>
              <c:pt idx="162">
                <c:v>1.051613481748875</c:v>
              </c:pt>
              <c:pt idx="163">
                <c:v>1.051613481748875</c:v>
              </c:pt>
              <c:pt idx="164">
                <c:v>1.051613481748875</c:v>
              </c:pt>
              <c:pt idx="165">
                <c:v>1.051613481748875</c:v>
              </c:pt>
              <c:pt idx="166">
                <c:v>1.051613481748875</c:v>
              </c:pt>
              <c:pt idx="167">
                <c:v>1.051613481748875</c:v>
              </c:pt>
              <c:pt idx="168">
                <c:v>1.051613481748875</c:v>
              </c:pt>
              <c:pt idx="169">
                <c:v>1.051613481748875</c:v>
              </c:pt>
              <c:pt idx="170">
                <c:v>1.051613481748875</c:v>
              </c:pt>
              <c:pt idx="171">
                <c:v>1.051613481748875</c:v>
              </c:pt>
              <c:pt idx="172">
                <c:v>1.051613481748875</c:v>
              </c:pt>
              <c:pt idx="173">
                <c:v>1.051613481748875</c:v>
              </c:pt>
              <c:pt idx="174">
                <c:v>1.051613481748875</c:v>
              </c:pt>
              <c:pt idx="175">
                <c:v>1.051613481748875</c:v>
              </c:pt>
              <c:pt idx="176">
                <c:v>1.051613481748875</c:v>
              </c:pt>
              <c:pt idx="177">
                <c:v>1.051613481748875</c:v>
              </c:pt>
              <c:pt idx="178">
                <c:v>1.051613481748875</c:v>
              </c:pt>
              <c:pt idx="179">
                <c:v>1.051613481748875</c:v>
              </c:pt>
              <c:pt idx="180">
                <c:v>1.051613481748875</c:v>
              </c:pt>
              <c:pt idx="181">
                <c:v>1.051613481748875</c:v>
              </c:pt>
              <c:pt idx="182">
                <c:v>1.051613481748875</c:v>
              </c:pt>
              <c:pt idx="183">
                <c:v>1.051613481748875</c:v>
              </c:pt>
              <c:pt idx="184">
                <c:v>1.051613481748875</c:v>
              </c:pt>
              <c:pt idx="185">
                <c:v>1.051613481748875</c:v>
              </c:pt>
              <c:pt idx="186">
                <c:v>1.051613481748875</c:v>
              </c:pt>
              <c:pt idx="187">
                <c:v>1.051613481748875</c:v>
              </c:pt>
              <c:pt idx="188">
                <c:v>1.051613481748875</c:v>
              </c:pt>
              <c:pt idx="189">
                <c:v>1.051613481748875</c:v>
              </c:pt>
              <c:pt idx="190">
                <c:v>1.051613481748875</c:v>
              </c:pt>
              <c:pt idx="191">
                <c:v>1.051613481748875</c:v>
              </c:pt>
              <c:pt idx="192">
                <c:v>1.051613481748875</c:v>
              </c:pt>
              <c:pt idx="193">
                <c:v>1.051613481748875</c:v>
              </c:pt>
              <c:pt idx="194">
                <c:v>1.051613481748875</c:v>
              </c:pt>
              <c:pt idx="195">
                <c:v>1.051613481748875</c:v>
              </c:pt>
              <c:pt idx="196">
                <c:v>1.051613481748875</c:v>
              </c:pt>
              <c:pt idx="197">
                <c:v>1.051613481748875</c:v>
              </c:pt>
              <c:pt idx="198">
                <c:v>1.051613481748875</c:v>
              </c:pt>
              <c:pt idx="199">
                <c:v>1.051613481748875</c:v>
              </c:pt>
              <c:pt idx="200">
                <c:v>1.051613481748875</c:v>
              </c:pt>
              <c:pt idx="201">
                <c:v>1.051613481748875</c:v>
              </c:pt>
              <c:pt idx="202">
                <c:v>1.051613481748875</c:v>
              </c:pt>
              <c:pt idx="203">
                <c:v>1.051613481748875</c:v>
              </c:pt>
              <c:pt idx="204">
                <c:v>1.051613481748875</c:v>
              </c:pt>
              <c:pt idx="205">
                <c:v>1.051613481748875</c:v>
              </c:pt>
              <c:pt idx="206">
                <c:v>1.051613481748875</c:v>
              </c:pt>
              <c:pt idx="207">
                <c:v>1.051613481748875</c:v>
              </c:pt>
              <c:pt idx="208">
                <c:v>1.051613481748875</c:v>
              </c:pt>
              <c:pt idx="209">
                <c:v>1.051613481748875</c:v>
              </c:pt>
              <c:pt idx="210">
                <c:v>1.051613481748875</c:v>
              </c:pt>
              <c:pt idx="211">
                <c:v>1.051613481748875</c:v>
              </c:pt>
              <c:pt idx="212">
                <c:v>1.051613481748875</c:v>
              </c:pt>
              <c:pt idx="213">
                <c:v>1.051613481748875</c:v>
              </c:pt>
              <c:pt idx="214">
                <c:v>1.051613481748875</c:v>
              </c:pt>
              <c:pt idx="215">
                <c:v>1.051613481748875</c:v>
              </c:pt>
              <c:pt idx="216">
                <c:v>1.051613481748875</c:v>
              </c:pt>
              <c:pt idx="217">
                <c:v>1.051613481748875</c:v>
              </c:pt>
              <c:pt idx="218">
                <c:v>1.051613481748875</c:v>
              </c:pt>
              <c:pt idx="219">
                <c:v>1.051613481748875</c:v>
              </c:pt>
              <c:pt idx="220">
                <c:v>1.051613481748875</c:v>
              </c:pt>
              <c:pt idx="221">
                <c:v>1.051613481748875</c:v>
              </c:pt>
              <c:pt idx="222">
                <c:v>1.051613481748875</c:v>
              </c:pt>
              <c:pt idx="223">
                <c:v>1.051613481748875</c:v>
              </c:pt>
              <c:pt idx="224">
                <c:v>1.051613481748875</c:v>
              </c:pt>
              <c:pt idx="225">
                <c:v>1.051613481748875</c:v>
              </c:pt>
              <c:pt idx="226">
                <c:v>1.051613481748875</c:v>
              </c:pt>
              <c:pt idx="227">
                <c:v>1.051613481748875</c:v>
              </c:pt>
              <c:pt idx="228">
                <c:v>1.051613481748875</c:v>
              </c:pt>
              <c:pt idx="229">
                <c:v>1.051613481748875</c:v>
              </c:pt>
              <c:pt idx="230">
                <c:v>1.051613481748875</c:v>
              </c:pt>
              <c:pt idx="231">
                <c:v>1.051613481748875</c:v>
              </c:pt>
              <c:pt idx="232">
                <c:v>1.051613481748875</c:v>
              </c:pt>
              <c:pt idx="233">
                <c:v>1.051613481748875</c:v>
              </c:pt>
              <c:pt idx="234">
                <c:v>1.051613481748875</c:v>
              </c:pt>
              <c:pt idx="235">
                <c:v>1.051613481748875</c:v>
              </c:pt>
              <c:pt idx="236">
                <c:v>1.051613481748875</c:v>
              </c:pt>
              <c:pt idx="237">
                <c:v>1.051613481748875</c:v>
              </c:pt>
              <c:pt idx="238">
                <c:v>1.051613481748875</c:v>
              </c:pt>
              <c:pt idx="239">
                <c:v>1.051613481748875</c:v>
              </c:pt>
              <c:pt idx="240">
                <c:v>1.051613481748875</c:v>
              </c:pt>
              <c:pt idx="241">
                <c:v>1.051613481748875</c:v>
              </c:pt>
              <c:pt idx="242">
                <c:v>1.051613481748875</c:v>
              </c:pt>
              <c:pt idx="243">
                <c:v>1.051613481748875</c:v>
              </c:pt>
              <c:pt idx="244">
                <c:v>1.051613481748875</c:v>
              </c:pt>
              <c:pt idx="245">
                <c:v>1.051613481748875</c:v>
              </c:pt>
              <c:pt idx="246">
                <c:v>1.051613481748875</c:v>
              </c:pt>
              <c:pt idx="247">
                <c:v>1.051613481748875</c:v>
              </c:pt>
              <c:pt idx="248">
                <c:v>1.051613481748875</c:v>
              </c:pt>
              <c:pt idx="249">
                <c:v>1.051613481748875</c:v>
              </c:pt>
              <c:pt idx="250">
                <c:v>1.051613481748875</c:v>
              </c:pt>
              <c:pt idx="251">
                <c:v>1.051613481748875</c:v>
              </c:pt>
              <c:pt idx="252">
                <c:v>1.051613481748875</c:v>
              </c:pt>
              <c:pt idx="253">
                <c:v>1.051613481748875</c:v>
              </c:pt>
              <c:pt idx="254">
                <c:v>1.051613481748875</c:v>
              </c:pt>
              <c:pt idx="255">
                <c:v>1.051613481748875</c:v>
              </c:pt>
              <c:pt idx="256">
                <c:v>1.051613481748875</c:v>
              </c:pt>
              <c:pt idx="257">
                <c:v>1.051613481748875</c:v>
              </c:pt>
              <c:pt idx="258">
                <c:v>1.051613481748875</c:v>
              </c:pt>
              <c:pt idx="259">
                <c:v>1.051613481748875</c:v>
              </c:pt>
              <c:pt idx="260">
                <c:v>1.051613481748875</c:v>
              </c:pt>
              <c:pt idx="261">
                <c:v>1.051613481748875</c:v>
              </c:pt>
              <c:pt idx="262">
                <c:v>1.051613481748875</c:v>
              </c:pt>
              <c:pt idx="263">
                <c:v>1.051613481748875</c:v>
              </c:pt>
              <c:pt idx="264">
                <c:v>1.051613481748875</c:v>
              </c:pt>
              <c:pt idx="265">
                <c:v>1.051613481748875</c:v>
              </c:pt>
              <c:pt idx="266">
                <c:v>1.051613481748875</c:v>
              </c:pt>
              <c:pt idx="267">
                <c:v>1.051613481748875</c:v>
              </c:pt>
              <c:pt idx="268">
                <c:v>1.051613481748875</c:v>
              </c:pt>
              <c:pt idx="269">
                <c:v>1.051613481748875</c:v>
              </c:pt>
              <c:pt idx="270">
                <c:v>1.051613481748875</c:v>
              </c:pt>
              <c:pt idx="271">
                <c:v>1.051613481748875</c:v>
              </c:pt>
              <c:pt idx="272">
                <c:v>1.051613481748875</c:v>
              </c:pt>
              <c:pt idx="273">
                <c:v>1.051613481748875</c:v>
              </c:pt>
              <c:pt idx="274">
                <c:v>1.051613481748875</c:v>
              </c:pt>
              <c:pt idx="275">
                <c:v>1.051613481748875</c:v>
              </c:pt>
              <c:pt idx="276">
                <c:v>1.051613481748875</c:v>
              </c:pt>
              <c:pt idx="277">
                <c:v>1.051613481748875</c:v>
              </c:pt>
              <c:pt idx="278">
                <c:v>1.051613481748875</c:v>
              </c:pt>
              <c:pt idx="279">
                <c:v>1.051613481748875</c:v>
              </c:pt>
              <c:pt idx="280">
                <c:v>1.051613481748875</c:v>
              </c:pt>
              <c:pt idx="281">
                <c:v>1.051613481748875</c:v>
              </c:pt>
              <c:pt idx="282">
                <c:v>1.051613481748875</c:v>
              </c:pt>
              <c:pt idx="283">
                <c:v>1.051613481748875</c:v>
              </c:pt>
              <c:pt idx="284">
                <c:v>1.051613481748875</c:v>
              </c:pt>
              <c:pt idx="285">
                <c:v>1.051613481748875</c:v>
              </c:pt>
              <c:pt idx="286">
                <c:v>1.051613481748875</c:v>
              </c:pt>
              <c:pt idx="287">
                <c:v>1.051613481748875</c:v>
              </c:pt>
              <c:pt idx="288">
                <c:v>1.051613481748875</c:v>
              </c:pt>
              <c:pt idx="289">
                <c:v>1.051613481748875</c:v>
              </c:pt>
              <c:pt idx="290">
                <c:v>1.051613481748875</c:v>
              </c:pt>
              <c:pt idx="291">
                <c:v>1.051613481748875</c:v>
              </c:pt>
              <c:pt idx="292">
                <c:v>1.051613481748875</c:v>
              </c:pt>
              <c:pt idx="293">
                <c:v>1.051613481748875</c:v>
              </c:pt>
              <c:pt idx="294">
                <c:v>1.051613481748875</c:v>
              </c:pt>
              <c:pt idx="295">
                <c:v>1.051613481748875</c:v>
              </c:pt>
              <c:pt idx="296">
                <c:v>1.051613481748875</c:v>
              </c:pt>
              <c:pt idx="297">
                <c:v>1.051613481748875</c:v>
              </c:pt>
              <c:pt idx="298">
                <c:v>1.051613481748875</c:v>
              </c:pt>
              <c:pt idx="299">
                <c:v>1.051613481748875</c:v>
              </c:pt>
              <c:pt idx="300">
                <c:v>1.051613481748875</c:v>
              </c:pt>
              <c:pt idx="301">
                <c:v>1.051613481748875</c:v>
              </c:pt>
              <c:pt idx="302">
                <c:v>1.051613481748875</c:v>
              </c:pt>
              <c:pt idx="303">
                <c:v>1.051613481748875</c:v>
              </c:pt>
              <c:pt idx="304">
                <c:v>1.051613481748875</c:v>
              </c:pt>
              <c:pt idx="305">
                <c:v>1.051613481748875</c:v>
              </c:pt>
              <c:pt idx="306">
                <c:v>1.051613481748875</c:v>
              </c:pt>
              <c:pt idx="307">
                <c:v>1.051613481748875</c:v>
              </c:pt>
              <c:pt idx="308">
                <c:v>1.051613481748875</c:v>
              </c:pt>
              <c:pt idx="309">
                <c:v>1.051613481748875</c:v>
              </c:pt>
              <c:pt idx="310">
                <c:v>1.051613481748875</c:v>
              </c:pt>
              <c:pt idx="311">
                <c:v>1.051613481748875</c:v>
              </c:pt>
              <c:pt idx="312">
                <c:v>1.051613481748875</c:v>
              </c:pt>
              <c:pt idx="313">
                <c:v>1.051613481748875</c:v>
              </c:pt>
              <c:pt idx="314">
                <c:v>1.051613481748875</c:v>
              </c:pt>
              <c:pt idx="315">
                <c:v>1.051613481748875</c:v>
              </c:pt>
              <c:pt idx="316">
                <c:v>1.051613481748875</c:v>
              </c:pt>
              <c:pt idx="317">
                <c:v>1.051613481748875</c:v>
              </c:pt>
              <c:pt idx="318">
                <c:v>1.051613481748875</c:v>
              </c:pt>
              <c:pt idx="319">
                <c:v>1.051613481748875</c:v>
              </c:pt>
              <c:pt idx="320">
                <c:v>1.051613481748875</c:v>
              </c:pt>
              <c:pt idx="321">
                <c:v>1.051613481748875</c:v>
              </c:pt>
              <c:pt idx="322">
                <c:v>1.051613481748875</c:v>
              </c:pt>
              <c:pt idx="323">
                <c:v>1.051613481748875</c:v>
              </c:pt>
              <c:pt idx="324">
                <c:v>1.051613481748875</c:v>
              </c:pt>
              <c:pt idx="325">
                <c:v>1.051613481748875</c:v>
              </c:pt>
              <c:pt idx="326">
                <c:v>1.051613481748875</c:v>
              </c:pt>
              <c:pt idx="327">
                <c:v>1.051613481748875</c:v>
              </c:pt>
              <c:pt idx="328">
                <c:v>1.051613481748875</c:v>
              </c:pt>
              <c:pt idx="329">
                <c:v>1.051613481748875</c:v>
              </c:pt>
              <c:pt idx="330">
                <c:v>1.051613481748875</c:v>
              </c:pt>
              <c:pt idx="331">
                <c:v>1.051613481748875</c:v>
              </c:pt>
              <c:pt idx="332">
                <c:v>1.051613481748875</c:v>
              </c:pt>
              <c:pt idx="333">
                <c:v>1.051613481748875</c:v>
              </c:pt>
              <c:pt idx="334">
                <c:v>1.051613481748875</c:v>
              </c:pt>
              <c:pt idx="335">
                <c:v>1.051613481748875</c:v>
              </c:pt>
              <c:pt idx="336">
                <c:v>1.051613481748875</c:v>
              </c:pt>
              <c:pt idx="337">
                <c:v>1.051613481748875</c:v>
              </c:pt>
              <c:pt idx="338">
                <c:v>1.051613481748875</c:v>
              </c:pt>
              <c:pt idx="339">
                <c:v>1.051613481748875</c:v>
              </c:pt>
              <c:pt idx="340">
                <c:v>1.051613481748875</c:v>
              </c:pt>
              <c:pt idx="341">
                <c:v>1.051613481748875</c:v>
              </c:pt>
              <c:pt idx="342">
                <c:v>1.051613481748875</c:v>
              </c:pt>
              <c:pt idx="343">
                <c:v>1.051613481748875</c:v>
              </c:pt>
              <c:pt idx="344">
                <c:v>1.051613481748875</c:v>
              </c:pt>
              <c:pt idx="345">
                <c:v>1.051613481748875</c:v>
              </c:pt>
              <c:pt idx="346">
                <c:v>1.051613481748875</c:v>
              </c:pt>
              <c:pt idx="347">
                <c:v>1.051613481748875</c:v>
              </c:pt>
              <c:pt idx="348">
                <c:v>1.051613481748875</c:v>
              </c:pt>
              <c:pt idx="349">
                <c:v>1.051613481748875</c:v>
              </c:pt>
              <c:pt idx="350">
                <c:v>1.051613481748875</c:v>
              </c:pt>
              <c:pt idx="351">
                <c:v>1.051613481748875</c:v>
              </c:pt>
              <c:pt idx="352">
                <c:v>1.051613481748875</c:v>
              </c:pt>
              <c:pt idx="353">
                <c:v>1.051613481748875</c:v>
              </c:pt>
              <c:pt idx="354">
                <c:v>1.051613481748875</c:v>
              </c:pt>
              <c:pt idx="355">
                <c:v>1.051613481748875</c:v>
              </c:pt>
              <c:pt idx="356">
                <c:v>1.051613481748875</c:v>
              </c:pt>
              <c:pt idx="357">
                <c:v>1.051613481748875</c:v>
              </c:pt>
              <c:pt idx="358">
                <c:v>1.051613481748875</c:v>
              </c:pt>
              <c:pt idx="359">
                <c:v>1.051613481748875</c:v>
              </c:pt>
              <c:pt idx="360">
                <c:v>1.051613481748875</c:v>
              </c:pt>
              <c:pt idx="361">
                <c:v>1.051613481748875</c:v>
              </c:pt>
              <c:pt idx="362">
                <c:v>1.051613481748875</c:v>
              </c:pt>
              <c:pt idx="363">
                <c:v>1.051613481748875</c:v>
              </c:pt>
              <c:pt idx="364">
                <c:v>1.051613481748875</c:v>
              </c:pt>
              <c:pt idx="365">
                <c:v>1.051613481748875</c:v>
              </c:pt>
              <c:pt idx="366">
                <c:v>1.051613481748875</c:v>
              </c:pt>
              <c:pt idx="367">
                <c:v>1.051613481748875</c:v>
              </c:pt>
              <c:pt idx="368">
                <c:v>1.051613481748875</c:v>
              </c:pt>
              <c:pt idx="369">
                <c:v>1.051613481748875</c:v>
              </c:pt>
              <c:pt idx="370">
                <c:v>1.051613481748875</c:v>
              </c:pt>
              <c:pt idx="371">
                <c:v>1.051613481748875</c:v>
              </c:pt>
              <c:pt idx="372">
                <c:v>1.051613481748875</c:v>
              </c:pt>
              <c:pt idx="373">
                <c:v>1.051613481748875</c:v>
              </c:pt>
              <c:pt idx="374">
                <c:v>1.051613481748875</c:v>
              </c:pt>
              <c:pt idx="375">
                <c:v>1.051613481748875</c:v>
              </c:pt>
              <c:pt idx="376">
                <c:v>1.051613481748875</c:v>
              </c:pt>
              <c:pt idx="377">
                <c:v>1.051613481748875</c:v>
              </c:pt>
              <c:pt idx="378">
                <c:v>1.051613481748875</c:v>
              </c:pt>
              <c:pt idx="379">
                <c:v>1.051613481748875</c:v>
              </c:pt>
              <c:pt idx="380">
                <c:v>1.051613481748875</c:v>
              </c:pt>
              <c:pt idx="381">
                <c:v>1.051613481748875</c:v>
              </c:pt>
              <c:pt idx="382">
                <c:v>1.051613481748875</c:v>
              </c:pt>
              <c:pt idx="383">
                <c:v>1.051613481748875</c:v>
              </c:pt>
              <c:pt idx="384">
                <c:v>1.051613481748875</c:v>
              </c:pt>
              <c:pt idx="385">
                <c:v>1.051613481748875</c:v>
              </c:pt>
              <c:pt idx="386">
                <c:v>1.051613481748875</c:v>
              </c:pt>
              <c:pt idx="387">
                <c:v>1.051613481748875</c:v>
              </c:pt>
              <c:pt idx="388">
                <c:v>1.051613481748875</c:v>
              </c:pt>
              <c:pt idx="389">
                <c:v>1.051613481748875</c:v>
              </c:pt>
              <c:pt idx="390">
                <c:v>1.051613481748875</c:v>
              </c:pt>
              <c:pt idx="391">
                <c:v>1.051613481748875</c:v>
              </c:pt>
              <c:pt idx="392">
                <c:v>1.051613481748875</c:v>
              </c:pt>
              <c:pt idx="393">
                <c:v>1.051613481748875</c:v>
              </c:pt>
              <c:pt idx="394">
                <c:v>1.051613481748875</c:v>
              </c:pt>
              <c:pt idx="395">
                <c:v>1.051613481748875</c:v>
              </c:pt>
              <c:pt idx="396">
                <c:v>1.051613481748875</c:v>
              </c:pt>
              <c:pt idx="397">
                <c:v>1.051613481748875</c:v>
              </c:pt>
              <c:pt idx="398">
                <c:v>1.051613481748875</c:v>
              </c:pt>
              <c:pt idx="399">
                <c:v>1.051613481748875</c:v>
              </c:pt>
              <c:pt idx="400">
                <c:v>1.051613481748875</c:v>
              </c:pt>
              <c:pt idx="401">
                <c:v>1.051613481748875</c:v>
              </c:pt>
              <c:pt idx="402">
                <c:v>1.051613481748875</c:v>
              </c:pt>
              <c:pt idx="403">
                <c:v>1.051613481748875</c:v>
              </c:pt>
              <c:pt idx="404">
                <c:v>1.051613481748875</c:v>
              </c:pt>
              <c:pt idx="405">
                <c:v>1.051613481748875</c:v>
              </c:pt>
              <c:pt idx="406">
                <c:v>1.051613481748875</c:v>
              </c:pt>
              <c:pt idx="407">
                <c:v>1.051613481748875</c:v>
              </c:pt>
              <c:pt idx="408">
                <c:v>1.051613481748875</c:v>
              </c:pt>
              <c:pt idx="409">
                <c:v>1.051613481748875</c:v>
              </c:pt>
              <c:pt idx="410">
                <c:v>1.051613481748875</c:v>
              </c:pt>
              <c:pt idx="411">
                <c:v>1.051613481748875</c:v>
              </c:pt>
            </c:numLit>
          </c:xVal>
          <c:yVal>
            <c:numLit>
              <c:formatCode>0.0</c:formatCode>
              <c:ptCount val="412"/>
              <c:pt idx="0">
                <c:v>0.7416488088086174</c:v>
              </c:pt>
              <c:pt idx="1">
                <c:v>0.7416488088086174</c:v>
              </c:pt>
              <c:pt idx="2">
                <c:v>0.7416488088086174</c:v>
              </c:pt>
              <c:pt idx="3">
                <c:v>0.7416488088086174</c:v>
              </c:pt>
              <c:pt idx="4">
                <c:v>0.7416488088086174</c:v>
              </c:pt>
              <c:pt idx="5">
                <c:v>0.7416488088086174</c:v>
              </c:pt>
              <c:pt idx="6">
                <c:v>0.7416488088086174</c:v>
              </c:pt>
              <c:pt idx="7">
                <c:v>0.7416488088086174</c:v>
              </c:pt>
              <c:pt idx="8">
                <c:v>0.7416488088086174</c:v>
              </c:pt>
              <c:pt idx="9">
                <c:v>0.7416488088086174</c:v>
              </c:pt>
              <c:pt idx="10">
                <c:v>0.7416488088086174</c:v>
              </c:pt>
              <c:pt idx="11">
                <c:v>0.7416488088086174</c:v>
              </c:pt>
              <c:pt idx="12">
                <c:v>0.7416488088086174</c:v>
              </c:pt>
              <c:pt idx="13">
                <c:v>0.7416488088086174</c:v>
              </c:pt>
              <c:pt idx="14">
                <c:v>0.7416488088086174</c:v>
              </c:pt>
              <c:pt idx="15">
                <c:v>0.7416488088086174</c:v>
              </c:pt>
              <c:pt idx="16">
                <c:v>0.7416488088086174</c:v>
              </c:pt>
              <c:pt idx="17">
                <c:v>0.7416488088086174</c:v>
              </c:pt>
              <c:pt idx="18">
                <c:v>0.7416488088086174</c:v>
              </c:pt>
              <c:pt idx="19">
                <c:v>0.7416488088086174</c:v>
              </c:pt>
              <c:pt idx="20">
                <c:v>0.7416488088086174</c:v>
              </c:pt>
              <c:pt idx="21">
                <c:v>0.7416488088086174</c:v>
              </c:pt>
              <c:pt idx="22">
                <c:v>0.7416488088086174</c:v>
              </c:pt>
              <c:pt idx="23">
                <c:v>0.7416488088086174</c:v>
              </c:pt>
              <c:pt idx="24">
                <c:v>0.7416488088086174</c:v>
              </c:pt>
              <c:pt idx="25">
                <c:v>0.7416488088086174</c:v>
              </c:pt>
              <c:pt idx="26">
                <c:v>0.7416488088086174</c:v>
              </c:pt>
              <c:pt idx="27">
                <c:v>0.7416488088086174</c:v>
              </c:pt>
              <c:pt idx="28">
                <c:v>0.7416488088086174</c:v>
              </c:pt>
              <c:pt idx="29">
                <c:v>0.7416488088086174</c:v>
              </c:pt>
              <c:pt idx="30">
                <c:v>0.7416488088086174</c:v>
              </c:pt>
              <c:pt idx="31">
                <c:v>0.7416488088086174</c:v>
              </c:pt>
              <c:pt idx="32">
                <c:v>0.7416488088086174</c:v>
              </c:pt>
              <c:pt idx="33">
                <c:v>0.7416488088086174</c:v>
              </c:pt>
              <c:pt idx="34">
                <c:v>0.7416488088086174</c:v>
              </c:pt>
              <c:pt idx="35">
                <c:v>0.7416488088086174</c:v>
              </c:pt>
              <c:pt idx="36">
                <c:v>0.7416488088086174</c:v>
              </c:pt>
              <c:pt idx="37">
                <c:v>0.7416488088086174</c:v>
              </c:pt>
              <c:pt idx="38">
                <c:v>0.7416488088086174</c:v>
              </c:pt>
              <c:pt idx="39">
                <c:v>0.7416488088086174</c:v>
              </c:pt>
              <c:pt idx="40">
                <c:v>0.7416488088086174</c:v>
              </c:pt>
              <c:pt idx="41">
                <c:v>0.7416488088086174</c:v>
              </c:pt>
              <c:pt idx="42">
                <c:v>0.7416488088086174</c:v>
              </c:pt>
              <c:pt idx="43">
                <c:v>0.7416488088086174</c:v>
              </c:pt>
              <c:pt idx="44">
                <c:v>0.7416488088086174</c:v>
              </c:pt>
              <c:pt idx="45">
                <c:v>0.7416488088086174</c:v>
              </c:pt>
              <c:pt idx="46">
                <c:v>0.7416488088086174</c:v>
              </c:pt>
              <c:pt idx="47">
                <c:v>0.7416488088086174</c:v>
              </c:pt>
              <c:pt idx="48">
                <c:v>0.7416488088086174</c:v>
              </c:pt>
              <c:pt idx="49">
                <c:v>0.7416488088086174</c:v>
              </c:pt>
              <c:pt idx="50">
                <c:v>0.7416488088086174</c:v>
              </c:pt>
              <c:pt idx="51">
                <c:v>0.7416488088086174</c:v>
              </c:pt>
              <c:pt idx="52">
                <c:v>0.7416488088086174</c:v>
              </c:pt>
              <c:pt idx="53">
                <c:v>0.7416488088086174</c:v>
              </c:pt>
              <c:pt idx="54">
                <c:v>0.7416488088086174</c:v>
              </c:pt>
              <c:pt idx="55">
                <c:v>0.7416488088086174</c:v>
              </c:pt>
              <c:pt idx="56">
                <c:v>0.7416488088086174</c:v>
              </c:pt>
              <c:pt idx="57">
                <c:v>0.7416488088086174</c:v>
              </c:pt>
              <c:pt idx="58">
                <c:v>0.7416488088086174</c:v>
              </c:pt>
              <c:pt idx="59">
                <c:v>0.7416488088086174</c:v>
              </c:pt>
              <c:pt idx="60">
                <c:v>0.7416488088086174</c:v>
              </c:pt>
              <c:pt idx="61">
                <c:v>0.7416488088086174</c:v>
              </c:pt>
              <c:pt idx="62">
                <c:v>0.7416488088086174</c:v>
              </c:pt>
              <c:pt idx="63">
                <c:v>0.7416488088086174</c:v>
              </c:pt>
              <c:pt idx="64">
                <c:v>0.7416488088086174</c:v>
              </c:pt>
              <c:pt idx="65">
                <c:v>0.7416488088086174</c:v>
              </c:pt>
              <c:pt idx="66">
                <c:v>0.7416488088086174</c:v>
              </c:pt>
              <c:pt idx="67">
                <c:v>0.7416488088086174</c:v>
              </c:pt>
              <c:pt idx="68">
                <c:v>0.7416488088086174</c:v>
              </c:pt>
              <c:pt idx="69">
                <c:v>0.7416488088086174</c:v>
              </c:pt>
              <c:pt idx="70">
                <c:v>0.7416488088086174</c:v>
              </c:pt>
              <c:pt idx="71">
                <c:v>0.7416488088086174</c:v>
              </c:pt>
              <c:pt idx="72">
                <c:v>0.7416488088086174</c:v>
              </c:pt>
              <c:pt idx="73">
                <c:v>0.7416488088086174</c:v>
              </c:pt>
              <c:pt idx="74">
                <c:v>0.7416488088086174</c:v>
              </c:pt>
              <c:pt idx="75">
                <c:v>0.7416488088086174</c:v>
              </c:pt>
              <c:pt idx="76">
                <c:v>0.7416488088086174</c:v>
              </c:pt>
              <c:pt idx="77">
                <c:v>0.7416488088086174</c:v>
              </c:pt>
              <c:pt idx="78">
                <c:v>0.7416488088086174</c:v>
              </c:pt>
              <c:pt idx="79">
                <c:v>0.7416488088086174</c:v>
              </c:pt>
              <c:pt idx="80">
                <c:v>0.7416488088086174</c:v>
              </c:pt>
              <c:pt idx="81">
                <c:v>0.7416488088086174</c:v>
              </c:pt>
              <c:pt idx="82">
                <c:v>0.7416488088086174</c:v>
              </c:pt>
              <c:pt idx="83">
                <c:v>0.7416488088086174</c:v>
              </c:pt>
              <c:pt idx="84">
                <c:v>0.7416488088086174</c:v>
              </c:pt>
              <c:pt idx="85">
                <c:v>0.7416488088086174</c:v>
              </c:pt>
              <c:pt idx="86">
                <c:v>0.7416488088086174</c:v>
              </c:pt>
              <c:pt idx="87">
                <c:v>0.7416488088086174</c:v>
              </c:pt>
              <c:pt idx="88">
                <c:v>0.7416488088086174</c:v>
              </c:pt>
              <c:pt idx="89">
                <c:v>0.7416488088086174</c:v>
              </c:pt>
              <c:pt idx="90">
                <c:v>0.7416488088086174</c:v>
              </c:pt>
              <c:pt idx="91">
                <c:v>0.7416488088086174</c:v>
              </c:pt>
              <c:pt idx="92">
                <c:v>0.7416488088086174</c:v>
              </c:pt>
              <c:pt idx="93">
                <c:v>0.7416488088086174</c:v>
              </c:pt>
              <c:pt idx="94">
                <c:v>0.7416488088086174</c:v>
              </c:pt>
              <c:pt idx="95">
                <c:v>0.7416488088086174</c:v>
              </c:pt>
              <c:pt idx="96">
                <c:v>0.7416488088086174</c:v>
              </c:pt>
              <c:pt idx="97">
                <c:v>0.7416488088086174</c:v>
              </c:pt>
              <c:pt idx="98">
                <c:v>0.7416488088086174</c:v>
              </c:pt>
              <c:pt idx="99">
                <c:v>0.7416488088086174</c:v>
              </c:pt>
              <c:pt idx="100">
                <c:v>0.7416488088086174</c:v>
              </c:pt>
              <c:pt idx="101">
                <c:v>0.7416488088086174</c:v>
              </c:pt>
              <c:pt idx="102">
                <c:v>0.7416488088086174</c:v>
              </c:pt>
              <c:pt idx="103">
                <c:v>0.7416488088086174</c:v>
              </c:pt>
              <c:pt idx="104">
                <c:v>0.7416488088086174</c:v>
              </c:pt>
              <c:pt idx="105">
                <c:v>0.7416488088086174</c:v>
              </c:pt>
              <c:pt idx="106">
                <c:v>0.7416488088086174</c:v>
              </c:pt>
              <c:pt idx="107">
                <c:v>0.7416488088086174</c:v>
              </c:pt>
              <c:pt idx="108">
                <c:v>0.7416488088086174</c:v>
              </c:pt>
              <c:pt idx="109">
                <c:v>0.7416488088086174</c:v>
              </c:pt>
              <c:pt idx="110">
                <c:v>0.7416488088086174</c:v>
              </c:pt>
              <c:pt idx="111">
                <c:v>0.7416488088086174</c:v>
              </c:pt>
              <c:pt idx="112">
                <c:v>0.7416488088086174</c:v>
              </c:pt>
              <c:pt idx="113">
                <c:v>0.7416488088086174</c:v>
              </c:pt>
              <c:pt idx="114">
                <c:v>0.7416488088086174</c:v>
              </c:pt>
              <c:pt idx="115">
                <c:v>0.7416488088086174</c:v>
              </c:pt>
              <c:pt idx="116">
                <c:v>0.7416488088086174</c:v>
              </c:pt>
              <c:pt idx="117">
                <c:v>0.7416488088086174</c:v>
              </c:pt>
              <c:pt idx="118">
                <c:v>0.7416488088086174</c:v>
              </c:pt>
              <c:pt idx="119">
                <c:v>0.7416488088086174</c:v>
              </c:pt>
              <c:pt idx="120">
                <c:v>0.7416488088086174</c:v>
              </c:pt>
              <c:pt idx="121">
                <c:v>0.7416488088086174</c:v>
              </c:pt>
              <c:pt idx="122">
                <c:v>0.7416488088086174</c:v>
              </c:pt>
              <c:pt idx="123">
                <c:v>0.7416488088086174</c:v>
              </c:pt>
              <c:pt idx="124">
                <c:v>0.7416488088086174</c:v>
              </c:pt>
              <c:pt idx="125">
                <c:v>0.7416488088086174</c:v>
              </c:pt>
              <c:pt idx="126">
                <c:v>0.7416488088086174</c:v>
              </c:pt>
              <c:pt idx="127">
                <c:v>0.7416488088086174</c:v>
              </c:pt>
              <c:pt idx="128">
                <c:v>0.7416488088086174</c:v>
              </c:pt>
              <c:pt idx="129">
                <c:v>0.7416488088086174</c:v>
              </c:pt>
              <c:pt idx="130">
                <c:v>0.7416488088086174</c:v>
              </c:pt>
              <c:pt idx="131">
                <c:v>0.7416488088086174</c:v>
              </c:pt>
              <c:pt idx="132">
                <c:v>0.7416488088086174</c:v>
              </c:pt>
              <c:pt idx="133">
                <c:v>0.7416488088086174</c:v>
              </c:pt>
              <c:pt idx="134">
                <c:v>0.7416488088086174</c:v>
              </c:pt>
              <c:pt idx="135">
                <c:v>0.7416488088086174</c:v>
              </c:pt>
              <c:pt idx="136">
                <c:v>0.7416488088086174</c:v>
              </c:pt>
              <c:pt idx="137">
                <c:v>0.7416488088086174</c:v>
              </c:pt>
              <c:pt idx="138">
                <c:v>0.7416488088086174</c:v>
              </c:pt>
              <c:pt idx="139">
                <c:v>0.7416488088086174</c:v>
              </c:pt>
              <c:pt idx="140">
                <c:v>0.7416488088086174</c:v>
              </c:pt>
              <c:pt idx="141">
                <c:v>0.7416488088086174</c:v>
              </c:pt>
              <c:pt idx="142">
                <c:v>0.7416488088086174</c:v>
              </c:pt>
              <c:pt idx="143">
                <c:v>0.7416488088086174</c:v>
              </c:pt>
              <c:pt idx="144">
                <c:v>0.7416488088086174</c:v>
              </c:pt>
              <c:pt idx="145">
                <c:v>0.7416488088086174</c:v>
              </c:pt>
              <c:pt idx="146">
                <c:v>0.7416488088086174</c:v>
              </c:pt>
              <c:pt idx="147">
                <c:v>0.7416488088086174</c:v>
              </c:pt>
              <c:pt idx="148">
                <c:v>0.7416488088086174</c:v>
              </c:pt>
              <c:pt idx="149">
                <c:v>0.7416488088086174</c:v>
              </c:pt>
              <c:pt idx="150">
                <c:v>0.7416488088086174</c:v>
              </c:pt>
              <c:pt idx="151">
                <c:v>0.7416488088086174</c:v>
              </c:pt>
              <c:pt idx="152">
                <c:v>0.7416488088086174</c:v>
              </c:pt>
              <c:pt idx="153">
                <c:v>0.7416488088086174</c:v>
              </c:pt>
              <c:pt idx="154">
                <c:v>0.7416488088086174</c:v>
              </c:pt>
              <c:pt idx="155">
                <c:v>0.7416488088086174</c:v>
              </c:pt>
              <c:pt idx="156">
                <c:v>0.7416488088086174</c:v>
              </c:pt>
              <c:pt idx="157">
                <c:v>0.7416488088086174</c:v>
              </c:pt>
              <c:pt idx="158">
                <c:v>0.7416488088086174</c:v>
              </c:pt>
              <c:pt idx="159">
                <c:v>0.7416488088086174</c:v>
              </c:pt>
              <c:pt idx="160">
                <c:v>0.7416488088086174</c:v>
              </c:pt>
              <c:pt idx="161">
                <c:v>0.7416488088086174</c:v>
              </c:pt>
              <c:pt idx="162">
                <c:v>0.7416488088086174</c:v>
              </c:pt>
              <c:pt idx="163">
                <c:v>0.7416488088086174</c:v>
              </c:pt>
              <c:pt idx="164">
                <c:v>0.7416488088086174</c:v>
              </c:pt>
              <c:pt idx="165">
                <c:v>0.7416488088086174</c:v>
              </c:pt>
              <c:pt idx="166">
                <c:v>0.7416488088086174</c:v>
              </c:pt>
              <c:pt idx="167">
                <c:v>0.7416488088086174</c:v>
              </c:pt>
              <c:pt idx="168">
                <c:v>0.7416488088086174</c:v>
              </c:pt>
              <c:pt idx="169">
                <c:v>0.7416488088086174</c:v>
              </c:pt>
              <c:pt idx="170">
                <c:v>0.7416488088086174</c:v>
              </c:pt>
              <c:pt idx="171">
                <c:v>0.7416488088086174</c:v>
              </c:pt>
              <c:pt idx="172">
                <c:v>0.7416488088086174</c:v>
              </c:pt>
              <c:pt idx="173">
                <c:v>0.7416488088086174</c:v>
              </c:pt>
              <c:pt idx="174">
                <c:v>0.7416488088086174</c:v>
              </c:pt>
              <c:pt idx="175">
                <c:v>0.7416488088086174</c:v>
              </c:pt>
              <c:pt idx="176">
                <c:v>0.7416488088086174</c:v>
              </c:pt>
              <c:pt idx="177">
                <c:v>0.7416488088086174</c:v>
              </c:pt>
              <c:pt idx="178">
                <c:v>0.7416488088086174</c:v>
              </c:pt>
              <c:pt idx="179">
                <c:v>0.7416488088086174</c:v>
              </c:pt>
              <c:pt idx="180">
                <c:v>0.7416488088086174</c:v>
              </c:pt>
              <c:pt idx="181">
                <c:v>0.7416488088086174</c:v>
              </c:pt>
              <c:pt idx="182">
                <c:v>0.7416488088086174</c:v>
              </c:pt>
              <c:pt idx="183">
                <c:v>0.7416488088086174</c:v>
              </c:pt>
              <c:pt idx="184">
                <c:v>0.7416488088086174</c:v>
              </c:pt>
              <c:pt idx="185">
                <c:v>0.7416488088086174</c:v>
              </c:pt>
              <c:pt idx="186">
                <c:v>0.7416488088086174</c:v>
              </c:pt>
              <c:pt idx="187">
                <c:v>0.7416488088086174</c:v>
              </c:pt>
              <c:pt idx="188">
                <c:v>0.7416488088086174</c:v>
              </c:pt>
              <c:pt idx="189">
                <c:v>0.7416488088086174</c:v>
              </c:pt>
              <c:pt idx="190">
                <c:v>0.7416488088086174</c:v>
              </c:pt>
              <c:pt idx="191">
                <c:v>0.7416488088086174</c:v>
              </c:pt>
              <c:pt idx="192">
                <c:v>0.7416488088086174</c:v>
              </c:pt>
              <c:pt idx="193">
                <c:v>0.7416488088086174</c:v>
              </c:pt>
              <c:pt idx="194">
                <c:v>0.7416488088086174</c:v>
              </c:pt>
              <c:pt idx="195">
                <c:v>0.7416488088086174</c:v>
              </c:pt>
              <c:pt idx="196">
                <c:v>0.7416488088086174</c:v>
              </c:pt>
              <c:pt idx="197">
                <c:v>0.7416488088086174</c:v>
              </c:pt>
              <c:pt idx="198">
                <c:v>0.7416488088086174</c:v>
              </c:pt>
              <c:pt idx="199">
                <c:v>0.7416488088086174</c:v>
              </c:pt>
              <c:pt idx="200">
                <c:v>0.7416488088086174</c:v>
              </c:pt>
              <c:pt idx="201">
                <c:v>0.7416488088086174</c:v>
              </c:pt>
              <c:pt idx="202">
                <c:v>0.7416488088086174</c:v>
              </c:pt>
              <c:pt idx="203">
                <c:v>0.7416488088086174</c:v>
              </c:pt>
              <c:pt idx="204">
                <c:v>0.7416488088086174</c:v>
              </c:pt>
              <c:pt idx="205">
                <c:v>0.7416488088086174</c:v>
              </c:pt>
              <c:pt idx="206">
                <c:v>0.7416488088086174</c:v>
              </c:pt>
              <c:pt idx="207">
                <c:v>0.7416488088086174</c:v>
              </c:pt>
              <c:pt idx="208">
                <c:v>0.7416488088086174</c:v>
              </c:pt>
              <c:pt idx="209">
                <c:v>0.7416488088086174</c:v>
              </c:pt>
              <c:pt idx="210">
                <c:v>0.7416488088086174</c:v>
              </c:pt>
              <c:pt idx="211">
                <c:v>0.7416488088086174</c:v>
              </c:pt>
              <c:pt idx="212">
                <c:v>0.7416488088086174</c:v>
              </c:pt>
              <c:pt idx="213">
                <c:v>0.7416488088086174</c:v>
              </c:pt>
              <c:pt idx="214">
                <c:v>0.7416488088086174</c:v>
              </c:pt>
              <c:pt idx="215">
                <c:v>0.7416488088086174</c:v>
              </c:pt>
              <c:pt idx="216">
                <c:v>0.7416488088086174</c:v>
              </c:pt>
              <c:pt idx="217">
                <c:v>0.7416488088086174</c:v>
              </c:pt>
              <c:pt idx="218">
                <c:v>0.7416488088086174</c:v>
              </c:pt>
              <c:pt idx="219">
                <c:v>0.7416488088086174</c:v>
              </c:pt>
              <c:pt idx="220">
                <c:v>0.7416488088086174</c:v>
              </c:pt>
              <c:pt idx="221">
                <c:v>0.7416488088086174</c:v>
              </c:pt>
              <c:pt idx="222">
                <c:v>0.7416488088086174</c:v>
              </c:pt>
              <c:pt idx="223">
                <c:v>0.7416488088086174</c:v>
              </c:pt>
              <c:pt idx="224">
                <c:v>0.7416488088086174</c:v>
              </c:pt>
              <c:pt idx="225">
                <c:v>0.7416488088086174</c:v>
              </c:pt>
              <c:pt idx="226">
                <c:v>0.7416488088086174</c:v>
              </c:pt>
              <c:pt idx="227">
                <c:v>0.7416488088086174</c:v>
              </c:pt>
              <c:pt idx="228">
                <c:v>0.7416488088086174</c:v>
              </c:pt>
              <c:pt idx="229">
                <c:v>0.7416488088086174</c:v>
              </c:pt>
              <c:pt idx="230">
                <c:v>0.7416488088086174</c:v>
              </c:pt>
              <c:pt idx="231">
                <c:v>0.7416488088086174</c:v>
              </c:pt>
              <c:pt idx="232">
                <c:v>0.7416488088086174</c:v>
              </c:pt>
              <c:pt idx="233">
                <c:v>0.7416488088086174</c:v>
              </c:pt>
              <c:pt idx="234">
                <c:v>0.7416488088086174</c:v>
              </c:pt>
              <c:pt idx="235">
                <c:v>0.7416488088086174</c:v>
              </c:pt>
              <c:pt idx="236">
                <c:v>0.7416488088086174</c:v>
              </c:pt>
              <c:pt idx="237">
                <c:v>0.7416488088086174</c:v>
              </c:pt>
              <c:pt idx="238">
                <c:v>0.7416488088086174</c:v>
              </c:pt>
              <c:pt idx="239">
                <c:v>0.7416488088086174</c:v>
              </c:pt>
              <c:pt idx="240">
                <c:v>0.7416488088086174</c:v>
              </c:pt>
              <c:pt idx="241">
                <c:v>0.7416488088086174</c:v>
              </c:pt>
              <c:pt idx="242">
                <c:v>0.7416488088086174</c:v>
              </c:pt>
              <c:pt idx="243">
                <c:v>0.7416488088086174</c:v>
              </c:pt>
              <c:pt idx="244">
                <c:v>0.7416488088086174</c:v>
              </c:pt>
              <c:pt idx="245">
                <c:v>0.7416488088086174</c:v>
              </c:pt>
              <c:pt idx="246">
                <c:v>0.7416488088086174</c:v>
              </c:pt>
              <c:pt idx="247">
                <c:v>0.7416488088086174</c:v>
              </c:pt>
              <c:pt idx="248">
                <c:v>0.7416488088086174</c:v>
              </c:pt>
              <c:pt idx="249">
                <c:v>0.7416488088086174</c:v>
              </c:pt>
              <c:pt idx="250">
                <c:v>0.7416488088086174</c:v>
              </c:pt>
              <c:pt idx="251">
                <c:v>0.7416488088086174</c:v>
              </c:pt>
              <c:pt idx="252">
                <c:v>0.7416488088086174</c:v>
              </c:pt>
              <c:pt idx="253">
                <c:v>0.7416488088086174</c:v>
              </c:pt>
              <c:pt idx="254">
                <c:v>0.7416488088086174</c:v>
              </c:pt>
              <c:pt idx="255">
                <c:v>0.7416488088086174</c:v>
              </c:pt>
              <c:pt idx="256">
                <c:v>0.7416488088086174</c:v>
              </c:pt>
              <c:pt idx="257">
                <c:v>0.7416488088086174</c:v>
              </c:pt>
              <c:pt idx="258">
                <c:v>0.7416488088086174</c:v>
              </c:pt>
              <c:pt idx="259">
                <c:v>0.7416488088086174</c:v>
              </c:pt>
              <c:pt idx="260">
                <c:v>0.7416488088086174</c:v>
              </c:pt>
              <c:pt idx="261">
                <c:v>0.7416488088086174</c:v>
              </c:pt>
              <c:pt idx="262">
                <c:v>0.7416488088086174</c:v>
              </c:pt>
              <c:pt idx="263">
                <c:v>0.7416488088086174</c:v>
              </c:pt>
              <c:pt idx="264">
                <c:v>0.7416488088086174</c:v>
              </c:pt>
              <c:pt idx="265">
                <c:v>0.7416488088086174</c:v>
              </c:pt>
              <c:pt idx="266">
                <c:v>0.7416488088086174</c:v>
              </c:pt>
              <c:pt idx="267">
                <c:v>0.7416488088086174</c:v>
              </c:pt>
              <c:pt idx="268">
                <c:v>0.7416488088086174</c:v>
              </c:pt>
              <c:pt idx="269">
                <c:v>0.7416488088086174</c:v>
              </c:pt>
              <c:pt idx="270">
                <c:v>0.7416488088086174</c:v>
              </c:pt>
              <c:pt idx="271">
                <c:v>0.7416488088086174</c:v>
              </c:pt>
              <c:pt idx="272">
                <c:v>0.7416488088086174</c:v>
              </c:pt>
              <c:pt idx="273">
                <c:v>0.7416488088086174</c:v>
              </c:pt>
              <c:pt idx="274">
                <c:v>0.7416488088086174</c:v>
              </c:pt>
              <c:pt idx="275">
                <c:v>0.7416488088086174</c:v>
              </c:pt>
              <c:pt idx="276">
                <c:v>0.7416488088086174</c:v>
              </c:pt>
              <c:pt idx="277">
                <c:v>0.7416488088086174</c:v>
              </c:pt>
              <c:pt idx="278">
                <c:v>0.7416488088086174</c:v>
              </c:pt>
              <c:pt idx="279">
                <c:v>0.7416488088086174</c:v>
              </c:pt>
              <c:pt idx="280">
                <c:v>0.7416488088086174</c:v>
              </c:pt>
              <c:pt idx="281">
                <c:v>0.7416488088086174</c:v>
              </c:pt>
              <c:pt idx="282">
                <c:v>0.7416488088086174</c:v>
              </c:pt>
              <c:pt idx="283">
                <c:v>0.7416488088086174</c:v>
              </c:pt>
              <c:pt idx="284">
                <c:v>0.7416488088086174</c:v>
              </c:pt>
              <c:pt idx="285">
                <c:v>0.7416488088086174</c:v>
              </c:pt>
              <c:pt idx="286">
                <c:v>0.7416488088086174</c:v>
              </c:pt>
              <c:pt idx="287">
                <c:v>0.7416488088086174</c:v>
              </c:pt>
              <c:pt idx="288">
                <c:v>0.7416488088086174</c:v>
              </c:pt>
              <c:pt idx="289">
                <c:v>0.7416488088086174</c:v>
              </c:pt>
              <c:pt idx="290">
                <c:v>0.7416488088086174</c:v>
              </c:pt>
              <c:pt idx="291">
                <c:v>0.7416488088086174</c:v>
              </c:pt>
              <c:pt idx="292">
                <c:v>0.7416488088086174</c:v>
              </c:pt>
              <c:pt idx="293">
                <c:v>0.7416488088086174</c:v>
              </c:pt>
              <c:pt idx="294">
                <c:v>0.7416488088086174</c:v>
              </c:pt>
              <c:pt idx="295">
                <c:v>0.7416488088086174</c:v>
              </c:pt>
              <c:pt idx="296">
                <c:v>0.7416488088086174</c:v>
              </c:pt>
              <c:pt idx="297">
                <c:v>0.7416488088086174</c:v>
              </c:pt>
              <c:pt idx="298">
                <c:v>0.7416488088086174</c:v>
              </c:pt>
              <c:pt idx="299">
                <c:v>0.7416488088086174</c:v>
              </c:pt>
              <c:pt idx="300">
                <c:v>0.7416488088086174</c:v>
              </c:pt>
              <c:pt idx="301">
                <c:v>0.7416488088086174</c:v>
              </c:pt>
              <c:pt idx="302">
                <c:v>0.7416488088086174</c:v>
              </c:pt>
              <c:pt idx="303">
                <c:v>0.7416488088086174</c:v>
              </c:pt>
              <c:pt idx="304">
                <c:v>0.7416488088086174</c:v>
              </c:pt>
              <c:pt idx="305">
                <c:v>0.7416488088086174</c:v>
              </c:pt>
              <c:pt idx="306">
                <c:v>0.7416488088086174</c:v>
              </c:pt>
              <c:pt idx="307">
                <c:v>0.7416488088086174</c:v>
              </c:pt>
              <c:pt idx="308">
                <c:v>0.7416488088086174</c:v>
              </c:pt>
              <c:pt idx="309">
                <c:v>0.7416488088086174</c:v>
              </c:pt>
              <c:pt idx="310">
                <c:v>0.7416488088086174</c:v>
              </c:pt>
              <c:pt idx="311">
                <c:v>0.7416488088086174</c:v>
              </c:pt>
              <c:pt idx="312">
                <c:v>0.7416488088086174</c:v>
              </c:pt>
              <c:pt idx="313">
                <c:v>0.7416488088086174</c:v>
              </c:pt>
              <c:pt idx="314">
                <c:v>0.7416488088086174</c:v>
              </c:pt>
              <c:pt idx="315">
                <c:v>0.7416488088086174</c:v>
              </c:pt>
              <c:pt idx="316">
                <c:v>0.7416488088086174</c:v>
              </c:pt>
              <c:pt idx="317">
                <c:v>0.7416488088086174</c:v>
              </c:pt>
              <c:pt idx="318">
                <c:v>0.7416488088086174</c:v>
              </c:pt>
              <c:pt idx="319">
                <c:v>0.7416488088086174</c:v>
              </c:pt>
              <c:pt idx="320">
                <c:v>0.7416488088086174</c:v>
              </c:pt>
              <c:pt idx="321">
                <c:v>0.7416488088086174</c:v>
              </c:pt>
              <c:pt idx="322">
                <c:v>0.7416488088086174</c:v>
              </c:pt>
              <c:pt idx="323">
                <c:v>0.7416488088086174</c:v>
              </c:pt>
              <c:pt idx="324">
                <c:v>0.7416488088086174</c:v>
              </c:pt>
              <c:pt idx="325">
                <c:v>0.7416488088086174</c:v>
              </c:pt>
              <c:pt idx="326">
                <c:v>0.7416488088086174</c:v>
              </c:pt>
              <c:pt idx="327">
                <c:v>0.7416488088086174</c:v>
              </c:pt>
              <c:pt idx="328">
                <c:v>0.7416488088086174</c:v>
              </c:pt>
              <c:pt idx="329">
                <c:v>0.7416488088086174</c:v>
              </c:pt>
              <c:pt idx="330">
                <c:v>0.7416488088086174</c:v>
              </c:pt>
              <c:pt idx="331">
                <c:v>0.7416488088086174</c:v>
              </c:pt>
              <c:pt idx="332">
                <c:v>0.7416488088086174</c:v>
              </c:pt>
              <c:pt idx="333">
                <c:v>0.7416488088086174</c:v>
              </c:pt>
              <c:pt idx="334">
                <c:v>0.7416488088086174</c:v>
              </c:pt>
              <c:pt idx="335">
                <c:v>0.7416488088086174</c:v>
              </c:pt>
              <c:pt idx="336">
                <c:v>0.7416488088086174</c:v>
              </c:pt>
              <c:pt idx="337">
                <c:v>0.7416488088086174</c:v>
              </c:pt>
              <c:pt idx="338">
                <c:v>0.7416488088086174</c:v>
              </c:pt>
              <c:pt idx="339">
                <c:v>0.7416488088086174</c:v>
              </c:pt>
              <c:pt idx="340">
                <c:v>0.7416488088086174</c:v>
              </c:pt>
              <c:pt idx="341">
                <c:v>0.7416488088086174</c:v>
              </c:pt>
              <c:pt idx="342">
                <c:v>0.7416488088086174</c:v>
              </c:pt>
              <c:pt idx="343">
                <c:v>0.7416488088086174</c:v>
              </c:pt>
              <c:pt idx="344">
                <c:v>0.7416488088086174</c:v>
              </c:pt>
              <c:pt idx="345">
                <c:v>0.7416488088086174</c:v>
              </c:pt>
              <c:pt idx="346">
                <c:v>0.7416488088086174</c:v>
              </c:pt>
              <c:pt idx="347">
                <c:v>0.7416488088086174</c:v>
              </c:pt>
              <c:pt idx="348">
                <c:v>0.7416488088086174</c:v>
              </c:pt>
              <c:pt idx="349">
                <c:v>0.7416488088086174</c:v>
              </c:pt>
              <c:pt idx="350">
                <c:v>0.7416488088086174</c:v>
              </c:pt>
              <c:pt idx="351">
                <c:v>0.7416488088086174</c:v>
              </c:pt>
              <c:pt idx="352">
                <c:v>0.7416488088086174</c:v>
              </c:pt>
              <c:pt idx="353">
                <c:v>0.7416488088086174</c:v>
              </c:pt>
              <c:pt idx="354">
                <c:v>0.7416488088086174</c:v>
              </c:pt>
              <c:pt idx="355">
                <c:v>0.7416488088086174</c:v>
              </c:pt>
              <c:pt idx="356">
                <c:v>0.7416488088086174</c:v>
              </c:pt>
              <c:pt idx="357">
                <c:v>0.7416488088086174</c:v>
              </c:pt>
              <c:pt idx="358">
                <c:v>0.7416488088086174</c:v>
              </c:pt>
              <c:pt idx="359">
                <c:v>0.7416488088086174</c:v>
              </c:pt>
              <c:pt idx="360">
                <c:v>0.7416488088086174</c:v>
              </c:pt>
              <c:pt idx="361">
                <c:v>0.7416488088086174</c:v>
              </c:pt>
              <c:pt idx="362">
                <c:v>0.7416488088086174</c:v>
              </c:pt>
              <c:pt idx="363">
                <c:v>0.7416488088086174</c:v>
              </c:pt>
              <c:pt idx="364">
                <c:v>0.7416488088086174</c:v>
              </c:pt>
              <c:pt idx="365">
                <c:v>0.7416488088086174</c:v>
              </c:pt>
              <c:pt idx="366">
                <c:v>0.7416488088086174</c:v>
              </c:pt>
              <c:pt idx="367">
                <c:v>0.7416488088086174</c:v>
              </c:pt>
              <c:pt idx="368">
                <c:v>0.7416488088086174</c:v>
              </c:pt>
              <c:pt idx="369">
                <c:v>0.7416488088086174</c:v>
              </c:pt>
              <c:pt idx="370">
                <c:v>0.7416488088086174</c:v>
              </c:pt>
              <c:pt idx="371">
                <c:v>0.7416488088086174</c:v>
              </c:pt>
              <c:pt idx="372">
                <c:v>0.7416488088086174</c:v>
              </c:pt>
              <c:pt idx="373">
                <c:v>0.7416488088086174</c:v>
              </c:pt>
              <c:pt idx="374">
                <c:v>0.7416488088086174</c:v>
              </c:pt>
              <c:pt idx="375">
                <c:v>0.7416488088086174</c:v>
              </c:pt>
              <c:pt idx="376">
                <c:v>0.7416488088086174</c:v>
              </c:pt>
              <c:pt idx="377">
                <c:v>0.7416488088086174</c:v>
              </c:pt>
              <c:pt idx="378">
                <c:v>0.7416488088086174</c:v>
              </c:pt>
              <c:pt idx="379">
                <c:v>0.7416488088086174</c:v>
              </c:pt>
              <c:pt idx="380">
                <c:v>0.7416488088086174</c:v>
              </c:pt>
              <c:pt idx="381">
                <c:v>0.7416488088086174</c:v>
              </c:pt>
              <c:pt idx="382">
                <c:v>0.7416488088086174</c:v>
              </c:pt>
              <c:pt idx="383">
                <c:v>0.7416488088086174</c:v>
              </c:pt>
              <c:pt idx="384">
                <c:v>0.7416488088086174</c:v>
              </c:pt>
              <c:pt idx="385">
                <c:v>0.7416488088086174</c:v>
              </c:pt>
              <c:pt idx="386">
                <c:v>0.7416488088086174</c:v>
              </c:pt>
              <c:pt idx="387">
                <c:v>0.7416488088086174</c:v>
              </c:pt>
              <c:pt idx="388">
                <c:v>0.7416488088086174</c:v>
              </c:pt>
              <c:pt idx="389">
                <c:v>0.7416488088086174</c:v>
              </c:pt>
              <c:pt idx="390">
                <c:v>0.7416488088086174</c:v>
              </c:pt>
              <c:pt idx="391">
                <c:v>0.7416488088086174</c:v>
              </c:pt>
              <c:pt idx="392">
                <c:v>0.7416488088086174</c:v>
              </c:pt>
              <c:pt idx="393">
                <c:v>0.7416488088086174</c:v>
              </c:pt>
              <c:pt idx="394">
                <c:v>0.7416488088086174</c:v>
              </c:pt>
              <c:pt idx="395">
                <c:v>0.7416488088086174</c:v>
              </c:pt>
              <c:pt idx="396">
                <c:v>0.7416488088086174</c:v>
              </c:pt>
              <c:pt idx="397">
                <c:v>0.7416488088086174</c:v>
              </c:pt>
              <c:pt idx="398">
                <c:v>0.7416488088086174</c:v>
              </c:pt>
              <c:pt idx="399">
                <c:v>0.7416488088086174</c:v>
              </c:pt>
              <c:pt idx="400">
                <c:v>0.7416488088086174</c:v>
              </c:pt>
              <c:pt idx="401">
                <c:v>0.7416488088086174</c:v>
              </c:pt>
              <c:pt idx="402">
                <c:v>0.7416488088086174</c:v>
              </c:pt>
              <c:pt idx="403">
                <c:v>0.7416488088086174</c:v>
              </c:pt>
              <c:pt idx="404">
                <c:v>0.7416488088086174</c:v>
              </c:pt>
              <c:pt idx="405">
                <c:v>0.7416488088086174</c:v>
              </c:pt>
              <c:pt idx="406">
                <c:v>0.7416488088086174</c:v>
              </c:pt>
              <c:pt idx="407">
                <c:v>0.7416488088086174</c:v>
              </c:pt>
              <c:pt idx="408">
                <c:v>0.7416488088086174</c:v>
              </c:pt>
              <c:pt idx="409">
                <c:v>0.7416488088086174</c:v>
              </c:pt>
              <c:pt idx="410">
                <c:v>0.7416488088086174</c:v>
              </c:pt>
              <c:pt idx="411">
                <c:v>0.7416488088086174</c:v>
              </c:pt>
            </c:numLit>
          </c:yVal>
          <c:smooth val="0"/>
        </c:ser>
        <c:ser>
          <c:idx val="8"/>
          <c:order val="8"/>
          <c:tx>
            <c:v>Same order, optimal filling</c:v>
          </c:tx>
          <c:spPr>
            <a:noFill xmlns:a="http://schemas.openxmlformats.org/drawingml/2006/main"/>
            <a:ln xmlns:a="http://schemas.openxmlformats.org/drawingml/2006/main" w="0">
              <a:noFill/>
              <a:prstDash val="solid"/>
            </a:ln>
          </c:spPr>
          <c:marker>
            <c:symbol val="circle"/>
            <c:size val="7"/>
            <c:spPr>
              <a:solidFill xmlns:a="http://schemas.openxmlformats.org/drawingml/2006/main">
                <a:srgbClr val="009E73"/>
              </a:solidFill>
            </c:spPr>
          </c:marker>
          <c:xVal>
            <c:numLit>
              <c:formatCode>General</c:formatCode>
              <c:ptCount val="412"/>
              <c:pt idx="0">
                <c:v>4.669276550240401</c:v>
              </c:pt>
              <c:pt idx="1">
                <c:v>4.669276550240401</c:v>
              </c:pt>
              <c:pt idx="2">
                <c:v>4.669276550240401</c:v>
              </c:pt>
              <c:pt idx="3">
                <c:v>4.669276550240401</c:v>
              </c:pt>
              <c:pt idx="4">
                <c:v>4.669276550240401</c:v>
              </c:pt>
              <c:pt idx="5">
                <c:v>4.669276550240401</c:v>
              </c:pt>
              <c:pt idx="6">
                <c:v>4.669276550240401</c:v>
              </c:pt>
              <c:pt idx="7">
                <c:v>4.669276550240401</c:v>
              </c:pt>
              <c:pt idx="8">
                <c:v>4.669276550240401</c:v>
              </c:pt>
              <c:pt idx="9">
                <c:v>4.669276550240401</c:v>
              </c:pt>
              <c:pt idx="10">
                <c:v>4.669276550240401</c:v>
              </c:pt>
              <c:pt idx="11">
                <c:v>4.669276550240401</c:v>
              </c:pt>
              <c:pt idx="12">
                <c:v>4.669276550240401</c:v>
              </c:pt>
              <c:pt idx="13">
                <c:v>4.669276550240401</c:v>
              </c:pt>
              <c:pt idx="14">
                <c:v>4.669276550240401</c:v>
              </c:pt>
              <c:pt idx="15">
                <c:v>4.669276550240401</c:v>
              </c:pt>
              <c:pt idx="16">
                <c:v>4.669276550240401</c:v>
              </c:pt>
              <c:pt idx="17">
                <c:v>4.669276550240401</c:v>
              </c:pt>
              <c:pt idx="18">
                <c:v>4.669276550240401</c:v>
              </c:pt>
              <c:pt idx="19">
                <c:v>4.669276550240401</c:v>
              </c:pt>
              <c:pt idx="20">
                <c:v>4.669276550240401</c:v>
              </c:pt>
              <c:pt idx="21">
                <c:v>4.669276550240401</c:v>
              </c:pt>
              <c:pt idx="22">
                <c:v>4.669276550240401</c:v>
              </c:pt>
              <c:pt idx="23">
                <c:v>4.669276550240401</c:v>
              </c:pt>
              <c:pt idx="24">
                <c:v>4.669276550240401</c:v>
              </c:pt>
              <c:pt idx="25">
                <c:v>4.669276550240401</c:v>
              </c:pt>
              <c:pt idx="26">
                <c:v>4.669276550240401</c:v>
              </c:pt>
              <c:pt idx="27">
                <c:v>4.669276550240401</c:v>
              </c:pt>
              <c:pt idx="28">
                <c:v>4.669276550240401</c:v>
              </c:pt>
              <c:pt idx="29">
                <c:v>4.669276550240401</c:v>
              </c:pt>
              <c:pt idx="30">
                <c:v>4.669276550240401</c:v>
              </c:pt>
              <c:pt idx="31">
                <c:v>4.669276550240401</c:v>
              </c:pt>
              <c:pt idx="32">
                <c:v>4.669276550240401</c:v>
              </c:pt>
              <c:pt idx="33">
                <c:v>4.669276550240401</c:v>
              </c:pt>
              <c:pt idx="34">
                <c:v>4.669276550240401</c:v>
              </c:pt>
              <c:pt idx="35">
                <c:v>4.669276550240401</c:v>
              </c:pt>
              <c:pt idx="36">
                <c:v>4.669276550240401</c:v>
              </c:pt>
              <c:pt idx="37">
                <c:v>4.669276550240401</c:v>
              </c:pt>
              <c:pt idx="38">
                <c:v>4.669276550240401</c:v>
              </c:pt>
              <c:pt idx="39">
                <c:v>4.669276550240401</c:v>
              </c:pt>
              <c:pt idx="40">
                <c:v>4.669276550240401</c:v>
              </c:pt>
              <c:pt idx="41">
                <c:v>4.669276550240401</c:v>
              </c:pt>
              <c:pt idx="42">
                <c:v>4.669276550240401</c:v>
              </c:pt>
              <c:pt idx="43">
                <c:v>4.669276550240401</c:v>
              </c:pt>
              <c:pt idx="44">
                <c:v>4.669276550240401</c:v>
              </c:pt>
              <c:pt idx="45">
                <c:v>4.669276550240401</c:v>
              </c:pt>
              <c:pt idx="46">
                <c:v>4.669276550240401</c:v>
              </c:pt>
              <c:pt idx="47">
                <c:v>4.669276550240401</c:v>
              </c:pt>
              <c:pt idx="48">
                <c:v>4.669276550240401</c:v>
              </c:pt>
              <c:pt idx="49">
                <c:v>4.669276550240401</c:v>
              </c:pt>
              <c:pt idx="50">
                <c:v>4.669276550240401</c:v>
              </c:pt>
              <c:pt idx="51">
                <c:v>4.669276550240401</c:v>
              </c:pt>
              <c:pt idx="52">
                <c:v>4.669276550240401</c:v>
              </c:pt>
              <c:pt idx="53">
                <c:v>4.669276550240401</c:v>
              </c:pt>
              <c:pt idx="54">
                <c:v>4.669276550240401</c:v>
              </c:pt>
              <c:pt idx="55">
                <c:v>4.669276550240401</c:v>
              </c:pt>
              <c:pt idx="56">
                <c:v>4.669276550240401</c:v>
              </c:pt>
              <c:pt idx="57">
                <c:v>4.669276550240401</c:v>
              </c:pt>
              <c:pt idx="58">
                <c:v>4.669276550240401</c:v>
              </c:pt>
              <c:pt idx="59">
                <c:v>4.669276550240401</c:v>
              </c:pt>
              <c:pt idx="60">
                <c:v>4.669276550240401</c:v>
              </c:pt>
              <c:pt idx="61">
                <c:v>4.669276550240401</c:v>
              </c:pt>
              <c:pt idx="62">
                <c:v>4.669276550240401</c:v>
              </c:pt>
              <c:pt idx="63">
                <c:v>4.669276550240401</c:v>
              </c:pt>
              <c:pt idx="64">
                <c:v>4.669276550240401</c:v>
              </c:pt>
              <c:pt idx="65">
                <c:v>4.669276550240401</c:v>
              </c:pt>
              <c:pt idx="66">
                <c:v>4.669276550240401</c:v>
              </c:pt>
              <c:pt idx="67">
                <c:v>4.669276550240401</c:v>
              </c:pt>
              <c:pt idx="68">
                <c:v>4.669276550240401</c:v>
              </c:pt>
              <c:pt idx="69">
                <c:v>4.669276550240401</c:v>
              </c:pt>
              <c:pt idx="70">
                <c:v>4.669276550240401</c:v>
              </c:pt>
              <c:pt idx="71">
                <c:v>4.669276550240401</c:v>
              </c:pt>
              <c:pt idx="72">
                <c:v>4.669276550240401</c:v>
              </c:pt>
              <c:pt idx="73">
                <c:v>4.669276550240401</c:v>
              </c:pt>
              <c:pt idx="74">
                <c:v>4.669276550240401</c:v>
              </c:pt>
              <c:pt idx="75">
                <c:v>4.669276550240401</c:v>
              </c:pt>
              <c:pt idx="76">
                <c:v>4.669276550240401</c:v>
              </c:pt>
              <c:pt idx="77">
                <c:v>4.669276550240401</c:v>
              </c:pt>
              <c:pt idx="78">
                <c:v>4.669276550240401</c:v>
              </c:pt>
              <c:pt idx="79">
                <c:v>4.669276550240401</c:v>
              </c:pt>
              <c:pt idx="80">
                <c:v>4.669276550240401</c:v>
              </c:pt>
              <c:pt idx="81">
                <c:v>4.669276550240401</c:v>
              </c:pt>
              <c:pt idx="82">
                <c:v>4.669276550240401</c:v>
              </c:pt>
              <c:pt idx="83">
                <c:v>4.669276550240401</c:v>
              </c:pt>
              <c:pt idx="84">
                <c:v>4.669276550240401</c:v>
              </c:pt>
              <c:pt idx="85">
                <c:v>4.669276550240401</c:v>
              </c:pt>
              <c:pt idx="86">
                <c:v>4.669276550240401</c:v>
              </c:pt>
              <c:pt idx="87">
                <c:v>4.669276550240401</c:v>
              </c:pt>
              <c:pt idx="88">
                <c:v>4.669276550240401</c:v>
              </c:pt>
              <c:pt idx="89">
                <c:v>4.669276550240401</c:v>
              </c:pt>
              <c:pt idx="90">
                <c:v>4.669276550240401</c:v>
              </c:pt>
              <c:pt idx="91">
                <c:v>4.669276550240401</c:v>
              </c:pt>
              <c:pt idx="92">
                <c:v>4.669276550240401</c:v>
              </c:pt>
              <c:pt idx="93">
                <c:v>4.669276550240401</c:v>
              </c:pt>
              <c:pt idx="94">
                <c:v>4.669276550240401</c:v>
              </c:pt>
              <c:pt idx="95">
                <c:v>4.669276550240401</c:v>
              </c:pt>
              <c:pt idx="96">
                <c:v>4.669276550240401</c:v>
              </c:pt>
              <c:pt idx="97">
                <c:v>4.669276550240401</c:v>
              </c:pt>
              <c:pt idx="98">
                <c:v>4.669276550240401</c:v>
              </c:pt>
              <c:pt idx="99">
                <c:v>4.669276550240401</c:v>
              </c:pt>
              <c:pt idx="100">
                <c:v>4.669276550240401</c:v>
              </c:pt>
              <c:pt idx="101">
                <c:v>4.669276550240401</c:v>
              </c:pt>
              <c:pt idx="102">
                <c:v>4.669276550240401</c:v>
              </c:pt>
              <c:pt idx="103">
                <c:v>4.669276550240401</c:v>
              </c:pt>
              <c:pt idx="104">
                <c:v>4.669276550240401</c:v>
              </c:pt>
              <c:pt idx="105">
                <c:v>4.669276550240401</c:v>
              </c:pt>
              <c:pt idx="106">
                <c:v>4.669276550240401</c:v>
              </c:pt>
              <c:pt idx="107">
                <c:v>4.669276550240401</c:v>
              </c:pt>
              <c:pt idx="108">
                <c:v>4.669276550240401</c:v>
              </c:pt>
              <c:pt idx="109">
                <c:v>4.669276550240401</c:v>
              </c:pt>
              <c:pt idx="110">
                <c:v>4.669276550240401</c:v>
              </c:pt>
              <c:pt idx="111">
                <c:v>4.669276550240401</c:v>
              </c:pt>
              <c:pt idx="112">
                <c:v>4.669276550240401</c:v>
              </c:pt>
              <c:pt idx="113">
                <c:v>4.669276550240401</c:v>
              </c:pt>
              <c:pt idx="114">
                <c:v>4.669276550240401</c:v>
              </c:pt>
              <c:pt idx="115">
                <c:v>4.669276550240401</c:v>
              </c:pt>
              <c:pt idx="116">
                <c:v>4.669276550240401</c:v>
              </c:pt>
              <c:pt idx="117">
                <c:v>4.669276550240401</c:v>
              </c:pt>
              <c:pt idx="118">
                <c:v>4.669276550240401</c:v>
              </c:pt>
              <c:pt idx="119">
                <c:v>4.669276550240401</c:v>
              </c:pt>
              <c:pt idx="120">
                <c:v>4.669276550240401</c:v>
              </c:pt>
              <c:pt idx="121">
                <c:v>4.669276550240401</c:v>
              </c:pt>
              <c:pt idx="122">
                <c:v>4.669276550240401</c:v>
              </c:pt>
              <c:pt idx="123">
                <c:v>4.669276550240401</c:v>
              </c:pt>
              <c:pt idx="124">
                <c:v>4.669276550240401</c:v>
              </c:pt>
              <c:pt idx="125">
                <c:v>4.669276550240401</c:v>
              </c:pt>
              <c:pt idx="126">
                <c:v>4.669276550240401</c:v>
              </c:pt>
              <c:pt idx="127">
                <c:v>4.669276550240401</c:v>
              </c:pt>
              <c:pt idx="128">
                <c:v>4.669276550240401</c:v>
              </c:pt>
              <c:pt idx="129">
                <c:v>4.669276550240401</c:v>
              </c:pt>
              <c:pt idx="130">
                <c:v>4.669276550240401</c:v>
              </c:pt>
              <c:pt idx="131">
                <c:v>4.669276550240401</c:v>
              </c:pt>
              <c:pt idx="132">
                <c:v>4.669276550240401</c:v>
              </c:pt>
              <c:pt idx="133">
                <c:v>4.669276550240401</c:v>
              </c:pt>
              <c:pt idx="134">
                <c:v>4.669276550240401</c:v>
              </c:pt>
              <c:pt idx="135">
                <c:v>4.669276550240401</c:v>
              </c:pt>
              <c:pt idx="136">
                <c:v>4.669276550240401</c:v>
              </c:pt>
              <c:pt idx="137">
                <c:v>4.669276550240401</c:v>
              </c:pt>
              <c:pt idx="138">
                <c:v>4.669276550240401</c:v>
              </c:pt>
              <c:pt idx="139">
                <c:v>4.669276550240401</c:v>
              </c:pt>
              <c:pt idx="140">
                <c:v>4.669276550240401</c:v>
              </c:pt>
              <c:pt idx="141">
                <c:v>4.669276550240401</c:v>
              </c:pt>
              <c:pt idx="142">
                <c:v>4.669276550240401</c:v>
              </c:pt>
              <c:pt idx="143">
                <c:v>4.669276550240401</c:v>
              </c:pt>
              <c:pt idx="144">
                <c:v>4.669276550240401</c:v>
              </c:pt>
              <c:pt idx="145">
                <c:v>4.669276550240401</c:v>
              </c:pt>
              <c:pt idx="146">
                <c:v>4.669276550240401</c:v>
              </c:pt>
              <c:pt idx="147">
                <c:v>4.669276550240401</c:v>
              </c:pt>
              <c:pt idx="148">
                <c:v>4.669276550240401</c:v>
              </c:pt>
              <c:pt idx="149">
                <c:v>4.669276550240401</c:v>
              </c:pt>
              <c:pt idx="150">
                <c:v>4.669276550240401</c:v>
              </c:pt>
              <c:pt idx="151">
                <c:v>4.669276550240401</c:v>
              </c:pt>
              <c:pt idx="152">
                <c:v>4.669276550240401</c:v>
              </c:pt>
              <c:pt idx="153">
                <c:v>4.669276550240401</c:v>
              </c:pt>
              <c:pt idx="154">
                <c:v>4.669276550240401</c:v>
              </c:pt>
              <c:pt idx="155">
                <c:v>4.669276550240401</c:v>
              </c:pt>
              <c:pt idx="156">
                <c:v>4.669276550240401</c:v>
              </c:pt>
              <c:pt idx="157">
                <c:v>4.669276550240401</c:v>
              </c:pt>
              <c:pt idx="158">
                <c:v>4.669276550240401</c:v>
              </c:pt>
              <c:pt idx="159">
                <c:v>4.669276550240401</c:v>
              </c:pt>
              <c:pt idx="160">
                <c:v>4.669276550240401</c:v>
              </c:pt>
              <c:pt idx="161">
                <c:v>4.669276550240401</c:v>
              </c:pt>
              <c:pt idx="162">
                <c:v>4.669276550240401</c:v>
              </c:pt>
              <c:pt idx="163">
                <c:v>4.669276550240401</c:v>
              </c:pt>
              <c:pt idx="164">
                <c:v>4.669276550240401</c:v>
              </c:pt>
              <c:pt idx="165">
                <c:v>4.669276550240401</c:v>
              </c:pt>
              <c:pt idx="166">
                <c:v>4.669276550240401</c:v>
              </c:pt>
              <c:pt idx="167">
                <c:v>4.669276550240401</c:v>
              </c:pt>
              <c:pt idx="168">
                <c:v>4.669276550240401</c:v>
              </c:pt>
              <c:pt idx="169">
                <c:v>4.669276550240401</c:v>
              </c:pt>
              <c:pt idx="170">
                <c:v>4.669276550240401</c:v>
              </c:pt>
              <c:pt idx="171">
                <c:v>4.669276550240401</c:v>
              </c:pt>
              <c:pt idx="172">
                <c:v>4.669276550240401</c:v>
              </c:pt>
              <c:pt idx="173">
                <c:v>4.669276550240401</c:v>
              </c:pt>
              <c:pt idx="174">
                <c:v>4.669276550240401</c:v>
              </c:pt>
              <c:pt idx="175">
                <c:v>4.669276550240401</c:v>
              </c:pt>
              <c:pt idx="176">
                <c:v>4.669276550240401</c:v>
              </c:pt>
              <c:pt idx="177">
                <c:v>4.669276550240401</c:v>
              </c:pt>
              <c:pt idx="178">
                <c:v>4.669276550240401</c:v>
              </c:pt>
              <c:pt idx="179">
                <c:v>4.669276550240401</c:v>
              </c:pt>
              <c:pt idx="180">
                <c:v>4.669276550240401</c:v>
              </c:pt>
              <c:pt idx="181">
                <c:v>4.669276550240401</c:v>
              </c:pt>
              <c:pt idx="182">
                <c:v>4.669276550240401</c:v>
              </c:pt>
              <c:pt idx="183">
                <c:v>4.669276550240401</c:v>
              </c:pt>
              <c:pt idx="184">
                <c:v>4.669276550240401</c:v>
              </c:pt>
              <c:pt idx="185">
                <c:v>4.669276550240401</c:v>
              </c:pt>
              <c:pt idx="186">
                <c:v>4.669276550240401</c:v>
              </c:pt>
              <c:pt idx="187">
                <c:v>4.669276550240401</c:v>
              </c:pt>
              <c:pt idx="188">
                <c:v>4.669276550240401</c:v>
              </c:pt>
              <c:pt idx="189">
                <c:v>4.669276550240401</c:v>
              </c:pt>
              <c:pt idx="190">
                <c:v>4.669276550240401</c:v>
              </c:pt>
              <c:pt idx="191">
                <c:v>4.669276550240401</c:v>
              </c:pt>
              <c:pt idx="192">
                <c:v>4.669276550240401</c:v>
              </c:pt>
              <c:pt idx="193">
                <c:v>4.669276550240401</c:v>
              </c:pt>
              <c:pt idx="194">
                <c:v>4.669276550240401</c:v>
              </c:pt>
              <c:pt idx="195">
                <c:v>4.669276550240401</c:v>
              </c:pt>
              <c:pt idx="196">
                <c:v>4.669276550240401</c:v>
              </c:pt>
              <c:pt idx="197">
                <c:v>4.669276550240401</c:v>
              </c:pt>
              <c:pt idx="198">
                <c:v>4.669276550240401</c:v>
              </c:pt>
              <c:pt idx="199">
                <c:v>4.669276550240401</c:v>
              </c:pt>
              <c:pt idx="200">
                <c:v>4.669276550240401</c:v>
              </c:pt>
              <c:pt idx="201">
                <c:v>4.669276550240401</c:v>
              </c:pt>
              <c:pt idx="202">
                <c:v>4.669276550240401</c:v>
              </c:pt>
              <c:pt idx="203">
                <c:v>4.669276550240401</c:v>
              </c:pt>
              <c:pt idx="204">
                <c:v>4.669276550240401</c:v>
              </c:pt>
              <c:pt idx="205">
                <c:v>4.669276550240401</c:v>
              </c:pt>
              <c:pt idx="206">
                <c:v>4.669276550240401</c:v>
              </c:pt>
              <c:pt idx="207">
                <c:v>4.669276550240401</c:v>
              </c:pt>
              <c:pt idx="208">
                <c:v>4.669276550240401</c:v>
              </c:pt>
              <c:pt idx="209">
                <c:v>4.669276550240401</c:v>
              </c:pt>
              <c:pt idx="210">
                <c:v>4.669276550240401</c:v>
              </c:pt>
              <c:pt idx="211">
                <c:v>4.669276550240401</c:v>
              </c:pt>
              <c:pt idx="212">
                <c:v>4.669276550240401</c:v>
              </c:pt>
              <c:pt idx="213">
                <c:v>4.669276550240401</c:v>
              </c:pt>
              <c:pt idx="214">
                <c:v>4.669276550240401</c:v>
              </c:pt>
              <c:pt idx="215">
                <c:v>4.669276550240401</c:v>
              </c:pt>
              <c:pt idx="216">
                <c:v>4.669276550240401</c:v>
              </c:pt>
              <c:pt idx="217">
                <c:v>4.669276550240401</c:v>
              </c:pt>
              <c:pt idx="218">
                <c:v>4.669276550240401</c:v>
              </c:pt>
              <c:pt idx="219">
                <c:v>4.669276550240401</c:v>
              </c:pt>
              <c:pt idx="220">
                <c:v>4.669276550240401</c:v>
              </c:pt>
              <c:pt idx="221">
                <c:v>4.669276550240401</c:v>
              </c:pt>
              <c:pt idx="222">
                <c:v>4.669276550240401</c:v>
              </c:pt>
              <c:pt idx="223">
                <c:v>4.669276550240401</c:v>
              </c:pt>
              <c:pt idx="224">
                <c:v>4.669276550240401</c:v>
              </c:pt>
              <c:pt idx="225">
                <c:v>4.669276550240401</c:v>
              </c:pt>
              <c:pt idx="226">
                <c:v>4.669276550240401</c:v>
              </c:pt>
              <c:pt idx="227">
                <c:v>4.669276550240401</c:v>
              </c:pt>
              <c:pt idx="228">
                <c:v>4.669276550240401</c:v>
              </c:pt>
              <c:pt idx="229">
                <c:v>4.669276550240401</c:v>
              </c:pt>
              <c:pt idx="230">
                <c:v>4.669276550240401</c:v>
              </c:pt>
              <c:pt idx="231">
                <c:v>4.669276550240401</c:v>
              </c:pt>
              <c:pt idx="232">
                <c:v>4.669276550240401</c:v>
              </c:pt>
              <c:pt idx="233">
                <c:v>4.669276550240401</c:v>
              </c:pt>
              <c:pt idx="234">
                <c:v>4.669276550240401</c:v>
              </c:pt>
              <c:pt idx="235">
                <c:v>4.669276550240401</c:v>
              </c:pt>
              <c:pt idx="236">
                <c:v>4.669276550240401</c:v>
              </c:pt>
              <c:pt idx="237">
                <c:v>4.669276550240401</c:v>
              </c:pt>
              <c:pt idx="238">
                <c:v>4.669276550240401</c:v>
              </c:pt>
              <c:pt idx="239">
                <c:v>4.669276550240401</c:v>
              </c:pt>
              <c:pt idx="240">
                <c:v>4.669276550240401</c:v>
              </c:pt>
              <c:pt idx="241">
                <c:v>4.669276550240401</c:v>
              </c:pt>
              <c:pt idx="242">
                <c:v>4.669276550240401</c:v>
              </c:pt>
              <c:pt idx="243">
                <c:v>4.669276550240401</c:v>
              </c:pt>
              <c:pt idx="244">
                <c:v>4.669276550240401</c:v>
              </c:pt>
              <c:pt idx="245">
                <c:v>4.669276550240401</c:v>
              </c:pt>
              <c:pt idx="246">
                <c:v>4.669276550240401</c:v>
              </c:pt>
              <c:pt idx="247">
                <c:v>4.669276550240401</c:v>
              </c:pt>
              <c:pt idx="248">
                <c:v>4.669276550240401</c:v>
              </c:pt>
              <c:pt idx="249">
                <c:v>4.669276550240401</c:v>
              </c:pt>
              <c:pt idx="250">
                <c:v>4.669276550240401</c:v>
              </c:pt>
              <c:pt idx="251">
                <c:v>4.669276550240401</c:v>
              </c:pt>
              <c:pt idx="252">
                <c:v>4.669276550240401</c:v>
              </c:pt>
              <c:pt idx="253">
                <c:v>4.669276550240401</c:v>
              </c:pt>
              <c:pt idx="254">
                <c:v>4.669276550240401</c:v>
              </c:pt>
              <c:pt idx="255">
                <c:v>4.669276550240401</c:v>
              </c:pt>
              <c:pt idx="256">
                <c:v>4.669276550240401</c:v>
              </c:pt>
              <c:pt idx="257">
                <c:v>4.669276550240401</c:v>
              </c:pt>
              <c:pt idx="258">
                <c:v>4.669276550240401</c:v>
              </c:pt>
              <c:pt idx="259">
                <c:v>4.669276550240401</c:v>
              </c:pt>
              <c:pt idx="260">
                <c:v>4.669276550240401</c:v>
              </c:pt>
              <c:pt idx="261">
                <c:v>4.669276550240401</c:v>
              </c:pt>
              <c:pt idx="262">
                <c:v>4.669276550240401</c:v>
              </c:pt>
              <c:pt idx="263">
                <c:v>4.669276550240401</c:v>
              </c:pt>
              <c:pt idx="264">
                <c:v>4.669276550240401</c:v>
              </c:pt>
              <c:pt idx="265">
                <c:v>4.669276550240401</c:v>
              </c:pt>
              <c:pt idx="266">
                <c:v>4.669276550240401</c:v>
              </c:pt>
              <c:pt idx="267">
                <c:v>4.669276550240401</c:v>
              </c:pt>
              <c:pt idx="268">
                <c:v>4.669276550240401</c:v>
              </c:pt>
              <c:pt idx="269">
                <c:v>4.669276550240401</c:v>
              </c:pt>
              <c:pt idx="270">
                <c:v>4.669276550240401</c:v>
              </c:pt>
              <c:pt idx="271">
                <c:v>4.669276550240401</c:v>
              </c:pt>
              <c:pt idx="272">
                <c:v>4.669276550240401</c:v>
              </c:pt>
              <c:pt idx="273">
                <c:v>4.669276550240401</c:v>
              </c:pt>
              <c:pt idx="274">
                <c:v>4.669276550240401</c:v>
              </c:pt>
              <c:pt idx="275">
                <c:v>4.669276550240401</c:v>
              </c:pt>
              <c:pt idx="276">
                <c:v>4.669276550240401</c:v>
              </c:pt>
              <c:pt idx="277">
                <c:v>4.669276550240401</c:v>
              </c:pt>
              <c:pt idx="278">
                <c:v>4.669276550240401</c:v>
              </c:pt>
              <c:pt idx="279">
                <c:v>4.669276550240401</c:v>
              </c:pt>
              <c:pt idx="280">
                <c:v>4.669276550240401</c:v>
              </c:pt>
              <c:pt idx="281">
                <c:v>4.669276550240401</c:v>
              </c:pt>
              <c:pt idx="282">
                <c:v>4.669276550240401</c:v>
              </c:pt>
              <c:pt idx="283">
                <c:v>4.669276550240401</c:v>
              </c:pt>
              <c:pt idx="284">
                <c:v>4.669276550240401</c:v>
              </c:pt>
              <c:pt idx="285">
                <c:v>4.669276550240401</c:v>
              </c:pt>
              <c:pt idx="286">
                <c:v>4.669276550240401</c:v>
              </c:pt>
              <c:pt idx="287">
                <c:v>4.669276550240401</c:v>
              </c:pt>
              <c:pt idx="288">
                <c:v>4.669276550240401</c:v>
              </c:pt>
              <c:pt idx="289">
                <c:v>4.669276550240401</c:v>
              </c:pt>
              <c:pt idx="290">
                <c:v>4.669276550240401</c:v>
              </c:pt>
              <c:pt idx="291">
                <c:v>4.669276550240401</c:v>
              </c:pt>
              <c:pt idx="292">
                <c:v>4.669276550240401</c:v>
              </c:pt>
              <c:pt idx="293">
                <c:v>4.669276550240401</c:v>
              </c:pt>
              <c:pt idx="294">
                <c:v>4.669276550240401</c:v>
              </c:pt>
              <c:pt idx="295">
                <c:v>4.669276550240401</c:v>
              </c:pt>
              <c:pt idx="296">
                <c:v>4.669276550240401</c:v>
              </c:pt>
              <c:pt idx="297">
                <c:v>4.669276550240401</c:v>
              </c:pt>
              <c:pt idx="298">
                <c:v>4.669276550240401</c:v>
              </c:pt>
              <c:pt idx="299">
                <c:v>4.669276550240401</c:v>
              </c:pt>
              <c:pt idx="300">
                <c:v>4.669276550240401</c:v>
              </c:pt>
              <c:pt idx="301">
                <c:v>4.669276550240401</c:v>
              </c:pt>
              <c:pt idx="302">
                <c:v>4.669276550240401</c:v>
              </c:pt>
              <c:pt idx="303">
                <c:v>4.669276550240401</c:v>
              </c:pt>
              <c:pt idx="304">
                <c:v>4.669276550240401</c:v>
              </c:pt>
              <c:pt idx="305">
                <c:v>4.669276550240401</c:v>
              </c:pt>
              <c:pt idx="306">
                <c:v>4.669276550240401</c:v>
              </c:pt>
              <c:pt idx="307">
                <c:v>4.669276550240401</c:v>
              </c:pt>
              <c:pt idx="308">
                <c:v>4.669276550240401</c:v>
              </c:pt>
              <c:pt idx="309">
                <c:v>4.669276550240401</c:v>
              </c:pt>
              <c:pt idx="310">
                <c:v>4.669276550240401</c:v>
              </c:pt>
              <c:pt idx="311">
                <c:v>4.669276550240401</c:v>
              </c:pt>
              <c:pt idx="312">
                <c:v>4.669276550240401</c:v>
              </c:pt>
              <c:pt idx="313">
                <c:v>4.669276550240401</c:v>
              </c:pt>
              <c:pt idx="314">
                <c:v>4.669276550240401</c:v>
              </c:pt>
              <c:pt idx="315">
                <c:v>4.669276550240401</c:v>
              </c:pt>
              <c:pt idx="316">
                <c:v>4.669276550240401</c:v>
              </c:pt>
              <c:pt idx="317">
                <c:v>4.669276550240401</c:v>
              </c:pt>
              <c:pt idx="318">
                <c:v>4.669276550240401</c:v>
              </c:pt>
              <c:pt idx="319">
                <c:v>4.669276550240401</c:v>
              </c:pt>
              <c:pt idx="320">
                <c:v>4.669276550240401</c:v>
              </c:pt>
              <c:pt idx="321">
                <c:v>4.669276550240401</c:v>
              </c:pt>
              <c:pt idx="322">
                <c:v>4.669276550240401</c:v>
              </c:pt>
              <c:pt idx="323">
                <c:v>4.669276550240401</c:v>
              </c:pt>
              <c:pt idx="324">
                <c:v>4.669276550240401</c:v>
              </c:pt>
              <c:pt idx="325">
                <c:v>4.669276550240401</c:v>
              </c:pt>
              <c:pt idx="326">
                <c:v>4.669276550240401</c:v>
              </c:pt>
              <c:pt idx="327">
                <c:v>4.669276550240401</c:v>
              </c:pt>
              <c:pt idx="328">
                <c:v>4.669276550240401</c:v>
              </c:pt>
              <c:pt idx="329">
                <c:v>4.669276550240401</c:v>
              </c:pt>
              <c:pt idx="330">
                <c:v>4.669276550240401</c:v>
              </c:pt>
              <c:pt idx="331">
                <c:v>4.669276550240401</c:v>
              </c:pt>
              <c:pt idx="332">
                <c:v>4.669276550240401</c:v>
              </c:pt>
              <c:pt idx="333">
                <c:v>4.669276550240401</c:v>
              </c:pt>
              <c:pt idx="334">
                <c:v>4.669276550240401</c:v>
              </c:pt>
              <c:pt idx="335">
                <c:v>4.669276550240401</c:v>
              </c:pt>
              <c:pt idx="336">
                <c:v>4.669276550240401</c:v>
              </c:pt>
              <c:pt idx="337">
                <c:v>4.669276550240401</c:v>
              </c:pt>
              <c:pt idx="338">
                <c:v>4.669276550240401</c:v>
              </c:pt>
              <c:pt idx="339">
                <c:v>4.669276550240401</c:v>
              </c:pt>
              <c:pt idx="340">
                <c:v>4.669276550240401</c:v>
              </c:pt>
              <c:pt idx="341">
                <c:v>4.669276550240401</c:v>
              </c:pt>
              <c:pt idx="342">
                <c:v>4.669276550240401</c:v>
              </c:pt>
              <c:pt idx="343">
                <c:v>4.669276550240401</c:v>
              </c:pt>
              <c:pt idx="344">
                <c:v>4.669276550240401</c:v>
              </c:pt>
              <c:pt idx="345">
                <c:v>4.669276550240401</c:v>
              </c:pt>
              <c:pt idx="346">
                <c:v>4.669276550240401</c:v>
              </c:pt>
              <c:pt idx="347">
                <c:v>4.669276550240401</c:v>
              </c:pt>
              <c:pt idx="348">
                <c:v>4.669276550240401</c:v>
              </c:pt>
              <c:pt idx="349">
                <c:v>4.669276550240401</c:v>
              </c:pt>
              <c:pt idx="350">
                <c:v>4.669276550240401</c:v>
              </c:pt>
              <c:pt idx="351">
                <c:v>4.669276550240401</c:v>
              </c:pt>
              <c:pt idx="352">
                <c:v>4.669276550240401</c:v>
              </c:pt>
              <c:pt idx="353">
                <c:v>4.669276550240401</c:v>
              </c:pt>
              <c:pt idx="354">
                <c:v>4.669276550240401</c:v>
              </c:pt>
              <c:pt idx="355">
                <c:v>4.669276550240401</c:v>
              </c:pt>
              <c:pt idx="356">
                <c:v>4.669276550240401</c:v>
              </c:pt>
              <c:pt idx="357">
                <c:v>4.669276550240401</c:v>
              </c:pt>
              <c:pt idx="358">
                <c:v>4.669276550240401</c:v>
              </c:pt>
              <c:pt idx="359">
                <c:v>4.669276550240401</c:v>
              </c:pt>
              <c:pt idx="360">
                <c:v>4.669276550240401</c:v>
              </c:pt>
              <c:pt idx="361">
                <c:v>4.669276550240401</c:v>
              </c:pt>
              <c:pt idx="362">
                <c:v>4.669276550240401</c:v>
              </c:pt>
              <c:pt idx="363">
                <c:v>4.669276550240401</c:v>
              </c:pt>
              <c:pt idx="364">
                <c:v>4.669276550240401</c:v>
              </c:pt>
              <c:pt idx="365">
                <c:v>4.669276550240401</c:v>
              </c:pt>
              <c:pt idx="366">
                <c:v>4.669276550240401</c:v>
              </c:pt>
              <c:pt idx="367">
                <c:v>4.669276550240401</c:v>
              </c:pt>
              <c:pt idx="368">
                <c:v>4.669276550240401</c:v>
              </c:pt>
              <c:pt idx="369">
                <c:v>4.669276550240401</c:v>
              </c:pt>
              <c:pt idx="370">
                <c:v>4.669276550240401</c:v>
              </c:pt>
              <c:pt idx="371">
                <c:v>4.669276550240401</c:v>
              </c:pt>
              <c:pt idx="372">
                <c:v>4.669276550240401</c:v>
              </c:pt>
              <c:pt idx="373">
                <c:v>4.669276550240401</c:v>
              </c:pt>
              <c:pt idx="374">
                <c:v>4.669276550240401</c:v>
              </c:pt>
              <c:pt idx="375">
                <c:v>4.669276550240401</c:v>
              </c:pt>
              <c:pt idx="376">
                <c:v>4.669276550240401</c:v>
              </c:pt>
              <c:pt idx="377">
                <c:v>4.669276550240401</c:v>
              </c:pt>
              <c:pt idx="378">
                <c:v>4.669276550240401</c:v>
              </c:pt>
              <c:pt idx="379">
                <c:v>4.669276550240401</c:v>
              </c:pt>
              <c:pt idx="380">
                <c:v>4.669276550240401</c:v>
              </c:pt>
              <c:pt idx="381">
                <c:v>4.669276550240401</c:v>
              </c:pt>
              <c:pt idx="382">
                <c:v>4.669276550240401</c:v>
              </c:pt>
              <c:pt idx="383">
                <c:v>4.669276550240401</c:v>
              </c:pt>
              <c:pt idx="384">
                <c:v>4.669276550240401</c:v>
              </c:pt>
              <c:pt idx="385">
                <c:v>4.669276550240401</c:v>
              </c:pt>
              <c:pt idx="386">
                <c:v>4.669276550240401</c:v>
              </c:pt>
              <c:pt idx="387">
                <c:v>4.669276550240401</c:v>
              </c:pt>
              <c:pt idx="388">
                <c:v>4.669276550240401</c:v>
              </c:pt>
              <c:pt idx="389">
                <c:v>4.669276550240401</c:v>
              </c:pt>
              <c:pt idx="390">
                <c:v>4.669276550240401</c:v>
              </c:pt>
              <c:pt idx="391">
                <c:v>4.669276550240401</c:v>
              </c:pt>
              <c:pt idx="392">
                <c:v>4.669276550240401</c:v>
              </c:pt>
              <c:pt idx="393">
                <c:v>4.669276550240401</c:v>
              </c:pt>
              <c:pt idx="394">
                <c:v>4.669276550240401</c:v>
              </c:pt>
              <c:pt idx="395">
                <c:v>4.669276550240401</c:v>
              </c:pt>
              <c:pt idx="396">
                <c:v>4.669276550240401</c:v>
              </c:pt>
              <c:pt idx="397">
                <c:v>4.669276550240401</c:v>
              </c:pt>
              <c:pt idx="398">
                <c:v>4.669276550240401</c:v>
              </c:pt>
              <c:pt idx="399">
                <c:v>4.669276550240401</c:v>
              </c:pt>
              <c:pt idx="400">
                <c:v>4.669276550240401</c:v>
              </c:pt>
              <c:pt idx="401">
                <c:v>4.669276550240401</c:v>
              </c:pt>
              <c:pt idx="402">
                <c:v>4.669276550240401</c:v>
              </c:pt>
              <c:pt idx="403">
                <c:v>4.669276550240401</c:v>
              </c:pt>
              <c:pt idx="404">
                <c:v>4.669276550240401</c:v>
              </c:pt>
              <c:pt idx="405">
                <c:v>4.669276550240401</c:v>
              </c:pt>
              <c:pt idx="406">
                <c:v>4.669276550240401</c:v>
              </c:pt>
              <c:pt idx="407">
                <c:v>4.669276550240401</c:v>
              </c:pt>
              <c:pt idx="408">
                <c:v>4.669276550240401</c:v>
              </c:pt>
              <c:pt idx="409">
                <c:v>4.669276550240401</c:v>
              </c:pt>
              <c:pt idx="410">
                <c:v>4.669276550240401</c:v>
              </c:pt>
              <c:pt idx="411">
                <c:v>4.669276550240401</c:v>
              </c:pt>
            </c:numLit>
          </c:xVal>
          <c:yVal>
            <c:numLit>
              <c:formatCode>0.0</c:formatCode>
              <c:ptCount val="412"/>
              <c:pt idx="0">
                <c:v>0.13203880275870133</c:v>
              </c:pt>
              <c:pt idx="1">
                <c:v>0.13203880275870133</c:v>
              </c:pt>
              <c:pt idx="2">
                <c:v>0.13203880275870133</c:v>
              </c:pt>
              <c:pt idx="3">
                <c:v>0.13203880275870133</c:v>
              </c:pt>
              <c:pt idx="4">
                <c:v>0.13203880275870133</c:v>
              </c:pt>
              <c:pt idx="5">
                <c:v>0.13203880275870133</c:v>
              </c:pt>
              <c:pt idx="6">
                <c:v>0.13203880275870133</c:v>
              </c:pt>
              <c:pt idx="7">
                <c:v>0.13203880275870133</c:v>
              </c:pt>
              <c:pt idx="8">
                <c:v>0.13203880275870133</c:v>
              </c:pt>
              <c:pt idx="9">
                <c:v>0.13203880275870133</c:v>
              </c:pt>
              <c:pt idx="10">
                <c:v>0.13203880275870133</c:v>
              </c:pt>
              <c:pt idx="11">
                <c:v>0.13203880275870133</c:v>
              </c:pt>
              <c:pt idx="12">
                <c:v>0.13203880275870133</c:v>
              </c:pt>
              <c:pt idx="13">
                <c:v>0.13203880275870133</c:v>
              </c:pt>
              <c:pt idx="14">
                <c:v>0.13203880275870133</c:v>
              </c:pt>
              <c:pt idx="15">
                <c:v>0.13203880275870133</c:v>
              </c:pt>
              <c:pt idx="16">
                <c:v>0.13203880275870133</c:v>
              </c:pt>
              <c:pt idx="17">
                <c:v>0.13203880275870133</c:v>
              </c:pt>
              <c:pt idx="18">
                <c:v>0.13203880275870133</c:v>
              </c:pt>
              <c:pt idx="19">
                <c:v>0.13203880275870133</c:v>
              </c:pt>
              <c:pt idx="20">
                <c:v>0.13203880275870133</c:v>
              </c:pt>
              <c:pt idx="21">
                <c:v>0.13203880275870133</c:v>
              </c:pt>
              <c:pt idx="22">
                <c:v>0.13203880275870133</c:v>
              </c:pt>
              <c:pt idx="23">
                <c:v>0.13203880275870133</c:v>
              </c:pt>
              <c:pt idx="24">
                <c:v>0.13203880275870133</c:v>
              </c:pt>
              <c:pt idx="25">
                <c:v>0.13203880275870133</c:v>
              </c:pt>
              <c:pt idx="26">
                <c:v>0.13203880275870133</c:v>
              </c:pt>
              <c:pt idx="27">
                <c:v>0.13203880275870133</c:v>
              </c:pt>
              <c:pt idx="28">
                <c:v>0.13203880275870133</c:v>
              </c:pt>
              <c:pt idx="29">
                <c:v>0.13203880275870133</c:v>
              </c:pt>
              <c:pt idx="30">
                <c:v>0.13203880275870133</c:v>
              </c:pt>
              <c:pt idx="31">
                <c:v>0.13203880275870133</c:v>
              </c:pt>
              <c:pt idx="32">
                <c:v>0.13203880275870133</c:v>
              </c:pt>
              <c:pt idx="33">
                <c:v>0.13203880275870133</c:v>
              </c:pt>
              <c:pt idx="34">
                <c:v>0.13203880275870133</c:v>
              </c:pt>
              <c:pt idx="35">
                <c:v>0.13203880275870133</c:v>
              </c:pt>
              <c:pt idx="36">
                <c:v>0.13203880275870133</c:v>
              </c:pt>
              <c:pt idx="37">
                <c:v>0.13203880275870133</c:v>
              </c:pt>
              <c:pt idx="38">
                <c:v>0.13203880275870133</c:v>
              </c:pt>
              <c:pt idx="39">
                <c:v>0.13203880275870133</c:v>
              </c:pt>
              <c:pt idx="40">
                <c:v>0.13203880275870133</c:v>
              </c:pt>
              <c:pt idx="41">
                <c:v>0.13203880275870133</c:v>
              </c:pt>
              <c:pt idx="42">
                <c:v>0.13203880275870133</c:v>
              </c:pt>
              <c:pt idx="43">
                <c:v>0.13203880275870133</c:v>
              </c:pt>
              <c:pt idx="44">
                <c:v>0.13203880275870133</c:v>
              </c:pt>
              <c:pt idx="45">
                <c:v>0.13203880275870133</c:v>
              </c:pt>
              <c:pt idx="46">
                <c:v>0.13203880275870133</c:v>
              </c:pt>
              <c:pt idx="47">
                <c:v>0.13203880275870133</c:v>
              </c:pt>
              <c:pt idx="48">
                <c:v>0.13203880275870133</c:v>
              </c:pt>
              <c:pt idx="49">
                <c:v>0.13203880275870133</c:v>
              </c:pt>
              <c:pt idx="50">
                <c:v>0.13203880275870133</c:v>
              </c:pt>
              <c:pt idx="51">
                <c:v>0.13203880275870133</c:v>
              </c:pt>
              <c:pt idx="52">
                <c:v>0.13203880275870133</c:v>
              </c:pt>
              <c:pt idx="53">
                <c:v>0.13203880275870133</c:v>
              </c:pt>
              <c:pt idx="54">
                <c:v>0.13203880275870133</c:v>
              </c:pt>
              <c:pt idx="55">
                <c:v>0.13203880275870133</c:v>
              </c:pt>
              <c:pt idx="56">
                <c:v>0.13203880275870133</c:v>
              </c:pt>
              <c:pt idx="57">
                <c:v>0.13203880275870133</c:v>
              </c:pt>
              <c:pt idx="58">
                <c:v>0.13203880275870133</c:v>
              </c:pt>
              <c:pt idx="59">
                <c:v>0.13203880275870133</c:v>
              </c:pt>
              <c:pt idx="60">
                <c:v>0.13203880275870133</c:v>
              </c:pt>
              <c:pt idx="61">
                <c:v>0.13203880275870133</c:v>
              </c:pt>
              <c:pt idx="62">
                <c:v>0.13203880275870133</c:v>
              </c:pt>
              <c:pt idx="63">
                <c:v>0.13203880275870133</c:v>
              </c:pt>
              <c:pt idx="64">
                <c:v>0.13203880275870133</c:v>
              </c:pt>
              <c:pt idx="65">
                <c:v>0.13203880275870133</c:v>
              </c:pt>
              <c:pt idx="66">
                <c:v>0.13203880275870133</c:v>
              </c:pt>
              <c:pt idx="67">
                <c:v>0.13203880275870133</c:v>
              </c:pt>
              <c:pt idx="68">
                <c:v>0.13203880275870133</c:v>
              </c:pt>
              <c:pt idx="69">
                <c:v>0.13203880275870133</c:v>
              </c:pt>
              <c:pt idx="70">
                <c:v>0.13203880275870133</c:v>
              </c:pt>
              <c:pt idx="71">
                <c:v>0.13203880275870133</c:v>
              </c:pt>
              <c:pt idx="72">
                <c:v>0.13203880275870133</c:v>
              </c:pt>
              <c:pt idx="73">
                <c:v>0.13203880275870133</c:v>
              </c:pt>
              <c:pt idx="74">
                <c:v>0.13203880275870133</c:v>
              </c:pt>
              <c:pt idx="75">
                <c:v>0.13203880275870133</c:v>
              </c:pt>
              <c:pt idx="76">
                <c:v>0.13203880275870133</c:v>
              </c:pt>
              <c:pt idx="77">
                <c:v>0.13203880275870133</c:v>
              </c:pt>
              <c:pt idx="78">
                <c:v>0.13203880275870133</c:v>
              </c:pt>
              <c:pt idx="79">
                <c:v>0.13203880275870133</c:v>
              </c:pt>
              <c:pt idx="80">
                <c:v>0.13203880275870133</c:v>
              </c:pt>
              <c:pt idx="81">
                <c:v>0.13203880275870133</c:v>
              </c:pt>
              <c:pt idx="82">
                <c:v>0.13203880275870133</c:v>
              </c:pt>
              <c:pt idx="83">
                <c:v>0.13203880275870133</c:v>
              </c:pt>
              <c:pt idx="84">
                <c:v>0.13203880275870133</c:v>
              </c:pt>
              <c:pt idx="85">
                <c:v>0.13203880275870133</c:v>
              </c:pt>
              <c:pt idx="86">
                <c:v>0.13203880275870133</c:v>
              </c:pt>
              <c:pt idx="87">
                <c:v>0.13203880275870133</c:v>
              </c:pt>
              <c:pt idx="88">
                <c:v>0.13203880275870133</c:v>
              </c:pt>
              <c:pt idx="89">
                <c:v>0.13203880275870133</c:v>
              </c:pt>
              <c:pt idx="90">
                <c:v>0.13203880275870133</c:v>
              </c:pt>
              <c:pt idx="91">
                <c:v>0.13203880275870133</c:v>
              </c:pt>
              <c:pt idx="92">
                <c:v>0.13203880275870133</c:v>
              </c:pt>
              <c:pt idx="93">
                <c:v>0.13203880275870133</c:v>
              </c:pt>
              <c:pt idx="94">
                <c:v>0.13203880275870133</c:v>
              </c:pt>
              <c:pt idx="95">
                <c:v>0.13203880275870133</c:v>
              </c:pt>
              <c:pt idx="96">
                <c:v>0.13203880275870133</c:v>
              </c:pt>
              <c:pt idx="97">
                <c:v>0.13203880275870133</c:v>
              </c:pt>
              <c:pt idx="98">
                <c:v>0.13203880275870133</c:v>
              </c:pt>
              <c:pt idx="99">
                <c:v>0.13203880275870133</c:v>
              </c:pt>
              <c:pt idx="100">
                <c:v>0.13203880275870133</c:v>
              </c:pt>
              <c:pt idx="101">
                <c:v>0.13203880275870133</c:v>
              </c:pt>
              <c:pt idx="102">
                <c:v>0.13203880275870133</c:v>
              </c:pt>
              <c:pt idx="103">
                <c:v>0.13203880275870133</c:v>
              </c:pt>
              <c:pt idx="104">
                <c:v>0.13203880275870133</c:v>
              </c:pt>
              <c:pt idx="105">
                <c:v>0.13203880275870133</c:v>
              </c:pt>
              <c:pt idx="106">
                <c:v>0.13203880275870133</c:v>
              </c:pt>
              <c:pt idx="107">
                <c:v>0.13203880275870133</c:v>
              </c:pt>
              <c:pt idx="108">
                <c:v>0.13203880275870133</c:v>
              </c:pt>
              <c:pt idx="109">
                <c:v>0.13203880275870133</c:v>
              </c:pt>
              <c:pt idx="110">
                <c:v>0.13203880275870133</c:v>
              </c:pt>
              <c:pt idx="111">
                <c:v>0.13203880275870133</c:v>
              </c:pt>
              <c:pt idx="112">
                <c:v>0.13203880275870133</c:v>
              </c:pt>
              <c:pt idx="113">
                <c:v>0.13203880275870133</c:v>
              </c:pt>
              <c:pt idx="114">
                <c:v>0.13203880275870133</c:v>
              </c:pt>
              <c:pt idx="115">
                <c:v>0.13203880275870133</c:v>
              </c:pt>
              <c:pt idx="116">
                <c:v>0.13203880275870133</c:v>
              </c:pt>
              <c:pt idx="117">
                <c:v>0.13203880275870133</c:v>
              </c:pt>
              <c:pt idx="118">
                <c:v>0.13203880275870133</c:v>
              </c:pt>
              <c:pt idx="119">
                <c:v>0.13203880275870133</c:v>
              </c:pt>
              <c:pt idx="120">
                <c:v>0.13203880275870133</c:v>
              </c:pt>
              <c:pt idx="121">
                <c:v>0.13203880275870133</c:v>
              </c:pt>
              <c:pt idx="122">
                <c:v>0.13203880275870133</c:v>
              </c:pt>
              <c:pt idx="123">
                <c:v>0.13203880275870133</c:v>
              </c:pt>
              <c:pt idx="124">
                <c:v>0.13203880275870133</c:v>
              </c:pt>
              <c:pt idx="125">
                <c:v>0.13203880275870133</c:v>
              </c:pt>
              <c:pt idx="126">
                <c:v>0.13203880275870133</c:v>
              </c:pt>
              <c:pt idx="127">
                <c:v>0.13203880275870133</c:v>
              </c:pt>
              <c:pt idx="128">
                <c:v>0.13203880275870133</c:v>
              </c:pt>
              <c:pt idx="129">
                <c:v>0.13203880275870133</c:v>
              </c:pt>
              <c:pt idx="130">
                <c:v>0.13203880275870133</c:v>
              </c:pt>
              <c:pt idx="131">
                <c:v>0.13203880275870133</c:v>
              </c:pt>
              <c:pt idx="132">
                <c:v>0.13203880275870133</c:v>
              </c:pt>
              <c:pt idx="133">
                <c:v>0.13203880275870133</c:v>
              </c:pt>
              <c:pt idx="134">
                <c:v>0.13203880275870133</c:v>
              </c:pt>
              <c:pt idx="135">
                <c:v>0.13203880275870133</c:v>
              </c:pt>
              <c:pt idx="136">
                <c:v>0.13203880275870133</c:v>
              </c:pt>
              <c:pt idx="137">
                <c:v>0.13203880275870133</c:v>
              </c:pt>
              <c:pt idx="138">
                <c:v>0.13203880275870133</c:v>
              </c:pt>
              <c:pt idx="139">
                <c:v>0.13203880275870133</c:v>
              </c:pt>
              <c:pt idx="140">
                <c:v>0.13203880275870133</c:v>
              </c:pt>
              <c:pt idx="141">
                <c:v>0.13203880275870133</c:v>
              </c:pt>
              <c:pt idx="142">
                <c:v>0.13203880275870133</c:v>
              </c:pt>
              <c:pt idx="143">
                <c:v>0.13203880275870133</c:v>
              </c:pt>
              <c:pt idx="144">
                <c:v>0.13203880275870133</c:v>
              </c:pt>
              <c:pt idx="145">
                <c:v>0.13203880275870133</c:v>
              </c:pt>
              <c:pt idx="146">
                <c:v>0.13203880275870133</c:v>
              </c:pt>
              <c:pt idx="147">
                <c:v>0.13203880275870133</c:v>
              </c:pt>
              <c:pt idx="148">
                <c:v>0.13203880275870133</c:v>
              </c:pt>
              <c:pt idx="149">
                <c:v>0.13203880275870133</c:v>
              </c:pt>
              <c:pt idx="150">
                <c:v>0.13203880275870133</c:v>
              </c:pt>
              <c:pt idx="151">
                <c:v>0.13203880275870133</c:v>
              </c:pt>
              <c:pt idx="152">
                <c:v>0.13203880275870133</c:v>
              </c:pt>
              <c:pt idx="153">
                <c:v>0.13203880275870133</c:v>
              </c:pt>
              <c:pt idx="154">
                <c:v>0.13203880275870133</c:v>
              </c:pt>
              <c:pt idx="155">
                <c:v>0.13203880275870133</c:v>
              </c:pt>
              <c:pt idx="156">
                <c:v>0.13203880275870133</c:v>
              </c:pt>
              <c:pt idx="157">
                <c:v>0.13203880275870133</c:v>
              </c:pt>
              <c:pt idx="158">
                <c:v>0.13203880275870133</c:v>
              </c:pt>
              <c:pt idx="159">
                <c:v>0.13203880275870133</c:v>
              </c:pt>
              <c:pt idx="160">
                <c:v>0.13203880275870133</c:v>
              </c:pt>
              <c:pt idx="161">
                <c:v>0.13203880275870133</c:v>
              </c:pt>
              <c:pt idx="162">
                <c:v>0.13203880275870133</c:v>
              </c:pt>
              <c:pt idx="163">
                <c:v>0.13203880275870133</c:v>
              </c:pt>
              <c:pt idx="164">
                <c:v>0.13203880275870133</c:v>
              </c:pt>
              <c:pt idx="165">
                <c:v>0.13203880275870133</c:v>
              </c:pt>
              <c:pt idx="166">
                <c:v>0.13203880275870133</c:v>
              </c:pt>
              <c:pt idx="167">
                <c:v>0.13203880275870133</c:v>
              </c:pt>
              <c:pt idx="168">
                <c:v>0.13203880275870133</c:v>
              </c:pt>
              <c:pt idx="169">
                <c:v>0.13203880275870133</c:v>
              </c:pt>
              <c:pt idx="170">
                <c:v>0.13203880275870133</c:v>
              </c:pt>
              <c:pt idx="171">
                <c:v>0.13203880275870133</c:v>
              </c:pt>
              <c:pt idx="172">
                <c:v>0.13203880275870133</c:v>
              </c:pt>
              <c:pt idx="173">
                <c:v>0.13203880275870133</c:v>
              </c:pt>
              <c:pt idx="174">
                <c:v>0.13203880275870133</c:v>
              </c:pt>
              <c:pt idx="175">
                <c:v>0.13203880275870133</c:v>
              </c:pt>
              <c:pt idx="176">
                <c:v>0.13203880275870133</c:v>
              </c:pt>
              <c:pt idx="177">
                <c:v>0.13203880275870133</c:v>
              </c:pt>
              <c:pt idx="178">
                <c:v>0.13203880275870133</c:v>
              </c:pt>
              <c:pt idx="179">
                <c:v>0.13203880275870133</c:v>
              </c:pt>
              <c:pt idx="180">
                <c:v>0.13203880275870133</c:v>
              </c:pt>
              <c:pt idx="181">
                <c:v>0.13203880275870133</c:v>
              </c:pt>
              <c:pt idx="182">
                <c:v>0.13203880275870133</c:v>
              </c:pt>
              <c:pt idx="183">
                <c:v>0.13203880275870133</c:v>
              </c:pt>
              <c:pt idx="184">
                <c:v>0.13203880275870133</c:v>
              </c:pt>
              <c:pt idx="185">
                <c:v>0.13203880275870133</c:v>
              </c:pt>
              <c:pt idx="186">
                <c:v>0.13203880275870133</c:v>
              </c:pt>
              <c:pt idx="187">
                <c:v>0.13203880275870133</c:v>
              </c:pt>
              <c:pt idx="188">
                <c:v>0.13203880275870133</c:v>
              </c:pt>
              <c:pt idx="189">
                <c:v>0.13203880275870133</c:v>
              </c:pt>
              <c:pt idx="190">
                <c:v>0.13203880275870133</c:v>
              </c:pt>
              <c:pt idx="191">
                <c:v>0.13203880275870133</c:v>
              </c:pt>
              <c:pt idx="192">
                <c:v>0.13203880275870133</c:v>
              </c:pt>
              <c:pt idx="193">
                <c:v>0.13203880275870133</c:v>
              </c:pt>
              <c:pt idx="194">
                <c:v>0.13203880275870133</c:v>
              </c:pt>
              <c:pt idx="195">
                <c:v>0.13203880275870133</c:v>
              </c:pt>
              <c:pt idx="196">
                <c:v>0.13203880275870133</c:v>
              </c:pt>
              <c:pt idx="197">
                <c:v>0.13203880275870133</c:v>
              </c:pt>
              <c:pt idx="198">
                <c:v>0.13203880275870133</c:v>
              </c:pt>
              <c:pt idx="199">
                <c:v>0.13203880275870133</c:v>
              </c:pt>
              <c:pt idx="200">
                <c:v>0.13203880275870133</c:v>
              </c:pt>
              <c:pt idx="201">
                <c:v>0.13203880275870133</c:v>
              </c:pt>
              <c:pt idx="202">
                <c:v>0.13203880275870133</c:v>
              </c:pt>
              <c:pt idx="203">
                <c:v>0.13203880275870133</c:v>
              </c:pt>
              <c:pt idx="204">
                <c:v>0.13203880275870133</c:v>
              </c:pt>
              <c:pt idx="205">
                <c:v>0.13203880275870133</c:v>
              </c:pt>
              <c:pt idx="206">
                <c:v>0.13203880275870133</c:v>
              </c:pt>
              <c:pt idx="207">
                <c:v>0.13203880275870133</c:v>
              </c:pt>
              <c:pt idx="208">
                <c:v>0.13203880275870133</c:v>
              </c:pt>
              <c:pt idx="209">
                <c:v>0.13203880275870133</c:v>
              </c:pt>
              <c:pt idx="210">
                <c:v>0.13203880275870133</c:v>
              </c:pt>
              <c:pt idx="211">
                <c:v>0.13203880275870133</c:v>
              </c:pt>
              <c:pt idx="212">
                <c:v>0.13203880275870133</c:v>
              </c:pt>
              <c:pt idx="213">
                <c:v>0.13203880275870133</c:v>
              </c:pt>
              <c:pt idx="214">
                <c:v>0.13203880275870133</c:v>
              </c:pt>
              <c:pt idx="215">
                <c:v>0.13203880275870133</c:v>
              </c:pt>
              <c:pt idx="216">
                <c:v>0.13203880275870133</c:v>
              </c:pt>
              <c:pt idx="217">
                <c:v>0.13203880275870133</c:v>
              </c:pt>
              <c:pt idx="218">
                <c:v>0.13203880275870133</c:v>
              </c:pt>
              <c:pt idx="219">
                <c:v>0.13203880275870133</c:v>
              </c:pt>
              <c:pt idx="220">
                <c:v>0.13203880275870133</c:v>
              </c:pt>
              <c:pt idx="221">
                <c:v>0.13203880275870133</c:v>
              </c:pt>
              <c:pt idx="222">
                <c:v>0.13203880275870133</c:v>
              </c:pt>
              <c:pt idx="223">
                <c:v>0.13203880275870133</c:v>
              </c:pt>
              <c:pt idx="224">
                <c:v>0.13203880275870133</c:v>
              </c:pt>
              <c:pt idx="225">
                <c:v>0.13203880275870133</c:v>
              </c:pt>
              <c:pt idx="226">
                <c:v>0.13203880275870133</c:v>
              </c:pt>
              <c:pt idx="227">
                <c:v>0.13203880275870133</c:v>
              </c:pt>
              <c:pt idx="228">
                <c:v>0.13203880275870133</c:v>
              </c:pt>
              <c:pt idx="229">
                <c:v>0.13203880275870133</c:v>
              </c:pt>
              <c:pt idx="230">
                <c:v>0.13203880275870133</c:v>
              </c:pt>
              <c:pt idx="231">
                <c:v>0.13203880275870133</c:v>
              </c:pt>
              <c:pt idx="232">
                <c:v>0.13203880275870133</c:v>
              </c:pt>
              <c:pt idx="233">
                <c:v>0.13203880275870133</c:v>
              </c:pt>
              <c:pt idx="234">
                <c:v>0.13203880275870133</c:v>
              </c:pt>
              <c:pt idx="235">
                <c:v>0.13203880275870133</c:v>
              </c:pt>
              <c:pt idx="236">
                <c:v>0.13203880275870133</c:v>
              </c:pt>
              <c:pt idx="237">
                <c:v>0.13203880275870133</c:v>
              </c:pt>
              <c:pt idx="238">
                <c:v>0.13203880275870133</c:v>
              </c:pt>
              <c:pt idx="239">
                <c:v>0.13203880275870133</c:v>
              </c:pt>
              <c:pt idx="240">
                <c:v>0.13203880275870133</c:v>
              </c:pt>
              <c:pt idx="241">
                <c:v>0.13203880275870133</c:v>
              </c:pt>
              <c:pt idx="242">
                <c:v>0.13203880275870133</c:v>
              </c:pt>
              <c:pt idx="243">
                <c:v>0.13203880275870133</c:v>
              </c:pt>
              <c:pt idx="244">
                <c:v>0.13203880275870133</c:v>
              </c:pt>
              <c:pt idx="245">
                <c:v>0.13203880275870133</c:v>
              </c:pt>
              <c:pt idx="246">
                <c:v>0.13203880275870133</c:v>
              </c:pt>
              <c:pt idx="247">
                <c:v>0.13203880275870133</c:v>
              </c:pt>
              <c:pt idx="248">
                <c:v>0.13203880275870133</c:v>
              </c:pt>
              <c:pt idx="249">
                <c:v>0.13203880275870133</c:v>
              </c:pt>
              <c:pt idx="250">
                <c:v>0.13203880275870133</c:v>
              </c:pt>
              <c:pt idx="251">
                <c:v>0.13203880275870133</c:v>
              </c:pt>
              <c:pt idx="252">
                <c:v>0.13203880275870133</c:v>
              </c:pt>
              <c:pt idx="253">
                <c:v>0.13203880275870133</c:v>
              </c:pt>
              <c:pt idx="254">
                <c:v>0.13203880275870133</c:v>
              </c:pt>
              <c:pt idx="255">
                <c:v>0.13203880275870133</c:v>
              </c:pt>
              <c:pt idx="256">
                <c:v>0.13203880275870133</c:v>
              </c:pt>
              <c:pt idx="257">
                <c:v>0.13203880275870133</c:v>
              </c:pt>
              <c:pt idx="258">
                <c:v>0.13203880275870133</c:v>
              </c:pt>
              <c:pt idx="259">
                <c:v>0.13203880275870133</c:v>
              </c:pt>
              <c:pt idx="260">
                <c:v>0.13203880275870133</c:v>
              </c:pt>
              <c:pt idx="261">
                <c:v>0.13203880275870133</c:v>
              </c:pt>
              <c:pt idx="262">
                <c:v>0.13203880275870133</c:v>
              </c:pt>
              <c:pt idx="263">
                <c:v>0.13203880275870133</c:v>
              </c:pt>
              <c:pt idx="264">
                <c:v>0.13203880275870133</c:v>
              </c:pt>
              <c:pt idx="265">
                <c:v>0.13203880275870133</c:v>
              </c:pt>
              <c:pt idx="266">
                <c:v>0.13203880275870133</c:v>
              </c:pt>
              <c:pt idx="267">
                <c:v>0.13203880275870133</c:v>
              </c:pt>
              <c:pt idx="268">
                <c:v>0.13203880275870133</c:v>
              </c:pt>
              <c:pt idx="269">
                <c:v>0.13203880275870133</c:v>
              </c:pt>
              <c:pt idx="270">
                <c:v>0.13203880275870133</c:v>
              </c:pt>
              <c:pt idx="271">
                <c:v>0.13203880275870133</c:v>
              </c:pt>
              <c:pt idx="272">
                <c:v>0.13203880275870133</c:v>
              </c:pt>
              <c:pt idx="273">
                <c:v>0.13203880275870133</c:v>
              </c:pt>
              <c:pt idx="274">
                <c:v>0.13203880275870133</c:v>
              </c:pt>
              <c:pt idx="275">
                <c:v>0.13203880275870133</c:v>
              </c:pt>
              <c:pt idx="276">
                <c:v>0.13203880275870133</c:v>
              </c:pt>
              <c:pt idx="277">
                <c:v>0.13203880275870133</c:v>
              </c:pt>
              <c:pt idx="278">
                <c:v>0.13203880275870133</c:v>
              </c:pt>
              <c:pt idx="279">
                <c:v>0.13203880275870133</c:v>
              </c:pt>
              <c:pt idx="280">
                <c:v>0.13203880275870133</c:v>
              </c:pt>
              <c:pt idx="281">
                <c:v>0.13203880275870133</c:v>
              </c:pt>
              <c:pt idx="282">
                <c:v>0.13203880275870133</c:v>
              </c:pt>
              <c:pt idx="283">
                <c:v>0.13203880275870133</c:v>
              </c:pt>
              <c:pt idx="284">
                <c:v>0.13203880275870133</c:v>
              </c:pt>
              <c:pt idx="285">
                <c:v>0.13203880275870133</c:v>
              </c:pt>
              <c:pt idx="286">
                <c:v>0.13203880275870133</c:v>
              </c:pt>
              <c:pt idx="287">
                <c:v>0.13203880275870133</c:v>
              </c:pt>
              <c:pt idx="288">
                <c:v>0.13203880275870133</c:v>
              </c:pt>
              <c:pt idx="289">
                <c:v>0.13203880275870133</c:v>
              </c:pt>
              <c:pt idx="290">
                <c:v>0.13203880275870133</c:v>
              </c:pt>
              <c:pt idx="291">
                <c:v>0.13203880275870133</c:v>
              </c:pt>
              <c:pt idx="292">
                <c:v>0.13203880275870133</c:v>
              </c:pt>
              <c:pt idx="293">
                <c:v>0.13203880275870133</c:v>
              </c:pt>
              <c:pt idx="294">
                <c:v>0.13203880275870133</c:v>
              </c:pt>
              <c:pt idx="295">
                <c:v>0.13203880275870133</c:v>
              </c:pt>
              <c:pt idx="296">
                <c:v>0.13203880275870133</c:v>
              </c:pt>
              <c:pt idx="297">
                <c:v>0.13203880275870133</c:v>
              </c:pt>
              <c:pt idx="298">
                <c:v>0.13203880275870133</c:v>
              </c:pt>
              <c:pt idx="299">
                <c:v>0.13203880275870133</c:v>
              </c:pt>
              <c:pt idx="300">
                <c:v>0.13203880275870133</c:v>
              </c:pt>
              <c:pt idx="301">
                <c:v>0.13203880275870133</c:v>
              </c:pt>
              <c:pt idx="302">
                <c:v>0.13203880275870133</c:v>
              </c:pt>
              <c:pt idx="303">
                <c:v>0.13203880275870133</c:v>
              </c:pt>
              <c:pt idx="304">
                <c:v>0.13203880275870133</c:v>
              </c:pt>
              <c:pt idx="305">
                <c:v>0.13203880275870133</c:v>
              </c:pt>
              <c:pt idx="306">
                <c:v>0.13203880275870133</c:v>
              </c:pt>
              <c:pt idx="307">
                <c:v>0.13203880275870133</c:v>
              </c:pt>
              <c:pt idx="308">
                <c:v>0.13203880275870133</c:v>
              </c:pt>
              <c:pt idx="309">
                <c:v>0.13203880275870133</c:v>
              </c:pt>
              <c:pt idx="310">
                <c:v>0.13203880275870133</c:v>
              </c:pt>
              <c:pt idx="311">
                <c:v>0.13203880275870133</c:v>
              </c:pt>
              <c:pt idx="312">
                <c:v>0.13203880275870133</c:v>
              </c:pt>
              <c:pt idx="313">
                <c:v>0.13203880275870133</c:v>
              </c:pt>
              <c:pt idx="314">
                <c:v>0.13203880275870133</c:v>
              </c:pt>
              <c:pt idx="315">
                <c:v>0.13203880275870133</c:v>
              </c:pt>
              <c:pt idx="316">
                <c:v>0.13203880275870133</c:v>
              </c:pt>
              <c:pt idx="317">
                <c:v>0.13203880275870133</c:v>
              </c:pt>
              <c:pt idx="318">
                <c:v>0.13203880275870133</c:v>
              </c:pt>
              <c:pt idx="319">
                <c:v>0.13203880275870133</c:v>
              </c:pt>
              <c:pt idx="320">
                <c:v>0.13203880275870133</c:v>
              </c:pt>
              <c:pt idx="321">
                <c:v>0.13203880275870133</c:v>
              </c:pt>
              <c:pt idx="322">
                <c:v>0.13203880275870133</c:v>
              </c:pt>
              <c:pt idx="323">
                <c:v>0.13203880275870133</c:v>
              </c:pt>
              <c:pt idx="324">
                <c:v>0.13203880275870133</c:v>
              </c:pt>
              <c:pt idx="325">
                <c:v>0.13203880275870133</c:v>
              </c:pt>
              <c:pt idx="326">
                <c:v>0.13203880275870133</c:v>
              </c:pt>
              <c:pt idx="327">
                <c:v>0.13203880275870133</c:v>
              </c:pt>
              <c:pt idx="328">
                <c:v>0.13203880275870133</c:v>
              </c:pt>
              <c:pt idx="329">
                <c:v>0.13203880275870133</c:v>
              </c:pt>
              <c:pt idx="330">
                <c:v>0.13203880275870133</c:v>
              </c:pt>
              <c:pt idx="331">
                <c:v>0.13203880275870133</c:v>
              </c:pt>
              <c:pt idx="332">
                <c:v>0.13203880275870133</c:v>
              </c:pt>
              <c:pt idx="333">
                <c:v>0.13203880275870133</c:v>
              </c:pt>
              <c:pt idx="334">
                <c:v>0.13203880275870133</c:v>
              </c:pt>
              <c:pt idx="335">
                <c:v>0.13203880275870133</c:v>
              </c:pt>
              <c:pt idx="336">
                <c:v>0.13203880275870133</c:v>
              </c:pt>
              <c:pt idx="337">
                <c:v>0.13203880275870133</c:v>
              </c:pt>
              <c:pt idx="338">
                <c:v>0.13203880275870133</c:v>
              </c:pt>
              <c:pt idx="339">
                <c:v>0.13203880275870133</c:v>
              </c:pt>
              <c:pt idx="340">
                <c:v>0.13203880275870133</c:v>
              </c:pt>
              <c:pt idx="341">
                <c:v>0.13203880275870133</c:v>
              </c:pt>
              <c:pt idx="342">
                <c:v>0.13203880275870133</c:v>
              </c:pt>
              <c:pt idx="343">
                <c:v>0.13203880275870133</c:v>
              </c:pt>
              <c:pt idx="344">
                <c:v>0.13203880275870133</c:v>
              </c:pt>
              <c:pt idx="345">
                <c:v>0.13203880275870133</c:v>
              </c:pt>
              <c:pt idx="346">
                <c:v>0.13203880275870133</c:v>
              </c:pt>
              <c:pt idx="347">
                <c:v>0.13203880275870133</c:v>
              </c:pt>
              <c:pt idx="348">
                <c:v>0.13203880275870133</c:v>
              </c:pt>
              <c:pt idx="349">
                <c:v>0.13203880275870133</c:v>
              </c:pt>
              <c:pt idx="350">
                <c:v>0.13203880275870133</c:v>
              </c:pt>
              <c:pt idx="351">
                <c:v>0.13203880275870133</c:v>
              </c:pt>
              <c:pt idx="352">
                <c:v>0.13203880275870133</c:v>
              </c:pt>
              <c:pt idx="353">
                <c:v>0.13203880275870133</c:v>
              </c:pt>
              <c:pt idx="354">
                <c:v>0.13203880275870133</c:v>
              </c:pt>
              <c:pt idx="355">
                <c:v>0.13203880275870133</c:v>
              </c:pt>
              <c:pt idx="356">
                <c:v>0.13203880275870133</c:v>
              </c:pt>
              <c:pt idx="357">
                <c:v>0.13203880275870133</c:v>
              </c:pt>
              <c:pt idx="358">
                <c:v>0.13203880275870133</c:v>
              </c:pt>
              <c:pt idx="359">
                <c:v>0.13203880275870133</c:v>
              </c:pt>
              <c:pt idx="360">
                <c:v>0.13203880275870133</c:v>
              </c:pt>
              <c:pt idx="361">
                <c:v>0.13203880275870133</c:v>
              </c:pt>
              <c:pt idx="362">
                <c:v>0.13203880275870133</c:v>
              </c:pt>
              <c:pt idx="363">
                <c:v>0.13203880275870133</c:v>
              </c:pt>
              <c:pt idx="364">
                <c:v>0.13203880275870133</c:v>
              </c:pt>
              <c:pt idx="365">
                <c:v>0.13203880275870133</c:v>
              </c:pt>
              <c:pt idx="366">
                <c:v>0.13203880275870133</c:v>
              </c:pt>
              <c:pt idx="367">
                <c:v>0.13203880275870133</c:v>
              </c:pt>
              <c:pt idx="368">
                <c:v>0.13203880275870133</c:v>
              </c:pt>
              <c:pt idx="369">
                <c:v>0.13203880275870133</c:v>
              </c:pt>
              <c:pt idx="370">
                <c:v>0.13203880275870133</c:v>
              </c:pt>
              <c:pt idx="371">
                <c:v>0.13203880275870133</c:v>
              </c:pt>
              <c:pt idx="372">
                <c:v>0.13203880275870133</c:v>
              </c:pt>
              <c:pt idx="373">
                <c:v>0.13203880275870133</c:v>
              </c:pt>
              <c:pt idx="374">
                <c:v>0.13203880275870133</c:v>
              </c:pt>
              <c:pt idx="375">
                <c:v>0.13203880275870133</c:v>
              </c:pt>
              <c:pt idx="376">
                <c:v>0.13203880275870133</c:v>
              </c:pt>
              <c:pt idx="377">
                <c:v>0.13203880275870133</c:v>
              </c:pt>
              <c:pt idx="378">
                <c:v>0.13203880275870133</c:v>
              </c:pt>
              <c:pt idx="379">
                <c:v>0.13203880275870133</c:v>
              </c:pt>
              <c:pt idx="380">
                <c:v>0.13203880275870133</c:v>
              </c:pt>
              <c:pt idx="381">
                <c:v>0.13203880275870133</c:v>
              </c:pt>
              <c:pt idx="382">
                <c:v>0.13203880275870133</c:v>
              </c:pt>
              <c:pt idx="383">
                <c:v>0.13203880275870133</c:v>
              </c:pt>
              <c:pt idx="384">
                <c:v>0.13203880275870133</c:v>
              </c:pt>
              <c:pt idx="385">
                <c:v>0.13203880275870133</c:v>
              </c:pt>
              <c:pt idx="386">
                <c:v>0.13203880275870133</c:v>
              </c:pt>
              <c:pt idx="387">
                <c:v>0.13203880275870133</c:v>
              </c:pt>
              <c:pt idx="388">
                <c:v>0.13203880275870133</c:v>
              </c:pt>
              <c:pt idx="389">
                <c:v>0.13203880275870133</c:v>
              </c:pt>
              <c:pt idx="390">
                <c:v>0.13203880275870133</c:v>
              </c:pt>
              <c:pt idx="391">
                <c:v>0.13203880275870133</c:v>
              </c:pt>
              <c:pt idx="392">
                <c:v>0.13203880275870133</c:v>
              </c:pt>
              <c:pt idx="393">
                <c:v>0.13203880275870133</c:v>
              </c:pt>
              <c:pt idx="394">
                <c:v>0.13203880275870133</c:v>
              </c:pt>
              <c:pt idx="395">
                <c:v>0.13203880275870133</c:v>
              </c:pt>
              <c:pt idx="396">
                <c:v>0.13203880275870133</c:v>
              </c:pt>
              <c:pt idx="397">
                <c:v>0.13203880275870133</c:v>
              </c:pt>
              <c:pt idx="398">
                <c:v>0.13203880275870133</c:v>
              </c:pt>
              <c:pt idx="399">
                <c:v>0.13203880275870133</c:v>
              </c:pt>
              <c:pt idx="400">
                <c:v>0.13203880275870133</c:v>
              </c:pt>
              <c:pt idx="401">
                <c:v>0.13203880275870133</c:v>
              </c:pt>
              <c:pt idx="402">
                <c:v>0.13203880275870133</c:v>
              </c:pt>
              <c:pt idx="403">
                <c:v>0.13203880275870133</c:v>
              </c:pt>
              <c:pt idx="404">
                <c:v>0.13203880275870133</c:v>
              </c:pt>
              <c:pt idx="405">
                <c:v>0.13203880275870133</c:v>
              </c:pt>
              <c:pt idx="406">
                <c:v>0.13203880275870133</c:v>
              </c:pt>
              <c:pt idx="407">
                <c:v>0.13203880275870133</c:v>
              </c:pt>
              <c:pt idx="408">
                <c:v>0.13203880275870133</c:v>
              </c:pt>
              <c:pt idx="409">
                <c:v>0.13203880275870133</c:v>
              </c:pt>
              <c:pt idx="410">
                <c:v>0.13203880275870133</c:v>
              </c:pt>
              <c:pt idx="411">
                <c:v>0.13203880275870133</c:v>
              </c:pt>
            </c:numLit>
          </c:yVal>
          <c:smooth val="0"/>
        </c:ser>
        <c:ser>
          <c:idx val="9"/>
          <c:order val="9"/>
          <c:tx>
            <c:v>Same order, optimal filling</c:v>
          </c:tx>
          <c:spPr>
            <a:noFill xmlns:a="http://schemas.openxmlformats.org/drawingml/2006/main"/>
            <a:ln xmlns:a="http://schemas.openxmlformats.org/drawingml/2006/main" w="0">
              <a:noFill/>
              <a:prstDash val="solid"/>
            </a:ln>
          </c:spPr>
          <c:marker>
            <c:symbol val="circle"/>
            <c:size val="7"/>
            <c:spPr>
              <a:solidFill xmlns:a="http://schemas.openxmlformats.org/drawingml/2006/main">
                <a:srgbClr val="009E73"/>
              </a:solidFill>
            </c:spPr>
          </c:marker>
          <c:xVal>
            <c:numLit>
              <c:formatCode>General</c:formatCode>
              <c:ptCount val="412"/>
              <c:pt idx="0">
                <c:v>4.669276550240401</c:v>
              </c:pt>
              <c:pt idx="1">
                <c:v>4.669276550240401</c:v>
              </c:pt>
              <c:pt idx="2">
                <c:v>4.669276550240401</c:v>
              </c:pt>
              <c:pt idx="3">
                <c:v>4.669276550240401</c:v>
              </c:pt>
              <c:pt idx="4">
                <c:v>4.669276550240401</c:v>
              </c:pt>
              <c:pt idx="5">
                <c:v>4.669276550240401</c:v>
              </c:pt>
              <c:pt idx="6">
                <c:v>4.669276550240401</c:v>
              </c:pt>
              <c:pt idx="7">
                <c:v>4.669276550240401</c:v>
              </c:pt>
              <c:pt idx="8">
                <c:v>4.669276550240401</c:v>
              </c:pt>
              <c:pt idx="9">
                <c:v>4.669276550240401</c:v>
              </c:pt>
              <c:pt idx="10">
                <c:v>4.669276550240401</c:v>
              </c:pt>
              <c:pt idx="11">
                <c:v>4.669276550240401</c:v>
              </c:pt>
              <c:pt idx="12">
                <c:v>4.669276550240401</c:v>
              </c:pt>
              <c:pt idx="13">
                <c:v>4.669276550240401</c:v>
              </c:pt>
              <c:pt idx="14">
                <c:v>4.669276550240401</c:v>
              </c:pt>
              <c:pt idx="15">
                <c:v>4.669276550240401</c:v>
              </c:pt>
              <c:pt idx="16">
                <c:v>4.669276550240401</c:v>
              </c:pt>
              <c:pt idx="17">
                <c:v>4.669276550240401</c:v>
              </c:pt>
              <c:pt idx="18">
                <c:v>4.669276550240401</c:v>
              </c:pt>
              <c:pt idx="19">
                <c:v>4.669276550240401</c:v>
              </c:pt>
              <c:pt idx="20">
                <c:v>4.669276550240401</c:v>
              </c:pt>
              <c:pt idx="21">
                <c:v>4.669276550240401</c:v>
              </c:pt>
              <c:pt idx="22">
                <c:v>4.669276550240401</c:v>
              </c:pt>
              <c:pt idx="23">
                <c:v>4.669276550240401</c:v>
              </c:pt>
              <c:pt idx="24">
                <c:v>4.669276550240401</c:v>
              </c:pt>
              <c:pt idx="25">
                <c:v>4.669276550240401</c:v>
              </c:pt>
              <c:pt idx="26">
                <c:v>4.669276550240401</c:v>
              </c:pt>
              <c:pt idx="27">
                <c:v>4.669276550240401</c:v>
              </c:pt>
              <c:pt idx="28">
                <c:v>4.669276550240401</c:v>
              </c:pt>
              <c:pt idx="29">
                <c:v>4.669276550240401</c:v>
              </c:pt>
              <c:pt idx="30">
                <c:v>4.669276550240401</c:v>
              </c:pt>
              <c:pt idx="31">
                <c:v>4.669276550240401</c:v>
              </c:pt>
              <c:pt idx="32">
                <c:v>4.669276550240401</c:v>
              </c:pt>
              <c:pt idx="33">
                <c:v>4.669276550240401</c:v>
              </c:pt>
              <c:pt idx="34">
                <c:v>4.669276550240401</c:v>
              </c:pt>
              <c:pt idx="35">
                <c:v>4.669276550240401</c:v>
              </c:pt>
              <c:pt idx="36">
                <c:v>4.669276550240401</c:v>
              </c:pt>
              <c:pt idx="37">
                <c:v>4.669276550240401</c:v>
              </c:pt>
              <c:pt idx="38">
                <c:v>4.669276550240401</c:v>
              </c:pt>
              <c:pt idx="39">
                <c:v>4.669276550240401</c:v>
              </c:pt>
              <c:pt idx="40">
                <c:v>4.669276550240401</c:v>
              </c:pt>
              <c:pt idx="41">
                <c:v>4.669276550240401</c:v>
              </c:pt>
              <c:pt idx="42">
                <c:v>4.669276550240401</c:v>
              </c:pt>
              <c:pt idx="43">
                <c:v>4.669276550240401</c:v>
              </c:pt>
              <c:pt idx="44">
                <c:v>4.669276550240401</c:v>
              </c:pt>
              <c:pt idx="45">
                <c:v>4.669276550240401</c:v>
              </c:pt>
              <c:pt idx="46">
                <c:v>4.669276550240401</c:v>
              </c:pt>
              <c:pt idx="47">
                <c:v>4.669276550240401</c:v>
              </c:pt>
              <c:pt idx="48">
                <c:v>4.669276550240401</c:v>
              </c:pt>
              <c:pt idx="49">
                <c:v>4.669276550240401</c:v>
              </c:pt>
              <c:pt idx="50">
                <c:v>4.669276550240401</c:v>
              </c:pt>
              <c:pt idx="51">
                <c:v>4.669276550240401</c:v>
              </c:pt>
              <c:pt idx="52">
                <c:v>4.669276550240401</c:v>
              </c:pt>
              <c:pt idx="53">
                <c:v>4.669276550240401</c:v>
              </c:pt>
              <c:pt idx="54">
                <c:v>4.669276550240401</c:v>
              </c:pt>
              <c:pt idx="55">
                <c:v>4.669276550240401</c:v>
              </c:pt>
              <c:pt idx="56">
                <c:v>4.669276550240401</c:v>
              </c:pt>
              <c:pt idx="57">
                <c:v>4.669276550240401</c:v>
              </c:pt>
              <c:pt idx="58">
                <c:v>4.669276550240401</c:v>
              </c:pt>
              <c:pt idx="59">
                <c:v>4.669276550240401</c:v>
              </c:pt>
              <c:pt idx="60">
                <c:v>4.669276550240401</c:v>
              </c:pt>
              <c:pt idx="61">
                <c:v>4.669276550240401</c:v>
              </c:pt>
              <c:pt idx="62">
                <c:v>4.669276550240401</c:v>
              </c:pt>
              <c:pt idx="63">
                <c:v>4.669276550240401</c:v>
              </c:pt>
              <c:pt idx="64">
                <c:v>4.669276550240401</c:v>
              </c:pt>
              <c:pt idx="65">
                <c:v>4.669276550240401</c:v>
              </c:pt>
              <c:pt idx="66">
                <c:v>4.669276550240401</c:v>
              </c:pt>
              <c:pt idx="67">
                <c:v>4.669276550240401</c:v>
              </c:pt>
              <c:pt idx="68">
                <c:v>4.669276550240401</c:v>
              </c:pt>
              <c:pt idx="69">
                <c:v>4.669276550240401</c:v>
              </c:pt>
              <c:pt idx="70">
                <c:v>4.669276550240401</c:v>
              </c:pt>
              <c:pt idx="71">
                <c:v>4.669276550240401</c:v>
              </c:pt>
              <c:pt idx="72">
                <c:v>4.669276550240401</c:v>
              </c:pt>
              <c:pt idx="73">
                <c:v>4.669276550240401</c:v>
              </c:pt>
              <c:pt idx="74">
                <c:v>4.669276550240401</c:v>
              </c:pt>
              <c:pt idx="75">
                <c:v>4.669276550240401</c:v>
              </c:pt>
              <c:pt idx="76">
                <c:v>4.669276550240401</c:v>
              </c:pt>
              <c:pt idx="77">
                <c:v>4.669276550240401</c:v>
              </c:pt>
              <c:pt idx="78">
                <c:v>4.669276550240401</c:v>
              </c:pt>
              <c:pt idx="79">
                <c:v>4.669276550240401</c:v>
              </c:pt>
              <c:pt idx="80">
                <c:v>4.669276550240401</c:v>
              </c:pt>
              <c:pt idx="81">
                <c:v>4.669276550240401</c:v>
              </c:pt>
              <c:pt idx="82">
                <c:v>4.669276550240401</c:v>
              </c:pt>
              <c:pt idx="83">
                <c:v>4.669276550240401</c:v>
              </c:pt>
              <c:pt idx="84">
                <c:v>4.669276550240401</c:v>
              </c:pt>
              <c:pt idx="85">
                <c:v>4.669276550240401</c:v>
              </c:pt>
              <c:pt idx="86">
                <c:v>4.669276550240401</c:v>
              </c:pt>
              <c:pt idx="87">
                <c:v>4.669276550240401</c:v>
              </c:pt>
              <c:pt idx="88">
                <c:v>4.669276550240401</c:v>
              </c:pt>
              <c:pt idx="89">
                <c:v>4.669276550240401</c:v>
              </c:pt>
              <c:pt idx="90">
                <c:v>4.669276550240401</c:v>
              </c:pt>
              <c:pt idx="91">
                <c:v>4.669276550240401</c:v>
              </c:pt>
              <c:pt idx="92">
                <c:v>4.669276550240401</c:v>
              </c:pt>
              <c:pt idx="93">
                <c:v>4.669276550240401</c:v>
              </c:pt>
              <c:pt idx="94">
                <c:v>4.669276550240401</c:v>
              </c:pt>
              <c:pt idx="95">
                <c:v>4.669276550240401</c:v>
              </c:pt>
              <c:pt idx="96">
                <c:v>4.669276550240401</c:v>
              </c:pt>
              <c:pt idx="97">
                <c:v>4.669276550240401</c:v>
              </c:pt>
              <c:pt idx="98">
                <c:v>4.669276550240401</c:v>
              </c:pt>
              <c:pt idx="99">
                <c:v>4.669276550240401</c:v>
              </c:pt>
              <c:pt idx="100">
                <c:v>4.669276550240401</c:v>
              </c:pt>
              <c:pt idx="101">
                <c:v>4.669276550240401</c:v>
              </c:pt>
              <c:pt idx="102">
                <c:v>4.669276550240401</c:v>
              </c:pt>
              <c:pt idx="103">
                <c:v>4.669276550240401</c:v>
              </c:pt>
              <c:pt idx="104">
                <c:v>4.669276550240401</c:v>
              </c:pt>
              <c:pt idx="105">
                <c:v>4.669276550240401</c:v>
              </c:pt>
              <c:pt idx="106">
                <c:v>4.669276550240401</c:v>
              </c:pt>
              <c:pt idx="107">
                <c:v>4.669276550240401</c:v>
              </c:pt>
              <c:pt idx="108">
                <c:v>4.669276550240401</c:v>
              </c:pt>
              <c:pt idx="109">
                <c:v>4.669276550240401</c:v>
              </c:pt>
              <c:pt idx="110">
                <c:v>4.669276550240401</c:v>
              </c:pt>
              <c:pt idx="111">
                <c:v>4.669276550240401</c:v>
              </c:pt>
              <c:pt idx="112">
                <c:v>4.669276550240401</c:v>
              </c:pt>
              <c:pt idx="113">
                <c:v>4.669276550240401</c:v>
              </c:pt>
              <c:pt idx="114">
                <c:v>4.669276550240401</c:v>
              </c:pt>
              <c:pt idx="115">
                <c:v>4.669276550240401</c:v>
              </c:pt>
              <c:pt idx="116">
                <c:v>4.669276550240401</c:v>
              </c:pt>
              <c:pt idx="117">
                <c:v>4.669276550240401</c:v>
              </c:pt>
              <c:pt idx="118">
                <c:v>4.669276550240401</c:v>
              </c:pt>
              <c:pt idx="119">
                <c:v>4.669276550240401</c:v>
              </c:pt>
              <c:pt idx="120">
                <c:v>4.669276550240401</c:v>
              </c:pt>
              <c:pt idx="121">
                <c:v>4.669276550240401</c:v>
              </c:pt>
              <c:pt idx="122">
                <c:v>4.669276550240401</c:v>
              </c:pt>
              <c:pt idx="123">
                <c:v>4.669276550240401</c:v>
              </c:pt>
              <c:pt idx="124">
                <c:v>4.669276550240401</c:v>
              </c:pt>
              <c:pt idx="125">
                <c:v>4.669276550240401</c:v>
              </c:pt>
              <c:pt idx="126">
                <c:v>4.669276550240401</c:v>
              </c:pt>
              <c:pt idx="127">
                <c:v>4.669276550240401</c:v>
              </c:pt>
              <c:pt idx="128">
                <c:v>4.669276550240401</c:v>
              </c:pt>
              <c:pt idx="129">
                <c:v>4.669276550240401</c:v>
              </c:pt>
              <c:pt idx="130">
                <c:v>4.669276550240401</c:v>
              </c:pt>
              <c:pt idx="131">
                <c:v>4.669276550240401</c:v>
              </c:pt>
              <c:pt idx="132">
                <c:v>4.669276550240401</c:v>
              </c:pt>
              <c:pt idx="133">
                <c:v>4.669276550240401</c:v>
              </c:pt>
              <c:pt idx="134">
                <c:v>4.669276550240401</c:v>
              </c:pt>
              <c:pt idx="135">
                <c:v>4.669276550240401</c:v>
              </c:pt>
              <c:pt idx="136">
                <c:v>4.669276550240401</c:v>
              </c:pt>
              <c:pt idx="137">
                <c:v>4.669276550240401</c:v>
              </c:pt>
              <c:pt idx="138">
                <c:v>4.669276550240401</c:v>
              </c:pt>
              <c:pt idx="139">
                <c:v>4.669276550240401</c:v>
              </c:pt>
              <c:pt idx="140">
                <c:v>4.669276550240401</c:v>
              </c:pt>
              <c:pt idx="141">
                <c:v>4.669276550240401</c:v>
              </c:pt>
              <c:pt idx="142">
                <c:v>4.669276550240401</c:v>
              </c:pt>
              <c:pt idx="143">
                <c:v>4.669276550240401</c:v>
              </c:pt>
              <c:pt idx="144">
                <c:v>4.669276550240401</c:v>
              </c:pt>
              <c:pt idx="145">
                <c:v>4.669276550240401</c:v>
              </c:pt>
              <c:pt idx="146">
                <c:v>4.669276550240401</c:v>
              </c:pt>
              <c:pt idx="147">
                <c:v>4.669276550240401</c:v>
              </c:pt>
              <c:pt idx="148">
                <c:v>4.669276550240401</c:v>
              </c:pt>
              <c:pt idx="149">
                <c:v>4.669276550240401</c:v>
              </c:pt>
              <c:pt idx="150">
                <c:v>4.669276550240401</c:v>
              </c:pt>
              <c:pt idx="151">
                <c:v>4.669276550240401</c:v>
              </c:pt>
              <c:pt idx="152">
                <c:v>4.669276550240401</c:v>
              </c:pt>
              <c:pt idx="153">
                <c:v>4.669276550240401</c:v>
              </c:pt>
              <c:pt idx="154">
                <c:v>4.669276550240401</c:v>
              </c:pt>
              <c:pt idx="155">
                <c:v>4.669276550240401</c:v>
              </c:pt>
              <c:pt idx="156">
                <c:v>4.669276550240401</c:v>
              </c:pt>
              <c:pt idx="157">
                <c:v>4.669276550240401</c:v>
              </c:pt>
              <c:pt idx="158">
                <c:v>4.669276550240401</c:v>
              </c:pt>
              <c:pt idx="159">
                <c:v>4.669276550240401</c:v>
              </c:pt>
              <c:pt idx="160">
                <c:v>4.669276550240401</c:v>
              </c:pt>
              <c:pt idx="161">
                <c:v>4.669276550240401</c:v>
              </c:pt>
              <c:pt idx="162">
                <c:v>4.669276550240401</c:v>
              </c:pt>
              <c:pt idx="163">
                <c:v>4.669276550240401</c:v>
              </c:pt>
              <c:pt idx="164">
                <c:v>4.669276550240401</c:v>
              </c:pt>
              <c:pt idx="165">
                <c:v>4.669276550240401</c:v>
              </c:pt>
              <c:pt idx="166">
                <c:v>4.669276550240401</c:v>
              </c:pt>
              <c:pt idx="167">
                <c:v>4.669276550240401</c:v>
              </c:pt>
              <c:pt idx="168">
                <c:v>4.669276550240401</c:v>
              </c:pt>
              <c:pt idx="169">
                <c:v>4.669276550240401</c:v>
              </c:pt>
              <c:pt idx="170">
                <c:v>4.669276550240401</c:v>
              </c:pt>
              <c:pt idx="171">
                <c:v>4.669276550240401</c:v>
              </c:pt>
              <c:pt idx="172">
                <c:v>4.669276550240401</c:v>
              </c:pt>
              <c:pt idx="173">
                <c:v>4.669276550240401</c:v>
              </c:pt>
              <c:pt idx="174">
                <c:v>4.669276550240401</c:v>
              </c:pt>
              <c:pt idx="175">
                <c:v>4.669276550240401</c:v>
              </c:pt>
              <c:pt idx="176">
                <c:v>4.669276550240401</c:v>
              </c:pt>
              <c:pt idx="177">
                <c:v>4.669276550240401</c:v>
              </c:pt>
              <c:pt idx="178">
                <c:v>4.669276550240401</c:v>
              </c:pt>
              <c:pt idx="179">
                <c:v>4.669276550240401</c:v>
              </c:pt>
              <c:pt idx="180">
                <c:v>4.669276550240401</c:v>
              </c:pt>
              <c:pt idx="181">
                <c:v>4.669276550240401</c:v>
              </c:pt>
              <c:pt idx="182">
                <c:v>4.669276550240401</c:v>
              </c:pt>
              <c:pt idx="183">
                <c:v>4.669276550240401</c:v>
              </c:pt>
              <c:pt idx="184">
                <c:v>4.669276550240401</c:v>
              </c:pt>
              <c:pt idx="185">
                <c:v>4.669276550240401</c:v>
              </c:pt>
              <c:pt idx="186">
                <c:v>4.669276550240401</c:v>
              </c:pt>
              <c:pt idx="187">
                <c:v>4.669276550240401</c:v>
              </c:pt>
              <c:pt idx="188">
                <c:v>4.669276550240401</c:v>
              </c:pt>
              <c:pt idx="189">
                <c:v>4.669276550240401</c:v>
              </c:pt>
              <c:pt idx="190">
                <c:v>4.669276550240401</c:v>
              </c:pt>
              <c:pt idx="191">
                <c:v>4.669276550240401</c:v>
              </c:pt>
              <c:pt idx="192">
                <c:v>4.669276550240401</c:v>
              </c:pt>
              <c:pt idx="193">
                <c:v>4.669276550240401</c:v>
              </c:pt>
              <c:pt idx="194">
                <c:v>4.669276550240401</c:v>
              </c:pt>
              <c:pt idx="195">
                <c:v>4.669276550240401</c:v>
              </c:pt>
              <c:pt idx="196">
                <c:v>4.669276550240401</c:v>
              </c:pt>
              <c:pt idx="197">
                <c:v>4.669276550240401</c:v>
              </c:pt>
              <c:pt idx="198">
                <c:v>4.669276550240401</c:v>
              </c:pt>
              <c:pt idx="199">
                <c:v>4.669276550240401</c:v>
              </c:pt>
              <c:pt idx="200">
                <c:v>4.669276550240401</c:v>
              </c:pt>
              <c:pt idx="201">
                <c:v>4.669276550240401</c:v>
              </c:pt>
              <c:pt idx="202">
                <c:v>4.669276550240401</c:v>
              </c:pt>
              <c:pt idx="203">
                <c:v>4.669276550240401</c:v>
              </c:pt>
              <c:pt idx="204">
                <c:v>4.669276550240401</c:v>
              </c:pt>
              <c:pt idx="205">
                <c:v>4.669276550240401</c:v>
              </c:pt>
              <c:pt idx="206">
                <c:v>4.669276550240401</c:v>
              </c:pt>
              <c:pt idx="207">
                <c:v>4.669276550240401</c:v>
              </c:pt>
              <c:pt idx="208">
                <c:v>4.669276550240401</c:v>
              </c:pt>
              <c:pt idx="209">
                <c:v>4.669276550240401</c:v>
              </c:pt>
              <c:pt idx="210">
                <c:v>4.669276550240401</c:v>
              </c:pt>
              <c:pt idx="211">
                <c:v>4.669276550240401</c:v>
              </c:pt>
              <c:pt idx="212">
                <c:v>4.669276550240401</c:v>
              </c:pt>
              <c:pt idx="213">
                <c:v>4.669276550240401</c:v>
              </c:pt>
              <c:pt idx="214">
                <c:v>4.669276550240401</c:v>
              </c:pt>
              <c:pt idx="215">
                <c:v>4.669276550240401</c:v>
              </c:pt>
              <c:pt idx="216">
                <c:v>4.669276550240401</c:v>
              </c:pt>
              <c:pt idx="217">
                <c:v>4.669276550240401</c:v>
              </c:pt>
              <c:pt idx="218">
                <c:v>4.669276550240401</c:v>
              </c:pt>
              <c:pt idx="219">
                <c:v>4.669276550240401</c:v>
              </c:pt>
              <c:pt idx="220">
                <c:v>4.669276550240401</c:v>
              </c:pt>
              <c:pt idx="221">
                <c:v>4.669276550240401</c:v>
              </c:pt>
              <c:pt idx="222">
                <c:v>4.669276550240401</c:v>
              </c:pt>
              <c:pt idx="223">
                <c:v>4.669276550240401</c:v>
              </c:pt>
              <c:pt idx="224">
                <c:v>4.669276550240401</c:v>
              </c:pt>
              <c:pt idx="225">
                <c:v>4.669276550240401</c:v>
              </c:pt>
              <c:pt idx="226">
                <c:v>4.669276550240401</c:v>
              </c:pt>
              <c:pt idx="227">
                <c:v>4.669276550240401</c:v>
              </c:pt>
              <c:pt idx="228">
                <c:v>4.669276550240401</c:v>
              </c:pt>
              <c:pt idx="229">
                <c:v>4.669276550240401</c:v>
              </c:pt>
              <c:pt idx="230">
                <c:v>4.669276550240401</c:v>
              </c:pt>
              <c:pt idx="231">
                <c:v>4.669276550240401</c:v>
              </c:pt>
              <c:pt idx="232">
                <c:v>4.669276550240401</c:v>
              </c:pt>
              <c:pt idx="233">
                <c:v>4.669276550240401</c:v>
              </c:pt>
              <c:pt idx="234">
                <c:v>4.669276550240401</c:v>
              </c:pt>
              <c:pt idx="235">
                <c:v>4.669276550240401</c:v>
              </c:pt>
              <c:pt idx="236">
                <c:v>4.669276550240401</c:v>
              </c:pt>
              <c:pt idx="237">
                <c:v>4.669276550240401</c:v>
              </c:pt>
              <c:pt idx="238">
                <c:v>4.669276550240401</c:v>
              </c:pt>
              <c:pt idx="239">
                <c:v>4.669276550240401</c:v>
              </c:pt>
              <c:pt idx="240">
                <c:v>4.669276550240401</c:v>
              </c:pt>
              <c:pt idx="241">
                <c:v>4.669276550240401</c:v>
              </c:pt>
              <c:pt idx="242">
                <c:v>4.669276550240401</c:v>
              </c:pt>
              <c:pt idx="243">
                <c:v>4.669276550240401</c:v>
              </c:pt>
              <c:pt idx="244">
                <c:v>4.669276550240401</c:v>
              </c:pt>
              <c:pt idx="245">
                <c:v>4.669276550240401</c:v>
              </c:pt>
              <c:pt idx="246">
                <c:v>4.669276550240401</c:v>
              </c:pt>
              <c:pt idx="247">
                <c:v>4.669276550240401</c:v>
              </c:pt>
              <c:pt idx="248">
                <c:v>4.669276550240401</c:v>
              </c:pt>
              <c:pt idx="249">
                <c:v>4.669276550240401</c:v>
              </c:pt>
              <c:pt idx="250">
                <c:v>4.669276550240401</c:v>
              </c:pt>
              <c:pt idx="251">
                <c:v>4.669276550240401</c:v>
              </c:pt>
              <c:pt idx="252">
                <c:v>4.669276550240401</c:v>
              </c:pt>
              <c:pt idx="253">
                <c:v>4.669276550240401</c:v>
              </c:pt>
              <c:pt idx="254">
                <c:v>4.669276550240401</c:v>
              </c:pt>
              <c:pt idx="255">
                <c:v>4.669276550240401</c:v>
              </c:pt>
              <c:pt idx="256">
                <c:v>4.669276550240401</c:v>
              </c:pt>
              <c:pt idx="257">
                <c:v>4.669276550240401</c:v>
              </c:pt>
              <c:pt idx="258">
                <c:v>4.669276550240401</c:v>
              </c:pt>
              <c:pt idx="259">
                <c:v>4.669276550240401</c:v>
              </c:pt>
              <c:pt idx="260">
                <c:v>4.669276550240401</c:v>
              </c:pt>
              <c:pt idx="261">
                <c:v>4.669276550240401</c:v>
              </c:pt>
              <c:pt idx="262">
                <c:v>4.669276550240401</c:v>
              </c:pt>
              <c:pt idx="263">
                <c:v>4.669276550240401</c:v>
              </c:pt>
              <c:pt idx="264">
                <c:v>4.669276550240401</c:v>
              </c:pt>
              <c:pt idx="265">
                <c:v>4.669276550240401</c:v>
              </c:pt>
              <c:pt idx="266">
                <c:v>4.669276550240401</c:v>
              </c:pt>
              <c:pt idx="267">
                <c:v>4.669276550240401</c:v>
              </c:pt>
              <c:pt idx="268">
                <c:v>4.669276550240401</c:v>
              </c:pt>
              <c:pt idx="269">
                <c:v>4.669276550240401</c:v>
              </c:pt>
              <c:pt idx="270">
                <c:v>4.669276550240401</c:v>
              </c:pt>
              <c:pt idx="271">
                <c:v>4.669276550240401</c:v>
              </c:pt>
              <c:pt idx="272">
                <c:v>4.669276550240401</c:v>
              </c:pt>
              <c:pt idx="273">
                <c:v>4.669276550240401</c:v>
              </c:pt>
              <c:pt idx="274">
                <c:v>4.669276550240401</c:v>
              </c:pt>
              <c:pt idx="275">
                <c:v>4.669276550240401</c:v>
              </c:pt>
              <c:pt idx="276">
                <c:v>4.669276550240401</c:v>
              </c:pt>
              <c:pt idx="277">
                <c:v>4.669276550240401</c:v>
              </c:pt>
              <c:pt idx="278">
                <c:v>4.669276550240401</c:v>
              </c:pt>
              <c:pt idx="279">
                <c:v>4.669276550240401</c:v>
              </c:pt>
              <c:pt idx="280">
                <c:v>4.669276550240401</c:v>
              </c:pt>
              <c:pt idx="281">
                <c:v>4.669276550240401</c:v>
              </c:pt>
              <c:pt idx="282">
                <c:v>4.669276550240401</c:v>
              </c:pt>
              <c:pt idx="283">
                <c:v>4.669276550240401</c:v>
              </c:pt>
              <c:pt idx="284">
                <c:v>4.669276550240401</c:v>
              </c:pt>
              <c:pt idx="285">
                <c:v>4.669276550240401</c:v>
              </c:pt>
              <c:pt idx="286">
                <c:v>4.669276550240401</c:v>
              </c:pt>
              <c:pt idx="287">
                <c:v>4.669276550240401</c:v>
              </c:pt>
              <c:pt idx="288">
                <c:v>4.669276550240401</c:v>
              </c:pt>
              <c:pt idx="289">
                <c:v>4.669276550240401</c:v>
              </c:pt>
              <c:pt idx="290">
                <c:v>4.669276550240401</c:v>
              </c:pt>
              <c:pt idx="291">
                <c:v>4.669276550240401</c:v>
              </c:pt>
              <c:pt idx="292">
                <c:v>4.669276550240401</c:v>
              </c:pt>
              <c:pt idx="293">
                <c:v>4.669276550240401</c:v>
              </c:pt>
              <c:pt idx="294">
                <c:v>4.669276550240401</c:v>
              </c:pt>
              <c:pt idx="295">
                <c:v>4.669276550240401</c:v>
              </c:pt>
              <c:pt idx="296">
                <c:v>4.669276550240401</c:v>
              </c:pt>
              <c:pt idx="297">
                <c:v>4.669276550240401</c:v>
              </c:pt>
              <c:pt idx="298">
                <c:v>4.669276550240401</c:v>
              </c:pt>
              <c:pt idx="299">
                <c:v>4.669276550240401</c:v>
              </c:pt>
              <c:pt idx="300">
                <c:v>4.669276550240401</c:v>
              </c:pt>
              <c:pt idx="301">
                <c:v>4.669276550240401</c:v>
              </c:pt>
              <c:pt idx="302">
                <c:v>4.669276550240401</c:v>
              </c:pt>
              <c:pt idx="303">
                <c:v>4.669276550240401</c:v>
              </c:pt>
              <c:pt idx="304">
                <c:v>4.669276550240401</c:v>
              </c:pt>
              <c:pt idx="305">
                <c:v>4.669276550240401</c:v>
              </c:pt>
              <c:pt idx="306">
                <c:v>4.669276550240401</c:v>
              </c:pt>
              <c:pt idx="307">
                <c:v>4.669276550240401</c:v>
              </c:pt>
              <c:pt idx="308">
                <c:v>4.669276550240401</c:v>
              </c:pt>
              <c:pt idx="309">
                <c:v>4.669276550240401</c:v>
              </c:pt>
              <c:pt idx="310">
                <c:v>4.669276550240401</c:v>
              </c:pt>
              <c:pt idx="311">
                <c:v>4.669276550240401</c:v>
              </c:pt>
              <c:pt idx="312">
                <c:v>4.669276550240401</c:v>
              </c:pt>
              <c:pt idx="313">
                <c:v>4.669276550240401</c:v>
              </c:pt>
              <c:pt idx="314">
                <c:v>4.669276550240401</c:v>
              </c:pt>
              <c:pt idx="315">
                <c:v>4.669276550240401</c:v>
              </c:pt>
              <c:pt idx="316">
                <c:v>4.669276550240401</c:v>
              </c:pt>
              <c:pt idx="317">
                <c:v>4.669276550240401</c:v>
              </c:pt>
              <c:pt idx="318">
                <c:v>4.669276550240401</c:v>
              </c:pt>
              <c:pt idx="319">
                <c:v>4.669276550240401</c:v>
              </c:pt>
              <c:pt idx="320">
                <c:v>4.669276550240401</c:v>
              </c:pt>
              <c:pt idx="321">
                <c:v>4.669276550240401</c:v>
              </c:pt>
              <c:pt idx="322">
                <c:v>4.669276550240401</c:v>
              </c:pt>
              <c:pt idx="323">
                <c:v>4.669276550240401</c:v>
              </c:pt>
              <c:pt idx="324">
                <c:v>4.669276550240401</c:v>
              </c:pt>
              <c:pt idx="325">
                <c:v>4.669276550240401</c:v>
              </c:pt>
              <c:pt idx="326">
                <c:v>4.669276550240401</c:v>
              </c:pt>
              <c:pt idx="327">
                <c:v>4.669276550240401</c:v>
              </c:pt>
              <c:pt idx="328">
                <c:v>4.669276550240401</c:v>
              </c:pt>
              <c:pt idx="329">
                <c:v>4.669276550240401</c:v>
              </c:pt>
              <c:pt idx="330">
                <c:v>4.669276550240401</c:v>
              </c:pt>
              <c:pt idx="331">
                <c:v>4.669276550240401</c:v>
              </c:pt>
              <c:pt idx="332">
                <c:v>4.669276550240401</c:v>
              </c:pt>
              <c:pt idx="333">
                <c:v>4.669276550240401</c:v>
              </c:pt>
              <c:pt idx="334">
                <c:v>4.669276550240401</c:v>
              </c:pt>
              <c:pt idx="335">
                <c:v>4.669276550240401</c:v>
              </c:pt>
              <c:pt idx="336">
                <c:v>4.669276550240401</c:v>
              </c:pt>
              <c:pt idx="337">
                <c:v>4.669276550240401</c:v>
              </c:pt>
              <c:pt idx="338">
                <c:v>4.669276550240401</c:v>
              </c:pt>
              <c:pt idx="339">
                <c:v>4.669276550240401</c:v>
              </c:pt>
              <c:pt idx="340">
                <c:v>4.669276550240401</c:v>
              </c:pt>
              <c:pt idx="341">
                <c:v>4.669276550240401</c:v>
              </c:pt>
              <c:pt idx="342">
                <c:v>4.669276550240401</c:v>
              </c:pt>
              <c:pt idx="343">
                <c:v>4.669276550240401</c:v>
              </c:pt>
              <c:pt idx="344">
                <c:v>4.669276550240401</c:v>
              </c:pt>
              <c:pt idx="345">
                <c:v>4.669276550240401</c:v>
              </c:pt>
              <c:pt idx="346">
                <c:v>4.669276550240401</c:v>
              </c:pt>
              <c:pt idx="347">
                <c:v>4.669276550240401</c:v>
              </c:pt>
              <c:pt idx="348">
                <c:v>4.669276550240401</c:v>
              </c:pt>
              <c:pt idx="349">
                <c:v>4.669276550240401</c:v>
              </c:pt>
              <c:pt idx="350">
                <c:v>4.669276550240401</c:v>
              </c:pt>
              <c:pt idx="351">
                <c:v>4.669276550240401</c:v>
              </c:pt>
              <c:pt idx="352">
                <c:v>4.669276550240401</c:v>
              </c:pt>
              <c:pt idx="353">
                <c:v>4.669276550240401</c:v>
              </c:pt>
              <c:pt idx="354">
                <c:v>4.669276550240401</c:v>
              </c:pt>
              <c:pt idx="355">
                <c:v>4.669276550240401</c:v>
              </c:pt>
              <c:pt idx="356">
                <c:v>4.669276550240401</c:v>
              </c:pt>
              <c:pt idx="357">
                <c:v>4.669276550240401</c:v>
              </c:pt>
              <c:pt idx="358">
                <c:v>4.669276550240401</c:v>
              </c:pt>
              <c:pt idx="359">
                <c:v>4.669276550240401</c:v>
              </c:pt>
              <c:pt idx="360">
                <c:v>4.669276550240401</c:v>
              </c:pt>
              <c:pt idx="361">
                <c:v>4.669276550240401</c:v>
              </c:pt>
              <c:pt idx="362">
                <c:v>4.669276550240401</c:v>
              </c:pt>
              <c:pt idx="363">
                <c:v>4.669276550240401</c:v>
              </c:pt>
              <c:pt idx="364">
                <c:v>4.669276550240401</c:v>
              </c:pt>
              <c:pt idx="365">
                <c:v>4.669276550240401</c:v>
              </c:pt>
              <c:pt idx="366">
                <c:v>4.669276550240401</c:v>
              </c:pt>
              <c:pt idx="367">
                <c:v>4.669276550240401</c:v>
              </c:pt>
              <c:pt idx="368">
                <c:v>4.669276550240401</c:v>
              </c:pt>
              <c:pt idx="369">
                <c:v>4.669276550240401</c:v>
              </c:pt>
              <c:pt idx="370">
                <c:v>4.669276550240401</c:v>
              </c:pt>
              <c:pt idx="371">
                <c:v>4.669276550240401</c:v>
              </c:pt>
              <c:pt idx="372">
                <c:v>4.669276550240401</c:v>
              </c:pt>
              <c:pt idx="373">
                <c:v>4.669276550240401</c:v>
              </c:pt>
              <c:pt idx="374">
                <c:v>4.669276550240401</c:v>
              </c:pt>
              <c:pt idx="375">
                <c:v>4.669276550240401</c:v>
              </c:pt>
              <c:pt idx="376">
                <c:v>4.669276550240401</c:v>
              </c:pt>
              <c:pt idx="377">
                <c:v>4.669276550240401</c:v>
              </c:pt>
              <c:pt idx="378">
                <c:v>4.669276550240401</c:v>
              </c:pt>
              <c:pt idx="379">
                <c:v>4.669276550240401</c:v>
              </c:pt>
              <c:pt idx="380">
                <c:v>4.669276550240401</c:v>
              </c:pt>
              <c:pt idx="381">
                <c:v>4.669276550240401</c:v>
              </c:pt>
              <c:pt idx="382">
                <c:v>4.669276550240401</c:v>
              </c:pt>
              <c:pt idx="383">
                <c:v>4.669276550240401</c:v>
              </c:pt>
              <c:pt idx="384">
                <c:v>4.669276550240401</c:v>
              </c:pt>
              <c:pt idx="385">
                <c:v>4.669276550240401</c:v>
              </c:pt>
              <c:pt idx="386">
                <c:v>4.669276550240401</c:v>
              </c:pt>
              <c:pt idx="387">
                <c:v>4.669276550240401</c:v>
              </c:pt>
              <c:pt idx="388">
                <c:v>4.669276550240401</c:v>
              </c:pt>
              <c:pt idx="389">
                <c:v>4.669276550240401</c:v>
              </c:pt>
              <c:pt idx="390">
                <c:v>4.669276550240401</c:v>
              </c:pt>
              <c:pt idx="391">
                <c:v>4.669276550240401</c:v>
              </c:pt>
              <c:pt idx="392">
                <c:v>4.669276550240401</c:v>
              </c:pt>
              <c:pt idx="393">
                <c:v>4.669276550240401</c:v>
              </c:pt>
              <c:pt idx="394">
                <c:v>4.669276550240401</c:v>
              </c:pt>
              <c:pt idx="395">
                <c:v>4.669276550240401</c:v>
              </c:pt>
              <c:pt idx="396">
                <c:v>4.669276550240401</c:v>
              </c:pt>
              <c:pt idx="397">
                <c:v>4.669276550240401</c:v>
              </c:pt>
              <c:pt idx="398">
                <c:v>4.669276550240401</c:v>
              </c:pt>
              <c:pt idx="399">
                <c:v>4.669276550240401</c:v>
              </c:pt>
              <c:pt idx="400">
                <c:v>4.669276550240401</c:v>
              </c:pt>
              <c:pt idx="401">
                <c:v>4.669276550240401</c:v>
              </c:pt>
              <c:pt idx="402">
                <c:v>4.669276550240401</c:v>
              </c:pt>
              <c:pt idx="403">
                <c:v>4.669276550240401</c:v>
              </c:pt>
              <c:pt idx="404">
                <c:v>4.669276550240401</c:v>
              </c:pt>
              <c:pt idx="405">
                <c:v>4.669276550240401</c:v>
              </c:pt>
              <c:pt idx="406">
                <c:v>4.669276550240401</c:v>
              </c:pt>
              <c:pt idx="407">
                <c:v>4.669276550240401</c:v>
              </c:pt>
              <c:pt idx="408">
                <c:v>4.669276550240401</c:v>
              </c:pt>
              <c:pt idx="409">
                <c:v>4.669276550240401</c:v>
              </c:pt>
              <c:pt idx="410">
                <c:v>4.669276550240401</c:v>
              </c:pt>
              <c:pt idx="411">
                <c:v>4.669276550240401</c:v>
              </c:pt>
            </c:numLit>
          </c:xVal>
          <c:yVal>
            <c:numLit>
              <c:formatCode>0.0</c:formatCode>
              <c:ptCount val="412"/>
              <c:pt idx="0">
                <c:v>0.13203880275870133</c:v>
              </c:pt>
              <c:pt idx="1">
                <c:v>0.13203880275870133</c:v>
              </c:pt>
              <c:pt idx="2">
                <c:v>0.13203880275870133</c:v>
              </c:pt>
              <c:pt idx="3">
                <c:v>0.13203880275870133</c:v>
              </c:pt>
              <c:pt idx="4">
                <c:v>0.13203880275870133</c:v>
              </c:pt>
              <c:pt idx="5">
                <c:v>0.13203880275870133</c:v>
              </c:pt>
              <c:pt idx="6">
                <c:v>0.13203880275870133</c:v>
              </c:pt>
              <c:pt idx="7">
                <c:v>0.13203880275870133</c:v>
              </c:pt>
              <c:pt idx="8">
                <c:v>0.13203880275870133</c:v>
              </c:pt>
              <c:pt idx="9">
                <c:v>0.13203880275870133</c:v>
              </c:pt>
              <c:pt idx="10">
                <c:v>0.13203880275870133</c:v>
              </c:pt>
              <c:pt idx="11">
                <c:v>0.13203880275870133</c:v>
              </c:pt>
              <c:pt idx="12">
                <c:v>0.13203880275870133</c:v>
              </c:pt>
              <c:pt idx="13">
                <c:v>0.13203880275870133</c:v>
              </c:pt>
              <c:pt idx="14">
                <c:v>0.13203880275870133</c:v>
              </c:pt>
              <c:pt idx="15">
                <c:v>0.13203880275870133</c:v>
              </c:pt>
              <c:pt idx="16">
                <c:v>0.13203880275870133</c:v>
              </c:pt>
              <c:pt idx="17">
                <c:v>0.13203880275870133</c:v>
              </c:pt>
              <c:pt idx="18">
                <c:v>0.13203880275870133</c:v>
              </c:pt>
              <c:pt idx="19">
                <c:v>0.13203880275870133</c:v>
              </c:pt>
              <c:pt idx="20">
                <c:v>0.13203880275870133</c:v>
              </c:pt>
              <c:pt idx="21">
                <c:v>0.13203880275870133</c:v>
              </c:pt>
              <c:pt idx="22">
                <c:v>0.13203880275870133</c:v>
              </c:pt>
              <c:pt idx="23">
                <c:v>0.13203880275870133</c:v>
              </c:pt>
              <c:pt idx="24">
                <c:v>0.13203880275870133</c:v>
              </c:pt>
              <c:pt idx="25">
                <c:v>0.13203880275870133</c:v>
              </c:pt>
              <c:pt idx="26">
                <c:v>0.13203880275870133</c:v>
              </c:pt>
              <c:pt idx="27">
                <c:v>0.13203880275870133</c:v>
              </c:pt>
              <c:pt idx="28">
                <c:v>0.13203880275870133</c:v>
              </c:pt>
              <c:pt idx="29">
                <c:v>0.13203880275870133</c:v>
              </c:pt>
              <c:pt idx="30">
                <c:v>0.13203880275870133</c:v>
              </c:pt>
              <c:pt idx="31">
                <c:v>0.13203880275870133</c:v>
              </c:pt>
              <c:pt idx="32">
                <c:v>0.13203880275870133</c:v>
              </c:pt>
              <c:pt idx="33">
                <c:v>0.13203880275870133</c:v>
              </c:pt>
              <c:pt idx="34">
                <c:v>0.13203880275870133</c:v>
              </c:pt>
              <c:pt idx="35">
                <c:v>0.13203880275870133</c:v>
              </c:pt>
              <c:pt idx="36">
                <c:v>0.13203880275870133</c:v>
              </c:pt>
              <c:pt idx="37">
                <c:v>0.13203880275870133</c:v>
              </c:pt>
              <c:pt idx="38">
                <c:v>0.13203880275870133</c:v>
              </c:pt>
              <c:pt idx="39">
                <c:v>0.13203880275870133</c:v>
              </c:pt>
              <c:pt idx="40">
                <c:v>0.13203880275870133</c:v>
              </c:pt>
              <c:pt idx="41">
                <c:v>0.13203880275870133</c:v>
              </c:pt>
              <c:pt idx="42">
                <c:v>0.13203880275870133</c:v>
              </c:pt>
              <c:pt idx="43">
                <c:v>0.13203880275870133</c:v>
              </c:pt>
              <c:pt idx="44">
                <c:v>0.13203880275870133</c:v>
              </c:pt>
              <c:pt idx="45">
                <c:v>0.13203880275870133</c:v>
              </c:pt>
              <c:pt idx="46">
                <c:v>0.13203880275870133</c:v>
              </c:pt>
              <c:pt idx="47">
                <c:v>0.13203880275870133</c:v>
              </c:pt>
              <c:pt idx="48">
                <c:v>0.13203880275870133</c:v>
              </c:pt>
              <c:pt idx="49">
                <c:v>0.13203880275870133</c:v>
              </c:pt>
              <c:pt idx="50">
                <c:v>0.13203880275870133</c:v>
              </c:pt>
              <c:pt idx="51">
                <c:v>0.13203880275870133</c:v>
              </c:pt>
              <c:pt idx="52">
                <c:v>0.13203880275870133</c:v>
              </c:pt>
              <c:pt idx="53">
                <c:v>0.13203880275870133</c:v>
              </c:pt>
              <c:pt idx="54">
                <c:v>0.13203880275870133</c:v>
              </c:pt>
              <c:pt idx="55">
                <c:v>0.13203880275870133</c:v>
              </c:pt>
              <c:pt idx="56">
                <c:v>0.13203880275870133</c:v>
              </c:pt>
              <c:pt idx="57">
                <c:v>0.13203880275870133</c:v>
              </c:pt>
              <c:pt idx="58">
                <c:v>0.13203880275870133</c:v>
              </c:pt>
              <c:pt idx="59">
                <c:v>0.13203880275870133</c:v>
              </c:pt>
              <c:pt idx="60">
                <c:v>0.13203880275870133</c:v>
              </c:pt>
              <c:pt idx="61">
                <c:v>0.13203880275870133</c:v>
              </c:pt>
              <c:pt idx="62">
                <c:v>0.13203880275870133</c:v>
              </c:pt>
              <c:pt idx="63">
                <c:v>0.13203880275870133</c:v>
              </c:pt>
              <c:pt idx="64">
                <c:v>0.13203880275870133</c:v>
              </c:pt>
              <c:pt idx="65">
                <c:v>0.13203880275870133</c:v>
              </c:pt>
              <c:pt idx="66">
                <c:v>0.13203880275870133</c:v>
              </c:pt>
              <c:pt idx="67">
                <c:v>0.13203880275870133</c:v>
              </c:pt>
              <c:pt idx="68">
                <c:v>0.13203880275870133</c:v>
              </c:pt>
              <c:pt idx="69">
                <c:v>0.13203880275870133</c:v>
              </c:pt>
              <c:pt idx="70">
                <c:v>0.13203880275870133</c:v>
              </c:pt>
              <c:pt idx="71">
                <c:v>0.13203880275870133</c:v>
              </c:pt>
              <c:pt idx="72">
                <c:v>0.13203880275870133</c:v>
              </c:pt>
              <c:pt idx="73">
                <c:v>0.13203880275870133</c:v>
              </c:pt>
              <c:pt idx="74">
                <c:v>0.13203880275870133</c:v>
              </c:pt>
              <c:pt idx="75">
                <c:v>0.13203880275870133</c:v>
              </c:pt>
              <c:pt idx="76">
                <c:v>0.13203880275870133</c:v>
              </c:pt>
              <c:pt idx="77">
                <c:v>0.13203880275870133</c:v>
              </c:pt>
              <c:pt idx="78">
                <c:v>0.13203880275870133</c:v>
              </c:pt>
              <c:pt idx="79">
                <c:v>0.13203880275870133</c:v>
              </c:pt>
              <c:pt idx="80">
                <c:v>0.13203880275870133</c:v>
              </c:pt>
              <c:pt idx="81">
                <c:v>0.13203880275870133</c:v>
              </c:pt>
              <c:pt idx="82">
                <c:v>0.13203880275870133</c:v>
              </c:pt>
              <c:pt idx="83">
                <c:v>0.13203880275870133</c:v>
              </c:pt>
              <c:pt idx="84">
                <c:v>0.13203880275870133</c:v>
              </c:pt>
              <c:pt idx="85">
                <c:v>0.13203880275870133</c:v>
              </c:pt>
              <c:pt idx="86">
                <c:v>0.13203880275870133</c:v>
              </c:pt>
              <c:pt idx="87">
                <c:v>0.13203880275870133</c:v>
              </c:pt>
              <c:pt idx="88">
                <c:v>0.13203880275870133</c:v>
              </c:pt>
              <c:pt idx="89">
                <c:v>0.13203880275870133</c:v>
              </c:pt>
              <c:pt idx="90">
                <c:v>0.13203880275870133</c:v>
              </c:pt>
              <c:pt idx="91">
                <c:v>0.13203880275870133</c:v>
              </c:pt>
              <c:pt idx="92">
                <c:v>0.13203880275870133</c:v>
              </c:pt>
              <c:pt idx="93">
                <c:v>0.13203880275870133</c:v>
              </c:pt>
              <c:pt idx="94">
                <c:v>0.13203880275870133</c:v>
              </c:pt>
              <c:pt idx="95">
                <c:v>0.13203880275870133</c:v>
              </c:pt>
              <c:pt idx="96">
                <c:v>0.13203880275870133</c:v>
              </c:pt>
              <c:pt idx="97">
                <c:v>0.13203880275870133</c:v>
              </c:pt>
              <c:pt idx="98">
                <c:v>0.13203880275870133</c:v>
              </c:pt>
              <c:pt idx="99">
                <c:v>0.13203880275870133</c:v>
              </c:pt>
              <c:pt idx="100">
                <c:v>0.13203880275870133</c:v>
              </c:pt>
              <c:pt idx="101">
                <c:v>0.13203880275870133</c:v>
              </c:pt>
              <c:pt idx="102">
                <c:v>0.13203880275870133</c:v>
              </c:pt>
              <c:pt idx="103">
                <c:v>0.13203880275870133</c:v>
              </c:pt>
              <c:pt idx="104">
                <c:v>0.13203880275870133</c:v>
              </c:pt>
              <c:pt idx="105">
                <c:v>0.13203880275870133</c:v>
              </c:pt>
              <c:pt idx="106">
                <c:v>0.13203880275870133</c:v>
              </c:pt>
              <c:pt idx="107">
                <c:v>0.13203880275870133</c:v>
              </c:pt>
              <c:pt idx="108">
                <c:v>0.13203880275870133</c:v>
              </c:pt>
              <c:pt idx="109">
                <c:v>0.13203880275870133</c:v>
              </c:pt>
              <c:pt idx="110">
                <c:v>0.13203880275870133</c:v>
              </c:pt>
              <c:pt idx="111">
                <c:v>0.13203880275870133</c:v>
              </c:pt>
              <c:pt idx="112">
                <c:v>0.13203880275870133</c:v>
              </c:pt>
              <c:pt idx="113">
                <c:v>0.13203880275870133</c:v>
              </c:pt>
              <c:pt idx="114">
                <c:v>0.13203880275870133</c:v>
              </c:pt>
              <c:pt idx="115">
                <c:v>0.13203880275870133</c:v>
              </c:pt>
              <c:pt idx="116">
                <c:v>0.13203880275870133</c:v>
              </c:pt>
              <c:pt idx="117">
                <c:v>0.13203880275870133</c:v>
              </c:pt>
              <c:pt idx="118">
                <c:v>0.13203880275870133</c:v>
              </c:pt>
              <c:pt idx="119">
                <c:v>0.13203880275870133</c:v>
              </c:pt>
              <c:pt idx="120">
                <c:v>0.13203880275870133</c:v>
              </c:pt>
              <c:pt idx="121">
                <c:v>0.13203880275870133</c:v>
              </c:pt>
              <c:pt idx="122">
                <c:v>0.13203880275870133</c:v>
              </c:pt>
              <c:pt idx="123">
                <c:v>0.13203880275870133</c:v>
              </c:pt>
              <c:pt idx="124">
                <c:v>0.13203880275870133</c:v>
              </c:pt>
              <c:pt idx="125">
                <c:v>0.13203880275870133</c:v>
              </c:pt>
              <c:pt idx="126">
                <c:v>0.13203880275870133</c:v>
              </c:pt>
              <c:pt idx="127">
                <c:v>0.13203880275870133</c:v>
              </c:pt>
              <c:pt idx="128">
                <c:v>0.13203880275870133</c:v>
              </c:pt>
              <c:pt idx="129">
                <c:v>0.13203880275870133</c:v>
              </c:pt>
              <c:pt idx="130">
                <c:v>0.13203880275870133</c:v>
              </c:pt>
              <c:pt idx="131">
                <c:v>0.13203880275870133</c:v>
              </c:pt>
              <c:pt idx="132">
                <c:v>0.13203880275870133</c:v>
              </c:pt>
              <c:pt idx="133">
                <c:v>0.13203880275870133</c:v>
              </c:pt>
              <c:pt idx="134">
                <c:v>0.13203880275870133</c:v>
              </c:pt>
              <c:pt idx="135">
                <c:v>0.13203880275870133</c:v>
              </c:pt>
              <c:pt idx="136">
                <c:v>0.13203880275870133</c:v>
              </c:pt>
              <c:pt idx="137">
                <c:v>0.13203880275870133</c:v>
              </c:pt>
              <c:pt idx="138">
                <c:v>0.13203880275870133</c:v>
              </c:pt>
              <c:pt idx="139">
                <c:v>0.13203880275870133</c:v>
              </c:pt>
              <c:pt idx="140">
                <c:v>0.13203880275870133</c:v>
              </c:pt>
              <c:pt idx="141">
                <c:v>0.13203880275870133</c:v>
              </c:pt>
              <c:pt idx="142">
                <c:v>0.13203880275870133</c:v>
              </c:pt>
              <c:pt idx="143">
                <c:v>0.13203880275870133</c:v>
              </c:pt>
              <c:pt idx="144">
                <c:v>0.13203880275870133</c:v>
              </c:pt>
              <c:pt idx="145">
                <c:v>0.13203880275870133</c:v>
              </c:pt>
              <c:pt idx="146">
                <c:v>0.13203880275870133</c:v>
              </c:pt>
              <c:pt idx="147">
                <c:v>0.13203880275870133</c:v>
              </c:pt>
              <c:pt idx="148">
                <c:v>0.13203880275870133</c:v>
              </c:pt>
              <c:pt idx="149">
                <c:v>0.13203880275870133</c:v>
              </c:pt>
              <c:pt idx="150">
                <c:v>0.13203880275870133</c:v>
              </c:pt>
              <c:pt idx="151">
                <c:v>0.13203880275870133</c:v>
              </c:pt>
              <c:pt idx="152">
                <c:v>0.13203880275870133</c:v>
              </c:pt>
              <c:pt idx="153">
                <c:v>0.13203880275870133</c:v>
              </c:pt>
              <c:pt idx="154">
                <c:v>0.13203880275870133</c:v>
              </c:pt>
              <c:pt idx="155">
                <c:v>0.13203880275870133</c:v>
              </c:pt>
              <c:pt idx="156">
                <c:v>0.13203880275870133</c:v>
              </c:pt>
              <c:pt idx="157">
                <c:v>0.13203880275870133</c:v>
              </c:pt>
              <c:pt idx="158">
                <c:v>0.13203880275870133</c:v>
              </c:pt>
              <c:pt idx="159">
                <c:v>0.13203880275870133</c:v>
              </c:pt>
              <c:pt idx="160">
                <c:v>0.13203880275870133</c:v>
              </c:pt>
              <c:pt idx="161">
                <c:v>0.13203880275870133</c:v>
              </c:pt>
              <c:pt idx="162">
                <c:v>0.13203880275870133</c:v>
              </c:pt>
              <c:pt idx="163">
                <c:v>0.13203880275870133</c:v>
              </c:pt>
              <c:pt idx="164">
                <c:v>0.13203880275870133</c:v>
              </c:pt>
              <c:pt idx="165">
                <c:v>0.13203880275870133</c:v>
              </c:pt>
              <c:pt idx="166">
                <c:v>0.13203880275870133</c:v>
              </c:pt>
              <c:pt idx="167">
                <c:v>0.13203880275870133</c:v>
              </c:pt>
              <c:pt idx="168">
                <c:v>0.13203880275870133</c:v>
              </c:pt>
              <c:pt idx="169">
                <c:v>0.13203880275870133</c:v>
              </c:pt>
              <c:pt idx="170">
                <c:v>0.13203880275870133</c:v>
              </c:pt>
              <c:pt idx="171">
                <c:v>0.13203880275870133</c:v>
              </c:pt>
              <c:pt idx="172">
                <c:v>0.13203880275870133</c:v>
              </c:pt>
              <c:pt idx="173">
                <c:v>0.13203880275870133</c:v>
              </c:pt>
              <c:pt idx="174">
                <c:v>0.13203880275870133</c:v>
              </c:pt>
              <c:pt idx="175">
                <c:v>0.13203880275870133</c:v>
              </c:pt>
              <c:pt idx="176">
                <c:v>0.13203880275870133</c:v>
              </c:pt>
              <c:pt idx="177">
                <c:v>0.13203880275870133</c:v>
              </c:pt>
              <c:pt idx="178">
                <c:v>0.13203880275870133</c:v>
              </c:pt>
              <c:pt idx="179">
                <c:v>0.13203880275870133</c:v>
              </c:pt>
              <c:pt idx="180">
                <c:v>0.13203880275870133</c:v>
              </c:pt>
              <c:pt idx="181">
                <c:v>0.13203880275870133</c:v>
              </c:pt>
              <c:pt idx="182">
                <c:v>0.13203880275870133</c:v>
              </c:pt>
              <c:pt idx="183">
                <c:v>0.13203880275870133</c:v>
              </c:pt>
              <c:pt idx="184">
                <c:v>0.13203880275870133</c:v>
              </c:pt>
              <c:pt idx="185">
                <c:v>0.13203880275870133</c:v>
              </c:pt>
              <c:pt idx="186">
                <c:v>0.13203880275870133</c:v>
              </c:pt>
              <c:pt idx="187">
                <c:v>0.13203880275870133</c:v>
              </c:pt>
              <c:pt idx="188">
                <c:v>0.13203880275870133</c:v>
              </c:pt>
              <c:pt idx="189">
                <c:v>0.13203880275870133</c:v>
              </c:pt>
              <c:pt idx="190">
                <c:v>0.13203880275870133</c:v>
              </c:pt>
              <c:pt idx="191">
                <c:v>0.13203880275870133</c:v>
              </c:pt>
              <c:pt idx="192">
                <c:v>0.13203880275870133</c:v>
              </c:pt>
              <c:pt idx="193">
                <c:v>0.13203880275870133</c:v>
              </c:pt>
              <c:pt idx="194">
                <c:v>0.13203880275870133</c:v>
              </c:pt>
              <c:pt idx="195">
                <c:v>0.13203880275870133</c:v>
              </c:pt>
              <c:pt idx="196">
                <c:v>0.13203880275870133</c:v>
              </c:pt>
              <c:pt idx="197">
                <c:v>0.13203880275870133</c:v>
              </c:pt>
              <c:pt idx="198">
                <c:v>0.13203880275870133</c:v>
              </c:pt>
              <c:pt idx="199">
                <c:v>0.13203880275870133</c:v>
              </c:pt>
              <c:pt idx="200">
                <c:v>0.13203880275870133</c:v>
              </c:pt>
              <c:pt idx="201">
                <c:v>0.13203880275870133</c:v>
              </c:pt>
              <c:pt idx="202">
                <c:v>0.13203880275870133</c:v>
              </c:pt>
              <c:pt idx="203">
                <c:v>0.13203880275870133</c:v>
              </c:pt>
              <c:pt idx="204">
                <c:v>0.13203880275870133</c:v>
              </c:pt>
              <c:pt idx="205">
                <c:v>0.13203880275870133</c:v>
              </c:pt>
              <c:pt idx="206">
                <c:v>0.13203880275870133</c:v>
              </c:pt>
              <c:pt idx="207">
                <c:v>0.13203880275870133</c:v>
              </c:pt>
              <c:pt idx="208">
                <c:v>0.13203880275870133</c:v>
              </c:pt>
              <c:pt idx="209">
                <c:v>0.13203880275870133</c:v>
              </c:pt>
              <c:pt idx="210">
                <c:v>0.13203880275870133</c:v>
              </c:pt>
              <c:pt idx="211">
                <c:v>0.13203880275870133</c:v>
              </c:pt>
              <c:pt idx="212">
                <c:v>0.13203880275870133</c:v>
              </c:pt>
              <c:pt idx="213">
                <c:v>0.13203880275870133</c:v>
              </c:pt>
              <c:pt idx="214">
                <c:v>0.13203880275870133</c:v>
              </c:pt>
              <c:pt idx="215">
                <c:v>0.13203880275870133</c:v>
              </c:pt>
              <c:pt idx="216">
                <c:v>0.13203880275870133</c:v>
              </c:pt>
              <c:pt idx="217">
                <c:v>0.13203880275870133</c:v>
              </c:pt>
              <c:pt idx="218">
                <c:v>0.13203880275870133</c:v>
              </c:pt>
              <c:pt idx="219">
                <c:v>0.13203880275870133</c:v>
              </c:pt>
              <c:pt idx="220">
                <c:v>0.13203880275870133</c:v>
              </c:pt>
              <c:pt idx="221">
                <c:v>0.13203880275870133</c:v>
              </c:pt>
              <c:pt idx="222">
                <c:v>0.13203880275870133</c:v>
              </c:pt>
              <c:pt idx="223">
                <c:v>0.13203880275870133</c:v>
              </c:pt>
              <c:pt idx="224">
                <c:v>0.13203880275870133</c:v>
              </c:pt>
              <c:pt idx="225">
                <c:v>0.13203880275870133</c:v>
              </c:pt>
              <c:pt idx="226">
                <c:v>0.13203880275870133</c:v>
              </c:pt>
              <c:pt idx="227">
                <c:v>0.13203880275870133</c:v>
              </c:pt>
              <c:pt idx="228">
                <c:v>0.13203880275870133</c:v>
              </c:pt>
              <c:pt idx="229">
                <c:v>0.13203880275870133</c:v>
              </c:pt>
              <c:pt idx="230">
                <c:v>0.13203880275870133</c:v>
              </c:pt>
              <c:pt idx="231">
                <c:v>0.13203880275870133</c:v>
              </c:pt>
              <c:pt idx="232">
                <c:v>0.13203880275870133</c:v>
              </c:pt>
              <c:pt idx="233">
                <c:v>0.13203880275870133</c:v>
              </c:pt>
              <c:pt idx="234">
                <c:v>0.13203880275870133</c:v>
              </c:pt>
              <c:pt idx="235">
                <c:v>0.13203880275870133</c:v>
              </c:pt>
              <c:pt idx="236">
                <c:v>0.13203880275870133</c:v>
              </c:pt>
              <c:pt idx="237">
                <c:v>0.13203880275870133</c:v>
              </c:pt>
              <c:pt idx="238">
                <c:v>0.13203880275870133</c:v>
              </c:pt>
              <c:pt idx="239">
                <c:v>0.13203880275870133</c:v>
              </c:pt>
              <c:pt idx="240">
                <c:v>0.13203880275870133</c:v>
              </c:pt>
              <c:pt idx="241">
                <c:v>0.13203880275870133</c:v>
              </c:pt>
              <c:pt idx="242">
                <c:v>0.13203880275870133</c:v>
              </c:pt>
              <c:pt idx="243">
                <c:v>0.13203880275870133</c:v>
              </c:pt>
              <c:pt idx="244">
                <c:v>0.13203880275870133</c:v>
              </c:pt>
              <c:pt idx="245">
                <c:v>0.13203880275870133</c:v>
              </c:pt>
              <c:pt idx="246">
                <c:v>0.13203880275870133</c:v>
              </c:pt>
              <c:pt idx="247">
                <c:v>0.13203880275870133</c:v>
              </c:pt>
              <c:pt idx="248">
                <c:v>0.13203880275870133</c:v>
              </c:pt>
              <c:pt idx="249">
                <c:v>0.13203880275870133</c:v>
              </c:pt>
              <c:pt idx="250">
                <c:v>0.13203880275870133</c:v>
              </c:pt>
              <c:pt idx="251">
                <c:v>0.13203880275870133</c:v>
              </c:pt>
              <c:pt idx="252">
                <c:v>0.13203880275870133</c:v>
              </c:pt>
              <c:pt idx="253">
                <c:v>0.13203880275870133</c:v>
              </c:pt>
              <c:pt idx="254">
                <c:v>0.13203880275870133</c:v>
              </c:pt>
              <c:pt idx="255">
                <c:v>0.13203880275870133</c:v>
              </c:pt>
              <c:pt idx="256">
                <c:v>0.13203880275870133</c:v>
              </c:pt>
              <c:pt idx="257">
                <c:v>0.13203880275870133</c:v>
              </c:pt>
              <c:pt idx="258">
                <c:v>0.13203880275870133</c:v>
              </c:pt>
              <c:pt idx="259">
                <c:v>0.13203880275870133</c:v>
              </c:pt>
              <c:pt idx="260">
                <c:v>0.13203880275870133</c:v>
              </c:pt>
              <c:pt idx="261">
                <c:v>0.13203880275870133</c:v>
              </c:pt>
              <c:pt idx="262">
                <c:v>0.13203880275870133</c:v>
              </c:pt>
              <c:pt idx="263">
                <c:v>0.13203880275870133</c:v>
              </c:pt>
              <c:pt idx="264">
                <c:v>0.13203880275870133</c:v>
              </c:pt>
              <c:pt idx="265">
                <c:v>0.13203880275870133</c:v>
              </c:pt>
              <c:pt idx="266">
                <c:v>0.13203880275870133</c:v>
              </c:pt>
              <c:pt idx="267">
                <c:v>0.13203880275870133</c:v>
              </c:pt>
              <c:pt idx="268">
                <c:v>0.13203880275870133</c:v>
              </c:pt>
              <c:pt idx="269">
                <c:v>0.13203880275870133</c:v>
              </c:pt>
              <c:pt idx="270">
                <c:v>0.13203880275870133</c:v>
              </c:pt>
              <c:pt idx="271">
                <c:v>0.13203880275870133</c:v>
              </c:pt>
              <c:pt idx="272">
                <c:v>0.13203880275870133</c:v>
              </c:pt>
              <c:pt idx="273">
                <c:v>0.13203880275870133</c:v>
              </c:pt>
              <c:pt idx="274">
                <c:v>0.13203880275870133</c:v>
              </c:pt>
              <c:pt idx="275">
                <c:v>0.13203880275870133</c:v>
              </c:pt>
              <c:pt idx="276">
                <c:v>0.13203880275870133</c:v>
              </c:pt>
              <c:pt idx="277">
                <c:v>0.13203880275870133</c:v>
              </c:pt>
              <c:pt idx="278">
                <c:v>0.13203880275870133</c:v>
              </c:pt>
              <c:pt idx="279">
                <c:v>0.13203880275870133</c:v>
              </c:pt>
              <c:pt idx="280">
                <c:v>0.13203880275870133</c:v>
              </c:pt>
              <c:pt idx="281">
                <c:v>0.13203880275870133</c:v>
              </c:pt>
              <c:pt idx="282">
                <c:v>0.13203880275870133</c:v>
              </c:pt>
              <c:pt idx="283">
                <c:v>0.13203880275870133</c:v>
              </c:pt>
              <c:pt idx="284">
                <c:v>0.13203880275870133</c:v>
              </c:pt>
              <c:pt idx="285">
                <c:v>0.13203880275870133</c:v>
              </c:pt>
              <c:pt idx="286">
                <c:v>0.13203880275870133</c:v>
              </c:pt>
              <c:pt idx="287">
                <c:v>0.13203880275870133</c:v>
              </c:pt>
              <c:pt idx="288">
                <c:v>0.13203880275870133</c:v>
              </c:pt>
              <c:pt idx="289">
                <c:v>0.13203880275870133</c:v>
              </c:pt>
              <c:pt idx="290">
                <c:v>0.13203880275870133</c:v>
              </c:pt>
              <c:pt idx="291">
                <c:v>0.13203880275870133</c:v>
              </c:pt>
              <c:pt idx="292">
                <c:v>0.13203880275870133</c:v>
              </c:pt>
              <c:pt idx="293">
                <c:v>0.13203880275870133</c:v>
              </c:pt>
              <c:pt idx="294">
                <c:v>0.13203880275870133</c:v>
              </c:pt>
              <c:pt idx="295">
                <c:v>0.13203880275870133</c:v>
              </c:pt>
              <c:pt idx="296">
                <c:v>0.13203880275870133</c:v>
              </c:pt>
              <c:pt idx="297">
                <c:v>0.13203880275870133</c:v>
              </c:pt>
              <c:pt idx="298">
                <c:v>0.13203880275870133</c:v>
              </c:pt>
              <c:pt idx="299">
                <c:v>0.13203880275870133</c:v>
              </c:pt>
              <c:pt idx="300">
                <c:v>0.13203880275870133</c:v>
              </c:pt>
              <c:pt idx="301">
                <c:v>0.13203880275870133</c:v>
              </c:pt>
              <c:pt idx="302">
                <c:v>0.13203880275870133</c:v>
              </c:pt>
              <c:pt idx="303">
                <c:v>0.13203880275870133</c:v>
              </c:pt>
              <c:pt idx="304">
                <c:v>0.13203880275870133</c:v>
              </c:pt>
              <c:pt idx="305">
                <c:v>0.13203880275870133</c:v>
              </c:pt>
              <c:pt idx="306">
                <c:v>0.13203880275870133</c:v>
              </c:pt>
              <c:pt idx="307">
                <c:v>0.13203880275870133</c:v>
              </c:pt>
              <c:pt idx="308">
                <c:v>0.13203880275870133</c:v>
              </c:pt>
              <c:pt idx="309">
                <c:v>0.13203880275870133</c:v>
              </c:pt>
              <c:pt idx="310">
                <c:v>0.13203880275870133</c:v>
              </c:pt>
              <c:pt idx="311">
                <c:v>0.13203880275870133</c:v>
              </c:pt>
              <c:pt idx="312">
                <c:v>0.13203880275870133</c:v>
              </c:pt>
              <c:pt idx="313">
                <c:v>0.13203880275870133</c:v>
              </c:pt>
              <c:pt idx="314">
                <c:v>0.13203880275870133</c:v>
              </c:pt>
              <c:pt idx="315">
                <c:v>0.13203880275870133</c:v>
              </c:pt>
              <c:pt idx="316">
                <c:v>0.13203880275870133</c:v>
              </c:pt>
              <c:pt idx="317">
                <c:v>0.13203880275870133</c:v>
              </c:pt>
              <c:pt idx="318">
                <c:v>0.13203880275870133</c:v>
              </c:pt>
              <c:pt idx="319">
                <c:v>0.13203880275870133</c:v>
              </c:pt>
              <c:pt idx="320">
                <c:v>0.13203880275870133</c:v>
              </c:pt>
              <c:pt idx="321">
                <c:v>0.13203880275870133</c:v>
              </c:pt>
              <c:pt idx="322">
                <c:v>0.13203880275870133</c:v>
              </c:pt>
              <c:pt idx="323">
                <c:v>0.13203880275870133</c:v>
              </c:pt>
              <c:pt idx="324">
                <c:v>0.13203880275870133</c:v>
              </c:pt>
              <c:pt idx="325">
                <c:v>0.13203880275870133</c:v>
              </c:pt>
              <c:pt idx="326">
                <c:v>0.13203880275870133</c:v>
              </c:pt>
              <c:pt idx="327">
                <c:v>0.13203880275870133</c:v>
              </c:pt>
              <c:pt idx="328">
                <c:v>0.13203880275870133</c:v>
              </c:pt>
              <c:pt idx="329">
                <c:v>0.13203880275870133</c:v>
              </c:pt>
              <c:pt idx="330">
                <c:v>0.13203880275870133</c:v>
              </c:pt>
              <c:pt idx="331">
                <c:v>0.13203880275870133</c:v>
              </c:pt>
              <c:pt idx="332">
                <c:v>0.13203880275870133</c:v>
              </c:pt>
              <c:pt idx="333">
                <c:v>0.13203880275870133</c:v>
              </c:pt>
              <c:pt idx="334">
                <c:v>0.13203880275870133</c:v>
              </c:pt>
              <c:pt idx="335">
                <c:v>0.13203880275870133</c:v>
              </c:pt>
              <c:pt idx="336">
                <c:v>0.13203880275870133</c:v>
              </c:pt>
              <c:pt idx="337">
                <c:v>0.13203880275870133</c:v>
              </c:pt>
              <c:pt idx="338">
                <c:v>0.13203880275870133</c:v>
              </c:pt>
              <c:pt idx="339">
                <c:v>0.13203880275870133</c:v>
              </c:pt>
              <c:pt idx="340">
                <c:v>0.13203880275870133</c:v>
              </c:pt>
              <c:pt idx="341">
                <c:v>0.13203880275870133</c:v>
              </c:pt>
              <c:pt idx="342">
                <c:v>0.13203880275870133</c:v>
              </c:pt>
              <c:pt idx="343">
                <c:v>0.13203880275870133</c:v>
              </c:pt>
              <c:pt idx="344">
                <c:v>0.13203880275870133</c:v>
              </c:pt>
              <c:pt idx="345">
                <c:v>0.13203880275870133</c:v>
              </c:pt>
              <c:pt idx="346">
                <c:v>0.13203880275870133</c:v>
              </c:pt>
              <c:pt idx="347">
                <c:v>0.13203880275870133</c:v>
              </c:pt>
              <c:pt idx="348">
                <c:v>0.13203880275870133</c:v>
              </c:pt>
              <c:pt idx="349">
                <c:v>0.13203880275870133</c:v>
              </c:pt>
              <c:pt idx="350">
                <c:v>0.13203880275870133</c:v>
              </c:pt>
              <c:pt idx="351">
                <c:v>0.13203880275870133</c:v>
              </c:pt>
              <c:pt idx="352">
                <c:v>0.13203880275870133</c:v>
              </c:pt>
              <c:pt idx="353">
                <c:v>0.13203880275870133</c:v>
              </c:pt>
              <c:pt idx="354">
                <c:v>0.13203880275870133</c:v>
              </c:pt>
              <c:pt idx="355">
                <c:v>0.13203880275870133</c:v>
              </c:pt>
              <c:pt idx="356">
                <c:v>0.13203880275870133</c:v>
              </c:pt>
              <c:pt idx="357">
                <c:v>0.13203880275870133</c:v>
              </c:pt>
              <c:pt idx="358">
                <c:v>0.13203880275870133</c:v>
              </c:pt>
              <c:pt idx="359">
                <c:v>0.13203880275870133</c:v>
              </c:pt>
              <c:pt idx="360">
                <c:v>0.13203880275870133</c:v>
              </c:pt>
              <c:pt idx="361">
                <c:v>0.13203880275870133</c:v>
              </c:pt>
              <c:pt idx="362">
                <c:v>0.13203880275870133</c:v>
              </c:pt>
              <c:pt idx="363">
                <c:v>0.13203880275870133</c:v>
              </c:pt>
              <c:pt idx="364">
                <c:v>0.13203880275870133</c:v>
              </c:pt>
              <c:pt idx="365">
                <c:v>0.13203880275870133</c:v>
              </c:pt>
              <c:pt idx="366">
                <c:v>0.13203880275870133</c:v>
              </c:pt>
              <c:pt idx="367">
                <c:v>0.13203880275870133</c:v>
              </c:pt>
              <c:pt idx="368">
                <c:v>0.13203880275870133</c:v>
              </c:pt>
              <c:pt idx="369">
                <c:v>0.13203880275870133</c:v>
              </c:pt>
              <c:pt idx="370">
                <c:v>0.13203880275870133</c:v>
              </c:pt>
              <c:pt idx="371">
                <c:v>0.13203880275870133</c:v>
              </c:pt>
              <c:pt idx="372">
                <c:v>0.13203880275870133</c:v>
              </c:pt>
              <c:pt idx="373">
                <c:v>0.13203880275870133</c:v>
              </c:pt>
              <c:pt idx="374">
                <c:v>0.13203880275870133</c:v>
              </c:pt>
              <c:pt idx="375">
                <c:v>0.13203880275870133</c:v>
              </c:pt>
              <c:pt idx="376">
                <c:v>0.13203880275870133</c:v>
              </c:pt>
              <c:pt idx="377">
                <c:v>0.13203880275870133</c:v>
              </c:pt>
              <c:pt idx="378">
                <c:v>0.13203880275870133</c:v>
              </c:pt>
              <c:pt idx="379">
                <c:v>0.13203880275870133</c:v>
              </c:pt>
              <c:pt idx="380">
                <c:v>0.13203880275870133</c:v>
              </c:pt>
              <c:pt idx="381">
                <c:v>0.13203880275870133</c:v>
              </c:pt>
              <c:pt idx="382">
                <c:v>0.13203880275870133</c:v>
              </c:pt>
              <c:pt idx="383">
                <c:v>0.13203880275870133</c:v>
              </c:pt>
              <c:pt idx="384">
                <c:v>0.13203880275870133</c:v>
              </c:pt>
              <c:pt idx="385">
                <c:v>0.13203880275870133</c:v>
              </c:pt>
              <c:pt idx="386">
                <c:v>0.13203880275870133</c:v>
              </c:pt>
              <c:pt idx="387">
                <c:v>0.13203880275870133</c:v>
              </c:pt>
              <c:pt idx="388">
                <c:v>0.13203880275870133</c:v>
              </c:pt>
              <c:pt idx="389">
                <c:v>0.13203880275870133</c:v>
              </c:pt>
              <c:pt idx="390">
                <c:v>0.13203880275870133</c:v>
              </c:pt>
              <c:pt idx="391">
                <c:v>0.13203880275870133</c:v>
              </c:pt>
              <c:pt idx="392">
                <c:v>0.13203880275870133</c:v>
              </c:pt>
              <c:pt idx="393">
                <c:v>0.13203880275870133</c:v>
              </c:pt>
              <c:pt idx="394">
                <c:v>0.13203880275870133</c:v>
              </c:pt>
              <c:pt idx="395">
                <c:v>0.13203880275870133</c:v>
              </c:pt>
              <c:pt idx="396">
                <c:v>0.13203880275870133</c:v>
              </c:pt>
              <c:pt idx="397">
                <c:v>0.13203880275870133</c:v>
              </c:pt>
              <c:pt idx="398">
                <c:v>0.13203880275870133</c:v>
              </c:pt>
              <c:pt idx="399">
                <c:v>0.13203880275870133</c:v>
              </c:pt>
              <c:pt idx="400">
                <c:v>0.13203880275870133</c:v>
              </c:pt>
              <c:pt idx="401">
                <c:v>0.13203880275870133</c:v>
              </c:pt>
              <c:pt idx="402">
                <c:v>0.13203880275870133</c:v>
              </c:pt>
              <c:pt idx="403">
                <c:v>0.13203880275870133</c:v>
              </c:pt>
              <c:pt idx="404">
                <c:v>0.13203880275870133</c:v>
              </c:pt>
              <c:pt idx="405">
                <c:v>0.13203880275870133</c:v>
              </c:pt>
              <c:pt idx="406">
                <c:v>0.13203880275870133</c:v>
              </c:pt>
              <c:pt idx="407">
                <c:v>0.13203880275870133</c:v>
              </c:pt>
              <c:pt idx="408">
                <c:v>0.13203880275870133</c:v>
              </c:pt>
              <c:pt idx="409">
                <c:v>0.13203880275870133</c:v>
              </c:pt>
              <c:pt idx="410">
                <c:v>0.13203880275870133</c:v>
              </c:pt>
              <c:pt idx="411">
                <c:v>0.13203880275870133</c:v>
              </c:pt>
            </c:numLit>
          </c:yVal>
          <c:smooth val="0"/>
        </c:ser>
        <c:ser>
          <c:idx val="10"/>
          <c:order val="10"/>
          <c:tx>
            <c:v>Implemented LCA filling</c:v>
          </c:tx>
          <c:spPr>
            <a:noFill xmlns:a="http://schemas.openxmlformats.org/drawingml/2006/main"/>
            <a:ln xmlns:a="http://schemas.openxmlformats.org/drawingml/2006/main" w="0">
              <a:noFill/>
              <a:prstDash val="solid"/>
            </a:ln>
          </c:spPr>
          <c:marker>
            <c:symbol val="circle"/>
            <c:size val="7"/>
            <c:spPr>
              <a:solidFill xmlns:a="http://schemas.openxmlformats.org/drawingml/2006/main">
                <a:srgbClr val="FFFFFF"/>
              </a:solidFill>
            </c:spPr>
          </c:marker>
          <c:xVal>
            <c:numLit>
              <c:formatCode>General</c:formatCode>
              <c:ptCount val="4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c:v>
              </c:pt>
              <c:pt idx="147">
                <c:v>0</c:v>
              </c:pt>
              <c:pt idx="148">
                <c:v>0</c:v>
              </c:pt>
              <c:pt idx="149">
                <c:v>0</c:v>
              </c:pt>
              <c:pt idx="150">
                <c:v>0</c:v>
              </c:pt>
              <c:pt idx="151">
                <c:v>0</c:v>
              </c:pt>
              <c:pt idx="152">
                <c:v>0</c:v>
              </c:pt>
              <c:pt idx="153">
                <c:v>0</c:v>
              </c:pt>
              <c:pt idx="154">
                <c:v>0</c:v>
              </c:pt>
              <c:pt idx="155">
                <c:v>0</c:v>
              </c:pt>
              <c:pt idx="156">
                <c:v>0</c:v>
              </c:pt>
              <c:pt idx="157">
                <c:v>0</c:v>
              </c:pt>
              <c:pt idx="158">
                <c:v>0</c:v>
              </c:pt>
              <c:pt idx="159">
                <c:v>0</c:v>
              </c:pt>
              <c:pt idx="160">
                <c:v>0</c:v>
              </c:pt>
              <c:pt idx="161">
                <c:v>0</c:v>
              </c:pt>
              <c:pt idx="162">
                <c:v>0</c:v>
              </c:pt>
              <c:pt idx="163">
                <c:v>0</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numLit>
          </c:xVal>
          <c:yVal>
            <c:numLit>
              <c:formatCode>0.0</c:formatCode>
              <c:ptCount val="412"/>
              <c:pt idx="0">
                <c:v>1.283387195849231</c:v>
              </c:pt>
              <c:pt idx="1">
                <c:v>1.283387195849231</c:v>
              </c:pt>
              <c:pt idx="2">
                <c:v>1.283387195849231</c:v>
              </c:pt>
              <c:pt idx="3">
                <c:v>1.283387195849231</c:v>
              </c:pt>
              <c:pt idx="4">
                <c:v>1.283387195849231</c:v>
              </c:pt>
              <c:pt idx="5">
                <c:v>1.283387195849231</c:v>
              </c:pt>
              <c:pt idx="6">
                <c:v>1.283387195849231</c:v>
              </c:pt>
              <c:pt idx="7">
                <c:v>1.283387195849231</c:v>
              </c:pt>
              <c:pt idx="8">
                <c:v>1.283387195849231</c:v>
              </c:pt>
              <c:pt idx="9">
                <c:v>1.283387195849231</c:v>
              </c:pt>
              <c:pt idx="10">
                <c:v>1.283387195849231</c:v>
              </c:pt>
              <c:pt idx="11">
                <c:v>1.283387195849231</c:v>
              </c:pt>
              <c:pt idx="12">
                <c:v>1.283387195849231</c:v>
              </c:pt>
              <c:pt idx="13">
                <c:v>1.283387195849231</c:v>
              </c:pt>
              <c:pt idx="14">
                <c:v>1.283387195849231</c:v>
              </c:pt>
              <c:pt idx="15">
                <c:v>1.283387195849231</c:v>
              </c:pt>
              <c:pt idx="16">
                <c:v>1.283387195849231</c:v>
              </c:pt>
              <c:pt idx="17">
                <c:v>1.283387195849231</c:v>
              </c:pt>
              <c:pt idx="18">
                <c:v>1.283387195849231</c:v>
              </c:pt>
              <c:pt idx="19">
                <c:v>1.283387195849231</c:v>
              </c:pt>
              <c:pt idx="20">
                <c:v>1.283387195849231</c:v>
              </c:pt>
              <c:pt idx="21">
                <c:v>1.283387195849231</c:v>
              </c:pt>
              <c:pt idx="22">
                <c:v>1.283387195849231</c:v>
              </c:pt>
              <c:pt idx="23">
                <c:v>1.283387195849231</c:v>
              </c:pt>
              <c:pt idx="24">
                <c:v>1.283387195849231</c:v>
              </c:pt>
              <c:pt idx="25">
                <c:v>1.283387195849231</c:v>
              </c:pt>
              <c:pt idx="26">
                <c:v>1.283387195849231</c:v>
              </c:pt>
              <c:pt idx="27">
                <c:v>1.283387195849231</c:v>
              </c:pt>
              <c:pt idx="28">
                <c:v>1.283387195849231</c:v>
              </c:pt>
              <c:pt idx="29">
                <c:v>1.283387195849231</c:v>
              </c:pt>
              <c:pt idx="30">
                <c:v>1.283387195849231</c:v>
              </c:pt>
              <c:pt idx="31">
                <c:v>1.283387195849231</c:v>
              </c:pt>
              <c:pt idx="32">
                <c:v>1.283387195849231</c:v>
              </c:pt>
              <c:pt idx="33">
                <c:v>1.283387195849231</c:v>
              </c:pt>
              <c:pt idx="34">
                <c:v>1.283387195849231</c:v>
              </c:pt>
              <c:pt idx="35">
                <c:v>1.283387195849231</c:v>
              </c:pt>
              <c:pt idx="36">
                <c:v>1.283387195849231</c:v>
              </c:pt>
              <c:pt idx="37">
                <c:v>1.283387195849231</c:v>
              </c:pt>
              <c:pt idx="38">
                <c:v>1.283387195849231</c:v>
              </c:pt>
              <c:pt idx="39">
                <c:v>1.283387195849231</c:v>
              </c:pt>
              <c:pt idx="40">
                <c:v>1.283387195849231</c:v>
              </c:pt>
              <c:pt idx="41">
                <c:v>1.283387195849231</c:v>
              </c:pt>
              <c:pt idx="42">
                <c:v>1.283387195849231</c:v>
              </c:pt>
              <c:pt idx="43">
                <c:v>1.283387195849231</c:v>
              </c:pt>
              <c:pt idx="44">
                <c:v>1.283387195849231</c:v>
              </c:pt>
              <c:pt idx="45">
                <c:v>1.283387195849231</c:v>
              </c:pt>
              <c:pt idx="46">
                <c:v>1.283387195849231</c:v>
              </c:pt>
              <c:pt idx="47">
                <c:v>1.283387195849231</c:v>
              </c:pt>
              <c:pt idx="48">
                <c:v>1.283387195849231</c:v>
              </c:pt>
              <c:pt idx="49">
                <c:v>1.283387195849231</c:v>
              </c:pt>
              <c:pt idx="50">
                <c:v>1.283387195849231</c:v>
              </c:pt>
              <c:pt idx="51">
                <c:v>1.283387195849231</c:v>
              </c:pt>
              <c:pt idx="52">
                <c:v>1.283387195849231</c:v>
              </c:pt>
              <c:pt idx="53">
                <c:v>1.283387195849231</c:v>
              </c:pt>
              <c:pt idx="54">
                <c:v>1.283387195849231</c:v>
              </c:pt>
              <c:pt idx="55">
                <c:v>1.283387195849231</c:v>
              </c:pt>
              <c:pt idx="56">
                <c:v>1.283387195849231</c:v>
              </c:pt>
              <c:pt idx="57">
                <c:v>1.283387195849231</c:v>
              </c:pt>
              <c:pt idx="58">
                <c:v>1.283387195849231</c:v>
              </c:pt>
              <c:pt idx="59">
                <c:v>1.283387195849231</c:v>
              </c:pt>
              <c:pt idx="60">
                <c:v>1.283387195849231</c:v>
              </c:pt>
              <c:pt idx="61">
                <c:v>1.283387195849231</c:v>
              </c:pt>
              <c:pt idx="62">
                <c:v>1.283387195849231</c:v>
              </c:pt>
              <c:pt idx="63">
                <c:v>1.283387195849231</c:v>
              </c:pt>
              <c:pt idx="64">
                <c:v>1.283387195849231</c:v>
              </c:pt>
              <c:pt idx="65">
                <c:v>1.283387195849231</c:v>
              </c:pt>
              <c:pt idx="66">
                <c:v>1.283387195849231</c:v>
              </c:pt>
              <c:pt idx="67">
                <c:v>1.283387195849231</c:v>
              </c:pt>
              <c:pt idx="68">
                <c:v>1.283387195849231</c:v>
              </c:pt>
              <c:pt idx="69">
                <c:v>1.283387195849231</c:v>
              </c:pt>
              <c:pt idx="70">
                <c:v>1.283387195849231</c:v>
              </c:pt>
              <c:pt idx="71">
                <c:v>1.283387195849231</c:v>
              </c:pt>
              <c:pt idx="72">
                <c:v>1.283387195849231</c:v>
              </c:pt>
              <c:pt idx="73">
                <c:v>1.283387195849231</c:v>
              </c:pt>
              <c:pt idx="74">
                <c:v>1.283387195849231</c:v>
              </c:pt>
              <c:pt idx="75">
                <c:v>1.283387195849231</c:v>
              </c:pt>
              <c:pt idx="76">
                <c:v>1.283387195849231</c:v>
              </c:pt>
              <c:pt idx="77">
                <c:v>1.283387195849231</c:v>
              </c:pt>
              <c:pt idx="78">
                <c:v>1.283387195849231</c:v>
              </c:pt>
              <c:pt idx="79">
                <c:v>1.283387195849231</c:v>
              </c:pt>
              <c:pt idx="80">
                <c:v>1.283387195849231</c:v>
              </c:pt>
              <c:pt idx="81">
                <c:v>1.283387195849231</c:v>
              </c:pt>
              <c:pt idx="82">
                <c:v>1.283387195849231</c:v>
              </c:pt>
              <c:pt idx="83">
                <c:v>1.283387195849231</c:v>
              </c:pt>
              <c:pt idx="84">
                <c:v>1.283387195849231</c:v>
              </c:pt>
              <c:pt idx="85">
                <c:v>1.283387195849231</c:v>
              </c:pt>
              <c:pt idx="86">
                <c:v>1.283387195849231</c:v>
              </c:pt>
              <c:pt idx="87">
                <c:v>1.283387195849231</c:v>
              </c:pt>
              <c:pt idx="88">
                <c:v>1.283387195849231</c:v>
              </c:pt>
              <c:pt idx="89">
                <c:v>1.283387195849231</c:v>
              </c:pt>
              <c:pt idx="90">
                <c:v>1.283387195849231</c:v>
              </c:pt>
              <c:pt idx="91">
                <c:v>1.283387195849231</c:v>
              </c:pt>
              <c:pt idx="92">
                <c:v>1.283387195849231</c:v>
              </c:pt>
              <c:pt idx="93">
                <c:v>1.283387195849231</c:v>
              </c:pt>
              <c:pt idx="94">
                <c:v>1.283387195849231</c:v>
              </c:pt>
              <c:pt idx="95">
                <c:v>1.283387195849231</c:v>
              </c:pt>
              <c:pt idx="96">
                <c:v>1.283387195849231</c:v>
              </c:pt>
              <c:pt idx="97">
                <c:v>1.283387195849231</c:v>
              </c:pt>
              <c:pt idx="98">
                <c:v>1.283387195849231</c:v>
              </c:pt>
              <c:pt idx="99">
                <c:v>1.283387195849231</c:v>
              </c:pt>
              <c:pt idx="100">
                <c:v>1.283387195849231</c:v>
              </c:pt>
              <c:pt idx="101">
                <c:v>1.283387195849231</c:v>
              </c:pt>
              <c:pt idx="102">
                <c:v>1.283387195849231</c:v>
              </c:pt>
              <c:pt idx="103">
                <c:v>1.283387195849231</c:v>
              </c:pt>
              <c:pt idx="104">
                <c:v>1.283387195849231</c:v>
              </c:pt>
              <c:pt idx="105">
                <c:v>1.283387195849231</c:v>
              </c:pt>
              <c:pt idx="106">
                <c:v>1.283387195849231</c:v>
              </c:pt>
              <c:pt idx="107">
                <c:v>1.283387195849231</c:v>
              </c:pt>
              <c:pt idx="108">
                <c:v>1.283387195849231</c:v>
              </c:pt>
              <c:pt idx="109">
                <c:v>1.283387195849231</c:v>
              </c:pt>
              <c:pt idx="110">
                <c:v>1.283387195849231</c:v>
              </c:pt>
              <c:pt idx="111">
                <c:v>1.283387195849231</c:v>
              </c:pt>
              <c:pt idx="112">
                <c:v>1.283387195849231</c:v>
              </c:pt>
              <c:pt idx="113">
                <c:v>1.283387195849231</c:v>
              </c:pt>
              <c:pt idx="114">
                <c:v>1.283387195849231</c:v>
              </c:pt>
              <c:pt idx="115">
                <c:v>1.283387195849231</c:v>
              </c:pt>
              <c:pt idx="116">
                <c:v>1.283387195849231</c:v>
              </c:pt>
              <c:pt idx="117">
                <c:v>1.283387195849231</c:v>
              </c:pt>
              <c:pt idx="118">
                <c:v>1.283387195849231</c:v>
              </c:pt>
              <c:pt idx="119">
                <c:v>1.283387195849231</c:v>
              </c:pt>
              <c:pt idx="120">
                <c:v>1.283387195849231</c:v>
              </c:pt>
              <c:pt idx="121">
                <c:v>1.283387195849231</c:v>
              </c:pt>
              <c:pt idx="122">
                <c:v>1.283387195849231</c:v>
              </c:pt>
              <c:pt idx="123">
                <c:v>1.283387195849231</c:v>
              </c:pt>
              <c:pt idx="124">
                <c:v>1.283387195849231</c:v>
              </c:pt>
              <c:pt idx="125">
                <c:v>1.283387195849231</c:v>
              </c:pt>
              <c:pt idx="126">
                <c:v>1.283387195849231</c:v>
              </c:pt>
              <c:pt idx="127">
                <c:v>1.283387195849231</c:v>
              </c:pt>
              <c:pt idx="128">
                <c:v>1.283387195849231</c:v>
              </c:pt>
              <c:pt idx="129">
                <c:v>1.283387195849231</c:v>
              </c:pt>
              <c:pt idx="130">
                <c:v>1.283387195849231</c:v>
              </c:pt>
              <c:pt idx="131">
                <c:v>1.283387195849231</c:v>
              </c:pt>
              <c:pt idx="132">
                <c:v>1.283387195849231</c:v>
              </c:pt>
              <c:pt idx="133">
                <c:v>1.283387195849231</c:v>
              </c:pt>
              <c:pt idx="134">
                <c:v>1.283387195849231</c:v>
              </c:pt>
              <c:pt idx="135">
                <c:v>1.283387195849231</c:v>
              </c:pt>
              <c:pt idx="136">
                <c:v>1.283387195849231</c:v>
              </c:pt>
              <c:pt idx="137">
                <c:v>1.283387195849231</c:v>
              </c:pt>
              <c:pt idx="138">
                <c:v>1.283387195849231</c:v>
              </c:pt>
              <c:pt idx="139">
                <c:v>1.283387195849231</c:v>
              </c:pt>
              <c:pt idx="140">
                <c:v>1.283387195849231</c:v>
              </c:pt>
              <c:pt idx="141">
                <c:v>1.283387195849231</c:v>
              </c:pt>
              <c:pt idx="142">
                <c:v>1.283387195849231</c:v>
              </c:pt>
              <c:pt idx="143">
                <c:v>1.283387195849231</c:v>
              </c:pt>
              <c:pt idx="144">
                <c:v>1.283387195849231</c:v>
              </c:pt>
              <c:pt idx="145">
                <c:v>1.283387195849231</c:v>
              </c:pt>
              <c:pt idx="146">
                <c:v>1.283387195849231</c:v>
              </c:pt>
              <c:pt idx="147">
                <c:v>1.283387195849231</c:v>
              </c:pt>
              <c:pt idx="148">
                <c:v>1.283387195849231</c:v>
              </c:pt>
              <c:pt idx="149">
                <c:v>1.283387195849231</c:v>
              </c:pt>
              <c:pt idx="150">
                <c:v>1.283387195849231</c:v>
              </c:pt>
              <c:pt idx="151">
                <c:v>1.283387195849231</c:v>
              </c:pt>
              <c:pt idx="152">
                <c:v>1.283387195849231</c:v>
              </c:pt>
              <c:pt idx="153">
                <c:v>1.283387195849231</c:v>
              </c:pt>
              <c:pt idx="154">
                <c:v>1.283387195849231</c:v>
              </c:pt>
              <c:pt idx="155">
                <c:v>1.283387195849231</c:v>
              </c:pt>
              <c:pt idx="156">
                <c:v>1.283387195849231</c:v>
              </c:pt>
              <c:pt idx="157">
                <c:v>1.283387195849231</c:v>
              </c:pt>
              <c:pt idx="158">
                <c:v>1.283387195849231</c:v>
              </c:pt>
              <c:pt idx="159">
                <c:v>1.283387195849231</c:v>
              </c:pt>
              <c:pt idx="160">
                <c:v>1.283387195849231</c:v>
              </c:pt>
              <c:pt idx="161">
                <c:v>1.283387195849231</c:v>
              </c:pt>
              <c:pt idx="162">
                <c:v>1.283387195849231</c:v>
              </c:pt>
              <c:pt idx="163">
                <c:v>1.283387195849231</c:v>
              </c:pt>
              <c:pt idx="164">
                <c:v>1.283387195849231</c:v>
              </c:pt>
              <c:pt idx="165">
                <c:v>1.283387195849231</c:v>
              </c:pt>
              <c:pt idx="166">
                <c:v>1.283387195849231</c:v>
              </c:pt>
              <c:pt idx="167">
                <c:v>1.283387195849231</c:v>
              </c:pt>
              <c:pt idx="168">
                <c:v>1.283387195849231</c:v>
              </c:pt>
              <c:pt idx="169">
                <c:v>1.283387195849231</c:v>
              </c:pt>
              <c:pt idx="170">
                <c:v>1.283387195849231</c:v>
              </c:pt>
              <c:pt idx="171">
                <c:v>1.283387195849231</c:v>
              </c:pt>
              <c:pt idx="172">
                <c:v>1.283387195849231</c:v>
              </c:pt>
              <c:pt idx="173">
                <c:v>1.283387195849231</c:v>
              </c:pt>
              <c:pt idx="174">
                <c:v>1.283387195849231</c:v>
              </c:pt>
              <c:pt idx="175">
                <c:v>1.283387195849231</c:v>
              </c:pt>
              <c:pt idx="176">
                <c:v>1.283387195849231</c:v>
              </c:pt>
              <c:pt idx="177">
                <c:v>1.283387195849231</c:v>
              </c:pt>
              <c:pt idx="178">
                <c:v>1.283387195849231</c:v>
              </c:pt>
              <c:pt idx="179">
                <c:v>1.283387195849231</c:v>
              </c:pt>
              <c:pt idx="180">
                <c:v>1.283387195849231</c:v>
              </c:pt>
              <c:pt idx="181">
                <c:v>1.283387195849231</c:v>
              </c:pt>
              <c:pt idx="182">
                <c:v>1.283387195849231</c:v>
              </c:pt>
              <c:pt idx="183">
                <c:v>1.283387195849231</c:v>
              </c:pt>
              <c:pt idx="184">
                <c:v>1.283387195849231</c:v>
              </c:pt>
              <c:pt idx="185">
                <c:v>1.283387195849231</c:v>
              </c:pt>
              <c:pt idx="186">
                <c:v>1.283387195849231</c:v>
              </c:pt>
              <c:pt idx="187">
                <c:v>1.283387195849231</c:v>
              </c:pt>
              <c:pt idx="188">
                <c:v>1.283387195849231</c:v>
              </c:pt>
              <c:pt idx="189">
                <c:v>1.283387195849231</c:v>
              </c:pt>
              <c:pt idx="190">
                <c:v>1.283387195849231</c:v>
              </c:pt>
              <c:pt idx="191">
                <c:v>1.283387195849231</c:v>
              </c:pt>
              <c:pt idx="192">
                <c:v>1.283387195849231</c:v>
              </c:pt>
              <c:pt idx="193">
                <c:v>1.283387195849231</c:v>
              </c:pt>
              <c:pt idx="194">
                <c:v>1.283387195849231</c:v>
              </c:pt>
              <c:pt idx="195">
                <c:v>1.283387195849231</c:v>
              </c:pt>
              <c:pt idx="196">
                <c:v>1.283387195849231</c:v>
              </c:pt>
              <c:pt idx="197">
                <c:v>1.283387195849231</c:v>
              </c:pt>
              <c:pt idx="198">
                <c:v>1.283387195849231</c:v>
              </c:pt>
              <c:pt idx="199">
                <c:v>1.283387195849231</c:v>
              </c:pt>
              <c:pt idx="200">
                <c:v>1.283387195849231</c:v>
              </c:pt>
              <c:pt idx="201">
                <c:v>1.283387195849231</c:v>
              </c:pt>
              <c:pt idx="202">
                <c:v>1.283387195849231</c:v>
              </c:pt>
              <c:pt idx="203">
                <c:v>1.283387195849231</c:v>
              </c:pt>
              <c:pt idx="204">
                <c:v>1.283387195849231</c:v>
              </c:pt>
              <c:pt idx="205">
                <c:v>1.283387195849231</c:v>
              </c:pt>
              <c:pt idx="206">
                <c:v>1.283387195849231</c:v>
              </c:pt>
              <c:pt idx="207">
                <c:v>1.283387195849231</c:v>
              </c:pt>
              <c:pt idx="208">
                <c:v>1.283387195849231</c:v>
              </c:pt>
              <c:pt idx="209">
                <c:v>1.283387195849231</c:v>
              </c:pt>
              <c:pt idx="210">
                <c:v>1.283387195849231</c:v>
              </c:pt>
              <c:pt idx="211">
                <c:v>1.283387195849231</c:v>
              </c:pt>
              <c:pt idx="212">
                <c:v>1.283387195849231</c:v>
              </c:pt>
              <c:pt idx="213">
                <c:v>1.283387195849231</c:v>
              </c:pt>
              <c:pt idx="214">
                <c:v>1.283387195849231</c:v>
              </c:pt>
              <c:pt idx="215">
                <c:v>1.283387195849231</c:v>
              </c:pt>
              <c:pt idx="216">
                <c:v>1.283387195849231</c:v>
              </c:pt>
              <c:pt idx="217">
                <c:v>1.283387195849231</c:v>
              </c:pt>
              <c:pt idx="218">
                <c:v>1.283387195849231</c:v>
              </c:pt>
              <c:pt idx="219">
                <c:v>1.283387195849231</c:v>
              </c:pt>
              <c:pt idx="220">
                <c:v>1.283387195849231</c:v>
              </c:pt>
              <c:pt idx="221">
                <c:v>1.283387195849231</c:v>
              </c:pt>
              <c:pt idx="222">
                <c:v>1.283387195849231</c:v>
              </c:pt>
              <c:pt idx="223">
                <c:v>1.283387195849231</c:v>
              </c:pt>
              <c:pt idx="224">
                <c:v>1.283387195849231</c:v>
              </c:pt>
              <c:pt idx="225">
                <c:v>1.283387195849231</c:v>
              </c:pt>
              <c:pt idx="226">
                <c:v>1.283387195849231</c:v>
              </c:pt>
              <c:pt idx="227">
                <c:v>1.283387195849231</c:v>
              </c:pt>
              <c:pt idx="228">
                <c:v>1.283387195849231</c:v>
              </c:pt>
              <c:pt idx="229">
                <c:v>1.283387195849231</c:v>
              </c:pt>
              <c:pt idx="230">
                <c:v>1.283387195849231</c:v>
              </c:pt>
              <c:pt idx="231">
                <c:v>1.283387195849231</c:v>
              </c:pt>
              <c:pt idx="232">
                <c:v>1.283387195849231</c:v>
              </c:pt>
              <c:pt idx="233">
                <c:v>1.283387195849231</c:v>
              </c:pt>
              <c:pt idx="234">
                <c:v>1.283387195849231</c:v>
              </c:pt>
              <c:pt idx="235">
                <c:v>1.283387195849231</c:v>
              </c:pt>
              <c:pt idx="236">
                <c:v>1.283387195849231</c:v>
              </c:pt>
              <c:pt idx="237">
                <c:v>1.283387195849231</c:v>
              </c:pt>
              <c:pt idx="238">
                <c:v>1.283387195849231</c:v>
              </c:pt>
              <c:pt idx="239">
                <c:v>1.283387195849231</c:v>
              </c:pt>
              <c:pt idx="240">
                <c:v>1.283387195849231</c:v>
              </c:pt>
              <c:pt idx="241">
                <c:v>1.283387195849231</c:v>
              </c:pt>
              <c:pt idx="242">
                <c:v>1.283387195849231</c:v>
              </c:pt>
              <c:pt idx="243">
                <c:v>1.283387195849231</c:v>
              </c:pt>
              <c:pt idx="244">
                <c:v>1.283387195849231</c:v>
              </c:pt>
              <c:pt idx="245">
                <c:v>1.283387195849231</c:v>
              </c:pt>
              <c:pt idx="246">
                <c:v>1.283387195849231</c:v>
              </c:pt>
              <c:pt idx="247">
                <c:v>1.283387195849231</c:v>
              </c:pt>
              <c:pt idx="248">
                <c:v>1.283387195849231</c:v>
              </c:pt>
              <c:pt idx="249">
                <c:v>1.283387195849231</c:v>
              </c:pt>
              <c:pt idx="250">
                <c:v>1.283387195849231</c:v>
              </c:pt>
              <c:pt idx="251">
                <c:v>1.283387195849231</c:v>
              </c:pt>
              <c:pt idx="252">
                <c:v>1.283387195849231</c:v>
              </c:pt>
              <c:pt idx="253">
                <c:v>1.283387195849231</c:v>
              </c:pt>
              <c:pt idx="254">
                <c:v>1.283387195849231</c:v>
              </c:pt>
              <c:pt idx="255">
                <c:v>1.283387195849231</c:v>
              </c:pt>
              <c:pt idx="256">
                <c:v>1.283387195849231</c:v>
              </c:pt>
              <c:pt idx="257">
                <c:v>1.283387195849231</c:v>
              </c:pt>
              <c:pt idx="258">
                <c:v>1.283387195849231</c:v>
              </c:pt>
              <c:pt idx="259">
                <c:v>1.283387195849231</c:v>
              </c:pt>
              <c:pt idx="260">
                <c:v>1.283387195849231</c:v>
              </c:pt>
              <c:pt idx="261">
                <c:v>1.283387195849231</c:v>
              </c:pt>
              <c:pt idx="262">
                <c:v>1.283387195849231</c:v>
              </c:pt>
              <c:pt idx="263">
                <c:v>1.283387195849231</c:v>
              </c:pt>
              <c:pt idx="264">
                <c:v>1.283387195849231</c:v>
              </c:pt>
              <c:pt idx="265">
                <c:v>1.283387195849231</c:v>
              </c:pt>
              <c:pt idx="266">
                <c:v>1.283387195849231</c:v>
              </c:pt>
              <c:pt idx="267">
                <c:v>1.283387195849231</c:v>
              </c:pt>
              <c:pt idx="268">
                <c:v>1.283387195849231</c:v>
              </c:pt>
              <c:pt idx="269">
                <c:v>1.283387195849231</c:v>
              </c:pt>
              <c:pt idx="270">
                <c:v>1.283387195849231</c:v>
              </c:pt>
              <c:pt idx="271">
                <c:v>1.283387195849231</c:v>
              </c:pt>
              <c:pt idx="272">
                <c:v>1.283387195849231</c:v>
              </c:pt>
              <c:pt idx="273">
                <c:v>1.283387195849231</c:v>
              </c:pt>
              <c:pt idx="274">
                <c:v>1.283387195849231</c:v>
              </c:pt>
              <c:pt idx="275">
                <c:v>1.283387195849231</c:v>
              </c:pt>
              <c:pt idx="276">
                <c:v>1.283387195849231</c:v>
              </c:pt>
              <c:pt idx="277">
                <c:v>1.283387195849231</c:v>
              </c:pt>
              <c:pt idx="278">
                <c:v>1.283387195849231</c:v>
              </c:pt>
              <c:pt idx="279">
                <c:v>1.283387195849231</c:v>
              </c:pt>
              <c:pt idx="280">
                <c:v>1.283387195849231</c:v>
              </c:pt>
              <c:pt idx="281">
                <c:v>1.283387195849231</c:v>
              </c:pt>
              <c:pt idx="282">
                <c:v>1.283387195849231</c:v>
              </c:pt>
              <c:pt idx="283">
                <c:v>1.283387195849231</c:v>
              </c:pt>
              <c:pt idx="284">
                <c:v>1.283387195849231</c:v>
              </c:pt>
              <c:pt idx="285">
                <c:v>1.283387195849231</c:v>
              </c:pt>
              <c:pt idx="286">
                <c:v>1.283387195849231</c:v>
              </c:pt>
              <c:pt idx="287">
                <c:v>1.283387195849231</c:v>
              </c:pt>
              <c:pt idx="288">
                <c:v>1.283387195849231</c:v>
              </c:pt>
              <c:pt idx="289">
                <c:v>1.283387195849231</c:v>
              </c:pt>
              <c:pt idx="290">
                <c:v>1.283387195849231</c:v>
              </c:pt>
              <c:pt idx="291">
                <c:v>1.283387195849231</c:v>
              </c:pt>
              <c:pt idx="292">
                <c:v>1.283387195849231</c:v>
              </c:pt>
              <c:pt idx="293">
                <c:v>1.283387195849231</c:v>
              </c:pt>
              <c:pt idx="294">
                <c:v>1.283387195849231</c:v>
              </c:pt>
              <c:pt idx="295">
                <c:v>1.283387195849231</c:v>
              </c:pt>
              <c:pt idx="296">
                <c:v>1.283387195849231</c:v>
              </c:pt>
              <c:pt idx="297">
                <c:v>1.283387195849231</c:v>
              </c:pt>
              <c:pt idx="298">
                <c:v>1.283387195849231</c:v>
              </c:pt>
              <c:pt idx="299">
                <c:v>1.283387195849231</c:v>
              </c:pt>
              <c:pt idx="300">
                <c:v>1.283387195849231</c:v>
              </c:pt>
              <c:pt idx="301">
                <c:v>1.283387195849231</c:v>
              </c:pt>
              <c:pt idx="302">
                <c:v>1.283387195849231</c:v>
              </c:pt>
              <c:pt idx="303">
                <c:v>1.283387195849231</c:v>
              </c:pt>
              <c:pt idx="304">
                <c:v>1.283387195849231</c:v>
              </c:pt>
              <c:pt idx="305">
                <c:v>1.283387195849231</c:v>
              </c:pt>
              <c:pt idx="306">
                <c:v>1.283387195849231</c:v>
              </c:pt>
              <c:pt idx="307">
                <c:v>1.283387195849231</c:v>
              </c:pt>
              <c:pt idx="308">
                <c:v>1.283387195849231</c:v>
              </c:pt>
              <c:pt idx="309">
                <c:v>1.283387195849231</c:v>
              </c:pt>
              <c:pt idx="310">
                <c:v>1.283387195849231</c:v>
              </c:pt>
              <c:pt idx="311">
                <c:v>1.283387195849231</c:v>
              </c:pt>
              <c:pt idx="312">
                <c:v>1.283387195849231</c:v>
              </c:pt>
              <c:pt idx="313">
                <c:v>1.283387195849231</c:v>
              </c:pt>
              <c:pt idx="314">
                <c:v>1.283387195849231</c:v>
              </c:pt>
              <c:pt idx="315">
                <c:v>1.283387195849231</c:v>
              </c:pt>
              <c:pt idx="316">
                <c:v>1.283387195849231</c:v>
              </c:pt>
              <c:pt idx="317">
                <c:v>1.283387195849231</c:v>
              </c:pt>
              <c:pt idx="318">
                <c:v>1.283387195849231</c:v>
              </c:pt>
              <c:pt idx="319">
                <c:v>1.283387195849231</c:v>
              </c:pt>
              <c:pt idx="320">
                <c:v>1.283387195849231</c:v>
              </c:pt>
              <c:pt idx="321">
                <c:v>1.283387195849231</c:v>
              </c:pt>
              <c:pt idx="322">
                <c:v>1.283387195849231</c:v>
              </c:pt>
              <c:pt idx="323">
                <c:v>1.283387195849231</c:v>
              </c:pt>
              <c:pt idx="324">
                <c:v>1.283387195849231</c:v>
              </c:pt>
              <c:pt idx="325">
                <c:v>1.283387195849231</c:v>
              </c:pt>
              <c:pt idx="326">
                <c:v>1.283387195849231</c:v>
              </c:pt>
              <c:pt idx="327">
                <c:v>1.283387195849231</c:v>
              </c:pt>
              <c:pt idx="328">
                <c:v>1.283387195849231</c:v>
              </c:pt>
              <c:pt idx="329">
                <c:v>1.283387195849231</c:v>
              </c:pt>
              <c:pt idx="330">
                <c:v>1.283387195849231</c:v>
              </c:pt>
              <c:pt idx="331">
                <c:v>1.283387195849231</c:v>
              </c:pt>
              <c:pt idx="332">
                <c:v>1.283387195849231</c:v>
              </c:pt>
              <c:pt idx="333">
                <c:v>1.283387195849231</c:v>
              </c:pt>
              <c:pt idx="334">
                <c:v>1.283387195849231</c:v>
              </c:pt>
              <c:pt idx="335">
                <c:v>1.283387195849231</c:v>
              </c:pt>
              <c:pt idx="336">
                <c:v>1.283387195849231</c:v>
              </c:pt>
              <c:pt idx="337">
                <c:v>1.283387195849231</c:v>
              </c:pt>
              <c:pt idx="338">
                <c:v>1.283387195849231</c:v>
              </c:pt>
              <c:pt idx="339">
                <c:v>1.283387195849231</c:v>
              </c:pt>
              <c:pt idx="340">
                <c:v>1.283387195849231</c:v>
              </c:pt>
              <c:pt idx="341">
                <c:v>1.283387195849231</c:v>
              </c:pt>
              <c:pt idx="342">
                <c:v>1.283387195849231</c:v>
              </c:pt>
              <c:pt idx="343">
                <c:v>1.283387195849231</c:v>
              </c:pt>
              <c:pt idx="344">
                <c:v>1.283387195849231</c:v>
              </c:pt>
              <c:pt idx="345">
                <c:v>1.283387195849231</c:v>
              </c:pt>
              <c:pt idx="346">
                <c:v>1.283387195849231</c:v>
              </c:pt>
              <c:pt idx="347">
                <c:v>1.283387195849231</c:v>
              </c:pt>
              <c:pt idx="348">
                <c:v>1.283387195849231</c:v>
              </c:pt>
              <c:pt idx="349">
                <c:v>1.283387195849231</c:v>
              </c:pt>
              <c:pt idx="350">
                <c:v>1.283387195849231</c:v>
              </c:pt>
              <c:pt idx="351">
                <c:v>1.283387195849231</c:v>
              </c:pt>
              <c:pt idx="352">
                <c:v>1.283387195849231</c:v>
              </c:pt>
              <c:pt idx="353">
                <c:v>1.283387195849231</c:v>
              </c:pt>
              <c:pt idx="354">
                <c:v>1.283387195849231</c:v>
              </c:pt>
              <c:pt idx="355">
                <c:v>1.283387195849231</c:v>
              </c:pt>
              <c:pt idx="356">
                <c:v>1.283387195849231</c:v>
              </c:pt>
              <c:pt idx="357">
                <c:v>1.283387195849231</c:v>
              </c:pt>
              <c:pt idx="358">
                <c:v>1.283387195849231</c:v>
              </c:pt>
              <c:pt idx="359">
                <c:v>1.283387195849231</c:v>
              </c:pt>
              <c:pt idx="360">
                <c:v>1.283387195849231</c:v>
              </c:pt>
              <c:pt idx="361">
                <c:v>1.283387195849231</c:v>
              </c:pt>
              <c:pt idx="362">
                <c:v>1.283387195849231</c:v>
              </c:pt>
              <c:pt idx="363">
                <c:v>1.283387195849231</c:v>
              </c:pt>
              <c:pt idx="364">
                <c:v>1.283387195849231</c:v>
              </c:pt>
              <c:pt idx="365">
                <c:v>1.283387195849231</c:v>
              </c:pt>
              <c:pt idx="366">
                <c:v>1.283387195849231</c:v>
              </c:pt>
              <c:pt idx="367">
                <c:v>1.283387195849231</c:v>
              </c:pt>
              <c:pt idx="368">
                <c:v>1.283387195849231</c:v>
              </c:pt>
              <c:pt idx="369">
                <c:v>1.283387195849231</c:v>
              </c:pt>
              <c:pt idx="370">
                <c:v>1.283387195849231</c:v>
              </c:pt>
              <c:pt idx="371">
                <c:v>1.283387195849231</c:v>
              </c:pt>
              <c:pt idx="372">
                <c:v>1.283387195849231</c:v>
              </c:pt>
              <c:pt idx="373">
                <c:v>1.283387195849231</c:v>
              </c:pt>
              <c:pt idx="374">
                <c:v>1.283387195849231</c:v>
              </c:pt>
              <c:pt idx="375">
                <c:v>1.283387195849231</c:v>
              </c:pt>
              <c:pt idx="376">
                <c:v>1.283387195849231</c:v>
              </c:pt>
              <c:pt idx="377">
                <c:v>1.283387195849231</c:v>
              </c:pt>
              <c:pt idx="378">
                <c:v>1.283387195849231</c:v>
              </c:pt>
              <c:pt idx="379">
                <c:v>1.283387195849231</c:v>
              </c:pt>
              <c:pt idx="380">
                <c:v>1.283387195849231</c:v>
              </c:pt>
              <c:pt idx="381">
                <c:v>1.283387195849231</c:v>
              </c:pt>
              <c:pt idx="382">
                <c:v>1.283387195849231</c:v>
              </c:pt>
              <c:pt idx="383">
                <c:v>1.283387195849231</c:v>
              </c:pt>
              <c:pt idx="384">
                <c:v>1.283387195849231</c:v>
              </c:pt>
              <c:pt idx="385">
                <c:v>1.283387195849231</c:v>
              </c:pt>
              <c:pt idx="386">
                <c:v>1.283387195849231</c:v>
              </c:pt>
              <c:pt idx="387">
                <c:v>1.283387195849231</c:v>
              </c:pt>
              <c:pt idx="388">
                <c:v>1.283387195849231</c:v>
              </c:pt>
              <c:pt idx="389">
                <c:v>1.283387195849231</c:v>
              </c:pt>
              <c:pt idx="390">
                <c:v>1.283387195849231</c:v>
              </c:pt>
              <c:pt idx="391">
                <c:v>1.283387195849231</c:v>
              </c:pt>
              <c:pt idx="392">
                <c:v>1.283387195849231</c:v>
              </c:pt>
              <c:pt idx="393">
                <c:v>1.283387195849231</c:v>
              </c:pt>
              <c:pt idx="394">
                <c:v>1.283387195849231</c:v>
              </c:pt>
              <c:pt idx="395">
                <c:v>1.283387195849231</c:v>
              </c:pt>
              <c:pt idx="396">
                <c:v>1.283387195849231</c:v>
              </c:pt>
              <c:pt idx="397">
                <c:v>1.283387195849231</c:v>
              </c:pt>
              <c:pt idx="398">
                <c:v>1.283387195849231</c:v>
              </c:pt>
              <c:pt idx="399">
                <c:v>1.283387195849231</c:v>
              </c:pt>
              <c:pt idx="400">
                <c:v>1.283387195849231</c:v>
              </c:pt>
              <c:pt idx="401">
                <c:v>1.283387195849231</c:v>
              </c:pt>
              <c:pt idx="402">
                <c:v>1.283387195849231</c:v>
              </c:pt>
              <c:pt idx="403">
                <c:v>1.283387195849231</c:v>
              </c:pt>
              <c:pt idx="404">
                <c:v>1.283387195849231</c:v>
              </c:pt>
              <c:pt idx="405">
                <c:v>1.283387195849231</c:v>
              </c:pt>
              <c:pt idx="406">
                <c:v>1.283387195849231</c:v>
              </c:pt>
              <c:pt idx="407">
                <c:v>1.283387195849231</c:v>
              </c:pt>
              <c:pt idx="408">
                <c:v>1.283387195849231</c:v>
              </c:pt>
              <c:pt idx="409">
                <c:v>1.283387195849231</c:v>
              </c:pt>
              <c:pt idx="410">
                <c:v>1.283387195849231</c:v>
              </c:pt>
              <c:pt idx="411">
                <c:v>1.283387195849231</c:v>
              </c:pt>
            </c:numLit>
          </c:yVal>
          <c:smooth val="0"/>
        </c:ser>
        <c:ser>
          <c:idx val="11"/>
          <c:order val="11"/>
          <c:tx>
            <c:v>Implemented LCA filling</c:v>
          </c:tx>
          <c:spPr>
            <a:noFill xmlns:a="http://schemas.openxmlformats.org/drawingml/2006/main"/>
            <a:ln xmlns:a="http://schemas.openxmlformats.org/drawingml/2006/main" w="0">
              <a:noFill/>
              <a:prstDash val="solid"/>
            </a:ln>
          </c:spPr>
          <c:marker>
            <c:symbol val="circle"/>
            <c:size val="7"/>
            <c:spPr>
              <a:solidFill xmlns:a="http://schemas.openxmlformats.org/drawingml/2006/main">
                <a:srgbClr val="FFFFFF"/>
              </a:solidFill>
            </c:spPr>
          </c:marker>
          <c:xVal>
            <c:numLit>
              <c:formatCode>General</c:formatCode>
              <c:ptCount val="412"/>
              <c:pt idx="0">
                <c:v>2.10322696349775</c:v>
              </c:pt>
              <c:pt idx="1">
                <c:v>2.10322696349775</c:v>
              </c:pt>
              <c:pt idx="2">
                <c:v>2.10322696349775</c:v>
              </c:pt>
              <c:pt idx="3">
                <c:v>2.10322696349775</c:v>
              </c:pt>
              <c:pt idx="4">
                <c:v>2.10322696349775</c:v>
              </c:pt>
              <c:pt idx="5">
                <c:v>2.10322696349775</c:v>
              </c:pt>
              <c:pt idx="6">
                <c:v>2.10322696349775</c:v>
              </c:pt>
              <c:pt idx="7">
                <c:v>2.10322696349775</c:v>
              </c:pt>
              <c:pt idx="8">
                <c:v>2.10322696349775</c:v>
              </c:pt>
              <c:pt idx="9">
                <c:v>2.10322696349775</c:v>
              </c:pt>
              <c:pt idx="10">
                <c:v>2.10322696349775</c:v>
              </c:pt>
              <c:pt idx="11">
                <c:v>2.10322696349775</c:v>
              </c:pt>
              <c:pt idx="12">
                <c:v>2.10322696349775</c:v>
              </c:pt>
              <c:pt idx="13">
                <c:v>2.10322696349775</c:v>
              </c:pt>
              <c:pt idx="14">
                <c:v>2.10322696349775</c:v>
              </c:pt>
              <c:pt idx="15">
                <c:v>2.10322696349775</c:v>
              </c:pt>
              <c:pt idx="16">
                <c:v>2.10322696349775</c:v>
              </c:pt>
              <c:pt idx="17">
                <c:v>2.10322696349775</c:v>
              </c:pt>
              <c:pt idx="18">
                <c:v>2.10322696349775</c:v>
              </c:pt>
              <c:pt idx="19">
                <c:v>2.10322696349775</c:v>
              </c:pt>
              <c:pt idx="20">
                <c:v>2.10322696349775</c:v>
              </c:pt>
              <c:pt idx="21">
                <c:v>2.10322696349775</c:v>
              </c:pt>
              <c:pt idx="22">
                <c:v>2.10322696349775</c:v>
              </c:pt>
              <c:pt idx="23">
                <c:v>2.10322696349775</c:v>
              </c:pt>
              <c:pt idx="24">
                <c:v>2.10322696349775</c:v>
              </c:pt>
              <c:pt idx="25">
                <c:v>2.10322696349775</c:v>
              </c:pt>
              <c:pt idx="26">
                <c:v>2.10322696349775</c:v>
              </c:pt>
              <c:pt idx="27">
                <c:v>2.10322696349775</c:v>
              </c:pt>
              <c:pt idx="28">
                <c:v>2.10322696349775</c:v>
              </c:pt>
              <c:pt idx="29">
                <c:v>2.10322696349775</c:v>
              </c:pt>
              <c:pt idx="30">
                <c:v>2.10322696349775</c:v>
              </c:pt>
              <c:pt idx="31">
                <c:v>2.10322696349775</c:v>
              </c:pt>
              <c:pt idx="32">
                <c:v>2.10322696349775</c:v>
              </c:pt>
              <c:pt idx="33">
                <c:v>2.10322696349775</c:v>
              </c:pt>
              <c:pt idx="34">
                <c:v>2.10322696349775</c:v>
              </c:pt>
              <c:pt idx="35">
                <c:v>2.10322696349775</c:v>
              </c:pt>
              <c:pt idx="36">
                <c:v>2.10322696349775</c:v>
              </c:pt>
              <c:pt idx="37">
                <c:v>2.10322696349775</c:v>
              </c:pt>
              <c:pt idx="38">
                <c:v>2.10322696349775</c:v>
              </c:pt>
              <c:pt idx="39">
                <c:v>2.10322696349775</c:v>
              </c:pt>
              <c:pt idx="40">
                <c:v>2.10322696349775</c:v>
              </c:pt>
              <c:pt idx="41">
                <c:v>2.10322696349775</c:v>
              </c:pt>
              <c:pt idx="42">
                <c:v>2.10322696349775</c:v>
              </c:pt>
              <c:pt idx="43">
                <c:v>2.10322696349775</c:v>
              </c:pt>
              <c:pt idx="44">
                <c:v>2.10322696349775</c:v>
              </c:pt>
              <c:pt idx="45">
                <c:v>2.10322696349775</c:v>
              </c:pt>
              <c:pt idx="46">
                <c:v>2.10322696349775</c:v>
              </c:pt>
              <c:pt idx="47">
                <c:v>2.10322696349775</c:v>
              </c:pt>
              <c:pt idx="48">
                <c:v>2.10322696349775</c:v>
              </c:pt>
              <c:pt idx="49">
                <c:v>2.10322696349775</c:v>
              </c:pt>
              <c:pt idx="50">
                <c:v>2.10322696349775</c:v>
              </c:pt>
              <c:pt idx="51">
                <c:v>2.10322696349775</c:v>
              </c:pt>
              <c:pt idx="52">
                <c:v>2.10322696349775</c:v>
              </c:pt>
              <c:pt idx="53">
                <c:v>2.10322696349775</c:v>
              </c:pt>
              <c:pt idx="54">
                <c:v>2.10322696349775</c:v>
              </c:pt>
              <c:pt idx="55">
                <c:v>2.10322696349775</c:v>
              </c:pt>
              <c:pt idx="56">
                <c:v>2.10322696349775</c:v>
              </c:pt>
              <c:pt idx="57">
                <c:v>2.10322696349775</c:v>
              </c:pt>
              <c:pt idx="58">
                <c:v>2.10322696349775</c:v>
              </c:pt>
              <c:pt idx="59">
                <c:v>2.10322696349775</c:v>
              </c:pt>
              <c:pt idx="60">
                <c:v>2.10322696349775</c:v>
              </c:pt>
              <c:pt idx="61">
                <c:v>2.10322696349775</c:v>
              </c:pt>
              <c:pt idx="62">
                <c:v>2.10322696349775</c:v>
              </c:pt>
              <c:pt idx="63">
                <c:v>2.10322696349775</c:v>
              </c:pt>
              <c:pt idx="64">
                <c:v>2.10322696349775</c:v>
              </c:pt>
              <c:pt idx="65">
                <c:v>2.10322696349775</c:v>
              </c:pt>
              <c:pt idx="66">
                <c:v>2.10322696349775</c:v>
              </c:pt>
              <c:pt idx="67">
                <c:v>2.10322696349775</c:v>
              </c:pt>
              <c:pt idx="68">
                <c:v>2.10322696349775</c:v>
              </c:pt>
              <c:pt idx="69">
                <c:v>2.10322696349775</c:v>
              </c:pt>
              <c:pt idx="70">
                <c:v>2.10322696349775</c:v>
              </c:pt>
              <c:pt idx="71">
                <c:v>2.10322696349775</c:v>
              </c:pt>
              <c:pt idx="72">
                <c:v>2.10322696349775</c:v>
              </c:pt>
              <c:pt idx="73">
                <c:v>2.10322696349775</c:v>
              </c:pt>
              <c:pt idx="74">
                <c:v>2.10322696349775</c:v>
              </c:pt>
              <c:pt idx="75">
                <c:v>2.10322696349775</c:v>
              </c:pt>
              <c:pt idx="76">
                <c:v>2.10322696349775</c:v>
              </c:pt>
              <c:pt idx="77">
                <c:v>2.10322696349775</c:v>
              </c:pt>
              <c:pt idx="78">
                <c:v>2.10322696349775</c:v>
              </c:pt>
              <c:pt idx="79">
                <c:v>2.10322696349775</c:v>
              </c:pt>
              <c:pt idx="80">
                <c:v>2.10322696349775</c:v>
              </c:pt>
              <c:pt idx="81">
                <c:v>2.10322696349775</c:v>
              </c:pt>
              <c:pt idx="82">
                <c:v>2.10322696349775</c:v>
              </c:pt>
              <c:pt idx="83">
                <c:v>2.10322696349775</c:v>
              </c:pt>
              <c:pt idx="84">
                <c:v>2.10322696349775</c:v>
              </c:pt>
              <c:pt idx="85">
                <c:v>2.10322696349775</c:v>
              </c:pt>
              <c:pt idx="86">
                <c:v>2.10322696349775</c:v>
              </c:pt>
              <c:pt idx="87">
                <c:v>2.10322696349775</c:v>
              </c:pt>
              <c:pt idx="88">
                <c:v>2.10322696349775</c:v>
              </c:pt>
              <c:pt idx="89">
                <c:v>2.10322696349775</c:v>
              </c:pt>
              <c:pt idx="90">
                <c:v>2.10322696349775</c:v>
              </c:pt>
              <c:pt idx="91">
                <c:v>2.10322696349775</c:v>
              </c:pt>
              <c:pt idx="92">
                <c:v>2.10322696349775</c:v>
              </c:pt>
              <c:pt idx="93">
                <c:v>2.10322696349775</c:v>
              </c:pt>
              <c:pt idx="94">
                <c:v>2.10322696349775</c:v>
              </c:pt>
              <c:pt idx="95">
                <c:v>2.10322696349775</c:v>
              </c:pt>
              <c:pt idx="96">
                <c:v>2.10322696349775</c:v>
              </c:pt>
              <c:pt idx="97">
                <c:v>2.10322696349775</c:v>
              </c:pt>
              <c:pt idx="98">
                <c:v>2.10322696349775</c:v>
              </c:pt>
              <c:pt idx="99">
                <c:v>2.10322696349775</c:v>
              </c:pt>
              <c:pt idx="100">
                <c:v>2.10322696349775</c:v>
              </c:pt>
              <c:pt idx="101">
                <c:v>2.10322696349775</c:v>
              </c:pt>
              <c:pt idx="102">
                <c:v>2.10322696349775</c:v>
              </c:pt>
              <c:pt idx="103">
                <c:v>2.10322696349775</c:v>
              </c:pt>
              <c:pt idx="104">
                <c:v>2.10322696349775</c:v>
              </c:pt>
              <c:pt idx="105">
                <c:v>2.10322696349775</c:v>
              </c:pt>
              <c:pt idx="106">
                <c:v>2.10322696349775</c:v>
              </c:pt>
              <c:pt idx="107">
                <c:v>2.10322696349775</c:v>
              </c:pt>
              <c:pt idx="108">
                <c:v>2.10322696349775</c:v>
              </c:pt>
              <c:pt idx="109">
                <c:v>2.10322696349775</c:v>
              </c:pt>
              <c:pt idx="110">
                <c:v>2.10322696349775</c:v>
              </c:pt>
              <c:pt idx="111">
                <c:v>2.10322696349775</c:v>
              </c:pt>
              <c:pt idx="112">
                <c:v>2.10322696349775</c:v>
              </c:pt>
              <c:pt idx="113">
                <c:v>2.10322696349775</c:v>
              </c:pt>
              <c:pt idx="114">
                <c:v>2.10322696349775</c:v>
              </c:pt>
              <c:pt idx="115">
                <c:v>2.10322696349775</c:v>
              </c:pt>
              <c:pt idx="116">
                <c:v>2.10322696349775</c:v>
              </c:pt>
              <c:pt idx="117">
                <c:v>2.10322696349775</c:v>
              </c:pt>
              <c:pt idx="118">
                <c:v>2.10322696349775</c:v>
              </c:pt>
              <c:pt idx="119">
                <c:v>2.10322696349775</c:v>
              </c:pt>
              <c:pt idx="120">
                <c:v>2.10322696349775</c:v>
              </c:pt>
              <c:pt idx="121">
                <c:v>2.10322696349775</c:v>
              </c:pt>
              <c:pt idx="122">
                <c:v>2.10322696349775</c:v>
              </c:pt>
              <c:pt idx="123">
                <c:v>2.10322696349775</c:v>
              </c:pt>
              <c:pt idx="124">
                <c:v>2.10322696349775</c:v>
              </c:pt>
              <c:pt idx="125">
                <c:v>2.10322696349775</c:v>
              </c:pt>
              <c:pt idx="126">
                <c:v>2.10322696349775</c:v>
              </c:pt>
              <c:pt idx="127">
                <c:v>2.10322696349775</c:v>
              </c:pt>
              <c:pt idx="128">
                <c:v>2.10322696349775</c:v>
              </c:pt>
              <c:pt idx="129">
                <c:v>2.10322696349775</c:v>
              </c:pt>
              <c:pt idx="130">
                <c:v>2.10322696349775</c:v>
              </c:pt>
              <c:pt idx="131">
                <c:v>2.10322696349775</c:v>
              </c:pt>
              <c:pt idx="132">
                <c:v>2.10322696349775</c:v>
              </c:pt>
              <c:pt idx="133">
                <c:v>2.10322696349775</c:v>
              </c:pt>
              <c:pt idx="134">
                <c:v>2.10322696349775</c:v>
              </c:pt>
              <c:pt idx="135">
                <c:v>2.10322696349775</c:v>
              </c:pt>
              <c:pt idx="136">
                <c:v>2.10322696349775</c:v>
              </c:pt>
              <c:pt idx="137">
                <c:v>2.10322696349775</c:v>
              </c:pt>
              <c:pt idx="138">
                <c:v>2.10322696349775</c:v>
              </c:pt>
              <c:pt idx="139">
                <c:v>2.10322696349775</c:v>
              </c:pt>
              <c:pt idx="140">
                <c:v>2.10322696349775</c:v>
              </c:pt>
              <c:pt idx="141">
                <c:v>2.10322696349775</c:v>
              </c:pt>
              <c:pt idx="142">
                <c:v>2.10322696349775</c:v>
              </c:pt>
              <c:pt idx="143">
                <c:v>2.10322696349775</c:v>
              </c:pt>
              <c:pt idx="144">
                <c:v>2.10322696349775</c:v>
              </c:pt>
              <c:pt idx="145">
                <c:v>2.10322696349775</c:v>
              </c:pt>
              <c:pt idx="146">
                <c:v>2.10322696349775</c:v>
              </c:pt>
              <c:pt idx="147">
                <c:v>2.10322696349775</c:v>
              </c:pt>
              <c:pt idx="148">
                <c:v>2.10322696349775</c:v>
              </c:pt>
              <c:pt idx="149">
                <c:v>2.10322696349775</c:v>
              </c:pt>
              <c:pt idx="150">
                <c:v>2.10322696349775</c:v>
              </c:pt>
              <c:pt idx="151">
                <c:v>2.10322696349775</c:v>
              </c:pt>
              <c:pt idx="152">
                <c:v>2.10322696349775</c:v>
              </c:pt>
              <c:pt idx="153">
                <c:v>2.10322696349775</c:v>
              </c:pt>
              <c:pt idx="154">
                <c:v>2.10322696349775</c:v>
              </c:pt>
              <c:pt idx="155">
                <c:v>2.10322696349775</c:v>
              </c:pt>
              <c:pt idx="156">
                <c:v>2.10322696349775</c:v>
              </c:pt>
              <c:pt idx="157">
                <c:v>2.10322696349775</c:v>
              </c:pt>
              <c:pt idx="158">
                <c:v>2.10322696349775</c:v>
              </c:pt>
              <c:pt idx="159">
                <c:v>2.10322696349775</c:v>
              </c:pt>
              <c:pt idx="160">
                <c:v>2.10322696349775</c:v>
              </c:pt>
              <c:pt idx="161">
                <c:v>2.10322696349775</c:v>
              </c:pt>
              <c:pt idx="162">
                <c:v>2.10322696349775</c:v>
              </c:pt>
              <c:pt idx="163">
                <c:v>2.10322696349775</c:v>
              </c:pt>
              <c:pt idx="164">
                <c:v>2.10322696349775</c:v>
              </c:pt>
              <c:pt idx="165">
                <c:v>2.10322696349775</c:v>
              </c:pt>
              <c:pt idx="166">
                <c:v>2.10322696349775</c:v>
              </c:pt>
              <c:pt idx="167">
                <c:v>2.10322696349775</c:v>
              </c:pt>
              <c:pt idx="168">
                <c:v>2.10322696349775</c:v>
              </c:pt>
              <c:pt idx="169">
                <c:v>2.10322696349775</c:v>
              </c:pt>
              <c:pt idx="170">
                <c:v>2.10322696349775</c:v>
              </c:pt>
              <c:pt idx="171">
                <c:v>2.10322696349775</c:v>
              </c:pt>
              <c:pt idx="172">
                <c:v>2.10322696349775</c:v>
              </c:pt>
              <c:pt idx="173">
                <c:v>2.10322696349775</c:v>
              </c:pt>
              <c:pt idx="174">
                <c:v>2.10322696349775</c:v>
              </c:pt>
              <c:pt idx="175">
                <c:v>2.10322696349775</c:v>
              </c:pt>
              <c:pt idx="176">
                <c:v>2.10322696349775</c:v>
              </c:pt>
              <c:pt idx="177">
                <c:v>2.10322696349775</c:v>
              </c:pt>
              <c:pt idx="178">
                <c:v>2.10322696349775</c:v>
              </c:pt>
              <c:pt idx="179">
                <c:v>2.10322696349775</c:v>
              </c:pt>
              <c:pt idx="180">
                <c:v>2.10322696349775</c:v>
              </c:pt>
              <c:pt idx="181">
                <c:v>2.10322696349775</c:v>
              </c:pt>
              <c:pt idx="182">
                <c:v>2.10322696349775</c:v>
              </c:pt>
              <c:pt idx="183">
                <c:v>2.10322696349775</c:v>
              </c:pt>
              <c:pt idx="184">
                <c:v>2.10322696349775</c:v>
              </c:pt>
              <c:pt idx="185">
                <c:v>2.10322696349775</c:v>
              </c:pt>
              <c:pt idx="186">
                <c:v>2.10322696349775</c:v>
              </c:pt>
              <c:pt idx="187">
                <c:v>2.10322696349775</c:v>
              </c:pt>
              <c:pt idx="188">
                <c:v>2.10322696349775</c:v>
              </c:pt>
              <c:pt idx="189">
                <c:v>2.10322696349775</c:v>
              </c:pt>
              <c:pt idx="190">
                <c:v>2.10322696349775</c:v>
              </c:pt>
              <c:pt idx="191">
                <c:v>2.10322696349775</c:v>
              </c:pt>
              <c:pt idx="192">
                <c:v>2.10322696349775</c:v>
              </c:pt>
              <c:pt idx="193">
                <c:v>2.10322696349775</c:v>
              </c:pt>
              <c:pt idx="194">
                <c:v>2.10322696349775</c:v>
              </c:pt>
              <c:pt idx="195">
                <c:v>2.10322696349775</c:v>
              </c:pt>
              <c:pt idx="196">
                <c:v>2.10322696349775</c:v>
              </c:pt>
              <c:pt idx="197">
                <c:v>2.10322696349775</c:v>
              </c:pt>
              <c:pt idx="198">
                <c:v>2.10322696349775</c:v>
              </c:pt>
              <c:pt idx="199">
                <c:v>2.10322696349775</c:v>
              </c:pt>
              <c:pt idx="200">
                <c:v>2.10322696349775</c:v>
              </c:pt>
              <c:pt idx="201">
                <c:v>2.10322696349775</c:v>
              </c:pt>
              <c:pt idx="202">
                <c:v>2.10322696349775</c:v>
              </c:pt>
              <c:pt idx="203">
                <c:v>2.10322696349775</c:v>
              </c:pt>
              <c:pt idx="204">
                <c:v>2.10322696349775</c:v>
              </c:pt>
              <c:pt idx="205">
                <c:v>2.10322696349775</c:v>
              </c:pt>
              <c:pt idx="206">
                <c:v>2.10322696349775</c:v>
              </c:pt>
              <c:pt idx="207">
                <c:v>2.10322696349775</c:v>
              </c:pt>
              <c:pt idx="208">
                <c:v>2.10322696349775</c:v>
              </c:pt>
              <c:pt idx="209">
                <c:v>2.10322696349775</c:v>
              </c:pt>
              <c:pt idx="210">
                <c:v>2.10322696349775</c:v>
              </c:pt>
              <c:pt idx="211">
                <c:v>2.10322696349775</c:v>
              </c:pt>
              <c:pt idx="212">
                <c:v>2.10322696349775</c:v>
              </c:pt>
              <c:pt idx="213">
                <c:v>2.10322696349775</c:v>
              </c:pt>
              <c:pt idx="214">
                <c:v>2.10322696349775</c:v>
              </c:pt>
              <c:pt idx="215">
                <c:v>2.10322696349775</c:v>
              </c:pt>
              <c:pt idx="216">
                <c:v>2.10322696349775</c:v>
              </c:pt>
              <c:pt idx="217">
                <c:v>2.10322696349775</c:v>
              </c:pt>
              <c:pt idx="218">
                <c:v>2.10322696349775</c:v>
              </c:pt>
              <c:pt idx="219">
                <c:v>2.10322696349775</c:v>
              </c:pt>
              <c:pt idx="220">
                <c:v>2.10322696349775</c:v>
              </c:pt>
              <c:pt idx="221">
                <c:v>2.10322696349775</c:v>
              </c:pt>
              <c:pt idx="222">
                <c:v>2.10322696349775</c:v>
              </c:pt>
              <c:pt idx="223">
                <c:v>2.10322696349775</c:v>
              </c:pt>
              <c:pt idx="224">
                <c:v>2.10322696349775</c:v>
              </c:pt>
              <c:pt idx="225">
                <c:v>2.10322696349775</c:v>
              </c:pt>
              <c:pt idx="226">
                <c:v>2.10322696349775</c:v>
              </c:pt>
              <c:pt idx="227">
                <c:v>2.10322696349775</c:v>
              </c:pt>
              <c:pt idx="228">
                <c:v>2.10322696349775</c:v>
              </c:pt>
              <c:pt idx="229">
                <c:v>2.10322696349775</c:v>
              </c:pt>
              <c:pt idx="230">
                <c:v>2.10322696349775</c:v>
              </c:pt>
              <c:pt idx="231">
                <c:v>2.10322696349775</c:v>
              </c:pt>
              <c:pt idx="232">
                <c:v>2.10322696349775</c:v>
              </c:pt>
              <c:pt idx="233">
                <c:v>2.10322696349775</c:v>
              </c:pt>
              <c:pt idx="234">
                <c:v>2.10322696349775</c:v>
              </c:pt>
              <c:pt idx="235">
                <c:v>2.10322696349775</c:v>
              </c:pt>
              <c:pt idx="236">
                <c:v>2.10322696349775</c:v>
              </c:pt>
              <c:pt idx="237">
                <c:v>2.10322696349775</c:v>
              </c:pt>
              <c:pt idx="238">
                <c:v>2.10322696349775</c:v>
              </c:pt>
              <c:pt idx="239">
                <c:v>2.10322696349775</c:v>
              </c:pt>
              <c:pt idx="240">
                <c:v>2.10322696349775</c:v>
              </c:pt>
              <c:pt idx="241">
                <c:v>2.10322696349775</c:v>
              </c:pt>
              <c:pt idx="242">
                <c:v>2.10322696349775</c:v>
              </c:pt>
              <c:pt idx="243">
                <c:v>2.10322696349775</c:v>
              </c:pt>
              <c:pt idx="244">
                <c:v>2.10322696349775</c:v>
              </c:pt>
              <c:pt idx="245">
                <c:v>2.10322696349775</c:v>
              </c:pt>
              <c:pt idx="246">
                <c:v>2.10322696349775</c:v>
              </c:pt>
              <c:pt idx="247">
                <c:v>2.10322696349775</c:v>
              </c:pt>
              <c:pt idx="248">
                <c:v>2.10322696349775</c:v>
              </c:pt>
              <c:pt idx="249">
                <c:v>2.10322696349775</c:v>
              </c:pt>
              <c:pt idx="250">
                <c:v>2.10322696349775</c:v>
              </c:pt>
              <c:pt idx="251">
                <c:v>2.10322696349775</c:v>
              </c:pt>
              <c:pt idx="252">
                <c:v>2.10322696349775</c:v>
              </c:pt>
              <c:pt idx="253">
                <c:v>2.10322696349775</c:v>
              </c:pt>
              <c:pt idx="254">
                <c:v>2.10322696349775</c:v>
              </c:pt>
              <c:pt idx="255">
                <c:v>2.10322696349775</c:v>
              </c:pt>
              <c:pt idx="256">
                <c:v>2.10322696349775</c:v>
              </c:pt>
              <c:pt idx="257">
                <c:v>2.10322696349775</c:v>
              </c:pt>
              <c:pt idx="258">
                <c:v>2.10322696349775</c:v>
              </c:pt>
              <c:pt idx="259">
                <c:v>2.10322696349775</c:v>
              </c:pt>
              <c:pt idx="260">
                <c:v>2.10322696349775</c:v>
              </c:pt>
              <c:pt idx="261">
                <c:v>2.10322696349775</c:v>
              </c:pt>
              <c:pt idx="262">
                <c:v>2.10322696349775</c:v>
              </c:pt>
              <c:pt idx="263">
                <c:v>2.10322696349775</c:v>
              </c:pt>
              <c:pt idx="264">
                <c:v>2.10322696349775</c:v>
              </c:pt>
              <c:pt idx="265">
                <c:v>2.10322696349775</c:v>
              </c:pt>
              <c:pt idx="266">
                <c:v>2.10322696349775</c:v>
              </c:pt>
              <c:pt idx="267">
                <c:v>2.10322696349775</c:v>
              </c:pt>
              <c:pt idx="268">
                <c:v>2.10322696349775</c:v>
              </c:pt>
              <c:pt idx="269">
                <c:v>2.10322696349775</c:v>
              </c:pt>
              <c:pt idx="270">
                <c:v>2.10322696349775</c:v>
              </c:pt>
              <c:pt idx="271">
                <c:v>2.10322696349775</c:v>
              </c:pt>
              <c:pt idx="272">
                <c:v>2.10322696349775</c:v>
              </c:pt>
              <c:pt idx="273">
                <c:v>2.10322696349775</c:v>
              </c:pt>
              <c:pt idx="274">
                <c:v>2.10322696349775</c:v>
              </c:pt>
              <c:pt idx="275">
                <c:v>2.10322696349775</c:v>
              </c:pt>
              <c:pt idx="276">
                <c:v>2.10322696349775</c:v>
              </c:pt>
              <c:pt idx="277">
                <c:v>2.10322696349775</c:v>
              </c:pt>
              <c:pt idx="278">
                <c:v>2.10322696349775</c:v>
              </c:pt>
              <c:pt idx="279">
                <c:v>2.10322696349775</c:v>
              </c:pt>
              <c:pt idx="280">
                <c:v>2.10322696349775</c:v>
              </c:pt>
              <c:pt idx="281">
                <c:v>2.10322696349775</c:v>
              </c:pt>
              <c:pt idx="282">
                <c:v>2.10322696349775</c:v>
              </c:pt>
              <c:pt idx="283">
                <c:v>2.10322696349775</c:v>
              </c:pt>
              <c:pt idx="284">
                <c:v>2.10322696349775</c:v>
              </c:pt>
              <c:pt idx="285">
                <c:v>2.10322696349775</c:v>
              </c:pt>
              <c:pt idx="286">
                <c:v>2.10322696349775</c:v>
              </c:pt>
              <c:pt idx="287">
                <c:v>2.10322696349775</c:v>
              </c:pt>
              <c:pt idx="288">
                <c:v>2.10322696349775</c:v>
              </c:pt>
              <c:pt idx="289">
                <c:v>2.10322696349775</c:v>
              </c:pt>
              <c:pt idx="290">
                <c:v>2.10322696349775</c:v>
              </c:pt>
              <c:pt idx="291">
                <c:v>2.10322696349775</c:v>
              </c:pt>
              <c:pt idx="292">
                <c:v>2.10322696349775</c:v>
              </c:pt>
              <c:pt idx="293">
                <c:v>2.10322696349775</c:v>
              </c:pt>
              <c:pt idx="294">
                <c:v>2.10322696349775</c:v>
              </c:pt>
              <c:pt idx="295">
                <c:v>2.10322696349775</c:v>
              </c:pt>
              <c:pt idx="296">
                <c:v>2.10322696349775</c:v>
              </c:pt>
              <c:pt idx="297">
                <c:v>2.10322696349775</c:v>
              </c:pt>
              <c:pt idx="298">
                <c:v>2.10322696349775</c:v>
              </c:pt>
              <c:pt idx="299">
                <c:v>2.10322696349775</c:v>
              </c:pt>
              <c:pt idx="300">
                <c:v>2.10322696349775</c:v>
              </c:pt>
              <c:pt idx="301">
                <c:v>2.10322696349775</c:v>
              </c:pt>
              <c:pt idx="302">
                <c:v>2.10322696349775</c:v>
              </c:pt>
              <c:pt idx="303">
                <c:v>2.10322696349775</c:v>
              </c:pt>
              <c:pt idx="304">
                <c:v>2.10322696349775</c:v>
              </c:pt>
              <c:pt idx="305">
                <c:v>2.10322696349775</c:v>
              </c:pt>
              <c:pt idx="306">
                <c:v>2.10322696349775</c:v>
              </c:pt>
              <c:pt idx="307">
                <c:v>2.10322696349775</c:v>
              </c:pt>
              <c:pt idx="308">
                <c:v>2.10322696349775</c:v>
              </c:pt>
              <c:pt idx="309">
                <c:v>2.10322696349775</c:v>
              </c:pt>
              <c:pt idx="310">
                <c:v>2.10322696349775</c:v>
              </c:pt>
              <c:pt idx="311">
                <c:v>2.10322696349775</c:v>
              </c:pt>
              <c:pt idx="312">
                <c:v>2.10322696349775</c:v>
              </c:pt>
              <c:pt idx="313">
                <c:v>2.10322696349775</c:v>
              </c:pt>
              <c:pt idx="314">
                <c:v>2.10322696349775</c:v>
              </c:pt>
              <c:pt idx="315">
                <c:v>2.10322696349775</c:v>
              </c:pt>
              <c:pt idx="316">
                <c:v>2.10322696349775</c:v>
              </c:pt>
              <c:pt idx="317">
                <c:v>2.10322696349775</c:v>
              </c:pt>
              <c:pt idx="318">
                <c:v>2.10322696349775</c:v>
              </c:pt>
              <c:pt idx="319">
                <c:v>2.10322696349775</c:v>
              </c:pt>
              <c:pt idx="320">
                <c:v>2.10322696349775</c:v>
              </c:pt>
              <c:pt idx="321">
                <c:v>2.10322696349775</c:v>
              </c:pt>
              <c:pt idx="322">
                <c:v>2.10322696349775</c:v>
              </c:pt>
              <c:pt idx="323">
                <c:v>2.10322696349775</c:v>
              </c:pt>
              <c:pt idx="324">
                <c:v>2.10322696349775</c:v>
              </c:pt>
              <c:pt idx="325">
                <c:v>2.10322696349775</c:v>
              </c:pt>
              <c:pt idx="326">
                <c:v>2.10322696349775</c:v>
              </c:pt>
              <c:pt idx="327">
                <c:v>2.10322696349775</c:v>
              </c:pt>
              <c:pt idx="328">
                <c:v>2.10322696349775</c:v>
              </c:pt>
              <c:pt idx="329">
                <c:v>2.10322696349775</c:v>
              </c:pt>
              <c:pt idx="330">
                <c:v>2.10322696349775</c:v>
              </c:pt>
              <c:pt idx="331">
                <c:v>2.10322696349775</c:v>
              </c:pt>
              <c:pt idx="332">
                <c:v>2.10322696349775</c:v>
              </c:pt>
              <c:pt idx="333">
                <c:v>2.10322696349775</c:v>
              </c:pt>
              <c:pt idx="334">
                <c:v>2.10322696349775</c:v>
              </c:pt>
              <c:pt idx="335">
                <c:v>2.10322696349775</c:v>
              </c:pt>
              <c:pt idx="336">
                <c:v>2.10322696349775</c:v>
              </c:pt>
              <c:pt idx="337">
                <c:v>2.10322696349775</c:v>
              </c:pt>
              <c:pt idx="338">
                <c:v>2.10322696349775</c:v>
              </c:pt>
              <c:pt idx="339">
                <c:v>2.10322696349775</c:v>
              </c:pt>
              <c:pt idx="340">
                <c:v>2.10322696349775</c:v>
              </c:pt>
              <c:pt idx="341">
                <c:v>2.10322696349775</c:v>
              </c:pt>
              <c:pt idx="342">
                <c:v>2.10322696349775</c:v>
              </c:pt>
              <c:pt idx="343">
                <c:v>2.10322696349775</c:v>
              </c:pt>
              <c:pt idx="344">
                <c:v>2.10322696349775</c:v>
              </c:pt>
              <c:pt idx="345">
                <c:v>2.10322696349775</c:v>
              </c:pt>
              <c:pt idx="346">
                <c:v>2.10322696349775</c:v>
              </c:pt>
              <c:pt idx="347">
                <c:v>2.10322696349775</c:v>
              </c:pt>
              <c:pt idx="348">
                <c:v>2.10322696349775</c:v>
              </c:pt>
              <c:pt idx="349">
                <c:v>2.10322696349775</c:v>
              </c:pt>
              <c:pt idx="350">
                <c:v>2.10322696349775</c:v>
              </c:pt>
              <c:pt idx="351">
                <c:v>2.10322696349775</c:v>
              </c:pt>
              <c:pt idx="352">
                <c:v>2.10322696349775</c:v>
              </c:pt>
              <c:pt idx="353">
                <c:v>2.10322696349775</c:v>
              </c:pt>
              <c:pt idx="354">
                <c:v>2.10322696349775</c:v>
              </c:pt>
              <c:pt idx="355">
                <c:v>2.10322696349775</c:v>
              </c:pt>
              <c:pt idx="356">
                <c:v>2.10322696349775</c:v>
              </c:pt>
              <c:pt idx="357">
                <c:v>2.10322696349775</c:v>
              </c:pt>
              <c:pt idx="358">
                <c:v>2.10322696349775</c:v>
              </c:pt>
              <c:pt idx="359">
                <c:v>2.10322696349775</c:v>
              </c:pt>
              <c:pt idx="360">
                <c:v>2.10322696349775</c:v>
              </c:pt>
              <c:pt idx="361">
                <c:v>2.10322696349775</c:v>
              </c:pt>
              <c:pt idx="362">
                <c:v>2.10322696349775</c:v>
              </c:pt>
              <c:pt idx="363">
                <c:v>2.10322696349775</c:v>
              </c:pt>
              <c:pt idx="364">
                <c:v>2.10322696349775</c:v>
              </c:pt>
              <c:pt idx="365">
                <c:v>2.10322696349775</c:v>
              </c:pt>
              <c:pt idx="366">
                <c:v>2.10322696349775</c:v>
              </c:pt>
              <c:pt idx="367">
                <c:v>2.10322696349775</c:v>
              </c:pt>
              <c:pt idx="368">
                <c:v>2.10322696349775</c:v>
              </c:pt>
              <c:pt idx="369">
                <c:v>2.10322696349775</c:v>
              </c:pt>
              <c:pt idx="370">
                <c:v>2.10322696349775</c:v>
              </c:pt>
              <c:pt idx="371">
                <c:v>2.10322696349775</c:v>
              </c:pt>
              <c:pt idx="372">
                <c:v>2.10322696349775</c:v>
              </c:pt>
              <c:pt idx="373">
                <c:v>2.10322696349775</c:v>
              </c:pt>
              <c:pt idx="374">
                <c:v>2.10322696349775</c:v>
              </c:pt>
              <c:pt idx="375">
                <c:v>2.10322696349775</c:v>
              </c:pt>
              <c:pt idx="376">
                <c:v>2.10322696349775</c:v>
              </c:pt>
              <c:pt idx="377">
                <c:v>2.10322696349775</c:v>
              </c:pt>
              <c:pt idx="378">
                <c:v>2.10322696349775</c:v>
              </c:pt>
              <c:pt idx="379">
                <c:v>2.10322696349775</c:v>
              </c:pt>
              <c:pt idx="380">
                <c:v>2.10322696349775</c:v>
              </c:pt>
              <c:pt idx="381">
                <c:v>2.10322696349775</c:v>
              </c:pt>
              <c:pt idx="382">
                <c:v>2.10322696349775</c:v>
              </c:pt>
              <c:pt idx="383">
                <c:v>2.10322696349775</c:v>
              </c:pt>
              <c:pt idx="384">
                <c:v>2.10322696349775</c:v>
              </c:pt>
              <c:pt idx="385">
                <c:v>2.10322696349775</c:v>
              </c:pt>
              <c:pt idx="386">
                <c:v>2.10322696349775</c:v>
              </c:pt>
              <c:pt idx="387">
                <c:v>2.10322696349775</c:v>
              </c:pt>
              <c:pt idx="388">
                <c:v>2.10322696349775</c:v>
              </c:pt>
              <c:pt idx="389">
                <c:v>2.10322696349775</c:v>
              </c:pt>
              <c:pt idx="390">
                <c:v>2.10322696349775</c:v>
              </c:pt>
              <c:pt idx="391">
                <c:v>2.10322696349775</c:v>
              </c:pt>
              <c:pt idx="392">
                <c:v>2.10322696349775</c:v>
              </c:pt>
              <c:pt idx="393">
                <c:v>2.10322696349775</c:v>
              </c:pt>
              <c:pt idx="394">
                <c:v>2.10322696349775</c:v>
              </c:pt>
              <c:pt idx="395">
                <c:v>2.10322696349775</c:v>
              </c:pt>
              <c:pt idx="396">
                <c:v>2.10322696349775</c:v>
              </c:pt>
              <c:pt idx="397">
                <c:v>2.10322696349775</c:v>
              </c:pt>
              <c:pt idx="398">
                <c:v>2.10322696349775</c:v>
              </c:pt>
              <c:pt idx="399">
                <c:v>2.10322696349775</c:v>
              </c:pt>
              <c:pt idx="400">
                <c:v>2.10322696349775</c:v>
              </c:pt>
              <c:pt idx="401">
                <c:v>2.10322696349775</c:v>
              </c:pt>
              <c:pt idx="402">
                <c:v>2.10322696349775</c:v>
              </c:pt>
              <c:pt idx="403">
                <c:v>2.10322696349775</c:v>
              </c:pt>
              <c:pt idx="404">
                <c:v>2.10322696349775</c:v>
              </c:pt>
              <c:pt idx="405">
                <c:v>2.10322696349775</c:v>
              </c:pt>
              <c:pt idx="406">
                <c:v>2.10322696349775</c:v>
              </c:pt>
              <c:pt idx="407">
                <c:v>2.10322696349775</c:v>
              </c:pt>
              <c:pt idx="408">
                <c:v>2.10322696349775</c:v>
              </c:pt>
              <c:pt idx="409">
                <c:v>2.10322696349775</c:v>
              </c:pt>
              <c:pt idx="410">
                <c:v>2.10322696349775</c:v>
              </c:pt>
              <c:pt idx="411">
                <c:v>2.10322696349775</c:v>
              </c:pt>
            </c:numLit>
          </c:xVal>
          <c:yVal>
            <c:numLit>
              <c:formatCode>0.0</c:formatCode>
              <c:ptCount val="412"/>
              <c:pt idx="0">
                <c:v>0.7416488088086174</c:v>
              </c:pt>
              <c:pt idx="1">
                <c:v>0.7416488088086174</c:v>
              </c:pt>
              <c:pt idx="2">
                <c:v>0.7416488088086174</c:v>
              </c:pt>
              <c:pt idx="3">
                <c:v>0.7416488088086174</c:v>
              </c:pt>
              <c:pt idx="4">
                <c:v>0.7416488088086174</c:v>
              </c:pt>
              <c:pt idx="5">
                <c:v>0.7416488088086174</c:v>
              </c:pt>
              <c:pt idx="6">
                <c:v>0.7416488088086174</c:v>
              </c:pt>
              <c:pt idx="7">
                <c:v>0.7416488088086174</c:v>
              </c:pt>
              <c:pt idx="8">
                <c:v>0.7416488088086174</c:v>
              </c:pt>
              <c:pt idx="9">
                <c:v>0.7416488088086174</c:v>
              </c:pt>
              <c:pt idx="10">
                <c:v>0.7416488088086174</c:v>
              </c:pt>
              <c:pt idx="11">
                <c:v>0.7416488088086174</c:v>
              </c:pt>
              <c:pt idx="12">
                <c:v>0.7416488088086174</c:v>
              </c:pt>
              <c:pt idx="13">
                <c:v>0.7416488088086174</c:v>
              </c:pt>
              <c:pt idx="14">
                <c:v>0.7416488088086174</c:v>
              </c:pt>
              <c:pt idx="15">
                <c:v>0.7416488088086174</c:v>
              </c:pt>
              <c:pt idx="16">
                <c:v>0.7416488088086174</c:v>
              </c:pt>
              <c:pt idx="17">
                <c:v>0.7416488088086174</c:v>
              </c:pt>
              <c:pt idx="18">
                <c:v>0.7416488088086174</c:v>
              </c:pt>
              <c:pt idx="19">
                <c:v>0.7416488088086174</c:v>
              </c:pt>
              <c:pt idx="20">
                <c:v>0.7416488088086174</c:v>
              </c:pt>
              <c:pt idx="21">
                <c:v>0.7416488088086174</c:v>
              </c:pt>
              <c:pt idx="22">
                <c:v>0.7416488088086174</c:v>
              </c:pt>
              <c:pt idx="23">
                <c:v>0.7416488088086174</c:v>
              </c:pt>
              <c:pt idx="24">
                <c:v>0.7416488088086174</c:v>
              </c:pt>
              <c:pt idx="25">
                <c:v>0.7416488088086174</c:v>
              </c:pt>
              <c:pt idx="26">
                <c:v>0.7416488088086174</c:v>
              </c:pt>
              <c:pt idx="27">
                <c:v>0.7416488088086174</c:v>
              </c:pt>
              <c:pt idx="28">
                <c:v>0.7416488088086174</c:v>
              </c:pt>
              <c:pt idx="29">
                <c:v>0.7416488088086174</c:v>
              </c:pt>
              <c:pt idx="30">
                <c:v>0.7416488088086174</c:v>
              </c:pt>
              <c:pt idx="31">
                <c:v>0.7416488088086174</c:v>
              </c:pt>
              <c:pt idx="32">
                <c:v>0.7416488088086174</c:v>
              </c:pt>
              <c:pt idx="33">
                <c:v>0.7416488088086174</c:v>
              </c:pt>
              <c:pt idx="34">
                <c:v>0.7416488088086174</c:v>
              </c:pt>
              <c:pt idx="35">
                <c:v>0.7416488088086174</c:v>
              </c:pt>
              <c:pt idx="36">
                <c:v>0.7416488088086174</c:v>
              </c:pt>
              <c:pt idx="37">
                <c:v>0.7416488088086174</c:v>
              </c:pt>
              <c:pt idx="38">
                <c:v>0.7416488088086174</c:v>
              </c:pt>
              <c:pt idx="39">
                <c:v>0.7416488088086174</c:v>
              </c:pt>
              <c:pt idx="40">
                <c:v>0.7416488088086174</c:v>
              </c:pt>
              <c:pt idx="41">
                <c:v>0.7416488088086174</c:v>
              </c:pt>
              <c:pt idx="42">
                <c:v>0.7416488088086174</c:v>
              </c:pt>
              <c:pt idx="43">
                <c:v>0.7416488088086174</c:v>
              </c:pt>
              <c:pt idx="44">
                <c:v>0.7416488088086174</c:v>
              </c:pt>
              <c:pt idx="45">
                <c:v>0.7416488088086174</c:v>
              </c:pt>
              <c:pt idx="46">
                <c:v>0.7416488088086174</c:v>
              </c:pt>
              <c:pt idx="47">
                <c:v>0.7416488088086174</c:v>
              </c:pt>
              <c:pt idx="48">
                <c:v>0.7416488088086174</c:v>
              </c:pt>
              <c:pt idx="49">
                <c:v>0.7416488088086174</c:v>
              </c:pt>
              <c:pt idx="50">
                <c:v>0.7416488088086174</c:v>
              </c:pt>
              <c:pt idx="51">
                <c:v>0.7416488088086174</c:v>
              </c:pt>
              <c:pt idx="52">
                <c:v>0.7416488088086174</c:v>
              </c:pt>
              <c:pt idx="53">
                <c:v>0.7416488088086174</c:v>
              </c:pt>
              <c:pt idx="54">
                <c:v>0.7416488088086174</c:v>
              </c:pt>
              <c:pt idx="55">
                <c:v>0.7416488088086174</c:v>
              </c:pt>
              <c:pt idx="56">
                <c:v>0.7416488088086174</c:v>
              </c:pt>
              <c:pt idx="57">
                <c:v>0.7416488088086174</c:v>
              </c:pt>
              <c:pt idx="58">
                <c:v>0.7416488088086174</c:v>
              </c:pt>
              <c:pt idx="59">
                <c:v>0.7416488088086174</c:v>
              </c:pt>
              <c:pt idx="60">
                <c:v>0.7416488088086174</c:v>
              </c:pt>
              <c:pt idx="61">
                <c:v>0.7416488088086174</c:v>
              </c:pt>
              <c:pt idx="62">
                <c:v>0.7416488088086174</c:v>
              </c:pt>
              <c:pt idx="63">
                <c:v>0.7416488088086174</c:v>
              </c:pt>
              <c:pt idx="64">
                <c:v>0.7416488088086174</c:v>
              </c:pt>
              <c:pt idx="65">
                <c:v>0.7416488088086174</c:v>
              </c:pt>
              <c:pt idx="66">
                <c:v>0.7416488088086174</c:v>
              </c:pt>
              <c:pt idx="67">
                <c:v>0.7416488088086174</c:v>
              </c:pt>
              <c:pt idx="68">
                <c:v>0.7416488088086174</c:v>
              </c:pt>
              <c:pt idx="69">
                <c:v>0.7416488088086174</c:v>
              </c:pt>
              <c:pt idx="70">
                <c:v>0.7416488088086174</c:v>
              </c:pt>
              <c:pt idx="71">
                <c:v>0.7416488088086174</c:v>
              </c:pt>
              <c:pt idx="72">
                <c:v>0.7416488088086174</c:v>
              </c:pt>
              <c:pt idx="73">
                <c:v>0.7416488088086174</c:v>
              </c:pt>
              <c:pt idx="74">
                <c:v>0.7416488088086174</c:v>
              </c:pt>
              <c:pt idx="75">
                <c:v>0.7416488088086174</c:v>
              </c:pt>
              <c:pt idx="76">
                <c:v>0.7416488088086174</c:v>
              </c:pt>
              <c:pt idx="77">
                <c:v>0.7416488088086174</c:v>
              </c:pt>
              <c:pt idx="78">
                <c:v>0.7416488088086174</c:v>
              </c:pt>
              <c:pt idx="79">
                <c:v>0.7416488088086174</c:v>
              </c:pt>
              <c:pt idx="80">
                <c:v>0.7416488088086174</c:v>
              </c:pt>
              <c:pt idx="81">
                <c:v>0.7416488088086174</c:v>
              </c:pt>
              <c:pt idx="82">
                <c:v>0.7416488088086174</c:v>
              </c:pt>
              <c:pt idx="83">
                <c:v>0.7416488088086174</c:v>
              </c:pt>
              <c:pt idx="84">
                <c:v>0.7416488088086174</c:v>
              </c:pt>
              <c:pt idx="85">
                <c:v>0.7416488088086174</c:v>
              </c:pt>
              <c:pt idx="86">
                <c:v>0.7416488088086174</c:v>
              </c:pt>
              <c:pt idx="87">
                <c:v>0.7416488088086174</c:v>
              </c:pt>
              <c:pt idx="88">
                <c:v>0.7416488088086174</c:v>
              </c:pt>
              <c:pt idx="89">
                <c:v>0.7416488088086174</c:v>
              </c:pt>
              <c:pt idx="90">
                <c:v>0.7416488088086174</c:v>
              </c:pt>
              <c:pt idx="91">
                <c:v>0.7416488088086174</c:v>
              </c:pt>
              <c:pt idx="92">
                <c:v>0.7416488088086174</c:v>
              </c:pt>
              <c:pt idx="93">
                <c:v>0.7416488088086174</c:v>
              </c:pt>
              <c:pt idx="94">
                <c:v>0.7416488088086174</c:v>
              </c:pt>
              <c:pt idx="95">
                <c:v>0.7416488088086174</c:v>
              </c:pt>
              <c:pt idx="96">
                <c:v>0.7416488088086174</c:v>
              </c:pt>
              <c:pt idx="97">
                <c:v>0.7416488088086174</c:v>
              </c:pt>
              <c:pt idx="98">
                <c:v>0.7416488088086174</c:v>
              </c:pt>
              <c:pt idx="99">
                <c:v>0.7416488088086174</c:v>
              </c:pt>
              <c:pt idx="100">
                <c:v>0.7416488088086174</c:v>
              </c:pt>
              <c:pt idx="101">
                <c:v>0.7416488088086174</c:v>
              </c:pt>
              <c:pt idx="102">
                <c:v>0.7416488088086174</c:v>
              </c:pt>
              <c:pt idx="103">
                <c:v>0.7416488088086174</c:v>
              </c:pt>
              <c:pt idx="104">
                <c:v>0.7416488088086174</c:v>
              </c:pt>
              <c:pt idx="105">
                <c:v>0.7416488088086174</c:v>
              </c:pt>
              <c:pt idx="106">
                <c:v>0.7416488088086174</c:v>
              </c:pt>
              <c:pt idx="107">
                <c:v>0.7416488088086174</c:v>
              </c:pt>
              <c:pt idx="108">
                <c:v>0.7416488088086174</c:v>
              </c:pt>
              <c:pt idx="109">
                <c:v>0.7416488088086174</c:v>
              </c:pt>
              <c:pt idx="110">
                <c:v>0.7416488088086174</c:v>
              </c:pt>
              <c:pt idx="111">
                <c:v>0.7416488088086174</c:v>
              </c:pt>
              <c:pt idx="112">
                <c:v>0.7416488088086174</c:v>
              </c:pt>
              <c:pt idx="113">
                <c:v>0.7416488088086174</c:v>
              </c:pt>
              <c:pt idx="114">
                <c:v>0.7416488088086174</c:v>
              </c:pt>
              <c:pt idx="115">
                <c:v>0.7416488088086174</c:v>
              </c:pt>
              <c:pt idx="116">
                <c:v>0.7416488088086174</c:v>
              </c:pt>
              <c:pt idx="117">
                <c:v>0.7416488088086174</c:v>
              </c:pt>
              <c:pt idx="118">
                <c:v>0.7416488088086174</c:v>
              </c:pt>
              <c:pt idx="119">
                <c:v>0.7416488088086174</c:v>
              </c:pt>
              <c:pt idx="120">
                <c:v>0.7416488088086174</c:v>
              </c:pt>
              <c:pt idx="121">
                <c:v>0.7416488088086174</c:v>
              </c:pt>
              <c:pt idx="122">
                <c:v>0.7416488088086174</c:v>
              </c:pt>
              <c:pt idx="123">
                <c:v>0.7416488088086174</c:v>
              </c:pt>
              <c:pt idx="124">
                <c:v>0.7416488088086174</c:v>
              </c:pt>
              <c:pt idx="125">
                <c:v>0.7416488088086174</c:v>
              </c:pt>
              <c:pt idx="126">
                <c:v>0.7416488088086174</c:v>
              </c:pt>
              <c:pt idx="127">
                <c:v>0.7416488088086174</c:v>
              </c:pt>
              <c:pt idx="128">
                <c:v>0.7416488088086174</c:v>
              </c:pt>
              <c:pt idx="129">
                <c:v>0.7416488088086174</c:v>
              </c:pt>
              <c:pt idx="130">
                <c:v>0.7416488088086174</c:v>
              </c:pt>
              <c:pt idx="131">
                <c:v>0.7416488088086174</c:v>
              </c:pt>
              <c:pt idx="132">
                <c:v>0.7416488088086174</c:v>
              </c:pt>
              <c:pt idx="133">
                <c:v>0.7416488088086174</c:v>
              </c:pt>
              <c:pt idx="134">
                <c:v>0.7416488088086174</c:v>
              </c:pt>
              <c:pt idx="135">
                <c:v>0.7416488088086174</c:v>
              </c:pt>
              <c:pt idx="136">
                <c:v>0.7416488088086174</c:v>
              </c:pt>
              <c:pt idx="137">
                <c:v>0.7416488088086174</c:v>
              </c:pt>
              <c:pt idx="138">
                <c:v>0.7416488088086174</c:v>
              </c:pt>
              <c:pt idx="139">
                <c:v>0.7416488088086174</c:v>
              </c:pt>
              <c:pt idx="140">
                <c:v>0.7416488088086174</c:v>
              </c:pt>
              <c:pt idx="141">
                <c:v>0.7416488088086174</c:v>
              </c:pt>
              <c:pt idx="142">
                <c:v>0.7416488088086174</c:v>
              </c:pt>
              <c:pt idx="143">
                <c:v>0.7416488088086174</c:v>
              </c:pt>
              <c:pt idx="144">
                <c:v>0.7416488088086174</c:v>
              </c:pt>
              <c:pt idx="145">
                <c:v>0.7416488088086174</c:v>
              </c:pt>
              <c:pt idx="146">
                <c:v>0.7416488088086174</c:v>
              </c:pt>
              <c:pt idx="147">
                <c:v>0.7416488088086174</c:v>
              </c:pt>
              <c:pt idx="148">
                <c:v>0.7416488088086174</c:v>
              </c:pt>
              <c:pt idx="149">
                <c:v>0.7416488088086174</c:v>
              </c:pt>
              <c:pt idx="150">
                <c:v>0.7416488088086174</c:v>
              </c:pt>
              <c:pt idx="151">
                <c:v>0.7416488088086174</c:v>
              </c:pt>
              <c:pt idx="152">
                <c:v>0.7416488088086174</c:v>
              </c:pt>
              <c:pt idx="153">
                <c:v>0.7416488088086174</c:v>
              </c:pt>
              <c:pt idx="154">
                <c:v>0.7416488088086174</c:v>
              </c:pt>
              <c:pt idx="155">
                <c:v>0.7416488088086174</c:v>
              </c:pt>
              <c:pt idx="156">
                <c:v>0.7416488088086174</c:v>
              </c:pt>
              <c:pt idx="157">
                <c:v>0.7416488088086174</c:v>
              </c:pt>
              <c:pt idx="158">
                <c:v>0.7416488088086174</c:v>
              </c:pt>
              <c:pt idx="159">
                <c:v>0.7416488088086174</c:v>
              </c:pt>
              <c:pt idx="160">
                <c:v>0.7416488088086174</c:v>
              </c:pt>
              <c:pt idx="161">
                <c:v>0.7416488088086174</c:v>
              </c:pt>
              <c:pt idx="162">
                <c:v>0.7416488088086174</c:v>
              </c:pt>
              <c:pt idx="163">
                <c:v>0.7416488088086174</c:v>
              </c:pt>
              <c:pt idx="164">
                <c:v>0.7416488088086174</c:v>
              </c:pt>
              <c:pt idx="165">
                <c:v>0.7416488088086174</c:v>
              </c:pt>
              <c:pt idx="166">
                <c:v>0.7416488088086174</c:v>
              </c:pt>
              <c:pt idx="167">
                <c:v>0.7416488088086174</c:v>
              </c:pt>
              <c:pt idx="168">
                <c:v>0.7416488088086174</c:v>
              </c:pt>
              <c:pt idx="169">
                <c:v>0.7416488088086174</c:v>
              </c:pt>
              <c:pt idx="170">
                <c:v>0.7416488088086174</c:v>
              </c:pt>
              <c:pt idx="171">
                <c:v>0.7416488088086174</c:v>
              </c:pt>
              <c:pt idx="172">
                <c:v>0.7416488088086174</c:v>
              </c:pt>
              <c:pt idx="173">
                <c:v>0.7416488088086174</c:v>
              </c:pt>
              <c:pt idx="174">
                <c:v>0.7416488088086174</c:v>
              </c:pt>
              <c:pt idx="175">
                <c:v>0.7416488088086174</c:v>
              </c:pt>
              <c:pt idx="176">
                <c:v>0.7416488088086174</c:v>
              </c:pt>
              <c:pt idx="177">
                <c:v>0.7416488088086174</c:v>
              </c:pt>
              <c:pt idx="178">
                <c:v>0.7416488088086174</c:v>
              </c:pt>
              <c:pt idx="179">
                <c:v>0.7416488088086174</c:v>
              </c:pt>
              <c:pt idx="180">
                <c:v>0.7416488088086174</c:v>
              </c:pt>
              <c:pt idx="181">
                <c:v>0.7416488088086174</c:v>
              </c:pt>
              <c:pt idx="182">
                <c:v>0.7416488088086174</c:v>
              </c:pt>
              <c:pt idx="183">
                <c:v>0.7416488088086174</c:v>
              </c:pt>
              <c:pt idx="184">
                <c:v>0.7416488088086174</c:v>
              </c:pt>
              <c:pt idx="185">
                <c:v>0.7416488088086174</c:v>
              </c:pt>
              <c:pt idx="186">
                <c:v>0.7416488088086174</c:v>
              </c:pt>
              <c:pt idx="187">
                <c:v>0.7416488088086174</c:v>
              </c:pt>
              <c:pt idx="188">
                <c:v>0.7416488088086174</c:v>
              </c:pt>
              <c:pt idx="189">
                <c:v>0.7416488088086174</c:v>
              </c:pt>
              <c:pt idx="190">
                <c:v>0.7416488088086174</c:v>
              </c:pt>
              <c:pt idx="191">
                <c:v>0.7416488088086174</c:v>
              </c:pt>
              <c:pt idx="192">
                <c:v>0.7416488088086174</c:v>
              </c:pt>
              <c:pt idx="193">
                <c:v>0.7416488088086174</c:v>
              </c:pt>
              <c:pt idx="194">
                <c:v>0.7416488088086174</c:v>
              </c:pt>
              <c:pt idx="195">
                <c:v>0.7416488088086174</c:v>
              </c:pt>
              <c:pt idx="196">
                <c:v>0.7416488088086174</c:v>
              </c:pt>
              <c:pt idx="197">
                <c:v>0.7416488088086174</c:v>
              </c:pt>
              <c:pt idx="198">
                <c:v>0.7416488088086174</c:v>
              </c:pt>
              <c:pt idx="199">
                <c:v>0.7416488088086174</c:v>
              </c:pt>
              <c:pt idx="200">
                <c:v>0.7416488088086174</c:v>
              </c:pt>
              <c:pt idx="201">
                <c:v>0.7416488088086174</c:v>
              </c:pt>
              <c:pt idx="202">
                <c:v>0.7416488088086174</c:v>
              </c:pt>
              <c:pt idx="203">
                <c:v>0.7416488088086174</c:v>
              </c:pt>
              <c:pt idx="204">
                <c:v>0.7416488088086174</c:v>
              </c:pt>
              <c:pt idx="205">
                <c:v>0.7416488088086174</c:v>
              </c:pt>
              <c:pt idx="206">
                <c:v>0.7416488088086174</c:v>
              </c:pt>
              <c:pt idx="207">
                <c:v>0.7416488088086174</c:v>
              </c:pt>
              <c:pt idx="208">
                <c:v>0.7416488088086174</c:v>
              </c:pt>
              <c:pt idx="209">
                <c:v>0.7416488088086174</c:v>
              </c:pt>
              <c:pt idx="210">
                <c:v>0.7416488088086174</c:v>
              </c:pt>
              <c:pt idx="211">
                <c:v>0.7416488088086174</c:v>
              </c:pt>
              <c:pt idx="212">
                <c:v>0.7416488088086174</c:v>
              </c:pt>
              <c:pt idx="213">
                <c:v>0.7416488088086174</c:v>
              </c:pt>
              <c:pt idx="214">
                <c:v>0.7416488088086174</c:v>
              </c:pt>
              <c:pt idx="215">
                <c:v>0.7416488088086174</c:v>
              </c:pt>
              <c:pt idx="216">
                <c:v>0.7416488088086174</c:v>
              </c:pt>
              <c:pt idx="217">
                <c:v>0.7416488088086174</c:v>
              </c:pt>
              <c:pt idx="218">
                <c:v>0.7416488088086174</c:v>
              </c:pt>
              <c:pt idx="219">
                <c:v>0.7416488088086174</c:v>
              </c:pt>
              <c:pt idx="220">
                <c:v>0.7416488088086174</c:v>
              </c:pt>
              <c:pt idx="221">
                <c:v>0.7416488088086174</c:v>
              </c:pt>
              <c:pt idx="222">
                <c:v>0.7416488088086174</c:v>
              </c:pt>
              <c:pt idx="223">
                <c:v>0.7416488088086174</c:v>
              </c:pt>
              <c:pt idx="224">
                <c:v>0.7416488088086174</c:v>
              </c:pt>
              <c:pt idx="225">
                <c:v>0.7416488088086174</c:v>
              </c:pt>
              <c:pt idx="226">
                <c:v>0.7416488088086174</c:v>
              </c:pt>
              <c:pt idx="227">
                <c:v>0.7416488088086174</c:v>
              </c:pt>
              <c:pt idx="228">
                <c:v>0.7416488088086174</c:v>
              </c:pt>
              <c:pt idx="229">
                <c:v>0.7416488088086174</c:v>
              </c:pt>
              <c:pt idx="230">
                <c:v>0.7416488088086174</c:v>
              </c:pt>
              <c:pt idx="231">
                <c:v>0.7416488088086174</c:v>
              </c:pt>
              <c:pt idx="232">
                <c:v>0.7416488088086174</c:v>
              </c:pt>
              <c:pt idx="233">
                <c:v>0.7416488088086174</c:v>
              </c:pt>
              <c:pt idx="234">
                <c:v>0.7416488088086174</c:v>
              </c:pt>
              <c:pt idx="235">
                <c:v>0.7416488088086174</c:v>
              </c:pt>
              <c:pt idx="236">
                <c:v>0.7416488088086174</c:v>
              </c:pt>
              <c:pt idx="237">
                <c:v>0.7416488088086174</c:v>
              </c:pt>
              <c:pt idx="238">
                <c:v>0.7416488088086174</c:v>
              </c:pt>
              <c:pt idx="239">
                <c:v>0.7416488088086174</c:v>
              </c:pt>
              <c:pt idx="240">
                <c:v>0.7416488088086174</c:v>
              </c:pt>
              <c:pt idx="241">
                <c:v>0.7416488088086174</c:v>
              </c:pt>
              <c:pt idx="242">
                <c:v>0.7416488088086174</c:v>
              </c:pt>
              <c:pt idx="243">
                <c:v>0.7416488088086174</c:v>
              </c:pt>
              <c:pt idx="244">
                <c:v>0.7416488088086174</c:v>
              </c:pt>
              <c:pt idx="245">
                <c:v>0.7416488088086174</c:v>
              </c:pt>
              <c:pt idx="246">
                <c:v>0.7416488088086174</c:v>
              </c:pt>
              <c:pt idx="247">
                <c:v>0.7416488088086174</c:v>
              </c:pt>
              <c:pt idx="248">
                <c:v>0.7416488088086174</c:v>
              </c:pt>
              <c:pt idx="249">
                <c:v>0.7416488088086174</c:v>
              </c:pt>
              <c:pt idx="250">
                <c:v>0.7416488088086174</c:v>
              </c:pt>
              <c:pt idx="251">
                <c:v>0.7416488088086174</c:v>
              </c:pt>
              <c:pt idx="252">
                <c:v>0.7416488088086174</c:v>
              </c:pt>
              <c:pt idx="253">
                <c:v>0.7416488088086174</c:v>
              </c:pt>
              <c:pt idx="254">
                <c:v>0.7416488088086174</c:v>
              </c:pt>
              <c:pt idx="255">
                <c:v>0.7416488088086174</c:v>
              </c:pt>
              <c:pt idx="256">
                <c:v>0.7416488088086174</c:v>
              </c:pt>
              <c:pt idx="257">
                <c:v>0.7416488088086174</c:v>
              </c:pt>
              <c:pt idx="258">
                <c:v>0.7416488088086174</c:v>
              </c:pt>
              <c:pt idx="259">
                <c:v>0.7416488088086174</c:v>
              </c:pt>
              <c:pt idx="260">
                <c:v>0.7416488088086174</c:v>
              </c:pt>
              <c:pt idx="261">
                <c:v>0.7416488088086174</c:v>
              </c:pt>
              <c:pt idx="262">
                <c:v>0.7416488088086174</c:v>
              </c:pt>
              <c:pt idx="263">
                <c:v>0.7416488088086174</c:v>
              </c:pt>
              <c:pt idx="264">
                <c:v>0.7416488088086174</c:v>
              </c:pt>
              <c:pt idx="265">
                <c:v>0.7416488088086174</c:v>
              </c:pt>
              <c:pt idx="266">
                <c:v>0.7416488088086174</c:v>
              </c:pt>
              <c:pt idx="267">
                <c:v>0.7416488088086174</c:v>
              </c:pt>
              <c:pt idx="268">
                <c:v>0.7416488088086174</c:v>
              </c:pt>
              <c:pt idx="269">
                <c:v>0.7416488088086174</c:v>
              </c:pt>
              <c:pt idx="270">
                <c:v>0.7416488088086174</c:v>
              </c:pt>
              <c:pt idx="271">
                <c:v>0.7416488088086174</c:v>
              </c:pt>
              <c:pt idx="272">
                <c:v>0.7416488088086174</c:v>
              </c:pt>
              <c:pt idx="273">
                <c:v>0.7416488088086174</c:v>
              </c:pt>
              <c:pt idx="274">
                <c:v>0.7416488088086174</c:v>
              </c:pt>
              <c:pt idx="275">
                <c:v>0.7416488088086174</c:v>
              </c:pt>
              <c:pt idx="276">
                <c:v>0.7416488088086174</c:v>
              </c:pt>
              <c:pt idx="277">
                <c:v>0.7416488088086174</c:v>
              </c:pt>
              <c:pt idx="278">
                <c:v>0.7416488088086174</c:v>
              </c:pt>
              <c:pt idx="279">
                <c:v>0.7416488088086174</c:v>
              </c:pt>
              <c:pt idx="280">
                <c:v>0.7416488088086174</c:v>
              </c:pt>
              <c:pt idx="281">
                <c:v>0.7416488088086174</c:v>
              </c:pt>
              <c:pt idx="282">
                <c:v>0.7416488088086174</c:v>
              </c:pt>
              <c:pt idx="283">
                <c:v>0.7416488088086174</c:v>
              </c:pt>
              <c:pt idx="284">
                <c:v>0.7416488088086174</c:v>
              </c:pt>
              <c:pt idx="285">
                <c:v>0.7416488088086174</c:v>
              </c:pt>
              <c:pt idx="286">
                <c:v>0.7416488088086174</c:v>
              </c:pt>
              <c:pt idx="287">
                <c:v>0.7416488088086174</c:v>
              </c:pt>
              <c:pt idx="288">
                <c:v>0.7416488088086174</c:v>
              </c:pt>
              <c:pt idx="289">
                <c:v>0.7416488088086174</c:v>
              </c:pt>
              <c:pt idx="290">
                <c:v>0.7416488088086174</c:v>
              </c:pt>
              <c:pt idx="291">
                <c:v>0.7416488088086174</c:v>
              </c:pt>
              <c:pt idx="292">
                <c:v>0.7416488088086174</c:v>
              </c:pt>
              <c:pt idx="293">
                <c:v>0.7416488088086174</c:v>
              </c:pt>
              <c:pt idx="294">
                <c:v>0.7416488088086174</c:v>
              </c:pt>
              <c:pt idx="295">
                <c:v>0.7416488088086174</c:v>
              </c:pt>
              <c:pt idx="296">
                <c:v>0.7416488088086174</c:v>
              </c:pt>
              <c:pt idx="297">
                <c:v>0.7416488088086174</c:v>
              </c:pt>
              <c:pt idx="298">
                <c:v>0.7416488088086174</c:v>
              </c:pt>
              <c:pt idx="299">
                <c:v>0.7416488088086174</c:v>
              </c:pt>
              <c:pt idx="300">
                <c:v>0.7416488088086174</c:v>
              </c:pt>
              <c:pt idx="301">
                <c:v>0.7416488088086174</c:v>
              </c:pt>
              <c:pt idx="302">
                <c:v>0.7416488088086174</c:v>
              </c:pt>
              <c:pt idx="303">
                <c:v>0.7416488088086174</c:v>
              </c:pt>
              <c:pt idx="304">
                <c:v>0.7416488088086174</c:v>
              </c:pt>
              <c:pt idx="305">
                <c:v>0.7416488088086174</c:v>
              </c:pt>
              <c:pt idx="306">
                <c:v>0.7416488088086174</c:v>
              </c:pt>
              <c:pt idx="307">
                <c:v>0.7416488088086174</c:v>
              </c:pt>
              <c:pt idx="308">
                <c:v>0.7416488088086174</c:v>
              </c:pt>
              <c:pt idx="309">
                <c:v>0.7416488088086174</c:v>
              </c:pt>
              <c:pt idx="310">
                <c:v>0.7416488088086174</c:v>
              </c:pt>
              <c:pt idx="311">
                <c:v>0.7416488088086174</c:v>
              </c:pt>
              <c:pt idx="312">
                <c:v>0.7416488088086174</c:v>
              </c:pt>
              <c:pt idx="313">
                <c:v>0.7416488088086174</c:v>
              </c:pt>
              <c:pt idx="314">
                <c:v>0.7416488088086174</c:v>
              </c:pt>
              <c:pt idx="315">
                <c:v>0.7416488088086174</c:v>
              </c:pt>
              <c:pt idx="316">
                <c:v>0.7416488088086174</c:v>
              </c:pt>
              <c:pt idx="317">
                <c:v>0.7416488088086174</c:v>
              </c:pt>
              <c:pt idx="318">
                <c:v>0.7416488088086174</c:v>
              </c:pt>
              <c:pt idx="319">
                <c:v>0.7416488088086174</c:v>
              </c:pt>
              <c:pt idx="320">
                <c:v>0.7416488088086174</c:v>
              </c:pt>
              <c:pt idx="321">
                <c:v>0.7416488088086174</c:v>
              </c:pt>
              <c:pt idx="322">
                <c:v>0.7416488088086174</c:v>
              </c:pt>
              <c:pt idx="323">
                <c:v>0.7416488088086174</c:v>
              </c:pt>
              <c:pt idx="324">
                <c:v>0.7416488088086174</c:v>
              </c:pt>
              <c:pt idx="325">
                <c:v>0.7416488088086174</c:v>
              </c:pt>
              <c:pt idx="326">
                <c:v>0.7416488088086174</c:v>
              </c:pt>
              <c:pt idx="327">
                <c:v>0.7416488088086174</c:v>
              </c:pt>
              <c:pt idx="328">
                <c:v>0.7416488088086174</c:v>
              </c:pt>
              <c:pt idx="329">
                <c:v>0.7416488088086174</c:v>
              </c:pt>
              <c:pt idx="330">
                <c:v>0.7416488088086174</c:v>
              </c:pt>
              <c:pt idx="331">
                <c:v>0.7416488088086174</c:v>
              </c:pt>
              <c:pt idx="332">
                <c:v>0.7416488088086174</c:v>
              </c:pt>
              <c:pt idx="333">
                <c:v>0.7416488088086174</c:v>
              </c:pt>
              <c:pt idx="334">
                <c:v>0.7416488088086174</c:v>
              </c:pt>
              <c:pt idx="335">
                <c:v>0.7416488088086174</c:v>
              </c:pt>
              <c:pt idx="336">
                <c:v>0.7416488088086174</c:v>
              </c:pt>
              <c:pt idx="337">
                <c:v>0.7416488088086174</c:v>
              </c:pt>
              <c:pt idx="338">
                <c:v>0.7416488088086174</c:v>
              </c:pt>
              <c:pt idx="339">
                <c:v>0.7416488088086174</c:v>
              </c:pt>
              <c:pt idx="340">
                <c:v>0.7416488088086174</c:v>
              </c:pt>
              <c:pt idx="341">
                <c:v>0.7416488088086174</c:v>
              </c:pt>
              <c:pt idx="342">
                <c:v>0.7416488088086174</c:v>
              </c:pt>
              <c:pt idx="343">
                <c:v>0.7416488088086174</c:v>
              </c:pt>
              <c:pt idx="344">
                <c:v>0.7416488088086174</c:v>
              </c:pt>
              <c:pt idx="345">
                <c:v>0.7416488088086174</c:v>
              </c:pt>
              <c:pt idx="346">
                <c:v>0.7416488088086174</c:v>
              </c:pt>
              <c:pt idx="347">
                <c:v>0.7416488088086174</c:v>
              </c:pt>
              <c:pt idx="348">
                <c:v>0.7416488088086174</c:v>
              </c:pt>
              <c:pt idx="349">
                <c:v>0.7416488088086174</c:v>
              </c:pt>
              <c:pt idx="350">
                <c:v>0.7416488088086174</c:v>
              </c:pt>
              <c:pt idx="351">
                <c:v>0.7416488088086174</c:v>
              </c:pt>
              <c:pt idx="352">
                <c:v>0.7416488088086174</c:v>
              </c:pt>
              <c:pt idx="353">
                <c:v>0.7416488088086174</c:v>
              </c:pt>
              <c:pt idx="354">
                <c:v>0.7416488088086174</c:v>
              </c:pt>
              <c:pt idx="355">
                <c:v>0.7416488088086174</c:v>
              </c:pt>
              <c:pt idx="356">
                <c:v>0.7416488088086174</c:v>
              </c:pt>
              <c:pt idx="357">
                <c:v>0.7416488088086174</c:v>
              </c:pt>
              <c:pt idx="358">
                <c:v>0.7416488088086174</c:v>
              </c:pt>
              <c:pt idx="359">
                <c:v>0.7416488088086174</c:v>
              </c:pt>
              <c:pt idx="360">
                <c:v>0.7416488088086174</c:v>
              </c:pt>
              <c:pt idx="361">
                <c:v>0.7416488088086174</c:v>
              </c:pt>
              <c:pt idx="362">
                <c:v>0.7416488088086174</c:v>
              </c:pt>
              <c:pt idx="363">
                <c:v>0.7416488088086174</c:v>
              </c:pt>
              <c:pt idx="364">
                <c:v>0.7416488088086174</c:v>
              </c:pt>
              <c:pt idx="365">
                <c:v>0.7416488088086174</c:v>
              </c:pt>
              <c:pt idx="366">
                <c:v>0.7416488088086174</c:v>
              </c:pt>
              <c:pt idx="367">
                <c:v>0.7416488088086174</c:v>
              </c:pt>
              <c:pt idx="368">
                <c:v>0.7416488088086174</c:v>
              </c:pt>
              <c:pt idx="369">
                <c:v>0.7416488088086174</c:v>
              </c:pt>
              <c:pt idx="370">
                <c:v>0.7416488088086174</c:v>
              </c:pt>
              <c:pt idx="371">
                <c:v>0.7416488088086174</c:v>
              </c:pt>
              <c:pt idx="372">
                <c:v>0.7416488088086174</c:v>
              </c:pt>
              <c:pt idx="373">
                <c:v>0.7416488088086174</c:v>
              </c:pt>
              <c:pt idx="374">
                <c:v>0.7416488088086174</c:v>
              </c:pt>
              <c:pt idx="375">
                <c:v>0.7416488088086174</c:v>
              </c:pt>
              <c:pt idx="376">
                <c:v>0.7416488088086174</c:v>
              </c:pt>
              <c:pt idx="377">
                <c:v>0.7416488088086174</c:v>
              </c:pt>
              <c:pt idx="378">
                <c:v>0.7416488088086174</c:v>
              </c:pt>
              <c:pt idx="379">
                <c:v>0.7416488088086174</c:v>
              </c:pt>
              <c:pt idx="380">
                <c:v>0.7416488088086174</c:v>
              </c:pt>
              <c:pt idx="381">
                <c:v>0.7416488088086174</c:v>
              </c:pt>
              <c:pt idx="382">
                <c:v>0.7416488088086174</c:v>
              </c:pt>
              <c:pt idx="383">
                <c:v>0.7416488088086174</c:v>
              </c:pt>
              <c:pt idx="384">
                <c:v>0.7416488088086174</c:v>
              </c:pt>
              <c:pt idx="385">
                <c:v>0.7416488088086174</c:v>
              </c:pt>
              <c:pt idx="386">
                <c:v>0.7416488088086174</c:v>
              </c:pt>
              <c:pt idx="387">
                <c:v>0.7416488088086174</c:v>
              </c:pt>
              <c:pt idx="388">
                <c:v>0.7416488088086174</c:v>
              </c:pt>
              <c:pt idx="389">
                <c:v>0.7416488088086174</c:v>
              </c:pt>
              <c:pt idx="390">
                <c:v>0.7416488088086174</c:v>
              </c:pt>
              <c:pt idx="391">
                <c:v>0.7416488088086174</c:v>
              </c:pt>
              <c:pt idx="392">
                <c:v>0.7416488088086174</c:v>
              </c:pt>
              <c:pt idx="393">
                <c:v>0.7416488088086174</c:v>
              </c:pt>
              <c:pt idx="394">
                <c:v>0.7416488088086174</c:v>
              </c:pt>
              <c:pt idx="395">
                <c:v>0.7416488088086174</c:v>
              </c:pt>
              <c:pt idx="396">
                <c:v>0.7416488088086174</c:v>
              </c:pt>
              <c:pt idx="397">
                <c:v>0.7416488088086174</c:v>
              </c:pt>
              <c:pt idx="398">
                <c:v>0.7416488088086174</c:v>
              </c:pt>
              <c:pt idx="399">
                <c:v>0.7416488088086174</c:v>
              </c:pt>
              <c:pt idx="400">
                <c:v>0.7416488088086174</c:v>
              </c:pt>
              <c:pt idx="401">
                <c:v>0.7416488088086174</c:v>
              </c:pt>
              <c:pt idx="402">
                <c:v>0.7416488088086174</c:v>
              </c:pt>
              <c:pt idx="403">
                <c:v>0.7416488088086174</c:v>
              </c:pt>
              <c:pt idx="404">
                <c:v>0.7416488088086174</c:v>
              </c:pt>
              <c:pt idx="405">
                <c:v>0.7416488088086174</c:v>
              </c:pt>
              <c:pt idx="406">
                <c:v>0.7416488088086174</c:v>
              </c:pt>
              <c:pt idx="407">
                <c:v>0.7416488088086174</c:v>
              </c:pt>
              <c:pt idx="408">
                <c:v>0.7416488088086174</c:v>
              </c:pt>
              <c:pt idx="409">
                <c:v>0.7416488088086174</c:v>
              </c:pt>
              <c:pt idx="410">
                <c:v>0.7416488088086174</c:v>
              </c:pt>
              <c:pt idx="411">
                <c:v>0.7416488088086174</c:v>
              </c:pt>
            </c:numLit>
          </c:yVal>
          <c:smooth val="0"/>
        </c:ser>
        <c:ser>
          <c:idx val="12"/>
          <c:order val="12"/>
          <c:tx>
            <c:v>Implemented LCA filling</c:v>
          </c:tx>
          <c:spPr>
            <a:noFill xmlns:a="http://schemas.openxmlformats.org/drawingml/2006/main"/>
            <a:ln xmlns:a="http://schemas.openxmlformats.org/drawingml/2006/main" w="0">
              <a:noFill/>
              <a:prstDash val="solid"/>
            </a:ln>
          </c:spPr>
          <c:marker>
            <c:symbol val="circle"/>
            <c:size val="7"/>
            <c:spPr>
              <a:solidFill xmlns:a="http://schemas.openxmlformats.org/drawingml/2006/main">
                <a:srgbClr val="FFFFFF"/>
              </a:solidFill>
            </c:spPr>
          </c:marker>
          <c:xVal>
            <c:numLit>
              <c:formatCode>General</c:formatCode>
              <c:ptCount val="412"/>
              <c:pt idx="0">
                <c:v>9.031573647115259</c:v>
              </c:pt>
              <c:pt idx="1">
                <c:v>9.031573647115259</c:v>
              </c:pt>
              <c:pt idx="2">
                <c:v>9.031573647115259</c:v>
              </c:pt>
              <c:pt idx="3">
                <c:v>9.031573647115259</c:v>
              </c:pt>
              <c:pt idx="4">
                <c:v>9.031573647115259</c:v>
              </c:pt>
              <c:pt idx="5">
                <c:v>9.031573647115259</c:v>
              </c:pt>
              <c:pt idx="6">
                <c:v>9.031573647115259</c:v>
              </c:pt>
              <c:pt idx="7">
                <c:v>9.031573647115259</c:v>
              </c:pt>
              <c:pt idx="8">
                <c:v>9.031573647115259</c:v>
              </c:pt>
              <c:pt idx="9">
                <c:v>9.031573647115259</c:v>
              </c:pt>
              <c:pt idx="10">
                <c:v>9.031573647115259</c:v>
              </c:pt>
              <c:pt idx="11">
                <c:v>9.031573647115259</c:v>
              </c:pt>
              <c:pt idx="12">
                <c:v>9.031573647115259</c:v>
              </c:pt>
              <c:pt idx="13">
                <c:v>9.031573647115259</c:v>
              </c:pt>
              <c:pt idx="14">
                <c:v>9.031573647115259</c:v>
              </c:pt>
              <c:pt idx="15">
                <c:v>9.031573647115259</c:v>
              </c:pt>
              <c:pt idx="16">
                <c:v>9.031573647115259</c:v>
              </c:pt>
              <c:pt idx="17">
                <c:v>9.031573647115259</c:v>
              </c:pt>
              <c:pt idx="18">
                <c:v>9.031573647115259</c:v>
              </c:pt>
              <c:pt idx="19">
                <c:v>9.031573647115259</c:v>
              </c:pt>
              <c:pt idx="20">
                <c:v>9.031573647115259</c:v>
              </c:pt>
              <c:pt idx="21">
                <c:v>9.031573647115259</c:v>
              </c:pt>
              <c:pt idx="22">
                <c:v>9.031573647115259</c:v>
              </c:pt>
              <c:pt idx="23">
                <c:v>9.031573647115259</c:v>
              </c:pt>
              <c:pt idx="24">
                <c:v>9.031573647115259</c:v>
              </c:pt>
              <c:pt idx="25">
                <c:v>9.031573647115259</c:v>
              </c:pt>
              <c:pt idx="26">
                <c:v>9.031573647115259</c:v>
              </c:pt>
              <c:pt idx="27">
                <c:v>9.031573647115259</c:v>
              </c:pt>
              <c:pt idx="28">
                <c:v>9.031573647115259</c:v>
              </c:pt>
              <c:pt idx="29">
                <c:v>9.031573647115259</c:v>
              </c:pt>
              <c:pt idx="30">
                <c:v>9.031573647115259</c:v>
              </c:pt>
              <c:pt idx="31">
                <c:v>9.031573647115259</c:v>
              </c:pt>
              <c:pt idx="32">
                <c:v>9.031573647115259</c:v>
              </c:pt>
              <c:pt idx="33">
                <c:v>9.031573647115259</c:v>
              </c:pt>
              <c:pt idx="34">
                <c:v>9.031573647115259</c:v>
              </c:pt>
              <c:pt idx="35">
                <c:v>9.031573647115259</c:v>
              </c:pt>
              <c:pt idx="36">
                <c:v>9.031573647115259</c:v>
              </c:pt>
              <c:pt idx="37">
                <c:v>9.031573647115259</c:v>
              </c:pt>
              <c:pt idx="38">
                <c:v>9.031573647115259</c:v>
              </c:pt>
              <c:pt idx="39">
                <c:v>9.031573647115259</c:v>
              </c:pt>
              <c:pt idx="40">
                <c:v>9.031573647115259</c:v>
              </c:pt>
              <c:pt idx="41">
                <c:v>9.031573647115259</c:v>
              </c:pt>
              <c:pt idx="42">
                <c:v>9.031573647115259</c:v>
              </c:pt>
              <c:pt idx="43">
                <c:v>9.031573647115259</c:v>
              </c:pt>
              <c:pt idx="44">
                <c:v>9.031573647115259</c:v>
              </c:pt>
              <c:pt idx="45">
                <c:v>9.031573647115259</c:v>
              </c:pt>
              <c:pt idx="46">
                <c:v>9.031573647115259</c:v>
              </c:pt>
              <c:pt idx="47">
                <c:v>9.031573647115259</c:v>
              </c:pt>
              <c:pt idx="48">
                <c:v>9.031573647115259</c:v>
              </c:pt>
              <c:pt idx="49">
                <c:v>9.031573647115259</c:v>
              </c:pt>
              <c:pt idx="50">
                <c:v>9.031573647115259</c:v>
              </c:pt>
              <c:pt idx="51">
                <c:v>9.031573647115259</c:v>
              </c:pt>
              <c:pt idx="52">
                <c:v>9.031573647115259</c:v>
              </c:pt>
              <c:pt idx="53">
                <c:v>9.031573647115259</c:v>
              </c:pt>
              <c:pt idx="54">
                <c:v>9.031573647115259</c:v>
              </c:pt>
              <c:pt idx="55">
                <c:v>9.031573647115259</c:v>
              </c:pt>
              <c:pt idx="56">
                <c:v>9.031573647115259</c:v>
              </c:pt>
              <c:pt idx="57">
                <c:v>9.031573647115259</c:v>
              </c:pt>
              <c:pt idx="58">
                <c:v>9.031573647115259</c:v>
              </c:pt>
              <c:pt idx="59">
                <c:v>9.031573647115259</c:v>
              </c:pt>
              <c:pt idx="60">
                <c:v>9.031573647115259</c:v>
              </c:pt>
              <c:pt idx="61">
                <c:v>9.031573647115259</c:v>
              </c:pt>
              <c:pt idx="62">
                <c:v>9.031573647115259</c:v>
              </c:pt>
              <c:pt idx="63">
                <c:v>9.031573647115259</c:v>
              </c:pt>
              <c:pt idx="64">
                <c:v>9.031573647115259</c:v>
              </c:pt>
              <c:pt idx="65">
                <c:v>9.031573647115259</c:v>
              </c:pt>
              <c:pt idx="66">
                <c:v>9.031573647115259</c:v>
              </c:pt>
              <c:pt idx="67">
                <c:v>9.031573647115259</c:v>
              </c:pt>
              <c:pt idx="68">
                <c:v>9.031573647115259</c:v>
              </c:pt>
              <c:pt idx="69">
                <c:v>9.031573647115259</c:v>
              </c:pt>
              <c:pt idx="70">
                <c:v>9.031573647115259</c:v>
              </c:pt>
              <c:pt idx="71">
                <c:v>9.031573647115259</c:v>
              </c:pt>
              <c:pt idx="72">
                <c:v>9.031573647115259</c:v>
              </c:pt>
              <c:pt idx="73">
                <c:v>9.031573647115259</c:v>
              </c:pt>
              <c:pt idx="74">
                <c:v>9.031573647115259</c:v>
              </c:pt>
              <c:pt idx="75">
                <c:v>9.031573647115259</c:v>
              </c:pt>
              <c:pt idx="76">
                <c:v>9.031573647115259</c:v>
              </c:pt>
              <c:pt idx="77">
                <c:v>9.031573647115259</c:v>
              </c:pt>
              <c:pt idx="78">
                <c:v>9.031573647115259</c:v>
              </c:pt>
              <c:pt idx="79">
                <c:v>9.031573647115259</c:v>
              </c:pt>
              <c:pt idx="80">
                <c:v>9.031573647115259</c:v>
              </c:pt>
              <c:pt idx="81">
                <c:v>9.031573647115259</c:v>
              </c:pt>
              <c:pt idx="82">
                <c:v>9.031573647115259</c:v>
              </c:pt>
              <c:pt idx="83">
                <c:v>9.031573647115259</c:v>
              </c:pt>
              <c:pt idx="84">
                <c:v>9.031573647115259</c:v>
              </c:pt>
              <c:pt idx="85">
                <c:v>9.031573647115259</c:v>
              </c:pt>
              <c:pt idx="86">
                <c:v>9.031573647115259</c:v>
              </c:pt>
              <c:pt idx="87">
                <c:v>9.031573647115259</c:v>
              </c:pt>
              <c:pt idx="88">
                <c:v>9.031573647115259</c:v>
              </c:pt>
              <c:pt idx="89">
                <c:v>9.031573647115259</c:v>
              </c:pt>
              <c:pt idx="90">
                <c:v>9.031573647115259</c:v>
              </c:pt>
              <c:pt idx="91">
                <c:v>9.031573647115259</c:v>
              </c:pt>
              <c:pt idx="92">
                <c:v>9.031573647115259</c:v>
              </c:pt>
              <c:pt idx="93">
                <c:v>9.031573647115259</c:v>
              </c:pt>
              <c:pt idx="94">
                <c:v>9.031573647115259</c:v>
              </c:pt>
              <c:pt idx="95">
                <c:v>9.031573647115259</c:v>
              </c:pt>
              <c:pt idx="96">
                <c:v>9.031573647115259</c:v>
              </c:pt>
              <c:pt idx="97">
                <c:v>9.031573647115259</c:v>
              </c:pt>
              <c:pt idx="98">
                <c:v>9.031573647115259</c:v>
              </c:pt>
              <c:pt idx="99">
                <c:v>9.031573647115259</c:v>
              </c:pt>
              <c:pt idx="100">
                <c:v>9.031573647115259</c:v>
              </c:pt>
              <c:pt idx="101">
                <c:v>9.031573647115259</c:v>
              </c:pt>
              <c:pt idx="102">
                <c:v>9.031573647115259</c:v>
              </c:pt>
              <c:pt idx="103">
                <c:v>9.031573647115259</c:v>
              </c:pt>
              <c:pt idx="104">
                <c:v>9.031573647115259</c:v>
              </c:pt>
              <c:pt idx="105">
                <c:v>9.031573647115259</c:v>
              </c:pt>
              <c:pt idx="106">
                <c:v>9.031573647115259</c:v>
              </c:pt>
              <c:pt idx="107">
                <c:v>9.031573647115259</c:v>
              </c:pt>
              <c:pt idx="108">
                <c:v>9.031573647115259</c:v>
              </c:pt>
              <c:pt idx="109">
                <c:v>9.031573647115259</c:v>
              </c:pt>
              <c:pt idx="110">
                <c:v>9.031573647115259</c:v>
              </c:pt>
              <c:pt idx="111">
                <c:v>9.031573647115259</c:v>
              </c:pt>
              <c:pt idx="112">
                <c:v>9.031573647115259</c:v>
              </c:pt>
              <c:pt idx="113">
                <c:v>9.031573647115259</c:v>
              </c:pt>
              <c:pt idx="114">
                <c:v>9.031573647115259</c:v>
              </c:pt>
              <c:pt idx="115">
                <c:v>9.031573647115259</c:v>
              </c:pt>
              <c:pt idx="116">
                <c:v>9.031573647115259</c:v>
              </c:pt>
              <c:pt idx="117">
                <c:v>9.031573647115259</c:v>
              </c:pt>
              <c:pt idx="118">
                <c:v>9.031573647115259</c:v>
              </c:pt>
              <c:pt idx="119">
                <c:v>9.031573647115259</c:v>
              </c:pt>
              <c:pt idx="120">
                <c:v>9.031573647115259</c:v>
              </c:pt>
              <c:pt idx="121">
                <c:v>9.031573647115259</c:v>
              </c:pt>
              <c:pt idx="122">
                <c:v>9.031573647115259</c:v>
              </c:pt>
              <c:pt idx="123">
                <c:v>9.031573647115259</c:v>
              </c:pt>
              <c:pt idx="124">
                <c:v>9.031573647115259</c:v>
              </c:pt>
              <c:pt idx="125">
                <c:v>9.031573647115259</c:v>
              </c:pt>
              <c:pt idx="126">
                <c:v>9.031573647115259</c:v>
              </c:pt>
              <c:pt idx="127">
                <c:v>9.031573647115259</c:v>
              </c:pt>
              <c:pt idx="128">
                <c:v>9.031573647115259</c:v>
              </c:pt>
              <c:pt idx="129">
                <c:v>9.031573647115259</c:v>
              </c:pt>
              <c:pt idx="130">
                <c:v>9.031573647115259</c:v>
              </c:pt>
              <c:pt idx="131">
                <c:v>9.031573647115259</c:v>
              </c:pt>
              <c:pt idx="132">
                <c:v>9.031573647115259</c:v>
              </c:pt>
              <c:pt idx="133">
                <c:v>9.031573647115259</c:v>
              </c:pt>
              <c:pt idx="134">
                <c:v>9.031573647115259</c:v>
              </c:pt>
              <c:pt idx="135">
                <c:v>9.031573647115259</c:v>
              </c:pt>
              <c:pt idx="136">
                <c:v>9.031573647115259</c:v>
              </c:pt>
              <c:pt idx="137">
                <c:v>9.031573647115259</c:v>
              </c:pt>
              <c:pt idx="138">
                <c:v>9.031573647115259</c:v>
              </c:pt>
              <c:pt idx="139">
                <c:v>9.031573647115259</c:v>
              </c:pt>
              <c:pt idx="140">
                <c:v>9.031573647115259</c:v>
              </c:pt>
              <c:pt idx="141">
                <c:v>9.031573647115259</c:v>
              </c:pt>
              <c:pt idx="142">
                <c:v>9.031573647115259</c:v>
              </c:pt>
              <c:pt idx="143">
                <c:v>9.031573647115259</c:v>
              </c:pt>
              <c:pt idx="144">
                <c:v>9.031573647115259</c:v>
              </c:pt>
              <c:pt idx="145">
                <c:v>9.031573647115259</c:v>
              </c:pt>
              <c:pt idx="146">
                <c:v>9.031573647115259</c:v>
              </c:pt>
              <c:pt idx="147">
                <c:v>9.031573647115259</c:v>
              </c:pt>
              <c:pt idx="148">
                <c:v>9.031573647115259</c:v>
              </c:pt>
              <c:pt idx="149">
                <c:v>9.031573647115259</c:v>
              </c:pt>
              <c:pt idx="150">
                <c:v>9.031573647115259</c:v>
              </c:pt>
              <c:pt idx="151">
                <c:v>9.031573647115259</c:v>
              </c:pt>
              <c:pt idx="152">
                <c:v>9.031573647115259</c:v>
              </c:pt>
              <c:pt idx="153">
                <c:v>9.031573647115259</c:v>
              </c:pt>
              <c:pt idx="154">
                <c:v>9.031573647115259</c:v>
              </c:pt>
              <c:pt idx="155">
                <c:v>9.031573647115259</c:v>
              </c:pt>
              <c:pt idx="156">
                <c:v>9.031573647115259</c:v>
              </c:pt>
              <c:pt idx="157">
                <c:v>9.031573647115259</c:v>
              </c:pt>
              <c:pt idx="158">
                <c:v>9.031573647115259</c:v>
              </c:pt>
              <c:pt idx="159">
                <c:v>9.031573647115259</c:v>
              </c:pt>
              <c:pt idx="160">
                <c:v>9.031573647115259</c:v>
              </c:pt>
              <c:pt idx="161">
                <c:v>9.031573647115259</c:v>
              </c:pt>
              <c:pt idx="162">
                <c:v>9.031573647115259</c:v>
              </c:pt>
              <c:pt idx="163">
                <c:v>9.031573647115259</c:v>
              </c:pt>
              <c:pt idx="164">
                <c:v>9.031573647115259</c:v>
              </c:pt>
              <c:pt idx="165">
                <c:v>9.031573647115259</c:v>
              </c:pt>
              <c:pt idx="166">
                <c:v>9.031573647115259</c:v>
              </c:pt>
              <c:pt idx="167">
                <c:v>9.031573647115259</c:v>
              </c:pt>
              <c:pt idx="168">
                <c:v>9.031573647115259</c:v>
              </c:pt>
              <c:pt idx="169">
                <c:v>9.031573647115259</c:v>
              </c:pt>
              <c:pt idx="170">
                <c:v>9.031573647115259</c:v>
              </c:pt>
              <c:pt idx="171">
                <c:v>9.031573647115259</c:v>
              </c:pt>
              <c:pt idx="172">
                <c:v>9.031573647115259</c:v>
              </c:pt>
              <c:pt idx="173">
                <c:v>9.031573647115259</c:v>
              </c:pt>
              <c:pt idx="174">
                <c:v>9.031573647115259</c:v>
              </c:pt>
              <c:pt idx="175">
                <c:v>9.031573647115259</c:v>
              </c:pt>
              <c:pt idx="176">
                <c:v>9.031573647115259</c:v>
              </c:pt>
              <c:pt idx="177">
                <c:v>9.031573647115259</c:v>
              </c:pt>
              <c:pt idx="178">
                <c:v>9.031573647115259</c:v>
              </c:pt>
              <c:pt idx="179">
                <c:v>9.031573647115259</c:v>
              </c:pt>
              <c:pt idx="180">
                <c:v>9.031573647115259</c:v>
              </c:pt>
              <c:pt idx="181">
                <c:v>9.031573647115259</c:v>
              </c:pt>
              <c:pt idx="182">
                <c:v>9.031573647115259</c:v>
              </c:pt>
              <c:pt idx="183">
                <c:v>9.031573647115259</c:v>
              </c:pt>
              <c:pt idx="184">
                <c:v>9.031573647115259</c:v>
              </c:pt>
              <c:pt idx="185">
                <c:v>9.031573647115259</c:v>
              </c:pt>
              <c:pt idx="186">
                <c:v>9.031573647115259</c:v>
              </c:pt>
              <c:pt idx="187">
                <c:v>9.031573647115259</c:v>
              </c:pt>
              <c:pt idx="188">
                <c:v>9.031573647115259</c:v>
              </c:pt>
              <c:pt idx="189">
                <c:v>9.031573647115259</c:v>
              </c:pt>
              <c:pt idx="190">
                <c:v>9.031573647115259</c:v>
              </c:pt>
              <c:pt idx="191">
                <c:v>9.031573647115259</c:v>
              </c:pt>
              <c:pt idx="192">
                <c:v>9.031573647115259</c:v>
              </c:pt>
              <c:pt idx="193">
                <c:v>9.031573647115259</c:v>
              </c:pt>
              <c:pt idx="194">
                <c:v>9.031573647115259</c:v>
              </c:pt>
              <c:pt idx="195">
                <c:v>9.031573647115259</c:v>
              </c:pt>
              <c:pt idx="196">
                <c:v>9.031573647115259</c:v>
              </c:pt>
              <c:pt idx="197">
                <c:v>9.031573647115259</c:v>
              </c:pt>
              <c:pt idx="198">
                <c:v>9.031573647115259</c:v>
              </c:pt>
              <c:pt idx="199">
                <c:v>9.031573647115259</c:v>
              </c:pt>
              <c:pt idx="200">
                <c:v>9.031573647115259</c:v>
              </c:pt>
              <c:pt idx="201">
                <c:v>9.031573647115259</c:v>
              </c:pt>
              <c:pt idx="202">
                <c:v>9.031573647115259</c:v>
              </c:pt>
              <c:pt idx="203">
                <c:v>9.031573647115259</c:v>
              </c:pt>
              <c:pt idx="204">
                <c:v>9.031573647115259</c:v>
              </c:pt>
              <c:pt idx="205">
                <c:v>9.031573647115259</c:v>
              </c:pt>
              <c:pt idx="206">
                <c:v>9.031573647115259</c:v>
              </c:pt>
              <c:pt idx="207">
                <c:v>9.031573647115259</c:v>
              </c:pt>
              <c:pt idx="208">
                <c:v>9.031573647115259</c:v>
              </c:pt>
              <c:pt idx="209">
                <c:v>9.031573647115259</c:v>
              </c:pt>
              <c:pt idx="210">
                <c:v>9.031573647115259</c:v>
              </c:pt>
              <c:pt idx="211">
                <c:v>9.031573647115259</c:v>
              </c:pt>
              <c:pt idx="212">
                <c:v>9.031573647115259</c:v>
              </c:pt>
              <c:pt idx="213">
                <c:v>9.031573647115259</c:v>
              </c:pt>
              <c:pt idx="214">
                <c:v>9.031573647115259</c:v>
              </c:pt>
              <c:pt idx="215">
                <c:v>9.031573647115259</c:v>
              </c:pt>
              <c:pt idx="216">
                <c:v>9.031573647115259</c:v>
              </c:pt>
              <c:pt idx="217">
                <c:v>9.031573647115259</c:v>
              </c:pt>
              <c:pt idx="218">
                <c:v>9.031573647115259</c:v>
              </c:pt>
              <c:pt idx="219">
                <c:v>9.031573647115259</c:v>
              </c:pt>
              <c:pt idx="220">
                <c:v>9.031573647115259</c:v>
              </c:pt>
              <c:pt idx="221">
                <c:v>9.031573647115259</c:v>
              </c:pt>
              <c:pt idx="222">
                <c:v>9.031573647115259</c:v>
              </c:pt>
              <c:pt idx="223">
                <c:v>9.031573647115259</c:v>
              </c:pt>
              <c:pt idx="224">
                <c:v>9.031573647115259</c:v>
              </c:pt>
              <c:pt idx="225">
                <c:v>9.031573647115259</c:v>
              </c:pt>
              <c:pt idx="226">
                <c:v>9.031573647115259</c:v>
              </c:pt>
              <c:pt idx="227">
                <c:v>9.031573647115259</c:v>
              </c:pt>
              <c:pt idx="228">
                <c:v>9.031573647115259</c:v>
              </c:pt>
              <c:pt idx="229">
                <c:v>9.031573647115259</c:v>
              </c:pt>
              <c:pt idx="230">
                <c:v>9.031573647115259</c:v>
              </c:pt>
              <c:pt idx="231">
                <c:v>9.031573647115259</c:v>
              </c:pt>
              <c:pt idx="232">
                <c:v>9.031573647115259</c:v>
              </c:pt>
              <c:pt idx="233">
                <c:v>9.031573647115259</c:v>
              </c:pt>
              <c:pt idx="234">
                <c:v>9.031573647115259</c:v>
              </c:pt>
              <c:pt idx="235">
                <c:v>9.031573647115259</c:v>
              </c:pt>
              <c:pt idx="236">
                <c:v>9.031573647115259</c:v>
              </c:pt>
              <c:pt idx="237">
                <c:v>9.031573647115259</c:v>
              </c:pt>
              <c:pt idx="238">
                <c:v>9.031573647115259</c:v>
              </c:pt>
              <c:pt idx="239">
                <c:v>9.031573647115259</c:v>
              </c:pt>
              <c:pt idx="240">
                <c:v>9.031573647115259</c:v>
              </c:pt>
              <c:pt idx="241">
                <c:v>9.031573647115259</c:v>
              </c:pt>
              <c:pt idx="242">
                <c:v>9.031573647115259</c:v>
              </c:pt>
              <c:pt idx="243">
                <c:v>9.031573647115259</c:v>
              </c:pt>
              <c:pt idx="244">
                <c:v>9.031573647115259</c:v>
              </c:pt>
              <c:pt idx="245">
                <c:v>9.031573647115259</c:v>
              </c:pt>
              <c:pt idx="246">
                <c:v>9.031573647115259</c:v>
              </c:pt>
              <c:pt idx="247">
                <c:v>9.031573647115259</c:v>
              </c:pt>
              <c:pt idx="248">
                <c:v>9.031573647115259</c:v>
              </c:pt>
              <c:pt idx="249">
                <c:v>9.031573647115259</c:v>
              </c:pt>
              <c:pt idx="250">
                <c:v>9.031573647115259</c:v>
              </c:pt>
              <c:pt idx="251">
                <c:v>9.031573647115259</c:v>
              </c:pt>
              <c:pt idx="252">
                <c:v>9.031573647115259</c:v>
              </c:pt>
              <c:pt idx="253">
                <c:v>9.031573647115259</c:v>
              </c:pt>
              <c:pt idx="254">
                <c:v>9.031573647115259</c:v>
              </c:pt>
              <c:pt idx="255">
                <c:v>9.031573647115259</c:v>
              </c:pt>
              <c:pt idx="256">
                <c:v>9.031573647115259</c:v>
              </c:pt>
              <c:pt idx="257">
                <c:v>9.031573647115259</c:v>
              </c:pt>
              <c:pt idx="258">
                <c:v>9.031573647115259</c:v>
              </c:pt>
              <c:pt idx="259">
                <c:v>9.031573647115259</c:v>
              </c:pt>
              <c:pt idx="260">
                <c:v>9.031573647115259</c:v>
              </c:pt>
              <c:pt idx="261">
                <c:v>9.031573647115259</c:v>
              </c:pt>
              <c:pt idx="262">
                <c:v>9.031573647115259</c:v>
              </c:pt>
              <c:pt idx="263">
                <c:v>9.031573647115259</c:v>
              </c:pt>
              <c:pt idx="264">
                <c:v>9.031573647115259</c:v>
              </c:pt>
              <c:pt idx="265">
                <c:v>9.031573647115259</c:v>
              </c:pt>
              <c:pt idx="266">
                <c:v>9.031573647115259</c:v>
              </c:pt>
              <c:pt idx="267">
                <c:v>9.031573647115259</c:v>
              </c:pt>
              <c:pt idx="268">
                <c:v>9.031573647115259</c:v>
              </c:pt>
              <c:pt idx="269">
                <c:v>9.031573647115259</c:v>
              </c:pt>
              <c:pt idx="270">
                <c:v>9.031573647115259</c:v>
              </c:pt>
              <c:pt idx="271">
                <c:v>9.031573647115259</c:v>
              </c:pt>
              <c:pt idx="272">
                <c:v>9.031573647115259</c:v>
              </c:pt>
              <c:pt idx="273">
                <c:v>9.031573647115259</c:v>
              </c:pt>
              <c:pt idx="274">
                <c:v>9.031573647115259</c:v>
              </c:pt>
              <c:pt idx="275">
                <c:v>9.031573647115259</c:v>
              </c:pt>
              <c:pt idx="276">
                <c:v>9.031573647115259</c:v>
              </c:pt>
              <c:pt idx="277">
                <c:v>9.031573647115259</c:v>
              </c:pt>
              <c:pt idx="278">
                <c:v>9.031573647115259</c:v>
              </c:pt>
              <c:pt idx="279">
                <c:v>9.031573647115259</c:v>
              </c:pt>
              <c:pt idx="280">
                <c:v>9.031573647115259</c:v>
              </c:pt>
              <c:pt idx="281">
                <c:v>9.031573647115259</c:v>
              </c:pt>
              <c:pt idx="282">
                <c:v>9.031573647115259</c:v>
              </c:pt>
              <c:pt idx="283">
                <c:v>9.031573647115259</c:v>
              </c:pt>
              <c:pt idx="284">
                <c:v>9.031573647115259</c:v>
              </c:pt>
              <c:pt idx="285">
                <c:v>9.031573647115259</c:v>
              </c:pt>
              <c:pt idx="286">
                <c:v>9.031573647115259</c:v>
              </c:pt>
              <c:pt idx="287">
                <c:v>9.031573647115259</c:v>
              </c:pt>
              <c:pt idx="288">
                <c:v>9.031573647115259</c:v>
              </c:pt>
              <c:pt idx="289">
                <c:v>9.031573647115259</c:v>
              </c:pt>
              <c:pt idx="290">
                <c:v>9.031573647115259</c:v>
              </c:pt>
              <c:pt idx="291">
                <c:v>9.031573647115259</c:v>
              </c:pt>
              <c:pt idx="292">
                <c:v>9.031573647115259</c:v>
              </c:pt>
              <c:pt idx="293">
                <c:v>9.031573647115259</c:v>
              </c:pt>
              <c:pt idx="294">
                <c:v>9.031573647115259</c:v>
              </c:pt>
              <c:pt idx="295">
                <c:v>9.031573647115259</c:v>
              </c:pt>
              <c:pt idx="296">
                <c:v>9.031573647115259</c:v>
              </c:pt>
              <c:pt idx="297">
                <c:v>9.031573647115259</c:v>
              </c:pt>
              <c:pt idx="298">
                <c:v>9.031573647115259</c:v>
              </c:pt>
              <c:pt idx="299">
                <c:v>9.031573647115259</c:v>
              </c:pt>
              <c:pt idx="300">
                <c:v>9.031573647115259</c:v>
              </c:pt>
              <c:pt idx="301">
                <c:v>9.031573647115259</c:v>
              </c:pt>
              <c:pt idx="302">
                <c:v>9.031573647115259</c:v>
              </c:pt>
              <c:pt idx="303">
                <c:v>9.031573647115259</c:v>
              </c:pt>
              <c:pt idx="304">
                <c:v>9.031573647115259</c:v>
              </c:pt>
              <c:pt idx="305">
                <c:v>9.031573647115259</c:v>
              </c:pt>
              <c:pt idx="306">
                <c:v>9.031573647115259</c:v>
              </c:pt>
              <c:pt idx="307">
                <c:v>9.031573647115259</c:v>
              </c:pt>
              <c:pt idx="308">
                <c:v>9.031573647115259</c:v>
              </c:pt>
              <c:pt idx="309">
                <c:v>9.031573647115259</c:v>
              </c:pt>
              <c:pt idx="310">
                <c:v>9.031573647115259</c:v>
              </c:pt>
              <c:pt idx="311">
                <c:v>9.031573647115259</c:v>
              </c:pt>
              <c:pt idx="312">
                <c:v>9.031573647115259</c:v>
              </c:pt>
              <c:pt idx="313">
                <c:v>9.031573647115259</c:v>
              </c:pt>
              <c:pt idx="314">
                <c:v>9.031573647115259</c:v>
              </c:pt>
              <c:pt idx="315">
                <c:v>9.031573647115259</c:v>
              </c:pt>
              <c:pt idx="316">
                <c:v>9.031573647115259</c:v>
              </c:pt>
              <c:pt idx="317">
                <c:v>9.031573647115259</c:v>
              </c:pt>
              <c:pt idx="318">
                <c:v>9.031573647115259</c:v>
              </c:pt>
              <c:pt idx="319">
                <c:v>9.031573647115259</c:v>
              </c:pt>
              <c:pt idx="320">
                <c:v>9.031573647115259</c:v>
              </c:pt>
              <c:pt idx="321">
                <c:v>9.031573647115259</c:v>
              </c:pt>
              <c:pt idx="322">
                <c:v>9.031573647115259</c:v>
              </c:pt>
              <c:pt idx="323">
                <c:v>9.031573647115259</c:v>
              </c:pt>
              <c:pt idx="324">
                <c:v>9.031573647115259</c:v>
              </c:pt>
              <c:pt idx="325">
                <c:v>9.031573647115259</c:v>
              </c:pt>
              <c:pt idx="326">
                <c:v>9.031573647115259</c:v>
              </c:pt>
              <c:pt idx="327">
                <c:v>9.031573647115259</c:v>
              </c:pt>
              <c:pt idx="328">
                <c:v>9.031573647115259</c:v>
              </c:pt>
              <c:pt idx="329">
                <c:v>9.031573647115259</c:v>
              </c:pt>
              <c:pt idx="330">
                <c:v>9.031573647115259</c:v>
              </c:pt>
              <c:pt idx="331">
                <c:v>9.031573647115259</c:v>
              </c:pt>
              <c:pt idx="332">
                <c:v>9.031573647115259</c:v>
              </c:pt>
              <c:pt idx="333">
                <c:v>9.031573647115259</c:v>
              </c:pt>
              <c:pt idx="334">
                <c:v>9.031573647115259</c:v>
              </c:pt>
              <c:pt idx="335">
                <c:v>9.031573647115259</c:v>
              </c:pt>
              <c:pt idx="336">
                <c:v>9.031573647115259</c:v>
              </c:pt>
              <c:pt idx="337">
                <c:v>9.031573647115259</c:v>
              </c:pt>
              <c:pt idx="338">
                <c:v>9.031573647115259</c:v>
              </c:pt>
              <c:pt idx="339">
                <c:v>9.031573647115259</c:v>
              </c:pt>
              <c:pt idx="340">
                <c:v>9.031573647115259</c:v>
              </c:pt>
              <c:pt idx="341">
                <c:v>9.031573647115259</c:v>
              </c:pt>
              <c:pt idx="342">
                <c:v>9.031573647115259</c:v>
              </c:pt>
              <c:pt idx="343">
                <c:v>9.031573647115259</c:v>
              </c:pt>
              <c:pt idx="344">
                <c:v>9.031573647115259</c:v>
              </c:pt>
              <c:pt idx="345">
                <c:v>9.031573647115259</c:v>
              </c:pt>
              <c:pt idx="346">
                <c:v>9.031573647115259</c:v>
              </c:pt>
              <c:pt idx="347">
                <c:v>9.031573647115259</c:v>
              </c:pt>
              <c:pt idx="348">
                <c:v>9.031573647115259</c:v>
              </c:pt>
              <c:pt idx="349">
                <c:v>9.031573647115259</c:v>
              </c:pt>
              <c:pt idx="350">
                <c:v>9.031573647115259</c:v>
              </c:pt>
              <c:pt idx="351">
                <c:v>9.031573647115259</c:v>
              </c:pt>
              <c:pt idx="352">
                <c:v>9.031573647115259</c:v>
              </c:pt>
              <c:pt idx="353">
                <c:v>9.031573647115259</c:v>
              </c:pt>
              <c:pt idx="354">
                <c:v>9.031573647115259</c:v>
              </c:pt>
              <c:pt idx="355">
                <c:v>9.031573647115259</c:v>
              </c:pt>
              <c:pt idx="356">
                <c:v>9.031573647115259</c:v>
              </c:pt>
              <c:pt idx="357">
                <c:v>9.031573647115259</c:v>
              </c:pt>
              <c:pt idx="358">
                <c:v>9.031573647115259</c:v>
              </c:pt>
              <c:pt idx="359">
                <c:v>9.031573647115259</c:v>
              </c:pt>
              <c:pt idx="360">
                <c:v>9.031573647115259</c:v>
              </c:pt>
              <c:pt idx="361">
                <c:v>9.031573647115259</c:v>
              </c:pt>
              <c:pt idx="362">
                <c:v>9.031573647115259</c:v>
              </c:pt>
              <c:pt idx="363">
                <c:v>9.031573647115259</c:v>
              </c:pt>
              <c:pt idx="364">
                <c:v>9.031573647115259</c:v>
              </c:pt>
              <c:pt idx="365">
                <c:v>9.031573647115259</c:v>
              </c:pt>
              <c:pt idx="366">
                <c:v>9.031573647115259</c:v>
              </c:pt>
              <c:pt idx="367">
                <c:v>9.031573647115259</c:v>
              </c:pt>
              <c:pt idx="368">
                <c:v>9.031573647115259</c:v>
              </c:pt>
              <c:pt idx="369">
                <c:v>9.031573647115259</c:v>
              </c:pt>
              <c:pt idx="370">
                <c:v>9.031573647115259</c:v>
              </c:pt>
              <c:pt idx="371">
                <c:v>9.031573647115259</c:v>
              </c:pt>
              <c:pt idx="372">
                <c:v>9.031573647115259</c:v>
              </c:pt>
              <c:pt idx="373">
                <c:v>9.031573647115259</c:v>
              </c:pt>
              <c:pt idx="374">
                <c:v>9.031573647115259</c:v>
              </c:pt>
              <c:pt idx="375">
                <c:v>9.031573647115259</c:v>
              </c:pt>
              <c:pt idx="376">
                <c:v>9.031573647115259</c:v>
              </c:pt>
              <c:pt idx="377">
                <c:v>9.031573647115259</c:v>
              </c:pt>
              <c:pt idx="378">
                <c:v>9.031573647115259</c:v>
              </c:pt>
              <c:pt idx="379">
                <c:v>9.031573647115259</c:v>
              </c:pt>
              <c:pt idx="380">
                <c:v>9.031573647115259</c:v>
              </c:pt>
              <c:pt idx="381">
                <c:v>9.031573647115259</c:v>
              </c:pt>
              <c:pt idx="382">
                <c:v>9.031573647115259</c:v>
              </c:pt>
              <c:pt idx="383">
                <c:v>9.031573647115259</c:v>
              </c:pt>
              <c:pt idx="384">
                <c:v>9.031573647115259</c:v>
              </c:pt>
              <c:pt idx="385">
                <c:v>9.031573647115259</c:v>
              </c:pt>
              <c:pt idx="386">
                <c:v>9.031573647115259</c:v>
              </c:pt>
              <c:pt idx="387">
                <c:v>9.031573647115259</c:v>
              </c:pt>
              <c:pt idx="388">
                <c:v>9.031573647115259</c:v>
              </c:pt>
              <c:pt idx="389">
                <c:v>9.031573647115259</c:v>
              </c:pt>
              <c:pt idx="390">
                <c:v>9.031573647115259</c:v>
              </c:pt>
              <c:pt idx="391">
                <c:v>9.031573647115259</c:v>
              </c:pt>
              <c:pt idx="392">
                <c:v>9.031573647115259</c:v>
              </c:pt>
              <c:pt idx="393">
                <c:v>9.031573647115259</c:v>
              </c:pt>
              <c:pt idx="394">
                <c:v>9.031573647115259</c:v>
              </c:pt>
              <c:pt idx="395">
                <c:v>9.031573647115259</c:v>
              </c:pt>
              <c:pt idx="396">
                <c:v>9.031573647115259</c:v>
              </c:pt>
              <c:pt idx="397">
                <c:v>9.031573647115259</c:v>
              </c:pt>
              <c:pt idx="398">
                <c:v>9.031573647115259</c:v>
              </c:pt>
              <c:pt idx="399">
                <c:v>9.031573647115259</c:v>
              </c:pt>
              <c:pt idx="400">
                <c:v>9.031573647115259</c:v>
              </c:pt>
              <c:pt idx="401">
                <c:v>9.031573647115259</c:v>
              </c:pt>
              <c:pt idx="402">
                <c:v>9.031573647115259</c:v>
              </c:pt>
              <c:pt idx="403">
                <c:v>9.031573647115259</c:v>
              </c:pt>
              <c:pt idx="404">
                <c:v>9.031573647115259</c:v>
              </c:pt>
              <c:pt idx="405">
                <c:v>9.031573647115259</c:v>
              </c:pt>
              <c:pt idx="406">
                <c:v>9.031573647115259</c:v>
              </c:pt>
              <c:pt idx="407">
                <c:v>9.031573647115259</c:v>
              </c:pt>
              <c:pt idx="408">
                <c:v>9.031573647115259</c:v>
              </c:pt>
              <c:pt idx="409">
                <c:v>9.031573647115259</c:v>
              </c:pt>
              <c:pt idx="410">
                <c:v>9.031573647115259</c:v>
              </c:pt>
              <c:pt idx="411">
                <c:v>9.031573647115259</c:v>
              </c:pt>
            </c:numLit>
          </c:xVal>
          <c:yVal>
            <c:numLit>
              <c:formatCode>0.0</c:formatCode>
              <c:ptCount val="412"/>
              <c:pt idx="0">
                <c:v>0.13203880275870133</c:v>
              </c:pt>
              <c:pt idx="1">
                <c:v>0.13203880275870133</c:v>
              </c:pt>
              <c:pt idx="2">
                <c:v>0.13203880275870133</c:v>
              </c:pt>
              <c:pt idx="3">
                <c:v>0.13203880275870133</c:v>
              </c:pt>
              <c:pt idx="4">
                <c:v>0.13203880275870133</c:v>
              </c:pt>
              <c:pt idx="5">
                <c:v>0.13203880275870133</c:v>
              </c:pt>
              <c:pt idx="6">
                <c:v>0.13203880275870133</c:v>
              </c:pt>
              <c:pt idx="7">
                <c:v>0.13203880275870133</c:v>
              </c:pt>
              <c:pt idx="8">
                <c:v>0.13203880275870133</c:v>
              </c:pt>
              <c:pt idx="9">
                <c:v>0.13203880275870133</c:v>
              </c:pt>
              <c:pt idx="10">
                <c:v>0.13203880275870133</c:v>
              </c:pt>
              <c:pt idx="11">
                <c:v>0.13203880275870133</c:v>
              </c:pt>
              <c:pt idx="12">
                <c:v>0.13203880275870133</c:v>
              </c:pt>
              <c:pt idx="13">
                <c:v>0.13203880275870133</c:v>
              </c:pt>
              <c:pt idx="14">
                <c:v>0.13203880275870133</c:v>
              </c:pt>
              <c:pt idx="15">
                <c:v>0.13203880275870133</c:v>
              </c:pt>
              <c:pt idx="16">
                <c:v>0.13203880275870133</c:v>
              </c:pt>
              <c:pt idx="17">
                <c:v>0.13203880275870133</c:v>
              </c:pt>
              <c:pt idx="18">
                <c:v>0.13203880275870133</c:v>
              </c:pt>
              <c:pt idx="19">
                <c:v>0.13203880275870133</c:v>
              </c:pt>
              <c:pt idx="20">
                <c:v>0.13203880275870133</c:v>
              </c:pt>
              <c:pt idx="21">
                <c:v>0.13203880275870133</c:v>
              </c:pt>
              <c:pt idx="22">
                <c:v>0.13203880275870133</c:v>
              </c:pt>
              <c:pt idx="23">
                <c:v>0.13203880275870133</c:v>
              </c:pt>
              <c:pt idx="24">
                <c:v>0.13203880275870133</c:v>
              </c:pt>
              <c:pt idx="25">
                <c:v>0.13203880275870133</c:v>
              </c:pt>
              <c:pt idx="26">
                <c:v>0.13203880275870133</c:v>
              </c:pt>
              <c:pt idx="27">
                <c:v>0.13203880275870133</c:v>
              </c:pt>
              <c:pt idx="28">
                <c:v>0.13203880275870133</c:v>
              </c:pt>
              <c:pt idx="29">
                <c:v>0.13203880275870133</c:v>
              </c:pt>
              <c:pt idx="30">
                <c:v>0.13203880275870133</c:v>
              </c:pt>
              <c:pt idx="31">
                <c:v>0.13203880275870133</c:v>
              </c:pt>
              <c:pt idx="32">
                <c:v>0.13203880275870133</c:v>
              </c:pt>
              <c:pt idx="33">
                <c:v>0.13203880275870133</c:v>
              </c:pt>
              <c:pt idx="34">
                <c:v>0.13203880275870133</c:v>
              </c:pt>
              <c:pt idx="35">
                <c:v>0.13203880275870133</c:v>
              </c:pt>
              <c:pt idx="36">
                <c:v>0.13203880275870133</c:v>
              </c:pt>
              <c:pt idx="37">
                <c:v>0.13203880275870133</c:v>
              </c:pt>
              <c:pt idx="38">
                <c:v>0.13203880275870133</c:v>
              </c:pt>
              <c:pt idx="39">
                <c:v>0.13203880275870133</c:v>
              </c:pt>
              <c:pt idx="40">
                <c:v>0.13203880275870133</c:v>
              </c:pt>
              <c:pt idx="41">
                <c:v>0.13203880275870133</c:v>
              </c:pt>
              <c:pt idx="42">
                <c:v>0.13203880275870133</c:v>
              </c:pt>
              <c:pt idx="43">
                <c:v>0.13203880275870133</c:v>
              </c:pt>
              <c:pt idx="44">
                <c:v>0.13203880275870133</c:v>
              </c:pt>
              <c:pt idx="45">
                <c:v>0.13203880275870133</c:v>
              </c:pt>
              <c:pt idx="46">
                <c:v>0.13203880275870133</c:v>
              </c:pt>
              <c:pt idx="47">
                <c:v>0.13203880275870133</c:v>
              </c:pt>
              <c:pt idx="48">
                <c:v>0.13203880275870133</c:v>
              </c:pt>
              <c:pt idx="49">
                <c:v>0.13203880275870133</c:v>
              </c:pt>
              <c:pt idx="50">
                <c:v>0.13203880275870133</c:v>
              </c:pt>
              <c:pt idx="51">
                <c:v>0.13203880275870133</c:v>
              </c:pt>
              <c:pt idx="52">
                <c:v>0.13203880275870133</c:v>
              </c:pt>
              <c:pt idx="53">
                <c:v>0.13203880275870133</c:v>
              </c:pt>
              <c:pt idx="54">
                <c:v>0.13203880275870133</c:v>
              </c:pt>
              <c:pt idx="55">
                <c:v>0.13203880275870133</c:v>
              </c:pt>
              <c:pt idx="56">
                <c:v>0.13203880275870133</c:v>
              </c:pt>
              <c:pt idx="57">
                <c:v>0.13203880275870133</c:v>
              </c:pt>
              <c:pt idx="58">
                <c:v>0.13203880275870133</c:v>
              </c:pt>
              <c:pt idx="59">
                <c:v>0.13203880275870133</c:v>
              </c:pt>
              <c:pt idx="60">
                <c:v>0.13203880275870133</c:v>
              </c:pt>
              <c:pt idx="61">
                <c:v>0.13203880275870133</c:v>
              </c:pt>
              <c:pt idx="62">
                <c:v>0.13203880275870133</c:v>
              </c:pt>
              <c:pt idx="63">
                <c:v>0.13203880275870133</c:v>
              </c:pt>
              <c:pt idx="64">
                <c:v>0.13203880275870133</c:v>
              </c:pt>
              <c:pt idx="65">
                <c:v>0.13203880275870133</c:v>
              </c:pt>
              <c:pt idx="66">
                <c:v>0.13203880275870133</c:v>
              </c:pt>
              <c:pt idx="67">
                <c:v>0.13203880275870133</c:v>
              </c:pt>
              <c:pt idx="68">
                <c:v>0.13203880275870133</c:v>
              </c:pt>
              <c:pt idx="69">
                <c:v>0.13203880275870133</c:v>
              </c:pt>
              <c:pt idx="70">
                <c:v>0.13203880275870133</c:v>
              </c:pt>
              <c:pt idx="71">
                <c:v>0.13203880275870133</c:v>
              </c:pt>
              <c:pt idx="72">
                <c:v>0.13203880275870133</c:v>
              </c:pt>
              <c:pt idx="73">
                <c:v>0.13203880275870133</c:v>
              </c:pt>
              <c:pt idx="74">
                <c:v>0.13203880275870133</c:v>
              </c:pt>
              <c:pt idx="75">
                <c:v>0.13203880275870133</c:v>
              </c:pt>
              <c:pt idx="76">
                <c:v>0.13203880275870133</c:v>
              </c:pt>
              <c:pt idx="77">
                <c:v>0.13203880275870133</c:v>
              </c:pt>
              <c:pt idx="78">
                <c:v>0.13203880275870133</c:v>
              </c:pt>
              <c:pt idx="79">
                <c:v>0.13203880275870133</c:v>
              </c:pt>
              <c:pt idx="80">
                <c:v>0.13203880275870133</c:v>
              </c:pt>
              <c:pt idx="81">
                <c:v>0.13203880275870133</c:v>
              </c:pt>
              <c:pt idx="82">
                <c:v>0.13203880275870133</c:v>
              </c:pt>
              <c:pt idx="83">
                <c:v>0.13203880275870133</c:v>
              </c:pt>
              <c:pt idx="84">
                <c:v>0.13203880275870133</c:v>
              </c:pt>
              <c:pt idx="85">
                <c:v>0.13203880275870133</c:v>
              </c:pt>
              <c:pt idx="86">
                <c:v>0.13203880275870133</c:v>
              </c:pt>
              <c:pt idx="87">
                <c:v>0.13203880275870133</c:v>
              </c:pt>
              <c:pt idx="88">
                <c:v>0.13203880275870133</c:v>
              </c:pt>
              <c:pt idx="89">
                <c:v>0.13203880275870133</c:v>
              </c:pt>
              <c:pt idx="90">
                <c:v>0.13203880275870133</c:v>
              </c:pt>
              <c:pt idx="91">
                <c:v>0.13203880275870133</c:v>
              </c:pt>
              <c:pt idx="92">
                <c:v>0.13203880275870133</c:v>
              </c:pt>
              <c:pt idx="93">
                <c:v>0.13203880275870133</c:v>
              </c:pt>
              <c:pt idx="94">
                <c:v>0.13203880275870133</c:v>
              </c:pt>
              <c:pt idx="95">
                <c:v>0.13203880275870133</c:v>
              </c:pt>
              <c:pt idx="96">
                <c:v>0.13203880275870133</c:v>
              </c:pt>
              <c:pt idx="97">
                <c:v>0.13203880275870133</c:v>
              </c:pt>
              <c:pt idx="98">
                <c:v>0.13203880275870133</c:v>
              </c:pt>
              <c:pt idx="99">
                <c:v>0.13203880275870133</c:v>
              </c:pt>
              <c:pt idx="100">
                <c:v>0.13203880275870133</c:v>
              </c:pt>
              <c:pt idx="101">
                <c:v>0.13203880275870133</c:v>
              </c:pt>
              <c:pt idx="102">
                <c:v>0.13203880275870133</c:v>
              </c:pt>
              <c:pt idx="103">
                <c:v>0.13203880275870133</c:v>
              </c:pt>
              <c:pt idx="104">
                <c:v>0.13203880275870133</c:v>
              </c:pt>
              <c:pt idx="105">
                <c:v>0.13203880275870133</c:v>
              </c:pt>
              <c:pt idx="106">
                <c:v>0.13203880275870133</c:v>
              </c:pt>
              <c:pt idx="107">
                <c:v>0.13203880275870133</c:v>
              </c:pt>
              <c:pt idx="108">
                <c:v>0.13203880275870133</c:v>
              </c:pt>
              <c:pt idx="109">
                <c:v>0.13203880275870133</c:v>
              </c:pt>
              <c:pt idx="110">
                <c:v>0.13203880275870133</c:v>
              </c:pt>
              <c:pt idx="111">
                <c:v>0.13203880275870133</c:v>
              </c:pt>
              <c:pt idx="112">
                <c:v>0.13203880275870133</c:v>
              </c:pt>
              <c:pt idx="113">
                <c:v>0.13203880275870133</c:v>
              </c:pt>
              <c:pt idx="114">
                <c:v>0.13203880275870133</c:v>
              </c:pt>
              <c:pt idx="115">
                <c:v>0.13203880275870133</c:v>
              </c:pt>
              <c:pt idx="116">
                <c:v>0.13203880275870133</c:v>
              </c:pt>
              <c:pt idx="117">
                <c:v>0.13203880275870133</c:v>
              </c:pt>
              <c:pt idx="118">
                <c:v>0.13203880275870133</c:v>
              </c:pt>
              <c:pt idx="119">
                <c:v>0.13203880275870133</c:v>
              </c:pt>
              <c:pt idx="120">
                <c:v>0.13203880275870133</c:v>
              </c:pt>
              <c:pt idx="121">
                <c:v>0.13203880275870133</c:v>
              </c:pt>
              <c:pt idx="122">
                <c:v>0.13203880275870133</c:v>
              </c:pt>
              <c:pt idx="123">
                <c:v>0.13203880275870133</c:v>
              </c:pt>
              <c:pt idx="124">
                <c:v>0.13203880275870133</c:v>
              </c:pt>
              <c:pt idx="125">
                <c:v>0.13203880275870133</c:v>
              </c:pt>
              <c:pt idx="126">
                <c:v>0.13203880275870133</c:v>
              </c:pt>
              <c:pt idx="127">
                <c:v>0.13203880275870133</c:v>
              </c:pt>
              <c:pt idx="128">
                <c:v>0.13203880275870133</c:v>
              </c:pt>
              <c:pt idx="129">
                <c:v>0.13203880275870133</c:v>
              </c:pt>
              <c:pt idx="130">
                <c:v>0.13203880275870133</c:v>
              </c:pt>
              <c:pt idx="131">
                <c:v>0.13203880275870133</c:v>
              </c:pt>
              <c:pt idx="132">
                <c:v>0.13203880275870133</c:v>
              </c:pt>
              <c:pt idx="133">
                <c:v>0.13203880275870133</c:v>
              </c:pt>
              <c:pt idx="134">
                <c:v>0.13203880275870133</c:v>
              </c:pt>
              <c:pt idx="135">
                <c:v>0.13203880275870133</c:v>
              </c:pt>
              <c:pt idx="136">
                <c:v>0.13203880275870133</c:v>
              </c:pt>
              <c:pt idx="137">
                <c:v>0.13203880275870133</c:v>
              </c:pt>
              <c:pt idx="138">
                <c:v>0.13203880275870133</c:v>
              </c:pt>
              <c:pt idx="139">
                <c:v>0.13203880275870133</c:v>
              </c:pt>
              <c:pt idx="140">
                <c:v>0.13203880275870133</c:v>
              </c:pt>
              <c:pt idx="141">
                <c:v>0.13203880275870133</c:v>
              </c:pt>
              <c:pt idx="142">
                <c:v>0.13203880275870133</c:v>
              </c:pt>
              <c:pt idx="143">
                <c:v>0.13203880275870133</c:v>
              </c:pt>
              <c:pt idx="144">
                <c:v>0.13203880275870133</c:v>
              </c:pt>
              <c:pt idx="145">
                <c:v>0.13203880275870133</c:v>
              </c:pt>
              <c:pt idx="146">
                <c:v>0.13203880275870133</c:v>
              </c:pt>
              <c:pt idx="147">
                <c:v>0.13203880275870133</c:v>
              </c:pt>
              <c:pt idx="148">
                <c:v>0.13203880275870133</c:v>
              </c:pt>
              <c:pt idx="149">
                <c:v>0.13203880275870133</c:v>
              </c:pt>
              <c:pt idx="150">
                <c:v>0.13203880275870133</c:v>
              </c:pt>
              <c:pt idx="151">
                <c:v>0.13203880275870133</c:v>
              </c:pt>
              <c:pt idx="152">
                <c:v>0.13203880275870133</c:v>
              </c:pt>
              <c:pt idx="153">
                <c:v>0.13203880275870133</c:v>
              </c:pt>
              <c:pt idx="154">
                <c:v>0.13203880275870133</c:v>
              </c:pt>
              <c:pt idx="155">
                <c:v>0.13203880275870133</c:v>
              </c:pt>
              <c:pt idx="156">
                <c:v>0.13203880275870133</c:v>
              </c:pt>
              <c:pt idx="157">
                <c:v>0.13203880275870133</c:v>
              </c:pt>
              <c:pt idx="158">
                <c:v>0.13203880275870133</c:v>
              </c:pt>
              <c:pt idx="159">
                <c:v>0.13203880275870133</c:v>
              </c:pt>
              <c:pt idx="160">
                <c:v>0.13203880275870133</c:v>
              </c:pt>
              <c:pt idx="161">
                <c:v>0.13203880275870133</c:v>
              </c:pt>
              <c:pt idx="162">
                <c:v>0.13203880275870133</c:v>
              </c:pt>
              <c:pt idx="163">
                <c:v>0.13203880275870133</c:v>
              </c:pt>
              <c:pt idx="164">
                <c:v>0.13203880275870133</c:v>
              </c:pt>
              <c:pt idx="165">
                <c:v>0.13203880275870133</c:v>
              </c:pt>
              <c:pt idx="166">
                <c:v>0.13203880275870133</c:v>
              </c:pt>
              <c:pt idx="167">
                <c:v>0.13203880275870133</c:v>
              </c:pt>
              <c:pt idx="168">
                <c:v>0.13203880275870133</c:v>
              </c:pt>
              <c:pt idx="169">
                <c:v>0.13203880275870133</c:v>
              </c:pt>
              <c:pt idx="170">
                <c:v>0.13203880275870133</c:v>
              </c:pt>
              <c:pt idx="171">
                <c:v>0.13203880275870133</c:v>
              </c:pt>
              <c:pt idx="172">
                <c:v>0.13203880275870133</c:v>
              </c:pt>
              <c:pt idx="173">
                <c:v>0.13203880275870133</c:v>
              </c:pt>
              <c:pt idx="174">
                <c:v>0.13203880275870133</c:v>
              </c:pt>
              <c:pt idx="175">
                <c:v>0.13203880275870133</c:v>
              </c:pt>
              <c:pt idx="176">
                <c:v>0.13203880275870133</c:v>
              </c:pt>
              <c:pt idx="177">
                <c:v>0.13203880275870133</c:v>
              </c:pt>
              <c:pt idx="178">
                <c:v>0.13203880275870133</c:v>
              </c:pt>
              <c:pt idx="179">
                <c:v>0.13203880275870133</c:v>
              </c:pt>
              <c:pt idx="180">
                <c:v>0.13203880275870133</c:v>
              </c:pt>
              <c:pt idx="181">
                <c:v>0.13203880275870133</c:v>
              </c:pt>
              <c:pt idx="182">
                <c:v>0.13203880275870133</c:v>
              </c:pt>
              <c:pt idx="183">
                <c:v>0.13203880275870133</c:v>
              </c:pt>
              <c:pt idx="184">
                <c:v>0.13203880275870133</c:v>
              </c:pt>
              <c:pt idx="185">
                <c:v>0.13203880275870133</c:v>
              </c:pt>
              <c:pt idx="186">
                <c:v>0.13203880275870133</c:v>
              </c:pt>
              <c:pt idx="187">
                <c:v>0.13203880275870133</c:v>
              </c:pt>
              <c:pt idx="188">
                <c:v>0.13203880275870133</c:v>
              </c:pt>
              <c:pt idx="189">
                <c:v>0.13203880275870133</c:v>
              </c:pt>
              <c:pt idx="190">
                <c:v>0.13203880275870133</c:v>
              </c:pt>
              <c:pt idx="191">
                <c:v>0.13203880275870133</c:v>
              </c:pt>
              <c:pt idx="192">
                <c:v>0.13203880275870133</c:v>
              </c:pt>
              <c:pt idx="193">
                <c:v>0.13203880275870133</c:v>
              </c:pt>
              <c:pt idx="194">
                <c:v>0.13203880275870133</c:v>
              </c:pt>
              <c:pt idx="195">
                <c:v>0.13203880275870133</c:v>
              </c:pt>
              <c:pt idx="196">
                <c:v>0.13203880275870133</c:v>
              </c:pt>
              <c:pt idx="197">
                <c:v>0.13203880275870133</c:v>
              </c:pt>
              <c:pt idx="198">
                <c:v>0.13203880275870133</c:v>
              </c:pt>
              <c:pt idx="199">
                <c:v>0.13203880275870133</c:v>
              </c:pt>
              <c:pt idx="200">
                <c:v>0.13203880275870133</c:v>
              </c:pt>
              <c:pt idx="201">
                <c:v>0.13203880275870133</c:v>
              </c:pt>
              <c:pt idx="202">
                <c:v>0.13203880275870133</c:v>
              </c:pt>
              <c:pt idx="203">
                <c:v>0.13203880275870133</c:v>
              </c:pt>
              <c:pt idx="204">
                <c:v>0.13203880275870133</c:v>
              </c:pt>
              <c:pt idx="205">
                <c:v>0.13203880275870133</c:v>
              </c:pt>
              <c:pt idx="206">
                <c:v>0.13203880275870133</c:v>
              </c:pt>
              <c:pt idx="207">
                <c:v>0.13203880275870133</c:v>
              </c:pt>
              <c:pt idx="208">
                <c:v>0.13203880275870133</c:v>
              </c:pt>
              <c:pt idx="209">
                <c:v>0.13203880275870133</c:v>
              </c:pt>
              <c:pt idx="210">
                <c:v>0.13203880275870133</c:v>
              </c:pt>
              <c:pt idx="211">
                <c:v>0.13203880275870133</c:v>
              </c:pt>
              <c:pt idx="212">
                <c:v>0.13203880275870133</c:v>
              </c:pt>
              <c:pt idx="213">
                <c:v>0.13203880275870133</c:v>
              </c:pt>
              <c:pt idx="214">
                <c:v>0.13203880275870133</c:v>
              </c:pt>
              <c:pt idx="215">
                <c:v>0.13203880275870133</c:v>
              </c:pt>
              <c:pt idx="216">
                <c:v>0.13203880275870133</c:v>
              </c:pt>
              <c:pt idx="217">
                <c:v>0.13203880275870133</c:v>
              </c:pt>
              <c:pt idx="218">
                <c:v>0.13203880275870133</c:v>
              </c:pt>
              <c:pt idx="219">
                <c:v>0.13203880275870133</c:v>
              </c:pt>
              <c:pt idx="220">
                <c:v>0.13203880275870133</c:v>
              </c:pt>
              <c:pt idx="221">
                <c:v>0.13203880275870133</c:v>
              </c:pt>
              <c:pt idx="222">
                <c:v>0.13203880275870133</c:v>
              </c:pt>
              <c:pt idx="223">
                <c:v>0.13203880275870133</c:v>
              </c:pt>
              <c:pt idx="224">
                <c:v>0.13203880275870133</c:v>
              </c:pt>
              <c:pt idx="225">
                <c:v>0.13203880275870133</c:v>
              </c:pt>
              <c:pt idx="226">
                <c:v>0.13203880275870133</c:v>
              </c:pt>
              <c:pt idx="227">
                <c:v>0.13203880275870133</c:v>
              </c:pt>
              <c:pt idx="228">
                <c:v>0.13203880275870133</c:v>
              </c:pt>
              <c:pt idx="229">
                <c:v>0.13203880275870133</c:v>
              </c:pt>
              <c:pt idx="230">
                <c:v>0.13203880275870133</c:v>
              </c:pt>
              <c:pt idx="231">
                <c:v>0.13203880275870133</c:v>
              </c:pt>
              <c:pt idx="232">
                <c:v>0.13203880275870133</c:v>
              </c:pt>
              <c:pt idx="233">
                <c:v>0.13203880275870133</c:v>
              </c:pt>
              <c:pt idx="234">
                <c:v>0.13203880275870133</c:v>
              </c:pt>
              <c:pt idx="235">
                <c:v>0.13203880275870133</c:v>
              </c:pt>
              <c:pt idx="236">
                <c:v>0.13203880275870133</c:v>
              </c:pt>
              <c:pt idx="237">
                <c:v>0.13203880275870133</c:v>
              </c:pt>
              <c:pt idx="238">
                <c:v>0.13203880275870133</c:v>
              </c:pt>
              <c:pt idx="239">
                <c:v>0.13203880275870133</c:v>
              </c:pt>
              <c:pt idx="240">
                <c:v>0.13203880275870133</c:v>
              </c:pt>
              <c:pt idx="241">
                <c:v>0.13203880275870133</c:v>
              </c:pt>
              <c:pt idx="242">
                <c:v>0.13203880275870133</c:v>
              </c:pt>
              <c:pt idx="243">
                <c:v>0.13203880275870133</c:v>
              </c:pt>
              <c:pt idx="244">
                <c:v>0.13203880275870133</c:v>
              </c:pt>
              <c:pt idx="245">
                <c:v>0.13203880275870133</c:v>
              </c:pt>
              <c:pt idx="246">
                <c:v>0.13203880275870133</c:v>
              </c:pt>
              <c:pt idx="247">
                <c:v>0.13203880275870133</c:v>
              </c:pt>
              <c:pt idx="248">
                <c:v>0.13203880275870133</c:v>
              </c:pt>
              <c:pt idx="249">
                <c:v>0.13203880275870133</c:v>
              </c:pt>
              <c:pt idx="250">
                <c:v>0.13203880275870133</c:v>
              </c:pt>
              <c:pt idx="251">
                <c:v>0.13203880275870133</c:v>
              </c:pt>
              <c:pt idx="252">
                <c:v>0.13203880275870133</c:v>
              </c:pt>
              <c:pt idx="253">
                <c:v>0.13203880275870133</c:v>
              </c:pt>
              <c:pt idx="254">
                <c:v>0.13203880275870133</c:v>
              </c:pt>
              <c:pt idx="255">
                <c:v>0.13203880275870133</c:v>
              </c:pt>
              <c:pt idx="256">
                <c:v>0.13203880275870133</c:v>
              </c:pt>
              <c:pt idx="257">
                <c:v>0.13203880275870133</c:v>
              </c:pt>
              <c:pt idx="258">
                <c:v>0.13203880275870133</c:v>
              </c:pt>
              <c:pt idx="259">
                <c:v>0.13203880275870133</c:v>
              </c:pt>
              <c:pt idx="260">
                <c:v>0.13203880275870133</c:v>
              </c:pt>
              <c:pt idx="261">
                <c:v>0.13203880275870133</c:v>
              </c:pt>
              <c:pt idx="262">
                <c:v>0.13203880275870133</c:v>
              </c:pt>
              <c:pt idx="263">
                <c:v>0.13203880275870133</c:v>
              </c:pt>
              <c:pt idx="264">
                <c:v>0.13203880275870133</c:v>
              </c:pt>
              <c:pt idx="265">
                <c:v>0.13203880275870133</c:v>
              </c:pt>
              <c:pt idx="266">
                <c:v>0.13203880275870133</c:v>
              </c:pt>
              <c:pt idx="267">
                <c:v>0.13203880275870133</c:v>
              </c:pt>
              <c:pt idx="268">
                <c:v>0.13203880275870133</c:v>
              </c:pt>
              <c:pt idx="269">
                <c:v>0.13203880275870133</c:v>
              </c:pt>
              <c:pt idx="270">
                <c:v>0.13203880275870133</c:v>
              </c:pt>
              <c:pt idx="271">
                <c:v>0.13203880275870133</c:v>
              </c:pt>
              <c:pt idx="272">
                <c:v>0.13203880275870133</c:v>
              </c:pt>
              <c:pt idx="273">
                <c:v>0.13203880275870133</c:v>
              </c:pt>
              <c:pt idx="274">
                <c:v>0.13203880275870133</c:v>
              </c:pt>
              <c:pt idx="275">
                <c:v>0.13203880275870133</c:v>
              </c:pt>
              <c:pt idx="276">
                <c:v>0.13203880275870133</c:v>
              </c:pt>
              <c:pt idx="277">
                <c:v>0.13203880275870133</c:v>
              </c:pt>
              <c:pt idx="278">
                <c:v>0.13203880275870133</c:v>
              </c:pt>
              <c:pt idx="279">
                <c:v>0.13203880275870133</c:v>
              </c:pt>
              <c:pt idx="280">
                <c:v>0.13203880275870133</c:v>
              </c:pt>
              <c:pt idx="281">
                <c:v>0.13203880275870133</c:v>
              </c:pt>
              <c:pt idx="282">
                <c:v>0.13203880275870133</c:v>
              </c:pt>
              <c:pt idx="283">
                <c:v>0.13203880275870133</c:v>
              </c:pt>
              <c:pt idx="284">
                <c:v>0.13203880275870133</c:v>
              </c:pt>
              <c:pt idx="285">
                <c:v>0.13203880275870133</c:v>
              </c:pt>
              <c:pt idx="286">
                <c:v>0.13203880275870133</c:v>
              </c:pt>
              <c:pt idx="287">
                <c:v>0.13203880275870133</c:v>
              </c:pt>
              <c:pt idx="288">
                <c:v>0.13203880275870133</c:v>
              </c:pt>
              <c:pt idx="289">
                <c:v>0.13203880275870133</c:v>
              </c:pt>
              <c:pt idx="290">
                <c:v>0.13203880275870133</c:v>
              </c:pt>
              <c:pt idx="291">
                <c:v>0.13203880275870133</c:v>
              </c:pt>
              <c:pt idx="292">
                <c:v>0.13203880275870133</c:v>
              </c:pt>
              <c:pt idx="293">
                <c:v>0.13203880275870133</c:v>
              </c:pt>
              <c:pt idx="294">
                <c:v>0.13203880275870133</c:v>
              </c:pt>
              <c:pt idx="295">
                <c:v>0.13203880275870133</c:v>
              </c:pt>
              <c:pt idx="296">
                <c:v>0.13203880275870133</c:v>
              </c:pt>
              <c:pt idx="297">
                <c:v>0.13203880275870133</c:v>
              </c:pt>
              <c:pt idx="298">
                <c:v>0.13203880275870133</c:v>
              </c:pt>
              <c:pt idx="299">
                <c:v>0.13203880275870133</c:v>
              </c:pt>
              <c:pt idx="300">
                <c:v>0.13203880275870133</c:v>
              </c:pt>
              <c:pt idx="301">
                <c:v>0.13203880275870133</c:v>
              </c:pt>
              <c:pt idx="302">
                <c:v>0.13203880275870133</c:v>
              </c:pt>
              <c:pt idx="303">
                <c:v>0.13203880275870133</c:v>
              </c:pt>
              <c:pt idx="304">
                <c:v>0.13203880275870133</c:v>
              </c:pt>
              <c:pt idx="305">
                <c:v>0.13203880275870133</c:v>
              </c:pt>
              <c:pt idx="306">
                <c:v>0.13203880275870133</c:v>
              </c:pt>
              <c:pt idx="307">
                <c:v>0.13203880275870133</c:v>
              </c:pt>
              <c:pt idx="308">
                <c:v>0.13203880275870133</c:v>
              </c:pt>
              <c:pt idx="309">
                <c:v>0.13203880275870133</c:v>
              </c:pt>
              <c:pt idx="310">
                <c:v>0.13203880275870133</c:v>
              </c:pt>
              <c:pt idx="311">
                <c:v>0.13203880275870133</c:v>
              </c:pt>
              <c:pt idx="312">
                <c:v>0.13203880275870133</c:v>
              </c:pt>
              <c:pt idx="313">
                <c:v>0.13203880275870133</c:v>
              </c:pt>
              <c:pt idx="314">
                <c:v>0.13203880275870133</c:v>
              </c:pt>
              <c:pt idx="315">
                <c:v>0.13203880275870133</c:v>
              </c:pt>
              <c:pt idx="316">
                <c:v>0.13203880275870133</c:v>
              </c:pt>
              <c:pt idx="317">
                <c:v>0.13203880275870133</c:v>
              </c:pt>
              <c:pt idx="318">
                <c:v>0.13203880275870133</c:v>
              </c:pt>
              <c:pt idx="319">
                <c:v>0.13203880275870133</c:v>
              </c:pt>
              <c:pt idx="320">
                <c:v>0.13203880275870133</c:v>
              </c:pt>
              <c:pt idx="321">
                <c:v>0.13203880275870133</c:v>
              </c:pt>
              <c:pt idx="322">
                <c:v>0.13203880275870133</c:v>
              </c:pt>
              <c:pt idx="323">
                <c:v>0.13203880275870133</c:v>
              </c:pt>
              <c:pt idx="324">
                <c:v>0.13203880275870133</c:v>
              </c:pt>
              <c:pt idx="325">
                <c:v>0.13203880275870133</c:v>
              </c:pt>
              <c:pt idx="326">
                <c:v>0.13203880275870133</c:v>
              </c:pt>
              <c:pt idx="327">
                <c:v>0.13203880275870133</c:v>
              </c:pt>
              <c:pt idx="328">
                <c:v>0.13203880275870133</c:v>
              </c:pt>
              <c:pt idx="329">
                <c:v>0.13203880275870133</c:v>
              </c:pt>
              <c:pt idx="330">
                <c:v>0.13203880275870133</c:v>
              </c:pt>
              <c:pt idx="331">
                <c:v>0.13203880275870133</c:v>
              </c:pt>
              <c:pt idx="332">
                <c:v>0.13203880275870133</c:v>
              </c:pt>
              <c:pt idx="333">
                <c:v>0.13203880275870133</c:v>
              </c:pt>
              <c:pt idx="334">
                <c:v>0.13203880275870133</c:v>
              </c:pt>
              <c:pt idx="335">
                <c:v>0.13203880275870133</c:v>
              </c:pt>
              <c:pt idx="336">
                <c:v>0.13203880275870133</c:v>
              </c:pt>
              <c:pt idx="337">
                <c:v>0.13203880275870133</c:v>
              </c:pt>
              <c:pt idx="338">
                <c:v>0.13203880275870133</c:v>
              </c:pt>
              <c:pt idx="339">
                <c:v>0.13203880275870133</c:v>
              </c:pt>
              <c:pt idx="340">
                <c:v>0.13203880275870133</c:v>
              </c:pt>
              <c:pt idx="341">
                <c:v>0.13203880275870133</c:v>
              </c:pt>
              <c:pt idx="342">
                <c:v>0.13203880275870133</c:v>
              </c:pt>
              <c:pt idx="343">
                <c:v>0.13203880275870133</c:v>
              </c:pt>
              <c:pt idx="344">
                <c:v>0.13203880275870133</c:v>
              </c:pt>
              <c:pt idx="345">
                <c:v>0.13203880275870133</c:v>
              </c:pt>
              <c:pt idx="346">
                <c:v>0.13203880275870133</c:v>
              </c:pt>
              <c:pt idx="347">
                <c:v>0.13203880275870133</c:v>
              </c:pt>
              <c:pt idx="348">
                <c:v>0.13203880275870133</c:v>
              </c:pt>
              <c:pt idx="349">
                <c:v>0.13203880275870133</c:v>
              </c:pt>
              <c:pt idx="350">
                <c:v>0.13203880275870133</c:v>
              </c:pt>
              <c:pt idx="351">
                <c:v>0.13203880275870133</c:v>
              </c:pt>
              <c:pt idx="352">
                <c:v>0.13203880275870133</c:v>
              </c:pt>
              <c:pt idx="353">
                <c:v>0.13203880275870133</c:v>
              </c:pt>
              <c:pt idx="354">
                <c:v>0.13203880275870133</c:v>
              </c:pt>
              <c:pt idx="355">
                <c:v>0.13203880275870133</c:v>
              </c:pt>
              <c:pt idx="356">
                <c:v>0.13203880275870133</c:v>
              </c:pt>
              <c:pt idx="357">
                <c:v>0.13203880275870133</c:v>
              </c:pt>
              <c:pt idx="358">
                <c:v>0.13203880275870133</c:v>
              </c:pt>
              <c:pt idx="359">
                <c:v>0.13203880275870133</c:v>
              </c:pt>
              <c:pt idx="360">
                <c:v>0.13203880275870133</c:v>
              </c:pt>
              <c:pt idx="361">
                <c:v>0.13203880275870133</c:v>
              </c:pt>
              <c:pt idx="362">
                <c:v>0.13203880275870133</c:v>
              </c:pt>
              <c:pt idx="363">
                <c:v>0.13203880275870133</c:v>
              </c:pt>
              <c:pt idx="364">
                <c:v>0.13203880275870133</c:v>
              </c:pt>
              <c:pt idx="365">
                <c:v>0.13203880275870133</c:v>
              </c:pt>
              <c:pt idx="366">
                <c:v>0.13203880275870133</c:v>
              </c:pt>
              <c:pt idx="367">
                <c:v>0.13203880275870133</c:v>
              </c:pt>
              <c:pt idx="368">
                <c:v>0.13203880275870133</c:v>
              </c:pt>
              <c:pt idx="369">
                <c:v>0.13203880275870133</c:v>
              </c:pt>
              <c:pt idx="370">
                <c:v>0.13203880275870133</c:v>
              </c:pt>
              <c:pt idx="371">
                <c:v>0.13203880275870133</c:v>
              </c:pt>
              <c:pt idx="372">
                <c:v>0.13203880275870133</c:v>
              </c:pt>
              <c:pt idx="373">
                <c:v>0.13203880275870133</c:v>
              </c:pt>
              <c:pt idx="374">
                <c:v>0.13203880275870133</c:v>
              </c:pt>
              <c:pt idx="375">
                <c:v>0.13203880275870133</c:v>
              </c:pt>
              <c:pt idx="376">
                <c:v>0.13203880275870133</c:v>
              </c:pt>
              <c:pt idx="377">
                <c:v>0.13203880275870133</c:v>
              </c:pt>
              <c:pt idx="378">
                <c:v>0.13203880275870133</c:v>
              </c:pt>
              <c:pt idx="379">
                <c:v>0.13203880275870133</c:v>
              </c:pt>
              <c:pt idx="380">
                <c:v>0.13203880275870133</c:v>
              </c:pt>
              <c:pt idx="381">
                <c:v>0.13203880275870133</c:v>
              </c:pt>
              <c:pt idx="382">
                <c:v>0.13203880275870133</c:v>
              </c:pt>
              <c:pt idx="383">
                <c:v>0.13203880275870133</c:v>
              </c:pt>
              <c:pt idx="384">
                <c:v>0.13203880275870133</c:v>
              </c:pt>
              <c:pt idx="385">
                <c:v>0.13203880275870133</c:v>
              </c:pt>
              <c:pt idx="386">
                <c:v>0.13203880275870133</c:v>
              </c:pt>
              <c:pt idx="387">
                <c:v>0.13203880275870133</c:v>
              </c:pt>
              <c:pt idx="388">
                <c:v>0.13203880275870133</c:v>
              </c:pt>
              <c:pt idx="389">
                <c:v>0.13203880275870133</c:v>
              </c:pt>
              <c:pt idx="390">
                <c:v>0.13203880275870133</c:v>
              </c:pt>
              <c:pt idx="391">
                <c:v>0.13203880275870133</c:v>
              </c:pt>
              <c:pt idx="392">
                <c:v>0.13203880275870133</c:v>
              </c:pt>
              <c:pt idx="393">
                <c:v>0.13203880275870133</c:v>
              </c:pt>
              <c:pt idx="394">
                <c:v>0.13203880275870133</c:v>
              </c:pt>
              <c:pt idx="395">
                <c:v>0.13203880275870133</c:v>
              </c:pt>
              <c:pt idx="396">
                <c:v>0.13203880275870133</c:v>
              </c:pt>
              <c:pt idx="397">
                <c:v>0.13203880275870133</c:v>
              </c:pt>
              <c:pt idx="398">
                <c:v>0.13203880275870133</c:v>
              </c:pt>
              <c:pt idx="399">
                <c:v>0.13203880275870133</c:v>
              </c:pt>
              <c:pt idx="400">
                <c:v>0.13203880275870133</c:v>
              </c:pt>
              <c:pt idx="401">
                <c:v>0.13203880275870133</c:v>
              </c:pt>
              <c:pt idx="402">
                <c:v>0.13203880275870133</c:v>
              </c:pt>
              <c:pt idx="403">
                <c:v>0.13203880275870133</c:v>
              </c:pt>
              <c:pt idx="404">
                <c:v>0.13203880275870133</c:v>
              </c:pt>
              <c:pt idx="405">
                <c:v>0.13203880275870133</c:v>
              </c:pt>
              <c:pt idx="406">
                <c:v>0.13203880275870133</c:v>
              </c:pt>
              <c:pt idx="407">
                <c:v>0.13203880275870133</c:v>
              </c:pt>
              <c:pt idx="408">
                <c:v>0.13203880275870133</c:v>
              </c:pt>
              <c:pt idx="409">
                <c:v>0.13203880275870133</c:v>
              </c:pt>
              <c:pt idx="410">
                <c:v>0.13203880275870133</c:v>
              </c:pt>
              <c:pt idx="411">
                <c:v>0.13203880275870133</c:v>
              </c:pt>
            </c:numLit>
          </c:yVal>
          <c:smooth val="0"/>
        </c:ser>
        <c:ser>
          <c:idx val="13"/>
          <c:order val="13"/>
          <c:tx>
            <c:v>Implemented LCA filling</c:v>
          </c:tx>
          <c:spPr>
            <a:noFill xmlns:a="http://schemas.openxmlformats.org/drawingml/2006/main"/>
            <a:ln xmlns:a="http://schemas.openxmlformats.org/drawingml/2006/main" w="0">
              <a:noFill/>
              <a:prstDash val="solid"/>
            </a:ln>
          </c:spPr>
          <c:marker>
            <c:symbol val="circle"/>
            <c:size val="7"/>
            <c:spPr>
              <a:solidFill xmlns:a="http://schemas.openxmlformats.org/drawingml/2006/main">
                <a:srgbClr val="FFFFFF"/>
              </a:solidFill>
            </c:spPr>
          </c:marker>
          <c:xVal>
            <c:numLit>
              <c:formatCode>General</c:formatCode>
              <c:ptCount val="412"/>
              <c:pt idx="0">
                <c:v>9.031573647115259</c:v>
              </c:pt>
              <c:pt idx="1">
                <c:v>9.031573647115259</c:v>
              </c:pt>
              <c:pt idx="2">
                <c:v>9.031573647115259</c:v>
              </c:pt>
              <c:pt idx="3">
                <c:v>9.031573647115259</c:v>
              </c:pt>
              <c:pt idx="4">
                <c:v>9.031573647115259</c:v>
              </c:pt>
              <c:pt idx="5">
                <c:v>9.031573647115259</c:v>
              </c:pt>
              <c:pt idx="6">
                <c:v>9.031573647115259</c:v>
              </c:pt>
              <c:pt idx="7">
                <c:v>9.031573647115259</c:v>
              </c:pt>
              <c:pt idx="8">
                <c:v>9.031573647115259</c:v>
              </c:pt>
              <c:pt idx="9">
                <c:v>9.031573647115259</c:v>
              </c:pt>
              <c:pt idx="10">
                <c:v>9.031573647115259</c:v>
              </c:pt>
              <c:pt idx="11">
                <c:v>9.031573647115259</c:v>
              </c:pt>
              <c:pt idx="12">
                <c:v>9.031573647115259</c:v>
              </c:pt>
              <c:pt idx="13">
                <c:v>9.031573647115259</c:v>
              </c:pt>
              <c:pt idx="14">
                <c:v>9.031573647115259</c:v>
              </c:pt>
              <c:pt idx="15">
                <c:v>9.031573647115259</c:v>
              </c:pt>
              <c:pt idx="16">
                <c:v>9.031573647115259</c:v>
              </c:pt>
              <c:pt idx="17">
                <c:v>9.031573647115259</c:v>
              </c:pt>
              <c:pt idx="18">
                <c:v>9.031573647115259</c:v>
              </c:pt>
              <c:pt idx="19">
                <c:v>9.031573647115259</c:v>
              </c:pt>
              <c:pt idx="20">
                <c:v>9.031573647115259</c:v>
              </c:pt>
              <c:pt idx="21">
                <c:v>9.031573647115259</c:v>
              </c:pt>
              <c:pt idx="22">
                <c:v>9.031573647115259</c:v>
              </c:pt>
              <c:pt idx="23">
                <c:v>9.031573647115259</c:v>
              </c:pt>
              <c:pt idx="24">
                <c:v>9.031573647115259</c:v>
              </c:pt>
              <c:pt idx="25">
                <c:v>9.031573647115259</c:v>
              </c:pt>
              <c:pt idx="26">
                <c:v>9.031573647115259</c:v>
              </c:pt>
              <c:pt idx="27">
                <c:v>9.031573647115259</c:v>
              </c:pt>
              <c:pt idx="28">
                <c:v>9.031573647115259</c:v>
              </c:pt>
              <c:pt idx="29">
                <c:v>9.031573647115259</c:v>
              </c:pt>
              <c:pt idx="30">
                <c:v>9.031573647115259</c:v>
              </c:pt>
              <c:pt idx="31">
                <c:v>9.031573647115259</c:v>
              </c:pt>
              <c:pt idx="32">
                <c:v>9.031573647115259</c:v>
              </c:pt>
              <c:pt idx="33">
                <c:v>9.031573647115259</c:v>
              </c:pt>
              <c:pt idx="34">
                <c:v>9.031573647115259</c:v>
              </c:pt>
              <c:pt idx="35">
                <c:v>9.031573647115259</c:v>
              </c:pt>
              <c:pt idx="36">
                <c:v>9.031573647115259</c:v>
              </c:pt>
              <c:pt idx="37">
                <c:v>9.031573647115259</c:v>
              </c:pt>
              <c:pt idx="38">
                <c:v>9.031573647115259</c:v>
              </c:pt>
              <c:pt idx="39">
                <c:v>9.031573647115259</c:v>
              </c:pt>
              <c:pt idx="40">
                <c:v>9.031573647115259</c:v>
              </c:pt>
              <c:pt idx="41">
                <c:v>9.031573647115259</c:v>
              </c:pt>
              <c:pt idx="42">
                <c:v>9.031573647115259</c:v>
              </c:pt>
              <c:pt idx="43">
                <c:v>9.031573647115259</c:v>
              </c:pt>
              <c:pt idx="44">
                <c:v>9.031573647115259</c:v>
              </c:pt>
              <c:pt idx="45">
                <c:v>9.031573647115259</c:v>
              </c:pt>
              <c:pt idx="46">
                <c:v>9.031573647115259</c:v>
              </c:pt>
              <c:pt idx="47">
                <c:v>9.031573647115259</c:v>
              </c:pt>
              <c:pt idx="48">
                <c:v>9.031573647115259</c:v>
              </c:pt>
              <c:pt idx="49">
                <c:v>9.031573647115259</c:v>
              </c:pt>
              <c:pt idx="50">
                <c:v>9.031573647115259</c:v>
              </c:pt>
              <c:pt idx="51">
                <c:v>9.031573647115259</c:v>
              </c:pt>
              <c:pt idx="52">
                <c:v>9.031573647115259</c:v>
              </c:pt>
              <c:pt idx="53">
                <c:v>9.031573647115259</c:v>
              </c:pt>
              <c:pt idx="54">
                <c:v>9.031573647115259</c:v>
              </c:pt>
              <c:pt idx="55">
                <c:v>9.031573647115259</c:v>
              </c:pt>
              <c:pt idx="56">
                <c:v>9.031573647115259</c:v>
              </c:pt>
              <c:pt idx="57">
                <c:v>9.031573647115259</c:v>
              </c:pt>
              <c:pt idx="58">
                <c:v>9.031573647115259</c:v>
              </c:pt>
              <c:pt idx="59">
                <c:v>9.031573647115259</c:v>
              </c:pt>
              <c:pt idx="60">
                <c:v>9.031573647115259</c:v>
              </c:pt>
              <c:pt idx="61">
                <c:v>9.031573647115259</c:v>
              </c:pt>
              <c:pt idx="62">
                <c:v>9.031573647115259</c:v>
              </c:pt>
              <c:pt idx="63">
                <c:v>9.031573647115259</c:v>
              </c:pt>
              <c:pt idx="64">
                <c:v>9.031573647115259</c:v>
              </c:pt>
              <c:pt idx="65">
                <c:v>9.031573647115259</c:v>
              </c:pt>
              <c:pt idx="66">
                <c:v>9.031573647115259</c:v>
              </c:pt>
              <c:pt idx="67">
                <c:v>9.031573647115259</c:v>
              </c:pt>
              <c:pt idx="68">
                <c:v>9.031573647115259</c:v>
              </c:pt>
              <c:pt idx="69">
                <c:v>9.031573647115259</c:v>
              </c:pt>
              <c:pt idx="70">
                <c:v>9.031573647115259</c:v>
              </c:pt>
              <c:pt idx="71">
                <c:v>9.031573647115259</c:v>
              </c:pt>
              <c:pt idx="72">
                <c:v>9.031573647115259</c:v>
              </c:pt>
              <c:pt idx="73">
                <c:v>9.031573647115259</c:v>
              </c:pt>
              <c:pt idx="74">
                <c:v>9.031573647115259</c:v>
              </c:pt>
              <c:pt idx="75">
                <c:v>9.031573647115259</c:v>
              </c:pt>
              <c:pt idx="76">
                <c:v>9.031573647115259</c:v>
              </c:pt>
              <c:pt idx="77">
                <c:v>9.031573647115259</c:v>
              </c:pt>
              <c:pt idx="78">
                <c:v>9.031573647115259</c:v>
              </c:pt>
              <c:pt idx="79">
                <c:v>9.031573647115259</c:v>
              </c:pt>
              <c:pt idx="80">
                <c:v>9.031573647115259</c:v>
              </c:pt>
              <c:pt idx="81">
                <c:v>9.031573647115259</c:v>
              </c:pt>
              <c:pt idx="82">
                <c:v>9.031573647115259</c:v>
              </c:pt>
              <c:pt idx="83">
                <c:v>9.031573647115259</c:v>
              </c:pt>
              <c:pt idx="84">
                <c:v>9.031573647115259</c:v>
              </c:pt>
              <c:pt idx="85">
                <c:v>9.031573647115259</c:v>
              </c:pt>
              <c:pt idx="86">
                <c:v>9.031573647115259</c:v>
              </c:pt>
              <c:pt idx="87">
                <c:v>9.031573647115259</c:v>
              </c:pt>
              <c:pt idx="88">
                <c:v>9.031573647115259</c:v>
              </c:pt>
              <c:pt idx="89">
                <c:v>9.031573647115259</c:v>
              </c:pt>
              <c:pt idx="90">
                <c:v>9.031573647115259</c:v>
              </c:pt>
              <c:pt idx="91">
                <c:v>9.031573647115259</c:v>
              </c:pt>
              <c:pt idx="92">
                <c:v>9.031573647115259</c:v>
              </c:pt>
              <c:pt idx="93">
                <c:v>9.031573647115259</c:v>
              </c:pt>
              <c:pt idx="94">
                <c:v>9.031573647115259</c:v>
              </c:pt>
              <c:pt idx="95">
                <c:v>9.031573647115259</c:v>
              </c:pt>
              <c:pt idx="96">
                <c:v>9.031573647115259</c:v>
              </c:pt>
              <c:pt idx="97">
                <c:v>9.031573647115259</c:v>
              </c:pt>
              <c:pt idx="98">
                <c:v>9.031573647115259</c:v>
              </c:pt>
              <c:pt idx="99">
                <c:v>9.031573647115259</c:v>
              </c:pt>
              <c:pt idx="100">
                <c:v>9.031573647115259</c:v>
              </c:pt>
              <c:pt idx="101">
                <c:v>9.031573647115259</c:v>
              </c:pt>
              <c:pt idx="102">
                <c:v>9.031573647115259</c:v>
              </c:pt>
              <c:pt idx="103">
                <c:v>9.031573647115259</c:v>
              </c:pt>
              <c:pt idx="104">
                <c:v>9.031573647115259</c:v>
              </c:pt>
              <c:pt idx="105">
                <c:v>9.031573647115259</c:v>
              </c:pt>
              <c:pt idx="106">
                <c:v>9.031573647115259</c:v>
              </c:pt>
              <c:pt idx="107">
                <c:v>9.031573647115259</c:v>
              </c:pt>
              <c:pt idx="108">
                <c:v>9.031573647115259</c:v>
              </c:pt>
              <c:pt idx="109">
                <c:v>9.031573647115259</c:v>
              </c:pt>
              <c:pt idx="110">
                <c:v>9.031573647115259</c:v>
              </c:pt>
              <c:pt idx="111">
                <c:v>9.031573647115259</c:v>
              </c:pt>
              <c:pt idx="112">
                <c:v>9.031573647115259</c:v>
              </c:pt>
              <c:pt idx="113">
                <c:v>9.031573647115259</c:v>
              </c:pt>
              <c:pt idx="114">
                <c:v>9.031573647115259</c:v>
              </c:pt>
              <c:pt idx="115">
                <c:v>9.031573647115259</c:v>
              </c:pt>
              <c:pt idx="116">
                <c:v>9.031573647115259</c:v>
              </c:pt>
              <c:pt idx="117">
                <c:v>9.031573647115259</c:v>
              </c:pt>
              <c:pt idx="118">
                <c:v>9.031573647115259</c:v>
              </c:pt>
              <c:pt idx="119">
                <c:v>9.031573647115259</c:v>
              </c:pt>
              <c:pt idx="120">
                <c:v>9.031573647115259</c:v>
              </c:pt>
              <c:pt idx="121">
                <c:v>9.031573647115259</c:v>
              </c:pt>
              <c:pt idx="122">
                <c:v>9.031573647115259</c:v>
              </c:pt>
              <c:pt idx="123">
                <c:v>9.031573647115259</c:v>
              </c:pt>
              <c:pt idx="124">
                <c:v>9.031573647115259</c:v>
              </c:pt>
              <c:pt idx="125">
                <c:v>9.031573647115259</c:v>
              </c:pt>
              <c:pt idx="126">
                <c:v>9.031573647115259</c:v>
              </c:pt>
              <c:pt idx="127">
                <c:v>9.031573647115259</c:v>
              </c:pt>
              <c:pt idx="128">
                <c:v>9.031573647115259</c:v>
              </c:pt>
              <c:pt idx="129">
                <c:v>9.031573647115259</c:v>
              </c:pt>
              <c:pt idx="130">
                <c:v>9.031573647115259</c:v>
              </c:pt>
              <c:pt idx="131">
                <c:v>9.031573647115259</c:v>
              </c:pt>
              <c:pt idx="132">
                <c:v>9.031573647115259</c:v>
              </c:pt>
              <c:pt idx="133">
                <c:v>9.031573647115259</c:v>
              </c:pt>
              <c:pt idx="134">
                <c:v>9.031573647115259</c:v>
              </c:pt>
              <c:pt idx="135">
                <c:v>9.031573647115259</c:v>
              </c:pt>
              <c:pt idx="136">
                <c:v>9.031573647115259</c:v>
              </c:pt>
              <c:pt idx="137">
                <c:v>9.031573647115259</c:v>
              </c:pt>
              <c:pt idx="138">
                <c:v>9.031573647115259</c:v>
              </c:pt>
              <c:pt idx="139">
                <c:v>9.031573647115259</c:v>
              </c:pt>
              <c:pt idx="140">
                <c:v>9.031573647115259</c:v>
              </c:pt>
              <c:pt idx="141">
                <c:v>9.031573647115259</c:v>
              </c:pt>
              <c:pt idx="142">
                <c:v>9.031573647115259</c:v>
              </c:pt>
              <c:pt idx="143">
                <c:v>9.031573647115259</c:v>
              </c:pt>
              <c:pt idx="144">
                <c:v>9.031573647115259</c:v>
              </c:pt>
              <c:pt idx="145">
                <c:v>9.031573647115259</c:v>
              </c:pt>
              <c:pt idx="146">
                <c:v>9.031573647115259</c:v>
              </c:pt>
              <c:pt idx="147">
                <c:v>9.031573647115259</c:v>
              </c:pt>
              <c:pt idx="148">
                <c:v>9.031573647115259</c:v>
              </c:pt>
              <c:pt idx="149">
                <c:v>9.031573647115259</c:v>
              </c:pt>
              <c:pt idx="150">
                <c:v>9.031573647115259</c:v>
              </c:pt>
              <c:pt idx="151">
                <c:v>9.031573647115259</c:v>
              </c:pt>
              <c:pt idx="152">
                <c:v>9.031573647115259</c:v>
              </c:pt>
              <c:pt idx="153">
                <c:v>9.031573647115259</c:v>
              </c:pt>
              <c:pt idx="154">
                <c:v>9.031573647115259</c:v>
              </c:pt>
              <c:pt idx="155">
                <c:v>9.031573647115259</c:v>
              </c:pt>
              <c:pt idx="156">
                <c:v>9.031573647115259</c:v>
              </c:pt>
              <c:pt idx="157">
                <c:v>9.031573647115259</c:v>
              </c:pt>
              <c:pt idx="158">
                <c:v>9.031573647115259</c:v>
              </c:pt>
              <c:pt idx="159">
                <c:v>9.031573647115259</c:v>
              </c:pt>
              <c:pt idx="160">
                <c:v>9.031573647115259</c:v>
              </c:pt>
              <c:pt idx="161">
                <c:v>9.031573647115259</c:v>
              </c:pt>
              <c:pt idx="162">
                <c:v>9.031573647115259</c:v>
              </c:pt>
              <c:pt idx="163">
                <c:v>9.031573647115259</c:v>
              </c:pt>
              <c:pt idx="164">
                <c:v>9.031573647115259</c:v>
              </c:pt>
              <c:pt idx="165">
                <c:v>9.031573647115259</c:v>
              </c:pt>
              <c:pt idx="166">
                <c:v>9.031573647115259</c:v>
              </c:pt>
              <c:pt idx="167">
                <c:v>9.031573647115259</c:v>
              </c:pt>
              <c:pt idx="168">
                <c:v>9.031573647115259</c:v>
              </c:pt>
              <c:pt idx="169">
                <c:v>9.031573647115259</c:v>
              </c:pt>
              <c:pt idx="170">
                <c:v>9.031573647115259</c:v>
              </c:pt>
              <c:pt idx="171">
                <c:v>9.031573647115259</c:v>
              </c:pt>
              <c:pt idx="172">
                <c:v>9.031573647115259</c:v>
              </c:pt>
              <c:pt idx="173">
                <c:v>9.031573647115259</c:v>
              </c:pt>
              <c:pt idx="174">
                <c:v>9.031573647115259</c:v>
              </c:pt>
              <c:pt idx="175">
                <c:v>9.031573647115259</c:v>
              </c:pt>
              <c:pt idx="176">
                <c:v>9.031573647115259</c:v>
              </c:pt>
              <c:pt idx="177">
                <c:v>9.031573647115259</c:v>
              </c:pt>
              <c:pt idx="178">
                <c:v>9.031573647115259</c:v>
              </c:pt>
              <c:pt idx="179">
                <c:v>9.031573647115259</c:v>
              </c:pt>
              <c:pt idx="180">
                <c:v>9.031573647115259</c:v>
              </c:pt>
              <c:pt idx="181">
                <c:v>9.031573647115259</c:v>
              </c:pt>
              <c:pt idx="182">
                <c:v>9.031573647115259</c:v>
              </c:pt>
              <c:pt idx="183">
                <c:v>9.031573647115259</c:v>
              </c:pt>
              <c:pt idx="184">
                <c:v>9.031573647115259</c:v>
              </c:pt>
              <c:pt idx="185">
                <c:v>9.031573647115259</c:v>
              </c:pt>
              <c:pt idx="186">
                <c:v>9.031573647115259</c:v>
              </c:pt>
              <c:pt idx="187">
                <c:v>9.031573647115259</c:v>
              </c:pt>
              <c:pt idx="188">
                <c:v>9.031573647115259</c:v>
              </c:pt>
              <c:pt idx="189">
                <c:v>9.031573647115259</c:v>
              </c:pt>
              <c:pt idx="190">
                <c:v>9.031573647115259</c:v>
              </c:pt>
              <c:pt idx="191">
                <c:v>9.031573647115259</c:v>
              </c:pt>
              <c:pt idx="192">
                <c:v>9.031573647115259</c:v>
              </c:pt>
              <c:pt idx="193">
                <c:v>9.031573647115259</c:v>
              </c:pt>
              <c:pt idx="194">
                <c:v>9.031573647115259</c:v>
              </c:pt>
              <c:pt idx="195">
                <c:v>9.031573647115259</c:v>
              </c:pt>
              <c:pt idx="196">
                <c:v>9.031573647115259</c:v>
              </c:pt>
              <c:pt idx="197">
                <c:v>9.031573647115259</c:v>
              </c:pt>
              <c:pt idx="198">
                <c:v>9.031573647115259</c:v>
              </c:pt>
              <c:pt idx="199">
                <c:v>9.031573647115259</c:v>
              </c:pt>
              <c:pt idx="200">
                <c:v>9.031573647115259</c:v>
              </c:pt>
              <c:pt idx="201">
                <c:v>9.031573647115259</c:v>
              </c:pt>
              <c:pt idx="202">
                <c:v>9.031573647115259</c:v>
              </c:pt>
              <c:pt idx="203">
                <c:v>9.031573647115259</c:v>
              </c:pt>
              <c:pt idx="204">
                <c:v>9.031573647115259</c:v>
              </c:pt>
              <c:pt idx="205">
                <c:v>9.031573647115259</c:v>
              </c:pt>
              <c:pt idx="206">
                <c:v>9.031573647115259</c:v>
              </c:pt>
              <c:pt idx="207">
                <c:v>9.031573647115259</c:v>
              </c:pt>
              <c:pt idx="208">
                <c:v>9.031573647115259</c:v>
              </c:pt>
              <c:pt idx="209">
                <c:v>9.031573647115259</c:v>
              </c:pt>
              <c:pt idx="210">
                <c:v>9.031573647115259</c:v>
              </c:pt>
              <c:pt idx="211">
                <c:v>9.031573647115259</c:v>
              </c:pt>
              <c:pt idx="212">
                <c:v>9.031573647115259</c:v>
              </c:pt>
              <c:pt idx="213">
                <c:v>9.031573647115259</c:v>
              </c:pt>
              <c:pt idx="214">
                <c:v>9.031573647115259</c:v>
              </c:pt>
              <c:pt idx="215">
                <c:v>9.031573647115259</c:v>
              </c:pt>
              <c:pt idx="216">
                <c:v>9.031573647115259</c:v>
              </c:pt>
              <c:pt idx="217">
                <c:v>9.031573647115259</c:v>
              </c:pt>
              <c:pt idx="218">
                <c:v>9.031573647115259</c:v>
              </c:pt>
              <c:pt idx="219">
                <c:v>9.031573647115259</c:v>
              </c:pt>
              <c:pt idx="220">
                <c:v>9.031573647115259</c:v>
              </c:pt>
              <c:pt idx="221">
                <c:v>9.031573647115259</c:v>
              </c:pt>
              <c:pt idx="222">
                <c:v>9.031573647115259</c:v>
              </c:pt>
              <c:pt idx="223">
                <c:v>9.031573647115259</c:v>
              </c:pt>
              <c:pt idx="224">
                <c:v>9.031573647115259</c:v>
              </c:pt>
              <c:pt idx="225">
                <c:v>9.031573647115259</c:v>
              </c:pt>
              <c:pt idx="226">
                <c:v>9.031573647115259</c:v>
              </c:pt>
              <c:pt idx="227">
                <c:v>9.031573647115259</c:v>
              </c:pt>
              <c:pt idx="228">
                <c:v>9.031573647115259</c:v>
              </c:pt>
              <c:pt idx="229">
                <c:v>9.031573647115259</c:v>
              </c:pt>
              <c:pt idx="230">
                <c:v>9.031573647115259</c:v>
              </c:pt>
              <c:pt idx="231">
                <c:v>9.031573647115259</c:v>
              </c:pt>
              <c:pt idx="232">
                <c:v>9.031573647115259</c:v>
              </c:pt>
              <c:pt idx="233">
                <c:v>9.031573647115259</c:v>
              </c:pt>
              <c:pt idx="234">
                <c:v>9.031573647115259</c:v>
              </c:pt>
              <c:pt idx="235">
                <c:v>9.031573647115259</c:v>
              </c:pt>
              <c:pt idx="236">
                <c:v>9.031573647115259</c:v>
              </c:pt>
              <c:pt idx="237">
                <c:v>9.031573647115259</c:v>
              </c:pt>
              <c:pt idx="238">
                <c:v>9.031573647115259</c:v>
              </c:pt>
              <c:pt idx="239">
                <c:v>9.031573647115259</c:v>
              </c:pt>
              <c:pt idx="240">
                <c:v>9.031573647115259</c:v>
              </c:pt>
              <c:pt idx="241">
                <c:v>9.031573647115259</c:v>
              </c:pt>
              <c:pt idx="242">
                <c:v>9.031573647115259</c:v>
              </c:pt>
              <c:pt idx="243">
                <c:v>9.031573647115259</c:v>
              </c:pt>
              <c:pt idx="244">
                <c:v>9.031573647115259</c:v>
              </c:pt>
              <c:pt idx="245">
                <c:v>9.031573647115259</c:v>
              </c:pt>
              <c:pt idx="246">
                <c:v>9.031573647115259</c:v>
              </c:pt>
              <c:pt idx="247">
                <c:v>9.031573647115259</c:v>
              </c:pt>
              <c:pt idx="248">
                <c:v>9.031573647115259</c:v>
              </c:pt>
              <c:pt idx="249">
                <c:v>9.031573647115259</c:v>
              </c:pt>
              <c:pt idx="250">
                <c:v>9.031573647115259</c:v>
              </c:pt>
              <c:pt idx="251">
                <c:v>9.031573647115259</c:v>
              </c:pt>
              <c:pt idx="252">
                <c:v>9.031573647115259</c:v>
              </c:pt>
              <c:pt idx="253">
                <c:v>9.031573647115259</c:v>
              </c:pt>
              <c:pt idx="254">
                <c:v>9.031573647115259</c:v>
              </c:pt>
              <c:pt idx="255">
                <c:v>9.031573647115259</c:v>
              </c:pt>
              <c:pt idx="256">
                <c:v>9.031573647115259</c:v>
              </c:pt>
              <c:pt idx="257">
                <c:v>9.031573647115259</c:v>
              </c:pt>
              <c:pt idx="258">
                <c:v>9.031573647115259</c:v>
              </c:pt>
              <c:pt idx="259">
                <c:v>9.031573647115259</c:v>
              </c:pt>
              <c:pt idx="260">
                <c:v>9.031573647115259</c:v>
              </c:pt>
              <c:pt idx="261">
                <c:v>9.031573647115259</c:v>
              </c:pt>
              <c:pt idx="262">
                <c:v>9.031573647115259</c:v>
              </c:pt>
              <c:pt idx="263">
                <c:v>9.031573647115259</c:v>
              </c:pt>
              <c:pt idx="264">
                <c:v>9.031573647115259</c:v>
              </c:pt>
              <c:pt idx="265">
                <c:v>9.031573647115259</c:v>
              </c:pt>
              <c:pt idx="266">
                <c:v>9.031573647115259</c:v>
              </c:pt>
              <c:pt idx="267">
                <c:v>9.031573647115259</c:v>
              </c:pt>
              <c:pt idx="268">
                <c:v>9.031573647115259</c:v>
              </c:pt>
              <c:pt idx="269">
                <c:v>9.031573647115259</c:v>
              </c:pt>
              <c:pt idx="270">
                <c:v>9.031573647115259</c:v>
              </c:pt>
              <c:pt idx="271">
                <c:v>9.031573647115259</c:v>
              </c:pt>
              <c:pt idx="272">
                <c:v>9.031573647115259</c:v>
              </c:pt>
              <c:pt idx="273">
                <c:v>9.031573647115259</c:v>
              </c:pt>
              <c:pt idx="274">
                <c:v>9.031573647115259</c:v>
              </c:pt>
              <c:pt idx="275">
                <c:v>9.031573647115259</c:v>
              </c:pt>
              <c:pt idx="276">
                <c:v>9.031573647115259</c:v>
              </c:pt>
              <c:pt idx="277">
                <c:v>9.031573647115259</c:v>
              </c:pt>
              <c:pt idx="278">
                <c:v>9.031573647115259</c:v>
              </c:pt>
              <c:pt idx="279">
                <c:v>9.031573647115259</c:v>
              </c:pt>
              <c:pt idx="280">
                <c:v>9.031573647115259</c:v>
              </c:pt>
              <c:pt idx="281">
                <c:v>9.031573647115259</c:v>
              </c:pt>
              <c:pt idx="282">
                <c:v>9.031573647115259</c:v>
              </c:pt>
              <c:pt idx="283">
                <c:v>9.031573647115259</c:v>
              </c:pt>
              <c:pt idx="284">
                <c:v>9.031573647115259</c:v>
              </c:pt>
              <c:pt idx="285">
                <c:v>9.031573647115259</c:v>
              </c:pt>
              <c:pt idx="286">
                <c:v>9.031573647115259</c:v>
              </c:pt>
              <c:pt idx="287">
                <c:v>9.031573647115259</c:v>
              </c:pt>
              <c:pt idx="288">
                <c:v>9.031573647115259</c:v>
              </c:pt>
              <c:pt idx="289">
                <c:v>9.031573647115259</c:v>
              </c:pt>
              <c:pt idx="290">
                <c:v>9.031573647115259</c:v>
              </c:pt>
              <c:pt idx="291">
                <c:v>9.031573647115259</c:v>
              </c:pt>
              <c:pt idx="292">
                <c:v>9.031573647115259</c:v>
              </c:pt>
              <c:pt idx="293">
                <c:v>9.031573647115259</c:v>
              </c:pt>
              <c:pt idx="294">
                <c:v>9.031573647115259</c:v>
              </c:pt>
              <c:pt idx="295">
                <c:v>9.031573647115259</c:v>
              </c:pt>
              <c:pt idx="296">
                <c:v>9.031573647115259</c:v>
              </c:pt>
              <c:pt idx="297">
                <c:v>9.031573647115259</c:v>
              </c:pt>
              <c:pt idx="298">
                <c:v>9.031573647115259</c:v>
              </c:pt>
              <c:pt idx="299">
                <c:v>9.031573647115259</c:v>
              </c:pt>
              <c:pt idx="300">
                <c:v>9.031573647115259</c:v>
              </c:pt>
              <c:pt idx="301">
                <c:v>9.031573647115259</c:v>
              </c:pt>
              <c:pt idx="302">
                <c:v>9.031573647115259</c:v>
              </c:pt>
              <c:pt idx="303">
                <c:v>9.031573647115259</c:v>
              </c:pt>
              <c:pt idx="304">
                <c:v>9.031573647115259</c:v>
              </c:pt>
              <c:pt idx="305">
                <c:v>9.031573647115259</c:v>
              </c:pt>
              <c:pt idx="306">
                <c:v>9.031573647115259</c:v>
              </c:pt>
              <c:pt idx="307">
                <c:v>9.031573647115259</c:v>
              </c:pt>
              <c:pt idx="308">
                <c:v>9.031573647115259</c:v>
              </c:pt>
              <c:pt idx="309">
                <c:v>9.031573647115259</c:v>
              </c:pt>
              <c:pt idx="310">
                <c:v>9.031573647115259</c:v>
              </c:pt>
              <c:pt idx="311">
                <c:v>9.031573647115259</c:v>
              </c:pt>
              <c:pt idx="312">
                <c:v>9.031573647115259</c:v>
              </c:pt>
              <c:pt idx="313">
                <c:v>9.031573647115259</c:v>
              </c:pt>
              <c:pt idx="314">
                <c:v>9.031573647115259</c:v>
              </c:pt>
              <c:pt idx="315">
                <c:v>9.031573647115259</c:v>
              </c:pt>
              <c:pt idx="316">
                <c:v>9.031573647115259</c:v>
              </c:pt>
              <c:pt idx="317">
                <c:v>9.031573647115259</c:v>
              </c:pt>
              <c:pt idx="318">
                <c:v>9.031573647115259</c:v>
              </c:pt>
              <c:pt idx="319">
                <c:v>9.031573647115259</c:v>
              </c:pt>
              <c:pt idx="320">
                <c:v>9.031573647115259</c:v>
              </c:pt>
              <c:pt idx="321">
                <c:v>9.031573647115259</c:v>
              </c:pt>
              <c:pt idx="322">
                <c:v>9.031573647115259</c:v>
              </c:pt>
              <c:pt idx="323">
                <c:v>9.031573647115259</c:v>
              </c:pt>
              <c:pt idx="324">
                <c:v>9.031573647115259</c:v>
              </c:pt>
              <c:pt idx="325">
                <c:v>9.031573647115259</c:v>
              </c:pt>
              <c:pt idx="326">
                <c:v>9.031573647115259</c:v>
              </c:pt>
              <c:pt idx="327">
                <c:v>9.031573647115259</c:v>
              </c:pt>
              <c:pt idx="328">
                <c:v>9.031573647115259</c:v>
              </c:pt>
              <c:pt idx="329">
                <c:v>9.031573647115259</c:v>
              </c:pt>
              <c:pt idx="330">
                <c:v>9.031573647115259</c:v>
              </c:pt>
              <c:pt idx="331">
                <c:v>9.031573647115259</c:v>
              </c:pt>
              <c:pt idx="332">
                <c:v>9.031573647115259</c:v>
              </c:pt>
              <c:pt idx="333">
                <c:v>9.031573647115259</c:v>
              </c:pt>
              <c:pt idx="334">
                <c:v>9.031573647115259</c:v>
              </c:pt>
              <c:pt idx="335">
                <c:v>9.031573647115259</c:v>
              </c:pt>
              <c:pt idx="336">
                <c:v>9.031573647115259</c:v>
              </c:pt>
              <c:pt idx="337">
                <c:v>9.031573647115259</c:v>
              </c:pt>
              <c:pt idx="338">
                <c:v>9.031573647115259</c:v>
              </c:pt>
              <c:pt idx="339">
                <c:v>9.031573647115259</c:v>
              </c:pt>
              <c:pt idx="340">
                <c:v>9.031573647115259</c:v>
              </c:pt>
              <c:pt idx="341">
                <c:v>9.031573647115259</c:v>
              </c:pt>
              <c:pt idx="342">
                <c:v>9.031573647115259</c:v>
              </c:pt>
              <c:pt idx="343">
                <c:v>9.031573647115259</c:v>
              </c:pt>
              <c:pt idx="344">
                <c:v>9.031573647115259</c:v>
              </c:pt>
              <c:pt idx="345">
                <c:v>9.031573647115259</c:v>
              </c:pt>
              <c:pt idx="346">
                <c:v>9.031573647115259</c:v>
              </c:pt>
              <c:pt idx="347">
                <c:v>9.031573647115259</c:v>
              </c:pt>
              <c:pt idx="348">
                <c:v>9.031573647115259</c:v>
              </c:pt>
              <c:pt idx="349">
                <c:v>9.031573647115259</c:v>
              </c:pt>
              <c:pt idx="350">
                <c:v>9.031573647115259</c:v>
              </c:pt>
              <c:pt idx="351">
                <c:v>9.031573647115259</c:v>
              </c:pt>
              <c:pt idx="352">
                <c:v>9.031573647115259</c:v>
              </c:pt>
              <c:pt idx="353">
                <c:v>9.031573647115259</c:v>
              </c:pt>
              <c:pt idx="354">
                <c:v>9.031573647115259</c:v>
              </c:pt>
              <c:pt idx="355">
                <c:v>9.031573647115259</c:v>
              </c:pt>
              <c:pt idx="356">
                <c:v>9.031573647115259</c:v>
              </c:pt>
              <c:pt idx="357">
                <c:v>9.031573647115259</c:v>
              </c:pt>
              <c:pt idx="358">
                <c:v>9.031573647115259</c:v>
              </c:pt>
              <c:pt idx="359">
                <c:v>9.031573647115259</c:v>
              </c:pt>
              <c:pt idx="360">
                <c:v>9.031573647115259</c:v>
              </c:pt>
              <c:pt idx="361">
                <c:v>9.031573647115259</c:v>
              </c:pt>
              <c:pt idx="362">
                <c:v>9.031573647115259</c:v>
              </c:pt>
              <c:pt idx="363">
                <c:v>9.031573647115259</c:v>
              </c:pt>
              <c:pt idx="364">
                <c:v>9.031573647115259</c:v>
              </c:pt>
              <c:pt idx="365">
                <c:v>9.031573647115259</c:v>
              </c:pt>
              <c:pt idx="366">
                <c:v>9.031573647115259</c:v>
              </c:pt>
              <c:pt idx="367">
                <c:v>9.031573647115259</c:v>
              </c:pt>
              <c:pt idx="368">
                <c:v>9.031573647115259</c:v>
              </c:pt>
              <c:pt idx="369">
                <c:v>9.031573647115259</c:v>
              </c:pt>
              <c:pt idx="370">
                <c:v>9.031573647115259</c:v>
              </c:pt>
              <c:pt idx="371">
                <c:v>9.031573647115259</c:v>
              </c:pt>
              <c:pt idx="372">
                <c:v>9.031573647115259</c:v>
              </c:pt>
              <c:pt idx="373">
                <c:v>9.031573647115259</c:v>
              </c:pt>
              <c:pt idx="374">
                <c:v>9.031573647115259</c:v>
              </c:pt>
              <c:pt idx="375">
                <c:v>9.031573647115259</c:v>
              </c:pt>
              <c:pt idx="376">
                <c:v>9.031573647115259</c:v>
              </c:pt>
              <c:pt idx="377">
                <c:v>9.031573647115259</c:v>
              </c:pt>
              <c:pt idx="378">
                <c:v>9.031573647115259</c:v>
              </c:pt>
              <c:pt idx="379">
                <c:v>9.031573647115259</c:v>
              </c:pt>
              <c:pt idx="380">
                <c:v>9.031573647115259</c:v>
              </c:pt>
              <c:pt idx="381">
                <c:v>9.031573647115259</c:v>
              </c:pt>
              <c:pt idx="382">
                <c:v>9.031573647115259</c:v>
              </c:pt>
              <c:pt idx="383">
                <c:v>9.031573647115259</c:v>
              </c:pt>
              <c:pt idx="384">
                <c:v>9.031573647115259</c:v>
              </c:pt>
              <c:pt idx="385">
                <c:v>9.031573647115259</c:v>
              </c:pt>
              <c:pt idx="386">
                <c:v>9.031573647115259</c:v>
              </c:pt>
              <c:pt idx="387">
                <c:v>9.031573647115259</c:v>
              </c:pt>
              <c:pt idx="388">
                <c:v>9.031573647115259</c:v>
              </c:pt>
              <c:pt idx="389">
                <c:v>9.031573647115259</c:v>
              </c:pt>
              <c:pt idx="390">
                <c:v>9.031573647115259</c:v>
              </c:pt>
              <c:pt idx="391">
                <c:v>9.031573647115259</c:v>
              </c:pt>
              <c:pt idx="392">
                <c:v>9.031573647115259</c:v>
              </c:pt>
              <c:pt idx="393">
                <c:v>9.031573647115259</c:v>
              </c:pt>
              <c:pt idx="394">
                <c:v>9.031573647115259</c:v>
              </c:pt>
              <c:pt idx="395">
                <c:v>9.031573647115259</c:v>
              </c:pt>
              <c:pt idx="396">
                <c:v>9.031573647115259</c:v>
              </c:pt>
              <c:pt idx="397">
                <c:v>9.031573647115259</c:v>
              </c:pt>
              <c:pt idx="398">
                <c:v>9.031573647115259</c:v>
              </c:pt>
              <c:pt idx="399">
                <c:v>9.031573647115259</c:v>
              </c:pt>
              <c:pt idx="400">
                <c:v>9.031573647115259</c:v>
              </c:pt>
              <c:pt idx="401">
                <c:v>9.031573647115259</c:v>
              </c:pt>
              <c:pt idx="402">
                <c:v>9.031573647115259</c:v>
              </c:pt>
              <c:pt idx="403">
                <c:v>9.031573647115259</c:v>
              </c:pt>
              <c:pt idx="404">
                <c:v>9.031573647115259</c:v>
              </c:pt>
              <c:pt idx="405">
                <c:v>9.031573647115259</c:v>
              </c:pt>
              <c:pt idx="406">
                <c:v>9.031573647115259</c:v>
              </c:pt>
              <c:pt idx="407">
                <c:v>9.031573647115259</c:v>
              </c:pt>
              <c:pt idx="408">
                <c:v>9.031573647115259</c:v>
              </c:pt>
              <c:pt idx="409">
                <c:v>9.031573647115259</c:v>
              </c:pt>
              <c:pt idx="410">
                <c:v>9.031573647115259</c:v>
              </c:pt>
              <c:pt idx="411">
                <c:v>9.031573647115259</c:v>
              </c:pt>
            </c:numLit>
          </c:xVal>
          <c:yVal>
            <c:numLit>
              <c:formatCode>0.0</c:formatCode>
              <c:ptCount val="412"/>
              <c:pt idx="0">
                <c:v>0.13203880275870133</c:v>
              </c:pt>
              <c:pt idx="1">
                <c:v>0.13203880275870133</c:v>
              </c:pt>
              <c:pt idx="2">
                <c:v>0.13203880275870133</c:v>
              </c:pt>
              <c:pt idx="3">
                <c:v>0.13203880275870133</c:v>
              </c:pt>
              <c:pt idx="4">
                <c:v>0.13203880275870133</c:v>
              </c:pt>
              <c:pt idx="5">
                <c:v>0.13203880275870133</c:v>
              </c:pt>
              <c:pt idx="6">
                <c:v>0.13203880275870133</c:v>
              </c:pt>
              <c:pt idx="7">
                <c:v>0.13203880275870133</c:v>
              </c:pt>
              <c:pt idx="8">
                <c:v>0.13203880275870133</c:v>
              </c:pt>
              <c:pt idx="9">
                <c:v>0.13203880275870133</c:v>
              </c:pt>
              <c:pt idx="10">
                <c:v>0.13203880275870133</c:v>
              </c:pt>
              <c:pt idx="11">
                <c:v>0.13203880275870133</c:v>
              </c:pt>
              <c:pt idx="12">
                <c:v>0.13203880275870133</c:v>
              </c:pt>
              <c:pt idx="13">
                <c:v>0.13203880275870133</c:v>
              </c:pt>
              <c:pt idx="14">
                <c:v>0.13203880275870133</c:v>
              </c:pt>
              <c:pt idx="15">
                <c:v>0.13203880275870133</c:v>
              </c:pt>
              <c:pt idx="16">
                <c:v>0.13203880275870133</c:v>
              </c:pt>
              <c:pt idx="17">
                <c:v>0.13203880275870133</c:v>
              </c:pt>
              <c:pt idx="18">
                <c:v>0.13203880275870133</c:v>
              </c:pt>
              <c:pt idx="19">
                <c:v>0.13203880275870133</c:v>
              </c:pt>
              <c:pt idx="20">
                <c:v>0.13203880275870133</c:v>
              </c:pt>
              <c:pt idx="21">
                <c:v>0.13203880275870133</c:v>
              </c:pt>
              <c:pt idx="22">
                <c:v>0.13203880275870133</c:v>
              </c:pt>
              <c:pt idx="23">
                <c:v>0.13203880275870133</c:v>
              </c:pt>
              <c:pt idx="24">
                <c:v>0.13203880275870133</c:v>
              </c:pt>
              <c:pt idx="25">
                <c:v>0.13203880275870133</c:v>
              </c:pt>
              <c:pt idx="26">
                <c:v>0.13203880275870133</c:v>
              </c:pt>
              <c:pt idx="27">
                <c:v>0.13203880275870133</c:v>
              </c:pt>
              <c:pt idx="28">
                <c:v>0.13203880275870133</c:v>
              </c:pt>
              <c:pt idx="29">
                <c:v>0.13203880275870133</c:v>
              </c:pt>
              <c:pt idx="30">
                <c:v>0.13203880275870133</c:v>
              </c:pt>
              <c:pt idx="31">
                <c:v>0.13203880275870133</c:v>
              </c:pt>
              <c:pt idx="32">
                <c:v>0.13203880275870133</c:v>
              </c:pt>
              <c:pt idx="33">
                <c:v>0.13203880275870133</c:v>
              </c:pt>
              <c:pt idx="34">
                <c:v>0.13203880275870133</c:v>
              </c:pt>
              <c:pt idx="35">
                <c:v>0.13203880275870133</c:v>
              </c:pt>
              <c:pt idx="36">
                <c:v>0.13203880275870133</c:v>
              </c:pt>
              <c:pt idx="37">
                <c:v>0.13203880275870133</c:v>
              </c:pt>
              <c:pt idx="38">
                <c:v>0.13203880275870133</c:v>
              </c:pt>
              <c:pt idx="39">
                <c:v>0.13203880275870133</c:v>
              </c:pt>
              <c:pt idx="40">
                <c:v>0.13203880275870133</c:v>
              </c:pt>
              <c:pt idx="41">
                <c:v>0.13203880275870133</c:v>
              </c:pt>
              <c:pt idx="42">
                <c:v>0.13203880275870133</c:v>
              </c:pt>
              <c:pt idx="43">
                <c:v>0.13203880275870133</c:v>
              </c:pt>
              <c:pt idx="44">
                <c:v>0.13203880275870133</c:v>
              </c:pt>
              <c:pt idx="45">
                <c:v>0.13203880275870133</c:v>
              </c:pt>
              <c:pt idx="46">
                <c:v>0.13203880275870133</c:v>
              </c:pt>
              <c:pt idx="47">
                <c:v>0.13203880275870133</c:v>
              </c:pt>
              <c:pt idx="48">
                <c:v>0.13203880275870133</c:v>
              </c:pt>
              <c:pt idx="49">
                <c:v>0.13203880275870133</c:v>
              </c:pt>
              <c:pt idx="50">
                <c:v>0.13203880275870133</c:v>
              </c:pt>
              <c:pt idx="51">
                <c:v>0.13203880275870133</c:v>
              </c:pt>
              <c:pt idx="52">
                <c:v>0.13203880275870133</c:v>
              </c:pt>
              <c:pt idx="53">
                <c:v>0.13203880275870133</c:v>
              </c:pt>
              <c:pt idx="54">
                <c:v>0.13203880275870133</c:v>
              </c:pt>
              <c:pt idx="55">
                <c:v>0.13203880275870133</c:v>
              </c:pt>
              <c:pt idx="56">
                <c:v>0.13203880275870133</c:v>
              </c:pt>
              <c:pt idx="57">
                <c:v>0.13203880275870133</c:v>
              </c:pt>
              <c:pt idx="58">
                <c:v>0.13203880275870133</c:v>
              </c:pt>
              <c:pt idx="59">
                <c:v>0.13203880275870133</c:v>
              </c:pt>
              <c:pt idx="60">
                <c:v>0.13203880275870133</c:v>
              </c:pt>
              <c:pt idx="61">
                <c:v>0.13203880275870133</c:v>
              </c:pt>
              <c:pt idx="62">
                <c:v>0.13203880275870133</c:v>
              </c:pt>
              <c:pt idx="63">
                <c:v>0.13203880275870133</c:v>
              </c:pt>
              <c:pt idx="64">
                <c:v>0.13203880275870133</c:v>
              </c:pt>
              <c:pt idx="65">
                <c:v>0.13203880275870133</c:v>
              </c:pt>
              <c:pt idx="66">
                <c:v>0.13203880275870133</c:v>
              </c:pt>
              <c:pt idx="67">
                <c:v>0.13203880275870133</c:v>
              </c:pt>
              <c:pt idx="68">
                <c:v>0.13203880275870133</c:v>
              </c:pt>
              <c:pt idx="69">
                <c:v>0.13203880275870133</c:v>
              </c:pt>
              <c:pt idx="70">
                <c:v>0.13203880275870133</c:v>
              </c:pt>
              <c:pt idx="71">
                <c:v>0.13203880275870133</c:v>
              </c:pt>
              <c:pt idx="72">
                <c:v>0.13203880275870133</c:v>
              </c:pt>
              <c:pt idx="73">
                <c:v>0.13203880275870133</c:v>
              </c:pt>
              <c:pt idx="74">
                <c:v>0.13203880275870133</c:v>
              </c:pt>
              <c:pt idx="75">
                <c:v>0.13203880275870133</c:v>
              </c:pt>
              <c:pt idx="76">
                <c:v>0.13203880275870133</c:v>
              </c:pt>
              <c:pt idx="77">
                <c:v>0.13203880275870133</c:v>
              </c:pt>
              <c:pt idx="78">
                <c:v>0.13203880275870133</c:v>
              </c:pt>
              <c:pt idx="79">
                <c:v>0.13203880275870133</c:v>
              </c:pt>
              <c:pt idx="80">
                <c:v>0.13203880275870133</c:v>
              </c:pt>
              <c:pt idx="81">
                <c:v>0.13203880275870133</c:v>
              </c:pt>
              <c:pt idx="82">
                <c:v>0.13203880275870133</c:v>
              </c:pt>
              <c:pt idx="83">
                <c:v>0.13203880275870133</c:v>
              </c:pt>
              <c:pt idx="84">
                <c:v>0.13203880275870133</c:v>
              </c:pt>
              <c:pt idx="85">
                <c:v>0.13203880275870133</c:v>
              </c:pt>
              <c:pt idx="86">
                <c:v>0.13203880275870133</c:v>
              </c:pt>
              <c:pt idx="87">
                <c:v>0.13203880275870133</c:v>
              </c:pt>
              <c:pt idx="88">
                <c:v>0.13203880275870133</c:v>
              </c:pt>
              <c:pt idx="89">
                <c:v>0.13203880275870133</c:v>
              </c:pt>
              <c:pt idx="90">
                <c:v>0.13203880275870133</c:v>
              </c:pt>
              <c:pt idx="91">
                <c:v>0.13203880275870133</c:v>
              </c:pt>
              <c:pt idx="92">
                <c:v>0.13203880275870133</c:v>
              </c:pt>
              <c:pt idx="93">
                <c:v>0.13203880275870133</c:v>
              </c:pt>
              <c:pt idx="94">
                <c:v>0.13203880275870133</c:v>
              </c:pt>
              <c:pt idx="95">
                <c:v>0.13203880275870133</c:v>
              </c:pt>
              <c:pt idx="96">
                <c:v>0.13203880275870133</c:v>
              </c:pt>
              <c:pt idx="97">
                <c:v>0.13203880275870133</c:v>
              </c:pt>
              <c:pt idx="98">
                <c:v>0.13203880275870133</c:v>
              </c:pt>
              <c:pt idx="99">
                <c:v>0.13203880275870133</c:v>
              </c:pt>
              <c:pt idx="100">
                <c:v>0.13203880275870133</c:v>
              </c:pt>
              <c:pt idx="101">
                <c:v>0.13203880275870133</c:v>
              </c:pt>
              <c:pt idx="102">
                <c:v>0.13203880275870133</c:v>
              </c:pt>
              <c:pt idx="103">
                <c:v>0.13203880275870133</c:v>
              </c:pt>
              <c:pt idx="104">
                <c:v>0.13203880275870133</c:v>
              </c:pt>
              <c:pt idx="105">
                <c:v>0.13203880275870133</c:v>
              </c:pt>
              <c:pt idx="106">
                <c:v>0.13203880275870133</c:v>
              </c:pt>
              <c:pt idx="107">
                <c:v>0.13203880275870133</c:v>
              </c:pt>
              <c:pt idx="108">
                <c:v>0.13203880275870133</c:v>
              </c:pt>
              <c:pt idx="109">
                <c:v>0.13203880275870133</c:v>
              </c:pt>
              <c:pt idx="110">
                <c:v>0.13203880275870133</c:v>
              </c:pt>
              <c:pt idx="111">
                <c:v>0.13203880275870133</c:v>
              </c:pt>
              <c:pt idx="112">
                <c:v>0.13203880275870133</c:v>
              </c:pt>
              <c:pt idx="113">
                <c:v>0.13203880275870133</c:v>
              </c:pt>
              <c:pt idx="114">
                <c:v>0.13203880275870133</c:v>
              </c:pt>
              <c:pt idx="115">
                <c:v>0.13203880275870133</c:v>
              </c:pt>
              <c:pt idx="116">
                <c:v>0.13203880275870133</c:v>
              </c:pt>
              <c:pt idx="117">
                <c:v>0.13203880275870133</c:v>
              </c:pt>
              <c:pt idx="118">
                <c:v>0.13203880275870133</c:v>
              </c:pt>
              <c:pt idx="119">
                <c:v>0.13203880275870133</c:v>
              </c:pt>
              <c:pt idx="120">
                <c:v>0.13203880275870133</c:v>
              </c:pt>
              <c:pt idx="121">
                <c:v>0.13203880275870133</c:v>
              </c:pt>
              <c:pt idx="122">
                <c:v>0.13203880275870133</c:v>
              </c:pt>
              <c:pt idx="123">
                <c:v>0.13203880275870133</c:v>
              </c:pt>
              <c:pt idx="124">
                <c:v>0.13203880275870133</c:v>
              </c:pt>
              <c:pt idx="125">
                <c:v>0.13203880275870133</c:v>
              </c:pt>
              <c:pt idx="126">
                <c:v>0.13203880275870133</c:v>
              </c:pt>
              <c:pt idx="127">
                <c:v>0.13203880275870133</c:v>
              </c:pt>
              <c:pt idx="128">
                <c:v>0.13203880275870133</c:v>
              </c:pt>
              <c:pt idx="129">
                <c:v>0.13203880275870133</c:v>
              </c:pt>
              <c:pt idx="130">
                <c:v>0.13203880275870133</c:v>
              </c:pt>
              <c:pt idx="131">
                <c:v>0.13203880275870133</c:v>
              </c:pt>
              <c:pt idx="132">
                <c:v>0.13203880275870133</c:v>
              </c:pt>
              <c:pt idx="133">
                <c:v>0.13203880275870133</c:v>
              </c:pt>
              <c:pt idx="134">
                <c:v>0.13203880275870133</c:v>
              </c:pt>
              <c:pt idx="135">
                <c:v>0.13203880275870133</c:v>
              </c:pt>
              <c:pt idx="136">
                <c:v>0.13203880275870133</c:v>
              </c:pt>
              <c:pt idx="137">
                <c:v>0.13203880275870133</c:v>
              </c:pt>
              <c:pt idx="138">
                <c:v>0.13203880275870133</c:v>
              </c:pt>
              <c:pt idx="139">
                <c:v>0.13203880275870133</c:v>
              </c:pt>
              <c:pt idx="140">
                <c:v>0.13203880275870133</c:v>
              </c:pt>
              <c:pt idx="141">
                <c:v>0.13203880275870133</c:v>
              </c:pt>
              <c:pt idx="142">
                <c:v>0.13203880275870133</c:v>
              </c:pt>
              <c:pt idx="143">
                <c:v>0.13203880275870133</c:v>
              </c:pt>
              <c:pt idx="144">
                <c:v>0.13203880275870133</c:v>
              </c:pt>
              <c:pt idx="145">
                <c:v>0.13203880275870133</c:v>
              </c:pt>
              <c:pt idx="146">
                <c:v>0.13203880275870133</c:v>
              </c:pt>
              <c:pt idx="147">
                <c:v>0.13203880275870133</c:v>
              </c:pt>
              <c:pt idx="148">
                <c:v>0.13203880275870133</c:v>
              </c:pt>
              <c:pt idx="149">
                <c:v>0.13203880275870133</c:v>
              </c:pt>
              <c:pt idx="150">
                <c:v>0.13203880275870133</c:v>
              </c:pt>
              <c:pt idx="151">
                <c:v>0.13203880275870133</c:v>
              </c:pt>
              <c:pt idx="152">
                <c:v>0.13203880275870133</c:v>
              </c:pt>
              <c:pt idx="153">
                <c:v>0.13203880275870133</c:v>
              </c:pt>
              <c:pt idx="154">
                <c:v>0.13203880275870133</c:v>
              </c:pt>
              <c:pt idx="155">
                <c:v>0.13203880275870133</c:v>
              </c:pt>
              <c:pt idx="156">
                <c:v>0.13203880275870133</c:v>
              </c:pt>
              <c:pt idx="157">
                <c:v>0.13203880275870133</c:v>
              </c:pt>
              <c:pt idx="158">
                <c:v>0.13203880275870133</c:v>
              </c:pt>
              <c:pt idx="159">
                <c:v>0.13203880275870133</c:v>
              </c:pt>
              <c:pt idx="160">
                <c:v>0.13203880275870133</c:v>
              </c:pt>
              <c:pt idx="161">
                <c:v>0.13203880275870133</c:v>
              </c:pt>
              <c:pt idx="162">
                <c:v>0.13203880275870133</c:v>
              </c:pt>
              <c:pt idx="163">
                <c:v>0.13203880275870133</c:v>
              </c:pt>
              <c:pt idx="164">
                <c:v>0.13203880275870133</c:v>
              </c:pt>
              <c:pt idx="165">
                <c:v>0.13203880275870133</c:v>
              </c:pt>
              <c:pt idx="166">
                <c:v>0.13203880275870133</c:v>
              </c:pt>
              <c:pt idx="167">
                <c:v>0.13203880275870133</c:v>
              </c:pt>
              <c:pt idx="168">
                <c:v>0.13203880275870133</c:v>
              </c:pt>
              <c:pt idx="169">
                <c:v>0.13203880275870133</c:v>
              </c:pt>
              <c:pt idx="170">
                <c:v>0.13203880275870133</c:v>
              </c:pt>
              <c:pt idx="171">
                <c:v>0.13203880275870133</c:v>
              </c:pt>
              <c:pt idx="172">
                <c:v>0.13203880275870133</c:v>
              </c:pt>
              <c:pt idx="173">
                <c:v>0.13203880275870133</c:v>
              </c:pt>
              <c:pt idx="174">
                <c:v>0.13203880275870133</c:v>
              </c:pt>
              <c:pt idx="175">
                <c:v>0.13203880275870133</c:v>
              </c:pt>
              <c:pt idx="176">
                <c:v>0.13203880275870133</c:v>
              </c:pt>
              <c:pt idx="177">
                <c:v>0.13203880275870133</c:v>
              </c:pt>
              <c:pt idx="178">
                <c:v>0.13203880275870133</c:v>
              </c:pt>
              <c:pt idx="179">
                <c:v>0.13203880275870133</c:v>
              </c:pt>
              <c:pt idx="180">
                <c:v>0.13203880275870133</c:v>
              </c:pt>
              <c:pt idx="181">
                <c:v>0.13203880275870133</c:v>
              </c:pt>
              <c:pt idx="182">
                <c:v>0.13203880275870133</c:v>
              </c:pt>
              <c:pt idx="183">
                <c:v>0.13203880275870133</c:v>
              </c:pt>
              <c:pt idx="184">
                <c:v>0.13203880275870133</c:v>
              </c:pt>
              <c:pt idx="185">
                <c:v>0.13203880275870133</c:v>
              </c:pt>
              <c:pt idx="186">
                <c:v>0.13203880275870133</c:v>
              </c:pt>
              <c:pt idx="187">
                <c:v>0.13203880275870133</c:v>
              </c:pt>
              <c:pt idx="188">
                <c:v>0.13203880275870133</c:v>
              </c:pt>
              <c:pt idx="189">
                <c:v>0.13203880275870133</c:v>
              </c:pt>
              <c:pt idx="190">
                <c:v>0.13203880275870133</c:v>
              </c:pt>
              <c:pt idx="191">
                <c:v>0.13203880275870133</c:v>
              </c:pt>
              <c:pt idx="192">
                <c:v>0.13203880275870133</c:v>
              </c:pt>
              <c:pt idx="193">
                <c:v>0.13203880275870133</c:v>
              </c:pt>
              <c:pt idx="194">
                <c:v>0.13203880275870133</c:v>
              </c:pt>
              <c:pt idx="195">
                <c:v>0.13203880275870133</c:v>
              </c:pt>
              <c:pt idx="196">
                <c:v>0.13203880275870133</c:v>
              </c:pt>
              <c:pt idx="197">
                <c:v>0.13203880275870133</c:v>
              </c:pt>
              <c:pt idx="198">
                <c:v>0.13203880275870133</c:v>
              </c:pt>
              <c:pt idx="199">
                <c:v>0.13203880275870133</c:v>
              </c:pt>
              <c:pt idx="200">
                <c:v>0.13203880275870133</c:v>
              </c:pt>
              <c:pt idx="201">
                <c:v>0.13203880275870133</c:v>
              </c:pt>
              <c:pt idx="202">
                <c:v>0.13203880275870133</c:v>
              </c:pt>
              <c:pt idx="203">
                <c:v>0.13203880275870133</c:v>
              </c:pt>
              <c:pt idx="204">
                <c:v>0.13203880275870133</c:v>
              </c:pt>
              <c:pt idx="205">
                <c:v>0.13203880275870133</c:v>
              </c:pt>
              <c:pt idx="206">
                <c:v>0.13203880275870133</c:v>
              </c:pt>
              <c:pt idx="207">
                <c:v>0.13203880275870133</c:v>
              </c:pt>
              <c:pt idx="208">
                <c:v>0.13203880275870133</c:v>
              </c:pt>
              <c:pt idx="209">
                <c:v>0.13203880275870133</c:v>
              </c:pt>
              <c:pt idx="210">
                <c:v>0.13203880275870133</c:v>
              </c:pt>
              <c:pt idx="211">
                <c:v>0.13203880275870133</c:v>
              </c:pt>
              <c:pt idx="212">
                <c:v>0.13203880275870133</c:v>
              </c:pt>
              <c:pt idx="213">
                <c:v>0.13203880275870133</c:v>
              </c:pt>
              <c:pt idx="214">
                <c:v>0.13203880275870133</c:v>
              </c:pt>
              <c:pt idx="215">
                <c:v>0.13203880275870133</c:v>
              </c:pt>
              <c:pt idx="216">
                <c:v>0.13203880275870133</c:v>
              </c:pt>
              <c:pt idx="217">
                <c:v>0.13203880275870133</c:v>
              </c:pt>
              <c:pt idx="218">
                <c:v>0.13203880275870133</c:v>
              </c:pt>
              <c:pt idx="219">
                <c:v>0.13203880275870133</c:v>
              </c:pt>
              <c:pt idx="220">
                <c:v>0.13203880275870133</c:v>
              </c:pt>
              <c:pt idx="221">
                <c:v>0.13203880275870133</c:v>
              </c:pt>
              <c:pt idx="222">
                <c:v>0.13203880275870133</c:v>
              </c:pt>
              <c:pt idx="223">
                <c:v>0.13203880275870133</c:v>
              </c:pt>
              <c:pt idx="224">
                <c:v>0.13203880275870133</c:v>
              </c:pt>
              <c:pt idx="225">
                <c:v>0.13203880275870133</c:v>
              </c:pt>
              <c:pt idx="226">
                <c:v>0.13203880275870133</c:v>
              </c:pt>
              <c:pt idx="227">
                <c:v>0.13203880275870133</c:v>
              </c:pt>
              <c:pt idx="228">
                <c:v>0.13203880275870133</c:v>
              </c:pt>
              <c:pt idx="229">
                <c:v>0.13203880275870133</c:v>
              </c:pt>
              <c:pt idx="230">
                <c:v>0.13203880275870133</c:v>
              </c:pt>
              <c:pt idx="231">
                <c:v>0.13203880275870133</c:v>
              </c:pt>
              <c:pt idx="232">
                <c:v>0.13203880275870133</c:v>
              </c:pt>
              <c:pt idx="233">
                <c:v>0.13203880275870133</c:v>
              </c:pt>
              <c:pt idx="234">
                <c:v>0.13203880275870133</c:v>
              </c:pt>
              <c:pt idx="235">
                <c:v>0.13203880275870133</c:v>
              </c:pt>
              <c:pt idx="236">
                <c:v>0.13203880275870133</c:v>
              </c:pt>
              <c:pt idx="237">
                <c:v>0.13203880275870133</c:v>
              </c:pt>
              <c:pt idx="238">
                <c:v>0.13203880275870133</c:v>
              </c:pt>
              <c:pt idx="239">
                <c:v>0.13203880275870133</c:v>
              </c:pt>
              <c:pt idx="240">
                <c:v>0.13203880275870133</c:v>
              </c:pt>
              <c:pt idx="241">
                <c:v>0.13203880275870133</c:v>
              </c:pt>
              <c:pt idx="242">
                <c:v>0.13203880275870133</c:v>
              </c:pt>
              <c:pt idx="243">
                <c:v>0.13203880275870133</c:v>
              </c:pt>
              <c:pt idx="244">
                <c:v>0.13203880275870133</c:v>
              </c:pt>
              <c:pt idx="245">
                <c:v>0.13203880275870133</c:v>
              </c:pt>
              <c:pt idx="246">
                <c:v>0.13203880275870133</c:v>
              </c:pt>
              <c:pt idx="247">
                <c:v>0.13203880275870133</c:v>
              </c:pt>
              <c:pt idx="248">
                <c:v>0.13203880275870133</c:v>
              </c:pt>
              <c:pt idx="249">
                <c:v>0.13203880275870133</c:v>
              </c:pt>
              <c:pt idx="250">
                <c:v>0.13203880275870133</c:v>
              </c:pt>
              <c:pt idx="251">
                <c:v>0.13203880275870133</c:v>
              </c:pt>
              <c:pt idx="252">
                <c:v>0.13203880275870133</c:v>
              </c:pt>
              <c:pt idx="253">
                <c:v>0.13203880275870133</c:v>
              </c:pt>
              <c:pt idx="254">
                <c:v>0.13203880275870133</c:v>
              </c:pt>
              <c:pt idx="255">
                <c:v>0.13203880275870133</c:v>
              </c:pt>
              <c:pt idx="256">
                <c:v>0.13203880275870133</c:v>
              </c:pt>
              <c:pt idx="257">
                <c:v>0.13203880275870133</c:v>
              </c:pt>
              <c:pt idx="258">
                <c:v>0.13203880275870133</c:v>
              </c:pt>
              <c:pt idx="259">
                <c:v>0.13203880275870133</c:v>
              </c:pt>
              <c:pt idx="260">
                <c:v>0.13203880275870133</c:v>
              </c:pt>
              <c:pt idx="261">
                <c:v>0.13203880275870133</c:v>
              </c:pt>
              <c:pt idx="262">
                <c:v>0.13203880275870133</c:v>
              </c:pt>
              <c:pt idx="263">
                <c:v>0.13203880275870133</c:v>
              </c:pt>
              <c:pt idx="264">
                <c:v>0.13203880275870133</c:v>
              </c:pt>
              <c:pt idx="265">
                <c:v>0.13203880275870133</c:v>
              </c:pt>
              <c:pt idx="266">
                <c:v>0.13203880275870133</c:v>
              </c:pt>
              <c:pt idx="267">
                <c:v>0.13203880275870133</c:v>
              </c:pt>
              <c:pt idx="268">
                <c:v>0.13203880275870133</c:v>
              </c:pt>
              <c:pt idx="269">
                <c:v>0.13203880275870133</c:v>
              </c:pt>
              <c:pt idx="270">
                <c:v>0.13203880275870133</c:v>
              </c:pt>
              <c:pt idx="271">
                <c:v>0.13203880275870133</c:v>
              </c:pt>
              <c:pt idx="272">
                <c:v>0.13203880275870133</c:v>
              </c:pt>
              <c:pt idx="273">
                <c:v>0.13203880275870133</c:v>
              </c:pt>
              <c:pt idx="274">
                <c:v>0.13203880275870133</c:v>
              </c:pt>
              <c:pt idx="275">
                <c:v>0.13203880275870133</c:v>
              </c:pt>
              <c:pt idx="276">
                <c:v>0.13203880275870133</c:v>
              </c:pt>
              <c:pt idx="277">
                <c:v>0.13203880275870133</c:v>
              </c:pt>
              <c:pt idx="278">
                <c:v>0.13203880275870133</c:v>
              </c:pt>
              <c:pt idx="279">
                <c:v>0.13203880275870133</c:v>
              </c:pt>
              <c:pt idx="280">
                <c:v>0.13203880275870133</c:v>
              </c:pt>
              <c:pt idx="281">
                <c:v>0.13203880275870133</c:v>
              </c:pt>
              <c:pt idx="282">
                <c:v>0.13203880275870133</c:v>
              </c:pt>
              <c:pt idx="283">
                <c:v>0.13203880275870133</c:v>
              </c:pt>
              <c:pt idx="284">
                <c:v>0.13203880275870133</c:v>
              </c:pt>
              <c:pt idx="285">
                <c:v>0.13203880275870133</c:v>
              </c:pt>
              <c:pt idx="286">
                <c:v>0.13203880275870133</c:v>
              </c:pt>
              <c:pt idx="287">
                <c:v>0.13203880275870133</c:v>
              </c:pt>
              <c:pt idx="288">
                <c:v>0.13203880275870133</c:v>
              </c:pt>
              <c:pt idx="289">
                <c:v>0.13203880275870133</c:v>
              </c:pt>
              <c:pt idx="290">
                <c:v>0.13203880275870133</c:v>
              </c:pt>
              <c:pt idx="291">
                <c:v>0.13203880275870133</c:v>
              </c:pt>
              <c:pt idx="292">
                <c:v>0.13203880275870133</c:v>
              </c:pt>
              <c:pt idx="293">
                <c:v>0.13203880275870133</c:v>
              </c:pt>
              <c:pt idx="294">
                <c:v>0.13203880275870133</c:v>
              </c:pt>
              <c:pt idx="295">
                <c:v>0.13203880275870133</c:v>
              </c:pt>
              <c:pt idx="296">
                <c:v>0.13203880275870133</c:v>
              </c:pt>
              <c:pt idx="297">
                <c:v>0.13203880275870133</c:v>
              </c:pt>
              <c:pt idx="298">
                <c:v>0.13203880275870133</c:v>
              </c:pt>
              <c:pt idx="299">
                <c:v>0.13203880275870133</c:v>
              </c:pt>
              <c:pt idx="300">
                <c:v>0.13203880275870133</c:v>
              </c:pt>
              <c:pt idx="301">
                <c:v>0.13203880275870133</c:v>
              </c:pt>
              <c:pt idx="302">
                <c:v>0.13203880275870133</c:v>
              </c:pt>
              <c:pt idx="303">
                <c:v>0.13203880275870133</c:v>
              </c:pt>
              <c:pt idx="304">
                <c:v>0.13203880275870133</c:v>
              </c:pt>
              <c:pt idx="305">
                <c:v>0.13203880275870133</c:v>
              </c:pt>
              <c:pt idx="306">
                <c:v>0.13203880275870133</c:v>
              </c:pt>
              <c:pt idx="307">
                <c:v>0.13203880275870133</c:v>
              </c:pt>
              <c:pt idx="308">
                <c:v>0.13203880275870133</c:v>
              </c:pt>
              <c:pt idx="309">
                <c:v>0.13203880275870133</c:v>
              </c:pt>
              <c:pt idx="310">
                <c:v>0.13203880275870133</c:v>
              </c:pt>
              <c:pt idx="311">
                <c:v>0.13203880275870133</c:v>
              </c:pt>
              <c:pt idx="312">
                <c:v>0.13203880275870133</c:v>
              </c:pt>
              <c:pt idx="313">
                <c:v>0.13203880275870133</c:v>
              </c:pt>
              <c:pt idx="314">
                <c:v>0.13203880275870133</c:v>
              </c:pt>
              <c:pt idx="315">
                <c:v>0.13203880275870133</c:v>
              </c:pt>
              <c:pt idx="316">
                <c:v>0.13203880275870133</c:v>
              </c:pt>
              <c:pt idx="317">
                <c:v>0.13203880275870133</c:v>
              </c:pt>
              <c:pt idx="318">
                <c:v>0.13203880275870133</c:v>
              </c:pt>
              <c:pt idx="319">
                <c:v>0.13203880275870133</c:v>
              </c:pt>
              <c:pt idx="320">
                <c:v>0.13203880275870133</c:v>
              </c:pt>
              <c:pt idx="321">
                <c:v>0.13203880275870133</c:v>
              </c:pt>
              <c:pt idx="322">
                <c:v>0.13203880275870133</c:v>
              </c:pt>
              <c:pt idx="323">
                <c:v>0.13203880275870133</c:v>
              </c:pt>
              <c:pt idx="324">
                <c:v>0.13203880275870133</c:v>
              </c:pt>
              <c:pt idx="325">
                <c:v>0.13203880275870133</c:v>
              </c:pt>
              <c:pt idx="326">
                <c:v>0.13203880275870133</c:v>
              </c:pt>
              <c:pt idx="327">
                <c:v>0.13203880275870133</c:v>
              </c:pt>
              <c:pt idx="328">
                <c:v>0.13203880275870133</c:v>
              </c:pt>
              <c:pt idx="329">
                <c:v>0.13203880275870133</c:v>
              </c:pt>
              <c:pt idx="330">
                <c:v>0.13203880275870133</c:v>
              </c:pt>
              <c:pt idx="331">
                <c:v>0.13203880275870133</c:v>
              </c:pt>
              <c:pt idx="332">
                <c:v>0.13203880275870133</c:v>
              </c:pt>
              <c:pt idx="333">
                <c:v>0.13203880275870133</c:v>
              </c:pt>
              <c:pt idx="334">
                <c:v>0.13203880275870133</c:v>
              </c:pt>
              <c:pt idx="335">
                <c:v>0.13203880275870133</c:v>
              </c:pt>
              <c:pt idx="336">
                <c:v>0.13203880275870133</c:v>
              </c:pt>
              <c:pt idx="337">
                <c:v>0.13203880275870133</c:v>
              </c:pt>
              <c:pt idx="338">
                <c:v>0.13203880275870133</c:v>
              </c:pt>
              <c:pt idx="339">
                <c:v>0.13203880275870133</c:v>
              </c:pt>
              <c:pt idx="340">
                <c:v>0.13203880275870133</c:v>
              </c:pt>
              <c:pt idx="341">
                <c:v>0.13203880275870133</c:v>
              </c:pt>
              <c:pt idx="342">
                <c:v>0.13203880275870133</c:v>
              </c:pt>
              <c:pt idx="343">
                <c:v>0.13203880275870133</c:v>
              </c:pt>
              <c:pt idx="344">
                <c:v>0.13203880275870133</c:v>
              </c:pt>
              <c:pt idx="345">
                <c:v>0.13203880275870133</c:v>
              </c:pt>
              <c:pt idx="346">
                <c:v>0.13203880275870133</c:v>
              </c:pt>
              <c:pt idx="347">
                <c:v>0.13203880275870133</c:v>
              </c:pt>
              <c:pt idx="348">
                <c:v>0.13203880275870133</c:v>
              </c:pt>
              <c:pt idx="349">
                <c:v>0.13203880275870133</c:v>
              </c:pt>
              <c:pt idx="350">
                <c:v>0.13203880275870133</c:v>
              </c:pt>
              <c:pt idx="351">
                <c:v>0.13203880275870133</c:v>
              </c:pt>
              <c:pt idx="352">
                <c:v>0.13203880275870133</c:v>
              </c:pt>
              <c:pt idx="353">
                <c:v>0.13203880275870133</c:v>
              </c:pt>
              <c:pt idx="354">
                <c:v>0.13203880275870133</c:v>
              </c:pt>
              <c:pt idx="355">
                <c:v>0.13203880275870133</c:v>
              </c:pt>
              <c:pt idx="356">
                <c:v>0.13203880275870133</c:v>
              </c:pt>
              <c:pt idx="357">
                <c:v>0.13203880275870133</c:v>
              </c:pt>
              <c:pt idx="358">
                <c:v>0.13203880275870133</c:v>
              </c:pt>
              <c:pt idx="359">
                <c:v>0.13203880275870133</c:v>
              </c:pt>
              <c:pt idx="360">
                <c:v>0.13203880275870133</c:v>
              </c:pt>
              <c:pt idx="361">
                <c:v>0.13203880275870133</c:v>
              </c:pt>
              <c:pt idx="362">
                <c:v>0.13203880275870133</c:v>
              </c:pt>
              <c:pt idx="363">
                <c:v>0.13203880275870133</c:v>
              </c:pt>
              <c:pt idx="364">
                <c:v>0.13203880275870133</c:v>
              </c:pt>
              <c:pt idx="365">
                <c:v>0.13203880275870133</c:v>
              </c:pt>
              <c:pt idx="366">
                <c:v>0.13203880275870133</c:v>
              </c:pt>
              <c:pt idx="367">
                <c:v>0.13203880275870133</c:v>
              </c:pt>
              <c:pt idx="368">
                <c:v>0.13203880275870133</c:v>
              </c:pt>
              <c:pt idx="369">
                <c:v>0.13203880275870133</c:v>
              </c:pt>
              <c:pt idx="370">
                <c:v>0.13203880275870133</c:v>
              </c:pt>
              <c:pt idx="371">
                <c:v>0.13203880275870133</c:v>
              </c:pt>
              <c:pt idx="372">
                <c:v>0.13203880275870133</c:v>
              </c:pt>
              <c:pt idx="373">
                <c:v>0.13203880275870133</c:v>
              </c:pt>
              <c:pt idx="374">
                <c:v>0.13203880275870133</c:v>
              </c:pt>
              <c:pt idx="375">
                <c:v>0.13203880275870133</c:v>
              </c:pt>
              <c:pt idx="376">
                <c:v>0.13203880275870133</c:v>
              </c:pt>
              <c:pt idx="377">
                <c:v>0.13203880275870133</c:v>
              </c:pt>
              <c:pt idx="378">
                <c:v>0.13203880275870133</c:v>
              </c:pt>
              <c:pt idx="379">
                <c:v>0.13203880275870133</c:v>
              </c:pt>
              <c:pt idx="380">
                <c:v>0.13203880275870133</c:v>
              </c:pt>
              <c:pt idx="381">
                <c:v>0.13203880275870133</c:v>
              </c:pt>
              <c:pt idx="382">
                <c:v>0.13203880275870133</c:v>
              </c:pt>
              <c:pt idx="383">
                <c:v>0.13203880275870133</c:v>
              </c:pt>
              <c:pt idx="384">
                <c:v>0.13203880275870133</c:v>
              </c:pt>
              <c:pt idx="385">
                <c:v>0.13203880275870133</c:v>
              </c:pt>
              <c:pt idx="386">
                <c:v>0.13203880275870133</c:v>
              </c:pt>
              <c:pt idx="387">
                <c:v>0.13203880275870133</c:v>
              </c:pt>
              <c:pt idx="388">
                <c:v>0.13203880275870133</c:v>
              </c:pt>
              <c:pt idx="389">
                <c:v>0.13203880275870133</c:v>
              </c:pt>
              <c:pt idx="390">
                <c:v>0.13203880275870133</c:v>
              </c:pt>
              <c:pt idx="391">
                <c:v>0.13203880275870133</c:v>
              </c:pt>
              <c:pt idx="392">
                <c:v>0.13203880275870133</c:v>
              </c:pt>
              <c:pt idx="393">
                <c:v>0.13203880275870133</c:v>
              </c:pt>
              <c:pt idx="394">
                <c:v>0.13203880275870133</c:v>
              </c:pt>
              <c:pt idx="395">
                <c:v>0.13203880275870133</c:v>
              </c:pt>
              <c:pt idx="396">
                <c:v>0.13203880275870133</c:v>
              </c:pt>
              <c:pt idx="397">
                <c:v>0.13203880275870133</c:v>
              </c:pt>
              <c:pt idx="398">
                <c:v>0.13203880275870133</c:v>
              </c:pt>
              <c:pt idx="399">
                <c:v>0.13203880275870133</c:v>
              </c:pt>
              <c:pt idx="400">
                <c:v>0.13203880275870133</c:v>
              </c:pt>
              <c:pt idx="401">
                <c:v>0.13203880275870133</c:v>
              </c:pt>
              <c:pt idx="402">
                <c:v>0.13203880275870133</c:v>
              </c:pt>
              <c:pt idx="403">
                <c:v>0.13203880275870133</c:v>
              </c:pt>
              <c:pt idx="404">
                <c:v>0.13203880275870133</c:v>
              </c:pt>
              <c:pt idx="405">
                <c:v>0.13203880275870133</c:v>
              </c:pt>
              <c:pt idx="406">
                <c:v>0.13203880275870133</c:v>
              </c:pt>
              <c:pt idx="407">
                <c:v>0.13203880275870133</c:v>
              </c:pt>
              <c:pt idx="408">
                <c:v>0.13203880275870133</c:v>
              </c:pt>
              <c:pt idx="409">
                <c:v>0.13203880275870133</c:v>
              </c:pt>
              <c:pt idx="410">
                <c:v>0.13203880275870133</c:v>
              </c:pt>
              <c:pt idx="411">
                <c:v>0.13203880275870133</c:v>
              </c:pt>
            </c:numLit>
          </c:yVal>
          <c:smooth val="0"/>
        </c:ser>
        <c:dLbls>
          <c:txPr>
            <a:bodyPr xmlns:a="http://schemas.openxmlformats.org/drawingml/2006/main" anchorCtr="1"/>
            <a:lstStyle xmlns:a="http://schemas.openxmlformats.org/drawingml/2006/main"/>
            <a:p xmlns:a="http://schemas.openxmlformats.org/drawingml/2006/main">
              <a:pPr>
                <a:defRPr>
                  <a:latin typeface="Arial"/>
                  <a:ea typeface="Arial"/>
                  <a:cs typeface="Arial"/>
                </a:defRPr>
              </a:pPr>
            </a:p>
          </c:txPr>
          <c:showLegendKey val="0"/>
          <c:showVal val="0"/>
          <c:showCatName val="0"/>
          <c:showSerName val="0"/>
          <c:showPercent val="0"/>
          <c:showBubbleSize val="0"/>
          <c:showLeaderLines val="0"/>
        </c:dLbls>
        <c:axId val="48650112"/>
        <c:axId val="48672768"/>
      </c:scatterChart>
      <c:valAx>
        <c:axId val="48672768"/>
        <c:scaling>
          <c:orientation val="minMax"/>
          <c:max val="1.437393659351139"/>
          <c:min val="0"/>
        </c:scaling>
        <c:delete val="0"/>
        <c:axPos val="l"/>
        <c:majorGridlines>
          <c:spPr>
            <a:ln xmlns:a="http://schemas.openxmlformats.org/drawingml/2006/main" w="5715">
              <a:solidFill>
                <a:srgbClr val="D9DFE3"/>
              </a:solidFill>
              <a:prstDash val="solid"/>
            </a:ln>
          </c:spPr>
        </c:majorGridlines>
        <c:title>
          <c:tx>
            <c:rich>
              <a:bodyPr xmlns:a="http://schemas.openxmlformats.org/drawingml/2006/main"/>
              <a:lstStyle xmlns:a="http://schemas.openxmlformats.org/drawingml/2006/main"/>
              <a:p xmlns:a="http://schemas.openxmlformats.org/drawingml/2006/main">
                <a:r>
                  <a:rPr sz="1200">
                    <a:solidFill>
                      <a:srgbClr val="263238"/>
                    </a:solidFill>
                    <a:latin typeface="Arial"/>
                    <a:ea typeface="Arial"/>
                    <a:cs typeface="Arial"/>
                  </a:rPr>
                  <a:t>Mean τ (% axis)</a:t>
                </a:r>
              </a:p>
            </c:rich>
          </c:tx>
          <c:overlay val="0"/>
          <c:txPr>
            <a:bodyPr xmlns:a="http://schemas.openxmlformats.org/drawingml/2006/main" anchorCtr="1"/>
            <a:lstStyle xmlns:a="http://schemas.openxmlformats.org/drawingml/2006/main"/>
            <a:p xmlns:a="http://schemas.openxmlformats.org/drawingml/2006/main">
              <a:pPr>
                <a:defRPr sz="1200">
                  <a:solidFill>
                    <a:srgbClr val="263238"/>
                  </a:solidFill>
                  <a:latin typeface="Arial"/>
                  <a:ea typeface="Arial"/>
                  <a:cs typeface="Arial"/>
                </a:defRPr>
              </a:pPr>
            </a:p>
          </c:txPr>
        </c:title>
        <c:numFmt formatCode="0.0"/>
        <c:majorTickMark val="none"/>
        <c:minorTickMark val="none"/>
        <c:spPr>
          <a:ln xmlns:a="http://schemas.openxmlformats.org/drawingml/2006/main" w="7620">
            <a:solidFill>
              <a:srgbClr val="263238"/>
            </a:solidFill>
            <a:prstDash val="solid"/>
          </a:ln>
        </c:spPr>
        <c:txPr>
          <a:bodyPr xmlns:a="http://schemas.openxmlformats.org/drawingml/2006/main" anchorCtr="1"/>
          <a:lstStyle xmlns:a="http://schemas.openxmlformats.org/drawingml/2006/main"/>
          <a:p xmlns:a="http://schemas.openxmlformats.org/drawingml/2006/main">
            <a:pPr>
              <a:defRPr sz="1125">
                <a:solidFill>
                  <a:srgbClr val="263238"/>
                </a:solidFill>
                <a:latin typeface="Arial"/>
                <a:ea typeface="Arial"/>
                <a:cs typeface="Arial"/>
              </a:defRPr>
            </a:pPr>
          </a:p>
        </c:txPr>
        <c:crossAx val="48650112"/>
        <c:majorUnit val="0.5"/>
      </c:valAx>
      <c:valAx>
        <c:axId val="48650112"/>
        <c:scaling>
          <c:orientation val="minMax"/>
          <c:max val="70"/>
          <c:min val="0"/>
        </c:scaling>
        <c:delete val="0"/>
        <c:axPos val="b"/>
        <c:majorGridlines>
          <c:spPr>
            <a:ln xmlns:a="http://schemas.openxmlformats.org/drawingml/2006/main" w="5715">
              <a:solidFill>
                <a:srgbClr val="D9DFE3"/>
              </a:solidFill>
              <a:prstDash val="solid"/>
            </a:ln>
          </c:spPr>
        </c:majorGridlines>
        <c:title>
          <c:tx>
            <c:rich>
              <a:bodyPr xmlns:a="http://schemas.openxmlformats.org/drawingml/2006/main"/>
              <a:lstStyle xmlns:a="http://schemas.openxmlformats.org/drawingml/2006/main"/>
              <a:p xmlns:a="http://schemas.openxmlformats.org/drawingml/2006/main">
                <a:r>
                  <a:rPr sz="1200">
                    <a:solidFill>
                      <a:srgbClr val="263238"/>
                    </a:solidFill>
                    <a:latin typeface="Arial"/>
                    <a:ea typeface="Arial"/>
                    <a:cs typeface="Arial"/>
                  </a:rPr>
                  <a:t>d_top (% scalar range)</a:t>
                </a:r>
              </a:p>
            </c:rich>
          </c:tx>
          <c:overlay val="0"/>
          <c:txPr>
            <a:bodyPr xmlns:a="http://schemas.openxmlformats.org/drawingml/2006/main" anchorCtr="1"/>
            <a:lstStyle xmlns:a="http://schemas.openxmlformats.org/drawingml/2006/main"/>
            <a:p xmlns:a="http://schemas.openxmlformats.org/drawingml/2006/main">
              <a:pPr>
                <a:defRPr sz="1200">
                  <a:solidFill>
                    <a:srgbClr val="263238"/>
                  </a:solidFill>
                  <a:latin typeface="Arial"/>
                  <a:ea typeface="Arial"/>
                  <a:cs typeface="Arial"/>
                </a:defRPr>
              </a:pPr>
            </a:p>
          </c:txPr>
        </c:title>
        <c:numFmt formatCode="0"/>
        <c:majorTickMark val="none"/>
        <c:minorTickMark val="none"/>
        <c:spPr>
          <a:ln xmlns:a="http://schemas.openxmlformats.org/drawingml/2006/main" w="7620">
            <a:solidFill>
              <a:srgbClr val="263238"/>
            </a:solidFill>
            <a:prstDash val="solid"/>
          </a:ln>
        </c:spPr>
        <c:txPr>
          <a:bodyPr xmlns:a="http://schemas.openxmlformats.org/drawingml/2006/main" anchorCtr="1"/>
          <a:lstStyle xmlns:a="http://schemas.openxmlformats.org/drawingml/2006/main"/>
          <a:p xmlns:a="http://schemas.openxmlformats.org/drawingml/2006/main">
            <a:pPr>
              <a:defRPr sz="1125">
                <a:solidFill>
                  <a:srgbClr val="263238"/>
                </a:solidFill>
                <a:latin typeface="Arial"/>
                <a:ea typeface="Arial"/>
                <a:cs typeface="Arial"/>
              </a:defRPr>
            </a:pPr>
          </a:p>
        </c:txPr>
        <c:crossAx val="48672768"/>
        <c:majorUnit val="20"/>
      </c:valAx>
      <c:spPr>
        <a:solidFill xmlns:a="http://schemas.openxmlformats.org/drawingml/2006/main">
          <a:srgbClr val="FFFFFF"/>
        </a:solidFill>
        <a:ln xmlns:a="http://schemas.openxmlformats.org/drawingml/2006/main" w="0">
          <a:noFill/>
          <a:prstDash val="solid"/>
        </a:ln>
      </c:spPr>
    </c:plotArea>
    <c:plotVisOnly val="1"/>
  </c:chart>
  <c:spPr>
    <a:solidFill xmlns:a="http://schemas.openxmlformats.org/drawingml/2006/main">
      <a:srgbClr val="FFFFFF"/>
    </a:solidFill>
    <a:ln xmlns:a="http://schemas.openxmlformats.org/drawingml/2006/main" w="0">
      <a:noFill/>
      <a:prstDash val="solid"/>
    </a:ln>
  </c:spPr>
</c:chartSpace>
</file>

<file path=ppt/main_figures/Fig5/ppt/slides/charts/chart5.xml><?xml version="1.0" encoding="utf-8"?>
<c:chartSpace xmlns:c="http://schemas.openxmlformats.org/drawingml/2006/chart">
  <c:lang val="en-US"/>
  <c:chart>
    <c:plotArea>
      <c:scatterChart>
        <c:scatterStyle val="lineMarker"/>
        <c:varyColors val="0"/>
        <c:ser>
          <c:idx val="0"/>
          <c:order val="0"/>
          <c:tx>
            <c:v>Exact frontier F</c:v>
          </c:tx>
          <c:spPr>
            <a:noFill xmlns:a="http://schemas.openxmlformats.org/drawingml/2006/main"/>
            <a:ln xmlns:a="http://schemas.openxmlformats.org/drawingml/2006/main" w="16193">
              <a:solidFill>
                <a:srgbClr val="0072B2"/>
              </a:solidFill>
              <a:prstDash val="solid"/>
            </a:ln>
          </c:spPr>
          <c:marker>
            <c:symbol val="none"/>
            <c:size val="7"/>
            <c:spPr>
              <a:solidFill xmlns:a="http://schemas.openxmlformats.org/drawingml/2006/main">
                <a:srgbClr val="0072B2"/>
              </a:solidFill>
            </c:spPr>
          </c:marker>
          <c:xVal>
            <c:numLit>
              <c:formatCode>General</c:formatCode>
              <c:ptCount val="246"/>
              <c:pt idx="0">
                <c:v>0</c:v>
              </c:pt>
              <c:pt idx="1">
                <c:v>0.09497556542845864</c:v>
              </c:pt>
              <c:pt idx="2">
                <c:v>0.09497556542845864</c:v>
              </c:pt>
              <c:pt idx="3">
                <c:v>0.14171803682671447</c:v>
              </c:pt>
              <c:pt idx="4">
                <c:v>0.14171803682671447</c:v>
              </c:pt>
              <c:pt idx="5">
                <c:v>0.2362599324466344</c:v>
              </c:pt>
              <c:pt idx="6">
                <c:v>0.2362599324466344</c:v>
              </c:pt>
              <c:pt idx="7">
                <c:v>0.2654397152783113</c:v>
              </c:pt>
              <c:pt idx="8">
                <c:v>0.2654397152783113</c:v>
              </c:pt>
              <c:pt idx="9">
                <c:v>0.3221190451033873</c:v>
              </c:pt>
              <c:pt idx="10">
                <c:v>0.3221190451033873</c:v>
              </c:pt>
              <c:pt idx="11">
                <c:v>0.3567018656362522</c:v>
              </c:pt>
              <c:pt idx="12">
                <c:v>0.3567018656362522</c:v>
              </c:pt>
              <c:pt idx="13">
                <c:v>0.5000000000000001</c:v>
              </c:pt>
              <c:pt idx="14">
                <c:v>0.5000000000000001</c:v>
              </c:pt>
              <c:pt idx="15">
                <c:v>0.5215545909938007</c:v>
              </c:pt>
              <c:pt idx="16">
                <c:v>0.5215545909938007</c:v>
              </c:pt>
              <c:pt idx="17">
                <c:v>0.5391285437112509</c:v>
              </c:pt>
              <c:pt idx="18">
                <c:v>0.5391285437112509</c:v>
              </c:pt>
              <c:pt idx="19">
                <c:v>0.6513157316708047</c:v>
              </c:pt>
              <c:pt idx="20">
                <c:v>0.6513157316708047</c:v>
              </c:pt>
              <c:pt idx="21">
                <c:v>0.6561687033377857</c:v>
              </c:pt>
              <c:pt idx="22">
                <c:v>0.6561687033377857</c:v>
              </c:pt>
              <c:pt idx="23">
                <c:v>0.6656193259186685</c:v>
              </c:pt>
              <c:pt idx="24">
                <c:v>0.6656193259186685</c:v>
              </c:pt>
              <c:pt idx="25">
                <c:v>0.7792483251897278</c:v>
              </c:pt>
              <c:pt idx="26">
                <c:v>0.7792483251897278</c:v>
              </c:pt>
              <c:pt idx="27">
                <c:v>0.8767451830548423</c:v>
              </c:pt>
              <c:pt idx="28">
                <c:v>0.8767451830548423</c:v>
              </c:pt>
              <c:pt idx="29">
                <c:v>0.9561255316022135</c:v>
              </c:pt>
              <c:pt idx="30">
                <c:v>0.9561255316022135</c:v>
              </c:pt>
              <c:pt idx="31">
                <c:v>0.9709604182994993</c:v>
              </c:pt>
              <c:pt idx="32">
                <c:v>0.9709604182994993</c:v>
              </c:pt>
              <c:pt idx="33">
                <c:v>0.9819936540777766</c:v>
              </c:pt>
              <c:pt idx="34">
                <c:v>0.9819936540777766</c:v>
              </c:pt>
              <c:pt idx="35">
                <c:v>1.0000000000000002</c:v>
              </c:pt>
              <c:pt idx="36">
                <c:v>1.0000000000000002</c:v>
              </c:pt>
              <c:pt idx="37">
                <c:v>1.0467287291341931</c:v>
              </c:pt>
              <c:pt idx="38">
                <c:v>1.0467287291341931</c:v>
              </c:pt>
              <c:pt idx="39">
                <c:v>1.0595285592407602</c:v>
              </c:pt>
              <c:pt idx="40">
                <c:v>1.0595285592407602</c:v>
              </c:pt>
              <c:pt idx="41">
                <c:v>1.069392200686918</c:v>
              </c:pt>
              <c:pt idx="42">
                <c:v>1.069392200686918</c:v>
              </c:pt>
              <c:pt idx="43">
                <c:v>1.1488851907430007</c:v>
              </c:pt>
              <c:pt idx="44">
                <c:v>1.1488851907430007</c:v>
              </c:pt>
              <c:pt idx="45">
                <c:v>1.2047478696299194</c:v>
              </c:pt>
              <c:pt idx="46">
                <c:v>1.2047478696299194</c:v>
              </c:pt>
              <c:pt idx="47">
                <c:v>1.2202248129268596</c:v>
              </c:pt>
              <c:pt idx="48">
                <c:v>1.2202248129268596</c:v>
              </c:pt>
              <c:pt idx="49">
                <c:v>1.2271165959015162</c:v>
              </c:pt>
              <c:pt idx="50">
                <c:v>1.2271165959015162</c:v>
              </c:pt>
              <c:pt idx="51">
                <c:v>1.2490385108552247</c:v>
              </c:pt>
              <c:pt idx="52">
                <c:v>1.2490385108552247</c:v>
              </c:pt>
              <c:pt idx="53">
                <c:v>1.2504521617895523</c:v>
              </c:pt>
              <c:pt idx="54">
                <c:v>1.2504521617895523</c:v>
              </c:pt>
              <c:pt idx="55">
                <c:v>1.3510635573705359</c:v>
              </c:pt>
              <c:pt idx="56">
                <c:v>1.3510635573705359</c:v>
              </c:pt>
              <c:pt idx="57">
                <c:v>1.366681302553365</c:v>
              </c:pt>
              <c:pt idx="58">
                <c:v>1.366681302553365</c:v>
              </c:pt>
              <c:pt idx="59">
                <c:v>1.3852577646983464</c:v>
              </c:pt>
              <c:pt idx="60">
                <c:v>1.3852577646983464</c:v>
              </c:pt>
              <c:pt idx="61">
                <c:v>1.3944793495448495</c:v>
              </c:pt>
              <c:pt idx="62">
                <c:v>1.3944793495448495</c:v>
              </c:pt>
              <c:pt idx="63">
                <c:v>1.4363200379556829</c:v>
              </c:pt>
              <c:pt idx="64">
                <c:v>1.4363200379556829</c:v>
              </c:pt>
              <c:pt idx="65">
                <c:v>1.4648352358859626</c:v>
              </c:pt>
              <c:pt idx="66">
                <c:v>1.4648352358859626</c:v>
              </c:pt>
              <c:pt idx="67">
                <c:v>1.485298443301859</c:v>
              </c:pt>
              <c:pt idx="68">
                <c:v>1.485298443301859</c:v>
              </c:pt>
              <c:pt idx="69">
                <c:v>1.5175401978120062</c:v>
              </c:pt>
              <c:pt idx="70">
                <c:v>1.5175401978120062</c:v>
              </c:pt>
              <c:pt idx="71">
                <c:v>1.564239489965256</c:v>
              </c:pt>
              <c:pt idx="72">
                <c:v>1.564239489965256</c:v>
              </c:pt>
              <c:pt idx="73">
                <c:v>1.6497775743221816</c:v>
              </c:pt>
              <c:pt idx="74">
                <c:v>1.6497775743221816</c:v>
              </c:pt>
              <c:pt idx="75">
                <c:v>1.6986508475935604</c:v>
              </c:pt>
              <c:pt idx="76">
                <c:v>1.6986508475935604</c:v>
              </c:pt>
              <c:pt idx="77">
                <c:v>1.7440866774907648</c:v>
              </c:pt>
              <c:pt idx="78">
                <c:v>1.7440866774907648</c:v>
              </c:pt>
              <c:pt idx="79">
                <c:v>1.7601174415388692</c:v>
              </c:pt>
              <c:pt idx="80">
                <c:v>1.7601174415388692</c:v>
              </c:pt>
              <c:pt idx="81">
                <c:v>1.8012146959922075</c:v>
              </c:pt>
              <c:pt idx="82">
                <c:v>1.8012146959922075</c:v>
              </c:pt>
              <c:pt idx="83">
                <c:v>1.8388838938637637</c:v>
              </c:pt>
              <c:pt idx="84">
                <c:v>1.8388838938637637</c:v>
              </c:pt>
              <c:pt idx="85">
                <c:v>1.9935557041922842</c:v>
              </c:pt>
              <c:pt idx="86">
                <c:v>1.9935557041922842</c:v>
              </c:pt>
              <c:pt idx="87">
                <c:v>2.0000000000000004</c:v>
              </c:pt>
              <c:pt idx="88">
                <c:v>2.0000000000000004</c:v>
              </c:pt>
              <c:pt idx="89">
                <c:v>2.1304752127478945</c:v>
              </c:pt>
              <c:pt idx="90">
                <c:v>2.1304752127478945</c:v>
              </c:pt>
              <c:pt idx="91">
                <c:v>2.1330021372599863</c:v>
              </c:pt>
              <c:pt idx="92">
                <c:v>2.1330021372599863</c:v>
              </c:pt>
              <c:pt idx="93">
                <c:v>2.160873401232133</c:v>
              </c:pt>
              <c:pt idx="94">
                <c:v>2.160873401232133</c:v>
              </c:pt>
              <c:pt idx="95">
                <c:v>2.184644514287186</c:v>
              </c:pt>
              <c:pt idx="96">
                <c:v>2.184644514287186</c:v>
              </c:pt>
              <c:pt idx="97">
                <c:v>2.4921032670317906</c:v>
              </c:pt>
              <c:pt idx="98">
                <c:v>2.4921032670317906</c:v>
              </c:pt>
              <c:pt idx="99">
                <c:v>2.5885319079226257</c:v>
              </c:pt>
              <c:pt idx="100">
                <c:v>2.5885319079226257</c:v>
              </c:pt>
              <c:pt idx="101">
                <c:v>2.5970325871133757</c:v>
              </c:pt>
              <c:pt idx="102">
                <c:v>2.5970325871133757</c:v>
              </c:pt>
              <c:pt idx="103">
                <c:v>2.652594888643731</c:v>
              </c:pt>
              <c:pt idx="104">
                <c:v>2.652594888643731</c:v>
              </c:pt>
              <c:pt idx="105">
                <c:v>2.752457218191784</c:v>
              </c:pt>
              <c:pt idx="106">
                <c:v>2.752457218191784</c:v>
              </c:pt>
              <c:pt idx="107">
                <c:v>2.8927315663485142</c:v>
              </c:pt>
              <c:pt idx="108">
                <c:v>2.8927315663485142</c:v>
              </c:pt>
              <c:pt idx="109">
                <c:v>2.947084849018701</c:v>
              </c:pt>
              <c:pt idx="110">
                <c:v>2.947084849018701</c:v>
              </c:pt>
              <c:pt idx="111">
                <c:v>3.013657858025591</c:v>
              </c:pt>
              <c:pt idx="112">
                <c:v>3.013657858025591</c:v>
              </c:pt>
              <c:pt idx="113">
                <c:v>3.051214414388436</c:v>
              </c:pt>
              <c:pt idx="114">
                <c:v>3.051214414388436</c:v>
              </c:pt>
              <c:pt idx="115">
                <c:v>3.085348546244934</c:v>
              </c:pt>
              <c:pt idx="116">
                <c:v>3.085348546244934</c:v>
              </c:pt>
              <c:pt idx="117">
                <c:v>3.14338708360846</c:v>
              </c:pt>
              <c:pt idx="118">
                <c:v>3.14338708360846</c:v>
              </c:pt>
              <c:pt idx="119">
                <c:v>3.246424026343695</c:v>
              </c:pt>
              <c:pt idx="120">
                <c:v>3.246424026343695</c:v>
              </c:pt>
              <c:pt idx="121">
                <c:v>3.2924962807651186</c:v>
              </c:pt>
              <c:pt idx="122">
                <c:v>3.2924962807651186</c:v>
              </c:pt>
              <c:pt idx="123">
                <c:v>3.423044034644623</c:v>
              </c:pt>
              <c:pt idx="124">
                <c:v>3.423044034644623</c:v>
              </c:pt>
              <c:pt idx="125">
                <c:v>3.425631034628027</c:v>
              </c:pt>
              <c:pt idx="126">
                <c:v>3.425631034628027</c:v>
              </c:pt>
              <c:pt idx="127">
                <c:v>3.4737852796021325</c:v>
              </c:pt>
              <c:pt idx="128">
                <c:v>3.4737852796021325</c:v>
              </c:pt>
              <c:pt idx="129">
                <c:v>3.5207305057160685</c:v>
              </c:pt>
              <c:pt idx="130">
                <c:v>3.5207305057160685</c:v>
              </c:pt>
              <c:pt idx="131">
                <c:v>3.579180184586391</c:v>
              </c:pt>
              <c:pt idx="132">
                <c:v>3.579180184586391</c:v>
              </c:pt>
              <c:pt idx="133">
                <c:v>3.5880112788693617</c:v>
              </c:pt>
              <c:pt idx="134">
                <c:v>3.5880112788693617</c:v>
              </c:pt>
              <c:pt idx="135">
                <c:v>3.62574055221223</c:v>
              </c:pt>
              <c:pt idx="136">
                <c:v>3.62574055221223</c:v>
              </c:pt>
              <c:pt idx="137">
                <c:v>3.6543496180664365</c:v>
              </c:pt>
              <c:pt idx="138">
                <c:v>3.6543496180664365</c:v>
              </c:pt>
              <c:pt idx="139">
                <c:v>3.720716117640689</c:v>
              </c:pt>
              <c:pt idx="140">
                <c:v>3.720716117640689</c:v>
              </c:pt>
              <c:pt idx="141">
                <c:v>3.8550185884772397</c:v>
              </c:pt>
              <c:pt idx="142">
                <c:v>3.8550185884772397</c:v>
              </c:pt>
              <c:pt idx="143">
                <c:v>3.9450172765791347</c:v>
              </c:pt>
              <c:pt idx="144">
                <c:v>3.9450172765791347</c:v>
              </c:pt>
              <c:pt idx="145">
                <c:v>4.1524428601541405</c:v>
              </c:pt>
              <c:pt idx="146">
                <c:v>4.1524428601541405</c:v>
              </c:pt>
              <c:pt idx="147">
                <c:v>4.154631860140098</c:v>
              </c:pt>
              <c:pt idx="148">
                <c:v>4.154631860140098</c:v>
              </c:pt>
              <c:pt idx="149">
                <c:v>4.2579278783453685</c:v>
              </c:pt>
              <c:pt idx="150">
                <c:v>4.2579278783453685</c:v>
              </c:pt>
              <c:pt idx="151">
                <c:v>4.292245991332762</c:v>
              </c:pt>
              <c:pt idx="152">
                <c:v>4.292245991332762</c:v>
              </c:pt>
              <c:pt idx="153">
                <c:v>4.3290516043041976</c:v>
              </c:pt>
              <c:pt idx="154">
                <c:v>4.3290516043041976</c:v>
              </c:pt>
              <c:pt idx="155">
                <c:v>4.402277971758972</c:v>
              </c:pt>
              <c:pt idx="156">
                <c:v>4.402277971758972</c:v>
              </c:pt>
              <c:pt idx="157">
                <c:v>4.637758800437019</c:v>
              </c:pt>
              <c:pt idx="158">
                <c:v>4.637758800437019</c:v>
              </c:pt>
              <c:pt idx="159">
                <c:v>4.648572385273309</c:v>
              </c:pt>
              <c:pt idx="160">
                <c:v>4.648572385273309</c:v>
              </c:pt>
              <c:pt idx="161">
                <c:v>4.974173930354356</c:v>
              </c:pt>
              <c:pt idx="162">
                <c:v>4.974173930354356</c:v>
              </c:pt>
              <c:pt idx="163">
                <c:v>5</c:v>
              </c:pt>
              <c:pt idx="164">
                <c:v>5</c:v>
              </c:pt>
              <c:pt idx="165">
                <c:v>5.072821608966805</c:v>
              </c:pt>
              <c:pt idx="166">
                <c:v>5.072821608966805</c:v>
              </c:pt>
              <c:pt idx="167">
                <c:v>5.082135184378755</c:v>
              </c:pt>
              <c:pt idx="168">
                <c:v>5.082135184378755</c:v>
              </c:pt>
              <c:pt idx="169">
                <c:v>5.08464521266454</c:v>
              </c:pt>
              <c:pt idx="170">
                <c:v>5.08464521266454</c:v>
              </c:pt>
              <c:pt idx="171">
                <c:v>5.160526165007946</c:v>
              </c:pt>
              <c:pt idx="172">
                <c:v>5.160526165007946</c:v>
              </c:pt>
              <c:pt idx="173">
                <c:v>5.3530004656599965</c:v>
              </c:pt>
              <c:pt idx="174">
                <c:v>5.3530004656599965</c:v>
              </c:pt>
              <c:pt idx="175">
                <c:v>5.427886418009785</c:v>
              </c:pt>
              <c:pt idx="176">
                <c:v>5.427886418009785</c:v>
              </c:pt>
              <c:pt idx="177">
                <c:v>5.513749285383495</c:v>
              </c:pt>
              <c:pt idx="178">
                <c:v>5.513749285383495</c:v>
              </c:pt>
              <c:pt idx="179">
                <c:v>5.705375020003254</c:v>
              </c:pt>
              <c:pt idx="180">
                <c:v>5.705375020003254</c:v>
              </c:pt>
              <c:pt idx="181">
                <c:v>5.865498679353405</c:v>
              </c:pt>
              <c:pt idx="182">
                <c:v>5.865498679353405</c:v>
              </c:pt>
              <c:pt idx="183">
                <c:v>5.9935157540038615</c:v>
              </c:pt>
              <c:pt idx="184">
                <c:v>5.9935157540038615</c:v>
              </c:pt>
              <c:pt idx="185">
                <c:v>5.999435065286643</c:v>
              </c:pt>
              <c:pt idx="186">
                <c:v>5.999435065286643</c:v>
              </c:pt>
              <c:pt idx="187">
                <c:v>6.597612165222866</c:v>
              </c:pt>
              <c:pt idx="188">
                <c:v>6.597612165222866</c:v>
              </c:pt>
              <c:pt idx="189">
                <c:v>6.8111429185700265</c:v>
              </c:pt>
              <c:pt idx="190">
                <c:v>6.8111429185700265</c:v>
              </c:pt>
              <c:pt idx="191">
                <c:v>7.003696068278176</c:v>
              </c:pt>
              <c:pt idx="192">
                <c:v>7.003696068278176</c:v>
              </c:pt>
              <c:pt idx="193">
                <c:v>7.107176067614342</c:v>
              </c:pt>
              <c:pt idx="194">
                <c:v>7.107176067614342</c:v>
              </c:pt>
              <c:pt idx="195">
                <c:v>7.15408186920023</c:v>
              </c:pt>
              <c:pt idx="196">
                <c:v>7.15408186920023</c:v>
              </c:pt>
              <c:pt idx="197">
                <c:v>7.702099705307284</c:v>
              </c:pt>
              <c:pt idx="198">
                <c:v>7.702099705307284</c:v>
              </c:pt>
              <c:pt idx="199">
                <c:v>7.8669205155706985</c:v>
              </c:pt>
              <c:pt idx="200">
                <c:v>7.8669205155706985</c:v>
              </c:pt>
              <c:pt idx="201">
                <c:v>8.13236023084901</c:v>
              </c:pt>
              <c:pt idx="202">
                <c:v>8.13236023084901</c:v>
              </c:pt>
              <c:pt idx="203">
                <c:v>8.202828758698834</c:v>
              </c:pt>
              <c:pt idx="204">
                <c:v>8.202828758698834</c:v>
              </c:pt>
              <c:pt idx="205">
                <c:v>9.399299354796947</c:v>
              </c:pt>
              <c:pt idx="206">
                <c:v>9.399299354796947</c:v>
              </c:pt>
              <c:pt idx="207">
                <c:v>9.399674826492651</c:v>
              </c:pt>
              <c:pt idx="208">
                <c:v>9.399674826492651</c:v>
              </c:pt>
              <c:pt idx="209">
                <c:v>9.94083842679462</c:v>
              </c:pt>
              <c:pt idx="210">
                <c:v>9.94083842679462</c:v>
              </c:pt>
              <c:pt idx="211">
                <c:v>10</c:v>
              </c:pt>
              <c:pt idx="212">
                <c:v>10</c:v>
              </c:pt>
              <c:pt idx="213">
                <c:v>10.123426557698773</c:v>
              </c:pt>
              <c:pt idx="214">
                <c:v>10.123426557698773</c:v>
              </c:pt>
              <c:pt idx="215">
                <c:v>12.346384203815647</c:v>
              </c:pt>
              <c:pt idx="216">
                <c:v>12.346384203815647</c:v>
              </c:pt>
              <c:pt idx="217">
                <c:v>15</c:v>
              </c:pt>
              <c:pt idx="218">
                <c:v>15</c:v>
              </c:pt>
              <c:pt idx="219">
                <c:v>16.34604387627066</c:v>
              </c:pt>
              <c:pt idx="220">
                <c:v>16.34604387627066</c:v>
              </c:pt>
              <c:pt idx="221">
                <c:v>17.683425245049726</c:v>
              </c:pt>
              <c:pt idx="222">
                <c:v>17.683425245049726</c:v>
              </c:pt>
              <c:pt idx="223">
                <c:v>20</c:v>
              </c:pt>
              <c:pt idx="224">
                <c:v>20</c:v>
              </c:pt>
              <c:pt idx="225">
                <c:v>20.545154113483918</c:v>
              </c:pt>
              <c:pt idx="226">
                <c:v>20.545154113483918</c:v>
              </c:pt>
              <c:pt idx="227">
                <c:v>20.785806126091057</c:v>
              </c:pt>
              <c:pt idx="228">
                <c:v>20.785806126091057</c:v>
              </c:pt>
              <c:pt idx="229">
                <c:v>25.39159820503503</c:v>
              </c:pt>
              <c:pt idx="230">
                <c:v>25.39159820503503</c:v>
              </c:pt>
              <c:pt idx="231">
                <c:v>28.66695279487238</c:v>
              </c:pt>
              <c:pt idx="232">
                <c:v>28.66695279487238</c:v>
              </c:pt>
              <c:pt idx="233">
                <c:v>30</c:v>
              </c:pt>
              <c:pt idx="234">
                <c:v>30</c:v>
              </c:pt>
              <c:pt idx="235">
                <c:v>30.15788894568524</c:v>
              </c:pt>
              <c:pt idx="236">
                <c:v>30.15788894568524</c:v>
              </c:pt>
              <c:pt idx="237">
                <c:v>34.118102735138585</c:v>
              </c:pt>
              <c:pt idx="238">
                <c:v>34.118102735138585</c:v>
              </c:pt>
              <c:pt idx="239">
                <c:v>35.825382626308865</c:v>
              </c:pt>
              <c:pt idx="240">
                <c:v>35.825382626308865</c:v>
              </c:pt>
              <c:pt idx="241">
                <c:v>36.16915981749973</c:v>
              </c:pt>
              <c:pt idx="242">
                <c:v>36.16915981749973</c:v>
              </c:pt>
              <c:pt idx="243">
                <c:v>50</c:v>
              </c:pt>
              <c:pt idx="244">
                <c:v>50</c:v>
              </c:pt>
              <c:pt idx="245">
                <c:v>70</c:v>
              </c:pt>
            </c:numLit>
          </c:xVal>
          <c:yVal>
            <c:numLit>
              <c:formatCode>0.0</c:formatCode>
              <c:ptCount val="246"/>
              <c:pt idx="0">
                <c:v>2.8756085619104135</c:v>
              </c:pt>
              <c:pt idx="1">
                <c:v>2.8756085619104135</c:v>
              </c:pt>
              <c:pt idx="2">
                <c:v>2.812496299733189</c:v>
              </c:pt>
              <c:pt idx="3">
                <c:v>2.812496299733189</c:v>
              </c:pt>
              <c:pt idx="4">
                <c:v>2.812496299733189</c:v>
              </c:pt>
              <c:pt idx="5">
                <c:v>2.812496299733189</c:v>
              </c:pt>
              <c:pt idx="6">
                <c:v>2.812496299733189</c:v>
              </c:pt>
              <c:pt idx="7">
                <c:v>2.812496299733189</c:v>
              </c:pt>
              <c:pt idx="8">
                <c:v>2.8019412777479538</c:v>
              </c:pt>
              <c:pt idx="9">
                <c:v>2.8019412777479538</c:v>
              </c:pt>
              <c:pt idx="10">
                <c:v>2.8019412777479538</c:v>
              </c:pt>
              <c:pt idx="11">
                <c:v>2.8019412777479538</c:v>
              </c:pt>
              <c:pt idx="12">
                <c:v>2.8019412777479538</c:v>
              </c:pt>
              <c:pt idx="13">
                <c:v>2.8019412777479538</c:v>
              </c:pt>
              <c:pt idx="14">
                <c:v>2.8019412777479538</c:v>
              </c:pt>
              <c:pt idx="15">
                <c:v>2.8019412777479538</c:v>
              </c:pt>
              <c:pt idx="16">
                <c:v>2.8019412777479538</c:v>
              </c:pt>
              <c:pt idx="17">
                <c:v>2.8019412777479538</c:v>
              </c:pt>
              <c:pt idx="18">
                <c:v>2.7683203696279666</c:v>
              </c:pt>
              <c:pt idx="19">
                <c:v>2.7683203696279666</c:v>
              </c:pt>
              <c:pt idx="20">
                <c:v>2.7143866114150605</c:v>
              </c:pt>
              <c:pt idx="21">
                <c:v>2.7143866114150605</c:v>
              </c:pt>
              <c:pt idx="22">
                <c:v>2.5635018131707565</c:v>
              </c:pt>
              <c:pt idx="23">
                <c:v>2.5635018131707565</c:v>
              </c:pt>
              <c:pt idx="24">
                <c:v>2.5635018131707565</c:v>
              </c:pt>
              <c:pt idx="25">
                <c:v>2.5635018131707565</c:v>
              </c:pt>
              <c:pt idx="26">
                <c:v>2.328176839044573</c:v>
              </c:pt>
              <c:pt idx="27">
                <c:v>2.328176839044573</c:v>
              </c:pt>
              <c:pt idx="28">
                <c:v>2.220888646762126</c:v>
              </c:pt>
              <c:pt idx="29">
                <c:v>2.220888646762126</c:v>
              </c:pt>
              <c:pt idx="30">
                <c:v>2.220888646762126</c:v>
              </c:pt>
              <c:pt idx="31">
                <c:v>2.220888646762126</c:v>
              </c:pt>
              <c:pt idx="32">
                <c:v>2.220888646762126</c:v>
              </c:pt>
              <c:pt idx="33">
                <c:v>2.220888646762126</c:v>
              </c:pt>
              <c:pt idx="34">
                <c:v>2.220888646762126</c:v>
              </c:pt>
              <c:pt idx="35">
                <c:v>2.220888646762126</c:v>
              </c:pt>
              <c:pt idx="36">
                <c:v>2.220888646762126</c:v>
              </c:pt>
              <c:pt idx="37">
                <c:v>2.220888646762126</c:v>
              </c:pt>
              <c:pt idx="38">
                <c:v>2.1855674683143063</c:v>
              </c:pt>
              <c:pt idx="39">
                <c:v>2.1855674683143063</c:v>
              </c:pt>
              <c:pt idx="40">
                <c:v>2.113260903415993</c:v>
              </c:pt>
              <c:pt idx="41">
                <c:v>2.113260903415993</c:v>
              </c:pt>
              <c:pt idx="42">
                <c:v>2.049351447361218</c:v>
              </c:pt>
              <c:pt idx="43">
                <c:v>2.049351447361218</c:v>
              </c:pt>
              <c:pt idx="44">
                <c:v>2.049351447361218</c:v>
              </c:pt>
              <c:pt idx="45">
                <c:v>2.049351447361218</c:v>
              </c:pt>
              <c:pt idx="46">
                <c:v>2.0182657055488784</c:v>
              </c:pt>
              <c:pt idx="47">
                <c:v>2.0182657055488784</c:v>
              </c:pt>
              <c:pt idx="48">
                <c:v>1.9459591406505654</c:v>
              </c:pt>
              <c:pt idx="49">
                <c:v>1.9459591406505654</c:v>
              </c:pt>
              <c:pt idx="50">
                <c:v>1.9459591406505654</c:v>
              </c:pt>
              <c:pt idx="51">
                <c:v>1.9459591406505654</c:v>
              </c:pt>
              <c:pt idx="52">
                <c:v>1.9029418588320741</c:v>
              </c:pt>
              <c:pt idx="53">
                <c:v>1.9029418588320741</c:v>
              </c:pt>
              <c:pt idx="54">
                <c:v>1.9029418588320741</c:v>
              </c:pt>
              <c:pt idx="55">
                <c:v>1.9029418588320741</c:v>
              </c:pt>
              <c:pt idx="56">
                <c:v>1.9029418588320741</c:v>
              </c:pt>
              <c:pt idx="57">
                <c:v>1.9029418588320741</c:v>
              </c:pt>
              <c:pt idx="58">
                <c:v>1.8896338008050062</c:v>
              </c:pt>
              <c:pt idx="59">
                <c:v>1.8896338008050062</c:v>
              </c:pt>
              <c:pt idx="60">
                <c:v>1.8896338008050062</c:v>
              </c:pt>
              <c:pt idx="61">
                <c:v>1.8896338008050062</c:v>
              </c:pt>
              <c:pt idx="62">
                <c:v>1.8896338008050062</c:v>
              </c:pt>
              <c:pt idx="63">
                <c:v>1.8896338008050062</c:v>
              </c:pt>
              <c:pt idx="64">
                <c:v>1.7932620849169745</c:v>
              </c:pt>
              <c:pt idx="65">
                <c:v>1.7932620849169745</c:v>
              </c:pt>
              <c:pt idx="66">
                <c:v>1.7932620849169745</c:v>
              </c:pt>
              <c:pt idx="67">
                <c:v>1.7932620849169745</c:v>
              </c:pt>
              <c:pt idx="68">
                <c:v>1.7526205859743669</c:v>
              </c:pt>
              <c:pt idx="69">
                <c:v>1.7526205859743669</c:v>
              </c:pt>
              <c:pt idx="70">
                <c:v>1.7526205859743669</c:v>
              </c:pt>
              <c:pt idx="71">
                <c:v>1.7526205859743669</c:v>
              </c:pt>
              <c:pt idx="72">
                <c:v>1.7526205859743669</c:v>
              </c:pt>
              <c:pt idx="73">
                <c:v>1.7526205859743669</c:v>
              </c:pt>
              <c:pt idx="74">
                <c:v>1.6879139360420403</c:v>
              </c:pt>
              <c:pt idx="75">
                <c:v>1.6879139360420403</c:v>
              </c:pt>
              <c:pt idx="76">
                <c:v>1.6879139360420403</c:v>
              </c:pt>
              <c:pt idx="77">
                <c:v>1.6879139360420403</c:v>
              </c:pt>
              <c:pt idx="78">
                <c:v>1.6879139360420403</c:v>
              </c:pt>
              <c:pt idx="79">
                <c:v>1.6879139360420403</c:v>
              </c:pt>
              <c:pt idx="80">
                <c:v>1.6879139360420403</c:v>
              </c:pt>
              <c:pt idx="81">
                <c:v>1.6879139360420403</c:v>
              </c:pt>
              <c:pt idx="82">
                <c:v>1.6879139360420403</c:v>
              </c:pt>
              <c:pt idx="83">
                <c:v>1.6879139360420403</c:v>
              </c:pt>
              <c:pt idx="84">
                <c:v>1.6879139360420403</c:v>
              </c:pt>
              <c:pt idx="85">
                <c:v>1.6879139360420403</c:v>
              </c:pt>
              <c:pt idx="86">
                <c:v>1.6879139360420403</c:v>
              </c:pt>
              <c:pt idx="87">
                <c:v>1.6879139360420403</c:v>
              </c:pt>
              <c:pt idx="88">
                <c:v>1.6879139360420403</c:v>
              </c:pt>
              <c:pt idx="89">
                <c:v>1.6879139360420403</c:v>
              </c:pt>
              <c:pt idx="90">
                <c:v>1.6879139360420403</c:v>
              </c:pt>
              <c:pt idx="91">
                <c:v>1.6879139360420403</c:v>
              </c:pt>
              <c:pt idx="92">
                <c:v>1.6879139360420403</c:v>
              </c:pt>
              <c:pt idx="93">
                <c:v>1.6879139360420403</c:v>
              </c:pt>
              <c:pt idx="94">
                <c:v>1.574620216548709</c:v>
              </c:pt>
              <c:pt idx="95">
                <c:v>1.574620216548709</c:v>
              </c:pt>
              <c:pt idx="96">
                <c:v>1.5640651945634738</c:v>
              </c:pt>
              <c:pt idx="97">
                <c:v>1.5640651945634738</c:v>
              </c:pt>
              <c:pt idx="98">
                <c:v>1.5640651945634738</c:v>
              </c:pt>
              <c:pt idx="99">
                <c:v>1.5640651945634738</c:v>
              </c:pt>
              <c:pt idx="100">
                <c:v>1.5640651945634738</c:v>
              </c:pt>
              <c:pt idx="101">
                <c:v>1.5640651945634738</c:v>
              </c:pt>
              <c:pt idx="102">
                <c:v>1.5640651945634738</c:v>
              </c:pt>
              <c:pt idx="103">
                <c:v>1.5640651945634738</c:v>
              </c:pt>
              <c:pt idx="104">
                <c:v>1.5640651945634738</c:v>
              </c:pt>
              <c:pt idx="105">
                <c:v>1.5640651945634738</c:v>
              </c:pt>
              <c:pt idx="106">
                <c:v>1.4979820266102304</c:v>
              </c:pt>
              <c:pt idx="107">
                <c:v>1.4979820266102304</c:v>
              </c:pt>
              <c:pt idx="108">
                <c:v>1.4979820266102304</c:v>
              </c:pt>
              <c:pt idx="109">
                <c:v>1.4979820266102304</c:v>
              </c:pt>
              <c:pt idx="110">
                <c:v>1.4979820266102304</c:v>
              </c:pt>
              <c:pt idx="111">
                <c:v>1.4979820266102304</c:v>
              </c:pt>
              <c:pt idx="112">
                <c:v>1.4334932464120895</c:v>
              </c:pt>
              <c:pt idx="113">
                <c:v>1.4334932464120895</c:v>
              </c:pt>
              <c:pt idx="114">
                <c:v>1.3909117040619694</c:v>
              </c:pt>
              <c:pt idx="115">
                <c:v>1.3909117040619694</c:v>
              </c:pt>
              <c:pt idx="116">
                <c:v>1.3909117040619694</c:v>
              </c:pt>
              <c:pt idx="117">
                <c:v>1.3909117040619694</c:v>
              </c:pt>
              <c:pt idx="118">
                <c:v>1.3909117040619694</c:v>
              </c:pt>
              <c:pt idx="119">
                <c:v>1.3909117040619694</c:v>
              </c:pt>
              <c:pt idx="120">
                <c:v>1.3909117040619694</c:v>
              </c:pt>
              <c:pt idx="121">
                <c:v>1.3909117040619694</c:v>
              </c:pt>
              <c:pt idx="122">
                <c:v>1.3686430118047679</c:v>
              </c:pt>
              <c:pt idx="123">
                <c:v>1.3686430118047679</c:v>
              </c:pt>
              <c:pt idx="124">
                <c:v>1.3686430118047679</c:v>
              </c:pt>
              <c:pt idx="125">
                <c:v>1.3686430118047679</c:v>
              </c:pt>
              <c:pt idx="126">
                <c:v>1.3686430118047679</c:v>
              </c:pt>
              <c:pt idx="127">
                <c:v>1.3686430118047679</c:v>
              </c:pt>
              <c:pt idx="128">
                <c:v>1.3512852687310974</c:v>
              </c:pt>
              <c:pt idx="129">
                <c:v>1.3512852687310974</c:v>
              </c:pt>
              <c:pt idx="130">
                <c:v>1.3512852687310974</c:v>
              </c:pt>
              <c:pt idx="131">
                <c:v>1.3512852687310974</c:v>
              </c:pt>
              <c:pt idx="132">
                <c:v>1.3512852687310974</c:v>
              </c:pt>
              <c:pt idx="133">
                <c:v>1.3512852687310974</c:v>
              </c:pt>
              <c:pt idx="134">
                <c:v>1.3079065325034263</c:v>
              </c:pt>
              <c:pt idx="135">
                <c:v>1.3079065325034263</c:v>
              </c:pt>
              <c:pt idx="136">
                <c:v>1.3079065325034263</c:v>
              </c:pt>
              <c:pt idx="137">
                <c:v>1.3079065325034263</c:v>
              </c:pt>
              <c:pt idx="138">
                <c:v>1.3079065325034263</c:v>
              </c:pt>
              <c:pt idx="139">
                <c:v>1.3079065325034263</c:v>
              </c:pt>
              <c:pt idx="140">
                <c:v>1.2087180649147145</c:v>
              </c:pt>
              <c:pt idx="141">
                <c:v>1.2087180649147145</c:v>
              </c:pt>
              <c:pt idx="142">
                <c:v>1.2087180649147145</c:v>
              </c:pt>
              <c:pt idx="143">
                <c:v>1.2087180649147145</c:v>
              </c:pt>
              <c:pt idx="144">
                <c:v>1.2087180649147145</c:v>
              </c:pt>
              <c:pt idx="145">
                <c:v>1.2087180649147145</c:v>
              </c:pt>
              <c:pt idx="146">
                <c:v>1.2087180649147145</c:v>
              </c:pt>
              <c:pt idx="147">
                <c:v>1.2087180649147145</c:v>
              </c:pt>
              <c:pt idx="148">
                <c:v>1.2087180649147145</c:v>
              </c:pt>
              <c:pt idx="149">
                <c:v>1.2087180649147145</c:v>
              </c:pt>
              <c:pt idx="150">
                <c:v>1.1876080209442446</c:v>
              </c:pt>
              <c:pt idx="151">
                <c:v>1.1876080209442446</c:v>
              </c:pt>
              <c:pt idx="152">
                <c:v>1.1653393286870433</c:v>
              </c:pt>
              <c:pt idx="153">
                <c:v>1.1653393286870433</c:v>
              </c:pt>
              <c:pt idx="154">
                <c:v>1.0689676127990115</c:v>
              </c:pt>
              <c:pt idx="155">
                <c:v>1.0689676127990115</c:v>
              </c:pt>
              <c:pt idx="156">
                <c:v>1.0299205016115056</c:v>
              </c:pt>
              <c:pt idx="157">
                <c:v>1.0299205016115056</c:v>
              </c:pt>
              <c:pt idx="158">
                <c:v>0.9884818087913465</c:v>
              </c:pt>
              <c:pt idx="159">
                <c:v>0.9884818087913465</c:v>
              </c:pt>
              <c:pt idx="160">
                <c:v>0.9234137044498396</c:v>
              </c:pt>
              <c:pt idx="161">
                <c:v>0.9234137044498396</c:v>
              </c:pt>
              <c:pt idx="162">
                <c:v>0.858707054517513</c:v>
              </c:pt>
              <c:pt idx="163">
                <c:v>0.858707054517513</c:v>
              </c:pt>
              <c:pt idx="164">
                <c:v>0.858707054517513</c:v>
              </c:pt>
              <c:pt idx="165">
                <c:v>0.858707054517513</c:v>
              </c:pt>
              <c:pt idx="166">
                <c:v>0.8407699873004768</c:v>
              </c:pt>
              <c:pt idx="167">
                <c:v>0.8407699873004768</c:v>
              </c:pt>
              <c:pt idx="168">
                <c:v>0.7250846861744926</c:v>
              </c:pt>
              <c:pt idx="169">
                <c:v>0.7250846861744926</c:v>
              </c:pt>
              <c:pt idx="170">
                <c:v>0.6882112868854544</c:v>
              </c:pt>
              <c:pt idx="171">
                <c:v>0.6882112868854544</c:v>
              </c:pt>
              <c:pt idx="172">
                <c:v>0.6258962185857809</c:v>
              </c:pt>
              <c:pt idx="173">
                <c:v>0.6258962185857809</c:v>
              </c:pt>
              <c:pt idx="174">
                <c:v>0.5979834535268757</c:v>
              </c:pt>
              <c:pt idx="175">
                <c:v>0.5979834535268757</c:v>
              </c:pt>
              <c:pt idx="176">
                <c:v>0.5732594639781744</c:v>
              </c:pt>
              <c:pt idx="177">
                <c:v>0.5732594639781744</c:v>
              </c:pt>
              <c:pt idx="178">
                <c:v>0.5732594639781744</c:v>
              </c:pt>
              <c:pt idx="179">
                <c:v>0.5732594639781744</c:v>
              </c:pt>
              <c:pt idx="180">
                <c:v>0.5447673747759033</c:v>
              </c:pt>
              <c:pt idx="181">
                <c:v>0.5447673747759033</c:v>
              </c:pt>
              <c:pt idx="182">
                <c:v>0.5447673747759033</c:v>
              </c:pt>
              <c:pt idx="183">
                <c:v>0.5447673747759033</c:v>
              </c:pt>
              <c:pt idx="184">
                <c:v>0.49458591745979674</c:v>
              </c:pt>
              <c:pt idx="185">
                <c:v>0.49458591745979674</c:v>
              </c:pt>
              <c:pt idx="186">
                <c:v>0.49458591745979674</c:v>
              </c:pt>
              <c:pt idx="187">
                <c:v>0.49458591745979674</c:v>
              </c:pt>
              <c:pt idx="188">
                <c:v>0.4593069059258605</c:v>
              </c:pt>
              <c:pt idx="189">
                <c:v>0.4593069059258605</c:v>
              </c:pt>
              <c:pt idx="190">
                <c:v>0.4593069059258605</c:v>
              </c:pt>
              <c:pt idx="191">
                <c:v>0.4593069059258605</c:v>
              </c:pt>
              <c:pt idx="192">
                <c:v>0.44194916285219005</c:v>
              </c:pt>
              <c:pt idx="193">
                <c:v>0.44194916285219005</c:v>
              </c:pt>
              <c:pt idx="194">
                <c:v>0.43999332068790764</c:v>
              </c:pt>
              <c:pt idx="195">
                <c:v>0.43999332068790764</c:v>
              </c:pt>
              <c:pt idx="196">
                <c:v>0.33725462317981153</c:v>
              </c:pt>
              <c:pt idx="197">
                <c:v>0.33725462317981153</c:v>
              </c:pt>
              <c:pt idx="198">
                <c:v>0.2353131195492663</c:v>
              </c:pt>
              <c:pt idx="199">
                <c:v>0.2353131195492663</c:v>
              </c:pt>
              <c:pt idx="200">
                <c:v>0.2353131195492663</c:v>
              </c:pt>
              <c:pt idx="201">
                <c:v>0.2353131195492663</c:v>
              </c:pt>
              <c:pt idx="202">
                <c:v>0.20682103034699528</c:v>
              </c:pt>
              <c:pt idx="203">
                <c:v>0.20682103034699528</c:v>
              </c:pt>
              <c:pt idx="204">
                <c:v>0.14767893880075572</c:v>
              </c:pt>
              <c:pt idx="205">
                <c:v>0.14767893880075572</c:v>
              </c:pt>
              <c:pt idx="206">
                <c:v>0.14767893880075572</c:v>
              </c:pt>
              <c:pt idx="207">
                <c:v>0.14767893880075572</c:v>
              </c:pt>
              <c:pt idx="208">
                <c:v>0.11160273338926846</c:v>
              </c:pt>
              <c:pt idx="209">
                <c:v>0.11160273338926846</c:v>
              </c:pt>
              <c:pt idx="210">
                <c:v>0.11160273338926846</c:v>
              </c:pt>
              <c:pt idx="211">
                <c:v>0.11160273338926846</c:v>
              </c:pt>
              <c:pt idx="212">
                <c:v>0.11160273338926846</c:v>
              </c:pt>
              <c:pt idx="213">
                <c:v>0.11160273338926846</c:v>
              </c:pt>
              <c:pt idx="214">
                <c:v>0.09366566617223246</c:v>
              </c:pt>
              <c:pt idx="215">
                <c:v>0.09366566617223246</c:v>
              </c:pt>
              <c:pt idx="216">
                <c:v>0.04783163265306124</c:v>
              </c:pt>
              <c:pt idx="217">
                <c:v>0.04783163265306124</c:v>
              </c:pt>
              <c:pt idx="218">
                <c:v>0.04783163265306124</c:v>
              </c:pt>
              <c:pt idx="219">
                <c:v>0.04783163265306124</c:v>
              </c:pt>
              <c:pt idx="220">
                <c:v>0.04783163265306124</c:v>
              </c:pt>
              <c:pt idx="221">
                <c:v>0.04783163265306124</c:v>
              </c:pt>
              <c:pt idx="222">
                <c:v>0.04783163265306124</c:v>
              </c:pt>
              <c:pt idx="223">
                <c:v>0.04783163265306124</c:v>
              </c:pt>
              <c:pt idx="224">
                <c:v>0.04783163265306124</c:v>
              </c:pt>
              <c:pt idx="225">
                <c:v>0.04783163265306124</c:v>
              </c:pt>
              <c:pt idx="226">
                <c:v>0.04783163265306124</c:v>
              </c:pt>
              <c:pt idx="227">
                <c:v>0.04783163265306124</c:v>
              </c:pt>
              <c:pt idx="228">
                <c:v>0.04783163265306124</c:v>
              </c:pt>
              <c:pt idx="229">
                <c:v>0.04783163265306124</c:v>
              </c:pt>
              <c:pt idx="230">
                <c:v>0.04783163265306124</c:v>
              </c:pt>
              <c:pt idx="231">
                <c:v>0.04783163265306124</c:v>
              </c:pt>
              <c:pt idx="232">
                <c:v>0.04783163265306124</c:v>
              </c:pt>
              <c:pt idx="233">
                <c:v>0.04783163265306124</c:v>
              </c:pt>
              <c:pt idx="234">
                <c:v>0.04783163265306124</c:v>
              </c:pt>
              <c:pt idx="235">
                <c:v>0.04783163265306124</c:v>
              </c:pt>
              <c:pt idx="236">
                <c:v>0.04783163265306124</c:v>
              </c:pt>
              <c:pt idx="237">
                <c:v>0.04783163265306124</c:v>
              </c:pt>
              <c:pt idx="238">
                <c:v>0.04783163265306124</c:v>
              </c:pt>
              <c:pt idx="239">
                <c:v>0.04783163265306124</c:v>
              </c:pt>
              <c:pt idx="240">
                <c:v>0.04783163265306124</c:v>
              </c:pt>
              <c:pt idx="241">
                <c:v>0.04783163265306124</c:v>
              </c:pt>
              <c:pt idx="242">
                <c:v>0.04783163265306124</c:v>
              </c:pt>
              <c:pt idx="243">
                <c:v>0.04783163265306124</c:v>
              </c:pt>
              <c:pt idx="244">
                <c:v>0.04783163265306124</c:v>
              </c:pt>
              <c:pt idx="245">
                <c:v>0.04783163265306124</c:v>
              </c:pt>
            </c:numLit>
          </c:yVal>
          <c:smooth val="0"/>
        </c:ser>
        <c:ser>
          <c:idx val="1"/>
          <c:order val="1"/>
          <c:tx>
            <c:v>Certified bound Φ</c:v>
          </c:tx>
          <c:spPr>
            <a:noFill xmlns:a="http://schemas.openxmlformats.org/drawingml/2006/main"/>
            <a:ln xmlns:a="http://schemas.openxmlformats.org/drawingml/2006/main" w="13335">
              <a:solidFill>
                <a:srgbClr val="7B8790"/>
              </a:solidFill>
              <a:prstDash val="dash"/>
            </a:ln>
          </c:spPr>
          <c:marker>
            <c:symbol val="none"/>
            <c:size val="7"/>
            <c:spPr>
              <a:solidFill xmlns:a="http://schemas.openxmlformats.org/drawingml/2006/main">
                <a:srgbClr val="7B8790"/>
              </a:solidFill>
            </c:spPr>
          </c:marker>
          <c:xVal>
            <c:numLit>
              <c:formatCode>General</c:formatCode>
              <c:ptCount val="246"/>
              <c:pt idx="0">
                <c:v>0</c:v>
              </c:pt>
              <c:pt idx="1">
                <c:v>0.09497556542845864</c:v>
              </c:pt>
              <c:pt idx="2">
                <c:v>0.09497556542845864</c:v>
              </c:pt>
              <c:pt idx="3">
                <c:v>0.14171803682671447</c:v>
              </c:pt>
              <c:pt idx="4">
                <c:v>0.14171803682671447</c:v>
              </c:pt>
              <c:pt idx="5">
                <c:v>0.2362599324466344</c:v>
              </c:pt>
              <c:pt idx="6">
                <c:v>0.2362599324466344</c:v>
              </c:pt>
              <c:pt idx="7">
                <c:v>0.2654397152783113</c:v>
              </c:pt>
              <c:pt idx="8">
                <c:v>0.2654397152783113</c:v>
              </c:pt>
              <c:pt idx="9">
                <c:v>0.3221190451033873</c:v>
              </c:pt>
              <c:pt idx="10">
                <c:v>0.3221190451033873</c:v>
              </c:pt>
              <c:pt idx="11">
                <c:v>0.3567018656362522</c:v>
              </c:pt>
              <c:pt idx="12">
                <c:v>0.3567018656362522</c:v>
              </c:pt>
              <c:pt idx="13">
                <c:v>0.5000000000000001</c:v>
              </c:pt>
              <c:pt idx="14">
                <c:v>0.5000000000000001</c:v>
              </c:pt>
              <c:pt idx="15">
                <c:v>0.5215545909938007</c:v>
              </c:pt>
              <c:pt idx="16">
                <c:v>0.5215545909938007</c:v>
              </c:pt>
              <c:pt idx="17">
                <c:v>0.5391285437112509</c:v>
              </c:pt>
              <c:pt idx="18">
                <c:v>0.5391285437112509</c:v>
              </c:pt>
              <c:pt idx="19">
                <c:v>0.6513157316708047</c:v>
              </c:pt>
              <c:pt idx="20">
                <c:v>0.6513157316708047</c:v>
              </c:pt>
              <c:pt idx="21">
                <c:v>0.6561687033377857</c:v>
              </c:pt>
              <c:pt idx="22">
                <c:v>0.6561687033377857</c:v>
              </c:pt>
              <c:pt idx="23">
                <c:v>0.6656193259186685</c:v>
              </c:pt>
              <c:pt idx="24">
                <c:v>0.6656193259186685</c:v>
              </c:pt>
              <c:pt idx="25">
                <c:v>0.7792483251897278</c:v>
              </c:pt>
              <c:pt idx="26">
                <c:v>0.7792483251897278</c:v>
              </c:pt>
              <c:pt idx="27">
                <c:v>0.8767451830548423</c:v>
              </c:pt>
              <c:pt idx="28">
                <c:v>0.8767451830548423</c:v>
              </c:pt>
              <c:pt idx="29">
                <c:v>0.9561255316022135</c:v>
              </c:pt>
              <c:pt idx="30">
                <c:v>0.9561255316022135</c:v>
              </c:pt>
              <c:pt idx="31">
                <c:v>0.9709604182994993</c:v>
              </c:pt>
              <c:pt idx="32">
                <c:v>0.9709604182994993</c:v>
              </c:pt>
              <c:pt idx="33">
                <c:v>0.9819936540777766</c:v>
              </c:pt>
              <c:pt idx="34">
                <c:v>0.9819936540777766</c:v>
              </c:pt>
              <c:pt idx="35">
                <c:v>1.0000000000000002</c:v>
              </c:pt>
              <c:pt idx="36">
                <c:v>1.0000000000000002</c:v>
              </c:pt>
              <c:pt idx="37">
                <c:v>1.0467287291341931</c:v>
              </c:pt>
              <c:pt idx="38">
                <c:v>1.0467287291341931</c:v>
              </c:pt>
              <c:pt idx="39">
                <c:v>1.0595285592407602</c:v>
              </c:pt>
              <c:pt idx="40">
                <c:v>1.0595285592407602</c:v>
              </c:pt>
              <c:pt idx="41">
                <c:v>1.069392200686918</c:v>
              </c:pt>
              <c:pt idx="42">
                <c:v>1.069392200686918</c:v>
              </c:pt>
              <c:pt idx="43">
                <c:v>1.1488851907430007</c:v>
              </c:pt>
              <c:pt idx="44">
                <c:v>1.1488851907430007</c:v>
              </c:pt>
              <c:pt idx="45">
                <c:v>1.2047478696299194</c:v>
              </c:pt>
              <c:pt idx="46">
                <c:v>1.2047478696299194</c:v>
              </c:pt>
              <c:pt idx="47">
                <c:v>1.2202248129268596</c:v>
              </c:pt>
              <c:pt idx="48">
                <c:v>1.2202248129268596</c:v>
              </c:pt>
              <c:pt idx="49">
                <c:v>1.2271165959015162</c:v>
              </c:pt>
              <c:pt idx="50">
                <c:v>1.2271165959015162</c:v>
              </c:pt>
              <c:pt idx="51">
                <c:v>1.2490385108552247</c:v>
              </c:pt>
              <c:pt idx="52">
                <c:v>1.2490385108552247</c:v>
              </c:pt>
              <c:pt idx="53">
                <c:v>1.2504521617895523</c:v>
              </c:pt>
              <c:pt idx="54">
                <c:v>1.2504521617895523</c:v>
              </c:pt>
              <c:pt idx="55">
                <c:v>1.3510635573705359</c:v>
              </c:pt>
              <c:pt idx="56">
                <c:v>1.3510635573705359</c:v>
              </c:pt>
              <c:pt idx="57">
                <c:v>1.366681302553365</c:v>
              </c:pt>
              <c:pt idx="58">
                <c:v>1.366681302553365</c:v>
              </c:pt>
              <c:pt idx="59">
                <c:v>1.3852577646983464</c:v>
              </c:pt>
              <c:pt idx="60">
                <c:v>1.3852577646983464</c:v>
              </c:pt>
              <c:pt idx="61">
                <c:v>1.3944793495448495</c:v>
              </c:pt>
              <c:pt idx="62">
                <c:v>1.3944793495448495</c:v>
              </c:pt>
              <c:pt idx="63">
                <c:v>1.4363200379556829</c:v>
              </c:pt>
              <c:pt idx="64">
                <c:v>1.4363200379556829</c:v>
              </c:pt>
              <c:pt idx="65">
                <c:v>1.4648352358859626</c:v>
              </c:pt>
              <c:pt idx="66">
                <c:v>1.4648352358859626</c:v>
              </c:pt>
              <c:pt idx="67">
                <c:v>1.485298443301859</c:v>
              </c:pt>
              <c:pt idx="68">
                <c:v>1.485298443301859</c:v>
              </c:pt>
              <c:pt idx="69">
                <c:v>1.5175401978120062</c:v>
              </c:pt>
              <c:pt idx="70">
                <c:v>1.5175401978120062</c:v>
              </c:pt>
              <c:pt idx="71">
                <c:v>1.564239489965256</c:v>
              </c:pt>
              <c:pt idx="72">
                <c:v>1.564239489965256</c:v>
              </c:pt>
              <c:pt idx="73">
                <c:v>1.6497775743221816</c:v>
              </c:pt>
              <c:pt idx="74">
                <c:v>1.6497775743221816</c:v>
              </c:pt>
              <c:pt idx="75">
                <c:v>1.6986508475935604</c:v>
              </c:pt>
              <c:pt idx="76">
                <c:v>1.6986508475935604</c:v>
              </c:pt>
              <c:pt idx="77">
                <c:v>1.7440866774907648</c:v>
              </c:pt>
              <c:pt idx="78">
                <c:v>1.7440866774907648</c:v>
              </c:pt>
              <c:pt idx="79">
                <c:v>1.7601174415388692</c:v>
              </c:pt>
              <c:pt idx="80">
                <c:v>1.7601174415388692</c:v>
              </c:pt>
              <c:pt idx="81">
                <c:v>1.8012146959922075</c:v>
              </c:pt>
              <c:pt idx="82">
                <c:v>1.8012146959922075</c:v>
              </c:pt>
              <c:pt idx="83">
                <c:v>1.8388838938637637</c:v>
              </c:pt>
              <c:pt idx="84">
                <c:v>1.8388838938637637</c:v>
              </c:pt>
              <c:pt idx="85">
                <c:v>1.9935557041922842</c:v>
              </c:pt>
              <c:pt idx="86">
                <c:v>1.9935557041922842</c:v>
              </c:pt>
              <c:pt idx="87">
                <c:v>2.0000000000000004</c:v>
              </c:pt>
              <c:pt idx="88">
                <c:v>2.0000000000000004</c:v>
              </c:pt>
              <c:pt idx="89">
                <c:v>2.1304752127478945</c:v>
              </c:pt>
              <c:pt idx="90">
                <c:v>2.1304752127478945</c:v>
              </c:pt>
              <c:pt idx="91">
                <c:v>2.1330021372599863</c:v>
              </c:pt>
              <c:pt idx="92">
                <c:v>2.1330021372599863</c:v>
              </c:pt>
              <c:pt idx="93">
                <c:v>2.160873401232133</c:v>
              </c:pt>
              <c:pt idx="94">
                <c:v>2.160873401232133</c:v>
              </c:pt>
              <c:pt idx="95">
                <c:v>2.184644514287186</c:v>
              </c:pt>
              <c:pt idx="96">
                <c:v>2.184644514287186</c:v>
              </c:pt>
              <c:pt idx="97">
                <c:v>2.4921032670317906</c:v>
              </c:pt>
              <c:pt idx="98">
                <c:v>2.4921032670317906</c:v>
              </c:pt>
              <c:pt idx="99">
                <c:v>2.5885319079226257</c:v>
              </c:pt>
              <c:pt idx="100">
                <c:v>2.5885319079226257</c:v>
              </c:pt>
              <c:pt idx="101">
                <c:v>2.5970325871133757</c:v>
              </c:pt>
              <c:pt idx="102">
                <c:v>2.5970325871133757</c:v>
              </c:pt>
              <c:pt idx="103">
                <c:v>2.652594888643731</c:v>
              </c:pt>
              <c:pt idx="104">
                <c:v>2.652594888643731</c:v>
              </c:pt>
              <c:pt idx="105">
                <c:v>2.752457218191784</c:v>
              </c:pt>
              <c:pt idx="106">
                <c:v>2.752457218191784</c:v>
              </c:pt>
              <c:pt idx="107">
                <c:v>2.8927315663485142</c:v>
              </c:pt>
              <c:pt idx="108">
                <c:v>2.8927315663485142</c:v>
              </c:pt>
              <c:pt idx="109">
                <c:v>2.947084849018701</c:v>
              </c:pt>
              <c:pt idx="110">
                <c:v>2.947084849018701</c:v>
              </c:pt>
              <c:pt idx="111">
                <c:v>3.013657858025591</c:v>
              </c:pt>
              <c:pt idx="112">
                <c:v>3.013657858025591</c:v>
              </c:pt>
              <c:pt idx="113">
                <c:v>3.051214414388436</c:v>
              </c:pt>
              <c:pt idx="114">
                <c:v>3.051214414388436</c:v>
              </c:pt>
              <c:pt idx="115">
                <c:v>3.085348546244934</c:v>
              </c:pt>
              <c:pt idx="116">
                <c:v>3.085348546244934</c:v>
              </c:pt>
              <c:pt idx="117">
                <c:v>3.14338708360846</c:v>
              </c:pt>
              <c:pt idx="118">
                <c:v>3.14338708360846</c:v>
              </c:pt>
              <c:pt idx="119">
                <c:v>3.246424026343695</c:v>
              </c:pt>
              <c:pt idx="120">
                <c:v>3.246424026343695</c:v>
              </c:pt>
              <c:pt idx="121">
                <c:v>3.2924962807651186</c:v>
              </c:pt>
              <c:pt idx="122">
                <c:v>3.2924962807651186</c:v>
              </c:pt>
              <c:pt idx="123">
                <c:v>3.423044034644623</c:v>
              </c:pt>
              <c:pt idx="124">
                <c:v>3.423044034644623</c:v>
              </c:pt>
              <c:pt idx="125">
                <c:v>3.425631034628027</c:v>
              </c:pt>
              <c:pt idx="126">
                <c:v>3.425631034628027</c:v>
              </c:pt>
              <c:pt idx="127">
                <c:v>3.4737852796021325</c:v>
              </c:pt>
              <c:pt idx="128">
                <c:v>3.4737852796021325</c:v>
              </c:pt>
              <c:pt idx="129">
                <c:v>3.5207305057160685</c:v>
              </c:pt>
              <c:pt idx="130">
                <c:v>3.5207305057160685</c:v>
              </c:pt>
              <c:pt idx="131">
                <c:v>3.579180184586391</c:v>
              </c:pt>
              <c:pt idx="132">
                <c:v>3.579180184586391</c:v>
              </c:pt>
              <c:pt idx="133">
                <c:v>3.5880112788693617</c:v>
              </c:pt>
              <c:pt idx="134">
                <c:v>3.5880112788693617</c:v>
              </c:pt>
              <c:pt idx="135">
                <c:v>3.62574055221223</c:v>
              </c:pt>
              <c:pt idx="136">
                <c:v>3.62574055221223</c:v>
              </c:pt>
              <c:pt idx="137">
                <c:v>3.6543496180664365</c:v>
              </c:pt>
              <c:pt idx="138">
                <c:v>3.6543496180664365</c:v>
              </c:pt>
              <c:pt idx="139">
                <c:v>3.720716117640689</c:v>
              </c:pt>
              <c:pt idx="140">
                <c:v>3.720716117640689</c:v>
              </c:pt>
              <c:pt idx="141">
                <c:v>3.8550185884772397</c:v>
              </c:pt>
              <c:pt idx="142">
                <c:v>3.8550185884772397</c:v>
              </c:pt>
              <c:pt idx="143">
                <c:v>3.9450172765791347</c:v>
              </c:pt>
              <c:pt idx="144">
                <c:v>3.9450172765791347</c:v>
              </c:pt>
              <c:pt idx="145">
                <c:v>4.1524428601541405</c:v>
              </c:pt>
              <c:pt idx="146">
                <c:v>4.1524428601541405</c:v>
              </c:pt>
              <c:pt idx="147">
                <c:v>4.154631860140098</c:v>
              </c:pt>
              <c:pt idx="148">
                <c:v>4.154631860140098</c:v>
              </c:pt>
              <c:pt idx="149">
                <c:v>4.2579278783453685</c:v>
              </c:pt>
              <c:pt idx="150">
                <c:v>4.2579278783453685</c:v>
              </c:pt>
              <c:pt idx="151">
                <c:v>4.292245991332762</c:v>
              </c:pt>
              <c:pt idx="152">
                <c:v>4.292245991332762</c:v>
              </c:pt>
              <c:pt idx="153">
                <c:v>4.3290516043041976</c:v>
              </c:pt>
              <c:pt idx="154">
                <c:v>4.3290516043041976</c:v>
              </c:pt>
              <c:pt idx="155">
                <c:v>4.402277971758972</c:v>
              </c:pt>
              <c:pt idx="156">
                <c:v>4.402277971758972</c:v>
              </c:pt>
              <c:pt idx="157">
                <c:v>4.637758800437019</c:v>
              </c:pt>
              <c:pt idx="158">
                <c:v>4.637758800437019</c:v>
              </c:pt>
              <c:pt idx="159">
                <c:v>4.648572385273309</c:v>
              </c:pt>
              <c:pt idx="160">
                <c:v>4.648572385273309</c:v>
              </c:pt>
              <c:pt idx="161">
                <c:v>4.974173930354356</c:v>
              </c:pt>
              <c:pt idx="162">
                <c:v>4.974173930354356</c:v>
              </c:pt>
              <c:pt idx="163">
                <c:v>5</c:v>
              </c:pt>
              <c:pt idx="164">
                <c:v>5</c:v>
              </c:pt>
              <c:pt idx="165">
                <c:v>5.072821608966805</c:v>
              </c:pt>
              <c:pt idx="166">
                <c:v>5.072821608966805</c:v>
              </c:pt>
              <c:pt idx="167">
                <c:v>5.082135184378755</c:v>
              </c:pt>
              <c:pt idx="168">
                <c:v>5.082135184378755</c:v>
              </c:pt>
              <c:pt idx="169">
                <c:v>5.08464521266454</c:v>
              </c:pt>
              <c:pt idx="170">
                <c:v>5.08464521266454</c:v>
              </c:pt>
              <c:pt idx="171">
                <c:v>5.160526165007946</c:v>
              </c:pt>
              <c:pt idx="172">
                <c:v>5.160526165007946</c:v>
              </c:pt>
              <c:pt idx="173">
                <c:v>5.3530004656599965</c:v>
              </c:pt>
              <c:pt idx="174">
                <c:v>5.3530004656599965</c:v>
              </c:pt>
              <c:pt idx="175">
                <c:v>5.427886418009785</c:v>
              </c:pt>
              <c:pt idx="176">
                <c:v>5.427886418009785</c:v>
              </c:pt>
              <c:pt idx="177">
                <c:v>5.513749285383495</c:v>
              </c:pt>
              <c:pt idx="178">
                <c:v>5.513749285383495</c:v>
              </c:pt>
              <c:pt idx="179">
                <c:v>5.705375020003254</c:v>
              </c:pt>
              <c:pt idx="180">
                <c:v>5.705375020003254</c:v>
              </c:pt>
              <c:pt idx="181">
                <c:v>5.865498679353405</c:v>
              </c:pt>
              <c:pt idx="182">
                <c:v>5.865498679353405</c:v>
              </c:pt>
              <c:pt idx="183">
                <c:v>5.9935157540038615</c:v>
              </c:pt>
              <c:pt idx="184">
                <c:v>5.9935157540038615</c:v>
              </c:pt>
              <c:pt idx="185">
                <c:v>5.999435065286643</c:v>
              </c:pt>
              <c:pt idx="186">
                <c:v>5.999435065286643</c:v>
              </c:pt>
              <c:pt idx="187">
                <c:v>6.597612165222866</c:v>
              </c:pt>
              <c:pt idx="188">
                <c:v>6.597612165222866</c:v>
              </c:pt>
              <c:pt idx="189">
                <c:v>6.8111429185700265</c:v>
              </c:pt>
              <c:pt idx="190">
                <c:v>6.8111429185700265</c:v>
              </c:pt>
              <c:pt idx="191">
                <c:v>7.003696068278176</c:v>
              </c:pt>
              <c:pt idx="192">
                <c:v>7.003696068278176</c:v>
              </c:pt>
              <c:pt idx="193">
                <c:v>7.107176067614342</c:v>
              </c:pt>
              <c:pt idx="194">
                <c:v>7.107176067614342</c:v>
              </c:pt>
              <c:pt idx="195">
                <c:v>7.15408186920023</c:v>
              </c:pt>
              <c:pt idx="196">
                <c:v>7.15408186920023</c:v>
              </c:pt>
              <c:pt idx="197">
                <c:v>7.702099705307284</c:v>
              </c:pt>
              <c:pt idx="198">
                <c:v>7.702099705307284</c:v>
              </c:pt>
              <c:pt idx="199">
                <c:v>7.8669205155706985</c:v>
              </c:pt>
              <c:pt idx="200">
                <c:v>7.8669205155706985</c:v>
              </c:pt>
              <c:pt idx="201">
                <c:v>8.13236023084901</c:v>
              </c:pt>
              <c:pt idx="202">
                <c:v>8.13236023084901</c:v>
              </c:pt>
              <c:pt idx="203">
                <c:v>8.202828758698834</c:v>
              </c:pt>
              <c:pt idx="204">
                <c:v>8.202828758698834</c:v>
              </c:pt>
              <c:pt idx="205">
                <c:v>9.399299354796947</c:v>
              </c:pt>
              <c:pt idx="206">
                <c:v>9.399299354796947</c:v>
              </c:pt>
              <c:pt idx="207">
                <c:v>9.399674826492651</c:v>
              </c:pt>
              <c:pt idx="208">
                <c:v>9.399674826492651</c:v>
              </c:pt>
              <c:pt idx="209">
                <c:v>9.94083842679462</c:v>
              </c:pt>
              <c:pt idx="210">
                <c:v>9.94083842679462</c:v>
              </c:pt>
              <c:pt idx="211">
                <c:v>10</c:v>
              </c:pt>
              <c:pt idx="212">
                <c:v>10</c:v>
              </c:pt>
              <c:pt idx="213">
                <c:v>10.123426557698773</c:v>
              </c:pt>
              <c:pt idx="214">
                <c:v>10.123426557698773</c:v>
              </c:pt>
              <c:pt idx="215">
                <c:v>12.346384203815647</c:v>
              </c:pt>
              <c:pt idx="216">
                <c:v>12.346384203815647</c:v>
              </c:pt>
              <c:pt idx="217">
                <c:v>15</c:v>
              </c:pt>
              <c:pt idx="218">
                <c:v>15</c:v>
              </c:pt>
              <c:pt idx="219">
                <c:v>16.34604387627066</c:v>
              </c:pt>
              <c:pt idx="220">
                <c:v>16.34604387627066</c:v>
              </c:pt>
              <c:pt idx="221">
                <c:v>17.683425245049726</c:v>
              </c:pt>
              <c:pt idx="222">
                <c:v>17.683425245049726</c:v>
              </c:pt>
              <c:pt idx="223">
                <c:v>20</c:v>
              </c:pt>
              <c:pt idx="224">
                <c:v>20</c:v>
              </c:pt>
              <c:pt idx="225">
                <c:v>20.545154113483918</c:v>
              </c:pt>
              <c:pt idx="226">
                <c:v>20.545154113483918</c:v>
              </c:pt>
              <c:pt idx="227">
                <c:v>20.785806126091057</c:v>
              </c:pt>
              <c:pt idx="228">
                <c:v>20.785806126091057</c:v>
              </c:pt>
              <c:pt idx="229">
                <c:v>25.39159820503503</c:v>
              </c:pt>
              <c:pt idx="230">
                <c:v>25.39159820503503</c:v>
              </c:pt>
              <c:pt idx="231">
                <c:v>28.66695279487238</c:v>
              </c:pt>
              <c:pt idx="232">
                <c:v>28.66695279487238</c:v>
              </c:pt>
              <c:pt idx="233">
                <c:v>30</c:v>
              </c:pt>
              <c:pt idx="234">
                <c:v>30</c:v>
              </c:pt>
              <c:pt idx="235">
                <c:v>30.15788894568524</c:v>
              </c:pt>
              <c:pt idx="236">
                <c:v>30.15788894568524</c:v>
              </c:pt>
              <c:pt idx="237">
                <c:v>34.118102735138585</c:v>
              </c:pt>
              <c:pt idx="238">
                <c:v>34.118102735138585</c:v>
              </c:pt>
              <c:pt idx="239">
                <c:v>35.825382626308865</c:v>
              </c:pt>
              <c:pt idx="240">
                <c:v>35.825382626308865</c:v>
              </c:pt>
              <c:pt idx="241">
                <c:v>36.16915981749973</c:v>
              </c:pt>
              <c:pt idx="242">
                <c:v>36.16915981749973</c:v>
              </c:pt>
              <c:pt idx="243">
                <c:v>50</c:v>
              </c:pt>
              <c:pt idx="244">
                <c:v>50</c:v>
              </c:pt>
              <c:pt idx="245">
                <c:v>70</c:v>
              </c:pt>
            </c:numLit>
          </c:xVal>
          <c:yVal>
            <c:numLit>
              <c:formatCode>0.0</c:formatCode>
              <c:ptCount val="246"/>
              <c:pt idx="0">
                <c:v>2.835155985764056</c:v>
              </c:pt>
              <c:pt idx="1">
                <c:v>2.835155985764056</c:v>
              </c:pt>
              <c:pt idx="2">
                <c:v>2.771661243847399</c:v>
              </c:pt>
              <c:pt idx="3">
                <c:v>2.771661243847399</c:v>
              </c:pt>
              <c:pt idx="4">
                <c:v>2.771661243847399</c:v>
              </c:pt>
              <c:pt idx="5">
                <c:v>2.771661243847399</c:v>
              </c:pt>
              <c:pt idx="6">
                <c:v>2.771661243847399</c:v>
              </c:pt>
              <c:pt idx="7">
                <c:v>2.771661243847399</c:v>
              </c:pt>
              <c:pt idx="8">
                <c:v>2.7612431435648497</c:v>
              </c:pt>
              <c:pt idx="9">
                <c:v>2.7612431435648497</c:v>
              </c:pt>
              <c:pt idx="10">
                <c:v>2.7612431435648497</c:v>
              </c:pt>
              <c:pt idx="11">
                <c:v>2.7612431435648497</c:v>
              </c:pt>
              <c:pt idx="12">
                <c:v>2.7612431435648497</c:v>
              </c:pt>
              <c:pt idx="13">
                <c:v>2.7612431435648497</c:v>
              </c:pt>
              <c:pt idx="14">
                <c:v>2.7612431435648497</c:v>
              </c:pt>
              <c:pt idx="15">
                <c:v>2.7612431435648497</c:v>
              </c:pt>
              <c:pt idx="16">
                <c:v>2.7612431435648497</c:v>
              </c:pt>
              <c:pt idx="17">
                <c:v>2.7612431435648497</c:v>
              </c:pt>
              <c:pt idx="18">
                <c:v>2.7272578510258496</c:v>
              </c:pt>
              <c:pt idx="19">
                <c:v>2.7272578510258496</c:v>
              </c:pt>
              <c:pt idx="20">
                <c:v>2.673735428348943</c:v>
              </c:pt>
              <c:pt idx="21">
                <c:v>2.673735428348943</c:v>
              </c:pt>
              <c:pt idx="22">
                <c:v>2.5222706491934783</c:v>
              </c:pt>
              <c:pt idx="23">
                <c:v>2.5222706491934783</c:v>
              </c:pt>
              <c:pt idx="24">
                <c:v>2.491858850686503</c:v>
              </c:pt>
              <c:pt idx="25">
                <c:v>2.491858850686503</c:v>
              </c:pt>
              <c:pt idx="26">
                <c:v>2.2566379901207214</c:v>
              </c:pt>
              <c:pt idx="27">
                <c:v>2.2566379901207214</c:v>
              </c:pt>
              <c:pt idx="28">
                <c:v>2.1496089140282035</c:v>
              </c:pt>
              <c:pt idx="29">
                <c:v>2.1496089140282035</c:v>
              </c:pt>
              <c:pt idx="30">
                <c:v>2.036252800594365</c:v>
              </c:pt>
              <c:pt idx="31">
                <c:v>2.036252800594365</c:v>
              </c:pt>
              <c:pt idx="32">
                <c:v>2.036252800594365</c:v>
              </c:pt>
              <c:pt idx="33">
                <c:v>2.036252800594365</c:v>
              </c:pt>
              <c:pt idx="34">
                <c:v>2.036252800594365</c:v>
              </c:pt>
              <c:pt idx="35">
                <c:v>2.036252800594365</c:v>
              </c:pt>
              <c:pt idx="36">
                <c:v>2.036252800594365</c:v>
              </c:pt>
              <c:pt idx="37">
                <c:v>2.036252800594365</c:v>
              </c:pt>
              <c:pt idx="38">
                <c:v>2.0032733136176324</c:v>
              </c:pt>
              <c:pt idx="39">
                <c:v>2.0032733136176324</c:v>
              </c:pt>
              <c:pt idx="40">
                <c:v>1.932957820099098</c:v>
              </c:pt>
              <c:pt idx="41">
                <c:v>1.932957820099098</c:v>
              </c:pt>
              <c:pt idx="42">
                <c:v>1.8692522500346131</c:v>
              </c:pt>
              <c:pt idx="43">
                <c:v>1.8692522500346131</c:v>
              </c:pt>
              <c:pt idx="44">
                <c:v>1.8692522500346131</c:v>
              </c:pt>
              <c:pt idx="45">
                <c:v>1.8692522500346131</c:v>
              </c:pt>
              <c:pt idx="46">
                <c:v>1.8692522500346131</c:v>
              </c:pt>
              <c:pt idx="47">
                <c:v>1.8692522500346131</c:v>
              </c:pt>
              <c:pt idx="48">
                <c:v>1.7982633386672335</c:v>
              </c:pt>
              <c:pt idx="49">
                <c:v>1.7982633386672335</c:v>
              </c:pt>
              <c:pt idx="50">
                <c:v>1.7982633386672335</c:v>
              </c:pt>
              <c:pt idx="51">
                <c:v>1.7982633386672335</c:v>
              </c:pt>
              <c:pt idx="52">
                <c:v>1.7164553493835666</c:v>
              </c:pt>
              <c:pt idx="53">
                <c:v>1.7164553493835666</c:v>
              </c:pt>
              <c:pt idx="54">
                <c:v>1.7164553493835666</c:v>
              </c:pt>
              <c:pt idx="55">
                <c:v>1.7164553493835666</c:v>
              </c:pt>
              <c:pt idx="56">
                <c:v>1.7164553493835666</c:v>
              </c:pt>
              <c:pt idx="57">
                <c:v>1.7164553493835666</c:v>
              </c:pt>
              <c:pt idx="58">
                <c:v>1.7040426634826398</c:v>
              </c:pt>
              <c:pt idx="59">
                <c:v>1.7040426634826398</c:v>
              </c:pt>
              <c:pt idx="60">
                <c:v>1.7040426634826398</c:v>
              </c:pt>
              <c:pt idx="61">
                <c:v>1.7040426634826398</c:v>
              </c:pt>
              <c:pt idx="62">
                <c:v>1.7040426634826398</c:v>
              </c:pt>
              <c:pt idx="63">
                <c:v>1.7040426634826398</c:v>
              </c:pt>
              <c:pt idx="64">
                <c:v>1.607470680941709</c:v>
              </c:pt>
              <c:pt idx="65">
                <c:v>1.607470680941709</c:v>
              </c:pt>
              <c:pt idx="66">
                <c:v>1.607470680941709</c:v>
              </c:pt>
              <c:pt idx="67">
                <c:v>1.607470680941709</c:v>
              </c:pt>
              <c:pt idx="68">
                <c:v>1.607470680941709</c:v>
              </c:pt>
              <c:pt idx="69">
                <c:v>1.607470680941709</c:v>
              </c:pt>
              <c:pt idx="70">
                <c:v>1.607470680941709</c:v>
              </c:pt>
              <c:pt idx="71">
                <c:v>1.607470680941709</c:v>
              </c:pt>
              <c:pt idx="72">
                <c:v>1.607470680941709</c:v>
              </c:pt>
              <c:pt idx="73">
                <c:v>1.607470680941709</c:v>
              </c:pt>
              <c:pt idx="74">
                <c:v>1.5425063841798088</c:v>
              </c:pt>
              <c:pt idx="75">
                <c:v>1.5425063841798088</c:v>
              </c:pt>
              <c:pt idx="76">
                <c:v>1.5425063841798088</c:v>
              </c:pt>
              <c:pt idx="77">
                <c:v>1.5425063841798088</c:v>
              </c:pt>
              <c:pt idx="78">
                <c:v>1.5425063841798088</c:v>
              </c:pt>
              <c:pt idx="79">
                <c:v>1.5425063841798088</c:v>
              </c:pt>
              <c:pt idx="80">
                <c:v>1.5425063841798088</c:v>
              </c:pt>
              <c:pt idx="81">
                <c:v>1.5425063841798088</c:v>
              </c:pt>
              <c:pt idx="82">
                <c:v>1.5425063841798088</c:v>
              </c:pt>
              <c:pt idx="83">
                <c:v>1.5425063841798088</c:v>
              </c:pt>
              <c:pt idx="84">
                <c:v>1.5425063841798088</c:v>
              </c:pt>
              <c:pt idx="85">
                <c:v>1.5425063841798088</c:v>
              </c:pt>
              <c:pt idx="86">
                <c:v>1.5425063841798088</c:v>
              </c:pt>
              <c:pt idx="87">
                <c:v>1.5425063841798088</c:v>
              </c:pt>
              <c:pt idx="88">
                <c:v>1.5425063841798088</c:v>
              </c:pt>
              <c:pt idx="89">
                <c:v>1.5425063841798088</c:v>
              </c:pt>
              <c:pt idx="90">
                <c:v>1.5425063841798088</c:v>
              </c:pt>
              <c:pt idx="91">
                <c:v>1.5425063841798088</c:v>
              </c:pt>
              <c:pt idx="92">
                <c:v>1.5425063841798088</c:v>
              </c:pt>
              <c:pt idx="93">
                <c:v>1.5425063841798088</c:v>
              </c:pt>
              <c:pt idx="94">
                <c:v>1.5425063841798088</c:v>
              </c:pt>
              <c:pt idx="95">
                <c:v>1.5425063841798088</c:v>
              </c:pt>
              <c:pt idx="96">
                <c:v>1.532088283897259</c:v>
              </c:pt>
              <c:pt idx="97">
                <c:v>1.532088283897259</c:v>
              </c:pt>
              <c:pt idx="98">
                <c:v>1.4677496932203156</c:v>
              </c:pt>
              <c:pt idx="99">
                <c:v>1.4677496932203156</c:v>
              </c:pt>
              <c:pt idx="100">
                <c:v>1.4677496932203156</c:v>
              </c:pt>
              <c:pt idx="101">
                <c:v>1.4677496932203156</c:v>
              </c:pt>
              <c:pt idx="102">
                <c:v>1.4677496932203156</c:v>
              </c:pt>
              <c:pt idx="103">
                <c:v>1.4677496932203156</c:v>
              </c:pt>
              <c:pt idx="104">
                <c:v>1.4677496932203156</c:v>
              </c:pt>
              <c:pt idx="105">
                <c:v>1.4677496932203156</c:v>
              </c:pt>
              <c:pt idx="106">
                <c:v>1.4024729594057916</c:v>
              </c:pt>
              <c:pt idx="107">
                <c:v>1.4024729594057916</c:v>
              </c:pt>
              <c:pt idx="108">
                <c:v>1.3601465114175382</c:v>
              </c:pt>
              <c:pt idx="109">
                <c:v>1.3601465114175382</c:v>
              </c:pt>
              <c:pt idx="110">
                <c:v>1.3601465114175382</c:v>
              </c:pt>
              <c:pt idx="111">
                <c:v>1.3601465114175382</c:v>
              </c:pt>
              <c:pt idx="112">
                <c:v>1.3601465114175382</c:v>
              </c:pt>
              <c:pt idx="113">
                <c:v>1.3601465114175382</c:v>
              </c:pt>
              <c:pt idx="114">
                <c:v>1.2266556602865175</c:v>
              </c:pt>
              <c:pt idx="115">
                <c:v>1.2266556602865175</c:v>
              </c:pt>
              <c:pt idx="116">
                <c:v>1.2266556602865175</c:v>
              </c:pt>
              <c:pt idx="117">
                <c:v>1.2266556602865175</c:v>
              </c:pt>
              <c:pt idx="118">
                <c:v>1.2266556602865175</c:v>
              </c:pt>
              <c:pt idx="119">
                <c:v>1.2266556602865175</c:v>
              </c:pt>
              <c:pt idx="120">
                <c:v>1.2266556602865175</c:v>
              </c:pt>
              <c:pt idx="121">
                <c:v>1.2266556602865175</c:v>
              </c:pt>
              <c:pt idx="122">
                <c:v>1.2045349400452987</c:v>
              </c:pt>
              <c:pt idx="123">
                <c:v>1.2045349400452987</c:v>
              </c:pt>
              <c:pt idx="124">
                <c:v>1.1865841211713568</c:v>
              </c:pt>
              <c:pt idx="125">
                <c:v>1.1865841211713568</c:v>
              </c:pt>
              <c:pt idx="126">
                <c:v>1.1865841211713568</c:v>
              </c:pt>
              <c:pt idx="127">
                <c:v>1.1865841211713568</c:v>
              </c:pt>
              <c:pt idx="128">
                <c:v>1.1707693453353476</c:v>
              </c:pt>
              <c:pt idx="129">
                <c:v>1.1707693453353476</c:v>
              </c:pt>
              <c:pt idx="130">
                <c:v>1.1422780014981162</c:v>
              </c:pt>
              <c:pt idx="131">
                <c:v>1.1422780014981162</c:v>
              </c:pt>
              <c:pt idx="132">
                <c:v>1.078017679828836</c:v>
              </c:pt>
              <c:pt idx="133">
                <c:v>1.078017679828836</c:v>
              </c:pt>
              <c:pt idx="134">
                <c:v>1.0347876185180656</c:v>
              </c:pt>
              <c:pt idx="135">
                <c:v>1.0347876185180656</c:v>
              </c:pt>
              <c:pt idx="136">
                <c:v>0.9354382613303175</c:v>
              </c:pt>
              <c:pt idx="137">
                <c:v>0.9354382613303175</c:v>
              </c:pt>
              <c:pt idx="138">
                <c:v>0.9096323347435413</c:v>
              </c:pt>
              <c:pt idx="139">
                <c:v>0.9096323347435413</c:v>
              </c:pt>
              <c:pt idx="140">
                <c:v>0.9096323347435413</c:v>
              </c:pt>
              <c:pt idx="141">
                <c:v>0.9096323347435413</c:v>
              </c:pt>
              <c:pt idx="142">
                <c:v>0.7945834663870733</c:v>
              </c:pt>
              <c:pt idx="143">
                <c:v>0.7945834663870733</c:v>
              </c:pt>
              <c:pt idx="144">
                <c:v>0.7589765433396201</c:v>
              </c:pt>
              <c:pt idx="145">
                <c:v>0.7589765433396201</c:v>
              </c:pt>
              <c:pt idx="146">
                <c:v>0.7589765433396201</c:v>
              </c:pt>
              <c:pt idx="147">
                <c:v>0.7589765433396201</c:v>
              </c:pt>
              <c:pt idx="148">
                <c:v>0.708136694057564</c:v>
              </c:pt>
              <c:pt idx="149">
                <c:v>0.708136694057564</c:v>
              </c:pt>
              <c:pt idx="150">
                <c:v>0.6871180567133229</c:v>
              </c:pt>
              <c:pt idx="151">
                <c:v>0.6871180567133229</c:v>
              </c:pt>
              <c:pt idx="152">
                <c:v>0.6643271590757172</c:v>
              </c:pt>
              <c:pt idx="153">
                <c:v>0.6643271590757172</c:v>
              </c:pt>
              <c:pt idx="154">
                <c:v>0.6643271590757172</c:v>
              </c:pt>
              <c:pt idx="155">
                <c:v>0.6643271590757172</c:v>
              </c:pt>
              <c:pt idx="156">
                <c:v>0.6643271590757172</c:v>
              </c:pt>
              <c:pt idx="157">
                <c:v>0.6643271590757172</c:v>
              </c:pt>
              <c:pt idx="158">
                <c:v>0.6247162812835337</c:v>
              </c:pt>
              <c:pt idx="159">
                <c:v>0.6247162812835337</c:v>
              </c:pt>
              <c:pt idx="160">
                <c:v>0.6247162812835337</c:v>
              </c:pt>
              <c:pt idx="161">
                <c:v>0.6247162812835337</c:v>
              </c:pt>
              <c:pt idx="162">
                <c:v>0.5578615393935502</c:v>
              </c:pt>
              <c:pt idx="163">
                <c:v>0.5578615393935502</c:v>
              </c:pt>
              <c:pt idx="164">
                <c:v>0.5578615393935502</c:v>
              </c:pt>
              <c:pt idx="165">
                <c:v>0.5578615393935502</c:v>
              </c:pt>
              <c:pt idx="166">
                <c:v>0.5578615393935502</c:v>
              </c:pt>
              <c:pt idx="167">
                <c:v>0.5578615393935502</c:v>
              </c:pt>
              <c:pt idx="168">
                <c:v>0.5578615393935502</c:v>
              </c:pt>
              <c:pt idx="169">
                <c:v>0.5578615393935502</c:v>
              </c:pt>
              <c:pt idx="170">
                <c:v>0.5201862536816658</c:v>
              </c:pt>
              <c:pt idx="171">
                <c:v>0.5201862536816658</c:v>
              </c:pt>
              <c:pt idx="172">
                <c:v>0.4349872626810135</c:v>
              </c:pt>
              <c:pt idx="173">
                <c:v>0.4349872626810135</c:v>
              </c:pt>
              <c:pt idx="174">
                <c:v>0.4349872626810135</c:v>
              </c:pt>
              <c:pt idx="175">
                <c:v>0.4349872626810135</c:v>
              </c:pt>
              <c:pt idx="176">
                <c:v>0.41053555263008795</c:v>
              </c:pt>
              <c:pt idx="177">
                <c:v>0.41053555263008795</c:v>
              </c:pt>
              <c:pt idx="178">
                <c:v>0.41053555263008795</c:v>
              </c:pt>
              <c:pt idx="179">
                <c:v>0.41053555263008795</c:v>
              </c:pt>
              <c:pt idx="180">
                <c:v>0.41053555263008795</c:v>
              </c:pt>
              <c:pt idx="181">
                <c:v>0.41053555263008795</c:v>
              </c:pt>
              <c:pt idx="182">
                <c:v>0.39258473375614594</c:v>
              </c:pt>
              <c:pt idx="183">
                <c:v>0.39258473375614594</c:v>
              </c:pt>
              <c:pt idx="184">
                <c:v>0.39258473375614594</c:v>
              </c:pt>
              <c:pt idx="185">
                <c:v>0.39258473375614594</c:v>
              </c:pt>
              <c:pt idx="186">
                <c:v>0.3123714012074085</c:v>
              </c:pt>
              <c:pt idx="187">
                <c:v>0.3123714012074085</c:v>
              </c:pt>
              <c:pt idx="188">
                <c:v>0.3123714012074085</c:v>
              </c:pt>
              <c:pt idx="189">
                <c:v>0.3123714012074085</c:v>
              </c:pt>
              <c:pt idx="190">
                <c:v>0.2762367465513559</c:v>
              </c:pt>
              <c:pt idx="191">
                <c:v>0.2762367465513559</c:v>
              </c:pt>
              <c:pt idx="192">
                <c:v>0.26019654087722305</c:v>
              </c:pt>
              <c:pt idx="193">
                <c:v>0.26019654087722305</c:v>
              </c:pt>
              <c:pt idx="194">
                <c:v>0.26019654087722305</c:v>
              </c:pt>
              <c:pt idx="195">
                <c:v>0.26019654087722305</c:v>
              </c:pt>
              <c:pt idx="196">
                <c:v>0.26019654087722305</c:v>
              </c:pt>
              <c:pt idx="197">
                <c:v>0.26019654087722305</c:v>
              </c:pt>
              <c:pt idx="198">
                <c:v>0.15805157683789733</c:v>
              </c:pt>
              <c:pt idx="199">
                <c:v>0.15805157683789733</c:v>
              </c:pt>
              <c:pt idx="200">
                <c:v>0.12956023300066588</c:v>
              </c:pt>
              <c:pt idx="201">
                <c:v>0.12956023300066588</c:v>
              </c:pt>
              <c:pt idx="202">
                <c:v>0.12956023300066588</c:v>
              </c:pt>
              <c:pt idx="203">
                <c:v>0.12956023300066588</c:v>
              </c:pt>
              <c:pt idx="204">
                <c:v>0.07079743864014745</c:v>
              </c:pt>
              <c:pt idx="205">
                <c:v>0.07079743864014745</c:v>
              </c:pt>
              <c:pt idx="206">
                <c:v>0.025386715680360793</c:v>
              </c:pt>
              <c:pt idx="207">
                <c:v>0.025386715680360793</c:v>
              </c:pt>
              <c:pt idx="208">
                <c:v>0.025386715680360793</c:v>
              </c:pt>
              <c:pt idx="209">
                <c:v>0.025386715680360793</c:v>
              </c:pt>
              <c:pt idx="210">
                <c:v>0.025386715680360793</c:v>
              </c:pt>
              <c:pt idx="211">
                <c:v>0.025386715680360793</c:v>
              </c:pt>
              <c:pt idx="212">
                <c:v>0.025386715680360793</c:v>
              </c:pt>
              <c:pt idx="213">
                <c:v>0.025386715680360793</c:v>
              </c:pt>
              <c:pt idx="214">
                <c:v>0.025386715680360793</c:v>
              </c:pt>
              <c:pt idx="215">
                <c:v>0.025386715680360793</c:v>
              </c:pt>
              <c:pt idx="216">
                <c:v>0.025386715680360793</c:v>
              </c:pt>
              <c:pt idx="217">
                <c:v>0.025386715680360793</c:v>
              </c:pt>
              <c:pt idx="218">
                <c:v>0.025386715680360793</c:v>
              </c:pt>
              <c:pt idx="219">
                <c:v>0.025386715680360793</c:v>
              </c:pt>
              <c:pt idx="220">
                <c:v>0.025386715680360793</c:v>
              </c:pt>
              <c:pt idx="221">
                <c:v>0.025386715680360793</c:v>
              </c:pt>
              <c:pt idx="222">
                <c:v>0.025386715680360793</c:v>
              </c:pt>
              <c:pt idx="223">
                <c:v>0.025386715680360793</c:v>
              </c:pt>
              <c:pt idx="224">
                <c:v>0.025386715680360793</c:v>
              </c:pt>
              <c:pt idx="225">
                <c:v>0.025386715680360793</c:v>
              </c:pt>
              <c:pt idx="226">
                <c:v>0.025386715680360793</c:v>
              </c:pt>
              <c:pt idx="227">
                <c:v>0.025386715680360793</c:v>
              </c:pt>
              <c:pt idx="228">
                <c:v>0.025386715680360793</c:v>
              </c:pt>
              <c:pt idx="229">
                <c:v>0.025386715680360793</c:v>
              </c:pt>
              <c:pt idx="230">
                <c:v>0.025386715680360793</c:v>
              </c:pt>
              <c:pt idx="231">
                <c:v>0.025386715680360793</c:v>
              </c:pt>
              <c:pt idx="232">
                <c:v>0.025386715680360793</c:v>
              </c:pt>
              <c:pt idx="233">
                <c:v>0.025386715680360793</c:v>
              </c:pt>
              <c:pt idx="234">
                <c:v>0.025386715680360793</c:v>
              </c:pt>
              <c:pt idx="235">
                <c:v>0.025386715680360793</c:v>
              </c:pt>
              <c:pt idx="236">
                <c:v>0.025386715680360793</c:v>
              </c:pt>
              <c:pt idx="237">
                <c:v>0.025386715680360793</c:v>
              </c:pt>
              <c:pt idx="238">
                <c:v>0.025386715680360793</c:v>
              </c:pt>
              <c:pt idx="239">
                <c:v>0.025386715680360793</c:v>
              </c:pt>
              <c:pt idx="240">
                <c:v>0.025386715680360793</c:v>
              </c:pt>
              <c:pt idx="241">
                <c:v>0.025386715680360793</c:v>
              </c:pt>
              <c:pt idx="242">
                <c:v>0.025386715680360793</c:v>
              </c:pt>
              <c:pt idx="243">
                <c:v>0.025386715680360793</c:v>
              </c:pt>
              <c:pt idx="244">
                <c:v>0.025386715680360793</c:v>
              </c:pt>
              <c:pt idx="245">
                <c:v>0.025386715680360793</c:v>
              </c:pt>
            </c:numLit>
          </c:yVal>
          <c:smooth val="0"/>
        </c:ser>
        <c:ser>
          <c:idx val="2"/>
          <c:order val="2"/>
          <c:tx>
            <c:v>Same-order filling improvement</c:v>
          </c:tx>
          <c:spPr>
            <a:noFill xmlns:a="http://schemas.openxmlformats.org/drawingml/2006/main"/>
            <a:ln xmlns:a="http://schemas.openxmlformats.org/drawingml/2006/main" w="7620">
              <a:solidFill>
                <a:srgbClr val="009E73"/>
              </a:solidFill>
              <a:prstDash val="solid"/>
            </a:ln>
          </c:spPr>
          <c:marker>
            <c:symbol val="none"/>
            <c:size val="7"/>
            <c:spPr>
              <a:solidFill xmlns:a="http://schemas.openxmlformats.org/drawingml/2006/main">
                <a:srgbClr val="009E73"/>
              </a:solidFill>
            </c:spPr>
          </c:marker>
          <c:xVal>
            <c:numLit>
              <c:formatCode>General</c:formatCode>
              <c:ptCount val="24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c:v>
              </c:pt>
              <c:pt idx="147">
                <c:v>0</c:v>
              </c:pt>
              <c:pt idx="148">
                <c:v>0</c:v>
              </c:pt>
              <c:pt idx="149">
                <c:v>0</c:v>
              </c:pt>
              <c:pt idx="150">
                <c:v>0</c:v>
              </c:pt>
              <c:pt idx="151">
                <c:v>0</c:v>
              </c:pt>
              <c:pt idx="152">
                <c:v>0</c:v>
              </c:pt>
              <c:pt idx="153">
                <c:v>0</c:v>
              </c:pt>
              <c:pt idx="154">
                <c:v>0</c:v>
              </c:pt>
              <c:pt idx="155">
                <c:v>0</c:v>
              </c:pt>
              <c:pt idx="156">
                <c:v>0</c:v>
              </c:pt>
              <c:pt idx="157">
                <c:v>0</c:v>
              </c:pt>
              <c:pt idx="158">
                <c:v>0</c:v>
              </c:pt>
              <c:pt idx="159">
                <c:v>0</c:v>
              </c:pt>
              <c:pt idx="160">
                <c:v>0</c:v>
              </c:pt>
              <c:pt idx="161">
                <c:v>0</c:v>
              </c:pt>
              <c:pt idx="162">
                <c:v>0</c:v>
              </c:pt>
              <c:pt idx="163">
                <c:v>0</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numLit>
          </c:xVal>
          <c:yVal>
            <c:numLit>
              <c:formatCode>0.0</c:formatCode>
              <c:ptCount val="246"/>
              <c:pt idx="0">
                <c:v>2.878988838997689</c:v>
              </c:pt>
              <c:pt idx="1">
                <c:v>2.878988838997689</c:v>
              </c:pt>
              <c:pt idx="2">
                <c:v>2.878988838997689</c:v>
              </c:pt>
              <c:pt idx="3">
                <c:v>2.878988838997689</c:v>
              </c:pt>
              <c:pt idx="4">
                <c:v>2.878988838997689</c:v>
              </c:pt>
              <c:pt idx="5">
                <c:v>2.878988838997689</c:v>
              </c:pt>
              <c:pt idx="6">
                <c:v>2.878988838997689</c:v>
              </c:pt>
              <c:pt idx="7">
                <c:v>2.878988838997689</c:v>
              </c:pt>
              <c:pt idx="8">
                <c:v>2.878988838997689</c:v>
              </c:pt>
              <c:pt idx="9">
                <c:v>2.878988838997689</c:v>
              </c:pt>
              <c:pt idx="10">
                <c:v>2.878988838997689</c:v>
              </c:pt>
              <c:pt idx="11">
                <c:v>2.878988838997689</c:v>
              </c:pt>
              <c:pt idx="12">
                <c:v>2.878988838997689</c:v>
              </c:pt>
              <c:pt idx="13">
                <c:v>2.878988838997689</c:v>
              </c:pt>
              <c:pt idx="14">
                <c:v>2.878988838997689</c:v>
              </c:pt>
              <c:pt idx="15">
                <c:v>2.878988838997689</c:v>
              </c:pt>
              <c:pt idx="16">
                <c:v>2.878988838997689</c:v>
              </c:pt>
              <c:pt idx="17">
                <c:v>2.878988838997689</c:v>
              </c:pt>
              <c:pt idx="18">
                <c:v>2.878988838997689</c:v>
              </c:pt>
              <c:pt idx="19">
                <c:v>2.878988838997689</c:v>
              </c:pt>
              <c:pt idx="20">
                <c:v>2.878988838997689</c:v>
              </c:pt>
              <c:pt idx="21">
                <c:v>2.878988838997689</c:v>
              </c:pt>
              <c:pt idx="22">
                <c:v>2.878988838997689</c:v>
              </c:pt>
              <c:pt idx="23">
                <c:v>2.878988838997689</c:v>
              </c:pt>
              <c:pt idx="24">
                <c:v>2.878988838997689</c:v>
              </c:pt>
              <c:pt idx="25">
                <c:v>2.878988838997689</c:v>
              </c:pt>
              <c:pt idx="26">
                <c:v>2.878988838997689</c:v>
              </c:pt>
              <c:pt idx="27">
                <c:v>2.878988838997689</c:v>
              </c:pt>
              <c:pt idx="28">
                <c:v>2.878988838997689</c:v>
              </c:pt>
              <c:pt idx="29">
                <c:v>2.878988838997689</c:v>
              </c:pt>
              <c:pt idx="30">
                <c:v>2.878988838997689</c:v>
              </c:pt>
              <c:pt idx="31">
                <c:v>2.878988838997689</c:v>
              </c:pt>
              <c:pt idx="32">
                <c:v>2.878988838997689</c:v>
              </c:pt>
              <c:pt idx="33">
                <c:v>2.878988838997689</c:v>
              </c:pt>
              <c:pt idx="34">
                <c:v>2.878988838997689</c:v>
              </c:pt>
              <c:pt idx="35">
                <c:v>2.878988838997689</c:v>
              </c:pt>
              <c:pt idx="36">
                <c:v>2.878988838997689</c:v>
              </c:pt>
              <c:pt idx="37">
                <c:v>2.878988838997689</c:v>
              </c:pt>
              <c:pt idx="38">
                <c:v>2.878988838997689</c:v>
              </c:pt>
              <c:pt idx="39">
                <c:v>2.878988838997689</c:v>
              </c:pt>
              <c:pt idx="40">
                <c:v>2.878988838997689</c:v>
              </c:pt>
              <c:pt idx="41">
                <c:v>2.878988838997689</c:v>
              </c:pt>
              <c:pt idx="42">
                <c:v>2.878988838997689</c:v>
              </c:pt>
              <c:pt idx="43">
                <c:v>2.878988838997689</c:v>
              </c:pt>
              <c:pt idx="44">
                <c:v>2.878988838997689</c:v>
              </c:pt>
              <c:pt idx="45">
                <c:v>2.878988838997689</c:v>
              </c:pt>
              <c:pt idx="46">
                <c:v>2.878988838997689</c:v>
              </c:pt>
              <c:pt idx="47">
                <c:v>2.878988838997689</c:v>
              </c:pt>
              <c:pt idx="48">
                <c:v>2.878988838997689</c:v>
              </c:pt>
              <c:pt idx="49">
                <c:v>2.878988838997689</c:v>
              </c:pt>
              <c:pt idx="50">
                <c:v>2.878988838997689</c:v>
              </c:pt>
              <c:pt idx="51">
                <c:v>2.878988838997689</c:v>
              </c:pt>
              <c:pt idx="52">
                <c:v>2.878988838997689</c:v>
              </c:pt>
              <c:pt idx="53">
                <c:v>2.878988838997689</c:v>
              </c:pt>
              <c:pt idx="54">
                <c:v>2.878988838997689</c:v>
              </c:pt>
              <c:pt idx="55">
                <c:v>2.878988838997689</c:v>
              </c:pt>
              <c:pt idx="56">
                <c:v>2.878988838997689</c:v>
              </c:pt>
              <c:pt idx="57">
                <c:v>2.878988838997689</c:v>
              </c:pt>
              <c:pt idx="58">
                <c:v>2.878988838997689</c:v>
              </c:pt>
              <c:pt idx="59">
                <c:v>2.878988838997689</c:v>
              </c:pt>
              <c:pt idx="60">
                <c:v>2.878988838997689</c:v>
              </c:pt>
              <c:pt idx="61">
                <c:v>2.878988838997689</c:v>
              </c:pt>
              <c:pt idx="62">
                <c:v>2.878988838997689</c:v>
              </c:pt>
              <c:pt idx="63">
                <c:v>2.878988838997689</c:v>
              </c:pt>
              <c:pt idx="64">
                <c:v>2.878988838997689</c:v>
              </c:pt>
              <c:pt idx="65">
                <c:v>2.878988838997689</c:v>
              </c:pt>
              <c:pt idx="66">
                <c:v>2.878988838997689</c:v>
              </c:pt>
              <c:pt idx="67">
                <c:v>2.878988838997689</c:v>
              </c:pt>
              <c:pt idx="68">
                <c:v>2.878988838997689</c:v>
              </c:pt>
              <c:pt idx="69">
                <c:v>2.878988838997689</c:v>
              </c:pt>
              <c:pt idx="70">
                <c:v>2.878988838997689</c:v>
              </c:pt>
              <c:pt idx="71">
                <c:v>2.878988838997689</c:v>
              </c:pt>
              <c:pt idx="72">
                <c:v>2.878988838997689</c:v>
              </c:pt>
              <c:pt idx="73">
                <c:v>2.878988838997689</c:v>
              </c:pt>
              <c:pt idx="74">
                <c:v>2.878988838997689</c:v>
              </c:pt>
              <c:pt idx="75">
                <c:v>2.878988838997689</c:v>
              </c:pt>
              <c:pt idx="76">
                <c:v>2.878988838997689</c:v>
              </c:pt>
              <c:pt idx="77">
                <c:v>2.878988838997689</c:v>
              </c:pt>
              <c:pt idx="78">
                <c:v>2.878988838997689</c:v>
              </c:pt>
              <c:pt idx="79">
                <c:v>2.878988838997689</c:v>
              </c:pt>
              <c:pt idx="80">
                <c:v>2.878988838997689</c:v>
              </c:pt>
              <c:pt idx="81">
                <c:v>2.878988838997689</c:v>
              </c:pt>
              <c:pt idx="82">
                <c:v>2.878988838997689</c:v>
              </c:pt>
              <c:pt idx="83">
                <c:v>2.878988838997689</c:v>
              </c:pt>
              <c:pt idx="84">
                <c:v>2.878988838997689</c:v>
              </c:pt>
              <c:pt idx="85">
                <c:v>2.878988838997689</c:v>
              </c:pt>
              <c:pt idx="86">
                <c:v>2.878988838997689</c:v>
              </c:pt>
              <c:pt idx="87">
                <c:v>2.878988838997689</c:v>
              </c:pt>
              <c:pt idx="88">
                <c:v>2.878988838997689</c:v>
              </c:pt>
              <c:pt idx="89">
                <c:v>2.878988838997689</c:v>
              </c:pt>
              <c:pt idx="90">
                <c:v>2.878988838997689</c:v>
              </c:pt>
              <c:pt idx="91">
                <c:v>2.878988838997689</c:v>
              </c:pt>
              <c:pt idx="92">
                <c:v>2.878988838997689</c:v>
              </c:pt>
              <c:pt idx="93">
                <c:v>2.878988838997689</c:v>
              </c:pt>
              <c:pt idx="94">
                <c:v>2.878988838997689</c:v>
              </c:pt>
              <c:pt idx="95">
                <c:v>2.878988838997689</c:v>
              </c:pt>
              <c:pt idx="96">
                <c:v>2.878988838997689</c:v>
              </c:pt>
              <c:pt idx="97">
                <c:v>2.878988838997689</c:v>
              </c:pt>
              <c:pt idx="98">
                <c:v>2.878988838997689</c:v>
              </c:pt>
              <c:pt idx="99">
                <c:v>2.878988838997689</c:v>
              </c:pt>
              <c:pt idx="100">
                <c:v>2.878988838997689</c:v>
              </c:pt>
              <c:pt idx="101">
                <c:v>2.878988838997689</c:v>
              </c:pt>
              <c:pt idx="102">
                <c:v>2.878988838997689</c:v>
              </c:pt>
              <c:pt idx="103">
                <c:v>2.878988838997689</c:v>
              </c:pt>
              <c:pt idx="104">
                <c:v>2.878988838997689</c:v>
              </c:pt>
              <c:pt idx="105">
                <c:v>2.878988838997689</c:v>
              </c:pt>
              <c:pt idx="106">
                <c:v>2.878988838997689</c:v>
              </c:pt>
              <c:pt idx="107">
                <c:v>2.878988838997689</c:v>
              </c:pt>
              <c:pt idx="108">
                <c:v>2.878988838997689</c:v>
              </c:pt>
              <c:pt idx="109">
                <c:v>2.878988838997689</c:v>
              </c:pt>
              <c:pt idx="110">
                <c:v>2.878988838997689</c:v>
              </c:pt>
              <c:pt idx="111">
                <c:v>2.878988838997689</c:v>
              </c:pt>
              <c:pt idx="112">
                <c:v>2.878988838997689</c:v>
              </c:pt>
              <c:pt idx="113">
                <c:v>2.878988838997689</c:v>
              </c:pt>
              <c:pt idx="114">
                <c:v>2.878988838997689</c:v>
              </c:pt>
              <c:pt idx="115">
                <c:v>2.878988838997689</c:v>
              </c:pt>
              <c:pt idx="116">
                <c:v>2.878988838997689</c:v>
              </c:pt>
              <c:pt idx="117">
                <c:v>2.878988838997689</c:v>
              </c:pt>
              <c:pt idx="118">
                <c:v>2.878988838997689</c:v>
              </c:pt>
              <c:pt idx="119">
                <c:v>2.878988838997689</c:v>
              </c:pt>
              <c:pt idx="120">
                <c:v>2.878988838997689</c:v>
              </c:pt>
              <c:pt idx="121">
                <c:v>2.878988838997689</c:v>
              </c:pt>
              <c:pt idx="122">
                <c:v>2.878988838997689</c:v>
              </c:pt>
              <c:pt idx="123">
                <c:v>2.878988838997689</c:v>
              </c:pt>
              <c:pt idx="124">
                <c:v>2.878988838997689</c:v>
              </c:pt>
              <c:pt idx="125">
                <c:v>2.878988838997689</c:v>
              </c:pt>
              <c:pt idx="126">
                <c:v>2.878988838997689</c:v>
              </c:pt>
              <c:pt idx="127">
                <c:v>2.878988838997689</c:v>
              </c:pt>
              <c:pt idx="128">
                <c:v>2.878988838997689</c:v>
              </c:pt>
              <c:pt idx="129">
                <c:v>2.878988838997689</c:v>
              </c:pt>
              <c:pt idx="130">
                <c:v>2.878988838997689</c:v>
              </c:pt>
              <c:pt idx="131">
                <c:v>2.878988838997689</c:v>
              </c:pt>
              <c:pt idx="132">
                <c:v>2.878988838997689</c:v>
              </c:pt>
              <c:pt idx="133">
                <c:v>2.878988838997689</c:v>
              </c:pt>
              <c:pt idx="134">
                <c:v>2.878988838997689</c:v>
              </c:pt>
              <c:pt idx="135">
                <c:v>2.878988838997689</c:v>
              </c:pt>
              <c:pt idx="136">
                <c:v>2.878988838997689</c:v>
              </c:pt>
              <c:pt idx="137">
                <c:v>2.878988838997689</c:v>
              </c:pt>
              <c:pt idx="138">
                <c:v>2.878988838997689</c:v>
              </c:pt>
              <c:pt idx="139">
                <c:v>2.878988838997689</c:v>
              </c:pt>
              <c:pt idx="140">
                <c:v>2.878988838997689</c:v>
              </c:pt>
              <c:pt idx="141">
                <c:v>2.878988838997689</c:v>
              </c:pt>
              <c:pt idx="142">
                <c:v>2.878988838997689</c:v>
              </c:pt>
              <c:pt idx="143">
                <c:v>2.878988838997689</c:v>
              </c:pt>
              <c:pt idx="144">
                <c:v>2.878988838997689</c:v>
              </c:pt>
              <c:pt idx="145">
                <c:v>2.878988838997689</c:v>
              </c:pt>
              <c:pt idx="146">
                <c:v>2.878988838997689</c:v>
              </c:pt>
              <c:pt idx="147">
                <c:v>2.878988838997689</c:v>
              </c:pt>
              <c:pt idx="148">
                <c:v>2.878988838997689</c:v>
              </c:pt>
              <c:pt idx="149">
                <c:v>2.878988838997689</c:v>
              </c:pt>
              <c:pt idx="150">
                <c:v>2.878988838997689</c:v>
              </c:pt>
              <c:pt idx="151">
                <c:v>2.878988838997689</c:v>
              </c:pt>
              <c:pt idx="152">
                <c:v>2.878988838997689</c:v>
              </c:pt>
              <c:pt idx="153">
                <c:v>2.878988838997689</c:v>
              </c:pt>
              <c:pt idx="154">
                <c:v>2.878988838997689</c:v>
              </c:pt>
              <c:pt idx="155">
                <c:v>2.878988838997689</c:v>
              </c:pt>
              <c:pt idx="156">
                <c:v>2.878988838997689</c:v>
              </c:pt>
              <c:pt idx="157">
                <c:v>2.878988838997689</c:v>
              </c:pt>
              <c:pt idx="158">
                <c:v>2.878988838997689</c:v>
              </c:pt>
              <c:pt idx="159">
                <c:v>2.878988838997689</c:v>
              </c:pt>
              <c:pt idx="160">
                <c:v>2.878988838997689</c:v>
              </c:pt>
              <c:pt idx="161">
                <c:v>2.878988838997689</c:v>
              </c:pt>
              <c:pt idx="162">
                <c:v>2.878988838997689</c:v>
              </c:pt>
              <c:pt idx="163">
                <c:v>2.878988838997689</c:v>
              </c:pt>
              <c:pt idx="164">
                <c:v>2.878988838997689</c:v>
              </c:pt>
              <c:pt idx="165">
                <c:v>2.878988838997689</c:v>
              </c:pt>
              <c:pt idx="166">
                <c:v>2.878988838997689</c:v>
              </c:pt>
              <c:pt idx="167">
                <c:v>2.878988838997689</c:v>
              </c:pt>
              <c:pt idx="168">
                <c:v>2.878988838997689</c:v>
              </c:pt>
              <c:pt idx="169">
                <c:v>2.878988838997689</c:v>
              </c:pt>
              <c:pt idx="170">
                <c:v>2.878988838997689</c:v>
              </c:pt>
              <c:pt idx="171">
                <c:v>2.878988838997689</c:v>
              </c:pt>
              <c:pt idx="172">
                <c:v>2.878988838997689</c:v>
              </c:pt>
              <c:pt idx="173">
                <c:v>2.878988838997689</c:v>
              </c:pt>
              <c:pt idx="174">
                <c:v>2.878988838997689</c:v>
              </c:pt>
              <c:pt idx="175">
                <c:v>2.878988838997689</c:v>
              </c:pt>
              <c:pt idx="176">
                <c:v>2.878988838997689</c:v>
              </c:pt>
              <c:pt idx="177">
                <c:v>2.878988838997689</c:v>
              </c:pt>
              <c:pt idx="178">
                <c:v>2.878988838997689</c:v>
              </c:pt>
              <c:pt idx="179">
                <c:v>2.878988838997689</c:v>
              </c:pt>
              <c:pt idx="180">
                <c:v>2.878988838997689</c:v>
              </c:pt>
              <c:pt idx="181">
                <c:v>2.878988838997689</c:v>
              </c:pt>
              <c:pt idx="182">
                <c:v>2.878988838997689</c:v>
              </c:pt>
              <c:pt idx="183">
                <c:v>2.878988838997689</c:v>
              </c:pt>
              <c:pt idx="184">
                <c:v>2.878988838997689</c:v>
              </c:pt>
              <c:pt idx="185">
                <c:v>2.878988838997689</c:v>
              </c:pt>
              <c:pt idx="186">
                <c:v>2.878988838997689</c:v>
              </c:pt>
              <c:pt idx="187">
                <c:v>2.878988838997689</c:v>
              </c:pt>
              <c:pt idx="188">
                <c:v>2.878988838997689</c:v>
              </c:pt>
              <c:pt idx="189">
                <c:v>2.878988838997689</c:v>
              </c:pt>
              <c:pt idx="190">
                <c:v>2.878988838997689</c:v>
              </c:pt>
              <c:pt idx="191">
                <c:v>2.878988838997689</c:v>
              </c:pt>
              <c:pt idx="192">
                <c:v>2.878988838997689</c:v>
              </c:pt>
              <c:pt idx="193">
                <c:v>2.878988838997689</c:v>
              </c:pt>
              <c:pt idx="194">
                <c:v>2.878988838997689</c:v>
              </c:pt>
              <c:pt idx="195">
                <c:v>2.878988838997689</c:v>
              </c:pt>
              <c:pt idx="196">
                <c:v>2.878988838997689</c:v>
              </c:pt>
              <c:pt idx="197">
                <c:v>2.878988838997689</c:v>
              </c:pt>
              <c:pt idx="198">
                <c:v>2.878988838997689</c:v>
              </c:pt>
              <c:pt idx="199">
                <c:v>2.878988838997689</c:v>
              </c:pt>
              <c:pt idx="200">
                <c:v>2.878988838997689</c:v>
              </c:pt>
              <c:pt idx="201">
                <c:v>2.878988838997689</c:v>
              </c:pt>
              <c:pt idx="202">
                <c:v>2.878988838997689</c:v>
              </c:pt>
              <c:pt idx="203">
                <c:v>2.878988838997689</c:v>
              </c:pt>
              <c:pt idx="204">
                <c:v>2.878988838997689</c:v>
              </c:pt>
              <c:pt idx="205">
                <c:v>2.878988838997689</c:v>
              </c:pt>
              <c:pt idx="206">
                <c:v>2.878988838997689</c:v>
              </c:pt>
              <c:pt idx="207">
                <c:v>2.878988838997689</c:v>
              </c:pt>
              <c:pt idx="208">
                <c:v>2.878988838997689</c:v>
              </c:pt>
              <c:pt idx="209">
                <c:v>2.878988838997689</c:v>
              </c:pt>
              <c:pt idx="210">
                <c:v>2.878988838997689</c:v>
              </c:pt>
              <c:pt idx="211">
                <c:v>2.878988838997689</c:v>
              </c:pt>
              <c:pt idx="212">
                <c:v>2.878988838997689</c:v>
              </c:pt>
              <c:pt idx="213">
                <c:v>2.878988838997689</c:v>
              </c:pt>
              <c:pt idx="214">
                <c:v>2.878988838997689</c:v>
              </c:pt>
              <c:pt idx="215">
                <c:v>2.878988838997689</c:v>
              </c:pt>
              <c:pt idx="216">
                <c:v>2.878988838997689</c:v>
              </c:pt>
              <c:pt idx="217">
                <c:v>2.878988838997689</c:v>
              </c:pt>
              <c:pt idx="218">
                <c:v>2.878988838997689</c:v>
              </c:pt>
              <c:pt idx="219">
                <c:v>2.878988838997689</c:v>
              </c:pt>
              <c:pt idx="220">
                <c:v>2.878988838997689</c:v>
              </c:pt>
              <c:pt idx="221">
                <c:v>2.878988838997689</c:v>
              </c:pt>
              <c:pt idx="222">
                <c:v>2.878988838997689</c:v>
              </c:pt>
              <c:pt idx="223">
                <c:v>2.878988838997689</c:v>
              </c:pt>
              <c:pt idx="224">
                <c:v>2.878988838997689</c:v>
              </c:pt>
              <c:pt idx="225">
                <c:v>2.878988838997689</c:v>
              </c:pt>
              <c:pt idx="226">
                <c:v>2.878988838997689</c:v>
              </c:pt>
              <c:pt idx="227">
                <c:v>2.878988838997689</c:v>
              </c:pt>
              <c:pt idx="228">
                <c:v>2.878988838997689</c:v>
              </c:pt>
              <c:pt idx="229">
                <c:v>2.878988838997689</c:v>
              </c:pt>
              <c:pt idx="230">
                <c:v>2.878988838997689</c:v>
              </c:pt>
              <c:pt idx="231">
                <c:v>2.878988838997689</c:v>
              </c:pt>
              <c:pt idx="232">
                <c:v>2.878988838997689</c:v>
              </c:pt>
              <c:pt idx="233">
                <c:v>2.878988838997689</c:v>
              </c:pt>
              <c:pt idx="234">
                <c:v>2.878988838997689</c:v>
              </c:pt>
              <c:pt idx="235">
                <c:v>2.878988838997689</c:v>
              </c:pt>
              <c:pt idx="236">
                <c:v>2.878988838997689</c:v>
              </c:pt>
              <c:pt idx="237">
                <c:v>2.878988838997689</c:v>
              </c:pt>
              <c:pt idx="238">
                <c:v>2.878988838997689</c:v>
              </c:pt>
              <c:pt idx="239">
                <c:v>2.878988838997689</c:v>
              </c:pt>
              <c:pt idx="240">
                <c:v>2.878988838997689</c:v>
              </c:pt>
              <c:pt idx="241">
                <c:v>2.878988838997689</c:v>
              </c:pt>
              <c:pt idx="242">
                <c:v>2.878988838997689</c:v>
              </c:pt>
              <c:pt idx="243">
                <c:v>2.878988838997689</c:v>
              </c:pt>
              <c:pt idx="244">
                <c:v>2.878988838997689</c:v>
              </c:pt>
              <c:pt idx="245">
                <c:v>2.878988838997689</c:v>
              </c:pt>
            </c:numLit>
          </c:yVal>
          <c:smooth val="0"/>
        </c:ser>
        <c:ser>
          <c:idx val="3"/>
          <c:order val="3"/>
          <c:tx>
            <c:v>Same-order filling improvement</c:v>
          </c:tx>
          <c:spPr>
            <a:noFill xmlns:a="http://schemas.openxmlformats.org/drawingml/2006/main"/>
            <a:ln xmlns:a="http://schemas.openxmlformats.org/drawingml/2006/main" w="7620">
              <a:solidFill>
                <a:srgbClr val="009E73"/>
              </a:solidFill>
              <a:prstDash val="solid"/>
            </a:ln>
          </c:spPr>
          <c:marker>
            <c:symbol val="none"/>
            <c:size val="7"/>
            <c:spPr>
              <a:solidFill xmlns:a="http://schemas.openxmlformats.org/drawingml/2006/main">
                <a:srgbClr val="009E73"/>
              </a:solidFill>
            </c:spPr>
          </c:marker>
          <c:xVal>
            <c:numLit>
              <c:formatCode>General</c:formatCode>
              <c:ptCount val="246"/>
              <c:pt idx="0">
                <c:v>2.160873401232133</c:v>
              </c:pt>
              <c:pt idx="1">
                <c:v>4.321746802464266</c:v>
              </c:pt>
              <c:pt idx="2">
                <c:v>4.321746802464266</c:v>
              </c:pt>
              <c:pt idx="3">
                <c:v>4.321746802464266</c:v>
              </c:pt>
              <c:pt idx="4">
                <c:v>4.321746802464266</c:v>
              </c:pt>
              <c:pt idx="5">
                <c:v>4.321746802464266</c:v>
              </c:pt>
              <c:pt idx="6">
                <c:v>4.321746802464266</c:v>
              </c:pt>
              <c:pt idx="7">
                <c:v>4.321746802464266</c:v>
              </c:pt>
              <c:pt idx="8">
                <c:v>4.321746802464266</c:v>
              </c:pt>
              <c:pt idx="9">
                <c:v>4.321746802464266</c:v>
              </c:pt>
              <c:pt idx="10">
                <c:v>4.321746802464266</c:v>
              </c:pt>
              <c:pt idx="11">
                <c:v>4.321746802464266</c:v>
              </c:pt>
              <c:pt idx="12">
                <c:v>4.321746802464266</c:v>
              </c:pt>
              <c:pt idx="13">
                <c:v>4.321746802464266</c:v>
              </c:pt>
              <c:pt idx="14">
                <c:v>4.321746802464266</c:v>
              </c:pt>
              <c:pt idx="15">
                <c:v>4.321746802464266</c:v>
              </c:pt>
              <c:pt idx="16">
                <c:v>4.321746802464266</c:v>
              </c:pt>
              <c:pt idx="17">
                <c:v>4.321746802464266</c:v>
              </c:pt>
              <c:pt idx="18">
                <c:v>4.321746802464266</c:v>
              </c:pt>
              <c:pt idx="19">
                <c:v>4.321746802464266</c:v>
              </c:pt>
              <c:pt idx="20">
                <c:v>4.321746802464266</c:v>
              </c:pt>
              <c:pt idx="21">
                <c:v>4.321746802464266</c:v>
              </c:pt>
              <c:pt idx="22">
                <c:v>4.321746802464266</c:v>
              </c:pt>
              <c:pt idx="23">
                <c:v>4.321746802464266</c:v>
              </c:pt>
              <c:pt idx="24">
                <c:v>4.321746802464266</c:v>
              </c:pt>
              <c:pt idx="25">
                <c:v>4.321746802464266</c:v>
              </c:pt>
              <c:pt idx="26">
                <c:v>4.321746802464266</c:v>
              </c:pt>
              <c:pt idx="27">
                <c:v>4.321746802464266</c:v>
              </c:pt>
              <c:pt idx="28">
                <c:v>4.321746802464266</c:v>
              </c:pt>
              <c:pt idx="29">
                <c:v>4.321746802464266</c:v>
              </c:pt>
              <c:pt idx="30">
                <c:v>4.321746802464266</c:v>
              </c:pt>
              <c:pt idx="31">
                <c:v>4.321746802464266</c:v>
              </c:pt>
              <c:pt idx="32">
                <c:v>4.321746802464266</c:v>
              </c:pt>
              <c:pt idx="33">
                <c:v>4.321746802464266</c:v>
              </c:pt>
              <c:pt idx="34">
                <c:v>4.321746802464266</c:v>
              </c:pt>
              <c:pt idx="35">
                <c:v>4.321746802464266</c:v>
              </c:pt>
              <c:pt idx="36">
                <c:v>4.321746802464266</c:v>
              </c:pt>
              <c:pt idx="37">
                <c:v>4.321746802464266</c:v>
              </c:pt>
              <c:pt idx="38">
                <c:v>4.321746802464266</c:v>
              </c:pt>
              <c:pt idx="39">
                <c:v>4.321746802464266</c:v>
              </c:pt>
              <c:pt idx="40">
                <c:v>4.321746802464266</c:v>
              </c:pt>
              <c:pt idx="41">
                <c:v>4.321746802464266</c:v>
              </c:pt>
              <c:pt idx="42">
                <c:v>4.321746802464266</c:v>
              </c:pt>
              <c:pt idx="43">
                <c:v>4.321746802464266</c:v>
              </c:pt>
              <c:pt idx="44">
                <c:v>4.321746802464266</c:v>
              </c:pt>
              <c:pt idx="45">
                <c:v>4.321746802464266</c:v>
              </c:pt>
              <c:pt idx="46">
                <c:v>4.321746802464266</c:v>
              </c:pt>
              <c:pt idx="47">
                <c:v>4.321746802464266</c:v>
              </c:pt>
              <c:pt idx="48">
                <c:v>4.321746802464266</c:v>
              </c:pt>
              <c:pt idx="49">
                <c:v>4.321746802464266</c:v>
              </c:pt>
              <c:pt idx="50">
                <c:v>4.321746802464266</c:v>
              </c:pt>
              <c:pt idx="51">
                <c:v>4.321746802464266</c:v>
              </c:pt>
              <c:pt idx="52">
                <c:v>4.321746802464266</c:v>
              </c:pt>
              <c:pt idx="53">
                <c:v>4.321746802464266</c:v>
              </c:pt>
              <c:pt idx="54">
                <c:v>4.321746802464266</c:v>
              </c:pt>
              <c:pt idx="55">
                <c:v>4.321746802464266</c:v>
              </c:pt>
              <c:pt idx="56">
                <c:v>4.321746802464266</c:v>
              </c:pt>
              <c:pt idx="57">
                <c:v>4.321746802464266</c:v>
              </c:pt>
              <c:pt idx="58">
                <c:v>4.321746802464266</c:v>
              </c:pt>
              <c:pt idx="59">
                <c:v>4.321746802464266</c:v>
              </c:pt>
              <c:pt idx="60">
                <c:v>4.321746802464266</c:v>
              </c:pt>
              <c:pt idx="61">
                <c:v>4.321746802464266</c:v>
              </c:pt>
              <c:pt idx="62">
                <c:v>4.321746802464266</c:v>
              </c:pt>
              <c:pt idx="63">
                <c:v>4.321746802464266</c:v>
              </c:pt>
              <c:pt idx="64">
                <c:v>4.321746802464266</c:v>
              </c:pt>
              <c:pt idx="65">
                <c:v>4.321746802464266</c:v>
              </c:pt>
              <c:pt idx="66">
                <c:v>4.321746802464266</c:v>
              </c:pt>
              <c:pt idx="67">
                <c:v>4.321746802464266</c:v>
              </c:pt>
              <c:pt idx="68">
                <c:v>4.321746802464266</c:v>
              </c:pt>
              <c:pt idx="69">
                <c:v>4.321746802464266</c:v>
              </c:pt>
              <c:pt idx="70">
                <c:v>4.321746802464266</c:v>
              </c:pt>
              <c:pt idx="71">
                <c:v>4.321746802464266</c:v>
              </c:pt>
              <c:pt idx="72">
                <c:v>4.321746802464266</c:v>
              </c:pt>
              <c:pt idx="73">
                <c:v>4.321746802464266</c:v>
              </c:pt>
              <c:pt idx="74">
                <c:v>4.321746802464266</c:v>
              </c:pt>
              <c:pt idx="75">
                <c:v>4.321746802464266</c:v>
              </c:pt>
              <c:pt idx="76">
                <c:v>4.321746802464266</c:v>
              </c:pt>
              <c:pt idx="77">
                <c:v>4.321746802464266</c:v>
              </c:pt>
              <c:pt idx="78">
                <c:v>4.321746802464266</c:v>
              </c:pt>
              <c:pt idx="79">
                <c:v>4.321746802464266</c:v>
              </c:pt>
              <c:pt idx="80">
                <c:v>4.321746802464266</c:v>
              </c:pt>
              <c:pt idx="81">
                <c:v>4.321746802464266</c:v>
              </c:pt>
              <c:pt idx="82">
                <c:v>4.321746802464266</c:v>
              </c:pt>
              <c:pt idx="83">
                <c:v>4.321746802464266</c:v>
              </c:pt>
              <c:pt idx="84">
                <c:v>4.321746802464266</c:v>
              </c:pt>
              <c:pt idx="85">
                <c:v>4.321746802464266</c:v>
              </c:pt>
              <c:pt idx="86">
                <c:v>4.321746802464266</c:v>
              </c:pt>
              <c:pt idx="87">
                <c:v>4.321746802464266</c:v>
              </c:pt>
              <c:pt idx="88">
                <c:v>4.321746802464266</c:v>
              </c:pt>
              <c:pt idx="89">
                <c:v>4.321746802464266</c:v>
              </c:pt>
              <c:pt idx="90">
                <c:v>4.321746802464266</c:v>
              </c:pt>
              <c:pt idx="91">
                <c:v>4.321746802464266</c:v>
              </c:pt>
              <c:pt idx="92">
                <c:v>4.321746802464266</c:v>
              </c:pt>
              <c:pt idx="93">
                <c:v>4.321746802464266</c:v>
              </c:pt>
              <c:pt idx="94">
                <c:v>4.321746802464266</c:v>
              </c:pt>
              <c:pt idx="95">
                <c:v>4.321746802464266</c:v>
              </c:pt>
              <c:pt idx="96">
                <c:v>4.321746802464266</c:v>
              </c:pt>
              <c:pt idx="97">
                <c:v>4.321746802464266</c:v>
              </c:pt>
              <c:pt idx="98">
                <c:v>4.321746802464266</c:v>
              </c:pt>
              <c:pt idx="99">
                <c:v>4.321746802464266</c:v>
              </c:pt>
              <c:pt idx="100">
                <c:v>4.321746802464266</c:v>
              </c:pt>
              <c:pt idx="101">
                <c:v>4.321746802464266</c:v>
              </c:pt>
              <c:pt idx="102">
                <c:v>4.321746802464266</c:v>
              </c:pt>
              <c:pt idx="103">
                <c:v>4.321746802464266</c:v>
              </c:pt>
              <c:pt idx="104">
                <c:v>4.321746802464266</c:v>
              </c:pt>
              <c:pt idx="105">
                <c:v>4.321746802464266</c:v>
              </c:pt>
              <c:pt idx="106">
                <c:v>4.321746802464266</c:v>
              </c:pt>
              <c:pt idx="107">
                <c:v>4.321746802464266</c:v>
              </c:pt>
              <c:pt idx="108">
                <c:v>4.321746802464266</c:v>
              </c:pt>
              <c:pt idx="109">
                <c:v>4.321746802464266</c:v>
              </c:pt>
              <c:pt idx="110">
                <c:v>4.321746802464266</c:v>
              </c:pt>
              <c:pt idx="111">
                <c:v>4.321746802464266</c:v>
              </c:pt>
              <c:pt idx="112">
                <c:v>4.321746802464266</c:v>
              </c:pt>
              <c:pt idx="113">
                <c:v>4.321746802464266</c:v>
              </c:pt>
              <c:pt idx="114">
                <c:v>4.321746802464266</c:v>
              </c:pt>
              <c:pt idx="115">
                <c:v>4.321746802464266</c:v>
              </c:pt>
              <c:pt idx="116">
                <c:v>4.321746802464266</c:v>
              </c:pt>
              <c:pt idx="117">
                <c:v>4.321746802464266</c:v>
              </c:pt>
              <c:pt idx="118">
                <c:v>4.321746802464266</c:v>
              </c:pt>
              <c:pt idx="119">
                <c:v>4.321746802464266</c:v>
              </c:pt>
              <c:pt idx="120">
                <c:v>4.321746802464266</c:v>
              </c:pt>
              <c:pt idx="121">
                <c:v>4.321746802464266</c:v>
              </c:pt>
              <c:pt idx="122">
                <c:v>4.321746802464266</c:v>
              </c:pt>
              <c:pt idx="123">
                <c:v>4.321746802464266</c:v>
              </c:pt>
              <c:pt idx="124">
                <c:v>4.321746802464266</c:v>
              </c:pt>
              <c:pt idx="125">
                <c:v>4.321746802464266</c:v>
              </c:pt>
              <c:pt idx="126">
                <c:v>4.321746802464266</c:v>
              </c:pt>
              <c:pt idx="127">
                <c:v>4.321746802464266</c:v>
              </c:pt>
              <c:pt idx="128">
                <c:v>4.321746802464266</c:v>
              </c:pt>
              <c:pt idx="129">
                <c:v>4.321746802464266</c:v>
              </c:pt>
              <c:pt idx="130">
                <c:v>4.321746802464266</c:v>
              </c:pt>
              <c:pt idx="131">
                <c:v>4.321746802464266</c:v>
              </c:pt>
              <c:pt idx="132">
                <c:v>4.321746802464266</c:v>
              </c:pt>
              <c:pt idx="133">
                <c:v>4.321746802464266</c:v>
              </c:pt>
              <c:pt idx="134">
                <c:v>4.321746802464266</c:v>
              </c:pt>
              <c:pt idx="135">
                <c:v>4.321746802464266</c:v>
              </c:pt>
              <c:pt idx="136">
                <c:v>4.321746802464266</c:v>
              </c:pt>
              <c:pt idx="137">
                <c:v>4.321746802464266</c:v>
              </c:pt>
              <c:pt idx="138">
                <c:v>4.321746802464266</c:v>
              </c:pt>
              <c:pt idx="139">
                <c:v>4.321746802464266</c:v>
              </c:pt>
              <c:pt idx="140">
                <c:v>4.321746802464266</c:v>
              </c:pt>
              <c:pt idx="141">
                <c:v>4.321746802464266</c:v>
              </c:pt>
              <c:pt idx="142">
                <c:v>4.321746802464266</c:v>
              </c:pt>
              <c:pt idx="143">
                <c:v>4.321746802464266</c:v>
              </c:pt>
              <c:pt idx="144">
                <c:v>4.321746802464266</c:v>
              </c:pt>
              <c:pt idx="145">
                <c:v>4.321746802464266</c:v>
              </c:pt>
              <c:pt idx="146">
                <c:v>4.321746802464266</c:v>
              </c:pt>
              <c:pt idx="147">
                <c:v>4.321746802464266</c:v>
              </c:pt>
              <c:pt idx="148">
                <c:v>4.321746802464266</c:v>
              </c:pt>
              <c:pt idx="149">
                <c:v>4.321746802464266</c:v>
              </c:pt>
              <c:pt idx="150">
                <c:v>4.321746802464266</c:v>
              </c:pt>
              <c:pt idx="151">
                <c:v>4.321746802464266</c:v>
              </c:pt>
              <c:pt idx="152">
                <c:v>4.321746802464266</c:v>
              </c:pt>
              <c:pt idx="153">
                <c:v>4.321746802464266</c:v>
              </c:pt>
              <c:pt idx="154">
                <c:v>4.321746802464266</c:v>
              </c:pt>
              <c:pt idx="155">
                <c:v>4.321746802464266</c:v>
              </c:pt>
              <c:pt idx="156">
                <c:v>4.321746802464266</c:v>
              </c:pt>
              <c:pt idx="157">
                <c:v>4.321746802464266</c:v>
              </c:pt>
              <c:pt idx="158">
                <c:v>4.321746802464266</c:v>
              </c:pt>
              <c:pt idx="159">
                <c:v>4.321746802464266</c:v>
              </c:pt>
              <c:pt idx="160">
                <c:v>4.321746802464266</c:v>
              </c:pt>
              <c:pt idx="161">
                <c:v>4.321746802464266</c:v>
              </c:pt>
              <c:pt idx="162">
                <c:v>4.321746802464266</c:v>
              </c:pt>
              <c:pt idx="163">
                <c:v>4.321746802464266</c:v>
              </c:pt>
              <c:pt idx="164">
                <c:v>4.321746802464266</c:v>
              </c:pt>
              <c:pt idx="165">
                <c:v>4.321746802464266</c:v>
              </c:pt>
              <c:pt idx="166">
                <c:v>4.321746802464266</c:v>
              </c:pt>
              <c:pt idx="167">
                <c:v>4.321746802464266</c:v>
              </c:pt>
              <c:pt idx="168">
                <c:v>4.321746802464266</c:v>
              </c:pt>
              <c:pt idx="169">
                <c:v>4.321746802464266</c:v>
              </c:pt>
              <c:pt idx="170">
                <c:v>4.321746802464266</c:v>
              </c:pt>
              <c:pt idx="171">
                <c:v>4.321746802464266</c:v>
              </c:pt>
              <c:pt idx="172">
                <c:v>4.321746802464266</c:v>
              </c:pt>
              <c:pt idx="173">
                <c:v>4.321746802464266</c:v>
              </c:pt>
              <c:pt idx="174">
                <c:v>4.321746802464266</c:v>
              </c:pt>
              <c:pt idx="175">
                <c:v>4.321746802464266</c:v>
              </c:pt>
              <c:pt idx="176">
                <c:v>4.321746802464266</c:v>
              </c:pt>
              <c:pt idx="177">
                <c:v>4.321746802464266</c:v>
              </c:pt>
              <c:pt idx="178">
                <c:v>4.321746802464266</c:v>
              </c:pt>
              <c:pt idx="179">
                <c:v>4.321746802464266</c:v>
              </c:pt>
              <c:pt idx="180">
                <c:v>4.321746802464266</c:v>
              </c:pt>
              <c:pt idx="181">
                <c:v>4.321746802464266</c:v>
              </c:pt>
              <c:pt idx="182">
                <c:v>4.321746802464266</c:v>
              </c:pt>
              <c:pt idx="183">
                <c:v>4.321746802464266</c:v>
              </c:pt>
              <c:pt idx="184">
                <c:v>4.321746802464266</c:v>
              </c:pt>
              <c:pt idx="185">
                <c:v>4.321746802464266</c:v>
              </c:pt>
              <c:pt idx="186">
                <c:v>4.321746802464266</c:v>
              </c:pt>
              <c:pt idx="187">
                <c:v>4.321746802464266</c:v>
              </c:pt>
              <c:pt idx="188">
                <c:v>4.321746802464266</c:v>
              </c:pt>
              <c:pt idx="189">
                <c:v>4.321746802464266</c:v>
              </c:pt>
              <c:pt idx="190">
                <c:v>4.321746802464266</c:v>
              </c:pt>
              <c:pt idx="191">
                <c:v>4.321746802464266</c:v>
              </c:pt>
              <c:pt idx="192">
                <c:v>4.321746802464266</c:v>
              </c:pt>
              <c:pt idx="193">
                <c:v>4.321746802464266</c:v>
              </c:pt>
              <c:pt idx="194">
                <c:v>4.321746802464266</c:v>
              </c:pt>
              <c:pt idx="195">
                <c:v>4.321746802464266</c:v>
              </c:pt>
              <c:pt idx="196">
                <c:v>4.321746802464266</c:v>
              </c:pt>
              <c:pt idx="197">
                <c:v>4.321746802464266</c:v>
              </c:pt>
              <c:pt idx="198">
                <c:v>4.321746802464266</c:v>
              </c:pt>
              <c:pt idx="199">
                <c:v>4.321746802464266</c:v>
              </c:pt>
              <c:pt idx="200">
                <c:v>4.321746802464266</c:v>
              </c:pt>
              <c:pt idx="201">
                <c:v>4.321746802464266</c:v>
              </c:pt>
              <c:pt idx="202">
                <c:v>4.321746802464266</c:v>
              </c:pt>
              <c:pt idx="203">
                <c:v>4.321746802464266</c:v>
              </c:pt>
              <c:pt idx="204">
                <c:v>4.321746802464266</c:v>
              </c:pt>
              <c:pt idx="205">
                <c:v>4.321746802464266</c:v>
              </c:pt>
              <c:pt idx="206">
                <c:v>4.321746802464266</c:v>
              </c:pt>
              <c:pt idx="207">
                <c:v>4.321746802464266</c:v>
              </c:pt>
              <c:pt idx="208">
                <c:v>4.321746802464266</c:v>
              </c:pt>
              <c:pt idx="209">
                <c:v>4.321746802464266</c:v>
              </c:pt>
              <c:pt idx="210">
                <c:v>4.321746802464266</c:v>
              </c:pt>
              <c:pt idx="211">
                <c:v>4.321746802464266</c:v>
              </c:pt>
              <c:pt idx="212">
                <c:v>4.321746802464266</c:v>
              </c:pt>
              <c:pt idx="213">
                <c:v>4.321746802464266</c:v>
              </c:pt>
              <c:pt idx="214">
                <c:v>4.321746802464266</c:v>
              </c:pt>
              <c:pt idx="215">
                <c:v>4.321746802464266</c:v>
              </c:pt>
              <c:pt idx="216">
                <c:v>4.321746802464266</c:v>
              </c:pt>
              <c:pt idx="217">
                <c:v>4.321746802464266</c:v>
              </c:pt>
              <c:pt idx="218">
                <c:v>4.321746802464266</c:v>
              </c:pt>
              <c:pt idx="219">
                <c:v>4.321746802464266</c:v>
              </c:pt>
              <c:pt idx="220">
                <c:v>4.321746802464266</c:v>
              </c:pt>
              <c:pt idx="221">
                <c:v>4.321746802464266</c:v>
              </c:pt>
              <c:pt idx="222">
                <c:v>4.321746802464266</c:v>
              </c:pt>
              <c:pt idx="223">
                <c:v>4.321746802464266</c:v>
              </c:pt>
              <c:pt idx="224">
                <c:v>4.321746802464266</c:v>
              </c:pt>
              <c:pt idx="225">
                <c:v>4.321746802464266</c:v>
              </c:pt>
              <c:pt idx="226">
                <c:v>4.321746802464266</c:v>
              </c:pt>
              <c:pt idx="227">
                <c:v>4.321746802464266</c:v>
              </c:pt>
              <c:pt idx="228">
                <c:v>4.321746802464266</c:v>
              </c:pt>
              <c:pt idx="229">
                <c:v>4.321746802464266</c:v>
              </c:pt>
              <c:pt idx="230">
                <c:v>4.321746802464266</c:v>
              </c:pt>
              <c:pt idx="231">
                <c:v>4.321746802464266</c:v>
              </c:pt>
              <c:pt idx="232">
                <c:v>4.321746802464266</c:v>
              </c:pt>
              <c:pt idx="233">
                <c:v>4.321746802464266</c:v>
              </c:pt>
              <c:pt idx="234">
                <c:v>4.321746802464266</c:v>
              </c:pt>
              <c:pt idx="235">
                <c:v>4.321746802464266</c:v>
              </c:pt>
              <c:pt idx="236">
                <c:v>4.321746802464266</c:v>
              </c:pt>
              <c:pt idx="237">
                <c:v>4.321746802464266</c:v>
              </c:pt>
              <c:pt idx="238">
                <c:v>4.321746802464266</c:v>
              </c:pt>
              <c:pt idx="239">
                <c:v>4.321746802464266</c:v>
              </c:pt>
              <c:pt idx="240">
                <c:v>4.321746802464266</c:v>
              </c:pt>
              <c:pt idx="241">
                <c:v>4.321746802464266</c:v>
              </c:pt>
              <c:pt idx="242">
                <c:v>4.321746802464266</c:v>
              </c:pt>
              <c:pt idx="243">
                <c:v>4.321746802464266</c:v>
              </c:pt>
              <c:pt idx="244">
                <c:v>4.321746802464266</c:v>
              </c:pt>
              <c:pt idx="245">
                <c:v>4.321746802464266</c:v>
              </c:pt>
            </c:numLit>
          </c:xVal>
          <c:yVal>
            <c:numLit>
              <c:formatCode>0.0</c:formatCode>
              <c:ptCount val="246"/>
              <c:pt idx="0">
                <c:v>2.0904444845289665</c:v>
              </c:pt>
              <c:pt idx="1">
                <c:v>2.0904444845289665</c:v>
              </c:pt>
              <c:pt idx="2">
                <c:v>2.0904444845289665</c:v>
              </c:pt>
              <c:pt idx="3">
                <c:v>2.0904444845289665</c:v>
              </c:pt>
              <c:pt idx="4">
                <c:v>2.0904444845289665</c:v>
              </c:pt>
              <c:pt idx="5">
                <c:v>2.0904444845289665</c:v>
              </c:pt>
              <c:pt idx="6">
                <c:v>2.0904444845289665</c:v>
              </c:pt>
              <c:pt idx="7">
                <c:v>2.0904444845289665</c:v>
              </c:pt>
              <c:pt idx="8">
                <c:v>2.0904444845289665</c:v>
              </c:pt>
              <c:pt idx="9">
                <c:v>2.0904444845289665</c:v>
              </c:pt>
              <c:pt idx="10">
                <c:v>2.0904444845289665</c:v>
              </c:pt>
              <c:pt idx="11">
                <c:v>2.0904444845289665</c:v>
              </c:pt>
              <c:pt idx="12">
                <c:v>2.0904444845289665</c:v>
              </c:pt>
              <c:pt idx="13">
                <c:v>2.0904444845289665</c:v>
              </c:pt>
              <c:pt idx="14">
                <c:v>2.0904444845289665</c:v>
              </c:pt>
              <c:pt idx="15">
                <c:v>2.0904444845289665</c:v>
              </c:pt>
              <c:pt idx="16">
                <c:v>2.0904444845289665</c:v>
              </c:pt>
              <c:pt idx="17">
                <c:v>2.0904444845289665</c:v>
              </c:pt>
              <c:pt idx="18">
                <c:v>2.0904444845289665</c:v>
              </c:pt>
              <c:pt idx="19">
                <c:v>2.0904444845289665</c:v>
              </c:pt>
              <c:pt idx="20">
                <c:v>2.0904444845289665</c:v>
              </c:pt>
              <c:pt idx="21">
                <c:v>2.0904444845289665</c:v>
              </c:pt>
              <c:pt idx="22">
                <c:v>2.0904444845289665</c:v>
              </c:pt>
              <c:pt idx="23">
                <c:v>2.0904444845289665</c:v>
              </c:pt>
              <c:pt idx="24">
                <c:v>2.0904444845289665</c:v>
              </c:pt>
              <c:pt idx="25">
                <c:v>2.0904444845289665</c:v>
              </c:pt>
              <c:pt idx="26">
                <c:v>2.0904444845289665</c:v>
              </c:pt>
              <c:pt idx="27">
                <c:v>2.0904444845289665</c:v>
              </c:pt>
              <c:pt idx="28">
                <c:v>2.0904444845289665</c:v>
              </c:pt>
              <c:pt idx="29">
                <c:v>2.0904444845289665</c:v>
              </c:pt>
              <c:pt idx="30">
                <c:v>2.0904444845289665</c:v>
              </c:pt>
              <c:pt idx="31">
                <c:v>2.0904444845289665</c:v>
              </c:pt>
              <c:pt idx="32">
                <c:v>2.0904444845289665</c:v>
              </c:pt>
              <c:pt idx="33">
                <c:v>2.0904444845289665</c:v>
              </c:pt>
              <c:pt idx="34">
                <c:v>2.0904444845289665</c:v>
              </c:pt>
              <c:pt idx="35">
                <c:v>2.0904444845289665</c:v>
              </c:pt>
              <c:pt idx="36">
                <c:v>2.0904444845289665</c:v>
              </c:pt>
              <c:pt idx="37">
                <c:v>2.0904444845289665</c:v>
              </c:pt>
              <c:pt idx="38">
                <c:v>2.0904444845289665</c:v>
              </c:pt>
              <c:pt idx="39">
                <c:v>2.0904444845289665</c:v>
              </c:pt>
              <c:pt idx="40">
                <c:v>2.0904444845289665</c:v>
              </c:pt>
              <c:pt idx="41">
                <c:v>2.0904444845289665</c:v>
              </c:pt>
              <c:pt idx="42">
                <c:v>2.0904444845289665</c:v>
              </c:pt>
              <c:pt idx="43">
                <c:v>2.0904444845289665</c:v>
              </c:pt>
              <c:pt idx="44">
                <c:v>2.0904444845289665</c:v>
              </c:pt>
              <c:pt idx="45">
                <c:v>2.0904444845289665</c:v>
              </c:pt>
              <c:pt idx="46">
                <c:v>2.0904444845289665</c:v>
              </c:pt>
              <c:pt idx="47">
                <c:v>2.0904444845289665</c:v>
              </c:pt>
              <c:pt idx="48">
                <c:v>2.0904444845289665</c:v>
              </c:pt>
              <c:pt idx="49">
                <c:v>2.0904444845289665</c:v>
              </c:pt>
              <c:pt idx="50">
                <c:v>2.0904444845289665</c:v>
              </c:pt>
              <c:pt idx="51">
                <c:v>2.0904444845289665</c:v>
              </c:pt>
              <c:pt idx="52">
                <c:v>2.0904444845289665</c:v>
              </c:pt>
              <c:pt idx="53">
                <c:v>2.0904444845289665</c:v>
              </c:pt>
              <c:pt idx="54">
                <c:v>2.0904444845289665</c:v>
              </c:pt>
              <c:pt idx="55">
                <c:v>2.0904444845289665</c:v>
              </c:pt>
              <c:pt idx="56">
                <c:v>2.0904444845289665</c:v>
              </c:pt>
              <c:pt idx="57">
                <c:v>2.0904444845289665</c:v>
              </c:pt>
              <c:pt idx="58">
                <c:v>2.0904444845289665</c:v>
              </c:pt>
              <c:pt idx="59">
                <c:v>2.0904444845289665</c:v>
              </c:pt>
              <c:pt idx="60">
                <c:v>2.0904444845289665</c:v>
              </c:pt>
              <c:pt idx="61">
                <c:v>2.0904444845289665</c:v>
              </c:pt>
              <c:pt idx="62">
                <c:v>2.0904444845289665</c:v>
              </c:pt>
              <c:pt idx="63">
                <c:v>2.0904444845289665</c:v>
              </c:pt>
              <c:pt idx="64">
                <c:v>2.0904444845289665</c:v>
              </c:pt>
              <c:pt idx="65">
                <c:v>2.0904444845289665</c:v>
              </c:pt>
              <c:pt idx="66">
                <c:v>2.0904444845289665</c:v>
              </c:pt>
              <c:pt idx="67">
                <c:v>2.0904444845289665</c:v>
              </c:pt>
              <c:pt idx="68">
                <c:v>2.0904444845289665</c:v>
              </c:pt>
              <c:pt idx="69">
                <c:v>2.0904444845289665</c:v>
              </c:pt>
              <c:pt idx="70">
                <c:v>2.0904444845289665</c:v>
              </c:pt>
              <c:pt idx="71">
                <c:v>2.0904444845289665</c:v>
              </c:pt>
              <c:pt idx="72">
                <c:v>2.0904444845289665</c:v>
              </c:pt>
              <c:pt idx="73">
                <c:v>2.0904444845289665</c:v>
              </c:pt>
              <c:pt idx="74">
                <c:v>2.0904444845289665</c:v>
              </c:pt>
              <c:pt idx="75">
                <c:v>2.0904444845289665</c:v>
              </c:pt>
              <c:pt idx="76">
                <c:v>2.0904444845289665</c:v>
              </c:pt>
              <c:pt idx="77">
                <c:v>2.0904444845289665</c:v>
              </c:pt>
              <c:pt idx="78">
                <c:v>2.0904444845289665</c:v>
              </c:pt>
              <c:pt idx="79">
                <c:v>2.0904444845289665</c:v>
              </c:pt>
              <c:pt idx="80">
                <c:v>2.0904444845289665</c:v>
              </c:pt>
              <c:pt idx="81">
                <c:v>2.0904444845289665</c:v>
              </c:pt>
              <c:pt idx="82">
                <c:v>2.0904444845289665</c:v>
              </c:pt>
              <c:pt idx="83">
                <c:v>2.0904444845289665</c:v>
              </c:pt>
              <c:pt idx="84">
                <c:v>2.0904444845289665</c:v>
              </c:pt>
              <c:pt idx="85">
                <c:v>2.0904444845289665</c:v>
              </c:pt>
              <c:pt idx="86">
                <c:v>2.0904444845289665</c:v>
              </c:pt>
              <c:pt idx="87">
                <c:v>2.0904444845289665</c:v>
              </c:pt>
              <c:pt idx="88">
                <c:v>2.0904444845289665</c:v>
              </c:pt>
              <c:pt idx="89">
                <c:v>2.0904444845289665</c:v>
              </c:pt>
              <c:pt idx="90">
                <c:v>2.0904444845289665</c:v>
              </c:pt>
              <c:pt idx="91">
                <c:v>2.0904444845289665</c:v>
              </c:pt>
              <c:pt idx="92">
                <c:v>2.0904444845289665</c:v>
              </c:pt>
              <c:pt idx="93">
                <c:v>2.0904444845289665</c:v>
              </c:pt>
              <c:pt idx="94">
                <c:v>2.0904444845289665</c:v>
              </c:pt>
              <c:pt idx="95">
                <c:v>2.0904444845289665</c:v>
              </c:pt>
              <c:pt idx="96">
                <c:v>2.0904444845289665</c:v>
              </c:pt>
              <c:pt idx="97">
                <c:v>2.0904444845289665</c:v>
              </c:pt>
              <c:pt idx="98">
                <c:v>2.0904444845289665</c:v>
              </c:pt>
              <c:pt idx="99">
                <c:v>2.0904444845289665</c:v>
              </c:pt>
              <c:pt idx="100">
                <c:v>2.0904444845289665</c:v>
              </c:pt>
              <c:pt idx="101">
                <c:v>2.0904444845289665</c:v>
              </c:pt>
              <c:pt idx="102">
                <c:v>2.0904444845289665</c:v>
              </c:pt>
              <c:pt idx="103">
                <c:v>2.0904444845289665</c:v>
              </c:pt>
              <c:pt idx="104">
                <c:v>2.0904444845289665</c:v>
              </c:pt>
              <c:pt idx="105">
                <c:v>2.0904444845289665</c:v>
              </c:pt>
              <c:pt idx="106">
                <c:v>2.0904444845289665</c:v>
              </c:pt>
              <c:pt idx="107">
                <c:v>2.0904444845289665</c:v>
              </c:pt>
              <c:pt idx="108">
                <c:v>2.0904444845289665</c:v>
              </c:pt>
              <c:pt idx="109">
                <c:v>2.0904444845289665</c:v>
              </c:pt>
              <c:pt idx="110">
                <c:v>2.0904444845289665</c:v>
              </c:pt>
              <c:pt idx="111">
                <c:v>2.0904444845289665</c:v>
              </c:pt>
              <c:pt idx="112">
                <c:v>2.0904444845289665</c:v>
              </c:pt>
              <c:pt idx="113">
                <c:v>2.0904444845289665</c:v>
              </c:pt>
              <c:pt idx="114">
                <c:v>2.0904444845289665</c:v>
              </c:pt>
              <c:pt idx="115">
                <c:v>2.0904444845289665</c:v>
              </c:pt>
              <c:pt idx="116">
                <c:v>2.0904444845289665</c:v>
              </c:pt>
              <c:pt idx="117">
                <c:v>2.0904444845289665</c:v>
              </c:pt>
              <c:pt idx="118">
                <c:v>2.0904444845289665</c:v>
              </c:pt>
              <c:pt idx="119">
                <c:v>2.0904444845289665</c:v>
              </c:pt>
              <c:pt idx="120">
                <c:v>2.0904444845289665</c:v>
              </c:pt>
              <c:pt idx="121">
                <c:v>2.0904444845289665</c:v>
              </c:pt>
              <c:pt idx="122">
                <c:v>2.0904444845289665</c:v>
              </c:pt>
              <c:pt idx="123">
                <c:v>2.0904444845289665</c:v>
              </c:pt>
              <c:pt idx="124">
                <c:v>2.0904444845289665</c:v>
              </c:pt>
              <c:pt idx="125">
                <c:v>2.0904444845289665</c:v>
              </c:pt>
              <c:pt idx="126">
                <c:v>2.0904444845289665</c:v>
              </c:pt>
              <c:pt idx="127">
                <c:v>2.0904444845289665</c:v>
              </c:pt>
              <c:pt idx="128">
                <c:v>2.0904444845289665</c:v>
              </c:pt>
              <c:pt idx="129">
                <c:v>2.0904444845289665</c:v>
              </c:pt>
              <c:pt idx="130">
                <c:v>2.0904444845289665</c:v>
              </c:pt>
              <c:pt idx="131">
                <c:v>2.0904444845289665</c:v>
              </c:pt>
              <c:pt idx="132">
                <c:v>2.0904444845289665</c:v>
              </c:pt>
              <c:pt idx="133">
                <c:v>2.0904444845289665</c:v>
              </c:pt>
              <c:pt idx="134">
                <c:v>2.0904444845289665</c:v>
              </c:pt>
              <c:pt idx="135">
                <c:v>2.0904444845289665</c:v>
              </c:pt>
              <c:pt idx="136">
                <c:v>2.0904444845289665</c:v>
              </c:pt>
              <c:pt idx="137">
                <c:v>2.0904444845289665</c:v>
              </c:pt>
              <c:pt idx="138">
                <c:v>2.0904444845289665</c:v>
              </c:pt>
              <c:pt idx="139">
                <c:v>2.0904444845289665</c:v>
              </c:pt>
              <c:pt idx="140">
                <c:v>2.0904444845289665</c:v>
              </c:pt>
              <c:pt idx="141">
                <c:v>2.0904444845289665</c:v>
              </c:pt>
              <c:pt idx="142">
                <c:v>2.0904444845289665</c:v>
              </c:pt>
              <c:pt idx="143">
                <c:v>2.0904444845289665</c:v>
              </c:pt>
              <c:pt idx="144">
                <c:v>2.0904444845289665</c:v>
              </c:pt>
              <c:pt idx="145">
                <c:v>2.0904444845289665</c:v>
              </c:pt>
              <c:pt idx="146">
                <c:v>2.0904444845289665</c:v>
              </c:pt>
              <c:pt idx="147">
                <c:v>2.0904444845289665</c:v>
              </c:pt>
              <c:pt idx="148">
                <c:v>2.0904444845289665</c:v>
              </c:pt>
              <c:pt idx="149">
                <c:v>2.0904444845289665</c:v>
              </c:pt>
              <c:pt idx="150">
                <c:v>2.0904444845289665</c:v>
              </c:pt>
              <c:pt idx="151">
                <c:v>2.0904444845289665</c:v>
              </c:pt>
              <c:pt idx="152">
                <c:v>2.0904444845289665</c:v>
              </c:pt>
              <c:pt idx="153">
                <c:v>2.0904444845289665</c:v>
              </c:pt>
              <c:pt idx="154">
                <c:v>2.0904444845289665</c:v>
              </c:pt>
              <c:pt idx="155">
                <c:v>2.0904444845289665</c:v>
              </c:pt>
              <c:pt idx="156">
                <c:v>2.0904444845289665</c:v>
              </c:pt>
              <c:pt idx="157">
                <c:v>2.0904444845289665</c:v>
              </c:pt>
              <c:pt idx="158">
                <c:v>2.0904444845289665</c:v>
              </c:pt>
              <c:pt idx="159">
                <c:v>2.0904444845289665</c:v>
              </c:pt>
              <c:pt idx="160">
                <c:v>2.0904444845289665</c:v>
              </c:pt>
              <c:pt idx="161">
                <c:v>2.0904444845289665</c:v>
              </c:pt>
              <c:pt idx="162">
                <c:v>2.0904444845289665</c:v>
              </c:pt>
              <c:pt idx="163">
                <c:v>2.0904444845289665</c:v>
              </c:pt>
              <c:pt idx="164">
                <c:v>2.0904444845289665</c:v>
              </c:pt>
              <c:pt idx="165">
                <c:v>2.0904444845289665</c:v>
              </c:pt>
              <c:pt idx="166">
                <c:v>2.0904444845289665</c:v>
              </c:pt>
              <c:pt idx="167">
                <c:v>2.0904444845289665</c:v>
              </c:pt>
              <c:pt idx="168">
                <c:v>2.0904444845289665</c:v>
              </c:pt>
              <c:pt idx="169">
                <c:v>2.0904444845289665</c:v>
              </c:pt>
              <c:pt idx="170">
                <c:v>2.0904444845289665</c:v>
              </c:pt>
              <c:pt idx="171">
                <c:v>2.0904444845289665</c:v>
              </c:pt>
              <c:pt idx="172">
                <c:v>2.0904444845289665</c:v>
              </c:pt>
              <c:pt idx="173">
                <c:v>2.0904444845289665</c:v>
              </c:pt>
              <c:pt idx="174">
                <c:v>2.0904444845289665</c:v>
              </c:pt>
              <c:pt idx="175">
                <c:v>2.0904444845289665</c:v>
              </c:pt>
              <c:pt idx="176">
                <c:v>2.0904444845289665</c:v>
              </c:pt>
              <c:pt idx="177">
                <c:v>2.0904444845289665</c:v>
              </c:pt>
              <c:pt idx="178">
                <c:v>2.0904444845289665</c:v>
              </c:pt>
              <c:pt idx="179">
                <c:v>2.0904444845289665</c:v>
              </c:pt>
              <c:pt idx="180">
                <c:v>2.0904444845289665</c:v>
              </c:pt>
              <c:pt idx="181">
                <c:v>2.0904444845289665</c:v>
              </c:pt>
              <c:pt idx="182">
                <c:v>2.0904444845289665</c:v>
              </c:pt>
              <c:pt idx="183">
                <c:v>2.0904444845289665</c:v>
              </c:pt>
              <c:pt idx="184">
                <c:v>2.0904444845289665</c:v>
              </c:pt>
              <c:pt idx="185">
                <c:v>2.0904444845289665</c:v>
              </c:pt>
              <c:pt idx="186">
                <c:v>2.0904444845289665</c:v>
              </c:pt>
              <c:pt idx="187">
                <c:v>2.0904444845289665</c:v>
              </c:pt>
              <c:pt idx="188">
                <c:v>2.0904444845289665</c:v>
              </c:pt>
              <c:pt idx="189">
                <c:v>2.0904444845289665</c:v>
              </c:pt>
              <c:pt idx="190">
                <c:v>2.0904444845289665</c:v>
              </c:pt>
              <c:pt idx="191">
                <c:v>2.0904444845289665</c:v>
              </c:pt>
              <c:pt idx="192">
                <c:v>2.0904444845289665</c:v>
              </c:pt>
              <c:pt idx="193">
                <c:v>2.0904444845289665</c:v>
              </c:pt>
              <c:pt idx="194">
                <c:v>2.0904444845289665</c:v>
              </c:pt>
              <c:pt idx="195">
                <c:v>2.0904444845289665</c:v>
              </c:pt>
              <c:pt idx="196">
                <c:v>2.0904444845289665</c:v>
              </c:pt>
              <c:pt idx="197">
                <c:v>2.0904444845289665</c:v>
              </c:pt>
              <c:pt idx="198">
                <c:v>2.0904444845289665</c:v>
              </c:pt>
              <c:pt idx="199">
                <c:v>2.0904444845289665</c:v>
              </c:pt>
              <c:pt idx="200">
                <c:v>2.0904444845289665</c:v>
              </c:pt>
              <c:pt idx="201">
                <c:v>2.0904444845289665</c:v>
              </c:pt>
              <c:pt idx="202">
                <c:v>2.0904444845289665</c:v>
              </c:pt>
              <c:pt idx="203">
                <c:v>2.0904444845289665</c:v>
              </c:pt>
              <c:pt idx="204">
                <c:v>2.0904444845289665</c:v>
              </c:pt>
              <c:pt idx="205">
                <c:v>2.0904444845289665</c:v>
              </c:pt>
              <c:pt idx="206">
                <c:v>2.0904444845289665</c:v>
              </c:pt>
              <c:pt idx="207">
                <c:v>2.0904444845289665</c:v>
              </c:pt>
              <c:pt idx="208">
                <c:v>2.0904444845289665</c:v>
              </c:pt>
              <c:pt idx="209">
                <c:v>2.0904444845289665</c:v>
              </c:pt>
              <c:pt idx="210">
                <c:v>2.0904444845289665</c:v>
              </c:pt>
              <c:pt idx="211">
                <c:v>2.0904444845289665</c:v>
              </c:pt>
              <c:pt idx="212">
                <c:v>2.0904444845289665</c:v>
              </c:pt>
              <c:pt idx="213">
                <c:v>2.0904444845289665</c:v>
              </c:pt>
              <c:pt idx="214">
                <c:v>2.0904444845289665</c:v>
              </c:pt>
              <c:pt idx="215">
                <c:v>2.0904444845289665</c:v>
              </c:pt>
              <c:pt idx="216">
                <c:v>2.0904444845289665</c:v>
              </c:pt>
              <c:pt idx="217">
                <c:v>2.0904444845289665</c:v>
              </c:pt>
              <c:pt idx="218">
                <c:v>2.0904444845289665</c:v>
              </c:pt>
              <c:pt idx="219">
                <c:v>2.0904444845289665</c:v>
              </c:pt>
              <c:pt idx="220">
                <c:v>2.0904444845289665</c:v>
              </c:pt>
              <c:pt idx="221">
                <c:v>2.0904444845289665</c:v>
              </c:pt>
              <c:pt idx="222">
                <c:v>2.0904444845289665</c:v>
              </c:pt>
              <c:pt idx="223">
                <c:v>2.0904444845289665</c:v>
              </c:pt>
              <c:pt idx="224">
                <c:v>2.0904444845289665</c:v>
              </c:pt>
              <c:pt idx="225">
                <c:v>2.0904444845289665</c:v>
              </c:pt>
              <c:pt idx="226">
                <c:v>2.0904444845289665</c:v>
              </c:pt>
              <c:pt idx="227">
                <c:v>2.0904444845289665</c:v>
              </c:pt>
              <c:pt idx="228">
                <c:v>2.0904444845289665</c:v>
              </c:pt>
              <c:pt idx="229">
                <c:v>2.0904444845289665</c:v>
              </c:pt>
              <c:pt idx="230">
                <c:v>2.0904444845289665</c:v>
              </c:pt>
              <c:pt idx="231">
                <c:v>2.0904444845289665</c:v>
              </c:pt>
              <c:pt idx="232">
                <c:v>2.0904444845289665</c:v>
              </c:pt>
              <c:pt idx="233">
                <c:v>2.0904444845289665</c:v>
              </c:pt>
              <c:pt idx="234">
                <c:v>2.0904444845289665</c:v>
              </c:pt>
              <c:pt idx="235">
                <c:v>2.0904444845289665</c:v>
              </c:pt>
              <c:pt idx="236">
                <c:v>2.0904444845289665</c:v>
              </c:pt>
              <c:pt idx="237">
                <c:v>2.0904444845289665</c:v>
              </c:pt>
              <c:pt idx="238">
                <c:v>2.0904444845289665</c:v>
              </c:pt>
              <c:pt idx="239">
                <c:v>2.0904444845289665</c:v>
              </c:pt>
              <c:pt idx="240">
                <c:v>2.0904444845289665</c:v>
              </c:pt>
              <c:pt idx="241">
                <c:v>2.0904444845289665</c:v>
              </c:pt>
              <c:pt idx="242">
                <c:v>2.0904444845289665</c:v>
              </c:pt>
              <c:pt idx="243">
                <c:v>2.0904444845289665</c:v>
              </c:pt>
              <c:pt idx="244">
                <c:v>2.0904444845289665</c:v>
              </c:pt>
              <c:pt idx="245">
                <c:v>2.0904444845289665</c:v>
              </c:pt>
            </c:numLit>
          </c:yVal>
          <c:smooth val="0"/>
        </c:ser>
        <c:ser>
          <c:idx val="4"/>
          <c:order val="4"/>
          <c:tx>
            <c:v>Same-order filling improvement</c:v>
          </c:tx>
          <c:spPr>
            <a:noFill xmlns:a="http://schemas.openxmlformats.org/drawingml/2006/main"/>
            <a:ln xmlns:a="http://schemas.openxmlformats.org/drawingml/2006/main" w="7620">
              <a:solidFill>
                <a:srgbClr val="009E73"/>
              </a:solidFill>
              <a:prstDash val="solid"/>
            </a:ln>
          </c:spPr>
          <c:marker>
            <c:symbol val="none"/>
            <c:size val="7"/>
            <c:spPr>
              <a:solidFill xmlns:a="http://schemas.openxmlformats.org/drawingml/2006/main">
                <a:srgbClr val="009E73"/>
              </a:solidFill>
            </c:spPr>
          </c:marker>
          <c:xVal>
            <c:numLit>
              <c:formatCode>General</c:formatCode>
              <c:ptCount val="246"/>
              <c:pt idx="0">
                <c:v>12.346384203815647</c:v>
              </c:pt>
              <c:pt idx="1">
                <c:v>24.692768407631295</c:v>
              </c:pt>
              <c:pt idx="2">
                <c:v>24.692768407631295</c:v>
              </c:pt>
              <c:pt idx="3">
                <c:v>24.692768407631295</c:v>
              </c:pt>
              <c:pt idx="4">
                <c:v>24.692768407631295</c:v>
              </c:pt>
              <c:pt idx="5">
                <c:v>24.692768407631295</c:v>
              </c:pt>
              <c:pt idx="6">
                <c:v>24.692768407631295</c:v>
              </c:pt>
              <c:pt idx="7">
                <c:v>24.692768407631295</c:v>
              </c:pt>
              <c:pt idx="8">
                <c:v>24.692768407631295</c:v>
              </c:pt>
              <c:pt idx="9">
                <c:v>24.692768407631295</c:v>
              </c:pt>
              <c:pt idx="10">
                <c:v>24.692768407631295</c:v>
              </c:pt>
              <c:pt idx="11">
                <c:v>24.692768407631295</c:v>
              </c:pt>
              <c:pt idx="12">
                <c:v>24.692768407631295</c:v>
              </c:pt>
              <c:pt idx="13">
                <c:v>24.692768407631295</c:v>
              </c:pt>
              <c:pt idx="14">
                <c:v>24.692768407631295</c:v>
              </c:pt>
              <c:pt idx="15">
                <c:v>24.692768407631295</c:v>
              </c:pt>
              <c:pt idx="16">
                <c:v>24.692768407631295</c:v>
              </c:pt>
              <c:pt idx="17">
                <c:v>24.692768407631295</c:v>
              </c:pt>
              <c:pt idx="18">
                <c:v>24.692768407631295</c:v>
              </c:pt>
              <c:pt idx="19">
                <c:v>24.692768407631295</c:v>
              </c:pt>
              <c:pt idx="20">
                <c:v>24.692768407631295</c:v>
              </c:pt>
              <c:pt idx="21">
                <c:v>24.692768407631295</c:v>
              </c:pt>
              <c:pt idx="22">
                <c:v>24.692768407631295</c:v>
              </c:pt>
              <c:pt idx="23">
                <c:v>24.692768407631295</c:v>
              </c:pt>
              <c:pt idx="24">
                <c:v>24.692768407631295</c:v>
              </c:pt>
              <c:pt idx="25">
                <c:v>24.692768407631295</c:v>
              </c:pt>
              <c:pt idx="26">
                <c:v>24.692768407631295</c:v>
              </c:pt>
              <c:pt idx="27">
                <c:v>24.692768407631295</c:v>
              </c:pt>
              <c:pt idx="28">
                <c:v>24.692768407631295</c:v>
              </c:pt>
              <c:pt idx="29">
                <c:v>24.692768407631295</c:v>
              </c:pt>
              <c:pt idx="30">
                <c:v>24.692768407631295</c:v>
              </c:pt>
              <c:pt idx="31">
                <c:v>24.692768407631295</c:v>
              </c:pt>
              <c:pt idx="32">
                <c:v>24.692768407631295</c:v>
              </c:pt>
              <c:pt idx="33">
                <c:v>24.692768407631295</c:v>
              </c:pt>
              <c:pt idx="34">
                <c:v>24.692768407631295</c:v>
              </c:pt>
              <c:pt idx="35">
                <c:v>24.692768407631295</c:v>
              </c:pt>
              <c:pt idx="36">
                <c:v>24.692768407631295</c:v>
              </c:pt>
              <c:pt idx="37">
                <c:v>24.692768407631295</c:v>
              </c:pt>
              <c:pt idx="38">
                <c:v>24.692768407631295</c:v>
              </c:pt>
              <c:pt idx="39">
                <c:v>24.692768407631295</c:v>
              </c:pt>
              <c:pt idx="40">
                <c:v>24.692768407631295</c:v>
              </c:pt>
              <c:pt idx="41">
                <c:v>24.692768407631295</c:v>
              </c:pt>
              <c:pt idx="42">
                <c:v>24.692768407631295</c:v>
              </c:pt>
              <c:pt idx="43">
                <c:v>24.692768407631295</c:v>
              </c:pt>
              <c:pt idx="44">
                <c:v>24.692768407631295</c:v>
              </c:pt>
              <c:pt idx="45">
                <c:v>24.692768407631295</c:v>
              </c:pt>
              <c:pt idx="46">
                <c:v>24.692768407631295</c:v>
              </c:pt>
              <c:pt idx="47">
                <c:v>24.692768407631295</c:v>
              </c:pt>
              <c:pt idx="48">
                <c:v>24.692768407631295</c:v>
              </c:pt>
              <c:pt idx="49">
                <c:v>24.692768407631295</c:v>
              </c:pt>
              <c:pt idx="50">
                <c:v>24.692768407631295</c:v>
              </c:pt>
              <c:pt idx="51">
                <c:v>24.692768407631295</c:v>
              </c:pt>
              <c:pt idx="52">
                <c:v>24.692768407631295</c:v>
              </c:pt>
              <c:pt idx="53">
                <c:v>24.692768407631295</c:v>
              </c:pt>
              <c:pt idx="54">
                <c:v>24.692768407631295</c:v>
              </c:pt>
              <c:pt idx="55">
                <c:v>24.692768407631295</c:v>
              </c:pt>
              <c:pt idx="56">
                <c:v>24.692768407631295</c:v>
              </c:pt>
              <c:pt idx="57">
                <c:v>24.692768407631295</c:v>
              </c:pt>
              <c:pt idx="58">
                <c:v>24.692768407631295</c:v>
              </c:pt>
              <c:pt idx="59">
                <c:v>24.692768407631295</c:v>
              </c:pt>
              <c:pt idx="60">
                <c:v>24.692768407631295</c:v>
              </c:pt>
              <c:pt idx="61">
                <c:v>24.692768407631295</c:v>
              </c:pt>
              <c:pt idx="62">
                <c:v>24.692768407631295</c:v>
              </c:pt>
              <c:pt idx="63">
                <c:v>24.692768407631295</c:v>
              </c:pt>
              <c:pt idx="64">
                <c:v>24.692768407631295</c:v>
              </c:pt>
              <c:pt idx="65">
                <c:v>24.692768407631295</c:v>
              </c:pt>
              <c:pt idx="66">
                <c:v>24.692768407631295</c:v>
              </c:pt>
              <c:pt idx="67">
                <c:v>24.692768407631295</c:v>
              </c:pt>
              <c:pt idx="68">
                <c:v>24.692768407631295</c:v>
              </c:pt>
              <c:pt idx="69">
                <c:v>24.692768407631295</c:v>
              </c:pt>
              <c:pt idx="70">
                <c:v>24.692768407631295</c:v>
              </c:pt>
              <c:pt idx="71">
                <c:v>24.692768407631295</c:v>
              </c:pt>
              <c:pt idx="72">
                <c:v>24.692768407631295</c:v>
              </c:pt>
              <c:pt idx="73">
                <c:v>24.692768407631295</c:v>
              </c:pt>
              <c:pt idx="74">
                <c:v>24.692768407631295</c:v>
              </c:pt>
              <c:pt idx="75">
                <c:v>24.692768407631295</c:v>
              </c:pt>
              <c:pt idx="76">
                <c:v>24.692768407631295</c:v>
              </c:pt>
              <c:pt idx="77">
                <c:v>24.692768407631295</c:v>
              </c:pt>
              <c:pt idx="78">
                <c:v>24.692768407631295</c:v>
              </c:pt>
              <c:pt idx="79">
                <c:v>24.692768407631295</c:v>
              </c:pt>
              <c:pt idx="80">
                <c:v>24.692768407631295</c:v>
              </c:pt>
              <c:pt idx="81">
                <c:v>24.692768407631295</c:v>
              </c:pt>
              <c:pt idx="82">
                <c:v>24.692768407631295</c:v>
              </c:pt>
              <c:pt idx="83">
                <c:v>24.692768407631295</c:v>
              </c:pt>
              <c:pt idx="84">
                <c:v>24.692768407631295</c:v>
              </c:pt>
              <c:pt idx="85">
                <c:v>24.692768407631295</c:v>
              </c:pt>
              <c:pt idx="86">
                <c:v>24.692768407631295</c:v>
              </c:pt>
              <c:pt idx="87">
                <c:v>24.692768407631295</c:v>
              </c:pt>
              <c:pt idx="88">
                <c:v>24.692768407631295</c:v>
              </c:pt>
              <c:pt idx="89">
                <c:v>24.692768407631295</c:v>
              </c:pt>
              <c:pt idx="90">
                <c:v>24.692768407631295</c:v>
              </c:pt>
              <c:pt idx="91">
                <c:v>24.692768407631295</c:v>
              </c:pt>
              <c:pt idx="92">
                <c:v>24.692768407631295</c:v>
              </c:pt>
              <c:pt idx="93">
                <c:v>24.692768407631295</c:v>
              </c:pt>
              <c:pt idx="94">
                <c:v>24.692768407631295</c:v>
              </c:pt>
              <c:pt idx="95">
                <c:v>24.692768407631295</c:v>
              </c:pt>
              <c:pt idx="96">
                <c:v>24.692768407631295</c:v>
              </c:pt>
              <c:pt idx="97">
                <c:v>24.692768407631295</c:v>
              </c:pt>
              <c:pt idx="98">
                <c:v>24.692768407631295</c:v>
              </c:pt>
              <c:pt idx="99">
                <c:v>24.692768407631295</c:v>
              </c:pt>
              <c:pt idx="100">
                <c:v>24.692768407631295</c:v>
              </c:pt>
              <c:pt idx="101">
                <c:v>24.692768407631295</c:v>
              </c:pt>
              <c:pt idx="102">
                <c:v>24.692768407631295</c:v>
              </c:pt>
              <c:pt idx="103">
                <c:v>24.692768407631295</c:v>
              </c:pt>
              <c:pt idx="104">
                <c:v>24.692768407631295</c:v>
              </c:pt>
              <c:pt idx="105">
                <c:v>24.692768407631295</c:v>
              </c:pt>
              <c:pt idx="106">
                <c:v>24.692768407631295</c:v>
              </c:pt>
              <c:pt idx="107">
                <c:v>24.692768407631295</c:v>
              </c:pt>
              <c:pt idx="108">
                <c:v>24.692768407631295</c:v>
              </c:pt>
              <c:pt idx="109">
                <c:v>24.692768407631295</c:v>
              </c:pt>
              <c:pt idx="110">
                <c:v>24.692768407631295</c:v>
              </c:pt>
              <c:pt idx="111">
                <c:v>24.692768407631295</c:v>
              </c:pt>
              <c:pt idx="112">
                <c:v>24.692768407631295</c:v>
              </c:pt>
              <c:pt idx="113">
                <c:v>24.692768407631295</c:v>
              </c:pt>
              <c:pt idx="114">
                <c:v>24.692768407631295</c:v>
              </c:pt>
              <c:pt idx="115">
                <c:v>24.692768407631295</c:v>
              </c:pt>
              <c:pt idx="116">
                <c:v>24.692768407631295</c:v>
              </c:pt>
              <c:pt idx="117">
                <c:v>24.692768407631295</c:v>
              </c:pt>
              <c:pt idx="118">
                <c:v>24.692768407631295</c:v>
              </c:pt>
              <c:pt idx="119">
                <c:v>24.692768407631295</c:v>
              </c:pt>
              <c:pt idx="120">
                <c:v>24.692768407631295</c:v>
              </c:pt>
              <c:pt idx="121">
                <c:v>24.692768407631295</c:v>
              </c:pt>
              <c:pt idx="122">
                <c:v>24.692768407631295</c:v>
              </c:pt>
              <c:pt idx="123">
                <c:v>24.692768407631295</c:v>
              </c:pt>
              <c:pt idx="124">
                <c:v>24.692768407631295</c:v>
              </c:pt>
              <c:pt idx="125">
                <c:v>24.692768407631295</c:v>
              </c:pt>
              <c:pt idx="126">
                <c:v>24.692768407631295</c:v>
              </c:pt>
              <c:pt idx="127">
                <c:v>24.692768407631295</c:v>
              </c:pt>
              <c:pt idx="128">
                <c:v>24.692768407631295</c:v>
              </c:pt>
              <c:pt idx="129">
                <c:v>24.692768407631295</c:v>
              </c:pt>
              <c:pt idx="130">
                <c:v>24.692768407631295</c:v>
              </c:pt>
              <c:pt idx="131">
                <c:v>24.692768407631295</c:v>
              </c:pt>
              <c:pt idx="132">
                <c:v>24.692768407631295</c:v>
              </c:pt>
              <c:pt idx="133">
                <c:v>24.692768407631295</c:v>
              </c:pt>
              <c:pt idx="134">
                <c:v>24.692768407631295</c:v>
              </c:pt>
              <c:pt idx="135">
                <c:v>24.692768407631295</c:v>
              </c:pt>
              <c:pt idx="136">
                <c:v>24.692768407631295</c:v>
              </c:pt>
              <c:pt idx="137">
                <c:v>24.692768407631295</c:v>
              </c:pt>
              <c:pt idx="138">
                <c:v>24.692768407631295</c:v>
              </c:pt>
              <c:pt idx="139">
                <c:v>24.692768407631295</c:v>
              </c:pt>
              <c:pt idx="140">
                <c:v>24.692768407631295</c:v>
              </c:pt>
              <c:pt idx="141">
                <c:v>24.692768407631295</c:v>
              </c:pt>
              <c:pt idx="142">
                <c:v>24.692768407631295</c:v>
              </c:pt>
              <c:pt idx="143">
                <c:v>24.692768407631295</c:v>
              </c:pt>
              <c:pt idx="144">
                <c:v>24.692768407631295</c:v>
              </c:pt>
              <c:pt idx="145">
                <c:v>24.692768407631295</c:v>
              </c:pt>
              <c:pt idx="146">
                <c:v>24.692768407631295</c:v>
              </c:pt>
              <c:pt idx="147">
                <c:v>24.692768407631295</c:v>
              </c:pt>
              <c:pt idx="148">
                <c:v>24.692768407631295</c:v>
              </c:pt>
              <c:pt idx="149">
                <c:v>24.692768407631295</c:v>
              </c:pt>
              <c:pt idx="150">
                <c:v>24.692768407631295</c:v>
              </c:pt>
              <c:pt idx="151">
                <c:v>24.692768407631295</c:v>
              </c:pt>
              <c:pt idx="152">
                <c:v>24.692768407631295</c:v>
              </c:pt>
              <c:pt idx="153">
                <c:v>24.692768407631295</c:v>
              </c:pt>
              <c:pt idx="154">
                <c:v>24.692768407631295</c:v>
              </c:pt>
              <c:pt idx="155">
                <c:v>24.692768407631295</c:v>
              </c:pt>
              <c:pt idx="156">
                <c:v>24.692768407631295</c:v>
              </c:pt>
              <c:pt idx="157">
                <c:v>24.692768407631295</c:v>
              </c:pt>
              <c:pt idx="158">
                <c:v>24.692768407631295</c:v>
              </c:pt>
              <c:pt idx="159">
                <c:v>24.692768407631295</c:v>
              </c:pt>
              <c:pt idx="160">
                <c:v>24.692768407631295</c:v>
              </c:pt>
              <c:pt idx="161">
                <c:v>24.692768407631295</c:v>
              </c:pt>
              <c:pt idx="162">
                <c:v>24.692768407631295</c:v>
              </c:pt>
              <c:pt idx="163">
                <c:v>24.692768407631295</c:v>
              </c:pt>
              <c:pt idx="164">
                <c:v>24.692768407631295</c:v>
              </c:pt>
              <c:pt idx="165">
                <c:v>24.692768407631295</c:v>
              </c:pt>
              <c:pt idx="166">
                <c:v>24.692768407631295</c:v>
              </c:pt>
              <c:pt idx="167">
                <c:v>24.692768407631295</c:v>
              </c:pt>
              <c:pt idx="168">
                <c:v>24.692768407631295</c:v>
              </c:pt>
              <c:pt idx="169">
                <c:v>24.692768407631295</c:v>
              </c:pt>
              <c:pt idx="170">
                <c:v>24.692768407631295</c:v>
              </c:pt>
              <c:pt idx="171">
                <c:v>24.692768407631295</c:v>
              </c:pt>
              <c:pt idx="172">
                <c:v>24.692768407631295</c:v>
              </c:pt>
              <c:pt idx="173">
                <c:v>24.692768407631295</c:v>
              </c:pt>
              <c:pt idx="174">
                <c:v>24.692768407631295</c:v>
              </c:pt>
              <c:pt idx="175">
                <c:v>24.692768407631295</c:v>
              </c:pt>
              <c:pt idx="176">
                <c:v>24.692768407631295</c:v>
              </c:pt>
              <c:pt idx="177">
                <c:v>24.692768407631295</c:v>
              </c:pt>
              <c:pt idx="178">
                <c:v>24.692768407631295</c:v>
              </c:pt>
              <c:pt idx="179">
                <c:v>24.692768407631295</c:v>
              </c:pt>
              <c:pt idx="180">
                <c:v>24.692768407631295</c:v>
              </c:pt>
              <c:pt idx="181">
                <c:v>24.692768407631295</c:v>
              </c:pt>
              <c:pt idx="182">
                <c:v>24.692768407631295</c:v>
              </c:pt>
              <c:pt idx="183">
                <c:v>24.692768407631295</c:v>
              </c:pt>
              <c:pt idx="184">
                <c:v>24.692768407631295</c:v>
              </c:pt>
              <c:pt idx="185">
                <c:v>24.692768407631295</c:v>
              </c:pt>
              <c:pt idx="186">
                <c:v>24.692768407631295</c:v>
              </c:pt>
              <c:pt idx="187">
                <c:v>24.692768407631295</c:v>
              </c:pt>
              <c:pt idx="188">
                <c:v>24.692768407631295</c:v>
              </c:pt>
              <c:pt idx="189">
                <c:v>24.692768407631295</c:v>
              </c:pt>
              <c:pt idx="190">
                <c:v>24.692768407631295</c:v>
              </c:pt>
              <c:pt idx="191">
                <c:v>24.692768407631295</c:v>
              </c:pt>
              <c:pt idx="192">
                <c:v>24.692768407631295</c:v>
              </c:pt>
              <c:pt idx="193">
                <c:v>24.692768407631295</c:v>
              </c:pt>
              <c:pt idx="194">
                <c:v>24.692768407631295</c:v>
              </c:pt>
              <c:pt idx="195">
                <c:v>24.692768407631295</c:v>
              </c:pt>
              <c:pt idx="196">
                <c:v>24.692768407631295</c:v>
              </c:pt>
              <c:pt idx="197">
                <c:v>24.692768407631295</c:v>
              </c:pt>
              <c:pt idx="198">
                <c:v>24.692768407631295</c:v>
              </c:pt>
              <c:pt idx="199">
                <c:v>24.692768407631295</c:v>
              </c:pt>
              <c:pt idx="200">
                <c:v>24.692768407631295</c:v>
              </c:pt>
              <c:pt idx="201">
                <c:v>24.692768407631295</c:v>
              </c:pt>
              <c:pt idx="202">
                <c:v>24.692768407631295</c:v>
              </c:pt>
              <c:pt idx="203">
                <c:v>24.692768407631295</c:v>
              </c:pt>
              <c:pt idx="204">
                <c:v>24.692768407631295</c:v>
              </c:pt>
              <c:pt idx="205">
                <c:v>24.692768407631295</c:v>
              </c:pt>
              <c:pt idx="206">
                <c:v>24.692768407631295</c:v>
              </c:pt>
              <c:pt idx="207">
                <c:v>24.692768407631295</c:v>
              </c:pt>
              <c:pt idx="208">
                <c:v>24.692768407631295</c:v>
              </c:pt>
              <c:pt idx="209">
                <c:v>24.692768407631295</c:v>
              </c:pt>
              <c:pt idx="210">
                <c:v>24.692768407631295</c:v>
              </c:pt>
              <c:pt idx="211">
                <c:v>24.692768407631295</c:v>
              </c:pt>
              <c:pt idx="212">
                <c:v>24.692768407631295</c:v>
              </c:pt>
              <c:pt idx="213">
                <c:v>24.692768407631295</c:v>
              </c:pt>
              <c:pt idx="214">
                <c:v>24.692768407631295</c:v>
              </c:pt>
              <c:pt idx="215">
                <c:v>24.692768407631295</c:v>
              </c:pt>
              <c:pt idx="216">
                <c:v>24.692768407631295</c:v>
              </c:pt>
              <c:pt idx="217">
                <c:v>24.692768407631295</c:v>
              </c:pt>
              <c:pt idx="218">
                <c:v>24.692768407631295</c:v>
              </c:pt>
              <c:pt idx="219">
                <c:v>24.692768407631295</c:v>
              </c:pt>
              <c:pt idx="220">
                <c:v>24.692768407631295</c:v>
              </c:pt>
              <c:pt idx="221">
                <c:v>24.692768407631295</c:v>
              </c:pt>
              <c:pt idx="222">
                <c:v>24.692768407631295</c:v>
              </c:pt>
              <c:pt idx="223">
                <c:v>24.692768407631295</c:v>
              </c:pt>
              <c:pt idx="224">
                <c:v>24.692768407631295</c:v>
              </c:pt>
              <c:pt idx="225">
                <c:v>24.692768407631295</c:v>
              </c:pt>
              <c:pt idx="226">
                <c:v>24.692768407631295</c:v>
              </c:pt>
              <c:pt idx="227">
                <c:v>24.692768407631295</c:v>
              </c:pt>
              <c:pt idx="228">
                <c:v>24.692768407631295</c:v>
              </c:pt>
              <c:pt idx="229">
                <c:v>24.692768407631295</c:v>
              </c:pt>
              <c:pt idx="230">
                <c:v>24.692768407631295</c:v>
              </c:pt>
              <c:pt idx="231">
                <c:v>24.692768407631295</c:v>
              </c:pt>
              <c:pt idx="232">
                <c:v>24.692768407631295</c:v>
              </c:pt>
              <c:pt idx="233">
                <c:v>24.692768407631295</c:v>
              </c:pt>
              <c:pt idx="234">
                <c:v>24.692768407631295</c:v>
              </c:pt>
              <c:pt idx="235">
                <c:v>24.692768407631295</c:v>
              </c:pt>
              <c:pt idx="236">
                <c:v>24.692768407631295</c:v>
              </c:pt>
              <c:pt idx="237">
                <c:v>24.692768407631295</c:v>
              </c:pt>
              <c:pt idx="238">
                <c:v>24.692768407631295</c:v>
              </c:pt>
              <c:pt idx="239">
                <c:v>24.692768407631295</c:v>
              </c:pt>
              <c:pt idx="240">
                <c:v>24.692768407631295</c:v>
              </c:pt>
              <c:pt idx="241">
                <c:v>24.692768407631295</c:v>
              </c:pt>
              <c:pt idx="242">
                <c:v>24.692768407631295</c:v>
              </c:pt>
              <c:pt idx="243">
                <c:v>24.692768407631295</c:v>
              </c:pt>
              <c:pt idx="244">
                <c:v>24.692768407631295</c:v>
              </c:pt>
              <c:pt idx="245">
                <c:v>24.692768407631295</c:v>
              </c:pt>
            </c:numLit>
          </c:xVal>
          <c:yVal>
            <c:numLit>
              <c:formatCode>0.0</c:formatCode>
              <c:ptCount val="246"/>
              <c:pt idx="0">
                <c:v>0.2216114889677111</c:v>
              </c:pt>
              <c:pt idx="1">
                <c:v>0.2216114889677111</c:v>
              </c:pt>
              <c:pt idx="2">
                <c:v>0.2216114889677111</c:v>
              </c:pt>
              <c:pt idx="3">
                <c:v>0.2216114889677111</c:v>
              </c:pt>
              <c:pt idx="4">
                <c:v>0.2216114889677111</c:v>
              </c:pt>
              <c:pt idx="5">
                <c:v>0.2216114889677111</c:v>
              </c:pt>
              <c:pt idx="6">
                <c:v>0.2216114889677111</c:v>
              </c:pt>
              <c:pt idx="7">
                <c:v>0.2216114889677111</c:v>
              </c:pt>
              <c:pt idx="8">
                <c:v>0.2216114889677111</c:v>
              </c:pt>
              <c:pt idx="9">
                <c:v>0.2216114889677111</c:v>
              </c:pt>
              <c:pt idx="10">
                <c:v>0.2216114889677111</c:v>
              </c:pt>
              <c:pt idx="11">
                <c:v>0.2216114889677111</c:v>
              </c:pt>
              <c:pt idx="12">
                <c:v>0.2216114889677111</c:v>
              </c:pt>
              <c:pt idx="13">
                <c:v>0.2216114889677111</c:v>
              </c:pt>
              <c:pt idx="14">
                <c:v>0.2216114889677111</c:v>
              </c:pt>
              <c:pt idx="15">
                <c:v>0.2216114889677111</c:v>
              </c:pt>
              <c:pt idx="16">
                <c:v>0.2216114889677111</c:v>
              </c:pt>
              <c:pt idx="17">
                <c:v>0.2216114889677111</c:v>
              </c:pt>
              <c:pt idx="18">
                <c:v>0.2216114889677111</c:v>
              </c:pt>
              <c:pt idx="19">
                <c:v>0.2216114889677111</c:v>
              </c:pt>
              <c:pt idx="20">
                <c:v>0.2216114889677111</c:v>
              </c:pt>
              <c:pt idx="21">
                <c:v>0.2216114889677111</c:v>
              </c:pt>
              <c:pt idx="22">
                <c:v>0.2216114889677111</c:v>
              </c:pt>
              <c:pt idx="23">
                <c:v>0.2216114889677111</c:v>
              </c:pt>
              <c:pt idx="24">
                <c:v>0.2216114889677111</c:v>
              </c:pt>
              <c:pt idx="25">
                <c:v>0.2216114889677111</c:v>
              </c:pt>
              <c:pt idx="26">
                <c:v>0.2216114889677111</c:v>
              </c:pt>
              <c:pt idx="27">
                <c:v>0.2216114889677111</c:v>
              </c:pt>
              <c:pt idx="28">
                <c:v>0.2216114889677111</c:v>
              </c:pt>
              <c:pt idx="29">
                <c:v>0.2216114889677111</c:v>
              </c:pt>
              <c:pt idx="30">
                <c:v>0.2216114889677111</c:v>
              </c:pt>
              <c:pt idx="31">
                <c:v>0.2216114889677111</c:v>
              </c:pt>
              <c:pt idx="32">
                <c:v>0.2216114889677111</c:v>
              </c:pt>
              <c:pt idx="33">
                <c:v>0.2216114889677111</c:v>
              </c:pt>
              <c:pt idx="34">
                <c:v>0.2216114889677111</c:v>
              </c:pt>
              <c:pt idx="35">
                <c:v>0.2216114889677111</c:v>
              </c:pt>
              <c:pt idx="36">
                <c:v>0.2216114889677111</c:v>
              </c:pt>
              <c:pt idx="37">
                <c:v>0.2216114889677111</c:v>
              </c:pt>
              <c:pt idx="38">
                <c:v>0.2216114889677111</c:v>
              </c:pt>
              <c:pt idx="39">
                <c:v>0.2216114889677111</c:v>
              </c:pt>
              <c:pt idx="40">
                <c:v>0.2216114889677111</c:v>
              </c:pt>
              <c:pt idx="41">
                <c:v>0.2216114889677111</c:v>
              </c:pt>
              <c:pt idx="42">
                <c:v>0.2216114889677111</c:v>
              </c:pt>
              <c:pt idx="43">
                <c:v>0.2216114889677111</c:v>
              </c:pt>
              <c:pt idx="44">
                <c:v>0.2216114889677111</c:v>
              </c:pt>
              <c:pt idx="45">
                <c:v>0.2216114889677111</c:v>
              </c:pt>
              <c:pt idx="46">
                <c:v>0.2216114889677111</c:v>
              </c:pt>
              <c:pt idx="47">
                <c:v>0.2216114889677111</c:v>
              </c:pt>
              <c:pt idx="48">
                <c:v>0.2216114889677111</c:v>
              </c:pt>
              <c:pt idx="49">
                <c:v>0.2216114889677111</c:v>
              </c:pt>
              <c:pt idx="50">
                <c:v>0.2216114889677111</c:v>
              </c:pt>
              <c:pt idx="51">
                <c:v>0.2216114889677111</c:v>
              </c:pt>
              <c:pt idx="52">
                <c:v>0.2216114889677111</c:v>
              </c:pt>
              <c:pt idx="53">
                <c:v>0.2216114889677111</c:v>
              </c:pt>
              <c:pt idx="54">
                <c:v>0.2216114889677111</c:v>
              </c:pt>
              <c:pt idx="55">
                <c:v>0.2216114889677111</c:v>
              </c:pt>
              <c:pt idx="56">
                <c:v>0.2216114889677111</c:v>
              </c:pt>
              <c:pt idx="57">
                <c:v>0.2216114889677111</c:v>
              </c:pt>
              <c:pt idx="58">
                <c:v>0.2216114889677111</c:v>
              </c:pt>
              <c:pt idx="59">
                <c:v>0.2216114889677111</c:v>
              </c:pt>
              <c:pt idx="60">
                <c:v>0.2216114889677111</c:v>
              </c:pt>
              <c:pt idx="61">
                <c:v>0.2216114889677111</c:v>
              </c:pt>
              <c:pt idx="62">
                <c:v>0.2216114889677111</c:v>
              </c:pt>
              <c:pt idx="63">
                <c:v>0.2216114889677111</c:v>
              </c:pt>
              <c:pt idx="64">
                <c:v>0.2216114889677111</c:v>
              </c:pt>
              <c:pt idx="65">
                <c:v>0.2216114889677111</c:v>
              </c:pt>
              <c:pt idx="66">
                <c:v>0.2216114889677111</c:v>
              </c:pt>
              <c:pt idx="67">
                <c:v>0.2216114889677111</c:v>
              </c:pt>
              <c:pt idx="68">
                <c:v>0.2216114889677111</c:v>
              </c:pt>
              <c:pt idx="69">
                <c:v>0.2216114889677111</c:v>
              </c:pt>
              <c:pt idx="70">
                <c:v>0.2216114889677111</c:v>
              </c:pt>
              <c:pt idx="71">
                <c:v>0.2216114889677111</c:v>
              </c:pt>
              <c:pt idx="72">
                <c:v>0.2216114889677111</c:v>
              </c:pt>
              <c:pt idx="73">
                <c:v>0.2216114889677111</c:v>
              </c:pt>
              <c:pt idx="74">
                <c:v>0.2216114889677111</c:v>
              </c:pt>
              <c:pt idx="75">
                <c:v>0.2216114889677111</c:v>
              </c:pt>
              <c:pt idx="76">
                <c:v>0.2216114889677111</c:v>
              </c:pt>
              <c:pt idx="77">
                <c:v>0.2216114889677111</c:v>
              </c:pt>
              <c:pt idx="78">
                <c:v>0.2216114889677111</c:v>
              </c:pt>
              <c:pt idx="79">
                <c:v>0.2216114889677111</c:v>
              </c:pt>
              <c:pt idx="80">
                <c:v>0.2216114889677111</c:v>
              </c:pt>
              <c:pt idx="81">
                <c:v>0.2216114889677111</c:v>
              </c:pt>
              <c:pt idx="82">
                <c:v>0.2216114889677111</c:v>
              </c:pt>
              <c:pt idx="83">
                <c:v>0.2216114889677111</c:v>
              </c:pt>
              <c:pt idx="84">
                <c:v>0.2216114889677111</c:v>
              </c:pt>
              <c:pt idx="85">
                <c:v>0.2216114889677111</c:v>
              </c:pt>
              <c:pt idx="86">
                <c:v>0.2216114889677111</c:v>
              </c:pt>
              <c:pt idx="87">
                <c:v>0.2216114889677111</c:v>
              </c:pt>
              <c:pt idx="88">
                <c:v>0.2216114889677111</c:v>
              </c:pt>
              <c:pt idx="89">
                <c:v>0.2216114889677111</c:v>
              </c:pt>
              <c:pt idx="90">
                <c:v>0.2216114889677111</c:v>
              </c:pt>
              <c:pt idx="91">
                <c:v>0.2216114889677111</c:v>
              </c:pt>
              <c:pt idx="92">
                <c:v>0.2216114889677111</c:v>
              </c:pt>
              <c:pt idx="93">
                <c:v>0.2216114889677111</c:v>
              </c:pt>
              <c:pt idx="94">
                <c:v>0.2216114889677111</c:v>
              </c:pt>
              <c:pt idx="95">
                <c:v>0.2216114889677111</c:v>
              </c:pt>
              <c:pt idx="96">
                <c:v>0.2216114889677111</c:v>
              </c:pt>
              <c:pt idx="97">
                <c:v>0.2216114889677111</c:v>
              </c:pt>
              <c:pt idx="98">
                <c:v>0.2216114889677111</c:v>
              </c:pt>
              <c:pt idx="99">
                <c:v>0.2216114889677111</c:v>
              </c:pt>
              <c:pt idx="100">
                <c:v>0.2216114889677111</c:v>
              </c:pt>
              <c:pt idx="101">
                <c:v>0.2216114889677111</c:v>
              </c:pt>
              <c:pt idx="102">
                <c:v>0.2216114889677111</c:v>
              </c:pt>
              <c:pt idx="103">
                <c:v>0.2216114889677111</c:v>
              </c:pt>
              <c:pt idx="104">
                <c:v>0.2216114889677111</c:v>
              </c:pt>
              <c:pt idx="105">
                <c:v>0.2216114889677111</c:v>
              </c:pt>
              <c:pt idx="106">
                <c:v>0.2216114889677111</c:v>
              </c:pt>
              <c:pt idx="107">
                <c:v>0.2216114889677111</c:v>
              </c:pt>
              <c:pt idx="108">
                <c:v>0.2216114889677111</c:v>
              </c:pt>
              <c:pt idx="109">
                <c:v>0.2216114889677111</c:v>
              </c:pt>
              <c:pt idx="110">
                <c:v>0.2216114889677111</c:v>
              </c:pt>
              <c:pt idx="111">
                <c:v>0.2216114889677111</c:v>
              </c:pt>
              <c:pt idx="112">
                <c:v>0.2216114889677111</c:v>
              </c:pt>
              <c:pt idx="113">
                <c:v>0.2216114889677111</c:v>
              </c:pt>
              <c:pt idx="114">
                <c:v>0.2216114889677111</c:v>
              </c:pt>
              <c:pt idx="115">
                <c:v>0.2216114889677111</c:v>
              </c:pt>
              <c:pt idx="116">
                <c:v>0.2216114889677111</c:v>
              </c:pt>
              <c:pt idx="117">
                <c:v>0.2216114889677111</c:v>
              </c:pt>
              <c:pt idx="118">
                <c:v>0.2216114889677111</c:v>
              </c:pt>
              <c:pt idx="119">
                <c:v>0.2216114889677111</c:v>
              </c:pt>
              <c:pt idx="120">
                <c:v>0.2216114889677111</c:v>
              </c:pt>
              <c:pt idx="121">
                <c:v>0.2216114889677111</c:v>
              </c:pt>
              <c:pt idx="122">
                <c:v>0.2216114889677111</c:v>
              </c:pt>
              <c:pt idx="123">
                <c:v>0.2216114889677111</c:v>
              </c:pt>
              <c:pt idx="124">
                <c:v>0.2216114889677111</c:v>
              </c:pt>
              <c:pt idx="125">
                <c:v>0.2216114889677111</c:v>
              </c:pt>
              <c:pt idx="126">
                <c:v>0.2216114889677111</c:v>
              </c:pt>
              <c:pt idx="127">
                <c:v>0.2216114889677111</c:v>
              </c:pt>
              <c:pt idx="128">
                <c:v>0.2216114889677111</c:v>
              </c:pt>
              <c:pt idx="129">
                <c:v>0.2216114889677111</c:v>
              </c:pt>
              <c:pt idx="130">
                <c:v>0.2216114889677111</c:v>
              </c:pt>
              <c:pt idx="131">
                <c:v>0.2216114889677111</c:v>
              </c:pt>
              <c:pt idx="132">
                <c:v>0.2216114889677111</c:v>
              </c:pt>
              <c:pt idx="133">
                <c:v>0.2216114889677111</c:v>
              </c:pt>
              <c:pt idx="134">
                <c:v>0.2216114889677111</c:v>
              </c:pt>
              <c:pt idx="135">
                <c:v>0.2216114889677111</c:v>
              </c:pt>
              <c:pt idx="136">
                <c:v>0.2216114889677111</c:v>
              </c:pt>
              <c:pt idx="137">
                <c:v>0.2216114889677111</c:v>
              </c:pt>
              <c:pt idx="138">
                <c:v>0.2216114889677111</c:v>
              </c:pt>
              <c:pt idx="139">
                <c:v>0.2216114889677111</c:v>
              </c:pt>
              <c:pt idx="140">
                <c:v>0.2216114889677111</c:v>
              </c:pt>
              <c:pt idx="141">
                <c:v>0.2216114889677111</c:v>
              </c:pt>
              <c:pt idx="142">
                <c:v>0.2216114889677111</c:v>
              </c:pt>
              <c:pt idx="143">
                <c:v>0.2216114889677111</c:v>
              </c:pt>
              <c:pt idx="144">
                <c:v>0.2216114889677111</c:v>
              </c:pt>
              <c:pt idx="145">
                <c:v>0.2216114889677111</c:v>
              </c:pt>
              <c:pt idx="146">
                <c:v>0.2216114889677111</c:v>
              </c:pt>
              <c:pt idx="147">
                <c:v>0.2216114889677111</c:v>
              </c:pt>
              <c:pt idx="148">
                <c:v>0.2216114889677111</c:v>
              </c:pt>
              <c:pt idx="149">
                <c:v>0.2216114889677111</c:v>
              </c:pt>
              <c:pt idx="150">
                <c:v>0.2216114889677111</c:v>
              </c:pt>
              <c:pt idx="151">
                <c:v>0.2216114889677111</c:v>
              </c:pt>
              <c:pt idx="152">
                <c:v>0.2216114889677111</c:v>
              </c:pt>
              <c:pt idx="153">
                <c:v>0.2216114889677111</c:v>
              </c:pt>
              <c:pt idx="154">
                <c:v>0.2216114889677111</c:v>
              </c:pt>
              <c:pt idx="155">
                <c:v>0.2216114889677111</c:v>
              </c:pt>
              <c:pt idx="156">
                <c:v>0.2216114889677111</c:v>
              </c:pt>
              <c:pt idx="157">
                <c:v>0.2216114889677111</c:v>
              </c:pt>
              <c:pt idx="158">
                <c:v>0.2216114889677111</c:v>
              </c:pt>
              <c:pt idx="159">
                <c:v>0.2216114889677111</c:v>
              </c:pt>
              <c:pt idx="160">
                <c:v>0.2216114889677111</c:v>
              </c:pt>
              <c:pt idx="161">
                <c:v>0.2216114889677111</c:v>
              </c:pt>
              <c:pt idx="162">
                <c:v>0.2216114889677111</c:v>
              </c:pt>
              <c:pt idx="163">
                <c:v>0.2216114889677111</c:v>
              </c:pt>
              <c:pt idx="164">
                <c:v>0.2216114889677111</c:v>
              </c:pt>
              <c:pt idx="165">
                <c:v>0.2216114889677111</c:v>
              </c:pt>
              <c:pt idx="166">
                <c:v>0.2216114889677111</c:v>
              </c:pt>
              <c:pt idx="167">
                <c:v>0.2216114889677111</c:v>
              </c:pt>
              <c:pt idx="168">
                <c:v>0.2216114889677111</c:v>
              </c:pt>
              <c:pt idx="169">
                <c:v>0.2216114889677111</c:v>
              </c:pt>
              <c:pt idx="170">
                <c:v>0.2216114889677111</c:v>
              </c:pt>
              <c:pt idx="171">
                <c:v>0.2216114889677111</c:v>
              </c:pt>
              <c:pt idx="172">
                <c:v>0.2216114889677111</c:v>
              </c:pt>
              <c:pt idx="173">
                <c:v>0.2216114889677111</c:v>
              </c:pt>
              <c:pt idx="174">
                <c:v>0.2216114889677111</c:v>
              </c:pt>
              <c:pt idx="175">
                <c:v>0.2216114889677111</c:v>
              </c:pt>
              <c:pt idx="176">
                <c:v>0.2216114889677111</c:v>
              </c:pt>
              <c:pt idx="177">
                <c:v>0.2216114889677111</c:v>
              </c:pt>
              <c:pt idx="178">
                <c:v>0.2216114889677111</c:v>
              </c:pt>
              <c:pt idx="179">
                <c:v>0.2216114889677111</c:v>
              </c:pt>
              <c:pt idx="180">
                <c:v>0.2216114889677111</c:v>
              </c:pt>
              <c:pt idx="181">
                <c:v>0.2216114889677111</c:v>
              </c:pt>
              <c:pt idx="182">
                <c:v>0.2216114889677111</c:v>
              </c:pt>
              <c:pt idx="183">
                <c:v>0.2216114889677111</c:v>
              </c:pt>
              <c:pt idx="184">
                <c:v>0.2216114889677111</c:v>
              </c:pt>
              <c:pt idx="185">
                <c:v>0.2216114889677111</c:v>
              </c:pt>
              <c:pt idx="186">
                <c:v>0.2216114889677111</c:v>
              </c:pt>
              <c:pt idx="187">
                <c:v>0.2216114889677111</c:v>
              </c:pt>
              <c:pt idx="188">
                <c:v>0.2216114889677111</c:v>
              </c:pt>
              <c:pt idx="189">
                <c:v>0.2216114889677111</c:v>
              </c:pt>
              <c:pt idx="190">
                <c:v>0.2216114889677111</c:v>
              </c:pt>
              <c:pt idx="191">
                <c:v>0.2216114889677111</c:v>
              </c:pt>
              <c:pt idx="192">
                <c:v>0.2216114889677111</c:v>
              </c:pt>
              <c:pt idx="193">
                <c:v>0.2216114889677111</c:v>
              </c:pt>
              <c:pt idx="194">
                <c:v>0.2216114889677111</c:v>
              </c:pt>
              <c:pt idx="195">
                <c:v>0.2216114889677111</c:v>
              </c:pt>
              <c:pt idx="196">
                <c:v>0.2216114889677111</c:v>
              </c:pt>
              <c:pt idx="197">
                <c:v>0.2216114889677111</c:v>
              </c:pt>
              <c:pt idx="198">
                <c:v>0.2216114889677111</c:v>
              </c:pt>
              <c:pt idx="199">
                <c:v>0.2216114889677111</c:v>
              </c:pt>
              <c:pt idx="200">
                <c:v>0.2216114889677111</c:v>
              </c:pt>
              <c:pt idx="201">
                <c:v>0.2216114889677111</c:v>
              </c:pt>
              <c:pt idx="202">
                <c:v>0.2216114889677111</c:v>
              </c:pt>
              <c:pt idx="203">
                <c:v>0.2216114889677111</c:v>
              </c:pt>
              <c:pt idx="204">
                <c:v>0.2216114889677111</c:v>
              </c:pt>
              <c:pt idx="205">
                <c:v>0.2216114889677111</c:v>
              </c:pt>
              <c:pt idx="206">
                <c:v>0.2216114889677111</c:v>
              </c:pt>
              <c:pt idx="207">
                <c:v>0.2216114889677111</c:v>
              </c:pt>
              <c:pt idx="208">
                <c:v>0.2216114889677111</c:v>
              </c:pt>
              <c:pt idx="209">
                <c:v>0.2216114889677111</c:v>
              </c:pt>
              <c:pt idx="210">
                <c:v>0.2216114889677111</c:v>
              </c:pt>
              <c:pt idx="211">
                <c:v>0.2216114889677111</c:v>
              </c:pt>
              <c:pt idx="212">
                <c:v>0.2216114889677111</c:v>
              </c:pt>
              <c:pt idx="213">
                <c:v>0.2216114889677111</c:v>
              </c:pt>
              <c:pt idx="214">
                <c:v>0.2216114889677111</c:v>
              </c:pt>
              <c:pt idx="215">
                <c:v>0.2216114889677111</c:v>
              </c:pt>
              <c:pt idx="216">
                <c:v>0.2216114889677111</c:v>
              </c:pt>
              <c:pt idx="217">
                <c:v>0.2216114889677111</c:v>
              </c:pt>
              <c:pt idx="218">
                <c:v>0.2216114889677111</c:v>
              </c:pt>
              <c:pt idx="219">
                <c:v>0.2216114889677111</c:v>
              </c:pt>
              <c:pt idx="220">
                <c:v>0.2216114889677111</c:v>
              </c:pt>
              <c:pt idx="221">
                <c:v>0.2216114889677111</c:v>
              </c:pt>
              <c:pt idx="222">
                <c:v>0.2216114889677111</c:v>
              </c:pt>
              <c:pt idx="223">
                <c:v>0.2216114889677111</c:v>
              </c:pt>
              <c:pt idx="224">
                <c:v>0.2216114889677111</c:v>
              </c:pt>
              <c:pt idx="225">
                <c:v>0.2216114889677111</c:v>
              </c:pt>
              <c:pt idx="226">
                <c:v>0.2216114889677111</c:v>
              </c:pt>
              <c:pt idx="227">
                <c:v>0.2216114889677111</c:v>
              </c:pt>
              <c:pt idx="228">
                <c:v>0.2216114889677111</c:v>
              </c:pt>
              <c:pt idx="229">
                <c:v>0.2216114889677111</c:v>
              </c:pt>
              <c:pt idx="230">
                <c:v>0.2216114889677111</c:v>
              </c:pt>
              <c:pt idx="231">
                <c:v>0.2216114889677111</c:v>
              </c:pt>
              <c:pt idx="232">
                <c:v>0.2216114889677111</c:v>
              </c:pt>
              <c:pt idx="233">
                <c:v>0.2216114889677111</c:v>
              </c:pt>
              <c:pt idx="234">
                <c:v>0.2216114889677111</c:v>
              </c:pt>
              <c:pt idx="235">
                <c:v>0.2216114889677111</c:v>
              </c:pt>
              <c:pt idx="236">
                <c:v>0.2216114889677111</c:v>
              </c:pt>
              <c:pt idx="237">
                <c:v>0.2216114889677111</c:v>
              </c:pt>
              <c:pt idx="238">
                <c:v>0.2216114889677111</c:v>
              </c:pt>
              <c:pt idx="239">
                <c:v>0.2216114889677111</c:v>
              </c:pt>
              <c:pt idx="240">
                <c:v>0.2216114889677111</c:v>
              </c:pt>
              <c:pt idx="241">
                <c:v>0.2216114889677111</c:v>
              </c:pt>
              <c:pt idx="242">
                <c:v>0.2216114889677111</c:v>
              </c:pt>
              <c:pt idx="243">
                <c:v>0.2216114889677111</c:v>
              </c:pt>
              <c:pt idx="244">
                <c:v>0.2216114889677111</c:v>
              </c:pt>
              <c:pt idx="245">
                <c:v>0.2216114889677111</c:v>
              </c:pt>
            </c:numLit>
          </c:yVal>
          <c:smooth val="0"/>
        </c:ser>
        <c:ser>
          <c:idx val="5"/>
          <c:order val="5"/>
          <c:tx>
            <c:v>Same-order filling improvement</c:v>
          </c:tx>
          <c:spPr>
            <a:noFill xmlns:a="http://schemas.openxmlformats.org/drawingml/2006/main"/>
            <a:ln xmlns:a="http://schemas.openxmlformats.org/drawingml/2006/main" w="7620">
              <a:solidFill>
                <a:srgbClr val="009E73"/>
              </a:solidFill>
              <a:prstDash val="solid"/>
            </a:ln>
          </c:spPr>
          <c:marker>
            <c:symbol val="none"/>
            <c:size val="7"/>
            <c:spPr>
              <a:solidFill xmlns:a="http://schemas.openxmlformats.org/drawingml/2006/main">
                <a:srgbClr val="009E73"/>
              </a:solidFill>
            </c:spPr>
          </c:marker>
          <c:xVal>
            <c:numLit>
              <c:formatCode>General</c:formatCode>
              <c:ptCount val="246"/>
              <c:pt idx="0">
                <c:v>12.346384203815647</c:v>
              </c:pt>
              <c:pt idx="1">
                <c:v>24.692768407631295</c:v>
              </c:pt>
              <c:pt idx="2">
                <c:v>24.692768407631295</c:v>
              </c:pt>
              <c:pt idx="3">
                <c:v>24.692768407631295</c:v>
              </c:pt>
              <c:pt idx="4">
                <c:v>24.692768407631295</c:v>
              </c:pt>
              <c:pt idx="5">
                <c:v>24.692768407631295</c:v>
              </c:pt>
              <c:pt idx="6">
                <c:v>24.692768407631295</c:v>
              </c:pt>
              <c:pt idx="7">
                <c:v>24.692768407631295</c:v>
              </c:pt>
              <c:pt idx="8">
                <c:v>24.692768407631295</c:v>
              </c:pt>
              <c:pt idx="9">
                <c:v>24.692768407631295</c:v>
              </c:pt>
              <c:pt idx="10">
                <c:v>24.692768407631295</c:v>
              </c:pt>
              <c:pt idx="11">
                <c:v>24.692768407631295</c:v>
              </c:pt>
              <c:pt idx="12">
                <c:v>24.692768407631295</c:v>
              </c:pt>
              <c:pt idx="13">
                <c:v>24.692768407631295</c:v>
              </c:pt>
              <c:pt idx="14">
                <c:v>24.692768407631295</c:v>
              </c:pt>
              <c:pt idx="15">
                <c:v>24.692768407631295</c:v>
              </c:pt>
              <c:pt idx="16">
                <c:v>24.692768407631295</c:v>
              </c:pt>
              <c:pt idx="17">
                <c:v>24.692768407631295</c:v>
              </c:pt>
              <c:pt idx="18">
                <c:v>24.692768407631295</c:v>
              </c:pt>
              <c:pt idx="19">
                <c:v>24.692768407631295</c:v>
              </c:pt>
              <c:pt idx="20">
                <c:v>24.692768407631295</c:v>
              </c:pt>
              <c:pt idx="21">
                <c:v>24.692768407631295</c:v>
              </c:pt>
              <c:pt idx="22">
                <c:v>24.692768407631295</c:v>
              </c:pt>
              <c:pt idx="23">
                <c:v>24.692768407631295</c:v>
              </c:pt>
              <c:pt idx="24">
                <c:v>24.692768407631295</c:v>
              </c:pt>
              <c:pt idx="25">
                <c:v>24.692768407631295</c:v>
              </c:pt>
              <c:pt idx="26">
                <c:v>24.692768407631295</c:v>
              </c:pt>
              <c:pt idx="27">
                <c:v>24.692768407631295</c:v>
              </c:pt>
              <c:pt idx="28">
                <c:v>24.692768407631295</c:v>
              </c:pt>
              <c:pt idx="29">
                <c:v>24.692768407631295</c:v>
              </c:pt>
              <c:pt idx="30">
                <c:v>24.692768407631295</c:v>
              </c:pt>
              <c:pt idx="31">
                <c:v>24.692768407631295</c:v>
              </c:pt>
              <c:pt idx="32">
                <c:v>24.692768407631295</c:v>
              </c:pt>
              <c:pt idx="33">
                <c:v>24.692768407631295</c:v>
              </c:pt>
              <c:pt idx="34">
                <c:v>24.692768407631295</c:v>
              </c:pt>
              <c:pt idx="35">
                <c:v>24.692768407631295</c:v>
              </c:pt>
              <c:pt idx="36">
                <c:v>24.692768407631295</c:v>
              </c:pt>
              <c:pt idx="37">
                <c:v>24.692768407631295</c:v>
              </c:pt>
              <c:pt idx="38">
                <c:v>24.692768407631295</c:v>
              </c:pt>
              <c:pt idx="39">
                <c:v>24.692768407631295</c:v>
              </c:pt>
              <c:pt idx="40">
                <c:v>24.692768407631295</c:v>
              </c:pt>
              <c:pt idx="41">
                <c:v>24.692768407631295</c:v>
              </c:pt>
              <c:pt idx="42">
                <c:v>24.692768407631295</c:v>
              </c:pt>
              <c:pt idx="43">
                <c:v>24.692768407631295</c:v>
              </c:pt>
              <c:pt idx="44">
                <c:v>24.692768407631295</c:v>
              </c:pt>
              <c:pt idx="45">
                <c:v>24.692768407631295</c:v>
              </c:pt>
              <c:pt idx="46">
                <c:v>24.692768407631295</c:v>
              </c:pt>
              <c:pt idx="47">
                <c:v>24.692768407631295</c:v>
              </c:pt>
              <c:pt idx="48">
                <c:v>24.692768407631295</c:v>
              </c:pt>
              <c:pt idx="49">
                <c:v>24.692768407631295</c:v>
              </c:pt>
              <c:pt idx="50">
                <c:v>24.692768407631295</c:v>
              </c:pt>
              <c:pt idx="51">
                <c:v>24.692768407631295</c:v>
              </c:pt>
              <c:pt idx="52">
                <c:v>24.692768407631295</c:v>
              </c:pt>
              <c:pt idx="53">
                <c:v>24.692768407631295</c:v>
              </c:pt>
              <c:pt idx="54">
                <c:v>24.692768407631295</c:v>
              </c:pt>
              <c:pt idx="55">
                <c:v>24.692768407631295</c:v>
              </c:pt>
              <c:pt idx="56">
                <c:v>24.692768407631295</c:v>
              </c:pt>
              <c:pt idx="57">
                <c:v>24.692768407631295</c:v>
              </c:pt>
              <c:pt idx="58">
                <c:v>24.692768407631295</c:v>
              </c:pt>
              <c:pt idx="59">
                <c:v>24.692768407631295</c:v>
              </c:pt>
              <c:pt idx="60">
                <c:v>24.692768407631295</c:v>
              </c:pt>
              <c:pt idx="61">
                <c:v>24.692768407631295</c:v>
              </c:pt>
              <c:pt idx="62">
                <c:v>24.692768407631295</c:v>
              </c:pt>
              <c:pt idx="63">
                <c:v>24.692768407631295</c:v>
              </c:pt>
              <c:pt idx="64">
                <c:v>24.692768407631295</c:v>
              </c:pt>
              <c:pt idx="65">
                <c:v>24.692768407631295</c:v>
              </c:pt>
              <c:pt idx="66">
                <c:v>24.692768407631295</c:v>
              </c:pt>
              <c:pt idx="67">
                <c:v>24.692768407631295</c:v>
              </c:pt>
              <c:pt idx="68">
                <c:v>24.692768407631295</c:v>
              </c:pt>
              <c:pt idx="69">
                <c:v>24.692768407631295</c:v>
              </c:pt>
              <c:pt idx="70">
                <c:v>24.692768407631295</c:v>
              </c:pt>
              <c:pt idx="71">
                <c:v>24.692768407631295</c:v>
              </c:pt>
              <c:pt idx="72">
                <c:v>24.692768407631295</c:v>
              </c:pt>
              <c:pt idx="73">
                <c:v>24.692768407631295</c:v>
              </c:pt>
              <c:pt idx="74">
                <c:v>24.692768407631295</c:v>
              </c:pt>
              <c:pt idx="75">
                <c:v>24.692768407631295</c:v>
              </c:pt>
              <c:pt idx="76">
                <c:v>24.692768407631295</c:v>
              </c:pt>
              <c:pt idx="77">
                <c:v>24.692768407631295</c:v>
              </c:pt>
              <c:pt idx="78">
                <c:v>24.692768407631295</c:v>
              </c:pt>
              <c:pt idx="79">
                <c:v>24.692768407631295</c:v>
              </c:pt>
              <c:pt idx="80">
                <c:v>24.692768407631295</c:v>
              </c:pt>
              <c:pt idx="81">
                <c:v>24.692768407631295</c:v>
              </c:pt>
              <c:pt idx="82">
                <c:v>24.692768407631295</c:v>
              </c:pt>
              <c:pt idx="83">
                <c:v>24.692768407631295</c:v>
              </c:pt>
              <c:pt idx="84">
                <c:v>24.692768407631295</c:v>
              </c:pt>
              <c:pt idx="85">
                <c:v>24.692768407631295</c:v>
              </c:pt>
              <c:pt idx="86">
                <c:v>24.692768407631295</c:v>
              </c:pt>
              <c:pt idx="87">
                <c:v>24.692768407631295</c:v>
              </c:pt>
              <c:pt idx="88">
                <c:v>24.692768407631295</c:v>
              </c:pt>
              <c:pt idx="89">
                <c:v>24.692768407631295</c:v>
              </c:pt>
              <c:pt idx="90">
                <c:v>24.692768407631295</c:v>
              </c:pt>
              <c:pt idx="91">
                <c:v>24.692768407631295</c:v>
              </c:pt>
              <c:pt idx="92">
                <c:v>24.692768407631295</c:v>
              </c:pt>
              <c:pt idx="93">
                <c:v>24.692768407631295</c:v>
              </c:pt>
              <c:pt idx="94">
                <c:v>24.692768407631295</c:v>
              </c:pt>
              <c:pt idx="95">
                <c:v>24.692768407631295</c:v>
              </c:pt>
              <c:pt idx="96">
                <c:v>24.692768407631295</c:v>
              </c:pt>
              <c:pt idx="97">
                <c:v>24.692768407631295</c:v>
              </c:pt>
              <c:pt idx="98">
                <c:v>24.692768407631295</c:v>
              </c:pt>
              <c:pt idx="99">
                <c:v>24.692768407631295</c:v>
              </c:pt>
              <c:pt idx="100">
                <c:v>24.692768407631295</c:v>
              </c:pt>
              <c:pt idx="101">
                <c:v>24.692768407631295</c:v>
              </c:pt>
              <c:pt idx="102">
                <c:v>24.692768407631295</c:v>
              </c:pt>
              <c:pt idx="103">
                <c:v>24.692768407631295</c:v>
              </c:pt>
              <c:pt idx="104">
                <c:v>24.692768407631295</c:v>
              </c:pt>
              <c:pt idx="105">
                <c:v>24.692768407631295</c:v>
              </c:pt>
              <c:pt idx="106">
                <c:v>24.692768407631295</c:v>
              </c:pt>
              <c:pt idx="107">
                <c:v>24.692768407631295</c:v>
              </c:pt>
              <c:pt idx="108">
                <c:v>24.692768407631295</c:v>
              </c:pt>
              <c:pt idx="109">
                <c:v>24.692768407631295</c:v>
              </c:pt>
              <c:pt idx="110">
                <c:v>24.692768407631295</c:v>
              </c:pt>
              <c:pt idx="111">
                <c:v>24.692768407631295</c:v>
              </c:pt>
              <c:pt idx="112">
                <c:v>24.692768407631295</c:v>
              </c:pt>
              <c:pt idx="113">
                <c:v>24.692768407631295</c:v>
              </c:pt>
              <c:pt idx="114">
                <c:v>24.692768407631295</c:v>
              </c:pt>
              <c:pt idx="115">
                <c:v>24.692768407631295</c:v>
              </c:pt>
              <c:pt idx="116">
                <c:v>24.692768407631295</c:v>
              </c:pt>
              <c:pt idx="117">
                <c:v>24.692768407631295</c:v>
              </c:pt>
              <c:pt idx="118">
                <c:v>24.692768407631295</c:v>
              </c:pt>
              <c:pt idx="119">
                <c:v>24.692768407631295</c:v>
              </c:pt>
              <c:pt idx="120">
                <c:v>24.692768407631295</c:v>
              </c:pt>
              <c:pt idx="121">
                <c:v>24.692768407631295</c:v>
              </c:pt>
              <c:pt idx="122">
                <c:v>24.692768407631295</c:v>
              </c:pt>
              <c:pt idx="123">
                <c:v>24.692768407631295</c:v>
              </c:pt>
              <c:pt idx="124">
                <c:v>24.692768407631295</c:v>
              </c:pt>
              <c:pt idx="125">
                <c:v>24.692768407631295</c:v>
              </c:pt>
              <c:pt idx="126">
                <c:v>24.692768407631295</c:v>
              </c:pt>
              <c:pt idx="127">
                <c:v>24.692768407631295</c:v>
              </c:pt>
              <c:pt idx="128">
                <c:v>24.692768407631295</c:v>
              </c:pt>
              <c:pt idx="129">
                <c:v>24.692768407631295</c:v>
              </c:pt>
              <c:pt idx="130">
                <c:v>24.692768407631295</c:v>
              </c:pt>
              <c:pt idx="131">
                <c:v>24.692768407631295</c:v>
              </c:pt>
              <c:pt idx="132">
                <c:v>24.692768407631295</c:v>
              </c:pt>
              <c:pt idx="133">
                <c:v>24.692768407631295</c:v>
              </c:pt>
              <c:pt idx="134">
                <c:v>24.692768407631295</c:v>
              </c:pt>
              <c:pt idx="135">
                <c:v>24.692768407631295</c:v>
              </c:pt>
              <c:pt idx="136">
                <c:v>24.692768407631295</c:v>
              </c:pt>
              <c:pt idx="137">
                <c:v>24.692768407631295</c:v>
              </c:pt>
              <c:pt idx="138">
                <c:v>24.692768407631295</c:v>
              </c:pt>
              <c:pt idx="139">
                <c:v>24.692768407631295</c:v>
              </c:pt>
              <c:pt idx="140">
                <c:v>24.692768407631295</c:v>
              </c:pt>
              <c:pt idx="141">
                <c:v>24.692768407631295</c:v>
              </c:pt>
              <c:pt idx="142">
                <c:v>24.692768407631295</c:v>
              </c:pt>
              <c:pt idx="143">
                <c:v>24.692768407631295</c:v>
              </c:pt>
              <c:pt idx="144">
                <c:v>24.692768407631295</c:v>
              </c:pt>
              <c:pt idx="145">
                <c:v>24.692768407631295</c:v>
              </c:pt>
              <c:pt idx="146">
                <c:v>24.692768407631295</c:v>
              </c:pt>
              <c:pt idx="147">
                <c:v>24.692768407631295</c:v>
              </c:pt>
              <c:pt idx="148">
                <c:v>24.692768407631295</c:v>
              </c:pt>
              <c:pt idx="149">
                <c:v>24.692768407631295</c:v>
              </c:pt>
              <c:pt idx="150">
                <c:v>24.692768407631295</c:v>
              </c:pt>
              <c:pt idx="151">
                <c:v>24.692768407631295</c:v>
              </c:pt>
              <c:pt idx="152">
                <c:v>24.692768407631295</c:v>
              </c:pt>
              <c:pt idx="153">
                <c:v>24.692768407631295</c:v>
              </c:pt>
              <c:pt idx="154">
                <c:v>24.692768407631295</c:v>
              </c:pt>
              <c:pt idx="155">
                <c:v>24.692768407631295</c:v>
              </c:pt>
              <c:pt idx="156">
                <c:v>24.692768407631295</c:v>
              </c:pt>
              <c:pt idx="157">
                <c:v>24.692768407631295</c:v>
              </c:pt>
              <c:pt idx="158">
                <c:v>24.692768407631295</c:v>
              </c:pt>
              <c:pt idx="159">
                <c:v>24.692768407631295</c:v>
              </c:pt>
              <c:pt idx="160">
                <c:v>24.692768407631295</c:v>
              </c:pt>
              <c:pt idx="161">
                <c:v>24.692768407631295</c:v>
              </c:pt>
              <c:pt idx="162">
                <c:v>24.692768407631295</c:v>
              </c:pt>
              <c:pt idx="163">
                <c:v>24.692768407631295</c:v>
              </c:pt>
              <c:pt idx="164">
                <c:v>24.692768407631295</c:v>
              </c:pt>
              <c:pt idx="165">
                <c:v>24.692768407631295</c:v>
              </c:pt>
              <c:pt idx="166">
                <c:v>24.692768407631295</c:v>
              </c:pt>
              <c:pt idx="167">
                <c:v>24.692768407631295</c:v>
              </c:pt>
              <c:pt idx="168">
                <c:v>24.692768407631295</c:v>
              </c:pt>
              <c:pt idx="169">
                <c:v>24.692768407631295</c:v>
              </c:pt>
              <c:pt idx="170">
                <c:v>24.692768407631295</c:v>
              </c:pt>
              <c:pt idx="171">
                <c:v>24.692768407631295</c:v>
              </c:pt>
              <c:pt idx="172">
                <c:v>24.692768407631295</c:v>
              </c:pt>
              <c:pt idx="173">
                <c:v>24.692768407631295</c:v>
              </c:pt>
              <c:pt idx="174">
                <c:v>24.692768407631295</c:v>
              </c:pt>
              <c:pt idx="175">
                <c:v>24.692768407631295</c:v>
              </c:pt>
              <c:pt idx="176">
                <c:v>24.692768407631295</c:v>
              </c:pt>
              <c:pt idx="177">
                <c:v>24.692768407631295</c:v>
              </c:pt>
              <c:pt idx="178">
                <c:v>24.692768407631295</c:v>
              </c:pt>
              <c:pt idx="179">
                <c:v>24.692768407631295</c:v>
              </c:pt>
              <c:pt idx="180">
                <c:v>24.692768407631295</c:v>
              </c:pt>
              <c:pt idx="181">
                <c:v>24.692768407631295</c:v>
              </c:pt>
              <c:pt idx="182">
                <c:v>24.692768407631295</c:v>
              </c:pt>
              <c:pt idx="183">
                <c:v>24.692768407631295</c:v>
              </c:pt>
              <c:pt idx="184">
                <c:v>24.692768407631295</c:v>
              </c:pt>
              <c:pt idx="185">
                <c:v>24.692768407631295</c:v>
              </c:pt>
              <c:pt idx="186">
                <c:v>24.692768407631295</c:v>
              </c:pt>
              <c:pt idx="187">
                <c:v>24.692768407631295</c:v>
              </c:pt>
              <c:pt idx="188">
                <c:v>24.692768407631295</c:v>
              </c:pt>
              <c:pt idx="189">
                <c:v>24.692768407631295</c:v>
              </c:pt>
              <c:pt idx="190">
                <c:v>24.692768407631295</c:v>
              </c:pt>
              <c:pt idx="191">
                <c:v>24.692768407631295</c:v>
              </c:pt>
              <c:pt idx="192">
                <c:v>24.692768407631295</c:v>
              </c:pt>
              <c:pt idx="193">
                <c:v>24.692768407631295</c:v>
              </c:pt>
              <c:pt idx="194">
                <c:v>24.692768407631295</c:v>
              </c:pt>
              <c:pt idx="195">
                <c:v>24.692768407631295</c:v>
              </c:pt>
              <c:pt idx="196">
                <c:v>24.692768407631295</c:v>
              </c:pt>
              <c:pt idx="197">
                <c:v>24.692768407631295</c:v>
              </c:pt>
              <c:pt idx="198">
                <c:v>24.692768407631295</c:v>
              </c:pt>
              <c:pt idx="199">
                <c:v>24.692768407631295</c:v>
              </c:pt>
              <c:pt idx="200">
                <c:v>24.692768407631295</c:v>
              </c:pt>
              <c:pt idx="201">
                <c:v>24.692768407631295</c:v>
              </c:pt>
              <c:pt idx="202">
                <c:v>24.692768407631295</c:v>
              </c:pt>
              <c:pt idx="203">
                <c:v>24.692768407631295</c:v>
              </c:pt>
              <c:pt idx="204">
                <c:v>24.692768407631295</c:v>
              </c:pt>
              <c:pt idx="205">
                <c:v>24.692768407631295</c:v>
              </c:pt>
              <c:pt idx="206">
                <c:v>24.692768407631295</c:v>
              </c:pt>
              <c:pt idx="207">
                <c:v>24.692768407631295</c:v>
              </c:pt>
              <c:pt idx="208">
                <c:v>24.692768407631295</c:v>
              </c:pt>
              <c:pt idx="209">
                <c:v>24.692768407631295</c:v>
              </c:pt>
              <c:pt idx="210">
                <c:v>24.692768407631295</c:v>
              </c:pt>
              <c:pt idx="211">
                <c:v>24.692768407631295</c:v>
              </c:pt>
              <c:pt idx="212">
                <c:v>24.692768407631295</c:v>
              </c:pt>
              <c:pt idx="213">
                <c:v>24.692768407631295</c:v>
              </c:pt>
              <c:pt idx="214">
                <c:v>24.692768407631295</c:v>
              </c:pt>
              <c:pt idx="215">
                <c:v>24.692768407631295</c:v>
              </c:pt>
              <c:pt idx="216">
                <c:v>24.692768407631295</c:v>
              </c:pt>
              <c:pt idx="217">
                <c:v>24.692768407631295</c:v>
              </c:pt>
              <c:pt idx="218">
                <c:v>24.692768407631295</c:v>
              </c:pt>
              <c:pt idx="219">
                <c:v>24.692768407631295</c:v>
              </c:pt>
              <c:pt idx="220">
                <c:v>24.692768407631295</c:v>
              </c:pt>
              <c:pt idx="221">
                <c:v>24.692768407631295</c:v>
              </c:pt>
              <c:pt idx="222">
                <c:v>24.692768407631295</c:v>
              </c:pt>
              <c:pt idx="223">
                <c:v>24.692768407631295</c:v>
              </c:pt>
              <c:pt idx="224">
                <c:v>24.692768407631295</c:v>
              </c:pt>
              <c:pt idx="225">
                <c:v>24.692768407631295</c:v>
              </c:pt>
              <c:pt idx="226">
                <c:v>24.692768407631295</c:v>
              </c:pt>
              <c:pt idx="227">
                <c:v>24.692768407631295</c:v>
              </c:pt>
              <c:pt idx="228">
                <c:v>24.692768407631295</c:v>
              </c:pt>
              <c:pt idx="229">
                <c:v>24.692768407631295</c:v>
              </c:pt>
              <c:pt idx="230">
                <c:v>24.692768407631295</c:v>
              </c:pt>
              <c:pt idx="231">
                <c:v>24.692768407631295</c:v>
              </c:pt>
              <c:pt idx="232">
                <c:v>24.692768407631295</c:v>
              </c:pt>
              <c:pt idx="233">
                <c:v>24.692768407631295</c:v>
              </c:pt>
              <c:pt idx="234">
                <c:v>24.692768407631295</c:v>
              </c:pt>
              <c:pt idx="235">
                <c:v>24.692768407631295</c:v>
              </c:pt>
              <c:pt idx="236">
                <c:v>24.692768407631295</c:v>
              </c:pt>
              <c:pt idx="237">
                <c:v>24.692768407631295</c:v>
              </c:pt>
              <c:pt idx="238">
                <c:v>24.692768407631295</c:v>
              </c:pt>
              <c:pt idx="239">
                <c:v>24.692768407631295</c:v>
              </c:pt>
              <c:pt idx="240">
                <c:v>24.692768407631295</c:v>
              </c:pt>
              <c:pt idx="241">
                <c:v>24.692768407631295</c:v>
              </c:pt>
              <c:pt idx="242">
                <c:v>24.692768407631295</c:v>
              </c:pt>
              <c:pt idx="243">
                <c:v>24.692768407631295</c:v>
              </c:pt>
              <c:pt idx="244">
                <c:v>24.692768407631295</c:v>
              </c:pt>
              <c:pt idx="245">
                <c:v>24.692768407631295</c:v>
              </c:pt>
            </c:numLit>
          </c:xVal>
          <c:yVal>
            <c:numLit>
              <c:formatCode>0.0</c:formatCode>
              <c:ptCount val="246"/>
              <c:pt idx="0">
                <c:v>0.2216114889677111</c:v>
              </c:pt>
              <c:pt idx="1">
                <c:v>0.2216114889677111</c:v>
              </c:pt>
              <c:pt idx="2">
                <c:v>0.2216114889677111</c:v>
              </c:pt>
              <c:pt idx="3">
                <c:v>0.2216114889677111</c:v>
              </c:pt>
              <c:pt idx="4">
                <c:v>0.2216114889677111</c:v>
              </c:pt>
              <c:pt idx="5">
                <c:v>0.2216114889677111</c:v>
              </c:pt>
              <c:pt idx="6">
                <c:v>0.2216114889677111</c:v>
              </c:pt>
              <c:pt idx="7">
                <c:v>0.2216114889677111</c:v>
              </c:pt>
              <c:pt idx="8">
                <c:v>0.2216114889677111</c:v>
              </c:pt>
              <c:pt idx="9">
                <c:v>0.2216114889677111</c:v>
              </c:pt>
              <c:pt idx="10">
                <c:v>0.2216114889677111</c:v>
              </c:pt>
              <c:pt idx="11">
                <c:v>0.2216114889677111</c:v>
              </c:pt>
              <c:pt idx="12">
                <c:v>0.2216114889677111</c:v>
              </c:pt>
              <c:pt idx="13">
                <c:v>0.2216114889677111</c:v>
              </c:pt>
              <c:pt idx="14">
                <c:v>0.2216114889677111</c:v>
              </c:pt>
              <c:pt idx="15">
                <c:v>0.2216114889677111</c:v>
              </c:pt>
              <c:pt idx="16">
                <c:v>0.2216114889677111</c:v>
              </c:pt>
              <c:pt idx="17">
                <c:v>0.2216114889677111</c:v>
              </c:pt>
              <c:pt idx="18">
                <c:v>0.2216114889677111</c:v>
              </c:pt>
              <c:pt idx="19">
                <c:v>0.2216114889677111</c:v>
              </c:pt>
              <c:pt idx="20">
                <c:v>0.2216114889677111</c:v>
              </c:pt>
              <c:pt idx="21">
                <c:v>0.2216114889677111</c:v>
              </c:pt>
              <c:pt idx="22">
                <c:v>0.2216114889677111</c:v>
              </c:pt>
              <c:pt idx="23">
                <c:v>0.2216114889677111</c:v>
              </c:pt>
              <c:pt idx="24">
                <c:v>0.2216114889677111</c:v>
              </c:pt>
              <c:pt idx="25">
                <c:v>0.2216114889677111</c:v>
              </c:pt>
              <c:pt idx="26">
                <c:v>0.2216114889677111</c:v>
              </c:pt>
              <c:pt idx="27">
                <c:v>0.2216114889677111</c:v>
              </c:pt>
              <c:pt idx="28">
                <c:v>0.2216114889677111</c:v>
              </c:pt>
              <c:pt idx="29">
                <c:v>0.2216114889677111</c:v>
              </c:pt>
              <c:pt idx="30">
                <c:v>0.2216114889677111</c:v>
              </c:pt>
              <c:pt idx="31">
                <c:v>0.2216114889677111</c:v>
              </c:pt>
              <c:pt idx="32">
                <c:v>0.2216114889677111</c:v>
              </c:pt>
              <c:pt idx="33">
                <c:v>0.2216114889677111</c:v>
              </c:pt>
              <c:pt idx="34">
                <c:v>0.2216114889677111</c:v>
              </c:pt>
              <c:pt idx="35">
                <c:v>0.2216114889677111</c:v>
              </c:pt>
              <c:pt idx="36">
                <c:v>0.2216114889677111</c:v>
              </c:pt>
              <c:pt idx="37">
                <c:v>0.2216114889677111</c:v>
              </c:pt>
              <c:pt idx="38">
                <c:v>0.2216114889677111</c:v>
              </c:pt>
              <c:pt idx="39">
                <c:v>0.2216114889677111</c:v>
              </c:pt>
              <c:pt idx="40">
                <c:v>0.2216114889677111</c:v>
              </c:pt>
              <c:pt idx="41">
                <c:v>0.2216114889677111</c:v>
              </c:pt>
              <c:pt idx="42">
                <c:v>0.2216114889677111</c:v>
              </c:pt>
              <c:pt idx="43">
                <c:v>0.2216114889677111</c:v>
              </c:pt>
              <c:pt idx="44">
                <c:v>0.2216114889677111</c:v>
              </c:pt>
              <c:pt idx="45">
                <c:v>0.2216114889677111</c:v>
              </c:pt>
              <c:pt idx="46">
                <c:v>0.2216114889677111</c:v>
              </c:pt>
              <c:pt idx="47">
                <c:v>0.2216114889677111</c:v>
              </c:pt>
              <c:pt idx="48">
                <c:v>0.2216114889677111</c:v>
              </c:pt>
              <c:pt idx="49">
                <c:v>0.2216114889677111</c:v>
              </c:pt>
              <c:pt idx="50">
                <c:v>0.2216114889677111</c:v>
              </c:pt>
              <c:pt idx="51">
                <c:v>0.2216114889677111</c:v>
              </c:pt>
              <c:pt idx="52">
                <c:v>0.2216114889677111</c:v>
              </c:pt>
              <c:pt idx="53">
                <c:v>0.2216114889677111</c:v>
              </c:pt>
              <c:pt idx="54">
                <c:v>0.2216114889677111</c:v>
              </c:pt>
              <c:pt idx="55">
                <c:v>0.2216114889677111</c:v>
              </c:pt>
              <c:pt idx="56">
                <c:v>0.2216114889677111</c:v>
              </c:pt>
              <c:pt idx="57">
                <c:v>0.2216114889677111</c:v>
              </c:pt>
              <c:pt idx="58">
                <c:v>0.2216114889677111</c:v>
              </c:pt>
              <c:pt idx="59">
                <c:v>0.2216114889677111</c:v>
              </c:pt>
              <c:pt idx="60">
                <c:v>0.2216114889677111</c:v>
              </c:pt>
              <c:pt idx="61">
                <c:v>0.2216114889677111</c:v>
              </c:pt>
              <c:pt idx="62">
                <c:v>0.2216114889677111</c:v>
              </c:pt>
              <c:pt idx="63">
                <c:v>0.2216114889677111</c:v>
              </c:pt>
              <c:pt idx="64">
                <c:v>0.2216114889677111</c:v>
              </c:pt>
              <c:pt idx="65">
                <c:v>0.2216114889677111</c:v>
              </c:pt>
              <c:pt idx="66">
                <c:v>0.2216114889677111</c:v>
              </c:pt>
              <c:pt idx="67">
                <c:v>0.2216114889677111</c:v>
              </c:pt>
              <c:pt idx="68">
                <c:v>0.2216114889677111</c:v>
              </c:pt>
              <c:pt idx="69">
                <c:v>0.2216114889677111</c:v>
              </c:pt>
              <c:pt idx="70">
                <c:v>0.2216114889677111</c:v>
              </c:pt>
              <c:pt idx="71">
                <c:v>0.2216114889677111</c:v>
              </c:pt>
              <c:pt idx="72">
                <c:v>0.2216114889677111</c:v>
              </c:pt>
              <c:pt idx="73">
                <c:v>0.2216114889677111</c:v>
              </c:pt>
              <c:pt idx="74">
                <c:v>0.2216114889677111</c:v>
              </c:pt>
              <c:pt idx="75">
                <c:v>0.2216114889677111</c:v>
              </c:pt>
              <c:pt idx="76">
                <c:v>0.2216114889677111</c:v>
              </c:pt>
              <c:pt idx="77">
                <c:v>0.2216114889677111</c:v>
              </c:pt>
              <c:pt idx="78">
                <c:v>0.2216114889677111</c:v>
              </c:pt>
              <c:pt idx="79">
                <c:v>0.2216114889677111</c:v>
              </c:pt>
              <c:pt idx="80">
                <c:v>0.2216114889677111</c:v>
              </c:pt>
              <c:pt idx="81">
                <c:v>0.2216114889677111</c:v>
              </c:pt>
              <c:pt idx="82">
                <c:v>0.2216114889677111</c:v>
              </c:pt>
              <c:pt idx="83">
                <c:v>0.2216114889677111</c:v>
              </c:pt>
              <c:pt idx="84">
                <c:v>0.2216114889677111</c:v>
              </c:pt>
              <c:pt idx="85">
                <c:v>0.2216114889677111</c:v>
              </c:pt>
              <c:pt idx="86">
                <c:v>0.2216114889677111</c:v>
              </c:pt>
              <c:pt idx="87">
                <c:v>0.2216114889677111</c:v>
              </c:pt>
              <c:pt idx="88">
                <c:v>0.2216114889677111</c:v>
              </c:pt>
              <c:pt idx="89">
                <c:v>0.2216114889677111</c:v>
              </c:pt>
              <c:pt idx="90">
                <c:v>0.2216114889677111</c:v>
              </c:pt>
              <c:pt idx="91">
                <c:v>0.2216114889677111</c:v>
              </c:pt>
              <c:pt idx="92">
                <c:v>0.2216114889677111</c:v>
              </c:pt>
              <c:pt idx="93">
                <c:v>0.2216114889677111</c:v>
              </c:pt>
              <c:pt idx="94">
                <c:v>0.2216114889677111</c:v>
              </c:pt>
              <c:pt idx="95">
                <c:v>0.2216114889677111</c:v>
              </c:pt>
              <c:pt idx="96">
                <c:v>0.2216114889677111</c:v>
              </c:pt>
              <c:pt idx="97">
                <c:v>0.2216114889677111</c:v>
              </c:pt>
              <c:pt idx="98">
                <c:v>0.2216114889677111</c:v>
              </c:pt>
              <c:pt idx="99">
                <c:v>0.2216114889677111</c:v>
              </c:pt>
              <c:pt idx="100">
                <c:v>0.2216114889677111</c:v>
              </c:pt>
              <c:pt idx="101">
                <c:v>0.2216114889677111</c:v>
              </c:pt>
              <c:pt idx="102">
                <c:v>0.2216114889677111</c:v>
              </c:pt>
              <c:pt idx="103">
                <c:v>0.2216114889677111</c:v>
              </c:pt>
              <c:pt idx="104">
                <c:v>0.2216114889677111</c:v>
              </c:pt>
              <c:pt idx="105">
                <c:v>0.2216114889677111</c:v>
              </c:pt>
              <c:pt idx="106">
                <c:v>0.2216114889677111</c:v>
              </c:pt>
              <c:pt idx="107">
                <c:v>0.2216114889677111</c:v>
              </c:pt>
              <c:pt idx="108">
                <c:v>0.2216114889677111</c:v>
              </c:pt>
              <c:pt idx="109">
                <c:v>0.2216114889677111</c:v>
              </c:pt>
              <c:pt idx="110">
                <c:v>0.2216114889677111</c:v>
              </c:pt>
              <c:pt idx="111">
                <c:v>0.2216114889677111</c:v>
              </c:pt>
              <c:pt idx="112">
                <c:v>0.2216114889677111</c:v>
              </c:pt>
              <c:pt idx="113">
                <c:v>0.2216114889677111</c:v>
              </c:pt>
              <c:pt idx="114">
                <c:v>0.2216114889677111</c:v>
              </c:pt>
              <c:pt idx="115">
                <c:v>0.2216114889677111</c:v>
              </c:pt>
              <c:pt idx="116">
                <c:v>0.2216114889677111</c:v>
              </c:pt>
              <c:pt idx="117">
                <c:v>0.2216114889677111</c:v>
              </c:pt>
              <c:pt idx="118">
                <c:v>0.2216114889677111</c:v>
              </c:pt>
              <c:pt idx="119">
                <c:v>0.2216114889677111</c:v>
              </c:pt>
              <c:pt idx="120">
                <c:v>0.2216114889677111</c:v>
              </c:pt>
              <c:pt idx="121">
                <c:v>0.2216114889677111</c:v>
              </c:pt>
              <c:pt idx="122">
                <c:v>0.2216114889677111</c:v>
              </c:pt>
              <c:pt idx="123">
                <c:v>0.2216114889677111</c:v>
              </c:pt>
              <c:pt idx="124">
                <c:v>0.2216114889677111</c:v>
              </c:pt>
              <c:pt idx="125">
                <c:v>0.2216114889677111</c:v>
              </c:pt>
              <c:pt idx="126">
                <c:v>0.2216114889677111</c:v>
              </c:pt>
              <c:pt idx="127">
                <c:v>0.2216114889677111</c:v>
              </c:pt>
              <c:pt idx="128">
                <c:v>0.2216114889677111</c:v>
              </c:pt>
              <c:pt idx="129">
                <c:v>0.2216114889677111</c:v>
              </c:pt>
              <c:pt idx="130">
                <c:v>0.2216114889677111</c:v>
              </c:pt>
              <c:pt idx="131">
                <c:v>0.2216114889677111</c:v>
              </c:pt>
              <c:pt idx="132">
                <c:v>0.2216114889677111</c:v>
              </c:pt>
              <c:pt idx="133">
                <c:v>0.2216114889677111</c:v>
              </c:pt>
              <c:pt idx="134">
                <c:v>0.2216114889677111</c:v>
              </c:pt>
              <c:pt idx="135">
                <c:v>0.2216114889677111</c:v>
              </c:pt>
              <c:pt idx="136">
                <c:v>0.2216114889677111</c:v>
              </c:pt>
              <c:pt idx="137">
                <c:v>0.2216114889677111</c:v>
              </c:pt>
              <c:pt idx="138">
                <c:v>0.2216114889677111</c:v>
              </c:pt>
              <c:pt idx="139">
                <c:v>0.2216114889677111</c:v>
              </c:pt>
              <c:pt idx="140">
                <c:v>0.2216114889677111</c:v>
              </c:pt>
              <c:pt idx="141">
                <c:v>0.2216114889677111</c:v>
              </c:pt>
              <c:pt idx="142">
                <c:v>0.2216114889677111</c:v>
              </c:pt>
              <c:pt idx="143">
                <c:v>0.2216114889677111</c:v>
              </c:pt>
              <c:pt idx="144">
                <c:v>0.2216114889677111</c:v>
              </c:pt>
              <c:pt idx="145">
                <c:v>0.2216114889677111</c:v>
              </c:pt>
              <c:pt idx="146">
                <c:v>0.2216114889677111</c:v>
              </c:pt>
              <c:pt idx="147">
                <c:v>0.2216114889677111</c:v>
              </c:pt>
              <c:pt idx="148">
                <c:v>0.2216114889677111</c:v>
              </c:pt>
              <c:pt idx="149">
                <c:v>0.2216114889677111</c:v>
              </c:pt>
              <c:pt idx="150">
                <c:v>0.2216114889677111</c:v>
              </c:pt>
              <c:pt idx="151">
                <c:v>0.2216114889677111</c:v>
              </c:pt>
              <c:pt idx="152">
                <c:v>0.2216114889677111</c:v>
              </c:pt>
              <c:pt idx="153">
                <c:v>0.2216114889677111</c:v>
              </c:pt>
              <c:pt idx="154">
                <c:v>0.2216114889677111</c:v>
              </c:pt>
              <c:pt idx="155">
                <c:v>0.2216114889677111</c:v>
              </c:pt>
              <c:pt idx="156">
                <c:v>0.2216114889677111</c:v>
              </c:pt>
              <c:pt idx="157">
                <c:v>0.2216114889677111</c:v>
              </c:pt>
              <c:pt idx="158">
                <c:v>0.2216114889677111</c:v>
              </c:pt>
              <c:pt idx="159">
                <c:v>0.2216114889677111</c:v>
              </c:pt>
              <c:pt idx="160">
                <c:v>0.2216114889677111</c:v>
              </c:pt>
              <c:pt idx="161">
                <c:v>0.2216114889677111</c:v>
              </c:pt>
              <c:pt idx="162">
                <c:v>0.2216114889677111</c:v>
              </c:pt>
              <c:pt idx="163">
                <c:v>0.2216114889677111</c:v>
              </c:pt>
              <c:pt idx="164">
                <c:v>0.2216114889677111</c:v>
              </c:pt>
              <c:pt idx="165">
                <c:v>0.2216114889677111</c:v>
              </c:pt>
              <c:pt idx="166">
                <c:v>0.2216114889677111</c:v>
              </c:pt>
              <c:pt idx="167">
                <c:v>0.2216114889677111</c:v>
              </c:pt>
              <c:pt idx="168">
                <c:v>0.2216114889677111</c:v>
              </c:pt>
              <c:pt idx="169">
                <c:v>0.2216114889677111</c:v>
              </c:pt>
              <c:pt idx="170">
                <c:v>0.2216114889677111</c:v>
              </c:pt>
              <c:pt idx="171">
                <c:v>0.2216114889677111</c:v>
              </c:pt>
              <c:pt idx="172">
                <c:v>0.2216114889677111</c:v>
              </c:pt>
              <c:pt idx="173">
                <c:v>0.2216114889677111</c:v>
              </c:pt>
              <c:pt idx="174">
                <c:v>0.2216114889677111</c:v>
              </c:pt>
              <c:pt idx="175">
                <c:v>0.2216114889677111</c:v>
              </c:pt>
              <c:pt idx="176">
                <c:v>0.2216114889677111</c:v>
              </c:pt>
              <c:pt idx="177">
                <c:v>0.2216114889677111</c:v>
              </c:pt>
              <c:pt idx="178">
                <c:v>0.2216114889677111</c:v>
              </c:pt>
              <c:pt idx="179">
                <c:v>0.2216114889677111</c:v>
              </c:pt>
              <c:pt idx="180">
                <c:v>0.2216114889677111</c:v>
              </c:pt>
              <c:pt idx="181">
                <c:v>0.2216114889677111</c:v>
              </c:pt>
              <c:pt idx="182">
                <c:v>0.2216114889677111</c:v>
              </c:pt>
              <c:pt idx="183">
                <c:v>0.2216114889677111</c:v>
              </c:pt>
              <c:pt idx="184">
                <c:v>0.2216114889677111</c:v>
              </c:pt>
              <c:pt idx="185">
                <c:v>0.2216114889677111</c:v>
              </c:pt>
              <c:pt idx="186">
                <c:v>0.2216114889677111</c:v>
              </c:pt>
              <c:pt idx="187">
                <c:v>0.2216114889677111</c:v>
              </c:pt>
              <c:pt idx="188">
                <c:v>0.2216114889677111</c:v>
              </c:pt>
              <c:pt idx="189">
                <c:v>0.2216114889677111</c:v>
              </c:pt>
              <c:pt idx="190">
                <c:v>0.2216114889677111</c:v>
              </c:pt>
              <c:pt idx="191">
                <c:v>0.2216114889677111</c:v>
              </c:pt>
              <c:pt idx="192">
                <c:v>0.2216114889677111</c:v>
              </c:pt>
              <c:pt idx="193">
                <c:v>0.2216114889677111</c:v>
              </c:pt>
              <c:pt idx="194">
                <c:v>0.2216114889677111</c:v>
              </c:pt>
              <c:pt idx="195">
                <c:v>0.2216114889677111</c:v>
              </c:pt>
              <c:pt idx="196">
                <c:v>0.2216114889677111</c:v>
              </c:pt>
              <c:pt idx="197">
                <c:v>0.2216114889677111</c:v>
              </c:pt>
              <c:pt idx="198">
                <c:v>0.2216114889677111</c:v>
              </c:pt>
              <c:pt idx="199">
                <c:v>0.2216114889677111</c:v>
              </c:pt>
              <c:pt idx="200">
                <c:v>0.2216114889677111</c:v>
              </c:pt>
              <c:pt idx="201">
                <c:v>0.2216114889677111</c:v>
              </c:pt>
              <c:pt idx="202">
                <c:v>0.2216114889677111</c:v>
              </c:pt>
              <c:pt idx="203">
                <c:v>0.2216114889677111</c:v>
              </c:pt>
              <c:pt idx="204">
                <c:v>0.2216114889677111</c:v>
              </c:pt>
              <c:pt idx="205">
                <c:v>0.2216114889677111</c:v>
              </c:pt>
              <c:pt idx="206">
                <c:v>0.2216114889677111</c:v>
              </c:pt>
              <c:pt idx="207">
                <c:v>0.2216114889677111</c:v>
              </c:pt>
              <c:pt idx="208">
                <c:v>0.2216114889677111</c:v>
              </c:pt>
              <c:pt idx="209">
                <c:v>0.2216114889677111</c:v>
              </c:pt>
              <c:pt idx="210">
                <c:v>0.2216114889677111</c:v>
              </c:pt>
              <c:pt idx="211">
                <c:v>0.2216114889677111</c:v>
              </c:pt>
              <c:pt idx="212">
                <c:v>0.2216114889677111</c:v>
              </c:pt>
              <c:pt idx="213">
                <c:v>0.2216114889677111</c:v>
              </c:pt>
              <c:pt idx="214">
                <c:v>0.2216114889677111</c:v>
              </c:pt>
              <c:pt idx="215">
                <c:v>0.2216114889677111</c:v>
              </c:pt>
              <c:pt idx="216">
                <c:v>0.2216114889677111</c:v>
              </c:pt>
              <c:pt idx="217">
                <c:v>0.2216114889677111</c:v>
              </c:pt>
              <c:pt idx="218">
                <c:v>0.2216114889677111</c:v>
              </c:pt>
              <c:pt idx="219">
                <c:v>0.2216114889677111</c:v>
              </c:pt>
              <c:pt idx="220">
                <c:v>0.2216114889677111</c:v>
              </c:pt>
              <c:pt idx="221">
                <c:v>0.2216114889677111</c:v>
              </c:pt>
              <c:pt idx="222">
                <c:v>0.2216114889677111</c:v>
              </c:pt>
              <c:pt idx="223">
                <c:v>0.2216114889677111</c:v>
              </c:pt>
              <c:pt idx="224">
                <c:v>0.2216114889677111</c:v>
              </c:pt>
              <c:pt idx="225">
                <c:v>0.2216114889677111</c:v>
              </c:pt>
              <c:pt idx="226">
                <c:v>0.2216114889677111</c:v>
              </c:pt>
              <c:pt idx="227">
                <c:v>0.2216114889677111</c:v>
              </c:pt>
              <c:pt idx="228">
                <c:v>0.2216114889677111</c:v>
              </c:pt>
              <c:pt idx="229">
                <c:v>0.2216114889677111</c:v>
              </c:pt>
              <c:pt idx="230">
                <c:v>0.2216114889677111</c:v>
              </c:pt>
              <c:pt idx="231">
                <c:v>0.2216114889677111</c:v>
              </c:pt>
              <c:pt idx="232">
                <c:v>0.2216114889677111</c:v>
              </c:pt>
              <c:pt idx="233">
                <c:v>0.2216114889677111</c:v>
              </c:pt>
              <c:pt idx="234">
                <c:v>0.2216114889677111</c:v>
              </c:pt>
              <c:pt idx="235">
                <c:v>0.2216114889677111</c:v>
              </c:pt>
              <c:pt idx="236">
                <c:v>0.2216114889677111</c:v>
              </c:pt>
              <c:pt idx="237">
                <c:v>0.2216114889677111</c:v>
              </c:pt>
              <c:pt idx="238">
                <c:v>0.2216114889677111</c:v>
              </c:pt>
              <c:pt idx="239">
                <c:v>0.2216114889677111</c:v>
              </c:pt>
              <c:pt idx="240">
                <c:v>0.2216114889677111</c:v>
              </c:pt>
              <c:pt idx="241">
                <c:v>0.2216114889677111</c:v>
              </c:pt>
              <c:pt idx="242">
                <c:v>0.2216114889677111</c:v>
              </c:pt>
              <c:pt idx="243">
                <c:v>0.2216114889677111</c:v>
              </c:pt>
              <c:pt idx="244">
                <c:v>0.2216114889677111</c:v>
              </c:pt>
              <c:pt idx="245">
                <c:v>0.2216114889677111</c:v>
              </c:pt>
            </c:numLit>
          </c:yVal>
          <c:smooth val="0"/>
        </c:ser>
        <c:ser>
          <c:idx val="6"/>
          <c:order val="6"/>
          <c:tx>
            <c:v>Same order, optimal filling</c:v>
          </c:tx>
          <c:spPr>
            <a:noFill xmlns:a="http://schemas.openxmlformats.org/drawingml/2006/main"/>
            <a:ln xmlns:a="http://schemas.openxmlformats.org/drawingml/2006/main" w="0">
              <a:noFill/>
              <a:prstDash val="solid"/>
            </a:ln>
          </c:spPr>
          <c:marker>
            <c:symbol val="circle"/>
            <c:size val="7"/>
            <c:spPr>
              <a:solidFill xmlns:a="http://schemas.openxmlformats.org/drawingml/2006/main">
                <a:srgbClr val="009E73"/>
              </a:solidFill>
            </c:spPr>
          </c:marker>
          <c:xVal>
            <c:numLit>
              <c:formatCode>General</c:formatCode>
              <c:ptCount val="24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c:v>
              </c:pt>
              <c:pt idx="147">
                <c:v>0</c:v>
              </c:pt>
              <c:pt idx="148">
                <c:v>0</c:v>
              </c:pt>
              <c:pt idx="149">
                <c:v>0</c:v>
              </c:pt>
              <c:pt idx="150">
                <c:v>0</c:v>
              </c:pt>
              <c:pt idx="151">
                <c:v>0</c:v>
              </c:pt>
              <c:pt idx="152">
                <c:v>0</c:v>
              </c:pt>
              <c:pt idx="153">
                <c:v>0</c:v>
              </c:pt>
              <c:pt idx="154">
                <c:v>0</c:v>
              </c:pt>
              <c:pt idx="155">
                <c:v>0</c:v>
              </c:pt>
              <c:pt idx="156">
                <c:v>0</c:v>
              </c:pt>
              <c:pt idx="157">
                <c:v>0</c:v>
              </c:pt>
              <c:pt idx="158">
                <c:v>0</c:v>
              </c:pt>
              <c:pt idx="159">
                <c:v>0</c:v>
              </c:pt>
              <c:pt idx="160">
                <c:v>0</c:v>
              </c:pt>
              <c:pt idx="161">
                <c:v>0</c:v>
              </c:pt>
              <c:pt idx="162">
                <c:v>0</c:v>
              </c:pt>
              <c:pt idx="163">
                <c:v>0</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numLit>
          </c:xVal>
          <c:yVal>
            <c:numLit>
              <c:formatCode>0.0</c:formatCode>
              <c:ptCount val="246"/>
              <c:pt idx="0">
                <c:v>2.878988838997689</c:v>
              </c:pt>
              <c:pt idx="1">
                <c:v>2.878988838997689</c:v>
              </c:pt>
              <c:pt idx="2">
                <c:v>2.878988838997689</c:v>
              </c:pt>
              <c:pt idx="3">
                <c:v>2.878988838997689</c:v>
              </c:pt>
              <c:pt idx="4">
                <c:v>2.878988838997689</c:v>
              </c:pt>
              <c:pt idx="5">
                <c:v>2.878988838997689</c:v>
              </c:pt>
              <c:pt idx="6">
                <c:v>2.878988838997689</c:v>
              </c:pt>
              <c:pt idx="7">
                <c:v>2.878988838997689</c:v>
              </c:pt>
              <c:pt idx="8">
                <c:v>2.878988838997689</c:v>
              </c:pt>
              <c:pt idx="9">
                <c:v>2.878988838997689</c:v>
              </c:pt>
              <c:pt idx="10">
                <c:v>2.878988838997689</c:v>
              </c:pt>
              <c:pt idx="11">
                <c:v>2.878988838997689</c:v>
              </c:pt>
              <c:pt idx="12">
                <c:v>2.878988838997689</c:v>
              </c:pt>
              <c:pt idx="13">
                <c:v>2.878988838997689</c:v>
              </c:pt>
              <c:pt idx="14">
                <c:v>2.878988838997689</c:v>
              </c:pt>
              <c:pt idx="15">
                <c:v>2.878988838997689</c:v>
              </c:pt>
              <c:pt idx="16">
                <c:v>2.878988838997689</c:v>
              </c:pt>
              <c:pt idx="17">
                <c:v>2.878988838997689</c:v>
              </c:pt>
              <c:pt idx="18">
                <c:v>2.878988838997689</c:v>
              </c:pt>
              <c:pt idx="19">
                <c:v>2.878988838997689</c:v>
              </c:pt>
              <c:pt idx="20">
                <c:v>2.878988838997689</c:v>
              </c:pt>
              <c:pt idx="21">
                <c:v>2.878988838997689</c:v>
              </c:pt>
              <c:pt idx="22">
                <c:v>2.878988838997689</c:v>
              </c:pt>
              <c:pt idx="23">
                <c:v>2.878988838997689</c:v>
              </c:pt>
              <c:pt idx="24">
                <c:v>2.878988838997689</c:v>
              </c:pt>
              <c:pt idx="25">
                <c:v>2.878988838997689</c:v>
              </c:pt>
              <c:pt idx="26">
                <c:v>2.878988838997689</c:v>
              </c:pt>
              <c:pt idx="27">
                <c:v>2.878988838997689</c:v>
              </c:pt>
              <c:pt idx="28">
                <c:v>2.878988838997689</c:v>
              </c:pt>
              <c:pt idx="29">
                <c:v>2.878988838997689</c:v>
              </c:pt>
              <c:pt idx="30">
                <c:v>2.878988838997689</c:v>
              </c:pt>
              <c:pt idx="31">
                <c:v>2.878988838997689</c:v>
              </c:pt>
              <c:pt idx="32">
                <c:v>2.878988838997689</c:v>
              </c:pt>
              <c:pt idx="33">
                <c:v>2.878988838997689</c:v>
              </c:pt>
              <c:pt idx="34">
                <c:v>2.878988838997689</c:v>
              </c:pt>
              <c:pt idx="35">
                <c:v>2.878988838997689</c:v>
              </c:pt>
              <c:pt idx="36">
                <c:v>2.878988838997689</c:v>
              </c:pt>
              <c:pt idx="37">
                <c:v>2.878988838997689</c:v>
              </c:pt>
              <c:pt idx="38">
                <c:v>2.878988838997689</c:v>
              </c:pt>
              <c:pt idx="39">
                <c:v>2.878988838997689</c:v>
              </c:pt>
              <c:pt idx="40">
                <c:v>2.878988838997689</c:v>
              </c:pt>
              <c:pt idx="41">
                <c:v>2.878988838997689</c:v>
              </c:pt>
              <c:pt idx="42">
                <c:v>2.878988838997689</c:v>
              </c:pt>
              <c:pt idx="43">
                <c:v>2.878988838997689</c:v>
              </c:pt>
              <c:pt idx="44">
                <c:v>2.878988838997689</c:v>
              </c:pt>
              <c:pt idx="45">
                <c:v>2.878988838997689</c:v>
              </c:pt>
              <c:pt idx="46">
                <c:v>2.878988838997689</c:v>
              </c:pt>
              <c:pt idx="47">
                <c:v>2.878988838997689</c:v>
              </c:pt>
              <c:pt idx="48">
                <c:v>2.878988838997689</c:v>
              </c:pt>
              <c:pt idx="49">
                <c:v>2.878988838997689</c:v>
              </c:pt>
              <c:pt idx="50">
                <c:v>2.878988838997689</c:v>
              </c:pt>
              <c:pt idx="51">
                <c:v>2.878988838997689</c:v>
              </c:pt>
              <c:pt idx="52">
                <c:v>2.878988838997689</c:v>
              </c:pt>
              <c:pt idx="53">
                <c:v>2.878988838997689</c:v>
              </c:pt>
              <c:pt idx="54">
                <c:v>2.878988838997689</c:v>
              </c:pt>
              <c:pt idx="55">
                <c:v>2.878988838997689</c:v>
              </c:pt>
              <c:pt idx="56">
                <c:v>2.878988838997689</c:v>
              </c:pt>
              <c:pt idx="57">
                <c:v>2.878988838997689</c:v>
              </c:pt>
              <c:pt idx="58">
                <c:v>2.878988838997689</c:v>
              </c:pt>
              <c:pt idx="59">
                <c:v>2.878988838997689</c:v>
              </c:pt>
              <c:pt idx="60">
                <c:v>2.878988838997689</c:v>
              </c:pt>
              <c:pt idx="61">
                <c:v>2.878988838997689</c:v>
              </c:pt>
              <c:pt idx="62">
                <c:v>2.878988838997689</c:v>
              </c:pt>
              <c:pt idx="63">
                <c:v>2.878988838997689</c:v>
              </c:pt>
              <c:pt idx="64">
                <c:v>2.878988838997689</c:v>
              </c:pt>
              <c:pt idx="65">
                <c:v>2.878988838997689</c:v>
              </c:pt>
              <c:pt idx="66">
                <c:v>2.878988838997689</c:v>
              </c:pt>
              <c:pt idx="67">
                <c:v>2.878988838997689</c:v>
              </c:pt>
              <c:pt idx="68">
                <c:v>2.878988838997689</c:v>
              </c:pt>
              <c:pt idx="69">
                <c:v>2.878988838997689</c:v>
              </c:pt>
              <c:pt idx="70">
                <c:v>2.878988838997689</c:v>
              </c:pt>
              <c:pt idx="71">
                <c:v>2.878988838997689</c:v>
              </c:pt>
              <c:pt idx="72">
                <c:v>2.878988838997689</c:v>
              </c:pt>
              <c:pt idx="73">
                <c:v>2.878988838997689</c:v>
              </c:pt>
              <c:pt idx="74">
                <c:v>2.878988838997689</c:v>
              </c:pt>
              <c:pt idx="75">
                <c:v>2.878988838997689</c:v>
              </c:pt>
              <c:pt idx="76">
                <c:v>2.878988838997689</c:v>
              </c:pt>
              <c:pt idx="77">
                <c:v>2.878988838997689</c:v>
              </c:pt>
              <c:pt idx="78">
                <c:v>2.878988838997689</c:v>
              </c:pt>
              <c:pt idx="79">
                <c:v>2.878988838997689</c:v>
              </c:pt>
              <c:pt idx="80">
                <c:v>2.878988838997689</c:v>
              </c:pt>
              <c:pt idx="81">
                <c:v>2.878988838997689</c:v>
              </c:pt>
              <c:pt idx="82">
                <c:v>2.878988838997689</c:v>
              </c:pt>
              <c:pt idx="83">
                <c:v>2.878988838997689</c:v>
              </c:pt>
              <c:pt idx="84">
                <c:v>2.878988838997689</c:v>
              </c:pt>
              <c:pt idx="85">
                <c:v>2.878988838997689</c:v>
              </c:pt>
              <c:pt idx="86">
                <c:v>2.878988838997689</c:v>
              </c:pt>
              <c:pt idx="87">
                <c:v>2.878988838997689</c:v>
              </c:pt>
              <c:pt idx="88">
                <c:v>2.878988838997689</c:v>
              </c:pt>
              <c:pt idx="89">
                <c:v>2.878988838997689</c:v>
              </c:pt>
              <c:pt idx="90">
                <c:v>2.878988838997689</c:v>
              </c:pt>
              <c:pt idx="91">
                <c:v>2.878988838997689</c:v>
              </c:pt>
              <c:pt idx="92">
                <c:v>2.878988838997689</c:v>
              </c:pt>
              <c:pt idx="93">
                <c:v>2.878988838997689</c:v>
              </c:pt>
              <c:pt idx="94">
                <c:v>2.878988838997689</c:v>
              </c:pt>
              <c:pt idx="95">
                <c:v>2.878988838997689</c:v>
              </c:pt>
              <c:pt idx="96">
                <c:v>2.878988838997689</c:v>
              </c:pt>
              <c:pt idx="97">
                <c:v>2.878988838997689</c:v>
              </c:pt>
              <c:pt idx="98">
                <c:v>2.878988838997689</c:v>
              </c:pt>
              <c:pt idx="99">
                <c:v>2.878988838997689</c:v>
              </c:pt>
              <c:pt idx="100">
                <c:v>2.878988838997689</c:v>
              </c:pt>
              <c:pt idx="101">
                <c:v>2.878988838997689</c:v>
              </c:pt>
              <c:pt idx="102">
                <c:v>2.878988838997689</c:v>
              </c:pt>
              <c:pt idx="103">
                <c:v>2.878988838997689</c:v>
              </c:pt>
              <c:pt idx="104">
                <c:v>2.878988838997689</c:v>
              </c:pt>
              <c:pt idx="105">
                <c:v>2.878988838997689</c:v>
              </c:pt>
              <c:pt idx="106">
                <c:v>2.878988838997689</c:v>
              </c:pt>
              <c:pt idx="107">
                <c:v>2.878988838997689</c:v>
              </c:pt>
              <c:pt idx="108">
                <c:v>2.878988838997689</c:v>
              </c:pt>
              <c:pt idx="109">
                <c:v>2.878988838997689</c:v>
              </c:pt>
              <c:pt idx="110">
                <c:v>2.878988838997689</c:v>
              </c:pt>
              <c:pt idx="111">
                <c:v>2.878988838997689</c:v>
              </c:pt>
              <c:pt idx="112">
                <c:v>2.878988838997689</c:v>
              </c:pt>
              <c:pt idx="113">
                <c:v>2.878988838997689</c:v>
              </c:pt>
              <c:pt idx="114">
                <c:v>2.878988838997689</c:v>
              </c:pt>
              <c:pt idx="115">
                <c:v>2.878988838997689</c:v>
              </c:pt>
              <c:pt idx="116">
                <c:v>2.878988838997689</c:v>
              </c:pt>
              <c:pt idx="117">
                <c:v>2.878988838997689</c:v>
              </c:pt>
              <c:pt idx="118">
                <c:v>2.878988838997689</c:v>
              </c:pt>
              <c:pt idx="119">
                <c:v>2.878988838997689</c:v>
              </c:pt>
              <c:pt idx="120">
                <c:v>2.878988838997689</c:v>
              </c:pt>
              <c:pt idx="121">
                <c:v>2.878988838997689</c:v>
              </c:pt>
              <c:pt idx="122">
                <c:v>2.878988838997689</c:v>
              </c:pt>
              <c:pt idx="123">
                <c:v>2.878988838997689</c:v>
              </c:pt>
              <c:pt idx="124">
                <c:v>2.878988838997689</c:v>
              </c:pt>
              <c:pt idx="125">
                <c:v>2.878988838997689</c:v>
              </c:pt>
              <c:pt idx="126">
                <c:v>2.878988838997689</c:v>
              </c:pt>
              <c:pt idx="127">
                <c:v>2.878988838997689</c:v>
              </c:pt>
              <c:pt idx="128">
                <c:v>2.878988838997689</c:v>
              </c:pt>
              <c:pt idx="129">
                <c:v>2.878988838997689</c:v>
              </c:pt>
              <c:pt idx="130">
                <c:v>2.878988838997689</c:v>
              </c:pt>
              <c:pt idx="131">
                <c:v>2.878988838997689</c:v>
              </c:pt>
              <c:pt idx="132">
                <c:v>2.878988838997689</c:v>
              </c:pt>
              <c:pt idx="133">
                <c:v>2.878988838997689</c:v>
              </c:pt>
              <c:pt idx="134">
                <c:v>2.878988838997689</c:v>
              </c:pt>
              <c:pt idx="135">
                <c:v>2.878988838997689</c:v>
              </c:pt>
              <c:pt idx="136">
                <c:v>2.878988838997689</c:v>
              </c:pt>
              <c:pt idx="137">
                <c:v>2.878988838997689</c:v>
              </c:pt>
              <c:pt idx="138">
                <c:v>2.878988838997689</c:v>
              </c:pt>
              <c:pt idx="139">
                <c:v>2.878988838997689</c:v>
              </c:pt>
              <c:pt idx="140">
                <c:v>2.878988838997689</c:v>
              </c:pt>
              <c:pt idx="141">
                <c:v>2.878988838997689</c:v>
              </c:pt>
              <c:pt idx="142">
                <c:v>2.878988838997689</c:v>
              </c:pt>
              <c:pt idx="143">
                <c:v>2.878988838997689</c:v>
              </c:pt>
              <c:pt idx="144">
                <c:v>2.878988838997689</c:v>
              </c:pt>
              <c:pt idx="145">
                <c:v>2.878988838997689</c:v>
              </c:pt>
              <c:pt idx="146">
                <c:v>2.878988838997689</c:v>
              </c:pt>
              <c:pt idx="147">
                <c:v>2.878988838997689</c:v>
              </c:pt>
              <c:pt idx="148">
                <c:v>2.878988838997689</c:v>
              </c:pt>
              <c:pt idx="149">
                <c:v>2.878988838997689</c:v>
              </c:pt>
              <c:pt idx="150">
                <c:v>2.878988838997689</c:v>
              </c:pt>
              <c:pt idx="151">
                <c:v>2.878988838997689</c:v>
              </c:pt>
              <c:pt idx="152">
                <c:v>2.878988838997689</c:v>
              </c:pt>
              <c:pt idx="153">
                <c:v>2.878988838997689</c:v>
              </c:pt>
              <c:pt idx="154">
                <c:v>2.878988838997689</c:v>
              </c:pt>
              <c:pt idx="155">
                <c:v>2.878988838997689</c:v>
              </c:pt>
              <c:pt idx="156">
                <c:v>2.878988838997689</c:v>
              </c:pt>
              <c:pt idx="157">
                <c:v>2.878988838997689</c:v>
              </c:pt>
              <c:pt idx="158">
                <c:v>2.878988838997689</c:v>
              </c:pt>
              <c:pt idx="159">
                <c:v>2.878988838997689</c:v>
              </c:pt>
              <c:pt idx="160">
                <c:v>2.878988838997689</c:v>
              </c:pt>
              <c:pt idx="161">
                <c:v>2.878988838997689</c:v>
              </c:pt>
              <c:pt idx="162">
                <c:v>2.878988838997689</c:v>
              </c:pt>
              <c:pt idx="163">
                <c:v>2.878988838997689</c:v>
              </c:pt>
              <c:pt idx="164">
                <c:v>2.878988838997689</c:v>
              </c:pt>
              <c:pt idx="165">
                <c:v>2.878988838997689</c:v>
              </c:pt>
              <c:pt idx="166">
                <c:v>2.878988838997689</c:v>
              </c:pt>
              <c:pt idx="167">
                <c:v>2.878988838997689</c:v>
              </c:pt>
              <c:pt idx="168">
                <c:v>2.878988838997689</c:v>
              </c:pt>
              <c:pt idx="169">
                <c:v>2.878988838997689</c:v>
              </c:pt>
              <c:pt idx="170">
                <c:v>2.878988838997689</c:v>
              </c:pt>
              <c:pt idx="171">
                <c:v>2.878988838997689</c:v>
              </c:pt>
              <c:pt idx="172">
                <c:v>2.878988838997689</c:v>
              </c:pt>
              <c:pt idx="173">
                <c:v>2.878988838997689</c:v>
              </c:pt>
              <c:pt idx="174">
                <c:v>2.878988838997689</c:v>
              </c:pt>
              <c:pt idx="175">
                <c:v>2.878988838997689</c:v>
              </c:pt>
              <c:pt idx="176">
                <c:v>2.878988838997689</c:v>
              </c:pt>
              <c:pt idx="177">
                <c:v>2.878988838997689</c:v>
              </c:pt>
              <c:pt idx="178">
                <c:v>2.878988838997689</c:v>
              </c:pt>
              <c:pt idx="179">
                <c:v>2.878988838997689</c:v>
              </c:pt>
              <c:pt idx="180">
                <c:v>2.878988838997689</c:v>
              </c:pt>
              <c:pt idx="181">
                <c:v>2.878988838997689</c:v>
              </c:pt>
              <c:pt idx="182">
                <c:v>2.878988838997689</c:v>
              </c:pt>
              <c:pt idx="183">
                <c:v>2.878988838997689</c:v>
              </c:pt>
              <c:pt idx="184">
                <c:v>2.878988838997689</c:v>
              </c:pt>
              <c:pt idx="185">
                <c:v>2.878988838997689</c:v>
              </c:pt>
              <c:pt idx="186">
                <c:v>2.878988838997689</c:v>
              </c:pt>
              <c:pt idx="187">
                <c:v>2.878988838997689</c:v>
              </c:pt>
              <c:pt idx="188">
                <c:v>2.878988838997689</c:v>
              </c:pt>
              <c:pt idx="189">
                <c:v>2.878988838997689</c:v>
              </c:pt>
              <c:pt idx="190">
                <c:v>2.878988838997689</c:v>
              </c:pt>
              <c:pt idx="191">
                <c:v>2.878988838997689</c:v>
              </c:pt>
              <c:pt idx="192">
                <c:v>2.878988838997689</c:v>
              </c:pt>
              <c:pt idx="193">
                <c:v>2.878988838997689</c:v>
              </c:pt>
              <c:pt idx="194">
                <c:v>2.878988838997689</c:v>
              </c:pt>
              <c:pt idx="195">
                <c:v>2.878988838997689</c:v>
              </c:pt>
              <c:pt idx="196">
                <c:v>2.878988838997689</c:v>
              </c:pt>
              <c:pt idx="197">
                <c:v>2.878988838997689</c:v>
              </c:pt>
              <c:pt idx="198">
                <c:v>2.878988838997689</c:v>
              </c:pt>
              <c:pt idx="199">
                <c:v>2.878988838997689</c:v>
              </c:pt>
              <c:pt idx="200">
                <c:v>2.878988838997689</c:v>
              </c:pt>
              <c:pt idx="201">
                <c:v>2.878988838997689</c:v>
              </c:pt>
              <c:pt idx="202">
                <c:v>2.878988838997689</c:v>
              </c:pt>
              <c:pt idx="203">
                <c:v>2.878988838997689</c:v>
              </c:pt>
              <c:pt idx="204">
                <c:v>2.878988838997689</c:v>
              </c:pt>
              <c:pt idx="205">
                <c:v>2.878988838997689</c:v>
              </c:pt>
              <c:pt idx="206">
                <c:v>2.878988838997689</c:v>
              </c:pt>
              <c:pt idx="207">
                <c:v>2.878988838997689</c:v>
              </c:pt>
              <c:pt idx="208">
                <c:v>2.878988838997689</c:v>
              </c:pt>
              <c:pt idx="209">
                <c:v>2.878988838997689</c:v>
              </c:pt>
              <c:pt idx="210">
                <c:v>2.878988838997689</c:v>
              </c:pt>
              <c:pt idx="211">
                <c:v>2.878988838997689</c:v>
              </c:pt>
              <c:pt idx="212">
                <c:v>2.878988838997689</c:v>
              </c:pt>
              <c:pt idx="213">
                <c:v>2.878988838997689</c:v>
              </c:pt>
              <c:pt idx="214">
                <c:v>2.878988838997689</c:v>
              </c:pt>
              <c:pt idx="215">
                <c:v>2.878988838997689</c:v>
              </c:pt>
              <c:pt idx="216">
                <c:v>2.878988838997689</c:v>
              </c:pt>
              <c:pt idx="217">
                <c:v>2.878988838997689</c:v>
              </c:pt>
              <c:pt idx="218">
                <c:v>2.878988838997689</c:v>
              </c:pt>
              <c:pt idx="219">
                <c:v>2.878988838997689</c:v>
              </c:pt>
              <c:pt idx="220">
                <c:v>2.878988838997689</c:v>
              </c:pt>
              <c:pt idx="221">
                <c:v>2.878988838997689</c:v>
              </c:pt>
              <c:pt idx="222">
                <c:v>2.878988838997689</c:v>
              </c:pt>
              <c:pt idx="223">
                <c:v>2.878988838997689</c:v>
              </c:pt>
              <c:pt idx="224">
                <c:v>2.878988838997689</c:v>
              </c:pt>
              <c:pt idx="225">
                <c:v>2.878988838997689</c:v>
              </c:pt>
              <c:pt idx="226">
                <c:v>2.878988838997689</c:v>
              </c:pt>
              <c:pt idx="227">
                <c:v>2.878988838997689</c:v>
              </c:pt>
              <c:pt idx="228">
                <c:v>2.878988838997689</c:v>
              </c:pt>
              <c:pt idx="229">
                <c:v>2.878988838997689</c:v>
              </c:pt>
              <c:pt idx="230">
                <c:v>2.878988838997689</c:v>
              </c:pt>
              <c:pt idx="231">
                <c:v>2.878988838997689</c:v>
              </c:pt>
              <c:pt idx="232">
                <c:v>2.878988838997689</c:v>
              </c:pt>
              <c:pt idx="233">
                <c:v>2.878988838997689</c:v>
              </c:pt>
              <c:pt idx="234">
                <c:v>2.878988838997689</c:v>
              </c:pt>
              <c:pt idx="235">
                <c:v>2.878988838997689</c:v>
              </c:pt>
              <c:pt idx="236">
                <c:v>2.878988838997689</c:v>
              </c:pt>
              <c:pt idx="237">
                <c:v>2.878988838997689</c:v>
              </c:pt>
              <c:pt idx="238">
                <c:v>2.878988838997689</c:v>
              </c:pt>
              <c:pt idx="239">
                <c:v>2.878988838997689</c:v>
              </c:pt>
              <c:pt idx="240">
                <c:v>2.878988838997689</c:v>
              </c:pt>
              <c:pt idx="241">
                <c:v>2.878988838997689</c:v>
              </c:pt>
              <c:pt idx="242">
                <c:v>2.878988838997689</c:v>
              </c:pt>
              <c:pt idx="243">
                <c:v>2.878988838997689</c:v>
              </c:pt>
              <c:pt idx="244">
                <c:v>2.878988838997689</c:v>
              </c:pt>
              <c:pt idx="245">
                <c:v>2.878988838997689</c:v>
              </c:pt>
            </c:numLit>
          </c:yVal>
          <c:smooth val="0"/>
        </c:ser>
        <c:ser>
          <c:idx val="7"/>
          <c:order val="7"/>
          <c:tx>
            <c:v>Same order, optimal filling</c:v>
          </c:tx>
          <c:spPr>
            <a:noFill xmlns:a="http://schemas.openxmlformats.org/drawingml/2006/main"/>
            <a:ln xmlns:a="http://schemas.openxmlformats.org/drawingml/2006/main" w="0">
              <a:noFill/>
              <a:prstDash val="solid"/>
            </a:ln>
          </c:spPr>
          <c:marker>
            <c:symbol val="circle"/>
            <c:size val="7"/>
            <c:spPr>
              <a:solidFill xmlns:a="http://schemas.openxmlformats.org/drawingml/2006/main">
                <a:srgbClr val="009E73"/>
              </a:solidFill>
            </c:spPr>
          </c:marker>
          <c:xVal>
            <c:numLit>
              <c:formatCode>General</c:formatCode>
              <c:ptCount val="246"/>
              <c:pt idx="0">
                <c:v>2.160873401232133</c:v>
              </c:pt>
              <c:pt idx="1">
                <c:v>2.160873401232133</c:v>
              </c:pt>
              <c:pt idx="2">
                <c:v>2.160873401232133</c:v>
              </c:pt>
              <c:pt idx="3">
                <c:v>2.160873401232133</c:v>
              </c:pt>
              <c:pt idx="4">
                <c:v>2.160873401232133</c:v>
              </c:pt>
              <c:pt idx="5">
                <c:v>2.160873401232133</c:v>
              </c:pt>
              <c:pt idx="6">
                <c:v>2.160873401232133</c:v>
              </c:pt>
              <c:pt idx="7">
                <c:v>2.160873401232133</c:v>
              </c:pt>
              <c:pt idx="8">
                <c:v>2.160873401232133</c:v>
              </c:pt>
              <c:pt idx="9">
                <c:v>2.160873401232133</c:v>
              </c:pt>
              <c:pt idx="10">
                <c:v>2.160873401232133</c:v>
              </c:pt>
              <c:pt idx="11">
                <c:v>2.160873401232133</c:v>
              </c:pt>
              <c:pt idx="12">
                <c:v>2.160873401232133</c:v>
              </c:pt>
              <c:pt idx="13">
                <c:v>2.160873401232133</c:v>
              </c:pt>
              <c:pt idx="14">
                <c:v>2.160873401232133</c:v>
              </c:pt>
              <c:pt idx="15">
                <c:v>2.160873401232133</c:v>
              </c:pt>
              <c:pt idx="16">
                <c:v>2.160873401232133</c:v>
              </c:pt>
              <c:pt idx="17">
                <c:v>2.160873401232133</c:v>
              </c:pt>
              <c:pt idx="18">
                <c:v>2.160873401232133</c:v>
              </c:pt>
              <c:pt idx="19">
                <c:v>2.160873401232133</c:v>
              </c:pt>
              <c:pt idx="20">
                <c:v>2.160873401232133</c:v>
              </c:pt>
              <c:pt idx="21">
                <c:v>2.160873401232133</c:v>
              </c:pt>
              <c:pt idx="22">
                <c:v>2.160873401232133</c:v>
              </c:pt>
              <c:pt idx="23">
                <c:v>2.160873401232133</c:v>
              </c:pt>
              <c:pt idx="24">
                <c:v>2.160873401232133</c:v>
              </c:pt>
              <c:pt idx="25">
                <c:v>2.160873401232133</c:v>
              </c:pt>
              <c:pt idx="26">
                <c:v>2.160873401232133</c:v>
              </c:pt>
              <c:pt idx="27">
                <c:v>2.160873401232133</c:v>
              </c:pt>
              <c:pt idx="28">
                <c:v>2.160873401232133</c:v>
              </c:pt>
              <c:pt idx="29">
                <c:v>2.160873401232133</c:v>
              </c:pt>
              <c:pt idx="30">
                <c:v>2.160873401232133</c:v>
              </c:pt>
              <c:pt idx="31">
                <c:v>2.160873401232133</c:v>
              </c:pt>
              <c:pt idx="32">
                <c:v>2.160873401232133</c:v>
              </c:pt>
              <c:pt idx="33">
                <c:v>2.160873401232133</c:v>
              </c:pt>
              <c:pt idx="34">
                <c:v>2.160873401232133</c:v>
              </c:pt>
              <c:pt idx="35">
                <c:v>2.160873401232133</c:v>
              </c:pt>
              <c:pt idx="36">
                <c:v>2.160873401232133</c:v>
              </c:pt>
              <c:pt idx="37">
                <c:v>2.160873401232133</c:v>
              </c:pt>
              <c:pt idx="38">
                <c:v>2.160873401232133</c:v>
              </c:pt>
              <c:pt idx="39">
                <c:v>2.160873401232133</c:v>
              </c:pt>
              <c:pt idx="40">
                <c:v>2.160873401232133</c:v>
              </c:pt>
              <c:pt idx="41">
                <c:v>2.160873401232133</c:v>
              </c:pt>
              <c:pt idx="42">
                <c:v>2.160873401232133</c:v>
              </c:pt>
              <c:pt idx="43">
                <c:v>2.160873401232133</c:v>
              </c:pt>
              <c:pt idx="44">
                <c:v>2.160873401232133</c:v>
              </c:pt>
              <c:pt idx="45">
                <c:v>2.160873401232133</c:v>
              </c:pt>
              <c:pt idx="46">
                <c:v>2.160873401232133</c:v>
              </c:pt>
              <c:pt idx="47">
                <c:v>2.160873401232133</c:v>
              </c:pt>
              <c:pt idx="48">
                <c:v>2.160873401232133</c:v>
              </c:pt>
              <c:pt idx="49">
                <c:v>2.160873401232133</c:v>
              </c:pt>
              <c:pt idx="50">
                <c:v>2.160873401232133</c:v>
              </c:pt>
              <c:pt idx="51">
                <c:v>2.160873401232133</c:v>
              </c:pt>
              <c:pt idx="52">
                <c:v>2.160873401232133</c:v>
              </c:pt>
              <c:pt idx="53">
                <c:v>2.160873401232133</c:v>
              </c:pt>
              <c:pt idx="54">
                <c:v>2.160873401232133</c:v>
              </c:pt>
              <c:pt idx="55">
                <c:v>2.160873401232133</c:v>
              </c:pt>
              <c:pt idx="56">
                <c:v>2.160873401232133</c:v>
              </c:pt>
              <c:pt idx="57">
                <c:v>2.160873401232133</c:v>
              </c:pt>
              <c:pt idx="58">
                <c:v>2.160873401232133</c:v>
              </c:pt>
              <c:pt idx="59">
                <c:v>2.160873401232133</c:v>
              </c:pt>
              <c:pt idx="60">
                <c:v>2.160873401232133</c:v>
              </c:pt>
              <c:pt idx="61">
                <c:v>2.160873401232133</c:v>
              </c:pt>
              <c:pt idx="62">
                <c:v>2.160873401232133</c:v>
              </c:pt>
              <c:pt idx="63">
                <c:v>2.160873401232133</c:v>
              </c:pt>
              <c:pt idx="64">
                <c:v>2.160873401232133</c:v>
              </c:pt>
              <c:pt idx="65">
                <c:v>2.160873401232133</c:v>
              </c:pt>
              <c:pt idx="66">
                <c:v>2.160873401232133</c:v>
              </c:pt>
              <c:pt idx="67">
                <c:v>2.160873401232133</c:v>
              </c:pt>
              <c:pt idx="68">
                <c:v>2.160873401232133</c:v>
              </c:pt>
              <c:pt idx="69">
                <c:v>2.160873401232133</c:v>
              </c:pt>
              <c:pt idx="70">
                <c:v>2.160873401232133</c:v>
              </c:pt>
              <c:pt idx="71">
                <c:v>2.160873401232133</c:v>
              </c:pt>
              <c:pt idx="72">
                <c:v>2.160873401232133</c:v>
              </c:pt>
              <c:pt idx="73">
                <c:v>2.160873401232133</c:v>
              </c:pt>
              <c:pt idx="74">
                <c:v>2.160873401232133</c:v>
              </c:pt>
              <c:pt idx="75">
                <c:v>2.160873401232133</c:v>
              </c:pt>
              <c:pt idx="76">
                <c:v>2.160873401232133</c:v>
              </c:pt>
              <c:pt idx="77">
                <c:v>2.160873401232133</c:v>
              </c:pt>
              <c:pt idx="78">
                <c:v>2.160873401232133</c:v>
              </c:pt>
              <c:pt idx="79">
                <c:v>2.160873401232133</c:v>
              </c:pt>
              <c:pt idx="80">
                <c:v>2.160873401232133</c:v>
              </c:pt>
              <c:pt idx="81">
                <c:v>2.160873401232133</c:v>
              </c:pt>
              <c:pt idx="82">
                <c:v>2.160873401232133</c:v>
              </c:pt>
              <c:pt idx="83">
                <c:v>2.160873401232133</c:v>
              </c:pt>
              <c:pt idx="84">
                <c:v>2.160873401232133</c:v>
              </c:pt>
              <c:pt idx="85">
                <c:v>2.160873401232133</c:v>
              </c:pt>
              <c:pt idx="86">
                <c:v>2.160873401232133</c:v>
              </c:pt>
              <c:pt idx="87">
                <c:v>2.160873401232133</c:v>
              </c:pt>
              <c:pt idx="88">
                <c:v>2.160873401232133</c:v>
              </c:pt>
              <c:pt idx="89">
                <c:v>2.160873401232133</c:v>
              </c:pt>
              <c:pt idx="90">
                <c:v>2.160873401232133</c:v>
              </c:pt>
              <c:pt idx="91">
                <c:v>2.160873401232133</c:v>
              </c:pt>
              <c:pt idx="92">
                <c:v>2.160873401232133</c:v>
              </c:pt>
              <c:pt idx="93">
                <c:v>2.160873401232133</c:v>
              </c:pt>
              <c:pt idx="94">
                <c:v>2.160873401232133</c:v>
              </c:pt>
              <c:pt idx="95">
                <c:v>2.160873401232133</c:v>
              </c:pt>
              <c:pt idx="96">
                <c:v>2.160873401232133</c:v>
              </c:pt>
              <c:pt idx="97">
                <c:v>2.160873401232133</c:v>
              </c:pt>
              <c:pt idx="98">
                <c:v>2.160873401232133</c:v>
              </c:pt>
              <c:pt idx="99">
                <c:v>2.160873401232133</c:v>
              </c:pt>
              <c:pt idx="100">
                <c:v>2.160873401232133</c:v>
              </c:pt>
              <c:pt idx="101">
                <c:v>2.160873401232133</c:v>
              </c:pt>
              <c:pt idx="102">
                <c:v>2.160873401232133</c:v>
              </c:pt>
              <c:pt idx="103">
                <c:v>2.160873401232133</c:v>
              </c:pt>
              <c:pt idx="104">
                <c:v>2.160873401232133</c:v>
              </c:pt>
              <c:pt idx="105">
                <c:v>2.160873401232133</c:v>
              </c:pt>
              <c:pt idx="106">
                <c:v>2.160873401232133</c:v>
              </c:pt>
              <c:pt idx="107">
                <c:v>2.160873401232133</c:v>
              </c:pt>
              <c:pt idx="108">
                <c:v>2.160873401232133</c:v>
              </c:pt>
              <c:pt idx="109">
                <c:v>2.160873401232133</c:v>
              </c:pt>
              <c:pt idx="110">
                <c:v>2.160873401232133</c:v>
              </c:pt>
              <c:pt idx="111">
                <c:v>2.160873401232133</c:v>
              </c:pt>
              <c:pt idx="112">
                <c:v>2.160873401232133</c:v>
              </c:pt>
              <c:pt idx="113">
                <c:v>2.160873401232133</c:v>
              </c:pt>
              <c:pt idx="114">
                <c:v>2.160873401232133</c:v>
              </c:pt>
              <c:pt idx="115">
                <c:v>2.160873401232133</c:v>
              </c:pt>
              <c:pt idx="116">
                <c:v>2.160873401232133</c:v>
              </c:pt>
              <c:pt idx="117">
                <c:v>2.160873401232133</c:v>
              </c:pt>
              <c:pt idx="118">
                <c:v>2.160873401232133</c:v>
              </c:pt>
              <c:pt idx="119">
                <c:v>2.160873401232133</c:v>
              </c:pt>
              <c:pt idx="120">
                <c:v>2.160873401232133</c:v>
              </c:pt>
              <c:pt idx="121">
                <c:v>2.160873401232133</c:v>
              </c:pt>
              <c:pt idx="122">
                <c:v>2.160873401232133</c:v>
              </c:pt>
              <c:pt idx="123">
                <c:v>2.160873401232133</c:v>
              </c:pt>
              <c:pt idx="124">
                <c:v>2.160873401232133</c:v>
              </c:pt>
              <c:pt idx="125">
                <c:v>2.160873401232133</c:v>
              </c:pt>
              <c:pt idx="126">
                <c:v>2.160873401232133</c:v>
              </c:pt>
              <c:pt idx="127">
                <c:v>2.160873401232133</c:v>
              </c:pt>
              <c:pt idx="128">
                <c:v>2.160873401232133</c:v>
              </c:pt>
              <c:pt idx="129">
                <c:v>2.160873401232133</c:v>
              </c:pt>
              <c:pt idx="130">
                <c:v>2.160873401232133</c:v>
              </c:pt>
              <c:pt idx="131">
                <c:v>2.160873401232133</c:v>
              </c:pt>
              <c:pt idx="132">
                <c:v>2.160873401232133</c:v>
              </c:pt>
              <c:pt idx="133">
                <c:v>2.160873401232133</c:v>
              </c:pt>
              <c:pt idx="134">
                <c:v>2.160873401232133</c:v>
              </c:pt>
              <c:pt idx="135">
                <c:v>2.160873401232133</c:v>
              </c:pt>
              <c:pt idx="136">
                <c:v>2.160873401232133</c:v>
              </c:pt>
              <c:pt idx="137">
                <c:v>2.160873401232133</c:v>
              </c:pt>
              <c:pt idx="138">
                <c:v>2.160873401232133</c:v>
              </c:pt>
              <c:pt idx="139">
                <c:v>2.160873401232133</c:v>
              </c:pt>
              <c:pt idx="140">
                <c:v>2.160873401232133</c:v>
              </c:pt>
              <c:pt idx="141">
                <c:v>2.160873401232133</c:v>
              </c:pt>
              <c:pt idx="142">
                <c:v>2.160873401232133</c:v>
              </c:pt>
              <c:pt idx="143">
                <c:v>2.160873401232133</c:v>
              </c:pt>
              <c:pt idx="144">
                <c:v>2.160873401232133</c:v>
              </c:pt>
              <c:pt idx="145">
                <c:v>2.160873401232133</c:v>
              </c:pt>
              <c:pt idx="146">
                <c:v>2.160873401232133</c:v>
              </c:pt>
              <c:pt idx="147">
                <c:v>2.160873401232133</c:v>
              </c:pt>
              <c:pt idx="148">
                <c:v>2.160873401232133</c:v>
              </c:pt>
              <c:pt idx="149">
                <c:v>2.160873401232133</c:v>
              </c:pt>
              <c:pt idx="150">
                <c:v>2.160873401232133</c:v>
              </c:pt>
              <c:pt idx="151">
                <c:v>2.160873401232133</c:v>
              </c:pt>
              <c:pt idx="152">
                <c:v>2.160873401232133</c:v>
              </c:pt>
              <c:pt idx="153">
                <c:v>2.160873401232133</c:v>
              </c:pt>
              <c:pt idx="154">
                <c:v>2.160873401232133</c:v>
              </c:pt>
              <c:pt idx="155">
                <c:v>2.160873401232133</c:v>
              </c:pt>
              <c:pt idx="156">
                <c:v>2.160873401232133</c:v>
              </c:pt>
              <c:pt idx="157">
                <c:v>2.160873401232133</c:v>
              </c:pt>
              <c:pt idx="158">
                <c:v>2.160873401232133</c:v>
              </c:pt>
              <c:pt idx="159">
                <c:v>2.160873401232133</c:v>
              </c:pt>
              <c:pt idx="160">
                <c:v>2.160873401232133</c:v>
              </c:pt>
              <c:pt idx="161">
                <c:v>2.160873401232133</c:v>
              </c:pt>
              <c:pt idx="162">
                <c:v>2.160873401232133</c:v>
              </c:pt>
              <c:pt idx="163">
                <c:v>2.160873401232133</c:v>
              </c:pt>
              <c:pt idx="164">
                <c:v>2.160873401232133</c:v>
              </c:pt>
              <c:pt idx="165">
                <c:v>2.160873401232133</c:v>
              </c:pt>
              <c:pt idx="166">
                <c:v>2.160873401232133</c:v>
              </c:pt>
              <c:pt idx="167">
                <c:v>2.160873401232133</c:v>
              </c:pt>
              <c:pt idx="168">
                <c:v>2.160873401232133</c:v>
              </c:pt>
              <c:pt idx="169">
                <c:v>2.160873401232133</c:v>
              </c:pt>
              <c:pt idx="170">
                <c:v>2.160873401232133</c:v>
              </c:pt>
              <c:pt idx="171">
                <c:v>2.160873401232133</c:v>
              </c:pt>
              <c:pt idx="172">
                <c:v>2.160873401232133</c:v>
              </c:pt>
              <c:pt idx="173">
                <c:v>2.160873401232133</c:v>
              </c:pt>
              <c:pt idx="174">
                <c:v>2.160873401232133</c:v>
              </c:pt>
              <c:pt idx="175">
                <c:v>2.160873401232133</c:v>
              </c:pt>
              <c:pt idx="176">
                <c:v>2.160873401232133</c:v>
              </c:pt>
              <c:pt idx="177">
                <c:v>2.160873401232133</c:v>
              </c:pt>
              <c:pt idx="178">
                <c:v>2.160873401232133</c:v>
              </c:pt>
              <c:pt idx="179">
                <c:v>2.160873401232133</c:v>
              </c:pt>
              <c:pt idx="180">
                <c:v>2.160873401232133</c:v>
              </c:pt>
              <c:pt idx="181">
                <c:v>2.160873401232133</c:v>
              </c:pt>
              <c:pt idx="182">
                <c:v>2.160873401232133</c:v>
              </c:pt>
              <c:pt idx="183">
                <c:v>2.160873401232133</c:v>
              </c:pt>
              <c:pt idx="184">
                <c:v>2.160873401232133</c:v>
              </c:pt>
              <c:pt idx="185">
                <c:v>2.160873401232133</c:v>
              </c:pt>
              <c:pt idx="186">
                <c:v>2.160873401232133</c:v>
              </c:pt>
              <c:pt idx="187">
                <c:v>2.160873401232133</c:v>
              </c:pt>
              <c:pt idx="188">
                <c:v>2.160873401232133</c:v>
              </c:pt>
              <c:pt idx="189">
                <c:v>2.160873401232133</c:v>
              </c:pt>
              <c:pt idx="190">
                <c:v>2.160873401232133</c:v>
              </c:pt>
              <c:pt idx="191">
                <c:v>2.160873401232133</c:v>
              </c:pt>
              <c:pt idx="192">
                <c:v>2.160873401232133</c:v>
              </c:pt>
              <c:pt idx="193">
                <c:v>2.160873401232133</c:v>
              </c:pt>
              <c:pt idx="194">
                <c:v>2.160873401232133</c:v>
              </c:pt>
              <c:pt idx="195">
                <c:v>2.160873401232133</c:v>
              </c:pt>
              <c:pt idx="196">
                <c:v>2.160873401232133</c:v>
              </c:pt>
              <c:pt idx="197">
                <c:v>2.160873401232133</c:v>
              </c:pt>
              <c:pt idx="198">
                <c:v>2.160873401232133</c:v>
              </c:pt>
              <c:pt idx="199">
                <c:v>2.160873401232133</c:v>
              </c:pt>
              <c:pt idx="200">
                <c:v>2.160873401232133</c:v>
              </c:pt>
              <c:pt idx="201">
                <c:v>2.160873401232133</c:v>
              </c:pt>
              <c:pt idx="202">
                <c:v>2.160873401232133</c:v>
              </c:pt>
              <c:pt idx="203">
                <c:v>2.160873401232133</c:v>
              </c:pt>
              <c:pt idx="204">
                <c:v>2.160873401232133</c:v>
              </c:pt>
              <c:pt idx="205">
                <c:v>2.160873401232133</c:v>
              </c:pt>
              <c:pt idx="206">
                <c:v>2.160873401232133</c:v>
              </c:pt>
              <c:pt idx="207">
                <c:v>2.160873401232133</c:v>
              </c:pt>
              <c:pt idx="208">
                <c:v>2.160873401232133</c:v>
              </c:pt>
              <c:pt idx="209">
                <c:v>2.160873401232133</c:v>
              </c:pt>
              <c:pt idx="210">
                <c:v>2.160873401232133</c:v>
              </c:pt>
              <c:pt idx="211">
                <c:v>2.160873401232133</c:v>
              </c:pt>
              <c:pt idx="212">
                <c:v>2.160873401232133</c:v>
              </c:pt>
              <c:pt idx="213">
                <c:v>2.160873401232133</c:v>
              </c:pt>
              <c:pt idx="214">
                <c:v>2.160873401232133</c:v>
              </c:pt>
              <c:pt idx="215">
                <c:v>2.160873401232133</c:v>
              </c:pt>
              <c:pt idx="216">
                <c:v>2.160873401232133</c:v>
              </c:pt>
              <c:pt idx="217">
                <c:v>2.160873401232133</c:v>
              </c:pt>
              <c:pt idx="218">
                <c:v>2.160873401232133</c:v>
              </c:pt>
              <c:pt idx="219">
                <c:v>2.160873401232133</c:v>
              </c:pt>
              <c:pt idx="220">
                <c:v>2.160873401232133</c:v>
              </c:pt>
              <c:pt idx="221">
                <c:v>2.160873401232133</c:v>
              </c:pt>
              <c:pt idx="222">
                <c:v>2.160873401232133</c:v>
              </c:pt>
              <c:pt idx="223">
                <c:v>2.160873401232133</c:v>
              </c:pt>
              <c:pt idx="224">
                <c:v>2.160873401232133</c:v>
              </c:pt>
              <c:pt idx="225">
                <c:v>2.160873401232133</c:v>
              </c:pt>
              <c:pt idx="226">
                <c:v>2.160873401232133</c:v>
              </c:pt>
              <c:pt idx="227">
                <c:v>2.160873401232133</c:v>
              </c:pt>
              <c:pt idx="228">
                <c:v>2.160873401232133</c:v>
              </c:pt>
              <c:pt idx="229">
                <c:v>2.160873401232133</c:v>
              </c:pt>
              <c:pt idx="230">
                <c:v>2.160873401232133</c:v>
              </c:pt>
              <c:pt idx="231">
                <c:v>2.160873401232133</c:v>
              </c:pt>
              <c:pt idx="232">
                <c:v>2.160873401232133</c:v>
              </c:pt>
              <c:pt idx="233">
                <c:v>2.160873401232133</c:v>
              </c:pt>
              <c:pt idx="234">
                <c:v>2.160873401232133</c:v>
              </c:pt>
              <c:pt idx="235">
                <c:v>2.160873401232133</c:v>
              </c:pt>
              <c:pt idx="236">
                <c:v>2.160873401232133</c:v>
              </c:pt>
              <c:pt idx="237">
                <c:v>2.160873401232133</c:v>
              </c:pt>
              <c:pt idx="238">
                <c:v>2.160873401232133</c:v>
              </c:pt>
              <c:pt idx="239">
                <c:v>2.160873401232133</c:v>
              </c:pt>
              <c:pt idx="240">
                <c:v>2.160873401232133</c:v>
              </c:pt>
              <c:pt idx="241">
                <c:v>2.160873401232133</c:v>
              </c:pt>
              <c:pt idx="242">
                <c:v>2.160873401232133</c:v>
              </c:pt>
              <c:pt idx="243">
                <c:v>2.160873401232133</c:v>
              </c:pt>
              <c:pt idx="244">
                <c:v>2.160873401232133</c:v>
              </c:pt>
              <c:pt idx="245">
                <c:v>2.160873401232133</c:v>
              </c:pt>
            </c:numLit>
          </c:xVal>
          <c:yVal>
            <c:numLit>
              <c:formatCode>0.0</c:formatCode>
              <c:ptCount val="246"/>
              <c:pt idx="0">
                <c:v>2.0904444845289665</c:v>
              </c:pt>
              <c:pt idx="1">
                <c:v>2.0904444845289665</c:v>
              </c:pt>
              <c:pt idx="2">
                <c:v>2.0904444845289665</c:v>
              </c:pt>
              <c:pt idx="3">
                <c:v>2.0904444845289665</c:v>
              </c:pt>
              <c:pt idx="4">
                <c:v>2.0904444845289665</c:v>
              </c:pt>
              <c:pt idx="5">
                <c:v>2.0904444845289665</c:v>
              </c:pt>
              <c:pt idx="6">
                <c:v>2.0904444845289665</c:v>
              </c:pt>
              <c:pt idx="7">
                <c:v>2.0904444845289665</c:v>
              </c:pt>
              <c:pt idx="8">
                <c:v>2.0904444845289665</c:v>
              </c:pt>
              <c:pt idx="9">
                <c:v>2.0904444845289665</c:v>
              </c:pt>
              <c:pt idx="10">
                <c:v>2.0904444845289665</c:v>
              </c:pt>
              <c:pt idx="11">
                <c:v>2.0904444845289665</c:v>
              </c:pt>
              <c:pt idx="12">
                <c:v>2.0904444845289665</c:v>
              </c:pt>
              <c:pt idx="13">
                <c:v>2.0904444845289665</c:v>
              </c:pt>
              <c:pt idx="14">
                <c:v>2.0904444845289665</c:v>
              </c:pt>
              <c:pt idx="15">
                <c:v>2.0904444845289665</c:v>
              </c:pt>
              <c:pt idx="16">
                <c:v>2.0904444845289665</c:v>
              </c:pt>
              <c:pt idx="17">
                <c:v>2.0904444845289665</c:v>
              </c:pt>
              <c:pt idx="18">
                <c:v>2.0904444845289665</c:v>
              </c:pt>
              <c:pt idx="19">
                <c:v>2.0904444845289665</c:v>
              </c:pt>
              <c:pt idx="20">
                <c:v>2.0904444845289665</c:v>
              </c:pt>
              <c:pt idx="21">
                <c:v>2.0904444845289665</c:v>
              </c:pt>
              <c:pt idx="22">
                <c:v>2.0904444845289665</c:v>
              </c:pt>
              <c:pt idx="23">
                <c:v>2.0904444845289665</c:v>
              </c:pt>
              <c:pt idx="24">
                <c:v>2.0904444845289665</c:v>
              </c:pt>
              <c:pt idx="25">
                <c:v>2.0904444845289665</c:v>
              </c:pt>
              <c:pt idx="26">
                <c:v>2.0904444845289665</c:v>
              </c:pt>
              <c:pt idx="27">
                <c:v>2.0904444845289665</c:v>
              </c:pt>
              <c:pt idx="28">
                <c:v>2.0904444845289665</c:v>
              </c:pt>
              <c:pt idx="29">
                <c:v>2.0904444845289665</c:v>
              </c:pt>
              <c:pt idx="30">
                <c:v>2.0904444845289665</c:v>
              </c:pt>
              <c:pt idx="31">
                <c:v>2.0904444845289665</c:v>
              </c:pt>
              <c:pt idx="32">
                <c:v>2.0904444845289665</c:v>
              </c:pt>
              <c:pt idx="33">
                <c:v>2.0904444845289665</c:v>
              </c:pt>
              <c:pt idx="34">
                <c:v>2.0904444845289665</c:v>
              </c:pt>
              <c:pt idx="35">
                <c:v>2.0904444845289665</c:v>
              </c:pt>
              <c:pt idx="36">
                <c:v>2.0904444845289665</c:v>
              </c:pt>
              <c:pt idx="37">
                <c:v>2.0904444845289665</c:v>
              </c:pt>
              <c:pt idx="38">
                <c:v>2.0904444845289665</c:v>
              </c:pt>
              <c:pt idx="39">
                <c:v>2.0904444845289665</c:v>
              </c:pt>
              <c:pt idx="40">
                <c:v>2.0904444845289665</c:v>
              </c:pt>
              <c:pt idx="41">
                <c:v>2.0904444845289665</c:v>
              </c:pt>
              <c:pt idx="42">
                <c:v>2.0904444845289665</c:v>
              </c:pt>
              <c:pt idx="43">
                <c:v>2.0904444845289665</c:v>
              </c:pt>
              <c:pt idx="44">
                <c:v>2.0904444845289665</c:v>
              </c:pt>
              <c:pt idx="45">
                <c:v>2.0904444845289665</c:v>
              </c:pt>
              <c:pt idx="46">
                <c:v>2.0904444845289665</c:v>
              </c:pt>
              <c:pt idx="47">
                <c:v>2.0904444845289665</c:v>
              </c:pt>
              <c:pt idx="48">
                <c:v>2.0904444845289665</c:v>
              </c:pt>
              <c:pt idx="49">
                <c:v>2.0904444845289665</c:v>
              </c:pt>
              <c:pt idx="50">
                <c:v>2.0904444845289665</c:v>
              </c:pt>
              <c:pt idx="51">
                <c:v>2.0904444845289665</c:v>
              </c:pt>
              <c:pt idx="52">
                <c:v>2.0904444845289665</c:v>
              </c:pt>
              <c:pt idx="53">
                <c:v>2.0904444845289665</c:v>
              </c:pt>
              <c:pt idx="54">
                <c:v>2.0904444845289665</c:v>
              </c:pt>
              <c:pt idx="55">
                <c:v>2.0904444845289665</c:v>
              </c:pt>
              <c:pt idx="56">
                <c:v>2.0904444845289665</c:v>
              </c:pt>
              <c:pt idx="57">
                <c:v>2.0904444845289665</c:v>
              </c:pt>
              <c:pt idx="58">
                <c:v>2.0904444845289665</c:v>
              </c:pt>
              <c:pt idx="59">
                <c:v>2.0904444845289665</c:v>
              </c:pt>
              <c:pt idx="60">
                <c:v>2.0904444845289665</c:v>
              </c:pt>
              <c:pt idx="61">
                <c:v>2.0904444845289665</c:v>
              </c:pt>
              <c:pt idx="62">
                <c:v>2.0904444845289665</c:v>
              </c:pt>
              <c:pt idx="63">
                <c:v>2.0904444845289665</c:v>
              </c:pt>
              <c:pt idx="64">
                <c:v>2.0904444845289665</c:v>
              </c:pt>
              <c:pt idx="65">
                <c:v>2.0904444845289665</c:v>
              </c:pt>
              <c:pt idx="66">
                <c:v>2.0904444845289665</c:v>
              </c:pt>
              <c:pt idx="67">
                <c:v>2.0904444845289665</c:v>
              </c:pt>
              <c:pt idx="68">
                <c:v>2.0904444845289665</c:v>
              </c:pt>
              <c:pt idx="69">
                <c:v>2.0904444845289665</c:v>
              </c:pt>
              <c:pt idx="70">
                <c:v>2.0904444845289665</c:v>
              </c:pt>
              <c:pt idx="71">
                <c:v>2.0904444845289665</c:v>
              </c:pt>
              <c:pt idx="72">
                <c:v>2.0904444845289665</c:v>
              </c:pt>
              <c:pt idx="73">
                <c:v>2.0904444845289665</c:v>
              </c:pt>
              <c:pt idx="74">
                <c:v>2.0904444845289665</c:v>
              </c:pt>
              <c:pt idx="75">
                <c:v>2.0904444845289665</c:v>
              </c:pt>
              <c:pt idx="76">
                <c:v>2.0904444845289665</c:v>
              </c:pt>
              <c:pt idx="77">
                <c:v>2.0904444845289665</c:v>
              </c:pt>
              <c:pt idx="78">
                <c:v>2.0904444845289665</c:v>
              </c:pt>
              <c:pt idx="79">
                <c:v>2.0904444845289665</c:v>
              </c:pt>
              <c:pt idx="80">
                <c:v>2.0904444845289665</c:v>
              </c:pt>
              <c:pt idx="81">
                <c:v>2.0904444845289665</c:v>
              </c:pt>
              <c:pt idx="82">
                <c:v>2.0904444845289665</c:v>
              </c:pt>
              <c:pt idx="83">
                <c:v>2.0904444845289665</c:v>
              </c:pt>
              <c:pt idx="84">
                <c:v>2.0904444845289665</c:v>
              </c:pt>
              <c:pt idx="85">
                <c:v>2.0904444845289665</c:v>
              </c:pt>
              <c:pt idx="86">
                <c:v>2.0904444845289665</c:v>
              </c:pt>
              <c:pt idx="87">
                <c:v>2.0904444845289665</c:v>
              </c:pt>
              <c:pt idx="88">
                <c:v>2.0904444845289665</c:v>
              </c:pt>
              <c:pt idx="89">
                <c:v>2.0904444845289665</c:v>
              </c:pt>
              <c:pt idx="90">
                <c:v>2.0904444845289665</c:v>
              </c:pt>
              <c:pt idx="91">
                <c:v>2.0904444845289665</c:v>
              </c:pt>
              <c:pt idx="92">
                <c:v>2.0904444845289665</c:v>
              </c:pt>
              <c:pt idx="93">
                <c:v>2.0904444845289665</c:v>
              </c:pt>
              <c:pt idx="94">
                <c:v>2.0904444845289665</c:v>
              </c:pt>
              <c:pt idx="95">
                <c:v>2.0904444845289665</c:v>
              </c:pt>
              <c:pt idx="96">
                <c:v>2.0904444845289665</c:v>
              </c:pt>
              <c:pt idx="97">
                <c:v>2.0904444845289665</c:v>
              </c:pt>
              <c:pt idx="98">
                <c:v>2.0904444845289665</c:v>
              </c:pt>
              <c:pt idx="99">
                <c:v>2.0904444845289665</c:v>
              </c:pt>
              <c:pt idx="100">
                <c:v>2.0904444845289665</c:v>
              </c:pt>
              <c:pt idx="101">
                <c:v>2.0904444845289665</c:v>
              </c:pt>
              <c:pt idx="102">
                <c:v>2.0904444845289665</c:v>
              </c:pt>
              <c:pt idx="103">
                <c:v>2.0904444845289665</c:v>
              </c:pt>
              <c:pt idx="104">
                <c:v>2.0904444845289665</c:v>
              </c:pt>
              <c:pt idx="105">
                <c:v>2.0904444845289665</c:v>
              </c:pt>
              <c:pt idx="106">
                <c:v>2.0904444845289665</c:v>
              </c:pt>
              <c:pt idx="107">
                <c:v>2.0904444845289665</c:v>
              </c:pt>
              <c:pt idx="108">
                <c:v>2.0904444845289665</c:v>
              </c:pt>
              <c:pt idx="109">
                <c:v>2.0904444845289665</c:v>
              </c:pt>
              <c:pt idx="110">
                <c:v>2.0904444845289665</c:v>
              </c:pt>
              <c:pt idx="111">
                <c:v>2.0904444845289665</c:v>
              </c:pt>
              <c:pt idx="112">
                <c:v>2.0904444845289665</c:v>
              </c:pt>
              <c:pt idx="113">
                <c:v>2.0904444845289665</c:v>
              </c:pt>
              <c:pt idx="114">
                <c:v>2.0904444845289665</c:v>
              </c:pt>
              <c:pt idx="115">
                <c:v>2.0904444845289665</c:v>
              </c:pt>
              <c:pt idx="116">
                <c:v>2.0904444845289665</c:v>
              </c:pt>
              <c:pt idx="117">
                <c:v>2.0904444845289665</c:v>
              </c:pt>
              <c:pt idx="118">
                <c:v>2.0904444845289665</c:v>
              </c:pt>
              <c:pt idx="119">
                <c:v>2.0904444845289665</c:v>
              </c:pt>
              <c:pt idx="120">
                <c:v>2.0904444845289665</c:v>
              </c:pt>
              <c:pt idx="121">
                <c:v>2.0904444845289665</c:v>
              </c:pt>
              <c:pt idx="122">
                <c:v>2.0904444845289665</c:v>
              </c:pt>
              <c:pt idx="123">
                <c:v>2.0904444845289665</c:v>
              </c:pt>
              <c:pt idx="124">
                <c:v>2.0904444845289665</c:v>
              </c:pt>
              <c:pt idx="125">
                <c:v>2.0904444845289665</c:v>
              </c:pt>
              <c:pt idx="126">
                <c:v>2.0904444845289665</c:v>
              </c:pt>
              <c:pt idx="127">
                <c:v>2.0904444845289665</c:v>
              </c:pt>
              <c:pt idx="128">
                <c:v>2.0904444845289665</c:v>
              </c:pt>
              <c:pt idx="129">
                <c:v>2.0904444845289665</c:v>
              </c:pt>
              <c:pt idx="130">
                <c:v>2.0904444845289665</c:v>
              </c:pt>
              <c:pt idx="131">
                <c:v>2.0904444845289665</c:v>
              </c:pt>
              <c:pt idx="132">
                <c:v>2.0904444845289665</c:v>
              </c:pt>
              <c:pt idx="133">
                <c:v>2.0904444845289665</c:v>
              </c:pt>
              <c:pt idx="134">
                <c:v>2.0904444845289665</c:v>
              </c:pt>
              <c:pt idx="135">
                <c:v>2.0904444845289665</c:v>
              </c:pt>
              <c:pt idx="136">
                <c:v>2.0904444845289665</c:v>
              </c:pt>
              <c:pt idx="137">
                <c:v>2.0904444845289665</c:v>
              </c:pt>
              <c:pt idx="138">
                <c:v>2.0904444845289665</c:v>
              </c:pt>
              <c:pt idx="139">
                <c:v>2.0904444845289665</c:v>
              </c:pt>
              <c:pt idx="140">
                <c:v>2.0904444845289665</c:v>
              </c:pt>
              <c:pt idx="141">
                <c:v>2.0904444845289665</c:v>
              </c:pt>
              <c:pt idx="142">
                <c:v>2.0904444845289665</c:v>
              </c:pt>
              <c:pt idx="143">
                <c:v>2.0904444845289665</c:v>
              </c:pt>
              <c:pt idx="144">
                <c:v>2.0904444845289665</c:v>
              </c:pt>
              <c:pt idx="145">
                <c:v>2.0904444845289665</c:v>
              </c:pt>
              <c:pt idx="146">
                <c:v>2.0904444845289665</c:v>
              </c:pt>
              <c:pt idx="147">
                <c:v>2.0904444845289665</c:v>
              </c:pt>
              <c:pt idx="148">
                <c:v>2.0904444845289665</c:v>
              </c:pt>
              <c:pt idx="149">
                <c:v>2.0904444845289665</c:v>
              </c:pt>
              <c:pt idx="150">
                <c:v>2.0904444845289665</c:v>
              </c:pt>
              <c:pt idx="151">
                <c:v>2.0904444845289665</c:v>
              </c:pt>
              <c:pt idx="152">
                <c:v>2.0904444845289665</c:v>
              </c:pt>
              <c:pt idx="153">
                <c:v>2.0904444845289665</c:v>
              </c:pt>
              <c:pt idx="154">
                <c:v>2.0904444845289665</c:v>
              </c:pt>
              <c:pt idx="155">
                <c:v>2.0904444845289665</c:v>
              </c:pt>
              <c:pt idx="156">
                <c:v>2.0904444845289665</c:v>
              </c:pt>
              <c:pt idx="157">
                <c:v>2.0904444845289665</c:v>
              </c:pt>
              <c:pt idx="158">
                <c:v>2.0904444845289665</c:v>
              </c:pt>
              <c:pt idx="159">
                <c:v>2.0904444845289665</c:v>
              </c:pt>
              <c:pt idx="160">
                <c:v>2.0904444845289665</c:v>
              </c:pt>
              <c:pt idx="161">
                <c:v>2.0904444845289665</c:v>
              </c:pt>
              <c:pt idx="162">
                <c:v>2.0904444845289665</c:v>
              </c:pt>
              <c:pt idx="163">
                <c:v>2.0904444845289665</c:v>
              </c:pt>
              <c:pt idx="164">
                <c:v>2.0904444845289665</c:v>
              </c:pt>
              <c:pt idx="165">
                <c:v>2.0904444845289665</c:v>
              </c:pt>
              <c:pt idx="166">
                <c:v>2.0904444845289665</c:v>
              </c:pt>
              <c:pt idx="167">
                <c:v>2.0904444845289665</c:v>
              </c:pt>
              <c:pt idx="168">
                <c:v>2.0904444845289665</c:v>
              </c:pt>
              <c:pt idx="169">
                <c:v>2.0904444845289665</c:v>
              </c:pt>
              <c:pt idx="170">
                <c:v>2.0904444845289665</c:v>
              </c:pt>
              <c:pt idx="171">
                <c:v>2.0904444845289665</c:v>
              </c:pt>
              <c:pt idx="172">
                <c:v>2.0904444845289665</c:v>
              </c:pt>
              <c:pt idx="173">
                <c:v>2.0904444845289665</c:v>
              </c:pt>
              <c:pt idx="174">
                <c:v>2.0904444845289665</c:v>
              </c:pt>
              <c:pt idx="175">
                <c:v>2.0904444845289665</c:v>
              </c:pt>
              <c:pt idx="176">
                <c:v>2.0904444845289665</c:v>
              </c:pt>
              <c:pt idx="177">
                <c:v>2.0904444845289665</c:v>
              </c:pt>
              <c:pt idx="178">
                <c:v>2.0904444845289665</c:v>
              </c:pt>
              <c:pt idx="179">
                <c:v>2.0904444845289665</c:v>
              </c:pt>
              <c:pt idx="180">
                <c:v>2.0904444845289665</c:v>
              </c:pt>
              <c:pt idx="181">
                <c:v>2.0904444845289665</c:v>
              </c:pt>
              <c:pt idx="182">
                <c:v>2.0904444845289665</c:v>
              </c:pt>
              <c:pt idx="183">
                <c:v>2.0904444845289665</c:v>
              </c:pt>
              <c:pt idx="184">
                <c:v>2.0904444845289665</c:v>
              </c:pt>
              <c:pt idx="185">
                <c:v>2.0904444845289665</c:v>
              </c:pt>
              <c:pt idx="186">
                <c:v>2.0904444845289665</c:v>
              </c:pt>
              <c:pt idx="187">
                <c:v>2.0904444845289665</c:v>
              </c:pt>
              <c:pt idx="188">
                <c:v>2.0904444845289665</c:v>
              </c:pt>
              <c:pt idx="189">
                <c:v>2.0904444845289665</c:v>
              </c:pt>
              <c:pt idx="190">
                <c:v>2.0904444845289665</c:v>
              </c:pt>
              <c:pt idx="191">
                <c:v>2.0904444845289665</c:v>
              </c:pt>
              <c:pt idx="192">
                <c:v>2.0904444845289665</c:v>
              </c:pt>
              <c:pt idx="193">
                <c:v>2.0904444845289665</c:v>
              </c:pt>
              <c:pt idx="194">
                <c:v>2.0904444845289665</c:v>
              </c:pt>
              <c:pt idx="195">
                <c:v>2.0904444845289665</c:v>
              </c:pt>
              <c:pt idx="196">
                <c:v>2.0904444845289665</c:v>
              </c:pt>
              <c:pt idx="197">
                <c:v>2.0904444845289665</c:v>
              </c:pt>
              <c:pt idx="198">
                <c:v>2.0904444845289665</c:v>
              </c:pt>
              <c:pt idx="199">
                <c:v>2.0904444845289665</c:v>
              </c:pt>
              <c:pt idx="200">
                <c:v>2.0904444845289665</c:v>
              </c:pt>
              <c:pt idx="201">
                <c:v>2.0904444845289665</c:v>
              </c:pt>
              <c:pt idx="202">
                <c:v>2.0904444845289665</c:v>
              </c:pt>
              <c:pt idx="203">
                <c:v>2.0904444845289665</c:v>
              </c:pt>
              <c:pt idx="204">
                <c:v>2.0904444845289665</c:v>
              </c:pt>
              <c:pt idx="205">
                <c:v>2.0904444845289665</c:v>
              </c:pt>
              <c:pt idx="206">
                <c:v>2.0904444845289665</c:v>
              </c:pt>
              <c:pt idx="207">
                <c:v>2.0904444845289665</c:v>
              </c:pt>
              <c:pt idx="208">
                <c:v>2.0904444845289665</c:v>
              </c:pt>
              <c:pt idx="209">
                <c:v>2.0904444845289665</c:v>
              </c:pt>
              <c:pt idx="210">
                <c:v>2.0904444845289665</c:v>
              </c:pt>
              <c:pt idx="211">
                <c:v>2.0904444845289665</c:v>
              </c:pt>
              <c:pt idx="212">
                <c:v>2.0904444845289665</c:v>
              </c:pt>
              <c:pt idx="213">
                <c:v>2.0904444845289665</c:v>
              </c:pt>
              <c:pt idx="214">
                <c:v>2.0904444845289665</c:v>
              </c:pt>
              <c:pt idx="215">
                <c:v>2.0904444845289665</c:v>
              </c:pt>
              <c:pt idx="216">
                <c:v>2.0904444845289665</c:v>
              </c:pt>
              <c:pt idx="217">
                <c:v>2.0904444845289665</c:v>
              </c:pt>
              <c:pt idx="218">
                <c:v>2.0904444845289665</c:v>
              </c:pt>
              <c:pt idx="219">
                <c:v>2.0904444845289665</c:v>
              </c:pt>
              <c:pt idx="220">
                <c:v>2.0904444845289665</c:v>
              </c:pt>
              <c:pt idx="221">
                <c:v>2.0904444845289665</c:v>
              </c:pt>
              <c:pt idx="222">
                <c:v>2.0904444845289665</c:v>
              </c:pt>
              <c:pt idx="223">
                <c:v>2.0904444845289665</c:v>
              </c:pt>
              <c:pt idx="224">
                <c:v>2.0904444845289665</c:v>
              </c:pt>
              <c:pt idx="225">
                <c:v>2.0904444845289665</c:v>
              </c:pt>
              <c:pt idx="226">
                <c:v>2.0904444845289665</c:v>
              </c:pt>
              <c:pt idx="227">
                <c:v>2.0904444845289665</c:v>
              </c:pt>
              <c:pt idx="228">
                <c:v>2.0904444845289665</c:v>
              </c:pt>
              <c:pt idx="229">
                <c:v>2.0904444845289665</c:v>
              </c:pt>
              <c:pt idx="230">
                <c:v>2.0904444845289665</c:v>
              </c:pt>
              <c:pt idx="231">
                <c:v>2.0904444845289665</c:v>
              </c:pt>
              <c:pt idx="232">
                <c:v>2.0904444845289665</c:v>
              </c:pt>
              <c:pt idx="233">
                <c:v>2.0904444845289665</c:v>
              </c:pt>
              <c:pt idx="234">
                <c:v>2.0904444845289665</c:v>
              </c:pt>
              <c:pt idx="235">
                <c:v>2.0904444845289665</c:v>
              </c:pt>
              <c:pt idx="236">
                <c:v>2.0904444845289665</c:v>
              </c:pt>
              <c:pt idx="237">
                <c:v>2.0904444845289665</c:v>
              </c:pt>
              <c:pt idx="238">
                <c:v>2.0904444845289665</c:v>
              </c:pt>
              <c:pt idx="239">
                <c:v>2.0904444845289665</c:v>
              </c:pt>
              <c:pt idx="240">
                <c:v>2.0904444845289665</c:v>
              </c:pt>
              <c:pt idx="241">
                <c:v>2.0904444845289665</c:v>
              </c:pt>
              <c:pt idx="242">
                <c:v>2.0904444845289665</c:v>
              </c:pt>
              <c:pt idx="243">
                <c:v>2.0904444845289665</c:v>
              </c:pt>
              <c:pt idx="244">
                <c:v>2.0904444845289665</c:v>
              </c:pt>
              <c:pt idx="245">
                <c:v>2.0904444845289665</c:v>
              </c:pt>
            </c:numLit>
          </c:yVal>
          <c:smooth val="0"/>
        </c:ser>
        <c:ser>
          <c:idx val="8"/>
          <c:order val="8"/>
          <c:tx>
            <c:v>Same order, optimal filling</c:v>
          </c:tx>
          <c:spPr>
            <a:noFill xmlns:a="http://schemas.openxmlformats.org/drawingml/2006/main"/>
            <a:ln xmlns:a="http://schemas.openxmlformats.org/drawingml/2006/main" w="0">
              <a:noFill/>
              <a:prstDash val="solid"/>
            </a:ln>
          </c:spPr>
          <c:marker>
            <c:symbol val="circle"/>
            <c:size val="7"/>
            <c:spPr>
              <a:solidFill xmlns:a="http://schemas.openxmlformats.org/drawingml/2006/main">
                <a:srgbClr val="009E73"/>
              </a:solidFill>
            </c:spPr>
          </c:marker>
          <c:xVal>
            <c:numLit>
              <c:formatCode>General</c:formatCode>
              <c:ptCount val="246"/>
              <c:pt idx="0">
                <c:v>12.346384203815647</c:v>
              </c:pt>
              <c:pt idx="1">
                <c:v>12.346384203815647</c:v>
              </c:pt>
              <c:pt idx="2">
                <c:v>12.346384203815647</c:v>
              </c:pt>
              <c:pt idx="3">
                <c:v>12.346384203815647</c:v>
              </c:pt>
              <c:pt idx="4">
                <c:v>12.346384203815647</c:v>
              </c:pt>
              <c:pt idx="5">
                <c:v>12.346384203815647</c:v>
              </c:pt>
              <c:pt idx="6">
                <c:v>12.346384203815647</c:v>
              </c:pt>
              <c:pt idx="7">
                <c:v>12.346384203815647</c:v>
              </c:pt>
              <c:pt idx="8">
                <c:v>12.346384203815647</c:v>
              </c:pt>
              <c:pt idx="9">
                <c:v>12.346384203815647</c:v>
              </c:pt>
              <c:pt idx="10">
                <c:v>12.346384203815647</c:v>
              </c:pt>
              <c:pt idx="11">
                <c:v>12.346384203815647</c:v>
              </c:pt>
              <c:pt idx="12">
                <c:v>12.346384203815647</c:v>
              </c:pt>
              <c:pt idx="13">
                <c:v>12.346384203815647</c:v>
              </c:pt>
              <c:pt idx="14">
                <c:v>12.346384203815647</c:v>
              </c:pt>
              <c:pt idx="15">
                <c:v>12.346384203815647</c:v>
              </c:pt>
              <c:pt idx="16">
                <c:v>12.346384203815647</c:v>
              </c:pt>
              <c:pt idx="17">
                <c:v>12.346384203815647</c:v>
              </c:pt>
              <c:pt idx="18">
                <c:v>12.346384203815647</c:v>
              </c:pt>
              <c:pt idx="19">
                <c:v>12.346384203815647</c:v>
              </c:pt>
              <c:pt idx="20">
                <c:v>12.346384203815647</c:v>
              </c:pt>
              <c:pt idx="21">
                <c:v>12.346384203815647</c:v>
              </c:pt>
              <c:pt idx="22">
                <c:v>12.346384203815647</c:v>
              </c:pt>
              <c:pt idx="23">
                <c:v>12.346384203815647</c:v>
              </c:pt>
              <c:pt idx="24">
                <c:v>12.346384203815647</c:v>
              </c:pt>
              <c:pt idx="25">
                <c:v>12.346384203815647</c:v>
              </c:pt>
              <c:pt idx="26">
                <c:v>12.346384203815647</c:v>
              </c:pt>
              <c:pt idx="27">
                <c:v>12.346384203815647</c:v>
              </c:pt>
              <c:pt idx="28">
                <c:v>12.346384203815647</c:v>
              </c:pt>
              <c:pt idx="29">
                <c:v>12.346384203815647</c:v>
              </c:pt>
              <c:pt idx="30">
                <c:v>12.346384203815647</c:v>
              </c:pt>
              <c:pt idx="31">
                <c:v>12.346384203815647</c:v>
              </c:pt>
              <c:pt idx="32">
                <c:v>12.346384203815647</c:v>
              </c:pt>
              <c:pt idx="33">
                <c:v>12.346384203815647</c:v>
              </c:pt>
              <c:pt idx="34">
                <c:v>12.346384203815647</c:v>
              </c:pt>
              <c:pt idx="35">
                <c:v>12.346384203815647</c:v>
              </c:pt>
              <c:pt idx="36">
                <c:v>12.346384203815647</c:v>
              </c:pt>
              <c:pt idx="37">
                <c:v>12.346384203815647</c:v>
              </c:pt>
              <c:pt idx="38">
                <c:v>12.346384203815647</c:v>
              </c:pt>
              <c:pt idx="39">
                <c:v>12.346384203815647</c:v>
              </c:pt>
              <c:pt idx="40">
                <c:v>12.346384203815647</c:v>
              </c:pt>
              <c:pt idx="41">
                <c:v>12.346384203815647</c:v>
              </c:pt>
              <c:pt idx="42">
                <c:v>12.346384203815647</c:v>
              </c:pt>
              <c:pt idx="43">
                <c:v>12.346384203815647</c:v>
              </c:pt>
              <c:pt idx="44">
                <c:v>12.346384203815647</c:v>
              </c:pt>
              <c:pt idx="45">
                <c:v>12.346384203815647</c:v>
              </c:pt>
              <c:pt idx="46">
                <c:v>12.346384203815647</c:v>
              </c:pt>
              <c:pt idx="47">
                <c:v>12.346384203815647</c:v>
              </c:pt>
              <c:pt idx="48">
                <c:v>12.346384203815647</c:v>
              </c:pt>
              <c:pt idx="49">
                <c:v>12.346384203815647</c:v>
              </c:pt>
              <c:pt idx="50">
                <c:v>12.346384203815647</c:v>
              </c:pt>
              <c:pt idx="51">
                <c:v>12.346384203815647</c:v>
              </c:pt>
              <c:pt idx="52">
                <c:v>12.346384203815647</c:v>
              </c:pt>
              <c:pt idx="53">
                <c:v>12.346384203815647</c:v>
              </c:pt>
              <c:pt idx="54">
                <c:v>12.346384203815647</c:v>
              </c:pt>
              <c:pt idx="55">
                <c:v>12.346384203815647</c:v>
              </c:pt>
              <c:pt idx="56">
                <c:v>12.346384203815647</c:v>
              </c:pt>
              <c:pt idx="57">
                <c:v>12.346384203815647</c:v>
              </c:pt>
              <c:pt idx="58">
                <c:v>12.346384203815647</c:v>
              </c:pt>
              <c:pt idx="59">
                <c:v>12.346384203815647</c:v>
              </c:pt>
              <c:pt idx="60">
                <c:v>12.346384203815647</c:v>
              </c:pt>
              <c:pt idx="61">
                <c:v>12.346384203815647</c:v>
              </c:pt>
              <c:pt idx="62">
                <c:v>12.346384203815647</c:v>
              </c:pt>
              <c:pt idx="63">
                <c:v>12.346384203815647</c:v>
              </c:pt>
              <c:pt idx="64">
                <c:v>12.346384203815647</c:v>
              </c:pt>
              <c:pt idx="65">
                <c:v>12.346384203815647</c:v>
              </c:pt>
              <c:pt idx="66">
                <c:v>12.346384203815647</c:v>
              </c:pt>
              <c:pt idx="67">
                <c:v>12.346384203815647</c:v>
              </c:pt>
              <c:pt idx="68">
                <c:v>12.346384203815647</c:v>
              </c:pt>
              <c:pt idx="69">
                <c:v>12.346384203815647</c:v>
              </c:pt>
              <c:pt idx="70">
                <c:v>12.346384203815647</c:v>
              </c:pt>
              <c:pt idx="71">
                <c:v>12.346384203815647</c:v>
              </c:pt>
              <c:pt idx="72">
                <c:v>12.346384203815647</c:v>
              </c:pt>
              <c:pt idx="73">
                <c:v>12.346384203815647</c:v>
              </c:pt>
              <c:pt idx="74">
                <c:v>12.346384203815647</c:v>
              </c:pt>
              <c:pt idx="75">
                <c:v>12.346384203815647</c:v>
              </c:pt>
              <c:pt idx="76">
                <c:v>12.346384203815647</c:v>
              </c:pt>
              <c:pt idx="77">
                <c:v>12.346384203815647</c:v>
              </c:pt>
              <c:pt idx="78">
                <c:v>12.346384203815647</c:v>
              </c:pt>
              <c:pt idx="79">
                <c:v>12.346384203815647</c:v>
              </c:pt>
              <c:pt idx="80">
                <c:v>12.346384203815647</c:v>
              </c:pt>
              <c:pt idx="81">
                <c:v>12.346384203815647</c:v>
              </c:pt>
              <c:pt idx="82">
                <c:v>12.346384203815647</c:v>
              </c:pt>
              <c:pt idx="83">
                <c:v>12.346384203815647</c:v>
              </c:pt>
              <c:pt idx="84">
                <c:v>12.346384203815647</c:v>
              </c:pt>
              <c:pt idx="85">
                <c:v>12.346384203815647</c:v>
              </c:pt>
              <c:pt idx="86">
                <c:v>12.346384203815647</c:v>
              </c:pt>
              <c:pt idx="87">
                <c:v>12.346384203815647</c:v>
              </c:pt>
              <c:pt idx="88">
                <c:v>12.346384203815647</c:v>
              </c:pt>
              <c:pt idx="89">
                <c:v>12.346384203815647</c:v>
              </c:pt>
              <c:pt idx="90">
                <c:v>12.346384203815647</c:v>
              </c:pt>
              <c:pt idx="91">
                <c:v>12.346384203815647</c:v>
              </c:pt>
              <c:pt idx="92">
                <c:v>12.346384203815647</c:v>
              </c:pt>
              <c:pt idx="93">
                <c:v>12.346384203815647</c:v>
              </c:pt>
              <c:pt idx="94">
                <c:v>12.346384203815647</c:v>
              </c:pt>
              <c:pt idx="95">
                <c:v>12.346384203815647</c:v>
              </c:pt>
              <c:pt idx="96">
                <c:v>12.346384203815647</c:v>
              </c:pt>
              <c:pt idx="97">
                <c:v>12.346384203815647</c:v>
              </c:pt>
              <c:pt idx="98">
                <c:v>12.346384203815647</c:v>
              </c:pt>
              <c:pt idx="99">
                <c:v>12.346384203815647</c:v>
              </c:pt>
              <c:pt idx="100">
                <c:v>12.346384203815647</c:v>
              </c:pt>
              <c:pt idx="101">
                <c:v>12.346384203815647</c:v>
              </c:pt>
              <c:pt idx="102">
                <c:v>12.346384203815647</c:v>
              </c:pt>
              <c:pt idx="103">
                <c:v>12.346384203815647</c:v>
              </c:pt>
              <c:pt idx="104">
                <c:v>12.346384203815647</c:v>
              </c:pt>
              <c:pt idx="105">
                <c:v>12.346384203815647</c:v>
              </c:pt>
              <c:pt idx="106">
                <c:v>12.346384203815647</c:v>
              </c:pt>
              <c:pt idx="107">
                <c:v>12.346384203815647</c:v>
              </c:pt>
              <c:pt idx="108">
                <c:v>12.346384203815647</c:v>
              </c:pt>
              <c:pt idx="109">
                <c:v>12.346384203815647</c:v>
              </c:pt>
              <c:pt idx="110">
                <c:v>12.346384203815647</c:v>
              </c:pt>
              <c:pt idx="111">
                <c:v>12.346384203815647</c:v>
              </c:pt>
              <c:pt idx="112">
                <c:v>12.346384203815647</c:v>
              </c:pt>
              <c:pt idx="113">
                <c:v>12.346384203815647</c:v>
              </c:pt>
              <c:pt idx="114">
                <c:v>12.346384203815647</c:v>
              </c:pt>
              <c:pt idx="115">
                <c:v>12.346384203815647</c:v>
              </c:pt>
              <c:pt idx="116">
                <c:v>12.346384203815647</c:v>
              </c:pt>
              <c:pt idx="117">
                <c:v>12.346384203815647</c:v>
              </c:pt>
              <c:pt idx="118">
                <c:v>12.346384203815647</c:v>
              </c:pt>
              <c:pt idx="119">
                <c:v>12.346384203815647</c:v>
              </c:pt>
              <c:pt idx="120">
                <c:v>12.346384203815647</c:v>
              </c:pt>
              <c:pt idx="121">
                <c:v>12.346384203815647</c:v>
              </c:pt>
              <c:pt idx="122">
                <c:v>12.346384203815647</c:v>
              </c:pt>
              <c:pt idx="123">
                <c:v>12.346384203815647</c:v>
              </c:pt>
              <c:pt idx="124">
                <c:v>12.346384203815647</c:v>
              </c:pt>
              <c:pt idx="125">
                <c:v>12.346384203815647</c:v>
              </c:pt>
              <c:pt idx="126">
                <c:v>12.346384203815647</c:v>
              </c:pt>
              <c:pt idx="127">
                <c:v>12.346384203815647</c:v>
              </c:pt>
              <c:pt idx="128">
                <c:v>12.346384203815647</c:v>
              </c:pt>
              <c:pt idx="129">
                <c:v>12.346384203815647</c:v>
              </c:pt>
              <c:pt idx="130">
                <c:v>12.346384203815647</c:v>
              </c:pt>
              <c:pt idx="131">
                <c:v>12.346384203815647</c:v>
              </c:pt>
              <c:pt idx="132">
                <c:v>12.346384203815647</c:v>
              </c:pt>
              <c:pt idx="133">
                <c:v>12.346384203815647</c:v>
              </c:pt>
              <c:pt idx="134">
                <c:v>12.346384203815647</c:v>
              </c:pt>
              <c:pt idx="135">
                <c:v>12.346384203815647</c:v>
              </c:pt>
              <c:pt idx="136">
                <c:v>12.346384203815647</c:v>
              </c:pt>
              <c:pt idx="137">
                <c:v>12.346384203815647</c:v>
              </c:pt>
              <c:pt idx="138">
                <c:v>12.346384203815647</c:v>
              </c:pt>
              <c:pt idx="139">
                <c:v>12.346384203815647</c:v>
              </c:pt>
              <c:pt idx="140">
                <c:v>12.346384203815647</c:v>
              </c:pt>
              <c:pt idx="141">
                <c:v>12.346384203815647</c:v>
              </c:pt>
              <c:pt idx="142">
                <c:v>12.346384203815647</c:v>
              </c:pt>
              <c:pt idx="143">
                <c:v>12.346384203815647</c:v>
              </c:pt>
              <c:pt idx="144">
                <c:v>12.346384203815647</c:v>
              </c:pt>
              <c:pt idx="145">
                <c:v>12.346384203815647</c:v>
              </c:pt>
              <c:pt idx="146">
                <c:v>12.346384203815647</c:v>
              </c:pt>
              <c:pt idx="147">
                <c:v>12.346384203815647</c:v>
              </c:pt>
              <c:pt idx="148">
                <c:v>12.346384203815647</c:v>
              </c:pt>
              <c:pt idx="149">
                <c:v>12.346384203815647</c:v>
              </c:pt>
              <c:pt idx="150">
                <c:v>12.346384203815647</c:v>
              </c:pt>
              <c:pt idx="151">
                <c:v>12.346384203815647</c:v>
              </c:pt>
              <c:pt idx="152">
                <c:v>12.346384203815647</c:v>
              </c:pt>
              <c:pt idx="153">
                <c:v>12.346384203815647</c:v>
              </c:pt>
              <c:pt idx="154">
                <c:v>12.346384203815647</c:v>
              </c:pt>
              <c:pt idx="155">
                <c:v>12.346384203815647</c:v>
              </c:pt>
              <c:pt idx="156">
                <c:v>12.346384203815647</c:v>
              </c:pt>
              <c:pt idx="157">
                <c:v>12.346384203815647</c:v>
              </c:pt>
              <c:pt idx="158">
                <c:v>12.346384203815647</c:v>
              </c:pt>
              <c:pt idx="159">
                <c:v>12.346384203815647</c:v>
              </c:pt>
              <c:pt idx="160">
                <c:v>12.346384203815647</c:v>
              </c:pt>
              <c:pt idx="161">
                <c:v>12.346384203815647</c:v>
              </c:pt>
              <c:pt idx="162">
                <c:v>12.346384203815647</c:v>
              </c:pt>
              <c:pt idx="163">
                <c:v>12.346384203815647</c:v>
              </c:pt>
              <c:pt idx="164">
                <c:v>12.346384203815647</c:v>
              </c:pt>
              <c:pt idx="165">
                <c:v>12.346384203815647</c:v>
              </c:pt>
              <c:pt idx="166">
                <c:v>12.346384203815647</c:v>
              </c:pt>
              <c:pt idx="167">
                <c:v>12.346384203815647</c:v>
              </c:pt>
              <c:pt idx="168">
                <c:v>12.346384203815647</c:v>
              </c:pt>
              <c:pt idx="169">
                <c:v>12.346384203815647</c:v>
              </c:pt>
              <c:pt idx="170">
                <c:v>12.346384203815647</c:v>
              </c:pt>
              <c:pt idx="171">
                <c:v>12.346384203815647</c:v>
              </c:pt>
              <c:pt idx="172">
                <c:v>12.346384203815647</c:v>
              </c:pt>
              <c:pt idx="173">
                <c:v>12.346384203815647</c:v>
              </c:pt>
              <c:pt idx="174">
                <c:v>12.346384203815647</c:v>
              </c:pt>
              <c:pt idx="175">
                <c:v>12.346384203815647</c:v>
              </c:pt>
              <c:pt idx="176">
                <c:v>12.346384203815647</c:v>
              </c:pt>
              <c:pt idx="177">
                <c:v>12.346384203815647</c:v>
              </c:pt>
              <c:pt idx="178">
                <c:v>12.346384203815647</c:v>
              </c:pt>
              <c:pt idx="179">
                <c:v>12.346384203815647</c:v>
              </c:pt>
              <c:pt idx="180">
                <c:v>12.346384203815647</c:v>
              </c:pt>
              <c:pt idx="181">
                <c:v>12.346384203815647</c:v>
              </c:pt>
              <c:pt idx="182">
                <c:v>12.346384203815647</c:v>
              </c:pt>
              <c:pt idx="183">
                <c:v>12.346384203815647</c:v>
              </c:pt>
              <c:pt idx="184">
                <c:v>12.346384203815647</c:v>
              </c:pt>
              <c:pt idx="185">
                <c:v>12.346384203815647</c:v>
              </c:pt>
              <c:pt idx="186">
                <c:v>12.346384203815647</c:v>
              </c:pt>
              <c:pt idx="187">
                <c:v>12.346384203815647</c:v>
              </c:pt>
              <c:pt idx="188">
                <c:v>12.346384203815647</c:v>
              </c:pt>
              <c:pt idx="189">
                <c:v>12.346384203815647</c:v>
              </c:pt>
              <c:pt idx="190">
                <c:v>12.346384203815647</c:v>
              </c:pt>
              <c:pt idx="191">
                <c:v>12.346384203815647</c:v>
              </c:pt>
              <c:pt idx="192">
                <c:v>12.346384203815647</c:v>
              </c:pt>
              <c:pt idx="193">
                <c:v>12.346384203815647</c:v>
              </c:pt>
              <c:pt idx="194">
                <c:v>12.346384203815647</c:v>
              </c:pt>
              <c:pt idx="195">
                <c:v>12.346384203815647</c:v>
              </c:pt>
              <c:pt idx="196">
                <c:v>12.346384203815647</c:v>
              </c:pt>
              <c:pt idx="197">
                <c:v>12.346384203815647</c:v>
              </c:pt>
              <c:pt idx="198">
                <c:v>12.346384203815647</c:v>
              </c:pt>
              <c:pt idx="199">
                <c:v>12.346384203815647</c:v>
              </c:pt>
              <c:pt idx="200">
                <c:v>12.346384203815647</c:v>
              </c:pt>
              <c:pt idx="201">
                <c:v>12.346384203815647</c:v>
              </c:pt>
              <c:pt idx="202">
                <c:v>12.346384203815647</c:v>
              </c:pt>
              <c:pt idx="203">
                <c:v>12.346384203815647</c:v>
              </c:pt>
              <c:pt idx="204">
                <c:v>12.346384203815647</c:v>
              </c:pt>
              <c:pt idx="205">
                <c:v>12.346384203815647</c:v>
              </c:pt>
              <c:pt idx="206">
                <c:v>12.346384203815647</c:v>
              </c:pt>
              <c:pt idx="207">
                <c:v>12.346384203815647</c:v>
              </c:pt>
              <c:pt idx="208">
                <c:v>12.346384203815647</c:v>
              </c:pt>
              <c:pt idx="209">
                <c:v>12.346384203815647</c:v>
              </c:pt>
              <c:pt idx="210">
                <c:v>12.346384203815647</c:v>
              </c:pt>
              <c:pt idx="211">
                <c:v>12.346384203815647</c:v>
              </c:pt>
              <c:pt idx="212">
                <c:v>12.346384203815647</c:v>
              </c:pt>
              <c:pt idx="213">
                <c:v>12.346384203815647</c:v>
              </c:pt>
              <c:pt idx="214">
                <c:v>12.346384203815647</c:v>
              </c:pt>
              <c:pt idx="215">
                <c:v>12.346384203815647</c:v>
              </c:pt>
              <c:pt idx="216">
                <c:v>12.346384203815647</c:v>
              </c:pt>
              <c:pt idx="217">
                <c:v>12.346384203815647</c:v>
              </c:pt>
              <c:pt idx="218">
                <c:v>12.346384203815647</c:v>
              </c:pt>
              <c:pt idx="219">
                <c:v>12.346384203815647</c:v>
              </c:pt>
              <c:pt idx="220">
                <c:v>12.346384203815647</c:v>
              </c:pt>
              <c:pt idx="221">
                <c:v>12.346384203815647</c:v>
              </c:pt>
              <c:pt idx="222">
                <c:v>12.346384203815647</c:v>
              </c:pt>
              <c:pt idx="223">
                <c:v>12.346384203815647</c:v>
              </c:pt>
              <c:pt idx="224">
                <c:v>12.346384203815647</c:v>
              </c:pt>
              <c:pt idx="225">
                <c:v>12.346384203815647</c:v>
              </c:pt>
              <c:pt idx="226">
                <c:v>12.346384203815647</c:v>
              </c:pt>
              <c:pt idx="227">
                <c:v>12.346384203815647</c:v>
              </c:pt>
              <c:pt idx="228">
                <c:v>12.346384203815647</c:v>
              </c:pt>
              <c:pt idx="229">
                <c:v>12.346384203815647</c:v>
              </c:pt>
              <c:pt idx="230">
                <c:v>12.346384203815647</c:v>
              </c:pt>
              <c:pt idx="231">
                <c:v>12.346384203815647</c:v>
              </c:pt>
              <c:pt idx="232">
                <c:v>12.346384203815647</c:v>
              </c:pt>
              <c:pt idx="233">
                <c:v>12.346384203815647</c:v>
              </c:pt>
              <c:pt idx="234">
                <c:v>12.346384203815647</c:v>
              </c:pt>
              <c:pt idx="235">
                <c:v>12.346384203815647</c:v>
              </c:pt>
              <c:pt idx="236">
                <c:v>12.346384203815647</c:v>
              </c:pt>
              <c:pt idx="237">
                <c:v>12.346384203815647</c:v>
              </c:pt>
              <c:pt idx="238">
                <c:v>12.346384203815647</c:v>
              </c:pt>
              <c:pt idx="239">
                <c:v>12.346384203815647</c:v>
              </c:pt>
              <c:pt idx="240">
                <c:v>12.346384203815647</c:v>
              </c:pt>
              <c:pt idx="241">
                <c:v>12.346384203815647</c:v>
              </c:pt>
              <c:pt idx="242">
                <c:v>12.346384203815647</c:v>
              </c:pt>
              <c:pt idx="243">
                <c:v>12.346384203815647</c:v>
              </c:pt>
              <c:pt idx="244">
                <c:v>12.346384203815647</c:v>
              </c:pt>
              <c:pt idx="245">
                <c:v>12.346384203815647</c:v>
              </c:pt>
            </c:numLit>
          </c:xVal>
          <c:yVal>
            <c:numLit>
              <c:formatCode>0.0</c:formatCode>
              <c:ptCount val="246"/>
              <c:pt idx="0">
                <c:v>0.2216114889677111</c:v>
              </c:pt>
              <c:pt idx="1">
                <c:v>0.2216114889677111</c:v>
              </c:pt>
              <c:pt idx="2">
                <c:v>0.2216114889677111</c:v>
              </c:pt>
              <c:pt idx="3">
                <c:v>0.2216114889677111</c:v>
              </c:pt>
              <c:pt idx="4">
                <c:v>0.2216114889677111</c:v>
              </c:pt>
              <c:pt idx="5">
                <c:v>0.2216114889677111</c:v>
              </c:pt>
              <c:pt idx="6">
                <c:v>0.2216114889677111</c:v>
              </c:pt>
              <c:pt idx="7">
                <c:v>0.2216114889677111</c:v>
              </c:pt>
              <c:pt idx="8">
                <c:v>0.2216114889677111</c:v>
              </c:pt>
              <c:pt idx="9">
                <c:v>0.2216114889677111</c:v>
              </c:pt>
              <c:pt idx="10">
                <c:v>0.2216114889677111</c:v>
              </c:pt>
              <c:pt idx="11">
                <c:v>0.2216114889677111</c:v>
              </c:pt>
              <c:pt idx="12">
                <c:v>0.2216114889677111</c:v>
              </c:pt>
              <c:pt idx="13">
                <c:v>0.2216114889677111</c:v>
              </c:pt>
              <c:pt idx="14">
                <c:v>0.2216114889677111</c:v>
              </c:pt>
              <c:pt idx="15">
                <c:v>0.2216114889677111</c:v>
              </c:pt>
              <c:pt idx="16">
                <c:v>0.2216114889677111</c:v>
              </c:pt>
              <c:pt idx="17">
                <c:v>0.2216114889677111</c:v>
              </c:pt>
              <c:pt idx="18">
                <c:v>0.2216114889677111</c:v>
              </c:pt>
              <c:pt idx="19">
                <c:v>0.2216114889677111</c:v>
              </c:pt>
              <c:pt idx="20">
                <c:v>0.2216114889677111</c:v>
              </c:pt>
              <c:pt idx="21">
                <c:v>0.2216114889677111</c:v>
              </c:pt>
              <c:pt idx="22">
                <c:v>0.2216114889677111</c:v>
              </c:pt>
              <c:pt idx="23">
                <c:v>0.2216114889677111</c:v>
              </c:pt>
              <c:pt idx="24">
                <c:v>0.2216114889677111</c:v>
              </c:pt>
              <c:pt idx="25">
                <c:v>0.2216114889677111</c:v>
              </c:pt>
              <c:pt idx="26">
                <c:v>0.2216114889677111</c:v>
              </c:pt>
              <c:pt idx="27">
                <c:v>0.2216114889677111</c:v>
              </c:pt>
              <c:pt idx="28">
                <c:v>0.2216114889677111</c:v>
              </c:pt>
              <c:pt idx="29">
                <c:v>0.2216114889677111</c:v>
              </c:pt>
              <c:pt idx="30">
                <c:v>0.2216114889677111</c:v>
              </c:pt>
              <c:pt idx="31">
                <c:v>0.2216114889677111</c:v>
              </c:pt>
              <c:pt idx="32">
                <c:v>0.2216114889677111</c:v>
              </c:pt>
              <c:pt idx="33">
                <c:v>0.2216114889677111</c:v>
              </c:pt>
              <c:pt idx="34">
                <c:v>0.2216114889677111</c:v>
              </c:pt>
              <c:pt idx="35">
                <c:v>0.2216114889677111</c:v>
              </c:pt>
              <c:pt idx="36">
                <c:v>0.2216114889677111</c:v>
              </c:pt>
              <c:pt idx="37">
                <c:v>0.2216114889677111</c:v>
              </c:pt>
              <c:pt idx="38">
                <c:v>0.2216114889677111</c:v>
              </c:pt>
              <c:pt idx="39">
                <c:v>0.2216114889677111</c:v>
              </c:pt>
              <c:pt idx="40">
                <c:v>0.2216114889677111</c:v>
              </c:pt>
              <c:pt idx="41">
                <c:v>0.2216114889677111</c:v>
              </c:pt>
              <c:pt idx="42">
                <c:v>0.2216114889677111</c:v>
              </c:pt>
              <c:pt idx="43">
                <c:v>0.2216114889677111</c:v>
              </c:pt>
              <c:pt idx="44">
                <c:v>0.2216114889677111</c:v>
              </c:pt>
              <c:pt idx="45">
                <c:v>0.2216114889677111</c:v>
              </c:pt>
              <c:pt idx="46">
                <c:v>0.2216114889677111</c:v>
              </c:pt>
              <c:pt idx="47">
                <c:v>0.2216114889677111</c:v>
              </c:pt>
              <c:pt idx="48">
                <c:v>0.2216114889677111</c:v>
              </c:pt>
              <c:pt idx="49">
                <c:v>0.2216114889677111</c:v>
              </c:pt>
              <c:pt idx="50">
                <c:v>0.2216114889677111</c:v>
              </c:pt>
              <c:pt idx="51">
                <c:v>0.2216114889677111</c:v>
              </c:pt>
              <c:pt idx="52">
                <c:v>0.2216114889677111</c:v>
              </c:pt>
              <c:pt idx="53">
                <c:v>0.2216114889677111</c:v>
              </c:pt>
              <c:pt idx="54">
                <c:v>0.2216114889677111</c:v>
              </c:pt>
              <c:pt idx="55">
                <c:v>0.2216114889677111</c:v>
              </c:pt>
              <c:pt idx="56">
                <c:v>0.2216114889677111</c:v>
              </c:pt>
              <c:pt idx="57">
                <c:v>0.2216114889677111</c:v>
              </c:pt>
              <c:pt idx="58">
                <c:v>0.2216114889677111</c:v>
              </c:pt>
              <c:pt idx="59">
                <c:v>0.2216114889677111</c:v>
              </c:pt>
              <c:pt idx="60">
                <c:v>0.2216114889677111</c:v>
              </c:pt>
              <c:pt idx="61">
                <c:v>0.2216114889677111</c:v>
              </c:pt>
              <c:pt idx="62">
                <c:v>0.2216114889677111</c:v>
              </c:pt>
              <c:pt idx="63">
                <c:v>0.2216114889677111</c:v>
              </c:pt>
              <c:pt idx="64">
                <c:v>0.2216114889677111</c:v>
              </c:pt>
              <c:pt idx="65">
                <c:v>0.2216114889677111</c:v>
              </c:pt>
              <c:pt idx="66">
                <c:v>0.2216114889677111</c:v>
              </c:pt>
              <c:pt idx="67">
                <c:v>0.2216114889677111</c:v>
              </c:pt>
              <c:pt idx="68">
                <c:v>0.2216114889677111</c:v>
              </c:pt>
              <c:pt idx="69">
                <c:v>0.2216114889677111</c:v>
              </c:pt>
              <c:pt idx="70">
                <c:v>0.2216114889677111</c:v>
              </c:pt>
              <c:pt idx="71">
                <c:v>0.2216114889677111</c:v>
              </c:pt>
              <c:pt idx="72">
                <c:v>0.2216114889677111</c:v>
              </c:pt>
              <c:pt idx="73">
                <c:v>0.2216114889677111</c:v>
              </c:pt>
              <c:pt idx="74">
                <c:v>0.2216114889677111</c:v>
              </c:pt>
              <c:pt idx="75">
                <c:v>0.2216114889677111</c:v>
              </c:pt>
              <c:pt idx="76">
                <c:v>0.2216114889677111</c:v>
              </c:pt>
              <c:pt idx="77">
                <c:v>0.2216114889677111</c:v>
              </c:pt>
              <c:pt idx="78">
                <c:v>0.2216114889677111</c:v>
              </c:pt>
              <c:pt idx="79">
                <c:v>0.2216114889677111</c:v>
              </c:pt>
              <c:pt idx="80">
                <c:v>0.2216114889677111</c:v>
              </c:pt>
              <c:pt idx="81">
                <c:v>0.2216114889677111</c:v>
              </c:pt>
              <c:pt idx="82">
                <c:v>0.2216114889677111</c:v>
              </c:pt>
              <c:pt idx="83">
                <c:v>0.2216114889677111</c:v>
              </c:pt>
              <c:pt idx="84">
                <c:v>0.2216114889677111</c:v>
              </c:pt>
              <c:pt idx="85">
                <c:v>0.2216114889677111</c:v>
              </c:pt>
              <c:pt idx="86">
                <c:v>0.2216114889677111</c:v>
              </c:pt>
              <c:pt idx="87">
                <c:v>0.2216114889677111</c:v>
              </c:pt>
              <c:pt idx="88">
                <c:v>0.2216114889677111</c:v>
              </c:pt>
              <c:pt idx="89">
                <c:v>0.2216114889677111</c:v>
              </c:pt>
              <c:pt idx="90">
                <c:v>0.2216114889677111</c:v>
              </c:pt>
              <c:pt idx="91">
                <c:v>0.2216114889677111</c:v>
              </c:pt>
              <c:pt idx="92">
                <c:v>0.2216114889677111</c:v>
              </c:pt>
              <c:pt idx="93">
                <c:v>0.2216114889677111</c:v>
              </c:pt>
              <c:pt idx="94">
                <c:v>0.2216114889677111</c:v>
              </c:pt>
              <c:pt idx="95">
                <c:v>0.2216114889677111</c:v>
              </c:pt>
              <c:pt idx="96">
                <c:v>0.2216114889677111</c:v>
              </c:pt>
              <c:pt idx="97">
                <c:v>0.2216114889677111</c:v>
              </c:pt>
              <c:pt idx="98">
                <c:v>0.2216114889677111</c:v>
              </c:pt>
              <c:pt idx="99">
                <c:v>0.2216114889677111</c:v>
              </c:pt>
              <c:pt idx="100">
                <c:v>0.2216114889677111</c:v>
              </c:pt>
              <c:pt idx="101">
                <c:v>0.2216114889677111</c:v>
              </c:pt>
              <c:pt idx="102">
                <c:v>0.2216114889677111</c:v>
              </c:pt>
              <c:pt idx="103">
                <c:v>0.2216114889677111</c:v>
              </c:pt>
              <c:pt idx="104">
                <c:v>0.2216114889677111</c:v>
              </c:pt>
              <c:pt idx="105">
                <c:v>0.2216114889677111</c:v>
              </c:pt>
              <c:pt idx="106">
                <c:v>0.2216114889677111</c:v>
              </c:pt>
              <c:pt idx="107">
                <c:v>0.2216114889677111</c:v>
              </c:pt>
              <c:pt idx="108">
                <c:v>0.2216114889677111</c:v>
              </c:pt>
              <c:pt idx="109">
                <c:v>0.2216114889677111</c:v>
              </c:pt>
              <c:pt idx="110">
                <c:v>0.2216114889677111</c:v>
              </c:pt>
              <c:pt idx="111">
                <c:v>0.2216114889677111</c:v>
              </c:pt>
              <c:pt idx="112">
                <c:v>0.2216114889677111</c:v>
              </c:pt>
              <c:pt idx="113">
                <c:v>0.2216114889677111</c:v>
              </c:pt>
              <c:pt idx="114">
                <c:v>0.2216114889677111</c:v>
              </c:pt>
              <c:pt idx="115">
                <c:v>0.2216114889677111</c:v>
              </c:pt>
              <c:pt idx="116">
                <c:v>0.2216114889677111</c:v>
              </c:pt>
              <c:pt idx="117">
                <c:v>0.2216114889677111</c:v>
              </c:pt>
              <c:pt idx="118">
                <c:v>0.2216114889677111</c:v>
              </c:pt>
              <c:pt idx="119">
                <c:v>0.2216114889677111</c:v>
              </c:pt>
              <c:pt idx="120">
                <c:v>0.2216114889677111</c:v>
              </c:pt>
              <c:pt idx="121">
                <c:v>0.2216114889677111</c:v>
              </c:pt>
              <c:pt idx="122">
                <c:v>0.2216114889677111</c:v>
              </c:pt>
              <c:pt idx="123">
                <c:v>0.2216114889677111</c:v>
              </c:pt>
              <c:pt idx="124">
                <c:v>0.2216114889677111</c:v>
              </c:pt>
              <c:pt idx="125">
                <c:v>0.2216114889677111</c:v>
              </c:pt>
              <c:pt idx="126">
                <c:v>0.2216114889677111</c:v>
              </c:pt>
              <c:pt idx="127">
                <c:v>0.2216114889677111</c:v>
              </c:pt>
              <c:pt idx="128">
                <c:v>0.2216114889677111</c:v>
              </c:pt>
              <c:pt idx="129">
                <c:v>0.2216114889677111</c:v>
              </c:pt>
              <c:pt idx="130">
                <c:v>0.2216114889677111</c:v>
              </c:pt>
              <c:pt idx="131">
                <c:v>0.2216114889677111</c:v>
              </c:pt>
              <c:pt idx="132">
                <c:v>0.2216114889677111</c:v>
              </c:pt>
              <c:pt idx="133">
                <c:v>0.2216114889677111</c:v>
              </c:pt>
              <c:pt idx="134">
                <c:v>0.2216114889677111</c:v>
              </c:pt>
              <c:pt idx="135">
                <c:v>0.2216114889677111</c:v>
              </c:pt>
              <c:pt idx="136">
                <c:v>0.2216114889677111</c:v>
              </c:pt>
              <c:pt idx="137">
                <c:v>0.2216114889677111</c:v>
              </c:pt>
              <c:pt idx="138">
                <c:v>0.2216114889677111</c:v>
              </c:pt>
              <c:pt idx="139">
                <c:v>0.2216114889677111</c:v>
              </c:pt>
              <c:pt idx="140">
                <c:v>0.2216114889677111</c:v>
              </c:pt>
              <c:pt idx="141">
                <c:v>0.2216114889677111</c:v>
              </c:pt>
              <c:pt idx="142">
                <c:v>0.2216114889677111</c:v>
              </c:pt>
              <c:pt idx="143">
                <c:v>0.2216114889677111</c:v>
              </c:pt>
              <c:pt idx="144">
                <c:v>0.2216114889677111</c:v>
              </c:pt>
              <c:pt idx="145">
                <c:v>0.2216114889677111</c:v>
              </c:pt>
              <c:pt idx="146">
                <c:v>0.2216114889677111</c:v>
              </c:pt>
              <c:pt idx="147">
                <c:v>0.2216114889677111</c:v>
              </c:pt>
              <c:pt idx="148">
                <c:v>0.2216114889677111</c:v>
              </c:pt>
              <c:pt idx="149">
                <c:v>0.2216114889677111</c:v>
              </c:pt>
              <c:pt idx="150">
                <c:v>0.2216114889677111</c:v>
              </c:pt>
              <c:pt idx="151">
                <c:v>0.2216114889677111</c:v>
              </c:pt>
              <c:pt idx="152">
                <c:v>0.2216114889677111</c:v>
              </c:pt>
              <c:pt idx="153">
                <c:v>0.2216114889677111</c:v>
              </c:pt>
              <c:pt idx="154">
                <c:v>0.2216114889677111</c:v>
              </c:pt>
              <c:pt idx="155">
                <c:v>0.2216114889677111</c:v>
              </c:pt>
              <c:pt idx="156">
                <c:v>0.2216114889677111</c:v>
              </c:pt>
              <c:pt idx="157">
                <c:v>0.2216114889677111</c:v>
              </c:pt>
              <c:pt idx="158">
                <c:v>0.2216114889677111</c:v>
              </c:pt>
              <c:pt idx="159">
                <c:v>0.2216114889677111</c:v>
              </c:pt>
              <c:pt idx="160">
                <c:v>0.2216114889677111</c:v>
              </c:pt>
              <c:pt idx="161">
                <c:v>0.2216114889677111</c:v>
              </c:pt>
              <c:pt idx="162">
                <c:v>0.2216114889677111</c:v>
              </c:pt>
              <c:pt idx="163">
                <c:v>0.2216114889677111</c:v>
              </c:pt>
              <c:pt idx="164">
                <c:v>0.2216114889677111</c:v>
              </c:pt>
              <c:pt idx="165">
                <c:v>0.2216114889677111</c:v>
              </c:pt>
              <c:pt idx="166">
                <c:v>0.2216114889677111</c:v>
              </c:pt>
              <c:pt idx="167">
                <c:v>0.2216114889677111</c:v>
              </c:pt>
              <c:pt idx="168">
                <c:v>0.2216114889677111</c:v>
              </c:pt>
              <c:pt idx="169">
                <c:v>0.2216114889677111</c:v>
              </c:pt>
              <c:pt idx="170">
                <c:v>0.2216114889677111</c:v>
              </c:pt>
              <c:pt idx="171">
                <c:v>0.2216114889677111</c:v>
              </c:pt>
              <c:pt idx="172">
                <c:v>0.2216114889677111</c:v>
              </c:pt>
              <c:pt idx="173">
                <c:v>0.2216114889677111</c:v>
              </c:pt>
              <c:pt idx="174">
                <c:v>0.2216114889677111</c:v>
              </c:pt>
              <c:pt idx="175">
                <c:v>0.2216114889677111</c:v>
              </c:pt>
              <c:pt idx="176">
                <c:v>0.2216114889677111</c:v>
              </c:pt>
              <c:pt idx="177">
                <c:v>0.2216114889677111</c:v>
              </c:pt>
              <c:pt idx="178">
                <c:v>0.2216114889677111</c:v>
              </c:pt>
              <c:pt idx="179">
                <c:v>0.2216114889677111</c:v>
              </c:pt>
              <c:pt idx="180">
                <c:v>0.2216114889677111</c:v>
              </c:pt>
              <c:pt idx="181">
                <c:v>0.2216114889677111</c:v>
              </c:pt>
              <c:pt idx="182">
                <c:v>0.2216114889677111</c:v>
              </c:pt>
              <c:pt idx="183">
                <c:v>0.2216114889677111</c:v>
              </c:pt>
              <c:pt idx="184">
                <c:v>0.2216114889677111</c:v>
              </c:pt>
              <c:pt idx="185">
                <c:v>0.2216114889677111</c:v>
              </c:pt>
              <c:pt idx="186">
                <c:v>0.2216114889677111</c:v>
              </c:pt>
              <c:pt idx="187">
                <c:v>0.2216114889677111</c:v>
              </c:pt>
              <c:pt idx="188">
                <c:v>0.2216114889677111</c:v>
              </c:pt>
              <c:pt idx="189">
                <c:v>0.2216114889677111</c:v>
              </c:pt>
              <c:pt idx="190">
                <c:v>0.2216114889677111</c:v>
              </c:pt>
              <c:pt idx="191">
                <c:v>0.2216114889677111</c:v>
              </c:pt>
              <c:pt idx="192">
                <c:v>0.2216114889677111</c:v>
              </c:pt>
              <c:pt idx="193">
                <c:v>0.2216114889677111</c:v>
              </c:pt>
              <c:pt idx="194">
                <c:v>0.2216114889677111</c:v>
              </c:pt>
              <c:pt idx="195">
                <c:v>0.2216114889677111</c:v>
              </c:pt>
              <c:pt idx="196">
                <c:v>0.2216114889677111</c:v>
              </c:pt>
              <c:pt idx="197">
                <c:v>0.2216114889677111</c:v>
              </c:pt>
              <c:pt idx="198">
                <c:v>0.2216114889677111</c:v>
              </c:pt>
              <c:pt idx="199">
                <c:v>0.2216114889677111</c:v>
              </c:pt>
              <c:pt idx="200">
                <c:v>0.2216114889677111</c:v>
              </c:pt>
              <c:pt idx="201">
                <c:v>0.2216114889677111</c:v>
              </c:pt>
              <c:pt idx="202">
                <c:v>0.2216114889677111</c:v>
              </c:pt>
              <c:pt idx="203">
                <c:v>0.2216114889677111</c:v>
              </c:pt>
              <c:pt idx="204">
                <c:v>0.2216114889677111</c:v>
              </c:pt>
              <c:pt idx="205">
                <c:v>0.2216114889677111</c:v>
              </c:pt>
              <c:pt idx="206">
                <c:v>0.2216114889677111</c:v>
              </c:pt>
              <c:pt idx="207">
                <c:v>0.2216114889677111</c:v>
              </c:pt>
              <c:pt idx="208">
                <c:v>0.2216114889677111</c:v>
              </c:pt>
              <c:pt idx="209">
                <c:v>0.2216114889677111</c:v>
              </c:pt>
              <c:pt idx="210">
                <c:v>0.2216114889677111</c:v>
              </c:pt>
              <c:pt idx="211">
                <c:v>0.2216114889677111</c:v>
              </c:pt>
              <c:pt idx="212">
                <c:v>0.2216114889677111</c:v>
              </c:pt>
              <c:pt idx="213">
                <c:v>0.2216114889677111</c:v>
              </c:pt>
              <c:pt idx="214">
                <c:v>0.2216114889677111</c:v>
              </c:pt>
              <c:pt idx="215">
                <c:v>0.2216114889677111</c:v>
              </c:pt>
              <c:pt idx="216">
                <c:v>0.2216114889677111</c:v>
              </c:pt>
              <c:pt idx="217">
                <c:v>0.2216114889677111</c:v>
              </c:pt>
              <c:pt idx="218">
                <c:v>0.2216114889677111</c:v>
              </c:pt>
              <c:pt idx="219">
                <c:v>0.2216114889677111</c:v>
              </c:pt>
              <c:pt idx="220">
                <c:v>0.2216114889677111</c:v>
              </c:pt>
              <c:pt idx="221">
                <c:v>0.2216114889677111</c:v>
              </c:pt>
              <c:pt idx="222">
                <c:v>0.2216114889677111</c:v>
              </c:pt>
              <c:pt idx="223">
                <c:v>0.2216114889677111</c:v>
              </c:pt>
              <c:pt idx="224">
                <c:v>0.2216114889677111</c:v>
              </c:pt>
              <c:pt idx="225">
                <c:v>0.2216114889677111</c:v>
              </c:pt>
              <c:pt idx="226">
                <c:v>0.2216114889677111</c:v>
              </c:pt>
              <c:pt idx="227">
                <c:v>0.2216114889677111</c:v>
              </c:pt>
              <c:pt idx="228">
                <c:v>0.2216114889677111</c:v>
              </c:pt>
              <c:pt idx="229">
                <c:v>0.2216114889677111</c:v>
              </c:pt>
              <c:pt idx="230">
                <c:v>0.2216114889677111</c:v>
              </c:pt>
              <c:pt idx="231">
                <c:v>0.2216114889677111</c:v>
              </c:pt>
              <c:pt idx="232">
                <c:v>0.2216114889677111</c:v>
              </c:pt>
              <c:pt idx="233">
                <c:v>0.2216114889677111</c:v>
              </c:pt>
              <c:pt idx="234">
                <c:v>0.2216114889677111</c:v>
              </c:pt>
              <c:pt idx="235">
                <c:v>0.2216114889677111</c:v>
              </c:pt>
              <c:pt idx="236">
                <c:v>0.2216114889677111</c:v>
              </c:pt>
              <c:pt idx="237">
                <c:v>0.2216114889677111</c:v>
              </c:pt>
              <c:pt idx="238">
                <c:v>0.2216114889677111</c:v>
              </c:pt>
              <c:pt idx="239">
                <c:v>0.2216114889677111</c:v>
              </c:pt>
              <c:pt idx="240">
                <c:v>0.2216114889677111</c:v>
              </c:pt>
              <c:pt idx="241">
                <c:v>0.2216114889677111</c:v>
              </c:pt>
              <c:pt idx="242">
                <c:v>0.2216114889677111</c:v>
              </c:pt>
              <c:pt idx="243">
                <c:v>0.2216114889677111</c:v>
              </c:pt>
              <c:pt idx="244">
                <c:v>0.2216114889677111</c:v>
              </c:pt>
              <c:pt idx="245">
                <c:v>0.2216114889677111</c:v>
              </c:pt>
            </c:numLit>
          </c:yVal>
          <c:smooth val="0"/>
        </c:ser>
        <c:ser>
          <c:idx val="9"/>
          <c:order val="9"/>
          <c:tx>
            <c:v>Same order, optimal filling</c:v>
          </c:tx>
          <c:spPr>
            <a:noFill xmlns:a="http://schemas.openxmlformats.org/drawingml/2006/main"/>
            <a:ln xmlns:a="http://schemas.openxmlformats.org/drawingml/2006/main" w="0">
              <a:noFill/>
              <a:prstDash val="solid"/>
            </a:ln>
          </c:spPr>
          <c:marker>
            <c:symbol val="circle"/>
            <c:size val="7"/>
            <c:spPr>
              <a:solidFill xmlns:a="http://schemas.openxmlformats.org/drawingml/2006/main">
                <a:srgbClr val="009E73"/>
              </a:solidFill>
            </c:spPr>
          </c:marker>
          <c:xVal>
            <c:numLit>
              <c:formatCode>General</c:formatCode>
              <c:ptCount val="246"/>
              <c:pt idx="0">
                <c:v>12.346384203815647</c:v>
              </c:pt>
              <c:pt idx="1">
                <c:v>12.346384203815647</c:v>
              </c:pt>
              <c:pt idx="2">
                <c:v>12.346384203815647</c:v>
              </c:pt>
              <c:pt idx="3">
                <c:v>12.346384203815647</c:v>
              </c:pt>
              <c:pt idx="4">
                <c:v>12.346384203815647</c:v>
              </c:pt>
              <c:pt idx="5">
                <c:v>12.346384203815647</c:v>
              </c:pt>
              <c:pt idx="6">
                <c:v>12.346384203815647</c:v>
              </c:pt>
              <c:pt idx="7">
                <c:v>12.346384203815647</c:v>
              </c:pt>
              <c:pt idx="8">
                <c:v>12.346384203815647</c:v>
              </c:pt>
              <c:pt idx="9">
                <c:v>12.346384203815647</c:v>
              </c:pt>
              <c:pt idx="10">
                <c:v>12.346384203815647</c:v>
              </c:pt>
              <c:pt idx="11">
                <c:v>12.346384203815647</c:v>
              </c:pt>
              <c:pt idx="12">
                <c:v>12.346384203815647</c:v>
              </c:pt>
              <c:pt idx="13">
                <c:v>12.346384203815647</c:v>
              </c:pt>
              <c:pt idx="14">
                <c:v>12.346384203815647</c:v>
              </c:pt>
              <c:pt idx="15">
                <c:v>12.346384203815647</c:v>
              </c:pt>
              <c:pt idx="16">
                <c:v>12.346384203815647</c:v>
              </c:pt>
              <c:pt idx="17">
                <c:v>12.346384203815647</c:v>
              </c:pt>
              <c:pt idx="18">
                <c:v>12.346384203815647</c:v>
              </c:pt>
              <c:pt idx="19">
                <c:v>12.346384203815647</c:v>
              </c:pt>
              <c:pt idx="20">
                <c:v>12.346384203815647</c:v>
              </c:pt>
              <c:pt idx="21">
                <c:v>12.346384203815647</c:v>
              </c:pt>
              <c:pt idx="22">
                <c:v>12.346384203815647</c:v>
              </c:pt>
              <c:pt idx="23">
                <c:v>12.346384203815647</c:v>
              </c:pt>
              <c:pt idx="24">
                <c:v>12.346384203815647</c:v>
              </c:pt>
              <c:pt idx="25">
                <c:v>12.346384203815647</c:v>
              </c:pt>
              <c:pt idx="26">
                <c:v>12.346384203815647</c:v>
              </c:pt>
              <c:pt idx="27">
                <c:v>12.346384203815647</c:v>
              </c:pt>
              <c:pt idx="28">
                <c:v>12.346384203815647</c:v>
              </c:pt>
              <c:pt idx="29">
                <c:v>12.346384203815647</c:v>
              </c:pt>
              <c:pt idx="30">
                <c:v>12.346384203815647</c:v>
              </c:pt>
              <c:pt idx="31">
                <c:v>12.346384203815647</c:v>
              </c:pt>
              <c:pt idx="32">
                <c:v>12.346384203815647</c:v>
              </c:pt>
              <c:pt idx="33">
                <c:v>12.346384203815647</c:v>
              </c:pt>
              <c:pt idx="34">
                <c:v>12.346384203815647</c:v>
              </c:pt>
              <c:pt idx="35">
                <c:v>12.346384203815647</c:v>
              </c:pt>
              <c:pt idx="36">
                <c:v>12.346384203815647</c:v>
              </c:pt>
              <c:pt idx="37">
                <c:v>12.346384203815647</c:v>
              </c:pt>
              <c:pt idx="38">
                <c:v>12.346384203815647</c:v>
              </c:pt>
              <c:pt idx="39">
                <c:v>12.346384203815647</c:v>
              </c:pt>
              <c:pt idx="40">
                <c:v>12.346384203815647</c:v>
              </c:pt>
              <c:pt idx="41">
                <c:v>12.346384203815647</c:v>
              </c:pt>
              <c:pt idx="42">
                <c:v>12.346384203815647</c:v>
              </c:pt>
              <c:pt idx="43">
                <c:v>12.346384203815647</c:v>
              </c:pt>
              <c:pt idx="44">
                <c:v>12.346384203815647</c:v>
              </c:pt>
              <c:pt idx="45">
                <c:v>12.346384203815647</c:v>
              </c:pt>
              <c:pt idx="46">
                <c:v>12.346384203815647</c:v>
              </c:pt>
              <c:pt idx="47">
                <c:v>12.346384203815647</c:v>
              </c:pt>
              <c:pt idx="48">
                <c:v>12.346384203815647</c:v>
              </c:pt>
              <c:pt idx="49">
                <c:v>12.346384203815647</c:v>
              </c:pt>
              <c:pt idx="50">
                <c:v>12.346384203815647</c:v>
              </c:pt>
              <c:pt idx="51">
                <c:v>12.346384203815647</c:v>
              </c:pt>
              <c:pt idx="52">
                <c:v>12.346384203815647</c:v>
              </c:pt>
              <c:pt idx="53">
                <c:v>12.346384203815647</c:v>
              </c:pt>
              <c:pt idx="54">
                <c:v>12.346384203815647</c:v>
              </c:pt>
              <c:pt idx="55">
                <c:v>12.346384203815647</c:v>
              </c:pt>
              <c:pt idx="56">
                <c:v>12.346384203815647</c:v>
              </c:pt>
              <c:pt idx="57">
                <c:v>12.346384203815647</c:v>
              </c:pt>
              <c:pt idx="58">
                <c:v>12.346384203815647</c:v>
              </c:pt>
              <c:pt idx="59">
                <c:v>12.346384203815647</c:v>
              </c:pt>
              <c:pt idx="60">
                <c:v>12.346384203815647</c:v>
              </c:pt>
              <c:pt idx="61">
                <c:v>12.346384203815647</c:v>
              </c:pt>
              <c:pt idx="62">
                <c:v>12.346384203815647</c:v>
              </c:pt>
              <c:pt idx="63">
                <c:v>12.346384203815647</c:v>
              </c:pt>
              <c:pt idx="64">
                <c:v>12.346384203815647</c:v>
              </c:pt>
              <c:pt idx="65">
                <c:v>12.346384203815647</c:v>
              </c:pt>
              <c:pt idx="66">
                <c:v>12.346384203815647</c:v>
              </c:pt>
              <c:pt idx="67">
                <c:v>12.346384203815647</c:v>
              </c:pt>
              <c:pt idx="68">
                <c:v>12.346384203815647</c:v>
              </c:pt>
              <c:pt idx="69">
                <c:v>12.346384203815647</c:v>
              </c:pt>
              <c:pt idx="70">
                <c:v>12.346384203815647</c:v>
              </c:pt>
              <c:pt idx="71">
                <c:v>12.346384203815647</c:v>
              </c:pt>
              <c:pt idx="72">
                <c:v>12.346384203815647</c:v>
              </c:pt>
              <c:pt idx="73">
                <c:v>12.346384203815647</c:v>
              </c:pt>
              <c:pt idx="74">
                <c:v>12.346384203815647</c:v>
              </c:pt>
              <c:pt idx="75">
                <c:v>12.346384203815647</c:v>
              </c:pt>
              <c:pt idx="76">
                <c:v>12.346384203815647</c:v>
              </c:pt>
              <c:pt idx="77">
                <c:v>12.346384203815647</c:v>
              </c:pt>
              <c:pt idx="78">
                <c:v>12.346384203815647</c:v>
              </c:pt>
              <c:pt idx="79">
                <c:v>12.346384203815647</c:v>
              </c:pt>
              <c:pt idx="80">
                <c:v>12.346384203815647</c:v>
              </c:pt>
              <c:pt idx="81">
                <c:v>12.346384203815647</c:v>
              </c:pt>
              <c:pt idx="82">
                <c:v>12.346384203815647</c:v>
              </c:pt>
              <c:pt idx="83">
                <c:v>12.346384203815647</c:v>
              </c:pt>
              <c:pt idx="84">
                <c:v>12.346384203815647</c:v>
              </c:pt>
              <c:pt idx="85">
                <c:v>12.346384203815647</c:v>
              </c:pt>
              <c:pt idx="86">
                <c:v>12.346384203815647</c:v>
              </c:pt>
              <c:pt idx="87">
                <c:v>12.346384203815647</c:v>
              </c:pt>
              <c:pt idx="88">
                <c:v>12.346384203815647</c:v>
              </c:pt>
              <c:pt idx="89">
                <c:v>12.346384203815647</c:v>
              </c:pt>
              <c:pt idx="90">
                <c:v>12.346384203815647</c:v>
              </c:pt>
              <c:pt idx="91">
                <c:v>12.346384203815647</c:v>
              </c:pt>
              <c:pt idx="92">
                <c:v>12.346384203815647</c:v>
              </c:pt>
              <c:pt idx="93">
                <c:v>12.346384203815647</c:v>
              </c:pt>
              <c:pt idx="94">
                <c:v>12.346384203815647</c:v>
              </c:pt>
              <c:pt idx="95">
                <c:v>12.346384203815647</c:v>
              </c:pt>
              <c:pt idx="96">
                <c:v>12.346384203815647</c:v>
              </c:pt>
              <c:pt idx="97">
                <c:v>12.346384203815647</c:v>
              </c:pt>
              <c:pt idx="98">
                <c:v>12.346384203815647</c:v>
              </c:pt>
              <c:pt idx="99">
                <c:v>12.346384203815647</c:v>
              </c:pt>
              <c:pt idx="100">
                <c:v>12.346384203815647</c:v>
              </c:pt>
              <c:pt idx="101">
                <c:v>12.346384203815647</c:v>
              </c:pt>
              <c:pt idx="102">
                <c:v>12.346384203815647</c:v>
              </c:pt>
              <c:pt idx="103">
                <c:v>12.346384203815647</c:v>
              </c:pt>
              <c:pt idx="104">
                <c:v>12.346384203815647</c:v>
              </c:pt>
              <c:pt idx="105">
                <c:v>12.346384203815647</c:v>
              </c:pt>
              <c:pt idx="106">
                <c:v>12.346384203815647</c:v>
              </c:pt>
              <c:pt idx="107">
                <c:v>12.346384203815647</c:v>
              </c:pt>
              <c:pt idx="108">
                <c:v>12.346384203815647</c:v>
              </c:pt>
              <c:pt idx="109">
                <c:v>12.346384203815647</c:v>
              </c:pt>
              <c:pt idx="110">
                <c:v>12.346384203815647</c:v>
              </c:pt>
              <c:pt idx="111">
                <c:v>12.346384203815647</c:v>
              </c:pt>
              <c:pt idx="112">
                <c:v>12.346384203815647</c:v>
              </c:pt>
              <c:pt idx="113">
                <c:v>12.346384203815647</c:v>
              </c:pt>
              <c:pt idx="114">
                <c:v>12.346384203815647</c:v>
              </c:pt>
              <c:pt idx="115">
                <c:v>12.346384203815647</c:v>
              </c:pt>
              <c:pt idx="116">
                <c:v>12.346384203815647</c:v>
              </c:pt>
              <c:pt idx="117">
                <c:v>12.346384203815647</c:v>
              </c:pt>
              <c:pt idx="118">
                <c:v>12.346384203815647</c:v>
              </c:pt>
              <c:pt idx="119">
                <c:v>12.346384203815647</c:v>
              </c:pt>
              <c:pt idx="120">
                <c:v>12.346384203815647</c:v>
              </c:pt>
              <c:pt idx="121">
                <c:v>12.346384203815647</c:v>
              </c:pt>
              <c:pt idx="122">
                <c:v>12.346384203815647</c:v>
              </c:pt>
              <c:pt idx="123">
                <c:v>12.346384203815647</c:v>
              </c:pt>
              <c:pt idx="124">
                <c:v>12.346384203815647</c:v>
              </c:pt>
              <c:pt idx="125">
                <c:v>12.346384203815647</c:v>
              </c:pt>
              <c:pt idx="126">
                <c:v>12.346384203815647</c:v>
              </c:pt>
              <c:pt idx="127">
                <c:v>12.346384203815647</c:v>
              </c:pt>
              <c:pt idx="128">
                <c:v>12.346384203815647</c:v>
              </c:pt>
              <c:pt idx="129">
                <c:v>12.346384203815647</c:v>
              </c:pt>
              <c:pt idx="130">
                <c:v>12.346384203815647</c:v>
              </c:pt>
              <c:pt idx="131">
                <c:v>12.346384203815647</c:v>
              </c:pt>
              <c:pt idx="132">
                <c:v>12.346384203815647</c:v>
              </c:pt>
              <c:pt idx="133">
                <c:v>12.346384203815647</c:v>
              </c:pt>
              <c:pt idx="134">
                <c:v>12.346384203815647</c:v>
              </c:pt>
              <c:pt idx="135">
                <c:v>12.346384203815647</c:v>
              </c:pt>
              <c:pt idx="136">
                <c:v>12.346384203815647</c:v>
              </c:pt>
              <c:pt idx="137">
                <c:v>12.346384203815647</c:v>
              </c:pt>
              <c:pt idx="138">
                <c:v>12.346384203815647</c:v>
              </c:pt>
              <c:pt idx="139">
                <c:v>12.346384203815647</c:v>
              </c:pt>
              <c:pt idx="140">
                <c:v>12.346384203815647</c:v>
              </c:pt>
              <c:pt idx="141">
                <c:v>12.346384203815647</c:v>
              </c:pt>
              <c:pt idx="142">
                <c:v>12.346384203815647</c:v>
              </c:pt>
              <c:pt idx="143">
                <c:v>12.346384203815647</c:v>
              </c:pt>
              <c:pt idx="144">
                <c:v>12.346384203815647</c:v>
              </c:pt>
              <c:pt idx="145">
                <c:v>12.346384203815647</c:v>
              </c:pt>
              <c:pt idx="146">
                <c:v>12.346384203815647</c:v>
              </c:pt>
              <c:pt idx="147">
                <c:v>12.346384203815647</c:v>
              </c:pt>
              <c:pt idx="148">
                <c:v>12.346384203815647</c:v>
              </c:pt>
              <c:pt idx="149">
                <c:v>12.346384203815647</c:v>
              </c:pt>
              <c:pt idx="150">
                <c:v>12.346384203815647</c:v>
              </c:pt>
              <c:pt idx="151">
                <c:v>12.346384203815647</c:v>
              </c:pt>
              <c:pt idx="152">
                <c:v>12.346384203815647</c:v>
              </c:pt>
              <c:pt idx="153">
                <c:v>12.346384203815647</c:v>
              </c:pt>
              <c:pt idx="154">
                <c:v>12.346384203815647</c:v>
              </c:pt>
              <c:pt idx="155">
                <c:v>12.346384203815647</c:v>
              </c:pt>
              <c:pt idx="156">
                <c:v>12.346384203815647</c:v>
              </c:pt>
              <c:pt idx="157">
                <c:v>12.346384203815647</c:v>
              </c:pt>
              <c:pt idx="158">
                <c:v>12.346384203815647</c:v>
              </c:pt>
              <c:pt idx="159">
                <c:v>12.346384203815647</c:v>
              </c:pt>
              <c:pt idx="160">
                <c:v>12.346384203815647</c:v>
              </c:pt>
              <c:pt idx="161">
                <c:v>12.346384203815647</c:v>
              </c:pt>
              <c:pt idx="162">
                <c:v>12.346384203815647</c:v>
              </c:pt>
              <c:pt idx="163">
                <c:v>12.346384203815647</c:v>
              </c:pt>
              <c:pt idx="164">
                <c:v>12.346384203815647</c:v>
              </c:pt>
              <c:pt idx="165">
                <c:v>12.346384203815647</c:v>
              </c:pt>
              <c:pt idx="166">
                <c:v>12.346384203815647</c:v>
              </c:pt>
              <c:pt idx="167">
                <c:v>12.346384203815647</c:v>
              </c:pt>
              <c:pt idx="168">
                <c:v>12.346384203815647</c:v>
              </c:pt>
              <c:pt idx="169">
                <c:v>12.346384203815647</c:v>
              </c:pt>
              <c:pt idx="170">
                <c:v>12.346384203815647</c:v>
              </c:pt>
              <c:pt idx="171">
                <c:v>12.346384203815647</c:v>
              </c:pt>
              <c:pt idx="172">
                <c:v>12.346384203815647</c:v>
              </c:pt>
              <c:pt idx="173">
                <c:v>12.346384203815647</c:v>
              </c:pt>
              <c:pt idx="174">
                <c:v>12.346384203815647</c:v>
              </c:pt>
              <c:pt idx="175">
                <c:v>12.346384203815647</c:v>
              </c:pt>
              <c:pt idx="176">
                <c:v>12.346384203815647</c:v>
              </c:pt>
              <c:pt idx="177">
                <c:v>12.346384203815647</c:v>
              </c:pt>
              <c:pt idx="178">
                <c:v>12.346384203815647</c:v>
              </c:pt>
              <c:pt idx="179">
                <c:v>12.346384203815647</c:v>
              </c:pt>
              <c:pt idx="180">
                <c:v>12.346384203815647</c:v>
              </c:pt>
              <c:pt idx="181">
                <c:v>12.346384203815647</c:v>
              </c:pt>
              <c:pt idx="182">
                <c:v>12.346384203815647</c:v>
              </c:pt>
              <c:pt idx="183">
                <c:v>12.346384203815647</c:v>
              </c:pt>
              <c:pt idx="184">
                <c:v>12.346384203815647</c:v>
              </c:pt>
              <c:pt idx="185">
                <c:v>12.346384203815647</c:v>
              </c:pt>
              <c:pt idx="186">
                <c:v>12.346384203815647</c:v>
              </c:pt>
              <c:pt idx="187">
                <c:v>12.346384203815647</c:v>
              </c:pt>
              <c:pt idx="188">
                <c:v>12.346384203815647</c:v>
              </c:pt>
              <c:pt idx="189">
                <c:v>12.346384203815647</c:v>
              </c:pt>
              <c:pt idx="190">
                <c:v>12.346384203815647</c:v>
              </c:pt>
              <c:pt idx="191">
                <c:v>12.346384203815647</c:v>
              </c:pt>
              <c:pt idx="192">
                <c:v>12.346384203815647</c:v>
              </c:pt>
              <c:pt idx="193">
                <c:v>12.346384203815647</c:v>
              </c:pt>
              <c:pt idx="194">
                <c:v>12.346384203815647</c:v>
              </c:pt>
              <c:pt idx="195">
                <c:v>12.346384203815647</c:v>
              </c:pt>
              <c:pt idx="196">
                <c:v>12.346384203815647</c:v>
              </c:pt>
              <c:pt idx="197">
                <c:v>12.346384203815647</c:v>
              </c:pt>
              <c:pt idx="198">
                <c:v>12.346384203815647</c:v>
              </c:pt>
              <c:pt idx="199">
                <c:v>12.346384203815647</c:v>
              </c:pt>
              <c:pt idx="200">
                <c:v>12.346384203815647</c:v>
              </c:pt>
              <c:pt idx="201">
                <c:v>12.346384203815647</c:v>
              </c:pt>
              <c:pt idx="202">
                <c:v>12.346384203815647</c:v>
              </c:pt>
              <c:pt idx="203">
                <c:v>12.346384203815647</c:v>
              </c:pt>
              <c:pt idx="204">
                <c:v>12.346384203815647</c:v>
              </c:pt>
              <c:pt idx="205">
                <c:v>12.346384203815647</c:v>
              </c:pt>
              <c:pt idx="206">
                <c:v>12.346384203815647</c:v>
              </c:pt>
              <c:pt idx="207">
                <c:v>12.346384203815647</c:v>
              </c:pt>
              <c:pt idx="208">
                <c:v>12.346384203815647</c:v>
              </c:pt>
              <c:pt idx="209">
                <c:v>12.346384203815647</c:v>
              </c:pt>
              <c:pt idx="210">
                <c:v>12.346384203815647</c:v>
              </c:pt>
              <c:pt idx="211">
                <c:v>12.346384203815647</c:v>
              </c:pt>
              <c:pt idx="212">
                <c:v>12.346384203815647</c:v>
              </c:pt>
              <c:pt idx="213">
                <c:v>12.346384203815647</c:v>
              </c:pt>
              <c:pt idx="214">
                <c:v>12.346384203815647</c:v>
              </c:pt>
              <c:pt idx="215">
                <c:v>12.346384203815647</c:v>
              </c:pt>
              <c:pt idx="216">
                <c:v>12.346384203815647</c:v>
              </c:pt>
              <c:pt idx="217">
                <c:v>12.346384203815647</c:v>
              </c:pt>
              <c:pt idx="218">
                <c:v>12.346384203815647</c:v>
              </c:pt>
              <c:pt idx="219">
                <c:v>12.346384203815647</c:v>
              </c:pt>
              <c:pt idx="220">
                <c:v>12.346384203815647</c:v>
              </c:pt>
              <c:pt idx="221">
                <c:v>12.346384203815647</c:v>
              </c:pt>
              <c:pt idx="222">
                <c:v>12.346384203815647</c:v>
              </c:pt>
              <c:pt idx="223">
                <c:v>12.346384203815647</c:v>
              </c:pt>
              <c:pt idx="224">
                <c:v>12.346384203815647</c:v>
              </c:pt>
              <c:pt idx="225">
                <c:v>12.346384203815647</c:v>
              </c:pt>
              <c:pt idx="226">
                <c:v>12.346384203815647</c:v>
              </c:pt>
              <c:pt idx="227">
                <c:v>12.346384203815647</c:v>
              </c:pt>
              <c:pt idx="228">
                <c:v>12.346384203815647</c:v>
              </c:pt>
              <c:pt idx="229">
                <c:v>12.346384203815647</c:v>
              </c:pt>
              <c:pt idx="230">
                <c:v>12.346384203815647</c:v>
              </c:pt>
              <c:pt idx="231">
                <c:v>12.346384203815647</c:v>
              </c:pt>
              <c:pt idx="232">
                <c:v>12.346384203815647</c:v>
              </c:pt>
              <c:pt idx="233">
                <c:v>12.346384203815647</c:v>
              </c:pt>
              <c:pt idx="234">
                <c:v>12.346384203815647</c:v>
              </c:pt>
              <c:pt idx="235">
                <c:v>12.346384203815647</c:v>
              </c:pt>
              <c:pt idx="236">
                <c:v>12.346384203815647</c:v>
              </c:pt>
              <c:pt idx="237">
                <c:v>12.346384203815647</c:v>
              </c:pt>
              <c:pt idx="238">
                <c:v>12.346384203815647</c:v>
              </c:pt>
              <c:pt idx="239">
                <c:v>12.346384203815647</c:v>
              </c:pt>
              <c:pt idx="240">
                <c:v>12.346384203815647</c:v>
              </c:pt>
              <c:pt idx="241">
                <c:v>12.346384203815647</c:v>
              </c:pt>
              <c:pt idx="242">
                <c:v>12.346384203815647</c:v>
              </c:pt>
              <c:pt idx="243">
                <c:v>12.346384203815647</c:v>
              </c:pt>
              <c:pt idx="244">
                <c:v>12.346384203815647</c:v>
              </c:pt>
              <c:pt idx="245">
                <c:v>12.346384203815647</c:v>
              </c:pt>
            </c:numLit>
          </c:xVal>
          <c:yVal>
            <c:numLit>
              <c:formatCode>0.0</c:formatCode>
              <c:ptCount val="246"/>
              <c:pt idx="0">
                <c:v>0.2216114889677111</c:v>
              </c:pt>
              <c:pt idx="1">
                <c:v>0.2216114889677111</c:v>
              </c:pt>
              <c:pt idx="2">
                <c:v>0.2216114889677111</c:v>
              </c:pt>
              <c:pt idx="3">
                <c:v>0.2216114889677111</c:v>
              </c:pt>
              <c:pt idx="4">
                <c:v>0.2216114889677111</c:v>
              </c:pt>
              <c:pt idx="5">
                <c:v>0.2216114889677111</c:v>
              </c:pt>
              <c:pt idx="6">
                <c:v>0.2216114889677111</c:v>
              </c:pt>
              <c:pt idx="7">
                <c:v>0.2216114889677111</c:v>
              </c:pt>
              <c:pt idx="8">
                <c:v>0.2216114889677111</c:v>
              </c:pt>
              <c:pt idx="9">
                <c:v>0.2216114889677111</c:v>
              </c:pt>
              <c:pt idx="10">
                <c:v>0.2216114889677111</c:v>
              </c:pt>
              <c:pt idx="11">
                <c:v>0.2216114889677111</c:v>
              </c:pt>
              <c:pt idx="12">
                <c:v>0.2216114889677111</c:v>
              </c:pt>
              <c:pt idx="13">
                <c:v>0.2216114889677111</c:v>
              </c:pt>
              <c:pt idx="14">
                <c:v>0.2216114889677111</c:v>
              </c:pt>
              <c:pt idx="15">
                <c:v>0.2216114889677111</c:v>
              </c:pt>
              <c:pt idx="16">
                <c:v>0.2216114889677111</c:v>
              </c:pt>
              <c:pt idx="17">
                <c:v>0.2216114889677111</c:v>
              </c:pt>
              <c:pt idx="18">
                <c:v>0.2216114889677111</c:v>
              </c:pt>
              <c:pt idx="19">
                <c:v>0.2216114889677111</c:v>
              </c:pt>
              <c:pt idx="20">
                <c:v>0.2216114889677111</c:v>
              </c:pt>
              <c:pt idx="21">
                <c:v>0.2216114889677111</c:v>
              </c:pt>
              <c:pt idx="22">
                <c:v>0.2216114889677111</c:v>
              </c:pt>
              <c:pt idx="23">
                <c:v>0.2216114889677111</c:v>
              </c:pt>
              <c:pt idx="24">
                <c:v>0.2216114889677111</c:v>
              </c:pt>
              <c:pt idx="25">
                <c:v>0.2216114889677111</c:v>
              </c:pt>
              <c:pt idx="26">
                <c:v>0.2216114889677111</c:v>
              </c:pt>
              <c:pt idx="27">
                <c:v>0.2216114889677111</c:v>
              </c:pt>
              <c:pt idx="28">
                <c:v>0.2216114889677111</c:v>
              </c:pt>
              <c:pt idx="29">
                <c:v>0.2216114889677111</c:v>
              </c:pt>
              <c:pt idx="30">
                <c:v>0.2216114889677111</c:v>
              </c:pt>
              <c:pt idx="31">
                <c:v>0.2216114889677111</c:v>
              </c:pt>
              <c:pt idx="32">
                <c:v>0.2216114889677111</c:v>
              </c:pt>
              <c:pt idx="33">
                <c:v>0.2216114889677111</c:v>
              </c:pt>
              <c:pt idx="34">
                <c:v>0.2216114889677111</c:v>
              </c:pt>
              <c:pt idx="35">
                <c:v>0.2216114889677111</c:v>
              </c:pt>
              <c:pt idx="36">
                <c:v>0.2216114889677111</c:v>
              </c:pt>
              <c:pt idx="37">
                <c:v>0.2216114889677111</c:v>
              </c:pt>
              <c:pt idx="38">
                <c:v>0.2216114889677111</c:v>
              </c:pt>
              <c:pt idx="39">
                <c:v>0.2216114889677111</c:v>
              </c:pt>
              <c:pt idx="40">
                <c:v>0.2216114889677111</c:v>
              </c:pt>
              <c:pt idx="41">
                <c:v>0.2216114889677111</c:v>
              </c:pt>
              <c:pt idx="42">
                <c:v>0.2216114889677111</c:v>
              </c:pt>
              <c:pt idx="43">
                <c:v>0.2216114889677111</c:v>
              </c:pt>
              <c:pt idx="44">
                <c:v>0.2216114889677111</c:v>
              </c:pt>
              <c:pt idx="45">
                <c:v>0.2216114889677111</c:v>
              </c:pt>
              <c:pt idx="46">
                <c:v>0.2216114889677111</c:v>
              </c:pt>
              <c:pt idx="47">
                <c:v>0.2216114889677111</c:v>
              </c:pt>
              <c:pt idx="48">
                <c:v>0.2216114889677111</c:v>
              </c:pt>
              <c:pt idx="49">
                <c:v>0.2216114889677111</c:v>
              </c:pt>
              <c:pt idx="50">
                <c:v>0.2216114889677111</c:v>
              </c:pt>
              <c:pt idx="51">
                <c:v>0.2216114889677111</c:v>
              </c:pt>
              <c:pt idx="52">
                <c:v>0.2216114889677111</c:v>
              </c:pt>
              <c:pt idx="53">
                <c:v>0.2216114889677111</c:v>
              </c:pt>
              <c:pt idx="54">
                <c:v>0.2216114889677111</c:v>
              </c:pt>
              <c:pt idx="55">
                <c:v>0.2216114889677111</c:v>
              </c:pt>
              <c:pt idx="56">
                <c:v>0.2216114889677111</c:v>
              </c:pt>
              <c:pt idx="57">
                <c:v>0.2216114889677111</c:v>
              </c:pt>
              <c:pt idx="58">
                <c:v>0.2216114889677111</c:v>
              </c:pt>
              <c:pt idx="59">
                <c:v>0.2216114889677111</c:v>
              </c:pt>
              <c:pt idx="60">
                <c:v>0.2216114889677111</c:v>
              </c:pt>
              <c:pt idx="61">
                <c:v>0.2216114889677111</c:v>
              </c:pt>
              <c:pt idx="62">
                <c:v>0.2216114889677111</c:v>
              </c:pt>
              <c:pt idx="63">
                <c:v>0.2216114889677111</c:v>
              </c:pt>
              <c:pt idx="64">
                <c:v>0.2216114889677111</c:v>
              </c:pt>
              <c:pt idx="65">
                <c:v>0.2216114889677111</c:v>
              </c:pt>
              <c:pt idx="66">
                <c:v>0.2216114889677111</c:v>
              </c:pt>
              <c:pt idx="67">
                <c:v>0.2216114889677111</c:v>
              </c:pt>
              <c:pt idx="68">
                <c:v>0.2216114889677111</c:v>
              </c:pt>
              <c:pt idx="69">
                <c:v>0.2216114889677111</c:v>
              </c:pt>
              <c:pt idx="70">
                <c:v>0.2216114889677111</c:v>
              </c:pt>
              <c:pt idx="71">
                <c:v>0.2216114889677111</c:v>
              </c:pt>
              <c:pt idx="72">
                <c:v>0.2216114889677111</c:v>
              </c:pt>
              <c:pt idx="73">
                <c:v>0.2216114889677111</c:v>
              </c:pt>
              <c:pt idx="74">
                <c:v>0.2216114889677111</c:v>
              </c:pt>
              <c:pt idx="75">
                <c:v>0.2216114889677111</c:v>
              </c:pt>
              <c:pt idx="76">
                <c:v>0.2216114889677111</c:v>
              </c:pt>
              <c:pt idx="77">
                <c:v>0.2216114889677111</c:v>
              </c:pt>
              <c:pt idx="78">
                <c:v>0.2216114889677111</c:v>
              </c:pt>
              <c:pt idx="79">
                <c:v>0.2216114889677111</c:v>
              </c:pt>
              <c:pt idx="80">
                <c:v>0.2216114889677111</c:v>
              </c:pt>
              <c:pt idx="81">
                <c:v>0.2216114889677111</c:v>
              </c:pt>
              <c:pt idx="82">
                <c:v>0.2216114889677111</c:v>
              </c:pt>
              <c:pt idx="83">
                <c:v>0.2216114889677111</c:v>
              </c:pt>
              <c:pt idx="84">
                <c:v>0.2216114889677111</c:v>
              </c:pt>
              <c:pt idx="85">
                <c:v>0.2216114889677111</c:v>
              </c:pt>
              <c:pt idx="86">
                <c:v>0.2216114889677111</c:v>
              </c:pt>
              <c:pt idx="87">
                <c:v>0.2216114889677111</c:v>
              </c:pt>
              <c:pt idx="88">
                <c:v>0.2216114889677111</c:v>
              </c:pt>
              <c:pt idx="89">
                <c:v>0.2216114889677111</c:v>
              </c:pt>
              <c:pt idx="90">
                <c:v>0.2216114889677111</c:v>
              </c:pt>
              <c:pt idx="91">
                <c:v>0.2216114889677111</c:v>
              </c:pt>
              <c:pt idx="92">
                <c:v>0.2216114889677111</c:v>
              </c:pt>
              <c:pt idx="93">
                <c:v>0.2216114889677111</c:v>
              </c:pt>
              <c:pt idx="94">
                <c:v>0.2216114889677111</c:v>
              </c:pt>
              <c:pt idx="95">
                <c:v>0.2216114889677111</c:v>
              </c:pt>
              <c:pt idx="96">
                <c:v>0.2216114889677111</c:v>
              </c:pt>
              <c:pt idx="97">
                <c:v>0.2216114889677111</c:v>
              </c:pt>
              <c:pt idx="98">
                <c:v>0.2216114889677111</c:v>
              </c:pt>
              <c:pt idx="99">
                <c:v>0.2216114889677111</c:v>
              </c:pt>
              <c:pt idx="100">
                <c:v>0.2216114889677111</c:v>
              </c:pt>
              <c:pt idx="101">
                <c:v>0.2216114889677111</c:v>
              </c:pt>
              <c:pt idx="102">
                <c:v>0.2216114889677111</c:v>
              </c:pt>
              <c:pt idx="103">
                <c:v>0.2216114889677111</c:v>
              </c:pt>
              <c:pt idx="104">
                <c:v>0.2216114889677111</c:v>
              </c:pt>
              <c:pt idx="105">
                <c:v>0.2216114889677111</c:v>
              </c:pt>
              <c:pt idx="106">
                <c:v>0.2216114889677111</c:v>
              </c:pt>
              <c:pt idx="107">
                <c:v>0.2216114889677111</c:v>
              </c:pt>
              <c:pt idx="108">
                <c:v>0.2216114889677111</c:v>
              </c:pt>
              <c:pt idx="109">
                <c:v>0.2216114889677111</c:v>
              </c:pt>
              <c:pt idx="110">
                <c:v>0.2216114889677111</c:v>
              </c:pt>
              <c:pt idx="111">
                <c:v>0.2216114889677111</c:v>
              </c:pt>
              <c:pt idx="112">
                <c:v>0.2216114889677111</c:v>
              </c:pt>
              <c:pt idx="113">
                <c:v>0.2216114889677111</c:v>
              </c:pt>
              <c:pt idx="114">
                <c:v>0.2216114889677111</c:v>
              </c:pt>
              <c:pt idx="115">
                <c:v>0.2216114889677111</c:v>
              </c:pt>
              <c:pt idx="116">
                <c:v>0.2216114889677111</c:v>
              </c:pt>
              <c:pt idx="117">
                <c:v>0.2216114889677111</c:v>
              </c:pt>
              <c:pt idx="118">
                <c:v>0.2216114889677111</c:v>
              </c:pt>
              <c:pt idx="119">
                <c:v>0.2216114889677111</c:v>
              </c:pt>
              <c:pt idx="120">
                <c:v>0.2216114889677111</c:v>
              </c:pt>
              <c:pt idx="121">
                <c:v>0.2216114889677111</c:v>
              </c:pt>
              <c:pt idx="122">
                <c:v>0.2216114889677111</c:v>
              </c:pt>
              <c:pt idx="123">
                <c:v>0.2216114889677111</c:v>
              </c:pt>
              <c:pt idx="124">
                <c:v>0.2216114889677111</c:v>
              </c:pt>
              <c:pt idx="125">
                <c:v>0.2216114889677111</c:v>
              </c:pt>
              <c:pt idx="126">
                <c:v>0.2216114889677111</c:v>
              </c:pt>
              <c:pt idx="127">
                <c:v>0.2216114889677111</c:v>
              </c:pt>
              <c:pt idx="128">
                <c:v>0.2216114889677111</c:v>
              </c:pt>
              <c:pt idx="129">
                <c:v>0.2216114889677111</c:v>
              </c:pt>
              <c:pt idx="130">
                <c:v>0.2216114889677111</c:v>
              </c:pt>
              <c:pt idx="131">
                <c:v>0.2216114889677111</c:v>
              </c:pt>
              <c:pt idx="132">
                <c:v>0.2216114889677111</c:v>
              </c:pt>
              <c:pt idx="133">
                <c:v>0.2216114889677111</c:v>
              </c:pt>
              <c:pt idx="134">
                <c:v>0.2216114889677111</c:v>
              </c:pt>
              <c:pt idx="135">
                <c:v>0.2216114889677111</c:v>
              </c:pt>
              <c:pt idx="136">
                <c:v>0.2216114889677111</c:v>
              </c:pt>
              <c:pt idx="137">
                <c:v>0.2216114889677111</c:v>
              </c:pt>
              <c:pt idx="138">
                <c:v>0.2216114889677111</c:v>
              </c:pt>
              <c:pt idx="139">
                <c:v>0.2216114889677111</c:v>
              </c:pt>
              <c:pt idx="140">
                <c:v>0.2216114889677111</c:v>
              </c:pt>
              <c:pt idx="141">
                <c:v>0.2216114889677111</c:v>
              </c:pt>
              <c:pt idx="142">
                <c:v>0.2216114889677111</c:v>
              </c:pt>
              <c:pt idx="143">
                <c:v>0.2216114889677111</c:v>
              </c:pt>
              <c:pt idx="144">
                <c:v>0.2216114889677111</c:v>
              </c:pt>
              <c:pt idx="145">
                <c:v>0.2216114889677111</c:v>
              </c:pt>
              <c:pt idx="146">
                <c:v>0.2216114889677111</c:v>
              </c:pt>
              <c:pt idx="147">
                <c:v>0.2216114889677111</c:v>
              </c:pt>
              <c:pt idx="148">
                <c:v>0.2216114889677111</c:v>
              </c:pt>
              <c:pt idx="149">
                <c:v>0.2216114889677111</c:v>
              </c:pt>
              <c:pt idx="150">
                <c:v>0.2216114889677111</c:v>
              </c:pt>
              <c:pt idx="151">
                <c:v>0.2216114889677111</c:v>
              </c:pt>
              <c:pt idx="152">
                <c:v>0.2216114889677111</c:v>
              </c:pt>
              <c:pt idx="153">
                <c:v>0.2216114889677111</c:v>
              </c:pt>
              <c:pt idx="154">
                <c:v>0.2216114889677111</c:v>
              </c:pt>
              <c:pt idx="155">
                <c:v>0.2216114889677111</c:v>
              </c:pt>
              <c:pt idx="156">
                <c:v>0.2216114889677111</c:v>
              </c:pt>
              <c:pt idx="157">
                <c:v>0.2216114889677111</c:v>
              </c:pt>
              <c:pt idx="158">
                <c:v>0.2216114889677111</c:v>
              </c:pt>
              <c:pt idx="159">
                <c:v>0.2216114889677111</c:v>
              </c:pt>
              <c:pt idx="160">
                <c:v>0.2216114889677111</c:v>
              </c:pt>
              <c:pt idx="161">
                <c:v>0.2216114889677111</c:v>
              </c:pt>
              <c:pt idx="162">
                <c:v>0.2216114889677111</c:v>
              </c:pt>
              <c:pt idx="163">
                <c:v>0.2216114889677111</c:v>
              </c:pt>
              <c:pt idx="164">
                <c:v>0.2216114889677111</c:v>
              </c:pt>
              <c:pt idx="165">
                <c:v>0.2216114889677111</c:v>
              </c:pt>
              <c:pt idx="166">
                <c:v>0.2216114889677111</c:v>
              </c:pt>
              <c:pt idx="167">
                <c:v>0.2216114889677111</c:v>
              </c:pt>
              <c:pt idx="168">
                <c:v>0.2216114889677111</c:v>
              </c:pt>
              <c:pt idx="169">
                <c:v>0.2216114889677111</c:v>
              </c:pt>
              <c:pt idx="170">
                <c:v>0.2216114889677111</c:v>
              </c:pt>
              <c:pt idx="171">
                <c:v>0.2216114889677111</c:v>
              </c:pt>
              <c:pt idx="172">
                <c:v>0.2216114889677111</c:v>
              </c:pt>
              <c:pt idx="173">
                <c:v>0.2216114889677111</c:v>
              </c:pt>
              <c:pt idx="174">
                <c:v>0.2216114889677111</c:v>
              </c:pt>
              <c:pt idx="175">
                <c:v>0.2216114889677111</c:v>
              </c:pt>
              <c:pt idx="176">
                <c:v>0.2216114889677111</c:v>
              </c:pt>
              <c:pt idx="177">
                <c:v>0.2216114889677111</c:v>
              </c:pt>
              <c:pt idx="178">
                <c:v>0.2216114889677111</c:v>
              </c:pt>
              <c:pt idx="179">
                <c:v>0.2216114889677111</c:v>
              </c:pt>
              <c:pt idx="180">
                <c:v>0.2216114889677111</c:v>
              </c:pt>
              <c:pt idx="181">
                <c:v>0.2216114889677111</c:v>
              </c:pt>
              <c:pt idx="182">
                <c:v>0.2216114889677111</c:v>
              </c:pt>
              <c:pt idx="183">
                <c:v>0.2216114889677111</c:v>
              </c:pt>
              <c:pt idx="184">
                <c:v>0.2216114889677111</c:v>
              </c:pt>
              <c:pt idx="185">
                <c:v>0.2216114889677111</c:v>
              </c:pt>
              <c:pt idx="186">
                <c:v>0.2216114889677111</c:v>
              </c:pt>
              <c:pt idx="187">
                <c:v>0.2216114889677111</c:v>
              </c:pt>
              <c:pt idx="188">
                <c:v>0.2216114889677111</c:v>
              </c:pt>
              <c:pt idx="189">
                <c:v>0.2216114889677111</c:v>
              </c:pt>
              <c:pt idx="190">
                <c:v>0.2216114889677111</c:v>
              </c:pt>
              <c:pt idx="191">
                <c:v>0.2216114889677111</c:v>
              </c:pt>
              <c:pt idx="192">
                <c:v>0.2216114889677111</c:v>
              </c:pt>
              <c:pt idx="193">
                <c:v>0.2216114889677111</c:v>
              </c:pt>
              <c:pt idx="194">
                <c:v>0.2216114889677111</c:v>
              </c:pt>
              <c:pt idx="195">
                <c:v>0.2216114889677111</c:v>
              </c:pt>
              <c:pt idx="196">
                <c:v>0.2216114889677111</c:v>
              </c:pt>
              <c:pt idx="197">
                <c:v>0.2216114889677111</c:v>
              </c:pt>
              <c:pt idx="198">
                <c:v>0.2216114889677111</c:v>
              </c:pt>
              <c:pt idx="199">
                <c:v>0.2216114889677111</c:v>
              </c:pt>
              <c:pt idx="200">
                <c:v>0.2216114889677111</c:v>
              </c:pt>
              <c:pt idx="201">
                <c:v>0.2216114889677111</c:v>
              </c:pt>
              <c:pt idx="202">
                <c:v>0.2216114889677111</c:v>
              </c:pt>
              <c:pt idx="203">
                <c:v>0.2216114889677111</c:v>
              </c:pt>
              <c:pt idx="204">
                <c:v>0.2216114889677111</c:v>
              </c:pt>
              <c:pt idx="205">
                <c:v>0.2216114889677111</c:v>
              </c:pt>
              <c:pt idx="206">
                <c:v>0.2216114889677111</c:v>
              </c:pt>
              <c:pt idx="207">
                <c:v>0.2216114889677111</c:v>
              </c:pt>
              <c:pt idx="208">
                <c:v>0.2216114889677111</c:v>
              </c:pt>
              <c:pt idx="209">
                <c:v>0.2216114889677111</c:v>
              </c:pt>
              <c:pt idx="210">
                <c:v>0.2216114889677111</c:v>
              </c:pt>
              <c:pt idx="211">
                <c:v>0.2216114889677111</c:v>
              </c:pt>
              <c:pt idx="212">
                <c:v>0.2216114889677111</c:v>
              </c:pt>
              <c:pt idx="213">
                <c:v>0.2216114889677111</c:v>
              </c:pt>
              <c:pt idx="214">
                <c:v>0.2216114889677111</c:v>
              </c:pt>
              <c:pt idx="215">
                <c:v>0.2216114889677111</c:v>
              </c:pt>
              <c:pt idx="216">
                <c:v>0.2216114889677111</c:v>
              </c:pt>
              <c:pt idx="217">
                <c:v>0.2216114889677111</c:v>
              </c:pt>
              <c:pt idx="218">
                <c:v>0.2216114889677111</c:v>
              </c:pt>
              <c:pt idx="219">
                <c:v>0.2216114889677111</c:v>
              </c:pt>
              <c:pt idx="220">
                <c:v>0.2216114889677111</c:v>
              </c:pt>
              <c:pt idx="221">
                <c:v>0.2216114889677111</c:v>
              </c:pt>
              <c:pt idx="222">
                <c:v>0.2216114889677111</c:v>
              </c:pt>
              <c:pt idx="223">
                <c:v>0.2216114889677111</c:v>
              </c:pt>
              <c:pt idx="224">
                <c:v>0.2216114889677111</c:v>
              </c:pt>
              <c:pt idx="225">
                <c:v>0.2216114889677111</c:v>
              </c:pt>
              <c:pt idx="226">
                <c:v>0.2216114889677111</c:v>
              </c:pt>
              <c:pt idx="227">
                <c:v>0.2216114889677111</c:v>
              </c:pt>
              <c:pt idx="228">
                <c:v>0.2216114889677111</c:v>
              </c:pt>
              <c:pt idx="229">
                <c:v>0.2216114889677111</c:v>
              </c:pt>
              <c:pt idx="230">
                <c:v>0.2216114889677111</c:v>
              </c:pt>
              <c:pt idx="231">
                <c:v>0.2216114889677111</c:v>
              </c:pt>
              <c:pt idx="232">
                <c:v>0.2216114889677111</c:v>
              </c:pt>
              <c:pt idx="233">
                <c:v>0.2216114889677111</c:v>
              </c:pt>
              <c:pt idx="234">
                <c:v>0.2216114889677111</c:v>
              </c:pt>
              <c:pt idx="235">
                <c:v>0.2216114889677111</c:v>
              </c:pt>
              <c:pt idx="236">
                <c:v>0.2216114889677111</c:v>
              </c:pt>
              <c:pt idx="237">
                <c:v>0.2216114889677111</c:v>
              </c:pt>
              <c:pt idx="238">
                <c:v>0.2216114889677111</c:v>
              </c:pt>
              <c:pt idx="239">
                <c:v>0.2216114889677111</c:v>
              </c:pt>
              <c:pt idx="240">
                <c:v>0.2216114889677111</c:v>
              </c:pt>
              <c:pt idx="241">
                <c:v>0.2216114889677111</c:v>
              </c:pt>
              <c:pt idx="242">
                <c:v>0.2216114889677111</c:v>
              </c:pt>
              <c:pt idx="243">
                <c:v>0.2216114889677111</c:v>
              </c:pt>
              <c:pt idx="244">
                <c:v>0.2216114889677111</c:v>
              </c:pt>
              <c:pt idx="245">
                <c:v>0.2216114889677111</c:v>
              </c:pt>
            </c:numLit>
          </c:yVal>
          <c:smooth val="0"/>
        </c:ser>
        <c:ser>
          <c:idx val="10"/>
          <c:order val="10"/>
          <c:tx>
            <c:v>Implemented LCA filling</c:v>
          </c:tx>
          <c:spPr>
            <a:noFill xmlns:a="http://schemas.openxmlformats.org/drawingml/2006/main"/>
            <a:ln xmlns:a="http://schemas.openxmlformats.org/drawingml/2006/main" w="0">
              <a:noFill/>
              <a:prstDash val="solid"/>
            </a:ln>
          </c:spPr>
          <c:marker>
            <c:symbol val="circle"/>
            <c:size val="7"/>
            <c:spPr>
              <a:solidFill xmlns:a="http://schemas.openxmlformats.org/drawingml/2006/main">
                <a:srgbClr val="FFFFFF"/>
              </a:solidFill>
            </c:spPr>
          </c:marker>
          <c:xVal>
            <c:numLit>
              <c:formatCode>General</c:formatCode>
              <c:ptCount val="24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c:v>
              </c:pt>
              <c:pt idx="147">
                <c:v>0</c:v>
              </c:pt>
              <c:pt idx="148">
                <c:v>0</c:v>
              </c:pt>
              <c:pt idx="149">
                <c:v>0</c:v>
              </c:pt>
              <c:pt idx="150">
                <c:v>0</c:v>
              </c:pt>
              <c:pt idx="151">
                <c:v>0</c:v>
              </c:pt>
              <c:pt idx="152">
                <c:v>0</c:v>
              </c:pt>
              <c:pt idx="153">
                <c:v>0</c:v>
              </c:pt>
              <c:pt idx="154">
                <c:v>0</c:v>
              </c:pt>
              <c:pt idx="155">
                <c:v>0</c:v>
              </c:pt>
              <c:pt idx="156">
                <c:v>0</c:v>
              </c:pt>
              <c:pt idx="157">
                <c:v>0</c:v>
              </c:pt>
              <c:pt idx="158">
                <c:v>0</c:v>
              </c:pt>
              <c:pt idx="159">
                <c:v>0</c:v>
              </c:pt>
              <c:pt idx="160">
                <c:v>0</c:v>
              </c:pt>
              <c:pt idx="161">
                <c:v>0</c:v>
              </c:pt>
              <c:pt idx="162">
                <c:v>0</c:v>
              </c:pt>
              <c:pt idx="163">
                <c:v>0</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numLit>
          </c:xVal>
          <c:yVal>
            <c:numLit>
              <c:formatCode>0.0</c:formatCode>
              <c:ptCount val="246"/>
              <c:pt idx="0">
                <c:v>2.878988838997689</c:v>
              </c:pt>
              <c:pt idx="1">
                <c:v>2.878988838997689</c:v>
              </c:pt>
              <c:pt idx="2">
                <c:v>2.878988838997689</c:v>
              </c:pt>
              <c:pt idx="3">
                <c:v>2.878988838997689</c:v>
              </c:pt>
              <c:pt idx="4">
                <c:v>2.878988838997689</c:v>
              </c:pt>
              <c:pt idx="5">
                <c:v>2.878988838997689</c:v>
              </c:pt>
              <c:pt idx="6">
                <c:v>2.878988838997689</c:v>
              </c:pt>
              <c:pt idx="7">
                <c:v>2.878988838997689</c:v>
              </c:pt>
              <c:pt idx="8">
                <c:v>2.878988838997689</c:v>
              </c:pt>
              <c:pt idx="9">
                <c:v>2.878988838997689</c:v>
              </c:pt>
              <c:pt idx="10">
                <c:v>2.878988838997689</c:v>
              </c:pt>
              <c:pt idx="11">
                <c:v>2.878988838997689</c:v>
              </c:pt>
              <c:pt idx="12">
                <c:v>2.878988838997689</c:v>
              </c:pt>
              <c:pt idx="13">
                <c:v>2.878988838997689</c:v>
              </c:pt>
              <c:pt idx="14">
                <c:v>2.878988838997689</c:v>
              </c:pt>
              <c:pt idx="15">
                <c:v>2.878988838997689</c:v>
              </c:pt>
              <c:pt idx="16">
                <c:v>2.878988838997689</c:v>
              </c:pt>
              <c:pt idx="17">
                <c:v>2.878988838997689</c:v>
              </c:pt>
              <c:pt idx="18">
                <c:v>2.878988838997689</c:v>
              </c:pt>
              <c:pt idx="19">
                <c:v>2.878988838997689</c:v>
              </c:pt>
              <c:pt idx="20">
                <c:v>2.878988838997689</c:v>
              </c:pt>
              <c:pt idx="21">
                <c:v>2.878988838997689</c:v>
              </c:pt>
              <c:pt idx="22">
                <c:v>2.878988838997689</c:v>
              </c:pt>
              <c:pt idx="23">
                <c:v>2.878988838997689</c:v>
              </c:pt>
              <c:pt idx="24">
                <c:v>2.878988838997689</c:v>
              </c:pt>
              <c:pt idx="25">
                <c:v>2.878988838997689</c:v>
              </c:pt>
              <c:pt idx="26">
                <c:v>2.878988838997689</c:v>
              </c:pt>
              <c:pt idx="27">
                <c:v>2.878988838997689</c:v>
              </c:pt>
              <c:pt idx="28">
                <c:v>2.878988838997689</c:v>
              </c:pt>
              <c:pt idx="29">
                <c:v>2.878988838997689</c:v>
              </c:pt>
              <c:pt idx="30">
                <c:v>2.878988838997689</c:v>
              </c:pt>
              <c:pt idx="31">
                <c:v>2.878988838997689</c:v>
              </c:pt>
              <c:pt idx="32">
                <c:v>2.878988838997689</c:v>
              </c:pt>
              <c:pt idx="33">
                <c:v>2.878988838997689</c:v>
              </c:pt>
              <c:pt idx="34">
                <c:v>2.878988838997689</c:v>
              </c:pt>
              <c:pt idx="35">
                <c:v>2.878988838997689</c:v>
              </c:pt>
              <c:pt idx="36">
                <c:v>2.878988838997689</c:v>
              </c:pt>
              <c:pt idx="37">
                <c:v>2.878988838997689</c:v>
              </c:pt>
              <c:pt idx="38">
                <c:v>2.878988838997689</c:v>
              </c:pt>
              <c:pt idx="39">
                <c:v>2.878988838997689</c:v>
              </c:pt>
              <c:pt idx="40">
                <c:v>2.878988838997689</c:v>
              </c:pt>
              <c:pt idx="41">
                <c:v>2.878988838997689</c:v>
              </c:pt>
              <c:pt idx="42">
                <c:v>2.878988838997689</c:v>
              </c:pt>
              <c:pt idx="43">
                <c:v>2.878988838997689</c:v>
              </c:pt>
              <c:pt idx="44">
                <c:v>2.878988838997689</c:v>
              </c:pt>
              <c:pt idx="45">
                <c:v>2.878988838997689</c:v>
              </c:pt>
              <c:pt idx="46">
                <c:v>2.878988838997689</c:v>
              </c:pt>
              <c:pt idx="47">
                <c:v>2.878988838997689</c:v>
              </c:pt>
              <c:pt idx="48">
                <c:v>2.878988838997689</c:v>
              </c:pt>
              <c:pt idx="49">
                <c:v>2.878988838997689</c:v>
              </c:pt>
              <c:pt idx="50">
                <c:v>2.878988838997689</c:v>
              </c:pt>
              <c:pt idx="51">
                <c:v>2.878988838997689</c:v>
              </c:pt>
              <c:pt idx="52">
                <c:v>2.878988838997689</c:v>
              </c:pt>
              <c:pt idx="53">
                <c:v>2.878988838997689</c:v>
              </c:pt>
              <c:pt idx="54">
                <c:v>2.878988838997689</c:v>
              </c:pt>
              <c:pt idx="55">
                <c:v>2.878988838997689</c:v>
              </c:pt>
              <c:pt idx="56">
                <c:v>2.878988838997689</c:v>
              </c:pt>
              <c:pt idx="57">
                <c:v>2.878988838997689</c:v>
              </c:pt>
              <c:pt idx="58">
                <c:v>2.878988838997689</c:v>
              </c:pt>
              <c:pt idx="59">
                <c:v>2.878988838997689</c:v>
              </c:pt>
              <c:pt idx="60">
                <c:v>2.878988838997689</c:v>
              </c:pt>
              <c:pt idx="61">
                <c:v>2.878988838997689</c:v>
              </c:pt>
              <c:pt idx="62">
                <c:v>2.878988838997689</c:v>
              </c:pt>
              <c:pt idx="63">
                <c:v>2.878988838997689</c:v>
              </c:pt>
              <c:pt idx="64">
                <c:v>2.878988838997689</c:v>
              </c:pt>
              <c:pt idx="65">
                <c:v>2.878988838997689</c:v>
              </c:pt>
              <c:pt idx="66">
                <c:v>2.878988838997689</c:v>
              </c:pt>
              <c:pt idx="67">
                <c:v>2.878988838997689</c:v>
              </c:pt>
              <c:pt idx="68">
                <c:v>2.878988838997689</c:v>
              </c:pt>
              <c:pt idx="69">
                <c:v>2.878988838997689</c:v>
              </c:pt>
              <c:pt idx="70">
                <c:v>2.878988838997689</c:v>
              </c:pt>
              <c:pt idx="71">
                <c:v>2.878988838997689</c:v>
              </c:pt>
              <c:pt idx="72">
                <c:v>2.878988838997689</c:v>
              </c:pt>
              <c:pt idx="73">
                <c:v>2.878988838997689</c:v>
              </c:pt>
              <c:pt idx="74">
                <c:v>2.878988838997689</c:v>
              </c:pt>
              <c:pt idx="75">
                <c:v>2.878988838997689</c:v>
              </c:pt>
              <c:pt idx="76">
                <c:v>2.878988838997689</c:v>
              </c:pt>
              <c:pt idx="77">
                <c:v>2.878988838997689</c:v>
              </c:pt>
              <c:pt idx="78">
                <c:v>2.878988838997689</c:v>
              </c:pt>
              <c:pt idx="79">
                <c:v>2.878988838997689</c:v>
              </c:pt>
              <c:pt idx="80">
                <c:v>2.878988838997689</c:v>
              </c:pt>
              <c:pt idx="81">
                <c:v>2.878988838997689</c:v>
              </c:pt>
              <c:pt idx="82">
                <c:v>2.878988838997689</c:v>
              </c:pt>
              <c:pt idx="83">
                <c:v>2.878988838997689</c:v>
              </c:pt>
              <c:pt idx="84">
                <c:v>2.878988838997689</c:v>
              </c:pt>
              <c:pt idx="85">
                <c:v>2.878988838997689</c:v>
              </c:pt>
              <c:pt idx="86">
                <c:v>2.878988838997689</c:v>
              </c:pt>
              <c:pt idx="87">
                <c:v>2.878988838997689</c:v>
              </c:pt>
              <c:pt idx="88">
                <c:v>2.878988838997689</c:v>
              </c:pt>
              <c:pt idx="89">
                <c:v>2.878988838997689</c:v>
              </c:pt>
              <c:pt idx="90">
                <c:v>2.878988838997689</c:v>
              </c:pt>
              <c:pt idx="91">
                <c:v>2.878988838997689</c:v>
              </c:pt>
              <c:pt idx="92">
                <c:v>2.878988838997689</c:v>
              </c:pt>
              <c:pt idx="93">
                <c:v>2.878988838997689</c:v>
              </c:pt>
              <c:pt idx="94">
                <c:v>2.878988838997689</c:v>
              </c:pt>
              <c:pt idx="95">
                <c:v>2.878988838997689</c:v>
              </c:pt>
              <c:pt idx="96">
                <c:v>2.878988838997689</c:v>
              </c:pt>
              <c:pt idx="97">
                <c:v>2.878988838997689</c:v>
              </c:pt>
              <c:pt idx="98">
                <c:v>2.878988838997689</c:v>
              </c:pt>
              <c:pt idx="99">
                <c:v>2.878988838997689</c:v>
              </c:pt>
              <c:pt idx="100">
                <c:v>2.878988838997689</c:v>
              </c:pt>
              <c:pt idx="101">
                <c:v>2.878988838997689</c:v>
              </c:pt>
              <c:pt idx="102">
                <c:v>2.878988838997689</c:v>
              </c:pt>
              <c:pt idx="103">
                <c:v>2.878988838997689</c:v>
              </c:pt>
              <c:pt idx="104">
                <c:v>2.878988838997689</c:v>
              </c:pt>
              <c:pt idx="105">
                <c:v>2.878988838997689</c:v>
              </c:pt>
              <c:pt idx="106">
                <c:v>2.878988838997689</c:v>
              </c:pt>
              <c:pt idx="107">
                <c:v>2.878988838997689</c:v>
              </c:pt>
              <c:pt idx="108">
                <c:v>2.878988838997689</c:v>
              </c:pt>
              <c:pt idx="109">
                <c:v>2.878988838997689</c:v>
              </c:pt>
              <c:pt idx="110">
                <c:v>2.878988838997689</c:v>
              </c:pt>
              <c:pt idx="111">
                <c:v>2.878988838997689</c:v>
              </c:pt>
              <c:pt idx="112">
                <c:v>2.878988838997689</c:v>
              </c:pt>
              <c:pt idx="113">
                <c:v>2.878988838997689</c:v>
              </c:pt>
              <c:pt idx="114">
                <c:v>2.878988838997689</c:v>
              </c:pt>
              <c:pt idx="115">
                <c:v>2.878988838997689</c:v>
              </c:pt>
              <c:pt idx="116">
                <c:v>2.878988838997689</c:v>
              </c:pt>
              <c:pt idx="117">
                <c:v>2.878988838997689</c:v>
              </c:pt>
              <c:pt idx="118">
                <c:v>2.878988838997689</c:v>
              </c:pt>
              <c:pt idx="119">
                <c:v>2.878988838997689</c:v>
              </c:pt>
              <c:pt idx="120">
                <c:v>2.878988838997689</c:v>
              </c:pt>
              <c:pt idx="121">
                <c:v>2.878988838997689</c:v>
              </c:pt>
              <c:pt idx="122">
                <c:v>2.878988838997689</c:v>
              </c:pt>
              <c:pt idx="123">
                <c:v>2.878988838997689</c:v>
              </c:pt>
              <c:pt idx="124">
                <c:v>2.878988838997689</c:v>
              </c:pt>
              <c:pt idx="125">
                <c:v>2.878988838997689</c:v>
              </c:pt>
              <c:pt idx="126">
                <c:v>2.878988838997689</c:v>
              </c:pt>
              <c:pt idx="127">
                <c:v>2.878988838997689</c:v>
              </c:pt>
              <c:pt idx="128">
                <c:v>2.878988838997689</c:v>
              </c:pt>
              <c:pt idx="129">
                <c:v>2.878988838997689</c:v>
              </c:pt>
              <c:pt idx="130">
                <c:v>2.878988838997689</c:v>
              </c:pt>
              <c:pt idx="131">
                <c:v>2.878988838997689</c:v>
              </c:pt>
              <c:pt idx="132">
                <c:v>2.878988838997689</c:v>
              </c:pt>
              <c:pt idx="133">
                <c:v>2.878988838997689</c:v>
              </c:pt>
              <c:pt idx="134">
                <c:v>2.878988838997689</c:v>
              </c:pt>
              <c:pt idx="135">
                <c:v>2.878988838997689</c:v>
              </c:pt>
              <c:pt idx="136">
                <c:v>2.878988838997689</c:v>
              </c:pt>
              <c:pt idx="137">
                <c:v>2.878988838997689</c:v>
              </c:pt>
              <c:pt idx="138">
                <c:v>2.878988838997689</c:v>
              </c:pt>
              <c:pt idx="139">
                <c:v>2.878988838997689</c:v>
              </c:pt>
              <c:pt idx="140">
                <c:v>2.878988838997689</c:v>
              </c:pt>
              <c:pt idx="141">
                <c:v>2.878988838997689</c:v>
              </c:pt>
              <c:pt idx="142">
                <c:v>2.878988838997689</c:v>
              </c:pt>
              <c:pt idx="143">
                <c:v>2.878988838997689</c:v>
              </c:pt>
              <c:pt idx="144">
                <c:v>2.878988838997689</c:v>
              </c:pt>
              <c:pt idx="145">
                <c:v>2.878988838997689</c:v>
              </c:pt>
              <c:pt idx="146">
                <c:v>2.878988838997689</c:v>
              </c:pt>
              <c:pt idx="147">
                <c:v>2.878988838997689</c:v>
              </c:pt>
              <c:pt idx="148">
                <c:v>2.878988838997689</c:v>
              </c:pt>
              <c:pt idx="149">
                <c:v>2.878988838997689</c:v>
              </c:pt>
              <c:pt idx="150">
                <c:v>2.878988838997689</c:v>
              </c:pt>
              <c:pt idx="151">
                <c:v>2.878988838997689</c:v>
              </c:pt>
              <c:pt idx="152">
                <c:v>2.878988838997689</c:v>
              </c:pt>
              <c:pt idx="153">
                <c:v>2.878988838997689</c:v>
              </c:pt>
              <c:pt idx="154">
                <c:v>2.878988838997689</c:v>
              </c:pt>
              <c:pt idx="155">
                <c:v>2.878988838997689</c:v>
              </c:pt>
              <c:pt idx="156">
                <c:v>2.878988838997689</c:v>
              </c:pt>
              <c:pt idx="157">
                <c:v>2.878988838997689</c:v>
              </c:pt>
              <c:pt idx="158">
                <c:v>2.878988838997689</c:v>
              </c:pt>
              <c:pt idx="159">
                <c:v>2.878988838997689</c:v>
              </c:pt>
              <c:pt idx="160">
                <c:v>2.878988838997689</c:v>
              </c:pt>
              <c:pt idx="161">
                <c:v>2.878988838997689</c:v>
              </c:pt>
              <c:pt idx="162">
                <c:v>2.878988838997689</c:v>
              </c:pt>
              <c:pt idx="163">
                <c:v>2.878988838997689</c:v>
              </c:pt>
              <c:pt idx="164">
                <c:v>2.878988838997689</c:v>
              </c:pt>
              <c:pt idx="165">
                <c:v>2.878988838997689</c:v>
              </c:pt>
              <c:pt idx="166">
                <c:v>2.878988838997689</c:v>
              </c:pt>
              <c:pt idx="167">
                <c:v>2.878988838997689</c:v>
              </c:pt>
              <c:pt idx="168">
                <c:v>2.878988838997689</c:v>
              </c:pt>
              <c:pt idx="169">
                <c:v>2.878988838997689</c:v>
              </c:pt>
              <c:pt idx="170">
                <c:v>2.878988838997689</c:v>
              </c:pt>
              <c:pt idx="171">
                <c:v>2.878988838997689</c:v>
              </c:pt>
              <c:pt idx="172">
                <c:v>2.878988838997689</c:v>
              </c:pt>
              <c:pt idx="173">
                <c:v>2.878988838997689</c:v>
              </c:pt>
              <c:pt idx="174">
                <c:v>2.878988838997689</c:v>
              </c:pt>
              <c:pt idx="175">
                <c:v>2.878988838997689</c:v>
              </c:pt>
              <c:pt idx="176">
                <c:v>2.878988838997689</c:v>
              </c:pt>
              <c:pt idx="177">
                <c:v>2.878988838997689</c:v>
              </c:pt>
              <c:pt idx="178">
                <c:v>2.878988838997689</c:v>
              </c:pt>
              <c:pt idx="179">
                <c:v>2.878988838997689</c:v>
              </c:pt>
              <c:pt idx="180">
                <c:v>2.878988838997689</c:v>
              </c:pt>
              <c:pt idx="181">
                <c:v>2.878988838997689</c:v>
              </c:pt>
              <c:pt idx="182">
                <c:v>2.878988838997689</c:v>
              </c:pt>
              <c:pt idx="183">
                <c:v>2.878988838997689</c:v>
              </c:pt>
              <c:pt idx="184">
                <c:v>2.878988838997689</c:v>
              </c:pt>
              <c:pt idx="185">
                <c:v>2.878988838997689</c:v>
              </c:pt>
              <c:pt idx="186">
                <c:v>2.878988838997689</c:v>
              </c:pt>
              <c:pt idx="187">
                <c:v>2.878988838997689</c:v>
              </c:pt>
              <c:pt idx="188">
                <c:v>2.878988838997689</c:v>
              </c:pt>
              <c:pt idx="189">
                <c:v>2.878988838997689</c:v>
              </c:pt>
              <c:pt idx="190">
                <c:v>2.878988838997689</c:v>
              </c:pt>
              <c:pt idx="191">
                <c:v>2.878988838997689</c:v>
              </c:pt>
              <c:pt idx="192">
                <c:v>2.878988838997689</c:v>
              </c:pt>
              <c:pt idx="193">
                <c:v>2.878988838997689</c:v>
              </c:pt>
              <c:pt idx="194">
                <c:v>2.878988838997689</c:v>
              </c:pt>
              <c:pt idx="195">
                <c:v>2.878988838997689</c:v>
              </c:pt>
              <c:pt idx="196">
                <c:v>2.878988838997689</c:v>
              </c:pt>
              <c:pt idx="197">
                <c:v>2.878988838997689</c:v>
              </c:pt>
              <c:pt idx="198">
                <c:v>2.878988838997689</c:v>
              </c:pt>
              <c:pt idx="199">
                <c:v>2.878988838997689</c:v>
              </c:pt>
              <c:pt idx="200">
                <c:v>2.878988838997689</c:v>
              </c:pt>
              <c:pt idx="201">
                <c:v>2.878988838997689</c:v>
              </c:pt>
              <c:pt idx="202">
                <c:v>2.878988838997689</c:v>
              </c:pt>
              <c:pt idx="203">
                <c:v>2.878988838997689</c:v>
              </c:pt>
              <c:pt idx="204">
                <c:v>2.878988838997689</c:v>
              </c:pt>
              <c:pt idx="205">
                <c:v>2.878988838997689</c:v>
              </c:pt>
              <c:pt idx="206">
                <c:v>2.878988838997689</c:v>
              </c:pt>
              <c:pt idx="207">
                <c:v>2.878988838997689</c:v>
              </c:pt>
              <c:pt idx="208">
                <c:v>2.878988838997689</c:v>
              </c:pt>
              <c:pt idx="209">
                <c:v>2.878988838997689</c:v>
              </c:pt>
              <c:pt idx="210">
                <c:v>2.878988838997689</c:v>
              </c:pt>
              <c:pt idx="211">
                <c:v>2.878988838997689</c:v>
              </c:pt>
              <c:pt idx="212">
                <c:v>2.878988838997689</c:v>
              </c:pt>
              <c:pt idx="213">
                <c:v>2.878988838997689</c:v>
              </c:pt>
              <c:pt idx="214">
                <c:v>2.878988838997689</c:v>
              </c:pt>
              <c:pt idx="215">
                <c:v>2.878988838997689</c:v>
              </c:pt>
              <c:pt idx="216">
                <c:v>2.878988838997689</c:v>
              </c:pt>
              <c:pt idx="217">
                <c:v>2.878988838997689</c:v>
              </c:pt>
              <c:pt idx="218">
                <c:v>2.878988838997689</c:v>
              </c:pt>
              <c:pt idx="219">
                <c:v>2.878988838997689</c:v>
              </c:pt>
              <c:pt idx="220">
                <c:v>2.878988838997689</c:v>
              </c:pt>
              <c:pt idx="221">
                <c:v>2.878988838997689</c:v>
              </c:pt>
              <c:pt idx="222">
                <c:v>2.878988838997689</c:v>
              </c:pt>
              <c:pt idx="223">
                <c:v>2.878988838997689</c:v>
              </c:pt>
              <c:pt idx="224">
                <c:v>2.878988838997689</c:v>
              </c:pt>
              <c:pt idx="225">
                <c:v>2.878988838997689</c:v>
              </c:pt>
              <c:pt idx="226">
                <c:v>2.878988838997689</c:v>
              </c:pt>
              <c:pt idx="227">
                <c:v>2.878988838997689</c:v>
              </c:pt>
              <c:pt idx="228">
                <c:v>2.878988838997689</c:v>
              </c:pt>
              <c:pt idx="229">
                <c:v>2.878988838997689</c:v>
              </c:pt>
              <c:pt idx="230">
                <c:v>2.878988838997689</c:v>
              </c:pt>
              <c:pt idx="231">
                <c:v>2.878988838997689</c:v>
              </c:pt>
              <c:pt idx="232">
                <c:v>2.878988838997689</c:v>
              </c:pt>
              <c:pt idx="233">
                <c:v>2.878988838997689</c:v>
              </c:pt>
              <c:pt idx="234">
                <c:v>2.878988838997689</c:v>
              </c:pt>
              <c:pt idx="235">
                <c:v>2.878988838997689</c:v>
              </c:pt>
              <c:pt idx="236">
                <c:v>2.878988838997689</c:v>
              </c:pt>
              <c:pt idx="237">
                <c:v>2.878988838997689</c:v>
              </c:pt>
              <c:pt idx="238">
                <c:v>2.878988838997689</c:v>
              </c:pt>
              <c:pt idx="239">
                <c:v>2.878988838997689</c:v>
              </c:pt>
              <c:pt idx="240">
                <c:v>2.878988838997689</c:v>
              </c:pt>
              <c:pt idx="241">
                <c:v>2.878988838997689</c:v>
              </c:pt>
              <c:pt idx="242">
                <c:v>2.878988838997689</c:v>
              </c:pt>
              <c:pt idx="243">
                <c:v>2.878988838997689</c:v>
              </c:pt>
              <c:pt idx="244">
                <c:v>2.878988838997689</c:v>
              </c:pt>
              <c:pt idx="245">
                <c:v>2.878988838997689</c:v>
              </c:pt>
            </c:numLit>
          </c:yVal>
          <c:smooth val="0"/>
        </c:ser>
        <c:ser>
          <c:idx val="11"/>
          <c:order val="11"/>
          <c:tx>
            <c:v>Implemented LCA filling</c:v>
          </c:tx>
          <c:spPr>
            <a:noFill xmlns:a="http://schemas.openxmlformats.org/drawingml/2006/main"/>
            <a:ln xmlns:a="http://schemas.openxmlformats.org/drawingml/2006/main" w="0">
              <a:noFill/>
              <a:prstDash val="solid"/>
            </a:ln>
          </c:spPr>
          <c:marker>
            <c:symbol val="circle"/>
            <c:size val="7"/>
            <c:spPr>
              <a:solidFill xmlns:a="http://schemas.openxmlformats.org/drawingml/2006/main">
                <a:srgbClr val="FFFFFF"/>
              </a:solidFill>
            </c:spPr>
          </c:marker>
          <c:xVal>
            <c:numLit>
              <c:formatCode>General</c:formatCode>
              <c:ptCount val="246"/>
              <c:pt idx="0">
                <c:v>4.321746802464266</c:v>
              </c:pt>
              <c:pt idx="1">
                <c:v>4.321746802464266</c:v>
              </c:pt>
              <c:pt idx="2">
                <c:v>4.321746802464266</c:v>
              </c:pt>
              <c:pt idx="3">
                <c:v>4.321746802464266</c:v>
              </c:pt>
              <c:pt idx="4">
                <c:v>4.321746802464266</c:v>
              </c:pt>
              <c:pt idx="5">
                <c:v>4.321746802464266</c:v>
              </c:pt>
              <c:pt idx="6">
                <c:v>4.321746802464266</c:v>
              </c:pt>
              <c:pt idx="7">
                <c:v>4.321746802464266</c:v>
              </c:pt>
              <c:pt idx="8">
                <c:v>4.321746802464266</c:v>
              </c:pt>
              <c:pt idx="9">
                <c:v>4.321746802464266</c:v>
              </c:pt>
              <c:pt idx="10">
                <c:v>4.321746802464266</c:v>
              </c:pt>
              <c:pt idx="11">
                <c:v>4.321746802464266</c:v>
              </c:pt>
              <c:pt idx="12">
                <c:v>4.321746802464266</c:v>
              </c:pt>
              <c:pt idx="13">
                <c:v>4.321746802464266</c:v>
              </c:pt>
              <c:pt idx="14">
                <c:v>4.321746802464266</c:v>
              </c:pt>
              <c:pt idx="15">
                <c:v>4.321746802464266</c:v>
              </c:pt>
              <c:pt idx="16">
                <c:v>4.321746802464266</c:v>
              </c:pt>
              <c:pt idx="17">
                <c:v>4.321746802464266</c:v>
              </c:pt>
              <c:pt idx="18">
                <c:v>4.321746802464266</c:v>
              </c:pt>
              <c:pt idx="19">
                <c:v>4.321746802464266</c:v>
              </c:pt>
              <c:pt idx="20">
                <c:v>4.321746802464266</c:v>
              </c:pt>
              <c:pt idx="21">
                <c:v>4.321746802464266</c:v>
              </c:pt>
              <c:pt idx="22">
                <c:v>4.321746802464266</c:v>
              </c:pt>
              <c:pt idx="23">
                <c:v>4.321746802464266</c:v>
              </c:pt>
              <c:pt idx="24">
                <c:v>4.321746802464266</c:v>
              </c:pt>
              <c:pt idx="25">
                <c:v>4.321746802464266</c:v>
              </c:pt>
              <c:pt idx="26">
                <c:v>4.321746802464266</c:v>
              </c:pt>
              <c:pt idx="27">
                <c:v>4.321746802464266</c:v>
              </c:pt>
              <c:pt idx="28">
                <c:v>4.321746802464266</c:v>
              </c:pt>
              <c:pt idx="29">
                <c:v>4.321746802464266</c:v>
              </c:pt>
              <c:pt idx="30">
                <c:v>4.321746802464266</c:v>
              </c:pt>
              <c:pt idx="31">
                <c:v>4.321746802464266</c:v>
              </c:pt>
              <c:pt idx="32">
                <c:v>4.321746802464266</c:v>
              </c:pt>
              <c:pt idx="33">
                <c:v>4.321746802464266</c:v>
              </c:pt>
              <c:pt idx="34">
                <c:v>4.321746802464266</c:v>
              </c:pt>
              <c:pt idx="35">
                <c:v>4.321746802464266</c:v>
              </c:pt>
              <c:pt idx="36">
                <c:v>4.321746802464266</c:v>
              </c:pt>
              <c:pt idx="37">
                <c:v>4.321746802464266</c:v>
              </c:pt>
              <c:pt idx="38">
                <c:v>4.321746802464266</c:v>
              </c:pt>
              <c:pt idx="39">
                <c:v>4.321746802464266</c:v>
              </c:pt>
              <c:pt idx="40">
                <c:v>4.321746802464266</c:v>
              </c:pt>
              <c:pt idx="41">
                <c:v>4.321746802464266</c:v>
              </c:pt>
              <c:pt idx="42">
                <c:v>4.321746802464266</c:v>
              </c:pt>
              <c:pt idx="43">
                <c:v>4.321746802464266</c:v>
              </c:pt>
              <c:pt idx="44">
                <c:v>4.321746802464266</c:v>
              </c:pt>
              <c:pt idx="45">
                <c:v>4.321746802464266</c:v>
              </c:pt>
              <c:pt idx="46">
                <c:v>4.321746802464266</c:v>
              </c:pt>
              <c:pt idx="47">
                <c:v>4.321746802464266</c:v>
              </c:pt>
              <c:pt idx="48">
                <c:v>4.321746802464266</c:v>
              </c:pt>
              <c:pt idx="49">
                <c:v>4.321746802464266</c:v>
              </c:pt>
              <c:pt idx="50">
                <c:v>4.321746802464266</c:v>
              </c:pt>
              <c:pt idx="51">
                <c:v>4.321746802464266</c:v>
              </c:pt>
              <c:pt idx="52">
                <c:v>4.321746802464266</c:v>
              </c:pt>
              <c:pt idx="53">
                <c:v>4.321746802464266</c:v>
              </c:pt>
              <c:pt idx="54">
                <c:v>4.321746802464266</c:v>
              </c:pt>
              <c:pt idx="55">
                <c:v>4.321746802464266</c:v>
              </c:pt>
              <c:pt idx="56">
                <c:v>4.321746802464266</c:v>
              </c:pt>
              <c:pt idx="57">
                <c:v>4.321746802464266</c:v>
              </c:pt>
              <c:pt idx="58">
                <c:v>4.321746802464266</c:v>
              </c:pt>
              <c:pt idx="59">
                <c:v>4.321746802464266</c:v>
              </c:pt>
              <c:pt idx="60">
                <c:v>4.321746802464266</c:v>
              </c:pt>
              <c:pt idx="61">
                <c:v>4.321746802464266</c:v>
              </c:pt>
              <c:pt idx="62">
                <c:v>4.321746802464266</c:v>
              </c:pt>
              <c:pt idx="63">
                <c:v>4.321746802464266</c:v>
              </c:pt>
              <c:pt idx="64">
                <c:v>4.321746802464266</c:v>
              </c:pt>
              <c:pt idx="65">
                <c:v>4.321746802464266</c:v>
              </c:pt>
              <c:pt idx="66">
                <c:v>4.321746802464266</c:v>
              </c:pt>
              <c:pt idx="67">
                <c:v>4.321746802464266</c:v>
              </c:pt>
              <c:pt idx="68">
                <c:v>4.321746802464266</c:v>
              </c:pt>
              <c:pt idx="69">
                <c:v>4.321746802464266</c:v>
              </c:pt>
              <c:pt idx="70">
                <c:v>4.321746802464266</c:v>
              </c:pt>
              <c:pt idx="71">
                <c:v>4.321746802464266</c:v>
              </c:pt>
              <c:pt idx="72">
                <c:v>4.321746802464266</c:v>
              </c:pt>
              <c:pt idx="73">
                <c:v>4.321746802464266</c:v>
              </c:pt>
              <c:pt idx="74">
                <c:v>4.321746802464266</c:v>
              </c:pt>
              <c:pt idx="75">
                <c:v>4.321746802464266</c:v>
              </c:pt>
              <c:pt idx="76">
                <c:v>4.321746802464266</c:v>
              </c:pt>
              <c:pt idx="77">
                <c:v>4.321746802464266</c:v>
              </c:pt>
              <c:pt idx="78">
                <c:v>4.321746802464266</c:v>
              </c:pt>
              <c:pt idx="79">
                <c:v>4.321746802464266</c:v>
              </c:pt>
              <c:pt idx="80">
                <c:v>4.321746802464266</c:v>
              </c:pt>
              <c:pt idx="81">
                <c:v>4.321746802464266</c:v>
              </c:pt>
              <c:pt idx="82">
                <c:v>4.321746802464266</c:v>
              </c:pt>
              <c:pt idx="83">
                <c:v>4.321746802464266</c:v>
              </c:pt>
              <c:pt idx="84">
                <c:v>4.321746802464266</c:v>
              </c:pt>
              <c:pt idx="85">
                <c:v>4.321746802464266</c:v>
              </c:pt>
              <c:pt idx="86">
                <c:v>4.321746802464266</c:v>
              </c:pt>
              <c:pt idx="87">
                <c:v>4.321746802464266</c:v>
              </c:pt>
              <c:pt idx="88">
                <c:v>4.321746802464266</c:v>
              </c:pt>
              <c:pt idx="89">
                <c:v>4.321746802464266</c:v>
              </c:pt>
              <c:pt idx="90">
                <c:v>4.321746802464266</c:v>
              </c:pt>
              <c:pt idx="91">
                <c:v>4.321746802464266</c:v>
              </c:pt>
              <c:pt idx="92">
                <c:v>4.321746802464266</c:v>
              </c:pt>
              <c:pt idx="93">
                <c:v>4.321746802464266</c:v>
              </c:pt>
              <c:pt idx="94">
                <c:v>4.321746802464266</c:v>
              </c:pt>
              <c:pt idx="95">
                <c:v>4.321746802464266</c:v>
              </c:pt>
              <c:pt idx="96">
                <c:v>4.321746802464266</c:v>
              </c:pt>
              <c:pt idx="97">
                <c:v>4.321746802464266</c:v>
              </c:pt>
              <c:pt idx="98">
                <c:v>4.321746802464266</c:v>
              </c:pt>
              <c:pt idx="99">
                <c:v>4.321746802464266</c:v>
              </c:pt>
              <c:pt idx="100">
                <c:v>4.321746802464266</c:v>
              </c:pt>
              <c:pt idx="101">
                <c:v>4.321746802464266</c:v>
              </c:pt>
              <c:pt idx="102">
                <c:v>4.321746802464266</c:v>
              </c:pt>
              <c:pt idx="103">
                <c:v>4.321746802464266</c:v>
              </c:pt>
              <c:pt idx="104">
                <c:v>4.321746802464266</c:v>
              </c:pt>
              <c:pt idx="105">
                <c:v>4.321746802464266</c:v>
              </c:pt>
              <c:pt idx="106">
                <c:v>4.321746802464266</c:v>
              </c:pt>
              <c:pt idx="107">
                <c:v>4.321746802464266</c:v>
              </c:pt>
              <c:pt idx="108">
                <c:v>4.321746802464266</c:v>
              </c:pt>
              <c:pt idx="109">
                <c:v>4.321746802464266</c:v>
              </c:pt>
              <c:pt idx="110">
                <c:v>4.321746802464266</c:v>
              </c:pt>
              <c:pt idx="111">
                <c:v>4.321746802464266</c:v>
              </c:pt>
              <c:pt idx="112">
                <c:v>4.321746802464266</c:v>
              </c:pt>
              <c:pt idx="113">
                <c:v>4.321746802464266</c:v>
              </c:pt>
              <c:pt idx="114">
                <c:v>4.321746802464266</c:v>
              </c:pt>
              <c:pt idx="115">
                <c:v>4.321746802464266</c:v>
              </c:pt>
              <c:pt idx="116">
                <c:v>4.321746802464266</c:v>
              </c:pt>
              <c:pt idx="117">
                <c:v>4.321746802464266</c:v>
              </c:pt>
              <c:pt idx="118">
                <c:v>4.321746802464266</c:v>
              </c:pt>
              <c:pt idx="119">
                <c:v>4.321746802464266</c:v>
              </c:pt>
              <c:pt idx="120">
                <c:v>4.321746802464266</c:v>
              </c:pt>
              <c:pt idx="121">
                <c:v>4.321746802464266</c:v>
              </c:pt>
              <c:pt idx="122">
                <c:v>4.321746802464266</c:v>
              </c:pt>
              <c:pt idx="123">
                <c:v>4.321746802464266</c:v>
              </c:pt>
              <c:pt idx="124">
                <c:v>4.321746802464266</c:v>
              </c:pt>
              <c:pt idx="125">
                <c:v>4.321746802464266</c:v>
              </c:pt>
              <c:pt idx="126">
                <c:v>4.321746802464266</c:v>
              </c:pt>
              <c:pt idx="127">
                <c:v>4.321746802464266</c:v>
              </c:pt>
              <c:pt idx="128">
                <c:v>4.321746802464266</c:v>
              </c:pt>
              <c:pt idx="129">
                <c:v>4.321746802464266</c:v>
              </c:pt>
              <c:pt idx="130">
                <c:v>4.321746802464266</c:v>
              </c:pt>
              <c:pt idx="131">
                <c:v>4.321746802464266</c:v>
              </c:pt>
              <c:pt idx="132">
                <c:v>4.321746802464266</c:v>
              </c:pt>
              <c:pt idx="133">
                <c:v>4.321746802464266</c:v>
              </c:pt>
              <c:pt idx="134">
                <c:v>4.321746802464266</c:v>
              </c:pt>
              <c:pt idx="135">
                <c:v>4.321746802464266</c:v>
              </c:pt>
              <c:pt idx="136">
                <c:v>4.321746802464266</c:v>
              </c:pt>
              <c:pt idx="137">
                <c:v>4.321746802464266</c:v>
              </c:pt>
              <c:pt idx="138">
                <c:v>4.321746802464266</c:v>
              </c:pt>
              <c:pt idx="139">
                <c:v>4.321746802464266</c:v>
              </c:pt>
              <c:pt idx="140">
                <c:v>4.321746802464266</c:v>
              </c:pt>
              <c:pt idx="141">
                <c:v>4.321746802464266</c:v>
              </c:pt>
              <c:pt idx="142">
                <c:v>4.321746802464266</c:v>
              </c:pt>
              <c:pt idx="143">
                <c:v>4.321746802464266</c:v>
              </c:pt>
              <c:pt idx="144">
                <c:v>4.321746802464266</c:v>
              </c:pt>
              <c:pt idx="145">
                <c:v>4.321746802464266</c:v>
              </c:pt>
              <c:pt idx="146">
                <c:v>4.321746802464266</c:v>
              </c:pt>
              <c:pt idx="147">
                <c:v>4.321746802464266</c:v>
              </c:pt>
              <c:pt idx="148">
                <c:v>4.321746802464266</c:v>
              </c:pt>
              <c:pt idx="149">
                <c:v>4.321746802464266</c:v>
              </c:pt>
              <c:pt idx="150">
                <c:v>4.321746802464266</c:v>
              </c:pt>
              <c:pt idx="151">
                <c:v>4.321746802464266</c:v>
              </c:pt>
              <c:pt idx="152">
                <c:v>4.321746802464266</c:v>
              </c:pt>
              <c:pt idx="153">
                <c:v>4.321746802464266</c:v>
              </c:pt>
              <c:pt idx="154">
                <c:v>4.321746802464266</c:v>
              </c:pt>
              <c:pt idx="155">
                <c:v>4.321746802464266</c:v>
              </c:pt>
              <c:pt idx="156">
                <c:v>4.321746802464266</c:v>
              </c:pt>
              <c:pt idx="157">
                <c:v>4.321746802464266</c:v>
              </c:pt>
              <c:pt idx="158">
                <c:v>4.321746802464266</c:v>
              </c:pt>
              <c:pt idx="159">
                <c:v>4.321746802464266</c:v>
              </c:pt>
              <c:pt idx="160">
                <c:v>4.321746802464266</c:v>
              </c:pt>
              <c:pt idx="161">
                <c:v>4.321746802464266</c:v>
              </c:pt>
              <c:pt idx="162">
                <c:v>4.321746802464266</c:v>
              </c:pt>
              <c:pt idx="163">
                <c:v>4.321746802464266</c:v>
              </c:pt>
              <c:pt idx="164">
                <c:v>4.321746802464266</c:v>
              </c:pt>
              <c:pt idx="165">
                <c:v>4.321746802464266</c:v>
              </c:pt>
              <c:pt idx="166">
                <c:v>4.321746802464266</c:v>
              </c:pt>
              <c:pt idx="167">
                <c:v>4.321746802464266</c:v>
              </c:pt>
              <c:pt idx="168">
                <c:v>4.321746802464266</c:v>
              </c:pt>
              <c:pt idx="169">
                <c:v>4.321746802464266</c:v>
              </c:pt>
              <c:pt idx="170">
                <c:v>4.321746802464266</c:v>
              </c:pt>
              <c:pt idx="171">
                <c:v>4.321746802464266</c:v>
              </c:pt>
              <c:pt idx="172">
                <c:v>4.321746802464266</c:v>
              </c:pt>
              <c:pt idx="173">
                <c:v>4.321746802464266</c:v>
              </c:pt>
              <c:pt idx="174">
                <c:v>4.321746802464266</c:v>
              </c:pt>
              <c:pt idx="175">
                <c:v>4.321746802464266</c:v>
              </c:pt>
              <c:pt idx="176">
                <c:v>4.321746802464266</c:v>
              </c:pt>
              <c:pt idx="177">
                <c:v>4.321746802464266</c:v>
              </c:pt>
              <c:pt idx="178">
                <c:v>4.321746802464266</c:v>
              </c:pt>
              <c:pt idx="179">
                <c:v>4.321746802464266</c:v>
              </c:pt>
              <c:pt idx="180">
                <c:v>4.321746802464266</c:v>
              </c:pt>
              <c:pt idx="181">
                <c:v>4.321746802464266</c:v>
              </c:pt>
              <c:pt idx="182">
                <c:v>4.321746802464266</c:v>
              </c:pt>
              <c:pt idx="183">
                <c:v>4.321746802464266</c:v>
              </c:pt>
              <c:pt idx="184">
                <c:v>4.321746802464266</c:v>
              </c:pt>
              <c:pt idx="185">
                <c:v>4.321746802464266</c:v>
              </c:pt>
              <c:pt idx="186">
                <c:v>4.321746802464266</c:v>
              </c:pt>
              <c:pt idx="187">
                <c:v>4.321746802464266</c:v>
              </c:pt>
              <c:pt idx="188">
                <c:v>4.321746802464266</c:v>
              </c:pt>
              <c:pt idx="189">
                <c:v>4.321746802464266</c:v>
              </c:pt>
              <c:pt idx="190">
                <c:v>4.321746802464266</c:v>
              </c:pt>
              <c:pt idx="191">
                <c:v>4.321746802464266</c:v>
              </c:pt>
              <c:pt idx="192">
                <c:v>4.321746802464266</c:v>
              </c:pt>
              <c:pt idx="193">
                <c:v>4.321746802464266</c:v>
              </c:pt>
              <c:pt idx="194">
                <c:v>4.321746802464266</c:v>
              </c:pt>
              <c:pt idx="195">
                <c:v>4.321746802464266</c:v>
              </c:pt>
              <c:pt idx="196">
                <c:v>4.321746802464266</c:v>
              </c:pt>
              <c:pt idx="197">
                <c:v>4.321746802464266</c:v>
              </c:pt>
              <c:pt idx="198">
                <c:v>4.321746802464266</c:v>
              </c:pt>
              <c:pt idx="199">
                <c:v>4.321746802464266</c:v>
              </c:pt>
              <c:pt idx="200">
                <c:v>4.321746802464266</c:v>
              </c:pt>
              <c:pt idx="201">
                <c:v>4.321746802464266</c:v>
              </c:pt>
              <c:pt idx="202">
                <c:v>4.321746802464266</c:v>
              </c:pt>
              <c:pt idx="203">
                <c:v>4.321746802464266</c:v>
              </c:pt>
              <c:pt idx="204">
                <c:v>4.321746802464266</c:v>
              </c:pt>
              <c:pt idx="205">
                <c:v>4.321746802464266</c:v>
              </c:pt>
              <c:pt idx="206">
                <c:v>4.321746802464266</c:v>
              </c:pt>
              <c:pt idx="207">
                <c:v>4.321746802464266</c:v>
              </c:pt>
              <c:pt idx="208">
                <c:v>4.321746802464266</c:v>
              </c:pt>
              <c:pt idx="209">
                <c:v>4.321746802464266</c:v>
              </c:pt>
              <c:pt idx="210">
                <c:v>4.321746802464266</c:v>
              </c:pt>
              <c:pt idx="211">
                <c:v>4.321746802464266</c:v>
              </c:pt>
              <c:pt idx="212">
                <c:v>4.321746802464266</c:v>
              </c:pt>
              <c:pt idx="213">
                <c:v>4.321746802464266</c:v>
              </c:pt>
              <c:pt idx="214">
                <c:v>4.321746802464266</c:v>
              </c:pt>
              <c:pt idx="215">
                <c:v>4.321746802464266</c:v>
              </c:pt>
              <c:pt idx="216">
                <c:v>4.321746802464266</c:v>
              </c:pt>
              <c:pt idx="217">
                <c:v>4.321746802464266</c:v>
              </c:pt>
              <c:pt idx="218">
                <c:v>4.321746802464266</c:v>
              </c:pt>
              <c:pt idx="219">
                <c:v>4.321746802464266</c:v>
              </c:pt>
              <c:pt idx="220">
                <c:v>4.321746802464266</c:v>
              </c:pt>
              <c:pt idx="221">
                <c:v>4.321746802464266</c:v>
              </c:pt>
              <c:pt idx="222">
                <c:v>4.321746802464266</c:v>
              </c:pt>
              <c:pt idx="223">
                <c:v>4.321746802464266</c:v>
              </c:pt>
              <c:pt idx="224">
                <c:v>4.321746802464266</c:v>
              </c:pt>
              <c:pt idx="225">
                <c:v>4.321746802464266</c:v>
              </c:pt>
              <c:pt idx="226">
                <c:v>4.321746802464266</c:v>
              </c:pt>
              <c:pt idx="227">
                <c:v>4.321746802464266</c:v>
              </c:pt>
              <c:pt idx="228">
                <c:v>4.321746802464266</c:v>
              </c:pt>
              <c:pt idx="229">
                <c:v>4.321746802464266</c:v>
              </c:pt>
              <c:pt idx="230">
                <c:v>4.321746802464266</c:v>
              </c:pt>
              <c:pt idx="231">
                <c:v>4.321746802464266</c:v>
              </c:pt>
              <c:pt idx="232">
                <c:v>4.321746802464266</c:v>
              </c:pt>
              <c:pt idx="233">
                <c:v>4.321746802464266</c:v>
              </c:pt>
              <c:pt idx="234">
                <c:v>4.321746802464266</c:v>
              </c:pt>
              <c:pt idx="235">
                <c:v>4.321746802464266</c:v>
              </c:pt>
              <c:pt idx="236">
                <c:v>4.321746802464266</c:v>
              </c:pt>
              <c:pt idx="237">
                <c:v>4.321746802464266</c:v>
              </c:pt>
              <c:pt idx="238">
                <c:v>4.321746802464266</c:v>
              </c:pt>
              <c:pt idx="239">
                <c:v>4.321746802464266</c:v>
              </c:pt>
              <c:pt idx="240">
                <c:v>4.321746802464266</c:v>
              </c:pt>
              <c:pt idx="241">
                <c:v>4.321746802464266</c:v>
              </c:pt>
              <c:pt idx="242">
                <c:v>4.321746802464266</c:v>
              </c:pt>
              <c:pt idx="243">
                <c:v>4.321746802464266</c:v>
              </c:pt>
              <c:pt idx="244">
                <c:v>4.321746802464266</c:v>
              </c:pt>
              <c:pt idx="245">
                <c:v>4.321746802464266</c:v>
              </c:pt>
            </c:numLit>
          </c:xVal>
          <c:yVal>
            <c:numLit>
              <c:formatCode>0.0</c:formatCode>
              <c:ptCount val="246"/>
              <c:pt idx="0">
                <c:v>2.0904444845289665</c:v>
              </c:pt>
              <c:pt idx="1">
                <c:v>2.0904444845289665</c:v>
              </c:pt>
              <c:pt idx="2">
                <c:v>2.0904444845289665</c:v>
              </c:pt>
              <c:pt idx="3">
                <c:v>2.0904444845289665</c:v>
              </c:pt>
              <c:pt idx="4">
                <c:v>2.0904444845289665</c:v>
              </c:pt>
              <c:pt idx="5">
                <c:v>2.0904444845289665</c:v>
              </c:pt>
              <c:pt idx="6">
                <c:v>2.0904444845289665</c:v>
              </c:pt>
              <c:pt idx="7">
                <c:v>2.0904444845289665</c:v>
              </c:pt>
              <c:pt idx="8">
                <c:v>2.0904444845289665</c:v>
              </c:pt>
              <c:pt idx="9">
                <c:v>2.0904444845289665</c:v>
              </c:pt>
              <c:pt idx="10">
                <c:v>2.0904444845289665</c:v>
              </c:pt>
              <c:pt idx="11">
                <c:v>2.0904444845289665</c:v>
              </c:pt>
              <c:pt idx="12">
                <c:v>2.0904444845289665</c:v>
              </c:pt>
              <c:pt idx="13">
                <c:v>2.0904444845289665</c:v>
              </c:pt>
              <c:pt idx="14">
                <c:v>2.0904444845289665</c:v>
              </c:pt>
              <c:pt idx="15">
                <c:v>2.0904444845289665</c:v>
              </c:pt>
              <c:pt idx="16">
                <c:v>2.0904444845289665</c:v>
              </c:pt>
              <c:pt idx="17">
                <c:v>2.0904444845289665</c:v>
              </c:pt>
              <c:pt idx="18">
                <c:v>2.0904444845289665</c:v>
              </c:pt>
              <c:pt idx="19">
                <c:v>2.0904444845289665</c:v>
              </c:pt>
              <c:pt idx="20">
                <c:v>2.0904444845289665</c:v>
              </c:pt>
              <c:pt idx="21">
                <c:v>2.0904444845289665</c:v>
              </c:pt>
              <c:pt idx="22">
                <c:v>2.0904444845289665</c:v>
              </c:pt>
              <c:pt idx="23">
                <c:v>2.0904444845289665</c:v>
              </c:pt>
              <c:pt idx="24">
                <c:v>2.0904444845289665</c:v>
              </c:pt>
              <c:pt idx="25">
                <c:v>2.0904444845289665</c:v>
              </c:pt>
              <c:pt idx="26">
                <c:v>2.0904444845289665</c:v>
              </c:pt>
              <c:pt idx="27">
                <c:v>2.0904444845289665</c:v>
              </c:pt>
              <c:pt idx="28">
                <c:v>2.0904444845289665</c:v>
              </c:pt>
              <c:pt idx="29">
                <c:v>2.0904444845289665</c:v>
              </c:pt>
              <c:pt idx="30">
                <c:v>2.0904444845289665</c:v>
              </c:pt>
              <c:pt idx="31">
                <c:v>2.0904444845289665</c:v>
              </c:pt>
              <c:pt idx="32">
                <c:v>2.0904444845289665</c:v>
              </c:pt>
              <c:pt idx="33">
                <c:v>2.0904444845289665</c:v>
              </c:pt>
              <c:pt idx="34">
                <c:v>2.0904444845289665</c:v>
              </c:pt>
              <c:pt idx="35">
                <c:v>2.0904444845289665</c:v>
              </c:pt>
              <c:pt idx="36">
                <c:v>2.0904444845289665</c:v>
              </c:pt>
              <c:pt idx="37">
                <c:v>2.0904444845289665</c:v>
              </c:pt>
              <c:pt idx="38">
                <c:v>2.0904444845289665</c:v>
              </c:pt>
              <c:pt idx="39">
                <c:v>2.0904444845289665</c:v>
              </c:pt>
              <c:pt idx="40">
                <c:v>2.0904444845289665</c:v>
              </c:pt>
              <c:pt idx="41">
                <c:v>2.0904444845289665</c:v>
              </c:pt>
              <c:pt idx="42">
                <c:v>2.0904444845289665</c:v>
              </c:pt>
              <c:pt idx="43">
                <c:v>2.0904444845289665</c:v>
              </c:pt>
              <c:pt idx="44">
                <c:v>2.0904444845289665</c:v>
              </c:pt>
              <c:pt idx="45">
                <c:v>2.0904444845289665</c:v>
              </c:pt>
              <c:pt idx="46">
                <c:v>2.0904444845289665</c:v>
              </c:pt>
              <c:pt idx="47">
                <c:v>2.0904444845289665</c:v>
              </c:pt>
              <c:pt idx="48">
                <c:v>2.0904444845289665</c:v>
              </c:pt>
              <c:pt idx="49">
                <c:v>2.0904444845289665</c:v>
              </c:pt>
              <c:pt idx="50">
                <c:v>2.0904444845289665</c:v>
              </c:pt>
              <c:pt idx="51">
                <c:v>2.0904444845289665</c:v>
              </c:pt>
              <c:pt idx="52">
                <c:v>2.0904444845289665</c:v>
              </c:pt>
              <c:pt idx="53">
                <c:v>2.0904444845289665</c:v>
              </c:pt>
              <c:pt idx="54">
                <c:v>2.0904444845289665</c:v>
              </c:pt>
              <c:pt idx="55">
                <c:v>2.0904444845289665</c:v>
              </c:pt>
              <c:pt idx="56">
                <c:v>2.0904444845289665</c:v>
              </c:pt>
              <c:pt idx="57">
                <c:v>2.0904444845289665</c:v>
              </c:pt>
              <c:pt idx="58">
                <c:v>2.0904444845289665</c:v>
              </c:pt>
              <c:pt idx="59">
                <c:v>2.0904444845289665</c:v>
              </c:pt>
              <c:pt idx="60">
                <c:v>2.0904444845289665</c:v>
              </c:pt>
              <c:pt idx="61">
                <c:v>2.0904444845289665</c:v>
              </c:pt>
              <c:pt idx="62">
                <c:v>2.0904444845289665</c:v>
              </c:pt>
              <c:pt idx="63">
                <c:v>2.0904444845289665</c:v>
              </c:pt>
              <c:pt idx="64">
                <c:v>2.0904444845289665</c:v>
              </c:pt>
              <c:pt idx="65">
                <c:v>2.0904444845289665</c:v>
              </c:pt>
              <c:pt idx="66">
                <c:v>2.0904444845289665</c:v>
              </c:pt>
              <c:pt idx="67">
                <c:v>2.0904444845289665</c:v>
              </c:pt>
              <c:pt idx="68">
                <c:v>2.0904444845289665</c:v>
              </c:pt>
              <c:pt idx="69">
                <c:v>2.0904444845289665</c:v>
              </c:pt>
              <c:pt idx="70">
                <c:v>2.0904444845289665</c:v>
              </c:pt>
              <c:pt idx="71">
                <c:v>2.0904444845289665</c:v>
              </c:pt>
              <c:pt idx="72">
                <c:v>2.0904444845289665</c:v>
              </c:pt>
              <c:pt idx="73">
                <c:v>2.0904444845289665</c:v>
              </c:pt>
              <c:pt idx="74">
                <c:v>2.0904444845289665</c:v>
              </c:pt>
              <c:pt idx="75">
                <c:v>2.0904444845289665</c:v>
              </c:pt>
              <c:pt idx="76">
                <c:v>2.0904444845289665</c:v>
              </c:pt>
              <c:pt idx="77">
                <c:v>2.0904444845289665</c:v>
              </c:pt>
              <c:pt idx="78">
                <c:v>2.0904444845289665</c:v>
              </c:pt>
              <c:pt idx="79">
                <c:v>2.0904444845289665</c:v>
              </c:pt>
              <c:pt idx="80">
                <c:v>2.0904444845289665</c:v>
              </c:pt>
              <c:pt idx="81">
                <c:v>2.0904444845289665</c:v>
              </c:pt>
              <c:pt idx="82">
                <c:v>2.0904444845289665</c:v>
              </c:pt>
              <c:pt idx="83">
                <c:v>2.0904444845289665</c:v>
              </c:pt>
              <c:pt idx="84">
                <c:v>2.0904444845289665</c:v>
              </c:pt>
              <c:pt idx="85">
                <c:v>2.0904444845289665</c:v>
              </c:pt>
              <c:pt idx="86">
                <c:v>2.0904444845289665</c:v>
              </c:pt>
              <c:pt idx="87">
                <c:v>2.0904444845289665</c:v>
              </c:pt>
              <c:pt idx="88">
                <c:v>2.0904444845289665</c:v>
              </c:pt>
              <c:pt idx="89">
                <c:v>2.0904444845289665</c:v>
              </c:pt>
              <c:pt idx="90">
                <c:v>2.0904444845289665</c:v>
              </c:pt>
              <c:pt idx="91">
                <c:v>2.0904444845289665</c:v>
              </c:pt>
              <c:pt idx="92">
                <c:v>2.0904444845289665</c:v>
              </c:pt>
              <c:pt idx="93">
                <c:v>2.0904444845289665</c:v>
              </c:pt>
              <c:pt idx="94">
                <c:v>2.0904444845289665</c:v>
              </c:pt>
              <c:pt idx="95">
                <c:v>2.0904444845289665</c:v>
              </c:pt>
              <c:pt idx="96">
                <c:v>2.0904444845289665</c:v>
              </c:pt>
              <c:pt idx="97">
                <c:v>2.0904444845289665</c:v>
              </c:pt>
              <c:pt idx="98">
                <c:v>2.0904444845289665</c:v>
              </c:pt>
              <c:pt idx="99">
                <c:v>2.0904444845289665</c:v>
              </c:pt>
              <c:pt idx="100">
                <c:v>2.0904444845289665</c:v>
              </c:pt>
              <c:pt idx="101">
                <c:v>2.0904444845289665</c:v>
              </c:pt>
              <c:pt idx="102">
                <c:v>2.0904444845289665</c:v>
              </c:pt>
              <c:pt idx="103">
                <c:v>2.0904444845289665</c:v>
              </c:pt>
              <c:pt idx="104">
                <c:v>2.0904444845289665</c:v>
              </c:pt>
              <c:pt idx="105">
                <c:v>2.0904444845289665</c:v>
              </c:pt>
              <c:pt idx="106">
                <c:v>2.0904444845289665</c:v>
              </c:pt>
              <c:pt idx="107">
                <c:v>2.0904444845289665</c:v>
              </c:pt>
              <c:pt idx="108">
                <c:v>2.0904444845289665</c:v>
              </c:pt>
              <c:pt idx="109">
                <c:v>2.0904444845289665</c:v>
              </c:pt>
              <c:pt idx="110">
                <c:v>2.0904444845289665</c:v>
              </c:pt>
              <c:pt idx="111">
                <c:v>2.0904444845289665</c:v>
              </c:pt>
              <c:pt idx="112">
                <c:v>2.0904444845289665</c:v>
              </c:pt>
              <c:pt idx="113">
                <c:v>2.0904444845289665</c:v>
              </c:pt>
              <c:pt idx="114">
                <c:v>2.0904444845289665</c:v>
              </c:pt>
              <c:pt idx="115">
                <c:v>2.0904444845289665</c:v>
              </c:pt>
              <c:pt idx="116">
                <c:v>2.0904444845289665</c:v>
              </c:pt>
              <c:pt idx="117">
                <c:v>2.0904444845289665</c:v>
              </c:pt>
              <c:pt idx="118">
                <c:v>2.0904444845289665</c:v>
              </c:pt>
              <c:pt idx="119">
                <c:v>2.0904444845289665</c:v>
              </c:pt>
              <c:pt idx="120">
                <c:v>2.0904444845289665</c:v>
              </c:pt>
              <c:pt idx="121">
                <c:v>2.0904444845289665</c:v>
              </c:pt>
              <c:pt idx="122">
                <c:v>2.0904444845289665</c:v>
              </c:pt>
              <c:pt idx="123">
                <c:v>2.0904444845289665</c:v>
              </c:pt>
              <c:pt idx="124">
                <c:v>2.0904444845289665</c:v>
              </c:pt>
              <c:pt idx="125">
                <c:v>2.0904444845289665</c:v>
              </c:pt>
              <c:pt idx="126">
                <c:v>2.0904444845289665</c:v>
              </c:pt>
              <c:pt idx="127">
                <c:v>2.0904444845289665</c:v>
              </c:pt>
              <c:pt idx="128">
                <c:v>2.0904444845289665</c:v>
              </c:pt>
              <c:pt idx="129">
                <c:v>2.0904444845289665</c:v>
              </c:pt>
              <c:pt idx="130">
                <c:v>2.0904444845289665</c:v>
              </c:pt>
              <c:pt idx="131">
                <c:v>2.0904444845289665</c:v>
              </c:pt>
              <c:pt idx="132">
                <c:v>2.0904444845289665</c:v>
              </c:pt>
              <c:pt idx="133">
                <c:v>2.0904444845289665</c:v>
              </c:pt>
              <c:pt idx="134">
                <c:v>2.0904444845289665</c:v>
              </c:pt>
              <c:pt idx="135">
                <c:v>2.0904444845289665</c:v>
              </c:pt>
              <c:pt idx="136">
                <c:v>2.0904444845289665</c:v>
              </c:pt>
              <c:pt idx="137">
                <c:v>2.0904444845289665</c:v>
              </c:pt>
              <c:pt idx="138">
                <c:v>2.0904444845289665</c:v>
              </c:pt>
              <c:pt idx="139">
                <c:v>2.0904444845289665</c:v>
              </c:pt>
              <c:pt idx="140">
                <c:v>2.0904444845289665</c:v>
              </c:pt>
              <c:pt idx="141">
                <c:v>2.0904444845289665</c:v>
              </c:pt>
              <c:pt idx="142">
                <c:v>2.0904444845289665</c:v>
              </c:pt>
              <c:pt idx="143">
                <c:v>2.0904444845289665</c:v>
              </c:pt>
              <c:pt idx="144">
                <c:v>2.0904444845289665</c:v>
              </c:pt>
              <c:pt idx="145">
                <c:v>2.0904444845289665</c:v>
              </c:pt>
              <c:pt idx="146">
                <c:v>2.0904444845289665</c:v>
              </c:pt>
              <c:pt idx="147">
                <c:v>2.0904444845289665</c:v>
              </c:pt>
              <c:pt idx="148">
                <c:v>2.0904444845289665</c:v>
              </c:pt>
              <c:pt idx="149">
                <c:v>2.0904444845289665</c:v>
              </c:pt>
              <c:pt idx="150">
                <c:v>2.0904444845289665</c:v>
              </c:pt>
              <c:pt idx="151">
                <c:v>2.0904444845289665</c:v>
              </c:pt>
              <c:pt idx="152">
                <c:v>2.0904444845289665</c:v>
              </c:pt>
              <c:pt idx="153">
                <c:v>2.0904444845289665</c:v>
              </c:pt>
              <c:pt idx="154">
                <c:v>2.0904444845289665</c:v>
              </c:pt>
              <c:pt idx="155">
                <c:v>2.0904444845289665</c:v>
              </c:pt>
              <c:pt idx="156">
                <c:v>2.0904444845289665</c:v>
              </c:pt>
              <c:pt idx="157">
                <c:v>2.0904444845289665</c:v>
              </c:pt>
              <c:pt idx="158">
                <c:v>2.0904444845289665</c:v>
              </c:pt>
              <c:pt idx="159">
                <c:v>2.0904444845289665</c:v>
              </c:pt>
              <c:pt idx="160">
                <c:v>2.0904444845289665</c:v>
              </c:pt>
              <c:pt idx="161">
                <c:v>2.0904444845289665</c:v>
              </c:pt>
              <c:pt idx="162">
                <c:v>2.0904444845289665</c:v>
              </c:pt>
              <c:pt idx="163">
                <c:v>2.0904444845289665</c:v>
              </c:pt>
              <c:pt idx="164">
                <c:v>2.0904444845289665</c:v>
              </c:pt>
              <c:pt idx="165">
                <c:v>2.0904444845289665</c:v>
              </c:pt>
              <c:pt idx="166">
                <c:v>2.0904444845289665</c:v>
              </c:pt>
              <c:pt idx="167">
                <c:v>2.0904444845289665</c:v>
              </c:pt>
              <c:pt idx="168">
                <c:v>2.0904444845289665</c:v>
              </c:pt>
              <c:pt idx="169">
                <c:v>2.0904444845289665</c:v>
              </c:pt>
              <c:pt idx="170">
                <c:v>2.0904444845289665</c:v>
              </c:pt>
              <c:pt idx="171">
                <c:v>2.0904444845289665</c:v>
              </c:pt>
              <c:pt idx="172">
                <c:v>2.0904444845289665</c:v>
              </c:pt>
              <c:pt idx="173">
                <c:v>2.0904444845289665</c:v>
              </c:pt>
              <c:pt idx="174">
                <c:v>2.0904444845289665</c:v>
              </c:pt>
              <c:pt idx="175">
                <c:v>2.0904444845289665</c:v>
              </c:pt>
              <c:pt idx="176">
                <c:v>2.0904444845289665</c:v>
              </c:pt>
              <c:pt idx="177">
                <c:v>2.0904444845289665</c:v>
              </c:pt>
              <c:pt idx="178">
                <c:v>2.0904444845289665</c:v>
              </c:pt>
              <c:pt idx="179">
                <c:v>2.0904444845289665</c:v>
              </c:pt>
              <c:pt idx="180">
                <c:v>2.0904444845289665</c:v>
              </c:pt>
              <c:pt idx="181">
                <c:v>2.0904444845289665</c:v>
              </c:pt>
              <c:pt idx="182">
                <c:v>2.0904444845289665</c:v>
              </c:pt>
              <c:pt idx="183">
                <c:v>2.0904444845289665</c:v>
              </c:pt>
              <c:pt idx="184">
                <c:v>2.0904444845289665</c:v>
              </c:pt>
              <c:pt idx="185">
                <c:v>2.0904444845289665</c:v>
              </c:pt>
              <c:pt idx="186">
                <c:v>2.0904444845289665</c:v>
              </c:pt>
              <c:pt idx="187">
                <c:v>2.0904444845289665</c:v>
              </c:pt>
              <c:pt idx="188">
                <c:v>2.0904444845289665</c:v>
              </c:pt>
              <c:pt idx="189">
                <c:v>2.0904444845289665</c:v>
              </c:pt>
              <c:pt idx="190">
                <c:v>2.0904444845289665</c:v>
              </c:pt>
              <c:pt idx="191">
                <c:v>2.0904444845289665</c:v>
              </c:pt>
              <c:pt idx="192">
                <c:v>2.0904444845289665</c:v>
              </c:pt>
              <c:pt idx="193">
                <c:v>2.0904444845289665</c:v>
              </c:pt>
              <c:pt idx="194">
                <c:v>2.0904444845289665</c:v>
              </c:pt>
              <c:pt idx="195">
                <c:v>2.0904444845289665</c:v>
              </c:pt>
              <c:pt idx="196">
                <c:v>2.0904444845289665</c:v>
              </c:pt>
              <c:pt idx="197">
                <c:v>2.0904444845289665</c:v>
              </c:pt>
              <c:pt idx="198">
                <c:v>2.0904444845289665</c:v>
              </c:pt>
              <c:pt idx="199">
                <c:v>2.0904444845289665</c:v>
              </c:pt>
              <c:pt idx="200">
                <c:v>2.0904444845289665</c:v>
              </c:pt>
              <c:pt idx="201">
                <c:v>2.0904444845289665</c:v>
              </c:pt>
              <c:pt idx="202">
                <c:v>2.0904444845289665</c:v>
              </c:pt>
              <c:pt idx="203">
                <c:v>2.0904444845289665</c:v>
              </c:pt>
              <c:pt idx="204">
                <c:v>2.0904444845289665</c:v>
              </c:pt>
              <c:pt idx="205">
                <c:v>2.0904444845289665</c:v>
              </c:pt>
              <c:pt idx="206">
                <c:v>2.0904444845289665</c:v>
              </c:pt>
              <c:pt idx="207">
                <c:v>2.0904444845289665</c:v>
              </c:pt>
              <c:pt idx="208">
                <c:v>2.0904444845289665</c:v>
              </c:pt>
              <c:pt idx="209">
                <c:v>2.0904444845289665</c:v>
              </c:pt>
              <c:pt idx="210">
                <c:v>2.0904444845289665</c:v>
              </c:pt>
              <c:pt idx="211">
                <c:v>2.0904444845289665</c:v>
              </c:pt>
              <c:pt idx="212">
                <c:v>2.0904444845289665</c:v>
              </c:pt>
              <c:pt idx="213">
                <c:v>2.0904444845289665</c:v>
              </c:pt>
              <c:pt idx="214">
                <c:v>2.0904444845289665</c:v>
              </c:pt>
              <c:pt idx="215">
                <c:v>2.0904444845289665</c:v>
              </c:pt>
              <c:pt idx="216">
                <c:v>2.0904444845289665</c:v>
              </c:pt>
              <c:pt idx="217">
                <c:v>2.0904444845289665</c:v>
              </c:pt>
              <c:pt idx="218">
                <c:v>2.0904444845289665</c:v>
              </c:pt>
              <c:pt idx="219">
                <c:v>2.0904444845289665</c:v>
              </c:pt>
              <c:pt idx="220">
                <c:v>2.0904444845289665</c:v>
              </c:pt>
              <c:pt idx="221">
                <c:v>2.0904444845289665</c:v>
              </c:pt>
              <c:pt idx="222">
                <c:v>2.0904444845289665</c:v>
              </c:pt>
              <c:pt idx="223">
                <c:v>2.0904444845289665</c:v>
              </c:pt>
              <c:pt idx="224">
                <c:v>2.0904444845289665</c:v>
              </c:pt>
              <c:pt idx="225">
                <c:v>2.0904444845289665</c:v>
              </c:pt>
              <c:pt idx="226">
                <c:v>2.0904444845289665</c:v>
              </c:pt>
              <c:pt idx="227">
                <c:v>2.0904444845289665</c:v>
              </c:pt>
              <c:pt idx="228">
                <c:v>2.0904444845289665</c:v>
              </c:pt>
              <c:pt idx="229">
                <c:v>2.0904444845289665</c:v>
              </c:pt>
              <c:pt idx="230">
                <c:v>2.0904444845289665</c:v>
              </c:pt>
              <c:pt idx="231">
                <c:v>2.0904444845289665</c:v>
              </c:pt>
              <c:pt idx="232">
                <c:v>2.0904444845289665</c:v>
              </c:pt>
              <c:pt idx="233">
                <c:v>2.0904444845289665</c:v>
              </c:pt>
              <c:pt idx="234">
                <c:v>2.0904444845289665</c:v>
              </c:pt>
              <c:pt idx="235">
                <c:v>2.0904444845289665</c:v>
              </c:pt>
              <c:pt idx="236">
                <c:v>2.0904444845289665</c:v>
              </c:pt>
              <c:pt idx="237">
                <c:v>2.0904444845289665</c:v>
              </c:pt>
              <c:pt idx="238">
                <c:v>2.0904444845289665</c:v>
              </c:pt>
              <c:pt idx="239">
                <c:v>2.0904444845289665</c:v>
              </c:pt>
              <c:pt idx="240">
                <c:v>2.0904444845289665</c:v>
              </c:pt>
              <c:pt idx="241">
                <c:v>2.0904444845289665</c:v>
              </c:pt>
              <c:pt idx="242">
                <c:v>2.0904444845289665</c:v>
              </c:pt>
              <c:pt idx="243">
                <c:v>2.0904444845289665</c:v>
              </c:pt>
              <c:pt idx="244">
                <c:v>2.0904444845289665</c:v>
              </c:pt>
              <c:pt idx="245">
                <c:v>2.0904444845289665</c:v>
              </c:pt>
            </c:numLit>
          </c:yVal>
          <c:smooth val="0"/>
        </c:ser>
        <c:ser>
          <c:idx val="12"/>
          <c:order val="12"/>
          <c:tx>
            <c:v>Implemented LCA filling</c:v>
          </c:tx>
          <c:spPr>
            <a:noFill xmlns:a="http://schemas.openxmlformats.org/drawingml/2006/main"/>
            <a:ln xmlns:a="http://schemas.openxmlformats.org/drawingml/2006/main" w="0">
              <a:noFill/>
              <a:prstDash val="solid"/>
            </a:ln>
          </c:spPr>
          <c:marker>
            <c:symbol val="circle"/>
            <c:size val="7"/>
            <c:spPr>
              <a:solidFill xmlns:a="http://schemas.openxmlformats.org/drawingml/2006/main">
                <a:srgbClr val="FFFFFF"/>
              </a:solidFill>
            </c:spPr>
          </c:marker>
          <c:xVal>
            <c:numLit>
              <c:formatCode>General</c:formatCode>
              <c:ptCount val="246"/>
              <c:pt idx="0">
                <c:v>24.692768407631295</c:v>
              </c:pt>
              <c:pt idx="1">
                <c:v>24.692768407631295</c:v>
              </c:pt>
              <c:pt idx="2">
                <c:v>24.692768407631295</c:v>
              </c:pt>
              <c:pt idx="3">
                <c:v>24.692768407631295</c:v>
              </c:pt>
              <c:pt idx="4">
                <c:v>24.692768407631295</c:v>
              </c:pt>
              <c:pt idx="5">
                <c:v>24.692768407631295</c:v>
              </c:pt>
              <c:pt idx="6">
                <c:v>24.692768407631295</c:v>
              </c:pt>
              <c:pt idx="7">
                <c:v>24.692768407631295</c:v>
              </c:pt>
              <c:pt idx="8">
                <c:v>24.692768407631295</c:v>
              </c:pt>
              <c:pt idx="9">
                <c:v>24.692768407631295</c:v>
              </c:pt>
              <c:pt idx="10">
                <c:v>24.692768407631295</c:v>
              </c:pt>
              <c:pt idx="11">
                <c:v>24.692768407631295</c:v>
              </c:pt>
              <c:pt idx="12">
                <c:v>24.692768407631295</c:v>
              </c:pt>
              <c:pt idx="13">
                <c:v>24.692768407631295</c:v>
              </c:pt>
              <c:pt idx="14">
                <c:v>24.692768407631295</c:v>
              </c:pt>
              <c:pt idx="15">
                <c:v>24.692768407631295</c:v>
              </c:pt>
              <c:pt idx="16">
                <c:v>24.692768407631295</c:v>
              </c:pt>
              <c:pt idx="17">
                <c:v>24.692768407631295</c:v>
              </c:pt>
              <c:pt idx="18">
                <c:v>24.692768407631295</c:v>
              </c:pt>
              <c:pt idx="19">
                <c:v>24.692768407631295</c:v>
              </c:pt>
              <c:pt idx="20">
                <c:v>24.692768407631295</c:v>
              </c:pt>
              <c:pt idx="21">
                <c:v>24.692768407631295</c:v>
              </c:pt>
              <c:pt idx="22">
                <c:v>24.692768407631295</c:v>
              </c:pt>
              <c:pt idx="23">
                <c:v>24.692768407631295</c:v>
              </c:pt>
              <c:pt idx="24">
                <c:v>24.692768407631295</c:v>
              </c:pt>
              <c:pt idx="25">
                <c:v>24.692768407631295</c:v>
              </c:pt>
              <c:pt idx="26">
                <c:v>24.692768407631295</c:v>
              </c:pt>
              <c:pt idx="27">
                <c:v>24.692768407631295</c:v>
              </c:pt>
              <c:pt idx="28">
                <c:v>24.692768407631295</c:v>
              </c:pt>
              <c:pt idx="29">
                <c:v>24.692768407631295</c:v>
              </c:pt>
              <c:pt idx="30">
                <c:v>24.692768407631295</c:v>
              </c:pt>
              <c:pt idx="31">
                <c:v>24.692768407631295</c:v>
              </c:pt>
              <c:pt idx="32">
                <c:v>24.692768407631295</c:v>
              </c:pt>
              <c:pt idx="33">
                <c:v>24.692768407631295</c:v>
              </c:pt>
              <c:pt idx="34">
                <c:v>24.692768407631295</c:v>
              </c:pt>
              <c:pt idx="35">
                <c:v>24.692768407631295</c:v>
              </c:pt>
              <c:pt idx="36">
                <c:v>24.692768407631295</c:v>
              </c:pt>
              <c:pt idx="37">
                <c:v>24.692768407631295</c:v>
              </c:pt>
              <c:pt idx="38">
                <c:v>24.692768407631295</c:v>
              </c:pt>
              <c:pt idx="39">
                <c:v>24.692768407631295</c:v>
              </c:pt>
              <c:pt idx="40">
                <c:v>24.692768407631295</c:v>
              </c:pt>
              <c:pt idx="41">
                <c:v>24.692768407631295</c:v>
              </c:pt>
              <c:pt idx="42">
                <c:v>24.692768407631295</c:v>
              </c:pt>
              <c:pt idx="43">
                <c:v>24.692768407631295</c:v>
              </c:pt>
              <c:pt idx="44">
                <c:v>24.692768407631295</c:v>
              </c:pt>
              <c:pt idx="45">
                <c:v>24.692768407631295</c:v>
              </c:pt>
              <c:pt idx="46">
                <c:v>24.692768407631295</c:v>
              </c:pt>
              <c:pt idx="47">
                <c:v>24.692768407631295</c:v>
              </c:pt>
              <c:pt idx="48">
                <c:v>24.692768407631295</c:v>
              </c:pt>
              <c:pt idx="49">
                <c:v>24.692768407631295</c:v>
              </c:pt>
              <c:pt idx="50">
                <c:v>24.692768407631295</c:v>
              </c:pt>
              <c:pt idx="51">
                <c:v>24.692768407631295</c:v>
              </c:pt>
              <c:pt idx="52">
                <c:v>24.692768407631295</c:v>
              </c:pt>
              <c:pt idx="53">
                <c:v>24.692768407631295</c:v>
              </c:pt>
              <c:pt idx="54">
                <c:v>24.692768407631295</c:v>
              </c:pt>
              <c:pt idx="55">
                <c:v>24.692768407631295</c:v>
              </c:pt>
              <c:pt idx="56">
                <c:v>24.692768407631295</c:v>
              </c:pt>
              <c:pt idx="57">
                <c:v>24.692768407631295</c:v>
              </c:pt>
              <c:pt idx="58">
                <c:v>24.692768407631295</c:v>
              </c:pt>
              <c:pt idx="59">
                <c:v>24.692768407631295</c:v>
              </c:pt>
              <c:pt idx="60">
                <c:v>24.692768407631295</c:v>
              </c:pt>
              <c:pt idx="61">
                <c:v>24.692768407631295</c:v>
              </c:pt>
              <c:pt idx="62">
                <c:v>24.692768407631295</c:v>
              </c:pt>
              <c:pt idx="63">
                <c:v>24.692768407631295</c:v>
              </c:pt>
              <c:pt idx="64">
                <c:v>24.692768407631295</c:v>
              </c:pt>
              <c:pt idx="65">
                <c:v>24.692768407631295</c:v>
              </c:pt>
              <c:pt idx="66">
                <c:v>24.692768407631295</c:v>
              </c:pt>
              <c:pt idx="67">
                <c:v>24.692768407631295</c:v>
              </c:pt>
              <c:pt idx="68">
                <c:v>24.692768407631295</c:v>
              </c:pt>
              <c:pt idx="69">
                <c:v>24.692768407631295</c:v>
              </c:pt>
              <c:pt idx="70">
                <c:v>24.692768407631295</c:v>
              </c:pt>
              <c:pt idx="71">
                <c:v>24.692768407631295</c:v>
              </c:pt>
              <c:pt idx="72">
                <c:v>24.692768407631295</c:v>
              </c:pt>
              <c:pt idx="73">
                <c:v>24.692768407631295</c:v>
              </c:pt>
              <c:pt idx="74">
                <c:v>24.692768407631295</c:v>
              </c:pt>
              <c:pt idx="75">
                <c:v>24.692768407631295</c:v>
              </c:pt>
              <c:pt idx="76">
                <c:v>24.692768407631295</c:v>
              </c:pt>
              <c:pt idx="77">
                <c:v>24.692768407631295</c:v>
              </c:pt>
              <c:pt idx="78">
                <c:v>24.692768407631295</c:v>
              </c:pt>
              <c:pt idx="79">
                <c:v>24.692768407631295</c:v>
              </c:pt>
              <c:pt idx="80">
                <c:v>24.692768407631295</c:v>
              </c:pt>
              <c:pt idx="81">
                <c:v>24.692768407631295</c:v>
              </c:pt>
              <c:pt idx="82">
                <c:v>24.692768407631295</c:v>
              </c:pt>
              <c:pt idx="83">
                <c:v>24.692768407631295</c:v>
              </c:pt>
              <c:pt idx="84">
                <c:v>24.692768407631295</c:v>
              </c:pt>
              <c:pt idx="85">
                <c:v>24.692768407631295</c:v>
              </c:pt>
              <c:pt idx="86">
                <c:v>24.692768407631295</c:v>
              </c:pt>
              <c:pt idx="87">
                <c:v>24.692768407631295</c:v>
              </c:pt>
              <c:pt idx="88">
                <c:v>24.692768407631295</c:v>
              </c:pt>
              <c:pt idx="89">
                <c:v>24.692768407631295</c:v>
              </c:pt>
              <c:pt idx="90">
                <c:v>24.692768407631295</c:v>
              </c:pt>
              <c:pt idx="91">
                <c:v>24.692768407631295</c:v>
              </c:pt>
              <c:pt idx="92">
                <c:v>24.692768407631295</c:v>
              </c:pt>
              <c:pt idx="93">
                <c:v>24.692768407631295</c:v>
              </c:pt>
              <c:pt idx="94">
                <c:v>24.692768407631295</c:v>
              </c:pt>
              <c:pt idx="95">
                <c:v>24.692768407631295</c:v>
              </c:pt>
              <c:pt idx="96">
                <c:v>24.692768407631295</c:v>
              </c:pt>
              <c:pt idx="97">
                <c:v>24.692768407631295</c:v>
              </c:pt>
              <c:pt idx="98">
                <c:v>24.692768407631295</c:v>
              </c:pt>
              <c:pt idx="99">
                <c:v>24.692768407631295</c:v>
              </c:pt>
              <c:pt idx="100">
                <c:v>24.692768407631295</c:v>
              </c:pt>
              <c:pt idx="101">
                <c:v>24.692768407631295</c:v>
              </c:pt>
              <c:pt idx="102">
                <c:v>24.692768407631295</c:v>
              </c:pt>
              <c:pt idx="103">
                <c:v>24.692768407631295</c:v>
              </c:pt>
              <c:pt idx="104">
                <c:v>24.692768407631295</c:v>
              </c:pt>
              <c:pt idx="105">
                <c:v>24.692768407631295</c:v>
              </c:pt>
              <c:pt idx="106">
                <c:v>24.692768407631295</c:v>
              </c:pt>
              <c:pt idx="107">
                <c:v>24.692768407631295</c:v>
              </c:pt>
              <c:pt idx="108">
                <c:v>24.692768407631295</c:v>
              </c:pt>
              <c:pt idx="109">
                <c:v>24.692768407631295</c:v>
              </c:pt>
              <c:pt idx="110">
                <c:v>24.692768407631295</c:v>
              </c:pt>
              <c:pt idx="111">
                <c:v>24.692768407631295</c:v>
              </c:pt>
              <c:pt idx="112">
                <c:v>24.692768407631295</c:v>
              </c:pt>
              <c:pt idx="113">
                <c:v>24.692768407631295</c:v>
              </c:pt>
              <c:pt idx="114">
                <c:v>24.692768407631295</c:v>
              </c:pt>
              <c:pt idx="115">
                <c:v>24.692768407631295</c:v>
              </c:pt>
              <c:pt idx="116">
                <c:v>24.692768407631295</c:v>
              </c:pt>
              <c:pt idx="117">
                <c:v>24.692768407631295</c:v>
              </c:pt>
              <c:pt idx="118">
                <c:v>24.692768407631295</c:v>
              </c:pt>
              <c:pt idx="119">
                <c:v>24.692768407631295</c:v>
              </c:pt>
              <c:pt idx="120">
                <c:v>24.692768407631295</c:v>
              </c:pt>
              <c:pt idx="121">
                <c:v>24.692768407631295</c:v>
              </c:pt>
              <c:pt idx="122">
                <c:v>24.692768407631295</c:v>
              </c:pt>
              <c:pt idx="123">
                <c:v>24.692768407631295</c:v>
              </c:pt>
              <c:pt idx="124">
                <c:v>24.692768407631295</c:v>
              </c:pt>
              <c:pt idx="125">
                <c:v>24.692768407631295</c:v>
              </c:pt>
              <c:pt idx="126">
                <c:v>24.692768407631295</c:v>
              </c:pt>
              <c:pt idx="127">
                <c:v>24.692768407631295</c:v>
              </c:pt>
              <c:pt idx="128">
                <c:v>24.692768407631295</c:v>
              </c:pt>
              <c:pt idx="129">
                <c:v>24.692768407631295</c:v>
              </c:pt>
              <c:pt idx="130">
                <c:v>24.692768407631295</c:v>
              </c:pt>
              <c:pt idx="131">
                <c:v>24.692768407631295</c:v>
              </c:pt>
              <c:pt idx="132">
                <c:v>24.692768407631295</c:v>
              </c:pt>
              <c:pt idx="133">
                <c:v>24.692768407631295</c:v>
              </c:pt>
              <c:pt idx="134">
                <c:v>24.692768407631295</c:v>
              </c:pt>
              <c:pt idx="135">
                <c:v>24.692768407631295</c:v>
              </c:pt>
              <c:pt idx="136">
                <c:v>24.692768407631295</c:v>
              </c:pt>
              <c:pt idx="137">
                <c:v>24.692768407631295</c:v>
              </c:pt>
              <c:pt idx="138">
                <c:v>24.692768407631295</c:v>
              </c:pt>
              <c:pt idx="139">
                <c:v>24.692768407631295</c:v>
              </c:pt>
              <c:pt idx="140">
                <c:v>24.692768407631295</c:v>
              </c:pt>
              <c:pt idx="141">
                <c:v>24.692768407631295</c:v>
              </c:pt>
              <c:pt idx="142">
                <c:v>24.692768407631295</c:v>
              </c:pt>
              <c:pt idx="143">
                <c:v>24.692768407631295</c:v>
              </c:pt>
              <c:pt idx="144">
                <c:v>24.692768407631295</c:v>
              </c:pt>
              <c:pt idx="145">
                <c:v>24.692768407631295</c:v>
              </c:pt>
              <c:pt idx="146">
                <c:v>24.692768407631295</c:v>
              </c:pt>
              <c:pt idx="147">
                <c:v>24.692768407631295</c:v>
              </c:pt>
              <c:pt idx="148">
                <c:v>24.692768407631295</c:v>
              </c:pt>
              <c:pt idx="149">
                <c:v>24.692768407631295</c:v>
              </c:pt>
              <c:pt idx="150">
                <c:v>24.692768407631295</c:v>
              </c:pt>
              <c:pt idx="151">
                <c:v>24.692768407631295</c:v>
              </c:pt>
              <c:pt idx="152">
                <c:v>24.692768407631295</c:v>
              </c:pt>
              <c:pt idx="153">
                <c:v>24.692768407631295</c:v>
              </c:pt>
              <c:pt idx="154">
                <c:v>24.692768407631295</c:v>
              </c:pt>
              <c:pt idx="155">
                <c:v>24.692768407631295</c:v>
              </c:pt>
              <c:pt idx="156">
                <c:v>24.692768407631295</c:v>
              </c:pt>
              <c:pt idx="157">
                <c:v>24.692768407631295</c:v>
              </c:pt>
              <c:pt idx="158">
                <c:v>24.692768407631295</c:v>
              </c:pt>
              <c:pt idx="159">
                <c:v>24.692768407631295</c:v>
              </c:pt>
              <c:pt idx="160">
                <c:v>24.692768407631295</c:v>
              </c:pt>
              <c:pt idx="161">
                <c:v>24.692768407631295</c:v>
              </c:pt>
              <c:pt idx="162">
                <c:v>24.692768407631295</c:v>
              </c:pt>
              <c:pt idx="163">
                <c:v>24.692768407631295</c:v>
              </c:pt>
              <c:pt idx="164">
                <c:v>24.692768407631295</c:v>
              </c:pt>
              <c:pt idx="165">
                <c:v>24.692768407631295</c:v>
              </c:pt>
              <c:pt idx="166">
                <c:v>24.692768407631295</c:v>
              </c:pt>
              <c:pt idx="167">
                <c:v>24.692768407631295</c:v>
              </c:pt>
              <c:pt idx="168">
                <c:v>24.692768407631295</c:v>
              </c:pt>
              <c:pt idx="169">
                <c:v>24.692768407631295</c:v>
              </c:pt>
              <c:pt idx="170">
                <c:v>24.692768407631295</c:v>
              </c:pt>
              <c:pt idx="171">
                <c:v>24.692768407631295</c:v>
              </c:pt>
              <c:pt idx="172">
                <c:v>24.692768407631295</c:v>
              </c:pt>
              <c:pt idx="173">
                <c:v>24.692768407631295</c:v>
              </c:pt>
              <c:pt idx="174">
                <c:v>24.692768407631295</c:v>
              </c:pt>
              <c:pt idx="175">
                <c:v>24.692768407631295</c:v>
              </c:pt>
              <c:pt idx="176">
                <c:v>24.692768407631295</c:v>
              </c:pt>
              <c:pt idx="177">
                <c:v>24.692768407631295</c:v>
              </c:pt>
              <c:pt idx="178">
                <c:v>24.692768407631295</c:v>
              </c:pt>
              <c:pt idx="179">
                <c:v>24.692768407631295</c:v>
              </c:pt>
              <c:pt idx="180">
                <c:v>24.692768407631295</c:v>
              </c:pt>
              <c:pt idx="181">
                <c:v>24.692768407631295</c:v>
              </c:pt>
              <c:pt idx="182">
                <c:v>24.692768407631295</c:v>
              </c:pt>
              <c:pt idx="183">
                <c:v>24.692768407631295</c:v>
              </c:pt>
              <c:pt idx="184">
                <c:v>24.692768407631295</c:v>
              </c:pt>
              <c:pt idx="185">
                <c:v>24.692768407631295</c:v>
              </c:pt>
              <c:pt idx="186">
                <c:v>24.692768407631295</c:v>
              </c:pt>
              <c:pt idx="187">
                <c:v>24.692768407631295</c:v>
              </c:pt>
              <c:pt idx="188">
                <c:v>24.692768407631295</c:v>
              </c:pt>
              <c:pt idx="189">
                <c:v>24.692768407631295</c:v>
              </c:pt>
              <c:pt idx="190">
                <c:v>24.692768407631295</c:v>
              </c:pt>
              <c:pt idx="191">
                <c:v>24.692768407631295</c:v>
              </c:pt>
              <c:pt idx="192">
                <c:v>24.692768407631295</c:v>
              </c:pt>
              <c:pt idx="193">
                <c:v>24.692768407631295</c:v>
              </c:pt>
              <c:pt idx="194">
                <c:v>24.692768407631295</c:v>
              </c:pt>
              <c:pt idx="195">
                <c:v>24.692768407631295</c:v>
              </c:pt>
              <c:pt idx="196">
                <c:v>24.692768407631295</c:v>
              </c:pt>
              <c:pt idx="197">
                <c:v>24.692768407631295</c:v>
              </c:pt>
              <c:pt idx="198">
                <c:v>24.692768407631295</c:v>
              </c:pt>
              <c:pt idx="199">
                <c:v>24.692768407631295</c:v>
              </c:pt>
              <c:pt idx="200">
                <c:v>24.692768407631295</c:v>
              </c:pt>
              <c:pt idx="201">
                <c:v>24.692768407631295</c:v>
              </c:pt>
              <c:pt idx="202">
                <c:v>24.692768407631295</c:v>
              </c:pt>
              <c:pt idx="203">
                <c:v>24.692768407631295</c:v>
              </c:pt>
              <c:pt idx="204">
                <c:v>24.692768407631295</c:v>
              </c:pt>
              <c:pt idx="205">
                <c:v>24.692768407631295</c:v>
              </c:pt>
              <c:pt idx="206">
                <c:v>24.692768407631295</c:v>
              </c:pt>
              <c:pt idx="207">
                <c:v>24.692768407631295</c:v>
              </c:pt>
              <c:pt idx="208">
                <c:v>24.692768407631295</c:v>
              </c:pt>
              <c:pt idx="209">
                <c:v>24.692768407631295</c:v>
              </c:pt>
              <c:pt idx="210">
                <c:v>24.692768407631295</c:v>
              </c:pt>
              <c:pt idx="211">
                <c:v>24.692768407631295</c:v>
              </c:pt>
              <c:pt idx="212">
                <c:v>24.692768407631295</c:v>
              </c:pt>
              <c:pt idx="213">
                <c:v>24.692768407631295</c:v>
              </c:pt>
              <c:pt idx="214">
                <c:v>24.692768407631295</c:v>
              </c:pt>
              <c:pt idx="215">
                <c:v>24.692768407631295</c:v>
              </c:pt>
              <c:pt idx="216">
                <c:v>24.692768407631295</c:v>
              </c:pt>
              <c:pt idx="217">
                <c:v>24.692768407631295</c:v>
              </c:pt>
              <c:pt idx="218">
                <c:v>24.692768407631295</c:v>
              </c:pt>
              <c:pt idx="219">
                <c:v>24.692768407631295</c:v>
              </c:pt>
              <c:pt idx="220">
                <c:v>24.692768407631295</c:v>
              </c:pt>
              <c:pt idx="221">
                <c:v>24.692768407631295</c:v>
              </c:pt>
              <c:pt idx="222">
                <c:v>24.692768407631295</c:v>
              </c:pt>
              <c:pt idx="223">
                <c:v>24.692768407631295</c:v>
              </c:pt>
              <c:pt idx="224">
                <c:v>24.692768407631295</c:v>
              </c:pt>
              <c:pt idx="225">
                <c:v>24.692768407631295</c:v>
              </c:pt>
              <c:pt idx="226">
                <c:v>24.692768407631295</c:v>
              </c:pt>
              <c:pt idx="227">
                <c:v>24.692768407631295</c:v>
              </c:pt>
              <c:pt idx="228">
                <c:v>24.692768407631295</c:v>
              </c:pt>
              <c:pt idx="229">
                <c:v>24.692768407631295</c:v>
              </c:pt>
              <c:pt idx="230">
                <c:v>24.692768407631295</c:v>
              </c:pt>
              <c:pt idx="231">
                <c:v>24.692768407631295</c:v>
              </c:pt>
              <c:pt idx="232">
                <c:v>24.692768407631295</c:v>
              </c:pt>
              <c:pt idx="233">
                <c:v>24.692768407631295</c:v>
              </c:pt>
              <c:pt idx="234">
                <c:v>24.692768407631295</c:v>
              </c:pt>
              <c:pt idx="235">
                <c:v>24.692768407631295</c:v>
              </c:pt>
              <c:pt idx="236">
                <c:v>24.692768407631295</c:v>
              </c:pt>
              <c:pt idx="237">
                <c:v>24.692768407631295</c:v>
              </c:pt>
              <c:pt idx="238">
                <c:v>24.692768407631295</c:v>
              </c:pt>
              <c:pt idx="239">
                <c:v>24.692768407631295</c:v>
              </c:pt>
              <c:pt idx="240">
                <c:v>24.692768407631295</c:v>
              </c:pt>
              <c:pt idx="241">
                <c:v>24.692768407631295</c:v>
              </c:pt>
              <c:pt idx="242">
                <c:v>24.692768407631295</c:v>
              </c:pt>
              <c:pt idx="243">
                <c:v>24.692768407631295</c:v>
              </c:pt>
              <c:pt idx="244">
                <c:v>24.692768407631295</c:v>
              </c:pt>
              <c:pt idx="245">
                <c:v>24.692768407631295</c:v>
              </c:pt>
            </c:numLit>
          </c:xVal>
          <c:yVal>
            <c:numLit>
              <c:formatCode>0.0</c:formatCode>
              <c:ptCount val="246"/>
              <c:pt idx="0">
                <c:v>0.2216114889677111</c:v>
              </c:pt>
              <c:pt idx="1">
                <c:v>0.2216114889677111</c:v>
              </c:pt>
              <c:pt idx="2">
                <c:v>0.2216114889677111</c:v>
              </c:pt>
              <c:pt idx="3">
                <c:v>0.2216114889677111</c:v>
              </c:pt>
              <c:pt idx="4">
                <c:v>0.2216114889677111</c:v>
              </c:pt>
              <c:pt idx="5">
                <c:v>0.2216114889677111</c:v>
              </c:pt>
              <c:pt idx="6">
                <c:v>0.2216114889677111</c:v>
              </c:pt>
              <c:pt idx="7">
                <c:v>0.2216114889677111</c:v>
              </c:pt>
              <c:pt idx="8">
                <c:v>0.2216114889677111</c:v>
              </c:pt>
              <c:pt idx="9">
                <c:v>0.2216114889677111</c:v>
              </c:pt>
              <c:pt idx="10">
                <c:v>0.2216114889677111</c:v>
              </c:pt>
              <c:pt idx="11">
                <c:v>0.2216114889677111</c:v>
              </c:pt>
              <c:pt idx="12">
                <c:v>0.2216114889677111</c:v>
              </c:pt>
              <c:pt idx="13">
                <c:v>0.2216114889677111</c:v>
              </c:pt>
              <c:pt idx="14">
                <c:v>0.2216114889677111</c:v>
              </c:pt>
              <c:pt idx="15">
                <c:v>0.2216114889677111</c:v>
              </c:pt>
              <c:pt idx="16">
                <c:v>0.2216114889677111</c:v>
              </c:pt>
              <c:pt idx="17">
                <c:v>0.2216114889677111</c:v>
              </c:pt>
              <c:pt idx="18">
                <c:v>0.2216114889677111</c:v>
              </c:pt>
              <c:pt idx="19">
                <c:v>0.2216114889677111</c:v>
              </c:pt>
              <c:pt idx="20">
                <c:v>0.2216114889677111</c:v>
              </c:pt>
              <c:pt idx="21">
                <c:v>0.2216114889677111</c:v>
              </c:pt>
              <c:pt idx="22">
                <c:v>0.2216114889677111</c:v>
              </c:pt>
              <c:pt idx="23">
                <c:v>0.2216114889677111</c:v>
              </c:pt>
              <c:pt idx="24">
                <c:v>0.2216114889677111</c:v>
              </c:pt>
              <c:pt idx="25">
                <c:v>0.2216114889677111</c:v>
              </c:pt>
              <c:pt idx="26">
                <c:v>0.2216114889677111</c:v>
              </c:pt>
              <c:pt idx="27">
                <c:v>0.2216114889677111</c:v>
              </c:pt>
              <c:pt idx="28">
                <c:v>0.2216114889677111</c:v>
              </c:pt>
              <c:pt idx="29">
                <c:v>0.2216114889677111</c:v>
              </c:pt>
              <c:pt idx="30">
                <c:v>0.2216114889677111</c:v>
              </c:pt>
              <c:pt idx="31">
                <c:v>0.2216114889677111</c:v>
              </c:pt>
              <c:pt idx="32">
                <c:v>0.2216114889677111</c:v>
              </c:pt>
              <c:pt idx="33">
                <c:v>0.2216114889677111</c:v>
              </c:pt>
              <c:pt idx="34">
                <c:v>0.2216114889677111</c:v>
              </c:pt>
              <c:pt idx="35">
                <c:v>0.2216114889677111</c:v>
              </c:pt>
              <c:pt idx="36">
                <c:v>0.2216114889677111</c:v>
              </c:pt>
              <c:pt idx="37">
                <c:v>0.2216114889677111</c:v>
              </c:pt>
              <c:pt idx="38">
                <c:v>0.2216114889677111</c:v>
              </c:pt>
              <c:pt idx="39">
                <c:v>0.2216114889677111</c:v>
              </c:pt>
              <c:pt idx="40">
                <c:v>0.2216114889677111</c:v>
              </c:pt>
              <c:pt idx="41">
                <c:v>0.2216114889677111</c:v>
              </c:pt>
              <c:pt idx="42">
                <c:v>0.2216114889677111</c:v>
              </c:pt>
              <c:pt idx="43">
                <c:v>0.2216114889677111</c:v>
              </c:pt>
              <c:pt idx="44">
                <c:v>0.2216114889677111</c:v>
              </c:pt>
              <c:pt idx="45">
                <c:v>0.2216114889677111</c:v>
              </c:pt>
              <c:pt idx="46">
                <c:v>0.2216114889677111</c:v>
              </c:pt>
              <c:pt idx="47">
                <c:v>0.2216114889677111</c:v>
              </c:pt>
              <c:pt idx="48">
                <c:v>0.2216114889677111</c:v>
              </c:pt>
              <c:pt idx="49">
                <c:v>0.2216114889677111</c:v>
              </c:pt>
              <c:pt idx="50">
                <c:v>0.2216114889677111</c:v>
              </c:pt>
              <c:pt idx="51">
                <c:v>0.2216114889677111</c:v>
              </c:pt>
              <c:pt idx="52">
                <c:v>0.2216114889677111</c:v>
              </c:pt>
              <c:pt idx="53">
                <c:v>0.2216114889677111</c:v>
              </c:pt>
              <c:pt idx="54">
                <c:v>0.2216114889677111</c:v>
              </c:pt>
              <c:pt idx="55">
                <c:v>0.2216114889677111</c:v>
              </c:pt>
              <c:pt idx="56">
                <c:v>0.2216114889677111</c:v>
              </c:pt>
              <c:pt idx="57">
                <c:v>0.2216114889677111</c:v>
              </c:pt>
              <c:pt idx="58">
                <c:v>0.2216114889677111</c:v>
              </c:pt>
              <c:pt idx="59">
                <c:v>0.2216114889677111</c:v>
              </c:pt>
              <c:pt idx="60">
                <c:v>0.2216114889677111</c:v>
              </c:pt>
              <c:pt idx="61">
                <c:v>0.2216114889677111</c:v>
              </c:pt>
              <c:pt idx="62">
                <c:v>0.2216114889677111</c:v>
              </c:pt>
              <c:pt idx="63">
                <c:v>0.2216114889677111</c:v>
              </c:pt>
              <c:pt idx="64">
                <c:v>0.2216114889677111</c:v>
              </c:pt>
              <c:pt idx="65">
                <c:v>0.2216114889677111</c:v>
              </c:pt>
              <c:pt idx="66">
                <c:v>0.2216114889677111</c:v>
              </c:pt>
              <c:pt idx="67">
                <c:v>0.2216114889677111</c:v>
              </c:pt>
              <c:pt idx="68">
                <c:v>0.2216114889677111</c:v>
              </c:pt>
              <c:pt idx="69">
                <c:v>0.2216114889677111</c:v>
              </c:pt>
              <c:pt idx="70">
                <c:v>0.2216114889677111</c:v>
              </c:pt>
              <c:pt idx="71">
                <c:v>0.2216114889677111</c:v>
              </c:pt>
              <c:pt idx="72">
                <c:v>0.2216114889677111</c:v>
              </c:pt>
              <c:pt idx="73">
                <c:v>0.2216114889677111</c:v>
              </c:pt>
              <c:pt idx="74">
                <c:v>0.2216114889677111</c:v>
              </c:pt>
              <c:pt idx="75">
                <c:v>0.2216114889677111</c:v>
              </c:pt>
              <c:pt idx="76">
                <c:v>0.2216114889677111</c:v>
              </c:pt>
              <c:pt idx="77">
                <c:v>0.2216114889677111</c:v>
              </c:pt>
              <c:pt idx="78">
                <c:v>0.2216114889677111</c:v>
              </c:pt>
              <c:pt idx="79">
                <c:v>0.2216114889677111</c:v>
              </c:pt>
              <c:pt idx="80">
                <c:v>0.2216114889677111</c:v>
              </c:pt>
              <c:pt idx="81">
                <c:v>0.2216114889677111</c:v>
              </c:pt>
              <c:pt idx="82">
                <c:v>0.2216114889677111</c:v>
              </c:pt>
              <c:pt idx="83">
                <c:v>0.2216114889677111</c:v>
              </c:pt>
              <c:pt idx="84">
                <c:v>0.2216114889677111</c:v>
              </c:pt>
              <c:pt idx="85">
                <c:v>0.2216114889677111</c:v>
              </c:pt>
              <c:pt idx="86">
                <c:v>0.2216114889677111</c:v>
              </c:pt>
              <c:pt idx="87">
                <c:v>0.2216114889677111</c:v>
              </c:pt>
              <c:pt idx="88">
                <c:v>0.2216114889677111</c:v>
              </c:pt>
              <c:pt idx="89">
                <c:v>0.2216114889677111</c:v>
              </c:pt>
              <c:pt idx="90">
                <c:v>0.2216114889677111</c:v>
              </c:pt>
              <c:pt idx="91">
                <c:v>0.2216114889677111</c:v>
              </c:pt>
              <c:pt idx="92">
                <c:v>0.2216114889677111</c:v>
              </c:pt>
              <c:pt idx="93">
                <c:v>0.2216114889677111</c:v>
              </c:pt>
              <c:pt idx="94">
                <c:v>0.2216114889677111</c:v>
              </c:pt>
              <c:pt idx="95">
                <c:v>0.2216114889677111</c:v>
              </c:pt>
              <c:pt idx="96">
                <c:v>0.2216114889677111</c:v>
              </c:pt>
              <c:pt idx="97">
                <c:v>0.2216114889677111</c:v>
              </c:pt>
              <c:pt idx="98">
                <c:v>0.2216114889677111</c:v>
              </c:pt>
              <c:pt idx="99">
                <c:v>0.2216114889677111</c:v>
              </c:pt>
              <c:pt idx="100">
                <c:v>0.2216114889677111</c:v>
              </c:pt>
              <c:pt idx="101">
                <c:v>0.2216114889677111</c:v>
              </c:pt>
              <c:pt idx="102">
                <c:v>0.2216114889677111</c:v>
              </c:pt>
              <c:pt idx="103">
                <c:v>0.2216114889677111</c:v>
              </c:pt>
              <c:pt idx="104">
                <c:v>0.2216114889677111</c:v>
              </c:pt>
              <c:pt idx="105">
                <c:v>0.2216114889677111</c:v>
              </c:pt>
              <c:pt idx="106">
                <c:v>0.2216114889677111</c:v>
              </c:pt>
              <c:pt idx="107">
                <c:v>0.2216114889677111</c:v>
              </c:pt>
              <c:pt idx="108">
                <c:v>0.2216114889677111</c:v>
              </c:pt>
              <c:pt idx="109">
                <c:v>0.2216114889677111</c:v>
              </c:pt>
              <c:pt idx="110">
                <c:v>0.2216114889677111</c:v>
              </c:pt>
              <c:pt idx="111">
                <c:v>0.2216114889677111</c:v>
              </c:pt>
              <c:pt idx="112">
                <c:v>0.2216114889677111</c:v>
              </c:pt>
              <c:pt idx="113">
                <c:v>0.2216114889677111</c:v>
              </c:pt>
              <c:pt idx="114">
                <c:v>0.2216114889677111</c:v>
              </c:pt>
              <c:pt idx="115">
                <c:v>0.2216114889677111</c:v>
              </c:pt>
              <c:pt idx="116">
                <c:v>0.2216114889677111</c:v>
              </c:pt>
              <c:pt idx="117">
                <c:v>0.2216114889677111</c:v>
              </c:pt>
              <c:pt idx="118">
                <c:v>0.2216114889677111</c:v>
              </c:pt>
              <c:pt idx="119">
                <c:v>0.2216114889677111</c:v>
              </c:pt>
              <c:pt idx="120">
                <c:v>0.2216114889677111</c:v>
              </c:pt>
              <c:pt idx="121">
                <c:v>0.2216114889677111</c:v>
              </c:pt>
              <c:pt idx="122">
                <c:v>0.2216114889677111</c:v>
              </c:pt>
              <c:pt idx="123">
                <c:v>0.2216114889677111</c:v>
              </c:pt>
              <c:pt idx="124">
                <c:v>0.2216114889677111</c:v>
              </c:pt>
              <c:pt idx="125">
                <c:v>0.2216114889677111</c:v>
              </c:pt>
              <c:pt idx="126">
                <c:v>0.2216114889677111</c:v>
              </c:pt>
              <c:pt idx="127">
                <c:v>0.2216114889677111</c:v>
              </c:pt>
              <c:pt idx="128">
                <c:v>0.2216114889677111</c:v>
              </c:pt>
              <c:pt idx="129">
                <c:v>0.2216114889677111</c:v>
              </c:pt>
              <c:pt idx="130">
                <c:v>0.2216114889677111</c:v>
              </c:pt>
              <c:pt idx="131">
                <c:v>0.2216114889677111</c:v>
              </c:pt>
              <c:pt idx="132">
                <c:v>0.2216114889677111</c:v>
              </c:pt>
              <c:pt idx="133">
                <c:v>0.2216114889677111</c:v>
              </c:pt>
              <c:pt idx="134">
                <c:v>0.2216114889677111</c:v>
              </c:pt>
              <c:pt idx="135">
                <c:v>0.2216114889677111</c:v>
              </c:pt>
              <c:pt idx="136">
                <c:v>0.2216114889677111</c:v>
              </c:pt>
              <c:pt idx="137">
                <c:v>0.2216114889677111</c:v>
              </c:pt>
              <c:pt idx="138">
                <c:v>0.2216114889677111</c:v>
              </c:pt>
              <c:pt idx="139">
                <c:v>0.2216114889677111</c:v>
              </c:pt>
              <c:pt idx="140">
                <c:v>0.2216114889677111</c:v>
              </c:pt>
              <c:pt idx="141">
                <c:v>0.2216114889677111</c:v>
              </c:pt>
              <c:pt idx="142">
                <c:v>0.2216114889677111</c:v>
              </c:pt>
              <c:pt idx="143">
                <c:v>0.2216114889677111</c:v>
              </c:pt>
              <c:pt idx="144">
                <c:v>0.2216114889677111</c:v>
              </c:pt>
              <c:pt idx="145">
                <c:v>0.2216114889677111</c:v>
              </c:pt>
              <c:pt idx="146">
                <c:v>0.2216114889677111</c:v>
              </c:pt>
              <c:pt idx="147">
                <c:v>0.2216114889677111</c:v>
              </c:pt>
              <c:pt idx="148">
                <c:v>0.2216114889677111</c:v>
              </c:pt>
              <c:pt idx="149">
                <c:v>0.2216114889677111</c:v>
              </c:pt>
              <c:pt idx="150">
                <c:v>0.2216114889677111</c:v>
              </c:pt>
              <c:pt idx="151">
                <c:v>0.2216114889677111</c:v>
              </c:pt>
              <c:pt idx="152">
                <c:v>0.2216114889677111</c:v>
              </c:pt>
              <c:pt idx="153">
                <c:v>0.2216114889677111</c:v>
              </c:pt>
              <c:pt idx="154">
                <c:v>0.2216114889677111</c:v>
              </c:pt>
              <c:pt idx="155">
                <c:v>0.2216114889677111</c:v>
              </c:pt>
              <c:pt idx="156">
                <c:v>0.2216114889677111</c:v>
              </c:pt>
              <c:pt idx="157">
                <c:v>0.2216114889677111</c:v>
              </c:pt>
              <c:pt idx="158">
                <c:v>0.2216114889677111</c:v>
              </c:pt>
              <c:pt idx="159">
                <c:v>0.2216114889677111</c:v>
              </c:pt>
              <c:pt idx="160">
                <c:v>0.2216114889677111</c:v>
              </c:pt>
              <c:pt idx="161">
                <c:v>0.2216114889677111</c:v>
              </c:pt>
              <c:pt idx="162">
                <c:v>0.2216114889677111</c:v>
              </c:pt>
              <c:pt idx="163">
                <c:v>0.2216114889677111</c:v>
              </c:pt>
              <c:pt idx="164">
                <c:v>0.2216114889677111</c:v>
              </c:pt>
              <c:pt idx="165">
                <c:v>0.2216114889677111</c:v>
              </c:pt>
              <c:pt idx="166">
                <c:v>0.2216114889677111</c:v>
              </c:pt>
              <c:pt idx="167">
                <c:v>0.2216114889677111</c:v>
              </c:pt>
              <c:pt idx="168">
                <c:v>0.2216114889677111</c:v>
              </c:pt>
              <c:pt idx="169">
                <c:v>0.2216114889677111</c:v>
              </c:pt>
              <c:pt idx="170">
                <c:v>0.2216114889677111</c:v>
              </c:pt>
              <c:pt idx="171">
                <c:v>0.2216114889677111</c:v>
              </c:pt>
              <c:pt idx="172">
                <c:v>0.2216114889677111</c:v>
              </c:pt>
              <c:pt idx="173">
                <c:v>0.2216114889677111</c:v>
              </c:pt>
              <c:pt idx="174">
                <c:v>0.2216114889677111</c:v>
              </c:pt>
              <c:pt idx="175">
                <c:v>0.2216114889677111</c:v>
              </c:pt>
              <c:pt idx="176">
                <c:v>0.2216114889677111</c:v>
              </c:pt>
              <c:pt idx="177">
                <c:v>0.2216114889677111</c:v>
              </c:pt>
              <c:pt idx="178">
                <c:v>0.2216114889677111</c:v>
              </c:pt>
              <c:pt idx="179">
                <c:v>0.2216114889677111</c:v>
              </c:pt>
              <c:pt idx="180">
                <c:v>0.2216114889677111</c:v>
              </c:pt>
              <c:pt idx="181">
                <c:v>0.2216114889677111</c:v>
              </c:pt>
              <c:pt idx="182">
                <c:v>0.2216114889677111</c:v>
              </c:pt>
              <c:pt idx="183">
                <c:v>0.2216114889677111</c:v>
              </c:pt>
              <c:pt idx="184">
                <c:v>0.2216114889677111</c:v>
              </c:pt>
              <c:pt idx="185">
                <c:v>0.2216114889677111</c:v>
              </c:pt>
              <c:pt idx="186">
                <c:v>0.2216114889677111</c:v>
              </c:pt>
              <c:pt idx="187">
                <c:v>0.2216114889677111</c:v>
              </c:pt>
              <c:pt idx="188">
                <c:v>0.2216114889677111</c:v>
              </c:pt>
              <c:pt idx="189">
                <c:v>0.2216114889677111</c:v>
              </c:pt>
              <c:pt idx="190">
                <c:v>0.2216114889677111</c:v>
              </c:pt>
              <c:pt idx="191">
                <c:v>0.2216114889677111</c:v>
              </c:pt>
              <c:pt idx="192">
                <c:v>0.2216114889677111</c:v>
              </c:pt>
              <c:pt idx="193">
                <c:v>0.2216114889677111</c:v>
              </c:pt>
              <c:pt idx="194">
                <c:v>0.2216114889677111</c:v>
              </c:pt>
              <c:pt idx="195">
                <c:v>0.2216114889677111</c:v>
              </c:pt>
              <c:pt idx="196">
                <c:v>0.2216114889677111</c:v>
              </c:pt>
              <c:pt idx="197">
                <c:v>0.2216114889677111</c:v>
              </c:pt>
              <c:pt idx="198">
                <c:v>0.2216114889677111</c:v>
              </c:pt>
              <c:pt idx="199">
                <c:v>0.2216114889677111</c:v>
              </c:pt>
              <c:pt idx="200">
                <c:v>0.2216114889677111</c:v>
              </c:pt>
              <c:pt idx="201">
                <c:v>0.2216114889677111</c:v>
              </c:pt>
              <c:pt idx="202">
                <c:v>0.2216114889677111</c:v>
              </c:pt>
              <c:pt idx="203">
                <c:v>0.2216114889677111</c:v>
              </c:pt>
              <c:pt idx="204">
                <c:v>0.2216114889677111</c:v>
              </c:pt>
              <c:pt idx="205">
                <c:v>0.2216114889677111</c:v>
              </c:pt>
              <c:pt idx="206">
                <c:v>0.2216114889677111</c:v>
              </c:pt>
              <c:pt idx="207">
                <c:v>0.2216114889677111</c:v>
              </c:pt>
              <c:pt idx="208">
                <c:v>0.2216114889677111</c:v>
              </c:pt>
              <c:pt idx="209">
                <c:v>0.2216114889677111</c:v>
              </c:pt>
              <c:pt idx="210">
                <c:v>0.2216114889677111</c:v>
              </c:pt>
              <c:pt idx="211">
                <c:v>0.2216114889677111</c:v>
              </c:pt>
              <c:pt idx="212">
                <c:v>0.2216114889677111</c:v>
              </c:pt>
              <c:pt idx="213">
                <c:v>0.2216114889677111</c:v>
              </c:pt>
              <c:pt idx="214">
                <c:v>0.2216114889677111</c:v>
              </c:pt>
              <c:pt idx="215">
                <c:v>0.2216114889677111</c:v>
              </c:pt>
              <c:pt idx="216">
                <c:v>0.2216114889677111</c:v>
              </c:pt>
              <c:pt idx="217">
                <c:v>0.2216114889677111</c:v>
              </c:pt>
              <c:pt idx="218">
                <c:v>0.2216114889677111</c:v>
              </c:pt>
              <c:pt idx="219">
                <c:v>0.2216114889677111</c:v>
              </c:pt>
              <c:pt idx="220">
                <c:v>0.2216114889677111</c:v>
              </c:pt>
              <c:pt idx="221">
                <c:v>0.2216114889677111</c:v>
              </c:pt>
              <c:pt idx="222">
                <c:v>0.2216114889677111</c:v>
              </c:pt>
              <c:pt idx="223">
                <c:v>0.2216114889677111</c:v>
              </c:pt>
              <c:pt idx="224">
                <c:v>0.2216114889677111</c:v>
              </c:pt>
              <c:pt idx="225">
                <c:v>0.2216114889677111</c:v>
              </c:pt>
              <c:pt idx="226">
                <c:v>0.2216114889677111</c:v>
              </c:pt>
              <c:pt idx="227">
                <c:v>0.2216114889677111</c:v>
              </c:pt>
              <c:pt idx="228">
                <c:v>0.2216114889677111</c:v>
              </c:pt>
              <c:pt idx="229">
                <c:v>0.2216114889677111</c:v>
              </c:pt>
              <c:pt idx="230">
                <c:v>0.2216114889677111</c:v>
              </c:pt>
              <c:pt idx="231">
                <c:v>0.2216114889677111</c:v>
              </c:pt>
              <c:pt idx="232">
                <c:v>0.2216114889677111</c:v>
              </c:pt>
              <c:pt idx="233">
                <c:v>0.2216114889677111</c:v>
              </c:pt>
              <c:pt idx="234">
                <c:v>0.2216114889677111</c:v>
              </c:pt>
              <c:pt idx="235">
                <c:v>0.2216114889677111</c:v>
              </c:pt>
              <c:pt idx="236">
                <c:v>0.2216114889677111</c:v>
              </c:pt>
              <c:pt idx="237">
                <c:v>0.2216114889677111</c:v>
              </c:pt>
              <c:pt idx="238">
                <c:v>0.2216114889677111</c:v>
              </c:pt>
              <c:pt idx="239">
                <c:v>0.2216114889677111</c:v>
              </c:pt>
              <c:pt idx="240">
                <c:v>0.2216114889677111</c:v>
              </c:pt>
              <c:pt idx="241">
                <c:v>0.2216114889677111</c:v>
              </c:pt>
              <c:pt idx="242">
                <c:v>0.2216114889677111</c:v>
              </c:pt>
              <c:pt idx="243">
                <c:v>0.2216114889677111</c:v>
              </c:pt>
              <c:pt idx="244">
                <c:v>0.2216114889677111</c:v>
              </c:pt>
              <c:pt idx="245">
                <c:v>0.2216114889677111</c:v>
              </c:pt>
            </c:numLit>
          </c:yVal>
          <c:smooth val="0"/>
        </c:ser>
        <c:ser>
          <c:idx val="13"/>
          <c:order val="13"/>
          <c:tx>
            <c:v>Implemented LCA filling</c:v>
          </c:tx>
          <c:spPr>
            <a:noFill xmlns:a="http://schemas.openxmlformats.org/drawingml/2006/main"/>
            <a:ln xmlns:a="http://schemas.openxmlformats.org/drawingml/2006/main" w="0">
              <a:noFill/>
              <a:prstDash val="solid"/>
            </a:ln>
          </c:spPr>
          <c:marker>
            <c:symbol val="circle"/>
            <c:size val="7"/>
            <c:spPr>
              <a:solidFill xmlns:a="http://schemas.openxmlformats.org/drawingml/2006/main">
                <a:srgbClr val="FFFFFF"/>
              </a:solidFill>
            </c:spPr>
          </c:marker>
          <c:xVal>
            <c:numLit>
              <c:formatCode>General</c:formatCode>
              <c:ptCount val="246"/>
              <c:pt idx="0">
                <c:v>24.692768407631295</c:v>
              </c:pt>
              <c:pt idx="1">
                <c:v>24.692768407631295</c:v>
              </c:pt>
              <c:pt idx="2">
                <c:v>24.692768407631295</c:v>
              </c:pt>
              <c:pt idx="3">
                <c:v>24.692768407631295</c:v>
              </c:pt>
              <c:pt idx="4">
                <c:v>24.692768407631295</c:v>
              </c:pt>
              <c:pt idx="5">
                <c:v>24.692768407631295</c:v>
              </c:pt>
              <c:pt idx="6">
                <c:v>24.692768407631295</c:v>
              </c:pt>
              <c:pt idx="7">
                <c:v>24.692768407631295</c:v>
              </c:pt>
              <c:pt idx="8">
                <c:v>24.692768407631295</c:v>
              </c:pt>
              <c:pt idx="9">
                <c:v>24.692768407631295</c:v>
              </c:pt>
              <c:pt idx="10">
                <c:v>24.692768407631295</c:v>
              </c:pt>
              <c:pt idx="11">
                <c:v>24.692768407631295</c:v>
              </c:pt>
              <c:pt idx="12">
                <c:v>24.692768407631295</c:v>
              </c:pt>
              <c:pt idx="13">
                <c:v>24.692768407631295</c:v>
              </c:pt>
              <c:pt idx="14">
                <c:v>24.692768407631295</c:v>
              </c:pt>
              <c:pt idx="15">
                <c:v>24.692768407631295</c:v>
              </c:pt>
              <c:pt idx="16">
                <c:v>24.692768407631295</c:v>
              </c:pt>
              <c:pt idx="17">
                <c:v>24.692768407631295</c:v>
              </c:pt>
              <c:pt idx="18">
                <c:v>24.692768407631295</c:v>
              </c:pt>
              <c:pt idx="19">
                <c:v>24.692768407631295</c:v>
              </c:pt>
              <c:pt idx="20">
                <c:v>24.692768407631295</c:v>
              </c:pt>
              <c:pt idx="21">
                <c:v>24.692768407631295</c:v>
              </c:pt>
              <c:pt idx="22">
                <c:v>24.692768407631295</c:v>
              </c:pt>
              <c:pt idx="23">
                <c:v>24.692768407631295</c:v>
              </c:pt>
              <c:pt idx="24">
                <c:v>24.692768407631295</c:v>
              </c:pt>
              <c:pt idx="25">
                <c:v>24.692768407631295</c:v>
              </c:pt>
              <c:pt idx="26">
                <c:v>24.692768407631295</c:v>
              </c:pt>
              <c:pt idx="27">
                <c:v>24.692768407631295</c:v>
              </c:pt>
              <c:pt idx="28">
                <c:v>24.692768407631295</c:v>
              </c:pt>
              <c:pt idx="29">
                <c:v>24.692768407631295</c:v>
              </c:pt>
              <c:pt idx="30">
                <c:v>24.692768407631295</c:v>
              </c:pt>
              <c:pt idx="31">
                <c:v>24.692768407631295</c:v>
              </c:pt>
              <c:pt idx="32">
                <c:v>24.692768407631295</c:v>
              </c:pt>
              <c:pt idx="33">
                <c:v>24.692768407631295</c:v>
              </c:pt>
              <c:pt idx="34">
                <c:v>24.692768407631295</c:v>
              </c:pt>
              <c:pt idx="35">
                <c:v>24.692768407631295</c:v>
              </c:pt>
              <c:pt idx="36">
                <c:v>24.692768407631295</c:v>
              </c:pt>
              <c:pt idx="37">
                <c:v>24.692768407631295</c:v>
              </c:pt>
              <c:pt idx="38">
                <c:v>24.692768407631295</c:v>
              </c:pt>
              <c:pt idx="39">
                <c:v>24.692768407631295</c:v>
              </c:pt>
              <c:pt idx="40">
                <c:v>24.692768407631295</c:v>
              </c:pt>
              <c:pt idx="41">
                <c:v>24.692768407631295</c:v>
              </c:pt>
              <c:pt idx="42">
                <c:v>24.692768407631295</c:v>
              </c:pt>
              <c:pt idx="43">
                <c:v>24.692768407631295</c:v>
              </c:pt>
              <c:pt idx="44">
                <c:v>24.692768407631295</c:v>
              </c:pt>
              <c:pt idx="45">
                <c:v>24.692768407631295</c:v>
              </c:pt>
              <c:pt idx="46">
                <c:v>24.692768407631295</c:v>
              </c:pt>
              <c:pt idx="47">
                <c:v>24.692768407631295</c:v>
              </c:pt>
              <c:pt idx="48">
                <c:v>24.692768407631295</c:v>
              </c:pt>
              <c:pt idx="49">
                <c:v>24.692768407631295</c:v>
              </c:pt>
              <c:pt idx="50">
                <c:v>24.692768407631295</c:v>
              </c:pt>
              <c:pt idx="51">
                <c:v>24.692768407631295</c:v>
              </c:pt>
              <c:pt idx="52">
                <c:v>24.692768407631295</c:v>
              </c:pt>
              <c:pt idx="53">
                <c:v>24.692768407631295</c:v>
              </c:pt>
              <c:pt idx="54">
                <c:v>24.692768407631295</c:v>
              </c:pt>
              <c:pt idx="55">
                <c:v>24.692768407631295</c:v>
              </c:pt>
              <c:pt idx="56">
                <c:v>24.692768407631295</c:v>
              </c:pt>
              <c:pt idx="57">
                <c:v>24.692768407631295</c:v>
              </c:pt>
              <c:pt idx="58">
                <c:v>24.692768407631295</c:v>
              </c:pt>
              <c:pt idx="59">
                <c:v>24.692768407631295</c:v>
              </c:pt>
              <c:pt idx="60">
                <c:v>24.692768407631295</c:v>
              </c:pt>
              <c:pt idx="61">
                <c:v>24.692768407631295</c:v>
              </c:pt>
              <c:pt idx="62">
                <c:v>24.692768407631295</c:v>
              </c:pt>
              <c:pt idx="63">
                <c:v>24.692768407631295</c:v>
              </c:pt>
              <c:pt idx="64">
                <c:v>24.692768407631295</c:v>
              </c:pt>
              <c:pt idx="65">
                <c:v>24.692768407631295</c:v>
              </c:pt>
              <c:pt idx="66">
                <c:v>24.692768407631295</c:v>
              </c:pt>
              <c:pt idx="67">
                <c:v>24.692768407631295</c:v>
              </c:pt>
              <c:pt idx="68">
                <c:v>24.692768407631295</c:v>
              </c:pt>
              <c:pt idx="69">
                <c:v>24.692768407631295</c:v>
              </c:pt>
              <c:pt idx="70">
                <c:v>24.692768407631295</c:v>
              </c:pt>
              <c:pt idx="71">
                <c:v>24.692768407631295</c:v>
              </c:pt>
              <c:pt idx="72">
                <c:v>24.692768407631295</c:v>
              </c:pt>
              <c:pt idx="73">
                <c:v>24.692768407631295</c:v>
              </c:pt>
              <c:pt idx="74">
                <c:v>24.692768407631295</c:v>
              </c:pt>
              <c:pt idx="75">
                <c:v>24.692768407631295</c:v>
              </c:pt>
              <c:pt idx="76">
                <c:v>24.692768407631295</c:v>
              </c:pt>
              <c:pt idx="77">
                <c:v>24.692768407631295</c:v>
              </c:pt>
              <c:pt idx="78">
                <c:v>24.692768407631295</c:v>
              </c:pt>
              <c:pt idx="79">
                <c:v>24.692768407631295</c:v>
              </c:pt>
              <c:pt idx="80">
                <c:v>24.692768407631295</c:v>
              </c:pt>
              <c:pt idx="81">
                <c:v>24.692768407631295</c:v>
              </c:pt>
              <c:pt idx="82">
                <c:v>24.692768407631295</c:v>
              </c:pt>
              <c:pt idx="83">
                <c:v>24.692768407631295</c:v>
              </c:pt>
              <c:pt idx="84">
                <c:v>24.692768407631295</c:v>
              </c:pt>
              <c:pt idx="85">
                <c:v>24.692768407631295</c:v>
              </c:pt>
              <c:pt idx="86">
                <c:v>24.692768407631295</c:v>
              </c:pt>
              <c:pt idx="87">
                <c:v>24.692768407631295</c:v>
              </c:pt>
              <c:pt idx="88">
                <c:v>24.692768407631295</c:v>
              </c:pt>
              <c:pt idx="89">
                <c:v>24.692768407631295</c:v>
              </c:pt>
              <c:pt idx="90">
                <c:v>24.692768407631295</c:v>
              </c:pt>
              <c:pt idx="91">
                <c:v>24.692768407631295</c:v>
              </c:pt>
              <c:pt idx="92">
                <c:v>24.692768407631295</c:v>
              </c:pt>
              <c:pt idx="93">
                <c:v>24.692768407631295</c:v>
              </c:pt>
              <c:pt idx="94">
                <c:v>24.692768407631295</c:v>
              </c:pt>
              <c:pt idx="95">
                <c:v>24.692768407631295</c:v>
              </c:pt>
              <c:pt idx="96">
                <c:v>24.692768407631295</c:v>
              </c:pt>
              <c:pt idx="97">
                <c:v>24.692768407631295</c:v>
              </c:pt>
              <c:pt idx="98">
                <c:v>24.692768407631295</c:v>
              </c:pt>
              <c:pt idx="99">
                <c:v>24.692768407631295</c:v>
              </c:pt>
              <c:pt idx="100">
                <c:v>24.692768407631295</c:v>
              </c:pt>
              <c:pt idx="101">
                <c:v>24.692768407631295</c:v>
              </c:pt>
              <c:pt idx="102">
                <c:v>24.692768407631295</c:v>
              </c:pt>
              <c:pt idx="103">
                <c:v>24.692768407631295</c:v>
              </c:pt>
              <c:pt idx="104">
                <c:v>24.692768407631295</c:v>
              </c:pt>
              <c:pt idx="105">
                <c:v>24.692768407631295</c:v>
              </c:pt>
              <c:pt idx="106">
                <c:v>24.692768407631295</c:v>
              </c:pt>
              <c:pt idx="107">
                <c:v>24.692768407631295</c:v>
              </c:pt>
              <c:pt idx="108">
                <c:v>24.692768407631295</c:v>
              </c:pt>
              <c:pt idx="109">
                <c:v>24.692768407631295</c:v>
              </c:pt>
              <c:pt idx="110">
                <c:v>24.692768407631295</c:v>
              </c:pt>
              <c:pt idx="111">
                <c:v>24.692768407631295</c:v>
              </c:pt>
              <c:pt idx="112">
                <c:v>24.692768407631295</c:v>
              </c:pt>
              <c:pt idx="113">
                <c:v>24.692768407631295</c:v>
              </c:pt>
              <c:pt idx="114">
                <c:v>24.692768407631295</c:v>
              </c:pt>
              <c:pt idx="115">
                <c:v>24.692768407631295</c:v>
              </c:pt>
              <c:pt idx="116">
                <c:v>24.692768407631295</c:v>
              </c:pt>
              <c:pt idx="117">
                <c:v>24.692768407631295</c:v>
              </c:pt>
              <c:pt idx="118">
                <c:v>24.692768407631295</c:v>
              </c:pt>
              <c:pt idx="119">
                <c:v>24.692768407631295</c:v>
              </c:pt>
              <c:pt idx="120">
                <c:v>24.692768407631295</c:v>
              </c:pt>
              <c:pt idx="121">
                <c:v>24.692768407631295</c:v>
              </c:pt>
              <c:pt idx="122">
                <c:v>24.692768407631295</c:v>
              </c:pt>
              <c:pt idx="123">
                <c:v>24.692768407631295</c:v>
              </c:pt>
              <c:pt idx="124">
                <c:v>24.692768407631295</c:v>
              </c:pt>
              <c:pt idx="125">
                <c:v>24.692768407631295</c:v>
              </c:pt>
              <c:pt idx="126">
                <c:v>24.692768407631295</c:v>
              </c:pt>
              <c:pt idx="127">
                <c:v>24.692768407631295</c:v>
              </c:pt>
              <c:pt idx="128">
                <c:v>24.692768407631295</c:v>
              </c:pt>
              <c:pt idx="129">
                <c:v>24.692768407631295</c:v>
              </c:pt>
              <c:pt idx="130">
                <c:v>24.692768407631295</c:v>
              </c:pt>
              <c:pt idx="131">
                <c:v>24.692768407631295</c:v>
              </c:pt>
              <c:pt idx="132">
                <c:v>24.692768407631295</c:v>
              </c:pt>
              <c:pt idx="133">
                <c:v>24.692768407631295</c:v>
              </c:pt>
              <c:pt idx="134">
                <c:v>24.692768407631295</c:v>
              </c:pt>
              <c:pt idx="135">
                <c:v>24.692768407631295</c:v>
              </c:pt>
              <c:pt idx="136">
                <c:v>24.692768407631295</c:v>
              </c:pt>
              <c:pt idx="137">
                <c:v>24.692768407631295</c:v>
              </c:pt>
              <c:pt idx="138">
                <c:v>24.692768407631295</c:v>
              </c:pt>
              <c:pt idx="139">
                <c:v>24.692768407631295</c:v>
              </c:pt>
              <c:pt idx="140">
                <c:v>24.692768407631295</c:v>
              </c:pt>
              <c:pt idx="141">
                <c:v>24.692768407631295</c:v>
              </c:pt>
              <c:pt idx="142">
                <c:v>24.692768407631295</c:v>
              </c:pt>
              <c:pt idx="143">
                <c:v>24.692768407631295</c:v>
              </c:pt>
              <c:pt idx="144">
                <c:v>24.692768407631295</c:v>
              </c:pt>
              <c:pt idx="145">
                <c:v>24.692768407631295</c:v>
              </c:pt>
              <c:pt idx="146">
                <c:v>24.692768407631295</c:v>
              </c:pt>
              <c:pt idx="147">
                <c:v>24.692768407631295</c:v>
              </c:pt>
              <c:pt idx="148">
                <c:v>24.692768407631295</c:v>
              </c:pt>
              <c:pt idx="149">
                <c:v>24.692768407631295</c:v>
              </c:pt>
              <c:pt idx="150">
                <c:v>24.692768407631295</c:v>
              </c:pt>
              <c:pt idx="151">
                <c:v>24.692768407631295</c:v>
              </c:pt>
              <c:pt idx="152">
                <c:v>24.692768407631295</c:v>
              </c:pt>
              <c:pt idx="153">
                <c:v>24.692768407631295</c:v>
              </c:pt>
              <c:pt idx="154">
                <c:v>24.692768407631295</c:v>
              </c:pt>
              <c:pt idx="155">
                <c:v>24.692768407631295</c:v>
              </c:pt>
              <c:pt idx="156">
                <c:v>24.692768407631295</c:v>
              </c:pt>
              <c:pt idx="157">
                <c:v>24.692768407631295</c:v>
              </c:pt>
              <c:pt idx="158">
                <c:v>24.692768407631295</c:v>
              </c:pt>
              <c:pt idx="159">
                <c:v>24.692768407631295</c:v>
              </c:pt>
              <c:pt idx="160">
                <c:v>24.692768407631295</c:v>
              </c:pt>
              <c:pt idx="161">
                <c:v>24.692768407631295</c:v>
              </c:pt>
              <c:pt idx="162">
                <c:v>24.692768407631295</c:v>
              </c:pt>
              <c:pt idx="163">
                <c:v>24.692768407631295</c:v>
              </c:pt>
              <c:pt idx="164">
                <c:v>24.692768407631295</c:v>
              </c:pt>
              <c:pt idx="165">
                <c:v>24.692768407631295</c:v>
              </c:pt>
              <c:pt idx="166">
                <c:v>24.692768407631295</c:v>
              </c:pt>
              <c:pt idx="167">
                <c:v>24.692768407631295</c:v>
              </c:pt>
              <c:pt idx="168">
                <c:v>24.692768407631295</c:v>
              </c:pt>
              <c:pt idx="169">
                <c:v>24.692768407631295</c:v>
              </c:pt>
              <c:pt idx="170">
                <c:v>24.692768407631295</c:v>
              </c:pt>
              <c:pt idx="171">
                <c:v>24.692768407631295</c:v>
              </c:pt>
              <c:pt idx="172">
                <c:v>24.692768407631295</c:v>
              </c:pt>
              <c:pt idx="173">
                <c:v>24.692768407631295</c:v>
              </c:pt>
              <c:pt idx="174">
                <c:v>24.692768407631295</c:v>
              </c:pt>
              <c:pt idx="175">
                <c:v>24.692768407631295</c:v>
              </c:pt>
              <c:pt idx="176">
                <c:v>24.692768407631295</c:v>
              </c:pt>
              <c:pt idx="177">
                <c:v>24.692768407631295</c:v>
              </c:pt>
              <c:pt idx="178">
                <c:v>24.692768407631295</c:v>
              </c:pt>
              <c:pt idx="179">
                <c:v>24.692768407631295</c:v>
              </c:pt>
              <c:pt idx="180">
                <c:v>24.692768407631295</c:v>
              </c:pt>
              <c:pt idx="181">
                <c:v>24.692768407631295</c:v>
              </c:pt>
              <c:pt idx="182">
                <c:v>24.692768407631295</c:v>
              </c:pt>
              <c:pt idx="183">
                <c:v>24.692768407631295</c:v>
              </c:pt>
              <c:pt idx="184">
                <c:v>24.692768407631295</c:v>
              </c:pt>
              <c:pt idx="185">
                <c:v>24.692768407631295</c:v>
              </c:pt>
              <c:pt idx="186">
                <c:v>24.692768407631295</c:v>
              </c:pt>
              <c:pt idx="187">
                <c:v>24.692768407631295</c:v>
              </c:pt>
              <c:pt idx="188">
                <c:v>24.692768407631295</c:v>
              </c:pt>
              <c:pt idx="189">
                <c:v>24.692768407631295</c:v>
              </c:pt>
              <c:pt idx="190">
                <c:v>24.692768407631295</c:v>
              </c:pt>
              <c:pt idx="191">
                <c:v>24.692768407631295</c:v>
              </c:pt>
              <c:pt idx="192">
                <c:v>24.692768407631295</c:v>
              </c:pt>
              <c:pt idx="193">
                <c:v>24.692768407631295</c:v>
              </c:pt>
              <c:pt idx="194">
                <c:v>24.692768407631295</c:v>
              </c:pt>
              <c:pt idx="195">
                <c:v>24.692768407631295</c:v>
              </c:pt>
              <c:pt idx="196">
                <c:v>24.692768407631295</c:v>
              </c:pt>
              <c:pt idx="197">
                <c:v>24.692768407631295</c:v>
              </c:pt>
              <c:pt idx="198">
                <c:v>24.692768407631295</c:v>
              </c:pt>
              <c:pt idx="199">
                <c:v>24.692768407631295</c:v>
              </c:pt>
              <c:pt idx="200">
                <c:v>24.692768407631295</c:v>
              </c:pt>
              <c:pt idx="201">
                <c:v>24.692768407631295</c:v>
              </c:pt>
              <c:pt idx="202">
                <c:v>24.692768407631295</c:v>
              </c:pt>
              <c:pt idx="203">
                <c:v>24.692768407631295</c:v>
              </c:pt>
              <c:pt idx="204">
                <c:v>24.692768407631295</c:v>
              </c:pt>
              <c:pt idx="205">
                <c:v>24.692768407631295</c:v>
              </c:pt>
              <c:pt idx="206">
                <c:v>24.692768407631295</c:v>
              </c:pt>
              <c:pt idx="207">
                <c:v>24.692768407631295</c:v>
              </c:pt>
              <c:pt idx="208">
                <c:v>24.692768407631295</c:v>
              </c:pt>
              <c:pt idx="209">
                <c:v>24.692768407631295</c:v>
              </c:pt>
              <c:pt idx="210">
                <c:v>24.692768407631295</c:v>
              </c:pt>
              <c:pt idx="211">
                <c:v>24.692768407631295</c:v>
              </c:pt>
              <c:pt idx="212">
                <c:v>24.692768407631295</c:v>
              </c:pt>
              <c:pt idx="213">
                <c:v>24.692768407631295</c:v>
              </c:pt>
              <c:pt idx="214">
                <c:v>24.692768407631295</c:v>
              </c:pt>
              <c:pt idx="215">
                <c:v>24.692768407631295</c:v>
              </c:pt>
              <c:pt idx="216">
                <c:v>24.692768407631295</c:v>
              </c:pt>
              <c:pt idx="217">
                <c:v>24.692768407631295</c:v>
              </c:pt>
              <c:pt idx="218">
                <c:v>24.692768407631295</c:v>
              </c:pt>
              <c:pt idx="219">
                <c:v>24.692768407631295</c:v>
              </c:pt>
              <c:pt idx="220">
                <c:v>24.692768407631295</c:v>
              </c:pt>
              <c:pt idx="221">
                <c:v>24.692768407631295</c:v>
              </c:pt>
              <c:pt idx="222">
                <c:v>24.692768407631295</c:v>
              </c:pt>
              <c:pt idx="223">
                <c:v>24.692768407631295</c:v>
              </c:pt>
              <c:pt idx="224">
                <c:v>24.692768407631295</c:v>
              </c:pt>
              <c:pt idx="225">
                <c:v>24.692768407631295</c:v>
              </c:pt>
              <c:pt idx="226">
                <c:v>24.692768407631295</c:v>
              </c:pt>
              <c:pt idx="227">
                <c:v>24.692768407631295</c:v>
              </c:pt>
              <c:pt idx="228">
                <c:v>24.692768407631295</c:v>
              </c:pt>
              <c:pt idx="229">
                <c:v>24.692768407631295</c:v>
              </c:pt>
              <c:pt idx="230">
                <c:v>24.692768407631295</c:v>
              </c:pt>
              <c:pt idx="231">
                <c:v>24.692768407631295</c:v>
              </c:pt>
              <c:pt idx="232">
                <c:v>24.692768407631295</c:v>
              </c:pt>
              <c:pt idx="233">
                <c:v>24.692768407631295</c:v>
              </c:pt>
              <c:pt idx="234">
                <c:v>24.692768407631295</c:v>
              </c:pt>
              <c:pt idx="235">
                <c:v>24.692768407631295</c:v>
              </c:pt>
              <c:pt idx="236">
                <c:v>24.692768407631295</c:v>
              </c:pt>
              <c:pt idx="237">
                <c:v>24.692768407631295</c:v>
              </c:pt>
              <c:pt idx="238">
                <c:v>24.692768407631295</c:v>
              </c:pt>
              <c:pt idx="239">
                <c:v>24.692768407631295</c:v>
              </c:pt>
              <c:pt idx="240">
                <c:v>24.692768407631295</c:v>
              </c:pt>
              <c:pt idx="241">
                <c:v>24.692768407631295</c:v>
              </c:pt>
              <c:pt idx="242">
                <c:v>24.692768407631295</c:v>
              </c:pt>
              <c:pt idx="243">
                <c:v>24.692768407631295</c:v>
              </c:pt>
              <c:pt idx="244">
                <c:v>24.692768407631295</c:v>
              </c:pt>
              <c:pt idx="245">
                <c:v>24.692768407631295</c:v>
              </c:pt>
            </c:numLit>
          </c:xVal>
          <c:yVal>
            <c:numLit>
              <c:formatCode>0.0</c:formatCode>
              <c:ptCount val="246"/>
              <c:pt idx="0">
                <c:v>0.2216114889677111</c:v>
              </c:pt>
              <c:pt idx="1">
                <c:v>0.2216114889677111</c:v>
              </c:pt>
              <c:pt idx="2">
                <c:v>0.2216114889677111</c:v>
              </c:pt>
              <c:pt idx="3">
                <c:v>0.2216114889677111</c:v>
              </c:pt>
              <c:pt idx="4">
                <c:v>0.2216114889677111</c:v>
              </c:pt>
              <c:pt idx="5">
                <c:v>0.2216114889677111</c:v>
              </c:pt>
              <c:pt idx="6">
                <c:v>0.2216114889677111</c:v>
              </c:pt>
              <c:pt idx="7">
                <c:v>0.2216114889677111</c:v>
              </c:pt>
              <c:pt idx="8">
                <c:v>0.2216114889677111</c:v>
              </c:pt>
              <c:pt idx="9">
                <c:v>0.2216114889677111</c:v>
              </c:pt>
              <c:pt idx="10">
                <c:v>0.2216114889677111</c:v>
              </c:pt>
              <c:pt idx="11">
                <c:v>0.2216114889677111</c:v>
              </c:pt>
              <c:pt idx="12">
                <c:v>0.2216114889677111</c:v>
              </c:pt>
              <c:pt idx="13">
                <c:v>0.2216114889677111</c:v>
              </c:pt>
              <c:pt idx="14">
                <c:v>0.2216114889677111</c:v>
              </c:pt>
              <c:pt idx="15">
                <c:v>0.2216114889677111</c:v>
              </c:pt>
              <c:pt idx="16">
                <c:v>0.2216114889677111</c:v>
              </c:pt>
              <c:pt idx="17">
                <c:v>0.2216114889677111</c:v>
              </c:pt>
              <c:pt idx="18">
                <c:v>0.2216114889677111</c:v>
              </c:pt>
              <c:pt idx="19">
                <c:v>0.2216114889677111</c:v>
              </c:pt>
              <c:pt idx="20">
                <c:v>0.2216114889677111</c:v>
              </c:pt>
              <c:pt idx="21">
                <c:v>0.2216114889677111</c:v>
              </c:pt>
              <c:pt idx="22">
                <c:v>0.2216114889677111</c:v>
              </c:pt>
              <c:pt idx="23">
                <c:v>0.2216114889677111</c:v>
              </c:pt>
              <c:pt idx="24">
                <c:v>0.2216114889677111</c:v>
              </c:pt>
              <c:pt idx="25">
                <c:v>0.2216114889677111</c:v>
              </c:pt>
              <c:pt idx="26">
                <c:v>0.2216114889677111</c:v>
              </c:pt>
              <c:pt idx="27">
                <c:v>0.2216114889677111</c:v>
              </c:pt>
              <c:pt idx="28">
                <c:v>0.2216114889677111</c:v>
              </c:pt>
              <c:pt idx="29">
                <c:v>0.2216114889677111</c:v>
              </c:pt>
              <c:pt idx="30">
                <c:v>0.2216114889677111</c:v>
              </c:pt>
              <c:pt idx="31">
                <c:v>0.2216114889677111</c:v>
              </c:pt>
              <c:pt idx="32">
                <c:v>0.2216114889677111</c:v>
              </c:pt>
              <c:pt idx="33">
                <c:v>0.2216114889677111</c:v>
              </c:pt>
              <c:pt idx="34">
                <c:v>0.2216114889677111</c:v>
              </c:pt>
              <c:pt idx="35">
                <c:v>0.2216114889677111</c:v>
              </c:pt>
              <c:pt idx="36">
                <c:v>0.2216114889677111</c:v>
              </c:pt>
              <c:pt idx="37">
                <c:v>0.2216114889677111</c:v>
              </c:pt>
              <c:pt idx="38">
                <c:v>0.2216114889677111</c:v>
              </c:pt>
              <c:pt idx="39">
                <c:v>0.2216114889677111</c:v>
              </c:pt>
              <c:pt idx="40">
                <c:v>0.2216114889677111</c:v>
              </c:pt>
              <c:pt idx="41">
                <c:v>0.2216114889677111</c:v>
              </c:pt>
              <c:pt idx="42">
                <c:v>0.2216114889677111</c:v>
              </c:pt>
              <c:pt idx="43">
                <c:v>0.2216114889677111</c:v>
              </c:pt>
              <c:pt idx="44">
                <c:v>0.2216114889677111</c:v>
              </c:pt>
              <c:pt idx="45">
                <c:v>0.2216114889677111</c:v>
              </c:pt>
              <c:pt idx="46">
                <c:v>0.2216114889677111</c:v>
              </c:pt>
              <c:pt idx="47">
                <c:v>0.2216114889677111</c:v>
              </c:pt>
              <c:pt idx="48">
                <c:v>0.2216114889677111</c:v>
              </c:pt>
              <c:pt idx="49">
                <c:v>0.2216114889677111</c:v>
              </c:pt>
              <c:pt idx="50">
                <c:v>0.2216114889677111</c:v>
              </c:pt>
              <c:pt idx="51">
                <c:v>0.2216114889677111</c:v>
              </c:pt>
              <c:pt idx="52">
                <c:v>0.2216114889677111</c:v>
              </c:pt>
              <c:pt idx="53">
                <c:v>0.2216114889677111</c:v>
              </c:pt>
              <c:pt idx="54">
                <c:v>0.2216114889677111</c:v>
              </c:pt>
              <c:pt idx="55">
                <c:v>0.2216114889677111</c:v>
              </c:pt>
              <c:pt idx="56">
                <c:v>0.2216114889677111</c:v>
              </c:pt>
              <c:pt idx="57">
                <c:v>0.2216114889677111</c:v>
              </c:pt>
              <c:pt idx="58">
                <c:v>0.2216114889677111</c:v>
              </c:pt>
              <c:pt idx="59">
                <c:v>0.2216114889677111</c:v>
              </c:pt>
              <c:pt idx="60">
                <c:v>0.2216114889677111</c:v>
              </c:pt>
              <c:pt idx="61">
                <c:v>0.2216114889677111</c:v>
              </c:pt>
              <c:pt idx="62">
                <c:v>0.2216114889677111</c:v>
              </c:pt>
              <c:pt idx="63">
                <c:v>0.2216114889677111</c:v>
              </c:pt>
              <c:pt idx="64">
                <c:v>0.2216114889677111</c:v>
              </c:pt>
              <c:pt idx="65">
                <c:v>0.2216114889677111</c:v>
              </c:pt>
              <c:pt idx="66">
                <c:v>0.2216114889677111</c:v>
              </c:pt>
              <c:pt idx="67">
                <c:v>0.2216114889677111</c:v>
              </c:pt>
              <c:pt idx="68">
                <c:v>0.2216114889677111</c:v>
              </c:pt>
              <c:pt idx="69">
                <c:v>0.2216114889677111</c:v>
              </c:pt>
              <c:pt idx="70">
                <c:v>0.2216114889677111</c:v>
              </c:pt>
              <c:pt idx="71">
                <c:v>0.2216114889677111</c:v>
              </c:pt>
              <c:pt idx="72">
                <c:v>0.2216114889677111</c:v>
              </c:pt>
              <c:pt idx="73">
                <c:v>0.2216114889677111</c:v>
              </c:pt>
              <c:pt idx="74">
                <c:v>0.2216114889677111</c:v>
              </c:pt>
              <c:pt idx="75">
                <c:v>0.2216114889677111</c:v>
              </c:pt>
              <c:pt idx="76">
                <c:v>0.2216114889677111</c:v>
              </c:pt>
              <c:pt idx="77">
                <c:v>0.2216114889677111</c:v>
              </c:pt>
              <c:pt idx="78">
                <c:v>0.2216114889677111</c:v>
              </c:pt>
              <c:pt idx="79">
                <c:v>0.2216114889677111</c:v>
              </c:pt>
              <c:pt idx="80">
                <c:v>0.2216114889677111</c:v>
              </c:pt>
              <c:pt idx="81">
                <c:v>0.2216114889677111</c:v>
              </c:pt>
              <c:pt idx="82">
                <c:v>0.2216114889677111</c:v>
              </c:pt>
              <c:pt idx="83">
                <c:v>0.2216114889677111</c:v>
              </c:pt>
              <c:pt idx="84">
                <c:v>0.2216114889677111</c:v>
              </c:pt>
              <c:pt idx="85">
                <c:v>0.2216114889677111</c:v>
              </c:pt>
              <c:pt idx="86">
                <c:v>0.2216114889677111</c:v>
              </c:pt>
              <c:pt idx="87">
                <c:v>0.2216114889677111</c:v>
              </c:pt>
              <c:pt idx="88">
                <c:v>0.2216114889677111</c:v>
              </c:pt>
              <c:pt idx="89">
                <c:v>0.2216114889677111</c:v>
              </c:pt>
              <c:pt idx="90">
                <c:v>0.2216114889677111</c:v>
              </c:pt>
              <c:pt idx="91">
                <c:v>0.2216114889677111</c:v>
              </c:pt>
              <c:pt idx="92">
                <c:v>0.2216114889677111</c:v>
              </c:pt>
              <c:pt idx="93">
                <c:v>0.2216114889677111</c:v>
              </c:pt>
              <c:pt idx="94">
                <c:v>0.2216114889677111</c:v>
              </c:pt>
              <c:pt idx="95">
                <c:v>0.2216114889677111</c:v>
              </c:pt>
              <c:pt idx="96">
                <c:v>0.2216114889677111</c:v>
              </c:pt>
              <c:pt idx="97">
                <c:v>0.2216114889677111</c:v>
              </c:pt>
              <c:pt idx="98">
                <c:v>0.2216114889677111</c:v>
              </c:pt>
              <c:pt idx="99">
                <c:v>0.2216114889677111</c:v>
              </c:pt>
              <c:pt idx="100">
                <c:v>0.2216114889677111</c:v>
              </c:pt>
              <c:pt idx="101">
                <c:v>0.2216114889677111</c:v>
              </c:pt>
              <c:pt idx="102">
                <c:v>0.2216114889677111</c:v>
              </c:pt>
              <c:pt idx="103">
                <c:v>0.2216114889677111</c:v>
              </c:pt>
              <c:pt idx="104">
                <c:v>0.2216114889677111</c:v>
              </c:pt>
              <c:pt idx="105">
                <c:v>0.2216114889677111</c:v>
              </c:pt>
              <c:pt idx="106">
                <c:v>0.2216114889677111</c:v>
              </c:pt>
              <c:pt idx="107">
                <c:v>0.2216114889677111</c:v>
              </c:pt>
              <c:pt idx="108">
                <c:v>0.2216114889677111</c:v>
              </c:pt>
              <c:pt idx="109">
                <c:v>0.2216114889677111</c:v>
              </c:pt>
              <c:pt idx="110">
                <c:v>0.2216114889677111</c:v>
              </c:pt>
              <c:pt idx="111">
                <c:v>0.2216114889677111</c:v>
              </c:pt>
              <c:pt idx="112">
                <c:v>0.2216114889677111</c:v>
              </c:pt>
              <c:pt idx="113">
                <c:v>0.2216114889677111</c:v>
              </c:pt>
              <c:pt idx="114">
                <c:v>0.2216114889677111</c:v>
              </c:pt>
              <c:pt idx="115">
                <c:v>0.2216114889677111</c:v>
              </c:pt>
              <c:pt idx="116">
                <c:v>0.2216114889677111</c:v>
              </c:pt>
              <c:pt idx="117">
                <c:v>0.2216114889677111</c:v>
              </c:pt>
              <c:pt idx="118">
                <c:v>0.2216114889677111</c:v>
              </c:pt>
              <c:pt idx="119">
                <c:v>0.2216114889677111</c:v>
              </c:pt>
              <c:pt idx="120">
                <c:v>0.2216114889677111</c:v>
              </c:pt>
              <c:pt idx="121">
                <c:v>0.2216114889677111</c:v>
              </c:pt>
              <c:pt idx="122">
                <c:v>0.2216114889677111</c:v>
              </c:pt>
              <c:pt idx="123">
                <c:v>0.2216114889677111</c:v>
              </c:pt>
              <c:pt idx="124">
                <c:v>0.2216114889677111</c:v>
              </c:pt>
              <c:pt idx="125">
                <c:v>0.2216114889677111</c:v>
              </c:pt>
              <c:pt idx="126">
                <c:v>0.2216114889677111</c:v>
              </c:pt>
              <c:pt idx="127">
                <c:v>0.2216114889677111</c:v>
              </c:pt>
              <c:pt idx="128">
                <c:v>0.2216114889677111</c:v>
              </c:pt>
              <c:pt idx="129">
                <c:v>0.2216114889677111</c:v>
              </c:pt>
              <c:pt idx="130">
                <c:v>0.2216114889677111</c:v>
              </c:pt>
              <c:pt idx="131">
                <c:v>0.2216114889677111</c:v>
              </c:pt>
              <c:pt idx="132">
                <c:v>0.2216114889677111</c:v>
              </c:pt>
              <c:pt idx="133">
                <c:v>0.2216114889677111</c:v>
              </c:pt>
              <c:pt idx="134">
                <c:v>0.2216114889677111</c:v>
              </c:pt>
              <c:pt idx="135">
                <c:v>0.2216114889677111</c:v>
              </c:pt>
              <c:pt idx="136">
                <c:v>0.2216114889677111</c:v>
              </c:pt>
              <c:pt idx="137">
                <c:v>0.2216114889677111</c:v>
              </c:pt>
              <c:pt idx="138">
                <c:v>0.2216114889677111</c:v>
              </c:pt>
              <c:pt idx="139">
                <c:v>0.2216114889677111</c:v>
              </c:pt>
              <c:pt idx="140">
                <c:v>0.2216114889677111</c:v>
              </c:pt>
              <c:pt idx="141">
                <c:v>0.2216114889677111</c:v>
              </c:pt>
              <c:pt idx="142">
                <c:v>0.2216114889677111</c:v>
              </c:pt>
              <c:pt idx="143">
                <c:v>0.2216114889677111</c:v>
              </c:pt>
              <c:pt idx="144">
                <c:v>0.2216114889677111</c:v>
              </c:pt>
              <c:pt idx="145">
                <c:v>0.2216114889677111</c:v>
              </c:pt>
              <c:pt idx="146">
                <c:v>0.2216114889677111</c:v>
              </c:pt>
              <c:pt idx="147">
                <c:v>0.2216114889677111</c:v>
              </c:pt>
              <c:pt idx="148">
                <c:v>0.2216114889677111</c:v>
              </c:pt>
              <c:pt idx="149">
                <c:v>0.2216114889677111</c:v>
              </c:pt>
              <c:pt idx="150">
                <c:v>0.2216114889677111</c:v>
              </c:pt>
              <c:pt idx="151">
                <c:v>0.2216114889677111</c:v>
              </c:pt>
              <c:pt idx="152">
                <c:v>0.2216114889677111</c:v>
              </c:pt>
              <c:pt idx="153">
                <c:v>0.2216114889677111</c:v>
              </c:pt>
              <c:pt idx="154">
                <c:v>0.2216114889677111</c:v>
              </c:pt>
              <c:pt idx="155">
                <c:v>0.2216114889677111</c:v>
              </c:pt>
              <c:pt idx="156">
                <c:v>0.2216114889677111</c:v>
              </c:pt>
              <c:pt idx="157">
                <c:v>0.2216114889677111</c:v>
              </c:pt>
              <c:pt idx="158">
                <c:v>0.2216114889677111</c:v>
              </c:pt>
              <c:pt idx="159">
                <c:v>0.2216114889677111</c:v>
              </c:pt>
              <c:pt idx="160">
                <c:v>0.2216114889677111</c:v>
              </c:pt>
              <c:pt idx="161">
                <c:v>0.2216114889677111</c:v>
              </c:pt>
              <c:pt idx="162">
                <c:v>0.2216114889677111</c:v>
              </c:pt>
              <c:pt idx="163">
                <c:v>0.2216114889677111</c:v>
              </c:pt>
              <c:pt idx="164">
                <c:v>0.2216114889677111</c:v>
              </c:pt>
              <c:pt idx="165">
                <c:v>0.2216114889677111</c:v>
              </c:pt>
              <c:pt idx="166">
                <c:v>0.2216114889677111</c:v>
              </c:pt>
              <c:pt idx="167">
                <c:v>0.2216114889677111</c:v>
              </c:pt>
              <c:pt idx="168">
                <c:v>0.2216114889677111</c:v>
              </c:pt>
              <c:pt idx="169">
                <c:v>0.2216114889677111</c:v>
              </c:pt>
              <c:pt idx="170">
                <c:v>0.2216114889677111</c:v>
              </c:pt>
              <c:pt idx="171">
                <c:v>0.2216114889677111</c:v>
              </c:pt>
              <c:pt idx="172">
                <c:v>0.2216114889677111</c:v>
              </c:pt>
              <c:pt idx="173">
                <c:v>0.2216114889677111</c:v>
              </c:pt>
              <c:pt idx="174">
                <c:v>0.2216114889677111</c:v>
              </c:pt>
              <c:pt idx="175">
                <c:v>0.2216114889677111</c:v>
              </c:pt>
              <c:pt idx="176">
                <c:v>0.2216114889677111</c:v>
              </c:pt>
              <c:pt idx="177">
                <c:v>0.2216114889677111</c:v>
              </c:pt>
              <c:pt idx="178">
                <c:v>0.2216114889677111</c:v>
              </c:pt>
              <c:pt idx="179">
                <c:v>0.2216114889677111</c:v>
              </c:pt>
              <c:pt idx="180">
                <c:v>0.2216114889677111</c:v>
              </c:pt>
              <c:pt idx="181">
                <c:v>0.2216114889677111</c:v>
              </c:pt>
              <c:pt idx="182">
                <c:v>0.2216114889677111</c:v>
              </c:pt>
              <c:pt idx="183">
                <c:v>0.2216114889677111</c:v>
              </c:pt>
              <c:pt idx="184">
                <c:v>0.2216114889677111</c:v>
              </c:pt>
              <c:pt idx="185">
                <c:v>0.2216114889677111</c:v>
              </c:pt>
              <c:pt idx="186">
                <c:v>0.2216114889677111</c:v>
              </c:pt>
              <c:pt idx="187">
                <c:v>0.2216114889677111</c:v>
              </c:pt>
              <c:pt idx="188">
                <c:v>0.2216114889677111</c:v>
              </c:pt>
              <c:pt idx="189">
                <c:v>0.2216114889677111</c:v>
              </c:pt>
              <c:pt idx="190">
                <c:v>0.2216114889677111</c:v>
              </c:pt>
              <c:pt idx="191">
                <c:v>0.2216114889677111</c:v>
              </c:pt>
              <c:pt idx="192">
                <c:v>0.2216114889677111</c:v>
              </c:pt>
              <c:pt idx="193">
                <c:v>0.2216114889677111</c:v>
              </c:pt>
              <c:pt idx="194">
                <c:v>0.2216114889677111</c:v>
              </c:pt>
              <c:pt idx="195">
                <c:v>0.2216114889677111</c:v>
              </c:pt>
              <c:pt idx="196">
                <c:v>0.2216114889677111</c:v>
              </c:pt>
              <c:pt idx="197">
                <c:v>0.2216114889677111</c:v>
              </c:pt>
              <c:pt idx="198">
                <c:v>0.2216114889677111</c:v>
              </c:pt>
              <c:pt idx="199">
                <c:v>0.2216114889677111</c:v>
              </c:pt>
              <c:pt idx="200">
                <c:v>0.2216114889677111</c:v>
              </c:pt>
              <c:pt idx="201">
                <c:v>0.2216114889677111</c:v>
              </c:pt>
              <c:pt idx="202">
                <c:v>0.2216114889677111</c:v>
              </c:pt>
              <c:pt idx="203">
                <c:v>0.2216114889677111</c:v>
              </c:pt>
              <c:pt idx="204">
                <c:v>0.2216114889677111</c:v>
              </c:pt>
              <c:pt idx="205">
                <c:v>0.2216114889677111</c:v>
              </c:pt>
              <c:pt idx="206">
                <c:v>0.2216114889677111</c:v>
              </c:pt>
              <c:pt idx="207">
                <c:v>0.2216114889677111</c:v>
              </c:pt>
              <c:pt idx="208">
                <c:v>0.2216114889677111</c:v>
              </c:pt>
              <c:pt idx="209">
                <c:v>0.2216114889677111</c:v>
              </c:pt>
              <c:pt idx="210">
                <c:v>0.2216114889677111</c:v>
              </c:pt>
              <c:pt idx="211">
                <c:v>0.2216114889677111</c:v>
              </c:pt>
              <c:pt idx="212">
                <c:v>0.2216114889677111</c:v>
              </c:pt>
              <c:pt idx="213">
                <c:v>0.2216114889677111</c:v>
              </c:pt>
              <c:pt idx="214">
                <c:v>0.2216114889677111</c:v>
              </c:pt>
              <c:pt idx="215">
                <c:v>0.2216114889677111</c:v>
              </c:pt>
              <c:pt idx="216">
                <c:v>0.2216114889677111</c:v>
              </c:pt>
              <c:pt idx="217">
                <c:v>0.2216114889677111</c:v>
              </c:pt>
              <c:pt idx="218">
                <c:v>0.2216114889677111</c:v>
              </c:pt>
              <c:pt idx="219">
                <c:v>0.2216114889677111</c:v>
              </c:pt>
              <c:pt idx="220">
                <c:v>0.2216114889677111</c:v>
              </c:pt>
              <c:pt idx="221">
                <c:v>0.2216114889677111</c:v>
              </c:pt>
              <c:pt idx="222">
                <c:v>0.2216114889677111</c:v>
              </c:pt>
              <c:pt idx="223">
                <c:v>0.2216114889677111</c:v>
              </c:pt>
              <c:pt idx="224">
                <c:v>0.2216114889677111</c:v>
              </c:pt>
              <c:pt idx="225">
                <c:v>0.2216114889677111</c:v>
              </c:pt>
              <c:pt idx="226">
                <c:v>0.2216114889677111</c:v>
              </c:pt>
              <c:pt idx="227">
                <c:v>0.2216114889677111</c:v>
              </c:pt>
              <c:pt idx="228">
                <c:v>0.2216114889677111</c:v>
              </c:pt>
              <c:pt idx="229">
                <c:v>0.2216114889677111</c:v>
              </c:pt>
              <c:pt idx="230">
                <c:v>0.2216114889677111</c:v>
              </c:pt>
              <c:pt idx="231">
                <c:v>0.2216114889677111</c:v>
              </c:pt>
              <c:pt idx="232">
                <c:v>0.2216114889677111</c:v>
              </c:pt>
              <c:pt idx="233">
                <c:v>0.2216114889677111</c:v>
              </c:pt>
              <c:pt idx="234">
                <c:v>0.2216114889677111</c:v>
              </c:pt>
              <c:pt idx="235">
                <c:v>0.2216114889677111</c:v>
              </c:pt>
              <c:pt idx="236">
                <c:v>0.2216114889677111</c:v>
              </c:pt>
              <c:pt idx="237">
                <c:v>0.2216114889677111</c:v>
              </c:pt>
              <c:pt idx="238">
                <c:v>0.2216114889677111</c:v>
              </c:pt>
              <c:pt idx="239">
                <c:v>0.2216114889677111</c:v>
              </c:pt>
              <c:pt idx="240">
                <c:v>0.2216114889677111</c:v>
              </c:pt>
              <c:pt idx="241">
                <c:v>0.2216114889677111</c:v>
              </c:pt>
              <c:pt idx="242">
                <c:v>0.2216114889677111</c:v>
              </c:pt>
              <c:pt idx="243">
                <c:v>0.2216114889677111</c:v>
              </c:pt>
              <c:pt idx="244">
                <c:v>0.2216114889677111</c:v>
              </c:pt>
              <c:pt idx="245">
                <c:v>0.2216114889677111</c:v>
              </c:pt>
            </c:numLit>
          </c:yVal>
          <c:smooth val="0"/>
        </c:ser>
        <c:dLbls>
          <c:txPr>
            <a:bodyPr xmlns:a="http://schemas.openxmlformats.org/drawingml/2006/main" anchorCtr="1"/>
            <a:lstStyle xmlns:a="http://schemas.openxmlformats.org/drawingml/2006/main"/>
            <a:p xmlns:a="http://schemas.openxmlformats.org/drawingml/2006/main">
              <a:pPr>
                <a:defRPr>
                  <a:latin typeface="Arial"/>
                  <a:ea typeface="Arial"/>
                  <a:cs typeface="Arial"/>
                </a:defRPr>
              </a:pPr>
            </a:p>
          </c:txPr>
          <c:showLegendKey val="0"/>
          <c:showVal val="0"/>
          <c:showCatName val="0"/>
          <c:showSerName val="0"/>
          <c:showPercent val="0"/>
          <c:showBubbleSize val="0"/>
          <c:showLeaderLines val="0"/>
        </c:dLbls>
        <c:axId val="48650112"/>
        <c:axId val="48672768"/>
      </c:scatterChart>
      <c:valAx>
        <c:axId val="48672768"/>
        <c:scaling>
          <c:orientation val="minMax"/>
          <c:max val="3.224467499677412"/>
          <c:min val="0"/>
        </c:scaling>
        <c:delete val="0"/>
        <c:axPos val="l"/>
        <c:majorGridlines>
          <c:spPr>
            <a:ln xmlns:a="http://schemas.openxmlformats.org/drawingml/2006/main" w="5715">
              <a:solidFill>
                <a:srgbClr val="D9DFE3"/>
              </a:solidFill>
              <a:prstDash val="solid"/>
            </a:ln>
          </c:spPr>
        </c:majorGridlines>
        <c:title>
          <c:tx>
            <c:rich>
              <a:bodyPr xmlns:a="http://schemas.openxmlformats.org/drawingml/2006/main"/>
              <a:lstStyle xmlns:a="http://schemas.openxmlformats.org/drawingml/2006/main"/>
              <a:p xmlns:a="http://schemas.openxmlformats.org/drawingml/2006/main">
                <a:r>
                  <a:rPr sz="1200">
                    <a:solidFill>
                      <a:srgbClr val="263238"/>
                    </a:solidFill>
                    <a:latin typeface="Arial"/>
                    <a:ea typeface="Arial"/>
                    <a:cs typeface="Arial"/>
                  </a:rPr>
                  <a:t>Mean τ (% axis)</a:t>
                </a:r>
              </a:p>
            </c:rich>
          </c:tx>
          <c:overlay val="0"/>
          <c:txPr>
            <a:bodyPr xmlns:a="http://schemas.openxmlformats.org/drawingml/2006/main" anchorCtr="1"/>
            <a:lstStyle xmlns:a="http://schemas.openxmlformats.org/drawingml/2006/main"/>
            <a:p xmlns:a="http://schemas.openxmlformats.org/drawingml/2006/main">
              <a:pPr>
                <a:defRPr sz="1200">
                  <a:solidFill>
                    <a:srgbClr val="263238"/>
                  </a:solidFill>
                  <a:latin typeface="Arial"/>
                  <a:ea typeface="Arial"/>
                  <a:cs typeface="Arial"/>
                </a:defRPr>
              </a:pPr>
            </a:p>
          </c:txPr>
        </c:title>
        <c:numFmt formatCode="0.0"/>
        <c:majorTickMark val="none"/>
        <c:minorTickMark val="none"/>
        <c:spPr>
          <a:ln xmlns:a="http://schemas.openxmlformats.org/drawingml/2006/main" w="7620">
            <a:solidFill>
              <a:srgbClr val="263238"/>
            </a:solidFill>
            <a:prstDash val="solid"/>
          </a:ln>
        </c:spPr>
        <c:txPr>
          <a:bodyPr xmlns:a="http://schemas.openxmlformats.org/drawingml/2006/main" anchorCtr="1"/>
          <a:lstStyle xmlns:a="http://schemas.openxmlformats.org/drawingml/2006/main"/>
          <a:p xmlns:a="http://schemas.openxmlformats.org/drawingml/2006/main">
            <a:pPr>
              <a:defRPr sz="1125">
                <a:solidFill>
                  <a:srgbClr val="263238"/>
                </a:solidFill>
                <a:latin typeface="Arial"/>
                <a:ea typeface="Arial"/>
                <a:cs typeface="Arial"/>
              </a:defRPr>
            </a:pPr>
          </a:p>
        </c:txPr>
        <c:crossAx val="48650112"/>
        <c:majorUnit val="1"/>
      </c:valAx>
      <c:valAx>
        <c:axId val="48650112"/>
        <c:scaling>
          <c:orientation val="minMax"/>
          <c:max val="70"/>
          <c:min val="0"/>
        </c:scaling>
        <c:delete val="0"/>
        <c:axPos val="b"/>
        <c:majorGridlines>
          <c:spPr>
            <a:ln xmlns:a="http://schemas.openxmlformats.org/drawingml/2006/main" w="5715">
              <a:solidFill>
                <a:srgbClr val="D9DFE3"/>
              </a:solidFill>
              <a:prstDash val="solid"/>
            </a:ln>
          </c:spPr>
        </c:majorGridlines>
        <c:title>
          <c:tx>
            <c:rich>
              <a:bodyPr xmlns:a="http://schemas.openxmlformats.org/drawingml/2006/main"/>
              <a:lstStyle xmlns:a="http://schemas.openxmlformats.org/drawingml/2006/main"/>
              <a:p xmlns:a="http://schemas.openxmlformats.org/drawingml/2006/main">
                <a:r>
                  <a:rPr sz="1200">
                    <a:solidFill>
                      <a:srgbClr val="263238"/>
                    </a:solidFill>
                    <a:latin typeface="Arial"/>
                    <a:ea typeface="Arial"/>
                    <a:cs typeface="Arial"/>
                  </a:rPr>
                  <a:t>d_top (% scalar range)</a:t>
                </a:r>
              </a:p>
            </c:rich>
          </c:tx>
          <c:overlay val="0"/>
          <c:txPr>
            <a:bodyPr xmlns:a="http://schemas.openxmlformats.org/drawingml/2006/main" anchorCtr="1"/>
            <a:lstStyle xmlns:a="http://schemas.openxmlformats.org/drawingml/2006/main"/>
            <a:p xmlns:a="http://schemas.openxmlformats.org/drawingml/2006/main">
              <a:pPr>
                <a:defRPr sz="1200">
                  <a:solidFill>
                    <a:srgbClr val="263238"/>
                  </a:solidFill>
                  <a:latin typeface="Arial"/>
                  <a:ea typeface="Arial"/>
                  <a:cs typeface="Arial"/>
                </a:defRPr>
              </a:pPr>
            </a:p>
          </c:txPr>
        </c:title>
        <c:numFmt formatCode="0"/>
        <c:majorTickMark val="none"/>
        <c:minorTickMark val="none"/>
        <c:spPr>
          <a:ln xmlns:a="http://schemas.openxmlformats.org/drawingml/2006/main" w="7620">
            <a:solidFill>
              <a:srgbClr val="263238"/>
            </a:solidFill>
            <a:prstDash val="solid"/>
          </a:ln>
        </c:spPr>
        <c:txPr>
          <a:bodyPr xmlns:a="http://schemas.openxmlformats.org/drawingml/2006/main" anchorCtr="1"/>
          <a:lstStyle xmlns:a="http://schemas.openxmlformats.org/drawingml/2006/main"/>
          <a:p xmlns:a="http://schemas.openxmlformats.org/drawingml/2006/main">
            <a:pPr>
              <a:defRPr sz="1125">
                <a:solidFill>
                  <a:srgbClr val="263238"/>
                </a:solidFill>
                <a:latin typeface="Arial"/>
                <a:ea typeface="Arial"/>
                <a:cs typeface="Arial"/>
              </a:defRPr>
            </a:pPr>
          </a:p>
        </c:txPr>
        <c:crossAx val="48672768"/>
        <c:majorUnit val="20"/>
      </c:valAx>
      <c:spPr>
        <a:solidFill xmlns:a="http://schemas.openxmlformats.org/drawingml/2006/main">
          <a:srgbClr val="FFFFFF"/>
        </a:solidFill>
        <a:ln xmlns:a="http://schemas.openxmlformats.org/drawingml/2006/main" w="0">
          <a:noFill/>
          <a:prstDash val="solid"/>
        </a:ln>
      </c:spPr>
    </c:plotArea>
    <c:plotVisOnly val="1"/>
  </c:chart>
  <c:spPr>
    <a:solidFill xmlns:a="http://schemas.openxmlformats.org/drawingml/2006/main">
      <a:srgbClr val="FFFFFF"/>
    </a:solidFill>
    <a:ln xmlns:a="http://schemas.openxmlformats.org/drawingml/2006/main" w="0">
      <a:noFill/>
      <a:prstDash val="solid"/>
    </a:ln>
  </c:spPr>
</c:chartSpace>
</file>

<file path=ppt/main_figures/Fig5/ppt/slides/slide1.xml><?xml version="1.0" encoding="utf-8"?>
<p:sld xmlns:p="http://schemas.openxmlformats.org/presentationml/2006/main">
  <p:cSld>
    <p:bg>
      <p:bgPr>
        <a:solidFill xmlns:a="http://schemas.openxmlformats.org/drawingml/2006/main">
          <a:srgbClr val="FFFFFF"/>
        </a:solidFill>
      </p:bgPr>
    </p:bg>
    <p:spTree>
      <p:nvGrpSpPr>
        <p:cNvPr id="1" name=""/>
        <p:cNvGrpSpPr/>
        <p:nvPr/>
      </p:nvGrpSpPr>
      <p:grpSpPr>
        <a:xfrm xmlns:a="http://schemas.openxmlformats.org/drawingml/2006/main"/>
      </p:grpSpPr>
      <p:sp>
        <p:nvSpPr>
          <p:cNvPr id="13" name="(a) Storms 1999/2000">
            <a:extLst xmlns:a="http://schemas.openxmlformats.org/drawingml/2006/main">
              <a:ext uri="{FF2B5EF4-FFF2-40B4-BE49-F238E27FC236}">
                <a16:creationId xmlns:a16="http://schemas.microsoft.com/office/drawing/2014/main" id="{0DBA982E-18A0-4F2A-A1DE-288DEDBA5C28}"/>
              </a:ext>
            </a:extLst>
          </p:cNvPr>
          <p:cNvSpPr>
            <a:spLocks xmlns:a="http://schemas.openxmlformats.org/drawingml/2006/main" noGrp="1"/>
          </p:cNvSpPr>
          <p:nvPr/>
        </p:nvSpPr>
        <p:spPr>
          <a:xfrm xmlns:a="http://schemas.openxmlformats.org/drawingml/2006/main">
            <a:off x="228600" y="47625"/>
            <a:ext cx="2667000" cy="26670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oAutofit/>
          </a:bodyPr>
          <a:lstStyle xmlns:a="http://schemas.openxmlformats.org/drawingml/2006/main">
            <a:defPPr>
              <a:defRPr sz="1575" b="1">
                <a:solidFill>
                  <a:srgbClr val="263238"/>
                </a:solidFill>
                <a:latin typeface="Arial"/>
                <a:ea typeface="Arial"/>
                <a:cs typeface="Arial"/>
              </a:defRPr>
            </a:defPPr>
            <a:lvl1pPr>
              <a:defRPr sz="1575" b="1">
                <a:solidFill>
                  <a:srgbClr val="263238"/>
                </a:solidFill>
                <a:latin typeface="Arial"/>
                <a:ea typeface="Arial"/>
                <a:cs typeface="Arial"/>
              </a:defRPr>
            </a:lvl1pPr>
            <a:lvl2pPr>
              <a:defRPr sz="1575" b="1">
                <a:solidFill>
                  <a:srgbClr val="263238"/>
                </a:solidFill>
                <a:latin typeface="Arial"/>
                <a:ea typeface="Arial"/>
                <a:cs typeface="Arial"/>
              </a:defRPr>
            </a:lvl2pPr>
            <a:lvl3pPr>
              <a:defRPr sz="1575" b="1">
                <a:solidFill>
                  <a:srgbClr val="263238"/>
                </a:solidFill>
                <a:latin typeface="Arial"/>
                <a:ea typeface="Arial"/>
                <a:cs typeface="Arial"/>
              </a:defRPr>
            </a:lvl3pPr>
            <a:lvl4pPr>
              <a:defRPr sz="1575" b="1">
                <a:solidFill>
                  <a:srgbClr val="263238"/>
                </a:solidFill>
                <a:latin typeface="Arial"/>
                <a:ea typeface="Arial"/>
                <a:cs typeface="Arial"/>
              </a:defRPr>
            </a:lvl4pPr>
            <a:lvl5pPr>
              <a:defRPr sz="1575" b="1">
                <a:solidFill>
                  <a:srgbClr val="263238"/>
                </a:solidFill>
                <a:latin typeface="Arial"/>
                <a:ea typeface="Arial"/>
                <a:cs typeface="Arial"/>
              </a:defRPr>
            </a:lvl5pPr>
            <a:lvl6pPr>
              <a:defRPr sz="1575" b="1">
                <a:solidFill>
                  <a:srgbClr val="263238"/>
                </a:solidFill>
                <a:latin typeface="Arial"/>
                <a:ea typeface="Arial"/>
                <a:cs typeface="Arial"/>
              </a:defRPr>
            </a:lvl6pPr>
            <a:lvl7pPr>
              <a:defRPr sz="1575" b="1">
                <a:solidFill>
                  <a:srgbClr val="263238"/>
                </a:solidFill>
                <a:latin typeface="Arial"/>
                <a:ea typeface="Arial"/>
                <a:cs typeface="Arial"/>
              </a:defRPr>
            </a:lvl7pPr>
            <a:lvl8pPr>
              <a:defRPr sz="1575" b="1">
                <a:solidFill>
                  <a:srgbClr val="263238"/>
                </a:solidFill>
                <a:latin typeface="Arial"/>
                <a:ea typeface="Arial"/>
                <a:cs typeface="Arial"/>
              </a:defRPr>
            </a:lvl8pPr>
            <a:lvl9pPr>
              <a:defRPr sz="1575" b="1">
                <a:solidFill>
                  <a:srgbClr val="263238"/>
                </a:solidFill>
                <a:latin typeface="Arial"/>
                <a:ea typeface="Arial"/>
                <a:cs typeface="Arial"/>
              </a:defRPr>
            </a:lvl9pPr>
          </a:lstStyle>
          <a:p xmlns:a="http://schemas.openxmlformats.org/drawingml/2006/main">
            <a:pPr>
              <a:defRPr sz="1575" b="1">
                <a:solidFill>
                  <a:srgbClr val="263238"/>
                </a:solidFill>
                <a:latin typeface="Arial"/>
                <a:ea typeface="Arial"/>
                <a:cs typeface="Arial"/>
              </a:defRPr>
            </a:pPr>
            <a:r>
              <a:rPr sz="1575" b="1">
                <a:solidFill>
                  <a:srgbClr val="263238"/>
                </a:solidFill>
                <a:latin typeface="Arial"/>
                <a:ea typeface="Arial"/>
                <a:cs typeface="Arial"/>
              </a:rPr>
              <a:t>(a) Storms 1999/2000</a:t>
            </a:r>
          </a:p>
        </p:txBody>
      </p:sp>
      <p:graphicFrame>
        <p:nvGraphicFramePr>
          <p:cNvPr id="2" name="Chart">
            <a:extLst xmlns:a="http://schemas.openxmlformats.org/drawingml/2006/main">
              <a:ext uri="{FF2B5EF4-FFF2-40B4-BE49-F238E27FC236}">
                <a16:creationId xmlns:a16="http://schemas.microsoft.com/office/drawing/2014/main" id="{7EB2CA0D-8A74-4524-887C-280DF8BA4AB0}"/>
              </a:ext>
            </a:extLst>
          </p:cNvPr>
          <p:cNvGraphicFramePr/>
          <p:nvPr/>
        </p:nvGraphicFramePr>
        <p:xfrm>
          <a:off xmlns:a="http://schemas.openxmlformats.org/drawingml/2006/main" x="76200" y="342900"/>
          <a:ext xmlns:a="http://schemas.openxmlformats.org/drawingml/2006/main" cx="2781300" cy="3086100"/>
        </p:xfrm>
        <a:graphic xmlns:a="http://schemas.openxmlformats.org/drawingml/2006/main">
          <a:graphicData uri="http://schemas.openxmlformats.org/drawingml/2006/chart">
            <c:chart xmlns:r="http://schemas.openxmlformats.org/officeDocument/2006/relationships" xmlns:c="http://schemas.openxmlformats.org/drawingml/2006/chart" r:id="R3fe300061d944fd2"/>
          </a:graphicData>
        </a:graphic>
      </p:graphicFrame>
      <p:sp>
        <p:nvSpPr>
          <p:cNvPr id="3" name="(b) Wildfires 2019">
            <a:extLst xmlns:a="http://schemas.openxmlformats.org/drawingml/2006/main">
              <a:ext uri="{FF2B5EF4-FFF2-40B4-BE49-F238E27FC236}">
                <a16:creationId xmlns:a16="http://schemas.microsoft.com/office/drawing/2014/main" id="{065DEE3C-1BC3-4843-A4B3-8D94CA16879E}"/>
              </a:ext>
            </a:extLst>
          </p:cNvPr>
          <p:cNvSpPr>
            <a:spLocks xmlns:a="http://schemas.openxmlformats.org/drawingml/2006/main" noGrp="1"/>
          </p:cNvSpPr>
          <p:nvPr/>
        </p:nvSpPr>
        <p:spPr>
          <a:xfrm xmlns:a="http://schemas.openxmlformats.org/drawingml/2006/main">
            <a:off x="3067050" y="47625"/>
            <a:ext cx="2667000" cy="26670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oAutofit/>
          </a:bodyPr>
          <a:lstStyle xmlns:a="http://schemas.openxmlformats.org/drawingml/2006/main">
            <a:defPPr>
              <a:defRPr sz="1575" b="1">
                <a:solidFill>
                  <a:srgbClr val="263238"/>
                </a:solidFill>
                <a:latin typeface="Arial"/>
                <a:ea typeface="Arial"/>
                <a:cs typeface="Arial"/>
              </a:defRPr>
            </a:defPPr>
            <a:lvl1pPr>
              <a:defRPr sz="1575" b="1">
                <a:solidFill>
                  <a:srgbClr val="263238"/>
                </a:solidFill>
                <a:latin typeface="Arial"/>
                <a:ea typeface="Arial"/>
                <a:cs typeface="Arial"/>
              </a:defRPr>
            </a:lvl1pPr>
            <a:lvl2pPr>
              <a:defRPr sz="1575" b="1">
                <a:solidFill>
                  <a:srgbClr val="263238"/>
                </a:solidFill>
                <a:latin typeface="Arial"/>
                <a:ea typeface="Arial"/>
                <a:cs typeface="Arial"/>
              </a:defRPr>
            </a:lvl2pPr>
            <a:lvl3pPr>
              <a:defRPr sz="1575" b="1">
                <a:solidFill>
                  <a:srgbClr val="263238"/>
                </a:solidFill>
                <a:latin typeface="Arial"/>
                <a:ea typeface="Arial"/>
                <a:cs typeface="Arial"/>
              </a:defRPr>
            </a:lvl3pPr>
            <a:lvl4pPr>
              <a:defRPr sz="1575" b="1">
                <a:solidFill>
                  <a:srgbClr val="263238"/>
                </a:solidFill>
                <a:latin typeface="Arial"/>
                <a:ea typeface="Arial"/>
                <a:cs typeface="Arial"/>
              </a:defRPr>
            </a:lvl4pPr>
            <a:lvl5pPr>
              <a:defRPr sz="1575" b="1">
                <a:solidFill>
                  <a:srgbClr val="263238"/>
                </a:solidFill>
                <a:latin typeface="Arial"/>
                <a:ea typeface="Arial"/>
                <a:cs typeface="Arial"/>
              </a:defRPr>
            </a:lvl5pPr>
            <a:lvl6pPr>
              <a:defRPr sz="1575" b="1">
                <a:solidFill>
                  <a:srgbClr val="263238"/>
                </a:solidFill>
                <a:latin typeface="Arial"/>
                <a:ea typeface="Arial"/>
                <a:cs typeface="Arial"/>
              </a:defRPr>
            </a:lvl6pPr>
            <a:lvl7pPr>
              <a:defRPr sz="1575" b="1">
                <a:solidFill>
                  <a:srgbClr val="263238"/>
                </a:solidFill>
                <a:latin typeface="Arial"/>
                <a:ea typeface="Arial"/>
                <a:cs typeface="Arial"/>
              </a:defRPr>
            </a:lvl7pPr>
            <a:lvl8pPr>
              <a:defRPr sz="1575" b="1">
                <a:solidFill>
                  <a:srgbClr val="263238"/>
                </a:solidFill>
                <a:latin typeface="Arial"/>
                <a:ea typeface="Arial"/>
                <a:cs typeface="Arial"/>
              </a:defRPr>
            </a:lvl8pPr>
            <a:lvl9pPr>
              <a:defRPr sz="1575" b="1">
                <a:solidFill>
                  <a:srgbClr val="263238"/>
                </a:solidFill>
                <a:latin typeface="Arial"/>
                <a:ea typeface="Arial"/>
                <a:cs typeface="Arial"/>
              </a:defRPr>
            </a:lvl9pPr>
          </a:lstStyle>
          <a:p xmlns:a="http://schemas.openxmlformats.org/drawingml/2006/main">
            <a:pPr>
              <a:defRPr sz="1575" b="1">
                <a:solidFill>
                  <a:srgbClr val="263238"/>
                </a:solidFill>
                <a:latin typeface="Arial"/>
                <a:ea typeface="Arial"/>
                <a:cs typeface="Arial"/>
              </a:defRPr>
            </a:pPr>
            <a:r>
              <a:rPr sz="1575" b="1">
                <a:solidFill>
                  <a:srgbClr val="263238"/>
                </a:solidFill>
                <a:latin typeface="Arial"/>
                <a:ea typeface="Arial"/>
                <a:cs typeface="Arial"/>
              </a:rPr>
              <a:t>(b) Wildfires 2019</a:t>
            </a:r>
          </a:p>
        </p:txBody>
      </p:sp>
      <p:graphicFrame>
        <p:nvGraphicFramePr>
          <p:cNvPr id="4" name="Chart">
            <a:extLst xmlns:a="http://schemas.openxmlformats.org/drawingml/2006/main">
              <a:ext uri="{FF2B5EF4-FFF2-40B4-BE49-F238E27FC236}">
                <a16:creationId xmlns:a16="http://schemas.microsoft.com/office/drawing/2014/main" id="{BF2128F8-EC96-490A-BDC9-51E81EB7BBF9}"/>
              </a:ext>
            </a:extLst>
          </p:cNvPr>
          <p:cNvGraphicFramePr/>
          <p:nvPr/>
        </p:nvGraphicFramePr>
        <p:xfrm>
          <a:off xmlns:a="http://schemas.openxmlformats.org/drawingml/2006/main" x="2914650" y="342900"/>
          <a:ext xmlns:a="http://schemas.openxmlformats.org/drawingml/2006/main" cx="2781300" cy="3086100"/>
        </p:xfrm>
        <a:graphic xmlns:a="http://schemas.openxmlformats.org/drawingml/2006/main">
          <a:graphicData uri="http://schemas.openxmlformats.org/drawingml/2006/chart">
            <c:chart xmlns:r="http://schemas.openxmlformats.org/officeDocument/2006/relationships" xmlns:c="http://schemas.openxmlformats.org/drawingml/2006/chart" r:id="R1690172561004f65"/>
          </a:graphicData>
        </a:graphic>
      </p:graphicFrame>
      <p:sp>
        <p:nvSpPr>
          <p:cNvPr id="5" name="(c) OLR 2024">
            <a:extLst xmlns:a="http://schemas.openxmlformats.org/drawingml/2006/main">
              <a:ext uri="{FF2B5EF4-FFF2-40B4-BE49-F238E27FC236}">
                <a16:creationId xmlns:a16="http://schemas.microsoft.com/office/drawing/2014/main" id="{14450179-F372-48C2-83D5-31BA152EE6C9}"/>
              </a:ext>
            </a:extLst>
          </p:cNvPr>
          <p:cNvSpPr>
            <a:spLocks xmlns:a="http://schemas.openxmlformats.org/drawingml/2006/main" noGrp="1"/>
          </p:cNvSpPr>
          <p:nvPr/>
        </p:nvSpPr>
        <p:spPr>
          <a:xfrm xmlns:a="http://schemas.openxmlformats.org/drawingml/2006/main">
            <a:off x="5905500" y="47625"/>
            <a:ext cx="2667000" cy="26670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oAutofit/>
          </a:bodyPr>
          <a:lstStyle xmlns:a="http://schemas.openxmlformats.org/drawingml/2006/main">
            <a:defPPr>
              <a:defRPr sz="1575" b="1">
                <a:solidFill>
                  <a:srgbClr val="263238"/>
                </a:solidFill>
                <a:latin typeface="Arial"/>
                <a:ea typeface="Arial"/>
                <a:cs typeface="Arial"/>
              </a:defRPr>
            </a:defPPr>
            <a:lvl1pPr>
              <a:defRPr sz="1575" b="1">
                <a:solidFill>
                  <a:srgbClr val="263238"/>
                </a:solidFill>
                <a:latin typeface="Arial"/>
                <a:ea typeface="Arial"/>
                <a:cs typeface="Arial"/>
              </a:defRPr>
            </a:lvl1pPr>
            <a:lvl2pPr>
              <a:defRPr sz="1575" b="1">
                <a:solidFill>
                  <a:srgbClr val="263238"/>
                </a:solidFill>
                <a:latin typeface="Arial"/>
                <a:ea typeface="Arial"/>
                <a:cs typeface="Arial"/>
              </a:defRPr>
            </a:lvl2pPr>
            <a:lvl3pPr>
              <a:defRPr sz="1575" b="1">
                <a:solidFill>
                  <a:srgbClr val="263238"/>
                </a:solidFill>
                <a:latin typeface="Arial"/>
                <a:ea typeface="Arial"/>
                <a:cs typeface="Arial"/>
              </a:defRPr>
            </a:lvl3pPr>
            <a:lvl4pPr>
              <a:defRPr sz="1575" b="1">
                <a:solidFill>
                  <a:srgbClr val="263238"/>
                </a:solidFill>
                <a:latin typeface="Arial"/>
                <a:ea typeface="Arial"/>
                <a:cs typeface="Arial"/>
              </a:defRPr>
            </a:lvl4pPr>
            <a:lvl5pPr>
              <a:defRPr sz="1575" b="1">
                <a:solidFill>
                  <a:srgbClr val="263238"/>
                </a:solidFill>
                <a:latin typeface="Arial"/>
                <a:ea typeface="Arial"/>
                <a:cs typeface="Arial"/>
              </a:defRPr>
            </a:lvl5pPr>
            <a:lvl6pPr>
              <a:defRPr sz="1575" b="1">
                <a:solidFill>
                  <a:srgbClr val="263238"/>
                </a:solidFill>
                <a:latin typeface="Arial"/>
                <a:ea typeface="Arial"/>
                <a:cs typeface="Arial"/>
              </a:defRPr>
            </a:lvl6pPr>
            <a:lvl7pPr>
              <a:defRPr sz="1575" b="1">
                <a:solidFill>
                  <a:srgbClr val="263238"/>
                </a:solidFill>
                <a:latin typeface="Arial"/>
                <a:ea typeface="Arial"/>
                <a:cs typeface="Arial"/>
              </a:defRPr>
            </a:lvl7pPr>
            <a:lvl8pPr>
              <a:defRPr sz="1575" b="1">
                <a:solidFill>
                  <a:srgbClr val="263238"/>
                </a:solidFill>
                <a:latin typeface="Arial"/>
                <a:ea typeface="Arial"/>
                <a:cs typeface="Arial"/>
              </a:defRPr>
            </a:lvl8pPr>
            <a:lvl9pPr>
              <a:defRPr sz="1575" b="1">
                <a:solidFill>
                  <a:srgbClr val="263238"/>
                </a:solidFill>
                <a:latin typeface="Arial"/>
                <a:ea typeface="Arial"/>
                <a:cs typeface="Arial"/>
              </a:defRPr>
            </a:lvl9pPr>
          </a:lstStyle>
          <a:p xmlns:a="http://schemas.openxmlformats.org/drawingml/2006/main">
            <a:pPr>
              <a:defRPr sz="1575" b="1">
                <a:solidFill>
                  <a:srgbClr val="263238"/>
                </a:solidFill>
                <a:latin typeface="Arial"/>
                <a:ea typeface="Arial"/>
                <a:cs typeface="Arial"/>
              </a:defRPr>
            </a:pPr>
            <a:r>
              <a:rPr sz="1575" b="1">
                <a:solidFill>
                  <a:srgbClr val="263238"/>
                </a:solidFill>
                <a:latin typeface="Arial"/>
                <a:ea typeface="Arial"/>
                <a:cs typeface="Arial"/>
              </a:rPr>
              <a:t>(c) OLR 2024</a:t>
            </a:r>
          </a:p>
        </p:txBody>
      </p:sp>
      <p:graphicFrame>
        <p:nvGraphicFramePr>
          <p:cNvPr id="6" name="Chart">
            <a:extLst xmlns:a="http://schemas.openxmlformats.org/drawingml/2006/main">
              <a:ext uri="{FF2B5EF4-FFF2-40B4-BE49-F238E27FC236}">
                <a16:creationId xmlns:a16="http://schemas.microsoft.com/office/drawing/2014/main" id="{64098AF4-B6EE-40CE-B5A2-2D5EE8FE6D08}"/>
              </a:ext>
            </a:extLst>
          </p:cNvPr>
          <p:cNvGraphicFramePr/>
          <p:nvPr/>
        </p:nvGraphicFramePr>
        <p:xfrm>
          <a:off xmlns:a="http://schemas.openxmlformats.org/drawingml/2006/main" x="5753100" y="342900"/>
          <a:ext xmlns:a="http://schemas.openxmlformats.org/drawingml/2006/main" cx="2781300" cy="3086100"/>
        </p:xfrm>
        <a:graphic xmlns:a="http://schemas.openxmlformats.org/drawingml/2006/main">
          <a:graphicData uri="http://schemas.openxmlformats.org/drawingml/2006/chart">
            <c:chart xmlns:r="http://schemas.openxmlformats.org/officeDocument/2006/relationships" xmlns:c="http://schemas.openxmlformats.org/drawingml/2006/chart" r:id="Re5b308f6c35844b2"/>
          </a:graphicData>
        </a:graphic>
      </p:graphicFrame>
      <p:sp>
        <p:nvSpPr>
          <p:cNvPr id="7" name="(d) PM2.5 2000">
            <a:extLst xmlns:a="http://schemas.openxmlformats.org/drawingml/2006/main">
              <a:ext uri="{FF2B5EF4-FFF2-40B4-BE49-F238E27FC236}">
                <a16:creationId xmlns:a16="http://schemas.microsoft.com/office/drawing/2014/main" id="{4A07F10F-007F-45E7-B6D2-EE70661E36AD}"/>
              </a:ext>
            </a:extLst>
          </p:cNvPr>
          <p:cNvSpPr>
            <a:spLocks xmlns:a="http://schemas.openxmlformats.org/drawingml/2006/main" noGrp="1"/>
          </p:cNvSpPr>
          <p:nvPr/>
        </p:nvSpPr>
        <p:spPr>
          <a:xfrm xmlns:a="http://schemas.openxmlformats.org/drawingml/2006/main">
            <a:off x="8743950" y="47625"/>
            <a:ext cx="2667000" cy="26670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oAutofit/>
          </a:bodyPr>
          <a:lstStyle xmlns:a="http://schemas.openxmlformats.org/drawingml/2006/main">
            <a:defPPr>
              <a:defRPr sz="1575" b="1">
                <a:solidFill>
                  <a:srgbClr val="263238"/>
                </a:solidFill>
                <a:latin typeface="Arial"/>
                <a:ea typeface="Arial"/>
                <a:cs typeface="Arial"/>
              </a:defRPr>
            </a:defPPr>
            <a:lvl1pPr>
              <a:defRPr sz="1575" b="1">
                <a:solidFill>
                  <a:srgbClr val="263238"/>
                </a:solidFill>
                <a:latin typeface="Arial"/>
                <a:ea typeface="Arial"/>
                <a:cs typeface="Arial"/>
              </a:defRPr>
            </a:lvl1pPr>
            <a:lvl2pPr>
              <a:defRPr sz="1575" b="1">
                <a:solidFill>
                  <a:srgbClr val="263238"/>
                </a:solidFill>
                <a:latin typeface="Arial"/>
                <a:ea typeface="Arial"/>
                <a:cs typeface="Arial"/>
              </a:defRPr>
            </a:lvl2pPr>
            <a:lvl3pPr>
              <a:defRPr sz="1575" b="1">
                <a:solidFill>
                  <a:srgbClr val="263238"/>
                </a:solidFill>
                <a:latin typeface="Arial"/>
                <a:ea typeface="Arial"/>
                <a:cs typeface="Arial"/>
              </a:defRPr>
            </a:lvl3pPr>
            <a:lvl4pPr>
              <a:defRPr sz="1575" b="1">
                <a:solidFill>
                  <a:srgbClr val="263238"/>
                </a:solidFill>
                <a:latin typeface="Arial"/>
                <a:ea typeface="Arial"/>
                <a:cs typeface="Arial"/>
              </a:defRPr>
            </a:lvl4pPr>
            <a:lvl5pPr>
              <a:defRPr sz="1575" b="1">
                <a:solidFill>
                  <a:srgbClr val="263238"/>
                </a:solidFill>
                <a:latin typeface="Arial"/>
                <a:ea typeface="Arial"/>
                <a:cs typeface="Arial"/>
              </a:defRPr>
            </a:lvl5pPr>
            <a:lvl6pPr>
              <a:defRPr sz="1575" b="1">
                <a:solidFill>
                  <a:srgbClr val="263238"/>
                </a:solidFill>
                <a:latin typeface="Arial"/>
                <a:ea typeface="Arial"/>
                <a:cs typeface="Arial"/>
              </a:defRPr>
            </a:lvl6pPr>
            <a:lvl7pPr>
              <a:defRPr sz="1575" b="1">
                <a:solidFill>
                  <a:srgbClr val="263238"/>
                </a:solidFill>
                <a:latin typeface="Arial"/>
                <a:ea typeface="Arial"/>
                <a:cs typeface="Arial"/>
              </a:defRPr>
            </a:lvl7pPr>
            <a:lvl8pPr>
              <a:defRPr sz="1575" b="1">
                <a:solidFill>
                  <a:srgbClr val="263238"/>
                </a:solidFill>
                <a:latin typeface="Arial"/>
                <a:ea typeface="Arial"/>
                <a:cs typeface="Arial"/>
              </a:defRPr>
            </a:lvl8pPr>
            <a:lvl9pPr>
              <a:defRPr sz="1575" b="1">
                <a:solidFill>
                  <a:srgbClr val="263238"/>
                </a:solidFill>
                <a:latin typeface="Arial"/>
                <a:ea typeface="Arial"/>
                <a:cs typeface="Arial"/>
              </a:defRPr>
            </a:lvl9pPr>
          </a:lstStyle>
          <a:p xmlns:a="http://schemas.openxmlformats.org/drawingml/2006/main">
            <a:pPr>
              <a:defRPr sz="1575" b="1">
                <a:solidFill>
                  <a:srgbClr val="263238"/>
                </a:solidFill>
                <a:latin typeface="Arial"/>
                <a:ea typeface="Arial"/>
                <a:cs typeface="Arial"/>
              </a:defRPr>
            </a:pPr>
            <a:r>
              <a:rPr sz="1575" b="1">
                <a:solidFill>
                  <a:srgbClr val="263238"/>
                </a:solidFill>
                <a:latin typeface="Arial"/>
                <a:ea typeface="Arial"/>
                <a:cs typeface="Arial"/>
              </a:rPr>
              <a:t>(d) PM2.5 2000</a:t>
            </a:r>
          </a:p>
        </p:txBody>
      </p:sp>
      <p:graphicFrame>
        <p:nvGraphicFramePr>
          <p:cNvPr id="8" name="Chart">
            <a:extLst xmlns:a="http://schemas.openxmlformats.org/drawingml/2006/main">
              <a:ext uri="{FF2B5EF4-FFF2-40B4-BE49-F238E27FC236}">
                <a16:creationId xmlns:a16="http://schemas.microsoft.com/office/drawing/2014/main" id="{DB2CC165-43ED-414B-B65A-2E2840C9A9F6}"/>
              </a:ext>
            </a:extLst>
          </p:cNvPr>
          <p:cNvGraphicFramePr/>
          <p:nvPr/>
        </p:nvGraphicFramePr>
        <p:xfrm>
          <a:off xmlns:a="http://schemas.openxmlformats.org/drawingml/2006/main" x="8591550" y="342900"/>
          <a:ext xmlns:a="http://schemas.openxmlformats.org/drawingml/2006/main" cx="2781300" cy="3086100"/>
        </p:xfrm>
        <a:graphic xmlns:a="http://schemas.openxmlformats.org/drawingml/2006/main">
          <a:graphicData uri="http://schemas.openxmlformats.org/drawingml/2006/chart">
            <c:chart xmlns:r="http://schemas.openxmlformats.org/officeDocument/2006/relationships" xmlns:c="http://schemas.openxmlformats.org/drawingml/2006/chart" r:id="R9d0cbc572bda4ed6"/>
          </a:graphicData>
        </a:graphic>
      </p:graphicFrame>
      <p:sp>
        <p:nvSpPr>
          <p:cNvPr id="9" name="(e) Ring">
            <a:extLst xmlns:a="http://schemas.openxmlformats.org/drawingml/2006/main">
              <a:ext uri="{FF2B5EF4-FFF2-40B4-BE49-F238E27FC236}">
                <a16:creationId xmlns:a16="http://schemas.microsoft.com/office/drawing/2014/main" id="{DAE57088-B589-441C-9FE5-713979A31647}"/>
              </a:ext>
            </a:extLst>
          </p:cNvPr>
          <p:cNvSpPr>
            <a:spLocks xmlns:a="http://schemas.openxmlformats.org/drawingml/2006/main" noGrp="1"/>
          </p:cNvSpPr>
          <p:nvPr/>
        </p:nvSpPr>
        <p:spPr>
          <a:xfrm xmlns:a="http://schemas.openxmlformats.org/drawingml/2006/main">
            <a:off x="11582400" y="47625"/>
            <a:ext cx="2667000" cy="26670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oAutofit/>
          </a:bodyPr>
          <a:lstStyle xmlns:a="http://schemas.openxmlformats.org/drawingml/2006/main">
            <a:defPPr>
              <a:defRPr sz="1575" b="1">
                <a:solidFill>
                  <a:srgbClr val="263238"/>
                </a:solidFill>
                <a:latin typeface="Arial"/>
                <a:ea typeface="Arial"/>
                <a:cs typeface="Arial"/>
              </a:defRPr>
            </a:defPPr>
            <a:lvl1pPr>
              <a:defRPr sz="1575" b="1">
                <a:solidFill>
                  <a:srgbClr val="263238"/>
                </a:solidFill>
                <a:latin typeface="Arial"/>
                <a:ea typeface="Arial"/>
                <a:cs typeface="Arial"/>
              </a:defRPr>
            </a:lvl1pPr>
            <a:lvl2pPr>
              <a:defRPr sz="1575" b="1">
                <a:solidFill>
                  <a:srgbClr val="263238"/>
                </a:solidFill>
                <a:latin typeface="Arial"/>
                <a:ea typeface="Arial"/>
                <a:cs typeface="Arial"/>
              </a:defRPr>
            </a:lvl2pPr>
            <a:lvl3pPr>
              <a:defRPr sz="1575" b="1">
                <a:solidFill>
                  <a:srgbClr val="263238"/>
                </a:solidFill>
                <a:latin typeface="Arial"/>
                <a:ea typeface="Arial"/>
                <a:cs typeface="Arial"/>
              </a:defRPr>
            </a:lvl3pPr>
            <a:lvl4pPr>
              <a:defRPr sz="1575" b="1">
                <a:solidFill>
                  <a:srgbClr val="263238"/>
                </a:solidFill>
                <a:latin typeface="Arial"/>
                <a:ea typeface="Arial"/>
                <a:cs typeface="Arial"/>
              </a:defRPr>
            </a:lvl4pPr>
            <a:lvl5pPr>
              <a:defRPr sz="1575" b="1">
                <a:solidFill>
                  <a:srgbClr val="263238"/>
                </a:solidFill>
                <a:latin typeface="Arial"/>
                <a:ea typeface="Arial"/>
                <a:cs typeface="Arial"/>
              </a:defRPr>
            </a:lvl5pPr>
            <a:lvl6pPr>
              <a:defRPr sz="1575" b="1">
                <a:solidFill>
                  <a:srgbClr val="263238"/>
                </a:solidFill>
                <a:latin typeface="Arial"/>
                <a:ea typeface="Arial"/>
                <a:cs typeface="Arial"/>
              </a:defRPr>
            </a:lvl6pPr>
            <a:lvl7pPr>
              <a:defRPr sz="1575" b="1">
                <a:solidFill>
                  <a:srgbClr val="263238"/>
                </a:solidFill>
                <a:latin typeface="Arial"/>
                <a:ea typeface="Arial"/>
                <a:cs typeface="Arial"/>
              </a:defRPr>
            </a:lvl7pPr>
            <a:lvl8pPr>
              <a:defRPr sz="1575" b="1">
                <a:solidFill>
                  <a:srgbClr val="263238"/>
                </a:solidFill>
                <a:latin typeface="Arial"/>
                <a:ea typeface="Arial"/>
                <a:cs typeface="Arial"/>
              </a:defRPr>
            </a:lvl8pPr>
            <a:lvl9pPr>
              <a:defRPr sz="1575" b="1">
                <a:solidFill>
                  <a:srgbClr val="263238"/>
                </a:solidFill>
                <a:latin typeface="Arial"/>
                <a:ea typeface="Arial"/>
                <a:cs typeface="Arial"/>
              </a:defRPr>
            </a:lvl9pPr>
          </a:lstStyle>
          <a:p xmlns:a="http://schemas.openxmlformats.org/drawingml/2006/main">
            <a:pPr>
              <a:defRPr sz="1575" b="1">
                <a:solidFill>
                  <a:srgbClr val="263238"/>
                </a:solidFill>
                <a:latin typeface="Arial"/>
                <a:ea typeface="Arial"/>
                <a:cs typeface="Arial"/>
              </a:defRPr>
            </a:pPr>
            <a:r>
              <a:rPr sz="1575" b="1">
                <a:solidFill>
                  <a:srgbClr val="263238"/>
                </a:solidFill>
                <a:latin typeface="Arial"/>
                <a:ea typeface="Arial"/>
                <a:cs typeface="Arial"/>
              </a:rPr>
              <a:t>(e) Ring</a:t>
            </a:r>
          </a:p>
        </p:txBody>
      </p:sp>
      <p:graphicFrame>
        <p:nvGraphicFramePr>
          <p:cNvPr id="10" name="Chart">
            <a:extLst xmlns:a="http://schemas.openxmlformats.org/drawingml/2006/main">
              <a:ext uri="{FF2B5EF4-FFF2-40B4-BE49-F238E27FC236}">
                <a16:creationId xmlns:a16="http://schemas.microsoft.com/office/drawing/2014/main" id="{5A691885-0B75-4E33-B854-8E4A00ED7D6A}"/>
              </a:ext>
            </a:extLst>
          </p:cNvPr>
          <p:cNvGraphicFramePr/>
          <p:nvPr/>
        </p:nvGraphicFramePr>
        <p:xfrm>
          <a:off xmlns:a="http://schemas.openxmlformats.org/drawingml/2006/main" x="11430000" y="342900"/>
          <a:ext xmlns:a="http://schemas.openxmlformats.org/drawingml/2006/main" cx="2781300" cy="3086100"/>
        </p:xfrm>
        <a:graphic xmlns:a="http://schemas.openxmlformats.org/drawingml/2006/main">
          <a:graphicData uri="http://schemas.openxmlformats.org/drawingml/2006/chart">
            <c:chart xmlns:r="http://schemas.openxmlformats.org/officeDocument/2006/relationships" xmlns:c="http://schemas.openxmlformats.org/drawingml/2006/chart" r:id="R5b4d00c5d1454383"/>
          </a:graphicData>
        </a:graphic>
      </p:graphicFrame>
      <p:sp>
        <p:nvSpPr>
          <p:cNvPr id="11" name="Blue: exact frontier F    Gray dashed: certified bound Φ    Green">
            <a:extLst xmlns:a="http://schemas.openxmlformats.org/drawingml/2006/main">
              <a:ext uri="{FF2B5EF4-FFF2-40B4-BE49-F238E27FC236}">
                <a16:creationId xmlns:a16="http://schemas.microsoft.com/office/drawing/2014/main" id="{0DB38C68-F734-482F-9F2E-D4D03EAEF09F}"/>
              </a:ext>
            </a:extLst>
          </p:cNvPr>
          <p:cNvSpPr>
            <a:spLocks xmlns:a="http://schemas.openxmlformats.org/drawingml/2006/main" noGrp="1"/>
          </p:cNvSpPr>
          <p:nvPr/>
        </p:nvSpPr>
        <p:spPr>
          <a:xfrm xmlns:a="http://schemas.openxmlformats.org/drawingml/2006/main">
            <a:off x="1238250" y="3514725"/>
            <a:ext cx="12382500" cy="26670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oAutofit/>
          </a:bodyPr>
          <a:lstStyle xmlns:a="http://schemas.openxmlformats.org/drawingml/2006/main">
            <a:defPPr>
              <a:defRPr sz="1425" b="0">
                <a:solidFill>
                  <a:srgbClr val="263238"/>
                </a:solidFill>
                <a:latin typeface="Arial"/>
                <a:ea typeface="Arial"/>
                <a:cs typeface="Arial"/>
              </a:defRPr>
            </a:defPPr>
            <a:lvl1pPr>
              <a:defRPr sz="1425" b="0">
                <a:solidFill>
                  <a:srgbClr val="263238"/>
                </a:solidFill>
                <a:latin typeface="Arial"/>
                <a:ea typeface="Arial"/>
                <a:cs typeface="Arial"/>
              </a:defRPr>
            </a:lvl1pPr>
            <a:lvl2pPr>
              <a:defRPr sz="1425" b="0">
                <a:solidFill>
                  <a:srgbClr val="263238"/>
                </a:solidFill>
                <a:latin typeface="Arial"/>
                <a:ea typeface="Arial"/>
                <a:cs typeface="Arial"/>
              </a:defRPr>
            </a:lvl2pPr>
            <a:lvl3pPr>
              <a:defRPr sz="1425" b="0">
                <a:solidFill>
                  <a:srgbClr val="263238"/>
                </a:solidFill>
                <a:latin typeface="Arial"/>
                <a:ea typeface="Arial"/>
                <a:cs typeface="Arial"/>
              </a:defRPr>
            </a:lvl3pPr>
            <a:lvl4pPr>
              <a:defRPr sz="1425" b="0">
                <a:solidFill>
                  <a:srgbClr val="263238"/>
                </a:solidFill>
                <a:latin typeface="Arial"/>
                <a:ea typeface="Arial"/>
                <a:cs typeface="Arial"/>
              </a:defRPr>
            </a:lvl4pPr>
            <a:lvl5pPr>
              <a:defRPr sz="1425" b="0">
                <a:solidFill>
                  <a:srgbClr val="263238"/>
                </a:solidFill>
                <a:latin typeface="Arial"/>
                <a:ea typeface="Arial"/>
                <a:cs typeface="Arial"/>
              </a:defRPr>
            </a:lvl5pPr>
            <a:lvl6pPr>
              <a:defRPr sz="1425" b="0">
                <a:solidFill>
                  <a:srgbClr val="263238"/>
                </a:solidFill>
                <a:latin typeface="Arial"/>
                <a:ea typeface="Arial"/>
                <a:cs typeface="Arial"/>
              </a:defRPr>
            </a:lvl6pPr>
            <a:lvl7pPr>
              <a:defRPr sz="1425" b="0">
                <a:solidFill>
                  <a:srgbClr val="263238"/>
                </a:solidFill>
                <a:latin typeface="Arial"/>
                <a:ea typeface="Arial"/>
                <a:cs typeface="Arial"/>
              </a:defRPr>
            </a:lvl7pPr>
            <a:lvl8pPr>
              <a:defRPr sz="1425" b="0">
                <a:solidFill>
                  <a:srgbClr val="263238"/>
                </a:solidFill>
                <a:latin typeface="Arial"/>
                <a:ea typeface="Arial"/>
                <a:cs typeface="Arial"/>
              </a:defRPr>
            </a:lvl8pPr>
            <a:lvl9pPr>
              <a:defRPr sz="1425" b="0">
                <a:solidFill>
                  <a:srgbClr val="263238"/>
                </a:solidFill>
                <a:latin typeface="Arial"/>
                <a:ea typeface="Arial"/>
                <a:cs typeface="Arial"/>
              </a:defRPr>
            </a:lvl9pPr>
          </a:lstStyle>
          <a:p xmlns:a="http://schemas.openxmlformats.org/drawingml/2006/main">
            <a:pPr>
              <a:defRPr sz="1425" b="0">
                <a:solidFill>
                  <a:srgbClr val="263238"/>
                </a:solidFill>
                <a:latin typeface="Arial"/>
                <a:ea typeface="Arial"/>
                <a:cs typeface="Arial"/>
              </a:defRPr>
            </a:pPr>
            <a:r>
              <a:rPr sz="1425" b="0">
                <a:solidFill>
                  <a:srgbClr val="263238"/>
                </a:solidFill>
                <a:latin typeface="Arial"/>
                <a:ea typeface="Arial"/>
                <a:cs typeface="Arial"/>
              </a:rPr>
              <a:t>Blue: exact frontier F    Gray dashed: certified bound Φ    Green: optimal / LCA working points</a:t>
            </a:r>
          </a:p>
        </p:txBody>
      </p:sp>
      <p:sp>
        <p:nvSpPr>
          <p:cNvPr id="12" name="Working points: P, R2, R20, R∞. Horizontal segments show filling ">
            <a:extLst xmlns:a="http://schemas.openxmlformats.org/drawingml/2006/main">
              <a:ext uri="{FF2B5EF4-FFF2-40B4-BE49-F238E27FC236}">
                <a16:creationId xmlns:a16="http://schemas.microsoft.com/office/drawing/2014/main" id="{8B0B0C73-CF75-4B86-9496-8A6518D7AA6F}"/>
              </a:ext>
            </a:extLst>
          </p:cNvPr>
          <p:cNvSpPr>
            <a:spLocks xmlns:a="http://schemas.openxmlformats.org/drawingml/2006/main" noGrp="1"/>
          </p:cNvSpPr>
          <p:nvPr/>
        </p:nvSpPr>
        <p:spPr>
          <a:xfrm xmlns:a="http://schemas.openxmlformats.org/drawingml/2006/main">
            <a:off x="1952625" y="3876675"/>
            <a:ext cx="10763250" cy="238125"/>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oAutofit/>
          </a:bodyPr>
          <a:lstStyle xmlns:a="http://schemas.openxmlformats.org/drawingml/2006/main">
            <a:defPPr>
              <a:defRPr sz="1275" b="0">
                <a:solidFill>
                  <a:srgbClr val="263238"/>
                </a:solidFill>
                <a:latin typeface="Arial"/>
                <a:ea typeface="Arial"/>
                <a:cs typeface="Arial"/>
              </a:defRPr>
            </a:defPPr>
            <a:lvl1pPr>
              <a:defRPr sz="1275" b="0">
                <a:solidFill>
                  <a:srgbClr val="263238"/>
                </a:solidFill>
                <a:latin typeface="Arial"/>
                <a:ea typeface="Arial"/>
                <a:cs typeface="Arial"/>
              </a:defRPr>
            </a:lvl1pPr>
            <a:lvl2pPr>
              <a:defRPr sz="1275" b="0">
                <a:solidFill>
                  <a:srgbClr val="263238"/>
                </a:solidFill>
                <a:latin typeface="Arial"/>
                <a:ea typeface="Arial"/>
                <a:cs typeface="Arial"/>
              </a:defRPr>
            </a:lvl2pPr>
            <a:lvl3pPr>
              <a:defRPr sz="1275" b="0">
                <a:solidFill>
                  <a:srgbClr val="263238"/>
                </a:solidFill>
                <a:latin typeface="Arial"/>
                <a:ea typeface="Arial"/>
                <a:cs typeface="Arial"/>
              </a:defRPr>
            </a:lvl3pPr>
            <a:lvl4pPr>
              <a:defRPr sz="1275" b="0">
                <a:solidFill>
                  <a:srgbClr val="263238"/>
                </a:solidFill>
                <a:latin typeface="Arial"/>
                <a:ea typeface="Arial"/>
                <a:cs typeface="Arial"/>
              </a:defRPr>
            </a:lvl4pPr>
            <a:lvl5pPr>
              <a:defRPr sz="1275" b="0">
                <a:solidFill>
                  <a:srgbClr val="263238"/>
                </a:solidFill>
                <a:latin typeface="Arial"/>
                <a:ea typeface="Arial"/>
                <a:cs typeface="Arial"/>
              </a:defRPr>
            </a:lvl5pPr>
            <a:lvl6pPr>
              <a:defRPr sz="1275" b="0">
                <a:solidFill>
                  <a:srgbClr val="263238"/>
                </a:solidFill>
                <a:latin typeface="Arial"/>
                <a:ea typeface="Arial"/>
                <a:cs typeface="Arial"/>
              </a:defRPr>
            </a:lvl6pPr>
            <a:lvl7pPr>
              <a:defRPr sz="1275" b="0">
                <a:solidFill>
                  <a:srgbClr val="263238"/>
                </a:solidFill>
                <a:latin typeface="Arial"/>
                <a:ea typeface="Arial"/>
                <a:cs typeface="Arial"/>
              </a:defRPr>
            </a:lvl7pPr>
            <a:lvl8pPr>
              <a:defRPr sz="1275" b="0">
                <a:solidFill>
                  <a:srgbClr val="263238"/>
                </a:solidFill>
                <a:latin typeface="Arial"/>
                <a:ea typeface="Arial"/>
                <a:cs typeface="Arial"/>
              </a:defRPr>
            </a:lvl8pPr>
            <a:lvl9pPr>
              <a:defRPr sz="1275" b="0">
                <a:solidFill>
                  <a:srgbClr val="263238"/>
                </a:solidFill>
                <a:latin typeface="Arial"/>
                <a:ea typeface="Arial"/>
                <a:cs typeface="Arial"/>
              </a:defRPr>
            </a:lvl9pPr>
          </a:lstStyle>
          <a:p xmlns:a="http://schemas.openxmlformats.org/drawingml/2006/main">
            <a:pPr>
              <a:defRPr sz="1275" b="0">
                <a:solidFill>
                  <a:srgbClr val="263238"/>
                </a:solidFill>
                <a:latin typeface="Arial"/>
                <a:ea typeface="Arial"/>
                <a:cs typeface="Arial"/>
              </a:defRPr>
            </a:pPr>
            <a:r>
              <a:rPr sz="1275" b="0">
                <a:solidFill>
                  <a:srgbClr val="263238"/>
                </a:solidFill>
                <a:latin typeface="Arial"/>
                <a:ea typeface="Arial"/>
                <a:cs typeface="Arial"/>
              </a:rPr>
              <a:t>Working points: P, R2, R20, R∞. Horizontal segments show filling savings for the same order.</a:t>
            </a:r>
          </a:p>
        </p:txBody>
      </p:sp>
    </p:spTree>
    <p:extLst>
      <p:ext uri="{BB962C8B-B14F-4D97-AF65-F5344CB8AC3E}">
        <p14:creationId xmlns:p14="http://schemas.microsoft.com/office/powerpoint/2010/main" val="1397913328"/>
      </p:ext>
    </p:extLst>
  </p:cSld>
</p:sld>
</file>

<file path=ppt/main_figures/Fig5/ppt/tableStyles.xml><?xml version="1.0" encoding="utf-8"?>
<a:tblStyleLst xmlns:a="http://schemas.openxmlformats.org/drawingml/2006/main" def="{5C22544A-7EE6-4342-B048-85BDC9FD1C3A}"/>
</file>

<file path=ppt/main_figures/Fig5/ppt/theme/theme1.xml><?xml version="1.0" encoding="utf-8"?>
<a:theme xmlns:a="http://schemas.openxmlformats.org/drawingml/2006/main" name="ChatGPT">
  <a:themeElements>
    <a:clrScheme name="ChatGPT">
      <a:dk1>
        <a:srgbClr val="000000"/>
      </a:dk1>
      <a:lt1>
        <a:srgbClr val="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
      <a:majorFont>
        <a:latin typeface="Arial"/>
        <a:ea typeface=""/>
        <a:cs typeface=""/>
      </a:majorFont>
      <a:minorFont>
        <a:latin typeface="Arial"/>
        <a:ea typeface=""/>
        <a:cs typeface=""/>
      </a:minorFont>
    </a:fontScheme>
    <a:fmtScheme name="ChatGPT">
      <a:fillStyleLst>
        <a:solidFill>
          <a:schemeClr val="phClr"/>
        </a:solidFill>
        <a:gradFill>
          <a:gsLst>
            <a:gs pos="0">
              <a:schemeClr val="phClr">
                <a:tint val="67000"/>
                <a:lumMod val="110000"/>
                <a:satMod val="105000"/>
              </a:schemeClr>
            </a:gs>
            <a:gs pos="50000">
              <a:schemeClr val="phClr">
                <a:tint val="73000"/>
                <a:lumMod val="105000"/>
                <a:satMod val="103000"/>
              </a:schemeClr>
            </a:gs>
            <a:gs pos="100000">
              <a:schemeClr val="phClr">
                <a:tint val="81000"/>
                <a:lumMod val="105000"/>
                <a:satMod val="109000"/>
              </a:schemeClr>
            </a:gs>
          </a:gsLst>
          <a:lin ang="5400000" scaled="0"/>
        </a:gradFill>
        <a:gradFill>
          <a:gsLst>
            <a:gs pos="0">
              <a:schemeClr val="phClr">
                <a:tint val="94000"/>
                <a:lumMod val="102000"/>
                <a:satMod val="103000"/>
              </a:schemeClr>
            </a:gs>
            <a:gs pos="50000">
              <a:schemeClr val="phClr">
                <a:shade val="100000"/>
                <a:lumMod val="100000"/>
                <a:satMod val="110000"/>
              </a:schemeClr>
            </a:gs>
            <a:gs pos="100000">
              <a:schemeClr val="phClr">
                <a:shade val="78000"/>
                <a:lumMod val="99000"/>
                <a:satMod val="120000"/>
              </a:schemeClr>
            </a:gs>
          </a:gsLst>
          <a:lin ang="5400000" scaled="0"/>
        </a:gradFill>
      </a:fillStyleLst>
      <a:lnStyleLst>
        <a:ln w="12700">
          <a:solidFill>
            <a:schemeClr val="phClr"/>
          </a:solidFill>
          <a:prstDash val="solid"/>
        </a:ln>
        <a:ln w="19050">
          <a:solidFill>
            <a:schemeClr val="phClr"/>
          </a:solidFill>
          <a:prstDash val="solid"/>
        </a:ln>
        <a:ln w="25400">
          <a:solidFill>
            <a:schemeClr val="phClr"/>
          </a:solidFill>
          <a:prstDash val="solid"/>
        </a:ln>
      </a:lnStyleLst>
      <a:effectStyleLst>
        <a:effectStyle>
          <a:effectLst/>
        </a:effectStyle>
        <a:effectStyle>
          <a:effectLst/>
        </a:effectStyle>
        <a:effectStyle>
          <a:effectLst>
            <a:outerShdw blurRad="57150" dist="19050" dir="5400000">
              <a:srgbClr val="000000">
                <a:alpha val="16000"/>
              </a:srgbClr>
            </a:outerShdw>
          </a:effectLst>
        </a:effectStyle>
        <a:effectStyle>
          <a:effectLst>
            <a:outerShdw blurRad="19050" dist="9525" dir="5400000">
              <a:srgbClr val="000000">
                <a:alpha val="6000"/>
              </a:srgbClr>
            </a:outerShdw>
          </a:effectLst>
        </a:effectStyle>
        <a:effectStyle>
          <a:effectLst>
            <a:outerShdw blurRad="28575" dist="9525" dir="5400000">
              <a:srgbClr val="000000">
                <a:alpha val="8000"/>
              </a:srgbClr>
            </a:outerShdw>
          </a:effectLst>
        </a:effectStyle>
        <a:effectStyle>
          <a:effectLst>
            <a:outerShdw blurRad="57150" dist="19050" dir="5400000">
              <a:srgbClr val="000000">
                <a:alpha val="10000"/>
              </a:srgbClr>
            </a:outerShdw>
          </a:effectLst>
        </a:effectStyle>
        <a:effectStyle>
          <a:effectLst>
            <a:outerShdw blurRad="114300" dist="38100" dir="5400000">
              <a:srgbClr val="000000">
                <a:alpha val="12000"/>
              </a:srgbClr>
            </a:outerShdw>
          </a:effectLst>
        </a:effectStyle>
        <a:effectStyle>
          <a:effectLst>
            <a:outerShdw blurRad="171450" dist="57150" dir="5400000">
              <a:srgbClr val="000000">
                <a:alpha val="16000"/>
              </a:srgbClr>
            </a:outerShdw>
          </a:effectLst>
        </a:effectStyle>
        <a:effectStyle>
          <a:effectLst>
            <a:outerShdw blurRad="266700" dist="95250" dir="5400000">
              <a:srgbClr val="000000">
                <a:alpha val="24000"/>
              </a:srgbClr>
            </a:outerShdw>
          </a:effectLst>
        </a:effectStyle>
      </a:effectStyleLst>
      <a:bgFillStyleLst>
        <a:solidFill>
          <a:schemeClr val="phClr"/>
        </a:solidFill>
        <a:solidFill>
          <a:schemeClr val="phClr">
            <a:tint val="95000"/>
            <a:satMod val="170000"/>
          </a:schemeClr>
        </a:solidFill>
        <a:gradFill>
          <a:gsLst>
            <a:gs pos="0">
              <a:schemeClr val="phClr">
                <a:tint val="93000"/>
                <a:shade val="98000"/>
                <a:lumMod val="102000"/>
                <a:satMod val="150000"/>
              </a:schemeClr>
            </a:gs>
            <a:gs pos="50000">
              <a:schemeClr val="phClr">
                <a:tint val="98000"/>
                <a:shade val="90000"/>
                <a:lumMod val="103000"/>
                <a:satMod val="130000"/>
              </a:schemeClr>
            </a:gs>
            <a:gs pos="100000">
              <a:schemeClr val="phClr">
                <a:shade val="63000"/>
                <a:satMod val="120000"/>
              </a:schemeClr>
            </a:gs>
          </a:gsLst>
          <a:lin ang="5400000" scaled="0"/>
        </a:gradFill>
      </a:bgFillStyleLst>
    </a:fmtScheme>
  </a:themeElements>
</a:theme>
</file>

<file path=ppt/main_figures/Fig6/docProps/app.xml><?xml version="1.0" encoding="utf-8"?>
<ap:Properties xmlns:ap="http://schemas.openxmlformats.org/officeDocument/2006/extended-properties">
  <ap:Application>Walnut Exporter</ap:Application>
  <ap:PresentationFormat>Converted Presentation</ap:PresentationFormat>
  <ap:Slides>0</ap:Slides>
  <ap:Notes>0</ap:Notes>
  <ap:HiddenSlides>0</ap:HiddenSlides>
  <ap:SharedDoc>false</ap:SharedDoc>
  <ap:DocSecurity>0</ap:DocSecurity>
</ap:Properties>
</file>

<file path=ppt/main_figures/Fig6/docProps/core.xml><?xml version="1.0" encoding="utf-8"?>
<coreProperties xmlns:dc="http://purl.org/dc/elements/1.1/" xmlns:dcterms="http://purl.org/dc/terms/" xmlns:xsi="http://www.w3.org/2001/XMLSchema-instance" xmlns="http://schemas.openxmlformats.org/package/2006/metadata/core-properties">
  <dc:creator>Walnut Exporter</dc:creator>
  <lastModifiedBy>Walnut Exporter</lastModifiedBy>
  <dc:title>Presentation</dc:title>
  <dcterms:created xsi:type="dcterms:W3CDTF">2026-10-22T02:56:04.2520000Z</dcterms:created>
  <dcterms:modified xsi:type="dcterms:W3CDTF">2026-10-22T02:56:04.2520000Z</dcterms:modified>
</coreProperties>
</file>

<file path=ppt/main_figures/Fig6/ppt/_rels/presentation.xml.rels><?xml version='1.0' encoding='utf-8'?>
<Relationships xmlns="http://schemas.openxmlformats.org/package/2006/relationships"><Relationship Type="http://schemas.openxmlformats.org/officeDocument/2006/relationships/theme" Target="/ppt/main_figures/Fig6/ppt/theme/theme1.xml" Id="Rbb35f7b5dc4c4e5d" /><Relationship Type="http://schemas.openxmlformats.org/officeDocument/2006/relationships/slideMaster" Target="/ppt/main_figures/Fig6/ppt/slideMasters/slideMaster1.xml" Id="R535d19a4c00c4951" /><Relationship Type="http://schemas.openxmlformats.org/officeDocument/2006/relationships/notesMaster" Target="/ppt/main_figures/Fig6/ppt/notesMasters/notesMaster1.xml" Id="Rc691a7165cd04223" /><Relationship Type="http://schemas.openxmlformats.org/officeDocument/2006/relationships/presProps" Target="/ppt/main_figures/Fig6/ppt/presProps.xml" Id="Rea45f6e50ca541c0" /><Relationship Type="http://schemas.openxmlformats.org/officeDocument/2006/relationships/tableStyles" Target="/ppt/main_figures/Fig6/ppt/tableStyles.xml" Id="R7944c1ea2f7940cb" /><Relationship Type="http://schemas.openxmlformats.org/officeDocument/2006/relationships/slide" Target="/ppt/main_figures/Fig6/ppt/slides/slide1.xml" Id="Rdee33eb02598469d" /></Relationships>
</file>

<file path=ppt/main_figures/Fig6/ppt/notesMasters/_rels/notesMaster1.xml.rels><?xml version='1.0' encoding='utf-8'?>
<Relationships xmlns="http://schemas.openxmlformats.org/package/2006/relationships"><Relationship Type="http://schemas.openxmlformats.org/officeDocument/2006/relationships/theme" Target="/ppt/main_figures/Fig6/ppt/notesMasters/theme/theme3.xml" Id="R4d318a1feaae4b59" /></Relationships>
</file>

<file path=ppt/main_figures/Fig6/ppt/notesMasters/notesMaster1.xml><?xml version="1.0" encoding="utf-8"?>
<p:notesMaster xmlns:p="http://schemas.openxmlformats.org/presentationml/2006/main">
  <p:cSld>
    <p:bg>
      <p:bgRef idx="1001">
        <a:schemeClr xmlns:a="http://schemas.openxmlformats.org/drawingml/2006/main" val="bg1"/>
      </p:bgRef>
    </p:bg>
    <p:spTree>
      <p:nvGrpSpPr>
        <p:cNvPr id="1" name=""/>
        <p:cNvGrpSpPr/>
        <p:nvPr/>
      </p:nvGrpSpPr>
      <p:grpSpPr>
        <a:xfrm xmlns:a="http://schemas.openxmlformats.org/drawingml/2006/main"/>
      </p:grpSpPr>
      <p:sp>
        <p:nvSpPr>
          <p:cNvPr id="2" name="Header Placeholder"/>
          <p:cNvSpPr/>
          <p:nvPr>
            <p:ph type="hdr" sz="quarter"/>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3" name="Date Placeholder"/>
          <p:cNvSpPr/>
          <p:nvPr>
            <p:ph type="dt" sz="quarter" idx="1"/>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4" name="Slide Image Placeholder"/>
          <p:cNvSpPr/>
          <p:nvPr>
            <p:ph type="sldImg" idx="2"/>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5" name="Notes Placeholder"/>
          <p:cNvSpPr/>
          <p:nvPr>
            <p:ph type="body" sz="quarter" idx="3"/>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6" name="Footer Placeholder"/>
          <p:cNvSpPr/>
          <p:nvPr>
            <p:ph type="ftr" sz="quarter" idx="4"/>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7" name="Slide Number Placeholder"/>
          <p:cNvSpPr/>
          <p:nvPr>
            <p:ph type="sldNum" sz="quarter" idx="5"/>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Tree>
  </p:cSld>
  <p:clrMap bg1="lt1" tx1="dk1" bg2="lt2" tx2="dk2" accent1="accent1" accent2="accent2" accent3="accent3" accent4="accent4" accent5="accent5" accent6="accent6" hlink="hlink" folHlink="folHlink"/>
  <p:notesStyle>
    <a:lvl1pPr xmlns:a="http://schemas.openxmlformats.org/drawingml/2006/main" marL="0" algn="l" defTabSz="914400" rtl="0" eaLnBrk="1" latinLnBrk="0" hangingPunct="1">
      <a:defRPr sz="1200" kern="1200"/>
    </a:lvl1pPr>
  </p:notesStyle>
</p:notesMaster>
</file>

<file path=ppt/main_figures/Fig6/ppt/notesMasters/theme/theme3.xml><?xml version="1.0" encoding="utf-8"?>
<a:theme xmlns:a="http://schemas.openxmlformats.org/drawingml/2006/main" name="ChatGPT">
  <a:themeElements>
    <a:clrScheme name="ChatGPT">
      <a:dk1>
        <a:srgbClr val="000000"/>
      </a:dk1>
      <a:lt1>
        <a:srgbClr val="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
      <a:majorFont>
        <a:latin typeface="Aptos"/>
        <a:ea typeface=""/>
        <a:cs typeface=""/>
      </a:majorFont>
      <a:minorFont>
        <a:latin typeface="Aptos"/>
        <a:ea typeface=""/>
        <a:cs typeface=""/>
      </a:minorFont>
    </a:fontScheme>
    <a:fmtScheme name="ChatGPT">
      <a:fillStyleLst>
        <a:solidFill>
          <a:schemeClr val="phClr"/>
        </a:solidFill>
        <a:gradFill>
          <a:gsLst>
            <a:gs pos="0">
              <a:schemeClr val="phClr">
                <a:tint val="67000"/>
                <a:lumMod val="110000"/>
                <a:satMod val="105000"/>
              </a:schemeClr>
            </a:gs>
            <a:gs pos="50000">
              <a:schemeClr val="phClr">
                <a:tint val="73000"/>
                <a:lumMod val="105000"/>
                <a:satMod val="103000"/>
              </a:schemeClr>
            </a:gs>
            <a:gs pos="100000">
              <a:schemeClr val="phClr">
                <a:tint val="81000"/>
                <a:lumMod val="105000"/>
                <a:satMod val="109000"/>
              </a:schemeClr>
            </a:gs>
          </a:gsLst>
          <a:lin ang="5400000" scaled="0"/>
        </a:gradFill>
        <a:gradFill>
          <a:gsLst>
            <a:gs pos="0">
              <a:schemeClr val="phClr">
                <a:tint val="94000"/>
                <a:lumMod val="102000"/>
                <a:satMod val="103000"/>
              </a:schemeClr>
            </a:gs>
            <a:gs pos="50000">
              <a:schemeClr val="phClr">
                <a:shade val="100000"/>
                <a:lumMod val="100000"/>
                <a:satMod val="110000"/>
              </a:schemeClr>
            </a:gs>
            <a:gs pos="100000">
              <a:schemeClr val="phClr">
                <a:shade val="78000"/>
                <a:lumMod val="99000"/>
                <a:satMod val="120000"/>
              </a:schemeClr>
            </a:gs>
          </a:gsLst>
          <a:lin ang="5400000" scaled="0"/>
        </a:gradFill>
      </a:fillStyleLst>
      <a:lnStyleLst>
        <a:ln w="12700">
          <a:solidFill>
            <a:schemeClr val="phClr"/>
          </a:solidFill>
          <a:prstDash val="solid"/>
        </a:ln>
        <a:ln w="19050">
          <a:solidFill>
            <a:schemeClr val="phClr"/>
          </a:solidFill>
          <a:prstDash val="solid"/>
        </a:ln>
        <a:ln w="25400">
          <a:solidFill>
            <a:schemeClr val="phClr"/>
          </a:solidFill>
          <a:prstDash val="solid"/>
        </a:ln>
      </a:lnStyleLst>
      <a:effectStyleLst>
        <a:effectStyle>
          <a:effectLst/>
        </a:effectStyle>
        <a:effectStyle>
          <a:effectLst/>
        </a:effectStyle>
        <a:effectStyle>
          <a:effectLst>
            <a:outerShdw blurRad="57150" dist="19050" dir="5400000">
              <a:srgbClr val="000000">
                <a:alpha val="16000"/>
              </a:srgbClr>
            </a:outerShdw>
          </a:effectLst>
        </a:effectStyle>
        <a:effectStyle>
          <a:effectLst>
            <a:outerShdw blurRad="19050" dist="9525" dir="5400000">
              <a:srgbClr val="000000">
                <a:alpha val="6000"/>
              </a:srgbClr>
            </a:outerShdw>
          </a:effectLst>
        </a:effectStyle>
        <a:effectStyle>
          <a:effectLst>
            <a:outerShdw blurRad="28575" dist="9525" dir="5400000">
              <a:srgbClr val="000000">
                <a:alpha val="8000"/>
              </a:srgbClr>
            </a:outerShdw>
          </a:effectLst>
        </a:effectStyle>
        <a:effectStyle>
          <a:effectLst>
            <a:outerShdw blurRad="57150" dist="19050" dir="5400000">
              <a:srgbClr val="000000">
                <a:alpha val="10000"/>
              </a:srgbClr>
            </a:outerShdw>
          </a:effectLst>
        </a:effectStyle>
        <a:effectStyle>
          <a:effectLst>
            <a:outerShdw blurRad="114300" dist="38100" dir="5400000">
              <a:srgbClr val="000000">
                <a:alpha val="12000"/>
              </a:srgbClr>
            </a:outerShdw>
          </a:effectLst>
        </a:effectStyle>
        <a:effectStyle>
          <a:effectLst>
            <a:outerShdw blurRad="171450" dist="57150" dir="5400000">
              <a:srgbClr val="000000">
                <a:alpha val="16000"/>
              </a:srgbClr>
            </a:outerShdw>
          </a:effectLst>
        </a:effectStyle>
        <a:effectStyle>
          <a:effectLst>
            <a:outerShdw blurRad="266700" dist="95250" dir="5400000">
              <a:srgbClr val="000000">
                <a:alpha val="24000"/>
              </a:srgbClr>
            </a:outerShdw>
          </a:effectLst>
        </a:effectStyle>
      </a:effectStyleLst>
      <a:bgFillStyleLst>
        <a:solidFill>
          <a:schemeClr val="phClr"/>
        </a:solidFill>
        <a:solidFill>
          <a:schemeClr val="phClr">
            <a:tint val="95000"/>
            <a:satMod val="170000"/>
          </a:schemeClr>
        </a:solidFill>
        <a:gradFill>
          <a:gsLst>
            <a:gs pos="0">
              <a:schemeClr val="phClr">
                <a:tint val="93000"/>
                <a:shade val="98000"/>
                <a:lumMod val="102000"/>
                <a:satMod val="150000"/>
              </a:schemeClr>
            </a:gs>
            <a:gs pos="50000">
              <a:schemeClr val="phClr">
                <a:tint val="98000"/>
                <a:shade val="90000"/>
                <a:lumMod val="103000"/>
                <a:satMod val="130000"/>
              </a:schemeClr>
            </a:gs>
            <a:gs pos="100000">
              <a:schemeClr val="phClr">
                <a:shade val="63000"/>
                <a:satMod val="120000"/>
              </a:schemeClr>
            </a:gs>
          </a:gsLst>
          <a:lin ang="5400000" scaled="0"/>
        </a:gradFill>
      </a:bgFillStyleLst>
    </a:fmtScheme>
  </a:themeElements>
</a:theme>
</file>

<file path=ppt/main_figures/Fig6/ppt/notesSlides/_rels/notesSlide1.xml.rels><?xml version='1.0' encoding='utf-8'?>
<Relationships xmlns="http://schemas.openxmlformats.org/package/2006/relationships"><Relationship Type="http://schemas.openxmlformats.org/officeDocument/2006/relationships/slide" Target="/ppt/main_figures/Fig6/ppt/slides/slide1.xml" Id="R77f4dddb810248a5" /><Relationship Type="http://schemas.openxmlformats.org/officeDocument/2006/relationships/notesMaster" Target="/ppt/main_figures/Fig6/ppt/notesMasters/notesMaster1.xml" Id="R810808c9c9964dd8" /></Relationships>
</file>

<file path=ppt/main_figures/Fig6/ppt/notesSlides/notesSlide1.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Source: /Users/lele/Desktop/MergeTreeMaps/03-figures/pdf/three_method_position_comparison/bisector_highres_x_three_methods.npz; SHA256 676c5d3b4c323d7cfbcd1b735e8bf63c0cba7955fa5dbcd25e1d4ed3c48afb6f. Six source frames 0,12,25,38,51,63 and all three saved full 64-frame scalar maps restored. No experiment or smoothing rerun. Common fixed scalar range [0,1.05]. A/B/C source rings and d-axis symbols reproduce the original scalar peak colors sampled from the saved source image: {"A":"#ECE51B","B":"#FDE725","C":"#D9E219"}. No blue/orange/green categorical identity colors. Symbol radii 4.4/6.1/7.8 px differentiate identities only, not quantities. Black dashed source-to-axis links are exact x projections. TMTM/ST-MTM use their original native spans normalized to [0,1]. RG-MTM-R uses source x [0,120]. Source fields, Gaussian widths and scalar maps are unchanged. Scalar layers are raster evidence; all markers, links, axes and black Arial labels are native editable objects. This is a PPT/figure-only revision; manuscript files are intentionally unchanged.</a:t>
            </a: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main_figures/Fig6/ppt/presProps.xml><?xml version="1.0" encoding="utf-8"?>
<p:presentationPr xmlns:p="http://schemas.openxmlformats.org/presentationml/2006/main">
  <p:extLst>
    <p:ext xmlns:p14="http://schemas.microsoft.com/office/powerpoint/2010/main" uri="{E76CE94A-603C-4142-B9EB-6D1370010A27}">
      <p14:discardImageEditData val="0"/>
    </p:ext>
    <p:ext xmlns:p14="http://schemas.microsoft.com/office/powerpoint/2010/main" uri="{D31A062A-798A-4329-ABDD-BBA856620510}">
      <p14:defaultImageDpi val="32767"/>
    </p:ext>
    <p:ext xmlns:p15="http://schemas.microsoft.com/office/powerpoint/2012/main" uri="{FD5EFAAD-0ECE-453E-9831-46B23BE46B34}">
      <p15:chartTrackingRefBased val="1"/>
    </p:ext>
  </p:extLst>
</p:presentationPr>
</file>

<file path=ppt/main_figures/Fig6/ppt/presentation.xml><?xml version="1.0" encoding="utf-8"?>
<p:presentation xmlns:p="http://schemas.openxmlformats.org/presentationml/2006/main">
  <p:sldMasterIdLst>
    <p:sldMasterId xmlns:r="http://schemas.openxmlformats.org/officeDocument/2006/relationships" id="2147483648" r:id="R535d19a4c00c4951"/>
  </p:sldMasterIdLst>
  <p:notesMasterIdLst>
    <p:notesMasterId xmlns:r="http://schemas.openxmlformats.org/officeDocument/2006/relationships" r:id="Rc691a7165cd04223"/>
  </p:notesMasterIdLst>
  <p:sldIdLst>
    <p:sldId xmlns:r="http://schemas.openxmlformats.org/officeDocument/2006/relationships" id="256" r:id="Rdee33eb02598469d"/>
  </p:sldIdLst>
  <p:sldSz cx="12382500" cy="5943600"/>
  <p:notesSz cx="6858000" cy="9144000"/>
</p:presentation>
</file>

<file path=ppt/main_figures/Fig6/ppt/slideLayouts/_rels/slideLayout1.xml.rels><?xml version='1.0' encoding='utf-8'?>
<Relationships xmlns="http://schemas.openxmlformats.org/package/2006/relationships"><Relationship Type="http://schemas.openxmlformats.org/officeDocument/2006/relationships/slideMaster" Target="/ppt/main_figures/Fig6/ppt/slideMasters/slideMaster1.xml" Id="R09efcc6f35f54206" /></Relationships>
</file>

<file path=ppt/main_figures/Fig6/ppt/slideLayouts/_rels/slideLayout2.xml.rels><?xml version='1.0' encoding='utf-8'?>
<Relationships xmlns="http://schemas.openxmlformats.org/package/2006/relationships"><Relationship Type="http://schemas.openxmlformats.org/officeDocument/2006/relationships/slideMaster" Target="/ppt/main_figures/Fig6/ppt/slideMasters/slideMaster1.xml" Id="Rcc941f6b96f04068" /></Relationships>
</file>

<file path=ppt/main_figures/Fig6/ppt/slideLayouts/_rels/slideLayout3.xml.rels><?xml version='1.0' encoding='utf-8'?>
<Relationships xmlns="http://schemas.openxmlformats.org/package/2006/relationships"><Relationship Type="http://schemas.openxmlformats.org/officeDocument/2006/relationships/slideMaster" Target="/ppt/main_figures/Fig6/ppt/slideMasters/slideMaster1.xml" Id="R4d18f64c6f274938" /></Relationships>
</file>

<file path=ppt/main_figures/Fig6/ppt/slideLayouts/_rels/slideLayout4.xml.rels><?xml version='1.0' encoding='utf-8'?>
<Relationships xmlns="http://schemas.openxmlformats.org/package/2006/relationships"><Relationship Type="http://schemas.openxmlformats.org/officeDocument/2006/relationships/slideMaster" Target="/ppt/main_figures/Fig6/ppt/slideMasters/slideMaster1.xml" Id="Rbcface3e5fec42b6" /></Relationships>
</file>

<file path=ppt/main_figures/Fig6/ppt/slideLayouts/_rels/slideLayout5.xml.rels><?xml version='1.0' encoding='utf-8'?>
<Relationships xmlns="http://schemas.openxmlformats.org/package/2006/relationships"><Relationship Type="http://schemas.openxmlformats.org/officeDocument/2006/relationships/slideMaster" Target="/ppt/main_figures/Fig6/ppt/slideMasters/slideMaster1.xml" Id="Ra10b0e74a47d4fc9" /></Relationships>
</file>

<file path=ppt/main_figures/Fig6/ppt/slideLayouts/_rels/slideLayout6.xml.rels><?xml version='1.0' encoding='utf-8'?>
<Relationships xmlns="http://schemas.openxmlformats.org/package/2006/relationships"><Relationship Type="http://schemas.openxmlformats.org/officeDocument/2006/relationships/slideMaster" Target="/ppt/main_figures/Fig6/ppt/slideMasters/slideMaster1.xml" Id="R417aa97f38684866" /></Relationships>
</file>

<file path=ppt/main_figures/Fig6/ppt/slideLayouts/slideLayout1.xml><?xml version="1.0" encoding="utf-8"?>
<p:sldLayout xmlns:p="http://schemas.openxmlformats.org/presentationml/2006/main" type="title">
  <p:cSld name="Title Slide">
    <p:spTree>
      <p:nvGrpSpPr>
        <p:cNvPr id="1" name=""/>
        <p:cNvGrpSpPr/>
        <p:nvPr/>
      </p:nvGrpSpPr>
      <p:grpSpPr>
        <a:xfrm xmlns:a="http://schemas.openxmlformats.org/drawingml/2006/main"/>
      </p:grpSpPr>
      <p:sp>
        <p:nvSpPr>
          <p:cNvPr id="3" name="Title">
            <a:extLst xmlns:a="http://schemas.openxmlformats.org/drawingml/2006/main">
              <a:ext uri="{FF2B5EF4-FFF2-40B4-BE49-F238E27FC236}">
                <a16:creationId xmlns:a16="http://schemas.microsoft.com/office/drawing/2014/main" id="{9C8C8E71-1FBE-413C-80BA-9E05E4945851}"/>
              </a:ext>
            </a:extLst>
          </p:cNvPr>
          <p:cNvSpPr>
            <a:spLocks xmlns:a="http://schemas.openxmlformats.org/drawingml/2006/main" noGrp="1"/>
          </p:cNvSpPr>
          <p:nvPr>
            <p:ph type="title" idx="0"/>
          </p:nvPr>
        </p:nvSpPr>
        <p:spPr>
          <a:xfrm xmlns:a="http://schemas.openxmlformats.org/drawingml/2006/main">
            <a:off x="1280160" y="2302933"/>
            <a:ext cx="10241280" cy="880533"/>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ctr">
            <a:normAutofit/>
          </a:bodyPr>
          <a:lstStyle xmlns:a="http://schemas.openxmlformats.org/drawingml/2006/main">
            <a:defPPr algn="ctr">
              <a:defRPr sz="4267" b="1">
                <a:solidFill>
                  <a:schemeClr val="tx1"/>
                </a:solidFill>
                <a:latin typeface="+mj-lt"/>
                <a:ea typeface="+mj-lt"/>
                <a:cs typeface="+mj-lt"/>
              </a:defRPr>
            </a:defPPr>
            <a:lvl1pPr marL="0" indent="0" algn="ctr">
              <a:lnSpc>
                <a:spcPct val="110000"/>
              </a:lnSpc>
              <a:spcBef>
                <a:spcPts val="0"/>
              </a:spcBef>
              <a:spcAft>
                <a:spcPts val="0"/>
              </a:spcAft>
              <a:buNone/>
              <a:defRPr sz="4267" b="1">
                <a:solidFill>
                  <a:schemeClr val="tx1"/>
                </a:solidFill>
                <a:latin typeface="+mj-lt"/>
                <a:ea typeface="+mj-lt"/>
                <a:cs typeface="+mj-lt"/>
              </a:defRPr>
            </a:lvl1pPr>
            <a:lvl2pPr marL="0" indent="0" algn="ctr">
              <a:lnSpc>
                <a:spcPct val="110000"/>
              </a:lnSpc>
              <a:spcBef>
                <a:spcPts val="0"/>
              </a:spcBef>
              <a:spcAft>
                <a:spcPts val="0"/>
              </a:spcAft>
              <a:buNone/>
              <a:defRPr sz="4267" b="1">
                <a:solidFill>
                  <a:schemeClr val="tx1"/>
                </a:solidFill>
                <a:latin typeface="+mj-lt"/>
                <a:ea typeface="+mj-lt"/>
                <a:cs typeface="+mj-lt"/>
              </a:defRPr>
            </a:lvl2pPr>
            <a:lvl3pPr marL="0" indent="0" algn="ctr">
              <a:lnSpc>
                <a:spcPct val="110000"/>
              </a:lnSpc>
              <a:spcBef>
                <a:spcPts val="0"/>
              </a:spcBef>
              <a:spcAft>
                <a:spcPts val="0"/>
              </a:spcAft>
              <a:buNone/>
              <a:defRPr sz="4267" b="1">
                <a:solidFill>
                  <a:schemeClr val="tx1"/>
                </a:solidFill>
                <a:latin typeface="+mj-lt"/>
                <a:ea typeface="+mj-lt"/>
                <a:cs typeface="+mj-lt"/>
              </a:defRPr>
            </a:lvl3pPr>
            <a:lvl4pPr marL="0" indent="0" algn="ctr">
              <a:lnSpc>
                <a:spcPct val="110000"/>
              </a:lnSpc>
              <a:spcBef>
                <a:spcPts val="0"/>
              </a:spcBef>
              <a:spcAft>
                <a:spcPts val="0"/>
              </a:spcAft>
              <a:buNone/>
              <a:defRPr sz="4267" b="1">
                <a:solidFill>
                  <a:schemeClr val="tx1"/>
                </a:solidFill>
                <a:latin typeface="+mj-lt"/>
                <a:ea typeface="+mj-lt"/>
                <a:cs typeface="+mj-lt"/>
              </a:defRPr>
            </a:lvl4pPr>
            <a:lvl5pPr marL="0" indent="0" algn="ctr">
              <a:lnSpc>
                <a:spcPct val="110000"/>
              </a:lnSpc>
              <a:spcBef>
                <a:spcPts val="0"/>
              </a:spcBef>
              <a:spcAft>
                <a:spcPts val="0"/>
              </a:spcAft>
              <a:buNone/>
              <a:defRPr sz="4267" b="1">
                <a:solidFill>
                  <a:schemeClr val="tx1"/>
                </a:solidFill>
                <a:latin typeface="+mj-lt"/>
                <a:ea typeface="+mj-lt"/>
                <a:cs typeface="+mj-lt"/>
              </a:defRPr>
            </a:lvl5pPr>
            <a:lvl6pPr marL="0" indent="0" algn="ctr">
              <a:lnSpc>
                <a:spcPct val="110000"/>
              </a:lnSpc>
              <a:spcBef>
                <a:spcPts val="0"/>
              </a:spcBef>
              <a:spcAft>
                <a:spcPts val="0"/>
              </a:spcAft>
              <a:buNone/>
              <a:defRPr sz="4267" b="1">
                <a:solidFill>
                  <a:schemeClr val="tx1"/>
                </a:solidFill>
                <a:latin typeface="+mj-lt"/>
                <a:ea typeface="+mj-lt"/>
                <a:cs typeface="+mj-lt"/>
              </a:defRPr>
            </a:lvl6pPr>
            <a:lvl7pPr marL="0" indent="0" algn="ctr">
              <a:lnSpc>
                <a:spcPct val="110000"/>
              </a:lnSpc>
              <a:spcBef>
                <a:spcPts val="0"/>
              </a:spcBef>
              <a:spcAft>
                <a:spcPts val="0"/>
              </a:spcAft>
              <a:buNone/>
              <a:defRPr sz="4267" b="1">
                <a:solidFill>
                  <a:schemeClr val="tx1"/>
                </a:solidFill>
                <a:latin typeface="+mj-lt"/>
                <a:ea typeface="+mj-lt"/>
                <a:cs typeface="+mj-lt"/>
              </a:defRPr>
            </a:lvl7pPr>
            <a:lvl8pPr marL="0" indent="0" algn="ctr">
              <a:lnSpc>
                <a:spcPct val="110000"/>
              </a:lnSpc>
              <a:spcBef>
                <a:spcPts val="0"/>
              </a:spcBef>
              <a:spcAft>
                <a:spcPts val="0"/>
              </a:spcAft>
              <a:buNone/>
              <a:defRPr sz="4267" b="1">
                <a:solidFill>
                  <a:schemeClr val="tx1"/>
                </a:solidFill>
                <a:latin typeface="+mj-lt"/>
                <a:ea typeface="+mj-lt"/>
                <a:cs typeface="+mj-lt"/>
              </a:defRPr>
            </a:lvl8pPr>
            <a:lvl9pPr marL="0" indent="0" algn="ctr">
              <a:lnSpc>
                <a:spcPct val="110000"/>
              </a:lnSpc>
              <a:spcBef>
                <a:spcPts val="0"/>
              </a:spcBef>
              <a:spcAft>
                <a:spcPts val="0"/>
              </a:spcAft>
              <a:buNone/>
              <a:defRPr sz="4267" b="1">
                <a:solidFill>
                  <a:schemeClr val="tx1"/>
                </a:solidFill>
                <a:latin typeface="+mj-lt"/>
                <a:ea typeface="+mj-lt"/>
                <a:cs typeface="+mj-lt"/>
              </a:defRPr>
            </a:lvl9pPr>
          </a:lstStyle>
          <a:p xmlns:a="http://schemas.openxmlformats.org/drawingml/2006/main"/>
        </p:txBody>
      </p:sp>
      <p:sp>
        <p:nvSpPr>
          <p:cNvPr id="2" name="Subtitle">
            <a:extLst xmlns:a="http://schemas.openxmlformats.org/drawingml/2006/main">
              <a:ext uri="{FF2B5EF4-FFF2-40B4-BE49-F238E27FC236}">
                <a16:creationId xmlns:a16="http://schemas.microsoft.com/office/drawing/2014/main" id="{C773110D-F6C8-471B-8EB4-806D4C02D25B}"/>
              </a:ext>
            </a:extLst>
          </p:cNvPr>
          <p:cNvSpPr>
            <a:spLocks xmlns:a="http://schemas.openxmlformats.org/drawingml/2006/main" noGrp="1"/>
          </p:cNvSpPr>
          <p:nvPr>
            <p:ph type="subTitle" idx="1"/>
          </p:nvPr>
        </p:nvSpPr>
        <p:spPr>
          <a:xfrm xmlns:a="http://schemas.openxmlformats.org/drawingml/2006/main">
            <a:off x="1920240" y="3352800"/>
            <a:ext cx="8961120" cy="677333"/>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ctr">
            <a:normAutofit/>
          </a:bodyPr>
          <a:lstStyle xmlns:a="http://schemas.openxmlformats.org/drawingml/2006/main">
            <a:defPPr algn="ctr">
              <a:defRPr sz="1867" b="0">
                <a:solidFill>
                  <a:schemeClr val="tx1"/>
                </a:solidFill>
                <a:latin typeface="+mn-lt"/>
                <a:ea typeface="+mn-lt"/>
                <a:cs typeface="+mn-lt"/>
              </a:defRPr>
            </a:defPPr>
            <a:lvl1pPr marL="0" indent="0" algn="ctr">
              <a:lnSpc>
                <a:spcPct val="110000"/>
              </a:lnSpc>
              <a:spcBef>
                <a:spcPts val="0"/>
              </a:spcBef>
              <a:spcAft>
                <a:spcPts val="0"/>
              </a:spcAft>
              <a:buNone/>
              <a:defRPr sz="1867" b="0">
                <a:solidFill>
                  <a:schemeClr val="tx1"/>
                </a:solidFill>
                <a:latin typeface="+mn-lt"/>
                <a:ea typeface="+mn-lt"/>
                <a:cs typeface="+mn-lt"/>
              </a:defRPr>
            </a:lvl1pPr>
            <a:lvl2pPr marL="0" indent="0" algn="ctr">
              <a:lnSpc>
                <a:spcPct val="110000"/>
              </a:lnSpc>
              <a:spcBef>
                <a:spcPts val="0"/>
              </a:spcBef>
              <a:spcAft>
                <a:spcPts val="0"/>
              </a:spcAft>
              <a:buNone/>
              <a:defRPr sz="1867" b="0">
                <a:solidFill>
                  <a:schemeClr val="tx1"/>
                </a:solidFill>
                <a:latin typeface="+mn-lt"/>
                <a:ea typeface="+mn-lt"/>
                <a:cs typeface="+mn-lt"/>
              </a:defRPr>
            </a:lvl2pPr>
            <a:lvl3pPr marL="0" indent="0" algn="ctr">
              <a:lnSpc>
                <a:spcPct val="110000"/>
              </a:lnSpc>
              <a:spcBef>
                <a:spcPts val="0"/>
              </a:spcBef>
              <a:spcAft>
                <a:spcPts val="0"/>
              </a:spcAft>
              <a:buNone/>
              <a:defRPr sz="1867" b="0">
                <a:solidFill>
                  <a:schemeClr val="tx1"/>
                </a:solidFill>
                <a:latin typeface="+mn-lt"/>
                <a:ea typeface="+mn-lt"/>
                <a:cs typeface="+mn-lt"/>
              </a:defRPr>
            </a:lvl3pPr>
            <a:lvl4pPr marL="0" indent="0" algn="ctr">
              <a:lnSpc>
                <a:spcPct val="110000"/>
              </a:lnSpc>
              <a:spcBef>
                <a:spcPts val="0"/>
              </a:spcBef>
              <a:spcAft>
                <a:spcPts val="0"/>
              </a:spcAft>
              <a:buNone/>
              <a:defRPr sz="1867" b="0">
                <a:solidFill>
                  <a:schemeClr val="tx1"/>
                </a:solidFill>
                <a:latin typeface="+mn-lt"/>
                <a:ea typeface="+mn-lt"/>
                <a:cs typeface="+mn-lt"/>
              </a:defRPr>
            </a:lvl4pPr>
            <a:lvl5pPr marL="0" indent="0" algn="ctr">
              <a:lnSpc>
                <a:spcPct val="110000"/>
              </a:lnSpc>
              <a:spcBef>
                <a:spcPts val="0"/>
              </a:spcBef>
              <a:spcAft>
                <a:spcPts val="0"/>
              </a:spcAft>
              <a:buNone/>
              <a:defRPr sz="1867" b="0">
                <a:solidFill>
                  <a:schemeClr val="tx1"/>
                </a:solidFill>
                <a:latin typeface="+mn-lt"/>
                <a:ea typeface="+mn-lt"/>
                <a:cs typeface="+mn-lt"/>
              </a:defRPr>
            </a:lvl5pPr>
            <a:lvl6pPr marL="0" indent="0" algn="ctr">
              <a:lnSpc>
                <a:spcPct val="110000"/>
              </a:lnSpc>
              <a:spcBef>
                <a:spcPts val="0"/>
              </a:spcBef>
              <a:spcAft>
                <a:spcPts val="0"/>
              </a:spcAft>
              <a:buNone/>
              <a:defRPr sz="1867" b="0">
                <a:solidFill>
                  <a:schemeClr val="tx1"/>
                </a:solidFill>
                <a:latin typeface="+mn-lt"/>
                <a:ea typeface="+mn-lt"/>
                <a:cs typeface="+mn-lt"/>
              </a:defRPr>
            </a:lvl6pPr>
            <a:lvl7pPr marL="0" indent="0" algn="ctr">
              <a:lnSpc>
                <a:spcPct val="110000"/>
              </a:lnSpc>
              <a:spcBef>
                <a:spcPts val="0"/>
              </a:spcBef>
              <a:spcAft>
                <a:spcPts val="0"/>
              </a:spcAft>
              <a:buNone/>
              <a:defRPr sz="1867" b="0">
                <a:solidFill>
                  <a:schemeClr val="tx1"/>
                </a:solidFill>
                <a:latin typeface="+mn-lt"/>
                <a:ea typeface="+mn-lt"/>
                <a:cs typeface="+mn-lt"/>
              </a:defRPr>
            </a:lvl7pPr>
            <a:lvl8pPr marL="0" indent="0" algn="ctr">
              <a:lnSpc>
                <a:spcPct val="110000"/>
              </a:lnSpc>
              <a:spcBef>
                <a:spcPts val="0"/>
              </a:spcBef>
              <a:spcAft>
                <a:spcPts val="0"/>
              </a:spcAft>
              <a:buNone/>
              <a:defRPr sz="1867" b="0">
                <a:solidFill>
                  <a:schemeClr val="tx1"/>
                </a:solidFill>
                <a:latin typeface="+mn-lt"/>
                <a:ea typeface="+mn-lt"/>
                <a:cs typeface="+mn-lt"/>
              </a:defRPr>
            </a:lvl8pPr>
            <a:lvl9pPr marL="0" indent="0" algn="ctr">
              <a:lnSpc>
                <a:spcPct val="110000"/>
              </a:lnSpc>
              <a:spcBef>
                <a:spcPts val="0"/>
              </a:spcBef>
              <a:spcAft>
                <a:spcPts val="0"/>
              </a:spcAft>
              <a:buNone/>
              <a:defRPr sz="1867" b="0">
                <a:solidFill>
                  <a:schemeClr val="tx1"/>
                </a:solidFill>
                <a:latin typeface="+mn-lt"/>
                <a:ea typeface="+mn-lt"/>
                <a:cs typeface="+mn-lt"/>
              </a:defRPr>
            </a:lvl9pPr>
          </a:lstStyle>
          <a:p xmlns:a="http://schemas.openxmlformats.org/drawingml/2006/main"/>
        </p:txBody>
      </p:sp>
    </p:spTree>
  </p:cSld>
</p:sldLayout>
</file>

<file path=ppt/main_figures/Fig6/ppt/slideLayouts/slideLayout2.xml><?xml version="1.0" encoding="utf-8"?>
<p:sldLayout xmlns:p="http://schemas.openxmlformats.org/presentationml/2006/main">
  <p:cSld name="Section Header">
    <p:spTree>
      <p:nvGrpSpPr>
        <p:cNvPr id="1" name=""/>
        <p:cNvGrpSpPr/>
        <p:nvPr/>
      </p:nvGrpSpPr>
      <p:grpSpPr>
        <a:xfrm xmlns:a="http://schemas.openxmlformats.org/drawingml/2006/main"/>
      </p:grpSpPr>
      <p:sp>
        <p:nvSpPr>
          <p:cNvPr id="2" name="Section title">
            <a:extLst xmlns:a="http://schemas.openxmlformats.org/drawingml/2006/main">
              <a:ext uri="{FF2B5EF4-FFF2-40B4-BE49-F238E27FC236}">
                <a16:creationId xmlns:a16="http://schemas.microsoft.com/office/drawing/2014/main" id="{DF2B0E11-963A-4864-B0F1-0AFD4DE9CF20}"/>
              </a:ext>
            </a:extLst>
          </p:cNvPr>
          <p:cNvSpPr>
            <a:spLocks xmlns:a="http://schemas.openxmlformats.org/drawingml/2006/main" noGrp="1"/>
          </p:cNvSpPr>
          <p:nvPr>
            <p:ph type="title" idx="0"/>
          </p:nvPr>
        </p:nvSpPr>
        <p:spPr>
          <a:xfrm xmlns:a="http://schemas.openxmlformats.org/drawingml/2006/main">
            <a:off x="1280160" y="2540000"/>
            <a:ext cx="10241280" cy="1016000"/>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ctr">
            <a:normAutofit/>
          </a:bodyPr>
          <a:lstStyle xmlns:a="http://schemas.openxmlformats.org/drawingml/2006/main">
            <a:defPPr algn="ctr">
              <a:defRPr sz="3733" b="1">
                <a:solidFill>
                  <a:schemeClr val="tx1"/>
                </a:solidFill>
                <a:latin typeface="+mj-lt"/>
                <a:ea typeface="+mj-lt"/>
                <a:cs typeface="+mj-lt"/>
              </a:defRPr>
            </a:defPPr>
            <a:lvl1pPr marL="0" indent="0" algn="ctr">
              <a:lnSpc>
                <a:spcPct val="110000"/>
              </a:lnSpc>
              <a:spcBef>
                <a:spcPts val="0"/>
              </a:spcBef>
              <a:spcAft>
                <a:spcPts val="0"/>
              </a:spcAft>
              <a:buNone/>
              <a:defRPr sz="3733" b="1">
                <a:solidFill>
                  <a:schemeClr val="tx1"/>
                </a:solidFill>
                <a:latin typeface="+mj-lt"/>
                <a:ea typeface="+mj-lt"/>
                <a:cs typeface="+mj-lt"/>
              </a:defRPr>
            </a:lvl1pPr>
            <a:lvl2pPr marL="0" indent="0" algn="ctr">
              <a:lnSpc>
                <a:spcPct val="110000"/>
              </a:lnSpc>
              <a:spcBef>
                <a:spcPts val="0"/>
              </a:spcBef>
              <a:spcAft>
                <a:spcPts val="0"/>
              </a:spcAft>
              <a:buNone/>
              <a:defRPr sz="3733" b="1">
                <a:solidFill>
                  <a:schemeClr val="tx1"/>
                </a:solidFill>
                <a:latin typeface="+mj-lt"/>
                <a:ea typeface="+mj-lt"/>
                <a:cs typeface="+mj-lt"/>
              </a:defRPr>
            </a:lvl2pPr>
            <a:lvl3pPr marL="0" indent="0" algn="ctr">
              <a:lnSpc>
                <a:spcPct val="110000"/>
              </a:lnSpc>
              <a:spcBef>
                <a:spcPts val="0"/>
              </a:spcBef>
              <a:spcAft>
                <a:spcPts val="0"/>
              </a:spcAft>
              <a:buNone/>
              <a:defRPr sz="3733" b="1">
                <a:solidFill>
                  <a:schemeClr val="tx1"/>
                </a:solidFill>
                <a:latin typeface="+mj-lt"/>
                <a:ea typeface="+mj-lt"/>
                <a:cs typeface="+mj-lt"/>
              </a:defRPr>
            </a:lvl3pPr>
            <a:lvl4pPr marL="0" indent="0" algn="ctr">
              <a:lnSpc>
                <a:spcPct val="110000"/>
              </a:lnSpc>
              <a:spcBef>
                <a:spcPts val="0"/>
              </a:spcBef>
              <a:spcAft>
                <a:spcPts val="0"/>
              </a:spcAft>
              <a:buNone/>
              <a:defRPr sz="3733" b="1">
                <a:solidFill>
                  <a:schemeClr val="tx1"/>
                </a:solidFill>
                <a:latin typeface="+mj-lt"/>
                <a:ea typeface="+mj-lt"/>
                <a:cs typeface="+mj-lt"/>
              </a:defRPr>
            </a:lvl4pPr>
            <a:lvl5pPr marL="0" indent="0" algn="ctr">
              <a:lnSpc>
                <a:spcPct val="110000"/>
              </a:lnSpc>
              <a:spcBef>
                <a:spcPts val="0"/>
              </a:spcBef>
              <a:spcAft>
                <a:spcPts val="0"/>
              </a:spcAft>
              <a:buNone/>
              <a:defRPr sz="3733" b="1">
                <a:solidFill>
                  <a:schemeClr val="tx1"/>
                </a:solidFill>
                <a:latin typeface="+mj-lt"/>
                <a:ea typeface="+mj-lt"/>
                <a:cs typeface="+mj-lt"/>
              </a:defRPr>
            </a:lvl5pPr>
            <a:lvl6pPr marL="0" indent="0" algn="ctr">
              <a:lnSpc>
                <a:spcPct val="110000"/>
              </a:lnSpc>
              <a:spcBef>
                <a:spcPts val="0"/>
              </a:spcBef>
              <a:spcAft>
                <a:spcPts val="0"/>
              </a:spcAft>
              <a:buNone/>
              <a:defRPr sz="3733" b="1">
                <a:solidFill>
                  <a:schemeClr val="tx1"/>
                </a:solidFill>
                <a:latin typeface="+mj-lt"/>
                <a:ea typeface="+mj-lt"/>
                <a:cs typeface="+mj-lt"/>
              </a:defRPr>
            </a:lvl6pPr>
            <a:lvl7pPr marL="0" indent="0" algn="ctr">
              <a:lnSpc>
                <a:spcPct val="110000"/>
              </a:lnSpc>
              <a:spcBef>
                <a:spcPts val="0"/>
              </a:spcBef>
              <a:spcAft>
                <a:spcPts val="0"/>
              </a:spcAft>
              <a:buNone/>
              <a:defRPr sz="3733" b="1">
                <a:solidFill>
                  <a:schemeClr val="tx1"/>
                </a:solidFill>
                <a:latin typeface="+mj-lt"/>
                <a:ea typeface="+mj-lt"/>
                <a:cs typeface="+mj-lt"/>
              </a:defRPr>
            </a:lvl7pPr>
            <a:lvl8pPr marL="0" indent="0" algn="ctr">
              <a:lnSpc>
                <a:spcPct val="110000"/>
              </a:lnSpc>
              <a:spcBef>
                <a:spcPts val="0"/>
              </a:spcBef>
              <a:spcAft>
                <a:spcPts val="0"/>
              </a:spcAft>
              <a:buNone/>
              <a:defRPr sz="3733" b="1">
                <a:solidFill>
                  <a:schemeClr val="tx1"/>
                </a:solidFill>
                <a:latin typeface="+mj-lt"/>
                <a:ea typeface="+mj-lt"/>
                <a:cs typeface="+mj-lt"/>
              </a:defRPr>
            </a:lvl8pPr>
            <a:lvl9pPr marL="0" indent="0" algn="ctr">
              <a:lnSpc>
                <a:spcPct val="110000"/>
              </a:lnSpc>
              <a:spcBef>
                <a:spcPts val="0"/>
              </a:spcBef>
              <a:spcAft>
                <a:spcPts val="0"/>
              </a:spcAft>
              <a:buNone/>
              <a:defRPr sz="3733" b="1">
                <a:solidFill>
                  <a:schemeClr val="tx1"/>
                </a:solidFill>
                <a:latin typeface="+mj-lt"/>
                <a:ea typeface="+mj-lt"/>
                <a:cs typeface="+mj-lt"/>
              </a:defRPr>
            </a:lvl9pPr>
          </a:lstStyle>
          <a:p xmlns:a="http://schemas.openxmlformats.org/drawingml/2006/main"/>
        </p:txBody>
      </p:sp>
    </p:spTree>
  </p:cSld>
</p:sldLayout>
</file>

<file path=ppt/main_figures/Fig6/ppt/slideLayouts/slideLayout3.xml><?xml version="1.0" encoding="utf-8"?>
<p:sldLayout xmlns:p="http://schemas.openxmlformats.org/presentationml/2006/main">
  <p:cSld name="Title and Body">
    <p:spTree>
      <p:nvGrpSpPr>
        <p:cNvPr id="1" name=""/>
        <p:cNvGrpSpPr/>
        <p:nvPr/>
      </p:nvGrpSpPr>
      <p:grpSpPr>
        <a:xfrm xmlns:a="http://schemas.openxmlformats.org/drawingml/2006/main"/>
      </p:grpSpPr>
      <p:sp>
        <p:nvSpPr>
          <p:cNvPr id="3" name="Title">
            <a:extLst xmlns:a="http://schemas.openxmlformats.org/drawingml/2006/main">
              <a:ext uri="{FF2B5EF4-FFF2-40B4-BE49-F238E27FC236}">
                <a16:creationId xmlns:a16="http://schemas.microsoft.com/office/drawing/2014/main" id="{EDC4728D-9E6C-4491-8720-5D43DBB4C6BD}"/>
              </a:ext>
            </a:extLst>
          </p:cNvPr>
          <p:cNvSpPr>
            <a:spLocks xmlns:a="http://schemas.openxmlformats.org/drawingml/2006/main" noGrp="1"/>
          </p:cNvSpPr>
          <p:nvPr>
            <p:ph type="title" idx="0"/>
          </p:nvPr>
        </p:nvSpPr>
        <p:spPr>
          <a:xfrm xmlns:a="http://schemas.openxmlformats.org/drawingml/2006/main">
            <a:off x="720090" y="474133"/>
            <a:ext cx="11361420" cy="7450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933" b="1">
                <a:solidFill>
                  <a:schemeClr val="tx1"/>
                </a:solidFill>
                <a:latin typeface="+mj-lt"/>
                <a:ea typeface="+mj-lt"/>
                <a:cs typeface="+mj-lt"/>
              </a:defRPr>
            </a:defPPr>
            <a:lvl1pPr marL="0" indent="0" algn="l">
              <a:lnSpc>
                <a:spcPct val="110000"/>
              </a:lnSpc>
              <a:spcBef>
                <a:spcPts val="0"/>
              </a:spcBef>
              <a:spcAft>
                <a:spcPts val="0"/>
              </a:spcAft>
              <a:buNone/>
              <a:defRPr sz="2933" b="1">
                <a:solidFill>
                  <a:schemeClr val="tx1"/>
                </a:solidFill>
                <a:latin typeface="+mj-lt"/>
                <a:ea typeface="+mj-lt"/>
                <a:cs typeface="+mj-lt"/>
              </a:defRPr>
            </a:lvl1pPr>
            <a:lvl2pPr marL="0" indent="0" algn="l">
              <a:lnSpc>
                <a:spcPct val="110000"/>
              </a:lnSpc>
              <a:spcBef>
                <a:spcPts val="0"/>
              </a:spcBef>
              <a:spcAft>
                <a:spcPts val="0"/>
              </a:spcAft>
              <a:buNone/>
              <a:defRPr sz="2933" b="1">
                <a:solidFill>
                  <a:schemeClr val="tx1"/>
                </a:solidFill>
                <a:latin typeface="+mj-lt"/>
                <a:ea typeface="+mj-lt"/>
                <a:cs typeface="+mj-lt"/>
              </a:defRPr>
            </a:lvl2pPr>
            <a:lvl3pPr marL="0" indent="0" algn="l">
              <a:lnSpc>
                <a:spcPct val="110000"/>
              </a:lnSpc>
              <a:spcBef>
                <a:spcPts val="0"/>
              </a:spcBef>
              <a:spcAft>
                <a:spcPts val="0"/>
              </a:spcAft>
              <a:buNone/>
              <a:defRPr sz="2933" b="1">
                <a:solidFill>
                  <a:schemeClr val="tx1"/>
                </a:solidFill>
                <a:latin typeface="+mj-lt"/>
                <a:ea typeface="+mj-lt"/>
                <a:cs typeface="+mj-lt"/>
              </a:defRPr>
            </a:lvl3pPr>
            <a:lvl4pPr marL="0" indent="0" algn="l">
              <a:lnSpc>
                <a:spcPct val="110000"/>
              </a:lnSpc>
              <a:spcBef>
                <a:spcPts val="0"/>
              </a:spcBef>
              <a:spcAft>
                <a:spcPts val="0"/>
              </a:spcAft>
              <a:buNone/>
              <a:defRPr sz="2933" b="1">
                <a:solidFill>
                  <a:schemeClr val="tx1"/>
                </a:solidFill>
                <a:latin typeface="+mj-lt"/>
                <a:ea typeface="+mj-lt"/>
                <a:cs typeface="+mj-lt"/>
              </a:defRPr>
            </a:lvl4pPr>
            <a:lvl5pPr marL="0" indent="0" algn="l">
              <a:lnSpc>
                <a:spcPct val="110000"/>
              </a:lnSpc>
              <a:spcBef>
                <a:spcPts val="0"/>
              </a:spcBef>
              <a:spcAft>
                <a:spcPts val="0"/>
              </a:spcAft>
              <a:buNone/>
              <a:defRPr sz="2933" b="1">
                <a:solidFill>
                  <a:schemeClr val="tx1"/>
                </a:solidFill>
                <a:latin typeface="+mj-lt"/>
                <a:ea typeface="+mj-lt"/>
                <a:cs typeface="+mj-lt"/>
              </a:defRPr>
            </a:lvl5pPr>
            <a:lvl6pPr marL="0" indent="0" algn="l">
              <a:lnSpc>
                <a:spcPct val="110000"/>
              </a:lnSpc>
              <a:spcBef>
                <a:spcPts val="0"/>
              </a:spcBef>
              <a:spcAft>
                <a:spcPts val="0"/>
              </a:spcAft>
              <a:buNone/>
              <a:defRPr sz="2933" b="1">
                <a:solidFill>
                  <a:schemeClr val="tx1"/>
                </a:solidFill>
                <a:latin typeface="+mj-lt"/>
                <a:ea typeface="+mj-lt"/>
                <a:cs typeface="+mj-lt"/>
              </a:defRPr>
            </a:lvl6pPr>
            <a:lvl7pPr marL="0" indent="0" algn="l">
              <a:lnSpc>
                <a:spcPct val="110000"/>
              </a:lnSpc>
              <a:spcBef>
                <a:spcPts val="0"/>
              </a:spcBef>
              <a:spcAft>
                <a:spcPts val="0"/>
              </a:spcAft>
              <a:buNone/>
              <a:defRPr sz="2933" b="1">
                <a:solidFill>
                  <a:schemeClr val="tx1"/>
                </a:solidFill>
                <a:latin typeface="+mj-lt"/>
                <a:ea typeface="+mj-lt"/>
                <a:cs typeface="+mj-lt"/>
              </a:defRPr>
            </a:lvl7pPr>
            <a:lvl8pPr marL="0" indent="0" algn="l">
              <a:lnSpc>
                <a:spcPct val="110000"/>
              </a:lnSpc>
              <a:spcBef>
                <a:spcPts val="0"/>
              </a:spcBef>
              <a:spcAft>
                <a:spcPts val="0"/>
              </a:spcAft>
              <a:buNone/>
              <a:defRPr sz="2933" b="1">
                <a:solidFill>
                  <a:schemeClr val="tx1"/>
                </a:solidFill>
                <a:latin typeface="+mj-lt"/>
                <a:ea typeface="+mj-lt"/>
                <a:cs typeface="+mj-lt"/>
              </a:defRPr>
            </a:lvl8pPr>
            <a:lvl9pPr marL="0" indent="0" algn="l">
              <a:lnSpc>
                <a:spcPct val="110000"/>
              </a:lnSpc>
              <a:spcBef>
                <a:spcPts val="0"/>
              </a:spcBef>
              <a:spcAft>
                <a:spcPts val="0"/>
              </a:spcAft>
              <a:buNone/>
              <a:defRPr sz="2933" b="1">
                <a:solidFill>
                  <a:schemeClr val="tx1"/>
                </a:solidFill>
                <a:latin typeface="+mj-lt"/>
                <a:ea typeface="+mj-lt"/>
                <a:cs typeface="+mj-lt"/>
              </a:defRPr>
            </a:lvl9pPr>
          </a:lstStyle>
          <a:p xmlns:a="http://schemas.openxmlformats.org/drawingml/2006/main"/>
        </p:txBody>
      </p:sp>
      <p:sp>
        <p:nvSpPr>
          <p:cNvPr id="2" name="Body">
            <a:extLst xmlns:a="http://schemas.openxmlformats.org/drawingml/2006/main">
              <a:ext uri="{FF2B5EF4-FFF2-40B4-BE49-F238E27FC236}">
                <a16:creationId xmlns:a16="http://schemas.microsoft.com/office/drawing/2014/main" id="{0B056A3C-9D64-49E9-AD70-84862DC2484F}"/>
              </a:ext>
            </a:extLst>
          </p:cNvPr>
          <p:cNvSpPr>
            <a:spLocks xmlns:a="http://schemas.openxmlformats.org/drawingml/2006/main" noGrp="1"/>
          </p:cNvSpPr>
          <p:nvPr>
            <p:ph type="body" idx="1"/>
          </p:nvPr>
        </p:nvSpPr>
        <p:spPr>
          <a:xfrm xmlns:a="http://schemas.openxmlformats.org/drawingml/2006/main">
            <a:off x="720090" y="1693333"/>
            <a:ext cx="11361420" cy="37930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000" b="0">
                <a:solidFill>
                  <a:schemeClr val="tx1"/>
                </a:solidFill>
                <a:latin typeface="+mn-lt"/>
                <a:ea typeface="+mn-lt"/>
                <a:cs typeface="+mn-lt"/>
              </a:defRPr>
            </a:defPPr>
            <a:lvl1pPr marL="203200" indent="-203200" algn="l">
              <a:lnSpc>
                <a:spcPct val="110000"/>
              </a:lnSpc>
              <a:spcBef>
                <a:spcPts val="0"/>
              </a:spcBef>
              <a:spcAft>
                <a:spcPts val="1067"/>
              </a:spcAft>
              <a:buChar char="•"/>
              <a:defRPr sz="2000" b="0">
                <a:solidFill>
                  <a:schemeClr val="tx1"/>
                </a:solidFill>
                <a:latin typeface="+mn-lt"/>
                <a:ea typeface="+mn-lt"/>
                <a:cs typeface="+mn-lt"/>
              </a:defRPr>
            </a:lvl1pPr>
            <a:lvl2pPr marL="474133" indent="-203200" algn="l">
              <a:lnSpc>
                <a:spcPct val="110000"/>
              </a:lnSpc>
              <a:spcBef>
                <a:spcPts val="0"/>
              </a:spcBef>
              <a:spcAft>
                <a:spcPts val="1067"/>
              </a:spcAft>
              <a:buChar char="•"/>
              <a:defRPr sz="2000" b="0">
                <a:solidFill>
                  <a:schemeClr val="tx1"/>
                </a:solidFill>
                <a:latin typeface="+mn-lt"/>
                <a:ea typeface="+mn-lt"/>
                <a:cs typeface="+mn-lt"/>
              </a:defRPr>
            </a:lvl2pPr>
            <a:lvl3pPr marL="745067" indent="-203200" algn="l">
              <a:lnSpc>
                <a:spcPct val="110000"/>
              </a:lnSpc>
              <a:spcBef>
                <a:spcPts val="0"/>
              </a:spcBef>
              <a:spcAft>
                <a:spcPts val="1067"/>
              </a:spcAft>
              <a:buChar char="•"/>
              <a:defRPr sz="2000" b="0">
                <a:solidFill>
                  <a:schemeClr val="tx1"/>
                </a:solidFill>
                <a:latin typeface="+mn-lt"/>
                <a:ea typeface="+mn-lt"/>
                <a:cs typeface="+mn-lt"/>
              </a:defRPr>
            </a:lvl3pPr>
            <a:lvl4pPr marL="1016000" indent="-203200" algn="l">
              <a:lnSpc>
                <a:spcPct val="110000"/>
              </a:lnSpc>
              <a:spcBef>
                <a:spcPts val="0"/>
              </a:spcBef>
              <a:spcAft>
                <a:spcPts val="1067"/>
              </a:spcAft>
              <a:buChar char="•"/>
              <a:defRPr sz="2000" b="0">
                <a:solidFill>
                  <a:schemeClr val="tx1"/>
                </a:solidFill>
                <a:latin typeface="+mn-lt"/>
                <a:ea typeface="+mn-lt"/>
                <a:cs typeface="+mn-lt"/>
              </a:defRPr>
            </a:lvl4pPr>
            <a:lvl5pPr marL="1286933" indent="-203200" algn="l">
              <a:lnSpc>
                <a:spcPct val="110000"/>
              </a:lnSpc>
              <a:spcBef>
                <a:spcPts val="0"/>
              </a:spcBef>
              <a:spcAft>
                <a:spcPts val="1067"/>
              </a:spcAft>
              <a:buChar char="•"/>
              <a:defRPr sz="2000" b="0">
                <a:solidFill>
                  <a:schemeClr val="tx1"/>
                </a:solidFill>
                <a:latin typeface="+mn-lt"/>
                <a:ea typeface="+mn-lt"/>
                <a:cs typeface="+mn-lt"/>
              </a:defRPr>
            </a:lvl5pPr>
            <a:lvl6pPr marL="1557867" indent="-203200" algn="l">
              <a:lnSpc>
                <a:spcPct val="110000"/>
              </a:lnSpc>
              <a:spcBef>
                <a:spcPts val="0"/>
              </a:spcBef>
              <a:spcAft>
                <a:spcPts val="1067"/>
              </a:spcAft>
              <a:buChar char="•"/>
              <a:defRPr sz="2000" b="0">
                <a:solidFill>
                  <a:schemeClr val="tx1"/>
                </a:solidFill>
                <a:latin typeface="+mn-lt"/>
                <a:ea typeface="+mn-lt"/>
                <a:cs typeface="+mn-lt"/>
              </a:defRPr>
            </a:lvl6pPr>
            <a:lvl7pPr marL="1828800" indent="-203200" algn="l">
              <a:lnSpc>
                <a:spcPct val="110000"/>
              </a:lnSpc>
              <a:spcBef>
                <a:spcPts val="0"/>
              </a:spcBef>
              <a:spcAft>
                <a:spcPts val="1067"/>
              </a:spcAft>
              <a:buChar char="•"/>
              <a:defRPr sz="2000" b="0">
                <a:solidFill>
                  <a:schemeClr val="tx1"/>
                </a:solidFill>
                <a:latin typeface="+mn-lt"/>
                <a:ea typeface="+mn-lt"/>
                <a:cs typeface="+mn-lt"/>
              </a:defRPr>
            </a:lvl7pPr>
            <a:lvl8pPr marL="2099733" indent="-203200" algn="l">
              <a:lnSpc>
                <a:spcPct val="110000"/>
              </a:lnSpc>
              <a:spcBef>
                <a:spcPts val="0"/>
              </a:spcBef>
              <a:spcAft>
                <a:spcPts val="1067"/>
              </a:spcAft>
              <a:buChar char="•"/>
              <a:defRPr sz="2000" b="0">
                <a:solidFill>
                  <a:schemeClr val="tx1"/>
                </a:solidFill>
                <a:latin typeface="+mn-lt"/>
                <a:ea typeface="+mn-lt"/>
                <a:cs typeface="+mn-lt"/>
              </a:defRPr>
            </a:lvl8pPr>
            <a:lvl9pPr marL="2370667" indent="-203200" algn="l">
              <a:lnSpc>
                <a:spcPct val="110000"/>
              </a:lnSpc>
              <a:spcBef>
                <a:spcPts val="0"/>
              </a:spcBef>
              <a:spcAft>
                <a:spcPts val="1067"/>
              </a:spcAft>
              <a:buChar char="•"/>
              <a:defRPr sz="2000" b="0">
                <a:solidFill>
                  <a:schemeClr val="tx1"/>
                </a:solidFill>
                <a:latin typeface="+mn-lt"/>
                <a:ea typeface="+mn-lt"/>
                <a:cs typeface="+mn-lt"/>
              </a:defRPr>
            </a:lvl9pPr>
          </a:lstStyle>
          <a:p xmlns:a="http://schemas.openxmlformats.org/drawingml/2006/main"/>
        </p:txBody>
      </p:sp>
    </p:spTree>
  </p:cSld>
</p:sldLayout>
</file>

<file path=ppt/main_figures/Fig6/ppt/slideLayouts/slideLayout4.xml><?xml version="1.0" encoding="utf-8"?>
<p:sldLayout xmlns:p="http://schemas.openxmlformats.org/presentationml/2006/main">
  <p:cSld name="Title and Two Column">
    <p:spTree>
      <p:nvGrpSpPr>
        <p:cNvPr id="1" name=""/>
        <p:cNvGrpSpPr/>
        <p:nvPr/>
      </p:nvGrpSpPr>
      <p:grpSpPr>
        <a:xfrm xmlns:a="http://schemas.openxmlformats.org/drawingml/2006/main"/>
      </p:grpSpPr>
      <p:sp>
        <p:nvSpPr>
          <p:cNvPr id="4" name="Title">
            <a:extLst xmlns:a="http://schemas.openxmlformats.org/drawingml/2006/main">
              <a:ext uri="{FF2B5EF4-FFF2-40B4-BE49-F238E27FC236}">
                <a16:creationId xmlns:a16="http://schemas.microsoft.com/office/drawing/2014/main" id="{9560B17A-EC3A-461B-8ABA-FD864ABCDD46}"/>
              </a:ext>
            </a:extLst>
          </p:cNvPr>
          <p:cNvSpPr>
            <a:spLocks xmlns:a="http://schemas.openxmlformats.org/drawingml/2006/main" noGrp="1"/>
          </p:cNvSpPr>
          <p:nvPr>
            <p:ph type="title" idx="0"/>
          </p:nvPr>
        </p:nvSpPr>
        <p:spPr>
          <a:xfrm xmlns:a="http://schemas.openxmlformats.org/drawingml/2006/main">
            <a:off x="720090" y="474133"/>
            <a:ext cx="11361420" cy="7450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933" b="1">
                <a:solidFill>
                  <a:schemeClr val="tx1"/>
                </a:solidFill>
                <a:latin typeface="+mj-lt"/>
                <a:ea typeface="+mj-lt"/>
                <a:cs typeface="+mj-lt"/>
              </a:defRPr>
            </a:defPPr>
            <a:lvl1pPr marL="0" indent="0" algn="l">
              <a:lnSpc>
                <a:spcPct val="110000"/>
              </a:lnSpc>
              <a:spcBef>
                <a:spcPts val="0"/>
              </a:spcBef>
              <a:spcAft>
                <a:spcPts val="0"/>
              </a:spcAft>
              <a:buNone/>
              <a:defRPr sz="2933" b="1">
                <a:solidFill>
                  <a:schemeClr val="tx1"/>
                </a:solidFill>
                <a:latin typeface="+mj-lt"/>
                <a:ea typeface="+mj-lt"/>
                <a:cs typeface="+mj-lt"/>
              </a:defRPr>
            </a:lvl1pPr>
            <a:lvl2pPr marL="0" indent="0" algn="l">
              <a:lnSpc>
                <a:spcPct val="110000"/>
              </a:lnSpc>
              <a:spcBef>
                <a:spcPts val="0"/>
              </a:spcBef>
              <a:spcAft>
                <a:spcPts val="0"/>
              </a:spcAft>
              <a:buNone/>
              <a:defRPr sz="2933" b="1">
                <a:solidFill>
                  <a:schemeClr val="tx1"/>
                </a:solidFill>
                <a:latin typeface="+mj-lt"/>
                <a:ea typeface="+mj-lt"/>
                <a:cs typeface="+mj-lt"/>
              </a:defRPr>
            </a:lvl2pPr>
            <a:lvl3pPr marL="0" indent="0" algn="l">
              <a:lnSpc>
                <a:spcPct val="110000"/>
              </a:lnSpc>
              <a:spcBef>
                <a:spcPts val="0"/>
              </a:spcBef>
              <a:spcAft>
                <a:spcPts val="0"/>
              </a:spcAft>
              <a:buNone/>
              <a:defRPr sz="2933" b="1">
                <a:solidFill>
                  <a:schemeClr val="tx1"/>
                </a:solidFill>
                <a:latin typeface="+mj-lt"/>
                <a:ea typeface="+mj-lt"/>
                <a:cs typeface="+mj-lt"/>
              </a:defRPr>
            </a:lvl3pPr>
            <a:lvl4pPr marL="0" indent="0" algn="l">
              <a:lnSpc>
                <a:spcPct val="110000"/>
              </a:lnSpc>
              <a:spcBef>
                <a:spcPts val="0"/>
              </a:spcBef>
              <a:spcAft>
                <a:spcPts val="0"/>
              </a:spcAft>
              <a:buNone/>
              <a:defRPr sz="2933" b="1">
                <a:solidFill>
                  <a:schemeClr val="tx1"/>
                </a:solidFill>
                <a:latin typeface="+mj-lt"/>
                <a:ea typeface="+mj-lt"/>
                <a:cs typeface="+mj-lt"/>
              </a:defRPr>
            </a:lvl4pPr>
            <a:lvl5pPr marL="0" indent="0" algn="l">
              <a:lnSpc>
                <a:spcPct val="110000"/>
              </a:lnSpc>
              <a:spcBef>
                <a:spcPts val="0"/>
              </a:spcBef>
              <a:spcAft>
                <a:spcPts val="0"/>
              </a:spcAft>
              <a:buNone/>
              <a:defRPr sz="2933" b="1">
                <a:solidFill>
                  <a:schemeClr val="tx1"/>
                </a:solidFill>
                <a:latin typeface="+mj-lt"/>
                <a:ea typeface="+mj-lt"/>
                <a:cs typeface="+mj-lt"/>
              </a:defRPr>
            </a:lvl5pPr>
            <a:lvl6pPr marL="0" indent="0" algn="l">
              <a:lnSpc>
                <a:spcPct val="110000"/>
              </a:lnSpc>
              <a:spcBef>
                <a:spcPts val="0"/>
              </a:spcBef>
              <a:spcAft>
                <a:spcPts val="0"/>
              </a:spcAft>
              <a:buNone/>
              <a:defRPr sz="2933" b="1">
                <a:solidFill>
                  <a:schemeClr val="tx1"/>
                </a:solidFill>
                <a:latin typeface="+mj-lt"/>
                <a:ea typeface="+mj-lt"/>
                <a:cs typeface="+mj-lt"/>
              </a:defRPr>
            </a:lvl6pPr>
            <a:lvl7pPr marL="0" indent="0" algn="l">
              <a:lnSpc>
                <a:spcPct val="110000"/>
              </a:lnSpc>
              <a:spcBef>
                <a:spcPts val="0"/>
              </a:spcBef>
              <a:spcAft>
                <a:spcPts val="0"/>
              </a:spcAft>
              <a:buNone/>
              <a:defRPr sz="2933" b="1">
                <a:solidFill>
                  <a:schemeClr val="tx1"/>
                </a:solidFill>
                <a:latin typeface="+mj-lt"/>
                <a:ea typeface="+mj-lt"/>
                <a:cs typeface="+mj-lt"/>
              </a:defRPr>
            </a:lvl7pPr>
            <a:lvl8pPr marL="0" indent="0" algn="l">
              <a:lnSpc>
                <a:spcPct val="110000"/>
              </a:lnSpc>
              <a:spcBef>
                <a:spcPts val="0"/>
              </a:spcBef>
              <a:spcAft>
                <a:spcPts val="0"/>
              </a:spcAft>
              <a:buNone/>
              <a:defRPr sz="2933" b="1">
                <a:solidFill>
                  <a:schemeClr val="tx1"/>
                </a:solidFill>
                <a:latin typeface="+mj-lt"/>
                <a:ea typeface="+mj-lt"/>
                <a:cs typeface="+mj-lt"/>
              </a:defRPr>
            </a:lvl8pPr>
            <a:lvl9pPr marL="0" indent="0" algn="l">
              <a:lnSpc>
                <a:spcPct val="110000"/>
              </a:lnSpc>
              <a:spcBef>
                <a:spcPts val="0"/>
              </a:spcBef>
              <a:spcAft>
                <a:spcPts val="0"/>
              </a:spcAft>
              <a:buNone/>
              <a:defRPr sz="2933" b="1">
                <a:solidFill>
                  <a:schemeClr val="tx1"/>
                </a:solidFill>
                <a:latin typeface="+mj-lt"/>
                <a:ea typeface="+mj-lt"/>
                <a:cs typeface="+mj-lt"/>
              </a:defRPr>
            </a:lvl9pPr>
          </a:lstStyle>
          <a:p xmlns:a="http://schemas.openxmlformats.org/drawingml/2006/main"/>
        </p:txBody>
      </p:sp>
      <p:sp>
        <p:nvSpPr>
          <p:cNvPr id="2" name="Left column">
            <a:extLst xmlns:a="http://schemas.openxmlformats.org/drawingml/2006/main">
              <a:ext uri="{FF2B5EF4-FFF2-40B4-BE49-F238E27FC236}">
                <a16:creationId xmlns:a16="http://schemas.microsoft.com/office/drawing/2014/main" id="{D0F88EDE-B0DF-4537-9858-6DB5902BB771}"/>
              </a:ext>
            </a:extLst>
          </p:cNvPr>
          <p:cNvSpPr>
            <a:spLocks xmlns:a="http://schemas.openxmlformats.org/drawingml/2006/main" noGrp="1"/>
          </p:cNvSpPr>
          <p:nvPr>
            <p:ph type="body" idx="1"/>
          </p:nvPr>
        </p:nvSpPr>
        <p:spPr>
          <a:xfrm xmlns:a="http://schemas.openxmlformats.org/drawingml/2006/main">
            <a:off x="720090" y="1693333"/>
            <a:ext cx="5280660" cy="37930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1867" b="0">
                <a:solidFill>
                  <a:schemeClr val="tx1"/>
                </a:solidFill>
                <a:latin typeface="+mn-lt"/>
                <a:ea typeface="+mn-lt"/>
                <a:cs typeface="+mn-lt"/>
              </a:defRPr>
            </a:defPPr>
            <a:lvl1pPr marL="203200" indent="-203200" algn="l">
              <a:lnSpc>
                <a:spcPct val="110000"/>
              </a:lnSpc>
              <a:spcBef>
                <a:spcPts val="0"/>
              </a:spcBef>
              <a:spcAft>
                <a:spcPts val="1067"/>
              </a:spcAft>
              <a:buChar char="•"/>
              <a:defRPr sz="1867" b="0">
                <a:solidFill>
                  <a:schemeClr val="tx1"/>
                </a:solidFill>
                <a:latin typeface="+mn-lt"/>
                <a:ea typeface="+mn-lt"/>
                <a:cs typeface="+mn-lt"/>
              </a:defRPr>
            </a:lvl1pPr>
            <a:lvl2pPr marL="474133" indent="-203200" algn="l">
              <a:lnSpc>
                <a:spcPct val="110000"/>
              </a:lnSpc>
              <a:spcBef>
                <a:spcPts val="0"/>
              </a:spcBef>
              <a:spcAft>
                <a:spcPts val="1067"/>
              </a:spcAft>
              <a:buChar char="•"/>
              <a:defRPr sz="1867" b="0">
                <a:solidFill>
                  <a:schemeClr val="tx1"/>
                </a:solidFill>
                <a:latin typeface="+mn-lt"/>
                <a:ea typeface="+mn-lt"/>
                <a:cs typeface="+mn-lt"/>
              </a:defRPr>
            </a:lvl2pPr>
            <a:lvl3pPr marL="745067" indent="-203200" algn="l">
              <a:lnSpc>
                <a:spcPct val="110000"/>
              </a:lnSpc>
              <a:spcBef>
                <a:spcPts val="0"/>
              </a:spcBef>
              <a:spcAft>
                <a:spcPts val="1067"/>
              </a:spcAft>
              <a:buChar char="•"/>
              <a:defRPr sz="1867" b="0">
                <a:solidFill>
                  <a:schemeClr val="tx1"/>
                </a:solidFill>
                <a:latin typeface="+mn-lt"/>
                <a:ea typeface="+mn-lt"/>
                <a:cs typeface="+mn-lt"/>
              </a:defRPr>
            </a:lvl3pPr>
            <a:lvl4pPr marL="1016000" indent="-203200" algn="l">
              <a:lnSpc>
                <a:spcPct val="110000"/>
              </a:lnSpc>
              <a:spcBef>
                <a:spcPts val="0"/>
              </a:spcBef>
              <a:spcAft>
                <a:spcPts val="1067"/>
              </a:spcAft>
              <a:buChar char="•"/>
              <a:defRPr sz="1867" b="0">
                <a:solidFill>
                  <a:schemeClr val="tx1"/>
                </a:solidFill>
                <a:latin typeface="+mn-lt"/>
                <a:ea typeface="+mn-lt"/>
                <a:cs typeface="+mn-lt"/>
              </a:defRPr>
            </a:lvl4pPr>
            <a:lvl5pPr marL="1286933" indent="-203200" algn="l">
              <a:lnSpc>
                <a:spcPct val="110000"/>
              </a:lnSpc>
              <a:spcBef>
                <a:spcPts val="0"/>
              </a:spcBef>
              <a:spcAft>
                <a:spcPts val="1067"/>
              </a:spcAft>
              <a:buChar char="•"/>
              <a:defRPr sz="1867" b="0">
                <a:solidFill>
                  <a:schemeClr val="tx1"/>
                </a:solidFill>
                <a:latin typeface="+mn-lt"/>
                <a:ea typeface="+mn-lt"/>
                <a:cs typeface="+mn-lt"/>
              </a:defRPr>
            </a:lvl5pPr>
            <a:lvl6pPr marL="1557867" indent="-203200" algn="l">
              <a:lnSpc>
                <a:spcPct val="110000"/>
              </a:lnSpc>
              <a:spcBef>
                <a:spcPts val="0"/>
              </a:spcBef>
              <a:spcAft>
                <a:spcPts val="1067"/>
              </a:spcAft>
              <a:buChar char="•"/>
              <a:defRPr sz="1867" b="0">
                <a:solidFill>
                  <a:schemeClr val="tx1"/>
                </a:solidFill>
                <a:latin typeface="+mn-lt"/>
                <a:ea typeface="+mn-lt"/>
                <a:cs typeface="+mn-lt"/>
              </a:defRPr>
            </a:lvl6pPr>
            <a:lvl7pPr marL="1828800" indent="-203200" algn="l">
              <a:lnSpc>
                <a:spcPct val="110000"/>
              </a:lnSpc>
              <a:spcBef>
                <a:spcPts val="0"/>
              </a:spcBef>
              <a:spcAft>
                <a:spcPts val="1067"/>
              </a:spcAft>
              <a:buChar char="•"/>
              <a:defRPr sz="1867" b="0">
                <a:solidFill>
                  <a:schemeClr val="tx1"/>
                </a:solidFill>
                <a:latin typeface="+mn-lt"/>
                <a:ea typeface="+mn-lt"/>
                <a:cs typeface="+mn-lt"/>
              </a:defRPr>
            </a:lvl7pPr>
            <a:lvl8pPr marL="2099733" indent="-203200" algn="l">
              <a:lnSpc>
                <a:spcPct val="110000"/>
              </a:lnSpc>
              <a:spcBef>
                <a:spcPts val="0"/>
              </a:spcBef>
              <a:spcAft>
                <a:spcPts val="1067"/>
              </a:spcAft>
              <a:buChar char="•"/>
              <a:defRPr sz="1867" b="0">
                <a:solidFill>
                  <a:schemeClr val="tx1"/>
                </a:solidFill>
                <a:latin typeface="+mn-lt"/>
                <a:ea typeface="+mn-lt"/>
                <a:cs typeface="+mn-lt"/>
              </a:defRPr>
            </a:lvl8pPr>
            <a:lvl9pPr marL="2370667" indent="-203200" algn="l">
              <a:lnSpc>
                <a:spcPct val="110000"/>
              </a:lnSpc>
              <a:spcBef>
                <a:spcPts val="0"/>
              </a:spcBef>
              <a:spcAft>
                <a:spcPts val="1067"/>
              </a:spcAft>
              <a:buChar char="•"/>
              <a:defRPr sz="1867" b="0">
                <a:solidFill>
                  <a:schemeClr val="tx1"/>
                </a:solidFill>
                <a:latin typeface="+mn-lt"/>
                <a:ea typeface="+mn-lt"/>
                <a:cs typeface="+mn-lt"/>
              </a:defRPr>
            </a:lvl9pPr>
          </a:lstStyle>
          <a:p xmlns:a="http://schemas.openxmlformats.org/drawingml/2006/main"/>
        </p:txBody>
      </p:sp>
      <p:sp>
        <p:nvSpPr>
          <p:cNvPr id="3" name="Right column">
            <a:extLst xmlns:a="http://schemas.openxmlformats.org/drawingml/2006/main">
              <a:ext uri="{FF2B5EF4-FFF2-40B4-BE49-F238E27FC236}">
                <a16:creationId xmlns:a16="http://schemas.microsoft.com/office/drawing/2014/main" id="{4CFFB075-77B9-46C4-87B0-45B2CD91D87E}"/>
              </a:ext>
            </a:extLst>
          </p:cNvPr>
          <p:cNvSpPr>
            <a:spLocks xmlns:a="http://schemas.openxmlformats.org/drawingml/2006/main" noGrp="1"/>
          </p:cNvSpPr>
          <p:nvPr>
            <p:ph type="body" idx="2"/>
          </p:nvPr>
        </p:nvSpPr>
        <p:spPr>
          <a:xfrm xmlns:a="http://schemas.openxmlformats.org/drawingml/2006/main">
            <a:off x="6800850" y="1693333"/>
            <a:ext cx="5280660" cy="37930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1867" b="0">
                <a:solidFill>
                  <a:schemeClr val="tx1"/>
                </a:solidFill>
                <a:latin typeface="+mn-lt"/>
                <a:ea typeface="+mn-lt"/>
                <a:cs typeface="+mn-lt"/>
              </a:defRPr>
            </a:defPPr>
            <a:lvl1pPr marL="203200" indent="-203200" algn="l">
              <a:lnSpc>
                <a:spcPct val="110000"/>
              </a:lnSpc>
              <a:spcBef>
                <a:spcPts val="0"/>
              </a:spcBef>
              <a:spcAft>
                <a:spcPts val="1067"/>
              </a:spcAft>
              <a:buChar char="•"/>
              <a:defRPr sz="1867" b="0">
                <a:solidFill>
                  <a:schemeClr val="tx1"/>
                </a:solidFill>
                <a:latin typeface="+mn-lt"/>
                <a:ea typeface="+mn-lt"/>
                <a:cs typeface="+mn-lt"/>
              </a:defRPr>
            </a:lvl1pPr>
            <a:lvl2pPr marL="474133" indent="-203200" algn="l">
              <a:lnSpc>
                <a:spcPct val="110000"/>
              </a:lnSpc>
              <a:spcBef>
                <a:spcPts val="0"/>
              </a:spcBef>
              <a:spcAft>
                <a:spcPts val="1067"/>
              </a:spcAft>
              <a:buChar char="•"/>
              <a:defRPr sz="1867" b="0">
                <a:solidFill>
                  <a:schemeClr val="tx1"/>
                </a:solidFill>
                <a:latin typeface="+mn-lt"/>
                <a:ea typeface="+mn-lt"/>
                <a:cs typeface="+mn-lt"/>
              </a:defRPr>
            </a:lvl2pPr>
            <a:lvl3pPr marL="745067" indent="-203200" algn="l">
              <a:lnSpc>
                <a:spcPct val="110000"/>
              </a:lnSpc>
              <a:spcBef>
                <a:spcPts val="0"/>
              </a:spcBef>
              <a:spcAft>
                <a:spcPts val="1067"/>
              </a:spcAft>
              <a:buChar char="•"/>
              <a:defRPr sz="1867" b="0">
                <a:solidFill>
                  <a:schemeClr val="tx1"/>
                </a:solidFill>
                <a:latin typeface="+mn-lt"/>
                <a:ea typeface="+mn-lt"/>
                <a:cs typeface="+mn-lt"/>
              </a:defRPr>
            </a:lvl3pPr>
            <a:lvl4pPr marL="1016000" indent="-203200" algn="l">
              <a:lnSpc>
                <a:spcPct val="110000"/>
              </a:lnSpc>
              <a:spcBef>
                <a:spcPts val="0"/>
              </a:spcBef>
              <a:spcAft>
                <a:spcPts val="1067"/>
              </a:spcAft>
              <a:buChar char="•"/>
              <a:defRPr sz="1867" b="0">
                <a:solidFill>
                  <a:schemeClr val="tx1"/>
                </a:solidFill>
                <a:latin typeface="+mn-lt"/>
                <a:ea typeface="+mn-lt"/>
                <a:cs typeface="+mn-lt"/>
              </a:defRPr>
            </a:lvl4pPr>
            <a:lvl5pPr marL="1286933" indent="-203200" algn="l">
              <a:lnSpc>
                <a:spcPct val="110000"/>
              </a:lnSpc>
              <a:spcBef>
                <a:spcPts val="0"/>
              </a:spcBef>
              <a:spcAft>
                <a:spcPts val="1067"/>
              </a:spcAft>
              <a:buChar char="•"/>
              <a:defRPr sz="1867" b="0">
                <a:solidFill>
                  <a:schemeClr val="tx1"/>
                </a:solidFill>
                <a:latin typeface="+mn-lt"/>
                <a:ea typeface="+mn-lt"/>
                <a:cs typeface="+mn-lt"/>
              </a:defRPr>
            </a:lvl5pPr>
            <a:lvl6pPr marL="1557867" indent="-203200" algn="l">
              <a:lnSpc>
                <a:spcPct val="110000"/>
              </a:lnSpc>
              <a:spcBef>
                <a:spcPts val="0"/>
              </a:spcBef>
              <a:spcAft>
                <a:spcPts val="1067"/>
              </a:spcAft>
              <a:buChar char="•"/>
              <a:defRPr sz="1867" b="0">
                <a:solidFill>
                  <a:schemeClr val="tx1"/>
                </a:solidFill>
                <a:latin typeface="+mn-lt"/>
                <a:ea typeface="+mn-lt"/>
                <a:cs typeface="+mn-lt"/>
              </a:defRPr>
            </a:lvl6pPr>
            <a:lvl7pPr marL="1828800" indent="-203200" algn="l">
              <a:lnSpc>
                <a:spcPct val="110000"/>
              </a:lnSpc>
              <a:spcBef>
                <a:spcPts val="0"/>
              </a:spcBef>
              <a:spcAft>
                <a:spcPts val="1067"/>
              </a:spcAft>
              <a:buChar char="•"/>
              <a:defRPr sz="1867" b="0">
                <a:solidFill>
                  <a:schemeClr val="tx1"/>
                </a:solidFill>
                <a:latin typeface="+mn-lt"/>
                <a:ea typeface="+mn-lt"/>
                <a:cs typeface="+mn-lt"/>
              </a:defRPr>
            </a:lvl7pPr>
            <a:lvl8pPr marL="2099733" indent="-203200" algn="l">
              <a:lnSpc>
                <a:spcPct val="110000"/>
              </a:lnSpc>
              <a:spcBef>
                <a:spcPts val="0"/>
              </a:spcBef>
              <a:spcAft>
                <a:spcPts val="1067"/>
              </a:spcAft>
              <a:buChar char="•"/>
              <a:defRPr sz="1867" b="0">
                <a:solidFill>
                  <a:schemeClr val="tx1"/>
                </a:solidFill>
                <a:latin typeface="+mn-lt"/>
                <a:ea typeface="+mn-lt"/>
                <a:cs typeface="+mn-lt"/>
              </a:defRPr>
            </a:lvl8pPr>
            <a:lvl9pPr marL="2370667" indent="-203200" algn="l">
              <a:lnSpc>
                <a:spcPct val="110000"/>
              </a:lnSpc>
              <a:spcBef>
                <a:spcPts val="0"/>
              </a:spcBef>
              <a:spcAft>
                <a:spcPts val="1067"/>
              </a:spcAft>
              <a:buChar char="•"/>
              <a:defRPr sz="1867" b="0">
                <a:solidFill>
                  <a:schemeClr val="tx1"/>
                </a:solidFill>
                <a:latin typeface="+mn-lt"/>
                <a:ea typeface="+mn-lt"/>
                <a:cs typeface="+mn-lt"/>
              </a:defRPr>
            </a:lvl9pPr>
          </a:lstStyle>
          <a:p xmlns:a="http://schemas.openxmlformats.org/drawingml/2006/main"/>
        </p:txBody>
      </p:sp>
    </p:spTree>
  </p:cSld>
</p:sldLayout>
</file>

<file path=ppt/main_figures/Fig6/ppt/slideLayouts/slideLayout5.xml><?xml version="1.0" encoding="utf-8"?>
<p:sldLayout xmlns:p="http://schemas.openxmlformats.org/presentationml/2006/main">
  <p:cSld name="Title and One Column">
    <p:spTree>
      <p:nvGrpSpPr>
        <p:cNvPr id="1" name=""/>
        <p:cNvGrpSpPr/>
        <p:nvPr/>
      </p:nvGrpSpPr>
      <p:grpSpPr>
        <a:xfrm xmlns:a="http://schemas.openxmlformats.org/drawingml/2006/main"/>
      </p:grpSpPr>
      <p:sp>
        <p:nvSpPr>
          <p:cNvPr id="3" name="Title">
            <a:extLst xmlns:a="http://schemas.openxmlformats.org/drawingml/2006/main">
              <a:ext uri="{FF2B5EF4-FFF2-40B4-BE49-F238E27FC236}">
                <a16:creationId xmlns:a16="http://schemas.microsoft.com/office/drawing/2014/main" id="{8EB52EE8-B8B0-4190-8275-CD1C4C1154E6}"/>
              </a:ext>
            </a:extLst>
          </p:cNvPr>
          <p:cNvSpPr>
            <a:spLocks xmlns:a="http://schemas.openxmlformats.org/drawingml/2006/main" noGrp="1"/>
          </p:cNvSpPr>
          <p:nvPr>
            <p:ph type="title" idx="0"/>
          </p:nvPr>
        </p:nvSpPr>
        <p:spPr>
          <a:xfrm xmlns:a="http://schemas.openxmlformats.org/drawingml/2006/main">
            <a:off x="720090" y="474133"/>
            <a:ext cx="11361420" cy="7450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933" b="1">
                <a:solidFill>
                  <a:schemeClr val="tx1"/>
                </a:solidFill>
                <a:latin typeface="+mj-lt"/>
                <a:ea typeface="+mj-lt"/>
                <a:cs typeface="+mj-lt"/>
              </a:defRPr>
            </a:defPPr>
            <a:lvl1pPr marL="0" indent="0" algn="l">
              <a:lnSpc>
                <a:spcPct val="110000"/>
              </a:lnSpc>
              <a:spcBef>
                <a:spcPts val="0"/>
              </a:spcBef>
              <a:spcAft>
                <a:spcPts val="0"/>
              </a:spcAft>
              <a:buNone/>
              <a:defRPr sz="2933" b="1">
                <a:solidFill>
                  <a:schemeClr val="tx1"/>
                </a:solidFill>
                <a:latin typeface="+mj-lt"/>
                <a:ea typeface="+mj-lt"/>
                <a:cs typeface="+mj-lt"/>
              </a:defRPr>
            </a:lvl1pPr>
            <a:lvl2pPr marL="0" indent="0" algn="l">
              <a:lnSpc>
                <a:spcPct val="110000"/>
              </a:lnSpc>
              <a:spcBef>
                <a:spcPts val="0"/>
              </a:spcBef>
              <a:spcAft>
                <a:spcPts val="0"/>
              </a:spcAft>
              <a:buNone/>
              <a:defRPr sz="2933" b="1">
                <a:solidFill>
                  <a:schemeClr val="tx1"/>
                </a:solidFill>
                <a:latin typeface="+mj-lt"/>
                <a:ea typeface="+mj-lt"/>
                <a:cs typeface="+mj-lt"/>
              </a:defRPr>
            </a:lvl2pPr>
            <a:lvl3pPr marL="0" indent="0" algn="l">
              <a:lnSpc>
                <a:spcPct val="110000"/>
              </a:lnSpc>
              <a:spcBef>
                <a:spcPts val="0"/>
              </a:spcBef>
              <a:spcAft>
                <a:spcPts val="0"/>
              </a:spcAft>
              <a:buNone/>
              <a:defRPr sz="2933" b="1">
                <a:solidFill>
                  <a:schemeClr val="tx1"/>
                </a:solidFill>
                <a:latin typeface="+mj-lt"/>
                <a:ea typeface="+mj-lt"/>
                <a:cs typeface="+mj-lt"/>
              </a:defRPr>
            </a:lvl3pPr>
            <a:lvl4pPr marL="0" indent="0" algn="l">
              <a:lnSpc>
                <a:spcPct val="110000"/>
              </a:lnSpc>
              <a:spcBef>
                <a:spcPts val="0"/>
              </a:spcBef>
              <a:spcAft>
                <a:spcPts val="0"/>
              </a:spcAft>
              <a:buNone/>
              <a:defRPr sz="2933" b="1">
                <a:solidFill>
                  <a:schemeClr val="tx1"/>
                </a:solidFill>
                <a:latin typeface="+mj-lt"/>
                <a:ea typeface="+mj-lt"/>
                <a:cs typeface="+mj-lt"/>
              </a:defRPr>
            </a:lvl4pPr>
            <a:lvl5pPr marL="0" indent="0" algn="l">
              <a:lnSpc>
                <a:spcPct val="110000"/>
              </a:lnSpc>
              <a:spcBef>
                <a:spcPts val="0"/>
              </a:spcBef>
              <a:spcAft>
                <a:spcPts val="0"/>
              </a:spcAft>
              <a:buNone/>
              <a:defRPr sz="2933" b="1">
                <a:solidFill>
                  <a:schemeClr val="tx1"/>
                </a:solidFill>
                <a:latin typeface="+mj-lt"/>
                <a:ea typeface="+mj-lt"/>
                <a:cs typeface="+mj-lt"/>
              </a:defRPr>
            </a:lvl5pPr>
            <a:lvl6pPr marL="0" indent="0" algn="l">
              <a:lnSpc>
                <a:spcPct val="110000"/>
              </a:lnSpc>
              <a:spcBef>
                <a:spcPts val="0"/>
              </a:spcBef>
              <a:spcAft>
                <a:spcPts val="0"/>
              </a:spcAft>
              <a:buNone/>
              <a:defRPr sz="2933" b="1">
                <a:solidFill>
                  <a:schemeClr val="tx1"/>
                </a:solidFill>
                <a:latin typeface="+mj-lt"/>
                <a:ea typeface="+mj-lt"/>
                <a:cs typeface="+mj-lt"/>
              </a:defRPr>
            </a:lvl6pPr>
            <a:lvl7pPr marL="0" indent="0" algn="l">
              <a:lnSpc>
                <a:spcPct val="110000"/>
              </a:lnSpc>
              <a:spcBef>
                <a:spcPts val="0"/>
              </a:spcBef>
              <a:spcAft>
                <a:spcPts val="0"/>
              </a:spcAft>
              <a:buNone/>
              <a:defRPr sz="2933" b="1">
                <a:solidFill>
                  <a:schemeClr val="tx1"/>
                </a:solidFill>
                <a:latin typeface="+mj-lt"/>
                <a:ea typeface="+mj-lt"/>
                <a:cs typeface="+mj-lt"/>
              </a:defRPr>
            </a:lvl7pPr>
            <a:lvl8pPr marL="0" indent="0" algn="l">
              <a:lnSpc>
                <a:spcPct val="110000"/>
              </a:lnSpc>
              <a:spcBef>
                <a:spcPts val="0"/>
              </a:spcBef>
              <a:spcAft>
                <a:spcPts val="0"/>
              </a:spcAft>
              <a:buNone/>
              <a:defRPr sz="2933" b="1">
                <a:solidFill>
                  <a:schemeClr val="tx1"/>
                </a:solidFill>
                <a:latin typeface="+mj-lt"/>
                <a:ea typeface="+mj-lt"/>
                <a:cs typeface="+mj-lt"/>
              </a:defRPr>
            </a:lvl8pPr>
            <a:lvl9pPr marL="0" indent="0" algn="l">
              <a:lnSpc>
                <a:spcPct val="110000"/>
              </a:lnSpc>
              <a:spcBef>
                <a:spcPts val="0"/>
              </a:spcBef>
              <a:spcAft>
                <a:spcPts val="0"/>
              </a:spcAft>
              <a:buNone/>
              <a:defRPr sz="2933" b="1">
                <a:solidFill>
                  <a:schemeClr val="tx1"/>
                </a:solidFill>
                <a:latin typeface="+mj-lt"/>
                <a:ea typeface="+mj-lt"/>
                <a:cs typeface="+mj-lt"/>
              </a:defRPr>
            </a:lvl9pPr>
          </a:lstStyle>
          <a:p xmlns:a="http://schemas.openxmlformats.org/drawingml/2006/main"/>
        </p:txBody>
      </p:sp>
      <p:sp>
        <p:nvSpPr>
          <p:cNvPr id="2" name="Left column">
            <a:extLst xmlns:a="http://schemas.openxmlformats.org/drawingml/2006/main">
              <a:ext uri="{FF2B5EF4-FFF2-40B4-BE49-F238E27FC236}">
                <a16:creationId xmlns:a16="http://schemas.microsoft.com/office/drawing/2014/main" id="{2C4CB35E-4512-4DED-A961-D3A7AEA1FA47}"/>
              </a:ext>
            </a:extLst>
          </p:cNvPr>
          <p:cNvSpPr>
            <a:spLocks xmlns:a="http://schemas.openxmlformats.org/drawingml/2006/main" noGrp="1"/>
          </p:cNvSpPr>
          <p:nvPr>
            <p:ph type="body" idx="1"/>
          </p:nvPr>
        </p:nvSpPr>
        <p:spPr>
          <a:xfrm xmlns:a="http://schemas.openxmlformats.org/drawingml/2006/main">
            <a:off x="720090" y="1693333"/>
            <a:ext cx="5280660" cy="37930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000" b="0">
                <a:solidFill>
                  <a:schemeClr val="tx1"/>
                </a:solidFill>
                <a:latin typeface="+mn-lt"/>
                <a:ea typeface="+mn-lt"/>
                <a:cs typeface="+mn-lt"/>
              </a:defRPr>
            </a:defPPr>
            <a:lvl1pPr marL="203200" indent="-203200" algn="l">
              <a:lnSpc>
                <a:spcPct val="110000"/>
              </a:lnSpc>
              <a:spcBef>
                <a:spcPts val="0"/>
              </a:spcBef>
              <a:spcAft>
                <a:spcPts val="1067"/>
              </a:spcAft>
              <a:buChar char="•"/>
              <a:defRPr sz="2000" b="0">
                <a:solidFill>
                  <a:schemeClr val="tx1"/>
                </a:solidFill>
                <a:latin typeface="+mn-lt"/>
                <a:ea typeface="+mn-lt"/>
                <a:cs typeface="+mn-lt"/>
              </a:defRPr>
            </a:lvl1pPr>
            <a:lvl2pPr marL="474133" indent="-203200" algn="l">
              <a:lnSpc>
                <a:spcPct val="110000"/>
              </a:lnSpc>
              <a:spcBef>
                <a:spcPts val="0"/>
              </a:spcBef>
              <a:spcAft>
                <a:spcPts val="1067"/>
              </a:spcAft>
              <a:buChar char="•"/>
              <a:defRPr sz="2000" b="0">
                <a:solidFill>
                  <a:schemeClr val="tx1"/>
                </a:solidFill>
                <a:latin typeface="+mn-lt"/>
                <a:ea typeface="+mn-lt"/>
                <a:cs typeface="+mn-lt"/>
              </a:defRPr>
            </a:lvl2pPr>
            <a:lvl3pPr marL="745067" indent="-203200" algn="l">
              <a:lnSpc>
                <a:spcPct val="110000"/>
              </a:lnSpc>
              <a:spcBef>
                <a:spcPts val="0"/>
              </a:spcBef>
              <a:spcAft>
                <a:spcPts val="1067"/>
              </a:spcAft>
              <a:buChar char="•"/>
              <a:defRPr sz="2000" b="0">
                <a:solidFill>
                  <a:schemeClr val="tx1"/>
                </a:solidFill>
                <a:latin typeface="+mn-lt"/>
                <a:ea typeface="+mn-lt"/>
                <a:cs typeface="+mn-lt"/>
              </a:defRPr>
            </a:lvl3pPr>
            <a:lvl4pPr marL="1016000" indent="-203200" algn="l">
              <a:lnSpc>
                <a:spcPct val="110000"/>
              </a:lnSpc>
              <a:spcBef>
                <a:spcPts val="0"/>
              </a:spcBef>
              <a:spcAft>
                <a:spcPts val="1067"/>
              </a:spcAft>
              <a:buChar char="•"/>
              <a:defRPr sz="2000" b="0">
                <a:solidFill>
                  <a:schemeClr val="tx1"/>
                </a:solidFill>
                <a:latin typeface="+mn-lt"/>
                <a:ea typeface="+mn-lt"/>
                <a:cs typeface="+mn-lt"/>
              </a:defRPr>
            </a:lvl4pPr>
            <a:lvl5pPr marL="1286933" indent="-203200" algn="l">
              <a:lnSpc>
                <a:spcPct val="110000"/>
              </a:lnSpc>
              <a:spcBef>
                <a:spcPts val="0"/>
              </a:spcBef>
              <a:spcAft>
                <a:spcPts val="1067"/>
              </a:spcAft>
              <a:buChar char="•"/>
              <a:defRPr sz="2000" b="0">
                <a:solidFill>
                  <a:schemeClr val="tx1"/>
                </a:solidFill>
                <a:latin typeface="+mn-lt"/>
                <a:ea typeface="+mn-lt"/>
                <a:cs typeface="+mn-lt"/>
              </a:defRPr>
            </a:lvl5pPr>
            <a:lvl6pPr marL="1557867" indent="-203200" algn="l">
              <a:lnSpc>
                <a:spcPct val="110000"/>
              </a:lnSpc>
              <a:spcBef>
                <a:spcPts val="0"/>
              </a:spcBef>
              <a:spcAft>
                <a:spcPts val="1067"/>
              </a:spcAft>
              <a:buChar char="•"/>
              <a:defRPr sz="2000" b="0">
                <a:solidFill>
                  <a:schemeClr val="tx1"/>
                </a:solidFill>
                <a:latin typeface="+mn-lt"/>
                <a:ea typeface="+mn-lt"/>
                <a:cs typeface="+mn-lt"/>
              </a:defRPr>
            </a:lvl6pPr>
            <a:lvl7pPr marL="1828800" indent="-203200" algn="l">
              <a:lnSpc>
                <a:spcPct val="110000"/>
              </a:lnSpc>
              <a:spcBef>
                <a:spcPts val="0"/>
              </a:spcBef>
              <a:spcAft>
                <a:spcPts val="1067"/>
              </a:spcAft>
              <a:buChar char="•"/>
              <a:defRPr sz="2000" b="0">
                <a:solidFill>
                  <a:schemeClr val="tx1"/>
                </a:solidFill>
                <a:latin typeface="+mn-lt"/>
                <a:ea typeface="+mn-lt"/>
                <a:cs typeface="+mn-lt"/>
              </a:defRPr>
            </a:lvl7pPr>
            <a:lvl8pPr marL="2099733" indent="-203200" algn="l">
              <a:lnSpc>
                <a:spcPct val="110000"/>
              </a:lnSpc>
              <a:spcBef>
                <a:spcPts val="0"/>
              </a:spcBef>
              <a:spcAft>
                <a:spcPts val="1067"/>
              </a:spcAft>
              <a:buChar char="•"/>
              <a:defRPr sz="2000" b="0">
                <a:solidFill>
                  <a:schemeClr val="tx1"/>
                </a:solidFill>
                <a:latin typeface="+mn-lt"/>
                <a:ea typeface="+mn-lt"/>
                <a:cs typeface="+mn-lt"/>
              </a:defRPr>
            </a:lvl8pPr>
            <a:lvl9pPr marL="2370667" indent="-203200" algn="l">
              <a:lnSpc>
                <a:spcPct val="110000"/>
              </a:lnSpc>
              <a:spcBef>
                <a:spcPts val="0"/>
              </a:spcBef>
              <a:spcAft>
                <a:spcPts val="1067"/>
              </a:spcAft>
              <a:buChar char="•"/>
              <a:defRPr sz="2000" b="0">
                <a:solidFill>
                  <a:schemeClr val="tx1"/>
                </a:solidFill>
                <a:latin typeface="+mn-lt"/>
                <a:ea typeface="+mn-lt"/>
                <a:cs typeface="+mn-lt"/>
              </a:defRPr>
            </a:lvl9pPr>
          </a:lstStyle>
          <a:p xmlns:a="http://schemas.openxmlformats.org/drawingml/2006/main"/>
        </p:txBody>
      </p:sp>
    </p:spTree>
  </p:cSld>
</p:sldLayout>
</file>

<file path=ppt/main_figures/Fig6/ppt/slideLayouts/slideLayout6.xml><?xml version="1.0" encoding="utf-8"?>
<p:sldLayout xmlns:p="http://schemas.openxmlformats.org/presentationml/2006/main" type="blank">
  <p:cSld name="Blank">
    <p:spTree>
      <p:nvGrpSpPr>
        <p:cNvPr id="1" name=""/>
        <p:cNvGrpSpPr/>
        <p:nvPr/>
      </p:nvGrpSpPr>
      <p:grpSpPr>
        <a:xfrm xmlns:a="http://schemas.openxmlformats.org/drawingml/2006/main"/>
      </p:grpSpPr>
    </p:spTree>
  </p:cSld>
</p:sldLayout>
</file>

<file path=ppt/main_figures/Fig6/ppt/slideMasters/_rels/slideMaster1.xml.rels><?xml version='1.0' encoding='utf-8'?>
<Relationships xmlns="http://schemas.openxmlformats.org/package/2006/relationships"><Relationship Type="http://schemas.openxmlformats.org/officeDocument/2006/relationships/theme" Target="/ppt/main_figures/Fig6/ppt/slideMasters/theme/theme2.xml" Id="R318080f32aa24a88" /><Relationship Type="http://schemas.openxmlformats.org/officeDocument/2006/relationships/slideLayout" Target="/ppt/main_figures/Fig6/ppt/slideLayouts/slideLayout1.xml" Id="R3be625cce20d40bb" /><Relationship Type="http://schemas.openxmlformats.org/officeDocument/2006/relationships/slideLayout" Target="/ppt/main_figures/Fig6/ppt/slideLayouts/slideLayout2.xml" Id="Rc05517df14044ba3" /><Relationship Type="http://schemas.openxmlformats.org/officeDocument/2006/relationships/slideLayout" Target="/ppt/main_figures/Fig6/ppt/slideLayouts/slideLayout3.xml" Id="Ra7d6c40741014448" /><Relationship Type="http://schemas.openxmlformats.org/officeDocument/2006/relationships/slideLayout" Target="/ppt/main_figures/Fig6/ppt/slideLayouts/slideLayout4.xml" Id="R7098086a90144561" /><Relationship Type="http://schemas.openxmlformats.org/officeDocument/2006/relationships/slideLayout" Target="/ppt/main_figures/Fig6/ppt/slideLayouts/slideLayout5.xml" Id="Rea4d5031959e483e" /><Relationship Type="http://schemas.openxmlformats.org/officeDocument/2006/relationships/slideLayout" Target="/ppt/main_figures/Fig6/ppt/slideLayouts/slideLayout6.xml" Id="Rca0b665810dc4db7" /></Relationships>
</file>

<file path=ppt/main_figures/Fig6/ppt/slideMasters/slideMaster1.xml><?xml version="1.0" encoding="utf-8"?>
<p:sldMaster xmlns:p="http://schemas.openxmlformats.org/presentationml/2006/main">
  <p:cSld name="Master">
    <p:bg>
      <p:bgRef idx="1001">
        <a:schemeClr xmlns:a="http://schemas.openxmlformats.org/drawingml/2006/main" val="bg1"/>
      </p:bgRef>
    </p:bg>
    <p:spTree>
      <p:nvGrpSpPr>
        <p:cNvPr id="1" name=""/>
        <p:cNvGrpSpPr/>
        <p:nvPr/>
      </p:nvGrpSpPr>
      <p:grpSpPr>
        <a:xfrm xmlns:a="http://schemas.openxmlformats.org/drawingml/2006/main"/>
      </p:grpSpPr>
    </p:spTree>
  </p:cSld>
  <p:clrMap bg1="lt1" tx1="dk1" bg2="lt2" tx2="dk2" accent1="accent1" accent2="accent2" accent3="accent3" accent4="accent4" accent5="accent5" accent6="accent6" hlink="hlink" folHlink="folHlink"/>
  <p:sldLayoutIdLst>
    <p:sldLayoutId xmlns:r="http://schemas.openxmlformats.org/officeDocument/2006/relationships" id="2147483649" r:id="R3be625cce20d40bb"/>
    <p:sldLayoutId xmlns:r="http://schemas.openxmlformats.org/officeDocument/2006/relationships" id="2147483650" r:id="Rc05517df14044ba3"/>
    <p:sldLayoutId xmlns:r="http://schemas.openxmlformats.org/officeDocument/2006/relationships" id="2147483651" r:id="Ra7d6c40741014448"/>
    <p:sldLayoutId xmlns:r="http://schemas.openxmlformats.org/officeDocument/2006/relationships" id="2147483652" r:id="R7098086a90144561"/>
    <p:sldLayoutId xmlns:r="http://schemas.openxmlformats.org/officeDocument/2006/relationships" id="2147483653" r:id="Rea4d5031959e483e"/>
    <p:sldLayoutId xmlns:r="http://schemas.openxmlformats.org/officeDocument/2006/relationships" id="2147483654" r:id="Rca0b665810dc4db7"/>
  </p:sldLayoutIdLst>
  <p:txStyles>
    <p:titleStyle>
      <a:lvl1pPr xmlns:a="http://schemas.openxmlformats.org/drawingml/2006/main" algn="l">
        <a:lnSpc>
          <a:spcPct val="90000"/>
        </a:lnSpc>
        <a:spcBef>
          <a:spcPts val="0"/>
        </a:spcBef>
        <a:buNone/>
        <a:defRPr sz="4400">
          <a:solidFill>
            <a:schemeClr val="tx1"/>
          </a:solidFill>
          <a:latin typeface="+mj-lt"/>
          <a:ea typeface="+mj-lt"/>
          <a:cs typeface="+mj-lt"/>
        </a:defRPr>
      </a:lvl1pPr>
    </p:titleStyle>
    <p:bodyStyle>
      <a:lvl1pPr xmlns:a="http://schemas.openxmlformats.org/drawingml/2006/main" marL="228600" indent="-228600" algn="l">
        <a:lnSpc>
          <a:spcPct val="90000"/>
        </a:lnSpc>
        <a:spcBef>
          <a:spcPts val="1000"/>
        </a:spcBef>
        <a:buChar char="•"/>
        <a:defRPr sz="2800">
          <a:solidFill>
            <a:schemeClr val="tx1"/>
          </a:solidFill>
          <a:latin typeface="+mn-lt"/>
          <a:ea typeface="+mn-lt"/>
          <a:cs typeface="+mn-lt"/>
        </a:defRPr>
      </a:lvl1pPr>
      <a:lvl2pPr xmlns:a="http://schemas.openxmlformats.org/drawingml/2006/main" marL="685800" indent="-228600" algn="l">
        <a:lnSpc>
          <a:spcPct val="90000"/>
        </a:lnSpc>
        <a:spcBef>
          <a:spcPts val="500"/>
        </a:spcBef>
        <a:buChar char="•"/>
        <a:defRPr sz="2400">
          <a:solidFill>
            <a:schemeClr val="tx1"/>
          </a:solidFill>
          <a:latin typeface="+mn-lt"/>
          <a:ea typeface="+mn-lt"/>
          <a:cs typeface="+mn-lt"/>
        </a:defRPr>
      </a:lvl2pPr>
      <a:lvl3pPr xmlns:a="http://schemas.openxmlformats.org/drawingml/2006/main" marL="1143000" indent="-228600" algn="l">
        <a:lnSpc>
          <a:spcPct val="90000"/>
        </a:lnSpc>
        <a:spcBef>
          <a:spcPts val="500"/>
        </a:spcBef>
        <a:buChar char="•"/>
        <a:defRPr sz="2000">
          <a:solidFill>
            <a:schemeClr val="tx1"/>
          </a:solidFill>
          <a:latin typeface="+mn-lt"/>
          <a:ea typeface="+mn-lt"/>
          <a:cs typeface="+mn-lt"/>
        </a:defRPr>
      </a:lvl3pPr>
      <a:lvl4pPr xmlns:a="http://schemas.openxmlformats.org/drawingml/2006/main" marL="1600200" indent="-228600" algn="l">
        <a:lnSpc>
          <a:spcPct val="90000"/>
        </a:lnSpc>
        <a:spcBef>
          <a:spcPts val="500"/>
        </a:spcBef>
        <a:buChar char="•"/>
        <a:defRPr sz="1800">
          <a:solidFill>
            <a:schemeClr val="tx1"/>
          </a:solidFill>
          <a:latin typeface="+mn-lt"/>
          <a:ea typeface="+mn-lt"/>
          <a:cs typeface="+mn-lt"/>
        </a:defRPr>
      </a:lvl4pPr>
      <a:lvl5pPr xmlns:a="http://schemas.openxmlformats.org/drawingml/2006/main" marL="2057400" indent="-228600" algn="l">
        <a:lnSpc>
          <a:spcPct val="90000"/>
        </a:lnSpc>
        <a:spcBef>
          <a:spcPts val="500"/>
        </a:spcBef>
        <a:buChar char="•"/>
        <a:defRPr sz="1800">
          <a:solidFill>
            <a:schemeClr val="tx1"/>
          </a:solidFill>
          <a:latin typeface="+mn-lt"/>
          <a:ea typeface="+mn-lt"/>
          <a:cs typeface="+mn-lt"/>
        </a:defRPr>
      </a:lvl5pPr>
      <a:lvl6pPr xmlns:a="http://schemas.openxmlformats.org/drawingml/2006/main" marL="2514600" indent="-228600" algn="l">
        <a:lnSpc>
          <a:spcPct val="90000"/>
        </a:lnSpc>
        <a:spcBef>
          <a:spcPts val="500"/>
        </a:spcBef>
        <a:buChar char="•"/>
        <a:defRPr sz="1800">
          <a:solidFill>
            <a:schemeClr val="tx1"/>
          </a:solidFill>
          <a:latin typeface="+mn-lt"/>
          <a:ea typeface="+mn-lt"/>
          <a:cs typeface="+mn-lt"/>
        </a:defRPr>
      </a:lvl6pPr>
      <a:lvl7pPr xmlns:a="http://schemas.openxmlformats.org/drawingml/2006/main" marL="2971800" indent="-228600" algn="l">
        <a:lnSpc>
          <a:spcPct val="90000"/>
        </a:lnSpc>
        <a:spcBef>
          <a:spcPts val="500"/>
        </a:spcBef>
        <a:buChar char="•"/>
        <a:defRPr sz="1800">
          <a:solidFill>
            <a:schemeClr val="tx1"/>
          </a:solidFill>
          <a:latin typeface="+mn-lt"/>
          <a:ea typeface="+mn-lt"/>
          <a:cs typeface="+mn-lt"/>
        </a:defRPr>
      </a:lvl7pPr>
      <a:lvl8pPr xmlns:a="http://schemas.openxmlformats.org/drawingml/2006/main" marL="3429000" indent="-228600" algn="l">
        <a:lnSpc>
          <a:spcPct val="90000"/>
        </a:lnSpc>
        <a:spcBef>
          <a:spcPts val="500"/>
        </a:spcBef>
        <a:buChar char="•"/>
        <a:defRPr sz="1800">
          <a:solidFill>
            <a:schemeClr val="tx1"/>
          </a:solidFill>
          <a:latin typeface="+mn-lt"/>
          <a:ea typeface="+mn-lt"/>
          <a:cs typeface="+mn-lt"/>
        </a:defRPr>
      </a:lvl8pPr>
      <a:lvl9pPr xmlns:a="http://schemas.openxmlformats.org/drawingml/2006/main" marL="3886200" indent="-228600" algn="l">
        <a:lnSpc>
          <a:spcPct val="90000"/>
        </a:lnSpc>
        <a:spcBef>
          <a:spcPts val="500"/>
        </a:spcBef>
        <a:buChar char="•"/>
        <a:defRPr sz="1800">
          <a:solidFill>
            <a:schemeClr val="tx1"/>
          </a:solidFill>
          <a:latin typeface="+mn-lt"/>
          <a:ea typeface="+mn-lt"/>
          <a:cs typeface="+mn-lt"/>
        </a:defRPr>
      </a:lvl9pPr>
    </p:bodyStyle>
    <p:otherStyle>
      <a:lvl1pPr xmlns:a="http://schemas.openxmlformats.org/drawingml/2006/main" marL="0" algn="l">
        <a:buNone/>
        <a:defRPr sz="1800">
          <a:solidFill>
            <a:schemeClr val="tx1"/>
          </a:solidFill>
          <a:latin typeface="+mn-lt"/>
          <a:ea typeface="+mn-lt"/>
          <a:cs typeface="+mn-lt"/>
        </a:defRPr>
      </a:lvl1pPr>
      <a:lvl2pPr xmlns:a="http://schemas.openxmlformats.org/drawingml/2006/main" marL="457200" algn="l">
        <a:buNone/>
        <a:defRPr sz="1800">
          <a:solidFill>
            <a:schemeClr val="tx1"/>
          </a:solidFill>
          <a:latin typeface="+mn-lt"/>
          <a:ea typeface="+mn-lt"/>
          <a:cs typeface="+mn-lt"/>
        </a:defRPr>
      </a:lvl2pPr>
      <a:lvl3pPr xmlns:a="http://schemas.openxmlformats.org/drawingml/2006/main" marL="914400" algn="l">
        <a:buNone/>
        <a:defRPr sz="1800">
          <a:solidFill>
            <a:schemeClr val="tx1"/>
          </a:solidFill>
          <a:latin typeface="+mn-lt"/>
          <a:ea typeface="+mn-lt"/>
          <a:cs typeface="+mn-lt"/>
        </a:defRPr>
      </a:lvl3pPr>
      <a:lvl4pPr xmlns:a="http://schemas.openxmlformats.org/drawingml/2006/main" marL="1371600" algn="l">
        <a:buNone/>
        <a:defRPr sz="1800">
          <a:solidFill>
            <a:schemeClr val="tx1"/>
          </a:solidFill>
          <a:latin typeface="+mn-lt"/>
          <a:ea typeface="+mn-lt"/>
          <a:cs typeface="+mn-lt"/>
        </a:defRPr>
      </a:lvl4pPr>
      <a:lvl5pPr xmlns:a="http://schemas.openxmlformats.org/drawingml/2006/main" marL="1828800" algn="l">
        <a:buNone/>
        <a:defRPr sz="1800">
          <a:solidFill>
            <a:schemeClr val="tx1"/>
          </a:solidFill>
          <a:latin typeface="+mn-lt"/>
          <a:ea typeface="+mn-lt"/>
          <a:cs typeface="+mn-lt"/>
        </a:defRPr>
      </a:lvl5pPr>
      <a:lvl6pPr xmlns:a="http://schemas.openxmlformats.org/drawingml/2006/main" marL="2286000" algn="l">
        <a:buNone/>
        <a:defRPr sz="1800">
          <a:solidFill>
            <a:schemeClr val="tx1"/>
          </a:solidFill>
          <a:latin typeface="+mn-lt"/>
          <a:ea typeface="+mn-lt"/>
          <a:cs typeface="+mn-lt"/>
        </a:defRPr>
      </a:lvl6pPr>
      <a:lvl7pPr xmlns:a="http://schemas.openxmlformats.org/drawingml/2006/main" marL="2743200" algn="l">
        <a:buNone/>
        <a:defRPr sz="1800">
          <a:solidFill>
            <a:schemeClr val="tx1"/>
          </a:solidFill>
          <a:latin typeface="+mn-lt"/>
          <a:ea typeface="+mn-lt"/>
          <a:cs typeface="+mn-lt"/>
        </a:defRPr>
      </a:lvl7pPr>
      <a:lvl8pPr xmlns:a="http://schemas.openxmlformats.org/drawingml/2006/main" marL="3200400" algn="l">
        <a:buNone/>
        <a:defRPr sz="1800">
          <a:solidFill>
            <a:schemeClr val="tx1"/>
          </a:solidFill>
          <a:latin typeface="+mn-lt"/>
          <a:ea typeface="+mn-lt"/>
          <a:cs typeface="+mn-lt"/>
        </a:defRPr>
      </a:lvl8pPr>
      <a:lvl9pPr xmlns:a="http://schemas.openxmlformats.org/drawingml/2006/main" marL="3657600" algn="l">
        <a:buNone/>
        <a:defRPr sz="1800">
          <a:solidFill>
            <a:schemeClr val="tx1"/>
          </a:solidFill>
          <a:latin typeface="+mn-lt"/>
          <a:ea typeface="+mn-lt"/>
          <a:cs typeface="+mn-lt"/>
        </a:defRPr>
      </a:lvl9pPr>
    </p:otherStyle>
  </p:txStyles>
</p:sldMaster>
</file>

<file path=ppt/main_figures/Fig6/ppt/slideMasters/theme/theme2.xml><?xml version="1.0" encoding="utf-8"?>
<a:theme xmlns:a="http://schemas.openxmlformats.org/drawingml/2006/main" name="ChatGPT">
  <a:themeElements>
    <a:clrScheme name="ChatGPT">
      <a:dk1>
        <a:srgbClr val="000000"/>
      </a:dk1>
      <a:lt1>
        <a:srgbClr val="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
      <a:majorFont>
        <a:latin typeface="Aptos"/>
        <a:ea typeface=""/>
        <a:cs typeface=""/>
      </a:majorFont>
      <a:minorFont>
        <a:latin typeface="Aptos"/>
        <a:ea typeface=""/>
        <a:cs typeface=""/>
      </a:minorFont>
    </a:fontScheme>
    <a:fmtScheme name="ChatGPT">
      <a:fillStyleLst>
        <a:solidFill>
          <a:schemeClr val="phClr"/>
        </a:solidFill>
        <a:gradFill>
          <a:gsLst>
            <a:gs pos="0">
              <a:schemeClr val="phClr">
                <a:tint val="67000"/>
                <a:lumMod val="110000"/>
                <a:satMod val="105000"/>
              </a:schemeClr>
            </a:gs>
            <a:gs pos="50000">
              <a:schemeClr val="phClr">
                <a:tint val="73000"/>
                <a:lumMod val="105000"/>
                <a:satMod val="103000"/>
              </a:schemeClr>
            </a:gs>
            <a:gs pos="100000">
              <a:schemeClr val="phClr">
                <a:tint val="81000"/>
                <a:lumMod val="105000"/>
                <a:satMod val="109000"/>
              </a:schemeClr>
            </a:gs>
          </a:gsLst>
          <a:lin ang="5400000" scaled="0"/>
        </a:gradFill>
        <a:gradFill>
          <a:gsLst>
            <a:gs pos="0">
              <a:schemeClr val="phClr">
                <a:tint val="94000"/>
                <a:lumMod val="102000"/>
                <a:satMod val="103000"/>
              </a:schemeClr>
            </a:gs>
            <a:gs pos="50000">
              <a:schemeClr val="phClr">
                <a:shade val="100000"/>
                <a:lumMod val="100000"/>
                <a:satMod val="110000"/>
              </a:schemeClr>
            </a:gs>
            <a:gs pos="100000">
              <a:schemeClr val="phClr">
                <a:shade val="78000"/>
                <a:lumMod val="99000"/>
                <a:satMod val="120000"/>
              </a:schemeClr>
            </a:gs>
          </a:gsLst>
          <a:lin ang="5400000" scaled="0"/>
        </a:gradFill>
      </a:fillStyleLst>
      <a:lnStyleLst>
        <a:ln w="12700">
          <a:solidFill>
            <a:schemeClr val="phClr"/>
          </a:solidFill>
          <a:prstDash val="solid"/>
        </a:ln>
        <a:ln w="19050">
          <a:solidFill>
            <a:schemeClr val="phClr"/>
          </a:solidFill>
          <a:prstDash val="solid"/>
        </a:ln>
        <a:ln w="25400">
          <a:solidFill>
            <a:schemeClr val="phClr"/>
          </a:solidFill>
          <a:prstDash val="solid"/>
        </a:ln>
      </a:lnStyleLst>
      <a:effectStyleLst>
        <a:effectStyle>
          <a:effectLst/>
        </a:effectStyle>
        <a:effectStyle>
          <a:effectLst/>
        </a:effectStyle>
        <a:effectStyle>
          <a:effectLst>
            <a:outerShdw blurRad="57150" dist="19050" dir="5400000">
              <a:srgbClr val="000000">
                <a:alpha val="16000"/>
              </a:srgbClr>
            </a:outerShdw>
          </a:effectLst>
        </a:effectStyle>
        <a:effectStyle>
          <a:effectLst>
            <a:outerShdw blurRad="19050" dist="9525" dir="5400000">
              <a:srgbClr val="000000">
                <a:alpha val="6000"/>
              </a:srgbClr>
            </a:outerShdw>
          </a:effectLst>
        </a:effectStyle>
        <a:effectStyle>
          <a:effectLst>
            <a:outerShdw blurRad="28575" dist="9525" dir="5400000">
              <a:srgbClr val="000000">
                <a:alpha val="8000"/>
              </a:srgbClr>
            </a:outerShdw>
          </a:effectLst>
        </a:effectStyle>
        <a:effectStyle>
          <a:effectLst>
            <a:outerShdw blurRad="57150" dist="19050" dir="5400000">
              <a:srgbClr val="000000">
                <a:alpha val="10000"/>
              </a:srgbClr>
            </a:outerShdw>
          </a:effectLst>
        </a:effectStyle>
        <a:effectStyle>
          <a:effectLst>
            <a:outerShdw blurRad="114300" dist="38100" dir="5400000">
              <a:srgbClr val="000000">
                <a:alpha val="12000"/>
              </a:srgbClr>
            </a:outerShdw>
          </a:effectLst>
        </a:effectStyle>
        <a:effectStyle>
          <a:effectLst>
            <a:outerShdw blurRad="171450" dist="57150" dir="5400000">
              <a:srgbClr val="000000">
                <a:alpha val="16000"/>
              </a:srgbClr>
            </a:outerShdw>
          </a:effectLst>
        </a:effectStyle>
        <a:effectStyle>
          <a:effectLst>
            <a:outerShdw blurRad="266700" dist="95250" dir="5400000">
              <a:srgbClr val="000000">
                <a:alpha val="24000"/>
              </a:srgbClr>
            </a:outerShdw>
          </a:effectLst>
        </a:effectStyle>
      </a:effectStyleLst>
      <a:bgFillStyleLst>
        <a:solidFill>
          <a:schemeClr val="phClr"/>
        </a:solidFill>
        <a:solidFill>
          <a:schemeClr val="phClr">
            <a:tint val="95000"/>
            <a:satMod val="170000"/>
          </a:schemeClr>
        </a:solidFill>
        <a:gradFill>
          <a:gsLst>
            <a:gs pos="0">
              <a:schemeClr val="phClr">
                <a:tint val="93000"/>
                <a:shade val="98000"/>
                <a:lumMod val="102000"/>
                <a:satMod val="150000"/>
              </a:schemeClr>
            </a:gs>
            <a:gs pos="50000">
              <a:schemeClr val="phClr">
                <a:tint val="98000"/>
                <a:shade val="90000"/>
                <a:lumMod val="103000"/>
                <a:satMod val="130000"/>
              </a:schemeClr>
            </a:gs>
            <a:gs pos="100000">
              <a:schemeClr val="phClr">
                <a:shade val="63000"/>
                <a:satMod val="120000"/>
              </a:schemeClr>
            </a:gs>
          </a:gsLst>
          <a:lin ang="5400000" scaled="0"/>
        </a:gradFill>
      </a:bgFillStyleLst>
    </a:fmtScheme>
  </a:themeElements>
</a:theme>
</file>

<file path=ppt/main_figures/Fig6/ppt/slides/_rels/slide1.xml.rels><?xml version='1.0' encoding='utf-8'?>
<Relationships xmlns="http://schemas.openxmlformats.org/package/2006/relationships"><Relationship Type="http://schemas.openxmlformats.org/officeDocument/2006/relationships/slideLayout" Target="/ppt/main_figures/Fig6/ppt/slideLayouts/slideLayout6.xml" Id="R840ff16dd25947e8" /><Relationship Type="http://schemas.openxmlformats.org/officeDocument/2006/relationships/image" Target="/ppt/main_figures/Fig6/ppt/media/image.png" Id="Rfa6da8679f214c30" /><Relationship Type="http://schemas.openxmlformats.org/officeDocument/2006/relationships/image" Target="/ppt/main_figures/Fig6/ppt/media/image2.png" Id="Rc911155fc5004465" /><Relationship Type="http://schemas.openxmlformats.org/officeDocument/2006/relationships/image" Target="/ppt/main_figures/Fig6/ppt/media/image3.png" Id="R116cebab8c0b4f41" /><Relationship Type="http://schemas.openxmlformats.org/officeDocument/2006/relationships/image" Target="/ppt/main_figures/Fig6/ppt/media/image4.png" Id="R0a2037ce2a8e4216" /><Relationship Type="http://schemas.openxmlformats.org/officeDocument/2006/relationships/image" Target="/ppt/main_figures/Fig6/ppt/media/image5.png" Id="R4294b00990454514" /><Relationship Type="http://schemas.openxmlformats.org/officeDocument/2006/relationships/image" Target="/ppt/main_figures/Fig6/ppt/media/image6.png" Id="R88659059dc254568" /><Relationship Type="http://schemas.openxmlformats.org/officeDocument/2006/relationships/image" Target="/ppt/main_figures/Fig6/ppt/media/image7.png" Id="R6524a439eacf43db" /><Relationship Type="http://schemas.openxmlformats.org/officeDocument/2006/relationships/image" Target="/ppt/main_figures/Fig6/ppt/media/image8.png" Id="Rb011c2de608f4d09" /><Relationship Type="http://schemas.openxmlformats.org/officeDocument/2006/relationships/image" Target="/ppt/main_figures/Fig6/ppt/media/image9.png" Id="R4eaf2762797f40fe" /><Relationship Type="http://schemas.openxmlformats.org/officeDocument/2006/relationships/image" Target="/ppt/main_figures/Fig6/ppt/media/image10.png" Id="Rb3fbfaa126e04a30" /><Relationship Type="http://schemas.openxmlformats.org/officeDocument/2006/relationships/notesSlide" Target="/ppt/main_figures/Fig6/ppt/notesSlides/notesSlide1.xml" Id="R19fccc24474b40bf" /></Relationships>
</file>

<file path=ppt/main_figures/Fig6/ppt/slides/slide1.xml><?xml version="1.0" encoding="utf-8"?>
<p:sld xmlns:p="http://schemas.openxmlformats.org/presentationml/2006/main">
  <p:cSld>
    <p:bg>
      <p:bgPr>
        <a:solidFill xmlns:a="http://schemas.openxmlformats.org/drawingml/2006/main">
          <a:srgbClr val="FFFFFF"/>
        </a:solidFill>
      </p:bgPr>
    </p:bg>
    <p:spTree>
      <p:nvGrpSpPr>
        <p:cNvPr id="1" name=""/>
        <p:cNvGrpSpPr/>
        <p:nvPr/>
      </p:nvGrpSpPr>
      <p:grpSpPr>
        <a:xfrm xmlns:a="http://schemas.openxmlformats.org/drawingml/2006/main"/>
      </p:grpSpPr>
      <p:sp>
        <p:nvSpPr>
          <p:cNvPr id="248" name="(a) Source fields and d-axis projections">
            <a:extLst xmlns:a="http://schemas.openxmlformats.org/drawingml/2006/main">
              <a:ext uri="{FF2B5EF4-FFF2-40B4-BE49-F238E27FC236}">
                <a16:creationId xmlns:a16="http://schemas.microsoft.com/office/drawing/2014/main" id="{07ECA195-5FDB-4406-A158-97E33BE3D64D}"/>
              </a:ext>
            </a:extLst>
          </p:cNvPr>
          <p:cNvSpPr>
            <a:spLocks xmlns:a="http://schemas.openxmlformats.org/drawingml/2006/main" noGrp="1"/>
          </p:cNvSpPr>
          <p:nvPr/>
        </p:nvSpPr>
        <p:spPr>
          <a:xfrm xmlns:a="http://schemas.openxmlformats.org/drawingml/2006/main">
            <a:off x="171450" y="0"/>
            <a:ext cx="7048500" cy="2857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725" b="1">
                <a:solidFill>
                  <a:srgbClr val="000000"/>
                </a:solidFill>
                <a:latin typeface="Arial"/>
                <a:ea typeface="Arial"/>
                <a:cs typeface="Arial"/>
              </a:defRPr>
            </a:defPPr>
            <a:lvl1pPr algn="l">
              <a:defRPr sz="1725" b="1">
                <a:solidFill>
                  <a:srgbClr val="000000"/>
                </a:solidFill>
                <a:latin typeface="Arial"/>
                <a:ea typeface="Arial"/>
                <a:cs typeface="Arial"/>
              </a:defRPr>
            </a:lvl1pPr>
            <a:lvl2pPr algn="l">
              <a:defRPr sz="1725" b="1">
                <a:solidFill>
                  <a:srgbClr val="000000"/>
                </a:solidFill>
                <a:latin typeface="Arial"/>
                <a:ea typeface="Arial"/>
                <a:cs typeface="Arial"/>
              </a:defRPr>
            </a:lvl2pPr>
            <a:lvl3pPr algn="l">
              <a:defRPr sz="1725" b="1">
                <a:solidFill>
                  <a:srgbClr val="000000"/>
                </a:solidFill>
                <a:latin typeface="Arial"/>
                <a:ea typeface="Arial"/>
                <a:cs typeface="Arial"/>
              </a:defRPr>
            </a:lvl3pPr>
            <a:lvl4pPr algn="l">
              <a:defRPr sz="1725" b="1">
                <a:solidFill>
                  <a:srgbClr val="000000"/>
                </a:solidFill>
                <a:latin typeface="Arial"/>
                <a:ea typeface="Arial"/>
                <a:cs typeface="Arial"/>
              </a:defRPr>
            </a:lvl4pPr>
            <a:lvl5pPr algn="l">
              <a:defRPr sz="1725" b="1">
                <a:solidFill>
                  <a:srgbClr val="000000"/>
                </a:solidFill>
                <a:latin typeface="Arial"/>
                <a:ea typeface="Arial"/>
                <a:cs typeface="Arial"/>
              </a:defRPr>
            </a:lvl5pPr>
            <a:lvl6pPr algn="l">
              <a:defRPr sz="1725" b="1">
                <a:solidFill>
                  <a:srgbClr val="000000"/>
                </a:solidFill>
                <a:latin typeface="Arial"/>
                <a:ea typeface="Arial"/>
                <a:cs typeface="Arial"/>
              </a:defRPr>
            </a:lvl6pPr>
            <a:lvl7pPr algn="l">
              <a:defRPr sz="1725" b="1">
                <a:solidFill>
                  <a:srgbClr val="000000"/>
                </a:solidFill>
                <a:latin typeface="Arial"/>
                <a:ea typeface="Arial"/>
                <a:cs typeface="Arial"/>
              </a:defRPr>
            </a:lvl7pPr>
            <a:lvl8pPr algn="l">
              <a:defRPr sz="1725" b="1">
                <a:solidFill>
                  <a:srgbClr val="000000"/>
                </a:solidFill>
                <a:latin typeface="Arial"/>
                <a:ea typeface="Arial"/>
                <a:cs typeface="Arial"/>
              </a:defRPr>
            </a:lvl8pPr>
            <a:lvl9pPr algn="l">
              <a:defRPr sz="1725" b="1">
                <a:solidFill>
                  <a:srgbClr val="000000"/>
                </a:solidFill>
                <a:latin typeface="Arial"/>
                <a:ea typeface="Arial"/>
                <a:cs typeface="Arial"/>
              </a:defRPr>
            </a:lvl9pPr>
          </a:lstStyle>
          <a:p xmlns:a="http://schemas.openxmlformats.org/drawingml/2006/main">
            <a:pPr algn="l">
              <a:defRPr sz="1725" b="1">
                <a:solidFill>
                  <a:srgbClr val="000000"/>
                </a:solidFill>
                <a:latin typeface="Arial"/>
                <a:ea typeface="Arial"/>
                <a:cs typeface="Arial"/>
              </a:defRPr>
            </a:pPr>
            <a:r>
              <a:rPr sz="1725" b="1">
                <a:solidFill>
                  <a:srgbClr val="000000"/>
                </a:solidFill>
                <a:latin typeface="Arial"/>
                <a:ea typeface="Arial"/>
                <a:cs typeface="Arial"/>
              </a:rPr>
              <a:t>(a) Source fields and d-axis projections</a:t>
            </a:r>
          </a:p>
        </p:txBody>
      </p:sp>
      <p:sp>
        <p:nvSpPr>
          <p:cNvPr id="2" name="Scalar value">
            <a:extLst xmlns:a="http://schemas.openxmlformats.org/drawingml/2006/main">
              <a:ext uri="{FF2B5EF4-FFF2-40B4-BE49-F238E27FC236}">
                <a16:creationId xmlns:a16="http://schemas.microsoft.com/office/drawing/2014/main" id="{EE34BA1F-42B5-4FDC-9178-B050E48C9483}"/>
              </a:ext>
            </a:extLst>
          </p:cNvPr>
          <p:cNvSpPr>
            <a:spLocks xmlns:a="http://schemas.openxmlformats.org/drawingml/2006/main" noGrp="1"/>
          </p:cNvSpPr>
          <p:nvPr/>
        </p:nvSpPr>
        <p:spPr>
          <a:xfrm xmlns:a="http://schemas.openxmlformats.org/drawingml/2006/main">
            <a:off x="8439150" y="0"/>
            <a:ext cx="1257300" cy="2571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350" b="0">
                <a:solidFill>
                  <a:srgbClr val="000000"/>
                </a:solidFill>
                <a:latin typeface="Arial"/>
                <a:ea typeface="Arial"/>
                <a:cs typeface="Arial"/>
              </a:defRPr>
            </a:defPPr>
            <a:lvl1pPr algn="l">
              <a:defRPr sz="1350" b="0">
                <a:solidFill>
                  <a:srgbClr val="000000"/>
                </a:solidFill>
                <a:latin typeface="Arial"/>
                <a:ea typeface="Arial"/>
                <a:cs typeface="Arial"/>
              </a:defRPr>
            </a:lvl1pPr>
            <a:lvl2pPr algn="l">
              <a:defRPr sz="1350" b="0">
                <a:solidFill>
                  <a:srgbClr val="000000"/>
                </a:solidFill>
                <a:latin typeface="Arial"/>
                <a:ea typeface="Arial"/>
                <a:cs typeface="Arial"/>
              </a:defRPr>
            </a:lvl2pPr>
            <a:lvl3pPr algn="l">
              <a:defRPr sz="1350" b="0">
                <a:solidFill>
                  <a:srgbClr val="000000"/>
                </a:solidFill>
                <a:latin typeface="Arial"/>
                <a:ea typeface="Arial"/>
                <a:cs typeface="Arial"/>
              </a:defRPr>
            </a:lvl3pPr>
            <a:lvl4pPr algn="l">
              <a:defRPr sz="1350" b="0">
                <a:solidFill>
                  <a:srgbClr val="000000"/>
                </a:solidFill>
                <a:latin typeface="Arial"/>
                <a:ea typeface="Arial"/>
                <a:cs typeface="Arial"/>
              </a:defRPr>
            </a:lvl4pPr>
            <a:lvl5pPr algn="l">
              <a:defRPr sz="1350" b="0">
                <a:solidFill>
                  <a:srgbClr val="000000"/>
                </a:solidFill>
                <a:latin typeface="Arial"/>
                <a:ea typeface="Arial"/>
                <a:cs typeface="Arial"/>
              </a:defRPr>
            </a:lvl5pPr>
            <a:lvl6pPr algn="l">
              <a:defRPr sz="1350" b="0">
                <a:solidFill>
                  <a:srgbClr val="000000"/>
                </a:solidFill>
                <a:latin typeface="Arial"/>
                <a:ea typeface="Arial"/>
                <a:cs typeface="Arial"/>
              </a:defRPr>
            </a:lvl6pPr>
            <a:lvl7pPr algn="l">
              <a:defRPr sz="1350" b="0">
                <a:solidFill>
                  <a:srgbClr val="000000"/>
                </a:solidFill>
                <a:latin typeface="Arial"/>
                <a:ea typeface="Arial"/>
                <a:cs typeface="Arial"/>
              </a:defRPr>
            </a:lvl7pPr>
            <a:lvl8pPr algn="l">
              <a:defRPr sz="1350" b="0">
                <a:solidFill>
                  <a:srgbClr val="000000"/>
                </a:solidFill>
                <a:latin typeface="Arial"/>
                <a:ea typeface="Arial"/>
                <a:cs typeface="Arial"/>
              </a:defRPr>
            </a:lvl8pPr>
            <a:lvl9pPr algn="l">
              <a:defRPr sz="1350" b="0">
                <a:solidFill>
                  <a:srgbClr val="000000"/>
                </a:solidFill>
                <a:latin typeface="Arial"/>
                <a:ea typeface="Arial"/>
                <a:cs typeface="Arial"/>
              </a:defRPr>
            </a:lvl9pPr>
          </a:lstStyle>
          <a:p xmlns:a="http://schemas.openxmlformats.org/drawingml/2006/main">
            <a:pPr algn="l">
              <a:defRPr sz="1350" b="0">
                <a:solidFill>
                  <a:srgbClr val="000000"/>
                </a:solidFill>
                <a:latin typeface="Arial"/>
                <a:ea typeface="Arial"/>
                <a:cs typeface="Arial"/>
              </a:defRPr>
            </a:pPr>
            <a:r>
              <a:rPr sz="1350" b="0">
                <a:solidFill>
                  <a:srgbClr val="000000"/>
                </a:solidFill>
                <a:latin typeface="Arial"/>
                <a:ea typeface="Arial"/>
                <a:cs typeface="Arial"/>
              </a:rPr>
              <a:t>Scalar value</a:t>
            </a:r>
          </a:p>
        </p:txBody>
      </p:sp>
      <p:pic>
        <p:nvPicPr>
          <p:cNvPr id="3" name="">
            <a:extLst xmlns:a="http://schemas.openxmlformats.org/drawingml/2006/main">
              <a:ext uri="{FF2B5EF4-FFF2-40B4-BE49-F238E27FC236}">
                <a16:creationId xmlns:a16="http://schemas.microsoft.com/office/drawing/2014/main" id="{C6DCB019-46FB-4F97-9A94-4114142930A7}"/>
              </a:ext>
            </a:extLst>
          </p:cNvPr>
          <p:cNvPicPr>
            <a:picLocks xmlns:a="http://schemas.openxmlformats.org/drawingml/2006/main" noChangeAspect="1"/>
          </p:cNvPicPr>
          <p:nvPr/>
        </p:nvPicPr>
        <p:blipFill>
          <a:blip xmlns:r="http://schemas.openxmlformats.org/officeDocument/2006/relationships" xmlns:a="http://schemas.openxmlformats.org/drawingml/2006/main" r:embed="Rfa6da8679f214c30"/>
          <a:stretch xmlns:a="http://schemas.openxmlformats.org/drawingml/2006/main"/>
        </p:blipFill>
        <p:spPr>
          <a:xfrm xmlns:a="http://schemas.openxmlformats.org/drawingml/2006/main">
            <a:off x="9963150" y="76200"/>
            <a:ext cx="1676400" cy="104775"/>
          </a:xfrm>
          <a:prstGeom xmlns:a="http://schemas.openxmlformats.org/drawingml/2006/main" prst="rect">
            <a:avLst/>
          </a:prstGeom>
        </p:spPr>
      </p:pic>
      <p:sp>
        <p:nvSpPr>
          <p:cNvPr id="4" name="0">
            <a:extLst xmlns:a="http://schemas.openxmlformats.org/drawingml/2006/main">
              <a:ext uri="{FF2B5EF4-FFF2-40B4-BE49-F238E27FC236}">
                <a16:creationId xmlns:a16="http://schemas.microsoft.com/office/drawing/2014/main" id="{491F65B1-5FCD-4FF4-ABC1-4FA0DFC81133}"/>
              </a:ext>
            </a:extLst>
          </p:cNvPr>
          <p:cNvSpPr>
            <a:spLocks xmlns:a="http://schemas.openxmlformats.org/drawingml/2006/main" noGrp="1"/>
          </p:cNvSpPr>
          <p:nvPr/>
        </p:nvSpPr>
        <p:spPr>
          <a:xfrm xmlns:a="http://schemas.openxmlformats.org/drawingml/2006/main">
            <a:off x="9667875" y="0"/>
            <a:ext cx="266700" cy="2571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350" b="0">
                <a:solidFill>
                  <a:srgbClr val="000000"/>
                </a:solidFill>
                <a:latin typeface="Arial"/>
                <a:ea typeface="Arial"/>
                <a:cs typeface="Arial"/>
              </a:defRPr>
            </a:defPPr>
            <a:lvl1pPr algn="ctr">
              <a:defRPr sz="1350" b="0">
                <a:solidFill>
                  <a:srgbClr val="000000"/>
                </a:solidFill>
                <a:latin typeface="Arial"/>
                <a:ea typeface="Arial"/>
                <a:cs typeface="Arial"/>
              </a:defRPr>
            </a:lvl1pPr>
            <a:lvl2pPr algn="ctr">
              <a:defRPr sz="1350" b="0">
                <a:solidFill>
                  <a:srgbClr val="000000"/>
                </a:solidFill>
                <a:latin typeface="Arial"/>
                <a:ea typeface="Arial"/>
                <a:cs typeface="Arial"/>
              </a:defRPr>
            </a:lvl2pPr>
            <a:lvl3pPr algn="ctr">
              <a:defRPr sz="1350" b="0">
                <a:solidFill>
                  <a:srgbClr val="000000"/>
                </a:solidFill>
                <a:latin typeface="Arial"/>
                <a:ea typeface="Arial"/>
                <a:cs typeface="Arial"/>
              </a:defRPr>
            </a:lvl3pPr>
            <a:lvl4pPr algn="ctr">
              <a:defRPr sz="1350" b="0">
                <a:solidFill>
                  <a:srgbClr val="000000"/>
                </a:solidFill>
                <a:latin typeface="Arial"/>
                <a:ea typeface="Arial"/>
                <a:cs typeface="Arial"/>
              </a:defRPr>
            </a:lvl4pPr>
            <a:lvl5pPr algn="ctr">
              <a:defRPr sz="1350" b="0">
                <a:solidFill>
                  <a:srgbClr val="000000"/>
                </a:solidFill>
                <a:latin typeface="Arial"/>
                <a:ea typeface="Arial"/>
                <a:cs typeface="Arial"/>
              </a:defRPr>
            </a:lvl5pPr>
            <a:lvl6pPr algn="ctr">
              <a:defRPr sz="1350" b="0">
                <a:solidFill>
                  <a:srgbClr val="000000"/>
                </a:solidFill>
                <a:latin typeface="Arial"/>
                <a:ea typeface="Arial"/>
                <a:cs typeface="Arial"/>
              </a:defRPr>
            </a:lvl6pPr>
            <a:lvl7pPr algn="ctr">
              <a:defRPr sz="1350" b="0">
                <a:solidFill>
                  <a:srgbClr val="000000"/>
                </a:solidFill>
                <a:latin typeface="Arial"/>
                <a:ea typeface="Arial"/>
                <a:cs typeface="Arial"/>
              </a:defRPr>
            </a:lvl7pPr>
            <a:lvl8pPr algn="ctr">
              <a:defRPr sz="1350" b="0">
                <a:solidFill>
                  <a:srgbClr val="000000"/>
                </a:solidFill>
                <a:latin typeface="Arial"/>
                <a:ea typeface="Arial"/>
                <a:cs typeface="Arial"/>
              </a:defRPr>
            </a:lvl8pPr>
            <a:lvl9pPr algn="ctr">
              <a:defRPr sz="1350" b="0">
                <a:solidFill>
                  <a:srgbClr val="000000"/>
                </a:solidFill>
                <a:latin typeface="Arial"/>
                <a:ea typeface="Arial"/>
                <a:cs typeface="Arial"/>
              </a:defRPr>
            </a:lvl9pPr>
          </a:lstStyle>
          <a:p xmlns:a="http://schemas.openxmlformats.org/drawingml/2006/main">
            <a:pPr algn="ctr">
              <a:defRPr sz="1350" b="0">
                <a:solidFill>
                  <a:srgbClr val="000000"/>
                </a:solidFill>
                <a:latin typeface="Arial"/>
                <a:ea typeface="Arial"/>
                <a:cs typeface="Arial"/>
              </a:defRPr>
            </a:pPr>
            <a:r>
              <a:rPr sz="1350" b="0">
                <a:solidFill>
                  <a:srgbClr val="000000"/>
                </a:solidFill>
                <a:latin typeface="Arial"/>
                <a:ea typeface="Arial"/>
                <a:cs typeface="Arial"/>
              </a:rPr>
              <a:t>0</a:t>
            </a:r>
          </a:p>
        </p:txBody>
      </p:sp>
      <p:sp>
        <p:nvSpPr>
          <p:cNvPr id="5" name="1.05">
            <a:extLst xmlns:a="http://schemas.openxmlformats.org/drawingml/2006/main">
              <a:ext uri="{FF2B5EF4-FFF2-40B4-BE49-F238E27FC236}">
                <a16:creationId xmlns:a16="http://schemas.microsoft.com/office/drawing/2014/main" id="{4D7F6C91-9854-4049-A9B1-14C2F6E2DDD6}"/>
              </a:ext>
            </a:extLst>
          </p:cNvPr>
          <p:cNvSpPr>
            <a:spLocks xmlns:a="http://schemas.openxmlformats.org/drawingml/2006/main" noGrp="1"/>
          </p:cNvSpPr>
          <p:nvPr/>
        </p:nvSpPr>
        <p:spPr>
          <a:xfrm xmlns:a="http://schemas.openxmlformats.org/drawingml/2006/main">
            <a:off x="11696700" y="0"/>
            <a:ext cx="552450" cy="2571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350" b="0">
                <a:solidFill>
                  <a:srgbClr val="000000"/>
                </a:solidFill>
                <a:latin typeface="Arial"/>
                <a:ea typeface="Arial"/>
                <a:cs typeface="Arial"/>
              </a:defRPr>
            </a:defPPr>
            <a:lvl1pPr algn="ctr">
              <a:defRPr sz="1350" b="0">
                <a:solidFill>
                  <a:srgbClr val="000000"/>
                </a:solidFill>
                <a:latin typeface="Arial"/>
                <a:ea typeface="Arial"/>
                <a:cs typeface="Arial"/>
              </a:defRPr>
            </a:lvl1pPr>
            <a:lvl2pPr algn="ctr">
              <a:defRPr sz="1350" b="0">
                <a:solidFill>
                  <a:srgbClr val="000000"/>
                </a:solidFill>
                <a:latin typeface="Arial"/>
                <a:ea typeface="Arial"/>
                <a:cs typeface="Arial"/>
              </a:defRPr>
            </a:lvl2pPr>
            <a:lvl3pPr algn="ctr">
              <a:defRPr sz="1350" b="0">
                <a:solidFill>
                  <a:srgbClr val="000000"/>
                </a:solidFill>
                <a:latin typeface="Arial"/>
                <a:ea typeface="Arial"/>
                <a:cs typeface="Arial"/>
              </a:defRPr>
            </a:lvl3pPr>
            <a:lvl4pPr algn="ctr">
              <a:defRPr sz="1350" b="0">
                <a:solidFill>
                  <a:srgbClr val="000000"/>
                </a:solidFill>
                <a:latin typeface="Arial"/>
                <a:ea typeface="Arial"/>
                <a:cs typeface="Arial"/>
              </a:defRPr>
            </a:lvl4pPr>
            <a:lvl5pPr algn="ctr">
              <a:defRPr sz="1350" b="0">
                <a:solidFill>
                  <a:srgbClr val="000000"/>
                </a:solidFill>
                <a:latin typeface="Arial"/>
                <a:ea typeface="Arial"/>
                <a:cs typeface="Arial"/>
              </a:defRPr>
            </a:lvl5pPr>
            <a:lvl6pPr algn="ctr">
              <a:defRPr sz="1350" b="0">
                <a:solidFill>
                  <a:srgbClr val="000000"/>
                </a:solidFill>
                <a:latin typeface="Arial"/>
                <a:ea typeface="Arial"/>
                <a:cs typeface="Arial"/>
              </a:defRPr>
            </a:lvl6pPr>
            <a:lvl7pPr algn="ctr">
              <a:defRPr sz="1350" b="0">
                <a:solidFill>
                  <a:srgbClr val="000000"/>
                </a:solidFill>
                <a:latin typeface="Arial"/>
                <a:ea typeface="Arial"/>
                <a:cs typeface="Arial"/>
              </a:defRPr>
            </a:lvl7pPr>
            <a:lvl8pPr algn="ctr">
              <a:defRPr sz="1350" b="0">
                <a:solidFill>
                  <a:srgbClr val="000000"/>
                </a:solidFill>
                <a:latin typeface="Arial"/>
                <a:ea typeface="Arial"/>
                <a:cs typeface="Arial"/>
              </a:defRPr>
            </a:lvl8pPr>
            <a:lvl9pPr algn="ctr">
              <a:defRPr sz="1350" b="0">
                <a:solidFill>
                  <a:srgbClr val="000000"/>
                </a:solidFill>
                <a:latin typeface="Arial"/>
                <a:ea typeface="Arial"/>
                <a:cs typeface="Arial"/>
              </a:defRPr>
            </a:lvl9pPr>
          </a:lstStyle>
          <a:p xmlns:a="http://schemas.openxmlformats.org/drawingml/2006/main">
            <a:pPr algn="ctr">
              <a:defRPr sz="1350" b="0">
                <a:solidFill>
                  <a:srgbClr val="000000"/>
                </a:solidFill>
                <a:latin typeface="Arial"/>
                <a:ea typeface="Arial"/>
                <a:cs typeface="Arial"/>
              </a:defRPr>
            </a:pPr>
            <a:r>
              <a:rPr sz="1350" b="0">
                <a:solidFill>
                  <a:srgbClr val="000000"/>
                </a:solidFill>
                <a:latin typeface="Arial"/>
                <a:ea typeface="Arial"/>
                <a:cs typeface="Arial"/>
              </a:rPr>
              <a:t>1.05</a:t>
            </a:r>
          </a:p>
        </p:txBody>
      </p:sp>
      <p:sp>
        <p:nvSpPr>
          <p:cNvPr id="6" name="t = 0">
            <a:extLst xmlns:a="http://schemas.openxmlformats.org/drawingml/2006/main">
              <a:ext uri="{FF2B5EF4-FFF2-40B4-BE49-F238E27FC236}">
                <a16:creationId xmlns:a16="http://schemas.microsoft.com/office/drawing/2014/main" id="{C62B453F-5E36-4652-823C-5DD74FFEA7F7}"/>
              </a:ext>
            </a:extLst>
          </p:cNvPr>
          <p:cNvSpPr>
            <a:spLocks xmlns:a="http://schemas.openxmlformats.org/drawingml/2006/main" noGrp="1"/>
          </p:cNvSpPr>
          <p:nvPr/>
        </p:nvSpPr>
        <p:spPr>
          <a:xfrm xmlns:a="http://schemas.openxmlformats.org/drawingml/2006/main">
            <a:off x="428625" y="285750"/>
            <a:ext cx="17335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500" b="1">
                <a:solidFill>
                  <a:srgbClr val="000000"/>
                </a:solidFill>
                <a:latin typeface="Arial"/>
                <a:ea typeface="Arial"/>
                <a:cs typeface="Arial"/>
              </a:defRPr>
            </a:defPPr>
            <a:lvl1pPr algn="ctr">
              <a:defRPr sz="1500" b="1">
                <a:solidFill>
                  <a:srgbClr val="000000"/>
                </a:solidFill>
                <a:latin typeface="Arial"/>
                <a:ea typeface="Arial"/>
                <a:cs typeface="Arial"/>
              </a:defRPr>
            </a:lvl1pPr>
            <a:lvl2pPr algn="ctr">
              <a:defRPr sz="1500" b="1">
                <a:solidFill>
                  <a:srgbClr val="000000"/>
                </a:solidFill>
                <a:latin typeface="Arial"/>
                <a:ea typeface="Arial"/>
                <a:cs typeface="Arial"/>
              </a:defRPr>
            </a:lvl2pPr>
            <a:lvl3pPr algn="ctr">
              <a:defRPr sz="1500" b="1">
                <a:solidFill>
                  <a:srgbClr val="000000"/>
                </a:solidFill>
                <a:latin typeface="Arial"/>
                <a:ea typeface="Arial"/>
                <a:cs typeface="Arial"/>
              </a:defRPr>
            </a:lvl3pPr>
            <a:lvl4pPr algn="ctr">
              <a:defRPr sz="1500" b="1">
                <a:solidFill>
                  <a:srgbClr val="000000"/>
                </a:solidFill>
                <a:latin typeface="Arial"/>
                <a:ea typeface="Arial"/>
                <a:cs typeface="Arial"/>
              </a:defRPr>
            </a:lvl4pPr>
            <a:lvl5pPr algn="ctr">
              <a:defRPr sz="1500" b="1">
                <a:solidFill>
                  <a:srgbClr val="000000"/>
                </a:solidFill>
                <a:latin typeface="Arial"/>
                <a:ea typeface="Arial"/>
                <a:cs typeface="Arial"/>
              </a:defRPr>
            </a:lvl5pPr>
            <a:lvl6pPr algn="ctr">
              <a:defRPr sz="1500" b="1">
                <a:solidFill>
                  <a:srgbClr val="000000"/>
                </a:solidFill>
                <a:latin typeface="Arial"/>
                <a:ea typeface="Arial"/>
                <a:cs typeface="Arial"/>
              </a:defRPr>
            </a:lvl6pPr>
            <a:lvl7pPr algn="ctr">
              <a:defRPr sz="1500" b="1">
                <a:solidFill>
                  <a:srgbClr val="000000"/>
                </a:solidFill>
                <a:latin typeface="Arial"/>
                <a:ea typeface="Arial"/>
                <a:cs typeface="Arial"/>
              </a:defRPr>
            </a:lvl7pPr>
            <a:lvl8pPr algn="ctr">
              <a:defRPr sz="1500" b="1">
                <a:solidFill>
                  <a:srgbClr val="000000"/>
                </a:solidFill>
                <a:latin typeface="Arial"/>
                <a:ea typeface="Arial"/>
                <a:cs typeface="Arial"/>
              </a:defRPr>
            </a:lvl8pPr>
            <a:lvl9pPr algn="ctr">
              <a:defRPr sz="1500" b="1">
                <a:solidFill>
                  <a:srgbClr val="000000"/>
                </a:solidFill>
                <a:latin typeface="Arial"/>
                <a:ea typeface="Arial"/>
                <a:cs typeface="Arial"/>
              </a:defRPr>
            </a:lvl9pPr>
          </a:lstStyle>
          <a:p xmlns:a="http://schemas.openxmlformats.org/drawingml/2006/main">
            <a:pPr algn="ctr">
              <a:defRPr sz="1500" b="1">
                <a:solidFill>
                  <a:srgbClr val="000000"/>
                </a:solidFill>
                <a:latin typeface="Arial"/>
                <a:ea typeface="Arial"/>
                <a:cs typeface="Arial"/>
              </a:defRPr>
            </a:pPr>
            <a:r>
              <a:rPr sz="1500" b="1">
                <a:solidFill>
                  <a:srgbClr val="000000"/>
                </a:solidFill>
                <a:latin typeface="Arial"/>
                <a:ea typeface="Arial"/>
                <a:cs typeface="Arial"/>
              </a:rPr>
              <a:t>t = 0</a:t>
            </a:r>
          </a:p>
        </p:txBody>
      </p:sp>
      <p:pic>
        <p:nvPicPr>
          <p:cNvPr id="7" name="">
            <a:extLst xmlns:a="http://schemas.openxmlformats.org/drawingml/2006/main">
              <a:ext uri="{FF2B5EF4-FFF2-40B4-BE49-F238E27FC236}">
                <a16:creationId xmlns:a16="http://schemas.microsoft.com/office/drawing/2014/main" id="{EACDD382-FF7A-420D-B89E-5DD2982B33F5}"/>
              </a:ext>
            </a:extLst>
          </p:cNvPr>
          <p:cNvPicPr>
            <a:picLocks xmlns:a="http://schemas.openxmlformats.org/drawingml/2006/main" noChangeAspect="1"/>
          </p:cNvPicPr>
          <p:nvPr/>
        </p:nvPicPr>
        <p:blipFill>
          <a:blip xmlns:r="http://schemas.openxmlformats.org/officeDocument/2006/relationships" xmlns:a="http://schemas.openxmlformats.org/drawingml/2006/main" r:embed="Rc911155fc5004465"/>
          <a:stretch xmlns:a="http://schemas.openxmlformats.org/drawingml/2006/main"/>
        </p:blipFill>
        <p:spPr>
          <a:xfrm xmlns:a="http://schemas.openxmlformats.org/drawingml/2006/main">
            <a:off x="428625" y="552450"/>
            <a:ext cx="1733550" cy="1733550"/>
          </a:xfrm>
          <a:prstGeom xmlns:a="http://schemas.openxmlformats.org/drawingml/2006/main" prst="rect">
            <a:avLst/>
          </a:prstGeom>
        </p:spPr>
      </p:pic>
      <p:sp>
        <p:nvSpPr>
          <p:cNvPr id="8" name="Scientific domain frame">
            <a:extLst xmlns:a="http://schemas.openxmlformats.org/drawingml/2006/main">
              <a:ext uri="{FF2B5EF4-FFF2-40B4-BE49-F238E27FC236}">
                <a16:creationId xmlns:a16="http://schemas.microsoft.com/office/drawing/2014/main" id="{54988182-827D-4FC1-9E4E-DC430E32360D}"/>
              </a:ext>
            </a:extLst>
          </p:cNvPr>
          <p:cNvSpPr>
            <a:spLocks xmlns:a="http://schemas.openxmlformats.org/drawingml/2006/main" noGrp="1"/>
          </p:cNvSpPr>
          <p:nvPr/>
        </p:nvSpPr>
        <p:spPr>
          <a:xfrm xmlns:a="http://schemas.openxmlformats.org/drawingml/2006/main">
            <a:off x="428625" y="552450"/>
            <a:ext cx="1733550" cy="1733550"/>
          </a:xfrm>
          <a:prstGeom xmlns:a="http://schemas.openxmlformats.org/drawingml/2006/main" prst="rect">
            <a:avLst/>
          </a:prstGeom>
          <a:noFill xmlns:a="http://schemas.openxmlformats.org/drawingml/2006/main"/>
          <a:ln xmlns:a="http://schemas.openxmlformats.org/drawingml/2006/main" w="7620">
            <a:solidFill>
              <a:srgbClr val="000000"/>
            </a:solidFill>
          </a:ln>
        </p:spPr>
      </p:sp>
      <p:sp>
        <p:nvSpPr>
          <p:cNvPr id="9" name="A source-to-d projection t0">
            <a:extLst xmlns:a="http://schemas.openxmlformats.org/drawingml/2006/main">
              <a:ext uri="{FF2B5EF4-FFF2-40B4-BE49-F238E27FC236}">
                <a16:creationId xmlns:a16="http://schemas.microsoft.com/office/drawing/2014/main" id="{AB0D3B83-D6B4-4911-8071-08DDC8EEF01A}"/>
              </a:ext>
            </a:extLst>
          </p:cNvPr>
          <p:cNvSpPr>
            <a:spLocks xmlns:a="http://schemas.openxmlformats.org/drawingml/2006/main" noGrp="1"/>
          </p:cNvSpPr>
          <p:nvPr/>
        </p:nvSpPr>
        <p:spPr>
          <a:xfrm xmlns:a="http://schemas.openxmlformats.org/drawingml/2006/main">
            <a:off x="717550" y="2038985"/>
            <a:ext cx="95" cy="376555"/>
          </a:xfrm>
          <a:custGeom xmlns:a="http://schemas.openxmlformats.org/drawingml/2006/main">
            <a:pathLst>
              <a:path w="95" h="490855">
                <a:moveTo>
                  <a:pt x="0" y="0"/>
                </a:moveTo>
                <a:lnTo>
                  <a:pt x="0" y="490855"/>
                </a:lnTo>
              </a:path>
            </a:pathLst>
          </a:custGeom>
          <a:noFill xmlns:a="http://schemas.openxmlformats.org/drawingml/2006/main"/>
          <a:ln xmlns:a="http://schemas.openxmlformats.org/drawingml/2006/main" w="11906">
            <a:solidFill>
              <a:srgbClr val="000000"/>
            </a:solidFill>
            <a:prstDash val="dash"/>
          </a:ln>
        </p:spPr>
      </p:sp>
      <p:sp>
        <p:nvSpPr>
          <p:cNvPr id="10" name="B source-to-d projection t0">
            <a:extLst xmlns:a="http://schemas.openxmlformats.org/drawingml/2006/main">
              <a:ext uri="{FF2B5EF4-FFF2-40B4-BE49-F238E27FC236}">
                <a16:creationId xmlns:a16="http://schemas.microsoft.com/office/drawing/2014/main" id="{01EE6132-7CE4-4494-87BC-FEEAAE392E92}"/>
              </a:ext>
            </a:extLst>
          </p:cNvPr>
          <p:cNvSpPr>
            <a:spLocks xmlns:a="http://schemas.openxmlformats.org/drawingml/2006/main" noGrp="1"/>
          </p:cNvSpPr>
          <p:nvPr/>
        </p:nvSpPr>
        <p:spPr>
          <a:xfrm xmlns:a="http://schemas.openxmlformats.org/drawingml/2006/main">
            <a:off x="1006475" y="1188402"/>
            <a:ext cx="95" cy="1210945"/>
          </a:xfrm>
          <a:custGeom xmlns:a="http://schemas.openxmlformats.org/drawingml/2006/main">
            <a:pathLst>
              <a:path w="95" h="1325245">
                <a:moveTo>
                  <a:pt x="0" y="0"/>
                </a:moveTo>
                <a:lnTo>
                  <a:pt x="0" y="1325245"/>
                </a:lnTo>
              </a:path>
            </a:pathLst>
          </a:custGeom>
          <a:noFill xmlns:a="http://schemas.openxmlformats.org/drawingml/2006/main"/>
          <a:ln xmlns:a="http://schemas.openxmlformats.org/drawingml/2006/main" w="11906">
            <a:solidFill>
              <a:srgbClr val="000000"/>
            </a:solidFill>
            <a:prstDash val="dash"/>
          </a:ln>
        </p:spPr>
      </p:sp>
      <p:sp>
        <p:nvSpPr>
          <p:cNvPr id="11" name="C source-to-d projection t0">
            <a:extLst xmlns:a="http://schemas.openxmlformats.org/drawingml/2006/main">
              <a:ext uri="{FF2B5EF4-FFF2-40B4-BE49-F238E27FC236}">
                <a16:creationId xmlns:a16="http://schemas.microsoft.com/office/drawing/2014/main" id="{F61C23A4-F93A-45B6-B7B9-CD7E6CE0DACC}"/>
              </a:ext>
            </a:extLst>
          </p:cNvPr>
          <p:cNvSpPr>
            <a:spLocks xmlns:a="http://schemas.openxmlformats.org/drawingml/2006/main" noGrp="1"/>
          </p:cNvSpPr>
          <p:nvPr/>
        </p:nvSpPr>
        <p:spPr>
          <a:xfrm xmlns:a="http://schemas.openxmlformats.org/drawingml/2006/main">
            <a:off x="1873250" y="915670"/>
            <a:ext cx="95" cy="1467485"/>
          </a:xfrm>
          <a:custGeom xmlns:a="http://schemas.openxmlformats.org/drawingml/2006/main">
            <a:pathLst>
              <a:path w="95" h="1581785">
                <a:moveTo>
                  <a:pt x="0" y="0"/>
                </a:moveTo>
                <a:lnTo>
                  <a:pt x="0" y="1581785"/>
                </a:lnTo>
              </a:path>
            </a:pathLst>
          </a:custGeom>
          <a:noFill xmlns:a="http://schemas.openxmlformats.org/drawingml/2006/main"/>
          <a:ln xmlns:a="http://schemas.openxmlformats.org/drawingml/2006/main" w="11906">
            <a:solidFill>
              <a:srgbClr val="000000"/>
            </a:solidFill>
            <a:prstDash val="dash"/>
          </a:ln>
        </p:spPr>
      </p:sp>
      <p:sp>
        <p:nvSpPr>
          <p:cNvPr id="12" name="A source identity marker t0">
            <a:extLst xmlns:a="http://schemas.openxmlformats.org/drawingml/2006/main">
              <a:ext uri="{FF2B5EF4-FFF2-40B4-BE49-F238E27FC236}">
                <a16:creationId xmlns:a16="http://schemas.microsoft.com/office/drawing/2014/main" id="{8A636585-9214-4405-AC09-DDC1C297DC42}"/>
              </a:ext>
            </a:extLst>
          </p:cNvPr>
          <p:cNvSpPr>
            <a:spLocks xmlns:a="http://schemas.openxmlformats.org/drawingml/2006/main" noGrp="1"/>
          </p:cNvSpPr>
          <p:nvPr/>
        </p:nvSpPr>
        <p:spPr>
          <a:xfrm xmlns:a="http://schemas.openxmlformats.org/drawingml/2006/main">
            <a:off x="675640" y="1955165"/>
            <a:ext cx="83820" cy="83820"/>
          </a:xfrm>
          <a:prstGeom xmlns:a="http://schemas.openxmlformats.org/drawingml/2006/main" prst="ellipse">
            <a:avLst/>
          </a:prstGeom>
          <a:noFill xmlns:a="http://schemas.openxmlformats.org/drawingml/2006/main"/>
          <a:ln xmlns:a="http://schemas.openxmlformats.org/drawingml/2006/main" w="19050">
            <a:solidFill>
              <a:srgbClr val="ECE51B"/>
            </a:solidFill>
          </a:ln>
        </p:spPr>
      </p:sp>
      <p:sp>
        <p:nvSpPr>
          <p:cNvPr id="13" name="A black source label t0">
            <a:extLst xmlns:a="http://schemas.openxmlformats.org/drawingml/2006/main">
              <a:ext uri="{FF2B5EF4-FFF2-40B4-BE49-F238E27FC236}">
                <a16:creationId xmlns:a16="http://schemas.microsoft.com/office/drawing/2014/main" id="{ADEF912E-A4BA-4C4A-95FD-A1BDD1D57069}"/>
              </a:ext>
            </a:extLst>
          </p:cNvPr>
          <p:cNvSpPr>
            <a:spLocks xmlns:a="http://schemas.openxmlformats.org/drawingml/2006/main" noGrp="1"/>
          </p:cNvSpPr>
          <p:nvPr/>
        </p:nvSpPr>
        <p:spPr>
          <a:xfrm xmlns:a="http://schemas.openxmlformats.org/drawingml/2006/main">
            <a:off x="812800" y="1749425"/>
            <a:ext cx="257175"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575" b="1">
                <a:solidFill>
                  <a:srgbClr val="000000"/>
                </a:solidFill>
                <a:latin typeface="Arial"/>
                <a:ea typeface="Arial"/>
                <a:cs typeface="Arial"/>
              </a:defRPr>
            </a:defPPr>
            <a:lvl1pPr algn="l">
              <a:defRPr sz="1575" b="1">
                <a:solidFill>
                  <a:srgbClr val="000000"/>
                </a:solidFill>
                <a:latin typeface="Arial"/>
                <a:ea typeface="Arial"/>
                <a:cs typeface="Arial"/>
              </a:defRPr>
            </a:lvl1pPr>
            <a:lvl2pPr algn="l">
              <a:defRPr sz="1575" b="1">
                <a:solidFill>
                  <a:srgbClr val="000000"/>
                </a:solidFill>
                <a:latin typeface="Arial"/>
                <a:ea typeface="Arial"/>
                <a:cs typeface="Arial"/>
              </a:defRPr>
            </a:lvl2pPr>
            <a:lvl3pPr algn="l">
              <a:defRPr sz="1575" b="1">
                <a:solidFill>
                  <a:srgbClr val="000000"/>
                </a:solidFill>
                <a:latin typeface="Arial"/>
                <a:ea typeface="Arial"/>
                <a:cs typeface="Arial"/>
              </a:defRPr>
            </a:lvl3pPr>
            <a:lvl4pPr algn="l">
              <a:defRPr sz="1575" b="1">
                <a:solidFill>
                  <a:srgbClr val="000000"/>
                </a:solidFill>
                <a:latin typeface="Arial"/>
                <a:ea typeface="Arial"/>
                <a:cs typeface="Arial"/>
              </a:defRPr>
            </a:lvl4pPr>
            <a:lvl5pPr algn="l">
              <a:defRPr sz="1575" b="1">
                <a:solidFill>
                  <a:srgbClr val="000000"/>
                </a:solidFill>
                <a:latin typeface="Arial"/>
                <a:ea typeface="Arial"/>
                <a:cs typeface="Arial"/>
              </a:defRPr>
            </a:lvl5pPr>
            <a:lvl6pPr algn="l">
              <a:defRPr sz="1575" b="1">
                <a:solidFill>
                  <a:srgbClr val="000000"/>
                </a:solidFill>
                <a:latin typeface="Arial"/>
                <a:ea typeface="Arial"/>
                <a:cs typeface="Arial"/>
              </a:defRPr>
            </a:lvl6pPr>
            <a:lvl7pPr algn="l">
              <a:defRPr sz="1575" b="1">
                <a:solidFill>
                  <a:srgbClr val="000000"/>
                </a:solidFill>
                <a:latin typeface="Arial"/>
                <a:ea typeface="Arial"/>
                <a:cs typeface="Arial"/>
              </a:defRPr>
            </a:lvl7pPr>
            <a:lvl8pPr algn="l">
              <a:defRPr sz="1575" b="1">
                <a:solidFill>
                  <a:srgbClr val="000000"/>
                </a:solidFill>
                <a:latin typeface="Arial"/>
                <a:ea typeface="Arial"/>
                <a:cs typeface="Arial"/>
              </a:defRPr>
            </a:lvl8pPr>
            <a:lvl9pPr algn="l">
              <a:defRPr sz="1575" b="1">
                <a:solidFill>
                  <a:srgbClr val="000000"/>
                </a:solidFill>
                <a:latin typeface="Arial"/>
                <a:ea typeface="Arial"/>
                <a:cs typeface="Arial"/>
              </a:defRPr>
            </a:lvl9pPr>
          </a:lstStyle>
          <a:p xmlns:a="http://schemas.openxmlformats.org/drawingml/2006/main">
            <a:pPr algn="l">
              <a:defRPr sz="1575" b="1">
                <a:solidFill>
                  <a:srgbClr val="000000"/>
                </a:solidFill>
                <a:latin typeface="Arial"/>
                <a:ea typeface="Arial"/>
                <a:cs typeface="Arial"/>
              </a:defRPr>
            </a:pPr>
            <a:r>
              <a:rPr sz="1575" b="1">
                <a:solidFill>
                  <a:srgbClr val="000000"/>
                </a:solidFill>
                <a:latin typeface="Arial"/>
                <a:ea typeface="Arial"/>
                <a:cs typeface="Arial"/>
              </a:rPr>
              <a:t>A</a:t>
            </a:r>
          </a:p>
        </p:txBody>
      </p:sp>
      <p:sp>
        <p:nvSpPr>
          <p:cNvPr id="14" name="B source identity marker t0">
            <a:extLst xmlns:a="http://schemas.openxmlformats.org/drawingml/2006/main">
              <a:ext uri="{FF2B5EF4-FFF2-40B4-BE49-F238E27FC236}">
                <a16:creationId xmlns:a16="http://schemas.microsoft.com/office/drawing/2014/main" id="{8BB2844A-978D-4BB3-B72A-AD9EA0D6D414}"/>
              </a:ext>
            </a:extLst>
          </p:cNvPr>
          <p:cNvSpPr>
            <a:spLocks xmlns:a="http://schemas.openxmlformats.org/drawingml/2006/main" noGrp="1"/>
          </p:cNvSpPr>
          <p:nvPr/>
        </p:nvSpPr>
        <p:spPr>
          <a:xfrm xmlns:a="http://schemas.openxmlformats.org/drawingml/2006/main">
            <a:off x="948373" y="1072198"/>
            <a:ext cx="116205" cy="116205"/>
          </a:xfrm>
          <a:prstGeom xmlns:a="http://schemas.openxmlformats.org/drawingml/2006/main" prst="ellipse">
            <a:avLst/>
          </a:prstGeom>
          <a:noFill xmlns:a="http://schemas.openxmlformats.org/drawingml/2006/main"/>
          <a:ln xmlns:a="http://schemas.openxmlformats.org/drawingml/2006/main" w="19050">
            <a:solidFill>
              <a:srgbClr val="FDE725"/>
            </a:solidFill>
          </a:ln>
        </p:spPr>
      </p:sp>
      <p:sp>
        <p:nvSpPr>
          <p:cNvPr id="15" name="B black source label t0">
            <a:extLst xmlns:a="http://schemas.openxmlformats.org/drawingml/2006/main">
              <a:ext uri="{FF2B5EF4-FFF2-40B4-BE49-F238E27FC236}">
                <a16:creationId xmlns:a16="http://schemas.microsoft.com/office/drawing/2014/main" id="{838BA81F-5876-40A6-B00F-A7F19E585231}"/>
              </a:ext>
            </a:extLst>
          </p:cNvPr>
          <p:cNvSpPr>
            <a:spLocks xmlns:a="http://schemas.openxmlformats.org/drawingml/2006/main" noGrp="1"/>
          </p:cNvSpPr>
          <p:nvPr/>
        </p:nvSpPr>
        <p:spPr>
          <a:xfrm xmlns:a="http://schemas.openxmlformats.org/drawingml/2006/main">
            <a:off x="1101725" y="882650"/>
            <a:ext cx="257175"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575" b="1">
                <a:solidFill>
                  <a:srgbClr val="000000"/>
                </a:solidFill>
                <a:latin typeface="Arial"/>
                <a:ea typeface="Arial"/>
                <a:cs typeface="Arial"/>
              </a:defRPr>
            </a:defPPr>
            <a:lvl1pPr algn="l">
              <a:defRPr sz="1575" b="1">
                <a:solidFill>
                  <a:srgbClr val="000000"/>
                </a:solidFill>
                <a:latin typeface="Arial"/>
                <a:ea typeface="Arial"/>
                <a:cs typeface="Arial"/>
              </a:defRPr>
            </a:lvl1pPr>
            <a:lvl2pPr algn="l">
              <a:defRPr sz="1575" b="1">
                <a:solidFill>
                  <a:srgbClr val="000000"/>
                </a:solidFill>
                <a:latin typeface="Arial"/>
                <a:ea typeface="Arial"/>
                <a:cs typeface="Arial"/>
              </a:defRPr>
            </a:lvl2pPr>
            <a:lvl3pPr algn="l">
              <a:defRPr sz="1575" b="1">
                <a:solidFill>
                  <a:srgbClr val="000000"/>
                </a:solidFill>
                <a:latin typeface="Arial"/>
                <a:ea typeface="Arial"/>
                <a:cs typeface="Arial"/>
              </a:defRPr>
            </a:lvl3pPr>
            <a:lvl4pPr algn="l">
              <a:defRPr sz="1575" b="1">
                <a:solidFill>
                  <a:srgbClr val="000000"/>
                </a:solidFill>
                <a:latin typeface="Arial"/>
                <a:ea typeface="Arial"/>
                <a:cs typeface="Arial"/>
              </a:defRPr>
            </a:lvl4pPr>
            <a:lvl5pPr algn="l">
              <a:defRPr sz="1575" b="1">
                <a:solidFill>
                  <a:srgbClr val="000000"/>
                </a:solidFill>
                <a:latin typeface="Arial"/>
                <a:ea typeface="Arial"/>
                <a:cs typeface="Arial"/>
              </a:defRPr>
            </a:lvl5pPr>
            <a:lvl6pPr algn="l">
              <a:defRPr sz="1575" b="1">
                <a:solidFill>
                  <a:srgbClr val="000000"/>
                </a:solidFill>
                <a:latin typeface="Arial"/>
                <a:ea typeface="Arial"/>
                <a:cs typeface="Arial"/>
              </a:defRPr>
            </a:lvl6pPr>
            <a:lvl7pPr algn="l">
              <a:defRPr sz="1575" b="1">
                <a:solidFill>
                  <a:srgbClr val="000000"/>
                </a:solidFill>
                <a:latin typeface="Arial"/>
                <a:ea typeface="Arial"/>
                <a:cs typeface="Arial"/>
              </a:defRPr>
            </a:lvl7pPr>
            <a:lvl8pPr algn="l">
              <a:defRPr sz="1575" b="1">
                <a:solidFill>
                  <a:srgbClr val="000000"/>
                </a:solidFill>
                <a:latin typeface="Arial"/>
                <a:ea typeface="Arial"/>
                <a:cs typeface="Arial"/>
              </a:defRPr>
            </a:lvl8pPr>
            <a:lvl9pPr algn="l">
              <a:defRPr sz="1575" b="1">
                <a:solidFill>
                  <a:srgbClr val="000000"/>
                </a:solidFill>
                <a:latin typeface="Arial"/>
                <a:ea typeface="Arial"/>
                <a:cs typeface="Arial"/>
              </a:defRPr>
            </a:lvl9pPr>
          </a:lstStyle>
          <a:p xmlns:a="http://schemas.openxmlformats.org/drawingml/2006/main">
            <a:pPr algn="l">
              <a:defRPr sz="1575" b="1">
                <a:solidFill>
                  <a:srgbClr val="000000"/>
                </a:solidFill>
                <a:latin typeface="Arial"/>
                <a:ea typeface="Arial"/>
                <a:cs typeface="Arial"/>
              </a:defRPr>
            </a:pPr>
            <a:r>
              <a:rPr sz="1575" b="1">
                <a:solidFill>
                  <a:srgbClr val="000000"/>
                </a:solidFill>
                <a:latin typeface="Arial"/>
                <a:ea typeface="Arial"/>
                <a:cs typeface="Arial"/>
              </a:rPr>
              <a:t>B</a:t>
            </a:r>
          </a:p>
        </p:txBody>
      </p:sp>
      <p:sp>
        <p:nvSpPr>
          <p:cNvPr id="16" name="C source identity marker t0">
            <a:extLst xmlns:a="http://schemas.openxmlformats.org/drawingml/2006/main">
              <a:ext uri="{FF2B5EF4-FFF2-40B4-BE49-F238E27FC236}">
                <a16:creationId xmlns:a16="http://schemas.microsoft.com/office/drawing/2014/main" id="{CEEA144C-E1D7-4407-9651-22576F750314}"/>
              </a:ext>
            </a:extLst>
          </p:cNvPr>
          <p:cNvSpPr>
            <a:spLocks xmlns:a="http://schemas.openxmlformats.org/drawingml/2006/main" noGrp="1"/>
          </p:cNvSpPr>
          <p:nvPr/>
        </p:nvSpPr>
        <p:spPr>
          <a:xfrm xmlns:a="http://schemas.openxmlformats.org/drawingml/2006/main">
            <a:off x="1798955" y="767080"/>
            <a:ext cx="148590" cy="148590"/>
          </a:xfrm>
          <a:prstGeom xmlns:a="http://schemas.openxmlformats.org/drawingml/2006/main" prst="ellipse">
            <a:avLst/>
          </a:prstGeom>
          <a:noFill xmlns:a="http://schemas.openxmlformats.org/drawingml/2006/main"/>
          <a:ln xmlns:a="http://schemas.openxmlformats.org/drawingml/2006/main" w="19050">
            <a:solidFill>
              <a:srgbClr val="D9E219"/>
            </a:solidFill>
          </a:ln>
        </p:spPr>
      </p:sp>
      <p:sp>
        <p:nvSpPr>
          <p:cNvPr id="17" name="C black source label t0">
            <a:extLst xmlns:a="http://schemas.openxmlformats.org/drawingml/2006/main">
              <a:ext uri="{FF2B5EF4-FFF2-40B4-BE49-F238E27FC236}">
                <a16:creationId xmlns:a16="http://schemas.microsoft.com/office/drawing/2014/main" id="{849AD85D-855F-4D22-AE4D-671356757B3D}"/>
              </a:ext>
            </a:extLst>
          </p:cNvPr>
          <p:cNvSpPr>
            <a:spLocks xmlns:a="http://schemas.openxmlformats.org/drawingml/2006/main" noGrp="1"/>
          </p:cNvSpPr>
          <p:nvPr/>
        </p:nvSpPr>
        <p:spPr>
          <a:xfrm xmlns:a="http://schemas.openxmlformats.org/drawingml/2006/main">
            <a:off x="1968500" y="593725"/>
            <a:ext cx="257175"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575" b="1">
                <a:solidFill>
                  <a:srgbClr val="000000"/>
                </a:solidFill>
                <a:latin typeface="Arial"/>
                <a:ea typeface="Arial"/>
                <a:cs typeface="Arial"/>
              </a:defRPr>
            </a:defPPr>
            <a:lvl1pPr algn="l">
              <a:defRPr sz="1575" b="1">
                <a:solidFill>
                  <a:srgbClr val="000000"/>
                </a:solidFill>
                <a:latin typeface="Arial"/>
                <a:ea typeface="Arial"/>
                <a:cs typeface="Arial"/>
              </a:defRPr>
            </a:lvl1pPr>
            <a:lvl2pPr algn="l">
              <a:defRPr sz="1575" b="1">
                <a:solidFill>
                  <a:srgbClr val="000000"/>
                </a:solidFill>
                <a:latin typeface="Arial"/>
                <a:ea typeface="Arial"/>
                <a:cs typeface="Arial"/>
              </a:defRPr>
            </a:lvl2pPr>
            <a:lvl3pPr algn="l">
              <a:defRPr sz="1575" b="1">
                <a:solidFill>
                  <a:srgbClr val="000000"/>
                </a:solidFill>
                <a:latin typeface="Arial"/>
                <a:ea typeface="Arial"/>
                <a:cs typeface="Arial"/>
              </a:defRPr>
            </a:lvl3pPr>
            <a:lvl4pPr algn="l">
              <a:defRPr sz="1575" b="1">
                <a:solidFill>
                  <a:srgbClr val="000000"/>
                </a:solidFill>
                <a:latin typeface="Arial"/>
                <a:ea typeface="Arial"/>
                <a:cs typeface="Arial"/>
              </a:defRPr>
            </a:lvl4pPr>
            <a:lvl5pPr algn="l">
              <a:defRPr sz="1575" b="1">
                <a:solidFill>
                  <a:srgbClr val="000000"/>
                </a:solidFill>
                <a:latin typeface="Arial"/>
                <a:ea typeface="Arial"/>
                <a:cs typeface="Arial"/>
              </a:defRPr>
            </a:lvl5pPr>
            <a:lvl6pPr algn="l">
              <a:defRPr sz="1575" b="1">
                <a:solidFill>
                  <a:srgbClr val="000000"/>
                </a:solidFill>
                <a:latin typeface="Arial"/>
                <a:ea typeface="Arial"/>
                <a:cs typeface="Arial"/>
              </a:defRPr>
            </a:lvl6pPr>
            <a:lvl7pPr algn="l">
              <a:defRPr sz="1575" b="1">
                <a:solidFill>
                  <a:srgbClr val="000000"/>
                </a:solidFill>
                <a:latin typeface="Arial"/>
                <a:ea typeface="Arial"/>
                <a:cs typeface="Arial"/>
              </a:defRPr>
            </a:lvl7pPr>
            <a:lvl8pPr algn="l">
              <a:defRPr sz="1575" b="1">
                <a:solidFill>
                  <a:srgbClr val="000000"/>
                </a:solidFill>
                <a:latin typeface="Arial"/>
                <a:ea typeface="Arial"/>
                <a:cs typeface="Arial"/>
              </a:defRPr>
            </a:lvl8pPr>
            <a:lvl9pPr algn="l">
              <a:defRPr sz="1575" b="1">
                <a:solidFill>
                  <a:srgbClr val="000000"/>
                </a:solidFill>
                <a:latin typeface="Arial"/>
                <a:ea typeface="Arial"/>
                <a:cs typeface="Arial"/>
              </a:defRPr>
            </a:lvl9pPr>
          </a:lstStyle>
          <a:p xmlns:a="http://schemas.openxmlformats.org/drawingml/2006/main">
            <a:pPr algn="l">
              <a:defRPr sz="1575" b="1">
                <a:solidFill>
                  <a:srgbClr val="000000"/>
                </a:solidFill>
                <a:latin typeface="Arial"/>
                <a:ea typeface="Arial"/>
                <a:cs typeface="Arial"/>
              </a:defRPr>
            </a:pPr>
            <a:r>
              <a:rPr sz="1575" b="1">
                <a:solidFill>
                  <a:srgbClr val="000000"/>
                </a:solidFill>
                <a:latin typeface="Arial"/>
                <a:ea typeface="Arial"/>
                <a:cs typeface="Arial"/>
              </a:rPr>
              <a:t>C</a:t>
            </a:r>
          </a:p>
        </p:txBody>
      </p:sp>
      <p:sp>
        <p:nvSpPr>
          <p:cNvPr id="18" name="Scientific line">
            <a:extLst xmlns:a="http://schemas.openxmlformats.org/drawingml/2006/main">
              <a:ext uri="{FF2B5EF4-FFF2-40B4-BE49-F238E27FC236}">
                <a16:creationId xmlns:a16="http://schemas.microsoft.com/office/drawing/2014/main" id="{446DA679-1245-48F2-85AB-E2657F903A52}"/>
              </a:ext>
            </a:extLst>
          </p:cNvPr>
          <p:cNvSpPr>
            <a:spLocks xmlns:a="http://schemas.openxmlformats.org/drawingml/2006/main" noGrp="1"/>
          </p:cNvSpPr>
          <p:nvPr/>
        </p:nvSpPr>
        <p:spPr>
          <a:xfrm xmlns:a="http://schemas.openxmlformats.org/drawingml/2006/main">
            <a:off x="552450" y="695325"/>
            <a:ext cx="523875" cy="95"/>
          </a:xfrm>
          <a:custGeom xmlns:a="http://schemas.openxmlformats.org/drawingml/2006/main">
            <a:pathLst>
              <a:path w="523875" h="95">
                <a:moveTo>
                  <a:pt x="0" y="0"/>
                </a:moveTo>
                <a:lnTo>
                  <a:pt x="523875" y="0"/>
                </a:lnTo>
              </a:path>
            </a:pathLst>
          </a:custGeom>
          <a:noFill xmlns:a="http://schemas.openxmlformats.org/drawingml/2006/main"/>
          <a:ln xmlns:a="http://schemas.openxmlformats.org/drawingml/2006/main" w="11430">
            <a:solidFill>
              <a:srgbClr val="000000"/>
            </a:solidFill>
            <a:prstDash val="solid"/>
          </a:ln>
        </p:spPr>
      </p:sp>
      <p:sp>
        <p:nvSpPr>
          <p:cNvPr id="19" name="Scientific line">
            <a:extLst xmlns:a="http://schemas.openxmlformats.org/drawingml/2006/main">
              <a:ext uri="{FF2B5EF4-FFF2-40B4-BE49-F238E27FC236}">
                <a16:creationId xmlns:a16="http://schemas.microsoft.com/office/drawing/2014/main" id="{90E1982C-6386-4C5A-AEA4-E4141C9D8CA3}"/>
              </a:ext>
            </a:extLst>
          </p:cNvPr>
          <p:cNvSpPr>
            <a:spLocks xmlns:a="http://schemas.openxmlformats.org/drawingml/2006/main" noGrp="1"/>
          </p:cNvSpPr>
          <p:nvPr/>
        </p:nvSpPr>
        <p:spPr>
          <a:xfrm xmlns:a="http://schemas.openxmlformats.org/drawingml/2006/main">
            <a:off x="1019175" y="666750"/>
            <a:ext cx="57150" cy="28575"/>
          </a:xfrm>
          <a:custGeom xmlns:a="http://schemas.openxmlformats.org/drawingml/2006/main">
            <a:pathLst>
              <a:path w="57150" h="28575">
                <a:moveTo>
                  <a:pt x="0" y="0"/>
                </a:moveTo>
                <a:lnTo>
                  <a:pt x="57150" y="28575"/>
                </a:lnTo>
              </a:path>
            </a:pathLst>
          </a:custGeom>
          <a:noFill xmlns:a="http://schemas.openxmlformats.org/drawingml/2006/main"/>
          <a:ln xmlns:a="http://schemas.openxmlformats.org/drawingml/2006/main" w="11430">
            <a:solidFill>
              <a:srgbClr val="000000"/>
            </a:solidFill>
            <a:prstDash val="solid"/>
          </a:ln>
        </p:spPr>
      </p:sp>
      <p:sp>
        <p:nvSpPr>
          <p:cNvPr id="20" name="Scientific line">
            <a:extLst xmlns:a="http://schemas.openxmlformats.org/drawingml/2006/main">
              <a:ext uri="{FF2B5EF4-FFF2-40B4-BE49-F238E27FC236}">
                <a16:creationId xmlns:a16="http://schemas.microsoft.com/office/drawing/2014/main" id="{0161A379-17D3-41D4-BAB3-8781742C8C45}"/>
              </a:ext>
            </a:extLst>
          </p:cNvPr>
          <p:cNvSpPr>
            <a:spLocks xmlns:a="http://schemas.openxmlformats.org/drawingml/2006/main" noGrp="1"/>
          </p:cNvSpPr>
          <p:nvPr/>
        </p:nvSpPr>
        <p:spPr>
          <a:xfrm xmlns:a="http://schemas.openxmlformats.org/drawingml/2006/main">
            <a:off x="1019175" y="695325"/>
            <a:ext cx="57150" cy="28575"/>
          </a:xfrm>
          <a:custGeom xmlns:a="http://schemas.openxmlformats.org/drawingml/2006/main">
            <a:pathLst>
              <a:path w="57150" h="28575">
                <a:moveTo>
                  <a:pt x="0" y="28575"/>
                </a:moveTo>
                <a:lnTo>
                  <a:pt x="57150" y="0"/>
                </a:lnTo>
              </a:path>
            </a:pathLst>
          </a:custGeom>
          <a:noFill xmlns:a="http://schemas.openxmlformats.org/drawingml/2006/main"/>
          <a:ln xmlns:a="http://schemas.openxmlformats.org/drawingml/2006/main" w="11430">
            <a:solidFill>
              <a:srgbClr val="000000"/>
            </a:solidFill>
            <a:prstDash val="solid"/>
          </a:ln>
        </p:spPr>
      </p:sp>
      <p:sp>
        <p:nvSpPr>
          <p:cNvPr id="21" name="d = x">
            <a:extLst xmlns:a="http://schemas.openxmlformats.org/drawingml/2006/main">
              <a:ext uri="{FF2B5EF4-FFF2-40B4-BE49-F238E27FC236}">
                <a16:creationId xmlns:a16="http://schemas.microsoft.com/office/drawing/2014/main" id="{CBC467CF-20B0-4915-A4ED-1CAC023AC5B2}"/>
              </a:ext>
            </a:extLst>
          </p:cNvPr>
          <p:cNvSpPr>
            <a:spLocks xmlns:a="http://schemas.openxmlformats.org/drawingml/2006/main" noGrp="1"/>
          </p:cNvSpPr>
          <p:nvPr/>
        </p:nvSpPr>
        <p:spPr>
          <a:xfrm xmlns:a="http://schemas.openxmlformats.org/drawingml/2006/main">
            <a:off x="561975" y="771525"/>
            <a:ext cx="72390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350" b="0">
                <a:solidFill>
                  <a:srgbClr val="000000"/>
                </a:solidFill>
                <a:latin typeface="Arial"/>
                <a:ea typeface="Arial"/>
                <a:cs typeface="Arial"/>
              </a:defRPr>
            </a:defPPr>
            <a:lvl1pPr algn="l">
              <a:defRPr sz="1350" b="0">
                <a:solidFill>
                  <a:srgbClr val="000000"/>
                </a:solidFill>
                <a:latin typeface="Arial"/>
                <a:ea typeface="Arial"/>
                <a:cs typeface="Arial"/>
              </a:defRPr>
            </a:lvl1pPr>
            <a:lvl2pPr algn="l">
              <a:defRPr sz="1350" b="0">
                <a:solidFill>
                  <a:srgbClr val="000000"/>
                </a:solidFill>
                <a:latin typeface="Arial"/>
                <a:ea typeface="Arial"/>
                <a:cs typeface="Arial"/>
              </a:defRPr>
            </a:lvl2pPr>
            <a:lvl3pPr algn="l">
              <a:defRPr sz="1350" b="0">
                <a:solidFill>
                  <a:srgbClr val="000000"/>
                </a:solidFill>
                <a:latin typeface="Arial"/>
                <a:ea typeface="Arial"/>
                <a:cs typeface="Arial"/>
              </a:defRPr>
            </a:lvl3pPr>
            <a:lvl4pPr algn="l">
              <a:defRPr sz="1350" b="0">
                <a:solidFill>
                  <a:srgbClr val="000000"/>
                </a:solidFill>
                <a:latin typeface="Arial"/>
                <a:ea typeface="Arial"/>
                <a:cs typeface="Arial"/>
              </a:defRPr>
            </a:lvl4pPr>
            <a:lvl5pPr algn="l">
              <a:defRPr sz="1350" b="0">
                <a:solidFill>
                  <a:srgbClr val="000000"/>
                </a:solidFill>
                <a:latin typeface="Arial"/>
                <a:ea typeface="Arial"/>
                <a:cs typeface="Arial"/>
              </a:defRPr>
            </a:lvl5pPr>
            <a:lvl6pPr algn="l">
              <a:defRPr sz="1350" b="0">
                <a:solidFill>
                  <a:srgbClr val="000000"/>
                </a:solidFill>
                <a:latin typeface="Arial"/>
                <a:ea typeface="Arial"/>
                <a:cs typeface="Arial"/>
              </a:defRPr>
            </a:lvl6pPr>
            <a:lvl7pPr algn="l">
              <a:defRPr sz="1350" b="0">
                <a:solidFill>
                  <a:srgbClr val="000000"/>
                </a:solidFill>
                <a:latin typeface="Arial"/>
                <a:ea typeface="Arial"/>
                <a:cs typeface="Arial"/>
              </a:defRPr>
            </a:lvl7pPr>
            <a:lvl8pPr algn="l">
              <a:defRPr sz="1350" b="0">
                <a:solidFill>
                  <a:srgbClr val="000000"/>
                </a:solidFill>
                <a:latin typeface="Arial"/>
                <a:ea typeface="Arial"/>
                <a:cs typeface="Arial"/>
              </a:defRPr>
            </a:lvl8pPr>
            <a:lvl9pPr algn="l">
              <a:defRPr sz="1350" b="0">
                <a:solidFill>
                  <a:srgbClr val="000000"/>
                </a:solidFill>
                <a:latin typeface="Arial"/>
                <a:ea typeface="Arial"/>
                <a:cs typeface="Arial"/>
              </a:defRPr>
            </a:lvl9pPr>
          </a:lstStyle>
          <a:p xmlns:a="http://schemas.openxmlformats.org/drawingml/2006/main">
            <a:pPr algn="l">
              <a:defRPr sz="1350" b="0">
                <a:solidFill>
                  <a:srgbClr val="000000"/>
                </a:solidFill>
                <a:latin typeface="Arial"/>
                <a:ea typeface="Arial"/>
                <a:cs typeface="Arial"/>
              </a:defRPr>
            </a:pPr>
            <a:r>
              <a:rPr sz="1350" b="0">
                <a:solidFill>
                  <a:srgbClr val="000000"/>
                </a:solidFill>
                <a:latin typeface="Arial"/>
                <a:ea typeface="Arial"/>
                <a:cs typeface="Arial"/>
              </a:rPr>
              <a:t>d = x</a:t>
            </a:r>
          </a:p>
        </p:txBody>
      </p:sp>
      <p:sp>
        <p:nvSpPr>
          <p:cNvPr id="22" name="Scientific line">
            <a:extLst xmlns:a="http://schemas.openxmlformats.org/drawingml/2006/main">
              <a:ext uri="{FF2B5EF4-FFF2-40B4-BE49-F238E27FC236}">
                <a16:creationId xmlns:a16="http://schemas.microsoft.com/office/drawing/2014/main" id="{F171883F-808E-4CB6-B048-6937857CBB39}"/>
              </a:ext>
            </a:extLst>
          </p:cNvPr>
          <p:cNvSpPr>
            <a:spLocks xmlns:a="http://schemas.openxmlformats.org/drawingml/2006/main" noGrp="1"/>
          </p:cNvSpPr>
          <p:nvPr/>
        </p:nvSpPr>
        <p:spPr>
          <a:xfrm xmlns:a="http://schemas.openxmlformats.org/drawingml/2006/main">
            <a:off x="428625" y="2457450"/>
            <a:ext cx="1733550" cy="95"/>
          </a:xfrm>
          <a:custGeom xmlns:a="http://schemas.openxmlformats.org/drawingml/2006/main">
            <a:pathLst>
              <a:path w="1733550" h="95">
                <a:moveTo>
                  <a:pt x="0" y="0"/>
                </a:moveTo>
                <a:lnTo>
                  <a:pt x="1733550" y="0"/>
                </a:lnTo>
              </a:path>
            </a:pathLst>
          </a:custGeom>
          <a:noFill xmlns:a="http://schemas.openxmlformats.org/drawingml/2006/main"/>
          <a:ln xmlns:a="http://schemas.openxmlformats.org/drawingml/2006/main" w="11430">
            <a:solidFill>
              <a:srgbClr val="000000"/>
            </a:solidFill>
            <a:prstDash val="solid"/>
          </a:ln>
        </p:spPr>
      </p:sp>
      <p:sp>
        <p:nvSpPr>
          <p:cNvPr id="23" name="Scientific line">
            <a:extLst xmlns:a="http://schemas.openxmlformats.org/drawingml/2006/main">
              <a:ext uri="{FF2B5EF4-FFF2-40B4-BE49-F238E27FC236}">
                <a16:creationId xmlns:a16="http://schemas.microsoft.com/office/drawing/2014/main" id="{BA4CA39C-A656-4D9C-AE2D-D447EED175A6}"/>
              </a:ext>
            </a:extLst>
          </p:cNvPr>
          <p:cNvSpPr>
            <a:spLocks xmlns:a="http://schemas.openxmlformats.org/drawingml/2006/main" noGrp="1"/>
          </p:cNvSpPr>
          <p:nvPr/>
        </p:nvSpPr>
        <p:spPr>
          <a:xfrm xmlns:a="http://schemas.openxmlformats.org/drawingml/2006/main">
            <a:off x="2105025" y="2428875"/>
            <a:ext cx="57150" cy="28575"/>
          </a:xfrm>
          <a:custGeom xmlns:a="http://schemas.openxmlformats.org/drawingml/2006/main">
            <a:pathLst>
              <a:path w="57150" h="28575">
                <a:moveTo>
                  <a:pt x="0" y="0"/>
                </a:moveTo>
                <a:lnTo>
                  <a:pt x="57150" y="28575"/>
                </a:lnTo>
              </a:path>
            </a:pathLst>
          </a:custGeom>
          <a:noFill xmlns:a="http://schemas.openxmlformats.org/drawingml/2006/main"/>
          <a:ln xmlns:a="http://schemas.openxmlformats.org/drawingml/2006/main" w="11430">
            <a:solidFill>
              <a:srgbClr val="000000"/>
            </a:solidFill>
            <a:prstDash val="solid"/>
          </a:ln>
        </p:spPr>
      </p:sp>
      <p:sp>
        <p:nvSpPr>
          <p:cNvPr id="24" name="Scientific line">
            <a:extLst xmlns:a="http://schemas.openxmlformats.org/drawingml/2006/main">
              <a:ext uri="{FF2B5EF4-FFF2-40B4-BE49-F238E27FC236}">
                <a16:creationId xmlns:a16="http://schemas.microsoft.com/office/drawing/2014/main" id="{1673387B-2ED5-4622-949E-2557F84557AC}"/>
              </a:ext>
            </a:extLst>
          </p:cNvPr>
          <p:cNvSpPr>
            <a:spLocks xmlns:a="http://schemas.openxmlformats.org/drawingml/2006/main" noGrp="1"/>
          </p:cNvSpPr>
          <p:nvPr/>
        </p:nvSpPr>
        <p:spPr>
          <a:xfrm xmlns:a="http://schemas.openxmlformats.org/drawingml/2006/main">
            <a:off x="2105025" y="2457450"/>
            <a:ext cx="57150" cy="28575"/>
          </a:xfrm>
          <a:custGeom xmlns:a="http://schemas.openxmlformats.org/drawingml/2006/main">
            <a:pathLst>
              <a:path w="57150" h="28575">
                <a:moveTo>
                  <a:pt x="0" y="28575"/>
                </a:moveTo>
                <a:lnTo>
                  <a:pt x="57150" y="0"/>
                </a:lnTo>
              </a:path>
            </a:pathLst>
          </a:custGeom>
          <a:noFill xmlns:a="http://schemas.openxmlformats.org/drawingml/2006/main"/>
          <a:ln xmlns:a="http://schemas.openxmlformats.org/drawingml/2006/main" w="11430">
            <a:solidFill>
              <a:srgbClr val="000000"/>
            </a:solidFill>
            <a:prstDash val="solid"/>
          </a:ln>
        </p:spPr>
      </p:sp>
      <p:sp>
        <p:nvSpPr>
          <p:cNvPr id="25" name="A matching d-axis marker t0">
            <a:extLst xmlns:a="http://schemas.openxmlformats.org/drawingml/2006/main">
              <a:ext uri="{FF2B5EF4-FFF2-40B4-BE49-F238E27FC236}">
                <a16:creationId xmlns:a16="http://schemas.microsoft.com/office/drawing/2014/main" id="{23104578-F4EA-48E1-B81A-CF35F1564E09}"/>
              </a:ext>
            </a:extLst>
          </p:cNvPr>
          <p:cNvSpPr>
            <a:spLocks xmlns:a="http://schemas.openxmlformats.org/drawingml/2006/main" noGrp="1"/>
          </p:cNvSpPr>
          <p:nvPr/>
        </p:nvSpPr>
        <p:spPr>
          <a:xfrm xmlns:a="http://schemas.openxmlformats.org/drawingml/2006/main">
            <a:off x="675640" y="2415540"/>
            <a:ext cx="83820" cy="83820"/>
          </a:xfrm>
          <a:prstGeom xmlns:a="http://schemas.openxmlformats.org/drawingml/2006/main" prst="ellipse">
            <a:avLst/>
          </a:prstGeom>
          <a:solidFill xmlns:a="http://schemas.openxmlformats.org/drawingml/2006/main">
            <a:srgbClr val="ECE51B"/>
          </a:solidFill>
          <a:ln xmlns:a="http://schemas.openxmlformats.org/drawingml/2006/main" w="19050">
            <a:solidFill>
              <a:srgbClr val="ECE51B"/>
            </a:solidFill>
          </a:ln>
        </p:spPr>
      </p:sp>
      <p:sp>
        <p:nvSpPr>
          <p:cNvPr id="26" name="A">
            <a:extLst xmlns:a="http://schemas.openxmlformats.org/drawingml/2006/main">
              <a:ext uri="{FF2B5EF4-FFF2-40B4-BE49-F238E27FC236}">
                <a16:creationId xmlns:a16="http://schemas.microsoft.com/office/drawing/2014/main" id="{BA6FCF40-7A8F-417B-91A3-8A89CE11FFA6}"/>
              </a:ext>
            </a:extLst>
          </p:cNvPr>
          <p:cNvSpPr>
            <a:spLocks xmlns:a="http://schemas.openxmlformats.org/drawingml/2006/main" noGrp="1"/>
          </p:cNvSpPr>
          <p:nvPr/>
        </p:nvSpPr>
        <p:spPr>
          <a:xfrm xmlns:a="http://schemas.openxmlformats.org/drawingml/2006/main">
            <a:off x="584200" y="2562225"/>
            <a:ext cx="26670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500" b="1">
                <a:solidFill>
                  <a:srgbClr val="000000"/>
                </a:solidFill>
                <a:latin typeface="Arial"/>
                <a:ea typeface="Arial"/>
                <a:cs typeface="Arial"/>
              </a:defRPr>
            </a:defPPr>
            <a:lvl1pPr algn="ctr">
              <a:defRPr sz="1500" b="1">
                <a:solidFill>
                  <a:srgbClr val="000000"/>
                </a:solidFill>
                <a:latin typeface="Arial"/>
                <a:ea typeface="Arial"/>
                <a:cs typeface="Arial"/>
              </a:defRPr>
            </a:lvl1pPr>
            <a:lvl2pPr algn="ctr">
              <a:defRPr sz="1500" b="1">
                <a:solidFill>
                  <a:srgbClr val="000000"/>
                </a:solidFill>
                <a:latin typeface="Arial"/>
                <a:ea typeface="Arial"/>
                <a:cs typeface="Arial"/>
              </a:defRPr>
            </a:lvl2pPr>
            <a:lvl3pPr algn="ctr">
              <a:defRPr sz="1500" b="1">
                <a:solidFill>
                  <a:srgbClr val="000000"/>
                </a:solidFill>
                <a:latin typeface="Arial"/>
                <a:ea typeface="Arial"/>
                <a:cs typeface="Arial"/>
              </a:defRPr>
            </a:lvl3pPr>
            <a:lvl4pPr algn="ctr">
              <a:defRPr sz="1500" b="1">
                <a:solidFill>
                  <a:srgbClr val="000000"/>
                </a:solidFill>
                <a:latin typeface="Arial"/>
                <a:ea typeface="Arial"/>
                <a:cs typeface="Arial"/>
              </a:defRPr>
            </a:lvl4pPr>
            <a:lvl5pPr algn="ctr">
              <a:defRPr sz="1500" b="1">
                <a:solidFill>
                  <a:srgbClr val="000000"/>
                </a:solidFill>
                <a:latin typeface="Arial"/>
                <a:ea typeface="Arial"/>
                <a:cs typeface="Arial"/>
              </a:defRPr>
            </a:lvl5pPr>
            <a:lvl6pPr algn="ctr">
              <a:defRPr sz="1500" b="1">
                <a:solidFill>
                  <a:srgbClr val="000000"/>
                </a:solidFill>
                <a:latin typeface="Arial"/>
                <a:ea typeface="Arial"/>
                <a:cs typeface="Arial"/>
              </a:defRPr>
            </a:lvl6pPr>
            <a:lvl7pPr algn="ctr">
              <a:defRPr sz="1500" b="1">
                <a:solidFill>
                  <a:srgbClr val="000000"/>
                </a:solidFill>
                <a:latin typeface="Arial"/>
                <a:ea typeface="Arial"/>
                <a:cs typeface="Arial"/>
              </a:defRPr>
            </a:lvl7pPr>
            <a:lvl8pPr algn="ctr">
              <a:defRPr sz="1500" b="1">
                <a:solidFill>
                  <a:srgbClr val="000000"/>
                </a:solidFill>
                <a:latin typeface="Arial"/>
                <a:ea typeface="Arial"/>
                <a:cs typeface="Arial"/>
              </a:defRPr>
            </a:lvl8pPr>
            <a:lvl9pPr algn="ctr">
              <a:defRPr sz="1500" b="1">
                <a:solidFill>
                  <a:srgbClr val="000000"/>
                </a:solidFill>
                <a:latin typeface="Arial"/>
                <a:ea typeface="Arial"/>
                <a:cs typeface="Arial"/>
              </a:defRPr>
            </a:lvl9pPr>
          </a:lstStyle>
          <a:p xmlns:a="http://schemas.openxmlformats.org/drawingml/2006/main">
            <a:pPr algn="ctr">
              <a:defRPr sz="1500" b="1">
                <a:solidFill>
                  <a:srgbClr val="000000"/>
                </a:solidFill>
                <a:latin typeface="Arial"/>
                <a:ea typeface="Arial"/>
                <a:cs typeface="Arial"/>
              </a:defRPr>
            </a:pPr>
            <a:r>
              <a:rPr sz="1500" b="1">
                <a:solidFill>
                  <a:srgbClr val="000000"/>
                </a:solidFill>
                <a:latin typeface="Arial"/>
                <a:ea typeface="Arial"/>
                <a:cs typeface="Arial"/>
              </a:rPr>
              <a:t>A</a:t>
            </a:r>
          </a:p>
        </p:txBody>
      </p:sp>
      <p:sp>
        <p:nvSpPr>
          <p:cNvPr id="27" name="A exact d coordinate t0">
            <a:extLst xmlns:a="http://schemas.openxmlformats.org/drawingml/2006/main">
              <a:ext uri="{FF2B5EF4-FFF2-40B4-BE49-F238E27FC236}">
                <a16:creationId xmlns:a16="http://schemas.microsoft.com/office/drawing/2014/main" id="{FE21C32A-3106-4A3E-A0A4-B2E95038B646}"/>
              </a:ext>
            </a:extLst>
          </p:cNvPr>
          <p:cNvSpPr>
            <a:spLocks xmlns:a="http://schemas.openxmlformats.org/drawingml/2006/main" noGrp="1"/>
          </p:cNvSpPr>
          <p:nvPr/>
        </p:nvSpPr>
        <p:spPr>
          <a:xfrm xmlns:a="http://schemas.openxmlformats.org/drawingml/2006/main">
            <a:off x="498475" y="2790825"/>
            <a:ext cx="438150" cy="2190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350" b="0">
                <a:solidFill>
                  <a:srgbClr val="000000"/>
                </a:solidFill>
                <a:latin typeface="Arial"/>
                <a:ea typeface="Arial"/>
                <a:cs typeface="Arial"/>
              </a:defRPr>
            </a:defPPr>
            <a:lvl1pPr algn="ctr">
              <a:defRPr sz="1350" b="0">
                <a:solidFill>
                  <a:srgbClr val="000000"/>
                </a:solidFill>
                <a:latin typeface="Arial"/>
                <a:ea typeface="Arial"/>
                <a:cs typeface="Arial"/>
              </a:defRPr>
            </a:lvl1pPr>
            <a:lvl2pPr algn="ctr">
              <a:defRPr sz="1350" b="0">
                <a:solidFill>
                  <a:srgbClr val="000000"/>
                </a:solidFill>
                <a:latin typeface="Arial"/>
                <a:ea typeface="Arial"/>
                <a:cs typeface="Arial"/>
              </a:defRPr>
            </a:lvl2pPr>
            <a:lvl3pPr algn="ctr">
              <a:defRPr sz="1350" b="0">
                <a:solidFill>
                  <a:srgbClr val="000000"/>
                </a:solidFill>
                <a:latin typeface="Arial"/>
                <a:ea typeface="Arial"/>
                <a:cs typeface="Arial"/>
              </a:defRPr>
            </a:lvl3pPr>
            <a:lvl4pPr algn="ctr">
              <a:defRPr sz="1350" b="0">
                <a:solidFill>
                  <a:srgbClr val="000000"/>
                </a:solidFill>
                <a:latin typeface="Arial"/>
                <a:ea typeface="Arial"/>
                <a:cs typeface="Arial"/>
              </a:defRPr>
            </a:lvl4pPr>
            <a:lvl5pPr algn="ctr">
              <a:defRPr sz="1350" b="0">
                <a:solidFill>
                  <a:srgbClr val="000000"/>
                </a:solidFill>
                <a:latin typeface="Arial"/>
                <a:ea typeface="Arial"/>
                <a:cs typeface="Arial"/>
              </a:defRPr>
            </a:lvl5pPr>
            <a:lvl6pPr algn="ctr">
              <a:defRPr sz="1350" b="0">
                <a:solidFill>
                  <a:srgbClr val="000000"/>
                </a:solidFill>
                <a:latin typeface="Arial"/>
                <a:ea typeface="Arial"/>
                <a:cs typeface="Arial"/>
              </a:defRPr>
            </a:lvl6pPr>
            <a:lvl7pPr algn="ctr">
              <a:defRPr sz="1350" b="0">
                <a:solidFill>
                  <a:srgbClr val="000000"/>
                </a:solidFill>
                <a:latin typeface="Arial"/>
                <a:ea typeface="Arial"/>
                <a:cs typeface="Arial"/>
              </a:defRPr>
            </a:lvl7pPr>
            <a:lvl8pPr algn="ctr">
              <a:defRPr sz="1350" b="0">
                <a:solidFill>
                  <a:srgbClr val="000000"/>
                </a:solidFill>
                <a:latin typeface="Arial"/>
                <a:ea typeface="Arial"/>
                <a:cs typeface="Arial"/>
              </a:defRPr>
            </a:lvl8pPr>
            <a:lvl9pPr algn="ctr">
              <a:defRPr sz="1350" b="0">
                <a:solidFill>
                  <a:srgbClr val="000000"/>
                </a:solidFill>
                <a:latin typeface="Arial"/>
                <a:ea typeface="Arial"/>
                <a:cs typeface="Arial"/>
              </a:defRPr>
            </a:lvl9pPr>
          </a:lstStyle>
          <a:p xmlns:a="http://schemas.openxmlformats.org/drawingml/2006/main">
            <a:pPr algn="ctr">
              <a:defRPr sz="1350" b="0">
                <a:solidFill>
                  <a:srgbClr val="000000"/>
                </a:solidFill>
                <a:latin typeface="Arial"/>
                <a:ea typeface="Arial"/>
                <a:cs typeface="Arial"/>
              </a:defRPr>
            </a:pPr>
            <a:r>
              <a:rPr sz="1350" b="0">
                <a:solidFill>
                  <a:srgbClr val="000000"/>
                </a:solidFill>
                <a:latin typeface="Arial"/>
                <a:ea typeface="Arial"/>
                <a:cs typeface="Arial"/>
              </a:rPr>
              <a:t>20</a:t>
            </a:r>
          </a:p>
        </p:txBody>
      </p:sp>
      <p:sp>
        <p:nvSpPr>
          <p:cNvPr id="28" name="B matching d-axis marker t0">
            <a:extLst xmlns:a="http://schemas.openxmlformats.org/drawingml/2006/main">
              <a:ext uri="{FF2B5EF4-FFF2-40B4-BE49-F238E27FC236}">
                <a16:creationId xmlns:a16="http://schemas.microsoft.com/office/drawing/2014/main" id="{88010D88-EDFB-404C-BF61-CD401ECA7D43}"/>
              </a:ext>
            </a:extLst>
          </p:cNvPr>
          <p:cNvSpPr>
            <a:spLocks xmlns:a="http://schemas.openxmlformats.org/drawingml/2006/main" noGrp="1"/>
          </p:cNvSpPr>
          <p:nvPr/>
        </p:nvSpPr>
        <p:spPr>
          <a:xfrm xmlns:a="http://schemas.openxmlformats.org/drawingml/2006/main">
            <a:off x="948373" y="2399348"/>
            <a:ext cx="116205" cy="116205"/>
          </a:xfrm>
          <a:prstGeom xmlns:a="http://schemas.openxmlformats.org/drawingml/2006/main" prst="ellipse">
            <a:avLst/>
          </a:prstGeom>
          <a:solidFill xmlns:a="http://schemas.openxmlformats.org/drawingml/2006/main">
            <a:srgbClr val="FDE725"/>
          </a:solidFill>
          <a:ln xmlns:a="http://schemas.openxmlformats.org/drawingml/2006/main" w="19050">
            <a:solidFill>
              <a:srgbClr val="FDE725"/>
            </a:solidFill>
          </a:ln>
        </p:spPr>
      </p:sp>
      <p:sp>
        <p:nvSpPr>
          <p:cNvPr id="29" name="B">
            <a:extLst xmlns:a="http://schemas.openxmlformats.org/drawingml/2006/main">
              <a:ext uri="{FF2B5EF4-FFF2-40B4-BE49-F238E27FC236}">
                <a16:creationId xmlns:a16="http://schemas.microsoft.com/office/drawing/2014/main" id="{47BE0A48-1EFC-4FFD-85F7-DE783FAA8090}"/>
              </a:ext>
            </a:extLst>
          </p:cNvPr>
          <p:cNvSpPr>
            <a:spLocks xmlns:a="http://schemas.openxmlformats.org/drawingml/2006/main" noGrp="1"/>
          </p:cNvSpPr>
          <p:nvPr/>
        </p:nvSpPr>
        <p:spPr>
          <a:xfrm xmlns:a="http://schemas.openxmlformats.org/drawingml/2006/main">
            <a:off x="873125" y="2562225"/>
            <a:ext cx="26670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500" b="1">
                <a:solidFill>
                  <a:srgbClr val="000000"/>
                </a:solidFill>
                <a:latin typeface="Arial"/>
                <a:ea typeface="Arial"/>
                <a:cs typeface="Arial"/>
              </a:defRPr>
            </a:defPPr>
            <a:lvl1pPr algn="ctr">
              <a:defRPr sz="1500" b="1">
                <a:solidFill>
                  <a:srgbClr val="000000"/>
                </a:solidFill>
                <a:latin typeface="Arial"/>
                <a:ea typeface="Arial"/>
                <a:cs typeface="Arial"/>
              </a:defRPr>
            </a:lvl1pPr>
            <a:lvl2pPr algn="ctr">
              <a:defRPr sz="1500" b="1">
                <a:solidFill>
                  <a:srgbClr val="000000"/>
                </a:solidFill>
                <a:latin typeface="Arial"/>
                <a:ea typeface="Arial"/>
                <a:cs typeface="Arial"/>
              </a:defRPr>
            </a:lvl2pPr>
            <a:lvl3pPr algn="ctr">
              <a:defRPr sz="1500" b="1">
                <a:solidFill>
                  <a:srgbClr val="000000"/>
                </a:solidFill>
                <a:latin typeface="Arial"/>
                <a:ea typeface="Arial"/>
                <a:cs typeface="Arial"/>
              </a:defRPr>
            </a:lvl3pPr>
            <a:lvl4pPr algn="ctr">
              <a:defRPr sz="1500" b="1">
                <a:solidFill>
                  <a:srgbClr val="000000"/>
                </a:solidFill>
                <a:latin typeface="Arial"/>
                <a:ea typeface="Arial"/>
                <a:cs typeface="Arial"/>
              </a:defRPr>
            </a:lvl4pPr>
            <a:lvl5pPr algn="ctr">
              <a:defRPr sz="1500" b="1">
                <a:solidFill>
                  <a:srgbClr val="000000"/>
                </a:solidFill>
                <a:latin typeface="Arial"/>
                <a:ea typeface="Arial"/>
                <a:cs typeface="Arial"/>
              </a:defRPr>
            </a:lvl5pPr>
            <a:lvl6pPr algn="ctr">
              <a:defRPr sz="1500" b="1">
                <a:solidFill>
                  <a:srgbClr val="000000"/>
                </a:solidFill>
                <a:latin typeface="Arial"/>
                <a:ea typeface="Arial"/>
                <a:cs typeface="Arial"/>
              </a:defRPr>
            </a:lvl6pPr>
            <a:lvl7pPr algn="ctr">
              <a:defRPr sz="1500" b="1">
                <a:solidFill>
                  <a:srgbClr val="000000"/>
                </a:solidFill>
                <a:latin typeface="Arial"/>
                <a:ea typeface="Arial"/>
                <a:cs typeface="Arial"/>
              </a:defRPr>
            </a:lvl7pPr>
            <a:lvl8pPr algn="ctr">
              <a:defRPr sz="1500" b="1">
                <a:solidFill>
                  <a:srgbClr val="000000"/>
                </a:solidFill>
                <a:latin typeface="Arial"/>
                <a:ea typeface="Arial"/>
                <a:cs typeface="Arial"/>
              </a:defRPr>
            </a:lvl8pPr>
            <a:lvl9pPr algn="ctr">
              <a:defRPr sz="1500" b="1">
                <a:solidFill>
                  <a:srgbClr val="000000"/>
                </a:solidFill>
                <a:latin typeface="Arial"/>
                <a:ea typeface="Arial"/>
                <a:cs typeface="Arial"/>
              </a:defRPr>
            </a:lvl9pPr>
          </a:lstStyle>
          <a:p xmlns:a="http://schemas.openxmlformats.org/drawingml/2006/main">
            <a:pPr algn="ctr">
              <a:defRPr sz="1500" b="1">
                <a:solidFill>
                  <a:srgbClr val="000000"/>
                </a:solidFill>
                <a:latin typeface="Arial"/>
                <a:ea typeface="Arial"/>
                <a:cs typeface="Arial"/>
              </a:defRPr>
            </a:pPr>
            <a:r>
              <a:rPr sz="1500" b="1">
                <a:solidFill>
                  <a:srgbClr val="000000"/>
                </a:solidFill>
                <a:latin typeface="Arial"/>
                <a:ea typeface="Arial"/>
                <a:cs typeface="Arial"/>
              </a:rPr>
              <a:t>B</a:t>
            </a:r>
          </a:p>
        </p:txBody>
      </p:sp>
      <p:sp>
        <p:nvSpPr>
          <p:cNvPr id="30" name="B exact d coordinate t0">
            <a:extLst xmlns:a="http://schemas.openxmlformats.org/drawingml/2006/main">
              <a:ext uri="{FF2B5EF4-FFF2-40B4-BE49-F238E27FC236}">
                <a16:creationId xmlns:a16="http://schemas.microsoft.com/office/drawing/2014/main" id="{E152274E-1EC2-4B69-94CA-C91A88751C14}"/>
              </a:ext>
            </a:extLst>
          </p:cNvPr>
          <p:cNvSpPr>
            <a:spLocks xmlns:a="http://schemas.openxmlformats.org/drawingml/2006/main" noGrp="1"/>
          </p:cNvSpPr>
          <p:nvPr/>
        </p:nvSpPr>
        <p:spPr>
          <a:xfrm xmlns:a="http://schemas.openxmlformats.org/drawingml/2006/main">
            <a:off x="787400" y="2790825"/>
            <a:ext cx="438150" cy="2190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350" b="0">
                <a:solidFill>
                  <a:srgbClr val="000000"/>
                </a:solidFill>
                <a:latin typeface="Arial"/>
                <a:ea typeface="Arial"/>
                <a:cs typeface="Arial"/>
              </a:defRPr>
            </a:defPPr>
            <a:lvl1pPr algn="ctr">
              <a:defRPr sz="1350" b="0">
                <a:solidFill>
                  <a:srgbClr val="000000"/>
                </a:solidFill>
                <a:latin typeface="Arial"/>
                <a:ea typeface="Arial"/>
                <a:cs typeface="Arial"/>
              </a:defRPr>
            </a:lvl1pPr>
            <a:lvl2pPr algn="ctr">
              <a:defRPr sz="1350" b="0">
                <a:solidFill>
                  <a:srgbClr val="000000"/>
                </a:solidFill>
                <a:latin typeface="Arial"/>
                <a:ea typeface="Arial"/>
                <a:cs typeface="Arial"/>
              </a:defRPr>
            </a:lvl2pPr>
            <a:lvl3pPr algn="ctr">
              <a:defRPr sz="1350" b="0">
                <a:solidFill>
                  <a:srgbClr val="000000"/>
                </a:solidFill>
                <a:latin typeface="Arial"/>
                <a:ea typeface="Arial"/>
                <a:cs typeface="Arial"/>
              </a:defRPr>
            </a:lvl3pPr>
            <a:lvl4pPr algn="ctr">
              <a:defRPr sz="1350" b="0">
                <a:solidFill>
                  <a:srgbClr val="000000"/>
                </a:solidFill>
                <a:latin typeface="Arial"/>
                <a:ea typeface="Arial"/>
                <a:cs typeface="Arial"/>
              </a:defRPr>
            </a:lvl4pPr>
            <a:lvl5pPr algn="ctr">
              <a:defRPr sz="1350" b="0">
                <a:solidFill>
                  <a:srgbClr val="000000"/>
                </a:solidFill>
                <a:latin typeface="Arial"/>
                <a:ea typeface="Arial"/>
                <a:cs typeface="Arial"/>
              </a:defRPr>
            </a:lvl5pPr>
            <a:lvl6pPr algn="ctr">
              <a:defRPr sz="1350" b="0">
                <a:solidFill>
                  <a:srgbClr val="000000"/>
                </a:solidFill>
                <a:latin typeface="Arial"/>
                <a:ea typeface="Arial"/>
                <a:cs typeface="Arial"/>
              </a:defRPr>
            </a:lvl6pPr>
            <a:lvl7pPr algn="ctr">
              <a:defRPr sz="1350" b="0">
                <a:solidFill>
                  <a:srgbClr val="000000"/>
                </a:solidFill>
                <a:latin typeface="Arial"/>
                <a:ea typeface="Arial"/>
                <a:cs typeface="Arial"/>
              </a:defRPr>
            </a:lvl7pPr>
            <a:lvl8pPr algn="ctr">
              <a:defRPr sz="1350" b="0">
                <a:solidFill>
                  <a:srgbClr val="000000"/>
                </a:solidFill>
                <a:latin typeface="Arial"/>
                <a:ea typeface="Arial"/>
                <a:cs typeface="Arial"/>
              </a:defRPr>
            </a:lvl8pPr>
            <a:lvl9pPr algn="ctr">
              <a:defRPr sz="1350" b="0">
                <a:solidFill>
                  <a:srgbClr val="000000"/>
                </a:solidFill>
                <a:latin typeface="Arial"/>
                <a:ea typeface="Arial"/>
                <a:cs typeface="Arial"/>
              </a:defRPr>
            </a:lvl9pPr>
          </a:lstStyle>
          <a:p xmlns:a="http://schemas.openxmlformats.org/drawingml/2006/main">
            <a:pPr algn="ctr">
              <a:defRPr sz="1350" b="0">
                <a:solidFill>
                  <a:srgbClr val="000000"/>
                </a:solidFill>
                <a:latin typeface="Arial"/>
                <a:ea typeface="Arial"/>
                <a:cs typeface="Arial"/>
              </a:defRPr>
            </a:pPr>
            <a:r>
              <a:rPr sz="1350" b="0">
                <a:solidFill>
                  <a:srgbClr val="000000"/>
                </a:solidFill>
                <a:latin typeface="Arial"/>
                <a:ea typeface="Arial"/>
                <a:cs typeface="Arial"/>
              </a:rPr>
              <a:t>40</a:t>
            </a:r>
          </a:p>
        </p:txBody>
      </p:sp>
      <p:sp>
        <p:nvSpPr>
          <p:cNvPr id="31" name="C matching d-axis marker t0">
            <a:extLst xmlns:a="http://schemas.openxmlformats.org/drawingml/2006/main">
              <a:ext uri="{FF2B5EF4-FFF2-40B4-BE49-F238E27FC236}">
                <a16:creationId xmlns:a16="http://schemas.microsoft.com/office/drawing/2014/main" id="{2B066928-71B8-4D5A-AD41-1C534F8A014E}"/>
              </a:ext>
            </a:extLst>
          </p:cNvPr>
          <p:cNvSpPr>
            <a:spLocks xmlns:a="http://schemas.openxmlformats.org/drawingml/2006/main" noGrp="1"/>
          </p:cNvSpPr>
          <p:nvPr/>
        </p:nvSpPr>
        <p:spPr>
          <a:xfrm xmlns:a="http://schemas.openxmlformats.org/drawingml/2006/main">
            <a:off x="1798955" y="2383155"/>
            <a:ext cx="148590" cy="148590"/>
          </a:xfrm>
          <a:prstGeom xmlns:a="http://schemas.openxmlformats.org/drawingml/2006/main" prst="ellipse">
            <a:avLst/>
          </a:prstGeom>
          <a:solidFill xmlns:a="http://schemas.openxmlformats.org/drawingml/2006/main">
            <a:srgbClr val="D9E219"/>
          </a:solidFill>
          <a:ln xmlns:a="http://schemas.openxmlformats.org/drawingml/2006/main" w="19050">
            <a:solidFill>
              <a:srgbClr val="D9E219"/>
            </a:solidFill>
          </a:ln>
        </p:spPr>
      </p:sp>
      <p:sp>
        <p:nvSpPr>
          <p:cNvPr id="32" name="C">
            <a:extLst xmlns:a="http://schemas.openxmlformats.org/drawingml/2006/main">
              <a:ext uri="{FF2B5EF4-FFF2-40B4-BE49-F238E27FC236}">
                <a16:creationId xmlns:a16="http://schemas.microsoft.com/office/drawing/2014/main" id="{C136A745-D94C-4F63-A896-69034428089D}"/>
              </a:ext>
            </a:extLst>
          </p:cNvPr>
          <p:cNvSpPr>
            <a:spLocks xmlns:a="http://schemas.openxmlformats.org/drawingml/2006/main" noGrp="1"/>
          </p:cNvSpPr>
          <p:nvPr/>
        </p:nvSpPr>
        <p:spPr>
          <a:xfrm xmlns:a="http://schemas.openxmlformats.org/drawingml/2006/main">
            <a:off x="1739900" y="2562225"/>
            <a:ext cx="26670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500" b="1">
                <a:solidFill>
                  <a:srgbClr val="000000"/>
                </a:solidFill>
                <a:latin typeface="Arial"/>
                <a:ea typeface="Arial"/>
                <a:cs typeface="Arial"/>
              </a:defRPr>
            </a:defPPr>
            <a:lvl1pPr algn="ctr">
              <a:defRPr sz="1500" b="1">
                <a:solidFill>
                  <a:srgbClr val="000000"/>
                </a:solidFill>
                <a:latin typeface="Arial"/>
                <a:ea typeface="Arial"/>
                <a:cs typeface="Arial"/>
              </a:defRPr>
            </a:lvl1pPr>
            <a:lvl2pPr algn="ctr">
              <a:defRPr sz="1500" b="1">
                <a:solidFill>
                  <a:srgbClr val="000000"/>
                </a:solidFill>
                <a:latin typeface="Arial"/>
                <a:ea typeface="Arial"/>
                <a:cs typeface="Arial"/>
              </a:defRPr>
            </a:lvl2pPr>
            <a:lvl3pPr algn="ctr">
              <a:defRPr sz="1500" b="1">
                <a:solidFill>
                  <a:srgbClr val="000000"/>
                </a:solidFill>
                <a:latin typeface="Arial"/>
                <a:ea typeface="Arial"/>
                <a:cs typeface="Arial"/>
              </a:defRPr>
            </a:lvl3pPr>
            <a:lvl4pPr algn="ctr">
              <a:defRPr sz="1500" b="1">
                <a:solidFill>
                  <a:srgbClr val="000000"/>
                </a:solidFill>
                <a:latin typeface="Arial"/>
                <a:ea typeface="Arial"/>
                <a:cs typeface="Arial"/>
              </a:defRPr>
            </a:lvl4pPr>
            <a:lvl5pPr algn="ctr">
              <a:defRPr sz="1500" b="1">
                <a:solidFill>
                  <a:srgbClr val="000000"/>
                </a:solidFill>
                <a:latin typeface="Arial"/>
                <a:ea typeface="Arial"/>
                <a:cs typeface="Arial"/>
              </a:defRPr>
            </a:lvl5pPr>
            <a:lvl6pPr algn="ctr">
              <a:defRPr sz="1500" b="1">
                <a:solidFill>
                  <a:srgbClr val="000000"/>
                </a:solidFill>
                <a:latin typeface="Arial"/>
                <a:ea typeface="Arial"/>
                <a:cs typeface="Arial"/>
              </a:defRPr>
            </a:lvl6pPr>
            <a:lvl7pPr algn="ctr">
              <a:defRPr sz="1500" b="1">
                <a:solidFill>
                  <a:srgbClr val="000000"/>
                </a:solidFill>
                <a:latin typeface="Arial"/>
                <a:ea typeface="Arial"/>
                <a:cs typeface="Arial"/>
              </a:defRPr>
            </a:lvl7pPr>
            <a:lvl8pPr algn="ctr">
              <a:defRPr sz="1500" b="1">
                <a:solidFill>
                  <a:srgbClr val="000000"/>
                </a:solidFill>
                <a:latin typeface="Arial"/>
                <a:ea typeface="Arial"/>
                <a:cs typeface="Arial"/>
              </a:defRPr>
            </a:lvl8pPr>
            <a:lvl9pPr algn="ctr">
              <a:defRPr sz="1500" b="1">
                <a:solidFill>
                  <a:srgbClr val="000000"/>
                </a:solidFill>
                <a:latin typeface="Arial"/>
                <a:ea typeface="Arial"/>
                <a:cs typeface="Arial"/>
              </a:defRPr>
            </a:lvl9pPr>
          </a:lstStyle>
          <a:p xmlns:a="http://schemas.openxmlformats.org/drawingml/2006/main">
            <a:pPr algn="ctr">
              <a:defRPr sz="1500" b="1">
                <a:solidFill>
                  <a:srgbClr val="000000"/>
                </a:solidFill>
                <a:latin typeface="Arial"/>
                <a:ea typeface="Arial"/>
                <a:cs typeface="Arial"/>
              </a:defRPr>
            </a:pPr>
            <a:r>
              <a:rPr sz="1500" b="1">
                <a:solidFill>
                  <a:srgbClr val="000000"/>
                </a:solidFill>
                <a:latin typeface="Arial"/>
                <a:ea typeface="Arial"/>
                <a:cs typeface="Arial"/>
              </a:rPr>
              <a:t>C</a:t>
            </a:r>
          </a:p>
        </p:txBody>
      </p:sp>
      <p:sp>
        <p:nvSpPr>
          <p:cNvPr id="33" name="C exact d coordinate t0">
            <a:extLst xmlns:a="http://schemas.openxmlformats.org/drawingml/2006/main">
              <a:ext uri="{FF2B5EF4-FFF2-40B4-BE49-F238E27FC236}">
                <a16:creationId xmlns:a16="http://schemas.microsoft.com/office/drawing/2014/main" id="{F0975929-2632-4B23-B85F-2243E4720C40}"/>
              </a:ext>
            </a:extLst>
          </p:cNvPr>
          <p:cNvSpPr>
            <a:spLocks xmlns:a="http://schemas.openxmlformats.org/drawingml/2006/main" noGrp="1"/>
          </p:cNvSpPr>
          <p:nvPr/>
        </p:nvSpPr>
        <p:spPr>
          <a:xfrm xmlns:a="http://schemas.openxmlformats.org/drawingml/2006/main">
            <a:off x="1654175" y="2790825"/>
            <a:ext cx="438150" cy="2190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350" b="0">
                <a:solidFill>
                  <a:srgbClr val="000000"/>
                </a:solidFill>
                <a:latin typeface="Arial"/>
                <a:ea typeface="Arial"/>
                <a:cs typeface="Arial"/>
              </a:defRPr>
            </a:defPPr>
            <a:lvl1pPr algn="ctr">
              <a:defRPr sz="1350" b="0">
                <a:solidFill>
                  <a:srgbClr val="000000"/>
                </a:solidFill>
                <a:latin typeface="Arial"/>
                <a:ea typeface="Arial"/>
                <a:cs typeface="Arial"/>
              </a:defRPr>
            </a:lvl1pPr>
            <a:lvl2pPr algn="ctr">
              <a:defRPr sz="1350" b="0">
                <a:solidFill>
                  <a:srgbClr val="000000"/>
                </a:solidFill>
                <a:latin typeface="Arial"/>
                <a:ea typeface="Arial"/>
                <a:cs typeface="Arial"/>
              </a:defRPr>
            </a:lvl2pPr>
            <a:lvl3pPr algn="ctr">
              <a:defRPr sz="1350" b="0">
                <a:solidFill>
                  <a:srgbClr val="000000"/>
                </a:solidFill>
                <a:latin typeface="Arial"/>
                <a:ea typeface="Arial"/>
                <a:cs typeface="Arial"/>
              </a:defRPr>
            </a:lvl3pPr>
            <a:lvl4pPr algn="ctr">
              <a:defRPr sz="1350" b="0">
                <a:solidFill>
                  <a:srgbClr val="000000"/>
                </a:solidFill>
                <a:latin typeface="Arial"/>
                <a:ea typeface="Arial"/>
                <a:cs typeface="Arial"/>
              </a:defRPr>
            </a:lvl4pPr>
            <a:lvl5pPr algn="ctr">
              <a:defRPr sz="1350" b="0">
                <a:solidFill>
                  <a:srgbClr val="000000"/>
                </a:solidFill>
                <a:latin typeface="Arial"/>
                <a:ea typeface="Arial"/>
                <a:cs typeface="Arial"/>
              </a:defRPr>
            </a:lvl5pPr>
            <a:lvl6pPr algn="ctr">
              <a:defRPr sz="1350" b="0">
                <a:solidFill>
                  <a:srgbClr val="000000"/>
                </a:solidFill>
                <a:latin typeface="Arial"/>
                <a:ea typeface="Arial"/>
                <a:cs typeface="Arial"/>
              </a:defRPr>
            </a:lvl6pPr>
            <a:lvl7pPr algn="ctr">
              <a:defRPr sz="1350" b="0">
                <a:solidFill>
                  <a:srgbClr val="000000"/>
                </a:solidFill>
                <a:latin typeface="Arial"/>
                <a:ea typeface="Arial"/>
                <a:cs typeface="Arial"/>
              </a:defRPr>
            </a:lvl7pPr>
            <a:lvl8pPr algn="ctr">
              <a:defRPr sz="1350" b="0">
                <a:solidFill>
                  <a:srgbClr val="000000"/>
                </a:solidFill>
                <a:latin typeface="Arial"/>
                <a:ea typeface="Arial"/>
                <a:cs typeface="Arial"/>
              </a:defRPr>
            </a:lvl8pPr>
            <a:lvl9pPr algn="ctr">
              <a:defRPr sz="1350" b="0">
                <a:solidFill>
                  <a:srgbClr val="000000"/>
                </a:solidFill>
                <a:latin typeface="Arial"/>
                <a:ea typeface="Arial"/>
                <a:cs typeface="Arial"/>
              </a:defRPr>
            </a:lvl9pPr>
          </a:lstStyle>
          <a:p xmlns:a="http://schemas.openxmlformats.org/drawingml/2006/main">
            <a:pPr algn="ctr">
              <a:defRPr sz="1350" b="0">
                <a:solidFill>
                  <a:srgbClr val="000000"/>
                </a:solidFill>
                <a:latin typeface="Arial"/>
                <a:ea typeface="Arial"/>
                <a:cs typeface="Arial"/>
              </a:defRPr>
            </a:pPr>
            <a:r>
              <a:rPr sz="1350" b="0">
                <a:solidFill>
                  <a:srgbClr val="000000"/>
                </a:solidFill>
                <a:latin typeface="Arial"/>
                <a:ea typeface="Arial"/>
                <a:cs typeface="Arial"/>
              </a:rPr>
              <a:t>100</a:t>
            </a:r>
          </a:p>
        </p:txBody>
      </p:sp>
      <p:sp>
        <p:nvSpPr>
          <p:cNvPr id="34" name="t = 12">
            <a:extLst xmlns:a="http://schemas.openxmlformats.org/drawingml/2006/main">
              <a:ext uri="{FF2B5EF4-FFF2-40B4-BE49-F238E27FC236}">
                <a16:creationId xmlns:a16="http://schemas.microsoft.com/office/drawing/2014/main" id="{07BE5C58-A73C-482C-9F26-0872A8FEAB40}"/>
              </a:ext>
            </a:extLst>
          </p:cNvPr>
          <p:cNvSpPr>
            <a:spLocks xmlns:a="http://schemas.openxmlformats.org/drawingml/2006/main" noGrp="1"/>
          </p:cNvSpPr>
          <p:nvPr/>
        </p:nvSpPr>
        <p:spPr>
          <a:xfrm xmlns:a="http://schemas.openxmlformats.org/drawingml/2006/main">
            <a:off x="2390775" y="285750"/>
            <a:ext cx="17335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500" b="1">
                <a:solidFill>
                  <a:srgbClr val="000000"/>
                </a:solidFill>
                <a:latin typeface="Arial"/>
                <a:ea typeface="Arial"/>
                <a:cs typeface="Arial"/>
              </a:defRPr>
            </a:defPPr>
            <a:lvl1pPr algn="ctr">
              <a:defRPr sz="1500" b="1">
                <a:solidFill>
                  <a:srgbClr val="000000"/>
                </a:solidFill>
                <a:latin typeface="Arial"/>
                <a:ea typeface="Arial"/>
                <a:cs typeface="Arial"/>
              </a:defRPr>
            </a:lvl1pPr>
            <a:lvl2pPr algn="ctr">
              <a:defRPr sz="1500" b="1">
                <a:solidFill>
                  <a:srgbClr val="000000"/>
                </a:solidFill>
                <a:latin typeface="Arial"/>
                <a:ea typeface="Arial"/>
                <a:cs typeface="Arial"/>
              </a:defRPr>
            </a:lvl2pPr>
            <a:lvl3pPr algn="ctr">
              <a:defRPr sz="1500" b="1">
                <a:solidFill>
                  <a:srgbClr val="000000"/>
                </a:solidFill>
                <a:latin typeface="Arial"/>
                <a:ea typeface="Arial"/>
                <a:cs typeface="Arial"/>
              </a:defRPr>
            </a:lvl3pPr>
            <a:lvl4pPr algn="ctr">
              <a:defRPr sz="1500" b="1">
                <a:solidFill>
                  <a:srgbClr val="000000"/>
                </a:solidFill>
                <a:latin typeface="Arial"/>
                <a:ea typeface="Arial"/>
                <a:cs typeface="Arial"/>
              </a:defRPr>
            </a:lvl4pPr>
            <a:lvl5pPr algn="ctr">
              <a:defRPr sz="1500" b="1">
                <a:solidFill>
                  <a:srgbClr val="000000"/>
                </a:solidFill>
                <a:latin typeface="Arial"/>
                <a:ea typeface="Arial"/>
                <a:cs typeface="Arial"/>
              </a:defRPr>
            </a:lvl5pPr>
            <a:lvl6pPr algn="ctr">
              <a:defRPr sz="1500" b="1">
                <a:solidFill>
                  <a:srgbClr val="000000"/>
                </a:solidFill>
                <a:latin typeface="Arial"/>
                <a:ea typeface="Arial"/>
                <a:cs typeface="Arial"/>
              </a:defRPr>
            </a:lvl6pPr>
            <a:lvl7pPr algn="ctr">
              <a:defRPr sz="1500" b="1">
                <a:solidFill>
                  <a:srgbClr val="000000"/>
                </a:solidFill>
                <a:latin typeface="Arial"/>
                <a:ea typeface="Arial"/>
                <a:cs typeface="Arial"/>
              </a:defRPr>
            </a:lvl7pPr>
            <a:lvl8pPr algn="ctr">
              <a:defRPr sz="1500" b="1">
                <a:solidFill>
                  <a:srgbClr val="000000"/>
                </a:solidFill>
                <a:latin typeface="Arial"/>
                <a:ea typeface="Arial"/>
                <a:cs typeface="Arial"/>
              </a:defRPr>
            </a:lvl8pPr>
            <a:lvl9pPr algn="ctr">
              <a:defRPr sz="1500" b="1">
                <a:solidFill>
                  <a:srgbClr val="000000"/>
                </a:solidFill>
                <a:latin typeface="Arial"/>
                <a:ea typeface="Arial"/>
                <a:cs typeface="Arial"/>
              </a:defRPr>
            </a:lvl9pPr>
          </a:lstStyle>
          <a:p xmlns:a="http://schemas.openxmlformats.org/drawingml/2006/main">
            <a:pPr algn="ctr">
              <a:defRPr sz="1500" b="1">
                <a:solidFill>
                  <a:srgbClr val="000000"/>
                </a:solidFill>
                <a:latin typeface="Arial"/>
                <a:ea typeface="Arial"/>
                <a:cs typeface="Arial"/>
              </a:defRPr>
            </a:pPr>
            <a:r>
              <a:rPr sz="1500" b="1">
                <a:solidFill>
                  <a:srgbClr val="000000"/>
                </a:solidFill>
                <a:latin typeface="Arial"/>
                <a:ea typeface="Arial"/>
                <a:cs typeface="Arial"/>
              </a:rPr>
              <a:t>t = 12</a:t>
            </a:r>
          </a:p>
        </p:txBody>
      </p:sp>
      <p:pic>
        <p:nvPicPr>
          <p:cNvPr id="35" name="">
            <a:extLst xmlns:a="http://schemas.openxmlformats.org/drawingml/2006/main">
              <a:ext uri="{FF2B5EF4-FFF2-40B4-BE49-F238E27FC236}">
                <a16:creationId xmlns:a16="http://schemas.microsoft.com/office/drawing/2014/main" id="{BE88F43E-644A-4E93-B5E4-7359A1297882}"/>
              </a:ext>
            </a:extLst>
          </p:cNvPr>
          <p:cNvPicPr>
            <a:picLocks xmlns:a="http://schemas.openxmlformats.org/drawingml/2006/main" noChangeAspect="1"/>
          </p:cNvPicPr>
          <p:nvPr/>
        </p:nvPicPr>
        <p:blipFill>
          <a:blip xmlns:r="http://schemas.openxmlformats.org/officeDocument/2006/relationships" xmlns:a="http://schemas.openxmlformats.org/drawingml/2006/main" r:embed="R116cebab8c0b4f41"/>
          <a:stretch xmlns:a="http://schemas.openxmlformats.org/drawingml/2006/main"/>
        </p:blipFill>
        <p:spPr>
          <a:xfrm xmlns:a="http://schemas.openxmlformats.org/drawingml/2006/main">
            <a:off x="2390775" y="552450"/>
            <a:ext cx="1733550" cy="1733550"/>
          </a:xfrm>
          <a:prstGeom xmlns:a="http://schemas.openxmlformats.org/drawingml/2006/main" prst="rect">
            <a:avLst/>
          </a:prstGeom>
        </p:spPr>
      </p:pic>
      <p:sp>
        <p:nvSpPr>
          <p:cNvPr id="36" name="Scientific domain frame">
            <a:extLst xmlns:a="http://schemas.openxmlformats.org/drawingml/2006/main">
              <a:ext uri="{FF2B5EF4-FFF2-40B4-BE49-F238E27FC236}">
                <a16:creationId xmlns:a16="http://schemas.microsoft.com/office/drawing/2014/main" id="{39E43310-5F49-412E-BD65-5B899D2540C8}"/>
              </a:ext>
            </a:extLst>
          </p:cNvPr>
          <p:cNvSpPr>
            <a:spLocks xmlns:a="http://schemas.openxmlformats.org/drawingml/2006/main" noGrp="1"/>
          </p:cNvSpPr>
          <p:nvPr/>
        </p:nvSpPr>
        <p:spPr>
          <a:xfrm xmlns:a="http://schemas.openxmlformats.org/drawingml/2006/main">
            <a:off x="2390775" y="552450"/>
            <a:ext cx="1733550" cy="1733550"/>
          </a:xfrm>
          <a:prstGeom xmlns:a="http://schemas.openxmlformats.org/drawingml/2006/main" prst="rect">
            <a:avLst/>
          </a:prstGeom>
          <a:noFill xmlns:a="http://schemas.openxmlformats.org/drawingml/2006/main"/>
          <a:ln xmlns:a="http://schemas.openxmlformats.org/drawingml/2006/main" w="7620">
            <a:solidFill>
              <a:srgbClr val="000000"/>
            </a:solidFill>
          </a:ln>
        </p:spPr>
      </p:sp>
      <p:sp>
        <p:nvSpPr>
          <p:cNvPr id="37" name="A source-to-d projection t12">
            <a:extLst xmlns:a="http://schemas.openxmlformats.org/drawingml/2006/main">
              <a:ext uri="{FF2B5EF4-FFF2-40B4-BE49-F238E27FC236}">
                <a16:creationId xmlns:a16="http://schemas.microsoft.com/office/drawing/2014/main" id="{EBC67CD2-F96E-48E3-B263-613C64D12BEF}"/>
              </a:ext>
            </a:extLst>
          </p:cNvPr>
          <p:cNvSpPr>
            <a:spLocks xmlns:a="http://schemas.openxmlformats.org/drawingml/2006/main" noGrp="1"/>
          </p:cNvSpPr>
          <p:nvPr/>
        </p:nvSpPr>
        <p:spPr>
          <a:xfrm xmlns:a="http://schemas.openxmlformats.org/drawingml/2006/main">
            <a:off x="2679700" y="2038985"/>
            <a:ext cx="95" cy="376555"/>
          </a:xfrm>
          <a:custGeom xmlns:a="http://schemas.openxmlformats.org/drawingml/2006/main">
            <a:pathLst>
              <a:path w="95" h="490855">
                <a:moveTo>
                  <a:pt x="0" y="0"/>
                </a:moveTo>
                <a:lnTo>
                  <a:pt x="0" y="490855"/>
                </a:lnTo>
              </a:path>
            </a:pathLst>
          </a:custGeom>
          <a:noFill xmlns:a="http://schemas.openxmlformats.org/drawingml/2006/main"/>
          <a:ln xmlns:a="http://schemas.openxmlformats.org/drawingml/2006/main" w="11906">
            <a:solidFill>
              <a:srgbClr val="000000"/>
            </a:solidFill>
            <a:prstDash val="dash"/>
          </a:ln>
        </p:spPr>
      </p:sp>
      <p:sp>
        <p:nvSpPr>
          <p:cNvPr id="38" name="B source-to-d projection t12">
            <a:extLst xmlns:a="http://schemas.openxmlformats.org/drawingml/2006/main">
              <a:ext uri="{FF2B5EF4-FFF2-40B4-BE49-F238E27FC236}">
                <a16:creationId xmlns:a16="http://schemas.microsoft.com/office/drawing/2014/main" id="{F2086945-5787-462A-ABB5-BD02D4112D38}"/>
              </a:ext>
            </a:extLst>
          </p:cNvPr>
          <p:cNvSpPr>
            <a:spLocks xmlns:a="http://schemas.openxmlformats.org/drawingml/2006/main" noGrp="1"/>
          </p:cNvSpPr>
          <p:nvPr/>
        </p:nvSpPr>
        <p:spPr>
          <a:xfrm xmlns:a="http://schemas.openxmlformats.org/drawingml/2006/main">
            <a:off x="3076972" y="1296749"/>
            <a:ext cx="95" cy="1102598"/>
          </a:xfrm>
          <a:custGeom xmlns:a="http://schemas.openxmlformats.org/drawingml/2006/main">
            <a:pathLst>
              <a:path w="95" h="1216898">
                <a:moveTo>
                  <a:pt x="0" y="0"/>
                </a:moveTo>
                <a:lnTo>
                  <a:pt x="0" y="1216898"/>
                </a:lnTo>
              </a:path>
            </a:pathLst>
          </a:custGeom>
          <a:noFill xmlns:a="http://schemas.openxmlformats.org/drawingml/2006/main"/>
          <a:ln xmlns:a="http://schemas.openxmlformats.org/drawingml/2006/main" w="11906">
            <a:solidFill>
              <a:srgbClr val="000000"/>
            </a:solidFill>
            <a:prstDash val="dash"/>
          </a:ln>
        </p:spPr>
      </p:sp>
      <p:sp>
        <p:nvSpPr>
          <p:cNvPr id="39" name="C source-to-d projection t12">
            <a:extLst xmlns:a="http://schemas.openxmlformats.org/drawingml/2006/main">
              <a:ext uri="{FF2B5EF4-FFF2-40B4-BE49-F238E27FC236}">
                <a16:creationId xmlns:a16="http://schemas.microsoft.com/office/drawing/2014/main" id="{2C16E77F-6BB3-4651-950A-2840F92E6AFA}"/>
              </a:ext>
            </a:extLst>
          </p:cNvPr>
          <p:cNvSpPr>
            <a:spLocks xmlns:a="http://schemas.openxmlformats.org/drawingml/2006/main" noGrp="1"/>
          </p:cNvSpPr>
          <p:nvPr/>
        </p:nvSpPr>
        <p:spPr>
          <a:xfrm xmlns:a="http://schemas.openxmlformats.org/drawingml/2006/main">
            <a:off x="3835400" y="915670"/>
            <a:ext cx="95" cy="1467485"/>
          </a:xfrm>
          <a:custGeom xmlns:a="http://schemas.openxmlformats.org/drawingml/2006/main">
            <a:pathLst>
              <a:path w="95" h="1581785">
                <a:moveTo>
                  <a:pt x="0" y="0"/>
                </a:moveTo>
                <a:lnTo>
                  <a:pt x="0" y="1581785"/>
                </a:lnTo>
              </a:path>
            </a:pathLst>
          </a:custGeom>
          <a:noFill xmlns:a="http://schemas.openxmlformats.org/drawingml/2006/main"/>
          <a:ln xmlns:a="http://schemas.openxmlformats.org/drawingml/2006/main" w="11906">
            <a:solidFill>
              <a:srgbClr val="000000"/>
            </a:solidFill>
            <a:prstDash val="dash"/>
          </a:ln>
        </p:spPr>
      </p:sp>
      <p:sp>
        <p:nvSpPr>
          <p:cNvPr id="40" name="A source identity marker t12">
            <a:extLst xmlns:a="http://schemas.openxmlformats.org/drawingml/2006/main">
              <a:ext uri="{FF2B5EF4-FFF2-40B4-BE49-F238E27FC236}">
                <a16:creationId xmlns:a16="http://schemas.microsoft.com/office/drawing/2014/main" id="{E8D90E5E-D389-45EE-B85E-AFC974D78E85}"/>
              </a:ext>
            </a:extLst>
          </p:cNvPr>
          <p:cNvSpPr>
            <a:spLocks xmlns:a="http://schemas.openxmlformats.org/drawingml/2006/main" noGrp="1"/>
          </p:cNvSpPr>
          <p:nvPr/>
        </p:nvSpPr>
        <p:spPr>
          <a:xfrm xmlns:a="http://schemas.openxmlformats.org/drawingml/2006/main">
            <a:off x="2637790" y="1955165"/>
            <a:ext cx="83820" cy="83820"/>
          </a:xfrm>
          <a:prstGeom xmlns:a="http://schemas.openxmlformats.org/drawingml/2006/main" prst="ellipse">
            <a:avLst/>
          </a:prstGeom>
          <a:noFill xmlns:a="http://schemas.openxmlformats.org/drawingml/2006/main"/>
          <a:ln xmlns:a="http://schemas.openxmlformats.org/drawingml/2006/main" w="19050">
            <a:solidFill>
              <a:srgbClr val="ECE51B"/>
            </a:solidFill>
          </a:ln>
        </p:spPr>
      </p:sp>
      <p:sp>
        <p:nvSpPr>
          <p:cNvPr id="41" name="A black source label t12">
            <a:extLst xmlns:a="http://schemas.openxmlformats.org/drawingml/2006/main">
              <a:ext uri="{FF2B5EF4-FFF2-40B4-BE49-F238E27FC236}">
                <a16:creationId xmlns:a16="http://schemas.microsoft.com/office/drawing/2014/main" id="{906FDFDD-B508-476C-B349-F3159BF14C99}"/>
              </a:ext>
            </a:extLst>
          </p:cNvPr>
          <p:cNvSpPr>
            <a:spLocks xmlns:a="http://schemas.openxmlformats.org/drawingml/2006/main" noGrp="1"/>
          </p:cNvSpPr>
          <p:nvPr/>
        </p:nvSpPr>
        <p:spPr>
          <a:xfrm xmlns:a="http://schemas.openxmlformats.org/drawingml/2006/main">
            <a:off x="2774950" y="1749425"/>
            <a:ext cx="257175"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575" b="1">
                <a:solidFill>
                  <a:srgbClr val="000000"/>
                </a:solidFill>
                <a:latin typeface="Arial"/>
                <a:ea typeface="Arial"/>
                <a:cs typeface="Arial"/>
              </a:defRPr>
            </a:defPPr>
            <a:lvl1pPr algn="l">
              <a:defRPr sz="1575" b="1">
                <a:solidFill>
                  <a:srgbClr val="000000"/>
                </a:solidFill>
                <a:latin typeface="Arial"/>
                <a:ea typeface="Arial"/>
                <a:cs typeface="Arial"/>
              </a:defRPr>
            </a:lvl1pPr>
            <a:lvl2pPr algn="l">
              <a:defRPr sz="1575" b="1">
                <a:solidFill>
                  <a:srgbClr val="000000"/>
                </a:solidFill>
                <a:latin typeface="Arial"/>
                <a:ea typeface="Arial"/>
                <a:cs typeface="Arial"/>
              </a:defRPr>
            </a:lvl2pPr>
            <a:lvl3pPr algn="l">
              <a:defRPr sz="1575" b="1">
                <a:solidFill>
                  <a:srgbClr val="000000"/>
                </a:solidFill>
                <a:latin typeface="Arial"/>
                <a:ea typeface="Arial"/>
                <a:cs typeface="Arial"/>
              </a:defRPr>
            </a:lvl3pPr>
            <a:lvl4pPr algn="l">
              <a:defRPr sz="1575" b="1">
                <a:solidFill>
                  <a:srgbClr val="000000"/>
                </a:solidFill>
                <a:latin typeface="Arial"/>
                <a:ea typeface="Arial"/>
                <a:cs typeface="Arial"/>
              </a:defRPr>
            </a:lvl4pPr>
            <a:lvl5pPr algn="l">
              <a:defRPr sz="1575" b="1">
                <a:solidFill>
                  <a:srgbClr val="000000"/>
                </a:solidFill>
                <a:latin typeface="Arial"/>
                <a:ea typeface="Arial"/>
                <a:cs typeface="Arial"/>
              </a:defRPr>
            </a:lvl5pPr>
            <a:lvl6pPr algn="l">
              <a:defRPr sz="1575" b="1">
                <a:solidFill>
                  <a:srgbClr val="000000"/>
                </a:solidFill>
                <a:latin typeface="Arial"/>
                <a:ea typeface="Arial"/>
                <a:cs typeface="Arial"/>
              </a:defRPr>
            </a:lvl6pPr>
            <a:lvl7pPr algn="l">
              <a:defRPr sz="1575" b="1">
                <a:solidFill>
                  <a:srgbClr val="000000"/>
                </a:solidFill>
                <a:latin typeface="Arial"/>
                <a:ea typeface="Arial"/>
                <a:cs typeface="Arial"/>
              </a:defRPr>
            </a:lvl7pPr>
            <a:lvl8pPr algn="l">
              <a:defRPr sz="1575" b="1">
                <a:solidFill>
                  <a:srgbClr val="000000"/>
                </a:solidFill>
                <a:latin typeface="Arial"/>
                <a:ea typeface="Arial"/>
                <a:cs typeface="Arial"/>
              </a:defRPr>
            </a:lvl8pPr>
            <a:lvl9pPr algn="l">
              <a:defRPr sz="1575" b="1">
                <a:solidFill>
                  <a:srgbClr val="000000"/>
                </a:solidFill>
                <a:latin typeface="Arial"/>
                <a:ea typeface="Arial"/>
                <a:cs typeface="Arial"/>
              </a:defRPr>
            </a:lvl9pPr>
          </a:lstStyle>
          <a:p xmlns:a="http://schemas.openxmlformats.org/drawingml/2006/main">
            <a:pPr algn="l">
              <a:defRPr sz="1575" b="1">
                <a:solidFill>
                  <a:srgbClr val="000000"/>
                </a:solidFill>
                <a:latin typeface="Arial"/>
                <a:ea typeface="Arial"/>
                <a:cs typeface="Arial"/>
              </a:defRPr>
            </a:pPr>
            <a:r>
              <a:rPr sz="1575" b="1">
                <a:solidFill>
                  <a:srgbClr val="000000"/>
                </a:solidFill>
                <a:latin typeface="Arial"/>
                <a:ea typeface="Arial"/>
                <a:cs typeface="Arial"/>
              </a:rPr>
              <a:t>A</a:t>
            </a:r>
          </a:p>
        </p:txBody>
      </p:sp>
      <p:sp>
        <p:nvSpPr>
          <p:cNvPr id="42" name="B source identity marker t12">
            <a:extLst xmlns:a="http://schemas.openxmlformats.org/drawingml/2006/main">
              <a:ext uri="{FF2B5EF4-FFF2-40B4-BE49-F238E27FC236}">
                <a16:creationId xmlns:a16="http://schemas.microsoft.com/office/drawing/2014/main" id="{85324FDB-C2E3-41CC-9CC5-038BAA57AD49}"/>
              </a:ext>
            </a:extLst>
          </p:cNvPr>
          <p:cNvSpPr>
            <a:spLocks xmlns:a="http://schemas.openxmlformats.org/drawingml/2006/main" noGrp="1"/>
          </p:cNvSpPr>
          <p:nvPr/>
        </p:nvSpPr>
        <p:spPr>
          <a:xfrm xmlns:a="http://schemas.openxmlformats.org/drawingml/2006/main">
            <a:off x="3018869" y="1180544"/>
            <a:ext cx="116205" cy="116205"/>
          </a:xfrm>
          <a:prstGeom xmlns:a="http://schemas.openxmlformats.org/drawingml/2006/main" prst="ellipse">
            <a:avLst/>
          </a:prstGeom>
          <a:noFill xmlns:a="http://schemas.openxmlformats.org/drawingml/2006/main"/>
          <a:ln xmlns:a="http://schemas.openxmlformats.org/drawingml/2006/main" w="19050">
            <a:solidFill>
              <a:srgbClr val="FDE725"/>
            </a:solidFill>
          </a:ln>
        </p:spPr>
      </p:sp>
      <p:sp>
        <p:nvSpPr>
          <p:cNvPr id="43" name="B black source label t12">
            <a:extLst xmlns:a="http://schemas.openxmlformats.org/drawingml/2006/main">
              <a:ext uri="{FF2B5EF4-FFF2-40B4-BE49-F238E27FC236}">
                <a16:creationId xmlns:a16="http://schemas.microsoft.com/office/drawing/2014/main" id="{5ED387FF-05E8-4F3F-9FD3-8919C29E07F9}"/>
              </a:ext>
            </a:extLst>
          </p:cNvPr>
          <p:cNvSpPr>
            <a:spLocks xmlns:a="http://schemas.openxmlformats.org/drawingml/2006/main" noGrp="1"/>
          </p:cNvSpPr>
          <p:nvPr/>
        </p:nvSpPr>
        <p:spPr>
          <a:xfrm xmlns:a="http://schemas.openxmlformats.org/drawingml/2006/main">
            <a:off x="3172222" y="990997"/>
            <a:ext cx="257175"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575" b="1">
                <a:solidFill>
                  <a:srgbClr val="000000"/>
                </a:solidFill>
                <a:latin typeface="Arial"/>
                <a:ea typeface="Arial"/>
                <a:cs typeface="Arial"/>
              </a:defRPr>
            </a:defPPr>
            <a:lvl1pPr algn="l">
              <a:defRPr sz="1575" b="1">
                <a:solidFill>
                  <a:srgbClr val="000000"/>
                </a:solidFill>
                <a:latin typeface="Arial"/>
                <a:ea typeface="Arial"/>
                <a:cs typeface="Arial"/>
              </a:defRPr>
            </a:lvl1pPr>
            <a:lvl2pPr algn="l">
              <a:defRPr sz="1575" b="1">
                <a:solidFill>
                  <a:srgbClr val="000000"/>
                </a:solidFill>
                <a:latin typeface="Arial"/>
                <a:ea typeface="Arial"/>
                <a:cs typeface="Arial"/>
              </a:defRPr>
            </a:lvl2pPr>
            <a:lvl3pPr algn="l">
              <a:defRPr sz="1575" b="1">
                <a:solidFill>
                  <a:srgbClr val="000000"/>
                </a:solidFill>
                <a:latin typeface="Arial"/>
                <a:ea typeface="Arial"/>
                <a:cs typeface="Arial"/>
              </a:defRPr>
            </a:lvl3pPr>
            <a:lvl4pPr algn="l">
              <a:defRPr sz="1575" b="1">
                <a:solidFill>
                  <a:srgbClr val="000000"/>
                </a:solidFill>
                <a:latin typeface="Arial"/>
                <a:ea typeface="Arial"/>
                <a:cs typeface="Arial"/>
              </a:defRPr>
            </a:lvl4pPr>
            <a:lvl5pPr algn="l">
              <a:defRPr sz="1575" b="1">
                <a:solidFill>
                  <a:srgbClr val="000000"/>
                </a:solidFill>
                <a:latin typeface="Arial"/>
                <a:ea typeface="Arial"/>
                <a:cs typeface="Arial"/>
              </a:defRPr>
            </a:lvl5pPr>
            <a:lvl6pPr algn="l">
              <a:defRPr sz="1575" b="1">
                <a:solidFill>
                  <a:srgbClr val="000000"/>
                </a:solidFill>
                <a:latin typeface="Arial"/>
                <a:ea typeface="Arial"/>
                <a:cs typeface="Arial"/>
              </a:defRPr>
            </a:lvl6pPr>
            <a:lvl7pPr algn="l">
              <a:defRPr sz="1575" b="1">
                <a:solidFill>
                  <a:srgbClr val="000000"/>
                </a:solidFill>
                <a:latin typeface="Arial"/>
                <a:ea typeface="Arial"/>
                <a:cs typeface="Arial"/>
              </a:defRPr>
            </a:lvl7pPr>
            <a:lvl8pPr algn="l">
              <a:defRPr sz="1575" b="1">
                <a:solidFill>
                  <a:srgbClr val="000000"/>
                </a:solidFill>
                <a:latin typeface="Arial"/>
                <a:ea typeface="Arial"/>
                <a:cs typeface="Arial"/>
              </a:defRPr>
            </a:lvl8pPr>
            <a:lvl9pPr algn="l">
              <a:defRPr sz="1575" b="1">
                <a:solidFill>
                  <a:srgbClr val="000000"/>
                </a:solidFill>
                <a:latin typeface="Arial"/>
                <a:ea typeface="Arial"/>
                <a:cs typeface="Arial"/>
              </a:defRPr>
            </a:lvl9pPr>
          </a:lstStyle>
          <a:p xmlns:a="http://schemas.openxmlformats.org/drawingml/2006/main">
            <a:pPr algn="l">
              <a:defRPr sz="1575" b="1">
                <a:solidFill>
                  <a:srgbClr val="000000"/>
                </a:solidFill>
                <a:latin typeface="Arial"/>
                <a:ea typeface="Arial"/>
                <a:cs typeface="Arial"/>
              </a:defRPr>
            </a:pPr>
            <a:r>
              <a:rPr sz="1575" b="1">
                <a:solidFill>
                  <a:srgbClr val="000000"/>
                </a:solidFill>
                <a:latin typeface="Arial"/>
                <a:ea typeface="Arial"/>
                <a:cs typeface="Arial"/>
              </a:rPr>
              <a:t>B</a:t>
            </a:r>
          </a:p>
        </p:txBody>
      </p:sp>
      <p:sp>
        <p:nvSpPr>
          <p:cNvPr id="44" name="C source identity marker t12">
            <a:extLst xmlns:a="http://schemas.openxmlformats.org/drawingml/2006/main">
              <a:ext uri="{FF2B5EF4-FFF2-40B4-BE49-F238E27FC236}">
                <a16:creationId xmlns:a16="http://schemas.microsoft.com/office/drawing/2014/main" id="{EBEAA5E9-B85A-44DE-913A-1A80DE047EF8}"/>
              </a:ext>
            </a:extLst>
          </p:cNvPr>
          <p:cNvSpPr>
            <a:spLocks xmlns:a="http://schemas.openxmlformats.org/drawingml/2006/main" noGrp="1"/>
          </p:cNvSpPr>
          <p:nvPr/>
        </p:nvSpPr>
        <p:spPr>
          <a:xfrm xmlns:a="http://schemas.openxmlformats.org/drawingml/2006/main">
            <a:off x="3761105" y="767080"/>
            <a:ext cx="148590" cy="148590"/>
          </a:xfrm>
          <a:prstGeom xmlns:a="http://schemas.openxmlformats.org/drawingml/2006/main" prst="ellipse">
            <a:avLst/>
          </a:prstGeom>
          <a:noFill xmlns:a="http://schemas.openxmlformats.org/drawingml/2006/main"/>
          <a:ln xmlns:a="http://schemas.openxmlformats.org/drawingml/2006/main" w="19050">
            <a:solidFill>
              <a:srgbClr val="D9E219"/>
            </a:solidFill>
          </a:ln>
        </p:spPr>
      </p:sp>
      <p:sp>
        <p:nvSpPr>
          <p:cNvPr id="45" name="C black source label t12">
            <a:extLst xmlns:a="http://schemas.openxmlformats.org/drawingml/2006/main">
              <a:ext uri="{FF2B5EF4-FFF2-40B4-BE49-F238E27FC236}">
                <a16:creationId xmlns:a16="http://schemas.microsoft.com/office/drawing/2014/main" id="{D4AD5297-4191-4078-901D-80F625182B2D}"/>
              </a:ext>
            </a:extLst>
          </p:cNvPr>
          <p:cNvSpPr>
            <a:spLocks xmlns:a="http://schemas.openxmlformats.org/drawingml/2006/main" noGrp="1"/>
          </p:cNvSpPr>
          <p:nvPr/>
        </p:nvSpPr>
        <p:spPr>
          <a:xfrm xmlns:a="http://schemas.openxmlformats.org/drawingml/2006/main">
            <a:off x="3930650" y="593725"/>
            <a:ext cx="257175"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575" b="1">
                <a:solidFill>
                  <a:srgbClr val="000000"/>
                </a:solidFill>
                <a:latin typeface="Arial"/>
                <a:ea typeface="Arial"/>
                <a:cs typeface="Arial"/>
              </a:defRPr>
            </a:defPPr>
            <a:lvl1pPr algn="l">
              <a:defRPr sz="1575" b="1">
                <a:solidFill>
                  <a:srgbClr val="000000"/>
                </a:solidFill>
                <a:latin typeface="Arial"/>
                <a:ea typeface="Arial"/>
                <a:cs typeface="Arial"/>
              </a:defRPr>
            </a:lvl1pPr>
            <a:lvl2pPr algn="l">
              <a:defRPr sz="1575" b="1">
                <a:solidFill>
                  <a:srgbClr val="000000"/>
                </a:solidFill>
                <a:latin typeface="Arial"/>
                <a:ea typeface="Arial"/>
                <a:cs typeface="Arial"/>
              </a:defRPr>
            </a:lvl2pPr>
            <a:lvl3pPr algn="l">
              <a:defRPr sz="1575" b="1">
                <a:solidFill>
                  <a:srgbClr val="000000"/>
                </a:solidFill>
                <a:latin typeface="Arial"/>
                <a:ea typeface="Arial"/>
                <a:cs typeface="Arial"/>
              </a:defRPr>
            </a:lvl3pPr>
            <a:lvl4pPr algn="l">
              <a:defRPr sz="1575" b="1">
                <a:solidFill>
                  <a:srgbClr val="000000"/>
                </a:solidFill>
                <a:latin typeface="Arial"/>
                <a:ea typeface="Arial"/>
                <a:cs typeface="Arial"/>
              </a:defRPr>
            </a:lvl4pPr>
            <a:lvl5pPr algn="l">
              <a:defRPr sz="1575" b="1">
                <a:solidFill>
                  <a:srgbClr val="000000"/>
                </a:solidFill>
                <a:latin typeface="Arial"/>
                <a:ea typeface="Arial"/>
                <a:cs typeface="Arial"/>
              </a:defRPr>
            </a:lvl5pPr>
            <a:lvl6pPr algn="l">
              <a:defRPr sz="1575" b="1">
                <a:solidFill>
                  <a:srgbClr val="000000"/>
                </a:solidFill>
                <a:latin typeface="Arial"/>
                <a:ea typeface="Arial"/>
                <a:cs typeface="Arial"/>
              </a:defRPr>
            </a:lvl6pPr>
            <a:lvl7pPr algn="l">
              <a:defRPr sz="1575" b="1">
                <a:solidFill>
                  <a:srgbClr val="000000"/>
                </a:solidFill>
                <a:latin typeface="Arial"/>
                <a:ea typeface="Arial"/>
                <a:cs typeface="Arial"/>
              </a:defRPr>
            </a:lvl7pPr>
            <a:lvl8pPr algn="l">
              <a:defRPr sz="1575" b="1">
                <a:solidFill>
                  <a:srgbClr val="000000"/>
                </a:solidFill>
                <a:latin typeface="Arial"/>
                <a:ea typeface="Arial"/>
                <a:cs typeface="Arial"/>
              </a:defRPr>
            </a:lvl8pPr>
            <a:lvl9pPr algn="l">
              <a:defRPr sz="1575" b="1">
                <a:solidFill>
                  <a:srgbClr val="000000"/>
                </a:solidFill>
                <a:latin typeface="Arial"/>
                <a:ea typeface="Arial"/>
                <a:cs typeface="Arial"/>
              </a:defRPr>
            </a:lvl9pPr>
          </a:lstStyle>
          <a:p xmlns:a="http://schemas.openxmlformats.org/drawingml/2006/main">
            <a:pPr algn="l">
              <a:defRPr sz="1575" b="1">
                <a:solidFill>
                  <a:srgbClr val="000000"/>
                </a:solidFill>
                <a:latin typeface="Arial"/>
                <a:ea typeface="Arial"/>
                <a:cs typeface="Arial"/>
              </a:defRPr>
            </a:pPr>
            <a:r>
              <a:rPr sz="1575" b="1">
                <a:solidFill>
                  <a:srgbClr val="000000"/>
                </a:solidFill>
                <a:latin typeface="Arial"/>
                <a:ea typeface="Arial"/>
                <a:cs typeface="Arial"/>
              </a:rPr>
              <a:t>C</a:t>
            </a:r>
          </a:p>
        </p:txBody>
      </p:sp>
      <p:sp>
        <p:nvSpPr>
          <p:cNvPr id="46" name="Scientific line">
            <a:extLst xmlns:a="http://schemas.openxmlformats.org/drawingml/2006/main">
              <a:ext uri="{FF2B5EF4-FFF2-40B4-BE49-F238E27FC236}">
                <a16:creationId xmlns:a16="http://schemas.microsoft.com/office/drawing/2014/main" id="{95481501-CF8C-42FC-AD58-5371AD5AC99F}"/>
              </a:ext>
            </a:extLst>
          </p:cNvPr>
          <p:cNvSpPr>
            <a:spLocks xmlns:a="http://schemas.openxmlformats.org/drawingml/2006/main" noGrp="1"/>
          </p:cNvSpPr>
          <p:nvPr/>
        </p:nvSpPr>
        <p:spPr>
          <a:xfrm xmlns:a="http://schemas.openxmlformats.org/drawingml/2006/main">
            <a:off x="2390775" y="2457450"/>
            <a:ext cx="1733550" cy="95"/>
          </a:xfrm>
          <a:custGeom xmlns:a="http://schemas.openxmlformats.org/drawingml/2006/main">
            <a:pathLst>
              <a:path w="1733550" h="95">
                <a:moveTo>
                  <a:pt x="0" y="0"/>
                </a:moveTo>
                <a:lnTo>
                  <a:pt x="1733550" y="0"/>
                </a:lnTo>
              </a:path>
            </a:pathLst>
          </a:custGeom>
          <a:noFill xmlns:a="http://schemas.openxmlformats.org/drawingml/2006/main"/>
          <a:ln xmlns:a="http://schemas.openxmlformats.org/drawingml/2006/main" w="11430">
            <a:solidFill>
              <a:srgbClr val="000000"/>
            </a:solidFill>
            <a:prstDash val="solid"/>
          </a:ln>
        </p:spPr>
      </p:sp>
      <p:sp>
        <p:nvSpPr>
          <p:cNvPr id="47" name="Scientific line">
            <a:extLst xmlns:a="http://schemas.openxmlformats.org/drawingml/2006/main">
              <a:ext uri="{FF2B5EF4-FFF2-40B4-BE49-F238E27FC236}">
                <a16:creationId xmlns:a16="http://schemas.microsoft.com/office/drawing/2014/main" id="{C54CA984-1048-4F95-970E-FB905DB0C13F}"/>
              </a:ext>
            </a:extLst>
          </p:cNvPr>
          <p:cNvSpPr>
            <a:spLocks xmlns:a="http://schemas.openxmlformats.org/drawingml/2006/main" noGrp="1"/>
          </p:cNvSpPr>
          <p:nvPr/>
        </p:nvSpPr>
        <p:spPr>
          <a:xfrm xmlns:a="http://schemas.openxmlformats.org/drawingml/2006/main">
            <a:off x="4067175" y="2428875"/>
            <a:ext cx="57150" cy="28575"/>
          </a:xfrm>
          <a:custGeom xmlns:a="http://schemas.openxmlformats.org/drawingml/2006/main">
            <a:pathLst>
              <a:path w="57150" h="28575">
                <a:moveTo>
                  <a:pt x="0" y="0"/>
                </a:moveTo>
                <a:lnTo>
                  <a:pt x="57150" y="28575"/>
                </a:lnTo>
              </a:path>
            </a:pathLst>
          </a:custGeom>
          <a:noFill xmlns:a="http://schemas.openxmlformats.org/drawingml/2006/main"/>
          <a:ln xmlns:a="http://schemas.openxmlformats.org/drawingml/2006/main" w="11430">
            <a:solidFill>
              <a:srgbClr val="000000"/>
            </a:solidFill>
            <a:prstDash val="solid"/>
          </a:ln>
        </p:spPr>
      </p:sp>
      <p:sp>
        <p:nvSpPr>
          <p:cNvPr id="48" name="Scientific line">
            <a:extLst xmlns:a="http://schemas.openxmlformats.org/drawingml/2006/main">
              <a:ext uri="{FF2B5EF4-FFF2-40B4-BE49-F238E27FC236}">
                <a16:creationId xmlns:a16="http://schemas.microsoft.com/office/drawing/2014/main" id="{6E7D78D0-C180-457B-A91D-6E4B74785FAA}"/>
              </a:ext>
            </a:extLst>
          </p:cNvPr>
          <p:cNvSpPr>
            <a:spLocks xmlns:a="http://schemas.openxmlformats.org/drawingml/2006/main" noGrp="1"/>
          </p:cNvSpPr>
          <p:nvPr/>
        </p:nvSpPr>
        <p:spPr>
          <a:xfrm xmlns:a="http://schemas.openxmlformats.org/drawingml/2006/main">
            <a:off x="4067175" y="2457450"/>
            <a:ext cx="57150" cy="28575"/>
          </a:xfrm>
          <a:custGeom xmlns:a="http://schemas.openxmlformats.org/drawingml/2006/main">
            <a:pathLst>
              <a:path w="57150" h="28575">
                <a:moveTo>
                  <a:pt x="0" y="28575"/>
                </a:moveTo>
                <a:lnTo>
                  <a:pt x="57150" y="0"/>
                </a:lnTo>
              </a:path>
            </a:pathLst>
          </a:custGeom>
          <a:noFill xmlns:a="http://schemas.openxmlformats.org/drawingml/2006/main"/>
          <a:ln xmlns:a="http://schemas.openxmlformats.org/drawingml/2006/main" w="11430">
            <a:solidFill>
              <a:srgbClr val="000000"/>
            </a:solidFill>
            <a:prstDash val="solid"/>
          </a:ln>
        </p:spPr>
      </p:sp>
      <p:sp>
        <p:nvSpPr>
          <p:cNvPr id="49" name="A matching d-axis marker t12">
            <a:extLst xmlns:a="http://schemas.openxmlformats.org/drawingml/2006/main">
              <a:ext uri="{FF2B5EF4-FFF2-40B4-BE49-F238E27FC236}">
                <a16:creationId xmlns:a16="http://schemas.microsoft.com/office/drawing/2014/main" id="{DDC6D0AD-AFC6-4945-8B27-C25F4895893E}"/>
              </a:ext>
            </a:extLst>
          </p:cNvPr>
          <p:cNvSpPr>
            <a:spLocks xmlns:a="http://schemas.openxmlformats.org/drawingml/2006/main" noGrp="1"/>
          </p:cNvSpPr>
          <p:nvPr/>
        </p:nvSpPr>
        <p:spPr>
          <a:xfrm xmlns:a="http://schemas.openxmlformats.org/drawingml/2006/main">
            <a:off x="2637790" y="2415540"/>
            <a:ext cx="83820" cy="83820"/>
          </a:xfrm>
          <a:prstGeom xmlns:a="http://schemas.openxmlformats.org/drawingml/2006/main" prst="ellipse">
            <a:avLst/>
          </a:prstGeom>
          <a:solidFill xmlns:a="http://schemas.openxmlformats.org/drawingml/2006/main">
            <a:srgbClr val="ECE51B"/>
          </a:solidFill>
          <a:ln xmlns:a="http://schemas.openxmlformats.org/drawingml/2006/main" w="19050">
            <a:solidFill>
              <a:srgbClr val="ECE51B"/>
            </a:solidFill>
          </a:ln>
        </p:spPr>
      </p:sp>
      <p:sp>
        <p:nvSpPr>
          <p:cNvPr id="50" name="A">
            <a:extLst xmlns:a="http://schemas.openxmlformats.org/drawingml/2006/main">
              <a:ext uri="{FF2B5EF4-FFF2-40B4-BE49-F238E27FC236}">
                <a16:creationId xmlns:a16="http://schemas.microsoft.com/office/drawing/2014/main" id="{4DF4DB4E-1BD6-48C1-BEB5-D03990C1C59F}"/>
              </a:ext>
            </a:extLst>
          </p:cNvPr>
          <p:cNvSpPr>
            <a:spLocks xmlns:a="http://schemas.openxmlformats.org/drawingml/2006/main" noGrp="1"/>
          </p:cNvSpPr>
          <p:nvPr/>
        </p:nvSpPr>
        <p:spPr>
          <a:xfrm xmlns:a="http://schemas.openxmlformats.org/drawingml/2006/main">
            <a:off x="2546350" y="2562225"/>
            <a:ext cx="26670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500" b="1">
                <a:solidFill>
                  <a:srgbClr val="000000"/>
                </a:solidFill>
                <a:latin typeface="Arial"/>
                <a:ea typeface="Arial"/>
                <a:cs typeface="Arial"/>
              </a:defRPr>
            </a:defPPr>
            <a:lvl1pPr algn="ctr">
              <a:defRPr sz="1500" b="1">
                <a:solidFill>
                  <a:srgbClr val="000000"/>
                </a:solidFill>
                <a:latin typeface="Arial"/>
                <a:ea typeface="Arial"/>
                <a:cs typeface="Arial"/>
              </a:defRPr>
            </a:lvl1pPr>
            <a:lvl2pPr algn="ctr">
              <a:defRPr sz="1500" b="1">
                <a:solidFill>
                  <a:srgbClr val="000000"/>
                </a:solidFill>
                <a:latin typeface="Arial"/>
                <a:ea typeface="Arial"/>
                <a:cs typeface="Arial"/>
              </a:defRPr>
            </a:lvl2pPr>
            <a:lvl3pPr algn="ctr">
              <a:defRPr sz="1500" b="1">
                <a:solidFill>
                  <a:srgbClr val="000000"/>
                </a:solidFill>
                <a:latin typeface="Arial"/>
                <a:ea typeface="Arial"/>
                <a:cs typeface="Arial"/>
              </a:defRPr>
            </a:lvl3pPr>
            <a:lvl4pPr algn="ctr">
              <a:defRPr sz="1500" b="1">
                <a:solidFill>
                  <a:srgbClr val="000000"/>
                </a:solidFill>
                <a:latin typeface="Arial"/>
                <a:ea typeface="Arial"/>
                <a:cs typeface="Arial"/>
              </a:defRPr>
            </a:lvl4pPr>
            <a:lvl5pPr algn="ctr">
              <a:defRPr sz="1500" b="1">
                <a:solidFill>
                  <a:srgbClr val="000000"/>
                </a:solidFill>
                <a:latin typeface="Arial"/>
                <a:ea typeface="Arial"/>
                <a:cs typeface="Arial"/>
              </a:defRPr>
            </a:lvl5pPr>
            <a:lvl6pPr algn="ctr">
              <a:defRPr sz="1500" b="1">
                <a:solidFill>
                  <a:srgbClr val="000000"/>
                </a:solidFill>
                <a:latin typeface="Arial"/>
                <a:ea typeface="Arial"/>
                <a:cs typeface="Arial"/>
              </a:defRPr>
            </a:lvl6pPr>
            <a:lvl7pPr algn="ctr">
              <a:defRPr sz="1500" b="1">
                <a:solidFill>
                  <a:srgbClr val="000000"/>
                </a:solidFill>
                <a:latin typeface="Arial"/>
                <a:ea typeface="Arial"/>
                <a:cs typeface="Arial"/>
              </a:defRPr>
            </a:lvl7pPr>
            <a:lvl8pPr algn="ctr">
              <a:defRPr sz="1500" b="1">
                <a:solidFill>
                  <a:srgbClr val="000000"/>
                </a:solidFill>
                <a:latin typeface="Arial"/>
                <a:ea typeface="Arial"/>
                <a:cs typeface="Arial"/>
              </a:defRPr>
            </a:lvl8pPr>
            <a:lvl9pPr algn="ctr">
              <a:defRPr sz="1500" b="1">
                <a:solidFill>
                  <a:srgbClr val="000000"/>
                </a:solidFill>
                <a:latin typeface="Arial"/>
                <a:ea typeface="Arial"/>
                <a:cs typeface="Arial"/>
              </a:defRPr>
            </a:lvl9pPr>
          </a:lstStyle>
          <a:p xmlns:a="http://schemas.openxmlformats.org/drawingml/2006/main">
            <a:pPr algn="ctr">
              <a:defRPr sz="1500" b="1">
                <a:solidFill>
                  <a:srgbClr val="000000"/>
                </a:solidFill>
                <a:latin typeface="Arial"/>
                <a:ea typeface="Arial"/>
                <a:cs typeface="Arial"/>
              </a:defRPr>
            </a:pPr>
            <a:r>
              <a:rPr sz="1500" b="1">
                <a:solidFill>
                  <a:srgbClr val="000000"/>
                </a:solidFill>
                <a:latin typeface="Arial"/>
                <a:ea typeface="Arial"/>
                <a:cs typeface="Arial"/>
              </a:rPr>
              <a:t>A</a:t>
            </a:r>
          </a:p>
        </p:txBody>
      </p:sp>
      <p:sp>
        <p:nvSpPr>
          <p:cNvPr id="51" name="A exact d coordinate t12">
            <a:extLst xmlns:a="http://schemas.openxmlformats.org/drawingml/2006/main">
              <a:ext uri="{FF2B5EF4-FFF2-40B4-BE49-F238E27FC236}">
                <a16:creationId xmlns:a16="http://schemas.microsoft.com/office/drawing/2014/main" id="{B59126B6-28EC-4575-AE64-B28DC2B1395F}"/>
              </a:ext>
            </a:extLst>
          </p:cNvPr>
          <p:cNvSpPr>
            <a:spLocks xmlns:a="http://schemas.openxmlformats.org/drawingml/2006/main" noGrp="1"/>
          </p:cNvSpPr>
          <p:nvPr/>
        </p:nvSpPr>
        <p:spPr>
          <a:xfrm xmlns:a="http://schemas.openxmlformats.org/drawingml/2006/main">
            <a:off x="2460625" y="2790825"/>
            <a:ext cx="438150" cy="2190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350" b="0">
                <a:solidFill>
                  <a:srgbClr val="000000"/>
                </a:solidFill>
                <a:latin typeface="Arial"/>
                <a:ea typeface="Arial"/>
                <a:cs typeface="Arial"/>
              </a:defRPr>
            </a:defPPr>
            <a:lvl1pPr algn="ctr">
              <a:defRPr sz="1350" b="0">
                <a:solidFill>
                  <a:srgbClr val="000000"/>
                </a:solidFill>
                <a:latin typeface="Arial"/>
                <a:ea typeface="Arial"/>
                <a:cs typeface="Arial"/>
              </a:defRPr>
            </a:lvl1pPr>
            <a:lvl2pPr algn="ctr">
              <a:defRPr sz="1350" b="0">
                <a:solidFill>
                  <a:srgbClr val="000000"/>
                </a:solidFill>
                <a:latin typeface="Arial"/>
                <a:ea typeface="Arial"/>
                <a:cs typeface="Arial"/>
              </a:defRPr>
            </a:lvl2pPr>
            <a:lvl3pPr algn="ctr">
              <a:defRPr sz="1350" b="0">
                <a:solidFill>
                  <a:srgbClr val="000000"/>
                </a:solidFill>
                <a:latin typeface="Arial"/>
                <a:ea typeface="Arial"/>
                <a:cs typeface="Arial"/>
              </a:defRPr>
            </a:lvl3pPr>
            <a:lvl4pPr algn="ctr">
              <a:defRPr sz="1350" b="0">
                <a:solidFill>
                  <a:srgbClr val="000000"/>
                </a:solidFill>
                <a:latin typeface="Arial"/>
                <a:ea typeface="Arial"/>
                <a:cs typeface="Arial"/>
              </a:defRPr>
            </a:lvl4pPr>
            <a:lvl5pPr algn="ctr">
              <a:defRPr sz="1350" b="0">
                <a:solidFill>
                  <a:srgbClr val="000000"/>
                </a:solidFill>
                <a:latin typeface="Arial"/>
                <a:ea typeface="Arial"/>
                <a:cs typeface="Arial"/>
              </a:defRPr>
            </a:lvl5pPr>
            <a:lvl6pPr algn="ctr">
              <a:defRPr sz="1350" b="0">
                <a:solidFill>
                  <a:srgbClr val="000000"/>
                </a:solidFill>
                <a:latin typeface="Arial"/>
                <a:ea typeface="Arial"/>
                <a:cs typeface="Arial"/>
              </a:defRPr>
            </a:lvl6pPr>
            <a:lvl7pPr algn="ctr">
              <a:defRPr sz="1350" b="0">
                <a:solidFill>
                  <a:srgbClr val="000000"/>
                </a:solidFill>
                <a:latin typeface="Arial"/>
                <a:ea typeface="Arial"/>
                <a:cs typeface="Arial"/>
              </a:defRPr>
            </a:lvl7pPr>
            <a:lvl8pPr algn="ctr">
              <a:defRPr sz="1350" b="0">
                <a:solidFill>
                  <a:srgbClr val="000000"/>
                </a:solidFill>
                <a:latin typeface="Arial"/>
                <a:ea typeface="Arial"/>
                <a:cs typeface="Arial"/>
              </a:defRPr>
            </a:lvl8pPr>
            <a:lvl9pPr algn="ctr">
              <a:defRPr sz="1350" b="0">
                <a:solidFill>
                  <a:srgbClr val="000000"/>
                </a:solidFill>
                <a:latin typeface="Arial"/>
                <a:ea typeface="Arial"/>
                <a:cs typeface="Arial"/>
              </a:defRPr>
            </a:lvl9pPr>
          </a:lstStyle>
          <a:p xmlns:a="http://schemas.openxmlformats.org/drawingml/2006/main">
            <a:pPr algn="ctr">
              <a:defRPr sz="1350" b="0">
                <a:solidFill>
                  <a:srgbClr val="000000"/>
                </a:solidFill>
                <a:latin typeface="Arial"/>
                <a:ea typeface="Arial"/>
                <a:cs typeface="Arial"/>
              </a:defRPr>
            </a:pPr>
            <a:r>
              <a:rPr sz="1350" b="0">
                <a:solidFill>
                  <a:srgbClr val="000000"/>
                </a:solidFill>
                <a:latin typeface="Arial"/>
                <a:ea typeface="Arial"/>
                <a:cs typeface="Arial"/>
              </a:rPr>
              <a:t>20</a:t>
            </a:r>
          </a:p>
        </p:txBody>
      </p:sp>
      <p:sp>
        <p:nvSpPr>
          <p:cNvPr id="52" name="B matching d-axis marker t12">
            <a:extLst xmlns:a="http://schemas.openxmlformats.org/drawingml/2006/main">
              <a:ext uri="{FF2B5EF4-FFF2-40B4-BE49-F238E27FC236}">
                <a16:creationId xmlns:a16="http://schemas.microsoft.com/office/drawing/2014/main" id="{7620C5CB-4065-4DF6-87CE-4A6E29E32EB6}"/>
              </a:ext>
            </a:extLst>
          </p:cNvPr>
          <p:cNvSpPr>
            <a:spLocks xmlns:a="http://schemas.openxmlformats.org/drawingml/2006/main" noGrp="1"/>
          </p:cNvSpPr>
          <p:nvPr/>
        </p:nvSpPr>
        <p:spPr>
          <a:xfrm xmlns:a="http://schemas.openxmlformats.org/drawingml/2006/main">
            <a:off x="3018869" y="2399348"/>
            <a:ext cx="116205" cy="116205"/>
          </a:xfrm>
          <a:prstGeom xmlns:a="http://schemas.openxmlformats.org/drawingml/2006/main" prst="ellipse">
            <a:avLst/>
          </a:prstGeom>
          <a:solidFill xmlns:a="http://schemas.openxmlformats.org/drawingml/2006/main">
            <a:srgbClr val="FDE725"/>
          </a:solidFill>
          <a:ln xmlns:a="http://schemas.openxmlformats.org/drawingml/2006/main" w="19050">
            <a:solidFill>
              <a:srgbClr val="FDE725"/>
            </a:solidFill>
          </a:ln>
        </p:spPr>
      </p:sp>
      <p:sp>
        <p:nvSpPr>
          <p:cNvPr id="53" name="B">
            <a:extLst xmlns:a="http://schemas.openxmlformats.org/drawingml/2006/main">
              <a:ext uri="{FF2B5EF4-FFF2-40B4-BE49-F238E27FC236}">
                <a16:creationId xmlns:a16="http://schemas.microsoft.com/office/drawing/2014/main" id="{FA7B9963-3882-40C8-83CC-EF9A3FEFA817}"/>
              </a:ext>
            </a:extLst>
          </p:cNvPr>
          <p:cNvSpPr>
            <a:spLocks xmlns:a="http://schemas.openxmlformats.org/drawingml/2006/main" noGrp="1"/>
          </p:cNvSpPr>
          <p:nvPr/>
        </p:nvSpPr>
        <p:spPr>
          <a:xfrm xmlns:a="http://schemas.openxmlformats.org/drawingml/2006/main">
            <a:off x="2943622" y="2562225"/>
            <a:ext cx="26670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500" b="1">
                <a:solidFill>
                  <a:srgbClr val="000000"/>
                </a:solidFill>
                <a:latin typeface="Arial"/>
                <a:ea typeface="Arial"/>
                <a:cs typeface="Arial"/>
              </a:defRPr>
            </a:defPPr>
            <a:lvl1pPr algn="ctr">
              <a:defRPr sz="1500" b="1">
                <a:solidFill>
                  <a:srgbClr val="000000"/>
                </a:solidFill>
                <a:latin typeface="Arial"/>
                <a:ea typeface="Arial"/>
                <a:cs typeface="Arial"/>
              </a:defRPr>
            </a:lvl1pPr>
            <a:lvl2pPr algn="ctr">
              <a:defRPr sz="1500" b="1">
                <a:solidFill>
                  <a:srgbClr val="000000"/>
                </a:solidFill>
                <a:latin typeface="Arial"/>
                <a:ea typeface="Arial"/>
                <a:cs typeface="Arial"/>
              </a:defRPr>
            </a:lvl2pPr>
            <a:lvl3pPr algn="ctr">
              <a:defRPr sz="1500" b="1">
                <a:solidFill>
                  <a:srgbClr val="000000"/>
                </a:solidFill>
                <a:latin typeface="Arial"/>
                <a:ea typeface="Arial"/>
                <a:cs typeface="Arial"/>
              </a:defRPr>
            </a:lvl3pPr>
            <a:lvl4pPr algn="ctr">
              <a:defRPr sz="1500" b="1">
                <a:solidFill>
                  <a:srgbClr val="000000"/>
                </a:solidFill>
                <a:latin typeface="Arial"/>
                <a:ea typeface="Arial"/>
                <a:cs typeface="Arial"/>
              </a:defRPr>
            </a:lvl4pPr>
            <a:lvl5pPr algn="ctr">
              <a:defRPr sz="1500" b="1">
                <a:solidFill>
                  <a:srgbClr val="000000"/>
                </a:solidFill>
                <a:latin typeface="Arial"/>
                <a:ea typeface="Arial"/>
                <a:cs typeface="Arial"/>
              </a:defRPr>
            </a:lvl5pPr>
            <a:lvl6pPr algn="ctr">
              <a:defRPr sz="1500" b="1">
                <a:solidFill>
                  <a:srgbClr val="000000"/>
                </a:solidFill>
                <a:latin typeface="Arial"/>
                <a:ea typeface="Arial"/>
                <a:cs typeface="Arial"/>
              </a:defRPr>
            </a:lvl6pPr>
            <a:lvl7pPr algn="ctr">
              <a:defRPr sz="1500" b="1">
                <a:solidFill>
                  <a:srgbClr val="000000"/>
                </a:solidFill>
                <a:latin typeface="Arial"/>
                <a:ea typeface="Arial"/>
                <a:cs typeface="Arial"/>
              </a:defRPr>
            </a:lvl7pPr>
            <a:lvl8pPr algn="ctr">
              <a:defRPr sz="1500" b="1">
                <a:solidFill>
                  <a:srgbClr val="000000"/>
                </a:solidFill>
                <a:latin typeface="Arial"/>
                <a:ea typeface="Arial"/>
                <a:cs typeface="Arial"/>
              </a:defRPr>
            </a:lvl8pPr>
            <a:lvl9pPr algn="ctr">
              <a:defRPr sz="1500" b="1">
                <a:solidFill>
                  <a:srgbClr val="000000"/>
                </a:solidFill>
                <a:latin typeface="Arial"/>
                <a:ea typeface="Arial"/>
                <a:cs typeface="Arial"/>
              </a:defRPr>
            </a:lvl9pPr>
          </a:lstStyle>
          <a:p xmlns:a="http://schemas.openxmlformats.org/drawingml/2006/main">
            <a:pPr algn="ctr">
              <a:defRPr sz="1500" b="1">
                <a:solidFill>
                  <a:srgbClr val="000000"/>
                </a:solidFill>
                <a:latin typeface="Arial"/>
                <a:ea typeface="Arial"/>
                <a:cs typeface="Arial"/>
              </a:defRPr>
            </a:pPr>
            <a:r>
              <a:rPr sz="1500" b="1">
                <a:solidFill>
                  <a:srgbClr val="000000"/>
                </a:solidFill>
                <a:latin typeface="Arial"/>
                <a:ea typeface="Arial"/>
                <a:cs typeface="Arial"/>
              </a:rPr>
              <a:t>B</a:t>
            </a:r>
          </a:p>
        </p:txBody>
      </p:sp>
      <p:sp>
        <p:nvSpPr>
          <p:cNvPr id="54" name="B exact d coordinate t12">
            <a:extLst xmlns:a="http://schemas.openxmlformats.org/drawingml/2006/main">
              <a:ext uri="{FF2B5EF4-FFF2-40B4-BE49-F238E27FC236}">
                <a16:creationId xmlns:a16="http://schemas.microsoft.com/office/drawing/2014/main" id="{16DC8A7E-D4AC-4A64-82FC-5A586BE62A10}"/>
              </a:ext>
            </a:extLst>
          </p:cNvPr>
          <p:cNvSpPr>
            <a:spLocks xmlns:a="http://schemas.openxmlformats.org/drawingml/2006/main" noGrp="1"/>
          </p:cNvSpPr>
          <p:nvPr/>
        </p:nvSpPr>
        <p:spPr>
          <a:xfrm xmlns:a="http://schemas.openxmlformats.org/drawingml/2006/main">
            <a:off x="2857897" y="2790825"/>
            <a:ext cx="438150" cy="2190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350" b="0">
                <a:solidFill>
                  <a:srgbClr val="000000"/>
                </a:solidFill>
                <a:latin typeface="Arial"/>
                <a:ea typeface="Arial"/>
                <a:cs typeface="Arial"/>
              </a:defRPr>
            </a:defPPr>
            <a:lvl1pPr algn="ctr">
              <a:defRPr sz="1350" b="0">
                <a:solidFill>
                  <a:srgbClr val="000000"/>
                </a:solidFill>
                <a:latin typeface="Arial"/>
                <a:ea typeface="Arial"/>
                <a:cs typeface="Arial"/>
              </a:defRPr>
            </a:lvl1pPr>
            <a:lvl2pPr algn="ctr">
              <a:defRPr sz="1350" b="0">
                <a:solidFill>
                  <a:srgbClr val="000000"/>
                </a:solidFill>
                <a:latin typeface="Arial"/>
                <a:ea typeface="Arial"/>
                <a:cs typeface="Arial"/>
              </a:defRPr>
            </a:lvl2pPr>
            <a:lvl3pPr algn="ctr">
              <a:defRPr sz="1350" b="0">
                <a:solidFill>
                  <a:srgbClr val="000000"/>
                </a:solidFill>
                <a:latin typeface="Arial"/>
                <a:ea typeface="Arial"/>
                <a:cs typeface="Arial"/>
              </a:defRPr>
            </a:lvl3pPr>
            <a:lvl4pPr algn="ctr">
              <a:defRPr sz="1350" b="0">
                <a:solidFill>
                  <a:srgbClr val="000000"/>
                </a:solidFill>
                <a:latin typeface="Arial"/>
                <a:ea typeface="Arial"/>
                <a:cs typeface="Arial"/>
              </a:defRPr>
            </a:lvl4pPr>
            <a:lvl5pPr algn="ctr">
              <a:defRPr sz="1350" b="0">
                <a:solidFill>
                  <a:srgbClr val="000000"/>
                </a:solidFill>
                <a:latin typeface="Arial"/>
                <a:ea typeface="Arial"/>
                <a:cs typeface="Arial"/>
              </a:defRPr>
            </a:lvl5pPr>
            <a:lvl6pPr algn="ctr">
              <a:defRPr sz="1350" b="0">
                <a:solidFill>
                  <a:srgbClr val="000000"/>
                </a:solidFill>
                <a:latin typeface="Arial"/>
                <a:ea typeface="Arial"/>
                <a:cs typeface="Arial"/>
              </a:defRPr>
            </a:lvl6pPr>
            <a:lvl7pPr algn="ctr">
              <a:defRPr sz="1350" b="0">
                <a:solidFill>
                  <a:srgbClr val="000000"/>
                </a:solidFill>
                <a:latin typeface="Arial"/>
                <a:ea typeface="Arial"/>
                <a:cs typeface="Arial"/>
              </a:defRPr>
            </a:lvl7pPr>
            <a:lvl8pPr algn="ctr">
              <a:defRPr sz="1350" b="0">
                <a:solidFill>
                  <a:srgbClr val="000000"/>
                </a:solidFill>
                <a:latin typeface="Arial"/>
                <a:ea typeface="Arial"/>
                <a:cs typeface="Arial"/>
              </a:defRPr>
            </a:lvl8pPr>
            <a:lvl9pPr algn="ctr">
              <a:defRPr sz="1350" b="0">
                <a:solidFill>
                  <a:srgbClr val="000000"/>
                </a:solidFill>
                <a:latin typeface="Arial"/>
                <a:ea typeface="Arial"/>
                <a:cs typeface="Arial"/>
              </a:defRPr>
            </a:lvl9pPr>
          </a:lstStyle>
          <a:p xmlns:a="http://schemas.openxmlformats.org/drawingml/2006/main">
            <a:pPr algn="ctr">
              <a:defRPr sz="1350" b="0">
                <a:solidFill>
                  <a:srgbClr val="000000"/>
                </a:solidFill>
                <a:latin typeface="Arial"/>
                <a:ea typeface="Arial"/>
                <a:cs typeface="Arial"/>
              </a:defRPr>
            </a:pPr>
            <a:r>
              <a:rPr sz="1350" b="0">
                <a:solidFill>
                  <a:srgbClr val="000000"/>
                </a:solidFill>
                <a:latin typeface="Arial"/>
                <a:ea typeface="Arial"/>
                <a:cs typeface="Arial"/>
              </a:rPr>
              <a:t>47.5</a:t>
            </a:r>
          </a:p>
        </p:txBody>
      </p:sp>
      <p:sp>
        <p:nvSpPr>
          <p:cNvPr id="55" name="C matching d-axis marker t12">
            <a:extLst xmlns:a="http://schemas.openxmlformats.org/drawingml/2006/main">
              <a:ext uri="{FF2B5EF4-FFF2-40B4-BE49-F238E27FC236}">
                <a16:creationId xmlns:a16="http://schemas.microsoft.com/office/drawing/2014/main" id="{A500D364-947D-41B9-9CCC-5BA5C2D1A7EE}"/>
              </a:ext>
            </a:extLst>
          </p:cNvPr>
          <p:cNvSpPr>
            <a:spLocks xmlns:a="http://schemas.openxmlformats.org/drawingml/2006/main" noGrp="1"/>
          </p:cNvSpPr>
          <p:nvPr/>
        </p:nvSpPr>
        <p:spPr>
          <a:xfrm xmlns:a="http://schemas.openxmlformats.org/drawingml/2006/main">
            <a:off x="3761105" y="2383155"/>
            <a:ext cx="148590" cy="148590"/>
          </a:xfrm>
          <a:prstGeom xmlns:a="http://schemas.openxmlformats.org/drawingml/2006/main" prst="ellipse">
            <a:avLst/>
          </a:prstGeom>
          <a:solidFill xmlns:a="http://schemas.openxmlformats.org/drawingml/2006/main">
            <a:srgbClr val="D9E219"/>
          </a:solidFill>
          <a:ln xmlns:a="http://schemas.openxmlformats.org/drawingml/2006/main" w="19050">
            <a:solidFill>
              <a:srgbClr val="D9E219"/>
            </a:solidFill>
          </a:ln>
        </p:spPr>
      </p:sp>
      <p:sp>
        <p:nvSpPr>
          <p:cNvPr id="56" name="C">
            <a:extLst xmlns:a="http://schemas.openxmlformats.org/drawingml/2006/main">
              <a:ext uri="{FF2B5EF4-FFF2-40B4-BE49-F238E27FC236}">
                <a16:creationId xmlns:a16="http://schemas.microsoft.com/office/drawing/2014/main" id="{DD9A8F90-D671-4D87-A0D5-706890ECA373}"/>
              </a:ext>
            </a:extLst>
          </p:cNvPr>
          <p:cNvSpPr>
            <a:spLocks xmlns:a="http://schemas.openxmlformats.org/drawingml/2006/main" noGrp="1"/>
          </p:cNvSpPr>
          <p:nvPr/>
        </p:nvSpPr>
        <p:spPr>
          <a:xfrm xmlns:a="http://schemas.openxmlformats.org/drawingml/2006/main">
            <a:off x="3702050" y="2562225"/>
            <a:ext cx="26670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500" b="1">
                <a:solidFill>
                  <a:srgbClr val="000000"/>
                </a:solidFill>
                <a:latin typeface="Arial"/>
                <a:ea typeface="Arial"/>
                <a:cs typeface="Arial"/>
              </a:defRPr>
            </a:defPPr>
            <a:lvl1pPr algn="ctr">
              <a:defRPr sz="1500" b="1">
                <a:solidFill>
                  <a:srgbClr val="000000"/>
                </a:solidFill>
                <a:latin typeface="Arial"/>
                <a:ea typeface="Arial"/>
                <a:cs typeface="Arial"/>
              </a:defRPr>
            </a:lvl1pPr>
            <a:lvl2pPr algn="ctr">
              <a:defRPr sz="1500" b="1">
                <a:solidFill>
                  <a:srgbClr val="000000"/>
                </a:solidFill>
                <a:latin typeface="Arial"/>
                <a:ea typeface="Arial"/>
                <a:cs typeface="Arial"/>
              </a:defRPr>
            </a:lvl2pPr>
            <a:lvl3pPr algn="ctr">
              <a:defRPr sz="1500" b="1">
                <a:solidFill>
                  <a:srgbClr val="000000"/>
                </a:solidFill>
                <a:latin typeface="Arial"/>
                <a:ea typeface="Arial"/>
                <a:cs typeface="Arial"/>
              </a:defRPr>
            </a:lvl3pPr>
            <a:lvl4pPr algn="ctr">
              <a:defRPr sz="1500" b="1">
                <a:solidFill>
                  <a:srgbClr val="000000"/>
                </a:solidFill>
                <a:latin typeface="Arial"/>
                <a:ea typeface="Arial"/>
                <a:cs typeface="Arial"/>
              </a:defRPr>
            </a:lvl4pPr>
            <a:lvl5pPr algn="ctr">
              <a:defRPr sz="1500" b="1">
                <a:solidFill>
                  <a:srgbClr val="000000"/>
                </a:solidFill>
                <a:latin typeface="Arial"/>
                <a:ea typeface="Arial"/>
                <a:cs typeface="Arial"/>
              </a:defRPr>
            </a:lvl5pPr>
            <a:lvl6pPr algn="ctr">
              <a:defRPr sz="1500" b="1">
                <a:solidFill>
                  <a:srgbClr val="000000"/>
                </a:solidFill>
                <a:latin typeface="Arial"/>
                <a:ea typeface="Arial"/>
                <a:cs typeface="Arial"/>
              </a:defRPr>
            </a:lvl6pPr>
            <a:lvl7pPr algn="ctr">
              <a:defRPr sz="1500" b="1">
                <a:solidFill>
                  <a:srgbClr val="000000"/>
                </a:solidFill>
                <a:latin typeface="Arial"/>
                <a:ea typeface="Arial"/>
                <a:cs typeface="Arial"/>
              </a:defRPr>
            </a:lvl7pPr>
            <a:lvl8pPr algn="ctr">
              <a:defRPr sz="1500" b="1">
                <a:solidFill>
                  <a:srgbClr val="000000"/>
                </a:solidFill>
                <a:latin typeface="Arial"/>
                <a:ea typeface="Arial"/>
                <a:cs typeface="Arial"/>
              </a:defRPr>
            </a:lvl8pPr>
            <a:lvl9pPr algn="ctr">
              <a:defRPr sz="1500" b="1">
                <a:solidFill>
                  <a:srgbClr val="000000"/>
                </a:solidFill>
                <a:latin typeface="Arial"/>
                <a:ea typeface="Arial"/>
                <a:cs typeface="Arial"/>
              </a:defRPr>
            </a:lvl9pPr>
          </a:lstStyle>
          <a:p xmlns:a="http://schemas.openxmlformats.org/drawingml/2006/main">
            <a:pPr algn="ctr">
              <a:defRPr sz="1500" b="1">
                <a:solidFill>
                  <a:srgbClr val="000000"/>
                </a:solidFill>
                <a:latin typeface="Arial"/>
                <a:ea typeface="Arial"/>
                <a:cs typeface="Arial"/>
              </a:defRPr>
            </a:pPr>
            <a:r>
              <a:rPr sz="1500" b="1">
                <a:solidFill>
                  <a:srgbClr val="000000"/>
                </a:solidFill>
                <a:latin typeface="Arial"/>
                <a:ea typeface="Arial"/>
                <a:cs typeface="Arial"/>
              </a:rPr>
              <a:t>C</a:t>
            </a:r>
          </a:p>
        </p:txBody>
      </p:sp>
      <p:sp>
        <p:nvSpPr>
          <p:cNvPr id="57" name="C exact d coordinate t12">
            <a:extLst xmlns:a="http://schemas.openxmlformats.org/drawingml/2006/main">
              <a:ext uri="{FF2B5EF4-FFF2-40B4-BE49-F238E27FC236}">
                <a16:creationId xmlns:a16="http://schemas.microsoft.com/office/drawing/2014/main" id="{8A17F15E-6BF5-458C-BCB9-F09E4C470247}"/>
              </a:ext>
            </a:extLst>
          </p:cNvPr>
          <p:cNvSpPr>
            <a:spLocks xmlns:a="http://schemas.openxmlformats.org/drawingml/2006/main" noGrp="1"/>
          </p:cNvSpPr>
          <p:nvPr/>
        </p:nvSpPr>
        <p:spPr>
          <a:xfrm xmlns:a="http://schemas.openxmlformats.org/drawingml/2006/main">
            <a:off x="3616325" y="2790825"/>
            <a:ext cx="438150" cy="2190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350" b="0">
                <a:solidFill>
                  <a:srgbClr val="000000"/>
                </a:solidFill>
                <a:latin typeface="Arial"/>
                <a:ea typeface="Arial"/>
                <a:cs typeface="Arial"/>
              </a:defRPr>
            </a:defPPr>
            <a:lvl1pPr algn="ctr">
              <a:defRPr sz="1350" b="0">
                <a:solidFill>
                  <a:srgbClr val="000000"/>
                </a:solidFill>
                <a:latin typeface="Arial"/>
                <a:ea typeface="Arial"/>
                <a:cs typeface="Arial"/>
              </a:defRPr>
            </a:lvl1pPr>
            <a:lvl2pPr algn="ctr">
              <a:defRPr sz="1350" b="0">
                <a:solidFill>
                  <a:srgbClr val="000000"/>
                </a:solidFill>
                <a:latin typeface="Arial"/>
                <a:ea typeface="Arial"/>
                <a:cs typeface="Arial"/>
              </a:defRPr>
            </a:lvl2pPr>
            <a:lvl3pPr algn="ctr">
              <a:defRPr sz="1350" b="0">
                <a:solidFill>
                  <a:srgbClr val="000000"/>
                </a:solidFill>
                <a:latin typeface="Arial"/>
                <a:ea typeface="Arial"/>
                <a:cs typeface="Arial"/>
              </a:defRPr>
            </a:lvl3pPr>
            <a:lvl4pPr algn="ctr">
              <a:defRPr sz="1350" b="0">
                <a:solidFill>
                  <a:srgbClr val="000000"/>
                </a:solidFill>
                <a:latin typeface="Arial"/>
                <a:ea typeface="Arial"/>
                <a:cs typeface="Arial"/>
              </a:defRPr>
            </a:lvl4pPr>
            <a:lvl5pPr algn="ctr">
              <a:defRPr sz="1350" b="0">
                <a:solidFill>
                  <a:srgbClr val="000000"/>
                </a:solidFill>
                <a:latin typeface="Arial"/>
                <a:ea typeface="Arial"/>
                <a:cs typeface="Arial"/>
              </a:defRPr>
            </a:lvl5pPr>
            <a:lvl6pPr algn="ctr">
              <a:defRPr sz="1350" b="0">
                <a:solidFill>
                  <a:srgbClr val="000000"/>
                </a:solidFill>
                <a:latin typeface="Arial"/>
                <a:ea typeface="Arial"/>
                <a:cs typeface="Arial"/>
              </a:defRPr>
            </a:lvl6pPr>
            <a:lvl7pPr algn="ctr">
              <a:defRPr sz="1350" b="0">
                <a:solidFill>
                  <a:srgbClr val="000000"/>
                </a:solidFill>
                <a:latin typeface="Arial"/>
                <a:ea typeface="Arial"/>
                <a:cs typeface="Arial"/>
              </a:defRPr>
            </a:lvl7pPr>
            <a:lvl8pPr algn="ctr">
              <a:defRPr sz="1350" b="0">
                <a:solidFill>
                  <a:srgbClr val="000000"/>
                </a:solidFill>
                <a:latin typeface="Arial"/>
                <a:ea typeface="Arial"/>
                <a:cs typeface="Arial"/>
              </a:defRPr>
            </a:lvl8pPr>
            <a:lvl9pPr algn="ctr">
              <a:defRPr sz="1350" b="0">
                <a:solidFill>
                  <a:srgbClr val="000000"/>
                </a:solidFill>
                <a:latin typeface="Arial"/>
                <a:ea typeface="Arial"/>
                <a:cs typeface="Arial"/>
              </a:defRPr>
            </a:lvl9pPr>
          </a:lstStyle>
          <a:p xmlns:a="http://schemas.openxmlformats.org/drawingml/2006/main">
            <a:pPr algn="ctr">
              <a:defRPr sz="1350" b="0">
                <a:solidFill>
                  <a:srgbClr val="000000"/>
                </a:solidFill>
                <a:latin typeface="Arial"/>
                <a:ea typeface="Arial"/>
                <a:cs typeface="Arial"/>
              </a:defRPr>
            </a:pPr>
            <a:r>
              <a:rPr sz="1350" b="0">
                <a:solidFill>
                  <a:srgbClr val="000000"/>
                </a:solidFill>
                <a:latin typeface="Arial"/>
                <a:ea typeface="Arial"/>
                <a:cs typeface="Arial"/>
              </a:rPr>
              <a:t>100</a:t>
            </a:r>
          </a:p>
        </p:txBody>
      </p:sp>
      <p:sp>
        <p:nvSpPr>
          <p:cNvPr id="58" name="t = 25">
            <a:extLst xmlns:a="http://schemas.openxmlformats.org/drawingml/2006/main">
              <a:ext uri="{FF2B5EF4-FFF2-40B4-BE49-F238E27FC236}">
                <a16:creationId xmlns:a16="http://schemas.microsoft.com/office/drawing/2014/main" id="{C0FFAA62-7CD2-4C7E-AA62-F5358CF10E3D}"/>
              </a:ext>
            </a:extLst>
          </p:cNvPr>
          <p:cNvSpPr>
            <a:spLocks xmlns:a="http://schemas.openxmlformats.org/drawingml/2006/main" noGrp="1"/>
          </p:cNvSpPr>
          <p:nvPr/>
        </p:nvSpPr>
        <p:spPr>
          <a:xfrm xmlns:a="http://schemas.openxmlformats.org/drawingml/2006/main">
            <a:off x="4352925" y="285750"/>
            <a:ext cx="17335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500" b="1">
                <a:solidFill>
                  <a:srgbClr val="000000"/>
                </a:solidFill>
                <a:latin typeface="Arial"/>
                <a:ea typeface="Arial"/>
                <a:cs typeface="Arial"/>
              </a:defRPr>
            </a:defPPr>
            <a:lvl1pPr algn="ctr">
              <a:defRPr sz="1500" b="1">
                <a:solidFill>
                  <a:srgbClr val="000000"/>
                </a:solidFill>
                <a:latin typeface="Arial"/>
                <a:ea typeface="Arial"/>
                <a:cs typeface="Arial"/>
              </a:defRPr>
            </a:lvl1pPr>
            <a:lvl2pPr algn="ctr">
              <a:defRPr sz="1500" b="1">
                <a:solidFill>
                  <a:srgbClr val="000000"/>
                </a:solidFill>
                <a:latin typeface="Arial"/>
                <a:ea typeface="Arial"/>
                <a:cs typeface="Arial"/>
              </a:defRPr>
            </a:lvl2pPr>
            <a:lvl3pPr algn="ctr">
              <a:defRPr sz="1500" b="1">
                <a:solidFill>
                  <a:srgbClr val="000000"/>
                </a:solidFill>
                <a:latin typeface="Arial"/>
                <a:ea typeface="Arial"/>
                <a:cs typeface="Arial"/>
              </a:defRPr>
            </a:lvl3pPr>
            <a:lvl4pPr algn="ctr">
              <a:defRPr sz="1500" b="1">
                <a:solidFill>
                  <a:srgbClr val="000000"/>
                </a:solidFill>
                <a:latin typeface="Arial"/>
                <a:ea typeface="Arial"/>
                <a:cs typeface="Arial"/>
              </a:defRPr>
            </a:lvl4pPr>
            <a:lvl5pPr algn="ctr">
              <a:defRPr sz="1500" b="1">
                <a:solidFill>
                  <a:srgbClr val="000000"/>
                </a:solidFill>
                <a:latin typeface="Arial"/>
                <a:ea typeface="Arial"/>
                <a:cs typeface="Arial"/>
              </a:defRPr>
            </a:lvl5pPr>
            <a:lvl6pPr algn="ctr">
              <a:defRPr sz="1500" b="1">
                <a:solidFill>
                  <a:srgbClr val="000000"/>
                </a:solidFill>
                <a:latin typeface="Arial"/>
                <a:ea typeface="Arial"/>
                <a:cs typeface="Arial"/>
              </a:defRPr>
            </a:lvl6pPr>
            <a:lvl7pPr algn="ctr">
              <a:defRPr sz="1500" b="1">
                <a:solidFill>
                  <a:srgbClr val="000000"/>
                </a:solidFill>
                <a:latin typeface="Arial"/>
                <a:ea typeface="Arial"/>
                <a:cs typeface="Arial"/>
              </a:defRPr>
            </a:lvl7pPr>
            <a:lvl8pPr algn="ctr">
              <a:defRPr sz="1500" b="1">
                <a:solidFill>
                  <a:srgbClr val="000000"/>
                </a:solidFill>
                <a:latin typeface="Arial"/>
                <a:ea typeface="Arial"/>
                <a:cs typeface="Arial"/>
              </a:defRPr>
            </a:lvl8pPr>
            <a:lvl9pPr algn="ctr">
              <a:defRPr sz="1500" b="1">
                <a:solidFill>
                  <a:srgbClr val="000000"/>
                </a:solidFill>
                <a:latin typeface="Arial"/>
                <a:ea typeface="Arial"/>
                <a:cs typeface="Arial"/>
              </a:defRPr>
            </a:lvl9pPr>
          </a:lstStyle>
          <a:p xmlns:a="http://schemas.openxmlformats.org/drawingml/2006/main">
            <a:pPr algn="ctr">
              <a:defRPr sz="1500" b="1">
                <a:solidFill>
                  <a:srgbClr val="000000"/>
                </a:solidFill>
                <a:latin typeface="Arial"/>
                <a:ea typeface="Arial"/>
                <a:cs typeface="Arial"/>
              </a:defRPr>
            </a:pPr>
            <a:r>
              <a:rPr sz="1500" b="1">
                <a:solidFill>
                  <a:srgbClr val="000000"/>
                </a:solidFill>
                <a:latin typeface="Arial"/>
                <a:ea typeface="Arial"/>
                <a:cs typeface="Arial"/>
              </a:rPr>
              <a:t>t = 25</a:t>
            </a:r>
          </a:p>
        </p:txBody>
      </p:sp>
      <p:pic>
        <p:nvPicPr>
          <p:cNvPr id="59" name="">
            <a:extLst xmlns:a="http://schemas.openxmlformats.org/drawingml/2006/main">
              <a:ext uri="{FF2B5EF4-FFF2-40B4-BE49-F238E27FC236}">
                <a16:creationId xmlns:a16="http://schemas.microsoft.com/office/drawing/2014/main" id="{6B6DA6A1-CB07-4145-882A-A0D804157A29}"/>
              </a:ext>
            </a:extLst>
          </p:cNvPr>
          <p:cNvPicPr>
            <a:picLocks xmlns:a="http://schemas.openxmlformats.org/drawingml/2006/main" noChangeAspect="1"/>
          </p:cNvPicPr>
          <p:nvPr/>
        </p:nvPicPr>
        <p:blipFill>
          <a:blip xmlns:r="http://schemas.openxmlformats.org/officeDocument/2006/relationships" xmlns:a="http://schemas.openxmlformats.org/drawingml/2006/main" r:embed="R0a2037ce2a8e4216"/>
          <a:stretch xmlns:a="http://schemas.openxmlformats.org/drawingml/2006/main"/>
        </p:blipFill>
        <p:spPr>
          <a:xfrm xmlns:a="http://schemas.openxmlformats.org/drawingml/2006/main">
            <a:off x="4352925" y="552450"/>
            <a:ext cx="1733550" cy="1733550"/>
          </a:xfrm>
          <a:prstGeom xmlns:a="http://schemas.openxmlformats.org/drawingml/2006/main" prst="rect">
            <a:avLst/>
          </a:prstGeom>
        </p:spPr>
      </p:pic>
      <p:sp>
        <p:nvSpPr>
          <p:cNvPr id="60" name="Scientific domain frame">
            <a:extLst xmlns:a="http://schemas.openxmlformats.org/drawingml/2006/main">
              <a:ext uri="{FF2B5EF4-FFF2-40B4-BE49-F238E27FC236}">
                <a16:creationId xmlns:a16="http://schemas.microsoft.com/office/drawing/2014/main" id="{3247CE8F-185B-4457-A29A-C782B155F2C3}"/>
              </a:ext>
            </a:extLst>
          </p:cNvPr>
          <p:cNvSpPr>
            <a:spLocks xmlns:a="http://schemas.openxmlformats.org/drawingml/2006/main" noGrp="1"/>
          </p:cNvSpPr>
          <p:nvPr/>
        </p:nvSpPr>
        <p:spPr>
          <a:xfrm xmlns:a="http://schemas.openxmlformats.org/drawingml/2006/main">
            <a:off x="4352925" y="552450"/>
            <a:ext cx="1733550" cy="1733550"/>
          </a:xfrm>
          <a:prstGeom xmlns:a="http://schemas.openxmlformats.org/drawingml/2006/main" prst="rect">
            <a:avLst/>
          </a:prstGeom>
          <a:noFill xmlns:a="http://schemas.openxmlformats.org/drawingml/2006/main"/>
          <a:ln xmlns:a="http://schemas.openxmlformats.org/drawingml/2006/main" w="7620">
            <a:solidFill>
              <a:srgbClr val="000000"/>
            </a:solidFill>
          </a:ln>
        </p:spPr>
      </p:sp>
      <p:sp>
        <p:nvSpPr>
          <p:cNvPr id="61" name="A source-to-d projection t25">
            <a:extLst xmlns:a="http://schemas.openxmlformats.org/drawingml/2006/main">
              <a:ext uri="{FF2B5EF4-FFF2-40B4-BE49-F238E27FC236}">
                <a16:creationId xmlns:a16="http://schemas.microsoft.com/office/drawing/2014/main" id="{24E12C18-1AEA-42C4-8360-5D30FDED12EE}"/>
              </a:ext>
            </a:extLst>
          </p:cNvPr>
          <p:cNvSpPr>
            <a:spLocks xmlns:a="http://schemas.openxmlformats.org/drawingml/2006/main" noGrp="1"/>
          </p:cNvSpPr>
          <p:nvPr/>
        </p:nvSpPr>
        <p:spPr>
          <a:xfrm xmlns:a="http://schemas.openxmlformats.org/drawingml/2006/main">
            <a:off x="4641850" y="2038985"/>
            <a:ext cx="95" cy="376555"/>
          </a:xfrm>
          <a:custGeom xmlns:a="http://schemas.openxmlformats.org/drawingml/2006/main">
            <a:pathLst>
              <a:path w="95" h="490855">
                <a:moveTo>
                  <a:pt x="0" y="0"/>
                </a:moveTo>
                <a:lnTo>
                  <a:pt x="0" y="490855"/>
                </a:lnTo>
              </a:path>
            </a:pathLst>
          </a:custGeom>
          <a:noFill xmlns:a="http://schemas.openxmlformats.org/drawingml/2006/main"/>
          <a:ln xmlns:a="http://schemas.openxmlformats.org/drawingml/2006/main" w="11906">
            <a:solidFill>
              <a:srgbClr val="000000"/>
            </a:solidFill>
            <a:prstDash val="dash"/>
          </a:ln>
        </p:spPr>
      </p:sp>
      <p:sp>
        <p:nvSpPr>
          <p:cNvPr id="62" name="B source-to-d projection t25">
            <a:extLst xmlns:a="http://schemas.openxmlformats.org/drawingml/2006/main">
              <a:ext uri="{FF2B5EF4-FFF2-40B4-BE49-F238E27FC236}">
                <a16:creationId xmlns:a16="http://schemas.microsoft.com/office/drawing/2014/main" id="{26092C2F-B075-46C4-91D6-CE020C6A0CCE}"/>
              </a:ext>
            </a:extLst>
          </p:cNvPr>
          <p:cNvSpPr>
            <a:spLocks xmlns:a="http://schemas.openxmlformats.org/drawingml/2006/main" noGrp="1"/>
          </p:cNvSpPr>
          <p:nvPr/>
        </p:nvSpPr>
        <p:spPr>
          <a:xfrm xmlns:a="http://schemas.openxmlformats.org/drawingml/2006/main">
            <a:off x="5161915" y="1419543"/>
            <a:ext cx="95" cy="979805"/>
          </a:xfrm>
          <a:custGeom xmlns:a="http://schemas.openxmlformats.org/drawingml/2006/main">
            <a:pathLst>
              <a:path w="95" h="1094105">
                <a:moveTo>
                  <a:pt x="0" y="0"/>
                </a:moveTo>
                <a:lnTo>
                  <a:pt x="0" y="1094105"/>
                </a:lnTo>
              </a:path>
            </a:pathLst>
          </a:custGeom>
          <a:noFill xmlns:a="http://schemas.openxmlformats.org/drawingml/2006/main"/>
          <a:ln xmlns:a="http://schemas.openxmlformats.org/drawingml/2006/main" w="11906">
            <a:solidFill>
              <a:srgbClr val="000000"/>
            </a:solidFill>
            <a:prstDash val="dash"/>
          </a:ln>
        </p:spPr>
      </p:sp>
      <p:sp>
        <p:nvSpPr>
          <p:cNvPr id="63" name="C source-to-d projection t25">
            <a:extLst xmlns:a="http://schemas.openxmlformats.org/drawingml/2006/main">
              <a:ext uri="{FF2B5EF4-FFF2-40B4-BE49-F238E27FC236}">
                <a16:creationId xmlns:a16="http://schemas.microsoft.com/office/drawing/2014/main" id="{56CD667A-A20C-433C-972F-13FDC83BC859}"/>
              </a:ext>
            </a:extLst>
          </p:cNvPr>
          <p:cNvSpPr>
            <a:spLocks xmlns:a="http://schemas.openxmlformats.org/drawingml/2006/main" noGrp="1"/>
          </p:cNvSpPr>
          <p:nvPr/>
        </p:nvSpPr>
        <p:spPr>
          <a:xfrm xmlns:a="http://schemas.openxmlformats.org/drawingml/2006/main">
            <a:off x="5797550" y="915670"/>
            <a:ext cx="95" cy="1467485"/>
          </a:xfrm>
          <a:custGeom xmlns:a="http://schemas.openxmlformats.org/drawingml/2006/main">
            <a:pathLst>
              <a:path w="95" h="1581785">
                <a:moveTo>
                  <a:pt x="0" y="0"/>
                </a:moveTo>
                <a:lnTo>
                  <a:pt x="0" y="1581785"/>
                </a:lnTo>
              </a:path>
            </a:pathLst>
          </a:custGeom>
          <a:noFill xmlns:a="http://schemas.openxmlformats.org/drawingml/2006/main"/>
          <a:ln xmlns:a="http://schemas.openxmlformats.org/drawingml/2006/main" w="11906">
            <a:solidFill>
              <a:srgbClr val="000000"/>
            </a:solidFill>
            <a:prstDash val="dash"/>
          </a:ln>
        </p:spPr>
      </p:sp>
      <p:sp>
        <p:nvSpPr>
          <p:cNvPr id="64" name="A source identity marker t25">
            <a:extLst xmlns:a="http://schemas.openxmlformats.org/drawingml/2006/main">
              <a:ext uri="{FF2B5EF4-FFF2-40B4-BE49-F238E27FC236}">
                <a16:creationId xmlns:a16="http://schemas.microsoft.com/office/drawing/2014/main" id="{3DFD2DE1-F014-487E-9AE5-A30C2FC4C48D}"/>
              </a:ext>
            </a:extLst>
          </p:cNvPr>
          <p:cNvSpPr>
            <a:spLocks xmlns:a="http://schemas.openxmlformats.org/drawingml/2006/main" noGrp="1"/>
          </p:cNvSpPr>
          <p:nvPr/>
        </p:nvSpPr>
        <p:spPr>
          <a:xfrm xmlns:a="http://schemas.openxmlformats.org/drawingml/2006/main">
            <a:off x="4599940" y="1955165"/>
            <a:ext cx="83820" cy="83820"/>
          </a:xfrm>
          <a:prstGeom xmlns:a="http://schemas.openxmlformats.org/drawingml/2006/main" prst="ellipse">
            <a:avLst/>
          </a:prstGeom>
          <a:noFill xmlns:a="http://schemas.openxmlformats.org/drawingml/2006/main"/>
          <a:ln xmlns:a="http://schemas.openxmlformats.org/drawingml/2006/main" w="19050">
            <a:solidFill>
              <a:srgbClr val="ECE51B"/>
            </a:solidFill>
          </a:ln>
        </p:spPr>
      </p:sp>
      <p:sp>
        <p:nvSpPr>
          <p:cNvPr id="65" name="A black source label t25">
            <a:extLst xmlns:a="http://schemas.openxmlformats.org/drawingml/2006/main">
              <a:ext uri="{FF2B5EF4-FFF2-40B4-BE49-F238E27FC236}">
                <a16:creationId xmlns:a16="http://schemas.microsoft.com/office/drawing/2014/main" id="{C0669B35-FF11-4B7C-B457-A0498C877D24}"/>
              </a:ext>
            </a:extLst>
          </p:cNvPr>
          <p:cNvSpPr>
            <a:spLocks xmlns:a="http://schemas.openxmlformats.org/drawingml/2006/main" noGrp="1"/>
          </p:cNvSpPr>
          <p:nvPr/>
        </p:nvSpPr>
        <p:spPr>
          <a:xfrm xmlns:a="http://schemas.openxmlformats.org/drawingml/2006/main">
            <a:off x="4737100" y="1749425"/>
            <a:ext cx="257175"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575" b="1">
                <a:solidFill>
                  <a:srgbClr val="000000"/>
                </a:solidFill>
                <a:latin typeface="Arial"/>
                <a:ea typeface="Arial"/>
                <a:cs typeface="Arial"/>
              </a:defRPr>
            </a:defPPr>
            <a:lvl1pPr algn="l">
              <a:defRPr sz="1575" b="1">
                <a:solidFill>
                  <a:srgbClr val="000000"/>
                </a:solidFill>
                <a:latin typeface="Arial"/>
                <a:ea typeface="Arial"/>
                <a:cs typeface="Arial"/>
              </a:defRPr>
            </a:lvl1pPr>
            <a:lvl2pPr algn="l">
              <a:defRPr sz="1575" b="1">
                <a:solidFill>
                  <a:srgbClr val="000000"/>
                </a:solidFill>
                <a:latin typeface="Arial"/>
                <a:ea typeface="Arial"/>
                <a:cs typeface="Arial"/>
              </a:defRPr>
            </a:lvl2pPr>
            <a:lvl3pPr algn="l">
              <a:defRPr sz="1575" b="1">
                <a:solidFill>
                  <a:srgbClr val="000000"/>
                </a:solidFill>
                <a:latin typeface="Arial"/>
                <a:ea typeface="Arial"/>
                <a:cs typeface="Arial"/>
              </a:defRPr>
            </a:lvl3pPr>
            <a:lvl4pPr algn="l">
              <a:defRPr sz="1575" b="1">
                <a:solidFill>
                  <a:srgbClr val="000000"/>
                </a:solidFill>
                <a:latin typeface="Arial"/>
                <a:ea typeface="Arial"/>
                <a:cs typeface="Arial"/>
              </a:defRPr>
            </a:lvl4pPr>
            <a:lvl5pPr algn="l">
              <a:defRPr sz="1575" b="1">
                <a:solidFill>
                  <a:srgbClr val="000000"/>
                </a:solidFill>
                <a:latin typeface="Arial"/>
                <a:ea typeface="Arial"/>
                <a:cs typeface="Arial"/>
              </a:defRPr>
            </a:lvl5pPr>
            <a:lvl6pPr algn="l">
              <a:defRPr sz="1575" b="1">
                <a:solidFill>
                  <a:srgbClr val="000000"/>
                </a:solidFill>
                <a:latin typeface="Arial"/>
                <a:ea typeface="Arial"/>
                <a:cs typeface="Arial"/>
              </a:defRPr>
            </a:lvl6pPr>
            <a:lvl7pPr algn="l">
              <a:defRPr sz="1575" b="1">
                <a:solidFill>
                  <a:srgbClr val="000000"/>
                </a:solidFill>
                <a:latin typeface="Arial"/>
                <a:ea typeface="Arial"/>
                <a:cs typeface="Arial"/>
              </a:defRPr>
            </a:lvl7pPr>
            <a:lvl8pPr algn="l">
              <a:defRPr sz="1575" b="1">
                <a:solidFill>
                  <a:srgbClr val="000000"/>
                </a:solidFill>
                <a:latin typeface="Arial"/>
                <a:ea typeface="Arial"/>
                <a:cs typeface="Arial"/>
              </a:defRPr>
            </a:lvl8pPr>
            <a:lvl9pPr algn="l">
              <a:defRPr sz="1575" b="1">
                <a:solidFill>
                  <a:srgbClr val="000000"/>
                </a:solidFill>
                <a:latin typeface="Arial"/>
                <a:ea typeface="Arial"/>
                <a:cs typeface="Arial"/>
              </a:defRPr>
            </a:lvl9pPr>
          </a:lstStyle>
          <a:p xmlns:a="http://schemas.openxmlformats.org/drawingml/2006/main">
            <a:pPr algn="l">
              <a:defRPr sz="1575" b="1">
                <a:solidFill>
                  <a:srgbClr val="000000"/>
                </a:solidFill>
                <a:latin typeface="Arial"/>
                <a:ea typeface="Arial"/>
                <a:cs typeface="Arial"/>
              </a:defRPr>
            </a:pPr>
            <a:r>
              <a:rPr sz="1575" b="1">
                <a:solidFill>
                  <a:srgbClr val="000000"/>
                </a:solidFill>
                <a:latin typeface="Arial"/>
                <a:ea typeface="Arial"/>
                <a:cs typeface="Arial"/>
              </a:rPr>
              <a:t>A</a:t>
            </a:r>
          </a:p>
        </p:txBody>
      </p:sp>
      <p:sp>
        <p:nvSpPr>
          <p:cNvPr id="66" name="B source identity marker t25">
            <a:extLst xmlns:a="http://schemas.openxmlformats.org/drawingml/2006/main">
              <a:ext uri="{FF2B5EF4-FFF2-40B4-BE49-F238E27FC236}">
                <a16:creationId xmlns:a16="http://schemas.microsoft.com/office/drawing/2014/main" id="{EEAE0B9B-12F9-41E4-8753-DD684840D75F}"/>
              </a:ext>
            </a:extLst>
          </p:cNvPr>
          <p:cNvSpPr>
            <a:spLocks xmlns:a="http://schemas.openxmlformats.org/drawingml/2006/main" noGrp="1"/>
          </p:cNvSpPr>
          <p:nvPr/>
        </p:nvSpPr>
        <p:spPr>
          <a:xfrm xmlns:a="http://schemas.openxmlformats.org/drawingml/2006/main">
            <a:off x="5103813" y="1303338"/>
            <a:ext cx="116205" cy="116205"/>
          </a:xfrm>
          <a:prstGeom xmlns:a="http://schemas.openxmlformats.org/drawingml/2006/main" prst="ellipse">
            <a:avLst/>
          </a:prstGeom>
          <a:noFill xmlns:a="http://schemas.openxmlformats.org/drawingml/2006/main"/>
          <a:ln xmlns:a="http://schemas.openxmlformats.org/drawingml/2006/main" w="19050">
            <a:solidFill>
              <a:srgbClr val="FDE725"/>
            </a:solidFill>
          </a:ln>
        </p:spPr>
      </p:sp>
      <p:sp>
        <p:nvSpPr>
          <p:cNvPr id="67" name="B black source label t25">
            <a:extLst xmlns:a="http://schemas.openxmlformats.org/drawingml/2006/main">
              <a:ext uri="{FF2B5EF4-FFF2-40B4-BE49-F238E27FC236}">
                <a16:creationId xmlns:a16="http://schemas.microsoft.com/office/drawing/2014/main" id="{B963B77F-6B8B-40F5-B201-1946C6411EFA}"/>
              </a:ext>
            </a:extLst>
          </p:cNvPr>
          <p:cNvSpPr>
            <a:spLocks xmlns:a="http://schemas.openxmlformats.org/drawingml/2006/main" noGrp="1"/>
          </p:cNvSpPr>
          <p:nvPr/>
        </p:nvSpPr>
        <p:spPr>
          <a:xfrm xmlns:a="http://schemas.openxmlformats.org/drawingml/2006/main">
            <a:off x="5257165" y="1113790"/>
            <a:ext cx="257175"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575" b="1">
                <a:solidFill>
                  <a:srgbClr val="000000"/>
                </a:solidFill>
                <a:latin typeface="Arial"/>
                <a:ea typeface="Arial"/>
                <a:cs typeface="Arial"/>
              </a:defRPr>
            </a:defPPr>
            <a:lvl1pPr algn="l">
              <a:defRPr sz="1575" b="1">
                <a:solidFill>
                  <a:srgbClr val="000000"/>
                </a:solidFill>
                <a:latin typeface="Arial"/>
                <a:ea typeface="Arial"/>
                <a:cs typeface="Arial"/>
              </a:defRPr>
            </a:lvl1pPr>
            <a:lvl2pPr algn="l">
              <a:defRPr sz="1575" b="1">
                <a:solidFill>
                  <a:srgbClr val="000000"/>
                </a:solidFill>
                <a:latin typeface="Arial"/>
                <a:ea typeface="Arial"/>
                <a:cs typeface="Arial"/>
              </a:defRPr>
            </a:lvl2pPr>
            <a:lvl3pPr algn="l">
              <a:defRPr sz="1575" b="1">
                <a:solidFill>
                  <a:srgbClr val="000000"/>
                </a:solidFill>
                <a:latin typeface="Arial"/>
                <a:ea typeface="Arial"/>
                <a:cs typeface="Arial"/>
              </a:defRPr>
            </a:lvl3pPr>
            <a:lvl4pPr algn="l">
              <a:defRPr sz="1575" b="1">
                <a:solidFill>
                  <a:srgbClr val="000000"/>
                </a:solidFill>
                <a:latin typeface="Arial"/>
                <a:ea typeface="Arial"/>
                <a:cs typeface="Arial"/>
              </a:defRPr>
            </a:lvl4pPr>
            <a:lvl5pPr algn="l">
              <a:defRPr sz="1575" b="1">
                <a:solidFill>
                  <a:srgbClr val="000000"/>
                </a:solidFill>
                <a:latin typeface="Arial"/>
                <a:ea typeface="Arial"/>
                <a:cs typeface="Arial"/>
              </a:defRPr>
            </a:lvl5pPr>
            <a:lvl6pPr algn="l">
              <a:defRPr sz="1575" b="1">
                <a:solidFill>
                  <a:srgbClr val="000000"/>
                </a:solidFill>
                <a:latin typeface="Arial"/>
                <a:ea typeface="Arial"/>
                <a:cs typeface="Arial"/>
              </a:defRPr>
            </a:lvl6pPr>
            <a:lvl7pPr algn="l">
              <a:defRPr sz="1575" b="1">
                <a:solidFill>
                  <a:srgbClr val="000000"/>
                </a:solidFill>
                <a:latin typeface="Arial"/>
                <a:ea typeface="Arial"/>
                <a:cs typeface="Arial"/>
              </a:defRPr>
            </a:lvl7pPr>
            <a:lvl8pPr algn="l">
              <a:defRPr sz="1575" b="1">
                <a:solidFill>
                  <a:srgbClr val="000000"/>
                </a:solidFill>
                <a:latin typeface="Arial"/>
                <a:ea typeface="Arial"/>
                <a:cs typeface="Arial"/>
              </a:defRPr>
            </a:lvl8pPr>
            <a:lvl9pPr algn="l">
              <a:defRPr sz="1575" b="1">
                <a:solidFill>
                  <a:srgbClr val="000000"/>
                </a:solidFill>
                <a:latin typeface="Arial"/>
                <a:ea typeface="Arial"/>
                <a:cs typeface="Arial"/>
              </a:defRPr>
            </a:lvl9pPr>
          </a:lstStyle>
          <a:p xmlns:a="http://schemas.openxmlformats.org/drawingml/2006/main">
            <a:pPr algn="l">
              <a:defRPr sz="1575" b="1">
                <a:solidFill>
                  <a:srgbClr val="000000"/>
                </a:solidFill>
                <a:latin typeface="Arial"/>
                <a:ea typeface="Arial"/>
                <a:cs typeface="Arial"/>
              </a:defRPr>
            </a:pPr>
            <a:r>
              <a:rPr sz="1575" b="1">
                <a:solidFill>
                  <a:srgbClr val="000000"/>
                </a:solidFill>
                <a:latin typeface="Arial"/>
                <a:ea typeface="Arial"/>
                <a:cs typeface="Arial"/>
              </a:rPr>
              <a:t>B</a:t>
            </a:r>
          </a:p>
        </p:txBody>
      </p:sp>
      <p:sp>
        <p:nvSpPr>
          <p:cNvPr id="68" name="C source identity marker t25">
            <a:extLst xmlns:a="http://schemas.openxmlformats.org/drawingml/2006/main">
              <a:ext uri="{FF2B5EF4-FFF2-40B4-BE49-F238E27FC236}">
                <a16:creationId xmlns:a16="http://schemas.microsoft.com/office/drawing/2014/main" id="{665F310D-E1B7-4495-89DF-271E69C6AA43}"/>
              </a:ext>
            </a:extLst>
          </p:cNvPr>
          <p:cNvSpPr>
            <a:spLocks xmlns:a="http://schemas.openxmlformats.org/drawingml/2006/main" noGrp="1"/>
          </p:cNvSpPr>
          <p:nvPr/>
        </p:nvSpPr>
        <p:spPr>
          <a:xfrm xmlns:a="http://schemas.openxmlformats.org/drawingml/2006/main">
            <a:off x="5723255" y="767080"/>
            <a:ext cx="148590" cy="148590"/>
          </a:xfrm>
          <a:prstGeom xmlns:a="http://schemas.openxmlformats.org/drawingml/2006/main" prst="ellipse">
            <a:avLst/>
          </a:prstGeom>
          <a:noFill xmlns:a="http://schemas.openxmlformats.org/drawingml/2006/main"/>
          <a:ln xmlns:a="http://schemas.openxmlformats.org/drawingml/2006/main" w="19050">
            <a:solidFill>
              <a:srgbClr val="D9E219"/>
            </a:solidFill>
          </a:ln>
        </p:spPr>
      </p:sp>
      <p:sp>
        <p:nvSpPr>
          <p:cNvPr id="69" name="C black source label t25">
            <a:extLst xmlns:a="http://schemas.openxmlformats.org/drawingml/2006/main">
              <a:ext uri="{FF2B5EF4-FFF2-40B4-BE49-F238E27FC236}">
                <a16:creationId xmlns:a16="http://schemas.microsoft.com/office/drawing/2014/main" id="{194F0FAB-C443-41F3-8739-CE95AA8D3E77}"/>
              </a:ext>
            </a:extLst>
          </p:cNvPr>
          <p:cNvSpPr>
            <a:spLocks xmlns:a="http://schemas.openxmlformats.org/drawingml/2006/main" noGrp="1"/>
          </p:cNvSpPr>
          <p:nvPr/>
        </p:nvSpPr>
        <p:spPr>
          <a:xfrm xmlns:a="http://schemas.openxmlformats.org/drawingml/2006/main">
            <a:off x="5892800" y="593725"/>
            <a:ext cx="257175"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575" b="1">
                <a:solidFill>
                  <a:srgbClr val="000000"/>
                </a:solidFill>
                <a:latin typeface="Arial"/>
                <a:ea typeface="Arial"/>
                <a:cs typeface="Arial"/>
              </a:defRPr>
            </a:defPPr>
            <a:lvl1pPr algn="l">
              <a:defRPr sz="1575" b="1">
                <a:solidFill>
                  <a:srgbClr val="000000"/>
                </a:solidFill>
                <a:latin typeface="Arial"/>
                <a:ea typeface="Arial"/>
                <a:cs typeface="Arial"/>
              </a:defRPr>
            </a:lvl1pPr>
            <a:lvl2pPr algn="l">
              <a:defRPr sz="1575" b="1">
                <a:solidFill>
                  <a:srgbClr val="000000"/>
                </a:solidFill>
                <a:latin typeface="Arial"/>
                <a:ea typeface="Arial"/>
                <a:cs typeface="Arial"/>
              </a:defRPr>
            </a:lvl2pPr>
            <a:lvl3pPr algn="l">
              <a:defRPr sz="1575" b="1">
                <a:solidFill>
                  <a:srgbClr val="000000"/>
                </a:solidFill>
                <a:latin typeface="Arial"/>
                <a:ea typeface="Arial"/>
                <a:cs typeface="Arial"/>
              </a:defRPr>
            </a:lvl3pPr>
            <a:lvl4pPr algn="l">
              <a:defRPr sz="1575" b="1">
                <a:solidFill>
                  <a:srgbClr val="000000"/>
                </a:solidFill>
                <a:latin typeface="Arial"/>
                <a:ea typeface="Arial"/>
                <a:cs typeface="Arial"/>
              </a:defRPr>
            </a:lvl4pPr>
            <a:lvl5pPr algn="l">
              <a:defRPr sz="1575" b="1">
                <a:solidFill>
                  <a:srgbClr val="000000"/>
                </a:solidFill>
                <a:latin typeface="Arial"/>
                <a:ea typeface="Arial"/>
                <a:cs typeface="Arial"/>
              </a:defRPr>
            </a:lvl5pPr>
            <a:lvl6pPr algn="l">
              <a:defRPr sz="1575" b="1">
                <a:solidFill>
                  <a:srgbClr val="000000"/>
                </a:solidFill>
                <a:latin typeface="Arial"/>
                <a:ea typeface="Arial"/>
                <a:cs typeface="Arial"/>
              </a:defRPr>
            </a:lvl6pPr>
            <a:lvl7pPr algn="l">
              <a:defRPr sz="1575" b="1">
                <a:solidFill>
                  <a:srgbClr val="000000"/>
                </a:solidFill>
                <a:latin typeface="Arial"/>
                <a:ea typeface="Arial"/>
                <a:cs typeface="Arial"/>
              </a:defRPr>
            </a:lvl7pPr>
            <a:lvl8pPr algn="l">
              <a:defRPr sz="1575" b="1">
                <a:solidFill>
                  <a:srgbClr val="000000"/>
                </a:solidFill>
                <a:latin typeface="Arial"/>
                <a:ea typeface="Arial"/>
                <a:cs typeface="Arial"/>
              </a:defRPr>
            </a:lvl8pPr>
            <a:lvl9pPr algn="l">
              <a:defRPr sz="1575" b="1">
                <a:solidFill>
                  <a:srgbClr val="000000"/>
                </a:solidFill>
                <a:latin typeface="Arial"/>
                <a:ea typeface="Arial"/>
                <a:cs typeface="Arial"/>
              </a:defRPr>
            </a:lvl9pPr>
          </a:lstStyle>
          <a:p xmlns:a="http://schemas.openxmlformats.org/drawingml/2006/main">
            <a:pPr algn="l">
              <a:defRPr sz="1575" b="1">
                <a:solidFill>
                  <a:srgbClr val="000000"/>
                </a:solidFill>
                <a:latin typeface="Arial"/>
                <a:ea typeface="Arial"/>
                <a:cs typeface="Arial"/>
              </a:defRPr>
            </a:pPr>
            <a:r>
              <a:rPr sz="1575" b="1">
                <a:solidFill>
                  <a:srgbClr val="000000"/>
                </a:solidFill>
                <a:latin typeface="Arial"/>
                <a:ea typeface="Arial"/>
                <a:cs typeface="Arial"/>
              </a:rPr>
              <a:t>C</a:t>
            </a:r>
          </a:p>
        </p:txBody>
      </p:sp>
      <p:sp>
        <p:nvSpPr>
          <p:cNvPr id="70" name="Scientific line">
            <a:extLst xmlns:a="http://schemas.openxmlformats.org/drawingml/2006/main">
              <a:ext uri="{FF2B5EF4-FFF2-40B4-BE49-F238E27FC236}">
                <a16:creationId xmlns:a16="http://schemas.microsoft.com/office/drawing/2014/main" id="{8EEDA1C2-A75E-4EE0-920F-0020168740DF}"/>
              </a:ext>
            </a:extLst>
          </p:cNvPr>
          <p:cNvSpPr>
            <a:spLocks xmlns:a="http://schemas.openxmlformats.org/drawingml/2006/main" noGrp="1"/>
          </p:cNvSpPr>
          <p:nvPr/>
        </p:nvSpPr>
        <p:spPr>
          <a:xfrm xmlns:a="http://schemas.openxmlformats.org/drawingml/2006/main">
            <a:off x="4352925" y="2457450"/>
            <a:ext cx="1733550" cy="95"/>
          </a:xfrm>
          <a:custGeom xmlns:a="http://schemas.openxmlformats.org/drawingml/2006/main">
            <a:pathLst>
              <a:path w="1733550" h="95">
                <a:moveTo>
                  <a:pt x="0" y="0"/>
                </a:moveTo>
                <a:lnTo>
                  <a:pt x="1733550" y="0"/>
                </a:lnTo>
              </a:path>
            </a:pathLst>
          </a:custGeom>
          <a:noFill xmlns:a="http://schemas.openxmlformats.org/drawingml/2006/main"/>
          <a:ln xmlns:a="http://schemas.openxmlformats.org/drawingml/2006/main" w="11430">
            <a:solidFill>
              <a:srgbClr val="000000"/>
            </a:solidFill>
            <a:prstDash val="solid"/>
          </a:ln>
        </p:spPr>
      </p:sp>
      <p:sp>
        <p:nvSpPr>
          <p:cNvPr id="71" name="Scientific line">
            <a:extLst xmlns:a="http://schemas.openxmlformats.org/drawingml/2006/main">
              <a:ext uri="{FF2B5EF4-FFF2-40B4-BE49-F238E27FC236}">
                <a16:creationId xmlns:a16="http://schemas.microsoft.com/office/drawing/2014/main" id="{58833A71-4C84-47A6-819A-BB87928A6BC0}"/>
              </a:ext>
            </a:extLst>
          </p:cNvPr>
          <p:cNvSpPr>
            <a:spLocks xmlns:a="http://schemas.openxmlformats.org/drawingml/2006/main" noGrp="1"/>
          </p:cNvSpPr>
          <p:nvPr/>
        </p:nvSpPr>
        <p:spPr>
          <a:xfrm xmlns:a="http://schemas.openxmlformats.org/drawingml/2006/main">
            <a:off x="6029325" y="2428875"/>
            <a:ext cx="57150" cy="28575"/>
          </a:xfrm>
          <a:custGeom xmlns:a="http://schemas.openxmlformats.org/drawingml/2006/main">
            <a:pathLst>
              <a:path w="57150" h="28575">
                <a:moveTo>
                  <a:pt x="0" y="0"/>
                </a:moveTo>
                <a:lnTo>
                  <a:pt x="57150" y="28575"/>
                </a:lnTo>
              </a:path>
            </a:pathLst>
          </a:custGeom>
          <a:noFill xmlns:a="http://schemas.openxmlformats.org/drawingml/2006/main"/>
          <a:ln xmlns:a="http://schemas.openxmlformats.org/drawingml/2006/main" w="11430">
            <a:solidFill>
              <a:srgbClr val="000000"/>
            </a:solidFill>
            <a:prstDash val="solid"/>
          </a:ln>
        </p:spPr>
      </p:sp>
      <p:sp>
        <p:nvSpPr>
          <p:cNvPr id="72" name="Scientific line">
            <a:extLst xmlns:a="http://schemas.openxmlformats.org/drawingml/2006/main">
              <a:ext uri="{FF2B5EF4-FFF2-40B4-BE49-F238E27FC236}">
                <a16:creationId xmlns:a16="http://schemas.microsoft.com/office/drawing/2014/main" id="{2E3EF124-5690-495E-BDA4-9045EAB630B3}"/>
              </a:ext>
            </a:extLst>
          </p:cNvPr>
          <p:cNvSpPr>
            <a:spLocks xmlns:a="http://schemas.openxmlformats.org/drawingml/2006/main" noGrp="1"/>
          </p:cNvSpPr>
          <p:nvPr/>
        </p:nvSpPr>
        <p:spPr>
          <a:xfrm xmlns:a="http://schemas.openxmlformats.org/drawingml/2006/main">
            <a:off x="6029325" y="2457450"/>
            <a:ext cx="57150" cy="28575"/>
          </a:xfrm>
          <a:custGeom xmlns:a="http://schemas.openxmlformats.org/drawingml/2006/main">
            <a:pathLst>
              <a:path w="57150" h="28575">
                <a:moveTo>
                  <a:pt x="0" y="28575"/>
                </a:moveTo>
                <a:lnTo>
                  <a:pt x="57150" y="0"/>
                </a:lnTo>
              </a:path>
            </a:pathLst>
          </a:custGeom>
          <a:noFill xmlns:a="http://schemas.openxmlformats.org/drawingml/2006/main"/>
          <a:ln xmlns:a="http://schemas.openxmlformats.org/drawingml/2006/main" w="11430">
            <a:solidFill>
              <a:srgbClr val="000000"/>
            </a:solidFill>
            <a:prstDash val="solid"/>
          </a:ln>
        </p:spPr>
      </p:sp>
      <p:sp>
        <p:nvSpPr>
          <p:cNvPr id="73" name="A matching d-axis marker t25">
            <a:extLst xmlns:a="http://schemas.openxmlformats.org/drawingml/2006/main">
              <a:ext uri="{FF2B5EF4-FFF2-40B4-BE49-F238E27FC236}">
                <a16:creationId xmlns:a16="http://schemas.microsoft.com/office/drawing/2014/main" id="{A62688CD-8756-419A-930C-F44D7E86E60D}"/>
              </a:ext>
            </a:extLst>
          </p:cNvPr>
          <p:cNvSpPr>
            <a:spLocks xmlns:a="http://schemas.openxmlformats.org/drawingml/2006/main" noGrp="1"/>
          </p:cNvSpPr>
          <p:nvPr/>
        </p:nvSpPr>
        <p:spPr>
          <a:xfrm xmlns:a="http://schemas.openxmlformats.org/drawingml/2006/main">
            <a:off x="4599940" y="2415540"/>
            <a:ext cx="83820" cy="83820"/>
          </a:xfrm>
          <a:prstGeom xmlns:a="http://schemas.openxmlformats.org/drawingml/2006/main" prst="ellipse">
            <a:avLst/>
          </a:prstGeom>
          <a:solidFill xmlns:a="http://schemas.openxmlformats.org/drawingml/2006/main">
            <a:srgbClr val="ECE51B"/>
          </a:solidFill>
          <a:ln xmlns:a="http://schemas.openxmlformats.org/drawingml/2006/main" w="19050">
            <a:solidFill>
              <a:srgbClr val="ECE51B"/>
            </a:solidFill>
          </a:ln>
        </p:spPr>
      </p:sp>
      <p:sp>
        <p:nvSpPr>
          <p:cNvPr id="74" name="A">
            <a:extLst xmlns:a="http://schemas.openxmlformats.org/drawingml/2006/main">
              <a:ext uri="{FF2B5EF4-FFF2-40B4-BE49-F238E27FC236}">
                <a16:creationId xmlns:a16="http://schemas.microsoft.com/office/drawing/2014/main" id="{016BB404-5E16-4DF7-8345-198539FEF125}"/>
              </a:ext>
            </a:extLst>
          </p:cNvPr>
          <p:cNvSpPr>
            <a:spLocks xmlns:a="http://schemas.openxmlformats.org/drawingml/2006/main" noGrp="1"/>
          </p:cNvSpPr>
          <p:nvPr/>
        </p:nvSpPr>
        <p:spPr>
          <a:xfrm xmlns:a="http://schemas.openxmlformats.org/drawingml/2006/main">
            <a:off x="4508500" y="2562225"/>
            <a:ext cx="26670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500" b="1">
                <a:solidFill>
                  <a:srgbClr val="000000"/>
                </a:solidFill>
                <a:latin typeface="Arial"/>
                <a:ea typeface="Arial"/>
                <a:cs typeface="Arial"/>
              </a:defRPr>
            </a:defPPr>
            <a:lvl1pPr algn="ctr">
              <a:defRPr sz="1500" b="1">
                <a:solidFill>
                  <a:srgbClr val="000000"/>
                </a:solidFill>
                <a:latin typeface="Arial"/>
                <a:ea typeface="Arial"/>
                <a:cs typeface="Arial"/>
              </a:defRPr>
            </a:lvl1pPr>
            <a:lvl2pPr algn="ctr">
              <a:defRPr sz="1500" b="1">
                <a:solidFill>
                  <a:srgbClr val="000000"/>
                </a:solidFill>
                <a:latin typeface="Arial"/>
                <a:ea typeface="Arial"/>
                <a:cs typeface="Arial"/>
              </a:defRPr>
            </a:lvl2pPr>
            <a:lvl3pPr algn="ctr">
              <a:defRPr sz="1500" b="1">
                <a:solidFill>
                  <a:srgbClr val="000000"/>
                </a:solidFill>
                <a:latin typeface="Arial"/>
                <a:ea typeface="Arial"/>
                <a:cs typeface="Arial"/>
              </a:defRPr>
            </a:lvl3pPr>
            <a:lvl4pPr algn="ctr">
              <a:defRPr sz="1500" b="1">
                <a:solidFill>
                  <a:srgbClr val="000000"/>
                </a:solidFill>
                <a:latin typeface="Arial"/>
                <a:ea typeface="Arial"/>
                <a:cs typeface="Arial"/>
              </a:defRPr>
            </a:lvl4pPr>
            <a:lvl5pPr algn="ctr">
              <a:defRPr sz="1500" b="1">
                <a:solidFill>
                  <a:srgbClr val="000000"/>
                </a:solidFill>
                <a:latin typeface="Arial"/>
                <a:ea typeface="Arial"/>
                <a:cs typeface="Arial"/>
              </a:defRPr>
            </a:lvl5pPr>
            <a:lvl6pPr algn="ctr">
              <a:defRPr sz="1500" b="1">
                <a:solidFill>
                  <a:srgbClr val="000000"/>
                </a:solidFill>
                <a:latin typeface="Arial"/>
                <a:ea typeface="Arial"/>
                <a:cs typeface="Arial"/>
              </a:defRPr>
            </a:lvl6pPr>
            <a:lvl7pPr algn="ctr">
              <a:defRPr sz="1500" b="1">
                <a:solidFill>
                  <a:srgbClr val="000000"/>
                </a:solidFill>
                <a:latin typeface="Arial"/>
                <a:ea typeface="Arial"/>
                <a:cs typeface="Arial"/>
              </a:defRPr>
            </a:lvl7pPr>
            <a:lvl8pPr algn="ctr">
              <a:defRPr sz="1500" b="1">
                <a:solidFill>
                  <a:srgbClr val="000000"/>
                </a:solidFill>
                <a:latin typeface="Arial"/>
                <a:ea typeface="Arial"/>
                <a:cs typeface="Arial"/>
              </a:defRPr>
            </a:lvl8pPr>
            <a:lvl9pPr algn="ctr">
              <a:defRPr sz="1500" b="1">
                <a:solidFill>
                  <a:srgbClr val="000000"/>
                </a:solidFill>
                <a:latin typeface="Arial"/>
                <a:ea typeface="Arial"/>
                <a:cs typeface="Arial"/>
              </a:defRPr>
            </a:lvl9pPr>
          </a:lstStyle>
          <a:p xmlns:a="http://schemas.openxmlformats.org/drawingml/2006/main">
            <a:pPr algn="ctr">
              <a:defRPr sz="1500" b="1">
                <a:solidFill>
                  <a:srgbClr val="000000"/>
                </a:solidFill>
                <a:latin typeface="Arial"/>
                <a:ea typeface="Arial"/>
                <a:cs typeface="Arial"/>
              </a:defRPr>
            </a:pPr>
            <a:r>
              <a:rPr sz="1500" b="1">
                <a:solidFill>
                  <a:srgbClr val="000000"/>
                </a:solidFill>
                <a:latin typeface="Arial"/>
                <a:ea typeface="Arial"/>
                <a:cs typeface="Arial"/>
              </a:rPr>
              <a:t>A</a:t>
            </a:r>
          </a:p>
        </p:txBody>
      </p:sp>
      <p:sp>
        <p:nvSpPr>
          <p:cNvPr id="75" name="A exact d coordinate t25">
            <a:extLst xmlns:a="http://schemas.openxmlformats.org/drawingml/2006/main">
              <a:ext uri="{FF2B5EF4-FFF2-40B4-BE49-F238E27FC236}">
                <a16:creationId xmlns:a16="http://schemas.microsoft.com/office/drawing/2014/main" id="{A48E8C62-0E0A-4582-85A0-DF8C26C4AE7D}"/>
              </a:ext>
            </a:extLst>
          </p:cNvPr>
          <p:cNvSpPr>
            <a:spLocks xmlns:a="http://schemas.openxmlformats.org/drawingml/2006/main" noGrp="1"/>
          </p:cNvSpPr>
          <p:nvPr/>
        </p:nvSpPr>
        <p:spPr>
          <a:xfrm xmlns:a="http://schemas.openxmlformats.org/drawingml/2006/main">
            <a:off x="4422775" y="2790825"/>
            <a:ext cx="438150" cy="2190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350" b="0">
                <a:solidFill>
                  <a:srgbClr val="000000"/>
                </a:solidFill>
                <a:latin typeface="Arial"/>
                <a:ea typeface="Arial"/>
                <a:cs typeface="Arial"/>
              </a:defRPr>
            </a:defPPr>
            <a:lvl1pPr algn="ctr">
              <a:defRPr sz="1350" b="0">
                <a:solidFill>
                  <a:srgbClr val="000000"/>
                </a:solidFill>
                <a:latin typeface="Arial"/>
                <a:ea typeface="Arial"/>
                <a:cs typeface="Arial"/>
              </a:defRPr>
            </a:lvl1pPr>
            <a:lvl2pPr algn="ctr">
              <a:defRPr sz="1350" b="0">
                <a:solidFill>
                  <a:srgbClr val="000000"/>
                </a:solidFill>
                <a:latin typeface="Arial"/>
                <a:ea typeface="Arial"/>
                <a:cs typeface="Arial"/>
              </a:defRPr>
            </a:lvl2pPr>
            <a:lvl3pPr algn="ctr">
              <a:defRPr sz="1350" b="0">
                <a:solidFill>
                  <a:srgbClr val="000000"/>
                </a:solidFill>
                <a:latin typeface="Arial"/>
                <a:ea typeface="Arial"/>
                <a:cs typeface="Arial"/>
              </a:defRPr>
            </a:lvl3pPr>
            <a:lvl4pPr algn="ctr">
              <a:defRPr sz="1350" b="0">
                <a:solidFill>
                  <a:srgbClr val="000000"/>
                </a:solidFill>
                <a:latin typeface="Arial"/>
                <a:ea typeface="Arial"/>
                <a:cs typeface="Arial"/>
              </a:defRPr>
            </a:lvl4pPr>
            <a:lvl5pPr algn="ctr">
              <a:defRPr sz="1350" b="0">
                <a:solidFill>
                  <a:srgbClr val="000000"/>
                </a:solidFill>
                <a:latin typeface="Arial"/>
                <a:ea typeface="Arial"/>
                <a:cs typeface="Arial"/>
              </a:defRPr>
            </a:lvl5pPr>
            <a:lvl6pPr algn="ctr">
              <a:defRPr sz="1350" b="0">
                <a:solidFill>
                  <a:srgbClr val="000000"/>
                </a:solidFill>
                <a:latin typeface="Arial"/>
                <a:ea typeface="Arial"/>
                <a:cs typeface="Arial"/>
              </a:defRPr>
            </a:lvl6pPr>
            <a:lvl7pPr algn="ctr">
              <a:defRPr sz="1350" b="0">
                <a:solidFill>
                  <a:srgbClr val="000000"/>
                </a:solidFill>
                <a:latin typeface="Arial"/>
                <a:ea typeface="Arial"/>
                <a:cs typeface="Arial"/>
              </a:defRPr>
            </a:lvl7pPr>
            <a:lvl8pPr algn="ctr">
              <a:defRPr sz="1350" b="0">
                <a:solidFill>
                  <a:srgbClr val="000000"/>
                </a:solidFill>
                <a:latin typeface="Arial"/>
                <a:ea typeface="Arial"/>
                <a:cs typeface="Arial"/>
              </a:defRPr>
            </a:lvl8pPr>
            <a:lvl9pPr algn="ctr">
              <a:defRPr sz="1350" b="0">
                <a:solidFill>
                  <a:srgbClr val="000000"/>
                </a:solidFill>
                <a:latin typeface="Arial"/>
                <a:ea typeface="Arial"/>
                <a:cs typeface="Arial"/>
              </a:defRPr>
            </a:lvl9pPr>
          </a:lstStyle>
          <a:p xmlns:a="http://schemas.openxmlformats.org/drawingml/2006/main">
            <a:pPr algn="ctr">
              <a:defRPr sz="1350" b="0">
                <a:solidFill>
                  <a:srgbClr val="000000"/>
                </a:solidFill>
                <a:latin typeface="Arial"/>
                <a:ea typeface="Arial"/>
                <a:cs typeface="Arial"/>
              </a:defRPr>
            </a:pPr>
            <a:r>
              <a:rPr sz="1350" b="0">
                <a:solidFill>
                  <a:srgbClr val="000000"/>
                </a:solidFill>
                <a:latin typeface="Arial"/>
                <a:ea typeface="Arial"/>
                <a:cs typeface="Arial"/>
              </a:rPr>
              <a:t>20</a:t>
            </a:r>
          </a:p>
        </p:txBody>
      </p:sp>
      <p:sp>
        <p:nvSpPr>
          <p:cNvPr id="76" name="B matching d-axis marker t25">
            <a:extLst xmlns:a="http://schemas.openxmlformats.org/drawingml/2006/main">
              <a:ext uri="{FF2B5EF4-FFF2-40B4-BE49-F238E27FC236}">
                <a16:creationId xmlns:a16="http://schemas.microsoft.com/office/drawing/2014/main" id="{4B0BA1F8-FCFE-44C6-BEE0-F6AAB3E7F051}"/>
              </a:ext>
            </a:extLst>
          </p:cNvPr>
          <p:cNvSpPr>
            <a:spLocks xmlns:a="http://schemas.openxmlformats.org/drawingml/2006/main" noGrp="1"/>
          </p:cNvSpPr>
          <p:nvPr/>
        </p:nvSpPr>
        <p:spPr>
          <a:xfrm xmlns:a="http://schemas.openxmlformats.org/drawingml/2006/main">
            <a:off x="5103813" y="2399348"/>
            <a:ext cx="116205" cy="116205"/>
          </a:xfrm>
          <a:prstGeom xmlns:a="http://schemas.openxmlformats.org/drawingml/2006/main" prst="ellipse">
            <a:avLst/>
          </a:prstGeom>
          <a:solidFill xmlns:a="http://schemas.openxmlformats.org/drawingml/2006/main">
            <a:srgbClr val="FDE725"/>
          </a:solidFill>
          <a:ln xmlns:a="http://schemas.openxmlformats.org/drawingml/2006/main" w="19050">
            <a:solidFill>
              <a:srgbClr val="FDE725"/>
            </a:solidFill>
          </a:ln>
        </p:spPr>
      </p:sp>
      <p:sp>
        <p:nvSpPr>
          <p:cNvPr id="77" name="B">
            <a:extLst xmlns:a="http://schemas.openxmlformats.org/drawingml/2006/main">
              <a:ext uri="{FF2B5EF4-FFF2-40B4-BE49-F238E27FC236}">
                <a16:creationId xmlns:a16="http://schemas.microsoft.com/office/drawing/2014/main" id="{C336C9E2-6884-4A6F-9F71-F67922054260}"/>
              </a:ext>
            </a:extLst>
          </p:cNvPr>
          <p:cNvSpPr>
            <a:spLocks xmlns:a="http://schemas.openxmlformats.org/drawingml/2006/main" noGrp="1"/>
          </p:cNvSpPr>
          <p:nvPr/>
        </p:nvSpPr>
        <p:spPr>
          <a:xfrm xmlns:a="http://schemas.openxmlformats.org/drawingml/2006/main">
            <a:off x="5028565" y="2562225"/>
            <a:ext cx="26670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500" b="1">
                <a:solidFill>
                  <a:srgbClr val="000000"/>
                </a:solidFill>
                <a:latin typeface="Arial"/>
                <a:ea typeface="Arial"/>
                <a:cs typeface="Arial"/>
              </a:defRPr>
            </a:defPPr>
            <a:lvl1pPr algn="ctr">
              <a:defRPr sz="1500" b="1">
                <a:solidFill>
                  <a:srgbClr val="000000"/>
                </a:solidFill>
                <a:latin typeface="Arial"/>
                <a:ea typeface="Arial"/>
                <a:cs typeface="Arial"/>
              </a:defRPr>
            </a:lvl1pPr>
            <a:lvl2pPr algn="ctr">
              <a:defRPr sz="1500" b="1">
                <a:solidFill>
                  <a:srgbClr val="000000"/>
                </a:solidFill>
                <a:latin typeface="Arial"/>
                <a:ea typeface="Arial"/>
                <a:cs typeface="Arial"/>
              </a:defRPr>
            </a:lvl2pPr>
            <a:lvl3pPr algn="ctr">
              <a:defRPr sz="1500" b="1">
                <a:solidFill>
                  <a:srgbClr val="000000"/>
                </a:solidFill>
                <a:latin typeface="Arial"/>
                <a:ea typeface="Arial"/>
                <a:cs typeface="Arial"/>
              </a:defRPr>
            </a:lvl3pPr>
            <a:lvl4pPr algn="ctr">
              <a:defRPr sz="1500" b="1">
                <a:solidFill>
                  <a:srgbClr val="000000"/>
                </a:solidFill>
                <a:latin typeface="Arial"/>
                <a:ea typeface="Arial"/>
                <a:cs typeface="Arial"/>
              </a:defRPr>
            </a:lvl4pPr>
            <a:lvl5pPr algn="ctr">
              <a:defRPr sz="1500" b="1">
                <a:solidFill>
                  <a:srgbClr val="000000"/>
                </a:solidFill>
                <a:latin typeface="Arial"/>
                <a:ea typeface="Arial"/>
                <a:cs typeface="Arial"/>
              </a:defRPr>
            </a:lvl5pPr>
            <a:lvl6pPr algn="ctr">
              <a:defRPr sz="1500" b="1">
                <a:solidFill>
                  <a:srgbClr val="000000"/>
                </a:solidFill>
                <a:latin typeface="Arial"/>
                <a:ea typeface="Arial"/>
                <a:cs typeface="Arial"/>
              </a:defRPr>
            </a:lvl6pPr>
            <a:lvl7pPr algn="ctr">
              <a:defRPr sz="1500" b="1">
                <a:solidFill>
                  <a:srgbClr val="000000"/>
                </a:solidFill>
                <a:latin typeface="Arial"/>
                <a:ea typeface="Arial"/>
                <a:cs typeface="Arial"/>
              </a:defRPr>
            </a:lvl7pPr>
            <a:lvl8pPr algn="ctr">
              <a:defRPr sz="1500" b="1">
                <a:solidFill>
                  <a:srgbClr val="000000"/>
                </a:solidFill>
                <a:latin typeface="Arial"/>
                <a:ea typeface="Arial"/>
                <a:cs typeface="Arial"/>
              </a:defRPr>
            </a:lvl8pPr>
            <a:lvl9pPr algn="ctr">
              <a:defRPr sz="1500" b="1">
                <a:solidFill>
                  <a:srgbClr val="000000"/>
                </a:solidFill>
                <a:latin typeface="Arial"/>
                <a:ea typeface="Arial"/>
                <a:cs typeface="Arial"/>
              </a:defRPr>
            </a:lvl9pPr>
          </a:lstStyle>
          <a:p xmlns:a="http://schemas.openxmlformats.org/drawingml/2006/main">
            <a:pPr algn="ctr">
              <a:defRPr sz="1500" b="1">
                <a:solidFill>
                  <a:srgbClr val="000000"/>
                </a:solidFill>
                <a:latin typeface="Arial"/>
                <a:ea typeface="Arial"/>
                <a:cs typeface="Arial"/>
              </a:defRPr>
            </a:pPr>
            <a:r>
              <a:rPr sz="1500" b="1">
                <a:solidFill>
                  <a:srgbClr val="000000"/>
                </a:solidFill>
                <a:latin typeface="Arial"/>
                <a:ea typeface="Arial"/>
                <a:cs typeface="Arial"/>
              </a:rPr>
              <a:t>B</a:t>
            </a:r>
          </a:p>
        </p:txBody>
      </p:sp>
      <p:sp>
        <p:nvSpPr>
          <p:cNvPr id="78" name="B exact d coordinate t25">
            <a:extLst xmlns:a="http://schemas.openxmlformats.org/drawingml/2006/main">
              <a:ext uri="{FF2B5EF4-FFF2-40B4-BE49-F238E27FC236}">
                <a16:creationId xmlns:a16="http://schemas.microsoft.com/office/drawing/2014/main" id="{B2934A00-2906-4034-9422-D39991E07CFF}"/>
              </a:ext>
            </a:extLst>
          </p:cNvPr>
          <p:cNvSpPr>
            <a:spLocks xmlns:a="http://schemas.openxmlformats.org/drawingml/2006/main" noGrp="1"/>
          </p:cNvSpPr>
          <p:nvPr/>
        </p:nvSpPr>
        <p:spPr>
          <a:xfrm xmlns:a="http://schemas.openxmlformats.org/drawingml/2006/main">
            <a:off x="4942840" y="2790825"/>
            <a:ext cx="438150" cy="2190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350" b="0">
                <a:solidFill>
                  <a:srgbClr val="000000"/>
                </a:solidFill>
                <a:latin typeface="Arial"/>
                <a:ea typeface="Arial"/>
                <a:cs typeface="Arial"/>
              </a:defRPr>
            </a:defPPr>
            <a:lvl1pPr algn="ctr">
              <a:defRPr sz="1350" b="0">
                <a:solidFill>
                  <a:srgbClr val="000000"/>
                </a:solidFill>
                <a:latin typeface="Arial"/>
                <a:ea typeface="Arial"/>
                <a:cs typeface="Arial"/>
              </a:defRPr>
            </a:lvl1pPr>
            <a:lvl2pPr algn="ctr">
              <a:defRPr sz="1350" b="0">
                <a:solidFill>
                  <a:srgbClr val="000000"/>
                </a:solidFill>
                <a:latin typeface="Arial"/>
                <a:ea typeface="Arial"/>
                <a:cs typeface="Arial"/>
              </a:defRPr>
            </a:lvl2pPr>
            <a:lvl3pPr algn="ctr">
              <a:defRPr sz="1350" b="0">
                <a:solidFill>
                  <a:srgbClr val="000000"/>
                </a:solidFill>
                <a:latin typeface="Arial"/>
                <a:ea typeface="Arial"/>
                <a:cs typeface="Arial"/>
              </a:defRPr>
            </a:lvl3pPr>
            <a:lvl4pPr algn="ctr">
              <a:defRPr sz="1350" b="0">
                <a:solidFill>
                  <a:srgbClr val="000000"/>
                </a:solidFill>
                <a:latin typeface="Arial"/>
                <a:ea typeface="Arial"/>
                <a:cs typeface="Arial"/>
              </a:defRPr>
            </a:lvl4pPr>
            <a:lvl5pPr algn="ctr">
              <a:defRPr sz="1350" b="0">
                <a:solidFill>
                  <a:srgbClr val="000000"/>
                </a:solidFill>
                <a:latin typeface="Arial"/>
                <a:ea typeface="Arial"/>
                <a:cs typeface="Arial"/>
              </a:defRPr>
            </a:lvl5pPr>
            <a:lvl6pPr algn="ctr">
              <a:defRPr sz="1350" b="0">
                <a:solidFill>
                  <a:srgbClr val="000000"/>
                </a:solidFill>
                <a:latin typeface="Arial"/>
                <a:ea typeface="Arial"/>
                <a:cs typeface="Arial"/>
              </a:defRPr>
            </a:lvl6pPr>
            <a:lvl7pPr algn="ctr">
              <a:defRPr sz="1350" b="0">
                <a:solidFill>
                  <a:srgbClr val="000000"/>
                </a:solidFill>
                <a:latin typeface="Arial"/>
                <a:ea typeface="Arial"/>
                <a:cs typeface="Arial"/>
              </a:defRPr>
            </a:lvl7pPr>
            <a:lvl8pPr algn="ctr">
              <a:defRPr sz="1350" b="0">
                <a:solidFill>
                  <a:srgbClr val="000000"/>
                </a:solidFill>
                <a:latin typeface="Arial"/>
                <a:ea typeface="Arial"/>
                <a:cs typeface="Arial"/>
              </a:defRPr>
            </a:lvl8pPr>
            <a:lvl9pPr algn="ctr">
              <a:defRPr sz="1350" b="0">
                <a:solidFill>
                  <a:srgbClr val="000000"/>
                </a:solidFill>
                <a:latin typeface="Arial"/>
                <a:ea typeface="Arial"/>
                <a:cs typeface="Arial"/>
              </a:defRPr>
            </a:lvl9pPr>
          </a:lstStyle>
          <a:p xmlns:a="http://schemas.openxmlformats.org/drawingml/2006/main">
            <a:pPr algn="ctr">
              <a:defRPr sz="1350" b="0">
                <a:solidFill>
                  <a:srgbClr val="000000"/>
                </a:solidFill>
                <a:latin typeface="Arial"/>
                <a:ea typeface="Arial"/>
                <a:cs typeface="Arial"/>
              </a:defRPr>
            </a:pPr>
            <a:r>
              <a:rPr sz="1350" b="0">
                <a:solidFill>
                  <a:srgbClr val="000000"/>
                </a:solidFill>
                <a:latin typeface="Arial"/>
                <a:ea typeface="Arial"/>
                <a:cs typeface="Arial"/>
              </a:rPr>
              <a:t>56</a:t>
            </a:r>
          </a:p>
        </p:txBody>
      </p:sp>
      <p:sp>
        <p:nvSpPr>
          <p:cNvPr id="79" name="C matching d-axis marker t25">
            <a:extLst xmlns:a="http://schemas.openxmlformats.org/drawingml/2006/main">
              <a:ext uri="{FF2B5EF4-FFF2-40B4-BE49-F238E27FC236}">
                <a16:creationId xmlns:a16="http://schemas.microsoft.com/office/drawing/2014/main" id="{5623B52F-0156-4878-B160-7603A054AC86}"/>
              </a:ext>
            </a:extLst>
          </p:cNvPr>
          <p:cNvSpPr>
            <a:spLocks xmlns:a="http://schemas.openxmlformats.org/drawingml/2006/main" noGrp="1"/>
          </p:cNvSpPr>
          <p:nvPr/>
        </p:nvSpPr>
        <p:spPr>
          <a:xfrm xmlns:a="http://schemas.openxmlformats.org/drawingml/2006/main">
            <a:off x="5723255" y="2383155"/>
            <a:ext cx="148590" cy="148590"/>
          </a:xfrm>
          <a:prstGeom xmlns:a="http://schemas.openxmlformats.org/drawingml/2006/main" prst="ellipse">
            <a:avLst/>
          </a:prstGeom>
          <a:solidFill xmlns:a="http://schemas.openxmlformats.org/drawingml/2006/main">
            <a:srgbClr val="D9E219"/>
          </a:solidFill>
          <a:ln xmlns:a="http://schemas.openxmlformats.org/drawingml/2006/main" w="19050">
            <a:solidFill>
              <a:srgbClr val="D9E219"/>
            </a:solidFill>
          </a:ln>
        </p:spPr>
      </p:sp>
      <p:sp>
        <p:nvSpPr>
          <p:cNvPr id="80" name="C">
            <a:extLst xmlns:a="http://schemas.openxmlformats.org/drawingml/2006/main">
              <a:ext uri="{FF2B5EF4-FFF2-40B4-BE49-F238E27FC236}">
                <a16:creationId xmlns:a16="http://schemas.microsoft.com/office/drawing/2014/main" id="{A3B7712F-9048-4E3D-8DFD-EB1663991989}"/>
              </a:ext>
            </a:extLst>
          </p:cNvPr>
          <p:cNvSpPr>
            <a:spLocks xmlns:a="http://schemas.openxmlformats.org/drawingml/2006/main" noGrp="1"/>
          </p:cNvSpPr>
          <p:nvPr/>
        </p:nvSpPr>
        <p:spPr>
          <a:xfrm xmlns:a="http://schemas.openxmlformats.org/drawingml/2006/main">
            <a:off x="5664200" y="2562225"/>
            <a:ext cx="26670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500" b="1">
                <a:solidFill>
                  <a:srgbClr val="000000"/>
                </a:solidFill>
                <a:latin typeface="Arial"/>
                <a:ea typeface="Arial"/>
                <a:cs typeface="Arial"/>
              </a:defRPr>
            </a:defPPr>
            <a:lvl1pPr algn="ctr">
              <a:defRPr sz="1500" b="1">
                <a:solidFill>
                  <a:srgbClr val="000000"/>
                </a:solidFill>
                <a:latin typeface="Arial"/>
                <a:ea typeface="Arial"/>
                <a:cs typeface="Arial"/>
              </a:defRPr>
            </a:lvl1pPr>
            <a:lvl2pPr algn="ctr">
              <a:defRPr sz="1500" b="1">
                <a:solidFill>
                  <a:srgbClr val="000000"/>
                </a:solidFill>
                <a:latin typeface="Arial"/>
                <a:ea typeface="Arial"/>
                <a:cs typeface="Arial"/>
              </a:defRPr>
            </a:lvl2pPr>
            <a:lvl3pPr algn="ctr">
              <a:defRPr sz="1500" b="1">
                <a:solidFill>
                  <a:srgbClr val="000000"/>
                </a:solidFill>
                <a:latin typeface="Arial"/>
                <a:ea typeface="Arial"/>
                <a:cs typeface="Arial"/>
              </a:defRPr>
            </a:lvl3pPr>
            <a:lvl4pPr algn="ctr">
              <a:defRPr sz="1500" b="1">
                <a:solidFill>
                  <a:srgbClr val="000000"/>
                </a:solidFill>
                <a:latin typeface="Arial"/>
                <a:ea typeface="Arial"/>
                <a:cs typeface="Arial"/>
              </a:defRPr>
            </a:lvl4pPr>
            <a:lvl5pPr algn="ctr">
              <a:defRPr sz="1500" b="1">
                <a:solidFill>
                  <a:srgbClr val="000000"/>
                </a:solidFill>
                <a:latin typeface="Arial"/>
                <a:ea typeface="Arial"/>
                <a:cs typeface="Arial"/>
              </a:defRPr>
            </a:lvl5pPr>
            <a:lvl6pPr algn="ctr">
              <a:defRPr sz="1500" b="1">
                <a:solidFill>
                  <a:srgbClr val="000000"/>
                </a:solidFill>
                <a:latin typeface="Arial"/>
                <a:ea typeface="Arial"/>
                <a:cs typeface="Arial"/>
              </a:defRPr>
            </a:lvl6pPr>
            <a:lvl7pPr algn="ctr">
              <a:defRPr sz="1500" b="1">
                <a:solidFill>
                  <a:srgbClr val="000000"/>
                </a:solidFill>
                <a:latin typeface="Arial"/>
                <a:ea typeface="Arial"/>
                <a:cs typeface="Arial"/>
              </a:defRPr>
            </a:lvl7pPr>
            <a:lvl8pPr algn="ctr">
              <a:defRPr sz="1500" b="1">
                <a:solidFill>
                  <a:srgbClr val="000000"/>
                </a:solidFill>
                <a:latin typeface="Arial"/>
                <a:ea typeface="Arial"/>
                <a:cs typeface="Arial"/>
              </a:defRPr>
            </a:lvl8pPr>
            <a:lvl9pPr algn="ctr">
              <a:defRPr sz="1500" b="1">
                <a:solidFill>
                  <a:srgbClr val="000000"/>
                </a:solidFill>
                <a:latin typeface="Arial"/>
                <a:ea typeface="Arial"/>
                <a:cs typeface="Arial"/>
              </a:defRPr>
            </a:lvl9pPr>
          </a:lstStyle>
          <a:p xmlns:a="http://schemas.openxmlformats.org/drawingml/2006/main">
            <a:pPr algn="ctr">
              <a:defRPr sz="1500" b="1">
                <a:solidFill>
                  <a:srgbClr val="000000"/>
                </a:solidFill>
                <a:latin typeface="Arial"/>
                <a:ea typeface="Arial"/>
                <a:cs typeface="Arial"/>
              </a:defRPr>
            </a:pPr>
            <a:r>
              <a:rPr sz="1500" b="1">
                <a:solidFill>
                  <a:srgbClr val="000000"/>
                </a:solidFill>
                <a:latin typeface="Arial"/>
                <a:ea typeface="Arial"/>
                <a:cs typeface="Arial"/>
              </a:rPr>
              <a:t>C</a:t>
            </a:r>
          </a:p>
        </p:txBody>
      </p:sp>
      <p:sp>
        <p:nvSpPr>
          <p:cNvPr id="81" name="C exact d coordinate t25">
            <a:extLst xmlns:a="http://schemas.openxmlformats.org/drawingml/2006/main">
              <a:ext uri="{FF2B5EF4-FFF2-40B4-BE49-F238E27FC236}">
                <a16:creationId xmlns:a16="http://schemas.microsoft.com/office/drawing/2014/main" id="{E28B25DB-442F-483B-AA08-B56EDC811000}"/>
              </a:ext>
            </a:extLst>
          </p:cNvPr>
          <p:cNvSpPr>
            <a:spLocks xmlns:a="http://schemas.openxmlformats.org/drawingml/2006/main" noGrp="1"/>
          </p:cNvSpPr>
          <p:nvPr/>
        </p:nvSpPr>
        <p:spPr>
          <a:xfrm xmlns:a="http://schemas.openxmlformats.org/drawingml/2006/main">
            <a:off x="5578475" y="2790825"/>
            <a:ext cx="438150" cy="2190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350" b="0">
                <a:solidFill>
                  <a:srgbClr val="000000"/>
                </a:solidFill>
                <a:latin typeface="Arial"/>
                <a:ea typeface="Arial"/>
                <a:cs typeface="Arial"/>
              </a:defRPr>
            </a:defPPr>
            <a:lvl1pPr algn="ctr">
              <a:defRPr sz="1350" b="0">
                <a:solidFill>
                  <a:srgbClr val="000000"/>
                </a:solidFill>
                <a:latin typeface="Arial"/>
                <a:ea typeface="Arial"/>
                <a:cs typeface="Arial"/>
              </a:defRPr>
            </a:lvl1pPr>
            <a:lvl2pPr algn="ctr">
              <a:defRPr sz="1350" b="0">
                <a:solidFill>
                  <a:srgbClr val="000000"/>
                </a:solidFill>
                <a:latin typeface="Arial"/>
                <a:ea typeface="Arial"/>
                <a:cs typeface="Arial"/>
              </a:defRPr>
            </a:lvl2pPr>
            <a:lvl3pPr algn="ctr">
              <a:defRPr sz="1350" b="0">
                <a:solidFill>
                  <a:srgbClr val="000000"/>
                </a:solidFill>
                <a:latin typeface="Arial"/>
                <a:ea typeface="Arial"/>
                <a:cs typeface="Arial"/>
              </a:defRPr>
            </a:lvl3pPr>
            <a:lvl4pPr algn="ctr">
              <a:defRPr sz="1350" b="0">
                <a:solidFill>
                  <a:srgbClr val="000000"/>
                </a:solidFill>
                <a:latin typeface="Arial"/>
                <a:ea typeface="Arial"/>
                <a:cs typeface="Arial"/>
              </a:defRPr>
            </a:lvl4pPr>
            <a:lvl5pPr algn="ctr">
              <a:defRPr sz="1350" b="0">
                <a:solidFill>
                  <a:srgbClr val="000000"/>
                </a:solidFill>
                <a:latin typeface="Arial"/>
                <a:ea typeface="Arial"/>
                <a:cs typeface="Arial"/>
              </a:defRPr>
            </a:lvl5pPr>
            <a:lvl6pPr algn="ctr">
              <a:defRPr sz="1350" b="0">
                <a:solidFill>
                  <a:srgbClr val="000000"/>
                </a:solidFill>
                <a:latin typeface="Arial"/>
                <a:ea typeface="Arial"/>
                <a:cs typeface="Arial"/>
              </a:defRPr>
            </a:lvl6pPr>
            <a:lvl7pPr algn="ctr">
              <a:defRPr sz="1350" b="0">
                <a:solidFill>
                  <a:srgbClr val="000000"/>
                </a:solidFill>
                <a:latin typeface="Arial"/>
                <a:ea typeface="Arial"/>
                <a:cs typeface="Arial"/>
              </a:defRPr>
            </a:lvl7pPr>
            <a:lvl8pPr algn="ctr">
              <a:defRPr sz="1350" b="0">
                <a:solidFill>
                  <a:srgbClr val="000000"/>
                </a:solidFill>
                <a:latin typeface="Arial"/>
                <a:ea typeface="Arial"/>
                <a:cs typeface="Arial"/>
              </a:defRPr>
            </a:lvl8pPr>
            <a:lvl9pPr algn="ctr">
              <a:defRPr sz="1350" b="0">
                <a:solidFill>
                  <a:srgbClr val="000000"/>
                </a:solidFill>
                <a:latin typeface="Arial"/>
                <a:ea typeface="Arial"/>
                <a:cs typeface="Arial"/>
              </a:defRPr>
            </a:lvl9pPr>
          </a:lstStyle>
          <a:p xmlns:a="http://schemas.openxmlformats.org/drawingml/2006/main">
            <a:pPr algn="ctr">
              <a:defRPr sz="1350" b="0">
                <a:solidFill>
                  <a:srgbClr val="000000"/>
                </a:solidFill>
                <a:latin typeface="Arial"/>
                <a:ea typeface="Arial"/>
                <a:cs typeface="Arial"/>
              </a:defRPr>
            </a:pPr>
            <a:r>
              <a:rPr sz="1350" b="0">
                <a:solidFill>
                  <a:srgbClr val="000000"/>
                </a:solidFill>
                <a:latin typeface="Arial"/>
                <a:ea typeface="Arial"/>
                <a:cs typeface="Arial"/>
              </a:rPr>
              <a:t>100</a:t>
            </a:r>
          </a:p>
        </p:txBody>
      </p:sp>
      <p:sp>
        <p:nvSpPr>
          <p:cNvPr id="82" name="t = 38">
            <a:extLst xmlns:a="http://schemas.openxmlformats.org/drawingml/2006/main">
              <a:ext uri="{FF2B5EF4-FFF2-40B4-BE49-F238E27FC236}">
                <a16:creationId xmlns:a16="http://schemas.microsoft.com/office/drawing/2014/main" id="{FF7836B9-8E4A-447A-B2A5-5BA54A7DC64B}"/>
              </a:ext>
            </a:extLst>
          </p:cNvPr>
          <p:cNvSpPr>
            <a:spLocks xmlns:a="http://schemas.openxmlformats.org/drawingml/2006/main" noGrp="1"/>
          </p:cNvSpPr>
          <p:nvPr/>
        </p:nvSpPr>
        <p:spPr>
          <a:xfrm xmlns:a="http://schemas.openxmlformats.org/drawingml/2006/main">
            <a:off x="6315075" y="285750"/>
            <a:ext cx="17335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500" b="1">
                <a:solidFill>
                  <a:srgbClr val="000000"/>
                </a:solidFill>
                <a:latin typeface="Arial"/>
                <a:ea typeface="Arial"/>
                <a:cs typeface="Arial"/>
              </a:defRPr>
            </a:defPPr>
            <a:lvl1pPr algn="ctr">
              <a:defRPr sz="1500" b="1">
                <a:solidFill>
                  <a:srgbClr val="000000"/>
                </a:solidFill>
                <a:latin typeface="Arial"/>
                <a:ea typeface="Arial"/>
                <a:cs typeface="Arial"/>
              </a:defRPr>
            </a:lvl1pPr>
            <a:lvl2pPr algn="ctr">
              <a:defRPr sz="1500" b="1">
                <a:solidFill>
                  <a:srgbClr val="000000"/>
                </a:solidFill>
                <a:latin typeface="Arial"/>
                <a:ea typeface="Arial"/>
                <a:cs typeface="Arial"/>
              </a:defRPr>
            </a:lvl2pPr>
            <a:lvl3pPr algn="ctr">
              <a:defRPr sz="1500" b="1">
                <a:solidFill>
                  <a:srgbClr val="000000"/>
                </a:solidFill>
                <a:latin typeface="Arial"/>
                <a:ea typeface="Arial"/>
                <a:cs typeface="Arial"/>
              </a:defRPr>
            </a:lvl3pPr>
            <a:lvl4pPr algn="ctr">
              <a:defRPr sz="1500" b="1">
                <a:solidFill>
                  <a:srgbClr val="000000"/>
                </a:solidFill>
                <a:latin typeface="Arial"/>
                <a:ea typeface="Arial"/>
                <a:cs typeface="Arial"/>
              </a:defRPr>
            </a:lvl4pPr>
            <a:lvl5pPr algn="ctr">
              <a:defRPr sz="1500" b="1">
                <a:solidFill>
                  <a:srgbClr val="000000"/>
                </a:solidFill>
                <a:latin typeface="Arial"/>
                <a:ea typeface="Arial"/>
                <a:cs typeface="Arial"/>
              </a:defRPr>
            </a:lvl5pPr>
            <a:lvl6pPr algn="ctr">
              <a:defRPr sz="1500" b="1">
                <a:solidFill>
                  <a:srgbClr val="000000"/>
                </a:solidFill>
                <a:latin typeface="Arial"/>
                <a:ea typeface="Arial"/>
                <a:cs typeface="Arial"/>
              </a:defRPr>
            </a:lvl6pPr>
            <a:lvl7pPr algn="ctr">
              <a:defRPr sz="1500" b="1">
                <a:solidFill>
                  <a:srgbClr val="000000"/>
                </a:solidFill>
                <a:latin typeface="Arial"/>
                <a:ea typeface="Arial"/>
                <a:cs typeface="Arial"/>
              </a:defRPr>
            </a:lvl7pPr>
            <a:lvl8pPr algn="ctr">
              <a:defRPr sz="1500" b="1">
                <a:solidFill>
                  <a:srgbClr val="000000"/>
                </a:solidFill>
                <a:latin typeface="Arial"/>
                <a:ea typeface="Arial"/>
                <a:cs typeface="Arial"/>
              </a:defRPr>
            </a:lvl8pPr>
            <a:lvl9pPr algn="ctr">
              <a:defRPr sz="1500" b="1">
                <a:solidFill>
                  <a:srgbClr val="000000"/>
                </a:solidFill>
                <a:latin typeface="Arial"/>
                <a:ea typeface="Arial"/>
                <a:cs typeface="Arial"/>
              </a:defRPr>
            </a:lvl9pPr>
          </a:lstStyle>
          <a:p xmlns:a="http://schemas.openxmlformats.org/drawingml/2006/main">
            <a:pPr algn="ctr">
              <a:defRPr sz="1500" b="1">
                <a:solidFill>
                  <a:srgbClr val="000000"/>
                </a:solidFill>
                <a:latin typeface="Arial"/>
                <a:ea typeface="Arial"/>
                <a:cs typeface="Arial"/>
              </a:defRPr>
            </a:pPr>
            <a:r>
              <a:rPr sz="1500" b="1">
                <a:solidFill>
                  <a:srgbClr val="000000"/>
                </a:solidFill>
                <a:latin typeface="Arial"/>
                <a:ea typeface="Arial"/>
                <a:cs typeface="Arial"/>
              </a:rPr>
              <a:t>t = 38</a:t>
            </a:r>
          </a:p>
        </p:txBody>
      </p:sp>
      <p:pic>
        <p:nvPicPr>
          <p:cNvPr id="83" name="">
            <a:extLst xmlns:a="http://schemas.openxmlformats.org/drawingml/2006/main">
              <a:ext uri="{FF2B5EF4-FFF2-40B4-BE49-F238E27FC236}">
                <a16:creationId xmlns:a16="http://schemas.microsoft.com/office/drawing/2014/main" id="{5CFED8C4-8959-48CE-8138-9BD0F1CFF9A7}"/>
              </a:ext>
            </a:extLst>
          </p:cNvPr>
          <p:cNvPicPr>
            <a:picLocks xmlns:a="http://schemas.openxmlformats.org/drawingml/2006/main" noChangeAspect="1"/>
          </p:cNvPicPr>
          <p:nvPr/>
        </p:nvPicPr>
        <p:blipFill>
          <a:blip xmlns:r="http://schemas.openxmlformats.org/officeDocument/2006/relationships" xmlns:a="http://schemas.openxmlformats.org/drawingml/2006/main" r:embed="R4294b00990454514"/>
          <a:stretch xmlns:a="http://schemas.openxmlformats.org/drawingml/2006/main"/>
        </p:blipFill>
        <p:spPr>
          <a:xfrm xmlns:a="http://schemas.openxmlformats.org/drawingml/2006/main">
            <a:off x="6315075" y="552450"/>
            <a:ext cx="1733550" cy="1733550"/>
          </a:xfrm>
          <a:prstGeom xmlns:a="http://schemas.openxmlformats.org/drawingml/2006/main" prst="rect">
            <a:avLst/>
          </a:prstGeom>
        </p:spPr>
      </p:pic>
      <p:sp>
        <p:nvSpPr>
          <p:cNvPr id="84" name="Scientific domain frame">
            <a:extLst xmlns:a="http://schemas.openxmlformats.org/drawingml/2006/main">
              <a:ext uri="{FF2B5EF4-FFF2-40B4-BE49-F238E27FC236}">
                <a16:creationId xmlns:a16="http://schemas.microsoft.com/office/drawing/2014/main" id="{752F1BDF-7E17-4A2B-A67A-35C9FB058B84}"/>
              </a:ext>
            </a:extLst>
          </p:cNvPr>
          <p:cNvSpPr>
            <a:spLocks xmlns:a="http://schemas.openxmlformats.org/drawingml/2006/main" noGrp="1"/>
          </p:cNvSpPr>
          <p:nvPr/>
        </p:nvSpPr>
        <p:spPr>
          <a:xfrm xmlns:a="http://schemas.openxmlformats.org/drawingml/2006/main">
            <a:off x="6315075" y="552450"/>
            <a:ext cx="1733550" cy="1733550"/>
          </a:xfrm>
          <a:prstGeom xmlns:a="http://schemas.openxmlformats.org/drawingml/2006/main" prst="rect">
            <a:avLst/>
          </a:prstGeom>
          <a:noFill xmlns:a="http://schemas.openxmlformats.org/drawingml/2006/main"/>
          <a:ln xmlns:a="http://schemas.openxmlformats.org/drawingml/2006/main" w="7620">
            <a:solidFill>
              <a:srgbClr val="000000"/>
            </a:solidFill>
          </a:ln>
        </p:spPr>
      </p:sp>
      <p:sp>
        <p:nvSpPr>
          <p:cNvPr id="85" name="A source-to-d projection t38">
            <a:extLst xmlns:a="http://schemas.openxmlformats.org/drawingml/2006/main">
              <a:ext uri="{FF2B5EF4-FFF2-40B4-BE49-F238E27FC236}">
                <a16:creationId xmlns:a16="http://schemas.microsoft.com/office/drawing/2014/main" id="{5F0169AB-6B56-44EF-9141-6130C7DA9FBF}"/>
              </a:ext>
            </a:extLst>
          </p:cNvPr>
          <p:cNvSpPr>
            <a:spLocks xmlns:a="http://schemas.openxmlformats.org/drawingml/2006/main" noGrp="1"/>
          </p:cNvSpPr>
          <p:nvPr/>
        </p:nvSpPr>
        <p:spPr>
          <a:xfrm xmlns:a="http://schemas.openxmlformats.org/drawingml/2006/main">
            <a:off x="6604000" y="2038985"/>
            <a:ext cx="95" cy="376555"/>
          </a:xfrm>
          <a:custGeom xmlns:a="http://schemas.openxmlformats.org/drawingml/2006/main">
            <a:pathLst>
              <a:path w="95" h="490855">
                <a:moveTo>
                  <a:pt x="0" y="0"/>
                </a:moveTo>
                <a:lnTo>
                  <a:pt x="0" y="490855"/>
                </a:lnTo>
              </a:path>
            </a:pathLst>
          </a:custGeom>
          <a:noFill xmlns:a="http://schemas.openxmlformats.org/drawingml/2006/main"/>
          <a:ln xmlns:a="http://schemas.openxmlformats.org/drawingml/2006/main" w="11906">
            <a:solidFill>
              <a:srgbClr val="000000"/>
            </a:solidFill>
            <a:prstDash val="dash"/>
          </a:ln>
        </p:spPr>
      </p:sp>
      <p:sp>
        <p:nvSpPr>
          <p:cNvPr id="86" name="B source-to-d projection t38">
            <a:extLst xmlns:a="http://schemas.openxmlformats.org/drawingml/2006/main">
              <a:ext uri="{FF2B5EF4-FFF2-40B4-BE49-F238E27FC236}">
                <a16:creationId xmlns:a16="http://schemas.microsoft.com/office/drawing/2014/main" id="{C6D3A95F-B8AD-4B1C-B655-AF76A54016C4}"/>
              </a:ext>
            </a:extLst>
          </p:cNvPr>
          <p:cNvSpPr>
            <a:spLocks xmlns:a="http://schemas.openxmlformats.org/drawingml/2006/main" noGrp="1"/>
          </p:cNvSpPr>
          <p:nvPr/>
        </p:nvSpPr>
        <p:spPr>
          <a:xfrm xmlns:a="http://schemas.openxmlformats.org/drawingml/2006/main">
            <a:off x="7239635" y="1535113"/>
            <a:ext cx="95" cy="864235"/>
          </a:xfrm>
          <a:custGeom xmlns:a="http://schemas.openxmlformats.org/drawingml/2006/main">
            <a:pathLst>
              <a:path w="95" h="978535">
                <a:moveTo>
                  <a:pt x="0" y="0"/>
                </a:moveTo>
                <a:lnTo>
                  <a:pt x="0" y="978535"/>
                </a:lnTo>
              </a:path>
            </a:pathLst>
          </a:custGeom>
          <a:noFill xmlns:a="http://schemas.openxmlformats.org/drawingml/2006/main"/>
          <a:ln xmlns:a="http://schemas.openxmlformats.org/drawingml/2006/main" w="11906">
            <a:solidFill>
              <a:srgbClr val="000000"/>
            </a:solidFill>
            <a:prstDash val="dash"/>
          </a:ln>
        </p:spPr>
      </p:sp>
      <p:sp>
        <p:nvSpPr>
          <p:cNvPr id="87" name="C source-to-d projection t38">
            <a:extLst xmlns:a="http://schemas.openxmlformats.org/drawingml/2006/main">
              <a:ext uri="{FF2B5EF4-FFF2-40B4-BE49-F238E27FC236}">
                <a16:creationId xmlns:a16="http://schemas.microsoft.com/office/drawing/2014/main" id="{7510607F-8D36-43D3-8497-4973D8154DC7}"/>
              </a:ext>
            </a:extLst>
          </p:cNvPr>
          <p:cNvSpPr>
            <a:spLocks xmlns:a="http://schemas.openxmlformats.org/drawingml/2006/main" noGrp="1"/>
          </p:cNvSpPr>
          <p:nvPr/>
        </p:nvSpPr>
        <p:spPr>
          <a:xfrm xmlns:a="http://schemas.openxmlformats.org/drawingml/2006/main">
            <a:off x="7759700" y="915670"/>
            <a:ext cx="95" cy="1467485"/>
          </a:xfrm>
          <a:custGeom xmlns:a="http://schemas.openxmlformats.org/drawingml/2006/main">
            <a:pathLst>
              <a:path w="95" h="1581785">
                <a:moveTo>
                  <a:pt x="0" y="0"/>
                </a:moveTo>
                <a:lnTo>
                  <a:pt x="0" y="1581785"/>
                </a:lnTo>
              </a:path>
            </a:pathLst>
          </a:custGeom>
          <a:noFill xmlns:a="http://schemas.openxmlformats.org/drawingml/2006/main"/>
          <a:ln xmlns:a="http://schemas.openxmlformats.org/drawingml/2006/main" w="11906">
            <a:solidFill>
              <a:srgbClr val="000000"/>
            </a:solidFill>
            <a:prstDash val="dash"/>
          </a:ln>
        </p:spPr>
      </p:sp>
      <p:sp>
        <p:nvSpPr>
          <p:cNvPr id="88" name="A source identity marker t38">
            <a:extLst xmlns:a="http://schemas.openxmlformats.org/drawingml/2006/main">
              <a:ext uri="{FF2B5EF4-FFF2-40B4-BE49-F238E27FC236}">
                <a16:creationId xmlns:a16="http://schemas.microsoft.com/office/drawing/2014/main" id="{CD15DBFA-7999-4127-AE40-56956837AFAB}"/>
              </a:ext>
            </a:extLst>
          </p:cNvPr>
          <p:cNvSpPr>
            <a:spLocks xmlns:a="http://schemas.openxmlformats.org/drawingml/2006/main" noGrp="1"/>
          </p:cNvSpPr>
          <p:nvPr/>
        </p:nvSpPr>
        <p:spPr>
          <a:xfrm xmlns:a="http://schemas.openxmlformats.org/drawingml/2006/main">
            <a:off x="6562090" y="1955165"/>
            <a:ext cx="83820" cy="83820"/>
          </a:xfrm>
          <a:prstGeom xmlns:a="http://schemas.openxmlformats.org/drawingml/2006/main" prst="ellipse">
            <a:avLst/>
          </a:prstGeom>
          <a:noFill xmlns:a="http://schemas.openxmlformats.org/drawingml/2006/main"/>
          <a:ln xmlns:a="http://schemas.openxmlformats.org/drawingml/2006/main" w="19050">
            <a:solidFill>
              <a:srgbClr val="ECE51B"/>
            </a:solidFill>
          </a:ln>
        </p:spPr>
      </p:sp>
      <p:sp>
        <p:nvSpPr>
          <p:cNvPr id="89" name="A black source label t38">
            <a:extLst xmlns:a="http://schemas.openxmlformats.org/drawingml/2006/main">
              <a:ext uri="{FF2B5EF4-FFF2-40B4-BE49-F238E27FC236}">
                <a16:creationId xmlns:a16="http://schemas.microsoft.com/office/drawing/2014/main" id="{2CE3FDD6-0AAE-4725-B027-59B31CE9CD3E}"/>
              </a:ext>
            </a:extLst>
          </p:cNvPr>
          <p:cNvSpPr>
            <a:spLocks xmlns:a="http://schemas.openxmlformats.org/drawingml/2006/main" noGrp="1"/>
          </p:cNvSpPr>
          <p:nvPr/>
        </p:nvSpPr>
        <p:spPr>
          <a:xfrm xmlns:a="http://schemas.openxmlformats.org/drawingml/2006/main">
            <a:off x="6699250" y="1749425"/>
            <a:ext cx="257175"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575" b="1">
                <a:solidFill>
                  <a:srgbClr val="000000"/>
                </a:solidFill>
                <a:latin typeface="Arial"/>
                <a:ea typeface="Arial"/>
                <a:cs typeface="Arial"/>
              </a:defRPr>
            </a:defPPr>
            <a:lvl1pPr algn="l">
              <a:defRPr sz="1575" b="1">
                <a:solidFill>
                  <a:srgbClr val="000000"/>
                </a:solidFill>
                <a:latin typeface="Arial"/>
                <a:ea typeface="Arial"/>
                <a:cs typeface="Arial"/>
              </a:defRPr>
            </a:lvl1pPr>
            <a:lvl2pPr algn="l">
              <a:defRPr sz="1575" b="1">
                <a:solidFill>
                  <a:srgbClr val="000000"/>
                </a:solidFill>
                <a:latin typeface="Arial"/>
                <a:ea typeface="Arial"/>
                <a:cs typeface="Arial"/>
              </a:defRPr>
            </a:lvl2pPr>
            <a:lvl3pPr algn="l">
              <a:defRPr sz="1575" b="1">
                <a:solidFill>
                  <a:srgbClr val="000000"/>
                </a:solidFill>
                <a:latin typeface="Arial"/>
                <a:ea typeface="Arial"/>
                <a:cs typeface="Arial"/>
              </a:defRPr>
            </a:lvl3pPr>
            <a:lvl4pPr algn="l">
              <a:defRPr sz="1575" b="1">
                <a:solidFill>
                  <a:srgbClr val="000000"/>
                </a:solidFill>
                <a:latin typeface="Arial"/>
                <a:ea typeface="Arial"/>
                <a:cs typeface="Arial"/>
              </a:defRPr>
            </a:lvl4pPr>
            <a:lvl5pPr algn="l">
              <a:defRPr sz="1575" b="1">
                <a:solidFill>
                  <a:srgbClr val="000000"/>
                </a:solidFill>
                <a:latin typeface="Arial"/>
                <a:ea typeface="Arial"/>
                <a:cs typeface="Arial"/>
              </a:defRPr>
            </a:lvl5pPr>
            <a:lvl6pPr algn="l">
              <a:defRPr sz="1575" b="1">
                <a:solidFill>
                  <a:srgbClr val="000000"/>
                </a:solidFill>
                <a:latin typeface="Arial"/>
                <a:ea typeface="Arial"/>
                <a:cs typeface="Arial"/>
              </a:defRPr>
            </a:lvl6pPr>
            <a:lvl7pPr algn="l">
              <a:defRPr sz="1575" b="1">
                <a:solidFill>
                  <a:srgbClr val="000000"/>
                </a:solidFill>
                <a:latin typeface="Arial"/>
                <a:ea typeface="Arial"/>
                <a:cs typeface="Arial"/>
              </a:defRPr>
            </a:lvl7pPr>
            <a:lvl8pPr algn="l">
              <a:defRPr sz="1575" b="1">
                <a:solidFill>
                  <a:srgbClr val="000000"/>
                </a:solidFill>
                <a:latin typeface="Arial"/>
                <a:ea typeface="Arial"/>
                <a:cs typeface="Arial"/>
              </a:defRPr>
            </a:lvl8pPr>
            <a:lvl9pPr algn="l">
              <a:defRPr sz="1575" b="1">
                <a:solidFill>
                  <a:srgbClr val="000000"/>
                </a:solidFill>
                <a:latin typeface="Arial"/>
                <a:ea typeface="Arial"/>
                <a:cs typeface="Arial"/>
              </a:defRPr>
            </a:lvl9pPr>
          </a:lstStyle>
          <a:p xmlns:a="http://schemas.openxmlformats.org/drawingml/2006/main">
            <a:pPr algn="l">
              <a:defRPr sz="1575" b="1">
                <a:solidFill>
                  <a:srgbClr val="000000"/>
                </a:solidFill>
                <a:latin typeface="Arial"/>
                <a:ea typeface="Arial"/>
                <a:cs typeface="Arial"/>
              </a:defRPr>
            </a:pPr>
            <a:r>
              <a:rPr sz="1575" b="1">
                <a:solidFill>
                  <a:srgbClr val="000000"/>
                </a:solidFill>
                <a:latin typeface="Arial"/>
                <a:ea typeface="Arial"/>
                <a:cs typeface="Arial"/>
              </a:rPr>
              <a:t>A</a:t>
            </a:r>
          </a:p>
        </p:txBody>
      </p:sp>
      <p:sp>
        <p:nvSpPr>
          <p:cNvPr id="90" name="B source identity marker t38">
            <a:extLst xmlns:a="http://schemas.openxmlformats.org/drawingml/2006/main">
              <a:ext uri="{FF2B5EF4-FFF2-40B4-BE49-F238E27FC236}">
                <a16:creationId xmlns:a16="http://schemas.microsoft.com/office/drawing/2014/main" id="{F0887FBE-C57A-4165-BAC9-7B53E69B6AAE}"/>
              </a:ext>
            </a:extLst>
          </p:cNvPr>
          <p:cNvSpPr>
            <a:spLocks xmlns:a="http://schemas.openxmlformats.org/drawingml/2006/main" noGrp="1"/>
          </p:cNvSpPr>
          <p:nvPr/>
        </p:nvSpPr>
        <p:spPr>
          <a:xfrm xmlns:a="http://schemas.openxmlformats.org/drawingml/2006/main">
            <a:off x="7181532" y="1418908"/>
            <a:ext cx="116205" cy="116205"/>
          </a:xfrm>
          <a:prstGeom xmlns:a="http://schemas.openxmlformats.org/drawingml/2006/main" prst="ellipse">
            <a:avLst/>
          </a:prstGeom>
          <a:noFill xmlns:a="http://schemas.openxmlformats.org/drawingml/2006/main"/>
          <a:ln xmlns:a="http://schemas.openxmlformats.org/drawingml/2006/main" w="19050">
            <a:solidFill>
              <a:srgbClr val="FDE725"/>
            </a:solidFill>
          </a:ln>
        </p:spPr>
      </p:sp>
      <p:sp>
        <p:nvSpPr>
          <p:cNvPr id="91" name="B black source label t38">
            <a:extLst xmlns:a="http://schemas.openxmlformats.org/drawingml/2006/main">
              <a:ext uri="{FF2B5EF4-FFF2-40B4-BE49-F238E27FC236}">
                <a16:creationId xmlns:a16="http://schemas.microsoft.com/office/drawing/2014/main" id="{C62B30A0-139B-4625-9D45-15BAD3B8518B}"/>
              </a:ext>
            </a:extLst>
          </p:cNvPr>
          <p:cNvSpPr>
            <a:spLocks xmlns:a="http://schemas.openxmlformats.org/drawingml/2006/main" noGrp="1"/>
          </p:cNvSpPr>
          <p:nvPr/>
        </p:nvSpPr>
        <p:spPr>
          <a:xfrm xmlns:a="http://schemas.openxmlformats.org/drawingml/2006/main">
            <a:off x="7334885" y="1229360"/>
            <a:ext cx="257175"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575" b="1">
                <a:solidFill>
                  <a:srgbClr val="000000"/>
                </a:solidFill>
                <a:latin typeface="Arial"/>
                <a:ea typeface="Arial"/>
                <a:cs typeface="Arial"/>
              </a:defRPr>
            </a:defPPr>
            <a:lvl1pPr algn="l">
              <a:defRPr sz="1575" b="1">
                <a:solidFill>
                  <a:srgbClr val="000000"/>
                </a:solidFill>
                <a:latin typeface="Arial"/>
                <a:ea typeface="Arial"/>
                <a:cs typeface="Arial"/>
              </a:defRPr>
            </a:lvl1pPr>
            <a:lvl2pPr algn="l">
              <a:defRPr sz="1575" b="1">
                <a:solidFill>
                  <a:srgbClr val="000000"/>
                </a:solidFill>
                <a:latin typeface="Arial"/>
                <a:ea typeface="Arial"/>
                <a:cs typeface="Arial"/>
              </a:defRPr>
            </a:lvl2pPr>
            <a:lvl3pPr algn="l">
              <a:defRPr sz="1575" b="1">
                <a:solidFill>
                  <a:srgbClr val="000000"/>
                </a:solidFill>
                <a:latin typeface="Arial"/>
                <a:ea typeface="Arial"/>
                <a:cs typeface="Arial"/>
              </a:defRPr>
            </a:lvl3pPr>
            <a:lvl4pPr algn="l">
              <a:defRPr sz="1575" b="1">
                <a:solidFill>
                  <a:srgbClr val="000000"/>
                </a:solidFill>
                <a:latin typeface="Arial"/>
                <a:ea typeface="Arial"/>
                <a:cs typeface="Arial"/>
              </a:defRPr>
            </a:lvl4pPr>
            <a:lvl5pPr algn="l">
              <a:defRPr sz="1575" b="1">
                <a:solidFill>
                  <a:srgbClr val="000000"/>
                </a:solidFill>
                <a:latin typeface="Arial"/>
                <a:ea typeface="Arial"/>
                <a:cs typeface="Arial"/>
              </a:defRPr>
            </a:lvl5pPr>
            <a:lvl6pPr algn="l">
              <a:defRPr sz="1575" b="1">
                <a:solidFill>
                  <a:srgbClr val="000000"/>
                </a:solidFill>
                <a:latin typeface="Arial"/>
                <a:ea typeface="Arial"/>
                <a:cs typeface="Arial"/>
              </a:defRPr>
            </a:lvl6pPr>
            <a:lvl7pPr algn="l">
              <a:defRPr sz="1575" b="1">
                <a:solidFill>
                  <a:srgbClr val="000000"/>
                </a:solidFill>
                <a:latin typeface="Arial"/>
                <a:ea typeface="Arial"/>
                <a:cs typeface="Arial"/>
              </a:defRPr>
            </a:lvl7pPr>
            <a:lvl8pPr algn="l">
              <a:defRPr sz="1575" b="1">
                <a:solidFill>
                  <a:srgbClr val="000000"/>
                </a:solidFill>
                <a:latin typeface="Arial"/>
                <a:ea typeface="Arial"/>
                <a:cs typeface="Arial"/>
              </a:defRPr>
            </a:lvl8pPr>
            <a:lvl9pPr algn="l">
              <a:defRPr sz="1575" b="1">
                <a:solidFill>
                  <a:srgbClr val="000000"/>
                </a:solidFill>
                <a:latin typeface="Arial"/>
                <a:ea typeface="Arial"/>
                <a:cs typeface="Arial"/>
              </a:defRPr>
            </a:lvl9pPr>
          </a:lstStyle>
          <a:p xmlns:a="http://schemas.openxmlformats.org/drawingml/2006/main">
            <a:pPr algn="l">
              <a:defRPr sz="1575" b="1">
                <a:solidFill>
                  <a:srgbClr val="000000"/>
                </a:solidFill>
                <a:latin typeface="Arial"/>
                <a:ea typeface="Arial"/>
                <a:cs typeface="Arial"/>
              </a:defRPr>
            </a:pPr>
            <a:r>
              <a:rPr sz="1575" b="1">
                <a:solidFill>
                  <a:srgbClr val="000000"/>
                </a:solidFill>
                <a:latin typeface="Arial"/>
                <a:ea typeface="Arial"/>
                <a:cs typeface="Arial"/>
              </a:rPr>
              <a:t>B</a:t>
            </a:r>
          </a:p>
        </p:txBody>
      </p:sp>
      <p:sp>
        <p:nvSpPr>
          <p:cNvPr id="92" name="C source identity marker t38">
            <a:extLst xmlns:a="http://schemas.openxmlformats.org/drawingml/2006/main">
              <a:ext uri="{FF2B5EF4-FFF2-40B4-BE49-F238E27FC236}">
                <a16:creationId xmlns:a16="http://schemas.microsoft.com/office/drawing/2014/main" id="{A5049D8E-E26A-440D-BF3C-9157E091319A}"/>
              </a:ext>
            </a:extLst>
          </p:cNvPr>
          <p:cNvSpPr>
            <a:spLocks xmlns:a="http://schemas.openxmlformats.org/drawingml/2006/main" noGrp="1"/>
          </p:cNvSpPr>
          <p:nvPr/>
        </p:nvSpPr>
        <p:spPr>
          <a:xfrm xmlns:a="http://schemas.openxmlformats.org/drawingml/2006/main">
            <a:off x="7685405" y="767080"/>
            <a:ext cx="148590" cy="148590"/>
          </a:xfrm>
          <a:prstGeom xmlns:a="http://schemas.openxmlformats.org/drawingml/2006/main" prst="ellipse">
            <a:avLst/>
          </a:prstGeom>
          <a:noFill xmlns:a="http://schemas.openxmlformats.org/drawingml/2006/main"/>
          <a:ln xmlns:a="http://schemas.openxmlformats.org/drawingml/2006/main" w="19050">
            <a:solidFill>
              <a:srgbClr val="D9E219"/>
            </a:solidFill>
          </a:ln>
        </p:spPr>
      </p:sp>
      <p:sp>
        <p:nvSpPr>
          <p:cNvPr id="93" name="C black source label t38">
            <a:extLst xmlns:a="http://schemas.openxmlformats.org/drawingml/2006/main">
              <a:ext uri="{FF2B5EF4-FFF2-40B4-BE49-F238E27FC236}">
                <a16:creationId xmlns:a16="http://schemas.microsoft.com/office/drawing/2014/main" id="{CD65C489-D3CD-4F4D-AC88-0F855D5FA4FA}"/>
              </a:ext>
            </a:extLst>
          </p:cNvPr>
          <p:cNvSpPr>
            <a:spLocks xmlns:a="http://schemas.openxmlformats.org/drawingml/2006/main" noGrp="1"/>
          </p:cNvSpPr>
          <p:nvPr/>
        </p:nvSpPr>
        <p:spPr>
          <a:xfrm xmlns:a="http://schemas.openxmlformats.org/drawingml/2006/main">
            <a:off x="7854950" y="593725"/>
            <a:ext cx="257175"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575" b="1">
                <a:solidFill>
                  <a:srgbClr val="000000"/>
                </a:solidFill>
                <a:latin typeface="Arial"/>
                <a:ea typeface="Arial"/>
                <a:cs typeface="Arial"/>
              </a:defRPr>
            </a:defPPr>
            <a:lvl1pPr algn="l">
              <a:defRPr sz="1575" b="1">
                <a:solidFill>
                  <a:srgbClr val="000000"/>
                </a:solidFill>
                <a:latin typeface="Arial"/>
                <a:ea typeface="Arial"/>
                <a:cs typeface="Arial"/>
              </a:defRPr>
            </a:lvl1pPr>
            <a:lvl2pPr algn="l">
              <a:defRPr sz="1575" b="1">
                <a:solidFill>
                  <a:srgbClr val="000000"/>
                </a:solidFill>
                <a:latin typeface="Arial"/>
                <a:ea typeface="Arial"/>
                <a:cs typeface="Arial"/>
              </a:defRPr>
            </a:lvl2pPr>
            <a:lvl3pPr algn="l">
              <a:defRPr sz="1575" b="1">
                <a:solidFill>
                  <a:srgbClr val="000000"/>
                </a:solidFill>
                <a:latin typeface="Arial"/>
                <a:ea typeface="Arial"/>
                <a:cs typeface="Arial"/>
              </a:defRPr>
            </a:lvl3pPr>
            <a:lvl4pPr algn="l">
              <a:defRPr sz="1575" b="1">
                <a:solidFill>
                  <a:srgbClr val="000000"/>
                </a:solidFill>
                <a:latin typeface="Arial"/>
                <a:ea typeface="Arial"/>
                <a:cs typeface="Arial"/>
              </a:defRPr>
            </a:lvl4pPr>
            <a:lvl5pPr algn="l">
              <a:defRPr sz="1575" b="1">
                <a:solidFill>
                  <a:srgbClr val="000000"/>
                </a:solidFill>
                <a:latin typeface="Arial"/>
                <a:ea typeface="Arial"/>
                <a:cs typeface="Arial"/>
              </a:defRPr>
            </a:lvl5pPr>
            <a:lvl6pPr algn="l">
              <a:defRPr sz="1575" b="1">
                <a:solidFill>
                  <a:srgbClr val="000000"/>
                </a:solidFill>
                <a:latin typeface="Arial"/>
                <a:ea typeface="Arial"/>
                <a:cs typeface="Arial"/>
              </a:defRPr>
            </a:lvl6pPr>
            <a:lvl7pPr algn="l">
              <a:defRPr sz="1575" b="1">
                <a:solidFill>
                  <a:srgbClr val="000000"/>
                </a:solidFill>
                <a:latin typeface="Arial"/>
                <a:ea typeface="Arial"/>
                <a:cs typeface="Arial"/>
              </a:defRPr>
            </a:lvl7pPr>
            <a:lvl8pPr algn="l">
              <a:defRPr sz="1575" b="1">
                <a:solidFill>
                  <a:srgbClr val="000000"/>
                </a:solidFill>
                <a:latin typeface="Arial"/>
                <a:ea typeface="Arial"/>
                <a:cs typeface="Arial"/>
              </a:defRPr>
            </a:lvl8pPr>
            <a:lvl9pPr algn="l">
              <a:defRPr sz="1575" b="1">
                <a:solidFill>
                  <a:srgbClr val="000000"/>
                </a:solidFill>
                <a:latin typeface="Arial"/>
                <a:ea typeface="Arial"/>
                <a:cs typeface="Arial"/>
              </a:defRPr>
            </a:lvl9pPr>
          </a:lstStyle>
          <a:p xmlns:a="http://schemas.openxmlformats.org/drawingml/2006/main">
            <a:pPr algn="l">
              <a:defRPr sz="1575" b="1">
                <a:solidFill>
                  <a:srgbClr val="000000"/>
                </a:solidFill>
                <a:latin typeface="Arial"/>
                <a:ea typeface="Arial"/>
                <a:cs typeface="Arial"/>
              </a:defRPr>
            </a:pPr>
            <a:r>
              <a:rPr sz="1575" b="1">
                <a:solidFill>
                  <a:srgbClr val="000000"/>
                </a:solidFill>
                <a:latin typeface="Arial"/>
                <a:ea typeface="Arial"/>
                <a:cs typeface="Arial"/>
              </a:rPr>
              <a:t>C</a:t>
            </a:r>
          </a:p>
        </p:txBody>
      </p:sp>
      <p:sp>
        <p:nvSpPr>
          <p:cNvPr id="94" name="Scientific line">
            <a:extLst xmlns:a="http://schemas.openxmlformats.org/drawingml/2006/main">
              <a:ext uri="{FF2B5EF4-FFF2-40B4-BE49-F238E27FC236}">
                <a16:creationId xmlns:a16="http://schemas.microsoft.com/office/drawing/2014/main" id="{6D715880-C4B7-477F-8E18-3E76F241C88D}"/>
              </a:ext>
            </a:extLst>
          </p:cNvPr>
          <p:cNvSpPr>
            <a:spLocks xmlns:a="http://schemas.openxmlformats.org/drawingml/2006/main" noGrp="1"/>
          </p:cNvSpPr>
          <p:nvPr/>
        </p:nvSpPr>
        <p:spPr>
          <a:xfrm xmlns:a="http://schemas.openxmlformats.org/drawingml/2006/main">
            <a:off x="6315075" y="2457450"/>
            <a:ext cx="1733550" cy="95"/>
          </a:xfrm>
          <a:custGeom xmlns:a="http://schemas.openxmlformats.org/drawingml/2006/main">
            <a:pathLst>
              <a:path w="1733550" h="95">
                <a:moveTo>
                  <a:pt x="0" y="0"/>
                </a:moveTo>
                <a:lnTo>
                  <a:pt x="1733550" y="0"/>
                </a:lnTo>
              </a:path>
            </a:pathLst>
          </a:custGeom>
          <a:noFill xmlns:a="http://schemas.openxmlformats.org/drawingml/2006/main"/>
          <a:ln xmlns:a="http://schemas.openxmlformats.org/drawingml/2006/main" w="11430">
            <a:solidFill>
              <a:srgbClr val="000000"/>
            </a:solidFill>
            <a:prstDash val="solid"/>
          </a:ln>
        </p:spPr>
      </p:sp>
      <p:sp>
        <p:nvSpPr>
          <p:cNvPr id="95" name="Scientific line">
            <a:extLst xmlns:a="http://schemas.openxmlformats.org/drawingml/2006/main">
              <a:ext uri="{FF2B5EF4-FFF2-40B4-BE49-F238E27FC236}">
                <a16:creationId xmlns:a16="http://schemas.microsoft.com/office/drawing/2014/main" id="{ED247FF6-11A0-45FD-A1DF-99538E54459F}"/>
              </a:ext>
            </a:extLst>
          </p:cNvPr>
          <p:cNvSpPr>
            <a:spLocks xmlns:a="http://schemas.openxmlformats.org/drawingml/2006/main" noGrp="1"/>
          </p:cNvSpPr>
          <p:nvPr/>
        </p:nvSpPr>
        <p:spPr>
          <a:xfrm xmlns:a="http://schemas.openxmlformats.org/drawingml/2006/main">
            <a:off x="7991475" y="2428875"/>
            <a:ext cx="57150" cy="28575"/>
          </a:xfrm>
          <a:custGeom xmlns:a="http://schemas.openxmlformats.org/drawingml/2006/main">
            <a:pathLst>
              <a:path w="57150" h="28575">
                <a:moveTo>
                  <a:pt x="0" y="0"/>
                </a:moveTo>
                <a:lnTo>
                  <a:pt x="57150" y="28575"/>
                </a:lnTo>
              </a:path>
            </a:pathLst>
          </a:custGeom>
          <a:noFill xmlns:a="http://schemas.openxmlformats.org/drawingml/2006/main"/>
          <a:ln xmlns:a="http://schemas.openxmlformats.org/drawingml/2006/main" w="11430">
            <a:solidFill>
              <a:srgbClr val="000000"/>
            </a:solidFill>
            <a:prstDash val="solid"/>
          </a:ln>
        </p:spPr>
      </p:sp>
      <p:sp>
        <p:nvSpPr>
          <p:cNvPr id="96" name="Scientific line">
            <a:extLst xmlns:a="http://schemas.openxmlformats.org/drawingml/2006/main">
              <a:ext uri="{FF2B5EF4-FFF2-40B4-BE49-F238E27FC236}">
                <a16:creationId xmlns:a16="http://schemas.microsoft.com/office/drawing/2014/main" id="{ED48C030-DD1F-4339-95F2-6FE429703C93}"/>
              </a:ext>
            </a:extLst>
          </p:cNvPr>
          <p:cNvSpPr>
            <a:spLocks xmlns:a="http://schemas.openxmlformats.org/drawingml/2006/main" noGrp="1"/>
          </p:cNvSpPr>
          <p:nvPr/>
        </p:nvSpPr>
        <p:spPr>
          <a:xfrm xmlns:a="http://schemas.openxmlformats.org/drawingml/2006/main">
            <a:off x="7991475" y="2457450"/>
            <a:ext cx="57150" cy="28575"/>
          </a:xfrm>
          <a:custGeom xmlns:a="http://schemas.openxmlformats.org/drawingml/2006/main">
            <a:pathLst>
              <a:path w="57150" h="28575">
                <a:moveTo>
                  <a:pt x="0" y="28575"/>
                </a:moveTo>
                <a:lnTo>
                  <a:pt x="57150" y="0"/>
                </a:lnTo>
              </a:path>
            </a:pathLst>
          </a:custGeom>
          <a:noFill xmlns:a="http://schemas.openxmlformats.org/drawingml/2006/main"/>
          <a:ln xmlns:a="http://schemas.openxmlformats.org/drawingml/2006/main" w="11430">
            <a:solidFill>
              <a:srgbClr val="000000"/>
            </a:solidFill>
            <a:prstDash val="solid"/>
          </a:ln>
        </p:spPr>
      </p:sp>
      <p:sp>
        <p:nvSpPr>
          <p:cNvPr id="97" name="A matching d-axis marker t38">
            <a:extLst xmlns:a="http://schemas.openxmlformats.org/drawingml/2006/main">
              <a:ext uri="{FF2B5EF4-FFF2-40B4-BE49-F238E27FC236}">
                <a16:creationId xmlns:a16="http://schemas.microsoft.com/office/drawing/2014/main" id="{AC57CE79-3C3C-46F9-B140-6BD7B3737E4B}"/>
              </a:ext>
            </a:extLst>
          </p:cNvPr>
          <p:cNvSpPr>
            <a:spLocks xmlns:a="http://schemas.openxmlformats.org/drawingml/2006/main" noGrp="1"/>
          </p:cNvSpPr>
          <p:nvPr/>
        </p:nvSpPr>
        <p:spPr>
          <a:xfrm xmlns:a="http://schemas.openxmlformats.org/drawingml/2006/main">
            <a:off x="6562090" y="2415540"/>
            <a:ext cx="83820" cy="83820"/>
          </a:xfrm>
          <a:prstGeom xmlns:a="http://schemas.openxmlformats.org/drawingml/2006/main" prst="ellipse">
            <a:avLst/>
          </a:prstGeom>
          <a:solidFill xmlns:a="http://schemas.openxmlformats.org/drawingml/2006/main">
            <a:srgbClr val="ECE51B"/>
          </a:solidFill>
          <a:ln xmlns:a="http://schemas.openxmlformats.org/drawingml/2006/main" w="19050">
            <a:solidFill>
              <a:srgbClr val="ECE51B"/>
            </a:solidFill>
          </a:ln>
        </p:spPr>
      </p:sp>
      <p:sp>
        <p:nvSpPr>
          <p:cNvPr id="98" name="A">
            <a:extLst xmlns:a="http://schemas.openxmlformats.org/drawingml/2006/main">
              <a:ext uri="{FF2B5EF4-FFF2-40B4-BE49-F238E27FC236}">
                <a16:creationId xmlns:a16="http://schemas.microsoft.com/office/drawing/2014/main" id="{9A5B959A-FD3D-4FB3-80ED-EA7FA54C5ECA}"/>
              </a:ext>
            </a:extLst>
          </p:cNvPr>
          <p:cNvSpPr>
            <a:spLocks xmlns:a="http://schemas.openxmlformats.org/drawingml/2006/main" noGrp="1"/>
          </p:cNvSpPr>
          <p:nvPr/>
        </p:nvSpPr>
        <p:spPr>
          <a:xfrm xmlns:a="http://schemas.openxmlformats.org/drawingml/2006/main">
            <a:off x="6470650" y="2562225"/>
            <a:ext cx="26670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500" b="1">
                <a:solidFill>
                  <a:srgbClr val="000000"/>
                </a:solidFill>
                <a:latin typeface="Arial"/>
                <a:ea typeface="Arial"/>
                <a:cs typeface="Arial"/>
              </a:defRPr>
            </a:defPPr>
            <a:lvl1pPr algn="ctr">
              <a:defRPr sz="1500" b="1">
                <a:solidFill>
                  <a:srgbClr val="000000"/>
                </a:solidFill>
                <a:latin typeface="Arial"/>
                <a:ea typeface="Arial"/>
                <a:cs typeface="Arial"/>
              </a:defRPr>
            </a:lvl1pPr>
            <a:lvl2pPr algn="ctr">
              <a:defRPr sz="1500" b="1">
                <a:solidFill>
                  <a:srgbClr val="000000"/>
                </a:solidFill>
                <a:latin typeface="Arial"/>
                <a:ea typeface="Arial"/>
                <a:cs typeface="Arial"/>
              </a:defRPr>
            </a:lvl2pPr>
            <a:lvl3pPr algn="ctr">
              <a:defRPr sz="1500" b="1">
                <a:solidFill>
                  <a:srgbClr val="000000"/>
                </a:solidFill>
                <a:latin typeface="Arial"/>
                <a:ea typeface="Arial"/>
                <a:cs typeface="Arial"/>
              </a:defRPr>
            </a:lvl3pPr>
            <a:lvl4pPr algn="ctr">
              <a:defRPr sz="1500" b="1">
                <a:solidFill>
                  <a:srgbClr val="000000"/>
                </a:solidFill>
                <a:latin typeface="Arial"/>
                <a:ea typeface="Arial"/>
                <a:cs typeface="Arial"/>
              </a:defRPr>
            </a:lvl4pPr>
            <a:lvl5pPr algn="ctr">
              <a:defRPr sz="1500" b="1">
                <a:solidFill>
                  <a:srgbClr val="000000"/>
                </a:solidFill>
                <a:latin typeface="Arial"/>
                <a:ea typeface="Arial"/>
                <a:cs typeface="Arial"/>
              </a:defRPr>
            </a:lvl5pPr>
            <a:lvl6pPr algn="ctr">
              <a:defRPr sz="1500" b="1">
                <a:solidFill>
                  <a:srgbClr val="000000"/>
                </a:solidFill>
                <a:latin typeface="Arial"/>
                <a:ea typeface="Arial"/>
                <a:cs typeface="Arial"/>
              </a:defRPr>
            </a:lvl6pPr>
            <a:lvl7pPr algn="ctr">
              <a:defRPr sz="1500" b="1">
                <a:solidFill>
                  <a:srgbClr val="000000"/>
                </a:solidFill>
                <a:latin typeface="Arial"/>
                <a:ea typeface="Arial"/>
                <a:cs typeface="Arial"/>
              </a:defRPr>
            </a:lvl7pPr>
            <a:lvl8pPr algn="ctr">
              <a:defRPr sz="1500" b="1">
                <a:solidFill>
                  <a:srgbClr val="000000"/>
                </a:solidFill>
                <a:latin typeface="Arial"/>
                <a:ea typeface="Arial"/>
                <a:cs typeface="Arial"/>
              </a:defRPr>
            </a:lvl8pPr>
            <a:lvl9pPr algn="ctr">
              <a:defRPr sz="1500" b="1">
                <a:solidFill>
                  <a:srgbClr val="000000"/>
                </a:solidFill>
                <a:latin typeface="Arial"/>
                <a:ea typeface="Arial"/>
                <a:cs typeface="Arial"/>
              </a:defRPr>
            </a:lvl9pPr>
          </a:lstStyle>
          <a:p xmlns:a="http://schemas.openxmlformats.org/drawingml/2006/main">
            <a:pPr algn="ctr">
              <a:defRPr sz="1500" b="1">
                <a:solidFill>
                  <a:srgbClr val="000000"/>
                </a:solidFill>
                <a:latin typeface="Arial"/>
                <a:ea typeface="Arial"/>
                <a:cs typeface="Arial"/>
              </a:defRPr>
            </a:pPr>
            <a:r>
              <a:rPr sz="1500" b="1">
                <a:solidFill>
                  <a:srgbClr val="000000"/>
                </a:solidFill>
                <a:latin typeface="Arial"/>
                <a:ea typeface="Arial"/>
                <a:cs typeface="Arial"/>
              </a:rPr>
              <a:t>A</a:t>
            </a:r>
          </a:p>
        </p:txBody>
      </p:sp>
      <p:sp>
        <p:nvSpPr>
          <p:cNvPr id="99" name="A exact d coordinate t38">
            <a:extLst xmlns:a="http://schemas.openxmlformats.org/drawingml/2006/main">
              <a:ext uri="{FF2B5EF4-FFF2-40B4-BE49-F238E27FC236}">
                <a16:creationId xmlns:a16="http://schemas.microsoft.com/office/drawing/2014/main" id="{BBB5A0AF-C4D4-4602-A722-2D14B538AD81}"/>
              </a:ext>
            </a:extLst>
          </p:cNvPr>
          <p:cNvSpPr>
            <a:spLocks xmlns:a="http://schemas.openxmlformats.org/drawingml/2006/main" noGrp="1"/>
          </p:cNvSpPr>
          <p:nvPr/>
        </p:nvSpPr>
        <p:spPr>
          <a:xfrm xmlns:a="http://schemas.openxmlformats.org/drawingml/2006/main">
            <a:off x="6384925" y="2790825"/>
            <a:ext cx="438150" cy="2190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350" b="0">
                <a:solidFill>
                  <a:srgbClr val="000000"/>
                </a:solidFill>
                <a:latin typeface="Arial"/>
                <a:ea typeface="Arial"/>
                <a:cs typeface="Arial"/>
              </a:defRPr>
            </a:defPPr>
            <a:lvl1pPr algn="ctr">
              <a:defRPr sz="1350" b="0">
                <a:solidFill>
                  <a:srgbClr val="000000"/>
                </a:solidFill>
                <a:latin typeface="Arial"/>
                <a:ea typeface="Arial"/>
                <a:cs typeface="Arial"/>
              </a:defRPr>
            </a:lvl1pPr>
            <a:lvl2pPr algn="ctr">
              <a:defRPr sz="1350" b="0">
                <a:solidFill>
                  <a:srgbClr val="000000"/>
                </a:solidFill>
                <a:latin typeface="Arial"/>
                <a:ea typeface="Arial"/>
                <a:cs typeface="Arial"/>
              </a:defRPr>
            </a:lvl2pPr>
            <a:lvl3pPr algn="ctr">
              <a:defRPr sz="1350" b="0">
                <a:solidFill>
                  <a:srgbClr val="000000"/>
                </a:solidFill>
                <a:latin typeface="Arial"/>
                <a:ea typeface="Arial"/>
                <a:cs typeface="Arial"/>
              </a:defRPr>
            </a:lvl3pPr>
            <a:lvl4pPr algn="ctr">
              <a:defRPr sz="1350" b="0">
                <a:solidFill>
                  <a:srgbClr val="000000"/>
                </a:solidFill>
                <a:latin typeface="Arial"/>
                <a:ea typeface="Arial"/>
                <a:cs typeface="Arial"/>
              </a:defRPr>
            </a:lvl4pPr>
            <a:lvl5pPr algn="ctr">
              <a:defRPr sz="1350" b="0">
                <a:solidFill>
                  <a:srgbClr val="000000"/>
                </a:solidFill>
                <a:latin typeface="Arial"/>
                <a:ea typeface="Arial"/>
                <a:cs typeface="Arial"/>
              </a:defRPr>
            </a:lvl5pPr>
            <a:lvl6pPr algn="ctr">
              <a:defRPr sz="1350" b="0">
                <a:solidFill>
                  <a:srgbClr val="000000"/>
                </a:solidFill>
                <a:latin typeface="Arial"/>
                <a:ea typeface="Arial"/>
                <a:cs typeface="Arial"/>
              </a:defRPr>
            </a:lvl6pPr>
            <a:lvl7pPr algn="ctr">
              <a:defRPr sz="1350" b="0">
                <a:solidFill>
                  <a:srgbClr val="000000"/>
                </a:solidFill>
                <a:latin typeface="Arial"/>
                <a:ea typeface="Arial"/>
                <a:cs typeface="Arial"/>
              </a:defRPr>
            </a:lvl7pPr>
            <a:lvl8pPr algn="ctr">
              <a:defRPr sz="1350" b="0">
                <a:solidFill>
                  <a:srgbClr val="000000"/>
                </a:solidFill>
                <a:latin typeface="Arial"/>
                <a:ea typeface="Arial"/>
                <a:cs typeface="Arial"/>
              </a:defRPr>
            </a:lvl8pPr>
            <a:lvl9pPr algn="ctr">
              <a:defRPr sz="1350" b="0">
                <a:solidFill>
                  <a:srgbClr val="000000"/>
                </a:solidFill>
                <a:latin typeface="Arial"/>
                <a:ea typeface="Arial"/>
                <a:cs typeface="Arial"/>
              </a:defRPr>
            </a:lvl9pPr>
          </a:lstStyle>
          <a:p xmlns:a="http://schemas.openxmlformats.org/drawingml/2006/main">
            <a:pPr algn="ctr">
              <a:defRPr sz="1350" b="0">
                <a:solidFill>
                  <a:srgbClr val="000000"/>
                </a:solidFill>
                <a:latin typeface="Arial"/>
                <a:ea typeface="Arial"/>
                <a:cs typeface="Arial"/>
              </a:defRPr>
            </a:pPr>
            <a:r>
              <a:rPr sz="1350" b="0">
                <a:solidFill>
                  <a:srgbClr val="000000"/>
                </a:solidFill>
                <a:latin typeface="Arial"/>
                <a:ea typeface="Arial"/>
                <a:cs typeface="Arial"/>
              </a:rPr>
              <a:t>20</a:t>
            </a:r>
          </a:p>
        </p:txBody>
      </p:sp>
      <p:sp>
        <p:nvSpPr>
          <p:cNvPr id="100" name="B matching d-axis marker t38">
            <a:extLst xmlns:a="http://schemas.openxmlformats.org/drawingml/2006/main">
              <a:ext uri="{FF2B5EF4-FFF2-40B4-BE49-F238E27FC236}">
                <a16:creationId xmlns:a16="http://schemas.microsoft.com/office/drawing/2014/main" id="{C6E09308-4099-42C8-B5E9-44BA849334FA}"/>
              </a:ext>
            </a:extLst>
          </p:cNvPr>
          <p:cNvSpPr>
            <a:spLocks xmlns:a="http://schemas.openxmlformats.org/drawingml/2006/main" noGrp="1"/>
          </p:cNvSpPr>
          <p:nvPr/>
        </p:nvSpPr>
        <p:spPr>
          <a:xfrm xmlns:a="http://schemas.openxmlformats.org/drawingml/2006/main">
            <a:off x="7181532" y="2399348"/>
            <a:ext cx="116205" cy="116205"/>
          </a:xfrm>
          <a:prstGeom xmlns:a="http://schemas.openxmlformats.org/drawingml/2006/main" prst="ellipse">
            <a:avLst/>
          </a:prstGeom>
          <a:solidFill xmlns:a="http://schemas.openxmlformats.org/drawingml/2006/main">
            <a:srgbClr val="FDE725"/>
          </a:solidFill>
          <a:ln xmlns:a="http://schemas.openxmlformats.org/drawingml/2006/main" w="19050">
            <a:solidFill>
              <a:srgbClr val="FDE725"/>
            </a:solidFill>
          </a:ln>
        </p:spPr>
      </p:sp>
      <p:sp>
        <p:nvSpPr>
          <p:cNvPr id="101" name="B">
            <a:extLst xmlns:a="http://schemas.openxmlformats.org/drawingml/2006/main">
              <a:ext uri="{FF2B5EF4-FFF2-40B4-BE49-F238E27FC236}">
                <a16:creationId xmlns:a16="http://schemas.microsoft.com/office/drawing/2014/main" id="{8C82149B-A52C-4993-8535-2149ED0FA35E}"/>
              </a:ext>
            </a:extLst>
          </p:cNvPr>
          <p:cNvSpPr>
            <a:spLocks xmlns:a="http://schemas.openxmlformats.org/drawingml/2006/main" noGrp="1"/>
          </p:cNvSpPr>
          <p:nvPr/>
        </p:nvSpPr>
        <p:spPr>
          <a:xfrm xmlns:a="http://schemas.openxmlformats.org/drawingml/2006/main">
            <a:off x="7106285" y="2562225"/>
            <a:ext cx="26670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500" b="1">
                <a:solidFill>
                  <a:srgbClr val="000000"/>
                </a:solidFill>
                <a:latin typeface="Arial"/>
                <a:ea typeface="Arial"/>
                <a:cs typeface="Arial"/>
              </a:defRPr>
            </a:defPPr>
            <a:lvl1pPr algn="ctr">
              <a:defRPr sz="1500" b="1">
                <a:solidFill>
                  <a:srgbClr val="000000"/>
                </a:solidFill>
                <a:latin typeface="Arial"/>
                <a:ea typeface="Arial"/>
                <a:cs typeface="Arial"/>
              </a:defRPr>
            </a:lvl1pPr>
            <a:lvl2pPr algn="ctr">
              <a:defRPr sz="1500" b="1">
                <a:solidFill>
                  <a:srgbClr val="000000"/>
                </a:solidFill>
                <a:latin typeface="Arial"/>
                <a:ea typeface="Arial"/>
                <a:cs typeface="Arial"/>
              </a:defRPr>
            </a:lvl2pPr>
            <a:lvl3pPr algn="ctr">
              <a:defRPr sz="1500" b="1">
                <a:solidFill>
                  <a:srgbClr val="000000"/>
                </a:solidFill>
                <a:latin typeface="Arial"/>
                <a:ea typeface="Arial"/>
                <a:cs typeface="Arial"/>
              </a:defRPr>
            </a:lvl3pPr>
            <a:lvl4pPr algn="ctr">
              <a:defRPr sz="1500" b="1">
                <a:solidFill>
                  <a:srgbClr val="000000"/>
                </a:solidFill>
                <a:latin typeface="Arial"/>
                <a:ea typeface="Arial"/>
                <a:cs typeface="Arial"/>
              </a:defRPr>
            </a:lvl4pPr>
            <a:lvl5pPr algn="ctr">
              <a:defRPr sz="1500" b="1">
                <a:solidFill>
                  <a:srgbClr val="000000"/>
                </a:solidFill>
                <a:latin typeface="Arial"/>
                <a:ea typeface="Arial"/>
                <a:cs typeface="Arial"/>
              </a:defRPr>
            </a:lvl5pPr>
            <a:lvl6pPr algn="ctr">
              <a:defRPr sz="1500" b="1">
                <a:solidFill>
                  <a:srgbClr val="000000"/>
                </a:solidFill>
                <a:latin typeface="Arial"/>
                <a:ea typeface="Arial"/>
                <a:cs typeface="Arial"/>
              </a:defRPr>
            </a:lvl6pPr>
            <a:lvl7pPr algn="ctr">
              <a:defRPr sz="1500" b="1">
                <a:solidFill>
                  <a:srgbClr val="000000"/>
                </a:solidFill>
                <a:latin typeface="Arial"/>
                <a:ea typeface="Arial"/>
                <a:cs typeface="Arial"/>
              </a:defRPr>
            </a:lvl7pPr>
            <a:lvl8pPr algn="ctr">
              <a:defRPr sz="1500" b="1">
                <a:solidFill>
                  <a:srgbClr val="000000"/>
                </a:solidFill>
                <a:latin typeface="Arial"/>
                <a:ea typeface="Arial"/>
                <a:cs typeface="Arial"/>
              </a:defRPr>
            </a:lvl8pPr>
            <a:lvl9pPr algn="ctr">
              <a:defRPr sz="1500" b="1">
                <a:solidFill>
                  <a:srgbClr val="000000"/>
                </a:solidFill>
                <a:latin typeface="Arial"/>
                <a:ea typeface="Arial"/>
                <a:cs typeface="Arial"/>
              </a:defRPr>
            </a:lvl9pPr>
          </a:lstStyle>
          <a:p xmlns:a="http://schemas.openxmlformats.org/drawingml/2006/main">
            <a:pPr algn="ctr">
              <a:defRPr sz="1500" b="1">
                <a:solidFill>
                  <a:srgbClr val="000000"/>
                </a:solidFill>
                <a:latin typeface="Arial"/>
                <a:ea typeface="Arial"/>
                <a:cs typeface="Arial"/>
              </a:defRPr>
            </a:pPr>
            <a:r>
              <a:rPr sz="1500" b="1">
                <a:solidFill>
                  <a:srgbClr val="000000"/>
                </a:solidFill>
                <a:latin typeface="Arial"/>
                <a:ea typeface="Arial"/>
                <a:cs typeface="Arial"/>
              </a:rPr>
              <a:t>B</a:t>
            </a:r>
          </a:p>
        </p:txBody>
      </p:sp>
      <p:sp>
        <p:nvSpPr>
          <p:cNvPr id="102" name="B exact d coordinate t38">
            <a:extLst xmlns:a="http://schemas.openxmlformats.org/drawingml/2006/main">
              <a:ext uri="{FF2B5EF4-FFF2-40B4-BE49-F238E27FC236}">
                <a16:creationId xmlns:a16="http://schemas.microsoft.com/office/drawing/2014/main" id="{5EEAC270-6484-47A2-B1C0-E694DF83EA39}"/>
              </a:ext>
            </a:extLst>
          </p:cNvPr>
          <p:cNvSpPr>
            <a:spLocks xmlns:a="http://schemas.openxmlformats.org/drawingml/2006/main" noGrp="1"/>
          </p:cNvSpPr>
          <p:nvPr/>
        </p:nvSpPr>
        <p:spPr>
          <a:xfrm xmlns:a="http://schemas.openxmlformats.org/drawingml/2006/main">
            <a:off x="7020560" y="2790825"/>
            <a:ext cx="438150" cy="2190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350" b="0">
                <a:solidFill>
                  <a:srgbClr val="000000"/>
                </a:solidFill>
                <a:latin typeface="Arial"/>
                <a:ea typeface="Arial"/>
                <a:cs typeface="Arial"/>
              </a:defRPr>
            </a:defPPr>
            <a:lvl1pPr algn="ctr">
              <a:defRPr sz="1350" b="0">
                <a:solidFill>
                  <a:srgbClr val="000000"/>
                </a:solidFill>
                <a:latin typeface="Arial"/>
                <a:ea typeface="Arial"/>
                <a:cs typeface="Arial"/>
              </a:defRPr>
            </a:lvl1pPr>
            <a:lvl2pPr algn="ctr">
              <a:defRPr sz="1350" b="0">
                <a:solidFill>
                  <a:srgbClr val="000000"/>
                </a:solidFill>
                <a:latin typeface="Arial"/>
                <a:ea typeface="Arial"/>
                <a:cs typeface="Arial"/>
              </a:defRPr>
            </a:lvl2pPr>
            <a:lvl3pPr algn="ctr">
              <a:defRPr sz="1350" b="0">
                <a:solidFill>
                  <a:srgbClr val="000000"/>
                </a:solidFill>
                <a:latin typeface="Arial"/>
                <a:ea typeface="Arial"/>
                <a:cs typeface="Arial"/>
              </a:defRPr>
            </a:lvl3pPr>
            <a:lvl4pPr algn="ctr">
              <a:defRPr sz="1350" b="0">
                <a:solidFill>
                  <a:srgbClr val="000000"/>
                </a:solidFill>
                <a:latin typeface="Arial"/>
                <a:ea typeface="Arial"/>
                <a:cs typeface="Arial"/>
              </a:defRPr>
            </a:lvl4pPr>
            <a:lvl5pPr algn="ctr">
              <a:defRPr sz="1350" b="0">
                <a:solidFill>
                  <a:srgbClr val="000000"/>
                </a:solidFill>
                <a:latin typeface="Arial"/>
                <a:ea typeface="Arial"/>
                <a:cs typeface="Arial"/>
              </a:defRPr>
            </a:lvl5pPr>
            <a:lvl6pPr algn="ctr">
              <a:defRPr sz="1350" b="0">
                <a:solidFill>
                  <a:srgbClr val="000000"/>
                </a:solidFill>
                <a:latin typeface="Arial"/>
                <a:ea typeface="Arial"/>
                <a:cs typeface="Arial"/>
              </a:defRPr>
            </a:lvl6pPr>
            <a:lvl7pPr algn="ctr">
              <a:defRPr sz="1350" b="0">
                <a:solidFill>
                  <a:srgbClr val="000000"/>
                </a:solidFill>
                <a:latin typeface="Arial"/>
                <a:ea typeface="Arial"/>
                <a:cs typeface="Arial"/>
              </a:defRPr>
            </a:lvl7pPr>
            <a:lvl8pPr algn="ctr">
              <a:defRPr sz="1350" b="0">
                <a:solidFill>
                  <a:srgbClr val="000000"/>
                </a:solidFill>
                <a:latin typeface="Arial"/>
                <a:ea typeface="Arial"/>
                <a:cs typeface="Arial"/>
              </a:defRPr>
            </a:lvl8pPr>
            <a:lvl9pPr algn="ctr">
              <a:defRPr sz="1350" b="0">
                <a:solidFill>
                  <a:srgbClr val="000000"/>
                </a:solidFill>
                <a:latin typeface="Arial"/>
                <a:ea typeface="Arial"/>
                <a:cs typeface="Arial"/>
              </a:defRPr>
            </a:lvl9pPr>
          </a:lstStyle>
          <a:p xmlns:a="http://schemas.openxmlformats.org/drawingml/2006/main">
            <a:pPr algn="ctr">
              <a:defRPr sz="1350" b="0">
                <a:solidFill>
                  <a:srgbClr val="000000"/>
                </a:solidFill>
                <a:latin typeface="Arial"/>
                <a:ea typeface="Arial"/>
                <a:cs typeface="Arial"/>
              </a:defRPr>
            </a:pPr>
            <a:r>
              <a:rPr sz="1350" b="0">
                <a:solidFill>
                  <a:srgbClr val="000000"/>
                </a:solidFill>
                <a:latin typeface="Arial"/>
                <a:ea typeface="Arial"/>
                <a:cs typeface="Arial"/>
              </a:rPr>
              <a:t>64</a:t>
            </a:r>
          </a:p>
        </p:txBody>
      </p:sp>
      <p:sp>
        <p:nvSpPr>
          <p:cNvPr id="103" name="C matching d-axis marker t38">
            <a:extLst xmlns:a="http://schemas.openxmlformats.org/drawingml/2006/main">
              <a:ext uri="{FF2B5EF4-FFF2-40B4-BE49-F238E27FC236}">
                <a16:creationId xmlns:a16="http://schemas.microsoft.com/office/drawing/2014/main" id="{D662AECF-61E1-4F59-B9EE-EB48098F0B3A}"/>
              </a:ext>
            </a:extLst>
          </p:cNvPr>
          <p:cNvSpPr>
            <a:spLocks xmlns:a="http://schemas.openxmlformats.org/drawingml/2006/main" noGrp="1"/>
          </p:cNvSpPr>
          <p:nvPr/>
        </p:nvSpPr>
        <p:spPr>
          <a:xfrm xmlns:a="http://schemas.openxmlformats.org/drawingml/2006/main">
            <a:off x="7685405" y="2383155"/>
            <a:ext cx="148590" cy="148590"/>
          </a:xfrm>
          <a:prstGeom xmlns:a="http://schemas.openxmlformats.org/drawingml/2006/main" prst="ellipse">
            <a:avLst/>
          </a:prstGeom>
          <a:solidFill xmlns:a="http://schemas.openxmlformats.org/drawingml/2006/main">
            <a:srgbClr val="D9E219"/>
          </a:solidFill>
          <a:ln xmlns:a="http://schemas.openxmlformats.org/drawingml/2006/main" w="19050">
            <a:solidFill>
              <a:srgbClr val="D9E219"/>
            </a:solidFill>
          </a:ln>
        </p:spPr>
      </p:sp>
      <p:sp>
        <p:nvSpPr>
          <p:cNvPr id="104" name="C">
            <a:extLst xmlns:a="http://schemas.openxmlformats.org/drawingml/2006/main">
              <a:ext uri="{FF2B5EF4-FFF2-40B4-BE49-F238E27FC236}">
                <a16:creationId xmlns:a16="http://schemas.microsoft.com/office/drawing/2014/main" id="{5BD77894-061A-4A83-8715-5B1EDA28F391}"/>
              </a:ext>
            </a:extLst>
          </p:cNvPr>
          <p:cNvSpPr>
            <a:spLocks xmlns:a="http://schemas.openxmlformats.org/drawingml/2006/main" noGrp="1"/>
          </p:cNvSpPr>
          <p:nvPr/>
        </p:nvSpPr>
        <p:spPr>
          <a:xfrm xmlns:a="http://schemas.openxmlformats.org/drawingml/2006/main">
            <a:off x="7626350" y="2562225"/>
            <a:ext cx="26670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500" b="1">
                <a:solidFill>
                  <a:srgbClr val="000000"/>
                </a:solidFill>
                <a:latin typeface="Arial"/>
                <a:ea typeface="Arial"/>
                <a:cs typeface="Arial"/>
              </a:defRPr>
            </a:defPPr>
            <a:lvl1pPr algn="ctr">
              <a:defRPr sz="1500" b="1">
                <a:solidFill>
                  <a:srgbClr val="000000"/>
                </a:solidFill>
                <a:latin typeface="Arial"/>
                <a:ea typeface="Arial"/>
                <a:cs typeface="Arial"/>
              </a:defRPr>
            </a:lvl1pPr>
            <a:lvl2pPr algn="ctr">
              <a:defRPr sz="1500" b="1">
                <a:solidFill>
                  <a:srgbClr val="000000"/>
                </a:solidFill>
                <a:latin typeface="Arial"/>
                <a:ea typeface="Arial"/>
                <a:cs typeface="Arial"/>
              </a:defRPr>
            </a:lvl2pPr>
            <a:lvl3pPr algn="ctr">
              <a:defRPr sz="1500" b="1">
                <a:solidFill>
                  <a:srgbClr val="000000"/>
                </a:solidFill>
                <a:latin typeface="Arial"/>
                <a:ea typeface="Arial"/>
                <a:cs typeface="Arial"/>
              </a:defRPr>
            </a:lvl3pPr>
            <a:lvl4pPr algn="ctr">
              <a:defRPr sz="1500" b="1">
                <a:solidFill>
                  <a:srgbClr val="000000"/>
                </a:solidFill>
                <a:latin typeface="Arial"/>
                <a:ea typeface="Arial"/>
                <a:cs typeface="Arial"/>
              </a:defRPr>
            </a:lvl4pPr>
            <a:lvl5pPr algn="ctr">
              <a:defRPr sz="1500" b="1">
                <a:solidFill>
                  <a:srgbClr val="000000"/>
                </a:solidFill>
                <a:latin typeface="Arial"/>
                <a:ea typeface="Arial"/>
                <a:cs typeface="Arial"/>
              </a:defRPr>
            </a:lvl5pPr>
            <a:lvl6pPr algn="ctr">
              <a:defRPr sz="1500" b="1">
                <a:solidFill>
                  <a:srgbClr val="000000"/>
                </a:solidFill>
                <a:latin typeface="Arial"/>
                <a:ea typeface="Arial"/>
                <a:cs typeface="Arial"/>
              </a:defRPr>
            </a:lvl6pPr>
            <a:lvl7pPr algn="ctr">
              <a:defRPr sz="1500" b="1">
                <a:solidFill>
                  <a:srgbClr val="000000"/>
                </a:solidFill>
                <a:latin typeface="Arial"/>
                <a:ea typeface="Arial"/>
                <a:cs typeface="Arial"/>
              </a:defRPr>
            </a:lvl7pPr>
            <a:lvl8pPr algn="ctr">
              <a:defRPr sz="1500" b="1">
                <a:solidFill>
                  <a:srgbClr val="000000"/>
                </a:solidFill>
                <a:latin typeface="Arial"/>
                <a:ea typeface="Arial"/>
                <a:cs typeface="Arial"/>
              </a:defRPr>
            </a:lvl8pPr>
            <a:lvl9pPr algn="ctr">
              <a:defRPr sz="1500" b="1">
                <a:solidFill>
                  <a:srgbClr val="000000"/>
                </a:solidFill>
                <a:latin typeface="Arial"/>
                <a:ea typeface="Arial"/>
                <a:cs typeface="Arial"/>
              </a:defRPr>
            </a:lvl9pPr>
          </a:lstStyle>
          <a:p xmlns:a="http://schemas.openxmlformats.org/drawingml/2006/main">
            <a:pPr algn="ctr">
              <a:defRPr sz="1500" b="1">
                <a:solidFill>
                  <a:srgbClr val="000000"/>
                </a:solidFill>
                <a:latin typeface="Arial"/>
                <a:ea typeface="Arial"/>
                <a:cs typeface="Arial"/>
              </a:defRPr>
            </a:pPr>
            <a:r>
              <a:rPr sz="1500" b="1">
                <a:solidFill>
                  <a:srgbClr val="000000"/>
                </a:solidFill>
                <a:latin typeface="Arial"/>
                <a:ea typeface="Arial"/>
                <a:cs typeface="Arial"/>
              </a:rPr>
              <a:t>C</a:t>
            </a:r>
          </a:p>
        </p:txBody>
      </p:sp>
      <p:sp>
        <p:nvSpPr>
          <p:cNvPr id="105" name="C exact d coordinate t38">
            <a:extLst xmlns:a="http://schemas.openxmlformats.org/drawingml/2006/main">
              <a:ext uri="{FF2B5EF4-FFF2-40B4-BE49-F238E27FC236}">
                <a16:creationId xmlns:a16="http://schemas.microsoft.com/office/drawing/2014/main" id="{DEE26A8F-2326-4E26-A812-EA9625D4808E}"/>
              </a:ext>
            </a:extLst>
          </p:cNvPr>
          <p:cNvSpPr>
            <a:spLocks xmlns:a="http://schemas.openxmlformats.org/drawingml/2006/main" noGrp="1"/>
          </p:cNvSpPr>
          <p:nvPr/>
        </p:nvSpPr>
        <p:spPr>
          <a:xfrm xmlns:a="http://schemas.openxmlformats.org/drawingml/2006/main">
            <a:off x="7540625" y="2790825"/>
            <a:ext cx="438150" cy="2190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350" b="0">
                <a:solidFill>
                  <a:srgbClr val="000000"/>
                </a:solidFill>
                <a:latin typeface="Arial"/>
                <a:ea typeface="Arial"/>
                <a:cs typeface="Arial"/>
              </a:defRPr>
            </a:defPPr>
            <a:lvl1pPr algn="ctr">
              <a:defRPr sz="1350" b="0">
                <a:solidFill>
                  <a:srgbClr val="000000"/>
                </a:solidFill>
                <a:latin typeface="Arial"/>
                <a:ea typeface="Arial"/>
                <a:cs typeface="Arial"/>
              </a:defRPr>
            </a:lvl1pPr>
            <a:lvl2pPr algn="ctr">
              <a:defRPr sz="1350" b="0">
                <a:solidFill>
                  <a:srgbClr val="000000"/>
                </a:solidFill>
                <a:latin typeface="Arial"/>
                <a:ea typeface="Arial"/>
                <a:cs typeface="Arial"/>
              </a:defRPr>
            </a:lvl2pPr>
            <a:lvl3pPr algn="ctr">
              <a:defRPr sz="1350" b="0">
                <a:solidFill>
                  <a:srgbClr val="000000"/>
                </a:solidFill>
                <a:latin typeface="Arial"/>
                <a:ea typeface="Arial"/>
                <a:cs typeface="Arial"/>
              </a:defRPr>
            </a:lvl3pPr>
            <a:lvl4pPr algn="ctr">
              <a:defRPr sz="1350" b="0">
                <a:solidFill>
                  <a:srgbClr val="000000"/>
                </a:solidFill>
                <a:latin typeface="Arial"/>
                <a:ea typeface="Arial"/>
                <a:cs typeface="Arial"/>
              </a:defRPr>
            </a:lvl4pPr>
            <a:lvl5pPr algn="ctr">
              <a:defRPr sz="1350" b="0">
                <a:solidFill>
                  <a:srgbClr val="000000"/>
                </a:solidFill>
                <a:latin typeface="Arial"/>
                <a:ea typeface="Arial"/>
                <a:cs typeface="Arial"/>
              </a:defRPr>
            </a:lvl5pPr>
            <a:lvl6pPr algn="ctr">
              <a:defRPr sz="1350" b="0">
                <a:solidFill>
                  <a:srgbClr val="000000"/>
                </a:solidFill>
                <a:latin typeface="Arial"/>
                <a:ea typeface="Arial"/>
                <a:cs typeface="Arial"/>
              </a:defRPr>
            </a:lvl6pPr>
            <a:lvl7pPr algn="ctr">
              <a:defRPr sz="1350" b="0">
                <a:solidFill>
                  <a:srgbClr val="000000"/>
                </a:solidFill>
                <a:latin typeface="Arial"/>
                <a:ea typeface="Arial"/>
                <a:cs typeface="Arial"/>
              </a:defRPr>
            </a:lvl7pPr>
            <a:lvl8pPr algn="ctr">
              <a:defRPr sz="1350" b="0">
                <a:solidFill>
                  <a:srgbClr val="000000"/>
                </a:solidFill>
                <a:latin typeface="Arial"/>
                <a:ea typeface="Arial"/>
                <a:cs typeface="Arial"/>
              </a:defRPr>
            </a:lvl8pPr>
            <a:lvl9pPr algn="ctr">
              <a:defRPr sz="1350" b="0">
                <a:solidFill>
                  <a:srgbClr val="000000"/>
                </a:solidFill>
                <a:latin typeface="Arial"/>
                <a:ea typeface="Arial"/>
                <a:cs typeface="Arial"/>
              </a:defRPr>
            </a:lvl9pPr>
          </a:lstStyle>
          <a:p xmlns:a="http://schemas.openxmlformats.org/drawingml/2006/main">
            <a:pPr algn="ctr">
              <a:defRPr sz="1350" b="0">
                <a:solidFill>
                  <a:srgbClr val="000000"/>
                </a:solidFill>
                <a:latin typeface="Arial"/>
                <a:ea typeface="Arial"/>
                <a:cs typeface="Arial"/>
              </a:defRPr>
            </a:pPr>
            <a:r>
              <a:rPr sz="1350" b="0">
                <a:solidFill>
                  <a:srgbClr val="000000"/>
                </a:solidFill>
                <a:latin typeface="Arial"/>
                <a:ea typeface="Arial"/>
                <a:cs typeface="Arial"/>
              </a:rPr>
              <a:t>100</a:t>
            </a:r>
          </a:p>
        </p:txBody>
      </p:sp>
      <p:sp>
        <p:nvSpPr>
          <p:cNvPr id="106" name="t = 51">
            <a:extLst xmlns:a="http://schemas.openxmlformats.org/drawingml/2006/main">
              <a:ext uri="{FF2B5EF4-FFF2-40B4-BE49-F238E27FC236}">
                <a16:creationId xmlns:a16="http://schemas.microsoft.com/office/drawing/2014/main" id="{8B909660-5516-4534-90C8-034A0B5787A5}"/>
              </a:ext>
            </a:extLst>
          </p:cNvPr>
          <p:cNvSpPr>
            <a:spLocks xmlns:a="http://schemas.openxmlformats.org/drawingml/2006/main" noGrp="1"/>
          </p:cNvSpPr>
          <p:nvPr/>
        </p:nvSpPr>
        <p:spPr>
          <a:xfrm xmlns:a="http://schemas.openxmlformats.org/drawingml/2006/main">
            <a:off x="8277225" y="285750"/>
            <a:ext cx="17335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500" b="1">
                <a:solidFill>
                  <a:srgbClr val="000000"/>
                </a:solidFill>
                <a:latin typeface="Arial"/>
                <a:ea typeface="Arial"/>
                <a:cs typeface="Arial"/>
              </a:defRPr>
            </a:defPPr>
            <a:lvl1pPr algn="ctr">
              <a:defRPr sz="1500" b="1">
                <a:solidFill>
                  <a:srgbClr val="000000"/>
                </a:solidFill>
                <a:latin typeface="Arial"/>
                <a:ea typeface="Arial"/>
                <a:cs typeface="Arial"/>
              </a:defRPr>
            </a:lvl1pPr>
            <a:lvl2pPr algn="ctr">
              <a:defRPr sz="1500" b="1">
                <a:solidFill>
                  <a:srgbClr val="000000"/>
                </a:solidFill>
                <a:latin typeface="Arial"/>
                <a:ea typeface="Arial"/>
                <a:cs typeface="Arial"/>
              </a:defRPr>
            </a:lvl2pPr>
            <a:lvl3pPr algn="ctr">
              <a:defRPr sz="1500" b="1">
                <a:solidFill>
                  <a:srgbClr val="000000"/>
                </a:solidFill>
                <a:latin typeface="Arial"/>
                <a:ea typeface="Arial"/>
                <a:cs typeface="Arial"/>
              </a:defRPr>
            </a:lvl3pPr>
            <a:lvl4pPr algn="ctr">
              <a:defRPr sz="1500" b="1">
                <a:solidFill>
                  <a:srgbClr val="000000"/>
                </a:solidFill>
                <a:latin typeface="Arial"/>
                <a:ea typeface="Arial"/>
                <a:cs typeface="Arial"/>
              </a:defRPr>
            </a:lvl4pPr>
            <a:lvl5pPr algn="ctr">
              <a:defRPr sz="1500" b="1">
                <a:solidFill>
                  <a:srgbClr val="000000"/>
                </a:solidFill>
                <a:latin typeface="Arial"/>
                <a:ea typeface="Arial"/>
                <a:cs typeface="Arial"/>
              </a:defRPr>
            </a:lvl5pPr>
            <a:lvl6pPr algn="ctr">
              <a:defRPr sz="1500" b="1">
                <a:solidFill>
                  <a:srgbClr val="000000"/>
                </a:solidFill>
                <a:latin typeface="Arial"/>
                <a:ea typeface="Arial"/>
                <a:cs typeface="Arial"/>
              </a:defRPr>
            </a:lvl6pPr>
            <a:lvl7pPr algn="ctr">
              <a:defRPr sz="1500" b="1">
                <a:solidFill>
                  <a:srgbClr val="000000"/>
                </a:solidFill>
                <a:latin typeface="Arial"/>
                <a:ea typeface="Arial"/>
                <a:cs typeface="Arial"/>
              </a:defRPr>
            </a:lvl7pPr>
            <a:lvl8pPr algn="ctr">
              <a:defRPr sz="1500" b="1">
                <a:solidFill>
                  <a:srgbClr val="000000"/>
                </a:solidFill>
                <a:latin typeface="Arial"/>
                <a:ea typeface="Arial"/>
                <a:cs typeface="Arial"/>
              </a:defRPr>
            </a:lvl8pPr>
            <a:lvl9pPr algn="ctr">
              <a:defRPr sz="1500" b="1">
                <a:solidFill>
                  <a:srgbClr val="000000"/>
                </a:solidFill>
                <a:latin typeface="Arial"/>
                <a:ea typeface="Arial"/>
                <a:cs typeface="Arial"/>
              </a:defRPr>
            </a:lvl9pPr>
          </a:lstStyle>
          <a:p xmlns:a="http://schemas.openxmlformats.org/drawingml/2006/main">
            <a:pPr algn="ctr">
              <a:defRPr sz="1500" b="1">
                <a:solidFill>
                  <a:srgbClr val="000000"/>
                </a:solidFill>
                <a:latin typeface="Arial"/>
                <a:ea typeface="Arial"/>
                <a:cs typeface="Arial"/>
              </a:defRPr>
            </a:pPr>
            <a:r>
              <a:rPr sz="1500" b="1">
                <a:solidFill>
                  <a:srgbClr val="000000"/>
                </a:solidFill>
                <a:latin typeface="Arial"/>
                <a:ea typeface="Arial"/>
                <a:cs typeface="Arial"/>
              </a:rPr>
              <a:t>t = 51</a:t>
            </a:r>
          </a:p>
        </p:txBody>
      </p:sp>
      <p:pic>
        <p:nvPicPr>
          <p:cNvPr id="107" name="">
            <a:extLst xmlns:a="http://schemas.openxmlformats.org/drawingml/2006/main">
              <a:ext uri="{FF2B5EF4-FFF2-40B4-BE49-F238E27FC236}">
                <a16:creationId xmlns:a16="http://schemas.microsoft.com/office/drawing/2014/main" id="{99049792-F83B-4D8A-AA77-FF0181C2348F}"/>
              </a:ext>
            </a:extLst>
          </p:cNvPr>
          <p:cNvPicPr>
            <a:picLocks xmlns:a="http://schemas.openxmlformats.org/drawingml/2006/main" noChangeAspect="1"/>
          </p:cNvPicPr>
          <p:nvPr/>
        </p:nvPicPr>
        <p:blipFill>
          <a:blip xmlns:r="http://schemas.openxmlformats.org/officeDocument/2006/relationships" xmlns:a="http://schemas.openxmlformats.org/drawingml/2006/main" r:embed="R88659059dc254568"/>
          <a:stretch xmlns:a="http://schemas.openxmlformats.org/drawingml/2006/main"/>
        </p:blipFill>
        <p:spPr>
          <a:xfrm xmlns:a="http://schemas.openxmlformats.org/drawingml/2006/main">
            <a:off x="8277225" y="552450"/>
            <a:ext cx="1733550" cy="1733550"/>
          </a:xfrm>
          <a:prstGeom xmlns:a="http://schemas.openxmlformats.org/drawingml/2006/main" prst="rect">
            <a:avLst/>
          </a:prstGeom>
        </p:spPr>
      </p:pic>
      <p:sp>
        <p:nvSpPr>
          <p:cNvPr id="108" name="Scientific domain frame">
            <a:extLst xmlns:a="http://schemas.openxmlformats.org/drawingml/2006/main">
              <a:ext uri="{FF2B5EF4-FFF2-40B4-BE49-F238E27FC236}">
                <a16:creationId xmlns:a16="http://schemas.microsoft.com/office/drawing/2014/main" id="{66FFDE51-4AE0-4FD1-9978-7B588F35733A}"/>
              </a:ext>
            </a:extLst>
          </p:cNvPr>
          <p:cNvSpPr>
            <a:spLocks xmlns:a="http://schemas.openxmlformats.org/drawingml/2006/main" noGrp="1"/>
          </p:cNvSpPr>
          <p:nvPr/>
        </p:nvSpPr>
        <p:spPr>
          <a:xfrm xmlns:a="http://schemas.openxmlformats.org/drawingml/2006/main">
            <a:off x="8277225" y="552450"/>
            <a:ext cx="1733550" cy="1733550"/>
          </a:xfrm>
          <a:prstGeom xmlns:a="http://schemas.openxmlformats.org/drawingml/2006/main" prst="rect">
            <a:avLst/>
          </a:prstGeom>
          <a:noFill xmlns:a="http://schemas.openxmlformats.org/drawingml/2006/main"/>
          <a:ln xmlns:a="http://schemas.openxmlformats.org/drawingml/2006/main" w="7620">
            <a:solidFill>
              <a:srgbClr val="000000"/>
            </a:solidFill>
          </a:ln>
        </p:spPr>
      </p:sp>
      <p:sp>
        <p:nvSpPr>
          <p:cNvPr id="109" name="A source-to-d projection t51">
            <a:extLst xmlns:a="http://schemas.openxmlformats.org/drawingml/2006/main">
              <a:ext uri="{FF2B5EF4-FFF2-40B4-BE49-F238E27FC236}">
                <a16:creationId xmlns:a16="http://schemas.microsoft.com/office/drawing/2014/main" id="{52B92996-42A9-4CC5-B819-284653A6D9A9}"/>
              </a:ext>
            </a:extLst>
          </p:cNvPr>
          <p:cNvSpPr>
            <a:spLocks xmlns:a="http://schemas.openxmlformats.org/drawingml/2006/main" noGrp="1"/>
          </p:cNvSpPr>
          <p:nvPr/>
        </p:nvSpPr>
        <p:spPr>
          <a:xfrm xmlns:a="http://schemas.openxmlformats.org/drawingml/2006/main">
            <a:off x="8566150" y="2038985"/>
            <a:ext cx="95" cy="376555"/>
          </a:xfrm>
          <a:custGeom xmlns:a="http://schemas.openxmlformats.org/drawingml/2006/main">
            <a:pathLst>
              <a:path w="95" h="490855">
                <a:moveTo>
                  <a:pt x="0" y="0"/>
                </a:moveTo>
                <a:lnTo>
                  <a:pt x="0" y="490855"/>
                </a:lnTo>
              </a:path>
            </a:pathLst>
          </a:custGeom>
          <a:noFill xmlns:a="http://schemas.openxmlformats.org/drawingml/2006/main"/>
          <a:ln xmlns:a="http://schemas.openxmlformats.org/drawingml/2006/main" w="11906">
            <a:solidFill>
              <a:srgbClr val="000000"/>
            </a:solidFill>
            <a:prstDash val="dash"/>
          </a:ln>
        </p:spPr>
      </p:sp>
      <p:sp>
        <p:nvSpPr>
          <p:cNvPr id="110" name="B source-to-d projection t51">
            <a:extLst xmlns:a="http://schemas.openxmlformats.org/drawingml/2006/main">
              <a:ext uri="{FF2B5EF4-FFF2-40B4-BE49-F238E27FC236}">
                <a16:creationId xmlns:a16="http://schemas.microsoft.com/office/drawing/2014/main" id="{11DBD3C3-85D6-474D-A06D-801846435524}"/>
              </a:ext>
            </a:extLst>
          </p:cNvPr>
          <p:cNvSpPr>
            <a:spLocks xmlns:a="http://schemas.openxmlformats.org/drawingml/2006/main" noGrp="1"/>
          </p:cNvSpPr>
          <p:nvPr/>
        </p:nvSpPr>
        <p:spPr>
          <a:xfrm xmlns:a="http://schemas.openxmlformats.org/drawingml/2006/main">
            <a:off x="9324578" y="1657906"/>
            <a:ext cx="95" cy="741442"/>
          </a:xfrm>
          <a:custGeom xmlns:a="http://schemas.openxmlformats.org/drawingml/2006/main">
            <a:pathLst>
              <a:path w="95" h="855742">
                <a:moveTo>
                  <a:pt x="0" y="0"/>
                </a:moveTo>
                <a:lnTo>
                  <a:pt x="0" y="855742"/>
                </a:lnTo>
              </a:path>
            </a:pathLst>
          </a:custGeom>
          <a:noFill xmlns:a="http://schemas.openxmlformats.org/drawingml/2006/main"/>
          <a:ln xmlns:a="http://schemas.openxmlformats.org/drawingml/2006/main" w="11906">
            <a:solidFill>
              <a:srgbClr val="000000"/>
            </a:solidFill>
            <a:prstDash val="dash"/>
          </a:ln>
        </p:spPr>
      </p:sp>
      <p:sp>
        <p:nvSpPr>
          <p:cNvPr id="111" name="C source-to-d projection t51">
            <a:extLst xmlns:a="http://schemas.openxmlformats.org/drawingml/2006/main">
              <a:ext uri="{FF2B5EF4-FFF2-40B4-BE49-F238E27FC236}">
                <a16:creationId xmlns:a16="http://schemas.microsoft.com/office/drawing/2014/main" id="{61B1C5C2-0510-4CAC-86EB-7818F72EBADD}"/>
              </a:ext>
            </a:extLst>
          </p:cNvPr>
          <p:cNvSpPr>
            <a:spLocks xmlns:a="http://schemas.openxmlformats.org/drawingml/2006/main" noGrp="1"/>
          </p:cNvSpPr>
          <p:nvPr/>
        </p:nvSpPr>
        <p:spPr>
          <a:xfrm xmlns:a="http://schemas.openxmlformats.org/drawingml/2006/main">
            <a:off x="9721850" y="915670"/>
            <a:ext cx="95" cy="1467485"/>
          </a:xfrm>
          <a:custGeom xmlns:a="http://schemas.openxmlformats.org/drawingml/2006/main">
            <a:pathLst>
              <a:path w="95" h="1581785">
                <a:moveTo>
                  <a:pt x="0" y="0"/>
                </a:moveTo>
                <a:lnTo>
                  <a:pt x="0" y="1581785"/>
                </a:lnTo>
              </a:path>
            </a:pathLst>
          </a:custGeom>
          <a:noFill xmlns:a="http://schemas.openxmlformats.org/drawingml/2006/main"/>
          <a:ln xmlns:a="http://schemas.openxmlformats.org/drawingml/2006/main" w="11906">
            <a:solidFill>
              <a:srgbClr val="000000"/>
            </a:solidFill>
            <a:prstDash val="dash"/>
          </a:ln>
        </p:spPr>
      </p:sp>
      <p:sp>
        <p:nvSpPr>
          <p:cNvPr id="112" name="A source identity marker t51">
            <a:extLst xmlns:a="http://schemas.openxmlformats.org/drawingml/2006/main">
              <a:ext uri="{FF2B5EF4-FFF2-40B4-BE49-F238E27FC236}">
                <a16:creationId xmlns:a16="http://schemas.microsoft.com/office/drawing/2014/main" id="{A119E0D4-07A4-42C4-A6F7-1E796B0924BE}"/>
              </a:ext>
            </a:extLst>
          </p:cNvPr>
          <p:cNvSpPr>
            <a:spLocks xmlns:a="http://schemas.openxmlformats.org/drawingml/2006/main" noGrp="1"/>
          </p:cNvSpPr>
          <p:nvPr/>
        </p:nvSpPr>
        <p:spPr>
          <a:xfrm xmlns:a="http://schemas.openxmlformats.org/drawingml/2006/main">
            <a:off x="8524240" y="1955165"/>
            <a:ext cx="83820" cy="83820"/>
          </a:xfrm>
          <a:prstGeom xmlns:a="http://schemas.openxmlformats.org/drawingml/2006/main" prst="ellipse">
            <a:avLst/>
          </a:prstGeom>
          <a:noFill xmlns:a="http://schemas.openxmlformats.org/drawingml/2006/main"/>
          <a:ln xmlns:a="http://schemas.openxmlformats.org/drawingml/2006/main" w="19050">
            <a:solidFill>
              <a:srgbClr val="ECE51B"/>
            </a:solidFill>
          </a:ln>
        </p:spPr>
      </p:sp>
      <p:sp>
        <p:nvSpPr>
          <p:cNvPr id="113" name="A black source label t51">
            <a:extLst xmlns:a="http://schemas.openxmlformats.org/drawingml/2006/main">
              <a:ext uri="{FF2B5EF4-FFF2-40B4-BE49-F238E27FC236}">
                <a16:creationId xmlns:a16="http://schemas.microsoft.com/office/drawing/2014/main" id="{057BC686-D64D-45B2-8F6C-C1F4FB507E65}"/>
              </a:ext>
            </a:extLst>
          </p:cNvPr>
          <p:cNvSpPr>
            <a:spLocks xmlns:a="http://schemas.openxmlformats.org/drawingml/2006/main" noGrp="1"/>
          </p:cNvSpPr>
          <p:nvPr/>
        </p:nvSpPr>
        <p:spPr>
          <a:xfrm xmlns:a="http://schemas.openxmlformats.org/drawingml/2006/main">
            <a:off x="8661400" y="1749425"/>
            <a:ext cx="257175"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575" b="1">
                <a:solidFill>
                  <a:srgbClr val="000000"/>
                </a:solidFill>
                <a:latin typeface="Arial"/>
                <a:ea typeface="Arial"/>
                <a:cs typeface="Arial"/>
              </a:defRPr>
            </a:defPPr>
            <a:lvl1pPr algn="l">
              <a:defRPr sz="1575" b="1">
                <a:solidFill>
                  <a:srgbClr val="000000"/>
                </a:solidFill>
                <a:latin typeface="Arial"/>
                <a:ea typeface="Arial"/>
                <a:cs typeface="Arial"/>
              </a:defRPr>
            </a:lvl1pPr>
            <a:lvl2pPr algn="l">
              <a:defRPr sz="1575" b="1">
                <a:solidFill>
                  <a:srgbClr val="000000"/>
                </a:solidFill>
                <a:latin typeface="Arial"/>
                <a:ea typeface="Arial"/>
                <a:cs typeface="Arial"/>
              </a:defRPr>
            </a:lvl2pPr>
            <a:lvl3pPr algn="l">
              <a:defRPr sz="1575" b="1">
                <a:solidFill>
                  <a:srgbClr val="000000"/>
                </a:solidFill>
                <a:latin typeface="Arial"/>
                <a:ea typeface="Arial"/>
                <a:cs typeface="Arial"/>
              </a:defRPr>
            </a:lvl3pPr>
            <a:lvl4pPr algn="l">
              <a:defRPr sz="1575" b="1">
                <a:solidFill>
                  <a:srgbClr val="000000"/>
                </a:solidFill>
                <a:latin typeface="Arial"/>
                <a:ea typeface="Arial"/>
                <a:cs typeface="Arial"/>
              </a:defRPr>
            </a:lvl4pPr>
            <a:lvl5pPr algn="l">
              <a:defRPr sz="1575" b="1">
                <a:solidFill>
                  <a:srgbClr val="000000"/>
                </a:solidFill>
                <a:latin typeface="Arial"/>
                <a:ea typeface="Arial"/>
                <a:cs typeface="Arial"/>
              </a:defRPr>
            </a:lvl5pPr>
            <a:lvl6pPr algn="l">
              <a:defRPr sz="1575" b="1">
                <a:solidFill>
                  <a:srgbClr val="000000"/>
                </a:solidFill>
                <a:latin typeface="Arial"/>
                <a:ea typeface="Arial"/>
                <a:cs typeface="Arial"/>
              </a:defRPr>
            </a:lvl6pPr>
            <a:lvl7pPr algn="l">
              <a:defRPr sz="1575" b="1">
                <a:solidFill>
                  <a:srgbClr val="000000"/>
                </a:solidFill>
                <a:latin typeface="Arial"/>
                <a:ea typeface="Arial"/>
                <a:cs typeface="Arial"/>
              </a:defRPr>
            </a:lvl7pPr>
            <a:lvl8pPr algn="l">
              <a:defRPr sz="1575" b="1">
                <a:solidFill>
                  <a:srgbClr val="000000"/>
                </a:solidFill>
                <a:latin typeface="Arial"/>
                <a:ea typeface="Arial"/>
                <a:cs typeface="Arial"/>
              </a:defRPr>
            </a:lvl8pPr>
            <a:lvl9pPr algn="l">
              <a:defRPr sz="1575" b="1">
                <a:solidFill>
                  <a:srgbClr val="000000"/>
                </a:solidFill>
                <a:latin typeface="Arial"/>
                <a:ea typeface="Arial"/>
                <a:cs typeface="Arial"/>
              </a:defRPr>
            </a:lvl9pPr>
          </a:lstStyle>
          <a:p xmlns:a="http://schemas.openxmlformats.org/drawingml/2006/main">
            <a:pPr algn="l">
              <a:defRPr sz="1575" b="1">
                <a:solidFill>
                  <a:srgbClr val="000000"/>
                </a:solidFill>
                <a:latin typeface="Arial"/>
                <a:ea typeface="Arial"/>
                <a:cs typeface="Arial"/>
              </a:defRPr>
            </a:pPr>
            <a:r>
              <a:rPr sz="1575" b="1">
                <a:solidFill>
                  <a:srgbClr val="000000"/>
                </a:solidFill>
                <a:latin typeface="Arial"/>
                <a:ea typeface="Arial"/>
                <a:cs typeface="Arial"/>
              </a:rPr>
              <a:t>A</a:t>
            </a:r>
          </a:p>
        </p:txBody>
      </p:sp>
      <p:sp>
        <p:nvSpPr>
          <p:cNvPr id="114" name="B source identity marker t51">
            <a:extLst xmlns:a="http://schemas.openxmlformats.org/drawingml/2006/main">
              <a:ext uri="{FF2B5EF4-FFF2-40B4-BE49-F238E27FC236}">
                <a16:creationId xmlns:a16="http://schemas.microsoft.com/office/drawing/2014/main" id="{CC054422-1AC2-489A-AEEC-93FB16706E7F}"/>
              </a:ext>
            </a:extLst>
          </p:cNvPr>
          <p:cNvSpPr>
            <a:spLocks xmlns:a="http://schemas.openxmlformats.org/drawingml/2006/main" noGrp="1"/>
          </p:cNvSpPr>
          <p:nvPr/>
        </p:nvSpPr>
        <p:spPr>
          <a:xfrm xmlns:a="http://schemas.openxmlformats.org/drawingml/2006/main">
            <a:off x="9266476" y="1541701"/>
            <a:ext cx="116205" cy="116205"/>
          </a:xfrm>
          <a:prstGeom xmlns:a="http://schemas.openxmlformats.org/drawingml/2006/main" prst="ellipse">
            <a:avLst/>
          </a:prstGeom>
          <a:noFill xmlns:a="http://schemas.openxmlformats.org/drawingml/2006/main"/>
          <a:ln xmlns:a="http://schemas.openxmlformats.org/drawingml/2006/main" w="19050">
            <a:solidFill>
              <a:srgbClr val="FDE725"/>
            </a:solidFill>
          </a:ln>
        </p:spPr>
      </p:sp>
      <p:sp>
        <p:nvSpPr>
          <p:cNvPr id="115" name="B black source label t51">
            <a:extLst xmlns:a="http://schemas.openxmlformats.org/drawingml/2006/main">
              <a:ext uri="{FF2B5EF4-FFF2-40B4-BE49-F238E27FC236}">
                <a16:creationId xmlns:a16="http://schemas.microsoft.com/office/drawing/2014/main" id="{E66540AD-95E4-4D7C-A108-CD830DD54858}"/>
              </a:ext>
            </a:extLst>
          </p:cNvPr>
          <p:cNvSpPr>
            <a:spLocks xmlns:a="http://schemas.openxmlformats.org/drawingml/2006/main" noGrp="1"/>
          </p:cNvSpPr>
          <p:nvPr/>
        </p:nvSpPr>
        <p:spPr>
          <a:xfrm xmlns:a="http://schemas.openxmlformats.org/drawingml/2006/main">
            <a:off x="9419828" y="1352153"/>
            <a:ext cx="257175"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575" b="1">
                <a:solidFill>
                  <a:srgbClr val="000000"/>
                </a:solidFill>
                <a:latin typeface="Arial"/>
                <a:ea typeface="Arial"/>
                <a:cs typeface="Arial"/>
              </a:defRPr>
            </a:defPPr>
            <a:lvl1pPr algn="l">
              <a:defRPr sz="1575" b="1">
                <a:solidFill>
                  <a:srgbClr val="000000"/>
                </a:solidFill>
                <a:latin typeface="Arial"/>
                <a:ea typeface="Arial"/>
                <a:cs typeface="Arial"/>
              </a:defRPr>
            </a:lvl1pPr>
            <a:lvl2pPr algn="l">
              <a:defRPr sz="1575" b="1">
                <a:solidFill>
                  <a:srgbClr val="000000"/>
                </a:solidFill>
                <a:latin typeface="Arial"/>
                <a:ea typeface="Arial"/>
                <a:cs typeface="Arial"/>
              </a:defRPr>
            </a:lvl2pPr>
            <a:lvl3pPr algn="l">
              <a:defRPr sz="1575" b="1">
                <a:solidFill>
                  <a:srgbClr val="000000"/>
                </a:solidFill>
                <a:latin typeface="Arial"/>
                <a:ea typeface="Arial"/>
                <a:cs typeface="Arial"/>
              </a:defRPr>
            </a:lvl3pPr>
            <a:lvl4pPr algn="l">
              <a:defRPr sz="1575" b="1">
                <a:solidFill>
                  <a:srgbClr val="000000"/>
                </a:solidFill>
                <a:latin typeface="Arial"/>
                <a:ea typeface="Arial"/>
                <a:cs typeface="Arial"/>
              </a:defRPr>
            </a:lvl4pPr>
            <a:lvl5pPr algn="l">
              <a:defRPr sz="1575" b="1">
                <a:solidFill>
                  <a:srgbClr val="000000"/>
                </a:solidFill>
                <a:latin typeface="Arial"/>
                <a:ea typeface="Arial"/>
                <a:cs typeface="Arial"/>
              </a:defRPr>
            </a:lvl5pPr>
            <a:lvl6pPr algn="l">
              <a:defRPr sz="1575" b="1">
                <a:solidFill>
                  <a:srgbClr val="000000"/>
                </a:solidFill>
                <a:latin typeface="Arial"/>
                <a:ea typeface="Arial"/>
                <a:cs typeface="Arial"/>
              </a:defRPr>
            </a:lvl6pPr>
            <a:lvl7pPr algn="l">
              <a:defRPr sz="1575" b="1">
                <a:solidFill>
                  <a:srgbClr val="000000"/>
                </a:solidFill>
                <a:latin typeface="Arial"/>
                <a:ea typeface="Arial"/>
                <a:cs typeface="Arial"/>
              </a:defRPr>
            </a:lvl7pPr>
            <a:lvl8pPr algn="l">
              <a:defRPr sz="1575" b="1">
                <a:solidFill>
                  <a:srgbClr val="000000"/>
                </a:solidFill>
                <a:latin typeface="Arial"/>
                <a:ea typeface="Arial"/>
                <a:cs typeface="Arial"/>
              </a:defRPr>
            </a:lvl8pPr>
            <a:lvl9pPr algn="l">
              <a:defRPr sz="1575" b="1">
                <a:solidFill>
                  <a:srgbClr val="000000"/>
                </a:solidFill>
                <a:latin typeface="Arial"/>
                <a:ea typeface="Arial"/>
                <a:cs typeface="Arial"/>
              </a:defRPr>
            </a:lvl9pPr>
          </a:lstStyle>
          <a:p xmlns:a="http://schemas.openxmlformats.org/drawingml/2006/main">
            <a:pPr algn="l">
              <a:defRPr sz="1575" b="1">
                <a:solidFill>
                  <a:srgbClr val="000000"/>
                </a:solidFill>
                <a:latin typeface="Arial"/>
                <a:ea typeface="Arial"/>
                <a:cs typeface="Arial"/>
              </a:defRPr>
            </a:pPr>
            <a:r>
              <a:rPr sz="1575" b="1">
                <a:solidFill>
                  <a:srgbClr val="000000"/>
                </a:solidFill>
                <a:latin typeface="Arial"/>
                <a:ea typeface="Arial"/>
                <a:cs typeface="Arial"/>
              </a:rPr>
              <a:t>B</a:t>
            </a:r>
          </a:p>
        </p:txBody>
      </p:sp>
      <p:sp>
        <p:nvSpPr>
          <p:cNvPr id="116" name="C source identity marker t51">
            <a:extLst xmlns:a="http://schemas.openxmlformats.org/drawingml/2006/main">
              <a:ext uri="{FF2B5EF4-FFF2-40B4-BE49-F238E27FC236}">
                <a16:creationId xmlns:a16="http://schemas.microsoft.com/office/drawing/2014/main" id="{19A2118B-1094-4DEC-99A1-76FE711C7CC1}"/>
              </a:ext>
            </a:extLst>
          </p:cNvPr>
          <p:cNvSpPr>
            <a:spLocks xmlns:a="http://schemas.openxmlformats.org/drawingml/2006/main" noGrp="1"/>
          </p:cNvSpPr>
          <p:nvPr/>
        </p:nvSpPr>
        <p:spPr>
          <a:xfrm xmlns:a="http://schemas.openxmlformats.org/drawingml/2006/main">
            <a:off x="9647555" y="767080"/>
            <a:ext cx="148590" cy="148590"/>
          </a:xfrm>
          <a:prstGeom xmlns:a="http://schemas.openxmlformats.org/drawingml/2006/main" prst="ellipse">
            <a:avLst/>
          </a:prstGeom>
          <a:noFill xmlns:a="http://schemas.openxmlformats.org/drawingml/2006/main"/>
          <a:ln xmlns:a="http://schemas.openxmlformats.org/drawingml/2006/main" w="19050">
            <a:solidFill>
              <a:srgbClr val="D9E219"/>
            </a:solidFill>
          </a:ln>
        </p:spPr>
      </p:sp>
      <p:sp>
        <p:nvSpPr>
          <p:cNvPr id="117" name="C black source label t51">
            <a:extLst xmlns:a="http://schemas.openxmlformats.org/drawingml/2006/main">
              <a:ext uri="{FF2B5EF4-FFF2-40B4-BE49-F238E27FC236}">
                <a16:creationId xmlns:a16="http://schemas.microsoft.com/office/drawing/2014/main" id="{85A47A0E-FEA6-4315-B44D-FEA0B678D466}"/>
              </a:ext>
            </a:extLst>
          </p:cNvPr>
          <p:cNvSpPr>
            <a:spLocks xmlns:a="http://schemas.openxmlformats.org/drawingml/2006/main" noGrp="1"/>
          </p:cNvSpPr>
          <p:nvPr/>
        </p:nvSpPr>
        <p:spPr>
          <a:xfrm xmlns:a="http://schemas.openxmlformats.org/drawingml/2006/main">
            <a:off x="9817100" y="593725"/>
            <a:ext cx="257175"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575" b="1">
                <a:solidFill>
                  <a:srgbClr val="000000"/>
                </a:solidFill>
                <a:latin typeface="Arial"/>
                <a:ea typeface="Arial"/>
                <a:cs typeface="Arial"/>
              </a:defRPr>
            </a:defPPr>
            <a:lvl1pPr algn="l">
              <a:defRPr sz="1575" b="1">
                <a:solidFill>
                  <a:srgbClr val="000000"/>
                </a:solidFill>
                <a:latin typeface="Arial"/>
                <a:ea typeface="Arial"/>
                <a:cs typeface="Arial"/>
              </a:defRPr>
            </a:lvl1pPr>
            <a:lvl2pPr algn="l">
              <a:defRPr sz="1575" b="1">
                <a:solidFill>
                  <a:srgbClr val="000000"/>
                </a:solidFill>
                <a:latin typeface="Arial"/>
                <a:ea typeface="Arial"/>
                <a:cs typeface="Arial"/>
              </a:defRPr>
            </a:lvl2pPr>
            <a:lvl3pPr algn="l">
              <a:defRPr sz="1575" b="1">
                <a:solidFill>
                  <a:srgbClr val="000000"/>
                </a:solidFill>
                <a:latin typeface="Arial"/>
                <a:ea typeface="Arial"/>
                <a:cs typeface="Arial"/>
              </a:defRPr>
            </a:lvl3pPr>
            <a:lvl4pPr algn="l">
              <a:defRPr sz="1575" b="1">
                <a:solidFill>
                  <a:srgbClr val="000000"/>
                </a:solidFill>
                <a:latin typeface="Arial"/>
                <a:ea typeface="Arial"/>
                <a:cs typeface="Arial"/>
              </a:defRPr>
            </a:lvl4pPr>
            <a:lvl5pPr algn="l">
              <a:defRPr sz="1575" b="1">
                <a:solidFill>
                  <a:srgbClr val="000000"/>
                </a:solidFill>
                <a:latin typeface="Arial"/>
                <a:ea typeface="Arial"/>
                <a:cs typeface="Arial"/>
              </a:defRPr>
            </a:lvl5pPr>
            <a:lvl6pPr algn="l">
              <a:defRPr sz="1575" b="1">
                <a:solidFill>
                  <a:srgbClr val="000000"/>
                </a:solidFill>
                <a:latin typeface="Arial"/>
                <a:ea typeface="Arial"/>
                <a:cs typeface="Arial"/>
              </a:defRPr>
            </a:lvl6pPr>
            <a:lvl7pPr algn="l">
              <a:defRPr sz="1575" b="1">
                <a:solidFill>
                  <a:srgbClr val="000000"/>
                </a:solidFill>
                <a:latin typeface="Arial"/>
                <a:ea typeface="Arial"/>
                <a:cs typeface="Arial"/>
              </a:defRPr>
            </a:lvl7pPr>
            <a:lvl8pPr algn="l">
              <a:defRPr sz="1575" b="1">
                <a:solidFill>
                  <a:srgbClr val="000000"/>
                </a:solidFill>
                <a:latin typeface="Arial"/>
                <a:ea typeface="Arial"/>
                <a:cs typeface="Arial"/>
              </a:defRPr>
            </a:lvl8pPr>
            <a:lvl9pPr algn="l">
              <a:defRPr sz="1575" b="1">
                <a:solidFill>
                  <a:srgbClr val="000000"/>
                </a:solidFill>
                <a:latin typeface="Arial"/>
                <a:ea typeface="Arial"/>
                <a:cs typeface="Arial"/>
              </a:defRPr>
            </a:lvl9pPr>
          </a:lstStyle>
          <a:p xmlns:a="http://schemas.openxmlformats.org/drawingml/2006/main">
            <a:pPr algn="l">
              <a:defRPr sz="1575" b="1">
                <a:solidFill>
                  <a:srgbClr val="000000"/>
                </a:solidFill>
                <a:latin typeface="Arial"/>
                <a:ea typeface="Arial"/>
                <a:cs typeface="Arial"/>
              </a:defRPr>
            </a:pPr>
            <a:r>
              <a:rPr sz="1575" b="1">
                <a:solidFill>
                  <a:srgbClr val="000000"/>
                </a:solidFill>
                <a:latin typeface="Arial"/>
                <a:ea typeface="Arial"/>
                <a:cs typeface="Arial"/>
              </a:rPr>
              <a:t>C</a:t>
            </a:r>
          </a:p>
        </p:txBody>
      </p:sp>
      <p:sp>
        <p:nvSpPr>
          <p:cNvPr id="118" name="Scientific line">
            <a:extLst xmlns:a="http://schemas.openxmlformats.org/drawingml/2006/main">
              <a:ext uri="{FF2B5EF4-FFF2-40B4-BE49-F238E27FC236}">
                <a16:creationId xmlns:a16="http://schemas.microsoft.com/office/drawing/2014/main" id="{87B29C76-D0B1-4A17-BAD3-0F36B7C85842}"/>
              </a:ext>
            </a:extLst>
          </p:cNvPr>
          <p:cNvSpPr>
            <a:spLocks xmlns:a="http://schemas.openxmlformats.org/drawingml/2006/main" noGrp="1"/>
          </p:cNvSpPr>
          <p:nvPr/>
        </p:nvSpPr>
        <p:spPr>
          <a:xfrm xmlns:a="http://schemas.openxmlformats.org/drawingml/2006/main">
            <a:off x="8277225" y="2457450"/>
            <a:ext cx="1733550" cy="95"/>
          </a:xfrm>
          <a:custGeom xmlns:a="http://schemas.openxmlformats.org/drawingml/2006/main">
            <a:pathLst>
              <a:path w="1733550" h="95">
                <a:moveTo>
                  <a:pt x="0" y="0"/>
                </a:moveTo>
                <a:lnTo>
                  <a:pt x="1733550" y="0"/>
                </a:lnTo>
              </a:path>
            </a:pathLst>
          </a:custGeom>
          <a:noFill xmlns:a="http://schemas.openxmlformats.org/drawingml/2006/main"/>
          <a:ln xmlns:a="http://schemas.openxmlformats.org/drawingml/2006/main" w="11430">
            <a:solidFill>
              <a:srgbClr val="000000"/>
            </a:solidFill>
            <a:prstDash val="solid"/>
          </a:ln>
        </p:spPr>
      </p:sp>
      <p:sp>
        <p:nvSpPr>
          <p:cNvPr id="119" name="Scientific line">
            <a:extLst xmlns:a="http://schemas.openxmlformats.org/drawingml/2006/main">
              <a:ext uri="{FF2B5EF4-FFF2-40B4-BE49-F238E27FC236}">
                <a16:creationId xmlns:a16="http://schemas.microsoft.com/office/drawing/2014/main" id="{0635C3EF-956F-4C1B-B8E9-46D8FEF9B2DC}"/>
              </a:ext>
            </a:extLst>
          </p:cNvPr>
          <p:cNvSpPr>
            <a:spLocks xmlns:a="http://schemas.openxmlformats.org/drawingml/2006/main" noGrp="1"/>
          </p:cNvSpPr>
          <p:nvPr/>
        </p:nvSpPr>
        <p:spPr>
          <a:xfrm xmlns:a="http://schemas.openxmlformats.org/drawingml/2006/main">
            <a:off x="9953625" y="2428875"/>
            <a:ext cx="57150" cy="28575"/>
          </a:xfrm>
          <a:custGeom xmlns:a="http://schemas.openxmlformats.org/drawingml/2006/main">
            <a:pathLst>
              <a:path w="57150" h="28575">
                <a:moveTo>
                  <a:pt x="0" y="0"/>
                </a:moveTo>
                <a:lnTo>
                  <a:pt x="57150" y="28575"/>
                </a:lnTo>
              </a:path>
            </a:pathLst>
          </a:custGeom>
          <a:noFill xmlns:a="http://schemas.openxmlformats.org/drawingml/2006/main"/>
          <a:ln xmlns:a="http://schemas.openxmlformats.org/drawingml/2006/main" w="11430">
            <a:solidFill>
              <a:srgbClr val="000000"/>
            </a:solidFill>
            <a:prstDash val="solid"/>
          </a:ln>
        </p:spPr>
      </p:sp>
      <p:sp>
        <p:nvSpPr>
          <p:cNvPr id="120" name="Scientific line">
            <a:extLst xmlns:a="http://schemas.openxmlformats.org/drawingml/2006/main">
              <a:ext uri="{FF2B5EF4-FFF2-40B4-BE49-F238E27FC236}">
                <a16:creationId xmlns:a16="http://schemas.microsoft.com/office/drawing/2014/main" id="{80D394E6-21C0-4D83-B4E4-ACB024BFF5AD}"/>
              </a:ext>
            </a:extLst>
          </p:cNvPr>
          <p:cNvSpPr>
            <a:spLocks xmlns:a="http://schemas.openxmlformats.org/drawingml/2006/main" noGrp="1"/>
          </p:cNvSpPr>
          <p:nvPr/>
        </p:nvSpPr>
        <p:spPr>
          <a:xfrm xmlns:a="http://schemas.openxmlformats.org/drawingml/2006/main">
            <a:off x="9953625" y="2457450"/>
            <a:ext cx="57150" cy="28575"/>
          </a:xfrm>
          <a:custGeom xmlns:a="http://schemas.openxmlformats.org/drawingml/2006/main">
            <a:pathLst>
              <a:path w="57150" h="28575">
                <a:moveTo>
                  <a:pt x="0" y="28575"/>
                </a:moveTo>
                <a:lnTo>
                  <a:pt x="57150" y="0"/>
                </a:lnTo>
              </a:path>
            </a:pathLst>
          </a:custGeom>
          <a:noFill xmlns:a="http://schemas.openxmlformats.org/drawingml/2006/main"/>
          <a:ln xmlns:a="http://schemas.openxmlformats.org/drawingml/2006/main" w="11430">
            <a:solidFill>
              <a:srgbClr val="000000"/>
            </a:solidFill>
            <a:prstDash val="solid"/>
          </a:ln>
        </p:spPr>
      </p:sp>
      <p:sp>
        <p:nvSpPr>
          <p:cNvPr id="121" name="A matching d-axis marker t51">
            <a:extLst xmlns:a="http://schemas.openxmlformats.org/drawingml/2006/main">
              <a:ext uri="{FF2B5EF4-FFF2-40B4-BE49-F238E27FC236}">
                <a16:creationId xmlns:a16="http://schemas.microsoft.com/office/drawing/2014/main" id="{EDC2D23D-F3C6-4D66-907E-2029D9675F83}"/>
              </a:ext>
            </a:extLst>
          </p:cNvPr>
          <p:cNvSpPr>
            <a:spLocks xmlns:a="http://schemas.openxmlformats.org/drawingml/2006/main" noGrp="1"/>
          </p:cNvSpPr>
          <p:nvPr/>
        </p:nvSpPr>
        <p:spPr>
          <a:xfrm xmlns:a="http://schemas.openxmlformats.org/drawingml/2006/main">
            <a:off x="8524240" y="2415540"/>
            <a:ext cx="83820" cy="83820"/>
          </a:xfrm>
          <a:prstGeom xmlns:a="http://schemas.openxmlformats.org/drawingml/2006/main" prst="ellipse">
            <a:avLst/>
          </a:prstGeom>
          <a:solidFill xmlns:a="http://schemas.openxmlformats.org/drawingml/2006/main">
            <a:srgbClr val="ECE51B"/>
          </a:solidFill>
          <a:ln xmlns:a="http://schemas.openxmlformats.org/drawingml/2006/main" w="19050">
            <a:solidFill>
              <a:srgbClr val="ECE51B"/>
            </a:solidFill>
          </a:ln>
        </p:spPr>
      </p:sp>
      <p:sp>
        <p:nvSpPr>
          <p:cNvPr id="122" name="A">
            <a:extLst xmlns:a="http://schemas.openxmlformats.org/drawingml/2006/main">
              <a:ext uri="{FF2B5EF4-FFF2-40B4-BE49-F238E27FC236}">
                <a16:creationId xmlns:a16="http://schemas.microsoft.com/office/drawing/2014/main" id="{05E158E6-221E-41B9-ADB4-225A9D505DE2}"/>
              </a:ext>
            </a:extLst>
          </p:cNvPr>
          <p:cNvSpPr>
            <a:spLocks xmlns:a="http://schemas.openxmlformats.org/drawingml/2006/main" noGrp="1"/>
          </p:cNvSpPr>
          <p:nvPr/>
        </p:nvSpPr>
        <p:spPr>
          <a:xfrm xmlns:a="http://schemas.openxmlformats.org/drawingml/2006/main">
            <a:off x="8432800" y="2562225"/>
            <a:ext cx="26670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500" b="1">
                <a:solidFill>
                  <a:srgbClr val="000000"/>
                </a:solidFill>
                <a:latin typeface="Arial"/>
                <a:ea typeface="Arial"/>
                <a:cs typeface="Arial"/>
              </a:defRPr>
            </a:defPPr>
            <a:lvl1pPr algn="ctr">
              <a:defRPr sz="1500" b="1">
                <a:solidFill>
                  <a:srgbClr val="000000"/>
                </a:solidFill>
                <a:latin typeface="Arial"/>
                <a:ea typeface="Arial"/>
                <a:cs typeface="Arial"/>
              </a:defRPr>
            </a:lvl1pPr>
            <a:lvl2pPr algn="ctr">
              <a:defRPr sz="1500" b="1">
                <a:solidFill>
                  <a:srgbClr val="000000"/>
                </a:solidFill>
                <a:latin typeface="Arial"/>
                <a:ea typeface="Arial"/>
                <a:cs typeface="Arial"/>
              </a:defRPr>
            </a:lvl2pPr>
            <a:lvl3pPr algn="ctr">
              <a:defRPr sz="1500" b="1">
                <a:solidFill>
                  <a:srgbClr val="000000"/>
                </a:solidFill>
                <a:latin typeface="Arial"/>
                <a:ea typeface="Arial"/>
                <a:cs typeface="Arial"/>
              </a:defRPr>
            </a:lvl3pPr>
            <a:lvl4pPr algn="ctr">
              <a:defRPr sz="1500" b="1">
                <a:solidFill>
                  <a:srgbClr val="000000"/>
                </a:solidFill>
                <a:latin typeface="Arial"/>
                <a:ea typeface="Arial"/>
                <a:cs typeface="Arial"/>
              </a:defRPr>
            </a:lvl4pPr>
            <a:lvl5pPr algn="ctr">
              <a:defRPr sz="1500" b="1">
                <a:solidFill>
                  <a:srgbClr val="000000"/>
                </a:solidFill>
                <a:latin typeface="Arial"/>
                <a:ea typeface="Arial"/>
                <a:cs typeface="Arial"/>
              </a:defRPr>
            </a:lvl5pPr>
            <a:lvl6pPr algn="ctr">
              <a:defRPr sz="1500" b="1">
                <a:solidFill>
                  <a:srgbClr val="000000"/>
                </a:solidFill>
                <a:latin typeface="Arial"/>
                <a:ea typeface="Arial"/>
                <a:cs typeface="Arial"/>
              </a:defRPr>
            </a:lvl6pPr>
            <a:lvl7pPr algn="ctr">
              <a:defRPr sz="1500" b="1">
                <a:solidFill>
                  <a:srgbClr val="000000"/>
                </a:solidFill>
                <a:latin typeface="Arial"/>
                <a:ea typeface="Arial"/>
                <a:cs typeface="Arial"/>
              </a:defRPr>
            </a:lvl7pPr>
            <a:lvl8pPr algn="ctr">
              <a:defRPr sz="1500" b="1">
                <a:solidFill>
                  <a:srgbClr val="000000"/>
                </a:solidFill>
                <a:latin typeface="Arial"/>
                <a:ea typeface="Arial"/>
                <a:cs typeface="Arial"/>
              </a:defRPr>
            </a:lvl8pPr>
            <a:lvl9pPr algn="ctr">
              <a:defRPr sz="1500" b="1">
                <a:solidFill>
                  <a:srgbClr val="000000"/>
                </a:solidFill>
                <a:latin typeface="Arial"/>
                <a:ea typeface="Arial"/>
                <a:cs typeface="Arial"/>
              </a:defRPr>
            </a:lvl9pPr>
          </a:lstStyle>
          <a:p xmlns:a="http://schemas.openxmlformats.org/drawingml/2006/main">
            <a:pPr algn="ctr">
              <a:defRPr sz="1500" b="1">
                <a:solidFill>
                  <a:srgbClr val="000000"/>
                </a:solidFill>
                <a:latin typeface="Arial"/>
                <a:ea typeface="Arial"/>
                <a:cs typeface="Arial"/>
              </a:defRPr>
            </a:pPr>
            <a:r>
              <a:rPr sz="1500" b="1">
                <a:solidFill>
                  <a:srgbClr val="000000"/>
                </a:solidFill>
                <a:latin typeface="Arial"/>
                <a:ea typeface="Arial"/>
                <a:cs typeface="Arial"/>
              </a:rPr>
              <a:t>A</a:t>
            </a:r>
          </a:p>
        </p:txBody>
      </p:sp>
      <p:sp>
        <p:nvSpPr>
          <p:cNvPr id="123" name="A exact d coordinate t51">
            <a:extLst xmlns:a="http://schemas.openxmlformats.org/drawingml/2006/main">
              <a:ext uri="{FF2B5EF4-FFF2-40B4-BE49-F238E27FC236}">
                <a16:creationId xmlns:a16="http://schemas.microsoft.com/office/drawing/2014/main" id="{746FB3A5-4403-4816-AB73-E93897583354}"/>
              </a:ext>
            </a:extLst>
          </p:cNvPr>
          <p:cNvSpPr>
            <a:spLocks xmlns:a="http://schemas.openxmlformats.org/drawingml/2006/main" noGrp="1"/>
          </p:cNvSpPr>
          <p:nvPr/>
        </p:nvSpPr>
        <p:spPr>
          <a:xfrm xmlns:a="http://schemas.openxmlformats.org/drawingml/2006/main">
            <a:off x="8347075" y="2790825"/>
            <a:ext cx="438150" cy="2190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350" b="0">
                <a:solidFill>
                  <a:srgbClr val="000000"/>
                </a:solidFill>
                <a:latin typeface="Arial"/>
                <a:ea typeface="Arial"/>
                <a:cs typeface="Arial"/>
              </a:defRPr>
            </a:defPPr>
            <a:lvl1pPr algn="ctr">
              <a:defRPr sz="1350" b="0">
                <a:solidFill>
                  <a:srgbClr val="000000"/>
                </a:solidFill>
                <a:latin typeface="Arial"/>
                <a:ea typeface="Arial"/>
                <a:cs typeface="Arial"/>
              </a:defRPr>
            </a:lvl1pPr>
            <a:lvl2pPr algn="ctr">
              <a:defRPr sz="1350" b="0">
                <a:solidFill>
                  <a:srgbClr val="000000"/>
                </a:solidFill>
                <a:latin typeface="Arial"/>
                <a:ea typeface="Arial"/>
                <a:cs typeface="Arial"/>
              </a:defRPr>
            </a:lvl2pPr>
            <a:lvl3pPr algn="ctr">
              <a:defRPr sz="1350" b="0">
                <a:solidFill>
                  <a:srgbClr val="000000"/>
                </a:solidFill>
                <a:latin typeface="Arial"/>
                <a:ea typeface="Arial"/>
                <a:cs typeface="Arial"/>
              </a:defRPr>
            </a:lvl3pPr>
            <a:lvl4pPr algn="ctr">
              <a:defRPr sz="1350" b="0">
                <a:solidFill>
                  <a:srgbClr val="000000"/>
                </a:solidFill>
                <a:latin typeface="Arial"/>
                <a:ea typeface="Arial"/>
                <a:cs typeface="Arial"/>
              </a:defRPr>
            </a:lvl4pPr>
            <a:lvl5pPr algn="ctr">
              <a:defRPr sz="1350" b="0">
                <a:solidFill>
                  <a:srgbClr val="000000"/>
                </a:solidFill>
                <a:latin typeface="Arial"/>
                <a:ea typeface="Arial"/>
                <a:cs typeface="Arial"/>
              </a:defRPr>
            </a:lvl5pPr>
            <a:lvl6pPr algn="ctr">
              <a:defRPr sz="1350" b="0">
                <a:solidFill>
                  <a:srgbClr val="000000"/>
                </a:solidFill>
                <a:latin typeface="Arial"/>
                <a:ea typeface="Arial"/>
                <a:cs typeface="Arial"/>
              </a:defRPr>
            </a:lvl6pPr>
            <a:lvl7pPr algn="ctr">
              <a:defRPr sz="1350" b="0">
                <a:solidFill>
                  <a:srgbClr val="000000"/>
                </a:solidFill>
                <a:latin typeface="Arial"/>
                <a:ea typeface="Arial"/>
                <a:cs typeface="Arial"/>
              </a:defRPr>
            </a:lvl7pPr>
            <a:lvl8pPr algn="ctr">
              <a:defRPr sz="1350" b="0">
                <a:solidFill>
                  <a:srgbClr val="000000"/>
                </a:solidFill>
                <a:latin typeface="Arial"/>
                <a:ea typeface="Arial"/>
                <a:cs typeface="Arial"/>
              </a:defRPr>
            </a:lvl8pPr>
            <a:lvl9pPr algn="ctr">
              <a:defRPr sz="1350" b="0">
                <a:solidFill>
                  <a:srgbClr val="000000"/>
                </a:solidFill>
                <a:latin typeface="Arial"/>
                <a:ea typeface="Arial"/>
                <a:cs typeface="Arial"/>
              </a:defRPr>
            </a:lvl9pPr>
          </a:lstStyle>
          <a:p xmlns:a="http://schemas.openxmlformats.org/drawingml/2006/main">
            <a:pPr algn="ctr">
              <a:defRPr sz="1350" b="0">
                <a:solidFill>
                  <a:srgbClr val="000000"/>
                </a:solidFill>
                <a:latin typeface="Arial"/>
                <a:ea typeface="Arial"/>
                <a:cs typeface="Arial"/>
              </a:defRPr>
            </a:pPr>
            <a:r>
              <a:rPr sz="1350" b="0">
                <a:solidFill>
                  <a:srgbClr val="000000"/>
                </a:solidFill>
                <a:latin typeface="Arial"/>
                <a:ea typeface="Arial"/>
                <a:cs typeface="Arial"/>
              </a:rPr>
              <a:t>20</a:t>
            </a:r>
          </a:p>
        </p:txBody>
      </p:sp>
      <p:sp>
        <p:nvSpPr>
          <p:cNvPr id="124" name="B matching d-axis marker t51">
            <a:extLst xmlns:a="http://schemas.openxmlformats.org/drawingml/2006/main">
              <a:ext uri="{FF2B5EF4-FFF2-40B4-BE49-F238E27FC236}">
                <a16:creationId xmlns:a16="http://schemas.microsoft.com/office/drawing/2014/main" id="{361E8A6B-F41B-43D1-B66B-190D8F3E6159}"/>
              </a:ext>
            </a:extLst>
          </p:cNvPr>
          <p:cNvSpPr>
            <a:spLocks xmlns:a="http://schemas.openxmlformats.org/drawingml/2006/main" noGrp="1"/>
          </p:cNvSpPr>
          <p:nvPr/>
        </p:nvSpPr>
        <p:spPr>
          <a:xfrm xmlns:a="http://schemas.openxmlformats.org/drawingml/2006/main">
            <a:off x="9266476" y="2399348"/>
            <a:ext cx="116205" cy="116205"/>
          </a:xfrm>
          <a:prstGeom xmlns:a="http://schemas.openxmlformats.org/drawingml/2006/main" prst="ellipse">
            <a:avLst/>
          </a:prstGeom>
          <a:solidFill xmlns:a="http://schemas.openxmlformats.org/drawingml/2006/main">
            <a:srgbClr val="FDE725"/>
          </a:solidFill>
          <a:ln xmlns:a="http://schemas.openxmlformats.org/drawingml/2006/main" w="19050">
            <a:solidFill>
              <a:srgbClr val="FDE725"/>
            </a:solidFill>
          </a:ln>
        </p:spPr>
      </p:sp>
      <p:sp>
        <p:nvSpPr>
          <p:cNvPr id="125" name="B">
            <a:extLst xmlns:a="http://schemas.openxmlformats.org/drawingml/2006/main">
              <a:ext uri="{FF2B5EF4-FFF2-40B4-BE49-F238E27FC236}">
                <a16:creationId xmlns:a16="http://schemas.microsoft.com/office/drawing/2014/main" id="{2FD2B57E-5A2D-4E9C-8FC1-69842BF1920C}"/>
              </a:ext>
            </a:extLst>
          </p:cNvPr>
          <p:cNvSpPr>
            <a:spLocks xmlns:a="http://schemas.openxmlformats.org/drawingml/2006/main" noGrp="1"/>
          </p:cNvSpPr>
          <p:nvPr/>
        </p:nvSpPr>
        <p:spPr>
          <a:xfrm xmlns:a="http://schemas.openxmlformats.org/drawingml/2006/main">
            <a:off x="9191228" y="2562225"/>
            <a:ext cx="26670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500" b="1">
                <a:solidFill>
                  <a:srgbClr val="000000"/>
                </a:solidFill>
                <a:latin typeface="Arial"/>
                <a:ea typeface="Arial"/>
                <a:cs typeface="Arial"/>
              </a:defRPr>
            </a:defPPr>
            <a:lvl1pPr algn="ctr">
              <a:defRPr sz="1500" b="1">
                <a:solidFill>
                  <a:srgbClr val="000000"/>
                </a:solidFill>
                <a:latin typeface="Arial"/>
                <a:ea typeface="Arial"/>
                <a:cs typeface="Arial"/>
              </a:defRPr>
            </a:lvl1pPr>
            <a:lvl2pPr algn="ctr">
              <a:defRPr sz="1500" b="1">
                <a:solidFill>
                  <a:srgbClr val="000000"/>
                </a:solidFill>
                <a:latin typeface="Arial"/>
                <a:ea typeface="Arial"/>
                <a:cs typeface="Arial"/>
              </a:defRPr>
            </a:lvl2pPr>
            <a:lvl3pPr algn="ctr">
              <a:defRPr sz="1500" b="1">
                <a:solidFill>
                  <a:srgbClr val="000000"/>
                </a:solidFill>
                <a:latin typeface="Arial"/>
                <a:ea typeface="Arial"/>
                <a:cs typeface="Arial"/>
              </a:defRPr>
            </a:lvl3pPr>
            <a:lvl4pPr algn="ctr">
              <a:defRPr sz="1500" b="1">
                <a:solidFill>
                  <a:srgbClr val="000000"/>
                </a:solidFill>
                <a:latin typeface="Arial"/>
                <a:ea typeface="Arial"/>
                <a:cs typeface="Arial"/>
              </a:defRPr>
            </a:lvl4pPr>
            <a:lvl5pPr algn="ctr">
              <a:defRPr sz="1500" b="1">
                <a:solidFill>
                  <a:srgbClr val="000000"/>
                </a:solidFill>
                <a:latin typeface="Arial"/>
                <a:ea typeface="Arial"/>
                <a:cs typeface="Arial"/>
              </a:defRPr>
            </a:lvl5pPr>
            <a:lvl6pPr algn="ctr">
              <a:defRPr sz="1500" b="1">
                <a:solidFill>
                  <a:srgbClr val="000000"/>
                </a:solidFill>
                <a:latin typeface="Arial"/>
                <a:ea typeface="Arial"/>
                <a:cs typeface="Arial"/>
              </a:defRPr>
            </a:lvl6pPr>
            <a:lvl7pPr algn="ctr">
              <a:defRPr sz="1500" b="1">
                <a:solidFill>
                  <a:srgbClr val="000000"/>
                </a:solidFill>
                <a:latin typeface="Arial"/>
                <a:ea typeface="Arial"/>
                <a:cs typeface="Arial"/>
              </a:defRPr>
            </a:lvl7pPr>
            <a:lvl8pPr algn="ctr">
              <a:defRPr sz="1500" b="1">
                <a:solidFill>
                  <a:srgbClr val="000000"/>
                </a:solidFill>
                <a:latin typeface="Arial"/>
                <a:ea typeface="Arial"/>
                <a:cs typeface="Arial"/>
              </a:defRPr>
            </a:lvl8pPr>
            <a:lvl9pPr algn="ctr">
              <a:defRPr sz="1500" b="1">
                <a:solidFill>
                  <a:srgbClr val="000000"/>
                </a:solidFill>
                <a:latin typeface="Arial"/>
                <a:ea typeface="Arial"/>
                <a:cs typeface="Arial"/>
              </a:defRPr>
            </a:lvl9pPr>
          </a:lstStyle>
          <a:p xmlns:a="http://schemas.openxmlformats.org/drawingml/2006/main">
            <a:pPr algn="ctr">
              <a:defRPr sz="1500" b="1">
                <a:solidFill>
                  <a:srgbClr val="000000"/>
                </a:solidFill>
                <a:latin typeface="Arial"/>
                <a:ea typeface="Arial"/>
                <a:cs typeface="Arial"/>
              </a:defRPr>
            </a:pPr>
            <a:r>
              <a:rPr sz="1500" b="1">
                <a:solidFill>
                  <a:srgbClr val="000000"/>
                </a:solidFill>
                <a:latin typeface="Arial"/>
                <a:ea typeface="Arial"/>
                <a:cs typeface="Arial"/>
              </a:rPr>
              <a:t>B</a:t>
            </a:r>
          </a:p>
        </p:txBody>
      </p:sp>
      <p:sp>
        <p:nvSpPr>
          <p:cNvPr id="126" name="B exact d coordinate t51">
            <a:extLst xmlns:a="http://schemas.openxmlformats.org/drawingml/2006/main">
              <a:ext uri="{FF2B5EF4-FFF2-40B4-BE49-F238E27FC236}">
                <a16:creationId xmlns:a16="http://schemas.microsoft.com/office/drawing/2014/main" id="{DDD93658-4B41-4766-9649-7972DA42CCE8}"/>
              </a:ext>
            </a:extLst>
          </p:cNvPr>
          <p:cNvSpPr>
            <a:spLocks xmlns:a="http://schemas.openxmlformats.org/drawingml/2006/main" noGrp="1"/>
          </p:cNvSpPr>
          <p:nvPr/>
        </p:nvSpPr>
        <p:spPr>
          <a:xfrm xmlns:a="http://schemas.openxmlformats.org/drawingml/2006/main">
            <a:off x="9105503" y="2790825"/>
            <a:ext cx="438150" cy="2190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350" b="0">
                <a:solidFill>
                  <a:srgbClr val="000000"/>
                </a:solidFill>
                <a:latin typeface="Arial"/>
                <a:ea typeface="Arial"/>
                <a:cs typeface="Arial"/>
              </a:defRPr>
            </a:defPPr>
            <a:lvl1pPr algn="ctr">
              <a:defRPr sz="1350" b="0">
                <a:solidFill>
                  <a:srgbClr val="000000"/>
                </a:solidFill>
                <a:latin typeface="Arial"/>
                <a:ea typeface="Arial"/>
                <a:cs typeface="Arial"/>
              </a:defRPr>
            </a:lvl1pPr>
            <a:lvl2pPr algn="ctr">
              <a:defRPr sz="1350" b="0">
                <a:solidFill>
                  <a:srgbClr val="000000"/>
                </a:solidFill>
                <a:latin typeface="Arial"/>
                <a:ea typeface="Arial"/>
                <a:cs typeface="Arial"/>
              </a:defRPr>
            </a:lvl2pPr>
            <a:lvl3pPr algn="ctr">
              <a:defRPr sz="1350" b="0">
                <a:solidFill>
                  <a:srgbClr val="000000"/>
                </a:solidFill>
                <a:latin typeface="Arial"/>
                <a:ea typeface="Arial"/>
                <a:cs typeface="Arial"/>
              </a:defRPr>
            </a:lvl3pPr>
            <a:lvl4pPr algn="ctr">
              <a:defRPr sz="1350" b="0">
                <a:solidFill>
                  <a:srgbClr val="000000"/>
                </a:solidFill>
                <a:latin typeface="Arial"/>
                <a:ea typeface="Arial"/>
                <a:cs typeface="Arial"/>
              </a:defRPr>
            </a:lvl4pPr>
            <a:lvl5pPr algn="ctr">
              <a:defRPr sz="1350" b="0">
                <a:solidFill>
                  <a:srgbClr val="000000"/>
                </a:solidFill>
                <a:latin typeface="Arial"/>
                <a:ea typeface="Arial"/>
                <a:cs typeface="Arial"/>
              </a:defRPr>
            </a:lvl5pPr>
            <a:lvl6pPr algn="ctr">
              <a:defRPr sz="1350" b="0">
                <a:solidFill>
                  <a:srgbClr val="000000"/>
                </a:solidFill>
                <a:latin typeface="Arial"/>
                <a:ea typeface="Arial"/>
                <a:cs typeface="Arial"/>
              </a:defRPr>
            </a:lvl6pPr>
            <a:lvl7pPr algn="ctr">
              <a:defRPr sz="1350" b="0">
                <a:solidFill>
                  <a:srgbClr val="000000"/>
                </a:solidFill>
                <a:latin typeface="Arial"/>
                <a:ea typeface="Arial"/>
                <a:cs typeface="Arial"/>
              </a:defRPr>
            </a:lvl7pPr>
            <a:lvl8pPr algn="ctr">
              <a:defRPr sz="1350" b="0">
                <a:solidFill>
                  <a:srgbClr val="000000"/>
                </a:solidFill>
                <a:latin typeface="Arial"/>
                <a:ea typeface="Arial"/>
                <a:cs typeface="Arial"/>
              </a:defRPr>
            </a:lvl8pPr>
            <a:lvl9pPr algn="ctr">
              <a:defRPr sz="1350" b="0">
                <a:solidFill>
                  <a:srgbClr val="000000"/>
                </a:solidFill>
                <a:latin typeface="Arial"/>
                <a:ea typeface="Arial"/>
                <a:cs typeface="Arial"/>
              </a:defRPr>
            </a:lvl9pPr>
          </a:lstStyle>
          <a:p xmlns:a="http://schemas.openxmlformats.org/drawingml/2006/main">
            <a:pPr algn="ctr">
              <a:defRPr sz="1350" b="0">
                <a:solidFill>
                  <a:srgbClr val="000000"/>
                </a:solidFill>
                <a:latin typeface="Arial"/>
                <a:ea typeface="Arial"/>
                <a:cs typeface="Arial"/>
              </a:defRPr>
            </a:pPr>
            <a:r>
              <a:rPr sz="1350" b="0">
                <a:solidFill>
                  <a:srgbClr val="000000"/>
                </a:solidFill>
                <a:latin typeface="Arial"/>
                <a:ea typeface="Arial"/>
                <a:cs typeface="Arial"/>
              </a:rPr>
              <a:t>72.5</a:t>
            </a:r>
          </a:p>
        </p:txBody>
      </p:sp>
      <p:sp>
        <p:nvSpPr>
          <p:cNvPr id="127" name="C matching d-axis marker t51">
            <a:extLst xmlns:a="http://schemas.openxmlformats.org/drawingml/2006/main">
              <a:ext uri="{FF2B5EF4-FFF2-40B4-BE49-F238E27FC236}">
                <a16:creationId xmlns:a16="http://schemas.microsoft.com/office/drawing/2014/main" id="{EBD40BAB-F253-4A2F-94F7-A919625EA31A}"/>
              </a:ext>
            </a:extLst>
          </p:cNvPr>
          <p:cNvSpPr>
            <a:spLocks xmlns:a="http://schemas.openxmlformats.org/drawingml/2006/main" noGrp="1"/>
          </p:cNvSpPr>
          <p:nvPr/>
        </p:nvSpPr>
        <p:spPr>
          <a:xfrm xmlns:a="http://schemas.openxmlformats.org/drawingml/2006/main">
            <a:off x="9647555" y="2383155"/>
            <a:ext cx="148590" cy="148590"/>
          </a:xfrm>
          <a:prstGeom xmlns:a="http://schemas.openxmlformats.org/drawingml/2006/main" prst="ellipse">
            <a:avLst/>
          </a:prstGeom>
          <a:solidFill xmlns:a="http://schemas.openxmlformats.org/drawingml/2006/main">
            <a:srgbClr val="D9E219"/>
          </a:solidFill>
          <a:ln xmlns:a="http://schemas.openxmlformats.org/drawingml/2006/main" w="19050">
            <a:solidFill>
              <a:srgbClr val="D9E219"/>
            </a:solidFill>
          </a:ln>
        </p:spPr>
      </p:sp>
      <p:sp>
        <p:nvSpPr>
          <p:cNvPr id="128" name="C">
            <a:extLst xmlns:a="http://schemas.openxmlformats.org/drawingml/2006/main">
              <a:ext uri="{FF2B5EF4-FFF2-40B4-BE49-F238E27FC236}">
                <a16:creationId xmlns:a16="http://schemas.microsoft.com/office/drawing/2014/main" id="{8544357D-F182-4497-A885-C33E63CED57D}"/>
              </a:ext>
            </a:extLst>
          </p:cNvPr>
          <p:cNvSpPr>
            <a:spLocks xmlns:a="http://schemas.openxmlformats.org/drawingml/2006/main" noGrp="1"/>
          </p:cNvSpPr>
          <p:nvPr/>
        </p:nvSpPr>
        <p:spPr>
          <a:xfrm xmlns:a="http://schemas.openxmlformats.org/drawingml/2006/main">
            <a:off x="9588500" y="2562225"/>
            <a:ext cx="26670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500" b="1">
                <a:solidFill>
                  <a:srgbClr val="000000"/>
                </a:solidFill>
                <a:latin typeface="Arial"/>
                <a:ea typeface="Arial"/>
                <a:cs typeface="Arial"/>
              </a:defRPr>
            </a:defPPr>
            <a:lvl1pPr algn="ctr">
              <a:defRPr sz="1500" b="1">
                <a:solidFill>
                  <a:srgbClr val="000000"/>
                </a:solidFill>
                <a:latin typeface="Arial"/>
                <a:ea typeface="Arial"/>
                <a:cs typeface="Arial"/>
              </a:defRPr>
            </a:lvl1pPr>
            <a:lvl2pPr algn="ctr">
              <a:defRPr sz="1500" b="1">
                <a:solidFill>
                  <a:srgbClr val="000000"/>
                </a:solidFill>
                <a:latin typeface="Arial"/>
                <a:ea typeface="Arial"/>
                <a:cs typeface="Arial"/>
              </a:defRPr>
            </a:lvl2pPr>
            <a:lvl3pPr algn="ctr">
              <a:defRPr sz="1500" b="1">
                <a:solidFill>
                  <a:srgbClr val="000000"/>
                </a:solidFill>
                <a:latin typeface="Arial"/>
                <a:ea typeface="Arial"/>
                <a:cs typeface="Arial"/>
              </a:defRPr>
            </a:lvl3pPr>
            <a:lvl4pPr algn="ctr">
              <a:defRPr sz="1500" b="1">
                <a:solidFill>
                  <a:srgbClr val="000000"/>
                </a:solidFill>
                <a:latin typeface="Arial"/>
                <a:ea typeface="Arial"/>
                <a:cs typeface="Arial"/>
              </a:defRPr>
            </a:lvl4pPr>
            <a:lvl5pPr algn="ctr">
              <a:defRPr sz="1500" b="1">
                <a:solidFill>
                  <a:srgbClr val="000000"/>
                </a:solidFill>
                <a:latin typeface="Arial"/>
                <a:ea typeface="Arial"/>
                <a:cs typeface="Arial"/>
              </a:defRPr>
            </a:lvl5pPr>
            <a:lvl6pPr algn="ctr">
              <a:defRPr sz="1500" b="1">
                <a:solidFill>
                  <a:srgbClr val="000000"/>
                </a:solidFill>
                <a:latin typeface="Arial"/>
                <a:ea typeface="Arial"/>
                <a:cs typeface="Arial"/>
              </a:defRPr>
            </a:lvl6pPr>
            <a:lvl7pPr algn="ctr">
              <a:defRPr sz="1500" b="1">
                <a:solidFill>
                  <a:srgbClr val="000000"/>
                </a:solidFill>
                <a:latin typeface="Arial"/>
                <a:ea typeface="Arial"/>
                <a:cs typeface="Arial"/>
              </a:defRPr>
            </a:lvl7pPr>
            <a:lvl8pPr algn="ctr">
              <a:defRPr sz="1500" b="1">
                <a:solidFill>
                  <a:srgbClr val="000000"/>
                </a:solidFill>
                <a:latin typeface="Arial"/>
                <a:ea typeface="Arial"/>
                <a:cs typeface="Arial"/>
              </a:defRPr>
            </a:lvl8pPr>
            <a:lvl9pPr algn="ctr">
              <a:defRPr sz="1500" b="1">
                <a:solidFill>
                  <a:srgbClr val="000000"/>
                </a:solidFill>
                <a:latin typeface="Arial"/>
                <a:ea typeface="Arial"/>
                <a:cs typeface="Arial"/>
              </a:defRPr>
            </a:lvl9pPr>
          </a:lstStyle>
          <a:p xmlns:a="http://schemas.openxmlformats.org/drawingml/2006/main">
            <a:pPr algn="ctr">
              <a:defRPr sz="1500" b="1">
                <a:solidFill>
                  <a:srgbClr val="000000"/>
                </a:solidFill>
                <a:latin typeface="Arial"/>
                <a:ea typeface="Arial"/>
                <a:cs typeface="Arial"/>
              </a:defRPr>
            </a:pPr>
            <a:r>
              <a:rPr sz="1500" b="1">
                <a:solidFill>
                  <a:srgbClr val="000000"/>
                </a:solidFill>
                <a:latin typeface="Arial"/>
                <a:ea typeface="Arial"/>
                <a:cs typeface="Arial"/>
              </a:rPr>
              <a:t>C</a:t>
            </a:r>
          </a:p>
        </p:txBody>
      </p:sp>
      <p:sp>
        <p:nvSpPr>
          <p:cNvPr id="129" name="C exact d coordinate t51">
            <a:extLst xmlns:a="http://schemas.openxmlformats.org/drawingml/2006/main">
              <a:ext uri="{FF2B5EF4-FFF2-40B4-BE49-F238E27FC236}">
                <a16:creationId xmlns:a16="http://schemas.microsoft.com/office/drawing/2014/main" id="{8C69A2B3-F35A-4BB9-A1AD-63EF29131525}"/>
              </a:ext>
            </a:extLst>
          </p:cNvPr>
          <p:cNvSpPr>
            <a:spLocks xmlns:a="http://schemas.openxmlformats.org/drawingml/2006/main" noGrp="1"/>
          </p:cNvSpPr>
          <p:nvPr/>
        </p:nvSpPr>
        <p:spPr>
          <a:xfrm xmlns:a="http://schemas.openxmlformats.org/drawingml/2006/main">
            <a:off x="9502775" y="2790825"/>
            <a:ext cx="438150" cy="2190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350" b="0">
                <a:solidFill>
                  <a:srgbClr val="000000"/>
                </a:solidFill>
                <a:latin typeface="Arial"/>
                <a:ea typeface="Arial"/>
                <a:cs typeface="Arial"/>
              </a:defRPr>
            </a:defPPr>
            <a:lvl1pPr algn="ctr">
              <a:defRPr sz="1350" b="0">
                <a:solidFill>
                  <a:srgbClr val="000000"/>
                </a:solidFill>
                <a:latin typeface="Arial"/>
                <a:ea typeface="Arial"/>
                <a:cs typeface="Arial"/>
              </a:defRPr>
            </a:lvl1pPr>
            <a:lvl2pPr algn="ctr">
              <a:defRPr sz="1350" b="0">
                <a:solidFill>
                  <a:srgbClr val="000000"/>
                </a:solidFill>
                <a:latin typeface="Arial"/>
                <a:ea typeface="Arial"/>
                <a:cs typeface="Arial"/>
              </a:defRPr>
            </a:lvl2pPr>
            <a:lvl3pPr algn="ctr">
              <a:defRPr sz="1350" b="0">
                <a:solidFill>
                  <a:srgbClr val="000000"/>
                </a:solidFill>
                <a:latin typeface="Arial"/>
                <a:ea typeface="Arial"/>
                <a:cs typeface="Arial"/>
              </a:defRPr>
            </a:lvl3pPr>
            <a:lvl4pPr algn="ctr">
              <a:defRPr sz="1350" b="0">
                <a:solidFill>
                  <a:srgbClr val="000000"/>
                </a:solidFill>
                <a:latin typeface="Arial"/>
                <a:ea typeface="Arial"/>
                <a:cs typeface="Arial"/>
              </a:defRPr>
            </a:lvl4pPr>
            <a:lvl5pPr algn="ctr">
              <a:defRPr sz="1350" b="0">
                <a:solidFill>
                  <a:srgbClr val="000000"/>
                </a:solidFill>
                <a:latin typeface="Arial"/>
                <a:ea typeface="Arial"/>
                <a:cs typeface="Arial"/>
              </a:defRPr>
            </a:lvl5pPr>
            <a:lvl6pPr algn="ctr">
              <a:defRPr sz="1350" b="0">
                <a:solidFill>
                  <a:srgbClr val="000000"/>
                </a:solidFill>
                <a:latin typeface="Arial"/>
                <a:ea typeface="Arial"/>
                <a:cs typeface="Arial"/>
              </a:defRPr>
            </a:lvl6pPr>
            <a:lvl7pPr algn="ctr">
              <a:defRPr sz="1350" b="0">
                <a:solidFill>
                  <a:srgbClr val="000000"/>
                </a:solidFill>
                <a:latin typeface="Arial"/>
                <a:ea typeface="Arial"/>
                <a:cs typeface="Arial"/>
              </a:defRPr>
            </a:lvl7pPr>
            <a:lvl8pPr algn="ctr">
              <a:defRPr sz="1350" b="0">
                <a:solidFill>
                  <a:srgbClr val="000000"/>
                </a:solidFill>
                <a:latin typeface="Arial"/>
                <a:ea typeface="Arial"/>
                <a:cs typeface="Arial"/>
              </a:defRPr>
            </a:lvl8pPr>
            <a:lvl9pPr algn="ctr">
              <a:defRPr sz="1350" b="0">
                <a:solidFill>
                  <a:srgbClr val="000000"/>
                </a:solidFill>
                <a:latin typeface="Arial"/>
                <a:ea typeface="Arial"/>
                <a:cs typeface="Arial"/>
              </a:defRPr>
            </a:lvl9pPr>
          </a:lstStyle>
          <a:p xmlns:a="http://schemas.openxmlformats.org/drawingml/2006/main">
            <a:pPr algn="ctr">
              <a:defRPr sz="1350" b="0">
                <a:solidFill>
                  <a:srgbClr val="000000"/>
                </a:solidFill>
                <a:latin typeface="Arial"/>
                <a:ea typeface="Arial"/>
                <a:cs typeface="Arial"/>
              </a:defRPr>
            </a:pPr>
            <a:r>
              <a:rPr sz="1350" b="0">
                <a:solidFill>
                  <a:srgbClr val="000000"/>
                </a:solidFill>
                <a:latin typeface="Arial"/>
                <a:ea typeface="Arial"/>
                <a:cs typeface="Arial"/>
              </a:rPr>
              <a:t>100</a:t>
            </a:r>
          </a:p>
        </p:txBody>
      </p:sp>
      <p:sp>
        <p:nvSpPr>
          <p:cNvPr id="130" name="t = 63">
            <a:extLst xmlns:a="http://schemas.openxmlformats.org/drawingml/2006/main">
              <a:ext uri="{FF2B5EF4-FFF2-40B4-BE49-F238E27FC236}">
                <a16:creationId xmlns:a16="http://schemas.microsoft.com/office/drawing/2014/main" id="{716D8582-2D06-4026-88C8-74864A847CA4}"/>
              </a:ext>
            </a:extLst>
          </p:cNvPr>
          <p:cNvSpPr>
            <a:spLocks xmlns:a="http://schemas.openxmlformats.org/drawingml/2006/main" noGrp="1"/>
          </p:cNvSpPr>
          <p:nvPr/>
        </p:nvSpPr>
        <p:spPr>
          <a:xfrm xmlns:a="http://schemas.openxmlformats.org/drawingml/2006/main">
            <a:off x="10239375" y="285750"/>
            <a:ext cx="17335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500" b="1">
                <a:solidFill>
                  <a:srgbClr val="000000"/>
                </a:solidFill>
                <a:latin typeface="Arial"/>
                <a:ea typeface="Arial"/>
                <a:cs typeface="Arial"/>
              </a:defRPr>
            </a:defPPr>
            <a:lvl1pPr algn="ctr">
              <a:defRPr sz="1500" b="1">
                <a:solidFill>
                  <a:srgbClr val="000000"/>
                </a:solidFill>
                <a:latin typeface="Arial"/>
                <a:ea typeface="Arial"/>
                <a:cs typeface="Arial"/>
              </a:defRPr>
            </a:lvl1pPr>
            <a:lvl2pPr algn="ctr">
              <a:defRPr sz="1500" b="1">
                <a:solidFill>
                  <a:srgbClr val="000000"/>
                </a:solidFill>
                <a:latin typeface="Arial"/>
                <a:ea typeface="Arial"/>
                <a:cs typeface="Arial"/>
              </a:defRPr>
            </a:lvl2pPr>
            <a:lvl3pPr algn="ctr">
              <a:defRPr sz="1500" b="1">
                <a:solidFill>
                  <a:srgbClr val="000000"/>
                </a:solidFill>
                <a:latin typeface="Arial"/>
                <a:ea typeface="Arial"/>
                <a:cs typeface="Arial"/>
              </a:defRPr>
            </a:lvl3pPr>
            <a:lvl4pPr algn="ctr">
              <a:defRPr sz="1500" b="1">
                <a:solidFill>
                  <a:srgbClr val="000000"/>
                </a:solidFill>
                <a:latin typeface="Arial"/>
                <a:ea typeface="Arial"/>
                <a:cs typeface="Arial"/>
              </a:defRPr>
            </a:lvl4pPr>
            <a:lvl5pPr algn="ctr">
              <a:defRPr sz="1500" b="1">
                <a:solidFill>
                  <a:srgbClr val="000000"/>
                </a:solidFill>
                <a:latin typeface="Arial"/>
                <a:ea typeface="Arial"/>
                <a:cs typeface="Arial"/>
              </a:defRPr>
            </a:lvl5pPr>
            <a:lvl6pPr algn="ctr">
              <a:defRPr sz="1500" b="1">
                <a:solidFill>
                  <a:srgbClr val="000000"/>
                </a:solidFill>
                <a:latin typeface="Arial"/>
                <a:ea typeface="Arial"/>
                <a:cs typeface="Arial"/>
              </a:defRPr>
            </a:lvl6pPr>
            <a:lvl7pPr algn="ctr">
              <a:defRPr sz="1500" b="1">
                <a:solidFill>
                  <a:srgbClr val="000000"/>
                </a:solidFill>
                <a:latin typeface="Arial"/>
                <a:ea typeface="Arial"/>
                <a:cs typeface="Arial"/>
              </a:defRPr>
            </a:lvl7pPr>
            <a:lvl8pPr algn="ctr">
              <a:defRPr sz="1500" b="1">
                <a:solidFill>
                  <a:srgbClr val="000000"/>
                </a:solidFill>
                <a:latin typeface="Arial"/>
                <a:ea typeface="Arial"/>
                <a:cs typeface="Arial"/>
              </a:defRPr>
            </a:lvl8pPr>
            <a:lvl9pPr algn="ctr">
              <a:defRPr sz="1500" b="1">
                <a:solidFill>
                  <a:srgbClr val="000000"/>
                </a:solidFill>
                <a:latin typeface="Arial"/>
                <a:ea typeface="Arial"/>
                <a:cs typeface="Arial"/>
              </a:defRPr>
            </a:lvl9pPr>
          </a:lstStyle>
          <a:p xmlns:a="http://schemas.openxmlformats.org/drawingml/2006/main">
            <a:pPr algn="ctr">
              <a:defRPr sz="1500" b="1">
                <a:solidFill>
                  <a:srgbClr val="000000"/>
                </a:solidFill>
                <a:latin typeface="Arial"/>
                <a:ea typeface="Arial"/>
                <a:cs typeface="Arial"/>
              </a:defRPr>
            </a:pPr>
            <a:r>
              <a:rPr sz="1500" b="1">
                <a:solidFill>
                  <a:srgbClr val="000000"/>
                </a:solidFill>
                <a:latin typeface="Arial"/>
                <a:ea typeface="Arial"/>
                <a:cs typeface="Arial"/>
              </a:rPr>
              <a:t>t = 63</a:t>
            </a:r>
          </a:p>
        </p:txBody>
      </p:sp>
      <p:pic>
        <p:nvPicPr>
          <p:cNvPr id="131" name="">
            <a:extLst xmlns:a="http://schemas.openxmlformats.org/drawingml/2006/main">
              <a:ext uri="{FF2B5EF4-FFF2-40B4-BE49-F238E27FC236}">
                <a16:creationId xmlns:a16="http://schemas.microsoft.com/office/drawing/2014/main" id="{4E950891-C091-4672-9B93-ABAA97D97CD3}"/>
              </a:ext>
            </a:extLst>
          </p:cNvPr>
          <p:cNvPicPr>
            <a:picLocks xmlns:a="http://schemas.openxmlformats.org/drawingml/2006/main" noChangeAspect="1"/>
          </p:cNvPicPr>
          <p:nvPr/>
        </p:nvPicPr>
        <p:blipFill>
          <a:blip xmlns:r="http://schemas.openxmlformats.org/officeDocument/2006/relationships" xmlns:a="http://schemas.openxmlformats.org/drawingml/2006/main" r:embed="R6524a439eacf43db"/>
          <a:stretch xmlns:a="http://schemas.openxmlformats.org/drawingml/2006/main"/>
        </p:blipFill>
        <p:spPr>
          <a:xfrm xmlns:a="http://schemas.openxmlformats.org/drawingml/2006/main">
            <a:off x="10239375" y="552450"/>
            <a:ext cx="1733550" cy="1733550"/>
          </a:xfrm>
          <a:prstGeom xmlns:a="http://schemas.openxmlformats.org/drawingml/2006/main" prst="rect">
            <a:avLst/>
          </a:prstGeom>
        </p:spPr>
      </p:pic>
      <p:sp>
        <p:nvSpPr>
          <p:cNvPr id="132" name="Scientific domain frame">
            <a:extLst xmlns:a="http://schemas.openxmlformats.org/drawingml/2006/main">
              <a:ext uri="{FF2B5EF4-FFF2-40B4-BE49-F238E27FC236}">
                <a16:creationId xmlns:a16="http://schemas.microsoft.com/office/drawing/2014/main" id="{B5DF89E9-CA81-4307-829D-88033BE46815}"/>
              </a:ext>
            </a:extLst>
          </p:cNvPr>
          <p:cNvSpPr>
            <a:spLocks xmlns:a="http://schemas.openxmlformats.org/drawingml/2006/main" noGrp="1"/>
          </p:cNvSpPr>
          <p:nvPr/>
        </p:nvSpPr>
        <p:spPr>
          <a:xfrm xmlns:a="http://schemas.openxmlformats.org/drawingml/2006/main">
            <a:off x="10239375" y="552450"/>
            <a:ext cx="1733550" cy="1733550"/>
          </a:xfrm>
          <a:prstGeom xmlns:a="http://schemas.openxmlformats.org/drawingml/2006/main" prst="rect">
            <a:avLst/>
          </a:prstGeom>
          <a:noFill xmlns:a="http://schemas.openxmlformats.org/drawingml/2006/main"/>
          <a:ln xmlns:a="http://schemas.openxmlformats.org/drawingml/2006/main" w="7620">
            <a:solidFill>
              <a:srgbClr val="000000"/>
            </a:solidFill>
          </a:ln>
        </p:spPr>
      </p:sp>
      <p:sp>
        <p:nvSpPr>
          <p:cNvPr id="133" name="A source-to-d projection t63">
            <a:extLst xmlns:a="http://schemas.openxmlformats.org/drawingml/2006/main">
              <a:ext uri="{FF2B5EF4-FFF2-40B4-BE49-F238E27FC236}">
                <a16:creationId xmlns:a16="http://schemas.microsoft.com/office/drawing/2014/main" id="{06DEA521-6F7C-4983-9115-0BA02275FFCA}"/>
              </a:ext>
            </a:extLst>
          </p:cNvPr>
          <p:cNvSpPr>
            <a:spLocks xmlns:a="http://schemas.openxmlformats.org/drawingml/2006/main" noGrp="1"/>
          </p:cNvSpPr>
          <p:nvPr/>
        </p:nvSpPr>
        <p:spPr>
          <a:xfrm xmlns:a="http://schemas.openxmlformats.org/drawingml/2006/main">
            <a:off x="10528300" y="2038985"/>
            <a:ext cx="95" cy="376555"/>
          </a:xfrm>
          <a:custGeom xmlns:a="http://schemas.openxmlformats.org/drawingml/2006/main">
            <a:pathLst>
              <a:path w="95" h="490855">
                <a:moveTo>
                  <a:pt x="0" y="0"/>
                </a:moveTo>
                <a:lnTo>
                  <a:pt x="0" y="490855"/>
                </a:lnTo>
              </a:path>
            </a:pathLst>
          </a:custGeom>
          <a:noFill xmlns:a="http://schemas.openxmlformats.org/drawingml/2006/main"/>
          <a:ln xmlns:a="http://schemas.openxmlformats.org/drawingml/2006/main" w="11906">
            <a:solidFill>
              <a:srgbClr val="000000"/>
            </a:solidFill>
            <a:prstDash val="dash"/>
          </a:ln>
        </p:spPr>
      </p:sp>
      <p:sp>
        <p:nvSpPr>
          <p:cNvPr id="134" name="B source-to-d projection t63">
            <a:extLst xmlns:a="http://schemas.openxmlformats.org/drawingml/2006/main">
              <a:ext uri="{FF2B5EF4-FFF2-40B4-BE49-F238E27FC236}">
                <a16:creationId xmlns:a16="http://schemas.microsoft.com/office/drawing/2014/main" id="{D8918182-6EBD-4869-A589-201C3D086EA5}"/>
              </a:ext>
            </a:extLst>
          </p:cNvPr>
          <p:cNvSpPr>
            <a:spLocks xmlns:a="http://schemas.openxmlformats.org/drawingml/2006/main" noGrp="1"/>
          </p:cNvSpPr>
          <p:nvPr/>
        </p:nvSpPr>
        <p:spPr>
          <a:xfrm xmlns:a="http://schemas.openxmlformats.org/drawingml/2006/main">
            <a:off x="11395075" y="1766252"/>
            <a:ext cx="95" cy="633095"/>
          </a:xfrm>
          <a:custGeom xmlns:a="http://schemas.openxmlformats.org/drawingml/2006/main">
            <a:pathLst>
              <a:path w="95" h="747395">
                <a:moveTo>
                  <a:pt x="0" y="0"/>
                </a:moveTo>
                <a:lnTo>
                  <a:pt x="0" y="747395"/>
                </a:lnTo>
              </a:path>
            </a:pathLst>
          </a:custGeom>
          <a:noFill xmlns:a="http://schemas.openxmlformats.org/drawingml/2006/main"/>
          <a:ln xmlns:a="http://schemas.openxmlformats.org/drawingml/2006/main" w="11906">
            <a:solidFill>
              <a:srgbClr val="000000"/>
            </a:solidFill>
            <a:prstDash val="dash"/>
          </a:ln>
        </p:spPr>
      </p:sp>
      <p:sp>
        <p:nvSpPr>
          <p:cNvPr id="135" name="C source-to-d projection t63">
            <a:extLst xmlns:a="http://schemas.openxmlformats.org/drawingml/2006/main">
              <a:ext uri="{FF2B5EF4-FFF2-40B4-BE49-F238E27FC236}">
                <a16:creationId xmlns:a16="http://schemas.microsoft.com/office/drawing/2014/main" id="{39C16AAE-F56A-4DC0-B226-BECD691E504C}"/>
              </a:ext>
            </a:extLst>
          </p:cNvPr>
          <p:cNvSpPr>
            <a:spLocks xmlns:a="http://schemas.openxmlformats.org/drawingml/2006/main" noGrp="1"/>
          </p:cNvSpPr>
          <p:nvPr/>
        </p:nvSpPr>
        <p:spPr>
          <a:xfrm xmlns:a="http://schemas.openxmlformats.org/drawingml/2006/main">
            <a:off x="11684000" y="915670"/>
            <a:ext cx="95" cy="1467485"/>
          </a:xfrm>
          <a:custGeom xmlns:a="http://schemas.openxmlformats.org/drawingml/2006/main">
            <a:pathLst>
              <a:path w="95" h="1581785">
                <a:moveTo>
                  <a:pt x="0" y="0"/>
                </a:moveTo>
                <a:lnTo>
                  <a:pt x="0" y="1581785"/>
                </a:lnTo>
              </a:path>
            </a:pathLst>
          </a:custGeom>
          <a:noFill xmlns:a="http://schemas.openxmlformats.org/drawingml/2006/main"/>
          <a:ln xmlns:a="http://schemas.openxmlformats.org/drawingml/2006/main" w="11906">
            <a:solidFill>
              <a:srgbClr val="000000"/>
            </a:solidFill>
            <a:prstDash val="dash"/>
          </a:ln>
        </p:spPr>
      </p:sp>
      <p:sp>
        <p:nvSpPr>
          <p:cNvPr id="136" name="A source identity marker t63">
            <a:extLst xmlns:a="http://schemas.openxmlformats.org/drawingml/2006/main">
              <a:ext uri="{FF2B5EF4-FFF2-40B4-BE49-F238E27FC236}">
                <a16:creationId xmlns:a16="http://schemas.microsoft.com/office/drawing/2014/main" id="{50ECAF7A-315C-462A-8271-105EF89B2E72}"/>
              </a:ext>
            </a:extLst>
          </p:cNvPr>
          <p:cNvSpPr>
            <a:spLocks xmlns:a="http://schemas.openxmlformats.org/drawingml/2006/main" noGrp="1"/>
          </p:cNvSpPr>
          <p:nvPr/>
        </p:nvSpPr>
        <p:spPr>
          <a:xfrm xmlns:a="http://schemas.openxmlformats.org/drawingml/2006/main">
            <a:off x="10486390" y="1955165"/>
            <a:ext cx="83820" cy="83820"/>
          </a:xfrm>
          <a:prstGeom xmlns:a="http://schemas.openxmlformats.org/drawingml/2006/main" prst="ellipse">
            <a:avLst/>
          </a:prstGeom>
          <a:noFill xmlns:a="http://schemas.openxmlformats.org/drawingml/2006/main"/>
          <a:ln xmlns:a="http://schemas.openxmlformats.org/drawingml/2006/main" w="19050">
            <a:solidFill>
              <a:srgbClr val="ECE51B"/>
            </a:solidFill>
          </a:ln>
        </p:spPr>
      </p:sp>
      <p:sp>
        <p:nvSpPr>
          <p:cNvPr id="137" name="A black source label t63">
            <a:extLst xmlns:a="http://schemas.openxmlformats.org/drawingml/2006/main">
              <a:ext uri="{FF2B5EF4-FFF2-40B4-BE49-F238E27FC236}">
                <a16:creationId xmlns:a16="http://schemas.microsoft.com/office/drawing/2014/main" id="{1826FBF2-A97E-41E9-8A01-C2607141E2AD}"/>
              </a:ext>
            </a:extLst>
          </p:cNvPr>
          <p:cNvSpPr>
            <a:spLocks xmlns:a="http://schemas.openxmlformats.org/drawingml/2006/main" noGrp="1"/>
          </p:cNvSpPr>
          <p:nvPr/>
        </p:nvSpPr>
        <p:spPr>
          <a:xfrm xmlns:a="http://schemas.openxmlformats.org/drawingml/2006/main">
            <a:off x="10623550" y="1749425"/>
            <a:ext cx="257175"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575" b="1">
                <a:solidFill>
                  <a:srgbClr val="000000"/>
                </a:solidFill>
                <a:latin typeface="Arial"/>
                <a:ea typeface="Arial"/>
                <a:cs typeface="Arial"/>
              </a:defRPr>
            </a:defPPr>
            <a:lvl1pPr algn="l">
              <a:defRPr sz="1575" b="1">
                <a:solidFill>
                  <a:srgbClr val="000000"/>
                </a:solidFill>
                <a:latin typeface="Arial"/>
                <a:ea typeface="Arial"/>
                <a:cs typeface="Arial"/>
              </a:defRPr>
            </a:lvl1pPr>
            <a:lvl2pPr algn="l">
              <a:defRPr sz="1575" b="1">
                <a:solidFill>
                  <a:srgbClr val="000000"/>
                </a:solidFill>
                <a:latin typeface="Arial"/>
                <a:ea typeface="Arial"/>
                <a:cs typeface="Arial"/>
              </a:defRPr>
            </a:lvl2pPr>
            <a:lvl3pPr algn="l">
              <a:defRPr sz="1575" b="1">
                <a:solidFill>
                  <a:srgbClr val="000000"/>
                </a:solidFill>
                <a:latin typeface="Arial"/>
                <a:ea typeface="Arial"/>
                <a:cs typeface="Arial"/>
              </a:defRPr>
            </a:lvl3pPr>
            <a:lvl4pPr algn="l">
              <a:defRPr sz="1575" b="1">
                <a:solidFill>
                  <a:srgbClr val="000000"/>
                </a:solidFill>
                <a:latin typeface="Arial"/>
                <a:ea typeface="Arial"/>
                <a:cs typeface="Arial"/>
              </a:defRPr>
            </a:lvl4pPr>
            <a:lvl5pPr algn="l">
              <a:defRPr sz="1575" b="1">
                <a:solidFill>
                  <a:srgbClr val="000000"/>
                </a:solidFill>
                <a:latin typeface="Arial"/>
                <a:ea typeface="Arial"/>
                <a:cs typeface="Arial"/>
              </a:defRPr>
            </a:lvl5pPr>
            <a:lvl6pPr algn="l">
              <a:defRPr sz="1575" b="1">
                <a:solidFill>
                  <a:srgbClr val="000000"/>
                </a:solidFill>
                <a:latin typeface="Arial"/>
                <a:ea typeface="Arial"/>
                <a:cs typeface="Arial"/>
              </a:defRPr>
            </a:lvl6pPr>
            <a:lvl7pPr algn="l">
              <a:defRPr sz="1575" b="1">
                <a:solidFill>
                  <a:srgbClr val="000000"/>
                </a:solidFill>
                <a:latin typeface="Arial"/>
                <a:ea typeface="Arial"/>
                <a:cs typeface="Arial"/>
              </a:defRPr>
            </a:lvl7pPr>
            <a:lvl8pPr algn="l">
              <a:defRPr sz="1575" b="1">
                <a:solidFill>
                  <a:srgbClr val="000000"/>
                </a:solidFill>
                <a:latin typeface="Arial"/>
                <a:ea typeface="Arial"/>
                <a:cs typeface="Arial"/>
              </a:defRPr>
            </a:lvl8pPr>
            <a:lvl9pPr algn="l">
              <a:defRPr sz="1575" b="1">
                <a:solidFill>
                  <a:srgbClr val="000000"/>
                </a:solidFill>
                <a:latin typeface="Arial"/>
                <a:ea typeface="Arial"/>
                <a:cs typeface="Arial"/>
              </a:defRPr>
            </a:lvl9pPr>
          </a:lstStyle>
          <a:p xmlns:a="http://schemas.openxmlformats.org/drawingml/2006/main">
            <a:pPr algn="l">
              <a:defRPr sz="1575" b="1">
                <a:solidFill>
                  <a:srgbClr val="000000"/>
                </a:solidFill>
                <a:latin typeface="Arial"/>
                <a:ea typeface="Arial"/>
                <a:cs typeface="Arial"/>
              </a:defRPr>
            </a:pPr>
            <a:r>
              <a:rPr sz="1575" b="1">
                <a:solidFill>
                  <a:srgbClr val="000000"/>
                </a:solidFill>
                <a:latin typeface="Arial"/>
                <a:ea typeface="Arial"/>
                <a:cs typeface="Arial"/>
              </a:rPr>
              <a:t>A</a:t>
            </a:r>
          </a:p>
        </p:txBody>
      </p:sp>
      <p:sp>
        <p:nvSpPr>
          <p:cNvPr id="138" name="B source identity marker t63">
            <a:extLst xmlns:a="http://schemas.openxmlformats.org/drawingml/2006/main">
              <a:ext uri="{FF2B5EF4-FFF2-40B4-BE49-F238E27FC236}">
                <a16:creationId xmlns:a16="http://schemas.microsoft.com/office/drawing/2014/main" id="{DB6CD85C-6B8D-4FE4-95A1-39B5A5412AF1}"/>
              </a:ext>
            </a:extLst>
          </p:cNvPr>
          <p:cNvSpPr>
            <a:spLocks xmlns:a="http://schemas.openxmlformats.org/drawingml/2006/main" noGrp="1"/>
          </p:cNvSpPr>
          <p:nvPr/>
        </p:nvSpPr>
        <p:spPr>
          <a:xfrm xmlns:a="http://schemas.openxmlformats.org/drawingml/2006/main">
            <a:off x="11336973" y="1650047"/>
            <a:ext cx="116205" cy="116205"/>
          </a:xfrm>
          <a:prstGeom xmlns:a="http://schemas.openxmlformats.org/drawingml/2006/main" prst="ellipse">
            <a:avLst/>
          </a:prstGeom>
          <a:noFill xmlns:a="http://schemas.openxmlformats.org/drawingml/2006/main"/>
          <a:ln xmlns:a="http://schemas.openxmlformats.org/drawingml/2006/main" w="19050">
            <a:solidFill>
              <a:srgbClr val="FDE725"/>
            </a:solidFill>
          </a:ln>
        </p:spPr>
      </p:sp>
      <p:sp>
        <p:nvSpPr>
          <p:cNvPr id="139" name="B black source label t63">
            <a:extLst xmlns:a="http://schemas.openxmlformats.org/drawingml/2006/main">
              <a:ext uri="{FF2B5EF4-FFF2-40B4-BE49-F238E27FC236}">
                <a16:creationId xmlns:a16="http://schemas.microsoft.com/office/drawing/2014/main" id="{C3914616-C4E0-40C6-844F-CD9B7CAADD49}"/>
              </a:ext>
            </a:extLst>
          </p:cNvPr>
          <p:cNvSpPr>
            <a:spLocks xmlns:a="http://schemas.openxmlformats.org/drawingml/2006/main" noGrp="1"/>
          </p:cNvSpPr>
          <p:nvPr/>
        </p:nvSpPr>
        <p:spPr>
          <a:xfrm xmlns:a="http://schemas.openxmlformats.org/drawingml/2006/main">
            <a:off x="11490325" y="1460500"/>
            <a:ext cx="257175"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575" b="1">
                <a:solidFill>
                  <a:srgbClr val="000000"/>
                </a:solidFill>
                <a:latin typeface="Arial"/>
                <a:ea typeface="Arial"/>
                <a:cs typeface="Arial"/>
              </a:defRPr>
            </a:defPPr>
            <a:lvl1pPr algn="l">
              <a:defRPr sz="1575" b="1">
                <a:solidFill>
                  <a:srgbClr val="000000"/>
                </a:solidFill>
                <a:latin typeface="Arial"/>
                <a:ea typeface="Arial"/>
                <a:cs typeface="Arial"/>
              </a:defRPr>
            </a:lvl1pPr>
            <a:lvl2pPr algn="l">
              <a:defRPr sz="1575" b="1">
                <a:solidFill>
                  <a:srgbClr val="000000"/>
                </a:solidFill>
                <a:latin typeface="Arial"/>
                <a:ea typeface="Arial"/>
                <a:cs typeface="Arial"/>
              </a:defRPr>
            </a:lvl2pPr>
            <a:lvl3pPr algn="l">
              <a:defRPr sz="1575" b="1">
                <a:solidFill>
                  <a:srgbClr val="000000"/>
                </a:solidFill>
                <a:latin typeface="Arial"/>
                <a:ea typeface="Arial"/>
                <a:cs typeface="Arial"/>
              </a:defRPr>
            </a:lvl3pPr>
            <a:lvl4pPr algn="l">
              <a:defRPr sz="1575" b="1">
                <a:solidFill>
                  <a:srgbClr val="000000"/>
                </a:solidFill>
                <a:latin typeface="Arial"/>
                <a:ea typeface="Arial"/>
                <a:cs typeface="Arial"/>
              </a:defRPr>
            </a:lvl4pPr>
            <a:lvl5pPr algn="l">
              <a:defRPr sz="1575" b="1">
                <a:solidFill>
                  <a:srgbClr val="000000"/>
                </a:solidFill>
                <a:latin typeface="Arial"/>
                <a:ea typeface="Arial"/>
                <a:cs typeface="Arial"/>
              </a:defRPr>
            </a:lvl5pPr>
            <a:lvl6pPr algn="l">
              <a:defRPr sz="1575" b="1">
                <a:solidFill>
                  <a:srgbClr val="000000"/>
                </a:solidFill>
                <a:latin typeface="Arial"/>
                <a:ea typeface="Arial"/>
                <a:cs typeface="Arial"/>
              </a:defRPr>
            </a:lvl6pPr>
            <a:lvl7pPr algn="l">
              <a:defRPr sz="1575" b="1">
                <a:solidFill>
                  <a:srgbClr val="000000"/>
                </a:solidFill>
                <a:latin typeface="Arial"/>
                <a:ea typeface="Arial"/>
                <a:cs typeface="Arial"/>
              </a:defRPr>
            </a:lvl7pPr>
            <a:lvl8pPr algn="l">
              <a:defRPr sz="1575" b="1">
                <a:solidFill>
                  <a:srgbClr val="000000"/>
                </a:solidFill>
                <a:latin typeface="Arial"/>
                <a:ea typeface="Arial"/>
                <a:cs typeface="Arial"/>
              </a:defRPr>
            </a:lvl8pPr>
            <a:lvl9pPr algn="l">
              <a:defRPr sz="1575" b="1">
                <a:solidFill>
                  <a:srgbClr val="000000"/>
                </a:solidFill>
                <a:latin typeface="Arial"/>
                <a:ea typeface="Arial"/>
                <a:cs typeface="Arial"/>
              </a:defRPr>
            </a:lvl9pPr>
          </a:lstStyle>
          <a:p xmlns:a="http://schemas.openxmlformats.org/drawingml/2006/main">
            <a:pPr algn="l">
              <a:defRPr sz="1575" b="1">
                <a:solidFill>
                  <a:srgbClr val="000000"/>
                </a:solidFill>
                <a:latin typeface="Arial"/>
                <a:ea typeface="Arial"/>
                <a:cs typeface="Arial"/>
              </a:defRPr>
            </a:pPr>
            <a:r>
              <a:rPr sz="1575" b="1">
                <a:solidFill>
                  <a:srgbClr val="000000"/>
                </a:solidFill>
                <a:latin typeface="Arial"/>
                <a:ea typeface="Arial"/>
                <a:cs typeface="Arial"/>
              </a:rPr>
              <a:t>B</a:t>
            </a:r>
          </a:p>
        </p:txBody>
      </p:sp>
      <p:sp>
        <p:nvSpPr>
          <p:cNvPr id="140" name="C source identity marker t63">
            <a:extLst xmlns:a="http://schemas.openxmlformats.org/drawingml/2006/main">
              <a:ext uri="{FF2B5EF4-FFF2-40B4-BE49-F238E27FC236}">
                <a16:creationId xmlns:a16="http://schemas.microsoft.com/office/drawing/2014/main" id="{EEDD5F6E-0E2D-4283-9AB7-9C549F1A4B5D}"/>
              </a:ext>
            </a:extLst>
          </p:cNvPr>
          <p:cNvSpPr>
            <a:spLocks xmlns:a="http://schemas.openxmlformats.org/drawingml/2006/main" noGrp="1"/>
          </p:cNvSpPr>
          <p:nvPr/>
        </p:nvSpPr>
        <p:spPr>
          <a:xfrm xmlns:a="http://schemas.openxmlformats.org/drawingml/2006/main">
            <a:off x="11609705" y="767080"/>
            <a:ext cx="148590" cy="148590"/>
          </a:xfrm>
          <a:prstGeom xmlns:a="http://schemas.openxmlformats.org/drawingml/2006/main" prst="ellipse">
            <a:avLst/>
          </a:prstGeom>
          <a:noFill xmlns:a="http://schemas.openxmlformats.org/drawingml/2006/main"/>
          <a:ln xmlns:a="http://schemas.openxmlformats.org/drawingml/2006/main" w="19050">
            <a:solidFill>
              <a:srgbClr val="D9E219"/>
            </a:solidFill>
          </a:ln>
        </p:spPr>
      </p:sp>
      <p:sp>
        <p:nvSpPr>
          <p:cNvPr id="141" name="C black source label t63">
            <a:extLst xmlns:a="http://schemas.openxmlformats.org/drawingml/2006/main">
              <a:ext uri="{FF2B5EF4-FFF2-40B4-BE49-F238E27FC236}">
                <a16:creationId xmlns:a16="http://schemas.microsoft.com/office/drawing/2014/main" id="{4E200764-0E6D-4EA2-8316-A5E5D5A6B162}"/>
              </a:ext>
            </a:extLst>
          </p:cNvPr>
          <p:cNvSpPr>
            <a:spLocks xmlns:a="http://schemas.openxmlformats.org/drawingml/2006/main" noGrp="1"/>
          </p:cNvSpPr>
          <p:nvPr/>
        </p:nvSpPr>
        <p:spPr>
          <a:xfrm xmlns:a="http://schemas.openxmlformats.org/drawingml/2006/main">
            <a:off x="11779250" y="593725"/>
            <a:ext cx="257175"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575" b="1">
                <a:solidFill>
                  <a:srgbClr val="000000"/>
                </a:solidFill>
                <a:latin typeface="Arial"/>
                <a:ea typeface="Arial"/>
                <a:cs typeface="Arial"/>
              </a:defRPr>
            </a:defPPr>
            <a:lvl1pPr algn="l">
              <a:defRPr sz="1575" b="1">
                <a:solidFill>
                  <a:srgbClr val="000000"/>
                </a:solidFill>
                <a:latin typeface="Arial"/>
                <a:ea typeface="Arial"/>
                <a:cs typeface="Arial"/>
              </a:defRPr>
            </a:lvl1pPr>
            <a:lvl2pPr algn="l">
              <a:defRPr sz="1575" b="1">
                <a:solidFill>
                  <a:srgbClr val="000000"/>
                </a:solidFill>
                <a:latin typeface="Arial"/>
                <a:ea typeface="Arial"/>
                <a:cs typeface="Arial"/>
              </a:defRPr>
            </a:lvl2pPr>
            <a:lvl3pPr algn="l">
              <a:defRPr sz="1575" b="1">
                <a:solidFill>
                  <a:srgbClr val="000000"/>
                </a:solidFill>
                <a:latin typeface="Arial"/>
                <a:ea typeface="Arial"/>
                <a:cs typeface="Arial"/>
              </a:defRPr>
            </a:lvl3pPr>
            <a:lvl4pPr algn="l">
              <a:defRPr sz="1575" b="1">
                <a:solidFill>
                  <a:srgbClr val="000000"/>
                </a:solidFill>
                <a:latin typeface="Arial"/>
                <a:ea typeface="Arial"/>
                <a:cs typeface="Arial"/>
              </a:defRPr>
            </a:lvl4pPr>
            <a:lvl5pPr algn="l">
              <a:defRPr sz="1575" b="1">
                <a:solidFill>
                  <a:srgbClr val="000000"/>
                </a:solidFill>
                <a:latin typeface="Arial"/>
                <a:ea typeface="Arial"/>
                <a:cs typeface="Arial"/>
              </a:defRPr>
            </a:lvl5pPr>
            <a:lvl6pPr algn="l">
              <a:defRPr sz="1575" b="1">
                <a:solidFill>
                  <a:srgbClr val="000000"/>
                </a:solidFill>
                <a:latin typeface="Arial"/>
                <a:ea typeface="Arial"/>
                <a:cs typeface="Arial"/>
              </a:defRPr>
            </a:lvl6pPr>
            <a:lvl7pPr algn="l">
              <a:defRPr sz="1575" b="1">
                <a:solidFill>
                  <a:srgbClr val="000000"/>
                </a:solidFill>
                <a:latin typeface="Arial"/>
                <a:ea typeface="Arial"/>
                <a:cs typeface="Arial"/>
              </a:defRPr>
            </a:lvl7pPr>
            <a:lvl8pPr algn="l">
              <a:defRPr sz="1575" b="1">
                <a:solidFill>
                  <a:srgbClr val="000000"/>
                </a:solidFill>
                <a:latin typeface="Arial"/>
                <a:ea typeface="Arial"/>
                <a:cs typeface="Arial"/>
              </a:defRPr>
            </a:lvl8pPr>
            <a:lvl9pPr algn="l">
              <a:defRPr sz="1575" b="1">
                <a:solidFill>
                  <a:srgbClr val="000000"/>
                </a:solidFill>
                <a:latin typeface="Arial"/>
                <a:ea typeface="Arial"/>
                <a:cs typeface="Arial"/>
              </a:defRPr>
            </a:lvl9pPr>
          </a:lstStyle>
          <a:p xmlns:a="http://schemas.openxmlformats.org/drawingml/2006/main">
            <a:pPr algn="l">
              <a:defRPr sz="1575" b="1">
                <a:solidFill>
                  <a:srgbClr val="000000"/>
                </a:solidFill>
                <a:latin typeface="Arial"/>
                <a:ea typeface="Arial"/>
                <a:cs typeface="Arial"/>
              </a:defRPr>
            </a:pPr>
            <a:r>
              <a:rPr sz="1575" b="1">
                <a:solidFill>
                  <a:srgbClr val="000000"/>
                </a:solidFill>
                <a:latin typeface="Arial"/>
                <a:ea typeface="Arial"/>
                <a:cs typeface="Arial"/>
              </a:rPr>
              <a:t>C</a:t>
            </a:r>
          </a:p>
        </p:txBody>
      </p:sp>
      <p:sp>
        <p:nvSpPr>
          <p:cNvPr id="142" name="Scientific line">
            <a:extLst xmlns:a="http://schemas.openxmlformats.org/drawingml/2006/main">
              <a:ext uri="{FF2B5EF4-FFF2-40B4-BE49-F238E27FC236}">
                <a16:creationId xmlns:a16="http://schemas.microsoft.com/office/drawing/2014/main" id="{8AF15B2D-C89C-4F8E-B43F-7EAAE661087D}"/>
              </a:ext>
            </a:extLst>
          </p:cNvPr>
          <p:cNvSpPr>
            <a:spLocks xmlns:a="http://schemas.openxmlformats.org/drawingml/2006/main" noGrp="1"/>
          </p:cNvSpPr>
          <p:nvPr/>
        </p:nvSpPr>
        <p:spPr>
          <a:xfrm xmlns:a="http://schemas.openxmlformats.org/drawingml/2006/main">
            <a:off x="10239375" y="2457450"/>
            <a:ext cx="1733550" cy="95"/>
          </a:xfrm>
          <a:custGeom xmlns:a="http://schemas.openxmlformats.org/drawingml/2006/main">
            <a:pathLst>
              <a:path w="1733550" h="95">
                <a:moveTo>
                  <a:pt x="0" y="0"/>
                </a:moveTo>
                <a:lnTo>
                  <a:pt x="1733550" y="0"/>
                </a:lnTo>
              </a:path>
            </a:pathLst>
          </a:custGeom>
          <a:noFill xmlns:a="http://schemas.openxmlformats.org/drawingml/2006/main"/>
          <a:ln xmlns:a="http://schemas.openxmlformats.org/drawingml/2006/main" w="11430">
            <a:solidFill>
              <a:srgbClr val="000000"/>
            </a:solidFill>
            <a:prstDash val="solid"/>
          </a:ln>
        </p:spPr>
      </p:sp>
      <p:sp>
        <p:nvSpPr>
          <p:cNvPr id="143" name="Scientific line">
            <a:extLst xmlns:a="http://schemas.openxmlformats.org/drawingml/2006/main">
              <a:ext uri="{FF2B5EF4-FFF2-40B4-BE49-F238E27FC236}">
                <a16:creationId xmlns:a16="http://schemas.microsoft.com/office/drawing/2014/main" id="{9D16AB47-90D5-4738-9442-30BA983B965B}"/>
              </a:ext>
            </a:extLst>
          </p:cNvPr>
          <p:cNvSpPr>
            <a:spLocks xmlns:a="http://schemas.openxmlformats.org/drawingml/2006/main" noGrp="1"/>
          </p:cNvSpPr>
          <p:nvPr/>
        </p:nvSpPr>
        <p:spPr>
          <a:xfrm xmlns:a="http://schemas.openxmlformats.org/drawingml/2006/main">
            <a:off x="11915775" y="2428875"/>
            <a:ext cx="57150" cy="28575"/>
          </a:xfrm>
          <a:custGeom xmlns:a="http://schemas.openxmlformats.org/drawingml/2006/main">
            <a:pathLst>
              <a:path w="57150" h="28575">
                <a:moveTo>
                  <a:pt x="0" y="0"/>
                </a:moveTo>
                <a:lnTo>
                  <a:pt x="57150" y="28575"/>
                </a:lnTo>
              </a:path>
            </a:pathLst>
          </a:custGeom>
          <a:noFill xmlns:a="http://schemas.openxmlformats.org/drawingml/2006/main"/>
          <a:ln xmlns:a="http://schemas.openxmlformats.org/drawingml/2006/main" w="11430">
            <a:solidFill>
              <a:srgbClr val="000000"/>
            </a:solidFill>
            <a:prstDash val="solid"/>
          </a:ln>
        </p:spPr>
      </p:sp>
      <p:sp>
        <p:nvSpPr>
          <p:cNvPr id="144" name="Scientific line">
            <a:extLst xmlns:a="http://schemas.openxmlformats.org/drawingml/2006/main">
              <a:ext uri="{FF2B5EF4-FFF2-40B4-BE49-F238E27FC236}">
                <a16:creationId xmlns:a16="http://schemas.microsoft.com/office/drawing/2014/main" id="{D8FAD9A9-7969-4C32-AD85-B86DB78EE739}"/>
              </a:ext>
            </a:extLst>
          </p:cNvPr>
          <p:cNvSpPr>
            <a:spLocks xmlns:a="http://schemas.openxmlformats.org/drawingml/2006/main" noGrp="1"/>
          </p:cNvSpPr>
          <p:nvPr/>
        </p:nvSpPr>
        <p:spPr>
          <a:xfrm xmlns:a="http://schemas.openxmlformats.org/drawingml/2006/main">
            <a:off x="11915775" y="2457450"/>
            <a:ext cx="57150" cy="28575"/>
          </a:xfrm>
          <a:custGeom xmlns:a="http://schemas.openxmlformats.org/drawingml/2006/main">
            <a:pathLst>
              <a:path w="57150" h="28575">
                <a:moveTo>
                  <a:pt x="0" y="28575"/>
                </a:moveTo>
                <a:lnTo>
                  <a:pt x="57150" y="0"/>
                </a:lnTo>
              </a:path>
            </a:pathLst>
          </a:custGeom>
          <a:noFill xmlns:a="http://schemas.openxmlformats.org/drawingml/2006/main"/>
          <a:ln xmlns:a="http://schemas.openxmlformats.org/drawingml/2006/main" w="11430">
            <a:solidFill>
              <a:srgbClr val="000000"/>
            </a:solidFill>
            <a:prstDash val="solid"/>
          </a:ln>
        </p:spPr>
      </p:sp>
      <p:sp>
        <p:nvSpPr>
          <p:cNvPr id="145" name="A matching d-axis marker t63">
            <a:extLst xmlns:a="http://schemas.openxmlformats.org/drawingml/2006/main">
              <a:ext uri="{FF2B5EF4-FFF2-40B4-BE49-F238E27FC236}">
                <a16:creationId xmlns:a16="http://schemas.microsoft.com/office/drawing/2014/main" id="{9C6BC26C-A35A-498B-9BA7-76CD1E2241BD}"/>
              </a:ext>
            </a:extLst>
          </p:cNvPr>
          <p:cNvSpPr>
            <a:spLocks xmlns:a="http://schemas.openxmlformats.org/drawingml/2006/main" noGrp="1"/>
          </p:cNvSpPr>
          <p:nvPr/>
        </p:nvSpPr>
        <p:spPr>
          <a:xfrm xmlns:a="http://schemas.openxmlformats.org/drawingml/2006/main">
            <a:off x="10486390" y="2415540"/>
            <a:ext cx="83820" cy="83820"/>
          </a:xfrm>
          <a:prstGeom xmlns:a="http://schemas.openxmlformats.org/drawingml/2006/main" prst="ellipse">
            <a:avLst/>
          </a:prstGeom>
          <a:solidFill xmlns:a="http://schemas.openxmlformats.org/drawingml/2006/main">
            <a:srgbClr val="ECE51B"/>
          </a:solidFill>
          <a:ln xmlns:a="http://schemas.openxmlformats.org/drawingml/2006/main" w="19050">
            <a:solidFill>
              <a:srgbClr val="ECE51B"/>
            </a:solidFill>
          </a:ln>
        </p:spPr>
      </p:sp>
      <p:sp>
        <p:nvSpPr>
          <p:cNvPr id="146" name="A">
            <a:extLst xmlns:a="http://schemas.openxmlformats.org/drawingml/2006/main">
              <a:ext uri="{FF2B5EF4-FFF2-40B4-BE49-F238E27FC236}">
                <a16:creationId xmlns:a16="http://schemas.microsoft.com/office/drawing/2014/main" id="{3DC8639B-21F3-4239-B0D0-136FD4202278}"/>
              </a:ext>
            </a:extLst>
          </p:cNvPr>
          <p:cNvSpPr>
            <a:spLocks xmlns:a="http://schemas.openxmlformats.org/drawingml/2006/main" noGrp="1"/>
          </p:cNvSpPr>
          <p:nvPr/>
        </p:nvSpPr>
        <p:spPr>
          <a:xfrm xmlns:a="http://schemas.openxmlformats.org/drawingml/2006/main">
            <a:off x="10394950" y="2562225"/>
            <a:ext cx="26670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500" b="1">
                <a:solidFill>
                  <a:srgbClr val="000000"/>
                </a:solidFill>
                <a:latin typeface="Arial"/>
                <a:ea typeface="Arial"/>
                <a:cs typeface="Arial"/>
              </a:defRPr>
            </a:defPPr>
            <a:lvl1pPr algn="ctr">
              <a:defRPr sz="1500" b="1">
                <a:solidFill>
                  <a:srgbClr val="000000"/>
                </a:solidFill>
                <a:latin typeface="Arial"/>
                <a:ea typeface="Arial"/>
                <a:cs typeface="Arial"/>
              </a:defRPr>
            </a:lvl1pPr>
            <a:lvl2pPr algn="ctr">
              <a:defRPr sz="1500" b="1">
                <a:solidFill>
                  <a:srgbClr val="000000"/>
                </a:solidFill>
                <a:latin typeface="Arial"/>
                <a:ea typeface="Arial"/>
                <a:cs typeface="Arial"/>
              </a:defRPr>
            </a:lvl2pPr>
            <a:lvl3pPr algn="ctr">
              <a:defRPr sz="1500" b="1">
                <a:solidFill>
                  <a:srgbClr val="000000"/>
                </a:solidFill>
                <a:latin typeface="Arial"/>
                <a:ea typeface="Arial"/>
                <a:cs typeface="Arial"/>
              </a:defRPr>
            </a:lvl3pPr>
            <a:lvl4pPr algn="ctr">
              <a:defRPr sz="1500" b="1">
                <a:solidFill>
                  <a:srgbClr val="000000"/>
                </a:solidFill>
                <a:latin typeface="Arial"/>
                <a:ea typeface="Arial"/>
                <a:cs typeface="Arial"/>
              </a:defRPr>
            </a:lvl4pPr>
            <a:lvl5pPr algn="ctr">
              <a:defRPr sz="1500" b="1">
                <a:solidFill>
                  <a:srgbClr val="000000"/>
                </a:solidFill>
                <a:latin typeface="Arial"/>
                <a:ea typeface="Arial"/>
                <a:cs typeface="Arial"/>
              </a:defRPr>
            </a:lvl5pPr>
            <a:lvl6pPr algn="ctr">
              <a:defRPr sz="1500" b="1">
                <a:solidFill>
                  <a:srgbClr val="000000"/>
                </a:solidFill>
                <a:latin typeface="Arial"/>
                <a:ea typeface="Arial"/>
                <a:cs typeface="Arial"/>
              </a:defRPr>
            </a:lvl6pPr>
            <a:lvl7pPr algn="ctr">
              <a:defRPr sz="1500" b="1">
                <a:solidFill>
                  <a:srgbClr val="000000"/>
                </a:solidFill>
                <a:latin typeface="Arial"/>
                <a:ea typeface="Arial"/>
                <a:cs typeface="Arial"/>
              </a:defRPr>
            </a:lvl7pPr>
            <a:lvl8pPr algn="ctr">
              <a:defRPr sz="1500" b="1">
                <a:solidFill>
                  <a:srgbClr val="000000"/>
                </a:solidFill>
                <a:latin typeface="Arial"/>
                <a:ea typeface="Arial"/>
                <a:cs typeface="Arial"/>
              </a:defRPr>
            </a:lvl8pPr>
            <a:lvl9pPr algn="ctr">
              <a:defRPr sz="1500" b="1">
                <a:solidFill>
                  <a:srgbClr val="000000"/>
                </a:solidFill>
                <a:latin typeface="Arial"/>
                <a:ea typeface="Arial"/>
                <a:cs typeface="Arial"/>
              </a:defRPr>
            </a:lvl9pPr>
          </a:lstStyle>
          <a:p xmlns:a="http://schemas.openxmlformats.org/drawingml/2006/main">
            <a:pPr algn="ctr">
              <a:defRPr sz="1500" b="1">
                <a:solidFill>
                  <a:srgbClr val="000000"/>
                </a:solidFill>
                <a:latin typeface="Arial"/>
                <a:ea typeface="Arial"/>
                <a:cs typeface="Arial"/>
              </a:defRPr>
            </a:pPr>
            <a:r>
              <a:rPr sz="1500" b="1">
                <a:solidFill>
                  <a:srgbClr val="000000"/>
                </a:solidFill>
                <a:latin typeface="Arial"/>
                <a:ea typeface="Arial"/>
                <a:cs typeface="Arial"/>
              </a:rPr>
              <a:t>A</a:t>
            </a:r>
          </a:p>
        </p:txBody>
      </p:sp>
      <p:sp>
        <p:nvSpPr>
          <p:cNvPr id="147" name="A exact d coordinate t63">
            <a:extLst xmlns:a="http://schemas.openxmlformats.org/drawingml/2006/main">
              <a:ext uri="{FF2B5EF4-FFF2-40B4-BE49-F238E27FC236}">
                <a16:creationId xmlns:a16="http://schemas.microsoft.com/office/drawing/2014/main" id="{5D44930D-790A-4871-96C0-3796524C48F0}"/>
              </a:ext>
            </a:extLst>
          </p:cNvPr>
          <p:cNvSpPr>
            <a:spLocks xmlns:a="http://schemas.openxmlformats.org/drawingml/2006/main" noGrp="1"/>
          </p:cNvSpPr>
          <p:nvPr/>
        </p:nvSpPr>
        <p:spPr>
          <a:xfrm xmlns:a="http://schemas.openxmlformats.org/drawingml/2006/main">
            <a:off x="10309225" y="2790825"/>
            <a:ext cx="438150" cy="2190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350" b="0">
                <a:solidFill>
                  <a:srgbClr val="000000"/>
                </a:solidFill>
                <a:latin typeface="Arial"/>
                <a:ea typeface="Arial"/>
                <a:cs typeface="Arial"/>
              </a:defRPr>
            </a:defPPr>
            <a:lvl1pPr algn="ctr">
              <a:defRPr sz="1350" b="0">
                <a:solidFill>
                  <a:srgbClr val="000000"/>
                </a:solidFill>
                <a:latin typeface="Arial"/>
                <a:ea typeface="Arial"/>
                <a:cs typeface="Arial"/>
              </a:defRPr>
            </a:lvl1pPr>
            <a:lvl2pPr algn="ctr">
              <a:defRPr sz="1350" b="0">
                <a:solidFill>
                  <a:srgbClr val="000000"/>
                </a:solidFill>
                <a:latin typeface="Arial"/>
                <a:ea typeface="Arial"/>
                <a:cs typeface="Arial"/>
              </a:defRPr>
            </a:lvl2pPr>
            <a:lvl3pPr algn="ctr">
              <a:defRPr sz="1350" b="0">
                <a:solidFill>
                  <a:srgbClr val="000000"/>
                </a:solidFill>
                <a:latin typeface="Arial"/>
                <a:ea typeface="Arial"/>
                <a:cs typeface="Arial"/>
              </a:defRPr>
            </a:lvl3pPr>
            <a:lvl4pPr algn="ctr">
              <a:defRPr sz="1350" b="0">
                <a:solidFill>
                  <a:srgbClr val="000000"/>
                </a:solidFill>
                <a:latin typeface="Arial"/>
                <a:ea typeface="Arial"/>
                <a:cs typeface="Arial"/>
              </a:defRPr>
            </a:lvl4pPr>
            <a:lvl5pPr algn="ctr">
              <a:defRPr sz="1350" b="0">
                <a:solidFill>
                  <a:srgbClr val="000000"/>
                </a:solidFill>
                <a:latin typeface="Arial"/>
                <a:ea typeface="Arial"/>
                <a:cs typeface="Arial"/>
              </a:defRPr>
            </a:lvl5pPr>
            <a:lvl6pPr algn="ctr">
              <a:defRPr sz="1350" b="0">
                <a:solidFill>
                  <a:srgbClr val="000000"/>
                </a:solidFill>
                <a:latin typeface="Arial"/>
                <a:ea typeface="Arial"/>
                <a:cs typeface="Arial"/>
              </a:defRPr>
            </a:lvl6pPr>
            <a:lvl7pPr algn="ctr">
              <a:defRPr sz="1350" b="0">
                <a:solidFill>
                  <a:srgbClr val="000000"/>
                </a:solidFill>
                <a:latin typeface="Arial"/>
                <a:ea typeface="Arial"/>
                <a:cs typeface="Arial"/>
              </a:defRPr>
            </a:lvl7pPr>
            <a:lvl8pPr algn="ctr">
              <a:defRPr sz="1350" b="0">
                <a:solidFill>
                  <a:srgbClr val="000000"/>
                </a:solidFill>
                <a:latin typeface="Arial"/>
                <a:ea typeface="Arial"/>
                <a:cs typeface="Arial"/>
              </a:defRPr>
            </a:lvl8pPr>
            <a:lvl9pPr algn="ctr">
              <a:defRPr sz="1350" b="0">
                <a:solidFill>
                  <a:srgbClr val="000000"/>
                </a:solidFill>
                <a:latin typeface="Arial"/>
                <a:ea typeface="Arial"/>
                <a:cs typeface="Arial"/>
              </a:defRPr>
            </a:lvl9pPr>
          </a:lstStyle>
          <a:p xmlns:a="http://schemas.openxmlformats.org/drawingml/2006/main">
            <a:pPr algn="ctr">
              <a:defRPr sz="1350" b="0">
                <a:solidFill>
                  <a:srgbClr val="000000"/>
                </a:solidFill>
                <a:latin typeface="Arial"/>
                <a:ea typeface="Arial"/>
                <a:cs typeface="Arial"/>
              </a:defRPr>
            </a:pPr>
            <a:r>
              <a:rPr sz="1350" b="0">
                <a:solidFill>
                  <a:srgbClr val="000000"/>
                </a:solidFill>
                <a:latin typeface="Arial"/>
                <a:ea typeface="Arial"/>
                <a:cs typeface="Arial"/>
              </a:rPr>
              <a:t>20</a:t>
            </a:r>
          </a:p>
        </p:txBody>
      </p:sp>
      <p:sp>
        <p:nvSpPr>
          <p:cNvPr id="148" name="B matching d-axis marker t63">
            <a:extLst xmlns:a="http://schemas.openxmlformats.org/drawingml/2006/main">
              <a:ext uri="{FF2B5EF4-FFF2-40B4-BE49-F238E27FC236}">
                <a16:creationId xmlns:a16="http://schemas.microsoft.com/office/drawing/2014/main" id="{C8511EBC-4526-4433-9E9D-A63ED18F1648}"/>
              </a:ext>
            </a:extLst>
          </p:cNvPr>
          <p:cNvSpPr>
            <a:spLocks xmlns:a="http://schemas.openxmlformats.org/drawingml/2006/main" noGrp="1"/>
          </p:cNvSpPr>
          <p:nvPr/>
        </p:nvSpPr>
        <p:spPr>
          <a:xfrm xmlns:a="http://schemas.openxmlformats.org/drawingml/2006/main">
            <a:off x="11336973" y="2399348"/>
            <a:ext cx="116205" cy="116205"/>
          </a:xfrm>
          <a:prstGeom xmlns:a="http://schemas.openxmlformats.org/drawingml/2006/main" prst="ellipse">
            <a:avLst/>
          </a:prstGeom>
          <a:solidFill xmlns:a="http://schemas.openxmlformats.org/drawingml/2006/main">
            <a:srgbClr val="FDE725"/>
          </a:solidFill>
          <a:ln xmlns:a="http://schemas.openxmlformats.org/drawingml/2006/main" w="19050">
            <a:solidFill>
              <a:srgbClr val="FDE725"/>
            </a:solidFill>
          </a:ln>
        </p:spPr>
      </p:sp>
      <p:sp>
        <p:nvSpPr>
          <p:cNvPr id="149" name="B">
            <a:extLst xmlns:a="http://schemas.openxmlformats.org/drawingml/2006/main">
              <a:ext uri="{FF2B5EF4-FFF2-40B4-BE49-F238E27FC236}">
                <a16:creationId xmlns:a16="http://schemas.microsoft.com/office/drawing/2014/main" id="{E24C38AB-92F7-4FFA-A752-3715C97216A6}"/>
              </a:ext>
            </a:extLst>
          </p:cNvPr>
          <p:cNvSpPr>
            <a:spLocks xmlns:a="http://schemas.openxmlformats.org/drawingml/2006/main" noGrp="1"/>
          </p:cNvSpPr>
          <p:nvPr/>
        </p:nvSpPr>
        <p:spPr>
          <a:xfrm xmlns:a="http://schemas.openxmlformats.org/drawingml/2006/main">
            <a:off x="11261725" y="2562225"/>
            <a:ext cx="26670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500" b="1">
                <a:solidFill>
                  <a:srgbClr val="000000"/>
                </a:solidFill>
                <a:latin typeface="Arial"/>
                <a:ea typeface="Arial"/>
                <a:cs typeface="Arial"/>
              </a:defRPr>
            </a:defPPr>
            <a:lvl1pPr algn="ctr">
              <a:defRPr sz="1500" b="1">
                <a:solidFill>
                  <a:srgbClr val="000000"/>
                </a:solidFill>
                <a:latin typeface="Arial"/>
                <a:ea typeface="Arial"/>
                <a:cs typeface="Arial"/>
              </a:defRPr>
            </a:lvl1pPr>
            <a:lvl2pPr algn="ctr">
              <a:defRPr sz="1500" b="1">
                <a:solidFill>
                  <a:srgbClr val="000000"/>
                </a:solidFill>
                <a:latin typeface="Arial"/>
                <a:ea typeface="Arial"/>
                <a:cs typeface="Arial"/>
              </a:defRPr>
            </a:lvl2pPr>
            <a:lvl3pPr algn="ctr">
              <a:defRPr sz="1500" b="1">
                <a:solidFill>
                  <a:srgbClr val="000000"/>
                </a:solidFill>
                <a:latin typeface="Arial"/>
                <a:ea typeface="Arial"/>
                <a:cs typeface="Arial"/>
              </a:defRPr>
            </a:lvl3pPr>
            <a:lvl4pPr algn="ctr">
              <a:defRPr sz="1500" b="1">
                <a:solidFill>
                  <a:srgbClr val="000000"/>
                </a:solidFill>
                <a:latin typeface="Arial"/>
                <a:ea typeface="Arial"/>
                <a:cs typeface="Arial"/>
              </a:defRPr>
            </a:lvl4pPr>
            <a:lvl5pPr algn="ctr">
              <a:defRPr sz="1500" b="1">
                <a:solidFill>
                  <a:srgbClr val="000000"/>
                </a:solidFill>
                <a:latin typeface="Arial"/>
                <a:ea typeface="Arial"/>
                <a:cs typeface="Arial"/>
              </a:defRPr>
            </a:lvl5pPr>
            <a:lvl6pPr algn="ctr">
              <a:defRPr sz="1500" b="1">
                <a:solidFill>
                  <a:srgbClr val="000000"/>
                </a:solidFill>
                <a:latin typeface="Arial"/>
                <a:ea typeface="Arial"/>
                <a:cs typeface="Arial"/>
              </a:defRPr>
            </a:lvl6pPr>
            <a:lvl7pPr algn="ctr">
              <a:defRPr sz="1500" b="1">
                <a:solidFill>
                  <a:srgbClr val="000000"/>
                </a:solidFill>
                <a:latin typeface="Arial"/>
                <a:ea typeface="Arial"/>
                <a:cs typeface="Arial"/>
              </a:defRPr>
            </a:lvl7pPr>
            <a:lvl8pPr algn="ctr">
              <a:defRPr sz="1500" b="1">
                <a:solidFill>
                  <a:srgbClr val="000000"/>
                </a:solidFill>
                <a:latin typeface="Arial"/>
                <a:ea typeface="Arial"/>
                <a:cs typeface="Arial"/>
              </a:defRPr>
            </a:lvl8pPr>
            <a:lvl9pPr algn="ctr">
              <a:defRPr sz="1500" b="1">
                <a:solidFill>
                  <a:srgbClr val="000000"/>
                </a:solidFill>
                <a:latin typeface="Arial"/>
                <a:ea typeface="Arial"/>
                <a:cs typeface="Arial"/>
              </a:defRPr>
            </a:lvl9pPr>
          </a:lstStyle>
          <a:p xmlns:a="http://schemas.openxmlformats.org/drawingml/2006/main">
            <a:pPr algn="ctr">
              <a:defRPr sz="1500" b="1">
                <a:solidFill>
                  <a:srgbClr val="000000"/>
                </a:solidFill>
                <a:latin typeface="Arial"/>
                <a:ea typeface="Arial"/>
                <a:cs typeface="Arial"/>
              </a:defRPr>
            </a:pPr>
            <a:r>
              <a:rPr sz="1500" b="1">
                <a:solidFill>
                  <a:srgbClr val="000000"/>
                </a:solidFill>
                <a:latin typeface="Arial"/>
                <a:ea typeface="Arial"/>
                <a:cs typeface="Arial"/>
              </a:rPr>
              <a:t>B</a:t>
            </a:r>
          </a:p>
        </p:txBody>
      </p:sp>
      <p:sp>
        <p:nvSpPr>
          <p:cNvPr id="150" name="B exact d coordinate t63">
            <a:extLst xmlns:a="http://schemas.openxmlformats.org/drawingml/2006/main">
              <a:ext uri="{FF2B5EF4-FFF2-40B4-BE49-F238E27FC236}">
                <a16:creationId xmlns:a16="http://schemas.microsoft.com/office/drawing/2014/main" id="{AF8160BC-330F-42C3-86AF-22F04FC45942}"/>
              </a:ext>
            </a:extLst>
          </p:cNvPr>
          <p:cNvSpPr>
            <a:spLocks xmlns:a="http://schemas.openxmlformats.org/drawingml/2006/main" noGrp="1"/>
          </p:cNvSpPr>
          <p:nvPr/>
        </p:nvSpPr>
        <p:spPr>
          <a:xfrm xmlns:a="http://schemas.openxmlformats.org/drawingml/2006/main">
            <a:off x="11176000" y="2790825"/>
            <a:ext cx="438150" cy="2190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350" b="0">
                <a:solidFill>
                  <a:srgbClr val="000000"/>
                </a:solidFill>
                <a:latin typeface="Arial"/>
                <a:ea typeface="Arial"/>
                <a:cs typeface="Arial"/>
              </a:defRPr>
            </a:defPPr>
            <a:lvl1pPr algn="ctr">
              <a:defRPr sz="1350" b="0">
                <a:solidFill>
                  <a:srgbClr val="000000"/>
                </a:solidFill>
                <a:latin typeface="Arial"/>
                <a:ea typeface="Arial"/>
                <a:cs typeface="Arial"/>
              </a:defRPr>
            </a:lvl1pPr>
            <a:lvl2pPr algn="ctr">
              <a:defRPr sz="1350" b="0">
                <a:solidFill>
                  <a:srgbClr val="000000"/>
                </a:solidFill>
                <a:latin typeface="Arial"/>
                <a:ea typeface="Arial"/>
                <a:cs typeface="Arial"/>
              </a:defRPr>
            </a:lvl2pPr>
            <a:lvl3pPr algn="ctr">
              <a:defRPr sz="1350" b="0">
                <a:solidFill>
                  <a:srgbClr val="000000"/>
                </a:solidFill>
                <a:latin typeface="Arial"/>
                <a:ea typeface="Arial"/>
                <a:cs typeface="Arial"/>
              </a:defRPr>
            </a:lvl3pPr>
            <a:lvl4pPr algn="ctr">
              <a:defRPr sz="1350" b="0">
                <a:solidFill>
                  <a:srgbClr val="000000"/>
                </a:solidFill>
                <a:latin typeface="Arial"/>
                <a:ea typeface="Arial"/>
                <a:cs typeface="Arial"/>
              </a:defRPr>
            </a:lvl4pPr>
            <a:lvl5pPr algn="ctr">
              <a:defRPr sz="1350" b="0">
                <a:solidFill>
                  <a:srgbClr val="000000"/>
                </a:solidFill>
                <a:latin typeface="Arial"/>
                <a:ea typeface="Arial"/>
                <a:cs typeface="Arial"/>
              </a:defRPr>
            </a:lvl5pPr>
            <a:lvl6pPr algn="ctr">
              <a:defRPr sz="1350" b="0">
                <a:solidFill>
                  <a:srgbClr val="000000"/>
                </a:solidFill>
                <a:latin typeface="Arial"/>
                <a:ea typeface="Arial"/>
                <a:cs typeface="Arial"/>
              </a:defRPr>
            </a:lvl6pPr>
            <a:lvl7pPr algn="ctr">
              <a:defRPr sz="1350" b="0">
                <a:solidFill>
                  <a:srgbClr val="000000"/>
                </a:solidFill>
                <a:latin typeface="Arial"/>
                <a:ea typeface="Arial"/>
                <a:cs typeface="Arial"/>
              </a:defRPr>
            </a:lvl7pPr>
            <a:lvl8pPr algn="ctr">
              <a:defRPr sz="1350" b="0">
                <a:solidFill>
                  <a:srgbClr val="000000"/>
                </a:solidFill>
                <a:latin typeface="Arial"/>
                <a:ea typeface="Arial"/>
                <a:cs typeface="Arial"/>
              </a:defRPr>
            </a:lvl8pPr>
            <a:lvl9pPr algn="ctr">
              <a:defRPr sz="1350" b="0">
                <a:solidFill>
                  <a:srgbClr val="000000"/>
                </a:solidFill>
                <a:latin typeface="Arial"/>
                <a:ea typeface="Arial"/>
                <a:cs typeface="Arial"/>
              </a:defRPr>
            </a:lvl9pPr>
          </a:lstStyle>
          <a:p xmlns:a="http://schemas.openxmlformats.org/drawingml/2006/main">
            <a:pPr algn="ctr">
              <a:defRPr sz="1350" b="0">
                <a:solidFill>
                  <a:srgbClr val="000000"/>
                </a:solidFill>
                <a:latin typeface="Arial"/>
                <a:ea typeface="Arial"/>
                <a:cs typeface="Arial"/>
              </a:defRPr>
            </a:pPr>
            <a:r>
              <a:rPr sz="1350" b="0">
                <a:solidFill>
                  <a:srgbClr val="000000"/>
                </a:solidFill>
                <a:latin typeface="Arial"/>
                <a:ea typeface="Arial"/>
                <a:cs typeface="Arial"/>
              </a:rPr>
              <a:t>80</a:t>
            </a:r>
          </a:p>
        </p:txBody>
      </p:sp>
      <p:sp>
        <p:nvSpPr>
          <p:cNvPr id="151" name="C matching d-axis marker t63">
            <a:extLst xmlns:a="http://schemas.openxmlformats.org/drawingml/2006/main">
              <a:ext uri="{FF2B5EF4-FFF2-40B4-BE49-F238E27FC236}">
                <a16:creationId xmlns:a16="http://schemas.microsoft.com/office/drawing/2014/main" id="{52EE52C6-ADC9-4D0B-AB4E-0F8080D1FD5B}"/>
              </a:ext>
            </a:extLst>
          </p:cNvPr>
          <p:cNvSpPr>
            <a:spLocks xmlns:a="http://schemas.openxmlformats.org/drawingml/2006/main" noGrp="1"/>
          </p:cNvSpPr>
          <p:nvPr/>
        </p:nvSpPr>
        <p:spPr>
          <a:xfrm xmlns:a="http://schemas.openxmlformats.org/drawingml/2006/main">
            <a:off x="11609705" y="2383155"/>
            <a:ext cx="148590" cy="148590"/>
          </a:xfrm>
          <a:prstGeom xmlns:a="http://schemas.openxmlformats.org/drawingml/2006/main" prst="ellipse">
            <a:avLst/>
          </a:prstGeom>
          <a:solidFill xmlns:a="http://schemas.openxmlformats.org/drawingml/2006/main">
            <a:srgbClr val="D9E219"/>
          </a:solidFill>
          <a:ln xmlns:a="http://schemas.openxmlformats.org/drawingml/2006/main" w="19050">
            <a:solidFill>
              <a:srgbClr val="D9E219"/>
            </a:solidFill>
          </a:ln>
        </p:spPr>
      </p:sp>
      <p:sp>
        <p:nvSpPr>
          <p:cNvPr id="152" name="C">
            <a:extLst xmlns:a="http://schemas.openxmlformats.org/drawingml/2006/main">
              <a:ext uri="{FF2B5EF4-FFF2-40B4-BE49-F238E27FC236}">
                <a16:creationId xmlns:a16="http://schemas.microsoft.com/office/drawing/2014/main" id="{0FB74845-B6A0-49D9-AD99-714B41602FF9}"/>
              </a:ext>
            </a:extLst>
          </p:cNvPr>
          <p:cNvSpPr>
            <a:spLocks xmlns:a="http://schemas.openxmlformats.org/drawingml/2006/main" noGrp="1"/>
          </p:cNvSpPr>
          <p:nvPr/>
        </p:nvSpPr>
        <p:spPr>
          <a:xfrm xmlns:a="http://schemas.openxmlformats.org/drawingml/2006/main">
            <a:off x="11550650" y="2562225"/>
            <a:ext cx="26670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500" b="1">
                <a:solidFill>
                  <a:srgbClr val="000000"/>
                </a:solidFill>
                <a:latin typeface="Arial"/>
                <a:ea typeface="Arial"/>
                <a:cs typeface="Arial"/>
              </a:defRPr>
            </a:defPPr>
            <a:lvl1pPr algn="ctr">
              <a:defRPr sz="1500" b="1">
                <a:solidFill>
                  <a:srgbClr val="000000"/>
                </a:solidFill>
                <a:latin typeface="Arial"/>
                <a:ea typeface="Arial"/>
                <a:cs typeface="Arial"/>
              </a:defRPr>
            </a:lvl1pPr>
            <a:lvl2pPr algn="ctr">
              <a:defRPr sz="1500" b="1">
                <a:solidFill>
                  <a:srgbClr val="000000"/>
                </a:solidFill>
                <a:latin typeface="Arial"/>
                <a:ea typeface="Arial"/>
                <a:cs typeface="Arial"/>
              </a:defRPr>
            </a:lvl2pPr>
            <a:lvl3pPr algn="ctr">
              <a:defRPr sz="1500" b="1">
                <a:solidFill>
                  <a:srgbClr val="000000"/>
                </a:solidFill>
                <a:latin typeface="Arial"/>
                <a:ea typeface="Arial"/>
                <a:cs typeface="Arial"/>
              </a:defRPr>
            </a:lvl3pPr>
            <a:lvl4pPr algn="ctr">
              <a:defRPr sz="1500" b="1">
                <a:solidFill>
                  <a:srgbClr val="000000"/>
                </a:solidFill>
                <a:latin typeface="Arial"/>
                <a:ea typeface="Arial"/>
                <a:cs typeface="Arial"/>
              </a:defRPr>
            </a:lvl4pPr>
            <a:lvl5pPr algn="ctr">
              <a:defRPr sz="1500" b="1">
                <a:solidFill>
                  <a:srgbClr val="000000"/>
                </a:solidFill>
                <a:latin typeface="Arial"/>
                <a:ea typeface="Arial"/>
                <a:cs typeface="Arial"/>
              </a:defRPr>
            </a:lvl5pPr>
            <a:lvl6pPr algn="ctr">
              <a:defRPr sz="1500" b="1">
                <a:solidFill>
                  <a:srgbClr val="000000"/>
                </a:solidFill>
                <a:latin typeface="Arial"/>
                <a:ea typeface="Arial"/>
                <a:cs typeface="Arial"/>
              </a:defRPr>
            </a:lvl6pPr>
            <a:lvl7pPr algn="ctr">
              <a:defRPr sz="1500" b="1">
                <a:solidFill>
                  <a:srgbClr val="000000"/>
                </a:solidFill>
                <a:latin typeface="Arial"/>
                <a:ea typeface="Arial"/>
                <a:cs typeface="Arial"/>
              </a:defRPr>
            </a:lvl7pPr>
            <a:lvl8pPr algn="ctr">
              <a:defRPr sz="1500" b="1">
                <a:solidFill>
                  <a:srgbClr val="000000"/>
                </a:solidFill>
                <a:latin typeface="Arial"/>
                <a:ea typeface="Arial"/>
                <a:cs typeface="Arial"/>
              </a:defRPr>
            </a:lvl8pPr>
            <a:lvl9pPr algn="ctr">
              <a:defRPr sz="1500" b="1">
                <a:solidFill>
                  <a:srgbClr val="000000"/>
                </a:solidFill>
                <a:latin typeface="Arial"/>
                <a:ea typeface="Arial"/>
                <a:cs typeface="Arial"/>
              </a:defRPr>
            </a:lvl9pPr>
          </a:lstStyle>
          <a:p xmlns:a="http://schemas.openxmlformats.org/drawingml/2006/main">
            <a:pPr algn="ctr">
              <a:defRPr sz="1500" b="1">
                <a:solidFill>
                  <a:srgbClr val="000000"/>
                </a:solidFill>
                <a:latin typeface="Arial"/>
                <a:ea typeface="Arial"/>
                <a:cs typeface="Arial"/>
              </a:defRPr>
            </a:pPr>
            <a:r>
              <a:rPr sz="1500" b="1">
                <a:solidFill>
                  <a:srgbClr val="000000"/>
                </a:solidFill>
                <a:latin typeface="Arial"/>
                <a:ea typeface="Arial"/>
                <a:cs typeface="Arial"/>
              </a:rPr>
              <a:t>C</a:t>
            </a:r>
          </a:p>
        </p:txBody>
      </p:sp>
      <p:sp>
        <p:nvSpPr>
          <p:cNvPr id="153" name="C exact d coordinate t63">
            <a:extLst xmlns:a="http://schemas.openxmlformats.org/drawingml/2006/main">
              <a:ext uri="{FF2B5EF4-FFF2-40B4-BE49-F238E27FC236}">
                <a16:creationId xmlns:a16="http://schemas.microsoft.com/office/drawing/2014/main" id="{C20D6A31-572C-4DD1-B6E7-D393D7C8EB95}"/>
              </a:ext>
            </a:extLst>
          </p:cNvPr>
          <p:cNvSpPr>
            <a:spLocks xmlns:a="http://schemas.openxmlformats.org/drawingml/2006/main" noGrp="1"/>
          </p:cNvSpPr>
          <p:nvPr/>
        </p:nvSpPr>
        <p:spPr>
          <a:xfrm xmlns:a="http://schemas.openxmlformats.org/drawingml/2006/main">
            <a:off x="11464925" y="2790825"/>
            <a:ext cx="438150" cy="2190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350" b="0">
                <a:solidFill>
                  <a:srgbClr val="000000"/>
                </a:solidFill>
                <a:latin typeface="Arial"/>
                <a:ea typeface="Arial"/>
                <a:cs typeface="Arial"/>
              </a:defRPr>
            </a:defPPr>
            <a:lvl1pPr algn="ctr">
              <a:defRPr sz="1350" b="0">
                <a:solidFill>
                  <a:srgbClr val="000000"/>
                </a:solidFill>
                <a:latin typeface="Arial"/>
                <a:ea typeface="Arial"/>
                <a:cs typeface="Arial"/>
              </a:defRPr>
            </a:lvl1pPr>
            <a:lvl2pPr algn="ctr">
              <a:defRPr sz="1350" b="0">
                <a:solidFill>
                  <a:srgbClr val="000000"/>
                </a:solidFill>
                <a:latin typeface="Arial"/>
                <a:ea typeface="Arial"/>
                <a:cs typeface="Arial"/>
              </a:defRPr>
            </a:lvl2pPr>
            <a:lvl3pPr algn="ctr">
              <a:defRPr sz="1350" b="0">
                <a:solidFill>
                  <a:srgbClr val="000000"/>
                </a:solidFill>
                <a:latin typeface="Arial"/>
                <a:ea typeface="Arial"/>
                <a:cs typeface="Arial"/>
              </a:defRPr>
            </a:lvl3pPr>
            <a:lvl4pPr algn="ctr">
              <a:defRPr sz="1350" b="0">
                <a:solidFill>
                  <a:srgbClr val="000000"/>
                </a:solidFill>
                <a:latin typeface="Arial"/>
                <a:ea typeface="Arial"/>
                <a:cs typeface="Arial"/>
              </a:defRPr>
            </a:lvl4pPr>
            <a:lvl5pPr algn="ctr">
              <a:defRPr sz="1350" b="0">
                <a:solidFill>
                  <a:srgbClr val="000000"/>
                </a:solidFill>
                <a:latin typeface="Arial"/>
                <a:ea typeface="Arial"/>
                <a:cs typeface="Arial"/>
              </a:defRPr>
            </a:lvl5pPr>
            <a:lvl6pPr algn="ctr">
              <a:defRPr sz="1350" b="0">
                <a:solidFill>
                  <a:srgbClr val="000000"/>
                </a:solidFill>
                <a:latin typeface="Arial"/>
                <a:ea typeface="Arial"/>
                <a:cs typeface="Arial"/>
              </a:defRPr>
            </a:lvl6pPr>
            <a:lvl7pPr algn="ctr">
              <a:defRPr sz="1350" b="0">
                <a:solidFill>
                  <a:srgbClr val="000000"/>
                </a:solidFill>
                <a:latin typeface="Arial"/>
                <a:ea typeface="Arial"/>
                <a:cs typeface="Arial"/>
              </a:defRPr>
            </a:lvl7pPr>
            <a:lvl8pPr algn="ctr">
              <a:defRPr sz="1350" b="0">
                <a:solidFill>
                  <a:srgbClr val="000000"/>
                </a:solidFill>
                <a:latin typeface="Arial"/>
                <a:ea typeface="Arial"/>
                <a:cs typeface="Arial"/>
              </a:defRPr>
            </a:lvl8pPr>
            <a:lvl9pPr algn="ctr">
              <a:defRPr sz="1350" b="0">
                <a:solidFill>
                  <a:srgbClr val="000000"/>
                </a:solidFill>
                <a:latin typeface="Arial"/>
                <a:ea typeface="Arial"/>
                <a:cs typeface="Arial"/>
              </a:defRPr>
            </a:lvl9pPr>
          </a:lstStyle>
          <a:p xmlns:a="http://schemas.openxmlformats.org/drawingml/2006/main">
            <a:pPr algn="ctr">
              <a:defRPr sz="1350" b="0">
                <a:solidFill>
                  <a:srgbClr val="000000"/>
                </a:solidFill>
                <a:latin typeface="Arial"/>
                <a:ea typeface="Arial"/>
                <a:cs typeface="Arial"/>
              </a:defRPr>
            </a:pPr>
            <a:r>
              <a:rPr sz="1350" b="0">
                <a:solidFill>
                  <a:srgbClr val="000000"/>
                </a:solidFill>
                <a:latin typeface="Arial"/>
                <a:ea typeface="Arial"/>
                <a:cs typeface="Arial"/>
              </a:rPr>
              <a:t>100</a:t>
            </a:r>
          </a:p>
        </p:txBody>
      </p:sp>
      <p:sp>
        <p:nvSpPr>
          <p:cNvPr id="154" name="(b) TMTM">
            <a:extLst xmlns:a="http://schemas.openxmlformats.org/drawingml/2006/main">
              <a:ext uri="{FF2B5EF4-FFF2-40B4-BE49-F238E27FC236}">
                <a16:creationId xmlns:a16="http://schemas.microsoft.com/office/drawing/2014/main" id="{8D40B6FA-E156-4954-9764-11F4D27812DC}"/>
              </a:ext>
            </a:extLst>
          </p:cNvPr>
          <p:cNvSpPr>
            <a:spLocks xmlns:a="http://schemas.openxmlformats.org/drawingml/2006/main" noGrp="1"/>
          </p:cNvSpPr>
          <p:nvPr/>
        </p:nvSpPr>
        <p:spPr>
          <a:xfrm xmlns:a="http://schemas.openxmlformats.org/drawingml/2006/main">
            <a:off x="609600" y="3067050"/>
            <a:ext cx="3143250" cy="2762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725" b="1">
                <a:solidFill>
                  <a:srgbClr val="000000"/>
                </a:solidFill>
                <a:latin typeface="Arial"/>
                <a:ea typeface="Arial"/>
                <a:cs typeface="Arial"/>
              </a:defRPr>
            </a:defPPr>
            <a:lvl1pPr algn="l">
              <a:defRPr sz="1725" b="1">
                <a:solidFill>
                  <a:srgbClr val="000000"/>
                </a:solidFill>
                <a:latin typeface="Arial"/>
                <a:ea typeface="Arial"/>
                <a:cs typeface="Arial"/>
              </a:defRPr>
            </a:lvl1pPr>
            <a:lvl2pPr algn="l">
              <a:defRPr sz="1725" b="1">
                <a:solidFill>
                  <a:srgbClr val="000000"/>
                </a:solidFill>
                <a:latin typeface="Arial"/>
                <a:ea typeface="Arial"/>
                <a:cs typeface="Arial"/>
              </a:defRPr>
            </a:lvl2pPr>
            <a:lvl3pPr algn="l">
              <a:defRPr sz="1725" b="1">
                <a:solidFill>
                  <a:srgbClr val="000000"/>
                </a:solidFill>
                <a:latin typeface="Arial"/>
                <a:ea typeface="Arial"/>
                <a:cs typeface="Arial"/>
              </a:defRPr>
            </a:lvl3pPr>
            <a:lvl4pPr algn="l">
              <a:defRPr sz="1725" b="1">
                <a:solidFill>
                  <a:srgbClr val="000000"/>
                </a:solidFill>
                <a:latin typeface="Arial"/>
                <a:ea typeface="Arial"/>
                <a:cs typeface="Arial"/>
              </a:defRPr>
            </a:lvl4pPr>
            <a:lvl5pPr algn="l">
              <a:defRPr sz="1725" b="1">
                <a:solidFill>
                  <a:srgbClr val="000000"/>
                </a:solidFill>
                <a:latin typeface="Arial"/>
                <a:ea typeface="Arial"/>
                <a:cs typeface="Arial"/>
              </a:defRPr>
            </a:lvl5pPr>
            <a:lvl6pPr algn="l">
              <a:defRPr sz="1725" b="1">
                <a:solidFill>
                  <a:srgbClr val="000000"/>
                </a:solidFill>
                <a:latin typeface="Arial"/>
                <a:ea typeface="Arial"/>
                <a:cs typeface="Arial"/>
              </a:defRPr>
            </a:lvl6pPr>
            <a:lvl7pPr algn="l">
              <a:defRPr sz="1725" b="1">
                <a:solidFill>
                  <a:srgbClr val="000000"/>
                </a:solidFill>
                <a:latin typeface="Arial"/>
                <a:ea typeface="Arial"/>
                <a:cs typeface="Arial"/>
              </a:defRPr>
            </a:lvl7pPr>
            <a:lvl8pPr algn="l">
              <a:defRPr sz="1725" b="1">
                <a:solidFill>
                  <a:srgbClr val="000000"/>
                </a:solidFill>
                <a:latin typeface="Arial"/>
                <a:ea typeface="Arial"/>
                <a:cs typeface="Arial"/>
              </a:defRPr>
            </a:lvl8pPr>
            <a:lvl9pPr algn="l">
              <a:defRPr sz="1725" b="1">
                <a:solidFill>
                  <a:srgbClr val="000000"/>
                </a:solidFill>
                <a:latin typeface="Arial"/>
                <a:ea typeface="Arial"/>
                <a:cs typeface="Arial"/>
              </a:defRPr>
            </a:lvl9pPr>
          </a:lstStyle>
          <a:p xmlns:a="http://schemas.openxmlformats.org/drawingml/2006/main">
            <a:pPr algn="l">
              <a:defRPr sz="1725" b="1">
                <a:solidFill>
                  <a:srgbClr val="000000"/>
                </a:solidFill>
                <a:latin typeface="Arial"/>
                <a:ea typeface="Arial"/>
                <a:cs typeface="Arial"/>
              </a:defRPr>
            </a:pPr>
            <a:r>
              <a:rPr sz="1725" b="1">
                <a:solidFill>
                  <a:srgbClr val="000000"/>
                </a:solidFill>
                <a:latin typeface="Arial"/>
                <a:ea typeface="Arial"/>
                <a:cs typeface="Arial"/>
              </a:rPr>
              <a:t>(b) TMTM</a:t>
            </a:r>
          </a:p>
        </p:txBody>
      </p:sp>
      <p:sp>
        <p:nvSpPr>
          <p:cNvPr id="155" name="Native map coordinate">
            <a:extLst xmlns:a="http://schemas.openxmlformats.org/drawingml/2006/main">
              <a:ext uri="{FF2B5EF4-FFF2-40B4-BE49-F238E27FC236}">
                <a16:creationId xmlns:a16="http://schemas.microsoft.com/office/drawing/2014/main" id="{1D02C4F9-5E31-4ED2-A4C6-CB2106B20DD0}"/>
              </a:ext>
            </a:extLst>
          </p:cNvPr>
          <p:cNvSpPr>
            <a:spLocks xmlns:a="http://schemas.openxmlformats.org/drawingml/2006/main" noGrp="1"/>
          </p:cNvSpPr>
          <p:nvPr/>
        </p:nvSpPr>
        <p:spPr>
          <a:xfrm xmlns:a="http://schemas.openxmlformats.org/drawingml/2006/main">
            <a:off x="609600" y="3324225"/>
            <a:ext cx="3143250" cy="2190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350" b="0">
                <a:solidFill>
                  <a:srgbClr val="000000"/>
                </a:solidFill>
                <a:latin typeface="Arial"/>
                <a:ea typeface="Arial"/>
                <a:cs typeface="Arial"/>
              </a:defRPr>
            </a:defPPr>
            <a:lvl1pPr algn="l">
              <a:defRPr sz="1350" b="0">
                <a:solidFill>
                  <a:srgbClr val="000000"/>
                </a:solidFill>
                <a:latin typeface="Arial"/>
                <a:ea typeface="Arial"/>
                <a:cs typeface="Arial"/>
              </a:defRPr>
            </a:lvl1pPr>
            <a:lvl2pPr algn="l">
              <a:defRPr sz="1350" b="0">
                <a:solidFill>
                  <a:srgbClr val="000000"/>
                </a:solidFill>
                <a:latin typeface="Arial"/>
                <a:ea typeface="Arial"/>
                <a:cs typeface="Arial"/>
              </a:defRPr>
            </a:lvl2pPr>
            <a:lvl3pPr algn="l">
              <a:defRPr sz="1350" b="0">
                <a:solidFill>
                  <a:srgbClr val="000000"/>
                </a:solidFill>
                <a:latin typeface="Arial"/>
                <a:ea typeface="Arial"/>
                <a:cs typeface="Arial"/>
              </a:defRPr>
            </a:lvl3pPr>
            <a:lvl4pPr algn="l">
              <a:defRPr sz="1350" b="0">
                <a:solidFill>
                  <a:srgbClr val="000000"/>
                </a:solidFill>
                <a:latin typeface="Arial"/>
                <a:ea typeface="Arial"/>
                <a:cs typeface="Arial"/>
              </a:defRPr>
            </a:lvl4pPr>
            <a:lvl5pPr algn="l">
              <a:defRPr sz="1350" b="0">
                <a:solidFill>
                  <a:srgbClr val="000000"/>
                </a:solidFill>
                <a:latin typeface="Arial"/>
                <a:ea typeface="Arial"/>
                <a:cs typeface="Arial"/>
              </a:defRPr>
            </a:lvl5pPr>
            <a:lvl6pPr algn="l">
              <a:defRPr sz="1350" b="0">
                <a:solidFill>
                  <a:srgbClr val="000000"/>
                </a:solidFill>
                <a:latin typeface="Arial"/>
                <a:ea typeface="Arial"/>
                <a:cs typeface="Arial"/>
              </a:defRPr>
            </a:lvl6pPr>
            <a:lvl7pPr algn="l">
              <a:defRPr sz="1350" b="0">
                <a:solidFill>
                  <a:srgbClr val="000000"/>
                </a:solidFill>
                <a:latin typeface="Arial"/>
                <a:ea typeface="Arial"/>
                <a:cs typeface="Arial"/>
              </a:defRPr>
            </a:lvl7pPr>
            <a:lvl8pPr algn="l">
              <a:defRPr sz="1350" b="0">
                <a:solidFill>
                  <a:srgbClr val="000000"/>
                </a:solidFill>
                <a:latin typeface="Arial"/>
                <a:ea typeface="Arial"/>
                <a:cs typeface="Arial"/>
              </a:defRPr>
            </a:lvl8pPr>
            <a:lvl9pPr algn="l">
              <a:defRPr sz="1350" b="0">
                <a:solidFill>
                  <a:srgbClr val="000000"/>
                </a:solidFill>
                <a:latin typeface="Arial"/>
                <a:ea typeface="Arial"/>
                <a:cs typeface="Arial"/>
              </a:defRPr>
            </a:lvl9pPr>
          </a:lstStyle>
          <a:p xmlns:a="http://schemas.openxmlformats.org/drawingml/2006/main">
            <a:pPr algn="l">
              <a:defRPr sz="1350" b="0">
                <a:solidFill>
                  <a:srgbClr val="000000"/>
                </a:solidFill>
                <a:latin typeface="Arial"/>
                <a:ea typeface="Arial"/>
                <a:cs typeface="Arial"/>
              </a:defRPr>
            </a:pPr>
            <a:r>
              <a:rPr sz="1350" b="0">
                <a:solidFill>
                  <a:srgbClr val="000000"/>
                </a:solidFill>
                <a:latin typeface="Arial"/>
                <a:ea typeface="Arial"/>
                <a:cs typeface="Arial"/>
              </a:rPr>
              <a:t>Native map coordinate</a:t>
            </a:r>
          </a:p>
        </p:txBody>
      </p:sp>
      <p:pic>
        <p:nvPicPr>
          <p:cNvPr id="156" name="">
            <a:extLst xmlns:a="http://schemas.openxmlformats.org/drawingml/2006/main">
              <a:ext uri="{FF2B5EF4-FFF2-40B4-BE49-F238E27FC236}">
                <a16:creationId xmlns:a16="http://schemas.microsoft.com/office/drawing/2014/main" id="{164D5EFA-3CCA-47B3-8FD8-EF26BB1F4238}"/>
              </a:ext>
            </a:extLst>
          </p:cNvPr>
          <p:cNvPicPr>
            <a:picLocks xmlns:a="http://schemas.openxmlformats.org/drawingml/2006/main" noChangeAspect="1"/>
          </p:cNvPicPr>
          <p:nvPr/>
        </p:nvPicPr>
        <p:blipFill>
          <a:blip xmlns:r="http://schemas.openxmlformats.org/officeDocument/2006/relationships" xmlns:a="http://schemas.openxmlformats.org/drawingml/2006/main" r:embed="Rb011c2de608f4d09"/>
          <a:stretch xmlns:a="http://schemas.openxmlformats.org/drawingml/2006/main"/>
        </p:blipFill>
        <p:spPr>
          <a:xfrm xmlns:a="http://schemas.openxmlformats.org/drawingml/2006/main">
            <a:off x="609600" y="3552825"/>
            <a:ext cx="3143250" cy="1809750"/>
          </a:xfrm>
          <a:prstGeom xmlns:a="http://schemas.openxmlformats.org/drawingml/2006/main" prst="rect">
            <a:avLst/>
          </a:prstGeom>
        </p:spPr>
      </p:pic>
      <p:sp>
        <p:nvSpPr>
          <p:cNvPr id="157" name="Snapshot time guide 12">
            <a:extLst xmlns:a="http://schemas.openxmlformats.org/drawingml/2006/main">
              <a:ext uri="{FF2B5EF4-FFF2-40B4-BE49-F238E27FC236}">
                <a16:creationId xmlns:a16="http://schemas.microsoft.com/office/drawing/2014/main" id="{2627A5DD-DBB9-45B9-AF50-FCDE7E680187}"/>
              </a:ext>
            </a:extLst>
          </p:cNvPr>
          <p:cNvSpPr>
            <a:spLocks xmlns:a="http://schemas.openxmlformats.org/drawingml/2006/main" noGrp="1"/>
          </p:cNvSpPr>
          <p:nvPr/>
        </p:nvSpPr>
        <p:spPr>
          <a:xfrm xmlns:a="http://schemas.openxmlformats.org/drawingml/2006/main">
            <a:off x="1208314" y="3552825"/>
            <a:ext cx="95" cy="1809750"/>
          </a:xfrm>
          <a:custGeom xmlns:a="http://schemas.openxmlformats.org/drawingml/2006/main">
            <a:pathLst>
              <a:path w="95" h="1809750">
                <a:moveTo>
                  <a:pt x="0" y="1809750"/>
                </a:moveTo>
                <a:lnTo>
                  <a:pt x="0" y="0"/>
                </a:lnTo>
              </a:path>
            </a:pathLst>
          </a:custGeom>
          <a:noFill xmlns:a="http://schemas.openxmlformats.org/drawingml/2006/main"/>
          <a:ln xmlns:a="http://schemas.openxmlformats.org/drawingml/2006/main" w="5715">
            <a:solidFill>
              <a:srgbClr val="91ADB2"/>
            </a:solidFill>
            <a:prstDash val="dash"/>
          </a:ln>
        </p:spPr>
      </p:sp>
      <p:sp>
        <p:nvSpPr>
          <p:cNvPr id="158" name="Snapshot time guide 25">
            <a:extLst xmlns:a="http://schemas.openxmlformats.org/drawingml/2006/main">
              <a:ext uri="{FF2B5EF4-FFF2-40B4-BE49-F238E27FC236}">
                <a16:creationId xmlns:a16="http://schemas.microsoft.com/office/drawing/2014/main" id="{F062DAA2-79D9-4203-A032-E65812AA4D1D}"/>
              </a:ext>
            </a:extLst>
          </p:cNvPr>
          <p:cNvSpPr>
            <a:spLocks xmlns:a="http://schemas.openxmlformats.org/drawingml/2006/main" noGrp="1"/>
          </p:cNvSpPr>
          <p:nvPr/>
        </p:nvSpPr>
        <p:spPr>
          <a:xfrm xmlns:a="http://schemas.openxmlformats.org/drawingml/2006/main">
            <a:off x="1856921" y="3552825"/>
            <a:ext cx="95" cy="1809750"/>
          </a:xfrm>
          <a:custGeom xmlns:a="http://schemas.openxmlformats.org/drawingml/2006/main">
            <a:pathLst>
              <a:path w="95" h="1809750">
                <a:moveTo>
                  <a:pt x="0" y="1809750"/>
                </a:moveTo>
                <a:lnTo>
                  <a:pt x="0" y="0"/>
                </a:lnTo>
              </a:path>
            </a:pathLst>
          </a:custGeom>
          <a:noFill xmlns:a="http://schemas.openxmlformats.org/drawingml/2006/main"/>
          <a:ln xmlns:a="http://schemas.openxmlformats.org/drawingml/2006/main" w="5715">
            <a:solidFill>
              <a:srgbClr val="91ADB2"/>
            </a:solidFill>
            <a:prstDash val="dash"/>
          </a:ln>
        </p:spPr>
      </p:sp>
      <p:sp>
        <p:nvSpPr>
          <p:cNvPr id="159" name="Snapshot time guide 38">
            <a:extLst xmlns:a="http://schemas.openxmlformats.org/drawingml/2006/main">
              <a:ext uri="{FF2B5EF4-FFF2-40B4-BE49-F238E27FC236}">
                <a16:creationId xmlns:a16="http://schemas.microsoft.com/office/drawing/2014/main" id="{E74B37E6-2E5C-49BD-BD1D-457B1C053F54}"/>
              </a:ext>
            </a:extLst>
          </p:cNvPr>
          <p:cNvSpPr>
            <a:spLocks xmlns:a="http://schemas.openxmlformats.org/drawingml/2006/main" noGrp="1"/>
          </p:cNvSpPr>
          <p:nvPr/>
        </p:nvSpPr>
        <p:spPr>
          <a:xfrm xmlns:a="http://schemas.openxmlformats.org/drawingml/2006/main">
            <a:off x="2505529" y="3552825"/>
            <a:ext cx="95" cy="1809750"/>
          </a:xfrm>
          <a:custGeom xmlns:a="http://schemas.openxmlformats.org/drawingml/2006/main">
            <a:pathLst>
              <a:path w="95" h="1809750">
                <a:moveTo>
                  <a:pt x="0" y="1809750"/>
                </a:moveTo>
                <a:lnTo>
                  <a:pt x="0" y="0"/>
                </a:lnTo>
              </a:path>
            </a:pathLst>
          </a:custGeom>
          <a:noFill xmlns:a="http://schemas.openxmlformats.org/drawingml/2006/main"/>
          <a:ln xmlns:a="http://schemas.openxmlformats.org/drawingml/2006/main" w="5715">
            <a:solidFill>
              <a:srgbClr val="91ADB2"/>
            </a:solidFill>
            <a:prstDash val="dash"/>
          </a:ln>
        </p:spPr>
      </p:sp>
      <p:sp>
        <p:nvSpPr>
          <p:cNvPr id="160" name="Snapshot time guide 51">
            <a:extLst xmlns:a="http://schemas.openxmlformats.org/drawingml/2006/main">
              <a:ext uri="{FF2B5EF4-FFF2-40B4-BE49-F238E27FC236}">
                <a16:creationId xmlns:a16="http://schemas.microsoft.com/office/drawing/2014/main" id="{624E03CB-6ED6-44C0-A13C-DA40FFB954BE}"/>
              </a:ext>
            </a:extLst>
          </p:cNvPr>
          <p:cNvSpPr>
            <a:spLocks xmlns:a="http://schemas.openxmlformats.org/drawingml/2006/main" noGrp="1"/>
          </p:cNvSpPr>
          <p:nvPr/>
        </p:nvSpPr>
        <p:spPr>
          <a:xfrm xmlns:a="http://schemas.openxmlformats.org/drawingml/2006/main">
            <a:off x="3154136" y="3552825"/>
            <a:ext cx="95" cy="1809750"/>
          </a:xfrm>
          <a:custGeom xmlns:a="http://schemas.openxmlformats.org/drawingml/2006/main">
            <a:pathLst>
              <a:path w="95" h="1809750">
                <a:moveTo>
                  <a:pt x="0" y="1809750"/>
                </a:moveTo>
                <a:lnTo>
                  <a:pt x="0" y="0"/>
                </a:lnTo>
              </a:path>
            </a:pathLst>
          </a:custGeom>
          <a:noFill xmlns:a="http://schemas.openxmlformats.org/drawingml/2006/main"/>
          <a:ln xmlns:a="http://schemas.openxmlformats.org/drawingml/2006/main" w="5715">
            <a:solidFill>
              <a:srgbClr val="91ADB2"/>
            </a:solidFill>
            <a:prstDash val="dash"/>
          </a:ln>
        </p:spPr>
      </p:sp>
      <p:sp>
        <p:nvSpPr>
          <p:cNvPr id="161" name="TMTM A black label">
            <a:extLst xmlns:a="http://schemas.openxmlformats.org/drawingml/2006/main">
              <a:ext uri="{FF2B5EF4-FFF2-40B4-BE49-F238E27FC236}">
                <a16:creationId xmlns:a16="http://schemas.microsoft.com/office/drawing/2014/main" id="{ECC0FA07-E4A6-4A37-B373-07F656E025A1}"/>
              </a:ext>
            </a:extLst>
          </p:cNvPr>
          <p:cNvSpPr>
            <a:spLocks xmlns:a="http://schemas.openxmlformats.org/drawingml/2006/main" noGrp="1"/>
          </p:cNvSpPr>
          <p:nvPr/>
        </p:nvSpPr>
        <p:spPr>
          <a:xfrm xmlns:a="http://schemas.openxmlformats.org/drawingml/2006/main">
            <a:off x="3829050" y="4670866"/>
            <a:ext cx="257175"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575" b="1">
                <a:solidFill>
                  <a:srgbClr val="000000"/>
                </a:solidFill>
                <a:latin typeface="Arial"/>
                <a:ea typeface="Arial"/>
                <a:cs typeface="Arial"/>
              </a:defRPr>
            </a:defPPr>
            <a:lvl1pPr algn="l">
              <a:defRPr sz="1575" b="1">
                <a:solidFill>
                  <a:srgbClr val="000000"/>
                </a:solidFill>
                <a:latin typeface="Arial"/>
                <a:ea typeface="Arial"/>
                <a:cs typeface="Arial"/>
              </a:defRPr>
            </a:lvl1pPr>
            <a:lvl2pPr algn="l">
              <a:defRPr sz="1575" b="1">
                <a:solidFill>
                  <a:srgbClr val="000000"/>
                </a:solidFill>
                <a:latin typeface="Arial"/>
                <a:ea typeface="Arial"/>
                <a:cs typeface="Arial"/>
              </a:defRPr>
            </a:lvl2pPr>
            <a:lvl3pPr algn="l">
              <a:defRPr sz="1575" b="1">
                <a:solidFill>
                  <a:srgbClr val="000000"/>
                </a:solidFill>
                <a:latin typeface="Arial"/>
                <a:ea typeface="Arial"/>
                <a:cs typeface="Arial"/>
              </a:defRPr>
            </a:lvl3pPr>
            <a:lvl4pPr algn="l">
              <a:defRPr sz="1575" b="1">
                <a:solidFill>
                  <a:srgbClr val="000000"/>
                </a:solidFill>
                <a:latin typeface="Arial"/>
                <a:ea typeface="Arial"/>
                <a:cs typeface="Arial"/>
              </a:defRPr>
            </a:lvl4pPr>
            <a:lvl5pPr algn="l">
              <a:defRPr sz="1575" b="1">
                <a:solidFill>
                  <a:srgbClr val="000000"/>
                </a:solidFill>
                <a:latin typeface="Arial"/>
                <a:ea typeface="Arial"/>
                <a:cs typeface="Arial"/>
              </a:defRPr>
            </a:lvl5pPr>
            <a:lvl6pPr algn="l">
              <a:defRPr sz="1575" b="1">
                <a:solidFill>
                  <a:srgbClr val="000000"/>
                </a:solidFill>
                <a:latin typeface="Arial"/>
                <a:ea typeface="Arial"/>
                <a:cs typeface="Arial"/>
              </a:defRPr>
            </a:lvl6pPr>
            <a:lvl7pPr algn="l">
              <a:defRPr sz="1575" b="1">
                <a:solidFill>
                  <a:srgbClr val="000000"/>
                </a:solidFill>
                <a:latin typeface="Arial"/>
                <a:ea typeface="Arial"/>
                <a:cs typeface="Arial"/>
              </a:defRPr>
            </a:lvl7pPr>
            <a:lvl8pPr algn="l">
              <a:defRPr sz="1575" b="1">
                <a:solidFill>
                  <a:srgbClr val="000000"/>
                </a:solidFill>
                <a:latin typeface="Arial"/>
                <a:ea typeface="Arial"/>
                <a:cs typeface="Arial"/>
              </a:defRPr>
            </a:lvl8pPr>
            <a:lvl9pPr algn="l">
              <a:defRPr sz="1575" b="1">
                <a:solidFill>
                  <a:srgbClr val="000000"/>
                </a:solidFill>
                <a:latin typeface="Arial"/>
                <a:ea typeface="Arial"/>
                <a:cs typeface="Arial"/>
              </a:defRPr>
            </a:lvl9pPr>
          </a:lstStyle>
          <a:p xmlns:a="http://schemas.openxmlformats.org/drawingml/2006/main">
            <a:pPr algn="l">
              <a:defRPr sz="1575" b="1">
                <a:solidFill>
                  <a:srgbClr val="000000"/>
                </a:solidFill>
                <a:latin typeface="Arial"/>
                <a:ea typeface="Arial"/>
                <a:cs typeface="Arial"/>
              </a:defRPr>
            </a:pPr>
            <a:r>
              <a:rPr sz="1575" b="1">
                <a:solidFill>
                  <a:srgbClr val="000000"/>
                </a:solidFill>
                <a:latin typeface="Arial"/>
                <a:ea typeface="Arial"/>
                <a:cs typeface="Arial"/>
              </a:rPr>
              <a:t>A</a:t>
            </a:r>
          </a:p>
        </p:txBody>
      </p:sp>
      <p:sp>
        <p:nvSpPr>
          <p:cNvPr id="162" name="TMTM B black label">
            <a:extLst xmlns:a="http://schemas.openxmlformats.org/drawingml/2006/main">
              <a:ext uri="{FF2B5EF4-FFF2-40B4-BE49-F238E27FC236}">
                <a16:creationId xmlns:a16="http://schemas.microsoft.com/office/drawing/2014/main" id="{7A699F9A-56B4-47EE-BEDD-FD87315E84A4}"/>
              </a:ext>
            </a:extLst>
          </p:cNvPr>
          <p:cNvSpPr>
            <a:spLocks xmlns:a="http://schemas.openxmlformats.org/drawingml/2006/main" noGrp="1"/>
          </p:cNvSpPr>
          <p:nvPr/>
        </p:nvSpPr>
        <p:spPr>
          <a:xfrm xmlns:a="http://schemas.openxmlformats.org/drawingml/2006/main">
            <a:off x="3829050" y="4333875"/>
            <a:ext cx="257175"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575" b="1">
                <a:solidFill>
                  <a:srgbClr val="000000"/>
                </a:solidFill>
                <a:latin typeface="Arial"/>
                <a:ea typeface="Arial"/>
                <a:cs typeface="Arial"/>
              </a:defRPr>
            </a:defPPr>
            <a:lvl1pPr algn="l">
              <a:defRPr sz="1575" b="1">
                <a:solidFill>
                  <a:srgbClr val="000000"/>
                </a:solidFill>
                <a:latin typeface="Arial"/>
                <a:ea typeface="Arial"/>
                <a:cs typeface="Arial"/>
              </a:defRPr>
            </a:lvl1pPr>
            <a:lvl2pPr algn="l">
              <a:defRPr sz="1575" b="1">
                <a:solidFill>
                  <a:srgbClr val="000000"/>
                </a:solidFill>
                <a:latin typeface="Arial"/>
                <a:ea typeface="Arial"/>
                <a:cs typeface="Arial"/>
              </a:defRPr>
            </a:lvl2pPr>
            <a:lvl3pPr algn="l">
              <a:defRPr sz="1575" b="1">
                <a:solidFill>
                  <a:srgbClr val="000000"/>
                </a:solidFill>
                <a:latin typeface="Arial"/>
                <a:ea typeface="Arial"/>
                <a:cs typeface="Arial"/>
              </a:defRPr>
            </a:lvl3pPr>
            <a:lvl4pPr algn="l">
              <a:defRPr sz="1575" b="1">
                <a:solidFill>
                  <a:srgbClr val="000000"/>
                </a:solidFill>
                <a:latin typeface="Arial"/>
                <a:ea typeface="Arial"/>
                <a:cs typeface="Arial"/>
              </a:defRPr>
            </a:lvl4pPr>
            <a:lvl5pPr algn="l">
              <a:defRPr sz="1575" b="1">
                <a:solidFill>
                  <a:srgbClr val="000000"/>
                </a:solidFill>
                <a:latin typeface="Arial"/>
                <a:ea typeface="Arial"/>
                <a:cs typeface="Arial"/>
              </a:defRPr>
            </a:lvl5pPr>
            <a:lvl6pPr algn="l">
              <a:defRPr sz="1575" b="1">
                <a:solidFill>
                  <a:srgbClr val="000000"/>
                </a:solidFill>
                <a:latin typeface="Arial"/>
                <a:ea typeface="Arial"/>
                <a:cs typeface="Arial"/>
              </a:defRPr>
            </a:lvl6pPr>
            <a:lvl7pPr algn="l">
              <a:defRPr sz="1575" b="1">
                <a:solidFill>
                  <a:srgbClr val="000000"/>
                </a:solidFill>
                <a:latin typeface="Arial"/>
                <a:ea typeface="Arial"/>
                <a:cs typeface="Arial"/>
              </a:defRPr>
            </a:lvl7pPr>
            <a:lvl8pPr algn="l">
              <a:defRPr sz="1575" b="1">
                <a:solidFill>
                  <a:srgbClr val="000000"/>
                </a:solidFill>
                <a:latin typeface="Arial"/>
                <a:ea typeface="Arial"/>
                <a:cs typeface="Arial"/>
              </a:defRPr>
            </a:lvl8pPr>
            <a:lvl9pPr algn="l">
              <a:defRPr sz="1575" b="1">
                <a:solidFill>
                  <a:srgbClr val="000000"/>
                </a:solidFill>
                <a:latin typeface="Arial"/>
                <a:ea typeface="Arial"/>
                <a:cs typeface="Arial"/>
              </a:defRPr>
            </a:lvl9pPr>
          </a:lstStyle>
          <a:p xmlns:a="http://schemas.openxmlformats.org/drawingml/2006/main">
            <a:pPr algn="l">
              <a:defRPr sz="1575" b="1">
                <a:solidFill>
                  <a:srgbClr val="000000"/>
                </a:solidFill>
                <a:latin typeface="Arial"/>
                <a:ea typeface="Arial"/>
                <a:cs typeface="Arial"/>
              </a:defRPr>
            </a:pPr>
            <a:r>
              <a:rPr sz="1575" b="1">
                <a:solidFill>
                  <a:srgbClr val="000000"/>
                </a:solidFill>
                <a:latin typeface="Arial"/>
                <a:ea typeface="Arial"/>
                <a:cs typeface="Arial"/>
              </a:rPr>
              <a:t>B</a:t>
            </a:r>
          </a:p>
        </p:txBody>
      </p:sp>
      <p:sp>
        <p:nvSpPr>
          <p:cNvPr id="163" name="TMTM C black label">
            <a:extLst xmlns:a="http://schemas.openxmlformats.org/drawingml/2006/main">
              <a:ext uri="{FF2B5EF4-FFF2-40B4-BE49-F238E27FC236}">
                <a16:creationId xmlns:a16="http://schemas.microsoft.com/office/drawing/2014/main" id="{5837A64F-052C-4217-87F5-5ADACD7F70CE}"/>
              </a:ext>
            </a:extLst>
          </p:cNvPr>
          <p:cNvSpPr>
            <a:spLocks xmlns:a="http://schemas.openxmlformats.org/drawingml/2006/main" noGrp="1"/>
          </p:cNvSpPr>
          <p:nvPr/>
        </p:nvSpPr>
        <p:spPr>
          <a:xfrm xmlns:a="http://schemas.openxmlformats.org/drawingml/2006/main">
            <a:off x="3829050" y="3996385"/>
            <a:ext cx="257175"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575" b="1">
                <a:solidFill>
                  <a:srgbClr val="000000"/>
                </a:solidFill>
                <a:latin typeface="Arial"/>
                <a:ea typeface="Arial"/>
                <a:cs typeface="Arial"/>
              </a:defRPr>
            </a:defPPr>
            <a:lvl1pPr algn="l">
              <a:defRPr sz="1575" b="1">
                <a:solidFill>
                  <a:srgbClr val="000000"/>
                </a:solidFill>
                <a:latin typeface="Arial"/>
                <a:ea typeface="Arial"/>
                <a:cs typeface="Arial"/>
              </a:defRPr>
            </a:lvl1pPr>
            <a:lvl2pPr algn="l">
              <a:defRPr sz="1575" b="1">
                <a:solidFill>
                  <a:srgbClr val="000000"/>
                </a:solidFill>
                <a:latin typeface="Arial"/>
                <a:ea typeface="Arial"/>
                <a:cs typeface="Arial"/>
              </a:defRPr>
            </a:lvl2pPr>
            <a:lvl3pPr algn="l">
              <a:defRPr sz="1575" b="1">
                <a:solidFill>
                  <a:srgbClr val="000000"/>
                </a:solidFill>
                <a:latin typeface="Arial"/>
                <a:ea typeface="Arial"/>
                <a:cs typeface="Arial"/>
              </a:defRPr>
            </a:lvl3pPr>
            <a:lvl4pPr algn="l">
              <a:defRPr sz="1575" b="1">
                <a:solidFill>
                  <a:srgbClr val="000000"/>
                </a:solidFill>
                <a:latin typeface="Arial"/>
                <a:ea typeface="Arial"/>
                <a:cs typeface="Arial"/>
              </a:defRPr>
            </a:lvl4pPr>
            <a:lvl5pPr algn="l">
              <a:defRPr sz="1575" b="1">
                <a:solidFill>
                  <a:srgbClr val="000000"/>
                </a:solidFill>
                <a:latin typeface="Arial"/>
                <a:ea typeface="Arial"/>
                <a:cs typeface="Arial"/>
              </a:defRPr>
            </a:lvl5pPr>
            <a:lvl6pPr algn="l">
              <a:defRPr sz="1575" b="1">
                <a:solidFill>
                  <a:srgbClr val="000000"/>
                </a:solidFill>
                <a:latin typeface="Arial"/>
                <a:ea typeface="Arial"/>
                <a:cs typeface="Arial"/>
              </a:defRPr>
            </a:lvl6pPr>
            <a:lvl7pPr algn="l">
              <a:defRPr sz="1575" b="1">
                <a:solidFill>
                  <a:srgbClr val="000000"/>
                </a:solidFill>
                <a:latin typeface="Arial"/>
                <a:ea typeface="Arial"/>
                <a:cs typeface="Arial"/>
              </a:defRPr>
            </a:lvl7pPr>
            <a:lvl8pPr algn="l">
              <a:defRPr sz="1575" b="1">
                <a:solidFill>
                  <a:srgbClr val="000000"/>
                </a:solidFill>
                <a:latin typeface="Arial"/>
                <a:ea typeface="Arial"/>
                <a:cs typeface="Arial"/>
              </a:defRPr>
            </a:lvl8pPr>
            <a:lvl9pPr algn="l">
              <a:defRPr sz="1575" b="1">
                <a:solidFill>
                  <a:srgbClr val="000000"/>
                </a:solidFill>
                <a:latin typeface="Arial"/>
                <a:ea typeface="Arial"/>
                <a:cs typeface="Arial"/>
              </a:defRPr>
            </a:lvl9pPr>
          </a:lstStyle>
          <a:p xmlns:a="http://schemas.openxmlformats.org/drawingml/2006/main">
            <a:pPr algn="l">
              <a:defRPr sz="1575" b="1">
                <a:solidFill>
                  <a:srgbClr val="000000"/>
                </a:solidFill>
                <a:latin typeface="Arial"/>
                <a:ea typeface="Arial"/>
                <a:cs typeface="Arial"/>
              </a:defRPr>
            </a:pPr>
            <a:r>
              <a:rPr sz="1575" b="1">
                <a:solidFill>
                  <a:srgbClr val="000000"/>
                </a:solidFill>
                <a:latin typeface="Arial"/>
                <a:ea typeface="Arial"/>
                <a:cs typeface="Arial"/>
              </a:rPr>
              <a:t>C</a:t>
            </a:r>
          </a:p>
        </p:txBody>
      </p:sp>
      <p:sp>
        <p:nvSpPr>
          <p:cNvPr id="164" name="Scientific domain frame">
            <a:extLst xmlns:a="http://schemas.openxmlformats.org/drawingml/2006/main">
              <a:ext uri="{FF2B5EF4-FFF2-40B4-BE49-F238E27FC236}">
                <a16:creationId xmlns:a16="http://schemas.microsoft.com/office/drawing/2014/main" id="{0EDD59D2-E28C-49A3-81BC-1C784714FD7A}"/>
              </a:ext>
            </a:extLst>
          </p:cNvPr>
          <p:cNvSpPr>
            <a:spLocks xmlns:a="http://schemas.openxmlformats.org/drawingml/2006/main" noGrp="1"/>
          </p:cNvSpPr>
          <p:nvPr/>
        </p:nvSpPr>
        <p:spPr>
          <a:xfrm xmlns:a="http://schemas.openxmlformats.org/drawingml/2006/main">
            <a:off x="609600" y="3552825"/>
            <a:ext cx="3143250" cy="1809750"/>
          </a:xfrm>
          <a:prstGeom xmlns:a="http://schemas.openxmlformats.org/drawingml/2006/main" prst="rect">
            <a:avLst/>
          </a:prstGeom>
          <a:noFill xmlns:a="http://schemas.openxmlformats.org/drawingml/2006/main"/>
          <a:ln xmlns:a="http://schemas.openxmlformats.org/drawingml/2006/main" w="7620">
            <a:solidFill>
              <a:srgbClr val="000000"/>
            </a:solidFill>
          </a:ln>
        </p:spPr>
      </p:sp>
      <p:sp>
        <p:nvSpPr>
          <p:cNvPr id="165" name="Scientific line">
            <a:extLst xmlns:a="http://schemas.openxmlformats.org/drawingml/2006/main">
              <a:ext uri="{FF2B5EF4-FFF2-40B4-BE49-F238E27FC236}">
                <a16:creationId xmlns:a16="http://schemas.microsoft.com/office/drawing/2014/main" id="{AD575D0F-A1EC-42D5-B539-5E0D9D55CC83}"/>
              </a:ext>
            </a:extLst>
          </p:cNvPr>
          <p:cNvSpPr>
            <a:spLocks xmlns:a="http://schemas.openxmlformats.org/drawingml/2006/main" noGrp="1"/>
          </p:cNvSpPr>
          <p:nvPr/>
        </p:nvSpPr>
        <p:spPr>
          <a:xfrm xmlns:a="http://schemas.openxmlformats.org/drawingml/2006/main">
            <a:off x="609600" y="5362575"/>
            <a:ext cx="95" cy="47625"/>
          </a:xfrm>
          <a:custGeom xmlns:a="http://schemas.openxmlformats.org/drawingml/2006/main">
            <a:pathLst>
              <a:path w="95" h="47625">
                <a:moveTo>
                  <a:pt x="0" y="0"/>
                </a:moveTo>
                <a:lnTo>
                  <a:pt x="0" y="47625"/>
                </a:lnTo>
              </a:path>
            </a:pathLst>
          </a:custGeom>
          <a:noFill xmlns:a="http://schemas.openxmlformats.org/drawingml/2006/main"/>
          <a:ln xmlns:a="http://schemas.openxmlformats.org/drawingml/2006/main" w="9525">
            <a:solidFill>
              <a:srgbClr val="000000"/>
            </a:solidFill>
            <a:prstDash val="solid"/>
          </a:ln>
        </p:spPr>
      </p:sp>
      <p:sp>
        <p:nvSpPr>
          <p:cNvPr id="166" name="0">
            <a:extLst xmlns:a="http://schemas.openxmlformats.org/drawingml/2006/main">
              <a:ext uri="{FF2B5EF4-FFF2-40B4-BE49-F238E27FC236}">
                <a16:creationId xmlns:a16="http://schemas.microsoft.com/office/drawing/2014/main" id="{B8CE509A-B06C-4F2B-A4B7-407775157C99}"/>
              </a:ext>
            </a:extLst>
          </p:cNvPr>
          <p:cNvSpPr>
            <a:spLocks xmlns:a="http://schemas.openxmlformats.org/drawingml/2006/main" noGrp="1"/>
          </p:cNvSpPr>
          <p:nvPr/>
        </p:nvSpPr>
        <p:spPr>
          <a:xfrm xmlns:a="http://schemas.openxmlformats.org/drawingml/2006/main">
            <a:off x="400050" y="5419725"/>
            <a:ext cx="41910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350" b="0">
                <a:solidFill>
                  <a:srgbClr val="000000"/>
                </a:solidFill>
                <a:latin typeface="Arial"/>
                <a:ea typeface="Arial"/>
                <a:cs typeface="Arial"/>
              </a:defRPr>
            </a:defPPr>
            <a:lvl1pPr algn="ctr">
              <a:defRPr sz="1350" b="0">
                <a:solidFill>
                  <a:srgbClr val="000000"/>
                </a:solidFill>
                <a:latin typeface="Arial"/>
                <a:ea typeface="Arial"/>
                <a:cs typeface="Arial"/>
              </a:defRPr>
            </a:lvl1pPr>
            <a:lvl2pPr algn="ctr">
              <a:defRPr sz="1350" b="0">
                <a:solidFill>
                  <a:srgbClr val="000000"/>
                </a:solidFill>
                <a:latin typeface="Arial"/>
                <a:ea typeface="Arial"/>
                <a:cs typeface="Arial"/>
              </a:defRPr>
            </a:lvl2pPr>
            <a:lvl3pPr algn="ctr">
              <a:defRPr sz="1350" b="0">
                <a:solidFill>
                  <a:srgbClr val="000000"/>
                </a:solidFill>
                <a:latin typeface="Arial"/>
                <a:ea typeface="Arial"/>
                <a:cs typeface="Arial"/>
              </a:defRPr>
            </a:lvl3pPr>
            <a:lvl4pPr algn="ctr">
              <a:defRPr sz="1350" b="0">
                <a:solidFill>
                  <a:srgbClr val="000000"/>
                </a:solidFill>
                <a:latin typeface="Arial"/>
                <a:ea typeface="Arial"/>
                <a:cs typeface="Arial"/>
              </a:defRPr>
            </a:lvl4pPr>
            <a:lvl5pPr algn="ctr">
              <a:defRPr sz="1350" b="0">
                <a:solidFill>
                  <a:srgbClr val="000000"/>
                </a:solidFill>
                <a:latin typeface="Arial"/>
                <a:ea typeface="Arial"/>
                <a:cs typeface="Arial"/>
              </a:defRPr>
            </a:lvl5pPr>
            <a:lvl6pPr algn="ctr">
              <a:defRPr sz="1350" b="0">
                <a:solidFill>
                  <a:srgbClr val="000000"/>
                </a:solidFill>
                <a:latin typeface="Arial"/>
                <a:ea typeface="Arial"/>
                <a:cs typeface="Arial"/>
              </a:defRPr>
            </a:lvl6pPr>
            <a:lvl7pPr algn="ctr">
              <a:defRPr sz="1350" b="0">
                <a:solidFill>
                  <a:srgbClr val="000000"/>
                </a:solidFill>
                <a:latin typeface="Arial"/>
                <a:ea typeface="Arial"/>
                <a:cs typeface="Arial"/>
              </a:defRPr>
            </a:lvl7pPr>
            <a:lvl8pPr algn="ctr">
              <a:defRPr sz="1350" b="0">
                <a:solidFill>
                  <a:srgbClr val="000000"/>
                </a:solidFill>
                <a:latin typeface="Arial"/>
                <a:ea typeface="Arial"/>
                <a:cs typeface="Arial"/>
              </a:defRPr>
            </a:lvl8pPr>
            <a:lvl9pPr algn="ctr">
              <a:defRPr sz="1350" b="0">
                <a:solidFill>
                  <a:srgbClr val="000000"/>
                </a:solidFill>
                <a:latin typeface="Arial"/>
                <a:ea typeface="Arial"/>
                <a:cs typeface="Arial"/>
              </a:defRPr>
            </a:lvl9pPr>
          </a:lstStyle>
          <a:p xmlns:a="http://schemas.openxmlformats.org/drawingml/2006/main">
            <a:pPr algn="ctr">
              <a:defRPr sz="1350" b="0">
                <a:solidFill>
                  <a:srgbClr val="000000"/>
                </a:solidFill>
                <a:latin typeface="Arial"/>
                <a:ea typeface="Arial"/>
                <a:cs typeface="Arial"/>
              </a:defRPr>
            </a:pPr>
            <a:r>
              <a:rPr sz="1350" b="0">
                <a:solidFill>
                  <a:srgbClr val="000000"/>
                </a:solidFill>
                <a:latin typeface="Arial"/>
                <a:ea typeface="Arial"/>
                <a:cs typeface="Arial"/>
              </a:rPr>
              <a:t>0</a:t>
            </a:r>
          </a:p>
        </p:txBody>
      </p:sp>
      <p:sp>
        <p:nvSpPr>
          <p:cNvPr id="167" name="Scientific line">
            <a:extLst xmlns:a="http://schemas.openxmlformats.org/drawingml/2006/main">
              <a:ext uri="{FF2B5EF4-FFF2-40B4-BE49-F238E27FC236}">
                <a16:creationId xmlns:a16="http://schemas.microsoft.com/office/drawing/2014/main" id="{9A5D6FC7-EFB7-4D11-8DDA-EC6DC6106D9D}"/>
              </a:ext>
            </a:extLst>
          </p:cNvPr>
          <p:cNvSpPr>
            <a:spLocks xmlns:a="http://schemas.openxmlformats.org/drawingml/2006/main" noGrp="1"/>
          </p:cNvSpPr>
          <p:nvPr/>
        </p:nvSpPr>
        <p:spPr>
          <a:xfrm xmlns:a="http://schemas.openxmlformats.org/drawingml/2006/main">
            <a:off x="1208314" y="5362575"/>
            <a:ext cx="95" cy="47625"/>
          </a:xfrm>
          <a:custGeom xmlns:a="http://schemas.openxmlformats.org/drawingml/2006/main">
            <a:pathLst>
              <a:path w="95" h="47625">
                <a:moveTo>
                  <a:pt x="0" y="0"/>
                </a:moveTo>
                <a:lnTo>
                  <a:pt x="0" y="47625"/>
                </a:lnTo>
              </a:path>
            </a:pathLst>
          </a:custGeom>
          <a:noFill xmlns:a="http://schemas.openxmlformats.org/drawingml/2006/main"/>
          <a:ln xmlns:a="http://schemas.openxmlformats.org/drawingml/2006/main" w="9525">
            <a:solidFill>
              <a:srgbClr val="000000"/>
            </a:solidFill>
            <a:prstDash val="solid"/>
          </a:ln>
        </p:spPr>
      </p:sp>
      <p:sp>
        <p:nvSpPr>
          <p:cNvPr id="168" name="12">
            <a:extLst xmlns:a="http://schemas.openxmlformats.org/drawingml/2006/main">
              <a:ext uri="{FF2B5EF4-FFF2-40B4-BE49-F238E27FC236}">
                <a16:creationId xmlns:a16="http://schemas.microsoft.com/office/drawing/2014/main" id="{B61C3B97-B6EC-4874-AE7D-0EAC65481EC3}"/>
              </a:ext>
            </a:extLst>
          </p:cNvPr>
          <p:cNvSpPr>
            <a:spLocks xmlns:a="http://schemas.openxmlformats.org/drawingml/2006/main" noGrp="1"/>
          </p:cNvSpPr>
          <p:nvPr/>
        </p:nvSpPr>
        <p:spPr>
          <a:xfrm xmlns:a="http://schemas.openxmlformats.org/drawingml/2006/main">
            <a:off x="998764" y="5419725"/>
            <a:ext cx="41910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350" b="0">
                <a:solidFill>
                  <a:srgbClr val="000000"/>
                </a:solidFill>
                <a:latin typeface="Arial"/>
                <a:ea typeface="Arial"/>
                <a:cs typeface="Arial"/>
              </a:defRPr>
            </a:defPPr>
            <a:lvl1pPr algn="ctr">
              <a:defRPr sz="1350" b="0">
                <a:solidFill>
                  <a:srgbClr val="000000"/>
                </a:solidFill>
                <a:latin typeface="Arial"/>
                <a:ea typeface="Arial"/>
                <a:cs typeface="Arial"/>
              </a:defRPr>
            </a:lvl1pPr>
            <a:lvl2pPr algn="ctr">
              <a:defRPr sz="1350" b="0">
                <a:solidFill>
                  <a:srgbClr val="000000"/>
                </a:solidFill>
                <a:latin typeface="Arial"/>
                <a:ea typeface="Arial"/>
                <a:cs typeface="Arial"/>
              </a:defRPr>
            </a:lvl2pPr>
            <a:lvl3pPr algn="ctr">
              <a:defRPr sz="1350" b="0">
                <a:solidFill>
                  <a:srgbClr val="000000"/>
                </a:solidFill>
                <a:latin typeface="Arial"/>
                <a:ea typeface="Arial"/>
                <a:cs typeface="Arial"/>
              </a:defRPr>
            </a:lvl3pPr>
            <a:lvl4pPr algn="ctr">
              <a:defRPr sz="1350" b="0">
                <a:solidFill>
                  <a:srgbClr val="000000"/>
                </a:solidFill>
                <a:latin typeface="Arial"/>
                <a:ea typeface="Arial"/>
                <a:cs typeface="Arial"/>
              </a:defRPr>
            </a:lvl4pPr>
            <a:lvl5pPr algn="ctr">
              <a:defRPr sz="1350" b="0">
                <a:solidFill>
                  <a:srgbClr val="000000"/>
                </a:solidFill>
                <a:latin typeface="Arial"/>
                <a:ea typeface="Arial"/>
                <a:cs typeface="Arial"/>
              </a:defRPr>
            </a:lvl5pPr>
            <a:lvl6pPr algn="ctr">
              <a:defRPr sz="1350" b="0">
                <a:solidFill>
                  <a:srgbClr val="000000"/>
                </a:solidFill>
                <a:latin typeface="Arial"/>
                <a:ea typeface="Arial"/>
                <a:cs typeface="Arial"/>
              </a:defRPr>
            </a:lvl6pPr>
            <a:lvl7pPr algn="ctr">
              <a:defRPr sz="1350" b="0">
                <a:solidFill>
                  <a:srgbClr val="000000"/>
                </a:solidFill>
                <a:latin typeface="Arial"/>
                <a:ea typeface="Arial"/>
                <a:cs typeface="Arial"/>
              </a:defRPr>
            </a:lvl7pPr>
            <a:lvl8pPr algn="ctr">
              <a:defRPr sz="1350" b="0">
                <a:solidFill>
                  <a:srgbClr val="000000"/>
                </a:solidFill>
                <a:latin typeface="Arial"/>
                <a:ea typeface="Arial"/>
                <a:cs typeface="Arial"/>
              </a:defRPr>
            </a:lvl8pPr>
            <a:lvl9pPr algn="ctr">
              <a:defRPr sz="1350" b="0">
                <a:solidFill>
                  <a:srgbClr val="000000"/>
                </a:solidFill>
                <a:latin typeface="Arial"/>
                <a:ea typeface="Arial"/>
                <a:cs typeface="Arial"/>
              </a:defRPr>
            </a:lvl9pPr>
          </a:lstStyle>
          <a:p xmlns:a="http://schemas.openxmlformats.org/drawingml/2006/main">
            <a:pPr algn="ctr">
              <a:defRPr sz="1350" b="0">
                <a:solidFill>
                  <a:srgbClr val="000000"/>
                </a:solidFill>
                <a:latin typeface="Arial"/>
                <a:ea typeface="Arial"/>
                <a:cs typeface="Arial"/>
              </a:defRPr>
            </a:pPr>
            <a:r>
              <a:rPr sz="1350" b="0">
                <a:solidFill>
                  <a:srgbClr val="000000"/>
                </a:solidFill>
                <a:latin typeface="Arial"/>
                <a:ea typeface="Arial"/>
                <a:cs typeface="Arial"/>
              </a:rPr>
              <a:t>12</a:t>
            </a:r>
          </a:p>
        </p:txBody>
      </p:sp>
      <p:sp>
        <p:nvSpPr>
          <p:cNvPr id="169" name="Scientific line">
            <a:extLst xmlns:a="http://schemas.openxmlformats.org/drawingml/2006/main">
              <a:ext uri="{FF2B5EF4-FFF2-40B4-BE49-F238E27FC236}">
                <a16:creationId xmlns:a16="http://schemas.microsoft.com/office/drawing/2014/main" id="{E0E4F551-BDA1-4FD9-A2B7-A694A8F1C4BC}"/>
              </a:ext>
            </a:extLst>
          </p:cNvPr>
          <p:cNvSpPr>
            <a:spLocks xmlns:a="http://schemas.openxmlformats.org/drawingml/2006/main" noGrp="1"/>
          </p:cNvSpPr>
          <p:nvPr/>
        </p:nvSpPr>
        <p:spPr>
          <a:xfrm xmlns:a="http://schemas.openxmlformats.org/drawingml/2006/main">
            <a:off x="1856921" y="5362575"/>
            <a:ext cx="95" cy="47625"/>
          </a:xfrm>
          <a:custGeom xmlns:a="http://schemas.openxmlformats.org/drawingml/2006/main">
            <a:pathLst>
              <a:path w="95" h="47625">
                <a:moveTo>
                  <a:pt x="0" y="0"/>
                </a:moveTo>
                <a:lnTo>
                  <a:pt x="0" y="47625"/>
                </a:lnTo>
              </a:path>
            </a:pathLst>
          </a:custGeom>
          <a:noFill xmlns:a="http://schemas.openxmlformats.org/drawingml/2006/main"/>
          <a:ln xmlns:a="http://schemas.openxmlformats.org/drawingml/2006/main" w="9525">
            <a:solidFill>
              <a:srgbClr val="000000"/>
            </a:solidFill>
            <a:prstDash val="solid"/>
          </a:ln>
        </p:spPr>
      </p:sp>
      <p:sp>
        <p:nvSpPr>
          <p:cNvPr id="170" name="25">
            <a:extLst xmlns:a="http://schemas.openxmlformats.org/drawingml/2006/main">
              <a:ext uri="{FF2B5EF4-FFF2-40B4-BE49-F238E27FC236}">
                <a16:creationId xmlns:a16="http://schemas.microsoft.com/office/drawing/2014/main" id="{F1EB9225-4CFF-4365-82FF-C9897BF7F5F0}"/>
              </a:ext>
            </a:extLst>
          </p:cNvPr>
          <p:cNvSpPr>
            <a:spLocks xmlns:a="http://schemas.openxmlformats.org/drawingml/2006/main" noGrp="1"/>
          </p:cNvSpPr>
          <p:nvPr/>
        </p:nvSpPr>
        <p:spPr>
          <a:xfrm xmlns:a="http://schemas.openxmlformats.org/drawingml/2006/main">
            <a:off x="1647371" y="5419725"/>
            <a:ext cx="41910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350" b="0">
                <a:solidFill>
                  <a:srgbClr val="000000"/>
                </a:solidFill>
                <a:latin typeface="Arial"/>
                <a:ea typeface="Arial"/>
                <a:cs typeface="Arial"/>
              </a:defRPr>
            </a:defPPr>
            <a:lvl1pPr algn="ctr">
              <a:defRPr sz="1350" b="0">
                <a:solidFill>
                  <a:srgbClr val="000000"/>
                </a:solidFill>
                <a:latin typeface="Arial"/>
                <a:ea typeface="Arial"/>
                <a:cs typeface="Arial"/>
              </a:defRPr>
            </a:lvl1pPr>
            <a:lvl2pPr algn="ctr">
              <a:defRPr sz="1350" b="0">
                <a:solidFill>
                  <a:srgbClr val="000000"/>
                </a:solidFill>
                <a:latin typeface="Arial"/>
                <a:ea typeface="Arial"/>
                <a:cs typeface="Arial"/>
              </a:defRPr>
            </a:lvl2pPr>
            <a:lvl3pPr algn="ctr">
              <a:defRPr sz="1350" b="0">
                <a:solidFill>
                  <a:srgbClr val="000000"/>
                </a:solidFill>
                <a:latin typeface="Arial"/>
                <a:ea typeface="Arial"/>
                <a:cs typeface="Arial"/>
              </a:defRPr>
            </a:lvl3pPr>
            <a:lvl4pPr algn="ctr">
              <a:defRPr sz="1350" b="0">
                <a:solidFill>
                  <a:srgbClr val="000000"/>
                </a:solidFill>
                <a:latin typeface="Arial"/>
                <a:ea typeface="Arial"/>
                <a:cs typeface="Arial"/>
              </a:defRPr>
            </a:lvl4pPr>
            <a:lvl5pPr algn="ctr">
              <a:defRPr sz="1350" b="0">
                <a:solidFill>
                  <a:srgbClr val="000000"/>
                </a:solidFill>
                <a:latin typeface="Arial"/>
                <a:ea typeface="Arial"/>
                <a:cs typeface="Arial"/>
              </a:defRPr>
            </a:lvl5pPr>
            <a:lvl6pPr algn="ctr">
              <a:defRPr sz="1350" b="0">
                <a:solidFill>
                  <a:srgbClr val="000000"/>
                </a:solidFill>
                <a:latin typeface="Arial"/>
                <a:ea typeface="Arial"/>
                <a:cs typeface="Arial"/>
              </a:defRPr>
            </a:lvl6pPr>
            <a:lvl7pPr algn="ctr">
              <a:defRPr sz="1350" b="0">
                <a:solidFill>
                  <a:srgbClr val="000000"/>
                </a:solidFill>
                <a:latin typeface="Arial"/>
                <a:ea typeface="Arial"/>
                <a:cs typeface="Arial"/>
              </a:defRPr>
            </a:lvl7pPr>
            <a:lvl8pPr algn="ctr">
              <a:defRPr sz="1350" b="0">
                <a:solidFill>
                  <a:srgbClr val="000000"/>
                </a:solidFill>
                <a:latin typeface="Arial"/>
                <a:ea typeface="Arial"/>
                <a:cs typeface="Arial"/>
              </a:defRPr>
            </a:lvl8pPr>
            <a:lvl9pPr algn="ctr">
              <a:defRPr sz="1350" b="0">
                <a:solidFill>
                  <a:srgbClr val="000000"/>
                </a:solidFill>
                <a:latin typeface="Arial"/>
                <a:ea typeface="Arial"/>
                <a:cs typeface="Arial"/>
              </a:defRPr>
            </a:lvl9pPr>
          </a:lstStyle>
          <a:p xmlns:a="http://schemas.openxmlformats.org/drawingml/2006/main">
            <a:pPr algn="ctr">
              <a:defRPr sz="1350" b="0">
                <a:solidFill>
                  <a:srgbClr val="000000"/>
                </a:solidFill>
                <a:latin typeface="Arial"/>
                <a:ea typeface="Arial"/>
                <a:cs typeface="Arial"/>
              </a:defRPr>
            </a:pPr>
            <a:r>
              <a:rPr sz="1350" b="0">
                <a:solidFill>
                  <a:srgbClr val="000000"/>
                </a:solidFill>
                <a:latin typeface="Arial"/>
                <a:ea typeface="Arial"/>
                <a:cs typeface="Arial"/>
              </a:rPr>
              <a:t>25</a:t>
            </a:r>
          </a:p>
        </p:txBody>
      </p:sp>
      <p:sp>
        <p:nvSpPr>
          <p:cNvPr id="171" name="Scientific line">
            <a:extLst xmlns:a="http://schemas.openxmlformats.org/drawingml/2006/main">
              <a:ext uri="{FF2B5EF4-FFF2-40B4-BE49-F238E27FC236}">
                <a16:creationId xmlns:a16="http://schemas.microsoft.com/office/drawing/2014/main" id="{E79421EF-23D8-4245-B451-B75D6918D916}"/>
              </a:ext>
            </a:extLst>
          </p:cNvPr>
          <p:cNvSpPr>
            <a:spLocks xmlns:a="http://schemas.openxmlformats.org/drawingml/2006/main" noGrp="1"/>
          </p:cNvSpPr>
          <p:nvPr/>
        </p:nvSpPr>
        <p:spPr>
          <a:xfrm xmlns:a="http://schemas.openxmlformats.org/drawingml/2006/main">
            <a:off x="2505529" y="5362575"/>
            <a:ext cx="95" cy="47625"/>
          </a:xfrm>
          <a:custGeom xmlns:a="http://schemas.openxmlformats.org/drawingml/2006/main">
            <a:pathLst>
              <a:path w="95" h="47625">
                <a:moveTo>
                  <a:pt x="0" y="0"/>
                </a:moveTo>
                <a:lnTo>
                  <a:pt x="0" y="47625"/>
                </a:lnTo>
              </a:path>
            </a:pathLst>
          </a:custGeom>
          <a:noFill xmlns:a="http://schemas.openxmlformats.org/drawingml/2006/main"/>
          <a:ln xmlns:a="http://schemas.openxmlformats.org/drawingml/2006/main" w="9525">
            <a:solidFill>
              <a:srgbClr val="000000"/>
            </a:solidFill>
            <a:prstDash val="solid"/>
          </a:ln>
        </p:spPr>
      </p:sp>
      <p:sp>
        <p:nvSpPr>
          <p:cNvPr id="172" name="38">
            <a:extLst xmlns:a="http://schemas.openxmlformats.org/drawingml/2006/main">
              <a:ext uri="{FF2B5EF4-FFF2-40B4-BE49-F238E27FC236}">
                <a16:creationId xmlns:a16="http://schemas.microsoft.com/office/drawing/2014/main" id="{09530DA3-1141-4DD4-9AC6-82D9440A63CD}"/>
              </a:ext>
            </a:extLst>
          </p:cNvPr>
          <p:cNvSpPr>
            <a:spLocks xmlns:a="http://schemas.openxmlformats.org/drawingml/2006/main" noGrp="1"/>
          </p:cNvSpPr>
          <p:nvPr/>
        </p:nvSpPr>
        <p:spPr>
          <a:xfrm xmlns:a="http://schemas.openxmlformats.org/drawingml/2006/main">
            <a:off x="2295979" y="5419725"/>
            <a:ext cx="41910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350" b="0">
                <a:solidFill>
                  <a:srgbClr val="000000"/>
                </a:solidFill>
                <a:latin typeface="Arial"/>
                <a:ea typeface="Arial"/>
                <a:cs typeface="Arial"/>
              </a:defRPr>
            </a:defPPr>
            <a:lvl1pPr algn="ctr">
              <a:defRPr sz="1350" b="0">
                <a:solidFill>
                  <a:srgbClr val="000000"/>
                </a:solidFill>
                <a:latin typeface="Arial"/>
                <a:ea typeface="Arial"/>
                <a:cs typeface="Arial"/>
              </a:defRPr>
            </a:lvl1pPr>
            <a:lvl2pPr algn="ctr">
              <a:defRPr sz="1350" b="0">
                <a:solidFill>
                  <a:srgbClr val="000000"/>
                </a:solidFill>
                <a:latin typeface="Arial"/>
                <a:ea typeface="Arial"/>
                <a:cs typeface="Arial"/>
              </a:defRPr>
            </a:lvl2pPr>
            <a:lvl3pPr algn="ctr">
              <a:defRPr sz="1350" b="0">
                <a:solidFill>
                  <a:srgbClr val="000000"/>
                </a:solidFill>
                <a:latin typeface="Arial"/>
                <a:ea typeface="Arial"/>
                <a:cs typeface="Arial"/>
              </a:defRPr>
            </a:lvl3pPr>
            <a:lvl4pPr algn="ctr">
              <a:defRPr sz="1350" b="0">
                <a:solidFill>
                  <a:srgbClr val="000000"/>
                </a:solidFill>
                <a:latin typeface="Arial"/>
                <a:ea typeface="Arial"/>
                <a:cs typeface="Arial"/>
              </a:defRPr>
            </a:lvl4pPr>
            <a:lvl5pPr algn="ctr">
              <a:defRPr sz="1350" b="0">
                <a:solidFill>
                  <a:srgbClr val="000000"/>
                </a:solidFill>
                <a:latin typeface="Arial"/>
                <a:ea typeface="Arial"/>
                <a:cs typeface="Arial"/>
              </a:defRPr>
            </a:lvl5pPr>
            <a:lvl6pPr algn="ctr">
              <a:defRPr sz="1350" b="0">
                <a:solidFill>
                  <a:srgbClr val="000000"/>
                </a:solidFill>
                <a:latin typeface="Arial"/>
                <a:ea typeface="Arial"/>
                <a:cs typeface="Arial"/>
              </a:defRPr>
            </a:lvl6pPr>
            <a:lvl7pPr algn="ctr">
              <a:defRPr sz="1350" b="0">
                <a:solidFill>
                  <a:srgbClr val="000000"/>
                </a:solidFill>
                <a:latin typeface="Arial"/>
                <a:ea typeface="Arial"/>
                <a:cs typeface="Arial"/>
              </a:defRPr>
            </a:lvl7pPr>
            <a:lvl8pPr algn="ctr">
              <a:defRPr sz="1350" b="0">
                <a:solidFill>
                  <a:srgbClr val="000000"/>
                </a:solidFill>
                <a:latin typeface="Arial"/>
                <a:ea typeface="Arial"/>
                <a:cs typeface="Arial"/>
              </a:defRPr>
            </a:lvl8pPr>
            <a:lvl9pPr algn="ctr">
              <a:defRPr sz="1350" b="0">
                <a:solidFill>
                  <a:srgbClr val="000000"/>
                </a:solidFill>
                <a:latin typeface="Arial"/>
                <a:ea typeface="Arial"/>
                <a:cs typeface="Arial"/>
              </a:defRPr>
            </a:lvl9pPr>
          </a:lstStyle>
          <a:p xmlns:a="http://schemas.openxmlformats.org/drawingml/2006/main">
            <a:pPr algn="ctr">
              <a:defRPr sz="1350" b="0">
                <a:solidFill>
                  <a:srgbClr val="000000"/>
                </a:solidFill>
                <a:latin typeface="Arial"/>
                <a:ea typeface="Arial"/>
                <a:cs typeface="Arial"/>
              </a:defRPr>
            </a:pPr>
            <a:r>
              <a:rPr sz="1350" b="0">
                <a:solidFill>
                  <a:srgbClr val="000000"/>
                </a:solidFill>
                <a:latin typeface="Arial"/>
                <a:ea typeface="Arial"/>
                <a:cs typeface="Arial"/>
              </a:rPr>
              <a:t>38</a:t>
            </a:r>
          </a:p>
        </p:txBody>
      </p:sp>
      <p:sp>
        <p:nvSpPr>
          <p:cNvPr id="173" name="Scientific line">
            <a:extLst xmlns:a="http://schemas.openxmlformats.org/drawingml/2006/main">
              <a:ext uri="{FF2B5EF4-FFF2-40B4-BE49-F238E27FC236}">
                <a16:creationId xmlns:a16="http://schemas.microsoft.com/office/drawing/2014/main" id="{1F7D8B5C-CB64-4FFC-AD13-7FC40CDD57BB}"/>
              </a:ext>
            </a:extLst>
          </p:cNvPr>
          <p:cNvSpPr>
            <a:spLocks xmlns:a="http://schemas.openxmlformats.org/drawingml/2006/main" noGrp="1"/>
          </p:cNvSpPr>
          <p:nvPr/>
        </p:nvSpPr>
        <p:spPr>
          <a:xfrm xmlns:a="http://schemas.openxmlformats.org/drawingml/2006/main">
            <a:off x="3154136" y="5362575"/>
            <a:ext cx="95" cy="47625"/>
          </a:xfrm>
          <a:custGeom xmlns:a="http://schemas.openxmlformats.org/drawingml/2006/main">
            <a:pathLst>
              <a:path w="95" h="47625">
                <a:moveTo>
                  <a:pt x="0" y="0"/>
                </a:moveTo>
                <a:lnTo>
                  <a:pt x="0" y="47625"/>
                </a:lnTo>
              </a:path>
            </a:pathLst>
          </a:custGeom>
          <a:noFill xmlns:a="http://schemas.openxmlformats.org/drawingml/2006/main"/>
          <a:ln xmlns:a="http://schemas.openxmlformats.org/drawingml/2006/main" w="9525">
            <a:solidFill>
              <a:srgbClr val="000000"/>
            </a:solidFill>
            <a:prstDash val="solid"/>
          </a:ln>
        </p:spPr>
      </p:sp>
      <p:sp>
        <p:nvSpPr>
          <p:cNvPr id="174" name="51">
            <a:extLst xmlns:a="http://schemas.openxmlformats.org/drawingml/2006/main">
              <a:ext uri="{FF2B5EF4-FFF2-40B4-BE49-F238E27FC236}">
                <a16:creationId xmlns:a16="http://schemas.microsoft.com/office/drawing/2014/main" id="{4ED16D77-F9BE-40B8-BC3F-79C4DF4B75FB}"/>
              </a:ext>
            </a:extLst>
          </p:cNvPr>
          <p:cNvSpPr>
            <a:spLocks xmlns:a="http://schemas.openxmlformats.org/drawingml/2006/main" noGrp="1"/>
          </p:cNvSpPr>
          <p:nvPr/>
        </p:nvSpPr>
        <p:spPr>
          <a:xfrm xmlns:a="http://schemas.openxmlformats.org/drawingml/2006/main">
            <a:off x="2944586" y="5419725"/>
            <a:ext cx="41910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350" b="0">
                <a:solidFill>
                  <a:srgbClr val="000000"/>
                </a:solidFill>
                <a:latin typeface="Arial"/>
                <a:ea typeface="Arial"/>
                <a:cs typeface="Arial"/>
              </a:defRPr>
            </a:defPPr>
            <a:lvl1pPr algn="ctr">
              <a:defRPr sz="1350" b="0">
                <a:solidFill>
                  <a:srgbClr val="000000"/>
                </a:solidFill>
                <a:latin typeface="Arial"/>
                <a:ea typeface="Arial"/>
                <a:cs typeface="Arial"/>
              </a:defRPr>
            </a:lvl1pPr>
            <a:lvl2pPr algn="ctr">
              <a:defRPr sz="1350" b="0">
                <a:solidFill>
                  <a:srgbClr val="000000"/>
                </a:solidFill>
                <a:latin typeface="Arial"/>
                <a:ea typeface="Arial"/>
                <a:cs typeface="Arial"/>
              </a:defRPr>
            </a:lvl2pPr>
            <a:lvl3pPr algn="ctr">
              <a:defRPr sz="1350" b="0">
                <a:solidFill>
                  <a:srgbClr val="000000"/>
                </a:solidFill>
                <a:latin typeface="Arial"/>
                <a:ea typeface="Arial"/>
                <a:cs typeface="Arial"/>
              </a:defRPr>
            </a:lvl3pPr>
            <a:lvl4pPr algn="ctr">
              <a:defRPr sz="1350" b="0">
                <a:solidFill>
                  <a:srgbClr val="000000"/>
                </a:solidFill>
                <a:latin typeface="Arial"/>
                <a:ea typeface="Arial"/>
                <a:cs typeface="Arial"/>
              </a:defRPr>
            </a:lvl4pPr>
            <a:lvl5pPr algn="ctr">
              <a:defRPr sz="1350" b="0">
                <a:solidFill>
                  <a:srgbClr val="000000"/>
                </a:solidFill>
                <a:latin typeface="Arial"/>
                <a:ea typeface="Arial"/>
                <a:cs typeface="Arial"/>
              </a:defRPr>
            </a:lvl5pPr>
            <a:lvl6pPr algn="ctr">
              <a:defRPr sz="1350" b="0">
                <a:solidFill>
                  <a:srgbClr val="000000"/>
                </a:solidFill>
                <a:latin typeface="Arial"/>
                <a:ea typeface="Arial"/>
                <a:cs typeface="Arial"/>
              </a:defRPr>
            </a:lvl6pPr>
            <a:lvl7pPr algn="ctr">
              <a:defRPr sz="1350" b="0">
                <a:solidFill>
                  <a:srgbClr val="000000"/>
                </a:solidFill>
                <a:latin typeface="Arial"/>
                <a:ea typeface="Arial"/>
                <a:cs typeface="Arial"/>
              </a:defRPr>
            </a:lvl7pPr>
            <a:lvl8pPr algn="ctr">
              <a:defRPr sz="1350" b="0">
                <a:solidFill>
                  <a:srgbClr val="000000"/>
                </a:solidFill>
                <a:latin typeface="Arial"/>
                <a:ea typeface="Arial"/>
                <a:cs typeface="Arial"/>
              </a:defRPr>
            </a:lvl8pPr>
            <a:lvl9pPr algn="ctr">
              <a:defRPr sz="1350" b="0">
                <a:solidFill>
                  <a:srgbClr val="000000"/>
                </a:solidFill>
                <a:latin typeface="Arial"/>
                <a:ea typeface="Arial"/>
                <a:cs typeface="Arial"/>
              </a:defRPr>
            </a:lvl9pPr>
          </a:lstStyle>
          <a:p xmlns:a="http://schemas.openxmlformats.org/drawingml/2006/main">
            <a:pPr algn="ctr">
              <a:defRPr sz="1350" b="0">
                <a:solidFill>
                  <a:srgbClr val="000000"/>
                </a:solidFill>
                <a:latin typeface="Arial"/>
                <a:ea typeface="Arial"/>
                <a:cs typeface="Arial"/>
              </a:defRPr>
            </a:pPr>
            <a:r>
              <a:rPr sz="1350" b="0">
                <a:solidFill>
                  <a:srgbClr val="000000"/>
                </a:solidFill>
                <a:latin typeface="Arial"/>
                <a:ea typeface="Arial"/>
                <a:cs typeface="Arial"/>
              </a:rPr>
              <a:t>51</a:t>
            </a:r>
          </a:p>
        </p:txBody>
      </p:sp>
      <p:sp>
        <p:nvSpPr>
          <p:cNvPr id="175" name="Scientific line">
            <a:extLst xmlns:a="http://schemas.openxmlformats.org/drawingml/2006/main">
              <a:ext uri="{FF2B5EF4-FFF2-40B4-BE49-F238E27FC236}">
                <a16:creationId xmlns:a16="http://schemas.microsoft.com/office/drawing/2014/main" id="{02D11198-DA13-415B-8018-BC432720E9E6}"/>
              </a:ext>
            </a:extLst>
          </p:cNvPr>
          <p:cNvSpPr>
            <a:spLocks xmlns:a="http://schemas.openxmlformats.org/drawingml/2006/main" noGrp="1"/>
          </p:cNvSpPr>
          <p:nvPr/>
        </p:nvSpPr>
        <p:spPr>
          <a:xfrm xmlns:a="http://schemas.openxmlformats.org/drawingml/2006/main">
            <a:off x="3752850" y="5362575"/>
            <a:ext cx="95" cy="47625"/>
          </a:xfrm>
          <a:custGeom xmlns:a="http://schemas.openxmlformats.org/drawingml/2006/main">
            <a:pathLst>
              <a:path w="95" h="47625">
                <a:moveTo>
                  <a:pt x="0" y="0"/>
                </a:moveTo>
                <a:lnTo>
                  <a:pt x="0" y="47625"/>
                </a:lnTo>
              </a:path>
            </a:pathLst>
          </a:custGeom>
          <a:noFill xmlns:a="http://schemas.openxmlformats.org/drawingml/2006/main"/>
          <a:ln xmlns:a="http://schemas.openxmlformats.org/drawingml/2006/main" w="9525">
            <a:solidFill>
              <a:srgbClr val="000000"/>
            </a:solidFill>
            <a:prstDash val="solid"/>
          </a:ln>
        </p:spPr>
      </p:sp>
      <p:sp>
        <p:nvSpPr>
          <p:cNvPr id="176" name="63">
            <a:extLst xmlns:a="http://schemas.openxmlformats.org/drawingml/2006/main">
              <a:ext uri="{FF2B5EF4-FFF2-40B4-BE49-F238E27FC236}">
                <a16:creationId xmlns:a16="http://schemas.microsoft.com/office/drawing/2014/main" id="{0F50EB1B-7A10-4E67-BDF0-D2FF4B6B4613}"/>
              </a:ext>
            </a:extLst>
          </p:cNvPr>
          <p:cNvSpPr>
            <a:spLocks xmlns:a="http://schemas.openxmlformats.org/drawingml/2006/main" noGrp="1"/>
          </p:cNvSpPr>
          <p:nvPr/>
        </p:nvSpPr>
        <p:spPr>
          <a:xfrm xmlns:a="http://schemas.openxmlformats.org/drawingml/2006/main">
            <a:off x="3543300" y="5419725"/>
            <a:ext cx="41910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350" b="0">
                <a:solidFill>
                  <a:srgbClr val="000000"/>
                </a:solidFill>
                <a:latin typeface="Arial"/>
                <a:ea typeface="Arial"/>
                <a:cs typeface="Arial"/>
              </a:defRPr>
            </a:defPPr>
            <a:lvl1pPr algn="ctr">
              <a:defRPr sz="1350" b="0">
                <a:solidFill>
                  <a:srgbClr val="000000"/>
                </a:solidFill>
                <a:latin typeface="Arial"/>
                <a:ea typeface="Arial"/>
                <a:cs typeface="Arial"/>
              </a:defRPr>
            </a:lvl1pPr>
            <a:lvl2pPr algn="ctr">
              <a:defRPr sz="1350" b="0">
                <a:solidFill>
                  <a:srgbClr val="000000"/>
                </a:solidFill>
                <a:latin typeface="Arial"/>
                <a:ea typeface="Arial"/>
                <a:cs typeface="Arial"/>
              </a:defRPr>
            </a:lvl2pPr>
            <a:lvl3pPr algn="ctr">
              <a:defRPr sz="1350" b="0">
                <a:solidFill>
                  <a:srgbClr val="000000"/>
                </a:solidFill>
                <a:latin typeface="Arial"/>
                <a:ea typeface="Arial"/>
                <a:cs typeface="Arial"/>
              </a:defRPr>
            </a:lvl3pPr>
            <a:lvl4pPr algn="ctr">
              <a:defRPr sz="1350" b="0">
                <a:solidFill>
                  <a:srgbClr val="000000"/>
                </a:solidFill>
                <a:latin typeface="Arial"/>
                <a:ea typeface="Arial"/>
                <a:cs typeface="Arial"/>
              </a:defRPr>
            </a:lvl4pPr>
            <a:lvl5pPr algn="ctr">
              <a:defRPr sz="1350" b="0">
                <a:solidFill>
                  <a:srgbClr val="000000"/>
                </a:solidFill>
                <a:latin typeface="Arial"/>
                <a:ea typeface="Arial"/>
                <a:cs typeface="Arial"/>
              </a:defRPr>
            </a:lvl5pPr>
            <a:lvl6pPr algn="ctr">
              <a:defRPr sz="1350" b="0">
                <a:solidFill>
                  <a:srgbClr val="000000"/>
                </a:solidFill>
                <a:latin typeface="Arial"/>
                <a:ea typeface="Arial"/>
                <a:cs typeface="Arial"/>
              </a:defRPr>
            </a:lvl6pPr>
            <a:lvl7pPr algn="ctr">
              <a:defRPr sz="1350" b="0">
                <a:solidFill>
                  <a:srgbClr val="000000"/>
                </a:solidFill>
                <a:latin typeface="Arial"/>
                <a:ea typeface="Arial"/>
                <a:cs typeface="Arial"/>
              </a:defRPr>
            </a:lvl7pPr>
            <a:lvl8pPr algn="ctr">
              <a:defRPr sz="1350" b="0">
                <a:solidFill>
                  <a:srgbClr val="000000"/>
                </a:solidFill>
                <a:latin typeface="Arial"/>
                <a:ea typeface="Arial"/>
                <a:cs typeface="Arial"/>
              </a:defRPr>
            </a:lvl8pPr>
            <a:lvl9pPr algn="ctr">
              <a:defRPr sz="1350" b="0">
                <a:solidFill>
                  <a:srgbClr val="000000"/>
                </a:solidFill>
                <a:latin typeface="Arial"/>
                <a:ea typeface="Arial"/>
                <a:cs typeface="Arial"/>
              </a:defRPr>
            </a:lvl9pPr>
          </a:lstStyle>
          <a:p xmlns:a="http://schemas.openxmlformats.org/drawingml/2006/main">
            <a:pPr algn="ctr">
              <a:defRPr sz="1350" b="0">
                <a:solidFill>
                  <a:srgbClr val="000000"/>
                </a:solidFill>
                <a:latin typeface="Arial"/>
                <a:ea typeface="Arial"/>
                <a:cs typeface="Arial"/>
              </a:defRPr>
            </a:pPr>
            <a:r>
              <a:rPr sz="1350" b="0">
                <a:solidFill>
                  <a:srgbClr val="000000"/>
                </a:solidFill>
                <a:latin typeface="Arial"/>
                <a:ea typeface="Arial"/>
                <a:cs typeface="Arial"/>
              </a:rPr>
              <a:t>63</a:t>
            </a:r>
          </a:p>
        </p:txBody>
      </p:sp>
      <p:sp>
        <p:nvSpPr>
          <p:cNvPr id="177" name="Scientific line">
            <a:extLst xmlns:a="http://schemas.openxmlformats.org/drawingml/2006/main">
              <a:ext uri="{FF2B5EF4-FFF2-40B4-BE49-F238E27FC236}">
                <a16:creationId xmlns:a16="http://schemas.microsoft.com/office/drawing/2014/main" id="{EF789E3C-E89F-460F-B499-D36CD19734D2}"/>
              </a:ext>
            </a:extLst>
          </p:cNvPr>
          <p:cNvSpPr>
            <a:spLocks xmlns:a="http://schemas.openxmlformats.org/drawingml/2006/main" noGrp="1"/>
          </p:cNvSpPr>
          <p:nvPr/>
        </p:nvSpPr>
        <p:spPr>
          <a:xfrm xmlns:a="http://schemas.openxmlformats.org/drawingml/2006/main">
            <a:off x="561975" y="5362575"/>
            <a:ext cx="47625" cy="95"/>
          </a:xfrm>
          <a:custGeom xmlns:a="http://schemas.openxmlformats.org/drawingml/2006/main">
            <a:pathLst>
              <a:path w="47625" h="95">
                <a:moveTo>
                  <a:pt x="0" y="0"/>
                </a:moveTo>
                <a:lnTo>
                  <a:pt x="47625" y="0"/>
                </a:lnTo>
              </a:path>
            </a:pathLst>
          </a:custGeom>
          <a:noFill xmlns:a="http://schemas.openxmlformats.org/drawingml/2006/main"/>
          <a:ln xmlns:a="http://schemas.openxmlformats.org/drawingml/2006/main" w="9525">
            <a:solidFill>
              <a:srgbClr val="000000"/>
            </a:solidFill>
            <a:prstDash val="solid"/>
          </a:ln>
        </p:spPr>
      </p:sp>
      <p:sp>
        <p:nvSpPr>
          <p:cNvPr id="178" name="0.0">
            <a:extLst xmlns:a="http://schemas.openxmlformats.org/drawingml/2006/main">
              <a:ext uri="{FF2B5EF4-FFF2-40B4-BE49-F238E27FC236}">
                <a16:creationId xmlns:a16="http://schemas.microsoft.com/office/drawing/2014/main" id="{74C1C14F-8F0E-40FE-8221-01C96B230D0C}"/>
              </a:ext>
            </a:extLst>
          </p:cNvPr>
          <p:cNvSpPr>
            <a:spLocks xmlns:a="http://schemas.openxmlformats.org/drawingml/2006/main" noGrp="1"/>
          </p:cNvSpPr>
          <p:nvPr/>
        </p:nvSpPr>
        <p:spPr>
          <a:xfrm xmlns:a="http://schemas.openxmlformats.org/drawingml/2006/main">
            <a:off x="38100" y="5248275"/>
            <a:ext cx="4762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r">
              <a:defRPr sz="1350" b="0">
                <a:solidFill>
                  <a:srgbClr val="000000"/>
                </a:solidFill>
                <a:latin typeface="Arial"/>
                <a:ea typeface="Arial"/>
                <a:cs typeface="Arial"/>
              </a:defRPr>
            </a:defPPr>
            <a:lvl1pPr algn="r">
              <a:defRPr sz="1350" b="0">
                <a:solidFill>
                  <a:srgbClr val="000000"/>
                </a:solidFill>
                <a:latin typeface="Arial"/>
                <a:ea typeface="Arial"/>
                <a:cs typeface="Arial"/>
              </a:defRPr>
            </a:lvl1pPr>
            <a:lvl2pPr algn="r">
              <a:defRPr sz="1350" b="0">
                <a:solidFill>
                  <a:srgbClr val="000000"/>
                </a:solidFill>
                <a:latin typeface="Arial"/>
                <a:ea typeface="Arial"/>
                <a:cs typeface="Arial"/>
              </a:defRPr>
            </a:lvl2pPr>
            <a:lvl3pPr algn="r">
              <a:defRPr sz="1350" b="0">
                <a:solidFill>
                  <a:srgbClr val="000000"/>
                </a:solidFill>
                <a:latin typeface="Arial"/>
                <a:ea typeface="Arial"/>
                <a:cs typeface="Arial"/>
              </a:defRPr>
            </a:lvl3pPr>
            <a:lvl4pPr algn="r">
              <a:defRPr sz="1350" b="0">
                <a:solidFill>
                  <a:srgbClr val="000000"/>
                </a:solidFill>
                <a:latin typeface="Arial"/>
                <a:ea typeface="Arial"/>
                <a:cs typeface="Arial"/>
              </a:defRPr>
            </a:lvl4pPr>
            <a:lvl5pPr algn="r">
              <a:defRPr sz="1350" b="0">
                <a:solidFill>
                  <a:srgbClr val="000000"/>
                </a:solidFill>
                <a:latin typeface="Arial"/>
                <a:ea typeface="Arial"/>
                <a:cs typeface="Arial"/>
              </a:defRPr>
            </a:lvl5pPr>
            <a:lvl6pPr algn="r">
              <a:defRPr sz="1350" b="0">
                <a:solidFill>
                  <a:srgbClr val="000000"/>
                </a:solidFill>
                <a:latin typeface="Arial"/>
                <a:ea typeface="Arial"/>
                <a:cs typeface="Arial"/>
              </a:defRPr>
            </a:lvl6pPr>
            <a:lvl7pPr algn="r">
              <a:defRPr sz="1350" b="0">
                <a:solidFill>
                  <a:srgbClr val="000000"/>
                </a:solidFill>
                <a:latin typeface="Arial"/>
                <a:ea typeface="Arial"/>
                <a:cs typeface="Arial"/>
              </a:defRPr>
            </a:lvl7pPr>
            <a:lvl8pPr algn="r">
              <a:defRPr sz="1350" b="0">
                <a:solidFill>
                  <a:srgbClr val="000000"/>
                </a:solidFill>
                <a:latin typeface="Arial"/>
                <a:ea typeface="Arial"/>
                <a:cs typeface="Arial"/>
              </a:defRPr>
            </a:lvl8pPr>
            <a:lvl9pPr algn="r">
              <a:defRPr sz="1350" b="0">
                <a:solidFill>
                  <a:srgbClr val="000000"/>
                </a:solidFill>
                <a:latin typeface="Arial"/>
                <a:ea typeface="Arial"/>
                <a:cs typeface="Arial"/>
              </a:defRPr>
            </a:lvl9pPr>
          </a:lstStyle>
          <a:p xmlns:a="http://schemas.openxmlformats.org/drawingml/2006/main">
            <a:pPr algn="r">
              <a:defRPr sz="1350" b="0">
                <a:solidFill>
                  <a:srgbClr val="000000"/>
                </a:solidFill>
                <a:latin typeface="Arial"/>
                <a:ea typeface="Arial"/>
                <a:cs typeface="Arial"/>
              </a:defRPr>
            </a:pPr>
            <a:r>
              <a:rPr sz="1350" b="0">
                <a:solidFill>
                  <a:srgbClr val="000000"/>
                </a:solidFill>
                <a:latin typeface="Arial"/>
                <a:ea typeface="Arial"/>
                <a:cs typeface="Arial"/>
              </a:rPr>
              <a:t>0.0</a:t>
            </a:r>
          </a:p>
        </p:txBody>
      </p:sp>
      <p:sp>
        <p:nvSpPr>
          <p:cNvPr id="179" name="Scientific line">
            <a:extLst xmlns:a="http://schemas.openxmlformats.org/drawingml/2006/main">
              <a:ext uri="{FF2B5EF4-FFF2-40B4-BE49-F238E27FC236}">
                <a16:creationId xmlns:a16="http://schemas.microsoft.com/office/drawing/2014/main" id="{08E77748-F902-482D-A986-4D88441A1F6A}"/>
              </a:ext>
            </a:extLst>
          </p:cNvPr>
          <p:cNvSpPr>
            <a:spLocks xmlns:a="http://schemas.openxmlformats.org/drawingml/2006/main" noGrp="1"/>
          </p:cNvSpPr>
          <p:nvPr/>
        </p:nvSpPr>
        <p:spPr>
          <a:xfrm xmlns:a="http://schemas.openxmlformats.org/drawingml/2006/main">
            <a:off x="561975" y="4457700"/>
            <a:ext cx="47625" cy="95"/>
          </a:xfrm>
          <a:custGeom xmlns:a="http://schemas.openxmlformats.org/drawingml/2006/main">
            <a:pathLst>
              <a:path w="47625" h="95">
                <a:moveTo>
                  <a:pt x="0" y="0"/>
                </a:moveTo>
                <a:lnTo>
                  <a:pt x="47625" y="0"/>
                </a:lnTo>
              </a:path>
            </a:pathLst>
          </a:custGeom>
          <a:noFill xmlns:a="http://schemas.openxmlformats.org/drawingml/2006/main"/>
          <a:ln xmlns:a="http://schemas.openxmlformats.org/drawingml/2006/main" w="9525">
            <a:solidFill>
              <a:srgbClr val="000000"/>
            </a:solidFill>
            <a:prstDash val="solid"/>
          </a:ln>
        </p:spPr>
      </p:sp>
      <p:sp>
        <p:nvSpPr>
          <p:cNvPr id="180" name="0.5">
            <a:extLst xmlns:a="http://schemas.openxmlformats.org/drawingml/2006/main">
              <a:ext uri="{FF2B5EF4-FFF2-40B4-BE49-F238E27FC236}">
                <a16:creationId xmlns:a16="http://schemas.microsoft.com/office/drawing/2014/main" id="{183A4A60-5AE1-4E30-A9C4-43B86583A18B}"/>
              </a:ext>
            </a:extLst>
          </p:cNvPr>
          <p:cNvSpPr>
            <a:spLocks xmlns:a="http://schemas.openxmlformats.org/drawingml/2006/main" noGrp="1"/>
          </p:cNvSpPr>
          <p:nvPr/>
        </p:nvSpPr>
        <p:spPr>
          <a:xfrm xmlns:a="http://schemas.openxmlformats.org/drawingml/2006/main">
            <a:off x="38100" y="4343400"/>
            <a:ext cx="4762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r">
              <a:defRPr sz="1350" b="0">
                <a:solidFill>
                  <a:srgbClr val="000000"/>
                </a:solidFill>
                <a:latin typeface="Arial"/>
                <a:ea typeface="Arial"/>
                <a:cs typeface="Arial"/>
              </a:defRPr>
            </a:defPPr>
            <a:lvl1pPr algn="r">
              <a:defRPr sz="1350" b="0">
                <a:solidFill>
                  <a:srgbClr val="000000"/>
                </a:solidFill>
                <a:latin typeface="Arial"/>
                <a:ea typeface="Arial"/>
                <a:cs typeface="Arial"/>
              </a:defRPr>
            </a:lvl1pPr>
            <a:lvl2pPr algn="r">
              <a:defRPr sz="1350" b="0">
                <a:solidFill>
                  <a:srgbClr val="000000"/>
                </a:solidFill>
                <a:latin typeface="Arial"/>
                <a:ea typeface="Arial"/>
                <a:cs typeface="Arial"/>
              </a:defRPr>
            </a:lvl2pPr>
            <a:lvl3pPr algn="r">
              <a:defRPr sz="1350" b="0">
                <a:solidFill>
                  <a:srgbClr val="000000"/>
                </a:solidFill>
                <a:latin typeface="Arial"/>
                <a:ea typeface="Arial"/>
                <a:cs typeface="Arial"/>
              </a:defRPr>
            </a:lvl3pPr>
            <a:lvl4pPr algn="r">
              <a:defRPr sz="1350" b="0">
                <a:solidFill>
                  <a:srgbClr val="000000"/>
                </a:solidFill>
                <a:latin typeface="Arial"/>
                <a:ea typeface="Arial"/>
                <a:cs typeface="Arial"/>
              </a:defRPr>
            </a:lvl4pPr>
            <a:lvl5pPr algn="r">
              <a:defRPr sz="1350" b="0">
                <a:solidFill>
                  <a:srgbClr val="000000"/>
                </a:solidFill>
                <a:latin typeface="Arial"/>
                <a:ea typeface="Arial"/>
                <a:cs typeface="Arial"/>
              </a:defRPr>
            </a:lvl5pPr>
            <a:lvl6pPr algn="r">
              <a:defRPr sz="1350" b="0">
                <a:solidFill>
                  <a:srgbClr val="000000"/>
                </a:solidFill>
                <a:latin typeface="Arial"/>
                <a:ea typeface="Arial"/>
                <a:cs typeface="Arial"/>
              </a:defRPr>
            </a:lvl6pPr>
            <a:lvl7pPr algn="r">
              <a:defRPr sz="1350" b="0">
                <a:solidFill>
                  <a:srgbClr val="000000"/>
                </a:solidFill>
                <a:latin typeface="Arial"/>
                <a:ea typeface="Arial"/>
                <a:cs typeface="Arial"/>
              </a:defRPr>
            </a:lvl7pPr>
            <a:lvl8pPr algn="r">
              <a:defRPr sz="1350" b="0">
                <a:solidFill>
                  <a:srgbClr val="000000"/>
                </a:solidFill>
                <a:latin typeface="Arial"/>
                <a:ea typeface="Arial"/>
                <a:cs typeface="Arial"/>
              </a:defRPr>
            </a:lvl8pPr>
            <a:lvl9pPr algn="r">
              <a:defRPr sz="1350" b="0">
                <a:solidFill>
                  <a:srgbClr val="000000"/>
                </a:solidFill>
                <a:latin typeface="Arial"/>
                <a:ea typeface="Arial"/>
                <a:cs typeface="Arial"/>
              </a:defRPr>
            </a:lvl9pPr>
          </a:lstStyle>
          <a:p xmlns:a="http://schemas.openxmlformats.org/drawingml/2006/main">
            <a:pPr algn="r">
              <a:defRPr sz="1350" b="0">
                <a:solidFill>
                  <a:srgbClr val="000000"/>
                </a:solidFill>
                <a:latin typeface="Arial"/>
                <a:ea typeface="Arial"/>
                <a:cs typeface="Arial"/>
              </a:defRPr>
            </a:pPr>
            <a:r>
              <a:rPr sz="1350" b="0">
                <a:solidFill>
                  <a:srgbClr val="000000"/>
                </a:solidFill>
                <a:latin typeface="Arial"/>
                <a:ea typeface="Arial"/>
                <a:cs typeface="Arial"/>
              </a:rPr>
              <a:t>0.5</a:t>
            </a:r>
          </a:p>
        </p:txBody>
      </p:sp>
      <p:sp>
        <p:nvSpPr>
          <p:cNvPr id="181" name="Scientific line">
            <a:extLst xmlns:a="http://schemas.openxmlformats.org/drawingml/2006/main">
              <a:ext uri="{FF2B5EF4-FFF2-40B4-BE49-F238E27FC236}">
                <a16:creationId xmlns:a16="http://schemas.microsoft.com/office/drawing/2014/main" id="{EF1C9E99-0FAC-4F7F-B9B1-0EDDCE6AB2CC}"/>
              </a:ext>
            </a:extLst>
          </p:cNvPr>
          <p:cNvSpPr>
            <a:spLocks xmlns:a="http://schemas.openxmlformats.org/drawingml/2006/main" noGrp="1"/>
          </p:cNvSpPr>
          <p:nvPr/>
        </p:nvSpPr>
        <p:spPr>
          <a:xfrm xmlns:a="http://schemas.openxmlformats.org/drawingml/2006/main">
            <a:off x="561975" y="3552825"/>
            <a:ext cx="47625" cy="95"/>
          </a:xfrm>
          <a:custGeom xmlns:a="http://schemas.openxmlformats.org/drawingml/2006/main">
            <a:pathLst>
              <a:path w="47625" h="95">
                <a:moveTo>
                  <a:pt x="0" y="0"/>
                </a:moveTo>
                <a:lnTo>
                  <a:pt x="47625" y="0"/>
                </a:lnTo>
              </a:path>
            </a:pathLst>
          </a:custGeom>
          <a:noFill xmlns:a="http://schemas.openxmlformats.org/drawingml/2006/main"/>
          <a:ln xmlns:a="http://schemas.openxmlformats.org/drawingml/2006/main" w="9525">
            <a:solidFill>
              <a:srgbClr val="000000"/>
            </a:solidFill>
            <a:prstDash val="solid"/>
          </a:ln>
        </p:spPr>
      </p:sp>
      <p:sp>
        <p:nvSpPr>
          <p:cNvPr id="182" name="1.0">
            <a:extLst xmlns:a="http://schemas.openxmlformats.org/drawingml/2006/main">
              <a:ext uri="{FF2B5EF4-FFF2-40B4-BE49-F238E27FC236}">
                <a16:creationId xmlns:a16="http://schemas.microsoft.com/office/drawing/2014/main" id="{EE49A7EA-D0C2-4062-A0F6-C5E73D0792E3}"/>
              </a:ext>
            </a:extLst>
          </p:cNvPr>
          <p:cNvSpPr>
            <a:spLocks xmlns:a="http://schemas.openxmlformats.org/drawingml/2006/main" noGrp="1"/>
          </p:cNvSpPr>
          <p:nvPr/>
        </p:nvSpPr>
        <p:spPr>
          <a:xfrm xmlns:a="http://schemas.openxmlformats.org/drawingml/2006/main">
            <a:off x="38100" y="3438525"/>
            <a:ext cx="4762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r">
              <a:defRPr sz="1350" b="0">
                <a:solidFill>
                  <a:srgbClr val="000000"/>
                </a:solidFill>
                <a:latin typeface="Arial"/>
                <a:ea typeface="Arial"/>
                <a:cs typeface="Arial"/>
              </a:defRPr>
            </a:defPPr>
            <a:lvl1pPr algn="r">
              <a:defRPr sz="1350" b="0">
                <a:solidFill>
                  <a:srgbClr val="000000"/>
                </a:solidFill>
                <a:latin typeface="Arial"/>
                <a:ea typeface="Arial"/>
                <a:cs typeface="Arial"/>
              </a:defRPr>
            </a:lvl1pPr>
            <a:lvl2pPr algn="r">
              <a:defRPr sz="1350" b="0">
                <a:solidFill>
                  <a:srgbClr val="000000"/>
                </a:solidFill>
                <a:latin typeface="Arial"/>
                <a:ea typeface="Arial"/>
                <a:cs typeface="Arial"/>
              </a:defRPr>
            </a:lvl2pPr>
            <a:lvl3pPr algn="r">
              <a:defRPr sz="1350" b="0">
                <a:solidFill>
                  <a:srgbClr val="000000"/>
                </a:solidFill>
                <a:latin typeface="Arial"/>
                <a:ea typeface="Arial"/>
                <a:cs typeface="Arial"/>
              </a:defRPr>
            </a:lvl3pPr>
            <a:lvl4pPr algn="r">
              <a:defRPr sz="1350" b="0">
                <a:solidFill>
                  <a:srgbClr val="000000"/>
                </a:solidFill>
                <a:latin typeface="Arial"/>
                <a:ea typeface="Arial"/>
                <a:cs typeface="Arial"/>
              </a:defRPr>
            </a:lvl4pPr>
            <a:lvl5pPr algn="r">
              <a:defRPr sz="1350" b="0">
                <a:solidFill>
                  <a:srgbClr val="000000"/>
                </a:solidFill>
                <a:latin typeface="Arial"/>
                <a:ea typeface="Arial"/>
                <a:cs typeface="Arial"/>
              </a:defRPr>
            </a:lvl5pPr>
            <a:lvl6pPr algn="r">
              <a:defRPr sz="1350" b="0">
                <a:solidFill>
                  <a:srgbClr val="000000"/>
                </a:solidFill>
                <a:latin typeface="Arial"/>
                <a:ea typeface="Arial"/>
                <a:cs typeface="Arial"/>
              </a:defRPr>
            </a:lvl6pPr>
            <a:lvl7pPr algn="r">
              <a:defRPr sz="1350" b="0">
                <a:solidFill>
                  <a:srgbClr val="000000"/>
                </a:solidFill>
                <a:latin typeface="Arial"/>
                <a:ea typeface="Arial"/>
                <a:cs typeface="Arial"/>
              </a:defRPr>
            </a:lvl7pPr>
            <a:lvl8pPr algn="r">
              <a:defRPr sz="1350" b="0">
                <a:solidFill>
                  <a:srgbClr val="000000"/>
                </a:solidFill>
                <a:latin typeface="Arial"/>
                <a:ea typeface="Arial"/>
                <a:cs typeface="Arial"/>
              </a:defRPr>
            </a:lvl8pPr>
            <a:lvl9pPr algn="r">
              <a:defRPr sz="1350" b="0">
                <a:solidFill>
                  <a:srgbClr val="000000"/>
                </a:solidFill>
                <a:latin typeface="Arial"/>
                <a:ea typeface="Arial"/>
                <a:cs typeface="Arial"/>
              </a:defRPr>
            </a:lvl9pPr>
          </a:lstStyle>
          <a:p xmlns:a="http://schemas.openxmlformats.org/drawingml/2006/main">
            <a:pPr algn="r">
              <a:defRPr sz="1350" b="0">
                <a:solidFill>
                  <a:srgbClr val="000000"/>
                </a:solidFill>
                <a:latin typeface="Arial"/>
                <a:ea typeface="Arial"/>
                <a:cs typeface="Arial"/>
              </a:defRPr>
            </a:pPr>
            <a:r>
              <a:rPr sz="1350" b="0">
                <a:solidFill>
                  <a:srgbClr val="000000"/>
                </a:solidFill>
                <a:latin typeface="Arial"/>
                <a:ea typeface="Arial"/>
                <a:cs typeface="Arial"/>
              </a:rPr>
              <a:t>1.0</a:t>
            </a:r>
          </a:p>
        </p:txBody>
      </p:sp>
      <p:sp>
        <p:nvSpPr>
          <p:cNvPr id="183" name="Time">
            <a:extLst xmlns:a="http://schemas.openxmlformats.org/drawingml/2006/main">
              <a:ext uri="{FF2B5EF4-FFF2-40B4-BE49-F238E27FC236}">
                <a16:creationId xmlns:a16="http://schemas.microsoft.com/office/drawing/2014/main" id="{BD52CD49-D797-4FAF-8A3B-313E09224062}"/>
              </a:ext>
            </a:extLst>
          </p:cNvPr>
          <p:cNvSpPr>
            <a:spLocks xmlns:a="http://schemas.openxmlformats.org/drawingml/2006/main" noGrp="1"/>
          </p:cNvSpPr>
          <p:nvPr/>
        </p:nvSpPr>
        <p:spPr>
          <a:xfrm xmlns:a="http://schemas.openxmlformats.org/drawingml/2006/main">
            <a:off x="609600" y="5667375"/>
            <a:ext cx="3143250"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500" b="0">
                <a:solidFill>
                  <a:srgbClr val="000000"/>
                </a:solidFill>
                <a:latin typeface="Arial"/>
                <a:ea typeface="Arial"/>
                <a:cs typeface="Arial"/>
              </a:defRPr>
            </a:defPPr>
            <a:lvl1pPr algn="ctr">
              <a:defRPr sz="1500" b="0">
                <a:solidFill>
                  <a:srgbClr val="000000"/>
                </a:solidFill>
                <a:latin typeface="Arial"/>
                <a:ea typeface="Arial"/>
                <a:cs typeface="Arial"/>
              </a:defRPr>
            </a:lvl1pPr>
            <a:lvl2pPr algn="ctr">
              <a:defRPr sz="1500" b="0">
                <a:solidFill>
                  <a:srgbClr val="000000"/>
                </a:solidFill>
                <a:latin typeface="Arial"/>
                <a:ea typeface="Arial"/>
                <a:cs typeface="Arial"/>
              </a:defRPr>
            </a:lvl2pPr>
            <a:lvl3pPr algn="ctr">
              <a:defRPr sz="1500" b="0">
                <a:solidFill>
                  <a:srgbClr val="000000"/>
                </a:solidFill>
                <a:latin typeface="Arial"/>
                <a:ea typeface="Arial"/>
                <a:cs typeface="Arial"/>
              </a:defRPr>
            </a:lvl3pPr>
            <a:lvl4pPr algn="ctr">
              <a:defRPr sz="1500" b="0">
                <a:solidFill>
                  <a:srgbClr val="000000"/>
                </a:solidFill>
                <a:latin typeface="Arial"/>
                <a:ea typeface="Arial"/>
                <a:cs typeface="Arial"/>
              </a:defRPr>
            </a:lvl4pPr>
            <a:lvl5pPr algn="ctr">
              <a:defRPr sz="1500" b="0">
                <a:solidFill>
                  <a:srgbClr val="000000"/>
                </a:solidFill>
                <a:latin typeface="Arial"/>
                <a:ea typeface="Arial"/>
                <a:cs typeface="Arial"/>
              </a:defRPr>
            </a:lvl5pPr>
            <a:lvl6pPr algn="ctr">
              <a:defRPr sz="1500" b="0">
                <a:solidFill>
                  <a:srgbClr val="000000"/>
                </a:solidFill>
                <a:latin typeface="Arial"/>
                <a:ea typeface="Arial"/>
                <a:cs typeface="Arial"/>
              </a:defRPr>
            </a:lvl6pPr>
            <a:lvl7pPr algn="ctr">
              <a:defRPr sz="1500" b="0">
                <a:solidFill>
                  <a:srgbClr val="000000"/>
                </a:solidFill>
                <a:latin typeface="Arial"/>
                <a:ea typeface="Arial"/>
                <a:cs typeface="Arial"/>
              </a:defRPr>
            </a:lvl7pPr>
            <a:lvl8pPr algn="ctr">
              <a:defRPr sz="1500" b="0">
                <a:solidFill>
                  <a:srgbClr val="000000"/>
                </a:solidFill>
                <a:latin typeface="Arial"/>
                <a:ea typeface="Arial"/>
                <a:cs typeface="Arial"/>
              </a:defRPr>
            </a:lvl8pPr>
            <a:lvl9pPr algn="ctr">
              <a:defRPr sz="1500" b="0">
                <a:solidFill>
                  <a:srgbClr val="000000"/>
                </a:solidFill>
                <a:latin typeface="Arial"/>
                <a:ea typeface="Arial"/>
                <a:cs typeface="Arial"/>
              </a:defRPr>
            </a:lvl9pPr>
          </a:lstStyle>
          <a:p xmlns:a="http://schemas.openxmlformats.org/drawingml/2006/main">
            <a:pPr algn="ctr">
              <a:defRPr sz="1500" b="0">
                <a:solidFill>
                  <a:srgbClr val="000000"/>
                </a:solidFill>
                <a:latin typeface="Arial"/>
                <a:ea typeface="Arial"/>
                <a:cs typeface="Arial"/>
              </a:defRPr>
            </a:pPr>
            <a:r>
              <a:rPr sz="1500" b="0">
                <a:solidFill>
                  <a:srgbClr val="000000"/>
                </a:solidFill>
                <a:latin typeface="Arial"/>
                <a:ea typeface="Arial"/>
                <a:cs typeface="Arial"/>
              </a:rPr>
              <a:t>Time</a:t>
            </a:r>
          </a:p>
        </p:txBody>
      </p:sp>
      <p:sp>
        <p:nvSpPr>
          <p:cNvPr id="184" name="(c) ST-MTM">
            <a:extLst xmlns:a="http://schemas.openxmlformats.org/drawingml/2006/main">
              <a:ext uri="{FF2B5EF4-FFF2-40B4-BE49-F238E27FC236}">
                <a16:creationId xmlns:a16="http://schemas.microsoft.com/office/drawing/2014/main" id="{8C4550DD-5CA0-4029-8E84-853E0BE44392}"/>
              </a:ext>
            </a:extLst>
          </p:cNvPr>
          <p:cNvSpPr>
            <a:spLocks xmlns:a="http://schemas.openxmlformats.org/drawingml/2006/main" noGrp="1"/>
          </p:cNvSpPr>
          <p:nvPr/>
        </p:nvSpPr>
        <p:spPr>
          <a:xfrm xmlns:a="http://schemas.openxmlformats.org/drawingml/2006/main">
            <a:off x="4695825" y="3067050"/>
            <a:ext cx="3143250" cy="2762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725" b="1">
                <a:solidFill>
                  <a:srgbClr val="000000"/>
                </a:solidFill>
                <a:latin typeface="Arial"/>
                <a:ea typeface="Arial"/>
                <a:cs typeface="Arial"/>
              </a:defRPr>
            </a:defPPr>
            <a:lvl1pPr algn="l">
              <a:defRPr sz="1725" b="1">
                <a:solidFill>
                  <a:srgbClr val="000000"/>
                </a:solidFill>
                <a:latin typeface="Arial"/>
                <a:ea typeface="Arial"/>
                <a:cs typeface="Arial"/>
              </a:defRPr>
            </a:lvl1pPr>
            <a:lvl2pPr algn="l">
              <a:defRPr sz="1725" b="1">
                <a:solidFill>
                  <a:srgbClr val="000000"/>
                </a:solidFill>
                <a:latin typeface="Arial"/>
                <a:ea typeface="Arial"/>
                <a:cs typeface="Arial"/>
              </a:defRPr>
            </a:lvl2pPr>
            <a:lvl3pPr algn="l">
              <a:defRPr sz="1725" b="1">
                <a:solidFill>
                  <a:srgbClr val="000000"/>
                </a:solidFill>
                <a:latin typeface="Arial"/>
                <a:ea typeface="Arial"/>
                <a:cs typeface="Arial"/>
              </a:defRPr>
            </a:lvl3pPr>
            <a:lvl4pPr algn="l">
              <a:defRPr sz="1725" b="1">
                <a:solidFill>
                  <a:srgbClr val="000000"/>
                </a:solidFill>
                <a:latin typeface="Arial"/>
                <a:ea typeface="Arial"/>
                <a:cs typeface="Arial"/>
              </a:defRPr>
            </a:lvl4pPr>
            <a:lvl5pPr algn="l">
              <a:defRPr sz="1725" b="1">
                <a:solidFill>
                  <a:srgbClr val="000000"/>
                </a:solidFill>
                <a:latin typeface="Arial"/>
                <a:ea typeface="Arial"/>
                <a:cs typeface="Arial"/>
              </a:defRPr>
            </a:lvl5pPr>
            <a:lvl6pPr algn="l">
              <a:defRPr sz="1725" b="1">
                <a:solidFill>
                  <a:srgbClr val="000000"/>
                </a:solidFill>
                <a:latin typeface="Arial"/>
                <a:ea typeface="Arial"/>
                <a:cs typeface="Arial"/>
              </a:defRPr>
            </a:lvl6pPr>
            <a:lvl7pPr algn="l">
              <a:defRPr sz="1725" b="1">
                <a:solidFill>
                  <a:srgbClr val="000000"/>
                </a:solidFill>
                <a:latin typeface="Arial"/>
                <a:ea typeface="Arial"/>
                <a:cs typeface="Arial"/>
              </a:defRPr>
            </a:lvl7pPr>
            <a:lvl8pPr algn="l">
              <a:defRPr sz="1725" b="1">
                <a:solidFill>
                  <a:srgbClr val="000000"/>
                </a:solidFill>
                <a:latin typeface="Arial"/>
                <a:ea typeface="Arial"/>
                <a:cs typeface="Arial"/>
              </a:defRPr>
            </a:lvl8pPr>
            <a:lvl9pPr algn="l">
              <a:defRPr sz="1725" b="1">
                <a:solidFill>
                  <a:srgbClr val="000000"/>
                </a:solidFill>
                <a:latin typeface="Arial"/>
                <a:ea typeface="Arial"/>
                <a:cs typeface="Arial"/>
              </a:defRPr>
            </a:lvl9pPr>
          </a:lstStyle>
          <a:p xmlns:a="http://schemas.openxmlformats.org/drawingml/2006/main">
            <a:pPr algn="l">
              <a:defRPr sz="1725" b="1">
                <a:solidFill>
                  <a:srgbClr val="000000"/>
                </a:solidFill>
                <a:latin typeface="Arial"/>
                <a:ea typeface="Arial"/>
                <a:cs typeface="Arial"/>
              </a:defRPr>
            </a:pPr>
            <a:r>
              <a:rPr sz="1725" b="1">
                <a:solidFill>
                  <a:srgbClr val="000000"/>
                </a:solidFill>
                <a:latin typeface="Arial"/>
                <a:ea typeface="Arial"/>
                <a:cs typeface="Arial"/>
              </a:rPr>
              <a:t>(c) ST-MTM</a:t>
            </a:r>
          </a:p>
        </p:txBody>
      </p:sp>
      <p:sp>
        <p:nvSpPr>
          <p:cNvPr id="185" name="Native map coordinate">
            <a:extLst xmlns:a="http://schemas.openxmlformats.org/drawingml/2006/main">
              <a:ext uri="{FF2B5EF4-FFF2-40B4-BE49-F238E27FC236}">
                <a16:creationId xmlns:a16="http://schemas.microsoft.com/office/drawing/2014/main" id="{3AB2284A-2BCE-46BD-A6B8-3D2FCEF325EB}"/>
              </a:ext>
            </a:extLst>
          </p:cNvPr>
          <p:cNvSpPr>
            <a:spLocks xmlns:a="http://schemas.openxmlformats.org/drawingml/2006/main" noGrp="1"/>
          </p:cNvSpPr>
          <p:nvPr/>
        </p:nvSpPr>
        <p:spPr>
          <a:xfrm xmlns:a="http://schemas.openxmlformats.org/drawingml/2006/main">
            <a:off x="4695825" y="3324225"/>
            <a:ext cx="3143250" cy="2190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350" b="0">
                <a:solidFill>
                  <a:srgbClr val="000000"/>
                </a:solidFill>
                <a:latin typeface="Arial"/>
                <a:ea typeface="Arial"/>
                <a:cs typeface="Arial"/>
              </a:defRPr>
            </a:defPPr>
            <a:lvl1pPr algn="l">
              <a:defRPr sz="1350" b="0">
                <a:solidFill>
                  <a:srgbClr val="000000"/>
                </a:solidFill>
                <a:latin typeface="Arial"/>
                <a:ea typeface="Arial"/>
                <a:cs typeface="Arial"/>
              </a:defRPr>
            </a:lvl1pPr>
            <a:lvl2pPr algn="l">
              <a:defRPr sz="1350" b="0">
                <a:solidFill>
                  <a:srgbClr val="000000"/>
                </a:solidFill>
                <a:latin typeface="Arial"/>
                <a:ea typeface="Arial"/>
                <a:cs typeface="Arial"/>
              </a:defRPr>
            </a:lvl2pPr>
            <a:lvl3pPr algn="l">
              <a:defRPr sz="1350" b="0">
                <a:solidFill>
                  <a:srgbClr val="000000"/>
                </a:solidFill>
                <a:latin typeface="Arial"/>
                <a:ea typeface="Arial"/>
                <a:cs typeface="Arial"/>
              </a:defRPr>
            </a:lvl3pPr>
            <a:lvl4pPr algn="l">
              <a:defRPr sz="1350" b="0">
                <a:solidFill>
                  <a:srgbClr val="000000"/>
                </a:solidFill>
                <a:latin typeface="Arial"/>
                <a:ea typeface="Arial"/>
                <a:cs typeface="Arial"/>
              </a:defRPr>
            </a:lvl4pPr>
            <a:lvl5pPr algn="l">
              <a:defRPr sz="1350" b="0">
                <a:solidFill>
                  <a:srgbClr val="000000"/>
                </a:solidFill>
                <a:latin typeface="Arial"/>
                <a:ea typeface="Arial"/>
                <a:cs typeface="Arial"/>
              </a:defRPr>
            </a:lvl5pPr>
            <a:lvl6pPr algn="l">
              <a:defRPr sz="1350" b="0">
                <a:solidFill>
                  <a:srgbClr val="000000"/>
                </a:solidFill>
                <a:latin typeface="Arial"/>
                <a:ea typeface="Arial"/>
                <a:cs typeface="Arial"/>
              </a:defRPr>
            </a:lvl6pPr>
            <a:lvl7pPr algn="l">
              <a:defRPr sz="1350" b="0">
                <a:solidFill>
                  <a:srgbClr val="000000"/>
                </a:solidFill>
                <a:latin typeface="Arial"/>
                <a:ea typeface="Arial"/>
                <a:cs typeface="Arial"/>
              </a:defRPr>
            </a:lvl7pPr>
            <a:lvl8pPr algn="l">
              <a:defRPr sz="1350" b="0">
                <a:solidFill>
                  <a:srgbClr val="000000"/>
                </a:solidFill>
                <a:latin typeface="Arial"/>
                <a:ea typeface="Arial"/>
                <a:cs typeface="Arial"/>
              </a:defRPr>
            </a:lvl8pPr>
            <a:lvl9pPr algn="l">
              <a:defRPr sz="1350" b="0">
                <a:solidFill>
                  <a:srgbClr val="000000"/>
                </a:solidFill>
                <a:latin typeface="Arial"/>
                <a:ea typeface="Arial"/>
                <a:cs typeface="Arial"/>
              </a:defRPr>
            </a:lvl9pPr>
          </a:lstStyle>
          <a:p xmlns:a="http://schemas.openxmlformats.org/drawingml/2006/main">
            <a:pPr algn="l">
              <a:defRPr sz="1350" b="0">
                <a:solidFill>
                  <a:srgbClr val="000000"/>
                </a:solidFill>
                <a:latin typeface="Arial"/>
                <a:ea typeface="Arial"/>
                <a:cs typeface="Arial"/>
              </a:defRPr>
            </a:pPr>
            <a:r>
              <a:rPr sz="1350" b="0">
                <a:solidFill>
                  <a:srgbClr val="000000"/>
                </a:solidFill>
                <a:latin typeface="Arial"/>
                <a:ea typeface="Arial"/>
                <a:cs typeface="Arial"/>
              </a:rPr>
              <a:t>Native map coordinate</a:t>
            </a:r>
          </a:p>
        </p:txBody>
      </p:sp>
      <p:pic>
        <p:nvPicPr>
          <p:cNvPr id="186" name="">
            <a:extLst xmlns:a="http://schemas.openxmlformats.org/drawingml/2006/main">
              <a:ext uri="{FF2B5EF4-FFF2-40B4-BE49-F238E27FC236}">
                <a16:creationId xmlns:a16="http://schemas.microsoft.com/office/drawing/2014/main" id="{6BB98AEC-E73D-4393-91D7-B4999AA36395}"/>
              </a:ext>
            </a:extLst>
          </p:cNvPr>
          <p:cNvPicPr>
            <a:picLocks xmlns:a="http://schemas.openxmlformats.org/drawingml/2006/main" noChangeAspect="1"/>
          </p:cNvPicPr>
          <p:nvPr/>
        </p:nvPicPr>
        <p:blipFill>
          <a:blip xmlns:r="http://schemas.openxmlformats.org/officeDocument/2006/relationships" xmlns:a="http://schemas.openxmlformats.org/drawingml/2006/main" r:embed="R4eaf2762797f40fe"/>
          <a:stretch xmlns:a="http://schemas.openxmlformats.org/drawingml/2006/main"/>
        </p:blipFill>
        <p:spPr>
          <a:xfrm xmlns:a="http://schemas.openxmlformats.org/drawingml/2006/main">
            <a:off x="4695825" y="3552825"/>
            <a:ext cx="3143250" cy="1809750"/>
          </a:xfrm>
          <a:prstGeom xmlns:a="http://schemas.openxmlformats.org/drawingml/2006/main" prst="rect">
            <a:avLst/>
          </a:prstGeom>
        </p:spPr>
      </p:pic>
      <p:sp>
        <p:nvSpPr>
          <p:cNvPr id="187" name="Snapshot time guide 12">
            <a:extLst xmlns:a="http://schemas.openxmlformats.org/drawingml/2006/main">
              <a:ext uri="{FF2B5EF4-FFF2-40B4-BE49-F238E27FC236}">
                <a16:creationId xmlns:a16="http://schemas.microsoft.com/office/drawing/2014/main" id="{78A146D8-14CA-4B02-ACE9-C250C8C52A45}"/>
              </a:ext>
            </a:extLst>
          </p:cNvPr>
          <p:cNvSpPr>
            <a:spLocks xmlns:a="http://schemas.openxmlformats.org/drawingml/2006/main" noGrp="1"/>
          </p:cNvSpPr>
          <p:nvPr/>
        </p:nvSpPr>
        <p:spPr>
          <a:xfrm xmlns:a="http://schemas.openxmlformats.org/drawingml/2006/main">
            <a:off x="5294539" y="3552825"/>
            <a:ext cx="95" cy="1809750"/>
          </a:xfrm>
          <a:custGeom xmlns:a="http://schemas.openxmlformats.org/drawingml/2006/main">
            <a:pathLst>
              <a:path w="95" h="1809750">
                <a:moveTo>
                  <a:pt x="0" y="1809750"/>
                </a:moveTo>
                <a:lnTo>
                  <a:pt x="0" y="0"/>
                </a:lnTo>
              </a:path>
            </a:pathLst>
          </a:custGeom>
          <a:noFill xmlns:a="http://schemas.openxmlformats.org/drawingml/2006/main"/>
          <a:ln xmlns:a="http://schemas.openxmlformats.org/drawingml/2006/main" w="5715">
            <a:solidFill>
              <a:srgbClr val="91ADB2"/>
            </a:solidFill>
            <a:prstDash val="dash"/>
          </a:ln>
        </p:spPr>
      </p:sp>
      <p:sp>
        <p:nvSpPr>
          <p:cNvPr id="188" name="Snapshot time guide 25">
            <a:extLst xmlns:a="http://schemas.openxmlformats.org/drawingml/2006/main">
              <a:ext uri="{FF2B5EF4-FFF2-40B4-BE49-F238E27FC236}">
                <a16:creationId xmlns:a16="http://schemas.microsoft.com/office/drawing/2014/main" id="{49FB7E6B-B5A0-4FA2-8018-93DB647FBE6A}"/>
              </a:ext>
            </a:extLst>
          </p:cNvPr>
          <p:cNvSpPr>
            <a:spLocks xmlns:a="http://schemas.openxmlformats.org/drawingml/2006/main" noGrp="1"/>
          </p:cNvSpPr>
          <p:nvPr/>
        </p:nvSpPr>
        <p:spPr>
          <a:xfrm xmlns:a="http://schemas.openxmlformats.org/drawingml/2006/main">
            <a:off x="5943146" y="3552825"/>
            <a:ext cx="95" cy="1809750"/>
          </a:xfrm>
          <a:custGeom xmlns:a="http://schemas.openxmlformats.org/drawingml/2006/main">
            <a:pathLst>
              <a:path w="95" h="1809750">
                <a:moveTo>
                  <a:pt x="0" y="1809750"/>
                </a:moveTo>
                <a:lnTo>
                  <a:pt x="0" y="0"/>
                </a:lnTo>
              </a:path>
            </a:pathLst>
          </a:custGeom>
          <a:noFill xmlns:a="http://schemas.openxmlformats.org/drawingml/2006/main"/>
          <a:ln xmlns:a="http://schemas.openxmlformats.org/drawingml/2006/main" w="5715">
            <a:solidFill>
              <a:srgbClr val="91ADB2"/>
            </a:solidFill>
            <a:prstDash val="dash"/>
          </a:ln>
        </p:spPr>
      </p:sp>
      <p:sp>
        <p:nvSpPr>
          <p:cNvPr id="189" name="Snapshot time guide 38">
            <a:extLst xmlns:a="http://schemas.openxmlformats.org/drawingml/2006/main">
              <a:ext uri="{FF2B5EF4-FFF2-40B4-BE49-F238E27FC236}">
                <a16:creationId xmlns:a16="http://schemas.microsoft.com/office/drawing/2014/main" id="{C2ADC6E1-E5FC-4A44-915F-328608DE5BE2}"/>
              </a:ext>
            </a:extLst>
          </p:cNvPr>
          <p:cNvSpPr>
            <a:spLocks xmlns:a="http://schemas.openxmlformats.org/drawingml/2006/main" noGrp="1"/>
          </p:cNvSpPr>
          <p:nvPr/>
        </p:nvSpPr>
        <p:spPr>
          <a:xfrm xmlns:a="http://schemas.openxmlformats.org/drawingml/2006/main">
            <a:off x="6591754" y="3552825"/>
            <a:ext cx="95" cy="1809750"/>
          </a:xfrm>
          <a:custGeom xmlns:a="http://schemas.openxmlformats.org/drawingml/2006/main">
            <a:pathLst>
              <a:path w="95" h="1809750">
                <a:moveTo>
                  <a:pt x="0" y="1809750"/>
                </a:moveTo>
                <a:lnTo>
                  <a:pt x="0" y="0"/>
                </a:lnTo>
              </a:path>
            </a:pathLst>
          </a:custGeom>
          <a:noFill xmlns:a="http://schemas.openxmlformats.org/drawingml/2006/main"/>
          <a:ln xmlns:a="http://schemas.openxmlformats.org/drawingml/2006/main" w="5715">
            <a:solidFill>
              <a:srgbClr val="91ADB2"/>
            </a:solidFill>
            <a:prstDash val="dash"/>
          </a:ln>
        </p:spPr>
      </p:sp>
      <p:sp>
        <p:nvSpPr>
          <p:cNvPr id="190" name="Snapshot time guide 51">
            <a:extLst xmlns:a="http://schemas.openxmlformats.org/drawingml/2006/main">
              <a:ext uri="{FF2B5EF4-FFF2-40B4-BE49-F238E27FC236}">
                <a16:creationId xmlns:a16="http://schemas.microsoft.com/office/drawing/2014/main" id="{74E9B14E-C044-46B1-AEB2-7EC7C11703D7}"/>
              </a:ext>
            </a:extLst>
          </p:cNvPr>
          <p:cNvSpPr>
            <a:spLocks xmlns:a="http://schemas.openxmlformats.org/drawingml/2006/main" noGrp="1"/>
          </p:cNvSpPr>
          <p:nvPr/>
        </p:nvSpPr>
        <p:spPr>
          <a:xfrm xmlns:a="http://schemas.openxmlformats.org/drawingml/2006/main">
            <a:off x="7240361" y="3552825"/>
            <a:ext cx="95" cy="1809750"/>
          </a:xfrm>
          <a:custGeom xmlns:a="http://schemas.openxmlformats.org/drawingml/2006/main">
            <a:pathLst>
              <a:path w="95" h="1809750">
                <a:moveTo>
                  <a:pt x="0" y="1809750"/>
                </a:moveTo>
                <a:lnTo>
                  <a:pt x="0" y="0"/>
                </a:lnTo>
              </a:path>
            </a:pathLst>
          </a:custGeom>
          <a:noFill xmlns:a="http://schemas.openxmlformats.org/drawingml/2006/main"/>
          <a:ln xmlns:a="http://schemas.openxmlformats.org/drawingml/2006/main" w="5715">
            <a:solidFill>
              <a:srgbClr val="91ADB2"/>
            </a:solidFill>
            <a:prstDash val="dash"/>
          </a:ln>
        </p:spPr>
      </p:sp>
      <p:sp>
        <p:nvSpPr>
          <p:cNvPr id="191" name="ST-MTM A black label">
            <a:extLst xmlns:a="http://schemas.openxmlformats.org/drawingml/2006/main">
              <a:ext uri="{FF2B5EF4-FFF2-40B4-BE49-F238E27FC236}">
                <a16:creationId xmlns:a16="http://schemas.microsoft.com/office/drawing/2014/main" id="{42CAA9F5-CEF1-4255-80F6-B000103DFB20}"/>
              </a:ext>
            </a:extLst>
          </p:cNvPr>
          <p:cNvSpPr>
            <a:spLocks xmlns:a="http://schemas.openxmlformats.org/drawingml/2006/main" noGrp="1"/>
          </p:cNvSpPr>
          <p:nvPr/>
        </p:nvSpPr>
        <p:spPr>
          <a:xfrm xmlns:a="http://schemas.openxmlformats.org/drawingml/2006/main">
            <a:off x="7915275" y="4814486"/>
            <a:ext cx="257175"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575" b="1">
                <a:solidFill>
                  <a:srgbClr val="000000"/>
                </a:solidFill>
                <a:latin typeface="Arial"/>
                <a:ea typeface="Arial"/>
                <a:cs typeface="Arial"/>
              </a:defRPr>
            </a:defPPr>
            <a:lvl1pPr algn="l">
              <a:defRPr sz="1575" b="1">
                <a:solidFill>
                  <a:srgbClr val="000000"/>
                </a:solidFill>
                <a:latin typeface="Arial"/>
                <a:ea typeface="Arial"/>
                <a:cs typeface="Arial"/>
              </a:defRPr>
            </a:lvl1pPr>
            <a:lvl2pPr algn="l">
              <a:defRPr sz="1575" b="1">
                <a:solidFill>
                  <a:srgbClr val="000000"/>
                </a:solidFill>
                <a:latin typeface="Arial"/>
                <a:ea typeface="Arial"/>
                <a:cs typeface="Arial"/>
              </a:defRPr>
            </a:lvl2pPr>
            <a:lvl3pPr algn="l">
              <a:defRPr sz="1575" b="1">
                <a:solidFill>
                  <a:srgbClr val="000000"/>
                </a:solidFill>
                <a:latin typeface="Arial"/>
                <a:ea typeface="Arial"/>
                <a:cs typeface="Arial"/>
              </a:defRPr>
            </a:lvl3pPr>
            <a:lvl4pPr algn="l">
              <a:defRPr sz="1575" b="1">
                <a:solidFill>
                  <a:srgbClr val="000000"/>
                </a:solidFill>
                <a:latin typeface="Arial"/>
                <a:ea typeface="Arial"/>
                <a:cs typeface="Arial"/>
              </a:defRPr>
            </a:lvl4pPr>
            <a:lvl5pPr algn="l">
              <a:defRPr sz="1575" b="1">
                <a:solidFill>
                  <a:srgbClr val="000000"/>
                </a:solidFill>
                <a:latin typeface="Arial"/>
                <a:ea typeface="Arial"/>
                <a:cs typeface="Arial"/>
              </a:defRPr>
            </a:lvl5pPr>
            <a:lvl6pPr algn="l">
              <a:defRPr sz="1575" b="1">
                <a:solidFill>
                  <a:srgbClr val="000000"/>
                </a:solidFill>
                <a:latin typeface="Arial"/>
                <a:ea typeface="Arial"/>
                <a:cs typeface="Arial"/>
              </a:defRPr>
            </a:lvl6pPr>
            <a:lvl7pPr algn="l">
              <a:defRPr sz="1575" b="1">
                <a:solidFill>
                  <a:srgbClr val="000000"/>
                </a:solidFill>
                <a:latin typeface="Arial"/>
                <a:ea typeface="Arial"/>
                <a:cs typeface="Arial"/>
              </a:defRPr>
            </a:lvl7pPr>
            <a:lvl8pPr algn="l">
              <a:defRPr sz="1575" b="1">
                <a:solidFill>
                  <a:srgbClr val="000000"/>
                </a:solidFill>
                <a:latin typeface="Arial"/>
                <a:ea typeface="Arial"/>
                <a:cs typeface="Arial"/>
              </a:defRPr>
            </a:lvl8pPr>
            <a:lvl9pPr algn="l">
              <a:defRPr sz="1575" b="1">
                <a:solidFill>
                  <a:srgbClr val="000000"/>
                </a:solidFill>
                <a:latin typeface="Arial"/>
                <a:ea typeface="Arial"/>
                <a:cs typeface="Arial"/>
              </a:defRPr>
            </a:lvl9pPr>
          </a:lstStyle>
          <a:p xmlns:a="http://schemas.openxmlformats.org/drawingml/2006/main">
            <a:pPr algn="l">
              <a:defRPr sz="1575" b="1">
                <a:solidFill>
                  <a:srgbClr val="000000"/>
                </a:solidFill>
                <a:latin typeface="Arial"/>
                <a:ea typeface="Arial"/>
                <a:cs typeface="Arial"/>
              </a:defRPr>
            </a:pPr>
            <a:r>
              <a:rPr sz="1575" b="1">
                <a:solidFill>
                  <a:srgbClr val="000000"/>
                </a:solidFill>
                <a:latin typeface="Arial"/>
                <a:ea typeface="Arial"/>
                <a:cs typeface="Arial"/>
              </a:rPr>
              <a:t>A</a:t>
            </a:r>
          </a:p>
        </p:txBody>
      </p:sp>
      <p:sp>
        <p:nvSpPr>
          <p:cNvPr id="192" name="ST-MTM B black label">
            <a:extLst xmlns:a="http://schemas.openxmlformats.org/drawingml/2006/main">
              <a:ext uri="{FF2B5EF4-FFF2-40B4-BE49-F238E27FC236}">
                <a16:creationId xmlns:a16="http://schemas.microsoft.com/office/drawing/2014/main" id="{2ECAE6C3-5C87-4AAD-8BB5-4A899CC099F7}"/>
              </a:ext>
            </a:extLst>
          </p:cNvPr>
          <p:cNvSpPr>
            <a:spLocks xmlns:a="http://schemas.openxmlformats.org/drawingml/2006/main" noGrp="1"/>
          </p:cNvSpPr>
          <p:nvPr/>
        </p:nvSpPr>
        <p:spPr>
          <a:xfrm xmlns:a="http://schemas.openxmlformats.org/drawingml/2006/main">
            <a:off x="7915275" y="4334096"/>
            <a:ext cx="257175"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575" b="1">
                <a:solidFill>
                  <a:srgbClr val="000000"/>
                </a:solidFill>
                <a:latin typeface="Arial"/>
                <a:ea typeface="Arial"/>
                <a:cs typeface="Arial"/>
              </a:defRPr>
            </a:defPPr>
            <a:lvl1pPr algn="l">
              <a:defRPr sz="1575" b="1">
                <a:solidFill>
                  <a:srgbClr val="000000"/>
                </a:solidFill>
                <a:latin typeface="Arial"/>
                <a:ea typeface="Arial"/>
                <a:cs typeface="Arial"/>
              </a:defRPr>
            </a:lvl1pPr>
            <a:lvl2pPr algn="l">
              <a:defRPr sz="1575" b="1">
                <a:solidFill>
                  <a:srgbClr val="000000"/>
                </a:solidFill>
                <a:latin typeface="Arial"/>
                <a:ea typeface="Arial"/>
                <a:cs typeface="Arial"/>
              </a:defRPr>
            </a:lvl2pPr>
            <a:lvl3pPr algn="l">
              <a:defRPr sz="1575" b="1">
                <a:solidFill>
                  <a:srgbClr val="000000"/>
                </a:solidFill>
                <a:latin typeface="Arial"/>
                <a:ea typeface="Arial"/>
                <a:cs typeface="Arial"/>
              </a:defRPr>
            </a:lvl3pPr>
            <a:lvl4pPr algn="l">
              <a:defRPr sz="1575" b="1">
                <a:solidFill>
                  <a:srgbClr val="000000"/>
                </a:solidFill>
                <a:latin typeface="Arial"/>
                <a:ea typeface="Arial"/>
                <a:cs typeface="Arial"/>
              </a:defRPr>
            </a:lvl4pPr>
            <a:lvl5pPr algn="l">
              <a:defRPr sz="1575" b="1">
                <a:solidFill>
                  <a:srgbClr val="000000"/>
                </a:solidFill>
                <a:latin typeface="Arial"/>
                <a:ea typeface="Arial"/>
                <a:cs typeface="Arial"/>
              </a:defRPr>
            </a:lvl5pPr>
            <a:lvl6pPr algn="l">
              <a:defRPr sz="1575" b="1">
                <a:solidFill>
                  <a:srgbClr val="000000"/>
                </a:solidFill>
                <a:latin typeface="Arial"/>
                <a:ea typeface="Arial"/>
                <a:cs typeface="Arial"/>
              </a:defRPr>
            </a:lvl6pPr>
            <a:lvl7pPr algn="l">
              <a:defRPr sz="1575" b="1">
                <a:solidFill>
                  <a:srgbClr val="000000"/>
                </a:solidFill>
                <a:latin typeface="Arial"/>
                <a:ea typeface="Arial"/>
                <a:cs typeface="Arial"/>
              </a:defRPr>
            </a:lvl7pPr>
            <a:lvl8pPr algn="l">
              <a:defRPr sz="1575" b="1">
                <a:solidFill>
                  <a:srgbClr val="000000"/>
                </a:solidFill>
                <a:latin typeface="Arial"/>
                <a:ea typeface="Arial"/>
                <a:cs typeface="Arial"/>
              </a:defRPr>
            </a:lvl8pPr>
            <a:lvl9pPr algn="l">
              <a:defRPr sz="1575" b="1">
                <a:solidFill>
                  <a:srgbClr val="000000"/>
                </a:solidFill>
                <a:latin typeface="Arial"/>
                <a:ea typeface="Arial"/>
                <a:cs typeface="Arial"/>
              </a:defRPr>
            </a:lvl9pPr>
          </a:lstStyle>
          <a:p xmlns:a="http://schemas.openxmlformats.org/drawingml/2006/main">
            <a:pPr algn="l">
              <a:defRPr sz="1575" b="1">
                <a:solidFill>
                  <a:srgbClr val="000000"/>
                </a:solidFill>
                <a:latin typeface="Arial"/>
                <a:ea typeface="Arial"/>
                <a:cs typeface="Arial"/>
              </a:defRPr>
            </a:pPr>
            <a:r>
              <a:rPr sz="1575" b="1">
                <a:solidFill>
                  <a:srgbClr val="000000"/>
                </a:solidFill>
                <a:latin typeface="Arial"/>
                <a:ea typeface="Arial"/>
                <a:cs typeface="Arial"/>
              </a:rPr>
              <a:t>B</a:t>
            </a:r>
          </a:p>
        </p:txBody>
      </p:sp>
      <p:sp>
        <p:nvSpPr>
          <p:cNvPr id="193" name="ST-MTM C black label">
            <a:extLst xmlns:a="http://schemas.openxmlformats.org/drawingml/2006/main">
              <a:ext uri="{FF2B5EF4-FFF2-40B4-BE49-F238E27FC236}">
                <a16:creationId xmlns:a16="http://schemas.microsoft.com/office/drawing/2014/main" id="{F2E7D2AB-6EE1-4A40-98C3-3EB6CEBDEF0A}"/>
              </a:ext>
            </a:extLst>
          </p:cNvPr>
          <p:cNvSpPr>
            <a:spLocks xmlns:a="http://schemas.openxmlformats.org/drawingml/2006/main" noGrp="1"/>
          </p:cNvSpPr>
          <p:nvPr/>
        </p:nvSpPr>
        <p:spPr>
          <a:xfrm xmlns:a="http://schemas.openxmlformats.org/drawingml/2006/main">
            <a:off x="7915275" y="3853264"/>
            <a:ext cx="257175"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575" b="1">
                <a:solidFill>
                  <a:srgbClr val="000000"/>
                </a:solidFill>
                <a:latin typeface="Arial"/>
                <a:ea typeface="Arial"/>
                <a:cs typeface="Arial"/>
              </a:defRPr>
            </a:defPPr>
            <a:lvl1pPr algn="l">
              <a:defRPr sz="1575" b="1">
                <a:solidFill>
                  <a:srgbClr val="000000"/>
                </a:solidFill>
                <a:latin typeface="Arial"/>
                <a:ea typeface="Arial"/>
                <a:cs typeface="Arial"/>
              </a:defRPr>
            </a:lvl1pPr>
            <a:lvl2pPr algn="l">
              <a:defRPr sz="1575" b="1">
                <a:solidFill>
                  <a:srgbClr val="000000"/>
                </a:solidFill>
                <a:latin typeface="Arial"/>
                <a:ea typeface="Arial"/>
                <a:cs typeface="Arial"/>
              </a:defRPr>
            </a:lvl2pPr>
            <a:lvl3pPr algn="l">
              <a:defRPr sz="1575" b="1">
                <a:solidFill>
                  <a:srgbClr val="000000"/>
                </a:solidFill>
                <a:latin typeface="Arial"/>
                <a:ea typeface="Arial"/>
                <a:cs typeface="Arial"/>
              </a:defRPr>
            </a:lvl3pPr>
            <a:lvl4pPr algn="l">
              <a:defRPr sz="1575" b="1">
                <a:solidFill>
                  <a:srgbClr val="000000"/>
                </a:solidFill>
                <a:latin typeface="Arial"/>
                <a:ea typeface="Arial"/>
                <a:cs typeface="Arial"/>
              </a:defRPr>
            </a:lvl4pPr>
            <a:lvl5pPr algn="l">
              <a:defRPr sz="1575" b="1">
                <a:solidFill>
                  <a:srgbClr val="000000"/>
                </a:solidFill>
                <a:latin typeface="Arial"/>
                <a:ea typeface="Arial"/>
                <a:cs typeface="Arial"/>
              </a:defRPr>
            </a:lvl5pPr>
            <a:lvl6pPr algn="l">
              <a:defRPr sz="1575" b="1">
                <a:solidFill>
                  <a:srgbClr val="000000"/>
                </a:solidFill>
                <a:latin typeface="Arial"/>
                <a:ea typeface="Arial"/>
                <a:cs typeface="Arial"/>
              </a:defRPr>
            </a:lvl6pPr>
            <a:lvl7pPr algn="l">
              <a:defRPr sz="1575" b="1">
                <a:solidFill>
                  <a:srgbClr val="000000"/>
                </a:solidFill>
                <a:latin typeface="Arial"/>
                <a:ea typeface="Arial"/>
                <a:cs typeface="Arial"/>
              </a:defRPr>
            </a:lvl7pPr>
            <a:lvl8pPr algn="l">
              <a:defRPr sz="1575" b="1">
                <a:solidFill>
                  <a:srgbClr val="000000"/>
                </a:solidFill>
                <a:latin typeface="Arial"/>
                <a:ea typeface="Arial"/>
                <a:cs typeface="Arial"/>
              </a:defRPr>
            </a:lvl8pPr>
            <a:lvl9pPr algn="l">
              <a:defRPr sz="1575" b="1">
                <a:solidFill>
                  <a:srgbClr val="000000"/>
                </a:solidFill>
                <a:latin typeface="Arial"/>
                <a:ea typeface="Arial"/>
                <a:cs typeface="Arial"/>
              </a:defRPr>
            </a:lvl9pPr>
          </a:lstStyle>
          <a:p xmlns:a="http://schemas.openxmlformats.org/drawingml/2006/main">
            <a:pPr algn="l">
              <a:defRPr sz="1575" b="1">
                <a:solidFill>
                  <a:srgbClr val="000000"/>
                </a:solidFill>
                <a:latin typeface="Arial"/>
                <a:ea typeface="Arial"/>
                <a:cs typeface="Arial"/>
              </a:defRPr>
            </a:pPr>
            <a:r>
              <a:rPr sz="1575" b="1">
                <a:solidFill>
                  <a:srgbClr val="000000"/>
                </a:solidFill>
                <a:latin typeface="Arial"/>
                <a:ea typeface="Arial"/>
                <a:cs typeface="Arial"/>
              </a:rPr>
              <a:t>C</a:t>
            </a:r>
          </a:p>
        </p:txBody>
      </p:sp>
      <p:sp>
        <p:nvSpPr>
          <p:cNvPr id="194" name="Scientific domain frame">
            <a:extLst xmlns:a="http://schemas.openxmlformats.org/drawingml/2006/main">
              <a:ext uri="{FF2B5EF4-FFF2-40B4-BE49-F238E27FC236}">
                <a16:creationId xmlns:a16="http://schemas.microsoft.com/office/drawing/2014/main" id="{68070EFC-5A46-4C15-8F02-0010E21179C2}"/>
              </a:ext>
            </a:extLst>
          </p:cNvPr>
          <p:cNvSpPr>
            <a:spLocks xmlns:a="http://schemas.openxmlformats.org/drawingml/2006/main" noGrp="1"/>
          </p:cNvSpPr>
          <p:nvPr/>
        </p:nvSpPr>
        <p:spPr>
          <a:xfrm xmlns:a="http://schemas.openxmlformats.org/drawingml/2006/main">
            <a:off x="4695825" y="3552825"/>
            <a:ext cx="3143250" cy="1809750"/>
          </a:xfrm>
          <a:prstGeom xmlns:a="http://schemas.openxmlformats.org/drawingml/2006/main" prst="rect">
            <a:avLst/>
          </a:prstGeom>
          <a:noFill xmlns:a="http://schemas.openxmlformats.org/drawingml/2006/main"/>
          <a:ln xmlns:a="http://schemas.openxmlformats.org/drawingml/2006/main" w="7620">
            <a:solidFill>
              <a:srgbClr val="000000"/>
            </a:solidFill>
          </a:ln>
        </p:spPr>
      </p:sp>
      <p:sp>
        <p:nvSpPr>
          <p:cNvPr id="195" name="Scientific line">
            <a:extLst xmlns:a="http://schemas.openxmlformats.org/drawingml/2006/main">
              <a:ext uri="{FF2B5EF4-FFF2-40B4-BE49-F238E27FC236}">
                <a16:creationId xmlns:a16="http://schemas.microsoft.com/office/drawing/2014/main" id="{039E5F5B-E276-4429-AB53-A7CB96494E3F}"/>
              </a:ext>
            </a:extLst>
          </p:cNvPr>
          <p:cNvSpPr>
            <a:spLocks xmlns:a="http://schemas.openxmlformats.org/drawingml/2006/main" noGrp="1"/>
          </p:cNvSpPr>
          <p:nvPr/>
        </p:nvSpPr>
        <p:spPr>
          <a:xfrm xmlns:a="http://schemas.openxmlformats.org/drawingml/2006/main">
            <a:off x="4695825" y="5362575"/>
            <a:ext cx="95" cy="47625"/>
          </a:xfrm>
          <a:custGeom xmlns:a="http://schemas.openxmlformats.org/drawingml/2006/main">
            <a:pathLst>
              <a:path w="95" h="47625">
                <a:moveTo>
                  <a:pt x="0" y="0"/>
                </a:moveTo>
                <a:lnTo>
                  <a:pt x="0" y="47625"/>
                </a:lnTo>
              </a:path>
            </a:pathLst>
          </a:custGeom>
          <a:noFill xmlns:a="http://schemas.openxmlformats.org/drawingml/2006/main"/>
          <a:ln xmlns:a="http://schemas.openxmlformats.org/drawingml/2006/main" w="9525">
            <a:solidFill>
              <a:srgbClr val="000000"/>
            </a:solidFill>
            <a:prstDash val="solid"/>
          </a:ln>
        </p:spPr>
      </p:sp>
      <p:sp>
        <p:nvSpPr>
          <p:cNvPr id="196" name="0">
            <a:extLst xmlns:a="http://schemas.openxmlformats.org/drawingml/2006/main">
              <a:ext uri="{FF2B5EF4-FFF2-40B4-BE49-F238E27FC236}">
                <a16:creationId xmlns:a16="http://schemas.microsoft.com/office/drawing/2014/main" id="{5A9116ED-4450-4BA4-9298-434E17827B32}"/>
              </a:ext>
            </a:extLst>
          </p:cNvPr>
          <p:cNvSpPr>
            <a:spLocks xmlns:a="http://schemas.openxmlformats.org/drawingml/2006/main" noGrp="1"/>
          </p:cNvSpPr>
          <p:nvPr/>
        </p:nvSpPr>
        <p:spPr>
          <a:xfrm xmlns:a="http://schemas.openxmlformats.org/drawingml/2006/main">
            <a:off x="4486275" y="5419725"/>
            <a:ext cx="41910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350" b="0">
                <a:solidFill>
                  <a:srgbClr val="000000"/>
                </a:solidFill>
                <a:latin typeface="Arial"/>
                <a:ea typeface="Arial"/>
                <a:cs typeface="Arial"/>
              </a:defRPr>
            </a:defPPr>
            <a:lvl1pPr algn="ctr">
              <a:defRPr sz="1350" b="0">
                <a:solidFill>
                  <a:srgbClr val="000000"/>
                </a:solidFill>
                <a:latin typeface="Arial"/>
                <a:ea typeface="Arial"/>
                <a:cs typeface="Arial"/>
              </a:defRPr>
            </a:lvl1pPr>
            <a:lvl2pPr algn="ctr">
              <a:defRPr sz="1350" b="0">
                <a:solidFill>
                  <a:srgbClr val="000000"/>
                </a:solidFill>
                <a:latin typeface="Arial"/>
                <a:ea typeface="Arial"/>
                <a:cs typeface="Arial"/>
              </a:defRPr>
            </a:lvl2pPr>
            <a:lvl3pPr algn="ctr">
              <a:defRPr sz="1350" b="0">
                <a:solidFill>
                  <a:srgbClr val="000000"/>
                </a:solidFill>
                <a:latin typeface="Arial"/>
                <a:ea typeface="Arial"/>
                <a:cs typeface="Arial"/>
              </a:defRPr>
            </a:lvl3pPr>
            <a:lvl4pPr algn="ctr">
              <a:defRPr sz="1350" b="0">
                <a:solidFill>
                  <a:srgbClr val="000000"/>
                </a:solidFill>
                <a:latin typeface="Arial"/>
                <a:ea typeface="Arial"/>
                <a:cs typeface="Arial"/>
              </a:defRPr>
            </a:lvl4pPr>
            <a:lvl5pPr algn="ctr">
              <a:defRPr sz="1350" b="0">
                <a:solidFill>
                  <a:srgbClr val="000000"/>
                </a:solidFill>
                <a:latin typeface="Arial"/>
                <a:ea typeface="Arial"/>
                <a:cs typeface="Arial"/>
              </a:defRPr>
            </a:lvl5pPr>
            <a:lvl6pPr algn="ctr">
              <a:defRPr sz="1350" b="0">
                <a:solidFill>
                  <a:srgbClr val="000000"/>
                </a:solidFill>
                <a:latin typeface="Arial"/>
                <a:ea typeface="Arial"/>
                <a:cs typeface="Arial"/>
              </a:defRPr>
            </a:lvl6pPr>
            <a:lvl7pPr algn="ctr">
              <a:defRPr sz="1350" b="0">
                <a:solidFill>
                  <a:srgbClr val="000000"/>
                </a:solidFill>
                <a:latin typeface="Arial"/>
                <a:ea typeface="Arial"/>
                <a:cs typeface="Arial"/>
              </a:defRPr>
            </a:lvl7pPr>
            <a:lvl8pPr algn="ctr">
              <a:defRPr sz="1350" b="0">
                <a:solidFill>
                  <a:srgbClr val="000000"/>
                </a:solidFill>
                <a:latin typeface="Arial"/>
                <a:ea typeface="Arial"/>
                <a:cs typeface="Arial"/>
              </a:defRPr>
            </a:lvl8pPr>
            <a:lvl9pPr algn="ctr">
              <a:defRPr sz="1350" b="0">
                <a:solidFill>
                  <a:srgbClr val="000000"/>
                </a:solidFill>
                <a:latin typeface="Arial"/>
                <a:ea typeface="Arial"/>
                <a:cs typeface="Arial"/>
              </a:defRPr>
            </a:lvl9pPr>
          </a:lstStyle>
          <a:p xmlns:a="http://schemas.openxmlformats.org/drawingml/2006/main">
            <a:pPr algn="ctr">
              <a:defRPr sz="1350" b="0">
                <a:solidFill>
                  <a:srgbClr val="000000"/>
                </a:solidFill>
                <a:latin typeface="Arial"/>
                <a:ea typeface="Arial"/>
                <a:cs typeface="Arial"/>
              </a:defRPr>
            </a:pPr>
            <a:r>
              <a:rPr sz="1350" b="0">
                <a:solidFill>
                  <a:srgbClr val="000000"/>
                </a:solidFill>
                <a:latin typeface="Arial"/>
                <a:ea typeface="Arial"/>
                <a:cs typeface="Arial"/>
              </a:rPr>
              <a:t>0</a:t>
            </a:r>
          </a:p>
        </p:txBody>
      </p:sp>
      <p:sp>
        <p:nvSpPr>
          <p:cNvPr id="197" name="Scientific line">
            <a:extLst xmlns:a="http://schemas.openxmlformats.org/drawingml/2006/main">
              <a:ext uri="{FF2B5EF4-FFF2-40B4-BE49-F238E27FC236}">
                <a16:creationId xmlns:a16="http://schemas.microsoft.com/office/drawing/2014/main" id="{48D0A0EE-039A-40D3-B250-1F93248F8780}"/>
              </a:ext>
            </a:extLst>
          </p:cNvPr>
          <p:cNvSpPr>
            <a:spLocks xmlns:a="http://schemas.openxmlformats.org/drawingml/2006/main" noGrp="1"/>
          </p:cNvSpPr>
          <p:nvPr/>
        </p:nvSpPr>
        <p:spPr>
          <a:xfrm xmlns:a="http://schemas.openxmlformats.org/drawingml/2006/main">
            <a:off x="5294539" y="5362575"/>
            <a:ext cx="95" cy="47625"/>
          </a:xfrm>
          <a:custGeom xmlns:a="http://schemas.openxmlformats.org/drawingml/2006/main">
            <a:pathLst>
              <a:path w="95" h="47625">
                <a:moveTo>
                  <a:pt x="0" y="0"/>
                </a:moveTo>
                <a:lnTo>
                  <a:pt x="0" y="47625"/>
                </a:lnTo>
              </a:path>
            </a:pathLst>
          </a:custGeom>
          <a:noFill xmlns:a="http://schemas.openxmlformats.org/drawingml/2006/main"/>
          <a:ln xmlns:a="http://schemas.openxmlformats.org/drawingml/2006/main" w="9525">
            <a:solidFill>
              <a:srgbClr val="000000"/>
            </a:solidFill>
            <a:prstDash val="solid"/>
          </a:ln>
        </p:spPr>
      </p:sp>
      <p:sp>
        <p:nvSpPr>
          <p:cNvPr id="198" name="12">
            <a:extLst xmlns:a="http://schemas.openxmlformats.org/drawingml/2006/main">
              <a:ext uri="{FF2B5EF4-FFF2-40B4-BE49-F238E27FC236}">
                <a16:creationId xmlns:a16="http://schemas.microsoft.com/office/drawing/2014/main" id="{FF457A76-B1FA-4975-849B-162F1C2FCF99}"/>
              </a:ext>
            </a:extLst>
          </p:cNvPr>
          <p:cNvSpPr>
            <a:spLocks xmlns:a="http://schemas.openxmlformats.org/drawingml/2006/main" noGrp="1"/>
          </p:cNvSpPr>
          <p:nvPr/>
        </p:nvSpPr>
        <p:spPr>
          <a:xfrm xmlns:a="http://schemas.openxmlformats.org/drawingml/2006/main">
            <a:off x="5084989" y="5419725"/>
            <a:ext cx="41910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350" b="0">
                <a:solidFill>
                  <a:srgbClr val="000000"/>
                </a:solidFill>
                <a:latin typeface="Arial"/>
                <a:ea typeface="Arial"/>
                <a:cs typeface="Arial"/>
              </a:defRPr>
            </a:defPPr>
            <a:lvl1pPr algn="ctr">
              <a:defRPr sz="1350" b="0">
                <a:solidFill>
                  <a:srgbClr val="000000"/>
                </a:solidFill>
                <a:latin typeface="Arial"/>
                <a:ea typeface="Arial"/>
                <a:cs typeface="Arial"/>
              </a:defRPr>
            </a:lvl1pPr>
            <a:lvl2pPr algn="ctr">
              <a:defRPr sz="1350" b="0">
                <a:solidFill>
                  <a:srgbClr val="000000"/>
                </a:solidFill>
                <a:latin typeface="Arial"/>
                <a:ea typeface="Arial"/>
                <a:cs typeface="Arial"/>
              </a:defRPr>
            </a:lvl2pPr>
            <a:lvl3pPr algn="ctr">
              <a:defRPr sz="1350" b="0">
                <a:solidFill>
                  <a:srgbClr val="000000"/>
                </a:solidFill>
                <a:latin typeface="Arial"/>
                <a:ea typeface="Arial"/>
                <a:cs typeface="Arial"/>
              </a:defRPr>
            </a:lvl3pPr>
            <a:lvl4pPr algn="ctr">
              <a:defRPr sz="1350" b="0">
                <a:solidFill>
                  <a:srgbClr val="000000"/>
                </a:solidFill>
                <a:latin typeface="Arial"/>
                <a:ea typeface="Arial"/>
                <a:cs typeface="Arial"/>
              </a:defRPr>
            </a:lvl4pPr>
            <a:lvl5pPr algn="ctr">
              <a:defRPr sz="1350" b="0">
                <a:solidFill>
                  <a:srgbClr val="000000"/>
                </a:solidFill>
                <a:latin typeface="Arial"/>
                <a:ea typeface="Arial"/>
                <a:cs typeface="Arial"/>
              </a:defRPr>
            </a:lvl5pPr>
            <a:lvl6pPr algn="ctr">
              <a:defRPr sz="1350" b="0">
                <a:solidFill>
                  <a:srgbClr val="000000"/>
                </a:solidFill>
                <a:latin typeface="Arial"/>
                <a:ea typeface="Arial"/>
                <a:cs typeface="Arial"/>
              </a:defRPr>
            </a:lvl6pPr>
            <a:lvl7pPr algn="ctr">
              <a:defRPr sz="1350" b="0">
                <a:solidFill>
                  <a:srgbClr val="000000"/>
                </a:solidFill>
                <a:latin typeface="Arial"/>
                <a:ea typeface="Arial"/>
                <a:cs typeface="Arial"/>
              </a:defRPr>
            </a:lvl7pPr>
            <a:lvl8pPr algn="ctr">
              <a:defRPr sz="1350" b="0">
                <a:solidFill>
                  <a:srgbClr val="000000"/>
                </a:solidFill>
                <a:latin typeface="Arial"/>
                <a:ea typeface="Arial"/>
                <a:cs typeface="Arial"/>
              </a:defRPr>
            </a:lvl8pPr>
            <a:lvl9pPr algn="ctr">
              <a:defRPr sz="1350" b="0">
                <a:solidFill>
                  <a:srgbClr val="000000"/>
                </a:solidFill>
                <a:latin typeface="Arial"/>
                <a:ea typeface="Arial"/>
                <a:cs typeface="Arial"/>
              </a:defRPr>
            </a:lvl9pPr>
          </a:lstStyle>
          <a:p xmlns:a="http://schemas.openxmlformats.org/drawingml/2006/main">
            <a:pPr algn="ctr">
              <a:defRPr sz="1350" b="0">
                <a:solidFill>
                  <a:srgbClr val="000000"/>
                </a:solidFill>
                <a:latin typeface="Arial"/>
                <a:ea typeface="Arial"/>
                <a:cs typeface="Arial"/>
              </a:defRPr>
            </a:pPr>
            <a:r>
              <a:rPr sz="1350" b="0">
                <a:solidFill>
                  <a:srgbClr val="000000"/>
                </a:solidFill>
                <a:latin typeface="Arial"/>
                <a:ea typeface="Arial"/>
                <a:cs typeface="Arial"/>
              </a:rPr>
              <a:t>12</a:t>
            </a:r>
          </a:p>
        </p:txBody>
      </p:sp>
      <p:sp>
        <p:nvSpPr>
          <p:cNvPr id="199" name="Scientific line">
            <a:extLst xmlns:a="http://schemas.openxmlformats.org/drawingml/2006/main">
              <a:ext uri="{FF2B5EF4-FFF2-40B4-BE49-F238E27FC236}">
                <a16:creationId xmlns:a16="http://schemas.microsoft.com/office/drawing/2014/main" id="{44905527-18FC-4FB5-9126-F5F0E03E9178}"/>
              </a:ext>
            </a:extLst>
          </p:cNvPr>
          <p:cNvSpPr>
            <a:spLocks xmlns:a="http://schemas.openxmlformats.org/drawingml/2006/main" noGrp="1"/>
          </p:cNvSpPr>
          <p:nvPr/>
        </p:nvSpPr>
        <p:spPr>
          <a:xfrm xmlns:a="http://schemas.openxmlformats.org/drawingml/2006/main">
            <a:off x="5943146" y="5362575"/>
            <a:ext cx="95" cy="47625"/>
          </a:xfrm>
          <a:custGeom xmlns:a="http://schemas.openxmlformats.org/drawingml/2006/main">
            <a:pathLst>
              <a:path w="95" h="47625">
                <a:moveTo>
                  <a:pt x="0" y="0"/>
                </a:moveTo>
                <a:lnTo>
                  <a:pt x="0" y="47625"/>
                </a:lnTo>
              </a:path>
            </a:pathLst>
          </a:custGeom>
          <a:noFill xmlns:a="http://schemas.openxmlformats.org/drawingml/2006/main"/>
          <a:ln xmlns:a="http://schemas.openxmlformats.org/drawingml/2006/main" w="9525">
            <a:solidFill>
              <a:srgbClr val="000000"/>
            </a:solidFill>
            <a:prstDash val="solid"/>
          </a:ln>
        </p:spPr>
      </p:sp>
      <p:sp>
        <p:nvSpPr>
          <p:cNvPr id="200" name="25">
            <a:extLst xmlns:a="http://schemas.openxmlformats.org/drawingml/2006/main">
              <a:ext uri="{FF2B5EF4-FFF2-40B4-BE49-F238E27FC236}">
                <a16:creationId xmlns:a16="http://schemas.microsoft.com/office/drawing/2014/main" id="{CC5D6FFA-568E-4E96-8532-C171D09508BF}"/>
              </a:ext>
            </a:extLst>
          </p:cNvPr>
          <p:cNvSpPr>
            <a:spLocks xmlns:a="http://schemas.openxmlformats.org/drawingml/2006/main" noGrp="1"/>
          </p:cNvSpPr>
          <p:nvPr/>
        </p:nvSpPr>
        <p:spPr>
          <a:xfrm xmlns:a="http://schemas.openxmlformats.org/drawingml/2006/main">
            <a:off x="5733596" y="5419725"/>
            <a:ext cx="41910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350" b="0">
                <a:solidFill>
                  <a:srgbClr val="000000"/>
                </a:solidFill>
                <a:latin typeface="Arial"/>
                <a:ea typeface="Arial"/>
                <a:cs typeface="Arial"/>
              </a:defRPr>
            </a:defPPr>
            <a:lvl1pPr algn="ctr">
              <a:defRPr sz="1350" b="0">
                <a:solidFill>
                  <a:srgbClr val="000000"/>
                </a:solidFill>
                <a:latin typeface="Arial"/>
                <a:ea typeface="Arial"/>
                <a:cs typeface="Arial"/>
              </a:defRPr>
            </a:lvl1pPr>
            <a:lvl2pPr algn="ctr">
              <a:defRPr sz="1350" b="0">
                <a:solidFill>
                  <a:srgbClr val="000000"/>
                </a:solidFill>
                <a:latin typeface="Arial"/>
                <a:ea typeface="Arial"/>
                <a:cs typeface="Arial"/>
              </a:defRPr>
            </a:lvl2pPr>
            <a:lvl3pPr algn="ctr">
              <a:defRPr sz="1350" b="0">
                <a:solidFill>
                  <a:srgbClr val="000000"/>
                </a:solidFill>
                <a:latin typeface="Arial"/>
                <a:ea typeface="Arial"/>
                <a:cs typeface="Arial"/>
              </a:defRPr>
            </a:lvl3pPr>
            <a:lvl4pPr algn="ctr">
              <a:defRPr sz="1350" b="0">
                <a:solidFill>
                  <a:srgbClr val="000000"/>
                </a:solidFill>
                <a:latin typeface="Arial"/>
                <a:ea typeface="Arial"/>
                <a:cs typeface="Arial"/>
              </a:defRPr>
            </a:lvl4pPr>
            <a:lvl5pPr algn="ctr">
              <a:defRPr sz="1350" b="0">
                <a:solidFill>
                  <a:srgbClr val="000000"/>
                </a:solidFill>
                <a:latin typeface="Arial"/>
                <a:ea typeface="Arial"/>
                <a:cs typeface="Arial"/>
              </a:defRPr>
            </a:lvl5pPr>
            <a:lvl6pPr algn="ctr">
              <a:defRPr sz="1350" b="0">
                <a:solidFill>
                  <a:srgbClr val="000000"/>
                </a:solidFill>
                <a:latin typeface="Arial"/>
                <a:ea typeface="Arial"/>
                <a:cs typeface="Arial"/>
              </a:defRPr>
            </a:lvl6pPr>
            <a:lvl7pPr algn="ctr">
              <a:defRPr sz="1350" b="0">
                <a:solidFill>
                  <a:srgbClr val="000000"/>
                </a:solidFill>
                <a:latin typeface="Arial"/>
                <a:ea typeface="Arial"/>
                <a:cs typeface="Arial"/>
              </a:defRPr>
            </a:lvl7pPr>
            <a:lvl8pPr algn="ctr">
              <a:defRPr sz="1350" b="0">
                <a:solidFill>
                  <a:srgbClr val="000000"/>
                </a:solidFill>
                <a:latin typeface="Arial"/>
                <a:ea typeface="Arial"/>
                <a:cs typeface="Arial"/>
              </a:defRPr>
            </a:lvl8pPr>
            <a:lvl9pPr algn="ctr">
              <a:defRPr sz="1350" b="0">
                <a:solidFill>
                  <a:srgbClr val="000000"/>
                </a:solidFill>
                <a:latin typeface="Arial"/>
                <a:ea typeface="Arial"/>
                <a:cs typeface="Arial"/>
              </a:defRPr>
            </a:lvl9pPr>
          </a:lstStyle>
          <a:p xmlns:a="http://schemas.openxmlformats.org/drawingml/2006/main">
            <a:pPr algn="ctr">
              <a:defRPr sz="1350" b="0">
                <a:solidFill>
                  <a:srgbClr val="000000"/>
                </a:solidFill>
                <a:latin typeface="Arial"/>
                <a:ea typeface="Arial"/>
                <a:cs typeface="Arial"/>
              </a:defRPr>
            </a:pPr>
            <a:r>
              <a:rPr sz="1350" b="0">
                <a:solidFill>
                  <a:srgbClr val="000000"/>
                </a:solidFill>
                <a:latin typeface="Arial"/>
                <a:ea typeface="Arial"/>
                <a:cs typeface="Arial"/>
              </a:rPr>
              <a:t>25</a:t>
            </a:r>
          </a:p>
        </p:txBody>
      </p:sp>
      <p:sp>
        <p:nvSpPr>
          <p:cNvPr id="201" name="Scientific line">
            <a:extLst xmlns:a="http://schemas.openxmlformats.org/drawingml/2006/main">
              <a:ext uri="{FF2B5EF4-FFF2-40B4-BE49-F238E27FC236}">
                <a16:creationId xmlns:a16="http://schemas.microsoft.com/office/drawing/2014/main" id="{BF078587-5D81-459F-ACA7-347456CFAD58}"/>
              </a:ext>
            </a:extLst>
          </p:cNvPr>
          <p:cNvSpPr>
            <a:spLocks xmlns:a="http://schemas.openxmlformats.org/drawingml/2006/main" noGrp="1"/>
          </p:cNvSpPr>
          <p:nvPr/>
        </p:nvSpPr>
        <p:spPr>
          <a:xfrm xmlns:a="http://schemas.openxmlformats.org/drawingml/2006/main">
            <a:off x="6591754" y="5362575"/>
            <a:ext cx="95" cy="47625"/>
          </a:xfrm>
          <a:custGeom xmlns:a="http://schemas.openxmlformats.org/drawingml/2006/main">
            <a:pathLst>
              <a:path w="95" h="47625">
                <a:moveTo>
                  <a:pt x="0" y="0"/>
                </a:moveTo>
                <a:lnTo>
                  <a:pt x="0" y="47625"/>
                </a:lnTo>
              </a:path>
            </a:pathLst>
          </a:custGeom>
          <a:noFill xmlns:a="http://schemas.openxmlformats.org/drawingml/2006/main"/>
          <a:ln xmlns:a="http://schemas.openxmlformats.org/drawingml/2006/main" w="9525">
            <a:solidFill>
              <a:srgbClr val="000000"/>
            </a:solidFill>
            <a:prstDash val="solid"/>
          </a:ln>
        </p:spPr>
      </p:sp>
      <p:sp>
        <p:nvSpPr>
          <p:cNvPr id="202" name="38">
            <a:extLst xmlns:a="http://schemas.openxmlformats.org/drawingml/2006/main">
              <a:ext uri="{FF2B5EF4-FFF2-40B4-BE49-F238E27FC236}">
                <a16:creationId xmlns:a16="http://schemas.microsoft.com/office/drawing/2014/main" id="{3A25F213-3FA5-436B-94B2-6462B96CB8E7}"/>
              </a:ext>
            </a:extLst>
          </p:cNvPr>
          <p:cNvSpPr>
            <a:spLocks xmlns:a="http://schemas.openxmlformats.org/drawingml/2006/main" noGrp="1"/>
          </p:cNvSpPr>
          <p:nvPr/>
        </p:nvSpPr>
        <p:spPr>
          <a:xfrm xmlns:a="http://schemas.openxmlformats.org/drawingml/2006/main">
            <a:off x="6382204" y="5419725"/>
            <a:ext cx="41910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350" b="0">
                <a:solidFill>
                  <a:srgbClr val="000000"/>
                </a:solidFill>
                <a:latin typeface="Arial"/>
                <a:ea typeface="Arial"/>
                <a:cs typeface="Arial"/>
              </a:defRPr>
            </a:defPPr>
            <a:lvl1pPr algn="ctr">
              <a:defRPr sz="1350" b="0">
                <a:solidFill>
                  <a:srgbClr val="000000"/>
                </a:solidFill>
                <a:latin typeface="Arial"/>
                <a:ea typeface="Arial"/>
                <a:cs typeface="Arial"/>
              </a:defRPr>
            </a:lvl1pPr>
            <a:lvl2pPr algn="ctr">
              <a:defRPr sz="1350" b="0">
                <a:solidFill>
                  <a:srgbClr val="000000"/>
                </a:solidFill>
                <a:latin typeface="Arial"/>
                <a:ea typeface="Arial"/>
                <a:cs typeface="Arial"/>
              </a:defRPr>
            </a:lvl2pPr>
            <a:lvl3pPr algn="ctr">
              <a:defRPr sz="1350" b="0">
                <a:solidFill>
                  <a:srgbClr val="000000"/>
                </a:solidFill>
                <a:latin typeface="Arial"/>
                <a:ea typeface="Arial"/>
                <a:cs typeface="Arial"/>
              </a:defRPr>
            </a:lvl3pPr>
            <a:lvl4pPr algn="ctr">
              <a:defRPr sz="1350" b="0">
                <a:solidFill>
                  <a:srgbClr val="000000"/>
                </a:solidFill>
                <a:latin typeface="Arial"/>
                <a:ea typeface="Arial"/>
                <a:cs typeface="Arial"/>
              </a:defRPr>
            </a:lvl4pPr>
            <a:lvl5pPr algn="ctr">
              <a:defRPr sz="1350" b="0">
                <a:solidFill>
                  <a:srgbClr val="000000"/>
                </a:solidFill>
                <a:latin typeface="Arial"/>
                <a:ea typeface="Arial"/>
                <a:cs typeface="Arial"/>
              </a:defRPr>
            </a:lvl5pPr>
            <a:lvl6pPr algn="ctr">
              <a:defRPr sz="1350" b="0">
                <a:solidFill>
                  <a:srgbClr val="000000"/>
                </a:solidFill>
                <a:latin typeface="Arial"/>
                <a:ea typeface="Arial"/>
                <a:cs typeface="Arial"/>
              </a:defRPr>
            </a:lvl6pPr>
            <a:lvl7pPr algn="ctr">
              <a:defRPr sz="1350" b="0">
                <a:solidFill>
                  <a:srgbClr val="000000"/>
                </a:solidFill>
                <a:latin typeface="Arial"/>
                <a:ea typeface="Arial"/>
                <a:cs typeface="Arial"/>
              </a:defRPr>
            </a:lvl7pPr>
            <a:lvl8pPr algn="ctr">
              <a:defRPr sz="1350" b="0">
                <a:solidFill>
                  <a:srgbClr val="000000"/>
                </a:solidFill>
                <a:latin typeface="Arial"/>
                <a:ea typeface="Arial"/>
                <a:cs typeface="Arial"/>
              </a:defRPr>
            </a:lvl8pPr>
            <a:lvl9pPr algn="ctr">
              <a:defRPr sz="1350" b="0">
                <a:solidFill>
                  <a:srgbClr val="000000"/>
                </a:solidFill>
                <a:latin typeface="Arial"/>
                <a:ea typeface="Arial"/>
                <a:cs typeface="Arial"/>
              </a:defRPr>
            </a:lvl9pPr>
          </a:lstStyle>
          <a:p xmlns:a="http://schemas.openxmlformats.org/drawingml/2006/main">
            <a:pPr algn="ctr">
              <a:defRPr sz="1350" b="0">
                <a:solidFill>
                  <a:srgbClr val="000000"/>
                </a:solidFill>
                <a:latin typeface="Arial"/>
                <a:ea typeface="Arial"/>
                <a:cs typeface="Arial"/>
              </a:defRPr>
            </a:pPr>
            <a:r>
              <a:rPr sz="1350" b="0">
                <a:solidFill>
                  <a:srgbClr val="000000"/>
                </a:solidFill>
                <a:latin typeface="Arial"/>
                <a:ea typeface="Arial"/>
                <a:cs typeface="Arial"/>
              </a:rPr>
              <a:t>38</a:t>
            </a:r>
          </a:p>
        </p:txBody>
      </p:sp>
      <p:sp>
        <p:nvSpPr>
          <p:cNvPr id="203" name="Scientific line">
            <a:extLst xmlns:a="http://schemas.openxmlformats.org/drawingml/2006/main">
              <a:ext uri="{FF2B5EF4-FFF2-40B4-BE49-F238E27FC236}">
                <a16:creationId xmlns:a16="http://schemas.microsoft.com/office/drawing/2014/main" id="{CDF41C0B-0FEC-46BD-A984-A7431010A5B7}"/>
              </a:ext>
            </a:extLst>
          </p:cNvPr>
          <p:cNvSpPr>
            <a:spLocks xmlns:a="http://schemas.openxmlformats.org/drawingml/2006/main" noGrp="1"/>
          </p:cNvSpPr>
          <p:nvPr/>
        </p:nvSpPr>
        <p:spPr>
          <a:xfrm xmlns:a="http://schemas.openxmlformats.org/drawingml/2006/main">
            <a:off x="7240361" y="5362575"/>
            <a:ext cx="95" cy="47625"/>
          </a:xfrm>
          <a:custGeom xmlns:a="http://schemas.openxmlformats.org/drawingml/2006/main">
            <a:pathLst>
              <a:path w="95" h="47625">
                <a:moveTo>
                  <a:pt x="0" y="0"/>
                </a:moveTo>
                <a:lnTo>
                  <a:pt x="0" y="47625"/>
                </a:lnTo>
              </a:path>
            </a:pathLst>
          </a:custGeom>
          <a:noFill xmlns:a="http://schemas.openxmlformats.org/drawingml/2006/main"/>
          <a:ln xmlns:a="http://schemas.openxmlformats.org/drawingml/2006/main" w="9525">
            <a:solidFill>
              <a:srgbClr val="000000"/>
            </a:solidFill>
            <a:prstDash val="solid"/>
          </a:ln>
        </p:spPr>
      </p:sp>
      <p:sp>
        <p:nvSpPr>
          <p:cNvPr id="204" name="51">
            <a:extLst xmlns:a="http://schemas.openxmlformats.org/drawingml/2006/main">
              <a:ext uri="{FF2B5EF4-FFF2-40B4-BE49-F238E27FC236}">
                <a16:creationId xmlns:a16="http://schemas.microsoft.com/office/drawing/2014/main" id="{7B3C2B9B-EDE1-484F-A354-FBCD8EEA6F85}"/>
              </a:ext>
            </a:extLst>
          </p:cNvPr>
          <p:cNvSpPr>
            <a:spLocks xmlns:a="http://schemas.openxmlformats.org/drawingml/2006/main" noGrp="1"/>
          </p:cNvSpPr>
          <p:nvPr/>
        </p:nvSpPr>
        <p:spPr>
          <a:xfrm xmlns:a="http://schemas.openxmlformats.org/drawingml/2006/main">
            <a:off x="7030811" y="5419725"/>
            <a:ext cx="41910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350" b="0">
                <a:solidFill>
                  <a:srgbClr val="000000"/>
                </a:solidFill>
                <a:latin typeface="Arial"/>
                <a:ea typeface="Arial"/>
                <a:cs typeface="Arial"/>
              </a:defRPr>
            </a:defPPr>
            <a:lvl1pPr algn="ctr">
              <a:defRPr sz="1350" b="0">
                <a:solidFill>
                  <a:srgbClr val="000000"/>
                </a:solidFill>
                <a:latin typeface="Arial"/>
                <a:ea typeface="Arial"/>
                <a:cs typeface="Arial"/>
              </a:defRPr>
            </a:lvl1pPr>
            <a:lvl2pPr algn="ctr">
              <a:defRPr sz="1350" b="0">
                <a:solidFill>
                  <a:srgbClr val="000000"/>
                </a:solidFill>
                <a:latin typeface="Arial"/>
                <a:ea typeface="Arial"/>
                <a:cs typeface="Arial"/>
              </a:defRPr>
            </a:lvl2pPr>
            <a:lvl3pPr algn="ctr">
              <a:defRPr sz="1350" b="0">
                <a:solidFill>
                  <a:srgbClr val="000000"/>
                </a:solidFill>
                <a:latin typeface="Arial"/>
                <a:ea typeface="Arial"/>
                <a:cs typeface="Arial"/>
              </a:defRPr>
            </a:lvl3pPr>
            <a:lvl4pPr algn="ctr">
              <a:defRPr sz="1350" b="0">
                <a:solidFill>
                  <a:srgbClr val="000000"/>
                </a:solidFill>
                <a:latin typeface="Arial"/>
                <a:ea typeface="Arial"/>
                <a:cs typeface="Arial"/>
              </a:defRPr>
            </a:lvl4pPr>
            <a:lvl5pPr algn="ctr">
              <a:defRPr sz="1350" b="0">
                <a:solidFill>
                  <a:srgbClr val="000000"/>
                </a:solidFill>
                <a:latin typeface="Arial"/>
                <a:ea typeface="Arial"/>
                <a:cs typeface="Arial"/>
              </a:defRPr>
            </a:lvl5pPr>
            <a:lvl6pPr algn="ctr">
              <a:defRPr sz="1350" b="0">
                <a:solidFill>
                  <a:srgbClr val="000000"/>
                </a:solidFill>
                <a:latin typeface="Arial"/>
                <a:ea typeface="Arial"/>
                <a:cs typeface="Arial"/>
              </a:defRPr>
            </a:lvl6pPr>
            <a:lvl7pPr algn="ctr">
              <a:defRPr sz="1350" b="0">
                <a:solidFill>
                  <a:srgbClr val="000000"/>
                </a:solidFill>
                <a:latin typeface="Arial"/>
                <a:ea typeface="Arial"/>
                <a:cs typeface="Arial"/>
              </a:defRPr>
            </a:lvl7pPr>
            <a:lvl8pPr algn="ctr">
              <a:defRPr sz="1350" b="0">
                <a:solidFill>
                  <a:srgbClr val="000000"/>
                </a:solidFill>
                <a:latin typeface="Arial"/>
                <a:ea typeface="Arial"/>
                <a:cs typeface="Arial"/>
              </a:defRPr>
            </a:lvl8pPr>
            <a:lvl9pPr algn="ctr">
              <a:defRPr sz="1350" b="0">
                <a:solidFill>
                  <a:srgbClr val="000000"/>
                </a:solidFill>
                <a:latin typeface="Arial"/>
                <a:ea typeface="Arial"/>
                <a:cs typeface="Arial"/>
              </a:defRPr>
            </a:lvl9pPr>
          </a:lstStyle>
          <a:p xmlns:a="http://schemas.openxmlformats.org/drawingml/2006/main">
            <a:pPr algn="ctr">
              <a:defRPr sz="1350" b="0">
                <a:solidFill>
                  <a:srgbClr val="000000"/>
                </a:solidFill>
                <a:latin typeface="Arial"/>
                <a:ea typeface="Arial"/>
                <a:cs typeface="Arial"/>
              </a:defRPr>
            </a:pPr>
            <a:r>
              <a:rPr sz="1350" b="0">
                <a:solidFill>
                  <a:srgbClr val="000000"/>
                </a:solidFill>
                <a:latin typeface="Arial"/>
                <a:ea typeface="Arial"/>
                <a:cs typeface="Arial"/>
              </a:rPr>
              <a:t>51</a:t>
            </a:r>
          </a:p>
        </p:txBody>
      </p:sp>
      <p:sp>
        <p:nvSpPr>
          <p:cNvPr id="205" name="Scientific line">
            <a:extLst xmlns:a="http://schemas.openxmlformats.org/drawingml/2006/main">
              <a:ext uri="{FF2B5EF4-FFF2-40B4-BE49-F238E27FC236}">
                <a16:creationId xmlns:a16="http://schemas.microsoft.com/office/drawing/2014/main" id="{D4130770-0111-4394-99CC-E3EC42E8D6D5}"/>
              </a:ext>
            </a:extLst>
          </p:cNvPr>
          <p:cNvSpPr>
            <a:spLocks xmlns:a="http://schemas.openxmlformats.org/drawingml/2006/main" noGrp="1"/>
          </p:cNvSpPr>
          <p:nvPr/>
        </p:nvSpPr>
        <p:spPr>
          <a:xfrm xmlns:a="http://schemas.openxmlformats.org/drawingml/2006/main">
            <a:off x="7839075" y="5362575"/>
            <a:ext cx="95" cy="47625"/>
          </a:xfrm>
          <a:custGeom xmlns:a="http://schemas.openxmlformats.org/drawingml/2006/main">
            <a:pathLst>
              <a:path w="95" h="47625">
                <a:moveTo>
                  <a:pt x="0" y="0"/>
                </a:moveTo>
                <a:lnTo>
                  <a:pt x="0" y="47625"/>
                </a:lnTo>
              </a:path>
            </a:pathLst>
          </a:custGeom>
          <a:noFill xmlns:a="http://schemas.openxmlformats.org/drawingml/2006/main"/>
          <a:ln xmlns:a="http://schemas.openxmlformats.org/drawingml/2006/main" w="9525">
            <a:solidFill>
              <a:srgbClr val="000000"/>
            </a:solidFill>
            <a:prstDash val="solid"/>
          </a:ln>
        </p:spPr>
      </p:sp>
      <p:sp>
        <p:nvSpPr>
          <p:cNvPr id="206" name="63">
            <a:extLst xmlns:a="http://schemas.openxmlformats.org/drawingml/2006/main">
              <a:ext uri="{FF2B5EF4-FFF2-40B4-BE49-F238E27FC236}">
                <a16:creationId xmlns:a16="http://schemas.microsoft.com/office/drawing/2014/main" id="{4F003B66-8E44-4688-B2D5-FBADBCF4E91C}"/>
              </a:ext>
            </a:extLst>
          </p:cNvPr>
          <p:cNvSpPr>
            <a:spLocks xmlns:a="http://schemas.openxmlformats.org/drawingml/2006/main" noGrp="1"/>
          </p:cNvSpPr>
          <p:nvPr/>
        </p:nvSpPr>
        <p:spPr>
          <a:xfrm xmlns:a="http://schemas.openxmlformats.org/drawingml/2006/main">
            <a:off x="7629525" y="5419725"/>
            <a:ext cx="41910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350" b="0">
                <a:solidFill>
                  <a:srgbClr val="000000"/>
                </a:solidFill>
                <a:latin typeface="Arial"/>
                <a:ea typeface="Arial"/>
                <a:cs typeface="Arial"/>
              </a:defRPr>
            </a:defPPr>
            <a:lvl1pPr algn="ctr">
              <a:defRPr sz="1350" b="0">
                <a:solidFill>
                  <a:srgbClr val="000000"/>
                </a:solidFill>
                <a:latin typeface="Arial"/>
                <a:ea typeface="Arial"/>
                <a:cs typeface="Arial"/>
              </a:defRPr>
            </a:lvl1pPr>
            <a:lvl2pPr algn="ctr">
              <a:defRPr sz="1350" b="0">
                <a:solidFill>
                  <a:srgbClr val="000000"/>
                </a:solidFill>
                <a:latin typeface="Arial"/>
                <a:ea typeface="Arial"/>
                <a:cs typeface="Arial"/>
              </a:defRPr>
            </a:lvl2pPr>
            <a:lvl3pPr algn="ctr">
              <a:defRPr sz="1350" b="0">
                <a:solidFill>
                  <a:srgbClr val="000000"/>
                </a:solidFill>
                <a:latin typeface="Arial"/>
                <a:ea typeface="Arial"/>
                <a:cs typeface="Arial"/>
              </a:defRPr>
            </a:lvl3pPr>
            <a:lvl4pPr algn="ctr">
              <a:defRPr sz="1350" b="0">
                <a:solidFill>
                  <a:srgbClr val="000000"/>
                </a:solidFill>
                <a:latin typeface="Arial"/>
                <a:ea typeface="Arial"/>
                <a:cs typeface="Arial"/>
              </a:defRPr>
            </a:lvl4pPr>
            <a:lvl5pPr algn="ctr">
              <a:defRPr sz="1350" b="0">
                <a:solidFill>
                  <a:srgbClr val="000000"/>
                </a:solidFill>
                <a:latin typeface="Arial"/>
                <a:ea typeface="Arial"/>
                <a:cs typeface="Arial"/>
              </a:defRPr>
            </a:lvl5pPr>
            <a:lvl6pPr algn="ctr">
              <a:defRPr sz="1350" b="0">
                <a:solidFill>
                  <a:srgbClr val="000000"/>
                </a:solidFill>
                <a:latin typeface="Arial"/>
                <a:ea typeface="Arial"/>
                <a:cs typeface="Arial"/>
              </a:defRPr>
            </a:lvl6pPr>
            <a:lvl7pPr algn="ctr">
              <a:defRPr sz="1350" b="0">
                <a:solidFill>
                  <a:srgbClr val="000000"/>
                </a:solidFill>
                <a:latin typeface="Arial"/>
                <a:ea typeface="Arial"/>
                <a:cs typeface="Arial"/>
              </a:defRPr>
            </a:lvl7pPr>
            <a:lvl8pPr algn="ctr">
              <a:defRPr sz="1350" b="0">
                <a:solidFill>
                  <a:srgbClr val="000000"/>
                </a:solidFill>
                <a:latin typeface="Arial"/>
                <a:ea typeface="Arial"/>
                <a:cs typeface="Arial"/>
              </a:defRPr>
            </a:lvl8pPr>
            <a:lvl9pPr algn="ctr">
              <a:defRPr sz="1350" b="0">
                <a:solidFill>
                  <a:srgbClr val="000000"/>
                </a:solidFill>
                <a:latin typeface="Arial"/>
                <a:ea typeface="Arial"/>
                <a:cs typeface="Arial"/>
              </a:defRPr>
            </a:lvl9pPr>
          </a:lstStyle>
          <a:p xmlns:a="http://schemas.openxmlformats.org/drawingml/2006/main">
            <a:pPr algn="ctr">
              <a:defRPr sz="1350" b="0">
                <a:solidFill>
                  <a:srgbClr val="000000"/>
                </a:solidFill>
                <a:latin typeface="Arial"/>
                <a:ea typeface="Arial"/>
                <a:cs typeface="Arial"/>
              </a:defRPr>
            </a:pPr>
            <a:r>
              <a:rPr sz="1350" b="0">
                <a:solidFill>
                  <a:srgbClr val="000000"/>
                </a:solidFill>
                <a:latin typeface="Arial"/>
                <a:ea typeface="Arial"/>
                <a:cs typeface="Arial"/>
              </a:rPr>
              <a:t>63</a:t>
            </a:r>
          </a:p>
        </p:txBody>
      </p:sp>
      <p:sp>
        <p:nvSpPr>
          <p:cNvPr id="207" name="Scientific line">
            <a:extLst xmlns:a="http://schemas.openxmlformats.org/drawingml/2006/main">
              <a:ext uri="{FF2B5EF4-FFF2-40B4-BE49-F238E27FC236}">
                <a16:creationId xmlns:a16="http://schemas.microsoft.com/office/drawing/2014/main" id="{6A67CEB4-22BC-41EF-A35C-171BBA795E1D}"/>
              </a:ext>
            </a:extLst>
          </p:cNvPr>
          <p:cNvSpPr>
            <a:spLocks xmlns:a="http://schemas.openxmlformats.org/drawingml/2006/main" noGrp="1"/>
          </p:cNvSpPr>
          <p:nvPr/>
        </p:nvSpPr>
        <p:spPr>
          <a:xfrm xmlns:a="http://schemas.openxmlformats.org/drawingml/2006/main">
            <a:off x="4648200" y="5362575"/>
            <a:ext cx="47625" cy="95"/>
          </a:xfrm>
          <a:custGeom xmlns:a="http://schemas.openxmlformats.org/drawingml/2006/main">
            <a:pathLst>
              <a:path w="47625" h="95">
                <a:moveTo>
                  <a:pt x="0" y="0"/>
                </a:moveTo>
                <a:lnTo>
                  <a:pt x="47625" y="0"/>
                </a:lnTo>
              </a:path>
            </a:pathLst>
          </a:custGeom>
          <a:noFill xmlns:a="http://schemas.openxmlformats.org/drawingml/2006/main"/>
          <a:ln xmlns:a="http://schemas.openxmlformats.org/drawingml/2006/main" w="9525">
            <a:solidFill>
              <a:srgbClr val="000000"/>
            </a:solidFill>
            <a:prstDash val="solid"/>
          </a:ln>
        </p:spPr>
      </p:sp>
      <p:sp>
        <p:nvSpPr>
          <p:cNvPr id="208" name="0.0">
            <a:extLst xmlns:a="http://schemas.openxmlformats.org/drawingml/2006/main">
              <a:ext uri="{FF2B5EF4-FFF2-40B4-BE49-F238E27FC236}">
                <a16:creationId xmlns:a16="http://schemas.microsoft.com/office/drawing/2014/main" id="{F60D66B2-D809-4689-A15E-903255DFB445}"/>
              </a:ext>
            </a:extLst>
          </p:cNvPr>
          <p:cNvSpPr>
            <a:spLocks xmlns:a="http://schemas.openxmlformats.org/drawingml/2006/main" noGrp="1"/>
          </p:cNvSpPr>
          <p:nvPr/>
        </p:nvSpPr>
        <p:spPr>
          <a:xfrm xmlns:a="http://schemas.openxmlformats.org/drawingml/2006/main">
            <a:off x="4124325" y="5248275"/>
            <a:ext cx="4762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r">
              <a:defRPr sz="1350" b="0">
                <a:solidFill>
                  <a:srgbClr val="000000"/>
                </a:solidFill>
                <a:latin typeface="Arial"/>
                <a:ea typeface="Arial"/>
                <a:cs typeface="Arial"/>
              </a:defRPr>
            </a:defPPr>
            <a:lvl1pPr algn="r">
              <a:defRPr sz="1350" b="0">
                <a:solidFill>
                  <a:srgbClr val="000000"/>
                </a:solidFill>
                <a:latin typeface="Arial"/>
                <a:ea typeface="Arial"/>
                <a:cs typeface="Arial"/>
              </a:defRPr>
            </a:lvl1pPr>
            <a:lvl2pPr algn="r">
              <a:defRPr sz="1350" b="0">
                <a:solidFill>
                  <a:srgbClr val="000000"/>
                </a:solidFill>
                <a:latin typeface="Arial"/>
                <a:ea typeface="Arial"/>
                <a:cs typeface="Arial"/>
              </a:defRPr>
            </a:lvl2pPr>
            <a:lvl3pPr algn="r">
              <a:defRPr sz="1350" b="0">
                <a:solidFill>
                  <a:srgbClr val="000000"/>
                </a:solidFill>
                <a:latin typeface="Arial"/>
                <a:ea typeface="Arial"/>
                <a:cs typeface="Arial"/>
              </a:defRPr>
            </a:lvl3pPr>
            <a:lvl4pPr algn="r">
              <a:defRPr sz="1350" b="0">
                <a:solidFill>
                  <a:srgbClr val="000000"/>
                </a:solidFill>
                <a:latin typeface="Arial"/>
                <a:ea typeface="Arial"/>
                <a:cs typeface="Arial"/>
              </a:defRPr>
            </a:lvl4pPr>
            <a:lvl5pPr algn="r">
              <a:defRPr sz="1350" b="0">
                <a:solidFill>
                  <a:srgbClr val="000000"/>
                </a:solidFill>
                <a:latin typeface="Arial"/>
                <a:ea typeface="Arial"/>
                <a:cs typeface="Arial"/>
              </a:defRPr>
            </a:lvl5pPr>
            <a:lvl6pPr algn="r">
              <a:defRPr sz="1350" b="0">
                <a:solidFill>
                  <a:srgbClr val="000000"/>
                </a:solidFill>
                <a:latin typeface="Arial"/>
                <a:ea typeface="Arial"/>
                <a:cs typeface="Arial"/>
              </a:defRPr>
            </a:lvl6pPr>
            <a:lvl7pPr algn="r">
              <a:defRPr sz="1350" b="0">
                <a:solidFill>
                  <a:srgbClr val="000000"/>
                </a:solidFill>
                <a:latin typeface="Arial"/>
                <a:ea typeface="Arial"/>
                <a:cs typeface="Arial"/>
              </a:defRPr>
            </a:lvl7pPr>
            <a:lvl8pPr algn="r">
              <a:defRPr sz="1350" b="0">
                <a:solidFill>
                  <a:srgbClr val="000000"/>
                </a:solidFill>
                <a:latin typeface="Arial"/>
                <a:ea typeface="Arial"/>
                <a:cs typeface="Arial"/>
              </a:defRPr>
            </a:lvl8pPr>
            <a:lvl9pPr algn="r">
              <a:defRPr sz="1350" b="0">
                <a:solidFill>
                  <a:srgbClr val="000000"/>
                </a:solidFill>
                <a:latin typeface="Arial"/>
                <a:ea typeface="Arial"/>
                <a:cs typeface="Arial"/>
              </a:defRPr>
            </a:lvl9pPr>
          </a:lstStyle>
          <a:p xmlns:a="http://schemas.openxmlformats.org/drawingml/2006/main">
            <a:pPr algn="r">
              <a:defRPr sz="1350" b="0">
                <a:solidFill>
                  <a:srgbClr val="000000"/>
                </a:solidFill>
                <a:latin typeface="Arial"/>
                <a:ea typeface="Arial"/>
                <a:cs typeface="Arial"/>
              </a:defRPr>
            </a:pPr>
            <a:r>
              <a:rPr sz="1350" b="0">
                <a:solidFill>
                  <a:srgbClr val="000000"/>
                </a:solidFill>
                <a:latin typeface="Arial"/>
                <a:ea typeface="Arial"/>
                <a:cs typeface="Arial"/>
              </a:rPr>
              <a:t>0.0</a:t>
            </a:r>
          </a:p>
        </p:txBody>
      </p:sp>
      <p:sp>
        <p:nvSpPr>
          <p:cNvPr id="209" name="Scientific line">
            <a:extLst xmlns:a="http://schemas.openxmlformats.org/drawingml/2006/main">
              <a:ext uri="{FF2B5EF4-FFF2-40B4-BE49-F238E27FC236}">
                <a16:creationId xmlns:a16="http://schemas.microsoft.com/office/drawing/2014/main" id="{473A8B5B-0881-43E6-AE14-2B8A9167C88E}"/>
              </a:ext>
            </a:extLst>
          </p:cNvPr>
          <p:cNvSpPr>
            <a:spLocks xmlns:a="http://schemas.openxmlformats.org/drawingml/2006/main" noGrp="1"/>
          </p:cNvSpPr>
          <p:nvPr/>
        </p:nvSpPr>
        <p:spPr>
          <a:xfrm xmlns:a="http://schemas.openxmlformats.org/drawingml/2006/main">
            <a:off x="4648200" y="4457700"/>
            <a:ext cx="47625" cy="95"/>
          </a:xfrm>
          <a:custGeom xmlns:a="http://schemas.openxmlformats.org/drawingml/2006/main">
            <a:pathLst>
              <a:path w="47625" h="95">
                <a:moveTo>
                  <a:pt x="0" y="0"/>
                </a:moveTo>
                <a:lnTo>
                  <a:pt x="47625" y="0"/>
                </a:lnTo>
              </a:path>
            </a:pathLst>
          </a:custGeom>
          <a:noFill xmlns:a="http://schemas.openxmlformats.org/drawingml/2006/main"/>
          <a:ln xmlns:a="http://schemas.openxmlformats.org/drawingml/2006/main" w="9525">
            <a:solidFill>
              <a:srgbClr val="000000"/>
            </a:solidFill>
            <a:prstDash val="solid"/>
          </a:ln>
        </p:spPr>
      </p:sp>
      <p:sp>
        <p:nvSpPr>
          <p:cNvPr id="210" name="0.5">
            <a:extLst xmlns:a="http://schemas.openxmlformats.org/drawingml/2006/main">
              <a:ext uri="{FF2B5EF4-FFF2-40B4-BE49-F238E27FC236}">
                <a16:creationId xmlns:a16="http://schemas.microsoft.com/office/drawing/2014/main" id="{DADF3633-3879-4722-B107-21B888330D6B}"/>
              </a:ext>
            </a:extLst>
          </p:cNvPr>
          <p:cNvSpPr>
            <a:spLocks xmlns:a="http://schemas.openxmlformats.org/drawingml/2006/main" noGrp="1"/>
          </p:cNvSpPr>
          <p:nvPr/>
        </p:nvSpPr>
        <p:spPr>
          <a:xfrm xmlns:a="http://schemas.openxmlformats.org/drawingml/2006/main">
            <a:off x="4124325" y="4343400"/>
            <a:ext cx="4762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r">
              <a:defRPr sz="1350" b="0">
                <a:solidFill>
                  <a:srgbClr val="000000"/>
                </a:solidFill>
                <a:latin typeface="Arial"/>
                <a:ea typeface="Arial"/>
                <a:cs typeface="Arial"/>
              </a:defRPr>
            </a:defPPr>
            <a:lvl1pPr algn="r">
              <a:defRPr sz="1350" b="0">
                <a:solidFill>
                  <a:srgbClr val="000000"/>
                </a:solidFill>
                <a:latin typeface="Arial"/>
                <a:ea typeface="Arial"/>
                <a:cs typeface="Arial"/>
              </a:defRPr>
            </a:lvl1pPr>
            <a:lvl2pPr algn="r">
              <a:defRPr sz="1350" b="0">
                <a:solidFill>
                  <a:srgbClr val="000000"/>
                </a:solidFill>
                <a:latin typeface="Arial"/>
                <a:ea typeface="Arial"/>
                <a:cs typeface="Arial"/>
              </a:defRPr>
            </a:lvl2pPr>
            <a:lvl3pPr algn="r">
              <a:defRPr sz="1350" b="0">
                <a:solidFill>
                  <a:srgbClr val="000000"/>
                </a:solidFill>
                <a:latin typeface="Arial"/>
                <a:ea typeface="Arial"/>
                <a:cs typeface="Arial"/>
              </a:defRPr>
            </a:lvl3pPr>
            <a:lvl4pPr algn="r">
              <a:defRPr sz="1350" b="0">
                <a:solidFill>
                  <a:srgbClr val="000000"/>
                </a:solidFill>
                <a:latin typeface="Arial"/>
                <a:ea typeface="Arial"/>
                <a:cs typeface="Arial"/>
              </a:defRPr>
            </a:lvl4pPr>
            <a:lvl5pPr algn="r">
              <a:defRPr sz="1350" b="0">
                <a:solidFill>
                  <a:srgbClr val="000000"/>
                </a:solidFill>
                <a:latin typeface="Arial"/>
                <a:ea typeface="Arial"/>
                <a:cs typeface="Arial"/>
              </a:defRPr>
            </a:lvl5pPr>
            <a:lvl6pPr algn="r">
              <a:defRPr sz="1350" b="0">
                <a:solidFill>
                  <a:srgbClr val="000000"/>
                </a:solidFill>
                <a:latin typeface="Arial"/>
                <a:ea typeface="Arial"/>
                <a:cs typeface="Arial"/>
              </a:defRPr>
            </a:lvl6pPr>
            <a:lvl7pPr algn="r">
              <a:defRPr sz="1350" b="0">
                <a:solidFill>
                  <a:srgbClr val="000000"/>
                </a:solidFill>
                <a:latin typeface="Arial"/>
                <a:ea typeface="Arial"/>
                <a:cs typeface="Arial"/>
              </a:defRPr>
            </a:lvl7pPr>
            <a:lvl8pPr algn="r">
              <a:defRPr sz="1350" b="0">
                <a:solidFill>
                  <a:srgbClr val="000000"/>
                </a:solidFill>
                <a:latin typeface="Arial"/>
                <a:ea typeface="Arial"/>
                <a:cs typeface="Arial"/>
              </a:defRPr>
            </a:lvl8pPr>
            <a:lvl9pPr algn="r">
              <a:defRPr sz="1350" b="0">
                <a:solidFill>
                  <a:srgbClr val="000000"/>
                </a:solidFill>
                <a:latin typeface="Arial"/>
                <a:ea typeface="Arial"/>
                <a:cs typeface="Arial"/>
              </a:defRPr>
            </a:lvl9pPr>
          </a:lstStyle>
          <a:p xmlns:a="http://schemas.openxmlformats.org/drawingml/2006/main">
            <a:pPr algn="r">
              <a:defRPr sz="1350" b="0">
                <a:solidFill>
                  <a:srgbClr val="000000"/>
                </a:solidFill>
                <a:latin typeface="Arial"/>
                <a:ea typeface="Arial"/>
                <a:cs typeface="Arial"/>
              </a:defRPr>
            </a:pPr>
            <a:r>
              <a:rPr sz="1350" b="0">
                <a:solidFill>
                  <a:srgbClr val="000000"/>
                </a:solidFill>
                <a:latin typeface="Arial"/>
                <a:ea typeface="Arial"/>
                <a:cs typeface="Arial"/>
              </a:rPr>
              <a:t>0.5</a:t>
            </a:r>
          </a:p>
        </p:txBody>
      </p:sp>
      <p:sp>
        <p:nvSpPr>
          <p:cNvPr id="211" name="Scientific line">
            <a:extLst xmlns:a="http://schemas.openxmlformats.org/drawingml/2006/main">
              <a:ext uri="{FF2B5EF4-FFF2-40B4-BE49-F238E27FC236}">
                <a16:creationId xmlns:a16="http://schemas.microsoft.com/office/drawing/2014/main" id="{AA13E681-BB68-43D4-B926-989A84EFC67E}"/>
              </a:ext>
            </a:extLst>
          </p:cNvPr>
          <p:cNvSpPr>
            <a:spLocks xmlns:a="http://schemas.openxmlformats.org/drawingml/2006/main" noGrp="1"/>
          </p:cNvSpPr>
          <p:nvPr/>
        </p:nvSpPr>
        <p:spPr>
          <a:xfrm xmlns:a="http://schemas.openxmlformats.org/drawingml/2006/main">
            <a:off x="4648200" y="3552825"/>
            <a:ext cx="47625" cy="95"/>
          </a:xfrm>
          <a:custGeom xmlns:a="http://schemas.openxmlformats.org/drawingml/2006/main">
            <a:pathLst>
              <a:path w="47625" h="95">
                <a:moveTo>
                  <a:pt x="0" y="0"/>
                </a:moveTo>
                <a:lnTo>
                  <a:pt x="47625" y="0"/>
                </a:lnTo>
              </a:path>
            </a:pathLst>
          </a:custGeom>
          <a:noFill xmlns:a="http://schemas.openxmlformats.org/drawingml/2006/main"/>
          <a:ln xmlns:a="http://schemas.openxmlformats.org/drawingml/2006/main" w="9525">
            <a:solidFill>
              <a:srgbClr val="000000"/>
            </a:solidFill>
            <a:prstDash val="solid"/>
          </a:ln>
        </p:spPr>
      </p:sp>
      <p:sp>
        <p:nvSpPr>
          <p:cNvPr id="212" name="1.0">
            <a:extLst xmlns:a="http://schemas.openxmlformats.org/drawingml/2006/main">
              <a:ext uri="{FF2B5EF4-FFF2-40B4-BE49-F238E27FC236}">
                <a16:creationId xmlns:a16="http://schemas.microsoft.com/office/drawing/2014/main" id="{BBC53668-96E3-4416-83BF-DF1EC800EAF5}"/>
              </a:ext>
            </a:extLst>
          </p:cNvPr>
          <p:cNvSpPr>
            <a:spLocks xmlns:a="http://schemas.openxmlformats.org/drawingml/2006/main" noGrp="1"/>
          </p:cNvSpPr>
          <p:nvPr/>
        </p:nvSpPr>
        <p:spPr>
          <a:xfrm xmlns:a="http://schemas.openxmlformats.org/drawingml/2006/main">
            <a:off x="4124325" y="3438525"/>
            <a:ext cx="4762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r">
              <a:defRPr sz="1350" b="0">
                <a:solidFill>
                  <a:srgbClr val="000000"/>
                </a:solidFill>
                <a:latin typeface="Arial"/>
                <a:ea typeface="Arial"/>
                <a:cs typeface="Arial"/>
              </a:defRPr>
            </a:defPPr>
            <a:lvl1pPr algn="r">
              <a:defRPr sz="1350" b="0">
                <a:solidFill>
                  <a:srgbClr val="000000"/>
                </a:solidFill>
                <a:latin typeface="Arial"/>
                <a:ea typeface="Arial"/>
                <a:cs typeface="Arial"/>
              </a:defRPr>
            </a:lvl1pPr>
            <a:lvl2pPr algn="r">
              <a:defRPr sz="1350" b="0">
                <a:solidFill>
                  <a:srgbClr val="000000"/>
                </a:solidFill>
                <a:latin typeface="Arial"/>
                <a:ea typeface="Arial"/>
                <a:cs typeface="Arial"/>
              </a:defRPr>
            </a:lvl2pPr>
            <a:lvl3pPr algn="r">
              <a:defRPr sz="1350" b="0">
                <a:solidFill>
                  <a:srgbClr val="000000"/>
                </a:solidFill>
                <a:latin typeface="Arial"/>
                <a:ea typeface="Arial"/>
                <a:cs typeface="Arial"/>
              </a:defRPr>
            </a:lvl3pPr>
            <a:lvl4pPr algn="r">
              <a:defRPr sz="1350" b="0">
                <a:solidFill>
                  <a:srgbClr val="000000"/>
                </a:solidFill>
                <a:latin typeface="Arial"/>
                <a:ea typeface="Arial"/>
                <a:cs typeface="Arial"/>
              </a:defRPr>
            </a:lvl4pPr>
            <a:lvl5pPr algn="r">
              <a:defRPr sz="1350" b="0">
                <a:solidFill>
                  <a:srgbClr val="000000"/>
                </a:solidFill>
                <a:latin typeface="Arial"/>
                <a:ea typeface="Arial"/>
                <a:cs typeface="Arial"/>
              </a:defRPr>
            </a:lvl5pPr>
            <a:lvl6pPr algn="r">
              <a:defRPr sz="1350" b="0">
                <a:solidFill>
                  <a:srgbClr val="000000"/>
                </a:solidFill>
                <a:latin typeface="Arial"/>
                <a:ea typeface="Arial"/>
                <a:cs typeface="Arial"/>
              </a:defRPr>
            </a:lvl6pPr>
            <a:lvl7pPr algn="r">
              <a:defRPr sz="1350" b="0">
                <a:solidFill>
                  <a:srgbClr val="000000"/>
                </a:solidFill>
                <a:latin typeface="Arial"/>
                <a:ea typeface="Arial"/>
                <a:cs typeface="Arial"/>
              </a:defRPr>
            </a:lvl7pPr>
            <a:lvl8pPr algn="r">
              <a:defRPr sz="1350" b="0">
                <a:solidFill>
                  <a:srgbClr val="000000"/>
                </a:solidFill>
                <a:latin typeface="Arial"/>
                <a:ea typeface="Arial"/>
                <a:cs typeface="Arial"/>
              </a:defRPr>
            </a:lvl8pPr>
            <a:lvl9pPr algn="r">
              <a:defRPr sz="1350" b="0">
                <a:solidFill>
                  <a:srgbClr val="000000"/>
                </a:solidFill>
                <a:latin typeface="Arial"/>
                <a:ea typeface="Arial"/>
                <a:cs typeface="Arial"/>
              </a:defRPr>
            </a:lvl9pPr>
          </a:lstStyle>
          <a:p xmlns:a="http://schemas.openxmlformats.org/drawingml/2006/main">
            <a:pPr algn="r">
              <a:defRPr sz="1350" b="0">
                <a:solidFill>
                  <a:srgbClr val="000000"/>
                </a:solidFill>
                <a:latin typeface="Arial"/>
                <a:ea typeface="Arial"/>
                <a:cs typeface="Arial"/>
              </a:defRPr>
            </a:pPr>
            <a:r>
              <a:rPr sz="1350" b="0">
                <a:solidFill>
                  <a:srgbClr val="000000"/>
                </a:solidFill>
                <a:latin typeface="Arial"/>
                <a:ea typeface="Arial"/>
                <a:cs typeface="Arial"/>
              </a:rPr>
              <a:t>1.0</a:t>
            </a:r>
          </a:p>
        </p:txBody>
      </p:sp>
      <p:sp>
        <p:nvSpPr>
          <p:cNvPr id="213" name="Time">
            <a:extLst xmlns:a="http://schemas.openxmlformats.org/drawingml/2006/main">
              <a:ext uri="{FF2B5EF4-FFF2-40B4-BE49-F238E27FC236}">
                <a16:creationId xmlns:a16="http://schemas.microsoft.com/office/drawing/2014/main" id="{C8A610E6-7042-4639-92E7-C8D213C7F8F4}"/>
              </a:ext>
            </a:extLst>
          </p:cNvPr>
          <p:cNvSpPr>
            <a:spLocks xmlns:a="http://schemas.openxmlformats.org/drawingml/2006/main" noGrp="1"/>
          </p:cNvSpPr>
          <p:nvPr/>
        </p:nvSpPr>
        <p:spPr>
          <a:xfrm xmlns:a="http://schemas.openxmlformats.org/drawingml/2006/main">
            <a:off x="4695825" y="5667375"/>
            <a:ext cx="3143250"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500" b="0">
                <a:solidFill>
                  <a:srgbClr val="000000"/>
                </a:solidFill>
                <a:latin typeface="Arial"/>
                <a:ea typeface="Arial"/>
                <a:cs typeface="Arial"/>
              </a:defRPr>
            </a:defPPr>
            <a:lvl1pPr algn="ctr">
              <a:defRPr sz="1500" b="0">
                <a:solidFill>
                  <a:srgbClr val="000000"/>
                </a:solidFill>
                <a:latin typeface="Arial"/>
                <a:ea typeface="Arial"/>
                <a:cs typeface="Arial"/>
              </a:defRPr>
            </a:lvl1pPr>
            <a:lvl2pPr algn="ctr">
              <a:defRPr sz="1500" b="0">
                <a:solidFill>
                  <a:srgbClr val="000000"/>
                </a:solidFill>
                <a:latin typeface="Arial"/>
                <a:ea typeface="Arial"/>
                <a:cs typeface="Arial"/>
              </a:defRPr>
            </a:lvl2pPr>
            <a:lvl3pPr algn="ctr">
              <a:defRPr sz="1500" b="0">
                <a:solidFill>
                  <a:srgbClr val="000000"/>
                </a:solidFill>
                <a:latin typeface="Arial"/>
                <a:ea typeface="Arial"/>
                <a:cs typeface="Arial"/>
              </a:defRPr>
            </a:lvl3pPr>
            <a:lvl4pPr algn="ctr">
              <a:defRPr sz="1500" b="0">
                <a:solidFill>
                  <a:srgbClr val="000000"/>
                </a:solidFill>
                <a:latin typeface="Arial"/>
                <a:ea typeface="Arial"/>
                <a:cs typeface="Arial"/>
              </a:defRPr>
            </a:lvl4pPr>
            <a:lvl5pPr algn="ctr">
              <a:defRPr sz="1500" b="0">
                <a:solidFill>
                  <a:srgbClr val="000000"/>
                </a:solidFill>
                <a:latin typeface="Arial"/>
                <a:ea typeface="Arial"/>
                <a:cs typeface="Arial"/>
              </a:defRPr>
            </a:lvl5pPr>
            <a:lvl6pPr algn="ctr">
              <a:defRPr sz="1500" b="0">
                <a:solidFill>
                  <a:srgbClr val="000000"/>
                </a:solidFill>
                <a:latin typeface="Arial"/>
                <a:ea typeface="Arial"/>
                <a:cs typeface="Arial"/>
              </a:defRPr>
            </a:lvl6pPr>
            <a:lvl7pPr algn="ctr">
              <a:defRPr sz="1500" b="0">
                <a:solidFill>
                  <a:srgbClr val="000000"/>
                </a:solidFill>
                <a:latin typeface="Arial"/>
                <a:ea typeface="Arial"/>
                <a:cs typeface="Arial"/>
              </a:defRPr>
            </a:lvl7pPr>
            <a:lvl8pPr algn="ctr">
              <a:defRPr sz="1500" b="0">
                <a:solidFill>
                  <a:srgbClr val="000000"/>
                </a:solidFill>
                <a:latin typeface="Arial"/>
                <a:ea typeface="Arial"/>
                <a:cs typeface="Arial"/>
              </a:defRPr>
            </a:lvl8pPr>
            <a:lvl9pPr algn="ctr">
              <a:defRPr sz="1500" b="0">
                <a:solidFill>
                  <a:srgbClr val="000000"/>
                </a:solidFill>
                <a:latin typeface="Arial"/>
                <a:ea typeface="Arial"/>
                <a:cs typeface="Arial"/>
              </a:defRPr>
            </a:lvl9pPr>
          </a:lstStyle>
          <a:p xmlns:a="http://schemas.openxmlformats.org/drawingml/2006/main">
            <a:pPr algn="ctr">
              <a:defRPr sz="1500" b="0">
                <a:solidFill>
                  <a:srgbClr val="000000"/>
                </a:solidFill>
                <a:latin typeface="Arial"/>
                <a:ea typeface="Arial"/>
                <a:cs typeface="Arial"/>
              </a:defRPr>
            </a:pPr>
            <a:r>
              <a:rPr sz="1500" b="0">
                <a:solidFill>
                  <a:srgbClr val="000000"/>
                </a:solidFill>
                <a:latin typeface="Arial"/>
                <a:ea typeface="Arial"/>
                <a:cs typeface="Arial"/>
              </a:rPr>
              <a:t>Time</a:t>
            </a:r>
          </a:p>
        </p:txBody>
      </p:sp>
      <p:sp>
        <p:nvSpPr>
          <p:cNvPr id="214" name="(d) RG-MTM-R">
            <a:extLst xmlns:a="http://schemas.openxmlformats.org/drawingml/2006/main">
              <a:ext uri="{FF2B5EF4-FFF2-40B4-BE49-F238E27FC236}">
                <a16:creationId xmlns:a16="http://schemas.microsoft.com/office/drawing/2014/main" id="{60D8A493-C588-4861-8712-C7AF9AA7000B}"/>
              </a:ext>
            </a:extLst>
          </p:cNvPr>
          <p:cNvSpPr>
            <a:spLocks xmlns:a="http://schemas.openxmlformats.org/drawingml/2006/main" noGrp="1"/>
          </p:cNvSpPr>
          <p:nvPr/>
        </p:nvSpPr>
        <p:spPr>
          <a:xfrm xmlns:a="http://schemas.openxmlformats.org/drawingml/2006/main">
            <a:off x="8782050" y="3067050"/>
            <a:ext cx="3143250" cy="2762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725" b="1">
                <a:solidFill>
                  <a:srgbClr val="000000"/>
                </a:solidFill>
                <a:latin typeface="Arial"/>
                <a:ea typeface="Arial"/>
                <a:cs typeface="Arial"/>
              </a:defRPr>
            </a:defPPr>
            <a:lvl1pPr algn="l">
              <a:defRPr sz="1725" b="1">
                <a:solidFill>
                  <a:srgbClr val="000000"/>
                </a:solidFill>
                <a:latin typeface="Arial"/>
                <a:ea typeface="Arial"/>
                <a:cs typeface="Arial"/>
              </a:defRPr>
            </a:lvl1pPr>
            <a:lvl2pPr algn="l">
              <a:defRPr sz="1725" b="1">
                <a:solidFill>
                  <a:srgbClr val="000000"/>
                </a:solidFill>
                <a:latin typeface="Arial"/>
                <a:ea typeface="Arial"/>
                <a:cs typeface="Arial"/>
              </a:defRPr>
            </a:lvl2pPr>
            <a:lvl3pPr algn="l">
              <a:defRPr sz="1725" b="1">
                <a:solidFill>
                  <a:srgbClr val="000000"/>
                </a:solidFill>
                <a:latin typeface="Arial"/>
                <a:ea typeface="Arial"/>
                <a:cs typeface="Arial"/>
              </a:defRPr>
            </a:lvl3pPr>
            <a:lvl4pPr algn="l">
              <a:defRPr sz="1725" b="1">
                <a:solidFill>
                  <a:srgbClr val="000000"/>
                </a:solidFill>
                <a:latin typeface="Arial"/>
                <a:ea typeface="Arial"/>
                <a:cs typeface="Arial"/>
              </a:defRPr>
            </a:lvl4pPr>
            <a:lvl5pPr algn="l">
              <a:defRPr sz="1725" b="1">
                <a:solidFill>
                  <a:srgbClr val="000000"/>
                </a:solidFill>
                <a:latin typeface="Arial"/>
                <a:ea typeface="Arial"/>
                <a:cs typeface="Arial"/>
              </a:defRPr>
            </a:lvl5pPr>
            <a:lvl6pPr algn="l">
              <a:defRPr sz="1725" b="1">
                <a:solidFill>
                  <a:srgbClr val="000000"/>
                </a:solidFill>
                <a:latin typeface="Arial"/>
                <a:ea typeface="Arial"/>
                <a:cs typeface="Arial"/>
              </a:defRPr>
            </a:lvl6pPr>
            <a:lvl7pPr algn="l">
              <a:defRPr sz="1725" b="1">
                <a:solidFill>
                  <a:srgbClr val="000000"/>
                </a:solidFill>
                <a:latin typeface="Arial"/>
                <a:ea typeface="Arial"/>
                <a:cs typeface="Arial"/>
              </a:defRPr>
            </a:lvl7pPr>
            <a:lvl8pPr algn="l">
              <a:defRPr sz="1725" b="1">
                <a:solidFill>
                  <a:srgbClr val="000000"/>
                </a:solidFill>
                <a:latin typeface="Arial"/>
                <a:ea typeface="Arial"/>
                <a:cs typeface="Arial"/>
              </a:defRPr>
            </a:lvl8pPr>
            <a:lvl9pPr algn="l">
              <a:defRPr sz="1725" b="1">
                <a:solidFill>
                  <a:srgbClr val="000000"/>
                </a:solidFill>
                <a:latin typeface="Arial"/>
                <a:ea typeface="Arial"/>
                <a:cs typeface="Arial"/>
              </a:defRPr>
            </a:lvl9pPr>
          </a:lstStyle>
          <a:p xmlns:a="http://schemas.openxmlformats.org/drawingml/2006/main">
            <a:pPr algn="l">
              <a:defRPr sz="1725" b="1">
                <a:solidFill>
                  <a:srgbClr val="000000"/>
                </a:solidFill>
                <a:latin typeface="Arial"/>
                <a:ea typeface="Arial"/>
                <a:cs typeface="Arial"/>
              </a:defRPr>
            </a:pPr>
            <a:r>
              <a:rPr sz="1725" b="1">
                <a:solidFill>
                  <a:srgbClr val="000000"/>
                </a:solidFill>
                <a:latin typeface="Arial"/>
                <a:ea typeface="Arial"/>
                <a:cs typeface="Arial"/>
              </a:rPr>
              <a:t>(d) RG-MTM-R</a:t>
            </a:r>
          </a:p>
        </p:txBody>
      </p:sp>
      <p:sp>
        <p:nvSpPr>
          <p:cNvPr id="215" name="Source x">
            <a:extLst xmlns:a="http://schemas.openxmlformats.org/drawingml/2006/main">
              <a:ext uri="{FF2B5EF4-FFF2-40B4-BE49-F238E27FC236}">
                <a16:creationId xmlns:a16="http://schemas.microsoft.com/office/drawing/2014/main" id="{2FA3B432-8946-4492-9AAB-C0B49F6CE34A}"/>
              </a:ext>
            </a:extLst>
          </p:cNvPr>
          <p:cNvSpPr>
            <a:spLocks xmlns:a="http://schemas.openxmlformats.org/drawingml/2006/main" noGrp="1"/>
          </p:cNvSpPr>
          <p:nvPr/>
        </p:nvSpPr>
        <p:spPr>
          <a:xfrm xmlns:a="http://schemas.openxmlformats.org/drawingml/2006/main">
            <a:off x="8782050" y="3324225"/>
            <a:ext cx="3143250" cy="2190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350" b="0">
                <a:solidFill>
                  <a:srgbClr val="000000"/>
                </a:solidFill>
                <a:latin typeface="Arial"/>
                <a:ea typeface="Arial"/>
                <a:cs typeface="Arial"/>
              </a:defRPr>
            </a:defPPr>
            <a:lvl1pPr algn="l">
              <a:defRPr sz="1350" b="0">
                <a:solidFill>
                  <a:srgbClr val="000000"/>
                </a:solidFill>
                <a:latin typeface="Arial"/>
                <a:ea typeface="Arial"/>
                <a:cs typeface="Arial"/>
              </a:defRPr>
            </a:lvl1pPr>
            <a:lvl2pPr algn="l">
              <a:defRPr sz="1350" b="0">
                <a:solidFill>
                  <a:srgbClr val="000000"/>
                </a:solidFill>
                <a:latin typeface="Arial"/>
                <a:ea typeface="Arial"/>
                <a:cs typeface="Arial"/>
              </a:defRPr>
            </a:lvl2pPr>
            <a:lvl3pPr algn="l">
              <a:defRPr sz="1350" b="0">
                <a:solidFill>
                  <a:srgbClr val="000000"/>
                </a:solidFill>
                <a:latin typeface="Arial"/>
                <a:ea typeface="Arial"/>
                <a:cs typeface="Arial"/>
              </a:defRPr>
            </a:lvl3pPr>
            <a:lvl4pPr algn="l">
              <a:defRPr sz="1350" b="0">
                <a:solidFill>
                  <a:srgbClr val="000000"/>
                </a:solidFill>
                <a:latin typeface="Arial"/>
                <a:ea typeface="Arial"/>
                <a:cs typeface="Arial"/>
              </a:defRPr>
            </a:lvl4pPr>
            <a:lvl5pPr algn="l">
              <a:defRPr sz="1350" b="0">
                <a:solidFill>
                  <a:srgbClr val="000000"/>
                </a:solidFill>
                <a:latin typeface="Arial"/>
                <a:ea typeface="Arial"/>
                <a:cs typeface="Arial"/>
              </a:defRPr>
            </a:lvl5pPr>
            <a:lvl6pPr algn="l">
              <a:defRPr sz="1350" b="0">
                <a:solidFill>
                  <a:srgbClr val="000000"/>
                </a:solidFill>
                <a:latin typeface="Arial"/>
                <a:ea typeface="Arial"/>
                <a:cs typeface="Arial"/>
              </a:defRPr>
            </a:lvl6pPr>
            <a:lvl7pPr algn="l">
              <a:defRPr sz="1350" b="0">
                <a:solidFill>
                  <a:srgbClr val="000000"/>
                </a:solidFill>
                <a:latin typeface="Arial"/>
                <a:ea typeface="Arial"/>
                <a:cs typeface="Arial"/>
              </a:defRPr>
            </a:lvl7pPr>
            <a:lvl8pPr algn="l">
              <a:defRPr sz="1350" b="0">
                <a:solidFill>
                  <a:srgbClr val="000000"/>
                </a:solidFill>
                <a:latin typeface="Arial"/>
                <a:ea typeface="Arial"/>
                <a:cs typeface="Arial"/>
              </a:defRPr>
            </a:lvl8pPr>
            <a:lvl9pPr algn="l">
              <a:defRPr sz="1350" b="0">
                <a:solidFill>
                  <a:srgbClr val="000000"/>
                </a:solidFill>
                <a:latin typeface="Arial"/>
                <a:ea typeface="Arial"/>
                <a:cs typeface="Arial"/>
              </a:defRPr>
            </a:lvl9pPr>
          </a:lstStyle>
          <a:p xmlns:a="http://schemas.openxmlformats.org/drawingml/2006/main">
            <a:pPr algn="l">
              <a:defRPr sz="1350" b="0">
                <a:solidFill>
                  <a:srgbClr val="000000"/>
                </a:solidFill>
                <a:latin typeface="Arial"/>
                <a:ea typeface="Arial"/>
                <a:cs typeface="Arial"/>
              </a:defRPr>
            </a:pPr>
            <a:r>
              <a:rPr sz="1350" b="0">
                <a:solidFill>
                  <a:srgbClr val="000000"/>
                </a:solidFill>
                <a:latin typeface="Arial"/>
                <a:ea typeface="Arial"/>
                <a:cs typeface="Arial"/>
              </a:rPr>
              <a:t>Source x</a:t>
            </a:r>
          </a:p>
        </p:txBody>
      </p:sp>
      <p:pic>
        <p:nvPicPr>
          <p:cNvPr id="216" name="">
            <a:extLst xmlns:a="http://schemas.openxmlformats.org/drawingml/2006/main">
              <a:ext uri="{FF2B5EF4-FFF2-40B4-BE49-F238E27FC236}">
                <a16:creationId xmlns:a16="http://schemas.microsoft.com/office/drawing/2014/main" id="{8C4D08A5-160E-4598-A6DF-1444AEF37E8C}"/>
              </a:ext>
            </a:extLst>
          </p:cNvPr>
          <p:cNvPicPr>
            <a:picLocks xmlns:a="http://schemas.openxmlformats.org/drawingml/2006/main" noChangeAspect="1"/>
          </p:cNvPicPr>
          <p:nvPr/>
        </p:nvPicPr>
        <p:blipFill>
          <a:blip xmlns:r="http://schemas.openxmlformats.org/officeDocument/2006/relationships" xmlns:a="http://schemas.openxmlformats.org/drawingml/2006/main" r:embed="Rb3fbfaa126e04a30"/>
          <a:stretch xmlns:a="http://schemas.openxmlformats.org/drawingml/2006/main"/>
        </p:blipFill>
        <p:spPr>
          <a:xfrm xmlns:a="http://schemas.openxmlformats.org/drawingml/2006/main">
            <a:off x="8782050" y="3552825"/>
            <a:ext cx="3143250" cy="1809750"/>
          </a:xfrm>
          <a:prstGeom xmlns:a="http://schemas.openxmlformats.org/drawingml/2006/main" prst="rect">
            <a:avLst/>
          </a:prstGeom>
        </p:spPr>
      </p:pic>
      <p:sp>
        <p:nvSpPr>
          <p:cNvPr id="217" name="Snapshot time guide 12">
            <a:extLst xmlns:a="http://schemas.openxmlformats.org/drawingml/2006/main">
              <a:ext uri="{FF2B5EF4-FFF2-40B4-BE49-F238E27FC236}">
                <a16:creationId xmlns:a16="http://schemas.microsoft.com/office/drawing/2014/main" id="{7DE8B550-BEE5-4050-9529-6F8311420218}"/>
              </a:ext>
            </a:extLst>
          </p:cNvPr>
          <p:cNvSpPr>
            <a:spLocks xmlns:a="http://schemas.openxmlformats.org/drawingml/2006/main" noGrp="1"/>
          </p:cNvSpPr>
          <p:nvPr/>
        </p:nvSpPr>
        <p:spPr>
          <a:xfrm xmlns:a="http://schemas.openxmlformats.org/drawingml/2006/main">
            <a:off x="9380764" y="3552825"/>
            <a:ext cx="95" cy="1809750"/>
          </a:xfrm>
          <a:custGeom xmlns:a="http://schemas.openxmlformats.org/drawingml/2006/main">
            <a:pathLst>
              <a:path w="95" h="1809750">
                <a:moveTo>
                  <a:pt x="0" y="1809750"/>
                </a:moveTo>
                <a:lnTo>
                  <a:pt x="0" y="0"/>
                </a:lnTo>
              </a:path>
            </a:pathLst>
          </a:custGeom>
          <a:noFill xmlns:a="http://schemas.openxmlformats.org/drawingml/2006/main"/>
          <a:ln xmlns:a="http://schemas.openxmlformats.org/drawingml/2006/main" w="5715">
            <a:solidFill>
              <a:srgbClr val="91ADB2"/>
            </a:solidFill>
            <a:prstDash val="dash"/>
          </a:ln>
        </p:spPr>
      </p:sp>
      <p:sp>
        <p:nvSpPr>
          <p:cNvPr id="218" name="Snapshot time guide 25">
            <a:extLst xmlns:a="http://schemas.openxmlformats.org/drawingml/2006/main">
              <a:ext uri="{FF2B5EF4-FFF2-40B4-BE49-F238E27FC236}">
                <a16:creationId xmlns:a16="http://schemas.microsoft.com/office/drawing/2014/main" id="{E300E3F7-7F08-4709-AA8A-1749062C1DE2}"/>
              </a:ext>
            </a:extLst>
          </p:cNvPr>
          <p:cNvSpPr>
            <a:spLocks xmlns:a="http://schemas.openxmlformats.org/drawingml/2006/main" noGrp="1"/>
          </p:cNvSpPr>
          <p:nvPr/>
        </p:nvSpPr>
        <p:spPr>
          <a:xfrm xmlns:a="http://schemas.openxmlformats.org/drawingml/2006/main">
            <a:off x="10029371" y="3552825"/>
            <a:ext cx="95" cy="1809750"/>
          </a:xfrm>
          <a:custGeom xmlns:a="http://schemas.openxmlformats.org/drawingml/2006/main">
            <a:pathLst>
              <a:path w="95" h="1809750">
                <a:moveTo>
                  <a:pt x="0" y="1809750"/>
                </a:moveTo>
                <a:lnTo>
                  <a:pt x="0" y="0"/>
                </a:lnTo>
              </a:path>
            </a:pathLst>
          </a:custGeom>
          <a:noFill xmlns:a="http://schemas.openxmlformats.org/drawingml/2006/main"/>
          <a:ln xmlns:a="http://schemas.openxmlformats.org/drawingml/2006/main" w="5715">
            <a:solidFill>
              <a:srgbClr val="91ADB2"/>
            </a:solidFill>
            <a:prstDash val="dash"/>
          </a:ln>
        </p:spPr>
      </p:sp>
      <p:sp>
        <p:nvSpPr>
          <p:cNvPr id="219" name="Snapshot time guide 38">
            <a:extLst xmlns:a="http://schemas.openxmlformats.org/drawingml/2006/main">
              <a:ext uri="{FF2B5EF4-FFF2-40B4-BE49-F238E27FC236}">
                <a16:creationId xmlns:a16="http://schemas.microsoft.com/office/drawing/2014/main" id="{CE2A910B-F098-492B-9DC3-79B2FE5231B4}"/>
              </a:ext>
            </a:extLst>
          </p:cNvPr>
          <p:cNvSpPr>
            <a:spLocks xmlns:a="http://schemas.openxmlformats.org/drawingml/2006/main" noGrp="1"/>
          </p:cNvSpPr>
          <p:nvPr/>
        </p:nvSpPr>
        <p:spPr>
          <a:xfrm xmlns:a="http://schemas.openxmlformats.org/drawingml/2006/main">
            <a:off x="10677979" y="3552825"/>
            <a:ext cx="95" cy="1809750"/>
          </a:xfrm>
          <a:custGeom xmlns:a="http://schemas.openxmlformats.org/drawingml/2006/main">
            <a:pathLst>
              <a:path w="95" h="1809750">
                <a:moveTo>
                  <a:pt x="0" y="1809750"/>
                </a:moveTo>
                <a:lnTo>
                  <a:pt x="0" y="0"/>
                </a:lnTo>
              </a:path>
            </a:pathLst>
          </a:custGeom>
          <a:noFill xmlns:a="http://schemas.openxmlformats.org/drawingml/2006/main"/>
          <a:ln xmlns:a="http://schemas.openxmlformats.org/drawingml/2006/main" w="5715">
            <a:solidFill>
              <a:srgbClr val="91ADB2"/>
            </a:solidFill>
            <a:prstDash val="dash"/>
          </a:ln>
        </p:spPr>
      </p:sp>
      <p:sp>
        <p:nvSpPr>
          <p:cNvPr id="220" name="Snapshot time guide 51">
            <a:extLst xmlns:a="http://schemas.openxmlformats.org/drawingml/2006/main">
              <a:ext uri="{FF2B5EF4-FFF2-40B4-BE49-F238E27FC236}">
                <a16:creationId xmlns:a16="http://schemas.microsoft.com/office/drawing/2014/main" id="{42CBEA66-E729-465C-8A69-70AAD759E0A2}"/>
              </a:ext>
            </a:extLst>
          </p:cNvPr>
          <p:cNvSpPr>
            <a:spLocks xmlns:a="http://schemas.openxmlformats.org/drawingml/2006/main" noGrp="1"/>
          </p:cNvSpPr>
          <p:nvPr/>
        </p:nvSpPr>
        <p:spPr>
          <a:xfrm xmlns:a="http://schemas.openxmlformats.org/drawingml/2006/main">
            <a:off x="11326586" y="3552825"/>
            <a:ext cx="95" cy="1809750"/>
          </a:xfrm>
          <a:custGeom xmlns:a="http://schemas.openxmlformats.org/drawingml/2006/main">
            <a:pathLst>
              <a:path w="95" h="1809750">
                <a:moveTo>
                  <a:pt x="0" y="1809750"/>
                </a:moveTo>
                <a:lnTo>
                  <a:pt x="0" y="0"/>
                </a:lnTo>
              </a:path>
            </a:pathLst>
          </a:custGeom>
          <a:noFill xmlns:a="http://schemas.openxmlformats.org/drawingml/2006/main"/>
          <a:ln xmlns:a="http://schemas.openxmlformats.org/drawingml/2006/main" w="5715">
            <a:solidFill>
              <a:srgbClr val="91ADB2"/>
            </a:solidFill>
            <a:prstDash val="dash"/>
          </a:ln>
        </p:spPr>
      </p:sp>
      <p:sp>
        <p:nvSpPr>
          <p:cNvPr id="221" name="A fixed source-x reference">
            <a:extLst xmlns:a="http://schemas.openxmlformats.org/drawingml/2006/main">
              <a:ext uri="{FF2B5EF4-FFF2-40B4-BE49-F238E27FC236}">
                <a16:creationId xmlns:a16="http://schemas.microsoft.com/office/drawing/2014/main" id="{AF1A9A92-607B-4CB4-A925-7B39730E0E73}"/>
              </a:ext>
            </a:extLst>
          </p:cNvPr>
          <p:cNvSpPr>
            <a:spLocks xmlns:a="http://schemas.openxmlformats.org/drawingml/2006/main" noGrp="1"/>
          </p:cNvSpPr>
          <p:nvPr/>
        </p:nvSpPr>
        <p:spPr>
          <a:xfrm xmlns:a="http://schemas.openxmlformats.org/drawingml/2006/main">
            <a:off x="8782050" y="5060950"/>
            <a:ext cx="3143250" cy="95"/>
          </a:xfrm>
          <a:custGeom xmlns:a="http://schemas.openxmlformats.org/drawingml/2006/main">
            <a:pathLst>
              <a:path w="3143250" h="95">
                <a:moveTo>
                  <a:pt x="0" y="0"/>
                </a:moveTo>
                <a:lnTo>
                  <a:pt x="3143250" y="0"/>
                </a:lnTo>
              </a:path>
            </a:pathLst>
          </a:custGeom>
          <a:noFill xmlns:a="http://schemas.openxmlformats.org/drawingml/2006/main"/>
          <a:ln xmlns:a="http://schemas.openxmlformats.org/drawingml/2006/main" w="7620">
            <a:solidFill>
              <a:srgbClr val="D5E5E7"/>
            </a:solidFill>
            <a:prstDash val="dash"/>
          </a:ln>
        </p:spPr>
      </p:sp>
      <p:sp>
        <p:nvSpPr>
          <p:cNvPr id="222" name="C fixed source-x reference">
            <a:extLst xmlns:a="http://schemas.openxmlformats.org/drawingml/2006/main">
              <a:ext uri="{FF2B5EF4-FFF2-40B4-BE49-F238E27FC236}">
                <a16:creationId xmlns:a16="http://schemas.microsoft.com/office/drawing/2014/main" id="{6A685DB6-3212-41E1-B7FA-1F0AF9DA3E92}"/>
              </a:ext>
            </a:extLst>
          </p:cNvPr>
          <p:cNvSpPr>
            <a:spLocks xmlns:a="http://schemas.openxmlformats.org/drawingml/2006/main" noGrp="1"/>
          </p:cNvSpPr>
          <p:nvPr/>
        </p:nvSpPr>
        <p:spPr>
          <a:xfrm xmlns:a="http://schemas.openxmlformats.org/drawingml/2006/main">
            <a:off x="8782050" y="3854450"/>
            <a:ext cx="3143250" cy="95"/>
          </a:xfrm>
          <a:custGeom xmlns:a="http://schemas.openxmlformats.org/drawingml/2006/main">
            <a:pathLst>
              <a:path w="3143250" h="95">
                <a:moveTo>
                  <a:pt x="0" y="0"/>
                </a:moveTo>
                <a:lnTo>
                  <a:pt x="3143250" y="0"/>
                </a:lnTo>
              </a:path>
            </a:pathLst>
          </a:custGeom>
          <a:noFill xmlns:a="http://schemas.openxmlformats.org/drawingml/2006/main"/>
          <a:ln xmlns:a="http://schemas.openxmlformats.org/drawingml/2006/main" w="7620">
            <a:solidFill>
              <a:srgbClr val="D5E5E7"/>
            </a:solidFill>
            <a:prstDash val="dash"/>
          </a:ln>
        </p:spPr>
      </p:sp>
      <p:sp>
        <p:nvSpPr>
          <p:cNvPr id="223" name="RG-MTM-R A black label">
            <a:extLst xmlns:a="http://schemas.openxmlformats.org/drawingml/2006/main">
              <a:ext uri="{FF2B5EF4-FFF2-40B4-BE49-F238E27FC236}">
                <a16:creationId xmlns:a16="http://schemas.microsoft.com/office/drawing/2014/main" id="{22B4FA1A-26DE-4D27-8B3B-72F14B614596}"/>
              </a:ext>
            </a:extLst>
          </p:cNvPr>
          <p:cNvSpPr>
            <a:spLocks xmlns:a="http://schemas.openxmlformats.org/drawingml/2006/main" noGrp="1"/>
          </p:cNvSpPr>
          <p:nvPr/>
        </p:nvSpPr>
        <p:spPr>
          <a:xfrm xmlns:a="http://schemas.openxmlformats.org/drawingml/2006/main">
            <a:off x="12001500" y="4952372"/>
            <a:ext cx="257175"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575" b="1">
                <a:solidFill>
                  <a:srgbClr val="000000"/>
                </a:solidFill>
                <a:latin typeface="Arial"/>
                <a:ea typeface="Arial"/>
                <a:cs typeface="Arial"/>
              </a:defRPr>
            </a:defPPr>
            <a:lvl1pPr algn="l">
              <a:defRPr sz="1575" b="1">
                <a:solidFill>
                  <a:srgbClr val="000000"/>
                </a:solidFill>
                <a:latin typeface="Arial"/>
                <a:ea typeface="Arial"/>
                <a:cs typeface="Arial"/>
              </a:defRPr>
            </a:lvl1pPr>
            <a:lvl2pPr algn="l">
              <a:defRPr sz="1575" b="1">
                <a:solidFill>
                  <a:srgbClr val="000000"/>
                </a:solidFill>
                <a:latin typeface="Arial"/>
                <a:ea typeface="Arial"/>
                <a:cs typeface="Arial"/>
              </a:defRPr>
            </a:lvl2pPr>
            <a:lvl3pPr algn="l">
              <a:defRPr sz="1575" b="1">
                <a:solidFill>
                  <a:srgbClr val="000000"/>
                </a:solidFill>
                <a:latin typeface="Arial"/>
                <a:ea typeface="Arial"/>
                <a:cs typeface="Arial"/>
              </a:defRPr>
            </a:lvl3pPr>
            <a:lvl4pPr algn="l">
              <a:defRPr sz="1575" b="1">
                <a:solidFill>
                  <a:srgbClr val="000000"/>
                </a:solidFill>
                <a:latin typeface="Arial"/>
                <a:ea typeface="Arial"/>
                <a:cs typeface="Arial"/>
              </a:defRPr>
            </a:lvl4pPr>
            <a:lvl5pPr algn="l">
              <a:defRPr sz="1575" b="1">
                <a:solidFill>
                  <a:srgbClr val="000000"/>
                </a:solidFill>
                <a:latin typeface="Arial"/>
                <a:ea typeface="Arial"/>
                <a:cs typeface="Arial"/>
              </a:defRPr>
            </a:lvl5pPr>
            <a:lvl6pPr algn="l">
              <a:defRPr sz="1575" b="1">
                <a:solidFill>
                  <a:srgbClr val="000000"/>
                </a:solidFill>
                <a:latin typeface="Arial"/>
                <a:ea typeface="Arial"/>
                <a:cs typeface="Arial"/>
              </a:defRPr>
            </a:lvl6pPr>
            <a:lvl7pPr algn="l">
              <a:defRPr sz="1575" b="1">
                <a:solidFill>
                  <a:srgbClr val="000000"/>
                </a:solidFill>
                <a:latin typeface="Arial"/>
                <a:ea typeface="Arial"/>
                <a:cs typeface="Arial"/>
              </a:defRPr>
            </a:lvl7pPr>
            <a:lvl8pPr algn="l">
              <a:defRPr sz="1575" b="1">
                <a:solidFill>
                  <a:srgbClr val="000000"/>
                </a:solidFill>
                <a:latin typeface="Arial"/>
                <a:ea typeface="Arial"/>
                <a:cs typeface="Arial"/>
              </a:defRPr>
            </a:lvl8pPr>
            <a:lvl9pPr algn="l">
              <a:defRPr sz="1575" b="1">
                <a:solidFill>
                  <a:srgbClr val="000000"/>
                </a:solidFill>
                <a:latin typeface="Arial"/>
                <a:ea typeface="Arial"/>
                <a:cs typeface="Arial"/>
              </a:defRPr>
            </a:lvl9pPr>
          </a:lstStyle>
          <a:p xmlns:a="http://schemas.openxmlformats.org/drawingml/2006/main">
            <a:pPr algn="l">
              <a:defRPr sz="1575" b="1">
                <a:solidFill>
                  <a:srgbClr val="000000"/>
                </a:solidFill>
                <a:latin typeface="Arial"/>
                <a:ea typeface="Arial"/>
                <a:cs typeface="Arial"/>
              </a:defRPr>
            </a:pPr>
            <a:r>
              <a:rPr sz="1575" b="1">
                <a:solidFill>
                  <a:srgbClr val="000000"/>
                </a:solidFill>
                <a:latin typeface="Arial"/>
                <a:ea typeface="Arial"/>
                <a:cs typeface="Arial"/>
              </a:rPr>
              <a:t>A</a:t>
            </a:r>
          </a:p>
        </p:txBody>
      </p:sp>
      <p:sp>
        <p:nvSpPr>
          <p:cNvPr id="224" name="RG-MTM-R B black label">
            <a:extLst xmlns:a="http://schemas.openxmlformats.org/drawingml/2006/main">
              <a:ext uri="{FF2B5EF4-FFF2-40B4-BE49-F238E27FC236}">
                <a16:creationId xmlns:a16="http://schemas.microsoft.com/office/drawing/2014/main" id="{F5712D55-CA6B-4256-8A5E-040766543E83}"/>
              </a:ext>
            </a:extLst>
          </p:cNvPr>
          <p:cNvSpPr>
            <a:spLocks xmlns:a="http://schemas.openxmlformats.org/drawingml/2006/main" noGrp="1"/>
          </p:cNvSpPr>
          <p:nvPr/>
        </p:nvSpPr>
        <p:spPr>
          <a:xfrm xmlns:a="http://schemas.openxmlformats.org/drawingml/2006/main">
            <a:off x="12001500" y="4047276"/>
            <a:ext cx="257175"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575" b="1">
                <a:solidFill>
                  <a:srgbClr val="000000"/>
                </a:solidFill>
                <a:latin typeface="Arial"/>
                <a:ea typeface="Arial"/>
                <a:cs typeface="Arial"/>
              </a:defRPr>
            </a:defPPr>
            <a:lvl1pPr algn="l">
              <a:defRPr sz="1575" b="1">
                <a:solidFill>
                  <a:srgbClr val="000000"/>
                </a:solidFill>
                <a:latin typeface="Arial"/>
                <a:ea typeface="Arial"/>
                <a:cs typeface="Arial"/>
              </a:defRPr>
            </a:lvl1pPr>
            <a:lvl2pPr algn="l">
              <a:defRPr sz="1575" b="1">
                <a:solidFill>
                  <a:srgbClr val="000000"/>
                </a:solidFill>
                <a:latin typeface="Arial"/>
                <a:ea typeface="Arial"/>
                <a:cs typeface="Arial"/>
              </a:defRPr>
            </a:lvl2pPr>
            <a:lvl3pPr algn="l">
              <a:defRPr sz="1575" b="1">
                <a:solidFill>
                  <a:srgbClr val="000000"/>
                </a:solidFill>
                <a:latin typeface="Arial"/>
                <a:ea typeface="Arial"/>
                <a:cs typeface="Arial"/>
              </a:defRPr>
            </a:lvl3pPr>
            <a:lvl4pPr algn="l">
              <a:defRPr sz="1575" b="1">
                <a:solidFill>
                  <a:srgbClr val="000000"/>
                </a:solidFill>
                <a:latin typeface="Arial"/>
                <a:ea typeface="Arial"/>
                <a:cs typeface="Arial"/>
              </a:defRPr>
            </a:lvl4pPr>
            <a:lvl5pPr algn="l">
              <a:defRPr sz="1575" b="1">
                <a:solidFill>
                  <a:srgbClr val="000000"/>
                </a:solidFill>
                <a:latin typeface="Arial"/>
                <a:ea typeface="Arial"/>
                <a:cs typeface="Arial"/>
              </a:defRPr>
            </a:lvl5pPr>
            <a:lvl6pPr algn="l">
              <a:defRPr sz="1575" b="1">
                <a:solidFill>
                  <a:srgbClr val="000000"/>
                </a:solidFill>
                <a:latin typeface="Arial"/>
                <a:ea typeface="Arial"/>
                <a:cs typeface="Arial"/>
              </a:defRPr>
            </a:lvl6pPr>
            <a:lvl7pPr algn="l">
              <a:defRPr sz="1575" b="1">
                <a:solidFill>
                  <a:srgbClr val="000000"/>
                </a:solidFill>
                <a:latin typeface="Arial"/>
                <a:ea typeface="Arial"/>
                <a:cs typeface="Arial"/>
              </a:defRPr>
            </a:lvl7pPr>
            <a:lvl8pPr algn="l">
              <a:defRPr sz="1575" b="1">
                <a:solidFill>
                  <a:srgbClr val="000000"/>
                </a:solidFill>
                <a:latin typeface="Arial"/>
                <a:ea typeface="Arial"/>
                <a:cs typeface="Arial"/>
              </a:defRPr>
            </a:lvl8pPr>
            <a:lvl9pPr algn="l">
              <a:defRPr sz="1575" b="1">
                <a:solidFill>
                  <a:srgbClr val="000000"/>
                </a:solidFill>
                <a:latin typeface="Arial"/>
                <a:ea typeface="Arial"/>
                <a:cs typeface="Arial"/>
              </a:defRPr>
            </a:lvl9pPr>
          </a:lstStyle>
          <a:p xmlns:a="http://schemas.openxmlformats.org/drawingml/2006/main">
            <a:pPr algn="l">
              <a:defRPr sz="1575" b="1">
                <a:solidFill>
                  <a:srgbClr val="000000"/>
                </a:solidFill>
                <a:latin typeface="Arial"/>
                <a:ea typeface="Arial"/>
                <a:cs typeface="Arial"/>
              </a:defRPr>
            </a:pPr>
            <a:r>
              <a:rPr sz="1575" b="1">
                <a:solidFill>
                  <a:srgbClr val="000000"/>
                </a:solidFill>
                <a:latin typeface="Arial"/>
                <a:ea typeface="Arial"/>
                <a:cs typeface="Arial"/>
              </a:rPr>
              <a:t>B</a:t>
            </a:r>
          </a:p>
        </p:txBody>
      </p:sp>
      <p:sp>
        <p:nvSpPr>
          <p:cNvPr id="225" name="RG-MTM-R C black label">
            <a:extLst xmlns:a="http://schemas.openxmlformats.org/drawingml/2006/main">
              <a:ext uri="{FF2B5EF4-FFF2-40B4-BE49-F238E27FC236}">
                <a16:creationId xmlns:a16="http://schemas.microsoft.com/office/drawing/2014/main" id="{56DC61F4-BE6C-4682-AD76-6EFB791E78A2}"/>
              </a:ext>
            </a:extLst>
          </p:cNvPr>
          <p:cNvSpPr>
            <a:spLocks xmlns:a="http://schemas.openxmlformats.org/drawingml/2006/main" noGrp="1"/>
          </p:cNvSpPr>
          <p:nvPr/>
        </p:nvSpPr>
        <p:spPr>
          <a:xfrm xmlns:a="http://schemas.openxmlformats.org/drawingml/2006/main">
            <a:off x="12001500" y="3715378"/>
            <a:ext cx="257175"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l">
              <a:defRPr sz="1575" b="1">
                <a:solidFill>
                  <a:srgbClr val="000000"/>
                </a:solidFill>
                <a:latin typeface="Arial"/>
                <a:ea typeface="Arial"/>
                <a:cs typeface="Arial"/>
              </a:defRPr>
            </a:defPPr>
            <a:lvl1pPr algn="l">
              <a:defRPr sz="1575" b="1">
                <a:solidFill>
                  <a:srgbClr val="000000"/>
                </a:solidFill>
                <a:latin typeface="Arial"/>
                <a:ea typeface="Arial"/>
                <a:cs typeface="Arial"/>
              </a:defRPr>
            </a:lvl1pPr>
            <a:lvl2pPr algn="l">
              <a:defRPr sz="1575" b="1">
                <a:solidFill>
                  <a:srgbClr val="000000"/>
                </a:solidFill>
                <a:latin typeface="Arial"/>
                <a:ea typeface="Arial"/>
                <a:cs typeface="Arial"/>
              </a:defRPr>
            </a:lvl2pPr>
            <a:lvl3pPr algn="l">
              <a:defRPr sz="1575" b="1">
                <a:solidFill>
                  <a:srgbClr val="000000"/>
                </a:solidFill>
                <a:latin typeface="Arial"/>
                <a:ea typeface="Arial"/>
                <a:cs typeface="Arial"/>
              </a:defRPr>
            </a:lvl3pPr>
            <a:lvl4pPr algn="l">
              <a:defRPr sz="1575" b="1">
                <a:solidFill>
                  <a:srgbClr val="000000"/>
                </a:solidFill>
                <a:latin typeface="Arial"/>
                <a:ea typeface="Arial"/>
                <a:cs typeface="Arial"/>
              </a:defRPr>
            </a:lvl4pPr>
            <a:lvl5pPr algn="l">
              <a:defRPr sz="1575" b="1">
                <a:solidFill>
                  <a:srgbClr val="000000"/>
                </a:solidFill>
                <a:latin typeface="Arial"/>
                <a:ea typeface="Arial"/>
                <a:cs typeface="Arial"/>
              </a:defRPr>
            </a:lvl5pPr>
            <a:lvl6pPr algn="l">
              <a:defRPr sz="1575" b="1">
                <a:solidFill>
                  <a:srgbClr val="000000"/>
                </a:solidFill>
                <a:latin typeface="Arial"/>
                <a:ea typeface="Arial"/>
                <a:cs typeface="Arial"/>
              </a:defRPr>
            </a:lvl6pPr>
            <a:lvl7pPr algn="l">
              <a:defRPr sz="1575" b="1">
                <a:solidFill>
                  <a:srgbClr val="000000"/>
                </a:solidFill>
                <a:latin typeface="Arial"/>
                <a:ea typeface="Arial"/>
                <a:cs typeface="Arial"/>
              </a:defRPr>
            </a:lvl7pPr>
            <a:lvl8pPr algn="l">
              <a:defRPr sz="1575" b="1">
                <a:solidFill>
                  <a:srgbClr val="000000"/>
                </a:solidFill>
                <a:latin typeface="Arial"/>
                <a:ea typeface="Arial"/>
                <a:cs typeface="Arial"/>
              </a:defRPr>
            </a:lvl8pPr>
            <a:lvl9pPr algn="l">
              <a:defRPr sz="1575" b="1">
                <a:solidFill>
                  <a:srgbClr val="000000"/>
                </a:solidFill>
                <a:latin typeface="Arial"/>
                <a:ea typeface="Arial"/>
                <a:cs typeface="Arial"/>
              </a:defRPr>
            </a:lvl9pPr>
          </a:lstStyle>
          <a:p xmlns:a="http://schemas.openxmlformats.org/drawingml/2006/main">
            <a:pPr algn="l">
              <a:defRPr sz="1575" b="1">
                <a:solidFill>
                  <a:srgbClr val="000000"/>
                </a:solidFill>
                <a:latin typeface="Arial"/>
                <a:ea typeface="Arial"/>
                <a:cs typeface="Arial"/>
              </a:defRPr>
            </a:pPr>
            <a:r>
              <a:rPr sz="1575" b="1">
                <a:solidFill>
                  <a:srgbClr val="000000"/>
                </a:solidFill>
                <a:latin typeface="Arial"/>
                <a:ea typeface="Arial"/>
                <a:cs typeface="Arial"/>
              </a:rPr>
              <a:t>C</a:t>
            </a:r>
          </a:p>
        </p:txBody>
      </p:sp>
      <p:sp>
        <p:nvSpPr>
          <p:cNvPr id="226" name="Scientific domain frame">
            <a:extLst xmlns:a="http://schemas.openxmlformats.org/drawingml/2006/main">
              <a:ext uri="{FF2B5EF4-FFF2-40B4-BE49-F238E27FC236}">
                <a16:creationId xmlns:a16="http://schemas.microsoft.com/office/drawing/2014/main" id="{DBDB5F33-4500-40C8-A86C-FE3E78570C26}"/>
              </a:ext>
            </a:extLst>
          </p:cNvPr>
          <p:cNvSpPr>
            <a:spLocks xmlns:a="http://schemas.openxmlformats.org/drawingml/2006/main" noGrp="1"/>
          </p:cNvSpPr>
          <p:nvPr/>
        </p:nvSpPr>
        <p:spPr>
          <a:xfrm xmlns:a="http://schemas.openxmlformats.org/drawingml/2006/main">
            <a:off x="8782050" y="3552825"/>
            <a:ext cx="3143250" cy="1809750"/>
          </a:xfrm>
          <a:prstGeom xmlns:a="http://schemas.openxmlformats.org/drawingml/2006/main" prst="rect">
            <a:avLst/>
          </a:prstGeom>
          <a:noFill xmlns:a="http://schemas.openxmlformats.org/drawingml/2006/main"/>
          <a:ln xmlns:a="http://schemas.openxmlformats.org/drawingml/2006/main" w="7620">
            <a:solidFill>
              <a:srgbClr val="000000"/>
            </a:solidFill>
          </a:ln>
        </p:spPr>
      </p:sp>
      <p:sp>
        <p:nvSpPr>
          <p:cNvPr id="227" name="Scientific line">
            <a:extLst xmlns:a="http://schemas.openxmlformats.org/drawingml/2006/main">
              <a:ext uri="{FF2B5EF4-FFF2-40B4-BE49-F238E27FC236}">
                <a16:creationId xmlns:a16="http://schemas.microsoft.com/office/drawing/2014/main" id="{B253335D-28A1-4E48-863B-B70812F37572}"/>
              </a:ext>
            </a:extLst>
          </p:cNvPr>
          <p:cNvSpPr>
            <a:spLocks xmlns:a="http://schemas.openxmlformats.org/drawingml/2006/main" noGrp="1"/>
          </p:cNvSpPr>
          <p:nvPr/>
        </p:nvSpPr>
        <p:spPr>
          <a:xfrm xmlns:a="http://schemas.openxmlformats.org/drawingml/2006/main">
            <a:off x="8782050" y="5362575"/>
            <a:ext cx="95" cy="47625"/>
          </a:xfrm>
          <a:custGeom xmlns:a="http://schemas.openxmlformats.org/drawingml/2006/main">
            <a:pathLst>
              <a:path w="95" h="47625">
                <a:moveTo>
                  <a:pt x="0" y="0"/>
                </a:moveTo>
                <a:lnTo>
                  <a:pt x="0" y="47625"/>
                </a:lnTo>
              </a:path>
            </a:pathLst>
          </a:custGeom>
          <a:noFill xmlns:a="http://schemas.openxmlformats.org/drawingml/2006/main"/>
          <a:ln xmlns:a="http://schemas.openxmlformats.org/drawingml/2006/main" w="9525">
            <a:solidFill>
              <a:srgbClr val="000000"/>
            </a:solidFill>
            <a:prstDash val="solid"/>
          </a:ln>
        </p:spPr>
      </p:sp>
      <p:sp>
        <p:nvSpPr>
          <p:cNvPr id="228" name="0">
            <a:extLst xmlns:a="http://schemas.openxmlformats.org/drawingml/2006/main">
              <a:ext uri="{FF2B5EF4-FFF2-40B4-BE49-F238E27FC236}">
                <a16:creationId xmlns:a16="http://schemas.microsoft.com/office/drawing/2014/main" id="{B75FE6CD-127D-4FF6-89FB-9920BA24D11A}"/>
              </a:ext>
            </a:extLst>
          </p:cNvPr>
          <p:cNvSpPr>
            <a:spLocks xmlns:a="http://schemas.openxmlformats.org/drawingml/2006/main" noGrp="1"/>
          </p:cNvSpPr>
          <p:nvPr/>
        </p:nvSpPr>
        <p:spPr>
          <a:xfrm xmlns:a="http://schemas.openxmlformats.org/drawingml/2006/main">
            <a:off x="8572500" y="5419725"/>
            <a:ext cx="41910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350" b="0">
                <a:solidFill>
                  <a:srgbClr val="000000"/>
                </a:solidFill>
                <a:latin typeface="Arial"/>
                <a:ea typeface="Arial"/>
                <a:cs typeface="Arial"/>
              </a:defRPr>
            </a:defPPr>
            <a:lvl1pPr algn="ctr">
              <a:defRPr sz="1350" b="0">
                <a:solidFill>
                  <a:srgbClr val="000000"/>
                </a:solidFill>
                <a:latin typeface="Arial"/>
                <a:ea typeface="Arial"/>
                <a:cs typeface="Arial"/>
              </a:defRPr>
            </a:lvl1pPr>
            <a:lvl2pPr algn="ctr">
              <a:defRPr sz="1350" b="0">
                <a:solidFill>
                  <a:srgbClr val="000000"/>
                </a:solidFill>
                <a:latin typeface="Arial"/>
                <a:ea typeface="Arial"/>
                <a:cs typeface="Arial"/>
              </a:defRPr>
            </a:lvl2pPr>
            <a:lvl3pPr algn="ctr">
              <a:defRPr sz="1350" b="0">
                <a:solidFill>
                  <a:srgbClr val="000000"/>
                </a:solidFill>
                <a:latin typeface="Arial"/>
                <a:ea typeface="Arial"/>
                <a:cs typeface="Arial"/>
              </a:defRPr>
            </a:lvl3pPr>
            <a:lvl4pPr algn="ctr">
              <a:defRPr sz="1350" b="0">
                <a:solidFill>
                  <a:srgbClr val="000000"/>
                </a:solidFill>
                <a:latin typeface="Arial"/>
                <a:ea typeface="Arial"/>
                <a:cs typeface="Arial"/>
              </a:defRPr>
            </a:lvl4pPr>
            <a:lvl5pPr algn="ctr">
              <a:defRPr sz="1350" b="0">
                <a:solidFill>
                  <a:srgbClr val="000000"/>
                </a:solidFill>
                <a:latin typeface="Arial"/>
                <a:ea typeface="Arial"/>
                <a:cs typeface="Arial"/>
              </a:defRPr>
            </a:lvl5pPr>
            <a:lvl6pPr algn="ctr">
              <a:defRPr sz="1350" b="0">
                <a:solidFill>
                  <a:srgbClr val="000000"/>
                </a:solidFill>
                <a:latin typeface="Arial"/>
                <a:ea typeface="Arial"/>
                <a:cs typeface="Arial"/>
              </a:defRPr>
            </a:lvl6pPr>
            <a:lvl7pPr algn="ctr">
              <a:defRPr sz="1350" b="0">
                <a:solidFill>
                  <a:srgbClr val="000000"/>
                </a:solidFill>
                <a:latin typeface="Arial"/>
                <a:ea typeface="Arial"/>
                <a:cs typeface="Arial"/>
              </a:defRPr>
            </a:lvl7pPr>
            <a:lvl8pPr algn="ctr">
              <a:defRPr sz="1350" b="0">
                <a:solidFill>
                  <a:srgbClr val="000000"/>
                </a:solidFill>
                <a:latin typeface="Arial"/>
                <a:ea typeface="Arial"/>
                <a:cs typeface="Arial"/>
              </a:defRPr>
            </a:lvl8pPr>
            <a:lvl9pPr algn="ctr">
              <a:defRPr sz="1350" b="0">
                <a:solidFill>
                  <a:srgbClr val="000000"/>
                </a:solidFill>
                <a:latin typeface="Arial"/>
                <a:ea typeface="Arial"/>
                <a:cs typeface="Arial"/>
              </a:defRPr>
            </a:lvl9pPr>
          </a:lstStyle>
          <a:p xmlns:a="http://schemas.openxmlformats.org/drawingml/2006/main">
            <a:pPr algn="ctr">
              <a:defRPr sz="1350" b="0">
                <a:solidFill>
                  <a:srgbClr val="000000"/>
                </a:solidFill>
                <a:latin typeface="Arial"/>
                <a:ea typeface="Arial"/>
                <a:cs typeface="Arial"/>
              </a:defRPr>
            </a:pPr>
            <a:r>
              <a:rPr sz="1350" b="0">
                <a:solidFill>
                  <a:srgbClr val="000000"/>
                </a:solidFill>
                <a:latin typeface="Arial"/>
                <a:ea typeface="Arial"/>
                <a:cs typeface="Arial"/>
              </a:rPr>
              <a:t>0</a:t>
            </a:r>
          </a:p>
        </p:txBody>
      </p:sp>
      <p:sp>
        <p:nvSpPr>
          <p:cNvPr id="229" name="Scientific line">
            <a:extLst xmlns:a="http://schemas.openxmlformats.org/drawingml/2006/main">
              <a:ext uri="{FF2B5EF4-FFF2-40B4-BE49-F238E27FC236}">
                <a16:creationId xmlns:a16="http://schemas.microsoft.com/office/drawing/2014/main" id="{617601DE-DC65-4498-A97A-19AD8ED0D82B}"/>
              </a:ext>
            </a:extLst>
          </p:cNvPr>
          <p:cNvSpPr>
            <a:spLocks xmlns:a="http://schemas.openxmlformats.org/drawingml/2006/main" noGrp="1"/>
          </p:cNvSpPr>
          <p:nvPr/>
        </p:nvSpPr>
        <p:spPr>
          <a:xfrm xmlns:a="http://schemas.openxmlformats.org/drawingml/2006/main">
            <a:off x="9380764" y="5362575"/>
            <a:ext cx="95" cy="47625"/>
          </a:xfrm>
          <a:custGeom xmlns:a="http://schemas.openxmlformats.org/drawingml/2006/main">
            <a:pathLst>
              <a:path w="95" h="47625">
                <a:moveTo>
                  <a:pt x="0" y="0"/>
                </a:moveTo>
                <a:lnTo>
                  <a:pt x="0" y="47625"/>
                </a:lnTo>
              </a:path>
            </a:pathLst>
          </a:custGeom>
          <a:noFill xmlns:a="http://schemas.openxmlformats.org/drawingml/2006/main"/>
          <a:ln xmlns:a="http://schemas.openxmlformats.org/drawingml/2006/main" w="9525">
            <a:solidFill>
              <a:srgbClr val="000000"/>
            </a:solidFill>
            <a:prstDash val="solid"/>
          </a:ln>
        </p:spPr>
      </p:sp>
      <p:sp>
        <p:nvSpPr>
          <p:cNvPr id="230" name="12">
            <a:extLst xmlns:a="http://schemas.openxmlformats.org/drawingml/2006/main">
              <a:ext uri="{FF2B5EF4-FFF2-40B4-BE49-F238E27FC236}">
                <a16:creationId xmlns:a16="http://schemas.microsoft.com/office/drawing/2014/main" id="{FCDC8B3B-BEE5-428F-BBEC-5A2E67558E20}"/>
              </a:ext>
            </a:extLst>
          </p:cNvPr>
          <p:cNvSpPr>
            <a:spLocks xmlns:a="http://schemas.openxmlformats.org/drawingml/2006/main" noGrp="1"/>
          </p:cNvSpPr>
          <p:nvPr/>
        </p:nvSpPr>
        <p:spPr>
          <a:xfrm xmlns:a="http://schemas.openxmlformats.org/drawingml/2006/main">
            <a:off x="9171214" y="5419725"/>
            <a:ext cx="41910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350" b="0">
                <a:solidFill>
                  <a:srgbClr val="000000"/>
                </a:solidFill>
                <a:latin typeface="Arial"/>
                <a:ea typeface="Arial"/>
                <a:cs typeface="Arial"/>
              </a:defRPr>
            </a:defPPr>
            <a:lvl1pPr algn="ctr">
              <a:defRPr sz="1350" b="0">
                <a:solidFill>
                  <a:srgbClr val="000000"/>
                </a:solidFill>
                <a:latin typeface="Arial"/>
                <a:ea typeface="Arial"/>
                <a:cs typeface="Arial"/>
              </a:defRPr>
            </a:lvl1pPr>
            <a:lvl2pPr algn="ctr">
              <a:defRPr sz="1350" b="0">
                <a:solidFill>
                  <a:srgbClr val="000000"/>
                </a:solidFill>
                <a:latin typeface="Arial"/>
                <a:ea typeface="Arial"/>
                <a:cs typeface="Arial"/>
              </a:defRPr>
            </a:lvl2pPr>
            <a:lvl3pPr algn="ctr">
              <a:defRPr sz="1350" b="0">
                <a:solidFill>
                  <a:srgbClr val="000000"/>
                </a:solidFill>
                <a:latin typeface="Arial"/>
                <a:ea typeface="Arial"/>
                <a:cs typeface="Arial"/>
              </a:defRPr>
            </a:lvl3pPr>
            <a:lvl4pPr algn="ctr">
              <a:defRPr sz="1350" b="0">
                <a:solidFill>
                  <a:srgbClr val="000000"/>
                </a:solidFill>
                <a:latin typeface="Arial"/>
                <a:ea typeface="Arial"/>
                <a:cs typeface="Arial"/>
              </a:defRPr>
            </a:lvl4pPr>
            <a:lvl5pPr algn="ctr">
              <a:defRPr sz="1350" b="0">
                <a:solidFill>
                  <a:srgbClr val="000000"/>
                </a:solidFill>
                <a:latin typeface="Arial"/>
                <a:ea typeface="Arial"/>
                <a:cs typeface="Arial"/>
              </a:defRPr>
            </a:lvl5pPr>
            <a:lvl6pPr algn="ctr">
              <a:defRPr sz="1350" b="0">
                <a:solidFill>
                  <a:srgbClr val="000000"/>
                </a:solidFill>
                <a:latin typeface="Arial"/>
                <a:ea typeface="Arial"/>
                <a:cs typeface="Arial"/>
              </a:defRPr>
            </a:lvl6pPr>
            <a:lvl7pPr algn="ctr">
              <a:defRPr sz="1350" b="0">
                <a:solidFill>
                  <a:srgbClr val="000000"/>
                </a:solidFill>
                <a:latin typeface="Arial"/>
                <a:ea typeface="Arial"/>
                <a:cs typeface="Arial"/>
              </a:defRPr>
            </a:lvl7pPr>
            <a:lvl8pPr algn="ctr">
              <a:defRPr sz="1350" b="0">
                <a:solidFill>
                  <a:srgbClr val="000000"/>
                </a:solidFill>
                <a:latin typeface="Arial"/>
                <a:ea typeface="Arial"/>
                <a:cs typeface="Arial"/>
              </a:defRPr>
            </a:lvl8pPr>
            <a:lvl9pPr algn="ctr">
              <a:defRPr sz="1350" b="0">
                <a:solidFill>
                  <a:srgbClr val="000000"/>
                </a:solidFill>
                <a:latin typeface="Arial"/>
                <a:ea typeface="Arial"/>
                <a:cs typeface="Arial"/>
              </a:defRPr>
            </a:lvl9pPr>
          </a:lstStyle>
          <a:p xmlns:a="http://schemas.openxmlformats.org/drawingml/2006/main">
            <a:pPr algn="ctr">
              <a:defRPr sz="1350" b="0">
                <a:solidFill>
                  <a:srgbClr val="000000"/>
                </a:solidFill>
                <a:latin typeface="Arial"/>
                <a:ea typeface="Arial"/>
                <a:cs typeface="Arial"/>
              </a:defRPr>
            </a:pPr>
            <a:r>
              <a:rPr sz="1350" b="0">
                <a:solidFill>
                  <a:srgbClr val="000000"/>
                </a:solidFill>
                <a:latin typeface="Arial"/>
                <a:ea typeface="Arial"/>
                <a:cs typeface="Arial"/>
              </a:rPr>
              <a:t>12</a:t>
            </a:r>
          </a:p>
        </p:txBody>
      </p:sp>
      <p:sp>
        <p:nvSpPr>
          <p:cNvPr id="231" name="Scientific line">
            <a:extLst xmlns:a="http://schemas.openxmlformats.org/drawingml/2006/main">
              <a:ext uri="{FF2B5EF4-FFF2-40B4-BE49-F238E27FC236}">
                <a16:creationId xmlns:a16="http://schemas.microsoft.com/office/drawing/2014/main" id="{02AC8854-0B30-490A-AD9A-FF336CBA67DC}"/>
              </a:ext>
            </a:extLst>
          </p:cNvPr>
          <p:cNvSpPr>
            <a:spLocks xmlns:a="http://schemas.openxmlformats.org/drawingml/2006/main" noGrp="1"/>
          </p:cNvSpPr>
          <p:nvPr/>
        </p:nvSpPr>
        <p:spPr>
          <a:xfrm xmlns:a="http://schemas.openxmlformats.org/drawingml/2006/main">
            <a:off x="10029371" y="5362575"/>
            <a:ext cx="95" cy="47625"/>
          </a:xfrm>
          <a:custGeom xmlns:a="http://schemas.openxmlformats.org/drawingml/2006/main">
            <a:pathLst>
              <a:path w="95" h="47625">
                <a:moveTo>
                  <a:pt x="0" y="0"/>
                </a:moveTo>
                <a:lnTo>
                  <a:pt x="0" y="47625"/>
                </a:lnTo>
              </a:path>
            </a:pathLst>
          </a:custGeom>
          <a:noFill xmlns:a="http://schemas.openxmlformats.org/drawingml/2006/main"/>
          <a:ln xmlns:a="http://schemas.openxmlformats.org/drawingml/2006/main" w="9525">
            <a:solidFill>
              <a:srgbClr val="000000"/>
            </a:solidFill>
            <a:prstDash val="solid"/>
          </a:ln>
        </p:spPr>
      </p:sp>
      <p:sp>
        <p:nvSpPr>
          <p:cNvPr id="232" name="25">
            <a:extLst xmlns:a="http://schemas.openxmlformats.org/drawingml/2006/main">
              <a:ext uri="{FF2B5EF4-FFF2-40B4-BE49-F238E27FC236}">
                <a16:creationId xmlns:a16="http://schemas.microsoft.com/office/drawing/2014/main" id="{07E645B6-054E-4421-8C2B-3DB845946ABD}"/>
              </a:ext>
            </a:extLst>
          </p:cNvPr>
          <p:cNvSpPr>
            <a:spLocks xmlns:a="http://schemas.openxmlformats.org/drawingml/2006/main" noGrp="1"/>
          </p:cNvSpPr>
          <p:nvPr/>
        </p:nvSpPr>
        <p:spPr>
          <a:xfrm xmlns:a="http://schemas.openxmlformats.org/drawingml/2006/main">
            <a:off x="9819821" y="5419725"/>
            <a:ext cx="41910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350" b="0">
                <a:solidFill>
                  <a:srgbClr val="000000"/>
                </a:solidFill>
                <a:latin typeface="Arial"/>
                <a:ea typeface="Arial"/>
                <a:cs typeface="Arial"/>
              </a:defRPr>
            </a:defPPr>
            <a:lvl1pPr algn="ctr">
              <a:defRPr sz="1350" b="0">
                <a:solidFill>
                  <a:srgbClr val="000000"/>
                </a:solidFill>
                <a:latin typeface="Arial"/>
                <a:ea typeface="Arial"/>
                <a:cs typeface="Arial"/>
              </a:defRPr>
            </a:lvl1pPr>
            <a:lvl2pPr algn="ctr">
              <a:defRPr sz="1350" b="0">
                <a:solidFill>
                  <a:srgbClr val="000000"/>
                </a:solidFill>
                <a:latin typeface="Arial"/>
                <a:ea typeface="Arial"/>
                <a:cs typeface="Arial"/>
              </a:defRPr>
            </a:lvl2pPr>
            <a:lvl3pPr algn="ctr">
              <a:defRPr sz="1350" b="0">
                <a:solidFill>
                  <a:srgbClr val="000000"/>
                </a:solidFill>
                <a:latin typeface="Arial"/>
                <a:ea typeface="Arial"/>
                <a:cs typeface="Arial"/>
              </a:defRPr>
            </a:lvl3pPr>
            <a:lvl4pPr algn="ctr">
              <a:defRPr sz="1350" b="0">
                <a:solidFill>
                  <a:srgbClr val="000000"/>
                </a:solidFill>
                <a:latin typeface="Arial"/>
                <a:ea typeface="Arial"/>
                <a:cs typeface="Arial"/>
              </a:defRPr>
            </a:lvl4pPr>
            <a:lvl5pPr algn="ctr">
              <a:defRPr sz="1350" b="0">
                <a:solidFill>
                  <a:srgbClr val="000000"/>
                </a:solidFill>
                <a:latin typeface="Arial"/>
                <a:ea typeface="Arial"/>
                <a:cs typeface="Arial"/>
              </a:defRPr>
            </a:lvl5pPr>
            <a:lvl6pPr algn="ctr">
              <a:defRPr sz="1350" b="0">
                <a:solidFill>
                  <a:srgbClr val="000000"/>
                </a:solidFill>
                <a:latin typeface="Arial"/>
                <a:ea typeface="Arial"/>
                <a:cs typeface="Arial"/>
              </a:defRPr>
            </a:lvl6pPr>
            <a:lvl7pPr algn="ctr">
              <a:defRPr sz="1350" b="0">
                <a:solidFill>
                  <a:srgbClr val="000000"/>
                </a:solidFill>
                <a:latin typeface="Arial"/>
                <a:ea typeface="Arial"/>
                <a:cs typeface="Arial"/>
              </a:defRPr>
            </a:lvl7pPr>
            <a:lvl8pPr algn="ctr">
              <a:defRPr sz="1350" b="0">
                <a:solidFill>
                  <a:srgbClr val="000000"/>
                </a:solidFill>
                <a:latin typeface="Arial"/>
                <a:ea typeface="Arial"/>
                <a:cs typeface="Arial"/>
              </a:defRPr>
            </a:lvl8pPr>
            <a:lvl9pPr algn="ctr">
              <a:defRPr sz="1350" b="0">
                <a:solidFill>
                  <a:srgbClr val="000000"/>
                </a:solidFill>
                <a:latin typeface="Arial"/>
                <a:ea typeface="Arial"/>
                <a:cs typeface="Arial"/>
              </a:defRPr>
            </a:lvl9pPr>
          </a:lstStyle>
          <a:p xmlns:a="http://schemas.openxmlformats.org/drawingml/2006/main">
            <a:pPr algn="ctr">
              <a:defRPr sz="1350" b="0">
                <a:solidFill>
                  <a:srgbClr val="000000"/>
                </a:solidFill>
                <a:latin typeface="Arial"/>
                <a:ea typeface="Arial"/>
                <a:cs typeface="Arial"/>
              </a:defRPr>
            </a:pPr>
            <a:r>
              <a:rPr sz="1350" b="0">
                <a:solidFill>
                  <a:srgbClr val="000000"/>
                </a:solidFill>
                <a:latin typeface="Arial"/>
                <a:ea typeface="Arial"/>
                <a:cs typeface="Arial"/>
              </a:rPr>
              <a:t>25</a:t>
            </a:r>
          </a:p>
        </p:txBody>
      </p:sp>
      <p:sp>
        <p:nvSpPr>
          <p:cNvPr id="233" name="Scientific line">
            <a:extLst xmlns:a="http://schemas.openxmlformats.org/drawingml/2006/main">
              <a:ext uri="{FF2B5EF4-FFF2-40B4-BE49-F238E27FC236}">
                <a16:creationId xmlns:a16="http://schemas.microsoft.com/office/drawing/2014/main" id="{2582A8B6-F5F2-43F3-9F6B-CEC1EB9AB5FE}"/>
              </a:ext>
            </a:extLst>
          </p:cNvPr>
          <p:cNvSpPr>
            <a:spLocks xmlns:a="http://schemas.openxmlformats.org/drawingml/2006/main" noGrp="1"/>
          </p:cNvSpPr>
          <p:nvPr/>
        </p:nvSpPr>
        <p:spPr>
          <a:xfrm xmlns:a="http://schemas.openxmlformats.org/drawingml/2006/main">
            <a:off x="10677979" y="5362575"/>
            <a:ext cx="95" cy="47625"/>
          </a:xfrm>
          <a:custGeom xmlns:a="http://schemas.openxmlformats.org/drawingml/2006/main">
            <a:pathLst>
              <a:path w="95" h="47625">
                <a:moveTo>
                  <a:pt x="0" y="0"/>
                </a:moveTo>
                <a:lnTo>
                  <a:pt x="0" y="47625"/>
                </a:lnTo>
              </a:path>
            </a:pathLst>
          </a:custGeom>
          <a:noFill xmlns:a="http://schemas.openxmlformats.org/drawingml/2006/main"/>
          <a:ln xmlns:a="http://schemas.openxmlformats.org/drawingml/2006/main" w="9525">
            <a:solidFill>
              <a:srgbClr val="000000"/>
            </a:solidFill>
            <a:prstDash val="solid"/>
          </a:ln>
        </p:spPr>
      </p:sp>
      <p:sp>
        <p:nvSpPr>
          <p:cNvPr id="234" name="38">
            <a:extLst xmlns:a="http://schemas.openxmlformats.org/drawingml/2006/main">
              <a:ext uri="{FF2B5EF4-FFF2-40B4-BE49-F238E27FC236}">
                <a16:creationId xmlns:a16="http://schemas.microsoft.com/office/drawing/2014/main" id="{8E424F05-ED7A-4608-80FD-E43BD3057010}"/>
              </a:ext>
            </a:extLst>
          </p:cNvPr>
          <p:cNvSpPr>
            <a:spLocks xmlns:a="http://schemas.openxmlformats.org/drawingml/2006/main" noGrp="1"/>
          </p:cNvSpPr>
          <p:nvPr/>
        </p:nvSpPr>
        <p:spPr>
          <a:xfrm xmlns:a="http://schemas.openxmlformats.org/drawingml/2006/main">
            <a:off x="10468429" y="5419725"/>
            <a:ext cx="41910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350" b="0">
                <a:solidFill>
                  <a:srgbClr val="000000"/>
                </a:solidFill>
                <a:latin typeface="Arial"/>
                <a:ea typeface="Arial"/>
                <a:cs typeface="Arial"/>
              </a:defRPr>
            </a:defPPr>
            <a:lvl1pPr algn="ctr">
              <a:defRPr sz="1350" b="0">
                <a:solidFill>
                  <a:srgbClr val="000000"/>
                </a:solidFill>
                <a:latin typeface="Arial"/>
                <a:ea typeface="Arial"/>
                <a:cs typeface="Arial"/>
              </a:defRPr>
            </a:lvl1pPr>
            <a:lvl2pPr algn="ctr">
              <a:defRPr sz="1350" b="0">
                <a:solidFill>
                  <a:srgbClr val="000000"/>
                </a:solidFill>
                <a:latin typeface="Arial"/>
                <a:ea typeface="Arial"/>
                <a:cs typeface="Arial"/>
              </a:defRPr>
            </a:lvl2pPr>
            <a:lvl3pPr algn="ctr">
              <a:defRPr sz="1350" b="0">
                <a:solidFill>
                  <a:srgbClr val="000000"/>
                </a:solidFill>
                <a:latin typeface="Arial"/>
                <a:ea typeface="Arial"/>
                <a:cs typeface="Arial"/>
              </a:defRPr>
            </a:lvl3pPr>
            <a:lvl4pPr algn="ctr">
              <a:defRPr sz="1350" b="0">
                <a:solidFill>
                  <a:srgbClr val="000000"/>
                </a:solidFill>
                <a:latin typeface="Arial"/>
                <a:ea typeface="Arial"/>
                <a:cs typeface="Arial"/>
              </a:defRPr>
            </a:lvl4pPr>
            <a:lvl5pPr algn="ctr">
              <a:defRPr sz="1350" b="0">
                <a:solidFill>
                  <a:srgbClr val="000000"/>
                </a:solidFill>
                <a:latin typeface="Arial"/>
                <a:ea typeface="Arial"/>
                <a:cs typeface="Arial"/>
              </a:defRPr>
            </a:lvl5pPr>
            <a:lvl6pPr algn="ctr">
              <a:defRPr sz="1350" b="0">
                <a:solidFill>
                  <a:srgbClr val="000000"/>
                </a:solidFill>
                <a:latin typeface="Arial"/>
                <a:ea typeface="Arial"/>
                <a:cs typeface="Arial"/>
              </a:defRPr>
            </a:lvl6pPr>
            <a:lvl7pPr algn="ctr">
              <a:defRPr sz="1350" b="0">
                <a:solidFill>
                  <a:srgbClr val="000000"/>
                </a:solidFill>
                <a:latin typeface="Arial"/>
                <a:ea typeface="Arial"/>
                <a:cs typeface="Arial"/>
              </a:defRPr>
            </a:lvl7pPr>
            <a:lvl8pPr algn="ctr">
              <a:defRPr sz="1350" b="0">
                <a:solidFill>
                  <a:srgbClr val="000000"/>
                </a:solidFill>
                <a:latin typeface="Arial"/>
                <a:ea typeface="Arial"/>
                <a:cs typeface="Arial"/>
              </a:defRPr>
            </a:lvl8pPr>
            <a:lvl9pPr algn="ctr">
              <a:defRPr sz="1350" b="0">
                <a:solidFill>
                  <a:srgbClr val="000000"/>
                </a:solidFill>
                <a:latin typeface="Arial"/>
                <a:ea typeface="Arial"/>
                <a:cs typeface="Arial"/>
              </a:defRPr>
            </a:lvl9pPr>
          </a:lstStyle>
          <a:p xmlns:a="http://schemas.openxmlformats.org/drawingml/2006/main">
            <a:pPr algn="ctr">
              <a:defRPr sz="1350" b="0">
                <a:solidFill>
                  <a:srgbClr val="000000"/>
                </a:solidFill>
                <a:latin typeface="Arial"/>
                <a:ea typeface="Arial"/>
                <a:cs typeface="Arial"/>
              </a:defRPr>
            </a:pPr>
            <a:r>
              <a:rPr sz="1350" b="0">
                <a:solidFill>
                  <a:srgbClr val="000000"/>
                </a:solidFill>
                <a:latin typeface="Arial"/>
                <a:ea typeface="Arial"/>
                <a:cs typeface="Arial"/>
              </a:rPr>
              <a:t>38</a:t>
            </a:r>
          </a:p>
        </p:txBody>
      </p:sp>
      <p:sp>
        <p:nvSpPr>
          <p:cNvPr id="235" name="Scientific line">
            <a:extLst xmlns:a="http://schemas.openxmlformats.org/drawingml/2006/main">
              <a:ext uri="{FF2B5EF4-FFF2-40B4-BE49-F238E27FC236}">
                <a16:creationId xmlns:a16="http://schemas.microsoft.com/office/drawing/2014/main" id="{57B6EC74-DC52-46A8-8CA1-B3206C387012}"/>
              </a:ext>
            </a:extLst>
          </p:cNvPr>
          <p:cNvSpPr>
            <a:spLocks xmlns:a="http://schemas.openxmlformats.org/drawingml/2006/main" noGrp="1"/>
          </p:cNvSpPr>
          <p:nvPr/>
        </p:nvSpPr>
        <p:spPr>
          <a:xfrm xmlns:a="http://schemas.openxmlformats.org/drawingml/2006/main">
            <a:off x="11326586" y="5362575"/>
            <a:ext cx="95" cy="47625"/>
          </a:xfrm>
          <a:custGeom xmlns:a="http://schemas.openxmlformats.org/drawingml/2006/main">
            <a:pathLst>
              <a:path w="95" h="47625">
                <a:moveTo>
                  <a:pt x="0" y="0"/>
                </a:moveTo>
                <a:lnTo>
                  <a:pt x="0" y="47625"/>
                </a:lnTo>
              </a:path>
            </a:pathLst>
          </a:custGeom>
          <a:noFill xmlns:a="http://schemas.openxmlformats.org/drawingml/2006/main"/>
          <a:ln xmlns:a="http://schemas.openxmlformats.org/drawingml/2006/main" w="9525">
            <a:solidFill>
              <a:srgbClr val="000000"/>
            </a:solidFill>
            <a:prstDash val="solid"/>
          </a:ln>
        </p:spPr>
      </p:sp>
      <p:sp>
        <p:nvSpPr>
          <p:cNvPr id="236" name="51">
            <a:extLst xmlns:a="http://schemas.openxmlformats.org/drawingml/2006/main">
              <a:ext uri="{FF2B5EF4-FFF2-40B4-BE49-F238E27FC236}">
                <a16:creationId xmlns:a16="http://schemas.microsoft.com/office/drawing/2014/main" id="{7D09DA47-F9C2-4434-8391-4C6FB1C1BA5C}"/>
              </a:ext>
            </a:extLst>
          </p:cNvPr>
          <p:cNvSpPr>
            <a:spLocks xmlns:a="http://schemas.openxmlformats.org/drawingml/2006/main" noGrp="1"/>
          </p:cNvSpPr>
          <p:nvPr/>
        </p:nvSpPr>
        <p:spPr>
          <a:xfrm xmlns:a="http://schemas.openxmlformats.org/drawingml/2006/main">
            <a:off x="11117036" y="5419725"/>
            <a:ext cx="41910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350" b="0">
                <a:solidFill>
                  <a:srgbClr val="000000"/>
                </a:solidFill>
                <a:latin typeface="Arial"/>
                <a:ea typeface="Arial"/>
                <a:cs typeface="Arial"/>
              </a:defRPr>
            </a:defPPr>
            <a:lvl1pPr algn="ctr">
              <a:defRPr sz="1350" b="0">
                <a:solidFill>
                  <a:srgbClr val="000000"/>
                </a:solidFill>
                <a:latin typeface="Arial"/>
                <a:ea typeface="Arial"/>
                <a:cs typeface="Arial"/>
              </a:defRPr>
            </a:lvl1pPr>
            <a:lvl2pPr algn="ctr">
              <a:defRPr sz="1350" b="0">
                <a:solidFill>
                  <a:srgbClr val="000000"/>
                </a:solidFill>
                <a:latin typeface="Arial"/>
                <a:ea typeface="Arial"/>
                <a:cs typeface="Arial"/>
              </a:defRPr>
            </a:lvl2pPr>
            <a:lvl3pPr algn="ctr">
              <a:defRPr sz="1350" b="0">
                <a:solidFill>
                  <a:srgbClr val="000000"/>
                </a:solidFill>
                <a:latin typeface="Arial"/>
                <a:ea typeface="Arial"/>
                <a:cs typeface="Arial"/>
              </a:defRPr>
            </a:lvl3pPr>
            <a:lvl4pPr algn="ctr">
              <a:defRPr sz="1350" b="0">
                <a:solidFill>
                  <a:srgbClr val="000000"/>
                </a:solidFill>
                <a:latin typeface="Arial"/>
                <a:ea typeface="Arial"/>
                <a:cs typeface="Arial"/>
              </a:defRPr>
            </a:lvl4pPr>
            <a:lvl5pPr algn="ctr">
              <a:defRPr sz="1350" b="0">
                <a:solidFill>
                  <a:srgbClr val="000000"/>
                </a:solidFill>
                <a:latin typeface="Arial"/>
                <a:ea typeface="Arial"/>
                <a:cs typeface="Arial"/>
              </a:defRPr>
            </a:lvl5pPr>
            <a:lvl6pPr algn="ctr">
              <a:defRPr sz="1350" b="0">
                <a:solidFill>
                  <a:srgbClr val="000000"/>
                </a:solidFill>
                <a:latin typeface="Arial"/>
                <a:ea typeface="Arial"/>
                <a:cs typeface="Arial"/>
              </a:defRPr>
            </a:lvl6pPr>
            <a:lvl7pPr algn="ctr">
              <a:defRPr sz="1350" b="0">
                <a:solidFill>
                  <a:srgbClr val="000000"/>
                </a:solidFill>
                <a:latin typeface="Arial"/>
                <a:ea typeface="Arial"/>
                <a:cs typeface="Arial"/>
              </a:defRPr>
            </a:lvl7pPr>
            <a:lvl8pPr algn="ctr">
              <a:defRPr sz="1350" b="0">
                <a:solidFill>
                  <a:srgbClr val="000000"/>
                </a:solidFill>
                <a:latin typeface="Arial"/>
                <a:ea typeface="Arial"/>
                <a:cs typeface="Arial"/>
              </a:defRPr>
            </a:lvl8pPr>
            <a:lvl9pPr algn="ctr">
              <a:defRPr sz="1350" b="0">
                <a:solidFill>
                  <a:srgbClr val="000000"/>
                </a:solidFill>
                <a:latin typeface="Arial"/>
                <a:ea typeface="Arial"/>
                <a:cs typeface="Arial"/>
              </a:defRPr>
            </a:lvl9pPr>
          </a:lstStyle>
          <a:p xmlns:a="http://schemas.openxmlformats.org/drawingml/2006/main">
            <a:pPr algn="ctr">
              <a:defRPr sz="1350" b="0">
                <a:solidFill>
                  <a:srgbClr val="000000"/>
                </a:solidFill>
                <a:latin typeface="Arial"/>
                <a:ea typeface="Arial"/>
                <a:cs typeface="Arial"/>
              </a:defRPr>
            </a:pPr>
            <a:r>
              <a:rPr sz="1350" b="0">
                <a:solidFill>
                  <a:srgbClr val="000000"/>
                </a:solidFill>
                <a:latin typeface="Arial"/>
                <a:ea typeface="Arial"/>
                <a:cs typeface="Arial"/>
              </a:rPr>
              <a:t>51</a:t>
            </a:r>
          </a:p>
        </p:txBody>
      </p:sp>
      <p:sp>
        <p:nvSpPr>
          <p:cNvPr id="237" name="Scientific line">
            <a:extLst xmlns:a="http://schemas.openxmlformats.org/drawingml/2006/main">
              <a:ext uri="{FF2B5EF4-FFF2-40B4-BE49-F238E27FC236}">
                <a16:creationId xmlns:a16="http://schemas.microsoft.com/office/drawing/2014/main" id="{E2F7DC48-8D9A-4337-ADC5-861334D6B2CF}"/>
              </a:ext>
            </a:extLst>
          </p:cNvPr>
          <p:cNvSpPr>
            <a:spLocks xmlns:a="http://schemas.openxmlformats.org/drawingml/2006/main" noGrp="1"/>
          </p:cNvSpPr>
          <p:nvPr/>
        </p:nvSpPr>
        <p:spPr>
          <a:xfrm xmlns:a="http://schemas.openxmlformats.org/drawingml/2006/main">
            <a:off x="11925300" y="5362575"/>
            <a:ext cx="95" cy="47625"/>
          </a:xfrm>
          <a:custGeom xmlns:a="http://schemas.openxmlformats.org/drawingml/2006/main">
            <a:pathLst>
              <a:path w="95" h="47625">
                <a:moveTo>
                  <a:pt x="0" y="0"/>
                </a:moveTo>
                <a:lnTo>
                  <a:pt x="0" y="47625"/>
                </a:lnTo>
              </a:path>
            </a:pathLst>
          </a:custGeom>
          <a:noFill xmlns:a="http://schemas.openxmlformats.org/drawingml/2006/main"/>
          <a:ln xmlns:a="http://schemas.openxmlformats.org/drawingml/2006/main" w="9525">
            <a:solidFill>
              <a:srgbClr val="000000"/>
            </a:solidFill>
            <a:prstDash val="solid"/>
          </a:ln>
        </p:spPr>
      </p:sp>
      <p:sp>
        <p:nvSpPr>
          <p:cNvPr id="238" name="63">
            <a:extLst xmlns:a="http://schemas.openxmlformats.org/drawingml/2006/main">
              <a:ext uri="{FF2B5EF4-FFF2-40B4-BE49-F238E27FC236}">
                <a16:creationId xmlns:a16="http://schemas.microsoft.com/office/drawing/2014/main" id="{0B8189E1-9B57-4C16-B528-0D117ACA69A5}"/>
              </a:ext>
            </a:extLst>
          </p:cNvPr>
          <p:cNvSpPr>
            <a:spLocks xmlns:a="http://schemas.openxmlformats.org/drawingml/2006/main" noGrp="1"/>
          </p:cNvSpPr>
          <p:nvPr/>
        </p:nvSpPr>
        <p:spPr>
          <a:xfrm xmlns:a="http://schemas.openxmlformats.org/drawingml/2006/main">
            <a:off x="11715750" y="5419725"/>
            <a:ext cx="41910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350" b="0">
                <a:solidFill>
                  <a:srgbClr val="000000"/>
                </a:solidFill>
                <a:latin typeface="Arial"/>
                <a:ea typeface="Arial"/>
                <a:cs typeface="Arial"/>
              </a:defRPr>
            </a:defPPr>
            <a:lvl1pPr algn="ctr">
              <a:defRPr sz="1350" b="0">
                <a:solidFill>
                  <a:srgbClr val="000000"/>
                </a:solidFill>
                <a:latin typeface="Arial"/>
                <a:ea typeface="Arial"/>
                <a:cs typeface="Arial"/>
              </a:defRPr>
            </a:lvl1pPr>
            <a:lvl2pPr algn="ctr">
              <a:defRPr sz="1350" b="0">
                <a:solidFill>
                  <a:srgbClr val="000000"/>
                </a:solidFill>
                <a:latin typeface="Arial"/>
                <a:ea typeface="Arial"/>
                <a:cs typeface="Arial"/>
              </a:defRPr>
            </a:lvl2pPr>
            <a:lvl3pPr algn="ctr">
              <a:defRPr sz="1350" b="0">
                <a:solidFill>
                  <a:srgbClr val="000000"/>
                </a:solidFill>
                <a:latin typeface="Arial"/>
                <a:ea typeface="Arial"/>
                <a:cs typeface="Arial"/>
              </a:defRPr>
            </a:lvl3pPr>
            <a:lvl4pPr algn="ctr">
              <a:defRPr sz="1350" b="0">
                <a:solidFill>
                  <a:srgbClr val="000000"/>
                </a:solidFill>
                <a:latin typeface="Arial"/>
                <a:ea typeface="Arial"/>
                <a:cs typeface="Arial"/>
              </a:defRPr>
            </a:lvl4pPr>
            <a:lvl5pPr algn="ctr">
              <a:defRPr sz="1350" b="0">
                <a:solidFill>
                  <a:srgbClr val="000000"/>
                </a:solidFill>
                <a:latin typeface="Arial"/>
                <a:ea typeface="Arial"/>
                <a:cs typeface="Arial"/>
              </a:defRPr>
            </a:lvl5pPr>
            <a:lvl6pPr algn="ctr">
              <a:defRPr sz="1350" b="0">
                <a:solidFill>
                  <a:srgbClr val="000000"/>
                </a:solidFill>
                <a:latin typeface="Arial"/>
                <a:ea typeface="Arial"/>
                <a:cs typeface="Arial"/>
              </a:defRPr>
            </a:lvl6pPr>
            <a:lvl7pPr algn="ctr">
              <a:defRPr sz="1350" b="0">
                <a:solidFill>
                  <a:srgbClr val="000000"/>
                </a:solidFill>
                <a:latin typeface="Arial"/>
                <a:ea typeface="Arial"/>
                <a:cs typeface="Arial"/>
              </a:defRPr>
            </a:lvl7pPr>
            <a:lvl8pPr algn="ctr">
              <a:defRPr sz="1350" b="0">
                <a:solidFill>
                  <a:srgbClr val="000000"/>
                </a:solidFill>
                <a:latin typeface="Arial"/>
                <a:ea typeface="Arial"/>
                <a:cs typeface="Arial"/>
              </a:defRPr>
            </a:lvl8pPr>
            <a:lvl9pPr algn="ctr">
              <a:defRPr sz="1350" b="0">
                <a:solidFill>
                  <a:srgbClr val="000000"/>
                </a:solidFill>
                <a:latin typeface="Arial"/>
                <a:ea typeface="Arial"/>
                <a:cs typeface="Arial"/>
              </a:defRPr>
            </a:lvl9pPr>
          </a:lstStyle>
          <a:p xmlns:a="http://schemas.openxmlformats.org/drawingml/2006/main">
            <a:pPr algn="ctr">
              <a:defRPr sz="1350" b="0">
                <a:solidFill>
                  <a:srgbClr val="000000"/>
                </a:solidFill>
                <a:latin typeface="Arial"/>
                <a:ea typeface="Arial"/>
                <a:cs typeface="Arial"/>
              </a:defRPr>
            </a:pPr>
            <a:r>
              <a:rPr sz="1350" b="0">
                <a:solidFill>
                  <a:srgbClr val="000000"/>
                </a:solidFill>
                <a:latin typeface="Arial"/>
                <a:ea typeface="Arial"/>
                <a:cs typeface="Arial"/>
              </a:rPr>
              <a:t>63</a:t>
            </a:r>
          </a:p>
        </p:txBody>
      </p:sp>
      <p:sp>
        <p:nvSpPr>
          <p:cNvPr id="239" name="Scientific line">
            <a:extLst xmlns:a="http://schemas.openxmlformats.org/drawingml/2006/main">
              <a:ext uri="{FF2B5EF4-FFF2-40B4-BE49-F238E27FC236}">
                <a16:creationId xmlns:a16="http://schemas.microsoft.com/office/drawing/2014/main" id="{F8CBF0F4-E59F-4C5F-AC54-30988121017E}"/>
              </a:ext>
            </a:extLst>
          </p:cNvPr>
          <p:cNvSpPr>
            <a:spLocks xmlns:a="http://schemas.openxmlformats.org/drawingml/2006/main" noGrp="1"/>
          </p:cNvSpPr>
          <p:nvPr/>
        </p:nvSpPr>
        <p:spPr>
          <a:xfrm xmlns:a="http://schemas.openxmlformats.org/drawingml/2006/main">
            <a:off x="8734425" y="5362575"/>
            <a:ext cx="47625" cy="95"/>
          </a:xfrm>
          <a:custGeom xmlns:a="http://schemas.openxmlformats.org/drawingml/2006/main">
            <a:pathLst>
              <a:path w="47625" h="95">
                <a:moveTo>
                  <a:pt x="0" y="0"/>
                </a:moveTo>
                <a:lnTo>
                  <a:pt x="47625" y="0"/>
                </a:lnTo>
              </a:path>
            </a:pathLst>
          </a:custGeom>
          <a:noFill xmlns:a="http://schemas.openxmlformats.org/drawingml/2006/main"/>
          <a:ln xmlns:a="http://schemas.openxmlformats.org/drawingml/2006/main" w="9525">
            <a:solidFill>
              <a:srgbClr val="000000"/>
            </a:solidFill>
            <a:prstDash val="solid"/>
          </a:ln>
        </p:spPr>
      </p:sp>
      <p:sp>
        <p:nvSpPr>
          <p:cNvPr id="240" name="0">
            <a:extLst xmlns:a="http://schemas.openxmlformats.org/drawingml/2006/main">
              <a:ext uri="{FF2B5EF4-FFF2-40B4-BE49-F238E27FC236}">
                <a16:creationId xmlns:a16="http://schemas.microsoft.com/office/drawing/2014/main" id="{7B96E30F-6307-4940-9DBF-C01F641628FC}"/>
              </a:ext>
            </a:extLst>
          </p:cNvPr>
          <p:cNvSpPr>
            <a:spLocks xmlns:a="http://schemas.openxmlformats.org/drawingml/2006/main" noGrp="1"/>
          </p:cNvSpPr>
          <p:nvPr/>
        </p:nvSpPr>
        <p:spPr>
          <a:xfrm xmlns:a="http://schemas.openxmlformats.org/drawingml/2006/main">
            <a:off x="8210550" y="5248275"/>
            <a:ext cx="4762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r">
              <a:defRPr sz="1350" b="0">
                <a:solidFill>
                  <a:srgbClr val="000000"/>
                </a:solidFill>
                <a:latin typeface="Arial"/>
                <a:ea typeface="Arial"/>
                <a:cs typeface="Arial"/>
              </a:defRPr>
            </a:defPPr>
            <a:lvl1pPr algn="r">
              <a:defRPr sz="1350" b="0">
                <a:solidFill>
                  <a:srgbClr val="000000"/>
                </a:solidFill>
                <a:latin typeface="Arial"/>
                <a:ea typeface="Arial"/>
                <a:cs typeface="Arial"/>
              </a:defRPr>
            </a:lvl1pPr>
            <a:lvl2pPr algn="r">
              <a:defRPr sz="1350" b="0">
                <a:solidFill>
                  <a:srgbClr val="000000"/>
                </a:solidFill>
                <a:latin typeface="Arial"/>
                <a:ea typeface="Arial"/>
                <a:cs typeface="Arial"/>
              </a:defRPr>
            </a:lvl2pPr>
            <a:lvl3pPr algn="r">
              <a:defRPr sz="1350" b="0">
                <a:solidFill>
                  <a:srgbClr val="000000"/>
                </a:solidFill>
                <a:latin typeface="Arial"/>
                <a:ea typeface="Arial"/>
                <a:cs typeface="Arial"/>
              </a:defRPr>
            </a:lvl3pPr>
            <a:lvl4pPr algn="r">
              <a:defRPr sz="1350" b="0">
                <a:solidFill>
                  <a:srgbClr val="000000"/>
                </a:solidFill>
                <a:latin typeface="Arial"/>
                <a:ea typeface="Arial"/>
                <a:cs typeface="Arial"/>
              </a:defRPr>
            </a:lvl4pPr>
            <a:lvl5pPr algn="r">
              <a:defRPr sz="1350" b="0">
                <a:solidFill>
                  <a:srgbClr val="000000"/>
                </a:solidFill>
                <a:latin typeface="Arial"/>
                <a:ea typeface="Arial"/>
                <a:cs typeface="Arial"/>
              </a:defRPr>
            </a:lvl5pPr>
            <a:lvl6pPr algn="r">
              <a:defRPr sz="1350" b="0">
                <a:solidFill>
                  <a:srgbClr val="000000"/>
                </a:solidFill>
                <a:latin typeface="Arial"/>
                <a:ea typeface="Arial"/>
                <a:cs typeface="Arial"/>
              </a:defRPr>
            </a:lvl6pPr>
            <a:lvl7pPr algn="r">
              <a:defRPr sz="1350" b="0">
                <a:solidFill>
                  <a:srgbClr val="000000"/>
                </a:solidFill>
                <a:latin typeface="Arial"/>
                <a:ea typeface="Arial"/>
                <a:cs typeface="Arial"/>
              </a:defRPr>
            </a:lvl7pPr>
            <a:lvl8pPr algn="r">
              <a:defRPr sz="1350" b="0">
                <a:solidFill>
                  <a:srgbClr val="000000"/>
                </a:solidFill>
                <a:latin typeface="Arial"/>
                <a:ea typeface="Arial"/>
                <a:cs typeface="Arial"/>
              </a:defRPr>
            </a:lvl8pPr>
            <a:lvl9pPr algn="r">
              <a:defRPr sz="1350" b="0">
                <a:solidFill>
                  <a:srgbClr val="000000"/>
                </a:solidFill>
                <a:latin typeface="Arial"/>
                <a:ea typeface="Arial"/>
                <a:cs typeface="Arial"/>
              </a:defRPr>
            </a:lvl9pPr>
          </a:lstStyle>
          <a:p xmlns:a="http://schemas.openxmlformats.org/drawingml/2006/main">
            <a:pPr algn="r">
              <a:defRPr sz="1350" b="0">
                <a:solidFill>
                  <a:srgbClr val="000000"/>
                </a:solidFill>
                <a:latin typeface="Arial"/>
                <a:ea typeface="Arial"/>
                <a:cs typeface="Arial"/>
              </a:defRPr>
            </a:pPr>
            <a:r>
              <a:rPr sz="1350" b="0">
                <a:solidFill>
                  <a:srgbClr val="000000"/>
                </a:solidFill>
                <a:latin typeface="Arial"/>
                <a:ea typeface="Arial"/>
                <a:cs typeface="Arial"/>
              </a:rPr>
              <a:t>0</a:t>
            </a:r>
          </a:p>
        </p:txBody>
      </p:sp>
      <p:sp>
        <p:nvSpPr>
          <p:cNvPr id="241" name="Scientific line">
            <a:extLst xmlns:a="http://schemas.openxmlformats.org/drawingml/2006/main">
              <a:ext uri="{FF2B5EF4-FFF2-40B4-BE49-F238E27FC236}">
                <a16:creationId xmlns:a16="http://schemas.microsoft.com/office/drawing/2014/main" id="{62190CA1-5801-41C7-AAD5-1980FBD23346}"/>
              </a:ext>
            </a:extLst>
          </p:cNvPr>
          <p:cNvSpPr>
            <a:spLocks xmlns:a="http://schemas.openxmlformats.org/drawingml/2006/main" noGrp="1"/>
          </p:cNvSpPr>
          <p:nvPr/>
        </p:nvSpPr>
        <p:spPr>
          <a:xfrm xmlns:a="http://schemas.openxmlformats.org/drawingml/2006/main">
            <a:off x="8734425" y="4759325"/>
            <a:ext cx="47625" cy="95"/>
          </a:xfrm>
          <a:custGeom xmlns:a="http://schemas.openxmlformats.org/drawingml/2006/main">
            <a:pathLst>
              <a:path w="47625" h="95">
                <a:moveTo>
                  <a:pt x="0" y="0"/>
                </a:moveTo>
                <a:lnTo>
                  <a:pt x="47625" y="0"/>
                </a:lnTo>
              </a:path>
            </a:pathLst>
          </a:custGeom>
          <a:noFill xmlns:a="http://schemas.openxmlformats.org/drawingml/2006/main"/>
          <a:ln xmlns:a="http://schemas.openxmlformats.org/drawingml/2006/main" w="9525">
            <a:solidFill>
              <a:srgbClr val="000000"/>
            </a:solidFill>
            <a:prstDash val="solid"/>
          </a:ln>
        </p:spPr>
      </p:sp>
      <p:sp>
        <p:nvSpPr>
          <p:cNvPr id="242" name="40">
            <a:extLst xmlns:a="http://schemas.openxmlformats.org/drawingml/2006/main">
              <a:ext uri="{FF2B5EF4-FFF2-40B4-BE49-F238E27FC236}">
                <a16:creationId xmlns:a16="http://schemas.microsoft.com/office/drawing/2014/main" id="{CBF4E3B7-2345-4E44-83E1-B9A14627928F}"/>
              </a:ext>
            </a:extLst>
          </p:cNvPr>
          <p:cNvSpPr>
            <a:spLocks xmlns:a="http://schemas.openxmlformats.org/drawingml/2006/main" noGrp="1"/>
          </p:cNvSpPr>
          <p:nvPr/>
        </p:nvSpPr>
        <p:spPr>
          <a:xfrm xmlns:a="http://schemas.openxmlformats.org/drawingml/2006/main">
            <a:off x="8210550" y="4645025"/>
            <a:ext cx="4762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r">
              <a:defRPr sz="1350" b="0">
                <a:solidFill>
                  <a:srgbClr val="000000"/>
                </a:solidFill>
                <a:latin typeface="Arial"/>
                <a:ea typeface="Arial"/>
                <a:cs typeface="Arial"/>
              </a:defRPr>
            </a:defPPr>
            <a:lvl1pPr algn="r">
              <a:defRPr sz="1350" b="0">
                <a:solidFill>
                  <a:srgbClr val="000000"/>
                </a:solidFill>
                <a:latin typeface="Arial"/>
                <a:ea typeface="Arial"/>
                <a:cs typeface="Arial"/>
              </a:defRPr>
            </a:lvl1pPr>
            <a:lvl2pPr algn="r">
              <a:defRPr sz="1350" b="0">
                <a:solidFill>
                  <a:srgbClr val="000000"/>
                </a:solidFill>
                <a:latin typeface="Arial"/>
                <a:ea typeface="Arial"/>
                <a:cs typeface="Arial"/>
              </a:defRPr>
            </a:lvl2pPr>
            <a:lvl3pPr algn="r">
              <a:defRPr sz="1350" b="0">
                <a:solidFill>
                  <a:srgbClr val="000000"/>
                </a:solidFill>
                <a:latin typeface="Arial"/>
                <a:ea typeface="Arial"/>
                <a:cs typeface="Arial"/>
              </a:defRPr>
            </a:lvl3pPr>
            <a:lvl4pPr algn="r">
              <a:defRPr sz="1350" b="0">
                <a:solidFill>
                  <a:srgbClr val="000000"/>
                </a:solidFill>
                <a:latin typeface="Arial"/>
                <a:ea typeface="Arial"/>
                <a:cs typeface="Arial"/>
              </a:defRPr>
            </a:lvl4pPr>
            <a:lvl5pPr algn="r">
              <a:defRPr sz="1350" b="0">
                <a:solidFill>
                  <a:srgbClr val="000000"/>
                </a:solidFill>
                <a:latin typeface="Arial"/>
                <a:ea typeface="Arial"/>
                <a:cs typeface="Arial"/>
              </a:defRPr>
            </a:lvl5pPr>
            <a:lvl6pPr algn="r">
              <a:defRPr sz="1350" b="0">
                <a:solidFill>
                  <a:srgbClr val="000000"/>
                </a:solidFill>
                <a:latin typeface="Arial"/>
                <a:ea typeface="Arial"/>
                <a:cs typeface="Arial"/>
              </a:defRPr>
            </a:lvl6pPr>
            <a:lvl7pPr algn="r">
              <a:defRPr sz="1350" b="0">
                <a:solidFill>
                  <a:srgbClr val="000000"/>
                </a:solidFill>
                <a:latin typeface="Arial"/>
                <a:ea typeface="Arial"/>
                <a:cs typeface="Arial"/>
              </a:defRPr>
            </a:lvl7pPr>
            <a:lvl8pPr algn="r">
              <a:defRPr sz="1350" b="0">
                <a:solidFill>
                  <a:srgbClr val="000000"/>
                </a:solidFill>
                <a:latin typeface="Arial"/>
                <a:ea typeface="Arial"/>
                <a:cs typeface="Arial"/>
              </a:defRPr>
            </a:lvl8pPr>
            <a:lvl9pPr algn="r">
              <a:defRPr sz="1350" b="0">
                <a:solidFill>
                  <a:srgbClr val="000000"/>
                </a:solidFill>
                <a:latin typeface="Arial"/>
                <a:ea typeface="Arial"/>
                <a:cs typeface="Arial"/>
              </a:defRPr>
            </a:lvl9pPr>
          </a:lstStyle>
          <a:p xmlns:a="http://schemas.openxmlformats.org/drawingml/2006/main">
            <a:pPr algn="r">
              <a:defRPr sz="1350" b="0">
                <a:solidFill>
                  <a:srgbClr val="000000"/>
                </a:solidFill>
                <a:latin typeface="Arial"/>
                <a:ea typeface="Arial"/>
                <a:cs typeface="Arial"/>
              </a:defRPr>
            </a:pPr>
            <a:r>
              <a:rPr sz="1350" b="0">
                <a:solidFill>
                  <a:srgbClr val="000000"/>
                </a:solidFill>
                <a:latin typeface="Arial"/>
                <a:ea typeface="Arial"/>
                <a:cs typeface="Arial"/>
              </a:rPr>
              <a:t>40</a:t>
            </a:r>
          </a:p>
        </p:txBody>
      </p:sp>
      <p:sp>
        <p:nvSpPr>
          <p:cNvPr id="243" name="Scientific line">
            <a:extLst xmlns:a="http://schemas.openxmlformats.org/drawingml/2006/main">
              <a:ext uri="{FF2B5EF4-FFF2-40B4-BE49-F238E27FC236}">
                <a16:creationId xmlns:a16="http://schemas.microsoft.com/office/drawing/2014/main" id="{94262B0A-7215-4612-BC88-918A02CBDC1C}"/>
              </a:ext>
            </a:extLst>
          </p:cNvPr>
          <p:cNvSpPr>
            <a:spLocks xmlns:a="http://schemas.openxmlformats.org/drawingml/2006/main" noGrp="1"/>
          </p:cNvSpPr>
          <p:nvPr/>
        </p:nvSpPr>
        <p:spPr>
          <a:xfrm xmlns:a="http://schemas.openxmlformats.org/drawingml/2006/main">
            <a:off x="8734425" y="4156075"/>
            <a:ext cx="47625" cy="95"/>
          </a:xfrm>
          <a:custGeom xmlns:a="http://schemas.openxmlformats.org/drawingml/2006/main">
            <a:pathLst>
              <a:path w="47625" h="95">
                <a:moveTo>
                  <a:pt x="0" y="0"/>
                </a:moveTo>
                <a:lnTo>
                  <a:pt x="47625" y="0"/>
                </a:lnTo>
              </a:path>
            </a:pathLst>
          </a:custGeom>
          <a:noFill xmlns:a="http://schemas.openxmlformats.org/drawingml/2006/main"/>
          <a:ln xmlns:a="http://schemas.openxmlformats.org/drawingml/2006/main" w="9525">
            <a:solidFill>
              <a:srgbClr val="000000"/>
            </a:solidFill>
            <a:prstDash val="solid"/>
          </a:ln>
        </p:spPr>
      </p:sp>
      <p:sp>
        <p:nvSpPr>
          <p:cNvPr id="244" name="80">
            <a:extLst xmlns:a="http://schemas.openxmlformats.org/drawingml/2006/main">
              <a:ext uri="{FF2B5EF4-FFF2-40B4-BE49-F238E27FC236}">
                <a16:creationId xmlns:a16="http://schemas.microsoft.com/office/drawing/2014/main" id="{03C88EDF-D262-43B0-96A0-A33B2C1B2A37}"/>
              </a:ext>
            </a:extLst>
          </p:cNvPr>
          <p:cNvSpPr>
            <a:spLocks xmlns:a="http://schemas.openxmlformats.org/drawingml/2006/main" noGrp="1"/>
          </p:cNvSpPr>
          <p:nvPr/>
        </p:nvSpPr>
        <p:spPr>
          <a:xfrm xmlns:a="http://schemas.openxmlformats.org/drawingml/2006/main">
            <a:off x="8210550" y="4041775"/>
            <a:ext cx="4762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r">
              <a:defRPr sz="1350" b="0">
                <a:solidFill>
                  <a:srgbClr val="000000"/>
                </a:solidFill>
                <a:latin typeface="Arial"/>
                <a:ea typeface="Arial"/>
                <a:cs typeface="Arial"/>
              </a:defRPr>
            </a:defPPr>
            <a:lvl1pPr algn="r">
              <a:defRPr sz="1350" b="0">
                <a:solidFill>
                  <a:srgbClr val="000000"/>
                </a:solidFill>
                <a:latin typeface="Arial"/>
                <a:ea typeface="Arial"/>
                <a:cs typeface="Arial"/>
              </a:defRPr>
            </a:lvl1pPr>
            <a:lvl2pPr algn="r">
              <a:defRPr sz="1350" b="0">
                <a:solidFill>
                  <a:srgbClr val="000000"/>
                </a:solidFill>
                <a:latin typeface="Arial"/>
                <a:ea typeface="Arial"/>
                <a:cs typeface="Arial"/>
              </a:defRPr>
            </a:lvl2pPr>
            <a:lvl3pPr algn="r">
              <a:defRPr sz="1350" b="0">
                <a:solidFill>
                  <a:srgbClr val="000000"/>
                </a:solidFill>
                <a:latin typeface="Arial"/>
                <a:ea typeface="Arial"/>
                <a:cs typeface="Arial"/>
              </a:defRPr>
            </a:lvl3pPr>
            <a:lvl4pPr algn="r">
              <a:defRPr sz="1350" b="0">
                <a:solidFill>
                  <a:srgbClr val="000000"/>
                </a:solidFill>
                <a:latin typeface="Arial"/>
                <a:ea typeface="Arial"/>
                <a:cs typeface="Arial"/>
              </a:defRPr>
            </a:lvl4pPr>
            <a:lvl5pPr algn="r">
              <a:defRPr sz="1350" b="0">
                <a:solidFill>
                  <a:srgbClr val="000000"/>
                </a:solidFill>
                <a:latin typeface="Arial"/>
                <a:ea typeface="Arial"/>
                <a:cs typeface="Arial"/>
              </a:defRPr>
            </a:lvl5pPr>
            <a:lvl6pPr algn="r">
              <a:defRPr sz="1350" b="0">
                <a:solidFill>
                  <a:srgbClr val="000000"/>
                </a:solidFill>
                <a:latin typeface="Arial"/>
                <a:ea typeface="Arial"/>
                <a:cs typeface="Arial"/>
              </a:defRPr>
            </a:lvl6pPr>
            <a:lvl7pPr algn="r">
              <a:defRPr sz="1350" b="0">
                <a:solidFill>
                  <a:srgbClr val="000000"/>
                </a:solidFill>
                <a:latin typeface="Arial"/>
                <a:ea typeface="Arial"/>
                <a:cs typeface="Arial"/>
              </a:defRPr>
            </a:lvl7pPr>
            <a:lvl8pPr algn="r">
              <a:defRPr sz="1350" b="0">
                <a:solidFill>
                  <a:srgbClr val="000000"/>
                </a:solidFill>
                <a:latin typeface="Arial"/>
                <a:ea typeface="Arial"/>
                <a:cs typeface="Arial"/>
              </a:defRPr>
            </a:lvl8pPr>
            <a:lvl9pPr algn="r">
              <a:defRPr sz="1350" b="0">
                <a:solidFill>
                  <a:srgbClr val="000000"/>
                </a:solidFill>
                <a:latin typeface="Arial"/>
                <a:ea typeface="Arial"/>
                <a:cs typeface="Arial"/>
              </a:defRPr>
            </a:lvl9pPr>
          </a:lstStyle>
          <a:p xmlns:a="http://schemas.openxmlformats.org/drawingml/2006/main">
            <a:pPr algn="r">
              <a:defRPr sz="1350" b="0">
                <a:solidFill>
                  <a:srgbClr val="000000"/>
                </a:solidFill>
                <a:latin typeface="Arial"/>
                <a:ea typeface="Arial"/>
                <a:cs typeface="Arial"/>
              </a:defRPr>
            </a:pPr>
            <a:r>
              <a:rPr sz="1350" b="0">
                <a:solidFill>
                  <a:srgbClr val="000000"/>
                </a:solidFill>
                <a:latin typeface="Arial"/>
                <a:ea typeface="Arial"/>
                <a:cs typeface="Arial"/>
              </a:rPr>
              <a:t>80</a:t>
            </a:r>
          </a:p>
        </p:txBody>
      </p:sp>
      <p:sp>
        <p:nvSpPr>
          <p:cNvPr id="245" name="Scientific line">
            <a:extLst xmlns:a="http://schemas.openxmlformats.org/drawingml/2006/main">
              <a:ext uri="{FF2B5EF4-FFF2-40B4-BE49-F238E27FC236}">
                <a16:creationId xmlns:a16="http://schemas.microsoft.com/office/drawing/2014/main" id="{96D0EA47-47C9-4BF3-9261-FFE32C0EEC24}"/>
              </a:ext>
            </a:extLst>
          </p:cNvPr>
          <p:cNvSpPr>
            <a:spLocks xmlns:a="http://schemas.openxmlformats.org/drawingml/2006/main" noGrp="1"/>
          </p:cNvSpPr>
          <p:nvPr/>
        </p:nvSpPr>
        <p:spPr>
          <a:xfrm xmlns:a="http://schemas.openxmlformats.org/drawingml/2006/main">
            <a:off x="8734425" y="3552825"/>
            <a:ext cx="47625" cy="95"/>
          </a:xfrm>
          <a:custGeom xmlns:a="http://schemas.openxmlformats.org/drawingml/2006/main">
            <a:pathLst>
              <a:path w="47625" h="95">
                <a:moveTo>
                  <a:pt x="0" y="0"/>
                </a:moveTo>
                <a:lnTo>
                  <a:pt x="47625" y="0"/>
                </a:lnTo>
              </a:path>
            </a:pathLst>
          </a:custGeom>
          <a:noFill xmlns:a="http://schemas.openxmlformats.org/drawingml/2006/main"/>
          <a:ln xmlns:a="http://schemas.openxmlformats.org/drawingml/2006/main" w="9525">
            <a:solidFill>
              <a:srgbClr val="000000"/>
            </a:solidFill>
            <a:prstDash val="solid"/>
          </a:ln>
        </p:spPr>
      </p:sp>
      <p:sp>
        <p:nvSpPr>
          <p:cNvPr id="246" name="120">
            <a:extLst xmlns:a="http://schemas.openxmlformats.org/drawingml/2006/main">
              <a:ext uri="{FF2B5EF4-FFF2-40B4-BE49-F238E27FC236}">
                <a16:creationId xmlns:a16="http://schemas.microsoft.com/office/drawing/2014/main" id="{C0782F1F-8A84-4554-A6D7-73996CC326BB}"/>
              </a:ext>
            </a:extLst>
          </p:cNvPr>
          <p:cNvSpPr>
            <a:spLocks xmlns:a="http://schemas.openxmlformats.org/drawingml/2006/main" noGrp="1"/>
          </p:cNvSpPr>
          <p:nvPr/>
        </p:nvSpPr>
        <p:spPr>
          <a:xfrm xmlns:a="http://schemas.openxmlformats.org/drawingml/2006/main">
            <a:off x="8210550" y="3438525"/>
            <a:ext cx="4762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r">
              <a:defRPr sz="1350" b="0">
                <a:solidFill>
                  <a:srgbClr val="000000"/>
                </a:solidFill>
                <a:latin typeface="Arial"/>
                <a:ea typeface="Arial"/>
                <a:cs typeface="Arial"/>
              </a:defRPr>
            </a:defPPr>
            <a:lvl1pPr algn="r">
              <a:defRPr sz="1350" b="0">
                <a:solidFill>
                  <a:srgbClr val="000000"/>
                </a:solidFill>
                <a:latin typeface="Arial"/>
                <a:ea typeface="Arial"/>
                <a:cs typeface="Arial"/>
              </a:defRPr>
            </a:lvl1pPr>
            <a:lvl2pPr algn="r">
              <a:defRPr sz="1350" b="0">
                <a:solidFill>
                  <a:srgbClr val="000000"/>
                </a:solidFill>
                <a:latin typeface="Arial"/>
                <a:ea typeface="Arial"/>
                <a:cs typeface="Arial"/>
              </a:defRPr>
            </a:lvl2pPr>
            <a:lvl3pPr algn="r">
              <a:defRPr sz="1350" b="0">
                <a:solidFill>
                  <a:srgbClr val="000000"/>
                </a:solidFill>
                <a:latin typeface="Arial"/>
                <a:ea typeface="Arial"/>
                <a:cs typeface="Arial"/>
              </a:defRPr>
            </a:lvl3pPr>
            <a:lvl4pPr algn="r">
              <a:defRPr sz="1350" b="0">
                <a:solidFill>
                  <a:srgbClr val="000000"/>
                </a:solidFill>
                <a:latin typeface="Arial"/>
                <a:ea typeface="Arial"/>
                <a:cs typeface="Arial"/>
              </a:defRPr>
            </a:lvl4pPr>
            <a:lvl5pPr algn="r">
              <a:defRPr sz="1350" b="0">
                <a:solidFill>
                  <a:srgbClr val="000000"/>
                </a:solidFill>
                <a:latin typeface="Arial"/>
                <a:ea typeface="Arial"/>
                <a:cs typeface="Arial"/>
              </a:defRPr>
            </a:lvl5pPr>
            <a:lvl6pPr algn="r">
              <a:defRPr sz="1350" b="0">
                <a:solidFill>
                  <a:srgbClr val="000000"/>
                </a:solidFill>
                <a:latin typeface="Arial"/>
                <a:ea typeface="Arial"/>
                <a:cs typeface="Arial"/>
              </a:defRPr>
            </a:lvl6pPr>
            <a:lvl7pPr algn="r">
              <a:defRPr sz="1350" b="0">
                <a:solidFill>
                  <a:srgbClr val="000000"/>
                </a:solidFill>
                <a:latin typeface="Arial"/>
                <a:ea typeface="Arial"/>
                <a:cs typeface="Arial"/>
              </a:defRPr>
            </a:lvl7pPr>
            <a:lvl8pPr algn="r">
              <a:defRPr sz="1350" b="0">
                <a:solidFill>
                  <a:srgbClr val="000000"/>
                </a:solidFill>
                <a:latin typeface="Arial"/>
                <a:ea typeface="Arial"/>
                <a:cs typeface="Arial"/>
              </a:defRPr>
            </a:lvl8pPr>
            <a:lvl9pPr algn="r">
              <a:defRPr sz="1350" b="0">
                <a:solidFill>
                  <a:srgbClr val="000000"/>
                </a:solidFill>
                <a:latin typeface="Arial"/>
                <a:ea typeface="Arial"/>
                <a:cs typeface="Arial"/>
              </a:defRPr>
            </a:lvl9pPr>
          </a:lstStyle>
          <a:p xmlns:a="http://schemas.openxmlformats.org/drawingml/2006/main">
            <a:pPr algn="r">
              <a:defRPr sz="1350" b="0">
                <a:solidFill>
                  <a:srgbClr val="000000"/>
                </a:solidFill>
                <a:latin typeface="Arial"/>
                <a:ea typeface="Arial"/>
                <a:cs typeface="Arial"/>
              </a:defRPr>
            </a:pPr>
            <a:r>
              <a:rPr sz="1350" b="0">
                <a:solidFill>
                  <a:srgbClr val="000000"/>
                </a:solidFill>
                <a:latin typeface="Arial"/>
                <a:ea typeface="Arial"/>
                <a:cs typeface="Arial"/>
              </a:rPr>
              <a:t>120</a:t>
            </a:r>
          </a:p>
        </p:txBody>
      </p:sp>
      <p:sp>
        <p:nvSpPr>
          <p:cNvPr id="247" name="Time">
            <a:extLst xmlns:a="http://schemas.openxmlformats.org/drawingml/2006/main">
              <a:ext uri="{FF2B5EF4-FFF2-40B4-BE49-F238E27FC236}">
                <a16:creationId xmlns:a16="http://schemas.microsoft.com/office/drawing/2014/main" id="{02445804-66B7-4182-90CD-22DFEC9F9DBB}"/>
              </a:ext>
            </a:extLst>
          </p:cNvPr>
          <p:cNvSpPr>
            <a:spLocks xmlns:a="http://schemas.openxmlformats.org/drawingml/2006/main" noGrp="1"/>
          </p:cNvSpPr>
          <p:nvPr/>
        </p:nvSpPr>
        <p:spPr>
          <a:xfrm xmlns:a="http://schemas.openxmlformats.org/drawingml/2006/main">
            <a:off x="8782050" y="5667375"/>
            <a:ext cx="3143250"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ctr">
            <a:noAutofit/>
          </a:bodyPr>
          <a:lstStyle xmlns:a="http://schemas.openxmlformats.org/drawingml/2006/main">
            <a:defPPr algn="ctr">
              <a:defRPr sz="1500" b="0">
                <a:solidFill>
                  <a:srgbClr val="000000"/>
                </a:solidFill>
                <a:latin typeface="Arial"/>
                <a:ea typeface="Arial"/>
                <a:cs typeface="Arial"/>
              </a:defRPr>
            </a:defPPr>
            <a:lvl1pPr algn="ctr">
              <a:defRPr sz="1500" b="0">
                <a:solidFill>
                  <a:srgbClr val="000000"/>
                </a:solidFill>
                <a:latin typeface="Arial"/>
                <a:ea typeface="Arial"/>
                <a:cs typeface="Arial"/>
              </a:defRPr>
            </a:lvl1pPr>
            <a:lvl2pPr algn="ctr">
              <a:defRPr sz="1500" b="0">
                <a:solidFill>
                  <a:srgbClr val="000000"/>
                </a:solidFill>
                <a:latin typeface="Arial"/>
                <a:ea typeface="Arial"/>
                <a:cs typeface="Arial"/>
              </a:defRPr>
            </a:lvl2pPr>
            <a:lvl3pPr algn="ctr">
              <a:defRPr sz="1500" b="0">
                <a:solidFill>
                  <a:srgbClr val="000000"/>
                </a:solidFill>
                <a:latin typeface="Arial"/>
                <a:ea typeface="Arial"/>
                <a:cs typeface="Arial"/>
              </a:defRPr>
            </a:lvl3pPr>
            <a:lvl4pPr algn="ctr">
              <a:defRPr sz="1500" b="0">
                <a:solidFill>
                  <a:srgbClr val="000000"/>
                </a:solidFill>
                <a:latin typeface="Arial"/>
                <a:ea typeface="Arial"/>
                <a:cs typeface="Arial"/>
              </a:defRPr>
            </a:lvl4pPr>
            <a:lvl5pPr algn="ctr">
              <a:defRPr sz="1500" b="0">
                <a:solidFill>
                  <a:srgbClr val="000000"/>
                </a:solidFill>
                <a:latin typeface="Arial"/>
                <a:ea typeface="Arial"/>
                <a:cs typeface="Arial"/>
              </a:defRPr>
            </a:lvl5pPr>
            <a:lvl6pPr algn="ctr">
              <a:defRPr sz="1500" b="0">
                <a:solidFill>
                  <a:srgbClr val="000000"/>
                </a:solidFill>
                <a:latin typeface="Arial"/>
                <a:ea typeface="Arial"/>
                <a:cs typeface="Arial"/>
              </a:defRPr>
            </a:lvl6pPr>
            <a:lvl7pPr algn="ctr">
              <a:defRPr sz="1500" b="0">
                <a:solidFill>
                  <a:srgbClr val="000000"/>
                </a:solidFill>
                <a:latin typeface="Arial"/>
                <a:ea typeface="Arial"/>
                <a:cs typeface="Arial"/>
              </a:defRPr>
            </a:lvl7pPr>
            <a:lvl8pPr algn="ctr">
              <a:defRPr sz="1500" b="0">
                <a:solidFill>
                  <a:srgbClr val="000000"/>
                </a:solidFill>
                <a:latin typeface="Arial"/>
                <a:ea typeface="Arial"/>
                <a:cs typeface="Arial"/>
              </a:defRPr>
            </a:lvl8pPr>
            <a:lvl9pPr algn="ctr">
              <a:defRPr sz="1500" b="0">
                <a:solidFill>
                  <a:srgbClr val="000000"/>
                </a:solidFill>
                <a:latin typeface="Arial"/>
                <a:ea typeface="Arial"/>
                <a:cs typeface="Arial"/>
              </a:defRPr>
            </a:lvl9pPr>
          </a:lstStyle>
          <a:p xmlns:a="http://schemas.openxmlformats.org/drawingml/2006/main">
            <a:pPr algn="ctr">
              <a:defRPr sz="1500" b="0">
                <a:solidFill>
                  <a:srgbClr val="000000"/>
                </a:solidFill>
                <a:latin typeface="Arial"/>
                <a:ea typeface="Arial"/>
                <a:cs typeface="Arial"/>
              </a:defRPr>
            </a:pPr>
            <a:r>
              <a:rPr sz="1500" b="0">
                <a:solidFill>
                  <a:srgbClr val="000000"/>
                </a:solidFill>
                <a:latin typeface="Arial"/>
                <a:ea typeface="Arial"/>
                <a:cs typeface="Arial"/>
              </a:rPr>
              <a:t>Time</a:t>
            </a:r>
          </a:p>
        </p:txBody>
      </p:sp>
    </p:spTree>
    <p:extLst>
      <p:ext uri="{BB962C8B-B14F-4D97-AF65-F5344CB8AC3E}">
        <p14:creationId xmlns:p14="http://schemas.microsoft.com/office/powerpoint/2010/main" val="1169612716"/>
      </p:ext>
    </p:extLst>
  </p:cSld>
</p:sld>
</file>

<file path=ppt/main_figures/Fig6/ppt/tableStyles.xml><?xml version="1.0" encoding="utf-8"?>
<a:tblStyleLst xmlns:a="http://schemas.openxmlformats.org/drawingml/2006/main" def="{5C22544A-7EE6-4342-B048-85BDC9FD1C3A}"/>
</file>

<file path=ppt/main_figures/Fig6/ppt/theme/theme1.xml><?xml version="1.0" encoding="utf-8"?>
<a:theme xmlns:a="http://schemas.openxmlformats.org/drawingml/2006/main" name="ChatGPT">
  <a:themeElements>
    <a:clrScheme name="ChatGPT">
      <a:dk1>
        <a:srgbClr val="000000"/>
      </a:dk1>
      <a:lt1>
        <a:srgbClr val="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
      <a:majorFont>
        <a:latin typeface="Aptos"/>
        <a:ea typeface=""/>
        <a:cs typeface=""/>
      </a:majorFont>
      <a:minorFont>
        <a:latin typeface="Aptos"/>
        <a:ea typeface=""/>
        <a:cs typeface=""/>
      </a:minorFont>
    </a:fontScheme>
    <a:fmtScheme name="ChatGPT">
      <a:fillStyleLst>
        <a:solidFill>
          <a:schemeClr val="phClr"/>
        </a:solidFill>
        <a:gradFill>
          <a:gsLst>
            <a:gs pos="0">
              <a:schemeClr val="phClr">
                <a:tint val="67000"/>
                <a:lumMod val="110000"/>
                <a:satMod val="105000"/>
              </a:schemeClr>
            </a:gs>
            <a:gs pos="50000">
              <a:schemeClr val="phClr">
                <a:tint val="73000"/>
                <a:lumMod val="105000"/>
                <a:satMod val="103000"/>
              </a:schemeClr>
            </a:gs>
            <a:gs pos="100000">
              <a:schemeClr val="phClr">
                <a:tint val="81000"/>
                <a:lumMod val="105000"/>
                <a:satMod val="109000"/>
              </a:schemeClr>
            </a:gs>
          </a:gsLst>
          <a:lin ang="5400000" scaled="0"/>
        </a:gradFill>
        <a:gradFill>
          <a:gsLst>
            <a:gs pos="0">
              <a:schemeClr val="phClr">
                <a:tint val="94000"/>
                <a:lumMod val="102000"/>
                <a:satMod val="103000"/>
              </a:schemeClr>
            </a:gs>
            <a:gs pos="50000">
              <a:schemeClr val="phClr">
                <a:shade val="100000"/>
                <a:lumMod val="100000"/>
                <a:satMod val="110000"/>
              </a:schemeClr>
            </a:gs>
            <a:gs pos="100000">
              <a:schemeClr val="phClr">
                <a:shade val="78000"/>
                <a:lumMod val="99000"/>
                <a:satMod val="120000"/>
              </a:schemeClr>
            </a:gs>
          </a:gsLst>
          <a:lin ang="5400000" scaled="0"/>
        </a:gradFill>
      </a:fillStyleLst>
      <a:lnStyleLst>
        <a:ln w="12700">
          <a:solidFill>
            <a:schemeClr val="phClr"/>
          </a:solidFill>
          <a:prstDash val="solid"/>
        </a:ln>
        <a:ln w="19050">
          <a:solidFill>
            <a:schemeClr val="phClr"/>
          </a:solidFill>
          <a:prstDash val="solid"/>
        </a:ln>
        <a:ln w="25400">
          <a:solidFill>
            <a:schemeClr val="phClr"/>
          </a:solidFill>
          <a:prstDash val="solid"/>
        </a:ln>
      </a:lnStyleLst>
      <a:effectStyleLst>
        <a:effectStyle>
          <a:effectLst/>
        </a:effectStyle>
        <a:effectStyle>
          <a:effectLst/>
        </a:effectStyle>
        <a:effectStyle>
          <a:effectLst>
            <a:outerShdw blurRad="57150" dist="19050" dir="5400000">
              <a:srgbClr val="000000">
                <a:alpha val="16000"/>
              </a:srgbClr>
            </a:outerShdw>
          </a:effectLst>
        </a:effectStyle>
        <a:effectStyle>
          <a:effectLst>
            <a:outerShdw blurRad="19050" dist="9525" dir="5400000">
              <a:srgbClr val="000000">
                <a:alpha val="6000"/>
              </a:srgbClr>
            </a:outerShdw>
          </a:effectLst>
        </a:effectStyle>
        <a:effectStyle>
          <a:effectLst>
            <a:outerShdw blurRad="28575" dist="9525" dir="5400000">
              <a:srgbClr val="000000">
                <a:alpha val="8000"/>
              </a:srgbClr>
            </a:outerShdw>
          </a:effectLst>
        </a:effectStyle>
        <a:effectStyle>
          <a:effectLst>
            <a:outerShdw blurRad="57150" dist="19050" dir="5400000">
              <a:srgbClr val="000000">
                <a:alpha val="10000"/>
              </a:srgbClr>
            </a:outerShdw>
          </a:effectLst>
        </a:effectStyle>
        <a:effectStyle>
          <a:effectLst>
            <a:outerShdw blurRad="114300" dist="38100" dir="5400000">
              <a:srgbClr val="000000">
                <a:alpha val="12000"/>
              </a:srgbClr>
            </a:outerShdw>
          </a:effectLst>
        </a:effectStyle>
        <a:effectStyle>
          <a:effectLst>
            <a:outerShdw blurRad="171450" dist="57150" dir="5400000">
              <a:srgbClr val="000000">
                <a:alpha val="16000"/>
              </a:srgbClr>
            </a:outerShdw>
          </a:effectLst>
        </a:effectStyle>
        <a:effectStyle>
          <a:effectLst>
            <a:outerShdw blurRad="266700" dist="95250" dir="5400000">
              <a:srgbClr val="000000">
                <a:alpha val="24000"/>
              </a:srgbClr>
            </a:outerShdw>
          </a:effectLst>
        </a:effectStyle>
      </a:effectStyleLst>
      <a:bgFillStyleLst>
        <a:solidFill>
          <a:schemeClr val="phClr"/>
        </a:solidFill>
        <a:solidFill>
          <a:schemeClr val="phClr">
            <a:tint val="95000"/>
            <a:satMod val="170000"/>
          </a:schemeClr>
        </a:solidFill>
        <a:gradFill>
          <a:gsLst>
            <a:gs pos="0">
              <a:schemeClr val="phClr">
                <a:tint val="93000"/>
                <a:shade val="98000"/>
                <a:lumMod val="102000"/>
                <a:satMod val="150000"/>
              </a:schemeClr>
            </a:gs>
            <a:gs pos="50000">
              <a:schemeClr val="phClr">
                <a:tint val="98000"/>
                <a:shade val="90000"/>
                <a:lumMod val="103000"/>
                <a:satMod val="130000"/>
              </a:schemeClr>
            </a:gs>
            <a:gs pos="100000">
              <a:schemeClr val="phClr">
                <a:shade val="63000"/>
                <a:satMod val="120000"/>
              </a:schemeClr>
            </a:gs>
          </a:gsLst>
          <a:lin ang="5400000" scaled="0"/>
        </a:gradFill>
      </a:bgFillStyleLst>
    </a:fmtScheme>
  </a:themeElements>
</a:theme>
</file>

<file path=ppt/main_figures/Fig7/docProps/app.xml><?xml version="1.0" encoding="utf-8"?>
<ap:Properties xmlns:ap="http://schemas.openxmlformats.org/officeDocument/2006/extended-properties">
  <ap:Application>Walnut Exporter</ap:Application>
  <ap:PresentationFormat>Converted Presentation</ap:PresentationFormat>
  <ap:Slides>0</ap:Slides>
  <ap:Notes>0</ap:Notes>
  <ap:HiddenSlides>0</ap:HiddenSlides>
  <ap:SharedDoc>false</ap:SharedDoc>
  <ap:DocSecurity>0</ap:DocSecurity>
</ap:Properties>
</file>

<file path=ppt/main_figures/Fig7/docProps/core.xml><?xml version="1.0" encoding="utf-8"?>
<coreProperties xmlns:dc="http://purl.org/dc/elements/1.1/" xmlns:dcterms="http://purl.org/dc/terms/" xmlns:xsi="http://www.w3.org/2001/XMLSchema-instance" xmlns="http://schemas.openxmlformats.org/package/2006/metadata/core-properties">
  <dc:creator>Walnut Exporter</dc:creator>
  <lastModifiedBy>Walnut Exporter</lastModifiedBy>
  <dc:title>Presentation</dc:title>
  <dcterms:created xsi:type="dcterms:W3CDTF">2026-10-23T10:09:31.7340000Z</dcterms:created>
  <dcterms:modified xsi:type="dcterms:W3CDTF">2026-10-23T10:09:31.7340000Z</dcterms:modified>
</coreProperties>
</file>

<file path=ppt/main_figures/Fig7/ppt/_rels/presentation.xml.rels><?xml version='1.0' encoding='utf-8'?>
<Relationships xmlns="http://schemas.openxmlformats.org/package/2006/relationships"><Relationship Type="http://schemas.openxmlformats.org/officeDocument/2006/relationships/theme" Target="/ppt/main_figures/Fig7/ppt/theme/theme1.xml" Id="Rc9ae573e6984468a" /><Relationship Type="http://schemas.openxmlformats.org/officeDocument/2006/relationships/slideMaster" Target="/ppt/main_figures/Fig7/ppt/slideMasters/slideMaster1.xml" Id="R2afc7065f7ee4c85" /><Relationship Type="http://schemas.openxmlformats.org/officeDocument/2006/relationships/notesMaster" Target="/ppt/main_figures/Fig7/ppt/notesMasters/notesMaster1.xml" Id="Rabe63f3a2c0345d2" /><Relationship Type="http://schemas.openxmlformats.org/officeDocument/2006/relationships/presProps" Target="/ppt/main_figures/Fig7/ppt/presProps.xml" Id="R251e2891f24346ed" /><Relationship Type="http://schemas.openxmlformats.org/officeDocument/2006/relationships/tableStyles" Target="/ppt/main_figures/Fig7/ppt/tableStyles.xml" Id="Rd52d9734acdf4668" /><Relationship Type="http://schemas.openxmlformats.org/officeDocument/2006/relationships/slide" Target="/ppt/main_figures/Fig7/ppt/slides/slide1.xml" Id="R8f78b8bfb8234d18" /></Relationships>
</file>

<file path=ppt/main_figures/Fig7/ppt/notesMasters/_rels/notesMaster1.xml.rels><?xml version='1.0' encoding='utf-8'?>
<Relationships xmlns="http://schemas.openxmlformats.org/package/2006/relationships"><Relationship Type="http://schemas.openxmlformats.org/officeDocument/2006/relationships/theme" Target="/ppt/main_figures/Fig7/ppt/notesMasters/theme/theme3.xml" Id="R3e685af9b8574221" /></Relationships>
</file>

<file path=ppt/main_figures/Fig7/ppt/notesMasters/notesMaster1.xml><?xml version="1.0" encoding="utf-8"?>
<p:notesMaster xmlns:p="http://schemas.openxmlformats.org/presentationml/2006/main">
  <p:cSld>
    <p:bg>
      <p:bgRef idx="1001">
        <a:schemeClr xmlns:a="http://schemas.openxmlformats.org/drawingml/2006/main" val="bg1"/>
      </p:bgRef>
    </p:bg>
    <p:spTree>
      <p:nvGrpSpPr>
        <p:cNvPr id="1" name=""/>
        <p:cNvGrpSpPr/>
        <p:nvPr/>
      </p:nvGrpSpPr>
      <p:grpSpPr>
        <a:xfrm xmlns:a="http://schemas.openxmlformats.org/drawingml/2006/main"/>
      </p:grpSpPr>
      <p:sp>
        <p:nvSpPr>
          <p:cNvPr id="2" name="Header Placeholder"/>
          <p:cNvSpPr/>
          <p:nvPr>
            <p:ph type="hdr" sz="quarter"/>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3" name="Date Placeholder"/>
          <p:cNvSpPr/>
          <p:nvPr>
            <p:ph type="dt" sz="quarter" idx="1"/>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4" name="Slide Image Placeholder"/>
          <p:cNvSpPr/>
          <p:nvPr>
            <p:ph type="sldImg" idx="2"/>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5" name="Notes Placeholder"/>
          <p:cNvSpPr/>
          <p:nvPr>
            <p:ph type="body" sz="quarter" idx="3"/>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6" name="Footer Placeholder"/>
          <p:cNvSpPr/>
          <p:nvPr>
            <p:ph type="ftr" sz="quarter" idx="4"/>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7" name="Slide Number Placeholder"/>
          <p:cNvSpPr/>
          <p:nvPr>
            <p:ph type="sldNum" sz="quarter" idx="5"/>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Tree>
  </p:cSld>
  <p:clrMap bg1="lt1" tx1="dk1" bg2="lt2" tx2="dk2" accent1="accent1" accent2="accent2" accent3="accent3" accent4="accent4" accent5="accent5" accent6="accent6" hlink="hlink" folHlink="folHlink"/>
  <p:notesStyle>
    <a:lvl1pPr xmlns:a="http://schemas.openxmlformats.org/drawingml/2006/main" marL="0" algn="l" defTabSz="914400" rtl="0" eaLnBrk="1" latinLnBrk="0" hangingPunct="1">
      <a:defRPr sz="1200" kern="1200"/>
    </a:lvl1pPr>
  </p:notesStyle>
</p:notesMaster>
</file>

<file path=ppt/main_figures/Fig7/ppt/notesMasters/theme/theme3.xml><?xml version="1.0" encoding="utf-8"?>
<a:theme xmlns:a="http://schemas.openxmlformats.org/drawingml/2006/main" name="ChatGPT">
  <a:themeElements>
    <a:clrScheme name="ChatGPT">
      <a:dk1>
        <a:srgbClr val="000000"/>
      </a:dk1>
      <a:lt1>
        <a:srgbClr val="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
      <a:majorFont>
        <a:latin typeface="Aptos"/>
        <a:ea typeface=""/>
        <a:cs typeface=""/>
      </a:majorFont>
      <a:minorFont>
        <a:latin typeface="Aptos"/>
        <a:ea typeface=""/>
        <a:cs typeface=""/>
      </a:minorFont>
    </a:fontScheme>
    <a:fmtScheme name="ChatGPT">
      <a:fillStyleLst>
        <a:solidFill>
          <a:schemeClr val="phClr"/>
        </a:solidFill>
        <a:gradFill>
          <a:gsLst>
            <a:gs pos="0">
              <a:schemeClr val="phClr">
                <a:tint val="67000"/>
                <a:lumMod val="110000"/>
                <a:satMod val="105000"/>
              </a:schemeClr>
            </a:gs>
            <a:gs pos="50000">
              <a:schemeClr val="phClr">
                <a:tint val="73000"/>
                <a:lumMod val="105000"/>
                <a:satMod val="103000"/>
              </a:schemeClr>
            </a:gs>
            <a:gs pos="100000">
              <a:schemeClr val="phClr">
                <a:tint val="81000"/>
                <a:lumMod val="105000"/>
                <a:satMod val="109000"/>
              </a:schemeClr>
            </a:gs>
          </a:gsLst>
          <a:lin ang="5400000" scaled="0"/>
        </a:gradFill>
        <a:gradFill>
          <a:gsLst>
            <a:gs pos="0">
              <a:schemeClr val="phClr">
                <a:tint val="94000"/>
                <a:lumMod val="102000"/>
                <a:satMod val="103000"/>
              </a:schemeClr>
            </a:gs>
            <a:gs pos="50000">
              <a:schemeClr val="phClr">
                <a:shade val="100000"/>
                <a:lumMod val="100000"/>
                <a:satMod val="110000"/>
              </a:schemeClr>
            </a:gs>
            <a:gs pos="100000">
              <a:schemeClr val="phClr">
                <a:shade val="78000"/>
                <a:lumMod val="99000"/>
                <a:satMod val="120000"/>
              </a:schemeClr>
            </a:gs>
          </a:gsLst>
          <a:lin ang="5400000" scaled="0"/>
        </a:gradFill>
      </a:fillStyleLst>
      <a:lnStyleLst>
        <a:ln w="12700">
          <a:solidFill>
            <a:schemeClr val="phClr"/>
          </a:solidFill>
          <a:prstDash val="solid"/>
        </a:ln>
        <a:ln w="19050">
          <a:solidFill>
            <a:schemeClr val="phClr"/>
          </a:solidFill>
          <a:prstDash val="solid"/>
        </a:ln>
        <a:ln w="25400">
          <a:solidFill>
            <a:schemeClr val="phClr"/>
          </a:solidFill>
          <a:prstDash val="solid"/>
        </a:ln>
      </a:lnStyleLst>
      <a:effectStyleLst>
        <a:effectStyle>
          <a:effectLst/>
        </a:effectStyle>
        <a:effectStyle>
          <a:effectLst/>
        </a:effectStyle>
        <a:effectStyle>
          <a:effectLst>
            <a:outerShdw blurRad="57150" dist="19050" dir="5400000">
              <a:srgbClr val="000000">
                <a:alpha val="16000"/>
              </a:srgbClr>
            </a:outerShdw>
          </a:effectLst>
        </a:effectStyle>
        <a:effectStyle>
          <a:effectLst>
            <a:outerShdw blurRad="19050" dist="9525" dir="5400000">
              <a:srgbClr val="000000">
                <a:alpha val="6000"/>
              </a:srgbClr>
            </a:outerShdw>
          </a:effectLst>
        </a:effectStyle>
        <a:effectStyle>
          <a:effectLst>
            <a:outerShdw blurRad="28575" dist="9525" dir="5400000">
              <a:srgbClr val="000000">
                <a:alpha val="8000"/>
              </a:srgbClr>
            </a:outerShdw>
          </a:effectLst>
        </a:effectStyle>
        <a:effectStyle>
          <a:effectLst>
            <a:outerShdw blurRad="57150" dist="19050" dir="5400000">
              <a:srgbClr val="000000">
                <a:alpha val="10000"/>
              </a:srgbClr>
            </a:outerShdw>
          </a:effectLst>
        </a:effectStyle>
        <a:effectStyle>
          <a:effectLst>
            <a:outerShdw blurRad="114300" dist="38100" dir="5400000">
              <a:srgbClr val="000000">
                <a:alpha val="12000"/>
              </a:srgbClr>
            </a:outerShdw>
          </a:effectLst>
        </a:effectStyle>
        <a:effectStyle>
          <a:effectLst>
            <a:outerShdw blurRad="171450" dist="57150" dir="5400000">
              <a:srgbClr val="000000">
                <a:alpha val="16000"/>
              </a:srgbClr>
            </a:outerShdw>
          </a:effectLst>
        </a:effectStyle>
        <a:effectStyle>
          <a:effectLst>
            <a:outerShdw blurRad="266700" dist="95250" dir="5400000">
              <a:srgbClr val="000000">
                <a:alpha val="24000"/>
              </a:srgbClr>
            </a:outerShdw>
          </a:effectLst>
        </a:effectStyle>
      </a:effectStyleLst>
      <a:bgFillStyleLst>
        <a:solidFill>
          <a:schemeClr val="phClr"/>
        </a:solidFill>
        <a:solidFill>
          <a:schemeClr val="phClr">
            <a:tint val="95000"/>
            <a:satMod val="170000"/>
          </a:schemeClr>
        </a:solidFill>
        <a:gradFill>
          <a:gsLst>
            <a:gs pos="0">
              <a:schemeClr val="phClr">
                <a:tint val="93000"/>
                <a:shade val="98000"/>
                <a:lumMod val="102000"/>
                <a:satMod val="150000"/>
              </a:schemeClr>
            </a:gs>
            <a:gs pos="50000">
              <a:schemeClr val="phClr">
                <a:tint val="98000"/>
                <a:shade val="90000"/>
                <a:lumMod val="103000"/>
                <a:satMod val="130000"/>
              </a:schemeClr>
            </a:gs>
            <a:gs pos="100000">
              <a:schemeClr val="phClr">
                <a:shade val="63000"/>
                <a:satMod val="120000"/>
              </a:schemeClr>
            </a:gs>
          </a:gsLst>
          <a:lin ang="5400000" scaled="0"/>
        </a:gradFill>
      </a:bgFillStyleLst>
    </a:fmtScheme>
  </a:themeElements>
</a:theme>
</file>

<file path=ppt/main_figures/Fig7/ppt/notesSlides/_rels/notesSlide1.xml.rels><?xml version='1.0' encoding='utf-8'?>
<Relationships xmlns="http://schemas.openxmlformats.org/package/2006/relationships"><Relationship Type="http://schemas.openxmlformats.org/officeDocument/2006/relationships/slide" Target="/ppt/main_figures/Fig7/ppt/slides/slide1.xml" Id="Rdeff5212dd594cc0" /><Relationship Type="http://schemas.openxmlformats.org/officeDocument/2006/relationships/notesMaster" Target="/ppt/main_figures/Fig7/ppt/notesMasters/notesMaster1.xml" Id="Rd61fbf79d60c4007" /></Relationships>
</file>

<file path=ppt/main_figures/Fig7/ppt/notesSlides/notesSlide1.xml><?xml version="1.0" encoding="utf-8"?>
<p:notes xmlns:a="http://schemas.openxmlformats.org/drawingml/2006/main" xmlns:p="http://schemas.openxmlformats.org/presentationml/2006/main">
  <p:cSld>
    <p:spTree>
      <p:nvGrpSpPr>
        <p:cNvPr id="1" name=""/>
        <p:cNvGrpSpPr/>
        <p:nvPr/>
      </p:nvGrpSpPr>
      <p:grpSpPr>
        <a:xfrm/>
      </p:grpSpPr>
      <p:sp>
        <p:nvSpPr>
          <p:cNvPr id="2" name="Slide Image Placeholder 1"/>
          <p:cNvSpPr>
            <a:spLocks noGrp="1"/>
          </p:cNvSpPr>
          <p:nvPr>
            <p:ph type="sldImg" idx="0"/>
          </p:nvPr>
        </p:nvSpPr>
        <p:spPr/>
      </p:sp>
      <p:sp>
        <p:nvSpPr>
          <p:cNvPr id="3" name="Notes Placeholder 2"/>
          <p:cNvSpPr>
            <a:spLocks noGrp="1"/>
          </p:cNvSpPr>
          <p:nvPr>
            <p:ph type="body" idx="1"/>
          </p:nvPr>
        </p:nvSpPr>
        <p:spPr/>
        <p:txBody>
          <a:bodyPr/>
          <a:lstStyle/>
          <a:p>
            <a:r>
              <a:t>{"display_revision_only": true, "frames": [17, 18, 19], "tracks": [3, 48, 52], "source": "Franke et al., hierarchically aggregated satellite FRP, supplied 10 km cells", "source_sha256": {"/Users/lele/Desktop/MergeTreeMaps/RG-MTM/data/real/wildfire/wildfire.json": "2a8dd31bf6d222d7de673c7e7b2af94550660f1996b0a5db256d97f2b9c2ed9f", "/Users/lele/Desktop/MergeTreeMaps/RG-MTM/code/results/real_case_studies/evidence/wildfire.npz": "1bb6b2e907b8be9e4dd424ade3b3e68adbb70c806c675b08bc0ee99f65f93feb", "/Users/lele/Desktop/MergeTreeMaps/RG-MTM/code/results/real_case_studies/evidence/wildfire.json": "3d5f4cc0341749201e376f17191e6ab933a5906185626aaf6774d7adab099c80", "/Users/lele/Desktop/MergeTreeMaps/RG-MTM/code/results/real_case_studies/evidence/wildfire_event.json": "bc9a741be36faa9f21efd18c6bad53f36891d659b9e8b1d4de5f2626cd34f5b5", "/Users/lele/Desktop/MergeTreeMaps/RG-MTM/data/geo/wildfire_context/australia_admin1.geojson": "9baf965a96eef53004360b17e4ea2e3a85d1de83ee3c3eaedb31f0e0a8942b4e", "/Users/lele/Desktop/MergeTreeMaps/RG-MTM/data/geo/wildfire_context/source.json": "6734fd56bb68b2ee150c12b338c9b7f2941f55f79f2ed82a013d38662b076ba5"}, "projection": {"type": "existing equirectangular coordinates", "cos_phi0": 0.8428449975274017, "x0_km": 13160.951216013425, "y0_km": -4274.791808586651, "side_km": 1298.3527628070003, "extent_lonlat": [[140.2705074543924, -38.661407330981746], [154.10845867118266, -26.919047171743248]]}, "analysis": {"grid": 64, "cell_km": 20.28676191885938, "sigma_cells": 2.5, "sigma_km": 50.71690479714845, "background": "1e-3 * ptp(smoothed) * Gaussian(raw_log, sigma=16, truncate=50) / maximum", "raw_grid_exact": true, "processed_exact": true}, "snapshots": [{"frame": 17, "date_start": "2019-12-05", "date_end": "2019-12-06", "positive_source_cells": 283, "positive_64_grid_cells": 141}, {"frame": 18, "date_start": "2019-12-07", "date_end": "2019-12-08", "positive_source_cells": 221, "positive_64_grid_cells": 120}, {"frame": 19, "date_start": "2019-12-09", "date_end": "2019-12-10", "positive_source_cells": 206, "positive_64_grid_cells": 111}], "source_color_range": [0, 12.050886763399191], "analysis_color_range": [0, 4.207268782981147], "markers": [{"frame": 17, "analysis": false, "label": "A", "track": 3, "layout_xy": [105.9375, 90.9375], "lonlat": [152.48682376296503, -29.76290002280882], "slide_xy": [254.21875, 388.28125]}, {"frame": 17, "analysis": false, "label": "B", "track": 48, "layout_xy": [66.5625, 12.1875], "lonlat": [147.94624601995574, -37.468823877309084], "slide_xy": [182.03125, 532.65625]}, {"frame": 17, "analysis": false, "label": "C", "track": 52, "layout_xy": [40.3125, 96.5625], "lonlat": [144.91919419128286, -29.21247689034452], "slide_xy": [133.90625, 377.96875]}, {"frame": 18, "analysis": false, "label": "A", "track": 3, "layout_xy": [105.9375, 92.8125], "lonlat": [152.48682376296503, -29.579425645320722], "slide_xy": [537.21875, 384.84375]}, {"frame": 18, "analysis": false, "label": "B", "track": 48, "layout_xy": [66.5625, 12.1875], "lonlat": [147.94624601995574, -37.468823877309084], "slide_xy": [465.03125, 532.65625]}, {"frame": 18, "analysis": false, "label": "C", "track": 52, "layout_xy": [40.3125, 96.5625], "lonlat": [144.91919419128286, -29.21247689034452], "slide_xy": [416.90625, 377.96875]}, {"frame": 19, "analysis": false, "label": "A", "track": 3, "layout_xy": [102.1875, 77.8125], "lonlat": [152.05438778744036, -31.04722066522553], "slide_xy": [813.34375, 412.34375]}, {"frame": 19, "analysis": false, "label": "B", "track": 48, "layout_xy": [66.5625, 12.1875], "lonlat": [147.94624601995574, -37.468823877309084], "slide_xy": [748.03125, 532.65625]}, {"frame": 19, "analysis": false, "label": "C", "track": 52, "layout_xy": [40.3125, 96.5625], "lonlat": [144.91919419128286, -29.21247689034452], "slide_xy": [699.90625, 377.96875]}, {"frame": 17, "analysis": true, "label": "A", "track": 3, "layout_xy": [105.9375, 90.9375], "lonlat": [152.48682376296503, -29.76290002280882], "slide_xy": [254.21875, 733.28125]}, {"frame": 17, "analysis": true, "label": "B", "track": 48, "layout_xy": [66.5625, 12.1875], "lonlat": [147.94624601995574, -37.468823877309084], "slide_xy": [182.03125, 877.65625]}, {"frame": 17, "analysis": true, "label": "C", "track": 52, "layout_xy": [40.3125, 96.5625], "lonlat": [144.91919419128286, -29.21247689034452], "slide_xy": [133.90625, 722.96875]}, {"frame": 18, "analysis": true, "label": "A", "track": 3, "layout_xy": [105.9375, 92.8125], "lonlat": [152.48682376296503, -29.579425645320722], "slide_xy": [537.21875, 729.84375]}, {"frame": 18, "analysis": true, "label": "B", "track": 48, "layout_xy": [66.5625, 12.1875], "lonlat": [147.94624601995574, -37.468823877309084], "slide_xy": [465.03125, 877.65625]}, {"frame": 18, "analysis": true, "label": "C", "track": 52, "layout_xy": [40.3125, 96.5625], "lonlat": [144.91919419128286, -29.21247689034452], "slide_xy": [416.90625, 722.96875]}, {"frame": 19, "analysis": true, "label": "A", "track": 3, "layout_xy": [102.1875, 77.8125], "lonlat": [152.05438778744036, -31.04722066522553], "slide_xy": [813.34375, 757.34375]}, {"frame": 19, "analysis": true, "label": "B", "track": 48, "layout_xy": [66.5625, 12.1875], "lonlat": [147.94624601995574, -37.468823877309084], "slide_xy": [748.03125, 877.65625]}, {"frame": 19, "analysis": true, "label": "C", "track": 52, "layout_xy": [40.3125, 96.5625], "lonlat": [144.91919419128286, -29.21247689034452], "slide_xy": [699.90625, 722.96875]}], "pairs": [{"pair": "AB", "source": 0.060799693879450493, "P": 0.060799693879450493, "R": -0.5742620829234841}, {"pair": "AC", "source": 0.0036173000043960707, "P": 0.0036173000043960707, "R": 0.0011437994999446977}, {"pair": "BC", "source": 0.0036173000043960707, "P": 0.0036173000043960707, "R": -0.5742620829234841}], "interpretation": "Actual supplied cell polygons, no interpolation of source observations. Analysis smoothing is explicitly separate. Zero source cells are omitted. No fire boundary or burned area is inferred.", "basemap_source": {"source": "https://raw.githubusercontent.com/nvkelso/natural-earth-vector/master/geojson/ne_10m_admin_1_states_provinces.geojson", "description": "Natural Earth 1:10m admin-1 polygons, Australia subset", "license": "public domain", "download_sha256": "22d0e3ad85eb3e27f17cabf8ba2d50e554fbc27a87796ff891d958185da62fb5", "subset_sha256": "9baf965a96eef53004360b17e4ea2e3a85d1de83ee3c3eaedb31f0e0a8942b4e", "features": 11}}</a:t>
            </a:r>
          </a:p>
          <a:p>
            <a:r>
              <a:t>Temporal display revision: intermediate time columns interpolate existing saved profiles for display only. Integer-frame profiles, native extrema and metrics are unchanged before pixel integration. Broad bands and true order changes remain visible. See evidence/temporal_display20261023/provenance.json.</a:t>
            </a:r>
          </a:p>
        </p:txBody>
      </p:sp>
      <p:sp>
        <p:nvSpPr>
          <p:cNvPr id="4" name="Slide Number Placeholder 3"/>
          <p:cNvSpPr>
            <a:spLocks noGrp="1"/>
          </p:cNvSpPr>
          <p:nvPr>
            <p:ph type="sldNum" idx="5"/>
          </p:nvPr>
        </p:nvSpPr>
        <p:spPr/>
        <p:txBody>
          <a:bodyPr/>
          <a:lstStyle/>
          <a:p/>
        </p:txBody>
      </p:sp>
    </p:spTree>
  </p:cSld>
  <p:clrMapOvr>
    <a:masterClrMapping/>
  </p:clrMapOvr>
</p:notes>
</file>

<file path=ppt/main_figures/Fig7/ppt/presProps.xml><?xml version="1.0" encoding="utf-8"?>
<p:presentationPr xmlns:p="http://schemas.openxmlformats.org/presentationml/2006/main">
  <p:extLst>
    <p:ext xmlns:p14="http://schemas.microsoft.com/office/powerpoint/2010/main" uri="{E76CE94A-603C-4142-B9EB-6D1370010A27}">
      <p14:discardImageEditData val="0"/>
    </p:ext>
    <p:ext xmlns:p14="http://schemas.microsoft.com/office/powerpoint/2010/main" uri="{D31A062A-798A-4329-ABDD-BBA856620510}">
      <p14:defaultImageDpi val="32767"/>
    </p:ext>
    <p:ext xmlns:p15="http://schemas.microsoft.com/office/powerpoint/2012/main" uri="{FD5EFAAD-0ECE-453E-9831-46B23BE46B34}">
      <p15:chartTrackingRefBased val="1"/>
    </p:ext>
  </p:extLst>
</p:presentationPr>
</file>

<file path=ppt/main_figures/Fig7/ppt/presentation.xml><?xml version="1.0" encoding="utf-8"?>
<p:presentation xmlns:p="http://schemas.openxmlformats.org/presentationml/2006/main">
  <p:sldMasterIdLst>
    <p:sldMasterId xmlns:r="http://schemas.openxmlformats.org/officeDocument/2006/relationships" id="2147483648" r:id="R2afc7065f7ee4c85"/>
  </p:sldMasterIdLst>
  <p:notesMasterIdLst>
    <p:notesMasterId xmlns:r="http://schemas.openxmlformats.org/officeDocument/2006/relationships" r:id="Rabe63f3a2c0345d2"/>
  </p:notesMasterIdLst>
  <p:sldIdLst>
    <p:sldId xmlns:r="http://schemas.openxmlformats.org/officeDocument/2006/relationships" id="256" r:id="R8f78b8bfb8234d18"/>
  </p:sldIdLst>
  <p:sldSz cx="12192000" cy="9810750"/>
  <p:notesSz cx="6858000" cy="9144000"/>
</p:presentation>
</file>

<file path=ppt/main_figures/Fig7/ppt/slideLayouts/_rels/slideLayout1.xml.rels><?xml version='1.0' encoding='utf-8'?>
<Relationships xmlns="http://schemas.openxmlformats.org/package/2006/relationships"><Relationship Type="http://schemas.openxmlformats.org/officeDocument/2006/relationships/slideMaster" Target="/ppt/main_figures/Fig7/ppt/slideMasters/slideMaster1.xml" Id="R65754458e19e44fe" /></Relationships>
</file>

<file path=ppt/main_figures/Fig7/ppt/slideLayouts/_rels/slideLayout2.xml.rels><?xml version='1.0' encoding='utf-8'?>
<Relationships xmlns="http://schemas.openxmlformats.org/package/2006/relationships"><Relationship Type="http://schemas.openxmlformats.org/officeDocument/2006/relationships/slideMaster" Target="/ppt/main_figures/Fig7/ppt/slideMasters/slideMaster1.xml" Id="R9450081cf4b74b77" /></Relationships>
</file>

<file path=ppt/main_figures/Fig7/ppt/slideLayouts/_rels/slideLayout3.xml.rels><?xml version='1.0' encoding='utf-8'?>
<Relationships xmlns="http://schemas.openxmlformats.org/package/2006/relationships"><Relationship Type="http://schemas.openxmlformats.org/officeDocument/2006/relationships/slideMaster" Target="/ppt/main_figures/Fig7/ppt/slideMasters/slideMaster1.xml" Id="R30003632348b42b4" /></Relationships>
</file>

<file path=ppt/main_figures/Fig7/ppt/slideLayouts/_rels/slideLayout4.xml.rels><?xml version='1.0' encoding='utf-8'?>
<Relationships xmlns="http://schemas.openxmlformats.org/package/2006/relationships"><Relationship Type="http://schemas.openxmlformats.org/officeDocument/2006/relationships/slideMaster" Target="/ppt/main_figures/Fig7/ppt/slideMasters/slideMaster1.xml" Id="R00bd57795ed74fb9" /></Relationships>
</file>

<file path=ppt/main_figures/Fig7/ppt/slideLayouts/_rels/slideLayout5.xml.rels><?xml version='1.0' encoding='utf-8'?>
<Relationships xmlns="http://schemas.openxmlformats.org/package/2006/relationships"><Relationship Type="http://schemas.openxmlformats.org/officeDocument/2006/relationships/slideMaster" Target="/ppt/main_figures/Fig7/ppt/slideMasters/slideMaster1.xml" Id="R0f412138d5db4f3b" /></Relationships>
</file>

<file path=ppt/main_figures/Fig7/ppt/slideLayouts/_rels/slideLayout6.xml.rels><?xml version='1.0' encoding='utf-8'?>
<Relationships xmlns="http://schemas.openxmlformats.org/package/2006/relationships"><Relationship Type="http://schemas.openxmlformats.org/officeDocument/2006/relationships/slideMaster" Target="/ppt/main_figures/Fig7/ppt/slideMasters/slideMaster1.xml" Id="R5ffe4034f88f458d" /></Relationships>
</file>

<file path=ppt/main_figures/Fig7/ppt/slideLayouts/slideLayout1.xml><?xml version="1.0" encoding="utf-8"?>
<p:sldLayout xmlns:p="http://schemas.openxmlformats.org/presentationml/2006/main" type="title">
  <p:cSld name="Title Slide">
    <p:spTree>
      <p:nvGrpSpPr>
        <p:cNvPr id="1" name=""/>
        <p:cNvGrpSpPr/>
        <p:nvPr/>
      </p:nvGrpSpPr>
      <p:grpSpPr>
        <a:xfrm xmlns:a="http://schemas.openxmlformats.org/drawingml/2006/main"/>
      </p:grpSpPr>
      <p:sp>
        <p:nvSpPr>
          <p:cNvPr id="3" name="Title">
            <a:extLst xmlns:a="http://schemas.openxmlformats.org/drawingml/2006/main">
              <a:ext uri="{FF2B5EF4-FFF2-40B4-BE49-F238E27FC236}">
                <a16:creationId xmlns:a16="http://schemas.microsoft.com/office/drawing/2014/main" id="{E7B113AE-A485-4DA7-AC39-CA79BD8E0706}"/>
              </a:ext>
            </a:extLst>
          </p:cNvPr>
          <p:cNvSpPr>
            <a:spLocks xmlns:a="http://schemas.openxmlformats.org/drawingml/2006/main" noGrp="1"/>
          </p:cNvSpPr>
          <p:nvPr>
            <p:ph type="title" idx="0"/>
          </p:nvPr>
        </p:nvSpPr>
        <p:spPr>
          <a:xfrm xmlns:a="http://schemas.openxmlformats.org/drawingml/2006/main">
            <a:off x="1219200" y="3706283"/>
            <a:ext cx="9753600" cy="1417108"/>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ctr">
            <a:normAutofit/>
          </a:bodyPr>
          <a:lstStyle xmlns:a="http://schemas.openxmlformats.org/drawingml/2006/main">
            <a:defPPr algn="ctr">
              <a:defRPr sz="4800" b="1">
                <a:solidFill>
                  <a:schemeClr val="tx1"/>
                </a:solidFill>
                <a:latin typeface="+mj-lt"/>
                <a:ea typeface="+mj-lt"/>
                <a:cs typeface="+mj-lt"/>
              </a:defRPr>
            </a:defPPr>
            <a:lvl1pPr marL="0" indent="0" algn="ctr">
              <a:lnSpc>
                <a:spcPct val="110000"/>
              </a:lnSpc>
              <a:spcBef>
                <a:spcPts val="0"/>
              </a:spcBef>
              <a:spcAft>
                <a:spcPts val="0"/>
              </a:spcAft>
              <a:buNone/>
              <a:defRPr sz="4800" b="1">
                <a:solidFill>
                  <a:schemeClr val="tx1"/>
                </a:solidFill>
                <a:latin typeface="+mj-lt"/>
                <a:ea typeface="+mj-lt"/>
                <a:cs typeface="+mj-lt"/>
              </a:defRPr>
            </a:lvl1pPr>
            <a:lvl2pPr marL="0" indent="0" algn="ctr">
              <a:lnSpc>
                <a:spcPct val="110000"/>
              </a:lnSpc>
              <a:spcBef>
                <a:spcPts val="0"/>
              </a:spcBef>
              <a:spcAft>
                <a:spcPts val="0"/>
              </a:spcAft>
              <a:buNone/>
              <a:defRPr sz="4800" b="1">
                <a:solidFill>
                  <a:schemeClr val="tx1"/>
                </a:solidFill>
                <a:latin typeface="+mj-lt"/>
                <a:ea typeface="+mj-lt"/>
                <a:cs typeface="+mj-lt"/>
              </a:defRPr>
            </a:lvl2pPr>
            <a:lvl3pPr marL="0" indent="0" algn="ctr">
              <a:lnSpc>
                <a:spcPct val="110000"/>
              </a:lnSpc>
              <a:spcBef>
                <a:spcPts val="0"/>
              </a:spcBef>
              <a:spcAft>
                <a:spcPts val="0"/>
              </a:spcAft>
              <a:buNone/>
              <a:defRPr sz="4800" b="1">
                <a:solidFill>
                  <a:schemeClr val="tx1"/>
                </a:solidFill>
                <a:latin typeface="+mj-lt"/>
                <a:ea typeface="+mj-lt"/>
                <a:cs typeface="+mj-lt"/>
              </a:defRPr>
            </a:lvl3pPr>
            <a:lvl4pPr marL="0" indent="0" algn="ctr">
              <a:lnSpc>
                <a:spcPct val="110000"/>
              </a:lnSpc>
              <a:spcBef>
                <a:spcPts val="0"/>
              </a:spcBef>
              <a:spcAft>
                <a:spcPts val="0"/>
              </a:spcAft>
              <a:buNone/>
              <a:defRPr sz="4800" b="1">
                <a:solidFill>
                  <a:schemeClr val="tx1"/>
                </a:solidFill>
                <a:latin typeface="+mj-lt"/>
                <a:ea typeface="+mj-lt"/>
                <a:cs typeface="+mj-lt"/>
              </a:defRPr>
            </a:lvl4pPr>
            <a:lvl5pPr marL="0" indent="0" algn="ctr">
              <a:lnSpc>
                <a:spcPct val="110000"/>
              </a:lnSpc>
              <a:spcBef>
                <a:spcPts val="0"/>
              </a:spcBef>
              <a:spcAft>
                <a:spcPts val="0"/>
              </a:spcAft>
              <a:buNone/>
              <a:defRPr sz="4800" b="1">
                <a:solidFill>
                  <a:schemeClr val="tx1"/>
                </a:solidFill>
                <a:latin typeface="+mj-lt"/>
                <a:ea typeface="+mj-lt"/>
                <a:cs typeface="+mj-lt"/>
              </a:defRPr>
            </a:lvl5pPr>
            <a:lvl6pPr marL="0" indent="0" algn="ctr">
              <a:lnSpc>
                <a:spcPct val="110000"/>
              </a:lnSpc>
              <a:spcBef>
                <a:spcPts val="0"/>
              </a:spcBef>
              <a:spcAft>
                <a:spcPts val="0"/>
              </a:spcAft>
              <a:buNone/>
              <a:defRPr sz="4800" b="1">
                <a:solidFill>
                  <a:schemeClr val="tx1"/>
                </a:solidFill>
                <a:latin typeface="+mj-lt"/>
                <a:ea typeface="+mj-lt"/>
                <a:cs typeface="+mj-lt"/>
              </a:defRPr>
            </a:lvl6pPr>
            <a:lvl7pPr marL="0" indent="0" algn="ctr">
              <a:lnSpc>
                <a:spcPct val="110000"/>
              </a:lnSpc>
              <a:spcBef>
                <a:spcPts val="0"/>
              </a:spcBef>
              <a:spcAft>
                <a:spcPts val="0"/>
              </a:spcAft>
              <a:buNone/>
              <a:defRPr sz="4800" b="1">
                <a:solidFill>
                  <a:schemeClr val="tx1"/>
                </a:solidFill>
                <a:latin typeface="+mj-lt"/>
                <a:ea typeface="+mj-lt"/>
                <a:cs typeface="+mj-lt"/>
              </a:defRPr>
            </a:lvl7pPr>
            <a:lvl8pPr marL="0" indent="0" algn="ctr">
              <a:lnSpc>
                <a:spcPct val="110000"/>
              </a:lnSpc>
              <a:spcBef>
                <a:spcPts val="0"/>
              </a:spcBef>
              <a:spcAft>
                <a:spcPts val="0"/>
              </a:spcAft>
              <a:buNone/>
              <a:defRPr sz="4800" b="1">
                <a:solidFill>
                  <a:schemeClr val="tx1"/>
                </a:solidFill>
                <a:latin typeface="+mj-lt"/>
                <a:ea typeface="+mj-lt"/>
                <a:cs typeface="+mj-lt"/>
              </a:defRPr>
            </a:lvl8pPr>
            <a:lvl9pPr marL="0" indent="0" algn="ctr">
              <a:lnSpc>
                <a:spcPct val="110000"/>
              </a:lnSpc>
              <a:spcBef>
                <a:spcPts val="0"/>
              </a:spcBef>
              <a:spcAft>
                <a:spcPts val="0"/>
              </a:spcAft>
              <a:buNone/>
              <a:defRPr sz="4800" b="1">
                <a:solidFill>
                  <a:schemeClr val="tx1"/>
                </a:solidFill>
                <a:latin typeface="+mj-lt"/>
                <a:ea typeface="+mj-lt"/>
                <a:cs typeface="+mj-lt"/>
              </a:defRPr>
            </a:lvl9pPr>
          </a:lstStyle>
          <a:p xmlns:a="http://schemas.openxmlformats.org/drawingml/2006/main"/>
        </p:txBody>
      </p:sp>
      <p:sp>
        <p:nvSpPr>
          <p:cNvPr id="2" name="Subtitle">
            <a:extLst xmlns:a="http://schemas.openxmlformats.org/drawingml/2006/main">
              <a:ext uri="{FF2B5EF4-FFF2-40B4-BE49-F238E27FC236}">
                <a16:creationId xmlns:a16="http://schemas.microsoft.com/office/drawing/2014/main" id="{9E7E6753-24E4-438F-A013-3CBA8D422AA2}"/>
              </a:ext>
            </a:extLst>
          </p:cNvPr>
          <p:cNvSpPr>
            <a:spLocks xmlns:a="http://schemas.openxmlformats.org/drawingml/2006/main" noGrp="1"/>
          </p:cNvSpPr>
          <p:nvPr>
            <p:ph type="subTitle" idx="1"/>
          </p:nvPr>
        </p:nvSpPr>
        <p:spPr>
          <a:xfrm xmlns:a="http://schemas.openxmlformats.org/drawingml/2006/main">
            <a:off x="1828800" y="5395913"/>
            <a:ext cx="8534400" cy="1090083"/>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ctr">
            <a:normAutofit/>
          </a:bodyPr>
          <a:lstStyle xmlns:a="http://schemas.openxmlformats.org/drawingml/2006/main">
            <a:defPPr algn="ctr">
              <a:defRPr sz="2100" b="0">
                <a:solidFill>
                  <a:schemeClr val="tx1"/>
                </a:solidFill>
                <a:latin typeface="+mn-lt"/>
                <a:ea typeface="+mn-lt"/>
                <a:cs typeface="+mn-lt"/>
              </a:defRPr>
            </a:defPPr>
            <a:lvl1pPr marL="0" indent="0" algn="ctr">
              <a:lnSpc>
                <a:spcPct val="110000"/>
              </a:lnSpc>
              <a:spcBef>
                <a:spcPts val="0"/>
              </a:spcBef>
              <a:spcAft>
                <a:spcPts val="0"/>
              </a:spcAft>
              <a:buNone/>
              <a:defRPr sz="2100" b="0">
                <a:solidFill>
                  <a:schemeClr val="tx1"/>
                </a:solidFill>
                <a:latin typeface="+mn-lt"/>
                <a:ea typeface="+mn-lt"/>
                <a:cs typeface="+mn-lt"/>
              </a:defRPr>
            </a:lvl1pPr>
            <a:lvl2pPr marL="0" indent="0" algn="ctr">
              <a:lnSpc>
                <a:spcPct val="110000"/>
              </a:lnSpc>
              <a:spcBef>
                <a:spcPts val="0"/>
              </a:spcBef>
              <a:spcAft>
                <a:spcPts val="0"/>
              </a:spcAft>
              <a:buNone/>
              <a:defRPr sz="2100" b="0">
                <a:solidFill>
                  <a:schemeClr val="tx1"/>
                </a:solidFill>
                <a:latin typeface="+mn-lt"/>
                <a:ea typeface="+mn-lt"/>
                <a:cs typeface="+mn-lt"/>
              </a:defRPr>
            </a:lvl2pPr>
            <a:lvl3pPr marL="0" indent="0" algn="ctr">
              <a:lnSpc>
                <a:spcPct val="110000"/>
              </a:lnSpc>
              <a:spcBef>
                <a:spcPts val="0"/>
              </a:spcBef>
              <a:spcAft>
                <a:spcPts val="0"/>
              </a:spcAft>
              <a:buNone/>
              <a:defRPr sz="2100" b="0">
                <a:solidFill>
                  <a:schemeClr val="tx1"/>
                </a:solidFill>
                <a:latin typeface="+mn-lt"/>
                <a:ea typeface="+mn-lt"/>
                <a:cs typeface="+mn-lt"/>
              </a:defRPr>
            </a:lvl3pPr>
            <a:lvl4pPr marL="0" indent="0" algn="ctr">
              <a:lnSpc>
                <a:spcPct val="110000"/>
              </a:lnSpc>
              <a:spcBef>
                <a:spcPts val="0"/>
              </a:spcBef>
              <a:spcAft>
                <a:spcPts val="0"/>
              </a:spcAft>
              <a:buNone/>
              <a:defRPr sz="2100" b="0">
                <a:solidFill>
                  <a:schemeClr val="tx1"/>
                </a:solidFill>
                <a:latin typeface="+mn-lt"/>
                <a:ea typeface="+mn-lt"/>
                <a:cs typeface="+mn-lt"/>
              </a:defRPr>
            </a:lvl4pPr>
            <a:lvl5pPr marL="0" indent="0" algn="ctr">
              <a:lnSpc>
                <a:spcPct val="110000"/>
              </a:lnSpc>
              <a:spcBef>
                <a:spcPts val="0"/>
              </a:spcBef>
              <a:spcAft>
                <a:spcPts val="0"/>
              </a:spcAft>
              <a:buNone/>
              <a:defRPr sz="2100" b="0">
                <a:solidFill>
                  <a:schemeClr val="tx1"/>
                </a:solidFill>
                <a:latin typeface="+mn-lt"/>
                <a:ea typeface="+mn-lt"/>
                <a:cs typeface="+mn-lt"/>
              </a:defRPr>
            </a:lvl5pPr>
            <a:lvl6pPr marL="0" indent="0" algn="ctr">
              <a:lnSpc>
                <a:spcPct val="110000"/>
              </a:lnSpc>
              <a:spcBef>
                <a:spcPts val="0"/>
              </a:spcBef>
              <a:spcAft>
                <a:spcPts val="0"/>
              </a:spcAft>
              <a:buNone/>
              <a:defRPr sz="2100" b="0">
                <a:solidFill>
                  <a:schemeClr val="tx1"/>
                </a:solidFill>
                <a:latin typeface="+mn-lt"/>
                <a:ea typeface="+mn-lt"/>
                <a:cs typeface="+mn-lt"/>
              </a:defRPr>
            </a:lvl6pPr>
            <a:lvl7pPr marL="0" indent="0" algn="ctr">
              <a:lnSpc>
                <a:spcPct val="110000"/>
              </a:lnSpc>
              <a:spcBef>
                <a:spcPts val="0"/>
              </a:spcBef>
              <a:spcAft>
                <a:spcPts val="0"/>
              </a:spcAft>
              <a:buNone/>
              <a:defRPr sz="2100" b="0">
                <a:solidFill>
                  <a:schemeClr val="tx1"/>
                </a:solidFill>
                <a:latin typeface="+mn-lt"/>
                <a:ea typeface="+mn-lt"/>
                <a:cs typeface="+mn-lt"/>
              </a:defRPr>
            </a:lvl7pPr>
            <a:lvl8pPr marL="0" indent="0" algn="ctr">
              <a:lnSpc>
                <a:spcPct val="110000"/>
              </a:lnSpc>
              <a:spcBef>
                <a:spcPts val="0"/>
              </a:spcBef>
              <a:spcAft>
                <a:spcPts val="0"/>
              </a:spcAft>
              <a:buNone/>
              <a:defRPr sz="2100" b="0">
                <a:solidFill>
                  <a:schemeClr val="tx1"/>
                </a:solidFill>
                <a:latin typeface="+mn-lt"/>
                <a:ea typeface="+mn-lt"/>
                <a:cs typeface="+mn-lt"/>
              </a:defRPr>
            </a:lvl8pPr>
            <a:lvl9pPr marL="0" indent="0" algn="ctr">
              <a:lnSpc>
                <a:spcPct val="110000"/>
              </a:lnSpc>
              <a:spcBef>
                <a:spcPts val="0"/>
              </a:spcBef>
              <a:spcAft>
                <a:spcPts val="0"/>
              </a:spcAft>
              <a:buNone/>
              <a:defRPr sz="2100" b="0">
                <a:solidFill>
                  <a:schemeClr val="tx1"/>
                </a:solidFill>
                <a:latin typeface="+mn-lt"/>
                <a:ea typeface="+mn-lt"/>
                <a:cs typeface="+mn-lt"/>
              </a:defRPr>
            </a:lvl9pPr>
          </a:lstStyle>
          <a:p xmlns:a="http://schemas.openxmlformats.org/drawingml/2006/main"/>
        </p:txBody>
      </p:sp>
    </p:spTree>
  </p:cSld>
</p:sldLayout>
</file>

<file path=ppt/main_figures/Fig7/ppt/slideLayouts/slideLayout2.xml><?xml version="1.0" encoding="utf-8"?>
<p:sldLayout xmlns:p="http://schemas.openxmlformats.org/presentationml/2006/main">
  <p:cSld name="Section Header">
    <p:spTree>
      <p:nvGrpSpPr>
        <p:cNvPr id="1" name=""/>
        <p:cNvGrpSpPr/>
        <p:nvPr/>
      </p:nvGrpSpPr>
      <p:grpSpPr>
        <a:xfrm xmlns:a="http://schemas.openxmlformats.org/drawingml/2006/main"/>
      </p:grpSpPr>
      <p:sp>
        <p:nvSpPr>
          <p:cNvPr id="2" name="Section title">
            <a:extLst xmlns:a="http://schemas.openxmlformats.org/drawingml/2006/main">
              <a:ext uri="{FF2B5EF4-FFF2-40B4-BE49-F238E27FC236}">
                <a16:creationId xmlns:a16="http://schemas.microsoft.com/office/drawing/2014/main" id="{89D3FE5C-6113-4D6A-82BF-48ACCA2CD2B1}"/>
              </a:ext>
            </a:extLst>
          </p:cNvPr>
          <p:cNvSpPr>
            <a:spLocks xmlns:a="http://schemas.openxmlformats.org/drawingml/2006/main" noGrp="1"/>
          </p:cNvSpPr>
          <p:nvPr>
            <p:ph type="title" idx="0"/>
          </p:nvPr>
        </p:nvSpPr>
        <p:spPr>
          <a:xfrm xmlns:a="http://schemas.openxmlformats.org/drawingml/2006/main">
            <a:off x="1219200" y="4087813"/>
            <a:ext cx="9753600" cy="1635125"/>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ctr">
            <a:normAutofit/>
          </a:bodyPr>
          <a:lstStyle xmlns:a="http://schemas.openxmlformats.org/drawingml/2006/main">
            <a:defPPr algn="ctr">
              <a:defRPr sz="4200" b="1">
                <a:solidFill>
                  <a:schemeClr val="tx1"/>
                </a:solidFill>
                <a:latin typeface="+mj-lt"/>
                <a:ea typeface="+mj-lt"/>
                <a:cs typeface="+mj-lt"/>
              </a:defRPr>
            </a:defPPr>
            <a:lvl1pPr marL="0" indent="0" algn="ctr">
              <a:lnSpc>
                <a:spcPct val="110000"/>
              </a:lnSpc>
              <a:spcBef>
                <a:spcPts val="0"/>
              </a:spcBef>
              <a:spcAft>
                <a:spcPts val="0"/>
              </a:spcAft>
              <a:buNone/>
              <a:defRPr sz="4200" b="1">
                <a:solidFill>
                  <a:schemeClr val="tx1"/>
                </a:solidFill>
                <a:latin typeface="+mj-lt"/>
                <a:ea typeface="+mj-lt"/>
                <a:cs typeface="+mj-lt"/>
              </a:defRPr>
            </a:lvl1pPr>
            <a:lvl2pPr marL="0" indent="0" algn="ctr">
              <a:lnSpc>
                <a:spcPct val="110000"/>
              </a:lnSpc>
              <a:spcBef>
                <a:spcPts val="0"/>
              </a:spcBef>
              <a:spcAft>
                <a:spcPts val="0"/>
              </a:spcAft>
              <a:buNone/>
              <a:defRPr sz="4200" b="1">
                <a:solidFill>
                  <a:schemeClr val="tx1"/>
                </a:solidFill>
                <a:latin typeface="+mj-lt"/>
                <a:ea typeface="+mj-lt"/>
                <a:cs typeface="+mj-lt"/>
              </a:defRPr>
            </a:lvl2pPr>
            <a:lvl3pPr marL="0" indent="0" algn="ctr">
              <a:lnSpc>
                <a:spcPct val="110000"/>
              </a:lnSpc>
              <a:spcBef>
                <a:spcPts val="0"/>
              </a:spcBef>
              <a:spcAft>
                <a:spcPts val="0"/>
              </a:spcAft>
              <a:buNone/>
              <a:defRPr sz="4200" b="1">
                <a:solidFill>
                  <a:schemeClr val="tx1"/>
                </a:solidFill>
                <a:latin typeface="+mj-lt"/>
                <a:ea typeface="+mj-lt"/>
                <a:cs typeface="+mj-lt"/>
              </a:defRPr>
            </a:lvl3pPr>
            <a:lvl4pPr marL="0" indent="0" algn="ctr">
              <a:lnSpc>
                <a:spcPct val="110000"/>
              </a:lnSpc>
              <a:spcBef>
                <a:spcPts val="0"/>
              </a:spcBef>
              <a:spcAft>
                <a:spcPts val="0"/>
              </a:spcAft>
              <a:buNone/>
              <a:defRPr sz="4200" b="1">
                <a:solidFill>
                  <a:schemeClr val="tx1"/>
                </a:solidFill>
                <a:latin typeface="+mj-lt"/>
                <a:ea typeface="+mj-lt"/>
                <a:cs typeface="+mj-lt"/>
              </a:defRPr>
            </a:lvl4pPr>
            <a:lvl5pPr marL="0" indent="0" algn="ctr">
              <a:lnSpc>
                <a:spcPct val="110000"/>
              </a:lnSpc>
              <a:spcBef>
                <a:spcPts val="0"/>
              </a:spcBef>
              <a:spcAft>
                <a:spcPts val="0"/>
              </a:spcAft>
              <a:buNone/>
              <a:defRPr sz="4200" b="1">
                <a:solidFill>
                  <a:schemeClr val="tx1"/>
                </a:solidFill>
                <a:latin typeface="+mj-lt"/>
                <a:ea typeface="+mj-lt"/>
                <a:cs typeface="+mj-lt"/>
              </a:defRPr>
            </a:lvl5pPr>
            <a:lvl6pPr marL="0" indent="0" algn="ctr">
              <a:lnSpc>
                <a:spcPct val="110000"/>
              </a:lnSpc>
              <a:spcBef>
                <a:spcPts val="0"/>
              </a:spcBef>
              <a:spcAft>
                <a:spcPts val="0"/>
              </a:spcAft>
              <a:buNone/>
              <a:defRPr sz="4200" b="1">
                <a:solidFill>
                  <a:schemeClr val="tx1"/>
                </a:solidFill>
                <a:latin typeface="+mj-lt"/>
                <a:ea typeface="+mj-lt"/>
                <a:cs typeface="+mj-lt"/>
              </a:defRPr>
            </a:lvl6pPr>
            <a:lvl7pPr marL="0" indent="0" algn="ctr">
              <a:lnSpc>
                <a:spcPct val="110000"/>
              </a:lnSpc>
              <a:spcBef>
                <a:spcPts val="0"/>
              </a:spcBef>
              <a:spcAft>
                <a:spcPts val="0"/>
              </a:spcAft>
              <a:buNone/>
              <a:defRPr sz="4200" b="1">
                <a:solidFill>
                  <a:schemeClr val="tx1"/>
                </a:solidFill>
                <a:latin typeface="+mj-lt"/>
                <a:ea typeface="+mj-lt"/>
                <a:cs typeface="+mj-lt"/>
              </a:defRPr>
            </a:lvl7pPr>
            <a:lvl8pPr marL="0" indent="0" algn="ctr">
              <a:lnSpc>
                <a:spcPct val="110000"/>
              </a:lnSpc>
              <a:spcBef>
                <a:spcPts val="0"/>
              </a:spcBef>
              <a:spcAft>
                <a:spcPts val="0"/>
              </a:spcAft>
              <a:buNone/>
              <a:defRPr sz="4200" b="1">
                <a:solidFill>
                  <a:schemeClr val="tx1"/>
                </a:solidFill>
                <a:latin typeface="+mj-lt"/>
                <a:ea typeface="+mj-lt"/>
                <a:cs typeface="+mj-lt"/>
              </a:defRPr>
            </a:lvl8pPr>
            <a:lvl9pPr marL="0" indent="0" algn="ctr">
              <a:lnSpc>
                <a:spcPct val="110000"/>
              </a:lnSpc>
              <a:spcBef>
                <a:spcPts val="0"/>
              </a:spcBef>
              <a:spcAft>
                <a:spcPts val="0"/>
              </a:spcAft>
              <a:buNone/>
              <a:defRPr sz="4200" b="1">
                <a:solidFill>
                  <a:schemeClr val="tx1"/>
                </a:solidFill>
                <a:latin typeface="+mj-lt"/>
                <a:ea typeface="+mj-lt"/>
                <a:cs typeface="+mj-lt"/>
              </a:defRPr>
            </a:lvl9pPr>
          </a:lstStyle>
          <a:p xmlns:a="http://schemas.openxmlformats.org/drawingml/2006/main"/>
        </p:txBody>
      </p:sp>
    </p:spTree>
  </p:cSld>
</p:sldLayout>
</file>

<file path=ppt/main_figures/Fig7/ppt/slideLayouts/slideLayout3.xml><?xml version="1.0" encoding="utf-8"?>
<p:sldLayout xmlns:p="http://schemas.openxmlformats.org/presentationml/2006/main">
  <p:cSld name="Title and Body">
    <p:spTree>
      <p:nvGrpSpPr>
        <p:cNvPr id="1" name=""/>
        <p:cNvGrpSpPr/>
        <p:nvPr/>
      </p:nvGrpSpPr>
      <p:grpSpPr>
        <a:xfrm xmlns:a="http://schemas.openxmlformats.org/drawingml/2006/main"/>
      </p:grpSpPr>
      <p:sp>
        <p:nvSpPr>
          <p:cNvPr id="3" name="Title">
            <a:extLst xmlns:a="http://schemas.openxmlformats.org/drawingml/2006/main">
              <a:ext uri="{FF2B5EF4-FFF2-40B4-BE49-F238E27FC236}">
                <a16:creationId xmlns:a16="http://schemas.microsoft.com/office/drawing/2014/main" id="{52FDA7E7-4AD5-4CAE-83FE-63DF90F64D35}"/>
              </a:ext>
            </a:extLst>
          </p:cNvPr>
          <p:cNvSpPr>
            <a:spLocks xmlns:a="http://schemas.openxmlformats.org/drawingml/2006/main" noGrp="1"/>
          </p:cNvSpPr>
          <p:nvPr>
            <p:ph type="title" idx="0"/>
          </p:nvPr>
        </p:nvSpPr>
        <p:spPr>
          <a:xfrm xmlns:a="http://schemas.openxmlformats.org/drawingml/2006/main">
            <a:off x="685800" y="763058"/>
            <a:ext cx="10820400" cy="1199092"/>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3300" b="1">
                <a:solidFill>
                  <a:schemeClr val="tx1"/>
                </a:solidFill>
                <a:latin typeface="+mj-lt"/>
                <a:ea typeface="+mj-lt"/>
                <a:cs typeface="+mj-lt"/>
              </a:defRPr>
            </a:defPPr>
            <a:lvl1pPr marL="0" indent="0" algn="l">
              <a:lnSpc>
                <a:spcPct val="110000"/>
              </a:lnSpc>
              <a:spcBef>
                <a:spcPts val="0"/>
              </a:spcBef>
              <a:spcAft>
                <a:spcPts val="0"/>
              </a:spcAft>
              <a:buNone/>
              <a:defRPr sz="3300" b="1">
                <a:solidFill>
                  <a:schemeClr val="tx1"/>
                </a:solidFill>
                <a:latin typeface="+mj-lt"/>
                <a:ea typeface="+mj-lt"/>
                <a:cs typeface="+mj-lt"/>
              </a:defRPr>
            </a:lvl1pPr>
            <a:lvl2pPr marL="0" indent="0" algn="l">
              <a:lnSpc>
                <a:spcPct val="110000"/>
              </a:lnSpc>
              <a:spcBef>
                <a:spcPts val="0"/>
              </a:spcBef>
              <a:spcAft>
                <a:spcPts val="0"/>
              </a:spcAft>
              <a:buNone/>
              <a:defRPr sz="3300" b="1">
                <a:solidFill>
                  <a:schemeClr val="tx1"/>
                </a:solidFill>
                <a:latin typeface="+mj-lt"/>
                <a:ea typeface="+mj-lt"/>
                <a:cs typeface="+mj-lt"/>
              </a:defRPr>
            </a:lvl2pPr>
            <a:lvl3pPr marL="0" indent="0" algn="l">
              <a:lnSpc>
                <a:spcPct val="110000"/>
              </a:lnSpc>
              <a:spcBef>
                <a:spcPts val="0"/>
              </a:spcBef>
              <a:spcAft>
                <a:spcPts val="0"/>
              </a:spcAft>
              <a:buNone/>
              <a:defRPr sz="3300" b="1">
                <a:solidFill>
                  <a:schemeClr val="tx1"/>
                </a:solidFill>
                <a:latin typeface="+mj-lt"/>
                <a:ea typeface="+mj-lt"/>
                <a:cs typeface="+mj-lt"/>
              </a:defRPr>
            </a:lvl3pPr>
            <a:lvl4pPr marL="0" indent="0" algn="l">
              <a:lnSpc>
                <a:spcPct val="110000"/>
              </a:lnSpc>
              <a:spcBef>
                <a:spcPts val="0"/>
              </a:spcBef>
              <a:spcAft>
                <a:spcPts val="0"/>
              </a:spcAft>
              <a:buNone/>
              <a:defRPr sz="3300" b="1">
                <a:solidFill>
                  <a:schemeClr val="tx1"/>
                </a:solidFill>
                <a:latin typeface="+mj-lt"/>
                <a:ea typeface="+mj-lt"/>
                <a:cs typeface="+mj-lt"/>
              </a:defRPr>
            </a:lvl4pPr>
            <a:lvl5pPr marL="0" indent="0" algn="l">
              <a:lnSpc>
                <a:spcPct val="110000"/>
              </a:lnSpc>
              <a:spcBef>
                <a:spcPts val="0"/>
              </a:spcBef>
              <a:spcAft>
                <a:spcPts val="0"/>
              </a:spcAft>
              <a:buNone/>
              <a:defRPr sz="3300" b="1">
                <a:solidFill>
                  <a:schemeClr val="tx1"/>
                </a:solidFill>
                <a:latin typeface="+mj-lt"/>
                <a:ea typeface="+mj-lt"/>
                <a:cs typeface="+mj-lt"/>
              </a:defRPr>
            </a:lvl5pPr>
            <a:lvl6pPr marL="0" indent="0" algn="l">
              <a:lnSpc>
                <a:spcPct val="110000"/>
              </a:lnSpc>
              <a:spcBef>
                <a:spcPts val="0"/>
              </a:spcBef>
              <a:spcAft>
                <a:spcPts val="0"/>
              </a:spcAft>
              <a:buNone/>
              <a:defRPr sz="3300" b="1">
                <a:solidFill>
                  <a:schemeClr val="tx1"/>
                </a:solidFill>
                <a:latin typeface="+mj-lt"/>
                <a:ea typeface="+mj-lt"/>
                <a:cs typeface="+mj-lt"/>
              </a:defRPr>
            </a:lvl6pPr>
            <a:lvl7pPr marL="0" indent="0" algn="l">
              <a:lnSpc>
                <a:spcPct val="110000"/>
              </a:lnSpc>
              <a:spcBef>
                <a:spcPts val="0"/>
              </a:spcBef>
              <a:spcAft>
                <a:spcPts val="0"/>
              </a:spcAft>
              <a:buNone/>
              <a:defRPr sz="3300" b="1">
                <a:solidFill>
                  <a:schemeClr val="tx1"/>
                </a:solidFill>
                <a:latin typeface="+mj-lt"/>
                <a:ea typeface="+mj-lt"/>
                <a:cs typeface="+mj-lt"/>
              </a:defRPr>
            </a:lvl7pPr>
            <a:lvl8pPr marL="0" indent="0" algn="l">
              <a:lnSpc>
                <a:spcPct val="110000"/>
              </a:lnSpc>
              <a:spcBef>
                <a:spcPts val="0"/>
              </a:spcBef>
              <a:spcAft>
                <a:spcPts val="0"/>
              </a:spcAft>
              <a:buNone/>
              <a:defRPr sz="3300" b="1">
                <a:solidFill>
                  <a:schemeClr val="tx1"/>
                </a:solidFill>
                <a:latin typeface="+mj-lt"/>
                <a:ea typeface="+mj-lt"/>
                <a:cs typeface="+mj-lt"/>
              </a:defRPr>
            </a:lvl8pPr>
            <a:lvl9pPr marL="0" indent="0" algn="l">
              <a:lnSpc>
                <a:spcPct val="110000"/>
              </a:lnSpc>
              <a:spcBef>
                <a:spcPts val="0"/>
              </a:spcBef>
              <a:spcAft>
                <a:spcPts val="0"/>
              </a:spcAft>
              <a:buNone/>
              <a:defRPr sz="3300" b="1">
                <a:solidFill>
                  <a:schemeClr val="tx1"/>
                </a:solidFill>
                <a:latin typeface="+mj-lt"/>
                <a:ea typeface="+mj-lt"/>
                <a:cs typeface="+mj-lt"/>
              </a:defRPr>
            </a:lvl9pPr>
          </a:lstStyle>
          <a:p xmlns:a="http://schemas.openxmlformats.org/drawingml/2006/main"/>
        </p:txBody>
      </p:sp>
      <p:sp>
        <p:nvSpPr>
          <p:cNvPr id="2" name="Body">
            <a:extLst xmlns:a="http://schemas.openxmlformats.org/drawingml/2006/main">
              <a:ext uri="{FF2B5EF4-FFF2-40B4-BE49-F238E27FC236}">
                <a16:creationId xmlns:a16="http://schemas.microsoft.com/office/drawing/2014/main" id="{97765B86-C61B-4C01-A696-B9817B9D8468}"/>
              </a:ext>
            </a:extLst>
          </p:cNvPr>
          <p:cNvSpPr>
            <a:spLocks xmlns:a="http://schemas.openxmlformats.org/drawingml/2006/main" noGrp="1"/>
          </p:cNvSpPr>
          <p:nvPr>
            <p:ph type="body" idx="1"/>
          </p:nvPr>
        </p:nvSpPr>
        <p:spPr>
          <a:xfrm xmlns:a="http://schemas.openxmlformats.org/drawingml/2006/main">
            <a:off x="685800" y="2725208"/>
            <a:ext cx="10820400" cy="61044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250" b="0">
                <a:solidFill>
                  <a:schemeClr val="tx1"/>
                </a:solidFill>
                <a:latin typeface="+mn-lt"/>
                <a:ea typeface="+mn-lt"/>
                <a:cs typeface="+mn-lt"/>
              </a:defRPr>
            </a:defPPr>
            <a:lvl1pPr marL="228600" indent="-228600" algn="l">
              <a:lnSpc>
                <a:spcPct val="110000"/>
              </a:lnSpc>
              <a:spcBef>
                <a:spcPts val="0"/>
              </a:spcBef>
              <a:spcAft>
                <a:spcPts val="1200"/>
              </a:spcAft>
              <a:buChar char="•"/>
              <a:defRPr sz="2250" b="0">
                <a:solidFill>
                  <a:schemeClr val="tx1"/>
                </a:solidFill>
                <a:latin typeface="+mn-lt"/>
                <a:ea typeface="+mn-lt"/>
                <a:cs typeface="+mn-lt"/>
              </a:defRPr>
            </a:lvl1pPr>
            <a:lvl2pPr marL="533400" indent="-228600" algn="l">
              <a:lnSpc>
                <a:spcPct val="110000"/>
              </a:lnSpc>
              <a:spcBef>
                <a:spcPts val="0"/>
              </a:spcBef>
              <a:spcAft>
                <a:spcPts val="1200"/>
              </a:spcAft>
              <a:buChar char="•"/>
              <a:defRPr sz="2250" b="0">
                <a:solidFill>
                  <a:schemeClr val="tx1"/>
                </a:solidFill>
                <a:latin typeface="+mn-lt"/>
                <a:ea typeface="+mn-lt"/>
                <a:cs typeface="+mn-lt"/>
              </a:defRPr>
            </a:lvl2pPr>
            <a:lvl3pPr marL="838200" indent="-228600" algn="l">
              <a:lnSpc>
                <a:spcPct val="110000"/>
              </a:lnSpc>
              <a:spcBef>
                <a:spcPts val="0"/>
              </a:spcBef>
              <a:spcAft>
                <a:spcPts val="1200"/>
              </a:spcAft>
              <a:buChar char="•"/>
              <a:defRPr sz="2250" b="0">
                <a:solidFill>
                  <a:schemeClr val="tx1"/>
                </a:solidFill>
                <a:latin typeface="+mn-lt"/>
                <a:ea typeface="+mn-lt"/>
                <a:cs typeface="+mn-lt"/>
              </a:defRPr>
            </a:lvl3pPr>
            <a:lvl4pPr marL="1143000" indent="-228600" algn="l">
              <a:lnSpc>
                <a:spcPct val="110000"/>
              </a:lnSpc>
              <a:spcBef>
                <a:spcPts val="0"/>
              </a:spcBef>
              <a:spcAft>
                <a:spcPts val="1200"/>
              </a:spcAft>
              <a:buChar char="•"/>
              <a:defRPr sz="2250" b="0">
                <a:solidFill>
                  <a:schemeClr val="tx1"/>
                </a:solidFill>
                <a:latin typeface="+mn-lt"/>
                <a:ea typeface="+mn-lt"/>
                <a:cs typeface="+mn-lt"/>
              </a:defRPr>
            </a:lvl4pPr>
            <a:lvl5pPr marL="1447800" indent="-228600" algn="l">
              <a:lnSpc>
                <a:spcPct val="110000"/>
              </a:lnSpc>
              <a:spcBef>
                <a:spcPts val="0"/>
              </a:spcBef>
              <a:spcAft>
                <a:spcPts val="1200"/>
              </a:spcAft>
              <a:buChar char="•"/>
              <a:defRPr sz="2250" b="0">
                <a:solidFill>
                  <a:schemeClr val="tx1"/>
                </a:solidFill>
                <a:latin typeface="+mn-lt"/>
                <a:ea typeface="+mn-lt"/>
                <a:cs typeface="+mn-lt"/>
              </a:defRPr>
            </a:lvl5pPr>
            <a:lvl6pPr marL="1752600" indent="-228600" algn="l">
              <a:lnSpc>
                <a:spcPct val="110000"/>
              </a:lnSpc>
              <a:spcBef>
                <a:spcPts val="0"/>
              </a:spcBef>
              <a:spcAft>
                <a:spcPts val="1200"/>
              </a:spcAft>
              <a:buChar char="•"/>
              <a:defRPr sz="2250" b="0">
                <a:solidFill>
                  <a:schemeClr val="tx1"/>
                </a:solidFill>
                <a:latin typeface="+mn-lt"/>
                <a:ea typeface="+mn-lt"/>
                <a:cs typeface="+mn-lt"/>
              </a:defRPr>
            </a:lvl6pPr>
            <a:lvl7pPr marL="2057400" indent="-228600" algn="l">
              <a:lnSpc>
                <a:spcPct val="110000"/>
              </a:lnSpc>
              <a:spcBef>
                <a:spcPts val="0"/>
              </a:spcBef>
              <a:spcAft>
                <a:spcPts val="1200"/>
              </a:spcAft>
              <a:buChar char="•"/>
              <a:defRPr sz="2250" b="0">
                <a:solidFill>
                  <a:schemeClr val="tx1"/>
                </a:solidFill>
                <a:latin typeface="+mn-lt"/>
                <a:ea typeface="+mn-lt"/>
                <a:cs typeface="+mn-lt"/>
              </a:defRPr>
            </a:lvl7pPr>
            <a:lvl8pPr marL="2362200" indent="-228600" algn="l">
              <a:lnSpc>
                <a:spcPct val="110000"/>
              </a:lnSpc>
              <a:spcBef>
                <a:spcPts val="0"/>
              </a:spcBef>
              <a:spcAft>
                <a:spcPts val="1200"/>
              </a:spcAft>
              <a:buChar char="•"/>
              <a:defRPr sz="2250" b="0">
                <a:solidFill>
                  <a:schemeClr val="tx1"/>
                </a:solidFill>
                <a:latin typeface="+mn-lt"/>
                <a:ea typeface="+mn-lt"/>
                <a:cs typeface="+mn-lt"/>
              </a:defRPr>
            </a:lvl8pPr>
            <a:lvl9pPr marL="2667000" indent="-228600" algn="l">
              <a:lnSpc>
                <a:spcPct val="110000"/>
              </a:lnSpc>
              <a:spcBef>
                <a:spcPts val="0"/>
              </a:spcBef>
              <a:spcAft>
                <a:spcPts val="1200"/>
              </a:spcAft>
              <a:buChar char="•"/>
              <a:defRPr sz="2250" b="0">
                <a:solidFill>
                  <a:schemeClr val="tx1"/>
                </a:solidFill>
                <a:latin typeface="+mn-lt"/>
                <a:ea typeface="+mn-lt"/>
                <a:cs typeface="+mn-lt"/>
              </a:defRPr>
            </a:lvl9pPr>
          </a:lstStyle>
          <a:p xmlns:a="http://schemas.openxmlformats.org/drawingml/2006/main"/>
        </p:txBody>
      </p:sp>
    </p:spTree>
  </p:cSld>
</p:sldLayout>
</file>

<file path=ppt/main_figures/Fig7/ppt/slideLayouts/slideLayout4.xml><?xml version="1.0" encoding="utf-8"?>
<p:sldLayout xmlns:p="http://schemas.openxmlformats.org/presentationml/2006/main">
  <p:cSld name="Title and Two Column">
    <p:spTree>
      <p:nvGrpSpPr>
        <p:cNvPr id="1" name=""/>
        <p:cNvGrpSpPr/>
        <p:nvPr/>
      </p:nvGrpSpPr>
      <p:grpSpPr>
        <a:xfrm xmlns:a="http://schemas.openxmlformats.org/drawingml/2006/main"/>
      </p:grpSpPr>
      <p:sp>
        <p:nvSpPr>
          <p:cNvPr id="4" name="Title">
            <a:extLst xmlns:a="http://schemas.openxmlformats.org/drawingml/2006/main">
              <a:ext uri="{FF2B5EF4-FFF2-40B4-BE49-F238E27FC236}">
                <a16:creationId xmlns:a16="http://schemas.microsoft.com/office/drawing/2014/main" id="{97079DB9-DDEF-4A49-A863-86D98956F98F}"/>
              </a:ext>
            </a:extLst>
          </p:cNvPr>
          <p:cNvSpPr>
            <a:spLocks xmlns:a="http://schemas.openxmlformats.org/drawingml/2006/main" noGrp="1"/>
          </p:cNvSpPr>
          <p:nvPr>
            <p:ph type="title" idx="0"/>
          </p:nvPr>
        </p:nvSpPr>
        <p:spPr>
          <a:xfrm xmlns:a="http://schemas.openxmlformats.org/drawingml/2006/main">
            <a:off x="685800" y="763058"/>
            <a:ext cx="10820400" cy="1199092"/>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3300" b="1">
                <a:solidFill>
                  <a:schemeClr val="tx1"/>
                </a:solidFill>
                <a:latin typeface="+mj-lt"/>
                <a:ea typeface="+mj-lt"/>
                <a:cs typeface="+mj-lt"/>
              </a:defRPr>
            </a:defPPr>
            <a:lvl1pPr marL="0" indent="0" algn="l">
              <a:lnSpc>
                <a:spcPct val="110000"/>
              </a:lnSpc>
              <a:spcBef>
                <a:spcPts val="0"/>
              </a:spcBef>
              <a:spcAft>
                <a:spcPts val="0"/>
              </a:spcAft>
              <a:buNone/>
              <a:defRPr sz="3300" b="1">
                <a:solidFill>
                  <a:schemeClr val="tx1"/>
                </a:solidFill>
                <a:latin typeface="+mj-lt"/>
                <a:ea typeface="+mj-lt"/>
                <a:cs typeface="+mj-lt"/>
              </a:defRPr>
            </a:lvl1pPr>
            <a:lvl2pPr marL="0" indent="0" algn="l">
              <a:lnSpc>
                <a:spcPct val="110000"/>
              </a:lnSpc>
              <a:spcBef>
                <a:spcPts val="0"/>
              </a:spcBef>
              <a:spcAft>
                <a:spcPts val="0"/>
              </a:spcAft>
              <a:buNone/>
              <a:defRPr sz="3300" b="1">
                <a:solidFill>
                  <a:schemeClr val="tx1"/>
                </a:solidFill>
                <a:latin typeface="+mj-lt"/>
                <a:ea typeface="+mj-lt"/>
                <a:cs typeface="+mj-lt"/>
              </a:defRPr>
            </a:lvl2pPr>
            <a:lvl3pPr marL="0" indent="0" algn="l">
              <a:lnSpc>
                <a:spcPct val="110000"/>
              </a:lnSpc>
              <a:spcBef>
                <a:spcPts val="0"/>
              </a:spcBef>
              <a:spcAft>
                <a:spcPts val="0"/>
              </a:spcAft>
              <a:buNone/>
              <a:defRPr sz="3300" b="1">
                <a:solidFill>
                  <a:schemeClr val="tx1"/>
                </a:solidFill>
                <a:latin typeface="+mj-lt"/>
                <a:ea typeface="+mj-lt"/>
                <a:cs typeface="+mj-lt"/>
              </a:defRPr>
            </a:lvl3pPr>
            <a:lvl4pPr marL="0" indent="0" algn="l">
              <a:lnSpc>
                <a:spcPct val="110000"/>
              </a:lnSpc>
              <a:spcBef>
                <a:spcPts val="0"/>
              </a:spcBef>
              <a:spcAft>
                <a:spcPts val="0"/>
              </a:spcAft>
              <a:buNone/>
              <a:defRPr sz="3300" b="1">
                <a:solidFill>
                  <a:schemeClr val="tx1"/>
                </a:solidFill>
                <a:latin typeface="+mj-lt"/>
                <a:ea typeface="+mj-lt"/>
                <a:cs typeface="+mj-lt"/>
              </a:defRPr>
            </a:lvl4pPr>
            <a:lvl5pPr marL="0" indent="0" algn="l">
              <a:lnSpc>
                <a:spcPct val="110000"/>
              </a:lnSpc>
              <a:spcBef>
                <a:spcPts val="0"/>
              </a:spcBef>
              <a:spcAft>
                <a:spcPts val="0"/>
              </a:spcAft>
              <a:buNone/>
              <a:defRPr sz="3300" b="1">
                <a:solidFill>
                  <a:schemeClr val="tx1"/>
                </a:solidFill>
                <a:latin typeface="+mj-lt"/>
                <a:ea typeface="+mj-lt"/>
                <a:cs typeface="+mj-lt"/>
              </a:defRPr>
            </a:lvl5pPr>
            <a:lvl6pPr marL="0" indent="0" algn="l">
              <a:lnSpc>
                <a:spcPct val="110000"/>
              </a:lnSpc>
              <a:spcBef>
                <a:spcPts val="0"/>
              </a:spcBef>
              <a:spcAft>
                <a:spcPts val="0"/>
              </a:spcAft>
              <a:buNone/>
              <a:defRPr sz="3300" b="1">
                <a:solidFill>
                  <a:schemeClr val="tx1"/>
                </a:solidFill>
                <a:latin typeface="+mj-lt"/>
                <a:ea typeface="+mj-lt"/>
                <a:cs typeface="+mj-lt"/>
              </a:defRPr>
            </a:lvl6pPr>
            <a:lvl7pPr marL="0" indent="0" algn="l">
              <a:lnSpc>
                <a:spcPct val="110000"/>
              </a:lnSpc>
              <a:spcBef>
                <a:spcPts val="0"/>
              </a:spcBef>
              <a:spcAft>
                <a:spcPts val="0"/>
              </a:spcAft>
              <a:buNone/>
              <a:defRPr sz="3300" b="1">
                <a:solidFill>
                  <a:schemeClr val="tx1"/>
                </a:solidFill>
                <a:latin typeface="+mj-lt"/>
                <a:ea typeface="+mj-lt"/>
                <a:cs typeface="+mj-lt"/>
              </a:defRPr>
            </a:lvl7pPr>
            <a:lvl8pPr marL="0" indent="0" algn="l">
              <a:lnSpc>
                <a:spcPct val="110000"/>
              </a:lnSpc>
              <a:spcBef>
                <a:spcPts val="0"/>
              </a:spcBef>
              <a:spcAft>
                <a:spcPts val="0"/>
              </a:spcAft>
              <a:buNone/>
              <a:defRPr sz="3300" b="1">
                <a:solidFill>
                  <a:schemeClr val="tx1"/>
                </a:solidFill>
                <a:latin typeface="+mj-lt"/>
                <a:ea typeface="+mj-lt"/>
                <a:cs typeface="+mj-lt"/>
              </a:defRPr>
            </a:lvl8pPr>
            <a:lvl9pPr marL="0" indent="0" algn="l">
              <a:lnSpc>
                <a:spcPct val="110000"/>
              </a:lnSpc>
              <a:spcBef>
                <a:spcPts val="0"/>
              </a:spcBef>
              <a:spcAft>
                <a:spcPts val="0"/>
              </a:spcAft>
              <a:buNone/>
              <a:defRPr sz="3300" b="1">
                <a:solidFill>
                  <a:schemeClr val="tx1"/>
                </a:solidFill>
                <a:latin typeface="+mj-lt"/>
                <a:ea typeface="+mj-lt"/>
                <a:cs typeface="+mj-lt"/>
              </a:defRPr>
            </a:lvl9pPr>
          </a:lstStyle>
          <a:p xmlns:a="http://schemas.openxmlformats.org/drawingml/2006/main"/>
        </p:txBody>
      </p:sp>
      <p:sp>
        <p:nvSpPr>
          <p:cNvPr id="2" name="Left column">
            <a:extLst xmlns:a="http://schemas.openxmlformats.org/drawingml/2006/main">
              <a:ext uri="{FF2B5EF4-FFF2-40B4-BE49-F238E27FC236}">
                <a16:creationId xmlns:a16="http://schemas.microsoft.com/office/drawing/2014/main" id="{EFF98914-DDDF-44FD-B7DB-781585D46C62}"/>
              </a:ext>
            </a:extLst>
          </p:cNvPr>
          <p:cNvSpPr>
            <a:spLocks xmlns:a="http://schemas.openxmlformats.org/drawingml/2006/main" noGrp="1"/>
          </p:cNvSpPr>
          <p:nvPr>
            <p:ph type="body" idx="1"/>
          </p:nvPr>
        </p:nvSpPr>
        <p:spPr>
          <a:xfrm xmlns:a="http://schemas.openxmlformats.org/drawingml/2006/main">
            <a:off x="685800" y="2725208"/>
            <a:ext cx="5029200" cy="61044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100" b="0">
                <a:solidFill>
                  <a:schemeClr val="tx1"/>
                </a:solidFill>
                <a:latin typeface="+mn-lt"/>
                <a:ea typeface="+mn-lt"/>
                <a:cs typeface="+mn-lt"/>
              </a:defRPr>
            </a:defPPr>
            <a:lvl1pPr marL="228600" indent="-228600" algn="l">
              <a:lnSpc>
                <a:spcPct val="110000"/>
              </a:lnSpc>
              <a:spcBef>
                <a:spcPts val="0"/>
              </a:spcBef>
              <a:spcAft>
                <a:spcPts val="1200"/>
              </a:spcAft>
              <a:buChar char="•"/>
              <a:defRPr sz="2100" b="0">
                <a:solidFill>
                  <a:schemeClr val="tx1"/>
                </a:solidFill>
                <a:latin typeface="+mn-lt"/>
                <a:ea typeface="+mn-lt"/>
                <a:cs typeface="+mn-lt"/>
              </a:defRPr>
            </a:lvl1pPr>
            <a:lvl2pPr marL="533400" indent="-228600" algn="l">
              <a:lnSpc>
                <a:spcPct val="110000"/>
              </a:lnSpc>
              <a:spcBef>
                <a:spcPts val="0"/>
              </a:spcBef>
              <a:spcAft>
                <a:spcPts val="1200"/>
              </a:spcAft>
              <a:buChar char="•"/>
              <a:defRPr sz="2100" b="0">
                <a:solidFill>
                  <a:schemeClr val="tx1"/>
                </a:solidFill>
                <a:latin typeface="+mn-lt"/>
                <a:ea typeface="+mn-lt"/>
                <a:cs typeface="+mn-lt"/>
              </a:defRPr>
            </a:lvl2pPr>
            <a:lvl3pPr marL="838200" indent="-228600" algn="l">
              <a:lnSpc>
                <a:spcPct val="110000"/>
              </a:lnSpc>
              <a:spcBef>
                <a:spcPts val="0"/>
              </a:spcBef>
              <a:spcAft>
                <a:spcPts val="1200"/>
              </a:spcAft>
              <a:buChar char="•"/>
              <a:defRPr sz="2100" b="0">
                <a:solidFill>
                  <a:schemeClr val="tx1"/>
                </a:solidFill>
                <a:latin typeface="+mn-lt"/>
                <a:ea typeface="+mn-lt"/>
                <a:cs typeface="+mn-lt"/>
              </a:defRPr>
            </a:lvl3pPr>
            <a:lvl4pPr marL="1143000" indent="-228600" algn="l">
              <a:lnSpc>
                <a:spcPct val="110000"/>
              </a:lnSpc>
              <a:spcBef>
                <a:spcPts val="0"/>
              </a:spcBef>
              <a:spcAft>
                <a:spcPts val="1200"/>
              </a:spcAft>
              <a:buChar char="•"/>
              <a:defRPr sz="2100" b="0">
                <a:solidFill>
                  <a:schemeClr val="tx1"/>
                </a:solidFill>
                <a:latin typeface="+mn-lt"/>
                <a:ea typeface="+mn-lt"/>
                <a:cs typeface="+mn-lt"/>
              </a:defRPr>
            </a:lvl4pPr>
            <a:lvl5pPr marL="1447800" indent="-228600" algn="l">
              <a:lnSpc>
                <a:spcPct val="110000"/>
              </a:lnSpc>
              <a:spcBef>
                <a:spcPts val="0"/>
              </a:spcBef>
              <a:spcAft>
                <a:spcPts val="1200"/>
              </a:spcAft>
              <a:buChar char="•"/>
              <a:defRPr sz="2100" b="0">
                <a:solidFill>
                  <a:schemeClr val="tx1"/>
                </a:solidFill>
                <a:latin typeface="+mn-lt"/>
                <a:ea typeface="+mn-lt"/>
                <a:cs typeface="+mn-lt"/>
              </a:defRPr>
            </a:lvl5pPr>
            <a:lvl6pPr marL="1752600" indent="-228600" algn="l">
              <a:lnSpc>
                <a:spcPct val="110000"/>
              </a:lnSpc>
              <a:spcBef>
                <a:spcPts val="0"/>
              </a:spcBef>
              <a:spcAft>
                <a:spcPts val="1200"/>
              </a:spcAft>
              <a:buChar char="•"/>
              <a:defRPr sz="2100" b="0">
                <a:solidFill>
                  <a:schemeClr val="tx1"/>
                </a:solidFill>
                <a:latin typeface="+mn-lt"/>
                <a:ea typeface="+mn-lt"/>
                <a:cs typeface="+mn-lt"/>
              </a:defRPr>
            </a:lvl6pPr>
            <a:lvl7pPr marL="2057400" indent="-228600" algn="l">
              <a:lnSpc>
                <a:spcPct val="110000"/>
              </a:lnSpc>
              <a:spcBef>
                <a:spcPts val="0"/>
              </a:spcBef>
              <a:spcAft>
                <a:spcPts val="1200"/>
              </a:spcAft>
              <a:buChar char="•"/>
              <a:defRPr sz="2100" b="0">
                <a:solidFill>
                  <a:schemeClr val="tx1"/>
                </a:solidFill>
                <a:latin typeface="+mn-lt"/>
                <a:ea typeface="+mn-lt"/>
                <a:cs typeface="+mn-lt"/>
              </a:defRPr>
            </a:lvl7pPr>
            <a:lvl8pPr marL="2362200" indent="-228600" algn="l">
              <a:lnSpc>
                <a:spcPct val="110000"/>
              </a:lnSpc>
              <a:spcBef>
                <a:spcPts val="0"/>
              </a:spcBef>
              <a:spcAft>
                <a:spcPts val="1200"/>
              </a:spcAft>
              <a:buChar char="•"/>
              <a:defRPr sz="2100" b="0">
                <a:solidFill>
                  <a:schemeClr val="tx1"/>
                </a:solidFill>
                <a:latin typeface="+mn-lt"/>
                <a:ea typeface="+mn-lt"/>
                <a:cs typeface="+mn-lt"/>
              </a:defRPr>
            </a:lvl8pPr>
            <a:lvl9pPr marL="2667000" indent="-228600" algn="l">
              <a:lnSpc>
                <a:spcPct val="110000"/>
              </a:lnSpc>
              <a:spcBef>
                <a:spcPts val="0"/>
              </a:spcBef>
              <a:spcAft>
                <a:spcPts val="1200"/>
              </a:spcAft>
              <a:buChar char="•"/>
              <a:defRPr sz="2100" b="0">
                <a:solidFill>
                  <a:schemeClr val="tx1"/>
                </a:solidFill>
                <a:latin typeface="+mn-lt"/>
                <a:ea typeface="+mn-lt"/>
                <a:cs typeface="+mn-lt"/>
              </a:defRPr>
            </a:lvl9pPr>
          </a:lstStyle>
          <a:p xmlns:a="http://schemas.openxmlformats.org/drawingml/2006/main"/>
        </p:txBody>
      </p:sp>
      <p:sp>
        <p:nvSpPr>
          <p:cNvPr id="3" name="Right column">
            <a:extLst xmlns:a="http://schemas.openxmlformats.org/drawingml/2006/main">
              <a:ext uri="{FF2B5EF4-FFF2-40B4-BE49-F238E27FC236}">
                <a16:creationId xmlns:a16="http://schemas.microsoft.com/office/drawing/2014/main" id="{5CA7C2E1-686A-4122-8321-F2997AAE7955}"/>
              </a:ext>
            </a:extLst>
          </p:cNvPr>
          <p:cNvSpPr>
            <a:spLocks xmlns:a="http://schemas.openxmlformats.org/drawingml/2006/main" noGrp="1"/>
          </p:cNvSpPr>
          <p:nvPr>
            <p:ph type="body" idx="2"/>
          </p:nvPr>
        </p:nvSpPr>
        <p:spPr>
          <a:xfrm xmlns:a="http://schemas.openxmlformats.org/drawingml/2006/main">
            <a:off x="6477000" y="2725208"/>
            <a:ext cx="5029200" cy="61044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100" b="0">
                <a:solidFill>
                  <a:schemeClr val="tx1"/>
                </a:solidFill>
                <a:latin typeface="+mn-lt"/>
                <a:ea typeface="+mn-lt"/>
                <a:cs typeface="+mn-lt"/>
              </a:defRPr>
            </a:defPPr>
            <a:lvl1pPr marL="228600" indent="-228600" algn="l">
              <a:lnSpc>
                <a:spcPct val="110000"/>
              </a:lnSpc>
              <a:spcBef>
                <a:spcPts val="0"/>
              </a:spcBef>
              <a:spcAft>
                <a:spcPts val="1200"/>
              </a:spcAft>
              <a:buChar char="•"/>
              <a:defRPr sz="2100" b="0">
                <a:solidFill>
                  <a:schemeClr val="tx1"/>
                </a:solidFill>
                <a:latin typeface="+mn-lt"/>
                <a:ea typeface="+mn-lt"/>
                <a:cs typeface="+mn-lt"/>
              </a:defRPr>
            </a:lvl1pPr>
            <a:lvl2pPr marL="533400" indent="-228600" algn="l">
              <a:lnSpc>
                <a:spcPct val="110000"/>
              </a:lnSpc>
              <a:spcBef>
                <a:spcPts val="0"/>
              </a:spcBef>
              <a:spcAft>
                <a:spcPts val="1200"/>
              </a:spcAft>
              <a:buChar char="•"/>
              <a:defRPr sz="2100" b="0">
                <a:solidFill>
                  <a:schemeClr val="tx1"/>
                </a:solidFill>
                <a:latin typeface="+mn-lt"/>
                <a:ea typeface="+mn-lt"/>
                <a:cs typeface="+mn-lt"/>
              </a:defRPr>
            </a:lvl2pPr>
            <a:lvl3pPr marL="838200" indent="-228600" algn="l">
              <a:lnSpc>
                <a:spcPct val="110000"/>
              </a:lnSpc>
              <a:spcBef>
                <a:spcPts val="0"/>
              </a:spcBef>
              <a:spcAft>
                <a:spcPts val="1200"/>
              </a:spcAft>
              <a:buChar char="•"/>
              <a:defRPr sz="2100" b="0">
                <a:solidFill>
                  <a:schemeClr val="tx1"/>
                </a:solidFill>
                <a:latin typeface="+mn-lt"/>
                <a:ea typeface="+mn-lt"/>
                <a:cs typeface="+mn-lt"/>
              </a:defRPr>
            </a:lvl3pPr>
            <a:lvl4pPr marL="1143000" indent="-228600" algn="l">
              <a:lnSpc>
                <a:spcPct val="110000"/>
              </a:lnSpc>
              <a:spcBef>
                <a:spcPts val="0"/>
              </a:spcBef>
              <a:spcAft>
                <a:spcPts val="1200"/>
              </a:spcAft>
              <a:buChar char="•"/>
              <a:defRPr sz="2100" b="0">
                <a:solidFill>
                  <a:schemeClr val="tx1"/>
                </a:solidFill>
                <a:latin typeface="+mn-lt"/>
                <a:ea typeface="+mn-lt"/>
                <a:cs typeface="+mn-lt"/>
              </a:defRPr>
            </a:lvl4pPr>
            <a:lvl5pPr marL="1447800" indent="-228600" algn="l">
              <a:lnSpc>
                <a:spcPct val="110000"/>
              </a:lnSpc>
              <a:spcBef>
                <a:spcPts val="0"/>
              </a:spcBef>
              <a:spcAft>
                <a:spcPts val="1200"/>
              </a:spcAft>
              <a:buChar char="•"/>
              <a:defRPr sz="2100" b="0">
                <a:solidFill>
                  <a:schemeClr val="tx1"/>
                </a:solidFill>
                <a:latin typeface="+mn-lt"/>
                <a:ea typeface="+mn-lt"/>
                <a:cs typeface="+mn-lt"/>
              </a:defRPr>
            </a:lvl5pPr>
            <a:lvl6pPr marL="1752600" indent="-228600" algn="l">
              <a:lnSpc>
                <a:spcPct val="110000"/>
              </a:lnSpc>
              <a:spcBef>
                <a:spcPts val="0"/>
              </a:spcBef>
              <a:spcAft>
                <a:spcPts val="1200"/>
              </a:spcAft>
              <a:buChar char="•"/>
              <a:defRPr sz="2100" b="0">
                <a:solidFill>
                  <a:schemeClr val="tx1"/>
                </a:solidFill>
                <a:latin typeface="+mn-lt"/>
                <a:ea typeface="+mn-lt"/>
                <a:cs typeface="+mn-lt"/>
              </a:defRPr>
            </a:lvl6pPr>
            <a:lvl7pPr marL="2057400" indent="-228600" algn="l">
              <a:lnSpc>
                <a:spcPct val="110000"/>
              </a:lnSpc>
              <a:spcBef>
                <a:spcPts val="0"/>
              </a:spcBef>
              <a:spcAft>
                <a:spcPts val="1200"/>
              </a:spcAft>
              <a:buChar char="•"/>
              <a:defRPr sz="2100" b="0">
                <a:solidFill>
                  <a:schemeClr val="tx1"/>
                </a:solidFill>
                <a:latin typeface="+mn-lt"/>
                <a:ea typeface="+mn-lt"/>
                <a:cs typeface="+mn-lt"/>
              </a:defRPr>
            </a:lvl7pPr>
            <a:lvl8pPr marL="2362200" indent="-228600" algn="l">
              <a:lnSpc>
                <a:spcPct val="110000"/>
              </a:lnSpc>
              <a:spcBef>
                <a:spcPts val="0"/>
              </a:spcBef>
              <a:spcAft>
                <a:spcPts val="1200"/>
              </a:spcAft>
              <a:buChar char="•"/>
              <a:defRPr sz="2100" b="0">
                <a:solidFill>
                  <a:schemeClr val="tx1"/>
                </a:solidFill>
                <a:latin typeface="+mn-lt"/>
                <a:ea typeface="+mn-lt"/>
                <a:cs typeface="+mn-lt"/>
              </a:defRPr>
            </a:lvl8pPr>
            <a:lvl9pPr marL="2667000" indent="-228600" algn="l">
              <a:lnSpc>
                <a:spcPct val="110000"/>
              </a:lnSpc>
              <a:spcBef>
                <a:spcPts val="0"/>
              </a:spcBef>
              <a:spcAft>
                <a:spcPts val="1200"/>
              </a:spcAft>
              <a:buChar char="•"/>
              <a:defRPr sz="2100" b="0">
                <a:solidFill>
                  <a:schemeClr val="tx1"/>
                </a:solidFill>
                <a:latin typeface="+mn-lt"/>
                <a:ea typeface="+mn-lt"/>
                <a:cs typeface="+mn-lt"/>
              </a:defRPr>
            </a:lvl9pPr>
          </a:lstStyle>
          <a:p xmlns:a="http://schemas.openxmlformats.org/drawingml/2006/main"/>
        </p:txBody>
      </p:sp>
    </p:spTree>
  </p:cSld>
</p:sldLayout>
</file>

<file path=ppt/main_figures/Fig7/ppt/slideLayouts/slideLayout5.xml><?xml version="1.0" encoding="utf-8"?>
<p:sldLayout xmlns:p="http://schemas.openxmlformats.org/presentationml/2006/main">
  <p:cSld name="Title and One Column">
    <p:spTree>
      <p:nvGrpSpPr>
        <p:cNvPr id="1" name=""/>
        <p:cNvGrpSpPr/>
        <p:nvPr/>
      </p:nvGrpSpPr>
      <p:grpSpPr>
        <a:xfrm xmlns:a="http://schemas.openxmlformats.org/drawingml/2006/main"/>
      </p:grpSpPr>
      <p:sp>
        <p:nvSpPr>
          <p:cNvPr id="3" name="Title">
            <a:extLst xmlns:a="http://schemas.openxmlformats.org/drawingml/2006/main">
              <a:ext uri="{FF2B5EF4-FFF2-40B4-BE49-F238E27FC236}">
                <a16:creationId xmlns:a16="http://schemas.microsoft.com/office/drawing/2014/main" id="{A1D8ECA7-0FA7-488A-BD69-69E41B36D491}"/>
              </a:ext>
            </a:extLst>
          </p:cNvPr>
          <p:cNvSpPr>
            <a:spLocks xmlns:a="http://schemas.openxmlformats.org/drawingml/2006/main" noGrp="1"/>
          </p:cNvSpPr>
          <p:nvPr>
            <p:ph type="title" idx="0"/>
          </p:nvPr>
        </p:nvSpPr>
        <p:spPr>
          <a:xfrm xmlns:a="http://schemas.openxmlformats.org/drawingml/2006/main">
            <a:off x="685800" y="763058"/>
            <a:ext cx="10820400" cy="1199092"/>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3300" b="1">
                <a:solidFill>
                  <a:schemeClr val="tx1"/>
                </a:solidFill>
                <a:latin typeface="+mj-lt"/>
                <a:ea typeface="+mj-lt"/>
                <a:cs typeface="+mj-lt"/>
              </a:defRPr>
            </a:defPPr>
            <a:lvl1pPr marL="0" indent="0" algn="l">
              <a:lnSpc>
                <a:spcPct val="110000"/>
              </a:lnSpc>
              <a:spcBef>
                <a:spcPts val="0"/>
              </a:spcBef>
              <a:spcAft>
                <a:spcPts val="0"/>
              </a:spcAft>
              <a:buNone/>
              <a:defRPr sz="3300" b="1">
                <a:solidFill>
                  <a:schemeClr val="tx1"/>
                </a:solidFill>
                <a:latin typeface="+mj-lt"/>
                <a:ea typeface="+mj-lt"/>
                <a:cs typeface="+mj-lt"/>
              </a:defRPr>
            </a:lvl1pPr>
            <a:lvl2pPr marL="0" indent="0" algn="l">
              <a:lnSpc>
                <a:spcPct val="110000"/>
              </a:lnSpc>
              <a:spcBef>
                <a:spcPts val="0"/>
              </a:spcBef>
              <a:spcAft>
                <a:spcPts val="0"/>
              </a:spcAft>
              <a:buNone/>
              <a:defRPr sz="3300" b="1">
                <a:solidFill>
                  <a:schemeClr val="tx1"/>
                </a:solidFill>
                <a:latin typeface="+mj-lt"/>
                <a:ea typeface="+mj-lt"/>
                <a:cs typeface="+mj-lt"/>
              </a:defRPr>
            </a:lvl2pPr>
            <a:lvl3pPr marL="0" indent="0" algn="l">
              <a:lnSpc>
                <a:spcPct val="110000"/>
              </a:lnSpc>
              <a:spcBef>
                <a:spcPts val="0"/>
              </a:spcBef>
              <a:spcAft>
                <a:spcPts val="0"/>
              </a:spcAft>
              <a:buNone/>
              <a:defRPr sz="3300" b="1">
                <a:solidFill>
                  <a:schemeClr val="tx1"/>
                </a:solidFill>
                <a:latin typeface="+mj-lt"/>
                <a:ea typeface="+mj-lt"/>
                <a:cs typeface="+mj-lt"/>
              </a:defRPr>
            </a:lvl3pPr>
            <a:lvl4pPr marL="0" indent="0" algn="l">
              <a:lnSpc>
                <a:spcPct val="110000"/>
              </a:lnSpc>
              <a:spcBef>
                <a:spcPts val="0"/>
              </a:spcBef>
              <a:spcAft>
                <a:spcPts val="0"/>
              </a:spcAft>
              <a:buNone/>
              <a:defRPr sz="3300" b="1">
                <a:solidFill>
                  <a:schemeClr val="tx1"/>
                </a:solidFill>
                <a:latin typeface="+mj-lt"/>
                <a:ea typeface="+mj-lt"/>
                <a:cs typeface="+mj-lt"/>
              </a:defRPr>
            </a:lvl4pPr>
            <a:lvl5pPr marL="0" indent="0" algn="l">
              <a:lnSpc>
                <a:spcPct val="110000"/>
              </a:lnSpc>
              <a:spcBef>
                <a:spcPts val="0"/>
              </a:spcBef>
              <a:spcAft>
                <a:spcPts val="0"/>
              </a:spcAft>
              <a:buNone/>
              <a:defRPr sz="3300" b="1">
                <a:solidFill>
                  <a:schemeClr val="tx1"/>
                </a:solidFill>
                <a:latin typeface="+mj-lt"/>
                <a:ea typeface="+mj-lt"/>
                <a:cs typeface="+mj-lt"/>
              </a:defRPr>
            </a:lvl5pPr>
            <a:lvl6pPr marL="0" indent="0" algn="l">
              <a:lnSpc>
                <a:spcPct val="110000"/>
              </a:lnSpc>
              <a:spcBef>
                <a:spcPts val="0"/>
              </a:spcBef>
              <a:spcAft>
                <a:spcPts val="0"/>
              </a:spcAft>
              <a:buNone/>
              <a:defRPr sz="3300" b="1">
                <a:solidFill>
                  <a:schemeClr val="tx1"/>
                </a:solidFill>
                <a:latin typeface="+mj-lt"/>
                <a:ea typeface="+mj-lt"/>
                <a:cs typeface="+mj-lt"/>
              </a:defRPr>
            </a:lvl6pPr>
            <a:lvl7pPr marL="0" indent="0" algn="l">
              <a:lnSpc>
                <a:spcPct val="110000"/>
              </a:lnSpc>
              <a:spcBef>
                <a:spcPts val="0"/>
              </a:spcBef>
              <a:spcAft>
                <a:spcPts val="0"/>
              </a:spcAft>
              <a:buNone/>
              <a:defRPr sz="3300" b="1">
                <a:solidFill>
                  <a:schemeClr val="tx1"/>
                </a:solidFill>
                <a:latin typeface="+mj-lt"/>
                <a:ea typeface="+mj-lt"/>
                <a:cs typeface="+mj-lt"/>
              </a:defRPr>
            </a:lvl7pPr>
            <a:lvl8pPr marL="0" indent="0" algn="l">
              <a:lnSpc>
                <a:spcPct val="110000"/>
              </a:lnSpc>
              <a:spcBef>
                <a:spcPts val="0"/>
              </a:spcBef>
              <a:spcAft>
                <a:spcPts val="0"/>
              </a:spcAft>
              <a:buNone/>
              <a:defRPr sz="3300" b="1">
                <a:solidFill>
                  <a:schemeClr val="tx1"/>
                </a:solidFill>
                <a:latin typeface="+mj-lt"/>
                <a:ea typeface="+mj-lt"/>
                <a:cs typeface="+mj-lt"/>
              </a:defRPr>
            </a:lvl8pPr>
            <a:lvl9pPr marL="0" indent="0" algn="l">
              <a:lnSpc>
                <a:spcPct val="110000"/>
              </a:lnSpc>
              <a:spcBef>
                <a:spcPts val="0"/>
              </a:spcBef>
              <a:spcAft>
                <a:spcPts val="0"/>
              </a:spcAft>
              <a:buNone/>
              <a:defRPr sz="3300" b="1">
                <a:solidFill>
                  <a:schemeClr val="tx1"/>
                </a:solidFill>
                <a:latin typeface="+mj-lt"/>
                <a:ea typeface="+mj-lt"/>
                <a:cs typeface="+mj-lt"/>
              </a:defRPr>
            </a:lvl9pPr>
          </a:lstStyle>
          <a:p xmlns:a="http://schemas.openxmlformats.org/drawingml/2006/main"/>
        </p:txBody>
      </p:sp>
      <p:sp>
        <p:nvSpPr>
          <p:cNvPr id="2" name="Left column">
            <a:extLst xmlns:a="http://schemas.openxmlformats.org/drawingml/2006/main">
              <a:ext uri="{FF2B5EF4-FFF2-40B4-BE49-F238E27FC236}">
                <a16:creationId xmlns:a16="http://schemas.microsoft.com/office/drawing/2014/main" id="{9A9C37BA-D961-47DE-BE9E-BE2FB3892445}"/>
              </a:ext>
            </a:extLst>
          </p:cNvPr>
          <p:cNvSpPr>
            <a:spLocks xmlns:a="http://schemas.openxmlformats.org/drawingml/2006/main" noGrp="1"/>
          </p:cNvSpPr>
          <p:nvPr>
            <p:ph type="body" idx="1"/>
          </p:nvPr>
        </p:nvSpPr>
        <p:spPr>
          <a:xfrm xmlns:a="http://schemas.openxmlformats.org/drawingml/2006/main">
            <a:off x="685800" y="2725208"/>
            <a:ext cx="5029200" cy="61044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250" b="0">
                <a:solidFill>
                  <a:schemeClr val="tx1"/>
                </a:solidFill>
                <a:latin typeface="+mn-lt"/>
                <a:ea typeface="+mn-lt"/>
                <a:cs typeface="+mn-lt"/>
              </a:defRPr>
            </a:defPPr>
            <a:lvl1pPr marL="228600" indent="-228600" algn="l">
              <a:lnSpc>
                <a:spcPct val="110000"/>
              </a:lnSpc>
              <a:spcBef>
                <a:spcPts val="0"/>
              </a:spcBef>
              <a:spcAft>
                <a:spcPts val="1200"/>
              </a:spcAft>
              <a:buChar char="•"/>
              <a:defRPr sz="2250" b="0">
                <a:solidFill>
                  <a:schemeClr val="tx1"/>
                </a:solidFill>
                <a:latin typeface="+mn-lt"/>
                <a:ea typeface="+mn-lt"/>
                <a:cs typeface="+mn-lt"/>
              </a:defRPr>
            </a:lvl1pPr>
            <a:lvl2pPr marL="533400" indent="-228600" algn="l">
              <a:lnSpc>
                <a:spcPct val="110000"/>
              </a:lnSpc>
              <a:spcBef>
                <a:spcPts val="0"/>
              </a:spcBef>
              <a:spcAft>
                <a:spcPts val="1200"/>
              </a:spcAft>
              <a:buChar char="•"/>
              <a:defRPr sz="2250" b="0">
                <a:solidFill>
                  <a:schemeClr val="tx1"/>
                </a:solidFill>
                <a:latin typeface="+mn-lt"/>
                <a:ea typeface="+mn-lt"/>
                <a:cs typeface="+mn-lt"/>
              </a:defRPr>
            </a:lvl2pPr>
            <a:lvl3pPr marL="838200" indent="-228600" algn="l">
              <a:lnSpc>
                <a:spcPct val="110000"/>
              </a:lnSpc>
              <a:spcBef>
                <a:spcPts val="0"/>
              </a:spcBef>
              <a:spcAft>
                <a:spcPts val="1200"/>
              </a:spcAft>
              <a:buChar char="•"/>
              <a:defRPr sz="2250" b="0">
                <a:solidFill>
                  <a:schemeClr val="tx1"/>
                </a:solidFill>
                <a:latin typeface="+mn-lt"/>
                <a:ea typeface="+mn-lt"/>
                <a:cs typeface="+mn-lt"/>
              </a:defRPr>
            </a:lvl3pPr>
            <a:lvl4pPr marL="1143000" indent="-228600" algn="l">
              <a:lnSpc>
                <a:spcPct val="110000"/>
              </a:lnSpc>
              <a:spcBef>
                <a:spcPts val="0"/>
              </a:spcBef>
              <a:spcAft>
                <a:spcPts val="1200"/>
              </a:spcAft>
              <a:buChar char="•"/>
              <a:defRPr sz="2250" b="0">
                <a:solidFill>
                  <a:schemeClr val="tx1"/>
                </a:solidFill>
                <a:latin typeface="+mn-lt"/>
                <a:ea typeface="+mn-lt"/>
                <a:cs typeface="+mn-lt"/>
              </a:defRPr>
            </a:lvl4pPr>
            <a:lvl5pPr marL="1447800" indent="-228600" algn="l">
              <a:lnSpc>
                <a:spcPct val="110000"/>
              </a:lnSpc>
              <a:spcBef>
                <a:spcPts val="0"/>
              </a:spcBef>
              <a:spcAft>
                <a:spcPts val="1200"/>
              </a:spcAft>
              <a:buChar char="•"/>
              <a:defRPr sz="2250" b="0">
                <a:solidFill>
                  <a:schemeClr val="tx1"/>
                </a:solidFill>
                <a:latin typeface="+mn-lt"/>
                <a:ea typeface="+mn-lt"/>
                <a:cs typeface="+mn-lt"/>
              </a:defRPr>
            </a:lvl5pPr>
            <a:lvl6pPr marL="1752600" indent="-228600" algn="l">
              <a:lnSpc>
                <a:spcPct val="110000"/>
              </a:lnSpc>
              <a:spcBef>
                <a:spcPts val="0"/>
              </a:spcBef>
              <a:spcAft>
                <a:spcPts val="1200"/>
              </a:spcAft>
              <a:buChar char="•"/>
              <a:defRPr sz="2250" b="0">
                <a:solidFill>
                  <a:schemeClr val="tx1"/>
                </a:solidFill>
                <a:latin typeface="+mn-lt"/>
                <a:ea typeface="+mn-lt"/>
                <a:cs typeface="+mn-lt"/>
              </a:defRPr>
            </a:lvl6pPr>
            <a:lvl7pPr marL="2057400" indent="-228600" algn="l">
              <a:lnSpc>
                <a:spcPct val="110000"/>
              </a:lnSpc>
              <a:spcBef>
                <a:spcPts val="0"/>
              </a:spcBef>
              <a:spcAft>
                <a:spcPts val="1200"/>
              </a:spcAft>
              <a:buChar char="•"/>
              <a:defRPr sz="2250" b="0">
                <a:solidFill>
                  <a:schemeClr val="tx1"/>
                </a:solidFill>
                <a:latin typeface="+mn-lt"/>
                <a:ea typeface="+mn-lt"/>
                <a:cs typeface="+mn-lt"/>
              </a:defRPr>
            </a:lvl7pPr>
            <a:lvl8pPr marL="2362200" indent="-228600" algn="l">
              <a:lnSpc>
                <a:spcPct val="110000"/>
              </a:lnSpc>
              <a:spcBef>
                <a:spcPts val="0"/>
              </a:spcBef>
              <a:spcAft>
                <a:spcPts val="1200"/>
              </a:spcAft>
              <a:buChar char="•"/>
              <a:defRPr sz="2250" b="0">
                <a:solidFill>
                  <a:schemeClr val="tx1"/>
                </a:solidFill>
                <a:latin typeface="+mn-lt"/>
                <a:ea typeface="+mn-lt"/>
                <a:cs typeface="+mn-lt"/>
              </a:defRPr>
            </a:lvl8pPr>
            <a:lvl9pPr marL="2667000" indent="-228600" algn="l">
              <a:lnSpc>
                <a:spcPct val="110000"/>
              </a:lnSpc>
              <a:spcBef>
                <a:spcPts val="0"/>
              </a:spcBef>
              <a:spcAft>
                <a:spcPts val="1200"/>
              </a:spcAft>
              <a:buChar char="•"/>
              <a:defRPr sz="2250" b="0">
                <a:solidFill>
                  <a:schemeClr val="tx1"/>
                </a:solidFill>
                <a:latin typeface="+mn-lt"/>
                <a:ea typeface="+mn-lt"/>
                <a:cs typeface="+mn-lt"/>
              </a:defRPr>
            </a:lvl9pPr>
          </a:lstStyle>
          <a:p xmlns:a="http://schemas.openxmlformats.org/drawingml/2006/main"/>
        </p:txBody>
      </p:sp>
    </p:spTree>
  </p:cSld>
</p:sldLayout>
</file>

<file path=ppt/main_figures/Fig7/ppt/slideLayouts/slideLayout6.xml><?xml version="1.0" encoding="utf-8"?>
<p:sldLayout xmlns:p="http://schemas.openxmlformats.org/presentationml/2006/main" type="blank">
  <p:cSld name="Blank">
    <p:spTree>
      <p:nvGrpSpPr>
        <p:cNvPr id="1" name=""/>
        <p:cNvGrpSpPr/>
        <p:nvPr/>
      </p:nvGrpSpPr>
      <p:grpSpPr>
        <a:xfrm xmlns:a="http://schemas.openxmlformats.org/drawingml/2006/main"/>
      </p:grpSpPr>
    </p:spTree>
  </p:cSld>
</p:sldLayout>
</file>

<file path=ppt/main_figures/Fig7/ppt/slideMasters/_rels/slideMaster1.xml.rels><?xml version='1.0' encoding='utf-8'?>
<Relationships xmlns="http://schemas.openxmlformats.org/package/2006/relationships"><Relationship Type="http://schemas.openxmlformats.org/officeDocument/2006/relationships/theme" Target="/ppt/main_figures/Fig7/ppt/slideMasters/theme/theme2.xml" Id="R90c4e0f9765b4227" /><Relationship Type="http://schemas.openxmlformats.org/officeDocument/2006/relationships/slideLayout" Target="/ppt/main_figures/Fig7/ppt/slideLayouts/slideLayout1.xml" Id="R316ce632ac794823" /><Relationship Type="http://schemas.openxmlformats.org/officeDocument/2006/relationships/slideLayout" Target="/ppt/main_figures/Fig7/ppt/slideLayouts/slideLayout2.xml" Id="R2beeda93d09b4687" /><Relationship Type="http://schemas.openxmlformats.org/officeDocument/2006/relationships/slideLayout" Target="/ppt/main_figures/Fig7/ppt/slideLayouts/slideLayout3.xml" Id="R0d8360a209464fcf" /><Relationship Type="http://schemas.openxmlformats.org/officeDocument/2006/relationships/slideLayout" Target="/ppt/main_figures/Fig7/ppt/slideLayouts/slideLayout4.xml" Id="Rc3d026e9cf934441" /><Relationship Type="http://schemas.openxmlformats.org/officeDocument/2006/relationships/slideLayout" Target="/ppt/main_figures/Fig7/ppt/slideLayouts/slideLayout5.xml" Id="R2072dde3be93418b" /><Relationship Type="http://schemas.openxmlformats.org/officeDocument/2006/relationships/slideLayout" Target="/ppt/main_figures/Fig7/ppt/slideLayouts/slideLayout6.xml" Id="R726c4ffd76884ff9" /></Relationships>
</file>

<file path=ppt/main_figures/Fig7/ppt/slideMasters/slideMaster1.xml><?xml version="1.0" encoding="utf-8"?>
<p:sldMaster xmlns:p="http://schemas.openxmlformats.org/presentationml/2006/main">
  <p:cSld name="Master">
    <p:bg>
      <p:bgRef idx="1001">
        <a:schemeClr xmlns:a="http://schemas.openxmlformats.org/drawingml/2006/main" val="bg1"/>
      </p:bgRef>
    </p:bg>
    <p:spTree>
      <p:nvGrpSpPr>
        <p:cNvPr id="1" name=""/>
        <p:cNvGrpSpPr/>
        <p:nvPr/>
      </p:nvGrpSpPr>
      <p:grpSpPr>
        <a:xfrm xmlns:a="http://schemas.openxmlformats.org/drawingml/2006/main"/>
      </p:grpSpPr>
    </p:spTree>
  </p:cSld>
  <p:clrMap bg1="lt1" tx1="dk1" bg2="lt2" tx2="dk2" accent1="accent1" accent2="accent2" accent3="accent3" accent4="accent4" accent5="accent5" accent6="accent6" hlink="hlink" folHlink="folHlink"/>
  <p:sldLayoutIdLst>
    <p:sldLayoutId xmlns:r="http://schemas.openxmlformats.org/officeDocument/2006/relationships" id="2147483649" r:id="R316ce632ac794823"/>
    <p:sldLayoutId xmlns:r="http://schemas.openxmlformats.org/officeDocument/2006/relationships" id="2147483650" r:id="R2beeda93d09b4687"/>
    <p:sldLayoutId xmlns:r="http://schemas.openxmlformats.org/officeDocument/2006/relationships" id="2147483651" r:id="R0d8360a209464fcf"/>
    <p:sldLayoutId xmlns:r="http://schemas.openxmlformats.org/officeDocument/2006/relationships" id="2147483652" r:id="Rc3d026e9cf934441"/>
    <p:sldLayoutId xmlns:r="http://schemas.openxmlformats.org/officeDocument/2006/relationships" id="2147483653" r:id="R2072dde3be93418b"/>
    <p:sldLayoutId xmlns:r="http://schemas.openxmlformats.org/officeDocument/2006/relationships" id="2147483654" r:id="R726c4ffd76884ff9"/>
  </p:sldLayoutIdLst>
  <p:txStyles>
    <p:titleStyle>
      <a:lvl1pPr xmlns:a="http://schemas.openxmlformats.org/drawingml/2006/main" algn="l">
        <a:lnSpc>
          <a:spcPct val="90000"/>
        </a:lnSpc>
        <a:spcBef>
          <a:spcPts val="0"/>
        </a:spcBef>
        <a:buNone/>
        <a:defRPr sz="4400">
          <a:solidFill>
            <a:schemeClr val="tx1"/>
          </a:solidFill>
          <a:latin typeface="+mj-lt"/>
          <a:ea typeface="+mj-lt"/>
          <a:cs typeface="+mj-lt"/>
        </a:defRPr>
      </a:lvl1pPr>
    </p:titleStyle>
    <p:bodyStyle>
      <a:lvl1pPr xmlns:a="http://schemas.openxmlformats.org/drawingml/2006/main" marL="228600" indent="-228600" algn="l">
        <a:lnSpc>
          <a:spcPct val="90000"/>
        </a:lnSpc>
        <a:spcBef>
          <a:spcPts val="1000"/>
        </a:spcBef>
        <a:buChar char="•"/>
        <a:defRPr sz="2800">
          <a:solidFill>
            <a:schemeClr val="tx1"/>
          </a:solidFill>
          <a:latin typeface="+mn-lt"/>
          <a:ea typeface="+mn-lt"/>
          <a:cs typeface="+mn-lt"/>
        </a:defRPr>
      </a:lvl1pPr>
      <a:lvl2pPr xmlns:a="http://schemas.openxmlformats.org/drawingml/2006/main" marL="685800" indent="-228600" algn="l">
        <a:lnSpc>
          <a:spcPct val="90000"/>
        </a:lnSpc>
        <a:spcBef>
          <a:spcPts val="500"/>
        </a:spcBef>
        <a:buChar char="•"/>
        <a:defRPr sz="2400">
          <a:solidFill>
            <a:schemeClr val="tx1"/>
          </a:solidFill>
          <a:latin typeface="+mn-lt"/>
          <a:ea typeface="+mn-lt"/>
          <a:cs typeface="+mn-lt"/>
        </a:defRPr>
      </a:lvl2pPr>
      <a:lvl3pPr xmlns:a="http://schemas.openxmlformats.org/drawingml/2006/main" marL="1143000" indent="-228600" algn="l">
        <a:lnSpc>
          <a:spcPct val="90000"/>
        </a:lnSpc>
        <a:spcBef>
          <a:spcPts val="500"/>
        </a:spcBef>
        <a:buChar char="•"/>
        <a:defRPr sz="2000">
          <a:solidFill>
            <a:schemeClr val="tx1"/>
          </a:solidFill>
          <a:latin typeface="+mn-lt"/>
          <a:ea typeface="+mn-lt"/>
          <a:cs typeface="+mn-lt"/>
        </a:defRPr>
      </a:lvl3pPr>
      <a:lvl4pPr xmlns:a="http://schemas.openxmlformats.org/drawingml/2006/main" marL="1600200" indent="-228600" algn="l">
        <a:lnSpc>
          <a:spcPct val="90000"/>
        </a:lnSpc>
        <a:spcBef>
          <a:spcPts val="500"/>
        </a:spcBef>
        <a:buChar char="•"/>
        <a:defRPr sz="1800">
          <a:solidFill>
            <a:schemeClr val="tx1"/>
          </a:solidFill>
          <a:latin typeface="+mn-lt"/>
          <a:ea typeface="+mn-lt"/>
          <a:cs typeface="+mn-lt"/>
        </a:defRPr>
      </a:lvl4pPr>
      <a:lvl5pPr xmlns:a="http://schemas.openxmlformats.org/drawingml/2006/main" marL="2057400" indent="-228600" algn="l">
        <a:lnSpc>
          <a:spcPct val="90000"/>
        </a:lnSpc>
        <a:spcBef>
          <a:spcPts val="500"/>
        </a:spcBef>
        <a:buChar char="•"/>
        <a:defRPr sz="1800">
          <a:solidFill>
            <a:schemeClr val="tx1"/>
          </a:solidFill>
          <a:latin typeface="+mn-lt"/>
          <a:ea typeface="+mn-lt"/>
          <a:cs typeface="+mn-lt"/>
        </a:defRPr>
      </a:lvl5pPr>
      <a:lvl6pPr xmlns:a="http://schemas.openxmlformats.org/drawingml/2006/main" marL="2514600" indent="-228600" algn="l">
        <a:lnSpc>
          <a:spcPct val="90000"/>
        </a:lnSpc>
        <a:spcBef>
          <a:spcPts val="500"/>
        </a:spcBef>
        <a:buChar char="•"/>
        <a:defRPr sz="1800">
          <a:solidFill>
            <a:schemeClr val="tx1"/>
          </a:solidFill>
          <a:latin typeface="+mn-lt"/>
          <a:ea typeface="+mn-lt"/>
          <a:cs typeface="+mn-lt"/>
        </a:defRPr>
      </a:lvl6pPr>
      <a:lvl7pPr xmlns:a="http://schemas.openxmlformats.org/drawingml/2006/main" marL="2971800" indent="-228600" algn="l">
        <a:lnSpc>
          <a:spcPct val="90000"/>
        </a:lnSpc>
        <a:spcBef>
          <a:spcPts val="500"/>
        </a:spcBef>
        <a:buChar char="•"/>
        <a:defRPr sz="1800">
          <a:solidFill>
            <a:schemeClr val="tx1"/>
          </a:solidFill>
          <a:latin typeface="+mn-lt"/>
          <a:ea typeface="+mn-lt"/>
          <a:cs typeface="+mn-lt"/>
        </a:defRPr>
      </a:lvl7pPr>
      <a:lvl8pPr xmlns:a="http://schemas.openxmlformats.org/drawingml/2006/main" marL="3429000" indent="-228600" algn="l">
        <a:lnSpc>
          <a:spcPct val="90000"/>
        </a:lnSpc>
        <a:spcBef>
          <a:spcPts val="500"/>
        </a:spcBef>
        <a:buChar char="•"/>
        <a:defRPr sz="1800">
          <a:solidFill>
            <a:schemeClr val="tx1"/>
          </a:solidFill>
          <a:latin typeface="+mn-lt"/>
          <a:ea typeface="+mn-lt"/>
          <a:cs typeface="+mn-lt"/>
        </a:defRPr>
      </a:lvl8pPr>
      <a:lvl9pPr xmlns:a="http://schemas.openxmlformats.org/drawingml/2006/main" marL="3886200" indent="-228600" algn="l">
        <a:lnSpc>
          <a:spcPct val="90000"/>
        </a:lnSpc>
        <a:spcBef>
          <a:spcPts val="500"/>
        </a:spcBef>
        <a:buChar char="•"/>
        <a:defRPr sz="1800">
          <a:solidFill>
            <a:schemeClr val="tx1"/>
          </a:solidFill>
          <a:latin typeface="+mn-lt"/>
          <a:ea typeface="+mn-lt"/>
          <a:cs typeface="+mn-lt"/>
        </a:defRPr>
      </a:lvl9pPr>
    </p:bodyStyle>
    <p:otherStyle>
      <a:lvl1pPr xmlns:a="http://schemas.openxmlformats.org/drawingml/2006/main" marL="0" algn="l">
        <a:buNone/>
        <a:defRPr sz="1800">
          <a:solidFill>
            <a:schemeClr val="tx1"/>
          </a:solidFill>
          <a:latin typeface="+mn-lt"/>
          <a:ea typeface="+mn-lt"/>
          <a:cs typeface="+mn-lt"/>
        </a:defRPr>
      </a:lvl1pPr>
      <a:lvl2pPr xmlns:a="http://schemas.openxmlformats.org/drawingml/2006/main" marL="457200" algn="l">
        <a:buNone/>
        <a:defRPr sz="1800">
          <a:solidFill>
            <a:schemeClr val="tx1"/>
          </a:solidFill>
          <a:latin typeface="+mn-lt"/>
          <a:ea typeface="+mn-lt"/>
          <a:cs typeface="+mn-lt"/>
        </a:defRPr>
      </a:lvl2pPr>
      <a:lvl3pPr xmlns:a="http://schemas.openxmlformats.org/drawingml/2006/main" marL="914400" algn="l">
        <a:buNone/>
        <a:defRPr sz="1800">
          <a:solidFill>
            <a:schemeClr val="tx1"/>
          </a:solidFill>
          <a:latin typeface="+mn-lt"/>
          <a:ea typeface="+mn-lt"/>
          <a:cs typeface="+mn-lt"/>
        </a:defRPr>
      </a:lvl3pPr>
      <a:lvl4pPr xmlns:a="http://schemas.openxmlformats.org/drawingml/2006/main" marL="1371600" algn="l">
        <a:buNone/>
        <a:defRPr sz="1800">
          <a:solidFill>
            <a:schemeClr val="tx1"/>
          </a:solidFill>
          <a:latin typeface="+mn-lt"/>
          <a:ea typeface="+mn-lt"/>
          <a:cs typeface="+mn-lt"/>
        </a:defRPr>
      </a:lvl4pPr>
      <a:lvl5pPr xmlns:a="http://schemas.openxmlformats.org/drawingml/2006/main" marL="1828800" algn="l">
        <a:buNone/>
        <a:defRPr sz="1800">
          <a:solidFill>
            <a:schemeClr val="tx1"/>
          </a:solidFill>
          <a:latin typeface="+mn-lt"/>
          <a:ea typeface="+mn-lt"/>
          <a:cs typeface="+mn-lt"/>
        </a:defRPr>
      </a:lvl5pPr>
      <a:lvl6pPr xmlns:a="http://schemas.openxmlformats.org/drawingml/2006/main" marL="2286000" algn="l">
        <a:buNone/>
        <a:defRPr sz="1800">
          <a:solidFill>
            <a:schemeClr val="tx1"/>
          </a:solidFill>
          <a:latin typeface="+mn-lt"/>
          <a:ea typeface="+mn-lt"/>
          <a:cs typeface="+mn-lt"/>
        </a:defRPr>
      </a:lvl6pPr>
      <a:lvl7pPr xmlns:a="http://schemas.openxmlformats.org/drawingml/2006/main" marL="2743200" algn="l">
        <a:buNone/>
        <a:defRPr sz="1800">
          <a:solidFill>
            <a:schemeClr val="tx1"/>
          </a:solidFill>
          <a:latin typeface="+mn-lt"/>
          <a:ea typeface="+mn-lt"/>
          <a:cs typeface="+mn-lt"/>
        </a:defRPr>
      </a:lvl7pPr>
      <a:lvl8pPr xmlns:a="http://schemas.openxmlformats.org/drawingml/2006/main" marL="3200400" algn="l">
        <a:buNone/>
        <a:defRPr sz="1800">
          <a:solidFill>
            <a:schemeClr val="tx1"/>
          </a:solidFill>
          <a:latin typeface="+mn-lt"/>
          <a:ea typeface="+mn-lt"/>
          <a:cs typeface="+mn-lt"/>
        </a:defRPr>
      </a:lvl8pPr>
      <a:lvl9pPr xmlns:a="http://schemas.openxmlformats.org/drawingml/2006/main" marL="3657600" algn="l">
        <a:buNone/>
        <a:defRPr sz="1800">
          <a:solidFill>
            <a:schemeClr val="tx1"/>
          </a:solidFill>
          <a:latin typeface="+mn-lt"/>
          <a:ea typeface="+mn-lt"/>
          <a:cs typeface="+mn-lt"/>
        </a:defRPr>
      </a:lvl9pPr>
    </p:otherStyle>
  </p:txStyles>
</p:sldMaster>
</file>

<file path=ppt/main_figures/Fig7/ppt/slideMasters/theme/theme2.xml><?xml version="1.0" encoding="utf-8"?>
<a:theme xmlns:a="http://schemas.openxmlformats.org/drawingml/2006/main" name="ChatGPT">
  <a:themeElements>
    <a:clrScheme name="ChatGPT">
      <a:dk1>
        <a:srgbClr val="000000"/>
      </a:dk1>
      <a:lt1>
        <a:srgbClr val="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
      <a:majorFont>
        <a:latin typeface="Aptos"/>
        <a:ea typeface=""/>
        <a:cs typeface=""/>
      </a:majorFont>
      <a:minorFont>
        <a:latin typeface="Aptos"/>
        <a:ea typeface=""/>
        <a:cs typeface=""/>
      </a:minorFont>
    </a:fontScheme>
    <a:fmtScheme name="ChatGPT">
      <a:fillStyleLst>
        <a:solidFill>
          <a:schemeClr val="phClr"/>
        </a:solidFill>
        <a:gradFill>
          <a:gsLst>
            <a:gs pos="0">
              <a:schemeClr val="phClr">
                <a:tint val="67000"/>
                <a:lumMod val="110000"/>
                <a:satMod val="105000"/>
              </a:schemeClr>
            </a:gs>
            <a:gs pos="50000">
              <a:schemeClr val="phClr">
                <a:tint val="73000"/>
                <a:lumMod val="105000"/>
                <a:satMod val="103000"/>
              </a:schemeClr>
            </a:gs>
            <a:gs pos="100000">
              <a:schemeClr val="phClr">
                <a:tint val="81000"/>
                <a:lumMod val="105000"/>
                <a:satMod val="109000"/>
              </a:schemeClr>
            </a:gs>
          </a:gsLst>
          <a:lin ang="5400000" scaled="0"/>
        </a:gradFill>
        <a:gradFill>
          <a:gsLst>
            <a:gs pos="0">
              <a:schemeClr val="phClr">
                <a:tint val="94000"/>
                <a:lumMod val="102000"/>
                <a:satMod val="103000"/>
              </a:schemeClr>
            </a:gs>
            <a:gs pos="50000">
              <a:schemeClr val="phClr">
                <a:shade val="100000"/>
                <a:lumMod val="100000"/>
                <a:satMod val="110000"/>
              </a:schemeClr>
            </a:gs>
            <a:gs pos="100000">
              <a:schemeClr val="phClr">
                <a:shade val="78000"/>
                <a:lumMod val="99000"/>
                <a:satMod val="120000"/>
              </a:schemeClr>
            </a:gs>
          </a:gsLst>
          <a:lin ang="5400000" scaled="0"/>
        </a:gradFill>
      </a:fillStyleLst>
      <a:lnStyleLst>
        <a:ln w="12700">
          <a:solidFill>
            <a:schemeClr val="phClr"/>
          </a:solidFill>
          <a:prstDash val="solid"/>
        </a:ln>
        <a:ln w="19050">
          <a:solidFill>
            <a:schemeClr val="phClr"/>
          </a:solidFill>
          <a:prstDash val="solid"/>
        </a:ln>
        <a:ln w="25400">
          <a:solidFill>
            <a:schemeClr val="phClr"/>
          </a:solidFill>
          <a:prstDash val="solid"/>
        </a:ln>
      </a:lnStyleLst>
      <a:effectStyleLst>
        <a:effectStyle>
          <a:effectLst/>
        </a:effectStyle>
        <a:effectStyle>
          <a:effectLst/>
        </a:effectStyle>
        <a:effectStyle>
          <a:effectLst>
            <a:outerShdw blurRad="57150" dist="19050" dir="5400000">
              <a:srgbClr val="000000">
                <a:alpha val="16000"/>
              </a:srgbClr>
            </a:outerShdw>
          </a:effectLst>
        </a:effectStyle>
        <a:effectStyle>
          <a:effectLst>
            <a:outerShdw blurRad="19050" dist="9525" dir="5400000">
              <a:srgbClr val="000000">
                <a:alpha val="6000"/>
              </a:srgbClr>
            </a:outerShdw>
          </a:effectLst>
        </a:effectStyle>
        <a:effectStyle>
          <a:effectLst>
            <a:outerShdw blurRad="28575" dist="9525" dir="5400000">
              <a:srgbClr val="000000">
                <a:alpha val="8000"/>
              </a:srgbClr>
            </a:outerShdw>
          </a:effectLst>
        </a:effectStyle>
        <a:effectStyle>
          <a:effectLst>
            <a:outerShdw blurRad="57150" dist="19050" dir="5400000">
              <a:srgbClr val="000000">
                <a:alpha val="10000"/>
              </a:srgbClr>
            </a:outerShdw>
          </a:effectLst>
        </a:effectStyle>
        <a:effectStyle>
          <a:effectLst>
            <a:outerShdw blurRad="114300" dist="38100" dir="5400000">
              <a:srgbClr val="000000">
                <a:alpha val="12000"/>
              </a:srgbClr>
            </a:outerShdw>
          </a:effectLst>
        </a:effectStyle>
        <a:effectStyle>
          <a:effectLst>
            <a:outerShdw blurRad="171450" dist="57150" dir="5400000">
              <a:srgbClr val="000000">
                <a:alpha val="16000"/>
              </a:srgbClr>
            </a:outerShdw>
          </a:effectLst>
        </a:effectStyle>
        <a:effectStyle>
          <a:effectLst>
            <a:outerShdw blurRad="266700" dist="95250" dir="5400000">
              <a:srgbClr val="000000">
                <a:alpha val="24000"/>
              </a:srgbClr>
            </a:outerShdw>
          </a:effectLst>
        </a:effectStyle>
      </a:effectStyleLst>
      <a:bgFillStyleLst>
        <a:solidFill>
          <a:schemeClr val="phClr"/>
        </a:solidFill>
        <a:solidFill>
          <a:schemeClr val="phClr">
            <a:tint val="95000"/>
            <a:satMod val="170000"/>
          </a:schemeClr>
        </a:solidFill>
        <a:gradFill>
          <a:gsLst>
            <a:gs pos="0">
              <a:schemeClr val="phClr">
                <a:tint val="93000"/>
                <a:shade val="98000"/>
                <a:lumMod val="102000"/>
                <a:satMod val="150000"/>
              </a:schemeClr>
            </a:gs>
            <a:gs pos="50000">
              <a:schemeClr val="phClr">
                <a:tint val="98000"/>
                <a:shade val="90000"/>
                <a:lumMod val="103000"/>
                <a:satMod val="130000"/>
              </a:schemeClr>
            </a:gs>
            <a:gs pos="100000">
              <a:schemeClr val="phClr">
                <a:shade val="63000"/>
                <a:satMod val="120000"/>
              </a:schemeClr>
            </a:gs>
          </a:gsLst>
          <a:lin ang="5400000" scaled="0"/>
        </a:gradFill>
      </a:bgFillStyleLst>
    </a:fmtScheme>
  </a:themeElements>
</a:theme>
</file>

<file path=ppt/main_figures/Fig7/ppt/slides/_rels/slide1.xml.rels><?xml version='1.0' encoding='utf-8'?>
<Relationships xmlns="http://schemas.openxmlformats.org/package/2006/relationships"><Relationship Type="http://schemas.openxmlformats.org/officeDocument/2006/relationships/slideLayout" Target="/ppt/main_figures/Fig7/ppt/slideLayouts/slideLayout6.xml" Id="Rb7467d7a3dc34bea" /><Relationship Type="http://schemas.openxmlformats.org/officeDocument/2006/relationships/image" Target="/ppt/main_figures/Fig7/ppt/media/image.png" Id="R253f900e88144a64" /><Relationship Type="http://schemas.openxmlformats.org/officeDocument/2006/relationships/image" Target="/ppt/main_figures/Fig7/ppt/media/image2.png" Id="R3f9694ddd87042f0" /><Relationship Type="http://schemas.openxmlformats.org/officeDocument/2006/relationships/image" Target="/ppt/main_figures/Fig7/ppt/media/image3.png" Id="R842c093534944c0a" /><Relationship Type="http://schemas.openxmlformats.org/officeDocument/2006/relationships/image" Target="/ppt/main_figures/Fig7/ppt/media/image4.png" Id="R4c9786d88bc04978" /><Relationship Type="http://schemas.openxmlformats.org/officeDocument/2006/relationships/image" Target="/ppt/main_figures/Fig7/ppt/media/image5.png" Id="R02134ba4bcbe44da" /><Relationship Type="http://schemas.openxmlformats.org/officeDocument/2006/relationships/image" Target="/ppt/main_figures/Fig7/ppt/media/image6.png" Id="Rf7d9d49a9e9648f9" /><Relationship Type="http://schemas.openxmlformats.org/officeDocument/2006/relationships/image" Target="/ppt/main_figures/Fig7/ppt/media/image7.png" Id="R670ed4927ad74cb9" /><Relationship Type="http://schemas.openxmlformats.org/officeDocument/2006/relationships/image" Target="/ppt/main_figures/Fig7/ppt/media/image8.png" Id="R8aa60bd01a5540b4" /><Relationship Type="http://schemas.openxmlformats.org/officeDocument/2006/relationships/notesSlide" Target="/ppt/main_figures/Fig7/ppt/notesSlides/notesSlide1.xml" Id="Rf094d94c42be4df6" /><Relationship Type="http://schemas.openxmlformats.org/officeDocument/2006/relationships/image" Target="/ppt/main_figures/Fig7/ppt/media/preserved_top_50001.png" Id="rId50001" /><Relationship Type="http://schemas.openxmlformats.org/officeDocument/2006/relationships/image" Target="/ppt/main_figures/Fig7/ppt/media/preserved_top_50002.png" Id="rId50002" /><Relationship Type="http://schemas.openxmlformats.org/officeDocument/2006/relationships/image" Target="/ppt/main_figures/Fig7/ppt/media/preserved_top_50003.png" Id="rId50003" /><Relationship Type="http://schemas.openxmlformats.org/officeDocument/2006/relationships/image" Target="/ppt/main_figures/Fig7/ppt/media/preserved_top_50004.png" Id="rId50004" /></Relationships>
</file>

<file path=ppt/main_figures/Fig7/ppt/slides/slide1.xml><?xml version="1.0" encoding="utf-8"?>
<p:sld xmlns:a="http://schemas.openxmlformats.org/drawingml/2006/main" xmlns:ns2="http://schemas.microsoft.com/office/drawing/2014/main" xmlns:ns4="http://schemas.microsoft.com/office/powerpoint/2010/main" xmlns:p="http://schemas.openxmlformats.org/presentationml/2006/main" xmlns:r="http://schemas.openxmlformats.org/officeDocument/2006/relationships">
  <p:cSld>
    <p:bg>
      <p:bgPr>
        <a:solidFill>
          <a:srgbClr val="FFFFFF"/>
        </a:solidFill>
      </p:bgPr>
    </p:bg>
    <p:spTree>
      <p:nvGrpSpPr>
        <p:cNvPr id="1" name=""/>
        <p:cNvGrpSpPr/>
        <p:nvPr/>
      </p:nvGrpSpPr>
      <p:grpSpPr>
        <a:xfrm/>
      </p:grpSpPr>
      <p:sp>
        <p:nvSpPr>
          <p:cNvPr id="224" name="text_000">
            <a:extLst>
              <a:ext uri="{FF2B5EF4-FFF2-40B4-BE49-F238E27FC236}">
                <ns2:creationId id="{79F9ACDB-08FE-4559-8C03-013CECEDAFFB}"/>
              </a:ext>
            </a:extLst>
          </p:cNvPr>
          <p:cNvSpPr>
            <a:spLocks noGrp="1"/>
          </p:cNvSpPr>
          <p:nvPr/>
        </p:nvSpPr>
        <p:spPr>
          <a:xfrm rot="0">
            <a:off x="171450" y="2305050"/>
            <a:ext cx="8191500" cy="295275"/>
          </a:xfrm>
          <a:prstGeom prst="rect">
            <a:avLst/>
          </a:prstGeom>
          <a:noFill/>
          <a:ln w="0">
            <a:noFill/>
            <a:prstDash val="solid"/>
          </a:ln>
        </p:spPr>
        <p:txBody>
          <a:bodyPr wrap="none" lIns="0" tIns="0" rIns="0" bIns="0" anchor="t">
            <a:noAutofit/>
          </a:bodyPr>
          <a:lstStyle>
            <a:defPPr algn="l">
              <a:defRPr sz="1725" b="1">
                <a:solidFill>
                  <a:srgbClr val="000000"/>
                </a:solidFill>
                <a:latin typeface="Arial"/>
                <a:ea typeface="Arial"/>
                <a:cs typeface="Arial"/>
              </a:defRPr>
            </a:defPPr>
            <a:lvl1pPr algn="l">
              <a:defRPr sz="1725" b="1">
                <a:solidFill>
                  <a:srgbClr val="000000"/>
                </a:solidFill>
                <a:latin typeface="Arial"/>
                <a:ea typeface="Arial"/>
                <a:cs typeface="Arial"/>
              </a:defRPr>
            </a:lvl1pPr>
            <a:lvl2pPr algn="l">
              <a:defRPr sz="1725" b="1">
                <a:solidFill>
                  <a:srgbClr val="000000"/>
                </a:solidFill>
                <a:latin typeface="Arial"/>
                <a:ea typeface="Arial"/>
                <a:cs typeface="Arial"/>
              </a:defRPr>
            </a:lvl2pPr>
            <a:lvl3pPr algn="l">
              <a:defRPr sz="1725" b="1">
                <a:solidFill>
                  <a:srgbClr val="000000"/>
                </a:solidFill>
                <a:latin typeface="Arial"/>
                <a:ea typeface="Arial"/>
                <a:cs typeface="Arial"/>
              </a:defRPr>
            </a:lvl3pPr>
            <a:lvl4pPr algn="l">
              <a:defRPr sz="1725" b="1">
                <a:solidFill>
                  <a:srgbClr val="000000"/>
                </a:solidFill>
                <a:latin typeface="Arial"/>
                <a:ea typeface="Arial"/>
                <a:cs typeface="Arial"/>
              </a:defRPr>
            </a:lvl4pPr>
            <a:lvl5pPr algn="l">
              <a:defRPr sz="1725" b="1">
                <a:solidFill>
                  <a:srgbClr val="000000"/>
                </a:solidFill>
                <a:latin typeface="Arial"/>
                <a:ea typeface="Arial"/>
                <a:cs typeface="Arial"/>
              </a:defRPr>
            </a:lvl5pPr>
            <a:lvl6pPr algn="l">
              <a:defRPr sz="1725" b="1">
                <a:solidFill>
                  <a:srgbClr val="000000"/>
                </a:solidFill>
                <a:latin typeface="Arial"/>
                <a:ea typeface="Arial"/>
                <a:cs typeface="Arial"/>
              </a:defRPr>
            </a:lvl6pPr>
            <a:lvl7pPr algn="l">
              <a:defRPr sz="1725" b="1">
                <a:solidFill>
                  <a:srgbClr val="000000"/>
                </a:solidFill>
                <a:latin typeface="Arial"/>
                <a:ea typeface="Arial"/>
                <a:cs typeface="Arial"/>
              </a:defRPr>
            </a:lvl7pPr>
            <a:lvl8pPr algn="l">
              <a:defRPr sz="1725" b="1">
                <a:solidFill>
                  <a:srgbClr val="000000"/>
                </a:solidFill>
                <a:latin typeface="Arial"/>
                <a:ea typeface="Arial"/>
                <a:cs typeface="Arial"/>
              </a:defRPr>
            </a:lvl8pPr>
            <a:lvl9pPr algn="l">
              <a:defRPr sz="1725" b="1">
                <a:solidFill>
                  <a:srgbClr val="000000"/>
                </a:solidFill>
                <a:latin typeface="Arial"/>
                <a:ea typeface="Arial"/>
                <a:cs typeface="Arial"/>
              </a:defRPr>
            </a:lvl9pPr>
          </a:lstStyle>
          <a:p>
            <a:pPr algn="l">
              <a:defRPr sz="1725" b="1">
                <a:solidFill>
                  <a:srgbClr val="000000"/>
                </a:solidFill>
                <a:latin typeface="Arial"/>
                <a:ea typeface="Arial"/>
                <a:cs typeface="Arial"/>
              </a:defRPr>
            </a:pPr>
            <a:r>
              <a:rPr sz="1725" b="1">
                <a:solidFill>
                  <a:srgbClr val="000000"/>
                </a:solidFill>
                <a:latin typeface="Arial"/>
                <a:ea typeface="Arial"/>
                <a:cs typeface="Arial"/>
              </a:rPr>
              <a:t>(c) Actual FRP records and corresponding analysis fields</a:t>
            </a:r>
          </a:p>
        </p:txBody>
      </p:sp>
      <p:sp>
        <p:nvSpPr>
          <p:cNvPr id="2" name="text_001">
            <a:extLst>
              <a:ext uri="{FF2B5EF4-FFF2-40B4-BE49-F238E27FC236}">
                <ns2:creationId id="{39A48F0A-74F3-46F5-8654-5CF936DF39C4}"/>
              </a:ext>
            </a:extLst>
          </p:cNvPr>
          <p:cNvSpPr>
            <a:spLocks noGrp="1"/>
          </p:cNvSpPr>
          <p:nvPr/>
        </p:nvSpPr>
        <p:spPr>
          <a:xfrm rot="0">
            <a:off x="571500" y="2657475"/>
            <a:ext cx="7620000" cy="247650"/>
          </a:xfrm>
          <a:prstGeom prst="rect">
            <a:avLst/>
          </a:prstGeom>
          <a:noFill/>
          <a:ln w="0">
            <a:noFill/>
            <a:prstDash val="solid"/>
          </a:ln>
        </p:spPr>
        <p:txBody>
          <a:bodyPr wrap="none" lIns="0" tIns="0" rIns="0" bIns="0" anchor="t">
            <a:noAutofit/>
          </a:bodyPr>
          <a:lstStyle>
            <a:defPPr algn="l">
              <a:defRPr sz="1500" b="1">
                <a:solidFill>
                  <a:srgbClr val="000000"/>
                </a:solidFill>
                <a:latin typeface="Arial"/>
                <a:ea typeface="Arial"/>
                <a:cs typeface="Arial"/>
              </a:defRPr>
            </a:defPPr>
            <a:lvl1pPr algn="l">
              <a:defRPr sz="1500" b="1">
                <a:solidFill>
                  <a:srgbClr val="000000"/>
                </a:solidFill>
                <a:latin typeface="Arial"/>
                <a:ea typeface="Arial"/>
                <a:cs typeface="Arial"/>
              </a:defRPr>
            </a:lvl1pPr>
            <a:lvl2pPr algn="l">
              <a:defRPr sz="1500" b="1">
                <a:solidFill>
                  <a:srgbClr val="000000"/>
                </a:solidFill>
                <a:latin typeface="Arial"/>
                <a:ea typeface="Arial"/>
                <a:cs typeface="Arial"/>
              </a:defRPr>
            </a:lvl2pPr>
            <a:lvl3pPr algn="l">
              <a:defRPr sz="1500" b="1">
                <a:solidFill>
                  <a:srgbClr val="000000"/>
                </a:solidFill>
                <a:latin typeface="Arial"/>
                <a:ea typeface="Arial"/>
                <a:cs typeface="Arial"/>
              </a:defRPr>
            </a:lvl3pPr>
            <a:lvl4pPr algn="l">
              <a:defRPr sz="1500" b="1">
                <a:solidFill>
                  <a:srgbClr val="000000"/>
                </a:solidFill>
                <a:latin typeface="Arial"/>
                <a:ea typeface="Arial"/>
                <a:cs typeface="Arial"/>
              </a:defRPr>
            </a:lvl4pPr>
            <a:lvl5pPr algn="l">
              <a:defRPr sz="1500" b="1">
                <a:solidFill>
                  <a:srgbClr val="000000"/>
                </a:solidFill>
                <a:latin typeface="Arial"/>
                <a:ea typeface="Arial"/>
                <a:cs typeface="Arial"/>
              </a:defRPr>
            </a:lvl5pPr>
            <a:lvl6pPr algn="l">
              <a:defRPr sz="1500" b="1">
                <a:solidFill>
                  <a:srgbClr val="000000"/>
                </a:solidFill>
                <a:latin typeface="Arial"/>
                <a:ea typeface="Arial"/>
                <a:cs typeface="Arial"/>
              </a:defRPr>
            </a:lvl6pPr>
            <a:lvl7pPr algn="l">
              <a:defRPr sz="1500" b="1">
                <a:solidFill>
                  <a:srgbClr val="000000"/>
                </a:solidFill>
                <a:latin typeface="Arial"/>
                <a:ea typeface="Arial"/>
                <a:cs typeface="Arial"/>
              </a:defRPr>
            </a:lvl7pPr>
            <a:lvl8pPr algn="l">
              <a:defRPr sz="1500" b="1">
                <a:solidFill>
                  <a:srgbClr val="000000"/>
                </a:solidFill>
                <a:latin typeface="Arial"/>
                <a:ea typeface="Arial"/>
                <a:cs typeface="Arial"/>
              </a:defRPr>
            </a:lvl8pPr>
            <a:lvl9pPr algn="l">
              <a:defRPr sz="1500" b="1">
                <a:solidFill>
                  <a:srgbClr val="000000"/>
                </a:solidFill>
                <a:latin typeface="Arial"/>
                <a:ea typeface="Arial"/>
                <a:cs typeface="Arial"/>
              </a:defRPr>
            </a:lvl9pPr>
          </a:lstStyle>
          <a:p>
            <a:pPr algn="l">
              <a:defRPr sz="1500" b="1">
                <a:solidFill>
                  <a:srgbClr val="000000"/>
                </a:solidFill>
                <a:latin typeface="Arial"/>
                <a:ea typeface="Arial"/>
                <a:cs typeface="Arial"/>
              </a:defRPr>
            </a:pPr>
            <a:r>
              <a:rPr sz="1500" b="1">
                <a:solidFill>
                  <a:srgbClr val="000000"/>
                </a:solidFill>
                <a:latin typeface="Arial"/>
                <a:ea typeface="Arial"/>
                <a:cs typeface="Arial"/>
              </a:rPr>
              <a:t>Supplied 10 km cells: two-date FRP sums</a:t>
            </a:r>
          </a:p>
        </p:txBody>
      </p:sp>
      <p:sp>
        <p:nvSpPr>
          <p:cNvPr id="3" name="text_002">
            <a:extLst>
              <a:ext uri="{FF2B5EF4-FFF2-40B4-BE49-F238E27FC236}">
                <ns2:creationId id="{BC836EA2-9223-4B06-8D4A-A73FD92FC1FB}"/>
              </a:ext>
            </a:extLst>
          </p:cNvPr>
          <p:cNvSpPr>
            <a:spLocks noGrp="1"/>
          </p:cNvSpPr>
          <p:nvPr/>
        </p:nvSpPr>
        <p:spPr>
          <a:xfrm rot="0">
            <a:off x="495300" y="2914650"/>
            <a:ext cx="2266950" cy="238125"/>
          </a:xfrm>
          <a:prstGeom prst="rect">
            <a:avLst/>
          </a:prstGeom>
          <a:noFill/>
          <a:ln w="0">
            <a:noFill/>
            <a:prstDash val="solid"/>
          </a:ln>
        </p:spPr>
        <p:txBody>
          <a:bodyPr wrap="none" lIns="0" tIns="0" rIns="0" bIns="0" anchor="t">
            <a:noAutofit/>
          </a:bodyPr>
          <a:lstStyle>
            <a:defPPr algn="ctr">
              <a:defRPr sz="1350" b="1">
                <a:solidFill>
                  <a:srgbClr val="000000"/>
                </a:solidFill>
                <a:latin typeface="Arial"/>
                <a:ea typeface="Arial"/>
                <a:cs typeface="Arial"/>
              </a:defRPr>
            </a:defPPr>
            <a:lvl1pPr algn="ctr">
              <a:defRPr sz="1350" b="1">
                <a:solidFill>
                  <a:srgbClr val="000000"/>
                </a:solidFill>
                <a:latin typeface="Arial"/>
                <a:ea typeface="Arial"/>
                <a:cs typeface="Arial"/>
              </a:defRPr>
            </a:lvl1pPr>
            <a:lvl2pPr algn="ctr">
              <a:defRPr sz="1350" b="1">
                <a:solidFill>
                  <a:srgbClr val="000000"/>
                </a:solidFill>
                <a:latin typeface="Arial"/>
                <a:ea typeface="Arial"/>
                <a:cs typeface="Arial"/>
              </a:defRPr>
            </a:lvl2pPr>
            <a:lvl3pPr algn="ctr">
              <a:defRPr sz="1350" b="1">
                <a:solidFill>
                  <a:srgbClr val="000000"/>
                </a:solidFill>
                <a:latin typeface="Arial"/>
                <a:ea typeface="Arial"/>
                <a:cs typeface="Arial"/>
              </a:defRPr>
            </a:lvl3pPr>
            <a:lvl4pPr algn="ctr">
              <a:defRPr sz="1350" b="1">
                <a:solidFill>
                  <a:srgbClr val="000000"/>
                </a:solidFill>
                <a:latin typeface="Arial"/>
                <a:ea typeface="Arial"/>
                <a:cs typeface="Arial"/>
              </a:defRPr>
            </a:lvl4pPr>
            <a:lvl5pPr algn="ctr">
              <a:defRPr sz="1350" b="1">
                <a:solidFill>
                  <a:srgbClr val="000000"/>
                </a:solidFill>
                <a:latin typeface="Arial"/>
                <a:ea typeface="Arial"/>
                <a:cs typeface="Arial"/>
              </a:defRPr>
            </a:lvl5pPr>
            <a:lvl6pPr algn="ctr">
              <a:defRPr sz="1350" b="1">
                <a:solidFill>
                  <a:srgbClr val="000000"/>
                </a:solidFill>
                <a:latin typeface="Arial"/>
                <a:ea typeface="Arial"/>
                <a:cs typeface="Arial"/>
              </a:defRPr>
            </a:lvl6pPr>
            <a:lvl7pPr algn="ctr">
              <a:defRPr sz="1350" b="1">
                <a:solidFill>
                  <a:srgbClr val="000000"/>
                </a:solidFill>
                <a:latin typeface="Arial"/>
                <a:ea typeface="Arial"/>
                <a:cs typeface="Arial"/>
              </a:defRPr>
            </a:lvl7pPr>
            <a:lvl8pPr algn="ctr">
              <a:defRPr sz="1350" b="1">
                <a:solidFill>
                  <a:srgbClr val="000000"/>
                </a:solidFill>
                <a:latin typeface="Arial"/>
                <a:ea typeface="Arial"/>
                <a:cs typeface="Arial"/>
              </a:defRPr>
            </a:lvl8pPr>
            <a:lvl9pPr algn="ctr">
              <a:defRPr sz="1350" b="1">
                <a:solidFill>
                  <a:srgbClr val="000000"/>
                </a:solidFill>
                <a:latin typeface="Arial"/>
                <a:ea typeface="Arial"/>
                <a:cs typeface="Arial"/>
              </a:defRPr>
            </a:lvl9pPr>
          </a:lstStyle>
          <a:p>
            <a:pPr algn="ctr">
              <a:defRPr sz="1350" b="1">
                <a:solidFill>
                  <a:srgbClr val="000000"/>
                </a:solidFill>
                <a:latin typeface="Arial"/>
                <a:ea typeface="Arial"/>
                <a:cs typeface="Arial"/>
              </a:defRPr>
            </a:pPr>
            <a:r>
              <a:rPr sz="1350" b="1">
                <a:solidFill>
                  <a:srgbClr val="000000"/>
                </a:solidFill>
                <a:latin typeface="Arial"/>
                <a:ea typeface="Arial"/>
                <a:cs typeface="Arial"/>
              </a:rPr>
              <a:t>f17: 12-05 to 12-06</a:t>
            </a:r>
          </a:p>
        </p:txBody>
      </p:sp>
      <p:pic>
        <p:nvPicPr>
          <p:cNvPr id="4" name="">
            <a:extLst>
              <a:ext uri="{FF2B5EF4-FFF2-40B4-BE49-F238E27FC236}">
                <ns2:creationId id="{C1DC5738-C74E-4AF2-AD40-52E3154A0D32}"/>
              </a:ext>
            </a:extLst>
          </p:cNvPr>
          <p:cNvPicPr>
            <a:picLocks noChangeAspect="1"/>
          </p:cNvPicPr>
          <p:nvPr/>
        </p:nvPicPr>
        <p:blipFill>
          <a:blip r:embed="R253f900e88144a64"/>
          <a:stretch/>
        </p:blipFill>
        <p:spPr>
          <a:xfrm>
            <a:off x="571500" y="3190875"/>
            <a:ext cx="2095500" cy="2095500"/>
          </a:xfrm>
          <a:prstGeom prst="rect">
            <a:avLst/>
          </a:prstGeom>
        </p:spPr>
      </p:pic>
      <p:sp>
        <p:nvSpPr>
          <p:cNvPr id="5" name="rect_004">
            <a:extLst>
              <a:ext uri="{FF2B5EF4-FFF2-40B4-BE49-F238E27FC236}">
                <ns2:creationId id="{07FFFC5C-6F76-41FB-AD8D-D2D6AE2B11D2}"/>
              </a:ext>
            </a:extLst>
          </p:cNvPr>
          <p:cNvSpPr>
            <a:spLocks noGrp="1"/>
          </p:cNvSpPr>
          <p:nvPr/>
        </p:nvSpPr>
        <p:spPr>
          <a:xfrm rot="0">
            <a:off x="571500" y="3190875"/>
            <a:ext cx="2095500" cy="2095500"/>
          </a:xfrm>
          <a:prstGeom prst="rect">
            <a:avLst/>
          </a:prstGeom>
          <a:noFill/>
          <a:ln w="6668">
            <a:solidFill>
              <a:srgbClr val="65727C"/>
            </a:solidFill>
            <a:prstDash val="solid"/>
          </a:ln>
        </p:spPr>
      </p:sp>
      <p:sp>
        <p:nvSpPr>
          <p:cNvPr id="6" name="line_005">
            <a:extLst>
              <a:ext uri="{FF2B5EF4-FFF2-40B4-BE49-F238E27FC236}">
                <ns2:creationId id="{B410D7BA-B290-472C-93D4-30ABE94ACD38}"/>
              </a:ext>
            </a:extLst>
          </p:cNvPr>
          <p:cNvSpPr>
            <a:spLocks noGrp="1"/>
          </p:cNvSpPr>
          <p:nvPr/>
        </p:nvSpPr>
        <p:spPr>
          <a:xfrm>
            <a:off x="833399" y="5286375"/>
            <a:ext cx="95" cy="38100"/>
          </a:xfrm>
          <a:custGeom>
            <a:pathLst>
              <a:path w="95" h="38100">
                <a:moveTo>
                  <a:pt x="0" y="0"/>
                </a:moveTo>
                <a:lnTo>
                  <a:pt x="0" y="38100"/>
                </a:lnTo>
              </a:path>
            </a:pathLst>
          </a:custGeom>
          <a:noFill/>
          <a:ln w="7620">
            <a:solidFill>
              <a:srgbClr val="65727C"/>
            </a:solidFill>
            <a:prstDash val="solid"/>
          </a:ln>
        </p:spPr>
      </p:sp>
      <p:sp>
        <p:nvSpPr>
          <p:cNvPr id="7" name="text_006">
            <a:extLst>
              <a:ext uri="{FF2B5EF4-FFF2-40B4-BE49-F238E27FC236}">
                <ns2:creationId id="{54DA675A-BAF6-4E5C-BBCA-9D5B23CFD5D3}"/>
              </a:ext>
            </a:extLst>
          </p:cNvPr>
          <p:cNvSpPr>
            <a:spLocks noGrp="1"/>
          </p:cNvSpPr>
          <p:nvPr/>
        </p:nvSpPr>
        <p:spPr>
          <a:xfrm rot="0">
            <a:off x="623849" y="5343525"/>
            <a:ext cx="419100" cy="219075"/>
          </a:xfrm>
          <a:prstGeom prst="rect">
            <a:avLst/>
          </a:prstGeom>
          <a:noFill/>
          <a:ln w="0">
            <a:noFill/>
            <a:prstDash val="solid"/>
          </a:ln>
        </p:spPr>
        <p:txBody>
          <a:bodyPr wrap="none" lIns="0" tIns="0" rIns="0" bIns="0" anchor="t">
            <a:noAutofit/>
          </a:bodyPr>
          <a:lstStyle>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a:pPr algn="ctr">
              <a:defRPr sz="1125" b="0">
                <a:solidFill>
                  <a:srgbClr val="000000"/>
                </a:solidFill>
                <a:latin typeface="Arial"/>
                <a:ea typeface="Arial"/>
                <a:cs typeface="Arial"/>
              </a:defRPr>
            </a:pPr>
            <a:r>
              <a:rPr sz="1125" b="0">
                <a:solidFill>
                  <a:srgbClr val="000000"/>
                </a:solidFill>
                <a:latin typeface="Arial"/>
                <a:ea typeface="Arial"/>
                <a:cs typeface="Arial"/>
              </a:rPr>
              <a:t>142 E</a:t>
            </a:r>
          </a:p>
        </p:txBody>
      </p:sp>
      <p:sp>
        <p:nvSpPr>
          <p:cNvPr id="8" name="line_007">
            <a:extLst>
              <a:ext uri="{FF2B5EF4-FFF2-40B4-BE49-F238E27FC236}">
                <ns2:creationId id="{CCDC9C11-F682-4EDC-BBE0-DF039D237CC4}"/>
              </a:ext>
            </a:extLst>
          </p:cNvPr>
          <p:cNvSpPr>
            <a:spLocks noGrp="1"/>
          </p:cNvSpPr>
          <p:nvPr/>
        </p:nvSpPr>
        <p:spPr>
          <a:xfrm>
            <a:off x="1741988" y="5286375"/>
            <a:ext cx="95" cy="38100"/>
          </a:xfrm>
          <a:custGeom>
            <a:pathLst>
              <a:path w="95" h="38100">
                <a:moveTo>
                  <a:pt x="0" y="0"/>
                </a:moveTo>
                <a:lnTo>
                  <a:pt x="0" y="38100"/>
                </a:lnTo>
              </a:path>
            </a:pathLst>
          </a:custGeom>
          <a:noFill/>
          <a:ln w="7620">
            <a:solidFill>
              <a:srgbClr val="65727C"/>
            </a:solidFill>
            <a:prstDash val="solid"/>
          </a:ln>
        </p:spPr>
      </p:sp>
      <p:sp>
        <p:nvSpPr>
          <p:cNvPr id="9" name="text_008">
            <a:extLst>
              <a:ext uri="{FF2B5EF4-FFF2-40B4-BE49-F238E27FC236}">
                <ns2:creationId id="{5FDEE8B6-D880-4A81-BE78-1D3FFB10BAE6}"/>
              </a:ext>
            </a:extLst>
          </p:cNvPr>
          <p:cNvSpPr>
            <a:spLocks noGrp="1"/>
          </p:cNvSpPr>
          <p:nvPr/>
        </p:nvSpPr>
        <p:spPr>
          <a:xfrm rot="0">
            <a:off x="1532438" y="5343525"/>
            <a:ext cx="419100" cy="219075"/>
          </a:xfrm>
          <a:prstGeom prst="rect">
            <a:avLst/>
          </a:prstGeom>
          <a:noFill/>
          <a:ln w="0">
            <a:noFill/>
            <a:prstDash val="solid"/>
          </a:ln>
        </p:spPr>
        <p:txBody>
          <a:bodyPr wrap="none" lIns="0" tIns="0" rIns="0" bIns="0" anchor="t">
            <a:noAutofit/>
          </a:bodyPr>
          <a:lstStyle>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a:pPr algn="ctr">
              <a:defRPr sz="1125" b="0">
                <a:solidFill>
                  <a:srgbClr val="000000"/>
                </a:solidFill>
                <a:latin typeface="Arial"/>
                <a:ea typeface="Arial"/>
                <a:cs typeface="Arial"/>
              </a:defRPr>
            </a:pPr>
            <a:r>
              <a:rPr sz="1125" b="0">
                <a:solidFill>
                  <a:srgbClr val="000000"/>
                </a:solidFill>
                <a:latin typeface="Arial"/>
                <a:ea typeface="Arial"/>
                <a:cs typeface="Arial"/>
              </a:rPr>
              <a:t>148 E</a:t>
            </a:r>
          </a:p>
        </p:txBody>
      </p:sp>
      <p:sp>
        <p:nvSpPr>
          <p:cNvPr id="10" name="line_009">
            <a:extLst>
              <a:ext uri="{FF2B5EF4-FFF2-40B4-BE49-F238E27FC236}">
                <ns2:creationId id="{3D0E2A87-26FB-4A9B-ADE3-7D907EB11967}"/>
              </a:ext>
            </a:extLst>
          </p:cNvPr>
          <p:cNvSpPr>
            <a:spLocks noGrp="1"/>
          </p:cNvSpPr>
          <p:nvPr/>
        </p:nvSpPr>
        <p:spPr>
          <a:xfrm>
            <a:off x="2650576" y="5286375"/>
            <a:ext cx="95" cy="38100"/>
          </a:xfrm>
          <a:custGeom>
            <a:pathLst>
              <a:path w="95" h="38100">
                <a:moveTo>
                  <a:pt x="0" y="0"/>
                </a:moveTo>
                <a:lnTo>
                  <a:pt x="0" y="38100"/>
                </a:lnTo>
              </a:path>
            </a:pathLst>
          </a:custGeom>
          <a:noFill/>
          <a:ln w="7620">
            <a:solidFill>
              <a:srgbClr val="65727C"/>
            </a:solidFill>
            <a:prstDash val="solid"/>
          </a:ln>
        </p:spPr>
      </p:sp>
      <p:sp>
        <p:nvSpPr>
          <p:cNvPr id="11" name="text_010">
            <a:extLst>
              <a:ext uri="{FF2B5EF4-FFF2-40B4-BE49-F238E27FC236}">
                <ns2:creationId id="{0CE2196A-F001-469B-8CB4-38D456B5F27F}"/>
              </a:ext>
            </a:extLst>
          </p:cNvPr>
          <p:cNvSpPr>
            <a:spLocks noGrp="1"/>
          </p:cNvSpPr>
          <p:nvPr/>
        </p:nvSpPr>
        <p:spPr>
          <a:xfrm rot="0">
            <a:off x="2441026" y="5343525"/>
            <a:ext cx="419100" cy="219075"/>
          </a:xfrm>
          <a:prstGeom prst="rect">
            <a:avLst/>
          </a:prstGeom>
          <a:noFill/>
          <a:ln w="0">
            <a:noFill/>
            <a:prstDash val="solid"/>
          </a:ln>
        </p:spPr>
        <p:txBody>
          <a:bodyPr wrap="none" lIns="0" tIns="0" rIns="0" bIns="0" anchor="t">
            <a:noAutofit/>
          </a:bodyPr>
          <a:lstStyle>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a:pPr algn="ctr">
              <a:defRPr sz="1125" b="0">
                <a:solidFill>
                  <a:srgbClr val="000000"/>
                </a:solidFill>
                <a:latin typeface="Arial"/>
                <a:ea typeface="Arial"/>
                <a:cs typeface="Arial"/>
              </a:defRPr>
            </a:pPr>
            <a:r>
              <a:rPr sz="1125" b="0">
                <a:solidFill>
                  <a:srgbClr val="000000"/>
                </a:solidFill>
                <a:latin typeface="Arial"/>
                <a:ea typeface="Arial"/>
                <a:cs typeface="Arial"/>
              </a:rPr>
              <a:t>154 E</a:t>
            </a:r>
          </a:p>
        </p:txBody>
      </p:sp>
      <p:sp>
        <p:nvSpPr>
          <p:cNvPr id="12" name="line_011">
            <a:extLst>
              <a:ext uri="{FF2B5EF4-FFF2-40B4-BE49-F238E27FC236}">
                <ns2:creationId id="{55D2B453-CE0C-48C6-AC99-B6204C7B70A8}"/>
              </a:ext>
            </a:extLst>
          </p:cNvPr>
          <p:cNvSpPr>
            <a:spLocks noGrp="1"/>
          </p:cNvSpPr>
          <p:nvPr/>
        </p:nvSpPr>
        <p:spPr>
          <a:xfrm>
            <a:off x="533400" y="3383778"/>
            <a:ext cx="38100" cy="95"/>
          </a:xfrm>
          <a:custGeom>
            <a:pathLst>
              <a:path w="38100" h="95">
                <a:moveTo>
                  <a:pt x="0" y="0"/>
                </a:moveTo>
                <a:lnTo>
                  <a:pt x="38100" y="0"/>
                </a:lnTo>
              </a:path>
            </a:pathLst>
          </a:custGeom>
          <a:noFill/>
          <a:ln w="7620">
            <a:solidFill>
              <a:srgbClr val="65727C"/>
            </a:solidFill>
            <a:prstDash val="solid"/>
          </a:ln>
        </p:spPr>
      </p:sp>
      <p:sp>
        <p:nvSpPr>
          <p:cNvPr id="13" name="text_012">
            <a:extLst>
              <a:ext uri="{FF2B5EF4-FFF2-40B4-BE49-F238E27FC236}">
                <ns2:creationId id="{AD71C903-79AD-4CC3-8B0C-6062113ABF6B}"/>
              </a:ext>
            </a:extLst>
          </p:cNvPr>
          <p:cNvSpPr>
            <a:spLocks noGrp="1"/>
          </p:cNvSpPr>
          <p:nvPr/>
        </p:nvSpPr>
        <p:spPr>
          <a:xfrm rot="0">
            <a:off x="104775" y="3298053"/>
            <a:ext cx="381000" cy="219075"/>
          </a:xfrm>
          <a:prstGeom prst="rect">
            <a:avLst/>
          </a:prstGeom>
          <a:noFill/>
          <a:ln w="0">
            <a:noFill/>
            <a:prstDash val="solid"/>
          </a:ln>
        </p:spPr>
        <p:txBody>
          <a:bodyPr wrap="none" lIns="0" tIns="0" rIns="0" bIns="0" anchor="t">
            <a:noAutofit/>
          </a:bodyPr>
          <a:lstStyle>
            <a:defPPr algn="r">
              <a:defRPr sz="1125" b="0">
                <a:solidFill>
                  <a:srgbClr val="000000"/>
                </a:solidFill>
                <a:latin typeface="Arial"/>
                <a:ea typeface="Arial"/>
                <a:cs typeface="Arial"/>
              </a:defRPr>
            </a:defPPr>
            <a:lvl1pPr algn="r">
              <a:defRPr sz="1125" b="0">
                <a:solidFill>
                  <a:srgbClr val="000000"/>
                </a:solidFill>
                <a:latin typeface="Arial"/>
                <a:ea typeface="Arial"/>
                <a:cs typeface="Arial"/>
              </a:defRPr>
            </a:lvl1pPr>
            <a:lvl2pPr algn="r">
              <a:defRPr sz="1125" b="0">
                <a:solidFill>
                  <a:srgbClr val="000000"/>
                </a:solidFill>
                <a:latin typeface="Arial"/>
                <a:ea typeface="Arial"/>
                <a:cs typeface="Arial"/>
              </a:defRPr>
            </a:lvl2pPr>
            <a:lvl3pPr algn="r">
              <a:defRPr sz="1125" b="0">
                <a:solidFill>
                  <a:srgbClr val="000000"/>
                </a:solidFill>
                <a:latin typeface="Arial"/>
                <a:ea typeface="Arial"/>
                <a:cs typeface="Arial"/>
              </a:defRPr>
            </a:lvl3pPr>
            <a:lvl4pPr algn="r">
              <a:defRPr sz="1125" b="0">
                <a:solidFill>
                  <a:srgbClr val="000000"/>
                </a:solidFill>
                <a:latin typeface="Arial"/>
                <a:ea typeface="Arial"/>
                <a:cs typeface="Arial"/>
              </a:defRPr>
            </a:lvl4pPr>
            <a:lvl5pPr algn="r">
              <a:defRPr sz="1125" b="0">
                <a:solidFill>
                  <a:srgbClr val="000000"/>
                </a:solidFill>
                <a:latin typeface="Arial"/>
                <a:ea typeface="Arial"/>
                <a:cs typeface="Arial"/>
              </a:defRPr>
            </a:lvl5pPr>
            <a:lvl6pPr algn="r">
              <a:defRPr sz="1125" b="0">
                <a:solidFill>
                  <a:srgbClr val="000000"/>
                </a:solidFill>
                <a:latin typeface="Arial"/>
                <a:ea typeface="Arial"/>
                <a:cs typeface="Arial"/>
              </a:defRPr>
            </a:lvl6pPr>
            <a:lvl7pPr algn="r">
              <a:defRPr sz="1125" b="0">
                <a:solidFill>
                  <a:srgbClr val="000000"/>
                </a:solidFill>
                <a:latin typeface="Arial"/>
                <a:ea typeface="Arial"/>
                <a:cs typeface="Arial"/>
              </a:defRPr>
            </a:lvl7pPr>
            <a:lvl8pPr algn="r">
              <a:defRPr sz="1125" b="0">
                <a:solidFill>
                  <a:srgbClr val="000000"/>
                </a:solidFill>
                <a:latin typeface="Arial"/>
                <a:ea typeface="Arial"/>
                <a:cs typeface="Arial"/>
              </a:defRPr>
            </a:lvl8pPr>
            <a:lvl9pPr algn="r">
              <a:defRPr sz="1125" b="0">
                <a:solidFill>
                  <a:srgbClr val="000000"/>
                </a:solidFill>
                <a:latin typeface="Arial"/>
                <a:ea typeface="Arial"/>
                <a:cs typeface="Arial"/>
              </a:defRPr>
            </a:lvl9pPr>
          </a:lstStyle>
          <a:p>
            <a:pPr algn="r">
              <a:defRPr sz="1125" b="0">
                <a:solidFill>
                  <a:srgbClr val="000000"/>
                </a:solidFill>
                <a:latin typeface="Arial"/>
                <a:ea typeface="Arial"/>
                <a:cs typeface="Arial"/>
              </a:defRPr>
            </a:pPr>
            <a:r>
              <a:rPr sz="1125" b="0">
                <a:solidFill>
                  <a:srgbClr val="000000"/>
                </a:solidFill>
                <a:latin typeface="Arial"/>
                <a:ea typeface="Arial"/>
                <a:cs typeface="Arial"/>
              </a:rPr>
              <a:t>28 S</a:t>
            </a:r>
          </a:p>
        </p:txBody>
      </p:sp>
      <p:sp>
        <p:nvSpPr>
          <p:cNvPr id="14" name="line_013">
            <a:extLst>
              <a:ext uri="{FF2B5EF4-FFF2-40B4-BE49-F238E27FC236}">
                <ns2:creationId id="{A85FE3A4-F936-4248-92A4-EEA84B18BDC4}"/>
              </a:ext>
            </a:extLst>
          </p:cNvPr>
          <p:cNvSpPr>
            <a:spLocks noGrp="1"/>
          </p:cNvSpPr>
          <p:nvPr/>
        </p:nvSpPr>
        <p:spPr>
          <a:xfrm>
            <a:off x="533400" y="4097604"/>
            <a:ext cx="38100" cy="95"/>
          </a:xfrm>
          <a:custGeom>
            <a:pathLst>
              <a:path w="38100" h="95">
                <a:moveTo>
                  <a:pt x="0" y="0"/>
                </a:moveTo>
                <a:lnTo>
                  <a:pt x="38100" y="0"/>
                </a:lnTo>
              </a:path>
            </a:pathLst>
          </a:custGeom>
          <a:noFill/>
          <a:ln w="7620">
            <a:solidFill>
              <a:srgbClr val="65727C"/>
            </a:solidFill>
            <a:prstDash val="solid"/>
          </a:ln>
        </p:spPr>
      </p:sp>
      <p:sp>
        <p:nvSpPr>
          <p:cNvPr id="15" name="text_014">
            <a:extLst>
              <a:ext uri="{FF2B5EF4-FFF2-40B4-BE49-F238E27FC236}">
                <ns2:creationId id="{82DB9AFD-64AF-4AE9-8528-6F08F1BCCC6F}"/>
              </a:ext>
            </a:extLst>
          </p:cNvPr>
          <p:cNvSpPr>
            <a:spLocks noGrp="1"/>
          </p:cNvSpPr>
          <p:nvPr/>
        </p:nvSpPr>
        <p:spPr>
          <a:xfrm rot="0">
            <a:off x="104775" y="4011879"/>
            <a:ext cx="381000" cy="219075"/>
          </a:xfrm>
          <a:prstGeom prst="rect">
            <a:avLst/>
          </a:prstGeom>
          <a:noFill/>
          <a:ln w="0">
            <a:noFill/>
            <a:prstDash val="solid"/>
          </a:ln>
        </p:spPr>
        <p:txBody>
          <a:bodyPr wrap="none" lIns="0" tIns="0" rIns="0" bIns="0" anchor="t">
            <a:noAutofit/>
          </a:bodyPr>
          <a:lstStyle>
            <a:defPPr algn="r">
              <a:defRPr sz="1125" b="0">
                <a:solidFill>
                  <a:srgbClr val="000000"/>
                </a:solidFill>
                <a:latin typeface="Arial"/>
                <a:ea typeface="Arial"/>
                <a:cs typeface="Arial"/>
              </a:defRPr>
            </a:defPPr>
            <a:lvl1pPr algn="r">
              <a:defRPr sz="1125" b="0">
                <a:solidFill>
                  <a:srgbClr val="000000"/>
                </a:solidFill>
                <a:latin typeface="Arial"/>
                <a:ea typeface="Arial"/>
                <a:cs typeface="Arial"/>
              </a:defRPr>
            </a:lvl1pPr>
            <a:lvl2pPr algn="r">
              <a:defRPr sz="1125" b="0">
                <a:solidFill>
                  <a:srgbClr val="000000"/>
                </a:solidFill>
                <a:latin typeface="Arial"/>
                <a:ea typeface="Arial"/>
                <a:cs typeface="Arial"/>
              </a:defRPr>
            </a:lvl2pPr>
            <a:lvl3pPr algn="r">
              <a:defRPr sz="1125" b="0">
                <a:solidFill>
                  <a:srgbClr val="000000"/>
                </a:solidFill>
                <a:latin typeface="Arial"/>
                <a:ea typeface="Arial"/>
                <a:cs typeface="Arial"/>
              </a:defRPr>
            </a:lvl3pPr>
            <a:lvl4pPr algn="r">
              <a:defRPr sz="1125" b="0">
                <a:solidFill>
                  <a:srgbClr val="000000"/>
                </a:solidFill>
                <a:latin typeface="Arial"/>
                <a:ea typeface="Arial"/>
                <a:cs typeface="Arial"/>
              </a:defRPr>
            </a:lvl4pPr>
            <a:lvl5pPr algn="r">
              <a:defRPr sz="1125" b="0">
                <a:solidFill>
                  <a:srgbClr val="000000"/>
                </a:solidFill>
                <a:latin typeface="Arial"/>
                <a:ea typeface="Arial"/>
                <a:cs typeface="Arial"/>
              </a:defRPr>
            </a:lvl5pPr>
            <a:lvl6pPr algn="r">
              <a:defRPr sz="1125" b="0">
                <a:solidFill>
                  <a:srgbClr val="000000"/>
                </a:solidFill>
                <a:latin typeface="Arial"/>
                <a:ea typeface="Arial"/>
                <a:cs typeface="Arial"/>
              </a:defRPr>
            </a:lvl6pPr>
            <a:lvl7pPr algn="r">
              <a:defRPr sz="1125" b="0">
                <a:solidFill>
                  <a:srgbClr val="000000"/>
                </a:solidFill>
                <a:latin typeface="Arial"/>
                <a:ea typeface="Arial"/>
                <a:cs typeface="Arial"/>
              </a:defRPr>
            </a:lvl7pPr>
            <a:lvl8pPr algn="r">
              <a:defRPr sz="1125" b="0">
                <a:solidFill>
                  <a:srgbClr val="000000"/>
                </a:solidFill>
                <a:latin typeface="Arial"/>
                <a:ea typeface="Arial"/>
                <a:cs typeface="Arial"/>
              </a:defRPr>
            </a:lvl8pPr>
            <a:lvl9pPr algn="r">
              <a:defRPr sz="1125" b="0">
                <a:solidFill>
                  <a:srgbClr val="000000"/>
                </a:solidFill>
                <a:latin typeface="Arial"/>
                <a:ea typeface="Arial"/>
                <a:cs typeface="Arial"/>
              </a:defRPr>
            </a:lvl9pPr>
          </a:lstStyle>
          <a:p>
            <a:pPr algn="r">
              <a:defRPr sz="1125" b="0">
                <a:solidFill>
                  <a:srgbClr val="000000"/>
                </a:solidFill>
                <a:latin typeface="Arial"/>
                <a:ea typeface="Arial"/>
                <a:cs typeface="Arial"/>
              </a:defRPr>
            </a:pPr>
            <a:r>
              <a:rPr sz="1125" b="0">
                <a:solidFill>
                  <a:srgbClr val="000000"/>
                </a:solidFill>
                <a:latin typeface="Arial"/>
                <a:ea typeface="Arial"/>
                <a:cs typeface="Arial"/>
              </a:rPr>
              <a:t>32 S</a:t>
            </a:r>
          </a:p>
        </p:txBody>
      </p:sp>
      <p:sp>
        <p:nvSpPr>
          <p:cNvPr id="16" name="line_015">
            <a:extLst>
              <a:ext uri="{FF2B5EF4-FFF2-40B4-BE49-F238E27FC236}">
                <ns2:creationId id="{4CFF94A2-42EB-41E6-928E-8CBE0F469782}"/>
              </a:ext>
            </a:extLst>
          </p:cNvPr>
          <p:cNvSpPr>
            <a:spLocks noGrp="1"/>
          </p:cNvSpPr>
          <p:nvPr/>
        </p:nvSpPr>
        <p:spPr>
          <a:xfrm>
            <a:off x="533400" y="4811430"/>
            <a:ext cx="38100" cy="95"/>
          </a:xfrm>
          <a:custGeom>
            <a:pathLst>
              <a:path w="38100" h="95">
                <a:moveTo>
                  <a:pt x="0" y="0"/>
                </a:moveTo>
                <a:lnTo>
                  <a:pt x="38100" y="0"/>
                </a:lnTo>
              </a:path>
            </a:pathLst>
          </a:custGeom>
          <a:noFill/>
          <a:ln w="7620">
            <a:solidFill>
              <a:srgbClr val="65727C"/>
            </a:solidFill>
            <a:prstDash val="solid"/>
          </a:ln>
        </p:spPr>
      </p:sp>
      <p:sp>
        <p:nvSpPr>
          <p:cNvPr id="17" name="text_016">
            <a:extLst>
              <a:ext uri="{FF2B5EF4-FFF2-40B4-BE49-F238E27FC236}">
                <ns2:creationId id="{98F42BE9-0FC9-4D86-8A82-6C70566EA49E}"/>
              </a:ext>
            </a:extLst>
          </p:cNvPr>
          <p:cNvSpPr>
            <a:spLocks noGrp="1"/>
          </p:cNvSpPr>
          <p:nvPr/>
        </p:nvSpPr>
        <p:spPr>
          <a:xfrm rot="0">
            <a:off x="104775" y="4725705"/>
            <a:ext cx="381000" cy="219075"/>
          </a:xfrm>
          <a:prstGeom prst="rect">
            <a:avLst/>
          </a:prstGeom>
          <a:noFill/>
          <a:ln w="0">
            <a:noFill/>
            <a:prstDash val="solid"/>
          </a:ln>
        </p:spPr>
        <p:txBody>
          <a:bodyPr wrap="none" lIns="0" tIns="0" rIns="0" bIns="0" anchor="t">
            <a:noAutofit/>
          </a:bodyPr>
          <a:lstStyle>
            <a:defPPr algn="r">
              <a:defRPr sz="1125" b="0">
                <a:solidFill>
                  <a:srgbClr val="000000"/>
                </a:solidFill>
                <a:latin typeface="Arial"/>
                <a:ea typeface="Arial"/>
                <a:cs typeface="Arial"/>
              </a:defRPr>
            </a:defPPr>
            <a:lvl1pPr algn="r">
              <a:defRPr sz="1125" b="0">
                <a:solidFill>
                  <a:srgbClr val="000000"/>
                </a:solidFill>
                <a:latin typeface="Arial"/>
                <a:ea typeface="Arial"/>
                <a:cs typeface="Arial"/>
              </a:defRPr>
            </a:lvl1pPr>
            <a:lvl2pPr algn="r">
              <a:defRPr sz="1125" b="0">
                <a:solidFill>
                  <a:srgbClr val="000000"/>
                </a:solidFill>
                <a:latin typeface="Arial"/>
                <a:ea typeface="Arial"/>
                <a:cs typeface="Arial"/>
              </a:defRPr>
            </a:lvl2pPr>
            <a:lvl3pPr algn="r">
              <a:defRPr sz="1125" b="0">
                <a:solidFill>
                  <a:srgbClr val="000000"/>
                </a:solidFill>
                <a:latin typeface="Arial"/>
                <a:ea typeface="Arial"/>
                <a:cs typeface="Arial"/>
              </a:defRPr>
            </a:lvl3pPr>
            <a:lvl4pPr algn="r">
              <a:defRPr sz="1125" b="0">
                <a:solidFill>
                  <a:srgbClr val="000000"/>
                </a:solidFill>
                <a:latin typeface="Arial"/>
                <a:ea typeface="Arial"/>
                <a:cs typeface="Arial"/>
              </a:defRPr>
            </a:lvl4pPr>
            <a:lvl5pPr algn="r">
              <a:defRPr sz="1125" b="0">
                <a:solidFill>
                  <a:srgbClr val="000000"/>
                </a:solidFill>
                <a:latin typeface="Arial"/>
                <a:ea typeface="Arial"/>
                <a:cs typeface="Arial"/>
              </a:defRPr>
            </a:lvl5pPr>
            <a:lvl6pPr algn="r">
              <a:defRPr sz="1125" b="0">
                <a:solidFill>
                  <a:srgbClr val="000000"/>
                </a:solidFill>
                <a:latin typeface="Arial"/>
                <a:ea typeface="Arial"/>
                <a:cs typeface="Arial"/>
              </a:defRPr>
            </a:lvl6pPr>
            <a:lvl7pPr algn="r">
              <a:defRPr sz="1125" b="0">
                <a:solidFill>
                  <a:srgbClr val="000000"/>
                </a:solidFill>
                <a:latin typeface="Arial"/>
                <a:ea typeface="Arial"/>
                <a:cs typeface="Arial"/>
              </a:defRPr>
            </a:lvl7pPr>
            <a:lvl8pPr algn="r">
              <a:defRPr sz="1125" b="0">
                <a:solidFill>
                  <a:srgbClr val="000000"/>
                </a:solidFill>
                <a:latin typeface="Arial"/>
                <a:ea typeface="Arial"/>
                <a:cs typeface="Arial"/>
              </a:defRPr>
            </a:lvl8pPr>
            <a:lvl9pPr algn="r">
              <a:defRPr sz="1125" b="0">
                <a:solidFill>
                  <a:srgbClr val="000000"/>
                </a:solidFill>
                <a:latin typeface="Arial"/>
                <a:ea typeface="Arial"/>
                <a:cs typeface="Arial"/>
              </a:defRPr>
            </a:lvl9pPr>
          </a:lstStyle>
          <a:p>
            <a:pPr algn="r">
              <a:defRPr sz="1125" b="0">
                <a:solidFill>
                  <a:srgbClr val="000000"/>
                </a:solidFill>
                <a:latin typeface="Arial"/>
                <a:ea typeface="Arial"/>
                <a:cs typeface="Arial"/>
              </a:defRPr>
            </a:pPr>
            <a:r>
              <a:rPr sz="1125" b="0">
                <a:solidFill>
                  <a:srgbClr val="000000"/>
                </a:solidFill>
                <a:latin typeface="Arial"/>
                <a:ea typeface="Arial"/>
                <a:cs typeface="Arial"/>
              </a:rPr>
              <a:t>36 S</a:t>
            </a:r>
          </a:p>
        </p:txBody>
      </p:sp>
      <p:sp>
        <p:nvSpPr>
          <p:cNvPr id="18" name="text_017">
            <a:extLst>
              <a:ext uri="{FF2B5EF4-FFF2-40B4-BE49-F238E27FC236}">
                <ns2:creationId id="{F886DA29-D44B-4EB1-A564-85053622C463}"/>
              </a:ext>
            </a:extLst>
          </p:cNvPr>
          <p:cNvSpPr>
            <a:spLocks noGrp="1"/>
          </p:cNvSpPr>
          <p:nvPr/>
        </p:nvSpPr>
        <p:spPr>
          <a:xfrm rot="0">
            <a:off x="919383" y="3377756"/>
            <a:ext cx="428625" cy="190500"/>
          </a:xfrm>
          <a:prstGeom prst="rect">
            <a:avLst/>
          </a:prstGeom>
          <a:noFill/>
          <a:ln w="0">
            <a:noFill/>
            <a:prstDash val="solid"/>
          </a:ln>
        </p:spPr>
        <p:txBody>
          <a:bodyPr wrap="none" lIns="0" tIns="0" rIns="0" bIns="0" anchor="t">
            <a:noAutofit/>
          </a:bodyPr>
          <a:lstStyle>
            <a:defPPr algn="l">
              <a:defRPr sz="900" b="0">
                <a:solidFill>
                  <a:srgbClr val="65727C"/>
                </a:solidFill>
                <a:latin typeface="Arial"/>
                <a:ea typeface="Arial"/>
                <a:cs typeface="Arial"/>
              </a:defRPr>
            </a:defPPr>
            <a:lvl1pPr algn="l">
              <a:defRPr sz="900" b="0">
                <a:solidFill>
                  <a:srgbClr val="65727C"/>
                </a:solidFill>
                <a:latin typeface="Arial"/>
                <a:ea typeface="Arial"/>
                <a:cs typeface="Arial"/>
              </a:defRPr>
            </a:lvl1pPr>
            <a:lvl2pPr algn="l">
              <a:defRPr sz="900" b="0">
                <a:solidFill>
                  <a:srgbClr val="65727C"/>
                </a:solidFill>
                <a:latin typeface="Arial"/>
                <a:ea typeface="Arial"/>
                <a:cs typeface="Arial"/>
              </a:defRPr>
            </a:lvl2pPr>
            <a:lvl3pPr algn="l">
              <a:defRPr sz="900" b="0">
                <a:solidFill>
                  <a:srgbClr val="65727C"/>
                </a:solidFill>
                <a:latin typeface="Arial"/>
                <a:ea typeface="Arial"/>
                <a:cs typeface="Arial"/>
              </a:defRPr>
            </a:lvl3pPr>
            <a:lvl4pPr algn="l">
              <a:defRPr sz="900" b="0">
                <a:solidFill>
                  <a:srgbClr val="65727C"/>
                </a:solidFill>
                <a:latin typeface="Arial"/>
                <a:ea typeface="Arial"/>
                <a:cs typeface="Arial"/>
              </a:defRPr>
            </a:lvl4pPr>
            <a:lvl5pPr algn="l">
              <a:defRPr sz="900" b="0">
                <a:solidFill>
                  <a:srgbClr val="65727C"/>
                </a:solidFill>
                <a:latin typeface="Arial"/>
                <a:ea typeface="Arial"/>
                <a:cs typeface="Arial"/>
              </a:defRPr>
            </a:lvl5pPr>
            <a:lvl6pPr algn="l">
              <a:defRPr sz="900" b="0">
                <a:solidFill>
                  <a:srgbClr val="65727C"/>
                </a:solidFill>
                <a:latin typeface="Arial"/>
                <a:ea typeface="Arial"/>
                <a:cs typeface="Arial"/>
              </a:defRPr>
            </a:lvl6pPr>
            <a:lvl7pPr algn="l">
              <a:defRPr sz="900" b="0">
                <a:solidFill>
                  <a:srgbClr val="65727C"/>
                </a:solidFill>
                <a:latin typeface="Arial"/>
                <a:ea typeface="Arial"/>
                <a:cs typeface="Arial"/>
              </a:defRPr>
            </a:lvl7pPr>
            <a:lvl8pPr algn="l">
              <a:defRPr sz="900" b="0">
                <a:solidFill>
                  <a:srgbClr val="65727C"/>
                </a:solidFill>
                <a:latin typeface="Arial"/>
                <a:ea typeface="Arial"/>
                <a:cs typeface="Arial"/>
              </a:defRPr>
            </a:lvl8pPr>
            <a:lvl9pPr algn="l">
              <a:defRPr sz="900" b="0">
                <a:solidFill>
                  <a:srgbClr val="65727C"/>
                </a:solidFill>
                <a:latin typeface="Arial"/>
                <a:ea typeface="Arial"/>
                <a:cs typeface="Arial"/>
              </a:defRPr>
            </a:lvl9pPr>
          </a:lstStyle>
          <a:p>
            <a:pPr algn="l">
              <a:defRPr sz="900" b="0">
                <a:solidFill>
                  <a:srgbClr val="65727C"/>
                </a:solidFill>
                <a:latin typeface="Arial"/>
                <a:ea typeface="Arial"/>
                <a:cs typeface="Arial"/>
              </a:defRPr>
            </a:pPr>
            <a:r>
              <a:rPr sz="900" b="0">
                <a:solidFill>
                  <a:srgbClr val="65727C"/>
                </a:solidFill>
                <a:latin typeface="Arial"/>
                <a:ea typeface="Arial"/>
                <a:cs typeface="Arial"/>
              </a:rPr>
              <a:t>QLD</a:t>
            </a:r>
          </a:p>
        </p:txBody>
      </p:sp>
      <p:sp>
        <p:nvSpPr>
          <p:cNvPr id="19" name="text_018">
            <a:extLst>
              <a:ext uri="{FF2B5EF4-FFF2-40B4-BE49-F238E27FC236}">
                <ns2:creationId id="{380B95C5-2139-45F6-AEB2-D0BA8CB7B382}"/>
              </a:ext>
            </a:extLst>
          </p:cNvPr>
          <p:cNvSpPr>
            <a:spLocks noGrp="1"/>
          </p:cNvSpPr>
          <p:nvPr/>
        </p:nvSpPr>
        <p:spPr>
          <a:xfrm rot="0">
            <a:off x="919383" y="4234347"/>
            <a:ext cx="428625" cy="190500"/>
          </a:xfrm>
          <a:prstGeom prst="rect">
            <a:avLst/>
          </a:prstGeom>
          <a:noFill/>
          <a:ln w="0">
            <a:noFill/>
            <a:prstDash val="solid"/>
          </a:ln>
        </p:spPr>
        <p:txBody>
          <a:bodyPr wrap="none" lIns="0" tIns="0" rIns="0" bIns="0" anchor="t">
            <a:noAutofit/>
          </a:bodyPr>
          <a:lstStyle>
            <a:defPPr algn="l">
              <a:defRPr sz="900" b="0">
                <a:solidFill>
                  <a:srgbClr val="65727C"/>
                </a:solidFill>
                <a:latin typeface="Arial"/>
                <a:ea typeface="Arial"/>
                <a:cs typeface="Arial"/>
              </a:defRPr>
            </a:defPPr>
            <a:lvl1pPr algn="l">
              <a:defRPr sz="900" b="0">
                <a:solidFill>
                  <a:srgbClr val="65727C"/>
                </a:solidFill>
                <a:latin typeface="Arial"/>
                <a:ea typeface="Arial"/>
                <a:cs typeface="Arial"/>
              </a:defRPr>
            </a:lvl1pPr>
            <a:lvl2pPr algn="l">
              <a:defRPr sz="900" b="0">
                <a:solidFill>
                  <a:srgbClr val="65727C"/>
                </a:solidFill>
                <a:latin typeface="Arial"/>
                <a:ea typeface="Arial"/>
                <a:cs typeface="Arial"/>
              </a:defRPr>
            </a:lvl2pPr>
            <a:lvl3pPr algn="l">
              <a:defRPr sz="900" b="0">
                <a:solidFill>
                  <a:srgbClr val="65727C"/>
                </a:solidFill>
                <a:latin typeface="Arial"/>
                <a:ea typeface="Arial"/>
                <a:cs typeface="Arial"/>
              </a:defRPr>
            </a:lvl3pPr>
            <a:lvl4pPr algn="l">
              <a:defRPr sz="900" b="0">
                <a:solidFill>
                  <a:srgbClr val="65727C"/>
                </a:solidFill>
                <a:latin typeface="Arial"/>
                <a:ea typeface="Arial"/>
                <a:cs typeface="Arial"/>
              </a:defRPr>
            </a:lvl4pPr>
            <a:lvl5pPr algn="l">
              <a:defRPr sz="900" b="0">
                <a:solidFill>
                  <a:srgbClr val="65727C"/>
                </a:solidFill>
                <a:latin typeface="Arial"/>
                <a:ea typeface="Arial"/>
                <a:cs typeface="Arial"/>
              </a:defRPr>
            </a:lvl5pPr>
            <a:lvl6pPr algn="l">
              <a:defRPr sz="900" b="0">
                <a:solidFill>
                  <a:srgbClr val="65727C"/>
                </a:solidFill>
                <a:latin typeface="Arial"/>
                <a:ea typeface="Arial"/>
                <a:cs typeface="Arial"/>
              </a:defRPr>
            </a:lvl6pPr>
            <a:lvl7pPr algn="l">
              <a:defRPr sz="900" b="0">
                <a:solidFill>
                  <a:srgbClr val="65727C"/>
                </a:solidFill>
                <a:latin typeface="Arial"/>
                <a:ea typeface="Arial"/>
                <a:cs typeface="Arial"/>
              </a:defRPr>
            </a:lvl7pPr>
            <a:lvl8pPr algn="l">
              <a:defRPr sz="900" b="0">
                <a:solidFill>
                  <a:srgbClr val="65727C"/>
                </a:solidFill>
                <a:latin typeface="Arial"/>
                <a:ea typeface="Arial"/>
                <a:cs typeface="Arial"/>
              </a:defRPr>
            </a:lvl8pPr>
            <a:lvl9pPr algn="l">
              <a:defRPr sz="900" b="0">
                <a:solidFill>
                  <a:srgbClr val="65727C"/>
                </a:solidFill>
                <a:latin typeface="Arial"/>
                <a:ea typeface="Arial"/>
                <a:cs typeface="Arial"/>
              </a:defRPr>
            </a:lvl9pPr>
          </a:lstStyle>
          <a:p>
            <a:pPr algn="l">
              <a:defRPr sz="900" b="0">
                <a:solidFill>
                  <a:srgbClr val="65727C"/>
                </a:solidFill>
                <a:latin typeface="Arial"/>
                <a:ea typeface="Arial"/>
                <a:cs typeface="Arial"/>
              </a:defRPr>
            </a:pPr>
            <a:r>
              <a:rPr sz="900" b="0">
                <a:solidFill>
                  <a:srgbClr val="65727C"/>
                </a:solidFill>
                <a:latin typeface="Arial"/>
                <a:ea typeface="Arial"/>
                <a:cs typeface="Arial"/>
              </a:rPr>
              <a:t>NSW</a:t>
            </a:r>
          </a:p>
        </p:txBody>
      </p:sp>
      <p:sp>
        <p:nvSpPr>
          <p:cNvPr id="20" name="text_019">
            <a:extLst>
              <a:ext uri="{FF2B5EF4-FFF2-40B4-BE49-F238E27FC236}">
                <ns2:creationId id="{BA9DCC3F-F407-4830-BC4C-15B624D5B660}"/>
              </a:ext>
            </a:extLst>
          </p:cNvPr>
          <p:cNvSpPr>
            <a:spLocks noGrp="1"/>
          </p:cNvSpPr>
          <p:nvPr/>
        </p:nvSpPr>
        <p:spPr>
          <a:xfrm rot="0">
            <a:off x="783095" y="4966019"/>
            <a:ext cx="428625" cy="190500"/>
          </a:xfrm>
          <a:prstGeom prst="rect">
            <a:avLst/>
          </a:prstGeom>
          <a:noFill/>
          <a:ln w="0">
            <a:noFill/>
            <a:prstDash val="solid"/>
          </a:ln>
        </p:spPr>
        <p:txBody>
          <a:bodyPr wrap="none" lIns="0" tIns="0" rIns="0" bIns="0" anchor="t">
            <a:noAutofit/>
          </a:bodyPr>
          <a:lstStyle>
            <a:defPPr algn="l">
              <a:defRPr sz="900" b="0">
                <a:solidFill>
                  <a:srgbClr val="65727C"/>
                </a:solidFill>
                <a:latin typeface="Arial"/>
                <a:ea typeface="Arial"/>
                <a:cs typeface="Arial"/>
              </a:defRPr>
            </a:defPPr>
            <a:lvl1pPr algn="l">
              <a:defRPr sz="900" b="0">
                <a:solidFill>
                  <a:srgbClr val="65727C"/>
                </a:solidFill>
                <a:latin typeface="Arial"/>
                <a:ea typeface="Arial"/>
                <a:cs typeface="Arial"/>
              </a:defRPr>
            </a:lvl1pPr>
            <a:lvl2pPr algn="l">
              <a:defRPr sz="900" b="0">
                <a:solidFill>
                  <a:srgbClr val="65727C"/>
                </a:solidFill>
                <a:latin typeface="Arial"/>
                <a:ea typeface="Arial"/>
                <a:cs typeface="Arial"/>
              </a:defRPr>
            </a:lvl2pPr>
            <a:lvl3pPr algn="l">
              <a:defRPr sz="900" b="0">
                <a:solidFill>
                  <a:srgbClr val="65727C"/>
                </a:solidFill>
                <a:latin typeface="Arial"/>
                <a:ea typeface="Arial"/>
                <a:cs typeface="Arial"/>
              </a:defRPr>
            </a:lvl3pPr>
            <a:lvl4pPr algn="l">
              <a:defRPr sz="900" b="0">
                <a:solidFill>
                  <a:srgbClr val="65727C"/>
                </a:solidFill>
                <a:latin typeface="Arial"/>
                <a:ea typeface="Arial"/>
                <a:cs typeface="Arial"/>
              </a:defRPr>
            </a:lvl4pPr>
            <a:lvl5pPr algn="l">
              <a:defRPr sz="900" b="0">
                <a:solidFill>
                  <a:srgbClr val="65727C"/>
                </a:solidFill>
                <a:latin typeface="Arial"/>
                <a:ea typeface="Arial"/>
                <a:cs typeface="Arial"/>
              </a:defRPr>
            </a:lvl5pPr>
            <a:lvl6pPr algn="l">
              <a:defRPr sz="900" b="0">
                <a:solidFill>
                  <a:srgbClr val="65727C"/>
                </a:solidFill>
                <a:latin typeface="Arial"/>
                <a:ea typeface="Arial"/>
                <a:cs typeface="Arial"/>
              </a:defRPr>
            </a:lvl6pPr>
            <a:lvl7pPr algn="l">
              <a:defRPr sz="900" b="0">
                <a:solidFill>
                  <a:srgbClr val="65727C"/>
                </a:solidFill>
                <a:latin typeface="Arial"/>
                <a:ea typeface="Arial"/>
                <a:cs typeface="Arial"/>
              </a:defRPr>
            </a:lvl7pPr>
            <a:lvl8pPr algn="l">
              <a:defRPr sz="900" b="0">
                <a:solidFill>
                  <a:srgbClr val="65727C"/>
                </a:solidFill>
                <a:latin typeface="Arial"/>
                <a:ea typeface="Arial"/>
                <a:cs typeface="Arial"/>
              </a:defRPr>
            </a:lvl8pPr>
            <a:lvl9pPr algn="l">
              <a:defRPr sz="900" b="0">
                <a:solidFill>
                  <a:srgbClr val="65727C"/>
                </a:solidFill>
                <a:latin typeface="Arial"/>
                <a:ea typeface="Arial"/>
                <a:cs typeface="Arial"/>
              </a:defRPr>
            </a:lvl9pPr>
          </a:lstStyle>
          <a:p>
            <a:pPr algn="l">
              <a:defRPr sz="900" b="0">
                <a:solidFill>
                  <a:srgbClr val="65727C"/>
                </a:solidFill>
                <a:latin typeface="Arial"/>
                <a:ea typeface="Arial"/>
                <a:cs typeface="Arial"/>
              </a:defRPr>
            </a:pPr>
            <a:r>
              <a:rPr sz="900" b="0">
                <a:solidFill>
                  <a:srgbClr val="65727C"/>
                </a:solidFill>
                <a:latin typeface="Arial"/>
                <a:ea typeface="Arial"/>
                <a:cs typeface="Arial"/>
              </a:rPr>
              <a:t>VIC</a:t>
            </a:r>
          </a:p>
        </p:txBody>
      </p:sp>
      <p:sp>
        <p:nvSpPr>
          <p:cNvPr id="21" name="line_020">
            <a:extLst>
              <a:ext uri="{FF2B5EF4-FFF2-40B4-BE49-F238E27FC236}">
                <ns2:creationId id="{DF09E98B-5AEE-48FB-97FC-DFD244A8F318}"/>
              </a:ext>
            </a:extLst>
          </p:cNvPr>
          <p:cNvSpPr>
            <a:spLocks noGrp="1"/>
          </p:cNvSpPr>
          <p:nvPr/>
        </p:nvSpPr>
        <p:spPr>
          <a:xfrm>
            <a:off x="2229906" y="5143500"/>
            <a:ext cx="322794" cy="95"/>
          </a:xfrm>
          <a:custGeom>
            <a:pathLst>
              <a:path w="322794" h="95">
                <a:moveTo>
                  <a:pt x="0" y="0"/>
                </a:moveTo>
                <a:lnTo>
                  <a:pt x="322794" y="0"/>
                </a:lnTo>
              </a:path>
            </a:pathLst>
          </a:custGeom>
          <a:noFill/>
          <a:ln w="15240">
            <a:solidFill>
              <a:srgbClr val="000000"/>
            </a:solidFill>
            <a:prstDash val="solid"/>
          </a:ln>
        </p:spPr>
      </p:sp>
      <p:sp>
        <p:nvSpPr>
          <p:cNvPr id="22" name="line_021">
            <a:extLst>
              <a:ext uri="{FF2B5EF4-FFF2-40B4-BE49-F238E27FC236}">
                <ns2:creationId id="{211A2BD8-381A-4EF3-9A18-237BD5E52557}"/>
              </a:ext>
            </a:extLst>
          </p:cNvPr>
          <p:cNvSpPr>
            <a:spLocks noGrp="1"/>
          </p:cNvSpPr>
          <p:nvPr/>
        </p:nvSpPr>
        <p:spPr>
          <a:xfrm>
            <a:off x="2229906" y="5114925"/>
            <a:ext cx="95" cy="57150"/>
          </a:xfrm>
          <a:custGeom>
            <a:pathLst>
              <a:path w="95" h="57150">
                <a:moveTo>
                  <a:pt x="0" y="0"/>
                </a:moveTo>
                <a:lnTo>
                  <a:pt x="0" y="57150"/>
                </a:lnTo>
              </a:path>
            </a:pathLst>
          </a:custGeom>
          <a:noFill/>
          <a:ln w="12383">
            <a:solidFill>
              <a:srgbClr val="000000"/>
            </a:solidFill>
            <a:prstDash val="solid"/>
          </a:ln>
        </p:spPr>
      </p:sp>
      <p:sp>
        <p:nvSpPr>
          <p:cNvPr id="23" name="line_022">
            <a:extLst>
              <a:ext uri="{FF2B5EF4-FFF2-40B4-BE49-F238E27FC236}">
                <ns2:creationId id="{88ED6B44-1482-4F52-A47A-FA08EF2D810B}"/>
              </a:ext>
            </a:extLst>
          </p:cNvPr>
          <p:cNvSpPr>
            <a:spLocks noGrp="1"/>
          </p:cNvSpPr>
          <p:nvPr/>
        </p:nvSpPr>
        <p:spPr>
          <a:xfrm>
            <a:off x="2552700" y="5114925"/>
            <a:ext cx="95" cy="57150"/>
          </a:xfrm>
          <a:custGeom>
            <a:pathLst>
              <a:path w="95" h="57150">
                <a:moveTo>
                  <a:pt x="0" y="0"/>
                </a:moveTo>
                <a:lnTo>
                  <a:pt x="0" y="57150"/>
                </a:lnTo>
              </a:path>
            </a:pathLst>
          </a:custGeom>
          <a:noFill/>
          <a:ln w="12383">
            <a:solidFill>
              <a:srgbClr val="000000"/>
            </a:solidFill>
            <a:prstDash val="solid"/>
          </a:ln>
        </p:spPr>
      </p:sp>
      <p:sp>
        <p:nvSpPr>
          <p:cNvPr id="24" name="text_023">
            <a:extLst>
              <a:ext uri="{FF2B5EF4-FFF2-40B4-BE49-F238E27FC236}">
                <ns2:creationId id="{D9719C74-EA56-4701-A5A2-F741C99ADB4A}"/>
              </a:ext>
            </a:extLst>
          </p:cNvPr>
          <p:cNvSpPr>
            <a:spLocks noGrp="1"/>
          </p:cNvSpPr>
          <p:nvPr/>
        </p:nvSpPr>
        <p:spPr>
          <a:xfrm rot="0">
            <a:off x="2163231" y="4943475"/>
            <a:ext cx="456144" cy="200025"/>
          </a:xfrm>
          <a:prstGeom prst="rect">
            <a:avLst/>
          </a:prstGeom>
          <a:noFill/>
          <a:ln w="0">
            <a:noFill/>
            <a:prstDash val="solid"/>
          </a:ln>
        </p:spPr>
        <p:txBody>
          <a:bodyPr wrap="none" lIns="0" tIns="0" rIns="0" bIns="0" anchor="t">
            <a:noAutofit/>
          </a:bodyPr>
          <a:lstStyle>
            <a:defPPr algn="ctr">
              <a:defRPr sz="900" b="0">
                <a:solidFill>
                  <a:srgbClr val="000000"/>
                </a:solidFill>
                <a:latin typeface="Arial"/>
                <a:ea typeface="Arial"/>
                <a:cs typeface="Arial"/>
              </a:defRPr>
            </a:defPPr>
            <a:lvl1pPr algn="ctr">
              <a:defRPr sz="900" b="0">
                <a:solidFill>
                  <a:srgbClr val="000000"/>
                </a:solidFill>
                <a:latin typeface="Arial"/>
                <a:ea typeface="Arial"/>
                <a:cs typeface="Arial"/>
              </a:defRPr>
            </a:lvl1pPr>
            <a:lvl2pPr algn="ctr">
              <a:defRPr sz="900" b="0">
                <a:solidFill>
                  <a:srgbClr val="000000"/>
                </a:solidFill>
                <a:latin typeface="Arial"/>
                <a:ea typeface="Arial"/>
                <a:cs typeface="Arial"/>
              </a:defRPr>
            </a:lvl2pPr>
            <a:lvl3pPr algn="ctr">
              <a:defRPr sz="900" b="0">
                <a:solidFill>
                  <a:srgbClr val="000000"/>
                </a:solidFill>
                <a:latin typeface="Arial"/>
                <a:ea typeface="Arial"/>
                <a:cs typeface="Arial"/>
              </a:defRPr>
            </a:lvl3pPr>
            <a:lvl4pPr algn="ctr">
              <a:defRPr sz="900" b="0">
                <a:solidFill>
                  <a:srgbClr val="000000"/>
                </a:solidFill>
                <a:latin typeface="Arial"/>
                <a:ea typeface="Arial"/>
                <a:cs typeface="Arial"/>
              </a:defRPr>
            </a:lvl4pPr>
            <a:lvl5pPr algn="ctr">
              <a:defRPr sz="900" b="0">
                <a:solidFill>
                  <a:srgbClr val="000000"/>
                </a:solidFill>
                <a:latin typeface="Arial"/>
                <a:ea typeface="Arial"/>
                <a:cs typeface="Arial"/>
              </a:defRPr>
            </a:lvl5pPr>
            <a:lvl6pPr algn="ctr">
              <a:defRPr sz="900" b="0">
                <a:solidFill>
                  <a:srgbClr val="000000"/>
                </a:solidFill>
                <a:latin typeface="Arial"/>
                <a:ea typeface="Arial"/>
                <a:cs typeface="Arial"/>
              </a:defRPr>
            </a:lvl6pPr>
            <a:lvl7pPr algn="ctr">
              <a:defRPr sz="900" b="0">
                <a:solidFill>
                  <a:srgbClr val="000000"/>
                </a:solidFill>
                <a:latin typeface="Arial"/>
                <a:ea typeface="Arial"/>
                <a:cs typeface="Arial"/>
              </a:defRPr>
            </a:lvl7pPr>
            <a:lvl8pPr algn="ctr">
              <a:defRPr sz="900" b="0">
                <a:solidFill>
                  <a:srgbClr val="000000"/>
                </a:solidFill>
                <a:latin typeface="Arial"/>
                <a:ea typeface="Arial"/>
                <a:cs typeface="Arial"/>
              </a:defRPr>
            </a:lvl8pPr>
            <a:lvl9pPr algn="ctr">
              <a:defRPr sz="900" b="0">
                <a:solidFill>
                  <a:srgbClr val="000000"/>
                </a:solidFill>
                <a:latin typeface="Arial"/>
                <a:ea typeface="Arial"/>
                <a:cs typeface="Arial"/>
              </a:defRPr>
            </a:lvl9pPr>
          </a:lstStyle>
          <a:p>
            <a:pPr algn="ctr">
              <a:defRPr sz="900" b="0">
                <a:solidFill>
                  <a:srgbClr val="000000"/>
                </a:solidFill>
                <a:latin typeface="Arial"/>
                <a:ea typeface="Arial"/>
                <a:cs typeface="Arial"/>
              </a:defRPr>
            </a:pPr>
            <a:r>
              <a:rPr sz="900" b="0">
                <a:solidFill>
                  <a:srgbClr val="000000"/>
                </a:solidFill>
                <a:latin typeface="Arial"/>
                <a:ea typeface="Arial"/>
                <a:cs typeface="Arial"/>
              </a:rPr>
              <a:t>200 km</a:t>
            </a:r>
          </a:p>
        </p:txBody>
      </p:sp>
      <p:sp>
        <p:nvSpPr>
          <p:cNvPr id="25" name="ellipse_024">
            <a:extLst>
              <a:ext uri="{FF2B5EF4-FFF2-40B4-BE49-F238E27FC236}">
                <ns2:creationId id="{746D2A9F-4EB2-4F60-9408-4718BF30B153}"/>
              </a:ext>
            </a:extLst>
          </p:cNvPr>
          <p:cNvSpPr>
            <a:spLocks noGrp="1"/>
          </p:cNvSpPr>
          <p:nvPr/>
        </p:nvSpPr>
        <p:spPr>
          <a:xfrm rot="0">
            <a:off x="2365236" y="3642181"/>
            <a:ext cx="112395" cy="112395"/>
          </a:xfrm>
          <a:prstGeom prst="ellipse">
            <a:avLst/>
          </a:prstGeom>
          <a:solidFill>
            <a:srgbClr val="FFFFFF"/>
          </a:solidFill>
          <a:ln w="17145">
            <a:solidFill>
              <a:srgbClr val="FFFFFF"/>
            </a:solidFill>
            <a:prstDash val="solid"/>
          </a:ln>
        </p:spPr>
      </p:sp>
      <p:sp>
        <p:nvSpPr>
          <p:cNvPr id="26" name="A_f17_False">
            <a:extLst>
              <a:ext uri="{FF2B5EF4-FFF2-40B4-BE49-F238E27FC236}">
                <ns2:creationId id="{8B1397F8-A2D6-459C-9CA4-773682C15D43}"/>
              </a:ext>
            </a:extLst>
          </p:cNvPr>
          <p:cNvSpPr>
            <a:spLocks noGrp="1"/>
          </p:cNvSpPr>
          <p:nvPr/>
        </p:nvSpPr>
        <p:spPr>
          <a:xfrm rot="0">
            <a:off x="2382381" y="3659326"/>
            <a:ext cx="78105" cy="78105"/>
          </a:xfrm>
          <a:prstGeom prst="ellipse">
            <a:avLst/>
          </a:prstGeom>
          <a:solidFill>
            <a:srgbClr val="FFFFFF"/>
          </a:solidFill>
          <a:ln w="17145">
            <a:solidFill>
              <a:srgbClr val="0072B2"/>
            </a:solidFill>
            <a:prstDash val="solid"/>
          </a:ln>
        </p:spPr>
      </p:sp>
      <p:sp>
        <p:nvSpPr>
          <p:cNvPr id="27" name="text_026">
            <a:extLst>
              <a:ext uri="{FF2B5EF4-FFF2-40B4-BE49-F238E27FC236}">
                <ns2:creationId id="{823984C7-3630-483E-A8AC-D46981D49DA9}"/>
              </a:ext>
            </a:extLst>
          </p:cNvPr>
          <p:cNvSpPr>
            <a:spLocks noGrp="1"/>
          </p:cNvSpPr>
          <p:nvPr/>
        </p:nvSpPr>
        <p:spPr>
          <a:xfrm rot="0">
            <a:off x="2164259" y="3469779"/>
            <a:ext cx="266700" cy="247650"/>
          </a:xfrm>
          <a:prstGeom prst="rect">
            <a:avLst/>
          </a:prstGeom>
          <a:noFill/>
          <a:ln w="0">
            <a:noFill/>
            <a:prstDash val="solid"/>
          </a:ln>
        </p:spPr>
        <p:txBody>
          <a:bodyPr wrap="none" lIns="0" tIns="0" rIns="0" bIns="0" anchor="t">
            <a:noAutofit/>
          </a:bodyPr>
          <a:lstStyle>
            <a:defPPr algn="l">
              <a:defRPr sz="1500" b="1">
                <a:solidFill>
                  <a:srgbClr val="0072B2"/>
                </a:solidFill>
                <a:latin typeface="Arial"/>
                <a:ea typeface="Arial"/>
                <a:cs typeface="Arial"/>
              </a:defRPr>
            </a:defPPr>
            <a:lvl1pPr algn="l">
              <a:defRPr sz="1500" b="1">
                <a:solidFill>
                  <a:srgbClr val="0072B2"/>
                </a:solidFill>
                <a:latin typeface="Arial"/>
                <a:ea typeface="Arial"/>
                <a:cs typeface="Arial"/>
              </a:defRPr>
            </a:lvl1pPr>
            <a:lvl2pPr algn="l">
              <a:defRPr sz="1500" b="1">
                <a:solidFill>
                  <a:srgbClr val="0072B2"/>
                </a:solidFill>
                <a:latin typeface="Arial"/>
                <a:ea typeface="Arial"/>
                <a:cs typeface="Arial"/>
              </a:defRPr>
            </a:lvl2pPr>
            <a:lvl3pPr algn="l">
              <a:defRPr sz="1500" b="1">
                <a:solidFill>
                  <a:srgbClr val="0072B2"/>
                </a:solidFill>
                <a:latin typeface="Arial"/>
                <a:ea typeface="Arial"/>
                <a:cs typeface="Arial"/>
              </a:defRPr>
            </a:lvl3pPr>
            <a:lvl4pPr algn="l">
              <a:defRPr sz="1500" b="1">
                <a:solidFill>
                  <a:srgbClr val="0072B2"/>
                </a:solidFill>
                <a:latin typeface="Arial"/>
                <a:ea typeface="Arial"/>
                <a:cs typeface="Arial"/>
              </a:defRPr>
            </a:lvl4pPr>
            <a:lvl5pPr algn="l">
              <a:defRPr sz="1500" b="1">
                <a:solidFill>
                  <a:srgbClr val="0072B2"/>
                </a:solidFill>
                <a:latin typeface="Arial"/>
                <a:ea typeface="Arial"/>
                <a:cs typeface="Arial"/>
              </a:defRPr>
            </a:lvl5pPr>
            <a:lvl6pPr algn="l">
              <a:defRPr sz="1500" b="1">
                <a:solidFill>
                  <a:srgbClr val="0072B2"/>
                </a:solidFill>
                <a:latin typeface="Arial"/>
                <a:ea typeface="Arial"/>
                <a:cs typeface="Arial"/>
              </a:defRPr>
            </a:lvl6pPr>
            <a:lvl7pPr algn="l">
              <a:defRPr sz="1500" b="1">
                <a:solidFill>
                  <a:srgbClr val="0072B2"/>
                </a:solidFill>
                <a:latin typeface="Arial"/>
                <a:ea typeface="Arial"/>
                <a:cs typeface="Arial"/>
              </a:defRPr>
            </a:lvl7pPr>
            <a:lvl8pPr algn="l">
              <a:defRPr sz="1500" b="1">
                <a:solidFill>
                  <a:srgbClr val="0072B2"/>
                </a:solidFill>
                <a:latin typeface="Arial"/>
                <a:ea typeface="Arial"/>
                <a:cs typeface="Arial"/>
              </a:defRPr>
            </a:lvl8pPr>
            <a:lvl9pPr algn="l">
              <a:defRPr sz="1500" b="1">
                <a:solidFill>
                  <a:srgbClr val="0072B2"/>
                </a:solidFill>
                <a:latin typeface="Arial"/>
                <a:ea typeface="Arial"/>
                <a:cs typeface="Arial"/>
              </a:defRPr>
            </a:lvl9pPr>
          </a:lstStyle>
          <a:p>
            <a:pPr algn="l">
              <a:defRPr sz="1500" b="1">
                <a:solidFill>
                  <a:srgbClr val="0072B2"/>
                </a:solidFill>
                <a:latin typeface="Arial"/>
                <a:ea typeface="Arial"/>
                <a:cs typeface="Arial"/>
              </a:defRPr>
            </a:pPr>
            <a:r>
              <a:rPr sz="1500" b="1">
                <a:solidFill>
                  <a:srgbClr val="0072B2"/>
                </a:solidFill>
                <a:latin typeface="Arial"/>
                <a:ea typeface="Arial"/>
                <a:cs typeface="Arial"/>
              </a:rPr>
              <a:t>A</a:t>
            </a:r>
          </a:p>
        </p:txBody>
      </p:sp>
      <p:sp>
        <p:nvSpPr>
          <p:cNvPr id="28" name="ellipse_027">
            <a:extLst>
              <a:ext uri="{FF2B5EF4-FFF2-40B4-BE49-F238E27FC236}">
                <ns2:creationId id="{FBA479B3-3AB8-4229-A44E-2E720E4A45E4}"/>
              </a:ext>
            </a:extLst>
          </p:cNvPr>
          <p:cNvSpPr>
            <a:spLocks noGrp="1"/>
          </p:cNvSpPr>
          <p:nvPr/>
        </p:nvSpPr>
        <p:spPr>
          <a:xfrm rot="0">
            <a:off x="1677650" y="5017353"/>
            <a:ext cx="112395" cy="112395"/>
          </a:xfrm>
          <a:prstGeom prst="ellipse">
            <a:avLst/>
          </a:prstGeom>
          <a:solidFill>
            <a:srgbClr val="FFFFFF"/>
          </a:solidFill>
          <a:ln w="17145">
            <a:solidFill>
              <a:srgbClr val="FFFFFF"/>
            </a:solidFill>
            <a:prstDash val="solid"/>
          </a:ln>
        </p:spPr>
      </p:sp>
      <p:sp>
        <p:nvSpPr>
          <p:cNvPr id="29" name="B_f17_False">
            <a:extLst>
              <a:ext uri="{FF2B5EF4-FFF2-40B4-BE49-F238E27FC236}">
                <ns2:creationId id="{8D95D539-10EA-4B68-8B1D-EB10230BF4B0}"/>
              </a:ext>
            </a:extLst>
          </p:cNvPr>
          <p:cNvSpPr>
            <a:spLocks noGrp="1"/>
          </p:cNvSpPr>
          <p:nvPr/>
        </p:nvSpPr>
        <p:spPr>
          <a:xfrm rot="0">
            <a:off x="1694795" y="5034498"/>
            <a:ext cx="78105" cy="78105"/>
          </a:xfrm>
          <a:prstGeom prst="ellipse">
            <a:avLst/>
          </a:prstGeom>
          <a:solidFill>
            <a:srgbClr val="FFFFFF"/>
          </a:solidFill>
          <a:ln w="17145">
            <a:solidFill>
              <a:srgbClr val="D55E00"/>
            </a:solidFill>
            <a:prstDash val="solid"/>
          </a:ln>
        </p:spPr>
      </p:sp>
      <p:sp>
        <p:nvSpPr>
          <p:cNvPr id="30" name="text_029">
            <a:extLst>
              <a:ext uri="{FF2B5EF4-FFF2-40B4-BE49-F238E27FC236}">
                <ns2:creationId id="{59C221D0-A406-4E23-85F9-3C0FC4D5EA71}"/>
              </a:ext>
            </a:extLst>
          </p:cNvPr>
          <p:cNvSpPr>
            <a:spLocks noGrp="1"/>
          </p:cNvSpPr>
          <p:nvPr/>
        </p:nvSpPr>
        <p:spPr>
          <a:xfrm rot="0">
            <a:off x="1810048" y="4844951"/>
            <a:ext cx="266700" cy="247650"/>
          </a:xfrm>
          <a:prstGeom prst="rect">
            <a:avLst/>
          </a:prstGeom>
          <a:noFill/>
          <a:ln w="0">
            <a:noFill/>
            <a:prstDash val="solid"/>
          </a:ln>
        </p:spPr>
        <p:txBody>
          <a:bodyPr wrap="none" lIns="0" tIns="0" rIns="0" bIns="0" anchor="t">
            <a:noAutofit/>
          </a:bodyPr>
          <a:lstStyle>
            <a:defPPr algn="l">
              <a:defRPr sz="1500" b="1">
                <a:solidFill>
                  <a:srgbClr val="D55E00"/>
                </a:solidFill>
                <a:latin typeface="Arial"/>
                <a:ea typeface="Arial"/>
                <a:cs typeface="Arial"/>
              </a:defRPr>
            </a:defPPr>
            <a:lvl1pPr algn="l">
              <a:defRPr sz="1500" b="1">
                <a:solidFill>
                  <a:srgbClr val="D55E00"/>
                </a:solidFill>
                <a:latin typeface="Arial"/>
                <a:ea typeface="Arial"/>
                <a:cs typeface="Arial"/>
              </a:defRPr>
            </a:lvl1pPr>
            <a:lvl2pPr algn="l">
              <a:defRPr sz="1500" b="1">
                <a:solidFill>
                  <a:srgbClr val="D55E00"/>
                </a:solidFill>
                <a:latin typeface="Arial"/>
                <a:ea typeface="Arial"/>
                <a:cs typeface="Arial"/>
              </a:defRPr>
            </a:lvl2pPr>
            <a:lvl3pPr algn="l">
              <a:defRPr sz="1500" b="1">
                <a:solidFill>
                  <a:srgbClr val="D55E00"/>
                </a:solidFill>
                <a:latin typeface="Arial"/>
                <a:ea typeface="Arial"/>
                <a:cs typeface="Arial"/>
              </a:defRPr>
            </a:lvl3pPr>
            <a:lvl4pPr algn="l">
              <a:defRPr sz="1500" b="1">
                <a:solidFill>
                  <a:srgbClr val="D55E00"/>
                </a:solidFill>
                <a:latin typeface="Arial"/>
                <a:ea typeface="Arial"/>
                <a:cs typeface="Arial"/>
              </a:defRPr>
            </a:lvl4pPr>
            <a:lvl5pPr algn="l">
              <a:defRPr sz="1500" b="1">
                <a:solidFill>
                  <a:srgbClr val="D55E00"/>
                </a:solidFill>
                <a:latin typeface="Arial"/>
                <a:ea typeface="Arial"/>
                <a:cs typeface="Arial"/>
              </a:defRPr>
            </a:lvl5pPr>
            <a:lvl6pPr algn="l">
              <a:defRPr sz="1500" b="1">
                <a:solidFill>
                  <a:srgbClr val="D55E00"/>
                </a:solidFill>
                <a:latin typeface="Arial"/>
                <a:ea typeface="Arial"/>
                <a:cs typeface="Arial"/>
              </a:defRPr>
            </a:lvl6pPr>
            <a:lvl7pPr algn="l">
              <a:defRPr sz="1500" b="1">
                <a:solidFill>
                  <a:srgbClr val="D55E00"/>
                </a:solidFill>
                <a:latin typeface="Arial"/>
                <a:ea typeface="Arial"/>
                <a:cs typeface="Arial"/>
              </a:defRPr>
            </a:lvl7pPr>
            <a:lvl8pPr algn="l">
              <a:defRPr sz="1500" b="1">
                <a:solidFill>
                  <a:srgbClr val="D55E00"/>
                </a:solidFill>
                <a:latin typeface="Arial"/>
                <a:ea typeface="Arial"/>
                <a:cs typeface="Arial"/>
              </a:defRPr>
            </a:lvl8pPr>
            <a:lvl9pPr algn="l">
              <a:defRPr sz="1500" b="1">
                <a:solidFill>
                  <a:srgbClr val="D55E00"/>
                </a:solidFill>
                <a:latin typeface="Arial"/>
                <a:ea typeface="Arial"/>
                <a:cs typeface="Arial"/>
              </a:defRPr>
            </a:lvl9pPr>
          </a:lstStyle>
          <a:p>
            <a:pPr algn="l">
              <a:defRPr sz="1500" b="1">
                <a:solidFill>
                  <a:srgbClr val="D55E00"/>
                </a:solidFill>
                <a:latin typeface="Arial"/>
                <a:ea typeface="Arial"/>
                <a:cs typeface="Arial"/>
              </a:defRPr>
            </a:pPr>
            <a:r>
              <a:rPr sz="1500" b="1">
                <a:solidFill>
                  <a:srgbClr val="D55E00"/>
                </a:solidFill>
                <a:latin typeface="Arial"/>
                <a:ea typeface="Arial"/>
                <a:cs typeface="Arial"/>
              </a:rPr>
              <a:t>B</a:t>
            </a:r>
          </a:p>
        </p:txBody>
      </p:sp>
      <p:sp>
        <p:nvSpPr>
          <p:cNvPr id="31" name="ellipse_030">
            <a:extLst>
              <a:ext uri="{FF2B5EF4-FFF2-40B4-BE49-F238E27FC236}">
                <ns2:creationId id="{716EB3A6-5718-41EE-B57A-7B9E1D11698D}"/>
              </a:ext>
            </a:extLst>
          </p:cNvPr>
          <p:cNvSpPr>
            <a:spLocks noGrp="1"/>
          </p:cNvSpPr>
          <p:nvPr/>
        </p:nvSpPr>
        <p:spPr>
          <a:xfrm rot="0">
            <a:off x="1219260" y="3543955"/>
            <a:ext cx="112395" cy="112395"/>
          </a:xfrm>
          <a:prstGeom prst="ellipse">
            <a:avLst/>
          </a:prstGeom>
          <a:solidFill>
            <a:srgbClr val="FFFFFF"/>
          </a:solidFill>
          <a:ln w="17145">
            <a:solidFill>
              <a:srgbClr val="FFFFFF"/>
            </a:solidFill>
            <a:prstDash val="solid"/>
          </a:ln>
        </p:spPr>
      </p:sp>
      <p:sp>
        <p:nvSpPr>
          <p:cNvPr id="32" name="C_f17_False">
            <a:extLst>
              <a:ext uri="{FF2B5EF4-FFF2-40B4-BE49-F238E27FC236}">
                <ns2:creationId id="{DC3C5F37-4C60-4A71-9CA1-65676059934A}"/>
              </a:ext>
            </a:extLst>
          </p:cNvPr>
          <p:cNvSpPr>
            <a:spLocks noGrp="1"/>
          </p:cNvSpPr>
          <p:nvPr/>
        </p:nvSpPr>
        <p:spPr>
          <a:xfrm rot="0">
            <a:off x="1236405" y="3561100"/>
            <a:ext cx="78105" cy="78105"/>
          </a:xfrm>
          <a:prstGeom prst="ellipse">
            <a:avLst/>
          </a:prstGeom>
          <a:solidFill>
            <a:srgbClr val="FFFFFF"/>
          </a:solidFill>
          <a:ln w="17145">
            <a:solidFill>
              <a:srgbClr val="009E73"/>
            </a:solidFill>
            <a:prstDash val="solid"/>
          </a:ln>
        </p:spPr>
      </p:sp>
      <p:sp>
        <p:nvSpPr>
          <p:cNvPr id="33" name="text_032">
            <a:extLst>
              <a:ext uri="{FF2B5EF4-FFF2-40B4-BE49-F238E27FC236}">
                <ns2:creationId id="{13C9D1A2-0C9D-4778-A163-1CB5F2D49951}"/>
              </a:ext>
            </a:extLst>
          </p:cNvPr>
          <p:cNvSpPr>
            <a:spLocks noGrp="1"/>
          </p:cNvSpPr>
          <p:nvPr/>
        </p:nvSpPr>
        <p:spPr>
          <a:xfrm rot="0">
            <a:off x="1351657" y="3371552"/>
            <a:ext cx="266700" cy="247650"/>
          </a:xfrm>
          <a:prstGeom prst="rect">
            <a:avLst/>
          </a:prstGeom>
          <a:noFill/>
          <a:ln w="0">
            <a:noFill/>
            <a:prstDash val="solid"/>
          </a:ln>
        </p:spPr>
        <p:txBody>
          <a:bodyPr wrap="none" lIns="0" tIns="0" rIns="0" bIns="0" anchor="t">
            <a:noAutofit/>
          </a:bodyPr>
          <a:lstStyle>
            <a:defPPr algn="l">
              <a:defRPr sz="1500" b="1">
                <a:solidFill>
                  <a:srgbClr val="009E73"/>
                </a:solidFill>
                <a:latin typeface="Arial"/>
                <a:ea typeface="Arial"/>
                <a:cs typeface="Arial"/>
              </a:defRPr>
            </a:defPPr>
            <a:lvl1pPr algn="l">
              <a:defRPr sz="1500" b="1">
                <a:solidFill>
                  <a:srgbClr val="009E73"/>
                </a:solidFill>
                <a:latin typeface="Arial"/>
                <a:ea typeface="Arial"/>
                <a:cs typeface="Arial"/>
              </a:defRPr>
            </a:lvl1pPr>
            <a:lvl2pPr algn="l">
              <a:defRPr sz="1500" b="1">
                <a:solidFill>
                  <a:srgbClr val="009E73"/>
                </a:solidFill>
                <a:latin typeface="Arial"/>
                <a:ea typeface="Arial"/>
                <a:cs typeface="Arial"/>
              </a:defRPr>
            </a:lvl2pPr>
            <a:lvl3pPr algn="l">
              <a:defRPr sz="1500" b="1">
                <a:solidFill>
                  <a:srgbClr val="009E73"/>
                </a:solidFill>
                <a:latin typeface="Arial"/>
                <a:ea typeface="Arial"/>
                <a:cs typeface="Arial"/>
              </a:defRPr>
            </a:lvl3pPr>
            <a:lvl4pPr algn="l">
              <a:defRPr sz="1500" b="1">
                <a:solidFill>
                  <a:srgbClr val="009E73"/>
                </a:solidFill>
                <a:latin typeface="Arial"/>
                <a:ea typeface="Arial"/>
                <a:cs typeface="Arial"/>
              </a:defRPr>
            </a:lvl4pPr>
            <a:lvl5pPr algn="l">
              <a:defRPr sz="1500" b="1">
                <a:solidFill>
                  <a:srgbClr val="009E73"/>
                </a:solidFill>
                <a:latin typeface="Arial"/>
                <a:ea typeface="Arial"/>
                <a:cs typeface="Arial"/>
              </a:defRPr>
            </a:lvl5pPr>
            <a:lvl6pPr algn="l">
              <a:defRPr sz="1500" b="1">
                <a:solidFill>
                  <a:srgbClr val="009E73"/>
                </a:solidFill>
                <a:latin typeface="Arial"/>
                <a:ea typeface="Arial"/>
                <a:cs typeface="Arial"/>
              </a:defRPr>
            </a:lvl6pPr>
            <a:lvl7pPr algn="l">
              <a:defRPr sz="1500" b="1">
                <a:solidFill>
                  <a:srgbClr val="009E73"/>
                </a:solidFill>
                <a:latin typeface="Arial"/>
                <a:ea typeface="Arial"/>
                <a:cs typeface="Arial"/>
              </a:defRPr>
            </a:lvl7pPr>
            <a:lvl8pPr algn="l">
              <a:defRPr sz="1500" b="1">
                <a:solidFill>
                  <a:srgbClr val="009E73"/>
                </a:solidFill>
                <a:latin typeface="Arial"/>
                <a:ea typeface="Arial"/>
                <a:cs typeface="Arial"/>
              </a:defRPr>
            </a:lvl8pPr>
            <a:lvl9pPr algn="l">
              <a:defRPr sz="1500" b="1">
                <a:solidFill>
                  <a:srgbClr val="009E73"/>
                </a:solidFill>
                <a:latin typeface="Arial"/>
                <a:ea typeface="Arial"/>
                <a:cs typeface="Arial"/>
              </a:defRPr>
            </a:lvl9pPr>
          </a:lstStyle>
          <a:p>
            <a:pPr algn="l">
              <a:defRPr sz="1500" b="1">
                <a:solidFill>
                  <a:srgbClr val="009E73"/>
                </a:solidFill>
                <a:latin typeface="Arial"/>
                <a:ea typeface="Arial"/>
                <a:cs typeface="Arial"/>
              </a:defRPr>
            </a:pPr>
            <a:r>
              <a:rPr sz="1500" b="1">
                <a:solidFill>
                  <a:srgbClr val="009E73"/>
                </a:solidFill>
                <a:latin typeface="Arial"/>
                <a:ea typeface="Arial"/>
                <a:cs typeface="Arial"/>
              </a:rPr>
              <a:t>C</a:t>
            </a:r>
          </a:p>
        </p:txBody>
      </p:sp>
      <p:sp>
        <p:nvSpPr>
          <p:cNvPr id="34" name="text_033">
            <a:extLst>
              <a:ext uri="{FF2B5EF4-FFF2-40B4-BE49-F238E27FC236}">
                <ns2:creationId id="{C85EFFF4-3274-4979-8811-E97528F33647}"/>
              </a:ext>
            </a:extLst>
          </p:cNvPr>
          <p:cNvSpPr>
            <a:spLocks noGrp="1"/>
          </p:cNvSpPr>
          <p:nvPr/>
        </p:nvSpPr>
        <p:spPr>
          <a:xfrm rot="0">
            <a:off x="457200" y="5600700"/>
            <a:ext cx="2324100" cy="228600"/>
          </a:xfrm>
          <a:prstGeom prst="rect">
            <a:avLst/>
          </a:prstGeom>
          <a:noFill/>
          <a:ln w="0">
            <a:noFill/>
            <a:prstDash val="solid"/>
          </a:ln>
        </p:spPr>
        <p:txBody>
          <a:bodyPr wrap="none" lIns="0" tIns="0" rIns="0" bIns="0" anchor="t">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283 cells with positive FRP</a:t>
            </a:r>
          </a:p>
        </p:txBody>
      </p:sp>
      <p:sp>
        <p:nvSpPr>
          <p:cNvPr id="35" name="text_034">
            <a:extLst>
              <a:ext uri="{FF2B5EF4-FFF2-40B4-BE49-F238E27FC236}">
                <ns2:creationId id="{E75DFCD4-7B55-4AAD-8C20-9ABC6D4D1781}"/>
              </a:ext>
            </a:extLst>
          </p:cNvPr>
          <p:cNvSpPr>
            <a:spLocks noGrp="1"/>
          </p:cNvSpPr>
          <p:nvPr/>
        </p:nvSpPr>
        <p:spPr>
          <a:xfrm rot="0">
            <a:off x="3190875" y="2914650"/>
            <a:ext cx="2266950" cy="238125"/>
          </a:xfrm>
          <a:prstGeom prst="rect">
            <a:avLst/>
          </a:prstGeom>
          <a:noFill/>
          <a:ln w="0">
            <a:noFill/>
            <a:prstDash val="solid"/>
          </a:ln>
        </p:spPr>
        <p:txBody>
          <a:bodyPr wrap="none" lIns="0" tIns="0" rIns="0" bIns="0" anchor="t">
            <a:noAutofit/>
          </a:bodyPr>
          <a:lstStyle>
            <a:defPPr algn="ctr">
              <a:defRPr sz="1350" b="1">
                <a:solidFill>
                  <a:srgbClr val="000000"/>
                </a:solidFill>
                <a:latin typeface="Arial"/>
                <a:ea typeface="Arial"/>
                <a:cs typeface="Arial"/>
              </a:defRPr>
            </a:defPPr>
            <a:lvl1pPr algn="ctr">
              <a:defRPr sz="1350" b="1">
                <a:solidFill>
                  <a:srgbClr val="000000"/>
                </a:solidFill>
                <a:latin typeface="Arial"/>
                <a:ea typeface="Arial"/>
                <a:cs typeface="Arial"/>
              </a:defRPr>
            </a:lvl1pPr>
            <a:lvl2pPr algn="ctr">
              <a:defRPr sz="1350" b="1">
                <a:solidFill>
                  <a:srgbClr val="000000"/>
                </a:solidFill>
                <a:latin typeface="Arial"/>
                <a:ea typeface="Arial"/>
                <a:cs typeface="Arial"/>
              </a:defRPr>
            </a:lvl2pPr>
            <a:lvl3pPr algn="ctr">
              <a:defRPr sz="1350" b="1">
                <a:solidFill>
                  <a:srgbClr val="000000"/>
                </a:solidFill>
                <a:latin typeface="Arial"/>
                <a:ea typeface="Arial"/>
                <a:cs typeface="Arial"/>
              </a:defRPr>
            </a:lvl3pPr>
            <a:lvl4pPr algn="ctr">
              <a:defRPr sz="1350" b="1">
                <a:solidFill>
                  <a:srgbClr val="000000"/>
                </a:solidFill>
                <a:latin typeface="Arial"/>
                <a:ea typeface="Arial"/>
                <a:cs typeface="Arial"/>
              </a:defRPr>
            </a:lvl4pPr>
            <a:lvl5pPr algn="ctr">
              <a:defRPr sz="1350" b="1">
                <a:solidFill>
                  <a:srgbClr val="000000"/>
                </a:solidFill>
                <a:latin typeface="Arial"/>
                <a:ea typeface="Arial"/>
                <a:cs typeface="Arial"/>
              </a:defRPr>
            </a:lvl5pPr>
            <a:lvl6pPr algn="ctr">
              <a:defRPr sz="1350" b="1">
                <a:solidFill>
                  <a:srgbClr val="000000"/>
                </a:solidFill>
                <a:latin typeface="Arial"/>
                <a:ea typeface="Arial"/>
                <a:cs typeface="Arial"/>
              </a:defRPr>
            </a:lvl6pPr>
            <a:lvl7pPr algn="ctr">
              <a:defRPr sz="1350" b="1">
                <a:solidFill>
                  <a:srgbClr val="000000"/>
                </a:solidFill>
                <a:latin typeface="Arial"/>
                <a:ea typeface="Arial"/>
                <a:cs typeface="Arial"/>
              </a:defRPr>
            </a:lvl7pPr>
            <a:lvl8pPr algn="ctr">
              <a:defRPr sz="1350" b="1">
                <a:solidFill>
                  <a:srgbClr val="000000"/>
                </a:solidFill>
                <a:latin typeface="Arial"/>
                <a:ea typeface="Arial"/>
                <a:cs typeface="Arial"/>
              </a:defRPr>
            </a:lvl8pPr>
            <a:lvl9pPr algn="ctr">
              <a:defRPr sz="1350" b="1">
                <a:solidFill>
                  <a:srgbClr val="000000"/>
                </a:solidFill>
                <a:latin typeface="Arial"/>
                <a:ea typeface="Arial"/>
                <a:cs typeface="Arial"/>
              </a:defRPr>
            </a:lvl9pPr>
          </a:lstStyle>
          <a:p>
            <a:pPr algn="ctr">
              <a:defRPr sz="1350" b="1">
                <a:solidFill>
                  <a:srgbClr val="000000"/>
                </a:solidFill>
                <a:latin typeface="Arial"/>
                <a:ea typeface="Arial"/>
                <a:cs typeface="Arial"/>
              </a:defRPr>
            </a:pPr>
            <a:r>
              <a:rPr sz="1350" b="1">
                <a:solidFill>
                  <a:srgbClr val="000000"/>
                </a:solidFill>
                <a:latin typeface="Arial"/>
                <a:ea typeface="Arial"/>
                <a:cs typeface="Arial"/>
              </a:rPr>
              <a:t>f18: 12-07 to 12-08</a:t>
            </a:r>
          </a:p>
        </p:txBody>
      </p:sp>
      <p:pic>
        <p:nvPicPr>
          <p:cNvPr id="36" name="">
            <a:extLst>
              <a:ext uri="{FF2B5EF4-FFF2-40B4-BE49-F238E27FC236}">
                <ns2:creationId id="{FE1124F4-5274-4C98-A201-22973EA189BA}"/>
              </a:ext>
            </a:extLst>
          </p:cNvPr>
          <p:cNvPicPr>
            <a:picLocks noChangeAspect="1"/>
          </p:cNvPicPr>
          <p:nvPr/>
        </p:nvPicPr>
        <p:blipFill>
          <a:blip r:embed="R3f9694ddd87042f0"/>
          <a:stretch/>
        </p:blipFill>
        <p:spPr>
          <a:xfrm>
            <a:off x="3267075" y="3190875"/>
            <a:ext cx="2095500" cy="2095500"/>
          </a:xfrm>
          <a:prstGeom prst="rect">
            <a:avLst/>
          </a:prstGeom>
        </p:spPr>
      </p:pic>
      <p:sp>
        <p:nvSpPr>
          <p:cNvPr id="37" name="rect_036">
            <a:extLst>
              <a:ext uri="{FF2B5EF4-FFF2-40B4-BE49-F238E27FC236}">
                <ns2:creationId id="{2AB0F5DC-9319-4BAD-8025-66BF4C0351B5}"/>
              </a:ext>
            </a:extLst>
          </p:cNvPr>
          <p:cNvSpPr>
            <a:spLocks noGrp="1"/>
          </p:cNvSpPr>
          <p:nvPr/>
        </p:nvSpPr>
        <p:spPr>
          <a:xfrm rot="0">
            <a:off x="3267075" y="3190875"/>
            <a:ext cx="2095500" cy="2095500"/>
          </a:xfrm>
          <a:prstGeom prst="rect">
            <a:avLst/>
          </a:prstGeom>
          <a:noFill/>
          <a:ln w="6668">
            <a:solidFill>
              <a:srgbClr val="65727C"/>
            </a:solidFill>
            <a:prstDash val="solid"/>
          </a:ln>
        </p:spPr>
      </p:sp>
      <p:sp>
        <p:nvSpPr>
          <p:cNvPr id="38" name="line_037">
            <a:extLst>
              <a:ext uri="{FF2B5EF4-FFF2-40B4-BE49-F238E27FC236}">
                <ns2:creationId id="{2EAC6AE0-FFFD-41D2-BD14-6423A33FE28D}"/>
              </a:ext>
            </a:extLst>
          </p:cNvPr>
          <p:cNvSpPr>
            <a:spLocks noGrp="1"/>
          </p:cNvSpPr>
          <p:nvPr/>
        </p:nvSpPr>
        <p:spPr>
          <a:xfrm>
            <a:off x="3528974" y="5286375"/>
            <a:ext cx="95" cy="38100"/>
          </a:xfrm>
          <a:custGeom>
            <a:pathLst>
              <a:path w="95" h="38100">
                <a:moveTo>
                  <a:pt x="0" y="0"/>
                </a:moveTo>
                <a:lnTo>
                  <a:pt x="0" y="38100"/>
                </a:lnTo>
              </a:path>
            </a:pathLst>
          </a:custGeom>
          <a:noFill/>
          <a:ln w="7620">
            <a:solidFill>
              <a:srgbClr val="65727C"/>
            </a:solidFill>
            <a:prstDash val="solid"/>
          </a:ln>
        </p:spPr>
      </p:sp>
      <p:sp>
        <p:nvSpPr>
          <p:cNvPr id="39" name="text_038">
            <a:extLst>
              <a:ext uri="{FF2B5EF4-FFF2-40B4-BE49-F238E27FC236}">
                <ns2:creationId id="{F3176332-7CB5-4969-9A4D-4FBC1DBE6018}"/>
              </a:ext>
            </a:extLst>
          </p:cNvPr>
          <p:cNvSpPr>
            <a:spLocks noGrp="1"/>
          </p:cNvSpPr>
          <p:nvPr/>
        </p:nvSpPr>
        <p:spPr>
          <a:xfrm rot="0">
            <a:off x="3319424" y="5343525"/>
            <a:ext cx="419100" cy="219075"/>
          </a:xfrm>
          <a:prstGeom prst="rect">
            <a:avLst/>
          </a:prstGeom>
          <a:noFill/>
          <a:ln w="0">
            <a:noFill/>
            <a:prstDash val="solid"/>
          </a:ln>
        </p:spPr>
        <p:txBody>
          <a:bodyPr wrap="none" lIns="0" tIns="0" rIns="0" bIns="0" anchor="t">
            <a:noAutofit/>
          </a:bodyPr>
          <a:lstStyle>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a:pPr algn="ctr">
              <a:defRPr sz="1125" b="0">
                <a:solidFill>
                  <a:srgbClr val="000000"/>
                </a:solidFill>
                <a:latin typeface="Arial"/>
                <a:ea typeface="Arial"/>
                <a:cs typeface="Arial"/>
              </a:defRPr>
            </a:pPr>
            <a:r>
              <a:rPr sz="1125" b="0">
                <a:solidFill>
                  <a:srgbClr val="000000"/>
                </a:solidFill>
                <a:latin typeface="Arial"/>
                <a:ea typeface="Arial"/>
                <a:cs typeface="Arial"/>
              </a:rPr>
              <a:t>142 E</a:t>
            </a:r>
          </a:p>
        </p:txBody>
      </p:sp>
      <p:sp>
        <p:nvSpPr>
          <p:cNvPr id="40" name="line_039">
            <a:extLst>
              <a:ext uri="{FF2B5EF4-FFF2-40B4-BE49-F238E27FC236}">
                <ns2:creationId id="{12295CFA-56B4-42CB-8E2E-A188076984EF}"/>
              </a:ext>
            </a:extLst>
          </p:cNvPr>
          <p:cNvSpPr>
            <a:spLocks noGrp="1"/>
          </p:cNvSpPr>
          <p:nvPr/>
        </p:nvSpPr>
        <p:spPr>
          <a:xfrm>
            <a:off x="4437563" y="5286375"/>
            <a:ext cx="95" cy="38100"/>
          </a:xfrm>
          <a:custGeom>
            <a:pathLst>
              <a:path w="95" h="38100">
                <a:moveTo>
                  <a:pt x="0" y="0"/>
                </a:moveTo>
                <a:lnTo>
                  <a:pt x="0" y="38100"/>
                </a:lnTo>
              </a:path>
            </a:pathLst>
          </a:custGeom>
          <a:noFill/>
          <a:ln w="7620">
            <a:solidFill>
              <a:srgbClr val="65727C"/>
            </a:solidFill>
            <a:prstDash val="solid"/>
          </a:ln>
        </p:spPr>
      </p:sp>
      <p:sp>
        <p:nvSpPr>
          <p:cNvPr id="41" name="text_040">
            <a:extLst>
              <a:ext uri="{FF2B5EF4-FFF2-40B4-BE49-F238E27FC236}">
                <ns2:creationId id="{57BC7822-983C-4A26-AB03-B9FFF2FAF364}"/>
              </a:ext>
            </a:extLst>
          </p:cNvPr>
          <p:cNvSpPr>
            <a:spLocks noGrp="1"/>
          </p:cNvSpPr>
          <p:nvPr/>
        </p:nvSpPr>
        <p:spPr>
          <a:xfrm rot="0">
            <a:off x="4228013" y="5343525"/>
            <a:ext cx="419100" cy="219075"/>
          </a:xfrm>
          <a:prstGeom prst="rect">
            <a:avLst/>
          </a:prstGeom>
          <a:noFill/>
          <a:ln w="0">
            <a:noFill/>
            <a:prstDash val="solid"/>
          </a:ln>
        </p:spPr>
        <p:txBody>
          <a:bodyPr wrap="none" lIns="0" tIns="0" rIns="0" bIns="0" anchor="t">
            <a:noAutofit/>
          </a:bodyPr>
          <a:lstStyle>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a:pPr algn="ctr">
              <a:defRPr sz="1125" b="0">
                <a:solidFill>
                  <a:srgbClr val="000000"/>
                </a:solidFill>
                <a:latin typeface="Arial"/>
                <a:ea typeface="Arial"/>
                <a:cs typeface="Arial"/>
              </a:defRPr>
            </a:pPr>
            <a:r>
              <a:rPr sz="1125" b="0">
                <a:solidFill>
                  <a:srgbClr val="000000"/>
                </a:solidFill>
                <a:latin typeface="Arial"/>
                <a:ea typeface="Arial"/>
                <a:cs typeface="Arial"/>
              </a:rPr>
              <a:t>148 E</a:t>
            </a:r>
          </a:p>
        </p:txBody>
      </p:sp>
      <p:sp>
        <p:nvSpPr>
          <p:cNvPr id="42" name="line_041">
            <a:extLst>
              <a:ext uri="{FF2B5EF4-FFF2-40B4-BE49-F238E27FC236}">
                <ns2:creationId id="{106B9885-09B5-4534-B33A-43C5D845537A}"/>
              </a:ext>
            </a:extLst>
          </p:cNvPr>
          <p:cNvSpPr>
            <a:spLocks noGrp="1"/>
          </p:cNvSpPr>
          <p:nvPr/>
        </p:nvSpPr>
        <p:spPr>
          <a:xfrm>
            <a:off x="5346151" y="5286375"/>
            <a:ext cx="95" cy="38100"/>
          </a:xfrm>
          <a:custGeom>
            <a:pathLst>
              <a:path w="95" h="38100">
                <a:moveTo>
                  <a:pt x="0" y="0"/>
                </a:moveTo>
                <a:lnTo>
                  <a:pt x="0" y="38100"/>
                </a:lnTo>
              </a:path>
            </a:pathLst>
          </a:custGeom>
          <a:noFill/>
          <a:ln w="7620">
            <a:solidFill>
              <a:srgbClr val="65727C"/>
            </a:solidFill>
            <a:prstDash val="solid"/>
          </a:ln>
        </p:spPr>
      </p:sp>
      <p:sp>
        <p:nvSpPr>
          <p:cNvPr id="43" name="text_042">
            <a:extLst>
              <a:ext uri="{FF2B5EF4-FFF2-40B4-BE49-F238E27FC236}">
                <ns2:creationId id="{8552EF2B-6299-41C5-8E36-7FB5928EE1ED}"/>
              </a:ext>
            </a:extLst>
          </p:cNvPr>
          <p:cNvSpPr>
            <a:spLocks noGrp="1"/>
          </p:cNvSpPr>
          <p:nvPr/>
        </p:nvSpPr>
        <p:spPr>
          <a:xfrm rot="0">
            <a:off x="5136601" y="5343525"/>
            <a:ext cx="419100" cy="219075"/>
          </a:xfrm>
          <a:prstGeom prst="rect">
            <a:avLst/>
          </a:prstGeom>
          <a:noFill/>
          <a:ln w="0">
            <a:noFill/>
            <a:prstDash val="solid"/>
          </a:ln>
        </p:spPr>
        <p:txBody>
          <a:bodyPr wrap="none" lIns="0" tIns="0" rIns="0" bIns="0" anchor="t">
            <a:noAutofit/>
          </a:bodyPr>
          <a:lstStyle>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a:pPr algn="ctr">
              <a:defRPr sz="1125" b="0">
                <a:solidFill>
                  <a:srgbClr val="000000"/>
                </a:solidFill>
                <a:latin typeface="Arial"/>
                <a:ea typeface="Arial"/>
                <a:cs typeface="Arial"/>
              </a:defRPr>
            </a:pPr>
            <a:r>
              <a:rPr sz="1125" b="0">
                <a:solidFill>
                  <a:srgbClr val="000000"/>
                </a:solidFill>
                <a:latin typeface="Arial"/>
                <a:ea typeface="Arial"/>
                <a:cs typeface="Arial"/>
              </a:rPr>
              <a:t>154 E</a:t>
            </a:r>
          </a:p>
        </p:txBody>
      </p:sp>
      <p:sp>
        <p:nvSpPr>
          <p:cNvPr id="44" name="text_043">
            <a:extLst>
              <a:ext uri="{FF2B5EF4-FFF2-40B4-BE49-F238E27FC236}">
                <ns2:creationId id="{4B46D6DD-8256-400D-AF0B-AEB465A4EBBE}"/>
              </a:ext>
            </a:extLst>
          </p:cNvPr>
          <p:cNvSpPr>
            <a:spLocks noGrp="1"/>
          </p:cNvSpPr>
          <p:nvPr/>
        </p:nvSpPr>
        <p:spPr>
          <a:xfrm rot="0">
            <a:off x="3614958" y="3377756"/>
            <a:ext cx="428625" cy="190500"/>
          </a:xfrm>
          <a:prstGeom prst="rect">
            <a:avLst/>
          </a:prstGeom>
          <a:noFill/>
          <a:ln w="0">
            <a:noFill/>
            <a:prstDash val="solid"/>
          </a:ln>
        </p:spPr>
        <p:txBody>
          <a:bodyPr wrap="none" lIns="0" tIns="0" rIns="0" bIns="0" anchor="t">
            <a:noAutofit/>
          </a:bodyPr>
          <a:lstStyle>
            <a:defPPr algn="l">
              <a:defRPr sz="900" b="0">
                <a:solidFill>
                  <a:srgbClr val="65727C"/>
                </a:solidFill>
                <a:latin typeface="Arial"/>
                <a:ea typeface="Arial"/>
                <a:cs typeface="Arial"/>
              </a:defRPr>
            </a:defPPr>
            <a:lvl1pPr algn="l">
              <a:defRPr sz="900" b="0">
                <a:solidFill>
                  <a:srgbClr val="65727C"/>
                </a:solidFill>
                <a:latin typeface="Arial"/>
                <a:ea typeface="Arial"/>
                <a:cs typeface="Arial"/>
              </a:defRPr>
            </a:lvl1pPr>
            <a:lvl2pPr algn="l">
              <a:defRPr sz="900" b="0">
                <a:solidFill>
                  <a:srgbClr val="65727C"/>
                </a:solidFill>
                <a:latin typeface="Arial"/>
                <a:ea typeface="Arial"/>
                <a:cs typeface="Arial"/>
              </a:defRPr>
            </a:lvl2pPr>
            <a:lvl3pPr algn="l">
              <a:defRPr sz="900" b="0">
                <a:solidFill>
                  <a:srgbClr val="65727C"/>
                </a:solidFill>
                <a:latin typeface="Arial"/>
                <a:ea typeface="Arial"/>
                <a:cs typeface="Arial"/>
              </a:defRPr>
            </a:lvl3pPr>
            <a:lvl4pPr algn="l">
              <a:defRPr sz="900" b="0">
                <a:solidFill>
                  <a:srgbClr val="65727C"/>
                </a:solidFill>
                <a:latin typeface="Arial"/>
                <a:ea typeface="Arial"/>
                <a:cs typeface="Arial"/>
              </a:defRPr>
            </a:lvl4pPr>
            <a:lvl5pPr algn="l">
              <a:defRPr sz="900" b="0">
                <a:solidFill>
                  <a:srgbClr val="65727C"/>
                </a:solidFill>
                <a:latin typeface="Arial"/>
                <a:ea typeface="Arial"/>
                <a:cs typeface="Arial"/>
              </a:defRPr>
            </a:lvl5pPr>
            <a:lvl6pPr algn="l">
              <a:defRPr sz="900" b="0">
                <a:solidFill>
                  <a:srgbClr val="65727C"/>
                </a:solidFill>
                <a:latin typeface="Arial"/>
                <a:ea typeface="Arial"/>
                <a:cs typeface="Arial"/>
              </a:defRPr>
            </a:lvl6pPr>
            <a:lvl7pPr algn="l">
              <a:defRPr sz="900" b="0">
                <a:solidFill>
                  <a:srgbClr val="65727C"/>
                </a:solidFill>
                <a:latin typeface="Arial"/>
                <a:ea typeface="Arial"/>
                <a:cs typeface="Arial"/>
              </a:defRPr>
            </a:lvl7pPr>
            <a:lvl8pPr algn="l">
              <a:defRPr sz="900" b="0">
                <a:solidFill>
                  <a:srgbClr val="65727C"/>
                </a:solidFill>
                <a:latin typeface="Arial"/>
                <a:ea typeface="Arial"/>
                <a:cs typeface="Arial"/>
              </a:defRPr>
            </a:lvl8pPr>
            <a:lvl9pPr algn="l">
              <a:defRPr sz="900" b="0">
                <a:solidFill>
                  <a:srgbClr val="65727C"/>
                </a:solidFill>
                <a:latin typeface="Arial"/>
                <a:ea typeface="Arial"/>
                <a:cs typeface="Arial"/>
              </a:defRPr>
            </a:lvl9pPr>
          </a:lstStyle>
          <a:p>
            <a:pPr algn="l">
              <a:defRPr sz="900" b="0">
                <a:solidFill>
                  <a:srgbClr val="65727C"/>
                </a:solidFill>
                <a:latin typeface="Arial"/>
                <a:ea typeface="Arial"/>
                <a:cs typeface="Arial"/>
              </a:defRPr>
            </a:pPr>
            <a:r>
              <a:rPr sz="900" b="0">
                <a:solidFill>
                  <a:srgbClr val="65727C"/>
                </a:solidFill>
                <a:latin typeface="Arial"/>
                <a:ea typeface="Arial"/>
                <a:cs typeface="Arial"/>
              </a:rPr>
              <a:t>QLD</a:t>
            </a:r>
          </a:p>
        </p:txBody>
      </p:sp>
      <p:sp>
        <p:nvSpPr>
          <p:cNvPr id="45" name="text_044">
            <a:extLst>
              <a:ext uri="{FF2B5EF4-FFF2-40B4-BE49-F238E27FC236}">
                <ns2:creationId id="{C1953BB8-309A-4DCA-AEC5-C8CAE1185F06}"/>
              </a:ext>
            </a:extLst>
          </p:cNvPr>
          <p:cNvSpPr>
            <a:spLocks noGrp="1"/>
          </p:cNvSpPr>
          <p:nvPr/>
        </p:nvSpPr>
        <p:spPr>
          <a:xfrm rot="0">
            <a:off x="3614958" y="4234347"/>
            <a:ext cx="428625" cy="190500"/>
          </a:xfrm>
          <a:prstGeom prst="rect">
            <a:avLst/>
          </a:prstGeom>
          <a:noFill/>
          <a:ln w="0">
            <a:noFill/>
            <a:prstDash val="solid"/>
          </a:ln>
        </p:spPr>
        <p:txBody>
          <a:bodyPr wrap="none" lIns="0" tIns="0" rIns="0" bIns="0" anchor="t">
            <a:noAutofit/>
          </a:bodyPr>
          <a:lstStyle>
            <a:defPPr algn="l">
              <a:defRPr sz="900" b="0">
                <a:solidFill>
                  <a:srgbClr val="65727C"/>
                </a:solidFill>
                <a:latin typeface="Arial"/>
                <a:ea typeface="Arial"/>
                <a:cs typeface="Arial"/>
              </a:defRPr>
            </a:defPPr>
            <a:lvl1pPr algn="l">
              <a:defRPr sz="900" b="0">
                <a:solidFill>
                  <a:srgbClr val="65727C"/>
                </a:solidFill>
                <a:latin typeface="Arial"/>
                <a:ea typeface="Arial"/>
                <a:cs typeface="Arial"/>
              </a:defRPr>
            </a:lvl1pPr>
            <a:lvl2pPr algn="l">
              <a:defRPr sz="900" b="0">
                <a:solidFill>
                  <a:srgbClr val="65727C"/>
                </a:solidFill>
                <a:latin typeface="Arial"/>
                <a:ea typeface="Arial"/>
                <a:cs typeface="Arial"/>
              </a:defRPr>
            </a:lvl2pPr>
            <a:lvl3pPr algn="l">
              <a:defRPr sz="900" b="0">
                <a:solidFill>
                  <a:srgbClr val="65727C"/>
                </a:solidFill>
                <a:latin typeface="Arial"/>
                <a:ea typeface="Arial"/>
                <a:cs typeface="Arial"/>
              </a:defRPr>
            </a:lvl3pPr>
            <a:lvl4pPr algn="l">
              <a:defRPr sz="900" b="0">
                <a:solidFill>
                  <a:srgbClr val="65727C"/>
                </a:solidFill>
                <a:latin typeface="Arial"/>
                <a:ea typeface="Arial"/>
                <a:cs typeface="Arial"/>
              </a:defRPr>
            </a:lvl4pPr>
            <a:lvl5pPr algn="l">
              <a:defRPr sz="900" b="0">
                <a:solidFill>
                  <a:srgbClr val="65727C"/>
                </a:solidFill>
                <a:latin typeface="Arial"/>
                <a:ea typeface="Arial"/>
                <a:cs typeface="Arial"/>
              </a:defRPr>
            </a:lvl5pPr>
            <a:lvl6pPr algn="l">
              <a:defRPr sz="900" b="0">
                <a:solidFill>
                  <a:srgbClr val="65727C"/>
                </a:solidFill>
                <a:latin typeface="Arial"/>
                <a:ea typeface="Arial"/>
                <a:cs typeface="Arial"/>
              </a:defRPr>
            </a:lvl6pPr>
            <a:lvl7pPr algn="l">
              <a:defRPr sz="900" b="0">
                <a:solidFill>
                  <a:srgbClr val="65727C"/>
                </a:solidFill>
                <a:latin typeface="Arial"/>
                <a:ea typeface="Arial"/>
                <a:cs typeface="Arial"/>
              </a:defRPr>
            </a:lvl7pPr>
            <a:lvl8pPr algn="l">
              <a:defRPr sz="900" b="0">
                <a:solidFill>
                  <a:srgbClr val="65727C"/>
                </a:solidFill>
                <a:latin typeface="Arial"/>
                <a:ea typeface="Arial"/>
                <a:cs typeface="Arial"/>
              </a:defRPr>
            </a:lvl8pPr>
            <a:lvl9pPr algn="l">
              <a:defRPr sz="900" b="0">
                <a:solidFill>
                  <a:srgbClr val="65727C"/>
                </a:solidFill>
                <a:latin typeface="Arial"/>
                <a:ea typeface="Arial"/>
                <a:cs typeface="Arial"/>
              </a:defRPr>
            </a:lvl9pPr>
          </a:lstStyle>
          <a:p>
            <a:pPr algn="l">
              <a:defRPr sz="900" b="0">
                <a:solidFill>
                  <a:srgbClr val="65727C"/>
                </a:solidFill>
                <a:latin typeface="Arial"/>
                <a:ea typeface="Arial"/>
                <a:cs typeface="Arial"/>
              </a:defRPr>
            </a:pPr>
            <a:r>
              <a:rPr sz="900" b="0">
                <a:solidFill>
                  <a:srgbClr val="65727C"/>
                </a:solidFill>
                <a:latin typeface="Arial"/>
                <a:ea typeface="Arial"/>
                <a:cs typeface="Arial"/>
              </a:rPr>
              <a:t>NSW</a:t>
            </a:r>
          </a:p>
        </p:txBody>
      </p:sp>
      <p:sp>
        <p:nvSpPr>
          <p:cNvPr id="46" name="text_045">
            <a:extLst>
              <a:ext uri="{FF2B5EF4-FFF2-40B4-BE49-F238E27FC236}">
                <ns2:creationId id="{1BF6A72E-BFDF-4A9A-B063-A0622A85D8E0}"/>
              </a:ext>
            </a:extLst>
          </p:cNvPr>
          <p:cNvSpPr>
            <a:spLocks noGrp="1"/>
          </p:cNvSpPr>
          <p:nvPr/>
        </p:nvSpPr>
        <p:spPr>
          <a:xfrm rot="0">
            <a:off x="3478670" y="4966019"/>
            <a:ext cx="428625" cy="190500"/>
          </a:xfrm>
          <a:prstGeom prst="rect">
            <a:avLst/>
          </a:prstGeom>
          <a:noFill/>
          <a:ln w="0">
            <a:noFill/>
            <a:prstDash val="solid"/>
          </a:ln>
        </p:spPr>
        <p:txBody>
          <a:bodyPr wrap="none" lIns="0" tIns="0" rIns="0" bIns="0" anchor="t">
            <a:noAutofit/>
          </a:bodyPr>
          <a:lstStyle>
            <a:defPPr algn="l">
              <a:defRPr sz="900" b="0">
                <a:solidFill>
                  <a:srgbClr val="65727C"/>
                </a:solidFill>
                <a:latin typeface="Arial"/>
                <a:ea typeface="Arial"/>
                <a:cs typeface="Arial"/>
              </a:defRPr>
            </a:defPPr>
            <a:lvl1pPr algn="l">
              <a:defRPr sz="900" b="0">
                <a:solidFill>
                  <a:srgbClr val="65727C"/>
                </a:solidFill>
                <a:latin typeface="Arial"/>
                <a:ea typeface="Arial"/>
                <a:cs typeface="Arial"/>
              </a:defRPr>
            </a:lvl1pPr>
            <a:lvl2pPr algn="l">
              <a:defRPr sz="900" b="0">
                <a:solidFill>
                  <a:srgbClr val="65727C"/>
                </a:solidFill>
                <a:latin typeface="Arial"/>
                <a:ea typeface="Arial"/>
                <a:cs typeface="Arial"/>
              </a:defRPr>
            </a:lvl2pPr>
            <a:lvl3pPr algn="l">
              <a:defRPr sz="900" b="0">
                <a:solidFill>
                  <a:srgbClr val="65727C"/>
                </a:solidFill>
                <a:latin typeface="Arial"/>
                <a:ea typeface="Arial"/>
                <a:cs typeface="Arial"/>
              </a:defRPr>
            </a:lvl3pPr>
            <a:lvl4pPr algn="l">
              <a:defRPr sz="900" b="0">
                <a:solidFill>
                  <a:srgbClr val="65727C"/>
                </a:solidFill>
                <a:latin typeface="Arial"/>
                <a:ea typeface="Arial"/>
                <a:cs typeface="Arial"/>
              </a:defRPr>
            </a:lvl4pPr>
            <a:lvl5pPr algn="l">
              <a:defRPr sz="900" b="0">
                <a:solidFill>
                  <a:srgbClr val="65727C"/>
                </a:solidFill>
                <a:latin typeface="Arial"/>
                <a:ea typeface="Arial"/>
                <a:cs typeface="Arial"/>
              </a:defRPr>
            </a:lvl5pPr>
            <a:lvl6pPr algn="l">
              <a:defRPr sz="900" b="0">
                <a:solidFill>
                  <a:srgbClr val="65727C"/>
                </a:solidFill>
                <a:latin typeface="Arial"/>
                <a:ea typeface="Arial"/>
                <a:cs typeface="Arial"/>
              </a:defRPr>
            </a:lvl6pPr>
            <a:lvl7pPr algn="l">
              <a:defRPr sz="900" b="0">
                <a:solidFill>
                  <a:srgbClr val="65727C"/>
                </a:solidFill>
                <a:latin typeface="Arial"/>
                <a:ea typeface="Arial"/>
                <a:cs typeface="Arial"/>
              </a:defRPr>
            </a:lvl7pPr>
            <a:lvl8pPr algn="l">
              <a:defRPr sz="900" b="0">
                <a:solidFill>
                  <a:srgbClr val="65727C"/>
                </a:solidFill>
                <a:latin typeface="Arial"/>
                <a:ea typeface="Arial"/>
                <a:cs typeface="Arial"/>
              </a:defRPr>
            </a:lvl8pPr>
            <a:lvl9pPr algn="l">
              <a:defRPr sz="900" b="0">
                <a:solidFill>
                  <a:srgbClr val="65727C"/>
                </a:solidFill>
                <a:latin typeface="Arial"/>
                <a:ea typeface="Arial"/>
                <a:cs typeface="Arial"/>
              </a:defRPr>
            </a:lvl9pPr>
          </a:lstStyle>
          <a:p>
            <a:pPr algn="l">
              <a:defRPr sz="900" b="0">
                <a:solidFill>
                  <a:srgbClr val="65727C"/>
                </a:solidFill>
                <a:latin typeface="Arial"/>
                <a:ea typeface="Arial"/>
                <a:cs typeface="Arial"/>
              </a:defRPr>
            </a:pPr>
            <a:r>
              <a:rPr sz="900" b="0">
                <a:solidFill>
                  <a:srgbClr val="65727C"/>
                </a:solidFill>
                <a:latin typeface="Arial"/>
                <a:ea typeface="Arial"/>
                <a:cs typeface="Arial"/>
              </a:rPr>
              <a:t>VIC</a:t>
            </a:r>
          </a:p>
        </p:txBody>
      </p:sp>
      <p:sp>
        <p:nvSpPr>
          <p:cNvPr id="47" name="line_046">
            <a:extLst>
              <a:ext uri="{FF2B5EF4-FFF2-40B4-BE49-F238E27FC236}">
                <ns2:creationId id="{404C9B2B-BD85-4A7B-80BB-B908C8D87CB4}"/>
              </a:ext>
            </a:extLst>
          </p:cNvPr>
          <p:cNvSpPr>
            <a:spLocks noGrp="1"/>
          </p:cNvSpPr>
          <p:nvPr/>
        </p:nvSpPr>
        <p:spPr>
          <a:xfrm>
            <a:off x="4925481" y="5143500"/>
            <a:ext cx="322794" cy="95"/>
          </a:xfrm>
          <a:custGeom>
            <a:pathLst>
              <a:path w="322794" h="95">
                <a:moveTo>
                  <a:pt x="0" y="0"/>
                </a:moveTo>
                <a:lnTo>
                  <a:pt x="322794" y="0"/>
                </a:lnTo>
              </a:path>
            </a:pathLst>
          </a:custGeom>
          <a:noFill/>
          <a:ln w="15240">
            <a:solidFill>
              <a:srgbClr val="000000"/>
            </a:solidFill>
            <a:prstDash val="solid"/>
          </a:ln>
        </p:spPr>
      </p:sp>
      <p:sp>
        <p:nvSpPr>
          <p:cNvPr id="48" name="line_047">
            <a:extLst>
              <a:ext uri="{FF2B5EF4-FFF2-40B4-BE49-F238E27FC236}">
                <ns2:creationId id="{3D2D9FF3-B4EB-473D-A8A1-FBF5BCC28E50}"/>
              </a:ext>
            </a:extLst>
          </p:cNvPr>
          <p:cNvSpPr>
            <a:spLocks noGrp="1"/>
          </p:cNvSpPr>
          <p:nvPr/>
        </p:nvSpPr>
        <p:spPr>
          <a:xfrm>
            <a:off x="4925481" y="5114925"/>
            <a:ext cx="95" cy="57150"/>
          </a:xfrm>
          <a:custGeom>
            <a:pathLst>
              <a:path w="95" h="57150">
                <a:moveTo>
                  <a:pt x="0" y="0"/>
                </a:moveTo>
                <a:lnTo>
                  <a:pt x="0" y="57150"/>
                </a:lnTo>
              </a:path>
            </a:pathLst>
          </a:custGeom>
          <a:noFill/>
          <a:ln w="12383">
            <a:solidFill>
              <a:srgbClr val="000000"/>
            </a:solidFill>
            <a:prstDash val="solid"/>
          </a:ln>
        </p:spPr>
      </p:sp>
      <p:sp>
        <p:nvSpPr>
          <p:cNvPr id="49" name="line_048">
            <a:extLst>
              <a:ext uri="{FF2B5EF4-FFF2-40B4-BE49-F238E27FC236}">
                <ns2:creationId id="{447D6A89-310C-4359-823C-8171D3B282BA}"/>
              </a:ext>
            </a:extLst>
          </p:cNvPr>
          <p:cNvSpPr>
            <a:spLocks noGrp="1"/>
          </p:cNvSpPr>
          <p:nvPr/>
        </p:nvSpPr>
        <p:spPr>
          <a:xfrm>
            <a:off x="5248275" y="5114925"/>
            <a:ext cx="95" cy="57150"/>
          </a:xfrm>
          <a:custGeom>
            <a:pathLst>
              <a:path w="95" h="57150">
                <a:moveTo>
                  <a:pt x="0" y="0"/>
                </a:moveTo>
                <a:lnTo>
                  <a:pt x="0" y="57150"/>
                </a:lnTo>
              </a:path>
            </a:pathLst>
          </a:custGeom>
          <a:noFill/>
          <a:ln w="12383">
            <a:solidFill>
              <a:srgbClr val="000000"/>
            </a:solidFill>
            <a:prstDash val="solid"/>
          </a:ln>
        </p:spPr>
      </p:sp>
      <p:sp>
        <p:nvSpPr>
          <p:cNvPr id="50" name="text_049">
            <a:extLst>
              <a:ext uri="{FF2B5EF4-FFF2-40B4-BE49-F238E27FC236}">
                <ns2:creationId id="{3A168DA3-1307-426A-9AC2-5740754BF94B}"/>
              </a:ext>
            </a:extLst>
          </p:cNvPr>
          <p:cNvSpPr>
            <a:spLocks noGrp="1"/>
          </p:cNvSpPr>
          <p:nvPr/>
        </p:nvSpPr>
        <p:spPr>
          <a:xfrm rot="0">
            <a:off x="4858806" y="4943475"/>
            <a:ext cx="456144" cy="200025"/>
          </a:xfrm>
          <a:prstGeom prst="rect">
            <a:avLst/>
          </a:prstGeom>
          <a:noFill/>
          <a:ln w="0">
            <a:noFill/>
            <a:prstDash val="solid"/>
          </a:ln>
        </p:spPr>
        <p:txBody>
          <a:bodyPr wrap="none" lIns="0" tIns="0" rIns="0" bIns="0" anchor="t">
            <a:noAutofit/>
          </a:bodyPr>
          <a:lstStyle>
            <a:defPPr algn="ctr">
              <a:defRPr sz="900" b="0">
                <a:solidFill>
                  <a:srgbClr val="000000"/>
                </a:solidFill>
                <a:latin typeface="Arial"/>
                <a:ea typeface="Arial"/>
                <a:cs typeface="Arial"/>
              </a:defRPr>
            </a:defPPr>
            <a:lvl1pPr algn="ctr">
              <a:defRPr sz="900" b="0">
                <a:solidFill>
                  <a:srgbClr val="000000"/>
                </a:solidFill>
                <a:latin typeface="Arial"/>
                <a:ea typeface="Arial"/>
                <a:cs typeface="Arial"/>
              </a:defRPr>
            </a:lvl1pPr>
            <a:lvl2pPr algn="ctr">
              <a:defRPr sz="900" b="0">
                <a:solidFill>
                  <a:srgbClr val="000000"/>
                </a:solidFill>
                <a:latin typeface="Arial"/>
                <a:ea typeface="Arial"/>
                <a:cs typeface="Arial"/>
              </a:defRPr>
            </a:lvl2pPr>
            <a:lvl3pPr algn="ctr">
              <a:defRPr sz="900" b="0">
                <a:solidFill>
                  <a:srgbClr val="000000"/>
                </a:solidFill>
                <a:latin typeface="Arial"/>
                <a:ea typeface="Arial"/>
                <a:cs typeface="Arial"/>
              </a:defRPr>
            </a:lvl3pPr>
            <a:lvl4pPr algn="ctr">
              <a:defRPr sz="900" b="0">
                <a:solidFill>
                  <a:srgbClr val="000000"/>
                </a:solidFill>
                <a:latin typeface="Arial"/>
                <a:ea typeface="Arial"/>
                <a:cs typeface="Arial"/>
              </a:defRPr>
            </a:lvl4pPr>
            <a:lvl5pPr algn="ctr">
              <a:defRPr sz="900" b="0">
                <a:solidFill>
                  <a:srgbClr val="000000"/>
                </a:solidFill>
                <a:latin typeface="Arial"/>
                <a:ea typeface="Arial"/>
                <a:cs typeface="Arial"/>
              </a:defRPr>
            </a:lvl5pPr>
            <a:lvl6pPr algn="ctr">
              <a:defRPr sz="900" b="0">
                <a:solidFill>
                  <a:srgbClr val="000000"/>
                </a:solidFill>
                <a:latin typeface="Arial"/>
                <a:ea typeface="Arial"/>
                <a:cs typeface="Arial"/>
              </a:defRPr>
            </a:lvl6pPr>
            <a:lvl7pPr algn="ctr">
              <a:defRPr sz="900" b="0">
                <a:solidFill>
                  <a:srgbClr val="000000"/>
                </a:solidFill>
                <a:latin typeface="Arial"/>
                <a:ea typeface="Arial"/>
                <a:cs typeface="Arial"/>
              </a:defRPr>
            </a:lvl7pPr>
            <a:lvl8pPr algn="ctr">
              <a:defRPr sz="900" b="0">
                <a:solidFill>
                  <a:srgbClr val="000000"/>
                </a:solidFill>
                <a:latin typeface="Arial"/>
                <a:ea typeface="Arial"/>
                <a:cs typeface="Arial"/>
              </a:defRPr>
            </a:lvl8pPr>
            <a:lvl9pPr algn="ctr">
              <a:defRPr sz="900" b="0">
                <a:solidFill>
                  <a:srgbClr val="000000"/>
                </a:solidFill>
                <a:latin typeface="Arial"/>
                <a:ea typeface="Arial"/>
                <a:cs typeface="Arial"/>
              </a:defRPr>
            </a:lvl9pPr>
          </a:lstStyle>
          <a:p>
            <a:pPr algn="ctr">
              <a:defRPr sz="900" b="0">
                <a:solidFill>
                  <a:srgbClr val="000000"/>
                </a:solidFill>
                <a:latin typeface="Arial"/>
                <a:ea typeface="Arial"/>
                <a:cs typeface="Arial"/>
              </a:defRPr>
            </a:pPr>
            <a:r>
              <a:rPr sz="900" b="0">
                <a:solidFill>
                  <a:srgbClr val="000000"/>
                </a:solidFill>
                <a:latin typeface="Arial"/>
                <a:ea typeface="Arial"/>
                <a:cs typeface="Arial"/>
              </a:rPr>
              <a:t>200 km</a:t>
            </a:r>
          </a:p>
        </p:txBody>
      </p:sp>
      <p:sp>
        <p:nvSpPr>
          <p:cNvPr id="51" name="ellipse_050">
            <a:extLst>
              <a:ext uri="{FF2B5EF4-FFF2-40B4-BE49-F238E27FC236}">
                <ns2:creationId id="{4C56DDDC-D208-4991-9F59-6ECD29F15659}"/>
              </a:ext>
            </a:extLst>
          </p:cNvPr>
          <p:cNvSpPr>
            <a:spLocks noGrp="1"/>
          </p:cNvSpPr>
          <p:nvPr/>
        </p:nvSpPr>
        <p:spPr>
          <a:xfrm rot="0">
            <a:off x="5060811" y="3609439"/>
            <a:ext cx="112395" cy="112395"/>
          </a:xfrm>
          <a:prstGeom prst="ellipse">
            <a:avLst/>
          </a:prstGeom>
          <a:solidFill>
            <a:srgbClr val="FFFFFF"/>
          </a:solidFill>
          <a:ln w="17145">
            <a:solidFill>
              <a:srgbClr val="FFFFFF"/>
            </a:solidFill>
            <a:prstDash val="solid"/>
          </a:ln>
        </p:spPr>
      </p:sp>
      <p:sp>
        <p:nvSpPr>
          <p:cNvPr id="52" name="A_f18_False">
            <a:extLst>
              <a:ext uri="{FF2B5EF4-FFF2-40B4-BE49-F238E27FC236}">
                <ns2:creationId id="{4B49C7CC-49CE-4DB2-93EB-CEE3BD4BE8D6}"/>
              </a:ext>
            </a:extLst>
          </p:cNvPr>
          <p:cNvSpPr>
            <a:spLocks noGrp="1"/>
          </p:cNvSpPr>
          <p:nvPr/>
        </p:nvSpPr>
        <p:spPr>
          <a:xfrm rot="0">
            <a:off x="5077956" y="3626584"/>
            <a:ext cx="78105" cy="78105"/>
          </a:xfrm>
          <a:prstGeom prst="ellipse">
            <a:avLst/>
          </a:prstGeom>
          <a:solidFill>
            <a:srgbClr val="FFFFFF"/>
          </a:solidFill>
          <a:ln w="17145">
            <a:solidFill>
              <a:srgbClr val="0072B2"/>
            </a:solidFill>
            <a:prstDash val="solid"/>
          </a:ln>
        </p:spPr>
      </p:sp>
      <p:sp>
        <p:nvSpPr>
          <p:cNvPr id="53" name="text_052">
            <a:extLst>
              <a:ext uri="{FF2B5EF4-FFF2-40B4-BE49-F238E27FC236}">
                <ns2:creationId id="{8B947249-2F73-456C-A0EC-6B18D6055A1C}"/>
              </a:ext>
            </a:extLst>
          </p:cNvPr>
          <p:cNvSpPr>
            <a:spLocks noGrp="1"/>
          </p:cNvSpPr>
          <p:nvPr/>
        </p:nvSpPr>
        <p:spPr>
          <a:xfrm rot="0">
            <a:off x="4859834" y="3437037"/>
            <a:ext cx="266700" cy="247650"/>
          </a:xfrm>
          <a:prstGeom prst="rect">
            <a:avLst/>
          </a:prstGeom>
          <a:noFill/>
          <a:ln w="0">
            <a:noFill/>
            <a:prstDash val="solid"/>
          </a:ln>
        </p:spPr>
        <p:txBody>
          <a:bodyPr wrap="none" lIns="0" tIns="0" rIns="0" bIns="0" anchor="t">
            <a:noAutofit/>
          </a:bodyPr>
          <a:lstStyle>
            <a:defPPr algn="l">
              <a:defRPr sz="1500" b="1">
                <a:solidFill>
                  <a:srgbClr val="0072B2"/>
                </a:solidFill>
                <a:latin typeface="Arial"/>
                <a:ea typeface="Arial"/>
                <a:cs typeface="Arial"/>
              </a:defRPr>
            </a:defPPr>
            <a:lvl1pPr algn="l">
              <a:defRPr sz="1500" b="1">
                <a:solidFill>
                  <a:srgbClr val="0072B2"/>
                </a:solidFill>
                <a:latin typeface="Arial"/>
                <a:ea typeface="Arial"/>
                <a:cs typeface="Arial"/>
              </a:defRPr>
            </a:lvl1pPr>
            <a:lvl2pPr algn="l">
              <a:defRPr sz="1500" b="1">
                <a:solidFill>
                  <a:srgbClr val="0072B2"/>
                </a:solidFill>
                <a:latin typeface="Arial"/>
                <a:ea typeface="Arial"/>
                <a:cs typeface="Arial"/>
              </a:defRPr>
            </a:lvl2pPr>
            <a:lvl3pPr algn="l">
              <a:defRPr sz="1500" b="1">
                <a:solidFill>
                  <a:srgbClr val="0072B2"/>
                </a:solidFill>
                <a:latin typeface="Arial"/>
                <a:ea typeface="Arial"/>
                <a:cs typeface="Arial"/>
              </a:defRPr>
            </a:lvl3pPr>
            <a:lvl4pPr algn="l">
              <a:defRPr sz="1500" b="1">
                <a:solidFill>
                  <a:srgbClr val="0072B2"/>
                </a:solidFill>
                <a:latin typeface="Arial"/>
                <a:ea typeface="Arial"/>
                <a:cs typeface="Arial"/>
              </a:defRPr>
            </a:lvl4pPr>
            <a:lvl5pPr algn="l">
              <a:defRPr sz="1500" b="1">
                <a:solidFill>
                  <a:srgbClr val="0072B2"/>
                </a:solidFill>
                <a:latin typeface="Arial"/>
                <a:ea typeface="Arial"/>
                <a:cs typeface="Arial"/>
              </a:defRPr>
            </a:lvl5pPr>
            <a:lvl6pPr algn="l">
              <a:defRPr sz="1500" b="1">
                <a:solidFill>
                  <a:srgbClr val="0072B2"/>
                </a:solidFill>
                <a:latin typeface="Arial"/>
                <a:ea typeface="Arial"/>
                <a:cs typeface="Arial"/>
              </a:defRPr>
            </a:lvl6pPr>
            <a:lvl7pPr algn="l">
              <a:defRPr sz="1500" b="1">
                <a:solidFill>
                  <a:srgbClr val="0072B2"/>
                </a:solidFill>
                <a:latin typeface="Arial"/>
                <a:ea typeface="Arial"/>
                <a:cs typeface="Arial"/>
              </a:defRPr>
            </a:lvl7pPr>
            <a:lvl8pPr algn="l">
              <a:defRPr sz="1500" b="1">
                <a:solidFill>
                  <a:srgbClr val="0072B2"/>
                </a:solidFill>
                <a:latin typeface="Arial"/>
                <a:ea typeface="Arial"/>
                <a:cs typeface="Arial"/>
              </a:defRPr>
            </a:lvl8pPr>
            <a:lvl9pPr algn="l">
              <a:defRPr sz="1500" b="1">
                <a:solidFill>
                  <a:srgbClr val="0072B2"/>
                </a:solidFill>
                <a:latin typeface="Arial"/>
                <a:ea typeface="Arial"/>
                <a:cs typeface="Arial"/>
              </a:defRPr>
            </a:lvl9pPr>
          </a:lstStyle>
          <a:p>
            <a:pPr algn="l">
              <a:defRPr sz="1500" b="1">
                <a:solidFill>
                  <a:srgbClr val="0072B2"/>
                </a:solidFill>
                <a:latin typeface="Arial"/>
                <a:ea typeface="Arial"/>
                <a:cs typeface="Arial"/>
              </a:defRPr>
            </a:pPr>
            <a:r>
              <a:rPr sz="1500" b="1">
                <a:solidFill>
                  <a:srgbClr val="0072B2"/>
                </a:solidFill>
                <a:latin typeface="Arial"/>
                <a:ea typeface="Arial"/>
                <a:cs typeface="Arial"/>
              </a:rPr>
              <a:t>A</a:t>
            </a:r>
          </a:p>
        </p:txBody>
      </p:sp>
      <p:sp>
        <p:nvSpPr>
          <p:cNvPr id="54" name="ellipse_053">
            <a:extLst>
              <a:ext uri="{FF2B5EF4-FFF2-40B4-BE49-F238E27FC236}">
                <ns2:creationId id="{5471A0FB-FD1E-47A2-8E79-87C32E3484FF}"/>
              </a:ext>
            </a:extLst>
          </p:cNvPr>
          <p:cNvSpPr>
            <a:spLocks noGrp="1"/>
          </p:cNvSpPr>
          <p:nvPr/>
        </p:nvSpPr>
        <p:spPr>
          <a:xfrm rot="0">
            <a:off x="4373225" y="5017353"/>
            <a:ext cx="112395" cy="112395"/>
          </a:xfrm>
          <a:prstGeom prst="ellipse">
            <a:avLst/>
          </a:prstGeom>
          <a:solidFill>
            <a:srgbClr val="FFFFFF"/>
          </a:solidFill>
          <a:ln w="17145">
            <a:solidFill>
              <a:srgbClr val="FFFFFF"/>
            </a:solidFill>
            <a:prstDash val="solid"/>
          </a:ln>
        </p:spPr>
      </p:sp>
      <p:sp>
        <p:nvSpPr>
          <p:cNvPr id="55" name="B_f18_False">
            <a:extLst>
              <a:ext uri="{FF2B5EF4-FFF2-40B4-BE49-F238E27FC236}">
                <ns2:creationId id="{2615423B-3CDA-422A-AD78-1FE30A876D6D}"/>
              </a:ext>
            </a:extLst>
          </p:cNvPr>
          <p:cNvSpPr>
            <a:spLocks noGrp="1"/>
          </p:cNvSpPr>
          <p:nvPr/>
        </p:nvSpPr>
        <p:spPr>
          <a:xfrm rot="0">
            <a:off x="4390370" y="5034498"/>
            <a:ext cx="78105" cy="78105"/>
          </a:xfrm>
          <a:prstGeom prst="ellipse">
            <a:avLst/>
          </a:prstGeom>
          <a:solidFill>
            <a:srgbClr val="FFFFFF"/>
          </a:solidFill>
          <a:ln w="17145">
            <a:solidFill>
              <a:srgbClr val="D55E00"/>
            </a:solidFill>
            <a:prstDash val="solid"/>
          </a:ln>
        </p:spPr>
      </p:sp>
      <p:sp>
        <p:nvSpPr>
          <p:cNvPr id="56" name="text_055">
            <a:extLst>
              <a:ext uri="{FF2B5EF4-FFF2-40B4-BE49-F238E27FC236}">
                <ns2:creationId id="{77848339-EAA3-44AB-A5EF-312FC52BA537}"/>
              </a:ext>
            </a:extLst>
          </p:cNvPr>
          <p:cNvSpPr>
            <a:spLocks noGrp="1"/>
          </p:cNvSpPr>
          <p:nvPr/>
        </p:nvSpPr>
        <p:spPr>
          <a:xfrm rot="0">
            <a:off x="4505623" y="4844951"/>
            <a:ext cx="266700" cy="247650"/>
          </a:xfrm>
          <a:prstGeom prst="rect">
            <a:avLst/>
          </a:prstGeom>
          <a:noFill/>
          <a:ln w="0">
            <a:noFill/>
            <a:prstDash val="solid"/>
          </a:ln>
        </p:spPr>
        <p:txBody>
          <a:bodyPr wrap="none" lIns="0" tIns="0" rIns="0" bIns="0" anchor="t">
            <a:noAutofit/>
          </a:bodyPr>
          <a:lstStyle>
            <a:defPPr algn="l">
              <a:defRPr sz="1500" b="1">
                <a:solidFill>
                  <a:srgbClr val="D55E00"/>
                </a:solidFill>
                <a:latin typeface="Arial"/>
                <a:ea typeface="Arial"/>
                <a:cs typeface="Arial"/>
              </a:defRPr>
            </a:defPPr>
            <a:lvl1pPr algn="l">
              <a:defRPr sz="1500" b="1">
                <a:solidFill>
                  <a:srgbClr val="D55E00"/>
                </a:solidFill>
                <a:latin typeface="Arial"/>
                <a:ea typeface="Arial"/>
                <a:cs typeface="Arial"/>
              </a:defRPr>
            </a:lvl1pPr>
            <a:lvl2pPr algn="l">
              <a:defRPr sz="1500" b="1">
                <a:solidFill>
                  <a:srgbClr val="D55E00"/>
                </a:solidFill>
                <a:latin typeface="Arial"/>
                <a:ea typeface="Arial"/>
                <a:cs typeface="Arial"/>
              </a:defRPr>
            </a:lvl2pPr>
            <a:lvl3pPr algn="l">
              <a:defRPr sz="1500" b="1">
                <a:solidFill>
                  <a:srgbClr val="D55E00"/>
                </a:solidFill>
                <a:latin typeface="Arial"/>
                <a:ea typeface="Arial"/>
                <a:cs typeface="Arial"/>
              </a:defRPr>
            </a:lvl3pPr>
            <a:lvl4pPr algn="l">
              <a:defRPr sz="1500" b="1">
                <a:solidFill>
                  <a:srgbClr val="D55E00"/>
                </a:solidFill>
                <a:latin typeface="Arial"/>
                <a:ea typeface="Arial"/>
                <a:cs typeface="Arial"/>
              </a:defRPr>
            </a:lvl4pPr>
            <a:lvl5pPr algn="l">
              <a:defRPr sz="1500" b="1">
                <a:solidFill>
                  <a:srgbClr val="D55E00"/>
                </a:solidFill>
                <a:latin typeface="Arial"/>
                <a:ea typeface="Arial"/>
                <a:cs typeface="Arial"/>
              </a:defRPr>
            </a:lvl5pPr>
            <a:lvl6pPr algn="l">
              <a:defRPr sz="1500" b="1">
                <a:solidFill>
                  <a:srgbClr val="D55E00"/>
                </a:solidFill>
                <a:latin typeface="Arial"/>
                <a:ea typeface="Arial"/>
                <a:cs typeface="Arial"/>
              </a:defRPr>
            </a:lvl6pPr>
            <a:lvl7pPr algn="l">
              <a:defRPr sz="1500" b="1">
                <a:solidFill>
                  <a:srgbClr val="D55E00"/>
                </a:solidFill>
                <a:latin typeface="Arial"/>
                <a:ea typeface="Arial"/>
                <a:cs typeface="Arial"/>
              </a:defRPr>
            </a:lvl7pPr>
            <a:lvl8pPr algn="l">
              <a:defRPr sz="1500" b="1">
                <a:solidFill>
                  <a:srgbClr val="D55E00"/>
                </a:solidFill>
                <a:latin typeface="Arial"/>
                <a:ea typeface="Arial"/>
                <a:cs typeface="Arial"/>
              </a:defRPr>
            </a:lvl8pPr>
            <a:lvl9pPr algn="l">
              <a:defRPr sz="1500" b="1">
                <a:solidFill>
                  <a:srgbClr val="D55E00"/>
                </a:solidFill>
                <a:latin typeface="Arial"/>
                <a:ea typeface="Arial"/>
                <a:cs typeface="Arial"/>
              </a:defRPr>
            </a:lvl9pPr>
          </a:lstStyle>
          <a:p>
            <a:pPr algn="l">
              <a:defRPr sz="1500" b="1">
                <a:solidFill>
                  <a:srgbClr val="D55E00"/>
                </a:solidFill>
                <a:latin typeface="Arial"/>
                <a:ea typeface="Arial"/>
                <a:cs typeface="Arial"/>
              </a:defRPr>
            </a:pPr>
            <a:r>
              <a:rPr sz="1500" b="1">
                <a:solidFill>
                  <a:srgbClr val="D55E00"/>
                </a:solidFill>
                <a:latin typeface="Arial"/>
                <a:ea typeface="Arial"/>
                <a:cs typeface="Arial"/>
              </a:rPr>
              <a:t>B</a:t>
            </a:r>
          </a:p>
        </p:txBody>
      </p:sp>
      <p:sp>
        <p:nvSpPr>
          <p:cNvPr id="57" name="ellipse_056">
            <a:extLst>
              <a:ext uri="{FF2B5EF4-FFF2-40B4-BE49-F238E27FC236}">
                <ns2:creationId id="{641E697B-62F4-449B-9FEA-7151278695E4}"/>
              </a:ext>
            </a:extLst>
          </p:cNvPr>
          <p:cNvSpPr>
            <a:spLocks noGrp="1"/>
          </p:cNvSpPr>
          <p:nvPr/>
        </p:nvSpPr>
        <p:spPr>
          <a:xfrm rot="0">
            <a:off x="3914835" y="3543955"/>
            <a:ext cx="112395" cy="112395"/>
          </a:xfrm>
          <a:prstGeom prst="ellipse">
            <a:avLst/>
          </a:prstGeom>
          <a:solidFill>
            <a:srgbClr val="FFFFFF"/>
          </a:solidFill>
          <a:ln w="17145">
            <a:solidFill>
              <a:srgbClr val="FFFFFF"/>
            </a:solidFill>
            <a:prstDash val="solid"/>
          </a:ln>
        </p:spPr>
      </p:sp>
      <p:sp>
        <p:nvSpPr>
          <p:cNvPr id="58" name="C_f18_False">
            <a:extLst>
              <a:ext uri="{FF2B5EF4-FFF2-40B4-BE49-F238E27FC236}">
                <ns2:creationId id="{68A6C6C8-688D-454C-86EA-F594DB0ECCC4}"/>
              </a:ext>
            </a:extLst>
          </p:cNvPr>
          <p:cNvSpPr>
            <a:spLocks noGrp="1"/>
          </p:cNvSpPr>
          <p:nvPr/>
        </p:nvSpPr>
        <p:spPr>
          <a:xfrm rot="0">
            <a:off x="3931980" y="3561100"/>
            <a:ext cx="78105" cy="78105"/>
          </a:xfrm>
          <a:prstGeom prst="ellipse">
            <a:avLst/>
          </a:prstGeom>
          <a:solidFill>
            <a:srgbClr val="FFFFFF"/>
          </a:solidFill>
          <a:ln w="17145">
            <a:solidFill>
              <a:srgbClr val="009E73"/>
            </a:solidFill>
            <a:prstDash val="solid"/>
          </a:ln>
        </p:spPr>
      </p:sp>
      <p:sp>
        <p:nvSpPr>
          <p:cNvPr id="59" name="text_058">
            <a:extLst>
              <a:ext uri="{FF2B5EF4-FFF2-40B4-BE49-F238E27FC236}">
                <ns2:creationId id="{F5ECBBE3-2576-4BF1-BE5D-75BC6BD1C411}"/>
              </a:ext>
            </a:extLst>
          </p:cNvPr>
          <p:cNvSpPr>
            <a:spLocks noGrp="1"/>
          </p:cNvSpPr>
          <p:nvPr/>
        </p:nvSpPr>
        <p:spPr>
          <a:xfrm rot="0">
            <a:off x="4047232" y="3371552"/>
            <a:ext cx="266700" cy="247650"/>
          </a:xfrm>
          <a:prstGeom prst="rect">
            <a:avLst/>
          </a:prstGeom>
          <a:noFill/>
          <a:ln w="0">
            <a:noFill/>
            <a:prstDash val="solid"/>
          </a:ln>
        </p:spPr>
        <p:txBody>
          <a:bodyPr wrap="none" lIns="0" tIns="0" rIns="0" bIns="0" anchor="t">
            <a:noAutofit/>
          </a:bodyPr>
          <a:lstStyle>
            <a:defPPr algn="l">
              <a:defRPr sz="1500" b="1">
                <a:solidFill>
                  <a:srgbClr val="009E73"/>
                </a:solidFill>
                <a:latin typeface="Arial"/>
                <a:ea typeface="Arial"/>
                <a:cs typeface="Arial"/>
              </a:defRPr>
            </a:defPPr>
            <a:lvl1pPr algn="l">
              <a:defRPr sz="1500" b="1">
                <a:solidFill>
                  <a:srgbClr val="009E73"/>
                </a:solidFill>
                <a:latin typeface="Arial"/>
                <a:ea typeface="Arial"/>
                <a:cs typeface="Arial"/>
              </a:defRPr>
            </a:lvl1pPr>
            <a:lvl2pPr algn="l">
              <a:defRPr sz="1500" b="1">
                <a:solidFill>
                  <a:srgbClr val="009E73"/>
                </a:solidFill>
                <a:latin typeface="Arial"/>
                <a:ea typeface="Arial"/>
                <a:cs typeface="Arial"/>
              </a:defRPr>
            </a:lvl2pPr>
            <a:lvl3pPr algn="l">
              <a:defRPr sz="1500" b="1">
                <a:solidFill>
                  <a:srgbClr val="009E73"/>
                </a:solidFill>
                <a:latin typeface="Arial"/>
                <a:ea typeface="Arial"/>
                <a:cs typeface="Arial"/>
              </a:defRPr>
            </a:lvl3pPr>
            <a:lvl4pPr algn="l">
              <a:defRPr sz="1500" b="1">
                <a:solidFill>
                  <a:srgbClr val="009E73"/>
                </a:solidFill>
                <a:latin typeface="Arial"/>
                <a:ea typeface="Arial"/>
                <a:cs typeface="Arial"/>
              </a:defRPr>
            </a:lvl4pPr>
            <a:lvl5pPr algn="l">
              <a:defRPr sz="1500" b="1">
                <a:solidFill>
                  <a:srgbClr val="009E73"/>
                </a:solidFill>
                <a:latin typeface="Arial"/>
                <a:ea typeface="Arial"/>
                <a:cs typeface="Arial"/>
              </a:defRPr>
            </a:lvl5pPr>
            <a:lvl6pPr algn="l">
              <a:defRPr sz="1500" b="1">
                <a:solidFill>
                  <a:srgbClr val="009E73"/>
                </a:solidFill>
                <a:latin typeface="Arial"/>
                <a:ea typeface="Arial"/>
                <a:cs typeface="Arial"/>
              </a:defRPr>
            </a:lvl6pPr>
            <a:lvl7pPr algn="l">
              <a:defRPr sz="1500" b="1">
                <a:solidFill>
                  <a:srgbClr val="009E73"/>
                </a:solidFill>
                <a:latin typeface="Arial"/>
                <a:ea typeface="Arial"/>
                <a:cs typeface="Arial"/>
              </a:defRPr>
            </a:lvl7pPr>
            <a:lvl8pPr algn="l">
              <a:defRPr sz="1500" b="1">
                <a:solidFill>
                  <a:srgbClr val="009E73"/>
                </a:solidFill>
                <a:latin typeface="Arial"/>
                <a:ea typeface="Arial"/>
                <a:cs typeface="Arial"/>
              </a:defRPr>
            </a:lvl8pPr>
            <a:lvl9pPr algn="l">
              <a:defRPr sz="1500" b="1">
                <a:solidFill>
                  <a:srgbClr val="009E73"/>
                </a:solidFill>
                <a:latin typeface="Arial"/>
                <a:ea typeface="Arial"/>
                <a:cs typeface="Arial"/>
              </a:defRPr>
            </a:lvl9pPr>
          </a:lstStyle>
          <a:p>
            <a:pPr algn="l">
              <a:defRPr sz="1500" b="1">
                <a:solidFill>
                  <a:srgbClr val="009E73"/>
                </a:solidFill>
                <a:latin typeface="Arial"/>
                <a:ea typeface="Arial"/>
                <a:cs typeface="Arial"/>
              </a:defRPr>
            </a:pPr>
            <a:r>
              <a:rPr sz="1500" b="1">
                <a:solidFill>
                  <a:srgbClr val="009E73"/>
                </a:solidFill>
                <a:latin typeface="Arial"/>
                <a:ea typeface="Arial"/>
                <a:cs typeface="Arial"/>
              </a:rPr>
              <a:t>C</a:t>
            </a:r>
          </a:p>
        </p:txBody>
      </p:sp>
      <p:sp>
        <p:nvSpPr>
          <p:cNvPr id="60" name="text_059">
            <a:extLst>
              <a:ext uri="{FF2B5EF4-FFF2-40B4-BE49-F238E27FC236}">
                <ns2:creationId id="{B185908D-5018-44C3-AF50-E351DDAE4F3F}"/>
              </a:ext>
            </a:extLst>
          </p:cNvPr>
          <p:cNvSpPr>
            <a:spLocks noGrp="1"/>
          </p:cNvSpPr>
          <p:nvPr/>
        </p:nvSpPr>
        <p:spPr>
          <a:xfrm rot="0">
            <a:off x="3152775" y="5600700"/>
            <a:ext cx="2324100" cy="228600"/>
          </a:xfrm>
          <a:prstGeom prst="rect">
            <a:avLst/>
          </a:prstGeom>
          <a:noFill/>
          <a:ln w="0">
            <a:noFill/>
            <a:prstDash val="solid"/>
          </a:ln>
        </p:spPr>
        <p:txBody>
          <a:bodyPr wrap="none" lIns="0" tIns="0" rIns="0" bIns="0" anchor="t">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221 cells with positive FRP</a:t>
            </a:r>
          </a:p>
        </p:txBody>
      </p:sp>
      <p:sp>
        <p:nvSpPr>
          <p:cNvPr id="61" name="text_060">
            <a:extLst>
              <a:ext uri="{FF2B5EF4-FFF2-40B4-BE49-F238E27FC236}">
                <ns2:creationId id="{43DD710A-1269-4426-9591-3AC6C1113691}"/>
              </a:ext>
            </a:extLst>
          </p:cNvPr>
          <p:cNvSpPr>
            <a:spLocks noGrp="1"/>
          </p:cNvSpPr>
          <p:nvPr/>
        </p:nvSpPr>
        <p:spPr>
          <a:xfrm rot="0">
            <a:off x="5886450" y="2914650"/>
            <a:ext cx="2266950" cy="238125"/>
          </a:xfrm>
          <a:prstGeom prst="rect">
            <a:avLst/>
          </a:prstGeom>
          <a:noFill/>
          <a:ln w="0">
            <a:noFill/>
            <a:prstDash val="solid"/>
          </a:ln>
        </p:spPr>
        <p:txBody>
          <a:bodyPr wrap="none" lIns="0" tIns="0" rIns="0" bIns="0" anchor="t">
            <a:noAutofit/>
          </a:bodyPr>
          <a:lstStyle>
            <a:defPPr algn="ctr">
              <a:defRPr sz="1350" b="1">
                <a:solidFill>
                  <a:srgbClr val="000000"/>
                </a:solidFill>
                <a:latin typeface="Arial"/>
                <a:ea typeface="Arial"/>
                <a:cs typeface="Arial"/>
              </a:defRPr>
            </a:defPPr>
            <a:lvl1pPr algn="ctr">
              <a:defRPr sz="1350" b="1">
                <a:solidFill>
                  <a:srgbClr val="000000"/>
                </a:solidFill>
                <a:latin typeface="Arial"/>
                <a:ea typeface="Arial"/>
                <a:cs typeface="Arial"/>
              </a:defRPr>
            </a:lvl1pPr>
            <a:lvl2pPr algn="ctr">
              <a:defRPr sz="1350" b="1">
                <a:solidFill>
                  <a:srgbClr val="000000"/>
                </a:solidFill>
                <a:latin typeface="Arial"/>
                <a:ea typeface="Arial"/>
                <a:cs typeface="Arial"/>
              </a:defRPr>
            </a:lvl2pPr>
            <a:lvl3pPr algn="ctr">
              <a:defRPr sz="1350" b="1">
                <a:solidFill>
                  <a:srgbClr val="000000"/>
                </a:solidFill>
                <a:latin typeface="Arial"/>
                <a:ea typeface="Arial"/>
                <a:cs typeface="Arial"/>
              </a:defRPr>
            </a:lvl3pPr>
            <a:lvl4pPr algn="ctr">
              <a:defRPr sz="1350" b="1">
                <a:solidFill>
                  <a:srgbClr val="000000"/>
                </a:solidFill>
                <a:latin typeface="Arial"/>
                <a:ea typeface="Arial"/>
                <a:cs typeface="Arial"/>
              </a:defRPr>
            </a:lvl4pPr>
            <a:lvl5pPr algn="ctr">
              <a:defRPr sz="1350" b="1">
                <a:solidFill>
                  <a:srgbClr val="000000"/>
                </a:solidFill>
                <a:latin typeface="Arial"/>
                <a:ea typeface="Arial"/>
                <a:cs typeface="Arial"/>
              </a:defRPr>
            </a:lvl5pPr>
            <a:lvl6pPr algn="ctr">
              <a:defRPr sz="1350" b="1">
                <a:solidFill>
                  <a:srgbClr val="000000"/>
                </a:solidFill>
                <a:latin typeface="Arial"/>
                <a:ea typeface="Arial"/>
                <a:cs typeface="Arial"/>
              </a:defRPr>
            </a:lvl6pPr>
            <a:lvl7pPr algn="ctr">
              <a:defRPr sz="1350" b="1">
                <a:solidFill>
                  <a:srgbClr val="000000"/>
                </a:solidFill>
                <a:latin typeface="Arial"/>
                <a:ea typeface="Arial"/>
                <a:cs typeface="Arial"/>
              </a:defRPr>
            </a:lvl7pPr>
            <a:lvl8pPr algn="ctr">
              <a:defRPr sz="1350" b="1">
                <a:solidFill>
                  <a:srgbClr val="000000"/>
                </a:solidFill>
                <a:latin typeface="Arial"/>
                <a:ea typeface="Arial"/>
                <a:cs typeface="Arial"/>
              </a:defRPr>
            </a:lvl8pPr>
            <a:lvl9pPr algn="ctr">
              <a:defRPr sz="1350" b="1">
                <a:solidFill>
                  <a:srgbClr val="000000"/>
                </a:solidFill>
                <a:latin typeface="Arial"/>
                <a:ea typeface="Arial"/>
                <a:cs typeface="Arial"/>
              </a:defRPr>
            </a:lvl9pPr>
          </a:lstStyle>
          <a:p>
            <a:pPr algn="ctr">
              <a:defRPr sz="1350" b="1">
                <a:solidFill>
                  <a:srgbClr val="000000"/>
                </a:solidFill>
                <a:latin typeface="Arial"/>
                <a:ea typeface="Arial"/>
                <a:cs typeface="Arial"/>
              </a:defRPr>
            </a:pPr>
            <a:r>
              <a:rPr sz="1350" b="1">
                <a:solidFill>
                  <a:srgbClr val="000000"/>
                </a:solidFill>
                <a:latin typeface="Arial"/>
                <a:ea typeface="Arial"/>
                <a:cs typeface="Arial"/>
              </a:rPr>
              <a:t>f19: 12-09 to 12-10</a:t>
            </a:r>
          </a:p>
        </p:txBody>
      </p:sp>
      <p:pic>
        <p:nvPicPr>
          <p:cNvPr id="62" name="">
            <a:extLst>
              <a:ext uri="{FF2B5EF4-FFF2-40B4-BE49-F238E27FC236}">
                <ns2:creationId id="{F46C2190-FDFF-476F-B2C1-53F2D7FB1CCF}"/>
              </a:ext>
            </a:extLst>
          </p:cNvPr>
          <p:cNvPicPr>
            <a:picLocks noChangeAspect="1"/>
          </p:cNvPicPr>
          <p:nvPr/>
        </p:nvPicPr>
        <p:blipFill>
          <a:blip r:embed="R842c093534944c0a"/>
          <a:stretch/>
        </p:blipFill>
        <p:spPr>
          <a:xfrm>
            <a:off x="5962650" y="3190875"/>
            <a:ext cx="2095500" cy="2095500"/>
          </a:xfrm>
          <a:prstGeom prst="rect">
            <a:avLst/>
          </a:prstGeom>
        </p:spPr>
      </p:pic>
      <p:sp>
        <p:nvSpPr>
          <p:cNvPr id="63" name="rect_062">
            <a:extLst>
              <a:ext uri="{FF2B5EF4-FFF2-40B4-BE49-F238E27FC236}">
                <ns2:creationId id="{AC82321A-3555-46F3-A32F-5FDC78ACCA88}"/>
              </a:ext>
            </a:extLst>
          </p:cNvPr>
          <p:cNvSpPr>
            <a:spLocks noGrp="1"/>
          </p:cNvSpPr>
          <p:nvPr/>
        </p:nvSpPr>
        <p:spPr>
          <a:xfrm rot="0">
            <a:off x="5962650" y="3190875"/>
            <a:ext cx="2095500" cy="2095500"/>
          </a:xfrm>
          <a:prstGeom prst="rect">
            <a:avLst/>
          </a:prstGeom>
          <a:noFill/>
          <a:ln w="6668">
            <a:solidFill>
              <a:srgbClr val="65727C"/>
            </a:solidFill>
            <a:prstDash val="solid"/>
          </a:ln>
        </p:spPr>
      </p:sp>
      <p:sp>
        <p:nvSpPr>
          <p:cNvPr id="64" name="line_063">
            <a:extLst>
              <a:ext uri="{FF2B5EF4-FFF2-40B4-BE49-F238E27FC236}">
                <ns2:creationId id="{9BA6430E-0CC8-44B8-B160-A7D1D198C270}"/>
              </a:ext>
            </a:extLst>
          </p:cNvPr>
          <p:cNvSpPr>
            <a:spLocks noGrp="1"/>
          </p:cNvSpPr>
          <p:nvPr/>
        </p:nvSpPr>
        <p:spPr>
          <a:xfrm>
            <a:off x="6224549" y="5286375"/>
            <a:ext cx="95" cy="38100"/>
          </a:xfrm>
          <a:custGeom>
            <a:pathLst>
              <a:path w="95" h="38100">
                <a:moveTo>
                  <a:pt x="0" y="0"/>
                </a:moveTo>
                <a:lnTo>
                  <a:pt x="0" y="38100"/>
                </a:lnTo>
              </a:path>
            </a:pathLst>
          </a:custGeom>
          <a:noFill/>
          <a:ln w="7620">
            <a:solidFill>
              <a:srgbClr val="65727C"/>
            </a:solidFill>
            <a:prstDash val="solid"/>
          </a:ln>
        </p:spPr>
      </p:sp>
      <p:sp>
        <p:nvSpPr>
          <p:cNvPr id="65" name="text_064">
            <a:extLst>
              <a:ext uri="{FF2B5EF4-FFF2-40B4-BE49-F238E27FC236}">
                <ns2:creationId id="{03F40931-E86D-4784-8B19-A4BD556F6C4B}"/>
              </a:ext>
            </a:extLst>
          </p:cNvPr>
          <p:cNvSpPr>
            <a:spLocks noGrp="1"/>
          </p:cNvSpPr>
          <p:nvPr/>
        </p:nvSpPr>
        <p:spPr>
          <a:xfrm rot="0">
            <a:off x="6014999" y="5343525"/>
            <a:ext cx="419100" cy="219075"/>
          </a:xfrm>
          <a:prstGeom prst="rect">
            <a:avLst/>
          </a:prstGeom>
          <a:noFill/>
          <a:ln w="0">
            <a:noFill/>
            <a:prstDash val="solid"/>
          </a:ln>
        </p:spPr>
        <p:txBody>
          <a:bodyPr wrap="none" lIns="0" tIns="0" rIns="0" bIns="0" anchor="t">
            <a:noAutofit/>
          </a:bodyPr>
          <a:lstStyle>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a:pPr algn="ctr">
              <a:defRPr sz="1125" b="0">
                <a:solidFill>
                  <a:srgbClr val="000000"/>
                </a:solidFill>
                <a:latin typeface="Arial"/>
                <a:ea typeface="Arial"/>
                <a:cs typeface="Arial"/>
              </a:defRPr>
            </a:pPr>
            <a:r>
              <a:rPr sz="1125" b="0">
                <a:solidFill>
                  <a:srgbClr val="000000"/>
                </a:solidFill>
                <a:latin typeface="Arial"/>
                <a:ea typeface="Arial"/>
                <a:cs typeface="Arial"/>
              </a:rPr>
              <a:t>142 E</a:t>
            </a:r>
          </a:p>
        </p:txBody>
      </p:sp>
      <p:sp>
        <p:nvSpPr>
          <p:cNvPr id="66" name="line_065">
            <a:extLst>
              <a:ext uri="{FF2B5EF4-FFF2-40B4-BE49-F238E27FC236}">
                <ns2:creationId id="{94A28221-86B9-4BED-AD50-39D4F90190DD}"/>
              </a:ext>
            </a:extLst>
          </p:cNvPr>
          <p:cNvSpPr>
            <a:spLocks noGrp="1"/>
          </p:cNvSpPr>
          <p:nvPr/>
        </p:nvSpPr>
        <p:spPr>
          <a:xfrm>
            <a:off x="7133138" y="5286375"/>
            <a:ext cx="95" cy="38100"/>
          </a:xfrm>
          <a:custGeom>
            <a:pathLst>
              <a:path w="95" h="38100">
                <a:moveTo>
                  <a:pt x="0" y="0"/>
                </a:moveTo>
                <a:lnTo>
                  <a:pt x="0" y="38100"/>
                </a:lnTo>
              </a:path>
            </a:pathLst>
          </a:custGeom>
          <a:noFill/>
          <a:ln w="7620">
            <a:solidFill>
              <a:srgbClr val="65727C"/>
            </a:solidFill>
            <a:prstDash val="solid"/>
          </a:ln>
        </p:spPr>
      </p:sp>
      <p:sp>
        <p:nvSpPr>
          <p:cNvPr id="67" name="text_066">
            <a:extLst>
              <a:ext uri="{FF2B5EF4-FFF2-40B4-BE49-F238E27FC236}">
                <ns2:creationId id="{7FDD3581-D755-4984-B77C-234ADD2061F9}"/>
              </a:ext>
            </a:extLst>
          </p:cNvPr>
          <p:cNvSpPr>
            <a:spLocks noGrp="1"/>
          </p:cNvSpPr>
          <p:nvPr/>
        </p:nvSpPr>
        <p:spPr>
          <a:xfrm rot="0">
            <a:off x="6923588" y="5343525"/>
            <a:ext cx="419100" cy="219075"/>
          </a:xfrm>
          <a:prstGeom prst="rect">
            <a:avLst/>
          </a:prstGeom>
          <a:noFill/>
          <a:ln w="0">
            <a:noFill/>
            <a:prstDash val="solid"/>
          </a:ln>
        </p:spPr>
        <p:txBody>
          <a:bodyPr wrap="none" lIns="0" tIns="0" rIns="0" bIns="0" anchor="t">
            <a:noAutofit/>
          </a:bodyPr>
          <a:lstStyle>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a:pPr algn="ctr">
              <a:defRPr sz="1125" b="0">
                <a:solidFill>
                  <a:srgbClr val="000000"/>
                </a:solidFill>
                <a:latin typeface="Arial"/>
                <a:ea typeface="Arial"/>
                <a:cs typeface="Arial"/>
              </a:defRPr>
            </a:pPr>
            <a:r>
              <a:rPr sz="1125" b="0">
                <a:solidFill>
                  <a:srgbClr val="000000"/>
                </a:solidFill>
                <a:latin typeface="Arial"/>
                <a:ea typeface="Arial"/>
                <a:cs typeface="Arial"/>
              </a:rPr>
              <a:t>148 E</a:t>
            </a:r>
          </a:p>
        </p:txBody>
      </p:sp>
      <p:sp>
        <p:nvSpPr>
          <p:cNvPr id="68" name="line_067">
            <a:extLst>
              <a:ext uri="{FF2B5EF4-FFF2-40B4-BE49-F238E27FC236}">
                <ns2:creationId id="{45DCB70A-D32E-4E7C-8827-B460A122CFE5}"/>
              </a:ext>
            </a:extLst>
          </p:cNvPr>
          <p:cNvSpPr>
            <a:spLocks noGrp="1"/>
          </p:cNvSpPr>
          <p:nvPr/>
        </p:nvSpPr>
        <p:spPr>
          <a:xfrm>
            <a:off x="8041726" y="5286375"/>
            <a:ext cx="95" cy="38100"/>
          </a:xfrm>
          <a:custGeom>
            <a:pathLst>
              <a:path w="95" h="38100">
                <a:moveTo>
                  <a:pt x="0" y="0"/>
                </a:moveTo>
                <a:lnTo>
                  <a:pt x="0" y="38100"/>
                </a:lnTo>
              </a:path>
            </a:pathLst>
          </a:custGeom>
          <a:noFill/>
          <a:ln w="7620">
            <a:solidFill>
              <a:srgbClr val="65727C"/>
            </a:solidFill>
            <a:prstDash val="solid"/>
          </a:ln>
        </p:spPr>
      </p:sp>
      <p:sp>
        <p:nvSpPr>
          <p:cNvPr id="69" name="text_068">
            <a:extLst>
              <a:ext uri="{FF2B5EF4-FFF2-40B4-BE49-F238E27FC236}">
                <ns2:creationId id="{83709D06-7FE4-498B-BE06-96F761200894}"/>
              </a:ext>
            </a:extLst>
          </p:cNvPr>
          <p:cNvSpPr>
            <a:spLocks noGrp="1"/>
          </p:cNvSpPr>
          <p:nvPr/>
        </p:nvSpPr>
        <p:spPr>
          <a:xfrm rot="0">
            <a:off x="7832176" y="5343525"/>
            <a:ext cx="419100" cy="219075"/>
          </a:xfrm>
          <a:prstGeom prst="rect">
            <a:avLst/>
          </a:prstGeom>
          <a:noFill/>
          <a:ln w="0">
            <a:noFill/>
            <a:prstDash val="solid"/>
          </a:ln>
        </p:spPr>
        <p:txBody>
          <a:bodyPr wrap="none" lIns="0" tIns="0" rIns="0" bIns="0" anchor="t">
            <a:noAutofit/>
          </a:bodyPr>
          <a:lstStyle>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a:pPr algn="ctr">
              <a:defRPr sz="1125" b="0">
                <a:solidFill>
                  <a:srgbClr val="000000"/>
                </a:solidFill>
                <a:latin typeface="Arial"/>
                <a:ea typeface="Arial"/>
                <a:cs typeface="Arial"/>
              </a:defRPr>
            </a:pPr>
            <a:r>
              <a:rPr sz="1125" b="0">
                <a:solidFill>
                  <a:srgbClr val="000000"/>
                </a:solidFill>
                <a:latin typeface="Arial"/>
                <a:ea typeface="Arial"/>
                <a:cs typeface="Arial"/>
              </a:rPr>
              <a:t>154 E</a:t>
            </a:r>
          </a:p>
        </p:txBody>
      </p:sp>
      <p:sp>
        <p:nvSpPr>
          <p:cNvPr id="70" name="text_069">
            <a:extLst>
              <a:ext uri="{FF2B5EF4-FFF2-40B4-BE49-F238E27FC236}">
                <ns2:creationId id="{704583AD-B69E-475C-BFE3-761A8E2F9418}"/>
              </a:ext>
            </a:extLst>
          </p:cNvPr>
          <p:cNvSpPr>
            <a:spLocks noGrp="1"/>
          </p:cNvSpPr>
          <p:nvPr/>
        </p:nvSpPr>
        <p:spPr>
          <a:xfrm rot="0">
            <a:off x="6310533" y="3377756"/>
            <a:ext cx="428625" cy="190500"/>
          </a:xfrm>
          <a:prstGeom prst="rect">
            <a:avLst/>
          </a:prstGeom>
          <a:noFill/>
          <a:ln w="0">
            <a:noFill/>
            <a:prstDash val="solid"/>
          </a:ln>
        </p:spPr>
        <p:txBody>
          <a:bodyPr wrap="none" lIns="0" tIns="0" rIns="0" bIns="0" anchor="t">
            <a:noAutofit/>
          </a:bodyPr>
          <a:lstStyle>
            <a:defPPr algn="l">
              <a:defRPr sz="900" b="0">
                <a:solidFill>
                  <a:srgbClr val="65727C"/>
                </a:solidFill>
                <a:latin typeface="Arial"/>
                <a:ea typeface="Arial"/>
                <a:cs typeface="Arial"/>
              </a:defRPr>
            </a:defPPr>
            <a:lvl1pPr algn="l">
              <a:defRPr sz="900" b="0">
                <a:solidFill>
                  <a:srgbClr val="65727C"/>
                </a:solidFill>
                <a:latin typeface="Arial"/>
                <a:ea typeface="Arial"/>
                <a:cs typeface="Arial"/>
              </a:defRPr>
            </a:lvl1pPr>
            <a:lvl2pPr algn="l">
              <a:defRPr sz="900" b="0">
                <a:solidFill>
                  <a:srgbClr val="65727C"/>
                </a:solidFill>
                <a:latin typeface="Arial"/>
                <a:ea typeface="Arial"/>
                <a:cs typeface="Arial"/>
              </a:defRPr>
            </a:lvl2pPr>
            <a:lvl3pPr algn="l">
              <a:defRPr sz="900" b="0">
                <a:solidFill>
                  <a:srgbClr val="65727C"/>
                </a:solidFill>
                <a:latin typeface="Arial"/>
                <a:ea typeface="Arial"/>
                <a:cs typeface="Arial"/>
              </a:defRPr>
            </a:lvl3pPr>
            <a:lvl4pPr algn="l">
              <a:defRPr sz="900" b="0">
                <a:solidFill>
                  <a:srgbClr val="65727C"/>
                </a:solidFill>
                <a:latin typeface="Arial"/>
                <a:ea typeface="Arial"/>
                <a:cs typeface="Arial"/>
              </a:defRPr>
            </a:lvl4pPr>
            <a:lvl5pPr algn="l">
              <a:defRPr sz="900" b="0">
                <a:solidFill>
                  <a:srgbClr val="65727C"/>
                </a:solidFill>
                <a:latin typeface="Arial"/>
                <a:ea typeface="Arial"/>
                <a:cs typeface="Arial"/>
              </a:defRPr>
            </a:lvl5pPr>
            <a:lvl6pPr algn="l">
              <a:defRPr sz="900" b="0">
                <a:solidFill>
                  <a:srgbClr val="65727C"/>
                </a:solidFill>
                <a:latin typeface="Arial"/>
                <a:ea typeface="Arial"/>
                <a:cs typeface="Arial"/>
              </a:defRPr>
            </a:lvl6pPr>
            <a:lvl7pPr algn="l">
              <a:defRPr sz="900" b="0">
                <a:solidFill>
                  <a:srgbClr val="65727C"/>
                </a:solidFill>
                <a:latin typeface="Arial"/>
                <a:ea typeface="Arial"/>
                <a:cs typeface="Arial"/>
              </a:defRPr>
            </a:lvl7pPr>
            <a:lvl8pPr algn="l">
              <a:defRPr sz="900" b="0">
                <a:solidFill>
                  <a:srgbClr val="65727C"/>
                </a:solidFill>
                <a:latin typeface="Arial"/>
                <a:ea typeface="Arial"/>
                <a:cs typeface="Arial"/>
              </a:defRPr>
            </a:lvl8pPr>
            <a:lvl9pPr algn="l">
              <a:defRPr sz="900" b="0">
                <a:solidFill>
                  <a:srgbClr val="65727C"/>
                </a:solidFill>
                <a:latin typeface="Arial"/>
                <a:ea typeface="Arial"/>
                <a:cs typeface="Arial"/>
              </a:defRPr>
            </a:lvl9pPr>
          </a:lstStyle>
          <a:p>
            <a:pPr algn="l">
              <a:defRPr sz="900" b="0">
                <a:solidFill>
                  <a:srgbClr val="65727C"/>
                </a:solidFill>
                <a:latin typeface="Arial"/>
                <a:ea typeface="Arial"/>
                <a:cs typeface="Arial"/>
              </a:defRPr>
            </a:pPr>
            <a:r>
              <a:rPr sz="900" b="0">
                <a:solidFill>
                  <a:srgbClr val="65727C"/>
                </a:solidFill>
                <a:latin typeface="Arial"/>
                <a:ea typeface="Arial"/>
                <a:cs typeface="Arial"/>
              </a:rPr>
              <a:t>QLD</a:t>
            </a:r>
          </a:p>
        </p:txBody>
      </p:sp>
      <p:sp>
        <p:nvSpPr>
          <p:cNvPr id="71" name="text_070">
            <a:extLst>
              <a:ext uri="{FF2B5EF4-FFF2-40B4-BE49-F238E27FC236}">
                <ns2:creationId id="{09B7F374-D4D6-42EB-8307-B938B30CE65D}"/>
              </a:ext>
            </a:extLst>
          </p:cNvPr>
          <p:cNvSpPr>
            <a:spLocks noGrp="1"/>
          </p:cNvSpPr>
          <p:nvPr/>
        </p:nvSpPr>
        <p:spPr>
          <a:xfrm rot="0">
            <a:off x="6310533" y="4234347"/>
            <a:ext cx="428625" cy="190500"/>
          </a:xfrm>
          <a:prstGeom prst="rect">
            <a:avLst/>
          </a:prstGeom>
          <a:noFill/>
          <a:ln w="0">
            <a:noFill/>
            <a:prstDash val="solid"/>
          </a:ln>
        </p:spPr>
        <p:txBody>
          <a:bodyPr wrap="none" lIns="0" tIns="0" rIns="0" bIns="0" anchor="t">
            <a:noAutofit/>
          </a:bodyPr>
          <a:lstStyle>
            <a:defPPr algn="l">
              <a:defRPr sz="900" b="0">
                <a:solidFill>
                  <a:srgbClr val="65727C"/>
                </a:solidFill>
                <a:latin typeface="Arial"/>
                <a:ea typeface="Arial"/>
                <a:cs typeface="Arial"/>
              </a:defRPr>
            </a:defPPr>
            <a:lvl1pPr algn="l">
              <a:defRPr sz="900" b="0">
                <a:solidFill>
                  <a:srgbClr val="65727C"/>
                </a:solidFill>
                <a:latin typeface="Arial"/>
                <a:ea typeface="Arial"/>
                <a:cs typeface="Arial"/>
              </a:defRPr>
            </a:lvl1pPr>
            <a:lvl2pPr algn="l">
              <a:defRPr sz="900" b="0">
                <a:solidFill>
                  <a:srgbClr val="65727C"/>
                </a:solidFill>
                <a:latin typeface="Arial"/>
                <a:ea typeface="Arial"/>
                <a:cs typeface="Arial"/>
              </a:defRPr>
            </a:lvl2pPr>
            <a:lvl3pPr algn="l">
              <a:defRPr sz="900" b="0">
                <a:solidFill>
                  <a:srgbClr val="65727C"/>
                </a:solidFill>
                <a:latin typeface="Arial"/>
                <a:ea typeface="Arial"/>
                <a:cs typeface="Arial"/>
              </a:defRPr>
            </a:lvl3pPr>
            <a:lvl4pPr algn="l">
              <a:defRPr sz="900" b="0">
                <a:solidFill>
                  <a:srgbClr val="65727C"/>
                </a:solidFill>
                <a:latin typeface="Arial"/>
                <a:ea typeface="Arial"/>
                <a:cs typeface="Arial"/>
              </a:defRPr>
            </a:lvl4pPr>
            <a:lvl5pPr algn="l">
              <a:defRPr sz="900" b="0">
                <a:solidFill>
                  <a:srgbClr val="65727C"/>
                </a:solidFill>
                <a:latin typeface="Arial"/>
                <a:ea typeface="Arial"/>
                <a:cs typeface="Arial"/>
              </a:defRPr>
            </a:lvl5pPr>
            <a:lvl6pPr algn="l">
              <a:defRPr sz="900" b="0">
                <a:solidFill>
                  <a:srgbClr val="65727C"/>
                </a:solidFill>
                <a:latin typeface="Arial"/>
                <a:ea typeface="Arial"/>
                <a:cs typeface="Arial"/>
              </a:defRPr>
            </a:lvl6pPr>
            <a:lvl7pPr algn="l">
              <a:defRPr sz="900" b="0">
                <a:solidFill>
                  <a:srgbClr val="65727C"/>
                </a:solidFill>
                <a:latin typeface="Arial"/>
                <a:ea typeface="Arial"/>
                <a:cs typeface="Arial"/>
              </a:defRPr>
            </a:lvl7pPr>
            <a:lvl8pPr algn="l">
              <a:defRPr sz="900" b="0">
                <a:solidFill>
                  <a:srgbClr val="65727C"/>
                </a:solidFill>
                <a:latin typeface="Arial"/>
                <a:ea typeface="Arial"/>
                <a:cs typeface="Arial"/>
              </a:defRPr>
            </a:lvl8pPr>
            <a:lvl9pPr algn="l">
              <a:defRPr sz="900" b="0">
                <a:solidFill>
                  <a:srgbClr val="65727C"/>
                </a:solidFill>
                <a:latin typeface="Arial"/>
                <a:ea typeface="Arial"/>
                <a:cs typeface="Arial"/>
              </a:defRPr>
            </a:lvl9pPr>
          </a:lstStyle>
          <a:p>
            <a:pPr algn="l">
              <a:defRPr sz="900" b="0">
                <a:solidFill>
                  <a:srgbClr val="65727C"/>
                </a:solidFill>
                <a:latin typeface="Arial"/>
                <a:ea typeface="Arial"/>
                <a:cs typeface="Arial"/>
              </a:defRPr>
            </a:pPr>
            <a:r>
              <a:rPr sz="900" b="0">
                <a:solidFill>
                  <a:srgbClr val="65727C"/>
                </a:solidFill>
                <a:latin typeface="Arial"/>
                <a:ea typeface="Arial"/>
                <a:cs typeface="Arial"/>
              </a:rPr>
              <a:t>NSW</a:t>
            </a:r>
          </a:p>
        </p:txBody>
      </p:sp>
      <p:sp>
        <p:nvSpPr>
          <p:cNvPr id="72" name="text_071">
            <a:extLst>
              <a:ext uri="{FF2B5EF4-FFF2-40B4-BE49-F238E27FC236}">
                <ns2:creationId id="{E8B9FC9B-3262-4ADC-A3AB-08EBDAB3BDBB}"/>
              </a:ext>
            </a:extLst>
          </p:cNvPr>
          <p:cNvSpPr>
            <a:spLocks noGrp="1"/>
          </p:cNvSpPr>
          <p:nvPr/>
        </p:nvSpPr>
        <p:spPr>
          <a:xfrm rot="0">
            <a:off x="6174245" y="4966019"/>
            <a:ext cx="428625" cy="190500"/>
          </a:xfrm>
          <a:prstGeom prst="rect">
            <a:avLst/>
          </a:prstGeom>
          <a:noFill/>
          <a:ln w="0">
            <a:noFill/>
            <a:prstDash val="solid"/>
          </a:ln>
        </p:spPr>
        <p:txBody>
          <a:bodyPr wrap="none" lIns="0" tIns="0" rIns="0" bIns="0" anchor="t">
            <a:noAutofit/>
          </a:bodyPr>
          <a:lstStyle>
            <a:defPPr algn="l">
              <a:defRPr sz="900" b="0">
                <a:solidFill>
                  <a:srgbClr val="65727C"/>
                </a:solidFill>
                <a:latin typeface="Arial"/>
                <a:ea typeface="Arial"/>
                <a:cs typeface="Arial"/>
              </a:defRPr>
            </a:defPPr>
            <a:lvl1pPr algn="l">
              <a:defRPr sz="900" b="0">
                <a:solidFill>
                  <a:srgbClr val="65727C"/>
                </a:solidFill>
                <a:latin typeface="Arial"/>
                <a:ea typeface="Arial"/>
                <a:cs typeface="Arial"/>
              </a:defRPr>
            </a:lvl1pPr>
            <a:lvl2pPr algn="l">
              <a:defRPr sz="900" b="0">
                <a:solidFill>
                  <a:srgbClr val="65727C"/>
                </a:solidFill>
                <a:latin typeface="Arial"/>
                <a:ea typeface="Arial"/>
                <a:cs typeface="Arial"/>
              </a:defRPr>
            </a:lvl2pPr>
            <a:lvl3pPr algn="l">
              <a:defRPr sz="900" b="0">
                <a:solidFill>
                  <a:srgbClr val="65727C"/>
                </a:solidFill>
                <a:latin typeface="Arial"/>
                <a:ea typeface="Arial"/>
                <a:cs typeface="Arial"/>
              </a:defRPr>
            </a:lvl3pPr>
            <a:lvl4pPr algn="l">
              <a:defRPr sz="900" b="0">
                <a:solidFill>
                  <a:srgbClr val="65727C"/>
                </a:solidFill>
                <a:latin typeface="Arial"/>
                <a:ea typeface="Arial"/>
                <a:cs typeface="Arial"/>
              </a:defRPr>
            </a:lvl4pPr>
            <a:lvl5pPr algn="l">
              <a:defRPr sz="900" b="0">
                <a:solidFill>
                  <a:srgbClr val="65727C"/>
                </a:solidFill>
                <a:latin typeface="Arial"/>
                <a:ea typeface="Arial"/>
                <a:cs typeface="Arial"/>
              </a:defRPr>
            </a:lvl5pPr>
            <a:lvl6pPr algn="l">
              <a:defRPr sz="900" b="0">
                <a:solidFill>
                  <a:srgbClr val="65727C"/>
                </a:solidFill>
                <a:latin typeface="Arial"/>
                <a:ea typeface="Arial"/>
                <a:cs typeface="Arial"/>
              </a:defRPr>
            </a:lvl6pPr>
            <a:lvl7pPr algn="l">
              <a:defRPr sz="900" b="0">
                <a:solidFill>
                  <a:srgbClr val="65727C"/>
                </a:solidFill>
                <a:latin typeface="Arial"/>
                <a:ea typeface="Arial"/>
                <a:cs typeface="Arial"/>
              </a:defRPr>
            </a:lvl7pPr>
            <a:lvl8pPr algn="l">
              <a:defRPr sz="900" b="0">
                <a:solidFill>
                  <a:srgbClr val="65727C"/>
                </a:solidFill>
                <a:latin typeface="Arial"/>
                <a:ea typeface="Arial"/>
                <a:cs typeface="Arial"/>
              </a:defRPr>
            </a:lvl8pPr>
            <a:lvl9pPr algn="l">
              <a:defRPr sz="900" b="0">
                <a:solidFill>
                  <a:srgbClr val="65727C"/>
                </a:solidFill>
                <a:latin typeface="Arial"/>
                <a:ea typeface="Arial"/>
                <a:cs typeface="Arial"/>
              </a:defRPr>
            </a:lvl9pPr>
          </a:lstStyle>
          <a:p>
            <a:pPr algn="l">
              <a:defRPr sz="900" b="0">
                <a:solidFill>
                  <a:srgbClr val="65727C"/>
                </a:solidFill>
                <a:latin typeface="Arial"/>
                <a:ea typeface="Arial"/>
                <a:cs typeface="Arial"/>
              </a:defRPr>
            </a:pPr>
            <a:r>
              <a:rPr sz="900" b="0">
                <a:solidFill>
                  <a:srgbClr val="65727C"/>
                </a:solidFill>
                <a:latin typeface="Arial"/>
                <a:ea typeface="Arial"/>
                <a:cs typeface="Arial"/>
              </a:rPr>
              <a:t>VIC</a:t>
            </a:r>
          </a:p>
        </p:txBody>
      </p:sp>
      <p:sp>
        <p:nvSpPr>
          <p:cNvPr id="73" name="line_072">
            <a:extLst>
              <a:ext uri="{FF2B5EF4-FFF2-40B4-BE49-F238E27FC236}">
                <ns2:creationId id="{86263711-0F6B-4F73-A907-50D3ED114E01}"/>
              </a:ext>
            </a:extLst>
          </p:cNvPr>
          <p:cNvSpPr>
            <a:spLocks noGrp="1"/>
          </p:cNvSpPr>
          <p:nvPr/>
        </p:nvSpPr>
        <p:spPr>
          <a:xfrm>
            <a:off x="7621056" y="5143500"/>
            <a:ext cx="322794" cy="95"/>
          </a:xfrm>
          <a:custGeom>
            <a:pathLst>
              <a:path w="322794" h="95">
                <a:moveTo>
                  <a:pt x="0" y="0"/>
                </a:moveTo>
                <a:lnTo>
                  <a:pt x="322794" y="0"/>
                </a:lnTo>
              </a:path>
            </a:pathLst>
          </a:custGeom>
          <a:noFill/>
          <a:ln w="15240">
            <a:solidFill>
              <a:srgbClr val="000000"/>
            </a:solidFill>
            <a:prstDash val="solid"/>
          </a:ln>
        </p:spPr>
      </p:sp>
      <p:sp>
        <p:nvSpPr>
          <p:cNvPr id="74" name="line_073">
            <a:extLst>
              <a:ext uri="{FF2B5EF4-FFF2-40B4-BE49-F238E27FC236}">
                <ns2:creationId id="{F82D8BB2-03B6-4212-8654-9EDC69EC6507}"/>
              </a:ext>
            </a:extLst>
          </p:cNvPr>
          <p:cNvSpPr>
            <a:spLocks noGrp="1"/>
          </p:cNvSpPr>
          <p:nvPr/>
        </p:nvSpPr>
        <p:spPr>
          <a:xfrm>
            <a:off x="7621056" y="5114925"/>
            <a:ext cx="95" cy="57150"/>
          </a:xfrm>
          <a:custGeom>
            <a:pathLst>
              <a:path w="95" h="57150">
                <a:moveTo>
                  <a:pt x="0" y="0"/>
                </a:moveTo>
                <a:lnTo>
                  <a:pt x="0" y="57150"/>
                </a:lnTo>
              </a:path>
            </a:pathLst>
          </a:custGeom>
          <a:noFill/>
          <a:ln w="12383">
            <a:solidFill>
              <a:srgbClr val="000000"/>
            </a:solidFill>
            <a:prstDash val="solid"/>
          </a:ln>
        </p:spPr>
      </p:sp>
      <p:sp>
        <p:nvSpPr>
          <p:cNvPr id="75" name="line_074">
            <a:extLst>
              <a:ext uri="{FF2B5EF4-FFF2-40B4-BE49-F238E27FC236}">
                <ns2:creationId id="{7A309D35-A411-48B2-A3A4-33721BD76428}"/>
              </a:ext>
            </a:extLst>
          </p:cNvPr>
          <p:cNvSpPr>
            <a:spLocks noGrp="1"/>
          </p:cNvSpPr>
          <p:nvPr/>
        </p:nvSpPr>
        <p:spPr>
          <a:xfrm>
            <a:off x="7943850" y="5114925"/>
            <a:ext cx="95" cy="57150"/>
          </a:xfrm>
          <a:custGeom>
            <a:pathLst>
              <a:path w="95" h="57150">
                <a:moveTo>
                  <a:pt x="0" y="0"/>
                </a:moveTo>
                <a:lnTo>
                  <a:pt x="0" y="57150"/>
                </a:lnTo>
              </a:path>
            </a:pathLst>
          </a:custGeom>
          <a:noFill/>
          <a:ln w="12383">
            <a:solidFill>
              <a:srgbClr val="000000"/>
            </a:solidFill>
            <a:prstDash val="solid"/>
          </a:ln>
        </p:spPr>
      </p:sp>
      <p:sp>
        <p:nvSpPr>
          <p:cNvPr id="76" name="text_075">
            <a:extLst>
              <a:ext uri="{FF2B5EF4-FFF2-40B4-BE49-F238E27FC236}">
                <ns2:creationId id="{768E0BB7-5799-459D-88BC-4B0F2FBFF244}"/>
              </a:ext>
            </a:extLst>
          </p:cNvPr>
          <p:cNvSpPr>
            <a:spLocks noGrp="1"/>
          </p:cNvSpPr>
          <p:nvPr/>
        </p:nvSpPr>
        <p:spPr>
          <a:xfrm rot="0">
            <a:off x="7554381" y="4943475"/>
            <a:ext cx="456144" cy="200025"/>
          </a:xfrm>
          <a:prstGeom prst="rect">
            <a:avLst/>
          </a:prstGeom>
          <a:noFill/>
          <a:ln w="0">
            <a:noFill/>
            <a:prstDash val="solid"/>
          </a:ln>
        </p:spPr>
        <p:txBody>
          <a:bodyPr wrap="none" lIns="0" tIns="0" rIns="0" bIns="0" anchor="t">
            <a:noAutofit/>
          </a:bodyPr>
          <a:lstStyle>
            <a:defPPr algn="ctr">
              <a:defRPr sz="900" b="0">
                <a:solidFill>
                  <a:srgbClr val="000000"/>
                </a:solidFill>
                <a:latin typeface="Arial"/>
                <a:ea typeface="Arial"/>
                <a:cs typeface="Arial"/>
              </a:defRPr>
            </a:defPPr>
            <a:lvl1pPr algn="ctr">
              <a:defRPr sz="900" b="0">
                <a:solidFill>
                  <a:srgbClr val="000000"/>
                </a:solidFill>
                <a:latin typeface="Arial"/>
                <a:ea typeface="Arial"/>
                <a:cs typeface="Arial"/>
              </a:defRPr>
            </a:lvl1pPr>
            <a:lvl2pPr algn="ctr">
              <a:defRPr sz="900" b="0">
                <a:solidFill>
                  <a:srgbClr val="000000"/>
                </a:solidFill>
                <a:latin typeface="Arial"/>
                <a:ea typeface="Arial"/>
                <a:cs typeface="Arial"/>
              </a:defRPr>
            </a:lvl2pPr>
            <a:lvl3pPr algn="ctr">
              <a:defRPr sz="900" b="0">
                <a:solidFill>
                  <a:srgbClr val="000000"/>
                </a:solidFill>
                <a:latin typeface="Arial"/>
                <a:ea typeface="Arial"/>
                <a:cs typeface="Arial"/>
              </a:defRPr>
            </a:lvl3pPr>
            <a:lvl4pPr algn="ctr">
              <a:defRPr sz="900" b="0">
                <a:solidFill>
                  <a:srgbClr val="000000"/>
                </a:solidFill>
                <a:latin typeface="Arial"/>
                <a:ea typeface="Arial"/>
                <a:cs typeface="Arial"/>
              </a:defRPr>
            </a:lvl4pPr>
            <a:lvl5pPr algn="ctr">
              <a:defRPr sz="900" b="0">
                <a:solidFill>
                  <a:srgbClr val="000000"/>
                </a:solidFill>
                <a:latin typeface="Arial"/>
                <a:ea typeface="Arial"/>
                <a:cs typeface="Arial"/>
              </a:defRPr>
            </a:lvl5pPr>
            <a:lvl6pPr algn="ctr">
              <a:defRPr sz="900" b="0">
                <a:solidFill>
                  <a:srgbClr val="000000"/>
                </a:solidFill>
                <a:latin typeface="Arial"/>
                <a:ea typeface="Arial"/>
                <a:cs typeface="Arial"/>
              </a:defRPr>
            </a:lvl6pPr>
            <a:lvl7pPr algn="ctr">
              <a:defRPr sz="900" b="0">
                <a:solidFill>
                  <a:srgbClr val="000000"/>
                </a:solidFill>
                <a:latin typeface="Arial"/>
                <a:ea typeface="Arial"/>
                <a:cs typeface="Arial"/>
              </a:defRPr>
            </a:lvl7pPr>
            <a:lvl8pPr algn="ctr">
              <a:defRPr sz="900" b="0">
                <a:solidFill>
                  <a:srgbClr val="000000"/>
                </a:solidFill>
                <a:latin typeface="Arial"/>
                <a:ea typeface="Arial"/>
                <a:cs typeface="Arial"/>
              </a:defRPr>
            </a:lvl8pPr>
            <a:lvl9pPr algn="ctr">
              <a:defRPr sz="900" b="0">
                <a:solidFill>
                  <a:srgbClr val="000000"/>
                </a:solidFill>
                <a:latin typeface="Arial"/>
                <a:ea typeface="Arial"/>
                <a:cs typeface="Arial"/>
              </a:defRPr>
            </a:lvl9pPr>
          </a:lstStyle>
          <a:p>
            <a:pPr algn="ctr">
              <a:defRPr sz="900" b="0">
                <a:solidFill>
                  <a:srgbClr val="000000"/>
                </a:solidFill>
                <a:latin typeface="Arial"/>
                <a:ea typeface="Arial"/>
                <a:cs typeface="Arial"/>
              </a:defRPr>
            </a:pPr>
            <a:r>
              <a:rPr sz="900" b="0">
                <a:solidFill>
                  <a:srgbClr val="000000"/>
                </a:solidFill>
                <a:latin typeface="Arial"/>
                <a:ea typeface="Arial"/>
                <a:cs typeface="Arial"/>
              </a:rPr>
              <a:t>200 km</a:t>
            </a:r>
          </a:p>
        </p:txBody>
      </p:sp>
      <p:sp>
        <p:nvSpPr>
          <p:cNvPr id="77" name="ellipse_076">
            <a:extLst>
              <a:ext uri="{FF2B5EF4-FFF2-40B4-BE49-F238E27FC236}">
                <ns2:creationId id="{DF0AB7D5-99BA-451A-9FAC-FA668E831FFD}"/>
              </a:ext>
            </a:extLst>
          </p:cNvPr>
          <p:cNvSpPr>
            <a:spLocks noGrp="1"/>
          </p:cNvSpPr>
          <p:nvPr/>
        </p:nvSpPr>
        <p:spPr>
          <a:xfrm rot="0">
            <a:off x="7690902" y="3871377"/>
            <a:ext cx="112395" cy="112395"/>
          </a:xfrm>
          <a:prstGeom prst="ellipse">
            <a:avLst/>
          </a:prstGeom>
          <a:solidFill>
            <a:srgbClr val="FFFFFF"/>
          </a:solidFill>
          <a:ln w="17145">
            <a:solidFill>
              <a:srgbClr val="FFFFFF"/>
            </a:solidFill>
            <a:prstDash val="solid"/>
          </a:ln>
        </p:spPr>
      </p:sp>
      <p:sp>
        <p:nvSpPr>
          <p:cNvPr id="78" name="A_f19_False">
            <a:extLst>
              <a:ext uri="{FF2B5EF4-FFF2-40B4-BE49-F238E27FC236}">
                <ns2:creationId id="{9D010B4B-D810-450F-8C95-5455912FCA77}"/>
              </a:ext>
            </a:extLst>
          </p:cNvPr>
          <p:cNvSpPr>
            <a:spLocks noGrp="1"/>
          </p:cNvSpPr>
          <p:nvPr/>
        </p:nvSpPr>
        <p:spPr>
          <a:xfrm rot="0">
            <a:off x="7708047" y="3888522"/>
            <a:ext cx="78105" cy="78105"/>
          </a:xfrm>
          <a:prstGeom prst="ellipse">
            <a:avLst/>
          </a:prstGeom>
          <a:solidFill>
            <a:srgbClr val="FFFFFF"/>
          </a:solidFill>
          <a:ln w="17145">
            <a:solidFill>
              <a:srgbClr val="0072B2"/>
            </a:solidFill>
            <a:prstDash val="solid"/>
          </a:ln>
        </p:spPr>
      </p:sp>
      <p:sp>
        <p:nvSpPr>
          <p:cNvPr id="79" name="text_078">
            <a:extLst>
              <a:ext uri="{FF2B5EF4-FFF2-40B4-BE49-F238E27FC236}">
                <ns2:creationId id="{5755E82D-6710-4EE7-8F8C-4C11F08A60B7}"/>
              </a:ext>
            </a:extLst>
          </p:cNvPr>
          <p:cNvSpPr>
            <a:spLocks noGrp="1"/>
          </p:cNvSpPr>
          <p:nvPr/>
        </p:nvSpPr>
        <p:spPr>
          <a:xfrm rot="0">
            <a:off x="7823299" y="3698974"/>
            <a:ext cx="266700" cy="247650"/>
          </a:xfrm>
          <a:prstGeom prst="rect">
            <a:avLst/>
          </a:prstGeom>
          <a:noFill/>
          <a:ln w="0">
            <a:noFill/>
            <a:prstDash val="solid"/>
          </a:ln>
        </p:spPr>
        <p:txBody>
          <a:bodyPr wrap="none" lIns="0" tIns="0" rIns="0" bIns="0" anchor="t">
            <a:noAutofit/>
          </a:bodyPr>
          <a:lstStyle>
            <a:defPPr algn="l">
              <a:defRPr sz="1500" b="1">
                <a:solidFill>
                  <a:srgbClr val="0072B2"/>
                </a:solidFill>
                <a:latin typeface="Arial"/>
                <a:ea typeface="Arial"/>
                <a:cs typeface="Arial"/>
              </a:defRPr>
            </a:defPPr>
            <a:lvl1pPr algn="l">
              <a:defRPr sz="1500" b="1">
                <a:solidFill>
                  <a:srgbClr val="0072B2"/>
                </a:solidFill>
                <a:latin typeface="Arial"/>
                <a:ea typeface="Arial"/>
                <a:cs typeface="Arial"/>
              </a:defRPr>
            </a:lvl1pPr>
            <a:lvl2pPr algn="l">
              <a:defRPr sz="1500" b="1">
                <a:solidFill>
                  <a:srgbClr val="0072B2"/>
                </a:solidFill>
                <a:latin typeface="Arial"/>
                <a:ea typeface="Arial"/>
                <a:cs typeface="Arial"/>
              </a:defRPr>
            </a:lvl2pPr>
            <a:lvl3pPr algn="l">
              <a:defRPr sz="1500" b="1">
                <a:solidFill>
                  <a:srgbClr val="0072B2"/>
                </a:solidFill>
                <a:latin typeface="Arial"/>
                <a:ea typeface="Arial"/>
                <a:cs typeface="Arial"/>
              </a:defRPr>
            </a:lvl3pPr>
            <a:lvl4pPr algn="l">
              <a:defRPr sz="1500" b="1">
                <a:solidFill>
                  <a:srgbClr val="0072B2"/>
                </a:solidFill>
                <a:latin typeface="Arial"/>
                <a:ea typeface="Arial"/>
                <a:cs typeface="Arial"/>
              </a:defRPr>
            </a:lvl4pPr>
            <a:lvl5pPr algn="l">
              <a:defRPr sz="1500" b="1">
                <a:solidFill>
                  <a:srgbClr val="0072B2"/>
                </a:solidFill>
                <a:latin typeface="Arial"/>
                <a:ea typeface="Arial"/>
                <a:cs typeface="Arial"/>
              </a:defRPr>
            </a:lvl5pPr>
            <a:lvl6pPr algn="l">
              <a:defRPr sz="1500" b="1">
                <a:solidFill>
                  <a:srgbClr val="0072B2"/>
                </a:solidFill>
                <a:latin typeface="Arial"/>
                <a:ea typeface="Arial"/>
                <a:cs typeface="Arial"/>
              </a:defRPr>
            </a:lvl6pPr>
            <a:lvl7pPr algn="l">
              <a:defRPr sz="1500" b="1">
                <a:solidFill>
                  <a:srgbClr val="0072B2"/>
                </a:solidFill>
                <a:latin typeface="Arial"/>
                <a:ea typeface="Arial"/>
                <a:cs typeface="Arial"/>
              </a:defRPr>
            </a:lvl7pPr>
            <a:lvl8pPr algn="l">
              <a:defRPr sz="1500" b="1">
                <a:solidFill>
                  <a:srgbClr val="0072B2"/>
                </a:solidFill>
                <a:latin typeface="Arial"/>
                <a:ea typeface="Arial"/>
                <a:cs typeface="Arial"/>
              </a:defRPr>
            </a:lvl8pPr>
            <a:lvl9pPr algn="l">
              <a:defRPr sz="1500" b="1">
                <a:solidFill>
                  <a:srgbClr val="0072B2"/>
                </a:solidFill>
                <a:latin typeface="Arial"/>
                <a:ea typeface="Arial"/>
                <a:cs typeface="Arial"/>
              </a:defRPr>
            </a:lvl9pPr>
          </a:lstStyle>
          <a:p>
            <a:pPr algn="l">
              <a:defRPr sz="1500" b="1">
                <a:solidFill>
                  <a:srgbClr val="0072B2"/>
                </a:solidFill>
                <a:latin typeface="Arial"/>
                <a:ea typeface="Arial"/>
                <a:cs typeface="Arial"/>
              </a:defRPr>
            </a:pPr>
            <a:r>
              <a:rPr sz="1500" b="1">
                <a:solidFill>
                  <a:srgbClr val="0072B2"/>
                </a:solidFill>
                <a:latin typeface="Arial"/>
                <a:ea typeface="Arial"/>
                <a:cs typeface="Arial"/>
              </a:rPr>
              <a:t>A</a:t>
            </a:r>
          </a:p>
        </p:txBody>
      </p:sp>
      <p:sp>
        <p:nvSpPr>
          <p:cNvPr id="80" name="ellipse_079">
            <a:extLst>
              <a:ext uri="{FF2B5EF4-FFF2-40B4-BE49-F238E27FC236}">
                <ns2:creationId id="{4BE1DE8B-EC57-4BBF-A50E-D07DCD89866E}"/>
              </a:ext>
            </a:extLst>
          </p:cNvPr>
          <p:cNvSpPr>
            <a:spLocks noGrp="1"/>
          </p:cNvSpPr>
          <p:nvPr/>
        </p:nvSpPr>
        <p:spPr>
          <a:xfrm rot="0">
            <a:off x="7068800" y="5017353"/>
            <a:ext cx="112395" cy="112395"/>
          </a:xfrm>
          <a:prstGeom prst="ellipse">
            <a:avLst/>
          </a:prstGeom>
          <a:solidFill>
            <a:srgbClr val="FFFFFF"/>
          </a:solidFill>
          <a:ln w="17145">
            <a:solidFill>
              <a:srgbClr val="FFFFFF"/>
            </a:solidFill>
            <a:prstDash val="solid"/>
          </a:ln>
        </p:spPr>
      </p:sp>
      <p:sp>
        <p:nvSpPr>
          <p:cNvPr id="81" name="B_f19_False">
            <a:extLst>
              <a:ext uri="{FF2B5EF4-FFF2-40B4-BE49-F238E27FC236}">
                <ns2:creationId id="{AE68B025-A123-4274-B12E-DBA4E7F06B6A}"/>
              </a:ext>
            </a:extLst>
          </p:cNvPr>
          <p:cNvSpPr>
            <a:spLocks noGrp="1"/>
          </p:cNvSpPr>
          <p:nvPr/>
        </p:nvSpPr>
        <p:spPr>
          <a:xfrm rot="0">
            <a:off x="7085945" y="5034498"/>
            <a:ext cx="78105" cy="78105"/>
          </a:xfrm>
          <a:prstGeom prst="ellipse">
            <a:avLst/>
          </a:prstGeom>
          <a:solidFill>
            <a:srgbClr val="FFFFFF"/>
          </a:solidFill>
          <a:ln w="17145">
            <a:solidFill>
              <a:srgbClr val="D55E00"/>
            </a:solidFill>
            <a:prstDash val="solid"/>
          </a:ln>
        </p:spPr>
      </p:sp>
      <p:sp>
        <p:nvSpPr>
          <p:cNvPr id="82" name="text_081">
            <a:extLst>
              <a:ext uri="{FF2B5EF4-FFF2-40B4-BE49-F238E27FC236}">
                <ns2:creationId id="{B282A654-AA3A-4C36-92B8-F59041D33E48}"/>
              </a:ext>
            </a:extLst>
          </p:cNvPr>
          <p:cNvSpPr>
            <a:spLocks noGrp="1"/>
          </p:cNvSpPr>
          <p:nvPr/>
        </p:nvSpPr>
        <p:spPr>
          <a:xfrm rot="0">
            <a:off x="7201198" y="4844951"/>
            <a:ext cx="266700" cy="247650"/>
          </a:xfrm>
          <a:prstGeom prst="rect">
            <a:avLst/>
          </a:prstGeom>
          <a:noFill/>
          <a:ln w="0">
            <a:noFill/>
            <a:prstDash val="solid"/>
          </a:ln>
        </p:spPr>
        <p:txBody>
          <a:bodyPr wrap="none" lIns="0" tIns="0" rIns="0" bIns="0" anchor="t">
            <a:noAutofit/>
          </a:bodyPr>
          <a:lstStyle>
            <a:defPPr algn="l">
              <a:defRPr sz="1500" b="1">
                <a:solidFill>
                  <a:srgbClr val="D55E00"/>
                </a:solidFill>
                <a:latin typeface="Arial"/>
                <a:ea typeface="Arial"/>
                <a:cs typeface="Arial"/>
              </a:defRPr>
            </a:defPPr>
            <a:lvl1pPr algn="l">
              <a:defRPr sz="1500" b="1">
                <a:solidFill>
                  <a:srgbClr val="D55E00"/>
                </a:solidFill>
                <a:latin typeface="Arial"/>
                <a:ea typeface="Arial"/>
                <a:cs typeface="Arial"/>
              </a:defRPr>
            </a:lvl1pPr>
            <a:lvl2pPr algn="l">
              <a:defRPr sz="1500" b="1">
                <a:solidFill>
                  <a:srgbClr val="D55E00"/>
                </a:solidFill>
                <a:latin typeface="Arial"/>
                <a:ea typeface="Arial"/>
                <a:cs typeface="Arial"/>
              </a:defRPr>
            </a:lvl2pPr>
            <a:lvl3pPr algn="l">
              <a:defRPr sz="1500" b="1">
                <a:solidFill>
                  <a:srgbClr val="D55E00"/>
                </a:solidFill>
                <a:latin typeface="Arial"/>
                <a:ea typeface="Arial"/>
                <a:cs typeface="Arial"/>
              </a:defRPr>
            </a:lvl3pPr>
            <a:lvl4pPr algn="l">
              <a:defRPr sz="1500" b="1">
                <a:solidFill>
                  <a:srgbClr val="D55E00"/>
                </a:solidFill>
                <a:latin typeface="Arial"/>
                <a:ea typeface="Arial"/>
                <a:cs typeface="Arial"/>
              </a:defRPr>
            </a:lvl4pPr>
            <a:lvl5pPr algn="l">
              <a:defRPr sz="1500" b="1">
                <a:solidFill>
                  <a:srgbClr val="D55E00"/>
                </a:solidFill>
                <a:latin typeface="Arial"/>
                <a:ea typeface="Arial"/>
                <a:cs typeface="Arial"/>
              </a:defRPr>
            </a:lvl5pPr>
            <a:lvl6pPr algn="l">
              <a:defRPr sz="1500" b="1">
                <a:solidFill>
                  <a:srgbClr val="D55E00"/>
                </a:solidFill>
                <a:latin typeface="Arial"/>
                <a:ea typeface="Arial"/>
                <a:cs typeface="Arial"/>
              </a:defRPr>
            </a:lvl6pPr>
            <a:lvl7pPr algn="l">
              <a:defRPr sz="1500" b="1">
                <a:solidFill>
                  <a:srgbClr val="D55E00"/>
                </a:solidFill>
                <a:latin typeface="Arial"/>
                <a:ea typeface="Arial"/>
                <a:cs typeface="Arial"/>
              </a:defRPr>
            </a:lvl7pPr>
            <a:lvl8pPr algn="l">
              <a:defRPr sz="1500" b="1">
                <a:solidFill>
                  <a:srgbClr val="D55E00"/>
                </a:solidFill>
                <a:latin typeface="Arial"/>
                <a:ea typeface="Arial"/>
                <a:cs typeface="Arial"/>
              </a:defRPr>
            </a:lvl8pPr>
            <a:lvl9pPr algn="l">
              <a:defRPr sz="1500" b="1">
                <a:solidFill>
                  <a:srgbClr val="D55E00"/>
                </a:solidFill>
                <a:latin typeface="Arial"/>
                <a:ea typeface="Arial"/>
                <a:cs typeface="Arial"/>
              </a:defRPr>
            </a:lvl9pPr>
          </a:lstStyle>
          <a:p>
            <a:pPr algn="l">
              <a:defRPr sz="1500" b="1">
                <a:solidFill>
                  <a:srgbClr val="D55E00"/>
                </a:solidFill>
                <a:latin typeface="Arial"/>
                <a:ea typeface="Arial"/>
                <a:cs typeface="Arial"/>
              </a:defRPr>
            </a:pPr>
            <a:r>
              <a:rPr sz="1500" b="1">
                <a:solidFill>
                  <a:srgbClr val="D55E00"/>
                </a:solidFill>
                <a:latin typeface="Arial"/>
                <a:ea typeface="Arial"/>
                <a:cs typeface="Arial"/>
              </a:rPr>
              <a:t>B</a:t>
            </a:r>
          </a:p>
        </p:txBody>
      </p:sp>
      <p:sp>
        <p:nvSpPr>
          <p:cNvPr id="83" name="ellipse_082">
            <a:extLst>
              <a:ext uri="{FF2B5EF4-FFF2-40B4-BE49-F238E27FC236}">
                <ns2:creationId id="{3292BD8F-8286-4F6E-923E-773A4AE50E90}"/>
              </a:ext>
            </a:extLst>
          </p:cNvPr>
          <p:cNvSpPr>
            <a:spLocks noGrp="1"/>
          </p:cNvSpPr>
          <p:nvPr/>
        </p:nvSpPr>
        <p:spPr>
          <a:xfrm rot="0">
            <a:off x="6610410" y="3543955"/>
            <a:ext cx="112395" cy="112395"/>
          </a:xfrm>
          <a:prstGeom prst="ellipse">
            <a:avLst/>
          </a:prstGeom>
          <a:solidFill>
            <a:srgbClr val="FFFFFF"/>
          </a:solidFill>
          <a:ln w="17145">
            <a:solidFill>
              <a:srgbClr val="FFFFFF"/>
            </a:solidFill>
            <a:prstDash val="solid"/>
          </a:ln>
        </p:spPr>
      </p:sp>
      <p:sp>
        <p:nvSpPr>
          <p:cNvPr id="84" name="C_f19_False">
            <a:extLst>
              <a:ext uri="{FF2B5EF4-FFF2-40B4-BE49-F238E27FC236}">
                <ns2:creationId id="{404A449F-0537-4991-B360-5A70E48A26AC}"/>
              </a:ext>
            </a:extLst>
          </p:cNvPr>
          <p:cNvSpPr>
            <a:spLocks noGrp="1"/>
          </p:cNvSpPr>
          <p:nvPr/>
        </p:nvSpPr>
        <p:spPr>
          <a:xfrm rot="0">
            <a:off x="6627555" y="3561100"/>
            <a:ext cx="78105" cy="78105"/>
          </a:xfrm>
          <a:prstGeom prst="ellipse">
            <a:avLst/>
          </a:prstGeom>
          <a:solidFill>
            <a:srgbClr val="FFFFFF"/>
          </a:solidFill>
          <a:ln w="17145">
            <a:solidFill>
              <a:srgbClr val="009E73"/>
            </a:solidFill>
            <a:prstDash val="solid"/>
          </a:ln>
        </p:spPr>
      </p:sp>
      <p:sp>
        <p:nvSpPr>
          <p:cNvPr id="85" name="text_084">
            <a:extLst>
              <a:ext uri="{FF2B5EF4-FFF2-40B4-BE49-F238E27FC236}">
                <ns2:creationId id="{D32BCD0E-9A2B-47E8-8D21-C40B32815D16}"/>
              </a:ext>
            </a:extLst>
          </p:cNvPr>
          <p:cNvSpPr>
            <a:spLocks noGrp="1"/>
          </p:cNvSpPr>
          <p:nvPr/>
        </p:nvSpPr>
        <p:spPr>
          <a:xfrm rot="0">
            <a:off x="6742807" y="3371552"/>
            <a:ext cx="266700" cy="247650"/>
          </a:xfrm>
          <a:prstGeom prst="rect">
            <a:avLst/>
          </a:prstGeom>
          <a:noFill/>
          <a:ln w="0">
            <a:noFill/>
            <a:prstDash val="solid"/>
          </a:ln>
        </p:spPr>
        <p:txBody>
          <a:bodyPr wrap="none" lIns="0" tIns="0" rIns="0" bIns="0" anchor="t">
            <a:noAutofit/>
          </a:bodyPr>
          <a:lstStyle>
            <a:defPPr algn="l">
              <a:defRPr sz="1500" b="1">
                <a:solidFill>
                  <a:srgbClr val="009E73"/>
                </a:solidFill>
                <a:latin typeface="Arial"/>
                <a:ea typeface="Arial"/>
                <a:cs typeface="Arial"/>
              </a:defRPr>
            </a:defPPr>
            <a:lvl1pPr algn="l">
              <a:defRPr sz="1500" b="1">
                <a:solidFill>
                  <a:srgbClr val="009E73"/>
                </a:solidFill>
                <a:latin typeface="Arial"/>
                <a:ea typeface="Arial"/>
                <a:cs typeface="Arial"/>
              </a:defRPr>
            </a:lvl1pPr>
            <a:lvl2pPr algn="l">
              <a:defRPr sz="1500" b="1">
                <a:solidFill>
                  <a:srgbClr val="009E73"/>
                </a:solidFill>
                <a:latin typeface="Arial"/>
                <a:ea typeface="Arial"/>
                <a:cs typeface="Arial"/>
              </a:defRPr>
            </a:lvl2pPr>
            <a:lvl3pPr algn="l">
              <a:defRPr sz="1500" b="1">
                <a:solidFill>
                  <a:srgbClr val="009E73"/>
                </a:solidFill>
                <a:latin typeface="Arial"/>
                <a:ea typeface="Arial"/>
                <a:cs typeface="Arial"/>
              </a:defRPr>
            </a:lvl3pPr>
            <a:lvl4pPr algn="l">
              <a:defRPr sz="1500" b="1">
                <a:solidFill>
                  <a:srgbClr val="009E73"/>
                </a:solidFill>
                <a:latin typeface="Arial"/>
                <a:ea typeface="Arial"/>
                <a:cs typeface="Arial"/>
              </a:defRPr>
            </a:lvl4pPr>
            <a:lvl5pPr algn="l">
              <a:defRPr sz="1500" b="1">
                <a:solidFill>
                  <a:srgbClr val="009E73"/>
                </a:solidFill>
                <a:latin typeface="Arial"/>
                <a:ea typeface="Arial"/>
                <a:cs typeface="Arial"/>
              </a:defRPr>
            </a:lvl5pPr>
            <a:lvl6pPr algn="l">
              <a:defRPr sz="1500" b="1">
                <a:solidFill>
                  <a:srgbClr val="009E73"/>
                </a:solidFill>
                <a:latin typeface="Arial"/>
                <a:ea typeface="Arial"/>
                <a:cs typeface="Arial"/>
              </a:defRPr>
            </a:lvl6pPr>
            <a:lvl7pPr algn="l">
              <a:defRPr sz="1500" b="1">
                <a:solidFill>
                  <a:srgbClr val="009E73"/>
                </a:solidFill>
                <a:latin typeface="Arial"/>
                <a:ea typeface="Arial"/>
                <a:cs typeface="Arial"/>
              </a:defRPr>
            </a:lvl7pPr>
            <a:lvl8pPr algn="l">
              <a:defRPr sz="1500" b="1">
                <a:solidFill>
                  <a:srgbClr val="009E73"/>
                </a:solidFill>
                <a:latin typeface="Arial"/>
                <a:ea typeface="Arial"/>
                <a:cs typeface="Arial"/>
              </a:defRPr>
            </a:lvl8pPr>
            <a:lvl9pPr algn="l">
              <a:defRPr sz="1500" b="1">
                <a:solidFill>
                  <a:srgbClr val="009E73"/>
                </a:solidFill>
                <a:latin typeface="Arial"/>
                <a:ea typeface="Arial"/>
                <a:cs typeface="Arial"/>
              </a:defRPr>
            </a:lvl9pPr>
          </a:lstStyle>
          <a:p>
            <a:pPr algn="l">
              <a:defRPr sz="1500" b="1">
                <a:solidFill>
                  <a:srgbClr val="009E73"/>
                </a:solidFill>
                <a:latin typeface="Arial"/>
                <a:ea typeface="Arial"/>
                <a:cs typeface="Arial"/>
              </a:defRPr>
            </a:pPr>
            <a:r>
              <a:rPr sz="1500" b="1">
                <a:solidFill>
                  <a:srgbClr val="009E73"/>
                </a:solidFill>
                <a:latin typeface="Arial"/>
                <a:ea typeface="Arial"/>
                <a:cs typeface="Arial"/>
              </a:rPr>
              <a:t>C</a:t>
            </a:r>
          </a:p>
        </p:txBody>
      </p:sp>
      <p:sp>
        <p:nvSpPr>
          <p:cNvPr id="86" name="text_085">
            <a:extLst>
              <a:ext uri="{FF2B5EF4-FFF2-40B4-BE49-F238E27FC236}">
                <ns2:creationId id="{154F820A-80E5-411E-A96F-3CB3F5485559}"/>
              </a:ext>
            </a:extLst>
          </p:cNvPr>
          <p:cNvSpPr>
            <a:spLocks noGrp="1"/>
          </p:cNvSpPr>
          <p:nvPr/>
        </p:nvSpPr>
        <p:spPr>
          <a:xfrm rot="0">
            <a:off x="5848350" y="5600700"/>
            <a:ext cx="2324100" cy="228600"/>
          </a:xfrm>
          <a:prstGeom prst="rect">
            <a:avLst/>
          </a:prstGeom>
          <a:noFill/>
          <a:ln w="0">
            <a:noFill/>
            <a:prstDash val="solid"/>
          </a:ln>
        </p:spPr>
        <p:txBody>
          <a:bodyPr wrap="none" lIns="0" tIns="0" rIns="0" bIns="0" anchor="t">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206 cells with positive FRP</a:t>
            </a:r>
          </a:p>
        </p:txBody>
      </p:sp>
      <p:sp>
        <p:nvSpPr>
          <p:cNvPr id="87" name="text_086">
            <a:extLst>
              <a:ext uri="{FF2B5EF4-FFF2-40B4-BE49-F238E27FC236}">
                <ns2:creationId id="{A57B1E5D-0024-4E48-9254-A72A79F48BD9}"/>
              </a:ext>
            </a:extLst>
          </p:cNvPr>
          <p:cNvSpPr>
            <a:spLocks noGrp="1"/>
          </p:cNvSpPr>
          <p:nvPr/>
        </p:nvSpPr>
        <p:spPr>
          <a:xfrm rot="0">
            <a:off x="571500" y="6096000"/>
            <a:ext cx="7810500" cy="247650"/>
          </a:xfrm>
          <a:prstGeom prst="rect">
            <a:avLst/>
          </a:prstGeom>
          <a:noFill/>
          <a:ln w="0">
            <a:noFill/>
            <a:prstDash val="solid"/>
          </a:ln>
        </p:spPr>
        <p:txBody>
          <a:bodyPr wrap="none" lIns="0" tIns="0" rIns="0" bIns="0" anchor="t">
            <a:noAutofit/>
          </a:bodyPr>
          <a:lstStyle>
            <a:defPPr algn="l">
              <a:defRPr sz="1500" b="1">
                <a:solidFill>
                  <a:srgbClr val="000000"/>
                </a:solidFill>
                <a:latin typeface="Arial"/>
                <a:ea typeface="Arial"/>
                <a:cs typeface="Arial"/>
              </a:defRPr>
            </a:defPPr>
            <a:lvl1pPr algn="l">
              <a:defRPr sz="1500" b="1">
                <a:solidFill>
                  <a:srgbClr val="000000"/>
                </a:solidFill>
                <a:latin typeface="Arial"/>
                <a:ea typeface="Arial"/>
                <a:cs typeface="Arial"/>
              </a:defRPr>
            </a:lvl1pPr>
            <a:lvl2pPr algn="l">
              <a:defRPr sz="1500" b="1">
                <a:solidFill>
                  <a:srgbClr val="000000"/>
                </a:solidFill>
                <a:latin typeface="Arial"/>
                <a:ea typeface="Arial"/>
                <a:cs typeface="Arial"/>
              </a:defRPr>
            </a:lvl2pPr>
            <a:lvl3pPr algn="l">
              <a:defRPr sz="1500" b="1">
                <a:solidFill>
                  <a:srgbClr val="000000"/>
                </a:solidFill>
                <a:latin typeface="Arial"/>
                <a:ea typeface="Arial"/>
                <a:cs typeface="Arial"/>
              </a:defRPr>
            </a:lvl3pPr>
            <a:lvl4pPr algn="l">
              <a:defRPr sz="1500" b="1">
                <a:solidFill>
                  <a:srgbClr val="000000"/>
                </a:solidFill>
                <a:latin typeface="Arial"/>
                <a:ea typeface="Arial"/>
                <a:cs typeface="Arial"/>
              </a:defRPr>
            </a:lvl4pPr>
            <a:lvl5pPr algn="l">
              <a:defRPr sz="1500" b="1">
                <a:solidFill>
                  <a:srgbClr val="000000"/>
                </a:solidFill>
                <a:latin typeface="Arial"/>
                <a:ea typeface="Arial"/>
                <a:cs typeface="Arial"/>
              </a:defRPr>
            </a:lvl5pPr>
            <a:lvl6pPr algn="l">
              <a:defRPr sz="1500" b="1">
                <a:solidFill>
                  <a:srgbClr val="000000"/>
                </a:solidFill>
                <a:latin typeface="Arial"/>
                <a:ea typeface="Arial"/>
                <a:cs typeface="Arial"/>
              </a:defRPr>
            </a:lvl6pPr>
            <a:lvl7pPr algn="l">
              <a:defRPr sz="1500" b="1">
                <a:solidFill>
                  <a:srgbClr val="000000"/>
                </a:solidFill>
                <a:latin typeface="Arial"/>
                <a:ea typeface="Arial"/>
                <a:cs typeface="Arial"/>
              </a:defRPr>
            </a:lvl7pPr>
            <a:lvl8pPr algn="l">
              <a:defRPr sz="1500" b="1">
                <a:solidFill>
                  <a:srgbClr val="000000"/>
                </a:solidFill>
                <a:latin typeface="Arial"/>
                <a:ea typeface="Arial"/>
                <a:cs typeface="Arial"/>
              </a:defRPr>
            </a:lvl8pPr>
            <a:lvl9pPr algn="l">
              <a:defRPr sz="1500" b="1">
                <a:solidFill>
                  <a:srgbClr val="000000"/>
                </a:solidFill>
                <a:latin typeface="Arial"/>
                <a:ea typeface="Arial"/>
                <a:cs typeface="Arial"/>
              </a:defRPr>
            </a:lvl9pPr>
          </a:lstStyle>
          <a:p>
            <a:pPr algn="l">
              <a:defRPr sz="1500" b="1">
                <a:solidFill>
                  <a:srgbClr val="000000"/>
                </a:solidFill>
                <a:latin typeface="Arial"/>
                <a:ea typeface="Arial"/>
                <a:cs typeface="Arial"/>
              </a:defRPr>
            </a:pPr>
            <a:r>
              <a:rPr sz="1500" b="1">
                <a:solidFill>
                  <a:srgbClr val="000000"/>
                </a:solidFill>
                <a:latin typeface="Arial"/>
                <a:ea typeface="Arial"/>
                <a:cs typeface="Arial"/>
              </a:rPr>
              <a:t>Analysis input: 64 x 64 grid, 50.7 km Gaussian smoothing</a:t>
            </a:r>
          </a:p>
        </p:txBody>
      </p:sp>
      <p:pic>
        <p:nvPicPr>
          <p:cNvPr id="88" name="">
            <a:extLst>
              <a:ext uri="{FF2B5EF4-FFF2-40B4-BE49-F238E27FC236}">
                <ns2:creationId id="{51EC8641-EF0F-47DC-B13C-9FEFCD07960A}"/>
              </a:ext>
            </a:extLst>
          </p:cNvPr>
          <p:cNvPicPr>
            <a:picLocks noChangeAspect="1"/>
          </p:cNvPicPr>
          <p:nvPr/>
        </p:nvPicPr>
        <p:blipFill>
          <a:blip r:embed="R4c9786d88bc04978"/>
          <a:stretch/>
        </p:blipFill>
        <p:spPr>
          <a:xfrm>
            <a:off x="571500" y="6477000"/>
            <a:ext cx="2095500" cy="2095500"/>
          </a:xfrm>
          <a:prstGeom prst="rect">
            <a:avLst/>
          </a:prstGeom>
        </p:spPr>
      </p:pic>
      <p:sp>
        <p:nvSpPr>
          <p:cNvPr id="89" name="rect_088">
            <a:extLst>
              <a:ext uri="{FF2B5EF4-FFF2-40B4-BE49-F238E27FC236}">
                <ns2:creationId id="{A6B7663E-2639-4662-AB22-78113E5D414F}"/>
              </a:ext>
            </a:extLst>
          </p:cNvPr>
          <p:cNvSpPr>
            <a:spLocks noGrp="1"/>
          </p:cNvSpPr>
          <p:nvPr/>
        </p:nvSpPr>
        <p:spPr>
          <a:xfrm rot="0">
            <a:off x="571500" y="6477000"/>
            <a:ext cx="2095500" cy="2095500"/>
          </a:xfrm>
          <a:prstGeom prst="rect">
            <a:avLst/>
          </a:prstGeom>
          <a:noFill/>
          <a:ln w="6668">
            <a:solidFill>
              <a:srgbClr val="65727C"/>
            </a:solidFill>
            <a:prstDash val="solid"/>
          </a:ln>
        </p:spPr>
      </p:sp>
      <p:sp>
        <p:nvSpPr>
          <p:cNvPr id="90" name="line_089">
            <a:extLst>
              <a:ext uri="{FF2B5EF4-FFF2-40B4-BE49-F238E27FC236}">
                <ns2:creationId id="{B4509646-2E11-4FD6-8456-1ABC8E8253EE}"/>
              </a:ext>
            </a:extLst>
          </p:cNvPr>
          <p:cNvSpPr>
            <a:spLocks noGrp="1"/>
          </p:cNvSpPr>
          <p:nvPr/>
        </p:nvSpPr>
        <p:spPr>
          <a:xfrm>
            <a:off x="833399" y="8572500"/>
            <a:ext cx="95" cy="38100"/>
          </a:xfrm>
          <a:custGeom>
            <a:pathLst>
              <a:path w="95" h="38100">
                <a:moveTo>
                  <a:pt x="0" y="0"/>
                </a:moveTo>
                <a:lnTo>
                  <a:pt x="0" y="38100"/>
                </a:lnTo>
              </a:path>
            </a:pathLst>
          </a:custGeom>
          <a:noFill/>
          <a:ln w="7620">
            <a:solidFill>
              <a:srgbClr val="65727C"/>
            </a:solidFill>
            <a:prstDash val="solid"/>
          </a:ln>
        </p:spPr>
      </p:sp>
      <p:sp>
        <p:nvSpPr>
          <p:cNvPr id="91" name="text_090">
            <a:extLst>
              <a:ext uri="{FF2B5EF4-FFF2-40B4-BE49-F238E27FC236}">
                <ns2:creationId id="{6F941235-AF41-4038-9CB7-57DAC79695D9}"/>
              </a:ext>
            </a:extLst>
          </p:cNvPr>
          <p:cNvSpPr>
            <a:spLocks noGrp="1"/>
          </p:cNvSpPr>
          <p:nvPr/>
        </p:nvSpPr>
        <p:spPr>
          <a:xfrm rot="0">
            <a:off x="623849" y="8629650"/>
            <a:ext cx="419100" cy="219075"/>
          </a:xfrm>
          <a:prstGeom prst="rect">
            <a:avLst/>
          </a:prstGeom>
          <a:noFill/>
          <a:ln w="0">
            <a:noFill/>
            <a:prstDash val="solid"/>
          </a:ln>
        </p:spPr>
        <p:txBody>
          <a:bodyPr wrap="none" lIns="0" tIns="0" rIns="0" bIns="0" anchor="t">
            <a:noAutofit/>
          </a:bodyPr>
          <a:lstStyle>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a:pPr algn="ctr">
              <a:defRPr sz="1125" b="0">
                <a:solidFill>
                  <a:srgbClr val="000000"/>
                </a:solidFill>
                <a:latin typeface="Arial"/>
                <a:ea typeface="Arial"/>
                <a:cs typeface="Arial"/>
              </a:defRPr>
            </a:pPr>
            <a:r>
              <a:rPr sz="1125" b="0">
                <a:solidFill>
                  <a:srgbClr val="000000"/>
                </a:solidFill>
                <a:latin typeface="Arial"/>
                <a:ea typeface="Arial"/>
                <a:cs typeface="Arial"/>
              </a:rPr>
              <a:t>142 E</a:t>
            </a:r>
          </a:p>
        </p:txBody>
      </p:sp>
      <p:sp>
        <p:nvSpPr>
          <p:cNvPr id="92" name="line_091">
            <a:extLst>
              <a:ext uri="{FF2B5EF4-FFF2-40B4-BE49-F238E27FC236}">
                <ns2:creationId id="{7FD3AC53-D90B-4185-A8D3-E010D3041E1A}"/>
              </a:ext>
            </a:extLst>
          </p:cNvPr>
          <p:cNvSpPr>
            <a:spLocks noGrp="1"/>
          </p:cNvSpPr>
          <p:nvPr/>
        </p:nvSpPr>
        <p:spPr>
          <a:xfrm>
            <a:off x="1741988" y="8572500"/>
            <a:ext cx="95" cy="38100"/>
          </a:xfrm>
          <a:custGeom>
            <a:pathLst>
              <a:path w="95" h="38100">
                <a:moveTo>
                  <a:pt x="0" y="0"/>
                </a:moveTo>
                <a:lnTo>
                  <a:pt x="0" y="38100"/>
                </a:lnTo>
              </a:path>
            </a:pathLst>
          </a:custGeom>
          <a:noFill/>
          <a:ln w="7620">
            <a:solidFill>
              <a:srgbClr val="65727C"/>
            </a:solidFill>
            <a:prstDash val="solid"/>
          </a:ln>
        </p:spPr>
      </p:sp>
      <p:sp>
        <p:nvSpPr>
          <p:cNvPr id="93" name="text_092">
            <a:extLst>
              <a:ext uri="{FF2B5EF4-FFF2-40B4-BE49-F238E27FC236}">
                <ns2:creationId id="{1F99F016-0C13-4967-B0FF-6B35016B9088}"/>
              </a:ext>
            </a:extLst>
          </p:cNvPr>
          <p:cNvSpPr>
            <a:spLocks noGrp="1"/>
          </p:cNvSpPr>
          <p:nvPr/>
        </p:nvSpPr>
        <p:spPr>
          <a:xfrm rot="0">
            <a:off x="1532438" y="8629650"/>
            <a:ext cx="419100" cy="219075"/>
          </a:xfrm>
          <a:prstGeom prst="rect">
            <a:avLst/>
          </a:prstGeom>
          <a:noFill/>
          <a:ln w="0">
            <a:noFill/>
            <a:prstDash val="solid"/>
          </a:ln>
        </p:spPr>
        <p:txBody>
          <a:bodyPr wrap="none" lIns="0" tIns="0" rIns="0" bIns="0" anchor="t">
            <a:noAutofit/>
          </a:bodyPr>
          <a:lstStyle>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a:pPr algn="ctr">
              <a:defRPr sz="1125" b="0">
                <a:solidFill>
                  <a:srgbClr val="000000"/>
                </a:solidFill>
                <a:latin typeface="Arial"/>
                <a:ea typeface="Arial"/>
                <a:cs typeface="Arial"/>
              </a:defRPr>
            </a:pPr>
            <a:r>
              <a:rPr sz="1125" b="0">
                <a:solidFill>
                  <a:srgbClr val="000000"/>
                </a:solidFill>
                <a:latin typeface="Arial"/>
                <a:ea typeface="Arial"/>
                <a:cs typeface="Arial"/>
              </a:rPr>
              <a:t>148 E</a:t>
            </a:r>
          </a:p>
        </p:txBody>
      </p:sp>
      <p:sp>
        <p:nvSpPr>
          <p:cNvPr id="94" name="line_093">
            <a:extLst>
              <a:ext uri="{FF2B5EF4-FFF2-40B4-BE49-F238E27FC236}">
                <ns2:creationId id="{21CE2611-4175-4FCD-A00B-DA7DC9AF0132}"/>
              </a:ext>
            </a:extLst>
          </p:cNvPr>
          <p:cNvSpPr>
            <a:spLocks noGrp="1"/>
          </p:cNvSpPr>
          <p:nvPr/>
        </p:nvSpPr>
        <p:spPr>
          <a:xfrm>
            <a:off x="2650576" y="8572500"/>
            <a:ext cx="95" cy="38100"/>
          </a:xfrm>
          <a:custGeom>
            <a:pathLst>
              <a:path w="95" h="38100">
                <a:moveTo>
                  <a:pt x="0" y="0"/>
                </a:moveTo>
                <a:lnTo>
                  <a:pt x="0" y="38100"/>
                </a:lnTo>
              </a:path>
            </a:pathLst>
          </a:custGeom>
          <a:noFill/>
          <a:ln w="7620">
            <a:solidFill>
              <a:srgbClr val="65727C"/>
            </a:solidFill>
            <a:prstDash val="solid"/>
          </a:ln>
        </p:spPr>
      </p:sp>
      <p:sp>
        <p:nvSpPr>
          <p:cNvPr id="95" name="text_094">
            <a:extLst>
              <a:ext uri="{FF2B5EF4-FFF2-40B4-BE49-F238E27FC236}">
                <ns2:creationId id="{F72C05F6-A581-49DA-B785-5B2AB74F2ED7}"/>
              </a:ext>
            </a:extLst>
          </p:cNvPr>
          <p:cNvSpPr>
            <a:spLocks noGrp="1"/>
          </p:cNvSpPr>
          <p:nvPr/>
        </p:nvSpPr>
        <p:spPr>
          <a:xfrm rot="0">
            <a:off x="2441026" y="8629650"/>
            <a:ext cx="419100" cy="219075"/>
          </a:xfrm>
          <a:prstGeom prst="rect">
            <a:avLst/>
          </a:prstGeom>
          <a:noFill/>
          <a:ln w="0">
            <a:noFill/>
            <a:prstDash val="solid"/>
          </a:ln>
        </p:spPr>
        <p:txBody>
          <a:bodyPr wrap="none" lIns="0" tIns="0" rIns="0" bIns="0" anchor="t">
            <a:noAutofit/>
          </a:bodyPr>
          <a:lstStyle>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a:pPr algn="ctr">
              <a:defRPr sz="1125" b="0">
                <a:solidFill>
                  <a:srgbClr val="000000"/>
                </a:solidFill>
                <a:latin typeface="Arial"/>
                <a:ea typeface="Arial"/>
                <a:cs typeface="Arial"/>
              </a:defRPr>
            </a:pPr>
            <a:r>
              <a:rPr sz="1125" b="0">
                <a:solidFill>
                  <a:srgbClr val="000000"/>
                </a:solidFill>
                <a:latin typeface="Arial"/>
                <a:ea typeface="Arial"/>
                <a:cs typeface="Arial"/>
              </a:rPr>
              <a:t>154 E</a:t>
            </a:r>
          </a:p>
        </p:txBody>
      </p:sp>
      <p:sp>
        <p:nvSpPr>
          <p:cNvPr id="96" name="line_095">
            <a:extLst>
              <a:ext uri="{FF2B5EF4-FFF2-40B4-BE49-F238E27FC236}">
                <ns2:creationId id="{7CDDDBA0-4161-4042-97A8-DECD5A330A58}"/>
              </a:ext>
            </a:extLst>
          </p:cNvPr>
          <p:cNvSpPr>
            <a:spLocks noGrp="1"/>
          </p:cNvSpPr>
          <p:nvPr/>
        </p:nvSpPr>
        <p:spPr>
          <a:xfrm>
            <a:off x="533400" y="6669903"/>
            <a:ext cx="38100" cy="95"/>
          </a:xfrm>
          <a:custGeom>
            <a:pathLst>
              <a:path w="38100" h="95">
                <a:moveTo>
                  <a:pt x="0" y="0"/>
                </a:moveTo>
                <a:lnTo>
                  <a:pt x="38100" y="0"/>
                </a:lnTo>
              </a:path>
            </a:pathLst>
          </a:custGeom>
          <a:noFill/>
          <a:ln w="7620">
            <a:solidFill>
              <a:srgbClr val="65727C"/>
            </a:solidFill>
            <a:prstDash val="solid"/>
          </a:ln>
        </p:spPr>
      </p:sp>
      <p:sp>
        <p:nvSpPr>
          <p:cNvPr id="97" name="text_096">
            <a:extLst>
              <a:ext uri="{FF2B5EF4-FFF2-40B4-BE49-F238E27FC236}">
                <ns2:creationId id="{D351394E-8AD1-408A-8A5B-38D26A5DF88C}"/>
              </a:ext>
            </a:extLst>
          </p:cNvPr>
          <p:cNvSpPr>
            <a:spLocks noGrp="1"/>
          </p:cNvSpPr>
          <p:nvPr/>
        </p:nvSpPr>
        <p:spPr>
          <a:xfrm rot="0">
            <a:off x="104775" y="6584178"/>
            <a:ext cx="381000" cy="219075"/>
          </a:xfrm>
          <a:prstGeom prst="rect">
            <a:avLst/>
          </a:prstGeom>
          <a:noFill/>
          <a:ln w="0">
            <a:noFill/>
            <a:prstDash val="solid"/>
          </a:ln>
        </p:spPr>
        <p:txBody>
          <a:bodyPr wrap="none" lIns="0" tIns="0" rIns="0" bIns="0" anchor="t">
            <a:noAutofit/>
          </a:bodyPr>
          <a:lstStyle>
            <a:defPPr algn="r">
              <a:defRPr sz="1125" b="0">
                <a:solidFill>
                  <a:srgbClr val="000000"/>
                </a:solidFill>
                <a:latin typeface="Arial"/>
                <a:ea typeface="Arial"/>
                <a:cs typeface="Arial"/>
              </a:defRPr>
            </a:defPPr>
            <a:lvl1pPr algn="r">
              <a:defRPr sz="1125" b="0">
                <a:solidFill>
                  <a:srgbClr val="000000"/>
                </a:solidFill>
                <a:latin typeface="Arial"/>
                <a:ea typeface="Arial"/>
                <a:cs typeface="Arial"/>
              </a:defRPr>
            </a:lvl1pPr>
            <a:lvl2pPr algn="r">
              <a:defRPr sz="1125" b="0">
                <a:solidFill>
                  <a:srgbClr val="000000"/>
                </a:solidFill>
                <a:latin typeface="Arial"/>
                <a:ea typeface="Arial"/>
                <a:cs typeface="Arial"/>
              </a:defRPr>
            </a:lvl2pPr>
            <a:lvl3pPr algn="r">
              <a:defRPr sz="1125" b="0">
                <a:solidFill>
                  <a:srgbClr val="000000"/>
                </a:solidFill>
                <a:latin typeface="Arial"/>
                <a:ea typeface="Arial"/>
                <a:cs typeface="Arial"/>
              </a:defRPr>
            </a:lvl3pPr>
            <a:lvl4pPr algn="r">
              <a:defRPr sz="1125" b="0">
                <a:solidFill>
                  <a:srgbClr val="000000"/>
                </a:solidFill>
                <a:latin typeface="Arial"/>
                <a:ea typeface="Arial"/>
                <a:cs typeface="Arial"/>
              </a:defRPr>
            </a:lvl4pPr>
            <a:lvl5pPr algn="r">
              <a:defRPr sz="1125" b="0">
                <a:solidFill>
                  <a:srgbClr val="000000"/>
                </a:solidFill>
                <a:latin typeface="Arial"/>
                <a:ea typeface="Arial"/>
                <a:cs typeface="Arial"/>
              </a:defRPr>
            </a:lvl5pPr>
            <a:lvl6pPr algn="r">
              <a:defRPr sz="1125" b="0">
                <a:solidFill>
                  <a:srgbClr val="000000"/>
                </a:solidFill>
                <a:latin typeface="Arial"/>
                <a:ea typeface="Arial"/>
                <a:cs typeface="Arial"/>
              </a:defRPr>
            </a:lvl6pPr>
            <a:lvl7pPr algn="r">
              <a:defRPr sz="1125" b="0">
                <a:solidFill>
                  <a:srgbClr val="000000"/>
                </a:solidFill>
                <a:latin typeface="Arial"/>
                <a:ea typeface="Arial"/>
                <a:cs typeface="Arial"/>
              </a:defRPr>
            </a:lvl7pPr>
            <a:lvl8pPr algn="r">
              <a:defRPr sz="1125" b="0">
                <a:solidFill>
                  <a:srgbClr val="000000"/>
                </a:solidFill>
                <a:latin typeface="Arial"/>
                <a:ea typeface="Arial"/>
                <a:cs typeface="Arial"/>
              </a:defRPr>
            </a:lvl8pPr>
            <a:lvl9pPr algn="r">
              <a:defRPr sz="1125" b="0">
                <a:solidFill>
                  <a:srgbClr val="000000"/>
                </a:solidFill>
                <a:latin typeface="Arial"/>
                <a:ea typeface="Arial"/>
                <a:cs typeface="Arial"/>
              </a:defRPr>
            </a:lvl9pPr>
          </a:lstStyle>
          <a:p>
            <a:pPr algn="r">
              <a:defRPr sz="1125" b="0">
                <a:solidFill>
                  <a:srgbClr val="000000"/>
                </a:solidFill>
                <a:latin typeface="Arial"/>
                <a:ea typeface="Arial"/>
                <a:cs typeface="Arial"/>
              </a:defRPr>
            </a:pPr>
            <a:r>
              <a:rPr sz="1125" b="0">
                <a:solidFill>
                  <a:srgbClr val="000000"/>
                </a:solidFill>
                <a:latin typeface="Arial"/>
                <a:ea typeface="Arial"/>
                <a:cs typeface="Arial"/>
              </a:rPr>
              <a:t>28 S</a:t>
            </a:r>
          </a:p>
        </p:txBody>
      </p:sp>
      <p:sp>
        <p:nvSpPr>
          <p:cNvPr id="98" name="line_097">
            <a:extLst>
              <a:ext uri="{FF2B5EF4-FFF2-40B4-BE49-F238E27FC236}">
                <ns2:creationId id="{20BB03FE-B5F9-40F1-AA02-830C3871DE1B}"/>
              </a:ext>
            </a:extLst>
          </p:cNvPr>
          <p:cNvSpPr>
            <a:spLocks noGrp="1"/>
          </p:cNvSpPr>
          <p:nvPr/>
        </p:nvSpPr>
        <p:spPr>
          <a:xfrm>
            <a:off x="533400" y="7383729"/>
            <a:ext cx="38100" cy="95"/>
          </a:xfrm>
          <a:custGeom>
            <a:pathLst>
              <a:path w="38100" h="95">
                <a:moveTo>
                  <a:pt x="0" y="0"/>
                </a:moveTo>
                <a:lnTo>
                  <a:pt x="38100" y="0"/>
                </a:lnTo>
              </a:path>
            </a:pathLst>
          </a:custGeom>
          <a:noFill/>
          <a:ln w="7620">
            <a:solidFill>
              <a:srgbClr val="65727C"/>
            </a:solidFill>
            <a:prstDash val="solid"/>
          </a:ln>
        </p:spPr>
      </p:sp>
      <p:sp>
        <p:nvSpPr>
          <p:cNvPr id="99" name="text_098">
            <a:extLst>
              <a:ext uri="{FF2B5EF4-FFF2-40B4-BE49-F238E27FC236}">
                <ns2:creationId id="{A38B5177-9BF4-4BAC-9BD8-DFC6E125E35A}"/>
              </a:ext>
            </a:extLst>
          </p:cNvPr>
          <p:cNvSpPr>
            <a:spLocks noGrp="1"/>
          </p:cNvSpPr>
          <p:nvPr/>
        </p:nvSpPr>
        <p:spPr>
          <a:xfrm rot="0">
            <a:off x="104775" y="7298004"/>
            <a:ext cx="381000" cy="219075"/>
          </a:xfrm>
          <a:prstGeom prst="rect">
            <a:avLst/>
          </a:prstGeom>
          <a:noFill/>
          <a:ln w="0">
            <a:noFill/>
            <a:prstDash val="solid"/>
          </a:ln>
        </p:spPr>
        <p:txBody>
          <a:bodyPr wrap="none" lIns="0" tIns="0" rIns="0" bIns="0" anchor="t">
            <a:noAutofit/>
          </a:bodyPr>
          <a:lstStyle>
            <a:defPPr algn="r">
              <a:defRPr sz="1125" b="0">
                <a:solidFill>
                  <a:srgbClr val="000000"/>
                </a:solidFill>
                <a:latin typeface="Arial"/>
                <a:ea typeface="Arial"/>
                <a:cs typeface="Arial"/>
              </a:defRPr>
            </a:defPPr>
            <a:lvl1pPr algn="r">
              <a:defRPr sz="1125" b="0">
                <a:solidFill>
                  <a:srgbClr val="000000"/>
                </a:solidFill>
                <a:latin typeface="Arial"/>
                <a:ea typeface="Arial"/>
                <a:cs typeface="Arial"/>
              </a:defRPr>
            </a:lvl1pPr>
            <a:lvl2pPr algn="r">
              <a:defRPr sz="1125" b="0">
                <a:solidFill>
                  <a:srgbClr val="000000"/>
                </a:solidFill>
                <a:latin typeface="Arial"/>
                <a:ea typeface="Arial"/>
                <a:cs typeface="Arial"/>
              </a:defRPr>
            </a:lvl2pPr>
            <a:lvl3pPr algn="r">
              <a:defRPr sz="1125" b="0">
                <a:solidFill>
                  <a:srgbClr val="000000"/>
                </a:solidFill>
                <a:latin typeface="Arial"/>
                <a:ea typeface="Arial"/>
                <a:cs typeface="Arial"/>
              </a:defRPr>
            </a:lvl3pPr>
            <a:lvl4pPr algn="r">
              <a:defRPr sz="1125" b="0">
                <a:solidFill>
                  <a:srgbClr val="000000"/>
                </a:solidFill>
                <a:latin typeface="Arial"/>
                <a:ea typeface="Arial"/>
                <a:cs typeface="Arial"/>
              </a:defRPr>
            </a:lvl4pPr>
            <a:lvl5pPr algn="r">
              <a:defRPr sz="1125" b="0">
                <a:solidFill>
                  <a:srgbClr val="000000"/>
                </a:solidFill>
                <a:latin typeface="Arial"/>
                <a:ea typeface="Arial"/>
                <a:cs typeface="Arial"/>
              </a:defRPr>
            </a:lvl5pPr>
            <a:lvl6pPr algn="r">
              <a:defRPr sz="1125" b="0">
                <a:solidFill>
                  <a:srgbClr val="000000"/>
                </a:solidFill>
                <a:latin typeface="Arial"/>
                <a:ea typeface="Arial"/>
                <a:cs typeface="Arial"/>
              </a:defRPr>
            </a:lvl6pPr>
            <a:lvl7pPr algn="r">
              <a:defRPr sz="1125" b="0">
                <a:solidFill>
                  <a:srgbClr val="000000"/>
                </a:solidFill>
                <a:latin typeface="Arial"/>
                <a:ea typeface="Arial"/>
                <a:cs typeface="Arial"/>
              </a:defRPr>
            </a:lvl7pPr>
            <a:lvl8pPr algn="r">
              <a:defRPr sz="1125" b="0">
                <a:solidFill>
                  <a:srgbClr val="000000"/>
                </a:solidFill>
                <a:latin typeface="Arial"/>
                <a:ea typeface="Arial"/>
                <a:cs typeface="Arial"/>
              </a:defRPr>
            </a:lvl8pPr>
            <a:lvl9pPr algn="r">
              <a:defRPr sz="1125" b="0">
                <a:solidFill>
                  <a:srgbClr val="000000"/>
                </a:solidFill>
                <a:latin typeface="Arial"/>
                <a:ea typeface="Arial"/>
                <a:cs typeface="Arial"/>
              </a:defRPr>
            </a:lvl9pPr>
          </a:lstStyle>
          <a:p>
            <a:pPr algn="r">
              <a:defRPr sz="1125" b="0">
                <a:solidFill>
                  <a:srgbClr val="000000"/>
                </a:solidFill>
                <a:latin typeface="Arial"/>
                <a:ea typeface="Arial"/>
                <a:cs typeface="Arial"/>
              </a:defRPr>
            </a:pPr>
            <a:r>
              <a:rPr sz="1125" b="0">
                <a:solidFill>
                  <a:srgbClr val="000000"/>
                </a:solidFill>
                <a:latin typeface="Arial"/>
                <a:ea typeface="Arial"/>
                <a:cs typeface="Arial"/>
              </a:rPr>
              <a:t>32 S</a:t>
            </a:r>
          </a:p>
        </p:txBody>
      </p:sp>
      <p:sp>
        <p:nvSpPr>
          <p:cNvPr id="100" name="line_099">
            <a:extLst>
              <a:ext uri="{FF2B5EF4-FFF2-40B4-BE49-F238E27FC236}">
                <ns2:creationId id="{FFF6D975-BFE8-4164-AB27-0D534004B179}"/>
              </a:ext>
            </a:extLst>
          </p:cNvPr>
          <p:cNvSpPr>
            <a:spLocks noGrp="1"/>
          </p:cNvSpPr>
          <p:nvPr/>
        </p:nvSpPr>
        <p:spPr>
          <a:xfrm>
            <a:off x="533400" y="8097555"/>
            <a:ext cx="38100" cy="95"/>
          </a:xfrm>
          <a:custGeom>
            <a:pathLst>
              <a:path w="38100" h="95">
                <a:moveTo>
                  <a:pt x="0" y="0"/>
                </a:moveTo>
                <a:lnTo>
                  <a:pt x="38100" y="0"/>
                </a:lnTo>
              </a:path>
            </a:pathLst>
          </a:custGeom>
          <a:noFill/>
          <a:ln w="7620">
            <a:solidFill>
              <a:srgbClr val="65727C"/>
            </a:solidFill>
            <a:prstDash val="solid"/>
          </a:ln>
        </p:spPr>
      </p:sp>
      <p:sp>
        <p:nvSpPr>
          <p:cNvPr id="101" name="text_100">
            <a:extLst>
              <a:ext uri="{FF2B5EF4-FFF2-40B4-BE49-F238E27FC236}">
                <ns2:creationId id="{B9D32C2B-BF10-4DB7-8DB1-F3896FB51772}"/>
              </a:ext>
            </a:extLst>
          </p:cNvPr>
          <p:cNvSpPr>
            <a:spLocks noGrp="1"/>
          </p:cNvSpPr>
          <p:nvPr/>
        </p:nvSpPr>
        <p:spPr>
          <a:xfrm rot="0">
            <a:off x="104775" y="8011830"/>
            <a:ext cx="381000" cy="219075"/>
          </a:xfrm>
          <a:prstGeom prst="rect">
            <a:avLst/>
          </a:prstGeom>
          <a:noFill/>
          <a:ln w="0">
            <a:noFill/>
            <a:prstDash val="solid"/>
          </a:ln>
        </p:spPr>
        <p:txBody>
          <a:bodyPr wrap="none" lIns="0" tIns="0" rIns="0" bIns="0" anchor="t">
            <a:noAutofit/>
          </a:bodyPr>
          <a:lstStyle>
            <a:defPPr algn="r">
              <a:defRPr sz="1125" b="0">
                <a:solidFill>
                  <a:srgbClr val="000000"/>
                </a:solidFill>
                <a:latin typeface="Arial"/>
                <a:ea typeface="Arial"/>
                <a:cs typeface="Arial"/>
              </a:defRPr>
            </a:defPPr>
            <a:lvl1pPr algn="r">
              <a:defRPr sz="1125" b="0">
                <a:solidFill>
                  <a:srgbClr val="000000"/>
                </a:solidFill>
                <a:latin typeface="Arial"/>
                <a:ea typeface="Arial"/>
                <a:cs typeface="Arial"/>
              </a:defRPr>
            </a:lvl1pPr>
            <a:lvl2pPr algn="r">
              <a:defRPr sz="1125" b="0">
                <a:solidFill>
                  <a:srgbClr val="000000"/>
                </a:solidFill>
                <a:latin typeface="Arial"/>
                <a:ea typeface="Arial"/>
                <a:cs typeface="Arial"/>
              </a:defRPr>
            </a:lvl2pPr>
            <a:lvl3pPr algn="r">
              <a:defRPr sz="1125" b="0">
                <a:solidFill>
                  <a:srgbClr val="000000"/>
                </a:solidFill>
                <a:latin typeface="Arial"/>
                <a:ea typeface="Arial"/>
                <a:cs typeface="Arial"/>
              </a:defRPr>
            </a:lvl3pPr>
            <a:lvl4pPr algn="r">
              <a:defRPr sz="1125" b="0">
                <a:solidFill>
                  <a:srgbClr val="000000"/>
                </a:solidFill>
                <a:latin typeface="Arial"/>
                <a:ea typeface="Arial"/>
                <a:cs typeface="Arial"/>
              </a:defRPr>
            </a:lvl4pPr>
            <a:lvl5pPr algn="r">
              <a:defRPr sz="1125" b="0">
                <a:solidFill>
                  <a:srgbClr val="000000"/>
                </a:solidFill>
                <a:latin typeface="Arial"/>
                <a:ea typeface="Arial"/>
                <a:cs typeface="Arial"/>
              </a:defRPr>
            </a:lvl5pPr>
            <a:lvl6pPr algn="r">
              <a:defRPr sz="1125" b="0">
                <a:solidFill>
                  <a:srgbClr val="000000"/>
                </a:solidFill>
                <a:latin typeface="Arial"/>
                <a:ea typeface="Arial"/>
                <a:cs typeface="Arial"/>
              </a:defRPr>
            </a:lvl6pPr>
            <a:lvl7pPr algn="r">
              <a:defRPr sz="1125" b="0">
                <a:solidFill>
                  <a:srgbClr val="000000"/>
                </a:solidFill>
                <a:latin typeface="Arial"/>
                <a:ea typeface="Arial"/>
                <a:cs typeface="Arial"/>
              </a:defRPr>
            </a:lvl7pPr>
            <a:lvl8pPr algn="r">
              <a:defRPr sz="1125" b="0">
                <a:solidFill>
                  <a:srgbClr val="000000"/>
                </a:solidFill>
                <a:latin typeface="Arial"/>
                <a:ea typeface="Arial"/>
                <a:cs typeface="Arial"/>
              </a:defRPr>
            </a:lvl8pPr>
            <a:lvl9pPr algn="r">
              <a:defRPr sz="1125" b="0">
                <a:solidFill>
                  <a:srgbClr val="000000"/>
                </a:solidFill>
                <a:latin typeface="Arial"/>
                <a:ea typeface="Arial"/>
                <a:cs typeface="Arial"/>
              </a:defRPr>
            </a:lvl9pPr>
          </a:lstStyle>
          <a:p>
            <a:pPr algn="r">
              <a:defRPr sz="1125" b="0">
                <a:solidFill>
                  <a:srgbClr val="000000"/>
                </a:solidFill>
                <a:latin typeface="Arial"/>
                <a:ea typeface="Arial"/>
                <a:cs typeface="Arial"/>
              </a:defRPr>
            </a:pPr>
            <a:r>
              <a:rPr sz="1125" b="0">
                <a:solidFill>
                  <a:srgbClr val="000000"/>
                </a:solidFill>
                <a:latin typeface="Arial"/>
                <a:ea typeface="Arial"/>
                <a:cs typeface="Arial"/>
              </a:rPr>
              <a:t>36 S</a:t>
            </a:r>
          </a:p>
        </p:txBody>
      </p:sp>
      <p:sp>
        <p:nvSpPr>
          <p:cNvPr id="102" name="text_101">
            <a:extLst>
              <a:ext uri="{FF2B5EF4-FFF2-40B4-BE49-F238E27FC236}">
                <ns2:creationId id="{292F8474-EA6D-4330-90A2-9BD8E06F9B8F}"/>
              </a:ext>
            </a:extLst>
          </p:cNvPr>
          <p:cNvSpPr>
            <a:spLocks noGrp="1"/>
          </p:cNvSpPr>
          <p:nvPr/>
        </p:nvSpPr>
        <p:spPr>
          <a:xfrm rot="0">
            <a:off x="919383" y="6663881"/>
            <a:ext cx="428625" cy="190500"/>
          </a:xfrm>
          <a:prstGeom prst="rect">
            <a:avLst/>
          </a:prstGeom>
          <a:noFill/>
          <a:ln w="0">
            <a:noFill/>
            <a:prstDash val="solid"/>
          </a:ln>
        </p:spPr>
        <p:txBody>
          <a:bodyPr wrap="none" lIns="0" tIns="0" rIns="0" bIns="0" anchor="t">
            <a:noAutofit/>
          </a:bodyPr>
          <a:lstStyle>
            <a:defPPr algn="l">
              <a:defRPr sz="900" b="0">
                <a:solidFill>
                  <a:srgbClr val="65727C"/>
                </a:solidFill>
                <a:latin typeface="Arial"/>
                <a:ea typeface="Arial"/>
                <a:cs typeface="Arial"/>
              </a:defRPr>
            </a:defPPr>
            <a:lvl1pPr algn="l">
              <a:defRPr sz="900" b="0">
                <a:solidFill>
                  <a:srgbClr val="65727C"/>
                </a:solidFill>
                <a:latin typeface="Arial"/>
                <a:ea typeface="Arial"/>
                <a:cs typeface="Arial"/>
              </a:defRPr>
            </a:lvl1pPr>
            <a:lvl2pPr algn="l">
              <a:defRPr sz="900" b="0">
                <a:solidFill>
                  <a:srgbClr val="65727C"/>
                </a:solidFill>
                <a:latin typeface="Arial"/>
                <a:ea typeface="Arial"/>
                <a:cs typeface="Arial"/>
              </a:defRPr>
            </a:lvl2pPr>
            <a:lvl3pPr algn="l">
              <a:defRPr sz="900" b="0">
                <a:solidFill>
                  <a:srgbClr val="65727C"/>
                </a:solidFill>
                <a:latin typeface="Arial"/>
                <a:ea typeface="Arial"/>
                <a:cs typeface="Arial"/>
              </a:defRPr>
            </a:lvl3pPr>
            <a:lvl4pPr algn="l">
              <a:defRPr sz="900" b="0">
                <a:solidFill>
                  <a:srgbClr val="65727C"/>
                </a:solidFill>
                <a:latin typeface="Arial"/>
                <a:ea typeface="Arial"/>
                <a:cs typeface="Arial"/>
              </a:defRPr>
            </a:lvl4pPr>
            <a:lvl5pPr algn="l">
              <a:defRPr sz="900" b="0">
                <a:solidFill>
                  <a:srgbClr val="65727C"/>
                </a:solidFill>
                <a:latin typeface="Arial"/>
                <a:ea typeface="Arial"/>
                <a:cs typeface="Arial"/>
              </a:defRPr>
            </a:lvl5pPr>
            <a:lvl6pPr algn="l">
              <a:defRPr sz="900" b="0">
                <a:solidFill>
                  <a:srgbClr val="65727C"/>
                </a:solidFill>
                <a:latin typeface="Arial"/>
                <a:ea typeface="Arial"/>
                <a:cs typeface="Arial"/>
              </a:defRPr>
            </a:lvl6pPr>
            <a:lvl7pPr algn="l">
              <a:defRPr sz="900" b="0">
                <a:solidFill>
                  <a:srgbClr val="65727C"/>
                </a:solidFill>
                <a:latin typeface="Arial"/>
                <a:ea typeface="Arial"/>
                <a:cs typeface="Arial"/>
              </a:defRPr>
            </a:lvl7pPr>
            <a:lvl8pPr algn="l">
              <a:defRPr sz="900" b="0">
                <a:solidFill>
                  <a:srgbClr val="65727C"/>
                </a:solidFill>
                <a:latin typeface="Arial"/>
                <a:ea typeface="Arial"/>
                <a:cs typeface="Arial"/>
              </a:defRPr>
            </a:lvl8pPr>
            <a:lvl9pPr algn="l">
              <a:defRPr sz="900" b="0">
                <a:solidFill>
                  <a:srgbClr val="65727C"/>
                </a:solidFill>
                <a:latin typeface="Arial"/>
                <a:ea typeface="Arial"/>
                <a:cs typeface="Arial"/>
              </a:defRPr>
            </a:lvl9pPr>
          </a:lstStyle>
          <a:p>
            <a:pPr algn="l">
              <a:defRPr sz="900" b="0">
                <a:solidFill>
                  <a:srgbClr val="65727C"/>
                </a:solidFill>
                <a:latin typeface="Arial"/>
                <a:ea typeface="Arial"/>
                <a:cs typeface="Arial"/>
              </a:defRPr>
            </a:pPr>
            <a:r>
              <a:rPr sz="900" b="0">
                <a:solidFill>
                  <a:srgbClr val="65727C"/>
                </a:solidFill>
                <a:latin typeface="Arial"/>
                <a:ea typeface="Arial"/>
                <a:cs typeface="Arial"/>
              </a:rPr>
              <a:t>QLD</a:t>
            </a:r>
          </a:p>
        </p:txBody>
      </p:sp>
      <p:sp>
        <p:nvSpPr>
          <p:cNvPr id="103" name="text_102">
            <a:extLst>
              <a:ext uri="{FF2B5EF4-FFF2-40B4-BE49-F238E27FC236}">
                <ns2:creationId id="{474EE3DB-A9D8-4CCB-B780-CE86C1DB4C13}"/>
              </a:ext>
            </a:extLst>
          </p:cNvPr>
          <p:cNvSpPr>
            <a:spLocks noGrp="1"/>
          </p:cNvSpPr>
          <p:nvPr/>
        </p:nvSpPr>
        <p:spPr>
          <a:xfrm rot="0">
            <a:off x="919383" y="7520472"/>
            <a:ext cx="428625" cy="190500"/>
          </a:xfrm>
          <a:prstGeom prst="rect">
            <a:avLst/>
          </a:prstGeom>
          <a:noFill/>
          <a:ln w="0">
            <a:noFill/>
            <a:prstDash val="solid"/>
          </a:ln>
        </p:spPr>
        <p:txBody>
          <a:bodyPr wrap="none" lIns="0" tIns="0" rIns="0" bIns="0" anchor="t">
            <a:noAutofit/>
          </a:bodyPr>
          <a:lstStyle>
            <a:defPPr algn="l">
              <a:defRPr sz="900" b="0">
                <a:solidFill>
                  <a:srgbClr val="65727C"/>
                </a:solidFill>
                <a:latin typeface="Arial"/>
                <a:ea typeface="Arial"/>
                <a:cs typeface="Arial"/>
              </a:defRPr>
            </a:defPPr>
            <a:lvl1pPr algn="l">
              <a:defRPr sz="900" b="0">
                <a:solidFill>
                  <a:srgbClr val="65727C"/>
                </a:solidFill>
                <a:latin typeface="Arial"/>
                <a:ea typeface="Arial"/>
                <a:cs typeface="Arial"/>
              </a:defRPr>
            </a:lvl1pPr>
            <a:lvl2pPr algn="l">
              <a:defRPr sz="900" b="0">
                <a:solidFill>
                  <a:srgbClr val="65727C"/>
                </a:solidFill>
                <a:latin typeface="Arial"/>
                <a:ea typeface="Arial"/>
                <a:cs typeface="Arial"/>
              </a:defRPr>
            </a:lvl2pPr>
            <a:lvl3pPr algn="l">
              <a:defRPr sz="900" b="0">
                <a:solidFill>
                  <a:srgbClr val="65727C"/>
                </a:solidFill>
                <a:latin typeface="Arial"/>
                <a:ea typeface="Arial"/>
                <a:cs typeface="Arial"/>
              </a:defRPr>
            </a:lvl3pPr>
            <a:lvl4pPr algn="l">
              <a:defRPr sz="900" b="0">
                <a:solidFill>
                  <a:srgbClr val="65727C"/>
                </a:solidFill>
                <a:latin typeface="Arial"/>
                <a:ea typeface="Arial"/>
                <a:cs typeface="Arial"/>
              </a:defRPr>
            </a:lvl4pPr>
            <a:lvl5pPr algn="l">
              <a:defRPr sz="900" b="0">
                <a:solidFill>
                  <a:srgbClr val="65727C"/>
                </a:solidFill>
                <a:latin typeface="Arial"/>
                <a:ea typeface="Arial"/>
                <a:cs typeface="Arial"/>
              </a:defRPr>
            </a:lvl5pPr>
            <a:lvl6pPr algn="l">
              <a:defRPr sz="900" b="0">
                <a:solidFill>
                  <a:srgbClr val="65727C"/>
                </a:solidFill>
                <a:latin typeface="Arial"/>
                <a:ea typeface="Arial"/>
                <a:cs typeface="Arial"/>
              </a:defRPr>
            </a:lvl6pPr>
            <a:lvl7pPr algn="l">
              <a:defRPr sz="900" b="0">
                <a:solidFill>
                  <a:srgbClr val="65727C"/>
                </a:solidFill>
                <a:latin typeface="Arial"/>
                <a:ea typeface="Arial"/>
                <a:cs typeface="Arial"/>
              </a:defRPr>
            </a:lvl7pPr>
            <a:lvl8pPr algn="l">
              <a:defRPr sz="900" b="0">
                <a:solidFill>
                  <a:srgbClr val="65727C"/>
                </a:solidFill>
                <a:latin typeface="Arial"/>
                <a:ea typeface="Arial"/>
                <a:cs typeface="Arial"/>
              </a:defRPr>
            </a:lvl8pPr>
            <a:lvl9pPr algn="l">
              <a:defRPr sz="900" b="0">
                <a:solidFill>
                  <a:srgbClr val="65727C"/>
                </a:solidFill>
                <a:latin typeface="Arial"/>
                <a:ea typeface="Arial"/>
                <a:cs typeface="Arial"/>
              </a:defRPr>
            </a:lvl9pPr>
          </a:lstStyle>
          <a:p>
            <a:pPr algn="l">
              <a:defRPr sz="900" b="0">
                <a:solidFill>
                  <a:srgbClr val="65727C"/>
                </a:solidFill>
                <a:latin typeface="Arial"/>
                <a:ea typeface="Arial"/>
                <a:cs typeface="Arial"/>
              </a:defRPr>
            </a:pPr>
            <a:r>
              <a:rPr sz="900" b="0">
                <a:solidFill>
                  <a:srgbClr val="65727C"/>
                </a:solidFill>
                <a:latin typeface="Arial"/>
                <a:ea typeface="Arial"/>
                <a:cs typeface="Arial"/>
              </a:rPr>
              <a:t>NSW</a:t>
            </a:r>
          </a:p>
        </p:txBody>
      </p:sp>
      <p:sp>
        <p:nvSpPr>
          <p:cNvPr id="104" name="text_103">
            <a:extLst>
              <a:ext uri="{FF2B5EF4-FFF2-40B4-BE49-F238E27FC236}">
                <ns2:creationId id="{89699D6B-B19D-47DB-9091-F8022FD48CA3}"/>
              </a:ext>
            </a:extLst>
          </p:cNvPr>
          <p:cNvSpPr>
            <a:spLocks noGrp="1"/>
          </p:cNvSpPr>
          <p:nvPr/>
        </p:nvSpPr>
        <p:spPr>
          <a:xfrm rot="0">
            <a:off x="783095" y="8252144"/>
            <a:ext cx="428625" cy="190500"/>
          </a:xfrm>
          <a:prstGeom prst="rect">
            <a:avLst/>
          </a:prstGeom>
          <a:noFill/>
          <a:ln w="0">
            <a:noFill/>
            <a:prstDash val="solid"/>
          </a:ln>
        </p:spPr>
        <p:txBody>
          <a:bodyPr wrap="none" lIns="0" tIns="0" rIns="0" bIns="0" anchor="t">
            <a:noAutofit/>
          </a:bodyPr>
          <a:lstStyle>
            <a:defPPr algn="l">
              <a:defRPr sz="900" b="0">
                <a:solidFill>
                  <a:srgbClr val="65727C"/>
                </a:solidFill>
                <a:latin typeface="Arial"/>
                <a:ea typeface="Arial"/>
                <a:cs typeface="Arial"/>
              </a:defRPr>
            </a:defPPr>
            <a:lvl1pPr algn="l">
              <a:defRPr sz="900" b="0">
                <a:solidFill>
                  <a:srgbClr val="65727C"/>
                </a:solidFill>
                <a:latin typeface="Arial"/>
                <a:ea typeface="Arial"/>
                <a:cs typeface="Arial"/>
              </a:defRPr>
            </a:lvl1pPr>
            <a:lvl2pPr algn="l">
              <a:defRPr sz="900" b="0">
                <a:solidFill>
                  <a:srgbClr val="65727C"/>
                </a:solidFill>
                <a:latin typeface="Arial"/>
                <a:ea typeface="Arial"/>
                <a:cs typeface="Arial"/>
              </a:defRPr>
            </a:lvl2pPr>
            <a:lvl3pPr algn="l">
              <a:defRPr sz="900" b="0">
                <a:solidFill>
                  <a:srgbClr val="65727C"/>
                </a:solidFill>
                <a:latin typeface="Arial"/>
                <a:ea typeface="Arial"/>
                <a:cs typeface="Arial"/>
              </a:defRPr>
            </a:lvl3pPr>
            <a:lvl4pPr algn="l">
              <a:defRPr sz="900" b="0">
                <a:solidFill>
                  <a:srgbClr val="65727C"/>
                </a:solidFill>
                <a:latin typeface="Arial"/>
                <a:ea typeface="Arial"/>
                <a:cs typeface="Arial"/>
              </a:defRPr>
            </a:lvl4pPr>
            <a:lvl5pPr algn="l">
              <a:defRPr sz="900" b="0">
                <a:solidFill>
                  <a:srgbClr val="65727C"/>
                </a:solidFill>
                <a:latin typeface="Arial"/>
                <a:ea typeface="Arial"/>
                <a:cs typeface="Arial"/>
              </a:defRPr>
            </a:lvl5pPr>
            <a:lvl6pPr algn="l">
              <a:defRPr sz="900" b="0">
                <a:solidFill>
                  <a:srgbClr val="65727C"/>
                </a:solidFill>
                <a:latin typeface="Arial"/>
                <a:ea typeface="Arial"/>
                <a:cs typeface="Arial"/>
              </a:defRPr>
            </a:lvl6pPr>
            <a:lvl7pPr algn="l">
              <a:defRPr sz="900" b="0">
                <a:solidFill>
                  <a:srgbClr val="65727C"/>
                </a:solidFill>
                <a:latin typeface="Arial"/>
                <a:ea typeface="Arial"/>
                <a:cs typeface="Arial"/>
              </a:defRPr>
            </a:lvl7pPr>
            <a:lvl8pPr algn="l">
              <a:defRPr sz="900" b="0">
                <a:solidFill>
                  <a:srgbClr val="65727C"/>
                </a:solidFill>
                <a:latin typeface="Arial"/>
                <a:ea typeface="Arial"/>
                <a:cs typeface="Arial"/>
              </a:defRPr>
            </a:lvl8pPr>
            <a:lvl9pPr algn="l">
              <a:defRPr sz="900" b="0">
                <a:solidFill>
                  <a:srgbClr val="65727C"/>
                </a:solidFill>
                <a:latin typeface="Arial"/>
                <a:ea typeface="Arial"/>
                <a:cs typeface="Arial"/>
              </a:defRPr>
            </a:lvl9pPr>
          </a:lstStyle>
          <a:p>
            <a:pPr algn="l">
              <a:defRPr sz="900" b="0">
                <a:solidFill>
                  <a:srgbClr val="65727C"/>
                </a:solidFill>
                <a:latin typeface="Arial"/>
                <a:ea typeface="Arial"/>
                <a:cs typeface="Arial"/>
              </a:defRPr>
            </a:pPr>
            <a:r>
              <a:rPr sz="900" b="0">
                <a:solidFill>
                  <a:srgbClr val="65727C"/>
                </a:solidFill>
                <a:latin typeface="Arial"/>
                <a:ea typeface="Arial"/>
                <a:cs typeface="Arial"/>
              </a:rPr>
              <a:t>VIC</a:t>
            </a:r>
          </a:p>
        </p:txBody>
      </p:sp>
      <p:sp>
        <p:nvSpPr>
          <p:cNvPr id="105" name="line_104">
            <a:extLst>
              <a:ext uri="{FF2B5EF4-FFF2-40B4-BE49-F238E27FC236}">
                <ns2:creationId id="{6CEDE038-005D-4DEA-B67B-ECE2E99BDB93}"/>
              </a:ext>
            </a:extLst>
          </p:cNvPr>
          <p:cNvSpPr>
            <a:spLocks noGrp="1"/>
          </p:cNvSpPr>
          <p:nvPr/>
        </p:nvSpPr>
        <p:spPr>
          <a:xfrm>
            <a:off x="2229906" y="8429625"/>
            <a:ext cx="322794" cy="95"/>
          </a:xfrm>
          <a:custGeom>
            <a:pathLst>
              <a:path w="322794" h="95">
                <a:moveTo>
                  <a:pt x="0" y="0"/>
                </a:moveTo>
                <a:lnTo>
                  <a:pt x="322794" y="0"/>
                </a:lnTo>
              </a:path>
            </a:pathLst>
          </a:custGeom>
          <a:noFill/>
          <a:ln w="15240">
            <a:solidFill>
              <a:srgbClr val="000000"/>
            </a:solidFill>
            <a:prstDash val="solid"/>
          </a:ln>
        </p:spPr>
      </p:sp>
      <p:sp>
        <p:nvSpPr>
          <p:cNvPr id="106" name="line_105">
            <a:extLst>
              <a:ext uri="{FF2B5EF4-FFF2-40B4-BE49-F238E27FC236}">
                <ns2:creationId id="{17B74B16-5D8D-4CD7-8F2D-2ECDD654323A}"/>
              </a:ext>
            </a:extLst>
          </p:cNvPr>
          <p:cNvSpPr>
            <a:spLocks noGrp="1"/>
          </p:cNvSpPr>
          <p:nvPr/>
        </p:nvSpPr>
        <p:spPr>
          <a:xfrm>
            <a:off x="2229906" y="8401050"/>
            <a:ext cx="95" cy="57150"/>
          </a:xfrm>
          <a:custGeom>
            <a:pathLst>
              <a:path w="95" h="57150">
                <a:moveTo>
                  <a:pt x="0" y="0"/>
                </a:moveTo>
                <a:lnTo>
                  <a:pt x="0" y="57150"/>
                </a:lnTo>
              </a:path>
            </a:pathLst>
          </a:custGeom>
          <a:noFill/>
          <a:ln w="12383">
            <a:solidFill>
              <a:srgbClr val="000000"/>
            </a:solidFill>
            <a:prstDash val="solid"/>
          </a:ln>
        </p:spPr>
      </p:sp>
      <p:sp>
        <p:nvSpPr>
          <p:cNvPr id="107" name="line_106">
            <a:extLst>
              <a:ext uri="{FF2B5EF4-FFF2-40B4-BE49-F238E27FC236}">
                <ns2:creationId id="{93297108-060D-4980-A48F-F4C06DA3C0B7}"/>
              </a:ext>
            </a:extLst>
          </p:cNvPr>
          <p:cNvSpPr>
            <a:spLocks noGrp="1"/>
          </p:cNvSpPr>
          <p:nvPr/>
        </p:nvSpPr>
        <p:spPr>
          <a:xfrm>
            <a:off x="2552700" y="8401050"/>
            <a:ext cx="95" cy="57150"/>
          </a:xfrm>
          <a:custGeom>
            <a:pathLst>
              <a:path w="95" h="57150">
                <a:moveTo>
                  <a:pt x="0" y="0"/>
                </a:moveTo>
                <a:lnTo>
                  <a:pt x="0" y="57150"/>
                </a:lnTo>
              </a:path>
            </a:pathLst>
          </a:custGeom>
          <a:noFill/>
          <a:ln w="12383">
            <a:solidFill>
              <a:srgbClr val="000000"/>
            </a:solidFill>
            <a:prstDash val="solid"/>
          </a:ln>
        </p:spPr>
      </p:sp>
      <p:sp>
        <p:nvSpPr>
          <p:cNvPr id="108" name="text_107">
            <a:extLst>
              <a:ext uri="{FF2B5EF4-FFF2-40B4-BE49-F238E27FC236}">
                <ns2:creationId id="{C609B6DF-1B5A-420F-BAA9-877632B12B89}"/>
              </a:ext>
            </a:extLst>
          </p:cNvPr>
          <p:cNvSpPr>
            <a:spLocks noGrp="1"/>
          </p:cNvSpPr>
          <p:nvPr/>
        </p:nvSpPr>
        <p:spPr>
          <a:xfrm rot="0">
            <a:off x="2163231" y="8229600"/>
            <a:ext cx="456144" cy="200025"/>
          </a:xfrm>
          <a:prstGeom prst="rect">
            <a:avLst/>
          </a:prstGeom>
          <a:noFill/>
          <a:ln w="0">
            <a:noFill/>
            <a:prstDash val="solid"/>
          </a:ln>
        </p:spPr>
        <p:txBody>
          <a:bodyPr wrap="none" lIns="0" tIns="0" rIns="0" bIns="0" anchor="t">
            <a:noAutofit/>
          </a:bodyPr>
          <a:lstStyle>
            <a:defPPr algn="ctr">
              <a:defRPr sz="900" b="0">
                <a:solidFill>
                  <a:srgbClr val="000000"/>
                </a:solidFill>
                <a:latin typeface="Arial"/>
                <a:ea typeface="Arial"/>
                <a:cs typeface="Arial"/>
              </a:defRPr>
            </a:defPPr>
            <a:lvl1pPr algn="ctr">
              <a:defRPr sz="900" b="0">
                <a:solidFill>
                  <a:srgbClr val="000000"/>
                </a:solidFill>
                <a:latin typeface="Arial"/>
                <a:ea typeface="Arial"/>
                <a:cs typeface="Arial"/>
              </a:defRPr>
            </a:lvl1pPr>
            <a:lvl2pPr algn="ctr">
              <a:defRPr sz="900" b="0">
                <a:solidFill>
                  <a:srgbClr val="000000"/>
                </a:solidFill>
                <a:latin typeface="Arial"/>
                <a:ea typeface="Arial"/>
                <a:cs typeface="Arial"/>
              </a:defRPr>
            </a:lvl2pPr>
            <a:lvl3pPr algn="ctr">
              <a:defRPr sz="900" b="0">
                <a:solidFill>
                  <a:srgbClr val="000000"/>
                </a:solidFill>
                <a:latin typeface="Arial"/>
                <a:ea typeface="Arial"/>
                <a:cs typeface="Arial"/>
              </a:defRPr>
            </a:lvl3pPr>
            <a:lvl4pPr algn="ctr">
              <a:defRPr sz="900" b="0">
                <a:solidFill>
                  <a:srgbClr val="000000"/>
                </a:solidFill>
                <a:latin typeface="Arial"/>
                <a:ea typeface="Arial"/>
                <a:cs typeface="Arial"/>
              </a:defRPr>
            </a:lvl4pPr>
            <a:lvl5pPr algn="ctr">
              <a:defRPr sz="900" b="0">
                <a:solidFill>
                  <a:srgbClr val="000000"/>
                </a:solidFill>
                <a:latin typeface="Arial"/>
                <a:ea typeface="Arial"/>
                <a:cs typeface="Arial"/>
              </a:defRPr>
            </a:lvl5pPr>
            <a:lvl6pPr algn="ctr">
              <a:defRPr sz="900" b="0">
                <a:solidFill>
                  <a:srgbClr val="000000"/>
                </a:solidFill>
                <a:latin typeface="Arial"/>
                <a:ea typeface="Arial"/>
                <a:cs typeface="Arial"/>
              </a:defRPr>
            </a:lvl6pPr>
            <a:lvl7pPr algn="ctr">
              <a:defRPr sz="900" b="0">
                <a:solidFill>
                  <a:srgbClr val="000000"/>
                </a:solidFill>
                <a:latin typeface="Arial"/>
                <a:ea typeface="Arial"/>
                <a:cs typeface="Arial"/>
              </a:defRPr>
            </a:lvl7pPr>
            <a:lvl8pPr algn="ctr">
              <a:defRPr sz="900" b="0">
                <a:solidFill>
                  <a:srgbClr val="000000"/>
                </a:solidFill>
                <a:latin typeface="Arial"/>
                <a:ea typeface="Arial"/>
                <a:cs typeface="Arial"/>
              </a:defRPr>
            </a:lvl8pPr>
            <a:lvl9pPr algn="ctr">
              <a:defRPr sz="900" b="0">
                <a:solidFill>
                  <a:srgbClr val="000000"/>
                </a:solidFill>
                <a:latin typeface="Arial"/>
                <a:ea typeface="Arial"/>
                <a:cs typeface="Arial"/>
              </a:defRPr>
            </a:lvl9pPr>
          </a:lstStyle>
          <a:p>
            <a:pPr algn="ctr">
              <a:defRPr sz="900" b="0">
                <a:solidFill>
                  <a:srgbClr val="000000"/>
                </a:solidFill>
                <a:latin typeface="Arial"/>
                <a:ea typeface="Arial"/>
                <a:cs typeface="Arial"/>
              </a:defRPr>
            </a:pPr>
            <a:r>
              <a:rPr sz="900" b="0">
                <a:solidFill>
                  <a:srgbClr val="000000"/>
                </a:solidFill>
                <a:latin typeface="Arial"/>
                <a:ea typeface="Arial"/>
                <a:cs typeface="Arial"/>
              </a:rPr>
              <a:t>200 km</a:t>
            </a:r>
          </a:p>
        </p:txBody>
      </p:sp>
      <p:sp>
        <p:nvSpPr>
          <p:cNvPr id="109" name="ellipse_108">
            <a:extLst>
              <a:ext uri="{FF2B5EF4-FFF2-40B4-BE49-F238E27FC236}">
                <ns2:creationId id="{E16FD1E6-E573-4174-ACD0-4A3A869C67AA}"/>
              </a:ext>
            </a:extLst>
          </p:cNvPr>
          <p:cNvSpPr>
            <a:spLocks noGrp="1"/>
          </p:cNvSpPr>
          <p:nvPr/>
        </p:nvSpPr>
        <p:spPr>
          <a:xfrm rot="0">
            <a:off x="2365236" y="6928306"/>
            <a:ext cx="112395" cy="112395"/>
          </a:xfrm>
          <a:prstGeom prst="ellipse">
            <a:avLst/>
          </a:prstGeom>
          <a:solidFill>
            <a:srgbClr val="FFFFFF"/>
          </a:solidFill>
          <a:ln w="17145">
            <a:solidFill>
              <a:srgbClr val="FFFFFF"/>
            </a:solidFill>
            <a:prstDash val="solid"/>
          </a:ln>
        </p:spPr>
      </p:sp>
      <p:sp>
        <p:nvSpPr>
          <p:cNvPr id="110" name="A_f17_True">
            <a:extLst>
              <a:ext uri="{FF2B5EF4-FFF2-40B4-BE49-F238E27FC236}">
                <ns2:creationId id="{AF214C3F-3942-465A-AC59-D3679E591FDA}"/>
              </a:ext>
            </a:extLst>
          </p:cNvPr>
          <p:cNvSpPr>
            <a:spLocks noGrp="1"/>
          </p:cNvSpPr>
          <p:nvPr/>
        </p:nvSpPr>
        <p:spPr>
          <a:xfrm rot="0">
            <a:off x="2382381" y="6945451"/>
            <a:ext cx="78105" cy="78105"/>
          </a:xfrm>
          <a:prstGeom prst="ellipse">
            <a:avLst/>
          </a:prstGeom>
          <a:solidFill>
            <a:srgbClr val="FFFFFF"/>
          </a:solidFill>
          <a:ln w="17145">
            <a:solidFill>
              <a:srgbClr val="0072B2"/>
            </a:solidFill>
            <a:prstDash val="solid"/>
          </a:ln>
        </p:spPr>
      </p:sp>
      <p:sp>
        <p:nvSpPr>
          <p:cNvPr id="111" name="text_110">
            <a:extLst>
              <a:ext uri="{FF2B5EF4-FFF2-40B4-BE49-F238E27FC236}">
                <ns2:creationId id="{F44FF205-A55A-4FC9-AD78-450B78B2B530}"/>
              </a:ext>
            </a:extLst>
          </p:cNvPr>
          <p:cNvSpPr>
            <a:spLocks noGrp="1"/>
          </p:cNvSpPr>
          <p:nvPr/>
        </p:nvSpPr>
        <p:spPr>
          <a:xfrm rot="0">
            <a:off x="2164259" y="6755904"/>
            <a:ext cx="266700" cy="247650"/>
          </a:xfrm>
          <a:prstGeom prst="rect">
            <a:avLst/>
          </a:prstGeom>
          <a:noFill/>
          <a:ln w="0">
            <a:noFill/>
            <a:prstDash val="solid"/>
          </a:ln>
        </p:spPr>
        <p:txBody>
          <a:bodyPr wrap="none" lIns="0" tIns="0" rIns="0" bIns="0" anchor="t">
            <a:noAutofit/>
          </a:bodyPr>
          <a:lstStyle>
            <a:defPPr algn="l">
              <a:defRPr sz="1500" b="1">
                <a:solidFill>
                  <a:srgbClr val="0072B2"/>
                </a:solidFill>
                <a:latin typeface="Arial"/>
                <a:ea typeface="Arial"/>
                <a:cs typeface="Arial"/>
              </a:defRPr>
            </a:defPPr>
            <a:lvl1pPr algn="l">
              <a:defRPr sz="1500" b="1">
                <a:solidFill>
                  <a:srgbClr val="0072B2"/>
                </a:solidFill>
                <a:latin typeface="Arial"/>
                <a:ea typeface="Arial"/>
                <a:cs typeface="Arial"/>
              </a:defRPr>
            </a:lvl1pPr>
            <a:lvl2pPr algn="l">
              <a:defRPr sz="1500" b="1">
                <a:solidFill>
                  <a:srgbClr val="0072B2"/>
                </a:solidFill>
                <a:latin typeface="Arial"/>
                <a:ea typeface="Arial"/>
                <a:cs typeface="Arial"/>
              </a:defRPr>
            </a:lvl2pPr>
            <a:lvl3pPr algn="l">
              <a:defRPr sz="1500" b="1">
                <a:solidFill>
                  <a:srgbClr val="0072B2"/>
                </a:solidFill>
                <a:latin typeface="Arial"/>
                <a:ea typeface="Arial"/>
                <a:cs typeface="Arial"/>
              </a:defRPr>
            </a:lvl3pPr>
            <a:lvl4pPr algn="l">
              <a:defRPr sz="1500" b="1">
                <a:solidFill>
                  <a:srgbClr val="0072B2"/>
                </a:solidFill>
                <a:latin typeface="Arial"/>
                <a:ea typeface="Arial"/>
                <a:cs typeface="Arial"/>
              </a:defRPr>
            </a:lvl4pPr>
            <a:lvl5pPr algn="l">
              <a:defRPr sz="1500" b="1">
                <a:solidFill>
                  <a:srgbClr val="0072B2"/>
                </a:solidFill>
                <a:latin typeface="Arial"/>
                <a:ea typeface="Arial"/>
                <a:cs typeface="Arial"/>
              </a:defRPr>
            </a:lvl5pPr>
            <a:lvl6pPr algn="l">
              <a:defRPr sz="1500" b="1">
                <a:solidFill>
                  <a:srgbClr val="0072B2"/>
                </a:solidFill>
                <a:latin typeface="Arial"/>
                <a:ea typeface="Arial"/>
                <a:cs typeface="Arial"/>
              </a:defRPr>
            </a:lvl6pPr>
            <a:lvl7pPr algn="l">
              <a:defRPr sz="1500" b="1">
                <a:solidFill>
                  <a:srgbClr val="0072B2"/>
                </a:solidFill>
                <a:latin typeface="Arial"/>
                <a:ea typeface="Arial"/>
                <a:cs typeface="Arial"/>
              </a:defRPr>
            </a:lvl7pPr>
            <a:lvl8pPr algn="l">
              <a:defRPr sz="1500" b="1">
                <a:solidFill>
                  <a:srgbClr val="0072B2"/>
                </a:solidFill>
                <a:latin typeface="Arial"/>
                <a:ea typeface="Arial"/>
                <a:cs typeface="Arial"/>
              </a:defRPr>
            </a:lvl8pPr>
            <a:lvl9pPr algn="l">
              <a:defRPr sz="1500" b="1">
                <a:solidFill>
                  <a:srgbClr val="0072B2"/>
                </a:solidFill>
                <a:latin typeface="Arial"/>
                <a:ea typeface="Arial"/>
                <a:cs typeface="Arial"/>
              </a:defRPr>
            </a:lvl9pPr>
          </a:lstStyle>
          <a:p>
            <a:pPr algn="l">
              <a:defRPr sz="1500" b="1">
                <a:solidFill>
                  <a:srgbClr val="0072B2"/>
                </a:solidFill>
                <a:latin typeface="Arial"/>
                <a:ea typeface="Arial"/>
                <a:cs typeface="Arial"/>
              </a:defRPr>
            </a:pPr>
            <a:r>
              <a:rPr sz="1500" b="1">
                <a:solidFill>
                  <a:srgbClr val="0072B2"/>
                </a:solidFill>
                <a:latin typeface="Arial"/>
                <a:ea typeface="Arial"/>
                <a:cs typeface="Arial"/>
              </a:rPr>
              <a:t>A</a:t>
            </a:r>
          </a:p>
        </p:txBody>
      </p:sp>
      <p:sp>
        <p:nvSpPr>
          <p:cNvPr id="112" name="ellipse_111">
            <a:extLst>
              <a:ext uri="{FF2B5EF4-FFF2-40B4-BE49-F238E27FC236}">
                <ns2:creationId id="{02E360F4-1AE8-4AA7-80F7-DF0DCA30E5B4}"/>
              </a:ext>
            </a:extLst>
          </p:cNvPr>
          <p:cNvSpPr>
            <a:spLocks noGrp="1"/>
          </p:cNvSpPr>
          <p:nvPr/>
        </p:nvSpPr>
        <p:spPr>
          <a:xfrm rot="0">
            <a:off x="1677650" y="8303478"/>
            <a:ext cx="112395" cy="112395"/>
          </a:xfrm>
          <a:prstGeom prst="ellipse">
            <a:avLst/>
          </a:prstGeom>
          <a:solidFill>
            <a:srgbClr val="FFFFFF"/>
          </a:solidFill>
          <a:ln w="17145">
            <a:solidFill>
              <a:srgbClr val="FFFFFF"/>
            </a:solidFill>
            <a:prstDash val="solid"/>
          </a:ln>
        </p:spPr>
      </p:sp>
      <p:sp>
        <p:nvSpPr>
          <p:cNvPr id="113" name="B_f17_True">
            <a:extLst>
              <a:ext uri="{FF2B5EF4-FFF2-40B4-BE49-F238E27FC236}">
                <ns2:creationId id="{19407B4C-4161-49EA-A49D-C0E6C3ED264D}"/>
              </a:ext>
            </a:extLst>
          </p:cNvPr>
          <p:cNvSpPr>
            <a:spLocks noGrp="1"/>
          </p:cNvSpPr>
          <p:nvPr/>
        </p:nvSpPr>
        <p:spPr>
          <a:xfrm rot="0">
            <a:off x="1694795" y="8320623"/>
            <a:ext cx="78105" cy="78105"/>
          </a:xfrm>
          <a:prstGeom prst="ellipse">
            <a:avLst/>
          </a:prstGeom>
          <a:solidFill>
            <a:srgbClr val="FFFFFF"/>
          </a:solidFill>
          <a:ln w="17145">
            <a:solidFill>
              <a:srgbClr val="D55E00"/>
            </a:solidFill>
            <a:prstDash val="solid"/>
          </a:ln>
        </p:spPr>
      </p:sp>
      <p:sp>
        <p:nvSpPr>
          <p:cNvPr id="114" name="text_113">
            <a:extLst>
              <a:ext uri="{FF2B5EF4-FFF2-40B4-BE49-F238E27FC236}">
                <ns2:creationId id="{C5EC20E5-1509-444A-AAFD-BDFC08156365}"/>
              </a:ext>
            </a:extLst>
          </p:cNvPr>
          <p:cNvSpPr>
            <a:spLocks noGrp="1"/>
          </p:cNvSpPr>
          <p:nvPr/>
        </p:nvSpPr>
        <p:spPr>
          <a:xfrm rot="0">
            <a:off x="1810048" y="8131076"/>
            <a:ext cx="266700" cy="247650"/>
          </a:xfrm>
          <a:prstGeom prst="rect">
            <a:avLst/>
          </a:prstGeom>
          <a:noFill/>
          <a:ln w="0">
            <a:noFill/>
            <a:prstDash val="solid"/>
          </a:ln>
        </p:spPr>
        <p:txBody>
          <a:bodyPr wrap="none" lIns="0" tIns="0" rIns="0" bIns="0" anchor="t">
            <a:noAutofit/>
          </a:bodyPr>
          <a:lstStyle>
            <a:defPPr algn="l">
              <a:defRPr sz="1500" b="1">
                <a:solidFill>
                  <a:srgbClr val="D55E00"/>
                </a:solidFill>
                <a:latin typeface="Arial"/>
                <a:ea typeface="Arial"/>
                <a:cs typeface="Arial"/>
              </a:defRPr>
            </a:defPPr>
            <a:lvl1pPr algn="l">
              <a:defRPr sz="1500" b="1">
                <a:solidFill>
                  <a:srgbClr val="D55E00"/>
                </a:solidFill>
                <a:latin typeface="Arial"/>
                <a:ea typeface="Arial"/>
                <a:cs typeface="Arial"/>
              </a:defRPr>
            </a:lvl1pPr>
            <a:lvl2pPr algn="l">
              <a:defRPr sz="1500" b="1">
                <a:solidFill>
                  <a:srgbClr val="D55E00"/>
                </a:solidFill>
                <a:latin typeface="Arial"/>
                <a:ea typeface="Arial"/>
                <a:cs typeface="Arial"/>
              </a:defRPr>
            </a:lvl2pPr>
            <a:lvl3pPr algn="l">
              <a:defRPr sz="1500" b="1">
                <a:solidFill>
                  <a:srgbClr val="D55E00"/>
                </a:solidFill>
                <a:latin typeface="Arial"/>
                <a:ea typeface="Arial"/>
                <a:cs typeface="Arial"/>
              </a:defRPr>
            </a:lvl3pPr>
            <a:lvl4pPr algn="l">
              <a:defRPr sz="1500" b="1">
                <a:solidFill>
                  <a:srgbClr val="D55E00"/>
                </a:solidFill>
                <a:latin typeface="Arial"/>
                <a:ea typeface="Arial"/>
                <a:cs typeface="Arial"/>
              </a:defRPr>
            </a:lvl4pPr>
            <a:lvl5pPr algn="l">
              <a:defRPr sz="1500" b="1">
                <a:solidFill>
                  <a:srgbClr val="D55E00"/>
                </a:solidFill>
                <a:latin typeface="Arial"/>
                <a:ea typeface="Arial"/>
                <a:cs typeface="Arial"/>
              </a:defRPr>
            </a:lvl5pPr>
            <a:lvl6pPr algn="l">
              <a:defRPr sz="1500" b="1">
                <a:solidFill>
                  <a:srgbClr val="D55E00"/>
                </a:solidFill>
                <a:latin typeface="Arial"/>
                <a:ea typeface="Arial"/>
                <a:cs typeface="Arial"/>
              </a:defRPr>
            </a:lvl6pPr>
            <a:lvl7pPr algn="l">
              <a:defRPr sz="1500" b="1">
                <a:solidFill>
                  <a:srgbClr val="D55E00"/>
                </a:solidFill>
                <a:latin typeface="Arial"/>
                <a:ea typeface="Arial"/>
                <a:cs typeface="Arial"/>
              </a:defRPr>
            </a:lvl7pPr>
            <a:lvl8pPr algn="l">
              <a:defRPr sz="1500" b="1">
                <a:solidFill>
                  <a:srgbClr val="D55E00"/>
                </a:solidFill>
                <a:latin typeface="Arial"/>
                <a:ea typeface="Arial"/>
                <a:cs typeface="Arial"/>
              </a:defRPr>
            </a:lvl8pPr>
            <a:lvl9pPr algn="l">
              <a:defRPr sz="1500" b="1">
                <a:solidFill>
                  <a:srgbClr val="D55E00"/>
                </a:solidFill>
                <a:latin typeface="Arial"/>
                <a:ea typeface="Arial"/>
                <a:cs typeface="Arial"/>
              </a:defRPr>
            </a:lvl9pPr>
          </a:lstStyle>
          <a:p>
            <a:pPr algn="l">
              <a:defRPr sz="1500" b="1">
                <a:solidFill>
                  <a:srgbClr val="D55E00"/>
                </a:solidFill>
                <a:latin typeface="Arial"/>
                <a:ea typeface="Arial"/>
                <a:cs typeface="Arial"/>
              </a:defRPr>
            </a:pPr>
            <a:r>
              <a:rPr sz="1500" b="1">
                <a:solidFill>
                  <a:srgbClr val="D55E00"/>
                </a:solidFill>
                <a:latin typeface="Arial"/>
                <a:ea typeface="Arial"/>
                <a:cs typeface="Arial"/>
              </a:rPr>
              <a:t>B</a:t>
            </a:r>
          </a:p>
        </p:txBody>
      </p:sp>
      <p:sp>
        <p:nvSpPr>
          <p:cNvPr id="115" name="ellipse_114">
            <a:extLst>
              <a:ext uri="{FF2B5EF4-FFF2-40B4-BE49-F238E27FC236}">
                <ns2:creationId id="{2D0B4EB7-5737-446A-92F8-A274BDAEC480}"/>
              </a:ext>
            </a:extLst>
          </p:cNvPr>
          <p:cNvSpPr>
            <a:spLocks noGrp="1"/>
          </p:cNvSpPr>
          <p:nvPr/>
        </p:nvSpPr>
        <p:spPr>
          <a:xfrm rot="0">
            <a:off x="1219260" y="6830080"/>
            <a:ext cx="112395" cy="112395"/>
          </a:xfrm>
          <a:prstGeom prst="ellipse">
            <a:avLst/>
          </a:prstGeom>
          <a:solidFill>
            <a:srgbClr val="FFFFFF"/>
          </a:solidFill>
          <a:ln w="17145">
            <a:solidFill>
              <a:srgbClr val="FFFFFF"/>
            </a:solidFill>
            <a:prstDash val="solid"/>
          </a:ln>
        </p:spPr>
      </p:sp>
      <p:sp>
        <p:nvSpPr>
          <p:cNvPr id="116" name="C_f17_True">
            <a:extLst>
              <a:ext uri="{FF2B5EF4-FFF2-40B4-BE49-F238E27FC236}">
                <ns2:creationId id="{D251CFA4-1FEB-4ACF-853E-2C80DF895EE4}"/>
              </a:ext>
            </a:extLst>
          </p:cNvPr>
          <p:cNvSpPr>
            <a:spLocks noGrp="1"/>
          </p:cNvSpPr>
          <p:nvPr/>
        </p:nvSpPr>
        <p:spPr>
          <a:xfrm rot="0">
            <a:off x="1236405" y="6847225"/>
            <a:ext cx="78105" cy="78105"/>
          </a:xfrm>
          <a:prstGeom prst="ellipse">
            <a:avLst/>
          </a:prstGeom>
          <a:solidFill>
            <a:srgbClr val="FFFFFF"/>
          </a:solidFill>
          <a:ln w="17145">
            <a:solidFill>
              <a:srgbClr val="009E73"/>
            </a:solidFill>
            <a:prstDash val="solid"/>
          </a:ln>
        </p:spPr>
      </p:sp>
      <p:sp>
        <p:nvSpPr>
          <p:cNvPr id="117" name="text_116">
            <a:extLst>
              <a:ext uri="{FF2B5EF4-FFF2-40B4-BE49-F238E27FC236}">
                <ns2:creationId id="{0EAD6CE3-75BD-42AA-9A0B-F94C43157997}"/>
              </a:ext>
            </a:extLst>
          </p:cNvPr>
          <p:cNvSpPr>
            <a:spLocks noGrp="1"/>
          </p:cNvSpPr>
          <p:nvPr/>
        </p:nvSpPr>
        <p:spPr>
          <a:xfrm rot="0">
            <a:off x="1351657" y="6657677"/>
            <a:ext cx="266700" cy="247650"/>
          </a:xfrm>
          <a:prstGeom prst="rect">
            <a:avLst/>
          </a:prstGeom>
          <a:noFill/>
          <a:ln w="0">
            <a:noFill/>
            <a:prstDash val="solid"/>
          </a:ln>
        </p:spPr>
        <p:txBody>
          <a:bodyPr wrap="none" lIns="0" tIns="0" rIns="0" bIns="0" anchor="t">
            <a:noAutofit/>
          </a:bodyPr>
          <a:lstStyle>
            <a:defPPr algn="l">
              <a:defRPr sz="1500" b="1">
                <a:solidFill>
                  <a:srgbClr val="009E73"/>
                </a:solidFill>
                <a:latin typeface="Arial"/>
                <a:ea typeface="Arial"/>
                <a:cs typeface="Arial"/>
              </a:defRPr>
            </a:defPPr>
            <a:lvl1pPr algn="l">
              <a:defRPr sz="1500" b="1">
                <a:solidFill>
                  <a:srgbClr val="009E73"/>
                </a:solidFill>
                <a:latin typeface="Arial"/>
                <a:ea typeface="Arial"/>
                <a:cs typeface="Arial"/>
              </a:defRPr>
            </a:lvl1pPr>
            <a:lvl2pPr algn="l">
              <a:defRPr sz="1500" b="1">
                <a:solidFill>
                  <a:srgbClr val="009E73"/>
                </a:solidFill>
                <a:latin typeface="Arial"/>
                <a:ea typeface="Arial"/>
                <a:cs typeface="Arial"/>
              </a:defRPr>
            </a:lvl2pPr>
            <a:lvl3pPr algn="l">
              <a:defRPr sz="1500" b="1">
                <a:solidFill>
                  <a:srgbClr val="009E73"/>
                </a:solidFill>
                <a:latin typeface="Arial"/>
                <a:ea typeface="Arial"/>
                <a:cs typeface="Arial"/>
              </a:defRPr>
            </a:lvl3pPr>
            <a:lvl4pPr algn="l">
              <a:defRPr sz="1500" b="1">
                <a:solidFill>
                  <a:srgbClr val="009E73"/>
                </a:solidFill>
                <a:latin typeface="Arial"/>
                <a:ea typeface="Arial"/>
                <a:cs typeface="Arial"/>
              </a:defRPr>
            </a:lvl4pPr>
            <a:lvl5pPr algn="l">
              <a:defRPr sz="1500" b="1">
                <a:solidFill>
                  <a:srgbClr val="009E73"/>
                </a:solidFill>
                <a:latin typeface="Arial"/>
                <a:ea typeface="Arial"/>
                <a:cs typeface="Arial"/>
              </a:defRPr>
            </a:lvl5pPr>
            <a:lvl6pPr algn="l">
              <a:defRPr sz="1500" b="1">
                <a:solidFill>
                  <a:srgbClr val="009E73"/>
                </a:solidFill>
                <a:latin typeface="Arial"/>
                <a:ea typeface="Arial"/>
                <a:cs typeface="Arial"/>
              </a:defRPr>
            </a:lvl6pPr>
            <a:lvl7pPr algn="l">
              <a:defRPr sz="1500" b="1">
                <a:solidFill>
                  <a:srgbClr val="009E73"/>
                </a:solidFill>
                <a:latin typeface="Arial"/>
                <a:ea typeface="Arial"/>
                <a:cs typeface="Arial"/>
              </a:defRPr>
            </a:lvl7pPr>
            <a:lvl8pPr algn="l">
              <a:defRPr sz="1500" b="1">
                <a:solidFill>
                  <a:srgbClr val="009E73"/>
                </a:solidFill>
                <a:latin typeface="Arial"/>
                <a:ea typeface="Arial"/>
                <a:cs typeface="Arial"/>
              </a:defRPr>
            </a:lvl8pPr>
            <a:lvl9pPr algn="l">
              <a:defRPr sz="1500" b="1">
                <a:solidFill>
                  <a:srgbClr val="009E73"/>
                </a:solidFill>
                <a:latin typeface="Arial"/>
                <a:ea typeface="Arial"/>
                <a:cs typeface="Arial"/>
              </a:defRPr>
            </a:lvl9pPr>
          </a:lstStyle>
          <a:p>
            <a:pPr algn="l">
              <a:defRPr sz="1500" b="1">
                <a:solidFill>
                  <a:srgbClr val="009E73"/>
                </a:solidFill>
                <a:latin typeface="Arial"/>
                <a:ea typeface="Arial"/>
                <a:cs typeface="Arial"/>
              </a:defRPr>
            </a:pPr>
            <a:r>
              <a:rPr sz="1500" b="1">
                <a:solidFill>
                  <a:srgbClr val="009E73"/>
                </a:solidFill>
                <a:latin typeface="Arial"/>
                <a:ea typeface="Arial"/>
                <a:cs typeface="Arial"/>
              </a:rPr>
              <a:t>C</a:t>
            </a:r>
          </a:p>
        </p:txBody>
      </p:sp>
      <p:pic>
        <p:nvPicPr>
          <p:cNvPr id="118" name="">
            <a:extLst>
              <a:ext uri="{FF2B5EF4-FFF2-40B4-BE49-F238E27FC236}">
                <ns2:creationId id="{E061E859-F4A3-4F85-8B2D-6EB9D70CCBCD}"/>
              </a:ext>
            </a:extLst>
          </p:cNvPr>
          <p:cNvPicPr>
            <a:picLocks noChangeAspect="1"/>
          </p:cNvPicPr>
          <p:nvPr/>
        </p:nvPicPr>
        <p:blipFill>
          <a:blip r:embed="R02134ba4bcbe44da"/>
          <a:stretch/>
        </p:blipFill>
        <p:spPr>
          <a:xfrm>
            <a:off x="3267075" y="6477000"/>
            <a:ext cx="2095500" cy="2095500"/>
          </a:xfrm>
          <a:prstGeom prst="rect">
            <a:avLst/>
          </a:prstGeom>
        </p:spPr>
      </p:pic>
      <p:sp>
        <p:nvSpPr>
          <p:cNvPr id="119" name="rect_118">
            <a:extLst>
              <a:ext uri="{FF2B5EF4-FFF2-40B4-BE49-F238E27FC236}">
                <ns2:creationId id="{87DC1A6F-C77E-4700-BCDE-91A2842B641C}"/>
              </a:ext>
            </a:extLst>
          </p:cNvPr>
          <p:cNvSpPr>
            <a:spLocks noGrp="1"/>
          </p:cNvSpPr>
          <p:nvPr/>
        </p:nvSpPr>
        <p:spPr>
          <a:xfrm rot="0">
            <a:off x="3267075" y="6477000"/>
            <a:ext cx="2095500" cy="2095500"/>
          </a:xfrm>
          <a:prstGeom prst="rect">
            <a:avLst/>
          </a:prstGeom>
          <a:noFill/>
          <a:ln w="6668">
            <a:solidFill>
              <a:srgbClr val="65727C"/>
            </a:solidFill>
            <a:prstDash val="solid"/>
          </a:ln>
        </p:spPr>
      </p:sp>
      <p:sp>
        <p:nvSpPr>
          <p:cNvPr id="120" name="line_119">
            <a:extLst>
              <a:ext uri="{FF2B5EF4-FFF2-40B4-BE49-F238E27FC236}">
                <ns2:creationId id="{3748D290-8E99-4DF5-B2CC-10F7174DBB22}"/>
              </a:ext>
            </a:extLst>
          </p:cNvPr>
          <p:cNvSpPr>
            <a:spLocks noGrp="1"/>
          </p:cNvSpPr>
          <p:nvPr/>
        </p:nvSpPr>
        <p:spPr>
          <a:xfrm>
            <a:off x="3528974" y="8572500"/>
            <a:ext cx="95" cy="38100"/>
          </a:xfrm>
          <a:custGeom>
            <a:pathLst>
              <a:path w="95" h="38100">
                <a:moveTo>
                  <a:pt x="0" y="0"/>
                </a:moveTo>
                <a:lnTo>
                  <a:pt x="0" y="38100"/>
                </a:lnTo>
              </a:path>
            </a:pathLst>
          </a:custGeom>
          <a:noFill/>
          <a:ln w="7620">
            <a:solidFill>
              <a:srgbClr val="65727C"/>
            </a:solidFill>
            <a:prstDash val="solid"/>
          </a:ln>
        </p:spPr>
      </p:sp>
      <p:sp>
        <p:nvSpPr>
          <p:cNvPr id="121" name="text_120">
            <a:extLst>
              <a:ext uri="{FF2B5EF4-FFF2-40B4-BE49-F238E27FC236}">
                <ns2:creationId id="{7B9555E9-D400-471F-B6F1-1E85BAF69623}"/>
              </a:ext>
            </a:extLst>
          </p:cNvPr>
          <p:cNvSpPr>
            <a:spLocks noGrp="1"/>
          </p:cNvSpPr>
          <p:nvPr/>
        </p:nvSpPr>
        <p:spPr>
          <a:xfrm rot="0">
            <a:off x="3319424" y="8629650"/>
            <a:ext cx="419100" cy="219075"/>
          </a:xfrm>
          <a:prstGeom prst="rect">
            <a:avLst/>
          </a:prstGeom>
          <a:noFill/>
          <a:ln w="0">
            <a:noFill/>
            <a:prstDash val="solid"/>
          </a:ln>
        </p:spPr>
        <p:txBody>
          <a:bodyPr wrap="none" lIns="0" tIns="0" rIns="0" bIns="0" anchor="t">
            <a:noAutofit/>
          </a:bodyPr>
          <a:lstStyle>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a:pPr algn="ctr">
              <a:defRPr sz="1125" b="0">
                <a:solidFill>
                  <a:srgbClr val="000000"/>
                </a:solidFill>
                <a:latin typeface="Arial"/>
                <a:ea typeface="Arial"/>
                <a:cs typeface="Arial"/>
              </a:defRPr>
            </a:pPr>
            <a:r>
              <a:rPr sz="1125" b="0">
                <a:solidFill>
                  <a:srgbClr val="000000"/>
                </a:solidFill>
                <a:latin typeface="Arial"/>
                <a:ea typeface="Arial"/>
                <a:cs typeface="Arial"/>
              </a:rPr>
              <a:t>142 E</a:t>
            </a:r>
          </a:p>
        </p:txBody>
      </p:sp>
      <p:sp>
        <p:nvSpPr>
          <p:cNvPr id="122" name="line_121">
            <a:extLst>
              <a:ext uri="{FF2B5EF4-FFF2-40B4-BE49-F238E27FC236}">
                <ns2:creationId id="{9D74359C-F3C6-46ED-AE24-C6207F111641}"/>
              </a:ext>
            </a:extLst>
          </p:cNvPr>
          <p:cNvSpPr>
            <a:spLocks noGrp="1"/>
          </p:cNvSpPr>
          <p:nvPr/>
        </p:nvSpPr>
        <p:spPr>
          <a:xfrm>
            <a:off x="4437563" y="8572500"/>
            <a:ext cx="95" cy="38100"/>
          </a:xfrm>
          <a:custGeom>
            <a:pathLst>
              <a:path w="95" h="38100">
                <a:moveTo>
                  <a:pt x="0" y="0"/>
                </a:moveTo>
                <a:lnTo>
                  <a:pt x="0" y="38100"/>
                </a:lnTo>
              </a:path>
            </a:pathLst>
          </a:custGeom>
          <a:noFill/>
          <a:ln w="7620">
            <a:solidFill>
              <a:srgbClr val="65727C"/>
            </a:solidFill>
            <a:prstDash val="solid"/>
          </a:ln>
        </p:spPr>
      </p:sp>
      <p:sp>
        <p:nvSpPr>
          <p:cNvPr id="123" name="text_122">
            <a:extLst>
              <a:ext uri="{FF2B5EF4-FFF2-40B4-BE49-F238E27FC236}">
                <ns2:creationId id="{1E430D7E-51C9-4E9E-BDC9-F7708B8B394A}"/>
              </a:ext>
            </a:extLst>
          </p:cNvPr>
          <p:cNvSpPr>
            <a:spLocks noGrp="1"/>
          </p:cNvSpPr>
          <p:nvPr/>
        </p:nvSpPr>
        <p:spPr>
          <a:xfrm rot="0">
            <a:off x="4228013" y="8629650"/>
            <a:ext cx="419100" cy="219075"/>
          </a:xfrm>
          <a:prstGeom prst="rect">
            <a:avLst/>
          </a:prstGeom>
          <a:noFill/>
          <a:ln w="0">
            <a:noFill/>
            <a:prstDash val="solid"/>
          </a:ln>
        </p:spPr>
        <p:txBody>
          <a:bodyPr wrap="none" lIns="0" tIns="0" rIns="0" bIns="0" anchor="t">
            <a:noAutofit/>
          </a:bodyPr>
          <a:lstStyle>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a:pPr algn="ctr">
              <a:defRPr sz="1125" b="0">
                <a:solidFill>
                  <a:srgbClr val="000000"/>
                </a:solidFill>
                <a:latin typeface="Arial"/>
                <a:ea typeface="Arial"/>
                <a:cs typeface="Arial"/>
              </a:defRPr>
            </a:pPr>
            <a:r>
              <a:rPr sz="1125" b="0">
                <a:solidFill>
                  <a:srgbClr val="000000"/>
                </a:solidFill>
                <a:latin typeface="Arial"/>
                <a:ea typeface="Arial"/>
                <a:cs typeface="Arial"/>
              </a:rPr>
              <a:t>148 E</a:t>
            </a:r>
          </a:p>
        </p:txBody>
      </p:sp>
      <p:sp>
        <p:nvSpPr>
          <p:cNvPr id="124" name="line_123">
            <a:extLst>
              <a:ext uri="{FF2B5EF4-FFF2-40B4-BE49-F238E27FC236}">
                <ns2:creationId id="{4CE16485-A795-4512-B43E-C0DB49292E97}"/>
              </a:ext>
            </a:extLst>
          </p:cNvPr>
          <p:cNvSpPr>
            <a:spLocks noGrp="1"/>
          </p:cNvSpPr>
          <p:nvPr/>
        </p:nvSpPr>
        <p:spPr>
          <a:xfrm>
            <a:off x="5346151" y="8572500"/>
            <a:ext cx="95" cy="38100"/>
          </a:xfrm>
          <a:custGeom>
            <a:pathLst>
              <a:path w="95" h="38100">
                <a:moveTo>
                  <a:pt x="0" y="0"/>
                </a:moveTo>
                <a:lnTo>
                  <a:pt x="0" y="38100"/>
                </a:lnTo>
              </a:path>
            </a:pathLst>
          </a:custGeom>
          <a:noFill/>
          <a:ln w="7620">
            <a:solidFill>
              <a:srgbClr val="65727C"/>
            </a:solidFill>
            <a:prstDash val="solid"/>
          </a:ln>
        </p:spPr>
      </p:sp>
      <p:sp>
        <p:nvSpPr>
          <p:cNvPr id="125" name="text_124">
            <a:extLst>
              <a:ext uri="{FF2B5EF4-FFF2-40B4-BE49-F238E27FC236}">
                <ns2:creationId id="{94D1B1AA-1701-40F2-BE4D-0B2B7EEC069A}"/>
              </a:ext>
            </a:extLst>
          </p:cNvPr>
          <p:cNvSpPr>
            <a:spLocks noGrp="1"/>
          </p:cNvSpPr>
          <p:nvPr/>
        </p:nvSpPr>
        <p:spPr>
          <a:xfrm rot="0">
            <a:off x="5136601" y="8629650"/>
            <a:ext cx="419100" cy="219075"/>
          </a:xfrm>
          <a:prstGeom prst="rect">
            <a:avLst/>
          </a:prstGeom>
          <a:noFill/>
          <a:ln w="0">
            <a:noFill/>
            <a:prstDash val="solid"/>
          </a:ln>
        </p:spPr>
        <p:txBody>
          <a:bodyPr wrap="none" lIns="0" tIns="0" rIns="0" bIns="0" anchor="t">
            <a:noAutofit/>
          </a:bodyPr>
          <a:lstStyle>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a:pPr algn="ctr">
              <a:defRPr sz="1125" b="0">
                <a:solidFill>
                  <a:srgbClr val="000000"/>
                </a:solidFill>
                <a:latin typeface="Arial"/>
                <a:ea typeface="Arial"/>
                <a:cs typeface="Arial"/>
              </a:defRPr>
            </a:pPr>
            <a:r>
              <a:rPr sz="1125" b="0">
                <a:solidFill>
                  <a:srgbClr val="000000"/>
                </a:solidFill>
                <a:latin typeface="Arial"/>
                <a:ea typeface="Arial"/>
                <a:cs typeface="Arial"/>
              </a:rPr>
              <a:t>154 E</a:t>
            </a:r>
          </a:p>
        </p:txBody>
      </p:sp>
      <p:sp>
        <p:nvSpPr>
          <p:cNvPr id="126" name="text_125">
            <a:extLst>
              <a:ext uri="{FF2B5EF4-FFF2-40B4-BE49-F238E27FC236}">
                <ns2:creationId id="{97719A44-B855-42FF-BDA8-488BF4A356BD}"/>
              </a:ext>
            </a:extLst>
          </p:cNvPr>
          <p:cNvSpPr>
            <a:spLocks noGrp="1"/>
          </p:cNvSpPr>
          <p:nvPr/>
        </p:nvSpPr>
        <p:spPr>
          <a:xfrm rot="0">
            <a:off x="3614958" y="6663881"/>
            <a:ext cx="428625" cy="190500"/>
          </a:xfrm>
          <a:prstGeom prst="rect">
            <a:avLst/>
          </a:prstGeom>
          <a:noFill/>
          <a:ln w="0">
            <a:noFill/>
            <a:prstDash val="solid"/>
          </a:ln>
        </p:spPr>
        <p:txBody>
          <a:bodyPr wrap="none" lIns="0" tIns="0" rIns="0" bIns="0" anchor="t">
            <a:noAutofit/>
          </a:bodyPr>
          <a:lstStyle>
            <a:defPPr algn="l">
              <a:defRPr sz="900" b="0">
                <a:solidFill>
                  <a:srgbClr val="65727C"/>
                </a:solidFill>
                <a:latin typeface="Arial"/>
                <a:ea typeface="Arial"/>
                <a:cs typeface="Arial"/>
              </a:defRPr>
            </a:defPPr>
            <a:lvl1pPr algn="l">
              <a:defRPr sz="900" b="0">
                <a:solidFill>
                  <a:srgbClr val="65727C"/>
                </a:solidFill>
                <a:latin typeface="Arial"/>
                <a:ea typeface="Arial"/>
                <a:cs typeface="Arial"/>
              </a:defRPr>
            </a:lvl1pPr>
            <a:lvl2pPr algn="l">
              <a:defRPr sz="900" b="0">
                <a:solidFill>
                  <a:srgbClr val="65727C"/>
                </a:solidFill>
                <a:latin typeface="Arial"/>
                <a:ea typeface="Arial"/>
                <a:cs typeface="Arial"/>
              </a:defRPr>
            </a:lvl2pPr>
            <a:lvl3pPr algn="l">
              <a:defRPr sz="900" b="0">
                <a:solidFill>
                  <a:srgbClr val="65727C"/>
                </a:solidFill>
                <a:latin typeface="Arial"/>
                <a:ea typeface="Arial"/>
                <a:cs typeface="Arial"/>
              </a:defRPr>
            </a:lvl3pPr>
            <a:lvl4pPr algn="l">
              <a:defRPr sz="900" b="0">
                <a:solidFill>
                  <a:srgbClr val="65727C"/>
                </a:solidFill>
                <a:latin typeface="Arial"/>
                <a:ea typeface="Arial"/>
                <a:cs typeface="Arial"/>
              </a:defRPr>
            </a:lvl4pPr>
            <a:lvl5pPr algn="l">
              <a:defRPr sz="900" b="0">
                <a:solidFill>
                  <a:srgbClr val="65727C"/>
                </a:solidFill>
                <a:latin typeface="Arial"/>
                <a:ea typeface="Arial"/>
                <a:cs typeface="Arial"/>
              </a:defRPr>
            </a:lvl5pPr>
            <a:lvl6pPr algn="l">
              <a:defRPr sz="900" b="0">
                <a:solidFill>
                  <a:srgbClr val="65727C"/>
                </a:solidFill>
                <a:latin typeface="Arial"/>
                <a:ea typeface="Arial"/>
                <a:cs typeface="Arial"/>
              </a:defRPr>
            </a:lvl6pPr>
            <a:lvl7pPr algn="l">
              <a:defRPr sz="900" b="0">
                <a:solidFill>
                  <a:srgbClr val="65727C"/>
                </a:solidFill>
                <a:latin typeface="Arial"/>
                <a:ea typeface="Arial"/>
                <a:cs typeface="Arial"/>
              </a:defRPr>
            </a:lvl7pPr>
            <a:lvl8pPr algn="l">
              <a:defRPr sz="900" b="0">
                <a:solidFill>
                  <a:srgbClr val="65727C"/>
                </a:solidFill>
                <a:latin typeface="Arial"/>
                <a:ea typeface="Arial"/>
                <a:cs typeface="Arial"/>
              </a:defRPr>
            </a:lvl8pPr>
            <a:lvl9pPr algn="l">
              <a:defRPr sz="900" b="0">
                <a:solidFill>
                  <a:srgbClr val="65727C"/>
                </a:solidFill>
                <a:latin typeface="Arial"/>
                <a:ea typeface="Arial"/>
                <a:cs typeface="Arial"/>
              </a:defRPr>
            </a:lvl9pPr>
          </a:lstStyle>
          <a:p>
            <a:pPr algn="l">
              <a:defRPr sz="900" b="0">
                <a:solidFill>
                  <a:srgbClr val="65727C"/>
                </a:solidFill>
                <a:latin typeface="Arial"/>
                <a:ea typeface="Arial"/>
                <a:cs typeface="Arial"/>
              </a:defRPr>
            </a:pPr>
            <a:r>
              <a:rPr sz="900" b="0">
                <a:solidFill>
                  <a:srgbClr val="65727C"/>
                </a:solidFill>
                <a:latin typeface="Arial"/>
                <a:ea typeface="Arial"/>
                <a:cs typeface="Arial"/>
              </a:rPr>
              <a:t>QLD</a:t>
            </a:r>
          </a:p>
        </p:txBody>
      </p:sp>
      <p:sp>
        <p:nvSpPr>
          <p:cNvPr id="127" name="text_126">
            <a:extLst>
              <a:ext uri="{FF2B5EF4-FFF2-40B4-BE49-F238E27FC236}">
                <ns2:creationId id="{DD767DB6-8599-49E9-B3A3-53A6C6547C5F}"/>
              </a:ext>
            </a:extLst>
          </p:cNvPr>
          <p:cNvSpPr>
            <a:spLocks noGrp="1"/>
          </p:cNvSpPr>
          <p:nvPr/>
        </p:nvSpPr>
        <p:spPr>
          <a:xfrm rot="0">
            <a:off x="3614958" y="7520472"/>
            <a:ext cx="428625" cy="190500"/>
          </a:xfrm>
          <a:prstGeom prst="rect">
            <a:avLst/>
          </a:prstGeom>
          <a:noFill/>
          <a:ln w="0">
            <a:noFill/>
            <a:prstDash val="solid"/>
          </a:ln>
        </p:spPr>
        <p:txBody>
          <a:bodyPr wrap="none" lIns="0" tIns="0" rIns="0" bIns="0" anchor="t">
            <a:noAutofit/>
          </a:bodyPr>
          <a:lstStyle>
            <a:defPPr algn="l">
              <a:defRPr sz="900" b="0">
                <a:solidFill>
                  <a:srgbClr val="65727C"/>
                </a:solidFill>
                <a:latin typeface="Arial"/>
                <a:ea typeface="Arial"/>
                <a:cs typeface="Arial"/>
              </a:defRPr>
            </a:defPPr>
            <a:lvl1pPr algn="l">
              <a:defRPr sz="900" b="0">
                <a:solidFill>
                  <a:srgbClr val="65727C"/>
                </a:solidFill>
                <a:latin typeface="Arial"/>
                <a:ea typeface="Arial"/>
                <a:cs typeface="Arial"/>
              </a:defRPr>
            </a:lvl1pPr>
            <a:lvl2pPr algn="l">
              <a:defRPr sz="900" b="0">
                <a:solidFill>
                  <a:srgbClr val="65727C"/>
                </a:solidFill>
                <a:latin typeface="Arial"/>
                <a:ea typeface="Arial"/>
                <a:cs typeface="Arial"/>
              </a:defRPr>
            </a:lvl2pPr>
            <a:lvl3pPr algn="l">
              <a:defRPr sz="900" b="0">
                <a:solidFill>
                  <a:srgbClr val="65727C"/>
                </a:solidFill>
                <a:latin typeface="Arial"/>
                <a:ea typeface="Arial"/>
                <a:cs typeface="Arial"/>
              </a:defRPr>
            </a:lvl3pPr>
            <a:lvl4pPr algn="l">
              <a:defRPr sz="900" b="0">
                <a:solidFill>
                  <a:srgbClr val="65727C"/>
                </a:solidFill>
                <a:latin typeface="Arial"/>
                <a:ea typeface="Arial"/>
                <a:cs typeface="Arial"/>
              </a:defRPr>
            </a:lvl4pPr>
            <a:lvl5pPr algn="l">
              <a:defRPr sz="900" b="0">
                <a:solidFill>
                  <a:srgbClr val="65727C"/>
                </a:solidFill>
                <a:latin typeface="Arial"/>
                <a:ea typeface="Arial"/>
                <a:cs typeface="Arial"/>
              </a:defRPr>
            </a:lvl5pPr>
            <a:lvl6pPr algn="l">
              <a:defRPr sz="900" b="0">
                <a:solidFill>
                  <a:srgbClr val="65727C"/>
                </a:solidFill>
                <a:latin typeface="Arial"/>
                <a:ea typeface="Arial"/>
                <a:cs typeface="Arial"/>
              </a:defRPr>
            </a:lvl6pPr>
            <a:lvl7pPr algn="l">
              <a:defRPr sz="900" b="0">
                <a:solidFill>
                  <a:srgbClr val="65727C"/>
                </a:solidFill>
                <a:latin typeface="Arial"/>
                <a:ea typeface="Arial"/>
                <a:cs typeface="Arial"/>
              </a:defRPr>
            </a:lvl7pPr>
            <a:lvl8pPr algn="l">
              <a:defRPr sz="900" b="0">
                <a:solidFill>
                  <a:srgbClr val="65727C"/>
                </a:solidFill>
                <a:latin typeface="Arial"/>
                <a:ea typeface="Arial"/>
                <a:cs typeface="Arial"/>
              </a:defRPr>
            </a:lvl8pPr>
            <a:lvl9pPr algn="l">
              <a:defRPr sz="900" b="0">
                <a:solidFill>
                  <a:srgbClr val="65727C"/>
                </a:solidFill>
                <a:latin typeface="Arial"/>
                <a:ea typeface="Arial"/>
                <a:cs typeface="Arial"/>
              </a:defRPr>
            </a:lvl9pPr>
          </a:lstStyle>
          <a:p>
            <a:pPr algn="l">
              <a:defRPr sz="900" b="0">
                <a:solidFill>
                  <a:srgbClr val="65727C"/>
                </a:solidFill>
                <a:latin typeface="Arial"/>
                <a:ea typeface="Arial"/>
                <a:cs typeface="Arial"/>
              </a:defRPr>
            </a:pPr>
            <a:r>
              <a:rPr sz="900" b="0">
                <a:solidFill>
                  <a:srgbClr val="65727C"/>
                </a:solidFill>
                <a:latin typeface="Arial"/>
                <a:ea typeface="Arial"/>
                <a:cs typeface="Arial"/>
              </a:rPr>
              <a:t>NSW</a:t>
            </a:r>
          </a:p>
        </p:txBody>
      </p:sp>
      <p:sp>
        <p:nvSpPr>
          <p:cNvPr id="128" name="text_127">
            <a:extLst>
              <a:ext uri="{FF2B5EF4-FFF2-40B4-BE49-F238E27FC236}">
                <ns2:creationId id="{C591B963-96AD-4499-B113-FA2529E2CE11}"/>
              </a:ext>
            </a:extLst>
          </p:cNvPr>
          <p:cNvSpPr>
            <a:spLocks noGrp="1"/>
          </p:cNvSpPr>
          <p:nvPr/>
        </p:nvSpPr>
        <p:spPr>
          <a:xfrm rot="0">
            <a:off x="3478670" y="8252144"/>
            <a:ext cx="428625" cy="190500"/>
          </a:xfrm>
          <a:prstGeom prst="rect">
            <a:avLst/>
          </a:prstGeom>
          <a:noFill/>
          <a:ln w="0">
            <a:noFill/>
            <a:prstDash val="solid"/>
          </a:ln>
        </p:spPr>
        <p:txBody>
          <a:bodyPr wrap="none" lIns="0" tIns="0" rIns="0" bIns="0" anchor="t">
            <a:noAutofit/>
          </a:bodyPr>
          <a:lstStyle>
            <a:defPPr algn="l">
              <a:defRPr sz="900" b="0">
                <a:solidFill>
                  <a:srgbClr val="65727C"/>
                </a:solidFill>
                <a:latin typeface="Arial"/>
                <a:ea typeface="Arial"/>
                <a:cs typeface="Arial"/>
              </a:defRPr>
            </a:defPPr>
            <a:lvl1pPr algn="l">
              <a:defRPr sz="900" b="0">
                <a:solidFill>
                  <a:srgbClr val="65727C"/>
                </a:solidFill>
                <a:latin typeface="Arial"/>
                <a:ea typeface="Arial"/>
                <a:cs typeface="Arial"/>
              </a:defRPr>
            </a:lvl1pPr>
            <a:lvl2pPr algn="l">
              <a:defRPr sz="900" b="0">
                <a:solidFill>
                  <a:srgbClr val="65727C"/>
                </a:solidFill>
                <a:latin typeface="Arial"/>
                <a:ea typeface="Arial"/>
                <a:cs typeface="Arial"/>
              </a:defRPr>
            </a:lvl2pPr>
            <a:lvl3pPr algn="l">
              <a:defRPr sz="900" b="0">
                <a:solidFill>
                  <a:srgbClr val="65727C"/>
                </a:solidFill>
                <a:latin typeface="Arial"/>
                <a:ea typeface="Arial"/>
                <a:cs typeface="Arial"/>
              </a:defRPr>
            </a:lvl3pPr>
            <a:lvl4pPr algn="l">
              <a:defRPr sz="900" b="0">
                <a:solidFill>
                  <a:srgbClr val="65727C"/>
                </a:solidFill>
                <a:latin typeface="Arial"/>
                <a:ea typeface="Arial"/>
                <a:cs typeface="Arial"/>
              </a:defRPr>
            </a:lvl4pPr>
            <a:lvl5pPr algn="l">
              <a:defRPr sz="900" b="0">
                <a:solidFill>
                  <a:srgbClr val="65727C"/>
                </a:solidFill>
                <a:latin typeface="Arial"/>
                <a:ea typeface="Arial"/>
                <a:cs typeface="Arial"/>
              </a:defRPr>
            </a:lvl5pPr>
            <a:lvl6pPr algn="l">
              <a:defRPr sz="900" b="0">
                <a:solidFill>
                  <a:srgbClr val="65727C"/>
                </a:solidFill>
                <a:latin typeface="Arial"/>
                <a:ea typeface="Arial"/>
                <a:cs typeface="Arial"/>
              </a:defRPr>
            </a:lvl6pPr>
            <a:lvl7pPr algn="l">
              <a:defRPr sz="900" b="0">
                <a:solidFill>
                  <a:srgbClr val="65727C"/>
                </a:solidFill>
                <a:latin typeface="Arial"/>
                <a:ea typeface="Arial"/>
                <a:cs typeface="Arial"/>
              </a:defRPr>
            </a:lvl7pPr>
            <a:lvl8pPr algn="l">
              <a:defRPr sz="900" b="0">
                <a:solidFill>
                  <a:srgbClr val="65727C"/>
                </a:solidFill>
                <a:latin typeface="Arial"/>
                <a:ea typeface="Arial"/>
                <a:cs typeface="Arial"/>
              </a:defRPr>
            </a:lvl8pPr>
            <a:lvl9pPr algn="l">
              <a:defRPr sz="900" b="0">
                <a:solidFill>
                  <a:srgbClr val="65727C"/>
                </a:solidFill>
                <a:latin typeface="Arial"/>
                <a:ea typeface="Arial"/>
                <a:cs typeface="Arial"/>
              </a:defRPr>
            </a:lvl9pPr>
          </a:lstStyle>
          <a:p>
            <a:pPr algn="l">
              <a:defRPr sz="900" b="0">
                <a:solidFill>
                  <a:srgbClr val="65727C"/>
                </a:solidFill>
                <a:latin typeface="Arial"/>
                <a:ea typeface="Arial"/>
                <a:cs typeface="Arial"/>
              </a:defRPr>
            </a:pPr>
            <a:r>
              <a:rPr sz="900" b="0">
                <a:solidFill>
                  <a:srgbClr val="65727C"/>
                </a:solidFill>
                <a:latin typeface="Arial"/>
                <a:ea typeface="Arial"/>
                <a:cs typeface="Arial"/>
              </a:rPr>
              <a:t>VIC</a:t>
            </a:r>
          </a:p>
        </p:txBody>
      </p:sp>
      <p:sp>
        <p:nvSpPr>
          <p:cNvPr id="129" name="line_128">
            <a:extLst>
              <a:ext uri="{FF2B5EF4-FFF2-40B4-BE49-F238E27FC236}">
                <ns2:creationId id="{F1B74BA2-8A94-4589-949D-66AAA4B03498}"/>
              </a:ext>
            </a:extLst>
          </p:cNvPr>
          <p:cNvSpPr>
            <a:spLocks noGrp="1"/>
          </p:cNvSpPr>
          <p:nvPr/>
        </p:nvSpPr>
        <p:spPr>
          <a:xfrm>
            <a:off x="4925481" y="8429625"/>
            <a:ext cx="322794" cy="95"/>
          </a:xfrm>
          <a:custGeom>
            <a:pathLst>
              <a:path w="322794" h="95">
                <a:moveTo>
                  <a:pt x="0" y="0"/>
                </a:moveTo>
                <a:lnTo>
                  <a:pt x="322794" y="0"/>
                </a:lnTo>
              </a:path>
            </a:pathLst>
          </a:custGeom>
          <a:noFill/>
          <a:ln w="15240">
            <a:solidFill>
              <a:srgbClr val="000000"/>
            </a:solidFill>
            <a:prstDash val="solid"/>
          </a:ln>
        </p:spPr>
      </p:sp>
      <p:sp>
        <p:nvSpPr>
          <p:cNvPr id="130" name="line_129">
            <a:extLst>
              <a:ext uri="{FF2B5EF4-FFF2-40B4-BE49-F238E27FC236}">
                <ns2:creationId id="{93C01116-D179-4757-8FF6-F108B375BA7A}"/>
              </a:ext>
            </a:extLst>
          </p:cNvPr>
          <p:cNvSpPr>
            <a:spLocks noGrp="1"/>
          </p:cNvSpPr>
          <p:nvPr/>
        </p:nvSpPr>
        <p:spPr>
          <a:xfrm>
            <a:off x="4925481" y="8401050"/>
            <a:ext cx="95" cy="57150"/>
          </a:xfrm>
          <a:custGeom>
            <a:pathLst>
              <a:path w="95" h="57150">
                <a:moveTo>
                  <a:pt x="0" y="0"/>
                </a:moveTo>
                <a:lnTo>
                  <a:pt x="0" y="57150"/>
                </a:lnTo>
              </a:path>
            </a:pathLst>
          </a:custGeom>
          <a:noFill/>
          <a:ln w="12383">
            <a:solidFill>
              <a:srgbClr val="000000"/>
            </a:solidFill>
            <a:prstDash val="solid"/>
          </a:ln>
        </p:spPr>
      </p:sp>
      <p:sp>
        <p:nvSpPr>
          <p:cNvPr id="131" name="line_130">
            <a:extLst>
              <a:ext uri="{FF2B5EF4-FFF2-40B4-BE49-F238E27FC236}">
                <ns2:creationId id="{E9AD0C92-B4F0-42A7-92AC-D464826A7E4B}"/>
              </a:ext>
            </a:extLst>
          </p:cNvPr>
          <p:cNvSpPr>
            <a:spLocks noGrp="1"/>
          </p:cNvSpPr>
          <p:nvPr/>
        </p:nvSpPr>
        <p:spPr>
          <a:xfrm>
            <a:off x="5248275" y="8401050"/>
            <a:ext cx="95" cy="57150"/>
          </a:xfrm>
          <a:custGeom>
            <a:pathLst>
              <a:path w="95" h="57150">
                <a:moveTo>
                  <a:pt x="0" y="0"/>
                </a:moveTo>
                <a:lnTo>
                  <a:pt x="0" y="57150"/>
                </a:lnTo>
              </a:path>
            </a:pathLst>
          </a:custGeom>
          <a:noFill/>
          <a:ln w="12383">
            <a:solidFill>
              <a:srgbClr val="000000"/>
            </a:solidFill>
            <a:prstDash val="solid"/>
          </a:ln>
        </p:spPr>
      </p:sp>
      <p:sp>
        <p:nvSpPr>
          <p:cNvPr id="132" name="text_131">
            <a:extLst>
              <a:ext uri="{FF2B5EF4-FFF2-40B4-BE49-F238E27FC236}">
                <ns2:creationId id="{AB438660-CBF5-4F95-AD52-E8197B02CA72}"/>
              </a:ext>
            </a:extLst>
          </p:cNvPr>
          <p:cNvSpPr>
            <a:spLocks noGrp="1"/>
          </p:cNvSpPr>
          <p:nvPr/>
        </p:nvSpPr>
        <p:spPr>
          <a:xfrm rot="0">
            <a:off x="4858806" y="8229600"/>
            <a:ext cx="456144" cy="200025"/>
          </a:xfrm>
          <a:prstGeom prst="rect">
            <a:avLst/>
          </a:prstGeom>
          <a:noFill/>
          <a:ln w="0">
            <a:noFill/>
            <a:prstDash val="solid"/>
          </a:ln>
        </p:spPr>
        <p:txBody>
          <a:bodyPr wrap="none" lIns="0" tIns="0" rIns="0" bIns="0" anchor="t">
            <a:noAutofit/>
          </a:bodyPr>
          <a:lstStyle>
            <a:defPPr algn="ctr">
              <a:defRPr sz="900" b="0">
                <a:solidFill>
                  <a:srgbClr val="000000"/>
                </a:solidFill>
                <a:latin typeface="Arial"/>
                <a:ea typeface="Arial"/>
                <a:cs typeface="Arial"/>
              </a:defRPr>
            </a:defPPr>
            <a:lvl1pPr algn="ctr">
              <a:defRPr sz="900" b="0">
                <a:solidFill>
                  <a:srgbClr val="000000"/>
                </a:solidFill>
                <a:latin typeface="Arial"/>
                <a:ea typeface="Arial"/>
                <a:cs typeface="Arial"/>
              </a:defRPr>
            </a:lvl1pPr>
            <a:lvl2pPr algn="ctr">
              <a:defRPr sz="900" b="0">
                <a:solidFill>
                  <a:srgbClr val="000000"/>
                </a:solidFill>
                <a:latin typeface="Arial"/>
                <a:ea typeface="Arial"/>
                <a:cs typeface="Arial"/>
              </a:defRPr>
            </a:lvl2pPr>
            <a:lvl3pPr algn="ctr">
              <a:defRPr sz="900" b="0">
                <a:solidFill>
                  <a:srgbClr val="000000"/>
                </a:solidFill>
                <a:latin typeface="Arial"/>
                <a:ea typeface="Arial"/>
                <a:cs typeface="Arial"/>
              </a:defRPr>
            </a:lvl3pPr>
            <a:lvl4pPr algn="ctr">
              <a:defRPr sz="900" b="0">
                <a:solidFill>
                  <a:srgbClr val="000000"/>
                </a:solidFill>
                <a:latin typeface="Arial"/>
                <a:ea typeface="Arial"/>
                <a:cs typeface="Arial"/>
              </a:defRPr>
            </a:lvl4pPr>
            <a:lvl5pPr algn="ctr">
              <a:defRPr sz="900" b="0">
                <a:solidFill>
                  <a:srgbClr val="000000"/>
                </a:solidFill>
                <a:latin typeface="Arial"/>
                <a:ea typeface="Arial"/>
                <a:cs typeface="Arial"/>
              </a:defRPr>
            </a:lvl5pPr>
            <a:lvl6pPr algn="ctr">
              <a:defRPr sz="900" b="0">
                <a:solidFill>
                  <a:srgbClr val="000000"/>
                </a:solidFill>
                <a:latin typeface="Arial"/>
                <a:ea typeface="Arial"/>
                <a:cs typeface="Arial"/>
              </a:defRPr>
            </a:lvl6pPr>
            <a:lvl7pPr algn="ctr">
              <a:defRPr sz="900" b="0">
                <a:solidFill>
                  <a:srgbClr val="000000"/>
                </a:solidFill>
                <a:latin typeface="Arial"/>
                <a:ea typeface="Arial"/>
                <a:cs typeface="Arial"/>
              </a:defRPr>
            </a:lvl7pPr>
            <a:lvl8pPr algn="ctr">
              <a:defRPr sz="900" b="0">
                <a:solidFill>
                  <a:srgbClr val="000000"/>
                </a:solidFill>
                <a:latin typeface="Arial"/>
                <a:ea typeface="Arial"/>
                <a:cs typeface="Arial"/>
              </a:defRPr>
            </a:lvl8pPr>
            <a:lvl9pPr algn="ctr">
              <a:defRPr sz="900" b="0">
                <a:solidFill>
                  <a:srgbClr val="000000"/>
                </a:solidFill>
                <a:latin typeface="Arial"/>
                <a:ea typeface="Arial"/>
                <a:cs typeface="Arial"/>
              </a:defRPr>
            </a:lvl9pPr>
          </a:lstStyle>
          <a:p>
            <a:pPr algn="ctr">
              <a:defRPr sz="900" b="0">
                <a:solidFill>
                  <a:srgbClr val="000000"/>
                </a:solidFill>
                <a:latin typeface="Arial"/>
                <a:ea typeface="Arial"/>
                <a:cs typeface="Arial"/>
              </a:defRPr>
            </a:pPr>
            <a:r>
              <a:rPr sz="900" b="0">
                <a:solidFill>
                  <a:srgbClr val="000000"/>
                </a:solidFill>
                <a:latin typeface="Arial"/>
                <a:ea typeface="Arial"/>
                <a:cs typeface="Arial"/>
              </a:rPr>
              <a:t>200 km</a:t>
            </a:r>
          </a:p>
        </p:txBody>
      </p:sp>
      <p:sp>
        <p:nvSpPr>
          <p:cNvPr id="133" name="ellipse_132">
            <a:extLst>
              <a:ext uri="{FF2B5EF4-FFF2-40B4-BE49-F238E27FC236}">
                <ns2:creationId id="{88838E96-7D35-4736-BFAC-AEF09809A92F}"/>
              </a:ext>
            </a:extLst>
          </p:cNvPr>
          <p:cNvSpPr>
            <a:spLocks noGrp="1"/>
          </p:cNvSpPr>
          <p:nvPr/>
        </p:nvSpPr>
        <p:spPr>
          <a:xfrm rot="0">
            <a:off x="5060811" y="6895564"/>
            <a:ext cx="112395" cy="112395"/>
          </a:xfrm>
          <a:prstGeom prst="ellipse">
            <a:avLst/>
          </a:prstGeom>
          <a:solidFill>
            <a:srgbClr val="FFFFFF"/>
          </a:solidFill>
          <a:ln w="17145">
            <a:solidFill>
              <a:srgbClr val="FFFFFF"/>
            </a:solidFill>
            <a:prstDash val="solid"/>
          </a:ln>
        </p:spPr>
      </p:sp>
      <p:sp>
        <p:nvSpPr>
          <p:cNvPr id="134" name="A_f18_True">
            <a:extLst>
              <a:ext uri="{FF2B5EF4-FFF2-40B4-BE49-F238E27FC236}">
                <ns2:creationId id="{6ACEE4AF-6533-4518-87CF-5198A3380D33}"/>
              </a:ext>
            </a:extLst>
          </p:cNvPr>
          <p:cNvSpPr>
            <a:spLocks noGrp="1"/>
          </p:cNvSpPr>
          <p:nvPr/>
        </p:nvSpPr>
        <p:spPr>
          <a:xfrm rot="0">
            <a:off x="5077956" y="6912709"/>
            <a:ext cx="78105" cy="78105"/>
          </a:xfrm>
          <a:prstGeom prst="ellipse">
            <a:avLst/>
          </a:prstGeom>
          <a:solidFill>
            <a:srgbClr val="FFFFFF"/>
          </a:solidFill>
          <a:ln w="17145">
            <a:solidFill>
              <a:srgbClr val="0072B2"/>
            </a:solidFill>
            <a:prstDash val="solid"/>
          </a:ln>
        </p:spPr>
      </p:sp>
      <p:sp>
        <p:nvSpPr>
          <p:cNvPr id="135" name="text_134">
            <a:extLst>
              <a:ext uri="{FF2B5EF4-FFF2-40B4-BE49-F238E27FC236}">
                <ns2:creationId id="{A66FD0AE-4854-4424-AC98-8A048C2AF490}"/>
              </a:ext>
            </a:extLst>
          </p:cNvPr>
          <p:cNvSpPr>
            <a:spLocks noGrp="1"/>
          </p:cNvSpPr>
          <p:nvPr/>
        </p:nvSpPr>
        <p:spPr>
          <a:xfrm rot="0">
            <a:off x="4859834" y="6723162"/>
            <a:ext cx="266700" cy="247650"/>
          </a:xfrm>
          <a:prstGeom prst="rect">
            <a:avLst/>
          </a:prstGeom>
          <a:noFill/>
          <a:ln w="0">
            <a:noFill/>
            <a:prstDash val="solid"/>
          </a:ln>
        </p:spPr>
        <p:txBody>
          <a:bodyPr wrap="none" lIns="0" tIns="0" rIns="0" bIns="0" anchor="t">
            <a:noAutofit/>
          </a:bodyPr>
          <a:lstStyle>
            <a:defPPr algn="l">
              <a:defRPr sz="1500" b="1">
                <a:solidFill>
                  <a:srgbClr val="0072B2"/>
                </a:solidFill>
                <a:latin typeface="Arial"/>
                <a:ea typeface="Arial"/>
                <a:cs typeface="Arial"/>
              </a:defRPr>
            </a:defPPr>
            <a:lvl1pPr algn="l">
              <a:defRPr sz="1500" b="1">
                <a:solidFill>
                  <a:srgbClr val="0072B2"/>
                </a:solidFill>
                <a:latin typeface="Arial"/>
                <a:ea typeface="Arial"/>
                <a:cs typeface="Arial"/>
              </a:defRPr>
            </a:lvl1pPr>
            <a:lvl2pPr algn="l">
              <a:defRPr sz="1500" b="1">
                <a:solidFill>
                  <a:srgbClr val="0072B2"/>
                </a:solidFill>
                <a:latin typeface="Arial"/>
                <a:ea typeface="Arial"/>
                <a:cs typeface="Arial"/>
              </a:defRPr>
            </a:lvl2pPr>
            <a:lvl3pPr algn="l">
              <a:defRPr sz="1500" b="1">
                <a:solidFill>
                  <a:srgbClr val="0072B2"/>
                </a:solidFill>
                <a:latin typeface="Arial"/>
                <a:ea typeface="Arial"/>
                <a:cs typeface="Arial"/>
              </a:defRPr>
            </a:lvl3pPr>
            <a:lvl4pPr algn="l">
              <a:defRPr sz="1500" b="1">
                <a:solidFill>
                  <a:srgbClr val="0072B2"/>
                </a:solidFill>
                <a:latin typeface="Arial"/>
                <a:ea typeface="Arial"/>
                <a:cs typeface="Arial"/>
              </a:defRPr>
            </a:lvl4pPr>
            <a:lvl5pPr algn="l">
              <a:defRPr sz="1500" b="1">
                <a:solidFill>
                  <a:srgbClr val="0072B2"/>
                </a:solidFill>
                <a:latin typeface="Arial"/>
                <a:ea typeface="Arial"/>
                <a:cs typeface="Arial"/>
              </a:defRPr>
            </a:lvl5pPr>
            <a:lvl6pPr algn="l">
              <a:defRPr sz="1500" b="1">
                <a:solidFill>
                  <a:srgbClr val="0072B2"/>
                </a:solidFill>
                <a:latin typeface="Arial"/>
                <a:ea typeface="Arial"/>
                <a:cs typeface="Arial"/>
              </a:defRPr>
            </a:lvl6pPr>
            <a:lvl7pPr algn="l">
              <a:defRPr sz="1500" b="1">
                <a:solidFill>
                  <a:srgbClr val="0072B2"/>
                </a:solidFill>
                <a:latin typeface="Arial"/>
                <a:ea typeface="Arial"/>
                <a:cs typeface="Arial"/>
              </a:defRPr>
            </a:lvl7pPr>
            <a:lvl8pPr algn="l">
              <a:defRPr sz="1500" b="1">
                <a:solidFill>
                  <a:srgbClr val="0072B2"/>
                </a:solidFill>
                <a:latin typeface="Arial"/>
                <a:ea typeface="Arial"/>
                <a:cs typeface="Arial"/>
              </a:defRPr>
            </a:lvl8pPr>
            <a:lvl9pPr algn="l">
              <a:defRPr sz="1500" b="1">
                <a:solidFill>
                  <a:srgbClr val="0072B2"/>
                </a:solidFill>
                <a:latin typeface="Arial"/>
                <a:ea typeface="Arial"/>
                <a:cs typeface="Arial"/>
              </a:defRPr>
            </a:lvl9pPr>
          </a:lstStyle>
          <a:p>
            <a:pPr algn="l">
              <a:defRPr sz="1500" b="1">
                <a:solidFill>
                  <a:srgbClr val="0072B2"/>
                </a:solidFill>
                <a:latin typeface="Arial"/>
                <a:ea typeface="Arial"/>
                <a:cs typeface="Arial"/>
              </a:defRPr>
            </a:pPr>
            <a:r>
              <a:rPr sz="1500" b="1">
                <a:solidFill>
                  <a:srgbClr val="0072B2"/>
                </a:solidFill>
                <a:latin typeface="Arial"/>
                <a:ea typeface="Arial"/>
                <a:cs typeface="Arial"/>
              </a:rPr>
              <a:t>A</a:t>
            </a:r>
          </a:p>
        </p:txBody>
      </p:sp>
      <p:sp>
        <p:nvSpPr>
          <p:cNvPr id="136" name="ellipse_135">
            <a:extLst>
              <a:ext uri="{FF2B5EF4-FFF2-40B4-BE49-F238E27FC236}">
                <ns2:creationId id="{03109C50-306A-4CAE-8456-FAB6BB02E563}"/>
              </a:ext>
            </a:extLst>
          </p:cNvPr>
          <p:cNvSpPr>
            <a:spLocks noGrp="1"/>
          </p:cNvSpPr>
          <p:nvPr/>
        </p:nvSpPr>
        <p:spPr>
          <a:xfrm rot="0">
            <a:off x="4373225" y="8303478"/>
            <a:ext cx="112395" cy="112395"/>
          </a:xfrm>
          <a:prstGeom prst="ellipse">
            <a:avLst/>
          </a:prstGeom>
          <a:solidFill>
            <a:srgbClr val="FFFFFF"/>
          </a:solidFill>
          <a:ln w="17145">
            <a:solidFill>
              <a:srgbClr val="FFFFFF"/>
            </a:solidFill>
            <a:prstDash val="solid"/>
          </a:ln>
        </p:spPr>
      </p:sp>
      <p:sp>
        <p:nvSpPr>
          <p:cNvPr id="137" name="B_f18_True">
            <a:extLst>
              <a:ext uri="{FF2B5EF4-FFF2-40B4-BE49-F238E27FC236}">
                <ns2:creationId id="{2CD5CC33-F7D8-44C6-BB70-2D8310D4880A}"/>
              </a:ext>
            </a:extLst>
          </p:cNvPr>
          <p:cNvSpPr>
            <a:spLocks noGrp="1"/>
          </p:cNvSpPr>
          <p:nvPr/>
        </p:nvSpPr>
        <p:spPr>
          <a:xfrm rot="0">
            <a:off x="4390370" y="8320623"/>
            <a:ext cx="78105" cy="78105"/>
          </a:xfrm>
          <a:prstGeom prst="ellipse">
            <a:avLst/>
          </a:prstGeom>
          <a:solidFill>
            <a:srgbClr val="FFFFFF"/>
          </a:solidFill>
          <a:ln w="17145">
            <a:solidFill>
              <a:srgbClr val="D55E00"/>
            </a:solidFill>
            <a:prstDash val="solid"/>
          </a:ln>
        </p:spPr>
      </p:sp>
      <p:sp>
        <p:nvSpPr>
          <p:cNvPr id="138" name="text_137">
            <a:extLst>
              <a:ext uri="{FF2B5EF4-FFF2-40B4-BE49-F238E27FC236}">
                <ns2:creationId id="{0E1DD1A7-97D1-459C-9725-F423311C4572}"/>
              </a:ext>
            </a:extLst>
          </p:cNvPr>
          <p:cNvSpPr>
            <a:spLocks noGrp="1"/>
          </p:cNvSpPr>
          <p:nvPr/>
        </p:nvSpPr>
        <p:spPr>
          <a:xfrm rot="0">
            <a:off x="4505623" y="8131076"/>
            <a:ext cx="266700" cy="247650"/>
          </a:xfrm>
          <a:prstGeom prst="rect">
            <a:avLst/>
          </a:prstGeom>
          <a:noFill/>
          <a:ln w="0">
            <a:noFill/>
            <a:prstDash val="solid"/>
          </a:ln>
        </p:spPr>
        <p:txBody>
          <a:bodyPr wrap="none" lIns="0" tIns="0" rIns="0" bIns="0" anchor="t">
            <a:noAutofit/>
          </a:bodyPr>
          <a:lstStyle>
            <a:defPPr algn="l">
              <a:defRPr sz="1500" b="1">
                <a:solidFill>
                  <a:srgbClr val="D55E00"/>
                </a:solidFill>
                <a:latin typeface="Arial"/>
                <a:ea typeface="Arial"/>
                <a:cs typeface="Arial"/>
              </a:defRPr>
            </a:defPPr>
            <a:lvl1pPr algn="l">
              <a:defRPr sz="1500" b="1">
                <a:solidFill>
                  <a:srgbClr val="D55E00"/>
                </a:solidFill>
                <a:latin typeface="Arial"/>
                <a:ea typeface="Arial"/>
                <a:cs typeface="Arial"/>
              </a:defRPr>
            </a:lvl1pPr>
            <a:lvl2pPr algn="l">
              <a:defRPr sz="1500" b="1">
                <a:solidFill>
                  <a:srgbClr val="D55E00"/>
                </a:solidFill>
                <a:latin typeface="Arial"/>
                <a:ea typeface="Arial"/>
                <a:cs typeface="Arial"/>
              </a:defRPr>
            </a:lvl2pPr>
            <a:lvl3pPr algn="l">
              <a:defRPr sz="1500" b="1">
                <a:solidFill>
                  <a:srgbClr val="D55E00"/>
                </a:solidFill>
                <a:latin typeface="Arial"/>
                <a:ea typeface="Arial"/>
                <a:cs typeface="Arial"/>
              </a:defRPr>
            </a:lvl3pPr>
            <a:lvl4pPr algn="l">
              <a:defRPr sz="1500" b="1">
                <a:solidFill>
                  <a:srgbClr val="D55E00"/>
                </a:solidFill>
                <a:latin typeface="Arial"/>
                <a:ea typeface="Arial"/>
                <a:cs typeface="Arial"/>
              </a:defRPr>
            </a:lvl4pPr>
            <a:lvl5pPr algn="l">
              <a:defRPr sz="1500" b="1">
                <a:solidFill>
                  <a:srgbClr val="D55E00"/>
                </a:solidFill>
                <a:latin typeface="Arial"/>
                <a:ea typeface="Arial"/>
                <a:cs typeface="Arial"/>
              </a:defRPr>
            </a:lvl5pPr>
            <a:lvl6pPr algn="l">
              <a:defRPr sz="1500" b="1">
                <a:solidFill>
                  <a:srgbClr val="D55E00"/>
                </a:solidFill>
                <a:latin typeface="Arial"/>
                <a:ea typeface="Arial"/>
                <a:cs typeface="Arial"/>
              </a:defRPr>
            </a:lvl6pPr>
            <a:lvl7pPr algn="l">
              <a:defRPr sz="1500" b="1">
                <a:solidFill>
                  <a:srgbClr val="D55E00"/>
                </a:solidFill>
                <a:latin typeface="Arial"/>
                <a:ea typeface="Arial"/>
                <a:cs typeface="Arial"/>
              </a:defRPr>
            </a:lvl7pPr>
            <a:lvl8pPr algn="l">
              <a:defRPr sz="1500" b="1">
                <a:solidFill>
                  <a:srgbClr val="D55E00"/>
                </a:solidFill>
                <a:latin typeface="Arial"/>
                <a:ea typeface="Arial"/>
                <a:cs typeface="Arial"/>
              </a:defRPr>
            </a:lvl8pPr>
            <a:lvl9pPr algn="l">
              <a:defRPr sz="1500" b="1">
                <a:solidFill>
                  <a:srgbClr val="D55E00"/>
                </a:solidFill>
                <a:latin typeface="Arial"/>
                <a:ea typeface="Arial"/>
                <a:cs typeface="Arial"/>
              </a:defRPr>
            </a:lvl9pPr>
          </a:lstStyle>
          <a:p>
            <a:pPr algn="l">
              <a:defRPr sz="1500" b="1">
                <a:solidFill>
                  <a:srgbClr val="D55E00"/>
                </a:solidFill>
                <a:latin typeface="Arial"/>
                <a:ea typeface="Arial"/>
                <a:cs typeface="Arial"/>
              </a:defRPr>
            </a:pPr>
            <a:r>
              <a:rPr sz="1500" b="1">
                <a:solidFill>
                  <a:srgbClr val="D55E00"/>
                </a:solidFill>
                <a:latin typeface="Arial"/>
                <a:ea typeface="Arial"/>
                <a:cs typeface="Arial"/>
              </a:rPr>
              <a:t>B</a:t>
            </a:r>
          </a:p>
        </p:txBody>
      </p:sp>
      <p:sp>
        <p:nvSpPr>
          <p:cNvPr id="139" name="ellipse_138">
            <a:extLst>
              <a:ext uri="{FF2B5EF4-FFF2-40B4-BE49-F238E27FC236}">
                <ns2:creationId id="{7E0BF7B8-FE92-4BDC-B39D-8404B4A47CF4}"/>
              </a:ext>
            </a:extLst>
          </p:cNvPr>
          <p:cNvSpPr>
            <a:spLocks noGrp="1"/>
          </p:cNvSpPr>
          <p:nvPr/>
        </p:nvSpPr>
        <p:spPr>
          <a:xfrm rot="0">
            <a:off x="3914835" y="6830080"/>
            <a:ext cx="112395" cy="112395"/>
          </a:xfrm>
          <a:prstGeom prst="ellipse">
            <a:avLst/>
          </a:prstGeom>
          <a:solidFill>
            <a:srgbClr val="FFFFFF"/>
          </a:solidFill>
          <a:ln w="17145">
            <a:solidFill>
              <a:srgbClr val="FFFFFF"/>
            </a:solidFill>
            <a:prstDash val="solid"/>
          </a:ln>
        </p:spPr>
      </p:sp>
      <p:sp>
        <p:nvSpPr>
          <p:cNvPr id="140" name="C_f18_True">
            <a:extLst>
              <a:ext uri="{FF2B5EF4-FFF2-40B4-BE49-F238E27FC236}">
                <ns2:creationId id="{E66680FA-C01A-4B0A-AB6D-94D50BECA8E3}"/>
              </a:ext>
            </a:extLst>
          </p:cNvPr>
          <p:cNvSpPr>
            <a:spLocks noGrp="1"/>
          </p:cNvSpPr>
          <p:nvPr/>
        </p:nvSpPr>
        <p:spPr>
          <a:xfrm rot="0">
            <a:off x="3931980" y="6847225"/>
            <a:ext cx="78105" cy="78105"/>
          </a:xfrm>
          <a:prstGeom prst="ellipse">
            <a:avLst/>
          </a:prstGeom>
          <a:solidFill>
            <a:srgbClr val="FFFFFF"/>
          </a:solidFill>
          <a:ln w="17145">
            <a:solidFill>
              <a:srgbClr val="009E73"/>
            </a:solidFill>
            <a:prstDash val="solid"/>
          </a:ln>
        </p:spPr>
      </p:sp>
      <p:sp>
        <p:nvSpPr>
          <p:cNvPr id="141" name="text_140">
            <a:extLst>
              <a:ext uri="{FF2B5EF4-FFF2-40B4-BE49-F238E27FC236}">
                <ns2:creationId id="{EEB25C82-7419-457A-BE1F-0AC76E2035A7}"/>
              </a:ext>
            </a:extLst>
          </p:cNvPr>
          <p:cNvSpPr>
            <a:spLocks noGrp="1"/>
          </p:cNvSpPr>
          <p:nvPr/>
        </p:nvSpPr>
        <p:spPr>
          <a:xfrm rot="0">
            <a:off x="4047232" y="6657677"/>
            <a:ext cx="266700" cy="247650"/>
          </a:xfrm>
          <a:prstGeom prst="rect">
            <a:avLst/>
          </a:prstGeom>
          <a:noFill/>
          <a:ln w="0">
            <a:noFill/>
            <a:prstDash val="solid"/>
          </a:ln>
        </p:spPr>
        <p:txBody>
          <a:bodyPr wrap="none" lIns="0" tIns="0" rIns="0" bIns="0" anchor="t">
            <a:noAutofit/>
          </a:bodyPr>
          <a:lstStyle>
            <a:defPPr algn="l">
              <a:defRPr sz="1500" b="1">
                <a:solidFill>
                  <a:srgbClr val="009E73"/>
                </a:solidFill>
                <a:latin typeface="Arial"/>
                <a:ea typeface="Arial"/>
                <a:cs typeface="Arial"/>
              </a:defRPr>
            </a:defPPr>
            <a:lvl1pPr algn="l">
              <a:defRPr sz="1500" b="1">
                <a:solidFill>
                  <a:srgbClr val="009E73"/>
                </a:solidFill>
                <a:latin typeface="Arial"/>
                <a:ea typeface="Arial"/>
                <a:cs typeface="Arial"/>
              </a:defRPr>
            </a:lvl1pPr>
            <a:lvl2pPr algn="l">
              <a:defRPr sz="1500" b="1">
                <a:solidFill>
                  <a:srgbClr val="009E73"/>
                </a:solidFill>
                <a:latin typeface="Arial"/>
                <a:ea typeface="Arial"/>
                <a:cs typeface="Arial"/>
              </a:defRPr>
            </a:lvl2pPr>
            <a:lvl3pPr algn="l">
              <a:defRPr sz="1500" b="1">
                <a:solidFill>
                  <a:srgbClr val="009E73"/>
                </a:solidFill>
                <a:latin typeface="Arial"/>
                <a:ea typeface="Arial"/>
                <a:cs typeface="Arial"/>
              </a:defRPr>
            </a:lvl3pPr>
            <a:lvl4pPr algn="l">
              <a:defRPr sz="1500" b="1">
                <a:solidFill>
                  <a:srgbClr val="009E73"/>
                </a:solidFill>
                <a:latin typeface="Arial"/>
                <a:ea typeface="Arial"/>
                <a:cs typeface="Arial"/>
              </a:defRPr>
            </a:lvl4pPr>
            <a:lvl5pPr algn="l">
              <a:defRPr sz="1500" b="1">
                <a:solidFill>
                  <a:srgbClr val="009E73"/>
                </a:solidFill>
                <a:latin typeface="Arial"/>
                <a:ea typeface="Arial"/>
                <a:cs typeface="Arial"/>
              </a:defRPr>
            </a:lvl5pPr>
            <a:lvl6pPr algn="l">
              <a:defRPr sz="1500" b="1">
                <a:solidFill>
                  <a:srgbClr val="009E73"/>
                </a:solidFill>
                <a:latin typeface="Arial"/>
                <a:ea typeface="Arial"/>
                <a:cs typeface="Arial"/>
              </a:defRPr>
            </a:lvl6pPr>
            <a:lvl7pPr algn="l">
              <a:defRPr sz="1500" b="1">
                <a:solidFill>
                  <a:srgbClr val="009E73"/>
                </a:solidFill>
                <a:latin typeface="Arial"/>
                <a:ea typeface="Arial"/>
                <a:cs typeface="Arial"/>
              </a:defRPr>
            </a:lvl7pPr>
            <a:lvl8pPr algn="l">
              <a:defRPr sz="1500" b="1">
                <a:solidFill>
                  <a:srgbClr val="009E73"/>
                </a:solidFill>
                <a:latin typeface="Arial"/>
                <a:ea typeface="Arial"/>
                <a:cs typeface="Arial"/>
              </a:defRPr>
            </a:lvl8pPr>
            <a:lvl9pPr algn="l">
              <a:defRPr sz="1500" b="1">
                <a:solidFill>
                  <a:srgbClr val="009E73"/>
                </a:solidFill>
                <a:latin typeface="Arial"/>
                <a:ea typeface="Arial"/>
                <a:cs typeface="Arial"/>
              </a:defRPr>
            </a:lvl9pPr>
          </a:lstStyle>
          <a:p>
            <a:pPr algn="l">
              <a:defRPr sz="1500" b="1">
                <a:solidFill>
                  <a:srgbClr val="009E73"/>
                </a:solidFill>
                <a:latin typeface="Arial"/>
                <a:ea typeface="Arial"/>
                <a:cs typeface="Arial"/>
              </a:defRPr>
            </a:pPr>
            <a:r>
              <a:rPr sz="1500" b="1">
                <a:solidFill>
                  <a:srgbClr val="009E73"/>
                </a:solidFill>
                <a:latin typeface="Arial"/>
                <a:ea typeface="Arial"/>
                <a:cs typeface="Arial"/>
              </a:rPr>
              <a:t>C</a:t>
            </a:r>
          </a:p>
        </p:txBody>
      </p:sp>
      <p:pic>
        <p:nvPicPr>
          <p:cNvPr id="142" name="">
            <a:extLst>
              <a:ext uri="{FF2B5EF4-FFF2-40B4-BE49-F238E27FC236}">
                <ns2:creationId id="{E0470E6C-2C1D-44EE-A0E8-936B55901516}"/>
              </a:ext>
            </a:extLst>
          </p:cNvPr>
          <p:cNvPicPr>
            <a:picLocks noChangeAspect="1"/>
          </p:cNvPicPr>
          <p:nvPr/>
        </p:nvPicPr>
        <p:blipFill>
          <a:blip r:embed="Rf7d9d49a9e9648f9"/>
          <a:stretch/>
        </p:blipFill>
        <p:spPr>
          <a:xfrm>
            <a:off x="5962650" y="6477000"/>
            <a:ext cx="2095500" cy="2095500"/>
          </a:xfrm>
          <a:prstGeom prst="rect">
            <a:avLst/>
          </a:prstGeom>
        </p:spPr>
      </p:pic>
      <p:sp>
        <p:nvSpPr>
          <p:cNvPr id="143" name="rect_142">
            <a:extLst>
              <a:ext uri="{FF2B5EF4-FFF2-40B4-BE49-F238E27FC236}">
                <ns2:creationId id="{408FD929-7EA5-4BF6-B640-E9E456DC4B8F}"/>
              </a:ext>
            </a:extLst>
          </p:cNvPr>
          <p:cNvSpPr>
            <a:spLocks noGrp="1"/>
          </p:cNvSpPr>
          <p:nvPr/>
        </p:nvSpPr>
        <p:spPr>
          <a:xfrm rot="0">
            <a:off x="5962650" y="6477000"/>
            <a:ext cx="2095500" cy="2095500"/>
          </a:xfrm>
          <a:prstGeom prst="rect">
            <a:avLst/>
          </a:prstGeom>
          <a:noFill/>
          <a:ln w="6668">
            <a:solidFill>
              <a:srgbClr val="65727C"/>
            </a:solidFill>
            <a:prstDash val="solid"/>
          </a:ln>
        </p:spPr>
      </p:sp>
      <p:sp>
        <p:nvSpPr>
          <p:cNvPr id="144" name="line_143">
            <a:extLst>
              <a:ext uri="{FF2B5EF4-FFF2-40B4-BE49-F238E27FC236}">
                <ns2:creationId id="{5AA2EA29-F3AE-42C8-A157-89E1F0A958AA}"/>
              </a:ext>
            </a:extLst>
          </p:cNvPr>
          <p:cNvSpPr>
            <a:spLocks noGrp="1"/>
          </p:cNvSpPr>
          <p:nvPr/>
        </p:nvSpPr>
        <p:spPr>
          <a:xfrm>
            <a:off x="6224549" y="8572500"/>
            <a:ext cx="95" cy="38100"/>
          </a:xfrm>
          <a:custGeom>
            <a:pathLst>
              <a:path w="95" h="38100">
                <a:moveTo>
                  <a:pt x="0" y="0"/>
                </a:moveTo>
                <a:lnTo>
                  <a:pt x="0" y="38100"/>
                </a:lnTo>
              </a:path>
            </a:pathLst>
          </a:custGeom>
          <a:noFill/>
          <a:ln w="7620">
            <a:solidFill>
              <a:srgbClr val="65727C"/>
            </a:solidFill>
            <a:prstDash val="solid"/>
          </a:ln>
        </p:spPr>
      </p:sp>
      <p:sp>
        <p:nvSpPr>
          <p:cNvPr id="145" name="text_144">
            <a:extLst>
              <a:ext uri="{FF2B5EF4-FFF2-40B4-BE49-F238E27FC236}">
                <ns2:creationId id="{87585F79-7F7B-4AC7-BFEE-39EE0C7FC927}"/>
              </a:ext>
            </a:extLst>
          </p:cNvPr>
          <p:cNvSpPr>
            <a:spLocks noGrp="1"/>
          </p:cNvSpPr>
          <p:nvPr/>
        </p:nvSpPr>
        <p:spPr>
          <a:xfrm rot="0">
            <a:off x="6014999" y="8629650"/>
            <a:ext cx="419100" cy="219075"/>
          </a:xfrm>
          <a:prstGeom prst="rect">
            <a:avLst/>
          </a:prstGeom>
          <a:noFill/>
          <a:ln w="0">
            <a:noFill/>
            <a:prstDash val="solid"/>
          </a:ln>
        </p:spPr>
        <p:txBody>
          <a:bodyPr wrap="none" lIns="0" tIns="0" rIns="0" bIns="0" anchor="t">
            <a:noAutofit/>
          </a:bodyPr>
          <a:lstStyle>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a:pPr algn="ctr">
              <a:defRPr sz="1125" b="0">
                <a:solidFill>
                  <a:srgbClr val="000000"/>
                </a:solidFill>
                <a:latin typeface="Arial"/>
                <a:ea typeface="Arial"/>
                <a:cs typeface="Arial"/>
              </a:defRPr>
            </a:pPr>
            <a:r>
              <a:rPr sz="1125" b="0">
                <a:solidFill>
                  <a:srgbClr val="000000"/>
                </a:solidFill>
                <a:latin typeface="Arial"/>
                <a:ea typeface="Arial"/>
                <a:cs typeface="Arial"/>
              </a:rPr>
              <a:t>142 E</a:t>
            </a:r>
          </a:p>
        </p:txBody>
      </p:sp>
      <p:sp>
        <p:nvSpPr>
          <p:cNvPr id="146" name="line_145">
            <a:extLst>
              <a:ext uri="{FF2B5EF4-FFF2-40B4-BE49-F238E27FC236}">
                <ns2:creationId id="{F0A2E3C8-372C-4DE5-85C4-DDC7673C32D2}"/>
              </a:ext>
            </a:extLst>
          </p:cNvPr>
          <p:cNvSpPr>
            <a:spLocks noGrp="1"/>
          </p:cNvSpPr>
          <p:nvPr/>
        </p:nvSpPr>
        <p:spPr>
          <a:xfrm>
            <a:off x="7133138" y="8572500"/>
            <a:ext cx="95" cy="38100"/>
          </a:xfrm>
          <a:custGeom>
            <a:pathLst>
              <a:path w="95" h="38100">
                <a:moveTo>
                  <a:pt x="0" y="0"/>
                </a:moveTo>
                <a:lnTo>
                  <a:pt x="0" y="38100"/>
                </a:lnTo>
              </a:path>
            </a:pathLst>
          </a:custGeom>
          <a:noFill/>
          <a:ln w="7620">
            <a:solidFill>
              <a:srgbClr val="65727C"/>
            </a:solidFill>
            <a:prstDash val="solid"/>
          </a:ln>
        </p:spPr>
      </p:sp>
      <p:sp>
        <p:nvSpPr>
          <p:cNvPr id="147" name="text_146">
            <a:extLst>
              <a:ext uri="{FF2B5EF4-FFF2-40B4-BE49-F238E27FC236}">
                <ns2:creationId id="{08FC488F-D3F5-42C6-9EA1-4FED038692E8}"/>
              </a:ext>
            </a:extLst>
          </p:cNvPr>
          <p:cNvSpPr>
            <a:spLocks noGrp="1"/>
          </p:cNvSpPr>
          <p:nvPr/>
        </p:nvSpPr>
        <p:spPr>
          <a:xfrm rot="0">
            <a:off x="6923588" y="8629650"/>
            <a:ext cx="419100" cy="219075"/>
          </a:xfrm>
          <a:prstGeom prst="rect">
            <a:avLst/>
          </a:prstGeom>
          <a:noFill/>
          <a:ln w="0">
            <a:noFill/>
            <a:prstDash val="solid"/>
          </a:ln>
        </p:spPr>
        <p:txBody>
          <a:bodyPr wrap="none" lIns="0" tIns="0" rIns="0" bIns="0" anchor="t">
            <a:noAutofit/>
          </a:bodyPr>
          <a:lstStyle>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a:pPr algn="ctr">
              <a:defRPr sz="1125" b="0">
                <a:solidFill>
                  <a:srgbClr val="000000"/>
                </a:solidFill>
                <a:latin typeface="Arial"/>
                <a:ea typeface="Arial"/>
                <a:cs typeface="Arial"/>
              </a:defRPr>
            </a:pPr>
            <a:r>
              <a:rPr sz="1125" b="0">
                <a:solidFill>
                  <a:srgbClr val="000000"/>
                </a:solidFill>
                <a:latin typeface="Arial"/>
                <a:ea typeface="Arial"/>
                <a:cs typeface="Arial"/>
              </a:rPr>
              <a:t>148 E</a:t>
            </a:r>
          </a:p>
        </p:txBody>
      </p:sp>
      <p:sp>
        <p:nvSpPr>
          <p:cNvPr id="148" name="line_147">
            <a:extLst>
              <a:ext uri="{FF2B5EF4-FFF2-40B4-BE49-F238E27FC236}">
                <ns2:creationId id="{0AF71C88-6BFC-45C3-AA7D-95592D91ADB3}"/>
              </a:ext>
            </a:extLst>
          </p:cNvPr>
          <p:cNvSpPr>
            <a:spLocks noGrp="1"/>
          </p:cNvSpPr>
          <p:nvPr/>
        </p:nvSpPr>
        <p:spPr>
          <a:xfrm>
            <a:off x="8041726" y="8572500"/>
            <a:ext cx="95" cy="38100"/>
          </a:xfrm>
          <a:custGeom>
            <a:pathLst>
              <a:path w="95" h="38100">
                <a:moveTo>
                  <a:pt x="0" y="0"/>
                </a:moveTo>
                <a:lnTo>
                  <a:pt x="0" y="38100"/>
                </a:lnTo>
              </a:path>
            </a:pathLst>
          </a:custGeom>
          <a:noFill/>
          <a:ln w="7620">
            <a:solidFill>
              <a:srgbClr val="65727C"/>
            </a:solidFill>
            <a:prstDash val="solid"/>
          </a:ln>
        </p:spPr>
      </p:sp>
      <p:sp>
        <p:nvSpPr>
          <p:cNvPr id="149" name="text_148">
            <a:extLst>
              <a:ext uri="{FF2B5EF4-FFF2-40B4-BE49-F238E27FC236}">
                <ns2:creationId id="{FD0F55EC-E66C-4608-9079-55C017B6859C}"/>
              </a:ext>
            </a:extLst>
          </p:cNvPr>
          <p:cNvSpPr>
            <a:spLocks noGrp="1"/>
          </p:cNvSpPr>
          <p:nvPr/>
        </p:nvSpPr>
        <p:spPr>
          <a:xfrm rot="0">
            <a:off x="7832176" y="8629650"/>
            <a:ext cx="419100" cy="219075"/>
          </a:xfrm>
          <a:prstGeom prst="rect">
            <a:avLst/>
          </a:prstGeom>
          <a:noFill/>
          <a:ln w="0">
            <a:noFill/>
            <a:prstDash val="solid"/>
          </a:ln>
        </p:spPr>
        <p:txBody>
          <a:bodyPr wrap="none" lIns="0" tIns="0" rIns="0" bIns="0" anchor="t">
            <a:noAutofit/>
          </a:bodyPr>
          <a:lstStyle>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a:pPr algn="ctr">
              <a:defRPr sz="1125" b="0">
                <a:solidFill>
                  <a:srgbClr val="000000"/>
                </a:solidFill>
                <a:latin typeface="Arial"/>
                <a:ea typeface="Arial"/>
                <a:cs typeface="Arial"/>
              </a:defRPr>
            </a:pPr>
            <a:r>
              <a:rPr sz="1125" b="0">
                <a:solidFill>
                  <a:srgbClr val="000000"/>
                </a:solidFill>
                <a:latin typeface="Arial"/>
                <a:ea typeface="Arial"/>
                <a:cs typeface="Arial"/>
              </a:rPr>
              <a:t>154 E</a:t>
            </a:r>
          </a:p>
        </p:txBody>
      </p:sp>
      <p:sp>
        <p:nvSpPr>
          <p:cNvPr id="150" name="text_149">
            <a:extLst>
              <a:ext uri="{FF2B5EF4-FFF2-40B4-BE49-F238E27FC236}">
                <ns2:creationId id="{AF457AA2-4495-41EC-8571-079A1397B9C9}"/>
              </a:ext>
            </a:extLst>
          </p:cNvPr>
          <p:cNvSpPr>
            <a:spLocks noGrp="1"/>
          </p:cNvSpPr>
          <p:nvPr/>
        </p:nvSpPr>
        <p:spPr>
          <a:xfrm rot="0">
            <a:off x="6310533" y="6663881"/>
            <a:ext cx="428625" cy="190500"/>
          </a:xfrm>
          <a:prstGeom prst="rect">
            <a:avLst/>
          </a:prstGeom>
          <a:noFill/>
          <a:ln w="0">
            <a:noFill/>
            <a:prstDash val="solid"/>
          </a:ln>
        </p:spPr>
        <p:txBody>
          <a:bodyPr wrap="none" lIns="0" tIns="0" rIns="0" bIns="0" anchor="t">
            <a:noAutofit/>
          </a:bodyPr>
          <a:lstStyle>
            <a:defPPr algn="l">
              <a:defRPr sz="900" b="0">
                <a:solidFill>
                  <a:srgbClr val="65727C"/>
                </a:solidFill>
                <a:latin typeface="Arial"/>
                <a:ea typeface="Arial"/>
                <a:cs typeface="Arial"/>
              </a:defRPr>
            </a:defPPr>
            <a:lvl1pPr algn="l">
              <a:defRPr sz="900" b="0">
                <a:solidFill>
                  <a:srgbClr val="65727C"/>
                </a:solidFill>
                <a:latin typeface="Arial"/>
                <a:ea typeface="Arial"/>
                <a:cs typeface="Arial"/>
              </a:defRPr>
            </a:lvl1pPr>
            <a:lvl2pPr algn="l">
              <a:defRPr sz="900" b="0">
                <a:solidFill>
                  <a:srgbClr val="65727C"/>
                </a:solidFill>
                <a:latin typeface="Arial"/>
                <a:ea typeface="Arial"/>
                <a:cs typeface="Arial"/>
              </a:defRPr>
            </a:lvl2pPr>
            <a:lvl3pPr algn="l">
              <a:defRPr sz="900" b="0">
                <a:solidFill>
                  <a:srgbClr val="65727C"/>
                </a:solidFill>
                <a:latin typeface="Arial"/>
                <a:ea typeface="Arial"/>
                <a:cs typeface="Arial"/>
              </a:defRPr>
            </a:lvl3pPr>
            <a:lvl4pPr algn="l">
              <a:defRPr sz="900" b="0">
                <a:solidFill>
                  <a:srgbClr val="65727C"/>
                </a:solidFill>
                <a:latin typeface="Arial"/>
                <a:ea typeface="Arial"/>
                <a:cs typeface="Arial"/>
              </a:defRPr>
            </a:lvl4pPr>
            <a:lvl5pPr algn="l">
              <a:defRPr sz="900" b="0">
                <a:solidFill>
                  <a:srgbClr val="65727C"/>
                </a:solidFill>
                <a:latin typeface="Arial"/>
                <a:ea typeface="Arial"/>
                <a:cs typeface="Arial"/>
              </a:defRPr>
            </a:lvl5pPr>
            <a:lvl6pPr algn="l">
              <a:defRPr sz="900" b="0">
                <a:solidFill>
                  <a:srgbClr val="65727C"/>
                </a:solidFill>
                <a:latin typeface="Arial"/>
                <a:ea typeface="Arial"/>
                <a:cs typeface="Arial"/>
              </a:defRPr>
            </a:lvl6pPr>
            <a:lvl7pPr algn="l">
              <a:defRPr sz="900" b="0">
                <a:solidFill>
                  <a:srgbClr val="65727C"/>
                </a:solidFill>
                <a:latin typeface="Arial"/>
                <a:ea typeface="Arial"/>
                <a:cs typeface="Arial"/>
              </a:defRPr>
            </a:lvl7pPr>
            <a:lvl8pPr algn="l">
              <a:defRPr sz="900" b="0">
                <a:solidFill>
                  <a:srgbClr val="65727C"/>
                </a:solidFill>
                <a:latin typeface="Arial"/>
                <a:ea typeface="Arial"/>
                <a:cs typeface="Arial"/>
              </a:defRPr>
            </a:lvl8pPr>
            <a:lvl9pPr algn="l">
              <a:defRPr sz="900" b="0">
                <a:solidFill>
                  <a:srgbClr val="65727C"/>
                </a:solidFill>
                <a:latin typeface="Arial"/>
                <a:ea typeface="Arial"/>
                <a:cs typeface="Arial"/>
              </a:defRPr>
            </a:lvl9pPr>
          </a:lstStyle>
          <a:p>
            <a:pPr algn="l">
              <a:defRPr sz="900" b="0">
                <a:solidFill>
                  <a:srgbClr val="65727C"/>
                </a:solidFill>
                <a:latin typeface="Arial"/>
                <a:ea typeface="Arial"/>
                <a:cs typeface="Arial"/>
              </a:defRPr>
            </a:pPr>
            <a:r>
              <a:rPr sz="900" b="0">
                <a:solidFill>
                  <a:srgbClr val="65727C"/>
                </a:solidFill>
                <a:latin typeface="Arial"/>
                <a:ea typeface="Arial"/>
                <a:cs typeface="Arial"/>
              </a:rPr>
              <a:t>QLD</a:t>
            </a:r>
          </a:p>
        </p:txBody>
      </p:sp>
      <p:sp>
        <p:nvSpPr>
          <p:cNvPr id="151" name="text_150">
            <a:extLst>
              <a:ext uri="{FF2B5EF4-FFF2-40B4-BE49-F238E27FC236}">
                <ns2:creationId id="{6F8F17C2-0096-4006-B285-E05CDB20202B}"/>
              </a:ext>
            </a:extLst>
          </p:cNvPr>
          <p:cNvSpPr>
            <a:spLocks noGrp="1"/>
          </p:cNvSpPr>
          <p:nvPr/>
        </p:nvSpPr>
        <p:spPr>
          <a:xfrm rot="0">
            <a:off x="6310533" y="7520472"/>
            <a:ext cx="428625" cy="190500"/>
          </a:xfrm>
          <a:prstGeom prst="rect">
            <a:avLst/>
          </a:prstGeom>
          <a:noFill/>
          <a:ln w="0">
            <a:noFill/>
            <a:prstDash val="solid"/>
          </a:ln>
        </p:spPr>
        <p:txBody>
          <a:bodyPr wrap="none" lIns="0" tIns="0" rIns="0" bIns="0" anchor="t">
            <a:noAutofit/>
          </a:bodyPr>
          <a:lstStyle>
            <a:defPPr algn="l">
              <a:defRPr sz="900" b="0">
                <a:solidFill>
                  <a:srgbClr val="65727C"/>
                </a:solidFill>
                <a:latin typeface="Arial"/>
                <a:ea typeface="Arial"/>
                <a:cs typeface="Arial"/>
              </a:defRPr>
            </a:defPPr>
            <a:lvl1pPr algn="l">
              <a:defRPr sz="900" b="0">
                <a:solidFill>
                  <a:srgbClr val="65727C"/>
                </a:solidFill>
                <a:latin typeface="Arial"/>
                <a:ea typeface="Arial"/>
                <a:cs typeface="Arial"/>
              </a:defRPr>
            </a:lvl1pPr>
            <a:lvl2pPr algn="l">
              <a:defRPr sz="900" b="0">
                <a:solidFill>
                  <a:srgbClr val="65727C"/>
                </a:solidFill>
                <a:latin typeface="Arial"/>
                <a:ea typeface="Arial"/>
                <a:cs typeface="Arial"/>
              </a:defRPr>
            </a:lvl2pPr>
            <a:lvl3pPr algn="l">
              <a:defRPr sz="900" b="0">
                <a:solidFill>
                  <a:srgbClr val="65727C"/>
                </a:solidFill>
                <a:latin typeface="Arial"/>
                <a:ea typeface="Arial"/>
                <a:cs typeface="Arial"/>
              </a:defRPr>
            </a:lvl3pPr>
            <a:lvl4pPr algn="l">
              <a:defRPr sz="900" b="0">
                <a:solidFill>
                  <a:srgbClr val="65727C"/>
                </a:solidFill>
                <a:latin typeface="Arial"/>
                <a:ea typeface="Arial"/>
                <a:cs typeface="Arial"/>
              </a:defRPr>
            </a:lvl4pPr>
            <a:lvl5pPr algn="l">
              <a:defRPr sz="900" b="0">
                <a:solidFill>
                  <a:srgbClr val="65727C"/>
                </a:solidFill>
                <a:latin typeface="Arial"/>
                <a:ea typeface="Arial"/>
                <a:cs typeface="Arial"/>
              </a:defRPr>
            </a:lvl5pPr>
            <a:lvl6pPr algn="l">
              <a:defRPr sz="900" b="0">
                <a:solidFill>
                  <a:srgbClr val="65727C"/>
                </a:solidFill>
                <a:latin typeface="Arial"/>
                <a:ea typeface="Arial"/>
                <a:cs typeface="Arial"/>
              </a:defRPr>
            </a:lvl6pPr>
            <a:lvl7pPr algn="l">
              <a:defRPr sz="900" b="0">
                <a:solidFill>
                  <a:srgbClr val="65727C"/>
                </a:solidFill>
                <a:latin typeface="Arial"/>
                <a:ea typeface="Arial"/>
                <a:cs typeface="Arial"/>
              </a:defRPr>
            </a:lvl7pPr>
            <a:lvl8pPr algn="l">
              <a:defRPr sz="900" b="0">
                <a:solidFill>
                  <a:srgbClr val="65727C"/>
                </a:solidFill>
                <a:latin typeface="Arial"/>
                <a:ea typeface="Arial"/>
                <a:cs typeface="Arial"/>
              </a:defRPr>
            </a:lvl8pPr>
            <a:lvl9pPr algn="l">
              <a:defRPr sz="900" b="0">
                <a:solidFill>
                  <a:srgbClr val="65727C"/>
                </a:solidFill>
                <a:latin typeface="Arial"/>
                <a:ea typeface="Arial"/>
                <a:cs typeface="Arial"/>
              </a:defRPr>
            </a:lvl9pPr>
          </a:lstStyle>
          <a:p>
            <a:pPr algn="l">
              <a:defRPr sz="900" b="0">
                <a:solidFill>
                  <a:srgbClr val="65727C"/>
                </a:solidFill>
                <a:latin typeface="Arial"/>
                <a:ea typeface="Arial"/>
                <a:cs typeface="Arial"/>
              </a:defRPr>
            </a:pPr>
            <a:r>
              <a:rPr sz="900" b="0">
                <a:solidFill>
                  <a:srgbClr val="65727C"/>
                </a:solidFill>
                <a:latin typeface="Arial"/>
                <a:ea typeface="Arial"/>
                <a:cs typeface="Arial"/>
              </a:rPr>
              <a:t>NSW</a:t>
            </a:r>
          </a:p>
        </p:txBody>
      </p:sp>
      <p:sp>
        <p:nvSpPr>
          <p:cNvPr id="152" name="text_151">
            <a:extLst>
              <a:ext uri="{FF2B5EF4-FFF2-40B4-BE49-F238E27FC236}">
                <ns2:creationId id="{86C00508-D5E8-449D-AB15-DEE5912FFF6F}"/>
              </a:ext>
            </a:extLst>
          </p:cNvPr>
          <p:cNvSpPr>
            <a:spLocks noGrp="1"/>
          </p:cNvSpPr>
          <p:nvPr/>
        </p:nvSpPr>
        <p:spPr>
          <a:xfrm rot="0">
            <a:off x="6174245" y="8252144"/>
            <a:ext cx="428625" cy="190500"/>
          </a:xfrm>
          <a:prstGeom prst="rect">
            <a:avLst/>
          </a:prstGeom>
          <a:noFill/>
          <a:ln w="0">
            <a:noFill/>
            <a:prstDash val="solid"/>
          </a:ln>
        </p:spPr>
        <p:txBody>
          <a:bodyPr wrap="none" lIns="0" tIns="0" rIns="0" bIns="0" anchor="t">
            <a:noAutofit/>
          </a:bodyPr>
          <a:lstStyle>
            <a:defPPr algn="l">
              <a:defRPr sz="900" b="0">
                <a:solidFill>
                  <a:srgbClr val="65727C"/>
                </a:solidFill>
                <a:latin typeface="Arial"/>
                <a:ea typeface="Arial"/>
                <a:cs typeface="Arial"/>
              </a:defRPr>
            </a:defPPr>
            <a:lvl1pPr algn="l">
              <a:defRPr sz="900" b="0">
                <a:solidFill>
                  <a:srgbClr val="65727C"/>
                </a:solidFill>
                <a:latin typeface="Arial"/>
                <a:ea typeface="Arial"/>
                <a:cs typeface="Arial"/>
              </a:defRPr>
            </a:lvl1pPr>
            <a:lvl2pPr algn="l">
              <a:defRPr sz="900" b="0">
                <a:solidFill>
                  <a:srgbClr val="65727C"/>
                </a:solidFill>
                <a:latin typeface="Arial"/>
                <a:ea typeface="Arial"/>
                <a:cs typeface="Arial"/>
              </a:defRPr>
            </a:lvl2pPr>
            <a:lvl3pPr algn="l">
              <a:defRPr sz="900" b="0">
                <a:solidFill>
                  <a:srgbClr val="65727C"/>
                </a:solidFill>
                <a:latin typeface="Arial"/>
                <a:ea typeface="Arial"/>
                <a:cs typeface="Arial"/>
              </a:defRPr>
            </a:lvl3pPr>
            <a:lvl4pPr algn="l">
              <a:defRPr sz="900" b="0">
                <a:solidFill>
                  <a:srgbClr val="65727C"/>
                </a:solidFill>
                <a:latin typeface="Arial"/>
                <a:ea typeface="Arial"/>
                <a:cs typeface="Arial"/>
              </a:defRPr>
            </a:lvl4pPr>
            <a:lvl5pPr algn="l">
              <a:defRPr sz="900" b="0">
                <a:solidFill>
                  <a:srgbClr val="65727C"/>
                </a:solidFill>
                <a:latin typeface="Arial"/>
                <a:ea typeface="Arial"/>
                <a:cs typeface="Arial"/>
              </a:defRPr>
            </a:lvl5pPr>
            <a:lvl6pPr algn="l">
              <a:defRPr sz="900" b="0">
                <a:solidFill>
                  <a:srgbClr val="65727C"/>
                </a:solidFill>
                <a:latin typeface="Arial"/>
                <a:ea typeface="Arial"/>
                <a:cs typeface="Arial"/>
              </a:defRPr>
            </a:lvl6pPr>
            <a:lvl7pPr algn="l">
              <a:defRPr sz="900" b="0">
                <a:solidFill>
                  <a:srgbClr val="65727C"/>
                </a:solidFill>
                <a:latin typeface="Arial"/>
                <a:ea typeface="Arial"/>
                <a:cs typeface="Arial"/>
              </a:defRPr>
            </a:lvl7pPr>
            <a:lvl8pPr algn="l">
              <a:defRPr sz="900" b="0">
                <a:solidFill>
                  <a:srgbClr val="65727C"/>
                </a:solidFill>
                <a:latin typeface="Arial"/>
                <a:ea typeface="Arial"/>
                <a:cs typeface="Arial"/>
              </a:defRPr>
            </a:lvl8pPr>
            <a:lvl9pPr algn="l">
              <a:defRPr sz="900" b="0">
                <a:solidFill>
                  <a:srgbClr val="65727C"/>
                </a:solidFill>
                <a:latin typeface="Arial"/>
                <a:ea typeface="Arial"/>
                <a:cs typeface="Arial"/>
              </a:defRPr>
            </a:lvl9pPr>
          </a:lstStyle>
          <a:p>
            <a:pPr algn="l">
              <a:defRPr sz="900" b="0">
                <a:solidFill>
                  <a:srgbClr val="65727C"/>
                </a:solidFill>
                <a:latin typeface="Arial"/>
                <a:ea typeface="Arial"/>
                <a:cs typeface="Arial"/>
              </a:defRPr>
            </a:pPr>
            <a:r>
              <a:rPr sz="900" b="0">
                <a:solidFill>
                  <a:srgbClr val="65727C"/>
                </a:solidFill>
                <a:latin typeface="Arial"/>
                <a:ea typeface="Arial"/>
                <a:cs typeface="Arial"/>
              </a:rPr>
              <a:t>VIC</a:t>
            </a:r>
          </a:p>
        </p:txBody>
      </p:sp>
      <p:sp>
        <p:nvSpPr>
          <p:cNvPr id="153" name="line_152">
            <a:extLst>
              <a:ext uri="{FF2B5EF4-FFF2-40B4-BE49-F238E27FC236}">
                <ns2:creationId id="{BFB64A88-19B1-4C53-AA30-85481B1BEB81}"/>
              </a:ext>
            </a:extLst>
          </p:cNvPr>
          <p:cNvSpPr>
            <a:spLocks noGrp="1"/>
          </p:cNvSpPr>
          <p:nvPr/>
        </p:nvSpPr>
        <p:spPr>
          <a:xfrm>
            <a:off x="7621056" y="8429625"/>
            <a:ext cx="322794" cy="95"/>
          </a:xfrm>
          <a:custGeom>
            <a:pathLst>
              <a:path w="322794" h="95">
                <a:moveTo>
                  <a:pt x="0" y="0"/>
                </a:moveTo>
                <a:lnTo>
                  <a:pt x="322794" y="0"/>
                </a:lnTo>
              </a:path>
            </a:pathLst>
          </a:custGeom>
          <a:noFill/>
          <a:ln w="15240">
            <a:solidFill>
              <a:srgbClr val="000000"/>
            </a:solidFill>
            <a:prstDash val="solid"/>
          </a:ln>
        </p:spPr>
      </p:sp>
      <p:sp>
        <p:nvSpPr>
          <p:cNvPr id="154" name="line_153">
            <a:extLst>
              <a:ext uri="{FF2B5EF4-FFF2-40B4-BE49-F238E27FC236}">
                <ns2:creationId id="{9C14AE55-B9FF-4237-A646-2140EC1975C0}"/>
              </a:ext>
            </a:extLst>
          </p:cNvPr>
          <p:cNvSpPr>
            <a:spLocks noGrp="1"/>
          </p:cNvSpPr>
          <p:nvPr/>
        </p:nvSpPr>
        <p:spPr>
          <a:xfrm>
            <a:off x="7621056" y="8401050"/>
            <a:ext cx="95" cy="57150"/>
          </a:xfrm>
          <a:custGeom>
            <a:pathLst>
              <a:path w="95" h="57150">
                <a:moveTo>
                  <a:pt x="0" y="0"/>
                </a:moveTo>
                <a:lnTo>
                  <a:pt x="0" y="57150"/>
                </a:lnTo>
              </a:path>
            </a:pathLst>
          </a:custGeom>
          <a:noFill/>
          <a:ln w="12383">
            <a:solidFill>
              <a:srgbClr val="000000"/>
            </a:solidFill>
            <a:prstDash val="solid"/>
          </a:ln>
        </p:spPr>
      </p:sp>
      <p:sp>
        <p:nvSpPr>
          <p:cNvPr id="155" name="line_154">
            <a:extLst>
              <a:ext uri="{FF2B5EF4-FFF2-40B4-BE49-F238E27FC236}">
                <ns2:creationId id="{37AF3FA2-8C9C-4540-BDD0-C9C885BE2154}"/>
              </a:ext>
            </a:extLst>
          </p:cNvPr>
          <p:cNvSpPr>
            <a:spLocks noGrp="1"/>
          </p:cNvSpPr>
          <p:nvPr/>
        </p:nvSpPr>
        <p:spPr>
          <a:xfrm>
            <a:off x="7943850" y="8401050"/>
            <a:ext cx="95" cy="57150"/>
          </a:xfrm>
          <a:custGeom>
            <a:pathLst>
              <a:path w="95" h="57150">
                <a:moveTo>
                  <a:pt x="0" y="0"/>
                </a:moveTo>
                <a:lnTo>
                  <a:pt x="0" y="57150"/>
                </a:lnTo>
              </a:path>
            </a:pathLst>
          </a:custGeom>
          <a:noFill/>
          <a:ln w="12383">
            <a:solidFill>
              <a:srgbClr val="000000"/>
            </a:solidFill>
            <a:prstDash val="solid"/>
          </a:ln>
        </p:spPr>
      </p:sp>
      <p:sp>
        <p:nvSpPr>
          <p:cNvPr id="156" name="text_155">
            <a:extLst>
              <a:ext uri="{FF2B5EF4-FFF2-40B4-BE49-F238E27FC236}">
                <ns2:creationId id="{67D1DF7B-336A-47C0-B6C5-E9407E75F989}"/>
              </a:ext>
            </a:extLst>
          </p:cNvPr>
          <p:cNvSpPr>
            <a:spLocks noGrp="1"/>
          </p:cNvSpPr>
          <p:nvPr/>
        </p:nvSpPr>
        <p:spPr>
          <a:xfrm rot="0">
            <a:off x="7554381" y="8229600"/>
            <a:ext cx="456144" cy="200025"/>
          </a:xfrm>
          <a:prstGeom prst="rect">
            <a:avLst/>
          </a:prstGeom>
          <a:noFill/>
          <a:ln w="0">
            <a:noFill/>
            <a:prstDash val="solid"/>
          </a:ln>
        </p:spPr>
        <p:txBody>
          <a:bodyPr wrap="none" lIns="0" tIns="0" rIns="0" bIns="0" anchor="t">
            <a:noAutofit/>
          </a:bodyPr>
          <a:lstStyle>
            <a:defPPr algn="ctr">
              <a:defRPr sz="900" b="0">
                <a:solidFill>
                  <a:srgbClr val="000000"/>
                </a:solidFill>
                <a:latin typeface="Arial"/>
                <a:ea typeface="Arial"/>
                <a:cs typeface="Arial"/>
              </a:defRPr>
            </a:defPPr>
            <a:lvl1pPr algn="ctr">
              <a:defRPr sz="900" b="0">
                <a:solidFill>
                  <a:srgbClr val="000000"/>
                </a:solidFill>
                <a:latin typeface="Arial"/>
                <a:ea typeface="Arial"/>
                <a:cs typeface="Arial"/>
              </a:defRPr>
            </a:lvl1pPr>
            <a:lvl2pPr algn="ctr">
              <a:defRPr sz="900" b="0">
                <a:solidFill>
                  <a:srgbClr val="000000"/>
                </a:solidFill>
                <a:latin typeface="Arial"/>
                <a:ea typeface="Arial"/>
                <a:cs typeface="Arial"/>
              </a:defRPr>
            </a:lvl2pPr>
            <a:lvl3pPr algn="ctr">
              <a:defRPr sz="900" b="0">
                <a:solidFill>
                  <a:srgbClr val="000000"/>
                </a:solidFill>
                <a:latin typeface="Arial"/>
                <a:ea typeface="Arial"/>
                <a:cs typeface="Arial"/>
              </a:defRPr>
            </a:lvl3pPr>
            <a:lvl4pPr algn="ctr">
              <a:defRPr sz="900" b="0">
                <a:solidFill>
                  <a:srgbClr val="000000"/>
                </a:solidFill>
                <a:latin typeface="Arial"/>
                <a:ea typeface="Arial"/>
                <a:cs typeface="Arial"/>
              </a:defRPr>
            </a:lvl4pPr>
            <a:lvl5pPr algn="ctr">
              <a:defRPr sz="900" b="0">
                <a:solidFill>
                  <a:srgbClr val="000000"/>
                </a:solidFill>
                <a:latin typeface="Arial"/>
                <a:ea typeface="Arial"/>
                <a:cs typeface="Arial"/>
              </a:defRPr>
            </a:lvl5pPr>
            <a:lvl6pPr algn="ctr">
              <a:defRPr sz="900" b="0">
                <a:solidFill>
                  <a:srgbClr val="000000"/>
                </a:solidFill>
                <a:latin typeface="Arial"/>
                <a:ea typeface="Arial"/>
                <a:cs typeface="Arial"/>
              </a:defRPr>
            </a:lvl6pPr>
            <a:lvl7pPr algn="ctr">
              <a:defRPr sz="900" b="0">
                <a:solidFill>
                  <a:srgbClr val="000000"/>
                </a:solidFill>
                <a:latin typeface="Arial"/>
                <a:ea typeface="Arial"/>
                <a:cs typeface="Arial"/>
              </a:defRPr>
            </a:lvl7pPr>
            <a:lvl8pPr algn="ctr">
              <a:defRPr sz="900" b="0">
                <a:solidFill>
                  <a:srgbClr val="000000"/>
                </a:solidFill>
                <a:latin typeface="Arial"/>
                <a:ea typeface="Arial"/>
                <a:cs typeface="Arial"/>
              </a:defRPr>
            </a:lvl8pPr>
            <a:lvl9pPr algn="ctr">
              <a:defRPr sz="900" b="0">
                <a:solidFill>
                  <a:srgbClr val="000000"/>
                </a:solidFill>
                <a:latin typeface="Arial"/>
                <a:ea typeface="Arial"/>
                <a:cs typeface="Arial"/>
              </a:defRPr>
            </a:lvl9pPr>
          </a:lstStyle>
          <a:p>
            <a:pPr algn="ctr">
              <a:defRPr sz="900" b="0">
                <a:solidFill>
                  <a:srgbClr val="000000"/>
                </a:solidFill>
                <a:latin typeface="Arial"/>
                <a:ea typeface="Arial"/>
                <a:cs typeface="Arial"/>
              </a:defRPr>
            </a:pPr>
            <a:r>
              <a:rPr sz="900" b="0">
                <a:solidFill>
                  <a:srgbClr val="000000"/>
                </a:solidFill>
                <a:latin typeface="Arial"/>
                <a:ea typeface="Arial"/>
                <a:cs typeface="Arial"/>
              </a:rPr>
              <a:t>200 km</a:t>
            </a:r>
          </a:p>
        </p:txBody>
      </p:sp>
      <p:sp>
        <p:nvSpPr>
          <p:cNvPr id="157" name="ellipse_156">
            <a:extLst>
              <a:ext uri="{FF2B5EF4-FFF2-40B4-BE49-F238E27FC236}">
                <ns2:creationId id="{01BAD419-DE66-4677-9F5E-2C28137D728F}"/>
              </a:ext>
            </a:extLst>
          </p:cNvPr>
          <p:cNvSpPr>
            <a:spLocks noGrp="1"/>
          </p:cNvSpPr>
          <p:nvPr/>
        </p:nvSpPr>
        <p:spPr>
          <a:xfrm rot="0">
            <a:off x="7690902" y="7157502"/>
            <a:ext cx="112395" cy="112395"/>
          </a:xfrm>
          <a:prstGeom prst="ellipse">
            <a:avLst/>
          </a:prstGeom>
          <a:solidFill>
            <a:srgbClr val="FFFFFF"/>
          </a:solidFill>
          <a:ln w="17145">
            <a:solidFill>
              <a:srgbClr val="FFFFFF"/>
            </a:solidFill>
            <a:prstDash val="solid"/>
          </a:ln>
        </p:spPr>
      </p:sp>
      <p:sp>
        <p:nvSpPr>
          <p:cNvPr id="158" name="A_f19_True">
            <a:extLst>
              <a:ext uri="{FF2B5EF4-FFF2-40B4-BE49-F238E27FC236}">
                <ns2:creationId id="{3840C2BC-A1B1-4BF4-8BEA-7D65915A37A1}"/>
              </a:ext>
            </a:extLst>
          </p:cNvPr>
          <p:cNvSpPr>
            <a:spLocks noGrp="1"/>
          </p:cNvSpPr>
          <p:nvPr/>
        </p:nvSpPr>
        <p:spPr>
          <a:xfrm rot="0">
            <a:off x="7708047" y="7174647"/>
            <a:ext cx="78105" cy="78105"/>
          </a:xfrm>
          <a:prstGeom prst="ellipse">
            <a:avLst/>
          </a:prstGeom>
          <a:solidFill>
            <a:srgbClr val="FFFFFF"/>
          </a:solidFill>
          <a:ln w="17145">
            <a:solidFill>
              <a:srgbClr val="0072B2"/>
            </a:solidFill>
            <a:prstDash val="solid"/>
          </a:ln>
        </p:spPr>
      </p:sp>
      <p:sp>
        <p:nvSpPr>
          <p:cNvPr id="159" name="text_158">
            <a:extLst>
              <a:ext uri="{FF2B5EF4-FFF2-40B4-BE49-F238E27FC236}">
                <ns2:creationId id="{53B3ABF3-7A5D-4B9A-81D9-1C9125032B14}"/>
              </a:ext>
            </a:extLst>
          </p:cNvPr>
          <p:cNvSpPr>
            <a:spLocks noGrp="1"/>
          </p:cNvSpPr>
          <p:nvPr/>
        </p:nvSpPr>
        <p:spPr>
          <a:xfrm rot="0">
            <a:off x="7823299" y="6985099"/>
            <a:ext cx="266700" cy="247650"/>
          </a:xfrm>
          <a:prstGeom prst="rect">
            <a:avLst/>
          </a:prstGeom>
          <a:noFill/>
          <a:ln w="0">
            <a:noFill/>
            <a:prstDash val="solid"/>
          </a:ln>
        </p:spPr>
        <p:txBody>
          <a:bodyPr wrap="none" lIns="0" tIns="0" rIns="0" bIns="0" anchor="t">
            <a:noAutofit/>
          </a:bodyPr>
          <a:lstStyle>
            <a:defPPr algn="l">
              <a:defRPr sz="1500" b="1">
                <a:solidFill>
                  <a:srgbClr val="0072B2"/>
                </a:solidFill>
                <a:latin typeface="Arial"/>
                <a:ea typeface="Arial"/>
                <a:cs typeface="Arial"/>
              </a:defRPr>
            </a:defPPr>
            <a:lvl1pPr algn="l">
              <a:defRPr sz="1500" b="1">
                <a:solidFill>
                  <a:srgbClr val="0072B2"/>
                </a:solidFill>
                <a:latin typeface="Arial"/>
                <a:ea typeface="Arial"/>
                <a:cs typeface="Arial"/>
              </a:defRPr>
            </a:lvl1pPr>
            <a:lvl2pPr algn="l">
              <a:defRPr sz="1500" b="1">
                <a:solidFill>
                  <a:srgbClr val="0072B2"/>
                </a:solidFill>
                <a:latin typeface="Arial"/>
                <a:ea typeface="Arial"/>
                <a:cs typeface="Arial"/>
              </a:defRPr>
            </a:lvl2pPr>
            <a:lvl3pPr algn="l">
              <a:defRPr sz="1500" b="1">
                <a:solidFill>
                  <a:srgbClr val="0072B2"/>
                </a:solidFill>
                <a:latin typeface="Arial"/>
                <a:ea typeface="Arial"/>
                <a:cs typeface="Arial"/>
              </a:defRPr>
            </a:lvl3pPr>
            <a:lvl4pPr algn="l">
              <a:defRPr sz="1500" b="1">
                <a:solidFill>
                  <a:srgbClr val="0072B2"/>
                </a:solidFill>
                <a:latin typeface="Arial"/>
                <a:ea typeface="Arial"/>
                <a:cs typeface="Arial"/>
              </a:defRPr>
            </a:lvl4pPr>
            <a:lvl5pPr algn="l">
              <a:defRPr sz="1500" b="1">
                <a:solidFill>
                  <a:srgbClr val="0072B2"/>
                </a:solidFill>
                <a:latin typeface="Arial"/>
                <a:ea typeface="Arial"/>
                <a:cs typeface="Arial"/>
              </a:defRPr>
            </a:lvl5pPr>
            <a:lvl6pPr algn="l">
              <a:defRPr sz="1500" b="1">
                <a:solidFill>
                  <a:srgbClr val="0072B2"/>
                </a:solidFill>
                <a:latin typeface="Arial"/>
                <a:ea typeface="Arial"/>
                <a:cs typeface="Arial"/>
              </a:defRPr>
            </a:lvl6pPr>
            <a:lvl7pPr algn="l">
              <a:defRPr sz="1500" b="1">
                <a:solidFill>
                  <a:srgbClr val="0072B2"/>
                </a:solidFill>
                <a:latin typeface="Arial"/>
                <a:ea typeface="Arial"/>
                <a:cs typeface="Arial"/>
              </a:defRPr>
            </a:lvl7pPr>
            <a:lvl8pPr algn="l">
              <a:defRPr sz="1500" b="1">
                <a:solidFill>
                  <a:srgbClr val="0072B2"/>
                </a:solidFill>
                <a:latin typeface="Arial"/>
                <a:ea typeface="Arial"/>
                <a:cs typeface="Arial"/>
              </a:defRPr>
            </a:lvl8pPr>
            <a:lvl9pPr algn="l">
              <a:defRPr sz="1500" b="1">
                <a:solidFill>
                  <a:srgbClr val="0072B2"/>
                </a:solidFill>
                <a:latin typeface="Arial"/>
                <a:ea typeface="Arial"/>
                <a:cs typeface="Arial"/>
              </a:defRPr>
            </a:lvl9pPr>
          </a:lstStyle>
          <a:p>
            <a:pPr algn="l">
              <a:defRPr sz="1500" b="1">
                <a:solidFill>
                  <a:srgbClr val="0072B2"/>
                </a:solidFill>
                <a:latin typeface="Arial"/>
                <a:ea typeface="Arial"/>
                <a:cs typeface="Arial"/>
              </a:defRPr>
            </a:pPr>
            <a:r>
              <a:rPr sz="1500" b="1">
                <a:solidFill>
                  <a:srgbClr val="0072B2"/>
                </a:solidFill>
                <a:latin typeface="Arial"/>
                <a:ea typeface="Arial"/>
                <a:cs typeface="Arial"/>
              </a:rPr>
              <a:t>A</a:t>
            </a:r>
          </a:p>
        </p:txBody>
      </p:sp>
      <p:sp>
        <p:nvSpPr>
          <p:cNvPr id="160" name="ellipse_159">
            <a:extLst>
              <a:ext uri="{FF2B5EF4-FFF2-40B4-BE49-F238E27FC236}">
                <ns2:creationId id="{8CDAE30D-F069-4178-AB3C-16D84237A8F6}"/>
              </a:ext>
            </a:extLst>
          </p:cNvPr>
          <p:cNvSpPr>
            <a:spLocks noGrp="1"/>
          </p:cNvSpPr>
          <p:nvPr/>
        </p:nvSpPr>
        <p:spPr>
          <a:xfrm rot="0">
            <a:off x="7068800" y="8303478"/>
            <a:ext cx="112395" cy="112395"/>
          </a:xfrm>
          <a:prstGeom prst="ellipse">
            <a:avLst/>
          </a:prstGeom>
          <a:solidFill>
            <a:srgbClr val="FFFFFF"/>
          </a:solidFill>
          <a:ln w="17145">
            <a:solidFill>
              <a:srgbClr val="FFFFFF"/>
            </a:solidFill>
            <a:prstDash val="solid"/>
          </a:ln>
        </p:spPr>
      </p:sp>
      <p:sp>
        <p:nvSpPr>
          <p:cNvPr id="161" name="B_f19_True">
            <a:extLst>
              <a:ext uri="{FF2B5EF4-FFF2-40B4-BE49-F238E27FC236}">
                <ns2:creationId id="{F1DDCF57-1A39-47B5-BED4-D05A4CC9722A}"/>
              </a:ext>
            </a:extLst>
          </p:cNvPr>
          <p:cNvSpPr>
            <a:spLocks noGrp="1"/>
          </p:cNvSpPr>
          <p:nvPr/>
        </p:nvSpPr>
        <p:spPr>
          <a:xfrm rot="0">
            <a:off x="7085945" y="8320623"/>
            <a:ext cx="78105" cy="78105"/>
          </a:xfrm>
          <a:prstGeom prst="ellipse">
            <a:avLst/>
          </a:prstGeom>
          <a:solidFill>
            <a:srgbClr val="FFFFFF"/>
          </a:solidFill>
          <a:ln w="17145">
            <a:solidFill>
              <a:srgbClr val="D55E00"/>
            </a:solidFill>
            <a:prstDash val="solid"/>
          </a:ln>
        </p:spPr>
      </p:sp>
      <p:sp>
        <p:nvSpPr>
          <p:cNvPr id="162" name="text_161">
            <a:extLst>
              <a:ext uri="{FF2B5EF4-FFF2-40B4-BE49-F238E27FC236}">
                <ns2:creationId id="{AD23DF08-6F5D-41BA-AAEB-81725102788E}"/>
              </a:ext>
            </a:extLst>
          </p:cNvPr>
          <p:cNvSpPr>
            <a:spLocks noGrp="1"/>
          </p:cNvSpPr>
          <p:nvPr/>
        </p:nvSpPr>
        <p:spPr>
          <a:xfrm rot="0">
            <a:off x="7201198" y="8131076"/>
            <a:ext cx="266700" cy="247650"/>
          </a:xfrm>
          <a:prstGeom prst="rect">
            <a:avLst/>
          </a:prstGeom>
          <a:noFill/>
          <a:ln w="0">
            <a:noFill/>
            <a:prstDash val="solid"/>
          </a:ln>
        </p:spPr>
        <p:txBody>
          <a:bodyPr wrap="none" lIns="0" tIns="0" rIns="0" bIns="0" anchor="t">
            <a:noAutofit/>
          </a:bodyPr>
          <a:lstStyle>
            <a:defPPr algn="l">
              <a:defRPr sz="1500" b="1">
                <a:solidFill>
                  <a:srgbClr val="D55E00"/>
                </a:solidFill>
                <a:latin typeface="Arial"/>
                <a:ea typeface="Arial"/>
                <a:cs typeface="Arial"/>
              </a:defRPr>
            </a:defPPr>
            <a:lvl1pPr algn="l">
              <a:defRPr sz="1500" b="1">
                <a:solidFill>
                  <a:srgbClr val="D55E00"/>
                </a:solidFill>
                <a:latin typeface="Arial"/>
                <a:ea typeface="Arial"/>
                <a:cs typeface="Arial"/>
              </a:defRPr>
            </a:lvl1pPr>
            <a:lvl2pPr algn="l">
              <a:defRPr sz="1500" b="1">
                <a:solidFill>
                  <a:srgbClr val="D55E00"/>
                </a:solidFill>
                <a:latin typeface="Arial"/>
                <a:ea typeface="Arial"/>
                <a:cs typeface="Arial"/>
              </a:defRPr>
            </a:lvl2pPr>
            <a:lvl3pPr algn="l">
              <a:defRPr sz="1500" b="1">
                <a:solidFill>
                  <a:srgbClr val="D55E00"/>
                </a:solidFill>
                <a:latin typeface="Arial"/>
                <a:ea typeface="Arial"/>
                <a:cs typeface="Arial"/>
              </a:defRPr>
            </a:lvl3pPr>
            <a:lvl4pPr algn="l">
              <a:defRPr sz="1500" b="1">
                <a:solidFill>
                  <a:srgbClr val="D55E00"/>
                </a:solidFill>
                <a:latin typeface="Arial"/>
                <a:ea typeface="Arial"/>
                <a:cs typeface="Arial"/>
              </a:defRPr>
            </a:lvl4pPr>
            <a:lvl5pPr algn="l">
              <a:defRPr sz="1500" b="1">
                <a:solidFill>
                  <a:srgbClr val="D55E00"/>
                </a:solidFill>
                <a:latin typeface="Arial"/>
                <a:ea typeface="Arial"/>
                <a:cs typeface="Arial"/>
              </a:defRPr>
            </a:lvl5pPr>
            <a:lvl6pPr algn="l">
              <a:defRPr sz="1500" b="1">
                <a:solidFill>
                  <a:srgbClr val="D55E00"/>
                </a:solidFill>
                <a:latin typeface="Arial"/>
                <a:ea typeface="Arial"/>
                <a:cs typeface="Arial"/>
              </a:defRPr>
            </a:lvl6pPr>
            <a:lvl7pPr algn="l">
              <a:defRPr sz="1500" b="1">
                <a:solidFill>
                  <a:srgbClr val="D55E00"/>
                </a:solidFill>
                <a:latin typeface="Arial"/>
                <a:ea typeface="Arial"/>
                <a:cs typeface="Arial"/>
              </a:defRPr>
            </a:lvl7pPr>
            <a:lvl8pPr algn="l">
              <a:defRPr sz="1500" b="1">
                <a:solidFill>
                  <a:srgbClr val="D55E00"/>
                </a:solidFill>
                <a:latin typeface="Arial"/>
                <a:ea typeface="Arial"/>
                <a:cs typeface="Arial"/>
              </a:defRPr>
            </a:lvl8pPr>
            <a:lvl9pPr algn="l">
              <a:defRPr sz="1500" b="1">
                <a:solidFill>
                  <a:srgbClr val="D55E00"/>
                </a:solidFill>
                <a:latin typeface="Arial"/>
                <a:ea typeface="Arial"/>
                <a:cs typeface="Arial"/>
              </a:defRPr>
            </a:lvl9pPr>
          </a:lstStyle>
          <a:p>
            <a:pPr algn="l">
              <a:defRPr sz="1500" b="1">
                <a:solidFill>
                  <a:srgbClr val="D55E00"/>
                </a:solidFill>
                <a:latin typeface="Arial"/>
                <a:ea typeface="Arial"/>
                <a:cs typeface="Arial"/>
              </a:defRPr>
            </a:pPr>
            <a:r>
              <a:rPr sz="1500" b="1">
                <a:solidFill>
                  <a:srgbClr val="D55E00"/>
                </a:solidFill>
                <a:latin typeface="Arial"/>
                <a:ea typeface="Arial"/>
                <a:cs typeface="Arial"/>
              </a:rPr>
              <a:t>B</a:t>
            </a:r>
          </a:p>
        </p:txBody>
      </p:sp>
      <p:sp>
        <p:nvSpPr>
          <p:cNvPr id="163" name="ellipse_162">
            <a:extLst>
              <a:ext uri="{FF2B5EF4-FFF2-40B4-BE49-F238E27FC236}">
                <ns2:creationId id="{6D287420-15F8-4629-8055-2CF2A9ED71ED}"/>
              </a:ext>
            </a:extLst>
          </p:cNvPr>
          <p:cNvSpPr>
            <a:spLocks noGrp="1"/>
          </p:cNvSpPr>
          <p:nvPr/>
        </p:nvSpPr>
        <p:spPr>
          <a:xfrm rot="0">
            <a:off x="6610410" y="6830080"/>
            <a:ext cx="112395" cy="112395"/>
          </a:xfrm>
          <a:prstGeom prst="ellipse">
            <a:avLst/>
          </a:prstGeom>
          <a:solidFill>
            <a:srgbClr val="FFFFFF"/>
          </a:solidFill>
          <a:ln w="17145">
            <a:solidFill>
              <a:srgbClr val="FFFFFF"/>
            </a:solidFill>
            <a:prstDash val="solid"/>
          </a:ln>
        </p:spPr>
      </p:sp>
      <p:sp>
        <p:nvSpPr>
          <p:cNvPr id="164" name="C_f19_True">
            <a:extLst>
              <a:ext uri="{FF2B5EF4-FFF2-40B4-BE49-F238E27FC236}">
                <ns2:creationId id="{AD06BA79-BE9A-45F9-AA78-BE43E3AAF3E4}"/>
              </a:ext>
            </a:extLst>
          </p:cNvPr>
          <p:cNvSpPr>
            <a:spLocks noGrp="1"/>
          </p:cNvSpPr>
          <p:nvPr/>
        </p:nvSpPr>
        <p:spPr>
          <a:xfrm rot="0">
            <a:off x="6627555" y="6847225"/>
            <a:ext cx="78105" cy="78105"/>
          </a:xfrm>
          <a:prstGeom prst="ellipse">
            <a:avLst/>
          </a:prstGeom>
          <a:solidFill>
            <a:srgbClr val="FFFFFF"/>
          </a:solidFill>
          <a:ln w="17145">
            <a:solidFill>
              <a:srgbClr val="009E73"/>
            </a:solidFill>
            <a:prstDash val="solid"/>
          </a:ln>
        </p:spPr>
      </p:sp>
      <p:sp>
        <p:nvSpPr>
          <p:cNvPr id="165" name="text_164">
            <a:extLst>
              <a:ext uri="{FF2B5EF4-FFF2-40B4-BE49-F238E27FC236}">
                <ns2:creationId id="{A747BAD3-CD9C-4414-94C6-7F14B16762E4}"/>
              </a:ext>
            </a:extLst>
          </p:cNvPr>
          <p:cNvSpPr>
            <a:spLocks noGrp="1"/>
          </p:cNvSpPr>
          <p:nvPr/>
        </p:nvSpPr>
        <p:spPr>
          <a:xfrm rot="0">
            <a:off x="6742807" y="6657677"/>
            <a:ext cx="266700" cy="247650"/>
          </a:xfrm>
          <a:prstGeom prst="rect">
            <a:avLst/>
          </a:prstGeom>
          <a:noFill/>
          <a:ln w="0">
            <a:noFill/>
            <a:prstDash val="solid"/>
          </a:ln>
        </p:spPr>
        <p:txBody>
          <a:bodyPr wrap="none" lIns="0" tIns="0" rIns="0" bIns="0" anchor="t">
            <a:noAutofit/>
          </a:bodyPr>
          <a:lstStyle>
            <a:defPPr algn="l">
              <a:defRPr sz="1500" b="1">
                <a:solidFill>
                  <a:srgbClr val="009E73"/>
                </a:solidFill>
                <a:latin typeface="Arial"/>
                <a:ea typeface="Arial"/>
                <a:cs typeface="Arial"/>
              </a:defRPr>
            </a:defPPr>
            <a:lvl1pPr algn="l">
              <a:defRPr sz="1500" b="1">
                <a:solidFill>
                  <a:srgbClr val="009E73"/>
                </a:solidFill>
                <a:latin typeface="Arial"/>
                <a:ea typeface="Arial"/>
                <a:cs typeface="Arial"/>
              </a:defRPr>
            </a:lvl1pPr>
            <a:lvl2pPr algn="l">
              <a:defRPr sz="1500" b="1">
                <a:solidFill>
                  <a:srgbClr val="009E73"/>
                </a:solidFill>
                <a:latin typeface="Arial"/>
                <a:ea typeface="Arial"/>
                <a:cs typeface="Arial"/>
              </a:defRPr>
            </a:lvl2pPr>
            <a:lvl3pPr algn="l">
              <a:defRPr sz="1500" b="1">
                <a:solidFill>
                  <a:srgbClr val="009E73"/>
                </a:solidFill>
                <a:latin typeface="Arial"/>
                <a:ea typeface="Arial"/>
                <a:cs typeface="Arial"/>
              </a:defRPr>
            </a:lvl3pPr>
            <a:lvl4pPr algn="l">
              <a:defRPr sz="1500" b="1">
                <a:solidFill>
                  <a:srgbClr val="009E73"/>
                </a:solidFill>
                <a:latin typeface="Arial"/>
                <a:ea typeface="Arial"/>
                <a:cs typeface="Arial"/>
              </a:defRPr>
            </a:lvl4pPr>
            <a:lvl5pPr algn="l">
              <a:defRPr sz="1500" b="1">
                <a:solidFill>
                  <a:srgbClr val="009E73"/>
                </a:solidFill>
                <a:latin typeface="Arial"/>
                <a:ea typeface="Arial"/>
                <a:cs typeface="Arial"/>
              </a:defRPr>
            </a:lvl5pPr>
            <a:lvl6pPr algn="l">
              <a:defRPr sz="1500" b="1">
                <a:solidFill>
                  <a:srgbClr val="009E73"/>
                </a:solidFill>
                <a:latin typeface="Arial"/>
                <a:ea typeface="Arial"/>
                <a:cs typeface="Arial"/>
              </a:defRPr>
            </a:lvl6pPr>
            <a:lvl7pPr algn="l">
              <a:defRPr sz="1500" b="1">
                <a:solidFill>
                  <a:srgbClr val="009E73"/>
                </a:solidFill>
                <a:latin typeface="Arial"/>
                <a:ea typeface="Arial"/>
                <a:cs typeface="Arial"/>
              </a:defRPr>
            </a:lvl7pPr>
            <a:lvl8pPr algn="l">
              <a:defRPr sz="1500" b="1">
                <a:solidFill>
                  <a:srgbClr val="009E73"/>
                </a:solidFill>
                <a:latin typeface="Arial"/>
                <a:ea typeface="Arial"/>
                <a:cs typeface="Arial"/>
              </a:defRPr>
            </a:lvl8pPr>
            <a:lvl9pPr algn="l">
              <a:defRPr sz="1500" b="1">
                <a:solidFill>
                  <a:srgbClr val="009E73"/>
                </a:solidFill>
                <a:latin typeface="Arial"/>
                <a:ea typeface="Arial"/>
                <a:cs typeface="Arial"/>
              </a:defRPr>
            </a:lvl9pPr>
          </a:lstStyle>
          <a:p>
            <a:pPr algn="l">
              <a:defRPr sz="1500" b="1">
                <a:solidFill>
                  <a:srgbClr val="009E73"/>
                </a:solidFill>
                <a:latin typeface="Arial"/>
                <a:ea typeface="Arial"/>
                <a:cs typeface="Arial"/>
              </a:defRPr>
            </a:pPr>
            <a:r>
              <a:rPr sz="1500" b="1">
                <a:solidFill>
                  <a:srgbClr val="009E73"/>
                </a:solidFill>
                <a:latin typeface="Arial"/>
                <a:ea typeface="Arial"/>
                <a:cs typeface="Arial"/>
              </a:rPr>
              <a:t>C</a:t>
            </a:r>
          </a:p>
        </p:txBody>
      </p:sp>
      <p:pic>
        <p:nvPicPr>
          <p:cNvPr id="166" name="">
            <a:extLst>
              <a:ext uri="{FF2B5EF4-FFF2-40B4-BE49-F238E27FC236}">
                <ns2:creationId id="{67C205EA-EAD6-4B64-8E39-ACB18F8FFAEC}"/>
              </a:ext>
            </a:extLst>
          </p:cNvPr>
          <p:cNvPicPr>
            <a:picLocks noChangeAspect="1"/>
          </p:cNvPicPr>
          <p:nvPr/>
        </p:nvPicPr>
        <p:blipFill>
          <a:blip r:embed="R670ed4927ad74cb9"/>
          <a:stretch/>
        </p:blipFill>
        <p:spPr>
          <a:xfrm>
            <a:off x="3905250" y="5886450"/>
            <a:ext cx="3238500" cy="95250"/>
          </a:xfrm>
          <a:prstGeom prst="rect">
            <a:avLst/>
          </a:prstGeom>
        </p:spPr>
      </p:pic>
      <p:sp>
        <p:nvSpPr>
          <p:cNvPr id="167" name="text_166">
            <a:extLst>
              <a:ext uri="{FF2B5EF4-FFF2-40B4-BE49-F238E27FC236}">
                <ns2:creationId id="{8E8A771E-77B9-4A49-94A9-88015CC9BAFF}"/>
              </a:ext>
            </a:extLst>
          </p:cNvPr>
          <p:cNvSpPr>
            <a:spLocks noGrp="1"/>
          </p:cNvSpPr>
          <p:nvPr/>
        </p:nvSpPr>
        <p:spPr>
          <a:xfrm rot="0">
            <a:off x="571500" y="5829300"/>
            <a:ext cx="3143250" cy="228600"/>
          </a:xfrm>
          <a:prstGeom prst="rect">
            <a:avLst/>
          </a:prstGeom>
          <a:noFill/>
          <a:ln w="0">
            <a:noFill/>
            <a:prstDash val="solid"/>
          </a:ln>
        </p:spPr>
        <p:txBody>
          <a:bodyPr wrap="none" lIns="0" tIns="0" rIns="0" bIns="0" anchor="t">
            <a:noAutofit/>
          </a:bodyPr>
          <a:lstStyle>
            <a:defPPr algn="l">
              <a:defRPr sz="1275" b="0">
                <a:solidFill>
                  <a:srgbClr val="000000"/>
                </a:solidFill>
                <a:latin typeface="Arial"/>
                <a:ea typeface="Arial"/>
                <a:cs typeface="Arial"/>
              </a:defRPr>
            </a:defPPr>
            <a:lvl1pPr algn="l">
              <a:defRPr sz="1275" b="0">
                <a:solidFill>
                  <a:srgbClr val="000000"/>
                </a:solidFill>
                <a:latin typeface="Arial"/>
                <a:ea typeface="Arial"/>
                <a:cs typeface="Arial"/>
              </a:defRPr>
            </a:lvl1pPr>
            <a:lvl2pPr algn="l">
              <a:defRPr sz="1275" b="0">
                <a:solidFill>
                  <a:srgbClr val="000000"/>
                </a:solidFill>
                <a:latin typeface="Arial"/>
                <a:ea typeface="Arial"/>
                <a:cs typeface="Arial"/>
              </a:defRPr>
            </a:lvl2pPr>
            <a:lvl3pPr algn="l">
              <a:defRPr sz="1275" b="0">
                <a:solidFill>
                  <a:srgbClr val="000000"/>
                </a:solidFill>
                <a:latin typeface="Arial"/>
                <a:ea typeface="Arial"/>
                <a:cs typeface="Arial"/>
              </a:defRPr>
            </a:lvl3pPr>
            <a:lvl4pPr algn="l">
              <a:defRPr sz="1275" b="0">
                <a:solidFill>
                  <a:srgbClr val="000000"/>
                </a:solidFill>
                <a:latin typeface="Arial"/>
                <a:ea typeface="Arial"/>
                <a:cs typeface="Arial"/>
              </a:defRPr>
            </a:lvl4pPr>
            <a:lvl5pPr algn="l">
              <a:defRPr sz="1275" b="0">
                <a:solidFill>
                  <a:srgbClr val="000000"/>
                </a:solidFill>
                <a:latin typeface="Arial"/>
                <a:ea typeface="Arial"/>
                <a:cs typeface="Arial"/>
              </a:defRPr>
            </a:lvl5pPr>
            <a:lvl6pPr algn="l">
              <a:defRPr sz="1275" b="0">
                <a:solidFill>
                  <a:srgbClr val="000000"/>
                </a:solidFill>
                <a:latin typeface="Arial"/>
                <a:ea typeface="Arial"/>
                <a:cs typeface="Arial"/>
              </a:defRPr>
            </a:lvl6pPr>
            <a:lvl7pPr algn="l">
              <a:defRPr sz="1275" b="0">
                <a:solidFill>
                  <a:srgbClr val="000000"/>
                </a:solidFill>
                <a:latin typeface="Arial"/>
                <a:ea typeface="Arial"/>
                <a:cs typeface="Arial"/>
              </a:defRPr>
            </a:lvl7pPr>
            <a:lvl8pPr algn="l">
              <a:defRPr sz="1275" b="0">
                <a:solidFill>
                  <a:srgbClr val="000000"/>
                </a:solidFill>
                <a:latin typeface="Arial"/>
                <a:ea typeface="Arial"/>
                <a:cs typeface="Arial"/>
              </a:defRPr>
            </a:lvl8pPr>
            <a:lvl9pPr algn="l">
              <a:defRPr sz="1275" b="0">
                <a:solidFill>
                  <a:srgbClr val="000000"/>
                </a:solidFill>
                <a:latin typeface="Arial"/>
                <a:ea typeface="Arial"/>
                <a:cs typeface="Arial"/>
              </a:defRPr>
            </a:lvl9pPr>
          </a:lstStyle>
          <a:p>
            <a:pPr algn="l">
              <a:defRPr sz="1275" b="0">
                <a:solidFill>
                  <a:srgbClr val="000000"/>
                </a:solidFill>
                <a:latin typeface="Arial"/>
                <a:ea typeface="Arial"/>
                <a:cs typeface="Arial"/>
              </a:defRPr>
            </a:pPr>
            <a:r>
              <a:rPr sz="1275" b="0">
                <a:solidFill>
                  <a:srgbClr val="000000"/>
                </a:solidFill>
                <a:latin typeface="Arial"/>
                <a:ea typeface="Arial"/>
                <a:cs typeface="Arial"/>
              </a:rPr>
              <a:t>log(1 + FRP sum / MW)</a:t>
            </a:r>
          </a:p>
        </p:txBody>
      </p:sp>
      <p:sp>
        <p:nvSpPr>
          <p:cNvPr id="168" name="text_167">
            <a:extLst>
              <a:ext uri="{FF2B5EF4-FFF2-40B4-BE49-F238E27FC236}">
                <ns2:creationId id="{E822886D-8193-440D-A9D1-D5F620879F8C}"/>
              </a:ext>
            </a:extLst>
          </p:cNvPr>
          <p:cNvSpPr>
            <a:spLocks noGrp="1"/>
          </p:cNvSpPr>
          <p:nvPr/>
        </p:nvSpPr>
        <p:spPr>
          <a:xfrm rot="0">
            <a:off x="3648075" y="5829300"/>
            <a:ext cx="209550" cy="219075"/>
          </a:xfrm>
          <a:prstGeom prst="rect">
            <a:avLst/>
          </a:prstGeom>
          <a:noFill/>
          <a:ln w="0">
            <a:noFill/>
            <a:prstDash val="solid"/>
          </a:ln>
        </p:spPr>
        <p:txBody>
          <a:bodyPr wrap="none" lIns="0" tIns="0" rIns="0" bIns="0" anchor="t">
            <a:noAutofit/>
          </a:bodyPr>
          <a:lstStyle>
            <a:defPPr algn="r">
              <a:defRPr sz="1125" b="0">
                <a:solidFill>
                  <a:srgbClr val="000000"/>
                </a:solidFill>
                <a:latin typeface="Arial"/>
                <a:ea typeface="Arial"/>
                <a:cs typeface="Arial"/>
              </a:defRPr>
            </a:defPPr>
            <a:lvl1pPr algn="r">
              <a:defRPr sz="1125" b="0">
                <a:solidFill>
                  <a:srgbClr val="000000"/>
                </a:solidFill>
                <a:latin typeface="Arial"/>
                <a:ea typeface="Arial"/>
                <a:cs typeface="Arial"/>
              </a:defRPr>
            </a:lvl1pPr>
            <a:lvl2pPr algn="r">
              <a:defRPr sz="1125" b="0">
                <a:solidFill>
                  <a:srgbClr val="000000"/>
                </a:solidFill>
                <a:latin typeface="Arial"/>
                <a:ea typeface="Arial"/>
                <a:cs typeface="Arial"/>
              </a:defRPr>
            </a:lvl2pPr>
            <a:lvl3pPr algn="r">
              <a:defRPr sz="1125" b="0">
                <a:solidFill>
                  <a:srgbClr val="000000"/>
                </a:solidFill>
                <a:latin typeface="Arial"/>
                <a:ea typeface="Arial"/>
                <a:cs typeface="Arial"/>
              </a:defRPr>
            </a:lvl3pPr>
            <a:lvl4pPr algn="r">
              <a:defRPr sz="1125" b="0">
                <a:solidFill>
                  <a:srgbClr val="000000"/>
                </a:solidFill>
                <a:latin typeface="Arial"/>
                <a:ea typeface="Arial"/>
                <a:cs typeface="Arial"/>
              </a:defRPr>
            </a:lvl4pPr>
            <a:lvl5pPr algn="r">
              <a:defRPr sz="1125" b="0">
                <a:solidFill>
                  <a:srgbClr val="000000"/>
                </a:solidFill>
                <a:latin typeface="Arial"/>
                <a:ea typeface="Arial"/>
                <a:cs typeface="Arial"/>
              </a:defRPr>
            </a:lvl5pPr>
            <a:lvl6pPr algn="r">
              <a:defRPr sz="1125" b="0">
                <a:solidFill>
                  <a:srgbClr val="000000"/>
                </a:solidFill>
                <a:latin typeface="Arial"/>
                <a:ea typeface="Arial"/>
                <a:cs typeface="Arial"/>
              </a:defRPr>
            </a:lvl6pPr>
            <a:lvl7pPr algn="r">
              <a:defRPr sz="1125" b="0">
                <a:solidFill>
                  <a:srgbClr val="000000"/>
                </a:solidFill>
                <a:latin typeface="Arial"/>
                <a:ea typeface="Arial"/>
                <a:cs typeface="Arial"/>
              </a:defRPr>
            </a:lvl7pPr>
            <a:lvl8pPr algn="r">
              <a:defRPr sz="1125" b="0">
                <a:solidFill>
                  <a:srgbClr val="000000"/>
                </a:solidFill>
                <a:latin typeface="Arial"/>
                <a:ea typeface="Arial"/>
                <a:cs typeface="Arial"/>
              </a:defRPr>
            </a:lvl8pPr>
            <a:lvl9pPr algn="r">
              <a:defRPr sz="1125" b="0">
                <a:solidFill>
                  <a:srgbClr val="000000"/>
                </a:solidFill>
                <a:latin typeface="Arial"/>
                <a:ea typeface="Arial"/>
                <a:cs typeface="Arial"/>
              </a:defRPr>
            </a:lvl9pPr>
          </a:lstStyle>
          <a:p>
            <a:pPr algn="r">
              <a:defRPr sz="1125" b="0">
                <a:solidFill>
                  <a:srgbClr val="000000"/>
                </a:solidFill>
                <a:latin typeface="Arial"/>
                <a:ea typeface="Arial"/>
                <a:cs typeface="Arial"/>
              </a:defRPr>
            </a:pPr>
            <a:r>
              <a:rPr sz="1125" b="0">
                <a:solidFill>
                  <a:srgbClr val="000000"/>
                </a:solidFill>
                <a:latin typeface="Arial"/>
                <a:ea typeface="Arial"/>
                <a:cs typeface="Arial"/>
              </a:rPr>
              <a:t>0</a:t>
            </a:r>
          </a:p>
        </p:txBody>
      </p:sp>
      <p:sp>
        <p:nvSpPr>
          <p:cNvPr id="169" name="text_168">
            <a:extLst>
              <a:ext uri="{FF2B5EF4-FFF2-40B4-BE49-F238E27FC236}">
                <ns2:creationId id="{211871FF-6336-4AE3-A66B-BEE5E1800E5E}"/>
              </a:ext>
            </a:extLst>
          </p:cNvPr>
          <p:cNvSpPr>
            <a:spLocks noGrp="1"/>
          </p:cNvSpPr>
          <p:nvPr/>
        </p:nvSpPr>
        <p:spPr>
          <a:xfrm rot="0">
            <a:off x="7229475" y="5829300"/>
            <a:ext cx="723900" cy="219075"/>
          </a:xfrm>
          <a:prstGeom prst="rect">
            <a:avLst/>
          </a:prstGeom>
          <a:noFill/>
          <a:ln w="0">
            <a:noFill/>
            <a:prstDash val="solid"/>
          </a:ln>
        </p:spPr>
        <p:txBody>
          <a:bodyPr wrap="none" lIns="0" tIns="0" rIns="0" bIns="0" anchor="t">
            <a:noAutofit/>
          </a:bodyPr>
          <a:lstStyle>
            <a:defPPr algn="l">
              <a:defRPr sz="1125" b="0">
                <a:solidFill>
                  <a:srgbClr val="000000"/>
                </a:solidFill>
                <a:latin typeface="Arial"/>
                <a:ea typeface="Arial"/>
                <a:cs typeface="Arial"/>
              </a:defRPr>
            </a:defPPr>
            <a:lvl1pPr algn="l">
              <a:defRPr sz="1125" b="0">
                <a:solidFill>
                  <a:srgbClr val="000000"/>
                </a:solidFill>
                <a:latin typeface="Arial"/>
                <a:ea typeface="Arial"/>
                <a:cs typeface="Arial"/>
              </a:defRPr>
            </a:lvl1pPr>
            <a:lvl2pPr algn="l">
              <a:defRPr sz="1125" b="0">
                <a:solidFill>
                  <a:srgbClr val="000000"/>
                </a:solidFill>
                <a:latin typeface="Arial"/>
                <a:ea typeface="Arial"/>
                <a:cs typeface="Arial"/>
              </a:defRPr>
            </a:lvl2pPr>
            <a:lvl3pPr algn="l">
              <a:defRPr sz="1125" b="0">
                <a:solidFill>
                  <a:srgbClr val="000000"/>
                </a:solidFill>
                <a:latin typeface="Arial"/>
                <a:ea typeface="Arial"/>
                <a:cs typeface="Arial"/>
              </a:defRPr>
            </a:lvl3pPr>
            <a:lvl4pPr algn="l">
              <a:defRPr sz="1125" b="0">
                <a:solidFill>
                  <a:srgbClr val="000000"/>
                </a:solidFill>
                <a:latin typeface="Arial"/>
                <a:ea typeface="Arial"/>
                <a:cs typeface="Arial"/>
              </a:defRPr>
            </a:lvl4pPr>
            <a:lvl5pPr algn="l">
              <a:defRPr sz="1125" b="0">
                <a:solidFill>
                  <a:srgbClr val="000000"/>
                </a:solidFill>
                <a:latin typeface="Arial"/>
                <a:ea typeface="Arial"/>
                <a:cs typeface="Arial"/>
              </a:defRPr>
            </a:lvl5pPr>
            <a:lvl6pPr algn="l">
              <a:defRPr sz="1125" b="0">
                <a:solidFill>
                  <a:srgbClr val="000000"/>
                </a:solidFill>
                <a:latin typeface="Arial"/>
                <a:ea typeface="Arial"/>
                <a:cs typeface="Arial"/>
              </a:defRPr>
            </a:lvl6pPr>
            <a:lvl7pPr algn="l">
              <a:defRPr sz="1125" b="0">
                <a:solidFill>
                  <a:srgbClr val="000000"/>
                </a:solidFill>
                <a:latin typeface="Arial"/>
                <a:ea typeface="Arial"/>
                <a:cs typeface="Arial"/>
              </a:defRPr>
            </a:lvl7pPr>
            <a:lvl8pPr algn="l">
              <a:defRPr sz="1125" b="0">
                <a:solidFill>
                  <a:srgbClr val="000000"/>
                </a:solidFill>
                <a:latin typeface="Arial"/>
                <a:ea typeface="Arial"/>
                <a:cs typeface="Arial"/>
              </a:defRPr>
            </a:lvl8pPr>
            <a:lvl9pPr algn="l">
              <a:defRPr sz="1125" b="0">
                <a:solidFill>
                  <a:srgbClr val="000000"/>
                </a:solidFill>
                <a:latin typeface="Arial"/>
                <a:ea typeface="Arial"/>
                <a:cs typeface="Arial"/>
              </a:defRPr>
            </a:lvl9pPr>
          </a:lstStyle>
          <a:p>
            <a:pPr algn="l">
              <a:defRPr sz="1125" b="0">
                <a:solidFill>
                  <a:srgbClr val="000000"/>
                </a:solidFill>
                <a:latin typeface="Arial"/>
                <a:ea typeface="Arial"/>
                <a:cs typeface="Arial"/>
              </a:defRPr>
            </a:pPr>
            <a:r>
              <a:rPr sz="1125" b="0">
                <a:solidFill>
                  <a:srgbClr val="000000"/>
                </a:solidFill>
                <a:latin typeface="Arial"/>
                <a:ea typeface="Arial"/>
                <a:cs typeface="Arial"/>
              </a:rPr>
              <a:t>12.05</a:t>
            </a:r>
          </a:p>
        </p:txBody>
      </p:sp>
      <p:pic>
        <p:nvPicPr>
          <p:cNvPr id="170" name="">
            <a:extLst>
              <a:ext uri="{FF2B5EF4-FFF2-40B4-BE49-F238E27FC236}">
                <ns2:creationId id="{7095E76E-5C62-47AD-9C13-0BA40C7BDCBC}"/>
              </a:ext>
            </a:extLst>
          </p:cNvPr>
          <p:cNvPicPr>
            <a:picLocks noChangeAspect="1"/>
          </p:cNvPicPr>
          <p:nvPr/>
        </p:nvPicPr>
        <p:blipFill>
          <a:blip r:embed="R8aa60bd01a5540b4"/>
          <a:stretch/>
        </p:blipFill>
        <p:spPr>
          <a:xfrm>
            <a:off x="3905250" y="9096375"/>
            <a:ext cx="3238500" cy="95250"/>
          </a:xfrm>
          <a:prstGeom prst="rect">
            <a:avLst/>
          </a:prstGeom>
        </p:spPr>
      </p:pic>
      <p:sp>
        <p:nvSpPr>
          <p:cNvPr id="171" name="text_170">
            <a:extLst>
              <a:ext uri="{FF2B5EF4-FFF2-40B4-BE49-F238E27FC236}">
                <ns2:creationId id="{E58A746B-C7DA-49E9-AB45-81FFBB9FD71E}"/>
              </a:ext>
            </a:extLst>
          </p:cNvPr>
          <p:cNvSpPr>
            <a:spLocks noGrp="1"/>
          </p:cNvSpPr>
          <p:nvPr/>
        </p:nvSpPr>
        <p:spPr>
          <a:xfrm rot="0">
            <a:off x="571500" y="9039225"/>
            <a:ext cx="3143250" cy="228600"/>
          </a:xfrm>
          <a:prstGeom prst="rect">
            <a:avLst/>
          </a:prstGeom>
          <a:noFill/>
          <a:ln w="0">
            <a:noFill/>
            <a:prstDash val="solid"/>
          </a:ln>
        </p:spPr>
        <p:txBody>
          <a:bodyPr wrap="none" lIns="0" tIns="0" rIns="0" bIns="0" anchor="t">
            <a:noAutofit/>
          </a:bodyPr>
          <a:lstStyle>
            <a:defPPr algn="l">
              <a:defRPr sz="1275" b="0">
                <a:solidFill>
                  <a:srgbClr val="000000"/>
                </a:solidFill>
                <a:latin typeface="Arial"/>
                <a:ea typeface="Arial"/>
                <a:cs typeface="Arial"/>
              </a:defRPr>
            </a:defPPr>
            <a:lvl1pPr algn="l">
              <a:defRPr sz="1275" b="0">
                <a:solidFill>
                  <a:srgbClr val="000000"/>
                </a:solidFill>
                <a:latin typeface="Arial"/>
                <a:ea typeface="Arial"/>
                <a:cs typeface="Arial"/>
              </a:defRPr>
            </a:lvl1pPr>
            <a:lvl2pPr algn="l">
              <a:defRPr sz="1275" b="0">
                <a:solidFill>
                  <a:srgbClr val="000000"/>
                </a:solidFill>
                <a:latin typeface="Arial"/>
                <a:ea typeface="Arial"/>
                <a:cs typeface="Arial"/>
              </a:defRPr>
            </a:lvl2pPr>
            <a:lvl3pPr algn="l">
              <a:defRPr sz="1275" b="0">
                <a:solidFill>
                  <a:srgbClr val="000000"/>
                </a:solidFill>
                <a:latin typeface="Arial"/>
                <a:ea typeface="Arial"/>
                <a:cs typeface="Arial"/>
              </a:defRPr>
            </a:lvl3pPr>
            <a:lvl4pPr algn="l">
              <a:defRPr sz="1275" b="0">
                <a:solidFill>
                  <a:srgbClr val="000000"/>
                </a:solidFill>
                <a:latin typeface="Arial"/>
                <a:ea typeface="Arial"/>
                <a:cs typeface="Arial"/>
              </a:defRPr>
            </a:lvl4pPr>
            <a:lvl5pPr algn="l">
              <a:defRPr sz="1275" b="0">
                <a:solidFill>
                  <a:srgbClr val="000000"/>
                </a:solidFill>
                <a:latin typeface="Arial"/>
                <a:ea typeface="Arial"/>
                <a:cs typeface="Arial"/>
              </a:defRPr>
            </a:lvl5pPr>
            <a:lvl6pPr algn="l">
              <a:defRPr sz="1275" b="0">
                <a:solidFill>
                  <a:srgbClr val="000000"/>
                </a:solidFill>
                <a:latin typeface="Arial"/>
                <a:ea typeface="Arial"/>
                <a:cs typeface="Arial"/>
              </a:defRPr>
            </a:lvl6pPr>
            <a:lvl7pPr algn="l">
              <a:defRPr sz="1275" b="0">
                <a:solidFill>
                  <a:srgbClr val="000000"/>
                </a:solidFill>
                <a:latin typeface="Arial"/>
                <a:ea typeface="Arial"/>
                <a:cs typeface="Arial"/>
              </a:defRPr>
            </a:lvl7pPr>
            <a:lvl8pPr algn="l">
              <a:defRPr sz="1275" b="0">
                <a:solidFill>
                  <a:srgbClr val="000000"/>
                </a:solidFill>
                <a:latin typeface="Arial"/>
                <a:ea typeface="Arial"/>
                <a:cs typeface="Arial"/>
              </a:defRPr>
            </a:lvl8pPr>
            <a:lvl9pPr algn="l">
              <a:defRPr sz="1275" b="0">
                <a:solidFill>
                  <a:srgbClr val="000000"/>
                </a:solidFill>
                <a:latin typeface="Arial"/>
                <a:ea typeface="Arial"/>
                <a:cs typeface="Arial"/>
              </a:defRPr>
            </a:lvl9pPr>
          </a:lstStyle>
          <a:p>
            <a:pPr algn="l">
              <a:defRPr sz="1275" b="0">
                <a:solidFill>
                  <a:srgbClr val="000000"/>
                </a:solidFill>
                <a:latin typeface="Arial"/>
                <a:ea typeface="Arial"/>
                <a:cs typeface="Arial"/>
              </a:defRPr>
            </a:pPr>
            <a:r>
              <a:rPr sz="1275" b="0">
                <a:solidFill>
                  <a:srgbClr val="000000"/>
                </a:solidFill>
                <a:latin typeface="Arial"/>
                <a:ea typeface="Arial"/>
                <a:cs typeface="Arial"/>
              </a:rPr>
              <a:t>Processed log-FRP</a:t>
            </a:r>
          </a:p>
        </p:txBody>
      </p:sp>
      <p:sp>
        <p:nvSpPr>
          <p:cNvPr id="172" name="text_171">
            <a:extLst>
              <a:ext uri="{FF2B5EF4-FFF2-40B4-BE49-F238E27FC236}">
                <ns2:creationId id="{0E051558-C936-42B4-9883-12EC4CD343A1}"/>
              </a:ext>
            </a:extLst>
          </p:cNvPr>
          <p:cNvSpPr>
            <a:spLocks noGrp="1"/>
          </p:cNvSpPr>
          <p:nvPr/>
        </p:nvSpPr>
        <p:spPr>
          <a:xfrm rot="0">
            <a:off x="3648075" y="9039225"/>
            <a:ext cx="209550" cy="219075"/>
          </a:xfrm>
          <a:prstGeom prst="rect">
            <a:avLst/>
          </a:prstGeom>
          <a:noFill/>
          <a:ln w="0">
            <a:noFill/>
            <a:prstDash val="solid"/>
          </a:ln>
        </p:spPr>
        <p:txBody>
          <a:bodyPr wrap="none" lIns="0" tIns="0" rIns="0" bIns="0" anchor="t">
            <a:noAutofit/>
          </a:bodyPr>
          <a:lstStyle>
            <a:defPPr algn="r">
              <a:defRPr sz="1125" b="0">
                <a:solidFill>
                  <a:srgbClr val="000000"/>
                </a:solidFill>
                <a:latin typeface="Arial"/>
                <a:ea typeface="Arial"/>
                <a:cs typeface="Arial"/>
              </a:defRPr>
            </a:defPPr>
            <a:lvl1pPr algn="r">
              <a:defRPr sz="1125" b="0">
                <a:solidFill>
                  <a:srgbClr val="000000"/>
                </a:solidFill>
                <a:latin typeface="Arial"/>
                <a:ea typeface="Arial"/>
                <a:cs typeface="Arial"/>
              </a:defRPr>
            </a:lvl1pPr>
            <a:lvl2pPr algn="r">
              <a:defRPr sz="1125" b="0">
                <a:solidFill>
                  <a:srgbClr val="000000"/>
                </a:solidFill>
                <a:latin typeface="Arial"/>
                <a:ea typeface="Arial"/>
                <a:cs typeface="Arial"/>
              </a:defRPr>
            </a:lvl2pPr>
            <a:lvl3pPr algn="r">
              <a:defRPr sz="1125" b="0">
                <a:solidFill>
                  <a:srgbClr val="000000"/>
                </a:solidFill>
                <a:latin typeface="Arial"/>
                <a:ea typeface="Arial"/>
                <a:cs typeface="Arial"/>
              </a:defRPr>
            </a:lvl3pPr>
            <a:lvl4pPr algn="r">
              <a:defRPr sz="1125" b="0">
                <a:solidFill>
                  <a:srgbClr val="000000"/>
                </a:solidFill>
                <a:latin typeface="Arial"/>
                <a:ea typeface="Arial"/>
                <a:cs typeface="Arial"/>
              </a:defRPr>
            </a:lvl4pPr>
            <a:lvl5pPr algn="r">
              <a:defRPr sz="1125" b="0">
                <a:solidFill>
                  <a:srgbClr val="000000"/>
                </a:solidFill>
                <a:latin typeface="Arial"/>
                <a:ea typeface="Arial"/>
                <a:cs typeface="Arial"/>
              </a:defRPr>
            </a:lvl5pPr>
            <a:lvl6pPr algn="r">
              <a:defRPr sz="1125" b="0">
                <a:solidFill>
                  <a:srgbClr val="000000"/>
                </a:solidFill>
                <a:latin typeface="Arial"/>
                <a:ea typeface="Arial"/>
                <a:cs typeface="Arial"/>
              </a:defRPr>
            </a:lvl6pPr>
            <a:lvl7pPr algn="r">
              <a:defRPr sz="1125" b="0">
                <a:solidFill>
                  <a:srgbClr val="000000"/>
                </a:solidFill>
                <a:latin typeface="Arial"/>
                <a:ea typeface="Arial"/>
                <a:cs typeface="Arial"/>
              </a:defRPr>
            </a:lvl7pPr>
            <a:lvl8pPr algn="r">
              <a:defRPr sz="1125" b="0">
                <a:solidFill>
                  <a:srgbClr val="000000"/>
                </a:solidFill>
                <a:latin typeface="Arial"/>
                <a:ea typeface="Arial"/>
                <a:cs typeface="Arial"/>
              </a:defRPr>
            </a:lvl8pPr>
            <a:lvl9pPr algn="r">
              <a:defRPr sz="1125" b="0">
                <a:solidFill>
                  <a:srgbClr val="000000"/>
                </a:solidFill>
                <a:latin typeface="Arial"/>
                <a:ea typeface="Arial"/>
                <a:cs typeface="Arial"/>
              </a:defRPr>
            </a:lvl9pPr>
          </a:lstStyle>
          <a:p>
            <a:pPr algn="r">
              <a:defRPr sz="1125" b="0">
                <a:solidFill>
                  <a:srgbClr val="000000"/>
                </a:solidFill>
                <a:latin typeface="Arial"/>
                <a:ea typeface="Arial"/>
                <a:cs typeface="Arial"/>
              </a:defRPr>
            </a:pPr>
            <a:r>
              <a:rPr sz="1125" b="0">
                <a:solidFill>
                  <a:srgbClr val="000000"/>
                </a:solidFill>
                <a:latin typeface="Arial"/>
                <a:ea typeface="Arial"/>
                <a:cs typeface="Arial"/>
              </a:rPr>
              <a:t>0</a:t>
            </a:r>
          </a:p>
        </p:txBody>
      </p:sp>
      <p:sp>
        <p:nvSpPr>
          <p:cNvPr id="173" name="text_172">
            <a:extLst>
              <a:ext uri="{FF2B5EF4-FFF2-40B4-BE49-F238E27FC236}">
                <ns2:creationId id="{6A230775-3626-400A-B0C2-7C66A472A305}"/>
              </a:ext>
            </a:extLst>
          </p:cNvPr>
          <p:cNvSpPr>
            <a:spLocks noGrp="1"/>
          </p:cNvSpPr>
          <p:nvPr/>
        </p:nvSpPr>
        <p:spPr>
          <a:xfrm rot="0">
            <a:off x="7229475" y="9039225"/>
            <a:ext cx="723900" cy="219075"/>
          </a:xfrm>
          <a:prstGeom prst="rect">
            <a:avLst/>
          </a:prstGeom>
          <a:noFill/>
          <a:ln w="0">
            <a:noFill/>
            <a:prstDash val="solid"/>
          </a:ln>
        </p:spPr>
        <p:txBody>
          <a:bodyPr wrap="none" lIns="0" tIns="0" rIns="0" bIns="0" anchor="t">
            <a:noAutofit/>
          </a:bodyPr>
          <a:lstStyle>
            <a:defPPr algn="l">
              <a:defRPr sz="1125" b="0">
                <a:solidFill>
                  <a:srgbClr val="000000"/>
                </a:solidFill>
                <a:latin typeface="Arial"/>
                <a:ea typeface="Arial"/>
                <a:cs typeface="Arial"/>
              </a:defRPr>
            </a:defPPr>
            <a:lvl1pPr algn="l">
              <a:defRPr sz="1125" b="0">
                <a:solidFill>
                  <a:srgbClr val="000000"/>
                </a:solidFill>
                <a:latin typeface="Arial"/>
                <a:ea typeface="Arial"/>
                <a:cs typeface="Arial"/>
              </a:defRPr>
            </a:lvl1pPr>
            <a:lvl2pPr algn="l">
              <a:defRPr sz="1125" b="0">
                <a:solidFill>
                  <a:srgbClr val="000000"/>
                </a:solidFill>
                <a:latin typeface="Arial"/>
                <a:ea typeface="Arial"/>
                <a:cs typeface="Arial"/>
              </a:defRPr>
            </a:lvl2pPr>
            <a:lvl3pPr algn="l">
              <a:defRPr sz="1125" b="0">
                <a:solidFill>
                  <a:srgbClr val="000000"/>
                </a:solidFill>
                <a:latin typeface="Arial"/>
                <a:ea typeface="Arial"/>
                <a:cs typeface="Arial"/>
              </a:defRPr>
            </a:lvl3pPr>
            <a:lvl4pPr algn="l">
              <a:defRPr sz="1125" b="0">
                <a:solidFill>
                  <a:srgbClr val="000000"/>
                </a:solidFill>
                <a:latin typeface="Arial"/>
                <a:ea typeface="Arial"/>
                <a:cs typeface="Arial"/>
              </a:defRPr>
            </a:lvl4pPr>
            <a:lvl5pPr algn="l">
              <a:defRPr sz="1125" b="0">
                <a:solidFill>
                  <a:srgbClr val="000000"/>
                </a:solidFill>
                <a:latin typeface="Arial"/>
                <a:ea typeface="Arial"/>
                <a:cs typeface="Arial"/>
              </a:defRPr>
            </a:lvl5pPr>
            <a:lvl6pPr algn="l">
              <a:defRPr sz="1125" b="0">
                <a:solidFill>
                  <a:srgbClr val="000000"/>
                </a:solidFill>
                <a:latin typeface="Arial"/>
                <a:ea typeface="Arial"/>
                <a:cs typeface="Arial"/>
              </a:defRPr>
            </a:lvl6pPr>
            <a:lvl7pPr algn="l">
              <a:defRPr sz="1125" b="0">
                <a:solidFill>
                  <a:srgbClr val="000000"/>
                </a:solidFill>
                <a:latin typeface="Arial"/>
                <a:ea typeface="Arial"/>
                <a:cs typeface="Arial"/>
              </a:defRPr>
            </a:lvl7pPr>
            <a:lvl8pPr algn="l">
              <a:defRPr sz="1125" b="0">
                <a:solidFill>
                  <a:srgbClr val="000000"/>
                </a:solidFill>
                <a:latin typeface="Arial"/>
                <a:ea typeface="Arial"/>
                <a:cs typeface="Arial"/>
              </a:defRPr>
            </a:lvl8pPr>
            <a:lvl9pPr algn="l">
              <a:defRPr sz="1125" b="0">
                <a:solidFill>
                  <a:srgbClr val="000000"/>
                </a:solidFill>
                <a:latin typeface="Arial"/>
                <a:ea typeface="Arial"/>
                <a:cs typeface="Arial"/>
              </a:defRPr>
            </a:lvl9pPr>
          </a:lstStyle>
          <a:p>
            <a:pPr algn="l">
              <a:defRPr sz="1125" b="0">
                <a:solidFill>
                  <a:srgbClr val="000000"/>
                </a:solidFill>
                <a:latin typeface="Arial"/>
                <a:ea typeface="Arial"/>
                <a:cs typeface="Arial"/>
              </a:defRPr>
            </a:pPr>
            <a:r>
              <a:rPr sz="1125" b="0">
                <a:solidFill>
                  <a:srgbClr val="000000"/>
                </a:solidFill>
                <a:latin typeface="Arial"/>
                <a:ea typeface="Arial"/>
                <a:cs typeface="Arial"/>
              </a:rPr>
              <a:t>4.21</a:t>
            </a:r>
          </a:p>
        </p:txBody>
      </p:sp>
      <p:sp>
        <p:nvSpPr>
          <p:cNvPr id="174" name="text_173">
            <a:extLst>
              <a:ext uri="{FF2B5EF4-FFF2-40B4-BE49-F238E27FC236}">
                <ns2:creationId id="{34AD4E28-47C8-41C9-8D87-061E1E40BCBA}"/>
              </a:ext>
            </a:extLst>
          </p:cNvPr>
          <p:cNvSpPr>
            <a:spLocks noGrp="1"/>
          </p:cNvSpPr>
          <p:nvPr/>
        </p:nvSpPr>
        <p:spPr>
          <a:xfrm rot="0">
            <a:off x="8553450" y="2343150"/>
            <a:ext cx="3524250" cy="276225"/>
          </a:xfrm>
          <a:prstGeom prst="rect">
            <a:avLst/>
          </a:prstGeom>
          <a:noFill/>
          <a:ln w="0">
            <a:noFill/>
            <a:prstDash val="solid"/>
          </a:ln>
        </p:spPr>
        <p:txBody>
          <a:bodyPr wrap="none" lIns="0" tIns="0" rIns="0" bIns="0" anchor="t">
            <a:noAutofit/>
          </a:bodyPr>
          <a:lstStyle>
            <a:defPPr algn="l">
              <a:defRPr sz="1650" b="1">
                <a:solidFill>
                  <a:srgbClr val="000000"/>
                </a:solidFill>
                <a:latin typeface="Arial"/>
                <a:ea typeface="Arial"/>
                <a:cs typeface="Arial"/>
              </a:defRPr>
            </a:defPPr>
            <a:lvl1pPr algn="l">
              <a:defRPr sz="1650" b="1">
                <a:solidFill>
                  <a:srgbClr val="000000"/>
                </a:solidFill>
                <a:latin typeface="Arial"/>
                <a:ea typeface="Arial"/>
                <a:cs typeface="Arial"/>
              </a:defRPr>
            </a:lvl1pPr>
            <a:lvl2pPr algn="l">
              <a:defRPr sz="1650" b="1">
                <a:solidFill>
                  <a:srgbClr val="000000"/>
                </a:solidFill>
                <a:latin typeface="Arial"/>
                <a:ea typeface="Arial"/>
                <a:cs typeface="Arial"/>
              </a:defRPr>
            </a:lvl2pPr>
            <a:lvl3pPr algn="l">
              <a:defRPr sz="1650" b="1">
                <a:solidFill>
                  <a:srgbClr val="000000"/>
                </a:solidFill>
                <a:latin typeface="Arial"/>
                <a:ea typeface="Arial"/>
                <a:cs typeface="Arial"/>
              </a:defRPr>
            </a:lvl3pPr>
            <a:lvl4pPr algn="l">
              <a:defRPr sz="1650" b="1">
                <a:solidFill>
                  <a:srgbClr val="000000"/>
                </a:solidFill>
                <a:latin typeface="Arial"/>
                <a:ea typeface="Arial"/>
                <a:cs typeface="Arial"/>
              </a:defRPr>
            </a:lvl4pPr>
            <a:lvl5pPr algn="l">
              <a:defRPr sz="1650" b="1">
                <a:solidFill>
                  <a:srgbClr val="000000"/>
                </a:solidFill>
                <a:latin typeface="Arial"/>
                <a:ea typeface="Arial"/>
                <a:cs typeface="Arial"/>
              </a:defRPr>
            </a:lvl5pPr>
            <a:lvl6pPr algn="l">
              <a:defRPr sz="1650" b="1">
                <a:solidFill>
                  <a:srgbClr val="000000"/>
                </a:solidFill>
                <a:latin typeface="Arial"/>
                <a:ea typeface="Arial"/>
                <a:cs typeface="Arial"/>
              </a:defRPr>
            </a:lvl6pPr>
            <a:lvl7pPr algn="l">
              <a:defRPr sz="1650" b="1">
                <a:solidFill>
                  <a:srgbClr val="000000"/>
                </a:solidFill>
                <a:latin typeface="Arial"/>
                <a:ea typeface="Arial"/>
                <a:cs typeface="Arial"/>
              </a:defRPr>
            </a:lvl7pPr>
            <a:lvl8pPr algn="l">
              <a:defRPr sz="1650" b="1">
                <a:solidFill>
                  <a:srgbClr val="000000"/>
                </a:solidFill>
                <a:latin typeface="Arial"/>
                <a:ea typeface="Arial"/>
                <a:cs typeface="Arial"/>
              </a:defRPr>
            </a:lvl8pPr>
            <a:lvl9pPr algn="l">
              <a:defRPr sz="1650" b="1">
                <a:solidFill>
                  <a:srgbClr val="000000"/>
                </a:solidFill>
                <a:latin typeface="Arial"/>
                <a:ea typeface="Arial"/>
                <a:cs typeface="Arial"/>
              </a:defRPr>
            </a:lvl9pPr>
          </a:lstStyle>
          <a:p>
            <a:pPr algn="l">
              <a:defRPr sz="1650" b="1">
                <a:solidFill>
                  <a:srgbClr val="000000"/>
                </a:solidFill>
                <a:latin typeface="Arial"/>
                <a:ea typeface="Arial"/>
                <a:cs typeface="Arial"/>
              </a:defRPr>
            </a:pPr>
            <a:r>
              <a:rPr sz="1650" b="1">
                <a:solidFill>
                  <a:srgbClr val="000000"/>
                </a:solidFill>
                <a:latin typeface="Arial"/>
                <a:ea typeface="Arial"/>
                <a:cs typeface="Arial"/>
              </a:rPr>
              <a:t>(d) Frame 18: saved profiles</a:t>
            </a:r>
          </a:p>
        </p:txBody>
      </p:sp>
      <p:sp>
        <p:nvSpPr>
          <p:cNvPr id="175" name="text_174">
            <a:extLst>
              <a:ext uri="{FF2B5EF4-FFF2-40B4-BE49-F238E27FC236}">
                <ns2:creationId id="{FDB7C550-E6EB-44EF-AA20-A82C3CB66D96}"/>
              </a:ext>
            </a:extLst>
          </p:cNvPr>
          <p:cNvSpPr>
            <a:spLocks noGrp="1"/>
          </p:cNvSpPr>
          <p:nvPr/>
        </p:nvSpPr>
        <p:spPr>
          <a:xfrm rot="0">
            <a:off x="8905875" y="2790825"/>
            <a:ext cx="3048000" cy="228600"/>
          </a:xfrm>
          <a:prstGeom prst="rect">
            <a:avLst/>
          </a:prstGeom>
          <a:noFill/>
          <a:ln w="0">
            <a:noFill/>
            <a:prstDash val="solid"/>
          </a:ln>
        </p:spPr>
        <p:txBody>
          <a:bodyPr wrap="none" lIns="0" tIns="0" rIns="0" bIns="0" anchor="t">
            <a:noAutofit/>
          </a:bodyPr>
          <a:lstStyle>
            <a:defPPr algn="l">
              <a:defRPr sz="1275" b="0">
                <a:solidFill>
                  <a:srgbClr val="000000"/>
                </a:solidFill>
                <a:latin typeface="Arial"/>
                <a:ea typeface="Arial"/>
                <a:cs typeface="Arial"/>
              </a:defRPr>
            </a:defPPr>
            <a:lvl1pPr algn="l">
              <a:defRPr sz="1275" b="0">
                <a:solidFill>
                  <a:srgbClr val="000000"/>
                </a:solidFill>
                <a:latin typeface="Arial"/>
                <a:ea typeface="Arial"/>
                <a:cs typeface="Arial"/>
              </a:defRPr>
            </a:lvl1pPr>
            <a:lvl2pPr algn="l">
              <a:defRPr sz="1275" b="0">
                <a:solidFill>
                  <a:srgbClr val="000000"/>
                </a:solidFill>
                <a:latin typeface="Arial"/>
                <a:ea typeface="Arial"/>
                <a:cs typeface="Arial"/>
              </a:defRPr>
            </a:lvl2pPr>
            <a:lvl3pPr algn="l">
              <a:defRPr sz="1275" b="0">
                <a:solidFill>
                  <a:srgbClr val="000000"/>
                </a:solidFill>
                <a:latin typeface="Arial"/>
                <a:ea typeface="Arial"/>
                <a:cs typeface="Arial"/>
              </a:defRPr>
            </a:lvl3pPr>
            <a:lvl4pPr algn="l">
              <a:defRPr sz="1275" b="0">
                <a:solidFill>
                  <a:srgbClr val="000000"/>
                </a:solidFill>
                <a:latin typeface="Arial"/>
                <a:ea typeface="Arial"/>
                <a:cs typeface="Arial"/>
              </a:defRPr>
            </a:lvl4pPr>
            <a:lvl5pPr algn="l">
              <a:defRPr sz="1275" b="0">
                <a:solidFill>
                  <a:srgbClr val="000000"/>
                </a:solidFill>
                <a:latin typeface="Arial"/>
                <a:ea typeface="Arial"/>
                <a:cs typeface="Arial"/>
              </a:defRPr>
            </a:lvl5pPr>
            <a:lvl6pPr algn="l">
              <a:defRPr sz="1275" b="0">
                <a:solidFill>
                  <a:srgbClr val="000000"/>
                </a:solidFill>
                <a:latin typeface="Arial"/>
                <a:ea typeface="Arial"/>
                <a:cs typeface="Arial"/>
              </a:defRPr>
            </a:lvl6pPr>
            <a:lvl7pPr algn="l">
              <a:defRPr sz="1275" b="0">
                <a:solidFill>
                  <a:srgbClr val="000000"/>
                </a:solidFill>
                <a:latin typeface="Arial"/>
                <a:ea typeface="Arial"/>
                <a:cs typeface="Arial"/>
              </a:defRPr>
            </a:lvl7pPr>
            <a:lvl8pPr algn="l">
              <a:defRPr sz="1275" b="0">
                <a:solidFill>
                  <a:srgbClr val="000000"/>
                </a:solidFill>
                <a:latin typeface="Arial"/>
                <a:ea typeface="Arial"/>
                <a:cs typeface="Arial"/>
              </a:defRPr>
            </a:lvl8pPr>
            <a:lvl9pPr algn="l">
              <a:defRPr sz="1275" b="0">
                <a:solidFill>
                  <a:srgbClr val="000000"/>
                </a:solidFill>
                <a:latin typeface="Arial"/>
                <a:ea typeface="Arial"/>
                <a:cs typeface="Arial"/>
              </a:defRPr>
            </a:lvl9pPr>
          </a:lstStyle>
          <a:p>
            <a:pPr algn="l">
              <a:defRPr sz="1275" b="0">
                <a:solidFill>
                  <a:srgbClr val="000000"/>
                </a:solidFill>
                <a:latin typeface="Arial"/>
                <a:ea typeface="Arial"/>
                <a:cs typeface="Arial"/>
              </a:defRPr>
            </a:pPr>
            <a:r>
              <a:rPr sz="1275" b="0">
                <a:solidFill>
                  <a:srgbClr val="000000"/>
                </a:solidFill>
                <a:latin typeface="Arial"/>
                <a:ea typeface="Arial"/>
                <a:cs typeface="Arial"/>
              </a:rPr>
              <a:t>Processed log-FRP</a:t>
            </a:r>
          </a:p>
        </p:txBody>
      </p:sp>
      <p:sp>
        <p:nvSpPr>
          <p:cNvPr id="176" name="line_175">
            <a:extLst>
              <a:ext uri="{FF2B5EF4-FFF2-40B4-BE49-F238E27FC236}">
                <ns2:creationId id="{1D7E4962-F845-48B1-A6B6-41DA91B296AE}"/>
              </a:ext>
            </a:extLst>
          </p:cNvPr>
          <p:cNvSpPr>
            <a:spLocks noGrp="1"/>
          </p:cNvSpPr>
          <p:nvPr/>
        </p:nvSpPr>
        <p:spPr>
          <a:xfrm>
            <a:off x="8905875" y="4668012"/>
            <a:ext cx="2971800" cy="95"/>
          </a:xfrm>
          <a:custGeom>
            <a:pathLst>
              <a:path w="2971800" h="95">
                <a:moveTo>
                  <a:pt x="0" y="0"/>
                </a:moveTo>
                <a:lnTo>
                  <a:pt x="2971800" y="0"/>
                </a:lnTo>
              </a:path>
            </a:pathLst>
          </a:custGeom>
          <a:noFill/>
          <a:ln w="5715">
            <a:solidFill>
              <a:srgbClr val="DEE3E7"/>
            </a:solidFill>
            <a:prstDash val="solid"/>
          </a:ln>
        </p:spPr>
      </p:sp>
      <p:sp>
        <p:nvSpPr>
          <p:cNvPr id="177" name="text_176">
            <a:extLst>
              <a:ext uri="{FF2B5EF4-FFF2-40B4-BE49-F238E27FC236}">
                <ns2:creationId id="{554488CA-3356-474E-A427-B95CF18AB462}"/>
              </a:ext>
            </a:extLst>
          </p:cNvPr>
          <p:cNvSpPr>
            <a:spLocks noGrp="1"/>
          </p:cNvSpPr>
          <p:nvPr/>
        </p:nvSpPr>
        <p:spPr>
          <a:xfrm rot="0">
            <a:off x="8572500" y="4572762"/>
            <a:ext cx="257175" cy="228600"/>
          </a:xfrm>
          <a:prstGeom prst="rect">
            <a:avLst/>
          </a:prstGeom>
          <a:noFill/>
          <a:ln w="0">
            <a:noFill/>
            <a:prstDash val="solid"/>
          </a:ln>
        </p:spPr>
        <p:txBody>
          <a:bodyPr wrap="none" lIns="0" tIns="0" rIns="0" bIns="0" anchor="t">
            <a:noAutofit/>
          </a:bodyPr>
          <a:lstStyle>
            <a:defPPr algn="r">
              <a:defRPr sz="1200" b="0">
                <a:solidFill>
                  <a:srgbClr val="000000"/>
                </a:solidFill>
                <a:latin typeface="Arial"/>
                <a:ea typeface="Arial"/>
                <a:cs typeface="Arial"/>
              </a:defRPr>
            </a:defPPr>
            <a:lvl1pPr algn="r">
              <a:defRPr sz="1200" b="0">
                <a:solidFill>
                  <a:srgbClr val="000000"/>
                </a:solidFill>
                <a:latin typeface="Arial"/>
                <a:ea typeface="Arial"/>
                <a:cs typeface="Arial"/>
              </a:defRPr>
            </a:lvl1pPr>
            <a:lvl2pPr algn="r">
              <a:defRPr sz="1200" b="0">
                <a:solidFill>
                  <a:srgbClr val="000000"/>
                </a:solidFill>
                <a:latin typeface="Arial"/>
                <a:ea typeface="Arial"/>
                <a:cs typeface="Arial"/>
              </a:defRPr>
            </a:lvl2pPr>
            <a:lvl3pPr algn="r">
              <a:defRPr sz="1200" b="0">
                <a:solidFill>
                  <a:srgbClr val="000000"/>
                </a:solidFill>
                <a:latin typeface="Arial"/>
                <a:ea typeface="Arial"/>
                <a:cs typeface="Arial"/>
              </a:defRPr>
            </a:lvl3pPr>
            <a:lvl4pPr algn="r">
              <a:defRPr sz="1200" b="0">
                <a:solidFill>
                  <a:srgbClr val="000000"/>
                </a:solidFill>
                <a:latin typeface="Arial"/>
                <a:ea typeface="Arial"/>
                <a:cs typeface="Arial"/>
              </a:defRPr>
            </a:lvl4pPr>
            <a:lvl5pPr algn="r">
              <a:defRPr sz="1200" b="0">
                <a:solidFill>
                  <a:srgbClr val="000000"/>
                </a:solidFill>
                <a:latin typeface="Arial"/>
                <a:ea typeface="Arial"/>
                <a:cs typeface="Arial"/>
              </a:defRPr>
            </a:lvl5pPr>
            <a:lvl6pPr algn="r">
              <a:defRPr sz="1200" b="0">
                <a:solidFill>
                  <a:srgbClr val="000000"/>
                </a:solidFill>
                <a:latin typeface="Arial"/>
                <a:ea typeface="Arial"/>
                <a:cs typeface="Arial"/>
              </a:defRPr>
            </a:lvl6pPr>
            <a:lvl7pPr algn="r">
              <a:defRPr sz="1200" b="0">
                <a:solidFill>
                  <a:srgbClr val="000000"/>
                </a:solidFill>
                <a:latin typeface="Arial"/>
                <a:ea typeface="Arial"/>
                <a:cs typeface="Arial"/>
              </a:defRPr>
            </a:lvl7pPr>
            <a:lvl8pPr algn="r">
              <a:defRPr sz="1200" b="0">
                <a:solidFill>
                  <a:srgbClr val="000000"/>
                </a:solidFill>
                <a:latin typeface="Arial"/>
                <a:ea typeface="Arial"/>
                <a:cs typeface="Arial"/>
              </a:defRPr>
            </a:lvl8pPr>
            <a:lvl9pPr algn="r">
              <a:defRPr sz="1200" b="0">
                <a:solidFill>
                  <a:srgbClr val="000000"/>
                </a:solidFill>
                <a:latin typeface="Arial"/>
                <a:ea typeface="Arial"/>
                <a:cs typeface="Arial"/>
              </a:defRPr>
            </a:lvl9pPr>
          </a:lstStyle>
          <a:p>
            <a:pPr algn="r">
              <a:defRPr sz="1200" b="0">
                <a:solidFill>
                  <a:srgbClr val="000000"/>
                </a:solidFill>
                <a:latin typeface="Arial"/>
                <a:ea typeface="Arial"/>
                <a:cs typeface="Arial"/>
              </a:defRPr>
            </a:pPr>
            <a:r>
              <a:rPr sz="1200" b="0">
                <a:solidFill>
                  <a:srgbClr val="000000"/>
                </a:solidFill>
                <a:latin typeface="Arial"/>
                <a:ea typeface="Arial"/>
                <a:cs typeface="Arial"/>
              </a:rPr>
              <a:t>0</a:t>
            </a:r>
          </a:p>
        </p:txBody>
      </p:sp>
      <p:sp>
        <p:nvSpPr>
          <p:cNvPr id="178" name="line_177">
            <a:extLst>
              <a:ext uri="{FF2B5EF4-FFF2-40B4-BE49-F238E27FC236}">
                <ns2:creationId id="{5F10A5EB-3311-45D1-8E4C-5377BA6EBE43}"/>
              </a:ext>
            </a:extLst>
          </p:cNvPr>
          <p:cNvSpPr>
            <a:spLocks noGrp="1"/>
          </p:cNvSpPr>
          <p:nvPr/>
        </p:nvSpPr>
        <p:spPr>
          <a:xfrm>
            <a:off x="8905875" y="3989832"/>
            <a:ext cx="2971800" cy="95"/>
          </a:xfrm>
          <a:custGeom>
            <a:pathLst>
              <a:path w="2971800" h="95">
                <a:moveTo>
                  <a:pt x="0" y="0"/>
                </a:moveTo>
                <a:lnTo>
                  <a:pt x="2971800" y="0"/>
                </a:lnTo>
              </a:path>
            </a:pathLst>
          </a:custGeom>
          <a:noFill/>
          <a:ln w="5715">
            <a:solidFill>
              <a:srgbClr val="DEE3E7"/>
            </a:solidFill>
            <a:prstDash val="solid"/>
          </a:ln>
        </p:spPr>
      </p:sp>
      <p:sp>
        <p:nvSpPr>
          <p:cNvPr id="179" name="text_178">
            <a:extLst>
              <a:ext uri="{FF2B5EF4-FFF2-40B4-BE49-F238E27FC236}">
                <ns2:creationId id="{7120484F-369E-4F85-8CA0-B8C7387341CD}"/>
              </a:ext>
            </a:extLst>
          </p:cNvPr>
          <p:cNvSpPr>
            <a:spLocks noGrp="1"/>
          </p:cNvSpPr>
          <p:nvPr/>
        </p:nvSpPr>
        <p:spPr>
          <a:xfrm rot="0">
            <a:off x="8572500" y="3894582"/>
            <a:ext cx="257175" cy="228600"/>
          </a:xfrm>
          <a:prstGeom prst="rect">
            <a:avLst/>
          </a:prstGeom>
          <a:noFill/>
          <a:ln w="0">
            <a:noFill/>
            <a:prstDash val="solid"/>
          </a:ln>
        </p:spPr>
        <p:txBody>
          <a:bodyPr wrap="none" lIns="0" tIns="0" rIns="0" bIns="0" anchor="t">
            <a:noAutofit/>
          </a:bodyPr>
          <a:lstStyle>
            <a:defPPr algn="r">
              <a:defRPr sz="1200" b="0">
                <a:solidFill>
                  <a:srgbClr val="000000"/>
                </a:solidFill>
                <a:latin typeface="Arial"/>
                <a:ea typeface="Arial"/>
                <a:cs typeface="Arial"/>
              </a:defRPr>
            </a:defPPr>
            <a:lvl1pPr algn="r">
              <a:defRPr sz="1200" b="0">
                <a:solidFill>
                  <a:srgbClr val="000000"/>
                </a:solidFill>
                <a:latin typeface="Arial"/>
                <a:ea typeface="Arial"/>
                <a:cs typeface="Arial"/>
              </a:defRPr>
            </a:lvl1pPr>
            <a:lvl2pPr algn="r">
              <a:defRPr sz="1200" b="0">
                <a:solidFill>
                  <a:srgbClr val="000000"/>
                </a:solidFill>
                <a:latin typeface="Arial"/>
                <a:ea typeface="Arial"/>
                <a:cs typeface="Arial"/>
              </a:defRPr>
            </a:lvl2pPr>
            <a:lvl3pPr algn="r">
              <a:defRPr sz="1200" b="0">
                <a:solidFill>
                  <a:srgbClr val="000000"/>
                </a:solidFill>
                <a:latin typeface="Arial"/>
                <a:ea typeface="Arial"/>
                <a:cs typeface="Arial"/>
              </a:defRPr>
            </a:lvl3pPr>
            <a:lvl4pPr algn="r">
              <a:defRPr sz="1200" b="0">
                <a:solidFill>
                  <a:srgbClr val="000000"/>
                </a:solidFill>
                <a:latin typeface="Arial"/>
                <a:ea typeface="Arial"/>
                <a:cs typeface="Arial"/>
              </a:defRPr>
            </a:lvl4pPr>
            <a:lvl5pPr algn="r">
              <a:defRPr sz="1200" b="0">
                <a:solidFill>
                  <a:srgbClr val="000000"/>
                </a:solidFill>
                <a:latin typeface="Arial"/>
                <a:ea typeface="Arial"/>
                <a:cs typeface="Arial"/>
              </a:defRPr>
            </a:lvl5pPr>
            <a:lvl6pPr algn="r">
              <a:defRPr sz="1200" b="0">
                <a:solidFill>
                  <a:srgbClr val="000000"/>
                </a:solidFill>
                <a:latin typeface="Arial"/>
                <a:ea typeface="Arial"/>
                <a:cs typeface="Arial"/>
              </a:defRPr>
            </a:lvl6pPr>
            <a:lvl7pPr algn="r">
              <a:defRPr sz="1200" b="0">
                <a:solidFill>
                  <a:srgbClr val="000000"/>
                </a:solidFill>
                <a:latin typeface="Arial"/>
                <a:ea typeface="Arial"/>
                <a:cs typeface="Arial"/>
              </a:defRPr>
            </a:lvl7pPr>
            <a:lvl8pPr algn="r">
              <a:defRPr sz="1200" b="0">
                <a:solidFill>
                  <a:srgbClr val="000000"/>
                </a:solidFill>
                <a:latin typeface="Arial"/>
                <a:ea typeface="Arial"/>
                <a:cs typeface="Arial"/>
              </a:defRPr>
            </a:lvl8pPr>
            <a:lvl9pPr algn="r">
              <a:defRPr sz="1200" b="0">
                <a:solidFill>
                  <a:srgbClr val="000000"/>
                </a:solidFill>
                <a:latin typeface="Arial"/>
                <a:ea typeface="Arial"/>
                <a:cs typeface="Arial"/>
              </a:defRPr>
            </a:lvl9pPr>
          </a:lstStyle>
          <a:p>
            <a:pPr algn="r">
              <a:defRPr sz="1200" b="0">
                <a:solidFill>
                  <a:srgbClr val="000000"/>
                </a:solidFill>
                <a:latin typeface="Arial"/>
                <a:ea typeface="Arial"/>
                <a:cs typeface="Arial"/>
              </a:defRPr>
            </a:pPr>
            <a:r>
              <a:rPr sz="1200" b="0">
                <a:solidFill>
                  <a:srgbClr val="000000"/>
                </a:solidFill>
                <a:latin typeface="Arial"/>
                <a:ea typeface="Arial"/>
                <a:cs typeface="Arial"/>
              </a:rPr>
              <a:t>2</a:t>
            </a:r>
          </a:p>
        </p:txBody>
      </p:sp>
      <p:sp>
        <p:nvSpPr>
          <p:cNvPr id="180" name="line_179">
            <a:extLst>
              <a:ext uri="{FF2B5EF4-FFF2-40B4-BE49-F238E27FC236}">
                <ns2:creationId id="{696D717B-E63A-4DDD-8AFA-FB051E46A1E2}"/>
              </a:ext>
            </a:extLst>
          </p:cNvPr>
          <p:cNvSpPr>
            <a:spLocks noGrp="1"/>
          </p:cNvSpPr>
          <p:nvPr/>
        </p:nvSpPr>
        <p:spPr>
          <a:xfrm>
            <a:off x="8905875" y="3311652"/>
            <a:ext cx="2971800" cy="95"/>
          </a:xfrm>
          <a:custGeom>
            <a:pathLst>
              <a:path w="2971800" h="95">
                <a:moveTo>
                  <a:pt x="0" y="0"/>
                </a:moveTo>
                <a:lnTo>
                  <a:pt x="2971800" y="0"/>
                </a:lnTo>
              </a:path>
            </a:pathLst>
          </a:custGeom>
          <a:noFill/>
          <a:ln w="5715">
            <a:solidFill>
              <a:srgbClr val="DEE3E7"/>
            </a:solidFill>
            <a:prstDash val="solid"/>
          </a:ln>
        </p:spPr>
      </p:sp>
      <p:sp>
        <p:nvSpPr>
          <p:cNvPr id="181" name="text_180">
            <a:extLst>
              <a:ext uri="{FF2B5EF4-FFF2-40B4-BE49-F238E27FC236}">
                <ns2:creationId id="{248997C0-DA06-4377-8A29-6014DBA4FCC4}"/>
              </a:ext>
            </a:extLst>
          </p:cNvPr>
          <p:cNvSpPr>
            <a:spLocks noGrp="1"/>
          </p:cNvSpPr>
          <p:nvPr/>
        </p:nvSpPr>
        <p:spPr>
          <a:xfrm rot="0">
            <a:off x="8572500" y="3216402"/>
            <a:ext cx="257175" cy="228600"/>
          </a:xfrm>
          <a:prstGeom prst="rect">
            <a:avLst/>
          </a:prstGeom>
          <a:noFill/>
          <a:ln w="0">
            <a:noFill/>
            <a:prstDash val="solid"/>
          </a:ln>
        </p:spPr>
        <p:txBody>
          <a:bodyPr wrap="none" lIns="0" tIns="0" rIns="0" bIns="0" anchor="t">
            <a:noAutofit/>
          </a:bodyPr>
          <a:lstStyle>
            <a:defPPr algn="r">
              <a:defRPr sz="1200" b="0">
                <a:solidFill>
                  <a:srgbClr val="000000"/>
                </a:solidFill>
                <a:latin typeface="Arial"/>
                <a:ea typeface="Arial"/>
                <a:cs typeface="Arial"/>
              </a:defRPr>
            </a:defPPr>
            <a:lvl1pPr algn="r">
              <a:defRPr sz="1200" b="0">
                <a:solidFill>
                  <a:srgbClr val="000000"/>
                </a:solidFill>
                <a:latin typeface="Arial"/>
                <a:ea typeface="Arial"/>
                <a:cs typeface="Arial"/>
              </a:defRPr>
            </a:lvl1pPr>
            <a:lvl2pPr algn="r">
              <a:defRPr sz="1200" b="0">
                <a:solidFill>
                  <a:srgbClr val="000000"/>
                </a:solidFill>
                <a:latin typeface="Arial"/>
                <a:ea typeface="Arial"/>
                <a:cs typeface="Arial"/>
              </a:defRPr>
            </a:lvl2pPr>
            <a:lvl3pPr algn="r">
              <a:defRPr sz="1200" b="0">
                <a:solidFill>
                  <a:srgbClr val="000000"/>
                </a:solidFill>
                <a:latin typeface="Arial"/>
                <a:ea typeface="Arial"/>
                <a:cs typeface="Arial"/>
              </a:defRPr>
            </a:lvl3pPr>
            <a:lvl4pPr algn="r">
              <a:defRPr sz="1200" b="0">
                <a:solidFill>
                  <a:srgbClr val="000000"/>
                </a:solidFill>
                <a:latin typeface="Arial"/>
                <a:ea typeface="Arial"/>
                <a:cs typeface="Arial"/>
              </a:defRPr>
            </a:lvl4pPr>
            <a:lvl5pPr algn="r">
              <a:defRPr sz="1200" b="0">
                <a:solidFill>
                  <a:srgbClr val="000000"/>
                </a:solidFill>
                <a:latin typeface="Arial"/>
                <a:ea typeface="Arial"/>
                <a:cs typeface="Arial"/>
              </a:defRPr>
            </a:lvl5pPr>
            <a:lvl6pPr algn="r">
              <a:defRPr sz="1200" b="0">
                <a:solidFill>
                  <a:srgbClr val="000000"/>
                </a:solidFill>
                <a:latin typeface="Arial"/>
                <a:ea typeface="Arial"/>
                <a:cs typeface="Arial"/>
              </a:defRPr>
            </a:lvl6pPr>
            <a:lvl7pPr algn="r">
              <a:defRPr sz="1200" b="0">
                <a:solidFill>
                  <a:srgbClr val="000000"/>
                </a:solidFill>
                <a:latin typeface="Arial"/>
                <a:ea typeface="Arial"/>
                <a:cs typeface="Arial"/>
              </a:defRPr>
            </a:lvl7pPr>
            <a:lvl8pPr algn="r">
              <a:defRPr sz="1200" b="0">
                <a:solidFill>
                  <a:srgbClr val="000000"/>
                </a:solidFill>
                <a:latin typeface="Arial"/>
                <a:ea typeface="Arial"/>
                <a:cs typeface="Arial"/>
              </a:defRPr>
            </a:lvl8pPr>
            <a:lvl9pPr algn="r">
              <a:defRPr sz="1200" b="0">
                <a:solidFill>
                  <a:srgbClr val="000000"/>
                </a:solidFill>
                <a:latin typeface="Arial"/>
                <a:ea typeface="Arial"/>
                <a:cs typeface="Arial"/>
              </a:defRPr>
            </a:lvl9pPr>
          </a:lstStyle>
          <a:p>
            <a:pPr algn="r">
              <a:defRPr sz="1200" b="0">
                <a:solidFill>
                  <a:srgbClr val="000000"/>
                </a:solidFill>
                <a:latin typeface="Arial"/>
                <a:ea typeface="Arial"/>
                <a:cs typeface="Arial"/>
              </a:defRPr>
            </a:pPr>
            <a:r>
              <a:rPr sz="1200" b="0">
                <a:solidFill>
                  <a:srgbClr val="000000"/>
                </a:solidFill>
                <a:latin typeface="Arial"/>
                <a:ea typeface="Arial"/>
                <a:cs typeface="Arial"/>
              </a:rPr>
              <a:t>4</a:t>
            </a:r>
          </a:p>
        </p:txBody>
      </p:sp>
      <p:sp>
        <p:nvSpPr>
          <p:cNvPr id="182" name="text_181">
            <a:extLst>
              <a:ext uri="{FF2B5EF4-FFF2-40B4-BE49-F238E27FC236}">
                <ns2:creationId id="{B002ABA5-A76F-45D5-8E99-6D1CF87B33D7}"/>
              </a:ext>
            </a:extLst>
          </p:cNvPr>
          <p:cNvSpPr>
            <a:spLocks noGrp="1"/>
          </p:cNvSpPr>
          <p:nvPr/>
        </p:nvSpPr>
        <p:spPr>
          <a:xfrm rot="0">
            <a:off x="8715375" y="4962525"/>
            <a:ext cx="381000" cy="228600"/>
          </a:xfrm>
          <a:prstGeom prst="rect">
            <a:avLst/>
          </a:prstGeom>
          <a:noFill/>
          <a:ln w="0">
            <a:noFill/>
            <a:prstDash val="solid"/>
          </a:ln>
        </p:spPr>
        <p:txBody>
          <a:bodyPr wrap="none" lIns="0" tIns="0" rIns="0" bIns="0" anchor="t">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0</a:t>
            </a:r>
          </a:p>
        </p:txBody>
      </p:sp>
      <p:sp>
        <p:nvSpPr>
          <p:cNvPr id="183" name="text_182">
            <a:extLst>
              <a:ext uri="{FF2B5EF4-FFF2-40B4-BE49-F238E27FC236}">
                <ns2:creationId id="{6BF6578A-BC20-46BE-83EC-F5C1477CE57C}"/>
              </a:ext>
            </a:extLst>
          </p:cNvPr>
          <p:cNvSpPr>
            <a:spLocks noGrp="1"/>
          </p:cNvSpPr>
          <p:nvPr/>
        </p:nvSpPr>
        <p:spPr>
          <a:xfrm rot="0">
            <a:off x="10201275" y="4962525"/>
            <a:ext cx="381000" cy="228600"/>
          </a:xfrm>
          <a:prstGeom prst="rect">
            <a:avLst/>
          </a:prstGeom>
          <a:noFill/>
          <a:ln w="0">
            <a:noFill/>
            <a:prstDash val="solid"/>
          </a:ln>
        </p:spPr>
        <p:txBody>
          <a:bodyPr wrap="none" lIns="0" tIns="0" rIns="0" bIns="0" anchor="t">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0.5</a:t>
            </a:r>
          </a:p>
        </p:txBody>
      </p:sp>
      <p:sp>
        <p:nvSpPr>
          <p:cNvPr id="184" name="text_183">
            <a:extLst>
              <a:ext uri="{FF2B5EF4-FFF2-40B4-BE49-F238E27FC236}">
                <ns2:creationId id="{CA38C34E-8D5C-475C-A6F9-67CF71FC70F3}"/>
              </a:ext>
            </a:extLst>
          </p:cNvPr>
          <p:cNvSpPr>
            <a:spLocks noGrp="1"/>
          </p:cNvSpPr>
          <p:nvPr/>
        </p:nvSpPr>
        <p:spPr>
          <a:xfrm rot="0">
            <a:off x="11687175" y="4962525"/>
            <a:ext cx="381000" cy="228600"/>
          </a:xfrm>
          <a:prstGeom prst="rect">
            <a:avLst/>
          </a:prstGeom>
          <a:noFill/>
          <a:ln w="0">
            <a:noFill/>
            <a:prstDash val="solid"/>
          </a:ln>
        </p:spPr>
        <p:txBody>
          <a:bodyPr wrap="none" lIns="0" tIns="0" rIns="0" bIns="0" anchor="t">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1</a:t>
            </a:r>
          </a:p>
        </p:txBody>
      </p:sp>
      <p:sp>
        <p:nvSpPr>
          <p:cNvPr id="185" name="rect_184">
            <a:extLst>
              <a:ext uri="{FF2B5EF4-FFF2-40B4-BE49-F238E27FC236}">
                <ns2:creationId id="{236ACB6C-794D-4A5E-984F-601C8E613E85}"/>
              </a:ext>
            </a:extLst>
          </p:cNvPr>
          <p:cNvSpPr>
            <a:spLocks noGrp="1"/>
          </p:cNvSpPr>
          <p:nvPr/>
        </p:nvSpPr>
        <p:spPr>
          <a:xfrm rot="0">
            <a:off x="8905875" y="3209925"/>
            <a:ext cx="2971800" cy="1695450"/>
          </a:xfrm>
          <a:prstGeom prst="rect">
            <a:avLst/>
          </a:prstGeom>
          <a:noFill/>
          <a:ln w="6668">
            <a:solidFill>
              <a:srgbClr val="65727C"/>
            </a:solidFill>
            <a:prstDash val="solid"/>
          </a:ln>
        </p:spPr>
      </p:sp>
      <p:sp>
        <p:nvSpPr>
          <p:cNvPr id="186" name="complete_saved_P_profile">
            <a:extLst>
              <a:ext uri="{FF2B5EF4-FFF2-40B4-BE49-F238E27FC236}">
                <ns2:creationId id="{88E86F9D-5F21-4D8F-A0C1-B143A3FD9E2C}"/>
              </a:ext>
            </a:extLst>
          </p:cNvPr>
          <p:cNvSpPr>
            <a:spLocks noGrp="1"/>
          </p:cNvSpPr>
          <p:nvPr/>
        </p:nvSpPr>
        <p:spPr>
          <a:xfrm>
            <a:off x="8905875" y="3612720"/>
            <a:ext cx="2971800" cy="1055271"/>
          </a:xfrm>
          <a:custGeom>
            <a:pathLst>
              <a:path w="2971800" h="1055271">
                <a:moveTo>
                  <a:pt x="0" y="1055271"/>
                </a:moveTo>
                <a:lnTo>
                  <a:pt x="1452" y="1055270"/>
                </a:lnTo>
                <a:lnTo>
                  <a:pt x="2904" y="1055270"/>
                </a:lnTo>
                <a:lnTo>
                  <a:pt x="4355" y="1055270"/>
                </a:lnTo>
                <a:lnTo>
                  <a:pt x="5807" y="1055269"/>
                </a:lnTo>
                <a:lnTo>
                  <a:pt x="7259" y="1055269"/>
                </a:lnTo>
                <a:lnTo>
                  <a:pt x="8711" y="1055268"/>
                </a:lnTo>
                <a:lnTo>
                  <a:pt x="10162" y="1055268"/>
                </a:lnTo>
                <a:lnTo>
                  <a:pt x="11614" y="1055268"/>
                </a:lnTo>
                <a:lnTo>
                  <a:pt x="13066" y="1055267"/>
                </a:lnTo>
                <a:lnTo>
                  <a:pt x="14518" y="1055267"/>
                </a:lnTo>
                <a:lnTo>
                  <a:pt x="15970" y="1055267"/>
                </a:lnTo>
                <a:lnTo>
                  <a:pt x="17421" y="1055267"/>
                </a:lnTo>
                <a:lnTo>
                  <a:pt x="18873" y="1055266"/>
                </a:lnTo>
                <a:lnTo>
                  <a:pt x="20325" y="1055266"/>
                </a:lnTo>
                <a:lnTo>
                  <a:pt x="21777" y="1055266"/>
                </a:lnTo>
                <a:lnTo>
                  <a:pt x="23229" y="1055266"/>
                </a:lnTo>
                <a:lnTo>
                  <a:pt x="24680" y="1055265"/>
                </a:lnTo>
                <a:lnTo>
                  <a:pt x="26132" y="1055265"/>
                </a:lnTo>
                <a:lnTo>
                  <a:pt x="27584" y="1055265"/>
                </a:lnTo>
                <a:lnTo>
                  <a:pt x="29036" y="1055265"/>
                </a:lnTo>
                <a:lnTo>
                  <a:pt x="30487" y="1055265"/>
                </a:lnTo>
                <a:lnTo>
                  <a:pt x="31939" y="1055264"/>
                </a:lnTo>
                <a:lnTo>
                  <a:pt x="33391" y="1055264"/>
                </a:lnTo>
                <a:lnTo>
                  <a:pt x="34843" y="1055264"/>
                </a:lnTo>
                <a:lnTo>
                  <a:pt x="36295" y="1055264"/>
                </a:lnTo>
                <a:lnTo>
                  <a:pt x="37746" y="1055264"/>
                </a:lnTo>
                <a:lnTo>
                  <a:pt x="39198" y="1055263"/>
                </a:lnTo>
                <a:lnTo>
                  <a:pt x="40650" y="1055263"/>
                </a:lnTo>
                <a:lnTo>
                  <a:pt x="42102" y="1055263"/>
                </a:lnTo>
                <a:lnTo>
                  <a:pt x="43553" y="1055263"/>
                </a:lnTo>
                <a:lnTo>
                  <a:pt x="45005" y="1055262"/>
                </a:lnTo>
                <a:lnTo>
                  <a:pt x="46457" y="1055262"/>
                </a:lnTo>
                <a:lnTo>
                  <a:pt x="47909" y="1055262"/>
                </a:lnTo>
                <a:lnTo>
                  <a:pt x="49361" y="1055262"/>
                </a:lnTo>
                <a:lnTo>
                  <a:pt x="50812" y="1055262"/>
                </a:lnTo>
                <a:lnTo>
                  <a:pt x="52264" y="1055261"/>
                </a:lnTo>
                <a:lnTo>
                  <a:pt x="53716" y="1055261"/>
                </a:lnTo>
                <a:lnTo>
                  <a:pt x="55168" y="1055261"/>
                </a:lnTo>
                <a:lnTo>
                  <a:pt x="56620" y="1055260"/>
                </a:lnTo>
                <a:lnTo>
                  <a:pt x="58071" y="1055260"/>
                </a:lnTo>
                <a:lnTo>
                  <a:pt x="59523" y="1055260"/>
                </a:lnTo>
                <a:lnTo>
                  <a:pt x="60975" y="1055260"/>
                </a:lnTo>
                <a:lnTo>
                  <a:pt x="62427" y="1055259"/>
                </a:lnTo>
                <a:lnTo>
                  <a:pt x="63878" y="1055259"/>
                </a:lnTo>
                <a:lnTo>
                  <a:pt x="65330" y="1055259"/>
                </a:lnTo>
                <a:lnTo>
                  <a:pt x="66782" y="1055258"/>
                </a:lnTo>
                <a:lnTo>
                  <a:pt x="68234" y="1055258"/>
                </a:lnTo>
                <a:lnTo>
                  <a:pt x="69686" y="1055258"/>
                </a:lnTo>
                <a:lnTo>
                  <a:pt x="71137" y="1055257"/>
                </a:lnTo>
                <a:lnTo>
                  <a:pt x="72589" y="1055257"/>
                </a:lnTo>
                <a:lnTo>
                  <a:pt x="74041" y="1055256"/>
                </a:lnTo>
                <a:lnTo>
                  <a:pt x="75493" y="1055256"/>
                </a:lnTo>
                <a:lnTo>
                  <a:pt x="76945" y="1055256"/>
                </a:lnTo>
                <a:lnTo>
                  <a:pt x="78396" y="1055255"/>
                </a:lnTo>
                <a:lnTo>
                  <a:pt x="79848" y="1055255"/>
                </a:lnTo>
                <a:lnTo>
                  <a:pt x="81300" y="1055254"/>
                </a:lnTo>
                <a:lnTo>
                  <a:pt x="82752" y="1055254"/>
                </a:lnTo>
                <a:lnTo>
                  <a:pt x="84203" y="1055253"/>
                </a:lnTo>
                <a:lnTo>
                  <a:pt x="85655" y="1055253"/>
                </a:lnTo>
                <a:lnTo>
                  <a:pt x="87107" y="1055252"/>
                </a:lnTo>
                <a:lnTo>
                  <a:pt x="88559" y="1055252"/>
                </a:lnTo>
                <a:lnTo>
                  <a:pt x="90011" y="1055251"/>
                </a:lnTo>
                <a:lnTo>
                  <a:pt x="91462" y="1055251"/>
                </a:lnTo>
                <a:lnTo>
                  <a:pt x="92914" y="1055250"/>
                </a:lnTo>
                <a:lnTo>
                  <a:pt x="94366" y="1055250"/>
                </a:lnTo>
                <a:lnTo>
                  <a:pt x="95818" y="1055249"/>
                </a:lnTo>
                <a:lnTo>
                  <a:pt x="97269" y="1055249"/>
                </a:lnTo>
                <a:lnTo>
                  <a:pt x="98721" y="1055248"/>
                </a:lnTo>
                <a:lnTo>
                  <a:pt x="100173" y="1055247"/>
                </a:lnTo>
                <a:lnTo>
                  <a:pt x="101625" y="1055247"/>
                </a:lnTo>
                <a:lnTo>
                  <a:pt x="103077" y="1055246"/>
                </a:lnTo>
                <a:lnTo>
                  <a:pt x="104528" y="1055246"/>
                </a:lnTo>
                <a:lnTo>
                  <a:pt x="105980" y="1055245"/>
                </a:lnTo>
                <a:lnTo>
                  <a:pt x="107432" y="1055244"/>
                </a:lnTo>
                <a:lnTo>
                  <a:pt x="108884" y="1055243"/>
                </a:lnTo>
                <a:lnTo>
                  <a:pt x="110336" y="1055242"/>
                </a:lnTo>
                <a:lnTo>
                  <a:pt x="111787" y="1055242"/>
                </a:lnTo>
                <a:lnTo>
                  <a:pt x="113239" y="1055241"/>
                </a:lnTo>
                <a:lnTo>
                  <a:pt x="114691" y="1055240"/>
                </a:lnTo>
                <a:lnTo>
                  <a:pt x="116143" y="1055238"/>
                </a:lnTo>
                <a:lnTo>
                  <a:pt x="117594" y="1055238"/>
                </a:lnTo>
                <a:lnTo>
                  <a:pt x="119046" y="1055237"/>
                </a:lnTo>
                <a:lnTo>
                  <a:pt x="120498" y="1055237"/>
                </a:lnTo>
                <a:lnTo>
                  <a:pt x="121950" y="1055236"/>
                </a:lnTo>
                <a:lnTo>
                  <a:pt x="123402" y="1055235"/>
                </a:lnTo>
                <a:lnTo>
                  <a:pt x="124853" y="1055233"/>
                </a:lnTo>
                <a:lnTo>
                  <a:pt x="126305" y="1055232"/>
                </a:lnTo>
                <a:lnTo>
                  <a:pt x="127757" y="1055232"/>
                </a:lnTo>
                <a:lnTo>
                  <a:pt x="129209" y="1055231"/>
                </a:lnTo>
                <a:lnTo>
                  <a:pt x="130660" y="1055230"/>
                </a:lnTo>
                <a:lnTo>
                  <a:pt x="132112" y="1055229"/>
                </a:lnTo>
                <a:lnTo>
                  <a:pt x="133564" y="1055227"/>
                </a:lnTo>
                <a:lnTo>
                  <a:pt x="135016" y="1055226"/>
                </a:lnTo>
                <a:lnTo>
                  <a:pt x="136468" y="1055226"/>
                </a:lnTo>
                <a:lnTo>
                  <a:pt x="137919" y="1055225"/>
                </a:lnTo>
                <a:lnTo>
                  <a:pt x="139371" y="1055225"/>
                </a:lnTo>
                <a:lnTo>
                  <a:pt x="140823" y="1055223"/>
                </a:lnTo>
                <a:lnTo>
                  <a:pt x="142275" y="1055221"/>
                </a:lnTo>
                <a:lnTo>
                  <a:pt x="143727" y="1055220"/>
                </a:lnTo>
                <a:lnTo>
                  <a:pt x="145178" y="1055219"/>
                </a:lnTo>
                <a:lnTo>
                  <a:pt x="146630" y="1055218"/>
                </a:lnTo>
                <a:lnTo>
                  <a:pt x="148082" y="1055217"/>
                </a:lnTo>
                <a:lnTo>
                  <a:pt x="149534" y="1055216"/>
                </a:lnTo>
                <a:lnTo>
                  <a:pt x="150985" y="1055214"/>
                </a:lnTo>
                <a:lnTo>
                  <a:pt x="152437" y="1055213"/>
                </a:lnTo>
                <a:lnTo>
                  <a:pt x="153889" y="1055211"/>
                </a:lnTo>
                <a:lnTo>
                  <a:pt x="155341" y="1055210"/>
                </a:lnTo>
                <a:lnTo>
                  <a:pt x="156793" y="1055209"/>
                </a:lnTo>
                <a:lnTo>
                  <a:pt x="158244" y="1055209"/>
                </a:lnTo>
                <a:lnTo>
                  <a:pt x="159696" y="1055207"/>
                </a:lnTo>
                <a:lnTo>
                  <a:pt x="161148" y="1055205"/>
                </a:lnTo>
                <a:lnTo>
                  <a:pt x="162600" y="1055204"/>
                </a:lnTo>
                <a:lnTo>
                  <a:pt x="164051" y="1055202"/>
                </a:lnTo>
                <a:lnTo>
                  <a:pt x="165503" y="1055201"/>
                </a:lnTo>
                <a:lnTo>
                  <a:pt x="166955" y="1055201"/>
                </a:lnTo>
                <a:lnTo>
                  <a:pt x="168407" y="1055200"/>
                </a:lnTo>
                <a:lnTo>
                  <a:pt x="169859" y="1055200"/>
                </a:lnTo>
                <a:lnTo>
                  <a:pt x="171310" y="1055199"/>
                </a:lnTo>
                <a:lnTo>
                  <a:pt x="172762" y="1055199"/>
                </a:lnTo>
                <a:lnTo>
                  <a:pt x="174214" y="1055197"/>
                </a:lnTo>
                <a:lnTo>
                  <a:pt x="175666" y="1055195"/>
                </a:lnTo>
                <a:lnTo>
                  <a:pt x="177118" y="1055193"/>
                </a:lnTo>
                <a:lnTo>
                  <a:pt x="178569" y="1055192"/>
                </a:lnTo>
                <a:lnTo>
                  <a:pt x="180021" y="1055191"/>
                </a:lnTo>
                <a:lnTo>
                  <a:pt x="181473" y="1055190"/>
                </a:lnTo>
                <a:lnTo>
                  <a:pt x="182925" y="1055190"/>
                </a:lnTo>
                <a:lnTo>
                  <a:pt x="184376" y="1055188"/>
                </a:lnTo>
                <a:lnTo>
                  <a:pt x="185828" y="1055186"/>
                </a:lnTo>
                <a:lnTo>
                  <a:pt x="187280" y="1055185"/>
                </a:lnTo>
                <a:lnTo>
                  <a:pt x="188732" y="1055183"/>
                </a:lnTo>
                <a:lnTo>
                  <a:pt x="190184" y="1055182"/>
                </a:lnTo>
                <a:lnTo>
                  <a:pt x="191635" y="1055180"/>
                </a:lnTo>
                <a:lnTo>
                  <a:pt x="193087" y="1055178"/>
                </a:lnTo>
                <a:lnTo>
                  <a:pt x="194539" y="1055177"/>
                </a:lnTo>
                <a:lnTo>
                  <a:pt x="195991" y="1055175"/>
                </a:lnTo>
                <a:lnTo>
                  <a:pt x="197443" y="1055173"/>
                </a:lnTo>
                <a:lnTo>
                  <a:pt x="198894" y="1055171"/>
                </a:lnTo>
                <a:lnTo>
                  <a:pt x="200346" y="1055170"/>
                </a:lnTo>
                <a:lnTo>
                  <a:pt x="201798" y="1055169"/>
                </a:lnTo>
                <a:lnTo>
                  <a:pt x="203250" y="1055168"/>
                </a:lnTo>
                <a:lnTo>
                  <a:pt x="204701" y="1055165"/>
                </a:lnTo>
                <a:lnTo>
                  <a:pt x="206153" y="1055163"/>
                </a:lnTo>
                <a:lnTo>
                  <a:pt x="207605" y="1055161"/>
                </a:lnTo>
                <a:lnTo>
                  <a:pt x="209057" y="1055159"/>
                </a:lnTo>
                <a:lnTo>
                  <a:pt x="210509" y="1055157"/>
                </a:lnTo>
                <a:lnTo>
                  <a:pt x="211960" y="1055155"/>
                </a:lnTo>
                <a:lnTo>
                  <a:pt x="213412" y="1055151"/>
                </a:lnTo>
                <a:lnTo>
                  <a:pt x="214864" y="1055148"/>
                </a:lnTo>
                <a:lnTo>
                  <a:pt x="216316" y="1055147"/>
                </a:lnTo>
                <a:lnTo>
                  <a:pt x="217767" y="1055142"/>
                </a:lnTo>
                <a:lnTo>
                  <a:pt x="219219" y="1055138"/>
                </a:lnTo>
                <a:lnTo>
                  <a:pt x="220671" y="1055135"/>
                </a:lnTo>
                <a:lnTo>
                  <a:pt x="222123" y="1055134"/>
                </a:lnTo>
                <a:lnTo>
                  <a:pt x="223575" y="1055130"/>
                </a:lnTo>
                <a:lnTo>
                  <a:pt x="225026" y="1055128"/>
                </a:lnTo>
                <a:lnTo>
                  <a:pt x="226478" y="1055124"/>
                </a:lnTo>
                <a:lnTo>
                  <a:pt x="227930" y="1055120"/>
                </a:lnTo>
                <a:lnTo>
                  <a:pt x="229382" y="1055113"/>
                </a:lnTo>
                <a:lnTo>
                  <a:pt x="230834" y="1055108"/>
                </a:lnTo>
                <a:lnTo>
                  <a:pt x="232285" y="1055101"/>
                </a:lnTo>
                <a:lnTo>
                  <a:pt x="233737" y="1055096"/>
                </a:lnTo>
                <a:lnTo>
                  <a:pt x="235189" y="1055091"/>
                </a:lnTo>
                <a:lnTo>
                  <a:pt x="236641" y="1055081"/>
                </a:lnTo>
                <a:lnTo>
                  <a:pt x="238092" y="1055077"/>
                </a:lnTo>
                <a:lnTo>
                  <a:pt x="239544" y="1055073"/>
                </a:lnTo>
                <a:lnTo>
                  <a:pt x="240996" y="1055065"/>
                </a:lnTo>
                <a:lnTo>
                  <a:pt x="242448" y="1055056"/>
                </a:lnTo>
                <a:lnTo>
                  <a:pt x="243900" y="1055048"/>
                </a:lnTo>
                <a:lnTo>
                  <a:pt x="245351" y="1055046"/>
                </a:lnTo>
                <a:lnTo>
                  <a:pt x="246803" y="1055044"/>
                </a:lnTo>
                <a:lnTo>
                  <a:pt x="248255" y="1055042"/>
                </a:lnTo>
                <a:lnTo>
                  <a:pt x="249707" y="1055039"/>
                </a:lnTo>
                <a:lnTo>
                  <a:pt x="251158" y="1055037"/>
                </a:lnTo>
                <a:lnTo>
                  <a:pt x="252610" y="1055035"/>
                </a:lnTo>
                <a:lnTo>
                  <a:pt x="254062" y="1055032"/>
                </a:lnTo>
                <a:lnTo>
                  <a:pt x="255514" y="1055030"/>
                </a:lnTo>
                <a:lnTo>
                  <a:pt x="256966" y="1055028"/>
                </a:lnTo>
                <a:lnTo>
                  <a:pt x="258417" y="1055026"/>
                </a:lnTo>
                <a:lnTo>
                  <a:pt x="259869" y="1055025"/>
                </a:lnTo>
                <a:lnTo>
                  <a:pt x="261321" y="1055023"/>
                </a:lnTo>
                <a:lnTo>
                  <a:pt x="262773" y="1055021"/>
                </a:lnTo>
                <a:lnTo>
                  <a:pt x="264225" y="1055020"/>
                </a:lnTo>
                <a:lnTo>
                  <a:pt x="265676" y="1055019"/>
                </a:lnTo>
                <a:lnTo>
                  <a:pt x="267128" y="1055017"/>
                </a:lnTo>
                <a:lnTo>
                  <a:pt x="268580" y="1055016"/>
                </a:lnTo>
                <a:lnTo>
                  <a:pt x="270032" y="1055014"/>
                </a:lnTo>
                <a:lnTo>
                  <a:pt x="271483" y="1055010"/>
                </a:lnTo>
                <a:lnTo>
                  <a:pt x="272935" y="1055009"/>
                </a:lnTo>
                <a:lnTo>
                  <a:pt x="274387" y="1055007"/>
                </a:lnTo>
                <a:lnTo>
                  <a:pt x="275839" y="1055005"/>
                </a:lnTo>
                <a:lnTo>
                  <a:pt x="277291" y="1055001"/>
                </a:lnTo>
                <a:lnTo>
                  <a:pt x="278742" y="1054998"/>
                </a:lnTo>
                <a:lnTo>
                  <a:pt x="280194" y="1054996"/>
                </a:lnTo>
                <a:lnTo>
                  <a:pt x="281646" y="1054993"/>
                </a:lnTo>
                <a:lnTo>
                  <a:pt x="283098" y="1054992"/>
                </a:lnTo>
                <a:lnTo>
                  <a:pt x="284549" y="1054990"/>
                </a:lnTo>
                <a:lnTo>
                  <a:pt x="286001" y="1054987"/>
                </a:lnTo>
                <a:lnTo>
                  <a:pt x="287453" y="1054983"/>
                </a:lnTo>
                <a:lnTo>
                  <a:pt x="288905" y="1054981"/>
                </a:lnTo>
                <a:lnTo>
                  <a:pt x="290357" y="1054978"/>
                </a:lnTo>
                <a:lnTo>
                  <a:pt x="291808" y="1054973"/>
                </a:lnTo>
                <a:lnTo>
                  <a:pt x="293260" y="1054969"/>
                </a:lnTo>
                <a:lnTo>
                  <a:pt x="294712" y="1054967"/>
                </a:lnTo>
                <a:lnTo>
                  <a:pt x="296164" y="1054964"/>
                </a:lnTo>
                <a:lnTo>
                  <a:pt x="297616" y="1054960"/>
                </a:lnTo>
                <a:lnTo>
                  <a:pt x="299067" y="1054957"/>
                </a:lnTo>
                <a:lnTo>
                  <a:pt x="300519" y="1054952"/>
                </a:lnTo>
                <a:lnTo>
                  <a:pt x="301971" y="1054950"/>
                </a:lnTo>
                <a:lnTo>
                  <a:pt x="303423" y="1054947"/>
                </a:lnTo>
                <a:lnTo>
                  <a:pt x="304874" y="1054943"/>
                </a:lnTo>
                <a:lnTo>
                  <a:pt x="306326" y="1054939"/>
                </a:lnTo>
                <a:lnTo>
                  <a:pt x="307778" y="1054932"/>
                </a:lnTo>
                <a:lnTo>
                  <a:pt x="309230" y="1054930"/>
                </a:lnTo>
                <a:lnTo>
                  <a:pt x="310682" y="1054928"/>
                </a:lnTo>
                <a:lnTo>
                  <a:pt x="312133" y="1054919"/>
                </a:lnTo>
                <a:lnTo>
                  <a:pt x="313585" y="1054914"/>
                </a:lnTo>
                <a:lnTo>
                  <a:pt x="315037" y="1054911"/>
                </a:lnTo>
                <a:lnTo>
                  <a:pt x="316489" y="1054907"/>
                </a:lnTo>
                <a:lnTo>
                  <a:pt x="317940" y="1054902"/>
                </a:lnTo>
                <a:lnTo>
                  <a:pt x="319392" y="1054894"/>
                </a:lnTo>
                <a:lnTo>
                  <a:pt x="320844" y="1054890"/>
                </a:lnTo>
                <a:lnTo>
                  <a:pt x="322296" y="1054887"/>
                </a:lnTo>
                <a:lnTo>
                  <a:pt x="323748" y="1054880"/>
                </a:lnTo>
                <a:lnTo>
                  <a:pt x="325199" y="1054872"/>
                </a:lnTo>
                <a:lnTo>
                  <a:pt x="326651" y="1054869"/>
                </a:lnTo>
                <a:lnTo>
                  <a:pt x="328103" y="1054867"/>
                </a:lnTo>
                <a:lnTo>
                  <a:pt x="329555" y="1054863"/>
                </a:lnTo>
                <a:lnTo>
                  <a:pt x="331007" y="1054853"/>
                </a:lnTo>
                <a:lnTo>
                  <a:pt x="332458" y="1054848"/>
                </a:lnTo>
                <a:lnTo>
                  <a:pt x="333910" y="1054843"/>
                </a:lnTo>
                <a:lnTo>
                  <a:pt x="335362" y="1054838"/>
                </a:lnTo>
                <a:lnTo>
                  <a:pt x="336814" y="1054827"/>
                </a:lnTo>
                <a:lnTo>
                  <a:pt x="338265" y="1054819"/>
                </a:lnTo>
                <a:lnTo>
                  <a:pt x="339717" y="1054813"/>
                </a:lnTo>
                <a:lnTo>
                  <a:pt x="341169" y="1054804"/>
                </a:lnTo>
                <a:lnTo>
                  <a:pt x="342621" y="1054794"/>
                </a:lnTo>
                <a:lnTo>
                  <a:pt x="344073" y="1054788"/>
                </a:lnTo>
                <a:lnTo>
                  <a:pt x="345524" y="1054770"/>
                </a:lnTo>
                <a:lnTo>
                  <a:pt x="346976" y="1054766"/>
                </a:lnTo>
                <a:lnTo>
                  <a:pt x="348428" y="1054754"/>
                </a:lnTo>
                <a:lnTo>
                  <a:pt x="349880" y="1054741"/>
                </a:lnTo>
                <a:lnTo>
                  <a:pt x="351332" y="1054734"/>
                </a:lnTo>
                <a:lnTo>
                  <a:pt x="352783" y="1054724"/>
                </a:lnTo>
                <a:lnTo>
                  <a:pt x="354235" y="1054714"/>
                </a:lnTo>
                <a:lnTo>
                  <a:pt x="355687" y="1054709"/>
                </a:lnTo>
                <a:lnTo>
                  <a:pt x="357139" y="1054700"/>
                </a:lnTo>
                <a:lnTo>
                  <a:pt x="358590" y="1054690"/>
                </a:lnTo>
                <a:lnTo>
                  <a:pt x="360042" y="1054683"/>
                </a:lnTo>
                <a:lnTo>
                  <a:pt x="361494" y="1054666"/>
                </a:lnTo>
                <a:lnTo>
                  <a:pt x="362946" y="1054657"/>
                </a:lnTo>
                <a:lnTo>
                  <a:pt x="364398" y="1054651"/>
                </a:lnTo>
                <a:lnTo>
                  <a:pt x="365849" y="1054635"/>
                </a:lnTo>
                <a:lnTo>
                  <a:pt x="367301" y="1054629"/>
                </a:lnTo>
                <a:lnTo>
                  <a:pt x="368753" y="1054620"/>
                </a:lnTo>
                <a:lnTo>
                  <a:pt x="370205" y="1054603"/>
                </a:lnTo>
                <a:lnTo>
                  <a:pt x="371656" y="1054597"/>
                </a:lnTo>
                <a:lnTo>
                  <a:pt x="373108" y="1054587"/>
                </a:lnTo>
                <a:lnTo>
                  <a:pt x="374560" y="1054572"/>
                </a:lnTo>
                <a:lnTo>
                  <a:pt x="376012" y="1054556"/>
                </a:lnTo>
                <a:lnTo>
                  <a:pt x="377464" y="1054542"/>
                </a:lnTo>
                <a:lnTo>
                  <a:pt x="378915" y="1054517"/>
                </a:lnTo>
                <a:lnTo>
                  <a:pt x="380367" y="1054502"/>
                </a:lnTo>
                <a:lnTo>
                  <a:pt x="381819" y="1054491"/>
                </a:lnTo>
                <a:lnTo>
                  <a:pt x="383271" y="1054474"/>
                </a:lnTo>
                <a:lnTo>
                  <a:pt x="384723" y="1054466"/>
                </a:lnTo>
                <a:lnTo>
                  <a:pt x="386174" y="1054451"/>
                </a:lnTo>
                <a:lnTo>
                  <a:pt x="387626" y="1054437"/>
                </a:lnTo>
                <a:lnTo>
                  <a:pt x="389078" y="1054420"/>
                </a:lnTo>
                <a:lnTo>
                  <a:pt x="390530" y="1054393"/>
                </a:lnTo>
                <a:lnTo>
                  <a:pt x="391981" y="1054364"/>
                </a:lnTo>
                <a:lnTo>
                  <a:pt x="393433" y="1054341"/>
                </a:lnTo>
                <a:lnTo>
                  <a:pt x="394885" y="1054307"/>
                </a:lnTo>
                <a:lnTo>
                  <a:pt x="396337" y="1054283"/>
                </a:lnTo>
                <a:lnTo>
                  <a:pt x="397789" y="1054263"/>
                </a:lnTo>
                <a:lnTo>
                  <a:pt x="399240" y="1054250"/>
                </a:lnTo>
                <a:lnTo>
                  <a:pt x="400692" y="1054201"/>
                </a:lnTo>
                <a:lnTo>
                  <a:pt x="402144" y="1054192"/>
                </a:lnTo>
                <a:lnTo>
                  <a:pt x="403596" y="1054169"/>
                </a:lnTo>
                <a:lnTo>
                  <a:pt x="405047" y="1054139"/>
                </a:lnTo>
                <a:lnTo>
                  <a:pt x="406499" y="1054126"/>
                </a:lnTo>
                <a:lnTo>
                  <a:pt x="407951" y="1054100"/>
                </a:lnTo>
                <a:lnTo>
                  <a:pt x="409403" y="1054068"/>
                </a:lnTo>
                <a:lnTo>
                  <a:pt x="410855" y="1054062"/>
                </a:lnTo>
                <a:lnTo>
                  <a:pt x="412306" y="1053984"/>
                </a:lnTo>
                <a:lnTo>
                  <a:pt x="413758" y="1053959"/>
                </a:lnTo>
                <a:lnTo>
                  <a:pt x="415210" y="1053910"/>
                </a:lnTo>
                <a:lnTo>
                  <a:pt x="416662" y="1053826"/>
                </a:lnTo>
                <a:lnTo>
                  <a:pt x="418114" y="1053777"/>
                </a:lnTo>
                <a:lnTo>
                  <a:pt x="419565" y="1053725"/>
                </a:lnTo>
                <a:lnTo>
                  <a:pt x="421017" y="1053636"/>
                </a:lnTo>
                <a:lnTo>
                  <a:pt x="422469" y="1053562"/>
                </a:lnTo>
                <a:lnTo>
                  <a:pt x="423921" y="1053468"/>
                </a:lnTo>
                <a:lnTo>
                  <a:pt x="425372" y="1053358"/>
                </a:lnTo>
                <a:lnTo>
                  <a:pt x="426824" y="1053259"/>
                </a:lnTo>
                <a:lnTo>
                  <a:pt x="428276" y="1053158"/>
                </a:lnTo>
                <a:lnTo>
                  <a:pt x="429728" y="1053060"/>
                </a:lnTo>
                <a:lnTo>
                  <a:pt x="431180" y="1052923"/>
                </a:lnTo>
                <a:lnTo>
                  <a:pt x="432631" y="1052877"/>
                </a:lnTo>
                <a:lnTo>
                  <a:pt x="434083" y="1052739"/>
                </a:lnTo>
                <a:lnTo>
                  <a:pt x="435535" y="1052649"/>
                </a:lnTo>
                <a:lnTo>
                  <a:pt x="436987" y="1052512"/>
                </a:lnTo>
                <a:lnTo>
                  <a:pt x="438438" y="1052293"/>
                </a:lnTo>
                <a:lnTo>
                  <a:pt x="439890" y="1052185"/>
                </a:lnTo>
                <a:lnTo>
                  <a:pt x="441342" y="1051985"/>
                </a:lnTo>
                <a:lnTo>
                  <a:pt x="442794" y="1051880"/>
                </a:lnTo>
                <a:lnTo>
                  <a:pt x="444246" y="1051688"/>
                </a:lnTo>
                <a:lnTo>
                  <a:pt x="445697" y="1051501"/>
                </a:lnTo>
                <a:lnTo>
                  <a:pt x="447149" y="1051381"/>
                </a:lnTo>
                <a:lnTo>
                  <a:pt x="448601" y="1051215"/>
                </a:lnTo>
                <a:lnTo>
                  <a:pt x="450053" y="1051044"/>
                </a:lnTo>
                <a:lnTo>
                  <a:pt x="451505" y="1050967"/>
                </a:lnTo>
                <a:lnTo>
                  <a:pt x="452956" y="1050612"/>
                </a:lnTo>
                <a:lnTo>
                  <a:pt x="454408" y="1050339"/>
                </a:lnTo>
                <a:lnTo>
                  <a:pt x="455860" y="1050119"/>
                </a:lnTo>
                <a:lnTo>
                  <a:pt x="457312" y="1049948"/>
                </a:lnTo>
                <a:lnTo>
                  <a:pt x="458763" y="1049730"/>
                </a:lnTo>
                <a:lnTo>
                  <a:pt x="460215" y="1049577"/>
                </a:lnTo>
                <a:lnTo>
                  <a:pt x="461667" y="1049248"/>
                </a:lnTo>
                <a:lnTo>
                  <a:pt x="463119" y="1048927"/>
                </a:lnTo>
                <a:lnTo>
                  <a:pt x="464571" y="1048627"/>
                </a:lnTo>
                <a:lnTo>
                  <a:pt x="466022" y="1048203"/>
                </a:lnTo>
                <a:lnTo>
                  <a:pt x="467474" y="1047790"/>
                </a:lnTo>
                <a:lnTo>
                  <a:pt x="468926" y="1047631"/>
                </a:lnTo>
                <a:lnTo>
                  <a:pt x="470378" y="1047400"/>
                </a:lnTo>
                <a:lnTo>
                  <a:pt x="471830" y="1047182"/>
                </a:lnTo>
                <a:lnTo>
                  <a:pt x="473281" y="1046874"/>
                </a:lnTo>
                <a:lnTo>
                  <a:pt x="474733" y="1046630"/>
                </a:lnTo>
                <a:lnTo>
                  <a:pt x="476185" y="1046312"/>
                </a:lnTo>
                <a:lnTo>
                  <a:pt x="477637" y="1045606"/>
                </a:lnTo>
                <a:lnTo>
                  <a:pt x="479088" y="1045149"/>
                </a:lnTo>
                <a:lnTo>
                  <a:pt x="480540" y="1044718"/>
                </a:lnTo>
                <a:lnTo>
                  <a:pt x="481992" y="1044500"/>
                </a:lnTo>
                <a:lnTo>
                  <a:pt x="483444" y="1043907"/>
                </a:lnTo>
                <a:lnTo>
                  <a:pt x="484896" y="1043549"/>
                </a:lnTo>
                <a:lnTo>
                  <a:pt x="486347" y="1043254"/>
                </a:lnTo>
                <a:lnTo>
                  <a:pt x="487799" y="1042875"/>
                </a:lnTo>
                <a:lnTo>
                  <a:pt x="489251" y="1042667"/>
                </a:lnTo>
                <a:lnTo>
                  <a:pt x="490703" y="1042008"/>
                </a:lnTo>
                <a:lnTo>
                  <a:pt x="492154" y="1041729"/>
                </a:lnTo>
                <a:lnTo>
                  <a:pt x="493606" y="1041038"/>
                </a:lnTo>
                <a:lnTo>
                  <a:pt x="495058" y="1040581"/>
                </a:lnTo>
                <a:lnTo>
                  <a:pt x="496510" y="1040249"/>
                </a:lnTo>
                <a:lnTo>
                  <a:pt x="497962" y="1039658"/>
                </a:lnTo>
                <a:lnTo>
                  <a:pt x="499413" y="1039155"/>
                </a:lnTo>
                <a:lnTo>
                  <a:pt x="500865" y="1038520"/>
                </a:lnTo>
                <a:lnTo>
                  <a:pt x="502317" y="1037633"/>
                </a:lnTo>
                <a:lnTo>
                  <a:pt x="503769" y="1037143"/>
                </a:lnTo>
                <a:lnTo>
                  <a:pt x="505221" y="1036741"/>
                </a:lnTo>
                <a:lnTo>
                  <a:pt x="506672" y="1036198"/>
                </a:lnTo>
                <a:lnTo>
                  <a:pt x="508124" y="1035781"/>
                </a:lnTo>
                <a:lnTo>
                  <a:pt x="509576" y="1035236"/>
                </a:lnTo>
                <a:lnTo>
                  <a:pt x="511028" y="1034734"/>
                </a:lnTo>
                <a:lnTo>
                  <a:pt x="512479" y="1034207"/>
                </a:lnTo>
                <a:lnTo>
                  <a:pt x="513931" y="1032607"/>
                </a:lnTo>
                <a:lnTo>
                  <a:pt x="515383" y="1031195"/>
                </a:lnTo>
                <a:lnTo>
                  <a:pt x="516835" y="1030274"/>
                </a:lnTo>
                <a:lnTo>
                  <a:pt x="518287" y="1029230"/>
                </a:lnTo>
                <a:lnTo>
                  <a:pt x="519738" y="1028497"/>
                </a:lnTo>
                <a:lnTo>
                  <a:pt x="521190" y="1027804"/>
                </a:lnTo>
                <a:lnTo>
                  <a:pt x="522642" y="1026483"/>
                </a:lnTo>
                <a:lnTo>
                  <a:pt x="524094" y="1025693"/>
                </a:lnTo>
                <a:lnTo>
                  <a:pt x="525545" y="1024508"/>
                </a:lnTo>
                <a:lnTo>
                  <a:pt x="526997" y="1024043"/>
                </a:lnTo>
                <a:lnTo>
                  <a:pt x="528449" y="1022698"/>
                </a:lnTo>
                <a:lnTo>
                  <a:pt x="529901" y="1020779"/>
                </a:lnTo>
                <a:lnTo>
                  <a:pt x="531353" y="1018981"/>
                </a:lnTo>
                <a:lnTo>
                  <a:pt x="532804" y="1017764"/>
                </a:lnTo>
                <a:lnTo>
                  <a:pt x="534256" y="1016256"/>
                </a:lnTo>
                <a:lnTo>
                  <a:pt x="535708" y="1015247"/>
                </a:lnTo>
                <a:lnTo>
                  <a:pt x="537160" y="1013560"/>
                </a:lnTo>
                <a:lnTo>
                  <a:pt x="538612" y="1011600"/>
                </a:lnTo>
                <a:lnTo>
                  <a:pt x="540063" y="1009612"/>
                </a:lnTo>
                <a:lnTo>
                  <a:pt x="541515" y="1008356"/>
                </a:lnTo>
                <a:lnTo>
                  <a:pt x="542967" y="1007059"/>
                </a:lnTo>
                <a:lnTo>
                  <a:pt x="544419" y="1005209"/>
                </a:lnTo>
                <a:lnTo>
                  <a:pt x="545870" y="1002834"/>
                </a:lnTo>
                <a:lnTo>
                  <a:pt x="547322" y="1001142"/>
                </a:lnTo>
                <a:lnTo>
                  <a:pt x="548774" y="999782"/>
                </a:lnTo>
                <a:lnTo>
                  <a:pt x="550226" y="998364"/>
                </a:lnTo>
                <a:lnTo>
                  <a:pt x="551678" y="997113"/>
                </a:lnTo>
                <a:lnTo>
                  <a:pt x="553129" y="996260"/>
                </a:lnTo>
                <a:lnTo>
                  <a:pt x="554581" y="994203"/>
                </a:lnTo>
                <a:lnTo>
                  <a:pt x="556033" y="992290"/>
                </a:lnTo>
                <a:lnTo>
                  <a:pt x="557485" y="991324"/>
                </a:lnTo>
                <a:lnTo>
                  <a:pt x="558936" y="990449"/>
                </a:lnTo>
                <a:lnTo>
                  <a:pt x="560388" y="991780"/>
                </a:lnTo>
                <a:lnTo>
                  <a:pt x="561840" y="991624"/>
                </a:lnTo>
                <a:lnTo>
                  <a:pt x="563292" y="937742"/>
                </a:lnTo>
                <a:lnTo>
                  <a:pt x="564744" y="840246"/>
                </a:lnTo>
                <a:lnTo>
                  <a:pt x="566195" y="839079"/>
                </a:lnTo>
                <a:lnTo>
                  <a:pt x="567647" y="774971"/>
                </a:lnTo>
                <a:lnTo>
                  <a:pt x="569099" y="445478"/>
                </a:lnTo>
                <a:lnTo>
                  <a:pt x="570551" y="369861"/>
                </a:lnTo>
                <a:lnTo>
                  <a:pt x="572003" y="298157"/>
                </a:lnTo>
                <a:lnTo>
                  <a:pt x="573454" y="246017"/>
                </a:lnTo>
                <a:lnTo>
                  <a:pt x="574906" y="238711"/>
                </a:lnTo>
                <a:lnTo>
                  <a:pt x="576358" y="281096"/>
                </a:lnTo>
                <a:lnTo>
                  <a:pt x="577810" y="339053"/>
                </a:lnTo>
                <a:lnTo>
                  <a:pt x="579261" y="388339"/>
                </a:lnTo>
                <a:lnTo>
                  <a:pt x="580713" y="411927"/>
                </a:lnTo>
                <a:lnTo>
                  <a:pt x="582165" y="428912"/>
                </a:lnTo>
                <a:lnTo>
                  <a:pt x="583617" y="441300"/>
                </a:lnTo>
                <a:lnTo>
                  <a:pt x="585069" y="441302"/>
                </a:lnTo>
                <a:lnTo>
                  <a:pt x="586520" y="441306"/>
                </a:lnTo>
                <a:lnTo>
                  <a:pt x="587972" y="441314"/>
                </a:lnTo>
                <a:lnTo>
                  <a:pt x="589424" y="441324"/>
                </a:lnTo>
                <a:lnTo>
                  <a:pt x="590876" y="441337"/>
                </a:lnTo>
                <a:lnTo>
                  <a:pt x="592328" y="441353"/>
                </a:lnTo>
                <a:lnTo>
                  <a:pt x="593779" y="441372"/>
                </a:lnTo>
                <a:lnTo>
                  <a:pt x="595231" y="441394"/>
                </a:lnTo>
                <a:lnTo>
                  <a:pt x="596683" y="441419"/>
                </a:lnTo>
                <a:lnTo>
                  <a:pt x="598135" y="441446"/>
                </a:lnTo>
                <a:lnTo>
                  <a:pt x="599586" y="441477"/>
                </a:lnTo>
                <a:lnTo>
                  <a:pt x="601038" y="441510"/>
                </a:lnTo>
                <a:lnTo>
                  <a:pt x="602490" y="441547"/>
                </a:lnTo>
                <a:lnTo>
                  <a:pt x="603942" y="441586"/>
                </a:lnTo>
                <a:lnTo>
                  <a:pt x="605394" y="441629"/>
                </a:lnTo>
                <a:lnTo>
                  <a:pt x="606845" y="441674"/>
                </a:lnTo>
                <a:lnTo>
                  <a:pt x="608297" y="441722"/>
                </a:lnTo>
                <a:lnTo>
                  <a:pt x="609749" y="441773"/>
                </a:lnTo>
                <a:lnTo>
                  <a:pt x="611201" y="441827"/>
                </a:lnTo>
                <a:lnTo>
                  <a:pt x="612652" y="441884"/>
                </a:lnTo>
                <a:lnTo>
                  <a:pt x="614104" y="441943"/>
                </a:lnTo>
                <a:lnTo>
                  <a:pt x="615556" y="442006"/>
                </a:lnTo>
                <a:lnTo>
                  <a:pt x="617008" y="442072"/>
                </a:lnTo>
                <a:lnTo>
                  <a:pt x="618460" y="442140"/>
                </a:lnTo>
                <a:lnTo>
                  <a:pt x="619911" y="442212"/>
                </a:lnTo>
                <a:lnTo>
                  <a:pt x="621363" y="442286"/>
                </a:lnTo>
                <a:lnTo>
                  <a:pt x="622815" y="442363"/>
                </a:lnTo>
                <a:lnTo>
                  <a:pt x="624267" y="442444"/>
                </a:lnTo>
                <a:lnTo>
                  <a:pt x="625719" y="442527"/>
                </a:lnTo>
                <a:lnTo>
                  <a:pt x="627170" y="442613"/>
                </a:lnTo>
                <a:lnTo>
                  <a:pt x="628622" y="442702"/>
                </a:lnTo>
                <a:lnTo>
                  <a:pt x="630074" y="442794"/>
                </a:lnTo>
                <a:lnTo>
                  <a:pt x="631526" y="442888"/>
                </a:lnTo>
                <a:lnTo>
                  <a:pt x="632977" y="442986"/>
                </a:lnTo>
                <a:lnTo>
                  <a:pt x="634429" y="443087"/>
                </a:lnTo>
                <a:lnTo>
                  <a:pt x="635881" y="443190"/>
                </a:lnTo>
                <a:lnTo>
                  <a:pt x="637333" y="443297"/>
                </a:lnTo>
                <a:lnTo>
                  <a:pt x="638785" y="443406"/>
                </a:lnTo>
                <a:lnTo>
                  <a:pt x="640236" y="443518"/>
                </a:lnTo>
                <a:lnTo>
                  <a:pt x="641688" y="443633"/>
                </a:lnTo>
                <a:lnTo>
                  <a:pt x="643140" y="443752"/>
                </a:lnTo>
                <a:lnTo>
                  <a:pt x="644592" y="443873"/>
                </a:lnTo>
                <a:lnTo>
                  <a:pt x="646043" y="443996"/>
                </a:lnTo>
                <a:lnTo>
                  <a:pt x="647495" y="444123"/>
                </a:lnTo>
                <a:lnTo>
                  <a:pt x="648947" y="444253"/>
                </a:lnTo>
                <a:lnTo>
                  <a:pt x="650399" y="444386"/>
                </a:lnTo>
                <a:lnTo>
                  <a:pt x="651851" y="444521"/>
                </a:lnTo>
                <a:lnTo>
                  <a:pt x="653302" y="444660"/>
                </a:lnTo>
                <a:lnTo>
                  <a:pt x="654754" y="444801"/>
                </a:lnTo>
                <a:lnTo>
                  <a:pt x="656206" y="444946"/>
                </a:lnTo>
                <a:lnTo>
                  <a:pt x="657658" y="445093"/>
                </a:lnTo>
                <a:lnTo>
                  <a:pt x="659110" y="445243"/>
                </a:lnTo>
                <a:lnTo>
                  <a:pt x="660561" y="445088"/>
                </a:lnTo>
                <a:lnTo>
                  <a:pt x="662013" y="444937"/>
                </a:lnTo>
                <a:lnTo>
                  <a:pt x="663465" y="444788"/>
                </a:lnTo>
                <a:lnTo>
                  <a:pt x="664917" y="444642"/>
                </a:lnTo>
                <a:lnTo>
                  <a:pt x="666368" y="444499"/>
                </a:lnTo>
                <a:lnTo>
                  <a:pt x="667820" y="444360"/>
                </a:lnTo>
                <a:lnTo>
                  <a:pt x="669272" y="444223"/>
                </a:lnTo>
                <a:lnTo>
                  <a:pt x="670724" y="444090"/>
                </a:lnTo>
                <a:lnTo>
                  <a:pt x="672176" y="443960"/>
                </a:lnTo>
                <a:lnTo>
                  <a:pt x="673627" y="443832"/>
                </a:lnTo>
                <a:lnTo>
                  <a:pt x="675079" y="443708"/>
                </a:lnTo>
                <a:lnTo>
                  <a:pt x="676531" y="443587"/>
                </a:lnTo>
                <a:lnTo>
                  <a:pt x="677983" y="443469"/>
                </a:lnTo>
                <a:lnTo>
                  <a:pt x="679434" y="443354"/>
                </a:lnTo>
                <a:lnTo>
                  <a:pt x="680886" y="443242"/>
                </a:lnTo>
                <a:lnTo>
                  <a:pt x="682338" y="443133"/>
                </a:lnTo>
                <a:lnTo>
                  <a:pt x="683790" y="443027"/>
                </a:lnTo>
                <a:lnTo>
                  <a:pt x="685242" y="442925"/>
                </a:lnTo>
                <a:lnTo>
                  <a:pt x="686693" y="442825"/>
                </a:lnTo>
                <a:lnTo>
                  <a:pt x="688145" y="442728"/>
                </a:lnTo>
                <a:lnTo>
                  <a:pt x="689597" y="442635"/>
                </a:lnTo>
                <a:lnTo>
                  <a:pt x="691049" y="442544"/>
                </a:lnTo>
                <a:lnTo>
                  <a:pt x="692501" y="442457"/>
                </a:lnTo>
                <a:lnTo>
                  <a:pt x="693952" y="442373"/>
                </a:lnTo>
                <a:lnTo>
                  <a:pt x="695404" y="442291"/>
                </a:lnTo>
                <a:lnTo>
                  <a:pt x="696856" y="442213"/>
                </a:lnTo>
                <a:lnTo>
                  <a:pt x="698308" y="442138"/>
                </a:lnTo>
                <a:lnTo>
                  <a:pt x="699759" y="442066"/>
                </a:lnTo>
                <a:lnTo>
                  <a:pt x="701211" y="441997"/>
                </a:lnTo>
                <a:lnTo>
                  <a:pt x="702663" y="441931"/>
                </a:lnTo>
                <a:lnTo>
                  <a:pt x="704115" y="441868"/>
                </a:lnTo>
                <a:lnTo>
                  <a:pt x="705567" y="441808"/>
                </a:lnTo>
                <a:lnTo>
                  <a:pt x="707018" y="441752"/>
                </a:lnTo>
                <a:lnTo>
                  <a:pt x="708470" y="441698"/>
                </a:lnTo>
                <a:lnTo>
                  <a:pt x="709922" y="441647"/>
                </a:lnTo>
                <a:lnTo>
                  <a:pt x="711374" y="441600"/>
                </a:lnTo>
                <a:lnTo>
                  <a:pt x="712826" y="441555"/>
                </a:lnTo>
                <a:lnTo>
                  <a:pt x="714277" y="441514"/>
                </a:lnTo>
                <a:lnTo>
                  <a:pt x="715729" y="441476"/>
                </a:lnTo>
                <a:lnTo>
                  <a:pt x="717181" y="441440"/>
                </a:lnTo>
                <a:lnTo>
                  <a:pt x="718633" y="441408"/>
                </a:lnTo>
                <a:lnTo>
                  <a:pt x="720084" y="441379"/>
                </a:lnTo>
                <a:lnTo>
                  <a:pt x="721536" y="441353"/>
                </a:lnTo>
                <a:lnTo>
                  <a:pt x="722988" y="441330"/>
                </a:lnTo>
                <a:lnTo>
                  <a:pt x="724440" y="441310"/>
                </a:lnTo>
                <a:lnTo>
                  <a:pt x="725892" y="441293"/>
                </a:lnTo>
                <a:lnTo>
                  <a:pt x="727343" y="441279"/>
                </a:lnTo>
                <a:lnTo>
                  <a:pt x="728795" y="441269"/>
                </a:lnTo>
                <a:lnTo>
                  <a:pt x="730247" y="441261"/>
                </a:lnTo>
                <a:lnTo>
                  <a:pt x="731699" y="441256"/>
                </a:lnTo>
                <a:lnTo>
                  <a:pt x="733150" y="441255"/>
                </a:lnTo>
                <a:lnTo>
                  <a:pt x="734602" y="445478"/>
                </a:lnTo>
                <a:lnTo>
                  <a:pt x="736054" y="447128"/>
                </a:lnTo>
                <a:lnTo>
                  <a:pt x="737506" y="447128"/>
                </a:lnTo>
                <a:lnTo>
                  <a:pt x="738958" y="448957"/>
                </a:lnTo>
                <a:lnTo>
                  <a:pt x="740409" y="448957"/>
                </a:lnTo>
                <a:lnTo>
                  <a:pt x="741861" y="451065"/>
                </a:lnTo>
                <a:lnTo>
                  <a:pt x="743313" y="451065"/>
                </a:lnTo>
                <a:lnTo>
                  <a:pt x="744765" y="453557"/>
                </a:lnTo>
                <a:lnTo>
                  <a:pt x="746217" y="453557"/>
                </a:lnTo>
                <a:lnTo>
                  <a:pt x="747668" y="455240"/>
                </a:lnTo>
                <a:lnTo>
                  <a:pt x="749120" y="455240"/>
                </a:lnTo>
                <a:lnTo>
                  <a:pt x="750572" y="456262"/>
                </a:lnTo>
                <a:lnTo>
                  <a:pt x="752024" y="456262"/>
                </a:lnTo>
                <a:lnTo>
                  <a:pt x="753475" y="459469"/>
                </a:lnTo>
                <a:lnTo>
                  <a:pt x="754927" y="459469"/>
                </a:lnTo>
                <a:lnTo>
                  <a:pt x="756379" y="463979"/>
                </a:lnTo>
                <a:lnTo>
                  <a:pt x="757831" y="463979"/>
                </a:lnTo>
                <a:lnTo>
                  <a:pt x="759283" y="466072"/>
                </a:lnTo>
                <a:lnTo>
                  <a:pt x="760734" y="466072"/>
                </a:lnTo>
                <a:lnTo>
                  <a:pt x="762186" y="472577"/>
                </a:lnTo>
                <a:lnTo>
                  <a:pt x="763638" y="472577"/>
                </a:lnTo>
                <a:lnTo>
                  <a:pt x="765090" y="479117"/>
                </a:lnTo>
                <a:lnTo>
                  <a:pt x="766541" y="479117"/>
                </a:lnTo>
                <a:lnTo>
                  <a:pt x="767993" y="481193"/>
                </a:lnTo>
                <a:lnTo>
                  <a:pt x="769445" y="481193"/>
                </a:lnTo>
                <a:lnTo>
                  <a:pt x="770897" y="482308"/>
                </a:lnTo>
                <a:lnTo>
                  <a:pt x="772349" y="482308"/>
                </a:lnTo>
                <a:lnTo>
                  <a:pt x="773800" y="486994"/>
                </a:lnTo>
                <a:lnTo>
                  <a:pt x="775252" y="486994"/>
                </a:lnTo>
                <a:lnTo>
                  <a:pt x="776704" y="493198"/>
                </a:lnTo>
                <a:lnTo>
                  <a:pt x="778156" y="493198"/>
                </a:lnTo>
                <a:lnTo>
                  <a:pt x="779608" y="493748"/>
                </a:lnTo>
                <a:lnTo>
                  <a:pt x="781059" y="493748"/>
                </a:lnTo>
                <a:lnTo>
                  <a:pt x="782511" y="496188"/>
                </a:lnTo>
                <a:lnTo>
                  <a:pt x="783963" y="496188"/>
                </a:lnTo>
                <a:lnTo>
                  <a:pt x="785415" y="497826"/>
                </a:lnTo>
                <a:lnTo>
                  <a:pt x="786866" y="497826"/>
                </a:lnTo>
                <a:lnTo>
                  <a:pt x="788318" y="498582"/>
                </a:lnTo>
                <a:lnTo>
                  <a:pt x="789770" y="498582"/>
                </a:lnTo>
                <a:lnTo>
                  <a:pt x="791222" y="501098"/>
                </a:lnTo>
                <a:lnTo>
                  <a:pt x="792674" y="501098"/>
                </a:lnTo>
                <a:lnTo>
                  <a:pt x="794125" y="503124"/>
                </a:lnTo>
                <a:lnTo>
                  <a:pt x="795577" y="503124"/>
                </a:lnTo>
                <a:lnTo>
                  <a:pt x="797029" y="506581"/>
                </a:lnTo>
                <a:lnTo>
                  <a:pt x="798481" y="506581"/>
                </a:lnTo>
                <a:lnTo>
                  <a:pt x="799932" y="507511"/>
                </a:lnTo>
                <a:lnTo>
                  <a:pt x="801384" y="510424"/>
                </a:lnTo>
                <a:lnTo>
                  <a:pt x="802836" y="510424"/>
                </a:lnTo>
                <a:lnTo>
                  <a:pt x="804288" y="512400"/>
                </a:lnTo>
                <a:lnTo>
                  <a:pt x="805740" y="512400"/>
                </a:lnTo>
                <a:lnTo>
                  <a:pt x="807191" y="513228"/>
                </a:lnTo>
                <a:lnTo>
                  <a:pt x="808643" y="513228"/>
                </a:lnTo>
                <a:lnTo>
                  <a:pt x="810095" y="514259"/>
                </a:lnTo>
                <a:lnTo>
                  <a:pt x="811547" y="514259"/>
                </a:lnTo>
                <a:lnTo>
                  <a:pt x="812999" y="518682"/>
                </a:lnTo>
                <a:lnTo>
                  <a:pt x="814450" y="518682"/>
                </a:lnTo>
                <a:lnTo>
                  <a:pt x="815902" y="522846"/>
                </a:lnTo>
                <a:lnTo>
                  <a:pt x="817354" y="522846"/>
                </a:lnTo>
                <a:lnTo>
                  <a:pt x="818806" y="525523"/>
                </a:lnTo>
                <a:lnTo>
                  <a:pt x="820257" y="525523"/>
                </a:lnTo>
                <a:lnTo>
                  <a:pt x="821709" y="530570"/>
                </a:lnTo>
                <a:lnTo>
                  <a:pt x="823161" y="530570"/>
                </a:lnTo>
                <a:lnTo>
                  <a:pt x="824613" y="533118"/>
                </a:lnTo>
                <a:lnTo>
                  <a:pt x="826065" y="533118"/>
                </a:lnTo>
                <a:lnTo>
                  <a:pt x="827516" y="543497"/>
                </a:lnTo>
                <a:lnTo>
                  <a:pt x="828968" y="543497"/>
                </a:lnTo>
                <a:lnTo>
                  <a:pt x="830420" y="545006"/>
                </a:lnTo>
                <a:lnTo>
                  <a:pt x="831872" y="545006"/>
                </a:lnTo>
                <a:lnTo>
                  <a:pt x="833323" y="546265"/>
                </a:lnTo>
                <a:lnTo>
                  <a:pt x="834775" y="546265"/>
                </a:lnTo>
                <a:lnTo>
                  <a:pt x="836227" y="559605"/>
                </a:lnTo>
                <a:lnTo>
                  <a:pt x="837679" y="559605"/>
                </a:lnTo>
                <a:lnTo>
                  <a:pt x="839131" y="563921"/>
                </a:lnTo>
                <a:lnTo>
                  <a:pt x="840582" y="563921"/>
                </a:lnTo>
                <a:lnTo>
                  <a:pt x="842034" y="565164"/>
                </a:lnTo>
                <a:lnTo>
                  <a:pt x="843486" y="565164"/>
                </a:lnTo>
                <a:lnTo>
                  <a:pt x="844938" y="567556"/>
                </a:lnTo>
                <a:lnTo>
                  <a:pt x="846390" y="567556"/>
                </a:lnTo>
                <a:lnTo>
                  <a:pt x="847841" y="569133"/>
                </a:lnTo>
                <a:lnTo>
                  <a:pt x="849293" y="569133"/>
                </a:lnTo>
                <a:lnTo>
                  <a:pt x="850745" y="571005"/>
                </a:lnTo>
                <a:lnTo>
                  <a:pt x="852197" y="571005"/>
                </a:lnTo>
                <a:lnTo>
                  <a:pt x="853648" y="573658"/>
                </a:lnTo>
                <a:lnTo>
                  <a:pt x="855100" y="573658"/>
                </a:lnTo>
                <a:lnTo>
                  <a:pt x="856552" y="574741"/>
                </a:lnTo>
                <a:lnTo>
                  <a:pt x="858004" y="574741"/>
                </a:lnTo>
                <a:lnTo>
                  <a:pt x="859456" y="582093"/>
                </a:lnTo>
                <a:lnTo>
                  <a:pt x="860907" y="582093"/>
                </a:lnTo>
                <a:lnTo>
                  <a:pt x="862359" y="582110"/>
                </a:lnTo>
                <a:lnTo>
                  <a:pt x="863811" y="584355"/>
                </a:lnTo>
                <a:lnTo>
                  <a:pt x="865263" y="584355"/>
                </a:lnTo>
                <a:lnTo>
                  <a:pt x="866715" y="586192"/>
                </a:lnTo>
                <a:lnTo>
                  <a:pt x="868166" y="586192"/>
                </a:lnTo>
                <a:lnTo>
                  <a:pt x="869618" y="586519"/>
                </a:lnTo>
                <a:lnTo>
                  <a:pt x="871070" y="586519"/>
                </a:lnTo>
                <a:lnTo>
                  <a:pt x="872522" y="588149"/>
                </a:lnTo>
                <a:lnTo>
                  <a:pt x="873973" y="588149"/>
                </a:lnTo>
                <a:lnTo>
                  <a:pt x="875425" y="594954"/>
                </a:lnTo>
                <a:lnTo>
                  <a:pt x="876877" y="594954"/>
                </a:lnTo>
                <a:lnTo>
                  <a:pt x="878329" y="596167"/>
                </a:lnTo>
                <a:lnTo>
                  <a:pt x="879781" y="596167"/>
                </a:lnTo>
                <a:lnTo>
                  <a:pt x="881232" y="597909"/>
                </a:lnTo>
                <a:lnTo>
                  <a:pt x="882684" y="597909"/>
                </a:lnTo>
                <a:lnTo>
                  <a:pt x="884136" y="598479"/>
                </a:lnTo>
                <a:lnTo>
                  <a:pt x="885588" y="598479"/>
                </a:lnTo>
                <a:lnTo>
                  <a:pt x="887039" y="599344"/>
                </a:lnTo>
                <a:lnTo>
                  <a:pt x="888491" y="599344"/>
                </a:lnTo>
                <a:lnTo>
                  <a:pt x="889943" y="601876"/>
                </a:lnTo>
                <a:lnTo>
                  <a:pt x="891395" y="601876"/>
                </a:lnTo>
                <a:lnTo>
                  <a:pt x="892847" y="603184"/>
                </a:lnTo>
                <a:lnTo>
                  <a:pt x="894298" y="603184"/>
                </a:lnTo>
                <a:lnTo>
                  <a:pt x="895750" y="606517"/>
                </a:lnTo>
                <a:lnTo>
                  <a:pt x="897202" y="606517"/>
                </a:lnTo>
                <a:lnTo>
                  <a:pt x="898654" y="606653"/>
                </a:lnTo>
                <a:lnTo>
                  <a:pt x="900106" y="606653"/>
                </a:lnTo>
                <a:lnTo>
                  <a:pt x="901557" y="609432"/>
                </a:lnTo>
                <a:lnTo>
                  <a:pt x="903009" y="609432"/>
                </a:lnTo>
                <a:lnTo>
                  <a:pt x="904461" y="613924"/>
                </a:lnTo>
                <a:lnTo>
                  <a:pt x="905913" y="613924"/>
                </a:lnTo>
                <a:lnTo>
                  <a:pt x="907364" y="614999"/>
                </a:lnTo>
                <a:lnTo>
                  <a:pt x="908816" y="614999"/>
                </a:lnTo>
                <a:lnTo>
                  <a:pt x="910268" y="619599"/>
                </a:lnTo>
                <a:lnTo>
                  <a:pt x="911720" y="619599"/>
                </a:lnTo>
                <a:lnTo>
                  <a:pt x="913172" y="622398"/>
                </a:lnTo>
                <a:lnTo>
                  <a:pt x="914623" y="622398"/>
                </a:lnTo>
                <a:lnTo>
                  <a:pt x="916075" y="625006"/>
                </a:lnTo>
                <a:lnTo>
                  <a:pt x="917527" y="625006"/>
                </a:lnTo>
                <a:lnTo>
                  <a:pt x="918979" y="626684"/>
                </a:lnTo>
                <a:lnTo>
                  <a:pt x="920430" y="626684"/>
                </a:lnTo>
                <a:lnTo>
                  <a:pt x="921882" y="636543"/>
                </a:lnTo>
                <a:lnTo>
                  <a:pt x="923334" y="636543"/>
                </a:lnTo>
                <a:lnTo>
                  <a:pt x="924786" y="640108"/>
                </a:lnTo>
                <a:lnTo>
                  <a:pt x="926238" y="640939"/>
                </a:lnTo>
                <a:lnTo>
                  <a:pt x="927689" y="640939"/>
                </a:lnTo>
                <a:lnTo>
                  <a:pt x="929141" y="641885"/>
                </a:lnTo>
                <a:lnTo>
                  <a:pt x="930593" y="641885"/>
                </a:lnTo>
                <a:lnTo>
                  <a:pt x="932045" y="643177"/>
                </a:lnTo>
                <a:lnTo>
                  <a:pt x="933497" y="643177"/>
                </a:lnTo>
                <a:lnTo>
                  <a:pt x="934948" y="644497"/>
                </a:lnTo>
                <a:lnTo>
                  <a:pt x="936400" y="644497"/>
                </a:lnTo>
                <a:lnTo>
                  <a:pt x="937852" y="653265"/>
                </a:lnTo>
                <a:lnTo>
                  <a:pt x="939304" y="653265"/>
                </a:lnTo>
                <a:lnTo>
                  <a:pt x="940755" y="657059"/>
                </a:lnTo>
                <a:lnTo>
                  <a:pt x="942207" y="657059"/>
                </a:lnTo>
                <a:lnTo>
                  <a:pt x="943659" y="662585"/>
                </a:lnTo>
                <a:lnTo>
                  <a:pt x="945111" y="662585"/>
                </a:lnTo>
                <a:lnTo>
                  <a:pt x="946563" y="665773"/>
                </a:lnTo>
                <a:lnTo>
                  <a:pt x="948014" y="665773"/>
                </a:lnTo>
                <a:lnTo>
                  <a:pt x="949466" y="668258"/>
                </a:lnTo>
                <a:lnTo>
                  <a:pt x="950918" y="668258"/>
                </a:lnTo>
                <a:lnTo>
                  <a:pt x="952370" y="668767"/>
                </a:lnTo>
                <a:lnTo>
                  <a:pt x="953821" y="668767"/>
                </a:lnTo>
                <a:lnTo>
                  <a:pt x="955273" y="671556"/>
                </a:lnTo>
                <a:lnTo>
                  <a:pt x="956725" y="671556"/>
                </a:lnTo>
                <a:lnTo>
                  <a:pt x="958177" y="672487"/>
                </a:lnTo>
                <a:lnTo>
                  <a:pt x="959629" y="672487"/>
                </a:lnTo>
                <a:lnTo>
                  <a:pt x="961080" y="674537"/>
                </a:lnTo>
                <a:lnTo>
                  <a:pt x="962532" y="674537"/>
                </a:lnTo>
                <a:lnTo>
                  <a:pt x="963984" y="678178"/>
                </a:lnTo>
                <a:lnTo>
                  <a:pt x="965436" y="678178"/>
                </a:lnTo>
                <a:lnTo>
                  <a:pt x="966888" y="681148"/>
                </a:lnTo>
                <a:lnTo>
                  <a:pt x="968339" y="681148"/>
                </a:lnTo>
                <a:lnTo>
                  <a:pt x="969791" y="684248"/>
                </a:lnTo>
                <a:lnTo>
                  <a:pt x="971243" y="684248"/>
                </a:lnTo>
                <a:lnTo>
                  <a:pt x="972695" y="685202"/>
                </a:lnTo>
                <a:lnTo>
                  <a:pt x="974146" y="685202"/>
                </a:lnTo>
                <a:lnTo>
                  <a:pt x="975598" y="685573"/>
                </a:lnTo>
                <a:lnTo>
                  <a:pt x="977050" y="685573"/>
                </a:lnTo>
                <a:lnTo>
                  <a:pt x="978502" y="687468"/>
                </a:lnTo>
                <a:lnTo>
                  <a:pt x="979954" y="687468"/>
                </a:lnTo>
                <a:lnTo>
                  <a:pt x="981405" y="687482"/>
                </a:lnTo>
                <a:lnTo>
                  <a:pt x="982857" y="687482"/>
                </a:lnTo>
                <a:lnTo>
                  <a:pt x="984309" y="688991"/>
                </a:lnTo>
                <a:lnTo>
                  <a:pt x="985761" y="688991"/>
                </a:lnTo>
                <a:lnTo>
                  <a:pt x="987213" y="689443"/>
                </a:lnTo>
                <a:lnTo>
                  <a:pt x="988664" y="689443"/>
                </a:lnTo>
                <a:lnTo>
                  <a:pt x="990116" y="689488"/>
                </a:lnTo>
                <a:lnTo>
                  <a:pt x="991568" y="692551"/>
                </a:lnTo>
                <a:lnTo>
                  <a:pt x="993020" y="692551"/>
                </a:lnTo>
                <a:lnTo>
                  <a:pt x="994471" y="699844"/>
                </a:lnTo>
                <a:lnTo>
                  <a:pt x="995923" y="699844"/>
                </a:lnTo>
                <a:lnTo>
                  <a:pt x="997375" y="700332"/>
                </a:lnTo>
                <a:lnTo>
                  <a:pt x="998827" y="700332"/>
                </a:lnTo>
                <a:lnTo>
                  <a:pt x="1000279" y="701195"/>
                </a:lnTo>
                <a:lnTo>
                  <a:pt x="1001730" y="701195"/>
                </a:lnTo>
                <a:lnTo>
                  <a:pt x="1003182" y="702765"/>
                </a:lnTo>
                <a:lnTo>
                  <a:pt x="1004634" y="702765"/>
                </a:lnTo>
                <a:lnTo>
                  <a:pt x="1006086" y="704717"/>
                </a:lnTo>
                <a:lnTo>
                  <a:pt x="1007537" y="704717"/>
                </a:lnTo>
                <a:lnTo>
                  <a:pt x="1008989" y="706763"/>
                </a:lnTo>
                <a:lnTo>
                  <a:pt x="1010441" y="706763"/>
                </a:lnTo>
                <a:lnTo>
                  <a:pt x="1011893" y="713237"/>
                </a:lnTo>
                <a:lnTo>
                  <a:pt x="1013345" y="713237"/>
                </a:lnTo>
                <a:lnTo>
                  <a:pt x="1014796" y="714031"/>
                </a:lnTo>
                <a:lnTo>
                  <a:pt x="1016248" y="714031"/>
                </a:lnTo>
                <a:lnTo>
                  <a:pt x="1017700" y="714824"/>
                </a:lnTo>
                <a:lnTo>
                  <a:pt x="1019152" y="714824"/>
                </a:lnTo>
                <a:lnTo>
                  <a:pt x="1020604" y="717304"/>
                </a:lnTo>
                <a:lnTo>
                  <a:pt x="1022055" y="717304"/>
                </a:lnTo>
                <a:lnTo>
                  <a:pt x="1023507" y="720494"/>
                </a:lnTo>
                <a:lnTo>
                  <a:pt x="1024959" y="720494"/>
                </a:lnTo>
                <a:lnTo>
                  <a:pt x="1026411" y="720895"/>
                </a:lnTo>
                <a:lnTo>
                  <a:pt x="1027862" y="720895"/>
                </a:lnTo>
                <a:lnTo>
                  <a:pt x="1029314" y="721750"/>
                </a:lnTo>
                <a:lnTo>
                  <a:pt x="1030766" y="721750"/>
                </a:lnTo>
                <a:lnTo>
                  <a:pt x="1032218" y="723580"/>
                </a:lnTo>
                <a:lnTo>
                  <a:pt x="1033670" y="723580"/>
                </a:lnTo>
                <a:lnTo>
                  <a:pt x="1035121" y="726017"/>
                </a:lnTo>
                <a:lnTo>
                  <a:pt x="1036573" y="726017"/>
                </a:lnTo>
                <a:lnTo>
                  <a:pt x="1038025" y="729837"/>
                </a:lnTo>
                <a:lnTo>
                  <a:pt x="1039477" y="729837"/>
                </a:lnTo>
                <a:lnTo>
                  <a:pt x="1040928" y="730991"/>
                </a:lnTo>
                <a:lnTo>
                  <a:pt x="1042380" y="730991"/>
                </a:lnTo>
                <a:lnTo>
                  <a:pt x="1043832" y="734028"/>
                </a:lnTo>
                <a:lnTo>
                  <a:pt x="1045284" y="734028"/>
                </a:lnTo>
                <a:lnTo>
                  <a:pt x="1046736" y="736569"/>
                </a:lnTo>
                <a:lnTo>
                  <a:pt x="1048187" y="736569"/>
                </a:lnTo>
                <a:lnTo>
                  <a:pt x="1049639" y="737385"/>
                </a:lnTo>
                <a:lnTo>
                  <a:pt x="1051091" y="737385"/>
                </a:lnTo>
                <a:lnTo>
                  <a:pt x="1052543" y="740767"/>
                </a:lnTo>
                <a:lnTo>
                  <a:pt x="1053995" y="740767"/>
                </a:lnTo>
                <a:lnTo>
                  <a:pt x="1055446" y="742687"/>
                </a:lnTo>
                <a:lnTo>
                  <a:pt x="1056898" y="742801"/>
                </a:lnTo>
                <a:lnTo>
                  <a:pt x="1058350" y="742801"/>
                </a:lnTo>
                <a:lnTo>
                  <a:pt x="1059802" y="745272"/>
                </a:lnTo>
                <a:lnTo>
                  <a:pt x="1061253" y="745272"/>
                </a:lnTo>
                <a:lnTo>
                  <a:pt x="1062705" y="746793"/>
                </a:lnTo>
                <a:lnTo>
                  <a:pt x="1064157" y="746793"/>
                </a:lnTo>
                <a:lnTo>
                  <a:pt x="1065609" y="747192"/>
                </a:lnTo>
                <a:lnTo>
                  <a:pt x="1067061" y="747192"/>
                </a:lnTo>
                <a:lnTo>
                  <a:pt x="1068512" y="747222"/>
                </a:lnTo>
                <a:lnTo>
                  <a:pt x="1069964" y="747222"/>
                </a:lnTo>
                <a:lnTo>
                  <a:pt x="1071416" y="747705"/>
                </a:lnTo>
                <a:lnTo>
                  <a:pt x="1072868" y="747705"/>
                </a:lnTo>
                <a:lnTo>
                  <a:pt x="1074319" y="749643"/>
                </a:lnTo>
                <a:lnTo>
                  <a:pt x="1075771" y="749643"/>
                </a:lnTo>
                <a:lnTo>
                  <a:pt x="1077223" y="752176"/>
                </a:lnTo>
                <a:lnTo>
                  <a:pt x="1078675" y="752176"/>
                </a:lnTo>
                <a:lnTo>
                  <a:pt x="1080127" y="752501"/>
                </a:lnTo>
                <a:lnTo>
                  <a:pt x="1081578" y="752501"/>
                </a:lnTo>
                <a:lnTo>
                  <a:pt x="1083030" y="753036"/>
                </a:lnTo>
                <a:lnTo>
                  <a:pt x="1084482" y="753036"/>
                </a:lnTo>
                <a:lnTo>
                  <a:pt x="1085934" y="757123"/>
                </a:lnTo>
                <a:lnTo>
                  <a:pt x="1087386" y="757123"/>
                </a:lnTo>
                <a:lnTo>
                  <a:pt x="1088837" y="757685"/>
                </a:lnTo>
                <a:lnTo>
                  <a:pt x="1090289" y="757685"/>
                </a:lnTo>
                <a:lnTo>
                  <a:pt x="1091741" y="758625"/>
                </a:lnTo>
                <a:lnTo>
                  <a:pt x="1093193" y="758625"/>
                </a:lnTo>
                <a:lnTo>
                  <a:pt x="1094644" y="764968"/>
                </a:lnTo>
                <a:lnTo>
                  <a:pt x="1096096" y="764968"/>
                </a:lnTo>
                <a:lnTo>
                  <a:pt x="1097548" y="769345"/>
                </a:lnTo>
                <a:lnTo>
                  <a:pt x="1099000" y="769345"/>
                </a:lnTo>
                <a:lnTo>
                  <a:pt x="1100452" y="771280"/>
                </a:lnTo>
                <a:lnTo>
                  <a:pt x="1101903" y="771280"/>
                </a:lnTo>
                <a:lnTo>
                  <a:pt x="1103355" y="772402"/>
                </a:lnTo>
                <a:lnTo>
                  <a:pt x="1104807" y="772402"/>
                </a:lnTo>
                <a:lnTo>
                  <a:pt x="1106259" y="773622"/>
                </a:lnTo>
                <a:lnTo>
                  <a:pt x="1107711" y="773622"/>
                </a:lnTo>
                <a:lnTo>
                  <a:pt x="1109162" y="773768"/>
                </a:lnTo>
                <a:lnTo>
                  <a:pt x="1110614" y="773768"/>
                </a:lnTo>
                <a:lnTo>
                  <a:pt x="1112066" y="774762"/>
                </a:lnTo>
                <a:lnTo>
                  <a:pt x="1113518" y="774762"/>
                </a:lnTo>
                <a:lnTo>
                  <a:pt x="1114969" y="774887"/>
                </a:lnTo>
                <a:lnTo>
                  <a:pt x="1116421" y="774887"/>
                </a:lnTo>
                <a:lnTo>
                  <a:pt x="1117873" y="774971"/>
                </a:lnTo>
                <a:lnTo>
                  <a:pt x="1119325" y="775106"/>
                </a:lnTo>
                <a:lnTo>
                  <a:pt x="1120777" y="774775"/>
                </a:lnTo>
                <a:lnTo>
                  <a:pt x="1122228" y="753197"/>
                </a:lnTo>
                <a:lnTo>
                  <a:pt x="1123680" y="707342"/>
                </a:lnTo>
                <a:lnTo>
                  <a:pt x="1125132" y="671103"/>
                </a:lnTo>
                <a:lnTo>
                  <a:pt x="1126584" y="643418"/>
                </a:lnTo>
                <a:lnTo>
                  <a:pt x="1128035" y="602199"/>
                </a:lnTo>
                <a:lnTo>
                  <a:pt x="1129487" y="543031"/>
                </a:lnTo>
                <a:lnTo>
                  <a:pt x="1130939" y="490990"/>
                </a:lnTo>
                <a:lnTo>
                  <a:pt x="1132391" y="429362"/>
                </a:lnTo>
                <a:lnTo>
                  <a:pt x="1133843" y="392797"/>
                </a:lnTo>
                <a:lnTo>
                  <a:pt x="1135294" y="301446"/>
                </a:lnTo>
                <a:lnTo>
                  <a:pt x="1136746" y="216524"/>
                </a:lnTo>
                <a:lnTo>
                  <a:pt x="1138198" y="125824"/>
                </a:lnTo>
                <a:lnTo>
                  <a:pt x="1139650" y="11081"/>
                </a:lnTo>
                <a:lnTo>
                  <a:pt x="1141102" y="0"/>
                </a:lnTo>
                <a:lnTo>
                  <a:pt x="1142553" y="71067"/>
                </a:lnTo>
                <a:lnTo>
                  <a:pt x="1144005" y="167510"/>
                </a:lnTo>
                <a:lnTo>
                  <a:pt x="1145457" y="260368"/>
                </a:lnTo>
                <a:lnTo>
                  <a:pt x="1146909" y="331459"/>
                </a:lnTo>
                <a:lnTo>
                  <a:pt x="1148360" y="412125"/>
                </a:lnTo>
                <a:lnTo>
                  <a:pt x="1149812" y="452709"/>
                </a:lnTo>
                <a:lnTo>
                  <a:pt x="1151264" y="532219"/>
                </a:lnTo>
                <a:lnTo>
                  <a:pt x="1152716" y="568645"/>
                </a:lnTo>
                <a:lnTo>
                  <a:pt x="1154168" y="617649"/>
                </a:lnTo>
                <a:lnTo>
                  <a:pt x="1155619" y="656146"/>
                </a:lnTo>
                <a:lnTo>
                  <a:pt x="1157071" y="694577"/>
                </a:lnTo>
                <a:lnTo>
                  <a:pt x="1158523" y="740197"/>
                </a:lnTo>
                <a:lnTo>
                  <a:pt x="1159975" y="760756"/>
                </a:lnTo>
                <a:lnTo>
                  <a:pt x="1161426" y="775724"/>
                </a:lnTo>
                <a:lnTo>
                  <a:pt x="1162878" y="775724"/>
                </a:lnTo>
                <a:lnTo>
                  <a:pt x="1164330" y="777020"/>
                </a:lnTo>
                <a:lnTo>
                  <a:pt x="1165782" y="777020"/>
                </a:lnTo>
                <a:lnTo>
                  <a:pt x="1167234" y="777020"/>
                </a:lnTo>
                <a:lnTo>
                  <a:pt x="1168685" y="777631"/>
                </a:lnTo>
                <a:lnTo>
                  <a:pt x="1170137" y="777631"/>
                </a:lnTo>
                <a:lnTo>
                  <a:pt x="1171589" y="777631"/>
                </a:lnTo>
                <a:lnTo>
                  <a:pt x="1173041" y="777631"/>
                </a:lnTo>
                <a:lnTo>
                  <a:pt x="1174493" y="778368"/>
                </a:lnTo>
                <a:lnTo>
                  <a:pt x="1175944" y="778368"/>
                </a:lnTo>
                <a:lnTo>
                  <a:pt x="1177396" y="778368"/>
                </a:lnTo>
                <a:lnTo>
                  <a:pt x="1178848" y="779815"/>
                </a:lnTo>
                <a:lnTo>
                  <a:pt x="1180300" y="779815"/>
                </a:lnTo>
                <a:lnTo>
                  <a:pt x="1181751" y="779815"/>
                </a:lnTo>
                <a:lnTo>
                  <a:pt x="1183203" y="780264"/>
                </a:lnTo>
                <a:lnTo>
                  <a:pt x="1184655" y="780264"/>
                </a:lnTo>
                <a:lnTo>
                  <a:pt x="1186107" y="780264"/>
                </a:lnTo>
                <a:lnTo>
                  <a:pt x="1187559" y="781706"/>
                </a:lnTo>
                <a:lnTo>
                  <a:pt x="1189010" y="781706"/>
                </a:lnTo>
                <a:lnTo>
                  <a:pt x="1190462" y="781706"/>
                </a:lnTo>
                <a:lnTo>
                  <a:pt x="1191914" y="781706"/>
                </a:lnTo>
                <a:lnTo>
                  <a:pt x="1193366" y="781905"/>
                </a:lnTo>
                <a:lnTo>
                  <a:pt x="1194817" y="781905"/>
                </a:lnTo>
                <a:lnTo>
                  <a:pt x="1196269" y="781905"/>
                </a:lnTo>
                <a:lnTo>
                  <a:pt x="1197721" y="783757"/>
                </a:lnTo>
                <a:lnTo>
                  <a:pt x="1199173" y="783757"/>
                </a:lnTo>
                <a:lnTo>
                  <a:pt x="1200625" y="783757"/>
                </a:lnTo>
                <a:lnTo>
                  <a:pt x="1202076" y="786462"/>
                </a:lnTo>
                <a:lnTo>
                  <a:pt x="1203528" y="786462"/>
                </a:lnTo>
                <a:lnTo>
                  <a:pt x="1204980" y="786462"/>
                </a:lnTo>
                <a:lnTo>
                  <a:pt x="1206432" y="787361"/>
                </a:lnTo>
                <a:lnTo>
                  <a:pt x="1207884" y="787361"/>
                </a:lnTo>
                <a:lnTo>
                  <a:pt x="1209335" y="787361"/>
                </a:lnTo>
                <a:lnTo>
                  <a:pt x="1210787" y="787361"/>
                </a:lnTo>
                <a:lnTo>
                  <a:pt x="1212239" y="787422"/>
                </a:lnTo>
                <a:lnTo>
                  <a:pt x="1213691" y="787422"/>
                </a:lnTo>
                <a:lnTo>
                  <a:pt x="1215142" y="787422"/>
                </a:lnTo>
                <a:lnTo>
                  <a:pt x="1216594" y="788194"/>
                </a:lnTo>
                <a:lnTo>
                  <a:pt x="1218046" y="788194"/>
                </a:lnTo>
                <a:lnTo>
                  <a:pt x="1219498" y="788194"/>
                </a:lnTo>
                <a:lnTo>
                  <a:pt x="1220950" y="789942"/>
                </a:lnTo>
                <a:lnTo>
                  <a:pt x="1222401" y="789942"/>
                </a:lnTo>
                <a:lnTo>
                  <a:pt x="1223853" y="789942"/>
                </a:lnTo>
                <a:lnTo>
                  <a:pt x="1225305" y="790361"/>
                </a:lnTo>
                <a:lnTo>
                  <a:pt x="1226757" y="790361"/>
                </a:lnTo>
                <a:lnTo>
                  <a:pt x="1228209" y="790361"/>
                </a:lnTo>
                <a:lnTo>
                  <a:pt x="1229660" y="790361"/>
                </a:lnTo>
                <a:lnTo>
                  <a:pt x="1231112" y="790453"/>
                </a:lnTo>
                <a:lnTo>
                  <a:pt x="1232564" y="790453"/>
                </a:lnTo>
                <a:lnTo>
                  <a:pt x="1234016" y="790453"/>
                </a:lnTo>
                <a:lnTo>
                  <a:pt x="1235467" y="790458"/>
                </a:lnTo>
                <a:lnTo>
                  <a:pt x="1236919" y="790458"/>
                </a:lnTo>
                <a:lnTo>
                  <a:pt x="1238371" y="790458"/>
                </a:lnTo>
                <a:lnTo>
                  <a:pt x="1239823" y="790996"/>
                </a:lnTo>
                <a:lnTo>
                  <a:pt x="1241275" y="790996"/>
                </a:lnTo>
                <a:lnTo>
                  <a:pt x="1242726" y="790996"/>
                </a:lnTo>
                <a:lnTo>
                  <a:pt x="1244178" y="791789"/>
                </a:lnTo>
                <a:lnTo>
                  <a:pt x="1245630" y="791789"/>
                </a:lnTo>
                <a:lnTo>
                  <a:pt x="1247082" y="791789"/>
                </a:lnTo>
                <a:lnTo>
                  <a:pt x="1248533" y="791789"/>
                </a:lnTo>
                <a:lnTo>
                  <a:pt x="1249985" y="792521"/>
                </a:lnTo>
                <a:lnTo>
                  <a:pt x="1251437" y="792521"/>
                </a:lnTo>
                <a:lnTo>
                  <a:pt x="1252889" y="792521"/>
                </a:lnTo>
                <a:lnTo>
                  <a:pt x="1254341" y="792935"/>
                </a:lnTo>
                <a:lnTo>
                  <a:pt x="1255792" y="792935"/>
                </a:lnTo>
                <a:lnTo>
                  <a:pt x="1257244" y="792935"/>
                </a:lnTo>
                <a:lnTo>
                  <a:pt x="1258696" y="793350"/>
                </a:lnTo>
                <a:lnTo>
                  <a:pt x="1260148" y="793350"/>
                </a:lnTo>
                <a:lnTo>
                  <a:pt x="1261600" y="793350"/>
                </a:lnTo>
                <a:lnTo>
                  <a:pt x="1263051" y="795397"/>
                </a:lnTo>
                <a:lnTo>
                  <a:pt x="1264503" y="795397"/>
                </a:lnTo>
                <a:lnTo>
                  <a:pt x="1265955" y="795397"/>
                </a:lnTo>
                <a:lnTo>
                  <a:pt x="1267407" y="795397"/>
                </a:lnTo>
                <a:lnTo>
                  <a:pt x="1268858" y="796842"/>
                </a:lnTo>
                <a:lnTo>
                  <a:pt x="1270310" y="796842"/>
                </a:lnTo>
                <a:lnTo>
                  <a:pt x="1271762" y="796842"/>
                </a:lnTo>
                <a:lnTo>
                  <a:pt x="1273214" y="797108"/>
                </a:lnTo>
                <a:lnTo>
                  <a:pt x="1274666" y="797108"/>
                </a:lnTo>
                <a:lnTo>
                  <a:pt x="1276117" y="797108"/>
                </a:lnTo>
                <a:lnTo>
                  <a:pt x="1277569" y="800173"/>
                </a:lnTo>
                <a:lnTo>
                  <a:pt x="1279021" y="800173"/>
                </a:lnTo>
                <a:lnTo>
                  <a:pt x="1280473" y="800173"/>
                </a:lnTo>
                <a:lnTo>
                  <a:pt x="1281924" y="800948"/>
                </a:lnTo>
                <a:lnTo>
                  <a:pt x="1283376" y="800948"/>
                </a:lnTo>
                <a:lnTo>
                  <a:pt x="1284828" y="800948"/>
                </a:lnTo>
                <a:lnTo>
                  <a:pt x="1286280" y="800948"/>
                </a:lnTo>
                <a:lnTo>
                  <a:pt x="1287732" y="801513"/>
                </a:lnTo>
                <a:lnTo>
                  <a:pt x="1289183" y="801513"/>
                </a:lnTo>
                <a:lnTo>
                  <a:pt x="1290635" y="801513"/>
                </a:lnTo>
                <a:lnTo>
                  <a:pt x="1292087" y="801977"/>
                </a:lnTo>
                <a:lnTo>
                  <a:pt x="1293539" y="801977"/>
                </a:lnTo>
                <a:lnTo>
                  <a:pt x="1294991" y="801977"/>
                </a:lnTo>
                <a:lnTo>
                  <a:pt x="1296442" y="804295"/>
                </a:lnTo>
                <a:lnTo>
                  <a:pt x="1297894" y="804295"/>
                </a:lnTo>
                <a:lnTo>
                  <a:pt x="1299346" y="804295"/>
                </a:lnTo>
                <a:lnTo>
                  <a:pt x="1300798" y="805165"/>
                </a:lnTo>
                <a:lnTo>
                  <a:pt x="1302249" y="805165"/>
                </a:lnTo>
                <a:lnTo>
                  <a:pt x="1303701" y="805165"/>
                </a:lnTo>
                <a:lnTo>
                  <a:pt x="1305153" y="805165"/>
                </a:lnTo>
                <a:lnTo>
                  <a:pt x="1306605" y="806405"/>
                </a:lnTo>
                <a:lnTo>
                  <a:pt x="1308057" y="806405"/>
                </a:lnTo>
                <a:lnTo>
                  <a:pt x="1309508" y="806405"/>
                </a:lnTo>
                <a:lnTo>
                  <a:pt x="1310960" y="807737"/>
                </a:lnTo>
                <a:lnTo>
                  <a:pt x="1312412" y="807737"/>
                </a:lnTo>
                <a:lnTo>
                  <a:pt x="1313864" y="807737"/>
                </a:lnTo>
                <a:lnTo>
                  <a:pt x="1315315" y="807838"/>
                </a:lnTo>
                <a:lnTo>
                  <a:pt x="1316767" y="807838"/>
                </a:lnTo>
                <a:lnTo>
                  <a:pt x="1318219" y="807838"/>
                </a:lnTo>
                <a:lnTo>
                  <a:pt x="1319671" y="807970"/>
                </a:lnTo>
                <a:lnTo>
                  <a:pt x="1321123" y="807970"/>
                </a:lnTo>
                <a:lnTo>
                  <a:pt x="1322574" y="807970"/>
                </a:lnTo>
                <a:lnTo>
                  <a:pt x="1324026" y="807970"/>
                </a:lnTo>
                <a:lnTo>
                  <a:pt x="1325478" y="808261"/>
                </a:lnTo>
                <a:lnTo>
                  <a:pt x="1326930" y="808261"/>
                </a:lnTo>
                <a:lnTo>
                  <a:pt x="1328382" y="808261"/>
                </a:lnTo>
                <a:lnTo>
                  <a:pt x="1329833" y="811520"/>
                </a:lnTo>
                <a:lnTo>
                  <a:pt x="1331285" y="811520"/>
                </a:lnTo>
                <a:lnTo>
                  <a:pt x="1332737" y="811520"/>
                </a:lnTo>
                <a:lnTo>
                  <a:pt x="1334189" y="812119"/>
                </a:lnTo>
                <a:lnTo>
                  <a:pt x="1335640" y="812119"/>
                </a:lnTo>
                <a:lnTo>
                  <a:pt x="1337092" y="812119"/>
                </a:lnTo>
                <a:lnTo>
                  <a:pt x="1338544" y="813210"/>
                </a:lnTo>
                <a:lnTo>
                  <a:pt x="1339996" y="813210"/>
                </a:lnTo>
                <a:lnTo>
                  <a:pt x="1341448" y="813210"/>
                </a:lnTo>
                <a:lnTo>
                  <a:pt x="1342899" y="813210"/>
                </a:lnTo>
                <a:lnTo>
                  <a:pt x="1344351" y="815082"/>
                </a:lnTo>
                <a:lnTo>
                  <a:pt x="1345803" y="815082"/>
                </a:lnTo>
                <a:lnTo>
                  <a:pt x="1347255" y="815082"/>
                </a:lnTo>
                <a:lnTo>
                  <a:pt x="1348706" y="816998"/>
                </a:lnTo>
                <a:lnTo>
                  <a:pt x="1350158" y="816998"/>
                </a:lnTo>
                <a:lnTo>
                  <a:pt x="1351610" y="816998"/>
                </a:lnTo>
                <a:lnTo>
                  <a:pt x="1353062" y="818979"/>
                </a:lnTo>
                <a:lnTo>
                  <a:pt x="1354514" y="818979"/>
                </a:lnTo>
                <a:lnTo>
                  <a:pt x="1355965" y="818979"/>
                </a:lnTo>
                <a:lnTo>
                  <a:pt x="1357417" y="819216"/>
                </a:lnTo>
                <a:lnTo>
                  <a:pt x="1358869" y="819216"/>
                </a:lnTo>
                <a:lnTo>
                  <a:pt x="1360321" y="819216"/>
                </a:lnTo>
                <a:lnTo>
                  <a:pt x="1361773" y="819216"/>
                </a:lnTo>
                <a:lnTo>
                  <a:pt x="1363224" y="819250"/>
                </a:lnTo>
                <a:lnTo>
                  <a:pt x="1364676" y="819250"/>
                </a:lnTo>
                <a:lnTo>
                  <a:pt x="1366128" y="819250"/>
                </a:lnTo>
                <a:lnTo>
                  <a:pt x="1367580" y="820026"/>
                </a:lnTo>
                <a:lnTo>
                  <a:pt x="1369031" y="820026"/>
                </a:lnTo>
                <a:lnTo>
                  <a:pt x="1370483" y="820026"/>
                </a:lnTo>
                <a:lnTo>
                  <a:pt x="1371935" y="820441"/>
                </a:lnTo>
                <a:lnTo>
                  <a:pt x="1373387" y="820441"/>
                </a:lnTo>
                <a:lnTo>
                  <a:pt x="1374839" y="820441"/>
                </a:lnTo>
                <a:lnTo>
                  <a:pt x="1376290" y="824980"/>
                </a:lnTo>
                <a:lnTo>
                  <a:pt x="1377742" y="824980"/>
                </a:lnTo>
                <a:lnTo>
                  <a:pt x="1379194" y="824980"/>
                </a:lnTo>
                <a:lnTo>
                  <a:pt x="1380646" y="824980"/>
                </a:lnTo>
                <a:lnTo>
                  <a:pt x="1382098" y="826244"/>
                </a:lnTo>
                <a:lnTo>
                  <a:pt x="1383549" y="826244"/>
                </a:lnTo>
                <a:lnTo>
                  <a:pt x="1385001" y="826244"/>
                </a:lnTo>
                <a:lnTo>
                  <a:pt x="1386453" y="827941"/>
                </a:lnTo>
                <a:lnTo>
                  <a:pt x="1387905" y="827941"/>
                </a:lnTo>
                <a:lnTo>
                  <a:pt x="1389356" y="827941"/>
                </a:lnTo>
                <a:lnTo>
                  <a:pt x="1390808" y="828492"/>
                </a:lnTo>
                <a:lnTo>
                  <a:pt x="1392260" y="828492"/>
                </a:lnTo>
                <a:lnTo>
                  <a:pt x="1393712" y="828492"/>
                </a:lnTo>
                <a:lnTo>
                  <a:pt x="1395164" y="829011"/>
                </a:lnTo>
                <a:lnTo>
                  <a:pt x="1396615" y="829011"/>
                </a:lnTo>
                <a:lnTo>
                  <a:pt x="1398067" y="829011"/>
                </a:lnTo>
                <a:lnTo>
                  <a:pt x="1399519" y="829011"/>
                </a:lnTo>
                <a:lnTo>
                  <a:pt x="1400971" y="829105"/>
                </a:lnTo>
                <a:lnTo>
                  <a:pt x="1402422" y="829105"/>
                </a:lnTo>
                <a:lnTo>
                  <a:pt x="1403874" y="829105"/>
                </a:lnTo>
                <a:lnTo>
                  <a:pt x="1405326" y="829596"/>
                </a:lnTo>
                <a:lnTo>
                  <a:pt x="1406778" y="829596"/>
                </a:lnTo>
                <a:lnTo>
                  <a:pt x="1408230" y="829596"/>
                </a:lnTo>
                <a:lnTo>
                  <a:pt x="1409681" y="829932"/>
                </a:lnTo>
                <a:lnTo>
                  <a:pt x="1411133" y="829932"/>
                </a:lnTo>
                <a:lnTo>
                  <a:pt x="1412585" y="829932"/>
                </a:lnTo>
                <a:lnTo>
                  <a:pt x="1414037" y="831167"/>
                </a:lnTo>
                <a:lnTo>
                  <a:pt x="1415489" y="831167"/>
                </a:lnTo>
                <a:lnTo>
                  <a:pt x="1416940" y="831167"/>
                </a:lnTo>
                <a:lnTo>
                  <a:pt x="1418392" y="831167"/>
                </a:lnTo>
                <a:lnTo>
                  <a:pt x="1419844" y="831475"/>
                </a:lnTo>
                <a:lnTo>
                  <a:pt x="1421296" y="831475"/>
                </a:lnTo>
                <a:lnTo>
                  <a:pt x="1422747" y="831475"/>
                </a:lnTo>
                <a:lnTo>
                  <a:pt x="1424199" y="833818"/>
                </a:lnTo>
                <a:lnTo>
                  <a:pt x="1425651" y="833818"/>
                </a:lnTo>
                <a:lnTo>
                  <a:pt x="1427103" y="833818"/>
                </a:lnTo>
                <a:lnTo>
                  <a:pt x="1428555" y="834105"/>
                </a:lnTo>
                <a:lnTo>
                  <a:pt x="1430006" y="834105"/>
                </a:lnTo>
                <a:lnTo>
                  <a:pt x="1431458" y="834105"/>
                </a:lnTo>
                <a:lnTo>
                  <a:pt x="1432910" y="835753"/>
                </a:lnTo>
                <a:lnTo>
                  <a:pt x="1434362" y="835753"/>
                </a:lnTo>
                <a:lnTo>
                  <a:pt x="1435813" y="835753"/>
                </a:lnTo>
                <a:lnTo>
                  <a:pt x="1437265" y="835753"/>
                </a:lnTo>
                <a:lnTo>
                  <a:pt x="1438717" y="836492"/>
                </a:lnTo>
                <a:lnTo>
                  <a:pt x="1440169" y="836492"/>
                </a:lnTo>
                <a:lnTo>
                  <a:pt x="1441621" y="836492"/>
                </a:lnTo>
                <a:lnTo>
                  <a:pt x="1443072" y="837210"/>
                </a:lnTo>
                <a:lnTo>
                  <a:pt x="1444524" y="837210"/>
                </a:lnTo>
                <a:lnTo>
                  <a:pt x="1445976" y="837210"/>
                </a:lnTo>
                <a:lnTo>
                  <a:pt x="1447428" y="837258"/>
                </a:lnTo>
                <a:lnTo>
                  <a:pt x="1448880" y="837258"/>
                </a:lnTo>
                <a:lnTo>
                  <a:pt x="1450331" y="837258"/>
                </a:lnTo>
                <a:lnTo>
                  <a:pt x="1451783" y="837367"/>
                </a:lnTo>
                <a:lnTo>
                  <a:pt x="1453235" y="837367"/>
                </a:lnTo>
                <a:lnTo>
                  <a:pt x="1454687" y="837367"/>
                </a:lnTo>
                <a:lnTo>
                  <a:pt x="1456138" y="837367"/>
                </a:lnTo>
                <a:lnTo>
                  <a:pt x="1457590" y="837742"/>
                </a:lnTo>
                <a:lnTo>
                  <a:pt x="1459042" y="837742"/>
                </a:lnTo>
                <a:lnTo>
                  <a:pt x="1460494" y="837742"/>
                </a:lnTo>
                <a:lnTo>
                  <a:pt x="1461946" y="839079"/>
                </a:lnTo>
                <a:lnTo>
                  <a:pt x="1463397" y="839079"/>
                </a:lnTo>
                <a:lnTo>
                  <a:pt x="1464849" y="839561"/>
                </a:lnTo>
                <a:lnTo>
                  <a:pt x="1466301" y="807100"/>
                </a:lnTo>
                <a:lnTo>
                  <a:pt x="1467753" y="803555"/>
                </a:lnTo>
                <a:lnTo>
                  <a:pt x="1469204" y="830450"/>
                </a:lnTo>
                <a:lnTo>
                  <a:pt x="1470656" y="840246"/>
                </a:lnTo>
                <a:lnTo>
                  <a:pt x="1472108" y="848720"/>
                </a:lnTo>
                <a:lnTo>
                  <a:pt x="1473560" y="851352"/>
                </a:lnTo>
                <a:lnTo>
                  <a:pt x="1475012" y="857232"/>
                </a:lnTo>
                <a:lnTo>
                  <a:pt x="1476463" y="862628"/>
                </a:lnTo>
                <a:lnTo>
                  <a:pt x="1477915" y="870703"/>
                </a:lnTo>
                <a:lnTo>
                  <a:pt x="1479367" y="879834"/>
                </a:lnTo>
                <a:lnTo>
                  <a:pt x="1480819" y="883492"/>
                </a:lnTo>
                <a:lnTo>
                  <a:pt x="1482271" y="891993"/>
                </a:lnTo>
                <a:lnTo>
                  <a:pt x="1483722" y="896508"/>
                </a:lnTo>
                <a:lnTo>
                  <a:pt x="1485174" y="902029"/>
                </a:lnTo>
                <a:lnTo>
                  <a:pt x="1486626" y="906065"/>
                </a:lnTo>
                <a:lnTo>
                  <a:pt x="1488078" y="912240"/>
                </a:lnTo>
                <a:lnTo>
                  <a:pt x="1489529" y="915504"/>
                </a:lnTo>
                <a:lnTo>
                  <a:pt x="1490981" y="923191"/>
                </a:lnTo>
                <a:lnTo>
                  <a:pt x="1492433" y="928249"/>
                </a:lnTo>
                <a:lnTo>
                  <a:pt x="1493885" y="932330"/>
                </a:lnTo>
                <a:lnTo>
                  <a:pt x="1495337" y="937742"/>
                </a:lnTo>
                <a:lnTo>
                  <a:pt x="1496788" y="942371"/>
                </a:lnTo>
                <a:lnTo>
                  <a:pt x="1498240" y="945125"/>
                </a:lnTo>
                <a:lnTo>
                  <a:pt x="1499692" y="950114"/>
                </a:lnTo>
                <a:lnTo>
                  <a:pt x="1501144" y="953928"/>
                </a:lnTo>
                <a:lnTo>
                  <a:pt x="1502596" y="957375"/>
                </a:lnTo>
                <a:lnTo>
                  <a:pt x="1504047" y="960601"/>
                </a:lnTo>
                <a:lnTo>
                  <a:pt x="1505499" y="964299"/>
                </a:lnTo>
                <a:lnTo>
                  <a:pt x="1506951" y="970484"/>
                </a:lnTo>
                <a:lnTo>
                  <a:pt x="1508403" y="971843"/>
                </a:lnTo>
                <a:lnTo>
                  <a:pt x="1509854" y="975172"/>
                </a:lnTo>
                <a:lnTo>
                  <a:pt x="1511306" y="979370"/>
                </a:lnTo>
                <a:lnTo>
                  <a:pt x="1512758" y="981019"/>
                </a:lnTo>
                <a:lnTo>
                  <a:pt x="1514210" y="984348"/>
                </a:lnTo>
                <a:lnTo>
                  <a:pt x="1515662" y="985561"/>
                </a:lnTo>
                <a:lnTo>
                  <a:pt x="1517113" y="987530"/>
                </a:lnTo>
                <a:lnTo>
                  <a:pt x="1518565" y="989841"/>
                </a:lnTo>
                <a:lnTo>
                  <a:pt x="1520017" y="991624"/>
                </a:lnTo>
                <a:lnTo>
                  <a:pt x="1521469" y="992290"/>
                </a:lnTo>
                <a:lnTo>
                  <a:pt x="1522920" y="994770"/>
                </a:lnTo>
                <a:lnTo>
                  <a:pt x="1524372" y="996592"/>
                </a:lnTo>
                <a:lnTo>
                  <a:pt x="1525824" y="998222"/>
                </a:lnTo>
                <a:lnTo>
                  <a:pt x="1527276" y="999926"/>
                </a:lnTo>
                <a:lnTo>
                  <a:pt x="1528728" y="1001142"/>
                </a:lnTo>
                <a:lnTo>
                  <a:pt x="1530179" y="1004361"/>
                </a:lnTo>
                <a:lnTo>
                  <a:pt x="1531631" y="1006422"/>
                </a:lnTo>
                <a:lnTo>
                  <a:pt x="1533083" y="1008356"/>
                </a:lnTo>
                <a:lnTo>
                  <a:pt x="1534535" y="1009809"/>
                </a:lnTo>
                <a:lnTo>
                  <a:pt x="1535987" y="1013351"/>
                </a:lnTo>
                <a:lnTo>
                  <a:pt x="1537438" y="1014991"/>
                </a:lnTo>
                <a:lnTo>
                  <a:pt x="1538890" y="1016217"/>
                </a:lnTo>
                <a:lnTo>
                  <a:pt x="1540342" y="1018115"/>
                </a:lnTo>
                <a:lnTo>
                  <a:pt x="1541794" y="1019347"/>
                </a:lnTo>
                <a:lnTo>
                  <a:pt x="1543245" y="1022433"/>
                </a:lnTo>
                <a:lnTo>
                  <a:pt x="1544697" y="1024043"/>
                </a:lnTo>
                <a:lnTo>
                  <a:pt x="1546149" y="1025092"/>
                </a:lnTo>
                <a:lnTo>
                  <a:pt x="1547601" y="1026133"/>
                </a:lnTo>
                <a:lnTo>
                  <a:pt x="1549053" y="1027793"/>
                </a:lnTo>
                <a:lnTo>
                  <a:pt x="1550504" y="1028527"/>
                </a:lnTo>
                <a:lnTo>
                  <a:pt x="1551956" y="1029399"/>
                </a:lnTo>
                <a:lnTo>
                  <a:pt x="1553408" y="1030573"/>
                </a:lnTo>
                <a:lnTo>
                  <a:pt x="1554860" y="1032317"/>
                </a:lnTo>
                <a:lnTo>
                  <a:pt x="1556311" y="1034207"/>
                </a:lnTo>
                <a:lnTo>
                  <a:pt x="1557763" y="1034676"/>
                </a:lnTo>
                <a:lnTo>
                  <a:pt x="1559215" y="1034467"/>
                </a:lnTo>
                <a:lnTo>
                  <a:pt x="1560667" y="1032111"/>
                </a:lnTo>
                <a:lnTo>
                  <a:pt x="1562119" y="1031171"/>
                </a:lnTo>
                <a:lnTo>
                  <a:pt x="1563570" y="1030635"/>
                </a:lnTo>
                <a:lnTo>
                  <a:pt x="1565022" y="1028520"/>
                </a:lnTo>
                <a:lnTo>
                  <a:pt x="1566474" y="1026681"/>
                </a:lnTo>
                <a:lnTo>
                  <a:pt x="1567926" y="1024218"/>
                </a:lnTo>
                <a:lnTo>
                  <a:pt x="1569378" y="1021556"/>
                </a:lnTo>
                <a:lnTo>
                  <a:pt x="1570829" y="1020909"/>
                </a:lnTo>
                <a:lnTo>
                  <a:pt x="1572281" y="1017220"/>
                </a:lnTo>
                <a:lnTo>
                  <a:pt x="1573733" y="1013483"/>
                </a:lnTo>
                <a:lnTo>
                  <a:pt x="1575185" y="1011320"/>
                </a:lnTo>
                <a:lnTo>
                  <a:pt x="1576636" y="1006783"/>
                </a:lnTo>
                <a:lnTo>
                  <a:pt x="1578088" y="1005449"/>
                </a:lnTo>
                <a:lnTo>
                  <a:pt x="1579540" y="1001470"/>
                </a:lnTo>
                <a:lnTo>
                  <a:pt x="1580992" y="996529"/>
                </a:lnTo>
                <a:lnTo>
                  <a:pt x="1582444" y="988681"/>
                </a:lnTo>
                <a:lnTo>
                  <a:pt x="1583895" y="972217"/>
                </a:lnTo>
                <a:lnTo>
                  <a:pt x="1585347" y="962911"/>
                </a:lnTo>
                <a:lnTo>
                  <a:pt x="1586799" y="947043"/>
                </a:lnTo>
                <a:lnTo>
                  <a:pt x="1588251" y="925950"/>
                </a:lnTo>
                <a:lnTo>
                  <a:pt x="1589702" y="906238"/>
                </a:lnTo>
                <a:lnTo>
                  <a:pt x="1591154" y="880266"/>
                </a:lnTo>
                <a:lnTo>
                  <a:pt x="1592606" y="843347"/>
                </a:lnTo>
                <a:lnTo>
                  <a:pt x="1594058" y="800003"/>
                </a:lnTo>
                <a:lnTo>
                  <a:pt x="1595510" y="795766"/>
                </a:lnTo>
                <a:lnTo>
                  <a:pt x="1596961" y="816434"/>
                </a:lnTo>
                <a:lnTo>
                  <a:pt x="1598413" y="854990"/>
                </a:lnTo>
                <a:lnTo>
                  <a:pt x="1599865" y="888535"/>
                </a:lnTo>
                <a:lnTo>
                  <a:pt x="1601317" y="916019"/>
                </a:lnTo>
                <a:lnTo>
                  <a:pt x="1602769" y="939494"/>
                </a:lnTo>
                <a:lnTo>
                  <a:pt x="1604220" y="953305"/>
                </a:lnTo>
                <a:lnTo>
                  <a:pt x="1605672" y="966829"/>
                </a:lnTo>
                <a:lnTo>
                  <a:pt x="1607124" y="980220"/>
                </a:lnTo>
                <a:lnTo>
                  <a:pt x="1608576" y="994216"/>
                </a:lnTo>
                <a:lnTo>
                  <a:pt x="1610027" y="1034734"/>
                </a:lnTo>
                <a:lnTo>
                  <a:pt x="1611479" y="1043392"/>
                </a:lnTo>
                <a:lnTo>
                  <a:pt x="1612931" y="1049442"/>
                </a:lnTo>
                <a:lnTo>
                  <a:pt x="1614383" y="1052610"/>
                </a:lnTo>
                <a:lnTo>
                  <a:pt x="1615835" y="1054062"/>
                </a:lnTo>
                <a:lnTo>
                  <a:pt x="1617286" y="1054066"/>
                </a:lnTo>
                <a:lnTo>
                  <a:pt x="1618738" y="1054065"/>
                </a:lnTo>
                <a:lnTo>
                  <a:pt x="1620190" y="1039572"/>
                </a:lnTo>
                <a:lnTo>
                  <a:pt x="1621642" y="1038308"/>
                </a:lnTo>
                <a:lnTo>
                  <a:pt x="1623094" y="1032061"/>
                </a:lnTo>
                <a:lnTo>
                  <a:pt x="1624545" y="1025779"/>
                </a:lnTo>
                <a:lnTo>
                  <a:pt x="1625997" y="1023284"/>
                </a:lnTo>
                <a:lnTo>
                  <a:pt x="1627449" y="1011328"/>
                </a:lnTo>
                <a:lnTo>
                  <a:pt x="1628901" y="1007642"/>
                </a:lnTo>
                <a:lnTo>
                  <a:pt x="1630352" y="994775"/>
                </a:lnTo>
                <a:lnTo>
                  <a:pt x="1631804" y="989760"/>
                </a:lnTo>
                <a:lnTo>
                  <a:pt x="1633256" y="999413"/>
                </a:lnTo>
                <a:lnTo>
                  <a:pt x="1634708" y="1011290"/>
                </a:lnTo>
                <a:lnTo>
                  <a:pt x="1636160" y="1020638"/>
                </a:lnTo>
                <a:lnTo>
                  <a:pt x="1637611" y="1025726"/>
                </a:lnTo>
                <a:lnTo>
                  <a:pt x="1639063" y="1031985"/>
                </a:lnTo>
                <a:lnTo>
                  <a:pt x="1640515" y="1036918"/>
                </a:lnTo>
                <a:lnTo>
                  <a:pt x="1641967" y="1038376"/>
                </a:lnTo>
                <a:lnTo>
                  <a:pt x="1643418" y="1041859"/>
                </a:lnTo>
                <a:lnTo>
                  <a:pt x="1644870" y="1041971"/>
                </a:lnTo>
                <a:lnTo>
                  <a:pt x="1646322" y="1046113"/>
                </a:lnTo>
                <a:lnTo>
                  <a:pt x="1647774" y="1046279"/>
                </a:lnTo>
                <a:lnTo>
                  <a:pt x="1649226" y="1046348"/>
                </a:lnTo>
                <a:lnTo>
                  <a:pt x="1650677" y="1046902"/>
                </a:lnTo>
                <a:lnTo>
                  <a:pt x="1652129" y="1046990"/>
                </a:lnTo>
                <a:lnTo>
                  <a:pt x="1653581" y="1048519"/>
                </a:lnTo>
                <a:lnTo>
                  <a:pt x="1655033" y="1048745"/>
                </a:lnTo>
                <a:lnTo>
                  <a:pt x="1656485" y="1049742"/>
                </a:lnTo>
                <a:lnTo>
                  <a:pt x="1657936" y="1050378"/>
                </a:lnTo>
                <a:lnTo>
                  <a:pt x="1659388" y="1050877"/>
                </a:lnTo>
                <a:lnTo>
                  <a:pt x="1660840" y="1051394"/>
                </a:lnTo>
                <a:lnTo>
                  <a:pt x="1662292" y="1051588"/>
                </a:lnTo>
                <a:lnTo>
                  <a:pt x="1663743" y="1051770"/>
                </a:lnTo>
                <a:lnTo>
                  <a:pt x="1665195" y="1051833"/>
                </a:lnTo>
                <a:lnTo>
                  <a:pt x="1666647" y="1051900"/>
                </a:lnTo>
                <a:lnTo>
                  <a:pt x="1668099" y="1051880"/>
                </a:lnTo>
                <a:lnTo>
                  <a:pt x="1669551" y="1050421"/>
                </a:lnTo>
                <a:lnTo>
                  <a:pt x="1671002" y="1047724"/>
                </a:lnTo>
                <a:lnTo>
                  <a:pt x="1672454" y="1043167"/>
                </a:lnTo>
                <a:lnTo>
                  <a:pt x="1673906" y="1038089"/>
                </a:lnTo>
                <a:lnTo>
                  <a:pt x="1675358" y="1031528"/>
                </a:lnTo>
                <a:lnTo>
                  <a:pt x="1676809" y="1008037"/>
                </a:lnTo>
                <a:lnTo>
                  <a:pt x="1678261" y="997701"/>
                </a:lnTo>
                <a:lnTo>
                  <a:pt x="1679713" y="984367"/>
                </a:lnTo>
                <a:lnTo>
                  <a:pt x="1681165" y="970403"/>
                </a:lnTo>
                <a:lnTo>
                  <a:pt x="1682617" y="967421"/>
                </a:lnTo>
                <a:lnTo>
                  <a:pt x="1684068" y="976890"/>
                </a:lnTo>
                <a:lnTo>
                  <a:pt x="1685520" y="991391"/>
                </a:lnTo>
                <a:lnTo>
                  <a:pt x="1686972" y="1003658"/>
                </a:lnTo>
                <a:lnTo>
                  <a:pt x="1688424" y="1012320"/>
                </a:lnTo>
                <a:lnTo>
                  <a:pt x="1689876" y="1013853"/>
                </a:lnTo>
                <a:lnTo>
                  <a:pt x="1691327" y="1016778"/>
                </a:lnTo>
                <a:lnTo>
                  <a:pt x="1692779" y="1020668"/>
                </a:lnTo>
                <a:lnTo>
                  <a:pt x="1694231" y="1024494"/>
                </a:lnTo>
                <a:lnTo>
                  <a:pt x="1695683" y="1025846"/>
                </a:lnTo>
                <a:lnTo>
                  <a:pt x="1697134" y="1030148"/>
                </a:lnTo>
                <a:lnTo>
                  <a:pt x="1698586" y="1031368"/>
                </a:lnTo>
                <a:lnTo>
                  <a:pt x="1700038" y="1031372"/>
                </a:lnTo>
                <a:lnTo>
                  <a:pt x="1701490" y="1031382"/>
                </a:lnTo>
                <a:lnTo>
                  <a:pt x="1702942" y="1031399"/>
                </a:lnTo>
                <a:lnTo>
                  <a:pt x="1704393" y="1031424"/>
                </a:lnTo>
                <a:lnTo>
                  <a:pt x="1705845" y="1031455"/>
                </a:lnTo>
                <a:lnTo>
                  <a:pt x="1707297" y="1029731"/>
                </a:lnTo>
                <a:lnTo>
                  <a:pt x="1708749" y="1028500"/>
                </a:lnTo>
                <a:lnTo>
                  <a:pt x="1710200" y="1027761"/>
                </a:lnTo>
                <a:lnTo>
                  <a:pt x="1711652" y="1027515"/>
                </a:lnTo>
                <a:lnTo>
                  <a:pt x="1713104" y="1026274"/>
                </a:lnTo>
                <a:lnTo>
                  <a:pt x="1714556" y="1029127"/>
                </a:lnTo>
                <a:lnTo>
                  <a:pt x="1716008" y="1031339"/>
                </a:lnTo>
                <a:lnTo>
                  <a:pt x="1717459" y="1031528"/>
                </a:lnTo>
                <a:lnTo>
                  <a:pt x="1718911" y="1031993"/>
                </a:lnTo>
                <a:lnTo>
                  <a:pt x="1720363" y="1032727"/>
                </a:lnTo>
                <a:lnTo>
                  <a:pt x="1721815" y="1033109"/>
                </a:lnTo>
                <a:lnTo>
                  <a:pt x="1723267" y="1033596"/>
                </a:lnTo>
                <a:lnTo>
                  <a:pt x="1724718" y="1034105"/>
                </a:lnTo>
                <a:lnTo>
                  <a:pt x="1726170" y="1034444"/>
                </a:lnTo>
                <a:lnTo>
                  <a:pt x="1727622" y="1034973"/>
                </a:lnTo>
                <a:lnTo>
                  <a:pt x="1729074" y="1035423"/>
                </a:lnTo>
                <a:lnTo>
                  <a:pt x="1730525" y="1035735"/>
                </a:lnTo>
                <a:lnTo>
                  <a:pt x="1731977" y="1035996"/>
                </a:lnTo>
                <a:lnTo>
                  <a:pt x="1733429" y="1036053"/>
                </a:lnTo>
                <a:lnTo>
                  <a:pt x="1734881" y="1036614"/>
                </a:lnTo>
                <a:lnTo>
                  <a:pt x="1736333" y="1037420"/>
                </a:lnTo>
                <a:lnTo>
                  <a:pt x="1737784" y="1038089"/>
                </a:lnTo>
                <a:lnTo>
                  <a:pt x="1739236" y="1039370"/>
                </a:lnTo>
                <a:lnTo>
                  <a:pt x="1740688" y="1039532"/>
                </a:lnTo>
                <a:lnTo>
                  <a:pt x="1742140" y="1040019"/>
                </a:lnTo>
                <a:lnTo>
                  <a:pt x="1743591" y="1040260"/>
                </a:lnTo>
                <a:lnTo>
                  <a:pt x="1745043" y="1040611"/>
                </a:lnTo>
                <a:lnTo>
                  <a:pt x="1746495" y="1040896"/>
                </a:lnTo>
                <a:lnTo>
                  <a:pt x="1747947" y="1041219"/>
                </a:lnTo>
                <a:lnTo>
                  <a:pt x="1749399" y="1041795"/>
                </a:lnTo>
                <a:lnTo>
                  <a:pt x="1750850" y="1042103"/>
                </a:lnTo>
                <a:lnTo>
                  <a:pt x="1752302" y="1042324"/>
                </a:lnTo>
                <a:lnTo>
                  <a:pt x="1753754" y="1042437"/>
                </a:lnTo>
                <a:lnTo>
                  <a:pt x="1755206" y="1042674"/>
                </a:lnTo>
                <a:lnTo>
                  <a:pt x="1756658" y="1042835"/>
                </a:lnTo>
                <a:lnTo>
                  <a:pt x="1758109" y="1043167"/>
                </a:lnTo>
                <a:lnTo>
                  <a:pt x="1759561" y="1043413"/>
                </a:lnTo>
                <a:lnTo>
                  <a:pt x="1761013" y="1044229"/>
                </a:lnTo>
                <a:lnTo>
                  <a:pt x="1762465" y="1044386"/>
                </a:lnTo>
                <a:lnTo>
                  <a:pt x="1763916" y="1044974"/>
                </a:lnTo>
                <a:lnTo>
                  <a:pt x="1765368" y="1045071"/>
                </a:lnTo>
                <a:lnTo>
                  <a:pt x="1766820" y="1045516"/>
                </a:lnTo>
                <a:lnTo>
                  <a:pt x="1768272" y="1046101"/>
                </a:lnTo>
                <a:lnTo>
                  <a:pt x="1769724" y="1046179"/>
                </a:lnTo>
                <a:lnTo>
                  <a:pt x="1771175" y="1046615"/>
                </a:lnTo>
                <a:lnTo>
                  <a:pt x="1772627" y="1046658"/>
                </a:lnTo>
                <a:lnTo>
                  <a:pt x="1774079" y="1046784"/>
                </a:lnTo>
                <a:lnTo>
                  <a:pt x="1775531" y="1047191"/>
                </a:lnTo>
                <a:lnTo>
                  <a:pt x="1776983" y="1047327"/>
                </a:lnTo>
                <a:lnTo>
                  <a:pt x="1778434" y="1047724"/>
                </a:lnTo>
                <a:lnTo>
                  <a:pt x="1779886" y="1047743"/>
                </a:lnTo>
                <a:lnTo>
                  <a:pt x="1781338" y="1047782"/>
                </a:lnTo>
                <a:lnTo>
                  <a:pt x="1782790" y="1047822"/>
                </a:lnTo>
                <a:lnTo>
                  <a:pt x="1784241" y="1047970"/>
                </a:lnTo>
                <a:lnTo>
                  <a:pt x="1785693" y="1048155"/>
                </a:lnTo>
                <a:lnTo>
                  <a:pt x="1787145" y="1048374"/>
                </a:lnTo>
                <a:lnTo>
                  <a:pt x="1788597" y="1049194"/>
                </a:lnTo>
                <a:lnTo>
                  <a:pt x="1790049" y="1049272"/>
                </a:lnTo>
                <a:lnTo>
                  <a:pt x="1791500" y="1049306"/>
                </a:lnTo>
                <a:lnTo>
                  <a:pt x="1792952" y="1049380"/>
                </a:lnTo>
                <a:lnTo>
                  <a:pt x="1794404" y="1049907"/>
                </a:lnTo>
                <a:lnTo>
                  <a:pt x="1795856" y="1050073"/>
                </a:lnTo>
                <a:lnTo>
                  <a:pt x="1797307" y="1050194"/>
                </a:lnTo>
                <a:lnTo>
                  <a:pt x="1798759" y="1050421"/>
                </a:lnTo>
                <a:lnTo>
                  <a:pt x="1800211" y="1050555"/>
                </a:lnTo>
                <a:lnTo>
                  <a:pt x="1801663" y="1050606"/>
                </a:lnTo>
                <a:lnTo>
                  <a:pt x="1803115" y="1050777"/>
                </a:lnTo>
                <a:lnTo>
                  <a:pt x="1804566" y="1050840"/>
                </a:lnTo>
                <a:lnTo>
                  <a:pt x="1806018" y="1051105"/>
                </a:lnTo>
                <a:lnTo>
                  <a:pt x="1807470" y="1051135"/>
                </a:lnTo>
                <a:lnTo>
                  <a:pt x="1808922" y="1051199"/>
                </a:lnTo>
                <a:lnTo>
                  <a:pt x="1810374" y="1051262"/>
                </a:lnTo>
                <a:lnTo>
                  <a:pt x="1811825" y="1051269"/>
                </a:lnTo>
                <a:lnTo>
                  <a:pt x="1813277" y="1051404"/>
                </a:lnTo>
                <a:lnTo>
                  <a:pt x="1814729" y="1051512"/>
                </a:lnTo>
                <a:lnTo>
                  <a:pt x="1816181" y="1051537"/>
                </a:lnTo>
                <a:lnTo>
                  <a:pt x="1817632" y="1051593"/>
                </a:lnTo>
                <a:lnTo>
                  <a:pt x="1819084" y="1051880"/>
                </a:lnTo>
                <a:lnTo>
                  <a:pt x="1820536" y="1051967"/>
                </a:lnTo>
                <a:lnTo>
                  <a:pt x="1821988" y="1052016"/>
                </a:lnTo>
                <a:lnTo>
                  <a:pt x="1823440" y="1052113"/>
                </a:lnTo>
                <a:lnTo>
                  <a:pt x="1824891" y="1052177"/>
                </a:lnTo>
                <a:lnTo>
                  <a:pt x="1826343" y="1052209"/>
                </a:lnTo>
                <a:lnTo>
                  <a:pt x="1827795" y="1052260"/>
                </a:lnTo>
                <a:lnTo>
                  <a:pt x="1829247" y="1052310"/>
                </a:lnTo>
                <a:lnTo>
                  <a:pt x="1830698" y="1052330"/>
                </a:lnTo>
                <a:lnTo>
                  <a:pt x="1832150" y="1052374"/>
                </a:lnTo>
                <a:lnTo>
                  <a:pt x="1833602" y="1052483"/>
                </a:lnTo>
                <a:lnTo>
                  <a:pt x="1835054" y="1052505"/>
                </a:lnTo>
                <a:lnTo>
                  <a:pt x="1836506" y="1052552"/>
                </a:lnTo>
                <a:lnTo>
                  <a:pt x="1837957" y="1052577"/>
                </a:lnTo>
                <a:lnTo>
                  <a:pt x="1839409" y="1052656"/>
                </a:lnTo>
                <a:lnTo>
                  <a:pt x="1840861" y="1052734"/>
                </a:lnTo>
                <a:lnTo>
                  <a:pt x="1842313" y="1052745"/>
                </a:lnTo>
                <a:lnTo>
                  <a:pt x="1843765" y="1052756"/>
                </a:lnTo>
                <a:lnTo>
                  <a:pt x="1845216" y="1052883"/>
                </a:lnTo>
                <a:lnTo>
                  <a:pt x="1846668" y="1052983"/>
                </a:lnTo>
                <a:lnTo>
                  <a:pt x="1848120" y="1053039"/>
                </a:lnTo>
                <a:lnTo>
                  <a:pt x="1849572" y="1053050"/>
                </a:lnTo>
                <a:lnTo>
                  <a:pt x="1851023" y="1053052"/>
                </a:lnTo>
                <a:lnTo>
                  <a:pt x="1852475" y="1053105"/>
                </a:lnTo>
                <a:lnTo>
                  <a:pt x="1853927" y="1053204"/>
                </a:lnTo>
                <a:lnTo>
                  <a:pt x="1855379" y="1053222"/>
                </a:lnTo>
                <a:lnTo>
                  <a:pt x="1856831" y="1053273"/>
                </a:lnTo>
                <a:lnTo>
                  <a:pt x="1858282" y="1053348"/>
                </a:lnTo>
                <a:lnTo>
                  <a:pt x="1859734" y="1053371"/>
                </a:lnTo>
                <a:lnTo>
                  <a:pt x="1861186" y="1053396"/>
                </a:lnTo>
                <a:lnTo>
                  <a:pt x="1862638" y="1053427"/>
                </a:lnTo>
                <a:lnTo>
                  <a:pt x="1864089" y="1053434"/>
                </a:lnTo>
                <a:lnTo>
                  <a:pt x="1865541" y="1053437"/>
                </a:lnTo>
                <a:lnTo>
                  <a:pt x="1866993" y="1053488"/>
                </a:lnTo>
                <a:lnTo>
                  <a:pt x="1868445" y="1053534"/>
                </a:lnTo>
                <a:lnTo>
                  <a:pt x="1869897" y="1053582"/>
                </a:lnTo>
                <a:lnTo>
                  <a:pt x="1871348" y="1053595"/>
                </a:lnTo>
                <a:lnTo>
                  <a:pt x="1872800" y="1053659"/>
                </a:lnTo>
                <a:lnTo>
                  <a:pt x="1874252" y="1053700"/>
                </a:lnTo>
                <a:lnTo>
                  <a:pt x="1875704" y="1053725"/>
                </a:lnTo>
                <a:lnTo>
                  <a:pt x="1877156" y="1053747"/>
                </a:lnTo>
                <a:lnTo>
                  <a:pt x="1878607" y="1053771"/>
                </a:lnTo>
                <a:lnTo>
                  <a:pt x="1880059" y="1053817"/>
                </a:lnTo>
                <a:lnTo>
                  <a:pt x="1881511" y="1053841"/>
                </a:lnTo>
                <a:lnTo>
                  <a:pt x="1882963" y="1053857"/>
                </a:lnTo>
                <a:lnTo>
                  <a:pt x="1884414" y="1053870"/>
                </a:lnTo>
                <a:lnTo>
                  <a:pt x="1885866" y="1053878"/>
                </a:lnTo>
                <a:lnTo>
                  <a:pt x="1887318" y="1053903"/>
                </a:lnTo>
                <a:lnTo>
                  <a:pt x="1888770" y="1053930"/>
                </a:lnTo>
                <a:lnTo>
                  <a:pt x="1890222" y="1053942"/>
                </a:lnTo>
                <a:lnTo>
                  <a:pt x="1891673" y="1053973"/>
                </a:lnTo>
                <a:lnTo>
                  <a:pt x="1893125" y="1053995"/>
                </a:lnTo>
                <a:lnTo>
                  <a:pt x="1894577" y="1054021"/>
                </a:lnTo>
                <a:lnTo>
                  <a:pt x="1896029" y="1054026"/>
                </a:lnTo>
                <a:lnTo>
                  <a:pt x="1897481" y="1054031"/>
                </a:lnTo>
                <a:lnTo>
                  <a:pt x="1898932" y="1054035"/>
                </a:lnTo>
                <a:lnTo>
                  <a:pt x="1900384" y="1054049"/>
                </a:lnTo>
                <a:lnTo>
                  <a:pt x="1901836" y="1054065"/>
                </a:lnTo>
                <a:lnTo>
                  <a:pt x="1903288" y="1054068"/>
                </a:lnTo>
                <a:lnTo>
                  <a:pt x="1904739" y="1054075"/>
                </a:lnTo>
                <a:lnTo>
                  <a:pt x="1906191" y="1054090"/>
                </a:lnTo>
                <a:lnTo>
                  <a:pt x="1907643" y="1054099"/>
                </a:lnTo>
                <a:lnTo>
                  <a:pt x="1909095" y="1054107"/>
                </a:lnTo>
                <a:lnTo>
                  <a:pt x="1910547" y="1054119"/>
                </a:lnTo>
                <a:lnTo>
                  <a:pt x="1911998" y="1054122"/>
                </a:lnTo>
                <a:lnTo>
                  <a:pt x="1913450" y="1054126"/>
                </a:lnTo>
                <a:lnTo>
                  <a:pt x="1914902" y="1054131"/>
                </a:lnTo>
                <a:lnTo>
                  <a:pt x="1916354" y="1054138"/>
                </a:lnTo>
                <a:lnTo>
                  <a:pt x="1917805" y="1054138"/>
                </a:lnTo>
                <a:lnTo>
                  <a:pt x="1919257" y="1054143"/>
                </a:lnTo>
                <a:lnTo>
                  <a:pt x="1920709" y="1054154"/>
                </a:lnTo>
                <a:lnTo>
                  <a:pt x="1922161" y="1054165"/>
                </a:lnTo>
                <a:lnTo>
                  <a:pt x="1923613" y="1054169"/>
                </a:lnTo>
                <a:lnTo>
                  <a:pt x="1925064" y="1054171"/>
                </a:lnTo>
                <a:lnTo>
                  <a:pt x="1926516" y="1054177"/>
                </a:lnTo>
                <a:lnTo>
                  <a:pt x="1927968" y="1054191"/>
                </a:lnTo>
                <a:lnTo>
                  <a:pt x="1929420" y="1054194"/>
                </a:lnTo>
                <a:lnTo>
                  <a:pt x="1930872" y="1054195"/>
                </a:lnTo>
                <a:lnTo>
                  <a:pt x="1932323" y="1054198"/>
                </a:lnTo>
                <a:lnTo>
                  <a:pt x="1933775" y="1054201"/>
                </a:lnTo>
                <a:lnTo>
                  <a:pt x="1935227" y="1054209"/>
                </a:lnTo>
                <a:lnTo>
                  <a:pt x="1936679" y="1054219"/>
                </a:lnTo>
                <a:lnTo>
                  <a:pt x="1938130" y="1054233"/>
                </a:lnTo>
                <a:lnTo>
                  <a:pt x="1939582" y="1054252"/>
                </a:lnTo>
                <a:lnTo>
                  <a:pt x="1941034" y="1054253"/>
                </a:lnTo>
                <a:lnTo>
                  <a:pt x="1942486" y="1054256"/>
                </a:lnTo>
                <a:lnTo>
                  <a:pt x="1943938" y="1054263"/>
                </a:lnTo>
                <a:lnTo>
                  <a:pt x="1945389" y="1054265"/>
                </a:lnTo>
                <a:lnTo>
                  <a:pt x="1946841" y="1054270"/>
                </a:lnTo>
                <a:lnTo>
                  <a:pt x="1948293" y="1054283"/>
                </a:lnTo>
                <a:lnTo>
                  <a:pt x="1949745" y="1054283"/>
                </a:lnTo>
                <a:lnTo>
                  <a:pt x="1951196" y="1054283"/>
                </a:lnTo>
                <a:lnTo>
                  <a:pt x="1952648" y="1054299"/>
                </a:lnTo>
                <a:lnTo>
                  <a:pt x="1954100" y="1054302"/>
                </a:lnTo>
                <a:lnTo>
                  <a:pt x="1955552" y="1054312"/>
                </a:lnTo>
                <a:lnTo>
                  <a:pt x="1957004" y="1054318"/>
                </a:lnTo>
                <a:lnTo>
                  <a:pt x="1958455" y="1054327"/>
                </a:lnTo>
                <a:lnTo>
                  <a:pt x="1959907" y="1054341"/>
                </a:lnTo>
                <a:lnTo>
                  <a:pt x="1961359" y="1054350"/>
                </a:lnTo>
                <a:lnTo>
                  <a:pt x="1962811" y="1054354"/>
                </a:lnTo>
                <a:lnTo>
                  <a:pt x="1964263" y="1054363"/>
                </a:lnTo>
                <a:lnTo>
                  <a:pt x="1965714" y="1054366"/>
                </a:lnTo>
                <a:lnTo>
                  <a:pt x="1967166" y="1054379"/>
                </a:lnTo>
                <a:lnTo>
                  <a:pt x="1968618" y="1054387"/>
                </a:lnTo>
                <a:lnTo>
                  <a:pt x="1970070" y="1054393"/>
                </a:lnTo>
                <a:lnTo>
                  <a:pt x="1971521" y="1054397"/>
                </a:lnTo>
                <a:lnTo>
                  <a:pt x="1972973" y="1054409"/>
                </a:lnTo>
                <a:lnTo>
                  <a:pt x="1974425" y="1054419"/>
                </a:lnTo>
                <a:lnTo>
                  <a:pt x="1975877" y="1054423"/>
                </a:lnTo>
                <a:lnTo>
                  <a:pt x="1977329" y="1054426"/>
                </a:lnTo>
                <a:lnTo>
                  <a:pt x="1978780" y="1054427"/>
                </a:lnTo>
                <a:lnTo>
                  <a:pt x="1980232" y="1054437"/>
                </a:lnTo>
                <a:lnTo>
                  <a:pt x="1981684" y="1054443"/>
                </a:lnTo>
                <a:lnTo>
                  <a:pt x="1983136" y="1054448"/>
                </a:lnTo>
                <a:lnTo>
                  <a:pt x="1984587" y="1054449"/>
                </a:lnTo>
                <a:lnTo>
                  <a:pt x="1986039" y="1054451"/>
                </a:lnTo>
                <a:lnTo>
                  <a:pt x="1987491" y="1054458"/>
                </a:lnTo>
                <a:lnTo>
                  <a:pt x="1988943" y="1054462"/>
                </a:lnTo>
                <a:lnTo>
                  <a:pt x="1990395" y="1054466"/>
                </a:lnTo>
                <a:lnTo>
                  <a:pt x="1991846" y="1054466"/>
                </a:lnTo>
                <a:lnTo>
                  <a:pt x="1993298" y="1054468"/>
                </a:lnTo>
                <a:lnTo>
                  <a:pt x="1994750" y="1054473"/>
                </a:lnTo>
                <a:lnTo>
                  <a:pt x="1996202" y="1054475"/>
                </a:lnTo>
                <a:lnTo>
                  <a:pt x="1997654" y="1054478"/>
                </a:lnTo>
                <a:lnTo>
                  <a:pt x="1999105" y="1054479"/>
                </a:lnTo>
                <a:lnTo>
                  <a:pt x="2000557" y="1054491"/>
                </a:lnTo>
                <a:lnTo>
                  <a:pt x="2002009" y="1054492"/>
                </a:lnTo>
                <a:lnTo>
                  <a:pt x="2003461" y="1054498"/>
                </a:lnTo>
                <a:lnTo>
                  <a:pt x="2004912" y="1054500"/>
                </a:lnTo>
                <a:lnTo>
                  <a:pt x="2006364" y="1054505"/>
                </a:lnTo>
                <a:lnTo>
                  <a:pt x="2007816" y="1054512"/>
                </a:lnTo>
                <a:lnTo>
                  <a:pt x="2009268" y="1054514"/>
                </a:lnTo>
                <a:lnTo>
                  <a:pt x="2010720" y="1054517"/>
                </a:lnTo>
                <a:lnTo>
                  <a:pt x="2012171" y="1054529"/>
                </a:lnTo>
                <a:lnTo>
                  <a:pt x="2013623" y="1054536"/>
                </a:lnTo>
                <a:lnTo>
                  <a:pt x="2015075" y="1054541"/>
                </a:lnTo>
                <a:lnTo>
                  <a:pt x="2016527" y="1054542"/>
                </a:lnTo>
                <a:lnTo>
                  <a:pt x="2017979" y="1054543"/>
                </a:lnTo>
                <a:lnTo>
                  <a:pt x="2019430" y="1054549"/>
                </a:lnTo>
                <a:lnTo>
                  <a:pt x="2020882" y="1054556"/>
                </a:lnTo>
                <a:lnTo>
                  <a:pt x="2022334" y="1054561"/>
                </a:lnTo>
                <a:lnTo>
                  <a:pt x="2023786" y="1054564"/>
                </a:lnTo>
                <a:lnTo>
                  <a:pt x="2025237" y="1054571"/>
                </a:lnTo>
                <a:lnTo>
                  <a:pt x="2026689" y="1054572"/>
                </a:lnTo>
                <a:lnTo>
                  <a:pt x="2028141" y="1054578"/>
                </a:lnTo>
                <a:lnTo>
                  <a:pt x="2029593" y="1054583"/>
                </a:lnTo>
                <a:lnTo>
                  <a:pt x="2031045" y="1054587"/>
                </a:lnTo>
                <a:lnTo>
                  <a:pt x="2032496" y="1054590"/>
                </a:lnTo>
                <a:lnTo>
                  <a:pt x="2033948" y="1054592"/>
                </a:lnTo>
                <a:lnTo>
                  <a:pt x="2035400" y="1054597"/>
                </a:lnTo>
                <a:lnTo>
                  <a:pt x="2036852" y="1054599"/>
                </a:lnTo>
                <a:lnTo>
                  <a:pt x="2038303" y="1054600"/>
                </a:lnTo>
                <a:lnTo>
                  <a:pt x="2039755" y="1054600"/>
                </a:lnTo>
                <a:lnTo>
                  <a:pt x="2041207" y="1054603"/>
                </a:lnTo>
                <a:lnTo>
                  <a:pt x="2042659" y="1054607"/>
                </a:lnTo>
                <a:lnTo>
                  <a:pt x="2044111" y="1054612"/>
                </a:lnTo>
                <a:lnTo>
                  <a:pt x="2045562" y="1054616"/>
                </a:lnTo>
                <a:lnTo>
                  <a:pt x="2047014" y="1054620"/>
                </a:lnTo>
                <a:lnTo>
                  <a:pt x="2048466" y="1054624"/>
                </a:lnTo>
                <a:lnTo>
                  <a:pt x="2049918" y="1054627"/>
                </a:lnTo>
                <a:lnTo>
                  <a:pt x="2051370" y="1054628"/>
                </a:lnTo>
                <a:lnTo>
                  <a:pt x="2052821" y="1054629"/>
                </a:lnTo>
                <a:lnTo>
                  <a:pt x="2054273" y="1054630"/>
                </a:lnTo>
                <a:lnTo>
                  <a:pt x="2055725" y="1054633"/>
                </a:lnTo>
                <a:lnTo>
                  <a:pt x="2057177" y="1054635"/>
                </a:lnTo>
                <a:lnTo>
                  <a:pt x="2058628" y="1054636"/>
                </a:lnTo>
                <a:lnTo>
                  <a:pt x="2060080" y="1054640"/>
                </a:lnTo>
                <a:lnTo>
                  <a:pt x="2061532" y="1054645"/>
                </a:lnTo>
                <a:lnTo>
                  <a:pt x="2062984" y="1054652"/>
                </a:lnTo>
                <a:lnTo>
                  <a:pt x="2064436" y="1054656"/>
                </a:lnTo>
                <a:lnTo>
                  <a:pt x="2065887" y="1054657"/>
                </a:lnTo>
                <a:lnTo>
                  <a:pt x="2067339" y="1054657"/>
                </a:lnTo>
                <a:lnTo>
                  <a:pt x="2068791" y="1054660"/>
                </a:lnTo>
                <a:lnTo>
                  <a:pt x="2070243" y="1054663"/>
                </a:lnTo>
                <a:lnTo>
                  <a:pt x="2071694" y="1054664"/>
                </a:lnTo>
                <a:lnTo>
                  <a:pt x="2073146" y="1054668"/>
                </a:lnTo>
                <a:lnTo>
                  <a:pt x="2074598" y="1054672"/>
                </a:lnTo>
                <a:lnTo>
                  <a:pt x="2076050" y="1054679"/>
                </a:lnTo>
                <a:lnTo>
                  <a:pt x="2077502" y="1054683"/>
                </a:lnTo>
                <a:lnTo>
                  <a:pt x="2078953" y="1054685"/>
                </a:lnTo>
                <a:lnTo>
                  <a:pt x="2080405" y="1054686"/>
                </a:lnTo>
                <a:lnTo>
                  <a:pt x="2081857" y="1054687"/>
                </a:lnTo>
                <a:lnTo>
                  <a:pt x="2083309" y="1054690"/>
                </a:lnTo>
                <a:lnTo>
                  <a:pt x="2084761" y="1054692"/>
                </a:lnTo>
                <a:lnTo>
                  <a:pt x="2086212" y="1054694"/>
                </a:lnTo>
                <a:lnTo>
                  <a:pt x="2087664" y="1054700"/>
                </a:lnTo>
                <a:lnTo>
                  <a:pt x="2089116" y="1054706"/>
                </a:lnTo>
                <a:lnTo>
                  <a:pt x="2090568" y="1054707"/>
                </a:lnTo>
                <a:lnTo>
                  <a:pt x="2092019" y="1054709"/>
                </a:lnTo>
                <a:lnTo>
                  <a:pt x="2093471" y="1054710"/>
                </a:lnTo>
                <a:lnTo>
                  <a:pt x="2094923" y="1054713"/>
                </a:lnTo>
                <a:lnTo>
                  <a:pt x="2096375" y="1054713"/>
                </a:lnTo>
                <a:lnTo>
                  <a:pt x="2097827" y="1054714"/>
                </a:lnTo>
                <a:lnTo>
                  <a:pt x="2099278" y="1054716"/>
                </a:lnTo>
                <a:lnTo>
                  <a:pt x="2100730" y="1054718"/>
                </a:lnTo>
                <a:lnTo>
                  <a:pt x="2102182" y="1054723"/>
                </a:lnTo>
                <a:lnTo>
                  <a:pt x="2103634" y="1054724"/>
                </a:lnTo>
                <a:lnTo>
                  <a:pt x="2105085" y="1054728"/>
                </a:lnTo>
                <a:lnTo>
                  <a:pt x="2106537" y="1054730"/>
                </a:lnTo>
                <a:lnTo>
                  <a:pt x="2107989" y="1054734"/>
                </a:lnTo>
                <a:lnTo>
                  <a:pt x="2109441" y="1054736"/>
                </a:lnTo>
                <a:lnTo>
                  <a:pt x="2110893" y="1054739"/>
                </a:lnTo>
                <a:lnTo>
                  <a:pt x="2112344" y="1054740"/>
                </a:lnTo>
                <a:lnTo>
                  <a:pt x="2113796" y="1054741"/>
                </a:lnTo>
                <a:lnTo>
                  <a:pt x="2115248" y="1054746"/>
                </a:lnTo>
                <a:lnTo>
                  <a:pt x="2116700" y="1054749"/>
                </a:lnTo>
                <a:lnTo>
                  <a:pt x="2118152" y="1054754"/>
                </a:lnTo>
                <a:lnTo>
                  <a:pt x="2119603" y="1054756"/>
                </a:lnTo>
                <a:lnTo>
                  <a:pt x="2121055" y="1054761"/>
                </a:lnTo>
                <a:lnTo>
                  <a:pt x="2122507" y="1054766"/>
                </a:lnTo>
                <a:lnTo>
                  <a:pt x="2123959" y="1054767"/>
                </a:lnTo>
                <a:lnTo>
                  <a:pt x="2125410" y="1054767"/>
                </a:lnTo>
                <a:lnTo>
                  <a:pt x="2126862" y="1054767"/>
                </a:lnTo>
                <a:lnTo>
                  <a:pt x="2128314" y="1054770"/>
                </a:lnTo>
                <a:lnTo>
                  <a:pt x="2129766" y="1054772"/>
                </a:lnTo>
                <a:lnTo>
                  <a:pt x="2131218" y="1054773"/>
                </a:lnTo>
                <a:lnTo>
                  <a:pt x="2132669" y="1054786"/>
                </a:lnTo>
                <a:lnTo>
                  <a:pt x="2134121" y="1054790"/>
                </a:lnTo>
                <a:lnTo>
                  <a:pt x="2135573" y="1054790"/>
                </a:lnTo>
                <a:lnTo>
                  <a:pt x="2137025" y="1054792"/>
                </a:lnTo>
                <a:lnTo>
                  <a:pt x="2138477" y="1054794"/>
                </a:lnTo>
                <a:lnTo>
                  <a:pt x="2139928" y="1054794"/>
                </a:lnTo>
                <a:lnTo>
                  <a:pt x="2141380" y="1054799"/>
                </a:lnTo>
                <a:lnTo>
                  <a:pt x="2142832" y="1054804"/>
                </a:lnTo>
                <a:lnTo>
                  <a:pt x="2144284" y="1054804"/>
                </a:lnTo>
                <a:lnTo>
                  <a:pt x="2145735" y="1054806"/>
                </a:lnTo>
                <a:lnTo>
                  <a:pt x="2147187" y="1054808"/>
                </a:lnTo>
                <a:lnTo>
                  <a:pt x="2148639" y="1054812"/>
                </a:lnTo>
                <a:lnTo>
                  <a:pt x="2150091" y="1054814"/>
                </a:lnTo>
                <a:lnTo>
                  <a:pt x="2151543" y="1054817"/>
                </a:lnTo>
                <a:lnTo>
                  <a:pt x="2152994" y="1054819"/>
                </a:lnTo>
                <a:lnTo>
                  <a:pt x="2154446" y="1054819"/>
                </a:lnTo>
                <a:lnTo>
                  <a:pt x="2155898" y="1054821"/>
                </a:lnTo>
                <a:lnTo>
                  <a:pt x="2157350" y="1054821"/>
                </a:lnTo>
                <a:lnTo>
                  <a:pt x="2158801" y="1054826"/>
                </a:lnTo>
                <a:lnTo>
                  <a:pt x="2160253" y="1054830"/>
                </a:lnTo>
                <a:lnTo>
                  <a:pt x="2161705" y="1054832"/>
                </a:lnTo>
                <a:lnTo>
                  <a:pt x="2163157" y="1054836"/>
                </a:lnTo>
                <a:lnTo>
                  <a:pt x="2164609" y="1054838"/>
                </a:lnTo>
                <a:lnTo>
                  <a:pt x="2166060" y="1054841"/>
                </a:lnTo>
                <a:lnTo>
                  <a:pt x="2167512" y="1054843"/>
                </a:lnTo>
                <a:lnTo>
                  <a:pt x="2168964" y="1054843"/>
                </a:lnTo>
                <a:lnTo>
                  <a:pt x="2170416" y="1054844"/>
                </a:lnTo>
                <a:lnTo>
                  <a:pt x="2171868" y="1054844"/>
                </a:lnTo>
                <a:lnTo>
                  <a:pt x="2173319" y="1054846"/>
                </a:lnTo>
                <a:lnTo>
                  <a:pt x="2174771" y="1054848"/>
                </a:lnTo>
                <a:lnTo>
                  <a:pt x="2176223" y="1054850"/>
                </a:lnTo>
                <a:lnTo>
                  <a:pt x="2177675" y="1054851"/>
                </a:lnTo>
                <a:lnTo>
                  <a:pt x="2179126" y="1054852"/>
                </a:lnTo>
                <a:lnTo>
                  <a:pt x="2180578" y="1054853"/>
                </a:lnTo>
                <a:lnTo>
                  <a:pt x="2182030" y="1054856"/>
                </a:lnTo>
                <a:lnTo>
                  <a:pt x="2183482" y="1054862"/>
                </a:lnTo>
                <a:lnTo>
                  <a:pt x="2184934" y="1054863"/>
                </a:lnTo>
                <a:lnTo>
                  <a:pt x="2186385" y="1054864"/>
                </a:lnTo>
                <a:lnTo>
                  <a:pt x="2187837" y="1054866"/>
                </a:lnTo>
                <a:lnTo>
                  <a:pt x="2189289" y="1054866"/>
                </a:lnTo>
                <a:lnTo>
                  <a:pt x="2190741" y="1054867"/>
                </a:lnTo>
                <a:lnTo>
                  <a:pt x="2192192" y="1054867"/>
                </a:lnTo>
                <a:lnTo>
                  <a:pt x="2193644" y="1054867"/>
                </a:lnTo>
                <a:lnTo>
                  <a:pt x="2195096" y="1054869"/>
                </a:lnTo>
                <a:lnTo>
                  <a:pt x="2196548" y="1054870"/>
                </a:lnTo>
                <a:lnTo>
                  <a:pt x="2198000" y="1054871"/>
                </a:lnTo>
                <a:lnTo>
                  <a:pt x="2199451" y="1054872"/>
                </a:lnTo>
                <a:lnTo>
                  <a:pt x="2200903" y="1054873"/>
                </a:lnTo>
                <a:lnTo>
                  <a:pt x="2202355" y="1054876"/>
                </a:lnTo>
                <a:lnTo>
                  <a:pt x="2203807" y="1054880"/>
                </a:lnTo>
                <a:lnTo>
                  <a:pt x="2205259" y="1054880"/>
                </a:lnTo>
                <a:lnTo>
                  <a:pt x="2206710" y="1054881"/>
                </a:lnTo>
                <a:lnTo>
                  <a:pt x="2208162" y="1054883"/>
                </a:lnTo>
                <a:lnTo>
                  <a:pt x="2209614" y="1054887"/>
                </a:lnTo>
                <a:lnTo>
                  <a:pt x="2211066" y="1054888"/>
                </a:lnTo>
                <a:lnTo>
                  <a:pt x="2212517" y="1054889"/>
                </a:lnTo>
                <a:lnTo>
                  <a:pt x="2213969" y="1054889"/>
                </a:lnTo>
                <a:lnTo>
                  <a:pt x="2215421" y="1054890"/>
                </a:lnTo>
                <a:lnTo>
                  <a:pt x="2216873" y="1054890"/>
                </a:lnTo>
                <a:lnTo>
                  <a:pt x="2218325" y="1054892"/>
                </a:lnTo>
                <a:lnTo>
                  <a:pt x="2219776" y="1054894"/>
                </a:lnTo>
                <a:lnTo>
                  <a:pt x="2221228" y="1054896"/>
                </a:lnTo>
                <a:lnTo>
                  <a:pt x="2222680" y="1054898"/>
                </a:lnTo>
                <a:lnTo>
                  <a:pt x="2224132" y="1054901"/>
                </a:lnTo>
                <a:lnTo>
                  <a:pt x="2225583" y="1054902"/>
                </a:lnTo>
                <a:lnTo>
                  <a:pt x="2227035" y="1054902"/>
                </a:lnTo>
                <a:lnTo>
                  <a:pt x="2228487" y="1054902"/>
                </a:lnTo>
                <a:lnTo>
                  <a:pt x="2229939" y="1054904"/>
                </a:lnTo>
                <a:lnTo>
                  <a:pt x="2231391" y="1054907"/>
                </a:lnTo>
                <a:lnTo>
                  <a:pt x="2232842" y="1054908"/>
                </a:lnTo>
                <a:lnTo>
                  <a:pt x="2234294" y="1054910"/>
                </a:lnTo>
                <a:lnTo>
                  <a:pt x="2235746" y="1054911"/>
                </a:lnTo>
                <a:lnTo>
                  <a:pt x="2237198" y="1054912"/>
                </a:lnTo>
                <a:lnTo>
                  <a:pt x="2238650" y="1054912"/>
                </a:lnTo>
                <a:lnTo>
                  <a:pt x="2240101" y="1054914"/>
                </a:lnTo>
                <a:lnTo>
                  <a:pt x="2241553" y="1054914"/>
                </a:lnTo>
                <a:lnTo>
                  <a:pt x="2243005" y="1054915"/>
                </a:lnTo>
                <a:lnTo>
                  <a:pt x="2244457" y="1054918"/>
                </a:lnTo>
                <a:lnTo>
                  <a:pt x="2245908" y="1054919"/>
                </a:lnTo>
                <a:lnTo>
                  <a:pt x="2247360" y="1054920"/>
                </a:lnTo>
                <a:lnTo>
                  <a:pt x="2248812" y="1054923"/>
                </a:lnTo>
                <a:lnTo>
                  <a:pt x="2250264" y="1054926"/>
                </a:lnTo>
                <a:lnTo>
                  <a:pt x="2251716" y="1054928"/>
                </a:lnTo>
                <a:lnTo>
                  <a:pt x="2253167" y="1054928"/>
                </a:lnTo>
                <a:lnTo>
                  <a:pt x="2254619" y="1054929"/>
                </a:lnTo>
                <a:lnTo>
                  <a:pt x="2256071" y="1054930"/>
                </a:lnTo>
                <a:lnTo>
                  <a:pt x="2257523" y="1054930"/>
                </a:lnTo>
                <a:lnTo>
                  <a:pt x="2258974" y="1054931"/>
                </a:lnTo>
                <a:lnTo>
                  <a:pt x="2260426" y="1054931"/>
                </a:lnTo>
                <a:lnTo>
                  <a:pt x="2261878" y="1054932"/>
                </a:lnTo>
                <a:lnTo>
                  <a:pt x="2263330" y="1054933"/>
                </a:lnTo>
                <a:lnTo>
                  <a:pt x="2264782" y="1054937"/>
                </a:lnTo>
                <a:lnTo>
                  <a:pt x="2266233" y="1054938"/>
                </a:lnTo>
                <a:lnTo>
                  <a:pt x="2267685" y="1054940"/>
                </a:lnTo>
                <a:lnTo>
                  <a:pt x="2269137" y="1054942"/>
                </a:lnTo>
                <a:lnTo>
                  <a:pt x="2270589" y="1054942"/>
                </a:lnTo>
                <a:lnTo>
                  <a:pt x="2272041" y="1054943"/>
                </a:lnTo>
                <a:lnTo>
                  <a:pt x="2273492" y="1054944"/>
                </a:lnTo>
                <a:lnTo>
                  <a:pt x="2274944" y="1054945"/>
                </a:lnTo>
                <a:lnTo>
                  <a:pt x="2276396" y="1054946"/>
                </a:lnTo>
                <a:lnTo>
                  <a:pt x="2277848" y="1054947"/>
                </a:lnTo>
                <a:lnTo>
                  <a:pt x="2279299" y="1054948"/>
                </a:lnTo>
                <a:lnTo>
                  <a:pt x="2280751" y="1054948"/>
                </a:lnTo>
                <a:lnTo>
                  <a:pt x="2282203" y="1054950"/>
                </a:lnTo>
                <a:lnTo>
                  <a:pt x="2283655" y="1054950"/>
                </a:lnTo>
                <a:lnTo>
                  <a:pt x="2285107" y="1054950"/>
                </a:lnTo>
                <a:lnTo>
                  <a:pt x="2286558" y="1054951"/>
                </a:lnTo>
                <a:lnTo>
                  <a:pt x="2288010" y="1054952"/>
                </a:lnTo>
                <a:lnTo>
                  <a:pt x="2289462" y="1054952"/>
                </a:lnTo>
                <a:lnTo>
                  <a:pt x="2290914" y="1054954"/>
                </a:lnTo>
                <a:lnTo>
                  <a:pt x="2292366" y="1054957"/>
                </a:lnTo>
                <a:lnTo>
                  <a:pt x="2293817" y="1054958"/>
                </a:lnTo>
                <a:lnTo>
                  <a:pt x="2295269" y="1054958"/>
                </a:lnTo>
                <a:lnTo>
                  <a:pt x="2296721" y="1054960"/>
                </a:lnTo>
                <a:lnTo>
                  <a:pt x="2298173" y="1054961"/>
                </a:lnTo>
                <a:lnTo>
                  <a:pt x="2299624" y="1054962"/>
                </a:lnTo>
                <a:lnTo>
                  <a:pt x="2301076" y="1054963"/>
                </a:lnTo>
                <a:lnTo>
                  <a:pt x="2302528" y="1054964"/>
                </a:lnTo>
                <a:lnTo>
                  <a:pt x="2303980" y="1054965"/>
                </a:lnTo>
                <a:lnTo>
                  <a:pt x="2305432" y="1054965"/>
                </a:lnTo>
                <a:lnTo>
                  <a:pt x="2306883" y="1054966"/>
                </a:lnTo>
                <a:lnTo>
                  <a:pt x="2308335" y="1054967"/>
                </a:lnTo>
                <a:lnTo>
                  <a:pt x="2309787" y="1054968"/>
                </a:lnTo>
                <a:lnTo>
                  <a:pt x="2311239" y="1054968"/>
                </a:lnTo>
                <a:lnTo>
                  <a:pt x="2312690" y="1054969"/>
                </a:lnTo>
                <a:lnTo>
                  <a:pt x="2314142" y="1054970"/>
                </a:lnTo>
                <a:lnTo>
                  <a:pt x="2315594" y="1054972"/>
                </a:lnTo>
                <a:lnTo>
                  <a:pt x="2317046" y="1054973"/>
                </a:lnTo>
                <a:lnTo>
                  <a:pt x="2318498" y="1054973"/>
                </a:lnTo>
                <a:lnTo>
                  <a:pt x="2319949" y="1054975"/>
                </a:lnTo>
                <a:lnTo>
                  <a:pt x="2321401" y="1054976"/>
                </a:lnTo>
                <a:lnTo>
                  <a:pt x="2322853" y="1054977"/>
                </a:lnTo>
                <a:lnTo>
                  <a:pt x="2324305" y="1054978"/>
                </a:lnTo>
                <a:lnTo>
                  <a:pt x="2325757" y="1054979"/>
                </a:lnTo>
                <a:lnTo>
                  <a:pt x="2327208" y="1054980"/>
                </a:lnTo>
                <a:lnTo>
                  <a:pt x="2328660" y="1054981"/>
                </a:lnTo>
                <a:lnTo>
                  <a:pt x="2330112" y="1054982"/>
                </a:lnTo>
                <a:lnTo>
                  <a:pt x="2331564" y="1054982"/>
                </a:lnTo>
                <a:lnTo>
                  <a:pt x="2333015" y="1054983"/>
                </a:lnTo>
                <a:lnTo>
                  <a:pt x="2334467" y="1054983"/>
                </a:lnTo>
                <a:lnTo>
                  <a:pt x="2335919" y="1054985"/>
                </a:lnTo>
                <a:lnTo>
                  <a:pt x="2337371" y="1054986"/>
                </a:lnTo>
                <a:lnTo>
                  <a:pt x="2338823" y="1054987"/>
                </a:lnTo>
                <a:lnTo>
                  <a:pt x="2340274" y="1054988"/>
                </a:lnTo>
                <a:lnTo>
                  <a:pt x="2341726" y="1054989"/>
                </a:lnTo>
                <a:lnTo>
                  <a:pt x="2343178" y="1054990"/>
                </a:lnTo>
                <a:lnTo>
                  <a:pt x="2344630" y="1054991"/>
                </a:lnTo>
                <a:lnTo>
                  <a:pt x="2346081" y="1054991"/>
                </a:lnTo>
                <a:lnTo>
                  <a:pt x="2347533" y="1054991"/>
                </a:lnTo>
                <a:lnTo>
                  <a:pt x="2348985" y="1054992"/>
                </a:lnTo>
                <a:lnTo>
                  <a:pt x="2350437" y="1054992"/>
                </a:lnTo>
                <a:lnTo>
                  <a:pt x="2351889" y="1054993"/>
                </a:lnTo>
                <a:lnTo>
                  <a:pt x="2353340" y="1054993"/>
                </a:lnTo>
                <a:lnTo>
                  <a:pt x="2354792" y="1054994"/>
                </a:lnTo>
                <a:lnTo>
                  <a:pt x="2356244" y="1054995"/>
                </a:lnTo>
                <a:lnTo>
                  <a:pt x="2357696" y="1054995"/>
                </a:lnTo>
                <a:lnTo>
                  <a:pt x="2359148" y="1054996"/>
                </a:lnTo>
                <a:lnTo>
                  <a:pt x="2360599" y="1054997"/>
                </a:lnTo>
                <a:lnTo>
                  <a:pt x="2362051" y="1054998"/>
                </a:lnTo>
                <a:lnTo>
                  <a:pt x="2363503" y="1054998"/>
                </a:lnTo>
                <a:lnTo>
                  <a:pt x="2364955" y="1054999"/>
                </a:lnTo>
                <a:lnTo>
                  <a:pt x="2366406" y="1055000"/>
                </a:lnTo>
                <a:lnTo>
                  <a:pt x="2367858" y="1055001"/>
                </a:lnTo>
                <a:lnTo>
                  <a:pt x="2369310" y="1055001"/>
                </a:lnTo>
                <a:lnTo>
                  <a:pt x="2370762" y="1055002"/>
                </a:lnTo>
                <a:lnTo>
                  <a:pt x="2372214" y="1055003"/>
                </a:lnTo>
                <a:lnTo>
                  <a:pt x="2373665" y="1055004"/>
                </a:lnTo>
                <a:lnTo>
                  <a:pt x="2375117" y="1055005"/>
                </a:lnTo>
                <a:lnTo>
                  <a:pt x="2376569" y="1055006"/>
                </a:lnTo>
                <a:lnTo>
                  <a:pt x="2378021" y="1055007"/>
                </a:lnTo>
                <a:lnTo>
                  <a:pt x="2379472" y="1055007"/>
                </a:lnTo>
                <a:lnTo>
                  <a:pt x="2380924" y="1055008"/>
                </a:lnTo>
                <a:lnTo>
                  <a:pt x="2382376" y="1055008"/>
                </a:lnTo>
                <a:lnTo>
                  <a:pt x="2383828" y="1055009"/>
                </a:lnTo>
                <a:lnTo>
                  <a:pt x="2385280" y="1055009"/>
                </a:lnTo>
                <a:lnTo>
                  <a:pt x="2386731" y="1055010"/>
                </a:lnTo>
                <a:lnTo>
                  <a:pt x="2388183" y="1055010"/>
                </a:lnTo>
                <a:lnTo>
                  <a:pt x="2389635" y="1055010"/>
                </a:lnTo>
                <a:lnTo>
                  <a:pt x="2391087" y="1055012"/>
                </a:lnTo>
                <a:lnTo>
                  <a:pt x="2392539" y="1055013"/>
                </a:lnTo>
                <a:lnTo>
                  <a:pt x="2393990" y="1055014"/>
                </a:lnTo>
                <a:lnTo>
                  <a:pt x="2395442" y="1055014"/>
                </a:lnTo>
                <a:lnTo>
                  <a:pt x="2396894" y="1055015"/>
                </a:lnTo>
                <a:lnTo>
                  <a:pt x="2398346" y="1055015"/>
                </a:lnTo>
                <a:lnTo>
                  <a:pt x="2399797" y="1055016"/>
                </a:lnTo>
                <a:lnTo>
                  <a:pt x="2401249" y="1055016"/>
                </a:lnTo>
                <a:lnTo>
                  <a:pt x="2402701" y="1055016"/>
                </a:lnTo>
                <a:lnTo>
                  <a:pt x="2404153" y="1055017"/>
                </a:lnTo>
                <a:lnTo>
                  <a:pt x="2405605" y="1055017"/>
                </a:lnTo>
                <a:lnTo>
                  <a:pt x="2407056" y="1055018"/>
                </a:lnTo>
                <a:lnTo>
                  <a:pt x="2408508" y="1055019"/>
                </a:lnTo>
                <a:lnTo>
                  <a:pt x="2409960" y="1055019"/>
                </a:lnTo>
                <a:lnTo>
                  <a:pt x="2411412" y="1055019"/>
                </a:lnTo>
                <a:lnTo>
                  <a:pt x="2412864" y="1055019"/>
                </a:lnTo>
                <a:lnTo>
                  <a:pt x="2414315" y="1055019"/>
                </a:lnTo>
                <a:lnTo>
                  <a:pt x="2415767" y="1055020"/>
                </a:lnTo>
                <a:lnTo>
                  <a:pt x="2417219" y="1055020"/>
                </a:lnTo>
                <a:lnTo>
                  <a:pt x="2418671" y="1055021"/>
                </a:lnTo>
                <a:lnTo>
                  <a:pt x="2420122" y="1055021"/>
                </a:lnTo>
                <a:lnTo>
                  <a:pt x="2421574" y="1055021"/>
                </a:lnTo>
                <a:lnTo>
                  <a:pt x="2423026" y="1055022"/>
                </a:lnTo>
                <a:lnTo>
                  <a:pt x="2424478" y="1055022"/>
                </a:lnTo>
                <a:lnTo>
                  <a:pt x="2425930" y="1055023"/>
                </a:lnTo>
                <a:lnTo>
                  <a:pt x="2427381" y="1055024"/>
                </a:lnTo>
                <a:lnTo>
                  <a:pt x="2428833" y="1055024"/>
                </a:lnTo>
                <a:lnTo>
                  <a:pt x="2430285" y="1055024"/>
                </a:lnTo>
                <a:lnTo>
                  <a:pt x="2431737" y="1055025"/>
                </a:lnTo>
                <a:lnTo>
                  <a:pt x="2433188" y="1055025"/>
                </a:lnTo>
                <a:lnTo>
                  <a:pt x="2434640" y="1055026"/>
                </a:lnTo>
                <a:lnTo>
                  <a:pt x="2436092" y="1055026"/>
                </a:lnTo>
                <a:lnTo>
                  <a:pt x="2437544" y="1055027"/>
                </a:lnTo>
                <a:lnTo>
                  <a:pt x="2438996" y="1055027"/>
                </a:lnTo>
                <a:lnTo>
                  <a:pt x="2440447" y="1055028"/>
                </a:lnTo>
                <a:lnTo>
                  <a:pt x="2441899" y="1055029"/>
                </a:lnTo>
                <a:lnTo>
                  <a:pt x="2443351" y="1055029"/>
                </a:lnTo>
                <a:lnTo>
                  <a:pt x="2444803" y="1055030"/>
                </a:lnTo>
                <a:lnTo>
                  <a:pt x="2446255" y="1055030"/>
                </a:lnTo>
                <a:lnTo>
                  <a:pt x="2447706" y="1055031"/>
                </a:lnTo>
                <a:lnTo>
                  <a:pt x="2449158" y="1055031"/>
                </a:lnTo>
                <a:lnTo>
                  <a:pt x="2450610" y="1055032"/>
                </a:lnTo>
                <a:lnTo>
                  <a:pt x="2452062" y="1055032"/>
                </a:lnTo>
                <a:lnTo>
                  <a:pt x="2453513" y="1055033"/>
                </a:lnTo>
                <a:lnTo>
                  <a:pt x="2454965" y="1055034"/>
                </a:lnTo>
                <a:lnTo>
                  <a:pt x="2456417" y="1055035"/>
                </a:lnTo>
                <a:lnTo>
                  <a:pt x="2457869" y="1055036"/>
                </a:lnTo>
                <a:lnTo>
                  <a:pt x="2459321" y="1055036"/>
                </a:lnTo>
                <a:lnTo>
                  <a:pt x="2460772" y="1055036"/>
                </a:lnTo>
                <a:lnTo>
                  <a:pt x="2462224" y="1055037"/>
                </a:lnTo>
                <a:lnTo>
                  <a:pt x="2463676" y="1055037"/>
                </a:lnTo>
                <a:lnTo>
                  <a:pt x="2465128" y="1055038"/>
                </a:lnTo>
                <a:lnTo>
                  <a:pt x="2466579" y="1055039"/>
                </a:lnTo>
                <a:lnTo>
                  <a:pt x="2468031" y="1055040"/>
                </a:lnTo>
                <a:lnTo>
                  <a:pt x="2469483" y="1055041"/>
                </a:lnTo>
                <a:lnTo>
                  <a:pt x="2470935" y="1055042"/>
                </a:lnTo>
                <a:lnTo>
                  <a:pt x="2472387" y="1055042"/>
                </a:lnTo>
                <a:lnTo>
                  <a:pt x="2473838" y="1055042"/>
                </a:lnTo>
                <a:lnTo>
                  <a:pt x="2475290" y="1055043"/>
                </a:lnTo>
                <a:lnTo>
                  <a:pt x="2476742" y="1055044"/>
                </a:lnTo>
                <a:lnTo>
                  <a:pt x="2478194" y="1055044"/>
                </a:lnTo>
                <a:lnTo>
                  <a:pt x="2479646" y="1055045"/>
                </a:lnTo>
                <a:lnTo>
                  <a:pt x="2481097" y="1055046"/>
                </a:lnTo>
                <a:lnTo>
                  <a:pt x="2482549" y="1055046"/>
                </a:lnTo>
                <a:lnTo>
                  <a:pt x="2484001" y="1055046"/>
                </a:lnTo>
                <a:lnTo>
                  <a:pt x="2485453" y="1055047"/>
                </a:lnTo>
                <a:lnTo>
                  <a:pt x="2486904" y="1055048"/>
                </a:lnTo>
                <a:lnTo>
                  <a:pt x="2488356" y="1055051"/>
                </a:lnTo>
                <a:lnTo>
                  <a:pt x="2489808" y="1055054"/>
                </a:lnTo>
                <a:lnTo>
                  <a:pt x="2491260" y="1055055"/>
                </a:lnTo>
                <a:lnTo>
                  <a:pt x="2492712" y="1055057"/>
                </a:lnTo>
                <a:lnTo>
                  <a:pt x="2494163" y="1055058"/>
                </a:lnTo>
                <a:lnTo>
                  <a:pt x="2495615" y="1055059"/>
                </a:lnTo>
                <a:lnTo>
                  <a:pt x="2497067" y="1055065"/>
                </a:lnTo>
                <a:lnTo>
                  <a:pt x="2498519" y="1055069"/>
                </a:lnTo>
                <a:lnTo>
                  <a:pt x="2499970" y="1055072"/>
                </a:lnTo>
                <a:lnTo>
                  <a:pt x="2501422" y="1055073"/>
                </a:lnTo>
                <a:lnTo>
                  <a:pt x="2502874" y="1055073"/>
                </a:lnTo>
                <a:lnTo>
                  <a:pt x="2504326" y="1055075"/>
                </a:lnTo>
                <a:lnTo>
                  <a:pt x="2505778" y="1055076"/>
                </a:lnTo>
                <a:lnTo>
                  <a:pt x="2507229" y="1055076"/>
                </a:lnTo>
                <a:lnTo>
                  <a:pt x="2508681" y="1055077"/>
                </a:lnTo>
                <a:lnTo>
                  <a:pt x="2510133" y="1055078"/>
                </a:lnTo>
                <a:lnTo>
                  <a:pt x="2511585" y="1055079"/>
                </a:lnTo>
                <a:lnTo>
                  <a:pt x="2513037" y="1055081"/>
                </a:lnTo>
                <a:lnTo>
                  <a:pt x="2514488" y="1055083"/>
                </a:lnTo>
                <a:lnTo>
                  <a:pt x="2515940" y="1055087"/>
                </a:lnTo>
                <a:lnTo>
                  <a:pt x="2517392" y="1055089"/>
                </a:lnTo>
                <a:lnTo>
                  <a:pt x="2518844" y="1055091"/>
                </a:lnTo>
                <a:lnTo>
                  <a:pt x="2520295" y="1055095"/>
                </a:lnTo>
                <a:lnTo>
                  <a:pt x="2521747" y="1055095"/>
                </a:lnTo>
                <a:lnTo>
                  <a:pt x="2523199" y="1055096"/>
                </a:lnTo>
                <a:lnTo>
                  <a:pt x="2524651" y="1055097"/>
                </a:lnTo>
                <a:lnTo>
                  <a:pt x="2526103" y="1055099"/>
                </a:lnTo>
                <a:lnTo>
                  <a:pt x="2527554" y="1055100"/>
                </a:lnTo>
                <a:lnTo>
                  <a:pt x="2529006" y="1055101"/>
                </a:lnTo>
                <a:lnTo>
                  <a:pt x="2530458" y="1055102"/>
                </a:lnTo>
                <a:lnTo>
                  <a:pt x="2531910" y="1055106"/>
                </a:lnTo>
                <a:lnTo>
                  <a:pt x="2533362" y="1055108"/>
                </a:lnTo>
                <a:lnTo>
                  <a:pt x="2534813" y="1055109"/>
                </a:lnTo>
                <a:lnTo>
                  <a:pt x="2536265" y="1055111"/>
                </a:lnTo>
                <a:lnTo>
                  <a:pt x="2537717" y="1055113"/>
                </a:lnTo>
                <a:lnTo>
                  <a:pt x="2539169" y="1055114"/>
                </a:lnTo>
                <a:lnTo>
                  <a:pt x="2540620" y="1055116"/>
                </a:lnTo>
                <a:lnTo>
                  <a:pt x="2542072" y="1055117"/>
                </a:lnTo>
                <a:lnTo>
                  <a:pt x="2543524" y="1055120"/>
                </a:lnTo>
                <a:lnTo>
                  <a:pt x="2544976" y="1055120"/>
                </a:lnTo>
                <a:lnTo>
                  <a:pt x="2546428" y="1055123"/>
                </a:lnTo>
                <a:lnTo>
                  <a:pt x="2547879" y="1055124"/>
                </a:lnTo>
                <a:lnTo>
                  <a:pt x="2549331" y="1055125"/>
                </a:lnTo>
                <a:lnTo>
                  <a:pt x="2550783" y="1055127"/>
                </a:lnTo>
                <a:lnTo>
                  <a:pt x="2552235" y="1055127"/>
                </a:lnTo>
                <a:lnTo>
                  <a:pt x="2553686" y="1055128"/>
                </a:lnTo>
                <a:lnTo>
                  <a:pt x="2555138" y="1055129"/>
                </a:lnTo>
                <a:lnTo>
                  <a:pt x="2556590" y="1055129"/>
                </a:lnTo>
                <a:lnTo>
                  <a:pt x="2558042" y="1055130"/>
                </a:lnTo>
                <a:lnTo>
                  <a:pt x="2559494" y="1055131"/>
                </a:lnTo>
                <a:lnTo>
                  <a:pt x="2560945" y="1055132"/>
                </a:lnTo>
                <a:lnTo>
                  <a:pt x="2562397" y="1055133"/>
                </a:lnTo>
                <a:lnTo>
                  <a:pt x="2563849" y="1055134"/>
                </a:lnTo>
                <a:lnTo>
                  <a:pt x="2565301" y="1055134"/>
                </a:lnTo>
                <a:lnTo>
                  <a:pt x="2566753" y="1055135"/>
                </a:lnTo>
                <a:lnTo>
                  <a:pt x="2568204" y="1055135"/>
                </a:lnTo>
                <a:lnTo>
                  <a:pt x="2569656" y="1055136"/>
                </a:lnTo>
                <a:lnTo>
                  <a:pt x="2571108" y="1055137"/>
                </a:lnTo>
                <a:lnTo>
                  <a:pt x="2572560" y="1055137"/>
                </a:lnTo>
                <a:lnTo>
                  <a:pt x="2574011" y="1055138"/>
                </a:lnTo>
                <a:lnTo>
                  <a:pt x="2575463" y="1055139"/>
                </a:lnTo>
                <a:lnTo>
                  <a:pt x="2576915" y="1055142"/>
                </a:lnTo>
                <a:lnTo>
                  <a:pt x="2578367" y="1055142"/>
                </a:lnTo>
                <a:lnTo>
                  <a:pt x="2579819" y="1055143"/>
                </a:lnTo>
                <a:lnTo>
                  <a:pt x="2581270" y="1055144"/>
                </a:lnTo>
                <a:lnTo>
                  <a:pt x="2582722" y="1055146"/>
                </a:lnTo>
                <a:lnTo>
                  <a:pt x="2584174" y="1055147"/>
                </a:lnTo>
                <a:lnTo>
                  <a:pt x="2585626" y="1055147"/>
                </a:lnTo>
                <a:lnTo>
                  <a:pt x="2587077" y="1055147"/>
                </a:lnTo>
                <a:lnTo>
                  <a:pt x="2588529" y="1055148"/>
                </a:lnTo>
                <a:lnTo>
                  <a:pt x="2589981" y="1055148"/>
                </a:lnTo>
                <a:lnTo>
                  <a:pt x="2591433" y="1055150"/>
                </a:lnTo>
                <a:lnTo>
                  <a:pt x="2592885" y="1055150"/>
                </a:lnTo>
                <a:lnTo>
                  <a:pt x="2594336" y="1055151"/>
                </a:lnTo>
                <a:lnTo>
                  <a:pt x="2595788" y="1055152"/>
                </a:lnTo>
                <a:lnTo>
                  <a:pt x="2597240" y="1055154"/>
                </a:lnTo>
                <a:lnTo>
                  <a:pt x="2598692" y="1055155"/>
                </a:lnTo>
                <a:lnTo>
                  <a:pt x="2600144" y="1055155"/>
                </a:lnTo>
                <a:lnTo>
                  <a:pt x="2601595" y="1055156"/>
                </a:lnTo>
                <a:lnTo>
                  <a:pt x="2603047" y="1055156"/>
                </a:lnTo>
                <a:lnTo>
                  <a:pt x="2604499" y="1055157"/>
                </a:lnTo>
                <a:lnTo>
                  <a:pt x="2605951" y="1055157"/>
                </a:lnTo>
                <a:lnTo>
                  <a:pt x="2607402" y="1055158"/>
                </a:lnTo>
                <a:lnTo>
                  <a:pt x="2608854" y="1055159"/>
                </a:lnTo>
                <a:lnTo>
                  <a:pt x="2610306" y="1055159"/>
                </a:lnTo>
                <a:lnTo>
                  <a:pt x="2611758" y="1055160"/>
                </a:lnTo>
                <a:lnTo>
                  <a:pt x="2613210" y="1055161"/>
                </a:lnTo>
                <a:lnTo>
                  <a:pt x="2614661" y="1055161"/>
                </a:lnTo>
                <a:lnTo>
                  <a:pt x="2616113" y="1055161"/>
                </a:lnTo>
                <a:lnTo>
                  <a:pt x="2617565" y="1055161"/>
                </a:lnTo>
                <a:lnTo>
                  <a:pt x="2619017" y="1055163"/>
                </a:lnTo>
                <a:lnTo>
                  <a:pt x="2620468" y="1055163"/>
                </a:lnTo>
                <a:lnTo>
                  <a:pt x="2621920" y="1055164"/>
                </a:lnTo>
                <a:lnTo>
                  <a:pt x="2623372" y="1055164"/>
                </a:lnTo>
                <a:lnTo>
                  <a:pt x="2624824" y="1055165"/>
                </a:lnTo>
                <a:lnTo>
                  <a:pt x="2626276" y="1055165"/>
                </a:lnTo>
                <a:lnTo>
                  <a:pt x="2627727" y="1055166"/>
                </a:lnTo>
                <a:lnTo>
                  <a:pt x="2629179" y="1055167"/>
                </a:lnTo>
                <a:lnTo>
                  <a:pt x="2630631" y="1055168"/>
                </a:lnTo>
                <a:lnTo>
                  <a:pt x="2632083" y="1055168"/>
                </a:lnTo>
                <a:lnTo>
                  <a:pt x="2633535" y="1055168"/>
                </a:lnTo>
                <a:lnTo>
                  <a:pt x="2634986" y="1055168"/>
                </a:lnTo>
                <a:lnTo>
                  <a:pt x="2636438" y="1055169"/>
                </a:lnTo>
                <a:lnTo>
                  <a:pt x="2637890" y="1055169"/>
                </a:lnTo>
                <a:lnTo>
                  <a:pt x="2639342" y="1055169"/>
                </a:lnTo>
                <a:lnTo>
                  <a:pt x="2640793" y="1055170"/>
                </a:lnTo>
                <a:lnTo>
                  <a:pt x="2642245" y="1055170"/>
                </a:lnTo>
                <a:lnTo>
                  <a:pt x="2643697" y="1055171"/>
                </a:lnTo>
                <a:lnTo>
                  <a:pt x="2645149" y="1055171"/>
                </a:lnTo>
                <a:lnTo>
                  <a:pt x="2646601" y="1055172"/>
                </a:lnTo>
                <a:lnTo>
                  <a:pt x="2648052" y="1055172"/>
                </a:lnTo>
                <a:lnTo>
                  <a:pt x="2649504" y="1055173"/>
                </a:lnTo>
                <a:lnTo>
                  <a:pt x="2650956" y="1055173"/>
                </a:lnTo>
                <a:lnTo>
                  <a:pt x="2652408" y="1055174"/>
                </a:lnTo>
                <a:lnTo>
                  <a:pt x="2653860" y="1055174"/>
                </a:lnTo>
                <a:lnTo>
                  <a:pt x="2655311" y="1055175"/>
                </a:lnTo>
                <a:lnTo>
                  <a:pt x="2656763" y="1055175"/>
                </a:lnTo>
                <a:lnTo>
                  <a:pt x="2658215" y="1055176"/>
                </a:lnTo>
                <a:lnTo>
                  <a:pt x="2659667" y="1055176"/>
                </a:lnTo>
                <a:lnTo>
                  <a:pt x="2661118" y="1055177"/>
                </a:lnTo>
                <a:lnTo>
                  <a:pt x="2662570" y="1055177"/>
                </a:lnTo>
                <a:lnTo>
                  <a:pt x="2664022" y="1055177"/>
                </a:lnTo>
                <a:lnTo>
                  <a:pt x="2665474" y="1055178"/>
                </a:lnTo>
                <a:lnTo>
                  <a:pt x="2666926" y="1055178"/>
                </a:lnTo>
                <a:lnTo>
                  <a:pt x="2668377" y="1055179"/>
                </a:lnTo>
                <a:lnTo>
                  <a:pt x="2669829" y="1055180"/>
                </a:lnTo>
                <a:lnTo>
                  <a:pt x="2671281" y="1055180"/>
                </a:lnTo>
                <a:lnTo>
                  <a:pt x="2672733" y="1055180"/>
                </a:lnTo>
                <a:lnTo>
                  <a:pt x="2674184" y="1055181"/>
                </a:lnTo>
                <a:lnTo>
                  <a:pt x="2675636" y="1055181"/>
                </a:lnTo>
                <a:lnTo>
                  <a:pt x="2677088" y="1055182"/>
                </a:lnTo>
                <a:lnTo>
                  <a:pt x="2678540" y="1055182"/>
                </a:lnTo>
                <a:lnTo>
                  <a:pt x="2679992" y="1055183"/>
                </a:lnTo>
                <a:lnTo>
                  <a:pt x="2681443" y="1055183"/>
                </a:lnTo>
                <a:lnTo>
                  <a:pt x="2682895" y="1055184"/>
                </a:lnTo>
                <a:lnTo>
                  <a:pt x="2684347" y="1055184"/>
                </a:lnTo>
                <a:lnTo>
                  <a:pt x="2685799" y="1055184"/>
                </a:lnTo>
                <a:lnTo>
                  <a:pt x="2687251" y="1055185"/>
                </a:lnTo>
                <a:lnTo>
                  <a:pt x="2688702" y="1055185"/>
                </a:lnTo>
                <a:lnTo>
                  <a:pt x="2690154" y="1055185"/>
                </a:lnTo>
                <a:lnTo>
                  <a:pt x="2691606" y="1055186"/>
                </a:lnTo>
                <a:lnTo>
                  <a:pt x="2693058" y="1055186"/>
                </a:lnTo>
                <a:lnTo>
                  <a:pt x="2694509" y="1055187"/>
                </a:lnTo>
                <a:lnTo>
                  <a:pt x="2695961" y="1055188"/>
                </a:lnTo>
                <a:lnTo>
                  <a:pt x="2697413" y="1055188"/>
                </a:lnTo>
                <a:lnTo>
                  <a:pt x="2698865" y="1055188"/>
                </a:lnTo>
                <a:lnTo>
                  <a:pt x="2700317" y="1055189"/>
                </a:lnTo>
                <a:lnTo>
                  <a:pt x="2701768" y="1055190"/>
                </a:lnTo>
                <a:lnTo>
                  <a:pt x="2703220" y="1055190"/>
                </a:lnTo>
                <a:lnTo>
                  <a:pt x="2704672" y="1055190"/>
                </a:lnTo>
                <a:lnTo>
                  <a:pt x="2706124" y="1055190"/>
                </a:lnTo>
                <a:lnTo>
                  <a:pt x="2707575" y="1055190"/>
                </a:lnTo>
                <a:lnTo>
                  <a:pt x="2709027" y="1055191"/>
                </a:lnTo>
                <a:lnTo>
                  <a:pt x="2710479" y="1055191"/>
                </a:lnTo>
                <a:lnTo>
                  <a:pt x="2711931" y="1055191"/>
                </a:lnTo>
                <a:lnTo>
                  <a:pt x="2713383" y="1055191"/>
                </a:lnTo>
                <a:lnTo>
                  <a:pt x="2714834" y="1055192"/>
                </a:lnTo>
                <a:lnTo>
                  <a:pt x="2716286" y="1055192"/>
                </a:lnTo>
                <a:lnTo>
                  <a:pt x="2717738" y="1055192"/>
                </a:lnTo>
                <a:lnTo>
                  <a:pt x="2719190" y="1055192"/>
                </a:lnTo>
                <a:lnTo>
                  <a:pt x="2720642" y="1055193"/>
                </a:lnTo>
                <a:lnTo>
                  <a:pt x="2722093" y="1055193"/>
                </a:lnTo>
                <a:lnTo>
                  <a:pt x="2723545" y="1055194"/>
                </a:lnTo>
                <a:lnTo>
                  <a:pt x="2724997" y="1055194"/>
                </a:lnTo>
                <a:lnTo>
                  <a:pt x="2726449" y="1055195"/>
                </a:lnTo>
                <a:lnTo>
                  <a:pt x="2727900" y="1055195"/>
                </a:lnTo>
                <a:lnTo>
                  <a:pt x="2729352" y="1055195"/>
                </a:lnTo>
                <a:lnTo>
                  <a:pt x="2730804" y="1055196"/>
                </a:lnTo>
                <a:lnTo>
                  <a:pt x="2732256" y="1055197"/>
                </a:lnTo>
                <a:lnTo>
                  <a:pt x="2733708" y="1055197"/>
                </a:lnTo>
                <a:lnTo>
                  <a:pt x="2735159" y="1055198"/>
                </a:lnTo>
                <a:lnTo>
                  <a:pt x="2736611" y="1055198"/>
                </a:lnTo>
                <a:lnTo>
                  <a:pt x="2738063" y="1055199"/>
                </a:lnTo>
                <a:lnTo>
                  <a:pt x="2739515" y="1055199"/>
                </a:lnTo>
                <a:lnTo>
                  <a:pt x="2740966" y="1055181"/>
                </a:lnTo>
                <a:lnTo>
                  <a:pt x="2742418" y="1055150"/>
                </a:lnTo>
                <a:lnTo>
                  <a:pt x="2743870" y="1055114"/>
                </a:lnTo>
                <a:lnTo>
                  <a:pt x="2745322" y="1055057"/>
                </a:lnTo>
                <a:lnTo>
                  <a:pt x="2746774" y="1054925"/>
                </a:lnTo>
                <a:lnTo>
                  <a:pt x="2748225" y="1054860"/>
                </a:lnTo>
                <a:lnTo>
                  <a:pt x="2749677" y="1054513"/>
                </a:lnTo>
                <a:lnTo>
                  <a:pt x="2751129" y="1054276"/>
                </a:lnTo>
                <a:lnTo>
                  <a:pt x="2752581" y="1054100"/>
                </a:lnTo>
                <a:lnTo>
                  <a:pt x="2754033" y="1053732"/>
                </a:lnTo>
                <a:lnTo>
                  <a:pt x="2755484" y="1053128"/>
                </a:lnTo>
                <a:lnTo>
                  <a:pt x="2756936" y="1052588"/>
                </a:lnTo>
                <a:lnTo>
                  <a:pt x="2758388" y="1051276"/>
                </a:lnTo>
                <a:lnTo>
                  <a:pt x="2759840" y="1050517"/>
                </a:lnTo>
                <a:lnTo>
                  <a:pt x="2761291" y="1049772"/>
                </a:lnTo>
                <a:lnTo>
                  <a:pt x="2762743" y="1047905"/>
                </a:lnTo>
                <a:lnTo>
                  <a:pt x="2764195" y="1045847"/>
                </a:lnTo>
                <a:lnTo>
                  <a:pt x="2765647" y="1042926"/>
                </a:lnTo>
                <a:lnTo>
                  <a:pt x="2767099" y="1041240"/>
                </a:lnTo>
                <a:lnTo>
                  <a:pt x="2768550" y="1038350"/>
                </a:lnTo>
                <a:lnTo>
                  <a:pt x="2770002" y="1035951"/>
                </a:lnTo>
                <a:lnTo>
                  <a:pt x="2771454" y="1035151"/>
                </a:lnTo>
                <a:lnTo>
                  <a:pt x="2772906" y="1037432"/>
                </a:lnTo>
                <a:lnTo>
                  <a:pt x="2774357" y="1040649"/>
                </a:lnTo>
                <a:lnTo>
                  <a:pt x="2775809" y="1041958"/>
                </a:lnTo>
                <a:lnTo>
                  <a:pt x="2777261" y="1044841"/>
                </a:lnTo>
                <a:lnTo>
                  <a:pt x="2778713" y="1046387"/>
                </a:lnTo>
                <a:lnTo>
                  <a:pt x="2780165" y="1048274"/>
                </a:lnTo>
                <a:lnTo>
                  <a:pt x="2781616" y="1050146"/>
                </a:lnTo>
                <a:lnTo>
                  <a:pt x="2783068" y="1051047"/>
                </a:lnTo>
                <a:lnTo>
                  <a:pt x="2784520" y="1052569"/>
                </a:lnTo>
                <a:lnTo>
                  <a:pt x="2785972" y="1052786"/>
                </a:lnTo>
                <a:lnTo>
                  <a:pt x="2787424" y="1053309"/>
                </a:lnTo>
                <a:lnTo>
                  <a:pt x="2788875" y="1053934"/>
                </a:lnTo>
                <a:lnTo>
                  <a:pt x="2790327" y="1054169"/>
                </a:lnTo>
                <a:lnTo>
                  <a:pt x="2791779" y="1054453"/>
                </a:lnTo>
                <a:lnTo>
                  <a:pt x="2793231" y="1054719"/>
                </a:lnTo>
                <a:lnTo>
                  <a:pt x="2794682" y="1054887"/>
                </a:lnTo>
                <a:lnTo>
                  <a:pt x="2796134" y="1054962"/>
                </a:lnTo>
                <a:lnTo>
                  <a:pt x="2797586" y="1055098"/>
                </a:lnTo>
                <a:lnTo>
                  <a:pt x="2799038" y="1055132"/>
                </a:lnTo>
                <a:lnTo>
                  <a:pt x="2800490" y="1055170"/>
                </a:lnTo>
                <a:lnTo>
                  <a:pt x="2801941" y="1055185"/>
                </a:lnTo>
                <a:lnTo>
                  <a:pt x="2803393" y="1055196"/>
                </a:lnTo>
                <a:lnTo>
                  <a:pt x="2804845" y="1055199"/>
                </a:lnTo>
                <a:lnTo>
                  <a:pt x="2806297" y="1055200"/>
                </a:lnTo>
                <a:lnTo>
                  <a:pt x="2807749" y="1055200"/>
                </a:lnTo>
                <a:lnTo>
                  <a:pt x="2809200" y="1055201"/>
                </a:lnTo>
                <a:lnTo>
                  <a:pt x="2810652" y="1055202"/>
                </a:lnTo>
                <a:lnTo>
                  <a:pt x="2812104" y="1055202"/>
                </a:lnTo>
                <a:lnTo>
                  <a:pt x="2813556" y="1055204"/>
                </a:lnTo>
                <a:lnTo>
                  <a:pt x="2815007" y="1055206"/>
                </a:lnTo>
                <a:lnTo>
                  <a:pt x="2816459" y="1055207"/>
                </a:lnTo>
                <a:lnTo>
                  <a:pt x="2817911" y="1055209"/>
                </a:lnTo>
                <a:lnTo>
                  <a:pt x="2819363" y="1055209"/>
                </a:lnTo>
                <a:lnTo>
                  <a:pt x="2820815" y="1055210"/>
                </a:lnTo>
                <a:lnTo>
                  <a:pt x="2822266" y="1055211"/>
                </a:lnTo>
                <a:lnTo>
                  <a:pt x="2823718" y="1055213"/>
                </a:lnTo>
                <a:lnTo>
                  <a:pt x="2825170" y="1055215"/>
                </a:lnTo>
                <a:lnTo>
                  <a:pt x="2826622" y="1055217"/>
                </a:lnTo>
                <a:lnTo>
                  <a:pt x="2828073" y="1055217"/>
                </a:lnTo>
                <a:lnTo>
                  <a:pt x="2829525" y="1055218"/>
                </a:lnTo>
                <a:lnTo>
                  <a:pt x="2830977" y="1055220"/>
                </a:lnTo>
                <a:lnTo>
                  <a:pt x="2832429" y="1055221"/>
                </a:lnTo>
                <a:lnTo>
                  <a:pt x="2833881" y="1055222"/>
                </a:lnTo>
                <a:lnTo>
                  <a:pt x="2835332" y="1055224"/>
                </a:lnTo>
                <a:lnTo>
                  <a:pt x="2836784" y="1055225"/>
                </a:lnTo>
                <a:lnTo>
                  <a:pt x="2838236" y="1055225"/>
                </a:lnTo>
                <a:lnTo>
                  <a:pt x="2839688" y="1055226"/>
                </a:lnTo>
                <a:lnTo>
                  <a:pt x="2841140" y="1055227"/>
                </a:lnTo>
                <a:lnTo>
                  <a:pt x="2842591" y="1055228"/>
                </a:lnTo>
                <a:lnTo>
                  <a:pt x="2844043" y="1055230"/>
                </a:lnTo>
                <a:lnTo>
                  <a:pt x="2845495" y="1055231"/>
                </a:lnTo>
                <a:lnTo>
                  <a:pt x="2846947" y="1055231"/>
                </a:lnTo>
                <a:lnTo>
                  <a:pt x="2848398" y="1055232"/>
                </a:lnTo>
                <a:lnTo>
                  <a:pt x="2849850" y="1055232"/>
                </a:lnTo>
                <a:lnTo>
                  <a:pt x="2851302" y="1055235"/>
                </a:lnTo>
                <a:lnTo>
                  <a:pt x="2852754" y="1055236"/>
                </a:lnTo>
                <a:lnTo>
                  <a:pt x="2854206" y="1055237"/>
                </a:lnTo>
                <a:lnTo>
                  <a:pt x="2855657" y="1055237"/>
                </a:lnTo>
                <a:lnTo>
                  <a:pt x="2857109" y="1055238"/>
                </a:lnTo>
                <a:lnTo>
                  <a:pt x="2858561" y="1055238"/>
                </a:lnTo>
                <a:lnTo>
                  <a:pt x="2860013" y="1055240"/>
                </a:lnTo>
                <a:lnTo>
                  <a:pt x="2861464" y="1055241"/>
                </a:lnTo>
                <a:lnTo>
                  <a:pt x="2862916" y="1055242"/>
                </a:lnTo>
                <a:lnTo>
                  <a:pt x="2864368" y="1055242"/>
                </a:lnTo>
                <a:lnTo>
                  <a:pt x="2865820" y="1055243"/>
                </a:lnTo>
                <a:lnTo>
                  <a:pt x="2867272" y="1055244"/>
                </a:lnTo>
                <a:lnTo>
                  <a:pt x="2868723" y="1055245"/>
                </a:lnTo>
                <a:lnTo>
                  <a:pt x="2870175" y="1055246"/>
                </a:lnTo>
                <a:lnTo>
                  <a:pt x="2871627" y="1055247"/>
                </a:lnTo>
                <a:lnTo>
                  <a:pt x="2873079" y="1055247"/>
                </a:lnTo>
                <a:lnTo>
                  <a:pt x="2874531" y="1055247"/>
                </a:lnTo>
                <a:lnTo>
                  <a:pt x="2875982" y="1055248"/>
                </a:lnTo>
                <a:lnTo>
                  <a:pt x="2877434" y="1055249"/>
                </a:lnTo>
                <a:lnTo>
                  <a:pt x="2878886" y="1055250"/>
                </a:lnTo>
                <a:lnTo>
                  <a:pt x="2880338" y="1055250"/>
                </a:lnTo>
                <a:lnTo>
                  <a:pt x="2881789" y="1055251"/>
                </a:lnTo>
                <a:lnTo>
                  <a:pt x="2883241" y="1055251"/>
                </a:lnTo>
                <a:lnTo>
                  <a:pt x="2884693" y="1055251"/>
                </a:lnTo>
                <a:lnTo>
                  <a:pt x="2886145" y="1055252"/>
                </a:lnTo>
                <a:lnTo>
                  <a:pt x="2887597" y="1055253"/>
                </a:lnTo>
                <a:lnTo>
                  <a:pt x="2889048" y="1055253"/>
                </a:lnTo>
                <a:lnTo>
                  <a:pt x="2890500" y="1055254"/>
                </a:lnTo>
                <a:lnTo>
                  <a:pt x="2891952" y="1055254"/>
                </a:lnTo>
                <a:lnTo>
                  <a:pt x="2893404" y="1055254"/>
                </a:lnTo>
                <a:lnTo>
                  <a:pt x="2894855" y="1055255"/>
                </a:lnTo>
                <a:lnTo>
                  <a:pt x="2896307" y="1055256"/>
                </a:lnTo>
                <a:lnTo>
                  <a:pt x="2897759" y="1055256"/>
                </a:lnTo>
                <a:lnTo>
                  <a:pt x="2899211" y="1055256"/>
                </a:lnTo>
                <a:lnTo>
                  <a:pt x="2900663" y="1055257"/>
                </a:lnTo>
                <a:lnTo>
                  <a:pt x="2902114" y="1055257"/>
                </a:lnTo>
                <a:lnTo>
                  <a:pt x="2903566" y="1055257"/>
                </a:lnTo>
                <a:lnTo>
                  <a:pt x="2905018" y="1055258"/>
                </a:lnTo>
                <a:lnTo>
                  <a:pt x="2906470" y="1055258"/>
                </a:lnTo>
                <a:lnTo>
                  <a:pt x="2907922" y="1055259"/>
                </a:lnTo>
                <a:lnTo>
                  <a:pt x="2909373" y="1055259"/>
                </a:lnTo>
                <a:lnTo>
                  <a:pt x="2910825" y="1055259"/>
                </a:lnTo>
                <a:lnTo>
                  <a:pt x="2912277" y="1055260"/>
                </a:lnTo>
                <a:lnTo>
                  <a:pt x="2913729" y="1055260"/>
                </a:lnTo>
                <a:lnTo>
                  <a:pt x="2915180" y="1055260"/>
                </a:lnTo>
                <a:lnTo>
                  <a:pt x="2916632" y="1055260"/>
                </a:lnTo>
                <a:lnTo>
                  <a:pt x="2918084" y="1055261"/>
                </a:lnTo>
                <a:lnTo>
                  <a:pt x="2919536" y="1055261"/>
                </a:lnTo>
                <a:lnTo>
                  <a:pt x="2920988" y="1055261"/>
                </a:lnTo>
                <a:lnTo>
                  <a:pt x="2922439" y="1055262"/>
                </a:lnTo>
                <a:lnTo>
                  <a:pt x="2923891" y="1055262"/>
                </a:lnTo>
                <a:lnTo>
                  <a:pt x="2925343" y="1055262"/>
                </a:lnTo>
                <a:lnTo>
                  <a:pt x="2926795" y="1055262"/>
                </a:lnTo>
                <a:lnTo>
                  <a:pt x="2928247" y="1055262"/>
                </a:lnTo>
                <a:lnTo>
                  <a:pt x="2929698" y="1055263"/>
                </a:lnTo>
                <a:lnTo>
                  <a:pt x="2931150" y="1055263"/>
                </a:lnTo>
                <a:lnTo>
                  <a:pt x="2932602" y="1055263"/>
                </a:lnTo>
                <a:lnTo>
                  <a:pt x="2934054" y="1055263"/>
                </a:lnTo>
                <a:lnTo>
                  <a:pt x="2935505" y="1055264"/>
                </a:lnTo>
                <a:lnTo>
                  <a:pt x="2936957" y="1055264"/>
                </a:lnTo>
                <a:lnTo>
                  <a:pt x="2938409" y="1055264"/>
                </a:lnTo>
                <a:lnTo>
                  <a:pt x="2939861" y="1055264"/>
                </a:lnTo>
                <a:lnTo>
                  <a:pt x="2941313" y="1055264"/>
                </a:lnTo>
                <a:lnTo>
                  <a:pt x="2942764" y="1055265"/>
                </a:lnTo>
                <a:lnTo>
                  <a:pt x="2944216" y="1055265"/>
                </a:lnTo>
                <a:lnTo>
                  <a:pt x="2945668" y="1055265"/>
                </a:lnTo>
                <a:lnTo>
                  <a:pt x="2947120" y="1055265"/>
                </a:lnTo>
                <a:lnTo>
                  <a:pt x="2948571" y="1055265"/>
                </a:lnTo>
                <a:lnTo>
                  <a:pt x="2950023" y="1055266"/>
                </a:lnTo>
                <a:lnTo>
                  <a:pt x="2951475" y="1055266"/>
                </a:lnTo>
                <a:lnTo>
                  <a:pt x="2952927" y="1055266"/>
                </a:lnTo>
                <a:lnTo>
                  <a:pt x="2954379" y="1055266"/>
                </a:lnTo>
                <a:lnTo>
                  <a:pt x="2955830" y="1055267"/>
                </a:lnTo>
                <a:lnTo>
                  <a:pt x="2957282" y="1055267"/>
                </a:lnTo>
                <a:lnTo>
                  <a:pt x="2958734" y="1055267"/>
                </a:lnTo>
                <a:lnTo>
                  <a:pt x="2960186" y="1055268"/>
                </a:lnTo>
                <a:lnTo>
                  <a:pt x="2961638" y="1055268"/>
                </a:lnTo>
                <a:lnTo>
                  <a:pt x="2963089" y="1055268"/>
                </a:lnTo>
                <a:lnTo>
                  <a:pt x="2964541" y="1055269"/>
                </a:lnTo>
                <a:lnTo>
                  <a:pt x="2965993" y="1055269"/>
                </a:lnTo>
                <a:lnTo>
                  <a:pt x="2967445" y="1055270"/>
                </a:lnTo>
                <a:lnTo>
                  <a:pt x="2968896" y="1055270"/>
                </a:lnTo>
                <a:lnTo>
                  <a:pt x="2970348" y="1055270"/>
                </a:lnTo>
                <a:lnTo>
                  <a:pt x="2971800" y="1055271"/>
                </a:lnTo>
              </a:path>
            </a:pathLst>
          </a:custGeom>
          <a:noFill/>
          <a:ln w="15240">
            <a:solidFill>
              <a:srgbClr val="0072B2"/>
            </a:solidFill>
            <a:prstDash val="dash"/>
          </a:ln>
        </p:spPr>
      </p:sp>
      <p:sp>
        <p:nvSpPr>
          <p:cNvPr id="187" name="ellipse_186">
            <a:extLst>
              <a:ext uri="{FF2B5EF4-FFF2-40B4-BE49-F238E27FC236}">
                <ns2:creationId id="{3F3554DD-630A-4A41-95EB-340B583D919C}"/>
              </a:ext>
            </a:extLst>
          </p:cNvPr>
          <p:cNvSpPr>
            <a:spLocks noGrp="1"/>
          </p:cNvSpPr>
          <p:nvPr/>
        </p:nvSpPr>
        <p:spPr>
          <a:xfrm rot="0">
            <a:off x="9447007" y="3818093"/>
            <a:ext cx="66675" cy="66675"/>
          </a:xfrm>
          <a:prstGeom prst="ellipse">
            <a:avLst/>
          </a:prstGeom>
          <a:solidFill>
            <a:srgbClr val="FFFFFF"/>
          </a:solidFill>
          <a:ln w="17145">
            <a:solidFill>
              <a:srgbClr val="0072B2"/>
            </a:solidFill>
            <a:prstDash val="solid"/>
          </a:ln>
        </p:spPr>
      </p:sp>
      <p:sp>
        <p:nvSpPr>
          <p:cNvPr id="188" name="text_187">
            <a:extLst>
              <a:ext uri="{FF2B5EF4-FFF2-40B4-BE49-F238E27FC236}">
                <ns2:creationId id="{A9D5E1D9-4974-473B-A143-F8AC2AD27DDC}"/>
              </a:ext>
            </a:extLst>
          </p:cNvPr>
          <p:cNvSpPr>
            <a:spLocks noGrp="1"/>
          </p:cNvSpPr>
          <p:nvPr/>
        </p:nvSpPr>
        <p:spPr>
          <a:xfrm rot="0">
            <a:off x="9527970" y="3641881"/>
            <a:ext cx="219075" cy="219075"/>
          </a:xfrm>
          <a:prstGeom prst="rect">
            <a:avLst/>
          </a:prstGeom>
          <a:noFill/>
          <a:ln w="0">
            <a:noFill/>
            <a:prstDash val="solid"/>
          </a:ln>
        </p:spPr>
        <p:txBody>
          <a:bodyPr wrap="none" lIns="0" tIns="0" rIns="0" bIns="0" anchor="t">
            <a:noAutofit/>
          </a:bodyPr>
          <a:lstStyle>
            <a:defPPr algn="l">
              <a:defRPr sz="1200" b="1">
                <a:solidFill>
                  <a:srgbClr val="0072B2"/>
                </a:solidFill>
                <a:latin typeface="Arial"/>
                <a:ea typeface="Arial"/>
                <a:cs typeface="Arial"/>
              </a:defRPr>
            </a:defPPr>
            <a:lvl1pPr algn="l">
              <a:defRPr sz="1200" b="1">
                <a:solidFill>
                  <a:srgbClr val="0072B2"/>
                </a:solidFill>
                <a:latin typeface="Arial"/>
                <a:ea typeface="Arial"/>
                <a:cs typeface="Arial"/>
              </a:defRPr>
            </a:lvl1pPr>
            <a:lvl2pPr algn="l">
              <a:defRPr sz="1200" b="1">
                <a:solidFill>
                  <a:srgbClr val="0072B2"/>
                </a:solidFill>
                <a:latin typeface="Arial"/>
                <a:ea typeface="Arial"/>
                <a:cs typeface="Arial"/>
              </a:defRPr>
            </a:lvl2pPr>
            <a:lvl3pPr algn="l">
              <a:defRPr sz="1200" b="1">
                <a:solidFill>
                  <a:srgbClr val="0072B2"/>
                </a:solidFill>
                <a:latin typeface="Arial"/>
                <a:ea typeface="Arial"/>
                <a:cs typeface="Arial"/>
              </a:defRPr>
            </a:lvl3pPr>
            <a:lvl4pPr algn="l">
              <a:defRPr sz="1200" b="1">
                <a:solidFill>
                  <a:srgbClr val="0072B2"/>
                </a:solidFill>
                <a:latin typeface="Arial"/>
                <a:ea typeface="Arial"/>
                <a:cs typeface="Arial"/>
              </a:defRPr>
            </a:lvl4pPr>
            <a:lvl5pPr algn="l">
              <a:defRPr sz="1200" b="1">
                <a:solidFill>
                  <a:srgbClr val="0072B2"/>
                </a:solidFill>
                <a:latin typeface="Arial"/>
                <a:ea typeface="Arial"/>
                <a:cs typeface="Arial"/>
              </a:defRPr>
            </a:lvl5pPr>
            <a:lvl6pPr algn="l">
              <a:defRPr sz="1200" b="1">
                <a:solidFill>
                  <a:srgbClr val="0072B2"/>
                </a:solidFill>
                <a:latin typeface="Arial"/>
                <a:ea typeface="Arial"/>
                <a:cs typeface="Arial"/>
              </a:defRPr>
            </a:lvl6pPr>
            <a:lvl7pPr algn="l">
              <a:defRPr sz="1200" b="1">
                <a:solidFill>
                  <a:srgbClr val="0072B2"/>
                </a:solidFill>
                <a:latin typeface="Arial"/>
                <a:ea typeface="Arial"/>
                <a:cs typeface="Arial"/>
              </a:defRPr>
            </a:lvl7pPr>
            <a:lvl8pPr algn="l">
              <a:defRPr sz="1200" b="1">
                <a:solidFill>
                  <a:srgbClr val="0072B2"/>
                </a:solidFill>
                <a:latin typeface="Arial"/>
                <a:ea typeface="Arial"/>
                <a:cs typeface="Arial"/>
              </a:defRPr>
            </a:lvl8pPr>
            <a:lvl9pPr algn="l">
              <a:defRPr sz="1200" b="1">
                <a:solidFill>
                  <a:srgbClr val="0072B2"/>
                </a:solidFill>
                <a:latin typeface="Arial"/>
                <a:ea typeface="Arial"/>
                <a:cs typeface="Arial"/>
              </a:defRPr>
            </a:lvl9pPr>
          </a:lstStyle>
          <a:p>
            <a:pPr algn="l">
              <a:defRPr sz="1200" b="1">
                <a:solidFill>
                  <a:srgbClr val="0072B2"/>
                </a:solidFill>
                <a:latin typeface="Arial"/>
                <a:ea typeface="Arial"/>
                <a:cs typeface="Arial"/>
              </a:defRPr>
            </a:pPr>
            <a:r>
              <a:rPr sz="1200" b="1">
                <a:solidFill>
                  <a:srgbClr val="0072B2"/>
                </a:solidFill>
                <a:latin typeface="Arial"/>
                <a:ea typeface="Arial"/>
                <a:cs typeface="Arial"/>
              </a:rPr>
              <a:t>A</a:t>
            </a:r>
          </a:p>
        </p:txBody>
      </p:sp>
      <p:sp>
        <p:nvSpPr>
          <p:cNvPr id="189" name="ellipse_188">
            <a:extLst>
              <a:ext uri="{FF2B5EF4-FFF2-40B4-BE49-F238E27FC236}">
                <ns2:creationId id="{5C1AD8EC-26D7-45A3-BF97-0F9926290B7D}"/>
              </a:ext>
            </a:extLst>
          </p:cNvPr>
          <p:cNvSpPr>
            <a:spLocks noGrp="1"/>
          </p:cNvSpPr>
          <p:nvPr/>
        </p:nvSpPr>
        <p:spPr>
          <a:xfrm rot="0">
            <a:off x="10468532" y="4375148"/>
            <a:ext cx="66675" cy="66675"/>
          </a:xfrm>
          <a:prstGeom prst="ellipse">
            <a:avLst/>
          </a:prstGeom>
          <a:solidFill>
            <a:srgbClr val="FFFFFF"/>
          </a:solidFill>
          <a:ln w="17145">
            <a:solidFill>
              <a:srgbClr val="D55E00"/>
            </a:solidFill>
            <a:prstDash val="solid"/>
          </a:ln>
        </p:spPr>
      </p:sp>
      <p:sp>
        <p:nvSpPr>
          <p:cNvPr id="190" name="text_189">
            <a:extLst>
              <a:ext uri="{FF2B5EF4-FFF2-40B4-BE49-F238E27FC236}">
                <ns2:creationId id="{B377E3F1-493C-4C6F-AB69-4C6DAC6FDB7C}"/>
              </a:ext>
            </a:extLst>
          </p:cNvPr>
          <p:cNvSpPr>
            <a:spLocks noGrp="1"/>
          </p:cNvSpPr>
          <p:nvPr/>
        </p:nvSpPr>
        <p:spPr>
          <a:xfrm rot="0">
            <a:off x="10549494" y="4198935"/>
            <a:ext cx="219075" cy="219075"/>
          </a:xfrm>
          <a:prstGeom prst="rect">
            <a:avLst/>
          </a:prstGeom>
          <a:noFill/>
          <a:ln w="0">
            <a:noFill/>
            <a:prstDash val="solid"/>
          </a:ln>
        </p:spPr>
        <p:txBody>
          <a:bodyPr wrap="none" lIns="0" tIns="0" rIns="0" bIns="0" anchor="t">
            <a:noAutofit/>
          </a:bodyPr>
          <a:lstStyle>
            <a:defPPr algn="l">
              <a:defRPr sz="1200" b="1">
                <a:solidFill>
                  <a:srgbClr val="D55E00"/>
                </a:solidFill>
                <a:latin typeface="Arial"/>
                <a:ea typeface="Arial"/>
                <a:cs typeface="Arial"/>
              </a:defRPr>
            </a:defPPr>
            <a:lvl1pPr algn="l">
              <a:defRPr sz="1200" b="1">
                <a:solidFill>
                  <a:srgbClr val="D55E00"/>
                </a:solidFill>
                <a:latin typeface="Arial"/>
                <a:ea typeface="Arial"/>
                <a:cs typeface="Arial"/>
              </a:defRPr>
            </a:lvl1pPr>
            <a:lvl2pPr algn="l">
              <a:defRPr sz="1200" b="1">
                <a:solidFill>
                  <a:srgbClr val="D55E00"/>
                </a:solidFill>
                <a:latin typeface="Arial"/>
                <a:ea typeface="Arial"/>
                <a:cs typeface="Arial"/>
              </a:defRPr>
            </a:lvl2pPr>
            <a:lvl3pPr algn="l">
              <a:defRPr sz="1200" b="1">
                <a:solidFill>
                  <a:srgbClr val="D55E00"/>
                </a:solidFill>
                <a:latin typeface="Arial"/>
                <a:ea typeface="Arial"/>
                <a:cs typeface="Arial"/>
              </a:defRPr>
            </a:lvl3pPr>
            <a:lvl4pPr algn="l">
              <a:defRPr sz="1200" b="1">
                <a:solidFill>
                  <a:srgbClr val="D55E00"/>
                </a:solidFill>
                <a:latin typeface="Arial"/>
                <a:ea typeface="Arial"/>
                <a:cs typeface="Arial"/>
              </a:defRPr>
            </a:lvl4pPr>
            <a:lvl5pPr algn="l">
              <a:defRPr sz="1200" b="1">
                <a:solidFill>
                  <a:srgbClr val="D55E00"/>
                </a:solidFill>
                <a:latin typeface="Arial"/>
                <a:ea typeface="Arial"/>
                <a:cs typeface="Arial"/>
              </a:defRPr>
            </a:lvl5pPr>
            <a:lvl6pPr algn="l">
              <a:defRPr sz="1200" b="1">
                <a:solidFill>
                  <a:srgbClr val="D55E00"/>
                </a:solidFill>
                <a:latin typeface="Arial"/>
                <a:ea typeface="Arial"/>
                <a:cs typeface="Arial"/>
              </a:defRPr>
            </a:lvl6pPr>
            <a:lvl7pPr algn="l">
              <a:defRPr sz="1200" b="1">
                <a:solidFill>
                  <a:srgbClr val="D55E00"/>
                </a:solidFill>
                <a:latin typeface="Arial"/>
                <a:ea typeface="Arial"/>
                <a:cs typeface="Arial"/>
              </a:defRPr>
            </a:lvl7pPr>
            <a:lvl8pPr algn="l">
              <a:defRPr sz="1200" b="1">
                <a:solidFill>
                  <a:srgbClr val="D55E00"/>
                </a:solidFill>
                <a:latin typeface="Arial"/>
                <a:ea typeface="Arial"/>
                <a:cs typeface="Arial"/>
              </a:defRPr>
            </a:lvl8pPr>
            <a:lvl9pPr algn="l">
              <a:defRPr sz="1200" b="1">
                <a:solidFill>
                  <a:srgbClr val="D55E00"/>
                </a:solidFill>
                <a:latin typeface="Arial"/>
                <a:ea typeface="Arial"/>
                <a:cs typeface="Arial"/>
              </a:defRPr>
            </a:lvl9pPr>
          </a:lstStyle>
          <a:p>
            <a:pPr algn="l">
              <a:defRPr sz="1200" b="1">
                <a:solidFill>
                  <a:srgbClr val="D55E00"/>
                </a:solidFill>
                <a:latin typeface="Arial"/>
                <a:ea typeface="Arial"/>
                <a:cs typeface="Arial"/>
              </a:defRPr>
            </a:pPr>
            <a:r>
              <a:rPr sz="1200" b="1">
                <a:solidFill>
                  <a:srgbClr val="D55E00"/>
                </a:solidFill>
                <a:latin typeface="Arial"/>
                <a:ea typeface="Arial"/>
                <a:cs typeface="Arial"/>
              </a:rPr>
              <a:t>B</a:t>
            </a:r>
          </a:p>
        </p:txBody>
      </p:sp>
      <p:sp>
        <p:nvSpPr>
          <p:cNvPr id="191" name="ellipse_190">
            <a:extLst>
              <a:ext uri="{FF2B5EF4-FFF2-40B4-BE49-F238E27FC236}">
                <ns2:creationId id="{5D71BD4C-8C28-4C7F-B8D4-345EDFF4842B}"/>
              </a:ext>
            </a:extLst>
          </p:cNvPr>
          <p:cNvSpPr>
            <a:spLocks noGrp="1"/>
          </p:cNvSpPr>
          <p:nvPr/>
        </p:nvSpPr>
        <p:spPr>
          <a:xfrm rot="0">
            <a:off x="10504404" y="4569142"/>
            <a:ext cx="66675" cy="66675"/>
          </a:xfrm>
          <a:prstGeom prst="ellipse">
            <a:avLst/>
          </a:prstGeom>
          <a:solidFill>
            <a:srgbClr val="FFFFFF"/>
          </a:solidFill>
          <a:ln w="17145">
            <a:solidFill>
              <a:srgbClr val="009E73"/>
            </a:solidFill>
            <a:prstDash val="solid"/>
          </a:ln>
        </p:spPr>
      </p:sp>
      <p:sp>
        <p:nvSpPr>
          <p:cNvPr id="192" name="text_191">
            <a:extLst>
              <a:ext uri="{FF2B5EF4-FFF2-40B4-BE49-F238E27FC236}">
                <ns2:creationId id="{6F973F7C-EB24-4A97-918A-CD6BB98FD21E}"/>
              </a:ext>
            </a:extLst>
          </p:cNvPr>
          <p:cNvSpPr>
            <a:spLocks noGrp="1"/>
          </p:cNvSpPr>
          <p:nvPr/>
        </p:nvSpPr>
        <p:spPr>
          <a:xfrm rot="0">
            <a:off x="10585366" y="4392929"/>
            <a:ext cx="219075" cy="219075"/>
          </a:xfrm>
          <a:prstGeom prst="rect">
            <a:avLst/>
          </a:prstGeom>
          <a:noFill/>
          <a:ln w="0">
            <a:noFill/>
            <a:prstDash val="solid"/>
          </a:ln>
        </p:spPr>
        <p:txBody>
          <a:bodyPr wrap="none" lIns="0" tIns="0" rIns="0" bIns="0" anchor="t">
            <a:noAutofit/>
          </a:bodyPr>
          <a:lstStyle>
            <a:defPPr algn="l">
              <a:defRPr sz="1200" b="1">
                <a:solidFill>
                  <a:srgbClr val="009E73"/>
                </a:solidFill>
                <a:latin typeface="Arial"/>
                <a:ea typeface="Arial"/>
                <a:cs typeface="Arial"/>
              </a:defRPr>
            </a:defPPr>
            <a:lvl1pPr algn="l">
              <a:defRPr sz="1200" b="1">
                <a:solidFill>
                  <a:srgbClr val="009E73"/>
                </a:solidFill>
                <a:latin typeface="Arial"/>
                <a:ea typeface="Arial"/>
                <a:cs typeface="Arial"/>
              </a:defRPr>
            </a:lvl1pPr>
            <a:lvl2pPr algn="l">
              <a:defRPr sz="1200" b="1">
                <a:solidFill>
                  <a:srgbClr val="009E73"/>
                </a:solidFill>
                <a:latin typeface="Arial"/>
                <a:ea typeface="Arial"/>
                <a:cs typeface="Arial"/>
              </a:defRPr>
            </a:lvl2pPr>
            <a:lvl3pPr algn="l">
              <a:defRPr sz="1200" b="1">
                <a:solidFill>
                  <a:srgbClr val="009E73"/>
                </a:solidFill>
                <a:latin typeface="Arial"/>
                <a:ea typeface="Arial"/>
                <a:cs typeface="Arial"/>
              </a:defRPr>
            </a:lvl3pPr>
            <a:lvl4pPr algn="l">
              <a:defRPr sz="1200" b="1">
                <a:solidFill>
                  <a:srgbClr val="009E73"/>
                </a:solidFill>
                <a:latin typeface="Arial"/>
                <a:ea typeface="Arial"/>
                <a:cs typeface="Arial"/>
              </a:defRPr>
            </a:lvl4pPr>
            <a:lvl5pPr algn="l">
              <a:defRPr sz="1200" b="1">
                <a:solidFill>
                  <a:srgbClr val="009E73"/>
                </a:solidFill>
                <a:latin typeface="Arial"/>
                <a:ea typeface="Arial"/>
                <a:cs typeface="Arial"/>
              </a:defRPr>
            </a:lvl5pPr>
            <a:lvl6pPr algn="l">
              <a:defRPr sz="1200" b="1">
                <a:solidFill>
                  <a:srgbClr val="009E73"/>
                </a:solidFill>
                <a:latin typeface="Arial"/>
                <a:ea typeface="Arial"/>
                <a:cs typeface="Arial"/>
              </a:defRPr>
            </a:lvl6pPr>
            <a:lvl7pPr algn="l">
              <a:defRPr sz="1200" b="1">
                <a:solidFill>
                  <a:srgbClr val="009E73"/>
                </a:solidFill>
                <a:latin typeface="Arial"/>
                <a:ea typeface="Arial"/>
                <a:cs typeface="Arial"/>
              </a:defRPr>
            </a:lvl7pPr>
            <a:lvl8pPr algn="l">
              <a:defRPr sz="1200" b="1">
                <a:solidFill>
                  <a:srgbClr val="009E73"/>
                </a:solidFill>
                <a:latin typeface="Arial"/>
                <a:ea typeface="Arial"/>
                <a:cs typeface="Arial"/>
              </a:defRPr>
            </a:lvl8pPr>
            <a:lvl9pPr algn="l">
              <a:defRPr sz="1200" b="1">
                <a:solidFill>
                  <a:srgbClr val="009E73"/>
                </a:solidFill>
                <a:latin typeface="Arial"/>
                <a:ea typeface="Arial"/>
                <a:cs typeface="Arial"/>
              </a:defRPr>
            </a:lvl9pPr>
          </a:lstStyle>
          <a:p>
            <a:pPr algn="l">
              <a:defRPr sz="1200" b="1">
                <a:solidFill>
                  <a:srgbClr val="009E73"/>
                </a:solidFill>
                <a:latin typeface="Arial"/>
                <a:ea typeface="Arial"/>
                <a:cs typeface="Arial"/>
              </a:defRPr>
            </a:pPr>
            <a:r>
              <a:rPr sz="1200" b="1">
                <a:solidFill>
                  <a:srgbClr val="009E73"/>
                </a:solidFill>
                <a:latin typeface="Arial"/>
                <a:ea typeface="Arial"/>
                <a:cs typeface="Arial"/>
              </a:rPr>
              <a:t>C</a:t>
            </a:r>
          </a:p>
        </p:txBody>
      </p:sp>
      <p:sp>
        <p:nvSpPr>
          <p:cNvPr id="193" name="complete_saved_R_profile">
            <a:extLst>
              <a:ext uri="{FF2B5EF4-FFF2-40B4-BE49-F238E27FC236}">
                <ns2:creationId id="{5206719B-78C1-44E3-AAC5-B3A89BBFDFF0}"/>
              </a:ext>
            </a:extLst>
          </p:cNvPr>
          <p:cNvSpPr>
            <a:spLocks noGrp="1"/>
          </p:cNvSpPr>
          <p:nvPr/>
        </p:nvSpPr>
        <p:spPr>
          <a:xfrm>
            <a:off x="8905875" y="3612720"/>
            <a:ext cx="2971800" cy="1270542"/>
          </a:xfrm>
          <a:custGeom>
            <a:pathLst>
              <a:path w="2971800" h="1270542">
                <a:moveTo>
                  <a:pt x="0" y="1055271"/>
                </a:moveTo>
                <a:lnTo>
                  <a:pt x="1452" y="1055270"/>
                </a:lnTo>
                <a:lnTo>
                  <a:pt x="2904" y="1055270"/>
                </a:lnTo>
                <a:lnTo>
                  <a:pt x="4355" y="1055269"/>
                </a:lnTo>
                <a:lnTo>
                  <a:pt x="5807" y="1055269"/>
                </a:lnTo>
                <a:lnTo>
                  <a:pt x="7259" y="1055268"/>
                </a:lnTo>
                <a:lnTo>
                  <a:pt x="8711" y="1055268"/>
                </a:lnTo>
                <a:lnTo>
                  <a:pt x="10162" y="1055267"/>
                </a:lnTo>
                <a:lnTo>
                  <a:pt x="11614" y="1055267"/>
                </a:lnTo>
                <a:lnTo>
                  <a:pt x="13066" y="1055266"/>
                </a:lnTo>
                <a:lnTo>
                  <a:pt x="14518" y="1055266"/>
                </a:lnTo>
                <a:lnTo>
                  <a:pt x="15970" y="1055266"/>
                </a:lnTo>
                <a:lnTo>
                  <a:pt x="17421" y="1055266"/>
                </a:lnTo>
                <a:lnTo>
                  <a:pt x="18873" y="1055265"/>
                </a:lnTo>
                <a:lnTo>
                  <a:pt x="20325" y="1055265"/>
                </a:lnTo>
                <a:lnTo>
                  <a:pt x="21777" y="1055265"/>
                </a:lnTo>
                <a:lnTo>
                  <a:pt x="23229" y="1055264"/>
                </a:lnTo>
                <a:lnTo>
                  <a:pt x="24680" y="1055264"/>
                </a:lnTo>
                <a:lnTo>
                  <a:pt x="26132" y="1055264"/>
                </a:lnTo>
                <a:lnTo>
                  <a:pt x="27584" y="1055264"/>
                </a:lnTo>
                <a:lnTo>
                  <a:pt x="29036" y="1055263"/>
                </a:lnTo>
                <a:lnTo>
                  <a:pt x="30487" y="1055263"/>
                </a:lnTo>
                <a:lnTo>
                  <a:pt x="31939" y="1055263"/>
                </a:lnTo>
                <a:lnTo>
                  <a:pt x="33391" y="1055262"/>
                </a:lnTo>
                <a:lnTo>
                  <a:pt x="34843" y="1055262"/>
                </a:lnTo>
                <a:lnTo>
                  <a:pt x="36295" y="1055262"/>
                </a:lnTo>
                <a:lnTo>
                  <a:pt x="37746" y="1055261"/>
                </a:lnTo>
                <a:lnTo>
                  <a:pt x="39198" y="1055261"/>
                </a:lnTo>
                <a:lnTo>
                  <a:pt x="40650" y="1055261"/>
                </a:lnTo>
                <a:lnTo>
                  <a:pt x="42102" y="1055260"/>
                </a:lnTo>
                <a:lnTo>
                  <a:pt x="43553" y="1055260"/>
                </a:lnTo>
                <a:lnTo>
                  <a:pt x="45005" y="1055260"/>
                </a:lnTo>
                <a:lnTo>
                  <a:pt x="46457" y="1055259"/>
                </a:lnTo>
                <a:lnTo>
                  <a:pt x="47909" y="1055259"/>
                </a:lnTo>
                <a:lnTo>
                  <a:pt x="49361" y="1055258"/>
                </a:lnTo>
                <a:lnTo>
                  <a:pt x="50812" y="1055258"/>
                </a:lnTo>
                <a:lnTo>
                  <a:pt x="52264" y="1055257"/>
                </a:lnTo>
                <a:lnTo>
                  <a:pt x="53716" y="1055257"/>
                </a:lnTo>
                <a:lnTo>
                  <a:pt x="55168" y="1055256"/>
                </a:lnTo>
                <a:lnTo>
                  <a:pt x="56620" y="1055256"/>
                </a:lnTo>
                <a:lnTo>
                  <a:pt x="58071" y="1055255"/>
                </a:lnTo>
                <a:lnTo>
                  <a:pt x="59523" y="1055254"/>
                </a:lnTo>
                <a:lnTo>
                  <a:pt x="60975" y="1055254"/>
                </a:lnTo>
                <a:lnTo>
                  <a:pt x="62427" y="1055253"/>
                </a:lnTo>
                <a:lnTo>
                  <a:pt x="63878" y="1055252"/>
                </a:lnTo>
                <a:lnTo>
                  <a:pt x="65330" y="1055252"/>
                </a:lnTo>
                <a:lnTo>
                  <a:pt x="66782" y="1055251"/>
                </a:lnTo>
                <a:lnTo>
                  <a:pt x="68234" y="1055251"/>
                </a:lnTo>
                <a:lnTo>
                  <a:pt x="69686" y="1055250"/>
                </a:lnTo>
                <a:lnTo>
                  <a:pt x="71137" y="1055249"/>
                </a:lnTo>
                <a:lnTo>
                  <a:pt x="72589" y="1055248"/>
                </a:lnTo>
                <a:lnTo>
                  <a:pt x="74041" y="1055247"/>
                </a:lnTo>
                <a:lnTo>
                  <a:pt x="75493" y="1055247"/>
                </a:lnTo>
                <a:lnTo>
                  <a:pt x="76945" y="1055246"/>
                </a:lnTo>
                <a:lnTo>
                  <a:pt x="78396" y="1055245"/>
                </a:lnTo>
                <a:lnTo>
                  <a:pt x="79848" y="1055243"/>
                </a:lnTo>
                <a:lnTo>
                  <a:pt x="81300" y="1055242"/>
                </a:lnTo>
                <a:lnTo>
                  <a:pt x="82752" y="1055242"/>
                </a:lnTo>
                <a:lnTo>
                  <a:pt x="84203" y="1055241"/>
                </a:lnTo>
                <a:lnTo>
                  <a:pt x="85655" y="1055238"/>
                </a:lnTo>
                <a:lnTo>
                  <a:pt x="87107" y="1055238"/>
                </a:lnTo>
                <a:lnTo>
                  <a:pt x="88559" y="1055237"/>
                </a:lnTo>
                <a:lnTo>
                  <a:pt x="90011" y="1055236"/>
                </a:lnTo>
                <a:lnTo>
                  <a:pt x="91462" y="1055234"/>
                </a:lnTo>
                <a:lnTo>
                  <a:pt x="92914" y="1055232"/>
                </a:lnTo>
                <a:lnTo>
                  <a:pt x="94366" y="1055231"/>
                </a:lnTo>
                <a:lnTo>
                  <a:pt x="95818" y="1055231"/>
                </a:lnTo>
                <a:lnTo>
                  <a:pt x="97269" y="1055229"/>
                </a:lnTo>
                <a:lnTo>
                  <a:pt x="98721" y="1055227"/>
                </a:lnTo>
                <a:lnTo>
                  <a:pt x="100173" y="1055226"/>
                </a:lnTo>
                <a:lnTo>
                  <a:pt x="101625" y="1055225"/>
                </a:lnTo>
                <a:lnTo>
                  <a:pt x="103077" y="1055224"/>
                </a:lnTo>
                <a:lnTo>
                  <a:pt x="104528" y="1055221"/>
                </a:lnTo>
                <a:lnTo>
                  <a:pt x="105980" y="1055220"/>
                </a:lnTo>
                <a:lnTo>
                  <a:pt x="107432" y="1055219"/>
                </a:lnTo>
                <a:lnTo>
                  <a:pt x="108884" y="1055217"/>
                </a:lnTo>
                <a:lnTo>
                  <a:pt x="110336" y="1055215"/>
                </a:lnTo>
                <a:lnTo>
                  <a:pt x="111787" y="1055214"/>
                </a:lnTo>
                <a:lnTo>
                  <a:pt x="113239" y="1055211"/>
                </a:lnTo>
                <a:lnTo>
                  <a:pt x="114691" y="1055210"/>
                </a:lnTo>
                <a:lnTo>
                  <a:pt x="116143" y="1055209"/>
                </a:lnTo>
                <a:lnTo>
                  <a:pt x="117594" y="1055207"/>
                </a:lnTo>
                <a:lnTo>
                  <a:pt x="119046" y="1055205"/>
                </a:lnTo>
                <a:lnTo>
                  <a:pt x="120498" y="1055203"/>
                </a:lnTo>
                <a:lnTo>
                  <a:pt x="121950" y="1055202"/>
                </a:lnTo>
                <a:lnTo>
                  <a:pt x="123402" y="1055201"/>
                </a:lnTo>
                <a:lnTo>
                  <a:pt x="124853" y="1055200"/>
                </a:lnTo>
                <a:lnTo>
                  <a:pt x="126305" y="1055199"/>
                </a:lnTo>
                <a:lnTo>
                  <a:pt x="127757" y="1055199"/>
                </a:lnTo>
                <a:lnTo>
                  <a:pt x="129209" y="1055196"/>
                </a:lnTo>
                <a:lnTo>
                  <a:pt x="130660" y="1055194"/>
                </a:lnTo>
                <a:lnTo>
                  <a:pt x="132112" y="1055192"/>
                </a:lnTo>
                <a:lnTo>
                  <a:pt x="133564" y="1055191"/>
                </a:lnTo>
                <a:lnTo>
                  <a:pt x="135016" y="1055190"/>
                </a:lnTo>
                <a:lnTo>
                  <a:pt x="136468" y="1055188"/>
                </a:lnTo>
                <a:lnTo>
                  <a:pt x="137919" y="1055185"/>
                </a:lnTo>
                <a:lnTo>
                  <a:pt x="139371" y="1055183"/>
                </a:lnTo>
                <a:lnTo>
                  <a:pt x="140823" y="1055181"/>
                </a:lnTo>
                <a:lnTo>
                  <a:pt x="142275" y="1055179"/>
                </a:lnTo>
                <a:lnTo>
                  <a:pt x="143727" y="1055177"/>
                </a:lnTo>
                <a:lnTo>
                  <a:pt x="145178" y="1055175"/>
                </a:lnTo>
                <a:lnTo>
                  <a:pt x="146630" y="1055172"/>
                </a:lnTo>
                <a:lnTo>
                  <a:pt x="148082" y="1055170"/>
                </a:lnTo>
                <a:lnTo>
                  <a:pt x="149534" y="1055168"/>
                </a:lnTo>
                <a:lnTo>
                  <a:pt x="150985" y="1055166"/>
                </a:lnTo>
                <a:lnTo>
                  <a:pt x="152437" y="1055163"/>
                </a:lnTo>
                <a:lnTo>
                  <a:pt x="153889" y="1055161"/>
                </a:lnTo>
                <a:lnTo>
                  <a:pt x="155341" y="1055157"/>
                </a:lnTo>
                <a:lnTo>
                  <a:pt x="156793" y="1055155"/>
                </a:lnTo>
                <a:lnTo>
                  <a:pt x="158244" y="1055150"/>
                </a:lnTo>
                <a:lnTo>
                  <a:pt x="159696" y="1055147"/>
                </a:lnTo>
                <a:lnTo>
                  <a:pt x="161148" y="1055142"/>
                </a:lnTo>
                <a:lnTo>
                  <a:pt x="162600" y="1055137"/>
                </a:lnTo>
                <a:lnTo>
                  <a:pt x="164051" y="1055134"/>
                </a:lnTo>
                <a:lnTo>
                  <a:pt x="165503" y="1055130"/>
                </a:lnTo>
                <a:lnTo>
                  <a:pt x="166955" y="1055126"/>
                </a:lnTo>
                <a:lnTo>
                  <a:pt x="168407" y="1055120"/>
                </a:lnTo>
                <a:lnTo>
                  <a:pt x="169859" y="1055111"/>
                </a:lnTo>
                <a:lnTo>
                  <a:pt x="171310" y="1055101"/>
                </a:lnTo>
                <a:lnTo>
                  <a:pt x="172762" y="1055096"/>
                </a:lnTo>
                <a:lnTo>
                  <a:pt x="174214" y="1055087"/>
                </a:lnTo>
                <a:lnTo>
                  <a:pt x="175666" y="1055077"/>
                </a:lnTo>
                <a:lnTo>
                  <a:pt x="177118" y="1055073"/>
                </a:lnTo>
                <a:lnTo>
                  <a:pt x="178569" y="1055058"/>
                </a:lnTo>
                <a:lnTo>
                  <a:pt x="180021" y="1055049"/>
                </a:lnTo>
                <a:lnTo>
                  <a:pt x="181473" y="1055045"/>
                </a:lnTo>
                <a:lnTo>
                  <a:pt x="182925" y="1055042"/>
                </a:lnTo>
                <a:lnTo>
                  <a:pt x="184376" y="1055039"/>
                </a:lnTo>
                <a:lnTo>
                  <a:pt x="185828" y="1055036"/>
                </a:lnTo>
                <a:lnTo>
                  <a:pt x="187280" y="1055033"/>
                </a:lnTo>
                <a:lnTo>
                  <a:pt x="188732" y="1055030"/>
                </a:lnTo>
                <a:lnTo>
                  <a:pt x="190184" y="1055027"/>
                </a:lnTo>
                <a:lnTo>
                  <a:pt x="191635" y="1055025"/>
                </a:lnTo>
                <a:lnTo>
                  <a:pt x="193087" y="1055022"/>
                </a:lnTo>
                <a:lnTo>
                  <a:pt x="194539" y="1055021"/>
                </a:lnTo>
                <a:lnTo>
                  <a:pt x="195991" y="1055019"/>
                </a:lnTo>
                <a:lnTo>
                  <a:pt x="197443" y="1055017"/>
                </a:lnTo>
                <a:lnTo>
                  <a:pt x="198894" y="1055015"/>
                </a:lnTo>
                <a:lnTo>
                  <a:pt x="200346" y="1055011"/>
                </a:lnTo>
                <a:lnTo>
                  <a:pt x="201798" y="1055009"/>
                </a:lnTo>
                <a:lnTo>
                  <a:pt x="203250" y="1055006"/>
                </a:lnTo>
                <a:lnTo>
                  <a:pt x="204701" y="1055001"/>
                </a:lnTo>
                <a:lnTo>
                  <a:pt x="206153" y="1054998"/>
                </a:lnTo>
                <a:lnTo>
                  <a:pt x="207605" y="1054995"/>
                </a:lnTo>
                <a:lnTo>
                  <a:pt x="209057" y="1054992"/>
                </a:lnTo>
                <a:lnTo>
                  <a:pt x="210509" y="1054989"/>
                </a:lnTo>
                <a:lnTo>
                  <a:pt x="211960" y="1054985"/>
                </a:lnTo>
                <a:lnTo>
                  <a:pt x="213412" y="1054981"/>
                </a:lnTo>
                <a:lnTo>
                  <a:pt x="214864" y="1054976"/>
                </a:lnTo>
                <a:lnTo>
                  <a:pt x="216316" y="1054970"/>
                </a:lnTo>
                <a:lnTo>
                  <a:pt x="217767" y="1054965"/>
                </a:lnTo>
                <a:lnTo>
                  <a:pt x="219219" y="1054962"/>
                </a:lnTo>
                <a:lnTo>
                  <a:pt x="220671" y="1054957"/>
                </a:lnTo>
                <a:lnTo>
                  <a:pt x="222123" y="1054951"/>
                </a:lnTo>
                <a:lnTo>
                  <a:pt x="223575" y="1054948"/>
                </a:lnTo>
                <a:lnTo>
                  <a:pt x="225026" y="1054943"/>
                </a:lnTo>
                <a:lnTo>
                  <a:pt x="226478" y="1054937"/>
                </a:lnTo>
                <a:lnTo>
                  <a:pt x="227930" y="1054930"/>
                </a:lnTo>
                <a:lnTo>
                  <a:pt x="229382" y="1054927"/>
                </a:lnTo>
                <a:lnTo>
                  <a:pt x="230834" y="1054918"/>
                </a:lnTo>
                <a:lnTo>
                  <a:pt x="232285" y="1054912"/>
                </a:lnTo>
                <a:lnTo>
                  <a:pt x="233737" y="1054907"/>
                </a:lnTo>
                <a:lnTo>
                  <a:pt x="235189" y="1054898"/>
                </a:lnTo>
                <a:lnTo>
                  <a:pt x="236641" y="1054890"/>
                </a:lnTo>
                <a:lnTo>
                  <a:pt x="238092" y="1054886"/>
                </a:lnTo>
                <a:lnTo>
                  <a:pt x="239544" y="1054876"/>
                </a:lnTo>
                <a:lnTo>
                  <a:pt x="240996" y="1054869"/>
                </a:lnTo>
                <a:lnTo>
                  <a:pt x="242448" y="1054866"/>
                </a:lnTo>
                <a:lnTo>
                  <a:pt x="243900" y="1054856"/>
                </a:lnTo>
                <a:lnTo>
                  <a:pt x="245351" y="1054848"/>
                </a:lnTo>
                <a:lnTo>
                  <a:pt x="246803" y="1054843"/>
                </a:lnTo>
                <a:lnTo>
                  <a:pt x="248255" y="1054831"/>
                </a:lnTo>
                <a:lnTo>
                  <a:pt x="249707" y="1054819"/>
                </a:lnTo>
                <a:lnTo>
                  <a:pt x="251158" y="1054808"/>
                </a:lnTo>
                <a:lnTo>
                  <a:pt x="252610" y="1054794"/>
                </a:lnTo>
                <a:lnTo>
                  <a:pt x="254062" y="1054786"/>
                </a:lnTo>
                <a:lnTo>
                  <a:pt x="255514" y="1054767"/>
                </a:lnTo>
                <a:lnTo>
                  <a:pt x="256966" y="1054755"/>
                </a:lnTo>
                <a:lnTo>
                  <a:pt x="258417" y="1054740"/>
                </a:lnTo>
                <a:lnTo>
                  <a:pt x="259869" y="1054728"/>
                </a:lnTo>
                <a:lnTo>
                  <a:pt x="261321" y="1054714"/>
                </a:lnTo>
                <a:lnTo>
                  <a:pt x="262773" y="1054708"/>
                </a:lnTo>
                <a:lnTo>
                  <a:pt x="264225" y="1054692"/>
                </a:lnTo>
                <a:lnTo>
                  <a:pt x="265676" y="1054683"/>
                </a:lnTo>
                <a:lnTo>
                  <a:pt x="267128" y="1054663"/>
                </a:lnTo>
                <a:lnTo>
                  <a:pt x="268580" y="1054656"/>
                </a:lnTo>
                <a:lnTo>
                  <a:pt x="270032" y="1054635"/>
                </a:lnTo>
                <a:lnTo>
                  <a:pt x="271483" y="1054627"/>
                </a:lnTo>
                <a:lnTo>
                  <a:pt x="272935" y="1054607"/>
                </a:lnTo>
                <a:lnTo>
                  <a:pt x="274387" y="1054597"/>
                </a:lnTo>
                <a:lnTo>
                  <a:pt x="275839" y="1054578"/>
                </a:lnTo>
                <a:lnTo>
                  <a:pt x="277291" y="1054559"/>
                </a:lnTo>
                <a:lnTo>
                  <a:pt x="278742" y="1054540"/>
                </a:lnTo>
                <a:lnTo>
                  <a:pt x="280194" y="1054512"/>
                </a:lnTo>
                <a:lnTo>
                  <a:pt x="281646" y="1054491"/>
                </a:lnTo>
                <a:lnTo>
                  <a:pt x="283098" y="1054470"/>
                </a:lnTo>
                <a:lnTo>
                  <a:pt x="284549" y="1054455"/>
                </a:lnTo>
                <a:lnTo>
                  <a:pt x="286001" y="1054437"/>
                </a:lnTo>
                <a:lnTo>
                  <a:pt x="287453" y="1054409"/>
                </a:lnTo>
                <a:lnTo>
                  <a:pt x="288905" y="1054376"/>
                </a:lnTo>
                <a:lnTo>
                  <a:pt x="290357" y="1054328"/>
                </a:lnTo>
                <a:lnTo>
                  <a:pt x="291808" y="1054299"/>
                </a:lnTo>
                <a:lnTo>
                  <a:pt x="293260" y="1054264"/>
                </a:lnTo>
                <a:lnTo>
                  <a:pt x="294712" y="1054233"/>
                </a:lnTo>
                <a:lnTo>
                  <a:pt x="296164" y="1054195"/>
                </a:lnTo>
                <a:lnTo>
                  <a:pt x="297616" y="1054169"/>
                </a:lnTo>
                <a:lnTo>
                  <a:pt x="299067" y="1054138"/>
                </a:lnTo>
                <a:lnTo>
                  <a:pt x="300519" y="1054119"/>
                </a:lnTo>
                <a:lnTo>
                  <a:pt x="301971" y="1054068"/>
                </a:lnTo>
                <a:lnTo>
                  <a:pt x="303423" y="1054062"/>
                </a:lnTo>
                <a:lnTo>
                  <a:pt x="304874" y="1053970"/>
                </a:lnTo>
                <a:lnTo>
                  <a:pt x="306326" y="1053916"/>
                </a:lnTo>
                <a:lnTo>
                  <a:pt x="307778" y="1053822"/>
                </a:lnTo>
                <a:lnTo>
                  <a:pt x="309230" y="1053756"/>
                </a:lnTo>
                <a:lnTo>
                  <a:pt x="310682" y="1053636"/>
                </a:lnTo>
                <a:lnTo>
                  <a:pt x="312133" y="1053520"/>
                </a:lnTo>
                <a:lnTo>
                  <a:pt x="313585" y="1053382"/>
                </a:lnTo>
                <a:lnTo>
                  <a:pt x="315037" y="1053259"/>
                </a:lnTo>
                <a:lnTo>
                  <a:pt x="316489" y="1053141"/>
                </a:lnTo>
                <a:lnTo>
                  <a:pt x="317940" y="1052974"/>
                </a:lnTo>
                <a:lnTo>
                  <a:pt x="319392" y="1052850"/>
                </a:lnTo>
                <a:lnTo>
                  <a:pt x="320844" y="1052673"/>
                </a:lnTo>
                <a:lnTo>
                  <a:pt x="322296" y="1052516"/>
                </a:lnTo>
                <a:lnTo>
                  <a:pt x="323748" y="1052269"/>
                </a:lnTo>
                <a:lnTo>
                  <a:pt x="325199" y="1052091"/>
                </a:lnTo>
                <a:lnTo>
                  <a:pt x="326651" y="1051873"/>
                </a:lnTo>
                <a:lnTo>
                  <a:pt x="328103" y="1051641"/>
                </a:lnTo>
                <a:lnTo>
                  <a:pt x="329555" y="1051408"/>
                </a:lnTo>
                <a:lnTo>
                  <a:pt x="331007" y="1051173"/>
                </a:lnTo>
                <a:lnTo>
                  <a:pt x="332458" y="1051010"/>
                </a:lnTo>
                <a:lnTo>
                  <a:pt x="333910" y="1050612"/>
                </a:lnTo>
                <a:lnTo>
                  <a:pt x="335362" y="1050267"/>
                </a:lnTo>
                <a:lnTo>
                  <a:pt x="336814" y="1049976"/>
                </a:lnTo>
                <a:lnTo>
                  <a:pt x="338265" y="1049730"/>
                </a:lnTo>
                <a:lnTo>
                  <a:pt x="339717" y="1049442"/>
                </a:lnTo>
                <a:lnTo>
                  <a:pt x="341169" y="1048938"/>
                </a:lnTo>
                <a:lnTo>
                  <a:pt x="342621" y="1048528"/>
                </a:lnTo>
                <a:lnTo>
                  <a:pt x="344073" y="1047862"/>
                </a:lnTo>
                <a:lnTo>
                  <a:pt x="345524" y="1047631"/>
                </a:lnTo>
                <a:lnTo>
                  <a:pt x="346976" y="1047328"/>
                </a:lnTo>
                <a:lnTo>
                  <a:pt x="348428" y="1046992"/>
                </a:lnTo>
                <a:lnTo>
                  <a:pt x="349880" y="1046565"/>
                </a:lnTo>
                <a:lnTo>
                  <a:pt x="351332" y="1045847"/>
                </a:lnTo>
                <a:lnTo>
                  <a:pt x="352783" y="1045193"/>
                </a:lnTo>
                <a:lnTo>
                  <a:pt x="354235" y="1044668"/>
                </a:lnTo>
                <a:lnTo>
                  <a:pt x="355687" y="1044026"/>
                </a:lnTo>
                <a:lnTo>
                  <a:pt x="357139" y="1043489"/>
                </a:lnTo>
                <a:lnTo>
                  <a:pt x="358590" y="1043153"/>
                </a:lnTo>
                <a:lnTo>
                  <a:pt x="360042" y="1042712"/>
                </a:lnTo>
                <a:lnTo>
                  <a:pt x="361494" y="1041930"/>
                </a:lnTo>
                <a:lnTo>
                  <a:pt x="362946" y="1041189"/>
                </a:lnTo>
                <a:lnTo>
                  <a:pt x="364398" y="1040647"/>
                </a:lnTo>
                <a:lnTo>
                  <a:pt x="365849" y="1040177"/>
                </a:lnTo>
                <a:lnTo>
                  <a:pt x="367301" y="1039366"/>
                </a:lnTo>
                <a:lnTo>
                  <a:pt x="368753" y="1038520"/>
                </a:lnTo>
                <a:lnTo>
                  <a:pt x="370205" y="1037290"/>
                </a:lnTo>
                <a:lnTo>
                  <a:pt x="371656" y="1036766"/>
                </a:lnTo>
                <a:lnTo>
                  <a:pt x="373108" y="1036139"/>
                </a:lnTo>
                <a:lnTo>
                  <a:pt x="374560" y="1035612"/>
                </a:lnTo>
                <a:lnTo>
                  <a:pt x="376012" y="1034734"/>
                </a:lnTo>
                <a:lnTo>
                  <a:pt x="377464" y="1034207"/>
                </a:lnTo>
                <a:lnTo>
                  <a:pt x="378915" y="1031985"/>
                </a:lnTo>
                <a:lnTo>
                  <a:pt x="380367" y="1030554"/>
                </a:lnTo>
                <a:lnTo>
                  <a:pt x="381819" y="1029200"/>
                </a:lnTo>
                <a:lnTo>
                  <a:pt x="383271" y="1028178"/>
                </a:lnTo>
                <a:lnTo>
                  <a:pt x="384723" y="1026843"/>
                </a:lnTo>
                <a:lnTo>
                  <a:pt x="386174" y="1025496"/>
                </a:lnTo>
                <a:lnTo>
                  <a:pt x="387626" y="1024243"/>
                </a:lnTo>
                <a:lnTo>
                  <a:pt x="389078" y="1022827"/>
                </a:lnTo>
                <a:lnTo>
                  <a:pt x="390530" y="1019960"/>
                </a:lnTo>
                <a:lnTo>
                  <a:pt x="391981" y="1018213"/>
                </a:lnTo>
                <a:lnTo>
                  <a:pt x="393433" y="1016256"/>
                </a:lnTo>
                <a:lnTo>
                  <a:pt x="394885" y="1014799"/>
                </a:lnTo>
                <a:lnTo>
                  <a:pt x="396337" y="1012813"/>
                </a:lnTo>
                <a:lnTo>
                  <a:pt x="397789" y="1009448"/>
                </a:lnTo>
                <a:lnTo>
                  <a:pt x="399240" y="1007796"/>
                </a:lnTo>
                <a:lnTo>
                  <a:pt x="400692" y="1005267"/>
                </a:lnTo>
                <a:lnTo>
                  <a:pt x="402144" y="1002494"/>
                </a:lnTo>
                <a:lnTo>
                  <a:pt x="403596" y="1000473"/>
                </a:lnTo>
                <a:lnTo>
                  <a:pt x="405047" y="998549"/>
                </a:lnTo>
                <a:lnTo>
                  <a:pt x="406499" y="996630"/>
                </a:lnTo>
                <a:lnTo>
                  <a:pt x="407951" y="995426"/>
                </a:lnTo>
                <a:lnTo>
                  <a:pt x="409403" y="992290"/>
                </a:lnTo>
                <a:lnTo>
                  <a:pt x="410855" y="991624"/>
                </a:lnTo>
                <a:lnTo>
                  <a:pt x="412306" y="989421"/>
                </a:lnTo>
                <a:lnTo>
                  <a:pt x="413758" y="987271"/>
                </a:lnTo>
                <a:lnTo>
                  <a:pt x="415210" y="984884"/>
                </a:lnTo>
                <a:lnTo>
                  <a:pt x="416662" y="983479"/>
                </a:lnTo>
                <a:lnTo>
                  <a:pt x="418114" y="979928"/>
                </a:lnTo>
                <a:lnTo>
                  <a:pt x="419565" y="975977"/>
                </a:lnTo>
                <a:lnTo>
                  <a:pt x="421017" y="973601"/>
                </a:lnTo>
                <a:lnTo>
                  <a:pt x="422469" y="970624"/>
                </a:lnTo>
                <a:lnTo>
                  <a:pt x="423921" y="964523"/>
                </a:lnTo>
                <a:lnTo>
                  <a:pt x="425372" y="960601"/>
                </a:lnTo>
                <a:lnTo>
                  <a:pt x="426824" y="957375"/>
                </a:lnTo>
                <a:lnTo>
                  <a:pt x="428276" y="953876"/>
                </a:lnTo>
                <a:lnTo>
                  <a:pt x="429728" y="948657"/>
                </a:lnTo>
                <a:lnTo>
                  <a:pt x="431180" y="944039"/>
                </a:lnTo>
                <a:lnTo>
                  <a:pt x="432631" y="940211"/>
                </a:lnTo>
                <a:lnTo>
                  <a:pt x="434083" y="933504"/>
                </a:lnTo>
                <a:lnTo>
                  <a:pt x="435535" y="930665"/>
                </a:lnTo>
                <a:lnTo>
                  <a:pt x="436987" y="923594"/>
                </a:lnTo>
                <a:lnTo>
                  <a:pt x="438438" y="916401"/>
                </a:lnTo>
                <a:lnTo>
                  <a:pt x="439890" y="912240"/>
                </a:lnTo>
                <a:lnTo>
                  <a:pt x="441342" y="906065"/>
                </a:lnTo>
                <a:lnTo>
                  <a:pt x="442794" y="900710"/>
                </a:lnTo>
                <a:lnTo>
                  <a:pt x="444246" y="895619"/>
                </a:lnTo>
                <a:lnTo>
                  <a:pt x="445697" y="890632"/>
                </a:lnTo>
                <a:lnTo>
                  <a:pt x="447149" y="881099"/>
                </a:lnTo>
                <a:lnTo>
                  <a:pt x="448601" y="874296"/>
                </a:lnTo>
                <a:lnTo>
                  <a:pt x="450053" y="866115"/>
                </a:lnTo>
                <a:lnTo>
                  <a:pt x="451505" y="859211"/>
                </a:lnTo>
                <a:lnTo>
                  <a:pt x="452956" y="851390"/>
                </a:lnTo>
                <a:lnTo>
                  <a:pt x="454408" y="849522"/>
                </a:lnTo>
                <a:lnTo>
                  <a:pt x="455860" y="840246"/>
                </a:lnTo>
                <a:lnTo>
                  <a:pt x="457312" y="839079"/>
                </a:lnTo>
                <a:lnTo>
                  <a:pt x="458763" y="829932"/>
                </a:lnTo>
                <a:lnTo>
                  <a:pt x="460215" y="819250"/>
                </a:lnTo>
                <a:lnTo>
                  <a:pt x="461667" y="807737"/>
                </a:lnTo>
                <a:lnTo>
                  <a:pt x="463119" y="793350"/>
                </a:lnTo>
                <a:lnTo>
                  <a:pt x="464571" y="787422"/>
                </a:lnTo>
                <a:lnTo>
                  <a:pt x="466022" y="775724"/>
                </a:lnTo>
                <a:lnTo>
                  <a:pt x="467474" y="774971"/>
                </a:lnTo>
                <a:lnTo>
                  <a:pt x="468926" y="757685"/>
                </a:lnTo>
                <a:lnTo>
                  <a:pt x="470378" y="742801"/>
                </a:lnTo>
                <a:lnTo>
                  <a:pt x="471830" y="721750"/>
                </a:lnTo>
                <a:lnTo>
                  <a:pt x="473281" y="700332"/>
                </a:lnTo>
                <a:lnTo>
                  <a:pt x="474733" y="684248"/>
                </a:lnTo>
                <a:lnTo>
                  <a:pt x="476185" y="657059"/>
                </a:lnTo>
                <a:lnTo>
                  <a:pt x="477637" y="619599"/>
                </a:lnTo>
                <a:lnTo>
                  <a:pt x="479088" y="597909"/>
                </a:lnTo>
                <a:lnTo>
                  <a:pt x="480540" y="573658"/>
                </a:lnTo>
                <a:lnTo>
                  <a:pt x="481992" y="530570"/>
                </a:lnTo>
                <a:lnTo>
                  <a:pt x="483444" y="503124"/>
                </a:lnTo>
                <a:lnTo>
                  <a:pt x="484896" y="472577"/>
                </a:lnTo>
                <a:lnTo>
                  <a:pt x="486347" y="445478"/>
                </a:lnTo>
                <a:lnTo>
                  <a:pt x="487799" y="411927"/>
                </a:lnTo>
                <a:lnTo>
                  <a:pt x="489251" y="369861"/>
                </a:lnTo>
                <a:lnTo>
                  <a:pt x="490703" y="298157"/>
                </a:lnTo>
                <a:lnTo>
                  <a:pt x="492154" y="246017"/>
                </a:lnTo>
                <a:lnTo>
                  <a:pt x="493606" y="238711"/>
                </a:lnTo>
                <a:lnTo>
                  <a:pt x="495058" y="281096"/>
                </a:lnTo>
                <a:lnTo>
                  <a:pt x="496510" y="339053"/>
                </a:lnTo>
                <a:lnTo>
                  <a:pt x="497962" y="388339"/>
                </a:lnTo>
                <a:lnTo>
                  <a:pt x="499413" y="428912"/>
                </a:lnTo>
                <a:lnTo>
                  <a:pt x="500865" y="441300"/>
                </a:lnTo>
                <a:lnTo>
                  <a:pt x="502317" y="441302"/>
                </a:lnTo>
                <a:lnTo>
                  <a:pt x="503769" y="441305"/>
                </a:lnTo>
                <a:lnTo>
                  <a:pt x="505221" y="441311"/>
                </a:lnTo>
                <a:lnTo>
                  <a:pt x="506672" y="441320"/>
                </a:lnTo>
                <a:lnTo>
                  <a:pt x="508124" y="441331"/>
                </a:lnTo>
                <a:lnTo>
                  <a:pt x="509576" y="441344"/>
                </a:lnTo>
                <a:lnTo>
                  <a:pt x="511028" y="441360"/>
                </a:lnTo>
                <a:lnTo>
                  <a:pt x="512479" y="441378"/>
                </a:lnTo>
                <a:lnTo>
                  <a:pt x="513931" y="441399"/>
                </a:lnTo>
                <a:lnTo>
                  <a:pt x="515383" y="441422"/>
                </a:lnTo>
                <a:lnTo>
                  <a:pt x="516835" y="441447"/>
                </a:lnTo>
                <a:lnTo>
                  <a:pt x="518287" y="441475"/>
                </a:lnTo>
                <a:lnTo>
                  <a:pt x="519738" y="441506"/>
                </a:lnTo>
                <a:lnTo>
                  <a:pt x="521190" y="441538"/>
                </a:lnTo>
                <a:lnTo>
                  <a:pt x="522642" y="441573"/>
                </a:lnTo>
                <a:lnTo>
                  <a:pt x="524094" y="441611"/>
                </a:lnTo>
                <a:lnTo>
                  <a:pt x="525545" y="441651"/>
                </a:lnTo>
                <a:lnTo>
                  <a:pt x="526997" y="441694"/>
                </a:lnTo>
                <a:lnTo>
                  <a:pt x="528449" y="441739"/>
                </a:lnTo>
                <a:lnTo>
                  <a:pt x="529901" y="441786"/>
                </a:lnTo>
                <a:lnTo>
                  <a:pt x="531353" y="441836"/>
                </a:lnTo>
                <a:lnTo>
                  <a:pt x="532804" y="441888"/>
                </a:lnTo>
                <a:lnTo>
                  <a:pt x="534256" y="441942"/>
                </a:lnTo>
                <a:lnTo>
                  <a:pt x="535708" y="441999"/>
                </a:lnTo>
                <a:lnTo>
                  <a:pt x="537160" y="442059"/>
                </a:lnTo>
                <a:lnTo>
                  <a:pt x="538612" y="442121"/>
                </a:lnTo>
                <a:lnTo>
                  <a:pt x="540063" y="442185"/>
                </a:lnTo>
                <a:lnTo>
                  <a:pt x="541515" y="442252"/>
                </a:lnTo>
                <a:lnTo>
                  <a:pt x="542967" y="442321"/>
                </a:lnTo>
                <a:lnTo>
                  <a:pt x="544419" y="442393"/>
                </a:lnTo>
                <a:lnTo>
                  <a:pt x="545870" y="442467"/>
                </a:lnTo>
                <a:lnTo>
                  <a:pt x="547322" y="442543"/>
                </a:lnTo>
                <a:lnTo>
                  <a:pt x="548774" y="442622"/>
                </a:lnTo>
                <a:lnTo>
                  <a:pt x="550226" y="442703"/>
                </a:lnTo>
                <a:lnTo>
                  <a:pt x="551678" y="442787"/>
                </a:lnTo>
                <a:lnTo>
                  <a:pt x="553129" y="442873"/>
                </a:lnTo>
                <a:lnTo>
                  <a:pt x="554581" y="442962"/>
                </a:lnTo>
                <a:lnTo>
                  <a:pt x="556033" y="443053"/>
                </a:lnTo>
                <a:lnTo>
                  <a:pt x="557485" y="443146"/>
                </a:lnTo>
                <a:lnTo>
                  <a:pt x="558936" y="443242"/>
                </a:lnTo>
                <a:lnTo>
                  <a:pt x="560388" y="443340"/>
                </a:lnTo>
                <a:lnTo>
                  <a:pt x="561840" y="443441"/>
                </a:lnTo>
                <a:lnTo>
                  <a:pt x="563292" y="443544"/>
                </a:lnTo>
                <a:lnTo>
                  <a:pt x="564744" y="443650"/>
                </a:lnTo>
                <a:lnTo>
                  <a:pt x="566195" y="443758"/>
                </a:lnTo>
                <a:lnTo>
                  <a:pt x="567647" y="443868"/>
                </a:lnTo>
                <a:lnTo>
                  <a:pt x="569099" y="443981"/>
                </a:lnTo>
                <a:lnTo>
                  <a:pt x="570551" y="444096"/>
                </a:lnTo>
                <a:lnTo>
                  <a:pt x="572003" y="444214"/>
                </a:lnTo>
                <a:lnTo>
                  <a:pt x="573454" y="444334"/>
                </a:lnTo>
                <a:lnTo>
                  <a:pt x="574906" y="444457"/>
                </a:lnTo>
                <a:lnTo>
                  <a:pt x="576358" y="444582"/>
                </a:lnTo>
                <a:lnTo>
                  <a:pt x="577810" y="444709"/>
                </a:lnTo>
                <a:lnTo>
                  <a:pt x="579261" y="444839"/>
                </a:lnTo>
                <a:lnTo>
                  <a:pt x="580713" y="444971"/>
                </a:lnTo>
                <a:lnTo>
                  <a:pt x="582165" y="445106"/>
                </a:lnTo>
                <a:lnTo>
                  <a:pt x="583617" y="660586"/>
                </a:lnTo>
                <a:lnTo>
                  <a:pt x="585069" y="445104"/>
                </a:lnTo>
                <a:lnTo>
                  <a:pt x="586520" y="444968"/>
                </a:lnTo>
                <a:lnTo>
                  <a:pt x="587972" y="444834"/>
                </a:lnTo>
                <a:lnTo>
                  <a:pt x="589424" y="444703"/>
                </a:lnTo>
                <a:lnTo>
                  <a:pt x="590876" y="444574"/>
                </a:lnTo>
                <a:lnTo>
                  <a:pt x="592328" y="444448"/>
                </a:lnTo>
                <a:lnTo>
                  <a:pt x="593779" y="444324"/>
                </a:lnTo>
                <a:lnTo>
                  <a:pt x="595231" y="444202"/>
                </a:lnTo>
                <a:lnTo>
                  <a:pt x="596683" y="444083"/>
                </a:lnTo>
                <a:lnTo>
                  <a:pt x="598135" y="443966"/>
                </a:lnTo>
                <a:lnTo>
                  <a:pt x="599586" y="443852"/>
                </a:lnTo>
                <a:lnTo>
                  <a:pt x="601038" y="443741"/>
                </a:lnTo>
                <a:lnTo>
                  <a:pt x="602490" y="443631"/>
                </a:lnTo>
                <a:lnTo>
                  <a:pt x="603942" y="443525"/>
                </a:lnTo>
                <a:lnTo>
                  <a:pt x="605394" y="443420"/>
                </a:lnTo>
                <a:lnTo>
                  <a:pt x="606845" y="443318"/>
                </a:lnTo>
                <a:lnTo>
                  <a:pt x="608297" y="443219"/>
                </a:lnTo>
                <a:lnTo>
                  <a:pt x="609749" y="443122"/>
                </a:lnTo>
                <a:lnTo>
                  <a:pt x="611201" y="443027"/>
                </a:lnTo>
                <a:lnTo>
                  <a:pt x="612652" y="442935"/>
                </a:lnTo>
                <a:lnTo>
                  <a:pt x="614104" y="442846"/>
                </a:lnTo>
                <a:lnTo>
                  <a:pt x="615556" y="442759"/>
                </a:lnTo>
                <a:lnTo>
                  <a:pt x="617008" y="442674"/>
                </a:lnTo>
                <a:lnTo>
                  <a:pt x="618460" y="442592"/>
                </a:lnTo>
                <a:lnTo>
                  <a:pt x="619911" y="442512"/>
                </a:lnTo>
                <a:lnTo>
                  <a:pt x="621363" y="442434"/>
                </a:lnTo>
                <a:lnTo>
                  <a:pt x="622815" y="442360"/>
                </a:lnTo>
                <a:lnTo>
                  <a:pt x="624267" y="442287"/>
                </a:lnTo>
                <a:lnTo>
                  <a:pt x="625719" y="442217"/>
                </a:lnTo>
                <a:lnTo>
                  <a:pt x="627170" y="442150"/>
                </a:lnTo>
                <a:lnTo>
                  <a:pt x="628622" y="442085"/>
                </a:lnTo>
                <a:lnTo>
                  <a:pt x="630074" y="442022"/>
                </a:lnTo>
                <a:lnTo>
                  <a:pt x="631526" y="441962"/>
                </a:lnTo>
                <a:lnTo>
                  <a:pt x="632977" y="441904"/>
                </a:lnTo>
                <a:lnTo>
                  <a:pt x="634429" y="441849"/>
                </a:lnTo>
                <a:lnTo>
                  <a:pt x="635881" y="441796"/>
                </a:lnTo>
                <a:lnTo>
                  <a:pt x="637333" y="441746"/>
                </a:lnTo>
                <a:lnTo>
                  <a:pt x="638785" y="441698"/>
                </a:lnTo>
                <a:lnTo>
                  <a:pt x="640236" y="441652"/>
                </a:lnTo>
                <a:lnTo>
                  <a:pt x="641688" y="441610"/>
                </a:lnTo>
                <a:lnTo>
                  <a:pt x="643140" y="441569"/>
                </a:lnTo>
                <a:lnTo>
                  <a:pt x="644592" y="441531"/>
                </a:lnTo>
                <a:lnTo>
                  <a:pt x="646043" y="441495"/>
                </a:lnTo>
                <a:lnTo>
                  <a:pt x="647495" y="441462"/>
                </a:lnTo>
                <a:lnTo>
                  <a:pt x="648947" y="441432"/>
                </a:lnTo>
                <a:lnTo>
                  <a:pt x="650399" y="441403"/>
                </a:lnTo>
                <a:lnTo>
                  <a:pt x="651851" y="441377"/>
                </a:lnTo>
                <a:lnTo>
                  <a:pt x="653302" y="441354"/>
                </a:lnTo>
                <a:lnTo>
                  <a:pt x="654754" y="441333"/>
                </a:lnTo>
                <a:lnTo>
                  <a:pt x="656206" y="441315"/>
                </a:lnTo>
                <a:lnTo>
                  <a:pt x="657658" y="441299"/>
                </a:lnTo>
                <a:lnTo>
                  <a:pt x="659110" y="441285"/>
                </a:lnTo>
                <a:lnTo>
                  <a:pt x="660561" y="441274"/>
                </a:lnTo>
                <a:lnTo>
                  <a:pt x="662013" y="441266"/>
                </a:lnTo>
                <a:lnTo>
                  <a:pt x="663465" y="441260"/>
                </a:lnTo>
                <a:lnTo>
                  <a:pt x="664917" y="441256"/>
                </a:lnTo>
                <a:lnTo>
                  <a:pt x="666368" y="441255"/>
                </a:lnTo>
                <a:lnTo>
                  <a:pt x="667820" y="445478"/>
                </a:lnTo>
                <a:lnTo>
                  <a:pt x="669272" y="774971"/>
                </a:lnTo>
                <a:lnTo>
                  <a:pt x="670724" y="775724"/>
                </a:lnTo>
                <a:lnTo>
                  <a:pt x="672176" y="840246"/>
                </a:lnTo>
                <a:lnTo>
                  <a:pt x="673627" y="937742"/>
                </a:lnTo>
                <a:lnTo>
                  <a:pt x="675079" y="990449"/>
                </a:lnTo>
                <a:lnTo>
                  <a:pt x="676531" y="990449"/>
                </a:lnTo>
                <a:lnTo>
                  <a:pt x="677983" y="990449"/>
                </a:lnTo>
                <a:lnTo>
                  <a:pt x="679434" y="990449"/>
                </a:lnTo>
                <a:lnTo>
                  <a:pt x="680886" y="990449"/>
                </a:lnTo>
                <a:lnTo>
                  <a:pt x="682338" y="990449"/>
                </a:lnTo>
                <a:lnTo>
                  <a:pt x="683790" y="990449"/>
                </a:lnTo>
                <a:lnTo>
                  <a:pt x="685242" y="990449"/>
                </a:lnTo>
                <a:lnTo>
                  <a:pt x="686693" y="990249"/>
                </a:lnTo>
                <a:lnTo>
                  <a:pt x="688145" y="990209"/>
                </a:lnTo>
                <a:lnTo>
                  <a:pt x="689597" y="990200"/>
                </a:lnTo>
                <a:lnTo>
                  <a:pt x="691049" y="989971"/>
                </a:lnTo>
                <a:lnTo>
                  <a:pt x="692501" y="989841"/>
                </a:lnTo>
                <a:lnTo>
                  <a:pt x="693952" y="989421"/>
                </a:lnTo>
                <a:lnTo>
                  <a:pt x="695404" y="989421"/>
                </a:lnTo>
                <a:lnTo>
                  <a:pt x="696856" y="989191"/>
                </a:lnTo>
                <a:lnTo>
                  <a:pt x="698308" y="988594"/>
                </a:lnTo>
                <a:lnTo>
                  <a:pt x="699759" y="988563"/>
                </a:lnTo>
                <a:lnTo>
                  <a:pt x="701211" y="987901"/>
                </a:lnTo>
                <a:lnTo>
                  <a:pt x="702663" y="987530"/>
                </a:lnTo>
                <a:lnTo>
                  <a:pt x="704115" y="987271"/>
                </a:lnTo>
                <a:lnTo>
                  <a:pt x="705567" y="987038"/>
                </a:lnTo>
                <a:lnTo>
                  <a:pt x="707018" y="986379"/>
                </a:lnTo>
                <a:lnTo>
                  <a:pt x="708470" y="986041"/>
                </a:lnTo>
                <a:lnTo>
                  <a:pt x="709922" y="985780"/>
                </a:lnTo>
                <a:lnTo>
                  <a:pt x="711374" y="985604"/>
                </a:lnTo>
                <a:lnTo>
                  <a:pt x="712826" y="985561"/>
                </a:lnTo>
                <a:lnTo>
                  <a:pt x="714277" y="984977"/>
                </a:lnTo>
                <a:lnTo>
                  <a:pt x="715729" y="984884"/>
                </a:lnTo>
                <a:lnTo>
                  <a:pt x="717181" y="984787"/>
                </a:lnTo>
                <a:lnTo>
                  <a:pt x="718633" y="984781"/>
                </a:lnTo>
                <a:lnTo>
                  <a:pt x="720084" y="984383"/>
                </a:lnTo>
                <a:lnTo>
                  <a:pt x="721536" y="984364"/>
                </a:lnTo>
                <a:lnTo>
                  <a:pt x="722988" y="984348"/>
                </a:lnTo>
                <a:lnTo>
                  <a:pt x="724440" y="984301"/>
                </a:lnTo>
                <a:lnTo>
                  <a:pt x="725892" y="984159"/>
                </a:lnTo>
                <a:lnTo>
                  <a:pt x="727343" y="983479"/>
                </a:lnTo>
                <a:lnTo>
                  <a:pt x="728795" y="983275"/>
                </a:lnTo>
                <a:lnTo>
                  <a:pt x="730247" y="982936"/>
                </a:lnTo>
                <a:lnTo>
                  <a:pt x="731699" y="982118"/>
                </a:lnTo>
                <a:lnTo>
                  <a:pt x="733150" y="981019"/>
                </a:lnTo>
                <a:lnTo>
                  <a:pt x="734602" y="980773"/>
                </a:lnTo>
                <a:lnTo>
                  <a:pt x="736054" y="980201"/>
                </a:lnTo>
                <a:lnTo>
                  <a:pt x="737506" y="979928"/>
                </a:lnTo>
                <a:lnTo>
                  <a:pt x="738958" y="979899"/>
                </a:lnTo>
                <a:lnTo>
                  <a:pt x="740409" y="979671"/>
                </a:lnTo>
                <a:lnTo>
                  <a:pt x="741861" y="979652"/>
                </a:lnTo>
                <a:lnTo>
                  <a:pt x="743313" y="979370"/>
                </a:lnTo>
                <a:lnTo>
                  <a:pt x="744765" y="978870"/>
                </a:lnTo>
                <a:lnTo>
                  <a:pt x="746217" y="978296"/>
                </a:lnTo>
                <a:lnTo>
                  <a:pt x="747668" y="977289"/>
                </a:lnTo>
                <a:lnTo>
                  <a:pt x="749120" y="975977"/>
                </a:lnTo>
                <a:lnTo>
                  <a:pt x="750572" y="975588"/>
                </a:lnTo>
                <a:lnTo>
                  <a:pt x="752024" y="975425"/>
                </a:lnTo>
                <a:lnTo>
                  <a:pt x="753475" y="975172"/>
                </a:lnTo>
                <a:lnTo>
                  <a:pt x="754927" y="974516"/>
                </a:lnTo>
                <a:lnTo>
                  <a:pt x="756379" y="974460"/>
                </a:lnTo>
                <a:lnTo>
                  <a:pt x="757831" y="974258"/>
                </a:lnTo>
                <a:lnTo>
                  <a:pt x="759283" y="973678"/>
                </a:lnTo>
                <a:lnTo>
                  <a:pt x="760734" y="973601"/>
                </a:lnTo>
                <a:lnTo>
                  <a:pt x="762186" y="973513"/>
                </a:lnTo>
                <a:lnTo>
                  <a:pt x="763638" y="972245"/>
                </a:lnTo>
                <a:lnTo>
                  <a:pt x="765090" y="971506"/>
                </a:lnTo>
                <a:lnTo>
                  <a:pt x="766541" y="971206"/>
                </a:lnTo>
                <a:lnTo>
                  <a:pt x="767993" y="970968"/>
                </a:lnTo>
                <a:lnTo>
                  <a:pt x="769445" y="970870"/>
                </a:lnTo>
                <a:lnTo>
                  <a:pt x="770897" y="970624"/>
                </a:lnTo>
                <a:lnTo>
                  <a:pt x="772349" y="970564"/>
                </a:lnTo>
                <a:lnTo>
                  <a:pt x="773800" y="970484"/>
                </a:lnTo>
                <a:lnTo>
                  <a:pt x="775252" y="969510"/>
                </a:lnTo>
                <a:lnTo>
                  <a:pt x="776704" y="966835"/>
                </a:lnTo>
                <a:lnTo>
                  <a:pt x="778156" y="966750"/>
                </a:lnTo>
                <a:lnTo>
                  <a:pt x="779608" y="966505"/>
                </a:lnTo>
                <a:lnTo>
                  <a:pt x="781059" y="965863"/>
                </a:lnTo>
                <a:lnTo>
                  <a:pt x="782511" y="964523"/>
                </a:lnTo>
                <a:lnTo>
                  <a:pt x="783963" y="964299"/>
                </a:lnTo>
                <a:lnTo>
                  <a:pt x="785415" y="963898"/>
                </a:lnTo>
                <a:lnTo>
                  <a:pt x="786866" y="962817"/>
                </a:lnTo>
                <a:lnTo>
                  <a:pt x="788318" y="962533"/>
                </a:lnTo>
                <a:lnTo>
                  <a:pt x="789770" y="962415"/>
                </a:lnTo>
                <a:lnTo>
                  <a:pt x="791222" y="961944"/>
                </a:lnTo>
                <a:lnTo>
                  <a:pt x="792674" y="961873"/>
                </a:lnTo>
                <a:lnTo>
                  <a:pt x="794125" y="960601"/>
                </a:lnTo>
                <a:lnTo>
                  <a:pt x="795577" y="960562"/>
                </a:lnTo>
                <a:lnTo>
                  <a:pt x="797029" y="960502"/>
                </a:lnTo>
                <a:lnTo>
                  <a:pt x="798481" y="960062"/>
                </a:lnTo>
                <a:lnTo>
                  <a:pt x="799932" y="957833"/>
                </a:lnTo>
                <a:lnTo>
                  <a:pt x="801384" y="957783"/>
                </a:lnTo>
                <a:lnTo>
                  <a:pt x="802836" y="957649"/>
                </a:lnTo>
                <a:lnTo>
                  <a:pt x="804288" y="957487"/>
                </a:lnTo>
                <a:lnTo>
                  <a:pt x="805740" y="956693"/>
                </a:lnTo>
                <a:lnTo>
                  <a:pt x="807191" y="956171"/>
                </a:lnTo>
                <a:lnTo>
                  <a:pt x="808643" y="955861"/>
                </a:lnTo>
                <a:lnTo>
                  <a:pt x="810095" y="955374"/>
                </a:lnTo>
                <a:lnTo>
                  <a:pt x="811547" y="954854"/>
                </a:lnTo>
                <a:lnTo>
                  <a:pt x="812999" y="954559"/>
                </a:lnTo>
                <a:lnTo>
                  <a:pt x="814450" y="954138"/>
                </a:lnTo>
                <a:lnTo>
                  <a:pt x="815902" y="953928"/>
                </a:lnTo>
                <a:lnTo>
                  <a:pt x="817354" y="952741"/>
                </a:lnTo>
                <a:lnTo>
                  <a:pt x="818806" y="952394"/>
                </a:lnTo>
                <a:lnTo>
                  <a:pt x="820257" y="952219"/>
                </a:lnTo>
                <a:lnTo>
                  <a:pt x="821709" y="951187"/>
                </a:lnTo>
                <a:lnTo>
                  <a:pt x="823161" y="950843"/>
                </a:lnTo>
                <a:lnTo>
                  <a:pt x="824613" y="950135"/>
                </a:lnTo>
                <a:lnTo>
                  <a:pt x="826065" y="950114"/>
                </a:lnTo>
                <a:lnTo>
                  <a:pt x="827516" y="948657"/>
                </a:lnTo>
                <a:lnTo>
                  <a:pt x="828968" y="948198"/>
                </a:lnTo>
                <a:lnTo>
                  <a:pt x="830420" y="946631"/>
                </a:lnTo>
                <a:lnTo>
                  <a:pt x="831872" y="946203"/>
                </a:lnTo>
                <a:lnTo>
                  <a:pt x="833323" y="945499"/>
                </a:lnTo>
                <a:lnTo>
                  <a:pt x="834775" y="945125"/>
                </a:lnTo>
                <a:lnTo>
                  <a:pt x="836227" y="944987"/>
                </a:lnTo>
                <a:lnTo>
                  <a:pt x="837679" y="944492"/>
                </a:lnTo>
                <a:lnTo>
                  <a:pt x="839131" y="943736"/>
                </a:lnTo>
                <a:lnTo>
                  <a:pt x="840582" y="942631"/>
                </a:lnTo>
                <a:lnTo>
                  <a:pt x="842034" y="942629"/>
                </a:lnTo>
                <a:lnTo>
                  <a:pt x="843486" y="942471"/>
                </a:lnTo>
                <a:lnTo>
                  <a:pt x="844938" y="942371"/>
                </a:lnTo>
                <a:lnTo>
                  <a:pt x="846390" y="941993"/>
                </a:lnTo>
                <a:lnTo>
                  <a:pt x="847841" y="941366"/>
                </a:lnTo>
                <a:lnTo>
                  <a:pt x="849293" y="941204"/>
                </a:lnTo>
                <a:lnTo>
                  <a:pt x="850745" y="940174"/>
                </a:lnTo>
                <a:lnTo>
                  <a:pt x="852197" y="940015"/>
                </a:lnTo>
                <a:lnTo>
                  <a:pt x="853648" y="939715"/>
                </a:lnTo>
                <a:lnTo>
                  <a:pt x="855100" y="939368"/>
                </a:lnTo>
                <a:lnTo>
                  <a:pt x="856552" y="937289"/>
                </a:lnTo>
                <a:lnTo>
                  <a:pt x="858004" y="937210"/>
                </a:lnTo>
                <a:lnTo>
                  <a:pt x="859456" y="936402"/>
                </a:lnTo>
                <a:lnTo>
                  <a:pt x="860907" y="934389"/>
                </a:lnTo>
                <a:lnTo>
                  <a:pt x="862359" y="933349"/>
                </a:lnTo>
                <a:lnTo>
                  <a:pt x="863811" y="933271"/>
                </a:lnTo>
                <a:lnTo>
                  <a:pt x="865263" y="932895"/>
                </a:lnTo>
                <a:lnTo>
                  <a:pt x="866715" y="932330"/>
                </a:lnTo>
                <a:lnTo>
                  <a:pt x="868166" y="931773"/>
                </a:lnTo>
                <a:lnTo>
                  <a:pt x="869618" y="931717"/>
                </a:lnTo>
                <a:lnTo>
                  <a:pt x="871070" y="931534"/>
                </a:lnTo>
                <a:lnTo>
                  <a:pt x="872522" y="931417"/>
                </a:lnTo>
                <a:lnTo>
                  <a:pt x="873973" y="930540"/>
                </a:lnTo>
                <a:lnTo>
                  <a:pt x="875425" y="928703"/>
                </a:lnTo>
                <a:lnTo>
                  <a:pt x="876877" y="928249"/>
                </a:lnTo>
                <a:lnTo>
                  <a:pt x="878329" y="928087"/>
                </a:lnTo>
                <a:lnTo>
                  <a:pt x="879781" y="926335"/>
                </a:lnTo>
                <a:lnTo>
                  <a:pt x="881232" y="926070"/>
                </a:lnTo>
                <a:lnTo>
                  <a:pt x="882684" y="924623"/>
                </a:lnTo>
                <a:lnTo>
                  <a:pt x="884136" y="923594"/>
                </a:lnTo>
                <a:lnTo>
                  <a:pt x="885588" y="923191"/>
                </a:lnTo>
                <a:lnTo>
                  <a:pt x="887039" y="923087"/>
                </a:lnTo>
                <a:lnTo>
                  <a:pt x="888491" y="922957"/>
                </a:lnTo>
                <a:lnTo>
                  <a:pt x="889943" y="922292"/>
                </a:lnTo>
                <a:lnTo>
                  <a:pt x="891395" y="920655"/>
                </a:lnTo>
                <a:lnTo>
                  <a:pt x="892847" y="918878"/>
                </a:lnTo>
                <a:lnTo>
                  <a:pt x="894298" y="916494"/>
                </a:lnTo>
                <a:lnTo>
                  <a:pt x="895750" y="915504"/>
                </a:lnTo>
                <a:lnTo>
                  <a:pt x="897202" y="915111"/>
                </a:lnTo>
                <a:lnTo>
                  <a:pt x="898654" y="914662"/>
                </a:lnTo>
                <a:lnTo>
                  <a:pt x="900106" y="914586"/>
                </a:lnTo>
                <a:lnTo>
                  <a:pt x="901557" y="914351"/>
                </a:lnTo>
                <a:lnTo>
                  <a:pt x="903009" y="914209"/>
                </a:lnTo>
                <a:lnTo>
                  <a:pt x="904461" y="912551"/>
                </a:lnTo>
                <a:lnTo>
                  <a:pt x="905913" y="912364"/>
                </a:lnTo>
                <a:lnTo>
                  <a:pt x="907364" y="910768"/>
                </a:lnTo>
                <a:lnTo>
                  <a:pt x="908816" y="909947"/>
                </a:lnTo>
                <a:lnTo>
                  <a:pt x="910268" y="909539"/>
                </a:lnTo>
                <a:lnTo>
                  <a:pt x="911720" y="908470"/>
                </a:lnTo>
                <a:lnTo>
                  <a:pt x="913172" y="907826"/>
                </a:lnTo>
                <a:lnTo>
                  <a:pt x="914623" y="907590"/>
                </a:lnTo>
                <a:lnTo>
                  <a:pt x="916075" y="907571"/>
                </a:lnTo>
                <a:lnTo>
                  <a:pt x="917527" y="906065"/>
                </a:lnTo>
                <a:lnTo>
                  <a:pt x="918979" y="905453"/>
                </a:lnTo>
                <a:lnTo>
                  <a:pt x="920430" y="904455"/>
                </a:lnTo>
                <a:lnTo>
                  <a:pt x="921882" y="904248"/>
                </a:lnTo>
                <a:lnTo>
                  <a:pt x="923334" y="903944"/>
                </a:lnTo>
                <a:lnTo>
                  <a:pt x="924786" y="903198"/>
                </a:lnTo>
                <a:lnTo>
                  <a:pt x="926238" y="902447"/>
                </a:lnTo>
                <a:lnTo>
                  <a:pt x="927689" y="902029"/>
                </a:lnTo>
                <a:lnTo>
                  <a:pt x="929141" y="900710"/>
                </a:lnTo>
                <a:lnTo>
                  <a:pt x="930593" y="900334"/>
                </a:lnTo>
                <a:lnTo>
                  <a:pt x="932045" y="900245"/>
                </a:lnTo>
                <a:lnTo>
                  <a:pt x="933497" y="899220"/>
                </a:lnTo>
                <a:lnTo>
                  <a:pt x="934948" y="897988"/>
                </a:lnTo>
                <a:lnTo>
                  <a:pt x="936400" y="897111"/>
                </a:lnTo>
                <a:lnTo>
                  <a:pt x="937852" y="896508"/>
                </a:lnTo>
                <a:lnTo>
                  <a:pt x="939304" y="895676"/>
                </a:lnTo>
                <a:lnTo>
                  <a:pt x="940755" y="895619"/>
                </a:lnTo>
                <a:lnTo>
                  <a:pt x="942207" y="894495"/>
                </a:lnTo>
                <a:lnTo>
                  <a:pt x="943659" y="894276"/>
                </a:lnTo>
                <a:lnTo>
                  <a:pt x="945111" y="894105"/>
                </a:lnTo>
                <a:lnTo>
                  <a:pt x="946563" y="892768"/>
                </a:lnTo>
                <a:lnTo>
                  <a:pt x="948014" y="890973"/>
                </a:lnTo>
                <a:lnTo>
                  <a:pt x="949466" y="890914"/>
                </a:lnTo>
                <a:lnTo>
                  <a:pt x="950918" y="890632"/>
                </a:lnTo>
                <a:lnTo>
                  <a:pt x="952370" y="890465"/>
                </a:lnTo>
                <a:lnTo>
                  <a:pt x="953821" y="887493"/>
                </a:lnTo>
                <a:lnTo>
                  <a:pt x="955273" y="887270"/>
                </a:lnTo>
                <a:lnTo>
                  <a:pt x="956725" y="885342"/>
                </a:lnTo>
                <a:lnTo>
                  <a:pt x="958177" y="883492"/>
                </a:lnTo>
                <a:lnTo>
                  <a:pt x="959629" y="883064"/>
                </a:lnTo>
                <a:lnTo>
                  <a:pt x="961080" y="882415"/>
                </a:lnTo>
                <a:lnTo>
                  <a:pt x="962532" y="881099"/>
                </a:lnTo>
                <a:lnTo>
                  <a:pt x="963984" y="880540"/>
                </a:lnTo>
                <a:lnTo>
                  <a:pt x="965436" y="880404"/>
                </a:lnTo>
                <a:lnTo>
                  <a:pt x="966888" y="879893"/>
                </a:lnTo>
                <a:lnTo>
                  <a:pt x="968339" y="879834"/>
                </a:lnTo>
                <a:lnTo>
                  <a:pt x="969791" y="877367"/>
                </a:lnTo>
                <a:lnTo>
                  <a:pt x="971243" y="876940"/>
                </a:lnTo>
                <a:lnTo>
                  <a:pt x="972695" y="875018"/>
                </a:lnTo>
                <a:lnTo>
                  <a:pt x="974146" y="874296"/>
                </a:lnTo>
                <a:lnTo>
                  <a:pt x="975598" y="872372"/>
                </a:lnTo>
                <a:lnTo>
                  <a:pt x="977050" y="870798"/>
                </a:lnTo>
                <a:lnTo>
                  <a:pt x="978502" y="870703"/>
                </a:lnTo>
                <a:lnTo>
                  <a:pt x="979954" y="870415"/>
                </a:lnTo>
                <a:lnTo>
                  <a:pt x="981405" y="867772"/>
                </a:lnTo>
                <a:lnTo>
                  <a:pt x="982857" y="866227"/>
                </a:lnTo>
                <a:lnTo>
                  <a:pt x="984309" y="866115"/>
                </a:lnTo>
                <a:lnTo>
                  <a:pt x="985761" y="864966"/>
                </a:lnTo>
                <a:lnTo>
                  <a:pt x="987213" y="863426"/>
                </a:lnTo>
                <a:lnTo>
                  <a:pt x="988664" y="862628"/>
                </a:lnTo>
                <a:lnTo>
                  <a:pt x="990116" y="862183"/>
                </a:lnTo>
                <a:lnTo>
                  <a:pt x="991568" y="862051"/>
                </a:lnTo>
                <a:lnTo>
                  <a:pt x="993020" y="860139"/>
                </a:lnTo>
                <a:lnTo>
                  <a:pt x="994471" y="859293"/>
                </a:lnTo>
                <a:lnTo>
                  <a:pt x="995923" y="859211"/>
                </a:lnTo>
                <a:lnTo>
                  <a:pt x="997375" y="858789"/>
                </a:lnTo>
                <a:lnTo>
                  <a:pt x="998827" y="857232"/>
                </a:lnTo>
                <a:lnTo>
                  <a:pt x="1000279" y="856812"/>
                </a:lnTo>
                <a:lnTo>
                  <a:pt x="1001730" y="856462"/>
                </a:lnTo>
                <a:lnTo>
                  <a:pt x="1003182" y="855102"/>
                </a:lnTo>
                <a:lnTo>
                  <a:pt x="1004634" y="853655"/>
                </a:lnTo>
                <a:lnTo>
                  <a:pt x="1006086" y="852369"/>
                </a:lnTo>
                <a:lnTo>
                  <a:pt x="1007537" y="851390"/>
                </a:lnTo>
                <a:lnTo>
                  <a:pt x="1008989" y="851352"/>
                </a:lnTo>
                <a:lnTo>
                  <a:pt x="1010441" y="850370"/>
                </a:lnTo>
                <a:lnTo>
                  <a:pt x="1011893" y="850203"/>
                </a:lnTo>
                <a:lnTo>
                  <a:pt x="1013345" y="849991"/>
                </a:lnTo>
                <a:lnTo>
                  <a:pt x="1014796" y="849920"/>
                </a:lnTo>
                <a:lnTo>
                  <a:pt x="1016248" y="849847"/>
                </a:lnTo>
                <a:lnTo>
                  <a:pt x="1017700" y="849522"/>
                </a:lnTo>
                <a:lnTo>
                  <a:pt x="1019152" y="848720"/>
                </a:lnTo>
                <a:lnTo>
                  <a:pt x="1020604" y="847653"/>
                </a:lnTo>
                <a:lnTo>
                  <a:pt x="1022055" y="845892"/>
                </a:lnTo>
                <a:lnTo>
                  <a:pt x="1023507" y="844588"/>
                </a:lnTo>
                <a:lnTo>
                  <a:pt x="1024959" y="844213"/>
                </a:lnTo>
                <a:lnTo>
                  <a:pt x="1026411" y="842775"/>
                </a:lnTo>
                <a:lnTo>
                  <a:pt x="1027862" y="841507"/>
                </a:lnTo>
                <a:lnTo>
                  <a:pt x="1029314" y="840246"/>
                </a:lnTo>
                <a:lnTo>
                  <a:pt x="1030766" y="839079"/>
                </a:lnTo>
                <a:lnTo>
                  <a:pt x="1032218" y="837742"/>
                </a:lnTo>
                <a:lnTo>
                  <a:pt x="1033670" y="837258"/>
                </a:lnTo>
                <a:lnTo>
                  <a:pt x="1035121" y="837210"/>
                </a:lnTo>
                <a:lnTo>
                  <a:pt x="1036573" y="836492"/>
                </a:lnTo>
                <a:lnTo>
                  <a:pt x="1038025" y="835753"/>
                </a:lnTo>
                <a:lnTo>
                  <a:pt x="1039477" y="833818"/>
                </a:lnTo>
                <a:lnTo>
                  <a:pt x="1040928" y="831475"/>
                </a:lnTo>
                <a:lnTo>
                  <a:pt x="1042380" y="831167"/>
                </a:lnTo>
                <a:lnTo>
                  <a:pt x="1043832" y="829932"/>
                </a:lnTo>
                <a:lnTo>
                  <a:pt x="1045284" y="829105"/>
                </a:lnTo>
                <a:lnTo>
                  <a:pt x="1046736" y="829011"/>
                </a:lnTo>
                <a:lnTo>
                  <a:pt x="1048187" y="828492"/>
                </a:lnTo>
                <a:lnTo>
                  <a:pt x="1049639" y="827941"/>
                </a:lnTo>
                <a:lnTo>
                  <a:pt x="1051091" y="824980"/>
                </a:lnTo>
                <a:lnTo>
                  <a:pt x="1052543" y="820441"/>
                </a:lnTo>
                <a:lnTo>
                  <a:pt x="1053995" y="820026"/>
                </a:lnTo>
                <a:lnTo>
                  <a:pt x="1055446" y="819250"/>
                </a:lnTo>
                <a:lnTo>
                  <a:pt x="1056898" y="818979"/>
                </a:lnTo>
                <a:lnTo>
                  <a:pt x="1058350" y="816998"/>
                </a:lnTo>
                <a:lnTo>
                  <a:pt x="1059802" y="815082"/>
                </a:lnTo>
                <a:lnTo>
                  <a:pt x="1061253" y="813210"/>
                </a:lnTo>
                <a:lnTo>
                  <a:pt x="1062705" y="811520"/>
                </a:lnTo>
                <a:lnTo>
                  <a:pt x="1064157" y="808261"/>
                </a:lnTo>
                <a:lnTo>
                  <a:pt x="1065609" y="807970"/>
                </a:lnTo>
                <a:lnTo>
                  <a:pt x="1067061" y="807838"/>
                </a:lnTo>
                <a:lnTo>
                  <a:pt x="1068512" y="806405"/>
                </a:lnTo>
                <a:lnTo>
                  <a:pt x="1069964" y="805165"/>
                </a:lnTo>
                <a:lnTo>
                  <a:pt x="1071416" y="804295"/>
                </a:lnTo>
                <a:lnTo>
                  <a:pt x="1072868" y="801977"/>
                </a:lnTo>
                <a:lnTo>
                  <a:pt x="1074319" y="800948"/>
                </a:lnTo>
                <a:lnTo>
                  <a:pt x="1075771" y="800173"/>
                </a:lnTo>
                <a:lnTo>
                  <a:pt x="1077223" y="797108"/>
                </a:lnTo>
                <a:lnTo>
                  <a:pt x="1078675" y="796842"/>
                </a:lnTo>
                <a:lnTo>
                  <a:pt x="1080127" y="793350"/>
                </a:lnTo>
                <a:lnTo>
                  <a:pt x="1081578" y="792935"/>
                </a:lnTo>
                <a:lnTo>
                  <a:pt x="1083030" y="792521"/>
                </a:lnTo>
                <a:lnTo>
                  <a:pt x="1084482" y="791789"/>
                </a:lnTo>
                <a:lnTo>
                  <a:pt x="1085934" y="790458"/>
                </a:lnTo>
                <a:lnTo>
                  <a:pt x="1087386" y="790453"/>
                </a:lnTo>
                <a:lnTo>
                  <a:pt x="1088837" y="790361"/>
                </a:lnTo>
                <a:lnTo>
                  <a:pt x="1090289" y="789942"/>
                </a:lnTo>
                <a:lnTo>
                  <a:pt x="1091741" y="787422"/>
                </a:lnTo>
                <a:lnTo>
                  <a:pt x="1093193" y="787361"/>
                </a:lnTo>
                <a:lnTo>
                  <a:pt x="1094644" y="786462"/>
                </a:lnTo>
                <a:lnTo>
                  <a:pt x="1096096" y="783757"/>
                </a:lnTo>
                <a:lnTo>
                  <a:pt x="1097548" y="781706"/>
                </a:lnTo>
                <a:lnTo>
                  <a:pt x="1099000" y="780264"/>
                </a:lnTo>
                <a:lnTo>
                  <a:pt x="1100452" y="779815"/>
                </a:lnTo>
                <a:lnTo>
                  <a:pt x="1101903" y="778368"/>
                </a:lnTo>
                <a:lnTo>
                  <a:pt x="1103355" y="777020"/>
                </a:lnTo>
                <a:lnTo>
                  <a:pt x="1104807" y="775724"/>
                </a:lnTo>
                <a:lnTo>
                  <a:pt x="1106259" y="760756"/>
                </a:lnTo>
                <a:lnTo>
                  <a:pt x="1107711" y="740197"/>
                </a:lnTo>
                <a:lnTo>
                  <a:pt x="1109162" y="695141"/>
                </a:lnTo>
                <a:lnTo>
                  <a:pt x="1110614" y="659490"/>
                </a:lnTo>
                <a:lnTo>
                  <a:pt x="1112066" y="627574"/>
                </a:lnTo>
                <a:lnTo>
                  <a:pt x="1113518" y="589975"/>
                </a:lnTo>
                <a:lnTo>
                  <a:pt x="1114969" y="539477"/>
                </a:lnTo>
                <a:lnTo>
                  <a:pt x="1116421" y="479284"/>
                </a:lnTo>
                <a:lnTo>
                  <a:pt x="1117873" y="424945"/>
                </a:lnTo>
                <a:lnTo>
                  <a:pt x="1119325" y="367806"/>
                </a:lnTo>
                <a:lnTo>
                  <a:pt x="1120777" y="287097"/>
                </a:lnTo>
                <a:lnTo>
                  <a:pt x="1122228" y="211267"/>
                </a:lnTo>
                <a:lnTo>
                  <a:pt x="1123680" y="125824"/>
                </a:lnTo>
                <a:lnTo>
                  <a:pt x="1125132" y="11081"/>
                </a:lnTo>
                <a:lnTo>
                  <a:pt x="1126584" y="0"/>
                </a:lnTo>
                <a:lnTo>
                  <a:pt x="1128035" y="71067"/>
                </a:lnTo>
                <a:lnTo>
                  <a:pt x="1129487" y="167510"/>
                </a:lnTo>
                <a:lnTo>
                  <a:pt x="1130939" y="247203"/>
                </a:lnTo>
                <a:lnTo>
                  <a:pt x="1132391" y="326315"/>
                </a:lnTo>
                <a:lnTo>
                  <a:pt x="1133843" y="409597"/>
                </a:lnTo>
                <a:lnTo>
                  <a:pt x="1135294" y="445849"/>
                </a:lnTo>
                <a:lnTo>
                  <a:pt x="1136746" y="524550"/>
                </a:lnTo>
                <a:lnTo>
                  <a:pt x="1138198" y="546466"/>
                </a:lnTo>
                <a:lnTo>
                  <a:pt x="1139650" y="612848"/>
                </a:lnTo>
                <a:lnTo>
                  <a:pt x="1141102" y="645496"/>
                </a:lnTo>
                <a:lnTo>
                  <a:pt x="1142553" y="675513"/>
                </a:lnTo>
                <a:lnTo>
                  <a:pt x="1144005" y="713503"/>
                </a:lnTo>
                <a:lnTo>
                  <a:pt x="1145457" y="753197"/>
                </a:lnTo>
                <a:lnTo>
                  <a:pt x="1146909" y="774775"/>
                </a:lnTo>
                <a:lnTo>
                  <a:pt x="1148360" y="775724"/>
                </a:lnTo>
                <a:lnTo>
                  <a:pt x="1149812" y="807737"/>
                </a:lnTo>
                <a:lnTo>
                  <a:pt x="1151264" y="839079"/>
                </a:lnTo>
                <a:lnTo>
                  <a:pt x="1152716" y="840246"/>
                </a:lnTo>
                <a:lnTo>
                  <a:pt x="1154168" y="853655"/>
                </a:lnTo>
                <a:lnTo>
                  <a:pt x="1155619" y="870415"/>
                </a:lnTo>
                <a:lnTo>
                  <a:pt x="1157071" y="887270"/>
                </a:lnTo>
                <a:lnTo>
                  <a:pt x="1158523" y="900676"/>
                </a:lnTo>
                <a:lnTo>
                  <a:pt x="1159975" y="912364"/>
                </a:lnTo>
                <a:lnTo>
                  <a:pt x="1161426" y="926335"/>
                </a:lnTo>
                <a:lnTo>
                  <a:pt x="1162878" y="937742"/>
                </a:lnTo>
                <a:lnTo>
                  <a:pt x="1164330" y="946203"/>
                </a:lnTo>
                <a:lnTo>
                  <a:pt x="1165782" y="956693"/>
                </a:lnTo>
                <a:lnTo>
                  <a:pt x="1167234" y="965242"/>
                </a:lnTo>
                <a:lnTo>
                  <a:pt x="1168685" y="974460"/>
                </a:lnTo>
                <a:lnTo>
                  <a:pt x="1170137" y="982118"/>
                </a:lnTo>
                <a:lnTo>
                  <a:pt x="1171589" y="986379"/>
                </a:lnTo>
                <a:lnTo>
                  <a:pt x="1173041" y="991624"/>
                </a:lnTo>
                <a:lnTo>
                  <a:pt x="1174493" y="992290"/>
                </a:lnTo>
                <a:lnTo>
                  <a:pt x="1175944" y="997808"/>
                </a:lnTo>
                <a:lnTo>
                  <a:pt x="1177396" y="1002437"/>
                </a:lnTo>
                <a:lnTo>
                  <a:pt x="1178848" y="1008356"/>
                </a:lnTo>
                <a:lnTo>
                  <a:pt x="1180300" y="1014160"/>
                </a:lnTo>
                <a:lnTo>
                  <a:pt x="1181751" y="1018448"/>
                </a:lnTo>
                <a:lnTo>
                  <a:pt x="1183203" y="1024043"/>
                </a:lnTo>
                <a:lnTo>
                  <a:pt x="1184655" y="1027206"/>
                </a:lnTo>
                <a:lnTo>
                  <a:pt x="1186107" y="1029556"/>
                </a:lnTo>
                <a:lnTo>
                  <a:pt x="1187559" y="1034207"/>
                </a:lnTo>
                <a:lnTo>
                  <a:pt x="1189010" y="1034734"/>
                </a:lnTo>
                <a:lnTo>
                  <a:pt x="1190462" y="1036208"/>
                </a:lnTo>
                <a:lnTo>
                  <a:pt x="1191914" y="1037998"/>
                </a:lnTo>
                <a:lnTo>
                  <a:pt x="1193366" y="1039959"/>
                </a:lnTo>
                <a:lnTo>
                  <a:pt x="1194817" y="1041304"/>
                </a:lnTo>
                <a:lnTo>
                  <a:pt x="1196269" y="1042785"/>
                </a:lnTo>
                <a:lnTo>
                  <a:pt x="1197721" y="1043874"/>
                </a:lnTo>
                <a:lnTo>
                  <a:pt x="1199173" y="1045149"/>
                </a:lnTo>
                <a:lnTo>
                  <a:pt x="1200625" y="1046644"/>
                </a:lnTo>
                <a:lnTo>
                  <a:pt x="1202076" y="1047476"/>
                </a:lnTo>
                <a:lnTo>
                  <a:pt x="1203528" y="1048365"/>
                </a:lnTo>
                <a:lnTo>
                  <a:pt x="1204980" y="1049442"/>
                </a:lnTo>
                <a:lnTo>
                  <a:pt x="1206432" y="1050058"/>
                </a:lnTo>
                <a:lnTo>
                  <a:pt x="1207884" y="1050894"/>
                </a:lnTo>
                <a:lnTo>
                  <a:pt x="1209335" y="1051381"/>
                </a:lnTo>
                <a:lnTo>
                  <a:pt x="1210787" y="1051880"/>
                </a:lnTo>
                <a:lnTo>
                  <a:pt x="1212239" y="1052320"/>
                </a:lnTo>
                <a:lnTo>
                  <a:pt x="1213691" y="1052791"/>
                </a:lnTo>
                <a:lnTo>
                  <a:pt x="1215142" y="1053122"/>
                </a:lnTo>
                <a:lnTo>
                  <a:pt x="1216594" y="1053399"/>
                </a:lnTo>
                <a:lnTo>
                  <a:pt x="1218046" y="1053705"/>
                </a:lnTo>
                <a:lnTo>
                  <a:pt x="1219498" y="1053907"/>
                </a:lnTo>
                <a:lnTo>
                  <a:pt x="1220950" y="1054062"/>
                </a:lnTo>
                <a:lnTo>
                  <a:pt x="1222401" y="1054904"/>
                </a:lnTo>
                <a:lnTo>
                  <a:pt x="1223853" y="1054065"/>
                </a:lnTo>
                <a:lnTo>
                  <a:pt x="1225305" y="1053841"/>
                </a:lnTo>
                <a:lnTo>
                  <a:pt x="1226757" y="1053396"/>
                </a:lnTo>
                <a:lnTo>
                  <a:pt x="1228209" y="1052734"/>
                </a:lnTo>
                <a:lnTo>
                  <a:pt x="1229660" y="1051967"/>
                </a:lnTo>
                <a:lnTo>
                  <a:pt x="1231112" y="1051833"/>
                </a:lnTo>
                <a:lnTo>
                  <a:pt x="1232564" y="1051588"/>
                </a:lnTo>
                <a:lnTo>
                  <a:pt x="1234016" y="1050877"/>
                </a:lnTo>
                <a:lnTo>
                  <a:pt x="1235467" y="1049742"/>
                </a:lnTo>
                <a:lnTo>
                  <a:pt x="1236919" y="1048519"/>
                </a:lnTo>
                <a:lnTo>
                  <a:pt x="1238371" y="1046902"/>
                </a:lnTo>
                <a:lnTo>
                  <a:pt x="1239823" y="1046279"/>
                </a:lnTo>
                <a:lnTo>
                  <a:pt x="1241275" y="1041971"/>
                </a:lnTo>
                <a:lnTo>
                  <a:pt x="1242726" y="1039572"/>
                </a:lnTo>
                <a:lnTo>
                  <a:pt x="1244178" y="1038308"/>
                </a:lnTo>
                <a:lnTo>
                  <a:pt x="1245630" y="1032061"/>
                </a:lnTo>
                <a:lnTo>
                  <a:pt x="1247082" y="1025779"/>
                </a:lnTo>
                <a:lnTo>
                  <a:pt x="1248533" y="1023284"/>
                </a:lnTo>
                <a:lnTo>
                  <a:pt x="1249985" y="1011328"/>
                </a:lnTo>
                <a:lnTo>
                  <a:pt x="1251437" y="1007642"/>
                </a:lnTo>
                <a:lnTo>
                  <a:pt x="1252889" y="994775"/>
                </a:lnTo>
                <a:lnTo>
                  <a:pt x="1254341" y="989760"/>
                </a:lnTo>
                <a:lnTo>
                  <a:pt x="1255792" y="999413"/>
                </a:lnTo>
                <a:lnTo>
                  <a:pt x="1257244" y="1011290"/>
                </a:lnTo>
                <a:lnTo>
                  <a:pt x="1258696" y="1020638"/>
                </a:lnTo>
                <a:lnTo>
                  <a:pt x="1260148" y="1025726"/>
                </a:lnTo>
                <a:lnTo>
                  <a:pt x="1261600" y="1031985"/>
                </a:lnTo>
                <a:lnTo>
                  <a:pt x="1263051" y="1036918"/>
                </a:lnTo>
                <a:lnTo>
                  <a:pt x="1264503" y="1038376"/>
                </a:lnTo>
                <a:lnTo>
                  <a:pt x="1265955" y="1041859"/>
                </a:lnTo>
                <a:lnTo>
                  <a:pt x="1267407" y="1046113"/>
                </a:lnTo>
                <a:lnTo>
                  <a:pt x="1268858" y="1046348"/>
                </a:lnTo>
                <a:lnTo>
                  <a:pt x="1270310" y="1046990"/>
                </a:lnTo>
                <a:lnTo>
                  <a:pt x="1271762" y="1048745"/>
                </a:lnTo>
                <a:lnTo>
                  <a:pt x="1273214" y="1050378"/>
                </a:lnTo>
                <a:lnTo>
                  <a:pt x="1274666" y="1051394"/>
                </a:lnTo>
                <a:lnTo>
                  <a:pt x="1276117" y="1051770"/>
                </a:lnTo>
                <a:lnTo>
                  <a:pt x="1277569" y="1054904"/>
                </a:lnTo>
                <a:lnTo>
                  <a:pt x="1279021" y="1051880"/>
                </a:lnTo>
                <a:lnTo>
                  <a:pt x="1280473" y="1051593"/>
                </a:lnTo>
                <a:lnTo>
                  <a:pt x="1281924" y="1051519"/>
                </a:lnTo>
                <a:lnTo>
                  <a:pt x="1283376" y="1051474"/>
                </a:lnTo>
                <a:lnTo>
                  <a:pt x="1284828" y="1051269"/>
                </a:lnTo>
                <a:lnTo>
                  <a:pt x="1286280" y="1051262"/>
                </a:lnTo>
                <a:lnTo>
                  <a:pt x="1287732" y="1051199"/>
                </a:lnTo>
                <a:lnTo>
                  <a:pt x="1289183" y="1051122"/>
                </a:lnTo>
                <a:lnTo>
                  <a:pt x="1290635" y="1050858"/>
                </a:lnTo>
                <a:lnTo>
                  <a:pt x="1292087" y="1050777"/>
                </a:lnTo>
                <a:lnTo>
                  <a:pt x="1293539" y="1050606"/>
                </a:lnTo>
                <a:lnTo>
                  <a:pt x="1294991" y="1050442"/>
                </a:lnTo>
                <a:lnTo>
                  <a:pt x="1296442" y="1050344"/>
                </a:lnTo>
                <a:lnTo>
                  <a:pt x="1297894" y="1050145"/>
                </a:lnTo>
                <a:lnTo>
                  <a:pt x="1299346" y="1049907"/>
                </a:lnTo>
                <a:lnTo>
                  <a:pt x="1300798" y="1049380"/>
                </a:lnTo>
                <a:lnTo>
                  <a:pt x="1302249" y="1049295"/>
                </a:lnTo>
                <a:lnTo>
                  <a:pt x="1303701" y="1049194"/>
                </a:lnTo>
                <a:lnTo>
                  <a:pt x="1305153" y="1049095"/>
                </a:lnTo>
                <a:lnTo>
                  <a:pt x="1306605" y="1048155"/>
                </a:lnTo>
                <a:lnTo>
                  <a:pt x="1308057" y="1047970"/>
                </a:lnTo>
                <a:lnTo>
                  <a:pt x="1309508" y="1047796"/>
                </a:lnTo>
                <a:lnTo>
                  <a:pt x="1310960" y="1047775"/>
                </a:lnTo>
                <a:lnTo>
                  <a:pt x="1312412" y="1047724"/>
                </a:lnTo>
                <a:lnTo>
                  <a:pt x="1313864" y="1047327"/>
                </a:lnTo>
                <a:lnTo>
                  <a:pt x="1315315" y="1047191"/>
                </a:lnTo>
                <a:lnTo>
                  <a:pt x="1316767" y="1046694"/>
                </a:lnTo>
                <a:lnTo>
                  <a:pt x="1318219" y="1046634"/>
                </a:lnTo>
                <a:lnTo>
                  <a:pt x="1319671" y="1046179"/>
                </a:lnTo>
                <a:lnTo>
                  <a:pt x="1321123" y="1046101"/>
                </a:lnTo>
                <a:lnTo>
                  <a:pt x="1322574" y="1045516"/>
                </a:lnTo>
                <a:lnTo>
                  <a:pt x="1324026" y="1045058"/>
                </a:lnTo>
                <a:lnTo>
                  <a:pt x="1325478" y="1044920"/>
                </a:lnTo>
                <a:lnTo>
                  <a:pt x="1326930" y="1044229"/>
                </a:lnTo>
                <a:lnTo>
                  <a:pt x="1328382" y="1043413"/>
                </a:lnTo>
                <a:lnTo>
                  <a:pt x="1329833" y="1043167"/>
                </a:lnTo>
                <a:lnTo>
                  <a:pt x="1331285" y="1042695"/>
                </a:lnTo>
                <a:lnTo>
                  <a:pt x="1332737" y="1042580"/>
                </a:lnTo>
                <a:lnTo>
                  <a:pt x="1334189" y="1042324"/>
                </a:lnTo>
                <a:lnTo>
                  <a:pt x="1335640" y="1042103"/>
                </a:lnTo>
                <a:lnTo>
                  <a:pt x="1337092" y="1041245"/>
                </a:lnTo>
                <a:lnTo>
                  <a:pt x="1338544" y="1041034"/>
                </a:lnTo>
                <a:lnTo>
                  <a:pt x="1339996" y="1040736"/>
                </a:lnTo>
                <a:lnTo>
                  <a:pt x="1341448" y="1040260"/>
                </a:lnTo>
                <a:lnTo>
                  <a:pt x="1342899" y="1040019"/>
                </a:lnTo>
                <a:lnTo>
                  <a:pt x="1344351" y="1039393"/>
                </a:lnTo>
                <a:lnTo>
                  <a:pt x="1345803" y="1038724"/>
                </a:lnTo>
                <a:lnTo>
                  <a:pt x="1347255" y="1037978"/>
                </a:lnTo>
                <a:lnTo>
                  <a:pt x="1348706" y="1036614"/>
                </a:lnTo>
                <a:lnTo>
                  <a:pt x="1350158" y="1036053"/>
                </a:lnTo>
                <a:lnTo>
                  <a:pt x="1351610" y="1035837"/>
                </a:lnTo>
                <a:lnTo>
                  <a:pt x="1353062" y="1035560"/>
                </a:lnTo>
                <a:lnTo>
                  <a:pt x="1354514" y="1034973"/>
                </a:lnTo>
                <a:lnTo>
                  <a:pt x="1355965" y="1034444"/>
                </a:lnTo>
                <a:lnTo>
                  <a:pt x="1357417" y="1034105"/>
                </a:lnTo>
                <a:lnTo>
                  <a:pt x="1358869" y="1033244"/>
                </a:lnTo>
                <a:lnTo>
                  <a:pt x="1360321" y="1032922"/>
                </a:lnTo>
                <a:lnTo>
                  <a:pt x="1361773" y="1031993"/>
                </a:lnTo>
                <a:lnTo>
                  <a:pt x="1363224" y="1031528"/>
                </a:lnTo>
                <a:lnTo>
                  <a:pt x="1364676" y="1030148"/>
                </a:lnTo>
                <a:lnTo>
                  <a:pt x="1366128" y="1024154"/>
                </a:lnTo>
                <a:lnTo>
                  <a:pt x="1367580" y="1016477"/>
                </a:lnTo>
                <a:lnTo>
                  <a:pt x="1369031" y="1009542"/>
                </a:lnTo>
                <a:lnTo>
                  <a:pt x="1370483" y="997737"/>
                </a:lnTo>
                <a:lnTo>
                  <a:pt x="1371935" y="984367"/>
                </a:lnTo>
                <a:lnTo>
                  <a:pt x="1373387" y="970403"/>
                </a:lnTo>
                <a:lnTo>
                  <a:pt x="1374839" y="967421"/>
                </a:lnTo>
                <a:lnTo>
                  <a:pt x="1376290" y="976890"/>
                </a:lnTo>
                <a:lnTo>
                  <a:pt x="1377742" y="993380"/>
                </a:lnTo>
                <a:lnTo>
                  <a:pt x="1379194" y="1003744"/>
                </a:lnTo>
                <a:lnTo>
                  <a:pt x="1380646" y="1013746"/>
                </a:lnTo>
                <a:lnTo>
                  <a:pt x="1382098" y="1020537"/>
                </a:lnTo>
                <a:lnTo>
                  <a:pt x="1383549" y="1025846"/>
                </a:lnTo>
                <a:lnTo>
                  <a:pt x="1385001" y="1031368"/>
                </a:lnTo>
                <a:lnTo>
                  <a:pt x="1386453" y="1031368"/>
                </a:lnTo>
                <a:lnTo>
                  <a:pt x="1387905" y="1031368"/>
                </a:lnTo>
                <a:lnTo>
                  <a:pt x="1389356" y="1031368"/>
                </a:lnTo>
                <a:lnTo>
                  <a:pt x="1390808" y="1031368"/>
                </a:lnTo>
                <a:lnTo>
                  <a:pt x="1392260" y="1031369"/>
                </a:lnTo>
                <a:lnTo>
                  <a:pt x="1393712" y="1031369"/>
                </a:lnTo>
                <a:lnTo>
                  <a:pt x="1395164" y="1031369"/>
                </a:lnTo>
                <a:lnTo>
                  <a:pt x="1396615" y="1031369"/>
                </a:lnTo>
                <a:lnTo>
                  <a:pt x="1398067" y="1031369"/>
                </a:lnTo>
                <a:lnTo>
                  <a:pt x="1399519" y="1031370"/>
                </a:lnTo>
                <a:lnTo>
                  <a:pt x="1400971" y="1031370"/>
                </a:lnTo>
                <a:lnTo>
                  <a:pt x="1402422" y="1031371"/>
                </a:lnTo>
                <a:lnTo>
                  <a:pt x="1403874" y="1031371"/>
                </a:lnTo>
                <a:lnTo>
                  <a:pt x="1405326" y="1031371"/>
                </a:lnTo>
                <a:lnTo>
                  <a:pt x="1406778" y="1031372"/>
                </a:lnTo>
                <a:lnTo>
                  <a:pt x="1408230" y="1031373"/>
                </a:lnTo>
                <a:lnTo>
                  <a:pt x="1409681" y="1031373"/>
                </a:lnTo>
                <a:lnTo>
                  <a:pt x="1411133" y="1031374"/>
                </a:lnTo>
                <a:lnTo>
                  <a:pt x="1412585" y="1031374"/>
                </a:lnTo>
                <a:lnTo>
                  <a:pt x="1414037" y="1031375"/>
                </a:lnTo>
                <a:lnTo>
                  <a:pt x="1415489" y="1031376"/>
                </a:lnTo>
                <a:lnTo>
                  <a:pt x="1416940" y="1031376"/>
                </a:lnTo>
                <a:lnTo>
                  <a:pt x="1418392" y="1031377"/>
                </a:lnTo>
                <a:lnTo>
                  <a:pt x="1419844" y="1031378"/>
                </a:lnTo>
                <a:lnTo>
                  <a:pt x="1421296" y="1031379"/>
                </a:lnTo>
                <a:lnTo>
                  <a:pt x="1422747" y="1031380"/>
                </a:lnTo>
                <a:lnTo>
                  <a:pt x="1424199" y="1031381"/>
                </a:lnTo>
                <a:lnTo>
                  <a:pt x="1425651" y="1031382"/>
                </a:lnTo>
                <a:lnTo>
                  <a:pt x="1427103" y="1031383"/>
                </a:lnTo>
                <a:lnTo>
                  <a:pt x="1428555" y="1031384"/>
                </a:lnTo>
                <a:lnTo>
                  <a:pt x="1430006" y="1031385"/>
                </a:lnTo>
                <a:lnTo>
                  <a:pt x="1431458" y="1031386"/>
                </a:lnTo>
                <a:lnTo>
                  <a:pt x="1432910" y="1031387"/>
                </a:lnTo>
                <a:lnTo>
                  <a:pt x="1434362" y="1031388"/>
                </a:lnTo>
                <a:lnTo>
                  <a:pt x="1435813" y="1031389"/>
                </a:lnTo>
                <a:lnTo>
                  <a:pt x="1437265" y="1031390"/>
                </a:lnTo>
                <a:lnTo>
                  <a:pt x="1438717" y="1031392"/>
                </a:lnTo>
                <a:lnTo>
                  <a:pt x="1440169" y="1031393"/>
                </a:lnTo>
                <a:lnTo>
                  <a:pt x="1441621" y="1031394"/>
                </a:lnTo>
                <a:lnTo>
                  <a:pt x="1443072" y="1031396"/>
                </a:lnTo>
                <a:lnTo>
                  <a:pt x="1444524" y="1031397"/>
                </a:lnTo>
                <a:lnTo>
                  <a:pt x="1445976" y="1031399"/>
                </a:lnTo>
                <a:lnTo>
                  <a:pt x="1447428" y="1031400"/>
                </a:lnTo>
                <a:lnTo>
                  <a:pt x="1448880" y="1031402"/>
                </a:lnTo>
                <a:lnTo>
                  <a:pt x="1450331" y="1031403"/>
                </a:lnTo>
                <a:lnTo>
                  <a:pt x="1451783" y="1031405"/>
                </a:lnTo>
                <a:lnTo>
                  <a:pt x="1453235" y="1031406"/>
                </a:lnTo>
                <a:lnTo>
                  <a:pt x="1454687" y="1031408"/>
                </a:lnTo>
                <a:lnTo>
                  <a:pt x="1456138" y="1031410"/>
                </a:lnTo>
                <a:lnTo>
                  <a:pt x="1457590" y="1031411"/>
                </a:lnTo>
                <a:lnTo>
                  <a:pt x="1459042" y="1031413"/>
                </a:lnTo>
                <a:lnTo>
                  <a:pt x="1460494" y="1031415"/>
                </a:lnTo>
                <a:lnTo>
                  <a:pt x="1461946" y="1031417"/>
                </a:lnTo>
                <a:lnTo>
                  <a:pt x="1463397" y="1031418"/>
                </a:lnTo>
                <a:lnTo>
                  <a:pt x="1464849" y="1031420"/>
                </a:lnTo>
                <a:lnTo>
                  <a:pt x="1466301" y="1031422"/>
                </a:lnTo>
                <a:lnTo>
                  <a:pt x="1467753" y="1031424"/>
                </a:lnTo>
                <a:lnTo>
                  <a:pt x="1469204" y="1031426"/>
                </a:lnTo>
                <a:lnTo>
                  <a:pt x="1470656" y="1031428"/>
                </a:lnTo>
                <a:lnTo>
                  <a:pt x="1472108" y="1031430"/>
                </a:lnTo>
                <a:lnTo>
                  <a:pt x="1473560" y="1031432"/>
                </a:lnTo>
                <a:lnTo>
                  <a:pt x="1475012" y="1031434"/>
                </a:lnTo>
                <a:lnTo>
                  <a:pt x="1476463" y="1031437"/>
                </a:lnTo>
                <a:lnTo>
                  <a:pt x="1477915" y="1031439"/>
                </a:lnTo>
                <a:lnTo>
                  <a:pt x="1479367" y="1031441"/>
                </a:lnTo>
                <a:lnTo>
                  <a:pt x="1480819" y="1031443"/>
                </a:lnTo>
                <a:lnTo>
                  <a:pt x="1482271" y="1031446"/>
                </a:lnTo>
                <a:lnTo>
                  <a:pt x="1483722" y="1031448"/>
                </a:lnTo>
                <a:lnTo>
                  <a:pt x="1485174" y="1031450"/>
                </a:lnTo>
                <a:lnTo>
                  <a:pt x="1486626" y="1031453"/>
                </a:lnTo>
                <a:lnTo>
                  <a:pt x="1488078" y="1054904"/>
                </a:lnTo>
                <a:lnTo>
                  <a:pt x="1489529" y="1031345"/>
                </a:lnTo>
                <a:lnTo>
                  <a:pt x="1490981" y="1031236"/>
                </a:lnTo>
                <a:lnTo>
                  <a:pt x="1492433" y="1031129"/>
                </a:lnTo>
                <a:lnTo>
                  <a:pt x="1493885" y="1031024"/>
                </a:lnTo>
                <a:lnTo>
                  <a:pt x="1495337" y="1030920"/>
                </a:lnTo>
                <a:lnTo>
                  <a:pt x="1496788" y="1030817"/>
                </a:lnTo>
                <a:lnTo>
                  <a:pt x="1498240" y="1030716"/>
                </a:lnTo>
                <a:lnTo>
                  <a:pt x="1499692" y="1030617"/>
                </a:lnTo>
                <a:lnTo>
                  <a:pt x="1501144" y="1030519"/>
                </a:lnTo>
                <a:lnTo>
                  <a:pt x="1502596" y="1030423"/>
                </a:lnTo>
                <a:lnTo>
                  <a:pt x="1504047" y="1030329"/>
                </a:lnTo>
                <a:lnTo>
                  <a:pt x="1505499" y="1030236"/>
                </a:lnTo>
                <a:lnTo>
                  <a:pt x="1506951" y="1030144"/>
                </a:lnTo>
                <a:lnTo>
                  <a:pt x="1508403" y="1030054"/>
                </a:lnTo>
                <a:lnTo>
                  <a:pt x="1509854" y="1029966"/>
                </a:lnTo>
                <a:lnTo>
                  <a:pt x="1511306" y="1029879"/>
                </a:lnTo>
                <a:lnTo>
                  <a:pt x="1512758" y="1029794"/>
                </a:lnTo>
                <a:lnTo>
                  <a:pt x="1514210" y="1029710"/>
                </a:lnTo>
                <a:lnTo>
                  <a:pt x="1515662" y="1029628"/>
                </a:lnTo>
                <a:lnTo>
                  <a:pt x="1517113" y="1029548"/>
                </a:lnTo>
                <a:lnTo>
                  <a:pt x="1518565" y="1029469"/>
                </a:lnTo>
                <a:lnTo>
                  <a:pt x="1520017" y="1029391"/>
                </a:lnTo>
                <a:lnTo>
                  <a:pt x="1521469" y="1029316"/>
                </a:lnTo>
                <a:lnTo>
                  <a:pt x="1522920" y="1029241"/>
                </a:lnTo>
                <a:lnTo>
                  <a:pt x="1524372" y="1029169"/>
                </a:lnTo>
                <a:lnTo>
                  <a:pt x="1525824" y="1029097"/>
                </a:lnTo>
                <a:lnTo>
                  <a:pt x="1527276" y="1029028"/>
                </a:lnTo>
                <a:lnTo>
                  <a:pt x="1528728" y="1028960"/>
                </a:lnTo>
                <a:lnTo>
                  <a:pt x="1530179" y="1028893"/>
                </a:lnTo>
                <a:lnTo>
                  <a:pt x="1531631" y="1028829"/>
                </a:lnTo>
                <a:lnTo>
                  <a:pt x="1533083" y="1028765"/>
                </a:lnTo>
                <a:lnTo>
                  <a:pt x="1534535" y="1028704"/>
                </a:lnTo>
                <a:lnTo>
                  <a:pt x="1535987" y="1028643"/>
                </a:lnTo>
                <a:lnTo>
                  <a:pt x="1537438" y="1028585"/>
                </a:lnTo>
                <a:lnTo>
                  <a:pt x="1538890" y="1028528"/>
                </a:lnTo>
                <a:lnTo>
                  <a:pt x="1540342" y="1028472"/>
                </a:lnTo>
                <a:lnTo>
                  <a:pt x="1541794" y="1028418"/>
                </a:lnTo>
                <a:lnTo>
                  <a:pt x="1543245" y="1028366"/>
                </a:lnTo>
                <a:lnTo>
                  <a:pt x="1544697" y="1028315"/>
                </a:lnTo>
                <a:lnTo>
                  <a:pt x="1546149" y="1028266"/>
                </a:lnTo>
                <a:lnTo>
                  <a:pt x="1547601" y="1028218"/>
                </a:lnTo>
                <a:lnTo>
                  <a:pt x="1549053" y="1028172"/>
                </a:lnTo>
                <a:lnTo>
                  <a:pt x="1550504" y="1028127"/>
                </a:lnTo>
                <a:lnTo>
                  <a:pt x="1551956" y="1028084"/>
                </a:lnTo>
                <a:lnTo>
                  <a:pt x="1553408" y="1028043"/>
                </a:lnTo>
                <a:lnTo>
                  <a:pt x="1554860" y="1028003"/>
                </a:lnTo>
                <a:lnTo>
                  <a:pt x="1556311" y="1027965"/>
                </a:lnTo>
                <a:lnTo>
                  <a:pt x="1557763" y="1027928"/>
                </a:lnTo>
                <a:lnTo>
                  <a:pt x="1559215" y="1027893"/>
                </a:lnTo>
                <a:lnTo>
                  <a:pt x="1560667" y="1027859"/>
                </a:lnTo>
                <a:lnTo>
                  <a:pt x="1562119" y="1027827"/>
                </a:lnTo>
                <a:lnTo>
                  <a:pt x="1563570" y="1027797"/>
                </a:lnTo>
                <a:lnTo>
                  <a:pt x="1565022" y="1027768"/>
                </a:lnTo>
                <a:lnTo>
                  <a:pt x="1566474" y="1027740"/>
                </a:lnTo>
                <a:lnTo>
                  <a:pt x="1567926" y="1027715"/>
                </a:lnTo>
                <a:lnTo>
                  <a:pt x="1569378" y="1027690"/>
                </a:lnTo>
                <a:lnTo>
                  <a:pt x="1570829" y="1027668"/>
                </a:lnTo>
                <a:lnTo>
                  <a:pt x="1572281" y="1027647"/>
                </a:lnTo>
                <a:lnTo>
                  <a:pt x="1573733" y="1027627"/>
                </a:lnTo>
                <a:lnTo>
                  <a:pt x="1575185" y="1027609"/>
                </a:lnTo>
                <a:lnTo>
                  <a:pt x="1576636" y="1027593"/>
                </a:lnTo>
                <a:lnTo>
                  <a:pt x="1578088" y="1027578"/>
                </a:lnTo>
                <a:lnTo>
                  <a:pt x="1579540" y="1027565"/>
                </a:lnTo>
                <a:lnTo>
                  <a:pt x="1580992" y="1027553"/>
                </a:lnTo>
                <a:lnTo>
                  <a:pt x="1582444" y="1027543"/>
                </a:lnTo>
                <a:lnTo>
                  <a:pt x="1583895" y="1027534"/>
                </a:lnTo>
                <a:lnTo>
                  <a:pt x="1585347" y="1027527"/>
                </a:lnTo>
                <a:lnTo>
                  <a:pt x="1586799" y="1027522"/>
                </a:lnTo>
                <a:lnTo>
                  <a:pt x="1588251" y="1027518"/>
                </a:lnTo>
                <a:lnTo>
                  <a:pt x="1589702" y="1027515"/>
                </a:lnTo>
                <a:lnTo>
                  <a:pt x="1591154" y="1027515"/>
                </a:lnTo>
                <a:lnTo>
                  <a:pt x="1592606" y="1026274"/>
                </a:lnTo>
                <a:lnTo>
                  <a:pt x="1594058" y="1029127"/>
                </a:lnTo>
                <a:lnTo>
                  <a:pt x="1595510" y="1031339"/>
                </a:lnTo>
                <a:lnTo>
                  <a:pt x="1596961" y="1031528"/>
                </a:lnTo>
                <a:lnTo>
                  <a:pt x="1598413" y="1051880"/>
                </a:lnTo>
                <a:lnTo>
                  <a:pt x="1599865" y="1051967"/>
                </a:lnTo>
                <a:lnTo>
                  <a:pt x="1601317" y="1054065"/>
                </a:lnTo>
                <a:lnTo>
                  <a:pt x="1602769" y="1054904"/>
                </a:lnTo>
                <a:lnTo>
                  <a:pt x="1604220" y="1054062"/>
                </a:lnTo>
                <a:lnTo>
                  <a:pt x="1605672" y="1053206"/>
                </a:lnTo>
                <a:lnTo>
                  <a:pt x="1607124" y="1051688"/>
                </a:lnTo>
                <a:lnTo>
                  <a:pt x="1608576" y="1049442"/>
                </a:lnTo>
                <a:lnTo>
                  <a:pt x="1610027" y="1045606"/>
                </a:lnTo>
                <a:lnTo>
                  <a:pt x="1611479" y="1040847"/>
                </a:lnTo>
                <a:lnTo>
                  <a:pt x="1612931" y="1034734"/>
                </a:lnTo>
                <a:lnTo>
                  <a:pt x="1614383" y="1034207"/>
                </a:lnTo>
                <a:lnTo>
                  <a:pt x="1615835" y="1016256"/>
                </a:lnTo>
                <a:lnTo>
                  <a:pt x="1617286" y="992290"/>
                </a:lnTo>
                <a:lnTo>
                  <a:pt x="1618738" y="991624"/>
                </a:lnTo>
                <a:lnTo>
                  <a:pt x="1620190" y="970870"/>
                </a:lnTo>
                <a:lnTo>
                  <a:pt x="1621642" y="937742"/>
                </a:lnTo>
                <a:lnTo>
                  <a:pt x="1623094" y="894495"/>
                </a:lnTo>
                <a:lnTo>
                  <a:pt x="1624545" y="840246"/>
                </a:lnTo>
                <a:lnTo>
                  <a:pt x="1625997" y="807100"/>
                </a:lnTo>
                <a:lnTo>
                  <a:pt x="1627449" y="803555"/>
                </a:lnTo>
                <a:lnTo>
                  <a:pt x="1628901" y="830450"/>
                </a:lnTo>
                <a:lnTo>
                  <a:pt x="1630352" y="840246"/>
                </a:lnTo>
                <a:lnTo>
                  <a:pt x="1631804" y="841585"/>
                </a:lnTo>
                <a:lnTo>
                  <a:pt x="1633256" y="842775"/>
                </a:lnTo>
                <a:lnTo>
                  <a:pt x="1634708" y="844588"/>
                </a:lnTo>
                <a:lnTo>
                  <a:pt x="1636160" y="847141"/>
                </a:lnTo>
                <a:lnTo>
                  <a:pt x="1637611" y="848720"/>
                </a:lnTo>
                <a:lnTo>
                  <a:pt x="1639063" y="849522"/>
                </a:lnTo>
                <a:lnTo>
                  <a:pt x="1640515" y="849898"/>
                </a:lnTo>
                <a:lnTo>
                  <a:pt x="1641967" y="849991"/>
                </a:lnTo>
                <a:lnTo>
                  <a:pt x="1643418" y="850203"/>
                </a:lnTo>
                <a:lnTo>
                  <a:pt x="1644870" y="851272"/>
                </a:lnTo>
                <a:lnTo>
                  <a:pt x="1646322" y="851390"/>
                </a:lnTo>
                <a:lnTo>
                  <a:pt x="1647774" y="853655"/>
                </a:lnTo>
                <a:lnTo>
                  <a:pt x="1649226" y="854438"/>
                </a:lnTo>
                <a:lnTo>
                  <a:pt x="1650677" y="856462"/>
                </a:lnTo>
                <a:lnTo>
                  <a:pt x="1652129" y="857232"/>
                </a:lnTo>
                <a:lnTo>
                  <a:pt x="1653581" y="857254"/>
                </a:lnTo>
                <a:lnTo>
                  <a:pt x="1655033" y="859211"/>
                </a:lnTo>
                <a:lnTo>
                  <a:pt x="1656485" y="860139"/>
                </a:lnTo>
                <a:lnTo>
                  <a:pt x="1657936" y="862051"/>
                </a:lnTo>
                <a:lnTo>
                  <a:pt x="1659388" y="862183"/>
                </a:lnTo>
                <a:lnTo>
                  <a:pt x="1660840" y="863426"/>
                </a:lnTo>
                <a:lnTo>
                  <a:pt x="1662292" y="864966"/>
                </a:lnTo>
                <a:lnTo>
                  <a:pt x="1663743" y="866115"/>
                </a:lnTo>
                <a:lnTo>
                  <a:pt x="1665195" y="867772"/>
                </a:lnTo>
                <a:lnTo>
                  <a:pt x="1666647" y="870415"/>
                </a:lnTo>
                <a:lnTo>
                  <a:pt x="1668099" y="870798"/>
                </a:lnTo>
                <a:lnTo>
                  <a:pt x="1669551" y="872372"/>
                </a:lnTo>
                <a:lnTo>
                  <a:pt x="1671002" y="874296"/>
                </a:lnTo>
                <a:lnTo>
                  <a:pt x="1672454" y="876940"/>
                </a:lnTo>
                <a:lnTo>
                  <a:pt x="1673906" y="877367"/>
                </a:lnTo>
                <a:lnTo>
                  <a:pt x="1675358" y="879834"/>
                </a:lnTo>
                <a:lnTo>
                  <a:pt x="1676809" y="880404"/>
                </a:lnTo>
                <a:lnTo>
                  <a:pt x="1678261" y="880645"/>
                </a:lnTo>
                <a:lnTo>
                  <a:pt x="1679713" y="881099"/>
                </a:lnTo>
                <a:lnTo>
                  <a:pt x="1681165" y="883064"/>
                </a:lnTo>
                <a:lnTo>
                  <a:pt x="1682617" y="883492"/>
                </a:lnTo>
                <a:lnTo>
                  <a:pt x="1684068" y="885342"/>
                </a:lnTo>
                <a:lnTo>
                  <a:pt x="1685520" y="887493"/>
                </a:lnTo>
                <a:lnTo>
                  <a:pt x="1686972" y="890465"/>
                </a:lnTo>
                <a:lnTo>
                  <a:pt x="1688424" y="890914"/>
                </a:lnTo>
                <a:lnTo>
                  <a:pt x="1689876" y="890973"/>
                </a:lnTo>
                <a:lnTo>
                  <a:pt x="1691327" y="892768"/>
                </a:lnTo>
                <a:lnTo>
                  <a:pt x="1692779" y="894276"/>
                </a:lnTo>
                <a:lnTo>
                  <a:pt x="1694231" y="894495"/>
                </a:lnTo>
                <a:lnTo>
                  <a:pt x="1695683" y="895619"/>
                </a:lnTo>
                <a:lnTo>
                  <a:pt x="1697134" y="896508"/>
                </a:lnTo>
                <a:lnTo>
                  <a:pt x="1698586" y="897585"/>
                </a:lnTo>
                <a:lnTo>
                  <a:pt x="1700038" y="897988"/>
                </a:lnTo>
                <a:lnTo>
                  <a:pt x="1701490" y="900245"/>
                </a:lnTo>
                <a:lnTo>
                  <a:pt x="1702942" y="900676"/>
                </a:lnTo>
                <a:lnTo>
                  <a:pt x="1704393" y="900710"/>
                </a:lnTo>
                <a:lnTo>
                  <a:pt x="1705845" y="902447"/>
                </a:lnTo>
                <a:lnTo>
                  <a:pt x="1707297" y="903504"/>
                </a:lnTo>
                <a:lnTo>
                  <a:pt x="1708749" y="904248"/>
                </a:lnTo>
                <a:lnTo>
                  <a:pt x="1710200" y="904455"/>
                </a:lnTo>
                <a:lnTo>
                  <a:pt x="1711652" y="905940"/>
                </a:lnTo>
                <a:lnTo>
                  <a:pt x="1713104" y="907571"/>
                </a:lnTo>
                <a:lnTo>
                  <a:pt x="1714556" y="907590"/>
                </a:lnTo>
                <a:lnTo>
                  <a:pt x="1716008" y="907840"/>
                </a:lnTo>
                <a:lnTo>
                  <a:pt x="1717459" y="909539"/>
                </a:lnTo>
                <a:lnTo>
                  <a:pt x="1718911" y="910768"/>
                </a:lnTo>
                <a:lnTo>
                  <a:pt x="1720363" y="912240"/>
                </a:lnTo>
                <a:lnTo>
                  <a:pt x="1721815" y="912551"/>
                </a:lnTo>
                <a:lnTo>
                  <a:pt x="1723267" y="914351"/>
                </a:lnTo>
                <a:lnTo>
                  <a:pt x="1724718" y="914516"/>
                </a:lnTo>
                <a:lnTo>
                  <a:pt x="1726170" y="914662"/>
                </a:lnTo>
                <a:lnTo>
                  <a:pt x="1727622" y="915504"/>
                </a:lnTo>
                <a:lnTo>
                  <a:pt x="1729074" y="916494"/>
                </a:lnTo>
                <a:lnTo>
                  <a:pt x="1730525" y="918878"/>
                </a:lnTo>
                <a:lnTo>
                  <a:pt x="1731977" y="921781"/>
                </a:lnTo>
                <a:lnTo>
                  <a:pt x="1733429" y="922957"/>
                </a:lnTo>
                <a:lnTo>
                  <a:pt x="1734881" y="923087"/>
                </a:lnTo>
                <a:lnTo>
                  <a:pt x="1736333" y="923320"/>
                </a:lnTo>
                <a:lnTo>
                  <a:pt x="1737784" y="924623"/>
                </a:lnTo>
                <a:lnTo>
                  <a:pt x="1739236" y="926335"/>
                </a:lnTo>
                <a:lnTo>
                  <a:pt x="1740688" y="927703"/>
                </a:lnTo>
                <a:lnTo>
                  <a:pt x="1742140" y="928249"/>
                </a:lnTo>
                <a:lnTo>
                  <a:pt x="1743591" y="930540"/>
                </a:lnTo>
                <a:lnTo>
                  <a:pt x="1745043" y="930665"/>
                </a:lnTo>
                <a:lnTo>
                  <a:pt x="1746495" y="931534"/>
                </a:lnTo>
                <a:lnTo>
                  <a:pt x="1747947" y="931773"/>
                </a:lnTo>
                <a:lnTo>
                  <a:pt x="1749399" y="932330"/>
                </a:lnTo>
                <a:lnTo>
                  <a:pt x="1750850" y="932895"/>
                </a:lnTo>
                <a:lnTo>
                  <a:pt x="1752302" y="933349"/>
                </a:lnTo>
                <a:lnTo>
                  <a:pt x="1753754" y="934389"/>
                </a:lnTo>
                <a:lnTo>
                  <a:pt x="1755206" y="936402"/>
                </a:lnTo>
                <a:lnTo>
                  <a:pt x="1756658" y="937289"/>
                </a:lnTo>
                <a:lnTo>
                  <a:pt x="1758109" y="939368"/>
                </a:lnTo>
                <a:lnTo>
                  <a:pt x="1759561" y="940015"/>
                </a:lnTo>
                <a:lnTo>
                  <a:pt x="1761013" y="940174"/>
                </a:lnTo>
                <a:lnTo>
                  <a:pt x="1762465" y="941204"/>
                </a:lnTo>
                <a:lnTo>
                  <a:pt x="1763916" y="941993"/>
                </a:lnTo>
                <a:lnTo>
                  <a:pt x="1765368" y="942371"/>
                </a:lnTo>
                <a:lnTo>
                  <a:pt x="1766820" y="942471"/>
                </a:lnTo>
                <a:lnTo>
                  <a:pt x="1768272" y="942631"/>
                </a:lnTo>
                <a:lnTo>
                  <a:pt x="1769724" y="944039"/>
                </a:lnTo>
                <a:lnTo>
                  <a:pt x="1771175" y="944492"/>
                </a:lnTo>
                <a:lnTo>
                  <a:pt x="1772627" y="945125"/>
                </a:lnTo>
                <a:lnTo>
                  <a:pt x="1774079" y="945691"/>
                </a:lnTo>
                <a:lnTo>
                  <a:pt x="1775531" y="946203"/>
                </a:lnTo>
                <a:lnTo>
                  <a:pt x="1776983" y="948198"/>
                </a:lnTo>
                <a:lnTo>
                  <a:pt x="1778434" y="949580"/>
                </a:lnTo>
                <a:lnTo>
                  <a:pt x="1779886" y="950135"/>
                </a:lnTo>
                <a:lnTo>
                  <a:pt x="1781338" y="950843"/>
                </a:lnTo>
                <a:lnTo>
                  <a:pt x="1782790" y="951815"/>
                </a:lnTo>
                <a:lnTo>
                  <a:pt x="1784241" y="952394"/>
                </a:lnTo>
                <a:lnTo>
                  <a:pt x="1785693" y="952741"/>
                </a:lnTo>
                <a:lnTo>
                  <a:pt x="1787145" y="953928"/>
                </a:lnTo>
                <a:lnTo>
                  <a:pt x="1788597" y="954559"/>
                </a:lnTo>
                <a:lnTo>
                  <a:pt x="1790049" y="955370"/>
                </a:lnTo>
                <a:lnTo>
                  <a:pt x="1791500" y="955374"/>
                </a:lnTo>
                <a:lnTo>
                  <a:pt x="1792952" y="956171"/>
                </a:lnTo>
                <a:lnTo>
                  <a:pt x="1794404" y="957375"/>
                </a:lnTo>
                <a:lnTo>
                  <a:pt x="1795856" y="957487"/>
                </a:lnTo>
                <a:lnTo>
                  <a:pt x="1797307" y="957783"/>
                </a:lnTo>
                <a:lnTo>
                  <a:pt x="1798759" y="959369"/>
                </a:lnTo>
                <a:lnTo>
                  <a:pt x="1800211" y="960502"/>
                </a:lnTo>
                <a:lnTo>
                  <a:pt x="1801663" y="960562"/>
                </a:lnTo>
                <a:lnTo>
                  <a:pt x="1803115" y="961493"/>
                </a:lnTo>
                <a:lnTo>
                  <a:pt x="1804566" y="961944"/>
                </a:lnTo>
                <a:lnTo>
                  <a:pt x="1806018" y="962415"/>
                </a:lnTo>
                <a:lnTo>
                  <a:pt x="1807470" y="962656"/>
                </a:lnTo>
                <a:lnTo>
                  <a:pt x="1808922" y="963898"/>
                </a:lnTo>
                <a:lnTo>
                  <a:pt x="1810374" y="964523"/>
                </a:lnTo>
                <a:lnTo>
                  <a:pt x="1811825" y="965242"/>
                </a:lnTo>
                <a:lnTo>
                  <a:pt x="1813277" y="966505"/>
                </a:lnTo>
                <a:lnTo>
                  <a:pt x="1814729" y="966835"/>
                </a:lnTo>
                <a:lnTo>
                  <a:pt x="1816181" y="969196"/>
                </a:lnTo>
                <a:lnTo>
                  <a:pt x="1817632" y="970484"/>
                </a:lnTo>
                <a:lnTo>
                  <a:pt x="1819084" y="970624"/>
                </a:lnTo>
                <a:lnTo>
                  <a:pt x="1820536" y="970870"/>
                </a:lnTo>
                <a:lnTo>
                  <a:pt x="1821988" y="970968"/>
                </a:lnTo>
                <a:lnTo>
                  <a:pt x="1823440" y="971506"/>
                </a:lnTo>
                <a:lnTo>
                  <a:pt x="1824891" y="972245"/>
                </a:lnTo>
                <a:lnTo>
                  <a:pt x="1826343" y="973513"/>
                </a:lnTo>
                <a:lnTo>
                  <a:pt x="1827795" y="973678"/>
                </a:lnTo>
                <a:lnTo>
                  <a:pt x="1829247" y="974258"/>
                </a:lnTo>
                <a:lnTo>
                  <a:pt x="1830698" y="974516"/>
                </a:lnTo>
                <a:lnTo>
                  <a:pt x="1832150" y="975172"/>
                </a:lnTo>
                <a:lnTo>
                  <a:pt x="1833602" y="975425"/>
                </a:lnTo>
                <a:lnTo>
                  <a:pt x="1835054" y="975977"/>
                </a:lnTo>
                <a:lnTo>
                  <a:pt x="1836506" y="976250"/>
                </a:lnTo>
                <a:lnTo>
                  <a:pt x="1837957" y="978296"/>
                </a:lnTo>
                <a:lnTo>
                  <a:pt x="1839409" y="979370"/>
                </a:lnTo>
                <a:lnTo>
                  <a:pt x="1840861" y="979652"/>
                </a:lnTo>
                <a:lnTo>
                  <a:pt x="1842313" y="979671"/>
                </a:lnTo>
                <a:lnTo>
                  <a:pt x="1843765" y="979928"/>
                </a:lnTo>
                <a:lnTo>
                  <a:pt x="1845216" y="980201"/>
                </a:lnTo>
                <a:lnTo>
                  <a:pt x="1846668" y="980773"/>
                </a:lnTo>
                <a:lnTo>
                  <a:pt x="1848120" y="982118"/>
                </a:lnTo>
                <a:lnTo>
                  <a:pt x="1849572" y="982936"/>
                </a:lnTo>
                <a:lnTo>
                  <a:pt x="1851023" y="983479"/>
                </a:lnTo>
                <a:lnTo>
                  <a:pt x="1852475" y="984159"/>
                </a:lnTo>
                <a:lnTo>
                  <a:pt x="1853927" y="984301"/>
                </a:lnTo>
                <a:lnTo>
                  <a:pt x="1855379" y="984364"/>
                </a:lnTo>
                <a:lnTo>
                  <a:pt x="1856831" y="984383"/>
                </a:lnTo>
                <a:lnTo>
                  <a:pt x="1858282" y="984781"/>
                </a:lnTo>
                <a:lnTo>
                  <a:pt x="1859734" y="984884"/>
                </a:lnTo>
                <a:lnTo>
                  <a:pt x="1861186" y="985486"/>
                </a:lnTo>
                <a:lnTo>
                  <a:pt x="1862638" y="985561"/>
                </a:lnTo>
                <a:lnTo>
                  <a:pt x="1864089" y="985780"/>
                </a:lnTo>
                <a:lnTo>
                  <a:pt x="1865541" y="986300"/>
                </a:lnTo>
                <a:lnTo>
                  <a:pt x="1866993" y="986379"/>
                </a:lnTo>
                <a:lnTo>
                  <a:pt x="1868445" y="987271"/>
                </a:lnTo>
                <a:lnTo>
                  <a:pt x="1869897" y="987544"/>
                </a:lnTo>
                <a:lnTo>
                  <a:pt x="1871348" y="988563"/>
                </a:lnTo>
                <a:lnTo>
                  <a:pt x="1872800" y="988594"/>
                </a:lnTo>
                <a:lnTo>
                  <a:pt x="1874252" y="989326"/>
                </a:lnTo>
                <a:lnTo>
                  <a:pt x="1875704" y="989421"/>
                </a:lnTo>
                <a:lnTo>
                  <a:pt x="1877156" y="989841"/>
                </a:lnTo>
                <a:lnTo>
                  <a:pt x="1878607" y="990179"/>
                </a:lnTo>
                <a:lnTo>
                  <a:pt x="1880059" y="990209"/>
                </a:lnTo>
                <a:lnTo>
                  <a:pt x="1881511" y="990756"/>
                </a:lnTo>
                <a:lnTo>
                  <a:pt x="1882963" y="990771"/>
                </a:lnTo>
                <a:lnTo>
                  <a:pt x="1884414" y="991624"/>
                </a:lnTo>
                <a:lnTo>
                  <a:pt x="1885866" y="992290"/>
                </a:lnTo>
                <a:lnTo>
                  <a:pt x="1887318" y="993106"/>
                </a:lnTo>
                <a:lnTo>
                  <a:pt x="1888770" y="993369"/>
                </a:lnTo>
                <a:lnTo>
                  <a:pt x="1890222" y="993670"/>
                </a:lnTo>
                <a:lnTo>
                  <a:pt x="1891673" y="994203"/>
                </a:lnTo>
                <a:lnTo>
                  <a:pt x="1893125" y="994770"/>
                </a:lnTo>
                <a:lnTo>
                  <a:pt x="1894577" y="995426"/>
                </a:lnTo>
                <a:lnTo>
                  <a:pt x="1896029" y="995916"/>
                </a:lnTo>
                <a:lnTo>
                  <a:pt x="1897481" y="996260"/>
                </a:lnTo>
                <a:lnTo>
                  <a:pt x="1898932" y="996459"/>
                </a:lnTo>
                <a:lnTo>
                  <a:pt x="1900384" y="996531"/>
                </a:lnTo>
                <a:lnTo>
                  <a:pt x="1901836" y="996630"/>
                </a:lnTo>
                <a:lnTo>
                  <a:pt x="1903288" y="997113"/>
                </a:lnTo>
                <a:lnTo>
                  <a:pt x="1904739" y="997282"/>
                </a:lnTo>
                <a:lnTo>
                  <a:pt x="1906191" y="997808"/>
                </a:lnTo>
                <a:lnTo>
                  <a:pt x="1907643" y="998020"/>
                </a:lnTo>
                <a:lnTo>
                  <a:pt x="1909095" y="998222"/>
                </a:lnTo>
                <a:lnTo>
                  <a:pt x="1910547" y="998549"/>
                </a:lnTo>
                <a:lnTo>
                  <a:pt x="1911998" y="998688"/>
                </a:lnTo>
                <a:lnTo>
                  <a:pt x="1913450" y="999551"/>
                </a:lnTo>
                <a:lnTo>
                  <a:pt x="1914902" y="999733"/>
                </a:lnTo>
                <a:lnTo>
                  <a:pt x="1916354" y="999926"/>
                </a:lnTo>
                <a:lnTo>
                  <a:pt x="1917805" y="1000273"/>
                </a:lnTo>
                <a:lnTo>
                  <a:pt x="1919257" y="1000615"/>
                </a:lnTo>
                <a:lnTo>
                  <a:pt x="1920709" y="1000858"/>
                </a:lnTo>
                <a:lnTo>
                  <a:pt x="1922161" y="1001142"/>
                </a:lnTo>
                <a:lnTo>
                  <a:pt x="1923613" y="1002085"/>
                </a:lnTo>
                <a:lnTo>
                  <a:pt x="1925064" y="1002104"/>
                </a:lnTo>
                <a:lnTo>
                  <a:pt x="1926516" y="1002494"/>
                </a:lnTo>
                <a:lnTo>
                  <a:pt x="1927968" y="1002834"/>
                </a:lnTo>
                <a:lnTo>
                  <a:pt x="1929420" y="1003437"/>
                </a:lnTo>
                <a:lnTo>
                  <a:pt x="1930872" y="1004361"/>
                </a:lnTo>
                <a:lnTo>
                  <a:pt x="1932323" y="1004466"/>
                </a:lnTo>
                <a:lnTo>
                  <a:pt x="1933775" y="1005209"/>
                </a:lnTo>
                <a:lnTo>
                  <a:pt x="1935227" y="1005267"/>
                </a:lnTo>
                <a:lnTo>
                  <a:pt x="1936679" y="1005587"/>
                </a:lnTo>
                <a:lnTo>
                  <a:pt x="1938130" y="1006422"/>
                </a:lnTo>
                <a:lnTo>
                  <a:pt x="1939582" y="1007059"/>
                </a:lnTo>
                <a:lnTo>
                  <a:pt x="1941034" y="1007175"/>
                </a:lnTo>
                <a:lnTo>
                  <a:pt x="1942486" y="1007766"/>
                </a:lnTo>
                <a:lnTo>
                  <a:pt x="1943938" y="1007930"/>
                </a:lnTo>
                <a:lnTo>
                  <a:pt x="1945389" y="1007978"/>
                </a:lnTo>
                <a:lnTo>
                  <a:pt x="1946841" y="1008389"/>
                </a:lnTo>
                <a:lnTo>
                  <a:pt x="1948293" y="1008443"/>
                </a:lnTo>
                <a:lnTo>
                  <a:pt x="1949745" y="1008980"/>
                </a:lnTo>
                <a:lnTo>
                  <a:pt x="1951196" y="1009448"/>
                </a:lnTo>
                <a:lnTo>
                  <a:pt x="1952648" y="1009787"/>
                </a:lnTo>
                <a:lnTo>
                  <a:pt x="1954100" y="1009955"/>
                </a:lnTo>
                <a:lnTo>
                  <a:pt x="1955552" y="1010182"/>
                </a:lnTo>
                <a:lnTo>
                  <a:pt x="1957004" y="1011119"/>
                </a:lnTo>
                <a:lnTo>
                  <a:pt x="1958455" y="1011832"/>
                </a:lnTo>
                <a:lnTo>
                  <a:pt x="1959907" y="1013049"/>
                </a:lnTo>
                <a:lnTo>
                  <a:pt x="1961359" y="1013351"/>
                </a:lnTo>
                <a:lnTo>
                  <a:pt x="1962811" y="1013525"/>
                </a:lnTo>
                <a:lnTo>
                  <a:pt x="1964263" y="1013982"/>
                </a:lnTo>
                <a:lnTo>
                  <a:pt x="1965714" y="1014015"/>
                </a:lnTo>
                <a:lnTo>
                  <a:pt x="1967166" y="1014366"/>
                </a:lnTo>
                <a:lnTo>
                  <a:pt x="1968618" y="1014991"/>
                </a:lnTo>
                <a:lnTo>
                  <a:pt x="1970070" y="1015329"/>
                </a:lnTo>
                <a:lnTo>
                  <a:pt x="1971521" y="1015402"/>
                </a:lnTo>
                <a:lnTo>
                  <a:pt x="1972973" y="1015865"/>
                </a:lnTo>
                <a:lnTo>
                  <a:pt x="1974425" y="1016114"/>
                </a:lnTo>
                <a:lnTo>
                  <a:pt x="1975877" y="1016217"/>
                </a:lnTo>
                <a:lnTo>
                  <a:pt x="1977329" y="1016272"/>
                </a:lnTo>
                <a:lnTo>
                  <a:pt x="1978780" y="1016734"/>
                </a:lnTo>
                <a:lnTo>
                  <a:pt x="1980232" y="1017192"/>
                </a:lnTo>
                <a:lnTo>
                  <a:pt x="1981684" y="1017317"/>
                </a:lnTo>
                <a:lnTo>
                  <a:pt x="1983136" y="1018115"/>
                </a:lnTo>
                <a:lnTo>
                  <a:pt x="1984587" y="1018219"/>
                </a:lnTo>
                <a:lnTo>
                  <a:pt x="1986039" y="1018704"/>
                </a:lnTo>
                <a:lnTo>
                  <a:pt x="1987491" y="1018772"/>
                </a:lnTo>
                <a:lnTo>
                  <a:pt x="1988943" y="1019011"/>
                </a:lnTo>
                <a:lnTo>
                  <a:pt x="1990395" y="1019347"/>
                </a:lnTo>
                <a:lnTo>
                  <a:pt x="1991846" y="1019523"/>
                </a:lnTo>
                <a:lnTo>
                  <a:pt x="1993298" y="1020509"/>
                </a:lnTo>
                <a:lnTo>
                  <a:pt x="1994750" y="1021506"/>
                </a:lnTo>
                <a:lnTo>
                  <a:pt x="1996202" y="1022196"/>
                </a:lnTo>
                <a:lnTo>
                  <a:pt x="1997654" y="1022216"/>
                </a:lnTo>
                <a:lnTo>
                  <a:pt x="1999105" y="1022546"/>
                </a:lnTo>
                <a:lnTo>
                  <a:pt x="2000557" y="1022827"/>
                </a:lnTo>
                <a:lnTo>
                  <a:pt x="2002009" y="1023060"/>
                </a:lnTo>
                <a:lnTo>
                  <a:pt x="2003461" y="1023554"/>
                </a:lnTo>
                <a:lnTo>
                  <a:pt x="2004912" y="1024006"/>
                </a:lnTo>
                <a:lnTo>
                  <a:pt x="2006364" y="1024141"/>
                </a:lnTo>
                <a:lnTo>
                  <a:pt x="2007816" y="1024177"/>
                </a:lnTo>
                <a:lnTo>
                  <a:pt x="2009268" y="1024356"/>
                </a:lnTo>
                <a:lnTo>
                  <a:pt x="2010720" y="1024479"/>
                </a:lnTo>
                <a:lnTo>
                  <a:pt x="2012171" y="1024508"/>
                </a:lnTo>
                <a:lnTo>
                  <a:pt x="2013623" y="1025092"/>
                </a:lnTo>
                <a:lnTo>
                  <a:pt x="2015075" y="1025204"/>
                </a:lnTo>
                <a:lnTo>
                  <a:pt x="2016527" y="1025496"/>
                </a:lnTo>
                <a:lnTo>
                  <a:pt x="2017979" y="1025693"/>
                </a:lnTo>
                <a:lnTo>
                  <a:pt x="2019430" y="1025864"/>
                </a:lnTo>
                <a:lnTo>
                  <a:pt x="2020882" y="1026133"/>
                </a:lnTo>
                <a:lnTo>
                  <a:pt x="2022334" y="1026148"/>
                </a:lnTo>
                <a:lnTo>
                  <a:pt x="2023786" y="1026483"/>
                </a:lnTo>
                <a:lnTo>
                  <a:pt x="2025237" y="1026843"/>
                </a:lnTo>
                <a:lnTo>
                  <a:pt x="2026689" y="1027492"/>
                </a:lnTo>
                <a:lnTo>
                  <a:pt x="2028141" y="1027540"/>
                </a:lnTo>
                <a:lnTo>
                  <a:pt x="2029593" y="1027804"/>
                </a:lnTo>
                <a:lnTo>
                  <a:pt x="2031045" y="1028111"/>
                </a:lnTo>
                <a:lnTo>
                  <a:pt x="2032496" y="1028150"/>
                </a:lnTo>
                <a:lnTo>
                  <a:pt x="2033948" y="1028327"/>
                </a:lnTo>
                <a:lnTo>
                  <a:pt x="2035400" y="1028497"/>
                </a:lnTo>
                <a:lnTo>
                  <a:pt x="2036852" y="1028641"/>
                </a:lnTo>
                <a:lnTo>
                  <a:pt x="2038303" y="1028693"/>
                </a:lnTo>
                <a:lnTo>
                  <a:pt x="2039755" y="1028989"/>
                </a:lnTo>
                <a:lnTo>
                  <a:pt x="2041207" y="1029200"/>
                </a:lnTo>
                <a:lnTo>
                  <a:pt x="2042659" y="1029399"/>
                </a:lnTo>
                <a:lnTo>
                  <a:pt x="2044111" y="1029452"/>
                </a:lnTo>
                <a:lnTo>
                  <a:pt x="2045562" y="1029556"/>
                </a:lnTo>
                <a:lnTo>
                  <a:pt x="2047014" y="1030068"/>
                </a:lnTo>
                <a:lnTo>
                  <a:pt x="2048466" y="1030274"/>
                </a:lnTo>
                <a:lnTo>
                  <a:pt x="2049918" y="1030554"/>
                </a:lnTo>
                <a:lnTo>
                  <a:pt x="2051370" y="1030771"/>
                </a:lnTo>
                <a:lnTo>
                  <a:pt x="2052821" y="1030921"/>
                </a:lnTo>
                <a:lnTo>
                  <a:pt x="2054273" y="1031195"/>
                </a:lnTo>
                <a:lnTo>
                  <a:pt x="2055725" y="1031656"/>
                </a:lnTo>
                <a:lnTo>
                  <a:pt x="2057177" y="1031985"/>
                </a:lnTo>
                <a:lnTo>
                  <a:pt x="2058628" y="1032317"/>
                </a:lnTo>
                <a:lnTo>
                  <a:pt x="2060080" y="1032607"/>
                </a:lnTo>
                <a:lnTo>
                  <a:pt x="2061532" y="1032805"/>
                </a:lnTo>
                <a:lnTo>
                  <a:pt x="2062984" y="1033358"/>
                </a:lnTo>
                <a:lnTo>
                  <a:pt x="2064436" y="1033369"/>
                </a:lnTo>
                <a:lnTo>
                  <a:pt x="2065887" y="1034207"/>
                </a:lnTo>
                <a:lnTo>
                  <a:pt x="2067339" y="1250019"/>
                </a:lnTo>
                <a:lnTo>
                  <a:pt x="2068791" y="1032111"/>
                </a:lnTo>
                <a:lnTo>
                  <a:pt x="2070243" y="1030635"/>
                </a:lnTo>
                <a:lnTo>
                  <a:pt x="2071694" y="1026681"/>
                </a:lnTo>
                <a:lnTo>
                  <a:pt x="2073146" y="1021556"/>
                </a:lnTo>
                <a:lnTo>
                  <a:pt x="2074598" y="1017220"/>
                </a:lnTo>
                <a:lnTo>
                  <a:pt x="2076050" y="1011320"/>
                </a:lnTo>
                <a:lnTo>
                  <a:pt x="2077502" y="1005449"/>
                </a:lnTo>
                <a:lnTo>
                  <a:pt x="2078953" y="996529"/>
                </a:lnTo>
                <a:lnTo>
                  <a:pt x="2080405" y="988681"/>
                </a:lnTo>
                <a:lnTo>
                  <a:pt x="2081857" y="972217"/>
                </a:lnTo>
                <a:lnTo>
                  <a:pt x="2083309" y="962911"/>
                </a:lnTo>
                <a:lnTo>
                  <a:pt x="2084761" y="947043"/>
                </a:lnTo>
                <a:lnTo>
                  <a:pt x="2086212" y="925950"/>
                </a:lnTo>
                <a:lnTo>
                  <a:pt x="2087664" y="906238"/>
                </a:lnTo>
                <a:lnTo>
                  <a:pt x="2089116" y="880266"/>
                </a:lnTo>
                <a:lnTo>
                  <a:pt x="2090568" y="843347"/>
                </a:lnTo>
                <a:lnTo>
                  <a:pt x="2092019" y="800003"/>
                </a:lnTo>
                <a:lnTo>
                  <a:pt x="2093471" y="795766"/>
                </a:lnTo>
                <a:lnTo>
                  <a:pt x="2094923" y="816434"/>
                </a:lnTo>
                <a:lnTo>
                  <a:pt x="2096375" y="854990"/>
                </a:lnTo>
                <a:lnTo>
                  <a:pt x="2097827" y="888535"/>
                </a:lnTo>
                <a:lnTo>
                  <a:pt x="2099278" y="916019"/>
                </a:lnTo>
                <a:lnTo>
                  <a:pt x="2100730" y="939494"/>
                </a:lnTo>
                <a:lnTo>
                  <a:pt x="2102182" y="953305"/>
                </a:lnTo>
                <a:lnTo>
                  <a:pt x="2103634" y="966829"/>
                </a:lnTo>
                <a:lnTo>
                  <a:pt x="2105085" y="980220"/>
                </a:lnTo>
                <a:lnTo>
                  <a:pt x="2106537" y="994216"/>
                </a:lnTo>
                <a:lnTo>
                  <a:pt x="2107989" y="1001470"/>
                </a:lnTo>
                <a:lnTo>
                  <a:pt x="2109441" y="1006783"/>
                </a:lnTo>
                <a:lnTo>
                  <a:pt x="2110893" y="1013483"/>
                </a:lnTo>
                <a:lnTo>
                  <a:pt x="2112344" y="1020909"/>
                </a:lnTo>
                <a:lnTo>
                  <a:pt x="2113796" y="1024218"/>
                </a:lnTo>
                <a:lnTo>
                  <a:pt x="2115248" y="1028520"/>
                </a:lnTo>
                <a:lnTo>
                  <a:pt x="2116700" y="1031171"/>
                </a:lnTo>
                <a:lnTo>
                  <a:pt x="2118152" y="1034467"/>
                </a:lnTo>
                <a:lnTo>
                  <a:pt x="2119603" y="1034734"/>
                </a:lnTo>
                <a:lnTo>
                  <a:pt x="2121055" y="1035129"/>
                </a:lnTo>
                <a:lnTo>
                  <a:pt x="2122507" y="1035302"/>
                </a:lnTo>
                <a:lnTo>
                  <a:pt x="2123959" y="1035633"/>
                </a:lnTo>
                <a:lnTo>
                  <a:pt x="2125410" y="1035948"/>
                </a:lnTo>
                <a:lnTo>
                  <a:pt x="2126862" y="1036139"/>
                </a:lnTo>
                <a:lnTo>
                  <a:pt x="2128314" y="1036226"/>
                </a:lnTo>
                <a:lnTo>
                  <a:pt x="2129766" y="1036610"/>
                </a:lnTo>
                <a:lnTo>
                  <a:pt x="2131218" y="1036920"/>
                </a:lnTo>
                <a:lnTo>
                  <a:pt x="2132669" y="1037143"/>
                </a:lnTo>
                <a:lnTo>
                  <a:pt x="2134121" y="1037290"/>
                </a:lnTo>
                <a:lnTo>
                  <a:pt x="2135573" y="1037867"/>
                </a:lnTo>
                <a:lnTo>
                  <a:pt x="2137025" y="1038493"/>
                </a:lnTo>
                <a:lnTo>
                  <a:pt x="2138477" y="1038684"/>
                </a:lnTo>
                <a:lnTo>
                  <a:pt x="2139928" y="1039055"/>
                </a:lnTo>
                <a:lnTo>
                  <a:pt x="2141380" y="1039366"/>
                </a:lnTo>
                <a:lnTo>
                  <a:pt x="2142832" y="1039547"/>
                </a:lnTo>
                <a:lnTo>
                  <a:pt x="2144284" y="1039959"/>
                </a:lnTo>
                <a:lnTo>
                  <a:pt x="2145735" y="1040249"/>
                </a:lnTo>
                <a:lnTo>
                  <a:pt x="2147187" y="1040501"/>
                </a:lnTo>
                <a:lnTo>
                  <a:pt x="2148639" y="1040647"/>
                </a:lnTo>
                <a:lnTo>
                  <a:pt x="2150091" y="1040877"/>
                </a:lnTo>
                <a:lnTo>
                  <a:pt x="2151543" y="1041051"/>
                </a:lnTo>
                <a:lnTo>
                  <a:pt x="2152994" y="1041381"/>
                </a:lnTo>
                <a:lnTo>
                  <a:pt x="2154446" y="1041740"/>
                </a:lnTo>
                <a:lnTo>
                  <a:pt x="2155898" y="1041930"/>
                </a:lnTo>
                <a:lnTo>
                  <a:pt x="2157350" y="1042082"/>
                </a:lnTo>
                <a:lnTo>
                  <a:pt x="2158801" y="1042505"/>
                </a:lnTo>
                <a:lnTo>
                  <a:pt x="2160253" y="1042748"/>
                </a:lnTo>
                <a:lnTo>
                  <a:pt x="2161705" y="1042875"/>
                </a:lnTo>
                <a:lnTo>
                  <a:pt x="2163157" y="1043153"/>
                </a:lnTo>
                <a:lnTo>
                  <a:pt x="2164609" y="1043258"/>
                </a:lnTo>
                <a:lnTo>
                  <a:pt x="2166060" y="1043476"/>
                </a:lnTo>
                <a:lnTo>
                  <a:pt x="2167512" y="1043646"/>
                </a:lnTo>
                <a:lnTo>
                  <a:pt x="2168964" y="1043841"/>
                </a:lnTo>
                <a:lnTo>
                  <a:pt x="2170416" y="1044026"/>
                </a:lnTo>
                <a:lnTo>
                  <a:pt x="2171868" y="1044471"/>
                </a:lnTo>
                <a:lnTo>
                  <a:pt x="2173319" y="1044622"/>
                </a:lnTo>
                <a:lnTo>
                  <a:pt x="2174771" y="1044718"/>
                </a:lnTo>
                <a:lnTo>
                  <a:pt x="2176223" y="1044952"/>
                </a:lnTo>
                <a:lnTo>
                  <a:pt x="2177675" y="1045193"/>
                </a:lnTo>
                <a:lnTo>
                  <a:pt x="2179126" y="1045315"/>
                </a:lnTo>
                <a:lnTo>
                  <a:pt x="2180578" y="1045772"/>
                </a:lnTo>
                <a:lnTo>
                  <a:pt x="2182030" y="1046017"/>
                </a:lnTo>
                <a:lnTo>
                  <a:pt x="2183482" y="1046439"/>
                </a:lnTo>
                <a:lnTo>
                  <a:pt x="2184934" y="1046565"/>
                </a:lnTo>
                <a:lnTo>
                  <a:pt x="2186385" y="1046678"/>
                </a:lnTo>
                <a:lnTo>
                  <a:pt x="2187837" y="1046874"/>
                </a:lnTo>
                <a:lnTo>
                  <a:pt x="2189289" y="1047037"/>
                </a:lnTo>
                <a:lnTo>
                  <a:pt x="2190741" y="1047312"/>
                </a:lnTo>
                <a:lnTo>
                  <a:pt x="2192192" y="1047328"/>
                </a:lnTo>
                <a:lnTo>
                  <a:pt x="2193644" y="1047471"/>
                </a:lnTo>
                <a:lnTo>
                  <a:pt x="2195096" y="1047514"/>
                </a:lnTo>
                <a:lnTo>
                  <a:pt x="2196548" y="1047697"/>
                </a:lnTo>
                <a:lnTo>
                  <a:pt x="2198000" y="1047760"/>
                </a:lnTo>
                <a:lnTo>
                  <a:pt x="2199451" y="1047862"/>
                </a:lnTo>
                <a:lnTo>
                  <a:pt x="2200903" y="1048203"/>
                </a:lnTo>
                <a:lnTo>
                  <a:pt x="2202355" y="1048371"/>
                </a:lnTo>
                <a:lnTo>
                  <a:pt x="2203807" y="1048634"/>
                </a:lnTo>
                <a:lnTo>
                  <a:pt x="2205259" y="1048790"/>
                </a:lnTo>
                <a:lnTo>
                  <a:pt x="2206710" y="1048938"/>
                </a:lnTo>
                <a:lnTo>
                  <a:pt x="2208162" y="1049063"/>
                </a:lnTo>
                <a:lnTo>
                  <a:pt x="2209614" y="1049336"/>
                </a:lnTo>
                <a:lnTo>
                  <a:pt x="2211066" y="1049450"/>
                </a:lnTo>
                <a:lnTo>
                  <a:pt x="2212517" y="1049648"/>
                </a:lnTo>
                <a:lnTo>
                  <a:pt x="2213969" y="1049730"/>
                </a:lnTo>
                <a:lnTo>
                  <a:pt x="2215421" y="1049841"/>
                </a:lnTo>
                <a:lnTo>
                  <a:pt x="2216873" y="1049934"/>
                </a:lnTo>
                <a:lnTo>
                  <a:pt x="2218325" y="1050011"/>
                </a:lnTo>
                <a:lnTo>
                  <a:pt x="2219776" y="1050119"/>
                </a:lnTo>
                <a:lnTo>
                  <a:pt x="2221228" y="1050267"/>
                </a:lnTo>
                <a:lnTo>
                  <a:pt x="2222680" y="1050347"/>
                </a:lnTo>
                <a:lnTo>
                  <a:pt x="2224132" y="1050423"/>
                </a:lnTo>
                <a:lnTo>
                  <a:pt x="2225583" y="1050769"/>
                </a:lnTo>
                <a:lnTo>
                  <a:pt x="2227035" y="1050967"/>
                </a:lnTo>
                <a:lnTo>
                  <a:pt x="2228487" y="1051010"/>
                </a:lnTo>
                <a:lnTo>
                  <a:pt x="2229939" y="1051026"/>
                </a:lnTo>
                <a:lnTo>
                  <a:pt x="2231391" y="1051112"/>
                </a:lnTo>
                <a:lnTo>
                  <a:pt x="2232842" y="1051215"/>
                </a:lnTo>
                <a:lnTo>
                  <a:pt x="2234294" y="1051307"/>
                </a:lnTo>
                <a:lnTo>
                  <a:pt x="2235746" y="1051408"/>
                </a:lnTo>
                <a:lnTo>
                  <a:pt x="2237198" y="1051477"/>
                </a:lnTo>
                <a:lnTo>
                  <a:pt x="2238650" y="1051517"/>
                </a:lnTo>
                <a:lnTo>
                  <a:pt x="2240101" y="1051686"/>
                </a:lnTo>
                <a:lnTo>
                  <a:pt x="2241553" y="1051822"/>
                </a:lnTo>
                <a:lnTo>
                  <a:pt x="2243005" y="1051873"/>
                </a:lnTo>
                <a:lnTo>
                  <a:pt x="2244457" y="1051932"/>
                </a:lnTo>
                <a:lnTo>
                  <a:pt x="2245908" y="1051985"/>
                </a:lnTo>
                <a:lnTo>
                  <a:pt x="2247360" y="1052118"/>
                </a:lnTo>
                <a:lnTo>
                  <a:pt x="2248812" y="1052218"/>
                </a:lnTo>
                <a:lnTo>
                  <a:pt x="2250264" y="1052269"/>
                </a:lnTo>
                <a:lnTo>
                  <a:pt x="2251716" y="1052323"/>
                </a:lnTo>
                <a:lnTo>
                  <a:pt x="2253167" y="1052353"/>
                </a:lnTo>
                <a:lnTo>
                  <a:pt x="2254619" y="1052596"/>
                </a:lnTo>
                <a:lnTo>
                  <a:pt x="2256071" y="1052619"/>
                </a:lnTo>
                <a:lnTo>
                  <a:pt x="2257523" y="1052673"/>
                </a:lnTo>
                <a:lnTo>
                  <a:pt x="2258974" y="1052739"/>
                </a:lnTo>
                <a:lnTo>
                  <a:pt x="2260426" y="1052794"/>
                </a:lnTo>
                <a:lnTo>
                  <a:pt x="2261878" y="1052889"/>
                </a:lnTo>
                <a:lnTo>
                  <a:pt x="2263330" y="1052907"/>
                </a:lnTo>
                <a:lnTo>
                  <a:pt x="2264782" y="1052974"/>
                </a:lnTo>
                <a:lnTo>
                  <a:pt x="2266233" y="1053040"/>
                </a:lnTo>
                <a:lnTo>
                  <a:pt x="2267685" y="1053108"/>
                </a:lnTo>
                <a:lnTo>
                  <a:pt x="2269137" y="1053142"/>
                </a:lnTo>
                <a:lnTo>
                  <a:pt x="2270589" y="1053196"/>
                </a:lnTo>
                <a:lnTo>
                  <a:pt x="2272041" y="1053259"/>
                </a:lnTo>
                <a:lnTo>
                  <a:pt x="2273492" y="1053316"/>
                </a:lnTo>
                <a:lnTo>
                  <a:pt x="2274944" y="1053358"/>
                </a:lnTo>
                <a:lnTo>
                  <a:pt x="2276396" y="1053399"/>
                </a:lnTo>
                <a:lnTo>
                  <a:pt x="2277848" y="1053470"/>
                </a:lnTo>
                <a:lnTo>
                  <a:pt x="2279299" y="1053520"/>
                </a:lnTo>
                <a:lnTo>
                  <a:pt x="2280751" y="1053588"/>
                </a:lnTo>
                <a:lnTo>
                  <a:pt x="2282203" y="1053617"/>
                </a:lnTo>
                <a:lnTo>
                  <a:pt x="2283655" y="1053659"/>
                </a:lnTo>
                <a:lnTo>
                  <a:pt x="2285107" y="1053708"/>
                </a:lnTo>
                <a:lnTo>
                  <a:pt x="2286558" y="1053756"/>
                </a:lnTo>
                <a:lnTo>
                  <a:pt x="2288010" y="1053777"/>
                </a:lnTo>
                <a:lnTo>
                  <a:pt x="2289462" y="1053802"/>
                </a:lnTo>
                <a:lnTo>
                  <a:pt x="2290914" y="1053840"/>
                </a:lnTo>
                <a:lnTo>
                  <a:pt x="2292366" y="1053899"/>
                </a:lnTo>
                <a:lnTo>
                  <a:pt x="2293817" y="1053916"/>
                </a:lnTo>
                <a:lnTo>
                  <a:pt x="2295269" y="1053926"/>
                </a:lnTo>
                <a:lnTo>
                  <a:pt x="2296721" y="1053965"/>
                </a:lnTo>
                <a:lnTo>
                  <a:pt x="2298173" y="1053982"/>
                </a:lnTo>
                <a:lnTo>
                  <a:pt x="2299624" y="1054015"/>
                </a:lnTo>
                <a:lnTo>
                  <a:pt x="2301076" y="1054062"/>
                </a:lnTo>
                <a:lnTo>
                  <a:pt x="2302528" y="1054068"/>
                </a:lnTo>
                <a:lnTo>
                  <a:pt x="2303980" y="1054090"/>
                </a:lnTo>
                <a:lnTo>
                  <a:pt x="2305432" y="1054107"/>
                </a:lnTo>
                <a:lnTo>
                  <a:pt x="2306883" y="1054122"/>
                </a:lnTo>
                <a:lnTo>
                  <a:pt x="2308335" y="1054131"/>
                </a:lnTo>
                <a:lnTo>
                  <a:pt x="2309787" y="1054138"/>
                </a:lnTo>
                <a:lnTo>
                  <a:pt x="2311239" y="1054144"/>
                </a:lnTo>
                <a:lnTo>
                  <a:pt x="2312690" y="1054168"/>
                </a:lnTo>
                <a:lnTo>
                  <a:pt x="2314142" y="1054173"/>
                </a:lnTo>
                <a:lnTo>
                  <a:pt x="2315594" y="1054192"/>
                </a:lnTo>
                <a:lnTo>
                  <a:pt x="2317046" y="1054197"/>
                </a:lnTo>
                <a:lnTo>
                  <a:pt x="2318498" y="1054205"/>
                </a:lnTo>
                <a:lnTo>
                  <a:pt x="2319949" y="1054219"/>
                </a:lnTo>
                <a:lnTo>
                  <a:pt x="2321401" y="1054252"/>
                </a:lnTo>
                <a:lnTo>
                  <a:pt x="2322853" y="1054256"/>
                </a:lnTo>
                <a:lnTo>
                  <a:pt x="2324305" y="1054265"/>
                </a:lnTo>
                <a:lnTo>
                  <a:pt x="2325757" y="1054283"/>
                </a:lnTo>
                <a:lnTo>
                  <a:pt x="2327208" y="1054287"/>
                </a:lnTo>
                <a:lnTo>
                  <a:pt x="2328660" y="1054307"/>
                </a:lnTo>
                <a:lnTo>
                  <a:pt x="2330112" y="1054318"/>
                </a:lnTo>
                <a:lnTo>
                  <a:pt x="2331564" y="1054341"/>
                </a:lnTo>
                <a:lnTo>
                  <a:pt x="2333015" y="1054354"/>
                </a:lnTo>
                <a:lnTo>
                  <a:pt x="2334467" y="1054366"/>
                </a:lnTo>
                <a:lnTo>
                  <a:pt x="2335919" y="1054387"/>
                </a:lnTo>
                <a:lnTo>
                  <a:pt x="2337371" y="1054397"/>
                </a:lnTo>
                <a:lnTo>
                  <a:pt x="2338823" y="1054419"/>
                </a:lnTo>
                <a:lnTo>
                  <a:pt x="2340274" y="1054426"/>
                </a:lnTo>
                <a:lnTo>
                  <a:pt x="2341726" y="1054430"/>
                </a:lnTo>
                <a:lnTo>
                  <a:pt x="2343178" y="1054447"/>
                </a:lnTo>
                <a:lnTo>
                  <a:pt x="2344630" y="1054451"/>
                </a:lnTo>
                <a:lnTo>
                  <a:pt x="2346081" y="1054458"/>
                </a:lnTo>
                <a:lnTo>
                  <a:pt x="2347533" y="1054466"/>
                </a:lnTo>
                <a:lnTo>
                  <a:pt x="2348985" y="1054470"/>
                </a:lnTo>
                <a:lnTo>
                  <a:pt x="2350437" y="1054475"/>
                </a:lnTo>
                <a:lnTo>
                  <a:pt x="2351889" y="1054489"/>
                </a:lnTo>
                <a:lnTo>
                  <a:pt x="2353340" y="1054492"/>
                </a:lnTo>
                <a:lnTo>
                  <a:pt x="2354792" y="1054500"/>
                </a:lnTo>
                <a:lnTo>
                  <a:pt x="2356244" y="1054512"/>
                </a:lnTo>
                <a:lnTo>
                  <a:pt x="2357696" y="1054517"/>
                </a:lnTo>
                <a:lnTo>
                  <a:pt x="2359148" y="1054536"/>
                </a:lnTo>
                <a:lnTo>
                  <a:pt x="2360599" y="1054542"/>
                </a:lnTo>
                <a:lnTo>
                  <a:pt x="2362051" y="1054549"/>
                </a:lnTo>
                <a:lnTo>
                  <a:pt x="2363503" y="1054559"/>
                </a:lnTo>
                <a:lnTo>
                  <a:pt x="2364955" y="1054569"/>
                </a:lnTo>
                <a:lnTo>
                  <a:pt x="2366406" y="1054574"/>
                </a:lnTo>
                <a:lnTo>
                  <a:pt x="2367858" y="1054586"/>
                </a:lnTo>
                <a:lnTo>
                  <a:pt x="2369310" y="1054591"/>
                </a:lnTo>
                <a:lnTo>
                  <a:pt x="2370762" y="1054597"/>
                </a:lnTo>
                <a:lnTo>
                  <a:pt x="2372214" y="1054600"/>
                </a:lnTo>
                <a:lnTo>
                  <a:pt x="2373665" y="1054607"/>
                </a:lnTo>
                <a:lnTo>
                  <a:pt x="2375117" y="1054616"/>
                </a:lnTo>
                <a:lnTo>
                  <a:pt x="2376569" y="1054623"/>
                </a:lnTo>
                <a:lnTo>
                  <a:pt x="2378021" y="1054627"/>
                </a:lnTo>
                <a:lnTo>
                  <a:pt x="2379472" y="1054629"/>
                </a:lnTo>
                <a:lnTo>
                  <a:pt x="2380924" y="1054635"/>
                </a:lnTo>
                <a:lnTo>
                  <a:pt x="2382376" y="1054637"/>
                </a:lnTo>
                <a:lnTo>
                  <a:pt x="2383828" y="1054651"/>
                </a:lnTo>
                <a:lnTo>
                  <a:pt x="2385280" y="1054656"/>
                </a:lnTo>
                <a:lnTo>
                  <a:pt x="2386731" y="1054657"/>
                </a:lnTo>
                <a:lnTo>
                  <a:pt x="2388183" y="1054663"/>
                </a:lnTo>
                <a:lnTo>
                  <a:pt x="2389635" y="1054668"/>
                </a:lnTo>
                <a:lnTo>
                  <a:pt x="2391087" y="1054679"/>
                </a:lnTo>
                <a:lnTo>
                  <a:pt x="2392539" y="1054685"/>
                </a:lnTo>
                <a:lnTo>
                  <a:pt x="2393990" y="1054687"/>
                </a:lnTo>
                <a:lnTo>
                  <a:pt x="2395442" y="1054692"/>
                </a:lnTo>
                <a:lnTo>
                  <a:pt x="2396894" y="1054697"/>
                </a:lnTo>
                <a:lnTo>
                  <a:pt x="2398346" y="1054706"/>
                </a:lnTo>
                <a:lnTo>
                  <a:pt x="2399797" y="1054709"/>
                </a:lnTo>
                <a:lnTo>
                  <a:pt x="2401249" y="1054713"/>
                </a:lnTo>
                <a:lnTo>
                  <a:pt x="2402701" y="1054715"/>
                </a:lnTo>
                <a:lnTo>
                  <a:pt x="2404153" y="1054721"/>
                </a:lnTo>
                <a:lnTo>
                  <a:pt x="2405605" y="1054726"/>
                </a:lnTo>
                <a:lnTo>
                  <a:pt x="2407056" y="1054730"/>
                </a:lnTo>
                <a:lnTo>
                  <a:pt x="2408508" y="1054736"/>
                </a:lnTo>
                <a:lnTo>
                  <a:pt x="2409960" y="1054740"/>
                </a:lnTo>
                <a:lnTo>
                  <a:pt x="2411412" y="1054746"/>
                </a:lnTo>
                <a:lnTo>
                  <a:pt x="2412864" y="1054754"/>
                </a:lnTo>
                <a:lnTo>
                  <a:pt x="2414315" y="1054761"/>
                </a:lnTo>
                <a:lnTo>
                  <a:pt x="2415767" y="1054767"/>
                </a:lnTo>
                <a:lnTo>
                  <a:pt x="2417219" y="1054767"/>
                </a:lnTo>
                <a:lnTo>
                  <a:pt x="2418671" y="1054771"/>
                </a:lnTo>
                <a:lnTo>
                  <a:pt x="2420122" y="1054780"/>
                </a:lnTo>
                <a:lnTo>
                  <a:pt x="2421574" y="1054790"/>
                </a:lnTo>
                <a:lnTo>
                  <a:pt x="2423026" y="1054794"/>
                </a:lnTo>
                <a:lnTo>
                  <a:pt x="2424478" y="1054799"/>
                </a:lnTo>
                <a:lnTo>
                  <a:pt x="2425930" y="1054804"/>
                </a:lnTo>
                <a:lnTo>
                  <a:pt x="2427381" y="1054808"/>
                </a:lnTo>
                <a:lnTo>
                  <a:pt x="2428833" y="1054813"/>
                </a:lnTo>
                <a:lnTo>
                  <a:pt x="2430285" y="1054819"/>
                </a:lnTo>
                <a:lnTo>
                  <a:pt x="2431737" y="1054819"/>
                </a:lnTo>
                <a:lnTo>
                  <a:pt x="2433188" y="1054821"/>
                </a:lnTo>
                <a:lnTo>
                  <a:pt x="2434640" y="1054831"/>
                </a:lnTo>
                <a:lnTo>
                  <a:pt x="2436092" y="1054838"/>
                </a:lnTo>
                <a:lnTo>
                  <a:pt x="2437544" y="1054842"/>
                </a:lnTo>
                <a:lnTo>
                  <a:pt x="2438996" y="1054843"/>
                </a:lnTo>
                <a:lnTo>
                  <a:pt x="2440447" y="1054844"/>
                </a:lnTo>
                <a:lnTo>
                  <a:pt x="2441899" y="1054848"/>
                </a:lnTo>
                <a:lnTo>
                  <a:pt x="2443351" y="1054851"/>
                </a:lnTo>
                <a:lnTo>
                  <a:pt x="2444803" y="1054853"/>
                </a:lnTo>
                <a:lnTo>
                  <a:pt x="2446255" y="1054862"/>
                </a:lnTo>
                <a:lnTo>
                  <a:pt x="2447706" y="1054864"/>
                </a:lnTo>
                <a:lnTo>
                  <a:pt x="2449158" y="1054866"/>
                </a:lnTo>
                <a:lnTo>
                  <a:pt x="2450610" y="1054867"/>
                </a:lnTo>
                <a:lnTo>
                  <a:pt x="2452062" y="1054868"/>
                </a:lnTo>
                <a:lnTo>
                  <a:pt x="2453513" y="1054871"/>
                </a:lnTo>
                <a:lnTo>
                  <a:pt x="2454965" y="1054872"/>
                </a:lnTo>
                <a:lnTo>
                  <a:pt x="2456417" y="1054877"/>
                </a:lnTo>
                <a:lnTo>
                  <a:pt x="2457869" y="1054881"/>
                </a:lnTo>
                <a:lnTo>
                  <a:pt x="2459321" y="1054886"/>
                </a:lnTo>
                <a:lnTo>
                  <a:pt x="2460772" y="1054888"/>
                </a:lnTo>
                <a:lnTo>
                  <a:pt x="2462224" y="1054889"/>
                </a:lnTo>
                <a:lnTo>
                  <a:pt x="2463676" y="1054890"/>
                </a:lnTo>
                <a:lnTo>
                  <a:pt x="2465128" y="1054894"/>
                </a:lnTo>
                <a:lnTo>
                  <a:pt x="2466579" y="1054898"/>
                </a:lnTo>
                <a:lnTo>
                  <a:pt x="2468031" y="1054902"/>
                </a:lnTo>
                <a:lnTo>
                  <a:pt x="2469483" y="1054903"/>
                </a:lnTo>
                <a:lnTo>
                  <a:pt x="2470935" y="1054907"/>
                </a:lnTo>
                <a:lnTo>
                  <a:pt x="2472387" y="1054910"/>
                </a:lnTo>
                <a:lnTo>
                  <a:pt x="2473838" y="1054912"/>
                </a:lnTo>
                <a:lnTo>
                  <a:pt x="2475290" y="1054914"/>
                </a:lnTo>
                <a:lnTo>
                  <a:pt x="2476742" y="1054915"/>
                </a:lnTo>
                <a:lnTo>
                  <a:pt x="2478194" y="1054919"/>
                </a:lnTo>
                <a:lnTo>
                  <a:pt x="2479646" y="1054923"/>
                </a:lnTo>
                <a:lnTo>
                  <a:pt x="2481097" y="1054928"/>
                </a:lnTo>
                <a:lnTo>
                  <a:pt x="2482549" y="1054929"/>
                </a:lnTo>
                <a:lnTo>
                  <a:pt x="2484001" y="1054930"/>
                </a:lnTo>
                <a:lnTo>
                  <a:pt x="2485453" y="1054931"/>
                </a:lnTo>
                <a:lnTo>
                  <a:pt x="2486904" y="1054932"/>
                </a:lnTo>
                <a:lnTo>
                  <a:pt x="2488356" y="1054938"/>
                </a:lnTo>
                <a:lnTo>
                  <a:pt x="2489808" y="1054942"/>
                </a:lnTo>
                <a:lnTo>
                  <a:pt x="2491260" y="1054943"/>
                </a:lnTo>
                <a:lnTo>
                  <a:pt x="2492712" y="1054945"/>
                </a:lnTo>
                <a:lnTo>
                  <a:pt x="2494163" y="1054947"/>
                </a:lnTo>
                <a:lnTo>
                  <a:pt x="2495615" y="1054948"/>
                </a:lnTo>
                <a:lnTo>
                  <a:pt x="2497067" y="1054950"/>
                </a:lnTo>
                <a:lnTo>
                  <a:pt x="2498519" y="1054950"/>
                </a:lnTo>
                <a:lnTo>
                  <a:pt x="2499970" y="1054952"/>
                </a:lnTo>
                <a:lnTo>
                  <a:pt x="2501422" y="1054954"/>
                </a:lnTo>
                <a:lnTo>
                  <a:pt x="2502874" y="1054958"/>
                </a:lnTo>
                <a:lnTo>
                  <a:pt x="2504326" y="1054960"/>
                </a:lnTo>
                <a:lnTo>
                  <a:pt x="2505778" y="1054962"/>
                </a:lnTo>
                <a:lnTo>
                  <a:pt x="2507229" y="1054964"/>
                </a:lnTo>
                <a:lnTo>
                  <a:pt x="2508681" y="1054965"/>
                </a:lnTo>
                <a:lnTo>
                  <a:pt x="2510133" y="1054967"/>
                </a:lnTo>
                <a:lnTo>
                  <a:pt x="2511585" y="1054968"/>
                </a:lnTo>
                <a:lnTo>
                  <a:pt x="2513037" y="1054970"/>
                </a:lnTo>
                <a:lnTo>
                  <a:pt x="2514488" y="1054973"/>
                </a:lnTo>
                <a:lnTo>
                  <a:pt x="2515940" y="1054974"/>
                </a:lnTo>
                <a:lnTo>
                  <a:pt x="2517392" y="1054976"/>
                </a:lnTo>
                <a:lnTo>
                  <a:pt x="2518844" y="1054978"/>
                </a:lnTo>
                <a:lnTo>
                  <a:pt x="2520295" y="1054981"/>
                </a:lnTo>
                <a:lnTo>
                  <a:pt x="2521747" y="1054982"/>
                </a:lnTo>
                <a:lnTo>
                  <a:pt x="2523199" y="1054983"/>
                </a:lnTo>
                <a:lnTo>
                  <a:pt x="2524651" y="1054985"/>
                </a:lnTo>
                <a:lnTo>
                  <a:pt x="2526103" y="1054988"/>
                </a:lnTo>
                <a:lnTo>
                  <a:pt x="2527554" y="1054989"/>
                </a:lnTo>
                <a:lnTo>
                  <a:pt x="2529006" y="1054991"/>
                </a:lnTo>
                <a:lnTo>
                  <a:pt x="2530458" y="1054991"/>
                </a:lnTo>
                <a:lnTo>
                  <a:pt x="2531910" y="1054992"/>
                </a:lnTo>
                <a:lnTo>
                  <a:pt x="2533362" y="1054993"/>
                </a:lnTo>
                <a:lnTo>
                  <a:pt x="2534813" y="1054995"/>
                </a:lnTo>
                <a:lnTo>
                  <a:pt x="2536265" y="1054996"/>
                </a:lnTo>
                <a:lnTo>
                  <a:pt x="2537717" y="1054998"/>
                </a:lnTo>
                <a:lnTo>
                  <a:pt x="2539169" y="1054998"/>
                </a:lnTo>
                <a:lnTo>
                  <a:pt x="2540620" y="1055000"/>
                </a:lnTo>
                <a:lnTo>
                  <a:pt x="2542072" y="1055001"/>
                </a:lnTo>
                <a:lnTo>
                  <a:pt x="2543524" y="1055003"/>
                </a:lnTo>
                <a:lnTo>
                  <a:pt x="2544976" y="1055006"/>
                </a:lnTo>
                <a:lnTo>
                  <a:pt x="2546428" y="1055007"/>
                </a:lnTo>
                <a:lnTo>
                  <a:pt x="2547879" y="1055008"/>
                </a:lnTo>
                <a:lnTo>
                  <a:pt x="2549331" y="1055009"/>
                </a:lnTo>
                <a:lnTo>
                  <a:pt x="2550783" y="1055010"/>
                </a:lnTo>
                <a:lnTo>
                  <a:pt x="2552235" y="1055010"/>
                </a:lnTo>
                <a:lnTo>
                  <a:pt x="2553686" y="1055013"/>
                </a:lnTo>
                <a:lnTo>
                  <a:pt x="2555138" y="1055014"/>
                </a:lnTo>
                <a:lnTo>
                  <a:pt x="2556590" y="1055015"/>
                </a:lnTo>
                <a:lnTo>
                  <a:pt x="2558042" y="1055016"/>
                </a:lnTo>
                <a:lnTo>
                  <a:pt x="2559494" y="1055017"/>
                </a:lnTo>
                <a:lnTo>
                  <a:pt x="2560945" y="1055018"/>
                </a:lnTo>
                <a:lnTo>
                  <a:pt x="2562397" y="1055019"/>
                </a:lnTo>
                <a:lnTo>
                  <a:pt x="2563849" y="1055019"/>
                </a:lnTo>
                <a:lnTo>
                  <a:pt x="2565301" y="1055020"/>
                </a:lnTo>
                <a:lnTo>
                  <a:pt x="2566753" y="1055021"/>
                </a:lnTo>
                <a:lnTo>
                  <a:pt x="2568204" y="1055021"/>
                </a:lnTo>
                <a:lnTo>
                  <a:pt x="2569656" y="1055022"/>
                </a:lnTo>
                <a:lnTo>
                  <a:pt x="2571108" y="1055024"/>
                </a:lnTo>
                <a:lnTo>
                  <a:pt x="2572560" y="1055024"/>
                </a:lnTo>
                <a:lnTo>
                  <a:pt x="2574011" y="1055025"/>
                </a:lnTo>
                <a:lnTo>
                  <a:pt x="2575463" y="1055026"/>
                </a:lnTo>
                <a:lnTo>
                  <a:pt x="2576915" y="1055027"/>
                </a:lnTo>
                <a:lnTo>
                  <a:pt x="2578367" y="1055028"/>
                </a:lnTo>
                <a:lnTo>
                  <a:pt x="2579819" y="1055030"/>
                </a:lnTo>
                <a:lnTo>
                  <a:pt x="2581270" y="1055031"/>
                </a:lnTo>
                <a:lnTo>
                  <a:pt x="2582722" y="1055031"/>
                </a:lnTo>
                <a:lnTo>
                  <a:pt x="2584174" y="1055032"/>
                </a:lnTo>
                <a:lnTo>
                  <a:pt x="2585626" y="1055034"/>
                </a:lnTo>
                <a:lnTo>
                  <a:pt x="2587077" y="1055036"/>
                </a:lnTo>
                <a:lnTo>
                  <a:pt x="2588529" y="1055036"/>
                </a:lnTo>
                <a:lnTo>
                  <a:pt x="2589981" y="1055037"/>
                </a:lnTo>
                <a:lnTo>
                  <a:pt x="2591433" y="1055039"/>
                </a:lnTo>
                <a:lnTo>
                  <a:pt x="2592885" y="1055041"/>
                </a:lnTo>
                <a:lnTo>
                  <a:pt x="2594336" y="1055042"/>
                </a:lnTo>
                <a:lnTo>
                  <a:pt x="2595788" y="1055042"/>
                </a:lnTo>
                <a:lnTo>
                  <a:pt x="2597240" y="1055044"/>
                </a:lnTo>
                <a:lnTo>
                  <a:pt x="2598692" y="1055045"/>
                </a:lnTo>
                <a:lnTo>
                  <a:pt x="2600144" y="1055046"/>
                </a:lnTo>
                <a:lnTo>
                  <a:pt x="2601595" y="1055047"/>
                </a:lnTo>
                <a:lnTo>
                  <a:pt x="2603047" y="1055052"/>
                </a:lnTo>
                <a:lnTo>
                  <a:pt x="2604499" y="1055056"/>
                </a:lnTo>
                <a:lnTo>
                  <a:pt x="2605951" y="1055058"/>
                </a:lnTo>
                <a:lnTo>
                  <a:pt x="2607402" y="1055065"/>
                </a:lnTo>
                <a:lnTo>
                  <a:pt x="2608854" y="1055072"/>
                </a:lnTo>
                <a:lnTo>
                  <a:pt x="2610306" y="1055073"/>
                </a:lnTo>
                <a:lnTo>
                  <a:pt x="2611758" y="1055076"/>
                </a:lnTo>
                <a:lnTo>
                  <a:pt x="2613210" y="1055077"/>
                </a:lnTo>
                <a:lnTo>
                  <a:pt x="2614661" y="1055081"/>
                </a:lnTo>
                <a:lnTo>
                  <a:pt x="2616113" y="1055083"/>
                </a:lnTo>
                <a:lnTo>
                  <a:pt x="2617565" y="1055089"/>
                </a:lnTo>
                <a:lnTo>
                  <a:pt x="2619017" y="1055095"/>
                </a:lnTo>
                <a:lnTo>
                  <a:pt x="2620468" y="1055096"/>
                </a:lnTo>
                <a:lnTo>
                  <a:pt x="2621920" y="1055099"/>
                </a:lnTo>
                <a:lnTo>
                  <a:pt x="2623372" y="1055101"/>
                </a:lnTo>
                <a:lnTo>
                  <a:pt x="2624824" y="1055106"/>
                </a:lnTo>
                <a:lnTo>
                  <a:pt x="2626276" y="1055109"/>
                </a:lnTo>
                <a:lnTo>
                  <a:pt x="2627727" y="1055112"/>
                </a:lnTo>
                <a:lnTo>
                  <a:pt x="2629179" y="1055116"/>
                </a:lnTo>
                <a:lnTo>
                  <a:pt x="2630631" y="1055118"/>
                </a:lnTo>
                <a:lnTo>
                  <a:pt x="2632083" y="1055121"/>
                </a:lnTo>
                <a:lnTo>
                  <a:pt x="2633535" y="1055124"/>
                </a:lnTo>
                <a:lnTo>
                  <a:pt x="2634986" y="1055127"/>
                </a:lnTo>
                <a:lnTo>
                  <a:pt x="2636438" y="1055128"/>
                </a:lnTo>
                <a:lnTo>
                  <a:pt x="2637890" y="1055129"/>
                </a:lnTo>
                <a:lnTo>
                  <a:pt x="2639342" y="1055131"/>
                </a:lnTo>
                <a:lnTo>
                  <a:pt x="2640793" y="1055133"/>
                </a:lnTo>
                <a:lnTo>
                  <a:pt x="2642245" y="1055134"/>
                </a:lnTo>
                <a:lnTo>
                  <a:pt x="2643697" y="1055135"/>
                </a:lnTo>
                <a:lnTo>
                  <a:pt x="2645149" y="1055137"/>
                </a:lnTo>
                <a:lnTo>
                  <a:pt x="2646601" y="1055138"/>
                </a:lnTo>
                <a:lnTo>
                  <a:pt x="2648052" y="1055142"/>
                </a:lnTo>
                <a:lnTo>
                  <a:pt x="2649504" y="1055142"/>
                </a:lnTo>
                <a:lnTo>
                  <a:pt x="2650956" y="1055146"/>
                </a:lnTo>
                <a:lnTo>
                  <a:pt x="2652408" y="1055147"/>
                </a:lnTo>
                <a:lnTo>
                  <a:pt x="2653860" y="1055147"/>
                </a:lnTo>
                <a:lnTo>
                  <a:pt x="2655311" y="1055148"/>
                </a:lnTo>
                <a:lnTo>
                  <a:pt x="2656763" y="1055151"/>
                </a:lnTo>
                <a:lnTo>
                  <a:pt x="2658215" y="1055154"/>
                </a:lnTo>
                <a:lnTo>
                  <a:pt x="2659667" y="1055155"/>
                </a:lnTo>
                <a:lnTo>
                  <a:pt x="2661118" y="1055156"/>
                </a:lnTo>
                <a:lnTo>
                  <a:pt x="2662570" y="1055157"/>
                </a:lnTo>
                <a:lnTo>
                  <a:pt x="2664022" y="1055158"/>
                </a:lnTo>
                <a:lnTo>
                  <a:pt x="2665474" y="1055160"/>
                </a:lnTo>
                <a:lnTo>
                  <a:pt x="2666926" y="1055161"/>
                </a:lnTo>
                <a:lnTo>
                  <a:pt x="2668377" y="1055161"/>
                </a:lnTo>
                <a:lnTo>
                  <a:pt x="2669829" y="1055163"/>
                </a:lnTo>
                <a:lnTo>
                  <a:pt x="2671281" y="1055164"/>
                </a:lnTo>
                <a:lnTo>
                  <a:pt x="2672733" y="1055165"/>
                </a:lnTo>
                <a:lnTo>
                  <a:pt x="2674184" y="1055166"/>
                </a:lnTo>
                <a:lnTo>
                  <a:pt x="2675636" y="1055168"/>
                </a:lnTo>
                <a:lnTo>
                  <a:pt x="2677088" y="1055168"/>
                </a:lnTo>
                <a:lnTo>
                  <a:pt x="2678540" y="1055169"/>
                </a:lnTo>
                <a:lnTo>
                  <a:pt x="2679992" y="1055169"/>
                </a:lnTo>
                <a:lnTo>
                  <a:pt x="2681443" y="1055170"/>
                </a:lnTo>
                <a:lnTo>
                  <a:pt x="2682895" y="1055171"/>
                </a:lnTo>
                <a:lnTo>
                  <a:pt x="2684347" y="1055172"/>
                </a:lnTo>
                <a:lnTo>
                  <a:pt x="2685799" y="1055173"/>
                </a:lnTo>
                <a:lnTo>
                  <a:pt x="2687251" y="1055174"/>
                </a:lnTo>
                <a:lnTo>
                  <a:pt x="2688702" y="1055175"/>
                </a:lnTo>
                <a:lnTo>
                  <a:pt x="2690154" y="1055176"/>
                </a:lnTo>
                <a:lnTo>
                  <a:pt x="2691606" y="1055177"/>
                </a:lnTo>
                <a:lnTo>
                  <a:pt x="2693058" y="1055177"/>
                </a:lnTo>
                <a:lnTo>
                  <a:pt x="2694509" y="1055178"/>
                </a:lnTo>
                <a:lnTo>
                  <a:pt x="2695961" y="1055180"/>
                </a:lnTo>
                <a:lnTo>
                  <a:pt x="2697413" y="1055180"/>
                </a:lnTo>
                <a:lnTo>
                  <a:pt x="2698865" y="1055181"/>
                </a:lnTo>
                <a:lnTo>
                  <a:pt x="2700317" y="1055182"/>
                </a:lnTo>
                <a:lnTo>
                  <a:pt x="2701768" y="1055183"/>
                </a:lnTo>
                <a:lnTo>
                  <a:pt x="2703220" y="1055184"/>
                </a:lnTo>
                <a:lnTo>
                  <a:pt x="2704672" y="1055185"/>
                </a:lnTo>
                <a:lnTo>
                  <a:pt x="2706124" y="1055185"/>
                </a:lnTo>
                <a:lnTo>
                  <a:pt x="2707575" y="1055186"/>
                </a:lnTo>
                <a:lnTo>
                  <a:pt x="2709027" y="1055188"/>
                </a:lnTo>
                <a:lnTo>
                  <a:pt x="2710479" y="1055188"/>
                </a:lnTo>
                <a:lnTo>
                  <a:pt x="2711931" y="1055190"/>
                </a:lnTo>
                <a:lnTo>
                  <a:pt x="2713383" y="1055190"/>
                </a:lnTo>
                <a:lnTo>
                  <a:pt x="2714834" y="1055190"/>
                </a:lnTo>
                <a:lnTo>
                  <a:pt x="2716286" y="1055191"/>
                </a:lnTo>
                <a:lnTo>
                  <a:pt x="2717738" y="1055191"/>
                </a:lnTo>
                <a:lnTo>
                  <a:pt x="2719190" y="1055192"/>
                </a:lnTo>
                <a:lnTo>
                  <a:pt x="2720642" y="1055192"/>
                </a:lnTo>
                <a:lnTo>
                  <a:pt x="2722093" y="1055193"/>
                </a:lnTo>
                <a:lnTo>
                  <a:pt x="2723545" y="1055194"/>
                </a:lnTo>
                <a:lnTo>
                  <a:pt x="2724997" y="1055195"/>
                </a:lnTo>
                <a:lnTo>
                  <a:pt x="2726449" y="1055195"/>
                </a:lnTo>
                <a:lnTo>
                  <a:pt x="2727900" y="1055197"/>
                </a:lnTo>
                <a:lnTo>
                  <a:pt x="2729352" y="1055198"/>
                </a:lnTo>
                <a:lnTo>
                  <a:pt x="2730804" y="1055199"/>
                </a:lnTo>
                <a:lnTo>
                  <a:pt x="2732256" y="1270542"/>
                </a:lnTo>
                <a:lnTo>
                  <a:pt x="2733708" y="1055196"/>
                </a:lnTo>
                <a:lnTo>
                  <a:pt x="2735159" y="1055181"/>
                </a:lnTo>
                <a:lnTo>
                  <a:pt x="2736611" y="1055150"/>
                </a:lnTo>
                <a:lnTo>
                  <a:pt x="2738063" y="1055114"/>
                </a:lnTo>
                <a:lnTo>
                  <a:pt x="2739515" y="1055057"/>
                </a:lnTo>
                <a:lnTo>
                  <a:pt x="2740966" y="1054925"/>
                </a:lnTo>
                <a:lnTo>
                  <a:pt x="2742418" y="1054860"/>
                </a:lnTo>
                <a:lnTo>
                  <a:pt x="2743870" y="1054513"/>
                </a:lnTo>
                <a:lnTo>
                  <a:pt x="2745322" y="1054276"/>
                </a:lnTo>
                <a:lnTo>
                  <a:pt x="2746774" y="1054100"/>
                </a:lnTo>
                <a:lnTo>
                  <a:pt x="2748225" y="1053732"/>
                </a:lnTo>
                <a:lnTo>
                  <a:pt x="2749677" y="1053128"/>
                </a:lnTo>
                <a:lnTo>
                  <a:pt x="2751129" y="1052588"/>
                </a:lnTo>
                <a:lnTo>
                  <a:pt x="2752581" y="1051276"/>
                </a:lnTo>
                <a:lnTo>
                  <a:pt x="2754033" y="1050517"/>
                </a:lnTo>
                <a:lnTo>
                  <a:pt x="2755484" y="1049772"/>
                </a:lnTo>
                <a:lnTo>
                  <a:pt x="2756936" y="1047905"/>
                </a:lnTo>
                <a:lnTo>
                  <a:pt x="2758388" y="1045847"/>
                </a:lnTo>
                <a:lnTo>
                  <a:pt x="2759840" y="1042926"/>
                </a:lnTo>
                <a:lnTo>
                  <a:pt x="2761291" y="1041240"/>
                </a:lnTo>
                <a:lnTo>
                  <a:pt x="2762743" y="1038350"/>
                </a:lnTo>
                <a:lnTo>
                  <a:pt x="2764195" y="1035951"/>
                </a:lnTo>
                <a:lnTo>
                  <a:pt x="2765647" y="1035151"/>
                </a:lnTo>
                <a:lnTo>
                  <a:pt x="2767099" y="1037432"/>
                </a:lnTo>
                <a:lnTo>
                  <a:pt x="2768550" y="1040649"/>
                </a:lnTo>
                <a:lnTo>
                  <a:pt x="2770002" y="1041958"/>
                </a:lnTo>
                <a:lnTo>
                  <a:pt x="2771454" y="1044841"/>
                </a:lnTo>
                <a:lnTo>
                  <a:pt x="2772906" y="1046387"/>
                </a:lnTo>
                <a:lnTo>
                  <a:pt x="2774357" y="1048274"/>
                </a:lnTo>
                <a:lnTo>
                  <a:pt x="2775809" y="1050146"/>
                </a:lnTo>
                <a:lnTo>
                  <a:pt x="2777261" y="1051047"/>
                </a:lnTo>
                <a:lnTo>
                  <a:pt x="2778713" y="1052569"/>
                </a:lnTo>
                <a:lnTo>
                  <a:pt x="2780165" y="1052786"/>
                </a:lnTo>
                <a:lnTo>
                  <a:pt x="2781616" y="1053309"/>
                </a:lnTo>
                <a:lnTo>
                  <a:pt x="2783068" y="1053934"/>
                </a:lnTo>
                <a:lnTo>
                  <a:pt x="2784520" y="1054169"/>
                </a:lnTo>
                <a:lnTo>
                  <a:pt x="2785972" y="1054453"/>
                </a:lnTo>
                <a:lnTo>
                  <a:pt x="2787424" y="1054719"/>
                </a:lnTo>
                <a:lnTo>
                  <a:pt x="2788875" y="1054887"/>
                </a:lnTo>
                <a:lnTo>
                  <a:pt x="2790327" y="1054962"/>
                </a:lnTo>
                <a:lnTo>
                  <a:pt x="2791779" y="1055098"/>
                </a:lnTo>
                <a:lnTo>
                  <a:pt x="2793231" y="1055132"/>
                </a:lnTo>
                <a:lnTo>
                  <a:pt x="2794682" y="1055170"/>
                </a:lnTo>
                <a:lnTo>
                  <a:pt x="2796134" y="1055185"/>
                </a:lnTo>
                <a:lnTo>
                  <a:pt x="2797586" y="1055199"/>
                </a:lnTo>
                <a:lnTo>
                  <a:pt x="2799038" y="1055200"/>
                </a:lnTo>
                <a:lnTo>
                  <a:pt x="2800490" y="1055200"/>
                </a:lnTo>
                <a:lnTo>
                  <a:pt x="2801941" y="1055201"/>
                </a:lnTo>
                <a:lnTo>
                  <a:pt x="2803393" y="1055201"/>
                </a:lnTo>
                <a:lnTo>
                  <a:pt x="2804845" y="1055202"/>
                </a:lnTo>
                <a:lnTo>
                  <a:pt x="2806297" y="1055204"/>
                </a:lnTo>
                <a:lnTo>
                  <a:pt x="2807749" y="1055205"/>
                </a:lnTo>
                <a:lnTo>
                  <a:pt x="2809200" y="1055207"/>
                </a:lnTo>
                <a:lnTo>
                  <a:pt x="2810652" y="1055208"/>
                </a:lnTo>
                <a:lnTo>
                  <a:pt x="2812104" y="1055209"/>
                </a:lnTo>
                <a:lnTo>
                  <a:pt x="2813556" y="1055210"/>
                </a:lnTo>
                <a:lnTo>
                  <a:pt x="2815007" y="1055210"/>
                </a:lnTo>
                <a:lnTo>
                  <a:pt x="2816459" y="1055212"/>
                </a:lnTo>
                <a:lnTo>
                  <a:pt x="2817911" y="1055214"/>
                </a:lnTo>
                <a:lnTo>
                  <a:pt x="2819363" y="1055215"/>
                </a:lnTo>
                <a:lnTo>
                  <a:pt x="2820815" y="1055217"/>
                </a:lnTo>
                <a:lnTo>
                  <a:pt x="2822266" y="1055218"/>
                </a:lnTo>
                <a:lnTo>
                  <a:pt x="2823718" y="1055219"/>
                </a:lnTo>
                <a:lnTo>
                  <a:pt x="2825170" y="1055220"/>
                </a:lnTo>
                <a:lnTo>
                  <a:pt x="2826622" y="1055221"/>
                </a:lnTo>
                <a:lnTo>
                  <a:pt x="2828073" y="1055222"/>
                </a:lnTo>
                <a:lnTo>
                  <a:pt x="2829525" y="1055224"/>
                </a:lnTo>
                <a:lnTo>
                  <a:pt x="2830977" y="1055225"/>
                </a:lnTo>
                <a:lnTo>
                  <a:pt x="2832429" y="1055225"/>
                </a:lnTo>
                <a:lnTo>
                  <a:pt x="2833881" y="1055226"/>
                </a:lnTo>
                <a:lnTo>
                  <a:pt x="2835332" y="1055227"/>
                </a:lnTo>
                <a:lnTo>
                  <a:pt x="2836784" y="1055228"/>
                </a:lnTo>
                <a:lnTo>
                  <a:pt x="2838236" y="1055230"/>
                </a:lnTo>
                <a:lnTo>
                  <a:pt x="2839688" y="1055231"/>
                </a:lnTo>
                <a:lnTo>
                  <a:pt x="2841140" y="1055231"/>
                </a:lnTo>
                <a:lnTo>
                  <a:pt x="2842591" y="1055232"/>
                </a:lnTo>
                <a:lnTo>
                  <a:pt x="2844043" y="1055232"/>
                </a:lnTo>
                <a:lnTo>
                  <a:pt x="2845495" y="1055233"/>
                </a:lnTo>
                <a:lnTo>
                  <a:pt x="2846947" y="1055235"/>
                </a:lnTo>
                <a:lnTo>
                  <a:pt x="2848398" y="1055237"/>
                </a:lnTo>
                <a:lnTo>
                  <a:pt x="2849850" y="1055237"/>
                </a:lnTo>
                <a:lnTo>
                  <a:pt x="2851302" y="1055238"/>
                </a:lnTo>
                <a:lnTo>
                  <a:pt x="2852754" y="1055238"/>
                </a:lnTo>
                <a:lnTo>
                  <a:pt x="2854206" y="1055239"/>
                </a:lnTo>
                <a:lnTo>
                  <a:pt x="2855657" y="1055241"/>
                </a:lnTo>
                <a:lnTo>
                  <a:pt x="2857109" y="1055242"/>
                </a:lnTo>
                <a:lnTo>
                  <a:pt x="2858561" y="1055242"/>
                </a:lnTo>
                <a:lnTo>
                  <a:pt x="2860013" y="1055242"/>
                </a:lnTo>
                <a:lnTo>
                  <a:pt x="2861464" y="1055243"/>
                </a:lnTo>
                <a:lnTo>
                  <a:pt x="2862916" y="1055244"/>
                </a:lnTo>
                <a:lnTo>
                  <a:pt x="2864368" y="1055245"/>
                </a:lnTo>
                <a:lnTo>
                  <a:pt x="2865820" y="1055246"/>
                </a:lnTo>
                <a:lnTo>
                  <a:pt x="2867272" y="1055247"/>
                </a:lnTo>
                <a:lnTo>
                  <a:pt x="2868723" y="1055247"/>
                </a:lnTo>
                <a:lnTo>
                  <a:pt x="2870175" y="1055247"/>
                </a:lnTo>
                <a:lnTo>
                  <a:pt x="2871627" y="1055248"/>
                </a:lnTo>
                <a:lnTo>
                  <a:pt x="2873079" y="1055249"/>
                </a:lnTo>
                <a:lnTo>
                  <a:pt x="2874531" y="1055249"/>
                </a:lnTo>
                <a:lnTo>
                  <a:pt x="2875982" y="1055250"/>
                </a:lnTo>
                <a:lnTo>
                  <a:pt x="2877434" y="1055250"/>
                </a:lnTo>
                <a:lnTo>
                  <a:pt x="2878886" y="1055251"/>
                </a:lnTo>
                <a:lnTo>
                  <a:pt x="2880338" y="1055251"/>
                </a:lnTo>
                <a:lnTo>
                  <a:pt x="2881789" y="1055252"/>
                </a:lnTo>
                <a:lnTo>
                  <a:pt x="2883241" y="1055252"/>
                </a:lnTo>
                <a:lnTo>
                  <a:pt x="2884693" y="1055253"/>
                </a:lnTo>
                <a:lnTo>
                  <a:pt x="2886145" y="1055253"/>
                </a:lnTo>
                <a:lnTo>
                  <a:pt x="2887597" y="1055254"/>
                </a:lnTo>
                <a:lnTo>
                  <a:pt x="2889048" y="1055254"/>
                </a:lnTo>
                <a:lnTo>
                  <a:pt x="2890500" y="1055255"/>
                </a:lnTo>
                <a:lnTo>
                  <a:pt x="2891952" y="1055255"/>
                </a:lnTo>
                <a:lnTo>
                  <a:pt x="2893404" y="1055256"/>
                </a:lnTo>
                <a:lnTo>
                  <a:pt x="2894855" y="1055256"/>
                </a:lnTo>
                <a:lnTo>
                  <a:pt x="2896307" y="1055256"/>
                </a:lnTo>
                <a:lnTo>
                  <a:pt x="2897759" y="1055257"/>
                </a:lnTo>
                <a:lnTo>
                  <a:pt x="2899211" y="1055257"/>
                </a:lnTo>
                <a:lnTo>
                  <a:pt x="2900663" y="1055257"/>
                </a:lnTo>
                <a:lnTo>
                  <a:pt x="2902114" y="1055258"/>
                </a:lnTo>
                <a:lnTo>
                  <a:pt x="2903566" y="1055258"/>
                </a:lnTo>
                <a:lnTo>
                  <a:pt x="2905018" y="1055258"/>
                </a:lnTo>
                <a:lnTo>
                  <a:pt x="2906470" y="1055259"/>
                </a:lnTo>
                <a:lnTo>
                  <a:pt x="2907922" y="1055259"/>
                </a:lnTo>
                <a:lnTo>
                  <a:pt x="2909373" y="1055259"/>
                </a:lnTo>
                <a:lnTo>
                  <a:pt x="2910825" y="1055260"/>
                </a:lnTo>
                <a:lnTo>
                  <a:pt x="2912277" y="1055260"/>
                </a:lnTo>
                <a:lnTo>
                  <a:pt x="2913729" y="1055260"/>
                </a:lnTo>
                <a:lnTo>
                  <a:pt x="2915180" y="1055261"/>
                </a:lnTo>
                <a:lnTo>
                  <a:pt x="2916632" y="1055261"/>
                </a:lnTo>
                <a:lnTo>
                  <a:pt x="2918084" y="1055261"/>
                </a:lnTo>
                <a:lnTo>
                  <a:pt x="2919536" y="1055261"/>
                </a:lnTo>
                <a:lnTo>
                  <a:pt x="2920988" y="1055262"/>
                </a:lnTo>
                <a:lnTo>
                  <a:pt x="2922439" y="1055262"/>
                </a:lnTo>
                <a:lnTo>
                  <a:pt x="2923891" y="1055262"/>
                </a:lnTo>
                <a:lnTo>
                  <a:pt x="2925343" y="1055262"/>
                </a:lnTo>
                <a:lnTo>
                  <a:pt x="2926795" y="1055263"/>
                </a:lnTo>
                <a:lnTo>
                  <a:pt x="2928247" y="1055263"/>
                </a:lnTo>
                <a:lnTo>
                  <a:pt x="2929698" y="1055263"/>
                </a:lnTo>
                <a:lnTo>
                  <a:pt x="2931150" y="1055263"/>
                </a:lnTo>
                <a:lnTo>
                  <a:pt x="2932602" y="1055263"/>
                </a:lnTo>
                <a:lnTo>
                  <a:pt x="2934054" y="1055264"/>
                </a:lnTo>
                <a:lnTo>
                  <a:pt x="2935505" y="1055264"/>
                </a:lnTo>
                <a:lnTo>
                  <a:pt x="2936957" y="1055264"/>
                </a:lnTo>
                <a:lnTo>
                  <a:pt x="2938409" y="1055264"/>
                </a:lnTo>
                <a:lnTo>
                  <a:pt x="2939861" y="1055264"/>
                </a:lnTo>
                <a:lnTo>
                  <a:pt x="2941313" y="1055265"/>
                </a:lnTo>
                <a:lnTo>
                  <a:pt x="2942764" y="1055265"/>
                </a:lnTo>
                <a:lnTo>
                  <a:pt x="2944216" y="1055265"/>
                </a:lnTo>
                <a:lnTo>
                  <a:pt x="2945668" y="1055265"/>
                </a:lnTo>
                <a:lnTo>
                  <a:pt x="2947120" y="1055265"/>
                </a:lnTo>
                <a:lnTo>
                  <a:pt x="2948571" y="1055266"/>
                </a:lnTo>
                <a:lnTo>
                  <a:pt x="2950023" y="1055266"/>
                </a:lnTo>
                <a:lnTo>
                  <a:pt x="2951475" y="1055266"/>
                </a:lnTo>
                <a:lnTo>
                  <a:pt x="2952927" y="1055266"/>
                </a:lnTo>
                <a:lnTo>
                  <a:pt x="2954379" y="1055267"/>
                </a:lnTo>
                <a:lnTo>
                  <a:pt x="2955830" y="1055267"/>
                </a:lnTo>
                <a:lnTo>
                  <a:pt x="2957282" y="1055267"/>
                </a:lnTo>
                <a:lnTo>
                  <a:pt x="2958734" y="1055268"/>
                </a:lnTo>
                <a:lnTo>
                  <a:pt x="2960186" y="1055268"/>
                </a:lnTo>
                <a:lnTo>
                  <a:pt x="2961638" y="1055268"/>
                </a:lnTo>
                <a:lnTo>
                  <a:pt x="2963089" y="1055268"/>
                </a:lnTo>
                <a:lnTo>
                  <a:pt x="2964541" y="1055269"/>
                </a:lnTo>
                <a:lnTo>
                  <a:pt x="2965993" y="1055269"/>
                </a:lnTo>
                <a:lnTo>
                  <a:pt x="2967445" y="1055270"/>
                </a:lnTo>
                <a:lnTo>
                  <a:pt x="2968896" y="1055270"/>
                </a:lnTo>
                <a:lnTo>
                  <a:pt x="2970348" y="1055270"/>
                </a:lnTo>
                <a:lnTo>
                  <a:pt x="2971800" y="1055271"/>
                </a:lnTo>
              </a:path>
            </a:pathLst>
          </a:custGeom>
          <a:noFill/>
          <a:ln w="15240">
            <a:solidFill>
              <a:srgbClr val="009E73"/>
            </a:solidFill>
            <a:prstDash val="solid"/>
          </a:ln>
        </p:spPr>
      </p:sp>
      <p:sp>
        <p:nvSpPr>
          <p:cNvPr id="194" name="ellipse_193">
            <a:extLst>
              <a:ext uri="{FF2B5EF4-FFF2-40B4-BE49-F238E27FC236}">
                <ns2:creationId id="{293396A8-5B5E-420E-AFB7-0F2CB3270075}"/>
              </a:ext>
            </a:extLst>
          </p:cNvPr>
          <p:cNvSpPr>
            <a:spLocks noGrp="1"/>
          </p:cNvSpPr>
          <p:nvPr/>
        </p:nvSpPr>
        <p:spPr>
          <a:xfrm rot="0">
            <a:off x="9366250" y="3818093"/>
            <a:ext cx="66675" cy="66675"/>
          </a:xfrm>
          <a:prstGeom prst="ellipse">
            <a:avLst/>
          </a:prstGeom>
          <a:solidFill>
            <a:srgbClr val="FFFFFF"/>
          </a:solidFill>
          <a:ln w="17145">
            <a:solidFill>
              <a:srgbClr val="0072B2"/>
            </a:solidFill>
            <a:prstDash val="solid"/>
          </a:ln>
        </p:spPr>
      </p:sp>
      <p:sp>
        <p:nvSpPr>
          <p:cNvPr id="195" name="text_194">
            <a:extLst>
              <a:ext uri="{FF2B5EF4-FFF2-40B4-BE49-F238E27FC236}">
                <ns2:creationId id="{24D02948-CF2C-494C-B195-A3E714E092A3}"/>
              </a:ext>
            </a:extLst>
          </p:cNvPr>
          <p:cNvSpPr>
            <a:spLocks noGrp="1"/>
          </p:cNvSpPr>
          <p:nvPr/>
        </p:nvSpPr>
        <p:spPr>
          <a:xfrm rot="0">
            <a:off x="9180513" y="3641881"/>
            <a:ext cx="219075" cy="219075"/>
          </a:xfrm>
          <a:prstGeom prst="rect">
            <a:avLst/>
          </a:prstGeom>
          <a:noFill/>
          <a:ln w="0">
            <a:noFill/>
            <a:prstDash val="solid"/>
          </a:ln>
        </p:spPr>
        <p:txBody>
          <a:bodyPr wrap="none" lIns="0" tIns="0" rIns="0" bIns="0" anchor="t">
            <a:noAutofit/>
          </a:bodyPr>
          <a:lstStyle>
            <a:defPPr algn="l">
              <a:defRPr sz="1200" b="1">
                <a:solidFill>
                  <a:srgbClr val="0072B2"/>
                </a:solidFill>
                <a:latin typeface="Arial"/>
                <a:ea typeface="Arial"/>
                <a:cs typeface="Arial"/>
              </a:defRPr>
            </a:defPPr>
            <a:lvl1pPr algn="l">
              <a:defRPr sz="1200" b="1">
                <a:solidFill>
                  <a:srgbClr val="0072B2"/>
                </a:solidFill>
                <a:latin typeface="Arial"/>
                <a:ea typeface="Arial"/>
                <a:cs typeface="Arial"/>
              </a:defRPr>
            </a:lvl1pPr>
            <a:lvl2pPr algn="l">
              <a:defRPr sz="1200" b="1">
                <a:solidFill>
                  <a:srgbClr val="0072B2"/>
                </a:solidFill>
                <a:latin typeface="Arial"/>
                <a:ea typeface="Arial"/>
                <a:cs typeface="Arial"/>
              </a:defRPr>
            </a:lvl2pPr>
            <a:lvl3pPr algn="l">
              <a:defRPr sz="1200" b="1">
                <a:solidFill>
                  <a:srgbClr val="0072B2"/>
                </a:solidFill>
                <a:latin typeface="Arial"/>
                <a:ea typeface="Arial"/>
                <a:cs typeface="Arial"/>
              </a:defRPr>
            </a:lvl3pPr>
            <a:lvl4pPr algn="l">
              <a:defRPr sz="1200" b="1">
                <a:solidFill>
                  <a:srgbClr val="0072B2"/>
                </a:solidFill>
                <a:latin typeface="Arial"/>
                <a:ea typeface="Arial"/>
                <a:cs typeface="Arial"/>
              </a:defRPr>
            </a:lvl4pPr>
            <a:lvl5pPr algn="l">
              <a:defRPr sz="1200" b="1">
                <a:solidFill>
                  <a:srgbClr val="0072B2"/>
                </a:solidFill>
                <a:latin typeface="Arial"/>
                <a:ea typeface="Arial"/>
                <a:cs typeface="Arial"/>
              </a:defRPr>
            </a:lvl5pPr>
            <a:lvl6pPr algn="l">
              <a:defRPr sz="1200" b="1">
                <a:solidFill>
                  <a:srgbClr val="0072B2"/>
                </a:solidFill>
                <a:latin typeface="Arial"/>
                <a:ea typeface="Arial"/>
                <a:cs typeface="Arial"/>
              </a:defRPr>
            </a:lvl6pPr>
            <a:lvl7pPr algn="l">
              <a:defRPr sz="1200" b="1">
                <a:solidFill>
                  <a:srgbClr val="0072B2"/>
                </a:solidFill>
                <a:latin typeface="Arial"/>
                <a:ea typeface="Arial"/>
                <a:cs typeface="Arial"/>
              </a:defRPr>
            </a:lvl7pPr>
            <a:lvl8pPr algn="l">
              <a:defRPr sz="1200" b="1">
                <a:solidFill>
                  <a:srgbClr val="0072B2"/>
                </a:solidFill>
                <a:latin typeface="Arial"/>
                <a:ea typeface="Arial"/>
                <a:cs typeface="Arial"/>
              </a:defRPr>
            </a:lvl8pPr>
            <a:lvl9pPr algn="l">
              <a:defRPr sz="1200" b="1">
                <a:solidFill>
                  <a:srgbClr val="0072B2"/>
                </a:solidFill>
                <a:latin typeface="Arial"/>
                <a:ea typeface="Arial"/>
                <a:cs typeface="Arial"/>
              </a:defRPr>
            </a:lvl9pPr>
          </a:lstStyle>
          <a:p>
            <a:pPr algn="l">
              <a:defRPr sz="1200" b="1">
                <a:solidFill>
                  <a:srgbClr val="0072B2"/>
                </a:solidFill>
                <a:latin typeface="Arial"/>
                <a:ea typeface="Arial"/>
                <a:cs typeface="Arial"/>
              </a:defRPr>
            </a:pPr>
            <a:r>
              <a:rPr sz="1200" b="1">
                <a:solidFill>
                  <a:srgbClr val="0072B2"/>
                </a:solidFill>
                <a:latin typeface="Arial"/>
                <a:ea typeface="Arial"/>
                <a:cs typeface="Arial"/>
              </a:rPr>
              <a:t>A</a:t>
            </a:r>
          </a:p>
        </p:txBody>
      </p:sp>
      <p:sp>
        <p:nvSpPr>
          <p:cNvPr id="196" name="ellipse_195">
            <a:extLst>
              <a:ext uri="{FF2B5EF4-FFF2-40B4-BE49-F238E27FC236}">
                <ns2:creationId id="{5FB314AD-FB37-4443-AB82-E317177EA37D}"/>
              </a:ext>
            </a:extLst>
          </p:cNvPr>
          <p:cNvSpPr>
            <a:spLocks noGrp="1"/>
          </p:cNvSpPr>
          <p:nvPr/>
        </p:nvSpPr>
        <p:spPr>
          <a:xfrm rot="0">
            <a:off x="10966405" y="4375148"/>
            <a:ext cx="66675" cy="66675"/>
          </a:xfrm>
          <a:prstGeom prst="ellipse">
            <a:avLst/>
          </a:prstGeom>
          <a:solidFill>
            <a:srgbClr val="FFFFFF"/>
          </a:solidFill>
          <a:ln w="17145">
            <a:solidFill>
              <a:srgbClr val="D55E00"/>
            </a:solidFill>
            <a:prstDash val="solid"/>
          </a:ln>
        </p:spPr>
      </p:sp>
      <p:sp>
        <p:nvSpPr>
          <p:cNvPr id="197" name="text_196">
            <a:extLst>
              <a:ext uri="{FF2B5EF4-FFF2-40B4-BE49-F238E27FC236}">
                <ns2:creationId id="{F317290C-2197-48D4-BC4A-B88DA100F043}"/>
              </a:ext>
            </a:extLst>
          </p:cNvPr>
          <p:cNvSpPr>
            <a:spLocks noGrp="1"/>
          </p:cNvSpPr>
          <p:nvPr/>
        </p:nvSpPr>
        <p:spPr>
          <a:xfrm rot="0">
            <a:off x="11047367" y="4198935"/>
            <a:ext cx="219075" cy="219075"/>
          </a:xfrm>
          <a:prstGeom prst="rect">
            <a:avLst/>
          </a:prstGeom>
          <a:noFill/>
          <a:ln w="0">
            <a:noFill/>
            <a:prstDash val="solid"/>
          </a:ln>
        </p:spPr>
        <p:txBody>
          <a:bodyPr wrap="none" lIns="0" tIns="0" rIns="0" bIns="0" anchor="t">
            <a:noAutofit/>
          </a:bodyPr>
          <a:lstStyle>
            <a:defPPr algn="l">
              <a:defRPr sz="1200" b="1">
                <a:solidFill>
                  <a:srgbClr val="D55E00"/>
                </a:solidFill>
                <a:latin typeface="Arial"/>
                <a:ea typeface="Arial"/>
                <a:cs typeface="Arial"/>
              </a:defRPr>
            </a:defPPr>
            <a:lvl1pPr algn="l">
              <a:defRPr sz="1200" b="1">
                <a:solidFill>
                  <a:srgbClr val="D55E00"/>
                </a:solidFill>
                <a:latin typeface="Arial"/>
                <a:ea typeface="Arial"/>
                <a:cs typeface="Arial"/>
              </a:defRPr>
            </a:lvl1pPr>
            <a:lvl2pPr algn="l">
              <a:defRPr sz="1200" b="1">
                <a:solidFill>
                  <a:srgbClr val="D55E00"/>
                </a:solidFill>
                <a:latin typeface="Arial"/>
                <a:ea typeface="Arial"/>
                <a:cs typeface="Arial"/>
              </a:defRPr>
            </a:lvl2pPr>
            <a:lvl3pPr algn="l">
              <a:defRPr sz="1200" b="1">
                <a:solidFill>
                  <a:srgbClr val="D55E00"/>
                </a:solidFill>
                <a:latin typeface="Arial"/>
                <a:ea typeface="Arial"/>
                <a:cs typeface="Arial"/>
              </a:defRPr>
            </a:lvl3pPr>
            <a:lvl4pPr algn="l">
              <a:defRPr sz="1200" b="1">
                <a:solidFill>
                  <a:srgbClr val="D55E00"/>
                </a:solidFill>
                <a:latin typeface="Arial"/>
                <a:ea typeface="Arial"/>
                <a:cs typeface="Arial"/>
              </a:defRPr>
            </a:lvl4pPr>
            <a:lvl5pPr algn="l">
              <a:defRPr sz="1200" b="1">
                <a:solidFill>
                  <a:srgbClr val="D55E00"/>
                </a:solidFill>
                <a:latin typeface="Arial"/>
                <a:ea typeface="Arial"/>
                <a:cs typeface="Arial"/>
              </a:defRPr>
            </a:lvl5pPr>
            <a:lvl6pPr algn="l">
              <a:defRPr sz="1200" b="1">
                <a:solidFill>
                  <a:srgbClr val="D55E00"/>
                </a:solidFill>
                <a:latin typeface="Arial"/>
                <a:ea typeface="Arial"/>
                <a:cs typeface="Arial"/>
              </a:defRPr>
            </a:lvl6pPr>
            <a:lvl7pPr algn="l">
              <a:defRPr sz="1200" b="1">
                <a:solidFill>
                  <a:srgbClr val="D55E00"/>
                </a:solidFill>
                <a:latin typeface="Arial"/>
                <a:ea typeface="Arial"/>
                <a:cs typeface="Arial"/>
              </a:defRPr>
            </a:lvl7pPr>
            <a:lvl8pPr algn="l">
              <a:defRPr sz="1200" b="1">
                <a:solidFill>
                  <a:srgbClr val="D55E00"/>
                </a:solidFill>
                <a:latin typeface="Arial"/>
                <a:ea typeface="Arial"/>
                <a:cs typeface="Arial"/>
              </a:defRPr>
            </a:lvl8pPr>
            <a:lvl9pPr algn="l">
              <a:defRPr sz="1200" b="1">
                <a:solidFill>
                  <a:srgbClr val="D55E00"/>
                </a:solidFill>
                <a:latin typeface="Arial"/>
                <a:ea typeface="Arial"/>
                <a:cs typeface="Arial"/>
              </a:defRPr>
            </a:lvl9pPr>
          </a:lstStyle>
          <a:p>
            <a:pPr algn="l">
              <a:defRPr sz="1200" b="1">
                <a:solidFill>
                  <a:srgbClr val="D55E00"/>
                </a:solidFill>
                <a:latin typeface="Arial"/>
                <a:ea typeface="Arial"/>
                <a:cs typeface="Arial"/>
              </a:defRPr>
            </a:pPr>
            <a:r>
              <a:rPr sz="1200" b="1">
                <a:solidFill>
                  <a:srgbClr val="D55E00"/>
                </a:solidFill>
                <a:latin typeface="Arial"/>
                <a:ea typeface="Arial"/>
                <a:cs typeface="Arial"/>
              </a:rPr>
              <a:t>B</a:t>
            </a:r>
          </a:p>
        </p:txBody>
      </p:sp>
      <p:sp>
        <p:nvSpPr>
          <p:cNvPr id="198" name="ellipse_197">
            <a:extLst>
              <a:ext uri="{FF2B5EF4-FFF2-40B4-BE49-F238E27FC236}">
                <ns2:creationId id="{5F0BE903-D4A6-4C3E-A401-278754BF7C78}"/>
              </a:ext>
            </a:extLst>
          </p:cNvPr>
          <p:cNvSpPr>
            <a:spLocks noGrp="1"/>
          </p:cNvSpPr>
          <p:nvPr/>
        </p:nvSpPr>
        <p:spPr>
          <a:xfrm rot="0">
            <a:off x="10126228" y="4569142"/>
            <a:ext cx="66675" cy="66675"/>
          </a:xfrm>
          <a:prstGeom prst="ellipse">
            <a:avLst/>
          </a:prstGeom>
          <a:solidFill>
            <a:srgbClr val="FFFFFF"/>
          </a:solidFill>
          <a:ln w="17145">
            <a:solidFill>
              <a:srgbClr val="009E73"/>
            </a:solidFill>
            <a:prstDash val="solid"/>
          </a:ln>
        </p:spPr>
      </p:sp>
      <p:sp>
        <p:nvSpPr>
          <p:cNvPr id="199" name="text_198">
            <a:extLst>
              <a:ext uri="{FF2B5EF4-FFF2-40B4-BE49-F238E27FC236}">
                <ns2:creationId id="{D13E7DAE-DED4-434C-BB36-CD020AE1A788}"/>
              </a:ext>
            </a:extLst>
          </p:cNvPr>
          <p:cNvSpPr>
            <a:spLocks noGrp="1"/>
          </p:cNvSpPr>
          <p:nvPr/>
        </p:nvSpPr>
        <p:spPr>
          <a:xfrm rot="0">
            <a:off x="10207190" y="4392929"/>
            <a:ext cx="219075" cy="219075"/>
          </a:xfrm>
          <a:prstGeom prst="rect">
            <a:avLst/>
          </a:prstGeom>
          <a:noFill/>
          <a:ln w="0">
            <a:noFill/>
            <a:prstDash val="solid"/>
          </a:ln>
        </p:spPr>
        <p:txBody>
          <a:bodyPr wrap="none" lIns="0" tIns="0" rIns="0" bIns="0" anchor="t">
            <a:noAutofit/>
          </a:bodyPr>
          <a:lstStyle>
            <a:defPPr algn="l">
              <a:defRPr sz="1200" b="1">
                <a:solidFill>
                  <a:srgbClr val="009E73"/>
                </a:solidFill>
                <a:latin typeface="Arial"/>
                <a:ea typeface="Arial"/>
                <a:cs typeface="Arial"/>
              </a:defRPr>
            </a:defPPr>
            <a:lvl1pPr algn="l">
              <a:defRPr sz="1200" b="1">
                <a:solidFill>
                  <a:srgbClr val="009E73"/>
                </a:solidFill>
                <a:latin typeface="Arial"/>
                <a:ea typeface="Arial"/>
                <a:cs typeface="Arial"/>
              </a:defRPr>
            </a:lvl1pPr>
            <a:lvl2pPr algn="l">
              <a:defRPr sz="1200" b="1">
                <a:solidFill>
                  <a:srgbClr val="009E73"/>
                </a:solidFill>
                <a:latin typeface="Arial"/>
                <a:ea typeface="Arial"/>
                <a:cs typeface="Arial"/>
              </a:defRPr>
            </a:lvl2pPr>
            <a:lvl3pPr algn="l">
              <a:defRPr sz="1200" b="1">
                <a:solidFill>
                  <a:srgbClr val="009E73"/>
                </a:solidFill>
                <a:latin typeface="Arial"/>
                <a:ea typeface="Arial"/>
                <a:cs typeface="Arial"/>
              </a:defRPr>
            </a:lvl3pPr>
            <a:lvl4pPr algn="l">
              <a:defRPr sz="1200" b="1">
                <a:solidFill>
                  <a:srgbClr val="009E73"/>
                </a:solidFill>
                <a:latin typeface="Arial"/>
                <a:ea typeface="Arial"/>
                <a:cs typeface="Arial"/>
              </a:defRPr>
            </a:lvl4pPr>
            <a:lvl5pPr algn="l">
              <a:defRPr sz="1200" b="1">
                <a:solidFill>
                  <a:srgbClr val="009E73"/>
                </a:solidFill>
                <a:latin typeface="Arial"/>
                <a:ea typeface="Arial"/>
                <a:cs typeface="Arial"/>
              </a:defRPr>
            </a:lvl5pPr>
            <a:lvl6pPr algn="l">
              <a:defRPr sz="1200" b="1">
                <a:solidFill>
                  <a:srgbClr val="009E73"/>
                </a:solidFill>
                <a:latin typeface="Arial"/>
                <a:ea typeface="Arial"/>
                <a:cs typeface="Arial"/>
              </a:defRPr>
            </a:lvl6pPr>
            <a:lvl7pPr algn="l">
              <a:defRPr sz="1200" b="1">
                <a:solidFill>
                  <a:srgbClr val="009E73"/>
                </a:solidFill>
                <a:latin typeface="Arial"/>
                <a:ea typeface="Arial"/>
                <a:cs typeface="Arial"/>
              </a:defRPr>
            </a:lvl7pPr>
            <a:lvl8pPr algn="l">
              <a:defRPr sz="1200" b="1">
                <a:solidFill>
                  <a:srgbClr val="009E73"/>
                </a:solidFill>
                <a:latin typeface="Arial"/>
                <a:ea typeface="Arial"/>
                <a:cs typeface="Arial"/>
              </a:defRPr>
            </a:lvl8pPr>
            <a:lvl9pPr algn="l">
              <a:defRPr sz="1200" b="1">
                <a:solidFill>
                  <a:srgbClr val="009E73"/>
                </a:solidFill>
                <a:latin typeface="Arial"/>
                <a:ea typeface="Arial"/>
                <a:cs typeface="Arial"/>
              </a:defRPr>
            </a:lvl9pPr>
          </a:lstStyle>
          <a:p>
            <a:pPr algn="l">
              <a:defRPr sz="1200" b="1">
                <a:solidFill>
                  <a:srgbClr val="009E73"/>
                </a:solidFill>
                <a:latin typeface="Arial"/>
                <a:ea typeface="Arial"/>
                <a:cs typeface="Arial"/>
              </a:defRPr>
            </a:pPr>
            <a:r>
              <a:rPr sz="1200" b="1">
                <a:solidFill>
                  <a:srgbClr val="009E73"/>
                </a:solidFill>
                <a:latin typeface="Arial"/>
                <a:ea typeface="Arial"/>
                <a:cs typeface="Arial"/>
              </a:rPr>
              <a:t>C</a:t>
            </a:r>
          </a:p>
        </p:txBody>
      </p:sp>
      <p:sp>
        <p:nvSpPr>
          <p:cNvPr id="200" name="text_199">
            <a:extLst>
              <a:ext uri="{FF2B5EF4-FFF2-40B4-BE49-F238E27FC236}">
                <ns2:creationId id="{F1A48117-7817-42BE-866C-FB3412915444}"/>
              </a:ext>
            </a:extLst>
          </p:cNvPr>
          <p:cNvSpPr>
            <a:spLocks noGrp="1"/>
          </p:cNvSpPr>
          <p:nvPr/>
        </p:nvSpPr>
        <p:spPr>
          <a:xfrm rot="0">
            <a:off x="8810625" y="5305425"/>
            <a:ext cx="3238500" cy="219075"/>
          </a:xfrm>
          <a:prstGeom prst="rect">
            <a:avLst/>
          </a:prstGeom>
          <a:noFill/>
          <a:ln w="0">
            <a:noFill/>
            <a:prstDash val="solid"/>
          </a:ln>
        </p:spPr>
        <p:txBody>
          <a:bodyPr wrap="none" lIns="0" tIns="0" rIns="0" bIns="0" anchor="t">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Normalized reference coordinate</a:t>
            </a:r>
          </a:p>
        </p:txBody>
      </p:sp>
      <p:sp>
        <p:nvSpPr>
          <p:cNvPr id="201" name="line_200">
            <a:extLst>
              <a:ext uri="{FF2B5EF4-FFF2-40B4-BE49-F238E27FC236}">
                <ns2:creationId id="{FF1C1433-DE9C-4744-A7E1-CD1E7C6F70E1}"/>
              </a:ext>
            </a:extLst>
          </p:cNvPr>
          <p:cNvSpPr>
            <a:spLocks noGrp="1"/>
          </p:cNvSpPr>
          <p:nvPr/>
        </p:nvSpPr>
        <p:spPr>
          <a:xfrm>
            <a:off x="9048750" y="5724525"/>
            <a:ext cx="295275" cy="95"/>
          </a:xfrm>
          <a:custGeom>
            <a:pathLst>
              <a:path w="295275" h="95">
                <a:moveTo>
                  <a:pt x="0" y="0"/>
                </a:moveTo>
                <a:lnTo>
                  <a:pt x="295275" y="0"/>
                </a:lnTo>
              </a:path>
            </a:pathLst>
          </a:custGeom>
          <a:noFill/>
          <a:ln w="17145">
            <a:solidFill>
              <a:srgbClr val="0072B2"/>
            </a:solidFill>
            <a:prstDash val="dash"/>
          </a:ln>
        </p:spPr>
      </p:sp>
      <p:sp>
        <p:nvSpPr>
          <p:cNvPr id="202" name="text_201">
            <a:extLst>
              <a:ext uri="{FF2B5EF4-FFF2-40B4-BE49-F238E27FC236}">
                <ns2:creationId id="{D704F683-F35F-4B0F-AEE3-EC1C2F0D8131}"/>
              </a:ext>
            </a:extLst>
          </p:cNvPr>
          <p:cNvSpPr>
            <a:spLocks noGrp="1"/>
          </p:cNvSpPr>
          <p:nvPr/>
        </p:nvSpPr>
        <p:spPr>
          <a:xfrm rot="0">
            <a:off x="9429750" y="5610225"/>
            <a:ext cx="428625" cy="228600"/>
          </a:xfrm>
          <a:prstGeom prst="rect">
            <a:avLst/>
          </a:prstGeom>
          <a:noFill/>
          <a:ln w="0">
            <a:noFill/>
            <a:prstDash val="solid"/>
          </a:ln>
        </p:spPr>
        <p:txBody>
          <a:bodyPr wrap="none" lIns="0" tIns="0" rIns="0" bIns="0" anchor="t">
            <a:noAutofit/>
          </a:bodyPr>
          <a:lstStyle>
            <a:defPPr algn="l">
              <a:defRPr sz="1350" b="0">
                <a:solidFill>
                  <a:srgbClr val="000000"/>
                </a:solidFill>
                <a:latin typeface="Arial"/>
                <a:ea typeface="Arial"/>
                <a:cs typeface="Arial"/>
              </a:defRPr>
            </a:defPPr>
            <a:lvl1pPr algn="l">
              <a:defRPr sz="1350" b="0">
                <a:solidFill>
                  <a:srgbClr val="000000"/>
                </a:solidFill>
                <a:latin typeface="Arial"/>
                <a:ea typeface="Arial"/>
                <a:cs typeface="Arial"/>
              </a:defRPr>
            </a:lvl1pPr>
            <a:lvl2pPr algn="l">
              <a:defRPr sz="1350" b="0">
                <a:solidFill>
                  <a:srgbClr val="000000"/>
                </a:solidFill>
                <a:latin typeface="Arial"/>
                <a:ea typeface="Arial"/>
                <a:cs typeface="Arial"/>
              </a:defRPr>
            </a:lvl2pPr>
            <a:lvl3pPr algn="l">
              <a:defRPr sz="1350" b="0">
                <a:solidFill>
                  <a:srgbClr val="000000"/>
                </a:solidFill>
                <a:latin typeface="Arial"/>
                <a:ea typeface="Arial"/>
                <a:cs typeface="Arial"/>
              </a:defRPr>
            </a:lvl3pPr>
            <a:lvl4pPr algn="l">
              <a:defRPr sz="1350" b="0">
                <a:solidFill>
                  <a:srgbClr val="000000"/>
                </a:solidFill>
                <a:latin typeface="Arial"/>
                <a:ea typeface="Arial"/>
                <a:cs typeface="Arial"/>
              </a:defRPr>
            </a:lvl4pPr>
            <a:lvl5pPr algn="l">
              <a:defRPr sz="1350" b="0">
                <a:solidFill>
                  <a:srgbClr val="000000"/>
                </a:solidFill>
                <a:latin typeface="Arial"/>
                <a:ea typeface="Arial"/>
                <a:cs typeface="Arial"/>
              </a:defRPr>
            </a:lvl5pPr>
            <a:lvl6pPr algn="l">
              <a:defRPr sz="1350" b="0">
                <a:solidFill>
                  <a:srgbClr val="000000"/>
                </a:solidFill>
                <a:latin typeface="Arial"/>
                <a:ea typeface="Arial"/>
                <a:cs typeface="Arial"/>
              </a:defRPr>
            </a:lvl6pPr>
            <a:lvl7pPr algn="l">
              <a:defRPr sz="1350" b="0">
                <a:solidFill>
                  <a:srgbClr val="000000"/>
                </a:solidFill>
                <a:latin typeface="Arial"/>
                <a:ea typeface="Arial"/>
                <a:cs typeface="Arial"/>
              </a:defRPr>
            </a:lvl7pPr>
            <a:lvl8pPr algn="l">
              <a:defRPr sz="1350" b="0">
                <a:solidFill>
                  <a:srgbClr val="000000"/>
                </a:solidFill>
                <a:latin typeface="Arial"/>
                <a:ea typeface="Arial"/>
                <a:cs typeface="Arial"/>
              </a:defRPr>
            </a:lvl8pPr>
            <a:lvl9pPr algn="l">
              <a:defRPr sz="1350" b="0">
                <a:solidFill>
                  <a:srgbClr val="000000"/>
                </a:solidFill>
                <a:latin typeface="Arial"/>
                <a:ea typeface="Arial"/>
                <a:cs typeface="Arial"/>
              </a:defRPr>
            </a:lvl9pPr>
          </a:lstStyle>
          <a:p>
            <a:pPr algn="l">
              <a:defRPr sz="1350" b="0">
                <a:solidFill>
                  <a:srgbClr val="000000"/>
                </a:solidFill>
                <a:latin typeface="Arial"/>
                <a:ea typeface="Arial"/>
                <a:cs typeface="Arial"/>
              </a:defRPr>
            </a:pPr>
            <a:r>
              <a:rPr sz="1350" b="0">
                <a:solidFill>
                  <a:srgbClr val="000000"/>
                </a:solidFill>
                <a:latin typeface="Arial"/>
                <a:ea typeface="Arial"/>
                <a:cs typeface="Arial"/>
              </a:rPr>
              <a:t>P</a:t>
            </a:r>
          </a:p>
        </p:txBody>
      </p:sp>
      <p:sp>
        <p:nvSpPr>
          <p:cNvPr id="203" name="line_202">
            <a:extLst>
              <a:ext uri="{FF2B5EF4-FFF2-40B4-BE49-F238E27FC236}">
                <ns2:creationId id="{0008262C-8313-4420-9DFD-CF54774C3627}"/>
              </a:ext>
            </a:extLst>
          </p:cNvPr>
          <p:cNvSpPr>
            <a:spLocks noGrp="1"/>
          </p:cNvSpPr>
          <p:nvPr/>
        </p:nvSpPr>
        <p:spPr>
          <a:xfrm>
            <a:off x="10287000" y="5724525"/>
            <a:ext cx="295275" cy="95"/>
          </a:xfrm>
          <a:custGeom>
            <a:pathLst>
              <a:path w="295275" h="95">
                <a:moveTo>
                  <a:pt x="0" y="0"/>
                </a:moveTo>
                <a:lnTo>
                  <a:pt x="295275" y="0"/>
                </a:lnTo>
              </a:path>
            </a:pathLst>
          </a:custGeom>
          <a:noFill/>
          <a:ln w="17145">
            <a:solidFill>
              <a:srgbClr val="009E73"/>
            </a:solidFill>
            <a:prstDash val="solid"/>
          </a:ln>
        </p:spPr>
      </p:sp>
      <p:sp>
        <p:nvSpPr>
          <p:cNvPr id="204" name="text_203">
            <a:extLst>
              <a:ext uri="{FF2B5EF4-FFF2-40B4-BE49-F238E27FC236}">
                <ns2:creationId id="{921D1B50-C1BD-4611-AE67-CCD1606EE27E}"/>
              </a:ext>
            </a:extLst>
          </p:cNvPr>
          <p:cNvSpPr>
            <a:spLocks noGrp="1"/>
          </p:cNvSpPr>
          <p:nvPr/>
        </p:nvSpPr>
        <p:spPr>
          <a:xfrm rot="0">
            <a:off x="10668000" y="5610225"/>
            <a:ext cx="952500" cy="228600"/>
          </a:xfrm>
          <a:prstGeom prst="rect">
            <a:avLst/>
          </a:prstGeom>
          <a:noFill/>
          <a:ln w="0">
            <a:noFill/>
            <a:prstDash val="solid"/>
          </a:ln>
        </p:spPr>
        <p:txBody>
          <a:bodyPr wrap="none" lIns="0" tIns="0" rIns="0" bIns="0" anchor="t">
            <a:noAutofit/>
          </a:bodyPr>
          <a:lstStyle>
            <a:defPPr algn="l">
              <a:defRPr sz="1350" b="0">
                <a:solidFill>
                  <a:srgbClr val="000000"/>
                </a:solidFill>
                <a:latin typeface="Arial"/>
                <a:ea typeface="Arial"/>
                <a:cs typeface="Arial"/>
              </a:defRPr>
            </a:defPPr>
            <a:lvl1pPr algn="l">
              <a:defRPr sz="1350" b="0">
                <a:solidFill>
                  <a:srgbClr val="000000"/>
                </a:solidFill>
                <a:latin typeface="Arial"/>
                <a:ea typeface="Arial"/>
                <a:cs typeface="Arial"/>
              </a:defRPr>
            </a:lvl1pPr>
            <a:lvl2pPr algn="l">
              <a:defRPr sz="1350" b="0">
                <a:solidFill>
                  <a:srgbClr val="000000"/>
                </a:solidFill>
                <a:latin typeface="Arial"/>
                <a:ea typeface="Arial"/>
                <a:cs typeface="Arial"/>
              </a:defRPr>
            </a:lvl2pPr>
            <a:lvl3pPr algn="l">
              <a:defRPr sz="1350" b="0">
                <a:solidFill>
                  <a:srgbClr val="000000"/>
                </a:solidFill>
                <a:latin typeface="Arial"/>
                <a:ea typeface="Arial"/>
                <a:cs typeface="Arial"/>
              </a:defRPr>
            </a:lvl3pPr>
            <a:lvl4pPr algn="l">
              <a:defRPr sz="1350" b="0">
                <a:solidFill>
                  <a:srgbClr val="000000"/>
                </a:solidFill>
                <a:latin typeface="Arial"/>
                <a:ea typeface="Arial"/>
                <a:cs typeface="Arial"/>
              </a:defRPr>
            </a:lvl4pPr>
            <a:lvl5pPr algn="l">
              <a:defRPr sz="1350" b="0">
                <a:solidFill>
                  <a:srgbClr val="000000"/>
                </a:solidFill>
                <a:latin typeface="Arial"/>
                <a:ea typeface="Arial"/>
                <a:cs typeface="Arial"/>
              </a:defRPr>
            </a:lvl5pPr>
            <a:lvl6pPr algn="l">
              <a:defRPr sz="1350" b="0">
                <a:solidFill>
                  <a:srgbClr val="000000"/>
                </a:solidFill>
                <a:latin typeface="Arial"/>
                <a:ea typeface="Arial"/>
                <a:cs typeface="Arial"/>
              </a:defRPr>
            </a:lvl6pPr>
            <a:lvl7pPr algn="l">
              <a:defRPr sz="1350" b="0">
                <a:solidFill>
                  <a:srgbClr val="000000"/>
                </a:solidFill>
                <a:latin typeface="Arial"/>
                <a:ea typeface="Arial"/>
                <a:cs typeface="Arial"/>
              </a:defRPr>
            </a:lvl7pPr>
            <a:lvl8pPr algn="l">
              <a:defRPr sz="1350" b="0">
                <a:solidFill>
                  <a:srgbClr val="000000"/>
                </a:solidFill>
                <a:latin typeface="Arial"/>
                <a:ea typeface="Arial"/>
                <a:cs typeface="Arial"/>
              </a:defRPr>
            </a:lvl8pPr>
            <a:lvl9pPr algn="l">
              <a:defRPr sz="1350" b="0">
                <a:solidFill>
                  <a:srgbClr val="000000"/>
                </a:solidFill>
                <a:latin typeface="Arial"/>
                <a:ea typeface="Arial"/>
                <a:cs typeface="Arial"/>
              </a:defRPr>
            </a:lvl9pPr>
          </a:lstStyle>
          <a:p>
            <a:pPr algn="l">
              <a:defRPr sz="1350" b="0">
                <a:solidFill>
                  <a:srgbClr val="000000"/>
                </a:solidFill>
                <a:latin typeface="Arial"/>
                <a:ea typeface="Arial"/>
                <a:cs typeface="Arial"/>
              </a:defRPr>
            </a:pPr>
            <a:r>
              <a:rPr sz="1350" b="0">
                <a:solidFill>
                  <a:srgbClr val="000000"/>
                </a:solidFill>
                <a:latin typeface="Arial"/>
                <a:ea typeface="Arial"/>
                <a:cs typeface="Arial"/>
              </a:rPr>
              <a:t>R20</a:t>
            </a:r>
          </a:p>
        </p:txBody>
      </p:sp>
      <p:sp>
        <p:nvSpPr>
          <p:cNvPr id="205" name="text_204">
            <a:extLst>
              <a:ext uri="{FF2B5EF4-FFF2-40B4-BE49-F238E27FC236}">
                <ns2:creationId id="{09782504-11B6-47FD-B769-234821A02166}"/>
              </a:ext>
            </a:extLst>
          </p:cNvPr>
          <p:cNvSpPr>
            <a:spLocks noGrp="1"/>
          </p:cNvSpPr>
          <p:nvPr/>
        </p:nvSpPr>
        <p:spPr>
          <a:xfrm rot="0">
            <a:off x="8553450" y="6105525"/>
            <a:ext cx="3524250" cy="276225"/>
          </a:xfrm>
          <a:prstGeom prst="rect">
            <a:avLst/>
          </a:prstGeom>
          <a:noFill/>
          <a:ln w="0">
            <a:noFill/>
            <a:prstDash val="solid"/>
          </a:ln>
        </p:spPr>
        <p:txBody>
          <a:bodyPr wrap="none" lIns="0" tIns="0" rIns="0" bIns="0" anchor="t">
            <a:noAutofit/>
          </a:bodyPr>
          <a:lstStyle>
            <a:defPPr algn="l">
              <a:defRPr sz="1650" b="1">
                <a:solidFill>
                  <a:srgbClr val="000000"/>
                </a:solidFill>
                <a:latin typeface="Arial"/>
                <a:ea typeface="Arial"/>
                <a:cs typeface="Arial"/>
              </a:defRPr>
            </a:defPPr>
            <a:lvl1pPr algn="l">
              <a:defRPr sz="1650" b="1">
                <a:solidFill>
                  <a:srgbClr val="000000"/>
                </a:solidFill>
                <a:latin typeface="Arial"/>
                <a:ea typeface="Arial"/>
                <a:cs typeface="Arial"/>
              </a:defRPr>
            </a:lvl1pPr>
            <a:lvl2pPr algn="l">
              <a:defRPr sz="1650" b="1">
                <a:solidFill>
                  <a:srgbClr val="000000"/>
                </a:solidFill>
                <a:latin typeface="Arial"/>
                <a:ea typeface="Arial"/>
                <a:cs typeface="Arial"/>
              </a:defRPr>
            </a:lvl2pPr>
            <a:lvl3pPr algn="l">
              <a:defRPr sz="1650" b="1">
                <a:solidFill>
                  <a:srgbClr val="000000"/>
                </a:solidFill>
                <a:latin typeface="Arial"/>
                <a:ea typeface="Arial"/>
                <a:cs typeface="Arial"/>
              </a:defRPr>
            </a:lvl3pPr>
            <a:lvl4pPr algn="l">
              <a:defRPr sz="1650" b="1">
                <a:solidFill>
                  <a:srgbClr val="000000"/>
                </a:solidFill>
                <a:latin typeface="Arial"/>
                <a:ea typeface="Arial"/>
                <a:cs typeface="Arial"/>
              </a:defRPr>
            </a:lvl4pPr>
            <a:lvl5pPr algn="l">
              <a:defRPr sz="1650" b="1">
                <a:solidFill>
                  <a:srgbClr val="000000"/>
                </a:solidFill>
                <a:latin typeface="Arial"/>
                <a:ea typeface="Arial"/>
                <a:cs typeface="Arial"/>
              </a:defRPr>
            </a:lvl5pPr>
            <a:lvl6pPr algn="l">
              <a:defRPr sz="1650" b="1">
                <a:solidFill>
                  <a:srgbClr val="000000"/>
                </a:solidFill>
                <a:latin typeface="Arial"/>
                <a:ea typeface="Arial"/>
                <a:cs typeface="Arial"/>
              </a:defRPr>
            </a:lvl6pPr>
            <a:lvl7pPr algn="l">
              <a:defRPr sz="1650" b="1">
                <a:solidFill>
                  <a:srgbClr val="000000"/>
                </a:solidFill>
                <a:latin typeface="Arial"/>
                <a:ea typeface="Arial"/>
                <a:cs typeface="Arial"/>
              </a:defRPr>
            </a:lvl7pPr>
            <a:lvl8pPr algn="l">
              <a:defRPr sz="1650" b="1">
                <a:solidFill>
                  <a:srgbClr val="000000"/>
                </a:solidFill>
                <a:latin typeface="Arial"/>
                <a:ea typeface="Arial"/>
                <a:cs typeface="Arial"/>
              </a:defRPr>
            </a:lvl8pPr>
            <a:lvl9pPr algn="l">
              <a:defRPr sz="1650" b="1">
                <a:solidFill>
                  <a:srgbClr val="000000"/>
                </a:solidFill>
                <a:latin typeface="Arial"/>
                <a:ea typeface="Arial"/>
                <a:cs typeface="Arial"/>
              </a:defRPr>
            </a:lvl9pPr>
          </a:lstStyle>
          <a:p>
            <a:pPr algn="l">
              <a:defRPr sz="1650" b="1">
                <a:solidFill>
                  <a:srgbClr val="000000"/>
                </a:solidFill>
                <a:latin typeface="Arial"/>
                <a:ea typeface="Arial"/>
                <a:cs typeface="Arial"/>
              </a:defRPr>
            </a:pPr>
            <a:r>
              <a:rPr sz="1650" b="1">
                <a:solidFill>
                  <a:srgbClr val="000000"/>
                </a:solidFill>
                <a:latin typeface="Arial"/>
                <a:ea typeface="Arial"/>
                <a:cs typeface="Arial"/>
              </a:rPr>
              <a:t>(e) Pair merge levels, frame 18</a:t>
            </a:r>
          </a:p>
        </p:txBody>
      </p:sp>
      <p:sp>
        <p:nvSpPr>
          <p:cNvPr id="206" name="text_205">
            <a:extLst>
              <a:ext uri="{FF2B5EF4-FFF2-40B4-BE49-F238E27FC236}">
                <ns2:creationId id="{F7959572-69FC-4F39-8B27-68B6FF0C4880}"/>
              </a:ext>
            </a:extLst>
          </p:cNvPr>
          <p:cNvSpPr>
            <a:spLocks noGrp="1"/>
          </p:cNvSpPr>
          <p:nvPr/>
        </p:nvSpPr>
        <p:spPr>
          <a:xfrm rot="0">
            <a:off x="8572500" y="6562725"/>
            <a:ext cx="571500" cy="228600"/>
          </a:xfrm>
          <a:prstGeom prst="rect">
            <a:avLst/>
          </a:prstGeom>
          <a:noFill/>
          <a:ln w="0">
            <a:noFill/>
            <a:prstDash val="solid"/>
          </a:ln>
        </p:spPr>
        <p:txBody>
          <a:bodyPr wrap="none" lIns="0" tIns="0" rIns="0" bIns="0" anchor="t">
            <a:noAutofit/>
          </a:bodyPr>
          <a:lstStyle>
            <a:defPPr algn="l">
              <a:defRPr sz="1350" b="1">
                <a:solidFill>
                  <a:srgbClr val="000000"/>
                </a:solidFill>
                <a:latin typeface="Arial"/>
                <a:ea typeface="Arial"/>
                <a:cs typeface="Arial"/>
              </a:defRPr>
            </a:defPPr>
            <a:lvl1pPr algn="l">
              <a:defRPr sz="1350" b="1">
                <a:solidFill>
                  <a:srgbClr val="000000"/>
                </a:solidFill>
                <a:latin typeface="Arial"/>
                <a:ea typeface="Arial"/>
                <a:cs typeface="Arial"/>
              </a:defRPr>
            </a:lvl1pPr>
            <a:lvl2pPr algn="l">
              <a:defRPr sz="1350" b="1">
                <a:solidFill>
                  <a:srgbClr val="000000"/>
                </a:solidFill>
                <a:latin typeface="Arial"/>
                <a:ea typeface="Arial"/>
                <a:cs typeface="Arial"/>
              </a:defRPr>
            </a:lvl2pPr>
            <a:lvl3pPr algn="l">
              <a:defRPr sz="1350" b="1">
                <a:solidFill>
                  <a:srgbClr val="000000"/>
                </a:solidFill>
                <a:latin typeface="Arial"/>
                <a:ea typeface="Arial"/>
                <a:cs typeface="Arial"/>
              </a:defRPr>
            </a:lvl3pPr>
            <a:lvl4pPr algn="l">
              <a:defRPr sz="1350" b="1">
                <a:solidFill>
                  <a:srgbClr val="000000"/>
                </a:solidFill>
                <a:latin typeface="Arial"/>
                <a:ea typeface="Arial"/>
                <a:cs typeface="Arial"/>
              </a:defRPr>
            </a:lvl4pPr>
            <a:lvl5pPr algn="l">
              <a:defRPr sz="1350" b="1">
                <a:solidFill>
                  <a:srgbClr val="000000"/>
                </a:solidFill>
                <a:latin typeface="Arial"/>
                <a:ea typeface="Arial"/>
                <a:cs typeface="Arial"/>
              </a:defRPr>
            </a:lvl5pPr>
            <a:lvl6pPr algn="l">
              <a:defRPr sz="1350" b="1">
                <a:solidFill>
                  <a:srgbClr val="000000"/>
                </a:solidFill>
                <a:latin typeface="Arial"/>
                <a:ea typeface="Arial"/>
                <a:cs typeface="Arial"/>
              </a:defRPr>
            </a:lvl6pPr>
            <a:lvl7pPr algn="l">
              <a:defRPr sz="1350" b="1">
                <a:solidFill>
                  <a:srgbClr val="000000"/>
                </a:solidFill>
                <a:latin typeface="Arial"/>
                <a:ea typeface="Arial"/>
                <a:cs typeface="Arial"/>
              </a:defRPr>
            </a:lvl7pPr>
            <a:lvl8pPr algn="l">
              <a:defRPr sz="1350" b="1">
                <a:solidFill>
                  <a:srgbClr val="000000"/>
                </a:solidFill>
                <a:latin typeface="Arial"/>
                <a:ea typeface="Arial"/>
                <a:cs typeface="Arial"/>
              </a:defRPr>
            </a:lvl8pPr>
            <a:lvl9pPr algn="l">
              <a:defRPr sz="1350" b="1">
                <a:solidFill>
                  <a:srgbClr val="000000"/>
                </a:solidFill>
                <a:latin typeface="Arial"/>
                <a:ea typeface="Arial"/>
                <a:cs typeface="Arial"/>
              </a:defRPr>
            </a:lvl9pPr>
          </a:lstStyle>
          <a:p>
            <a:pPr algn="l">
              <a:defRPr sz="1350" b="1">
                <a:solidFill>
                  <a:srgbClr val="000000"/>
                </a:solidFill>
                <a:latin typeface="Arial"/>
                <a:ea typeface="Arial"/>
                <a:cs typeface="Arial"/>
              </a:defRPr>
            </a:pPr>
            <a:r>
              <a:rPr sz="1350" b="1">
                <a:solidFill>
                  <a:srgbClr val="000000"/>
                </a:solidFill>
                <a:latin typeface="Arial"/>
                <a:ea typeface="Arial"/>
                <a:cs typeface="Arial"/>
              </a:rPr>
              <a:t>Pair</a:t>
            </a:r>
          </a:p>
        </p:txBody>
      </p:sp>
      <p:sp>
        <p:nvSpPr>
          <p:cNvPr id="207" name="text_206">
            <a:extLst>
              <a:ext uri="{FF2B5EF4-FFF2-40B4-BE49-F238E27FC236}">
                <ns2:creationId id="{211377A1-E52A-4FC4-B813-535F5CB6B834}"/>
              </a:ext>
            </a:extLst>
          </p:cNvPr>
          <p:cNvSpPr>
            <a:spLocks noGrp="1"/>
          </p:cNvSpPr>
          <p:nvPr/>
        </p:nvSpPr>
        <p:spPr>
          <a:xfrm rot="0">
            <a:off x="9229725" y="6562725"/>
            <a:ext cx="1238250" cy="228600"/>
          </a:xfrm>
          <a:prstGeom prst="rect">
            <a:avLst/>
          </a:prstGeom>
          <a:noFill/>
          <a:ln w="0">
            <a:noFill/>
            <a:prstDash val="solid"/>
          </a:ln>
        </p:spPr>
        <p:txBody>
          <a:bodyPr wrap="none" lIns="0" tIns="0" rIns="0" bIns="0" anchor="t">
            <a:noAutofit/>
          </a:bodyPr>
          <a:lstStyle>
            <a:defPPr algn="l">
              <a:defRPr sz="1350" b="1">
                <a:solidFill>
                  <a:srgbClr val="000000"/>
                </a:solidFill>
                <a:latin typeface="Arial"/>
                <a:ea typeface="Arial"/>
                <a:cs typeface="Arial"/>
              </a:defRPr>
            </a:defPPr>
            <a:lvl1pPr algn="l">
              <a:defRPr sz="1350" b="1">
                <a:solidFill>
                  <a:srgbClr val="000000"/>
                </a:solidFill>
                <a:latin typeface="Arial"/>
                <a:ea typeface="Arial"/>
                <a:cs typeface="Arial"/>
              </a:defRPr>
            </a:lvl1pPr>
            <a:lvl2pPr algn="l">
              <a:defRPr sz="1350" b="1">
                <a:solidFill>
                  <a:srgbClr val="000000"/>
                </a:solidFill>
                <a:latin typeface="Arial"/>
                <a:ea typeface="Arial"/>
                <a:cs typeface="Arial"/>
              </a:defRPr>
            </a:lvl2pPr>
            <a:lvl3pPr algn="l">
              <a:defRPr sz="1350" b="1">
                <a:solidFill>
                  <a:srgbClr val="000000"/>
                </a:solidFill>
                <a:latin typeface="Arial"/>
                <a:ea typeface="Arial"/>
                <a:cs typeface="Arial"/>
              </a:defRPr>
            </a:lvl3pPr>
            <a:lvl4pPr algn="l">
              <a:defRPr sz="1350" b="1">
                <a:solidFill>
                  <a:srgbClr val="000000"/>
                </a:solidFill>
                <a:latin typeface="Arial"/>
                <a:ea typeface="Arial"/>
                <a:cs typeface="Arial"/>
              </a:defRPr>
            </a:lvl4pPr>
            <a:lvl5pPr algn="l">
              <a:defRPr sz="1350" b="1">
                <a:solidFill>
                  <a:srgbClr val="000000"/>
                </a:solidFill>
                <a:latin typeface="Arial"/>
                <a:ea typeface="Arial"/>
                <a:cs typeface="Arial"/>
              </a:defRPr>
            </a:lvl5pPr>
            <a:lvl6pPr algn="l">
              <a:defRPr sz="1350" b="1">
                <a:solidFill>
                  <a:srgbClr val="000000"/>
                </a:solidFill>
                <a:latin typeface="Arial"/>
                <a:ea typeface="Arial"/>
                <a:cs typeface="Arial"/>
              </a:defRPr>
            </a:lvl6pPr>
            <a:lvl7pPr algn="l">
              <a:defRPr sz="1350" b="1">
                <a:solidFill>
                  <a:srgbClr val="000000"/>
                </a:solidFill>
                <a:latin typeface="Arial"/>
                <a:ea typeface="Arial"/>
                <a:cs typeface="Arial"/>
              </a:defRPr>
            </a:lvl7pPr>
            <a:lvl8pPr algn="l">
              <a:defRPr sz="1350" b="1">
                <a:solidFill>
                  <a:srgbClr val="000000"/>
                </a:solidFill>
                <a:latin typeface="Arial"/>
                <a:ea typeface="Arial"/>
                <a:cs typeface="Arial"/>
              </a:defRPr>
            </a:lvl8pPr>
            <a:lvl9pPr algn="l">
              <a:defRPr sz="1350" b="1">
                <a:solidFill>
                  <a:srgbClr val="000000"/>
                </a:solidFill>
                <a:latin typeface="Arial"/>
                <a:ea typeface="Arial"/>
                <a:cs typeface="Arial"/>
              </a:defRPr>
            </a:lvl9pPr>
          </a:lstStyle>
          <a:p>
            <a:pPr algn="l">
              <a:defRPr sz="1350" b="1">
                <a:solidFill>
                  <a:srgbClr val="000000"/>
                </a:solidFill>
                <a:latin typeface="Arial"/>
                <a:ea typeface="Arial"/>
                <a:cs typeface="Arial"/>
              </a:defRPr>
            </a:pPr>
            <a:r>
              <a:rPr sz="1350" b="1">
                <a:solidFill>
                  <a:srgbClr val="000000"/>
                </a:solidFill>
                <a:latin typeface="Arial"/>
                <a:ea typeface="Arial"/>
                <a:cs typeface="Arial"/>
              </a:rPr>
              <a:t>Source = P</a:t>
            </a:r>
          </a:p>
        </p:txBody>
      </p:sp>
      <p:sp>
        <p:nvSpPr>
          <p:cNvPr id="208" name="text_207">
            <a:extLst>
              <a:ext uri="{FF2B5EF4-FFF2-40B4-BE49-F238E27FC236}">
                <ns2:creationId id="{0A4AFB70-36B6-4355-8EA9-A8CEC73C6995}"/>
              </a:ext>
            </a:extLst>
          </p:cNvPr>
          <p:cNvSpPr>
            <a:spLocks noGrp="1"/>
          </p:cNvSpPr>
          <p:nvPr/>
        </p:nvSpPr>
        <p:spPr>
          <a:xfrm rot="0">
            <a:off x="10715625" y="6562725"/>
            <a:ext cx="1095375" cy="228600"/>
          </a:xfrm>
          <a:prstGeom prst="rect">
            <a:avLst/>
          </a:prstGeom>
          <a:noFill/>
          <a:ln w="0">
            <a:noFill/>
            <a:prstDash val="solid"/>
          </a:ln>
        </p:spPr>
        <p:txBody>
          <a:bodyPr wrap="none" lIns="0" tIns="0" rIns="0" bIns="0" anchor="t">
            <a:noAutofit/>
          </a:bodyPr>
          <a:lstStyle>
            <a:defPPr algn="l">
              <a:defRPr sz="1350" b="1">
                <a:solidFill>
                  <a:srgbClr val="000000"/>
                </a:solidFill>
                <a:latin typeface="Arial"/>
                <a:ea typeface="Arial"/>
                <a:cs typeface="Arial"/>
              </a:defRPr>
            </a:defPPr>
            <a:lvl1pPr algn="l">
              <a:defRPr sz="1350" b="1">
                <a:solidFill>
                  <a:srgbClr val="000000"/>
                </a:solidFill>
                <a:latin typeface="Arial"/>
                <a:ea typeface="Arial"/>
                <a:cs typeface="Arial"/>
              </a:defRPr>
            </a:lvl1pPr>
            <a:lvl2pPr algn="l">
              <a:defRPr sz="1350" b="1">
                <a:solidFill>
                  <a:srgbClr val="000000"/>
                </a:solidFill>
                <a:latin typeface="Arial"/>
                <a:ea typeface="Arial"/>
                <a:cs typeface="Arial"/>
              </a:defRPr>
            </a:lvl2pPr>
            <a:lvl3pPr algn="l">
              <a:defRPr sz="1350" b="1">
                <a:solidFill>
                  <a:srgbClr val="000000"/>
                </a:solidFill>
                <a:latin typeface="Arial"/>
                <a:ea typeface="Arial"/>
                <a:cs typeface="Arial"/>
              </a:defRPr>
            </a:lvl3pPr>
            <a:lvl4pPr algn="l">
              <a:defRPr sz="1350" b="1">
                <a:solidFill>
                  <a:srgbClr val="000000"/>
                </a:solidFill>
                <a:latin typeface="Arial"/>
                <a:ea typeface="Arial"/>
                <a:cs typeface="Arial"/>
              </a:defRPr>
            </a:lvl4pPr>
            <a:lvl5pPr algn="l">
              <a:defRPr sz="1350" b="1">
                <a:solidFill>
                  <a:srgbClr val="000000"/>
                </a:solidFill>
                <a:latin typeface="Arial"/>
                <a:ea typeface="Arial"/>
                <a:cs typeface="Arial"/>
              </a:defRPr>
            </a:lvl5pPr>
            <a:lvl6pPr algn="l">
              <a:defRPr sz="1350" b="1">
                <a:solidFill>
                  <a:srgbClr val="000000"/>
                </a:solidFill>
                <a:latin typeface="Arial"/>
                <a:ea typeface="Arial"/>
                <a:cs typeface="Arial"/>
              </a:defRPr>
            </a:lvl6pPr>
            <a:lvl7pPr algn="l">
              <a:defRPr sz="1350" b="1">
                <a:solidFill>
                  <a:srgbClr val="000000"/>
                </a:solidFill>
                <a:latin typeface="Arial"/>
                <a:ea typeface="Arial"/>
                <a:cs typeface="Arial"/>
              </a:defRPr>
            </a:lvl7pPr>
            <a:lvl8pPr algn="l">
              <a:defRPr sz="1350" b="1">
                <a:solidFill>
                  <a:srgbClr val="000000"/>
                </a:solidFill>
                <a:latin typeface="Arial"/>
                <a:ea typeface="Arial"/>
                <a:cs typeface="Arial"/>
              </a:defRPr>
            </a:lvl8pPr>
            <a:lvl9pPr algn="l">
              <a:defRPr sz="1350" b="1">
                <a:solidFill>
                  <a:srgbClr val="000000"/>
                </a:solidFill>
                <a:latin typeface="Arial"/>
                <a:ea typeface="Arial"/>
                <a:cs typeface="Arial"/>
              </a:defRPr>
            </a:lvl9pPr>
          </a:lstStyle>
          <a:p>
            <a:pPr algn="l">
              <a:defRPr sz="1350" b="1">
                <a:solidFill>
                  <a:srgbClr val="000000"/>
                </a:solidFill>
                <a:latin typeface="Arial"/>
                <a:ea typeface="Arial"/>
                <a:cs typeface="Arial"/>
              </a:defRPr>
            </a:pPr>
            <a:r>
              <a:rPr sz="1350" b="1">
                <a:solidFill>
                  <a:srgbClr val="000000"/>
                </a:solidFill>
                <a:latin typeface="Arial"/>
                <a:ea typeface="Arial"/>
                <a:cs typeface="Arial"/>
              </a:rPr>
              <a:t>R20</a:t>
            </a:r>
          </a:p>
        </p:txBody>
      </p:sp>
      <p:sp>
        <p:nvSpPr>
          <p:cNvPr id="209" name="line_208">
            <a:extLst>
              <a:ext uri="{FF2B5EF4-FFF2-40B4-BE49-F238E27FC236}">
                <ns2:creationId id="{909E3B03-83D1-494E-9904-712C9EAFE25F}"/>
              </a:ext>
            </a:extLst>
          </p:cNvPr>
          <p:cNvSpPr>
            <a:spLocks noGrp="1"/>
          </p:cNvSpPr>
          <p:nvPr/>
        </p:nvSpPr>
        <p:spPr>
          <a:xfrm>
            <a:off x="8572500" y="6877050"/>
            <a:ext cx="3333750" cy="95"/>
          </a:xfrm>
          <a:custGeom>
            <a:pathLst>
              <a:path w="3333750" h="95">
                <a:moveTo>
                  <a:pt x="0" y="0"/>
                </a:moveTo>
                <a:lnTo>
                  <a:pt x="3333750" y="0"/>
                </a:lnTo>
              </a:path>
            </a:pathLst>
          </a:custGeom>
          <a:noFill/>
          <a:ln w="7620">
            <a:solidFill>
              <a:srgbClr val="65727C"/>
            </a:solidFill>
            <a:prstDash val="solid"/>
          </a:ln>
        </p:spPr>
      </p:sp>
      <p:sp>
        <p:nvSpPr>
          <p:cNvPr id="210" name="text_209">
            <a:extLst>
              <a:ext uri="{FF2B5EF4-FFF2-40B4-BE49-F238E27FC236}">
                <ns2:creationId id="{4AB5C39D-C9D9-4907-8855-1E31D0B08D95}"/>
              </a:ext>
            </a:extLst>
          </p:cNvPr>
          <p:cNvSpPr>
            <a:spLocks noGrp="1"/>
          </p:cNvSpPr>
          <p:nvPr/>
        </p:nvSpPr>
        <p:spPr>
          <a:xfrm rot="0">
            <a:off x="8572500" y="7048500"/>
            <a:ext cx="571500" cy="238125"/>
          </a:xfrm>
          <a:prstGeom prst="rect">
            <a:avLst/>
          </a:prstGeom>
          <a:noFill/>
          <a:ln w="0">
            <a:noFill/>
            <a:prstDash val="solid"/>
          </a:ln>
        </p:spPr>
        <p:txBody>
          <a:bodyPr wrap="none" lIns="0" tIns="0" rIns="0" bIns="0" anchor="t">
            <a:noAutofit/>
          </a:bodyPr>
          <a:lstStyle>
            <a:defPPr algn="l">
              <a:defRPr sz="1350" b="0">
                <a:solidFill>
                  <a:srgbClr val="000000"/>
                </a:solidFill>
                <a:latin typeface="Arial"/>
                <a:ea typeface="Arial"/>
                <a:cs typeface="Arial"/>
              </a:defRPr>
            </a:defPPr>
            <a:lvl1pPr algn="l">
              <a:defRPr sz="1350" b="0">
                <a:solidFill>
                  <a:srgbClr val="000000"/>
                </a:solidFill>
                <a:latin typeface="Arial"/>
                <a:ea typeface="Arial"/>
                <a:cs typeface="Arial"/>
              </a:defRPr>
            </a:lvl1pPr>
            <a:lvl2pPr algn="l">
              <a:defRPr sz="1350" b="0">
                <a:solidFill>
                  <a:srgbClr val="000000"/>
                </a:solidFill>
                <a:latin typeface="Arial"/>
                <a:ea typeface="Arial"/>
                <a:cs typeface="Arial"/>
              </a:defRPr>
            </a:lvl2pPr>
            <a:lvl3pPr algn="l">
              <a:defRPr sz="1350" b="0">
                <a:solidFill>
                  <a:srgbClr val="000000"/>
                </a:solidFill>
                <a:latin typeface="Arial"/>
                <a:ea typeface="Arial"/>
                <a:cs typeface="Arial"/>
              </a:defRPr>
            </a:lvl3pPr>
            <a:lvl4pPr algn="l">
              <a:defRPr sz="1350" b="0">
                <a:solidFill>
                  <a:srgbClr val="000000"/>
                </a:solidFill>
                <a:latin typeface="Arial"/>
                <a:ea typeface="Arial"/>
                <a:cs typeface="Arial"/>
              </a:defRPr>
            </a:lvl4pPr>
            <a:lvl5pPr algn="l">
              <a:defRPr sz="1350" b="0">
                <a:solidFill>
                  <a:srgbClr val="000000"/>
                </a:solidFill>
                <a:latin typeface="Arial"/>
                <a:ea typeface="Arial"/>
                <a:cs typeface="Arial"/>
              </a:defRPr>
            </a:lvl5pPr>
            <a:lvl6pPr algn="l">
              <a:defRPr sz="1350" b="0">
                <a:solidFill>
                  <a:srgbClr val="000000"/>
                </a:solidFill>
                <a:latin typeface="Arial"/>
                <a:ea typeface="Arial"/>
                <a:cs typeface="Arial"/>
              </a:defRPr>
            </a:lvl6pPr>
            <a:lvl7pPr algn="l">
              <a:defRPr sz="1350" b="0">
                <a:solidFill>
                  <a:srgbClr val="000000"/>
                </a:solidFill>
                <a:latin typeface="Arial"/>
                <a:ea typeface="Arial"/>
                <a:cs typeface="Arial"/>
              </a:defRPr>
            </a:lvl7pPr>
            <a:lvl8pPr algn="l">
              <a:defRPr sz="1350" b="0">
                <a:solidFill>
                  <a:srgbClr val="000000"/>
                </a:solidFill>
                <a:latin typeface="Arial"/>
                <a:ea typeface="Arial"/>
                <a:cs typeface="Arial"/>
              </a:defRPr>
            </a:lvl8pPr>
            <a:lvl9pPr algn="l">
              <a:defRPr sz="1350" b="0">
                <a:solidFill>
                  <a:srgbClr val="000000"/>
                </a:solidFill>
                <a:latin typeface="Arial"/>
                <a:ea typeface="Arial"/>
                <a:cs typeface="Arial"/>
              </a:defRPr>
            </a:lvl9pPr>
          </a:lstStyle>
          <a:p>
            <a:pPr algn="l">
              <a:defRPr sz="1350" b="0">
                <a:solidFill>
                  <a:srgbClr val="000000"/>
                </a:solidFill>
                <a:latin typeface="Arial"/>
                <a:ea typeface="Arial"/>
                <a:cs typeface="Arial"/>
              </a:defRPr>
            </a:pPr>
            <a:r>
              <a:rPr sz="1350" b="0">
                <a:solidFill>
                  <a:srgbClr val="000000"/>
                </a:solidFill>
                <a:latin typeface="Arial"/>
                <a:ea typeface="Arial"/>
                <a:cs typeface="Arial"/>
              </a:rPr>
              <a:t>AB</a:t>
            </a:r>
          </a:p>
        </p:txBody>
      </p:sp>
      <p:sp>
        <p:nvSpPr>
          <p:cNvPr id="211" name="text_210">
            <a:extLst>
              <a:ext uri="{FF2B5EF4-FFF2-40B4-BE49-F238E27FC236}">
                <ns2:creationId id="{A27FA98B-6525-4ABA-9EB4-761B3355C47C}"/>
              </a:ext>
            </a:extLst>
          </p:cNvPr>
          <p:cNvSpPr>
            <a:spLocks noGrp="1"/>
          </p:cNvSpPr>
          <p:nvPr/>
        </p:nvSpPr>
        <p:spPr>
          <a:xfrm rot="0">
            <a:off x="9229725" y="7048500"/>
            <a:ext cx="1238250" cy="238125"/>
          </a:xfrm>
          <a:prstGeom prst="rect">
            <a:avLst/>
          </a:prstGeom>
          <a:noFill/>
          <a:ln w="0">
            <a:noFill/>
            <a:prstDash val="solid"/>
          </a:ln>
        </p:spPr>
        <p:txBody>
          <a:bodyPr wrap="none" lIns="0" tIns="0" rIns="0" bIns="0" anchor="t">
            <a:noAutofit/>
          </a:bodyPr>
          <a:lstStyle>
            <a:defPPr algn="l">
              <a:defRPr sz="1350" b="0">
                <a:solidFill>
                  <a:srgbClr val="000000"/>
                </a:solidFill>
                <a:latin typeface="Arial"/>
                <a:ea typeface="Arial"/>
                <a:cs typeface="Arial"/>
              </a:defRPr>
            </a:defPPr>
            <a:lvl1pPr algn="l">
              <a:defRPr sz="1350" b="0">
                <a:solidFill>
                  <a:srgbClr val="000000"/>
                </a:solidFill>
                <a:latin typeface="Arial"/>
                <a:ea typeface="Arial"/>
                <a:cs typeface="Arial"/>
              </a:defRPr>
            </a:lvl1pPr>
            <a:lvl2pPr algn="l">
              <a:defRPr sz="1350" b="0">
                <a:solidFill>
                  <a:srgbClr val="000000"/>
                </a:solidFill>
                <a:latin typeface="Arial"/>
                <a:ea typeface="Arial"/>
                <a:cs typeface="Arial"/>
              </a:defRPr>
            </a:lvl2pPr>
            <a:lvl3pPr algn="l">
              <a:defRPr sz="1350" b="0">
                <a:solidFill>
                  <a:srgbClr val="000000"/>
                </a:solidFill>
                <a:latin typeface="Arial"/>
                <a:ea typeface="Arial"/>
                <a:cs typeface="Arial"/>
              </a:defRPr>
            </a:lvl3pPr>
            <a:lvl4pPr algn="l">
              <a:defRPr sz="1350" b="0">
                <a:solidFill>
                  <a:srgbClr val="000000"/>
                </a:solidFill>
                <a:latin typeface="Arial"/>
                <a:ea typeface="Arial"/>
                <a:cs typeface="Arial"/>
              </a:defRPr>
            </a:lvl4pPr>
            <a:lvl5pPr algn="l">
              <a:defRPr sz="1350" b="0">
                <a:solidFill>
                  <a:srgbClr val="000000"/>
                </a:solidFill>
                <a:latin typeface="Arial"/>
                <a:ea typeface="Arial"/>
                <a:cs typeface="Arial"/>
              </a:defRPr>
            </a:lvl5pPr>
            <a:lvl6pPr algn="l">
              <a:defRPr sz="1350" b="0">
                <a:solidFill>
                  <a:srgbClr val="000000"/>
                </a:solidFill>
                <a:latin typeface="Arial"/>
                <a:ea typeface="Arial"/>
                <a:cs typeface="Arial"/>
              </a:defRPr>
            </a:lvl6pPr>
            <a:lvl7pPr algn="l">
              <a:defRPr sz="1350" b="0">
                <a:solidFill>
                  <a:srgbClr val="000000"/>
                </a:solidFill>
                <a:latin typeface="Arial"/>
                <a:ea typeface="Arial"/>
                <a:cs typeface="Arial"/>
              </a:defRPr>
            </a:lvl7pPr>
            <a:lvl8pPr algn="l">
              <a:defRPr sz="1350" b="0">
                <a:solidFill>
                  <a:srgbClr val="000000"/>
                </a:solidFill>
                <a:latin typeface="Arial"/>
                <a:ea typeface="Arial"/>
                <a:cs typeface="Arial"/>
              </a:defRPr>
            </a:lvl8pPr>
            <a:lvl9pPr algn="l">
              <a:defRPr sz="1350" b="0">
                <a:solidFill>
                  <a:srgbClr val="000000"/>
                </a:solidFill>
                <a:latin typeface="Arial"/>
                <a:ea typeface="Arial"/>
                <a:cs typeface="Arial"/>
              </a:defRPr>
            </a:lvl9pPr>
          </a:lstStyle>
          <a:p>
            <a:pPr algn="l">
              <a:defRPr sz="1350" b="0">
                <a:solidFill>
                  <a:srgbClr val="000000"/>
                </a:solidFill>
                <a:latin typeface="Arial"/>
                <a:ea typeface="Arial"/>
                <a:cs typeface="Arial"/>
              </a:defRPr>
            </a:pPr>
            <a:r>
              <a:rPr sz="1350" b="0">
                <a:solidFill>
                  <a:srgbClr val="000000"/>
                </a:solidFill>
                <a:latin typeface="Arial"/>
                <a:ea typeface="Arial"/>
                <a:cs typeface="Arial"/>
              </a:rPr>
              <a:t>0.0608</a:t>
            </a:r>
          </a:p>
        </p:txBody>
      </p:sp>
      <p:sp>
        <p:nvSpPr>
          <p:cNvPr id="212" name="text_211">
            <a:extLst>
              <a:ext uri="{FF2B5EF4-FFF2-40B4-BE49-F238E27FC236}">
                <ns2:creationId id="{8EA55C37-EA65-4F95-B70F-3D8EBE480E3D}"/>
              </a:ext>
            </a:extLst>
          </p:cNvPr>
          <p:cNvSpPr>
            <a:spLocks noGrp="1"/>
          </p:cNvSpPr>
          <p:nvPr/>
        </p:nvSpPr>
        <p:spPr>
          <a:xfrm rot="0">
            <a:off x="10715625" y="7048500"/>
            <a:ext cx="1143000" cy="238125"/>
          </a:xfrm>
          <a:prstGeom prst="rect">
            <a:avLst/>
          </a:prstGeom>
          <a:noFill/>
          <a:ln w="0">
            <a:noFill/>
            <a:prstDash val="solid"/>
          </a:ln>
        </p:spPr>
        <p:txBody>
          <a:bodyPr wrap="none" lIns="0" tIns="0" rIns="0" bIns="0" anchor="t">
            <a:noAutofit/>
          </a:bodyPr>
          <a:lstStyle>
            <a:defPPr algn="l">
              <a:defRPr sz="1350" b="0">
                <a:solidFill>
                  <a:srgbClr val="000000"/>
                </a:solidFill>
                <a:latin typeface="Arial"/>
                <a:ea typeface="Arial"/>
                <a:cs typeface="Arial"/>
              </a:defRPr>
            </a:defPPr>
            <a:lvl1pPr algn="l">
              <a:defRPr sz="1350" b="0">
                <a:solidFill>
                  <a:srgbClr val="000000"/>
                </a:solidFill>
                <a:latin typeface="Arial"/>
                <a:ea typeface="Arial"/>
                <a:cs typeface="Arial"/>
              </a:defRPr>
            </a:lvl1pPr>
            <a:lvl2pPr algn="l">
              <a:defRPr sz="1350" b="0">
                <a:solidFill>
                  <a:srgbClr val="000000"/>
                </a:solidFill>
                <a:latin typeface="Arial"/>
                <a:ea typeface="Arial"/>
                <a:cs typeface="Arial"/>
              </a:defRPr>
            </a:lvl2pPr>
            <a:lvl3pPr algn="l">
              <a:defRPr sz="1350" b="0">
                <a:solidFill>
                  <a:srgbClr val="000000"/>
                </a:solidFill>
                <a:latin typeface="Arial"/>
                <a:ea typeface="Arial"/>
                <a:cs typeface="Arial"/>
              </a:defRPr>
            </a:lvl3pPr>
            <a:lvl4pPr algn="l">
              <a:defRPr sz="1350" b="0">
                <a:solidFill>
                  <a:srgbClr val="000000"/>
                </a:solidFill>
                <a:latin typeface="Arial"/>
                <a:ea typeface="Arial"/>
                <a:cs typeface="Arial"/>
              </a:defRPr>
            </a:lvl4pPr>
            <a:lvl5pPr algn="l">
              <a:defRPr sz="1350" b="0">
                <a:solidFill>
                  <a:srgbClr val="000000"/>
                </a:solidFill>
                <a:latin typeface="Arial"/>
                <a:ea typeface="Arial"/>
                <a:cs typeface="Arial"/>
              </a:defRPr>
            </a:lvl5pPr>
            <a:lvl6pPr algn="l">
              <a:defRPr sz="1350" b="0">
                <a:solidFill>
                  <a:srgbClr val="000000"/>
                </a:solidFill>
                <a:latin typeface="Arial"/>
                <a:ea typeface="Arial"/>
                <a:cs typeface="Arial"/>
              </a:defRPr>
            </a:lvl6pPr>
            <a:lvl7pPr algn="l">
              <a:defRPr sz="1350" b="0">
                <a:solidFill>
                  <a:srgbClr val="000000"/>
                </a:solidFill>
                <a:latin typeface="Arial"/>
                <a:ea typeface="Arial"/>
                <a:cs typeface="Arial"/>
              </a:defRPr>
            </a:lvl7pPr>
            <a:lvl8pPr algn="l">
              <a:defRPr sz="1350" b="0">
                <a:solidFill>
                  <a:srgbClr val="000000"/>
                </a:solidFill>
                <a:latin typeface="Arial"/>
                <a:ea typeface="Arial"/>
                <a:cs typeface="Arial"/>
              </a:defRPr>
            </a:lvl8pPr>
            <a:lvl9pPr algn="l">
              <a:defRPr sz="1350" b="0">
                <a:solidFill>
                  <a:srgbClr val="000000"/>
                </a:solidFill>
                <a:latin typeface="Arial"/>
                <a:ea typeface="Arial"/>
                <a:cs typeface="Arial"/>
              </a:defRPr>
            </a:lvl9pPr>
          </a:lstStyle>
          <a:p>
            <a:pPr algn="l">
              <a:defRPr sz="1350" b="0">
                <a:solidFill>
                  <a:srgbClr val="000000"/>
                </a:solidFill>
                <a:latin typeface="Arial"/>
                <a:ea typeface="Arial"/>
                <a:cs typeface="Arial"/>
              </a:defRPr>
            </a:pPr>
            <a:r>
              <a:rPr sz="1350" b="0">
                <a:solidFill>
                  <a:srgbClr val="000000"/>
                </a:solidFill>
                <a:latin typeface="Arial"/>
                <a:ea typeface="Arial"/>
                <a:cs typeface="Arial"/>
              </a:rPr>
              <a:t>-0.5743</a:t>
            </a:r>
          </a:p>
        </p:txBody>
      </p:sp>
      <p:sp>
        <p:nvSpPr>
          <p:cNvPr id="213" name="text_212">
            <a:extLst>
              <a:ext uri="{FF2B5EF4-FFF2-40B4-BE49-F238E27FC236}">
                <ns2:creationId id="{EFDF4114-F084-4211-B1DE-17A3E4B49354}"/>
              </a:ext>
            </a:extLst>
          </p:cNvPr>
          <p:cNvSpPr>
            <a:spLocks noGrp="1"/>
          </p:cNvSpPr>
          <p:nvPr/>
        </p:nvSpPr>
        <p:spPr>
          <a:xfrm rot="0">
            <a:off x="8572500" y="7400925"/>
            <a:ext cx="571500" cy="238125"/>
          </a:xfrm>
          <a:prstGeom prst="rect">
            <a:avLst/>
          </a:prstGeom>
          <a:noFill/>
          <a:ln w="0">
            <a:noFill/>
            <a:prstDash val="solid"/>
          </a:ln>
        </p:spPr>
        <p:txBody>
          <a:bodyPr wrap="none" lIns="0" tIns="0" rIns="0" bIns="0" anchor="t">
            <a:noAutofit/>
          </a:bodyPr>
          <a:lstStyle>
            <a:defPPr algn="l">
              <a:defRPr sz="1350" b="0">
                <a:solidFill>
                  <a:srgbClr val="000000"/>
                </a:solidFill>
                <a:latin typeface="Arial"/>
                <a:ea typeface="Arial"/>
                <a:cs typeface="Arial"/>
              </a:defRPr>
            </a:defPPr>
            <a:lvl1pPr algn="l">
              <a:defRPr sz="1350" b="0">
                <a:solidFill>
                  <a:srgbClr val="000000"/>
                </a:solidFill>
                <a:latin typeface="Arial"/>
                <a:ea typeface="Arial"/>
                <a:cs typeface="Arial"/>
              </a:defRPr>
            </a:lvl1pPr>
            <a:lvl2pPr algn="l">
              <a:defRPr sz="1350" b="0">
                <a:solidFill>
                  <a:srgbClr val="000000"/>
                </a:solidFill>
                <a:latin typeface="Arial"/>
                <a:ea typeface="Arial"/>
                <a:cs typeface="Arial"/>
              </a:defRPr>
            </a:lvl2pPr>
            <a:lvl3pPr algn="l">
              <a:defRPr sz="1350" b="0">
                <a:solidFill>
                  <a:srgbClr val="000000"/>
                </a:solidFill>
                <a:latin typeface="Arial"/>
                <a:ea typeface="Arial"/>
                <a:cs typeface="Arial"/>
              </a:defRPr>
            </a:lvl3pPr>
            <a:lvl4pPr algn="l">
              <a:defRPr sz="1350" b="0">
                <a:solidFill>
                  <a:srgbClr val="000000"/>
                </a:solidFill>
                <a:latin typeface="Arial"/>
                <a:ea typeface="Arial"/>
                <a:cs typeface="Arial"/>
              </a:defRPr>
            </a:lvl4pPr>
            <a:lvl5pPr algn="l">
              <a:defRPr sz="1350" b="0">
                <a:solidFill>
                  <a:srgbClr val="000000"/>
                </a:solidFill>
                <a:latin typeface="Arial"/>
                <a:ea typeface="Arial"/>
                <a:cs typeface="Arial"/>
              </a:defRPr>
            </a:lvl5pPr>
            <a:lvl6pPr algn="l">
              <a:defRPr sz="1350" b="0">
                <a:solidFill>
                  <a:srgbClr val="000000"/>
                </a:solidFill>
                <a:latin typeface="Arial"/>
                <a:ea typeface="Arial"/>
                <a:cs typeface="Arial"/>
              </a:defRPr>
            </a:lvl6pPr>
            <a:lvl7pPr algn="l">
              <a:defRPr sz="1350" b="0">
                <a:solidFill>
                  <a:srgbClr val="000000"/>
                </a:solidFill>
                <a:latin typeface="Arial"/>
                <a:ea typeface="Arial"/>
                <a:cs typeface="Arial"/>
              </a:defRPr>
            </a:lvl7pPr>
            <a:lvl8pPr algn="l">
              <a:defRPr sz="1350" b="0">
                <a:solidFill>
                  <a:srgbClr val="000000"/>
                </a:solidFill>
                <a:latin typeface="Arial"/>
                <a:ea typeface="Arial"/>
                <a:cs typeface="Arial"/>
              </a:defRPr>
            </a:lvl8pPr>
            <a:lvl9pPr algn="l">
              <a:defRPr sz="1350" b="0">
                <a:solidFill>
                  <a:srgbClr val="000000"/>
                </a:solidFill>
                <a:latin typeface="Arial"/>
                <a:ea typeface="Arial"/>
                <a:cs typeface="Arial"/>
              </a:defRPr>
            </a:lvl9pPr>
          </a:lstStyle>
          <a:p>
            <a:pPr algn="l">
              <a:defRPr sz="1350" b="0">
                <a:solidFill>
                  <a:srgbClr val="000000"/>
                </a:solidFill>
                <a:latin typeface="Arial"/>
                <a:ea typeface="Arial"/>
                <a:cs typeface="Arial"/>
              </a:defRPr>
            </a:pPr>
            <a:r>
              <a:rPr sz="1350" b="0">
                <a:solidFill>
                  <a:srgbClr val="000000"/>
                </a:solidFill>
                <a:latin typeface="Arial"/>
                <a:ea typeface="Arial"/>
                <a:cs typeface="Arial"/>
              </a:rPr>
              <a:t>AC</a:t>
            </a:r>
          </a:p>
        </p:txBody>
      </p:sp>
      <p:sp>
        <p:nvSpPr>
          <p:cNvPr id="214" name="text_213">
            <a:extLst>
              <a:ext uri="{FF2B5EF4-FFF2-40B4-BE49-F238E27FC236}">
                <ns2:creationId id="{C4D42842-6A84-4818-80FB-268D7CF92AD4}"/>
              </a:ext>
            </a:extLst>
          </p:cNvPr>
          <p:cNvSpPr>
            <a:spLocks noGrp="1"/>
          </p:cNvSpPr>
          <p:nvPr/>
        </p:nvSpPr>
        <p:spPr>
          <a:xfrm rot="0">
            <a:off x="9229725" y="7400925"/>
            <a:ext cx="1238250" cy="238125"/>
          </a:xfrm>
          <a:prstGeom prst="rect">
            <a:avLst/>
          </a:prstGeom>
          <a:noFill/>
          <a:ln w="0">
            <a:noFill/>
            <a:prstDash val="solid"/>
          </a:ln>
        </p:spPr>
        <p:txBody>
          <a:bodyPr wrap="none" lIns="0" tIns="0" rIns="0" bIns="0" anchor="t">
            <a:noAutofit/>
          </a:bodyPr>
          <a:lstStyle>
            <a:defPPr algn="l">
              <a:defRPr sz="1350" b="0">
                <a:solidFill>
                  <a:srgbClr val="000000"/>
                </a:solidFill>
                <a:latin typeface="Arial"/>
                <a:ea typeface="Arial"/>
                <a:cs typeface="Arial"/>
              </a:defRPr>
            </a:defPPr>
            <a:lvl1pPr algn="l">
              <a:defRPr sz="1350" b="0">
                <a:solidFill>
                  <a:srgbClr val="000000"/>
                </a:solidFill>
                <a:latin typeface="Arial"/>
                <a:ea typeface="Arial"/>
                <a:cs typeface="Arial"/>
              </a:defRPr>
            </a:lvl1pPr>
            <a:lvl2pPr algn="l">
              <a:defRPr sz="1350" b="0">
                <a:solidFill>
                  <a:srgbClr val="000000"/>
                </a:solidFill>
                <a:latin typeface="Arial"/>
                <a:ea typeface="Arial"/>
                <a:cs typeface="Arial"/>
              </a:defRPr>
            </a:lvl2pPr>
            <a:lvl3pPr algn="l">
              <a:defRPr sz="1350" b="0">
                <a:solidFill>
                  <a:srgbClr val="000000"/>
                </a:solidFill>
                <a:latin typeface="Arial"/>
                <a:ea typeface="Arial"/>
                <a:cs typeface="Arial"/>
              </a:defRPr>
            </a:lvl3pPr>
            <a:lvl4pPr algn="l">
              <a:defRPr sz="1350" b="0">
                <a:solidFill>
                  <a:srgbClr val="000000"/>
                </a:solidFill>
                <a:latin typeface="Arial"/>
                <a:ea typeface="Arial"/>
                <a:cs typeface="Arial"/>
              </a:defRPr>
            </a:lvl4pPr>
            <a:lvl5pPr algn="l">
              <a:defRPr sz="1350" b="0">
                <a:solidFill>
                  <a:srgbClr val="000000"/>
                </a:solidFill>
                <a:latin typeface="Arial"/>
                <a:ea typeface="Arial"/>
                <a:cs typeface="Arial"/>
              </a:defRPr>
            </a:lvl5pPr>
            <a:lvl6pPr algn="l">
              <a:defRPr sz="1350" b="0">
                <a:solidFill>
                  <a:srgbClr val="000000"/>
                </a:solidFill>
                <a:latin typeface="Arial"/>
                <a:ea typeface="Arial"/>
                <a:cs typeface="Arial"/>
              </a:defRPr>
            </a:lvl6pPr>
            <a:lvl7pPr algn="l">
              <a:defRPr sz="1350" b="0">
                <a:solidFill>
                  <a:srgbClr val="000000"/>
                </a:solidFill>
                <a:latin typeface="Arial"/>
                <a:ea typeface="Arial"/>
                <a:cs typeface="Arial"/>
              </a:defRPr>
            </a:lvl7pPr>
            <a:lvl8pPr algn="l">
              <a:defRPr sz="1350" b="0">
                <a:solidFill>
                  <a:srgbClr val="000000"/>
                </a:solidFill>
                <a:latin typeface="Arial"/>
                <a:ea typeface="Arial"/>
                <a:cs typeface="Arial"/>
              </a:defRPr>
            </a:lvl8pPr>
            <a:lvl9pPr algn="l">
              <a:defRPr sz="1350" b="0">
                <a:solidFill>
                  <a:srgbClr val="000000"/>
                </a:solidFill>
                <a:latin typeface="Arial"/>
                <a:ea typeface="Arial"/>
                <a:cs typeface="Arial"/>
              </a:defRPr>
            </a:lvl9pPr>
          </a:lstStyle>
          <a:p>
            <a:pPr algn="l">
              <a:defRPr sz="1350" b="0">
                <a:solidFill>
                  <a:srgbClr val="000000"/>
                </a:solidFill>
                <a:latin typeface="Arial"/>
                <a:ea typeface="Arial"/>
                <a:cs typeface="Arial"/>
              </a:defRPr>
            </a:pPr>
            <a:r>
              <a:rPr sz="1350" b="0">
                <a:solidFill>
                  <a:srgbClr val="000000"/>
                </a:solidFill>
                <a:latin typeface="Arial"/>
                <a:ea typeface="Arial"/>
                <a:cs typeface="Arial"/>
              </a:rPr>
              <a:t>0.0036</a:t>
            </a:r>
          </a:p>
        </p:txBody>
      </p:sp>
      <p:sp>
        <p:nvSpPr>
          <p:cNvPr id="215" name="text_214">
            <a:extLst>
              <a:ext uri="{FF2B5EF4-FFF2-40B4-BE49-F238E27FC236}">
                <ns2:creationId id="{1245521B-61EC-4501-A209-76EF066BA1F2}"/>
              </a:ext>
            </a:extLst>
          </p:cNvPr>
          <p:cNvSpPr>
            <a:spLocks noGrp="1"/>
          </p:cNvSpPr>
          <p:nvPr/>
        </p:nvSpPr>
        <p:spPr>
          <a:xfrm rot="0">
            <a:off x="10715625" y="7400925"/>
            <a:ext cx="1143000" cy="238125"/>
          </a:xfrm>
          <a:prstGeom prst="rect">
            <a:avLst/>
          </a:prstGeom>
          <a:noFill/>
          <a:ln w="0">
            <a:noFill/>
            <a:prstDash val="solid"/>
          </a:ln>
        </p:spPr>
        <p:txBody>
          <a:bodyPr wrap="none" lIns="0" tIns="0" rIns="0" bIns="0" anchor="t">
            <a:noAutofit/>
          </a:bodyPr>
          <a:lstStyle>
            <a:defPPr algn="l">
              <a:defRPr sz="1350" b="0">
                <a:solidFill>
                  <a:srgbClr val="000000"/>
                </a:solidFill>
                <a:latin typeface="Arial"/>
                <a:ea typeface="Arial"/>
                <a:cs typeface="Arial"/>
              </a:defRPr>
            </a:defPPr>
            <a:lvl1pPr algn="l">
              <a:defRPr sz="1350" b="0">
                <a:solidFill>
                  <a:srgbClr val="000000"/>
                </a:solidFill>
                <a:latin typeface="Arial"/>
                <a:ea typeface="Arial"/>
                <a:cs typeface="Arial"/>
              </a:defRPr>
            </a:lvl1pPr>
            <a:lvl2pPr algn="l">
              <a:defRPr sz="1350" b="0">
                <a:solidFill>
                  <a:srgbClr val="000000"/>
                </a:solidFill>
                <a:latin typeface="Arial"/>
                <a:ea typeface="Arial"/>
                <a:cs typeface="Arial"/>
              </a:defRPr>
            </a:lvl2pPr>
            <a:lvl3pPr algn="l">
              <a:defRPr sz="1350" b="0">
                <a:solidFill>
                  <a:srgbClr val="000000"/>
                </a:solidFill>
                <a:latin typeface="Arial"/>
                <a:ea typeface="Arial"/>
                <a:cs typeface="Arial"/>
              </a:defRPr>
            </a:lvl3pPr>
            <a:lvl4pPr algn="l">
              <a:defRPr sz="1350" b="0">
                <a:solidFill>
                  <a:srgbClr val="000000"/>
                </a:solidFill>
                <a:latin typeface="Arial"/>
                <a:ea typeface="Arial"/>
                <a:cs typeface="Arial"/>
              </a:defRPr>
            </a:lvl4pPr>
            <a:lvl5pPr algn="l">
              <a:defRPr sz="1350" b="0">
                <a:solidFill>
                  <a:srgbClr val="000000"/>
                </a:solidFill>
                <a:latin typeface="Arial"/>
                <a:ea typeface="Arial"/>
                <a:cs typeface="Arial"/>
              </a:defRPr>
            </a:lvl5pPr>
            <a:lvl6pPr algn="l">
              <a:defRPr sz="1350" b="0">
                <a:solidFill>
                  <a:srgbClr val="000000"/>
                </a:solidFill>
                <a:latin typeface="Arial"/>
                <a:ea typeface="Arial"/>
                <a:cs typeface="Arial"/>
              </a:defRPr>
            </a:lvl6pPr>
            <a:lvl7pPr algn="l">
              <a:defRPr sz="1350" b="0">
                <a:solidFill>
                  <a:srgbClr val="000000"/>
                </a:solidFill>
                <a:latin typeface="Arial"/>
                <a:ea typeface="Arial"/>
                <a:cs typeface="Arial"/>
              </a:defRPr>
            </a:lvl7pPr>
            <a:lvl8pPr algn="l">
              <a:defRPr sz="1350" b="0">
                <a:solidFill>
                  <a:srgbClr val="000000"/>
                </a:solidFill>
                <a:latin typeface="Arial"/>
                <a:ea typeface="Arial"/>
                <a:cs typeface="Arial"/>
              </a:defRPr>
            </a:lvl8pPr>
            <a:lvl9pPr algn="l">
              <a:defRPr sz="1350" b="0">
                <a:solidFill>
                  <a:srgbClr val="000000"/>
                </a:solidFill>
                <a:latin typeface="Arial"/>
                <a:ea typeface="Arial"/>
                <a:cs typeface="Arial"/>
              </a:defRPr>
            </a:lvl9pPr>
          </a:lstStyle>
          <a:p>
            <a:pPr algn="l">
              <a:defRPr sz="1350" b="0">
                <a:solidFill>
                  <a:srgbClr val="000000"/>
                </a:solidFill>
                <a:latin typeface="Arial"/>
                <a:ea typeface="Arial"/>
                <a:cs typeface="Arial"/>
              </a:defRPr>
            </a:pPr>
            <a:r>
              <a:rPr sz="1350" b="0">
                <a:solidFill>
                  <a:srgbClr val="000000"/>
                </a:solidFill>
                <a:latin typeface="Arial"/>
                <a:ea typeface="Arial"/>
                <a:cs typeface="Arial"/>
              </a:rPr>
              <a:t>0.0011</a:t>
            </a:r>
          </a:p>
        </p:txBody>
      </p:sp>
      <p:sp>
        <p:nvSpPr>
          <p:cNvPr id="216" name="text_215">
            <a:extLst>
              <a:ext uri="{FF2B5EF4-FFF2-40B4-BE49-F238E27FC236}">
                <ns2:creationId id="{1412EFFC-7DCA-4674-AE25-E3557C66D341}"/>
              </a:ext>
            </a:extLst>
          </p:cNvPr>
          <p:cNvSpPr>
            <a:spLocks noGrp="1"/>
          </p:cNvSpPr>
          <p:nvPr/>
        </p:nvSpPr>
        <p:spPr>
          <a:xfrm rot="0">
            <a:off x="8572500" y="7753350"/>
            <a:ext cx="571500" cy="238125"/>
          </a:xfrm>
          <a:prstGeom prst="rect">
            <a:avLst/>
          </a:prstGeom>
          <a:noFill/>
          <a:ln w="0">
            <a:noFill/>
            <a:prstDash val="solid"/>
          </a:ln>
        </p:spPr>
        <p:txBody>
          <a:bodyPr wrap="none" lIns="0" tIns="0" rIns="0" bIns="0" anchor="t">
            <a:noAutofit/>
          </a:bodyPr>
          <a:lstStyle>
            <a:defPPr algn="l">
              <a:defRPr sz="1350" b="0">
                <a:solidFill>
                  <a:srgbClr val="000000"/>
                </a:solidFill>
                <a:latin typeface="Arial"/>
                <a:ea typeface="Arial"/>
                <a:cs typeface="Arial"/>
              </a:defRPr>
            </a:defPPr>
            <a:lvl1pPr algn="l">
              <a:defRPr sz="1350" b="0">
                <a:solidFill>
                  <a:srgbClr val="000000"/>
                </a:solidFill>
                <a:latin typeface="Arial"/>
                <a:ea typeface="Arial"/>
                <a:cs typeface="Arial"/>
              </a:defRPr>
            </a:lvl1pPr>
            <a:lvl2pPr algn="l">
              <a:defRPr sz="1350" b="0">
                <a:solidFill>
                  <a:srgbClr val="000000"/>
                </a:solidFill>
                <a:latin typeface="Arial"/>
                <a:ea typeface="Arial"/>
                <a:cs typeface="Arial"/>
              </a:defRPr>
            </a:lvl2pPr>
            <a:lvl3pPr algn="l">
              <a:defRPr sz="1350" b="0">
                <a:solidFill>
                  <a:srgbClr val="000000"/>
                </a:solidFill>
                <a:latin typeface="Arial"/>
                <a:ea typeface="Arial"/>
                <a:cs typeface="Arial"/>
              </a:defRPr>
            </a:lvl3pPr>
            <a:lvl4pPr algn="l">
              <a:defRPr sz="1350" b="0">
                <a:solidFill>
                  <a:srgbClr val="000000"/>
                </a:solidFill>
                <a:latin typeface="Arial"/>
                <a:ea typeface="Arial"/>
                <a:cs typeface="Arial"/>
              </a:defRPr>
            </a:lvl4pPr>
            <a:lvl5pPr algn="l">
              <a:defRPr sz="1350" b="0">
                <a:solidFill>
                  <a:srgbClr val="000000"/>
                </a:solidFill>
                <a:latin typeface="Arial"/>
                <a:ea typeface="Arial"/>
                <a:cs typeface="Arial"/>
              </a:defRPr>
            </a:lvl5pPr>
            <a:lvl6pPr algn="l">
              <a:defRPr sz="1350" b="0">
                <a:solidFill>
                  <a:srgbClr val="000000"/>
                </a:solidFill>
                <a:latin typeface="Arial"/>
                <a:ea typeface="Arial"/>
                <a:cs typeface="Arial"/>
              </a:defRPr>
            </a:lvl6pPr>
            <a:lvl7pPr algn="l">
              <a:defRPr sz="1350" b="0">
                <a:solidFill>
                  <a:srgbClr val="000000"/>
                </a:solidFill>
                <a:latin typeface="Arial"/>
                <a:ea typeface="Arial"/>
                <a:cs typeface="Arial"/>
              </a:defRPr>
            </a:lvl7pPr>
            <a:lvl8pPr algn="l">
              <a:defRPr sz="1350" b="0">
                <a:solidFill>
                  <a:srgbClr val="000000"/>
                </a:solidFill>
                <a:latin typeface="Arial"/>
                <a:ea typeface="Arial"/>
                <a:cs typeface="Arial"/>
              </a:defRPr>
            </a:lvl8pPr>
            <a:lvl9pPr algn="l">
              <a:defRPr sz="1350" b="0">
                <a:solidFill>
                  <a:srgbClr val="000000"/>
                </a:solidFill>
                <a:latin typeface="Arial"/>
                <a:ea typeface="Arial"/>
                <a:cs typeface="Arial"/>
              </a:defRPr>
            </a:lvl9pPr>
          </a:lstStyle>
          <a:p>
            <a:pPr algn="l">
              <a:defRPr sz="1350" b="0">
                <a:solidFill>
                  <a:srgbClr val="000000"/>
                </a:solidFill>
                <a:latin typeface="Arial"/>
                <a:ea typeface="Arial"/>
                <a:cs typeface="Arial"/>
              </a:defRPr>
            </a:pPr>
            <a:r>
              <a:rPr sz="1350" b="0">
                <a:solidFill>
                  <a:srgbClr val="000000"/>
                </a:solidFill>
                <a:latin typeface="Arial"/>
                <a:ea typeface="Arial"/>
                <a:cs typeface="Arial"/>
              </a:rPr>
              <a:t>BC</a:t>
            </a:r>
          </a:p>
        </p:txBody>
      </p:sp>
      <p:sp>
        <p:nvSpPr>
          <p:cNvPr id="217" name="text_216">
            <a:extLst>
              <a:ext uri="{FF2B5EF4-FFF2-40B4-BE49-F238E27FC236}">
                <ns2:creationId id="{5974BBF0-01BB-4B62-ABE0-FBFB3034913E}"/>
              </a:ext>
            </a:extLst>
          </p:cNvPr>
          <p:cNvSpPr>
            <a:spLocks noGrp="1"/>
          </p:cNvSpPr>
          <p:nvPr/>
        </p:nvSpPr>
        <p:spPr>
          <a:xfrm rot="0">
            <a:off x="9229725" y="7753350"/>
            <a:ext cx="1238250" cy="238125"/>
          </a:xfrm>
          <a:prstGeom prst="rect">
            <a:avLst/>
          </a:prstGeom>
          <a:noFill/>
          <a:ln w="0">
            <a:noFill/>
            <a:prstDash val="solid"/>
          </a:ln>
        </p:spPr>
        <p:txBody>
          <a:bodyPr wrap="none" lIns="0" tIns="0" rIns="0" bIns="0" anchor="t">
            <a:noAutofit/>
          </a:bodyPr>
          <a:lstStyle>
            <a:defPPr algn="l">
              <a:defRPr sz="1350" b="0">
                <a:solidFill>
                  <a:srgbClr val="000000"/>
                </a:solidFill>
                <a:latin typeface="Arial"/>
                <a:ea typeface="Arial"/>
                <a:cs typeface="Arial"/>
              </a:defRPr>
            </a:defPPr>
            <a:lvl1pPr algn="l">
              <a:defRPr sz="1350" b="0">
                <a:solidFill>
                  <a:srgbClr val="000000"/>
                </a:solidFill>
                <a:latin typeface="Arial"/>
                <a:ea typeface="Arial"/>
                <a:cs typeface="Arial"/>
              </a:defRPr>
            </a:lvl1pPr>
            <a:lvl2pPr algn="l">
              <a:defRPr sz="1350" b="0">
                <a:solidFill>
                  <a:srgbClr val="000000"/>
                </a:solidFill>
                <a:latin typeface="Arial"/>
                <a:ea typeface="Arial"/>
                <a:cs typeface="Arial"/>
              </a:defRPr>
            </a:lvl2pPr>
            <a:lvl3pPr algn="l">
              <a:defRPr sz="1350" b="0">
                <a:solidFill>
                  <a:srgbClr val="000000"/>
                </a:solidFill>
                <a:latin typeface="Arial"/>
                <a:ea typeface="Arial"/>
                <a:cs typeface="Arial"/>
              </a:defRPr>
            </a:lvl3pPr>
            <a:lvl4pPr algn="l">
              <a:defRPr sz="1350" b="0">
                <a:solidFill>
                  <a:srgbClr val="000000"/>
                </a:solidFill>
                <a:latin typeface="Arial"/>
                <a:ea typeface="Arial"/>
                <a:cs typeface="Arial"/>
              </a:defRPr>
            </a:lvl4pPr>
            <a:lvl5pPr algn="l">
              <a:defRPr sz="1350" b="0">
                <a:solidFill>
                  <a:srgbClr val="000000"/>
                </a:solidFill>
                <a:latin typeface="Arial"/>
                <a:ea typeface="Arial"/>
                <a:cs typeface="Arial"/>
              </a:defRPr>
            </a:lvl5pPr>
            <a:lvl6pPr algn="l">
              <a:defRPr sz="1350" b="0">
                <a:solidFill>
                  <a:srgbClr val="000000"/>
                </a:solidFill>
                <a:latin typeface="Arial"/>
                <a:ea typeface="Arial"/>
                <a:cs typeface="Arial"/>
              </a:defRPr>
            </a:lvl6pPr>
            <a:lvl7pPr algn="l">
              <a:defRPr sz="1350" b="0">
                <a:solidFill>
                  <a:srgbClr val="000000"/>
                </a:solidFill>
                <a:latin typeface="Arial"/>
                <a:ea typeface="Arial"/>
                <a:cs typeface="Arial"/>
              </a:defRPr>
            </a:lvl7pPr>
            <a:lvl8pPr algn="l">
              <a:defRPr sz="1350" b="0">
                <a:solidFill>
                  <a:srgbClr val="000000"/>
                </a:solidFill>
                <a:latin typeface="Arial"/>
                <a:ea typeface="Arial"/>
                <a:cs typeface="Arial"/>
              </a:defRPr>
            </a:lvl8pPr>
            <a:lvl9pPr algn="l">
              <a:defRPr sz="1350" b="0">
                <a:solidFill>
                  <a:srgbClr val="000000"/>
                </a:solidFill>
                <a:latin typeface="Arial"/>
                <a:ea typeface="Arial"/>
                <a:cs typeface="Arial"/>
              </a:defRPr>
            </a:lvl9pPr>
          </a:lstStyle>
          <a:p>
            <a:pPr algn="l">
              <a:defRPr sz="1350" b="0">
                <a:solidFill>
                  <a:srgbClr val="000000"/>
                </a:solidFill>
                <a:latin typeface="Arial"/>
                <a:ea typeface="Arial"/>
                <a:cs typeface="Arial"/>
              </a:defRPr>
            </a:pPr>
            <a:r>
              <a:rPr sz="1350" b="0">
                <a:solidFill>
                  <a:srgbClr val="000000"/>
                </a:solidFill>
                <a:latin typeface="Arial"/>
                <a:ea typeface="Arial"/>
                <a:cs typeface="Arial"/>
              </a:rPr>
              <a:t>0.0036</a:t>
            </a:r>
          </a:p>
        </p:txBody>
      </p:sp>
      <p:sp>
        <p:nvSpPr>
          <p:cNvPr id="218" name="text_217">
            <a:extLst>
              <a:ext uri="{FF2B5EF4-FFF2-40B4-BE49-F238E27FC236}">
                <ns2:creationId id="{71C00B7B-9F84-401C-84D1-BA6ACC27F840}"/>
              </a:ext>
            </a:extLst>
          </p:cNvPr>
          <p:cNvSpPr>
            <a:spLocks noGrp="1"/>
          </p:cNvSpPr>
          <p:nvPr/>
        </p:nvSpPr>
        <p:spPr>
          <a:xfrm rot="0">
            <a:off x="10715625" y="7753350"/>
            <a:ext cx="1143000" cy="238125"/>
          </a:xfrm>
          <a:prstGeom prst="rect">
            <a:avLst/>
          </a:prstGeom>
          <a:noFill/>
          <a:ln w="0">
            <a:noFill/>
            <a:prstDash val="solid"/>
          </a:ln>
        </p:spPr>
        <p:txBody>
          <a:bodyPr wrap="none" lIns="0" tIns="0" rIns="0" bIns="0" anchor="t">
            <a:noAutofit/>
          </a:bodyPr>
          <a:lstStyle>
            <a:defPPr algn="l">
              <a:defRPr sz="1350" b="0">
                <a:solidFill>
                  <a:srgbClr val="000000"/>
                </a:solidFill>
                <a:latin typeface="Arial"/>
                <a:ea typeface="Arial"/>
                <a:cs typeface="Arial"/>
              </a:defRPr>
            </a:defPPr>
            <a:lvl1pPr algn="l">
              <a:defRPr sz="1350" b="0">
                <a:solidFill>
                  <a:srgbClr val="000000"/>
                </a:solidFill>
                <a:latin typeface="Arial"/>
                <a:ea typeface="Arial"/>
                <a:cs typeface="Arial"/>
              </a:defRPr>
            </a:lvl1pPr>
            <a:lvl2pPr algn="l">
              <a:defRPr sz="1350" b="0">
                <a:solidFill>
                  <a:srgbClr val="000000"/>
                </a:solidFill>
                <a:latin typeface="Arial"/>
                <a:ea typeface="Arial"/>
                <a:cs typeface="Arial"/>
              </a:defRPr>
            </a:lvl2pPr>
            <a:lvl3pPr algn="l">
              <a:defRPr sz="1350" b="0">
                <a:solidFill>
                  <a:srgbClr val="000000"/>
                </a:solidFill>
                <a:latin typeface="Arial"/>
                <a:ea typeface="Arial"/>
                <a:cs typeface="Arial"/>
              </a:defRPr>
            </a:lvl3pPr>
            <a:lvl4pPr algn="l">
              <a:defRPr sz="1350" b="0">
                <a:solidFill>
                  <a:srgbClr val="000000"/>
                </a:solidFill>
                <a:latin typeface="Arial"/>
                <a:ea typeface="Arial"/>
                <a:cs typeface="Arial"/>
              </a:defRPr>
            </a:lvl4pPr>
            <a:lvl5pPr algn="l">
              <a:defRPr sz="1350" b="0">
                <a:solidFill>
                  <a:srgbClr val="000000"/>
                </a:solidFill>
                <a:latin typeface="Arial"/>
                <a:ea typeface="Arial"/>
                <a:cs typeface="Arial"/>
              </a:defRPr>
            </a:lvl5pPr>
            <a:lvl6pPr algn="l">
              <a:defRPr sz="1350" b="0">
                <a:solidFill>
                  <a:srgbClr val="000000"/>
                </a:solidFill>
                <a:latin typeface="Arial"/>
                <a:ea typeface="Arial"/>
                <a:cs typeface="Arial"/>
              </a:defRPr>
            </a:lvl6pPr>
            <a:lvl7pPr algn="l">
              <a:defRPr sz="1350" b="0">
                <a:solidFill>
                  <a:srgbClr val="000000"/>
                </a:solidFill>
                <a:latin typeface="Arial"/>
                <a:ea typeface="Arial"/>
                <a:cs typeface="Arial"/>
              </a:defRPr>
            </a:lvl7pPr>
            <a:lvl8pPr algn="l">
              <a:defRPr sz="1350" b="0">
                <a:solidFill>
                  <a:srgbClr val="000000"/>
                </a:solidFill>
                <a:latin typeface="Arial"/>
                <a:ea typeface="Arial"/>
                <a:cs typeface="Arial"/>
              </a:defRPr>
            </a:lvl8pPr>
            <a:lvl9pPr algn="l">
              <a:defRPr sz="1350" b="0">
                <a:solidFill>
                  <a:srgbClr val="000000"/>
                </a:solidFill>
                <a:latin typeface="Arial"/>
                <a:ea typeface="Arial"/>
                <a:cs typeface="Arial"/>
              </a:defRPr>
            </a:lvl9pPr>
          </a:lstStyle>
          <a:p>
            <a:pPr algn="l">
              <a:defRPr sz="1350" b="0">
                <a:solidFill>
                  <a:srgbClr val="000000"/>
                </a:solidFill>
                <a:latin typeface="Arial"/>
                <a:ea typeface="Arial"/>
                <a:cs typeface="Arial"/>
              </a:defRPr>
            </a:pPr>
            <a:r>
              <a:rPr sz="1350" b="0">
                <a:solidFill>
                  <a:srgbClr val="000000"/>
                </a:solidFill>
                <a:latin typeface="Arial"/>
                <a:ea typeface="Arial"/>
                <a:cs typeface="Arial"/>
              </a:rPr>
              <a:t>-0.5743</a:t>
            </a:r>
          </a:p>
        </p:txBody>
      </p:sp>
      <p:sp>
        <p:nvSpPr>
          <p:cNvPr id="219" name="text_218">
            <a:extLst>
              <a:ext uri="{FF2B5EF4-FFF2-40B4-BE49-F238E27FC236}">
                <ns2:creationId id="{3EB9088F-2596-4219-9C5F-55CFDFFC8030}"/>
              </a:ext>
            </a:extLst>
          </p:cNvPr>
          <p:cNvSpPr>
            <a:spLocks noGrp="1"/>
          </p:cNvSpPr>
          <p:nvPr/>
        </p:nvSpPr>
        <p:spPr>
          <a:xfrm rot="0">
            <a:off x="8572500" y="8229600"/>
            <a:ext cx="3524250" cy="238125"/>
          </a:xfrm>
          <a:prstGeom prst="rect">
            <a:avLst/>
          </a:prstGeom>
          <a:noFill/>
          <a:ln w="0">
            <a:noFill/>
            <a:prstDash val="solid"/>
          </a:ln>
        </p:spPr>
        <p:txBody>
          <a:bodyPr wrap="none" lIns="0" tIns="0" rIns="0" bIns="0" anchor="t">
            <a:noAutofit/>
          </a:bodyPr>
          <a:lstStyle>
            <a:defPPr algn="l">
              <a:defRPr sz="1350" b="1">
                <a:solidFill>
                  <a:srgbClr val="000000"/>
                </a:solidFill>
                <a:latin typeface="Arial"/>
                <a:ea typeface="Arial"/>
                <a:cs typeface="Arial"/>
              </a:defRPr>
            </a:defPPr>
            <a:lvl1pPr algn="l">
              <a:defRPr sz="1350" b="1">
                <a:solidFill>
                  <a:srgbClr val="000000"/>
                </a:solidFill>
                <a:latin typeface="Arial"/>
                <a:ea typeface="Arial"/>
                <a:cs typeface="Arial"/>
              </a:defRPr>
            </a:lvl1pPr>
            <a:lvl2pPr algn="l">
              <a:defRPr sz="1350" b="1">
                <a:solidFill>
                  <a:srgbClr val="000000"/>
                </a:solidFill>
                <a:latin typeface="Arial"/>
                <a:ea typeface="Arial"/>
                <a:cs typeface="Arial"/>
              </a:defRPr>
            </a:lvl2pPr>
            <a:lvl3pPr algn="l">
              <a:defRPr sz="1350" b="1">
                <a:solidFill>
                  <a:srgbClr val="000000"/>
                </a:solidFill>
                <a:latin typeface="Arial"/>
                <a:ea typeface="Arial"/>
                <a:cs typeface="Arial"/>
              </a:defRPr>
            </a:lvl3pPr>
            <a:lvl4pPr algn="l">
              <a:defRPr sz="1350" b="1">
                <a:solidFill>
                  <a:srgbClr val="000000"/>
                </a:solidFill>
                <a:latin typeface="Arial"/>
                <a:ea typeface="Arial"/>
                <a:cs typeface="Arial"/>
              </a:defRPr>
            </a:lvl4pPr>
            <a:lvl5pPr algn="l">
              <a:defRPr sz="1350" b="1">
                <a:solidFill>
                  <a:srgbClr val="000000"/>
                </a:solidFill>
                <a:latin typeface="Arial"/>
                <a:ea typeface="Arial"/>
                <a:cs typeface="Arial"/>
              </a:defRPr>
            </a:lvl5pPr>
            <a:lvl6pPr algn="l">
              <a:defRPr sz="1350" b="1">
                <a:solidFill>
                  <a:srgbClr val="000000"/>
                </a:solidFill>
                <a:latin typeface="Arial"/>
                <a:ea typeface="Arial"/>
                <a:cs typeface="Arial"/>
              </a:defRPr>
            </a:lvl6pPr>
            <a:lvl7pPr algn="l">
              <a:defRPr sz="1350" b="1">
                <a:solidFill>
                  <a:srgbClr val="000000"/>
                </a:solidFill>
                <a:latin typeface="Arial"/>
                <a:ea typeface="Arial"/>
                <a:cs typeface="Arial"/>
              </a:defRPr>
            </a:lvl7pPr>
            <a:lvl8pPr algn="l">
              <a:defRPr sz="1350" b="1">
                <a:solidFill>
                  <a:srgbClr val="000000"/>
                </a:solidFill>
                <a:latin typeface="Arial"/>
                <a:ea typeface="Arial"/>
                <a:cs typeface="Arial"/>
              </a:defRPr>
            </a:lvl8pPr>
            <a:lvl9pPr algn="l">
              <a:defRPr sz="1350" b="1">
                <a:solidFill>
                  <a:srgbClr val="000000"/>
                </a:solidFill>
                <a:latin typeface="Arial"/>
                <a:ea typeface="Arial"/>
                <a:cs typeface="Arial"/>
              </a:defRPr>
            </a:lvl9pPr>
          </a:lstStyle>
          <a:p>
            <a:pPr algn="l">
              <a:defRPr sz="1350" b="1">
                <a:solidFill>
                  <a:srgbClr val="000000"/>
                </a:solidFill>
                <a:latin typeface="Arial"/>
                <a:ea typeface="Arial"/>
                <a:cs typeface="Arial"/>
              </a:defRPr>
            </a:pPr>
            <a:r>
              <a:rPr sz="1350" b="1">
                <a:solidFill>
                  <a:srgbClr val="000000"/>
                </a:solidFill>
                <a:latin typeface="Arial"/>
                <a:ea typeface="Arial"/>
                <a:cs typeface="Arial"/>
              </a:rPr>
              <a:t>Measured NMLE: 15.09% of range</a:t>
            </a:r>
          </a:p>
        </p:txBody>
      </p:sp>
      <p:sp>
        <p:nvSpPr>
          <p:cNvPr id="220" name="text_219">
            <a:extLst>
              <a:ext uri="{FF2B5EF4-FFF2-40B4-BE49-F238E27FC236}">
                <ns2:creationId id="{3960930B-1741-4049-8E90-5F24E1E3894B}"/>
              </a:ext>
            </a:extLst>
          </p:cNvPr>
          <p:cNvSpPr>
            <a:spLocks noGrp="1"/>
          </p:cNvSpPr>
          <p:nvPr/>
        </p:nvSpPr>
        <p:spPr>
          <a:xfrm rot="0">
            <a:off x="8572500" y="8572500"/>
            <a:ext cx="3524250" cy="238125"/>
          </a:xfrm>
          <a:prstGeom prst="rect">
            <a:avLst/>
          </a:prstGeom>
          <a:noFill/>
          <a:ln w="0">
            <a:noFill/>
            <a:prstDash val="solid"/>
          </a:ln>
        </p:spPr>
        <p:txBody>
          <a:bodyPr wrap="none" lIns="0" tIns="0" rIns="0" bIns="0" anchor="t">
            <a:noAutofit/>
          </a:bodyPr>
          <a:lstStyle>
            <a:defPPr algn="l">
              <a:defRPr sz="1350" b="0">
                <a:solidFill>
                  <a:srgbClr val="000000"/>
                </a:solidFill>
                <a:latin typeface="Arial"/>
                <a:ea typeface="Arial"/>
                <a:cs typeface="Arial"/>
              </a:defRPr>
            </a:defPPr>
            <a:lvl1pPr algn="l">
              <a:defRPr sz="1350" b="0">
                <a:solidFill>
                  <a:srgbClr val="000000"/>
                </a:solidFill>
                <a:latin typeface="Arial"/>
                <a:ea typeface="Arial"/>
                <a:cs typeface="Arial"/>
              </a:defRPr>
            </a:lvl1pPr>
            <a:lvl2pPr algn="l">
              <a:defRPr sz="1350" b="0">
                <a:solidFill>
                  <a:srgbClr val="000000"/>
                </a:solidFill>
                <a:latin typeface="Arial"/>
                <a:ea typeface="Arial"/>
                <a:cs typeface="Arial"/>
              </a:defRPr>
            </a:lvl2pPr>
            <a:lvl3pPr algn="l">
              <a:defRPr sz="1350" b="0">
                <a:solidFill>
                  <a:srgbClr val="000000"/>
                </a:solidFill>
                <a:latin typeface="Arial"/>
                <a:ea typeface="Arial"/>
                <a:cs typeface="Arial"/>
              </a:defRPr>
            </a:lvl3pPr>
            <a:lvl4pPr algn="l">
              <a:defRPr sz="1350" b="0">
                <a:solidFill>
                  <a:srgbClr val="000000"/>
                </a:solidFill>
                <a:latin typeface="Arial"/>
                <a:ea typeface="Arial"/>
                <a:cs typeface="Arial"/>
              </a:defRPr>
            </a:lvl4pPr>
            <a:lvl5pPr algn="l">
              <a:defRPr sz="1350" b="0">
                <a:solidFill>
                  <a:srgbClr val="000000"/>
                </a:solidFill>
                <a:latin typeface="Arial"/>
                <a:ea typeface="Arial"/>
                <a:cs typeface="Arial"/>
              </a:defRPr>
            </a:lvl5pPr>
            <a:lvl6pPr algn="l">
              <a:defRPr sz="1350" b="0">
                <a:solidFill>
                  <a:srgbClr val="000000"/>
                </a:solidFill>
                <a:latin typeface="Arial"/>
                <a:ea typeface="Arial"/>
                <a:cs typeface="Arial"/>
              </a:defRPr>
            </a:lvl6pPr>
            <a:lvl7pPr algn="l">
              <a:defRPr sz="1350" b="0">
                <a:solidFill>
                  <a:srgbClr val="000000"/>
                </a:solidFill>
                <a:latin typeface="Arial"/>
                <a:ea typeface="Arial"/>
                <a:cs typeface="Arial"/>
              </a:defRPr>
            </a:lvl7pPr>
            <a:lvl8pPr algn="l">
              <a:defRPr sz="1350" b="0">
                <a:solidFill>
                  <a:srgbClr val="000000"/>
                </a:solidFill>
                <a:latin typeface="Arial"/>
                <a:ea typeface="Arial"/>
                <a:cs typeface="Arial"/>
              </a:defRPr>
            </a:lvl8pPr>
            <a:lvl9pPr algn="l">
              <a:defRPr sz="1350" b="0">
                <a:solidFill>
                  <a:srgbClr val="000000"/>
                </a:solidFill>
                <a:latin typeface="Arial"/>
                <a:ea typeface="Arial"/>
                <a:cs typeface="Arial"/>
              </a:defRPr>
            </a:lvl9pPr>
          </a:lstStyle>
          <a:p>
            <a:pPr algn="l">
              <a:defRPr sz="1350" b="0">
                <a:solidFill>
                  <a:srgbClr val="000000"/>
                </a:solidFill>
                <a:latin typeface="Arial"/>
                <a:ea typeface="Arial"/>
                <a:cs typeface="Arial"/>
              </a:defRPr>
            </a:pPr>
            <a:r>
              <a:rPr sz="1350" b="0">
                <a:solidFill>
                  <a:srgbClr val="000000"/>
                </a:solidFill>
                <a:latin typeface="Arial"/>
                <a:ea typeface="Arial"/>
                <a:cs typeface="Arial"/>
              </a:rPr>
              <a:t>Max anchor error: 14.75% to 2.63% L</a:t>
            </a:r>
          </a:p>
        </p:txBody>
      </p:sp>
      <p:sp>
        <p:nvSpPr>
          <p:cNvPr id="221" name="text_220">
            <a:extLst>
              <a:ext uri="{FF2B5EF4-FFF2-40B4-BE49-F238E27FC236}">
                <ns2:creationId id="{1091A893-5EBA-46F6-92C5-B161EA2C62A1}"/>
              </a:ext>
            </a:extLst>
          </p:cNvPr>
          <p:cNvSpPr>
            <a:spLocks noGrp="1"/>
          </p:cNvSpPr>
          <p:nvPr/>
        </p:nvSpPr>
        <p:spPr>
          <a:xfrm rot="0">
            <a:off x="8572500" y="8953500"/>
            <a:ext cx="3524250" cy="228600"/>
          </a:xfrm>
          <a:prstGeom prst="rect">
            <a:avLst/>
          </a:prstGeom>
          <a:noFill/>
          <a:ln w="0">
            <a:noFill/>
            <a:prstDash val="solid"/>
          </a:ln>
        </p:spPr>
        <p:txBody>
          <a:bodyPr wrap="none" lIns="0" tIns="0" rIns="0" bIns="0" anchor="t">
            <a:noAutofit/>
          </a:bodyPr>
          <a:lstStyle>
            <a:defPPr algn="l">
              <a:defRPr sz="1275" b="0">
                <a:solidFill>
                  <a:srgbClr val="000000"/>
                </a:solidFill>
                <a:latin typeface="Arial"/>
                <a:ea typeface="Arial"/>
                <a:cs typeface="Arial"/>
              </a:defRPr>
            </a:defPPr>
            <a:lvl1pPr algn="l">
              <a:defRPr sz="1275" b="0">
                <a:solidFill>
                  <a:srgbClr val="000000"/>
                </a:solidFill>
                <a:latin typeface="Arial"/>
                <a:ea typeface="Arial"/>
                <a:cs typeface="Arial"/>
              </a:defRPr>
            </a:lvl1pPr>
            <a:lvl2pPr algn="l">
              <a:defRPr sz="1275" b="0">
                <a:solidFill>
                  <a:srgbClr val="000000"/>
                </a:solidFill>
                <a:latin typeface="Arial"/>
                <a:ea typeface="Arial"/>
                <a:cs typeface="Arial"/>
              </a:defRPr>
            </a:lvl2pPr>
            <a:lvl3pPr algn="l">
              <a:defRPr sz="1275" b="0">
                <a:solidFill>
                  <a:srgbClr val="000000"/>
                </a:solidFill>
                <a:latin typeface="Arial"/>
                <a:ea typeface="Arial"/>
                <a:cs typeface="Arial"/>
              </a:defRPr>
            </a:lvl3pPr>
            <a:lvl4pPr algn="l">
              <a:defRPr sz="1275" b="0">
                <a:solidFill>
                  <a:srgbClr val="000000"/>
                </a:solidFill>
                <a:latin typeface="Arial"/>
                <a:ea typeface="Arial"/>
                <a:cs typeface="Arial"/>
              </a:defRPr>
            </a:lvl4pPr>
            <a:lvl5pPr algn="l">
              <a:defRPr sz="1275" b="0">
                <a:solidFill>
                  <a:srgbClr val="000000"/>
                </a:solidFill>
                <a:latin typeface="Arial"/>
                <a:ea typeface="Arial"/>
                <a:cs typeface="Arial"/>
              </a:defRPr>
            </a:lvl5pPr>
            <a:lvl6pPr algn="l">
              <a:defRPr sz="1275" b="0">
                <a:solidFill>
                  <a:srgbClr val="000000"/>
                </a:solidFill>
                <a:latin typeface="Arial"/>
                <a:ea typeface="Arial"/>
                <a:cs typeface="Arial"/>
              </a:defRPr>
            </a:lvl6pPr>
            <a:lvl7pPr algn="l">
              <a:defRPr sz="1275" b="0">
                <a:solidFill>
                  <a:srgbClr val="000000"/>
                </a:solidFill>
                <a:latin typeface="Arial"/>
                <a:ea typeface="Arial"/>
                <a:cs typeface="Arial"/>
              </a:defRPr>
            </a:lvl7pPr>
            <a:lvl8pPr algn="l">
              <a:defRPr sz="1275" b="0">
                <a:solidFill>
                  <a:srgbClr val="000000"/>
                </a:solidFill>
                <a:latin typeface="Arial"/>
                <a:ea typeface="Arial"/>
                <a:cs typeface="Arial"/>
              </a:defRPr>
            </a:lvl8pPr>
            <a:lvl9pPr algn="l">
              <a:defRPr sz="1275" b="0">
                <a:solidFill>
                  <a:srgbClr val="000000"/>
                </a:solidFill>
                <a:latin typeface="Arial"/>
                <a:ea typeface="Arial"/>
                <a:cs typeface="Arial"/>
              </a:defRPr>
            </a:lvl9pPr>
          </a:lstStyle>
          <a:p>
            <a:pPr algn="l">
              <a:defRPr sz="1275" b="0">
                <a:solidFill>
                  <a:srgbClr val="000000"/>
                </a:solidFill>
                <a:latin typeface="Arial"/>
                <a:ea typeface="Arial"/>
                <a:cs typeface="Arial"/>
              </a:defRPr>
            </a:pPr>
            <a:r>
              <a:rPr sz="1275" b="0">
                <a:solidFill>
                  <a:srgbClr val="000000"/>
                </a:solidFill>
                <a:latin typeface="Arial"/>
                <a:ea typeface="Arial"/>
                <a:cs typeface="Arial"/>
              </a:rPr>
              <a:t>Negative R connections are artificial</a:t>
            </a:r>
          </a:p>
        </p:txBody>
      </p:sp>
      <p:sp>
        <p:nvSpPr>
          <p:cNvPr id="222" name="text_221">
            <a:extLst>
              <a:ext uri="{FF2B5EF4-FFF2-40B4-BE49-F238E27FC236}">
                <ns2:creationId id="{BAA2ABD0-498D-4D6D-9B7F-3328ECEBECCF}"/>
              </a:ext>
            </a:extLst>
          </p:cNvPr>
          <p:cNvSpPr>
            <a:spLocks noGrp="1"/>
          </p:cNvSpPr>
          <p:nvPr/>
        </p:nvSpPr>
        <p:spPr>
          <a:xfrm rot="0">
            <a:off x="8572500" y="9172575"/>
            <a:ext cx="3524250" cy="228600"/>
          </a:xfrm>
          <a:prstGeom prst="rect">
            <a:avLst/>
          </a:prstGeom>
          <a:noFill/>
          <a:ln w="0">
            <a:noFill/>
            <a:prstDash val="solid"/>
          </a:ln>
        </p:spPr>
        <p:txBody>
          <a:bodyPr wrap="none" lIns="0" tIns="0" rIns="0" bIns="0" anchor="t">
            <a:noAutofit/>
          </a:bodyPr>
          <a:lstStyle>
            <a:defPPr algn="l">
              <a:defRPr sz="1275" b="0">
                <a:solidFill>
                  <a:srgbClr val="000000"/>
                </a:solidFill>
                <a:latin typeface="Arial"/>
                <a:ea typeface="Arial"/>
                <a:cs typeface="Arial"/>
              </a:defRPr>
            </a:defPPr>
            <a:lvl1pPr algn="l">
              <a:defRPr sz="1275" b="0">
                <a:solidFill>
                  <a:srgbClr val="000000"/>
                </a:solidFill>
                <a:latin typeface="Arial"/>
                <a:ea typeface="Arial"/>
                <a:cs typeface="Arial"/>
              </a:defRPr>
            </a:lvl1pPr>
            <a:lvl2pPr algn="l">
              <a:defRPr sz="1275" b="0">
                <a:solidFill>
                  <a:srgbClr val="000000"/>
                </a:solidFill>
                <a:latin typeface="Arial"/>
                <a:ea typeface="Arial"/>
                <a:cs typeface="Arial"/>
              </a:defRPr>
            </a:lvl2pPr>
            <a:lvl3pPr algn="l">
              <a:defRPr sz="1275" b="0">
                <a:solidFill>
                  <a:srgbClr val="000000"/>
                </a:solidFill>
                <a:latin typeface="Arial"/>
                <a:ea typeface="Arial"/>
                <a:cs typeface="Arial"/>
              </a:defRPr>
            </a:lvl3pPr>
            <a:lvl4pPr algn="l">
              <a:defRPr sz="1275" b="0">
                <a:solidFill>
                  <a:srgbClr val="000000"/>
                </a:solidFill>
                <a:latin typeface="Arial"/>
                <a:ea typeface="Arial"/>
                <a:cs typeface="Arial"/>
              </a:defRPr>
            </a:lvl4pPr>
            <a:lvl5pPr algn="l">
              <a:defRPr sz="1275" b="0">
                <a:solidFill>
                  <a:srgbClr val="000000"/>
                </a:solidFill>
                <a:latin typeface="Arial"/>
                <a:ea typeface="Arial"/>
                <a:cs typeface="Arial"/>
              </a:defRPr>
            </a:lvl5pPr>
            <a:lvl6pPr algn="l">
              <a:defRPr sz="1275" b="0">
                <a:solidFill>
                  <a:srgbClr val="000000"/>
                </a:solidFill>
                <a:latin typeface="Arial"/>
                <a:ea typeface="Arial"/>
                <a:cs typeface="Arial"/>
              </a:defRPr>
            </a:lvl6pPr>
            <a:lvl7pPr algn="l">
              <a:defRPr sz="1275" b="0">
                <a:solidFill>
                  <a:srgbClr val="000000"/>
                </a:solidFill>
                <a:latin typeface="Arial"/>
                <a:ea typeface="Arial"/>
                <a:cs typeface="Arial"/>
              </a:defRPr>
            </a:lvl7pPr>
            <a:lvl8pPr algn="l">
              <a:defRPr sz="1275" b="0">
                <a:solidFill>
                  <a:srgbClr val="000000"/>
                </a:solidFill>
                <a:latin typeface="Arial"/>
                <a:ea typeface="Arial"/>
                <a:cs typeface="Arial"/>
              </a:defRPr>
            </a:lvl8pPr>
            <a:lvl9pPr algn="l">
              <a:defRPr sz="1275" b="0">
                <a:solidFill>
                  <a:srgbClr val="000000"/>
                </a:solidFill>
                <a:latin typeface="Arial"/>
                <a:ea typeface="Arial"/>
                <a:cs typeface="Arial"/>
              </a:defRPr>
            </a:lvl9pPr>
          </a:lstStyle>
          <a:p>
            <a:pPr algn="l">
              <a:defRPr sz="1275" b="0">
                <a:solidFill>
                  <a:srgbClr val="000000"/>
                </a:solidFill>
                <a:latin typeface="Arial"/>
                <a:ea typeface="Arial"/>
                <a:cs typeface="Arial"/>
              </a:defRPr>
            </a:pPr>
            <a:r>
              <a:rPr sz="1275" b="0">
                <a:solidFill>
                  <a:srgbClr val="000000"/>
                </a:solidFill>
                <a:latin typeface="Arial"/>
                <a:ea typeface="Arial"/>
                <a:cs typeface="Arial"/>
              </a:rPr>
              <a:t>values in the one-dimensional map.</a:t>
            </a:r>
          </a:p>
        </p:txBody>
      </p:sp>
      <p:sp>
        <p:nvSpPr>
          <p:cNvPr id="223" name="text_222">
            <a:extLst>
              <a:ext uri="{FF2B5EF4-FFF2-40B4-BE49-F238E27FC236}">
                <ns2:creationId id="{E29F443A-8CD2-48D3-B606-6E7E2E1AA0D8}"/>
              </a:ext>
            </a:extLst>
          </p:cNvPr>
          <p:cNvSpPr>
            <a:spLocks noGrp="1"/>
          </p:cNvSpPr>
          <p:nvPr/>
        </p:nvSpPr>
        <p:spPr>
          <a:xfrm rot="0">
            <a:off x="571500" y="9486900"/>
            <a:ext cx="11430000" cy="238125"/>
          </a:xfrm>
          <a:prstGeom prst="rect">
            <a:avLst/>
          </a:prstGeom>
          <a:noFill/>
          <a:ln w="0">
            <a:noFill/>
            <a:prstDash val="solid"/>
          </a:ln>
        </p:spPr>
        <p:txBody>
          <a:bodyPr wrap="none" lIns="0" tIns="0" rIns="0" bIns="0" anchor="t">
            <a:noAutofit/>
          </a:bodyPr>
          <a:lstStyle>
            <a:defPPr algn="l">
              <a:defRPr sz="1350" b="0">
                <a:solidFill>
                  <a:srgbClr val="000000"/>
                </a:solidFill>
                <a:latin typeface="Arial"/>
                <a:ea typeface="Arial"/>
                <a:cs typeface="Arial"/>
              </a:defRPr>
            </a:defPPr>
            <a:lvl1pPr algn="l">
              <a:defRPr sz="1350" b="0">
                <a:solidFill>
                  <a:srgbClr val="000000"/>
                </a:solidFill>
                <a:latin typeface="Arial"/>
                <a:ea typeface="Arial"/>
                <a:cs typeface="Arial"/>
              </a:defRPr>
            </a:lvl1pPr>
            <a:lvl2pPr algn="l">
              <a:defRPr sz="1350" b="0">
                <a:solidFill>
                  <a:srgbClr val="000000"/>
                </a:solidFill>
                <a:latin typeface="Arial"/>
                <a:ea typeface="Arial"/>
                <a:cs typeface="Arial"/>
              </a:defRPr>
            </a:lvl2pPr>
            <a:lvl3pPr algn="l">
              <a:defRPr sz="1350" b="0">
                <a:solidFill>
                  <a:srgbClr val="000000"/>
                </a:solidFill>
                <a:latin typeface="Arial"/>
                <a:ea typeface="Arial"/>
                <a:cs typeface="Arial"/>
              </a:defRPr>
            </a:lvl3pPr>
            <a:lvl4pPr algn="l">
              <a:defRPr sz="1350" b="0">
                <a:solidFill>
                  <a:srgbClr val="000000"/>
                </a:solidFill>
                <a:latin typeface="Arial"/>
                <a:ea typeface="Arial"/>
                <a:cs typeface="Arial"/>
              </a:defRPr>
            </a:lvl4pPr>
            <a:lvl5pPr algn="l">
              <a:defRPr sz="1350" b="0">
                <a:solidFill>
                  <a:srgbClr val="000000"/>
                </a:solidFill>
                <a:latin typeface="Arial"/>
                <a:ea typeface="Arial"/>
                <a:cs typeface="Arial"/>
              </a:defRPr>
            </a:lvl5pPr>
            <a:lvl6pPr algn="l">
              <a:defRPr sz="1350" b="0">
                <a:solidFill>
                  <a:srgbClr val="000000"/>
                </a:solidFill>
                <a:latin typeface="Arial"/>
                <a:ea typeface="Arial"/>
                <a:cs typeface="Arial"/>
              </a:defRPr>
            </a:lvl6pPr>
            <a:lvl7pPr algn="l">
              <a:defRPr sz="1350" b="0">
                <a:solidFill>
                  <a:srgbClr val="000000"/>
                </a:solidFill>
                <a:latin typeface="Arial"/>
                <a:ea typeface="Arial"/>
                <a:cs typeface="Arial"/>
              </a:defRPr>
            </a:lvl7pPr>
            <a:lvl8pPr algn="l">
              <a:defRPr sz="1350" b="0">
                <a:solidFill>
                  <a:srgbClr val="000000"/>
                </a:solidFill>
                <a:latin typeface="Arial"/>
                <a:ea typeface="Arial"/>
                <a:cs typeface="Arial"/>
              </a:defRPr>
            </a:lvl8pPr>
            <a:lvl9pPr algn="l">
              <a:defRPr sz="1350" b="0">
                <a:solidFill>
                  <a:srgbClr val="000000"/>
                </a:solidFill>
                <a:latin typeface="Arial"/>
                <a:ea typeface="Arial"/>
                <a:cs typeface="Arial"/>
              </a:defRPr>
            </a:lvl9pPr>
          </a:lstStyle>
          <a:p>
            <a:pPr algn="l">
              <a:defRPr sz="1350" b="0">
                <a:solidFill>
                  <a:srgbClr val="000000"/>
                </a:solidFill>
                <a:latin typeface="Arial"/>
                <a:ea typeface="Arial"/>
                <a:cs typeface="Arial"/>
              </a:defRPr>
            </a:pPr>
            <a:r>
              <a:rPr sz="1350" b="0">
                <a:solidFill>
                  <a:srgbClr val="000000"/>
                </a:solidFill>
                <a:latin typeface="Arial"/>
                <a:ea typeface="Arial"/>
                <a:cs typeface="Arial"/>
              </a:rPr>
              <a:t>A/B/C: extrema of the analysis field, located on both rows. Positive FRP cells describe detections, not a burn perimeter.</a:t>
            </a:r>
          </a:p>
        </p:txBody>
      </p:sp>
      <p:sp>
        <p:nvSpPr>
          <p:cNvPr id="225" name="text_001">
            <a:extLst>
              <a:ext uri="{FF2B5EF4-FFF2-40B4-BE49-F238E27FC236}">
                <ns2:creationId id="{585F1D43-407E-4EBF-A5F2-BBCADEFA9B9E}"/>
              </a:ext>
            </a:extLst>
          </p:cNvPr>
          <p:cNvSpPr>
            <a:spLocks noGrp="1"/>
          </p:cNvSpPr>
          <p:nvPr/>
        </p:nvSpPr>
        <p:spPr>
          <a:xfrm>
            <a:off x="1266825" y="0"/>
            <a:ext cx="6191250" cy="247650"/>
          </a:xfrm>
          <a:prstGeom prst="rect">
            <a:avLst/>
          </a:prstGeom>
          <a:noFill/>
          <a:ln w="0">
            <a:noFill/>
            <a:prstDash val="solid"/>
          </a:ln>
        </p:spPr>
        <p:txBody>
          <a:bodyPr wrap="none" lIns="0" tIns="0" rIns="0" bIns="0" anchor="t">
            <a:noAutofit/>
          </a:bodyPr>
          <a:lstStyle>
            <a:defPPr algn="l">
              <a:defRPr sz="1800" b="1">
                <a:solidFill>
                  <a:srgbClr val="000000"/>
                </a:solidFill>
                <a:latin typeface="Arial"/>
                <a:ea typeface="Arial"/>
                <a:cs typeface="Arial"/>
              </a:defRPr>
            </a:defPPr>
            <a:lvl1pPr algn="l">
              <a:defRPr sz="1800" b="1">
                <a:solidFill>
                  <a:srgbClr val="000000"/>
                </a:solidFill>
                <a:latin typeface="Arial"/>
                <a:ea typeface="Arial"/>
                <a:cs typeface="Arial"/>
              </a:defRPr>
            </a:lvl1pPr>
            <a:lvl2pPr algn="l">
              <a:defRPr sz="1800" b="1">
                <a:solidFill>
                  <a:srgbClr val="000000"/>
                </a:solidFill>
                <a:latin typeface="Arial"/>
                <a:ea typeface="Arial"/>
                <a:cs typeface="Arial"/>
              </a:defRPr>
            </a:lvl2pPr>
            <a:lvl3pPr algn="l">
              <a:defRPr sz="1800" b="1">
                <a:solidFill>
                  <a:srgbClr val="000000"/>
                </a:solidFill>
                <a:latin typeface="Arial"/>
                <a:ea typeface="Arial"/>
                <a:cs typeface="Arial"/>
              </a:defRPr>
            </a:lvl3pPr>
            <a:lvl4pPr algn="l">
              <a:defRPr sz="1800" b="1">
                <a:solidFill>
                  <a:srgbClr val="000000"/>
                </a:solidFill>
                <a:latin typeface="Arial"/>
                <a:ea typeface="Arial"/>
                <a:cs typeface="Arial"/>
              </a:defRPr>
            </a:lvl4pPr>
            <a:lvl5pPr algn="l">
              <a:defRPr sz="1800" b="1">
                <a:solidFill>
                  <a:srgbClr val="000000"/>
                </a:solidFill>
                <a:latin typeface="Arial"/>
                <a:ea typeface="Arial"/>
                <a:cs typeface="Arial"/>
              </a:defRPr>
            </a:lvl5pPr>
            <a:lvl6pPr algn="l">
              <a:defRPr sz="1800" b="1">
                <a:solidFill>
                  <a:srgbClr val="000000"/>
                </a:solidFill>
                <a:latin typeface="Arial"/>
                <a:ea typeface="Arial"/>
                <a:cs typeface="Arial"/>
              </a:defRPr>
            </a:lvl6pPr>
            <a:lvl7pPr algn="l">
              <a:defRPr sz="1800" b="1">
                <a:solidFill>
                  <a:srgbClr val="000000"/>
                </a:solidFill>
                <a:latin typeface="Arial"/>
                <a:ea typeface="Arial"/>
                <a:cs typeface="Arial"/>
              </a:defRPr>
            </a:lvl7pPr>
            <a:lvl8pPr algn="l">
              <a:defRPr sz="1800" b="1">
                <a:solidFill>
                  <a:srgbClr val="000000"/>
                </a:solidFill>
                <a:latin typeface="Arial"/>
                <a:ea typeface="Arial"/>
                <a:cs typeface="Arial"/>
              </a:defRPr>
            </a:lvl8pPr>
            <a:lvl9pPr algn="l">
              <a:defRPr sz="1800" b="1">
                <a:solidFill>
                  <a:srgbClr val="000000"/>
                </a:solidFill>
                <a:latin typeface="Arial"/>
                <a:ea typeface="Arial"/>
                <a:cs typeface="Arial"/>
              </a:defRPr>
            </a:lvl9pPr>
          </a:lstStyle>
          <a:p>
            <a:pPr algn="l">
              <a:defRPr sz="1800" b="1">
                <a:solidFill>
                  <a:srgbClr val="000000"/>
                </a:solidFill>
                <a:latin typeface="Arial"/>
                <a:ea typeface="Arial"/>
                <a:cs typeface="Arial"/>
              </a:defRPr>
            </a:pPr>
            <a:r>
              <a:rPr sz="1800" b="1">
                <a:solidFill>
                  <a:srgbClr val="000000"/>
                </a:solidFill>
                <a:latin typeface="Arial"/>
                <a:ea typeface="Arial"/>
                <a:cs typeface="Arial"/>
              </a:rPr>
              <a:t>(a) Full sequence</a:t>
            </a:r>
          </a:p>
        </p:txBody>
      </p:sp>
      <p:sp>
        <p:nvSpPr>
          <p:cNvPr id="226" name="text_002">
            <a:extLst>
              <a:ext uri="{FF2B5EF4-FFF2-40B4-BE49-F238E27FC236}">
                <ns2:creationId id="{31CC7CDF-1880-42AF-8D17-585E6F44C054}"/>
              </a:ext>
            </a:extLst>
          </p:cNvPr>
          <p:cNvSpPr>
            <a:spLocks noGrp="1"/>
          </p:cNvSpPr>
          <p:nvPr/>
        </p:nvSpPr>
        <p:spPr>
          <a:xfrm>
            <a:off x="7886700" y="0"/>
            <a:ext cx="4191000" cy="247650"/>
          </a:xfrm>
          <a:prstGeom prst="rect">
            <a:avLst/>
          </a:prstGeom>
          <a:noFill/>
          <a:ln w="0">
            <a:noFill/>
            <a:prstDash val="solid"/>
          </a:ln>
        </p:spPr>
        <p:txBody>
          <a:bodyPr wrap="none" lIns="0" tIns="0" rIns="0" bIns="0" anchor="t">
            <a:noAutofit/>
          </a:bodyPr>
          <a:lstStyle>
            <a:defPPr algn="l">
              <a:defRPr sz="1800" b="1">
                <a:solidFill>
                  <a:srgbClr val="000000"/>
                </a:solidFill>
                <a:latin typeface="Arial"/>
                <a:ea typeface="Arial"/>
                <a:cs typeface="Arial"/>
              </a:defRPr>
            </a:defPPr>
            <a:lvl1pPr algn="l">
              <a:defRPr sz="1800" b="1">
                <a:solidFill>
                  <a:srgbClr val="000000"/>
                </a:solidFill>
                <a:latin typeface="Arial"/>
                <a:ea typeface="Arial"/>
                <a:cs typeface="Arial"/>
              </a:defRPr>
            </a:lvl1pPr>
            <a:lvl2pPr algn="l">
              <a:defRPr sz="1800" b="1">
                <a:solidFill>
                  <a:srgbClr val="000000"/>
                </a:solidFill>
                <a:latin typeface="Arial"/>
                <a:ea typeface="Arial"/>
                <a:cs typeface="Arial"/>
              </a:defRPr>
            </a:lvl2pPr>
            <a:lvl3pPr algn="l">
              <a:defRPr sz="1800" b="1">
                <a:solidFill>
                  <a:srgbClr val="000000"/>
                </a:solidFill>
                <a:latin typeface="Arial"/>
                <a:ea typeface="Arial"/>
                <a:cs typeface="Arial"/>
              </a:defRPr>
            </a:lvl3pPr>
            <a:lvl4pPr algn="l">
              <a:defRPr sz="1800" b="1">
                <a:solidFill>
                  <a:srgbClr val="000000"/>
                </a:solidFill>
                <a:latin typeface="Arial"/>
                <a:ea typeface="Arial"/>
                <a:cs typeface="Arial"/>
              </a:defRPr>
            </a:lvl4pPr>
            <a:lvl5pPr algn="l">
              <a:defRPr sz="1800" b="1">
                <a:solidFill>
                  <a:srgbClr val="000000"/>
                </a:solidFill>
                <a:latin typeface="Arial"/>
                <a:ea typeface="Arial"/>
                <a:cs typeface="Arial"/>
              </a:defRPr>
            </a:lvl5pPr>
            <a:lvl6pPr algn="l">
              <a:defRPr sz="1800" b="1">
                <a:solidFill>
                  <a:srgbClr val="000000"/>
                </a:solidFill>
                <a:latin typeface="Arial"/>
                <a:ea typeface="Arial"/>
                <a:cs typeface="Arial"/>
              </a:defRPr>
            </a:lvl6pPr>
            <a:lvl7pPr algn="l">
              <a:defRPr sz="1800" b="1">
                <a:solidFill>
                  <a:srgbClr val="000000"/>
                </a:solidFill>
                <a:latin typeface="Arial"/>
                <a:ea typeface="Arial"/>
                <a:cs typeface="Arial"/>
              </a:defRPr>
            </a:lvl7pPr>
            <a:lvl8pPr algn="l">
              <a:defRPr sz="1800" b="1">
                <a:solidFill>
                  <a:srgbClr val="000000"/>
                </a:solidFill>
                <a:latin typeface="Arial"/>
                <a:ea typeface="Arial"/>
                <a:cs typeface="Arial"/>
              </a:defRPr>
            </a:lvl8pPr>
            <a:lvl9pPr algn="l">
              <a:defRPr sz="1800" b="1">
                <a:solidFill>
                  <a:srgbClr val="000000"/>
                </a:solidFill>
                <a:latin typeface="Arial"/>
                <a:ea typeface="Arial"/>
                <a:cs typeface="Arial"/>
              </a:defRPr>
            </a:lvl9pPr>
          </a:lstStyle>
          <a:p>
            <a:pPr algn="l">
              <a:defRPr sz="1800" b="1">
                <a:solidFill>
                  <a:srgbClr val="000000"/>
                </a:solidFill>
                <a:latin typeface="Arial"/>
                <a:ea typeface="Arial"/>
                <a:cs typeface="Arial"/>
              </a:defRPr>
            </a:pPr>
            <a:r>
              <a:rPr sz="1800" b="1">
                <a:solidFill>
                  <a:srgbClr val="000000"/>
                </a:solidFill>
                <a:latin typeface="Arial"/>
                <a:ea typeface="Arial"/>
                <a:cs typeface="Arial"/>
              </a:rPr>
              <a:t>(b) Local window</a:t>
            </a:r>
          </a:p>
        </p:txBody>
      </p:sp>
      <p:sp>
        <p:nvSpPr>
          <p:cNvPr id="227" name="text_045">
            <a:extLst>
              <a:ext uri="{FF2B5EF4-FFF2-40B4-BE49-F238E27FC236}">
                <ns2:creationId id="{0FC56281-22D7-45BC-B560-B1044754F00A}"/>
              </a:ext>
            </a:extLst>
          </p:cNvPr>
          <p:cNvSpPr>
            <a:spLocks noGrp="1"/>
          </p:cNvSpPr>
          <p:nvPr/>
        </p:nvSpPr>
        <p:spPr>
          <a:xfrm>
            <a:off x="1172585" y="215265"/>
            <a:ext cx="388620" cy="213741"/>
          </a:xfrm>
          <a:prstGeom prst="rect">
            <a:avLst/>
          </a:prstGeom>
          <a:noFill/>
          <a:ln w="0">
            <a:noFill/>
            <a:prstDash val="solid"/>
          </a:ln>
        </p:spPr>
        <p:txBody>
          <a:bodyPr wrap="none" lIns="0" tIns="0" rIns="0" bIns="0" anchor="t">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0</a:t>
            </a:r>
          </a:p>
        </p:txBody>
      </p:sp>
      <p:sp>
        <p:nvSpPr>
          <p:cNvPr id="228" name="text_046">
            <a:extLst>
              <a:ext uri="{FF2B5EF4-FFF2-40B4-BE49-F238E27FC236}">
                <ns2:creationId id="{7A6A70E8-61FE-476F-90D7-07D1A85BF0D0}"/>
              </a:ext>
            </a:extLst>
          </p:cNvPr>
          <p:cNvSpPr>
            <a:spLocks noGrp="1"/>
          </p:cNvSpPr>
          <p:nvPr/>
        </p:nvSpPr>
        <p:spPr>
          <a:xfrm>
            <a:off x="6976624" y="215265"/>
            <a:ext cx="388620" cy="213741"/>
          </a:xfrm>
          <a:prstGeom prst="rect">
            <a:avLst/>
          </a:prstGeom>
          <a:noFill/>
          <a:ln w="0">
            <a:noFill/>
            <a:prstDash val="solid"/>
          </a:ln>
        </p:spPr>
        <p:txBody>
          <a:bodyPr wrap="none" lIns="0" tIns="0" rIns="0" bIns="0" anchor="t">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29</a:t>
            </a:r>
          </a:p>
        </p:txBody>
      </p:sp>
      <p:sp>
        <p:nvSpPr>
          <p:cNvPr id="229" name="text_055">
            <a:extLst>
              <a:ext uri="{FF2B5EF4-FFF2-40B4-BE49-F238E27FC236}">
                <ns2:creationId id="{10177CAC-EBE5-425E-BAF9-5F6F7B51A30B}"/>
              </a:ext>
            </a:extLst>
          </p:cNvPr>
          <p:cNvSpPr>
            <a:spLocks noGrp="1"/>
          </p:cNvSpPr>
          <p:nvPr/>
        </p:nvSpPr>
        <p:spPr>
          <a:xfrm>
            <a:off x="7867269" y="215265"/>
            <a:ext cx="388620" cy="213741"/>
          </a:xfrm>
          <a:prstGeom prst="rect">
            <a:avLst/>
          </a:prstGeom>
          <a:noFill/>
          <a:ln w="0">
            <a:noFill/>
            <a:prstDash val="solid"/>
          </a:ln>
        </p:spPr>
        <p:txBody>
          <a:bodyPr wrap="none" lIns="0" tIns="0" rIns="0" bIns="0" anchor="t">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13</a:t>
            </a:r>
          </a:p>
        </p:txBody>
      </p:sp>
      <p:sp>
        <p:nvSpPr>
          <p:cNvPr id="230" name="text_056">
            <a:extLst>
              <a:ext uri="{FF2B5EF4-FFF2-40B4-BE49-F238E27FC236}">
                <ns2:creationId id="{000B9C79-A3D7-4416-BDD4-D6E4BD106782}"/>
              </a:ext>
            </a:extLst>
          </p:cNvPr>
          <p:cNvSpPr>
            <a:spLocks noGrp="1"/>
          </p:cNvSpPr>
          <p:nvPr/>
        </p:nvSpPr>
        <p:spPr>
          <a:xfrm>
            <a:off x="11364849" y="215265"/>
            <a:ext cx="388620" cy="213741"/>
          </a:xfrm>
          <a:prstGeom prst="rect">
            <a:avLst/>
          </a:prstGeom>
          <a:noFill/>
          <a:ln w="0">
            <a:noFill/>
            <a:prstDash val="solid"/>
          </a:ln>
        </p:spPr>
        <p:txBody>
          <a:bodyPr wrap="none" lIns="0" tIns="0" rIns="0" bIns="0" anchor="t">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23</a:t>
            </a:r>
          </a:p>
        </p:txBody>
      </p:sp>
      <p:sp>
        <p:nvSpPr>
          <p:cNvPr id="231" name="text_073">
            <a:extLst>
              <a:ext uri="{FF2B5EF4-FFF2-40B4-BE49-F238E27FC236}">
                <ns2:creationId id="{B9E26A93-8825-48AE-89BC-8B6D2C4FE17E}"/>
              </a:ext>
            </a:extLst>
          </p:cNvPr>
          <p:cNvSpPr>
            <a:spLocks noGrp="1"/>
          </p:cNvSpPr>
          <p:nvPr/>
        </p:nvSpPr>
        <p:spPr>
          <a:xfrm>
            <a:off x="114300" y="457200"/>
            <a:ext cx="1057275" cy="247650"/>
          </a:xfrm>
          <a:prstGeom prst="rect">
            <a:avLst/>
          </a:prstGeom>
          <a:noFill/>
          <a:ln w="0">
            <a:noFill/>
            <a:prstDash val="solid"/>
          </a:ln>
        </p:spPr>
        <p:txBody>
          <a:bodyPr wrap="none" lIns="0" tIns="0" rIns="0" bIns="0" anchor="t">
            <a:noAutofit/>
          </a:bodyPr>
          <a:lstStyle>
            <a:defPPr algn="l">
              <a:defRPr sz="1500" b="1">
                <a:solidFill>
                  <a:srgbClr val="000000"/>
                </a:solidFill>
                <a:latin typeface="Arial"/>
                <a:ea typeface="Arial"/>
                <a:cs typeface="Arial"/>
              </a:defRPr>
            </a:defPPr>
            <a:lvl1pPr algn="l">
              <a:defRPr sz="1500" b="1">
                <a:solidFill>
                  <a:srgbClr val="000000"/>
                </a:solidFill>
                <a:latin typeface="Arial"/>
                <a:ea typeface="Arial"/>
                <a:cs typeface="Arial"/>
              </a:defRPr>
            </a:lvl1pPr>
            <a:lvl2pPr algn="l">
              <a:defRPr sz="1500" b="1">
                <a:solidFill>
                  <a:srgbClr val="000000"/>
                </a:solidFill>
                <a:latin typeface="Arial"/>
                <a:ea typeface="Arial"/>
                <a:cs typeface="Arial"/>
              </a:defRPr>
            </a:lvl2pPr>
            <a:lvl3pPr algn="l">
              <a:defRPr sz="1500" b="1">
                <a:solidFill>
                  <a:srgbClr val="000000"/>
                </a:solidFill>
                <a:latin typeface="Arial"/>
                <a:ea typeface="Arial"/>
                <a:cs typeface="Arial"/>
              </a:defRPr>
            </a:lvl3pPr>
            <a:lvl4pPr algn="l">
              <a:defRPr sz="1500" b="1">
                <a:solidFill>
                  <a:srgbClr val="000000"/>
                </a:solidFill>
                <a:latin typeface="Arial"/>
                <a:ea typeface="Arial"/>
                <a:cs typeface="Arial"/>
              </a:defRPr>
            </a:lvl4pPr>
            <a:lvl5pPr algn="l">
              <a:defRPr sz="1500" b="1">
                <a:solidFill>
                  <a:srgbClr val="000000"/>
                </a:solidFill>
                <a:latin typeface="Arial"/>
                <a:ea typeface="Arial"/>
                <a:cs typeface="Arial"/>
              </a:defRPr>
            </a:lvl5pPr>
            <a:lvl6pPr algn="l">
              <a:defRPr sz="1500" b="1">
                <a:solidFill>
                  <a:srgbClr val="000000"/>
                </a:solidFill>
                <a:latin typeface="Arial"/>
                <a:ea typeface="Arial"/>
                <a:cs typeface="Arial"/>
              </a:defRPr>
            </a:lvl6pPr>
            <a:lvl7pPr algn="l">
              <a:defRPr sz="1500" b="1">
                <a:solidFill>
                  <a:srgbClr val="000000"/>
                </a:solidFill>
                <a:latin typeface="Arial"/>
                <a:ea typeface="Arial"/>
                <a:cs typeface="Arial"/>
              </a:defRPr>
            </a:lvl7pPr>
            <a:lvl8pPr algn="l">
              <a:defRPr sz="1500" b="1">
                <a:solidFill>
                  <a:srgbClr val="000000"/>
                </a:solidFill>
                <a:latin typeface="Arial"/>
                <a:ea typeface="Arial"/>
                <a:cs typeface="Arial"/>
              </a:defRPr>
            </a:lvl8pPr>
            <a:lvl9pPr algn="l">
              <a:defRPr sz="1500" b="1">
                <a:solidFill>
                  <a:srgbClr val="000000"/>
                </a:solidFill>
                <a:latin typeface="Arial"/>
                <a:ea typeface="Arial"/>
                <a:cs typeface="Arial"/>
              </a:defRPr>
            </a:lvl9pPr>
          </a:lstStyle>
          <a:p>
            <a:pPr algn="l">
              <a:defRPr sz="1500" b="1">
                <a:solidFill>
                  <a:srgbClr val="000000"/>
                </a:solidFill>
                <a:latin typeface="Arial"/>
                <a:ea typeface="Arial"/>
                <a:cs typeface="Arial"/>
              </a:defRPr>
            </a:pPr>
            <a:r>
              <a:rPr sz="1500" b="1">
                <a:solidFill>
                  <a:srgbClr val="000000"/>
                </a:solidFill>
                <a:latin typeface="Arial"/>
                <a:ea typeface="Arial"/>
                <a:cs typeface="Arial"/>
              </a:rPr>
              <a:t>RG-P</a:t>
            </a:r>
          </a:p>
        </p:txBody>
      </p:sp>
      <p:pic>
        <p:nvPicPr>
          <p:cNvPr id="232" name="">
            <a:extLst>
              <a:ext uri="{FF2B5EF4-FFF2-40B4-BE49-F238E27FC236}">
                <ns2:creationId id="{5398122F-2ECF-4D5F-9106-57EC8DE80AC9}"/>
              </a:ext>
            </a:extLst>
          </p:cNvPr>
          <p:cNvPicPr>
            <a:picLocks noChangeAspect="1"/>
          </p:cNvPicPr>
          <p:nvPr/>
        </p:nvPicPr>
        <p:blipFill>
          <a:blip r:embed="rId50001"/>
          <a:stretch/>
        </p:blipFill>
        <p:spPr>
          <a:xfrm>
            <a:off x="1266825" y="409575"/>
            <a:ext cx="6004179" cy="680085"/>
          </a:xfrm>
          <a:prstGeom prst="rect">
            <a:avLst/>
          </a:prstGeom>
        </p:spPr>
      </p:pic>
      <p:sp>
        <p:nvSpPr>
          <p:cNvPr id="233" name="line_076">
            <a:extLst>
              <a:ext uri="{FF2B5EF4-FFF2-40B4-BE49-F238E27FC236}">
                <ns2:creationId id="{297CE8D5-059E-4F81-865B-4082B7601DF0}"/>
              </a:ext>
            </a:extLst>
          </p:cNvPr>
          <p:cNvSpPr>
            <a:spLocks noGrp="1"/>
          </p:cNvSpPr>
          <p:nvPr/>
        </p:nvSpPr>
        <p:spPr>
          <a:xfrm>
            <a:off x="4969403" y="409575"/>
            <a:ext cx="97" cy="680085"/>
          </a:xfrm>
          <a:custGeom>
            <a:pathLst>
              <a:path w="95" h="666750">
                <a:moveTo>
                  <a:pt x="0" y="0"/>
                </a:moveTo>
                <a:lnTo>
                  <a:pt x="0" y="666750"/>
                </a:lnTo>
              </a:path>
            </a:pathLst>
          </a:custGeom>
          <a:noFill/>
          <a:ln w="9525">
            <a:solidFill>
              <a:srgbClr val="263238"/>
            </a:solidFill>
            <a:prstDash val="dash"/>
          </a:ln>
        </p:spPr>
      </p:sp>
      <p:sp>
        <p:nvSpPr>
          <p:cNvPr id="234" name="rect_077">
            <a:extLst>
              <a:ext uri="{FF2B5EF4-FFF2-40B4-BE49-F238E27FC236}">
                <ns2:creationId id="{B678553D-9039-4FC4-816D-21DB1B8AF8CD}"/>
              </a:ext>
            </a:extLst>
          </p:cNvPr>
          <p:cNvSpPr>
            <a:spLocks noGrp="1"/>
          </p:cNvSpPr>
          <p:nvPr/>
        </p:nvSpPr>
        <p:spPr>
          <a:xfrm>
            <a:off x="1266825" y="409575"/>
            <a:ext cx="6004179" cy="680085"/>
          </a:xfrm>
          <a:prstGeom prst="rect">
            <a:avLst/>
          </a:prstGeom>
          <a:noFill/>
          <a:ln w="6668">
            <a:solidFill>
              <a:srgbClr val="7B8790"/>
            </a:solidFill>
            <a:prstDash val="solid"/>
          </a:ln>
        </p:spPr>
      </p:sp>
      <p:sp>
        <p:nvSpPr>
          <p:cNvPr id="235" name="text_078">
            <a:extLst>
              <a:ext uri="{FF2B5EF4-FFF2-40B4-BE49-F238E27FC236}">
                <ns2:creationId id="{02C5B329-8E4C-4174-8E81-67232211D89A}"/>
              </a:ext>
            </a:extLst>
          </p:cNvPr>
          <p:cNvSpPr>
            <a:spLocks noGrp="1"/>
          </p:cNvSpPr>
          <p:nvPr/>
        </p:nvSpPr>
        <p:spPr>
          <a:xfrm>
            <a:off x="887920" y="992505"/>
            <a:ext cx="320612" cy="204026"/>
          </a:xfrm>
          <a:prstGeom prst="rect">
            <a:avLst/>
          </a:prstGeom>
          <a:noFill/>
          <a:ln w="0">
            <a:noFill/>
            <a:prstDash val="solid"/>
          </a:ln>
        </p:spPr>
        <p:txBody>
          <a:bodyPr wrap="none" lIns="0" tIns="0" rIns="0" bIns="0" anchor="t">
            <a:noAutofit/>
          </a:bodyPr>
          <a:lstStyle>
            <a:defPPr algn="r">
              <a:defRPr sz="1125" b="0">
                <a:solidFill>
                  <a:srgbClr val="000000"/>
                </a:solidFill>
                <a:latin typeface="Arial"/>
                <a:ea typeface="Arial"/>
                <a:cs typeface="Arial"/>
              </a:defRPr>
            </a:defPPr>
            <a:lvl1pPr algn="r">
              <a:defRPr sz="1125" b="0">
                <a:solidFill>
                  <a:srgbClr val="000000"/>
                </a:solidFill>
                <a:latin typeface="Arial"/>
                <a:ea typeface="Arial"/>
                <a:cs typeface="Arial"/>
              </a:defRPr>
            </a:lvl1pPr>
            <a:lvl2pPr algn="r">
              <a:defRPr sz="1125" b="0">
                <a:solidFill>
                  <a:srgbClr val="000000"/>
                </a:solidFill>
                <a:latin typeface="Arial"/>
                <a:ea typeface="Arial"/>
                <a:cs typeface="Arial"/>
              </a:defRPr>
            </a:lvl2pPr>
            <a:lvl3pPr algn="r">
              <a:defRPr sz="1125" b="0">
                <a:solidFill>
                  <a:srgbClr val="000000"/>
                </a:solidFill>
                <a:latin typeface="Arial"/>
                <a:ea typeface="Arial"/>
                <a:cs typeface="Arial"/>
              </a:defRPr>
            </a:lvl3pPr>
            <a:lvl4pPr algn="r">
              <a:defRPr sz="1125" b="0">
                <a:solidFill>
                  <a:srgbClr val="000000"/>
                </a:solidFill>
                <a:latin typeface="Arial"/>
                <a:ea typeface="Arial"/>
                <a:cs typeface="Arial"/>
              </a:defRPr>
            </a:lvl4pPr>
            <a:lvl5pPr algn="r">
              <a:defRPr sz="1125" b="0">
                <a:solidFill>
                  <a:srgbClr val="000000"/>
                </a:solidFill>
                <a:latin typeface="Arial"/>
                <a:ea typeface="Arial"/>
                <a:cs typeface="Arial"/>
              </a:defRPr>
            </a:lvl5pPr>
            <a:lvl6pPr algn="r">
              <a:defRPr sz="1125" b="0">
                <a:solidFill>
                  <a:srgbClr val="000000"/>
                </a:solidFill>
                <a:latin typeface="Arial"/>
                <a:ea typeface="Arial"/>
                <a:cs typeface="Arial"/>
              </a:defRPr>
            </a:lvl6pPr>
            <a:lvl7pPr algn="r">
              <a:defRPr sz="1125" b="0">
                <a:solidFill>
                  <a:srgbClr val="000000"/>
                </a:solidFill>
                <a:latin typeface="Arial"/>
                <a:ea typeface="Arial"/>
                <a:cs typeface="Arial"/>
              </a:defRPr>
            </a:lvl7pPr>
            <a:lvl8pPr algn="r">
              <a:defRPr sz="1125" b="0">
                <a:solidFill>
                  <a:srgbClr val="000000"/>
                </a:solidFill>
                <a:latin typeface="Arial"/>
                <a:ea typeface="Arial"/>
                <a:cs typeface="Arial"/>
              </a:defRPr>
            </a:lvl8pPr>
            <a:lvl9pPr algn="r">
              <a:defRPr sz="1125" b="0">
                <a:solidFill>
                  <a:srgbClr val="000000"/>
                </a:solidFill>
                <a:latin typeface="Arial"/>
                <a:ea typeface="Arial"/>
                <a:cs typeface="Arial"/>
              </a:defRPr>
            </a:lvl9pPr>
          </a:lstStyle>
          <a:p>
            <a:pPr algn="r">
              <a:defRPr sz="1125" b="0">
                <a:solidFill>
                  <a:srgbClr val="000000"/>
                </a:solidFill>
                <a:latin typeface="Arial"/>
                <a:ea typeface="Arial"/>
                <a:cs typeface="Arial"/>
              </a:defRPr>
            </a:pPr>
            <a:r>
              <a:rPr sz="1125" b="0">
                <a:solidFill>
                  <a:srgbClr val="000000"/>
                </a:solidFill>
                <a:latin typeface="Arial"/>
                <a:ea typeface="Arial"/>
                <a:cs typeface="Arial"/>
              </a:rPr>
              <a:t>0</a:t>
            </a:r>
          </a:p>
        </p:txBody>
      </p:sp>
      <p:sp>
        <p:nvSpPr>
          <p:cNvPr id="236" name="text_079">
            <a:extLst>
              <a:ext uri="{FF2B5EF4-FFF2-40B4-BE49-F238E27FC236}">
                <ns2:creationId id="{EBCCB282-8E4A-4A41-83A4-A9102E2B09AE}"/>
              </a:ext>
            </a:extLst>
          </p:cNvPr>
          <p:cNvSpPr>
            <a:spLocks noGrp="1"/>
          </p:cNvSpPr>
          <p:nvPr/>
        </p:nvSpPr>
        <p:spPr>
          <a:xfrm>
            <a:off x="887920" y="312420"/>
            <a:ext cx="320612" cy="204026"/>
          </a:xfrm>
          <a:prstGeom prst="rect">
            <a:avLst/>
          </a:prstGeom>
          <a:noFill/>
          <a:ln w="0">
            <a:noFill/>
            <a:prstDash val="solid"/>
          </a:ln>
        </p:spPr>
        <p:txBody>
          <a:bodyPr wrap="none" lIns="0" tIns="0" rIns="0" bIns="0" anchor="t">
            <a:noAutofit/>
          </a:bodyPr>
          <a:lstStyle>
            <a:defPPr algn="r">
              <a:defRPr sz="1125" b="0">
                <a:solidFill>
                  <a:srgbClr val="000000"/>
                </a:solidFill>
                <a:latin typeface="Arial"/>
                <a:ea typeface="Arial"/>
                <a:cs typeface="Arial"/>
              </a:defRPr>
            </a:defPPr>
            <a:lvl1pPr algn="r">
              <a:defRPr sz="1125" b="0">
                <a:solidFill>
                  <a:srgbClr val="000000"/>
                </a:solidFill>
                <a:latin typeface="Arial"/>
                <a:ea typeface="Arial"/>
                <a:cs typeface="Arial"/>
              </a:defRPr>
            </a:lvl1pPr>
            <a:lvl2pPr algn="r">
              <a:defRPr sz="1125" b="0">
                <a:solidFill>
                  <a:srgbClr val="000000"/>
                </a:solidFill>
                <a:latin typeface="Arial"/>
                <a:ea typeface="Arial"/>
                <a:cs typeface="Arial"/>
              </a:defRPr>
            </a:lvl2pPr>
            <a:lvl3pPr algn="r">
              <a:defRPr sz="1125" b="0">
                <a:solidFill>
                  <a:srgbClr val="000000"/>
                </a:solidFill>
                <a:latin typeface="Arial"/>
                <a:ea typeface="Arial"/>
                <a:cs typeface="Arial"/>
              </a:defRPr>
            </a:lvl3pPr>
            <a:lvl4pPr algn="r">
              <a:defRPr sz="1125" b="0">
                <a:solidFill>
                  <a:srgbClr val="000000"/>
                </a:solidFill>
                <a:latin typeface="Arial"/>
                <a:ea typeface="Arial"/>
                <a:cs typeface="Arial"/>
              </a:defRPr>
            </a:lvl4pPr>
            <a:lvl5pPr algn="r">
              <a:defRPr sz="1125" b="0">
                <a:solidFill>
                  <a:srgbClr val="000000"/>
                </a:solidFill>
                <a:latin typeface="Arial"/>
                <a:ea typeface="Arial"/>
                <a:cs typeface="Arial"/>
              </a:defRPr>
            </a:lvl5pPr>
            <a:lvl6pPr algn="r">
              <a:defRPr sz="1125" b="0">
                <a:solidFill>
                  <a:srgbClr val="000000"/>
                </a:solidFill>
                <a:latin typeface="Arial"/>
                <a:ea typeface="Arial"/>
                <a:cs typeface="Arial"/>
              </a:defRPr>
            </a:lvl6pPr>
            <a:lvl7pPr algn="r">
              <a:defRPr sz="1125" b="0">
                <a:solidFill>
                  <a:srgbClr val="000000"/>
                </a:solidFill>
                <a:latin typeface="Arial"/>
                <a:ea typeface="Arial"/>
                <a:cs typeface="Arial"/>
              </a:defRPr>
            </a:lvl7pPr>
            <a:lvl8pPr algn="r">
              <a:defRPr sz="1125" b="0">
                <a:solidFill>
                  <a:srgbClr val="000000"/>
                </a:solidFill>
                <a:latin typeface="Arial"/>
                <a:ea typeface="Arial"/>
                <a:cs typeface="Arial"/>
              </a:defRPr>
            </a:lvl8pPr>
            <a:lvl9pPr algn="r">
              <a:defRPr sz="1125" b="0">
                <a:solidFill>
                  <a:srgbClr val="000000"/>
                </a:solidFill>
                <a:latin typeface="Arial"/>
                <a:ea typeface="Arial"/>
                <a:cs typeface="Arial"/>
              </a:defRPr>
            </a:lvl9pPr>
          </a:lstStyle>
          <a:p>
            <a:pPr algn="r">
              <a:defRPr sz="1125" b="0">
                <a:solidFill>
                  <a:srgbClr val="000000"/>
                </a:solidFill>
                <a:latin typeface="Arial"/>
                <a:ea typeface="Arial"/>
                <a:cs typeface="Arial"/>
              </a:defRPr>
            </a:pPr>
            <a:r>
              <a:rPr sz="1125" b="0">
                <a:solidFill>
                  <a:srgbClr val="000000"/>
                </a:solidFill>
                <a:latin typeface="Arial"/>
                <a:ea typeface="Arial"/>
                <a:cs typeface="Arial"/>
              </a:rPr>
              <a:t>1</a:t>
            </a:r>
          </a:p>
        </p:txBody>
      </p:sp>
      <p:sp>
        <p:nvSpPr>
          <p:cNvPr id="237" name="wildfire_P_3_exact_anchor">
            <a:extLst>
              <a:ext uri="{FF2B5EF4-FFF2-40B4-BE49-F238E27FC236}">
                <ns2:creationId id="{9904228B-620A-4E07-A880-732E6BBC7DF0}"/>
              </a:ext>
            </a:extLst>
          </p:cNvPr>
          <p:cNvSpPr>
            <a:spLocks noGrp="1"/>
          </p:cNvSpPr>
          <p:nvPr/>
        </p:nvSpPr>
        <p:spPr>
          <a:xfrm>
            <a:off x="4930541" y="919333"/>
            <a:ext cx="77724" cy="77724"/>
          </a:xfrm>
          <a:prstGeom prst="ellipse">
            <a:avLst/>
          </a:prstGeom>
          <a:solidFill>
            <a:srgbClr val="FFFFFF"/>
          </a:solidFill>
          <a:ln w="17145">
            <a:solidFill>
              <a:srgbClr val="0072B2"/>
            </a:solidFill>
            <a:prstDash val="solid"/>
          </a:ln>
        </p:spPr>
      </p:sp>
      <p:sp>
        <p:nvSpPr>
          <p:cNvPr id="238" name="wildfire_P_48_exact_anchor">
            <a:extLst>
              <a:ext uri="{FF2B5EF4-FFF2-40B4-BE49-F238E27FC236}">
                <ns2:creationId id="{2EE65550-3A5B-43DE-8749-FBA2E65F5BC6}"/>
              </a:ext>
            </a:extLst>
          </p:cNvPr>
          <p:cNvSpPr>
            <a:spLocks noGrp="1"/>
          </p:cNvSpPr>
          <p:nvPr/>
        </p:nvSpPr>
        <p:spPr>
          <a:xfrm>
            <a:off x="4930541" y="685560"/>
            <a:ext cx="77724" cy="77724"/>
          </a:xfrm>
          <a:prstGeom prst="ellipse">
            <a:avLst/>
          </a:prstGeom>
          <a:solidFill>
            <a:srgbClr val="FFFFFF"/>
          </a:solidFill>
          <a:ln w="17145">
            <a:solidFill>
              <a:srgbClr val="D55E00"/>
            </a:solidFill>
            <a:prstDash val="solid"/>
          </a:ln>
        </p:spPr>
      </p:sp>
      <p:sp>
        <p:nvSpPr>
          <p:cNvPr id="239" name="wildfire_P_52_exact_anchor">
            <a:extLst>
              <a:ext uri="{FF2B5EF4-FFF2-40B4-BE49-F238E27FC236}">
                <ns2:creationId id="{64100E6A-273F-4404-A2E8-606114936761}"/>
              </a:ext>
            </a:extLst>
          </p:cNvPr>
          <p:cNvSpPr>
            <a:spLocks noGrp="1"/>
          </p:cNvSpPr>
          <p:nvPr/>
        </p:nvSpPr>
        <p:spPr>
          <a:xfrm>
            <a:off x="4930541" y="677352"/>
            <a:ext cx="77724" cy="77724"/>
          </a:xfrm>
          <a:prstGeom prst="ellipse">
            <a:avLst/>
          </a:prstGeom>
          <a:solidFill>
            <a:srgbClr val="FFFFFF"/>
          </a:solidFill>
          <a:ln w="17145">
            <a:solidFill>
              <a:srgbClr val="009E73"/>
            </a:solidFill>
            <a:prstDash val="solid"/>
          </a:ln>
        </p:spPr>
      </p:sp>
      <p:pic>
        <p:nvPicPr>
          <p:cNvPr id="240" name="">
            <a:extLst>
              <a:ext uri="{FF2B5EF4-FFF2-40B4-BE49-F238E27FC236}">
                <ns2:creationId id="{39C48359-BDE7-4E22-8EAA-BF7C213BF4C7}"/>
              </a:ext>
            </a:extLst>
          </p:cNvPr>
          <p:cNvPicPr>
            <a:picLocks noChangeAspect="1"/>
          </p:cNvPicPr>
          <p:nvPr/>
        </p:nvPicPr>
        <p:blipFill>
          <a:blip r:embed="rId50002"/>
          <a:stretch/>
        </p:blipFill>
        <p:spPr>
          <a:xfrm>
            <a:off x="7886700" y="409575"/>
            <a:ext cx="3847338" cy="680085"/>
          </a:xfrm>
          <a:prstGeom prst="rect">
            <a:avLst/>
          </a:prstGeom>
        </p:spPr>
      </p:pic>
      <p:sp>
        <p:nvSpPr>
          <p:cNvPr id="241" name="line_086">
            <a:extLst>
              <a:ext uri="{FF2B5EF4-FFF2-40B4-BE49-F238E27FC236}">
                <ns2:creationId id="{1453586D-44B0-4DB2-B599-3B58DDE21A28}"/>
              </a:ext>
            </a:extLst>
          </p:cNvPr>
          <p:cNvSpPr>
            <a:spLocks noGrp="1"/>
          </p:cNvSpPr>
          <p:nvPr/>
        </p:nvSpPr>
        <p:spPr>
          <a:xfrm>
            <a:off x="9810369" y="409575"/>
            <a:ext cx="97" cy="680085"/>
          </a:xfrm>
          <a:custGeom>
            <a:pathLst>
              <a:path w="95" h="666750">
                <a:moveTo>
                  <a:pt x="0" y="0"/>
                </a:moveTo>
                <a:lnTo>
                  <a:pt x="0" y="666750"/>
                </a:lnTo>
              </a:path>
            </a:pathLst>
          </a:custGeom>
          <a:noFill/>
          <a:ln w="9525">
            <a:solidFill>
              <a:srgbClr val="263238"/>
            </a:solidFill>
            <a:prstDash val="dash"/>
          </a:ln>
        </p:spPr>
      </p:sp>
      <p:sp>
        <p:nvSpPr>
          <p:cNvPr id="242" name="rect_087">
            <a:extLst>
              <a:ext uri="{FF2B5EF4-FFF2-40B4-BE49-F238E27FC236}">
                <ns2:creationId id="{CC3829C7-951D-4634-9900-0B896C91E53E}"/>
              </a:ext>
            </a:extLst>
          </p:cNvPr>
          <p:cNvSpPr>
            <a:spLocks noGrp="1"/>
          </p:cNvSpPr>
          <p:nvPr/>
        </p:nvSpPr>
        <p:spPr>
          <a:xfrm>
            <a:off x="7886700" y="409575"/>
            <a:ext cx="3847338" cy="680085"/>
          </a:xfrm>
          <a:prstGeom prst="rect">
            <a:avLst/>
          </a:prstGeom>
          <a:noFill/>
          <a:ln w="6668">
            <a:solidFill>
              <a:srgbClr val="7B8790"/>
            </a:solidFill>
            <a:prstDash val="solid"/>
          </a:ln>
        </p:spPr>
      </p:sp>
      <p:sp>
        <p:nvSpPr>
          <p:cNvPr id="243" name="text_088">
            <a:extLst>
              <a:ext uri="{FF2B5EF4-FFF2-40B4-BE49-F238E27FC236}">
                <ns2:creationId id="{CE6FD94A-6EDA-48A2-BFD6-67440AF5FC07}"/>
              </a:ext>
            </a:extLst>
          </p:cNvPr>
          <p:cNvSpPr>
            <a:spLocks noGrp="1"/>
          </p:cNvSpPr>
          <p:nvPr/>
        </p:nvSpPr>
        <p:spPr>
          <a:xfrm>
            <a:off x="7507796" y="992505"/>
            <a:ext cx="320612" cy="204026"/>
          </a:xfrm>
          <a:prstGeom prst="rect">
            <a:avLst/>
          </a:prstGeom>
          <a:noFill/>
          <a:ln w="0">
            <a:noFill/>
            <a:prstDash val="solid"/>
          </a:ln>
        </p:spPr>
        <p:txBody>
          <a:bodyPr wrap="none" lIns="0" tIns="0" rIns="0" bIns="0" anchor="t">
            <a:noAutofit/>
          </a:bodyPr>
          <a:lstStyle>
            <a:defPPr algn="r">
              <a:defRPr sz="1125" b="0">
                <a:solidFill>
                  <a:srgbClr val="000000"/>
                </a:solidFill>
                <a:latin typeface="Arial"/>
                <a:ea typeface="Arial"/>
                <a:cs typeface="Arial"/>
              </a:defRPr>
            </a:defPPr>
            <a:lvl1pPr algn="r">
              <a:defRPr sz="1125" b="0">
                <a:solidFill>
                  <a:srgbClr val="000000"/>
                </a:solidFill>
                <a:latin typeface="Arial"/>
                <a:ea typeface="Arial"/>
                <a:cs typeface="Arial"/>
              </a:defRPr>
            </a:lvl1pPr>
            <a:lvl2pPr algn="r">
              <a:defRPr sz="1125" b="0">
                <a:solidFill>
                  <a:srgbClr val="000000"/>
                </a:solidFill>
                <a:latin typeface="Arial"/>
                <a:ea typeface="Arial"/>
                <a:cs typeface="Arial"/>
              </a:defRPr>
            </a:lvl2pPr>
            <a:lvl3pPr algn="r">
              <a:defRPr sz="1125" b="0">
                <a:solidFill>
                  <a:srgbClr val="000000"/>
                </a:solidFill>
                <a:latin typeface="Arial"/>
                <a:ea typeface="Arial"/>
                <a:cs typeface="Arial"/>
              </a:defRPr>
            </a:lvl3pPr>
            <a:lvl4pPr algn="r">
              <a:defRPr sz="1125" b="0">
                <a:solidFill>
                  <a:srgbClr val="000000"/>
                </a:solidFill>
                <a:latin typeface="Arial"/>
                <a:ea typeface="Arial"/>
                <a:cs typeface="Arial"/>
              </a:defRPr>
            </a:lvl4pPr>
            <a:lvl5pPr algn="r">
              <a:defRPr sz="1125" b="0">
                <a:solidFill>
                  <a:srgbClr val="000000"/>
                </a:solidFill>
                <a:latin typeface="Arial"/>
                <a:ea typeface="Arial"/>
                <a:cs typeface="Arial"/>
              </a:defRPr>
            </a:lvl5pPr>
            <a:lvl6pPr algn="r">
              <a:defRPr sz="1125" b="0">
                <a:solidFill>
                  <a:srgbClr val="000000"/>
                </a:solidFill>
                <a:latin typeface="Arial"/>
                <a:ea typeface="Arial"/>
                <a:cs typeface="Arial"/>
              </a:defRPr>
            </a:lvl6pPr>
            <a:lvl7pPr algn="r">
              <a:defRPr sz="1125" b="0">
                <a:solidFill>
                  <a:srgbClr val="000000"/>
                </a:solidFill>
                <a:latin typeface="Arial"/>
                <a:ea typeface="Arial"/>
                <a:cs typeface="Arial"/>
              </a:defRPr>
            </a:lvl7pPr>
            <a:lvl8pPr algn="r">
              <a:defRPr sz="1125" b="0">
                <a:solidFill>
                  <a:srgbClr val="000000"/>
                </a:solidFill>
                <a:latin typeface="Arial"/>
                <a:ea typeface="Arial"/>
                <a:cs typeface="Arial"/>
              </a:defRPr>
            </a:lvl8pPr>
            <a:lvl9pPr algn="r">
              <a:defRPr sz="1125" b="0">
                <a:solidFill>
                  <a:srgbClr val="000000"/>
                </a:solidFill>
                <a:latin typeface="Arial"/>
                <a:ea typeface="Arial"/>
                <a:cs typeface="Arial"/>
              </a:defRPr>
            </a:lvl9pPr>
          </a:lstStyle>
          <a:p>
            <a:pPr algn="r">
              <a:defRPr sz="1125" b="0">
                <a:solidFill>
                  <a:srgbClr val="000000"/>
                </a:solidFill>
                <a:latin typeface="Arial"/>
                <a:ea typeface="Arial"/>
                <a:cs typeface="Arial"/>
              </a:defRPr>
            </a:pPr>
            <a:r>
              <a:rPr sz="1125" b="0">
                <a:solidFill>
                  <a:srgbClr val="000000"/>
                </a:solidFill>
                <a:latin typeface="Arial"/>
                <a:ea typeface="Arial"/>
                <a:cs typeface="Arial"/>
              </a:rPr>
              <a:t>0.10</a:t>
            </a:r>
          </a:p>
        </p:txBody>
      </p:sp>
      <p:sp>
        <p:nvSpPr>
          <p:cNvPr id="244" name="text_089">
            <a:extLst>
              <a:ext uri="{FF2B5EF4-FFF2-40B4-BE49-F238E27FC236}">
                <ns2:creationId id="{328CAAB9-F3B5-4907-BBA9-477627FE5B50}"/>
              </a:ext>
            </a:extLst>
          </p:cNvPr>
          <p:cNvSpPr>
            <a:spLocks noGrp="1"/>
          </p:cNvSpPr>
          <p:nvPr/>
        </p:nvSpPr>
        <p:spPr>
          <a:xfrm>
            <a:off x="7507796" y="312420"/>
            <a:ext cx="320612" cy="204026"/>
          </a:xfrm>
          <a:prstGeom prst="rect">
            <a:avLst/>
          </a:prstGeom>
          <a:noFill/>
          <a:ln w="0">
            <a:noFill/>
            <a:prstDash val="solid"/>
          </a:ln>
        </p:spPr>
        <p:txBody>
          <a:bodyPr wrap="none" lIns="0" tIns="0" rIns="0" bIns="0" anchor="t">
            <a:noAutofit/>
          </a:bodyPr>
          <a:lstStyle>
            <a:defPPr algn="r">
              <a:defRPr sz="1125" b="0">
                <a:solidFill>
                  <a:srgbClr val="000000"/>
                </a:solidFill>
                <a:latin typeface="Arial"/>
                <a:ea typeface="Arial"/>
                <a:cs typeface="Arial"/>
              </a:defRPr>
            </a:defPPr>
            <a:lvl1pPr algn="r">
              <a:defRPr sz="1125" b="0">
                <a:solidFill>
                  <a:srgbClr val="000000"/>
                </a:solidFill>
                <a:latin typeface="Arial"/>
                <a:ea typeface="Arial"/>
                <a:cs typeface="Arial"/>
              </a:defRPr>
            </a:lvl1pPr>
            <a:lvl2pPr algn="r">
              <a:defRPr sz="1125" b="0">
                <a:solidFill>
                  <a:srgbClr val="000000"/>
                </a:solidFill>
                <a:latin typeface="Arial"/>
                <a:ea typeface="Arial"/>
                <a:cs typeface="Arial"/>
              </a:defRPr>
            </a:lvl2pPr>
            <a:lvl3pPr algn="r">
              <a:defRPr sz="1125" b="0">
                <a:solidFill>
                  <a:srgbClr val="000000"/>
                </a:solidFill>
                <a:latin typeface="Arial"/>
                <a:ea typeface="Arial"/>
                <a:cs typeface="Arial"/>
              </a:defRPr>
            </a:lvl3pPr>
            <a:lvl4pPr algn="r">
              <a:defRPr sz="1125" b="0">
                <a:solidFill>
                  <a:srgbClr val="000000"/>
                </a:solidFill>
                <a:latin typeface="Arial"/>
                <a:ea typeface="Arial"/>
                <a:cs typeface="Arial"/>
              </a:defRPr>
            </a:lvl4pPr>
            <a:lvl5pPr algn="r">
              <a:defRPr sz="1125" b="0">
                <a:solidFill>
                  <a:srgbClr val="000000"/>
                </a:solidFill>
                <a:latin typeface="Arial"/>
                <a:ea typeface="Arial"/>
                <a:cs typeface="Arial"/>
              </a:defRPr>
            </a:lvl5pPr>
            <a:lvl6pPr algn="r">
              <a:defRPr sz="1125" b="0">
                <a:solidFill>
                  <a:srgbClr val="000000"/>
                </a:solidFill>
                <a:latin typeface="Arial"/>
                <a:ea typeface="Arial"/>
                <a:cs typeface="Arial"/>
              </a:defRPr>
            </a:lvl6pPr>
            <a:lvl7pPr algn="r">
              <a:defRPr sz="1125" b="0">
                <a:solidFill>
                  <a:srgbClr val="000000"/>
                </a:solidFill>
                <a:latin typeface="Arial"/>
                <a:ea typeface="Arial"/>
                <a:cs typeface="Arial"/>
              </a:defRPr>
            </a:lvl7pPr>
            <a:lvl8pPr algn="r">
              <a:defRPr sz="1125" b="0">
                <a:solidFill>
                  <a:srgbClr val="000000"/>
                </a:solidFill>
                <a:latin typeface="Arial"/>
                <a:ea typeface="Arial"/>
                <a:cs typeface="Arial"/>
              </a:defRPr>
            </a:lvl8pPr>
            <a:lvl9pPr algn="r">
              <a:defRPr sz="1125" b="0">
                <a:solidFill>
                  <a:srgbClr val="000000"/>
                </a:solidFill>
                <a:latin typeface="Arial"/>
                <a:ea typeface="Arial"/>
                <a:cs typeface="Arial"/>
              </a:defRPr>
            </a:lvl9pPr>
          </a:lstStyle>
          <a:p>
            <a:pPr algn="r">
              <a:defRPr sz="1125" b="0">
                <a:solidFill>
                  <a:srgbClr val="000000"/>
                </a:solidFill>
                <a:latin typeface="Arial"/>
                <a:ea typeface="Arial"/>
                <a:cs typeface="Arial"/>
              </a:defRPr>
            </a:pPr>
            <a:r>
              <a:rPr sz="1125" b="0">
                <a:solidFill>
                  <a:srgbClr val="000000"/>
                </a:solidFill>
                <a:latin typeface="Arial"/>
                <a:ea typeface="Arial"/>
                <a:cs typeface="Arial"/>
              </a:rPr>
              <a:t>0.75</a:t>
            </a:r>
          </a:p>
        </p:txBody>
      </p:sp>
      <p:sp>
        <p:nvSpPr>
          <p:cNvPr id="245" name="path_092">
            <a:extLst>
              <a:ext uri="{FF2B5EF4-FFF2-40B4-BE49-F238E27FC236}">
                <ns2:creationId id="{B0E38D21-FAD1-414E-ABA7-6B7426371442}"/>
              </a:ext>
            </a:extLst>
          </p:cNvPr>
          <p:cNvSpPr>
            <a:spLocks noGrp="1"/>
          </p:cNvSpPr>
          <p:nvPr/>
        </p:nvSpPr>
        <p:spPr>
          <a:xfrm>
            <a:off x="8061579" y="818561"/>
            <a:ext cx="3497580" cy="201197"/>
          </a:xfrm>
          <a:custGeom>
            <a:pathLst>
              <a:path w="3429000" h="197252">
                <a:moveTo>
                  <a:pt x="0" y="128335"/>
                </a:moveTo>
                <a:lnTo>
                  <a:pt x="342900" y="197252"/>
                </a:lnTo>
                <a:lnTo>
                  <a:pt x="685800" y="147638"/>
                </a:lnTo>
                <a:lnTo>
                  <a:pt x="1028700" y="115543"/>
                </a:lnTo>
                <a:lnTo>
                  <a:pt x="1371600" y="64365"/>
                </a:lnTo>
                <a:lnTo>
                  <a:pt x="1714500" y="171474"/>
                </a:lnTo>
                <a:lnTo>
                  <a:pt x="2057400" y="0"/>
                </a:lnTo>
                <a:lnTo>
                  <a:pt x="2400300" y="74260"/>
                </a:lnTo>
                <a:lnTo>
                  <a:pt x="2743200" y="148736"/>
                </a:lnTo>
                <a:lnTo>
                  <a:pt x="3086100" y="175215"/>
                </a:lnTo>
                <a:lnTo>
                  <a:pt x="3429000" y="195500"/>
                </a:lnTo>
              </a:path>
            </a:pathLst>
          </a:custGeom>
          <a:noFill/>
          <a:ln w="28575">
            <a:solidFill>
              <a:srgbClr val="FFFFFF"/>
            </a:solidFill>
            <a:prstDash val="solid"/>
          </a:ln>
        </p:spPr>
      </p:sp>
      <p:sp>
        <p:nvSpPr>
          <p:cNvPr id="246" name="wildfire_P_track_3_trace">
            <a:extLst>
              <a:ext uri="{FF2B5EF4-FFF2-40B4-BE49-F238E27FC236}">
                <ns2:creationId id="{C102D3EC-2DBD-4EC9-9BA8-F6AB7EAA45A1}"/>
              </a:ext>
            </a:extLst>
          </p:cNvPr>
          <p:cNvSpPr>
            <a:spLocks noGrp="1"/>
          </p:cNvSpPr>
          <p:nvPr/>
        </p:nvSpPr>
        <p:spPr>
          <a:xfrm>
            <a:off x="8061579" y="818561"/>
            <a:ext cx="3497580" cy="201197"/>
          </a:xfrm>
          <a:custGeom>
            <a:pathLst>
              <a:path w="3429000" h="197252">
                <a:moveTo>
                  <a:pt x="0" y="128335"/>
                </a:moveTo>
                <a:lnTo>
                  <a:pt x="342900" y="197252"/>
                </a:lnTo>
                <a:lnTo>
                  <a:pt x="685800" y="147638"/>
                </a:lnTo>
                <a:lnTo>
                  <a:pt x="1028700" y="115543"/>
                </a:lnTo>
                <a:lnTo>
                  <a:pt x="1371600" y="64365"/>
                </a:lnTo>
                <a:lnTo>
                  <a:pt x="1714500" y="171474"/>
                </a:lnTo>
                <a:lnTo>
                  <a:pt x="2057400" y="0"/>
                </a:lnTo>
                <a:lnTo>
                  <a:pt x="2400300" y="74260"/>
                </a:lnTo>
                <a:lnTo>
                  <a:pt x="2743200" y="148736"/>
                </a:lnTo>
                <a:lnTo>
                  <a:pt x="3086100" y="175215"/>
                </a:lnTo>
                <a:lnTo>
                  <a:pt x="3429000" y="195500"/>
                </a:lnTo>
              </a:path>
            </a:pathLst>
          </a:custGeom>
          <a:noFill/>
          <a:ln w="17145">
            <a:solidFill>
              <a:srgbClr val="0072B2"/>
            </a:solidFill>
            <a:prstDash val="solid"/>
          </a:ln>
        </p:spPr>
      </p:sp>
      <p:sp>
        <p:nvSpPr>
          <p:cNvPr id="247" name="wildfire_P_true_reference_3">
            <a:extLst>
              <a:ext uri="{FF2B5EF4-FFF2-40B4-BE49-F238E27FC236}">
                <ns2:creationId id="{610DA25C-6958-4B7A-A924-897BF490E013}"/>
              </a:ext>
            </a:extLst>
          </p:cNvPr>
          <p:cNvSpPr>
            <a:spLocks noGrp="1"/>
          </p:cNvSpPr>
          <p:nvPr/>
        </p:nvSpPr>
        <p:spPr>
          <a:xfrm>
            <a:off x="8061579" y="933454"/>
            <a:ext cx="3497580" cy="103526"/>
          </a:xfrm>
          <a:custGeom>
            <a:pathLst>
              <a:path w="3429000" h="101496">
                <a:moveTo>
                  <a:pt x="0" y="83753"/>
                </a:moveTo>
                <a:lnTo>
                  <a:pt x="342900" y="84462"/>
                </a:lnTo>
                <a:lnTo>
                  <a:pt x="685800" y="83753"/>
                </a:lnTo>
                <a:lnTo>
                  <a:pt x="1028700" y="67428"/>
                </a:lnTo>
                <a:lnTo>
                  <a:pt x="1371600" y="75236"/>
                </a:lnTo>
                <a:lnTo>
                  <a:pt x="1714500" y="83753"/>
                </a:lnTo>
                <a:lnTo>
                  <a:pt x="2057400" y="0"/>
                </a:lnTo>
                <a:lnTo>
                  <a:pt x="2400300" y="59619"/>
                </a:lnTo>
                <a:lnTo>
                  <a:pt x="2743200" y="101496"/>
                </a:lnTo>
                <a:lnTo>
                  <a:pt x="3086100" y="68136"/>
                </a:lnTo>
                <a:lnTo>
                  <a:pt x="3429000" y="76653"/>
                </a:lnTo>
              </a:path>
            </a:pathLst>
          </a:custGeom>
          <a:noFill/>
          <a:ln w="9525">
            <a:solidFill>
              <a:srgbClr val="0072B2"/>
            </a:solidFill>
            <a:prstDash val="dash"/>
          </a:ln>
        </p:spPr>
      </p:sp>
      <p:sp>
        <p:nvSpPr>
          <p:cNvPr id="248" name="wildfire_P_3_exact_anchor">
            <a:extLst>
              <a:ext uri="{FF2B5EF4-FFF2-40B4-BE49-F238E27FC236}">
                <ns2:creationId id="{30862062-DCAD-4DB7-95A8-F6F0611884F0}"/>
              </a:ext>
            </a:extLst>
          </p:cNvPr>
          <p:cNvSpPr>
            <a:spLocks noGrp="1"/>
          </p:cNvSpPr>
          <p:nvPr/>
        </p:nvSpPr>
        <p:spPr>
          <a:xfrm>
            <a:off x="9771507" y="954603"/>
            <a:ext cx="77724" cy="77724"/>
          </a:xfrm>
          <a:prstGeom prst="ellipse">
            <a:avLst/>
          </a:prstGeom>
          <a:solidFill>
            <a:srgbClr val="FFFFFF"/>
          </a:solidFill>
          <a:ln w="17145">
            <a:solidFill>
              <a:srgbClr val="0072B2"/>
            </a:solidFill>
            <a:prstDash val="solid"/>
          </a:ln>
        </p:spPr>
      </p:sp>
      <p:sp>
        <p:nvSpPr>
          <p:cNvPr id="249" name="path_098">
            <a:extLst>
              <a:ext uri="{FF2B5EF4-FFF2-40B4-BE49-F238E27FC236}">
                <ns2:creationId id="{99B838E2-5526-429C-9A39-FC2234D1E59A}"/>
              </a:ext>
            </a:extLst>
          </p:cNvPr>
          <p:cNvSpPr>
            <a:spLocks noGrp="1"/>
          </p:cNvSpPr>
          <p:nvPr/>
        </p:nvSpPr>
        <p:spPr>
          <a:xfrm>
            <a:off x="9110853" y="462399"/>
            <a:ext cx="2448306" cy="170454"/>
          </a:xfrm>
          <a:custGeom>
            <a:pathLst>
              <a:path w="2400300" h="167112">
                <a:moveTo>
                  <a:pt x="0" y="6877"/>
                </a:moveTo>
                <a:lnTo>
                  <a:pt x="342900" y="136488"/>
                </a:lnTo>
                <a:lnTo>
                  <a:pt x="685800" y="167112"/>
                </a:lnTo>
                <a:lnTo>
                  <a:pt x="1028700" y="18674"/>
                </a:lnTo>
                <a:lnTo>
                  <a:pt x="1371600" y="15271"/>
                </a:lnTo>
                <a:lnTo>
                  <a:pt x="1714500" y="0"/>
                </a:lnTo>
                <a:lnTo>
                  <a:pt x="2057400" y="119168"/>
                </a:lnTo>
                <a:lnTo>
                  <a:pt x="2400300" y="143015"/>
                </a:lnTo>
              </a:path>
            </a:pathLst>
          </a:custGeom>
          <a:noFill/>
          <a:ln w="28575">
            <a:solidFill>
              <a:srgbClr val="FFFFFF"/>
            </a:solidFill>
            <a:prstDash val="solid"/>
          </a:ln>
        </p:spPr>
      </p:sp>
      <p:sp>
        <p:nvSpPr>
          <p:cNvPr id="250" name="wildfire_P_track_48_trace">
            <a:extLst>
              <a:ext uri="{FF2B5EF4-FFF2-40B4-BE49-F238E27FC236}">
                <ns2:creationId id="{89CB6B32-DD69-438A-BB2B-39113E66EF75}"/>
              </a:ext>
            </a:extLst>
          </p:cNvPr>
          <p:cNvSpPr>
            <a:spLocks noGrp="1"/>
          </p:cNvSpPr>
          <p:nvPr/>
        </p:nvSpPr>
        <p:spPr>
          <a:xfrm>
            <a:off x="9110853" y="462399"/>
            <a:ext cx="2448306" cy="170454"/>
          </a:xfrm>
          <a:custGeom>
            <a:pathLst>
              <a:path w="2400300" h="167112">
                <a:moveTo>
                  <a:pt x="0" y="6877"/>
                </a:moveTo>
                <a:lnTo>
                  <a:pt x="342900" y="136488"/>
                </a:lnTo>
                <a:lnTo>
                  <a:pt x="685800" y="167112"/>
                </a:lnTo>
                <a:lnTo>
                  <a:pt x="1028700" y="18674"/>
                </a:lnTo>
                <a:lnTo>
                  <a:pt x="1371600" y="15271"/>
                </a:lnTo>
                <a:lnTo>
                  <a:pt x="1714500" y="0"/>
                </a:lnTo>
                <a:lnTo>
                  <a:pt x="2057400" y="119168"/>
                </a:lnTo>
                <a:lnTo>
                  <a:pt x="2400300" y="143015"/>
                </a:lnTo>
              </a:path>
            </a:pathLst>
          </a:custGeom>
          <a:noFill/>
          <a:ln w="17145">
            <a:solidFill>
              <a:srgbClr val="D55E00"/>
            </a:solidFill>
            <a:prstDash val="solid"/>
          </a:ln>
        </p:spPr>
      </p:sp>
      <p:sp>
        <p:nvSpPr>
          <p:cNvPr id="251" name="wildfire_P_true_reference_48">
            <a:extLst>
              <a:ext uri="{FF2B5EF4-FFF2-40B4-BE49-F238E27FC236}">
                <ns2:creationId id="{9ACBC3E4-9E09-4CB2-A3AB-C96E2ED3F4BF}"/>
              </a:ext>
            </a:extLst>
          </p:cNvPr>
          <p:cNvSpPr>
            <a:spLocks noGrp="1"/>
          </p:cNvSpPr>
          <p:nvPr/>
        </p:nvSpPr>
        <p:spPr>
          <a:xfrm>
            <a:off x="9110853" y="478066"/>
            <a:ext cx="2448306" cy="8687"/>
          </a:xfrm>
          <a:custGeom>
            <a:pathLst>
              <a:path w="2400300" h="8517">
                <a:moveTo>
                  <a:pt x="0" y="0"/>
                </a:moveTo>
                <a:lnTo>
                  <a:pt x="342900" y="0"/>
                </a:lnTo>
                <a:lnTo>
                  <a:pt x="685800" y="0"/>
                </a:lnTo>
                <a:lnTo>
                  <a:pt x="1028700" y="0"/>
                </a:lnTo>
                <a:lnTo>
                  <a:pt x="1371600" y="8517"/>
                </a:lnTo>
                <a:lnTo>
                  <a:pt x="1714500" y="0"/>
                </a:lnTo>
                <a:lnTo>
                  <a:pt x="2057400" y="0"/>
                </a:lnTo>
                <a:lnTo>
                  <a:pt x="2400300" y="0"/>
                </a:lnTo>
              </a:path>
            </a:pathLst>
          </a:custGeom>
          <a:noFill/>
          <a:ln w="9525">
            <a:solidFill>
              <a:srgbClr val="D55E00"/>
            </a:solidFill>
            <a:prstDash val="dash"/>
          </a:ln>
        </p:spPr>
      </p:sp>
      <p:sp>
        <p:nvSpPr>
          <p:cNvPr id="252" name="wildfire_P_48_exact_anchor">
            <a:extLst>
              <a:ext uri="{FF2B5EF4-FFF2-40B4-BE49-F238E27FC236}">
                <ns2:creationId id="{4F83D95F-F3A1-4DFF-A91C-AFCF2DF2E56E}"/>
              </a:ext>
            </a:extLst>
          </p:cNvPr>
          <p:cNvSpPr>
            <a:spLocks noGrp="1"/>
          </p:cNvSpPr>
          <p:nvPr/>
        </p:nvSpPr>
        <p:spPr>
          <a:xfrm>
            <a:off x="9771507" y="593991"/>
            <a:ext cx="77724" cy="77724"/>
          </a:xfrm>
          <a:prstGeom prst="ellipse">
            <a:avLst/>
          </a:prstGeom>
          <a:solidFill>
            <a:srgbClr val="FFFFFF"/>
          </a:solidFill>
          <a:ln w="17145">
            <a:solidFill>
              <a:srgbClr val="D55E00"/>
            </a:solidFill>
            <a:prstDash val="solid"/>
          </a:ln>
        </p:spPr>
      </p:sp>
      <p:sp>
        <p:nvSpPr>
          <p:cNvPr id="253" name="path_104">
            <a:extLst>
              <a:ext uri="{FF2B5EF4-FFF2-40B4-BE49-F238E27FC236}">
                <ns2:creationId id="{39AEC1A6-EAC7-48D8-8276-A7FDCE062F4A}"/>
              </a:ext>
            </a:extLst>
          </p:cNvPr>
          <p:cNvSpPr>
            <a:spLocks noGrp="1"/>
          </p:cNvSpPr>
          <p:nvPr/>
        </p:nvSpPr>
        <p:spPr>
          <a:xfrm>
            <a:off x="9460611" y="620190"/>
            <a:ext cx="699516" cy="280769"/>
          </a:xfrm>
          <a:custGeom>
            <a:pathLst>
              <a:path w="685800" h="275264">
                <a:moveTo>
                  <a:pt x="0" y="275264"/>
                </a:moveTo>
                <a:lnTo>
                  <a:pt x="342900" y="0"/>
                </a:lnTo>
                <a:lnTo>
                  <a:pt x="685800" y="230109"/>
                </a:lnTo>
              </a:path>
            </a:pathLst>
          </a:custGeom>
          <a:noFill/>
          <a:ln w="28575">
            <a:solidFill>
              <a:srgbClr val="FFFFFF"/>
            </a:solidFill>
            <a:prstDash val="solid"/>
          </a:ln>
        </p:spPr>
      </p:sp>
      <p:sp>
        <p:nvSpPr>
          <p:cNvPr id="254" name="wildfire_P_track_52_trace">
            <a:extLst>
              <a:ext uri="{FF2B5EF4-FFF2-40B4-BE49-F238E27FC236}">
                <ns2:creationId id="{2EA98CCE-BE7A-4335-9940-93D011243F5C}"/>
              </a:ext>
            </a:extLst>
          </p:cNvPr>
          <p:cNvSpPr>
            <a:spLocks noGrp="1"/>
          </p:cNvSpPr>
          <p:nvPr/>
        </p:nvSpPr>
        <p:spPr>
          <a:xfrm>
            <a:off x="9460611" y="620190"/>
            <a:ext cx="699516" cy="280769"/>
          </a:xfrm>
          <a:custGeom>
            <a:pathLst>
              <a:path w="685800" h="275264">
                <a:moveTo>
                  <a:pt x="0" y="275264"/>
                </a:moveTo>
                <a:lnTo>
                  <a:pt x="342900" y="0"/>
                </a:lnTo>
                <a:lnTo>
                  <a:pt x="685800" y="230109"/>
                </a:lnTo>
              </a:path>
            </a:pathLst>
          </a:custGeom>
          <a:noFill/>
          <a:ln w="17145">
            <a:solidFill>
              <a:srgbClr val="009E73"/>
            </a:solidFill>
            <a:prstDash val="solid"/>
          </a:ln>
        </p:spPr>
      </p:sp>
      <p:sp>
        <p:nvSpPr>
          <p:cNvPr id="255" name="wildfire_P_true_reference_52">
            <a:extLst>
              <a:ext uri="{FF2B5EF4-FFF2-40B4-BE49-F238E27FC236}">
                <ns2:creationId id="{19D9F92C-300C-4DFF-AD83-89E039A35F6B}"/>
              </a:ext>
            </a:extLst>
          </p:cNvPr>
          <p:cNvSpPr>
            <a:spLocks noGrp="1"/>
          </p:cNvSpPr>
          <p:nvPr/>
        </p:nvSpPr>
        <p:spPr>
          <a:xfrm>
            <a:off x="9460611" y="757492"/>
            <a:ext cx="699516" cy="97"/>
          </a:xfrm>
          <a:custGeom>
            <a:pathLst>
              <a:path w="685800" h="95">
                <a:moveTo>
                  <a:pt x="0" y="0"/>
                </a:moveTo>
                <a:lnTo>
                  <a:pt x="342900" y="0"/>
                </a:lnTo>
                <a:lnTo>
                  <a:pt x="685800" y="0"/>
                </a:lnTo>
              </a:path>
            </a:pathLst>
          </a:custGeom>
          <a:noFill/>
          <a:ln w="9525">
            <a:solidFill>
              <a:srgbClr val="009E73"/>
            </a:solidFill>
            <a:prstDash val="dash"/>
          </a:ln>
        </p:spPr>
      </p:sp>
      <p:sp>
        <p:nvSpPr>
          <p:cNvPr id="256" name="wildfire_P_52_exact_anchor">
            <a:extLst>
              <a:ext uri="{FF2B5EF4-FFF2-40B4-BE49-F238E27FC236}">
                <ns2:creationId id="{95A58A93-C056-435B-8B3F-14817B85E026}"/>
              </a:ext>
            </a:extLst>
          </p:cNvPr>
          <p:cNvSpPr>
            <a:spLocks noGrp="1"/>
          </p:cNvSpPr>
          <p:nvPr/>
        </p:nvSpPr>
        <p:spPr>
          <a:xfrm>
            <a:off x="9771507" y="581328"/>
            <a:ext cx="77724" cy="77724"/>
          </a:xfrm>
          <a:prstGeom prst="ellipse">
            <a:avLst/>
          </a:prstGeom>
          <a:solidFill>
            <a:srgbClr val="FFFFFF"/>
          </a:solidFill>
          <a:ln w="17145">
            <a:solidFill>
              <a:srgbClr val="009E73"/>
            </a:solidFill>
            <a:prstDash val="solid"/>
          </a:ln>
        </p:spPr>
      </p:sp>
      <p:sp>
        <p:nvSpPr>
          <p:cNvPr id="257" name="rect_110">
            <a:extLst>
              <a:ext uri="{FF2B5EF4-FFF2-40B4-BE49-F238E27FC236}">
                <ns2:creationId id="{9D197AE9-1D16-4092-BFB9-C2BA6925FF8A}"/>
              </a:ext>
            </a:extLst>
          </p:cNvPr>
          <p:cNvSpPr>
            <a:spLocks noGrp="1"/>
          </p:cNvSpPr>
          <p:nvPr/>
        </p:nvSpPr>
        <p:spPr>
          <a:xfrm>
            <a:off x="3868636" y="409575"/>
            <a:ext cx="2201532" cy="680085"/>
          </a:xfrm>
          <a:prstGeom prst="rect">
            <a:avLst/>
          </a:prstGeom>
          <a:noFill/>
          <a:ln w="11430">
            <a:solidFill>
              <a:srgbClr val="263238"/>
            </a:solidFill>
            <a:prstDash val="solid"/>
          </a:ln>
        </p:spPr>
      </p:sp>
      <p:sp>
        <p:nvSpPr>
          <p:cNvPr id="258" name="text_111">
            <a:extLst>
              <a:ext uri="{FF2B5EF4-FFF2-40B4-BE49-F238E27FC236}">
                <ns2:creationId id="{484E251D-F240-4B89-B225-E9030BABB394}"/>
              </a:ext>
            </a:extLst>
          </p:cNvPr>
          <p:cNvSpPr>
            <a:spLocks noGrp="1"/>
          </p:cNvSpPr>
          <p:nvPr/>
        </p:nvSpPr>
        <p:spPr>
          <a:xfrm>
            <a:off x="114300" y="1352550"/>
            <a:ext cx="1057275" cy="247650"/>
          </a:xfrm>
          <a:prstGeom prst="rect">
            <a:avLst/>
          </a:prstGeom>
          <a:noFill/>
          <a:ln w="0">
            <a:noFill/>
            <a:prstDash val="solid"/>
          </a:ln>
        </p:spPr>
        <p:txBody>
          <a:bodyPr wrap="none" lIns="0" tIns="0" rIns="0" bIns="0" anchor="t">
            <a:noAutofit/>
          </a:bodyPr>
          <a:lstStyle>
            <a:defPPr algn="l">
              <a:defRPr sz="1500" b="1">
                <a:solidFill>
                  <a:srgbClr val="000000"/>
                </a:solidFill>
                <a:latin typeface="Arial"/>
                <a:ea typeface="Arial"/>
                <a:cs typeface="Arial"/>
              </a:defRPr>
            </a:defPPr>
            <a:lvl1pPr algn="l">
              <a:defRPr sz="1500" b="1">
                <a:solidFill>
                  <a:srgbClr val="000000"/>
                </a:solidFill>
                <a:latin typeface="Arial"/>
                <a:ea typeface="Arial"/>
                <a:cs typeface="Arial"/>
              </a:defRPr>
            </a:lvl1pPr>
            <a:lvl2pPr algn="l">
              <a:defRPr sz="1500" b="1">
                <a:solidFill>
                  <a:srgbClr val="000000"/>
                </a:solidFill>
                <a:latin typeface="Arial"/>
                <a:ea typeface="Arial"/>
                <a:cs typeface="Arial"/>
              </a:defRPr>
            </a:lvl2pPr>
            <a:lvl3pPr algn="l">
              <a:defRPr sz="1500" b="1">
                <a:solidFill>
                  <a:srgbClr val="000000"/>
                </a:solidFill>
                <a:latin typeface="Arial"/>
                <a:ea typeface="Arial"/>
                <a:cs typeface="Arial"/>
              </a:defRPr>
            </a:lvl3pPr>
            <a:lvl4pPr algn="l">
              <a:defRPr sz="1500" b="1">
                <a:solidFill>
                  <a:srgbClr val="000000"/>
                </a:solidFill>
                <a:latin typeface="Arial"/>
                <a:ea typeface="Arial"/>
                <a:cs typeface="Arial"/>
              </a:defRPr>
            </a:lvl4pPr>
            <a:lvl5pPr algn="l">
              <a:defRPr sz="1500" b="1">
                <a:solidFill>
                  <a:srgbClr val="000000"/>
                </a:solidFill>
                <a:latin typeface="Arial"/>
                <a:ea typeface="Arial"/>
                <a:cs typeface="Arial"/>
              </a:defRPr>
            </a:lvl5pPr>
            <a:lvl6pPr algn="l">
              <a:defRPr sz="1500" b="1">
                <a:solidFill>
                  <a:srgbClr val="000000"/>
                </a:solidFill>
                <a:latin typeface="Arial"/>
                <a:ea typeface="Arial"/>
                <a:cs typeface="Arial"/>
              </a:defRPr>
            </a:lvl6pPr>
            <a:lvl7pPr algn="l">
              <a:defRPr sz="1500" b="1">
                <a:solidFill>
                  <a:srgbClr val="000000"/>
                </a:solidFill>
                <a:latin typeface="Arial"/>
                <a:ea typeface="Arial"/>
                <a:cs typeface="Arial"/>
              </a:defRPr>
            </a:lvl7pPr>
            <a:lvl8pPr algn="l">
              <a:defRPr sz="1500" b="1">
                <a:solidFill>
                  <a:srgbClr val="000000"/>
                </a:solidFill>
                <a:latin typeface="Arial"/>
                <a:ea typeface="Arial"/>
                <a:cs typeface="Arial"/>
              </a:defRPr>
            </a:lvl8pPr>
            <a:lvl9pPr algn="l">
              <a:defRPr sz="1500" b="1">
                <a:solidFill>
                  <a:srgbClr val="000000"/>
                </a:solidFill>
                <a:latin typeface="Arial"/>
                <a:ea typeface="Arial"/>
                <a:cs typeface="Arial"/>
              </a:defRPr>
            </a:lvl9pPr>
          </a:lstStyle>
          <a:p>
            <a:pPr algn="l">
              <a:defRPr sz="1500" b="1">
                <a:solidFill>
                  <a:srgbClr val="000000"/>
                </a:solidFill>
                <a:latin typeface="Arial"/>
                <a:ea typeface="Arial"/>
                <a:cs typeface="Arial"/>
              </a:defRPr>
            </a:pPr>
            <a:r>
              <a:rPr sz="1500" b="1">
                <a:solidFill>
                  <a:srgbClr val="000000"/>
                </a:solidFill>
                <a:latin typeface="Arial"/>
                <a:ea typeface="Arial"/>
                <a:cs typeface="Arial"/>
              </a:rPr>
              <a:t>RG-R20</a:t>
            </a:r>
          </a:p>
        </p:txBody>
      </p:sp>
      <p:pic>
        <p:nvPicPr>
          <p:cNvPr id="259" name="">
            <a:extLst>
              <a:ext uri="{FF2B5EF4-FFF2-40B4-BE49-F238E27FC236}">
                <ns2:creationId id="{B4695A5C-CF5A-4F78-9EC1-F7F4B462915F}"/>
              </a:ext>
            </a:extLst>
          </p:cNvPr>
          <p:cNvPicPr>
            <a:picLocks noChangeAspect="1"/>
          </p:cNvPicPr>
          <p:nvPr/>
        </p:nvPicPr>
        <p:blipFill>
          <a:blip r:embed="rId50003"/>
          <a:stretch/>
        </p:blipFill>
        <p:spPr>
          <a:xfrm>
            <a:off x="1266825" y="1304925"/>
            <a:ext cx="6004179" cy="680085"/>
          </a:xfrm>
          <a:prstGeom prst="rect">
            <a:avLst/>
          </a:prstGeom>
        </p:spPr>
      </p:pic>
      <p:sp>
        <p:nvSpPr>
          <p:cNvPr id="260" name="line_114">
            <a:extLst>
              <a:ext uri="{FF2B5EF4-FFF2-40B4-BE49-F238E27FC236}">
                <ns2:creationId id="{F344CAC8-67DF-463E-BC9D-DB1746B96CBF}"/>
              </a:ext>
            </a:extLst>
          </p:cNvPr>
          <p:cNvSpPr>
            <a:spLocks noGrp="1"/>
          </p:cNvSpPr>
          <p:nvPr/>
        </p:nvSpPr>
        <p:spPr>
          <a:xfrm>
            <a:off x="4969403" y="1304925"/>
            <a:ext cx="97" cy="680085"/>
          </a:xfrm>
          <a:custGeom>
            <a:pathLst>
              <a:path w="95" h="666750">
                <a:moveTo>
                  <a:pt x="0" y="0"/>
                </a:moveTo>
                <a:lnTo>
                  <a:pt x="0" y="666750"/>
                </a:lnTo>
              </a:path>
            </a:pathLst>
          </a:custGeom>
          <a:noFill/>
          <a:ln w="9525">
            <a:solidFill>
              <a:srgbClr val="263238"/>
            </a:solidFill>
            <a:prstDash val="dash"/>
          </a:ln>
        </p:spPr>
      </p:sp>
      <p:sp>
        <p:nvSpPr>
          <p:cNvPr id="261" name="rect_115">
            <a:extLst>
              <a:ext uri="{FF2B5EF4-FFF2-40B4-BE49-F238E27FC236}">
                <ns2:creationId id="{F86D4BF1-F53B-456D-8311-5B7A16CF4C7A}"/>
              </a:ext>
            </a:extLst>
          </p:cNvPr>
          <p:cNvSpPr>
            <a:spLocks noGrp="1"/>
          </p:cNvSpPr>
          <p:nvPr/>
        </p:nvSpPr>
        <p:spPr>
          <a:xfrm>
            <a:off x="1266825" y="1304925"/>
            <a:ext cx="6004179" cy="680085"/>
          </a:xfrm>
          <a:prstGeom prst="rect">
            <a:avLst/>
          </a:prstGeom>
          <a:noFill/>
          <a:ln w="6668">
            <a:solidFill>
              <a:srgbClr val="7B8790"/>
            </a:solidFill>
            <a:prstDash val="solid"/>
          </a:ln>
        </p:spPr>
      </p:sp>
      <p:sp>
        <p:nvSpPr>
          <p:cNvPr id="262" name="text_116">
            <a:extLst>
              <a:ext uri="{FF2B5EF4-FFF2-40B4-BE49-F238E27FC236}">
                <ns2:creationId id="{E69135E4-C3C0-4172-961C-34D5732EF070}"/>
              </a:ext>
            </a:extLst>
          </p:cNvPr>
          <p:cNvSpPr>
            <a:spLocks noGrp="1"/>
          </p:cNvSpPr>
          <p:nvPr/>
        </p:nvSpPr>
        <p:spPr>
          <a:xfrm>
            <a:off x="887920" y="1887855"/>
            <a:ext cx="320612" cy="204026"/>
          </a:xfrm>
          <a:prstGeom prst="rect">
            <a:avLst/>
          </a:prstGeom>
          <a:noFill/>
          <a:ln w="0">
            <a:noFill/>
            <a:prstDash val="solid"/>
          </a:ln>
        </p:spPr>
        <p:txBody>
          <a:bodyPr wrap="none" lIns="0" tIns="0" rIns="0" bIns="0" anchor="t">
            <a:noAutofit/>
          </a:bodyPr>
          <a:lstStyle>
            <a:defPPr algn="r">
              <a:defRPr sz="1125" b="0">
                <a:solidFill>
                  <a:srgbClr val="000000"/>
                </a:solidFill>
                <a:latin typeface="Arial"/>
                <a:ea typeface="Arial"/>
                <a:cs typeface="Arial"/>
              </a:defRPr>
            </a:defPPr>
            <a:lvl1pPr algn="r">
              <a:defRPr sz="1125" b="0">
                <a:solidFill>
                  <a:srgbClr val="000000"/>
                </a:solidFill>
                <a:latin typeface="Arial"/>
                <a:ea typeface="Arial"/>
                <a:cs typeface="Arial"/>
              </a:defRPr>
            </a:lvl1pPr>
            <a:lvl2pPr algn="r">
              <a:defRPr sz="1125" b="0">
                <a:solidFill>
                  <a:srgbClr val="000000"/>
                </a:solidFill>
                <a:latin typeface="Arial"/>
                <a:ea typeface="Arial"/>
                <a:cs typeface="Arial"/>
              </a:defRPr>
            </a:lvl2pPr>
            <a:lvl3pPr algn="r">
              <a:defRPr sz="1125" b="0">
                <a:solidFill>
                  <a:srgbClr val="000000"/>
                </a:solidFill>
                <a:latin typeface="Arial"/>
                <a:ea typeface="Arial"/>
                <a:cs typeface="Arial"/>
              </a:defRPr>
            </a:lvl3pPr>
            <a:lvl4pPr algn="r">
              <a:defRPr sz="1125" b="0">
                <a:solidFill>
                  <a:srgbClr val="000000"/>
                </a:solidFill>
                <a:latin typeface="Arial"/>
                <a:ea typeface="Arial"/>
                <a:cs typeface="Arial"/>
              </a:defRPr>
            </a:lvl4pPr>
            <a:lvl5pPr algn="r">
              <a:defRPr sz="1125" b="0">
                <a:solidFill>
                  <a:srgbClr val="000000"/>
                </a:solidFill>
                <a:latin typeface="Arial"/>
                <a:ea typeface="Arial"/>
                <a:cs typeface="Arial"/>
              </a:defRPr>
            </a:lvl5pPr>
            <a:lvl6pPr algn="r">
              <a:defRPr sz="1125" b="0">
                <a:solidFill>
                  <a:srgbClr val="000000"/>
                </a:solidFill>
                <a:latin typeface="Arial"/>
                <a:ea typeface="Arial"/>
                <a:cs typeface="Arial"/>
              </a:defRPr>
            </a:lvl6pPr>
            <a:lvl7pPr algn="r">
              <a:defRPr sz="1125" b="0">
                <a:solidFill>
                  <a:srgbClr val="000000"/>
                </a:solidFill>
                <a:latin typeface="Arial"/>
                <a:ea typeface="Arial"/>
                <a:cs typeface="Arial"/>
              </a:defRPr>
            </a:lvl7pPr>
            <a:lvl8pPr algn="r">
              <a:defRPr sz="1125" b="0">
                <a:solidFill>
                  <a:srgbClr val="000000"/>
                </a:solidFill>
                <a:latin typeface="Arial"/>
                <a:ea typeface="Arial"/>
                <a:cs typeface="Arial"/>
              </a:defRPr>
            </a:lvl8pPr>
            <a:lvl9pPr algn="r">
              <a:defRPr sz="1125" b="0">
                <a:solidFill>
                  <a:srgbClr val="000000"/>
                </a:solidFill>
                <a:latin typeface="Arial"/>
                <a:ea typeface="Arial"/>
                <a:cs typeface="Arial"/>
              </a:defRPr>
            </a:lvl9pPr>
          </a:lstStyle>
          <a:p>
            <a:pPr algn="r">
              <a:defRPr sz="1125" b="0">
                <a:solidFill>
                  <a:srgbClr val="000000"/>
                </a:solidFill>
                <a:latin typeface="Arial"/>
                <a:ea typeface="Arial"/>
                <a:cs typeface="Arial"/>
              </a:defRPr>
            </a:pPr>
            <a:r>
              <a:rPr sz="1125" b="0">
                <a:solidFill>
                  <a:srgbClr val="000000"/>
                </a:solidFill>
                <a:latin typeface="Arial"/>
                <a:ea typeface="Arial"/>
                <a:cs typeface="Arial"/>
              </a:rPr>
              <a:t>0</a:t>
            </a:r>
          </a:p>
        </p:txBody>
      </p:sp>
      <p:sp>
        <p:nvSpPr>
          <p:cNvPr id="263" name="text_117">
            <a:extLst>
              <a:ext uri="{FF2B5EF4-FFF2-40B4-BE49-F238E27FC236}">
                <ns2:creationId id="{F0FD17F9-12D9-4F00-9D21-3C2332A83041}"/>
              </a:ext>
            </a:extLst>
          </p:cNvPr>
          <p:cNvSpPr>
            <a:spLocks noGrp="1"/>
          </p:cNvSpPr>
          <p:nvPr/>
        </p:nvSpPr>
        <p:spPr>
          <a:xfrm>
            <a:off x="887920" y="1207770"/>
            <a:ext cx="320612" cy="204026"/>
          </a:xfrm>
          <a:prstGeom prst="rect">
            <a:avLst/>
          </a:prstGeom>
          <a:noFill/>
          <a:ln w="0">
            <a:noFill/>
            <a:prstDash val="solid"/>
          </a:ln>
        </p:spPr>
        <p:txBody>
          <a:bodyPr wrap="none" lIns="0" tIns="0" rIns="0" bIns="0" anchor="t">
            <a:noAutofit/>
          </a:bodyPr>
          <a:lstStyle>
            <a:defPPr algn="r">
              <a:defRPr sz="1125" b="0">
                <a:solidFill>
                  <a:srgbClr val="000000"/>
                </a:solidFill>
                <a:latin typeface="Arial"/>
                <a:ea typeface="Arial"/>
                <a:cs typeface="Arial"/>
              </a:defRPr>
            </a:defPPr>
            <a:lvl1pPr algn="r">
              <a:defRPr sz="1125" b="0">
                <a:solidFill>
                  <a:srgbClr val="000000"/>
                </a:solidFill>
                <a:latin typeface="Arial"/>
                <a:ea typeface="Arial"/>
                <a:cs typeface="Arial"/>
              </a:defRPr>
            </a:lvl1pPr>
            <a:lvl2pPr algn="r">
              <a:defRPr sz="1125" b="0">
                <a:solidFill>
                  <a:srgbClr val="000000"/>
                </a:solidFill>
                <a:latin typeface="Arial"/>
                <a:ea typeface="Arial"/>
                <a:cs typeface="Arial"/>
              </a:defRPr>
            </a:lvl2pPr>
            <a:lvl3pPr algn="r">
              <a:defRPr sz="1125" b="0">
                <a:solidFill>
                  <a:srgbClr val="000000"/>
                </a:solidFill>
                <a:latin typeface="Arial"/>
                <a:ea typeface="Arial"/>
                <a:cs typeface="Arial"/>
              </a:defRPr>
            </a:lvl3pPr>
            <a:lvl4pPr algn="r">
              <a:defRPr sz="1125" b="0">
                <a:solidFill>
                  <a:srgbClr val="000000"/>
                </a:solidFill>
                <a:latin typeface="Arial"/>
                <a:ea typeface="Arial"/>
                <a:cs typeface="Arial"/>
              </a:defRPr>
            </a:lvl4pPr>
            <a:lvl5pPr algn="r">
              <a:defRPr sz="1125" b="0">
                <a:solidFill>
                  <a:srgbClr val="000000"/>
                </a:solidFill>
                <a:latin typeface="Arial"/>
                <a:ea typeface="Arial"/>
                <a:cs typeface="Arial"/>
              </a:defRPr>
            </a:lvl5pPr>
            <a:lvl6pPr algn="r">
              <a:defRPr sz="1125" b="0">
                <a:solidFill>
                  <a:srgbClr val="000000"/>
                </a:solidFill>
                <a:latin typeface="Arial"/>
                <a:ea typeface="Arial"/>
                <a:cs typeface="Arial"/>
              </a:defRPr>
            </a:lvl6pPr>
            <a:lvl7pPr algn="r">
              <a:defRPr sz="1125" b="0">
                <a:solidFill>
                  <a:srgbClr val="000000"/>
                </a:solidFill>
                <a:latin typeface="Arial"/>
                <a:ea typeface="Arial"/>
                <a:cs typeface="Arial"/>
              </a:defRPr>
            </a:lvl7pPr>
            <a:lvl8pPr algn="r">
              <a:defRPr sz="1125" b="0">
                <a:solidFill>
                  <a:srgbClr val="000000"/>
                </a:solidFill>
                <a:latin typeface="Arial"/>
                <a:ea typeface="Arial"/>
                <a:cs typeface="Arial"/>
              </a:defRPr>
            </a:lvl8pPr>
            <a:lvl9pPr algn="r">
              <a:defRPr sz="1125" b="0">
                <a:solidFill>
                  <a:srgbClr val="000000"/>
                </a:solidFill>
                <a:latin typeface="Arial"/>
                <a:ea typeface="Arial"/>
                <a:cs typeface="Arial"/>
              </a:defRPr>
            </a:lvl9pPr>
          </a:lstStyle>
          <a:p>
            <a:pPr algn="r">
              <a:defRPr sz="1125" b="0">
                <a:solidFill>
                  <a:srgbClr val="000000"/>
                </a:solidFill>
                <a:latin typeface="Arial"/>
                <a:ea typeface="Arial"/>
                <a:cs typeface="Arial"/>
              </a:defRPr>
            </a:pPr>
            <a:r>
              <a:rPr sz="1125" b="0">
                <a:solidFill>
                  <a:srgbClr val="000000"/>
                </a:solidFill>
                <a:latin typeface="Arial"/>
                <a:ea typeface="Arial"/>
                <a:cs typeface="Arial"/>
              </a:rPr>
              <a:t>1</a:t>
            </a:r>
          </a:p>
        </p:txBody>
      </p:sp>
      <p:sp>
        <p:nvSpPr>
          <p:cNvPr id="264" name="text_118">
            <a:extLst>
              <a:ext uri="{FF2B5EF4-FFF2-40B4-BE49-F238E27FC236}">
                <ns2:creationId id="{A2BA31B2-B52E-40F6-B2E8-601977E460EA}"/>
              </a:ext>
            </a:extLst>
          </p:cNvPr>
          <p:cNvSpPr>
            <a:spLocks noGrp="1"/>
          </p:cNvSpPr>
          <p:nvPr/>
        </p:nvSpPr>
        <p:spPr>
          <a:xfrm>
            <a:off x="1172585" y="2014156"/>
            <a:ext cx="388620" cy="213741"/>
          </a:xfrm>
          <a:prstGeom prst="rect">
            <a:avLst/>
          </a:prstGeom>
          <a:noFill/>
          <a:ln w="0">
            <a:noFill/>
            <a:prstDash val="solid"/>
          </a:ln>
        </p:spPr>
        <p:txBody>
          <a:bodyPr wrap="none" lIns="0" tIns="0" rIns="0" bIns="0" anchor="t">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0</a:t>
            </a:r>
          </a:p>
        </p:txBody>
      </p:sp>
      <p:sp>
        <p:nvSpPr>
          <p:cNvPr id="265" name="text_119">
            <a:extLst>
              <a:ext uri="{FF2B5EF4-FFF2-40B4-BE49-F238E27FC236}">
                <ns2:creationId id="{78837675-5225-411C-9B24-7343CFF6B2FD}"/>
              </a:ext>
            </a:extLst>
          </p:cNvPr>
          <p:cNvSpPr>
            <a:spLocks noGrp="1"/>
          </p:cNvSpPr>
          <p:nvPr/>
        </p:nvSpPr>
        <p:spPr>
          <a:xfrm>
            <a:off x="6976624" y="2014156"/>
            <a:ext cx="388620" cy="213741"/>
          </a:xfrm>
          <a:prstGeom prst="rect">
            <a:avLst/>
          </a:prstGeom>
          <a:noFill/>
          <a:ln w="0">
            <a:noFill/>
            <a:prstDash val="solid"/>
          </a:ln>
        </p:spPr>
        <p:txBody>
          <a:bodyPr wrap="none" lIns="0" tIns="0" rIns="0" bIns="0" anchor="t">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29</a:t>
            </a:r>
          </a:p>
        </p:txBody>
      </p:sp>
      <p:sp>
        <p:nvSpPr>
          <p:cNvPr id="266" name="wildfire_R_3_exact_anchor">
            <a:extLst>
              <a:ext uri="{FF2B5EF4-FFF2-40B4-BE49-F238E27FC236}">
                <ns2:creationId id="{A2984D05-9919-4B90-B3B5-7279895961B0}"/>
              </a:ext>
            </a:extLst>
          </p:cNvPr>
          <p:cNvSpPr>
            <a:spLocks noGrp="1"/>
          </p:cNvSpPr>
          <p:nvPr/>
        </p:nvSpPr>
        <p:spPr>
          <a:xfrm>
            <a:off x="4930541" y="1833164"/>
            <a:ext cx="77724" cy="77724"/>
          </a:xfrm>
          <a:prstGeom prst="ellipse">
            <a:avLst/>
          </a:prstGeom>
          <a:solidFill>
            <a:srgbClr val="FFFFFF"/>
          </a:solidFill>
          <a:ln w="17145">
            <a:solidFill>
              <a:srgbClr val="0072B2"/>
            </a:solidFill>
            <a:prstDash val="solid"/>
          </a:ln>
        </p:spPr>
      </p:sp>
      <p:sp>
        <p:nvSpPr>
          <p:cNvPr id="267" name="wildfire_R_48_exact_anchor">
            <a:extLst>
              <a:ext uri="{FF2B5EF4-FFF2-40B4-BE49-F238E27FC236}">
                <ns2:creationId id="{7DD1E69A-B425-48C0-8A79-E4D5B742E7F9}"/>
              </a:ext>
            </a:extLst>
          </p:cNvPr>
          <p:cNvSpPr>
            <a:spLocks noGrp="1"/>
          </p:cNvSpPr>
          <p:nvPr/>
        </p:nvSpPr>
        <p:spPr>
          <a:xfrm>
            <a:off x="4930541" y="1466974"/>
            <a:ext cx="77724" cy="77724"/>
          </a:xfrm>
          <a:prstGeom prst="ellipse">
            <a:avLst/>
          </a:prstGeom>
          <a:solidFill>
            <a:srgbClr val="FFFFFF"/>
          </a:solidFill>
          <a:ln w="17145">
            <a:solidFill>
              <a:srgbClr val="D55E00"/>
            </a:solidFill>
            <a:prstDash val="solid"/>
          </a:ln>
        </p:spPr>
      </p:sp>
      <p:sp>
        <p:nvSpPr>
          <p:cNvPr id="268" name="wildfire_R_52_exact_anchor">
            <a:extLst>
              <a:ext uri="{FF2B5EF4-FFF2-40B4-BE49-F238E27FC236}">
                <ns2:creationId id="{AD123C6C-036D-4793-94FC-9E868B064571}"/>
              </a:ext>
            </a:extLst>
          </p:cNvPr>
          <p:cNvSpPr>
            <a:spLocks noGrp="1"/>
          </p:cNvSpPr>
          <p:nvPr/>
        </p:nvSpPr>
        <p:spPr>
          <a:xfrm>
            <a:off x="4930541" y="1659245"/>
            <a:ext cx="77724" cy="77724"/>
          </a:xfrm>
          <a:prstGeom prst="ellipse">
            <a:avLst/>
          </a:prstGeom>
          <a:solidFill>
            <a:srgbClr val="FFFFFF"/>
          </a:solidFill>
          <a:ln w="17145">
            <a:solidFill>
              <a:srgbClr val="009E73"/>
            </a:solidFill>
            <a:prstDash val="solid"/>
          </a:ln>
        </p:spPr>
      </p:sp>
      <p:pic>
        <p:nvPicPr>
          <p:cNvPr id="269" name="">
            <a:extLst>
              <a:ext uri="{FF2B5EF4-FFF2-40B4-BE49-F238E27FC236}">
                <ns2:creationId id="{272B4CFE-6BB6-421E-A97E-54A2B142E164}"/>
              </a:ext>
            </a:extLst>
          </p:cNvPr>
          <p:cNvPicPr>
            <a:picLocks noChangeAspect="1"/>
          </p:cNvPicPr>
          <p:nvPr/>
        </p:nvPicPr>
        <p:blipFill>
          <a:blip r:embed="rId50004"/>
          <a:stretch/>
        </p:blipFill>
        <p:spPr>
          <a:xfrm>
            <a:off x="7886700" y="1304925"/>
            <a:ext cx="3847338" cy="680085"/>
          </a:xfrm>
          <a:prstGeom prst="rect">
            <a:avLst/>
          </a:prstGeom>
        </p:spPr>
      </p:pic>
      <p:sp>
        <p:nvSpPr>
          <p:cNvPr id="270" name="line_124">
            <a:extLst>
              <a:ext uri="{FF2B5EF4-FFF2-40B4-BE49-F238E27FC236}">
                <ns2:creationId id="{ED67D55B-2A0C-411E-9A44-99C2252B0837}"/>
              </a:ext>
            </a:extLst>
          </p:cNvPr>
          <p:cNvSpPr>
            <a:spLocks noGrp="1"/>
          </p:cNvSpPr>
          <p:nvPr/>
        </p:nvSpPr>
        <p:spPr>
          <a:xfrm>
            <a:off x="9810369" y="1304925"/>
            <a:ext cx="97" cy="680085"/>
          </a:xfrm>
          <a:custGeom>
            <a:pathLst>
              <a:path w="95" h="666750">
                <a:moveTo>
                  <a:pt x="0" y="0"/>
                </a:moveTo>
                <a:lnTo>
                  <a:pt x="0" y="666750"/>
                </a:lnTo>
              </a:path>
            </a:pathLst>
          </a:custGeom>
          <a:noFill/>
          <a:ln w="9525">
            <a:solidFill>
              <a:srgbClr val="263238"/>
            </a:solidFill>
            <a:prstDash val="dash"/>
          </a:ln>
        </p:spPr>
      </p:sp>
      <p:sp>
        <p:nvSpPr>
          <p:cNvPr id="271" name="rect_125">
            <a:extLst>
              <a:ext uri="{FF2B5EF4-FFF2-40B4-BE49-F238E27FC236}">
                <ns2:creationId id="{84286569-BFCE-4409-A330-03E61D649F55}"/>
              </a:ext>
            </a:extLst>
          </p:cNvPr>
          <p:cNvSpPr>
            <a:spLocks noGrp="1"/>
          </p:cNvSpPr>
          <p:nvPr/>
        </p:nvSpPr>
        <p:spPr>
          <a:xfrm>
            <a:off x="7886700" y="1304925"/>
            <a:ext cx="3847338" cy="680085"/>
          </a:xfrm>
          <a:prstGeom prst="rect">
            <a:avLst/>
          </a:prstGeom>
          <a:noFill/>
          <a:ln w="6668">
            <a:solidFill>
              <a:srgbClr val="7B8790"/>
            </a:solidFill>
            <a:prstDash val="solid"/>
          </a:ln>
        </p:spPr>
      </p:sp>
      <p:sp>
        <p:nvSpPr>
          <p:cNvPr id="272" name="text_126">
            <a:extLst>
              <a:ext uri="{FF2B5EF4-FFF2-40B4-BE49-F238E27FC236}">
                <ns2:creationId id="{4350426D-561A-4046-A5D8-B77F93BDB99C}"/>
              </a:ext>
            </a:extLst>
          </p:cNvPr>
          <p:cNvSpPr>
            <a:spLocks noGrp="1"/>
          </p:cNvSpPr>
          <p:nvPr/>
        </p:nvSpPr>
        <p:spPr>
          <a:xfrm>
            <a:off x="7507796" y="1887855"/>
            <a:ext cx="320612" cy="204026"/>
          </a:xfrm>
          <a:prstGeom prst="rect">
            <a:avLst/>
          </a:prstGeom>
          <a:noFill/>
          <a:ln w="0">
            <a:noFill/>
            <a:prstDash val="solid"/>
          </a:ln>
        </p:spPr>
        <p:txBody>
          <a:bodyPr wrap="none" lIns="0" tIns="0" rIns="0" bIns="0" anchor="t">
            <a:noAutofit/>
          </a:bodyPr>
          <a:lstStyle>
            <a:defPPr algn="r">
              <a:defRPr sz="1125" b="0">
                <a:solidFill>
                  <a:srgbClr val="000000"/>
                </a:solidFill>
                <a:latin typeface="Arial"/>
                <a:ea typeface="Arial"/>
                <a:cs typeface="Arial"/>
              </a:defRPr>
            </a:defPPr>
            <a:lvl1pPr algn="r">
              <a:defRPr sz="1125" b="0">
                <a:solidFill>
                  <a:srgbClr val="000000"/>
                </a:solidFill>
                <a:latin typeface="Arial"/>
                <a:ea typeface="Arial"/>
                <a:cs typeface="Arial"/>
              </a:defRPr>
            </a:lvl1pPr>
            <a:lvl2pPr algn="r">
              <a:defRPr sz="1125" b="0">
                <a:solidFill>
                  <a:srgbClr val="000000"/>
                </a:solidFill>
                <a:latin typeface="Arial"/>
                <a:ea typeface="Arial"/>
                <a:cs typeface="Arial"/>
              </a:defRPr>
            </a:lvl2pPr>
            <a:lvl3pPr algn="r">
              <a:defRPr sz="1125" b="0">
                <a:solidFill>
                  <a:srgbClr val="000000"/>
                </a:solidFill>
                <a:latin typeface="Arial"/>
                <a:ea typeface="Arial"/>
                <a:cs typeface="Arial"/>
              </a:defRPr>
            </a:lvl3pPr>
            <a:lvl4pPr algn="r">
              <a:defRPr sz="1125" b="0">
                <a:solidFill>
                  <a:srgbClr val="000000"/>
                </a:solidFill>
                <a:latin typeface="Arial"/>
                <a:ea typeface="Arial"/>
                <a:cs typeface="Arial"/>
              </a:defRPr>
            </a:lvl4pPr>
            <a:lvl5pPr algn="r">
              <a:defRPr sz="1125" b="0">
                <a:solidFill>
                  <a:srgbClr val="000000"/>
                </a:solidFill>
                <a:latin typeface="Arial"/>
                <a:ea typeface="Arial"/>
                <a:cs typeface="Arial"/>
              </a:defRPr>
            </a:lvl5pPr>
            <a:lvl6pPr algn="r">
              <a:defRPr sz="1125" b="0">
                <a:solidFill>
                  <a:srgbClr val="000000"/>
                </a:solidFill>
                <a:latin typeface="Arial"/>
                <a:ea typeface="Arial"/>
                <a:cs typeface="Arial"/>
              </a:defRPr>
            </a:lvl6pPr>
            <a:lvl7pPr algn="r">
              <a:defRPr sz="1125" b="0">
                <a:solidFill>
                  <a:srgbClr val="000000"/>
                </a:solidFill>
                <a:latin typeface="Arial"/>
                <a:ea typeface="Arial"/>
                <a:cs typeface="Arial"/>
              </a:defRPr>
            </a:lvl7pPr>
            <a:lvl8pPr algn="r">
              <a:defRPr sz="1125" b="0">
                <a:solidFill>
                  <a:srgbClr val="000000"/>
                </a:solidFill>
                <a:latin typeface="Arial"/>
                <a:ea typeface="Arial"/>
                <a:cs typeface="Arial"/>
              </a:defRPr>
            </a:lvl8pPr>
            <a:lvl9pPr algn="r">
              <a:defRPr sz="1125" b="0">
                <a:solidFill>
                  <a:srgbClr val="000000"/>
                </a:solidFill>
                <a:latin typeface="Arial"/>
                <a:ea typeface="Arial"/>
                <a:cs typeface="Arial"/>
              </a:defRPr>
            </a:lvl9pPr>
          </a:lstStyle>
          <a:p>
            <a:pPr algn="r">
              <a:defRPr sz="1125" b="0">
                <a:solidFill>
                  <a:srgbClr val="000000"/>
                </a:solidFill>
                <a:latin typeface="Arial"/>
                <a:ea typeface="Arial"/>
                <a:cs typeface="Arial"/>
              </a:defRPr>
            </a:pPr>
            <a:r>
              <a:rPr sz="1125" b="0">
                <a:solidFill>
                  <a:srgbClr val="000000"/>
                </a:solidFill>
                <a:latin typeface="Arial"/>
                <a:ea typeface="Arial"/>
                <a:cs typeface="Arial"/>
              </a:rPr>
              <a:t>0.10</a:t>
            </a:r>
          </a:p>
        </p:txBody>
      </p:sp>
      <p:sp>
        <p:nvSpPr>
          <p:cNvPr id="273" name="text_127">
            <a:extLst>
              <a:ext uri="{FF2B5EF4-FFF2-40B4-BE49-F238E27FC236}">
                <ns2:creationId id="{962C16BB-24CB-49E6-AB16-4E03C4252D0E}"/>
              </a:ext>
            </a:extLst>
          </p:cNvPr>
          <p:cNvSpPr>
            <a:spLocks noGrp="1"/>
          </p:cNvSpPr>
          <p:nvPr/>
        </p:nvSpPr>
        <p:spPr>
          <a:xfrm>
            <a:off x="7507796" y="1207770"/>
            <a:ext cx="320612" cy="204026"/>
          </a:xfrm>
          <a:prstGeom prst="rect">
            <a:avLst/>
          </a:prstGeom>
          <a:noFill/>
          <a:ln w="0">
            <a:noFill/>
            <a:prstDash val="solid"/>
          </a:ln>
        </p:spPr>
        <p:txBody>
          <a:bodyPr wrap="none" lIns="0" tIns="0" rIns="0" bIns="0" anchor="t">
            <a:noAutofit/>
          </a:bodyPr>
          <a:lstStyle>
            <a:defPPr algn="r">
              <a:defRPr sz="1125" b="0">
                <a:solidFill>
                  <a:srgbClr val="000000"/>
                </a:solidFill>
                <a:latin typeface="Arial"/>
                <a:ea typeface="Arial"/>
                <a:cs typeface="Arial"/>
              </a:defRPr>
            </a:defPPr>
            <a:lvl1pPr algn="r">
              <a:defRPr sz="1125" b="0">
                <a:solidFill>
                  <a:srgbClr val="000000"/>
                </a:solidFill>
                <a:latin typeface="Arial"/>
                <a:ea typeface="Arial"/>
                <a:cs typeface="Arial"/>
              </a:defRPr>
            </a:lvl1pPr>
            <a:lvl2pPr algn="r">
              <a:defRPr sz="1125" b="0">
                <a:solidFill>
                  <a:srgbClr val="000000"/>
                </a:solidFill>
                <a:latin typeface="Arial"/>
                <a:ea typeface="Arial"/>
                <a:cs typeface="Arial"/>
              </a:defRPr>
            </a:lvl2pPr>
            <a:lvl3pPr algn="r">
              <a:defRPr sz="1125" b="0">
                <a:solidFill>
                  <a:srgbClr val="000000"/>
                </a:solidFill>
                <a:latin typeface="Arial"/>
                <a:ea typeface="Arial"/>
                <a:cs typeface="Arial"/>
              </a:defRPr>
            </a:lvl3pPr>
            <a:lvl4pPr algn="r">
              <a:defRPr sz="1125" b="0">
                <a:solidFill>
                  <a:srgbClr val="000000"/>
                </a:solidFill>
                <a:latin typeface="Arial"/>
                <a:ea typeface="Arial"/>
                <a:cs typeface="Arial"/>
              </a:defRPr>
            </a:lvl4pPr>
            <a:lvl5pPr algn="r">
              <a:defRPr sz="1125" b="0">
                <a:solidFill>
                  <a:srgbClr val="000000"/>
                </a:solidFill>
                <a:latin typeface="Arial"/>
                <a:ea typeface="Arial"/>
                <a:cs typeface="Arial"/>
              </a:defRPr>
            </a:lvl5pPr>
            <a:lvl6pPr algn="r">
              <a:defRPr sz="1125" b="0">
                <a:solidFill>
                  <a:srgbClr val="000000"/>
                </a:solidFill>
                <a:latin typeface="Arial"/>
                <a:ea typeface="Arial"/>
                <a:cs typeface="Arial"/>
              </a:defRPr>
            </a:lvl6pPr>
            <a:lvl7pPr algn="r">
              <a:defRPr sz="1125" b="0">
                <a:solidFill>
                  <a:srgbClr val="000000"/>
                </a:solidFill>
                <a:latin typeface="Arial"/>
                <a:ea typeface="Arial"/>
                <a:cs typeface="Arial"/>
              </a:defRPr>
            </a:lvl7pPr>
            <a:lvl8pPr algn="r">
              <a:defRPr sz="1125" b="0">
                <a:solidFill>
                  <a:srgbClr val="000000"/>
                </a:solidFill>
                <a:latin typeface="Arial"/>
                <a:ea typeface="Arial"/>
                <a:cs typeface="Arial"/>
              </a:defRPr>
            </a:lvl8pPr>
            <a:lvl9pPr algn="r">
              <a:defRPr sz="1125" b="0">
                <a:solidFill>
                  <a:srgbClr val="000000"/>
                </a:solidFill>
                <a:latin typeface="Arial"/>
                <a:ea typeface="Arial"/>
                <a:cs typeface="Arial"/>
              </a:defRPr>
            </a:lvl9pPr>
          </a:lstStyle>
          <a:p>
            <a:pPr algn="r">
              <a:defRPr sz="1125" b="0">
                <a:solidFill>
                  <a:srgbClr val="000000"/>
                </a:solidFill>
                <a:latin typeface="Arial"/>
                <a:ea typeface="Arial"/>
                <a:cs typeface="Arial"/>
              </a:defRPr>
            </a:pPr>
            <a:r>
              <a:rPr sz="1125" b="0">
                <a:solidFill>
                  <a:srgbClr val="000000"/>
                </a:solidFill>
                <a:latin typeface="Arial"/>
                <a:ea typeface="Arial"/>
                <a:cs typeface="Arial"/>
              </a:rPr>
              <a:t>0.76</a:t>
            </a:r>
          </a:p>
        </p:txBody>
      </p:sp>
      <p:sp>
        <p:nvSpPr>
          <p:cNvPr id="274" name="text_128">
            <a:extLst>
              <a:ext uri="{FF2B5EF4-FFF2-40B4-BE49-F238E27FC236}">
                <ns2:creationId id="{DBCA3741-658D-44E6-834B-64C95F369A1C}"/>
              </a:ext>
            </a:extLst>
          </p:cNvPr>
          <p:cNvSpPr>
            <a:spLocks noGrp="1"/>
          </p:cNvSpPr>
          <p:nvPr/>
        </p:nvSpPr>
        <p:spPr>
          <a:xfrm>
            <a:off x="7867269" y="2014156"/>
            <a:ext cx="388620" cy="213741"/>
          </a:xfrm>
          <a:prstGeom prst="rect">
            <a:avLst/>
          </a:prstGeom>
          <a:noFill/>
          <a:ln w="0">
            <a:noFill/>
            <a:prstDash val="solid"/>
          </a:ln>
        </p:spPr>
        <p:txBody>
          <a:bodyPr wrap="none" lIns="0" tIns="0" rIns="0" bIns="0" anchor="t">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13</a:t>
            </a:r>
          </a:p>
        </p:txBody>
      </p:sp>
      <p:sp>
        <p:nvSpPr>
          <p:cNvPr id="275" name="text_129">
            <a:extLst>
              <a:ext uri="{FF2B5EF4-FFF2-40B4-BE49-F238E27FC236}">
                <ns2:creationId id="{75D1CC35-BDCB-40BD-8485-2E55E578E600}"/>
              </a:ext>
            </a:extLst>
          </p:cNvPr>
          <p:cNvSpPr>
            <a:spLocks noGrp="1"/>
          </p:cNvSpPr>
          <p:nvPr/>
        </p:nvSpPr>
        <p:spPr>
          <a:xfrm>
            <a:off x="11364849" y="2014156"/>
            <a:ext cx="388620" cy="213741"/>
          </a:xfrm>
          <a:prstGeom prst="rect">
            <a:avLst/>
          </a:prstGeom>
          <a:noFill/>
          <a:ln w="0">
            <a:noFill/>
            <a:prstDash val="solid"/>
          </a:ln>
        </p:spPr>
        <p:txBody>
          <a:bodyPr wrap="none" lIns="0" tIns="0" rIns="0" bIns="0" anchor="t">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23</a:t>
            </a:r>
          </a:p>
        </p:txBody>
      </p:sp>
      <p:sp>
        <p:nvSpPr>
          <p:cNvPr id="276" name="path_130">
            <a:extLst>
              <a:ext uri="{FF2B5EF4-FFF2-40B4-BE49-F238E27FC236}">
                <ns2:creationId id="{2437DCA4-B46D-41C4-AB22-88306C97A440}"/>
              </a:ext>
            </a:extLst>
          </p:cNvPr>
          <p:cNvSpPr>
            <a:spLocks noGrp="1"/>
          </p:cNvSpPr>
          <p:nvPr/>
        </p:nvSpPr>
        <p:spPr>
          <a:xfrm>
            <a:off x="8061579" y="1836546"/>
            <a:ext cx="3497580" cy="97070"/>
          </a:xfrm>
          <a:custGeom>
            <a:pathLst>
              <a:path w="3429000" h="95167">
                <a:moveTo>
                  <a:pt x="0" y="80081"/>
                </a:moveTo>
                <a:lnTo>
                  <a:pt x="342900" y="79256"/>
                </a:lnTo>
                <a:lnTo>
                  <a:pt x="685800" y="77132"/>
                </a:lnTo>
                <a:lnTo>
                  <a:pt x="1028700" y="64077"/>
                </a:lnTo>
                <a:lnTo>
                  <a:pt x="1371600" y="14067"/>
                </a:lnTo>
                <a:lnTo>
                  <a:pt x="1714500" y="75076"/>
                </a:lnTo>
                <a:lnTo>
                  <a:pt x="2057400" y="0"/>
                </a:lnTo>
                <a:lnTo>
                  <a:pt x="2400300" y="54976"/>
                </a:lnTo>
                <a:lnTo>
                  <a:pt x="2743200" y="95167"/>
                </a:lnTo>
                <a:lnTo>
                  <a:pt x="3086100" y="57630"/>
                </a:lnTo>
                <a:lnTo>
                  <a:pt x="3429000" y="73040"/>
                </a:lnTo>
              </a:path>
            </a:pathLst>
          </a:custGeom>
          <a:noFill/>
          <a:ln w="28575">
            <a:solidFill>
              <a:srgbClr val="FFFFFF"/>
            </a:solidFill>
            <a:prstDash val="solid"/>
          </a:ln>
        </p:spPr>
      </p:sp>
      <p:sp>
        <p:nvSpPr>
          <p:cNvPr id="277" name="wildfire_R_track_3_trace">
            <a:extLst>
              <a:ext uri="{FF2B5EF4-FFF2-40B4-BE49-F238E27FC236}">
                <ns2:creationId id="{63A87208-0D83-41C1-B07C-09167A55F326}"/>
              </a:ext>
            </a:extLst>
          </p:cNvPr>
          <p:cNvSpPr>
            <a:spLocks noGrp="1"/>
          </p:cNvSpPr>
          <p:nvPr/>
        </p:nvSpPr>
        <p:spPr>
          <a:xfrm>
            <a:off x="8061579" y="1836546"/>
            <a:ext cx="3497580" cy="97070"/>
          </a:xfrm>
          <a:custGeom>
            <a:pathLst>
              <a:path w="3429000" h="95167">
                <a:moveTo>
                  <a:pt x="0" y="80081"/>
                </a:moveTo>
                <a:lnTo>
                  <a:pt x="342900" y="79256"/>
                </a:lnTo>
                <a:lnTo>
                  <a:pt x="685800" y="77132"/>
                </a:lnTo>
                <a:lnTo>
                  <a:pt x="1028700" y="64077"/>
                </a:lnTo>
                <a:lnTo>
                  <a:pt x="1371600" y="14067"/>
                </a:lnTo>
                <a:lnTo>
                  <a:pt x="1714500" y="75076"/>
                </a:lnTo>
                <a:lnTo>
                  <a:pt x="2057400" y="0"/>
                </a:lnTo>
                <a:lnTo>
                  <a:pt x="2400300" y="54976"/>
                </a:lnTo>
                <a:lnTo>
                  <a:pt x="2743200" y="95167"/>
                </a:lnTo>
                <a:lnTo>
                  <a:pt x="3086100" y="57630"/>
                </a:lnTo>
                <a:lnTo>
                  <a:pt x="3429000" y="73040"/>
                </a:lnTo>
              </a:path>
            </a:pathLst>
          </a:custGeom>
          <a:noFill/>
          <a:ln w="17145">
            <a:solidFill>
              <a:srgbClr val="0072B2"/>
            </a:solidFill>
            <a:prstDash val="solid"/>
          </a:ln>
        </p:spPr>
      </p:sp>
      <p:sp>
        <p:nvSpPr>
          <p:cNvPr id="278" name="wildfire_R_true_reference_3">
            <a:extLst>
              <a:ext uri="{FF2B5EF4-FFF2-40B4-BE49-F238E27FC236}">
                <ns2:creationId id="{558FDCE0-E5EA-4EA8-9FD1-A083FFBB98EF}"/>
              </a:ext>
            </a:extLst>
          </p:cNvPr>
          <p:cNvSpPr>
            <a:spLocks noGrp="1"/>
          </p:cNvSpPr>
          <p:nvPr/>
        </p:nvSpPr>
        <p:spPr>
          <a:xfrm>
            <a:off x="8061579" y="1826943"/>
            <a:ext cx="3497580" cy="100791"/>
          </a:xfrm>
          <a:custGeom>
            <a:pathLst>
              <a:path w="3429000" h="98815">
                <a:moveTo>
                  <a:pt x="0" y="81541"/>
                </a:moveTo>
                <a:lnTo>
                  <a:pt x="342900" y="82231"/>
                </a:lnTo>
                <a:lnTo>
                  <a:pt x="685800" y="81541"/>
                </a:lnTo>
                <a:lnTo>
                  <a:pt x="1028700" y="65647"/>
                </a:lnTo>
                <a:lnTo>
                  <a:pt x="1371600" y="73249"/>
                </a:lnTo>
                <a:lnTo>
                  <a:pt x="1714500" y="81541"/>
                </a:lnTo>
                <a:lnTo>
                  <a:pt x="2057400" y="0"/>
                </a:lnTo>
                <a:lnTo>
                  <a:pt x="2400300" y="58045"/>
                </a:lnTo>
                <a:lnTo>
                  <a:pt x="2743200" y="98815"/>
                </a:lnTo>
                <a:lnTo>
                  <a:pt x="3086100" y="66337"/>
                </a:lnTo>
                <a:lnTo>
                  <a:pt x="3429000" y="74629"/>
                </a:lnTo>
              </a:path>
            </a:pathLst>
          </a:custGeom>
          <a:noFill/>
          <a:ln w="9525">
            <a:solidFill>
              <a:srgbClr val="0072B2"/>
            </a:solidFill>
            <a:prstDash val="dash"/>
          </a:ln>
        </p:spPr>
      </p:sp>
      <p:sp>
        <p:nvSpPr>
          <p:cNvPr id="279" name="wildfire_R_3_exact_anchor">
            <a:extLst>
              <a:ext uri="{FF2B5EF4-FFF2-40B4-BE49-F238E27FC236}">
                <ns2:creationId id="{16171DBC-ACB0-4072-BA1F-FE610FA38706}"/>
              </a:ext>
            </a:extLst>
          </p:cNvPr>
          <p:cNvSpPr>
            <a:spLocks noGrp="1"/>
          </p:cNvSpPr>
          <p:nvPr/>
        </p:nvSpPr>
        <p:spPr>
          <a:xfrm>
            <a:off x="9771507" y="1874260"/>
            <a:ext cx="77724" cy="77724"/>
          </a:xfrm>
          <a:prstGeom prst="ellipse">
            <a:avLst/>
          </a:prstGeom>
          <a:solidFill>
            <a:srgbClr val="FFFFFF"/>
          </a:solidFill>
          <a:ln w="17145">
            <a:solidFill>
              <a:srgbClr val="0072B2"/>
            </a:solidFill>
            <a:prstDash val="solid"/>
          </a:ln>
        </p:spPr>
      </p:sp>
      <p:sp>
        <p:nvSpPr>
          <p:cNvPr id="280" name="path_136">
            <a:extLst>
              <a:ext uri="{FF2B5EF4-FFF2-40B4-BE49-F238E27FC236}">
                <ns2:creationId id="{D8E4015F-E51F-4E2E-8D89-F37DAFD74330}"/>
              </a:ext>
            </a:extLst>
          </p:cNvPr>
          <p:cNvSpPr>
            <a:spLocks noGrp="1"/>
          </p:cNvSpPr>
          <p:nvPr/>
        </p:nvSpPr>
        <p:spPr>
          <a:xfrm>
            <a:off x="9110853" y="1356070"/>
            <a:ext cx="2448306" cy="32366"/>
          </a:xfrm>
          <a:custGeom>
            <a:pathLst>
              <a:path w="2400300" h="31731">
                <a:moveTo>
                  <a:pt x="0" y="18754"/>
                </a:moveTo>
                <a:lnTo>
                  <a:pt x="342900" y="0"/>
                </a:lnTo>
                <a:lnTo>
                  <a:pt x="685800" y="6958"/>
                </a:lnTo>
                <a:lnTo>
                  <a:pt x="1028700" y="17558"/>
                </a:lnTo>
                <a:lnTo>
                  <a:pt x="1371600" y="31731"/>
                </a:lnTo>
                <a:lnTo>
                  <a:pt x="1714500" y="18628"/>
                </a:lnTo>
                <a:lnTo>
                  <a:pt x="2057400" y="28675"/>
                </a:lnTo>
                <a:lnTo>
                  <a:pt x="2400300" y="27525"/>
                </a:lnTo>
              </a:path>
            </a:pathLst>
          </a:custGeom>
          <a:noFill/>
          <a:ln w="28575">
            <a:solidFill>
              <a:srgbClr val="FFFFFF"/>
            </a:solidFill>
            <a:prstDash val="solid"/>
          </a:ln>
        </p:spPr>
      </p:sp>
      <p:sp>
        <p:nvSpPr>
          <p:cNvPr id="281" name="wildfire_R_track_48_trace">
            <a:extLst>
              <a:ext uri="{FF2B5EF4-FFF2-40B4-BE49-F238E27FC236}">
                <ns2:creationId id="{6F21D3A1-174B-42DD-8E8E-5296C41AF103}"/>
              </a:ext>
            </a:extLst>
          </p:cNvPr>
          <p:cNvSpPr>
            <a:spLocks noGrp="1"/>
          </p:cNvSpPr>
          <p:nvPr/>
        </p:nvSpPr>
        <p:spPr>
          <a:xfrm>
            <a:off x="9110853" y="1356070"/>
            <a:ext cx="2448306" cy="32366"/>
          </a:xfrm>
          <a:custGeom>
            <a:pathLst>
              <a:path w="2400300" h="31731">
                <a:moveTo>
                  <a:pt x="0" y="18754"/>
                </a:moveTo>
                <a:lnTo>
                  <a:pt x="342900" y="0"/>
                </a:lnTo>
                <a:lnTo>
                  <a:pt x="685800" y="6958"/>
                </a:lnTo>
                <a:lnTo>
                  <a:pt x="1028700" y="17558"/>
                </a:lnTo>
                <a:lnTo>
                  <a:pt x="1371600" y="31731"/>
                </a:lnTo>
                <a:lnTo>
                  <a:pt x="1714500" y="18628"/>
                </a:lnTo>
                <a:lnTo>
                  <a:pt x="2057400" y="28675"/>
                </a:lnTo>
                <a:lnTo>
                  <a:pt x="2400300" y="27525"/>
                </a:lnTo>
              </a:path>
            </a:pathLst>
          </a:custGeom>
          <a:noFill/>
          <a:ln w="17145">
            <a:solidFill>
              <a:srgbClr val="D55E00"/>
            </a:solidFill>
            <a:prstDash val="solid"/>
          </a:ln>
        </p:spPr>
      </p:sp>
      <p:sp>
        <p:nvSpPr>
          <p:cNvPr id="282" name="wildfire_R_true_reference_48">
            <a:extLst>
              <a:ext uri="{FF2B5EF4-FFF2-40B4-BE49-F238E27FC236}">
                <ns2:creationId id="{E7C0088A-BEB6-4F1B-BB6B-A280F57ACA53}"/>
              </a:ext>
            </a:extLst>
          </p:cNvPr>
          <p:cNvSpPr>
            <a:spLocks noGrp="1"/>
          </p:cNvSpPr>
          <p:nvPr/>
        </p:nvSpPr>
        <p:spPr>
          <a:xfrm>
            <a:off x="9110853" y="1383582"/>
            <a:ext cx="2448306" cy="8458"/>
          </a:xfrm>
          <a:custGeom>
            <a:pathLst>
              <a:path w="2400300" h="8292">
                <a:moveTo>
                  <a:pt x="0" y="0"/>
                </a:moveTo>
                <a:lnTo>
                  <a:pt x="342900" y="0"/>
                </a:lnTo>
                <a:lnTo>
                  <a:pt x="685800" y="0"/>
                </a:lnTo>
                <a:lnTo>
                  <a:pt x="1028700" y="0"/>
                </a:lnTo>
                <a:lnTo>
                  <a:pt x="1371600" y="8292"/>
                </a:lnTo>
                <a:lnTo>
                  <a:pt x="1714500" y="0"/>
                </a:lnTo>
                <a:lnTo>
                  <a:pt x="2057400" y="0"/>
                </a:lnTo>
                <a:lnTo>
                  <a:pt x="2400300" y="0"/>
                </a:lnTo>
              </a:path>
            </a:pathLst>
          </a:custGeom>
          <a:noFill/>
          <a:ln w="9525">
            <a:solidFill>
              <a:srgbClr val="D55E00"/>
            </a:solidFill>
            <a:prstDash val="dash"/>
          </a:ln>
        </p:spPr>
      </p:sp>
      <p:sp>
        <p:nvSpPr>
          <p:cNvPr id="283" name="wildfire_R_48_exact_anchor">
            <a:extLst>
              <a:ext uri="{FF2B5EF4-FFF2-40B4-BE49-F238E27FC236}">
                <ns2:creationId id="{868D62A8-2F70-437D-84C4-42F3389847B1}"/>
              </a:ext>
            </a:extLst>
          </p:cNvPr>
          <p:cNvSpPr>
            <a:spLocks noGrp="1"/>
          </p:cNvSpPr>
          <p:nvPr/>
        </p:nvSpPr>
        <p:spPr>
          <a:xfrm>
            <a:off x="9771507" y="1324305"/>
            <a:ext cx="77724" cy="77724"/>
          </a:xfrm>
          <a:prstGeom prst="ellipse">
            <a:avLst/>
          </a:prstGeom>
          <a:solidFill>
            <a:srgbClr val="FFFFFF"/>
          </a:solidFill>
          <a:ln w="17145">
            <a:solidFill>
              <a:srgbClr val="D55E00"/>
            </a:solidFill>
            <a:prstDash val="solid"/>
          </a:ln>
        </p:spPr>
      </p:sp>
      <p:sp>
        <p:nvSpPr>
          <p:cNvPr id="284" name="path_142">
            <a:extLst>
              <a:ext uri="{FF2B5EF4-FFF2-40B4-BE49-F238E27FC236}">
                <ns2:creationId id="{78178995-D39E-456F-97D0-35D9B1A45575}"/>
              </a:ext>
            </a:extLst>
          </p:cNvPr>
          <p:cNvSpPr>
            <a:spLocks noGrp="1"/>
          </p:cNvSpPr>
          <p:nvPr/>
        </p:nvSpPr>
        <p:spPr>
          <a:xfrm>
            <a:off x="9460611" y="1604961"/>
            <a:ext cx="699516" cy="60270"/>
          </a:xfrm>
          <a:custGeom>
            <a:pathLst>
              <a:path w="685800" h="59088">
                <a:moveTo>
                  <a:pt x="0" y="0"/>
                </a:moveTo>
                <a:lnTo>
                  <a:pt x="342900" y="46045"/>
                </a:lnTo>
                <a:lnTo>
                  <a:pt x="685800" y="59088"/>
                </a:lnTo>
              </a:path>
            </a:pathLst>
          </a:custGeom>
          <a:noFill/>
          <a:ln w="28575">
            <a:solidFill>
              <a:srgbClr val="FFFFFF"/>
            </a:solidFill>
            <a:prstDash val="solid"/>
          </a:ln>
        </p:spPr>
      </p:sp>
      <p:sp>
        <p:nvSpPr>
          <p:cNvPr id="285" name="wildfire_R_track_52_trace">
            <a:extLst>
              <a:ext uri="{FF2B5EF4-FFF2-40B4-BE49-F238E27FC236}">
                <ns2:creationId id="{A45B6052-8983-4BB1-AAF9-50F6A2425429}"/>
              </a:ext>
            </a:extLst>
          </p:cNvPr>
          <p:cNvSpPr>
            <a:spLocks noGrp="1"/>
          </p:cNvSpPr>
          <p:nvPr/>
        </p:nvSpPr>
        <p:spPr>
          <a:xfrm>
            <a:off x="9460611" y="1604961"/>
            <a:ext cx="699516" cy="60270"/>
          </a:xfrm>
          <a:custGeom>
            <a:pathLst>
              <a:path w="685800" h="59088">
                <a:moveTo>
                  <a:pt x="0" y="0"/>
                </a:moveTo>
                <a:lnTo>
                  <a:pt x="342900" y="46045"/>
                </a:lnTo>
                <a:lnTo>
                  <a:pt x="685800" y="59088"/>
                </a:lnTo>
              </a:path>
            </a:pathLst>
          </a:custGeom>
          <a:noFill/>
          <a:ln w="17145">
            <a:solidFill>
              <a:srgbClr val="009E73"/>
            </a:solidFill>
            <a:prstDash val="solid"/>
          </a:ln>
        </p:spPr>
      </p:sp>
      <p:sp>
        <p:nvSpPr>
          <p:cNvPr id="286" name="wildfire_R_true_reference_52">
            <a:extLst>
              <a:ext uri="{FF2B5EF4-FFF2-40B4-BE49-F238E27FC236}">
                <ns2:creationId id="{808D67F4-D9A2-4A2D-A4A7-DAD5C9F20EE2}"/>
              </a:ext>
            </a:extLst>
          </p:cNvPr>
          <p:cNvSpPr>
            <a:spLocks noGrp="1"/>
          </p:cNvSpPr>
          <p:nvPr/>
        </p:nvSpPr>
        <p:spPr>
          <a:xfrm>
            <a:off x="9460611" y="1655628"/>
            <a:ext cx="699516" cy="97"/>
          </a:xfrm>
          <a:custGeom>
            <a:pathLst>
              <a:path w="685800" h="95">
                <a:moveTo>
                  <a:pt x="0" y="0"/>
                </a:moveTo>
                <a:lnTo>
                  <a:pt x="342900" y="0"/>
                </a:lnTo>
                <a:lnTo>
                  <a:pt x="685800" y="0"/>
                </a:lnTo>
              </a:path>
            </a:pathLst>
          </a:custGeom>
          <a:noFill/>
          <a:ln w="9525">
            <a:solidFill>
              <a:srgbClr val="009E73"/>
            </a:solidFill>
            <a:prstDash val="dash"/>
          </a:ln>
        </p:spPr>
      </p:sp>
      <p:sp>
        <p:nvSpPr>
          <p:cNvPr id="287" name="wildfire_R_52_exact_anchor">
            <a:extLst>
              <a:ext uri="{FF2B5EF4-FFF2-40B4-BE49-F238E27FC236}">
                <ns2:creationId id="{74D189A4-1401-40A3-8A18-F7C6A7A01DEE}"/>
              </a:ext>
            </a:extLst>
          </p:cNvPr>
          <p:cNvSpPr>
            <a:spLocks noGrp="1"/>
          </p:cNvSpPr>
          <p:nvPr/>
        </p:nvSpPr>
        <p:spPr>
          <a:xfrm>
            <a:off x="9771507" y="1613065"/>
            <a:ext cx="77724" cy="77724"/>
          </a:xfrm>
          <a:prstGeom prst="ellipse">
            <a:avLst/>
          </a:prstGeom>
          <a:solidFill>
            <a:srgbClr val="FFFFFF"/>
          </a:solidFill>
          <a:ln w="17145">
            <a:solidFill>
              <a:srgbClr val="009E73"/>
            </a:solidFill>
            <a:prstDash val="solid"/>
          </a:ln>
        </p:spPr>
      </p:sp>
      <p:sp>
        <p:nvSpPr>
          <p:cNvPr id="288" name="rect_148">
            <a:extLst>
              <a:ext uri="{FF2B5EF4-FFF2-40B4-BE49-F238E27FC236}">
                <ns2:creationId id="{F30F036B-0B07-4EF2-8605-51B6025B4164}"/>
              </a:ext>
            </a:extLst>
          </p:cNvPr>
          <p:cNvSpPr>
            <a:spLocks noGrp="1"/>
          </p:cNvSpPr>
          <p:nvPr/>
        </p:nvSpPr>
        <p:spPr>
          <a:xfrm>
            <a:off x="3868636" y="1304925"/>
            <a:ext cx="2201532" cy="680085"/>
          </a:xfrm>
          <a:prstGeom prst="rect">
            <a:avLst/>
          </a:prstGeom>
          <a:noFill/>
          <a:ln w="11430">
            <a:solidFill>
              <a:srgbClr val="263238"/>
            </a:solidFill>
            <a:prstDash val="solid"/>
          </a:ln>
        </p:spPr>
      </p:sp>
      <p:sp>
        <p:nvSpPr>
          <p:cNvPr id="289" name="P A endpoint leader">
            <a:extLst>
              <a:ext uri="{FF2B5EF4-FFF2-40B4-BE49-F238E27FC236}">
                <ns2:creationId id="{BC5352A1-D420-4B95-A62D-4E5C612B2C2E}"/>
              </a:ext>
            </a:extLst>
          </p:cNvPr>
          <p:cNvSpPr>
            <a:spLocks noGrp="1"/>
          </p:cNvSpPr>
          <p:nvPr/>
        </p:nvSpPr>
        <p:spPr>
          <a:xfrm>
            <a:off x="11588305" y="1017970"/>
            <a:ext cx="204026" cy="97"/>
          </a:xfrm>
          <a:custGeom>
            <a:pathLst>
              <a:path w="200025" h="95">
                <a:moveTo>
                  <a:pt x="0" y="0"/>
                </a:moveTo>
                <a:lnTo>
                  <a:pt x="200025" y="0"/>
                </a:lnTo>
              </a:path>
            </a:pathLst>
          </a:custGeom>
          <a:noFill/>
          <a:ln w="8573">
            <a:solidFill>
              <a:srgbClr val="0072B2"/>
            </a:solidFill>
          </a:ln>
        </p:spPr>
      </p:sp>
      <p:sp>
        <p:nvSpPr>
          <p:cNvPr id="290" name="A">
            <a:extLst>
              <a:ext uri="{FF2B5EF4-FFF2-40B4-BE49-F238E27FC236}">
                <ns2:creationId id="{0C52274B-C778-485C-B07C-F5652F4FDE82}"/>
              </a:ext>
            </a:extLst>
          </p:cNvPr>
          <p:cNvSpPr>
            <a:spLocks noGrp="1"/>
          </p:cNvSpPr>
          <p:nvPr/>
        </p:nvSpPr>
        <p:spPr>
          <a:xfrm>
            <a:off x="11821478" y="911100"/>
            <a:ext cx="252603" cy="213741"/>
          </a:xfrm>
          <a:prstGeom prst="rect">
            <a:avLst/>
          </a:prstGeom>
          <a:noFill/>
          <a:ln w="0">
            <a:noFill/>
          </a:ln>
        </p:spPr>
        <p:txBody>
          <a:bodyPr wrap="none" lIns="0" tIns="0" rIns="0" bIns="0" anchor="ctr">
            <a:noAutofit/>
          </a:bodyPr>
          <a:lstStyle>
            <a:defPPr algn="l">
              <a:defRPr sz="1275" b="1">
                <a:solidFill>
                  <a:srgbClr val="0072B2"/>
                </a:solidFill>
                <a:latin typeface="Arial"/>
                <a:ea typeface="Arial"/>
                <a:cs typeface="Arial"/>
              </a:defRPr>
            </a:defPPr>
            <a:lvl1pPr algn="l">
              <a:defRPr sz="1275" b="1">
                <a:solidFill>
                  <a:srgbClr val="0072B2"/>
                </a:solidFill>
                <a:latin typeface="Arial"/>
                <a:ea typeface="Arial"/>
                <a:cs typeface="Arial"/>
              </a:defRPr>
            </a:lvl1pPr>
            <a:lvl2pPr algn="l">
              <a:defRPr sz="1275" b="1">
                <a:solidFill>
                  <a:srgbClr val="0072B2"/>
                </a:solidFill>
                <a:latin typeface="Arial"/>
                <a:ea typeface="Arial"/>
                <a:cs typeface="Arial"/>
              </a:defRPr>
            </a:lvl2pPr>
            <a:lvl3pPr algn="l">
              <a:defRPr sz="1275" b="1">
                <a:solidFill>
                  <a:srgbClr val="0072B2"/>
                </a:solidFill>
                <a:latin typeface="Arial"/>
                <a:ea typeface="Arial"/>
                <a:cs typeface="Arial"/>
              </a:defRPr>
            </a:lvl3pPr>
            <a:lvl4pPr algn="l">
              <a:defRPr sz="1275" b="1">
                <a:solidFill>
                  <a:srgbClr val="0072B2"/>
                </a:solidFill>
                <a:latin typeface="Arial"/>
                <a:ea typeface="Arial"/>
                <a:cs typeface="Arial"/>
              </a:defRPr>
            </a:lvl4pPr>
            <a:lvl5pPr algn="l">
              <a:defRPr sz="1275" b="1">
                <a:solidFill>
                  <a:srgbClr val="0072B2"/>
                </a:solidFill>
                <a:latin typeface="Arial"/>
                <a:ea typeface="Arial"/>
                <a:cs typeface="Arial"/>
              </a:defRPr>
            </a:lvl5pPr>
            <a:lvl6pPr algn="l">
              <a:defRPr sz="1275" b="1">
                <a:solidFill>
                  <a:srgbClr val="0072B2"/>
                </a:solidFill>
                <a:latin typeface="Arial"/>
                <a:ea typeface="Arial"/>
                <a:cs typeface="Arial"/>
              </a:defRPr>
            </a:lvl6pPr>
            <a:lvl7pPr algn="l">
              <a:defRPr sz="1275" b="1">
                <a:solidFill>
                  <a:srgbClr val="0072B2"/>
                </a:solidFill>
                <a:latin typeface="Arial"/>
                <a:ea typeface="Arial"/>
                <a:cs typeface="Arial"/>
              </a:defRPr>
            </a:lvl7pPr>
            <a:lvl8pPr algn="l">
              <a:defRPr sz="1275" b="1">
                <a:solidFill>
                  <a:srgbClr val="0072B2"/>
                </a:solidFill>
                <a:latin typeface="Arial"/>
                <a:ea typeface="Arial"/>
                <a:cs typeface="Arial"/>
              </a:defRPr>
            </a:lvl8pPr>
            <a:lvl9pPr algn="l">
              <a:defRPr sz="1275" b="1">
                <a:solidFill>
                  <a:srgbClr val="0072B2"/>
                </a:solidFill>
                <a:latin typeface="Arial"/>
                <a:ea typeface="Arial"/>
                <a:cs typeface="Arial"/>
              </a:defRPr>
            </a:lvl9pPr>
          </a:lstStyle>
          <a:p>
            <a:pPr algn="l">
              <a:defRPr sz="1275" b="1">
                <a:solidFill>
                  <a:srgbClr val="0072B2"/>
                </a:solidFill>
                <a:latin typeface="Arial"/>
                <a:ea typeface="Arial"/>
                <a:cs typeface="Arial"/>
              </a:defRPr>
            </a:pPr>
            <a:r>
              <a:rPr sz="1275" b="1">
                <a:solidFill>
                  <a:srgbClr val="0072B2"/>
                </a:solidFill>
                <a:latin typeface="Arial"/>
                <a:ea typeface="Arial"/>
                <a:cs typeface="Arial"/>
              </a:rPr>
              <a:t>A</a:t>
            </a:r>
          </a:p>
        </p:txBody>
      </p:sp>
      <p:sp>
        <p:nvSpPr>
          <p:cNvPr id="291" name="P B endpoint leader">
            <a:extLst>
              <a:ext uri="{FF2B5EF4-FFF2-40B4-BE49-F238E27FC236}">
                <ns2:creationId id="{93011C28-CD4E-442A-AA9B-900C2B25F984}"/>
              </a:ext>
            </a:extLst>
          </p:cNvPr>
          <p:cNvSpPr>
            <a:spLocks noGrp="1"/>
          </p:cNvSpPr>
          <p:nvPr/>
        </p:nvSpPr>
        <p:spPr>
          <a:xfrm>
            <a:off x="11588305" y="608274"/>
            <a:ext cx="204026" cy="97"/>
          </a:xfrm>
          <a:custGeom>
            <a:pathLst>
              <a:path w="200025" h="95">
                <a:moveTo>
                  <a:pt x="0" y="0"/>
                </a:moveTo>
                <a:lnTo>
                  <a:pt x="200025" y="0"/>
                </a:lnTo>
              </a:path>
            </a:pathLst>
          </a:custGeom>
          <a:noFill/>
          <a:ln w="8573">
            <a:solidFill>
              <a:srgbClr val="D55E00"/>
            </a:solidFill>
          </a:ln>
        </p:spPr>
      </p:sp>
      <p:sp>
        <p:nvSpPr>
          <p:cNvPr id="292" name="B">
            <a:extLst>
              <a:ext uri="{FF2B5EF4-FFF2-40B4-BE49-F238E27FC236}">
                <ns2:creationId id="{BA012CFE-AC02-4C61-A74B-C052527E1933}"/>
              </a:ext>
            </a:extLst>
          </p:cNvPr>
          <p:cNvSpPr>
            <a:spLocks noGrp="1"/>
          </p:cNvSpPr>
          <p:nvPr/>
        </p:nvSpPr>
        <p:spPr>
          <a:xfrm>
            <a:off x="11821478" y="501404"/>
            <a:ext cx="252603" cy="213741"/>
          </a:xfrm>
          <a:prstGeom prst="rect">
            <a:avLst/>
          </a:prstGeom>
          <a:noFill/>
          <a:ln w="0">
            <a:noFill/>
          </a:ln>
        </p:spPr>
        <p:txBody>
          <a:bodyPr wrap="none" lIns="0" tIns="0" rIns="0" bIns="0" anchor="ctr">
            <a:noAutofit/>
          </a:bodyPr>
          <a:lstStyle>
            <a:defPPr algn="l">
              <a:defRPr sz="1275" b="1">
                <a:solidFill>
                  <a:srgbClr val="D55E00"/>
                </a:solidFill>
                <a:latin typeface="Arial"/>
                <a:ea typeface="Arial"/>
                <a:cs typeface="Arial"/>
              </a:defRPr>
            </a:defPPr>
            <a:lvl1pPr algn="l">
              <a:defRPr sz="1275" b="1">
                <a:solidFill>
                  <a:srgbClr val="D55E00"/>
                </a:solidFill>
                <a:latin typeface="Arial"/>
                <a:ea typeface="Arial"/>
                <a:cs typeface="Arial"/>
              </a:defRPr>
            </a:lvl1pPr>
            <a:lvl2pPr algn="l">
              <a:defRPr sz="1275" b="1">
                <a:solidFill>
                  <a:srgbClr val="D55E00"/>
                </a:solidFill>
                <a:latin typeface="Arial"/>
                <a:ea typeface="Arial"/>
                <a:cs typeface="Arial"/>
              </a:defRPr>
            </a:lvl2pPr>
            <a:lvl3pPr algn="l">
              <a:defRPr sz="1275" b="1">
                <a:solidFill>
                  <a:srgbClr val="D55E00"/>
                </a:solidFill>
                <a:latin typeface="Arial"/>
                <a:ea typeface="Arial"/>
                <a:cs typeface="Arial"/>
              </a:defRPr>
            </a:lvl3pPr>
            <a:lvl4pPr algn="l">
              <a:defRPr sz="1275" b="1">
                <a:solidFill>
                  <a:srgbClr val="D55E00"/>
                </a:solidFill>
                <a:latin typeface="Arial"/>
                <a:ea typeface="Arial"/>
                <a:cs typeface="Arial"/>
              </a:defRPr>
            </a:lvl4pPr>
            <a:lvl5pPr algn="l">
              <a:defRPr sz="1275" b="1">
                <a:solidFill>
                  <a:srgbClr val="D55E00"/>
                </a:solidFill>
                <a:latin typeface="Arial"/>
                <a:ea typeface="Arial"/>
                <a:cs typeface="Arial"/>
              </a:defRPr>
            </a:lvl5pPr>
            <a:lvl6pPr algn="l">
              <a:defRPr sz="1275" b="1">
                <a:solidFill>
                  <a:srgbClr val="D55E00"/>
                </a:solidFill>
                <a:latin typeface="Arial"/>
                <a:ea typeface="Arial"/>
                <a:cs typeface="Arial"/>
              </a:defRPr>
            </a:lvl6pPr>
            <a:lvl7pPr algn="l">
              <a:defRPr sz="1275" b="1">
                <a:solidFill>
                  <a:srgbClr val="D55E00"/>
                </a:solidFill>
                <a:latin typeface="Arial"/>
                <a:ea typeface="Arial"/>
                <a:cs typeface="Arial"/>
              </a:defRPr>
            </a:lvl7pPr>
            <a:lvl8pPr algn="l">
              <a:defRPr sz="1275" b="1">
                <a:solidFill>
                  <a:srgbClr val="D55E00"/>
                </a:solidFill>
                <a:latin typeface="Arial"/>
                <a:ea typeface="Arial"/>
                <a:cs typeface="Arial"/>
              </a:defRPr>
            </a:lvl8pPr>
            <a:lvl9pPr algn="l">
              <a:defRPr sz="1275" b="1">
                <a:solidFill>
                  <a:srgbClr val="D55E00"/>
                </a:solidFill>
                <a:latin typeface="Arial"/>
                <a:ea typeface="Arial"/>
                <a:cs typeface="Arial"/>
              </a:defRPr>
            </a:lvl9pPr>
          </a:lstStyle>
          <a:p>
            <a:pPr algn="l">
              <a:defRPr sz="1275" b="1">
                <a:solidFill>
                  <a:srgbClr val="D55E00"/>
                </a:solidFill>
                <a:latin typeface="Arial"/>
                <a:ea typeface="Arial"/>
                <a:cs typeface="Arial"/>
              </a:defRPr>
            </a:pPr>
            <a:r>
              <a:rPr sz="1275" b="1">
                <a:solidFill>
                  <a:srgbClr val="D55E00"/>
                </a:solidFill>
                <a:latin typeface="Arial"/>
                <a:ea typeface="Arial"/>
                <a:cs typeface="Arial"/>
              </a:rPr>
              <a:t>B</a:t>
            </a:r>
          </a:p>
        </p:txBody>
      </p:sp>
      <p:sp>
        <p:nvSpPr>
          <p:cNvPr id="293" name="P C endpoint leader">
            <a:extLst>
              <a:ext uri="{FF2B5EF4-FFF2-40B4-BE49-F238E27FC236}">
                <ns2:creationId id="{4EF5E1A5-82C3-4E0A-B0B8-08DE4C91AAB4}"/>
              </a:ext>
            </a:extLst>
          </p:cNvPr>
          <p:cNvSpPr>
            <a:spLocks noGrp="1"/>
          </p:cNvSpPr>
          <p:nvPr/>
        </p:nvSpPr>
        <p:spPr>
          <a:xfrm>
            <a:off x="10189274" y="854901"/>
            <a:ext cx="68008" cy="97"/>
          </a:xfrm>
          <a:custGeom>
            <a:pathLst>
              <a:path w="66675" h="95">
                <a:moveTo>
                  <a:pt x="0" y="0"/>
                </a:moveTo>
                <a:lnTo>
                  <a:pt x="66675" y="0"/>
                </a:lnTo>
              </a:path>
            </a:pathLst>
          </a:custGeom>
          <a:noFill/>
          <a:ln w="8573">
            <a:solidFill>
              <a:srgbClr val="009E73"/>
            </a:solidFill>
          </a:ln>
        </p:spPr>
      </p:sp>
      <p:sp>
        <p:nvSpPr>
          <p:cNvPr id="294" name="C">
            <a:extLst>
              <a:ext uri="{FF2B5EF4-FFF2-40B4-BE49-F238E27FC236}">
                <ns2:creationId id="{DC096426-CBBC-4C78-B2B4-40E2747C7646}"/>
              </a:ext>
            </a:extLst>
          </p:cNvPr>
          <p:cNvSpPr>
            <a:spLocks noGrp="1"/>
          </p:cNvSpPr>
          <p:nvPr/>
        </p:nvSpPr>
        <p:spPr>
          <a:xfrm>
            <a:off x="10286428" y="748030"/>
            <a:ext cx="252603" cy="213741"/>
          </a:xfrm>
          <a:prstGeom prst="rect">
            <a:avLst/>
          </a:prstGeom>
          <a:noFill/>
          <a:ln w="0">
            <a:noFill/>
          </a:ln>
        </p:spPr>
        <p:txBody>
          <a:bodyPr wrap="none" lIns="0" tIns="0" rIns="0" bIns="0" anchor="ctr">
            <a:noAutofit/>
          </a:bodyPr>
          <a:lstStyle>
            <a:defPPr algn="l">
              <a:defRPr sz="1275" b="1">
                <a:solidFill>
                  <a:srgbClr val="009E73"/>
                </a:solidFill>
                <a:latin typeface="Arial"/>
                <a:ea typeface="Arial"/>
                <a:cs typeface="Arial"/>
              </a:defRPr>
            </a:defPPr>
            <a:lvl1pPr algn="l">
              <a:defRPr sz="1275" b="1">
                <a:solidFill>
                  <a:srgbClr val="009E73"/>
                </a:solidFill>
                <a:latin typeface="Arial"/>
                <a:ea typeface="Arial"/>
                <a:cs typeface="Arial"/>
              </a:defRPr>
            </a:lvl1pPr>
            <a:lvl2pPr algn="l">
              <a:defRPr sz="1275" b="1">
                <a:solidFill>
                  <a:srgbClr val="009E73"/>
                </a:solidFill>
                <a:latin typeface="Arial"/>
                <a:ea typeface="Arial"/>
                <a:cs typeface="Arial"/>
              </a:defRPr>
            </a:lvl2pPr>
            <a:lvl3pPr algn="l">
              <a:defRPr sz="1275" b="1">
                <a:solidFill>
                  <a:srgbClr val="009E73"/>
                </a:solidFill>
                <a:latin typeface="Arial"/>
                <a:ea typeface="Arial"/>
                <a:cs typeface="Arial"/>
              </a:defRPr>
            </a:lvl3pPr>
            <a:lvl4pPr algn="l">
              <a:defRPr sz="1275" b="1">
                <a:solidFill>
                  <a:srgbClr val="009E73"/>
                </a:solidFill>
                <a:latin typeface="Arial"/>
                <a:ea typeface="Arial"/>
                <a:cs typeface="Arial"/>
              </a:defRPr>
            </a:lvl4pPr>
            <a:lvl5pPr algn="l">
              <a:defRPr sz="1275" b="1">
                <a:solidFill>
                  <a:srgbClr val="009E73"/>
                </a:solidFill>
                <a:latin typeface="Arial"/>
                <a:ea typeface="Arial"/>
                <a:cs typeface="Arial"/>
              </a:defRPr>
            </a:lvl5pPr>
            <a:lvl6pPr algn="l">
              <a:defRPr sz="1275" b="1">
                <a:solidFill>
                  <a:srgbClr val="009E73"/>
                </a:solidFill>
                <a:latin typeface="Arial"/>
                <a:ea typeface="Arial"/>
                <a:cs typeface="Arial"/>
              </a:defRPr>
            </a:lvl6pPr>
            <a:lvl7pPr algn="l">
              <a:defRPr sz="1275" b="1">
                <a:solidFill>
                  <a:srgbClr val="009E73"/>
                </a:solidFill>
                <a:latin typeface="Arial"/>
                <a:ea typeface="Arial"/>
                <a:cs typeface="Arial"/>
              </a:defRPr>
            </a:lvl7pPr>
            <a:lvl8pPr algn="l">
              <a:defRPr sz="1275" b="1">
                <a:solidFill>
                  <a:srgbClr val="009E73"/>
                </a:solidFill>
                <a:latin typeface="Arial"/>
                <a:ea typeface="Arial"/>
                <a:cs typeface="Arial"/>
              </a:defRPr>
            </a:lvl8pPr>
            <a:lvl9pPr algn="l">
              <a:defRPr sz="1275" b="1">
                <a:solidFill>
                  <a:srgbClr val="009E73"/>
                </a:solidFill>
                <a:latin typeface="Arial"/>
                <a:ea typeface="Arial"/>
                <a:cs typeface="Arial"/>
              </a:defRPr>
            </a:lvl9pPr>
          </a:lstStyle>
          <a:p>
            <a:pPr algn="l">
              <a:defRPr sz="1275" b="1">
                <a:solidFill>
                  <a:srgbClr val="009E73"/>
                </a:solidFill>
                <a:latin typeface="Arial"/>
                <a:ea typeface="Arial"/>
                <a:cs typeface="Arial"/>
              </a:defRPr>
            </a:pPr>
            <a:r>
              <a:rPr sz="1275" b="1">
                <a:solidFill>
                  <a:srgbClr val="009E73"/>
                </a:solidFill>
                <a:latin typeface="Arial"/>
                <a:ea typeface="Arial"/>
                <a:cs typeface="Arial"/>
              </a:rPr>
              <a:t>C</a:t>
            </a:r>
          </a:p>
        </p:txBody>
      </p:sp>
      <p:sp>
        <p:nvSpPr>
          <p:cNvPr id="295" name="R A endpoint leader">
            <a:extLst>
              <a:ext uri="{FF2B5EF4-FFF2-40B4-BE49-F238E27FC236}">
                <ns2:creationId id="{4789B523-5AB2-4B2D-B469-B8296A15818E}"/>
              </a:ext>
            </a:extLst>
          </p:cNvPr>
          <p:cNvSpPr>
            <a:spLocks noGrp="1"/>
          </p:cNvSpPr>
          <p:nvPr/>
        </p:nvSpPr>
        <p:spPr>
          <a:xfrm>
            <a:off x="11588305" y="1911046"/>
            <a:ext cx="204026" cy="97"/>
          </a:xfrm>
          <a:custGeom>
            <a:pathLst>
              <a:path w="200025" h="95">
                <a:moveTo>
                  <a:pt x="0" y="0"/>
                </a:moveTo>
                <a:lnTo>
                  <a:pt x="200025" y="0"/>
                </a:lnTo>
              </a:path>
            </a:pathLst>
          </a:custGeom>
          <a:noFill/>
          <a:ln w="8573">
            <a:solidFill>
              <a:srgbClr val="0072B2"/>
            </a:solidFill>
          </a:ln>
        </p:spPr>
      </p:sp>
      <p:sp>
        <p:nvSpPr>
          <p:cNvPr id="296" name="A">
            <a:extLst>
              <a:ext uri="{FF2B5EF4-FFF2-40B4-BE49-F238E27FC236}">
                <ns2:creationId id="{6AC2726B-34B6-4D49-9D53-61BCD6C25CB9}"/>
              </a:ext>
            </a:extLst>
          </p:cNvPr>
          <p:cNvSpPr>
            <a:spLocks noGrp="1"/>
          </p:cNvSpPr>
          <p:nvPr/>
        </p:nvSpPr>
        <p:spPr>
          <a:xfrm>
            <a:off x="11821478" y="1804175"/>
            <a:ext cx="252603" cy="213741"/>
          </a:xfrm>
          <a:prstGeom prst="rect">
            <a:avLst/>
          </a:prstGeom>
          <a:noFill/>
          <a:ln w="0">
            <a:noFill/>
          </a:ln>
        </p:spPr>
        <p:txBody>
          <a:bodyPr wrap="none" lIns="0" tIns="0" rIns="0" bIns="0" anchor="ctr">
            <a:noAutofit/>
          </a:bodyPr>
          <a:lstStyle>
            <a:defPPr algn="l">
              <a:defRPr sz="1275" b="1">
                <a:solidFill>
                  <a:srgbClr val="0072B2"/>
                </a:solidFill>
                <a:latin typeface="Arial"/>
                <a:ea typeface="Arial"/>
                <a:cs typeface="Arial"/>
              </a:defRPr>
            </a:defPPr>
            <a:lvl1pPr algn="l">
              <a:defRPr sz="1275" b="1">
                <a:solidFill>
                  <a:srgbClr val="0072B2"/>
                </a:solidFill>
                <a:latin typeface="Arial"/>
                <a:ea typeface="Arial"/>
                <a:cs typeface="Arial"/>
              </a:defRPr>
            </a:lvl1pPr>
            <a:lvl2pPr algn="l">
              <a:defRPr sz="1275" b="1">
                <a:solidFill>
                  <a:srgbClr val="0072B2"/>
                </a:solidFill>
                <a:latin typeface="Arial"/>
                <a:ea typeface="Arial"/>
                <a:cs typeface="Arial"/>
              </a:defRPr>
            </a:lvl2pPr>
            <a:lvl3pPr algn="l">
              <a:defRPr sz="1275" b="1">
                <a:solidFill>
                  <a:srgbClr val="0072B2"/>
                </a:solidFill>
                <a:latin typeface="Arial"/>
                <a:ea typeface="Arial"/>
                <a:cs typeface="Arial"/>
              </a:defRPr>
            </a:lvl3pPr>
            <a:lvl4pPr algn="l">
              <a:defRPr sz="1275" b="1">
                <a:solidFill>
                  <a:srgbClr val="0072B2"/>
                </a:solidFill>
                <a:latin typeface="Arial"/>
                <a:ea typeface="Arial"/>
                <a:cs typeface="Arial"/>
              </a:defRPr>
            </a:lvl4pPr>
            <a:lvl5pPr algn="l">
              <a:defRPr sz="1275" b="1">
                <a:solidFill>
                  <a:srgbClr val="0072B2"/>
                </a:solidFill>
                <a:latin typeface="Arial"/>
                <a:ea typeface="Arial"/>
                <a:cs typeface="Arial"/>
              </a:defRPr>
            </a:lvl5pPr>
            <a:lvl6pPr algn="l">
              <a:defRPr sz="1275" b="1">
                <a:solidFill>
                  <a:srgbClr val="0072B2"/>
                </a:solidFill>
                <a:latin typeface="Arial"/>
                <a:ea typeface="Arial"/>
                <a:cs typeface="Arial"/>
              </a:defRPr>
            </a:lvl6pPr>
            <a:lvl7pPr algn="l">
              <a:defRPr sz="1275" b="1">
                <a:solidFill>
                  <a:srgbClr val="0072B2"/>
                </a:solidFill>
                <a:latin typeface="Arial"/>
                <a:ea typeface="Arial"/>
                <a:cs typeface="Arial"/>
              </a:defRPr>
            </a:lvl7pPr>
            <a:lvl8pPr algn="l">
              <a:defRPr sz="1275" b="1">
                <a:solidFill>
                  <a:srgbClr val="0072B2"/>
                </a:solidFill>
                <a:latin typeface="Arial"/>
                <a:ea typeface="Arial"/>
                <a:cs typeface="Arial"/>
              </a:defRPr>
            </a:lvl8pPr>
            <a:lvl9pPr algn="l">
              <a:defRPr sz="1275" b="1">
                <a:solidFill>
                  <a:srgbClr val="0072B2"/>
                </a:solidFill>
                <a:latin typeface="Arial"/>
                <a:ea typeface="Arial"/>
                <a:cs typeface="Arial"/>
              </a:defRPr>
            </a:lvl9pPr>
          </a:lstStyle>
          <a:p>
            <a:pPr algn="l">
              <a:defRPr sz="1275" b="1">
                <a:solidFill>
                  <a:srgbClr val="0072B2"/>
                </a:solidFill>
                <a:latin typeface="Arial"/>
                <a:ea typeface="Arial"/>
                <a:cs typeface="Arial"/>
              </a:defRPr>
            </a:pPr>
            <a:r>
              <a:rPr sz="1275" b="1">
                <a:solidFill>
                  <a:srgbClr val="0072B2"/>
                </a:solidFill>
                <a:latin typeface="Arial"/>
                <a:ea typeface="Arial"/>
                <a:cs typeface="Arial"/>
              </a:rPr>
              <a:t>A</a:t>
            </a:r>
          </a:p>
        </p:txBody>
      </p:sp>
      <p:sp>
        <p:nvSpPr>
          <p:cNvPr id="297" name="R B endpoint leader">
            <a:extLst>
              <a:ext uri="{FF2B5EF4-FFF2-40B4-BE49-F238E27FC236}">
                <ns2:creationId id="{BE2EEF9E-417C-4CBC-BC09-DDE37138C1E7}"/>
              </a:ext>
            </a:extLst>
          </p:cNvPr>
          <p:cNvSpPr>
            <a:spLocks noGrp="1"/>
          </p:cNvSpPr>
          <p:nvPr/>
        </p:nvSpPr>
        <p:spPr>
          <a:xfrm>
            <a:off x="11588305" y="1384146"/>
            <a:ext cx="204026" cy="97"/>
          </a:xfrm>
          <a:custGeom>
            <a:pathLst>
              <a:path w="200025" h="95">
                <a:moveTo>
                  <a:pt x="0" y="0"/>
                </a:moveTo>
                <a:lnTo>
                  <a:pt x="200025" y="0"/>
                </a:lnTo>
              </a:path>
            </a:pathLst>
          </a:custGeom>
          <a:noFill/>
          <a:ln w="8573">
            <a:solidFill>
              <a:srgbClr val="D55E00"/>
            </a:solidFill>
          </a:ln>
        </p:spPr>
      </p:sp>
      <p:sp>
        <p:nvSpPr>
          <p:cNvPr id="298" name="B">
            <a:extLst>
              <a:ext uri="{FF2B5EF4-FFF2-40B4-BE49-F238E27FC236}">
                <ns2:creationId id="{C3749B5D-E833-418E-AAA6-AC7280512908}"/>
              </a:ext>
            </a:extLst>
          </p:cNvPr>
          <p:cNvSpPr>
            <a:spLocks noGrp="1"/>
          </p:cNvSpPr>
          <p:nvPr/>
        </p:nvSpPr>
        <p:spPr>
          <a:xfrm>
            <a:off x="11821478" y="1277276"/>
            <a:ext cx="252603" cy="213741"/>
          </a:xfrm>
          <a:prstGeom prst="rect">
            <a:avLst/>
          </a:prstGeom>
          <a:noFill/>
          <a:ln w="0">
            <a:noFill/>
          </a:ln>
        </p:spPr>
        <p:txBody>
          <a:bodyPr wrap="none" lIns="0" tIns="0" rIns="0" bIns="0" anchor="ctr">
            <a:noAutofit/>
          </a:bodyPr>
          <a:lstStyle>
            <a:defPPr algn="l">
              <a:defRPr sz="1275" b="1">
                <a:solidFill>
                  <a:srgbClr val="D55E00"/>
                </a:solidFill>
                <a:latin typeface="Arial"/>
                <a:ea typeface="Arial"/>
                <a:cs typeface="Arial"/>
              </a:defRPr>
            </a:defPPr>
            <a:lvl1pPr algn="l">
              <a:defRPr sz="1275" b="1">
                <a:solidFill>
                  <a:srgbClr val="D55E00"/>
                </a:solidFill>
                <a:latin typeface="Arial"/>
                <a:ea typeface="Arial"/>
                <a:cs typeface="Arial"/>
              </a:defRPr>
            </a:lvl1pPr>
            <a:lvl2pPr algn="l">
              <a:defRPr sz="1275" b="1">
                <a:solidFill>
                  <a:srgbClr val="D55E00"/>
                </a:solidFill>
                <a:latin typeface="Arial"/>
                <a:ea typeface="Arial"/>
                <a:cs typeface="Arial"/>
              </a:defRPr>
            </a:lvl2pPr>
            <a:lvl3pPr algn="l">
              <a:defRPr sz="1275" b="1">
                <a:solidFill>
                  <a:srgbClr val="D55E00"/>
                </a:solidFill>
                <a:latin typeface="Arial"/>
                <a:ea typeface="Arial"/>
                <a:cs typeface="Arial"/>
              </a:defRPr>
            </a:lvl3pPr>
            <a:lvl4pPr algn="l">
              <a:defRPr sz="1275" b="1">
                <a:solidFill>
                  <a:srgbClr val="D55E00"/>
                </a:solidFill>
                <a:latin typeface="Arial"/>
                <a:ea typeface="Arial"/>
                <a:cs typeface="Arial"/>
              </a:defRPr>
            </a:lvl4pPr>
            <a:lvl5pPr algn="l">
              <a:defRPr sz="1275" b="1">
                <a:solidFill>
                  <a:srgbClr val="D55E00"/>
                </a:solidFill>
                <a:latin typeface="Arial"/>
                <a:ea typeface="Arial"/>
                <a:cs typeface="Arial"/>
              </a:defRPr>
            </a:lvl5pPr>
            <a:lvl6pPr algn="l">
              <a:defRPr sz="1275" b="1">
                <a:solidFill>
                  <a:srgbClr val="D55E00"/>
                </a:solidFill>
                <a:latin typeface="Arial"/>
                <a:ea typeface="Arial"/>
                <a:cs typeface="Arial"/>
              </a:defRPr>
            </a:lvl6pPr>
            <a:lvl7pPr algn="l">
              <a:defRPr sz="1275" b="1">
                <a:solidFill>
                  <a:srgbClr val="D55E00"/>
                </a:solidFill>
                <a:latin typeface="Arial"/>
                <a:ea typeface="Arial"/>
                <a:cs typeface="Arial"/>
              </a:defRPr>
            </a:lvl7pPr>
            <a:lvl8pPr algn="l">
              <a:defRPr sz="1275" b="1">
                <a:solidFill>
                  <a:srgbClr val="D55E00"/>
                </a:solidFill>
                <a:latin typeface="Arial"/>
                <a:ea typeface="Arial"/>
                <a:cs typeface="Arial"/>
              </a:defRPr>
            </a:lvl8pPr>
            <a:lvl9pPr algn="l">
              <a:defRPr sz="1275" b="1">
                <a:solidFill>
                  <a:srgbClr val="D55E00"/>
                </a:solidFill>
                <a:latin typeface="Arial"/>
                <a:ea typeface="Arial"/>
                <a:cs typeface="Arial"/>
              </a:defRPr>
            </a:lvl9pPr>
          </a:lstStyle>
          <a:p>
            <a:pPr algn="l">
              <a:defRPr sz="1275" b="1">
                <a:solidFill>
                  <a:srgbClr val="D55E00"/>
                </a:solidFill>
                <a:latin typeface="Arial"/>
                <a:ea typeface="Arial"/>
                <a:cs typeface="Arial"/>
              </a:defRPr>
            </a:pPr>
            <a:r>
              <a:rPr sz="1275" b="1">
                <a:solidFill>
                  <a:srgbClr val="D55E00"/>
                </a:solidFill>
                <a:latin typeface="Arial"/>
                <a:ea typeface="Arial"/>
                <a:cs typeface="Arial"/>
              </a:rPr>
              <a:t>B</a:t>
            </a:r>
          </a:p>
        </p:txBody>
      </p:sp>
      <p:sp>
        <p:nvSpPr>
          <p:cNvPr id="299" name="R C endpoint leader">
            <a:extLst>
              <a:ext uri="{FF2B5EF4-FFF2-40B4-BE49-F238E27FC236}">
                <ns2:creationId id="{263CC176-C4A7-4D0D-A3EA-81E86A0CFC7E}"/>
              </a:ext>
            </a:extLst>
          </p:cNvPr>
          <p:cNvSpPr>
            <a:spLocks noGrp="1"/>
          </p:cNvSpPr>
          <p:nvPr/>
        </p:nvSpPr>
        <p:spPr>
          <a:xfrm>
            <a:off x="10189274" y="1665231"/>
            <a:ext cx="68008" cy="97"/>
          </a:xfrm>
          <a:custGeom>
            <a:pathLst>
              <a:path w="66675" h="95">
                <a:moveTo>
                  <a:pt x="0" y="0"/>
                </a:moveTo>
                <a:lnTo>
                  <a:pt x="66675" y="0"/>
                </a:lnTo>
              </a:path>
            </a:pathLst>
          </a:custGeom>
          <a:noFill/>
          <a:ln w="8573">
            <a:solidFill>
              <a:srgbClr val="009E73"/>
            </a:solidFill>
          </a:ln>
        </p:spPr>
      </p:sp>
      <p:sp>
        <p:nvSpPr>
          <p:cNvPr id="300" name="C">
            <a:extLst>
              <a:ext uri="{FF2B5EF4-FFF2-40B4-BE49-F238E27FC236}">
                <ns2:creationId id="{D55B2F07-C45C-4861-8071-6375AEB1FBE4}"/>
              </a:ext>
            </a:extLst>
          </p:cNvPr>
          <p:cNvSpPr>
            <a:spLocks noGrp="1"/>
          </p:cNvSpPr>
          <p:nvPr/>
        </p:nvSpPr>
        <p:spPr>
          <a:xfrm>
            <a:off x="10286428" y="1558360"/>
            <a:ext cx="252603" cy="213741"/>
          </a:xfrm>
          <a:prstGeom prst="rect">
            <a:avLst/>
          </a:prstGeom>
          <a:noFill/>
          <a:ln w="0">
            <a:noFill/>
          </a:ln>
        </p:spPr>
        <p:txBody>
          <a:bodyPr wrap="none" lIns="0" tIns="0" rIns="0" bIns="0" anchor="ctr">
            <a:noAutofit/>
          </a:bodyPr>
          <a:lstStyle>
            <a:defPPr algn="l">
              <a:defRPr sz="1275" b="1">
                <a:solidFill>
                  <a:srgbClr val="009E73"/>
                </a:solidFill>
                <a:latin typeface="Arial"/>
                <a:ea typeface="Arial"/>
                <a:cs typeface="Arial"/>
              </a:defRPr>
            </a:defPPr>
            <a:lvl1pPr algn="l">
              <a:defRPr sz="1275" b="1">
                <a:solidFill>
                  <a:srgbClr val="009E73"/>
                </a:solidFill>
                <a:latin typeface="Arial"/>
                <a:ea typeface="Arial"/>
                <a:cs typeface="Arial"/>
              </a:defRPr>
            </a:lvl1pPr>
            <a:lvl2pPr algn="l">
              <a:defRPr sz="1275" b="1">
                <a:solidFill>
                  <a:srgbClr val="009E73"/>
                </a:solidFill>
                <a:latin typeface="Arial"/>
                <a:ea typeface="Arial"/>
                <a:cs typeface="Arial"/>
              </a:defRPr>
            </a:lvl2pPr>
            <a:lvl3pPr algn="l">
              <a:defRPr sz="1275" b="1">
                <a:solidFill>
                  <a:srgbClr val="009E73"/>
                </a:solidFill>
                <a:latin typeface="Arial"/>
                <a:ea typeface="Arial"/>
                <a:cs typeface="Arial"/>
              </a:defRPr>
            </a:lvl3pPr>
            <a:lvl4pPr algn="l">
              <a:defRPr sz="1275" b="1">
                <a:solidFill>
                  <a:srgbClr val="009E73"/>
                </a:solidFill>
                <a:latin typeface="Arial"/>
                <a:ea typeface="Arial"/>
                <a:cs typeface="Arial"/>
              </a:defRPr>
            </a:lvl4pPr>
            <a:lvl5pPr algn="l">
              <a:defRPr sz="1275" b="1">
                <a:solidFill>
                  <a:srgbClr val="009E73"/>
                </a:solidFill>
                <a:latin typeface="Arial"/>
                <a:ea typeface="Arial"/>
                <a:cs typeface="Arial"/>
              </a:defRPr>
            </a:lvl5pPr>
            <a:lvl6pPr algn="l">
              <a:defRPr sz="1275" b="1">
                <a:solidFill>
                  <a:srgbClr val="009E73"/>
                </a:solidFill>
                <a:latin typeface="Arial"/>
                <a:ea typeface="Arial"/>
                <a:cs typeface="Arial"/>
              </a:defRPr>
            </a:lvl6pPr>
            <a:lvl7pPr algn="l">
              <a:defRPr sz="1275" b="1">
                <a:solidFill>
                  <a:srgbClr val="009E73"/>
                </a:solidFill>
                <a:latin typeface="Arial"/>
                <a:ea typeface="Arial"/>
                <a:cs typeface="Arial"/>
              </a:defRPr>
            </a:lvl7pPr>
            <a:lvl8pPr algn="l">
              <a:defRPr sz="1275" b="1">
                <a:solidFill>
                  <a:srgbClr val="009E73"/>
                </a:solidFill>
                <a:latin typeface="Arial"/>
                <a:ea typeface="Arial"/>
                <a:cs typeface="Arial"/>
              </a:defRPr>
            </a:lvl8pPr>
            <a:lvl9pPr algn="l">
              <a:defRPr sz="1275" b="1">
                <a:solidFill>
                  <a:srgbClr val="009E73"/>
                </a:solidFill>
                <a:latin typeface="Arial"/>
                <a:ea typeface="Arial"/>
                <a:cs typeface="Arial"/>
              </a:defRPr>
            </a:lvl9pPr>
          </a:lstStyle>
          <a:p>
            <a:pPr algn="l">
              <a:defRPr sz="1275" b="1">
                <a:solidFill>
                  <a:srgbClr val="009E73"/>
                </a:solidFill>
                <a:latin typeface="Arial"/>
                <a:ea typeface="Arial"/>
                <a:cs typeface="Arial"/>
              </a:defRPr>
            </a:pPr>
            <a:r>
              <a:rPr sz="1275" b="1">
                <a:solidFill>
                  <a:srgbClr val="009E73"/>
                </a:solidFill>
                <a:latin typeface="Arial"/>
                <a:ea typeface="Arial"/>
                <a:cs typeface="Arial"/>
              </a:rPr>
              <a:t>C</a:t>
            </a:r>
          </a:p>
        </p:txBody>
      </p:sp>
    </p:spTree>
    <p:extLst>
      <p:ext uri="{BB962C8B-B14F-4D97-AF65-F5344CB8AC3E}">
        <ns4:creationId val="1670264619"/>
      </p:ext>
    </p:extLst>
  </p:cSld>
</p:sld>
</file>

<file path=ppt/main_figures/Fig7/ppt/tableStyles.xml><?xml version="1.0" encoding="utf-8"?>
<a:tblStyleLst xmlns:a="http://schemas.openxmlformats.org/drawingml/2006/main" def="{5C22544A-7EE6-4342-B048-85BDC9FD1C3A}"/>
</file>

<file path=ppt/main_figures/Fig7/ppt/theme/theme1.xml><?xml version="1.0" encoding="utf-8"?>
<a:theme xmlns:a="http://schemas.openxmlformats.org/drawingml/2006/main" name="ChatGPT">
  <a:themeElements>
    <a:clrScheme name="ChatGPT">
      <a:dk1>
        <a:srgbClr val="000000"/>
      </a:dk1>
      <a:lt1>
        <a:srgbClr val="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
      <a:majorFont>
        <a:latin typeface="Aptos"/>
        <a:ea typeface=""/>
        <a:cs typeface=""/>
      </a:majorFont>
      <a:minorFont>
        <a:latin typeface="Aptos"/>
        <a:ea typeface=""/>
        <a:cs typeface=""/>
      </a:minorFont>
    </a:fontScheme>
    <a:fmtScheme name="ChatGPT">
      <a:fillStyleLst>
        <a:solidFill>
          <a:schemeClr val="phClr"/>
        </a:solidFill>
        <a:gradFill>
          <a:gsLst>
            <a:gs pos="0">
              <a:schemeClr val="phClr">
                <a:tint val="67000"/>
                <a:lumMod val="110000"/>
                <a:satMod val="105000"/>
              </a:schemeClr>
            </a:gs>
            <a:gs pos="50000">
              <a:schemeClr val="phClr">
                <a:tint val="73000"/>
                <a:lumMod val="105000"/>
                <a:satMod val="103000"/>
              </a:schemeClr>
            </a:gs>
            <a:gs pos="100000">
              <a:schemeClr val="phClr">
                <a:tint val="81000"/>
                <a:lumMod val="105000"/>
                <a:satMod val="109000"/>
              </a:schemeClr>
            </a:gs>
          </a:gsLst>
          <a:lin ang="5400000" scaled="0"/>
        </a:gradFill>
        <a:gradFill>
          <a:gsLst>
            <a:gs pos="0">
              <a:schemeClr val="phClr">
                <a:tint val="94000"/>
                <a:lumMod val="102000"/>
                <a:satMod val="103000"/>
              </a:schemeClr>
            </a:gs>
            <a:gs pos="50000">
              <a:schemeClr val="phClr">
                <a:shade val="100000"/>
                <a:lumMod val="100000"/>
                <a:satMod val="110000"/>
              </a:schemeClr>
            </a:gs>
            <a:gs pos="100000">
              <a:schemeClr val="phClr">
                <a:shade val="78000"/>
                <a:lumMod val="99000"/>
                <a:satMod val="120000"/>
              </a:schemeClr>
            </a:gs>
          </a:gsLst>
          <a:lin ang="5400000" scaled="0"/>
        </a:gradFill>
      </a:fillStyleLst>
      <a:lnStyleLst>
        <a:ln w="12700">
          <a:solidFill>
            <a:schemeClr val="phClr"/>
          </a:solidFill>
          <a:prstDash val="solid"/>
        </a:ln>
        <a:ln w="19050">
          <a:solidFill>
            <a:schemeClr val="phClr"/>
          </a:solidFill>
          <a:prstDash val="solid"/>
        </a:ln>
        <a:ln w="25400">
          <a:solidFill>
            <a:schemeClr val="phClr"/>
          </a:solidFill>
          <a:prstDash val="solid"/>
        </a:ln>
      </a:lnStyleLst>
      <a:effectStyleLst>
        <a:effectStyle>
          <a:effectLst/>
        </a:effectStyle>
        <a:effectStyle>
          <a:effectLst/>
        </a:effectStyle>
        <a:effectStyle>
          <a:effectLst>
            <a:outerShdw blurRad="57150" dist="19050" dir="5400000">
              <a:srgbClr val="000000">
                <a:alpha val="16000"/>
              </a:srgbClr>
            </a:outerShdw>
          </a:effectLst>
        </a:effectStyle>
        <a:effectStyle>
          <a:effectLst>
            <a:outerShdw blurRad="19050" dist="9525" dir="5400000">
              <a:srgbClr val="000000">
                <a:alpha val="6000"/>
              </a:srgbClr>
            </a:outerShdw>
          </a:effectLst>
        </a:effectStyle>
        <a:effectStyle>
          <a:effectLst>
            <a:outerShdw blurRad="28575" dist="9525" dir="5400000">
              <a:srgbClr val="000000">
                <a:alpha val="8000"/>
              </a:srgbClr>
            </a:outerShdw>
          </a:effectLst>
        </a:effectStyle>
        <a:effectStyle>
          <a:effectLst>
            <a:outerShdw blurRad="57150" dist="19050" dir="5400000">
              <a:srgbClr val="000000">
                <a:alpha val="10000"/>
              </a:srgbClr>
            </a:outerShdw>
          </a:effectLst>
        </a:effectStyle>
        <a:effectStyle>
          <a:effectLst>
            <a:outerShdw blurRad="114300" dist="38100" dir="5400000">
              <a:srgbClr val="000000">
                <a:alpha val="12000"/>
              </a:srgbClr>
            </a:outerShdw>
          </a:effectLst>
        </a:effectStyle>
        <a:effectStyle>
          <a:effectLst>
            <a:outerShdw blurRad="171450" dist="57150" dir="5400000">
              <a:srgbClr val="000000">
                <a:alpha val="16000"/>
              </a:srgbClr>
            </a:outerShdw>
          </a:effectLst>
        </a:effectStyle>
        <a:effectStyle>
          <a:effectLst>
            <a:outerShdw blurRad="266700" dist="95250" dir="5400000">
              <a:srgbClr val="000000">
                <a:alpha val="24000"/>
              </a:srgbClr>
            </a:outerShdw>
          </a:effectLst>
        </a:effectStyle>
      </a:effectStyleLst>
      <a:bgFillStyleLst>
        <a:solidFill>
          <a:schemeClr val="phClr"/>
        </a:solidFill>
        <a:solidFill>
          <a:schemeClr val="phClr">
            <a:tint val="95000"/>
            <a:satMod val="170000"/>
          </a:schemeClr>
        </a:solidFill>
        <a:gradFill>
          <a:gsLst>
            <a:gs pos="0">
              <a:schemeClr val="phClr">
                <a:tint val="93000"/>
                <a:shade val="98000"/>
                <a:lumMod val="102000"/>
                <a:satMod val="150000"/>
              </a:schemeClr>
            </a:gs>
            <a:gs pos="50000">
              <a:schemeClr val="phClr">
                <a:tint val="98000"/>
                <a:shade val="90000"/>
                <a:lumMod val="103000"/>
                <a:satMod val="130000"/>
              </a:schemeClr>
            </a:gs>
            <a:gs pos="100000">
              <a:schemeClr val="phClr">
                <a:shade val="63000"/>
                <a:satMod val="120000"/>
              </a:schemeClr>
            </a:gs>
          </a:gsLst>
          <a:lin ang="5400000" scaled="0"/>
        </a:gradFill>
      </a:bgFillStyleLst>
    </a:fmtScheme>
  </a:themeElements>
</a:theme>
</file>

<file path=ppt/main_figures/Fig8/docProps/app.xml><?xml version="1.0" encoding="utf-8"?>
<ap:Properties xmlns:ap="http://schemas.openxmlformats.org/officeDocument/2006/extended-properties">
  <ap:Application>Walnut Exporter</ap:Application>
  <ap:PresentationFormat>Converted Presentation</ap:PresentationFormat>
  <ap:Slides>0</ap:Slides>
  <ap:Notes>0</ap:Notes>
  <ap:HiddenSlides>0</ap:HiddenSlides>
  <ap:SharedDoc>false</ap:SharedDoc>
  <ap:DocSecurity>0</ap:DocSecurity>
</ap:Properties>
</file>

<file path=ppt/main_figures/Fig8/docProps/core.xml><?xml version="1.0" encoding="utf-8"?>
<coreProperties xmlns:dc="http://purl.org/dc/elements/1.1/" xmlns:dcterms="http://purl.org/dc/terms/" xmlns:xsi="http://www.w3.org/2001/XMLSchema-instance" xmlns="http://schemas.openxmlformats.org/package/2006/metadata/core-properties">
  <dc:creator>Walnut Exporter</dc:creator>
  <lastModifiedBy>Walnut Exporter</lastModifiedBy>
  <dc:title>Presentation</dc:title>
  <dcterms:created xsi:type="dcterms:W3CDTF">2026-10-22T02:10:40.0190000Z</dcterms:created>
  <dcterms:modified xsi:type="dcterms:W3CDTF">2026-10-22T02:10:40.0200000Z</dcterms:modified>
</coreProperties>
</file>

<file path=ppt/main_figures/Fig8/ppt/_rels/presentation.xml.rels><?xml version='1.0' encoding='utf-8'?>
<Relationships xmlns="http://schemas.openxmlformats.org/package/2006/relationships"><Relationship Type="http://schemas.openxmlformats.org/officeDocument/2006/relationships/theme" Target="/ppt/main_figures/Fig8/ppt/theme/theme1.xml" Id="Ra5d1a334ec2a40b9" /><Relationship Type="http://schemas.openxmlformats.org/officeDocument/2006/relationships/slideMaster" Target="/ppt/main_figures/Fig8/ppt/slideMasters/slideMaster1.xml" Id="R2c951ada8d064b03" /><Relationship Type="http://schemas.openxmlformats.org/officeDocument/2006/relationships/notesMaster" Target="/ppt/main_figures/Fig8/ppt/notesMasters/notesMaster1.xml" Id="Re0b67dcc600d412a" /><Relationship Type="http://schemas.openxmlformats.org/officeDocument/2006/relationships/presProps" Target="/ppt/main_figures/Fig8/ppt/presProps.xml" Id="R5005ae1196f84284" /><Relationship Type="http://schemas.openxmlformats.org/officeDocument/2006/relationships/tableStyles" Target="/ppt/main_figures/Fig8/ppt/tableStyles.xml" Id="R7d1f5c7b9d8c405d" /><Relationship Type="http://schemas.openxmlformats.org/officeDocument/2006/relationships/slide" Target="/ppt/main_figures/Fig8/ppt/slides/slide1.xml" Id="R7b93b7e54d1a4a8f" /></Relationships>
</file>

<file path=ppt/main_figures/Fig8/ppt/notesMasters/_rels/notesMaster1.xml.rels><?xml version='1.0' encoding='utf-8'?>
<Relationships xmlns="http://schemas.openxmlformats.org/package/2006/relationships"><Relationship Type="http://schemas.openxmlformats.org/officeDocument/2006/relationships/theme" Target="/ppt/main_figures/Fig8/ppt/notesMasters/theme/theme3.xml" Id="R8ea1fe6f8fbe40c1" /></Relationships>
</file>

<file path=ppt/main_figures/Fig8/ppt/notesMasters/notesMaster1.xml><?xml version="1.0" encoding="utf-8"?>
<p:notesMaster xmlns:p="http://schemas.openxmlformats.org/presentationml/2006/main">
  <p:cSld>
    <p:bg>
      <p:bgRef idx="1001">
        <a:schemeClr xmlns:a="http://schemas.openxmlformats.org/drawingml/2006/main" val="bg1"/>
      </p:bgRef>
    </p:bg>
    <p:spTree>
      <p:nvGrpSpPr>
        <p:cNvPr id="1" name=""/>
        <p:cNvGrpSpPr/>
        <p:nvPr/>
      </p:nvGrpSpPr>
      <p:grpSpPr>
        <a:xfrm xmlns:a="http://schemas.openxmlformats.org/drawingml/2006/main"/>
      </p:grpSpPr>
      <p:sp>
        <p:nvSpPr>
          <p:cNvPr id="2" name="Header Placeholder"/>
          <p:cNvSpPr/>
          <p:nvPr>
            <p:ph type="hdr" sz="quarter"/>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3" name="Date Placeholder"/>
          <p:cNvSpPr/>
          <p:nvPr>
            <p:ph type="dt" sz="quarter" idx="1"/>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4" name="Slide Image Placeholder"/>
          <p:cNvSpPr/>
          <p:nvPr>
            <p:ph type="sldImg" idx="2"/>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5" name="Notes Placeholder"/>
          <p:cNvSpPr/>
          <p:nvPr>
            <p:ph type="body" sz="quarter" idx="3"/>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6" name="Footer Placeholder"/>
          <p:cNvSpPr/>
          <p:nvPr>
            <p:ph type="ftr" sz="quarter" idx="4"/>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7" name="Slide Number Placeholder"/>
          <p:cNvSpPr/>
          <p:nvPr>
            <p:ph type="sldNum" sz="quarter" idx="5"/>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Tree>
  </p:cSld>
  <p:clrMap bg1="lt1" tx1="dk1" bg2="lt2" tx2="dk2" accent1="accent1" accent2="accent2" accent3="accent3" accent4="accent4" accent5="accent5" accent6="accent6" hlink="hlink" folHlink="folHlink"/>
  <p:notesStyle>
    <a:lvl1pPr xmlns:a="http://schemas.openxmlformats.org/drawingml/2006/main" marL="0" algn="l" defTabSz="914400" rtl="0" eaLnBrk="1" latinLnBrk="0" hangingPunct="1">
      <a:defRPr sz="1200" kern="1200"/>
    </a:lvl1pPr>
  </p:notesStyle>
</p:notesMaster>
</file>

<file path=ppt/main_figures/Fig8/ppt/notesMasters/theme/theme3.xml><?xml version="1.0" encoding="utf-8"?>
<a:theme xmlns:a="http://schemas.openxmlformats.org/drawingml/2006/main" name="ChatGPT">
  <a:themeElements>
    <a:clrScheme name="ChatGPT">
      <a:dk1>
        <a:srgbClr val="000000"/>
      </a:dk1>
      <a:lt1>
        <a:srgbClr val="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
      <a:majorFont>
        <a:latin typeface="Aptos"/>
        <a:ea typeface=""/>
        <a:cs typeface=""/>
      </a:majorFont>
      <a:minorFont>
        <a:latin typeface="Aptos"/>
        <a:ea typeface=""/>
        <a:cs typeface=""/>
      </a:minorFont>
    </a:fontScheme>
    <a:fmtScheme name="ChatGPT">
      <a:fillStyleLst>
        <a:solidFill>
          <a:schemeClr val="phClr"/>
        </a:solidFill>
        <a:gradFill>
          <a:gsLst>
            <a:gs pos="0">
              <a:schemeClr val="phClr">
                <a:tint val="67000"/>
                <a:lumMod val="110000"/>
                <a:satMod val="105000"/>
              </a:schemeClr>
            </a:gs>
            <a:gs pos="50000">
              <a:schemeClr val="phClr">
                <a:tint val="73000"/>
                <a:lumMod val="105000"/>
                <a:satMod val="103000"/>
              </a:schemeClr>
            </a:gs>
            <a:gs pos="100000">
              <a:schemeClr val="phClr">
                <a:tint val="81000"/>
                <a:lumMod val="105000"/>
                <a:satMod val="109000"/>
              </a:schemeClr>
            </a:gs>
          </a:gsLst>
          <a:lin ang="5400000" scaled="0"/>
        </a:gradFill>
        <a:gradFill>
          <a:gsLst>
            <a:gs pos="0">
              <a:schemeClr val="phClr">
                <a:tint val="94000"/>
                <a:lumMod val="102000"/>
                <a:satMod val="103000"/>
              </a:schemeClr>
            </a:gs>
            <a:gs pos="50000">
              <a:schemeClr val="phClr">
                <a:shade val="100000"/>
                <a:lumMod val="100000"/>
                <a:satMod val="110000"/>
              </a:schemeClr>
            </a:gs>
            <a:gs pos="100000">
              <a:schemeClr val="phClr">
                <a:shade val="78000"/>
                <a:lumMod val="99000"/>
                <a:satMod val="120000"/>
              </a:schemeClr>
            </a:gs>
          </a:gsLst>
          <a:lin ang="5400000" scaled="0"/>
        </a:gradFill>
      </a:fillStyleLst>
      <a:lnStyleLst>
        <a:ln w="12700">
          <a:solidFill>
            <a:schemeClr val="phClr"/>
          </a:solidFill>
          <a:prstDash val="solid"/>
        </a:ln>
        <a:ln w="19050">
          <a:solidFill>
            <a:schemeClr val="phClr"/>
          </a:solidFill>
          <a:prstDash val="solid"/>
        </a:ln>
        <a:ln w="25400">
          <a:solidFill>
            <a:schemeClr val="phClr"/>
          </a:solidFill>
          <a:prstDash val="solid"/>
        </a:ln>
      </a:lnStyleLst>
      <a:effectStyleLst>
        <a:effectStyle>
          <a:effectLst/>
        </a:effectStyle>
        <a:effectStyle>
          <a:effectLst/>
        </a:effectStyle>
        <a:effectStyle>
          <a:effectLst>
            <a:outerShdw blurRad="57150" dist="19050" dir="5400000">
              <a:srgbClr val="000000">
                <a:alpha val="16000"/>
              </a:srgbClr>
            </a:outerShdw>
          </a:effectLst>
        </a:effectStyle>
        <a:effectStyle>
          <a:effectLst>
            <a:outerShdw blurRad="19050" dist="9525" dir="5400000">
              <a:srgbClr val="000000">
                <a:alpha val="6000"/>
              </a:srgbClr>
            </a:outerShdw>
          </a:effectLst>
        </a:effectStyle>
        <a:effectStyle>
          <a:effectLst>
            <a:outerShdw blurRad="28575" dist="9525" dir="5400000">
              <a:srgbClr val="000000">
                <a:alpha val="8000"/>
              </a:srgbClr>
            </a:outerShdw>
          </a:effectLst>
        </a:effectStyle>
        <a:effectStyle>
          <a:effectLst>
            <a:outerShdw blurRad="57150" dist="19050" dir="5400000">
              <a:srgbClr val="000000">
                <a:alpha val="10000"/>
              </a:srgbClr>
            </a:outerShdw>
          </a:effectLst>
        </a:effectStyle>
        <a:effectStyle>
          <a:effectLst>
            <a:outerShdw blurRad="114300" dist="38100" dir="5400000">
              <a:srgbClr val="000000">
                <a:alpha val="12000"/>
              </a:srgbClr>
            </a:outerShdw>
          </a:effectLst>
        </a:effectStyle>
        <a:effectStyle>
          <a:effectLst>
            <a:outerShdw blurRad="171450" dist="57150" dir="5400000">
              <a:srgbClr val="000000">
                <a:alpha val="16000"/>
              </a:srgbClr>
            </a:outerShdw>
          </a:effectLst>
        </a:effectStyle>
        <a:effectStyle>
          <a:effectLst>
            <a:outerShdw blurRad="266700" dist="95250" dir="5400000">
              <a:srgbClr val="000000">
                <a:alpha val="24000"/>
              </a:srgbClr>
            </a:outerShdw>
          </a:effectLst>
        </a:effectStyle>
      </a:effectStyleLst>
      <a:bgFillStyleLst>
        <a:solidFill>
          <a:schemeClr val="phClr"/>
        </a:solidFill>
        <a:solidFill>
          <a:schemeClr val="phClr">
            <a:tint val="95000"/>
            <a:satMod val="170000"/>
          </a:schemeClr>
        </a:solidFill>
        <a:gradFill>
          <a:gsLst>
            <a:gs pos="0">
              <a:schemeClr val="phClr">
                <a:tint val="93000"/>
                <a:shade val="98000"/>
                <a:lumMod val="102000"/>
                <a:satMod val="150000"/>
              </a:schemeClr>
            </a:gs>
            <a:gs pos="50000">
              <a:schemeClr val="phClr">
                <a:tint val="98000"/>
                <a:shade val="90000"/>
                <a:lumMod val="103000"/>
                <a:satMod val="130000"/>
              </a:schemeClr>
            </a:gs>
            <a:gs pos="100000">
              <a:schemeClr val="phClr">
                <a:shade val="63000"/>
                <a:satMod val="120000"/>
              </a:schemeClr>
            </a:gs>
          </a:gsLst>
          <a:lin ang="5400000" scaled="0"/>
        </a:gradFill>
      </a:bgFillStyleLst>
    </a:fmtScheme>
  </a:themeElements>
</a:theme>
</file>

<file path=ppt/main_figures/Fig8/ppt/notesSlides/_rels/notesSlide1.xml.rels><?xml version='1.0' encoding='utf-8'?>
<Relationships xmlns="http://schemas.openxmlformats.org/package/2006/relationships"><Relationship Type="http://schemas.openxmlformats.org/officeDocument/2006/relationships/slide" Target="/ppt/main_figures/Fig8/ppt/slides/slide1.xml" Id="R55b65328a9fe4fac" /><Relationship Type="http://schemas.openxmlformats.org/officeDocument/2006/relationships/notesMaster" Target="/ppt/main_figures/Fig8/ppt/notesMasters/notesMaster1.xml" Id="R967a58760e5c4822" /></Relationships>
</file>

<file path=ppt/main_figures/Fig8/ppt/notesSlides/notesSlide1.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{"dataset": "Nucleon", "source": "TMTM author padded 64x64 uint8 scalar slice; author commit 2c75a10ed2cd55177a25ff751e0c0a8261200717.", "result": "02-RG-MTM/results/paper1_suite/nucleon; one static frame,13 leaves,26 nodes (reference table:28 nodes).", "profiles": "Full saved arrays; source scalar recovered by -profile*247. Native axes/text are editable, profile raster layers are scientific plots of all samples. TMTM profile has4096 samples; RG32768.", "coincident_R": "All three stored R arrays are byte-for-byte equal to P; the shared curve is labelled P/R.", "scope": "Static layout test; not temporal or volumetric evidence."}</a:t>
            </a: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main_figures/Fig8/ppt/presProps.xml><?xml version="1.0" encoding="utf-8"?>
<p:presentationPr xmlns:p="http://schemas.openxmlformats.org/presentationml/2006/main">
  <p:extLst>
    <p:ext xmlns:p14="http://schemas.microsoft.com/office/powerpoint/2010/main" uri="{E76CE94A-603C-4142-B9EB-6D1370010A27}">
      <p14:discardImageEditData val="0"/>
    </p:ext>
    <p:ext xmlns:p14="http://schemas.microsoft.com/office/powerpoint/2010/main" uri="{D31A062A-798A-4329-ABDD-BBA856620510}">
      <p14:defaultImageDpi val="32767"/>
    </p:ext>
    <p:ext xmlns:p15="http://schemas.microsoft.com/office/powerpoint/2012/main" uri="{FD5EFAAD-0ECE-453E-9831-46B23BE46B34}">
      <p15:chartTrackingRefBased val="1"/>
    </p:ext>
  </p:extLst>
</p:presentationPr>
</file>

<file path=ppt/main_figures/Fig8/ppt/presentation.xml><?xml version="1.0" encoding="utf-8"?>
<p:presentation xmlns:p="http://schemas.openxmlformats.org/presentationml/2006/main" xmlns:r="http://schemas.openxmlformats.org/officeDocument/2006/relationships">
  <p:sldMasterIdLst>
    <p:sldMasterId id="2147483648" r:id="R2c951ada8d064b03"/>
  </p:sldMasterIdLst>
  <p:notesMasterIdLst>
    <p:notesMasterId r:id="Re0b67dcc600d412a"/>
  </p:notesMasterIdLst>
  <p:sldIdLst>
    <p:sldId id="256" r:id="R7b93b7e54d1a4a8f"/>
  </p:sldIdLst>
  <p:sldSz cx="7658100" cy="3733800"/>
  <p:notesSz cx="6858000" cy="9144000"/>
</p:presentation>
</file>

<file path=ppt/main_figures/Fig8/ppt/slideLayouts/_rels/slideLayout1.xml.rels><?xml version='1.0' encoding='utf-8'?>
<Relationships xmlns="http://schemas.openxmlformats.org/package/2006/relationships"><Relationship Type="http://schemas.openxmlformats.org/officeDocument/2006/relationships/slideMaster" Target="/ppt/main_figures/Fig8/ppt/slideMasters/slideMaster1.xml" Id="R69eae450bc1e4731" /></Relationships>
</file>

<file path=ppt/main_figures/Fig8/ppt/slideLayouts/_rels/slideLayout2.xml.rels><?xml version='1.0' encoding='utf-8'?>
<Relationships xmlns="http://schemas.openxmlformats.org/package/2006/relationships"><Relationship Type="http://schemas.openxmlformats.org/officeDocument/2006/relationships/slideMaster" Target="/ppt/main_figures/Fig8/ppt/slideMasters/slideMaster1.xml" Id="R142e475567194a22" /></Relationships>
</file>

<file path=ppt/main_figures/Fig8/ppt/slideLayouts/_rels/slideLayout3.xml.rels><?xml version='1.0' encoding='utf-8'?>
<Relationships xmlns="http://schemas.openxmlformats.org/package/2006/relationships"><Relationship Type="http://schemas.openxmlformats.org/officeDocument/2006/relationships/slideMaster" Target="/ppt/main_figures/Fig8/ppt/slideMasters/slideMaster1.xml" Id="R5667716d457a404b" /></Relationships>
</file>

<file path=ppt/main_figures/Fig8/ppt/slideLayouts/_rels/slideLayout4.xml.rels><?xml version='1.0' encoding='utf-8'?>
<Relationships xmlns="http://schemas.openxmlformats.org/package/2006/relationships"><Relationship Type="http://schemas.openxmlformats.org/officeDocument/2006/relationships/slideMaster" Target="/ppt/main_figures/Fig8/ppt/slideMasters/slideMaster1.xml" Id="R292475cc69cb4b25" /></Relationships>
</file>

<file path=ppt/main_figures/Fig8/ppt/slideLayouts/_rels/slideLayout5.xml.rels><?xml version='1.0' encoding='utf-8'?>
<Relationships xmlns="http://schemas.openxmlformats.org/package/2006/relationships"><Relationship Type="http://schemas.openxmlformats.org/officeDocument/2006/relationships/slideMaster" Target="/ppt/main_figures/Fig8/ppt/slideMasters/slideMaster1.xml" Id="Re8a731c3fad24706" /></Relationships>
</file>

<file path=ppt/main_figures/Fig8/ppt/slideLayouts/_rels/slideLayout6.xml.rels><?xml version='1.0' encoding='utf-8'?>
<Relationships xmlns="http://schemas.openxmlformats.org/package/2006/relationships"><Relationship Type="http://schemas.openxmlformats.org/officeDocument/2006/relationships/slideMaster" Target="/ppt/main_figures/Fig8/ppt/slideMasters/slideMaster1.xml" Id="R985de9a284284cfe" /></Relationships>
</file>

<file path=ppt/main_figures/Fig8/ppt/slideLayouts/slideLayout1.xml><?xml version="1.0" encoding="utf-8"?>
<p:sldLayout xmlns:p="http://schemas.openxmlformats.org/presentationml/2006/main" type="title">
  <p:cSld name="Title Slide">
    <p:spTree>
      <p:nvGrpSpPr>
        <p:cNvPr id="1" name=""/>
        <p:cNvGrpSpPr/>
        <p:nvPr/>
      </p:nvGrpSpPr>
      <p:grpSpPr>
        <a:xfrm xmlns:a="http://schemas.openxmlformats.org/drawingml/2006/main"/>
      </p:grpSpPr>
      <p:sp>
        <p:nvSpPr>
          <p:cNvPr id="3" name="Title">
            <a:extLst xmlns:a="http://schemas.openxmlformats.org/drawingml/2006/main">
              <a:ext uri="{FF2B5EF4-FFF2-40B4-BE49-F238E27FC236}">
                <a16:creationId xmlns:a16="http://schemas.microsoft.com/office/drawing/2014/main" id="{F1412B15-48A4-47E5-B42E-346905469C71}"/>
              </a:ext>
            </a:extLst>
          </p:cNvPr>
          <p:cNvSpPr>
            <a:spLocks xmlns:a="http://schemas.openxmlformats.org/drawingml/2006/main" noGrp="1"/>
          </p:cNvSpPr>
          <p:nvPr>
            <p:ph type="title" idx="0"/>
          </p:nvPr>
        </p:nvSpPr>
        <p:spPr>
          <a:xfrm xmlns:a="http://schemas.openxmlformats.org/drawingml/2006/main">
            <a:off x="1280160" y="1547283"/>
            <a:ext cx="10241280" cy="591608"/>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ctr">
            <a:normAutofit/>
          </a:bodyPr>
          <a:lstStyle xmlns:a="http://schemas.openxmlformats.org/drawingml/2006/main">
            <a:defPPr algn="ctr">
              <a:defRPr sz="2867" b="1">
                <a:solidFill>
                  <a:schemeClr val="tx1"/>
                </a:solidFill>
                <a:latin typeface="+mj-lt"/>
                <a:ea typeface="+mj-lt"/>
                <a:cs typeface="+mj-lt"/>
              </a:defRPr>
            </a:defPPr>
            <a:lvl1pPr marL="0" indent="0" algn="ctr">
              <a:lnSpc>
                <a:spcPct val="110000"/>
              </a:lnSpc>
              <a:spcBef>
                <a:spcPts val="0"/>
              </a:spcBef>
              <a:spcAft>
                <a:spcPts val="0"/>
              </a:spcAft>
              <a:buNone/>
              <a:defRPr sz="2867" b="1">
                <a:solidFill>
                  <a:schemeClr val="tx1"/>
                </a:solidFill>
                <a:latin typeface="+mj-lt"/>
                <a:ea typeface="+mj-lt"/>
                <a:cs typeface="+mj-lt"/>
              </a:defRPr>
            </a:lvl1pPr>
            <a:lvl2pPr marL="0" indent="0" algn="ctr">
              <a:lnSpc>
                <a:spcPct val="110000"/>
              </a:lnSpc>
              <a:spcBef>
                <a:spcPts val="0"/>
              </a:spcBef>
              <a:spcAft>
                <a:spcPts val="0"/>
              </a:spcAft>
              <a:buNone/>
              <a:defRPr sz="2867" b="1">
                <a:solidFill>
                  <a:schemeClr val="tx1"/>
                </a:solidFill>
                <a:latin typeface="+mj-lt"/>
                <a:ea typeface="+mj-lt"/>
                <a:cs typeface="+mj-lt"/>
              </a:defRPr>
            </a:lvl2pPr>
            <a:lvl3pPr marL="0" indent="0" algn="ctr">
              <a:lnSpc>
                <a:spcPct val="110000"/>
              </a:lnSpc>
              <a:spcBef>
                <a:spcPts val="0"/>
              </a:spcBef>
              <a:spcAft>
                <a:spcPts val="0"/>
              </a:spcAft>
              <a:buNone/>
              <a:defRPr sz="2867" b="1">
                <a:solidFill>
                  <a:schemeClr val="tx1"/>
                </a:solidFill>
                <a:latin typeface="+mj-lt"/>
                <a:ea typeface="+mj-lt"/>
                <a:cs typeface="+mj-lt"/>
              </a:defRPr>
            </a:lvl3pPr>
            <a:lvl4pPr marL="0" indent="0" algn="ctr">
              <a:lnSpc>
                <a:spcPct val="110000"/>
              </a:lnSpc>
              <a:spcBef>
                <a:spcPts val="0"/>
              </a:spcBef>
              <a:spcAft>
                <a:spcPts val="0"/>
              </a:spcAft>
              <a:buNone/>
              <a:defRPr sz="2867" b="1">
                <a:solidFill>
                  <a:schemeClr val="tx1"/>
                </a:solidFill>
                <a:latin typeface="+mj-lt"/>
                <a:ea typeface="+mj-lt"/>
                <a:cs typeface="+mj-lt"/>
              </a:defRPr>
            </a:lvl4pPr>
            <a:lvl5pPr marL="0" indent="0" algn="ctr">
              <a:lnSpc>
                <a:spcPct val="110000"/>
              </a:lnSpc>
              <a:spcBef>
                <a:spcPts val="0"/>
              </a:spcBef>
              <a:spcAft>
                <a:spcPts val="0"/>
              </a:spcAft>
              <a:buNone/>
              <a:defRPr sz="2867" b="1">
                <a:solidFill>
                  <a:schemeClr val="tx1"/>
                </a:solidFill>
                <a:latin typeface="+mj-lt"/>
                <a:ea typeface="+mj-lt"/>
                <a:cs typeface="+mj-lt"/>
              </a:defRPr>
            </a:lvl5pPr>
            <a:lvl6pPr marL="0" indent="0" algn="ctr">
              <a:lnSpc>
                <a:spcPct val="110000"/>
              </a:lnSpc>
              <a:spcBef>
                <a:spcPts val="0"/>
              </a:spcBef>
              <a:spcAft>
                <a:spcPts val="0"/>
              </a:spcAft>
              <a:buNone/>
              <a:defRPr sz="2867" b="1">
                <a:solidFill>
                  <a:schemeClr val="tx1"/>
                </a:solidFill>
                <a:latin typeface="+mj-lt"/>
                <a:ea typeface="+mj-lt"/>
                <a:cs typeface="+mj-lt"/>
              </a:defRPr>
            </a:lvl6pPr>
            <a:lvl7pPr marL="0" indent="0" algn="ctr">
              <a:lnSpc>
                <a:spcPct val="110000"/>
              </a:lnSpc>
              <a:spcBef>
                <a:spcPts val="0"/>
              </a:spcBef>
              <a:spcAft>
                <a:spcPts val="0"/>
              </a:spcAft>
              <a:buNone/>
              <a:defRPr sz="2867" b="1">
                <a:solidFill>
                  <a:schemeClr val="tx1"/>
                </a:solidFill>
                <a:latin typeface="+mj-lt"/>
                <a:ea typeface="+mj-lt"/>
                <a:cs typeface="+mj-lt"/>
              </a:defRPr>
            </a:lvl7pPr>
            <a:lvl8pPr marL="0" indent="0" algn="ctr">
              <a:lnSpc>
                <a:spcPct val="110000"/>
              </a:lnSpc>
              <a:spcBef>
                <a:spcPts val="0"/>
              </a:spcBef>
              <a:spcAft>
                <a:spcPts val="0"/>
              </a:spcAft>
              <a:buNone/>
              <a:defRPr sz="2867" b="1">
                <a:solidFill>
                  <a:schemeClr val="tx1"/>
                </a:solidFill>
                <a:latin typeface="+mj-lt"/>
                <a:ea typeface="+mj-lt"/>
                <a:cs typeface="+mj-lt"/>
              </a:defRPr>
            </a:lvl8pPr>
            <a:lvl9pPr marL="0" indent="0" algn="ctr">
              <a:lnSpc>
                <a:spcPct val="110000"/>
              </a:lnSpc>
              <a:spcBef>
                <a:spcPts val="0"/>
              </a:spcBef>
              <a:spcAft>
                <a:spcPts val="0"/>
              </a:spcAft>
              <a:buNone/>
              <a:defRPr sz="2867" b="1">
                <a:solidFill>
                  <a:schemeClr val="tx1"/>
                </a:solidFill>
                <a:latin typeface="+mj-lt"/>
                <a:ea typeface="+mj-lt"/>
                <a:cs typeface="+mj-lt"/>
              </a:defRPr>
            </a:lvl9pPr>
          </a:lstStyle>
          <a:p xmlns:a="http://schemas.openxmlformats.org/drawingml/2006/main"/>
        </p:txBody>
      </p:sp>
      <p:sp>
        <p:nvSpPr>
          <p:cNvPr id="2" name="Subtitle">
            <a:extLst xmlns:a="http://schemas.openxmlformats.org/drawingml/2006/main">
              <a:ext uri="{FF2B5EF4-FFF2-40B4-BE49-F238E27FC236}">
                <a16:creationId xmlns:a16="http://schemas.microsoft.com/office/drawing/2014/main" id="{7A7BFD58-DC67-473C-A76B-95BC59217628}"/>
              </a:ext>
            </a:extLst>
          </p:cNvPr>
          <p:cNvSpPr>
            <a:spLocks xmlns:a="http://schemas.openxmlformats.org/drawingml/2006/main" noGrp="1"/>
          </p:cNvSpPr>
          <p:nvPr>
            <p:ph type="subTitle" idx="1"/>
          </p:nvPr>
        </p:nvSpPr>
        <p:spPr>
          <a:xfrm xmlns:a="http://schemas.openxmlformats.org/drawingml/2006/main">
            <a:off x="1920240" y="2252663"/>
            <a:ext cx="8961120" cy="455083"/>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ctr">
            <a:normAutofit/>
          </a:bodyPr>
          <a:lstStyle xmlns:a="http://schemas.openxmlformats.org/drawingml/2006/main">
            <a:defPPr algn="ctr">
              <a:defRPr sz="1254" b="0">
                <a:solidFill>
                  <a:schemeClr val="tx1"/>
                </a:solidFill>
                <a:latin typeface="+mn-lt"/>
                <a:ea typeface="+mn-lt"/>
                <a:cs typeface="+mn-lt"/>
              </a:defRPr>
            </a:defPPr>
            <a:lvl1pPr marL="0" indent="0" algn="ctr">
              <a:lnSpc>
                <a:spcPct val="110000"/>
              </a:lnSpc>
              <a:spcBef>
                <a:spcPts val="0"/>
              </a:spcBef>
              <a:spcAft>
                <a:spcPts val="0"/>
              </a:spcAft>
              <a:buNone/>
              <a:defRPr sz="1254" b="0">
                <a:solidFill>
                  <a:schemeClr val="tx1"/>
                </a:solidFill>
                <a:latin typeface="+mn-lt"/>
                <a:ea typeface="+mn-lt"/>
                <a:cs typeface="+mn-lt"/>
              </a:defRPr>
            </a:lvl1pPr>
            <a:lvl2pPr marL="0" indent="0" algn="ctr">
              <a:lnSpc>
                <a:spcPct val="110000"/>
              </a:lnSpc>
              <a:spcBef>
                <a:spcPts val="0"/>
              </a:spcBef>
              <a:spcAft>
                <a:spcPts val="0"/>
              </a:spcAft>
              <a:buNone/>
              <a:defRPr sz="1254" b="0">
                <a:solidFill>
                  <a:schemeClr val="tx1"/>
                </a:solidFill>
                <a:latin typeface="+mn-lt"/>
                <a:ea typeface="+mn-lt"/>
                <a:cs typeface="+mn-lt"/>
              </a:defRPr>
            </a:lvl2pPr>
            <a:lvl3pPr marL="0" indent="0" algn="ctr">
              <a:lnSpc>
                <a:spcPct val="110000"/>
              </a:lnSpc>
              <a:spcBef>
                <a:spcPts val="0"/>
              </a:spcBef>
              <a:spcAft>
                <a:spcPts val="0"/>
              </a:spcAft>
              <a:buNone/>
              <a:defRPr sz="1254" b="0">
                <a:solidFill>
                  <a:schemeClr val="tx1"/>
                </a:solidFill>
                <a:latin typeface="+mn-lt"/>
                <a:ea typeface="+mn-lt"/>
                <a:cs typeface="+mn-lt"/>
              </a:defRPr>
            </a:lvl3pPr>
            <a:lvl4pPr marL="0" indent="0" algn="ctr">
              <a:lnSpc>
                <a:spcPct val="110000"/>
              </a:lnSpc>
              <a:spcBef>
                <a:spcPts val="0"/>
              </a:spcBef>
              <a:spcAft>
                <a:spcPts val="0"/>
              </a:spcAft>
              <a:buNone/>
              <a:defRPr sz="1254" b="0">
                <a:solidFill>
                  <a:schemeClr val="tx1"/>
                </a:solidFill>
                <a:latin typeface="+mn-lt"/>
                <a:ea typeface="+mn-lt"/>
                <a:cs typeface="+mn-lt"/>
              </a:defRPr>
            </a:lvl4pPr>
            <a:lvl5pPr marL="0" indent="0" algn="ctr">
              <a:lnSpc>
                <a:spcPct val="110000"/>
              </a:lnSpc>
              <a:spcBef>
                <a:spcPts val="0"/>
              </a:spcBef>
              <a:spcAft>
                <a:spcPts val="0"/>
              </a:spcAft>
              <a:buNone/>
              <a:defRPr sz="1254" b="0">
                <a:solidFill>
                  <a:schemeClr val="tx1"/>
                </a:solidFill>
                <a:latin typeface="+mn-lt"/>
                <a:ea typeface="+mn-lt"/>
                <a:cs typeface="+mn-lt"/>
              </a:defRPr>
            </a:lvl5pPr>
            <a:lvl6pPr marL="0" indent="0" algn="ctr">
              <a:lnSpc>
                <a:spcPct val="110000"/>
              </a:lnSpc>
              <a:spcBef>
                <a:spcPts val="0"/>
              </a:spcBef>
              <a:spcAft>
                <a:spcPts val="0"/>
              </a:spcAft>
              <a:buNone/>
              <a:defRPr sz="1254" b="0">
                <a:solidFill>
                  <a:schemeClr val="tx1"/>
                </a:solidFill>
                <a:latin typeface="+mn-lt"/>
                <a:ea typeface="+mn-lt"/>
                <a:cs typeface="+mn-lt"/>
              </a:defRPr>
            </a:lvl6pPr>
            <a:lvl7pPr marL="0" indent="0" algn="ctr">
              <a:lnSpc>
                <a:spcPct val="110000"/>
              </a:lnSpc>
              <a:spcBef>
                <a:spcPts val="0"/>
              </a:spcBef>
              <a:spcAft>
                <a:spcPts val="0"/>
              </a:spcAft>
              <a:buNone/>
              <a:defRPr sz="1254" b="0">
                <a:solidFill>
                  <a:schemeClr val="tx1"/>
                </a:solidFill>
                <a:latin typeface="+mn-lt"/>
                <a:ea typeface="+mn-lt"/>
                <a:cs typeface="+mn-lt"/>
              </a:defRPr>
            </a:lvl7pPr>
            <a:lvl8pPr marL="0" indent="0" algn="ctr">
              <a:lnSpc>
                <a:spcPct val="110000"/>
              </a:lnSpc>
              <a:spcBef>
                <a:spcPts val="0"/>
              </a:spcBef>
              <a:spcAft>
                <a:spcPts val="0"/>
              </a:spcAft>
              <a:buNone/>
              <a:defRPr sz="1254" b="0">
                <a:solidFill>
                  <a:schemeClr val="tx1"/>
                </a:solidFill>
                <a:latin typeface="+mn-lt"/>
                <a:ea typeface="+mn-lt"/>
                <a:cs typeface="+mn-lt"/>
              </a:defRPr>
            </a:lvl8pPr>
            <a:lvl9pPr marL="0" indent="0" algn="ctr">
              <a:lnSpc>
                <a:spcPct val="110000"/>
              </a:lnSpc>
              <a:spcBef>
                <a:spcPts val="0"/>
              </a:spcBef>
              <a:spcAft>
                <a:spcPts val="0"/>
              </a:spcAft>
              <a:buNone/>
              <a:defRPr sz="1254" b="0">
                <a:solidFill>
                  <a:schemeClr val="tx1"/>
                </a:solidFill>
                <a:latin typeface="+mn-lt"/>
                <a:ea typeface="+mn-lt"/>
                <a:cs typeface="+mn-lt"/>
              </a:defRPr>
            </a:lvl9pPr>
          </a:lstStyle>
          <a:p xmlns:a="http://schemas.openxmlformats.org/drawingml/2006/main"/>
        </p:txBody>
      </p:sp>
    </p:spTree>
  </p:cSld>
</p:sldLayout>
</file>

<file path=ppt/main_figures/Fig8/ppt/slideLayouts/slideLayout2.xml><?xml version="1.0" encoding="utf-8"?>
<p:sldLayout xmlns:p="http://schemas.openxmlformats.org/presentationml/2006/main">
  <p:cSld name="Section Header">
    <p:spTree>
      <p:nvGrpSpPr>
        <p:cNvPr id="1" name=""/>
        <p:cNvGrpSpPr/>
        <p:nvPr/>
      </p:nvGrpSpPr>
      <p:grpSpPr>
        <a:xfrm xmlns:a="http://schemas.openxmlformats.org/drawingml/2006/main"/>
      </p:grpSpPr>
      <p:sp>
        <p:nvSpPr>
          <p:cNvPr id="2" name="Section title">
            <a:extLst xmlns:a="http://schemas.openxmlformats.org/drawingml/2006/main">
              <a:ext uri="{FF2B5EF4-FFF2-40B4-BE49-F238E27FC236}">
                <a16:creationId xmlns:a16="http://schemas.microsoft.com/office/drawing/2014/main" id="{7AE14D43-5506-44B3-8169-853D8A1D0CE8}"/>
              </a:ext>
            </a:extLst>
          </p:cNvPr>
          <p:cNvSpPr>
            <a:spLocks xmlns:a="http://schemas.openxmlformats.org/drawingml/2006/main" noGrp="1"/>
          </p:cNvSpPr>
          <p:nvPr>
            <p:ph type="title" idx="0"/>
          </p:nvPr>
        </p:nvSpPr>
        <p:spPr>
          <a:xfrm xmlns:a="http://schemas.openxmlformats.org/drawingml/2006/main">
            <a:off x="1280160" y="1706563"/>
            <a:ext cx="10241280" cy="682625"/>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ctr">
            <a:normAutofit/>
          </a:bodyPr>
          <a:lstStyle xmlns:a="http://schemas.openxmlformats.org/drawingml/2006/main">
            <a:defPPr algn="ctr">
              <a:defRPr sz="2508" b="1">
                <a:solidFill>
                  <a:schemeClr val="tx1"/>
                </a:solidFill>
                <a:latin typeface="+mj-lt"/>
                <a:ea typeface="+mj-lt"/>
                <a:cs typeface="+mj-lt"/>
              </a:defRPr>
            </a:defPPr>
            <a:lvl1pPr marL="0" indent="0" algn="ctr">
              <a:lnSpc>
                <a:spcPct val="110000"/>
              </a:lnSpc>
              <a:spcBef>
                <a:spcPts val="0"/>
              </a:spcBef>
              <a:spcAft>
                <a:spcPts val="0"/>
              </a:spcAft>
              <a:buNone/>
              <a:defRPr sz="2508" b="1">
                <a:solidFill>
                  <a:schemeClr val="tx1"/>
                </a:solidFill>
                <a:latin typeface="+mj-lt"/>
                <a:ea typeface="+mj-lt"/>
                <a:cs typeface="+mj-lt"/>
              </a:defRPr>
            </a:lvl1pPr>
            <a:lvl2pPr marL="0" indent="0" algn="ctr">
              <a:lnSpc>
                <a:spcPct val="110000"/>
              </a:lnSpc>
              <a:spcBef>
                <a:spcPts val="0"/>
              </a:spcBef>
              <a:spcAft>
                <a:spcPts val="0"/>
              </a:spcAft>
              <a:buNone/>
              <a:defRPr sz="2508" b="1">
                <a:solidFill>
                  <a:schemeClr val="tx1"/>
                </a:solidFill>
                <a:latin typeface="+mj-lt"/>
                <a:ea typeface="+mj-lt"/>
                <a:cs typeface="+mj-lt"/>
              </a:defRPr>
            </a:lvl2pPr>
            <a:lvl3pPr marL="0" indent="0" algn="ctr">
              <a:lnSpc>
                <a:spcPct val="110000"/>
              </a:lnSpc>
              <a:spcBef>
                <a:spcPts val="0"/>
              </a:spcBef>
              <a:spcAft>
                <a:spcPts val="0"/>
              </a:spcAft>
              <a:buNone/>
              <a:defRPr sz="2508" b="1">
                <a:solidFill>
                  <a:schemeClr val="tx1"/>
                </a:solidFill>
                <a:latin typeface="+mj-lt"/>
                <a:ea typeface="+mj-lt"/>
                <a:cs typeface="+mj-lt"/>
              </a:defRPr>
            </a:lvl3pPr>
            <a:lvl4pPr marL="0" indent="0" algn="ctr">
              <a:lnSpc>
                <a:spcPct val="110000"/>
              </a:lnSpc>
              <a:spcBef>
                <a:spcPts val="0"/>
              </a:spcBef>
              <a:spcAft>
                <a:spcPts val="0"/>
              </a:spcAft>
              <a:buNone/>
              <a:defRPr sz="2508" b="1">
                <a:solidFill>
                  <a:schemeClr val="tx1"/>
                </a:solidFill>
                <a:latin typeface="+mj-lt"/>
                <a:ea typeface="+mj-lt"/>
                <a:cs typeface="+mj-lt"/>
              </a:defRPr>
            </a:lvl4pPr>
            <a:lvl5pPr marL="0" indent="0" algn="ctr">
              <a:lnSpc>
                <a:spcPct val="110000"/>
              </a:lnSpc>
              <a:spcBef>
                <a:spcPts val="0"/>
              </a:spcBef>
              <a:spcAft>
                <a:spcPts val="0"/>
              </a:spcAft>
              <a:buNone/>
              <a:defRPr sz="2508" b="1">
                <a:solidFill>
                  <a:schemeClr val="tx1"/>
                </a:solidFill>
                <a:latin typeface="+mj-lt"/>
                <a:ea typeface="+mj-lt"/>
                <a:cs typeface="+mj-lt"/>
              </a:defRPr>
            </a:lvl5pPr>
            <a:lvl6pPr marL="0" indent="0" algn="ctr">
              <a:lnSpc>
                <a:spcPct val="110000"/>
              </a:lnSpc>
              <a:spcBef>
                <a:spcPts val="0"/>
              </a:spcBef>
              <a:spcAft>
                <a:spcPts val="0"/>
              </a:spcAft>
              <a:buNone/>
              <a:defRPr sz="2508" b="1">
                <a:solidFill>
                  <a:schemeClr val="tx1"/>
                </a:solidFill>
                <a:latin typeface="+mj-lt"/>
                <a:ea typeface="+mj-lt"/>
                <a:cs typeface="+mj-lt"/>
              </a:defRPr>
            </a:lvl6pPr>
            <a:lvl7pPr marL="0" indent="0" algn="ctr">
              <a:lnSpc>
                <a:spcPct val="110000"/>
              </a:lnSpc>
              <a:spcBef>
                <a:spcPts val="0"/>
              </a:spcBef>
              <a:spcAft>
                <a:spcPts val="0"/>
              </a:spcAft>
              <a:buNone/>
              <a:defRPr sz="2508" b="1">
                <a:solidFill>
                  <a:schemeClr val="tx1"/>
                </a:solidFill>
                <a:latin typeface="+mj-lt"/>
                <a:ea typeface="+mj-lt"/>
                <a:cs typeface="+mj-lt"/>
              </a:defRPr>
            </a:lvl7pPr>
            <a:lvl8pPr marL="0" indent="0" algn="ctr">
              <a:lnSpc>
                <a:spcPct val="110000"/>
              </a:lnSpc>
              <a:spcBef>
                <a:spcPts val="0"/>
              </a:spcBef>
              <a:spcAft>
                <a:spcPts val="0"/>
              </a:spcAft>
              <a:buNone/>
              <a:defRPr sz="2508" b="1">
                <a:solidFill>
                  <a:schemeClr val="tx1"/>
                </a:solidFill>
                <a:latin typeface="+mj-lt"/>
                <a:ea typeface="+mj-lt"/>
                <a:cs typeface="+mj-lt"/>
              </a:defRPr>
            </a:lvl8pPr>
            <a:lvl9pPr marL="0" indent="0" algn="ctr">
              <a:lnSpc>
                <a:spcPct val="110000"/>
              </a:lnSpc>
              <a:spcBef>
                <a:spcPts val="0"/>
              </a:spcBef>
              <a:spcAft>
                <a:spcPts val="0"/>
              </a:spcAft>
              <a:buNone/>
              <a:defRPr sz="2508" b="1">
                <a:solidFill>
                  <a:schemeClr val="tx1"/>
                </a:solidFill>
                <a:latin typeface="+mj-lt"/>
                <a:ea typeface="+mj-lt"/>
                <a:cs typeface="+mj-lt"/>
              </a:defRPr>
            </a:lvl9pPr>
          </a:lstStyle>
          <a:p xmlns:a="http://schemas.openxmlformats.org/drawingml/2006/main"/>
        </p:txBody>
      </p:sp>
    </p:spTree>
  </p:cSld>
</p:sldLayout>
</file>

<file path=ppt/main_figures/Fig8/ppt/slideLayouts/slideLayout3.xml><?xml version="1.0" encoding="utf-8"?>
<p:sldLayout xmlns:p="http://schemas.openxmlformats.org/presentationml/2006/main">
  <p:cSld name="Title and Body">
    <p:spTree>
      <p:nvGrpSpPr>
        <p:cNvPr id="1" name=""/>
        <p:cNvGrpSpPr/>
        <p:nvPr/>
      </p:nvGrpSpPr>
      <p:grpSpPr>
        <a:xfrm xmlns:a="http://schemas.openxmlformats.org/drawingml/2006/main"/>
      </p:grpSpPr>
      <p:sp>
        <p:nvSpPr>
          <p:cNvPr id="3" name="Title">
            <a:extLst xmlns:a="http://schemas.openxmlformats.org/drawingml/2006/main">
              <a:ext uri="{FF2B5EF4-FFF2-40B4-BE49-F238E27FC236}">
                <a16:creationId xmlns:a16="http://schemas.microsoft.com/office/drawing/2014/main" id="{152634C9-0764-4436-8EA6-A3CCC56DB3F2}"/>
              </a:ext>
            </a:extLst>
          </p:cNvPr>
          <p:cNvSpPr>
            <a:spLocks xmlns:a="http://schemas.openxmlformats.org/drawingml/2006/main" noGrp="1"/>
          </p:cNvSpPr>
          <p:nvPr>
            <p:ph type="title" idx="0"/>
          </p:nvPr>
        </p:nvSpPr>
        <p:spPr>
          <a:xfrm xmlns:a="http://schemas.openxmlformats.org/drawingml/2006/main">
            <a:off x="720090" y="318558"/>
            <a:ext cx="11361420" cy="500592"/>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1971" b="1">
                <a:solidFill>
                  <a:schemeClr val="tx1"/>
                </a:solidFill>
                <a:latin typeface="+mj-lt"/>
                <a:ea typeface="+mj-lt"/>
                <a:cs typeface="+mj-lt"/>
              </a:defRPr>
            </a:defPPr>
            <a:lvl1pPr marL="0" indent="0" algn="l">
              <a:lnSpc>
                <a:spcPct val="110000"/>
              </a:lnSpc>
              <a:spcBef>
                <a:spcPts val="0"/>
              </a:spcBef>
              <a:spcAft>
                <a:spcPts val="0"/>
              </a:spcAft>
              <a:buNone/>
              <a:defRPr sz="1971" b="1">
                <a:solidFill>
                  <a:schemeClr val="tx1"/>
                </a:solidFill>
                <a:latin typeface="+mj-lt"/>
                <a:ea typeface="+mj-lt"/>
                <a:cs typeface="+mj-lt"/>
              </a:defRPr>
            </a:lvl1pPr>
            <a:lvl2pPr marL="0" indent="0" algn="l">
              <a:lnSpc>
                <a:spcPct val="110000"/>
              </a:lnSpc>
              <a:spcBef>
                <a:spcPts val="0"/>
              </a:spcBef>
              <a:spcAft>
                <a:spcPts val="0"/>
              </a:spcAft>
              <a:buNone/>
              <a:defRPr sz="1971" b="1">
                <a:solidFill>
                  <a:schemeClr val="tx1"/>
                </a:solidFill>
                <a:latin typeface="+mj-lt"/>
                <a:ea typeface="+mj-lt"/>
                <a:cs typeface="+mj-lt"/>
              </a:defRPr>
            </a:lvl2pPr>
            <a:lvl3pPr marL="0" indent="0" algn="l">
              <a:lnSpc>
                <a:spcPct val="110000"/>
              </a:lnSpc>
              <a:spcBef>
                <a:spcPts val="0"/>
              </a:spcBef>
              <a:spcAft>
                <a:spcPts val="0"/>
              </a:spcAft>
              <a:buNone/>
              <a:defRPr sz="1971" b="1">
                <a:solidFill>
                  <a:schemeClr val="tx1"/>
                </a:solidFill>
                <a:latin typeface="+mj-lt"/>
                <a:ea typeface="+mj-lt"/>
                <a:cs typeface="+mj-lt"/>
              </a:defRPr>
            </a:lvl3pPr>
            <a:lvl4pPr marL="0" indent="0" algn="l">
              <a:lnSpc>
                <a:spcPct val="110000"/>
              </a:lnSpc>
              <a:spcBef>
                <a:spcPts val="0"/>
              </a:spcBef>
              <a:spcAft>
                <a:spcPts val="0"/>
              </a:spcAft>
              <a:buNone/>
              <a:defRPr sz="1971" b="1">
                <a:solidFill>
                  <a:schemeClr val="tx1"/>
                </a:solidFill>
                <a:latin typeface="+mj-lt"/>
                <a:ea typeface="+mj-lt"/>
                <a:cs typeface="+mj-lt"/>
              </a:defRPr>
            </a:lvl4pPr>
            <a:lvl5pPr marL="0" indent="0" algn="l">
              <a:lnSpc>
                <a:spcPct val="110000"/>
              </a:lnSpc>
              <a:spcBef>
                <a:spcPts val="0"/>
              </a:spcBef>
              <a:spcAft>
                <a:spcPts val="0"/>
              </a:spcAft>
              <a:buNone/>
              <a:defRPr sz="1971" b="1">
                <a:solidFill>
                  <a:schemeClr val="tx1"/>
                </a:solidFill>
                <a:latin typeface="+mj-lt"/>
                <a:ea typeface="+mj-lt"/>
                <a:cs typeface="+mj-lt"/>
              </a:defRPr>
            </a:lvl5pPr>
            <a:lvl6pPr marL="0" indent="0" algn="l">
              <a:lnSpc>
                <a:spcPct val="110000"/>
              </a:lnSpc>
              <a:spcBef>
                <a:spcPts val="0"/>
              </a:spcBef>
              <a:spcAft>
                <a:spcPts val="0"/>
              </a:spcAft>
              <a:buNone/>
              <a:defRPr sz="1971" b="1">
                <a:solidFill>
                  <a:schemeClr val="tx1"/>
                </a:solidFill>
                <a:latin typeface="+mj-lt"/>
                <a:ea typeface="+mj-lt"/>
                <a:cs typeface="+mj-lt"/>
              </a:defRPr>
            </a:lvl6pPr>
            <a:lvl7pPr marL="0" indent="0" algn="l">
              <a:lnSpc>
                <a:spcPct val="110000"/>
              </a:lnSpc>
              <a:spcBef>
                <a:spcPts val="0"/>
              </a:spcBef>
              <a:spcAft>
                <a:spcPts val="0"/>
              </a:spcAft>
              <a:buNone/>
              <a:defRPr sz="1971" b="1">
                <a:solidFill>
                  <a:schemeClr val="tx1"/>
                </a:solidFill>
                <a:latin typeface="+mj-lt"/>
                <a:ea typeface="+mj-lt"/>
                <a:cs typeface="+mj-lt"/>
              </a:defRPr>
            </a:lvl7pPr>
            <a:lvl8pPr marL="0" indent="0" algn="l">
              <a:lnSpc>
                <a:spcPct val="110000"/>
              </a:lnSpc>
              <a:spcBef>
                <a:spcPts val="0"/>
              </a:spcBef>
              <a:spcAft>
                <a:spcPts val="0"/>
              </a:spcAft>
              <a:buNone/>
              <a:defRPr sz="1971" b="1">
                <a:solidFill>
                  <a:schemeClr val="tx1"/>
                </a:solidFill>
                <a:latin typeface="+mj-lt"/>
                <a:ea typeface="+mj-lt"/>
                <a:cs typeface="+mj-lt"/>
              </a:defRPr>
            </a:lvl8pPr>
            <a:lvl9pPr marL="0" indent="0" algn="l">
              <a:lnSpc>
                <a:spcPct val="110000"/>
              </a:lnSpc>
              <a:spcBef>
                <a:spcPts val="0"/>
              </a:spcBef>
              <a:spcAft>
                <a:spcPts val="0"/>
              </a:spcAft>
              <a:buNone/>
              <a:defRPr sz="1971" b="1">
                <a:solidFill>
                  <a:schemeClr val="tx1"/>
                </a:solidFill>
                <a:latin typeface="+mj-lt"/>
                <a:ea typeface="+mj-lt"/>
                <a:cs typeface="+mj-lt"/>
              </a:defRPr>
            </a:lvl9pPr>
          </a:lstStyle>
          <a:p xmlns:a="http://schemas.openxmlformats.org/drawingml/2006/main"/>
        </p:txBody>
      </p:sp>
      <p:sp>
        <p:nvSpPr>
          <p:cNvPr id="2" name="Body">
            <a:extLst xmlns:a="http://schemas.openxmlformats.org/drawingml/2006/main">
              <a:ext uri="{FF2B5EF4-FFF2-40B4-BE49-F238E27FC236}">
                <a16:creationId xmlns:a16="http://schemas.microsoft.com/office/drawing/2014/main" id="{32006F82-F1C1-4631-A71B-298B0139B527}"/>
              </a:ext>
            </a:extLst>
          </p:cNvPr>
          <p:cNvSpPr>
            <a:spLocks xmlns:a="http://schemas.openxmlformats.org/drawingml/2006/main" noGrp="1"/>
          </p:cNvSpPr>
          <p:nvPr>
            <p:ph type="body" idx="1"/>
          </p:nvPr>
        </p:nvSpPr>
        <p:spPr>
          <a:xfrm xmlns:a="http://schemas.openxmlformats.org/drawingml/2006/main">
            <a:off x="720090" y="1137708"/>
            <a:ext cx="11361420" cy="25484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1344" b="0">
                <a:solidFill>
                  <a:schemeClr val="tx1"/>
                </a:solidFill>
                <a:latin typeface="+mn-lt"/>
                <a:ea typeface="+mn-lt"/>
                <a:cs typeface="+mn-lt"/>
              </a:defRPr>
            </a:defPPr>
            <a:lvl1pPr marL="136525" indent="-136525" algn="l">
              <a:lnSpc>
                <a:spcPct val="110000"/>
              </a:lnSpc>
              <a:spcBef>
                <a:spcPts val="0"/>
              </a:spcBef>
              <a:spcAft>
                <a:spcPts val="717"/>
              </a:spcAft>
              <a:buChar char="•"/>
              <a:defRPr sz="1344" b="0">
                <a:solidFill>
                  <a:schemeClr val="tx1"/>
                </a:solidFill>
                <a:latin typeface="+mn-lt"/>
                <a:ea typeface="+mn-lt"/>
                <a:cs typeface="+mn-lt"/>
              </a:defRPr>
            </a:lvl1pPr>
            <a:lvl2pPr marL="318558" indent="-136525" algn="l">
              <a:lnSpc>
                <a:spcPct val="110000"/>
              </a:lnSpc>
              <a:spcBef>
                <a:spcPts val="0"/>
              </a:spcBef>
              <a:spcAft>
                <a:spcPts val="717"/>
              </a:spcAft>
              <a:buChar char="•"/>
              <a:defRPr sz="1344" b="0">
                <a:solidFill>
                  <a:schemeClr val="tx1"/>
                </a:solidFill>
                <a:latin typeface="+mn-lt"/>
                <a:ea typeface="+mn-lt"/>
                <a:cs typeface="+mn-lt"/>
              </a:defRPr>
            </a:lvl2pPr>
            <a:lvl3pPr marL="500592" indent="-136525" algn="l">
              <a:lnSpc>
                <a:spcPct val="110000"/>
              </a:lnSpc>
              <a:spcBef>
                <a:spcPts val="0"/>
              </a:spcBef>
              <a:spcAft>
                <a:spcPts val="717"/>
              </a:spcAft>
              <a:buChar char="•"/>
              <a:defRPr sz="1344" b="0">
                <a:solidFill>
                  <a:schemeClr val="tx1"/>
                </a:solidFill>
                <a:latin typeface="+mn-lt"/>
                <a:ea typeface="+mn-lt"/>
                <a:cs typeface="+mn-lt"/>
              </a:defRPr>
            </a:lvl3pPr>
            <a:lvl4pPr marL="682625" indent="-136525" algn="l">
              <a:lnSpc>
                <a:spcPct val="110000"/>
              </a:lnSpc>
              <a:spcBef>
                <a:spcPts val="0"/>
              </a:spcBef>
              <a:spcAft>
                <a:spcPts val="717"/>
              </a:spcAft>
              <a:buChar char="•"/>
              <a:defRPr sz="1344" b="0">
                <a:solidFill>
                  <a:schemeClr val="tx1"/>
                </a:solidFill>
                <a:latin typeface="+mn-lt"/>
                <a:ea typeface="+mn-lt"/>
                <a:cs typeface="+mn-lt"/>
              </a:defRPr>
            </a:lvl4pPr>
            <a:lvl5pPr marL="864658" indent="-136525" algn="l">
              <a:lnSpc>
                <a:spcPct val="110000"/>
              </a:lnSpc>
              <a:spcBef>
                <a:spcPts val="0"/>
              </a:spcBef>
              <a:spcAft>
                <a:spcPts val="717"/>
              </a:spcAft>
              <a:buChar char="•"/>
              <a:defRPr sz="1344" b="0">
                <a:solidFill>
                  <a:schemeClr val="tx1"/>
                </a:solidFill>
                <a:latin typeface="+mn-lt"/>
                <a:ea typeface="+mn-lt"/>
                <a:cs typeface="+mn-lt"/>
              </a:defRPr>
            </a:lvl5pPr>
            <a:lvl6pPr marL="1046692" indent="-136525" algn="l">
              <a:lnSpc>
                <a:spcPct val="110000"/>
              </a:lnSpc>
              <a:spcBef>
                <a:spcPts val="0"/>
              </a:spcBef>
              <a:spcAft>
                <a:spcPts val="717"/>
              </a:spcAft>
              <a:buChar char="•"/>
              <a:defRPr sz="1344" b="0">
                <a:solidFill>
                  <a:schemeClr val="tx1"/>
                </a:solidFill>
                <a:latin typeface="+mn-lt"/>
                <a:ea typeface="+mn-lt"/>
                <a:cs typeface="+mn-lt"/>
              </a:defRPr>
            </a:lvl6pPr>
            <a:lvl7pPr marL="1228725" indent="-136525" algn="l">
              <a:lnSpc>
                <a:spcPct val="110000"/>
              </a:lnSpc>
              <a:spcBef>
                <a:spcPts val="0"/>
              </a:spcBef>
              <a:spcAft>
                <a:spcPts val="717"/>
              </a:spcAft>
              <a:buChar char="•"/>
              <a:defRPr sz="1344" b="0">
                <a:solidFill>
                  <a:schemeClr val="tx1"/>
                </a:solidFill>
                <a:latin typeface="+mn-lt"/>
                <a:ea typeface="+mn-lt"/>
                <a:cs typeface="+mn-lt"/>
              </a:defRPr>
            </a:lvl7pPr>
            <a:lvl8pPr marL="1410758" indent="-136525" algn="l">
              <a:lnSpc>
                <a:spcPct val="110000"/>
              </a:lnSpc>
              <a:spcBef>
                <a:spcPts val="0"/>
              </a:spcBef>
              <a:spcAft>
                <a:spcPts val="717"/>
              </a:spcAft>
              <a:buChar char="•"/>
              <a:defRPr sz="1344" b="0">
                <a:solidFill>
                  <a:schemeClr val="tx1"/>
                </a:solidFill>
                <a:latin typeface="+mn-lt"/>
                <a:ea typeface="+mn-lt"/>
                <a:cs typeface="+mn-lt"/>
              </a:defRPr>
            </a:lvl8pPr>
            <a:lvl9pPr marL="1592792" indent="-136525" algn="l">
              <a:lnSpc>
                <a:spcPct val="110000"/>
              </a:lnSpc>
              <a:spcBef>
                <a:spcPts val="0"/>
              </a:spcBef>
              <a:spcAft>
                <a:spcPts val="717"/>
              </a:spcAft>
              <a:buChar char="•"/>
              <a:defRPr sz="1344" b="0">
                <a:solidFill>
                  <a:schemeClr val="tx1"/>
                </a:solidFill>
                <a:latin typeface="+mn-lt"/>
                <a:ea typeface="+mn-lt"/>
                <a:cs typeface="+mn-lt"/>
              </a:defRPr>
            </a:lvl9pPr>
          </a:lstStyle>
          <a:p xmlns:a="http://schemas.openxmlformats.org/drawingml/2006/main"/>
        </p:txBody>
      </p:sp>
    </p:spTree>
  </p:cSld>
</p:sldLayout>
</file>

<file path=ppt/main_figures/Fig8/ppt/slideLayouts/slideLayout4.xml><?xml version="1.0" encoding="utf-8"?>
<p:sldLayout xmlns:p="http://schemas.openxmlformats.org/presentationml/2006/main">
  <p:cSld name="Title and Two Column">
    <p:spTree>
      <p:nvGrpSpPr>
        <p:cNvPr id="1" name=""/>
        <p:cNvGrpSpPr/>
        <p:nvPr/>
      </p:nvGrpSpPr>
      <p:grpSpPr>
        <a:xfrm xmlns:a="http://schemas.openxmlformats.org/drawingml/2006/main"/>
      </p:grpSpPr>
      <p:sp>
        <p:nvSpPr>
          <p:cNvPr id="4" name="Title">
            <a:extLst xmlns:a="http://schemas.openxmlformats.org/drawingml/2006/main">
              <a:ext uri="{FF2B5EF4-FFF2-40B4-BE49-F238E27FC236}">
                <a16:creationId xmlns:a16="http://schemas.microsoft.com/office/drawing/2014/main" id="{5D975B92-63CE-4AEF-AD14-941BCE61CDB9}"/>
              </a:ext>
            </a:extLst>
          </p:cNvPr>
          <p:cNvSpPr>
            <a:spLocks xmlns:a="http://schemas.openxmlformats.org/drawingml/2006/main" noGrp="1"/>
          </p:cNvSpPr>
          <p:nvPr>
            <p:ph type="title" idx="0"/>
          </p:nvPr>
        </p:nvSpPr>
        <p:spPr>
          <a:xfrm xmlns:a="http://schemas.openxmlformats.org/drawingml/2006/main">
            <a:off x="720090" y="318558"/>
            <a:ext cx="11361420" cy="500592"/>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1971" b="1">
                <a:solidFill>
                  <a:schemeClr val="tx1"/>
                </a:solidFill>
                <a:latin typeface="+mj-lt"/>
                <a:ea typeface="+mj-lt"/>
                <a:cs typeface="+mj-lt"/>
              </a:defRPr>
            </a:defPPr>
            <a:lvl1pPr marL="0" indent="0" algn="l">
              <a:lnSpc>
                <a:spcPct val="110000"/>
              </a:lnSpc>
              <a:spcBef>
                <a:spcPts val="0"/>
              </a:spcBef>
              <a:spcAft>
                <a:spcPts val="0"/>
              </a:spcAft>
              <a:buNone/>
              <a:defRPr sz="1971" b="1">
                <a:solidFill>
                  <a:schemeClr val="tx1"/>
                </a:solidFill>
                <a:latin typeface="+mj-lt"/>
                <a:ea typeface="+mj-lt"/>
                <a:cs typeface="+mj-lt"/>
              </a:defRPr>
            </a:lvl1pPr>
            <a:lvl2pPr marL="0" indent="0" algn="l">
              <a:lnSpc>
                <a:spcPct val="110000"/>
              </a:lnSpc>
              <a:spcBef>
                <a:spcPts val="0"/>
              </a:spcBef>
              <a:spcAft>
                <a:spcPts val="0"/>
              </a:spcAft>
              <a:buNone/>
              <a:defRPr sz="1971" b="1">
                <a:solidFill>
                  <a:schemeClr val="tx1"/>
                </a:solidFill>
                <a:latin typeface="+mj-lt"/>
                <a:ea typeface="+mj-lt"/>
                <a:cs typeface="+mj-lt"/>
              </a:defRPr>
            </a:lvl2pPr>
            <a:lvl3pPr marL="0" indent="0" algn="l">
              <a:lnSpc>
                <a:spcPct val="110000"/>
              </a:lnSpc>
              <a:spcBef>
                <a:spcPts val="0"/>
              </a:spcBef>
              <a:spcAft>
                <a:spcPts val="0"/>
              </a:spcAft>
              <a:buNone/>
              <a:defRPr sz="1971" b="1">
                <a:solidFill>
                  <a:schemeClr val="tx1"/>
                </a:solidFill>
                <a:latin typeface="+mj-lt"/>
                <a:ea typeface="+mj-lt"/>
                <a:cs typeface="+mj-lt"/>
              </a:defRPr>
            </a:lvl3pPr>
            <a:lvl4pPr marL="0" indent="0" algn="l">
              <a:lnSpc>
                <a:spcPct val="110000"/>
              </a:lnSpc>
              <a:spcBef>
                <a:spcPts val="0"/>
              </a:spcBef>
              <a:spcAft>
                <a:spcPts val="0"/>
              </a:spcAft>
              <a:buNone/>
              <a:defRPr sz="1971" b="1">
                <a:solidFill>
                  <a:schemeClr val="tx1"/>
                </a:solidFill>
                <a:latin typeface="+mj-lt"/>
                <a:ea typeface="+mj-lt"/>
                <a:cs typeface="+mj-lt"/>
              </a:defRPr>
            </a:lvl4pPr>
            <a:lvl5pPr marL="0" indent="0" algn="l">
              <a:lnSpc>
                <a:spcPct val="110000"/>
              </a:lnSpc>
              <a:spcBef>
                <a:spcPts val="0"/>
              </a:spcBef>
              <a:spcAft>
                <a:spcPts val="0"/>
              </a:spcAft>
              <a:buNone/>
              <a:defRPr sz="1971" b="1">
                <a:solidFill>
                  <a:schemeClr val="tx1"/>
                </a:solidFill>
                <a:latin typeface="+mj-lt"/>
                <a:ea typeface="+mj-lt"/>
                <a:cs typeface="+mj-lt"/>
              </a:defRPr>
            </a:lvl5pPr>
            <a:lvl6pPr marL="0" indent="0" algn="l">
              <a:lnSpc>
                <a:spcPct val="110000"/>
              </a:lnSpc>
              <a:spcBef>
                <a:spcPts val="0"/>
              </a:spcBef>
              <a:spcAft>
                <a:spcPts val="0"/>
              </a:spcAft>
              <a:buNone/>
              <a:defRPr sz="1971" b="1">
                <a:solidFill>
                  <a:schemeClr val="tx1"/>
                </a:solidFill>
                <a:latin typeface="+mj-lt"/>
                <a:ea typeface="+mj-lt"/>
                <a:cs typeface="+mj-lt"/>
              </a:defRPr>
            </a:lvl6pPr>
            <a:lvl7pPr marL="0" indent="0" algn="l">
              <a:lnSpc>
                <a:spcPct val="110000"/>
              </a:lnSpc>
              <a:spcBef>
                <a:spcPts val="0"/>
              </a:spcBef>
              <a:spcAft>
                <a:spcPts val="0"/>
              </a:spcAft>
              <a:buNone/>
              <a:defRPr sz="1971" b="1">
                <a:solidFill>
                  <a:schemeClr val="tx1"/>
                </a:solidFill>
                <a:latin typeface="+mj-lt"/>
                <a:ea typeface="+mj-lt"/>
                <a:cs typeface="+mj-lt"/>
              </a:defRPr>
            </a:lvl7pPr>
            <a:lvl8pPr marL="0" indent="0" algn="l">
              <a:lnSpc>
                <a:spcPct val="110000"/>
              </a:lnSpc>
              <a:spcBef>
                <a:spcPts val="0"/>
              </a:spcBef>
              <a:spcAft>
                <a:spcPts val="0"/>
              </a:spcAft>
              <a:buNone/>
              <a:defRPr sz="1971" b="1">
                <a:solidFill>
                  <a:schemeClr val="tx1"/>
                </a:solidFill>
                <a:latin typeface="+mj-lt"/>
                <a:ea typeface="+mj-lt"/>
                <a:cs typeface="+mj-lt"/>
              </a:defRPr>
            </a:lvl8pPr>
            <a:lvl9pPr marL="0" indent="0" algn="l">
              <a:lnSpc>
                <a:spcPct val="110000"/>
              </a:lnSpc>
              <a:spcBef>
                <a:spcPts val="0"/>
              </a:spcBef>
              <a:spcAft>
                <a:spcPts val="0"/>
              </a:spcAft>
              <a:buNone/>
              <a:defRPr sz="1971" b="1">
                <a:solidFill>
                  <a:schemeClr val="tx1"/>
                </a:solidFill>
                <a:latin typeface="+mj-lt"/>
                <a:ea typeface="+mj-lt"/>
                <a:cs typeface="+mj-lt"/>
              </a:defRPr>
            </a:lvl9pPr>
          </a:lstStyle>
          <a:p xmlns:a="http://schemas.openxmlformats.org/drawingml/2006/main"/>
        </p:txBody>
      </p:sp>
      <p:sp>
        <p:nvSpPr>
          <p:cNvPr id="2" name="Left column">
            <a:extLst xmlns:a="http://schemas.openxmlformats.org/drawingml/2006/main">
              <a:ext uri="{FF2B5EF4-FFF2-40B4-BE49-F238E27FC236}">
                <a16:creationId xmlns:a16="http://schemas.microsoft.com/office/drawing/2014/main" id="{5D2AD95A-FC7C-4E35-98B4-FEF181FE7A45}"/>
              </a:ext>
            </a:extLst>
          </p:cNvPr>
          <p:cNvSpPr>
            <a:spLocks xmlns:a="http://schemas.openxmlformats.org/drawingml/2006/main" noGrp="1"/>
          </p:cNvSpPr>
          <p:nvPr>
            <p:ph type="body" idx="1"/>
          </p:nvPr>
        </p:nvSpPr>
        <p:spPr>
          <a:xfrm xmlns:a="http://schemas.openxmlformats.org/drawingml/2006/main">
            <a:off x="720090" y="1137708"/>
            <a:ext cx="5280660" cy="25484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1254" b="0">
                <a:solidFill>
                  <a:schemeClr val="tx1"/>
                </a:solidFill>
                <a:latin typeface="+mn-lt"/>
                <a:ea typeface="+mn-lt"/>
                <a:cs typeface="+mn-lt"/>
              </a:defRPr>
            </a:defPPr>
            <a:lvl1pPr marL="136525" indent="-136525" algn="l">
              <a:lnSpc>
                <a:spcPct val="110000"/>
              </a:lnSpc>
              <a:spcBef>
                <a:spcPts val="0"/>
              </a:spcBef>
              <a:spcAft>
                <a:spcPts val="717"/>
              </a:spcAft>
              <a:buChar char="•"/>
              <a:defRPr sz="1254" b="0">
                <a:solidFill>
                  <a:schemeClr val="tx1"/>
                </a:solidFill>
                <a:latin typeface="+mn-lt"/>
                <a:ea typeface="+mn-lt"/>
                <a:cs typeface="+mn-lt"/>
              </a:defRPr>
            </a:lvl1pPr>
            <a:lvl2pPr marL="318558" indent="-136525" algn="l">
              <a:lnSpc>
                <a:spcPct val="110000"/>
              </a:lnSpc>
              <a:spcBef>
                <a:spcPts val="0"/>
              </a:spcBef>
              <a:spcAft>
                <a:spcPts val="717"/>
              </a:spcAft>
              <a:buChar char="•"/>
              <a:defRPr sz="1254" b="0">
                <a:solidFill>
                  <a:schemeClr val="tx1"/>
                </a:solidFill>
                <a:latin typeface="+mn-lt"/>
                <a:ea typeface="+mn-lt"/>
                <a:cs typeface="+mn-lt"/>
              </a:defRPr>
            </a:lvl2pPr>
            <a:lvl3pPr marL="500592" indent="-136525" algn="l">
              <a:lnSpc>
                <a:spcPct val="110000"/>
              </a:lnSpc>
              <a:spcBef>
                <a:spcPts val="0"/>
              </a:spcBef>
              <a:spcAft>
                <a:spcPts val="717"/>
              </a:spcAft>
              <a:buChar char="•"/>
              <a:defRPr sz="1254" b="0">
                <a:solidFill>
                  <a:schemeClr val="tx1"/>
                </a:solidFill>
                <a:latin typeface="+mn-lt"/>
                <a:ea typeface="+mn-lt"/>
                <a:cs typeface="+mn-lt"/>
              </a:defRPr>
            </a:lvl3pPr>
            <a:lvl4pPr marL="682625" indent="-136525" algn="l">
              <a:lnSpc>
                <a:spcPct val="110000"/>
              </a:lnSpc>
              <a:spcBef>
                <a:spcPts val="0"/>
              </a:spcBef>
              <a:spcAft>
                <a:spcPts val="717"/>
              </a:spcAft>
              <a:buChar char="•"/>
              <a:defRPr sz="1254" b="0">
                <a:solidFill>
                  <a:schemeClr val="tx1"/>
                </a:solidFill>
                <a:latin typeface="+mn-lt"/>
                <a:ea typeface="+mn-lt"/>
                <a:cs typeface="+mn-lt"/>
              </a:defRPr>
            </a:lvl4pPr>
            <a:lvl5pPr marL="864658" indent="-136525" algn="l">
              <a:lnSpc>
                <a:spcPct val="110000"/>
              </a:lnSpc>
              <a:spcBef>
                <a:spcPts val="0"/>
              </a:spcBef>
              <a:spcAft>
                <a:spcPts val="717"/>
              </a:spcAft>
              <a:buChar char="•"/>
              <a:defRPr sz="1254" b="0">
                <a:solidFill>
                  <a:schemeClr val="tx1"/>
                </a:solidFill>
                <a:latin typeface="+mn-lt"/>
                <a:ea typeface="+mn-lt"/>
                <a:cs typeface="+mn-lt"/>
              </a:defRPr>
            </a:lvl5pPr>
            <a:lvl6pPr marL="1046692" indent="-136525" algn="l">
              <a:lnSpc>
                <a:spcPct val="110000"/>
              </a:lnSpc>
              <a:spcBef>
                <a:spcPts val="0"/>
              </a:spcBef>
              <a:spcAft>
                <a:spcPts val="717"/>
              </a:spcAft>
              <a:buChar char="•"/>
              <a:defRPr sz="1254" b="0">
                <a:solidFill>
                  <a:schemeClr val="tx1"/>
                </a:solidFill>
                <a:latin typeface="+mn-lt"/>
                <a:ea typeface="+mn-lt"/>
                <a:cs typeface="+mn-lt"/>
              </a:defRPr>
            </a:lvl6pPr>
            <a:lvl7pPr marL="1228725" indent="-136525" algn="l">
              <a:lnSpc>
                <a:spcPct val="110000"/>
              </a:lnSpc>
              <a:spcBef>
                <a:spcPts val="0"/>
              </a:spcBef>
              <a:spcAft>
                <a:spcPts val="717"/>
              </a:spcAft>
              <a:buChar char="•"/>
              <a:defRPr sz="1254" b="0">
                <a:solidFill>
                  <a:schemeClr val="tx1"/>
                </a:solidFill>
                <a:latin typeface="+mn-lt"/>
                <a:ea typeface="+mn-lt"/>
                <a:cs typeface="+mn-lt"/>
              </a:defRPr>
            </a:lvl7pPr>
            <a:lvl8pPr marL="1410758" indent="-136525" algn="l">
              <a:lnSpc>
                <a:spcPct val="110000"/>
              </a:lnSpc>
              <a:spcBef>
                <a:spcPts val="0"/>
              </a:spcBef>
              <a:spcAft>
                <a:spcPts val="717"/>
              </a:spcAft>
              <a:buChar char="•"/>
              <a:defRPr sz="1254" b="0">
                <a:solidFill>
                  <a:schemeClr val="tx1"/>
                </a:solidFill>
                <a:latin typeface="+mn-lt"/>
                <a:ea typeface="+mn-lt"/>
                <a:cs typeface="+mn-lt"/>
              </a:defRPr>
            </a:lvl8pPr>
            <a:lvl9pPr marL="1592792" indent="-136525" algn="l">
              <a:lnSpc>
                <a:spcPct val="110000"/>
              </a:lnSpc>
              <a:spcBef>
                <a:spcPts val="0"/>
              </a:spcBef>
              <a:spcAft>
                <a:spcPts val="717"/>
              </a:spcAft>
              <a:buChar char="•"/>
              <a:defRPr sz="1254" b="0">
                <a:solidFill>
                  <a:schemeClr val="tx1"/>
                </a:solidFill>
                <a:latin typeface="+mn-lt"/>
                <a:ea typeface="+mn-lt"/>
                <a:cs typeface="+mn-lt"/>
              </a:defRPr>
            </a:lvl9pPr>
          </a:lstStyle>
          <a:p xmlns:a="http://schemas.openxmlformats.org/drawingml/2006/main"/>
        </p:txBody>
      </p:sp>
      <p:sp>
        <p:nvSpPr>
          <p:cNvPr id="3" name="Right column">
            <a:extLst xmlns:a="http://schemas.openxmlformats.org/drawingml/2006/main">
              <a:ext uri="{FF2B5EF4-FFF2-40B4-BE49-F238E27FC236}">
                <a16:creationId xmlns:a16="http://schemas.microsoft.com/office/drawing/2014/main" id="{26745EC6-22E5-4F69-9B69-EE1D66682774}"/>
              </a:ext>
            </a:extLst>
          </p:cNvPr>
          <p:cNvSpPr>
            <a:spLocks xmlns:a="http://schemas.openxmlformats.org/drawingml/2006/main" noGrp="1"/>
          </p:cNvSpPr>
          <p:nvPr>
            <p:ph type="body" idx="2"/>
          </p:nvPr>
        </p:nvSpPr>
        <p:spPr>
          <a:xfrm xmlns:a="http://schemas.openxmlformats.org/drawingml/2006/main">
            <a:off x="6800850" y="1137708"/>
            <a:ext cx="5280660" cy="25484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1254" b="0">
                <a:solidFill>
                  <a:schemeClr val="tx1"/>
                </a:solidFill>
                <a:latin typeface="+mn-lt"/>
                <a:ea typeface="+mn-lt"/>
                <a:cs typeface="+mn-lt"/>
              </a:defRPr>
            </a:defPPr>
            <a:lvl1pPr marL="136525" indent="-136525" algn="l">
              <a:lnSpc>
                <a:spcPct val="110000"/>
              </a:lnSpc>
              <a:spcBef>
                <a:spcPts val="0"/>
              </a:spcBef>
              <a:spcAft>
                <a:spcPts val="717"/>
              </a:spcAft>
              <a:buChar char="•"/>
              <a:defRPr sz="1254" b="0">
                <a:solidFill>
                  <a:schemeClr val="tx1"/>
                </a:solidFill>
                <a:latin typeface="+mn-lt"/>
                <a:ea typeface="+mn-lt"/>
                <a:cs typeface="+mn-lt"/>
              </a:defRPr>
            </a:lvl1pPr>
            <a:lvl2pPr marL="318558" indent="-136525" algn="l">
              <a:lnSpc>
                <a:spcPct val="110000"/>
              </a:lnSpc>
              <a:spcBef>
                <a:spcPts val="0"/>
              </a:spcBef>
              <a:spcAft>
                <a:spcPts val="717"/>
              </a:spcAft>
              <a:buChar char="•"/>
              <a:defRPr sz="1254" b="0">
                <a:solidFill>
                  <a:schemeClr val="tx1"/>
                </a:solidFill>
                <a:latin typeface="+mn-lt"/>
                <a:ea typeface="+mn-lt"/>
                <a:cs typeface="+mn-lt"/>
              </a:defRPr>
            </a:lvl2pPr>
            <a:lvl3pPr marL="500592" indent="-136525" algn="l">
              <a:lnSpc>
                <a:spcPct val="110000"/>
              </a:lnSpc>
              <a:spcBef>
                <a:spcPts val="0"/>
              </a:spcBef>
              <a:spcAft>
                <a:spcPts val="717"/>
              </a:spcAft>
              <a:buChar char="•"/>
              <a:defRPr sz="1254" b="0">
                <a:solidFill>
                  <a:schemeClr val="tx1"/>
                </a:solidFill>
                <a:latin typeface="+mn-lt"/>
                <a:ea typeface="+mn-lt"/>
                <a:cs typeface="+mn-lt"/>
              </a:defRPr>
            </a:lvl3pPr>
            <a:lvl4pPr marL="682625" indent="-136525" algn="l">
              <a:lnSpc>
                <a:spcPct val="110000"/>
              </a:lnSpc>
              <a:spcBef>
                <a:spcPts val="0"/>
              </a:spcBef>
              <a:spcAft>
                <a:spcPts val="717"/>
              </a:spcAft>
              <a:buChar char="•"/>
              <a:defRPr sz="1254" b="0">
                <a:solidFill>
                  <a:schemeClr val="tx1"/>
                </a:solidFill>
                <a:latin typeface="+mn-lt"/>
                <a:ea typeface="+mn-lt"/>
                <a:cs typeface="+mn-lt"/>
              </a:defRPr>
            </a:lvl4pPr>
            <a:lvl5pPr marL="864658" indent="-136525" algn="l">
              <a:lnSpc>
                <a:spcPct val="110000"/>
              </a:lnSpc>
              <a:spcBef>
                <a:spcPts val="0"/>
              </a:spcBef>
              <a:spcAft>
                <a:spcPts val="717"/>
              </a:spcAft>
              <a:buChar char="•"/>
              <a:defRPr sz="1254" b="0">
                <a:solidFill>
                  <a:schemeClr val="tx1"/>
                </a:solidFill>
                <a:latin typeface="+mn-lt"/>
                <a:ea typeface="+mn-lt"/>
                <a:cs typeface="+mn-lt"/>
              </a:defRPr>
            </a:lvl5pPr>
            <a:lvl6pPr marL="1046692" indent="-136525" algn="l">
              <a:lnSpc>
                <a:spcPct val="110000"/>
              </a:lnSpc>
              <a:spcBef>
                <a:spcPts val="0"/>
              </a:spcBef>
              <a:spcAft>
                <a:spcPts val="717"/>
              </a:spcAft>
              <a:buChar char="•"/>
              <a:defRPr sz="1254" b="0">
                <a:solidFill>
                  <a:schemeClr val="tx1"/>
                </a:solidFill>
                <a:latin typeface="+mn-lt"/>
                <a:ea typeface="+mn-lt"/>
                <a:cs typeface="+mn-lt"/>
              </a:defRPr>
            </a:lvl6pPr>
            <a:lvl7pPr marL="1228725" indent="-136525" algn="l">
              <a:lnSpc>
                <a:spcPct val="110000"/>
              </a:lnSpc>
              <a:spcBef>
                <a:spcPts val="0"/>
              </a:spcBef>
              <a:spcAft>
                <a:spcPts val="717"/>
              </a:spcAft>
              <a:buChar char="•"/>
              <a:defRPr sz="1254" b="0">
                <a:solidFill>
                  <a:schemeClr val="tx1"/>
                </a:solidFill>
                <a:latin typeface="+mn-lt"/>
                <a:ea typeface="+mn-lt"/>
                <a:cs typeface="+mn-lt"/>
              </a:defRPr>
            </a:lvl7pPr>
            <a:lvl8pPr marL="1410758" indent="-136525" algn="l">
              <a:lnSpc>
                <a:spcPct val="110000"/>
              </a:lnSpc>
              <a:spcBef>
                <a:spcPts val="0"/>
              </a:spcBef>
              <a:spcAft>
                <a:spcPts val="717"/>
              </a:spcAft>
              <a:buChar char="•"/>
              <a:defRPr sz="1254" b="0">
                <a:solidFill>
                  <a:schemeClr val="tx1"/>
                </a:solidFill>
                <a:latin typeface="+mn-lt"/>
                <a:ea typeface="+mn-lt"/>
                <a:cs typeface="+mn-lt"/>
              </a:defRPr>
            </a:lvl8pPr>
            <a:lvl9pPr marL="1592792" indent="-136525" algn="l">
              <a:lnSpc>
                <a:spcPct val="110000"/>
              </a:lnSpc>
              <a:spcBef>
                <a:spcPts val="0"/>
              </a:spcBef>
              <a:spcAft>
                <a:spcPts val="717"/>
              </a:spcAft>
              <a:buChar char="•"/>
              <a:defRPr sz="1254" b="0">
                <a:solidFill>
                  <a:schemeClr val="tx1"/>
                </a:solidFill>
                <a:latin typeface="+mn-lt"/>
                <a:ea typeface="+mn-lt"/>
                <a:cs typeface="+mn-lt"/>
              </a:defRPr>
            </a:lvl9pPr>
          </a:lstStyle>
          <a:p xmlns:a="http://schemas.openxmlformats.org/drawingml/2006/main"/>
        </p:txBody>
      </p:sp>
    </p:spTree>
  </p:cSld>
</p:sldLayout>
</file>

<file path=ppt/main_figures/Fig8/ppt/slideLayouts/slideLayout5.xml><?xml version="1.0" encoding="utf-8"?>
<p:sldLayout xmlns:p="http://schemas.openxmlformats.org/presentationml/2006/main">
  <p:cSld name="Title and One Column">
    <p:spTree>
      <p:nvGrpSpPr>
        <p:cNvPr id="1" name=""/>
        <p:cNvGrpSpPr/>
        <p:nvPr/>
      </p:nvGrpSpPr>
      <p:grpSpPr>
        <a:xfrm xmlns:a="http://schemas.openxmlformats.org/drawingml/2006/main"/>
      </p:grpSpPr>
      <p:sp>
        <p:nvSpPr>
          <p:cNvPr id="3" name="Title">
            <a:extLst xmlns:a="http://schemas.openxmlformats.org/drawingml/2006/main">
              <a:ext uri="{FF2B5EF4-FFF2-40B4-BE49-F238E27FC236}">
                <a16:creationId xmlns:a16="http://schemas.microsoft.com/office/drawing/2014/main" id="{4FC402F7-A7F9-4552-8345-F5C39721C946}"/>
              </a:ext>
            </a:extLst>
          </p:cNvPr>
          <p:cNvSpPr>
            <a:spLocks xmlns:a="http://schemas.openxmlformats.org/drawingml/2006/main" noGrp="1"/>
          </p:cNvSpPr>
          <p:nvPr>
            <p:ph type="title" idx="0"/>
          </p:nvPr>
        </p:nvSpPr>
        <p:spPr>
          <a:xfrm xmlns:a="http://schemas.openxmlformats.org/drawingml/2006/main">
            <a:off x="720090" y="318558"/>
            <a:ext cx="11361420" cy="500592"/>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1971" b="1">
                <a:solidFill>
                  <a:schemeClr val="tx1"/>
                </a:solidFill>
                <a:latin typeface="+mj-lt"/>
                <a:ea typeface="+mj-lt"/>
                <a:cs typeface="+mj-lt"/>
              </a:defRPr>
            </a:defPPr>
            <a:lvl1pPr marL="0" indent="0" algn="l">
              <a:lnSpc>
                <a:spcPct val="110000"/>
              </a:lnSpc>
              <a:spcBef>
                <a:spcPts val="0"/>
              </a:spcBef>
              <a:spcAft>
                <a:spcPts val="0"/>
              </a:spcAft>
              <a:buNone/>
              <a:defRPr sz="1971" b="1">
                <a:solidFill>
                  <a:schemeClr val="tx1"/>
                </a:solidFill>
                <a:latin typeface="+mj-lt"/>
                <a:ea typeface="+mj-lt"/>
                <a:cs typeface="+mj-lt"/>
              </a:defRPr>
            </a:lvl1pPr>
            <a:lvl2pPr marL="0" indent="0" algn="l">
              <a:lnSpc>
                <a:spcPct val="110000"/>
              </a:lnSpc>
              <a:spcBef>
                <a:spcPts val="0"/>
              </a:spcBef>
              <a:spcAft>
                <a:spcPts val="0"/>
              </a:spcAft>
              <a:buNone/>
              <a:defRPr sz="1971" b="1">
                <a:solidFill>
                  <a:schemeClr val="tx1"/>
                </a:solidFill>
                <a:latin typeface="+mj-lt"/>
                <a:ea typeface="+mj-lt"/>
                <a:cs typeface="+mj-lt"/>
              </a:defRPr>
            </a:lvl2pPr>
            <a:lvl3pPr marL="0" indent="0" algn="l">
              <a:lnSpc>
                <a:spcPct val="110000"/>
              </a:lnSpc>
              <a:spcBef>
                <a:spcPts val="0"/>
              </a:spcBef>
              <a:spcAft>
                <a:spcPts val="0"/>
              </a:spcAft>
              <a:buNone/>
              <a:defRPr sz="1971" b="1">
                <a:solidFill>
                  <a:schemeClr val="tx1"/>
                </a:solidFill>
                <a:latin typeface="+mj-lt"/>
                <a:ea typeface="+mj-lt"/>
                <a:cs typeface="+mj-lt"/>
              </a:defRPr>
            </a:lvl3pPr>
            <a:lvl4pPr marL="0" indent="0" algn="l">
              <a:lnSpc>
                <a:spcPct val="110000"/>
              </a:lnSpc>
              <a:spcBef>
                <a:spcPts val="0"/>
              </a:spcBef>
              <a:spcAft>
                <a:spcPts val="0"/>
              </a:spcAft>
              <a:buNone/>
              <a:defRPr sz="1971" b="1">
                <a:solidFill>
                  <a:schemeClr val="tx1"/>
                </a:solidFill>
                <a:latin typeface="+mj-lt"/>
                <a:ea typeface="+mj-lt"/>
                <a:cs typeface="+mj-lt"/>
              </a:defRPr>
            </a:lvl4pPr>
            <a:lvl5pPr marL="0" indent="0" algn="l">
              <a:lnSpc>
                <a:spcPct val="110000"/>
              </a:lnSpc>
              <a:spcBef>
                <a:spcPts val="0"/>
              </a:spcBef>
              <a:spcAft>
                <a:spcPts val="0"/>
              </a:spcAft>
              <a:buNone/>
              <a:defRPr sz="1971" b="1">
                <a:solidFill>
                  <a:schemeClr val="tx1"/>
                </a:solidFill>
                <a:latin typeface="+mj-lt"/>
                <a:ea typeface="+mj-lt"/>
                <a:cs typeface="+mj-lt"/>
              </a:defRPr>
            </a:lvl5pPr>
            <a:lvl6pPr marL="0" indent="0" algn="l">
              <a:lnSpc>
                <a:spcPct val="110000"/>
              </a:lnSpc>
              <a:spcBef>
                <a:spcPts val="0"/>
              </a:spcBef>
              <a:spcAft>
                <a:spcPts val="0"/>
              </a:spcAft>
              <a:buNone/>
              <a:defRPr sz="1971" b="1">
                <a:solidFill>
                  <a:schemeClr val="tx1"/>
                </a:solidFill>
                <a:latin typeface="+mj-lt"/>
                <a:ea typeface="+mj-lt"/>
                <a:cs typeface="+mj-lt"/>
              </a:defRPr>
            </a:lvl6pPr>
            <a:lvl7pPr marL="0" indent="0" algn="l">
              <a:lnSpc>
                <a:spcPct val="110000"/>
              </a:lnSpc>
              <a:spcBef>
                <a:spcPts val="0"/>
              </a:spcBef>
              <a:spcAft>
                <a:spcPts val="0"/>
              </a:spcAft>
              <a:buNone/>
              <a:defRPr sz="1971" b="1">
                <a:solidFill>
                  <a:schemeClr val="tx1"/>
                </a:solidFill>
                <a:latin typeface="+mj-lt"/>
                <a:ea typeface="+mj-lt"/>
                <a:cs typeface="+mj-lt"/>
              </a:defRPr>
            </a:lvl7pPr>
            <a:lvl8pPr marL="0" indent="0" algn="l">
              <a:lnSpc>
                <a:spcPct val="110000"/>
              </a:lnSpc>
              <a:spcBef>
                <a:spcPts val="0"/>
              </a:spcBef>
              <a:spcAft>
                <a:spcPts val="0"/>
              </a:spcAft>
              <a:buNone/>
              <a:defRPr sz="1971" b="1">
                <a:solidFill>
                  <a:schemeClr val="tx1"/>
                </a:solidFill>
                <a:latin typeface="+mj-lt"/>
                <a:ea typeface="+mj-lt"/>
                <a:cs typeface="+mj-lt"/>
              </a:defRPr>
            </a:lvl8pPr>
            <a:lvl9pPr marL="0" indent="0" algn="l">
              <a:lnSpc>
                <a:spcPct val="110000"/>
              </a:lnSpc>
              <a:spcBef>
                <a:spcPts val="0"/>
              </a:spcBef>
              <a:spcAft>
                <a:spcPts val="0"/>
              </a:spcAft>
              <a:buNone/>
              <a:defRPr sz="1971" b="1">
                <a:solidFill>
                  <a:schemeClr val="tx1"/>
                </a:solidFill>
                <a:latin typeface="+mj-lt"/>
                <a:ea typeface="+mj-lt"/>
                <a:cs typeface="+mj-lt"/>
              </a:defRPr>
            </a:lvl9pPr>
          </a:lstStyle>
          <a:p xmlns:a="http://schemas.openxmlformats.org/drawingml/2006/main"/>
        </p:txBody>
      </p:sp>
      <p:sp>
        <p:nvSpPr>
          <p:cNvPr id="2" name="Left column">
            <a:extLst xmlns:a="http://schemas.openxmlformats.org/drawingml/2006/main">
              <a:ext uri="{FF2B5EF4-FFF2-40B4-BE49-F238E27FC236}">
                <a16:creationId xmlns:a16="http://schemas.microsoft.com/office/drawing/2014/main" id="{E63E4EE2-F5EB-4319-BAB9-82CA6AA59F24}"/>
              </a:ext>
            </a:extLst>
          </p:cNvPr>
          <p:cNvSpPr>
            <a:spLocks xmlns:a="http://schemas.openxmlformats.org/drawingml/2006/main" noGrp="1"/>
          </p:cNvSpPr>
          <p:nvPr>
            <p:ph type="body" idx="1"/>
          </p:nvPr>
        </p:nvSpPr>
        <p:spPr>
          <a:xfrm xmlns:a="http://schemas.openxmlformats.org/drawingml/2006/main">
            <a:off x="720090" y="1137708"/>
            <a:ext cx="5280660" cy="25484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1344" b="0">
                <a:solidFill>
                  <a:schemeClr val="tx1"/>
                </a:solidFill>
                <a:latin typeface="+mn-lt"/>
                <a:ea typeface="+mn-lt"/>
                <a:cs typeface="+mn-lt"/>
              </a:defRPr>
            </a:defPPr>
            <a:lvl1pPr marL="136525" indent="-136525" algn="l">
              <a:lnSpc>
                <a:spcPct val="110000"/>
              </a:lnSpc>
              <a:spcBef>
                <a:spcPts val="0"/>
              </a:spcBef>
              <a:spcAft>
                <a:spcPts val="717"/>
              </a:spcAft>
              <a:buChar char="•"/>
              <a:defRPr sz="1344" b="0">
                <a:solidFill>
                  <a:schemeClr val="tx1"/>
                </a:solidFill>
                <a:latin typeface="+mn-lt"/>
                <a:ea typeface="+mn-lt"/>
                <a:cs typeface="+mn-lt"/>
              </a:defRPr>
            </a:lvl1pPr>
            <a:lvl2pPr marL="318558" indent="-136525" algn="l">
              <a:lnSpc>
                <a:spcPct val="110000"/>
              </a:lnSpc>
              <a:spcBef>
                <a:spcPts val="0"/>
              </a:spcBef>
              <a:spcAft>
                <a:spcPts val="717"/>
              </a:spcAft>
              <a:buChar char="•"/>
              <a:defRPr sz="1344" b="0">
                <a:solidFill>
                  <a:schemeClr val="tx1"/>
                </a:solidFill>
                <a:latin typeface="+mn-lt"/>
                <a:ea typeface="+mn-lt"/>
                <a:cs typeface="+mn-lt"/>
              </a:defRPr>
            </a:lvl2pPr>
            <a:lvl3pPr marL="500592" indent="-136525" algn="l">
              <a:lnSpc>
                <a:spcPct val="110000"/>
              </a:lnSpc>
              <a:spcBef>
                <a:spcPts val="0"/>
              </a:spcBef>
              <a:spcAft>
                <a:spcPts val="717"/>
              </a:spcAft>
              <a:buChar char="•"/>
              <a:defRPr sz="1344" b="0">
                <a:solidFill>
                  <a:schemeClr val="tx1"/>
                </a:solidFill>
                <a:latin typeface="+mn-lt"/>
                <a:ea typeface="+mn-lt"/>
                <a:cs typeface="+mn-lt"/>
              </a:defRPr>
            </a:lvl3pPr>
            <a:lvl4pPr marL="682625" indent="-136525" algn="l">
              <a:lnSpc>
                <a:spcPct val="110000"/>
              </a:lnSpc>
              <a:spcBef>
                <a:spcPts val="0"/>
              </a:spcBef>
              <a:spcAft>
                <a:spcPts val="717"/>
              </a:spcAft>
              <a:buChar char="•"/>
              <a:defRPr sz="1344" b="0">
                <a:solidFill>
                  <a:schemeClr val="tx1"/>
                </a:solidFill>
                <a:latin typeface="+mn-lt"/>
                <a:ea typeface="+mn-lt"/>
                <a:cs typeface="+mn-lt"/>
              </a:defRPr>
            </a:lvl4pPr>
            <a:lvl5pPr marL="864658" indent="-136525" algn="l">
              <a:lnSpc>
                <a:spcPct val="110000"/>
              </a:lnSpc>
              <a:spcBef>
                <a:spcPts val="0"/>
              </a:spcBef>
              <a:spcAft>
                <a:spcPts val="717"/>
              </a:spcAft>
              <a:buChar char="•"/>
              <a:defRPr sz="1344" b="0">
                <a:solidFill>
                  <a:schemeClr val="tx1"/>
                </a:solidFill>
                <a:latin typeface="+mn-lt"/>
                <a:ea typeface="+mn-lt"/>
                <a:cs typeface="+mn-lt"/>
              </a:defRPr>
            </a:lvl5pPr>
            <a:lvl6pPr marL="1046692" indent="-136525" algn="l">
              <a:lnSpc>
                <a:spcPct val="110000"/>
              </a:lnSpc>
              <a:spcBef>
                <a:spcPts val="0"/>
              </a:spcBef>
              <a:spcAft>
                <a:spcPts val="717"/>
              </a:spcAft>
              <a:buChar char="•"/>
              <a:defRPr sz="1344" b="0">
                <a:solidFill>
                  <a:schemeClr val="tx1"/>
                </a:solidFill>
                <a:latin typeface="+mn-lt"/>
                <a:ea typeface="+mn-lt"/>
                <a:cs typeface="+mn-lt"/>
              </a:defRPr>
            </a:lvl6pPr>
            <a:lvl7pPr marL="1228725" indent="-136525" algn="l">
              <a:lnSpc>
                <a:spcPct val="110000"/>
              </a:lnSpc>
              <a:spcBef>
                <a:spcPts val="0"/>
              </a:spcBef>
              <a:spcAft>
                <a:spcPts val="717"/>
              </a:spcAft>
              <a:buChar char="•"/>
              <a:defRPr sz="1344" b="0">
                <a:solidFill>
                  <a:schemeClr val="tx1"/>
                </a:solidFill>
                <a:latin typeface="+mn-lt"/>
                <a:ea typeface="+mn-lt"/>
                <a:cs typeface="+mn-lt"/>
              </a:defRPr>
            </a:lvl7pPr>
            <a:lvl8pPr marL="1410758" indent="-136525" algn="l">
              <a:lnSpc>
                <a:spcPct val="110000"/>
              </a:lnSpc>
              <a:spcBef>
                <a:spcPts val="0"/>
              </a:spcBef>
              <a:spcAft>
                <a:spcPts val="717"/>
              </a:spcAft>
              <a:buChar char="•"/>
              <a:defRPr sz="1344" b="0">
                <a:solidFill>
                  <a:schemeClr val="tx1"/>
                </a:solidFill>
                <a:latin typeface="+mn-lt"/>
                <a:ea typeface="+mn-lt"/>
                <a:cs typeface="+mn-lt"/>
              </a:defRPr>
            </a:lvl8pPr>
            <a:lvl9pPr marL="1592792" indent="-136525" algn="l">
              <a:lnSpc>
                <a:spcPct val="110000"/>
              </a:lnSpc>
              <a:spcBef>
                <a:spcPts val="0"/>
              </a:spcBef>
              <a:spcAft>
                <a:spcPts val="717"/>
              </a:spcAft>
              <a:buChar char="•"/>
              <a:defRPr sz="1344" b="0">
                <a:solidFill>
                  <a:schemeClr val="tx1"/>
                </a:solidFill>
                <a:latin typeface="+mn-lt"/>
                <a:ea typeface="+mn-lt"/>
                <a:cs typeface="+mn-lt"/>
              </a:defRPr>
            </a:lvl9pPr>
          </a:lstStyle>
          <a:p xmlns:a="http://schemas.openxmlformats.org/drawingml/2006/main"/>
        </p:txBody>
      </p:sp>
    </p:spTree>
  </p:cSld>
</p:sldLayout>
</file>

<file path=ppt/main_figures/Fig8/ppt/slideLayouts/slideLayout6.xml><?xml version="1.0" encoding="utf-8"?>
<p:sldLayout xmlns:p="http://schemas.openxmlformats.org/presentationml/2006/main" type="blank">
  <p:cSld name="Blank">
    <p:spTree>
      <p:nvGrpSpPr>
        <p:cNvPr id="1" name=""/>
        <p:cNvGrpSpPr/>
        <p:nvPr/>
      </p:nvGrpSpPr>
      <p:grpSpPr>
        <a:xfrm xmlns:a="http://schemas.openxmlformats.org/drawingml/2006/main"/>
      </p:grpSpPr>
    </p:spTree>
  </p:cSld>
</p:sldLayout>
</file>

<file path=ppt/main_figures/Fig8/ppt/slideMasters/_rels/slideMaster1.xml.rels><?xml version='1.0' encoding='utf-8'?>
<Relationships xmlns="http://schemas.openxmlformats.org/package/2006/relationships"><Relationship Type="http://schemas.openxmlformats.org/officeDocument/2006/relationships/theme" Target="/ppt/main_figures/Fig8/ppt/slideMasters/theme/theme2.xml" Id="R02f43607d1f548f5" /><Relationship Type="http://schemas.openxmlformats.org/officeDocument/2006/relationships/slideLayout" Target="/ppt/main_figures/Fig8/ppt/slideLayouts/slideLayout1.xml" Id="Redcbef25f7e444ff" /><Relationship Type="http://schemas.openxmlformats.org/officeDocument/2006/relationships/slideLayout" Target="/ppt/main_figures/Fig8/ppt/slideLayouts/slideLayout2.xml" Id="Rca44dc6e35f64037" /><Relationship Type="http://schemas.openxmlformats.org/officeDocument/2006/relationships/slideLayout" Target="/ppt/main_figures/Fig8/ppt/slideLayouts/slideLayout3.xml" Id="R542422ef9cee43da" /><Relationship Type="http://schemas.openxmlformats.org/officeDocument/2006/relationships/slideLayout" Target="/ppt/main_figures/Fig8/ppt/slideLayouts/slideLayout4.xml" Id="R8ae49ee68f194a1c" /><Relationship Type="http://schemas.openxmlformats.org/officeDocument/2006/relationships/slideLayout" Target="/ppt/main_figures/Fig8/ppt/slideLayouts/slideLayout5.xml" Id="Recfb994169dd423b" /><Relationship Type="http://schemas.openxmlformats.org/officeDocument/2006/relationships/slideLayout" Target="/ppt/main_figures/Fig8/ppt/slideLayouts/slideLayout6.xml" Id="Ra34972538adf43b7" /></Relationships>
</file>

<file path=ppt/main_figures/Fig8/ppt/slideMasters/slideMaster1.xml><?xml version="1.0" encoding="utf-8"?>
<p:sldMaster xmlns:p="http://schemas.openxmlformats.org/presentationml/2006/main">
  <p:cSld name="Master">
    <p:bg>
      <p:bgRef idx="1001">
        <a:schemeClr xmlns:a="http://schemas.openxmlformats.org/drawingml/2006/main" val="bg1"/>
      </p:bgRef>
    </p:bg>
    <p:spTree>
      <p:nvGrpSpPr>
        <p:cNvPr id="1" name=""/>
        <p:cNvGrpSpPr/>
        <p:nvPr/>
      </p:nvGrpSpPr>
      <p:grpSpPr>
        <a:xfrm xmlns:a="http://schemas.openxmlformats.org/drawingml/2006/main"/>
      </p:grpSpPr>
    </p:spTree>
  </p:cSld>
  <p:clrMap bg1="lt1" tx1="dk1" bg2="lt2" tx2="dk2" accent1="accent1" accent2="accent2" accent3="accent3" accent4="accent4" accent5="accent5" accent6="accent6" hlink="hlink" folHlink="folHlink"/>
  <p:sldLayoutIdLst>
    <p:sldLayoutId xmlns:r="http://schemas.openxmlformats.org/officeDocument/2006/relationships" id="2147483649" r:id="Redcbef25f7e444ff"/>
    <p:sldLayoutId xmlns:r="http://schemas.openxmlformats.org/officeDocument/2006/relationships" id="2147483650" r:id="Rca44dc6e35f64037"/>
    <p:sldLayoutId xmlns:r="http://schemas.openxmlformats.org/officeDocument/2006/relationships" id="2147483651" r:id="R542422ef9cee43da"/>
    <p:sldLayoutId xmlns:r="http://schemas.openxmlformats.org/officeDocument/2006/relationships" id="2147483652" r:id="R8ae49ee68f194a1c"/>
    <p:sldLayoutId xmlns:r="http://schemas.openxmlformats.org/officeDocument/2006/relationships" id="2147483653" r:id="Recfb994169dd423b"/>
    <p:sldLayoutId xmlns:r="http://schemas.openxmlformats.org/officeDocument/2006/relationships" id="2147483654" r:id="Ra34972538adf43b7"/>
  </p:sldLayoutIdLst>
  <p:txStyles>
    <p:titleStyle>
      <a:lvl1pPr xmlns:a="http://schemas.openxmlformats.org/drawingml/2006/main" algn="l">
        <a:lnSpc>
          <a:spcPct val="90000"/>
        </a:lnSpc>
        <a:spcBef>
          <a:spcPts val="0"/>
        </a:spcBef>
        <a:buNone/>
        <a:defRPr sz="4400">
          <a:solidFill>
            <a:schemeClr val="tx1"/>
          </a:solidFill>
          <a:latin typeface="+mj-lt"/>
          <a:ea typeface="+mj-lt"/>
          <a:cs typeface="+mj-lt"/>
        </a:defRPr>
      </a:lvl1pPr>
    </p:titleStyle>
    <p:bodyStyle>
      <a:lvl1pPr xmlns:a="http://schemas.openxmlformats.org/drawingml/2006/main" marL="228600" indent="-228600" algn="l">
        <a:lnSpc>
          <a:spcPct val="90000"/>
        </a:lnSpc>
        <a:spcBef>
          <a:spcPts val="1000"/>
        </a:spcBef>
        <a:buChar char="•"/>
        <a:defRPr sz="2800">
          <a:solidFill>
            <a:schemeClr val="tx1"/>
          </a:solidFill>
          <a:latin typeface="+mn-lt"/>
          <a:ea typeface="+mn-lt"/>
          <a:cs typeface="+mn-lt"/>
        </a:defRPr>
      </a:lvl1pPr>
      <a:lvl2pPr xmlns:a="http://schemas.openxmlformats.org/drawingml/2006/main" marL="685800" indent="-228600" algn="l">
        <a:lnSpc>
          <a:spcPct val="90000"/>
        </a:lnSpc>
        <a:spcBef>
          <a:spcPts val="500"/>
        </a:spcBef>
        <a:buChar char="•"/>
        <a:defRPr sz="2400">
          <a:solidFill>
            <a:schemeClr val="tx1"/>
          </a:solidFill>
          <a:latin typeface="+mn-lt"/>
          <a:ea typeface="+mn-lt"/>
          <a:cs typeface="+mn-lt"/>
        </a:defRPr>
      </a:lvl2pPr>
      <a:lvl3pPr xmlns:a="http://schemas.openxmlformats.org/drawingml/2006/main" marL="1143000" indent="-228600" algn="l">
        <a:lnSpc>
          <a:spcPct val="90000"/>
        </a:lnSpc>
        <a:spcBef>
          <a:spcPts val="500"/>
        </a:spcBef>
        <a:buChar char="•"/>
        <a:defRPr sz="2000">
          <a:solidFill>
            <a:schemeClr val="tx1"/>
          </a:solidFill>
          <a:latin typeface="+mn-lt"/>
          <a:ea typeface="+mn-lt"/>
          <a:cs typeface="+mn-lt"/>
        </a:defRPr>
      </a:lvl3pPr>
      <a:lvl4pPr xmlns:a="http://schemas.openxmlformats.org/drawingml/2006/main" marL="1600200" indent="-228600" algn="l">
        <a:lnSpc>
          <a:spcPct val="90000"/>
        </a:lnSpc>
        <a:spcBef>
          <a:spcPts val="500"/>
        </a:spcBef>
        <a:buChar char="•"/>
        <a:defRPr sz="1800">
          <a:solidFill>
            <a:schemeClr val="tx1"/>
          </a:solidFill>
          <a:latin typeface="+mn-lt"/>
          <a:ea typeface="+mn-lt"/>
          <a:cs typeface="+mn-lt"/>
        </a:defRPr>
      </a:lvl4pPr>
      <a:lvl5pPr xmlns:a="http://schemas.openxmlformats.org/drawingml/2006/main" marL="2057400" indent="-228600" algn="l">
        <a:lnSpc>
          <a:spcPct val="90000"/>
        </a:lnSpc>
        <a:spcBef>
          <a:spcPts val="500"/>
        </a:spcBef>
        <a:buChar char="•"/>
        <a:defRPr sz="1800">
          <a:solidFill>
            <a:schemeClr val="tx1"/>
          </a:solidFill>
          <a:latin typeface="+mn-lt"/>
          <a:ea typeface="+mn-lt"/>
          <a:cs typeface="+mn-lt"/>
        </a:defRPr>
      </a:lvl5pPr>
      <a:lvl6pPr xmlns:a="http://schemas.openxmlformats.org/drawingml/2006/main" marL="2514600" indent="-228600" algn="l">
        <a:lnSpc>
          <a:spcPct val="90000"/>
        </a:lnSpc>
        <a:spcBef>
          <a:spcPts val="500"/>
        </a:spcBef>
        <a:buChar char="•"/>
        <a:defRPr sz="1800">
          <a:solidFill>
            <a:schemeClr val="tx1"/>
          </a:solidFill>
          <a:latin typeface="+mn-lt"/>
          <a:ea typeface="+mn-lt"/>
          <a:cs typeface="+mn-lt"/>
        </a:defRPr>
      </a:lvl6pPr>
      <a:lvl7pPr xmlns:a="http://schemas.openxmlformats.org/drawingml/2006/main" marL="2971800" indent="-228600" algn="l">
        <a:lnSpc>
          <a:spcPct val="90000"/>
        </a:lnSpc>
        <a:spcBef>
          <a:spcPts val="500"/>
        </a:spcBef>
        <a:buChar char="•"/>
        <a:defRPr sz="1800">
          <a:solidFill>
            <a:schemeClr val="tx1"/>
          </a:solidFill>
          <a:latin typeface="+mn-lt"/>
          <a:ea typeface="+mn-lt"/>
          <a:cs typeface="+mn-lt"/>
        </a:defRPr>
      </a:lvl7pPr>
      <a:lvl8pPr xmlns:a="http://schemas.openxmlformats.org/drawingml/2006/main" marL="3429000" indent="-228600" algn="l">
        <a:lnSpc>
          <a:spcPct val="90000"/>
        </a:lnSpc>
        <a:spcBef>
          <a:spcPts val="500"/>
        </a:spcBef>
        <a:buChar char="•"/>
        <a:defRPr sz="1800">
          <a:solidFill>
            <a:schemeClr val="tx1"/>
          </a:solidFill>
          <a:latin typeface="+mn-lt"/>
          <a:ea typeface="+mn-lt"/>
          <a:cs typeface="+mn-lt"/>
        </a:defRPr>
      </a:lvl8pPr>
      <a:lvl9pPr xmlns:a="http://schemas.openxmlformats.org/drawingml/2006/main" marL="3886200" indent="-228600" algn="l">
        <a:lnSpc>
          <a:spcPct val="90000"/>
        </a:lnSpc>
        <a:spcBef>
          <a:spcPts val="500"/>
        </a:spcBef>
        <a:buChar char="•"/>
        <a:defRPr sz="1800">
          <a:solidFill>
            <a:schemeClr val="tx1"/>
          </a:solidFill>
          <a:latin typeface="+mn-lt"/>
          <a:ea typeface="+mn-lt"/>
          <a:cs typeface="+mn-lt"/>
        </a:defRPr>
      </a:lvl9pPr>
    </p:bodyStyle>
    <p:otherStyle>
      <a:lvl1pPr xmlns:a="http://schemas.openxmlformats.org/drawingml/2006/main" marL="0" algn="l">
        <a:buNone/>
        <a:defRPr sz="1800">
          <a:solidFill>
            <a:schemeClr val="tx1"/>
          </a:solidFill>
          <a:latin typeface="+mn-lt"/>
          <a:ea typeface="+mn-lt"/>
          <a:cs typeface="+mn-lt"/>
        </a:defRPr>
      </a:lvl1pPr>
      <a:lvl2pPr xmlns:a="http://schemas.openxmlformats.org/drawingml/2006/main" marL="457200" algn="l">
        <a:buNone/>
        <a:defRPr sz="1800">
          <a:solidFill>
            <a:schemeClr val="tx1"/>
          </a:solidFill>
          <a:latin typeface="+mn-lt"/>
          <a:ea typeface="+mn-lt"/>
          <a:cs typeface="+mn-lt"/>
        </a:defRPr>
      </a:lvl2pPr>
      <a:lvl3pPr xmlns:a="http://schemas.openxmlformats.org/drawingml/2006/main" marL="914400" algn="l">
        <a:buNone/>
        <a:defRPr sz="1800">
          <a:solidFill>
            <a:schemeClr val="tx1"/>
          </a:solidFill>
          <a:latin typeface="+mn-lt"/>
          <a:ea typeface="+mn-lt"/>
          <a:cs typeface="+mn-lt"/>
        </a:defRPr>
      </a:lvl3pPr>
      <a:lvl4pPr xmlns:a="http://schemas.openxmlformats.org/drawingml/2006/main" marL="1371600" algn="l">
        <a:buNone/>
        <a:defRPr sz="1800">
          <a:solidFill>
            <a:schemeClr val="tx1"/>
          </a:solidFill>
          <a:latin typeface="+mn-lt"/>
          <a:ea typeface="+mn-lt"/>
          <a:cs typeface="+mn-lt"/>
        </a:defRPr>
      </a:lvl4pPr>
      <a:lvl5pPr xmlns:a="http://schemas.openxmlformats.org/drawingml/2006/main" marL="1828800" algn="l">
        <a:buNone/>
        <a:defRPr sz="1800">
          <a:solidFill>
            <a:schemeClr val="tx1"/>
          </a:solidFill>
          <a:latin typeface="+mn-lt"/>
          <a:ea typeface="+mn-lt"/>
          <a:cs typeface="+mn-lt"/>
        </a:defRPr>
      </a:lvl5pPr>
      <a:lvl6pPr xmlns:a="http://schemas.openxmlformats.org/drawingml/2006/main" marL="2286000" algn="l">
        <a:buNone/>
        <a:defRPr sz="1800">
          <a:solidFill>
            <a:schemeClr val="tx1"/>
          </a:solidFill>
          <a:latin typeface="+mn-lt"/>
          <a:ea typeface="+mn-lt"/>
          <a:cs typeface="+mn-lt"/>
        </a:defRPr>
      </a:lvl6pPr>
      <a:lvl7pPr xmlns:a="http://schemas.openxmlformats.org/drawingml/2006/main" marL="2743200" algn="l">
        <a:buNone/>
        <a:defRPr sz="1800">
          <a:solidFill>
            <a:schemeClr val="tx1"/>
          </a:solidFill>
          <a:latin typeface="+mn-lt"/>
          <a:ea typeface="+mn-lt"/>
          <a:cs typeface="+mn-lt"/>
        </a:defRPr>
      </a:lvl7pPr>
      <a:lvl8pPr xmlns:a="http://schemas.openxmlformats.org/drawingml/2006/main" marL="3200400" algn="l">
        <a:buNone/>
        <a:defRPr sz="1800">
          <a:solidFill>
            <a:schemeClr val="tx1"/>
          </a:solidFill>
          <a:latin typeface="+mn-lt"/>
          <a:ea typeface="+mn-lt"/>
          <a:cs typeface="+mn-lt"/>
        </a:defRPr>
      </a:lvl8pPr>
      <a:lvl9pPr xmlns:a="http://schemas.openxmlformats.org/drawingml/2006/main" marL="3657600" algn="l">
        <a:buNone/>
        <a:defRPr sz="1800">
          <a:solidFill>
            <a:schemeClr val="tx1"/>
          </a:solidFill>
          <a:latin typeface="+mn-lt"/>
          <a:ea typeface="+mn-lt"/>
          <a:cs typeface="+mn-lt"/>
        </a:defRPr>
      </a:lvl9pPr>
    </p:otherStyle>
  </p:txStyles>
</p:sldMaster>
</file>

<file path=ppt/main_figures/Fig8/ppt/slideMasters/theme/theme2.xml><?xml version="1.0" encoding="utf-8"?>
<a:theme xmlns:a="http://schemas.openxmlformats.org/drawingml/2006/main" name="ChatGPT">
  <a:themeElements>
    <a:clrScheme name="ChatGPT">
      <a:dk1>
        <a:srgbClr val="000000"/>
      </a:dk1>
      <a:lt1>
        <a:srgbClr val="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
      <a:majorFont>
        <a:latin typeface="Aptos"/>
        <a:ea typeface=""/>
        <a:cs typeface=""/>
      </a:majorFont>
      <a:minorFont>
        <a:latin typeface="Aptos"/>
        <a:ea typeface=""/>
        <a:cs typeface=""/>
      </a:minorFont>
    </a:fontScheme>
    <a:fmtScheme name="ChatGPT">
      <a:fillStyleLst>
        <a:solidFill>
          <a:schemeClr val="phClr"/>
        </a:solidFill>
        <a:gradFill>
          <a:gsLst>
            <a:gs pos="0">
              <a:schemeClr val="phClr">
                <a:tint val="67000"/>
                <a:lumMod val="110000"/>
                <a:satMod val="105000"/>
              </a:schemeClr>
            </a:gs>
            <a:gs pos="50000">
              <a:schemeClr val="phClr">
                <a:tint val="73000"/>
                <a:lumMod val="105000"/>
                <a:satMod val="103000"/>
              </a:schemeClr>
            </a:gs>
            <a:gs pos="100000">
              <a:schemeClr val="phClr">
                <a:tint val="81000"/>
                <a:lumMod val="105000"/>
                <a:satMod val="109000"/>
              </a:schemeClr>
            </a:gs>
          </a:gsLst>
          <a:lin ang="5400000" scaled="0"/>
        </a:gradFill>
        <a:gradFill>
          <a:gsLst>
            <a:gs pos="0">
              <a:schemeClr val="phClr">
                <a:tint val="94000"/>
                <a:lumMod val="102000"/>
                <a:satMod val="103000"/>
              </a:schemeClr>
            </a:gs>
            <a:gs pos="50000">
              <a:schemeClr val="phClr">
                <a:shade val="100000"/>
                <a:lumMod val="100000"/>
                <a:satMod val="110000"/>
              </a:schemeClr>
            </a:gs>
            <a:gs pos="100000">
              <a:schemeClr val="phClr">
                <a:shade val="78000"/>
                <a:lumMod val="99000"/>
                <a:satMod val="120000"/>
              </a:schemeClr>
            </a:gs>
          </a:gsLst>
          <a:lin ang="5400000" scaled="0"/>
        </a:gradFill>
      </a:fillStyleLst>
      <a:lnStyleLst>
        <a:ln w="12700">
          <a:solidFill>
            <a:schemeClr val="phClr"/>
          </a:solidFill>
          <a:prstDash val="solid"/>
        </a:ln>
        <a:ln w="19050">
          <a:solidFill>
            <a:schemeClr val="phClr"/>
          </a:solidFill>
          <a:prstDash val="solid"/>
        </a:ln>
        <a:ln w="25400">
          <a:solidFill>
            <a:schemeClr val="phClr"/>
          </a:solidFill>
          <a:prstDash val="solid"/>
        </a:ln>
      </a:lnStyleLst>
      <a:effectStyleLst>
        <a:effectStyle>
          <a:effectLst/>
        </a:effectStyle>
        <a:effectStyle>
          <a:effectLst/>
        </a:effectStyle>
        <a:effectStyle>
          <a:effectLst>
            <a:outerShdw blurRad="57150" dist="19050" dir="5400000">
              <a:srgbClr val="000000">
                <a:alpha val="16000"/>
              </a:srgbClr>
            </a:outerShdw>
          </a:effectLst>
        </a:effectStyle>
        <a:effectStyle>
          <a:effectLst>
            <a:outerShdw blurRad="19050" dist="9525" dir="5400000">
              <a:srgbClr val="000000">
                <a:alpha val="6000"/>
              </a:srgbClr>
            </a:outerShdw>
          </a:effectLst>
        </a:effectStyle>
        <a:effectStyle>
          <a:effectLst>
            <a:outerShdw blurRad="28575" dist="9525" dir="5400000">
              <a:srgbClr val="000000">
                <a:alpha val="8000"/>
              </a:srgbClr>
            </a:outerShdw>
          </a:effectLst>
        </a:effectStyle>
        <a:effectStyle>
          <a:effectLst>
            <a:outerShdw blurRad="57150" dist="19050" dir="5400000">
              <a:srgbClr val="000000">
                <a:alpha val="10000"/>
              </a:srgbClr>
            </a:outerShdw>
          </a:effectLst>
        </a:effectStyle>
        <a:effectStyle>
          <a:effectLst>
            <a:outerShdw blurRad="114300" dist="38100" dir="5400000">
              <a:srgbClr val="000000">
                <a:alpha val="12000"/>
              </a:srgbClr>
            </a:outerShdw>
          </a:effectLst>
        </a:effectStyle>
        <a:effectStyle>
          <a:effectLst>
            <a:outerShdw blurRad="171450" dist="57150" dir="5400000">
              <a:srgbClr val="000000">
                <a:alpha val="16000"/>
              </a:srgbClr>
            </a:outerShdw>
          </a:effectLst>
        </a:effectStyle>
        <a:effectStyle>
          <a:effectLst>
            <a:outerShdw blurRad="266700" dist="95250" dir="5400000">
              <a:srgbClr val="000000">
                <a:alpha val="24000"/>
              </a:srgbClr>
            </a:outerShdw>
          </a:effectLst>
        </a:effectStyle>
      </a:effectStyleLst>
      <a:bgFillStyleLst>
        <a:solidFill>
          <a:schemeClr val="phClr"/>
        </a:solidFill>
        <a:solidFill>
          <a:schemeClr val="phClr">
            <a:tint val="95000"/>
            <a:satMod val="170000"/>
          </a:schemeClr>
        </a:solidFill>
        <a:gradFill>
          <a:gsLst>
            <a:gs pos="0">
              <a:schemeClr val="phClr">
                <a:tint val="93000"/>
                <a:shade val="98000"/>
                <a:lumMod val="102000"/>
                <a:satMod val="150000"/>
              </a:schemeClr>
            </a:gs>
            <a:gs pos="50000">
              <a:schemeClr val="phClr">
                <a:tint val="98000"/>
                <a:shade val="90000"/>
                <a:lumMod val="103000"/>
                <a:satMod val="130000"/>
              </a:schemeClr>
            </a:gs>
            <a:gs pos="100000">
              <a:schemeClr val="phClr">
                <a:shade val="63000"/>
                <a:satMod val="120000"/>
              </a:schemeClr>
            </a:gs>
          </a:gsLst>
          <a:lin ang="5400000" scaled="0"/>
        </a:gradFill>
      </a:bgFillStyleLst>
    </a:fmtScheme>
  </a:themeElements>
</a:theme>
</file>

<file path=ppt/main_figures/Fig8/ppt/slides/_rels/slide1.xml.rels><?xml version='1.0' encoding='utf-8'?>
<Relationships xmlns="http://schemas.openxmlformats.org/package/2006/relationships"><Relationship Type="http://schemas.openxmlformats.org/officeDocument/2006/relationships/slideLayout" Target="/ppt/main_figures/Fig8/ppt/slideLayouts/slideLayout6.xml" Id="Rd4839f1ff92e44f2" /><Relationship Type="http://schemas.openxmlformats.org/officeDocument/2006/relationships/image" Target="/ppt/main_figures/Fig8/ppt/media/image.png" Id="R7909abcff5c7491b" /><Relationship Type="http://schemas.openxmlformats.org/officeDocument/2006/relationships/image" Target="/ppt/main_figures/Fig8/ppt/media/image2.png" Id="R10a23993c09c4cb5" /><Relationship Type="http://schemas.openxmlformats.org/officeDocument/2006/relationships/image" Target="/ppt/main_figures/Fig8/ppt/media/image3.png" Id="R1f30348dfd8d424c" /><Relationship Type="http://schemas.openxmlformats.org/officeDocument/2006/relationships/image" Target="/ppt/main_figures/Fig8/ppt/media/image4.png" Id="R625fa0795ee244fa" /><Relationship Type="http://schemas.openxmlformats.org/officeDocument/2006/relationships/notesSlide" Target="/ppt/main_figures/Fig8/ppt/notesSlides/notesSlide1.xml" Id="R89127701e7614160" /><Relationship Id="addedSource100043" Type="http://schemas.openxmlformats.org/officeDocument/2006/relationships/image" Target="/ppt/main_figures/Fig8/ppt/media/added_source_100043.png" /><Relationship Id="addedSource100053" Type="http://schemas.openxmlformats.org/officeDocument/2006/relationships/image" Target="/ppt/main_figures/Fig8/ppt/media/added_source_100053.png" /></Relationships>
</file>

<file path=ppt/main_figures/Fig8/ppt/slides/slide1.xml><?xml version="1.0" encoding="utf-8"?>
<p:sld xmlns:a="http://schemas.openxmlformats.org/drawingml/2006/main" xmlns:ns2="http://schemas.microsoft.com/office/drawing/2014/main" xmlns:ns4="http://schemas.microsoft.com/office/powerpoint/2010/main" xmlns:p="http://schemas.openxmlformats.org/presentationml/2006/main" xmlns:r="http://schemas.openxmlformats.org/officeDocument/2006/relationships">
  <p:cSld>
    <p:bg>
      <p:bgPr>
        <a:solidFill>
          <a:srgbClr val="FFFFFF"/>
        </a:solidFill>
      </p:bgPr>
    </p:bg>
    <p:spTree>
      <p:nvGrpSpPr>
        <p:cNvPr id="1" name=""/>
        <p:cNvGrpSpPr/>
        <p:nvPr/>
      </p:nvGrpSpPr>
      <p:grpSpPr>
        <a:xfrm/>
      </p:grpSpPr>
      <p:sp>
        <p:nvSpPr>
          <p:cNvPr id="51" name="text_000">
            <a:extLst>
              <a:ext uri="{FF2B5EF4-FFF2-40B4-BE49-F238E27FC236}">
                <ns2:creationId id="{0AC77F5A-9A06-4E0A-96C4-2B3E96EB33E9}"/>
              </a:ext>
            </a:extLst>
          </p:cNvPr>
          <p:cNvSpPr>
            <a:spLocks noGrp="1"/>
          </p:cNvSpPr>
          <p:nvPr/>
        </p:nvSpPr>
        <p:spPr>
          <a:xfrm rot="0">
            <a:off x="171450" y="38100"/>
            <a:ext cx="3238500" cy="285750"/>
          </a:xfrm>
          <a:prstGeom prst="rect">
            <a:avLst/>
          </a:prstGeom>
          <a:noFill/>
          <a:ln w="0">
            <a:noFill/>
            <a:prstDash val="solid"/>
          </a:ln>
        </p:spPr>
        <p:txBody>
          <a:bodyPr wrap="none" lIns="0" tIns="0" rIns="0" bIns="0" anchor="t">
            <a:noAutofit/>
          </a:bodyPr>
          <a:lstStyle>
            <a:defPPr algn="l">
              <a:defRPr sz="1950" b="1">
                <a:solidFill>
                  <a:srgbClr val="000000"/>
                </a:solidFill>
                <a:latin typeface="Arial"/>
                <a:ea typeface="Arial"/>
                <a:cs typeface="Arial"/>
              </a:defRPr>
            </a:defPPr>
            <a:lvl1pPr algn="l">
              <a:defRPr sz="1950" b="1">
                <a:solidFill>
                  <a:srgbClr val="000000"/>
                </a:solidFill>
                <a:latin typeface="Arial"/>
                <a:ea typeface="Arial"/>
                <a:cs typeface="Arial"/>
              </a:defRPr>
            </a:lvl1pPr>
            <a:lvl2pPr algn="l">
              <a:defRPr sz="1950" b="1">
                <a:solidFill>
                  <a:srgbClr val="000000"/>
                </a:solidFill>
                <a:latin typeface="Arial"/>
                <a:ea typeface="Arial"/>
                <a:cs typeface="Arial"/>
              </a:defRPr>
            </a:lvl2pPr>
            <a:lvl3pPr algn="l">
              <a:defRPr sz="1950" b="1">
                <a:solidFill>
                  <a:srgbClr val="000000"/>
                </a:solidFill>
                <a:latin typeface="Arial"/>
                <a:ea typeface="Arial"/>
                <a:cs typeface="Arial"/>
              </a:defRPr>
            </a:lvl3pPr>
            <a:lvl4pPr algn="l">
              <a:defRPr sz="1950" b="1">
                <a:solidFill>
                  <a:srgbClr val="000000"/>
                </a:solidFill>
                <a:latin typeface="Arial"/>
                <a:ea typeface="Arial"/>
                <a:cs typeface="Arial"/>
              </a:defRPr>
            </a:lvl4pPr>
            <a:lvl5pPr algn="l">
              <a:defRPr sz="1950" b="1">
                <a:solidFill>
                  <a:srgbClr val="000000"/>
                </a:solidFill>
                <a:latin typeface="Arial"/>
                <a:ea typeface="Arial"/>
                <a:cs typeface="Arial"/>
              </a:defRPr>
            </a:lvl5pPr>
            <a:lvl6pPr algn="l">
              <a:defRPr sz="1950" b="1">
                <a:solidFill>
                  <a:srgbClr val="000000"/>
                </a:solidFill>
                <a:latin typeface="Arial"/>
                <a:ea typeface="Arial"/>
                <a:cs typeface="Arial"/>
              </a:defRPr>
            </a:lvl6pPr>
            <a:lvl7pPr algn="l">
              <a:defRPr sz="1950" b="1">
                <a:solidFill>
                  <a:srgbClr val="000000"/>
                </a:solidFill>
                <a:latin typeface="Arial"/>
                <a:ea typeface="Arial"/>
                <a:cs typeface="Arial"/>
              </a:defRPr>
            </a:lvl7pPr>
            <a:lvl8pPr algn="l">
              <a:defRPr sz="1950" b="1">
                <a:solidFill>
                  <a:srgbClr val="000000"/>
                </a:solidFill>
                <a:latin typeface="Arial"/>
                <a:ea typeface="Arial"/>
                <a:cs typeface="Arial"/>
              </a:defRPr>
            </a:lvl8pPr>
            <a:lvl9pPr algn="l">
              <a:defRPr sz="1950" b="1">
                <a:solidFill>
                  <a:srgbClr val="000000"/>
                </a:solidFill>
                <a:latin typeface="Arial"/>
                <a:ea typeface="Arial"/>
                <a:cs typeface="Arial"/>
              </a:defRPr>
            </a:lvl9pPr>
          </a:lstStyle>
          <a:p>
            <a:pPr algn="l">
              <a:defRPr sz="1950" b="1">
                <a:solidFill>
                  <a:srgbClr val="000000"/>
                </a:solidFill>
                <a:latin typeface="Arial"/>
                <a:ea typeface="Arial"/>
                <a:cs typeface="Arial"/>
              </a:defRPr>
            </a:pPr>
            <a:r>
              <a:rPr sz="1950" b="1">
                <a:solidFill>
                  <a:srgbClr val="000000"/>
                </a:solidFill>
                <a:latin typeface="Arial"/>
                <a:ea typeface="Arial"/>
                <a:cs typeface="Arial"/>
              </a:rPr>
              <a:t>(a) Source field</a:t>
            </a:r>
          </a:p>
        </p:txBody>
      </p:sp>
      <p:pic>
        <p:nvPicPr>
          <p:cNvPr id="2" name="">
            <a:extLst>
              <a:ext uri="{FF2B5EF4-FFF2-40B4-BE49-F238E27FC236}">
                <ns2:creationId id="{5193FAE8-72BF-4CB4-A7EB-AB4B4D1B5340}"/>
              </a:ext>
            </a:extLst>
          </p:cNvPr>
          <p:cNvPicPr>
            <a:picLocks noChangeAspect="1"/>
          </p:cNvPicPr>
          <p:nvPr/>
        </p:nvPicPr>
        <p:blipFill>
          <a:blip r:embed="R7909abcff5c7491b"/>
          <a:stretch/>
        </p:blipFill>
        <p:spPr>
          <a:xfrm>
            <a:off x="361950" y="438150"/>
            <a:ext cx="2571750" cy="2571750"/>
          </a:xfrm>
          <a:prstGeom prst="rect">
            <a:avLst/>
          </a:prstGeom>
        </p:spPr>
      </p:pic>
      <p:sp>
        <p:nvSpPr>
          <p:cNvPr id="3" name="text_004">
            <a:extLst>
              <a:ext uri="{FF2B5EF4-FFF2-40B4-BE49-F238E27FC236}">
                <ns2:creationId id="{5A763F24-84A7-4B8F-9A97-53786A12807F}"/>
              </a:ext>
            </a:extLst>
          </p:cNvPr>
          <p:cNvSpPr>
            <a:spLocks noGrp="1"/>
          </p:cNvSpPr>
          <p:nvPr/>
        </p:nvSpPr>
        <p:spPr>
          <a:xfrm rot="0">
            <a:off x="205895" y="3053937"/>
            <a:ext cx="352295" cy="193762"/>
          </a:xfrm>
          <a:prstGeom prst="rect">
            <a:avLst/>
          </a:prstGeom>
          <a:noFill/>
          <a:ln w="0">
            <a:noFill/>
            <a:prstDash val="solid"/>
          </a:ln>
        </p:spPr>
        <p:txBody>
          <a:bodyPr wrap="none" lIns="0" tIns="0" rIns="0" bIns="0" anchor="t">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0</a:t>
            </a:r>
          </a:p>
        </p:txBody>
      </p:sp>
      <p:sp>
        <p:nvSpPr>
          <p:cNvPr id="4" name="text_005">
            <a:extLst>
              <a:ext uri="{FF2B5EF4-FFF2-40B4-BE49-F238E27FC236}">
                <ns2:creationId id="{91C070AE-0DBD-4232-8E8B-0C3601764661}"/>
              </a:ext>
            </a:extLst>
          </p:cNvPr>
          <p:cNvSpPr>
            <a:spLocks noGrp="1"/>
          </p:cNvSpPr>
          <p:nvPr/>
        </p:nvSpPr>
        <p:spPr>
          <a:xfrm rot="0">
            <a:off x="53692" y="2901734"/>
            <a:ext cx="255414" cy="193762"/>
          </a:xfrm>
          <a:prstGeom prst="rect">
            <a:avLst/>
          </a:prstGeom>
          <a:noFill/>
          <a:ln w="0">
            <a:noFill/>
            <a:prstDash val="solid"/>
          </a:ln>
        </p:spPr>
        <p:txBody>
          <a:bodyPr wrap="none" lIns="0" tIns="0" rIns="0" bIns="0" anchor="t">
            <a:noAutofit/>
          </a:bodyPr>
          <a:lstStyle>
            <a:defPPr algn="r">
              <a:defRPr sz="1200" b="0">
                <a:solidFill>
                  <a:srgbClr val="000000"/>
                </a:solidFill>
                <a:latin typeface="Arial"/>
                <a:ea typeface="Arial"/>
                <a:cs typeface="Arial"/>
              </a:defRPr>
            </a:defPPr>
            <a:lvl1pPr algn="r">
              <a:defRPr sz="1200" b="0">
                <a:solidFill>
                  <a:srgbClr val="000000"/>
                </a:solidFill>
                <a:latin typeface="Arial"/>
                <a:ea typeface="Arial"/>
                <a:cs typeface="Arial"/>
              </a:defRPr>
            </a:lvl1pPr>
            <a:lvl2pPr algn="r">
              <a:defRPr sz="1200" b="0">
                <a:solidFill>
                  <a:srgbClr val="000000"/>
                </a:solidFill>
                <a:latin typeface="Arial"/>
                <a:ea typeface="Arial"/>
                <a:cs typeface="Arial"/>
              </a:defRPr>
            </a:lvl2pPr>
            <a:lvl3pPr algn="r">
              <a:defRPr sz="1200" b="0">
                <a:solidFill>
                  <a:srgbClr val="000000"/>
                </a:solidFill>
                <a:latin typeface="Arial"/>
                <a:ea typeface="Arial"/>
                <a:cs typeface="Arial"/>
              </a:defRPr>
            </a:lvl3pPr>
            <a:lvl4pPr algn="r">
              <a:defRPr sz="1200" b="0">
                <a:solidFill>
                  <a:srgbClr val="000000"/>
                </a:solidFill>
                <a:latin typeface="Arial"/>
                <a:ea typeface="Arial"/>
                <a:cs typeface="Arial"/>
              </a:defRPr>
            </a:lvl4pPr>
            <a:lvl5pPr algn="r">
              <a:defRPr sz="1200" b="0">
                <a:solidFill>
                  <a:srgbClr val="000000"/>
                </a:solidFill>
                <a:latin typeface="Arial"/>
                <a:ea typeface="Arial"/>
                <a:cs typeface="Arial"/>
              </a:defRPr>
            </a:lvl5pPr>
            <a:lvl6pPr algn="r">
              <a:defRPr sz="1200" b="0">
                <a:solidFill>
                  <a:srgbClr val="000000"/>
                </a:solidFill>
                <a:latin typeface="Arial"/>
                <a:ea typeface="Arial"/>
                <a:cs typeface="Arial"/>
              </a:defRPr>
            </a:lvl6pPr>
            <a:lvl7pPr algn="r">
              <a:defRPr sz="1200" b="0">
                <a:solidFill>
                  <a:srgbClr val="000000"/>
                </a:solidFill>
                <a:latin typeface="Arial"/>
                <a:ea typeface="Arial"/>
                <a:cs typeface="Arial"/>
              </a:defRPr>
            </a:lvl7pPr>
            <a:lvl8pPr algn="r">
              <a:defRPr sz="1200" b="0">
                <a:solidFill>
                  <a:srgbClr val="000000"/>
                </a:solidFill>
                <a:latin typeface="Arial"/>
                <a:ea typeface="Arial"/>
                <a:cs typeface="Arial"/>
              </a:defRPr>
            </a:lvl8pPr>
            <a:lvl9pPr algn="r">
              <a:defRPr sz="1200" b="0">
                <a:solidFill>
                  <a:srgbClr val="000000"/>
                </a:solidFill>
                <a:latin typeface="Arial"/>
                <a:ea typeface="Arial"/>
                <a:cs typeface="Arial"/>
              </a:defRPr>
            </a:lvl9pPr>
          </a:lstStyle>
          <a:p>
            <a:pPr algn="r">
              <a:defRPr sz="1200" b="0">
                <a:solidFill>
                  <a:srgbClr val="000000"/>
                </a:solidFill>
                <a:latin typeface="Arial"/>
                <a:ea typeface="Arial"/>
                <a:cs typeface="Arial"/>
              </a:defRPr>
            </a:pPr>
            <a:r>
              <a:rPr sz="1200" b="0">
                <a:solidFill>
                  <a:srgbClr val="000000"/>
                </a:solidFill>
                <a:latin typeface="Arial"/>
                <a:ea typeface="Arial"/>
                <a:cs typeface="Arial"/>
              </a:rPr>
              <a:t>0</a:t>
            </a:r>
          </a:p>
        </p:txBody>
      </p:sp>
      <p:sp>
        <p:nvSpPr>
          <p:cNvPr id="5" name="text_006">
            <a:extLst>
              <a:ext uri="{FF2B5EF4-FFF2-40B4-BE49-F238E27FC236}">
                <ns2:creationId id="{05D345CD-A414-4CD8-9EAB-BB1166F2BA34}"/>
              </a:ext>
            </a:extLst>
          </p:cNvPr>
          <p:cNvSpPr>
            <a:spLocks noGrp="1"/>
          </p:cNvSpPr>
          <p:nvPr/>
        </p:nvSpPr>
        <p:spPr>
          <a:xfrm rot="0">
            <a:off x="1491770" y="3053937"/>
            <a:ext cx="352295" cy="193762"/>
          </a:xfrm>
          <a:prstGeom prst="rect">
            <a:avLst/>
          </a:prstGeom>
          <a:noFill/>
          <a:ln w="0">
            <a:noFill/>
            <a:prstDash val="solid"/>
          </a:ln>
        </p:spPr>
        <p:txBody>
          <a:bodyPr wrap="none" lIns="0" tIns="0" rIns="0" bIns="0" anchor="t">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32</a:t>
            </a:r>
          </a:p>
        </p:txBody>
      </p:sp>
      <p:sp>
        <p:nvSpPr>
          <p:cNvPr id="6" name="text_007">
            <a:extLst>
              <a:ext uri="{FF2B5EF4-FFF2-40B4-BE49-F238E27FC236}">
                <ns2:creationId id="{73C1FAE7-F8D0-4646-8A1C-F4978DB659E7}"/>
              </a:ext>
            </a:extLst>
          </p:cNvPr>
          <p:cNvSpPr>
            <a:spLocks noGrp="1"/>
          </p:cNvSpPr>
          <p:nvPr/>
        </p:nvSpPr>
        <p:spPr>
          <a:xfrm rot="0">
            <a:off x="53692" y="1615859"/>
            <a:ext cx="255414" cy="193762"/>
          </a:xfrm>
          <a:prstGeom prst="rect">
            <a:avLst/>
          </a:prstGeom>
          <a:noFill/>
          <a:ln w="0">
            <a:noFill/>
            <a:prstDash val="solid"/>
          </a:ln>
        </p:spPr>
        <p:txBody>
          <a:bodyPr wrap="none" lIns="0" tIns="0" rIns="0" bIns="0" anchor="t">
            <a:noAutofit/>
          </a:bodyPr>
          <a:lstStyle>
            <a:defPPr algn="r">
              <a:defRPr sz="1200" b="0">
                <a:solidFill>
                  <a:srgbClr val="000000"/>
                </a:solidFill>
                <a:latin typeface="Arial"/>
                <a:ea typeface="Arial"/>
                <a:cs typeface="Arial"/>
              </a:defRPr>
            </a:defPPr>
            <a:lvl1pPr algn="r">
              <a:defRPr sz="1200" b="0">
                <a:solidFill>
                  <a:srgbClr val="000000"/>
                </a:solidFill>
                <a:latin typeface="Arial"/>
                <a:ea typeface="Arial"/>
                <a:cs typeface="Arial"/>
              </a:defRPr>
            </a:lvl1pPr>
            <a:lvl2pPr algn="r">
              <a:defRPr sz="1200" b="0">
                <a:solidFill>
                  <a:srgbClr val="000000"/>
                </a:solidFill>
                <a:latin typeface="Arial"/>
                <a:ea typeface="Arial"/>
                <a:cs typeface="Arial"/>
              </a:defRPr>
            </a:lvl2pPr>
            <a:lvl3pPr algn="r">
              <a:defRPr sz="1200" b="0">
                <a:solidFill>
                  <a:srgbClr val="000000"/>
                </a:solidFill>
                <a:latin typeface="Arial"/>
                <a:ea typeface="Arial"/>
                <a:cs typeface="Arial"/>
              </a:defRPr>
            </a:lvl3pPr>
            <a:lvl4pPr algn="r">
              <a:defRPr sz="1200" b="0">
                <a:solidFill>
                  <a:srgbClr val="000000"/>
                </a:solidFill>
                <a:latin typeface="Arial"/>
                <a:ea typeface="Arial"/>
                <a:cs typeface="Arial"/>
              </a:defRPr>
            </a:lvl4pPr>
            <a:lvl5pPr algn="r">
              <a:defRPr sz="1200" b="0">
                <a:solidFill>
                  <a:srgbClr val="000000"/>
                </a:solidFill>
                <a:latin typeface="Arial"/>
                <a:ea typeface="Arial"/>
                <a:cs typeface="Arial"/>
              </a:defRPr>
            </a:lvl5pPr>
            <a:lvl6pPr algn="r">
              <a:defRPr sz="1200" b="0">
                <a:solidFill>
                  <a:srgbClr val="000000"/>
                </a:solidFill>
                <a:latin typeface="Arial"/>
                <a:ea typeface="Arial"/>
                <a:cs typeface="Arial"/>
              </a:defRPr>
            </a:lvl6pPr>
            <a:lvl7pPr algn="r">
              <a:defRPr sz="1200" b="0">
                <a:solidFill>
                  <a:srgbClr val="000000"/>
                </a:solidFill>
                <a:latin typeface="Arial"/>
                <a:ea typeface="Arial"/>
                <a:cs typeface="Arial"/>
              </a:defRPr>
            </a:lvl7pPr>
            <a:lvl8pPr algn="r">
              <a:defRPr sz="1200" b="0">
                <a:solidFill>
                  <a:srgbClr val="000000"/>
                </a:solidFill>
                <a:latin typeface="Arial"/>
                <a:ea typeface="Arial"/>
                <a:cs typeface="Arial"/>
              </a:defRPr>
            </a:lvl8pPr>
            <a:lvl9pPr algn="r">
              <a:defRPr sz="1200" b="0">
                <a:solidFill>
                  <a:srgbClr val="000000"/>
                </a:solidFill>
                <a:latin typeface="Arial"/>
                <a:ea typeface="Arial"/>
                <a:cs typeface="Arial"/>
              </a:defRPr>
            </a:lvl9pPr>
          </a:lstStyle>
          <a:p>
            <a:pPr algn="r">
              <a:defRPr sz="1200" b="0">
                <a:solidFill>
                  <a:srgbClr val="000000"/>
                </a:solidFill>
                <a:latin typeface="Arial"/>
                <a:ea typeface="Arial"/>
                <a:cs typeface="Arial"/>
              </a:defRPr>
            </a:pPr>
            <a:r>
              <a:rPr sz="1200" b="0">
                <a:solidFill>
                  <a:srgbClr val="000000"/>
                </a:solidFill>
                <a:latin typeface="Arial"/>
                <a:ea typeface="Arial"/>
                <a:cs typeface="Arial"/>
              </a:rPr>
              <a:t>32</a:t>
            </a:r>
          </a:p>
        </p:txBody>
      </p:sp>
      <p:sp>
        <p:nvSpPr>
          <p:cNvPr id="7" name="text_008">
            <a:extLst>
              <a:ext uri="{FF2B5EF4-FFF2-40B4-BE49-F238E27FC236}">
                <ns2:creationId id="{39319DFF-3348-4C57-907C-DBAA645B400E}"/>
              </a:ext>
            </a:extLst>
          </p:cNvPr>
          <p:cNvSpPr>
            <a:spLocks noGrp="1"/>
          </p:cNvSpPr>
          <p:nvPr/>
        </p:nvSpPr>
        <p:spPr>
          <a:xfrm rot="0">
            <a:off x="2737461" y="3053937"/>
            <a:ext cx="352295" cy="193762"/>
          </a:xfrm>
          <a:prstGeom prst="rect">
            <a:avLst/>
          </a:prstGeom>
          <a:noFill/>
          <a:ln w="0">
            <a:noFill/>
            <a:prstDash val="solid"/>
          </a:ln>
        </p:spPr>
        <p:txBody>
          <a:bodyPr wrap="none" lIns="0" tIns="0" rIns="0" bIns="0" anchor="t">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63</a:t>
            </a:r>
          </a:p>
        </p:txBody>
      </p:sp>
      <p:sp>
        <p:nvSpPr>
          <p:cNvPr id="8" name="text_009">
            <a:extLst>
              <a:ext uri="{FF2B5EF4-FFF2-40B4-BE49-F238E27FC236}">
                <ns2:creationId id="{EC604D15-60DD-49DA-A498-B173728F0CE8}"/>
              </a:ext>
            </a:extLst>
          </p:cNvPr>
          <p:cNvSpPr>
            <a:spLocks noGrp="1"/>
          </p:cNvSpPr>
          <p:nvPr/>
        </p:nvSpPr>
        <p:spPr>
          <a:xfrm rot="0">
            <a:off x="53692" y="370168"/>
            <a:ext cx="255414" cy="193762"/>
          </a:xfrm>
          <a:prstGeom prst="rect">
            <a:avLst/>
          </a:prstGeom>
          <a:noFill/>
          <a:ln w="0">
            <a:noFill/>
            <a:prstDash val="solid"/>
          </a:ln>
        </p:spPr>
        <p:txBody>
          <a:bodyPr wrap="none" lIns="0" tIns="0" rIns="0" bIns="0" anchor="t">
            <a:noAutofit/>
          </a:bodyPr>
          <a:lstStyle>
            <a:defPPr algn="r">
              <a:defRPr sz="1200" b="0">
                <a:solidFill>
                  <a:srgbClr val="000000"/>
                </a:solidFill>
                <a:latin typeface="Arial"/>
                <a:ea typeface="Arial"/>
                <a:cs typeface="Arial"/>
              </a:defRPr>
            </a:defPPr>
            <a:lvl1pPr algn="r">
              <a:defRPr sz="1200" b="0">
                <a:solidFill>
                  <a:srgbClr val="000000"/>
                </a:solidFill>
                <a:latin typeface="Arial"/>
                <a:ea typeface="Arial"/>
                <a:cs typeface="Arial"/>
              </a:defRPr>
            </a:lvl1pPr>
            <a:lvl2pPr algn="r">
              <a:defRPr sz="1200" b="0">
                <a:solidFill>
                  <a:srgbClr val="000000"/>
                </a:solidFill>
                <a:latin typeface="Arial"/>
                <a:ea typeface="Arial"/>
                <a:cs typeface="Arial"/>
              </a:defRPr>
            </a:lvl2pPr>
            <a:lvl3pPr algn="r">
              <a:defRPr sz="1200" b="0">
                <a:solidFill>
                  <a:srgbClr val="000000"/>
                </a:solidFill>
                <a:latin typeface="Arial"/>
                <a:ea typeface="Arial"/>
                <a:cs typeface="Arial"/>
              </a:defRPr>
            </a:lvl3pPr>
            <a:lvl4pPr algn="r">
              <a:defRPr sz="1200" b="0">
                <a:solidFill>
                  <a:srgbClr val="000000"/>
                </a:solidFill>
                <a:latin typeface="Arial"/>
                <a:ea typeface="Arial"/>
                <a:cs typeface="Arial"/>
              </a:defRPr>
            </a:lvl4pPr>
            <a:lvl5pPr algn="r">
              <a:defRPr sz="1200" b="0">
                <a:solidFill>
                  <a:srgbClr val="000000"/>
                </a:solidFill>
                <a:latin typeface="Arial"/>
                <a:ea typeface="Arial"/>
                <a:cs typeface="Arial"/>
              </a:defRPr>
            </a:lvl5pPr>
            <a:lvl6pPr algn="r">
              <a:defRPr sz="1200" b="0">
                <a:solidFill>
                  <a:srgbClr val="000000"/>
                </a:solidFill>
                <a:latin typeface="Arial"/>
                <a:ea typeface="Arial"/>
                <a:cs typeface="Arial"/>
              </a:defRPr>
            </a:lvl6pPr>
            <a:lvl7pPr algn="r">
              <a:defRPr sz="1200" b="0">
                <a:solidFill>
                  <a:srgbClr val="000000"/>
                </a:solidFill>
                <a:latin typeface="Arial"/>
                <a:ea typeface="Arial"/>
                <a:cs typeface="Arial"/>
              </a:defRPr>
            </a:lvl7pPr>
            <a:lvl8pPr algn="r">
              <a:defRPr sz="1200" b="0">
                <a:solidFill>
                  <a:srgbClr val="000000"/>
                </a:solidFill>
                <a:latin typeface="Arial"/>
                <a:ea typeface="Arial"/>
                <a:cs typeface="Arial"/>
              </a:defRPr>
            </a:lvl8pPr>
            <a:lvl9pPr algn="r">
              <a:defRPr sz="1200" b="0">
                <a:solidFill>
                  <a:srgbClr val="000000"/>
                </a:solidFill>
                <a:latin typeface="Arial"/>
                <a:ea typeface="Arial"/>
                <a:cs typeface="Arial"/>
              </a:defRPr>
            </a:lvl9pPr>
          </a:lstStyle>
          <a:p>
            <a:pPr algn="r">
              <a:defRPr sz="1200" b="0">
                <a:solidFill>
                  <a:srgbClr val="000000"/>
                </a:solidFill>
                <a:latin typeface="Arial"/>
                <a:ea typeface="Arial"/>
                <a:cs typeface="Arial"/>
              </a:defRPr>
            </a:pPr>
            <a:r>
              <a:rPr sz="1200" b="0">
                <a:solidFill>
                  <a:srgbClr val="000000"/>
                </a:solidFill>
                <a:latin typeface="Arial"/>
                <a:ea typeface="Arial"/>
                <a:cs typeface="Arial"/>
              </a:rPr>
              <a:t>63</a:t>
            </a:r>
          </a:p>
        </p:txBody>
      </p:sp>
      <p:pic>
        <p:nvPicPr>
          <p:cNvPr id="9" name="">
            <a:extLst>
              <a:ext uri="{FF2B5EF4-FFF2-40B4-BE49-F238E27FC236}">
                <ns2:creationId id="{FFB52C66-5817-4019-8DFC-7ED2D3528F81}"/>
              </a:ext>
            </a:extLst>
          </p:cNvPr>
          <p:cNvPicPr>
            <a:picLocks noChangeAspect="1"/>
          </p:cNvPicPr>
          <p:nvPr/>
        </p:nvPicPr>
        <p:blipFill>
          <a:blip r:embed="R10a23993c09c4cb5"/>
          <a:stretch/>
        </p:blipFill>
        <p:spPr>
          <a:xfrm>
            <a:off x="361950" y="3371850"/>
            <a:ext cx="2571750" cy="88074"/>
          </a:xfrm>
          <a:prstGeom prst="rect">
            <a:avLst/>
          </a:prstGeom>
        </p:spPr>
      </p:pic>
      <p:sp>
        <p:nvSpPr>
          <p:cNvPr id="10" name="text_011">
            <a:extLst>
              <a:ext uri="{FF2B5EF4-FFF2-40B4-BE49-F238E27FC236}">
                <ns2:creationId id="{67E14256-951A-45CF-B181-ED7A64452ED2}"/>
              </a:ext>
            </a:extLst>
          </p:cNvPr>
          <p:cNvSpPr>
            <a:spLocks noGrp="1"/>
          </p:cNvSpPr>
          <p:nvPr/>
        </p:nvSpPr>
        <p:spPr>
          <a:xfrm rot="0">
            <a:off x="361950" y="3486150"/>
            <a:ext cx="381000" cy="171450"/>
          </a:xfrm>
          <a:prstGeom prst="rect">
            <a:avLst/>
          </a:prstGeom>
          <a:noFill/>
          <a:ln w="0">
            <a:noFill/>
            <a:prstDash val="solid"/>
          </a:ln>
        </p:spPr>
        <p:txBody>
          <a:bodyPr wrap="none" lIns="0" tIns="0" rIns="0" bIns="0" anchor="t">
            <a:noAutofit/>
          </a:bodyPr>
          <a:lstStyle>
            <a:defPPr algn="l">
              <a:defRPr sz="1050" b="0">
                <a:solidFill>
                  <a:srgbClr val="000000"/>
                </a:solidFill>
                <a:latin typeface="Arial"/>
                <a:ea typeface="Arial"/>
                <a:cs typeface="Arial"/>
              </a:defRPr>
            </a:defPPr>
            <a:lvl1pPr algn="l">
              <a:defRPr sz="1050" b="0">
                <a:solidFill>
                  <a:srgbClr val="000000"/>
                </a:solidFill>
                <a:latin typeface="Arial"/>
                <a:ea typeface="Arial"/>
                <a:cs typeface="Arial"/>
              </a:defRPr>
            </a:lvl1pPr>
            <a:lvl2pPr algn="l">
              <a:defRPr sz="1050" b="0">
                <a:solidFill>
                  <a:srgbClr val="000000"/>
                </a:solidFill>
                <a:latin typeface="Arial"/>
                <a:ea typeface="Arial"/>
                <a:cs typeface="Arial"/>
              </a:defRPr>
            </a:lvl2pPr>
            <a:lvl3pPr algn="l">
              <a:defRPr sz="1050" b="0">
                <a:solidFill>
                  <a:srgbClr val="000000"/>
                </a:solidFill>
                <a:latin typeface="Arial"/>
                <a:ea typeface="Arial"/>
                <a:cs typeface="Arial"/>
              </a:defRPr>
            </a:lvl3pPr>
            <a:lvl4pPr algn="l">
              <a:defRPr sz="1050" b="0">
                <a:solidFill>
                  <a:srgbClr val="000000"/>
                </a:solidFill>
                <a:latin typeface="Arial"/>
                <a:ea typeface="Arial"/>
                <a:cs typeface="Arial"/>
              </a:defRPr>
            </a:lvl4pPr>
            <a:lvl5pPr algn="l">
              <a:defRPr sz="1050" b="0">
                <a:solidFill>
                  <a:srgbClr val="000000"/>
                </a:solidFill>
                <a:latin typeface="Arial"/>
                <a:ea typeface="Arial"/>
                <a:cs typeface="Arial"/>
              </a:defRPr>
            </a:lvl5pPr>
            <a:lvl6pPr algn="l">
              <a:defRPr sz="1050" b="0">
                <a:solidFill>
                  <a:srgbClr val="000000"/>
                </a:solidFill>
                <a:latin typeface="Arial"/>
                <a:ea typeface="Arial"/>
                <a:cs typeface="Arial"/>
              </a:defRPr>
            </a:lvl6pPr>
            <a:lvl7pPr algn="l">
              <a:defRPr sz="1050" b="0">
                <a:solidFill>
                  <a:srgbClr val="000000"/>
                </a:solidFill>
                <a:latin typeface="Arial"/>
                <a:ea typeface="Arial"/>
                <a:cs typeface="Arial"/>
              </a:defRPr>
            </a:lvl7pPr>
            <a:lvl8pPr algn="l">
              <a:defRPr sz="1050" b="0">
                <a:solidFill>
                  <a:srgbClr val="000000"/>
                </a:solidFill>
                <a:latin typeface="Arial"/>
                <a:ea typeface="Arial"/>
                <a:cs typeface="Arial"/>
              </a:defRPr>
            </a:lvl8pPr>
            <a:lvl9pPr algn="l">
              <a:defRPr sz="1050" b="0">
                <a:solidFill>
                  <a:srgbClr val="000000"/>
                </a:solidFill>
                <a:latin typeface="Arial"/>
                <a:ea typeface="Arial"/>
                <a:cs typeface="Arial"/>
              </a:defRPr>
            </a:lvl9pPr>
          </a:lstStyle>
          <a:p>
            <a:pPr algn="l">
              <a:defRPr sz="1050" b="0">
                <a:solidFill>
                  <a:srgbClr val="000000"/>
                </a:solidFill>
                <a:latin typeface="Arial"/>
                <a:ea typeface="Arial"/>
                <a:cs typeface="Arial"/>
              </a:defRPr>
            </a:pPr>
            <a:r>
              <a:rPr sz="1050" b="0">
                <a:solidFill>
                  <a:srgbClr val="000000"/>
                </a:solidFill>
                <a:latin typeface="Arial"/>
                <a:ea typeface="Arial"/>
                <a:cs typeface="Arial"/>
              </a:rPr>
              <a:t>0</a:t>
            </a:r>
          </a:p>
        </p:txBody>
      </p:sp>
      <p:sp>
        <p:nvSpPr>
          <p:cNvPr id="11" name="text_012">
            <a:extLst>
              <a:ext uri="{FF2B5EF4-FFF2-40B4-BE49-F238E27FC236}">
                <ns2:creationId id="{37A9BB92-1788-4E52-ACE0-8E1DBC8D54CB}"/>
              </a:ext>
            </a:extLst>
          </p:cNvPr>
          <p:cNvSpPr>
            <a:spLocks noGrp="1"/>
          </p:cNvSpPr>
          <p:nvPr/>
        </p:nvSpPr>
        <p:spPr>
          <a:xfrm rot="0">
            <a:off x="2552700" y="3486150"/>
            <a:ext cx="381000" cy="171450"/>
          </a:xfrm>
          <a:prstGeom prst="rect">
            <a:avLst/>
          </a:prstGeom>
          <a:noFill/>
          <a:ln w="0">
            <a:noFill/>
            <a:prstDash val="solid"/>
          </a:ln>
        </p:spPr>
        <p:txBody>
          <a:bodyPr wrap="none" lIns="0" tIns="0" rIns="0" bIns="0" anchor="t">
            <a:noAutofit/>
          </a:bodyPr>
          <a:lstStyle>
            <a:defPPr algn="r">
              <a:defRPr sz="1050" b="0">
                <a:solidFill>
                  <a:srgbClr val="000000"/>
                </a:solidFill>
                <a:latin typeface="Arial"/>
                <a:ea typeface="Arial"/>
                <a:cs typeface="Arial"/>
              </a:defRPr>
            </a:defPPr>
            <a:lvl1pPr algn="r">
              <a:defRPr sz="1050" b="0">
                <a:solidFill>
                  <a:srgbClr val="000000"/>
                </a:solidFill>
                <a:latin typeface="Arial"/>
                <a:ea typeface="Arial"/>
                <a:cs typeface="Arial"/>
              </a:defRPr>
            </a:lvl1pPr>
            <a:lvl2pPr algn="r">
              <a:defRPr sz="1050" b="0">
                <a:solidFill>
                  <a:srgbClr val="000000"/>
                </a:solidFill>
                <a:latin typeface="Arial"/>
                <a:ea typeface="Arial"/>
                <a:cs typeface="Arial"/>
              </a:defRPr>
            </a:lvl2pPr>
            <a:lvl3pPr algn="r">
              <a:defRPr sz="1050" b="0">
                <a:solidFill>
                  <a:srgbClr val="000000"/>
                </a:solidFill>
                <a:latin typeface="Arial"/>
                <a:ea typeface="Arial"/>
                <a:cs typeface="Arial"/>
              </a:defRPr>
            </a:lvl3pPr>
            <a:lvl4pPr algn="r">
              <a:defRPr sz="1050" b="0">
                <a:solidFill>
                  <a:srgbClr val="000000"/>
                </a:solidFill>
                <a:latin typeface="Arial"/>
                <a:ea typeface="Arial"/>
                <a:cs typeface="Arial"/>
              </a:defRPr>
            </a:lvl4pPr>
            <a:lvl5pPr algn="r">
              <a:defRPr sz="1050" b="0">
                <a:solidFill>
                  <a:srgbClr val="000000"/>
                </a:solidFill>
                <a:latin typeface="Arial"/>
                <a:ea typeface="Arial"/>
                <a:cs typeface="Arial"/>
              </a:defRPr>
            </a:lvl5pPr>
            <a:lvl6pPr algn="r">
              <a:defRPr sz="1050" b="0">
                <a:solidFill>
                  <a:srgbClr val="000000"/>
                </a:solidFill>
                <a:latin typeface="Arial"/>
                <a:ea typeface="Arial"/>
                <a:cs typeface="Arial"/>
              </a:defRPr>
            </a:lvl6pPr>
            <a:lvl7pPr algn="r">
              <a:defRPr sz="1050" b="0">
                <a:solidFill>
                  <a:srgbClr val="000000"/>
                </a:solidFill>
                <a:latin typeface="Arial"/>
                <a:ea typeface="Arial"/>
                <a:cs typeface="Arial"/>
              </a:defRPr>
            </a:lvl7pPr>
            <a:lvl8pPr algn="r">
              <a:defRPr sz="1050" b="0">
                <a:solidFill>
                  <a:srgbClr val="000000"/>
                </a:solidFill>
                <a:latin typeface="Arial"/>
                <a:ea typeface="Arial"/>
                <a:cs typeface="Arial"/>
              </a:defRPr>
            </a:lvl8pPr>
            <a:lvl9pPr algn="r">
              <a:defRPr sz="1050" b="0">
                <a:solidFill>
                  <a:srgbClr val="000000"/>
                </a:solidFill>
                <a:latin typeface="Arial"/>
                <a:ea typeface="Arial"/>
                <a:cs typeface="Arial"/>
              </a:defRPr>
            </a:lvl9pPr>
          </a:lstStyle>
          <a:p>
            <a:pPr algn="r">
              <a:defRPr sz="1050" b="0">
                <a:solidFill>
                  <a:srgbClr val="000000"/>
                </a:solidFill>
                <a:latin typeface="Arial"/>
                <a:ea typeface="Arial"/>
                <a:cs typeface="Arial"/>
              </a:defRPr>
            </a:pPr>
            <a:r>
              <a:rPr sz="1050" b="0">
                <a:solidFill>
                  <a:srgbClr val="000000"/>
                </a:solidFill>
                <a:latin typeface="Arial"/>
                <a:ea typeface="Arial"/>
                <a:cs typeface="Arial"/>
              </a:rPr>
              <a:t>247</a:t>
            </a:r>
          </a:p>
        </p:txBody>
      </p:sp>
      <p:sp>
        <p:nvSpPr>
          <p:cNvPr id="31" name="text_032">
            <a:extLst>
              <a:ext uri="{FF2B5EF4-FFF2-40B4-BE49-F238E27FC236}">
                <ns2:creationId id="{ED61C8AC-C8D5-46AA-9CF5-C7DC4CA00CDA}"/>
              </a:ext>
            </a:extLst>
          </p:cNvPr>
          <p:cNvSpPr>
            <a:spLocks noGrp="1"/>
          </p:cNvSpPr>
          <p:nvPr/>
        </p:nvSpPr>
        <p:spPr>
          <a:xfrm rot="0">
            <a:off x="3333750" y="38100"/>
            <a:ext cx="4267200" cy="285750"/>
          </a:xfrm>
          <a:prstGeom prst="rect">
            <a:avLst/>
          </a:prstGeom>
          <a:noFill/>
          <a:ln w="0">
            <a:noFill/>
            <a:prstDash val="solid"/>
          </a:ln>
        </p:spPr>
        <p:txBody>
          <a:bodyPr wrap="none" lIns="0" tIns="0" rIns="0" bIns="0" anchor="t">
            <a:noAutofit/>
          </a:bodyPr>
          <a:lstStyle>
            <a:defPPr algn="l">
              <a:defRPr sz="1950" b="1">
                <a:solidFill>
                  <a:srgbClr val="000000"/>
                </a:solidFill>
                <a:latin typeface="Arial"/>
                <a:ea typeface="Arial"/>
                <a:cs typeface="Arial"/>
              </a:defRPr>
            </a:defPPr>
            <a:lvl1pPr algn="l">
              <a:defRPr sz="1950" b="1">
                <a:solidFill>
                  <a:srgbClr val="000000"/>
                </a:solidFill>
                <a:latin typeface="Arial"/>
                <a:ea typeface="Arial"/>
                <a:cs typeface="Arial"/>
              </a:defRPr>
            </a:lvl1pPr>
            <a:lvl2pPr algn="l">
              <a:defRPr sz="1950" b="1">
                <a:solidFill>
                  <a:srgbClr val="000000"/>
                </a:solidFill>
                <a:latin typeface="Arial"/>
                <a:ea typeface="Arial"/>
                <a:cs typeface="Arial"/>
              </a:defRPr>
            </a:lvl2pPr>
            <a:lvl3pPr algn="l">
              <a:defRPr sz="1950" b="1">
                <a:solidFill>
                  <a:srgbClr val="000000"/>
                </a:solidFill>
                <a:latin typeface="Arial"/>
                <a:ea typeface="Arial"/>
                <a:cs typeface="Arial"/>
              </a:defRPr>
            </a:lvl3pPr>
            <a:lvl4pPr algn="l">
              <a:defRPr sz="1950" b="1">
                <a:solidFill>
                  <a:srgbClr val="000000"/>
                </a:solidFill>
                <a:latin typeface="Arial"/>
                <a:ea typeface="Arial"/>
                <a:cs typeface="Arial"/>
              </a:defRPr>
            </a:lvl4pPr>
            <a:lvl5pPr algn="l">
              <a:defRPr sz="1950" b="1">
                <a:solidFill>
                  <a:srgbClr val="000000"/>
                </a:solidFill>
                <a:latin typeface="Arial"/>
                <a:ea typeface="Arial"/>
                <a:cs typeface="Arial"/>
              </a:defRPr>
            </a:lvl5pPr>
            <a:lvl6pPr algn="l">
              <a:defRPr sz="1950" b="1">
                <a:solidFill>
                  <a:srgbClr val="000000"/>
                </a:solidFill>
                <a:latin typeface="Arial"/>
                <a:ea typeface="Arial"/>
                <a:cs typeface="Arial"/>
              </a:defRPr>
            </a:lvl6pPr>
            <a:lvl7pPr algn="l">
              <a:defRPr sz="1950" b="1">
                <a:solidFill>
                  <a:srgbClr val="000000"/>
                </a:solidFill>
                <a:latin typeface="Arial"/>
                <a:ea typeface="Arial"/>
                <a:cs typeface="Arial"/>
              </a:defRPr>
            </a:lvl7pPr>
            <a:lvl8pPr algn="l">
              <a:defRPr sz="1950" b="1">
                <a:solidFill>
                  <a:srgbClr val="000000"/>
                </a:solidFill>
                <a:latin typeface="Arial"/>
                <a:ea typeface="Arial"/>
                <a:cs typeface="Arial"/>
              </a:defRPr>
            </a:lvl8pPr>
            <a:lvl9pPr algn="l">
              <a:defRPr sz="1950" b="1">
                <a:solidFill>
                  <a:srgbClr val="000000"/>
                </a:solidFill>
                <a:latin typeface="Arial"/>
                <a:ea typeface="Arial"/>
                <a:cs typeface="Arial"/>
              </a:defRPr>
            </a:lvl9pPr>
          </a:lstStyle>
          <a:p>
            <a:pPr algn="l">
              <a:defRPr sz="1950" b="1">
                <a:solidFill>
                  <a:srgbClr val="000000"/>
                </a:solidFill>
                <a:latin typeface="Arial"/>
                <a:ea typeface="Arial"/>
                <a:cs typeface="Arial"/>
              </a:defRPr>
            </a:pPr>
            <a:r>
              <a:rPr sz="1950" b="1">
                <a:solidFill>
                  <a:srgbClr val="000000"/>
                </a:solidFill>
                <a:latin typeface="Arial"/>
                <a:ea typeface="Arial"/>
                <a:cs typeface="Arial"/>
              </a:rPr>
              <a:t>(b) RG-MTM-P / R</a:t>
            </a:r>
          </a:p>
        </p:txBody>
      </p:sp>
      <p:sp>
        <p:nvSpPr>
          <p:cNvPr id="32" name="line_033">
            <a:extLst>
              <a:ext uri="{FF2B5EF4-FFF2-40B4-BE49-F238E27FC236}">
                <ns2:creationId id="{FD8CC60A-9665-4958-ABE9-6A16375FD998}"/>
              </a:ext>
            </a:extLst>
          </p:cNvPr>
          <p:cNvSpPr>
            <a:spLocks noGrp="1"/>
          </p:cNvSpPr>
          <p:nvPr/>
        </p:nvSpPr>
        <p:spPr>
          <a:xfrm>
            <a:off x="3600450" y="2846070"/>
            <a:ext cx="3781425" cy="95"/>
          </a:xfrm>
          <a:custGeom>
            <a:pathLst>
              <a:path w="3781425" h="95">
                <a:moveTo>
                  <a:pt x="0" y="0"/>
                </a:moveTo>
                <a:lnTo>
                  <a:pt x="3781425" y="0"/>
                </a:lnTo>
              </a:path>
            </a:pathLst>
          </a:custGeom>
          <a:noFill/>
          <a:ln w="6668">
            <a:solidFill>
              <a:srgbClr val="DFE4E8"/>
            </a:solidFill>
            <a:prstDash val="solid"/>
          </a:ln>
        </p:spPr>
      </p:sp>
      <p:sp>
        <p:nvSpPr>
          <p:cNvPr id="33" name="text_034">
            <a:extLst>
              <a:ext uri="{FF2B5EF4-FFF2-40B4-BE49-F238E27FC236}">
                <ns2:creationId id="{080F5D25-C13D-4532-A7FA-46F5B6886F1A}"/>
              </a:ext>
            </a:extLst>
          </p:cNvPr>
          <p:cNvSpPr>
            <a:spLocks noGrp="1"/>
          </p:cNvSpPr>
          <p:nvPr/>
        </p:nvSpPr>
        <p:spPr>
          <a:xfrm rot="0">
            <a:off x="3228975" y="2750820"/>
            <a:ext cx="304800" cy="209550"/>
          </a:xfrm>
          <a:prstGeom prst="rect">
            <a:avLst/>
          </a:prstGeom>
          <a:noFill/>
          <a:ln w="0">
            <a:noFill/>
            <a:prstDash val="solid"/>
          </a:ln>
        </p:spPr>
        <p:txBody>
          <a:bodyPr wrap="none" lIns="0" tIns="0" rIns="0" bIns="0" anchor="t">
            <a:noAutofit/>
          </a:bodyPr>
          <a:lstStyle>
            <a:defPPr algn="r">
              <a:defRPr sz="1200" b="0">
                <a:solidFill>
                  <a:srgbClr val="000000"/>
                </a:solidFill>
                <a:latin typeface="Arial"/>
                <a:ea typeface="Arial"/>
                <a:cs typeface="Arial"/>
              </a:defRPr>
            </a:defPPr>
            <a:lvl1pPr algn="r">
              <a:defRPr sz="1200" b="0">
                <a:solidFill>
                  <a:srgbClr val="000000"/>
                </a:solidFill>
                <a:latin typeface="Arial"/>
                <a:ea typeface="Arial"/>
                <a:cs typeface="Arial"/>
              </a:defRPr>
            </a:lvl1pPr>
            <a:lvl2pPr algn="r">
              <a:defRPr sz="1200" b="0">
                <a:solidFill>
                  <a:srgbClr val="000000"/>
                </a:solidFill>
                <a:latin typeface="Arial"/>
                <a:ea typeface="Arial"/>
                <a:cs typeface="Arial"/>
              </a:defRPr>
            </a:lvl2pPr>
            <a:lvl3pPr algn="r">
              <a:defRPr sz="1200" b="0">
                <a:solidFill>
                  <a:srgbClr val="000000"/>
                </a:solidFill>
                <a:latin typeface="Arial"/>
                <a:ea typeface="Arial"/>
                <a:cs typeface="Arial"/>
              </a:defRPr>
            </a:lvl3pPr>
            <a:lvl4pPr algn="r">
              <a:defRPr sz="1200" b="0">
                <a:solidFill>
                  <a:srgbClr val="000000"/>
                </a:solidFill>
                <a:latin typeface="Arial"/>
                <a:ea typeface="Arial"/>
                <a:cs typeface="Arial"/>
              </a:defRPr>
            </a:lvl4pPr>
            <a:lvl5pPr algn="r">
              <a:defRPr sz="1200" b="0">
                <a:solidFill>
                  <a:srgbClr val="000000"/>
                </a:solidFill>
                <a:latin typeface="Arial"/>
                <a:ea typeface="Arial"/>
                <a:cs typeface="Arial"/>
              </a:defRPr>
            </a:lvl5pPr>
            <a:lvl6pPr algn="r">
              <a:defRPr sz="1200" b="0">
                <a:solidFill>
                  <a:srgbClr val="000000"/>
                </a:solidFill>
                <a:latin typeface="Arial"/>
                <a:ea typeface="Arial"/>
                <a:cs typeface="Arial"/>
              </a:defRPr>
            </a:lvl6pPr>
            <a:lvl7pPr algn="r">
              <a:defRPr sz="1200" b="0">
                <a:solidFill>
                  <a:srgbClr val="000000"/>
                </a:solidFill>
                <a:latin typeface="Arial"/>
                <a:ea typeface="Arial"/>
                <a:cs typeface="Arial"/>
              </a:defRPr>
            </a:lvl7pPr>
            <a:lvl8pPr algn="r">
              <a:defRPr sz="1200" b="0">
                <a:solidFill>
                  <a:srgbClr val="000000"/>
                </a:solidFill>
                <a:latin typeface="Arial"/>
                <a:ea typeface="Arial"/>
                <a:cs typeface="Arial"/>
              </a:defRPr>
            </a:lvl8pPr>
            <a:lvl9pPr algn="r">
              <a:defRPr sz="1200" b="0">
                <a:solidFill>
                  <a:srgbClr val="000000"/>
                </a:solidFill>
                <a:latin typeface="Arial"/>
                <a:ea typeface="Arial"/>
                <a:cs typeface="Arial"/>
              </a:defRPr>
            </a:lvl9pPr>
          </a:lstStyle>
          <a:p>
            <a:pPr algn="r">
              <a:defRPr sz="1200" b="0">
                <a:solidFill>
                  <a:srgbClr val="000000"/>
                </a:solidFill>
                <a:latin typeface="Arial"/>
                <a:ea typeface="Arial"/>
                <a:cs typeface="Arial"/>
              </a:defRPr>
            </a:pPr>
            <a:r>
              <a:rPr sz="1200" b="0">
                <a:solidFill>
                  <a:srgbClr val="000000"/>
                </a:solidFill>
                <a:latin typeface="Arial"/>
                <a:ea typeface="Arial"/>
                <a:cs typeface="Arial"/>
              </a:rPr>
              <a:t>0</a:t>
            </a:r>
          </a:p>
        </p:txBody>
      </p:sp>
      <p:sp>
        <p:nvSpPr>
          <p:cNvPr id="34" name="line_035">
            <a:extLst>
              <a:ext uri="{FF2B5EF4-FFF2-40B4-BE49-F238E27FC236}">
                <ns2:creationId id="{B4DDA56B-2129-4F76-8104-32114150C860}"/>
              </a:ext>
            </a:extLst>
          </p:cNvPr>
          <p:cNvSpPr>
            <a:spLocks noGrp="1"/>
          </p:cNvSpPr>
          <p:nvPr/>
        </p:nvSpPr>
        <p:spPr>
          <a:xfrm>
            <a:off x="3600450" y="1882140"/>
            <a:ext cx="3781425" cy="95"/>
          </a:xfrm>
          <a:custGeom>
            <a:pathLst>
              <a:path w="3781425" h="95">
                <a:moveTo>
                  <a:pt x="0" y="0"/>
                </a:moveTo>
                <a:lnTo>
                  <a:pt x="3781425" y="0"/>
                </a:lnTo>
              </a:path>
            </a:pathLst>
          </a:custGeom>
          <a:noFill/>
          <a:ln w="6668">
            <a:solidFill>
              <a:srgbClr val="DFE4E8"/>
            </a:solidFill>
            <a:prstDash val="solid"/>
          </a:ln>
        </p:spPr>
      </p:sp>
      <p:sp>
        <p:nvSpPr>
          <p:cNvPr id="35" name="text_036">
            <a:extLst>
              <a:ext uri="{FF2B5EF4-FFF2-40B4-BE49-F238E27FC236}">
                <ns2:creationId id="{69258BF1-4866-4956-A1DC-9F87B244C4ED}"/>
              </a:ext>
            </a:extLst>
          </p:cNvPr>
          <p:cNvSpPr>
            <a:spLocks noGrp="1"/>
          </p:cNvSpPr>
          <p:nvPr/>
        </p:nvSpPr>
        <p:spPr>
          <a:xfrm rot="0">
            <a:off x="3228975" y="1786890"/>
            <a:ext cx="304800" cy="209550"/>
          </a:xfrm>
          <a:prstGeom prst="rect">
            <a:avLst/>
          </a:prstGeom>
          <a:noFill/>
          <a:ln w="0">
            <a:noFill/>
            <a:prstDash val="solid"/>
          </a:ln>
        </p:spPr>
        <p:txBody>
          <a:bodyPr wrap="none" lIns="0" tIns="0" rIns="0" bIns="0" anchor="t">
            <a:noAutofit/>
          </a:bodyPr>
          <a:lstStyle>
            <a:defPPr algn="r">
              <a:defRPr sz="1200" b="0">
                <a:solidFill>
                  <a:srgbClr val="000000"/>
                </a:solidFill>
                <a:latin typeface="Arial"/>
                <a:ea typeface="Arial"/>
                <a:cs typeface="Arial"/>
              </a:defRPr>
            </a:defPPr>
            <a:lvl1pPr algn="r">
              <a:defRPr sz="1200" b="0">
                <a:solidFill>
                  <a:srgbClr val="000000"/>
                </a:solidFill>
                <a:latin typeface="Arial"/>
                <a:ea typeface="Arial"/>
                <a:cs typeface="Arial"/>
              </a:defRPr>
            </a:lvl1pPr>
            <a:lvl2pPr algn="r">
              <a:defRPr sz="1200" b="0">
                <a:solidFill>
                  <a:srgbClr val="000000"/>
                </a:solidFill>
                <a:latin typeface="Arial"/>
                <a:ea typeface="Arial"/>
                <a:cs typeface="Arial"/>
              </a:defRPr>
            </a:lvl2pPr>
            <a:lvl3pPr algn="r">
              <a:defRPr sz="1200" b="0">
                <a:solidFill>
                  <a:srgbClr val="000000"/>
                </a:solidFill>
                <a:latin typeface="Arial"/>
                <a:ea typeface="Arial"/>
                <a:cs typeface="Arial"/>
              </a:defRPr>
            </a:lvl3pPr>
            <a:lvl4pPr algn="r">
              <a:defRPr sz="1200" b="0">
                <a:solidFill>
                  <a:srgbClr val="000000"/>
                </a:solidFill>
                <a:latin typeface="Arial"/>
                <a:ea typeface="Arial"/>
                <a:cs typeface="Arial"/>
              </a:defRPr>
            </a:lvl4pPr>
            <a:lvl5pPr algn="r">
              <a:defRPr sz="1200" b="0">
                <a:solidFill>
                  <a:srgbClr val="000000"/>
                </a:solidFill>
                <a:latin typeface="Arial"/>
                <a:ea typeface="Arial"/>
                <a:cs typeface="Arial"/>
              </a:defRPr>
            </a:lvl5pPr>
            <a:lvl6pPr algn="r">
              <a:defRPr sz="1200" b="0">
                <a:solidFill>
                  <a:srgbClr val="000000"/>
                </a:solidFill>
                <a:latin typeface="Arial"/>
                <a:ea typeface="Arial"/>
                <a:cs typeface="Arial"/>
              </a:defRPr>
            </a:lvl6pPr>
            <a:lvl7pPr algn="r">
              <a:defRPr sz="1200" b="0">
                <a:solidFill>
                  <a:srgbClr val="000000"/>
                </a:solidFill>
                <a:latin typeface="Arial"/>
                <a:ea typeface="Arial"/>
                <a:cs typeface="Arial"/>
              </a:defRPr>
            </a:lvl7pPr>
            <a:lvl8pPr algn="r">
              <a:defRPr sz="1200" b="0">
                <a:solidFill>
                  <a:srgbClr val="000000"/>
                </a:solidFill>
                <a:latin typeface="Arial"/>
                <a:ea typeface="Arial"/>
                <a:cs typeface="Arial"/>
              </a:defRPr>
            </a:lvl8pPr>
            <a:lvl9pPr algn="r">
              <a:defRPr sz="1200" b="0">
                <a:solidFill>
                  <a:srgbClr val="000000"/>
                </a:solidFill>
                <a:latin typeface="Arial"/>
                <a:ea typeface="Arial"/>
                <a:cs typeface="Arial"/>
              </a:defRPr>
            </a:lvl9pPr>
          </a:lstStyle>
          <a:p>
            <a:pPr algn="r">
              <a:defRPr sz="1200" b="0">
                <a:solidFill>
                  <a:srgbClr val="000000"/>
                </a:solidFill>
                <a:latin typeface="Arial"/>
                <a:ea typeface="Arial"/>
                <a:cs typeface="Arial"/>
              </a:defRPr>
            </a:pPr>
            <a:r>
              <a:rPr sz="1200" b="0">
                <a:solidFill>
                  <a:srgbClr val="000000"/>
                </a:solidFill>
                <a:latin typeface="Arial"/>
                <a:ea typeface="Arial"/>
                <a:cs typeface="Arial"/>
              </a:rPr>
              <a:t>100</a:t>
            </a:r>
          </a:p>
        </p:txBody>
      </p:sp>
      <p:sp>
        <p:nvSpPr>
          <p:cNvPr id="36" name="line_037">
            <a:extLst>
              <a:ext uri="{FF2B5EF4-FFF2-40B4-BE49-F238E27FC236}">
                <ns2:creationId id="{9A20A311-6772-43CB-85E6-B52DB269C6AA}"/>
              </a:ext>
            </a:extLst>
          </p:cNvPr>
          <p:cNvSpPr>
            <a:spLocks noGrp="1"/>
          </p:cNvSpPr>
          <p:nvPr/>
        </p:nvSpPr>
        <p:spPr>
          <a:xfrm>
            <a:off x="3600450" y="918210"/>
            <a:ext cx="3781425" cy="95"/>
          </a:xfrm>
          <a:custGeom>
            <a:pathLst>
              <a:path w="3781425" h="95">
                <a:moveTo>
                  <a:pt x="0" y="0"/>
                </a:moveTo>
                <a:lnTo>
                  <a:pt x="3781425" y="0"/>
                </a:lnTo>
              </a:path>
            </a:pathLst>
          </a:custGeom>
          <a:noFill/>
          <a:ln w="6668">
            <a:solidFill>
              <a:srgbClr val="DFE4E8"/>
            </a:solidFill>
            <a:prstDash val="solid"/>
          </a:ln>
        </p:spPr>
      </p:sp>
      <p:sp>
        <p:nvSpPr>
          <p:cNvPr id="37" name="text_038">
            <a:extLst>
              <a:ext uri="{FF2B5EF4-FFF2-40B4-BE49-F238E27FC236}">
                <ns2:creationId id="{75529D16-202F-455D-AAEB-3F95182272C9}"/>
              </a:ext>
            </a:extLst>
          </p:cNvPr>
          <p:cNvSpPr>
            <a:spLocks noGrp="1"/>
          </p:cNvSpPr>
          <p:nvPr/>
        </p:nvSpPr>
        <p:spPr>
          <a:xfrm rot="0">
            <a:off x="3228975" y="822960"/>
            <a:ext cx="304800" cy="209550"/>
          </a:xfrm>
          <a:prstGeom prst="rect">
            <a:avLst/>
          </a:prstGeom>
          <a:noFill/>
          <a:ln w="0">
            <a:noFill/>
            <a:prstDash val="solid"/>
          </a:ln>
        </p:spPr>
        <p:txBody>
          <a:bodyPr wrap="none" lIns="0" tIns="0" rIns="0" bIns="0" anchor="t">
            <a:noAutofit/>
          </a:bodyPr>
          <a:lstStyle>
            <a:defPPr algn="r">
              <a:defRPr sz="1200" b="0">
                <a:solidFill>
                  <a:srgbClr val="000000"/>
                </a:solidFill>
                <a:latin typeface="Arial"/>
                <a:ea typeface="Arial"/>
                <a:cs typeface="Arial"/>
              </a:defRPr>
            </a:defPPr>
            <a:lvl1pPr algn="r">
              <a:defRPr sz="1200" b="0">
                <a:solidFill>
                  <a:srgbClr val="000000"/>
                </a:solidFill>
                <a:latin typeface="Arial"/>
                <a:ea typeface="Arial"/>
                <a:cs typeface="Arial"/>
              </a:defRPr>
            </a:lvl1pPr>
            <a:lvl2pPr algn="r">
              <a:defRPr sz="1200" b="0">
                <a:solidFill>
                  <a:srgbClr val="000000"/>
                </a:solidFill>
                <a:latin typeface="Arial"/>
                <a:ea typeface="Arial"/>
                <a:cs typeface="Arial"/>
              </a:defRPr>
            </a:lvl2pPr>
            <a:lvl3pPr algn="r">
              <a:defRPr sz="1200" b="0">
                <a:solidFill>
                  <a:srgbClr val="000000"/>
                </a:solidFill>
                <a:latin typeface="Arial"/>
                <a:ea typeface="Arial"/>
                <a:cs typeface="Arial"/>
              </a:defRPr>
            </a:lvl3pPr>
            <a:lvl4pPr algn="r">
              <a:defRPr sz="1200" b="0">
                <a:solidFill>
                  <a:srgbClr val="000000"/>
                </a:solidFill>
                <a:latin typeface="Arial"/>
                <a:ea typeface="Arial"/>
                <a:cs typeface="Arial"/>
              </a:defRPr>
            </a:lvl4pPr>
            <a:lvl5pPr algn="r">
              <a:defRPr sz="1200" b="0">
                <a:solidFill>
                  <a:srgbClr val="000000"/>
                </a:solidFill>
                <a:latin typeface="Arial"/>
                <a:ea typeface="Arial"/>
                <a:cs typeface="Arial"/>
              </a:defRPr>
            </a:lvl5pPr>
            <a:lvl6pPr algn="r">
              <a:defRPr sz="1200" b="0">
                <a:solidFill>
                  <a:srgbClr val="000000"/>
                </a:solidFill>
                <a:latin typeface="Arial"/>
                <a:ea typeface="Arial"/>
                <a:cs typeface="Arial"/>
              </a:defRPr>
            </a:lvl6pPr>
            <a:lvl7pPr algn="r">
              <a:defRPr sz="1200" b="0">
                <a:solidFill>
                  <a:srgbClr val="000000"/>
                </a:solidFill>
                <a:latin typeface="Arial"/>
                <a:ea typeface="Arial"/>
                <a:cs typeface="Arial"/>
              </a:defRPr>
            </a:lvl7pPr>
            <a:lvl8pPr algn="r">
              <a:defRPr sz="1200" b="0">
                <a:solidFill>
                  <a:srgbClr val="000000"/>
                </a:solidFill>
                <a:latin typeface="Arial"/>
                <a:ea typeface="Arial"/>
                <a:cs typeface="Arial"/>
              </a:defRPr>
            </a:lvl8pPr>
            <a:lvl9pPr algn="r">
              <a:defRPr sz="1200" b="0">
                <a:solidFill>
                  <a:srgbClr val="000000"/>
                </a:solidFill>
                <a:latin typeface="Arial"/>
                <a:ea typeface="Arial"/>
                <a:cs typeface="Arial"/>
              </a:defRPr>
            </a:lvl9pPr>
          </a:lstStyle>
          <a:p>
            <a:pPr algn="r">
              <a:defRPr sz="1200" b="0">
                <a:solidFill>
                  <a:srgbClr val="000000"/>
                </a:solidFill>
                <a:latin typeface="Arial"/>
                <a:ea typeface="Arial"/>
                <a:cs typeface="Arial"/>
              </a:defRPr>
            </a:pPr>
            <a:r>
              <a:rPr sz="1200" b="0">
                <a:solidFill>
                  <a:srgbClr val="000000"/>
                </a:solidFill>
                <a:latin typeface="Arial"/>
                <a:ea typeface="Arial"/>
                <a:cs typeface="Arial"/>
              </a:rPr>
              <a:t>200</a:t>
            </a:r>
          </a:p>
        </p:txBody>
      </p:sp>
      <p:pic>
        <p:nvPicPr>
          <p:cNvPr id="38" name="">
            <a:extLst>
              <a:ext uri="{FF2B5EF4-FFF2-40B4-BE49-F238E27FC236}">
                <ns2:creationId id="{F25D3E4A-BEFC-4E15-A375-3691C20E1F95}"/>
              </a:ext>
            </a:extLst>
          </p:cNvPr>
          <p:cNvPicPr>
            <a:picLocks noChangeAspect="1"/>
          </p:cNvPicPr>
          <p:nvPr/>
        </p:nvPicPr>
        <p:blipFill>
          <a:blip r:embed="R625fa0795ee244fa"/>
          <a:stretch/>
        </p:blipFill>
        <p:spPr>
          <a:xfrm>
            <a:off x="3600450" y="437833"/>
            <a:ext cx="3781425" cy="2406650"/>
          </a:xfrm>
          <a:prstGeom prst="rect">
            <a:avLst/>
          </a:prstGeom>
        </p:spPr>
      </p:pic>
      <p:sp>
        <p:nvSpPr>
          <p:cNvPr id="39" name="line_040">
            <a:extLst>
              <a:ext uri="{FF2B5EF4-FFF2-40B4-BE49-F238E27FC236}">
                <ns2:creationId id="{ED147446-8AC1-4050-9F85-D7327A3880FB}"/>
              </a:ext>
            </a:extLst>
          </p:cNvPr>
          <p:cNvSpPr>
            <a:spLocks noGrp="1"/>
          </p:cNvSpPr>
          <p:nvPr/>
        </p:nvSpPr>
        <p:spPr>
          <a:xfrm>
            <a:off x="3600450" y="436245"/>
            <a:ext cx="95" cy="2409825"/>
          </a:xfrm>
          <a:custGeom>
            <a:pathLst>
              <a:path w="95" h="2409825">
                <a:moveTo>
                  <a:pt x="0" y="0"/>
                </a:moveTo>
                <a:lnTo>
                  <a:pt x="0" y="2409825"/>
                </a:lnTo>
              </a:path>
            </a:pathLst>
          </a:custGeom>
          <a:noFill/>
          <a:ln w="7620">
            <a:solidFill>
              <a:srgbClr val="7B8790"/>
            </a:solidFill>
            <a:prstDash val="solid"/>
          </a:ln>
        </p:spPr>
      </p:sp>
      <p:sp>
        <p:nvSpPr>
          <p:cNvPr id="40" name="line_041">
            <a:extLst>
              <a:ext uri="{FF2B5EF4-FFF2-40B4-BE49-F238E27FC236}">
                <ns2:creationId id="{77EB5AA8-A9A0-4022-B405-961134B5BBEF}"/>
              </a:ext>
            </a:extLst>
          </p:cNvPr>
          <p:cNvSpPr>
            <a:spLocks noGrp="1"/>
          </p:cNvSpPr>
          <p:nvPr/>
        </p:nvSpPr>
        <p:spPr>
          <a:xfrm>
            <a:off x="3600450" y="2846070"/>
            <a:ext cx="3781425" cy="95"/>
          </a:xfrm>
          <a:custGeom>
            <a:pathLst>
              <a:path w="3781425" h="95">
                <a:moveTo>
                  <a:pt x="0" y="0"/>
                </a:moveTo>
                <a:lnTo>
                  <a:pt x="3781425" y="0"/>
                </a:lnTo>
              </a:path>
            </a:pathLst>
          </a:custGeom>
          <a:noFill/>
          <a:ln w="7620">
            <a:solidFill>
              <a:srgbClr val="7B8790"/>
            </a:solidFill>
            <a:prstDash val="solid"/>
          </a:ln>
        </p:spPr>
      </p:sp>
      <p:sp>
        <p:nvSpPr>
          <p:cNvPr id="41" name="line_042">
            <a:extLst>
              <a:ext uri="{FF2B5EF4-FFF2-40B4-BE49-F238E27FC236}">
                <ns2:creationId id="{C616442C-4755-4035-BFF3-0F2CC0E13EA6}"/>
              </a:ext>
            </a:extLst>
          </p:cNvPr>
          <p:cNvSpPr>
            <a:spLocks noGrp="1"/>
          </p:cNvSpPr>
          <p:nvPr/>
        </p:nvSpPr>
        <p:spPr>
          <a:xfrm>
            <a:off x="3600450" y="2846070"/>
            <a:ext cx="95" cy="38100"/>
          </a:xfrm>
          <a:custGeom>
            <a:pathLst>
              <a:path w="95" h="38100">
                <a:moveTo>
                  <a:pt x="0" y="0"/>
                </a:moveTo>
                <a:lnTo>
                  <a:pt x="0" y="38100"/>
                </a:lnTo>
              </a:path>
            </a:pathLst>
          </a:custGeom>
          <a:noFill/>
          <a:ln w="9525">
            <a:solidFill>
              <a:srgbClr val="7B8790"/>
            </a:solidFill>
            <a:prstDash val="solid"/>
          </a:ln>
        </p:spPr>
      </p:sp>
      <p:sp>
        <p:nvSpPr>
          <p:cNvPr id="42" name="text_043">
            <a:extLst>
              <a:ext uri="{FF2B5EF4-FFF2-40B4-BE49-F238E27FC236}">
                <ns2:creationId id="{DB3B2CB6-CE38-47EC-9A5F-4C6434E2AA8D}"/>
              </a:ext>
            </a:extLst>
          </p:cNvPr>
          <p:cNvSpPr>
            <a:spLocks noGrp="1"/>
          </p:cNvSpPr>
          <p:nvPr/>
        </p:nvSpPr>
        <p:spPr>
          <a:xfrm rot="0">
            <a:off x="3409950" y="2912745"/>
            <a:ext cx="381000" cy="209550"/>
          </a:xfrm>
          <a:prstGeom prst="rect">
            <a:avLst/>
          </a:prstGeom>
          <a:noFill/>
          <a:ln w="0">
            <a:noFill/>
            <a:prstDash val="solid"/>
          </a:ln>
        </p:spPr>
        <p:txBody>
          <a:bodyPr wrap="none" lIns="0" tIns="0" rIns="0" bIns="0" anchor="t">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0</a:t>
            </a:r>
          </a:p>
        </p:txBody>
      </p:sp>
      <p:sp>
        <p:nvSpPr>
          <p:cNvPr id="43" name="line_044">
            <a:extLst>
              <a:ext uri="{FF2B5EF4-FFF2-40B4-BE49-F238E27FC236}">
                <ns2:creationId id="{4CD89721-85F6-43C6-BFB9-8658691BED23}"/>
              </a:ext>
            </a:extLst>
          </p:cNvPr>
          <p:cNvSpPr>
            <a:spLocks noGrp="1"/>
          </p:cNvSpPr>
          <p:nvPr/>
        </p:nvSpPr>
        <p:spPr>
          <a:xfrm>
            <a:off x="5491163" y="2846070"/>
            <a:ext cx="95" cy="38100"/>
          </a:xfrm>
          <a:custGeom>
            <a:pathLst>
              <a:path w="95" h="38100">
                <a:moveTo>
                  <a:pt x="0" y="0"/>
                </a:moveTo>
                <a:lnTo>
                  <a:pt x="0" y="38100"/>
                </a:lnTo>
              </a:path>
            </a:pathLst>
          </a:custGeom>
          <a:noFill/>
          <a:ln w="9525">
            <a:solidFill>
              <a:srgbClr val="7B8790"/>
            </a:solidFill>
            <a:prstDash val="solid"/>
          </a:ln>
        </p:spPr>
      </p:sp>
      <p:sp>
        <p:nvSpPr>
          <p:cNvPr id="44" name="text_045">
            <a:extLst>
              <a:ext uri="{FF2B5EF4-FFF2-40B4-BE49-F238E27FC236}">
                <ns2:creationId id="{55B2F235-A529-449C-89C6-820DBC2EB05A}"/>
              </a:ext>
            </a:extLst>
          </p:cNvPr>
          <p:cNvSpPr>
            <a:spLocks noGrp="1"/>
          </p:cNvSpPr>
          <p:nvPr/>
        </p:nvSpPr>
        <p:spPr>
          <a:xfrm rot="0">
            <a:off x="5300663" y="2912745"/>
            <a:ext cx="381000" cy="209550"/>
          </a:xfrm>
          <a:prstGeom prst="rect">
            <a:avLst/>
          </a:prstGeom>
          <a:noFill/>
          <a:ln w="0">
            <a:noFill/>
            <a:prstDash val="solid"/>
          </a:ln>
        </p:spPr>
        <p:txBody>
          <a:bodyPr wrap="none" lIns="0" tIns="0" rIns="0" bIns="0" anchor="t">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0.5</a:t>
            </a:r>
          </a:p>
        </p:txBody>
      </p:sp>
      <p:sp>
        <p:nvSpPr>
          <p:cNvPr id="45" name="line_046">
            <a:extLst>
              <a:ext uri="{FF2B5EF4-FFF2-40B4-BE49-F238E27FC236}">
                <ns2:creationId id="{93C0F6A3-2E7C-49FF-BD32-8EF9C692E271}"/>
              </a:ext>
            </a:extLst>
          </p:cNvPr>
          <p:cNvSpPr>
            <a:spLocks noGrp="1"/>
          </p:cNvSpPr>
          <p:nvPr/>
        </p:nvSpPr>
        <p:spPr>
          <a:xfrm>
            <a:off x="7381875" y="2846070"/>
            <a:ext cx="95" cy="38100"/>
          </a:xfrm>
          <a:custGeom>
            <a:pathLst>
              <a:path w="95" h="38100">
                <a:moveTo>
                  <a:pt x="0" y="0"/>
                </a:moveTo>
                <a:lnTo>
                  <a:pt x="0" y="38100"/>
                </a:lnTo>
              </a:path>
            </a:pathLst>
          </a:custGeom>
          <a:noFill/>
          <a:ln w="9525">
            <a:solidFill>
              <a:srgbClr val="7B8790"/>
            </a:solidFill>
            <a:prstDash val="solid"/>
          </a:ln>
        </p:spPr>
      </p:sp>
      <p:sp>
        <p:nvSpPr>
          <p:cNvPr id="46" name="text_047">
            <a:extLst>
              <a:ext uri="{FF2B5EF4-FFF2-40B4-BE49-F238E27FC236}">
                <ns2:creationId id="{83577E95-FF64-4CB7-82B6-55700A859AC4}"/>
              </a:ext>
            </a:extLst>
          </p:cNvPr>
          <p:cNvSpPr>
            <a:spLocks noGrp="1"/>
          </p:cNvSpPr>
          <p:nvPr/>
        </p:nvSpPr>
        <p:spPr>
          <a:xfrm rot="0">
            <a:off x="7191375" y="2912745"/>
            <a:ext cx="381000" cy="209550"/>
          </a:xfrm>
          <a:prstGeom prst="rect">
            <a:avLst/>
          </a:prstGeom>
          <a:noFill/>
          <a:ln w="0">
            <a:noFill/>
            <a:prstDash val="solid"/>
          </a:ln>
        </p:spPr>
        <p:txBody>
          <a:bodyPr wrap="none" lIns="0" tIns="0" rIns="0" bIns="0" anchor="t">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1</a:t>
            </a:r>
          </a:p>
        </p:txBody>
      </p:sp>
    </p:spTree>
    <p:extLst>
      <p:ext uri="{BB962C8B-B14F-4D97-AF65-F5344CB8AC3E}">
        <ns4:creationId val="1440513678"/>
      </p:ext>
    </p:extLst>
  </p:cSld>
</p:sld>
</file>

<file path=ppt/main_figures/Fig8/ppt/tableStyles.xml><?xml version="1.0" encoding="utf-8"?>
<a:tblStyleLst xmlns:a="http://schemas.openxmlformats.org/drawingml/2006/main" def="{5C22544A-7EE6-4342-B048-85BDC9FD1C3A}"/>
</file>

<file path=ppt/main_figures/Fig8/ppt/theme/theme1.xml><?xml version="1.0" encoding="utf-8"?>
<a:theme xmlns:a="http://schemas.openxmlformats.org/drawingml/2006/main" name="ChatGPT">
  <a:themeElements>
    <a:clrScheme name="ChatGPT">
      <a:dk1>
        <a:srgbClr val="000000"/>
      </a:dk1>
      <a:lt1>
        <a:srgbClr val="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
      <a:majorFont>
        <a:latin typeface="Aptos"/>
        <a:ea typeface=""/>
        <a:cs typeface=""/>
      </a:majorFont>
      <a:minorFont>
        <a:latin typeface="Aptos"/>
        <a:ea typeface=""/>
        <a:cs typeface=""/>
      </a:minorFont>
    </a:fontScheme>
    <a:fmtScheme name="ChatGPT">
      <a:fillStyleLst>
        <a:solidFill>
          <a:schemeClr val="phClr"/>
        </a:solidFill>
        <a:gradFill>
          <a:gsLst>
            <a:gs pos="0">
              <a:schemeClr val="phClr">
                <a:tint val="67000"/>
                <a:lumMod val="110000"/>
                <a:satMod val="105000"/>
              </a:schemeClr>
            </a:gs>
            <a:gs pos="50000">
              <a:schemeClr val="phClr">
                <a:tint val="73000"/>
                <a:lumMod val="105000"/>
                <a:satMod val="103000"/>
              </a:schemeClr>
            </a:gs>
            <a:gs pos="100000">
              <a:schemeClr val="phClr">
                <a:tint val="81000"/>
                <a:lumMod val="105000"/>
                <a:satMod val="109000"/>
              </a:schemeClr>
            </a:gs>
          </a:gsLst>
          <a:lin ang="5400000" scaled="0"/>
        </a:gradFill>
        <a:gradFill>
          <a:gsLst>
            <a:gs pos="0">
              <a:schemeClr val="phClr">
                <a:tint val="94000"/>
                <a:lumMod val="102000"/>
                <a:satMod val="103000"/>
              </a:schemeClr>
            </a:gs>
            <a:gs pos="50000">
              <a:schemeClr val="phClr">
                <a:shade val="100000"/>
                <a:lumMod val="100000"/>
                <a:satMod val="110000"/>
              </a:schemeClr>
            </a:gs>
            <a:gs pos="100000">
              <a:schemeClr val="phClr">
                <a:shade val="78000"/>
                <a:lumMod val="99000"/>
                <a:satMod val="120000"/>
              </a:schemeClr>
            </a:gs>
          </a:gsLst>
          <a:lin ang="5400000" scaled="0"/>
        </a:gradFill>
      </a:fillStyleLst>
      <a:lnStyleLst>
        <a:ln w="12700">
          <a:solidFill>
            <a:schemeClr val="phClr"/>
          </a:solidFill>
          <a:prstDash val="solid"/>
        </a:ln>
        <a:ln w="19050">
          <a:solidFill>
            <a:schemeClr val="phClr"/>
          </a:solidFill>
          <a:prstDash val="solid"/>
        </a:ln>
        <a:ln w="25400">
          <a:solidFill>
            <a:schemeClr val="phClr"/>
          </a:solidFill>
          <a:prstDash val="solid"/>
        </a:ln>
      </a:lnStyleLst>
      <a:effectStyleLst>
        <a:effectStyle>
          <a:effectLst/>
        </a:effectStyle>
        <a:effectStyle>
          <a:effectLst/>
        </a:effectStyle>
        <a:effectStyle>
          <a:effectLst>
            <a:outerShdw blurRad="57150" dist="19050" dir="5400000">
              <a:srgbClr val="000000">
                <a:alpha val="16000"/>
              </a:srgbClr>
            </a:outerShdw>
          </a:effectLst>
        </a:effectStyle>
        <a:effectStyle>
          <a:effectLst>
            <a:outerShdw blurRad="19050" dist="9525" dir="5400000">
              <a:srgbClr val="000000">
                <a:alpha val="6000"/>
              </a:srgbClr>
            </a:outerShdw>
          </a:effectLst>
        </a:effectStyle>
        <a:effectStyle>
          <a:effectLst>
            <a:outerShdw blurRad="28575" dist="9525" dir="5400000">
              <a:srgbClr val="000000">
                <a:alpha val="8000"/>
              </a:srgbClr>
            </a:outerShdw>
          </a:effectLst>
        </a:effectStyle>
        <a:effectStyle>
          <a:effectLst>
            <a:outerShdw blurRad="57150" dist="19050" dir="5400000">
              <a:srgbClr val="000000">
                <a:alpha val="10000"/>
              </a:srgbClr>
            </a:outerShdw>
          </a:effectLst>
        </a:effectStyle>
        <a:effectStyle>
          <a:effectLst>
            <a:outerShdw blurRad="114300" dist="38100" dir="5400000">
              <a:srgbClr val="000000">
                <a:alpha val="12000"/>
              </a:srgbClr>
            </a:outerShdw>
          </a:effectLst>
        </a:effectStyle>
        <a:effectStyle>
          <a:effectLst>
            <a:outerShdw blurRad="171450" dist="57150" dir="5400000">
              <a:srgbClr val="000000">
                <a:alpha val="16000"/>
              </a:srgbClr>
            </a:outerShdw>
          </a:effectLst>
        </a:effectStyle>
        <a:effectStyle>
          <a:effectLst>
            <a:outerShdw blurRad="266700" dist="95250" dir="5400000">
              <a:srgbClr val="000000">
                <a:alpha val="24000"/>
              </a:srgbClr>
            </a:outerShdw>
          </a:effectLst>
        </a:effectStyle>
      </a:effectStyleLst>
      <a:bgFillStyleLst>
        <a:solidFill>
          <a:schemeClr val="phClr"/>
        </a:solidFill>
        <a:solidFill>
          <a:schemeClr val="phClr">
            <a:tint val="95000"/>
            <a:satMod val="170000"/>
          </a:schemeClr>
        </a:solidFill>
        <a:gradFill>
          <a:gsLst>
            <a:gs pos="0">
              <a:schemeClr val="phClr">
                <a:tint val="93000"/>
                <a:shade val="98000"/>
                <a:lumMod val="102000"/>
                <a:satMod val="150000"/>
              </a:schemeClr>
            </a:gs>
            <a:gs pos="50000">
              <a:schemeClr val="phClr">
                <a:tint val="98000"/>
                <a:shade val="90000"/>
                <a:lumMod val="103000"/>
                <a:satMod val="130000"/>
              </a:schemeClr>
            </a:gs>
            <a:gs pos="100000">
              <a:schemeClr val="phClr">
                <a:shade val="63000"/>
                <a:satMod val="120000"/>
              </a:schemeClr>
            </a:gs>
          </a:gsLst>
          <a:lin ang="5400000" scaled="0"/>
        </a:gradFill>
      </a:bgFillStyleLst>
    </a:fmtScheme>
  </a:themeElements>
</a:theme>
</file>

<file path=ppt/main_figures/Fig9/docProps/app.xml><?xml version="1.0" encoding="utf-8"?>
<ap:Properties xmlns:ap="http://schemas.openxmlformats.org/officeDocument/2006/extended-properties">
  <ap:Application>Walnut Exporter</ap:Application>
  <ap:PresentationFormat>Converted Presentation</ap:PresentationFormat>
  <ap:Slides>0</ap:Slides>
  <ap:Notes>0</ap:Notes>
  <ap:HiddenSlides>0</ap:HiddenSlides>
  <ap:SharedDoc>false</ap:SharedDoc>
  <ap:DocSecurity>0</ap:DocSecurity>
</ap:Properties>
</file>

<file path=ppt/main_figures/Fig9/docProps/core.xml><?xml version="1.0" encoding="utf-8"?>
<coreProperties xmlns:dc="http://purl.org/dc/elements/1.1/" xmlns:dcterms="http://purl.org/dc/terms/" xmlns:xsi="http://www.w3.org/2001/XMLSchema-instance" xmlns="http://schemas.openxmlformats.org/package/2006/metadata/core-properties">
  <dc:creator>Walnut Exporter</dc:creator>
  <lastModifiedBy>Walnut Exporter</lastModifiedBy>
  <dc:title>Presentation</dc:title>
  <dcterms:created xsi:type="dcterms:W3CDTF">2026-10-22T02:08:00.0530000Z</dcterms:created>
  <dcterms:modified xsi:type="dcterms:W3CDTF">2026-10-22T02:08:00.0530000Z</dcterms:modified>
</coreProperties>
</file>

<file path=ppt/main_figures/Fig9/ppt/_rels/presentation.xml.rels><?xml version='1.0' encoding='utf-8'?>
<Relationships xmlns="http://schemas.openxmlformats.org/package/2006/relationships"><Relationship Type="http://schemas.openxmlformats.org/officeDocument/2006/relationships/theme" Target="/ppt/main_figures/Fig9/ppt/theme/theme1.xml" Id="R3da5d87718524fe9" /><Relationship Type="http://schemas.openxmlformats.org/officeDocument/2006/relationships/slideMaster" Target="/ppt/main_figures/Fig9/ppt/slideMasters/slideMaster1.xml" Id="R5f1af7187e974575" /><Relationship Type="http://schemas.openxmlformats.org/officeDocument/2006/relationships/notesMaster" Target="/ppt/main_figures/Fig9/ppt/notesMasters/notesMaster1.xml" Id="R8653614689a04db4" /><Relationship Type="http://schemas.openxmlformats.org/officeDocument/2006/relationships/presProps" Target="/ppt/main_figures/Fig9/ppt/presProps.xml" Id="R8c1617c4c0b1422a" /><Relationship Type="http://schemas.openxmlformats.org/officeDocument/2006/relationships/tableStyles" Target="/ppt/main_figures/Fig9/ppt/tableStyles.xml" Id="Re583186e2a5a4a34" /><Relationship Type="http://schemas.openxmlformats.org/officeDocument/2006/relationships/slide" Target="/ppt/main_figures/Fig9/ppt/slides/slide1.xml" Id="R448d58312ca34320" /></Relationships>
</file>

<file path=ppt/main_figures/Fig9/ppt/notesMasters/_rels/notesMaster1.xml.rels><?xml version='1.0' encoding='utf-8'?>
<Relationships xmlns="http://schemas.openxmlformats.org/package/2006/relationships"><Relationship Type="http://schemas.openxmlformats.org/officeDocument/2006/relationships/theme" Target="/ppt/main_figures/Fig9/ppt/notesMasters/theme/theme3.xml" Id="Rd0d555c282814c4d" /></Relationships>
</file>

<file path=ppt/main_figures/Fig9/ppt/notesMasters/notesMaster1.xml><?xml version="1.0" encoding="utf-8"?>
<p:notesMaster xmlns:p="http://schemas.openxmlformats.org/presentationml/2006/main">
  <p:cSld>
    <p:bg>
      <p:bgRef idx="1001">
        <a:schemeClr xmlns:a="http://schemas.openxmlformats.org/drawingml/2006/main" val="bg1"/>
      </p:bgRef>
    </p:bg>
    <p:spTree>
      <p:nvGrpSpPr>
        <p:cNvPr id="1" name=""/>
        <p:cNvGrpSpPr/>
        <p:nvPr/>
      </p:nvGrpSpPr>
      <p:grpSpPr>
        <a:xfrm xmlns:a="http://schemas.openxmlformats.org/drawingml/2006/main"/>
      </p:grpSpPr>
      <p:sp>
        <p:nvSpPr>
          <p:cNvPr id="2" name="Header Placeholder"/>
          <p:cNvSpPr/>
          <p:nvPr>
            <p:ph type="hdr" sz="quarter"/>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3" name="Date Placeholder"/>
          <p:cNvSpPr/>
          <p:nvPr>
            <p:ph type="dt" sz="quarter" idx="1"/>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4" name="Slide Image Placeholder"/>
          <p:cNvSpPr/>
          <p:nvPr>
            <p:ph type="sldImg" idx="2"/>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5" name="Notes Placeholder"/>
          <p:cNvSpPr/>
          <p:nvPr>
            <p:ph type="body" sz="quarter" idx="3"/>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6" name="Footer Placeholder"/>
          <p:cNvSpPr/>
          <p:nvPr>
            <p:ph type="ftr" sz="quarter" idx="4"/>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7" name="Slide Number Placeholder"/>
          <p:cNvSpPr/>
          <p:nvPr>
            <p:ph type="sldNum" sz="quarter" idx="5"/>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Tree>
  </p:cSld>
  <p:clrMap bg1="lt1" tx1="dk1" bg2="lt2" tx2="dk2" accent1="accent1" accent2="accent2" accent3="accent3" accent4="accent4" accent5="accent5" accent6="accent6" hlink="hlink" folHlink="folHlink"/>
  <p:notesStyle>
    <a:lvl1pPr xmlns:a="http://schemas.openxmlformats.org/drawingml/2006/main" marL="0" algn="l" defTabSz="914400" rtl="0" eaLnBrk="1" latinLnBrk="0" hangingPunct="1">
      <a:defRPr sz="1200" kern="1200"/>
    </a:lvl1pPr>
  </p:notesStyle>
</p:notesMaster>
</file>

<file path=ppt/main_figures/Fig9/ppt/notesMasters/theme/theme3.xml><?xml version="1.0" encoding="utf-8"?>
<a:theme xmlns:a="http://schemas.openxmlformats.org/drawingml/2006/main" name="ChatGPT">
  <a:themeElements>
    <a:clrScheme name="ChatGPT">
      <a:dk1>
        <a:srgbClr val="000000"/>
      </a:dk1>
      <a:lt1>
        <a:srgbClr val="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
      <a:majorFont>
        <a:latin typeface="Aptos"/>
        <a:ea typeface=""/>
        <a:cs typeface=""/>
      </a:majorFont>
      <a:minorFont>
        <a:latin typeface="Aptos"/>
        <a:ea typeface=""/>
        <a:cs typeface=""/>
      </a:minorFont>
    </a:fontScheme>
    <a:fmtScheme name="ChatGPT">
      <a:fillStyleLst>
        <a:solidFill>
          <a:schemeClr val="phClr"/>
        </a:solidFill>
        <a:gradFill>
          <a:gsLst>
            <a:gs pos="0">
              <a:schemeClr val="phClr">
                <a:tint val="67000"/>
                <a:lumMod val="110000"/>
                <a:satMod val="105000"/>
              </a:schemeClr>
            </a:gs>
            <a:gs pos="50000">
              <a:schemeClr val="phClr">
                <a:tint val="73000"/>
                <a:lumMod val="105000"/>
                <a:satMod val="103000"/>
              </a:schemeClr>
            </a:gs>
            <a:gs pos="100000">
              <a:schemeClr val="phClr">
                <a:tint val="81000"/>
                <a:lumMod val="105000"/>
                <a:satMod val="109000"/>
              </a:schemeClr>
            </a:gs>
          </a:gsLst>
          <a:lin ang="5400000" scaled="0"/>
        </a:gradFill>
        <a:gradFill>
          <a:gsLst>
            <a:gs pos="0">
              <a:schemeClr val="phClr">
                <a:tint val="94000"/>
                <a:lumMod val="102000"/>
                <a:satMod val="103000"/>
              </a:schemeClr>
            </a:gs>
            <a:gs pos="50000">
              <a:schemeClr val="phClr">
                <a:shade val="100000"/>
                <a:lumMod val="100000"/>
                <a:satMod val="110000"/>
              </a:schemeClr>
            </a:gs>
            <a:gs pos="100000">
              <a:schemeClr val="phClr">
                <a:shade val="78000"/>
                <a:lumMod val="99000"/>
                <a:satMod val="120000"/>
              </a:schemeClr>
            </a:gs>
          </a:gsLst>
          <a:lin ang="5400000" scaled="0"/>
        </a:gradFill>
      </a:fillStyleLst>
      <a:lnStyleLst>
        <a:ln w="12700">
          <a:solidFill>
            <a:schemeClr val="phClr"/>
          </a:solidFill>
          <a:prstDash val="solid"/>
        </a:ln>
        <a:ln w="19050">
          <a:solidFill>
            <a:schemeClr val="phClr"/>
          </a:solidFill>
          <a:prstDash val="solid"/>
        </a:ln>
        <a:ln w="25400">
          <a:solidFill>
            <a:schemeClr val="phClr"/>
          </a:solidFill>
          <a:prstDash val="solid"/>
        </a:ln>
      </a:lnStyleLst>
      <a:effectStyleLst>
        <a:effectStyle>
          <a:effectLst/>
        </a:effectStyle>
        <a:effectStyle>
          <a:effectLst/>
        </a:effectStyle>
        <a:effectStyle>
          <a:effectLst>
            <a:outerShdw blurRad="57150" dist="19050" dir="5400000">
              <a:srgbClr val="000000">
                <a:alpha val="16000"/>
              </a:srgbClr>
            </a:outerShdw>
          </a:effectLst>
        </a:effectStyle>
        <a:effectStyle>
          <a:effectLst>
            <a:outerShdw blurRad="19050" dist="9525" dir="5400000">
              <a:srgbClr val="000000">
                <a:alpha val="6000"/>
              </a:srgbClr>
            </a:outerShdw>
          </a:effectLst>
        </a:effectStyle>
        <a:effectStyle>
          <a:effectLst>
            <a:outerShdw blurRad="28575" dist="9525" dir="5400000">
              <a:srgbClr val="000000">
                <a:alpha val="8000"/>
              </a:srgbClr>
            </a:outerShdw>
          </a:effectLst>
        </a:effectStyle>
        <a:effectStyle>
          <a:effectLst>
            <a:outerShdw blurRad="57150" dist="19050" dir="5400000">
              <a:srgbClr val="000000">
                <a:alpha val="10000"/>
              </a:srgbClr>
            </a:outerShdw>
          </a:effectLst>
        </a:effectStyle>
        <a:effectStyle>
          <a:effectLst>
            <a:outerShdw blurRad="114300" dist="38100" dir="5400000">
              <a:srgbClr val="000000">
                <a:alpha val="12000"/>
              </a:srgbClr>
            </a:outerShdw>
          </a:effectLst>
        </a:effectStyle>
        <a:effectStyle>
          <a:effectLst>
            <a:outerShdw blurRad="171450" dist="57150" dir="5400000">
              <a:srgbClr val="000000">
                <a:alpha val="16000"/>
              </a:srgbClr>
            </a:outerShdw>
          </a:effectLst>
        </a:effectStyle>
        <a:effectStyle>
          <a:effectLst>
            <a:outerShdw blurRad="266700" dist="95250" dir="5400000">
              <a:srgbClr val="000000">
                <a:alpha val="24000"/>
              </a:srgbClr>
            </a:outerShdw>
          </a:effectLst>
        </a:effectStyle>
      </a:effectStyleLst>
      <a:bgFillStyleLst>
        <a:solidFill>
          <a:schemeClr val="phClr"/>
        </a:solidFill>
        <a:solidFill>
          <a:schemeClr val="phClr">
            <a:tint val="95000"/>
            <a:satMod val="170000"/>
          </a:schemeClr>
        </a:solidFill>
        <a:gradFill>
          <a:gsLst>
            <a:gs pos="0">
              <a:schemeClr val="phClr">
                <a:tint val="93000"/>
                <a:shade val="98000"/>
                <a:lumMod val="102000"/>
                <a:satMod val="150000"/>
              </a:schemeClr>
            </a:gs>
            <a:gs pos="50000">
              <a:schemeClr val="phClr">
                <a:tint val="98000"/>
                <a:shade val="90000"/>
                <a:lumMod val="103000"/>
                <a:satMod val="130000"/>
              </a:schemeClr>
            </a:gs>
            <a:gs pos="100000">
              <a:schemeClr val="phClr">
                <a:shade val="63000"/>
                <a:satMod val="120000"/>
              </a:schemeClr>
            </a:gs>
          </a:gsLst>
          <a:lin ang="5400000" scaled="0"/>
        </a:gradFill>
      </a:bgFillStyleLst>
    </a:fmtScheme>
  </a:themeElements>
</a:theme>
</file>

<file path=ppt/main_figures/Fig9/ppt/notesSlides/_rels/notesSlide1.xml.rels><?xml version='1.0' encoding='utf-8'?>
<Relationships xmlns="http://schemas.openxmlformats.org/package/2006/relationships"><Relationship Type="http://schemas.openxmlformats.org/officeDocument/2006/relationships/slide" Target="/ppt/main_figures/Fig9/ppt/slides/slide1.xml" Id="Rbc91431b244645f9" /><Relationship Type="http://schemas.openxmlformats.org/officeDocument/2006/relationships/notesMaster" Target="/ppt/main_figures/Fig9/ppt/notesMasters/notesMaster1.xml" Id="R1817946fac6446b4" /></Relationships>
</file>

<file path=ppt/main_figures/Fig9/ppt/notesSlides/notesSlide1.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{"dataset":"Benzene (reconstructed potential)","source":"02-RG-MTM/results/paper1_suite/benzene-potential-reconstructed2d","model":"OPLS-AA 12-site Coulomb potential; carbon -0.115e and hydrogen +0.115e; atomic geometry from the public Inviwo cube header. No density samples used.","charge_source":"https://zarbi.chem.yale.edu/doc/boss49.pdf, January 2013, Table1 p67.","geometry_source":"https://github.com/inviwo/modules/blob/6152a00ab100ec10c1eb36f078fb42dc949010ab/molvis/gaussian/data/volumes/benzene-dens.cube.xz","scope":"21 parallel 61x61 static 2-D sections, z=-2 to2 bohr. Section z is not physical time. Reconstructed model, not TMTM original potential or exact electronic structure.","maps":"Full saved profiles interpolated onto32768 common map coordinates, then rendered with nearest-neighbor display sampling. No artificial extremum or track overlays.","normalization":{"normalization":"shared symmetric logarithmic","linthresh_potential_au":0.07842339515686035,"vmin":-2.2076358795166016,"vmax":2.2076358795166016,"scalar_arrays_modified":false,"minima_markers":"all retained leaves, including boundary leaves","source_slice_indices":[0,5,10,15,20],"map_sampling":"full maps interpolated onto 32768 common display coordinates","physical_time":false},"all_leaves":"Includes four boundary extrema per section. Boundary sensitivity and internal-leaf diagnostics are in Supplement S9.","R_equivalence":"R2,R20,R100 have identical measured metrics. Fig12 shows R2; the complete table keeps all three."}</a:t>
            </a: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main_figures/Fig9/ppt/presProps.xml><?xml version="1.0" encoding="utf-8"?>
<p:presentationPr xmlns:p="http://schemas.openxmlformats.org/presentationml/2006/main">
  <p:extLst>
    <p:ext xmlns:p14="http://schemas.microsoft.com/office/powerpoint/2010/main" uri="{E76CE94A-603C-4142-B9EB-6D1370010A27}">
      <p14:discardImageEditData val="0"/>
    </p:ext>
    <p:ext xmlns:p14="http://schemas.microsoft.com/office/powerpoint/2010/main" uri="{D31A062A-798A-4329-ABDD-BBA856620510}">
      <p14:defaultImageDpi val="32767"/>
    </p:ext>
    <p:ext xmlns:p15="http://schemas.microsoft.com/office/powerpoint/2012/main" uri="{FD5EFAAD-0ECE-453E-9831-46B23BE46B34}">
      <p15:chartTrackingRefBased val="1"/>
    </p:ext>
  </p:extLst>
</p:presentationPr>
</file>

<file path=ppt/main_figures/Fig9/ppt/presentation.xml><?xml version="1.0" encoding="utf-8"?>
<p:presentation xmlns:ns1="http://schemas.openxmlformats.org/officeDocument/2006/relationships" xmlns:p="http://schemas.openxmlformats.org/presentationml/2006/main">
  <p:sldMasterIdLst>
    <p:sldMasterId id="2147483648" ns1:id="R5f1af7187e974575"/>
  </p:sldMasterIdLst>
  <p:notesMasterIdLst>
    <p:notesMasterId ns1:id="R8653614689a04db4"/>
  </p:notesMasterIdLst>
  <p:sldIdLst>
    <p:sldId id="256" ns1:id="R448d58312ca34320"/>
  </p:sldIdLst>
  <p:sldSz cx="10953750" cy="5905500"/>
  <p:notesSz cx="6858000" cy="9144000"/>
</p:presentation>
</file>

<file path=ppt/main_figures/Fig9/ppt/slideLayouts/_rels/slideLayout1.xml.rels><?xml version='1.0' encoding='utf-8'?>
<Relationships xmlns="http://schemas.openxmlformats.org/package/2006/relationships"><Relationship Type="http://schemas.openxmlformats.org/officeDocument/2006/relationships/slideMaster" Target="/ppt/main_figures/Fig9/ppt/slideMasters/slideMaster1.xml" Id="R681bbbcaa1584505" /></Relationships>
</file>

<file path=ppt/main_figures/Fig9/ppt/slideLayouts/_rels/slideLayout2.xml.rels><?xml version='1.0' encoding='utf-8'?>
<Relationships xmlns="http://schemas.openxmlformats.org/package/2006/relationships"><Relationship Type="http://schemas.openxmlformats.org/officeDocument/2006/relationships/slideMaster" Target="/ppt/main_figures/Fig9/ppt/slideMasters/slideMaster1.xml" Id="Rea32a591ea8a4836" /></Relationships>
</file>

<file path=ppt/main_figures/Fig9/ppt/slideLayouts/_rels/slideLayout3.xml.rels><?xml version='1.0' encoding='utf-8'?>
<Relationships xmlns="http://schemas.openxmlformats.org/package/2006/relationships"><Relationship Type="http://schemas.openxmlformats.org/officeDocument/2006/relationships/slideMaster" Target="/ppt/main_figures/Fig9/ppt/slideMasters/slideMaster1.xml" Id="R9947a29fbe0e4253" /></Relationships>
</file>

<file path=ppt/main_figures/Fig9/ppt/slideLayouts/_rels/slideLayout4.xml.rels><?xml version='1.0' encoding='utf-8'?>
<Relationships xmlns="http://schemas.openxmlformats.org/package/2006/relationships"><Relationship Type="http://schemas.openxmlformats.org/officeDocument/2006/relationships/slideMaster" Target="/ppt/main_figures/Fig9/ppt/slideMasters/slideMaster1.xml" Id="R625623f6bd254804" /></Relationships>
</file>

<file path=ppt/main_figures/Fig9/ppt/slideLayouts/_rels/slideLayout5.xml.rels><?xml version='1.0' encoding='utf-8'?>
<Relationships xmlns="http://schemas.openxmlformats.org/package/2006/relationships"><Relationship Type="http://schemas.openxmlformats.org/officeDocument/2006/relationships/slideMaster" Target="/ppt/main_figures/Fig9/ppt/slideMasters/slideMaster1.xml" Id="Ra61070fa5d9a4ecd" /></Relationships>
</file>

<file path=ppt/main_figures/Fig9/ppt/slideLayouts/_rels/slideLayout6.xml.rels><?xml version='1.0' encoding='utf-8'?>
<Relationships xmlns="http://schemas.openxmlformats.org/package/2006/relationships"><Relationship Type="http://schemas.openxmlformats.org/officeDocument/2006/relationships/slideMaster" Target="/ppt/main_figures/Fig9/ppt/slideMasters/slideMaster1.xml" Id="R30c9f6fa9b3e44c2" /></Relationships>
</file>

<file path=ppt/main_figures/Fig9/ppt/slideLayouts/slideLayout1.xml><?xml version="1.0" encoding="utf-8"?>
<p:sldLayout xmlns:p="http://schemas.openxmlformats.org/presentationml/2006/main" type="title">
  <p:cSld name="Title Slide">
    <p:spTree>
      <p:nvGrpSpPr>
        <p:cNvPr id="1" name=""/>
        <p:cNvGrpSpPr/>
        <p:nvPr/>
      </p:nvGrpSpPr>
      <p:grpSpPr>
        <a:xfrm xmlns:a="http://schemas.openxmlformats.org/drawingml/2006/main"/>
      </p:grpSpPr>
      <p:sp>
        <p:nvSpPr>
          <p:cNvPr id="3" name="Title">
            <a:extLst xmlns:a="http://schemas.openxmlformats.org/drawingml/2006/main">
              <a:ext uri="{FF2B5EF4-FFF2-40B4-BE49-F238E27FC236}">
                <a16:creationId xmlns:a16="http://schemas.microsoft.com/office/drawing/2014/main" id="{3CBE60F2-573B-477F-8AEF-C55642B78D2F}"/>
              </a:ext>
            </a:extLst>
          </p:cNvPr>
          <p:cNvSpPr>
            <a:spLocks xmlns:a="http://schemas.openxmlformats.org/drawingml/2006/main" noGrp="1"/>
          </p:cNvSpPr>
          <p:nvPr>
            <p:ph type="title" idx="0"/>
          </p:nvPr>
        </p:nvSpPr>
        <p:spPr>
          <a:xfrm xmlns:a="http://schemas.openxmlformats.org/drawingml/2006/main">
            <a:off x="1280160" y="2705947"/>
            <a:ext cx="10241280" cy="103462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ctr">
            <a:normAutofit/>
          </a:bodyPr>
          <a:lstStyle xmlns:a="http://schemas.openxmlformats.org/drawingml/2006/main">
            <a:defPPr algn="ctr">
              <a:defRPr sz="5013" b="1">
                <a:solidFill>
                  <a:schemeClr val="tx1"/>
                </a:solidFill>
                <a:latin typeface="+mj-lt"/>
                <a:ea typeface="+mj-lt"/>
                <a:cs typeface="+mj-lt"/>
              </a:defRPr>
            </a:defPPr>
            <a:lvl1pPr marL="0" indent="0" algn="ctr">
              <a:lnSpc>
                <a:spcPct val="110000"/>
              </a:lnSpc>
              <a:spcBef>
                <a:spcPts val="0"/>
              </a:spcBef>
              <a:spcAft>
                <a:spcPts val="0"/>
              </a:spcAft>
              <a:buNone/>
              <a:defRPr sz="5013" b="1">
                <a:solidFill>
                  <a:schemeClr val="tx1"/>
                </a:solidFill>
                <a:latin typeface="+mj-lt"/>
                <a:ea typeface="+mj-lt"/>
                <a:cs typeface="+mj-lt"/>
              </a:defRPr>
            </a:lvl1pPr>
            <a:lvl2pPr marL="0" indent="0" algn="ctr">
              <a:lnSpc>
                <a:spcPct val="110000"/>
              </a:lnSpc>
              <a:spcBef>
                <a:spcPts val="0"/>
              </a:spcBef>
              <a:spcAft>
                <a:spcPts val="0"/>
              </a:spcAft>
              <a:buNone/>
              <a:defRPr sz="5013" b="1">
                <a:solidFill>
                  <a:schemeClr val="tx1"/>
                </a:solidFill>
                <a:latin typeface="+mj-lt"/>
                <a:ea typeface="+mj-lt"/>
                <a:cs typeface="+mj-lt"/>
              </a:defRPr>
            </a:lvl2pPr>
            <a:lvl3pPr marL="0" indent="0" algn="ctr">
              <a:lnSpc>
                <a:spcPct val="110000"/>
              </a:lnSpc>
              <a:spcBef>
                <a:spcPts val="0"/>
              </a:spcBef>
              <a:spcAft>
                <a:spcPts val="0"/>
              </a:spcAft>
              <a:buNone/>
              <a:defRPr sz="5013" b="1">
                <a:solidFill>
                  <a:schemeClr val="tx1"/>
                </a:solidFill>
                <a:latin typeface="+mj-lt"/>
                <a:ea typeface="+mj-lt"/>
                <a:cs typeface="+mj-lt"/>
              </a:defRPr>
            </a:lvl3pPr>
            <a:lvl4pPr marL="0" indent="0" algn="ctr">
              <a:lnSpc>
                <a:spcPct val="110000"/>
              </a:lnSpc>
              <a:spcBef>
                <a:spcPts val="0"/>
              </a:spcBef>
              <a:spcAft>
                <a:spcPts val="0"/>
              </a:spcAft>
              <a:buNone/>
              <a:defRPr sz="5013" b="1">
                <a:solidFill>
                  <a:schemeClr val="tx1"/>
                </a:solidFill>
                <a:latin typeface="+mj-lt"/>
                <a:ea typeface="+mj-lt"/>
                <a:cs typeface="+mj-lt"/>
              </a:defRPr>
            </a:lvl4pPr>
            <a:lvl5pPr marL="0" indent="0" algn="ctr">
              <a:lnSpc>
                <a:spcPct val="110000"/>
              </a:lnSpc>
              <a:spcBef>
                <a:spcPts val="0"/>
              </a:spcBef>
              <a:spcAft>
                <a:spcPts val="0"/>
              </a:spcAft>
              <a:buNone/>
              <a:defRPr sz="5013" b="1">
                <a:solidFill>
                  <a:schemeClr val="tx1"/>
                </a:solidFill>
                <a:latin typeface="+mj-lt"/>
                <a:ea typeface="+mj-lt"/>
                <a:cs typeface="+mj-lt"/>
              </a:defRPr>
            </a:lvl5pPr>
            <a:lvl6pPr marL="0" indent="0" algn="ctr">
              <a:lnSpc>
                <a:spcPct val="110000"/>
              </a:lnSpc>
              <a:spcBef>
                <a:spcPts val="0"/>
              </a:spcBef>
              <a:spcAft>
                <a:spcPts val="0"/>
              </a:spcAft>
              <a:buNone/>
              <a:defRPr sz="5013" b="1">
                <a:solidFill>
                  <a:schemeClr val="tx1"/>
                </a:solidFill>
                <a:latin typeface="+mj-lt"/>
                <a:ea typeface="+mj-lt"/>
                <a:cs typeface="+mj-lt"/>
              </a:defRPr>
            </a:lvl6pPr>
            <a:lvl7pPr marL="0" indent="0" algn="ctr">
              <a:lnSpc>
                <a:spcPct val="110000"/>
              </a:lnSpc>
              <a:spcBef>
                <a:spcPts val="0"/>
              </a:spcBef>
              <a:spcAft>
                <a:spcPts val="0"/>
              </a:spcAft>
              <a:buNone/>
              <a:defRPr sz="5013" b="1">
                <a:solidFill>
                  <a:schemeClr val="tx1"/>
                </a:solidFill>
                <a:latin typeface="+mj-lt"/>
                <a:ea typeface="+mj-lt"/>
                <a:cs typeface="+mj-lt"/>
              </a:defRPr>
            </a:lvl7pPr>
            <a:lvl8pPr marL="0" indent="0" algn="ctr">
              <a:lnSpc>
                <a:spcPct val="110000"/>
              </a:lnSpc>
              <a:spcBef>
                <a:spcPts val="0"/>
              </a:spcBef>
              <a:spcAft>
                <a:spcPts val="0"/>
              </a:spcAft>
              <a:buNone/>
              <a:defRPr sz="5013" b="1">
                <a:solidFill>
                  <a:schemeClr val="tx1"/>
                </a:solidFill>
                <a:latin typeface="+mj-lt"/>
                <a:ea typeface="+mj-lt"/>
                <a:cs typeface="+mj-lt"/>
              </a:defRPr>
            </a:lvl8pPr>
            <a:lvl9pPr marL="0" indent="0" algn="ctr">
              <a:lnSpc>
                <a:spcPct val="110000"/>
              </a:lnSpc>
              <a:spcBef>
                <a:spcPts val="0"/>
              </a:spcBef>
              <a:spcAft>
                <a:spcPts val="0"/>
              </a:spcAft>
              <a:buNone/>
              <a:defRPr sz="5013" b="1">
                <a:solidFill>
                  <a:schemeClr val="tx1"/>
                </a:solidFill>
                <a:latin typeface="+mj-lt"/>
                <a:ea typeface="+mj-lt"/>
                <a:cs typeface="+mj-lt"/>
              </a:defRPr>
            </a:lvl9pPr>
          </a:lstStyle>
          <a:p xmlns:a="http://schemas.openxmlformats.org/drawingml/2006/main"/>
        </p:txBody>
      </p:sp>
      <p:sp>
        <p:nvSpPr>
          <p:cNvPr id="2" name="Subtitle">
            <a:extLst xmlns:a="http://schemas.openxmlformats.org/drawingml/2006/main">
              <a:ext uri="{FF2B5EF4-FFF2-40B4-BE49-F238E27FC236}">
                <a16:creationId xmlns:a16="http://schemas.microsoft.com/office/drawing/2014/main" id="{1C829866-6AA9-48FA-9E58-1D3BFC0C9125}"/>
              </a:ext>
            </a:extLst>
          </p:cNvPr>
          <p:cNvSpPr>
            <a:spLocks xmlns:a="http://schemas.openxmlformats.org/drawingml/2006/main" noGrp="1"/>
          </p:cNvSpPr>
          <p:nvPr>
            <p:ph type="subTitle" idx="1"/>
          </p:nvPr>
        </p:nvSpPr>
        <p:spPr>
          <a:xfrm xmlns:a="http://schemas.openxmlformats.org/drawingml/2006/main">
            <a:off x="1920240" y="3939540"/>
            <a:ext cx="8961120" cy="7958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ctr">
            <a:normAutofit/>
          </a:bodyPr>
          <a:lstStyle xmlns:a="http://schemas.openxmlformats.org/drawingml/2006/main">
            <a:defPPr algn="ctr">
              <a:defRPr sz="2193" b="0">
                <a:solidFill>
                  <a:schemeClr val="tx1"/>
                </a:solidFill>
                <a:latin typeface="+mn-lt"/>
                <a:ea typeface="+mn-lt"/>
                <a:cs typeface="+mn-lt"/>
              </a:defRPr>
            </a:defPPr>
            <a:lvl1pPr marL="0" indent="0" algn="ctr">
              <a:lnSpc>
                <a:spcPct val="110000"/>
              </a:lnSpc>
              <a:spcBef>
                <a:spcPts val="0"/>
              </a:spcBef>
              <a:spcAft>
                <a:spcPts val="0"/>
              </a:spcAft>
              <a:buNone/>
              <a:defRPr sz="2193" b="0">
                <a:solidFill>
                  <a:schemeClr val="tx1"/>
                </a:solidFill>
                <a:latin typeface="+mn-lt"/>
                <a:ea typeface="+mn-lt"/>
                <a:cs typeface="+mn-lt"/>
              </a:defRPr>
            </a:lvl1pPr>
            <a:lvl2pPr marL="0" indent="0" algn="ctr">
              <a:lnSpc>
                <a:spcPct val="110000"/>
              </a:lnSpc>
              <a:spcBef>
                <a:spcPts val="0"/>
              </a:spcBef>
              <a:spcAft>
                <a:spcPts val="0"/>
              </a:spcAft>
              <a:buNone/>
              <a:defRPr sz="2193" b="0">
                <a:solidFill>
                  <a:schemeClr val="tx1"/>
                </a:solidFill>
                <a:latin typeface="+mn-lt"/>
                <a:ea typeface="+mn-lt"/>
                <a:cs typeface="+mn-lt"/>
              </a:defRPr>
            </a:lvl2pPr>
            <a:lvl3pPr marL="0" indent="0" algn="ctr">
              <a:lnSpc>
                <a:spcPct val="110000"/>
              </a:lnSpc>
              <a:spcBef>
                <a:spcPts val="0"/>
              </a:spcBef>
              <a:spcAft>
                <a:spcPts val="0"/>
              </a:spcAft>
              <a:buNone/>
              <a:defRPr sz="2193" b="0">
                <a:solidFill>
                  <a:schemeClr val="tx1"/>
                </a:solidFill>
                <a:latin typeface="+mn-lt"/>
                <a:ea typeface="+mn-lt"/>
                <a:cs typeface="+mn-lt"/>
              </a:defRPr>
            </a:lvl3pPr>
            <a:lvl4pPr marL="0" indent="0" algn="ctr">
              <a:lnSpc>
                <a:spcPct val="110000"/>
              </a:lnSpc>
              <a:spcBef>
                <a:spcPts val="0"/>
              </a:spcBef>
              <a:spcAft>
                <a:spcPts val="0"/>
              </a:spcAft>
              <a:buNone/>
              <a:defRPr sz="2193" b="0">
                <a:solidFill>
                  <a:schemeClr val="tx1"/>
                </a:solidFill>
                <a:latin typeface="+mn-lt"/>
                <a:ea typeface="+mn-lt"/>
                <a:cs typeface="+mn-lt"/>
              </a:defRPr>
            </a:lvl4pPr>
            <a:lvl5pPr marL="0" indent="0" algn="ctr">
              <a:lnSpc>
                <a:spcPct val="110000"/>
              </a:lnSpc>
              <a:spcBef>
                <a:spcPts val="0"/>
              </a:spcBef>
              <a:spcAft>
                <a:spcPts val="0"/>
              </a:spcAft>
              <a:buNone/>
              <a:defRPr sz="2193" b="0">
                <a:solidFill>
                  <a:schemeClr val="tx1"/>
                </a:solidFill>
                <a:latin typeface="+mn-lt"/>
                <a:ea typeface="+mn-lt"/>
                <a:cs typeface="+mn-lt"/>
              </a:defRPr>
            </a:lvl5pPr>
            <a:lvl6pPr marL="0" indent="0" algn="ctr">
              <a:lnSpc>
                <a:spcPct val="110000"/>
              </a:lnSpc>
              <a:spcBef>
                <a:spcPts val="0"/>
              </a:spcBef>
              <a:spcAft>
                <a:spcPts val="0"/>
              </a:spcAft>
              <a:buNone/>
              <a:defRPr sz="2193" b="0">
                <a:solidFill>
                  <a:schemeClr val="tx1"/>
                </a:solidFill>
                <a:latin typeface="+mn-lt"/>
                <a:ea typeface="+mn-lt"/>
                <a:cs typeface="+mn-lt"/>
              </a:defRPr>
            </a:lvl6pPr>
            <a:lvl7pPr marL="0" indent="0" algn="ctr">
              <a:lnSpc>
                <a:spcPct val="110000"/>
              </a:lnSpc>
              <a:spcBef>
                <a:spcPts val="0"/>
              </a:spcBef>
              <a:spcAft>
                <a:spcPts val="0"/>
              </a:spcAft>
              <a:buNone/>
              <a:defRPr sz="2193" b="0">
                <a:solidFill>
                  <a:schemeClr val="tx1"/>
                </a:solidFill>
                <a:latin typeface="+mn-lt"/>
                <a:ea typeface="+mn-lt"/>
                <a:cs typeface="+mn-lt"/>
              </a:defRPr>
            </a:lvl7pPr>
            <a:lvl8pPr marL="0" indent="0" algn="ctr">
              <a:lnSpc>
                <a:spcPct val="110000"/>
              </a:lnSpc>
              <a:spcBef>
                <a:spcPts val="0"/>
              </a:spcBef>
              <a:spcAft>
                <a:spcPts val="0"/>
              </a:spcAft>
              <a:buNone/>
              <a:defRPr sz="2193" b="0">
                <a:solidFill>
                  <a:schemeClr val="tx1"/>
                </a:solidFill>
                <a:latin typeface="+mn-lt"/>
                <a:ea typeface="+mn-lt"/>
                <a:cs typeface="+mn-lt"/>
              </a:defRPr>
            </a:lvl8pPr>
            <a:lvl9pPr marL="0" indent="0" algn="ctr">
              <a:lnSpc>
                <a:spcPct val="110000"/>
              </a:lnSpc>
              <a:spcBef>
                <a:spcPts val="0"/>
              </a:spcBef>
              <a:spcAft>
                <a:spcPts val="0"/>
              </a:spcAft>
              <a:buNone/>
              <a:defRPr sz="2193" b="0">
                <a:solidFill>
                  <a:schemeClr val="tx1"/>
                </a:solidFill>
                <a:latin typeface="+mn-lt"/>
                <a:ea typeface="+mn-lt"/>
                <a:cs typeface="+mn-lt"/>
              </a:defRPr>
            </a:lvl9pPr>
          </a:lstStyle>
          <a:p xmlns:a="http://schemas.openxmlformats.org/drawingml/2006/main"/>
        </p:txBody>
      </p:sp>
    </p:spTree>
  </p:cSld>
</p:sldLayout>
</file>

<file path=ppt/main_figures/Fig9/ppt/slideLayouts/slideLayout2.xml><?xml version="1.0" encoding="utf-8"?>
<p:sldLayout xmlns:p="http://schemas.openxmlformats.org/presentationml/2006/main">
  <p:cSld name="Section Header">
    <p:spTree>
      <p:nvGrpSpPr>
        <p:cNvPr id="1" name=""/>
        <p:cNvGrpSpPr/>
        <p:nvPr/>
      </p:nvGrpSpPr>
      <p:grpSpPr>
        <a:xfrm xmlns:a="http://schemas.openxmlformats.org/drawingml/2006/main"/>
      </p:grpSpPr>
      <p:sp>
        <p:nvSpPr>
          <p:cNvPr id="2" name="Section title">
            <a:extLst xmlns:a="http://schemas.openxmlformats.org/drawingml/2006/main">
              <a:ext uri="{FF2B5EF4-FFF2-40B4-BE49-F238E27FC236}">
                <a16:creationId xmlns:a16="http://schemas.microsoft.com/office/drawing/2014/main" id="{899B9E35-A862-44C3-B1D6-ABA6E0E29CF4}"/>
              </a:ext>
            </a:extLst>
          </p:cNvPr>
          <p:cNvSpPr>
            <a:spLocks xmlns:a="http://schemas.openxmlformats.org/drawingml/2006/main" noGrp="1"/>
          </p:cNvSpPr>
          <p:nvPr>
            <p:ph type="title" idx="0"/>
          </p:nvPr>
        </p:nvSpPr>
        <p:spPr>
          <a:xfrm xmlns:a="http://schemas.openxmlformats.org/drawingml/2006/main">
            <a:off x="1280160" y="2984500"/>
            <a:ext cx="10241280" cy="1193800"/>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ctr">
            <a:normAutofit/>
          </a:bodyPr>
          <a:lstStyle xmlns:a="http://schemas.openxmlformats.org/drawingml/2006/main">
            <a:defPPr algn="ctr">
              <a:defRPr sz="4387" b="1">
                <a:solidFill>
                  <a:schemeClr val="tx1"/>
                </a:solidFill>
                <a:latin typeface="+mj-lt"/>
                <a:ea typeface="+mj-lt"/>
                <a:cs typeface="+mj-lt"/>
              </a:defRPr>
            </a:defPPr>
            <a:lvl1pPr marL="0" indent="0" algn="ctr">
              <a:lnSpc>
                <a:spcPct val="110000"/>
              </a:lnSpc>
              <a:spcBef>
                <a:spcPts val="0"/>
              </a:spcBef>
              <a:spcAft>
                <a:spcPts val="0"/>
              </a:spcAft>
              <a:buNone/>
              <a:defRPr sz="4387" b="1">
                <a:solidFill>
                  <a:schemeClr val="tx1"/>
                </a:solidFill>
                <a:latin typeface="+mj-lt"/>
                <a:ea typeface="+mj-lt"/>
                <a:cs typeface="+mj-lt"/>
              </a:defRPr>
            </a:lvl1pPr>
            <a:lvl2pPr marL="0" indent="0" algn="ctr">
              <a:lnSpc>
                <a:spcPct val="110000"/>
              </a:lnSpc>
              <a:spcBef>
                <a:spcPts val="0"/>
              </a:spcBef>
              <a:spcAft>
                <a:spcPts val="0"/>
              </a:spcAft>
              <a:buNone/>
              <a:defRPr sz="4387" b="1">
                <a:solidFill>
                  <a:schemeClr val="tx1"/>
                </a:solidFill>
                <a:latin typeface="+mj-lt"/>
                <a:ea typeface="+mj-lt"/>
                <a:cs typeface="+mj-lt"/>
              </a:defRPr>
            </a:lvl2pPr>
            <a:lvl3pPr marL="0" indent="0" algn="ctr">
              <a:lnSpc>
                <a:spcPct val="110000"/>
              </a:lnSpc>
              <a:spcBef>
                <a:spcPts val="0"/>
              </a:spcBef>
              <a:spcAft>
                <a:spcPts val="0"/>
              </a:spcAft>
              <a:buNone/>
              <a:defRPr sz="4387" b="1">
                <a:solidFill>
                  <a:schemeClr val="tx1"/>
                </a:solidFill>
                <a:latin typeface="+mj-lt"/>
                <a:ea typeface="+mj-lt"/>
                <a:cs typeface="+mj-lt"/>
              </a:defRPr>
            </a:lvl3pPr>
            <a:lvl4pPr marL="0" indent="0" algn="ctr">
              <a:lnSpc>
                <a:spcPct val="110000"/>
              </a:lnSpc>
              <a:spcBef>
                <a:spcPts val="0"/>
              </a:spcBef>
              <a:spcAft>
                <a:spcPts val="0"/>
              </a:spcAft>
              <a:buNone/>
              <a:defRPr sz="4387" b="1">
                <a:solidFill>
                  <a:schemeClr val="tx1"/>
                </a:solidFill>
                <a:latin typeface="+mj-lt"/>
                <a:ea typeface="+mj-lt"/>
                <a:cs typeface="+mj-lt"/>
              </a:defRPr>
            </a:lvl4pPr>
            <a:lvl5pPr marL="0" indent="0" algn="ctr">
              <a:lnSpc>
                <a:spcPct val="110000"/>
              </a:lnSpc>
              <a:spcBef>
                <a:spcPts val="0"/>
              </a:spcBef>
              <a:spcAft>
                <a:spcPts val="0"/>
              </a:spcAft>
              <a:buNone/>
              <a:defRPr sz="4387" b="1">
                <a:solidFill>
                  <a:schemeClr val="tx1"/>
                </a:solidFill>
                <a:latin typeface="+mj-lt"/>
                <a:ea typeface="+mj-lt"/>
                <a:cs typeface="+mj-lt"/>
              </a:defRPr>
            </a:lvl5pPr>
            <a:lvl6pPr marL="0" indent="0" algn="ctr">
              <a:lnSpc>
                <a:spcPct val="110000"/>
              </a:lnSpc>
              <a:spcBef>
                <a:spcPts val="0"/>
              </a:spcBef>
              <a:spcAft>
                <a:spcPts val="0"/>
              </a:spcAft>
              <a:buNone/>
              <a:defRPr sz="4387" b="1">
                <a:solidFill>
                  <a:schemeClr val="tx1"/>
                </a:solidFill>
                <a:latin typeface="+mj-lt"/>
                <a:ea typeface="+mj-lt"/>
                <a:cs typeface="+mj-lt"/>
              </a:defRPr>
            </a:lvl6pPr>
            <a:lvl7pPr marL="0" indent="0" algn="ctr">
              <a:lnSpc>
                <a:spcPct val="110000"/>
              </a:lnSpc>
              <a:spcBef>
                <a:spcPts val="0"/>
              </a:spcBef>
              <a:spcAft>
                <a:spcPts val="0"/>
              </a:spcAft>
              <a:buNone/>
              <a:defRPr sz="4387" b="1">
                <a:solidFill>
                  <a:schemeClr val="tx1"/>
                </a:solidFill>
                <a:latin typeface="+mj-lt"/>
                <a:ea typeface="+mj-lt"/>
                <a:cs typeface="+mj-lt"/>
              </a:defRPr>
            </a:lvl7pPr>
            <a:lvl8pPr marL="0" indent="0" algn="ctr">
              <a:lnSpc>
                <a:spcPct val="110000"/>
              </a:lnSpc>
              <a:spcBef>
                <a:spcPts val="0"/>
              </a:spcBef>
              <a:spcAft>
                <a:spcPts val="0"/>
              </a:spcAft>
              <a:buNone/>
              <a:defRPr sz="4387" b="1">
                <a:solidFill>
                  <a:schemeClr val="tx1"/>
                </a:solidFill>
                <a:latin typeface="+mj-lt"/>
                <a:ea typeface="+mj-lt"/>
                <a:cs typeface="+mj-lt"/>
              </a:defRPr>
            </a:lvl8pPr>
            <a:lvl9pPr marL="0" indent="0" algn="ctr">
              <a:lnSpc>
                <a:spcPct val="110000"/>
              </a:lnSpc>
              <a:spcBef>
                <a:spcPts val="0"/>
              </a:spcBef>
              <a:spcAft>
                <a:spcPts val="0"/>
              </a:spcAft>
              <a:buNone/>
              <a:defRPr sz="4387" b="1">
                <a:solidFill>
                  <a:schemeClr val="tx1"/>
                </a:solidFill>
                <a:latin typeface="+mj-lt"/>
                <a:ea typeface="+mj-lt"/>
                <a:cs typeface="+mj-lt"/>
              </a:defRPr>
            </a:lvl9pPr>
          </a:lstStyle>
          <a:p xmlns:a="http://schemas.openxmlformats.org/drawingml/2006/main"/>
        </p:txBody>
      </p:sp>
    </p:spTree>
  </p:cSld>
</p:sldLayout>
</file>

<file path=ppt/main_figures/Fig9/ppt/slideLayouts/slideLayout3.xml><?xml version="1.0" encoding="utf-8"?>
<p:sldLayout xmlns:p="http://schemas.openxmlformats.org/presentationml/2006/main">
  <p:cSld name="Title and Body">
    <p:spTree>
      <p:nvGrpSpPr>
        <p:cNvPr id="1" name=""/>
        <p:cNvGrpSpPr/>
        <p:nvPr/>
      </p:nvGrpSpPr>
      <p:grpSpPr>
        <a:xfrm xmlns:a="http://schemas.openxmlformats.org/drawingml/2006/main"/>
      </p:grpSpPr>
      <p:sp>
        <p:nvSpPr>
          <p:cNvPr id="3" name="Title">
            <a:extLst xmlns:a="http://schemas.openxmlformats.org/drawingml/2006/main">
              <a:ext uri="{FF2B5EF4-FFF2-40B4-BE49-F238E27FC236}">
                <a16:creationId xmlns:a16="http://schemas.microsoft.com/office/drawing/2014/main" id="{FB888E80-EA20-4205-988C-86D536269E48}"/>
              </a:ext>
            </a:extLst>
          </p:cNvPr>
          <p:cNvSpPr>
            <a:spLocks xmlns:a="http://schemas.openxmlformats.org/drawingml/2006/main" noGrp="1"/>
          </p:cNvSpPr>
          <p:nvPr>
            <p:ph type="title" idx="0"/>
          </p:nvPr>
        </p:nvSpPr>
        <p:spPr>
          <a:xfrm xmlns:a="http://schemas.openxmlformats.org/drawingml/2006/main">
            <a:off x="720090" y="557107"/>
            <a:ext cx="11361420" cy="875453"/>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3447" b="1">
                <a:solidFill>
                  <a:schemeClr val="tx1"/>
                </a:solidFill>
                <a:latin typeface="+mj-lt"/>
                <a:ea typeface="+mj-lt"/>
                <a:cs typeface="+mj-lt"/>
              </a:defRPr>
            </a:defPPr>
            <a:lvl1pPr marL="0" indent="0" algn="l">
              <a:lnSpc>
                <a:spcPct val="110000"/>
              </a:lnSpc>
              <a:spcBef>
                <a:spcPts val="0"/>
              </a:spcBef>
              <a:spcAft>
                <a:spcPts val="0"/>
              </a:spcAft>
              <a:buNone/>
              <a:defRPr sz="3447" b="1">
                <a:solidFill>
                  <a:schemeClr val="tx1"/>
                </a:solidFill>
                <a:latin typeface="+mj-lt"/>
                <a:ea typeface="+mj-lt"/>
                <a:cs typeface="+mj-lt"/>
              </a:defRPr>
            </a:lvl1pPr>
            <a:lvl2pPr marL="0" indent="0" algn="l">
              <a:lnSpc>
                <a:spcPct val="110000"/>
              </a:lnSpc>
              <a:spcBef>
                <a:spcPts val="0"/>
              </a:spcBef>
              <a:spcAft>
                <a:spcPts val="0"/>
              </a:spcAft>
              <a:buNone/>
              <a:defRPr sz="3447" b="1">
                <a:solidFill>
                  <a:schemeClr val="tx1"/>
                </a:solidFill>
                <a:latin typeface="+mj-lt"/>
                <a:ea typeface="+mj-lt"/>
                <a:cs typeface="+mj-lt"/>
              </a:defRPr>
            </a:lvl2pPr>
            <a:lvl3pPr marL="0" indent="0" algn="l">
              <a:lnSpc>
                <a:spcPct val="110000"/>
              </a:lnSpc>
              <a:spcBef>
                <a:spcPts val="0"/>
              </a:spcBef>
              <a:spcAft>
                <a:spcPts val="0"/>
              </a:spcAft>
              <a:buNone/>
              <a:defRPr sz="3447" b="1">
                <a:solidFill>
                  <a:schemeClr val="tx1"/>
                </a:solidFill>
                <a:latin typeface="+mj-lt"/>
                <a:ea typeface="+mj-lt"/>
                <a:cs typeface="+mj-lt"/>
              </a:defRPr>
            </a:lvl3pPr>
            <a:lvl4pPr marL="0" indent="0" algn="l">
              <a:lnSpc>
                <a:spcPct val="110000"/>
              </a:lnSpc>
              <a:spcBef>
                <a:spcPts val="0"/>
              </a:spcBef>
              <a:spcAft>
                <a:spcPts val="0"/>
              </a:spcAft>
              <a:buNone/>
              <a:defRPr sz="3447" b="1">
                <a:solidFill>
                  <a:schemeClr val="tx1"/>
                </a:solidFill>
                <a:latin typeface="+mj-lt"/>
                <a:ea typeface="+mj-lt"/>
                <a:cs typeface="+mj-lt"/>
              </a:defRPr>
            </a:lvl4pPr>
            <a:lvl5pPr marL="0" indent="0" algn="l">
              <a:lnSpc>
                <a:spcPct val="110000"/>
              </a:lnSpc>
              <a:spcBef>
                <a:spcPts val="0"/>
              </a:spcBef>
              <a:spcAft>
                <a:spcPts val="0"/>
              </a:spcAft>
              <a:buNone/>
              <a:defRPr sz="3447" b="1">
                <a:solidFill>
                  <a:schemeClr val="tx1"/>
                </a:solidFill>
                <a:latin typeface="+mj-lt"/>
                <a:ea typeface="+mj-lt"/>
                <a:cs typeface="+mj-lt"/>
              </a:defRPr>
            </a:lvl5pPr>
            <a:lvl6pPr marL="0" indent="0" algn="l">
              <a:lnSpc>
                <a:spcPct val="110000"/>
              </a:lnSpc>
              <a:spcBef>
                <a:spcPts val="0"/>
              </a:spcBef>
              <a:spcAft>
                <a:spcPts val="0"/>
              </a:spcAft>
              <a:buNone/>
              <a:defRPr sz="3447" b="1">
                <a:solidFill>
                  <a:schemeClr val="tx1"/>
                </a:solidFill>
                <a:latin typeface="+mj-lt"/>
                <a:ea typeface="+mj-lt"/>
                <a:cs typeface="+mj-lt"/>
              </a:defRPr>
            </a:lvl6pPr>
            <a:lvl7pPr marL="0" indent="0" algn="l">
              <a:lnSpc>
                <a:spcPct val="110000"/>
              </a:lnSpc>
              <a:spcBef>
                <a:spcPts val="0"/>
              </a:spcBef>
              <a:spcAft>
                <a:spcPts val="0"/>
              </a:spcAft>
              <a:buNone/>
              <a:defRPr sz="3447" b="1">
                <a:solidFill>
                  <a:schemeClr val="tx1"/>
                </a:solidFill>
                <a:latin typeface="+mj-lt"/>
                <a:ea typeface="+mj-lt"/>
                <a:cs typeface="+mj-lt"/>
              </a:defRPr>
            </a:lvl7pPr>
            <a:lvl8pPr marL="0" indent="0" algn="l">
              <a:lnSpc>
                <a:spcPct val="110000"/>
              </a:lnSpc>
              <a:spcBef>
                <a:spcPts val="0"/>
              </a:spcBef>
              <a:spcAft>
                <a:spcPts val="0"/>
              </a:spcAft>
              <a:buNone/>
              <a:defRPr sz="3447" b="1">
                <a:solidFill>
                  <a:schemeClr val="tx1"/>
                </a:solidFill>
                <a:latin typeface="+mj-lt"/>
                <a:ea typeface="+mj-lt"/>
                <a:cs typeface="+mj-lt"/>
              </a:defRPr>
            </a:lvl8pPr>
            <a:lvl9pPr marL="0" indent="0" algn="l">
              <a:lnSpc>
                <a:spcPct val="110000"/>
              </a:lnSpc>
              <a:spcBef>
                <a:spcPts val="0"/>
              </a:spcBef>
              <a:spcAft>
                <a:spcPts val="0"/>
              </a:spcAft>
              <a:buNone/>
              <a:defRPr sz="3447" b="1">
                <a:solidFill>
                  <a:schemeClr val="tx1"/>
                </a:solidFill>
                <a:latin typeface="+mj-lt"/>
                <a:ea typeface="+mj-lt"/>
                <a:cs typeface="+mj-lt"/>
              </a:defRPr>
            </a:lvl9pPr>
          </a:lstStyle>
          <a:p xmlns:a="http://schemas.openxmlformats.org/drawingml/2006/main"/>
        </p:txBody>
      </p:sp>
      <p:sp>
        <p:nvSpPr>
          <p:cNvPr id="2" name="Body">
            <a:extLst xmlns:a="http://schemas.openxmlformats.org/drawingml/2006/main">
              <a:ext uri="{FF2B5EF4-FFF2-40B4-BE49-F238E27FC236}">
                <a16:creationId xmlns:a16="http://schemas.microsoft.com/office/drawing/2014/main" id="{24A1E28E-0F9E-4767-89A1-A9319A564D80}"/>
              </a:ext>
            </a:extLst>
          </p:cNvPr>
          <p:cNvSpPr>
            <a:spLocks xmlns:a="http://schemas.openxmlformats.org/drawingml/2006/main" noGrp="1"/>
          </p:cNvSpPr>
          <p:nvPr>
            <p:ph type="body" idx="1"/>
          </p:nvPr>
        </p:nvSpPr>
        <p:spPr>
          <a:xfrm xmlns:a="http://schemas.openxmlformats.org/drawingml/2006/main">
            <a:off x="720090" y="1989667"/>
            <a:ext cx="11361420" cy="4456853"/>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350" b="0">
                <a:solidFill>
                  <a:schemeClr val="tx1"/>
                </a:solidFill>
                <a:latin typeface="+mn-lt"/>
                <a:ea typeface="+mn-lt"/>
                <a:cs typeface="+mn-lt"/>
              </a:defRPr>
            </a:defPPr>
            <a:lvl1pPr marL="238760" indent="-238760" algn="l">
              <a:lnSpc>
                <a:spcPct val="110000"/>
              </a:lnSpc>
              <a:spcBef>
                <a:spcPts val="0"/>
              </a:spcBef>
              <a:spcAft>
                <a:spcPts val="1253"/>
              </a:spcAft>
              <a:buChar char="•"/>
              <a:defRPr sz="2350" b="0">
                <a:solidFill>
                  <a:schemeClr val="tx1"/>
                </a:solidFill>
                <a:latin typeface="+mn-lt"/>
                <a:ea typeface="+mn-lt"/>
                <a:cs typeface="+mn-lt"/>
              </a:defRPr>
            </a:lvl1pPr>
            <a:lvl2pPr marL="557107" indent="-238760" algn="l">
              <a:lnSpc>
                <a:spcPct val="110000"/>
              </a:lnSpc>
              <a:spcBef>
                <a:spcPts val="0"/>
              </a:spcBef>
              <a:spcAft>
                <a:spcPts val="1253"/>
              </a:spcAft>
              <a:buChar char="•"/>
              <a:defRPr sz="2350" b="0">
                <a:solidFill>
                  <a:schemeClr val="tx1"/>
                </a:solidFill>
                <a:latin typeface="+mn-lt"/>
                <a:ea typeface="+mn-lt"/>
                <a:cs typeface="+mn-lt"/>
              </a:defRPr>
            </a:lvl2pPr>
            <a:lvl3pPr marL="875453" indent="-238760" algn="l">
              <a:lnSpc>
                <a:spcPct val="110000"/>
              </a:lnSpc>
              <a:spcBef>
                <a:spcPts val="0"/>
              </a:spcBef>
              <a:spcAft>
                <a:spcPts val="1253"/>
              </a:spcAft>
              <a:buChar char="•"/>
              <a:defRPr sz="2350" b="0">
                <a:solidFill>
                  <a:schemeClr val="tx1"/>
                </a:solidFill>
                <a:latin typeface="+mn-lt"/>
                <a:ea typeface="+mn-lt"/>
                <a:cs typeface="+mn-lt"/>
              </a:defRPr>
            </a:lvl3pPr>
            <a:lvl4pPr marL="1193800" indent="-238760" algn="l">
              <a:lnSpc>
                <a:spcPct val="110000"/>
              </a:lnSpc>
              <a:spcBef>
                <a:spcPts val="0"/>
              </a:spcBef>
              <a:spcAft>
                <a:spcPts val="1253"/>
              </a:spcAft>
              <a:buChar char="•"/>
              <a:defRPr sz="2350" b="0">
                <a:solidFill>
                  <a:schemeClr val="tx1"/>
                </a:solidFill>
                <a:latin typeface="+mn-lt"/>
                <a:ea typeface="+mn-lt"/>
                <a:cs typeface="+mn-lt"/>
              </a:defRPr>
            </a:lvl4pPr>
            <a:lvl5pPr marL="1512147" indent="-238760" algn="l">
              <a:lnSpc>
                <a:spcPct val="110000"/>
              </a:lnSpc>
              <a:spcBef>
                <a:spcPts val="0"/>
              </a:spcBef>
              <a:spcAft>
                <a:spcPts val="1253"/>
              </a:spcAft>
              <a:buChar char="•"/>
              <a:defRPr sz="2350" b="0">
                <a:solidFill>
                  <a:schemeClr val="tx1"/>
                </a:solidFill>
                <a:latin typeface="+mn-lt"/>
                <a:ea typeface="+mn-lt"/>
                <a:cs typeface="+mn-lt"/>
              </a:defRPr>
            </a:lvl5pPr>
            <a:lvl6pPr marL="1830493" indent="-238760" algn="l">
              <a:lnSpc>
                <a:spcPct val="110000"/>
              </a:lnSpc>
              <a:spcBef>
                <a:spcPts val="0"/>
              </a:spcBef>
              <a:spcAft>
                <a:spcPts val="1253"/>
              </a:spcAft>
              <a:buChar char="•"/>
              <a:defRPr sz="2350" b="0">
                <a:solidFill>
                  <a:schemeClr val="tx1"/>
                </a:solidFill>
                <a:latin typeface="+mn-lt"/>
                <a:ea typeface="+mn-lt"/>
                <a:cs typeface="+mn-lt"/>
              </a:defRPr>
            </a:lvl6pPr>
            <a:lvl7pPr marL="2148840" indent="-238760" algn="l">
              <a:lnSpc>
                <a:spcPct val="110000"/>
              </a:lnSpc>
              <a:spcBef>
                <a:spcPts val="0"/>
              </a:spcBef>
              <a:spcAft>
                <a:spcPts val="1253"/>
              </a:spcAft>
              <a:buChar char="•"/>
              <a:defRPr sz="2350" b="0">
                <a:solidFill>
                  <a:schemeClr val="tx1"/>
                </a:solidFill>
                <a:latin typeface="+mn-lt"/>
                <a:ea typeface="+mn-lt"/>
                <a:cs typeface="+mn-lt"/>
              </a:defRPr>
            </a:lvl7pPr>
            <a:lvl8pPr marL="2467187" indent="-238760" algn="l">
              <a:lnSpc>
                <a:spcPct val="110000"/>
              </a:lnSpc>
              <a:spcBef>
                <a:spcPts val="0"/>
              </a:spcBef>
              <a:spcAft>
                <a:spcPts val="1253"/>
              </a:spcAft>
              <a:buChar char="•"/>
              <a:defRPr sz="2350" b="0">
                <a:solidFill>
                  <a:schemeClr val="tx1"/>
                </a:solidFill>
                <a:latin typeface="+mn-lt"/>
                <a:ea typeface="+mn-lt"/>
                <a:cs typeface="+mn-lt"/>
              </a:defRPr>
            </a:lvl8pPr>
            <a:lvl9pPr marL="2785533" indent="-238760" algn="l">
              <a:lnSpc>
                <a:spcPct val="110000"/>
              </a:lnSpc>
              <a:spcBef>
                <a:spcPts val="0"/>
              </a:spcBef>
              <a:spcAft>
                <a:spcPts val="1253"/>
              </a:spcAft>
              <a:buChar char="•"/>
              <a:defRPr sz="2350" b="0">
                <a:solidFill>
                  <a:schemeClr val="tx1"/>
                </a:solidFill>
                <a:latin typeface="+mn-lt"/>
                <a:ea typeface="+mn-lt"/>
                <a:cs typeface="+mn-lt"/>
              </a:defRPr>
            </a:lvl9pPr>
          </a:lstStyle>
          <a:p xmlns:a="http://schemas.openxmlformats.org/drawingml/2006/main"/>
        </p:txBody>
      </p:sp>
    </p:spTree>
  </p:cSld>
</p:sldLayout>
</file>

<file path=ppt/main_figures/Fig9/ppt/slideLayouts/slideLayout4.xml><?xml version="1.0" encoding="utf-8"?>
<p:sldLayout xmlns:p="http://schemas.openxmlformats.org/presentationml/2006/main">
  <p:cSld name="Title and Two Column">
    <p:spTree>
      <p:nvGrpSpPr>
        <p:cNvPr id="1" name=""/>
        <p:cNvGrpSpPr/>
        <p:nvPr/>
      </p:nvGrpSpPr>
      <p:grpSpPr>
        <a:xfrm xmlns:a="http://schemas.openxmlformats.org/drawingml/2006/main"/>
      </p:grpSpPr>
      <p:sp>
        <p:nvSpPr>
          <p:cNvPr id="4" name="Title">
            <a:extLst xmlns:a="http://schemas.openxmlformats.org/drawingml/2006/main">
              <a:ext uri="{FF2B5EF4-FFF2-40B4-BE49-F238E27FC236}">
                <a16:creationId xmlns:a16="http://schemas.microsoft.com/office/drawing/2014/main" id="{1D30F557-81AC-4F55-A3CF-C275D8FA58D7}"/>
              </a:ext>
            </a:extLst>
          </p:cNvPr>
          <p:cNvSpPr>
            <a:spLocks xmlns:a="http://schemas.openxmlformats.org/drawingml/2006/main" noGrp="1"/>
          </p:cNvSpPr>
          <p:nvPr>
            <p:ph type="title" idx="0"/>
          </p:nvPr>
        </p:nvSpPr>
        <p:spPr>
          <a:xfrm xmlns:a="http://schemas.openxmlformats.org/drawingml/2006/main">
            <a:off x="720090" y="557107"/>
            <a:ext cx="11361420" cy="875453"/>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3447" b="1">
                <a:solidFill>
                  <a:schemeClr val="tx1"/>
                </a:solidFill>
                <a:latin typeface="+mj-lt"/>
                <a:ea typeface="+mj-lt"/>
                <a:cs typeface="+mj-lt"/>
              </a:defRPr>
            </a:defPPr>
            <a:lvl1pPr marL="0" indent="0" algn="l">
              <a:lnSpc>
                <a:spcPct val="110000"/>
              </a:lnSpc>
              <a:spcBef>
                <a:spcPts val="0"/>
              </a:spcBef>
              <a:spcAft>
                <a:spcPts val="0"/>
              </a:spcAft>
              <a:buNone/>
              <a:defRPr sz="3447" b="1">
                <a:solidFill>
                  <a:schemeClr val="tx1"/>
                </a:solidFill>
                <a:latin typeface="+mj-lt"/>
                <a:ea typeface="+mj-lt"/>
                <a:cs typeface="+mj-lt"/>
              </a:defRPr>
            </a:lvl1pPr>
            <a:lvl2pPr marL="0" indent="0" algn="l">
              <a:lnSpc>
                <a:spcPct val="110000"/>
              </a:lnSpc>
              <a:spcBef>
                <a:spcPts val="0"/>
              </a:spcBef>
              <a:spcAft>
                <a:spcPts val="0"/>
              </a:spcAft>
              <a:buNone/>
              <a:defRPr sz="3447" b="1">
                <a:solidFill>
                  <a:schemeClr val="tx1"/>
                </a:solidFill>
                <a:latin typeface="+mj-lt"/>
                <a:ea typeface="+mj-lt"/>
                <a:cs typeface="+mj-lt"/>
              </a:defRPr>
            </a:lvl2pPr>
            <a:lvl3pPr marL="0" indent="0" algn="l">
              <a:lnSpc>
                <a:spcPct val="110000"/>
              </a:lnSpc>
              <a:spcBef>
                <a:spcPts val="0"/>
              </a:spcBef>
              <a:spcAft>
                <a:spcPts val="0"/>
              </a:spcAft>
              <a:buNone/>
              <a:defRPr sz="3447" b="1">
                <a:solidFill>
                  <a:schemeClr val="tx1"/>
                </a:solidFill>
                <a:latin typeface="+mj-lt"/>
                <a:ea typeface="+mj-lt"/>
                <a:cs typeface="+mj-lt"/>
              </a:defRPr>
            </a:lvl3pPr>
            <a:lvl4pPr marL="0" indent="0" algn="l">
              <a:lnSpc>
                <a:spcPct val="110000"/>
              </a:lnSpc>
              <a:spcBef>
                <a:spcPts val="0"/>
              </a:spcBef>
              <a:spcAft>
                <a:spcPts val="0"/>
              </a:spcAft>
              <a:buNone/>
              <a:defRPr sz="3447" b="1">
                <a:solidFill>
                  <a:schemeClr val="tx1"/>
                </a:solidFill>
                <a:latin typeface="+mj-lt"/>
                <a:ea typeface="+mj-lt"/>
                <a:cs typeface="+mj-lt"/>
              </a:defRPr>
            </a:lvl4pPr>
            <a:lvl5pPr marL="0" indent="0" algn="l">
              <a:lnSpc>
                <a:spcPct val="110000"/>
              </a:lnSpc>
              <a:spcBef>
                <a:spcPts val="0"/>
              </a:spcBef>
              <a:spcAft>
                <a:spcPts val="0"/>
              </a:spcAft>
              <a:buNone/>
              <a:defRPr sz="3447" b="1">
                <a:solidFill>
                  <a:schemeClr val="tx1"/>
                </a:solidFill>
                <a:latin typeface="+mj-lt"/>
                <a:ea typeface="+mj-lt"/>
                <a:cs typeface="+mj-lt"/>
              </a:defRPr>
            </a:lvl5pPr>
            <a:lvl6pPr marL="0" indent="0" algn="l">
              <a:lnSpc>
                <a:spcPct val="110000"/>
              </a:lnSpc>
              <a:spcBef>
                <a:spcPts val="0"/>
              </a:spcBef>
              <a:spcAft>
                <a:spcPts val="0"/>
              </a:spcAft>
              <a:buNone/>
              <a:defRPr sz="3447" b="1">
                <a:solidFill>
                  <a:schemeClr val="tx1"/>
                </a:solidFill>
                <a:latin typeface="+mj-lt"/>
                <a:ea typeface="+mj-lt"/>
                <a:cs typeface="+mj-lt"/>
              </a:defRPr>
            </a:lvl6pPr>
            <a:lvl7pPr marL="0" indent="0" algn="l">
              <a:lnSpc>
                <a:spcPct val="110000"/>
              </a:lnSpc>
              <a:spcBef>
                <a:spcPts val="0"/>
              </a:spcBef>
              <a:spcAft>
                <a:spcPts val="0"/>
              </a:spcAft>
              <a:buNone/>
              <a:defRPr sz="3447" b="1">
                <a:solidFill>
                  <a:schemeClr val="tx1"/>
                </a:solidFill>
                <a:latin typeface="+mj-lt"/>
                <a:ea typeface="+mj-lt"/>
                <a:cs typeface="+mj-lt"/>
              </a:defRPr>
            </a:lvl7pPr>
            <a:lvl8pPr marL="0" indent="0" algn="l">
              <a:lnSpc>
                <a:spcPct val="110000"/>
              </a:lnSpc>
              <a:spcBef>
                <a:spcPts val="0"/>
              </a:spcBef>
              <a:spcAft>
                <a:spcPts val="0"/>
              </a:spcAft>
              <a:buNone/>
              <a:defRPr sz="3447" b="1">
                <a:solidFill>
                  <a:schemeClr val="tx1"/>
                </a:solidFill>
                <a:latin typeface="+mj-lt"/>
                <a:ea typeface="+mj-lt"/>
                <a:cs typeface="+mj-lt"/>
              </a:defRPr>
            </a:lvl8pPr>
            <a:lvl9pPr marL="0" indent="0" algn="l">
              <a:lnSpc>
                <a:spcPct val="110000"/>
              </a:lnSpc>
              <a:spcBef>
                <a:spcPts val="0"/>
              </a:spcBef>
              <a:spcAft>
                <a:spcPts val="0"/>
              </a:spcAft>
              <a:buNone/>
              <a:defRPr sz="3447" b="1">
                <a:solidFill>
                  <a:schemeClr val="tx1"/>
                </a:solidFill>
                <a:latin typeface="+mj-lt"/>
                <a:ea typeface="+mj-lt"/>
                <a:cs typeface="+mj-lt"/>
              </a:defRPr>
            </a:lvl9pPr>
          </a:lstStyle>
          <a:p xmlns:a="http://schemas.openxmlformats.org/drawingml/2006/main"/>
        </p:txBody>
      </p:sp>
      <p:sp>
        <p:nvSpPr>
          <p:cNvPr id="2" name="Left column">
            <a:extLst xmlns:a="http://schemas.openxmlformats.org/drawingml/2006/main">
              <a:ext uri="{FF2B5EF4-FFF2-40B4-BE49-F238E27FC236}">
                <a16:creationId xmlns:a16="http://schemas.microsoft.com/office/drawing/2014/main" id="{2BC4D8D9-9F6F-4AF1-974D-E0B3F41B9142}"/>
              </a:ext>
            </a:extLst>
          </p:cNvPr>
          <p:cNvSpPr>
            <a:spLocks xmlns:a="http://schemas.openxmlformats.org/drawingml/2006/main" noGrp="1"/>
          </p:cNvSpPr>
          <p:nvPr>
            <p:ph type="body" idx="1"/>
          </p:nvPr>
        </p:nvSpPr>
        <p:spPr>
          <a:xfrm xmlns:a="http://schemas.openxmlformats.org/drawingml/2006/main">
            <a:off x="720090" y="1989667"/>
            <a:ext cx="5280660" cy="4456853"/>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193" b="0">
                <a:solidFill>
                  <a:schemeClr val="tx1"/>
                </a:solidFill>
                <a:latin typeface="+mn-lt"/>
                <a:ea typeface="+mn-lt"/>
                <a:cs typeface="+mn-lt"/>
              </a:defRPr>
            </a:defPPr>
            <a:lvl1pPr marL="238760" indent="-238760" algn="l">
              <a:lnSpc>
                <a:spcPct val="110000"/>
              </a:lnSpc>
              <a:spcBef>
                <a:spcPts val="0"/>
              </a:spcBef>
              <a:spcAft>
                <a:spcPts val="1253"/>
              </a:spcAft>
              <a:buChar char="•"/>
              <a:defRPr sz="2193" b="0">
                <a:solidFill>
                  <a:schemeClr val="tx1"/>
                </a:solidFill>
                <a:latin typeface="+mn-lt"/>
                <a:ea typeface="+mn-lt"/>
                <a:cs typeface="+mn-lt"/>
              </a:defRPr>
            </a:lvl1pPr>
            <a:lvl2pPr marL="557107" indent="-238760" algn="l">
              <a:lnSpc>
                <a:spcPct val="110000"/>
              </a:lnSpc>
              <a:spcBef>
                <a:spcPts val="0"/>
              </a:spcBef>
              <a:spcAft>
                <a:spcPts val="1253"/>
              </a:spcAft>
              <a:buChar char="•"/>
              <a:defRPr sz="2193" b="0">
                <a:solidFill>
                  <a:schemeClr val="tx1"/>
                </a:solidFill>
                <a:latin typeface="+mn-lt"/>
                <a:ea typeface="+mn-lt"/>
                <a:cs typeface="+mn-lt"/>
              </a:defRPr>
            </a:lvl2pPr>
            <a:lvl3pPr marL="875453" indent="-238760" algn="l">
              <a:lnSpc>
                <a:spcPct val="110000"/>
              </a:lnSpc>
              <a:spcBef>
                <a:spcPts val="0"/>
              </a:spcBef>
              <a:spcAft>
                <a:spcPts val="1253"/>
              </a:spcAft>
              <a:buChar char="•"/>
              <a:defRPr sz="2193" b="0">
                <a:solidFill>
                  <a:schemeClr val="tx1"/>
                </a:solidFill>
                <a:latin typeface="+mn-lt"/>
                <a:ea typeface="+mn-lt"/>
                <a:cs typeface="+mn-lt"/>
              </a:defRPr>
            </a:lvl3pPr>
            <a:lvl4pPr marL="1193800" indent="-238760" algn="l">
              <a:lnSpc>
                <a:spcPct val="110000"/>
              </a:lnSpc>
              <a:spcBef>
                <a:spcPts val="0"/>
              </a:spcBef>
              <a:spcAft>
                <a:spcPts val="1253"/>
              </a:spcAft>
              <a:buChar char="•"/>
              <a:defRPr sz="2193" b="0">
                <a:solidFill>
                  <a:schemeClr val="tx1"/>
                </a:solidFill>
                <a:latin typeface="+mn-lt"/>
                <a:ea typeface="+mn-lt"/>
                <a:cs typeface="+mn-lt"/>
              </a:defRPr>
            </a:lvl4pPr>
            <a:lvl5pPr marL="1512147" indent="-238760" algn="l">
              <a:lnSpc>
                <a:spcPct val="110000"/>
              </a:lnSpc>
              <a:spcBef>
                <a:spcPts val="0"/>
              </a:spcBef>
              <a:spcAft>
                <a:spcPts val="1253"/>
              </a:spcAft>
              <a:buChar char="•"/>
              <a:defRPr sz="2193" b="0">
                <a:solidFill>
                  <a:schemeClr val="tx1"/>
                </a:solidFill>
                <a:latin typeface="+mn-lt"/>
                <a:ea typeface="+mn-lt"/>
                <a:cs typeface="+mn-lt"/>
              </a:defRPr>
            </a:lvl5pPr>
            <a:lvl6pPr marL="1830493" indent="-238760" algn="l">
              <a:lnSpc>
                <a:spcPct val="110000"/>
              </a:lnSpc>
              <a:spcBef>
                <a:spcPts val="0"/>
              </a:spcBef>
              <a:spcAft>
                <a:spcPts val="1253"/>
              </a:spcAft>
              <a:buChar char="•"/>
              <a:defRPr sz="2193" b="0">
                <a:solidFill>
                  <a:schemeClr val="tx1"/>
                </a:solidFill>
                <a:latin typeface="+mn-lt"/>
                <a:ea typeface="+mn-lt"/>
                <a:cs typeface="+mn-lt"/>
              </a:defRPr>
            </a:lvl6pPr>
            <a:lvl7pPr marL="2148840" indent="-238760" algn="l">
              <a:lnSpc>
                <a:spcPct val="110000"/>
              </a:lnSpc>
              <a:spcBef>
                <a:spcPts val="0"/>
              </a:spcBef>
              <a:spcAft>
                <a:spcPts val="1253"/>
              </a:spcAft>
              <a:buChar char="•"/>
              <a:defRPr sz="2193" b="0">
                <a:solidFill>
                  <a:schemeClr val="tx1"/>
                </a:solidFill>
                <a:latin typeface="+mn-lt"/>
                <a:ea typeface="+mn-lt"/>
                <a:cs typeface="+mn-lt"/>
              </a:defRPr>
            </a:lvl7pPr>
            <a:lvl8pPr marL="2467187" indent="-238760" algn="l">
              <a:lnSpc>
                <a:spcPct val="110000"/>
              </a:lnSpc>
              <a:spcBef>
                <a:spcPts val="0"/>
              </a:spcBef>
              <a:spcAft>
                <a:spcPts val="1253"/>
              </a:spcAft>
              <a:buChar char="•"/>
              <a:defRPr sz="2193" b="0">
                <a:solidFill>
                  <a:schemeClr val="tx1"/>
                </a:solidFill>
                <a:latin typeface="+mn-lt"/>
                <a:ea typeface="+mn-lt"/>
                <a:cs typeface="+mn-lt"/>
              </a:defRPr>
            </a:lvl8pPr>
            <a:lvl9pPr marL="2785533" indent="-238760" algn="l">
              <a:lnSpc>
                <a:spcPct val="110000"/>
              </a:lnSpc>
              <a:spcBef>
                <a:spcPts val="0"/>
              </a:spcBef>
              <a:spcAft>
                <a:spcPts val="1253"/>
              </a:spcAft>
              <a:buChar char="•"/>
              <a:defRPr sz="2193" b="0">
                <a:solidFill>
                  <a:schemeClr val="tx1"/>
                </a:solidFill>
                <a:latin typeface="+mn-lt"/>
                <a:ea typeface="+mn-lt"/>
                <a:cs typeface="+mn-lt"/>
              </a:defRPr>
            </a:lvl9pPr>
          </a:lstStyle>
          <a:p xmlns:a="http://schemas.openxmlformats.org/drawingml/2006/main"/>
        </p:txBody>
      </p:sp>
      <p:sp>
        <p:nvSpPr>
          <p:cNvPr id="3" name="Right column">
            <a:extLst xmlns:a="http://schemas.openxmlformats.org/drawingml/2006/main">
              <a:ext uri="{FF2B5EF4-FFF2-40B4-BE49-F238E27FC236}">
                <a16:creationId xmlns:a16="http://schemas.microsoft.com/office/drawing/2014/main" id="{EB05ED96-DF93-496E-9811-16802001FEE3}"/>
              </a:ext>
            </a:extLst>
          </p:cNvPr>
          <p:cNvSpPr>
            <a:spLocks xmlns:a="http://schemas.openxmlformats.org/drawingml/2006/main" noGrp="1"/>
          </p:cNvSpPr>
          <p:nvPr>
            <p:ph type="body" idx="2"/>
          </p:nvPr>
        </p:nvSpPr>
        <p:spPr>
          <a:xfrm xmlns:a="http://schemas.openxmlformats.org/drawingml/2006/main">
            <a:off x="6800850" y="1989667"/>
            <a:ext cx="5280660" cy="4456853"/>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193" b="0">
                <a:solidFill>
                  <a:schemeClr val="tx1"/>
                </a:solidFill>
                <a:latin typeface="+mn-lt"/>
                <a:ea typeface="+mn-lt"/>
                <a:cs typeface="+mn-lt"/>
              </a:defRPr>
            </a:defPPr>
            <a:lvl1pPr marL="238760" indent="-238760" algn="l">
              <a:lnSpc>
                <a:spcPct val="110000"/>
              </a:lnSpc>
              <a:spcBef>
                <a:spcPts val="0"/>
              </a:spcBef>
              <a:spcAft>
                <a:spcPts val="1253"/>
              </a:spcAft>
              <a:buChar char="•"/>
              <a:defRPr sz="2193" b="0">
                <a:solidFill>
                  <a:schemeClr val="tx1"/>
                </a:solidFill>
                <a:latin typeface="+mn-lt"/>
                <a:ea typeface="+mn-lt"/>
                <a:cs typeface="+mn-lt"/>
              </a:defRPr>
            </a:lvl1pPr>
            <a:lvl2pPr marL="557107" indent="-238760" algn="l">
              <a:lnSpc>
                <a:spcPct val="110000"/>
              </a:lnSpc>
              <a:spcBef>
                <a:spcPts val="0"/>
              </a:spcBef>
              <a:spcAft>
                <a:spcPts val="1253"/>
              </a:spcAft>
              <a:buChar char="•"/>
              <a:defRPr sz="2193" b="0">
                <a:solidFill>
                  <a:schemeClr val="tx1"/>
                </a:solidFill>
                <a:latin typeface="+mn-lt"/>
                <a:ea typeface="+mn-lt"/>
                <a:cs typeface="+mn-lt"/>
              </a:defRPr>
            </a:lvl2pPr>
            <a:lvl3pPr marL="875453" indent="-238760" algn="l">
              <a:lnSpc>
                <a:spcPct val="110000"/>
              </a:lnSpc>
              <a:spcBef>
                <a:spcPts val="0"/>
              </a:spcBef>
              <a:spcAft>
                <a:spcPts val="1253"/>
              </a:spcAft>
              <a:buChar char="•"/>
              <a:defRPr sz="2193" b="0">
                <a:solidFill>
                  <a:schemeClr val="tx1"/>
                </a:solidFill>
                <a:latin typeface="+mn-lt"/>
                <a:ea typeface="+mn-lt"/>
                <a:cs typeface="+mn-lt"/>
              </a:defRPr>
            </a:lvl3pPr>
            <a:lvl4pPr marL="1193800" indent="-238760" algn="l">
              <a:lnSpc>
                <a:spcPct val="110000"/>
              </a:lnSpc>
              <a:spcBef>
                <a:spcPts val="0"/>
              </a:spcBef>
              <a:spcAft>
                <a:spcPts val="1253"/>
              </a:spcAft>
              <a:buChar char="•"/>
              <a:defRPr sz="2193" b="0">
                <a:solidFill>
                  <a:schemeClr val="tx1"/>
                </a:solidFill>
                <a:latin typeface="+mn-lt"/>
                <a:ea typeface="+mn-lt"/>
                <a:cs typeface="+mn-lt"/>
              </a:defRPr>
            </a:lvl4pPr>
            <a:lvl5pPr marL="1512147" indent="-238760" algn="l">
              <a:lnSpc>
                <a:spcPct val="110000"/>
              </a:lnSpc>
              <a:spcBef>
                <a:spcPts val="0"/>
              </a:spcBef>
              <a:spcAft>
                <a:spcPts val="1253"/>
              </a:spcAft>
              <a:buChar char="•"/>
              <a:defRPr sz="2193" b="0">
                <a:solidFill>
                  <a:schemeClr val="tx1"/>
                </a:solidFill>
                <a:latin typeface="+mn-lt"/>
                <a:ea typeface="+mn-lt"/>
                <a:cs typeface="+mn-lt"/>
              </a:defRPr>
            </a:lvl5pPr>
            <a:lvl6pPr marL="1830493" indent="-238760" algn="l">
              <a:lnSpc>
                <a:spcPct val="110000"/>
              </a:lnSpc>
              <a:spcBef>
                <a:spcPts val="0"/>
              </a:spcBef>
              <a:spcAft>
                <a:spcPts val="1253"/>
              </a:spcAft>
              <a:buChar char="•"/>
              <a:defRPr sz="2193" b="0">
                <a:solidFill>
                  <a:schemeClr val="tx1"/>
                </a:solidFill>
                <a:latin typeface="+mn-lt"/>
                <a:ea typeface="+mn-lt"/>
                <a:cs typeface="+mn-lt"/>
              </a:defRPr>
            </a:lvl6pPr>
            <a:lvl7pPr marL="2148840" indent="-238760" algn="l">
              <a:lnSpc>
                <a:spcPct val="110000"/>
              </a:lnSpc>
              <a:spcBef>
                <a:spcPts val="0"/>
              </a:spcBef>
              <a:spcAft>
                <a:spcPts val="1253"/>
              </a:spcAft>
              <a:buChar char="•"/>
              <a:defRPr sz="2193" b="0">
                <a:solidFill>
                  <a:schemeClr val="tx1"/>
                </a:solidFill>
                <a:latin typeface="+mn-lt"/>
                <a:ea typeface="+mn-lt"/>
                <a:cs typeface="+mn-lt"/>
              </a:defRPr>
            </a:lvl7pPr>
            <a:lvl8pPr marL="2467187" indent="-238760" algn="l">
              <a:lnSpc>
                <a:spcPct val="110000"/>
              </a:lnSpc>
              <a:spcBef>
                <a:spcPts val="0"/>
              </a:spcBef>
              <a:spcAft>
                <a:spcPts val="1253"/>
              </a:spcAft>
              <a:buChar char="•"/>
              <a:defRPr sz="2193" b="0">
                <a:solidFill>
                  <a:schemeClr val="tx1"/>
                </a:solidFill>
                <a:latin typeface="+mn-lt"/>
                <a:ea typeface="+mn-lt"/>
                <a:cs typeface="+mn-lt"/>
              </a:defRPr>
            </a:lvl8pPr>
            <a:lvl9pPr marL="2785533" indent="-238760" algn="l">
              <a:lnSpc>
                <a:spcPct val="110000"/>
              </a:lnSpc>
              <a:spcBef>
                <a:spcPts val="0"/>
              </a:spcBef>
              <a:spcAft>
                <a:spcPts val="1253"/>
              </a:spcAft>
              <a:buChar char="•"/>
              <a:defRPr sz="2193" b="0">
                <a:solidFill>
                  <a:schemeClr val="tx1"/>
                </a:solidFill>
                <a:latin typeface="+mn-lt"/>
                <a:ea typeface="+mn-lt"/>
                <a:cs typeface="+mn-lt"/>
              </a:defRPr>
            </a:lvl9pPr>
          </a:lstStyle>
          <a:p xmlns:a="http://schemas.openxmlformats.org/drawingml/2006/main"/>
        </p:txBody>
      </p:sp>
    </p:spTree>
  </p:cSld>
</p:sldLayout>
</file>

<file path=ppt/main_figures/Fig9/ppt/slideLayouts/slideLayout5.xml><?xml version="1.0" encoding="utf-8"?>
<p:sldLayout xmlns:p="http://schemas.openxmlformats.org/presentationml/2006/main">
  <p:cSld name="Title and One Column">
    <p:spTree>
      <p:nvGrpSpPr>
        <p:cNvPr id="1" name=""/>
        <p:cNvGrpSpPr/>
        <p:nvPr/>
      </p:nvGrpSpPr>
      <p:grpSpPr>
        <a:xfrm xmlns:a="http://schemas.openxmlformats.org/drawingml/2006/main"/>
      </p:grpSpPr>
      <p:sp>
        <p:nvSpPr>
          <p:cNvPr id="3" name="Title">
            <a:extLst xmlns:a="http://schemas.openxmlformats.org/drawingml/2006/main">
              <a:ext uri="{FF2B5EF4-FFF2-40B4-BE49-F238E27FC236}">
                <a16:creationId xmlns:a16="http://schemas.microsoft.com/office/drawing/2014/main" id="{500D23E2-795C-4E78-AA9D-B6F00756C1A9}"/>
              </a:ext>
            </a:extLst>
          </p:cNvPr>
          <p:cNvSpPr>
            <a:spLocks xmlns:a="http://schemas.openxmlformats.org/drawingml/2006/main" noGrp="1"/>
          </p:cNvSpPr>
          <p:nvPr>
            <p:ph type="title" idx="0"/>
          </p:nvPr>
        </p:nvSpPr>
        <p:spPr>
          <a:xfrm xmlns:a="http://schemas.openxmlformats.org/drawingml/2006/main">
            <a:off x="720090" y="557107"/>
            <a:ext cx="11361420" cy="875453"/>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3447" b="1">
                <a:solidFill>
                  <a:schemeClr val="tx1"/>
                </a:solidFill>
                <a:latin typeface="+mj-lt"/>
                <a:ea typeface="+mj-lt"/>
                <a:cs typeface="+mj-lt"/>
              </a:defRPr>
            </a:defPPr>
            <a:lvl1pPr marL="0" indent="0" algn="l">
              <a:lnSpc>
                <a:spcPct val="110000"/>
              </a:lnSpc>
              <a:spcBef>
                <a:spcPts val="0"/>
              </a:spcBef>
              <a:spcAft>
                <a:spcPts val="0"/>
              </a:spcAft>
              <a:buNone/>
              <a:defRPr sz="3447" b="1">
                <a:solidFill>
                  <a:schemeClr val="tx1"/>
                </a:solidFill>
                <a:latin typeface="+mj-lt"/>
                <a:ea typeface="+mj-lt"/>
                <a:cs typeface="+mj-lt"/>
              </a:defRPr>
            </a:lvl1pPr>
            <a:lvl2pPr marL="0" indent="0" algn="l">
              <a:lnSpc>
                <a:spcPct val="110000"/>
              </a:lnSpc>
              <a:spcBef>
                <a:spcPts val="0"/>
              </a:spcBef>
              <a:spcAft>
                <a:spcPts val="0"/>
              </a:spcAft>
              <a:buNone/>
              <a:defRPr sz="3447" b="1">
                <a:solidFill>
                  <a:schemeClr val="tx1"/>
                </a:solidFill>
                <a:latin typeface="+mj-lt"/>
                <a:ea typeface="+mj-lt"/>
                <a:cs typeface="+mj-lt"/>
              </a:defRPr>
            </a:lvl2pPr>
            <a:lvl3pPr marL="0" indent="0" algn="l">
              <a:lnSpc>
                <a:spcPct val="110000"/>
              </a:lnSpc>
              <a:spcBef>
                <a:spcPts val="0"/>
              </a:spcBef>
              <a:spcAft>
                <a:spcPts val="0"/>
              </a:spcAft>
              <a:buNone/>
              <a:defRPr sz="3447" b="1">
                <a:solidFill>
                  <a:schemeClr val="tx1"/>
                </a:solidFill>
                <a:latin typeface="+mj-lt"/>
                <a:ea typeface="+mj-lt"/>
                <a:cs typeface="+mj-lt"/>
              </a:defRPr>
            </a:lvl3pPr>
            <a:lvl4pPr marL="0" indent="0" algn="l">
              <a:lnSpc>
                <a:spcPct val="110000"/>
              </a:lnSpc>
              <a:spcBef>
                <a:spcPts val="0"/>
              </a:spcBef>
              <a:spcAft>
                <a:spcPts val="0"/>
              </a:spcAft>
              <a:buNone/>
              <a:defRPr sz="3447" b="1">
                <a:solidFill>
                  <a:schemeClr val="tx1"/>
                </a:solidFill>
                <a:latin typeface="+mj-lt"/>
                <a:ea typeface="+mj-lt"/>
                <a:cs typeface="+mj-lt"/>
              </a:defRPr>
            </a:lvl4pPr>
            <a:lvl5pPr marL="0" indent="0" algn="l">
              <a:lnSpc>
                <a:spcPct val="110000"/>
              </a:lnSpc>
              <a:spcBef>
                <a:spcPts val="0"/>
              </a:spcBef>
              <a:spcAft>
                <a:spcPts val="0"/>
              </a:spcAft>
              <a:buNone/>
              <a:defRPr sz="3447" b="1">
                <a:solidFill>
                  <a:schemeClr val="tx1"/>
                </a:solidFill>
                <a:latin typeface="+mj-lt"/>
                <a:ea typeface="+mj-lt"/>
                <a:cs typeface="+mj-lt"/>
              </a:defRPr>
            </a:lvl5pPr>
            <a:lvl6pPr marL="0" indent="0" algn="l">
              <a:lnSpc>
                <a:spcPct val="110000"/>
              </a:lnSpc>
              <a:spcBef>
                <a:spcPts val="0"/>
              </a:spcBef>
              <a:spcAft>
                <a:spcPts val="0"/>
              </a:spcAft>
              <a:buNone/>
              <a:defRPr sz="3447" b="1">
                <a:solidFill>
                  <a:schemeClr val="tx1"/>
                </a:solidFill>
                <a:latin typeface="+mj-lt"/>
                <a:ea typeface="+mj-lt"/>
                <a:cs typeface="+mj-lt"/>
              </a:defRPr>
            </a:lvl6pPr>
            <a:lvl7pPr marL="0" indent="0" algn="l">
              <a:lnSpc>
                <a:spcPct val="110000"/>
              </a:lnSpc>
              <a:spcBef>
                <a:spcPts val="0"/>
              </a:spcBef>
              <a:spcAft>
                <a:spcPts val="0"/>
              </a:spcAft>
              <a:buNone/>
              <a:defRPr sz="3447" b="1">
                <a:solidFill>
                  <a:schemeClr val="tx1"/>
                </a:solidFill>
                <a:latin typeface="+mj-lt"/>
                <a:ea typeface="+mj-lt"/>
                <a:cs typeface="+mj-lt"/>
              </a:defRPr>
            </a:lvl7pPr>
            <a:lvl8pPr marL="0" indent="0" algn="l">
              <a:lnSpc>
                <a:spcPct val="110000"/>
              </a:lnSpc>
              <a:spcBef>
                <a:spcPts val="0"/>
              </a:spcBef>
              <a:spcAft>
                <a:spcPts val="0"/>
              </a:spcAft>
              <a:buNone/>
              <a:defRPr sz="3447" b="1">
                <a:solidFill>
                  <a:schemeClr val="tx1"/>
                </a:solidFill>
                <a:latin typeface="+mj-lt"/>
                <a:ea typeface="+mj-lt"/>
                <a:cs typeface="+mj-lt"/>
              </a:defRPr>
            </a:lvl8pPr>
            <a:lvl9pPr marL="0" indent="0" algn="l">
              <a:lnSpc>
                <a:spcPct val="110000"/>
              </a:lnSpc>
              <a:spcBef>
                <a:spcPts val="0"/>
              </a:spcBef>
              <a:spcAft>
                <a:spcPts val="0"/>
              </a:spcAft>
              <a:buNone/>
              <a:defRPr sz="3447" b="1">
                <a:solidFill>
                  <a:schemeClr val="tx1"/>
                </a:solidFill>
                <a:latin typeface="+mj-lt"/>
                <a:ea typeface="+mj-lt"/>
                <a:cs typeface="+mj-lt"/>
              </a:defRPr>
            </a:lvl9pPr>
          </a:lstStyle>
          <a:p xmlns:a="http://schemas.openxmlformats.org/drawingml/2006/main"/>
        </p:txBody>
      </p:sp>
      <p:sp>
        <p:nvSpPr>
          <p:cNvPr id="2" name="Left column">
            <a:extLst xmlns:a="http://schemas.openxmlformats.org/drawingml/2006/main">
              <a:ext uri="{FF2B5EF4-FFF2-40B4-BE49-F238E27FC236}">
                <a16:creationId xmlns:a16="http://schemas.microsoft.com/office/drawing/2014/main" id="{5BC10D42-C969-485A-B24A-D777D4726B77}"/>
              </a:ext>
            </a:extLst>
          </p:cNvPr>
          <p:cNvSpPr>
            <a:spLocks xmlns:a="http://schemas.openxmlformats.org/drawingml/2006/main" noGrp="1"/>
          </p:cNvSpPr>
          <p:nvPr>
            <p:ph type="body" idx="1"/>
          </p:nvPr>
        </p:nvSpPr>
        <p:spPr>
          <a:xfrm xmlns:a="http://schemas.openxmlformats.org/drawingml/2006/main">
            <a:off x="720090" y="1989667"/>
            <a:ext cx="5280660" cy="4456853"/>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350" b="0">
                <a:solidFill>
                  <a:schemeClr val="tx1"/>
                </a:solidFill>
                <a:latin typeface="+mn-lt"/>
                <a:ea typeface="+mn-lt"/>
                <a:cs typeface="+mn-lt"/>
              </a:defRPr>
            </a:defPPr>
            <a:lvl1pPr marL="238760" indent="-238760" algn="l">
              <a:lnSpc>
                <a:spcPct val="110000"/>
              </a:lnSpc>
              <a:spcBef>
                <a:spcPts val="0"/>
              </a:spcBef>
              <a:spcAft>
                <a:spcPts val="1253"/>
              </a:spcAft>
              <a:buChar char="•"/>
              <a:defRPr sz="2350" b="0">
                <a:solidFill>
                  <a:schemeClr val="tx1"/>
                </a:solidFill>
                <a:latin typeface="+mn-lt"/>
                <a:ea typeface="+mn-lt"/>
                <a:cs typeface="+mn-lt"/>
              </a:defRPr>
            </a:lvl1pPr>
            <a:lvl2pPr marL="557107" indent="-238760" algn="l">
              <a:lnSpc>
                <a:spcPct val="110000"/>
              </a:lnSpc>
              <a:spcBef>
                <a:spcPts val="0"/>
              </a:spcBef>
              <a:spcAft>
                <a:spcPts val="1253"/>
              </a:spcAft>
              <a:buChar char="•"/>
              <a:defRPr sz="2350" b="0">
                <a:solidFill>
                  <a:schemeClr val="tx1"/>
                </a:solidFill>
                <a:latin typeface="+mn-lt"/>
                <a:ea typeface="+mn-lt"/>
                <a:cs typeface="+mn-lt"/>
              </a:defRPr>
            </a:lvl2pPr>
            <a:lvl3pPr marL="875453" indent="-238760" algn="l">
              <a:lnSpc>
                <a:spcPct val="110000"/>
              </a:lnSpc>
              <a:spcBef>
                <a:spcPts val="0"/>
              </a:spcBef>
              <a:spcAft>
                <a:spcPts val="1253"/>
              </a:spcAft>
              <a:buChar char="•"/>
              <a:defRPr sz="2350" b="0">
                <a:solidFill>
                  <a:schemeClr val="tx1"/>
                </a:solidFill>
                <a:latin typeface="+mn-lt"/>
                <a:ea typeface="+mn-lt"/>
                <a:cs typeface="+mn-lt"/>
              </a:defRPr>
            </a:lvl3pPr>
            <a:lvl4pPr marL="1193800" indent="-238760" algn="l">
              <a:lnSpc>
                <a:spcPct val="110000"/>
              </a:lnSpc>
              <a:spcBef>
                <a:spcPts val="0"/>
              </a:spcBef>
              <a:spcAft>
                <a:spcPts val="1253"/>
              </a:spcAft>
              <a:buChar char="•"/>
              <a:defRPr sz="2350" b="0">
                <a:solidFill>
                  <a:schemeClr val="tx1"/>
                </a:solidFill>
                <a:latin typeface="+mn-lt"/>
                <a:ea typeface="+mn-lt"/>
                <a:cs typeface="+mn-lt"/>
              </a:defRPr>
            </a:lvl4pPr>
            <a:lvl5pPr marL="1512147" indent="-238760" algn="l">
              <a:lnSpc>
                <a:spcPct val="110000"/>
              </a:lnSpc>
              <a:spcBef>
                <a:spcPts val="0"/>
              </a:spcBef>
              <a:spcAft>
                <a:spcPts val="1253"/>
              </a:spcAft>
              <a:buChar char="•"/>
              <a:defRPr sz="2350" b="0">
                <a:solidFill>
                  <a:schemeClr val="tx1"/>
                </a:solidFill>
                <a:latin typeface="+mn-lt"/>
                <a:ea typeface="+mn-lt"/>
                <a:cs typeface="+mn-lt"/>
              </a:defRPr>
            </a:lvl5pPr>
            <a:lvl6pPr marL="1830493" indent="-238760" algn="l">
              <a:lnSpc>
                <a:spcPct val="110000"/>
              </a:lnSpc>
              <a:spcBef>
                <a:spcPts val="0"/>
              </a:spcBef>
              <a:spcAft>
                <a:spcPts val="1253"/>
              </a:spcAft>
              <a:buChar char="•"/>
              <a:defRPr sz="2350" b="0">
                <a:solidFill>
                  <a:schemeClr val="tx1"/>
                </a:solidFill>
                <a:latin typeface="+mn-lt"/>
                <a:ea typeface="+mn-lt"/>
                <a:cs typeface="+mn-lt"/>
              </a:defRPr>
            </a:lvl6pPr>
            <a:lvl7pPr marL="2148840" indent="-238760" algn="l">
              <a:lnSpc>
                <a:spcPct val="110000"/>
              </a:lnSpc>
              <a:spcBef>
                <a:spcPts val="0"/>
              </a:spcBef>
              <a:spcAft>
                <a:spcPts val="1253"/>
              </a:spcAft>
              <a:buChar char="•"/>
              <a:defRPr sz="2350" b="0">
                <a:solidFill>
                  <a:schemeClr val="tx1"/>
                </a:solidFill>
                <a:latin typeface="+mn-lt"/>
                <a:ea typeface="+mn-lt"/>
                <a:cs typeface="+mn-lt"/>
              </a:defRPr>
            </a:lvl7pPr>
            <a:lvl8pPr marL="2467187" indent="-238760" algn="l">
              <a:lnSpc>
                <a:spcPct val="110000"/>
              </a:lnSpc>
              <a:spcBef>
                <a:spcPts val="0"/>
              </a:spcBef>
              <a:spcAft>
                <a:spcPts val="1253"/>
              </a:spcAft>
              <a:buChar char="•"/>
              <a:defRPr sz="2350" b="0">
                <a:solidFill>
                  <a:schemeClr val="tx1"/>
                </a:solidFill>
                <a:latin typeface="+mn-lt"/>
                <a:ea typeface="+mn-lt"/>
                <a:cs typeface="+mn-lt"/>
              </a:defRPr>
            </a:lvl8pPr>
            <a:lvl9pPr marL="2785533" indent="-238760" algn="l">
              <a:lnSpc>
                <a:spcPct val="110000"/>
              </a:lnSpc>
              <a:spcBef>
                <a:spcPts val="0"/>
              </a:spcBef>
              <a:spcAft>
                <a:spcPts val="1253"/>
              </a:spcAft>
              <a:buChar char="•"/>
              <a:defRPr sz="2350" b="0">
                <a:solidFill>
                  <a:schemeClr val="tx1"/>
                </a:solidFill>
                <a:latin typeface="+mn-lt"/>
                <a:ea typeface="+mn-lt"/>
                <a:cs typeface="+mn-lt"/>
              </a:defRPr>
            </a:lvl9pPr>
          </a:lstStyle>
          <a:p xmlns:a="http://schemas.openxmlformats.org/drawingml/2006/main"/>
        </p:txBody>
      </p:sp>
    </p:spTree>
  </p:cSld>
</p:sldLayout>
</file>

<file path=ppt/main_figures/Fig9/ppt/slideLayouts/slideLayout6.xml><?xml version="1.0" encoding="utf-8"?>
<p:sldLayout xmlns:p="http://schemas.openxmlformats.org/presentationml/2006/main" type="blank">
  <p:cSld name="Blank">
    <p:spTree>
      <p:nvGrpSpPr>
        <p:cNvPr id="1" name=""/>
        <p:cNvGrpSpPr/>
        <p:nvPr/>
      </p:nvGrpSpPr>
      <p:grpSpPr>
        <a:xfrm xmlns:a="http://schemas.openxmlformats.org/drawingml/2006/main"/>
      </p:grpSpPr>
    </p:spTree>
  </p:cSld>
</p:sldLayout>
</file>

<file path=ppt/main_figures/Fig9/ppt/slideMasters/_rels/slideMaster1.xml.rels><?xml version='1.0' encoding='utf-8'?>
<Relationships xmlns="http://schemas.openxmlformats.org/package/2006/relationships"><Relationship Type="http://schemas.openxmlformats.org/officeDocument/2006/relationships/theme" Target="/ppt/main_figures/Fig9/ppt/slideMasters/theme/theme2.xml" Id="R29a03f62acb64ea7" /><Relationship Type="http://schemas.openxmlformats.org/officeDocument/2006/relationships/slideLayout" Target="/ppt/main_figures/Fig9/ppt/slideLayouts/slideLayout1.xml" Id="Rbf0ee5be009c4de4" /><Relationship Type="http://schemas.openxmlformats.org/officeDocument/2006/relationships/slideLayout" Target="/ppt/main_figures/Fig9/ppt/slideLayouts/slideLayout2.xml" Id="Rd58a26a9788e4f29" /><Relationship Type="http://schemas.openxmlformats.org/officeDocument/2006/relationships/slideLayout" Target="/ppt/main_figures/Fig9/ppt/slideLayouts/slideLayout3.xml" Id="Rbe6f0dc44f124cb4" /><Relationship Type="http://schemas.openxmlformats.org/officeDocument/2006/relationships/slideLayout" Target="/ppt/main_figures/Fig9/ppt/slideLayouts/slideLayout4.xml" Id="R20c56b678534464f" /><Relationship Type="http://schemas.openxmlformats.org/officeDocument/2006/relationships/slideLayout" Target="/ppt/main_figures/Fig9/ppt/slideLayouts/slideLayout5.xml" Id="Re9a7ff18e6ca4638" /><Relationship Type="http://schemas.openxmlformats.org/officeDocument/2006/relationships/slideLayout" Target="/ppt/main_figures/Fig9/ppt/slideLayouts/slideLayout6.xml" Id="R8d459480b0f6477e" /></Relationships>
</file>

<file path=ppt/main_figures/Fig9/ppt/slideMasters/slideMaster1.xml><?xml version="1.0" encoding="utf-8"?>
<p:sldMaster xmlns:p="http://schemas.openxmlformats.org/presentationml/2006/main">
  <p:cSld name="Master">
    <p:bg>
      <p:bgRef idx="1001">
        <a:schemeClr xmlns:a="http://schemas.openxmlformats.org/drawingml/2006/main" val="bg1"/>
      </p:bgRef>
    </p:bg>
    <p:spTree>
      <p:nvGrpSpPr>
        <p:cNvPr id="1" name=""/>
        <p:cNvGrpSpPr/>
        <p:nvPr/>
      </p:nvGrpSpPr>
      <p:grpSpPr>
        <a:xfrm xmlns:a="http://schemas.openxmlformats.org/drawingml/2006/main"/>
      </p:grpSpPr>
    </p:spTree>
  </p:cSld>
  <p:clrMap bg1="lt1" tx1="dk1" bg2="lt2" tx2="dk2" accent1="accent1" accent2="accent2" accent3="accent3" accent4="accent4" accent5="accent5" accent6="accent6" hlink="hlink" folHlink="folHlink"/>
  <p:sldLayoutIdLst>
    <p:sldLayoutId xmlns:r="http://schemas.openxmlformats.org/officeDocument/2006/relationships" id="2147483649" r:id="Rbf0ee5be009c4de4"/>
    <p:sldLayoutId xmlns:r="http://schemas.openxmlformats.org/officeDocument/2006/relationships" id="2147483650" r:id="Rd58a26a9788e4f29"/>
    <p:sldLayoutId xmlns:r="http://schemas.openxmlformats.org/officeDocument/2006/relationships" id="2147483651" r:id="Rbe6f0dc44f124cb4"/>
    <p:sldLayoutId xmlns:r="http://schemas.openxmlformats.org/officeDocument/2006/relationships" id="2147483652" r:id="R20c56b678534464f"/>
    <p:sldLayoutId xmlns:r="http://schemas.openxmlformats.org/officeDocument/2006/relationships" id="2147483653" r:id="Re9a7ff18e6ca4638"/>
    <p:sldLayoutId xmlns:r="http://schemas.openxmlformats.org/officeDocument/2006/relationships" id="2147483654" r:id="R8d459480b0f6477e"/>
  </p:sldLayoutIdLst>
  <p:txStyles>
    <p:titleStyle>
      <a:lvl1pPr xmlns:a="http://schemas.openxmlformats.org/drawingml/2006/main" algn="l">
        <a:lnSpc>
          <a:spcPct val="90000"/>
        </a:lnSpc>
        <a:spcBef>
          <a:spcPts val="0"/>
        </a:spcBef>
        <a:buNone/>
        <a:defRPr sz="4400">
          <a:solidFill>
            <a:schemeClr val="tx1"/>
          </a:solidFill>
          <a:latin typeface="+mj-lt"/>
          <a:ea typeface="+mj-lt"/>
          <a:cs typeface="+mj-lt"/>
        </a:defRPr>
      </a:lvl1pPr>
    </p:titleStyle>
    <p:bodyStyle>
      <a:lvl1pPr xmlns:a="http://schemas.openxmlformats.org/drawingml/2006/main" marL="228600" indent="-228600" algn="l">
        <a:lnSpc>
          <a:spcPct val="90000"/>
        </a:lnSpc>
        <a:spcBef>
          <a:spcPts val="1000"/>
        </a:spcBef>
        <a:buChar char="•"/>
        <a:defRPr sz="2800">
          <a:solidFill>
            <a:schemeClr val="tx1"/>
          </a:solidFill>
          <a:latin typeface="+mn-lt"/>
          <a:ea typeface="+mn-lt"/>
          <a:cs typeface="+mn-lt"/>
        </a:defRPr>
      </a:lvl1pPr>
      <a:lvl2pPr xmlns:a="http://schemas.openxmlformats.org/drawingml/2006/main" marL="685800" indent="-228600" algn="l">
        <a:lnSpc>
          <a:spcPct val="90000"/>
        </a:lnSpc>
        <a:spcBef>
          <a:spcPts val="500"/>
        </a:spcBef>
        <a:buChar char="•"/>
        <a:defRPr sz="2400">
          <a:solidFill>
            <a:schemeClr val="tx1"/>
          </a:solidFill>
          <a:latin typeface="+mn-lt"/>
          <a:ea typeface="+mn-lt"/>
          <a:cs typeface="+mn-lt"/>
        </a:defRPr>
      </a:lvl2pPr>
      <a:lvl3pPr xmlns:a="http://schemas.openxmlformats.org/drawingml/2006/main" marL="1143000" indent="-228600" algn="l">
        <a:lnSpc>
          <a:spcPct val="90000"/>
        </a:lnSpc>
        <a:spcBef>
          <a:spcPts val="500"/>
        </a:spcBef>
        <a:buChar char="•"/>
        <a:defRPr sz="2000">
          <a:solidFill>
            <a:schemeClr val="tx1"/>
          </a:solidFill>
          <a:latin typeface="+mn-lt"/>
          <a:ea typeface="+mn-lt"/>
          <a:cs typeface="+mn-lt"/>
        </a:defRPr>
      </a:lvl3pPr>
      <a:lvl4pPr xmlns:a="http://schemas.openxmlformats.org/drawingml/2006/main" marL="1600200" indent="-228600" algn="l">
        <a:lnSpc>
          <a:spcPct val="90000"/>
        </a:lnSpc>
        <a:spcBef>
          <a:spcPts val="500"/>
        </a:spcBef>
        <a:buChar char="•"/>
        <a:defRPr sz="1800">
          <a:solidFill>
            <a:schemeClr val="tx1"/>
          </a:solidFill>
          <a:latin typeface="+mn-lt"/>
          <a:ea typeface="+mn-lt"/>
          <a:cs typeface="+mn-lt"/>
        </a:defRPr>
      </a:lvl4pPr>
      <a:lvl5pPr xmlns:a="http://schemas.openxmlformats.org/drawingml/2006/main" marL="2057400" indent="-228600" algn="l">
        <a:lnSpc>
          <a:spcPct val="90000"/>
        </a:lnSpc>
        <a:spcBef>
          <a:spcPts val="500"/>
        </a:spcBef>
        <a:buChar char="•"/>
        <a:defRPr sz="1800">
          <a:solidFill>
            <a:schemeClr val="tx1"/>
          </a:solidFill>
          <a:latin typeface="+mn-lt"/>
          <a:ea typeface="+mn-lt"/>
          <a:cs typeface="+mn-lt"/>
        </a:defRPr>
      </a:lvl5pPr>
      <a:lvl6pPr xmlns:a="http://schemas.openxmlformats.org/drawingml/2006/main" marL="2514600" indent="-228600" algn="l">
        <a:lnSpc>
          <a:spcPct val="90000"/>
        </a:lnSpc>
        <a:spcBef>
          <a:spcPts val="500"/>
        </a:spcBef>
        <a:buChar char="•"/>
        <a:defRPr sz="1800">
          <a:solidFill>
            <a:schemeClr val="tx1"/>
          </a:solidFill>
          <a:latin typeface="+mn-lt"/>
          <a:ea typeface="+mn-lt"/>
          <a:cs typeface="+mn-lt"/>
        </a:defRPr>
      </a:lvl6pPr>
      <a:lvl7pPr xmlns:a="http://schemas.openxmlformats.org/drawingml/2006/main" marL="2971800" indent="-228600" algn="l">
        <a:lnSpc>
          <a:spcPct val="90000"/>
        </a:lnSpc>
        <a:spcBef>
          <a:spcPts val="500"/>
        </a:spcBef>
        <a:buChar char="•"/>
        <a:defRPr sz="1800">
          <a:solidFill>
            <a:schemeClr val="tx1"/>
          </a:solidFill>
          <a:latin typeface="+mn-lt"/>
          <a:ea typeface="+mn-lt"/>
          <a:cs typeface="+mn-lt"/>
        </a:defRPr>
      </a:lvl7pPr>
      <a:lvl8pPr xmlns:a="http://schemas.openxmlformats.org/drawingml/2006/main" marL="3429000" indent="-228600" algn="l">
        <a:lnSpc>
          <a:spcPct val="90000"/>
        </a:lnSpc>
        <a:spcBef>
          <a:spcPts val="500"/>
        </a:spcBef>
        <a:buChar char="•"/>
        <a:defRPr sz="1800">
          <a:solidFill>
            <a:schemeClr val="tx1"/>
          </a:solidFill>
          <a:latin typeface="+mn-lt"/>
          <a:ea typeface="+mn-lt"/>
          <a:cs typeface="+mn-lt"/>
        </a:defRPr>
      </a:lvl8pPr>
      <a:lvl9pPr xmlns:a="http://schemas.openxmlformats.org/drawingml/2006/main" marL="3886200" indent="-228600" algn="l">
        <a:lnSpc>
          <a:spcPct val="90000"/>
        </a:lnSpc>
        <a:spcBef>
          <a:spcPts val="500"/>
        </a:spcBef>
        <a:buChar char="•"/>
        <a:defRPr sz="1800">
          <a:solidFill>
            <a:schemeClr val="tx1"/>
          </a:solidFill>
          <a:latin typeface="+mn-lt"/>
          <a:ea typeface="+mn-lt"/>
          <a:cs typeface="+mn-lt"/>
        </a:defRPr>
      </a:lvl9pPr>
    </p:bodyStyle>
    <p:otherStyle>
      <a:lvl1pPr xmlns:a="http://schemas.openxmlformats.org/drawingml/2006/main" marL="0" algn="l">
        <a:buNone/>
        <a:defRPr sz="1800">
          <a:solidFill>
            <a:schemeClr val="tx1"/>
          </a:solidFill>
          <a:latin typeface="+mn-lt"/>
          <a:ea typeface="+mn-lt"/>
          <a:cs typeface="+mn-lt"/>
        </a:defRPr>
      </a:lvl1pPr>
      <a:lvl2pPr xmlns:a="http://schemas.openxmlformats.org/drawingml/2006/main" marL="457200" algn="l">
        <a:buNone/>
        <a:defRPr sz="1800">
          <a:solidFill>
            <a:schemeClr val="tx1"/>
          </a:solidFill>
          <a:latin typeface="+mn-lt"/>
          <a:ea typeface="+mn-lt"/>
          <a:cs typeface="+mn-lt"/>
        </a:defRPr>
      </a:lvl2pPr>
      <a:lvl3pPr xmlns:a="http://schemas.openxmlformats.org/drawingml/2006/main" marL="914400" algn="l">
        <a:buNone/>
        <a:defRPr sz="1800">
          <a:solidFill>
            <a:schemeClr val="tx1"/>
          </a:solidFill>
          <a:latin typeface="+mn-lt"/>
          <a:ea typeface="+mn-lt"/>
          <a:cs typeface="+mn-lt"/>
        </a:defRPr>
      </a:lvl3pPr>
      <a:lvl4pPr xmlns:a="http://schemas.openxmlformats.org/drawingml/2006/main" marL="1371600" algn="l">
        <a:buNone/>
        <a:defRPr sz="1800">
          <a:solidFill>
            <a:schemeClr val="tx1"/>
          </a:solidFill>
          <a:latin typeface="+mn-lt"/>
          <a:ea typeface="+mn-lt"/>
          <a:cs typeface="+mn-lt"/>
        </a:defRPr>
      </a:lvl4pPr>
      <a:lvl5pPr xmlns:a="http://schemas.openxmlformats.org/drawingml/2006/main" marL="1828800" algn="l">
        <a:buNone/>
        <a:defRPr sz="1800">
          <a:solidFill>
            <a:schemeClr val="tx1"/>
          </a:solidFill>
          <a:latin typeface="+mn-lt"/>
          <a:ea typeface="+mn-lt"/>
          <a:cs typeface="+mn-lt"/>
        </a:defRPr>
      </a:lvl5pPr>
      <a:lvl6pPr xmlns:a="http://schemas.openxmlformats.org/drawingml/2006/main" marL="2286000" algn="l">
        <a:buNone/>
        <a:defRPr sz="1800">
          <a:solidFill>
            <a:schemeClr val="tx1"/>
          </a:solidFill>
          <a:latin typeface="+mn-lt"/>
          <a:ea typeface="+mn-lt"/>
          <a:cs typeface="+mn-lt"/>
        </a:defRPr>
      </a:lvl6pPr>
      <a:lvl7pPr xmlns:a="http://schemas.openxmlformats.org/drawingml/2006/main" marL="2743200" algn="l">
        <a:buNone/>
        <a:defRPr sz="1800">
          <a:solidFill>
            <a:schemeClr val="tx1"/>
          </a:solidFill>
          <a:latin typeface="+mn-lt"/>
          <a:ea typeface="+mn-lt"/>
          <a:cs typeface="+mn-lt"/>
        </a:defRPr>
      </a:lvl7pPr>
      <a:lvl8pPr xmlns:a="http://schemas.openxmlformats.org/drawingml/2006/main" marL="3200400" algn="l">
        <a:buNone/>
        <a:defRPr sz="1800">
          <a:solidFill>
            <a:schemeClr val="tx1"/>
          </a:solidFill>
          <a:latin typeface="+mn-lt"/>
          <a:ea typeface="+mn-lt"/>
          <a:cs typeface="+mn-lt"/>
        </a:defRPr>
      </a:lvl8pPr>
      <a:lvl9pPr xmlns:a="http://schemas.openxmlformats.org/drawingml/2006/main" marL="3657600" algn="l">
        <a:buNone/>
        <a:defRPr sz="1800">
          <a:solidFill>
            <a:schemeClr val="tx1"/>
          </a:solidFill>
          <a:latin typeface="+mn-lt"/>
          <a:ea typeface="+mn-lt"/>
          <a:cs typeface="+mn-lt"/>
        </a:defRPr>
      </a:lvl9pPr>
    </p:otherStyle>
  </p:txStyles>
</p:sldMaster>
</file>

<file path=ppt/main_figures/Fig9/ppt/slideMasters/theme/theme2.xml><?xml version="1.0" encoding="utf-8"?>
<a:theme xmlns:a="http://schemas.openxmlformats.org/drawingml/2006/main" name="ChatGPT">
  <a:themeElements>
    <a:clrScheme name="ChatGPT">
      <a:dk1>
        <a:srgbClr val="000000"/>
      </a:dk1>
      <a:lt1>
        <a:srgbClr val="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
      <a:majorFont>
        <a:latin typeface="Aptos"/>
        <a:ea typeface=""/>
        <a:cs typeface=""/>
      </a:majorFont>
      <a:minorFont>
        <a:latin typeface="Aptos"/>
        <a:ea typeface=""/>
        <a:cs typeface=""/>
      </a:minorFont>
    </a:fontScheme>
    <a:fmtScheme name="ChatGPT">
      <a:fillStyleLst>
        <a:solidFill>
          <a:schemeClr val="phClr"/>
        </a:solidFill>
        <a:gradFill>
          <a:gsLst>
            <a:gs pos="0">
              <a:schemeClr val="phClr">
                <a:tint val="67000"/>
                <a:lumMod val="110000"/>
                <a:satMod val="105000"/>
              </a:schemeClr>
            </a:gs>
            <a:gs pos="50000">
              <a:schemeClr val="phClr">
                <a:tint val="73000"/>
                <a:lumMod val="105000"/>
                <a:satMod val="103000"/>
              </a:schemeClr>
            </a:gs>
            <a:gs pos="100000">
              <a:schemeClr val="phClr">
                <a:tint val="81000"/>
                <a:lumMod val="105000"/>
                <a:satMod val="109000"/>
              </a:schemeClr>
            </a:gs>
          </a:gsLst>
          <a:lin ang="5400000" scaled="0"/>
        </a:gradFill>
        <a:gradFill>
          <a:gsLst>
            <a:gs pos="0">
              <a:schemeClr val="phClr">
                <a:tint val="94000"/>
                <a:lumMod val="102000"/>
                <a:satMod val="103000"/>
              </a:schemeClr>
            </a:gs>
            <a:gs pos="50000">
              <a:schemeClr val="phClr">
                <a:shade val="100000"/>
                <a:lumMod val="100000"/>
                <a:satMod val="110000"/>
              </a:schemeClr>
            </a:gs>
            <a:gs pos="100000">
              <a:schemeClr val="phClr">
                <a:shade val="78000"/>
                <a:lumMod val="99000"/>
                <a:satMod val="120000"/>
              </a:schemeClr>
            </a:gs>
          </a:gsLst>
          <a:lin ang="5400000" scaled="0"/>
        </a:gradFill>
      </a:fillStyleLst>
      <a:lnStyleLst>
        <a:ln w="12700">
          <a:solidFill>
            <a:schemeClr val="phClr"/>
          </a:solidFill>
          <a:prstDash val="solid"/>
        </a:ln>
        <a:ln w="19050">
          <a:solidFill>
            <a:schemeClr val="phClr"/>
          </a:solidFill>
          <a:prstDash val="solid"/>
        </a:ln>
        <a:ln w="25400">
          <a:solidFill>
            <a:schemeClr val="phClr"/>
          </a:solidFill>
          <a:prstDash val="solid"/>
        </a:ln>
      </a:lnStyleLst>
      <a:effectStyleLst>
        <a:effectStyle>
          <a:effectLst/>
        </a:effectStyle>
        <a:effectStyle>
          <a:effectLst/>
        </a:effectStyle>
        <a:effectStyle>
          <a:effectLst>
            <a:outerShdw blurRad="57150" dist="19050" dir="5400000">
              <a:srgbClr val="000000">
                <a:alpha val="16000"/>
              </a:srgbClr>
            </a:outerShdw>
          </a:effectLst>
        </a:effectStyle>
        <a:effectStyle>
          <a:effectLst>
            <a:outerShdw blurRad="19050" dist="9525" dir="5400000">
              <a:srgbClr val="000000">
                <a:alpha val="6000"/>
              </a:srgbClr>
            </a:outerShdw>
          </a:effectLst>
        </a:effectStyle>
        <a:effectStyle>
          <a:effectLst>
            <a:outerShdw blurRad="28575" dist="9525" dir="5400000">
              <a:srgbClr val="000000">
                <a:alpha val="8000"/>
              </a:srgbClr>
            </a:outerShdw>
          </a:effectLst>
        </a:effectStyle>
        <a:effectStyle>
          <a:effectLst>
            <a:outerShdw blurRad="57150" dist="19050" dir="5400000">
              <a:srgbClr val="000000">
                <a:alpha val="10000"/>
              </a:srgbClr>
            </a:outerShdw>
          </a:effectLst>
        </a:effectStyle>
        <a:effectStyle>
          <a:effectLst>
            <a:outerShdw blurRad="114300" dist="38100" dir="5400000">
              <a:srgbClr val="000000">
                <a:alpha val="12000"/>
              </a:srgbClr>
            </a:outerShdw>
          </a:effectLst>
        </a:effectStyle>
        <a:effectStyle>
          <a:effectLst>
            <a:outerShdw blurRad="171450" dist="57150" dir="5400000">
              <a:srgbClr val="000000">
                <a:alpha val="16000"/>
              </a:srgbClr>
            </a:outerShdw>
          </a:effectLst>
        </a:effectStyle>
        <a:effectStyle>
          <a:effectLst>
            <a:outerShdw blurRad="266700" dist="95250" dir="5400000">
              <a:srgbClr val="000000">
                <a:alpha val="24000"/>
              </a:srgbClr>
            </a:outerShdw>
          </a:effectLst>
        </a:effectStyle>
      </a:effectStyleLst>
      <a:bgFillStyleLst>
        <a:solidFill>
          <a:schemeClr val="phClr"/>
        </a:solidFill>
        <a:solidFill>
          <a:schemeClr val="phClr">
            <a:tint val="95000"/>
            <a:satMod val="170000"/>
          </a:schemeClr>
        </a:solidFill>
        <a:gradFill>
          <a:gsLst>
            <a:gs pos="0">
              <a:schemeClr val="phClr">
                <a:tint val="93000"/>
                <a:shade val="98000"/>
                <a:lumMod val="102000"/>
                <a:satMod val="150000"/>
              </a:schemeClr>
            </a:gs>
            <a:gs pos="50000">
              <a:schemeClr val="phClr">
                <a:tint val="98000"/>
                <a:shade val="90000"/>
                <a:lumMod val="103000"/>
                <a:satMod val="130000"/>
              </a:schemeClr>
            </a:gs>
            <a:gs pos="100000">
              <a:schemeClr val="phClr">
                <a:shade val="63000"/>
                <a:satMod val="120000"/>
              </a:schemeClr>
            </a:gs>
          </a:gsLst>
          <a:lin ang="5400000" scaled="0"/>
        </a:gradFill>
      </a:bgFillStyleLst>
    </a:fmtScheme>
  </a:themeElements>
</a:theme>
</file>

<file path=ppt/main_figures/Fig9/ppt/slides/_rels/slide1.xml.rels><?xml version='1.0' encoding='utf-8'?>
<Relationships xmlns="http://schemas.openxmlformats.org/package/2006/relationships"><Relationship Type="http://schemas.openxmlformats.org/officeDocument/2006/relationships/slideLayout" Target="/ppt/main_figures/Fig9/ppt/slideLayouts/slideLayout6.xml" Id="Rd29a73450db741c6" /><Relationship Type="http://schemas.openxmlformats.org/officeDocument/2006/relationships/image" Target="/ppt/main_figures/Fig9/ppt/media/image.png" Id="R9ab9c0fb85204372" /><Relationship Type="http://schemas.openxmlformats.org/officeDocument/2006/relationships/image" Target="/ppt/main_figures/Fig9/ppt/media/image2.png" Id="R78fb98d9a8af476e" /><Relationship Type="http://schemas.openxmlformats.org/officeDocument/2006/relationships/image" Target="/ppt/main_figures/Fig9/ppt/media/image3.png" Id="R407d650ddf1440f5" /><Relationship Type="http://schemas.openxmlformats.org/officeDocument/2006/relationships/image" Target="/ppt/main_figures/Fig9/ppt/media/image4.png" Id="Rca544ad4d86345a5" /><Relationship Type="http://schemas.openxmlformats.org/officeDocument/2006/relationships/image" Target="/ppt/main_figures/Fig9/ppt/media/image5.png" Id="R9ff658b3385f4164" /><Relationship Type="http://schemas.openxmlformats.org/officeDocument/2006/relationships/image" Target="/ppt/main_figures/Fig9/ppt/media/image6.png" Id="R2004a92c0b3a4cac" /><Relationship Type="http://schemas.openxmlformats.org/officeDocument/2006/relationships/image" Target="/ppt/main_figures/Fig9/ppt/media/image7.png" Id="R355e38ca7c6b4f69" /><Relationship Type="http://schemas.openxmlformats.org/officeDocument/2006/relationships/image" Target="/ppt/main_figures/Fig9/ppt/media/image8.png" Id="R010b6224ce034ffe" /><Relationship Type="http://schemas.openxmlformats.org/officeDocument/2006/relationships/image" Target="/ppt/main_figures/Fig9/ppt/media/image9.png" Id="R0171dcdb745a43db" /><Relationship Type="http://schemas.openxmlformats.org/officeDocument/2006/relationships/notesSlide" Target="/ppt/main_figures/Fig9/ppt/notesSlides/notesSlide1.xml" Id="R9a6e1f0861cf459b" /><Relationship Id="addedSource100064" Type="http://schemas.openxmlformats.org/officeDocument/2006/relationships/image" Target="/ppt/main_figures/Fig9/ppt/media/added_source_100064.png" /><Relationship Id="addedSource100073" Type="http://schemas.openxmlformats.org/officeDocument/2006/relationships/image" Target="/ppt/main_figures/Fig9/ppt/media/added_source_100073.png" /><Relationship Id="addedSource100079" Type="http://schemas.openxmlformats.org/officeDocument/2006/relationships/image" Target="/ppt/main_figures/Fig9/ppt/media/added_source_100079.png" /><Relationship Id="addedSource100085" Type="http://schemas.openxmlformats.org/officeDocument/2006/relationships/image" Target="/ppt/main_figures/Fig9/ppt/media/added_source_100085.png" /><Relationship Id="addedSource100091" Type="http://schemas.openxmlformats.org/officeDocument/2006/relationships/image" Target="/ppt/main_figures/Fig9/ppt/media/added_source_100091.png" /></Relationships>
</file>

<file path=ppt/main_figures/Fig9/ppt/slides/slide1.xml><?xml version="1.0" encoding="utf-8"?>
<p:sld xmlns:a="http://schemas.openxmlformats.org/drawingml/2006/main" xmlns:ns2="http://schemas.microsoft.com/office/drawing/2014/main" xmlns:ns3="http://schemas.openxmlformats.org/officeDocument/2006/relationships" xmlns:ns4="http://schemas.microsoft.com/office/powerpoint/2010/main" xmlns:p="http://schemas.openxmlformats.org/presentationml/2006/main">
  <p:cSld>
    <p:bg>
      <p:bgPr>
        <a:solidFill>
          <a:srgbClr val="FFFFFF"/>
        </a:solidFill>
      </p:bgPr>
    </p:bg>
    <p:spTree>
      <p:nvGrpSpPr>
        <p:cNvPr id="1" name=""/>
        <p:cNvGrpSpPr/>
        <p:nvPr/>
      </p:nvGrpSpPr>
      <p:grpSpPr>
        <a:xfrm/>
      </p:grpSpPr>
      <p:sp>
        <p:nvSpPr>
          <p:cNvPr id="21" name="text_020">
            <a:extLst>
              <a:ext uri="{FF2B5EF4-FFF2-40B4-BE49-F238E27FC236}">
                <ns2:creationId id="{6A7B34B2-AE0C-44A0-8FBC-3A52CF9C01C0}"/>
              </a:ext>
            </a:extLst>
          </p:cNvPr>
          <p:cNvSpPr>
            <a:spLocks noGrp="1"/>
          </p:cNvSpPr>
          <p:nvPr/>
        </p:nvSpPr>
        <p:spPr>
          <a:xfrm rot="0">
            <a:off x="385645" y="57250"/>
            <a:ext cx="5231106" cy="190832"/>
          </a:xfrm>
          <a:prstGeom prst="rect">
            <a:avLst/>
          </a:prstGeom>
          <a:noFill/>
          <a:ln w="0">
            <a:noFill/>
            <a:prstDash val="solid"/>
          </a:ln>
        </p:spPr>
        <p:txBody>
          <a:bodyPr wrap="none" lIns="0" tIns="0" rIns="0" bIns="0" anchor="t">
            <a:noAutofit/>
          </a:bodyPr>
          <a:lstStyle>
            <a:defPPr algn="l">
              <a:defRPr sz="1950" b="1">
                <a:solidFill>
                  <a:srgbClr val="000000"/>
                </a:solidFill>
                <a:latin typeface="Arial"/>
                <a:ea typeface="Arial"/>
                <a:cs typeface="Arial"/>
              </a:defRPr>
            </a:defPPr>
            <a:lvl1pPr algn="l">
              <a:defRPr sz="1950" b="1">
                <a:solidFill>
                  <a:srgbClr val="000000"/>
                </a:solidFill>
                <a:latin typeface="Arial"/>
                <a:ea typeface="Arial"/>
                <a:cs typeface="Arial"/>
              </a:defRPr>
            </a:lvl1pPr>
            <a:lvl2pPr algn="l">
              <a:defRPr sz="1950" b="1">
                <a:solidFill>
                  <a:srgbClr val="000000"/>
                </a:solidFill>
                <a:latin typeface="Arial"/>
                <a:ea typeface="Arial"/>
                <a:cs typeface="Arial"/>
              </a:defRPr>
            </a:lvl2pPr>
            <a:lvl3pPr algn="l">
              <a:defRPr sz="1950" b="1">
                <a:solidFill>
                  <a:srgbClr val="000000"/>
                </a:solidFill>
                <a:latin typeface="Arial"/>
                <a:ea typeface="Arial"/>
                <a:cs typeface="Arial"/>
              </a:defRPr>
            </a:lvl3pPr>
            <a:lvl4pPr algn="l">
              <a:defRPr sz="1950" b="1">
                <a:solidFill>
                  <a:srgbClr val="000000"/>
                </a:solidFill>
                <a:latin typeface="Arial"/>
                <a:ea typeface="Arial"/>
                <a:cs typeface="Arial"/>
              </a:defRPr>
            </a:lvl4pPr>
            <a:lvl5pPr algn="l">
              <a:defRPr sz="1950" b="1">
                <a:solidFill>
                  <a:srgbClr val="000000"/>
                </a:solidFill>
                <a:latin typeface="Arial"/>
                <a:ea typeface="Arial"/>
                <a:cs typeface="Arial"/>
              </a:defRPr>
            </a:lvl5pPr>
            <a:lvl6pPr algn="l">
              <a:defRPr sz="1950" b="1">
                <a:solidFill>
                  <a:srgbClr val="000000"/>
                </a:solidFill>
                <a:latin typeface="Arial"/>
                <a:ea typeface="Arial"/>
                <a:cs typeface="Arial"/>
              </a:defRPr>
            </a:lvl6pPr>
            <a:lvl7pPr algn="l">
              <a:defRPr sz="1950" b="1">
                <a:solidFill>
                  <a:srgbClr val="000000"/>
                </a:solidFill>
                <a:latin typeface="Arial"/>
                <a:ea typeface="Arial"/>
                <a:cs typeface="Arial"/>
              </a:defRPr>
            </a:lvl7pPr>
            <a:lvl8pPr algn="l">
              <a:defRPr sz="1950" b="1">
                <a:solidFill>
                  <a:srgbClr val="000000"/>
                </a:solidFill>
                <a:latin typeface="Arial"/>
                <a:ea typeface="Arial"/>
                <a:cs typeface="Arial"/>
              </a:defRPr>
            </a:lvl8pPr>
            <a:lvl9pPr algn="l">
              <a:defRPr sz="1950" b="1">
                <a:solidFill>
                  <a:srgbClr val="000000"/>
                </a:solidFill>
                <a:latin typeface="Arial"/>
                <a:ea typeface="Arial"/>
                <a:cs typeface="Arial"/>
              </a:defRPr>
            </a:lvl9pPr>
          </a:lstStyle>
          <a:p>
            <a:pPr algn="l">
              <a:defRPr sz="1950" b="1">
                <a:solidFill>
                  <a:srgbClr val="000000"/>
                </a:solidFill>
                <a:latin typeface="Arial"/>
                <a:ea typeface="Arial"/>
                <a:cs typeface="Arial"/>
              </a:defRPr>
            </a:pPr>
            <a:r>
              <a:rPr sz="1950" b="1">
                <a:solidFill>
                  <a:srgbClr val="000000"/>
                </a:solidFill>
                <a:latin typeface="Arial"/>
                <a:ea typeface="Arial"/>
                <a:cs typeface="Arial"/>
              </a:rPr>
              <a:t>(a) RG-MTM-P</a:t>
            </a:r>
          </a:p>
        </p:txBody>
      </p:sp>
      <p:pic>
        <p:nvPicPr>
          <p:cNvPr id="22" name="">
            <a:extLst>
              <a:ext uri="{FF2B5EF4-FFF2-40B4-BE49-F238E27FC236}">
                <ns2:creationId id="{D3E264DE-009A-428C-B6ED-9BC0D8950F6C}"/>
              </a:ext>
            </a:extLst>
          </p:cNvPr>
          <p:cNvPicPr>
            <a:picLocks noChangeAspect="1"/>
          </p:cNvPicPr>
          <p:nvPr/>
        </p:nvPicPr>
        <p:blipFill>
          <a:blip ns3:embed="R78fb98d9a8af476e"/>
          <a:stretch/>
        </p:blipFill>
        <p:spPr>
          <a:xfrm>
            <a:off x="730133" y="362580"/>
            <a:ext cx="4299715" cy="1558455"/>
          </a:xfrm>
          <a:prstGeom prst="rect">
            <a:avLst/>
          </a:prstGeom>
        </p:spPr>
      </p:pic>
      <p:sp>
        <p:nvSpPr>
          <p:cNvPr id="24" name="line_023">
            <a:extLst>
              <a:ext uri="{FF2B5EF4-FFF2-40B4-BE49-F238E27FC236}">
                <ns2:creationId id="{483AE966-A424-467A-8AF0-1014DA5A9727}"/>
              </a:ext>
            </a:extLst>
          </p:cNvPr>
          <p:cNvSpPr>
            <a:spLocks noGrp="1"/>
          </p:cNvSpPr>
          <p:nvPr/>
        </p:nvSpPr>
        <p:spPr>
          <a:xfrm>
            <a:off x="679097" y="1921035"/>
            <a:ext cx="51035" cy="63"/>
          </a:xfrm>
          <a:custGeom>
            <a:pathLst>
              <a:path w="38100" h="95">
                <a:moveTo>
                  <a:pt x="0" y="0"/>
                </a:moveTo>
                <a:lnTo>
                  <a:pt x="38100" y="0"/>
                </a:lnTo>
              </a:path>
            </a:pathLst>
          </a:custGeom>
          <a:noFill/>
          <a:ln w="7620">
            <a:solidFill>
              <a:srgbClr val="7B8790"/>
            </a:solidFill>
            <a:prstDash val="solid"/>
          </a:ln>
        </p:spPr>
      </p:sp>
      <p:sp>
        <p:nvSpPr>
          <p:cNvPr id="25" name="text_024">
            <a:extLst>
              <a:ext uri="{FF2B5EF4-FFF2-40B4-BE49-F238E27FC236}">
                <ns2:creationId id="{3379A288-070A-46F9-815F-C58A53C95F25}"/>
              </a:ext>
            </a:extLst>
          </p:cNvPr>
          <p:cNvSpPr>
            <a:spLocks noGrp="1"/>
          </p:cNvSpPr>
          <p:nvPr/>
        </p:nvSpPr>
        <p:spPr>
          <a:xfrm rot="0">
            <a:off x="321851" y="1857424"/>
            <a:ext cx="318970" cy="139943"/>
          </a:xfrm>
          <a:prstGeom prst="rect">
            <a:avLst/>
          </a:prstGeom>
          <a:noFill/>
          <a:ln w="0">
            <a:noFill/>
            <a:prstDash val="solid"/>
          </a:ln>
        </p:spPr>
        <p:txBody>
          <a:bodyPr wrap="none" lIns="0" tIns="0" rIns="0" bIns="0" anchor="t">
            <a:noAutofit/>
          </a:bodyPr>
          <a:lstStyle>
            <a:defPPr algn="r">
              <a:defRPr sz="1350" b="0">
                <a:solidFill>
                  <a:srgbClr val="000000"/>
                </a:solidFill>
                <a:latin typeface="Arial"/>
                <a:ea typeface="Arial"/>
                <a:cs typeface="Arial"/>
              </a:defRPr>
            </a:defPPr>
            <a:lvl1pPr algn="r">
              <a:defRPr sz="1350" b="0">
                <a:solidFill>
                  <a:srgbClr val="000000"/>
                </a:solidFill>
                <a:latin typeface="Arial"/>
                <a:ea typeface="Arial"/>
                <a:cs typeface="Arial"/>
              </a:defRPr>
            </a:lvl1pPr>
            <a:lvl2pPr algn="r">
              <a:defRPr sz="1350" b="0">
                <a:solidFill>
                  <a:srgbClr val="000000"/>
                </a:solidFill>
                <a:latin typeface="Arial"/>
                <a:ea typeface="Arial"/>
                <a:cs typeface="Arial"/>
              </a:defRPr>
            </a:lvl2pPr>
            <a:lvl3pPr algn="r">
              <a:defRPr sz="1350" b="0">
                <a:solidFill>
                  <a:srgbClr val="000000"/>
                </a:solidFill>
                <a:latin typeface="Arial"/>
                <a:ea typeface="Arial"/>
                <a:cs typeface="Arial"/>
              </a:defRPr>
            </a:lvl3pPr>
            <a:lvl4pPr algn="r">
              <a:defRPr sz="1350" b="0">
                <a:solidFill>
                  <a:srgbClr val="000000"/>
                </a:solidFill>
                <a:latin typeface="Arial"/>
                <a:ea typeface="Arial"/>
                <a:cs typeface="Arial"/>
              </a:defRPr>
            </a:lvl4pPr>
            <a:lvl5pPr algn="r">
              <a:defRPr sz="1350" b="0">
                <a:solidFill>
                  <a:srgbClr val="000000"/>
                </a:solidFill>
                <a:latin typeface="Arial"/>
                <a:ea typeface="Arial"/>
                <a:cs typeface="Arial"/>
              </a:defRPr>
            </a:lvl5pPr>
            <a:lvl6pPr algn="r">
              <a:defRPr sz="1350" b="0">
                <a:solidFill>
                  <a:srgbClr val="000000"/>
                </a:solidFill>
                <a:latin typeface="Arial"/>
                <a:ea typeface="Arial"/>
                <a:cs typeface="Arial"/>
              </a:defRPr>
            </a:lvl6pPr>
            <a:lvl7pPr algn="r">
              <a:defRPr sz="1350" b="0">
                <a:solidFill>
                  <a:srgbClr val="000000"/>
                </a:solidFill>
                <a:latin typeface="Arial"/>
                <a:ea typeface="Arial"/>
                <a:cs typeface="Arial"/>
              </a:defRPr>
            </a:lvl7pPr>
            <a:lvl8pPr algn="r">
              <a:defRPr sz="1350" b="0">
                <a:solidFill>
                  <a:srgbClr val="000000"/>
                </a:solidFill>
                <a:latin typeface="Arial"/>
                <a:ea typeface="Arial"/>
                <a:cs typeface="Arial"/>
              </a:defRPr>
            </a:lvl8pPr>
            <a:lvl9pPr algn="r">
              <a:defRPr sz="1350" b="0">
                <a:solidFill>
                  <a:srgbClr val="000000"/>
                </a:solidFill>
                <a:latin typeface="Arial"/>
                <a:ea typeface="Arial"/>
                <a:cs typeface="Arial"/>
              </a:defRPr>
            </a:lvl9pPr>
          </a:lstStyle>
          <a:p>
            <a:pPr algn="r">
              <a:defRPr sz="1350" b="0">
                <a:solidFill>
                  <a:srgbClr val="000000"/>
                </a:solidFill>
                <a:latin typeface="Arial"/>
                <a:ea typeface="Arial"/>
                <a:cs typeface="Arial"/>
              </a:defRPr>
            </a:pPr>
            <a:r>
              <a:rPr sz="1350" b="0">
                <a:solidFill>
                  <a:srgbClr val="000000"/>
                </a:solidFill>
                <a:latin typeface="Arial"/>
                <a:ea typeface="Arial"/>
                <a:cs typeface="Arial"/>
              </a:rPr>
              <a:t>0</a:t>
            </a:r>
          </a:p>
        </p:txBody>
      </p:sp>
      <p:sp>
        <p:nvSpPr>
          <p:cNvPr id="26" name="line_025">
            <a:extLst>
              <a:ext uri="{FF2B5EF4-FFF2-40B4-BE49-F238E27FC236}">
                <ns2:creationId id="{F4DEA0C2-05BE-40C5-9299-6BA5CE0B6AFC}"/>
              </a:ext>
            </a:extLst>
          </p:cNvPr>
          <p:cNvSpPr>
            <a:spLocks noGrp="1"/>
          </p:cNvSpPr>
          <p:nvPr/>
        </p:nvSpPr>
        <p:spPr>
          <a:xfrm>
            <a:off x="679097" y="1141808"/>
            <a:ext cx="51035" cy="63"/>
          </a:xfrm>
          <a:custGeom>
            <a:pathLst>
              <a:path w="38100" h="95">
                <a:moveTo>
                  <a:pt x="0" y="0"/>
                </a:moveTo>
                <a:lnTo>
                  <a:pt x="38100" y="0"/>
                </a:lnTo>
              </a:path>
            </a:pathLst>
          </a:custGeom>
          <a:noFill/>
          <a:ln w="7620">
            <a:solidFill>
              <a:srgbClr val="7B8790"/>
            </a:solidFill>
            <a:prstDash val="solid"/>
          </a:ln>
        </p:spPr>
      </p:sp>
      <p:sp>
        <p:nvSpPr>
          <p:cNvPr id="27" name="text_026">
            <a:extLst>
              <a:ext uri="{FF2B5EF4-FFF2-40B4-BE49-F238E27FC236}">
                <ns2:creationId id="{CAEA8DE6-9157-48C4-A7FF-57F0245E8847}"/>
              </a:ext>
            </a:extLst>
          </p:cNvPr>
          <p:cNvSpPr>
            <a:spLocks noGrp="1"/>
          </p:cNvSpPr>
          <p:nvPr/>
        </p:nvSpPr>
        <p:spPr>
          <a:xfrm rot="0">
            <a:off x="321851" y="1078197"/>
            <a:ext cx="318970" cy="139943"/>
          </a:xfrm>
          <a:prstGeom prst="rect">
            <a:avLst/>
          </a:prstGeom>
          <a:noFill/>
          <a:ln w="0">
            <a:noFill/>
            <a:prstDash val="solid"/>
          </a:ln>
        </p:spPr>
        <p:txBody>
          <a:bodyPr wrap="none" lIns="0" tIns="0" rIns="0" bIns="0" anchor="t">
            <a:noAutofit/>
          </a:bodyPr>
          <a:lstStyle>
            <a:defPPr algn="r">
              <a:defRPr sz="1350" b="0">
                <a:solidFill>
                  <a:srgbClr val="000000"/>
                </a:solidFill>
                <a:latin typeface="Arial"/>
                <a:ea typeface="Arial"/>
                <a:cs typeface="Arial"/>
              </a:defRPr>
            </a:defPPr>
            <a:lvl1pPr algn="r">
              <a:defRPr sz="1350" b="0">
                <a:solidFill>
                  <a:srgbClr val="000000"/>
                </a:solidFill>
                <a:latin typeface="Arial"/>
                <a:ea typeface="Arial"/>
                <a:cs typeface="Arial"/>
              </a:defRPr>
            </a:lvl1pPr>
            <a:lvl2pPr algn="r">
              <a:defRPr sz="1350" b="0">
                <a:solidFill>
                  <a:srgbClr val="000000"/>
                </a:solidFill>
                <a:latin typeface="Arial"/>
                <a:ea typeface="Arial"/>
                <a:cs typeface="Arial"/>
              </a:defRPr>
            </a:lvl2pPr>
            <a:lvl3pPr algn="r">
              <a:defRPr sz="1350" b="0">
                <a:solidFill>
                  <a:srgbClr val="000000"/>
                </a:solidFill>
                <a:latin typeface="Arial"/>
                <a:ea typeface="Arial"/>
                <a:cs typeface="Arial"/>
              </a:defRPr>
            </a:lvl3pPr>
            <a:lvl4pPr algn="r">
              <a:defRPr sz="1350" b="0">
                <a:solidFill>
                  <a:srgbClr val="000000"/>
                </a:solidFill>
                <a:latin typeface="Arial"/>
                <a:ea typeface="Arial"/>
                <a:cs typeface="Arial"/>
              </a:defRPr>
            </a:lvl4pPr>
            <a:lvl5pPr algn="r">
              <a:defRPr sz="1350" b="0">
                <a:solidFill>
                  <a:srgbClr val="000000"/>
                </a:solidFill>
                <a:latin typeface="Arial"/>
                <a:ea typeface="Arial"/>
                <a:cs typeface="Arial"/>
              </a:defRPr>
            </a:lvl5pPr>
            <a:lvl6pPr algn="r">
              <a:defRPr sz="1350" b="0">
                <a:solidFill>
                  <a:srgbClr val="000000"/>
                </a:solidFill>
                <a:latin typeface="Arial"/>
                <a:ea typeface="Arial"/>
                <a:cs typeface="Arial"/>
              </a:defRPr>
            </a:lvl6pPr>
            <a:lvl7pPr algn="r">
              <a:defRPr sz="1350" b="0">
                <a:solidFill>
                  <a:srgbClr val="000000"/>
                </a:solidFill>
                <a:latin typeface="Arial"/>
                <a:ea typeface="Arial"/>
                <a:cs typeface="Arial"/>
              </a:defRPr>
            </a:lvl7pPr>
            <a:lvl8pPr algn="r">
              <a:defRPr sz="1350" b="0">
                <a:solidFill>
                  <a:srgbClr val="000000"/>
                </a:solidFill>
                <a:latin typeface="Arial"/>
                <a:ea typeface="Arial"/>
                <a:cs typeface="Arial"/>
              </a:defRPr>
            </a:lvl8pPr>
            <a:lvl9pPr algn="r">
              <a:defRPr sz="1350" b="0">
                <a:solidFill>
                  <a:srgbClr val="000000"/>
                </a:solidFill>
                <a:latin typeface="Arial"/>
                <a:ea typeface="Arial"/>
                <a:cs typeface="Arial"/>
              </a:defRPr>
            </a:lvl9pPr>
          </a:lstStyle>
          <a:p>
            <a:pPr algn="r">
              <a:defRPr sz="1350" b="0">
                <a:solidFill>
                  <a:srgbClr val="000000"/>
                </a:solidFill>
                <a:latin typeface="Arial"/>
                <a:ea typeface="Arial"/>
                <a:cs typeface="Arial"/>
              </a:defRPr>
            </a:pPr>
            <a:r>
              <a:rPr sz="1350" b="0">
                <a:solidFill>
                  <a:srgbClr val="000000"/>
                </a:solidFill>
                <a:latin typeface="Arial"/>
                <a:ea typeface="Arial"/>
                <a:cs typeface="Arial"/>
              </a:rPr>
              <a:t>0.5</a:t>
            </a:r>
          </a:p>
        </p:txBody>
      </p:sp>
      <p:sp>
        <p:nvSpPr>
          <p:cNvPr id="28" name="line_027">
            <a:extLst>
              <a:ext uri="{FF2B5EF4-FFF2-40B4-BE49-F238E27FC236}">
                <ns2:creationId id="{FD658DCD-7AA6-4CD6-9818-7D6BA8D90257}"/>
              </a:ext>
            </a:extLst>
          </p:cNvPr>
          <p:cNvSpPr>
            <a:spLocks noGrp="1"/>
          </p:cNvSpPr>
          <p:nvPr/>
        </p:nvSpPr>
        <p:spPr>
          <a:xfrm>
            <a:off x="679097" y="362580"/>
            <a:ext cx="51035" cy="63"/>
          </a:xfrm>
          <a:custGeom>
            <a:pathLst>
              <a:path w="38100" h="95">
                <a:moveTo>
                  <a:pt x="0" y="0"/>
                </a:moveTo>
                <a:lnTo>
                  <a:pt x="38100" y="0"/>
                </a:lnTo>
              </a:path>
            </a:pathLst>
          </a:custGeom>
          <a:noFill/>
          <a:ln w="7620">
            <a:solidFill>
              <a:srgbClr val="7B8790"/>
            </a:solidFill>
            <a:prstDash val="solid"/>
          </a:ln>
        </p:spPr>
      </p:sp>
      <p:sp>
        <p:nvSpPr>
          <p:cNvPr id="29" name="text_028">
            <a:extLst>
              <a:ext uri="{FF2B5EF4-FFF2-40B4-BE49-F238E27FC236}">
                <ns2:creationId id="{3608DAF3-32FF-4956-B05A-1E1E6487B266}"/>
              </a:ext>
            </a:extLst>
          </p:cNvPr>
          <p:cNvSpPr>
            <a:spLocks noGrp="1"/>
          </p:cNvSpPr>
          <p:nvPr/>
        </p:nvSpPr>
        <p:spPr>
          <a:xfrm rot="0">
            <a:off x="321851" y="298969"/>
            <a:ext cx="318970" cy="139943"/>
          </a:xfrm>
          <a:prstGeom prst="rect">
            <a:avLst/>
          </a:prstGeom>
          <a:noFill/>
          <a:ln w="0">
            <a:noFill/>
            <a:prstDash val="solid"/>
          </a:ln>
        </p:spPr>
        <p:txBody>
          <a:bodyPr wrap="none" lIns="0" tIns="0" rIns="0" bIns="0" anchor="t">
            <a:noAutofit/>
          </a:bodyPr>
          <a:lstStyle>
            <a:defPPr algn="r">
              <a:defRPr sz="1350" b="0">
                <a:solidFill>
                  <a:srgbClr val="000000"/>
                </a:solidFill>
                <a:latin typeface="Arial"/>
                <a:ea typeface="Arial"/>
                <a:cs typeface="Arial"/>
              </a:defRPr>
            </a:defPPr>
            <a:lvl1pPr algn="r">
              <a:defRPr sz="1350" b="0">
                <a:solidFill>
                  <a:srgbClr val="000000"/>
                </a:solidFill>
                <a:latin typeface="Arial"/>
                <a:ea typeface="Arial"/>
                <a:cs typeface="Arial"/>
              </a:defRPr>
            </a:lvl1pPr>
            <a:lvl2pPr algn="r">
              <a:defRPr sz="1350" b="0">
                <a:solidFill>
                  <a:srgbClr val="000000"/>
                </a:solidFill>
                <a:latin typeface="Arial"/>
                <a:ea typeface="Arial"/>
                <a:cs typeface="Arial"/>
              </a:defRPr>
            </a:lvl2pPr>
            <a:lvl3pPr algn="r">
              <a:defRPr sz="1350" b="0">
                <a:solidFill>
                  <a:srgbClr val="000000"/>
                </a:solidFill>
                <a:latin typeface="Arial"/>
                <a:ea typeface="Arial"/>
                <a:cs typeface="Arial"/>
              </a:defRPr>
            </a:lvl3pPr>
            <a:lvl4pPr algn="r">
              <a:defRPr sz="1350" b="0">
                <a:solidFill>
                  <a:srgbClr val="000000"/>
                </a:solidFill>
                <a:latin typeface="Arial"/>
                <a:ea typeface="Arial"/>
                <a:cs typeface="Arial"/>
              </a:defRPr>
            </a:lvl4pPr>
            <a:lvl5pPr algn="r">
              <a:defRPr sz="1350" b="0">
                <a:solidFill>
                  <a:srgbClr val="000000"/>
                </a:solidFill>
                <a:latin typeface="Arial"/>
                <a:ea typeface="Arial"/>
                <a:cs typeface="Arial"/>
              </a:defRPr>
            </a:lvl5pPr>
            <a:lvl6pPr algn="r">
              <a:defRPr sz="1350" b="0">
                <a:solidFill>
                  <a:srgbClr val="000000"/>
                </a:solidFill>
                <a:latin typeface="Arial"/>
                <a:ea typeface="Arial"/>
                <a:cs typeface="Arial"/>
              </a:defRPr>
            </a:lvl6pPr>
            <a:lvl7pPr algn="r">
              <a:defRPr sz="1350" b="0">
                <a:solidFill>
                  <a:srgbClr val="000000"/>
                </a:solidFill>
                <a:latin typeface="Arial"/>
                <a:ea typeface="Arial"/>
                <a:cs typeface="Arial"/>
              </a:defRPr>
            </a:lvl7pPr>
            <a:lvl8pPr algn="r">
              <a:defRPr sz="1350" b="0">
                <a:solidFill>
                  <a:srgbClr val="000000"/>
                </a:solidFill>
                <a:latin typeface="Arial"/>
                <a:ea typeface="Arial"/>
                <a:cs typeface="Arial"/>
              </a:defRPr>
            </a:lvl8pPr>
            <a:lvl9pPr algn="r">
              <a:defRPr sz="1350" b="0">
                <a:solidFill>
                  <a:srgbClr val="000000"/>
                </a:solidFill>
                <a:latin typeface="Arial"/>
                <a:ea typeface="Arial"/>
                <a:cs typeface="Arial"/>
              </a:defRPr>
            </a:lvl9pPr>
          </a:lstStyle>
          <a:p>
            <a:pPr algn="r">
              <a:defRPr sz="1350" b="0">
                <a:solidFill>
                  <a:srgbClr val="000000"/>
                </a:solidFill>
                <a:latin typeface="Arial"/>
                <a:ea typeface="Arial"/>
                <a:cs typeface="Arial"/>
              </a:defRPr>
            </a:pPr>
            <a:r>
              <a:rPr sz="1350" b="0">
                <a:solidFill>
                  <a:srgbClr val="000000"/>
                </a:solidFill>
                <a:latin typeface="Arial"/>
                <a:ea typeface="Arial"/>
                <a:cs typeface="Arial"/>
              </a:rPr>
              <a:t>1</a:t>
            </a:r>
          </a:p>
        </p:txBody>
      </p:sp>
      <p:sp>
        <p:nvSpPr>
          <p:cNvPr id="30" name="line_029">
            <a:extLst>
              <a:ext uri="{FF2B5EF4-FFF2-40B4-BE49-F238E27FC236}">
                <ns2:creationId id="{57FAFCB8-4792-452A-BB50-AD5DF858E68F}"/>
              </a:ext>
            </a:extLst>
          </p:cNvPr>
          <p:cNvSpPr>
            <a:spLocks noGrp="1"/>
          </p:cNvSpPr>
          <p:nvPr/>
        </p:nvSpPr>
        <p:spPr>
          <a:xfrm>
            <a:off x="832507" y="1921035"/>
            <a:ext cx="127" cy="25444"/>
          </a:xfrm>
          <a:custGeom>
            <a:pathLst>
              <a:path w="95" h="38100">
                <a:moveTo>
                  <a:pt x="0" y="0"/>
                </a:moveTo>
                <a:lnTo>
                  <a:pt x="0" y="38100"/>
                </a:lnTo>
              </a:path>
            </a:pathLst>
          </a:custGeom>
          <a:noFill/>
          <a:ln w="7620">
            <a:solidFill>
              <a:srgbClr val="7B8790"/>
            </a:solidFill>
            <a:prstDash val="solid"/>
          </a:ln>
        </p:spPr>
      </p:sp>
      <p:sp>
        <p:nvSpPr>
          <p:cNvPr id="31" name="text_030">
            <a:extLst>
              <a:ext uri="{FF2B5EF4-FFF2-40B4-BE49-F238E27FC236}">
                <ns2:creationId id="{F1EA7C36-5DA7-4B23-B01D-C8DC8565153D}"/>
              </a:ext>
            </a:extLst>
          </p:cNvPr>
          <p:cNvSpPr>
            <a:spLocks noGrp="1"/>
          </p:cNvSpPr>
          <p:nvPr/>
        </p:nvSpPr>
        <p:spPr>
          <a:xfrm rot="0">
            <a:off x="577331" y="1959202"/>
            <a:ext cx="510352" cy="139943"/>
          </a:xfrm>
          <a:prstGeom prst="rect">
            <a:avLst/>
          </a:prstGeom>
          <a:noFill/>
          <a:ln w="0">
            <a:noFill/>
            <a:prstDash val="solid"/>
          </a:ln>
        </p:spPr>
        <p:txBody>
          <a:bodyPr wrap="none" lIns="0" tIns="0" rIns="0" bIns="0" anchor="t">
            <a:noAutofit/>
          </a:bodyPr>
          <a:lstStyle>
            <a:defPPr algn="ctr">
              <a:defRPr sz="1350" b="0">
                <a:solidFill>
                  <a:srgbClr val="000000"/>
                </a:solidFill>
                <a:latin typeface="Arial"/>
                <a:ea typeface="Arial"/>
                <a:cs typeface="Arial"/>
              </a:defRPr>
            </a:defPPr>
            <a:lvl1pPr algn="ctr">
              <a:defRPr sz="1350" b="0">
                <a:solidFill>
                  <a:srgbClr val="000000"/>
                </a:solidFill>
                <a:latin typeface="Arial"/>
                <a:ea typeface="Arial"/>
                <a:cs typeface="Arial"/>
              </a:defRPr>
            </a:lvl1pPr>
            <a:lvl2pPr algn="ctr">
              <a:defRPr sz="1350" b="0">
                <a:solidFill>
                  <a:srgbClr val="000000"/>
                </a:solidFill>
                <a:latin typeface="Arial"/>
                <a:ea typeface="Arial"/>
                <a:cs typeface="Arial"/>
              </a:defRPr>
            </a:lvl2pPr>
            <a:lvl3pPr algn="ctr">
              <a:defRPr sz="1350" b="0">
                <a:solidFill>
                  <a:srgbClr val="000000"/>
                </a:solidFill>
                <a:latin typeface="Arial"/>
                <a:ea typeface="Arial"/>
                <a:cs typeface="Arial"/>
              </a:defRPr>
            </a:lvl3pPr>
            <a:lvl4pPr algn="ctr">
              <a:defRPr sz="1350" b="0">
                <a:solidFill>
                  <a:srgbClr val="000000"/>
                </a:solidFill>
                <a:latin typeface="Arial"/>
                <a:ea typeface="Arial"/>
                <a:cs typeface="Arial"/>
              </a:defRPr>
            </a:lvl4pPr>
            <a:lvl5pPr algn="ctr">
              <a:defRPr sz="1350" b="0">
                <a:solidFill>
                  <a:srgbClr val="000000"/>
                </a:solidFill>
                <a:latin typeface="Arial"/>
                <a:ea typeface="Arial"/>
                <a:cs typeface="Arial"/>
              </a:defRPr>
            </a:lvl5pPr>
            <a:lvl6pPr algn="ctr">
              <a:defRPr sz="1350" b="0">
                <a:solidFill>
                  <a:srgbClr val="000000"/>
                </a:solidFill>
                <a:latin typeface="Arial"/>
                <a:ea typeface="Arial"/>
                <a:cs typeface="Arial"/>
              </a:defRPr>
            </a:lvl6pPr>
            <a:lvl7pPr algn="ctr">
              <a:defRPr sz="1350" b="0">
                <a:solidFill>
                  <a:srgbClr val="000000"/>
                </a:solidFill>
                <a:latin typeface="Arial"/>
                <a:ea typeface="Arial"/>
                <a:cs typeface="Arial"/>
              </a:defRPr>
            </a:lvl7pPr>
            <a:lvl8pPr algn="ctr">
              <a:defRPr sz="1350" b="0">
                <a:solidFill>
                  <a:srgbClr val="000000"/>
                </a:solidFill>
                <a:latin typeface="Arial"/>
                <a:ea typeface="Arial"/>
                <a:cs typeface="Arial"/>
              </a:defRPr>
            </a:lvl8pPr>
            <a:lvl9pPr algn="ctr">
              <a:defRPr sz="1350" b="0">
                <a:solidFill>
                  <a:srgbClr val="000000"/>
                </a:solidFill>
                <a:latin typeface="Arial"/>
                <a:ea typeface="Arial"/>
                <a:cs typeface="Arial"/>
              </a:defRPr>
            </a:lvl9pPr>
          </a:lstStyle>
          <a:p>
            <a:pPr algn="ctr">
              <a:defRPr sz="1350" b="0">
                <a:solidFill>
                  <a:srgbClr val="000000"/>
                </a:solidFill>
                <a:latin typeface="Arial"/>
                <a:ea typeface="Arial"/>
                <a:cs typeface="Arial"/>
              </a:defRPr>
            </a:pPr>
            <a:r>
              <a:rPr sz="1350" b="0">
                <a:solidFill>
                  <a:srgbClr val="000000"/>
                </a:solidFill>
                <a:latin typeface="Arial"/>
                <a:ea typeface="Arial"/>
                <a:cs typeface="Arial"/>
              </a:rPr>
              <a:t>-2</a:t>
            </a:r>
          </a:p>
        </p:txBody>
      </p:sp>
      <p:sp>
        <p:nvSpPr>
          <p:cNvPr id="32" name="line_031">
            <a:extLst>
              <a:ext uri="{FF2B5EF4-FFF2-40B4-BE49-F238E27FC236}">
                <ns2:creationId id="{0B7D3F44-E28F-434A-8B1D-558D70BFBED6}"/>
              </a:ext>
            </a:extLst>
          </p:cNvPr>
          <p:cNvSpPr>
            <a:spLocks noGrp="1"/>
          </p:cNvSpPr>
          <p:nvPr/>
        </p:nvSpPr>
        <p:spPr>
          <a:xfrm>
            <a:off x="1856248" y="1921035"/>
            <a:ext cx="127" cy="25444"/>
          </a:xfrm>
          <a:custGeom>
            <a:pathLst>
              <a:path w="95" h="38100">
                <a:moveTo>
                  <a:pt x="0" y="0"/>
                </a:moveTo>
                <a:lnTo>
                  <a:pt x="0" y="38100"/>
                </a:lnTo>
              </a:path>
            </a:pathLst>
          </a:custGeom>
          <a:noFill/>
          <a:ln w="7620">
            <a:solidFill>
              <a:srgbClr val="7B8790"/>
            </a:solidFill>
            <a:prstDash val="solid"/>
          </a:ln>
        </p:spPr>
      </p:sp>
      <p:sp>
        <p:nvSpPr>
          <p:cNvPr id="33" name="text_032">
            <a:extLst>
              <a:ext uri="{FF2B5EF4-FFF2-40B4-BE49-F238E27FC236}">
                <ns2:creationId id="{AB1DA385-544D-4DD8-85D1-3EF6DF3EDC69}"/>
              </a:ext>
            </a:extLst>
          </p:cNvPr>
          <p:cNvSpPr>
            <a:spLocks noGrp="1"/>
          </p:cNvSpPr>
          <p:nvPr/>
        </p:nvSpPr>
        <p:spPr>
          <a:xfrm rot="0">
            <a:off x="1601073" y="1959202"/>
            <a:ext cx="510352" cy="139943"/>
          </a:xfrm>
          <a:prstGeom prst="rect">
            <a:avLst/>
          </a:prstGeom>
          <a:noFill/>
          <a:ln w="0">
            <a:noFill/>
            <a:prstDash val="solid"/>
          </a:ln>
        </p:spPr>
        <p:txBody>
          <a:bodyPr wrap="none" lIns="0" tIns="0" rIns="0" bIns="0" anchor="t">
            <a:noAutofit/>
          </a:bodyPr>
          <a:lstStyle>
            <a:defPPr algn="ctr">
              <a:defRPr sz="1350" b="0">
                <a:solidFill>
                  <a:srgbClr val="000000"/>
                </a:solidFill>
                <a:latin typeface="Arial"/>
                <a:ea typeface="Arial"/>
                <a:cs typeface="Arial"/>
              </a:defRPr>
            </a:defPPr>
            <a:lvl1pPr algn="ctr">
              <a:defRPr sz="1350" b="0">
                <a:solidFill>
                  <a:srgbClr val="000000"/>
                </a:solidFill>
                <a:latin typeface="Arial"/>
                <a:ea typeface="Arial"/>
                <a:cs typeface="Arial"/>
              </a:defRPr>
            </a:lvl1pPr>
            <a:lvl2pPr algn="ctr">
              <a:defRPr sz="1350" b="0">
                <a:solidFill>
                  <a:srgbClr val="000000"/>
                </a:solidFill>
                <a:latin typeface="Arial"/>
                <a:ea typeface="Arial"/>
                <a:cs typeface="Arial"/>
              </a:defRPr>
            </a:lvl2pPr>
            <a:lvl3pPr algn="ctr">
              <a:defRPr sz="1350" b="0">
                <a:solidFill>
                  <a:srgbClr val="000000"/>
                </a:solidFill>
                <a:latin typeface="Arial"/>
                <a:ea typeface="Arial"/>
                <a:cs typeface="Arial"/>
              </a:defRPr>
            </a:lvl3pPr>
            <a:lvl4pPr algn="ctr">
              <a:defRPr sz="1350" b="0">
                <a:solidFill>
                  <a:srgbClr val="000000"/>
                </a:solidFill>
                <a:latin typeface="Arial"/>
                <a:ea typeface="Arial"/>
                <a:cs typeface="Arial"/>
              </a:defRPr>
            </a:lvl4pPr>
            <a:lvl5pPr algn="ctr">
              <a:defRPr sz="1350" b="0">
                <a:solidFill>
                  <a:srgbClr val="000000"/>
                </a:solidFill>
                <a:latin typeface="Arial"/>
                <a:ea typeface="Arial"/>
                <a:cs typeface="Arial"/>
              </a:defRPr>
            </a:lvl5pPr>
            <a:lvl6pPr algn="ctr">
              <a:defRPr sz="1350" b="0">
                <a:solidFill>
                  <a:srgbClr val="000000"/>
                </a:solidFill>
                <a:latin typeface="Arial"/>
                <a:ea typeface="Arial"/>
                <a:cs typeface="Arial"/>
              </a:defRPr>
            </a:lvl6pPr>
            <a:lvl7pPr algn="ctr">
              <a:defRPr sz="1350" b="0">
                <a:solidFill>
                  <a:srgbClr val="000000"/>
                </a:solidFill>
                <a:latin typeface="Arial"/>
                <a:ea typeface="Arial"/>
                <a:cs typeface="Arial"/>
              </a:defRPr>
            </a:lvl7pPr>
            <a:lvl8pPr algn="ctr">
              <a:defRPr sz="1350" b="0">
                <a:solidFill>
                  <a:srgbClr val="000000"/>
                </a:solidFill>
                <a:latin typeface="Arial"/>
                <a:ea typeface="Arial"/>
                <a:cs typeface="Arial"/>
              </a:defRPr>
            </a:lvl8pPr>
            <a:lvl9pPr algn="ctr">
              <a:defRPr sz="1350" b="0">
                <a:solidFill>
                  <a:srgbClr val="000000"/>
                </a:solidFill>
                <a:latin typeface="Arial"/>
                <a:ea typeface="Arial"/>
                <a:cs typeface="Arial"/>
              </a:defRPr>
            </a:lvl9pPr>
          </a:lstStyle>
          <a:p>
            <a:pPr algn="ctr">
              <a:defRPr sz="1350" b="0">
                <a:solidFill>
                  <a:srgbClr val="000000"/>
                </a:solidFill>
                <a:latin typeface="Arial"/>
                <a:ea typeface="Arial"/>
                <a:cs typeface="Arial"/>
              </a:defRPr>
            </a:pPr>
            <a:r>
              <a:rPr sz="1350" b="0">
                <a:solidFill>
                  <a:srgbClr val="000000"/>
                </a:solidFill>
                <a:latin typeface="Arial"/>
                <a:ea typeface="Arial"/>
                <a:cs typeface="Arial"/>
              </a:rPr>
              <a:t>-1</a:t>
            </a:r>
          </a:p>
        </p:txBody>
      </p:sp>
      <p:sp>
        <p:nvSpPr>
          <p:cNvPr id="34" name="line_033">
            <a:extLst>
              <a:ext uri="{FF2B5EF4-FFF2-40B4-BE49-F238E27FC236}">
                <ns2:creationId id="{21454A42-885B-442C-8A79-BBAAD8E104CF}"/>
              </a:ext>
            </a:extLst>
          </p:cNvPr>
          <p:cNvSpPr>
            <a:spLocks noGrp="1"/>
          </p:cNvSpPr>
          <p:nvPr/>
        </p:nvSpPr>
        <p:spPr>
          <a:xfrm>
            <a:off x="2879990" y="1921035"/>
            <a:ext cx="127" cy="25444"/>
          </a:xfrm>
          <a:custGeom>
            <a:pathLst>
              <a:path w="95" h="38100">
                <a:moveTo>
                  <a:pt x="0" y="0"/>
                </a:moveTo>
                <a:lnTo>
                  <a:pt x="0" y="38100"/>
                </a:lnTo>
              </a:path>
            </a:pathLst>
          </a:custGeom>
          <a:noFill/>
          <a:ln w="7620">
            <a:solidFill>
              <a:srgbClr val="7B8790"/>
            </a:solidFill>
            <a:prstDash val="solid"/>
          </a:ln>
        </p:spPr>
      </p:sp>
      <p:sp>
        <p:nvSpPr>
          <p:cNvPr id="35" name="text_034">
            <a:extLst>
              <a:ext uri="{FF2B5EF4-FFF2-40B4-BE49-F238E27FC236}">
                <ns2:creationId id="{B0CDB234-5121-4ED5-8BD0-F608DF60034E}"/>
              </a:ext>
            </a:extLst>
          </p:cNvPr>
          <p:cNvSpPr>
            <a:spLocks noGrp="1"/>
          </p:cNvSpPr>
          <p:nvPr/>
        </p:nvSpPr>
        <p:spPr>
          <a:xfrm rot="0">
            <a:off x="2624814" y="1959202"/>
            <a:ext cx="510352" cy="139943"/>
          </a:xfrm>
          <a:prstGeom prst="rect">
            <a:avLst/>
          </a:prstGeom>
          <a:noFill/>
          <a:ln w="0">
            <a:noFill/>
            <a:prstDash val="solid"/>
          </a:ln>
        </p:spPr>
        <p:txBody>
          <a:bodyPr wrap="none" lIns="0" tIns="0" rIns="0" bIns="0" anchor="t">
            <a:noAutofit/>
          </a:bodyPr>
          <a:lstStyle>
            <a:defPPr algn="ctr">
              <a:defRPr sz="1350" b="0">
                <a:solidFill>
                  <a:srgbClr val="000000"/>
                </a:solidFill>
                <a:latin typeface="Arial"/>
                <a:ea typeface="Arial"/>
                <a:cs typeface="Arial"/>
              </a:defRPr>
            </a:defPPr>
            <a:lvl1pPr algn="ctr">
              <a:defRPr sz="1350" b="0">
                <a:solidFill>
                  <a:srgbClr val="000000"/>
                </a:solidFill>
                <a:latin typeface="Arial"/>
                <a:ea typeface="Arial"/>
                <a:cs typeface="Arial"/>
              </a:defRPr>
            </a:lvl1pPr>
            <a:lvl2pPr algn="ctr">
              <a:defRPr sz="1350" b="0">
                <a:solidFill>
                  <a:srgbClr val="000000"/>
                </a:solidFill>
                <a:latin typeface="Arial"/>
                <a:ea typeface="Arial"/>
                <a:cs typeface="Arial"/>
              </a:defRPr>
            </a:lvl2pPr>
            <a:lvl3pPr algn="ctr">
              <a:defRPr sz="1350" b="0">
                <a:solidFill>
                  <a:srgbClr val="000000"/>
                </a:solidFill>
                <a:latin typeface="Arial"/>
                <a:ea typeface="Arial"/>
                <a:cs typeface="Arial"/>
              </a:defRPr>
            </a:lvl3pPr>
            <a:lvl4pPr algn="ctr">
              <a:defRPr sz="1350" b="0">
                <a:solidFill>
                  <a:srgbClr val="000000"/>
                </a:solidFill>
                <a:latin typeface="Arial"/>
                <a:ea typeface="Arial"/>
                <a:cs typeface="Arial"/>
              </a:defRPr>
            </a:lvl4pPr>
            <a:lvl5pPr algn="ctr">
              <a:defRPr sz="1350" b="0">
                <a:solidFill>
                  <a:srgbClr val="000000"/>
                </a:solidFill>
                <a:latin typeface="Arial"/>
                <a:ea typeface="Arial"/>
                <a:cs typeface="Arial"/>
              </a:defRPr>
            </a:lvl5pPr>
            <a:lvl6pPr algn="ctr">
              <a:defRPr sz="1350" b="0">
                <a:solidFill>
                  <a:srgbClr val="000000"/>
                </a:solidFill>
                <a:latin typeface="Arial"/>
                <a:ea typeface="Arial"/>
                <a:cs typeface="Arial"/>
              </a:defRPr>
            </a:lvl6pPr>
            <a:lvl7pPr algn="ctr">
              <a:defRPr sz="1350" b="0">
                <a:solidFill>
                  <a:srgbClr val="000000"/>
                </a:solidFill>
                <a:latin typeface="Arial"/>
                <a:ea typeface="Arial"/>
                <a:cs typeface="Arial"/>
              </a:defRPr>
            </a:lvl7pPr>
            <a:lvl8pPr algn="ctr">
              <a:defRPr sz="1350" b="0">
                <a:solidFill>
                  <a:srgbClr val="000000"/>
                </a:solidFill>
                <a:latin typeface="Arial"/>
                <a:ea typeface="Arial"/>
                <a:cs typeface="Arial"/>
              </a:defRPr>
            </a:lvl8pPr>
            <a:lvl9pPr algn="ctr">
              <a:defRPr sz="1350" b="0">
                <a:solidFill>
                  <a:srgbClr val="000000"/>
                </a:solidFill>
                <a:latin typeface="Arial"/>
                <a:ea typeface="Arial"/>
                <a:cs typeface="Arial"/>
              </a:defRPr>
            </a:lvl9pPr>
          </a:lstStyle>
          <a:p>
            <a:pPr algn="ctr">
              <a:defRPr sz="1350" b="0">
                <a:solidFill>
                  <a:srgbClr val="000000"/>
                </a:solidFill>
                <a:latin typeface="Arial"/>
                <a:ea typeface="Arial"/>
                <a:cs typeface="Arial"/>
              </a:defRPr>
            </a:pPr>
            <a:r>
              <a:rPr sz="1350" b="0">
                <a:solidFill>
                  <a:srgbClr val="000000"/>
                </a:solidFill>
                <a:latin typeface="Arial"/>
                <a:ea typeface="Arial"/>
                <a:cs typeface="Arial"/>
              </a:rPr>
              <a:t>0</a:t>
            </a:r>
          </a:p>
        </p:txBody>
      </p:sp>
      <p:sp>
        <p:nvSpPr>
          <p:cNvPr id="36" name="line_035">
            <a:extLst>
              <a:ext uri="{FF2B5EF4-FFF2-40B4-BE49-F238E27FC236}">
                <ns2:creationId id="{4F23F330-F017-4795-952C-A4DCE89243A9}"/>
              </a:ext>
            </a:extLst>
          </p:cNvPr>
          <p:cNvSpPr>
            <a:spLocks noGrp="1"/>
          </p:cNvSpPr>
          <p:nvPr/>
        </p:nvSpPr>
        <p:spPr>
          <a:xfrm>
            <a:off x="3903731" y="1921035"/>
            <a:ext cx="127" cy="25444"/>
          </a:xfrm>
          <a:custGeom>
            <a:pathLst>
              <a:path w="95" h="38100">
                <a:moveTo>
                  <a:pt x="0" y="0"/>
                </a:moveTo>
                <a:lnTo>
                  <a:pt x="0" y="38100"/>
                </a:lnTo>
              </a:path>
            </a:pathLst>
          </a:custGeom>
          <a:noFill/>
          <a:ln w="7620">
            <a:solidFill>
              <a:srgbClr val="7B8790"/>
            </a:solidFill>
            <a:prstDash val="solid"/>
          </a:ln>
        </p:spPr>
      </p:sp>
      <p:sp>
        <p:nvSpPr>
          <p:cNvPr id="37" name="text_036">
            <a:extLst>
              <a:ext uri="{FF2B5EF4-FFF2-40B4-BE49-F238E27FC236}">
                <ns2:creationId id="{EDD1A34C-8A03-4235-9258-1F011F506450}"/>
              </a:ext>
            </a:extLst>
          </p:cNvPr>
          <p:cNvSpPr>
            <a:spLocks noGrp="1"/>
          </p:cNvSpPr>
          <p:nvPr/>
        </p:nvSpPr>
        <p:spPr>
          <a:xfrm rot="0">
            <a:off x="3648555" y="1959202"/>
            <a:ext cx="510352" cy="139943"/>
          </a:xfrm>
          <a:prstGeom prst="rect">
            <a:avLst/>
          </a:prstGeom>
          <a:noFill/>
          <a:ln w="0">
            <a:noFill/>
            <a:prstDash val="solid"/>
          </a:ln>
        </p:spPr>
        <p:txBody>
          <a:bodyPr wrap="none" lIns="0" tIns="0" rIns="0" bIns="0" anchor="t">
            <a:noAutofit/>
          </a:bodyPr>
          <a:lstStyle>
            <a:defPPr algn="ctr">
              <a:defRPr sz="1350" b="0">
                <a:solidFill>
                  <a:srgbClr val="000000"/>
                </a:solidFill>
                <a:latin typeface="Arial"/>
                <a:ea typeface="Arial"/>
                <a:cs typeface="Arial"/>
              </a:defRPr>
            </a:defPPr>
            <a:lvl1pPr algn="ctr">
              <a:defRPr sz="1350" b="0">
                <a:solidFill>
                  <a:srgbClr val="000000"/>
                </a:solidFill>
                <a:latin typeface="Arial"/>
                <a:ea typeface="Arial"/>
                <a:cs typeface="Arial"/>
              </a:defRPr>
            </a:lvl1pPr>
            <a:lvl2pPr algn="ctr">
              <a:defRPr sz="1350" b="0">
                <a:solidFill>
                  <a:srgbClr val="000000"/>
                </a:solidFill>
                <a:latin typeface="Arial"/>
                <a:ea typeface="Arial"/>
                <a:cs typeface="Arial"/>
              </a:defRPr>
            </a:lvl2pPr>
            <a:lvl3pPr algn="ctr">
              <a:defRPr sz="1350" b="0">
                <a:solidFill>
                  <a:srgbClr val="000000"/>
                </a:solidFill>
                <a:latin typeface="Arial"/>
                <a:ea typeface="Arial"/>
                <a:cs typeface="Arial"/>
              </a:defRPr>
            </a:lvl3pPr>
            <a:lvl4pPr algn="ctr">
              <a:defRPr sz="1350" b="0">
                <a:solidFill>
                  <a:srgbClr val="000000"/>
                </a:solidFill>
                <a:latin typeface="Arial"/>
                <a:ea typeface="Arial"/>
                <a:cs typeface="Arial"/>
              </a:defRPr>
            </a:lvl4pPr>
            <a:lvl5pPr algn="ctr">
              <a:defRPr sz="1350" b="0">
                <a:solidFill>
                  <a:srgbClr val="000000"/>
                </a:solidFill>
                <a:latin typeface="Arial"/>
                <a:ea typeface="Arial"/>
                <a:cs typeface="Arial"/>
              </a:defRPr>
            </a:lvl5pPr>
            <a:lvl6pPr algn="ctr">
              <a:defRPr sz="1350" b="0">
                <a:solidFill>
                  <a:srgbClr val="000000"/>
                </a:solidFill>
                <a:latin typeface="Arial"/>
                <a:ea typeface="Arial"/>
                <a:cs typeface="Arial"/>
              </a:defRPr>
            </a:lvl6pPr>
            <a:lvl7pPr algn="ctr">
              <a:defRPr sz="1350" b="0">
                <a:solidFill>
                  <a:srgbClr val="000000"/>
                </a:solidFill>
                <a:latin typeface="Arial"/>
                <a:ea typeface="Arial"/>
                <a:cs typeface="Arial"/>
              </a:defRPr>
            </a:lvl7pPr>
            <a:lvl8pPr algn="ctr">
              <a:defRPr sz="1350" b="0">
                <a:solidFill>
                  <a:srgbClr val="000000"/>
                </a:solidFill>
                <a:latin typeface="Arial"/>
                <a:ea typeface="Arial"/>
                <a:cs typeface="Arial"/>
              </a:defRPr>
            </a:lvl8pPr>
            <a:lvl9pPr algn="ctr">
              <a:defRPr sz="1350" b="0">
                <a:solidFill>
                  <a:srgbClr val="000000"/>
                </a:solidFill>
                <a:latin typeface="Arial"/>
                <a:ea typeface="Arial"/>
                <a:cs typeface="Arial"/>
              </a:defRPr>
            </a:lvl9pPr>
          </a:lstStyle>
          <a:p>
            <a:pPr algn="ctr">
              <a:defRPr sz="1350" b="0">
                <a:solidFill>
                  <a:srgbClr val="000000"/>
                </a:solidFill>
                <a:latin typeface="Arial"/>
                <a:ea typeface="Arial"/>
                <a:cs typeface="Arial"/>
              </a:defRPr>
            </a:pPr>
            <a:r>
              <a:rPr sz="1350" b="0">
                <a:solidFill>
                  <a:srgbClr val="000000"/>
                </a:solidFill>
                <a:latin typeface="Arial"/>
                <a:ea typeface="Arial"/>
                <a:cs typeface="Arial"/>
              </a:rPr>
              <a:t>1</a:t>
            </a:r>
          </a:p>
        </p:txBody>
      </p:sp>
      <p:sp>
        <p:nvSpPr>
          <p:cNvPr id="38" name="line_037">
            <a:extLst>
              <a:ext uri="{FF2B5EF4-FFF2-40B4-BE49-F238E27FC236}">
                <ns2:creationId id="{88A9C42A-0B03-4E63-8BE3-56A81C8A6C86}"/>
              </a:ext>
            </a:extLst>
          </p:cNvPr>
          <p:cNvSpPr>
            <a:spLocks noGrp="1"/>
          </p:cNvSpPr>
          <p:nvPr/>
        </p:nvSpPr>
        <p:spPr>
          <a:xfrm>
            <a:off x="4927472" y="1921035"/>
            <a:ext cx="127" cy="25444"/>
          </a:xfrm>
          <a:custGeom>
            <a:pathLst>
              <a:path w="95" h="38100">
                <a:moveTo>
                  <a:pt x="0" y="0"/>
                </a:moveTo>
                <a:lnTo>
                  <a:pt x="0" y="38100"/>
                </a:lnTo>
              </a:path>
            </a:pathLst>
          </a:custGeom>
          <a:noFill/>
          <a:ln w="7620">
            <a:solidFill>
              <a:srgbClr val="7B8790"/>
            </a:solidFill>
            <a:prstDash val="solid"/>
          </a:ln>
        </p:spPr>
      </p:sp>
      <p:sp>
        <p:nvSpPr>
          <p:cNvPr id="39" name="text_038">
            <a:extLst>
              <a:ext uri="{FF2B5EF4-FFF2-40B4-BE49-F238E27FC236}">
                <ns2:creationId id="{0F71FB9F-6685-48C0-B908-9A079F0FBFB8}"/>
              </a:ext>
            </a:extLst>
          </p:cNvPr>
          <p:cNvSpPr>
            <a:spLocks noGrp="1"/>
          </p:cNvSpPr>
          <p:nvPr/>
        </p:nvSpPr>
        <p:spPr>
          <a:xfrm rot="0">
            <a:off x="4672297" y="1959202"/>
            <a:ext cx="510352" cy="139943"/>
          </a:xfrm>
          <a:prstGeom prst="rect">
            <a:avLst/>
          </a:prstGeom>
          <a:noFill/>
          <a:ln w="0">
            <a:noFill/>
            <a:prstDash val="solid"/>
          </a:ln>
        </p:spPr>
        <p:txBody>
          <a:bodyPr wrap="none" lIns="0" tIns="0" rIns="0" bIns="0" anchor="t">
            <a:noAutofit/>
          </a:bodyPr>
          <a:lstStyle>
            <a:defPPr algn="ctr">
              <a:defRPr sz="1350" b="0">
                <a:solidFill>
                  <a:srgbClr val="000000"/>
                </a:solidFill>
                <a:latin typeface="Arial"/>
                <a:ea typeface="Arial"/>
                <a:cs typeface="Arial"/>
              </a:defRPr>
            </a:defPPr>
            <a:lvl1pPr algn="ctr">
              <a:defRPr sz="1350" b="0">
                <a:solidFill>
                  <a:srgbClr val="000000"/>
                </a:solidFill>
                <a:latin typeface="Arial"/>
                <a:ea typeface="Arial"/>
                <a:cs typeface="Arial"/>
              </a:defRPr>
            </a:lvl1pPr>
            <a:lvl2pPr algn="ctr">
              <a:defRPr sz="1350" b="0">
                <a:solidFill>
                  <a:srgbClr val="000000"/>
                </a:solidFill>
                <a:latin typeface="Arial"/>
                <a:ea typeface="Arial"/>
                <a:cs typeface="Arial"/>
              </a:defRPr>
            </a:lvl2pPr>
            <a:lvl3pPr algn="ctr">
              <a:defRPr sz="1350" b="0">
                <a:solidFill>
                  <a:srgbClr val="000000"/>
                </a:solidFill>
                <a:latin typeface="Arial"/>
                <a:ea typeface="Arial"/>
                <a:cs typeface="Arial"/>
              </a:defRPr>
            </a:lvl3pPr>
            <a:lvl4pPr algn="ctr">
              <a:defRPr sz="1350" b="0">
                <a:solidFill>
                  <a:srgbClr val="000000"/>
                </a:solidFill>
                <a:latin typeface="Arial"/>
                <a:ea typeface="Arial"/>
                <a:cs typeface="Arial"/>
              </a:defRPr>
            </a:lvl4pPr>
            <a:lvl5pPr algn="ctr">
              <a:defRPr sz="1350" b="0">
                <a:solidFill>
                  <a:srgbClr val="000000"/>
                </a:solidFill>
                <a:latin typeface="Arial"/>
                <a:ea typeface="Arial"/>
                <a:cs typeface="Arial"/>
              </a:defRPr>
            </a:lvl5pPr>
            <a:lvl6pPr algn="ctr">
              <a:defRPr sz="1350" b="0">
                <a:solidFill>
                  <a:srgbClr val="000000"/>
                </a:solidFill>
                <a:latin typeface="Arial"/>
                <a:ea typeface="Arial"/>
                <a:cs typeface="Arial"/>
              </a:defRPr>
            </a:lvl6pPr>
            <a:lvl7pPr algn="ctr">
              <a:defRPr sz="1350" b="0">
                <a:solidFill>
                  <a:srgbClr val="000000"/>
                </a:solidFill>
                <a:latin typeface="Arial"/>
                <a:ea typeface="Arial"/>
                <a:cs typeface="Arial"/>
              </a:defRPr>
            </a:lvl7pPr>
            <a:lvl8pPr algn="ctr">
              <a:defRPr sz="1350" b="0">
                <a:solidFill>
                  <a:srgbClr val="000000"/>
                </a:solidFill>
                <a:latin typeface="Arial"/>
                <a:ea typeface="Arial"/>
                <a:cs typeface="Arial"/>
              </a:defRPr>
            </a:lvl8pPr>
            <a:lvl9pPr algn="ctr">
              <a:defRPr sz="1350" b="0">
                <a:solidFill>
                  <a:srgbClr val="000000"/>
                </a:solidFill>
                <a:latin typeface="Arial"/>
                <a:ea typeface="Arial"/>
                <a:cs typeface="Arial"/>
              </a:defRPr>
            </a:lvl9pPr>
          </a:lstStyle>
          <a:p>
            <a:pPr algn="ctr">
              <a:defRPr sz="1350" b="0">
                <a:solidFill>
                  <a:srgbClr val="000000"/>
                </a:solidFill>
                <a:latin typeface="Arial"/>
                <a:ea typeface="Arial"/>
                <a:cs typeface="Arial"/>
              </a:defRPr>
            </a:pPr>
            <a:r>
              <a:rPr sz="1350" b="0">
                <a:solidFill>
                  <a:srgbClr val="000000"/>
                </a:solidFill>
                <a:latin typeface="Arial"/>
                <a:ea typeface="Arial"/>
                <a:cs typeface="Arial"/>
              </a:rPr>
              <a:t>2</a:t>
            </a:r>
          </a:p>
        </p:txBody>
      </p:sp>
      <p:sp>
        <p:nvSpPr>
          <p:cNvPr id="40" name="text_039">
            <a:extLst>
              <a:ext uri="{FF2B5EF4-FFF2-40B4-BE49-F238E27FC236}">
                <ns2:creationId id="{08DEFF67-DABD-4D8A-AB24-B726D65E263F}"/>
              </a:ext>
            </a:extLst>
          </p:cNvPr>
          <p:cNvSpPr>
            <a:spLocks noGrp="1"/>
          </p:cNvSpPr>
          <p:nvPr/>
        </p:nvSpPr>
        <p:spPr>
          <a:xfrm rot="0">
            <a:off x="730133" y="2111867"/>
            <a:ext cx="4299715" cy="152665"/>
          </a:xfrm>
          <a:prstGeom prst="rect">
            <a:avLst/>
          </a:prstGeom>
          <a:noFill/>
          <a:ln w="0">
            <a:noFill/>
            <a:prstDash val="solid"/>
          </a:ln>
        </p:spPr>
        <p:txBody>
          <a:bodyPr wrap="none" lIns="0" tIns="0" rIns="0" bIns="0" anchor="t">
            <a:noAutofit/>
          </a:bodyPr>
          <a:lstStyle>
            <a:defPPr algn="ctr">
              <a:defRPr sz="1350" b="0">
                <a:solidFill>
                  <a:srgbClr val="000000"/>
                </a:solidFill>
                <a:latin typeface="Arial"/>
                <a:ea typeface="Arial"/>
                <a:cs typeface="Arial"/>
              </a:defRPr>
            </a:defPPr>
            <a:lvl1pPr algn="ctr">
              <a:defRPr sz="1350" b="0">
                <a:solidFill>
                  <a:srgbClr val="000000"/>
                </a:solidFill>
                <a:latin typeface="Arial"/>
                <a:ea typeface="Arial"/>
                <a:cs typeface="Arial"/>
              </a:defRPr>
            </a:lvl1pPr>
            <a:lvl2pPr algn="ctr">
              <a:defRPr sz="1350" b="0">
                <a:solidFill>
                  <a:srgbClr val="000000"/>
                </a:solidFill>
                <a:latin typeface="Arial"/>
                <a:ea typeface="Arial"/>
                <a:cs typeface="Arial"/>
              </a:defRPr>
            </a:lvl2pPr>
            <a:lvl3pPr algn="ctr">
              <a:defRPr sz="1350" b="0">
                <a:solidFill>
                  <a:srgbClr val="000000"/>
                </a:solidFill>
                <a:latin typeface="Arial"/>
                <a:ea typeface="Arial"/>
                <a:cs typeface="Arial"/>
              </a:defRPr>
            </a:lvl3pPr>
            <a:lvl4pPr algn="ctr">
              <a:defRPr sz="1350" b="0">
                <a:solidFill>
                  <a:srgbClr val="000000"/>
                </a:solidFill>
                <a:latin typeface="Arial"/>
                <a:ea typeface="Arial"/>
                <a:cs typeface="Arial"/>
              </a:defRPr>
            </a:lvl4pPr>
            <a:lvl5pPr algn="ctr">
              <a:defRPr sz="1350" b="0">
                <a:solidFill>
                  <a:srgbClr val="000000"/>
                </a:solidFill>
                <a:latin typeface="Arial"/>
                <a:ea typeface="Arial"/>
                <a:cs typeface="Arial"/>
              </a:defRPr>
            </a:lvl5pPr>
            <a:lvl6pPr algn="ctr">
              <a:defRPr sz="1350" b="0">
                <a:solidFill>
                  <a:srgbClr val="000000"/>
                </a:solidFill>
                <a:latin typeface="Arial"/>
                <a:ea typeface="Arial"/>
                <a:cs typeface="Arial"/>
              </a:defRPr>
            </a:lvl6pPr>
            <a:lvl7pPr algn="ctr">
              <a:defRPr sz="1350" b="0">
                <a:solidFill>
                  <a:srgbClr val="000000"/>
                </a:solidFill>
                <a:latin typeface="Arial"/>
                <a:ea typeface="Arial"/>
                <a:cs typeface="Arial"/>
              </a:defRPr>
            </a:lvl7pPr>
            <a:lvl8pPr algn="ctr">
              <a:defRPr sz="1350" b="0">
                <a:solidFill>
                  <a:srgbClr val="000000"/>
                </a:solidFill>
                <a:latin typeface="Arial"/>
                <a:ea typeface="Arial"/>
                <a:cs typeface="Arial"/>
              </a:defRPr>
            </a:lvl8pPr>
            <a:lvl9pPr algn="ctr">
              <a:defRPr sz="1350" b="0">
                <a:solidFill>
                  <a:srgbClr val="000000"/>
                </a:solidFill>
                <a:latin typeface="Arial"/>
                <a:ea typeface="Arial"/>
                <a:cs typeface="Arial"/>
              </a:defRPr>
            </a:lvl9pPr>
          </a:lstStyle>
          <a:p>
            <a:pPr algn="ctr">
              <a:defRPr sz="1350" b="0">
                <a:solidFill>
                  <a:srgbClr val="000000"/>
                </a:solidFill>
                <a:latin typeface="Arial"/>
                <a:ea typeface="Arial"/>
                <a:cs typeface="Arial"/>
              </a:defRPr>
            </a:pPr>
            <a:r>
              <a:rPr sz="1350" b="0">
                <a:solidFill>
                  <a:srgbClr val="000000"/>
                </a:solidFill>
                <a:latin typeface="Arial"/>
                <a:ea typeface="Arial"/>
                <a:cs typeface="Arial"/>
              </a:rPr>
              <a:t>Section z (bohr)</a:t>
            </a:r>
          </a:p>
        </p:txBody>
      </p:sp>
      <p:sp>
        <p:nvSpPr>
          <p:cNvPr id="41" name="text_040">
            <a:extLst>
              <a:ext uri="{FF2B5EF4-FFF2-40B4-BE49-F238E27FC236}">
                <ns2:creationId id="{26995DD1-D47D-40B7-9F49-119A9A83A207}"/>
              </a:ext>
            </a:extLst>
          </p:cNvPr>
          <p:cNvSpPr>
            <a:spLocks noGrp="1"/>
          </p:cNvSpPr>
          <p:nvPr/>
        </p:nvSpPr>
        <p:spPr>
          <a:xfrm rot="0">
            <a:off x="5767270" y="57250"/>
            <a:ext cx="5000625" cy="190832"/>
          </a:xfrm>
          <a:prstGeom prst="rect">
            <a:avLst/>
          </a:prstGeom>
          <a:noFill/>
          <a:ln w="0">
            <a:noFill/>
            <a:prstDash val="solid"/>
          </a:ln>
        </p:spPr>
        <p:txBody>
          <a:bodyPr wrap="none" lIns="0" tIns="0" rIns="0" bIns="0" anchor="t">
            <a:noAutofit/>
          </a:bodyPr>
          <a:lstStyle>
            <a:defPPr algn="l">
              <a:defRPr sz="1950" b="1">
                <a:solidFill>
                  <a:srgbClr val="000000"/>
                </a:solidFill>
                <a:latin typeface="Arial"/>
                <a:ea typeface="Arial"/>
                <a:cs typeface="Arial"/>
              </a:defRPr>
            </a:defPPr>
            <a:lvl1pPr algn="l">
              <a:defRPr sz="1950" b="1">
                <a:solidFill>
                  <a:srgbClr val="000000"/>
                </a:solidFill>
                <a:latin typeface="Arial"/>
                <a:ea typeface="Arial"/>
                <a:cs typeface="Arial"/>
              </a:defRPr>
            </a:lvl1pPr>
            <a:lvl2pPr algn="l">
              <a:defRPr sz="1950" b="1">
                <a:solidFill>
                  <a:srgbClr val="000000"/>
                </a:solidFill>
                <a:latin typeface="Arial"/>
                <a:ea typeface="Arial"/>
                <a:cs typeface="Arial"/>
              </a:defRPr>
            </a:lvl2pPr>
            <a:lvl3pPr algn="l">
              <a:defRPr sz="1950" b="1">
                <a:solidFill>
                  <a:srgbClr val="000000"/>
                </a:solidFill>
                <a:latin typeface="Arial"/>
                <a:ea typeface="Arial"/>
                <a:cs typeface="Arial"/>
              </a:defRPr>
            </a:lvl3pPr>
            <a:lvl4pPr algn="l">
              <a:defRPr sz="1950" b="1">
                <a:solidFill>
                  <a:srgbClr val="000000"/>
                </a:solidFill>
                <a:latin typeface="Arial"/>
                <a:ea typeface="Arial"/>
                <a:cs typeface="Arial"/>
              </a:defRPr>
            </a:lvl4pPr>
            <a:lvl5pPr algn="l">
              <a:defRPr sz="1950" b="1">
                <a:solidFill>
                  <a:srgbClr val="000000"/>
                </a:solidFill>
                <a:latin typeface="Arial"/>
                <a:ea typeface="Arial"/>
                <a:cs typeface="Arial"/>
              </a:defRPr>
            </a:lvl5pPr>
            <a:lvl6pPr algn="l">
              <a:defRPr sz="1950" b="1">
                <a:solidFill>
                  <a:srgbClr val="000000"/>
                </a:solidFill>
                <a:latin typeface="Arial"/>
                <a:ea typeface="Arial"/>
                <a:cs typeface="Arial"/>
              </a:defRPr>
            </a:lvl6pPr>
            <a:lvl7pPr algn="l">
              <a:defRPr sz="1950" b="1">
                <a:solidFill>
                  <a:srgbClr val="000000"/>
                </a:solidFill>
                <a:latin typeface="Arial"/>
                <a:ea typeface="Arial"/>
                <a:cs typeface="Arial"/>
              </a:defRPr>
            </a:lvl7pPr>
            <a:lvl8pPr algn="l">
              <a:defRPr sz="1950" b="1">
                <a:solidFill>
                  <a:srgbClr val="000000"/>
                </a:solidFill>
                <a:latin typeface="Arial"/>
                <a:ea typeface="Arial"/>
                <a:cs typeface="Arial"/>
              </a:defRPr>
            </a:lvl8pPr>
            <a:lvl9pPr algn="l">
              <a:defRPr sz="1950" b="1">
                <a:solidFill>
                  <a:srgbClr val="000000"/>
                </a:solidFill>
                <a:latin typeface="Arial"/>
                <a:ea typeface="Arial"/>
                <a:cs typeface="Arial"/>
              </a:defRPr>
            </a:lvl9pPr>
          </a:lstStyle>
          <a:p>
            <a:pPr algn="l">
              <a:defRPr sz="1950" b="1">
                <a:solidFill>
                  <a:srgbClr val="000000"/>
                </a:solidFill>
                <a:latin typeface="Arial"/>
                <a:ea typeface="Arial"/>
                <a:cs typeface="Arial"/>
              </a:defRPr>
            </a:pPr>
            <a:r>
              <a:rPr sz="1950" b="1">
                <a:solidFill>
                  <a:srgbClr val="000000"/>
                </a:solidFill>
                <a:latin typeface="Arial"/>
                <a:ea typeface="Arial"/>
                <a:cs typeface="Arial"/>
              </a:rPr>
              <a:t>(b) RG-MTM-R</a:t>
            </a:r>
          </a:p>
        </p:txBody>
      </p:sp>
      <p:pic>
        <p:nvPicPr>
          <p:cNvPr id="42" name="">
            <a:extLst>
              <a:ext uri="{FF2B5EF4-FFF2-40B4-BE49-F238E27FC236}">
                <ns2:creationId id="{2C6C8430-A371-4E01-A108-61FFC06ED227}"/>
              </a:ext>
            </a:extLst>
          </p:cNvPr>
          <p:cNvPicPr>
            <a:picLocks noChangeAspect="1"/>
          </p:cNvPicPr>
          <p:nvPr/>
        </p:nvPicPr>
        <p:blipFill>
          <a:blip ns3:embed="R407d650ddf1440f5"/>
          <a:stretch/>
        </p:blipFill>
        <p:spPr>
          <a:xfrm>
            <a:off x="6111758" y="362580"/>
            <a:ext cx="4299715" cy="1558455"/>
          </a:xfrm>
          <a:prstGeom prst="rect">
            <a:avLst/>
          </a:prstGeom>
        </p:spPr>
      </p:pic>
      <p:sp>
        <p:nvSpPr>
          <p:cNvPr id="44" name="line_043">
            <a:extLst>
              <a:ext uri="{FF2B5EF4-FFF2-40B4-BE49-F238E27FC236}">
                <ns2:creationId id="{0D665376-1005-4D0A-950D-D0A534D8B805}"/>
              </a:ext>
            </a:extLst>
          </p:cNvPr>
          <p:cNvSpPr>
            <a:spLocks noGrp="1"/>
          </p:cNvSpPr>
          <p:nvPr/>
        </p:nvSpPr>
        <p:spPr>
          <a:xfrm>
            <a:off x="6060722" y="1921035"/>
            <a:ext cx="51035" cy="63"/>
          </a:xfrm>
          <a:custGeom>
            <a:pathLst>
              <a:path w="38100" h="95">
                <a:moveTo>
                  <a:pt x="0" y="0"/>
                </a:moveTo>
                <a:lnTo>
                  <a:pt x="38100" y="0"/>
                </a:lnTo>
              </a:path>
            </a:pathLst>
          </a:custGeom>
          <a:noFill/>
          <a:ln w="7620">
            <a:solidFill>
              <a:srgbClr val="7B8790"/>
            </a:solidFill>
            <a:prstDash val="solid"/>
          </a:ln>
        </p:spPr>
      </p:sp>
      <p:sp>
        <p:nvSpPr>
          <p:cNvPr id="45" name="text_044">
            <a:extLst>
              <a:ext uri="{FF2B5EF4-FFF2-40B4-BE49-F238E27FC236}">
                <ns2:creationId id="{DA8893A5-95C0-4E33-AB6C-09F2F4A0A31E}"/>
              </a:ext>
            </a:extLst>
          </p:cNvPr>
          <p:cNvSpPr>
            <a:spLocks noGrp="1"/>
          </p:cNvSpPr>
          <p:nvPr/>
        </p:nvSpPr>
        <p:spPr>
          <a:xfrm rot="0">
            <a:off x="5703476" y="1857424"/>
            <a:ext cx="318970" cy="139943"/>
          </a:xfrm>
          <a:prstGeom prst="rect">
            <a:avLst/>
          </a:prstGeom>
          <a:noFill/>
          <a:ln w="0">
            <a:noFill/>
            <a:prstDash val="solid"/>
          </a:ln>
        </p:spPr>
        <p:txBody>
          <a:bodyPr wrap="none" lIns="0" tIns="0" rIns="0" bIns="0" anchor="t">
            <a:noAutofit/>
          </a:bodyPr>
          <a:lstStyle>
            <a:defPPr algn="r">
              <a:defRPr sz="1350" b="0">
                <a:solidFill>
                  <a:srgbClr val="000000"/>
                </a:solidFill>
                <a:latin typeface="Arial"/>
                <a:ea typeface="Arial"/>
                <a:cs typeface="Arial"/>
              </a:defRPr>
            </a:defPPr>
            <a:lvl1pPr algn="r">
              <a:defRPr sz="1350" b="0">
                <a:solidFill>
                  <a:srgbClr val="000000"/>
                </a:solidFill>
                <a:latin typeface="Arial"/>
                <a:ea typeface="Arial"/>
                <a:cs typeface="Arial"/>
              </a:defRPr>
            </a:lvl1pPr>
            <a:lvl2pPr algn="r">
              <a:defRPr sz="1350" b="0">
                <a:solidFill>
                  <a:srgbClr val="000000"/>
                </a:solidFill>
                <a:latin typeface="Arial"/>
                <a:ea typeface="Arial"/>
                <a:cs typeface="Arial"/>
              </a:defRPr>
            </a:lvl2pPr>
            <a:lvl3pPr algn="r">
              <a:defRPr sz="1350" b="0">
                <a:solidFill>
                  <a:srgbClr val="000000"/>
                </a:solidFill>
                <a:latin typeface="Arial"/>
                <a:ea typeface="Arial"/>
                <a:cs typeface="Arial"/>
              </a:defRPr>
            </a:lvl3pPr>
            <a:lvl4pPr algn="r">
              <a:defRPr sz="1350" b="0">
                <a:solidFill>
                  <a:srgbClr val="000000"/>
                </a:solidFill>
                <a:latin typeface="Arial"/>
                <a:ea typeface="Arial"/>
                <a:cs typeface="Arial"/>
              </a:defRPr>
            </a:lvl4pPr>
            <a:lvl5pPr algn="r">
              <a:defRPr sz="1350" b="0">
                <a:solidFill>
                  <a:srgbClr val="000000"/>
                </a:solidFill>
                <a:latin typeface="Arial"/>
                <a:ea typeface="Arial"/>
                <a:cs typeface="Arial"/>
              </a:defRPr>
            </a:lvl5pPr>
            <a:lvl6pPr algn="r">
              <a:defRPr sz="1350" b="0">
                <a:solidFill>
                  <a:srgbClr val="000000"/>
                </a:solidFill>
                <a:latin typeface="Arial"/>
                <a:ea typeface="Arial"/>
                <a:cs typeface="Arial"/>
              </a:defRPr>
            </a:lvl6pPr>
            <a:lvl7pPr algn="r">
              <a:defRPr sz="1350" b="0">
                <a:solidFill>
                  <a:srgbClr val="000000"/>
                </a:solidFill>
                <a:latin typeface="Arial"/>
                <a:ea typeface="Arial"/>
                <a:cs typeface="Arial"/>
              </a:defRPr>
            </a:lvl7pPr>
            <a:lvl8pPr algn="r">
              <a:defRPr sz="1350" b="0">
                <a:solidFill>
                  <a:srgbClr val="000000"/>
                </a:solidFill>
                <a:latin typeface="Arial"/>
                <a:ea typeface="Arial"/>
                <a:cs typeface="Arial"/>
              </a:defRPr>
            </a:lvl8pPr>
            <a:lvl9pPr algn="r">
              <a:defRPr sz="1350" b="0">
                <a:solidFill>
                  <a:srgbClr val="000000"/>
                </a:solidFill>
                <a:latin typeface="Arial"/>
                <a:ea typeface="Arial"/>
                <a:cs typeface="Arial"/>
              </a:defRPr>
            </a:lvl9pPr>
          </a:lstStyle>
          <a:p>
            <a:pPr algn="r">
              <a:defRPr sz="1350" b="0">
                <a:solidFill>
                  <a:srgbClr val="000000"/>
                </a:solidFill>
                <a:latin typeface="Arial"/>
                <a:ea typeface="Arial"/>
                <a:cs typeface="Arial"/>
              </a:defRPr>
            </a:pPr>
            <a:r>
              <a:rPr sz="1350" b="0">
                <a:solidFill>
                  <a:srgbClr val="000000"/>
                </a:solidFill>
                <a:latin typeface="Arial"/>
                <a:ea typeface="Arial"/>
                <a:cs typeface="Arial"/>
              </a:rPr>
              <a:t>0</a:t>
            </a:r>
          </a:p>
        </p:txBody>
      </p:sp>
      <p:sp>
        <p:nvSpPr>
          <p:cNvPr id="46" name="line_045">
            <a:extLst>
              <a:ext uri="{FF2B5EF4-FFF2-40B4-BE49-F238E27FC236}">
                <ns2:creationId id="{7AE0F7E4-DD81-4C40-937E-F14C58E130D8}"/>
              </a:ext>
            </a:extLst>
          </p:cNvPr>
          <p:cNvSpPr>
            <a:spLocks noGrp="1"/>
          </p:cNvSpPr>
          <p:nvPr/>
        </p:nvSpPr>
        <p:spPr>
          <a:xfrm>
            <a:off x="6060722" y="1141808"/>
            <a:ext cx="51035" cy="63"/>
          </a:xfrm>
          <a:custGeom>
            <a:pathLst>
              <a:path w="38100" h="95">
                <a:moveTo>
                  <a:pt x="0" y="0"/>
                </a:moveTo>
                <a:lnTo>
                  <a:pt x="38100" y="0"/>
                </a:lnTo>
              </a:path>
            </a:pathLst>
          </a:custGeom>
          <a:noFill/>
          <a:ln w="7620">
            <a:solidFill>
              <a:srgbClr val="7B8790"/>
            </a:solidFill>
            <a:prstDash val="solid"/>
          </a:ln>
        </p:spPr>
      </p:sp>
      <p:sp>
        <p:nvSpPr>
          <p:cNvPr id="47" name="text_046">
            <a:extLst>
              <a:ext uri="{FF2B5EF4-FFF2-40B4-BE49-F238E27FC236}">
                <ns2:creationId id="{41B9AD45-9B7A-4CE5-8D33-16A3F959631D}"/>
              </a:ext>
            </a:extLst>
          </p:cNvPr>
          <p:cNvSpPr>
            <a:spLocks noGrp="1"/>
          </p:cNvSpPr>
          <p:nvPr/>
        </p:nvSpPr>
        <p:spPr>
          <a:xfrm rot="0">
            <a:off x="5703476" y="1078197"/>
            <a:ext cx="318970" cy="139943"/>
          </a:xfrm>
          <a:prstGeom prst="rect">
            <a:avLst/>
          </a:prstGeom>
          <a:noFill/>
          <a:ln w="0">
            <a:noFill/>
            <a:prstDash val="solid"/>
          </a:ln>
        </p:spPr>
        <p:txBody>
          <a:bodyPr wrap="none" lIns="0" tIns="0" rIns="0" bIns="0" anchor="t">
            <a:noAutofit/>
          </a:bodyPr>
          <a:lstStyle>
            <a:defPPr algn="r">
              <a:defRPr sz="1350" b="0">
                <a:solidFill>
                  <a:srgbClr val="000000"/>
                </a:solidFill>
                <a:latin typeface="Arial"/>
                <a:ea typeface="Arial"/>
                <a:cs typeface="Arial"/>
              </a:defRPr>
            </a:defPPr>
            <a:lvl1pPr algn="r">
              <a:defRPr sz="1350" b="0">
                <a:solidFill>
                  <a:srgbClr val="000000"/>
                </a:solidFill>
                <a:latin typeface="Arial"/>
                <a:ea typeface="Arial"/>
                <a:cs typeface="Arial"/>
              </a:defRPr>
            </a:lvl1pPr>
            <a:lvl2pPr algn="r">
              <a:defRPr sz="1350" b="0">
                <a:solidFill>
                  <a:srgbClr val="000000"/>
                </a:solidFill>
                <a:latin typeface="Arial"/>
                <a:ea typeface="Arial"/>
                <a:cs typeface="Arial"/>
              </a:defRPr>
            </a:lvl2pPr>
            <a:lvl3pPr algn="r">
              <a:defRPr sz="1350" b="0">
                <a:solidFill>
                  <a:srgbClr val="000000"/>
                </a:solidFill>
                <a:latin typeface="Arial"/>
                <a:ea typeface="Arial"/>
                <a:cs typeface="Arial"/>
              </a:defRPr>
            </a:lvl3pPr>
            <a:lvl4pPr algn="r">
              <a:defRPr sz="1350" b="0">
                <a:solidFill>
                  <a:srgbClr val="000000"/>
                </a:solidFill>
                <a:latin typeface="Arial"/>
                <a:ea typeface="Arial"/>
                <a:cs typeface="Arial"/>
              </a:defRPr>
            </a:lvl4pPr>
            <a:lvl5pPr algn="r">
              <a:defRPr sz="1350" b="0">
                <a:solidFill>
                  <a:srgbClr val="000000"/>
                </a:solidFill>
                <a:latin typeface="Arial"/>
                <a:ea typeface="Arial"/>
                <a:cs typeface="Arial"/>
              </a:defRPr>
            </a:lvl5pPr>
            <a:lvl6pPr algn="r">
              <a:defRPr sz="1350" b="0">
                <a:solidFill>
                  <a:srgbClr val="000000"/>
                </a:solidFill>
                <a:latin typeface="Arial"/>
                <a:ea typeface="Arial"/>
                <a:cs typeface="Arial"/>
              </a:defRPr>
            </a:lvl6pPr>
            <a:lvl7pPr algn="r">
              <a:defRPr sz="1350" b="0">
                <a:solidFill>
                  <a:srgbClr val="000000"/>
                </a:solidFill>
                <a:latin typeface="Arial"/>
                <a:ea typeface="Arial"/>
                <a:cs typeface="Arial"/>
              </a:defRPr>
            </a:lvl7pPr>
            <a:lvl8pPr algn="r">
              <a:defRPr sz="1350" b="0">
                <a:solidFill>
                  <a:srgbClr val="000000"/>
                </a:solidFill>
                <a:latin typeface="Arial"/>
                <a:ea typeface="Arial"/>
                <a:cs typeface="Arial"/>
              </a:defRPr>
            </a:lvl8pPr>
            <a:lvl9pPr algn="r">
              <a:defRPr sz="1350" b="0">
                <a:solidFill>
                  <a:srgbClr val="000000"/>
                </a:solidFill>
                <a:latin typeface="Arial"/>
                <a:ea typeface="Arial"/>
                <a:cs typeface="Arial"/>
              </a:defRPr>
            </a:lvl9pPr>
          </a:lstStyle>
          <a:p>
            <a:pPr algn="r">
              <a:defRPr sz="1350" b="0">
                <a:solidFill>
                  <a:srgbClr val="000000"/>
                </a:solidFill>
                <a:latin typeface="Arial"/>
                <a:ea typeface="Arial"/>
                <a:cs typeface="Arial"/>
              </a:defRPr>
            </a:pPr>
            <a:r>
              <a:rPr sz="1350" b="0">
                <a:solidFill>
                  <a:srgbClr val="000000"/>
                </a:solidFill>
                <a:latin typeface="Arial"/>
                <a:ea typeface="Arial"/>
                <a:cs typeface="Arial"/>
              </a:rPr>
              <a:t>0.5</a:t>
            </a:r>
          </a:p>
        </p:txBody>
      </p:sp>
      <p:sp>
        <p:nvSpPr>
          <p:cNvPr id="48" name="line_047">
            <a:extLst>
              <a:ext uri="{FF2B5EF4-FFF2-40B4-BE49-F238E27FC236}">
                <ns2:creationId id="{B7385921-282C-47E6-8F63-5FEDA79DBF5E}"/>
              </a:ext>
            </a:extLst>
          </p:cNvPr>
          <p:cNvSpPr>
            <a:spLocks noGrp="1"/>
          </p:cNvSpPr>
          <p:nvPr/>
        </p:nvSpPr>
        <p:spPr>
          <a:xfrm>
            <a:off x="6060722" y="362580"/>
            <a:ext cx="51035" cy="63"/>
          </a:xfrm>
          <a:custGeom>
            <a:pathLst>
              <a:path w="38100" h="95">
                <a:moveTo>
                  <a:pt x="0" y="0"/>
                </a:moveTo>
                <a:lnTo>
                  <a:pt x="38100" y="0"/>
                </a:lnTo>
              </a:path>
            </a:pathLst>
          </a:custGeom>
          <a:noFill/>
          <a:ln w="7620">
            <a:solidFill>
              <a:srgbClr val="7B8790"/>
            </a:solidFill>
            <a:prstDash val="solid"/>
          </a:ln>
        </p:spPr>
      </p:sp>
      <p:sp>
        <p:nvSpPr>
          <p:cNvPr id="49" name="text_048">
            <a:extLst>
              <a:ext uri="{FF2B5EF4-FFF2-40B4-BE49-F238E27FC236}">
                <ns2:creationId id="{6FFFB2E4-5473-4195-A595-90004DF505C4}"/>
              </a:ext>
            </a:extLst>
          </p:cNvPr>
          <p:cNvSpPr>
            <a:spLocks noGrp="1"/>
          </p:cNvSpPr>
          <p:nvPr/>
        </p:nvSpPr>
        <p:spPr>
          <a:xfrm rot="0">
            <a:off x="5703476" y="298969"/>
            <a:ext cx="318970" cy="139943"/>
          </a:xfrm>
          <a:prstGeom prst="rect">
            <a:avLst/>
          </a:prstGeom>
          <a:noFill/>
          <a:ln w="0">
            <a:noFill/>
            <a:prstDash val="solid"/>
          </a:ln>
        </p:spPr>
        <p:txBody>
          <a:bodyPr wrap="none" lIns="0" tIns="0" rIns="0" bIns="0" anchor="t">
            <a:noAutofit/>
          </a:bodyPr>
          <a:lstStyle>
            <a:defPPr algn="r">
              <a:defRPr sz="1350" b="0">
                <a:solidFill>
                  <a:srgbClr val="000000"/>
                </a:solidFill>
                <a:latin typeface="Arial"/>
                <a:ea typeface="Arial"/>
                <a:cs typeface="Arial"/>
              </a:defRPr>
            </a:defPPr>
            <a:lvl1pPr algn="r">
              <a:defRPr sz="1350" b="0">
                <a:solidFill>
                  <a:srgbClr val="000000"/>
                </a:solidFill>
                <a:latin typeface="Arial"/>
                <a:ea typeface="Arial"/>
                <a:cs typeface="Arial"/>
              </a:defRPr>
            </a:lvl1pPr>
            <a:lvl2pPr algn="r">
              <a:defRPr sz="1350" b="0">
                <a:solidFill>
                  <a:srgbClr val="000000"/>
                </a:solidFill>
                <a:latin typeface="Arial"/>
                <a:ea typeface="Arial"/>
                <a:cs typeface="Arial"/>
              </a:defRPr>
            </a:lvl2pPr>
            <a:lvl3pPr algn="r">
              <a:defRPr sz="1350" b="0">
                <a:solidFill>
                  <a:srgbClr val="000000"/>
                </a:solidFill>
                <a:latin typeface="Arial"/>
                <a:ea typeface="Arial"/>
                <a:cs typeface="Arial"/>
              </a:defRPr>
            </a:lvl3pPr>
            <a:lvl4pPr algn="r">
              <a:defRPr sz="1350" b="0">
                <a:solidFill>
                  <a:srgbClr val="000000"/>
                </a:solidFill>
                <a:latin typeface="Arial"/>
                <a:ea typeface="Arial"/>
                <a:cs typeface="Arial"/>
              </a:defRPr>
            </a:lvl4pPr>
            <a:lvl5pPr algn="r">
              <a:defRPr sz="1350" b="0">
                <a:solidFill>
                  <a:srgbClr val="000000"/>
                </a:solidFill>
                <a:latin typeface="Arial"/>
                <a:ea typeface="Arial"/>
                <a:cs typeface="Arial"/>
              </a:defRPr>
            </a:lvl5pPr>
            <a:lvl6pPr algn="r">
              <a:defRPr sz="1350" b="0">
                <a:solidFill>
                  <a:srgbClr val="000000"/>
                </a:solidFill>
                <a:latin typeface="Arial"/>
                <a:ea typeface="Arial"/>
                <a:cs typeface="Arial"/>
              </a:defRPr>
            </a:lvl6pPr>
            <a:lvl7pPr algn="r">
              <a:defRPr sz="1350" b="0">
                <a:solidFill>
                  <a:srgbClr val="000000"/>
                </a:solidFill>
                <a:latin typeface="Arial"/>
                <a:ea typeface="Arial"/>
                <a:cs typeface="Arial"/>
              </a:defRPr>
            </a:lvl7pPr>
            <a:lvl8pPr algn="r">
              <a:defRPr sz="1350" b="0">
                <a:solidFill>
                  <a:srgbClr val="000000"/>
                </a:solidFill>
                <a:latin typeface="Arial"/>
                <a:ea typeface="Arial"/>
                <a:cs typeface="Arial"/>
              </a:defRPr>
            </a:lvl8pPr>
            <a:lvl9pPr algn="r">
              <a:defRPr sz="1350" b="0">
                <a:solidFill>
                  <a:srgbClr val="000000"/>
                </a:solidFill>
                <a:latin typeface="Arial"/>
                <a:ea typeface="Arial"/>
                <a:cs typeface="Arial"/>
              </a:defRPr>
            </a:lvl9pPr>
          </a:lstStyle>
          <a:p>
            <a:pPr algn="r">
              <a:defRPr sz="1350" b="0">
                <a:solidFill>
                  <a:srgbClr val="000000"/>
                </a:solidFill>
                <a:latin typeface="Arial"/>
                <a:ea typeface="Arial"/>
                <a:cs typeface="Arial"/>
              </a:defRPr>
            </a:pPr>
            <a:r>
              <a:rPr sz="1350" b="0">
                <a:solidFill>
                  <a:srgbClr val="000000"/>
                </a:solidFill>
                <a:latin typeface="Arial"/>
                <a:ea typeface="Arial"/>
                <a:cs typeface="Arial"/>
              </a:rPr>
              <a:t>1</a:t>
            </a:r>
          </a:p>
        </p:txBody>
      </p:sp>
      <p:sp>
        <p:nvSpPr>
          <p:cNvPr id="50" name="line_049">
            <a:extLst>
              <a:ext uri="{FF2B5EF4-FFF2-40B4-BE49-F238E27FC236}">
                <ns2:creationId id="{6E4DC7FE-966F-43F1-8C20-688ED754606C}"/>
              </a:ext>
            </a:extLst>
          </p:cNvPr>
          <p:cNvSpPr>
            <a:spLocks noGrp="1"/>
          </p:cNvSpPr>
          <p:nvPr/>
        </p:nvSpPr>
        <p:spPr>
          <a:xfrm>
            <a:off x="6214132" y="1921035"/>
            <a:ext cx="127" cy="25444"/>
          </a:xfrm>
          <a:custGeom>
            <a:pathLst>
              <a:path w="95" h="38100">
                <a:moveTo>
                  <a:pt x="0" y="0"/>
                </a:moveTo>
                <a:lnTo>
                  <a:pt x="0" y="38100"/>
                </a:lnTo>
              </a:path>
            </a:pathLst>
          </a:custGeom>
          <a:noFill/>
          <a:ln w="7620">
            <a:solidFill>
              <a:srgbClr val="7B8790"/>
            </a:solidFill>
            <a:prstDash val="solid"/>
          </a:ln>
        </p:spPr>
      </p:sp>
      <p:sp>
        <p:nvSpPr>
          <p:cNvPr id="51" name="text_050">
            <a:extLst>
              <a:ext uri="{FF2B5EF4-FFF2-40B4-BE49-F238E27FC236}">
                <ns2:creationId id="{9FD13F13-45FF-496D-A5A6-3AD7FFED5666}"/>
              </a:ext>
            </a:extLst>
          </p:cNvPr>
          <p:cNvSpPr>
            <a:spLocks noGrp="1"/>
          </p:cNvSpPr>
          <p:nvPr/>
        </p:nvSpPr>
        <p:spPr>
          <a:xfrm rot="0">
            <a:off x="5958956" y="1959202"/>
            <a:ext cx="510352" cy="139943"/>
          </a:xfrm>
          <a:prstGeom prst="rect">
            <a:avLst/>
          </a:prstGeom>
          <a:noFill/>
          <a:ln w="0">
            <a:noFill/>
            <a:prstDash val="solid"/>
          </a:ln>
        </p:spPr>
        <p:txBody>
          <a:bodyPr wrap="none" lIns="0" tIns="0" rIns="0" bIns="0" anchor="t">
            <a:noAutofit/>
          </a:bodyPr>
          <a:lstStyle>
            <a:defPPr algn="ctr">
              <a:defRPr sz="1350" b="0">
                <a:solidFill>
                  <a:srgbClr val="000000"/>
                </a:solidFill>
                <a:latin typeface="Arial"/>
                <a:ea typeface="Arial"/>
                <a:cs typeface="Arial"/>
              </a:defRPr>
            </a:defPPr>
            <a:lvl1pPr algn="ctr">
              <a:defRPr sz="1350" b="0">
                <a:solidFill>
                  <a:srgbClr val="000000"/>
                </a:solidFill>
                <a:latin typeface="Arial"/>
                <a:ea typeface="Arial"/>
                <a:cs typeface="Arial"/>
              </a:defRPr>
            </a:lvl1pPr>
            <a:lvl2pPr algn="ctr">
              <a:defRPr sz="1350" b="0">
                <a:solidFill>
                  <a:srgbClr val="000000"/>
                </a:solidFill>
                <a:latin typeface="Arial"/>
                <a:ea typeface="Arial"/>
                <a:cs typeface="Arial"/>
              </a:defRPr>
            </a:lvl2pPr>
            <a:lvl3pPr algn="ctr">
              <a:defRPr sz="1350" b="0">
                <a:solidFill>
                  <a:srgbClr val="000000"/>
                </a:solidFill>
                <a:latin typeface="Arial"/>
                <a:ea typeface="Arial"/>
                <a:cs typeface="Arial"/>
              </a:defRPr>
            </a:lvl3pPr>
            <a:lvl4pPr algn="ctr">
              <a:defRPr sz="1350" b="0">
                <a:solidFill>
                  <a:srgbClr val="000000"/>
                </a:solidFill>
                <a:latin typeface="Arial"/>
                <a:ea typeface="Arial"/>
                <a:cs typeface="Arial"/>
              </a:defRPr>
            </a:lvl4pPr>
            <a:lvl5pPr algn="ctr">
              <a:defRPr sz="1350" b="0">
                <a:solidFill>
                  <a:srgbClr val="000000"/>
                </a:solidFill>
                <a:latin typeface="Arial"/>
                <a:ea typeface="Arial"/>
                <a:cs typeface="Arial"/>
              </a:defRPr>
            </a:lvl5pPr>
            <a:lvl6pPr algn="ctr">
              <a:defRPr sz="1350" b="0">
                <a:solidFill>
                  <a:srgbClr val="000000"/>
                </a:solidFill>
                <a:latin typeface="Arial"/>
                <a:ea typeface="Arial"/>
                <a:cs typeface="Arial"/>
              </a:defRPr>
            </a:lvl6pPr>
            <a:lvl7pPr algn="ctr">
              <a:defRPr sz="1350" b="0">
                <a:solidFill>
                  <a:srgbClr val="000000"/>
                </a:solidFill>
                <a:latin typeface="Arial"/>
                <a:ea typeface="Arial"/>
                <a:cs typeface="Arial"/>
              </a:defRPr>
            </a:lvl7pPr>
            <a:lvl8pPr algn="ctr">
              <a:defRPr sz="1350" b="0">
                <a:solidFill>
                  <a:srgbClr val="000000"/>
                </a:solidFill>
                <a:latin typeface="Arial"/>
                <a:ea typeface="Arial"/>
                <a:cs typeface="Arial"/>
              </a:defRPr>
            </a:lvl8pPr>
            <a:lvl9pPr algn="ctr">
              <a:defRPr sz="1350" b="0">
                <a:solidFill>
                  <a:srgbClr val="000000"/>
                </a:solidFill>
                <a:latin typeface="Arial"/>
                <a:ea typeface="Arial"/>
                <a:cs typeface="Arial"/>
              </a:defRPr>
            </a:lvl9pPr>
          </a:lstStyle>
          <a:p>
            <a:pPr algn="ctr">
              <a:defRPr sz="1350" b="0">
                <a:solidFill>
                  <a:srgbClr val="000000"/>
                </a:solidFill>
                <a:latin typeface="Arial"/>
                <a:ea typeface="Arial"/>
                <a:cs typeface="Arial"/>
              </a:defRPr>
            </a:pPr>
            <a:r>
              <a:rPr sz="1350" b="0">
                <a:solidFill>
                  <a:srgbClr val="000000"/>
                </a:solidFill>
                <a:latin typeface="Arial"/>
                <a:ea typeface="Arial"/>
                <a:cs typeface="Arial"/>
              </a:rPr>
              <a:t>-2</a:t>
            </a:r>
          </a:p>
        </p:txBody>
      </p:sp>
      <p:sp>
        <p:nvSpPr>
          <p:cNvPr id="52" name="line_051">
            <a:extLst>
              <a:ext uri="{FF2B5EF4-FFF2-40B4-BE49-F238E27FC236}">
                <ns2:creationId id="{F013F8F1-402C-4BB0-86DE-003CA54824C1}"/>
              </a:ext>
            </a:extLst>
          </p:cNvPr>
          <p:cNvSpPr>
            <a:spLocks noGrp="1"/>
          </p:cNvSpPr>
          <p:nvPr/>
        </p:nvSpPr>
        <p:spPr>
          <a:xfrm>
            <a:off x="7237873" y="1921035"/>
            <a:ext cx="127" cy="25444"/>
          </a:xfrm>
          <a:custGeom>
            <a:pathLst>
              <a:path w="95" h="38100">
                <a:moveTo>
                  <a:pt x="0" y="0"/>
                </a:moveTo>
                <a:lnTo>
                  <a:pt x="0" y="38100"/>
                </a:lnTo>
              </a:path>
            </a:pathLst>
          </a:custGeom>
          <a:noFill/>
          <a:ln w="7620">
            <a:solidFill>
              <a:srgbClr val="7B8790"/>
            </a:solidFill>
            <a:prstDash val="solid"/>
          </a:ln>
        </p:spPr>
      </p:sp>
      <p:sp>
        <p:nvSpPr>
          <p:cNvPr id="53" name="text_052">
            <a:extLst>
              <a:ext uri="{FF2B5EF4-FFF2-40B4-BE49-F238E27FC236}">
                <ns2:creationId id="{B098B61F-28E7-4819-BED9-D9093C1E677C}"/>
              </a:ext>
            </a:extLst>
          </p:cNvPr>
          <p:cNvSpPr>
            <a:spLocks noGrp="1"/>
          </p:cNvSpPr>
          <p:nvPr/>
        </p:nvSpPr>
        <p:spPr>
          <a:xfrm rot="0">
            <a:off x="6982698" y="1959202"/>
            <a:ext cx="510352" cy="139943"/>
          </a:xfrm>
          <a:prstGeom prst="rect">
            <a:avLst/>
          </a:prstGeom>
          <a:noFill/>
          <a:ln w="0">
            <a:noFill/>
            <a:prstDash val="solid"/>
          </a:ln>
        </p:spPr>
        <p:txBody>
          <a:bodyPr wrap="none" lIns="0" tIns="0" rIns="0" bIns="0" anchor="t">
            <a:noAutofit/>
          </a:bodyPr>
          <a:lstStyle>
            <a:defPPr algn="ctr">
              <a:defRPr sz="1350" b="0">
                <a:solidFill>
                  <a:srgbClr val="000000"/>
                </a:solidFill>
                <a:latin typeface="Arial"/>
                <a:ea typeface="Arial"/>
                <a:cs typeface="Arial"/>
              </a:defRPr>
            </a:defPPr>
            <a:lvl1pPr algn="ctr">
              <a:defRPr sz="1350" b="0">
                <a:solidFill>
                  <a:srgbClr val="000000"/>
                </a:solidFill>
                <a:latin typeface="Arial"/>
                <a:ea typeface="Arial"/>
                <a:cs typeface="Arial"/>
              </a:defRPr>
            </a:lvl1pPr>
            <a:lvl2pPr algn="ctr">
              <a:defRPr sz="1350" b="0">
                <a:solidFill>
                  <a:srgbClr val="000000"/>
                </a:solidFill>
                <a:latin typeface="Arial"/>
                <a:ea typeface="Arial"/>
                <a:cs typeface="Arial"/>
              </a:defRPr>
            </a:lvl2pPr>
            <a:lvl3pPr algn="ctr">
              <a:defRPr sz="1350" b="0">
                <a:solidFill>
                  <a:srgbClr val="000000"/>
                </a:solidFill>
                <a:latin typeface="Arial"/>
                <a:ea typeface="Arial"/>
                <a:cs typeface="Arial"/>
              </a:defRPr>
            </a:lvl3pPr>
            <a:lvl4pPr algn="ctr">
              <a:defRPr sz="1350" b="0">
                <a:solidFill>
                  <a:srgbClr val="000000"/>
                </a:solidFill>
                <a:latin typeface="Arial"/>
                <a:ea typeface="Arial"/>
                <a:cs typeface="Arial"/>
              </a:defRPr>
            </a:lvl4pPr>
            <a:lvl5pPr algn="ctr">
              <a:defRPr sz="1350" b="0">
                <a:solidFill>
                  <a:srgbClr val="000000"/>
                </a:solidFill>
                <a:latin typeface="Arial"/>
                <a:ea typeface="Arial"/>
                <a:cs typeface="Arial"/>
              </a:defRPr>
            </a:lvl5pPr>
            <a:lvl6pPr algn="ctr">
              <a:defRPr sz="1350" b="0">
                <a:solidFill>
                  <a:srgbClr val="000000"/>
                </a:solidFill>
                <a:latin typeface="Arial"/>
                <a:ea typeface="Arial"/>
                <a:cs typeface="Arial"/>
              </a:defRPr>
            </a:lvl6pPr>
            <a:lvl7pPr algn="ctr">
              <a:defRPr sz="1350" b="0">
                <a:solidFill>
                  <a:srgbClr val="000000"/>
                </a:solidFill>
                <a:latin typeface="Arial"/>
                <a:ea typeface="Arial"/>
                <a:cs typeface="Arial"/>
              </a:defRPr>
            </a:lvl7pPr>
            <a:lvl8pPr algn="ctr">
              <a:defRPr sz="1350" b="0">
                <a:solidFill>
                  <a:srgbClr val="000000"/>
                </a:solidFill>
                <a:latin typeface="Arial"/>
                <a:ea typeface="Arial"/>
                <a:cs typeface="Arial"/>
              </a:defRPr>
            </a:lvl8pPr>
            <a:lvl9pPr algn="ctr">
              <a:defRPr sz="1350" b="0">
                <a:solidFill>
                  <a:srgbClr val="000000"/>
                </a:solidFill>
                <a:latin typeface="Arial"/>
                <a:ea typeface="Arial"/>
                <a:cs typeface="Arial"/>
              </a:defRPr>
            </a:lvl9pPr>
          </a:lstStyle>
          <a:p>
            <a:pPr algn="ctr">
              <a:defRPr sz="1350" b="0">
                <a:solidFill>
                  <a:srgbClr val="000000"/>
                </a:solidFill>
                <a:latin typeface="Arial"/>
                <a:ea typeface="Arial"/>
                <a:cs typeface="Arial"/>
              </a:defRPr>
            </a:pPr>
            <a:r>
              <a:rPr sz="1350" b="0">
                <a:solidFill>
                  <a:srgbClr val="000000"/>
                </a:solidFill>
                <a:latin typeface="Arial"/>
                <a:ea typeface="Arial"/>
                <a:cs typeface="Arial"/>
              </a:rPr>
              <a:t>-1</a:t>
            </a:r>
          </a:p>
        </p:txBody>
      </p:sp>
      <p:sp>
        <p:nvSpPr>
          <p:cNvPr id="54" name="line_053">
            <a:extLst>
              <a:ext uri="{FF2B5EF4-FFF2-40B4-BE49-F238E27FC236}">
                <ns2:creationId id="{E94B1503-D08B-422E-A933-C72F1BE9E5C8}"/>
              </a:ext>
            </a:extLst>
          </p:cNvPr>
          <p:cNvSpPr>
            <a:spLocks noGrp="1"/>
          </p:cNvSpPr>
          <p:nvPr/>
        </p:nvSpPr>
        <p:spPr>
          <a:xfrm>
            <a:off x="8261615" y="1921035"/>
            <a:ext cx="127" cy="25444"/>
          </a:xfrm>
          <a:custGeom>
            <a:pathLst>
              <a:path w="95" h="38100">
                <a:moveTo>
                  <a:pt x="0" y="0"/>
                </a:moveTo>
                <a:lnTo>
                  <a:pt x="0" y="38100"/>
                </a:lnTo>
              </a:path>
            </a:pathLst>
          </a:custGeom>
          <a:noFill/>
          <a:ln w="7620">
            <a:solidFill>
              <a:srgbClr val="7B8790"/>
            </a:solidFill>
            <a:prstDash val="solid"/>
          </a:ln>
        </p:spPr>
      </p:sp>
      <p:sp>
        <p:nvSpPr>
          <p:cNvPr id="55" name="text_054">
            <a:extLst>
              <a:ext uri="{FF2B5EF4-FFF2-40B4-BE49-F238E27FC236}">
                <ns2:creationId id="{555E992E-50A6-407E-A6F1-E80DEC911201}"/>
              </a:ext>
            </a:extLst>
          </p:cNvPr>
          <p:cNvSpPr>
            <a:spLocks noGrp="1"/>
          </p:cNvSpPr>
          <p:nvPr/>
        </p:nvSpPr>
        <p:spPr>
          <a:xfrm rot="0">
            <a:off x="8006439" y="1959202"/>
            <a:ext cx="510352" cy="139943"/>
          </a:xfrm>
          <a:prstGeom prst="rect">
            <a:avLst/>
          </a:prstGeom>
          <a:noFill/>
          <a:ln w="0">
            <a:noFill/>
            <a:prstDash val="solid"/>
          </a:ln>
        </p:spPr>
        <p:txBody>
          <a:bodyPr wrap="none" lIns="0" tIns="0" rIns="0" bIns="0" anchor="t">
            <a:noAutofit/>
          </a:bodyPr>
          <a:lstStyle>
            <a:defPPr algn="ctr">
              <a:defRPr sz="1350" b="0">
                <a:solidFill>
                  <a:srgbClr val="000000"/>
                </a:solidFill>
                <a:latin typeface="Arial"/>
                <a:ea typeface="Arial"/>
                <a:cs typeface="Arial"/>
              </a:defRPr>
            </a:defPPr>
            <a:lvl1pPr algn="ctr">
              <a:defRPr sz="1350" b="0">
                <a:solidFill>
                  <a:srgbClr val="000000"/>
                </a:solidFill>
                <a:latin typeface="Arial"/>
                <a:ea typeface="Arial"/>
                <a:cs typeface="Arial"/>
              </a:defRPr>
            </a:lvl1pPr>
            <a:lvl2pPr algn="ctr">
              <a:defRPr sz="1350" b="0">
                <a:solidFill>
                  <a:srgbClr val="000000"/>
                </a:solidFill>
                <a:latin typeface="Arial"/>
                <a:ea typeface="Arial"/>
                <a:cs typeface="Arial"/>
              </a:defRPr>
            </a:lvl2pPr>
            <a:lvl3pPr algn="ctr">
              <a:defRPr sz="1350" b="0">
                <a:solidFill>
                  <a:srgbClr val="000000"/>
                </a:solidFill>
                <a:latin typeface="Arial"/>
                <a:ea typeface="Arial"/>
                <a:cs typeface="Arial"/>
              </a:defRPr>
            </a:lvl3pPr>
            <a:lvl4pPr algn="ctr">
              <a:defRPr sz="1350" b="0">
                <a:solidFill>
                  <a:srgbClr val="000000"/>
                </a:solidFill>
                <a:latin typeface="Arial"/>
                <a:ea typeface="Arial"/>
                <a:cs typeface="Arial"/>
              </a:defRPr>
            </a:lvl4pPr>
            <a:lvl5pPr algn="ctr">
              <a:defRPr sz="1350" b="0">
                <a:solidFill>
                  <a:srgbClr val="000000"/>
                </a:solidFill>
                <a:latin typeface="Arial"/>
                <a:ea typeface="Arial"/>
                <a:cs typeface="Arial"/>
              </a:defRPr>
            </a:lvl5pPr>
            <a:lvl6pPr algn="ctr">
              <a:defRPr sz="1350" b="0">
                <a:solidFill>
                  <a:srgbClr val="000000"/>
                </a:solidFill>
                <a:latin typeface="Arial"/>
                <a:ea typeface="Arial"/>
                <a:cs typeface="Arial"/>
              </a:defRPr>
            </a:lvl6pPr>
            <a:lvl7pPr algn="ctr">
              <a:defRPr sz="1350" b="0">
                <a:solidFill>
                  <a:srgbClr val="000000"/>
                </a:solidFill>
                <a:latin typeface="Arial"/>
                <a:ea typeface="Arial"/>
                <a:cs typeface="Arial"/>
              </a:defRPr>
            </a:lvl7pPr>
            <a:lvl8pPr algn="ctr">
              <a:defRPr sz="1350" b="0">
                <a:solidFill>
                  <a:srgbClr val="000000"/>
                </a:solidFill>
                <a:latin typeface="Arial"/>
                <a:ea typeface="Arial"/>
                <a:cs typeface="Arial"/>
              </a:defRPr>
            </a:lvl8pPr>
            <a:lvl9pPr algn="ctr">
              <a:defRPr sz="1350" b="0">
                <a:solidFill>
                  <a:srgbClr val="000000"/>
                </a:solidFill>
                <a:latin typeface="Arial"/>
                <a:ea typeface="Arial"/>
                <a:cs typeface="Arial"/>
              </a:defRPr>
            </a:lvl9pPr>
          </a:lstStyle>
          <a:p>
            <a:pPr algn="ctr">
              <a:defRPr sz="1350" b="0">
                <a:solidFill>
                  <a:srgbClr val="000000"/>
                </a:solidFill>
                <a:latin typeface="Arial"/>
                <a:ea typeface="Arial"/>
                <a:cs typeface="Arial"/>
              </a:defRPr>
            </a:pPr>
            <a:r>
              <a:rPr sz="1350" b="0">
                <a:solidFill>
                  <a:srgbClr val="000000"/>
                </a:solidFill>
                <a:latin typeface="Arial"/>
                <a:ea typeface="Arial"/>
                <a:cs typeface="Arial"/>
              </a:rPr>
              <a:t>0</a:t>
            </a:r>
          </a:p>
        </p:txBody>
      </p:sp>
      <p:sp>
        <p:nvSpPr>
          <p:cNvPr id="56" name="line_055">
            <a:extLst>
              <a:ext uri="{FF2B5EF4-FFF2-40B4-BE49-F238E27FC236}">
                <ns2:creationId id="{71C6774E-C907-4CCF-825C-638FDCF0315E}"/>
              </a:ext>
            </a:extLst>
          </p:cNvPr>
          <p:cNvSpPr>
            <a:spLocks noGrp="1"/>
          </p:cNvSpPr>
          <p:nvPr/>
        </p:nvSpPr>
        <p:spPr>
          <a:xfrm>
            <a:off x="9285356" y="1921035"/>
            <a:ext cx="127" cy="25444"/>
          </a:xfrm>
          <a:custGeom>
            <a:pathLst>
              <a:path w="95" h="38100">
                <a:moveTo>
                  <a:pt x="0" y="0"/>
                </a:moveTo>
                <a:lnTo>
                  <a:pt x="0" y="38100"/>
                </a:lnTo>
              </a:path>
            </a:pathLst>
          </a:custGeom>
          <a:noFill/>
          <a:ln w="7620">
            <a:solidFill>
              <a:srgbClr val="7B8790"/>
            </a:solidFill>
            <a:prstDash val="solid"/>
          </a:ln>
        </p:spPr>
      </p:sp>
      <p:sp>
        <p:nvSpPr>
          <p:cNvPr id="57" name="text_056">
            <a:extLst>
              <a:ext uri="{FF2B5EF4-FFF2-40B4-BE49-F238E27FC236}">
                <ns2:creationId id="{CB23701C-E65F-4550-AE50-78694E5B389A}"/>
              </a:ext>
            </a:extLst>
          </p:cNvPr>
          <p:cNvSpPr>
            <a:spLocks noGrp="1"/>
          </p:cNvSpPr>
          <p:nvPr/>
        </p:nvSpPr>
        <p:spPr>
          <a:xfrm rot="0">
            <a:off x="9030180" y="1959202"/>
            <a:ext cx="510352" cy="139943"/>
          </a:xfrm>
          <a:prstGeom prst="rect">
            <a:avLst/>
          </a:prstGeom>
          <a:noFill/>
          <a:ln w="0">
            <a:noFill/>
            <a:prstDash val="solid"/>
          </a:ln>
        </p:spPr>
        <p:txBody>
          <a:bodyPr wrap="none" lIns="0" tIns="0" rIns="0" bIns="0" anchor="t">
            <a:noAutofit/>
          </a:bodyPr>
          <a:lstStyle>
            <a:defPPr algn="ctr">
              <a:defRPr sz="1350" b="0">
                <a:solidFill>
                  <a:srgbClr val="000000"/>
                </a:solidFill>
                <a:latin typeface="Arial"/>
                <a:ea typeface="Arial"/>
                <a:cs typeface="Arial"/>
              </a:defRPr>
            </a:defPPr>
            <a:lvl1pPr algn="ctr">
              <a:defRPr sz="1350" b="0">
                <a:solidFill>
                  <a:srgbClr val="000000"/>
                </a:solidFill>
                <a:latin typeface="Arial"/>
                <a:ea typeface="Arial"/>
                <a:cs typeface="Arial"/>
              </a:defRPr>
            </a:lvl1pPr>
            <a:lvl2pPr algn="ctr">
              <a:defRPr sz="1350" b="0">
                <a:solidFill>
                  <a:srgbClr val="000000"/>
                </a:solidFill>
                <a:latin typeface="Arial"/>
                <a:ea typeface="Arial"/>
                <a:cs typeface="Arial"/>
              </a:defRPr>
            </a:lvl2pPr>
            <a:lvl3pPr algn="ctr">
              <a:defRPr sz="1350" b="0">
                <a:solidFill>
                  <a:srgbClr val="000000"/>
                </a:solidFill>
                <a:latin typeface="Arial"/>
                <a:ea typeface="Arial"/>
                <a:cs typeface="Arial"/>
              </a:defRPr>
            </a:lvl3pPr>
            <a:lvl4pPr algn="ctr">
              <a:defRPr sz="1350" b="0">
                <a:solidFill>
                  <a:srgbClr val="000000"/>
                </a:solidFill>
                <a:latin typeface="Arial"/>
                <a:ea typeface="Arial"/>
                <a:cs typeface="Arial"/>
              </a:defRPr>
            </a:lvl4pPr>
            <a:lvl5pPr algn="ctr">
              <a:defRPr sz="1350" b="0">
                <a:solidFill>
                  <a:srgbClr val="000000"/>
                </a:solidFill>
                <a:latin typeface="Arial"/>
                <a:ea typeface="Arial"/>
                <a:cs typeface="Arial"/>
              </a:defRPr>
            </a:lvl5pPr>
            <a:lvl6pPr algn="ctr">
              <a:defRPr sz="1350" b="0">
                <a:solidFill>
                  <a:srgbClr val="000000"/>
                </a:solidFill>
                <a:latin typeface="Arial"/>
                <a:ea typeface="Arial"/>
                <a:cs typeface="Arial"/>
              </a:defRPr>
            </a:lvl6pPr>
            <a:lvl7pPr algn="ctr">
              <a:defRPr sz="1350" b="0">
                <a:solidFill>
                  <a:srgbClr val="000000"/>
                </a:solidFill>
                <a:latin typeface="Arial"/>
                <a:ea typeface="Arial"/>
                <a:cs typeface="Arial"/>
              </a:defRPr>
            </a:lvl7pPr>
            <a:lvl8pPr algn="ctr">
              <a:defRPr sz="1350" b="0">
                <a:solidFill>
                  <a:srgbClr val="000000"/>
                </a:solidFill>
                <a:latin typeface="Arial"/>
                <a:ea typeface="Arial"/>
                <a:cs typeface="Arial"/>
              </a:defRPr>
            </a:lvl8pPr>
            <a:lvl9pPr algn="ctr">
              <a:defRPr sz="1350" b="0">
                <a:solidFill>
                  <a:srgbClr val="000000"/>
                </a:solidFill>
                <a:latin typeface="Arial"/>
                <a:ea typeface="Arial"/>
                <a:cs typeface="Arial"/>
              </a:defRPr>
            </a:lvl9pPr>
          </a:lstStyle>
          <a:p>
            <a:pPr algn="ctr">
              <a:defRPr sz="1350" b="0">
                <a:solidFill>
                  <a:srgbClr val="000000"/>
                </a:solidFill>
                <a:latin typeface="Arial"/>
                <a:ea typeface="Arial"/>
                <a:cs typeface="Arial"/>
              </a:defRPr>
            </a:pPr>
            <a:r>
              <a:rPr sz="1350" b="0">
                <a:solidFill>
                  <a:srgbClr val="000000"/>
                </a:solidFill>
                <a:latin typeface="Arial"/>
                <a:ea typeface="Arial"/>
                <a:cs typeface="Arial"/>
              </a:rPr>
              <a:t>1</a:t>
            </a:r>
          </a:p>
        </p:txBody>
      </p:sp>
      <p:sp>
        <p:nvSpPr>
          <p:cNvPr id="58" name="line_057">
            <a:extLst>
              <a:ext uri="{FF2B5EF4-FFF2-40B4-BE49-F238E27FC236}">
                <ns2:creationId id="{9FF01D34-BFB7-4C3D-8515-174898354709}"/>
              </a:ext>
            </a:extLst>
          </p:cNvPr>
          <p:cNvSpPr>
            <a:spLocks noGrp="1"/>
          </p:cNvSpPr>
          <p:nvPr/>
        </p:nvSpPr>
        <p:spPr>
          <a:xfrm>
            <a:off x="10309097" y="1921035"/>
            <a:ext cx="127" cy="25444"/>
          </a:xfrm>
          <a:custGeom>
            <a:pathLst>
              <a:path w="95" h="38100">
                <a:moveTo>
                  <a:pt x="0" y="0"/>
                </a:moveTo>
                <a:lnTo>
                  <a:pt x="0" y="38100"/>
                </a:lnTo>
              </a:path>
            </a:pathLst>
          </a:custGeom>
          <a:noFill/>
          <a:ln w="7620">
            <a:solidFill>
              <a:srgbClr val="7B8790"/>
            </a:solidFill>
            <a:prstDash val="solid"/>
          </a:ln>
        </p:spPr>
      </p:sp>
      <p:sp>
        <p:nvSpPr>
          <p:cNvPr id="59" name="text_058">
            <a:extLst>
              <a:ext uri="{FF2B5EF4-FFF2-40B4-BE49-F238E27FC236}">
                <ns2:creationId id="{74FD5164-A937-48C9-A634-7A9A3F43B374}"/>
              </a:ext>
            </a:extLst>
          </p:cNvPr>
          <p:cNvSpPr>
            <a:spLocks noGrp="1"/>
          </p:cNvSpPr>
          <p:nvPr/>
        </p:nvSpPr>
        <p:spPr>
          <a:xfrm rot="0">
            <a:off x="10053922" y="1959202"/>
            <a:ext cx="510352" cy="139943"/>
          </a:xfrm>
          <a:prstGeom prst="rect">
            <a:avLst/>
          </a:prstGeom>
          <a:noFill/>
          <a:ln w="0">
            <a:noFill/>
            <a:prstDash val="solid"/>
          </a:ln>
        </p:spPr>
        <p:txBody>
          <a:bodyPr wrap="none" lIns="0" tIns="0" rIns="0" bIns="0" anchor="t">
            <a:noAutofit/>
          </a:bodyPr>
          <a:lstStyle>
            <a:defPPr algn="ctr">
              <a:defRPr sz="1350" b="0">
                <a:solidFill>
                  <a:srgbClr val="000000"/>
                </a:solidFill>
                <a:latin typeface="Arial"/>
                <a:ea typeface="Arial"/>
                <a:cs typeface="Arial"/>
              </a:defRPr>
            </a:defPPr>
            <a:lvl1pPr algn="ctr">
              <a:defRPr sz="1350" b="0">
                <a:solidFill>
                  <a:srgbClr val="000000"/>
                </a:solidFill>
                <a:latin typeface="Arial"/>
                <a:ea typeface="Arial"/>
                <a:cs typeface="Arial"/>
              </a:defRPr>
            </a:lvl1pPr>
            <a:lvl2pPr algn="ctr">
              <a:defRPr sz="1350" b="0">
                <a:solidFill>
                  <a:srgbClr val="000000"/>
                </a:solidFill>
                <a:latin typeface="Arial"/>
                <a:ea typeface="Arial"/>
                <a:cs typeface="Arial"/>
              </a:defRPr>
            </a:lvl2pPr>
            <a:lvl3pPr algn="ctr">
              <a:defRPr sz="1350" b="0">
                <a:solidFill>
                  <a:srgbClr val="000000"/>
                </a:solidFill>
                <a:latin typeface="Arial"/>
                <a:ea typeface="Arial"/>
                <a:cs typeface="Arial"/>
              </a:defRPr>
            </a:lvl3pPr>
            <a:lvl4pPr algn="ctr">
              <a:defRPr sz="1350" b="0">
                <a:solidFill>
                  <a:srgbClr val="000000"/>
                </a:solidFill>
                <a:latin typeface="Arial"/>
                <a:ea typeface="Arial"/>
                <a:cs typeface="Arial"/>
              </a:defRPr>
            </a:lvl4pPr>
            <a:lvl5pPr algn="ctr">
              <a:defRPr sz="1350" b="0">
                <a:solidFill>
                  <a:srgbClr val="000000"/>
                </a:solidFill>
                <a:latin typeface="Arial"/>
                <a:ea typeface="Arial"/>
                <a:cs typeface="Arial"/>
              </a:defRPr>
            </a:lvl5pPr>
            <a:lvl6pPr algn="ctr">
              <a:defRPr sz="1350" b="0">
                <a:solidFill>
                  <a:srgbClr val="000000"/>
                </a:solidFill>
                <a:latin typeface="Arial"/>
                <a:ea typeface="Arial"/>
                <a:cs typeface="Arial"/>
              </a:defRPr>
            </a:lvl6pPr>
            <a:lvl7pPr algn="ctr">
              <a:defRPr sz="1350" b="0">
                <a:solidFill>
                  <a:srgbClr val="000000"/>
                </a:solidFill>
                <a:latin typeface="Arial"/>
                <a:ea typeface="Arial"/>
                <a:cs typeface="Arial"/>
              </a:defRPr>
            </a:lvl7pPr>
            <a:lvl8pPr algn="ctr">
              <a:defRPr sz="1350" b="0">
                <a:solidFill>
                  <a:srgbClr val="000000"/>
                </a:solidFill>
                <a:latin typeface="Arial"/>
                <a:ea typeface="Arial"/>
                <a:cs typeface="Arial"/>
              </a:defRPr>
            </a:lvl8pPr>
            <a:lvl9pPr algn="ctr">
              <a:defRPr sz="1350" b="0">
                <a:solidFill>
                  <a:srgbClr val="000000"/>
                </a:solidFill>
                <a:latin typeface="Arial"/>
                <a:ea typeface="Arial"/>
                <a:cs typeface="Arial"/>
              </a:defRPr>
            </a:lvl9pPr>
          </a:lstStyle>
          <a:p>
            <a:pPr algn="ctr">
              <a:defRPr sz="1350" b="0">
                <a:solidFill>
                  <a:srgbClr val="000000"/>
                </a:solidFill>
                <a:latin typeface="Arial"/>
                <a:ea typeface="Arial"/>
                <a:cs typeface="Arial"/>
              </a:defRPr>
            </a:pPr>
            <a:r>
              <a:rPr sz="1350" b="0">
                <a:solidFill>
                  <a:srgbClr val="000000"/>
                </a:solidFill>
                <a:latin typeface="Arial"/>
                <a:ea typeface="Arial"/>
                <a:cs typeface="Arial"/>
              </a:rPr>
              <a:t>2</a:t>
            </a:r>
          </a:p>
        </p:txBody>
      </p:sp>
      <p:sp>
        <p:nvSpPr>
          <p:cNvPr id="60" name="text_059">
            <a:extLst>
              <a:ext uri="{FF2B5EF4-FFF2-40B4-BE49-F238E27FC236}">
                <ns2:creationId id="{713A7F62-99E4-48BA-BEC7-8C50F83FBEF8}"/>
              </a:ext>
            </a:extLst>
          </p:cNvPr>
          <p:cNvSpPr>
            <a:spLocks noGrp="1"/>
          </p:cNvSpPr>
          <p:nvPr/>
        </p:nvSpPr>
        <p:spPr>
          <a:xfrm rot="0">
            <a:off x="6111758" y="2111867"/>
            <a:ext cx="4299715" cy="152665"/>
          </a:xfrm>
          <a:prstGeom prst="rect">
            <a:avLst/>
          </a:prstGeom>
          <a:noFill/>
          <a:ln w="0">
            <a:noFill/>
            <a:prstDash val="solid"/>
          </a:ln>
        </p:spPr>
        <p:txBody>
          <a:bodyPr wrap="none" lIns="0" tIns="0" rIns="0" bIns="0" anchor="t">
            <a:noAutofit/>
          </a:bodyPr>
          <a:lstStyle>
            <a:defPPr algn="ctr">
              <a:defRPr sz="1350" b="0">
                <a:solidFill>
                  <a:srgbClr val="000000"/>
                </a:solidFill>
                <a:latin typeface="Arial"/>
                <a:ea typeface="Arial"/>
                <a:cs typeface="Arial"/>
              </a:defRPr>
            </a:defPPr>
            <a:lvl1pPr algn="ctr">
              <a:defRPr sz="1350" b="0">
                <a:solidFill>
                  <a:srgbClr val="000000"/>
                </a:solidFill>
                <a:latin typeface="Arial"/>
                <a:ea typeface="Arial"/>
                <a:cs typeface="Arial"/>
              </a:defRPr>
            </a:lvl1pPr>
            <a:lvl2pPr algn="ctr">
              <a:defRPr sz="1350" b="0">
                <a:solidFill>
                  <a:srgbClr val="000000"/>
                </a:solidFill>
                <a:latin typeface="Arial"/>
                <a:ea typeface="Arial"/>
                <a:cs typeface="Arial"/>
              </a:defRPr>
            </a:lvl2pPr>
            <a:lvl3pPr algn="ctr">
              <a:defRPr sz="1350" b="0">
                <a:solidFill>
                  <a:srgbClr val="000000"/>
                </a:solidFill>
                <a:latin typeface="Arial"/>
                <a:ea typeface="Arial"/>
                <a:cs typeface="Arial"/>
              </a:defRPr>
            </a:lvl3pPr>
            <a:lvl4pPr algn="ctr">
              <a:defRPr sz="1350" b="0">
                <a:solidFill>
                  <a:srgbClr val="000000"/>
                </a:solidFill>
                <a:latin typeface="Arial"/>
                <a:ea typeface="Arial"/>
                <a:cs typeface="Arial"/>
              </a:defRPr>
            </a:lvl4pPr>
            <a:lvl5pPr algn="ctr">
              <a:defRPr sz="1350" b="0">
                <a:solidFill>
                  <a:srgbClr val="000000"/>
                </a:solidFill>
                <a:latin typeface="Arial"/>
                <a:ea typeface="Arial"/>
                <a:cs typeface="Arial"/>
              </a:defRPr>
            </a:lvl5pPr>
            <a:lvl6pPr algn="ctr">
              <a:defRPr sz="1350" b="0">
                <a:solidFill>
                  <a:srgbClr val="000000"/>
                </a:solidFill>
                <a:latin typeface="Arial"/>
                <a:ea typeface="Arial"/>
                <a:cs typeface="Arial"/>
              </a:defRPr>
            </a:lvl6pPr>
            <a:lvl7pPr algn="ctr">
              <a:defRPr sz="1350" b="0">
                <a:solidFill>
                  <a:srgbClr val="000000"/>
                </a:solidFill>
                <a:latin typeface="Arial"/>
                <a:ea typeface="Arial"/>
                <a:cs typeface="Arial"/>
              </a:defRPr>
            </a:lvl7pPr>
            <a:lvl8pPr algn="ctr">
              <a:defRPr sz="1350" b="0">
                <a:solidFill>
                  <a:srgbClr val="000000"/>
                </a:solidFill>
                <a:latin typeface="Arial"/>
                <a:ea typeface="Arial"/>
                <a:cs typeface="Arial"/>
              </a:defRPr>
            </a:lvl8pPr>
            <a:lvl9pPr algn="ctr">
              <a:defRPr sz="1350" b="0">
                <a:solidFill>
                  <a:srgbClr val="000000"/>
                </a:solidFill>
                <a:latin typeface="Arial"/>
                <a:ea typeface="Arial"/>
                <a:cs typeface="Arial"/>
              </a:defRPr>
            </a:lvl9pPr>
          </a:lstStyle>
          <a:p>
            <a:pPr algn="ctr">
              <a:defRPr sz="1350" b="0">
                <a:solidFill>
                  <a:srgbClr val="000000"/>
                </a:solidFill>
                <a:latin typeface="Arial"/>
                <a:ea typeface="Arial"/>
                <a:cs typeface="Arial"/>
              </a:defRPr>
            </a:pPr>
            <a:r>
              <a:rPr sz="1350" b="0">
                <a:solidFill>
                  <a:srgbClr val="000000"/>
                </a:solidFill>
                <a:latin typeface="Arial"/>
                <a:ea typeface="Arial"/>
                <a:cs typeface="Arial"/>
              </a:rPr>
              <a:t>Section z (bohr)</a:t>
            </a:r>
          </a:p>
        </p:txBody>
      </p:sp>
      <p:pic>
        <p:nvPicPr>
          <p:cNvPr id="61" name="">
            <a:extLst>
              <a:ext uri="{FF2B5EF4-FFF2-40B4-BE49-F238E27FC236}">
                <ns2:creationId id="{061DEA8B-6D72-4843-B11A-5B70452C3E56}"/>
              </a:ext>
            </a:extLst>
          </p:cNvPr>
          <p:cNvPicPr>
            <a:picLocks noChangeAspect="1"/>
          </p:cNvPicPr>
          <p:nvPr/>
        </p:nvPicPr>
        <p:blipFill>
          <a:blip ns3:embed="Rca544ad4d86345a5"/>
          <a:stretch/>
        </p:blipFill>
        <p:spPr>
          <a:xfrm>
            <a:off x="3769938" y="2381250"/>
            <a:ext cx="4482353" cy="104775"/>
          </a:xfrm>
          <a:prstGeom prst="rect">
            <a:avLst/>
          </a:prstGeom>
        </p:spPr>
      </p:pic>
      <p:sp>
        <p:nvSpPr>
          <p:cNvPr id="62" name="text_061">
            <a:extLst>
              <a:ext uri="{FF2B5EF4-FFF2-40B4-BE49-F238E27FC236}">
                <ns2:creationId id="{AABD7244-8303-4067-BA7A-6027E47884E7}"/>
              </a:ext>
            </a:extLst>
          </p:cNvPr>
          <p:cNvSpPr>
            <a:spLocks noGrp="1"/>
          </p:cNvSpPr>
          <p:nvPr/>
        </p:nvSpPr>
        <p:spPr>
          <a:xfrm rot="0">
            <a:off x="2496950" y="2276475"/>
            <a:ext cx="1183341" cy="266700"/>
          </a:xfrm>
          <a:prstGeom prst="rect">
            <a:avLst/>
          </a:prstGeom>
          <a:noFill/>
          <a:ln w="0">
            <a:noFill/>
            <a:prstDash val="solid"/>
          </a:ln>
        </p:spPr>
        <p:txBody>
          <a:bodyPr wrap="none" lIns="0" tIns="0" rIns="0" bIns="0" anchor="t">
            <a:noAutofit/>
          </a:bodyPr>
          <a:lstStyle>
            <a:defPPr algn="r">
              <a:defRPr sz="1350" b="1">
                <a:solidFill>
                  <a:srgbClr val="000000"/>
                </a:solidFill>
                <a:latin typeface="Arial"/>
                <a:ea typeface="Arial"/>
                <a:cs typeface="Arial"/>
              </a:defRPr>
            </a:defPPr>
            <a:lvl1pPr algn="r">
              <a:defRPr sz="1350" b="1">
                <a:solidFill>
                  <a:srgbClr val="000000"/>
                </a:solidFill>
                <a:latin typeface="Arial"/>
                <a:ea typeface="Arial"/>
                <a:cs typeface="Arial"/>
              </a:defRPr>
            </a:lvl1pPr>
            <a:lvl2pPr algn="r">
              <a:defRPr sz="1350" b="1">
                <a:solidFill>
                  <a:srgbClr val="000000"/>
                </a:solidFill>
                <a:latin typeface="Arial"/>
                <a:ea typeface="Arial"/>
                <a:cs typeface="Arial"/>
              </a:defRPr>
            </a:lvl2pPr>
            <a:lvl3pPr algn="r">
              <a:defRPr sz="1350" b="1">
                <a:solidFill>
                  <a:srgbClr val="000000"/>
                </a:solidFill>
                <a:latin typeface="Arial"/>
                <a:ea typeface="Arial"/>
                <a:cs typeface="Arial"/>
              </a:defRPr>
            </a:lvl3pPr>
            <a:lvl4pPr algn="r">
              <a:defRPr sz="1350" b="1">
                <a:solidFill>
                  <a:srgbClr val="000000"/>
                </a:solidFill>
                <a:latin typeface="Arial"/>
                <a:ea typeface="Arial"/>
                <a:cs typeface="Arial"/>
              </a:defRPr>
            </a:lvl4pPr>
            <a:lvl5pPr algn="r">
              <a:defRPr sz="1350" b="1">
                <a:solidFill>
                  <a:srgbClr val="000000"/>
                </a:solidFill>
                <a:latin typeface="Arial"/>
                <a:ea typeface="Arial"/>
                <a:cs typeface="Arial"/>
              </a:defRPr>
            </a:lvl5pPr>
            <a:lvl6pPr algn="r">
              <a:defRPr sz="1350" b="1">
                <a:solidFill>
                  <a:srgbClr val="000000"/>
                </a:solidFill>
                <a:latin typeface="Arial"/>
                <a:ea typeface="Arial"/>
                <a:cs typeface="Arial"/>
              </a:defRPr>
            </a:lvl6pPr>
            <a:lvl7pPr algn="r">
              <a:defRPr sz="1350" b="1">
                <a:solidFill>
                  <a:srgbClr val="000000"/>
                </a:solidFill>
                <a:latin typeface="Arial"/>
                <a:ea typeface="Arial"/>
                <a:cs typeface="Arial"/>
              </a:defRPr>
            </a:lvl7pPr>
            <a:lvl8pPr algn="r">
              <a:defRPr sz="1350" b="1">
                <a:solidFill>
                  <a:srgbClr val="000000"/>
                </a:solidFill>
                <a:latin typeface="Arial"/>
                <a:ea typeface="Arial"/>
                <a:cs typeface="Arial"/>
              </a:defRPr>
            </a:lvl8pPr>
            <a:lvl9pPr algn="r">
              <a:defRPr sz="1350" b="1">
                <a:solidFill>
                  <a:srgbClr val="000000"/>
                </a:solidFill>
                <a:latin typeface="Arial"/>
                <a:ea typeface="Arial"/>
                <a:cs typeface="Arial"/>
              </a:defRPr>
            </a:lvl9pPr>
          </a:lstStyle>
          <a:p>
            <a:pPr algn="r">
              <a:defRPr sz="1350" b="1">
                <a:solidFill>
                  <a:srgbClr val="000000"/>
                </a:solidFill>
                <a:latin typeface="Arial"/>
                <a:ea typeface="Arial"/>
                <a:cs typeface="Arial"/>
              </a:defRPr>
            </a:pPr>
            <a:r>
              <a:rPr sz="1350" b="1">
                <a:solidFill>
                  <a:srgbClr val="000000"/>
                </a:solidFill>
                <a:latin typeface="Arial"/>
                <a:ea typeface="Arial"/>
                <a:cs typeface="Arial"/>
              </a:rPr>
              <a:t>V (a.u.)</a:t>
            </a:r>
          </a:p>
        </p:txBody>
      </p:sp>
      <p:sp>
        <p:nvSpPr>
          <p:cNvPr id="63" name="line_062">
            <a:extLst>
              <a:ext uri="{FF2B5EF4-FFF2-40B4-BE49-F238E27FC236}">
                <ns2:creationId id="{B72413DC-30D0-4619-8659-380F5E036DCF}"/>
              </a:ext>
            </a:extLst>
          </p:cNvPr>
          <p:cNvSpPr>
            <a:spLocks noGrp="1"/>
          </p:cNvSpPr>
          <p:nvPr/>
        </p:nvSpPr>
        <p:spPr>
          <a:xfrm>
            <a:off x="3807486" y="2486025"/>
            <a:ext cx="89" cy="47625"/>
          </a:xfrm>
          <a:custGeom>
            <a:pathLst>
              <a:path w="95" h="47625">
                <a:moveTo>
                  <a:pt x="0" y="0"/>
                </a:moveTo>
                <a:lnTo>
                  <a:pt x="0" y="47625"/>
                </a:lnTo>
              </a:path>
            </a:pathLst>
          </a:custGeom>
          <a:noFill/>
          <a:ln w="7620">
            <a:solidFill>
              <a:srgbClr val="7B8790"/>
            </a:solidFill>
            <a:prstDash val="solid"/>
          </a:ln>
        </p:spPr>
      </p:sp>
      <p:sp>
        <p:nvSpPr>
          <p:cNvPr id="64" name="text_063">
            <a:extLst>
              <a:ext uri="{FF2B5EF4-FFF2-40B4-BE49-F238E27FC236}">
                <ns2:creationId id="{8AAA3D4A-8961-46A2-9E2B-FA6A3A8D39F4}"/>
              </a:ext>
            </a:extLst>
          </p:cNvPr>
          <p:cNvSpPr>
            <a:spLocks noGrp="1"/>
          </p:cNvSpPr>
          <p:nvPr/>
        </p:nvSpPr>
        <p:spPr>
          <a:xfrm rot="0">
            <a:off x="3565438" y="2571750"/>
            <a:ext cx="484094" cy="209550"/>
          </a:xfrm>
          <a:prstGeom prst="rect">
            <a:avLst/>
          </a:prstGeom>
          <a:noFill/>
          <a:ln w="0">
            <a:noFill/>
            <a:prstDash val="solid"/>
          </a:ln>
        </p:spPr>
        <p:txBody>
          <a:bodyPr wrap="none" lIns="0" tIns="0" rIns="0" bIns="0" anchor="t">
            <a:noAutofit/>
          </a:bodyPr>
          <a:lstStyle>
            <a:defPPr algn="ctr">
              <a:defRPr sz="1350" b="0">
                <a:solidFill>
                  <a:srgbClr val="000000"/>
                </a:solidFill>
                <a:latin typeface="Arial"/>
                <a:ea typeface="Arial"/>
                <a:cs typeface="Arial"/>
              </a:defRPr>
            </a:defPPr>
            <a:lvl1pPr algn="ctr">
              <a:defRPr sz="1350" b="0">
                <a:solidFill>
                  <a:srgbClr val="000000"/>
                </a:solidFill>
                <a:latin typeface="Arial"/>
                <a:ea typeface="Arial"/>
                <a:cs typeface="Arial"/>
              </a:defRPr>
            </a:lvl1pPr>
            <a:lvl2pPr algn="ctr">
              <a:defRPr sz="1350" b="0">
                <a:solidFill>
                  <a:srgbClr val="000000"/>
                </a:solidFill>
                <a:latin typeface="Arial"/>
                <a:ea typeface="Arial"/>
                <a:cs typeface="Arial"/>
              </a:defRPr>
            </a:lvl2pPr>
            <a:lvl3pPr algn="ctr">
              <a:defRPr sz="1350" b="0">
                <a:solidFill>
                  <a:srgbClr val="000000"/>
                </a:solidFill>
                <a:latin typeface="Arial"/>
                <a:ea typeface="Arial"/>
                <a:cs typeface="Arial"/>
              </a:defRPr>
            </a:lvl3pPr>
            <a:lvl4pPr algn="ctr">
              <a:defRPr sz="1350" b="0">
                <a:solidFill>
                  <a:srgbClr val="000000"/>
                </a:solidFill>
                <a:latin typeface="Arial"/>
                <a:ea typeface="Arial"/>
                <a:cs typeface="Arial"/>
              </a:defRPr>
            </a:lvl4pPr>
            <a:lvl5pPr algn="ctr">
              <a:defRPr sz="1350" b="0">
                <a:solidFill>
                  <a:srgbClr val="000000"/>
                </a:solidFill>
                <a:latin typeface="Arial"/>
                <a:ea typeface="Arial"/>
                <a:cs typeface="Arial"/>
              </a:defRPr>
            </a:lvl5pPr>
            <a:lvl6pPr algn="ctr">
              <a:defRPr sz="1350" b="0">
                <a:solidFill>
                  <a:srgbClr val="000000"/>
                </a:solidFill>
                <a:latin typeface="Arial"/>
                <a:ea typeface="Arial"/>
                <a:cs typeface="Arial"/>
              </a:defRPr>
            </a:lvl6pPr>
            <a:lvl7pPr algn="ctr">
              <a:defRPr sz="1350" b="0">
                <a:solidFill>
                  <a:srgbClr val="000000"/>
                </a:solidFill>
                <a:latin typeface="Arial"/>
                <a:ea typeface="Arial"/>
                <a:cs typeface="Arial"/>
              </a:defRPr>
            </a:lvl7pPr>
            <a:lvl8pPr algn="ctr">
              <a:defRPr sz="1350" b="0">
                <a:solidFill>
                  <a:srgbClr val="000000"/>
                </a:solidFill>
                <a:latin typeface="Arial"/>
                <a:ea typeface="Arial"/>
                <a:cs typeface="Arial"/>
              </a:defRPr>
            </a:lvl8pPr>
            <a:lvl9pPr algn="ctr">
              <a:defRPr sz="1350" b="0">
                <a:solidFill>
                  <a:srgbClr val="000000"/>
                </a:solidFill>
                <a:latin typeface="Arial"/>
                <a:ea typeface="Arial"/>
                <a:cs typeface="Arial"/>
              </a:defRPr>
            </a:lvl9pPr>
          </a:lstStyle>
          <a:p>
            <a:pPr algn="ctr">
              <a:defRPr sz="1350" b="0">
                <a:solidFill>
                  <a:srgbClr val="000000"/>
                </a:solidFill>
                <a:latin typeface="Arial"/>
                <a:ea typeface="Arial"/>
                <a:cs typeface="Arial"/>
              </a:defRPr>
            </a:pPr>
            <a:r>
              <a:rPr sz="1350" b="0">
                <a:solidFill>
                  <a:srgbClr val="000000"/>
                </a:solidFill>
                <a:latin typeface="Arial"/>
                <a:ea typeface="Arial"/>
                <a:cs typeface="Arial"/>
              </a:rPr>
              <a:t>-2</a:t>
            </a:r>
          </a:p>
        </p:txBody>
      </p:sp>
      <p:sp>
        <p:nvSpPr>
          <p:cNvPr id="65" name="line_064">
            <a:extLst>
              <a:ext uri="{FF2B5EF4-FFF2-40B4-BE49-F238E27FC236}">
                <ns2:creationId id="{D8C17690-5DA1-498A-A1CC-D5B897259F17}"/>
              </a:ext>
            </a:extLst>
          </p:cNvPr>
          <p:cNvSpPr>
            <a:spLocks noGrp="1"/>
          </p:cNvSpPr>
          <p:nvPr/>
        </p:nvSpPr>
        <p:spPr>
          <a:xfrm>
            <a:off x="4946220" y="2486025"/>
            <a:ext cx="89" cy="47625"/>
          </a:xfrm>
          <a:custGeom>
            <a:pathLst>
              <a:path w="95" h="47625">
                <a:moveTo>
                  <a:pt x="0" y="0"/>
                </a:moveTo>
                <a:lnTo>
                  <a:pt x="0" y="47625"/>
                </a:lnTo>
              </a:path>
            </a:pathLst>
          </a:custGeom>
          <a:noFill/>
          <a:ln w="7620">
            <a:solidFill>
              <a:srgbClr val="7B8790"/>
            </a:solidFill>
            <a:prstDash val="solid"/>
          </a:ln>
        </p:spPr>
      </p:sp>
      <p:sp>
        <p:nvSpPr>
          <p:cNvPr id="66" name="text_065">
            <a:extLst>
              <a:ext uri="{FF2B5EF4-FFF2-40B4-BE49-F238E27FC236}">
                <ns2:creationId id="{5847CCDC-9E95-4061-822F-36606AFA41D2}"/>
              </a:ext>
            </a:extLst>
          </p:cNvPr>
          <p:cNvSpPr>
            <a:spLocks noGrp="1"/>
          </p:cNvSpPr>
          <p:nvPr/>
        </p:nvSpPr>
        <p:spPr>
          <a:xfrm rot="0">
            <a:off x="4704174" y="2571750"/>
            <a:ext cx="484094" cy="209550"/>
          </a:xfrm>
          <a:prstGeom prst="rect">
            <a:avLst/>
          </a:prstGeom>
          <a:noFill/>
          <a:ln w="0">
            <a:noFill/>
            <a:prstDash val="solid"/>
          </a:ln>
        </p:spPr>
        <p:txBody>
          <a:bodyPr wrap="none" lIns="0" tIns="0" rIns="0" bIns="0" anchor="t">
            <a:noAutofit/>
          </a:bodyPr>
          <a:lstStyle>
            <a:defPPr algn="ctr">
              <a:defRPr sz="1350" b="0">
                <a:solidFill>
                  <a:srgbClr val="000000"/>
                </a:solidFill>
                <a:latin typeface="Arial"/>
                <a:ea typeface="Arial"/>
                <a:cs typeface="Arial"/>
              </a:defRPr>
            </a:defPPr>
            <a:lvl1pPr algn="ctr">
              <a:defRPr sz="1350" b="0">
                <a:solidFill>
                  <a:srgbClr val="000000"/>
                </a:solidFill>
                <a:latin typeface="Arial"/>
                <a:ea typeface="Arial"/>
                <a:cs typeface="Arial"/>
              </a:defRPr>
            </a:lvl1pPr>
            <a:lvl2pPr algn="ctr">
              <a:defRPr sz="1350" b="0">
                <a:solidFill>
                  <a:srgbClr val="000000"/>
                </a:solidFill>
                <a:latin typeface="Arial"/>
                <a:ea typeface="Arial"/>
                <a:cs typeface="Arial"/>
              </a:defRPr>
            </a:lvl2pPr>
            <a:lvl3pPr algn="ctr">
              <a:defRPr sz="1350" b="0">
                <a:solidFill>
                  <a:srgbClr val="000000"/>
                </a:solidFill>
                <a:latin typeface="Arial"/>
                <a:ea typeface="Arial"/>
                <a:cs typeface="Arial"/>
              </a:defRPr>
            </a:lvl3pPr>
            <a:lvl4pPr algn="ctr">
              <a:defRPr sz="1350" b="0">
                <a:solidFill>
                  <a:srgbClr val="000000"/>
                </a:solidFill>
                <a:latin typeface="Arial"/>
                <a:ea typeface="Arial"/>
                <a:cs typeface="Arial"/>
              </a:defRPr>
            </a:lvl4pPr>
            <a:lvl5pPr algn="ctr">
              <a:defRPr sz="1350" b="0">
                <a:solidFill>
                  <a:srgbClr val="000000"/>
                </a:solidFill>
                <a:latin typeface="Arial"/>
                <a:ea typeface="Arial"/>
                <a:cs typeface="Arial"/>
              </a:defRPr>
            </a:lvl5pPr>
            <a:lvl6pPr algn="ctr">
              <a:defRPr sz="1350" b="0">
                <a:solidFill>
                  <a:srgbClr val="000000"/>
                </a:solidFill>
                <a:latin typeface="Arial"/>
                <a:ea typeface="Arial"/>
                <a:cs typeface="Arial"/>
              </a:defRPr>
            </a:lvl6pPr>
            <a:lvl7pPr algn="ctr">
              <a:defRPr sz="1350" b="0">
                <a:solidFill>
                  <a:srgbClr val="000000"/>
                </a:solidFill>
                <a:latin typeface="Arial"/>
                <a:ea typeface="Arial"/>
                <a:cs typeface="Arial"/>
              </a:defRPr>
            </a:lvl7pPr>
            <a:lvl8pPr algn="ctr">
              <a:defRPr sz="1350" b="0">
                <a:solidFill>
                  <a:srgbClr val="000000"/>
                </a:solidFill>
                <a:latin typeface="Arial"/>
                <a:ea typeface="Arial"/>
                <a:cs typeface="Arial"/>
              </a:defRPr>
            </a:lvl8pPr>
            <a:lvl9pPr algn="ctr">
              <a:defRPr sz="1350" b="0">
                <a:solidFill>
                  <a:srgbClr val="000000"/>
                </a:solidFill>
                <a:latin typeface="Arial"/>
                <a:ea typeface="Arial"/>
                <a:cs typeface="Arial"/>
              </a:defRPr>
            </a:lvl9pPr>
          </a:lstStyle>
          <a:p>
            <a:pPr algn="ctr">
              <a:defRPr sz="1350" b="0">
                <a:solidFill>
                  <a:srgbClr val="000000"/>
                </a:solidFill>
                <a:latin typeface="Arial"/>
                <a:ea typeface="Arial"/>
                <a:cs typeface="Arial"/>
              </a:defRPr>
            </a:pPr>
            <a:r>
              <a:rPr sz="1350" b="0">
                <a:solidFill>
                  <a:srgbClr val="000000"/>
                </a:solidFill>
                <a:latin typeface="Arial"/>
                <a:ea typeface="Arial"/>
                <a:cs typeface="Arial"/>
              </a:rPr>
              <a:t>-0.1</a:t>
            </a:r>
          </a:p>
        </p:txBody>
      </p:sp>
      <p:sp>
        <p:nvSpPr>
          <p:cNvPr id="67" name="line_066">
            <a:extLst>
              <a:ext uri="{FF2B5EF4-FFF2-40B4-BE49-F238E27FC236}">
                <ns2:creationId id="{FC91B5B4-5245-4B52-9BF5-20F37BDE408A}"/>
              </a:ext>
            </a:extLst>
          </p:cNvPr>
          <p:cNvSpPr>
            <a:spLocks noGrp="1"/>
          </p:cNvSpPr>
          <p:nvPr/>
        </p:nvSpPr>
        <p:spPr>
          <a:xfrm>
            <a:off x="6011116" y="2486025"/>
            <a:ext cx="89" cy="47625"/>
          </a:xfrm>
          <a:custGeom>
            <a:pathLst>
              <a:path w="95" h="47625">
                <a:moveTo>
                  <a:pt x="0" y="0"/>
                </a:moveTo>
                <a:lnTo>
                  <a:pt x="0" y="47625"/>
                </a:lnTo>
              </a:path>
            </a:pathLst>
          </a:custGeom>
          <a:noFill/>
          <a:ln w="7620">
            <a:solidFill>
              <a:srgbClr val="7B8790"/>
            </a:solidFill>
            <a:prstDash val="solid"/>
          </a:ln>
        </p:spPr>
      </p:sp>
      <p:sp>
        <p:nvSpPr>
          <p:cNvPr id="68" name="text_067">
            <a:extLst>
              <a:ext uri="{FF2B5EF4-FFF2-40B4-BE49-F238E27FC236}">
                <ns2:creationId id="{3AB30FDA-7FAB-4118-8BB2-A58524A3BC55}"/>
              </a:ext>
            </a:extLst>
          </p:cNvPr>
          <p:cNvSpPr>
            <a:spLocks noGrp="1"/>
          </p:cNvSpPr>
          <p:nvPr/>
        </p:nvSpPr>
        <p:spPr>
          <a:xfrm rot="0">
            <a:off x="5769068" y="2571750"/>
            <a:ext cx="484094" cy="209550"/>
          </a:xfrm>
          <a:prstGeom prst="rect">
            <a:avLst/>
          </a:prstGeom>
          <a:noFill/>
          <a:ln w="0">
            <a:noFill/>
            <a:prstDash val="solid"/>
          </a:ln>
        </p:spPr>
        <p:txBody>
          <a:bodyPr wrap="none" lIns="0" tIns="0" rIns="0" bIns="0" anchor="t">
            <a:noAutofit/>
          </a:bodyPr>
          <a:lstStyle>
            <a:defPPr algn="ctr">
              <a:defRPr sz="1350" b="0">
                <a:solidFill>
                  <a:srgbClr val="000000"/>
                </a:solidFill>
                <a:latin typeface="Arial"/>
                <a:ea typeface="Arial"/>
                <a:cs typeface="Arial"/>
              </a:defRPr>
            </a:defPPr>
            <a:lvl1pPr algn="ctr">
              <a:defRPr sz="1350" b="0">
                <a:solidFill>
                  <a:srgbClr val="000000"/>
                </a:solidFill>
                <a:latin typeface="Arial"/>
                <a:ea typeface="Arial"/>
                <a:cs typeface="Arial"/>
              </a:defRPr>
            </a:lvl1pPr>
            <a:lvl2pPr algn="ctr">
              <a:defRPr sz="1350" b="0">
                <a:solidFill>
                  <a:srgbClr val="000000"/>
                </a:solidFill>
                <a:latin typeface="Arial"/>
                <a:ea typeface="Arial"/>
                <a:cs typeface="Arial"/>
              </a:defRPr>
            </a:lvl2pPr>
            <a:lvl3pPr algn="ctr">
              <a:defRPr sz="1350" b="0">
                <a:solidFill>
                  <a:srgbClr val="000000"/>
                </a:solidFill>
                <a:latin typeface="Arial"/>
                <a:ea typeface="Arial"/>
                <a:cs typeface="Arial"/>
              </a:defRPr>
            </a:lvl3pPr>
            <a:lvl4pPr algn="ctr">
              <a:defRPr sz="1350" b="0">
                <a:solidFill>
                  <a:srgbClr val="000000"/>
                </a:solidFill>
                <a:latin typeface="Arial"/>
                <a:ea typeface="Arial"/>
                <a:cs typeface="Arial"/>
              </a:defRPr>
            </a:lvl4pPr>
            <a:lvl5pPr algn="ctr">
              <a:defRPr sz="1350" b="0">
                <a:solidFill>
                  <a:srgbClr val="000000"/>
                </a:solidFill>
                <a:latin typeface="Arial"/>
                <a:ea typeface="Arial"/>
                <a:cs typeface="Arial"/>
              </a:defRPr>
            </a:lvl5pPr>
            <a:lvl6pPr algn="ctr">
              <a:defRPr sz="1350" b="0">
                <a:solidFill>
                  <a:srgbClr val="000000"/>
                </a:solidFill>
                <a:latin typeface="Arial"/>
                <a:ea typeface="Arial"/>
                <a:cs typeface="Arial"/>
              </a:defRPr>
            </a:lvl6pPr>
            <a:lvl7pPr algn="ctr">
              <a:defRPr sz="1350" b="0">
                <a:solidFill>
                  <a:srgbClr val="000000"/>
                </a:solidFill>
                <a:latin typeface="Arial"/>
                <a:ea typeface="Arial"/>
                <a:cs typeface="Arial"/>
              </a:defRPr>
            </a:lvl7pPr>
            <a:lvl8pPr algn="ctr">
              <a:defRPr sz="1350" b="0">
                <a:solidFill>
                  <a:srgbClr val="000000"/>
                </a:solidFill>
                <a:latin typeface="Arial"/>
                <a:ea typeface="Arial"/>
                <a:cs typeface="Arial"/>
              </a:defRPr>
            </a:lvl8pPr>
            <a:lvl9pPr algn="ctr">
              <a:defRPr sz="1350" b="0">
                <a:solidFill>
                  <a:srgbClr val="000000"/>
                </a:solidFill>
                <a:latin typeface="Arial"/>
                <a:ea typeface="Arial"/>
                <a:cs typeface="Arial"/>
              </a:defRPr>
            </a:lvl9pPr>
          </a:lstStyle>
          <a:p>
            <a:pPr algn="ctr">
              <a:defRPr sz="1350" b="0">
                <a:solidFill>
                  <a:srgbClr val="000000"/>
                </a:solidFill>
                <a:latin typeface="Arial"/>
                <a:ea typeface="Arial"/>
                <a:cs typeface="Arial"/>
              </a:defRPr>
            </a:pPr>
            <a:r>
              <a:rPr sz="1350" b="0">
                <a:solidFill>
                  <a:srgbClr val="000000"/>
                </a:solidFill>
                <a:latin typeface="Arial"/>
                <a:ea typeface="Arial"/>
                <a:cs typeface="Arial"/>
              </a:rPr>
              <a:t>0</a:t>
            </a:r>
          </a:p>
        </p:txBody>
      </p:sp>
      <p:sp>
        <p:nvSpPr>
          <p:cNvPr id="69" name="line_068">
            <a:extLst>
              <a:ext uri="{FF2B5EF4-FFF2-40B4-BE49-F238E27FC236}">
                <ns2:creationId id="{CA27A769-3072-4E6B-A336-DB929E900302}"/>
              </a:ext>
            </a:extLst>
          </p:cNvPr>
          <p:cNvSpPr>
            <a:spLocks noGrp="1"/>
          </p:cNvSpPr>
          <p:nvPr/>
        </p:nvSpPr>
        <p:spPr>
          <a:xfrm>
            <a:off x="7076010" y="2486025"/>
            <a:ext cx="89" cy="47625"/>
          </a:xfrm>
          <a:custGeom>
            <a:pathLst>
              <a:path w="95" h="47625">
                <a:moveTo>
                  <a:pt x="0" y="0"/>
                </a:moveTo>
                <a:lnTo>
                  <a:pt x="0" y="47625"/>
                </a:lnTo>
              </a:path>
            </a:pathLst>
          </a:custGeom>
          <a:noFill/>
          <a:ln w="7620">
            <a:solidFill>
              <a:srgbClr val="7B8790"/>
            </a:solidFill>
            <a:prstDash val="solid"/>
          </a:ln>
        </p:spPr>
      </p:sp>
      <p:sp>
        <p:nvSpPr>
          <p:cNvPr id="70" name="text_069">
            <a:extLst>
              <a:ext uri="{FF2B5EF4-FFF2-40B4-BE49-F238E27FC236}">
                <ns2:creationId id="{E4C82042-3FC5-49F9-A284-8458AC48638A}"/>
              </a:ext>
            </a:extLst>
          </p:cNvPr>
          <p:cNvSpPr>
            <a:spLocks noGrp="1"/>
          </p:cNvSpPr>
          <p:nvPr/>
        </p:nvSpPr>
        <p:spPr>
          <a:xfrm rot="0">
            <a:off x="6833964" y="2571750"/>
            <a:ext cx="484094" cy="209550"/>
          </a:xfrm>
          <a:prstGeom prst="rect">
            <a:avLst/>
          </a:prstGeom>
          <a:noFill/>
          <a:ln w="0">
            <a:noFill/>
            <a:prstDash val="solid"/>
          </a:ln>
        </p:spPr>
        <p:txBody>
          <a:bodyPr wrap="none" lIns="0" tIns="0" rIns="0" bIns="0" anchor="t">
            <a:noAutofit/>
          </a:bodyPr>
          <a:lstStyle>
            <a:defPPr algn="ctr">
              <a:defRPr sz="1350" b="0">
                <a:solidFill>
                  <a:srgbClr val="000000"/>
                </a:solidFill>
                <a:latin typeface="Arial"/>
                <a:ea typeface="Arial"/>
                <a:cs typeface="Arial"/>
              </a:defRPr>
            </a:defPPr>
            <a:lvl1pPr algn="ctr">
              <a:defRPr sz="1350" b="0">
                <a:solidFill>
                  <a:srgbClr val="000000"/>
                </a:solidFill>
                <a:latin typeface="Arial"/>
                <a:ea typeface="Arial"/>
                <a:cs typeface="Arial"/>
              </a:defRPr>
            </a:lvl1pPr>
            <a:lvl2pPr algn="ctr">
              <a:defRPr sz="1350" b="0">
                <a:solidFill>
                  <a:srgbClr val="000000"/>
                </a:solidFill>
                <a:latin typeface="Arial"/>
                <a:ea typeface="Arial"/>
                <a:cs typeface="Arial"/>
              </a:defRPr>
            </a:lvl2pPr>
            <a:lvl3pPr algn="ctr">
              <a:defRPr sz="1350" b="0">
                <a:solidFill>
                  <a:srgbClr val="000000"/>
                </a:solidFill>
                <a:latin typeface="Arial"/>
                <a:ea typeface="Arial"/>
                <a:cs typeface="Arial"/>
              </a:defRPr>
            </a:lvl3pPr>
            <a:lvl4pPr algn="ctr">
              <a:defRPr sz="1350" b="0">
                <a:solidFill>
                  <a:srgbClr val="000000"/>
                </a:solidFill>
                <a:latin typeface="Arial"/>
                <a:ea typeface="Arial"/>
                <a:cs typeface="Arial"/>
              </a:defRPr>
            </a:lvl4pPr>
            <a:lvl5pPr algn="ctr">
              <a:defRPr sz="1350" b="0">
                <a:solidFill>
                  <a:srgbClr val="000000"/>
                </a:solidFill>
                <a:latin typeface="Arial"/>
                <a:ea typeface="Arial"/>
                <a:cs typeface="Arial"/>
              </a:defRPr>
            </a:lvl5pPr>
            <a:lvl6pPr algn="ctr">
              <a:defRPr sz="1350" b="0">
                <a:solidFill>
                  <a:srgbClr val="000000"/>
                </a:solidFill>
                <a:latin typeface="Arial"/>
                <a:ea typeface="Arial"/>
                <a:cs typeface="Arial"/>
              </a:defRPr>
            </a:lvl6pPr>
            <a:lvl7pPr algn="ctr">
              <a:defRPr sz="1350" b="0">
                <a:solidFill>
                  <a:srgbClr val="000000"/>
                </a:solidFill>
                <a:latin typeface="Arial"/>
                <a:ea typeface="Arial"/>
                <a:cs typeface="Arial"/>
              </a:defRPr>
            </a:lvl7pPr>
            <a:lvl8pPr algn="ctr">
              <a:defRPr sz="1350" b="0">
                <a:solidFill>
                  <a:srgbClr val="000000"/>
                </a:solidFill>
                <a:latin typeface="Arial"/>
                <a:ea typeface="Arial"/>
                <a:cs typeface="Arial"/>
              </a:defRPr>
            </a:lvl8pPr>
            <a:lvl9pPr algn="ctr">
              <a:defRPr sz="1350" b="0">
                <a:solidFill>
                  <a:srgbClr val="000000"/>
                </a:solidFill>
                <a:latin typeface="Arial"/>
                <a:ea typeface="Arial"/>
                <a:cs typeface="Arial"/>
              </a:defRPr>
            </a:lvl9pPr>
          </a:lstStyle>
          <a:p>
            <a:pPr algn="ctr">
              <a:defRPr sz="1350" b="0">
                <a:solidFill>
                  <a:srgbClr val="000000"/>
                </a:solidFill>
                <a:latin typeface="Arial"/>
                <a:ea typeface="Arial"/>
                <a:cs typeface="Arial"/>
              </a:defRPr>
            </a:pPr>
            <a:r>
              <a:rPr sz="1350" b="0">
                <a:solidFill>
                  <a:srgbClr val="000000"/>
                </a:solidFill>
                <a:latin typeface="Arial"/>
                <a:ea typeface="Arial"/>
                <a:cs typeface="Arial"/>
              </a:rPr>
              <a:t>0.1</a:t>
            </a:r>
          </a:p>
        </p:txBody>
      </p:sp>
      <p:sp>
        <p:nvSpPr>
          <p:cNvPr id="71" name="line_070">
            <a:extLst>
              <a:ext uri="{FF2B5EF4-FFF2-40B4-BE49-F238E27FC236}">
                <ns2:creationId id="{C3E17595-7FA7-4C3C-8A74-C703492AAB2E}"/>
              </a:ext>
            </a:extLst>
          </p:cNvPr>
          <p:cNvSpPr>
            <a:spLocks noGrp="1"/>
          </p:cNvSpPr>
          <p:nvPr/>
        </p:nvSpPr>
        <p:spPr>
          <a:xfrm>
            <a:off x="8214746" y="2486025"/>
            <a:ext cx="89" cy="47625"/>
          </a:xfrm>
          <a:custGeom>
            <a:pathLst>
              <a:path w="95" h="47625">
                <a:moveTo>
                  <a:pt x="0" y="0"/>
                </a:moveTo>
                <a:lnTo>
                  <a:pt x="0" y="47625"/>
                </a:lnTo>
              </a:path>
            </a:pathLst>
          </a:custGeom>
          <a:noFill/>
          <a:ln w="7620">
            <a:solidFill>
              <a:srgbClr val="7B8790"/>
            </a:solidFill>
            <a:prstDash val="solid"/>
          </a:ln>
        </p:spPr>
      </p:sp>
      <p:sp>
        <p:nvSpPr>
          <p:cNvPr id="72" name="text_071">
            <a:extLst>
              <a:ext uri="{FF2B5EF4-FFF2-40B4-BE49-F238E27FC236}">
                <ns2:creationId id="{BD15E7F0-49B1-4EF0-88F0-9321C0124234}"/>
              </a:ext>
            </a:extLst>
          </p:cNvPr>
          <p:cNvSpPr>
            <a:spLocks noGrp="1"/>
          </p:cNvSpPr>
          <p:nvPr/>
        </p:nvSpPr>
        <p:spPr>
          <a:xfrm rot="0">
            <a:off x="7972698" y="2571750"/>
            <a:ext cx="484094" cy="209550"/>
          </a:xfrm>
          <a:prstGeom prst="rect">
            <a:avLst/>
          </a:prstGeom>
          <a:noFill/>
          <a:ln w="0">
            <a:noFill/>
            <a:prstDash val="solid"/>
          </a:ln>
        </p:spPr>
        <p:txBody>
          <a:bodyPr wrap="none" lIns="0" tIns="0" rIns="0" bIns="0" anchor="t">
            <a:noAutofit/>
          </a:bodyPr>
          <a:lstStyle>
            <a:defPPr algn="ctr">
              <a:defRPr sz="1350" b="0">
                <a:solidFill>
                  <a:srgbClr val="000000"/>
                </a:solidFill>
                <a:latin typeface="Arial"/>
                <a:ea typeface="Arial"/>
                <a:cs typeface="Arial"/>
              </a:defRPr>
            </a:defPPr>
            <a:lvl1pPr algn="ctr">
              <a:defRPr sz="1350" b="0">
                <a:solidFill>
                  <a:srgbClr val="000000"/>
                </a:solidFill>
                <a:latin typeface="Arial"/>
                <a:ea typeface="Arial"/>
                <a:cs typeface="Arial"/>
              </a:defRPr>
            </a:lvl1pPr>
            <a:lvl2pPr algn="ctr">
              <a:defRPr sz="1350" b="0">
                <a:solidFill>
                  <a:srgbClr val="000000"/>
                </a:solidFill>
                <a:latin typeface="Arial"/>
                <a:ea typeface="Arial"/>
                <a:cs typeface="Arial"/>
              </a:defRPr>
            </a:lvl2pPr>
            <a:lvl3pPr algn="ctr">
              <a:defRPr sz="1350" b="0">
                <a:solidFill>
                  <a:srgbClr val="000000"/>
                </a:solidFill>
                <a:latin typeface="Arial"/>
                <a:ea typeface="Arial"/>
                <a:cs typeface="Arial"/>
              </a:defRPr>
            </a:lvl3pPr>
            <a:lvl4pPr algn="ctr">
              <a:defRPr sz="1350" b="0">
                <a:solidFill>
                  <a:srgbClr val="000000"/>
                </a:solidFill>
                <a:latin typeface="Arial"/>
                <a:ea typeface="Arial"/>
                <a:cs typeface="Arial"/>
              </a:defRPr>
            </a:lvl4pPr>
            <a:lvl5pPr algn="ctr">
              <a:defRPr sz="1350" b="0">
                <a:solidFill>
                  <a:srgbClr val="000000"/>
                </a:solidFill>
                <a:latin typeface="Arial"/>
                <a:ea typeface="Arial"/>
                <a:cs typeface="Arial"/>
              </a:defRPr>
            </a:lvl5pPr>
            <a:lvl6pPr algn="ctr">
              <a:defRPr sz="1350" b="0">
                <a:solidFill>
                  <a:srgbClr val="000000"/>
                </a:solidFill>
                <a:latin typeface="Arial"/>
                <a:ea typeface="Arial"/>
                <a:cs typeface="Arial"/>
              </a:defRPr>
            </a:lvl6pPr>
            <a:lvl7pPr algn="ctr">
              <a:defRPr sz="1350" b="0">
                <a:solidFill>
                  <a:srgbClr val="000000"/>
                </a:solidFill>
                <a:latin typeface="Arial"/>
                <a:ea typeface="Arial"/>
                <a:cs typeface="Arial"/>
              </a:defRPr>
            </a:lvl7pPr>
            <a:lvl8pPr algn="ctr">
              <a:defRPr sz="1350" b="0">
                <a:solidFill>
                  <a:srgbClr val="000000"/>
                </a:solidFill>
                <a:latin typeface="Arial"/>
                <a:ea typeface="Arial"/>
                <a:cs typeface="Arial"/>
              </a:defRPr>
            </a:lvl8pPr>
            <a:lvl9pPr algn="ctr">
              <a:defRPr sz="1350" b="0">
                <a:solidFill>
                  <a:srgbClr val="000000"/>
                </a:solidFill>
                <a:latin typeface="Arial"/>
                <a:ea typeface="Arial"/>
                <a:cs typeface="Arial"/>
              </a:defRPr>
            </a:lvl9pPr>
          </a:lstStyle>
          <a:p>
            <a:pPr algn="ctr">
              <a:defRPr sz="1350" b="0">
                <a:solidFill>
                  <a:srgbClr val="000000"/>
                </a:solidFill>
                <a:latin typeface="Arial"/>
                <a:ea typeface="Arial"/>
                <a:cs typeface="Arial"/>
              </a:defRPr>
            </a:pPr>
            <a:r>
              <a:rPr sz="1350" b="0">
                <a:solidFill>
                  <a:srgbClr val="000000"/>
                </a:solidFill>
                <a:latin typeface="Arial"/>
                <a:ea typeface="Arial"/>
                <a:cs typeface="Arial"/>
              </a:rPr>
              <a:t>2</a:t>
            </a:r>
          </a:p>
        </p:txBody>
      </p:sp>
      <p:sp>
        <p:nvSpPr>
          <p:cNvPr id="100062" name="(c) Potential sections"/>
          <p:cNvSpPr/>
          <p:nvPr/>
        </p:nvSpPr>
        <p:spPr>
          <a:xfrm>
            <a:off x="190500" y="2828925"/>
            <a:ext cx="10572750" cy="295275"/>
          </a:xfrm>
          <a:prstGeom prst="rect">
            <a:avLst/>
          </a:prstGeom>
          <a:noFill/>
          <a:ln>
            <a:noFill/>
          </a:ln>
        </p:spPr>
        <p:txBody>
          <a:bodyPr wrap="none" lIns="0" rIns="0" tIns="0" bIns="0" anchor="ctr"/>
          <a:lstStyle/>
          <a:p>
            <a:pPr algn="l"/>
            <a:r>
              <a:rPr sz="1950" b="1" i="0">
                <a:solidFill>
                  <a:srgbClr val="000000"/>
                </a:solidFill>
                <a:latin typeface="Arial"/>
                <a:ea typeface="Arial"/>
                <a:cs typeface="Arial"/>
              </a:rPr>
              <a:t>(c) Potential sections</a:t>
            </a:r>
          </a:p>
        </p:txBody>
      </p:sp>
      <p:sp>
        <p:nvSpPr>
          <p:cNvPr id="100063" name="z = -2 bohr"/>
          <p:cNvSpPr/>
          <p:nvPr/>
        </p:nvSpPr>
        <p:spPr>
          <a:xfrm>
            <a:off x="285750" y="3143250"/>
            <a:ext cx="2162175" cy="266700"/>
          </a:xfrm>
          <a:prstGeom prst="rect">
            <a:avLst/>
          </a:prstGeom>
          <a:noFill/>
          <a:ln>
            <a:noFill/>
          </a:ln>
        </p:spPr>
        <p:txBody>
          <a:bodyPr wrap="none" lIns="0" rIns="0" tIns="0" bIns="0" anchor="ctr"/>
          <a:lstStyle/>
          <a:p>
            <a:pPr algn="ctr"/>
            <a:r>
              <a:rPr sz="1650" b="1" i="0">
                <a:solidFill>
                  <a:srgbClr val="000000"/>
                </a:solidFill>
                <a:latin typeface="Arial"/>
                <a:ea typeface="Arial"/>
                <a:cs typeface="Arial"/>
              </a:rPr>
              <a:t>z = -2 bohr</a:t>
            </a:r>
          </a:p>
        </p:txBody>
      </p:sp>
      <p:pic>
        <p:nvPicPr>
          <p:cNvPr id="100064" name="Benzene original reconstructed section 0"/>
          <p:cNvPicPr/>
          <p:nvPr/>
        </p:nvPicPr>
        <p:blipFill>
          <a:blip ns3:embed="addedSource100064"/>
          <a:stretch>
            <a:fillRect/>
          </a:stretch>
        </p:blipFill>
        <p:spPr>
          <a:xfrm>
            <a:off x="428625" y="3429000"/>
            <a:ext cx="1876425" cy="1876425"/>
          </a:xfrm>
          <a:prstGeom prst="rect">
            <a:avLst/>
          </a:prstGeom>
        </p:spPr>
      </p:pic>
      <p:sp>
        <p:nvSpPr>
          <p:cNvPr id="100065" name="-6"/>
          <p:cNvSpPr/>
          <p:nvPr/>
        </p:nvSpPr>
        <p:spPr>
          <a:xfrm>
            <a:off x="209550" y="5343525"/>
            <a:ext cx="438150" cy="228600"/>
          </a:xfrm>
          <a:prstGeom prst="rect">
            <a:avLst/>
          </a:prstGeom>
          <a:noFill/>
          <a:ln>
            <a:noFill/>
          </a:ln>
        </p:spPr>
        <p:txBody>
          <a:bodyPr wrap="none" lIns="0" rIns="0" tIns="0" bIns="0" anchor="ctr"/>
          <a:lstStyle/>
          <a:p>
            <a:pPr algn="ctr"/>
            <a:r>
              <a:rPr sz="1350" b="0" i="0">
                <a:solidFill>
                  <a:srgbClr val="000000"/>
                </a:solidFill>
                <a:latin typeface="Arial"/>
                <a:ea typeface="Arial"/>
                <a:cs typeface="Arial"/>
              </a:rPr>
              <a:t>-6</a:t>
            </a:r>
          </a:p>
        </p:txBody>
      </p:sp>
      <p:sp>
        <p:nvSpPr>
          <p:cNvPr id="100066" name="-6"/>
          <p:cNvSpPr/>
          <p:nvPr/>
        </p:nvSpPr>
        <p:spPr>
          <a:xfrm>
            <a:off x="57150" y="5191125"/>
            <a:ext cx="304800" cy="228600"/>
          </a:xfrm>
          <a:prstGeom prst="rect">
            <a:avLst/>
          </a:prstGeom>
          <a:noFill/>
          <a:ln>
            <a:noFill/>
          </a:ln>
        </p:spPr>
        <p:txBody>
          <a:bodyPr wrap="none" lIns="0" rIns="0" tIns="0" bIns="0" anchor="ctr"/>
          <a:lstStyle/>
          <a:p>
            <a:pPr algn="r"/>
            <a:r>
              <a:rPr sz="1350" b="0" i="0">
                <a:solidFill>
                  <a:srgbClr val="000000"/>
                </a:solidFill>
                <a:latin typeface="Arial"/>
                <a:ea typeface="Arial"/>
                <a:cs typeface="Arial"/>
              </a:rPr>
              <a:t>-6</a:t>
            </a:r>
          </a:p>
        </p:txBody>
      </p:sp>
      <p:sp>
        <p:nvSpPr>
          <p:cNvPr id="100067" name="0"/>
          <p:cNvSpPr/>
          <p:nvPr/>
        </p:nvSpPr>
        <p:spPr>
          <a:xfrm>
            <a:off x="1147763" y="5343525"/>
            <a:ext cx="438150" cy="228600"/>
          </a:xfrm>
          <a:prstGeom prst="rect">
            <a:avLst/>
          </a:prstGeom>
          <a:noFill/>
          <a:ln>
            <a:noFill/>
          </a:ln>
        </p:spPr>
        <p:txBody>
          <a:bodyPr wrap="none" lIns="0" rIns="0" tIns="0" bIns="0" anchor="ctr"/>
          <a:lstStyle/>
          <a:p>
            <a:pPr algn="ctr"/>
            <a:r>
              <a:rPr sz="1350" b="0" i="0">
                <a:solidFill>
                  <a:srgbClr val="000000"/>
                </a:solidFill>
                <a:latin typeface="Arial"/>
                <a:ea typeface="Arial"/>
                <a:cs typeface="Arial"/>
              </a:rPr>
              <a:t>0</a:t>
            </a:r>
          </a:p>
        </p:txBody>
      </p:sp>
      <p:sp>
        <p:nvSpPr>
          <p:cNvPr id="100068" name="0"/>
          <p:cNvSpPr/>
          <p:nvPr/>
        </p:nvSpPr>
        <p:spPr>
          <a:xfrm>
            <a:off x="57150" y="4252912"/>
            <a:ext cx="304800" cy="228600"/>
          </a:xfrm>
          <a:prstGeom prst="rect">
            <a:avLst/>
          </a:prstGeom>
          <a:noFill/>
          <a:ln>
            <a:noFill/>
          </a:ln>
        </p:spPr>
        <p:txBody>
          <a:bodyPr wrap="none" lIns="0" rIns="0" tIns="0" bIns="0" anchor="ctr"/>
          <a:lstStyle/>
          <a:p>
            <a:pPr algn="r"/>
            <a:r>
              <a:rPr sz="1350" b="0" i="0">
                <a:solidFill>
                  <a:srgbClr val="000000"/>
                </a:solidFill>
                <a:latin typeface="Arial"/>
                <a:ea typeface="Arial"/>
                <a:cs typeface="Arial"/>
              </a:rPr>
              <a:t>0</a:t>
            </a:r>
          </a:p>
        </p:txBody>
      </p:sp>
      <p:sp>
        <p:nvSpPr>
          <p:cNvPr id="100069" name="6"/>
          <p:cNvSpPr/>
          <p:nvPr/>
        </p:nvSpPr>
        <p:spPr>
          <a:xfrm>
            <a:off x="2085975" y="5343525"/>
            <a:ext cx="438150" cy="228600"/>
          </a:xfrm>
          <a:prstGeom prst="rect">
            <a:avLst/>
          </a:prstGeom>
          <a:noFill/>
          <a:ln>
            <a:noFill/>
          </a:ln>
        </p:spPr>
        <p:txBody>
          <a:bodyPr wrap="none" lIns="0" rIns="0" tIns="0" bIns="0" anchor="ctr"/>
          <a:lstStyle/>
          <a:p>
            <a:pPr algn="ctr"/>
            <a:r>
              <a:rPr sz="1350" b="0" i="0">
                <a:solidFill>
                  <a:srgbClr val="000000"/>
                </a:solidFill>
                <a:latin typeface="Arial"/>
                <a:ea typeface="Arial"/>
                <a:cs typeface="Arial"/>
              </a:rPr>
              <a:t>6</a:t>
            </a:r>
          </a:p>
        </p:txBody>
      </p:sp>
      <p:sp>
        <p:nvSpPr>
          <p:cNvPr id="100070" name="6"/>
          <p:cNvSpPr/>
          <p:nvPr/>
        </p:nvSpPr>
        <p:spPr>
          <a:xfrm>
            <a:off x="57150" y="3314700"/>
            <a:ext cx="304800" cy="228600"/>
          </a:xfrm>
          <a:prstGeom prst="rect">
            <a:avLst/>
          </a:prstGeom>
          <a:noFill/>
          <a:ln>
            <a:noFill/>
          </a:ln>
        </p:spPr>
        <p:txBody>
          <a:bodyPr wrap="none" lIns="0" rIns="0" tIns="0" bIns="0" anchor="ctr"/>
          <a:lstStyle/>
          <a:p>
            <a:pPr algn="r"/>
            <a:r>
              <a:rPr sz="1350" b="0" i="0">
                <a:solidFill>
                  <a:srgbClr val="000000"/>
                </a:solidFill>
                <a:latin typeface="Arial"/>
                <a:ea typeface="Arial"/>
                <a:cs typeface="Arial"/>
              </a:rPr>
              <a:t>6</a:t>
            </a:r>
          </a:p>
        </p:txBody>
      </p:sp>
      <p:sp>
        <p:nvSpPr>
          <p:cNvPr id="100071" name="x (bohr)"/>
          <p:cNvSpPr/>
          <p:nvPr/>
        </p:nvSpPr>
        <p:spPr>
          <a:xfrm>
            <a:off x="428625" y="5591175"/>
            <a:ext cx="1876425" cy="228600"/>
          </a:xfrm>
          <a:prstGeom prst="rect">
            <a:avLst/>
          </a:prstGeom>
          <a:noFill/>
          <a:ln>
            <a:noFill/>
          </a:ln>
        </p:spPr>
        <p:txBody>
          <a:bodyPr wrap="none" lIns="0" rIns="0" tIns="0" bIns="0" anchor="ctr"/>
          <a:lstStyle/>
          <a:p>
            <a:pPr algn="ctr"/>
            <a:r>
              <a:rPr sz="1425" b="0" i="0">
                <a:solidFill>
                  <a:srgbClr val="000000"/>
                </a:solidFill>
                <a:latin typeface="Arial"/>
                <a:ea typeface="Arial"/>
                <a:cs typeface="Arial"/>
              </a:rPr>
              <a:t>x (bohr)</a:t>
            </a:r>
          </a:p>
        </p:txBody>
      </p:sp>
      <p:sp>
        <p:nvSpPr>
          <p:cNvPr id="100072" name="z = -1 bohr"/>
          <p:cNvSpPr/>
          <p:nvPr/>
        </p:nvSpPr>
        <p:spPr>
          <a:xfrm>
            <a:off x="2381250" y="3143250"/>
            <a:ext cx="2162175" cy="266700"/>
          </a:xfrm>
          <a:prstGeom prst="rect">
            <a:avLst/>
          </a:prstGeom>
          <a:noFill/>
          <a:ln>
            <a:noFill/>
          </a:ln>
        </p:spPr>
        <p:txBody>
          <a:bodyPr wrap="none" lIns="0" rIns="0" tIns="0" bIns="0" anchor="ctr"/>
          <a:lstStyle/>
          <a:p>
            <a:pPr algn="ctr"/>
            <a:r>
              <a:rPr sz="1650" b="1" i="0">
                <a:solidFill>
                  <a:srgbClr val="000000"/>
                </a:solidFill>
                <a:latin typeface="Arial"/>
                <a:ea typeface="Arial"/>
                <a:cs typeface="Arial"/>
              </a:rPr>
              <a:t>z = -1 bohr</a:t>
            </a:r>
          </a:p>
        </p:txBody>
      </p:sp>
      <p:pic>
        <p:nvPicPr>
          <p:cNvPr id="100073" name="Benzene original reconstructed section 5"/>
          <p:cNvPicPr/>
          <p:nvPr/>
        </p:nvPicPr>
        <p:blipFill>
          <a:blip ns3:embed="addedSource100073"/>
          <a:stretch>
            <a:fillRect/>
          </a:stretch>
        </p:blipFill>
        <p:spPr>
          <a:xfrm>
            <a:off x="2524125" y="3429000"/>
            <a:ext cx="1876425" cy="1876425"/>
          </a:xfrm>
          <a:prstGeom prst="rect">
            <a:avLst/>
          </a:prstGeom>
        </p:spPr>
      </p:pic>
      <p:sp>
        <p:nvSpPr>
          <p:cNvPr id="100074" name="-6"/>
          <p:cNvSpPr/>
          <p:nvPr/>
        </p:nvSpPr>
        <p:spPr>
          <a:xfrm>
            <a:off x="2305050" y="5343525"/>
            <a:ext cx="438150" cy="228600"/>
          </a:xfrm>
          <a:prstGeom prst="rect">
            <a:avLst/>
          </a:prstGeom>
          <a:noFill/>
          <a:ln>
            <a:noFill/>
          </a:ln>
        </p:spPr>
        <p:txBody>
          <a:bodyPr wrap="none" lIns="0" rIns="0" tIns="0" bIns="0" anchor="ctr"/>
          <a:lstStyle/>
          <a:p>
            <a:pPr algn="ctr"/>
            <a:r>
              <a:rPr sz="1350" b="0" i="0">
                <a:solidFill>
                  <a:srgbClr val="000000"/>
                </a:solidFill>
                <a:latin typeface="Arial"/>
                <a:ea typeface="Arial"/>
                <a:cs typeface="Arial"/>
              </a:rPr>
              <a:t>-6</a:t>
            </a:r>
          </a:p>
        </p:txBody>
      </p:sp>
      <p:sp>
        <p:nvSpPr>
          <p:cNvPr id="100075" name="0"/>
          <p:cNvSpPr/>
          <p:nvPr/>
        </p:nvSpPr>
        <p:spPr>
          <a:xfrm>
            <a:off x="3243262" y="5343525"/>
            <a:ext cx="438150" cy="228600"/>
          </a:xfrm>
          <a:prstGeom prst="rect">
            <a:avLst/>
          </a:prstGeom>
          <a:noFill/>
          <a:ln>
            <a:noFill/>
          </a:ln>
        </p:spPr>
        <p:txBody>
          <a:bodyPr wrap="none" lIns="0" rIns="0" tIns="0" bIns="0" anchor="ctr"/>
          <a:lstStyle/>
          <a:p>
            <a:pPr algn="ctr"/>
            <a:r>
              <a:rPr sz="1350" b="0" i="0">
                <a:solidFill>
                  <a:srgbClr val="000000"/>
                </a:solidFill>
                <a:latin typeface="Arial"/>
                <a:ea typeface="Arial"/>
                <a:cs typeface="Arial"/>
              </a:rPr>
              <a:t>0</a:t>
            </a:r>
          </a:p>
        </p:txBody>
      </p:sp>
      <p:sp>
        <p:nvSpPr>
          <p:cNvPr id="100076" name="6"/>
          <p:cNvSpPr/>
          <p:nvPr/>
        </p:nvSpPr>
        <p:spPr>
          <a:xfrm>
            <a:off x="4181475" y="5343525"/>
            <a:ext cx="438150" cy="228600"/>
          </a:xfrm>
          <a:prstGeom prst="rect">
            <a:avLst/>
          </a:prstGeom>
          <a:noFill/>
          <a:ln>
            <a:noFill/>
          </a:ln>
        </p:spPr>
        <p:txBody>
          <a:bodyPr wrap="none" lIns="0" rIns="0" tIns="0" bIns="0" anchor="ctr"/>
          <a:lstStyle/>
          <a:p>
            <a:pPr algn="ctr"/>
            <a:r>
              <a:rPr sz="1350" b="0" i="0">
                <a:solidFill>
                  <a:srgbClr val="000000"/>
                </a:solidFill>
                <a:latin typeface="Arial"/>
                <a:ea typeface="Arial"/>
                <a:cs typeface="Arial"/>
              </a:rPr>
              <a:t>6</a:t>
            </a:r>
          </a:p>
        </p:txBody>
      </p:sp>
      <p:sp>
        <p:nvSpPr>
          <p:cNvPr id="100077" name="x (bohr)"/>
          <p:cNvSpPr/>
          <p:nvPr/>
        </p:nvSpPr>
        <p:spPr>
          <a:xfrm>
            <a:off x="2524125" y="5591175"/>
            <a:ext cx="1876425" cy="228600"/>
          </a:xfrm>
          <a:prstGeom prst="rect">
            <a:avLst/>
          </a:prstGeom>
          <a:noFill/>
          <a:ln>
            <a:noFill/>
          </a:ln>
        </p:spPr>
        <p:txBody>
          <a:bodyPr wrap="none" lIns="0" rIns="0" tIns="0" bIns="0" anchor="ctr"/>
          <a:lstStyle/>
          <a:p>
            <a:pPr algn="ctr"/>
            <a:r>
              <a:rPr sz="1425" b="0" i="0">
                <a:solidFill>
                  <a:srgbClr val="000000"/>
                </a:solidFill>
                <a:latin typeface="Arial"/>
                <a:ea typeface="Arial"/>
                <a:cs typeface="Arial"/>
              </a:rPr>
              <a:t>x (bohr)</a:t>
            </a:r>
          </a:p>
        </p:txBody>
      </p:sp>
      <p:sp>
        <p:nvSpPr>
          <p:cNvPr id="100078" name="z = 0 bohr"/>
          <p:cNvSpPr/>
          <p:nvPr/>
        </p:nvSpPr>
        <p:spPr>
          <a:xfrm>
            <a:off x="4476750" y="3143250"/>
            <a:ext cx="2162175" cy="266700"/>
          </a:xfrm>
          <a:prstGeom prst="rect">
            <a:avLst/>
          </a:prstGeom>
          <a:noFill/>
          <a:ln>
            <a:noFill/>
          </a:ln>
        </p:spPr>
        <p:txBody>
          <a:bodyPr wrap="none" lIns="0" rIns="0" tIns="0" bIns="0" anchor="ctr"/>
          <a:lstStyle/>
          <a:p>
            <a:pPr algn="ctr"/>
            <a:r>
              <a:rPr sz="1650" b="1" i="0">
                <a:solidFill>
                  <a:srgbClr val="000000"/>
                </a:solidFill>
                <a:latin typeface="Arial"/>
                <a:ea typeface="Arial"/>
                <a:cs typeface="Arial"/>
              </a:rPr>
              <a:t>z = 0 bohr</a:t>
            </a:r>
          </a:p>
        </p:txBody>
      </p:sp>
      <p:pic>
        <p:nvPicPr>
          <p:cNvPr id="100079" name="Benzene original reconstructed section 10"/>
          <p:cNvPicPr/>
          <p:nvPr/>
        </p:nvPicPr>
        <p:blipFill>
          <a:blip ns3:embed="addedSource100079"/>
          <a:stretch>
            <a:fillRect/>
          </a:stretch>
        </p:blipFill>
        <p:spPr>
          <a:xfrm>
            <a:off x="4619625" y="3429000"/>
            <a:ext cx="1876425" cy="1876425"/>
          </a:xfrm>
          <a:prstGeom prst="rect">
            <a:avLst/>
          </a:prstGeom>
        </p:spPr>
      </p:pic>
      <p:sp>
        <p:nvSpPr>
          <p:cNvPr id="100080" name="-6"/>
          <p:cNvSpPr/>
          <p:nvPr/>
        </p:nvSpPr>
        <p:spPr>
          <a:xfrm>
            <a:off x="4400550" y="5343525"/>
            <a:ext cx="438150" cy="228600"/>
          </a:xfrm>
          <a:prstGeom prst="rect">
            <a:avLst/>
          </a:prstGeom>
          <a:noFill/>
          <a:ln>
            <a:noFill/>
          </a:ln>
        </p:spPr>
        <p:txBody>
          <a:bodyPr wrap="none" lIns="0" rIns="0" tIns="0" bIns="0" anchor="ctr"/>
          <a:lstStyle/>
          <a:p>
            <a:pPr algn="ctr"/>
            <a:r>
              <a:rPr sz="1350" b="0" i="0">
                <a:solidFill>
                  <a:srgbClr val="000000"/>
                </a:solidFill>
                <a:latin typeface="Arial"/>
                <a:ea typeface="Arial"/>
                <a:cs typeface="Arial"/>
              </a:rPr>
              <a:t>-6</a:t>
            </a:r>
          </a:p>
        </p:txBody>
      </p:sp>
      <p:sp>
        <p:nvSpPr>
          <p:cNvPr id="100081" name="0"/>
          <p:cNvSpPr/>
          <p:nvPr/>
        </p:nvSpPr>
        <p:spPr>
          <a:xfrm>
            <a:off x="5338763" y="5343525"/>
            <a:ext cx="438150" cy="228600"/>
          </a:xfrm>
          <a:prstGeom prst="rect">
            <a:avLst/>
          </a:prstGeom>
          <a:noFill/>
          <a:ln>
            <a:noFill/>
          </a:ln>
        </p:spPr>
        <p:txBody>
          <a:bodyPr wrap="none" lIns="0" rIns="0" tIns="0" bIns="0" anchor="ctr"/>
          <a:lstStyle/>
          <a:p>
            <a:pPr algn="ctr"/>
            <a:r>
              <a:rPr sz="1350" b="0" i="0">
                <a:solidFill>
                  <a:srgbClr val="000000"/>
                </a:solidFill>
                <a:latin typeface="Arial"/>
                <a:ea typeface="Arial"/>
                <a:cs typeface="Arial"/>
              </a:rPr>
              <a:t>0</a:t>
            </a:r>
          </a:p>
        </p:txBody>
      </p:sp>
      <p:sp>
        <p:nvSpPr>
          <p:cNvPr id="100082" name="6"/>
          <p:cNvSpPr/>
          <p:nvPr/>
        </p:nvSpPr>
        <p:spPr>
          <a:xfrm>
            <a:off x="6276975" y="5343525"/>
            <a:ext cx="438150" cy="228600"/>
          </a:xfrm>
          <a:prstGeom prst="rect">
            <a:avLst/>
          </a:prstGeom>
          <a:noFill/>
          <a:ln>
            <a:noFill/>
          </a:ln>
        </p:spPr>
        <p:txBody>
          <a:bodyPr wrap="none" lIns="0" rIns="0" tIns="0" bIns="0" anchor="ctr"/>
          <a:lstStyle/>
          <a:p>
            <a:pPr algn="ctr"/>
            <a:r>
              <a:rPr sz="1350" b="0" i="0">
                <a:solidFill>
                  <a:srgbClr val="000000"/>
                </a:solidFill>
                <a:latin typeface="Arial"/>
                <a:ea typeface="Arial"/>
                <a:cs typeface="Arial"/>
              </a:rPr>
              <a:t>6</a:t>
            </a:r>
          </a:p>
        </p:txBody>
      </p:sp>
      <p:sp>
        <p:nvSpPr>
          <p:cNvPr id="100083" name="x (bohr)"/>
          <p:cNvSpPr/>
          <p:nvPr/>
        </p:nvSpPr>
        <p:spPr>
          <a:xfrm>
            <a:off x="4619625" y="5591175"/>
            <a:ext cx="1876425" cy="228600"/>
          </a:xfrm>
          <a:prstGeom prst="rect">
            <a:avLst/>
          </a:prstGeom>
          <a:noFill/>
          <a:ln>
            <a:noFill/>
          </a:ln>
        </p:spPr>
        <p:txBody>
          <a:bodyPr wrap="none" lIns="0" rIns="0" tIns="0" bIns="0" anchor="ctr"/>
          <a:lstStyle/>
          <a:p>
            <a:pPr algn="ctr"/>
            <a:r>
              <a:rPr sz="1425" b="0" i="0">
                <a:solidFill>
                  <a:srgbClr val="000000"/>
                </a:solidFill>
                <a:latin typeface="Arial"/>
                <a:ea typeface="Arial"/>
                <a:cs typeface="Arial"/>
              </a:rPr>
              <a:t>x (bohr)</a:t>
            </a:r>
          </a:p>
        </p:txBody>
      </p:sp>
      <p:sp>
        <p:nvSpPr>
          <p:cNvPr id="100084" name="z = 1 bohr"/>
          <p:cNvSpPr/>
          <p:nvPr/>
        </p:nvSpPr>
        <p:spPr>
          <a:xfrm>
            <a:off x="6572250" y="3143250"/>
            <a:ext cx="2162175" cy="266700"/>
          </a:xfrm>
          <a:prstGeom prst="rect">
            <a:avLst/>
          </a:prstGeom>
          <a:noFill/>
          <a:ln>
            <a:noFill/>
          </a:ln>
        </p:spPr>
        <p:txBody>
          <a:bodyPr wrap="none" lIns="0" rIns="0" tIns="0" bIns="0" anchor="ctr"/>
          <a:lstStyle/>
          <a:p>
            <a:pPr algn="ctr"/>
            <a:r>
              <a:rPr sz="1650" b="1" i="0">
                <a:solidFill>
                  <a:srgbClr val="000000"/>
                </a:solidFill>
                <a:latin typeface="Arial"/>
                <a:ea typeface="Arial"/>
                <a:cs typeface="Arial"/>
              </a:rPr>
              <a:t>z = 1 bohr</a:t>
            </a:r>
          </a:p>
        </p:txBody>
      </p:sp>
      <p:pic>
        <p:nvPicPr>
          <p:cNvPr id="100085" name="Benzene original reconstructed section 15"/>
          <p:cNvPicPr/>
          <p:nvPr/>
        </p:nvPicPr>
        <p:blipFill>
          <a:blip ns3:embed="addedSource100085"/>
          <a:stretch>
            <a:fillRect/>
          </a:stretch>
        </p:blipFill>
        <p:spPr>
          <a:xfrm>
            <a:off x="6715125" y="3429000"/>
            <a:ext cx="1876425" cy="1876425"/>
          </a:xfrm>
          <a:prstGeom prst="rect">
            <a:avLst/>
          </a:prstGeom>
        </p:spPr>
      </p:pic>
      <p:sp>
        <p:nvSpPr>
          <p:cNvPr id="100086" name="-6"/>
          <p:cNvSpPr/>
          <p:nvPr/>
        </p:nvSpPr>
        <p:spPr>
          <a:xfrm>
            <a:off x="6496050" y="5343525"/>
            <a:ext cx="438150" cy="228600"/>
          </a:xfrm>
          <a:prstGeom prst="rect">
            <a:avLst/>
          </a:prstGeom>
          <a:noFill/>
          <a:ln>
            <a:noFill/>
          </a:ln>
        </p:spPr>
        <p:txBody>
          <a:bodyPr wrap="none" lIns="0" rIns="0" tIns="0" bIns="0" anchor="ctr"/>
          <a:lstStyle/>
          <a:p>
            <a:pPr algn="ctr"/>
            <a:r>
              <a:rPr sz="1350" b="0" i="0">
                <a:solidFill>
                  <a:srgbClr val="000000"/>
                </a:solidFill>
                <a:latin typeface="Arial"/>
                <a:ea typeface="Arial"/>
                <a:cs typeface="Arial"/>
              </a:rPr>
              <a:t>-6</a:t>
            </a:r>
          </a:p>
        </p:txBody>
      </p:sp>
      <p:sp>
        <p:nvSpPr>
          <p:cNvPr id="100087" name="0"/>
          <p:cNvSpPr/>
          <p:nvPr/>
        </p:nvSpPr>
        <p:spPr>
          <a:xfrm>
            <a:off x="7434262" y="5343525"/>
            <a:ext cx="438150" cy="228600"/>
          </a:xfrm>
          <a:prstGeom prst="rect">
            <a:avLst/>
          </a:prstGeom>
          <a:noFill/>
          <a:ln>
            <a:noFill/>
          </a:ln>
        </p:spPr>
        <p:txBody>
          <a:bodyPr wrap="none" lIns="0" rIns="0" tIns="0" bIns="0" anchor="ctr"/>
          <a:lstStyle/>
          <a:p>
            <a:pPr algn="ctr"/>
            <a:r>
              <a:rPr sz="1350" b="0" i="0">
                <a:solidFill>
                  <a:srgbClr val="000000"/>
                </a:solidFill>
                <a:latin typeface="Arial"/>
                <a:ea typeface="Arial"/>
                <a:cs typeface="Arial"/>
              </a:rPr>
              <a:t>0</a:t>
            </a:r>
          </a:p>
        </p:txBody>
      </p:sp>
      <p:sp>
        <p:nvSpPr>
          <p:cNvPr id="100088" name="6"/>
          <p:cNvSpPr/>
          <p:nvPr/>
        </p:nvSpPr>
        <p:spPr>
          <a:xfrm>
            <a:off x="8372475" y="5343525"/>
            <a:ext cx="438150" cy="228600"/>
          </a:xfrm>
          <a:prstGeom prst="rect">
            <a:avLst/>
          </a:prstGeom>
          <a:noFill/>
          <a:ln>
            <a:noFill/>
          </a:ln>
        </p:spPr>
        <p:txBody>
          <a:bodyPr wrap="none" lIns="0" rIns="0" tIns="0" bIns="0" anchor="ctr"/>
          <a:lstStyle/>
          <a:p>
            <a:pPr algn="ctr"/>
            <a:r>
              <a:rPr sz="1350" b="0" i="0">
                <a:solidFill>
                  <a:srgbClr val="000000"/>
                </a:solidFill>
                <a:latin typeface="Arial"/>
                <a:ea typeface="Arial"/>
                <a:cs typeface="Arial"/>
              </a:rPr>
              <a:t>6</a:t>
            </a:r>
          </a:p>
        </p:txBody>
      </p:sp>
      <p:sp>
        <p:nvSpPr>
          <p:cNvPr id="100089" name="x (bohr)"/>
          <p:cNvSpPr/>
          <p:nvPr/>
        </p:nvSpPr>
        <p:spPr>
          <a:xfrm>
            <a:off x="6715125" y="5591175"/>
            <a:ext cx="1876425" cy="228600"/>
          </a:xfrm>
          <a:prstGeom prst="rect">
            <a:avLst/>
          </a:prstGeom>
          <a:noFill/>
          <a:ln>
            <a:noFill/>
          </a:ln>
        </p:spPr>
        <p:txBody>
          <a:bodyPr wrap="none" lIns="0" rIns="0" tIns="0" bIns="0" anchor="ctr"/>
          <a:lstStyle/>
          <a:p>
            <a:pPr algn="ctr"/>
            <a:r>
              <a:rPr sz="1425" b="0" i="0">
                <a:solidFill>
                  <a:srgbClr val="000000"/>
                </a:solidFill>
                <a:latin typeface="Arial"/>
                <a:ea typeface="Arial"/>
                <a:cs typeface="Arial"/>
              </a:rPr>
              <a:t>x (bohr)</a:t>
            </a:r>
          </a:p>
        </p:txBody>
      </p:sp>
      <p:sp>
        <p:nvSpPr>
          <p:cNvPr id="100090" name="z = 2 bohr"/>
          <p:cNvSpPr/>
          <p:nvPr/>
        </p:nvSpPr>
        <p:spPr>
          <a:xfrm>
            <a:off x="8667750" y="3143250"/>
            <a:ext cx="2162175" cy="266700"/>
          </a:xfrm>
          <a:prstGeom prst="rect">
            <a:avLst/>
          </a:prstGeom>
          <a:noFill/>
          <a:ln>
            <a:noFill/>
          </a:ln>
        </p:spPr>
        <p:txBody>
          <a:bodyPr wrap="none" lIns="0" rIns="0" tIns="0" bIns="0" anchor="ctr"/>
          <a:lstStyle/>
          <a:p>
            <a:pPr algn="ctr"/>
            <a:r>
              <a:rPr sz="1650" b="1" i="0">
                <a:solidFill>
                  <a:srgbClr val="000000"/>
                </a:solidFill>
                <a:latin typeface="Arial"/>
                <a:ea typeface="Arial"/>
                <a:cs typeface="Arial"/>
              </a:rPr>
              <a:t>z = 2 bohr</a:t>
            </a:r>
          </a:p>
        </p:txBody>
      </p:sp>
      <p:pic>
        <p:nvPicPr>
          <p:cNvPr id="100091" name="Benzene original reconstructed section 20"/>
          <p:cNvPicPr/>
          <p:nvPr/>
        </p:nvPicPr>
        <p:blipFill>
          <a:blip ns3:embed="addedSource100091"/>
          <a:stretch>
            <a:fillRect/>
          </a:stretch>
        </p:blipFill>
        <p:spPr>
          <a:xfrm>
            <a:off x="8810625" y="3429000"/>
            <a:ext cx="1876425" cy="1876425"/>
          </a:xfrm>
          <a:prstGeom prst="rect">
            <a:avLst/>
          </a:prstGeom>
        </p:spPr>
      </p:pic>
      <p:sp>
        <p:nvSpPr>
          <p:cNvPr id="100092" name="-6"/>
          <p:cNvSpPr/>
          <p:nvPr/>
        </p:nvSpPr>
        <p:spPr>
          <a:xfrm>
            <a:off x="8591550" y="5343525"/>
            <a:ext cx="438150" cy="228600"/>
          </a:xfrm>
          <a:prstGeom prst="rect">
            <a:avLst/>
          </a:prstGeom>
          <a:noFill/>
          <a:ln>
            <a:noFill/>
          </a:ln>
        </p:spPr>
        <p:txBody>
          <a:bodyPr wrap="none" lIns="0" rIns="0" tIns="0" bIns="0" anchor="ctr"/>
          <a:lstStyle/>
          <a:p>
            <a:pPr algn="ctr"/>
            <a:r>
              <a:rPr sz="1350" b="0" i="0">
                <a:solidFill>
                  <a:srgbClr val="000000"/>
                </a:solidFill>
                <a:latin typeface="Arial"/>
                <a:ea typeface="Arial"/>
                <a:cs typeface="Arial"/>
              </a:rPr>
              <a:t>-6</a:t>
            </a:r>
          </a:p>
        </p:txBody>
      </p:sp>
      <p:sp>
        <p:nvSpPr>
          <p:cNvPr id="100093" name="0"/>
          <p:cNvSpPr/>
          <p:nvPr/>
        </p:nvSpPr>
        <p:spPr>
          <a:xfrm>
            <a:off x="9529763" y="5343525"/>
            <a:ext cx="438150" cy="228600"/>
          </a:xfrm>
          <a:prstGeom prst="rect">
            <a:avLst/>
          </a:prstGeom>
          <a:noFill/>
          <a:ln>
            <a:noFill/>
          </a:ln>
        </p:spPr>
        <p:txBody>
          <a:bodyPr wrap="none" lIns="0" rIns="0" tIns="0" bIns="0" anchor="ctr"/>
          <a:lstStyle/>
          <a:p>
            <a:pPr algn="ctr"/>
            <a:r>
              <a:rPr sz="1350" b="0" i="0">
                <a:solidFill>
                  <a:srgbClr val="000000"/>
                </a:solidFill>
                <a:latin typeface="Arial"/>
                <a:ea typeface="Arial"/>
                <a:cs typeface="Arial"/>
              </a:rPr>
              <a:t>0</a:t>
            </a:r>
          </a:p>
        </p:txBody>
      </p:sp>
      <p:sp>
        <p:nvSpPr>
          <p:cNvPr id="100094" name="6"/>
          <p:cNvSpPr/>
          <p:nvPr/>
        </p:nvSpPr>
        <p:spPr>
          <a:xfrm>
            <a:off x="10467975" y="5343525"/>
            <a:ext cx="438150" cy="228600"/>
          </a:xfrm>
          <a:prstGeom prst="rect">
            <a:avLst/>
          </a:prstGeom>
          <a:noFill/>
          <a:ln>
            <a:noFill/>
          </a:ln>
        </p:spPr>
        <p:txBody>
          <a:bodyPr wrap="none" lIns="0" rIns="0" tIns="0" bIns="0" anchor="ctr"/>
          <a:lstStyle/>
          <a:p>
            <a:pPr algn="ctr"/>
            <a:r>
              <a:rPr sz="1350" b="0" i="0">
                <a:solidFill>
                  <a:srgbClr val="000000"/>
                </a:solidFill>
                <a:latin typeface="Arial"/>
                <a:ea typeface="Arial"/>
                <a:cs typeface="Arial"/>
              </a:rPr>
              <a:t>6</a:t>
            </a:r>
          </a:p>
        </p:txBody>
      </p:sp>
      <p:sp>
        <p:nvSpPr>
          <p:cNvPr id="100095" name="x (bohr)"/>
          <p:cNvSpPr/>
          <p:nvPr/>
        </p:nvSpPr>
        <p:spPr>
          <a:xfrm>
            <a:off x="8810625" y="5591175"/>
            <a:ext cx="1876425" cy="228600"/>
          </a:xfrm>
          <a:prstGeom prst="rect">
            <a:avLst/>
          </a:prstGeom>
          <a:noFill/>
          <a:ln>
            <a:noFill/>
          </a:ln>
        </p:spPr>
        <p:txBody>
          <a:bodyPr wrap="none" lIns="0" rIns="0" tIns="0" bIns="0" anchor="ctr"/>
          <a:lstStyle/>
          <a:p>
            <a:pPr algn="ctr"/>
            <a:r>
              <a:rPr sz="1425" b="0" i="0">
                <a:solidFill>
                  <a:srgbClr val="000000"/>
                </a:solidFill>
                <a:latin typeface="Arial"/>
                <a:ea typeface="Arial"/>
                <a:cs typeface="Arial"/>
              </a:rPr>
              <a:t>x (bohr)</a:t>
            </a:r>
          </a:p>
        </p:txBody>
      </p:sp>
    </p:spTree>
    <p:extLst>
      <p:ext uri="{BB962C8B-B14F-4D97-AF65-F5344CB8AC3E}">
        <ns4:creationId val="1464075205"/>
      </p:ext>
    </p:extLst>
  </p:cSld>
</p:sld>
</file>

<file path=ppt/main_figures/Fig9/ppt/tableStyles.xml><?xml version="1.0" encoding="utf-8"?>
<a:tblStyleLst xmlns:a="http://schemas.openxmlformats.org/drawingml/2006/main" def="{5C22544A-7EE6-4342-B048-85BDC9FD1C3A}"/>
</file>

<file path=ppt/main_figures/Fig9/ppt/theme/theme1.xml><?xml version="1.0" encoding="utf-8"?>
<a:theme xmlns:a="http://schemas.openxmlformats.org/drawingml/2006/main" name="ChatGPT">
  <a:themeElements>
    <a:clrScheme name="ChatGPT">
      <a:dk1>
        <a:srgbClr val="000000"/>
      </a:dk1>
      <a:lt1>
        <a:srgbClr val="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
      <a:majorFont>
        <a:latin typeface="Aptos"/>
        <a:ea typeface=""/>
        <a:cs typeface=""/>
      </a:majorFont>
      <a:minorFont>
        <a:latin typeface="Aptos"/>
        <a:ea typeface=""/>
        <a:cs typeface=""/>
      </a:minorFont>
    </a:fontScheme>
    <a:fmtScheme name="ChatGPT">
      <a:fillStyleLst>
        <a:solidFill>
          <a:schemeClr val="phClr"/>
        </a:solidFill>
        <a:gradFill>
          <a:gsLst>
            <a:gs pos="0">
              <a:schemeClr val="phClr">
                <a:tint val="67000"/>
                <a:lumMod val="110000"/>
                <a:satMod val="105000"/>
              </a:schemeClr>
            </a:gs>
            <a:gs pos="50000">
              <a:schemeClr val="phClr">
                <a:tint val="73000"/>
                <a:lumMod val="105000"/>
                <a:satMod val="103000"/>
              </a:schemeClr>
            </a:gs>
            <a:gs pos="100000">
              <a:schemeClr val="phClr">
                <a:tint val="81000"/>
                <a:lumMod val="105000"/>
                <a:satMod val="109000"/>
              </a:schemeClr>
            </a:gs>
          </a:gsLst>
          <a:lin ang="5400000" scaled="0"/>
        </a:gradFill>
        <a:gradFill>
          <a:gsLst>
            <a:gs pos="0">
              <a:schemeClr val="phClr">
                <a:tint val="94000"/>
                <a:lumMod val="102000"/>
                <a:satMod val="103000"/>
              </a:schemeClr>
            </a:gs>
            <a:gs pos="50000">
              <a:schemeClr val="phClr">
                <a:shade val="100000"/>
                <a:lumMod val="100000"/>
                <a:satMod val="110000"/>
              </a:schemeClr>
            </a:gs>
            <a:gs pos="100000">
              <a:schemeClr val="phClr">
                <a:shade val="78000"/>
                <a:lumMod val="99000"/>
                <a:satMod val="120000"/>
              </a:schemeClr>
            </a:gs>
          </a:gsLst>
          <a:lin ang="5400000" scaled="0"/>
        </a:gradFill>
      </a:fillStyleLst>
      <a:lnStyleLst>
        <a:ln w="12700">
          <a:solidFill>
            <a:schemeClr val="phClr"/>
          </a:solidFill>
          <a:prstDash val="solid"/>
        </a:ln>
        <a:ln w="19050">
          <a:solidFill>
            <a:schemeClr val="phClr"/>
          </a:solidFill>
          <a:prstDash val="solid"/>
        </a:ln>
        <a:ln w="25400">
          <a:solidFill>
            <a:schemeClr val="phClr"/>
          </a:solidFill>
          <a:prstDash val="solid"/>
        </a:ln>
      </a:lnStyleLst>
      <a:effectStyleLst>
        <a:effectStyle>
          <a:effectLst/>
        </a:effectStyle>
        <a:effectStyle>
          <a:effectLst/>
        </a:effectStyle>
        <a:effectStyle>
          <a:effectLst>
            <a:outerShdw blurRad="57150" dist="19050" dir="5400000">
              <a:srgbClr val="000000">
                <a:alpha val="16000"/>
              </a:srgbClr>
            </a:outerShdw>
          </a:effectLst>
        </a:effectStyle>
        <a:effectStyle>
          <a:effectLst>
            <a:outerShdw blurRad="19050" dist="9525" dir="5400000">
              <a:srgbClr val="000000">
                <a:alpha val="6000"/>
              </a:srgbClr>
            </a:outerShdw>
          </a:effectLst>
        </a:effectStyle>
        <a:effectStyle>
          <a:effectLst>
            <a:outerShdw blurRad="28575" dist="9525" dir="5400000">
              <a:srgbClr val="000000">
                <a:alpha val="8000"/>
              </a:srgbClr>
            </a:outerShdw>
          </a:effectLst>
        </a:effectStyle>
        <a:effectStyle>
          <a:effectLst>
            <a:outerShdw blurRad="57150" dist="19050" dir="5400000">
              <a:srgbClr val="000000">
                <a:alpha val="10000"/>
              </a:srgbClr>
            </a:outerShdw>
          </a:effectLst>
        </a:effectStyle>
        <a:effectStyle>
          <a:effectLst>
            <a:outerShdw blurRad="114300" dist="38100" dir="5400000">
              <a:srgbClr val="000000">
                <a:alpha val="12000"/>
              </a:srgbClr>
            </a:outerShdw>
          </a:effectLst>
        </a:effectStyle>
        <a:effectStyle>
          <a:effectLst>
            <a:outerShdw blurRad="171450" dist="57150" dir="5400000">
              <a:srgbClr val="000000">
                <a:alpha val="16000"/>
              </a:srgbClr>
            </a:outerShdw>
          </a:effectLst>
        </a:effectStyle>
        <a:effectStyle>
          <a:effectLst>
            <a:outerShdw blurRad="266700" dist="95250" dir="5400000">
              <a:srgbClr val="000000">
                <a:alpha val="24000"/>
              </a:srgbClr>
            </a:outerShdw>
          </a:effectLst>
        </a:effectStyle>
      </a:effectStyleLst>
      <a:bgFillStyleLst>
        <a:solidFill>
          <a:schemeClr val="phClr"/>
        </a:solidFill>
        <a:solidFill>
          <a:schemeClr val="phClr">
            <a:tint val="95000"/>
            <a:satMod val="170000"/>
          </a:schemeClr>
        </a:solidFill>
        <a:gradFill>
          <a:gsLst>
            <a:gs pos="0">
              <a:schemeClr val="phClr">
                <a:tint val="93000"/>
                <a:shade val="98000"/>
                <a:lumMod val="102000"/>
                <a:satMod val="150000"/>
              </a:schemeClr>
            </a:gs>
            <a:gs pos="50000">
              <a:schemeClr val="phClr">
                <a:tint val="98000"/>
                <a:shade val="90000"/>
                <a:lumMod val="103000"/>
                <a:satMod val="130000"/>
              </a:schemeClr>
            </a:gs>
            <a:gs pos="100000">
              <a:schemeClr val="phClr">
                <a:shade val="63000"/>
                <a:satMod val="120000"/>
              </a:schemeClr>
            </a:gs>
          </a:gsLst>
          <a:lin ang="5400000" scaled="0"/>
        </a:gradFill>
      </a:bgFillStyleLst>
    </a:fmtScheme>
  </a:themeElements>
</a:theme>
</file>

<file path=ppt/main_figures/Fig10/docProps/app.xml><?xml version="1.0" encoding="utf-8"?>
<ap:Properties xmlns:ap="http://schemas.openxmlformats.org/officeDocument/2006/extended-properties">
  <ap:Application>Walnut Exporter</ap:Application>
  <ap:PresentationFormat>Converted Presentation</ap:PresentationFormat>
  <ap:Slides>0</ap:Slides>
  <ap:Notes>0</ap:Notes>
  <ap:HiddenSlides>0</ap:HiddenSlides>
  <ap:SharedDoc>false</ap:SharedDoc>
  <ap:DocSecurity>0</ap:DocSecurity>
</ap:Properties>
</file>

<file path=ppt/main_figures/Fig10/docProps/core.xml><?xml version="1.0" encoding="utf-8"?>
<coreProperties xmlns:dc="http://purl.org/dc/elements/1.1/" xmlns:dcterms="http://purl.org/dc/terms/" xmlns:xsi="http://www.w3.org/2001/XMLSchema-instance" xmlns="http://schemas.openxmlformats.org/package/2006/metadata/core-properties">
  <dc:creator>Walnut Exporter</dc:creator>
  <lastModifiedBy>Walnut Exporter</lastModifiedBy>
  <dc:title>Presentation</dc:title>
  <dcterms:created xsi:type="dcterms:W3CDTF">2026-10-19T02:13:20.1690000Z</dcterms:created>
  <dcterms:modified xsi:type="dcterms:W3CDTF">2026-10-19T02:13:20.1690000Z</dcterms:modified>
</coreProperties>
</file>

<file path=ppt/main_figures/Fig10/ppt/_rels/presentation.xml.rels><?xml version='1.0' encoding='utf-8'?>
<Relationships xmlns="http://schemas.openxmlformats.org/package/2006/relationships"><Relationship Type="http://schemas.openxmlformats.org/officeDocument/2006/relationships/theme" Target="/ppt/main_figures/Fig10/ppt/theme/theme1.xml" Id="R3d8267756c044cac" /><Relationship Type="http://schemas.openxmlformats.org/officeDocument/2006/relationships/slideMaster" Target="/ppt/main_figures/Fig10/ppt/slideMasters/slideMaster1.xml" Id="R1ccf1d7f1f684e23" /><Relationship Type="http://schemas.openxmlformats.org/officeDocument/2006/relationships/notesMaster" Target="/ppt/main_figures/Fig10/ppt/notesMasters/notesMaster1.xml" Id="R8a6dc0a3daba4b57" /><Relationship Type="http://schemas.openxmlformats.org/officeDocument/2006/relationships/presProps" Target="/ppt/main_figures/Fig10/ppt/presProps.xml" Id="R432523c4c1084d2a" /><Relationship Type="http://schemas.openxmlformats.org/officeDocument/2006/relationships/tableStyles" Target="/ppt/main_figures/Fig10/ppt/tableStyles.xml" Id="R4f7be802e44c4073" /><Relationship Type="http://schemas.openxmlformats.org/officeDocument/2006/relationships/slide" Target="/ppt/main_figures/Fig10/ppt/slides/slide1.xml" Id="R461a9b9cb5c84995" /></Relationships>
</file>

<file path=ppt/main_figures/Fig10/ppt/notesMasters/_rels/notesMaster1.xml.rels><?xml version='1.0' encoding='utf-8'?>
<Relationships xmlns="http://schemas.openxmlformats.org/package/2006/relationships"><Relationship Type="http://schemas.openxmlformats.org/officeDocument/2006/relationships/theme" Target="/ppt/main_figures/Fig10/ppt/notesMasters/theme/theme3.xml" Id="Rd4ea022ba3824d1b" /></Relationships>
</file>

<file path=ppt/main_figures/Fig10/ppt/notesMasters/notesMaster1.xml><?xml version="1.0" encoding="utf-8"?>
<p:notesMaster xmlns:p="http://schemas.openxmlformats.org/presentationml/2006/main">
  <p:cSld>
    <p:bg>
      <p:bgRef idx="1001">
        <a:schemeClr xmlns:a="http://schemas.openxmlformats.org/drawingml/2006/main" val="bg1"/>
      </p:bgRef>
    </p:bg>
    <p:spTree>
      <p:nvGrpSpPr>
        <p:cNvPr id="1" name=""/>
        <p:cNvGrpSpPr/>
        <p:nvPr/>
      </p:nvGrpSpPr>
      <p:grpSpPr>
        <a:xfrm xmlns:a="http://schemas.openxmlformats.org/drawingml/2006/main"/>
      </p:grpSpPr>
      <p:sp>
        <p:nvSpPr>
          <p:cNvPr id="2" name="Header Placeholder"/>
          <p:cNvSpPr/>
          <p:nvPr>
            <p:ph type="hdr" sz="quarter"/>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3" name="Date Placeholder"/>
          <p:cNvSpPr/>
          <p:nvPr>
            <p:ph type="dt" sz="quarter" idx="1"/>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4" name="Slide Image Placeholder"/>
          <p:cNvSpPr/>
          <p:nvPr>
            <p:ph type="sldImg" idx="2"/>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5" name="Notes Placeholder"/>
          <p:cNvSpPr/>
          <p:nvPr>
            <p:ph type="body" sz="quarter" idx="3"/>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6" name="Footer Placeholder"/>
          <p:cNvSpPr/>
          <p:nvPr>
            <p:ph type="ftr" sz="quarter" idx="4"/>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7" name="Slide Number Placeholder"/>
          <p:cNvSpPr/>
          <p:nvPr>
            <p:ph type="sldNum" sz="quarter" idx="5"/>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Tree>
  </p:cSld>
  <p:clrMap bg1="lt1" tx1="dk1" bg2="lt2" tx2="dk2" accent1="accent1" accent2="accent2" accent3="accent3" accent4="accent4" accent5="accent5" accent6="accent6" hlink="hlink" folHlink="folHlink"/>
  <p:notesStyle>
    <a:lvl1pPr xmlns:a="http://schemas.openxmlformats.org/drawingml/2006/main" marL="0" algn="l" defTabSz="914400" rtl="0" eaLnBrk="1" latinLnBrk="0" hangingPunct="1">
      <a:defRPr sz="1200" kern="1200"/>
    </a:lvl1pPr>
  </p:notesStyle>
</p:notesMaster>
</file>

<file path=ppt/main_figures/Fig10/ppt/notesMasters/theme/theme3.xml><?xml version="1.0" encoding="utf-8"?>
<a:theme xmlns:a="http://schemas.openxmlformats.org/drawingml/2006/main" name="ChatGPT">
  <a:themeElements>
    <a:clrScheme name="ChatGPT">
      <a:dk1>
        <a:srgbClr val="000000"/>
      </a:dk1>
      <a:lt1>
        <a:srgbClr val="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
      <a:majorFont>
        <a:latin typeface="Arial"/>
        <a:ea typeface="Arial"/>
        <a:cs typeface="Arial"/>
      </a:majorFont>
      <a:minorFont>
        <a:latin typeface="Arial"/>
        <a:ea typeface="Arial"/>
        <a:cs typeface="Arial"/>
      </a:minorFont>
    </a:fontScheme>
    <a:fmtScheme name="ChatGPT">
      <a:fillStyleLst>
        <a:solidFill>
          <a:schemeClr val="phClr"/>
        </a:solidFill>
        <a:gradFill>
          <a:gsLst>
            <a:gs pos="0">
              <a:schemeClr val="phClr">
                <a:tint val="67000"/>
                <a:lumMod val="110000"/>
                <a:satMod val="105000"/>
              </a:schemeClr>
            </a:gs>
            <a:gs pos="50000">
              <a:schemeClr val="phClr">
                <a:tint val="73000"/>
                <a:lumMod val="105000"/>
                <a:satMod val="103000"/>
              </a:schemeClr>
            </a:gs>
            <a:gs pos="100000">
              <a:schemeClr val="phClr">
                <a:tint val="81000"/>
                <a:lumMod val="105000"/>
                <a:satMod val="109000"/>
              </a:schemeClr>
            </a:gs>
          </a:gsLst>
          <a:lin ang="5400000" scaled="0"/>
        </a:gradFill>
        <a:gradFill>
          <a:gsLst>
            <a:gs pos="0">
              <a:schemeClr val="phClr">
                <a:tint val="94000"/>
                <a:lumMod val="102000"/>
                <a:satMod val="103000"/>
              </a:schemeClr>
            </a:gs>
            <a:gs pos="50000">
              <a:schemeClr val="phClr">
                <a:shade val="100000"/>
                <a:lumMod val="100000"/>
                <a:satMod val="110000"/>
              </a:schemeClr>
            </a:gs>
            <a:gs pos="100000">
              <a:schemeClr val="phClr">
                <a:shade val="78000"/>
                <a:lumMod val="99000"/>
                <a:satMod val="120000"/>
              </a:schemeClr>
            </a:gs>
          </a:gsLst>
          <a:lin ang="5400000" scaled="0"/>
        </a:gradFill>
      </a:fillStyleLst>
      <a:lnStyleLst>
        <a:ln w="12700">
          <a:solidFill>
            <a:schemeClr val="phClr"/>
          </a:solidFill>
          <a:prstDash val="solid"/>
        </a:ln>
        <a:ln w="19050">
          <a:solidFill>
            <a:schemeClr val="phClr"/>
          </a:solidFill>
          <a:prstDash val="solid"/>
        </a:ln>
        <a:ln w="25400">
          <a:solidFill>
            <a:schemeClr val="phClr"/>
          </a:solidFill>
          <a:prstDash val="solid"/>
        </a:ln>
      </a:lnStyleLst>
      <a:effectStyleLst>
        <a:effectStyle>
          <a:effectLst/>
        </a:effectStyle>
        <a:effectStyle>
          <a:effectLst/>
        </a:effectStyle>
        <a:effectStyle>
          <a:effectLst>
            <a:outerShdw blurRad="57150" dist="19050" dir="5400000">
              <a:srgbClr val="000000">
                <a:alpha val="16000"/>
              </a:srgbClr>
            </a:outerShdw>
          </a:effectLst>
        </a:effectStyle>
        <a:effectStyle>
          <a:effectLst>
            <a:outerShdw blurRad="19050" dist="9525" dir="5400000">
              <a:srgbClr val="000000">
                <a:alpha val="6000"/>
              </a:srgbClr>
            </a:outerShdw>
          </a:effectLst>
        </a:effectStyle>
        <a:effectStyle>
          <a:effectLst>
            <a:outerShdw blurRad="28575" dist="9525" dir="5400000">
              <a:srgbClr val="000000">
                <a:alpha val="8000"/>
              </a:srgbClr>
            </a:outerShdw>
          </a:effectLst>
        </a:effectStyle>
        <a:effectStyle>
          <a:effectLst>
            <a:outerShdw blurRad="57150" dist="19050" dir="5400000">
              <a:srgbClr val="000000">
                <a:alpha val="10000"/>
              </a:srgbClr>
            </a:outerShdw>
          </a:effectLst>
        </a:effectStyle>
        <a:effectStyle>
          <a:effectLst>
            <a:outerShdw blurRad="114300" dist="38100" dir="5400000">
              <a:srgbClr val="000000">
                <a:alpha val="12000"/>
              </a:srgbClr>
            </a:outerShdw>
          </a:effectLst>
        </a:effectStyle>
        <a:effectStyle>
          <a:effectLst>
            <a:outerShdw blurRad="171450" dist="57150" dir="5400000">
              <a:srgbClr val="000000">
                <a:alpha val="16000"/>
              </a:srgbClr>
            </a:outerShdw>
          </a:effectLst>
        </a:effectStyle>
        <a:effectStyle>
          <a:effectLst>
            <a:outerShdw blurRad="266700" dist="95250" dir="5400000">
              <a:srgbClr val="000000">
                <a:alpha val="24000"/>
              </a:srgbClr>
            </a:outerShdw>
          </a:effectLst>
        </a:effectStyle>
      </a:effectStyleLst>
      <a:bgFillStyleLst>
        <a:solidFill>
          <a:schemeClr val="phClr"/>
        </a:solidFill>
        <a:solidFill>
          <a:schemeClr val="phClr">
            <a:tint val="95000"/>
            <a:satMod val="170000"/>
          </a:schemeClr>
        </a:solidFill>
        <a:gradFill>
          <a:gsLst>
            <a:gs pos="0">
              <a:schemeClr val="phClr">
                <a:tint val="93000"/>
                <a:shade val="98000"/>
                <a:lumMod val="102000"/>
                <a:satMod val="150000"/>
              </a:schemeClr>
            </a:gs>
            <a:gs pos="50000">
              <a:schemeClr val="phClr">
                <a:tint val="98000"/>
                <a:shade val="90000"/>
                <a:lumMod val="103000"/>
                <a:satMod val="130000"/>
              </a:schemeClr>
            </a:gs>
            <a:gs pos="100000">
              <a:schemeClr val="phClr">
                <a:shade val="63000"/>
                <a:satMod val="120000"/>
              </a:schemeClr>
            </a:gs>
          </a:gsLst>
          <a:lin ang="5400000" scaled="0"/>
        </a:gradFill>
      </a:bgFillStyleLst>
    </a:fmtScheme>
  </a:themeElements>
</a:theme>
</file>

<file path=ppt/main_figures/Fig10/ppt/notesSlides/_rels/notesSlide1.xml.rels><?xml version='1.0' encoding='utf-8'?>
<Relationships xmlns="http://schemas.openxmlformats.org/package/2006/relationships"><Relationship Type="http://schemas.openxmlformats.org/officeDocument/2006/relationships/slide" Target="/ppt/main_figures/Fig10/ppt/slides/slide1.xml" Id="R68fe529084bb4057" /><Relationship Type="http://schemas.openxmlformats.org/officeDocument/2006/relationships/notesMaster" Target="/ppt/main_figures/Fig10/ppt/notesMasters/notesMaster1.xml" Id="R90a6ee2f729044f1" /></Relationships>
</file>

<file path=ppt/main_figures/Fig10/ppt/notesSlides/notesSlide1.xml><?xml version="1.0" encoding="utf-8"?>
<p:notes xmlns:a="http://schemas.openxmlformats.org/drawingml/2006/main" xmlns:p="http://schemas.openxmlformats.org/presentationml/2006/main">
  <p:cSld>
    <p:spTree>
      <p:nvGrpSpPr>
        <p:cNvPr id="1" name=""/>
        <p:cNvGrpSpPr/>
        <p:nvPr/>
      </p:nvGrpSpPr>
      <p:grpSpPr>
        <a:xfrm/>
      </p:grpSpPr>
      <p:sp>
        <p:nvSpPr>
          <p:cNvPr id="2" name="Slide Image Placeholder 1"/>
          <p:cNvSpPr>
            <a:spLocks noGrp="1"/>
          </p:cNvSpPr>
          <p:nvPr>
            <p:ph type="sldImg" idx="0"/>
          </p:nvPr>
        </p:nvSpPr>
        <p:spPr/>
      </p:sp>
      <p:sp>
        <p:nvSpPr>
          <p:cNvPr id="3" name="Notes Placeholder 2"/>
          <p:cNvSpPr>
            <a:spLocks noGrp="1"/>
          </p:cNvSpPr>
          <p:nvPr>
            <p:ph type="body" idx="1"/>
          </p:nvPr>
        </p:nvSpPr>
        <p:spPr/>
        <p:txBody>
          <a:bodyPr/>
          <a:lstStyle/>
          <a:p>
            <a:r>
              <a:t>{"source": "saved real_case_studies/evidence", "case": "tangaroa", "selection": {"t": 140, "witness": [9, 16, 24], "node": 182010, "bound": 0.0854500980666667, "tracks": [432, 462, 388], "persistent_three_frames": true, "H": 0.1374416505655397, "gain": 0.13744130257793488, "errorP": 0.1476048264047157, "errorR": 0.010163523826780806, "delta": 0.2750041335821152, "rule": "Among H_lower&gt;2% frames with a three-frame matched witness triple and positive measured relaxation cost, choose largest achieved P-to-R max-error reduction (earliest tie). Descriptive selection biased toward visible relaxation benefit.", "snapshots": [139, 140, 141], "window": [135, 146]}, "identity": "computed positive-overlap Hungarian scalar-feature assignment; not physical entity truth", "baseline_vertical_semantics": "TMTM full native sample-rank domain; ST-MTM full shared discretized native domain; RG fixed physical directional reference domain. Baselines are not geographical coordinates.", "rendering": "exact saved anchors over native scalar maps; 3D display map is subsampled; no scientific values recomputed"}</a:t>
            </a:r>
          </a:p>
          <a:p>
            <a:r>
              <a:rPr lang="en-US" sz="1200">
                <a:solidFill>
                  <a:srgbClr val="000000"/>
                </a:solidFill>
                <a:latin typeface="Arial"/>
                <a:ea typeface="Arial"/>
                <a:cs typeface="Arial"/>
              </a:rPr>
              <a:t>Palette audit 2026-10-22: all six scalar map images exactly match the original TMTM author-workspace RGB transfer function. Three volume images match the original transfer-function renders and original scalar hashes. Low speed purple, central values white, high speed orange/brown; scalar range [0,2]. FAU source-provider thumbnail depicts vorticity, a different variable from the displayed velocity magnitude. Original author workspace: https://github.com/Wiebke/TemporalMergeTreeMaps/blob/2c75a10ed2cd55177a25ff751e0c0a8261200717/modules/mergetreemaps/data/workspaces/sequence_tangaroa_volRendering.inv</a:t>
            </a:r>
          </a:p>
          <a:p>
            <a:r>
              <a:t>Temporal display revision: intermediate time columns interpolate existing saved profiles for display only. Integer-frame profiles, native extrema and metrics are unchanged before pixel integration. Broad bands and true order changes remain visible. See evidence/temporal_display20261023/provenance.json.</a:t>
            </a:r>
          </a:p>
        </p:txBody>
      </p:sp>
      <p:sp>
        <p:nvSpPr>
          <p:cNvPr id="4" name="Slide Number Placeholder 3"/>
          <p:cNvSpPr>
            <a:spLocks noGrp="1"/>
          </p:cNvSpPr>
          <p:nvPr>
            <p:ph type="sldNum" idx="5"/>
          </p:nvPr>
        </p:nvSpPr>
        <p:spPr/>
        <p:txBody>
          <a:bodyPr/>
          <a:lstStyle/>
          <a:p/>
        </p:txBody>
      </p:sp>
    </p:spTree>
  </p:cSld>
  <p:clrMapOvr>
    <a:masterClrMapping/>
  </p:clrMapOvr>
</p:notes>
</file>

<file path=ppt/main_figures/Fig10/ppt/presProps.xml><?xml version="1.0" encoding="utf-8"?>
<p:presentationPr xmlns:p="http://schemas.openxmlformats.org/presentationml/2006/main">
  <p:extLst>
    <p:ext xmlns:p14="http://schemas.microsoft.com/office/powerpoint/2010/main" uri="{E76CE94A-603C-4142-B9EB-6D1370010A27}">
      <p14:discardImageEditData val="0"/>
    </p:ext>
    <p:ext xmlns:p14="http://schemas.microsoft.com/office/powerpoint/2010/main" uri="{D31A062A-798A-4329-ABDD-BBA856620510}">
      <p14:defaultImageDpi val="32767"/>
    </p:ext>
    <p:ext xmlns:p15="http://schemas.microsoft.com/office/powerpoint/2012/main" uri="{FD5EFAAD-0ECE-453E-9831-46B23BE46B34}">
      <p15:chartTrackingRefBased val="1"/>
    </p:ext>
  </p:extLst>
</p:presentationPr>
</file>

<file path=ppt/main_figures/Fig10/ppt/presentation.xml><?xml version="1.0" encoding="utf-8"?>
<p:presentation xmlns:ns1="http://schemas.openxmlformats.org/officeDocument/2006/relationships" xmlns:p="http://schemas.openxmlformats.org/presentationml/2006/main">
  <p:sldMasterIdLst>
    <p:sldMasterId id="2147483648" ns1:id="R1ccf1d7f1f684e23"/>
  </p:sldMasterIdLst>
  <p:notesMasterIdLst>
    <p:notesMasterId ns1:id="R8a6dc0a3daba4b57"/>
  </p:notesMasterIdLst>
  <p:sldIdLst>
    <p:sldId id="256" ns1:id="R461a9b9cb5c84995"/>
  </p:sldIdLst>
  <p:sldSz cx="11887200" cy="4600575"/>
  <p:notesSz cx="6858000" cy="9144000"/>
</p:presentation>
</file>

<file path=ppt/main_figures/Fig10/ppt/slideLayouts/_rels/slideLayout1.xml.rels><?xml version='1.0' encoding='utf-8'?>
<Relationships xmlns="http://schemas.openxmlformats.org/package/2006/relationships"><Relationship Type="http://schemas.openxmlformats.org/officeDocument/2006/relationships/slideMaster" Target="/ppt/main_figures/Fig10/ppt/slideMasters/slideMaster1.xml" Id="R6b32ba2776e6459a" /></Relationships>
</file>

<file path=ppt/main_figures/Fig10/ppt/slideLayouts/_rels/slideLayout2.xml.rels><?xml version='1.0' encoding='utf-8'?>
<Relationships xmlns="http://schemas.openxmlformats.org/package/2006/relationships"><Relationship Type="http://schemas.openxmlformats.org/officeDocument/2006/relationships/slideMaster" Target="/ppt/main_figures/Fig10/ppt/slideMasters/slideMaster1.xml" Id="R127f7381ede44b05" /></Relationships>
</file>

<file path=ppt/main_figures/Fig10/ppt/slideLayouts/_rels/slideLayout3.xml.rels><?xml version='1.0' encoding='utf-8'?>
<Relationships xmlns="http://schemas.openxmlformats.org/package/2006/relationships"><Relationship Type="http://schemas.openxmlformats.org/officeDocument/2006/relationships/slideMaster" Target="/ppt/main_figures/Fig10/ppt/slideMasters/slideMaster1.xml" Id="R69fbe8d3661e435b" /></Relationships>
</file>

<file path=ppt/main_figures/Fig10/ppt/slideLayouts/_rels/slideLayout4.xml.rels><?xml version='1.0' encoding='utf-8'?>
<Relationships xmlns="http://schemas.openxmlformats.org/package/2006/relationships"><Relationship Type="http://schemas.openxmlformats.org/officeDocument/2006/relationships/slideMaster" Target="/ppt/main_figures/Fig10/ppt/slideMasters/slideMaster1.xml" Id="Rf19585b8d0834546" /></Relationships>
</file>

<file path=ppt/main_figures/Fig10/ppt/slideLayouts/_rels/slideLayout5.xml.rels><?xml version='1.0' encoding='utf-8'?>
<Relationships xmlns="http://schemas.openxmlformats.org/package/2006/relationships"><Relationship Type="http://schemas.openxmlformats.org/officeDocument/2006/relationships/slideMaster" Target="/ppt/main_figures/Fig10/ppt/slideMasters/slideMaster1.xml" Id="R367dee91fe89483e" /></Relationships>
</file>

<file path=ppt/main_figures/Fig10/ppt/slideLayouts/_rels/slideLayout6.xml.rels><?xml version='1.0' encoding='utf-8'?>
<Relationships xmlns="http://schemas.openxmlformats.org/package/2006/relationships"><Relationship Type="http://schemas.openxmlformats.org/officeDocument/2006/relationships/slideMaster" Target="/ppt/main_figures/Fig10/ppt/slideMasters/slideMaster1.xml" Id="R5f414412fff04c5c" /></Relationships>
</file>

<file path=ppt/main_figures/Fig10/ppt/slideLayouts/slideLayout1.xml><?xml version="1.0" encoding="utf-8"?>
<p:sldLayout xmlns:p="http://schemas.openxmlformats.org/presentationml/2006/main" type="title">
  <p:cSld name="Title Slide">
    <p:spTree>
      <p:nvGrpSpPr>
        <p:cNvPr id="1" name=""/>
        <p:cNvGrpSpPr/>
        <p:nvPr/>
      </p:nvGrpSpPr>
      <p:grpSpPr>
        <a:xfrm xmlns:a="http://schemas.openxmlformats.org/drawingml/2006/main"/>
      </p:grpSpPr>
      <p:sp>
        <p:nvSpPr>
          <p:cNvPr id="3" name="Title">
            <a:extLst xmlns:a="http://schemas.openxmlformats.org/drawingml/2006/main">
              <a:ext uri="{FF2B5EF4-FFF2-40B4-BE49-F238E27FC236}">
                <a16:creationId xmlns:a16="http://schemas.microsoft.com/office/drawing/2014/main" id="{3DC3B9D6-CD78-44D6-B435-D11029853000}"/>
              </a:ext>
            </a:extLst>
          </p:cNvPr>
          <p:cNvSpPr>
            <a:spLocks xmlns:a="http://schemas.openxmlformats.org/drawingml/2006/main" noGrp="1"/>
          </p:cNvSpPr>
          <p:nvPr>
            <p:ph type="title" idx="0"/>
          </p:nvPr>
        </p:nvSpPr>
        <p:spPr>
          <a:xfrm xmlns:a="http://schemas.openxmlformats.org/drawingml/2006/main">
            <a:off x="1280160" y="2302933"/>
            <a:ext cx="10241280" cy="880533"/>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ctr">
            <a:normAutofit/>
          </a:bodyPr>
          <a:lstStyle xmlns:a="http://schemas.openxmlformats.org/drawingml/2006/main">
            <a:defPPr algn="ctr">
              <a:defRPr sz="4267" b="1">
                <a:solidFill>
                  <a:schemeClr val="tx1"/>
                </a:solidFill>
                <a:latin typeface="Arial"/>
                <a:ea typeface="Arial"/>
                <a:cs typeface="Arial"/>
              </a:defRPr>
            </a:defPPr>
            <a:lvl1pPr marL="0" indent="0" algn="ctr">
              <a:lnSpc>
                <a:spcPct val="110000"/>
              </a:lnSpc>
              <a:spcBef>
                <a:spcPts val="0"/>
              </a:spcBef>
              <a:spcAft>
                <a:spcPts val="0"/>
              </a:spcAft>
              <a:buNone/>
              <a:defRPr sz="4267" b="1">
                <a:solidFill>
                  <a:schemeClr val="tx1"/>
                </a:solidFill>
                <a:latin typeface="Arial"/>
                <a:ea typeface="Arial"/>
                <a:cs typeface="Arial"/>
              </a:defRPr>
            </a:lvl1pPr>
            <a:lvl2pPr marL="0" indent="0" algn="ctr">
              <a:lnSpc>
                <a:spcPct val="110000"/>
              </a:lnSpc>
              <a:spcBef>
                <a:spcPts val="0"/>
              </a:spcBef>
              <a:spcAft>
                <a:spcPts val="0"/>
              </a:spcAft>
              <a:buNone/>
              <a:defRPr sz="4267" b="1">
                <a:solidFill>
                  <a:schemeClr val="tx1"/>
                </a:solidFill>
                <a:latin typeface="Arial"/>
                <a:ea typeface="Arial"/>
                <a:cs typeface="Arial"/>
              </a:defRPr>
            </a:lvl2pPr>
            <a:lvl3pPr marL="0" indent="0" algn="ctr">
              <a:lnSpc>
                <a:spcPct val="110000"/>
              </a:lnSpc>
              <a:spcBef>
                <a:spcPts val="0"/>
              </a:spcBef>
              <a:spcAft>
                <a:spcPts val="0"/>
              </a:spcAft>
              <a:buNone/>
              <a:defRPr sz="4267" b="1">
                <a:solidFill>
                  <a:schemeClr val="tx1"/>
                </a:solidFill>
                <a:latin typeface="Arial"/>
                <a:ea typeface="Arial"/>
                <a:cs typeface="Arial"/>
              </a:defRPr>
            </a:lvl3pPr>
            <a:lvl4pPr marL="0" indent="0" algn="ctr">
              <a:lnSpc>
                <a:spcPct val="110000"/>
              </a:lnSpc>
              <a:spcBef>
                <a:spcPts val="0"/>
              </a:spcBef>
              <a:spcAft>
                <a:spcPts val="0"/>
              </a:spcAft>
              <a:buNone/>
              <a:defRPr sz="4267" b="1">
                <a:solidFill>
                  <a:schemeClr val="tx1"/>
                </a:solidFill>
                <a:latin typeface="Arial"/>
                <a:ea typeface="Arial"/>
                <a:cs typeface="Arial"/>
              </a:defRPr>
            </a:lvl4pPr>
            <a:lvl5pPr marL="0" indent="0" algn="ctr">
              <a:lnSpc>
                <a:spcPct val="110000"/>
              </a:lnSpc>
              <a:spcBef>
                <a:spcPts val="0"/>
              </a:spcBef>
              <a:spcAft>
                <a:spcPts val="0"/>
              </a:spcAft>
              <a:buNone/>
              <a:defRPr sz="4267" b="1">
                <a:solidFill>
                  <a:schemeClr val="tx1"/>
                </a:solidFill>
                <a:latin typeface="Arial"/>
                <a:ea typeface="Arial"/>
                <a:cs typeface="Arial"/>
              </a:defRPr>
            </a:lvl5pPr>
            <a:lvl6pPr marL="0" indent="0" algn="ctr">
              <a:lnSpc>
                <a:spcPct val="110000"/>
              </a:lnSpc>
              <a:spcBef>
                <a:spcPts val="0"/>
              </a:spcBef>
              <a:spcAft>
                <a:spcPts val="0"/>
              </a:spcAft>
              <a:buNone/>
              <a:defRPr sz="4267" b="1">
                <a:solidFill>
                  <a:schemeClr val="tx1"/>
                </a:solidFill>
                <a:latin typeface="Arial"/>
                <a:ea typeface="Arial"/>
                <a:cs typeface="Arial"/>
              </a:defRPr>
            </a:lvl6pPr>
            <a:lvl7pPr marL="0" indent="0" algn="ctr">
              <a:lnSpc>
                <a:spcPct val="110000"/>
              </a:lnSpc>
              <a:spcBef>
                <a:spcPts val="0"/>
              </a:spcBef>
              <a:spcAft>
                <a:spcPts val="0"/>
              </a:spcAft>
              <a:buNone/>
              <a:defRPr sz="4267" b="1">
                <a:solidFill>
                  <a:schemeClr val="tx1"/>
                </a:solidFill>
                <a:latin typeface="Arial"/>
                <a:ea typeface="Arial"/>
                <a:cs typeface="Arial"/>
              </a:defRPr>
            </a:lvl7pPr>
            <a:lvl8pPr marL="0" indent="0" algn="ctr">
              <a:lnSpc>
                <a:spcPct val="110000"/>
              </a:lnSpc>
              <a:spcBef>
                <a:spcPts val="0"/>
              </a:spcBef>
              <a:spcAft>
                <a:spcPts val="0"/>
              </a:spcAft>
              <a:buNone/>
              <a:defRPr sz="4267" b="1">
                <a:solidFill>
                  <a:schemeClr val="tx1"/>
                </a:solidFill>
                <a:latin typeface="Arial"/>
                <a:ea typeface="Arial"/>
                <a:cs typeface="Arial"/>
              </a:defRPr>
            </a:lvl8pPr>
            <a:lvl9pPr marL="0" indent="0" algn="ctr">
              <a:lnSpc>
                <a:spcPct val="110000"/>
              </a:lnSpc>
              <a:spcBef>
                <a:spcPts val="0"/>
              </a:spcBef>
              <a:spcAft>
                <a:spcPts val="0"/>
              </a:spcAft>
              <a:buNone/>
              <a:defRPr sz="4267" b="1">
                <a:solidFill>
                  <a:schemeClr val="tx1"/>
                </a:solidFill>
                <a:latin typeface="Arial"/>
                <a:ea typeface="Arial"/>
                <a:cs typeface="Arial"/>
              </a:defRPr>
            </a:lvl9pPr>
          </a:lstStyle>
          <a:p xmlns:a="http://schemas.openxmlformats.org/drawingml/2006/main"/>
        </p:txBody>
      </p:sp>
      <p:sp>
        <p:nvSpPr>
          <p:cNvPr id="2" name="Subtitle">
            <a:extLst xmlns:a="http://schemas.openxmlformats.org/drawingml/2006/main">
              <a:ext uri="{FF2B5EF4-FFF2-40B4-BE49-F238E27FC236}">
                <a16:creationId xmlns:a16="http://schemas.microsoft.com/office/drawing/2014/main" id="{BAF5CE0A-8555-443D-86C7-533FF2309CC6}"/>
              </a:ext>
            </a:extLst>
          </p:cNvPr>
          <p:cNvSpPr>
            <a:spLocks xmlns:a="http://schemas.openxmlformats.org/drawingml/2006/main" noGrp="1"/>
          </p:cNvSpPr>
          <p:nvPr>
            <p:ph type="subTitle" idx="1"/>
          </p:nvPr>
        </p:nvSpPr>
        <p:spPr>
          <a:xfrm xmlns:a="http://schemas.openxmlformats.org/drawingml/2006/main">
            <a:off x="1920240" y="3352800"/>
            <a:ext cx="8961120" cy="677333"/>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ctr">
            <a:normAutofit/>
          </a:bodyPr>
          <a:lstStyle xmlns:a="http://schemas.openxmlformats.org/drawingml/2006/main">
            <a:defPPr algn="ctr">
              <a:defRPr sz="1867" b="0">
                <a:solidFill>
                  <a:schemeClr val="tx1"/>
                </a:solidFill>
                <a:latin typeface="Arial"/>
                <a:ea typeface="Arial"/>
                <a:cs typeface="Arial"/>
              </a:defRPr>
            </a:defPPr>
            <a:lvl1pPr marL="0" indent="0" algn="ctr">
              <a:lnSpc>
                <a:spcPct val="110000"/>
              </a:lnSpc>
              <a:spcBef>
                <a:spcPts val="0"/>
              </a:spcBef>
              <a:spcAft>
                <a:spcPts val="0"/>
              </a:spcAft>
              <a:buNone/>
              <a:defRPr sz="1867" b="0">
                <a:solidFill>
                  <a:schemeClr val="tx1"/>
                </a:solidFill>
                <a:latin typeface="Arial"/>
                <a:ea typeface="Arial"/>
                <a:cs typeface="Arial"/>
              </a:defRPr>
            </a:lvl1pPr>
            <a:lvl2pPr marL="0" indent="0" algn="ctr">
              <a:lnSpc>
                <a:spcPct val="110000"/>
              </a:lnSpc>
              <a:spcBef>
                <a:spcPts val="0"/>
              </a:spcBef>
              <a:spcAft>
                <a:spcPts val="0"/>
              </a:spcAft>
              <a:buNone/>
              <a:defRPr sz="1867" b="0">
                <a:solidFill>
                  <a:schemeClr val="tx1"/>
                </a:solidFill>
                <a:latin typeface="Arial"/>
                <a:ea typeface="Arial"/>
                <a:cs typeface="Arial"/>
              </a:defRPr>
            </a:lvl2pPr>
            <a:lvl3pPr marL="0" indent="0" algn="ctr">
              <a:lnSpc>
                <a:spcPct val="110000"/>
              </a:lnSpc>
              <a:spcBef>
                <a:spcPts val="0"/>
              </a:spcBef>
              <a:spcAft>
                <a:spcPts val="0"/>
              </a:spcAft>
              <a:buNone/>
              <a:defRPr sz="1867" b="0">
                <a:solidFill>
                  <a:schemeClr val="tx1"/>
                </a:solidFill>
                <a:latin typeface="Arial"/>
                <a:ea typeface="Arial"/>
                <a:cs typeface="Arial"/>
              </a:defRPr>
            </a:lvl3pPr>
            <a:lvl4pPr marL="0" indent="0" algn="ctr">
              <a:lnSpc>
                <a:spcPct val="110000"/>
              </a:lnSpc>
              <a:spcBef>
                <a:spcPts val="0"/>
              </a:spcBef>
              <a:spcAft>
                <a:spcPts val="0"/>
              </a:spcAft>
              <a:buNone/>
              <a:defRPr sz="1867" b="0">
                <a:solidFill>
                  <a:schemeClr val="tx1"/>
                </a:solidFill>
                <a:latin typeface="Arial"/>
                <a:ea typeface="Arial"/>
                <a:cs typeface="Arial"/>
              </a:defRPr>
            </a:lvl4pPr>
            <a:lvl5pPr marL="0" indent="0" algn="ctr">
              <a:lnSpc>
                <a:spcPct val="110000"/>
              </a:lnSpc>
              <a:spcBef>
                <a:spcPts val="0"/>
              </a:spcBef>
              <a:spcAft>
                <a:spcPts val="0"/>
              </a:spcAft>
              <a:buNone/>
              <a:defRPr sz="1867" b="0">
                <a:solidFill>
                  <a:schemeClr val="tx1"/>
                </a:solidFill>
                <a:latin typeface="Arial"/>
                <a:ea typeface="Arial"/>
                <a:cs typeface="Arial"/>
              </a:defRPr>
            </a:lvl5pPr>
            <a:lvl6pPr marL="0" indent="0" algn="ctr">
              <a:lnSpc>
                <a:spcPct val="110000"/>
              </a:lnSpc>
              <a:spcBef>
                <a:spcPts val="0"/>
              </a:spcBef>
              <a:spcAft>
                <a:spcPts val="0"/>
              </a:spcAft>
              <a:buNone/>
              <a:defRPr sz="1867" b="0">
                <a:solidFill>
                  <a:schemeClr val="tx1"/>
                </a:solidFill>
                <a:latin typeface="Arial"/>
                <a:ea typeface="Arial"/>
                <a:cs typeface="Arial"/>
              </a:defRPr>
            </a:lvl6pPr>
            <a:lvl7pPr marL="0" indent="0" algn="ctr">
              <a:lnSpc>
                <a:spcPct val="110000"/>
              </a:lnSpc>
              <a:spcBef>
                <a:spcPts val="0"/>
              </a:spcBef>
              <a:spcAft>
                <a:spcPts val="0"/>
              </a:spcAft>
              <a:buNone/>
              <a:defRPr sz="1867" b="0">
                <a:solidFill>
                  <a:schemeClr val="tx1"/>
                </a:solidFill>
                <a:latin typeface="Arial"/>
                <a:ea typeface="Arial"/>
                <a:cs typeface="Arial"/>
              </a:defRPr>
            </a:lvl7pPr>
            <a:lvl8pPr marL="0" indent="0" algn="ctr">
              <a:lnSpc>
                <a:spcPct val="110000"/>
              </a:lnSpc>
              <a:spcBef>
                <a:spcPts val="0"/>
              </a:spcBef>
              <a:spcAft>
                <a:spcPts val="0"/>
              </a:spcAft>
              <a:buNone/>
              <a:defRPr sz="1867" b="0">
                <a:solidFill>
                  <a:schemeClr val="tx1"/>
                </a:solidFill>
                <a:latin typeface="Arial"/>
                <a:ea typeface="Arial"/>
                <a:cs typeface="Arial"/>
              </a:defRPr>
            </a:lvl8pPr>
            <a:lvl9pPr marL="0" indent="0" algn="ctr">
              <a:lnSpc>
                <a:spcPct val="110000"/>
              </a:lnSpc>
              <a:spcBef>
                <a:spcPts val="0"/>
              </a:spcBef>
              <a:spcAft>
                <a:spcPts val="0"/>
              </a:spcAft>
              <a:buNone/>
              <a:defRPr sz="1867" b="0">
                <a:solidFill>
                  <a:schemeClr val="tx1"/>
                </a:solidFill>
                <a:latin typeface="Arial"/>
                <a:ea typeface="Arial"/>
                <a:cs typeface="Arial"/>
              </a:defRPr>
            </a:lvl9pPr>
          </a:lstStyle>
          <a:p xmlns:a="http://schemas.openxmlformats.org/drawingml/2006/main"/>
        </p:txBody>
      </p:sp>
    </p:spTree>
  </p:cSld>
</p:sldLayout>
</file>

<file path=ppt/main_figures/Fig10/ppt/slideLayouts/slideLayout2.xml><?xml version="1.0" encoding="utf-8"?>
<p:sldLayout xmlns:p="http://schemas.openxmlformats.org/presentationml/2006/main">
  <p:cSld name="Section Header">
    <p:spTree>
      <p:nvGrpSpPr>
        <p:cNvPr id="1" name=""/>
        <p:cNvGrpSpPr/>
        <p:nvPr/>
      </p:nvGrpSpPr>
      <p:grpSpPr>
        <a:xfrm xmlns:a="http://schemas.openxmlformats.org/drawingml/2006/main"/>
      </p:grpSpPr>
      <p:sp>
        <p:nvSpPr>
          <p:cNvPr id="2" name="Section title">
            <a:extLst xmlns:a="http://schemas.openxmlformats.org/drawingml/2006/main">
              <a:ext uri="{FF2B5EF4-FFF2-40B4-BE49-F238E27FC236}">
                <a16:creationId xmlns:a16="http://schemas.microsoft.com/office/drawing/2014/main" id="{A23FE491-C7A9-40BB-9B11-6C3B9C248C15}"/>
              </a:ext>
            </a:extLst>
          </p:cNvPr>
          <p:cNvSpPr>
            <a:spLocks xmlns:a="http://schemas.openxmlformats.org/drawingml/2006/main" noGrp="1"/>
          </p:cNvSpPr>
          <p:nvPr>
            <p:ph type="title" idx="0"/>
          </p:nvPr>
        </p:nvSpPr>
        <p:spPr>
          <a:xfrm xmlns:a="http://schemas.openxmlformats.org/drawingml/2006/main">
            <a:off x="1280160" y="2540000"/>
            <a:ext cx="10241280" cy="1016000"/>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ctr">
            <a:normAutofit/>
          </a:bodyPr>
          <a:lstStyle xmlns:a="http://schemas.openxmlformats.org/drawingml/2006/main">
            <a:defPPr algn="ctr">
              <a:defRPr sz="3733" b="1">
                <a:solidFill>
                  <a:schemeClr val="tx1"/>
                </a:solidFill>
                <a:latin typeface="Arial"/>
                <a:ea typeface="Arial"/>
                <a:cs typeface="Arial"/>
              </a:defRPr>
            </a:defPPr>
            <a:lvl1pPr marL="0" indent="0" algn="ctr">
              <a:lnSpc>
                <a:spcPct val="110000"/>
              </a:lnSpc>
              <a:spcBef>
                <a:spcPts val="0"/>
              </a:spcBef>
              <a:spcAft>
                <a:spcPts val="0"/>
              </a:spcAft>
              <a:buNone/>
              <a:defRPr sz="3733" b="1">
                <a:solidFill>
                  <a:schemeClr val="tx1"/>
                </a:solidFill>
                <a:latin typeface="Arial"/>
                <a:ea typeface="Arial"/>
                <a:cs typeface="Arial"/>
              </a:defRPr>
            </a:lvl1pPr>
            <a:lvl2pPr marL="0" indent="0" algn="ctr">
              <a:lnSpc>
                <a:spcPct val="110000"/>
              </a:lnSpc>
              <a:spcBef>
                <a:spcPts val="0"/>
              </a:spcBef>
              <a:spcAft>
                <a:spcPts val="0"/>
              </a:spcAft>
              <a:buNone/>
              <a:defRPr sz="3733" b="1">
                <a:solidFill>
                  <a:schemeClr val="tx1"/>
                </a:solidFill>
                <a:latin typeface="Arial"/>
                <a:ea typeface="Arial"/>
                <a:cs typeface="Arial"/>
              </a:defRPr>
            </a:lvl2pPr>
            <a:lvl3pPr marL="0" indent="0" algn="ctr">
              <a:lnSpc>
                <a:spcPct val="110000"/>
              </a:lnSpc>
              <a:spcBef>
                <a:spcPts val="0"/>
              </a:spcBef>
              <a:spcAft>
                <a:spcPts val="0"/>
              </a:spcAft>
              <a:buNone/>
              <a:defRPr sz="3733" b="1">
                <a:solidFill>
                  <a:schemeClr val="tx1"/>
                </a:solidFill>
                <a:latin typeface="Arial"/>
                <a:ea typeface="Arial"/>
                <a:cs typeface="Arial"/>
              </a:defRPr>
            </a:lvl3pPr>
            <a:lvl4pPr marL="0" indent="0" algn="ctr">
              <a:lnSpc>
                <a:spcPct val="110000"/>
              </a:lnSpc>
              <a:spcBef>
                <a:spcPts val="0"/>
              </a:spcBef>
              <a:spcAft>
                <a:spcPts val="0"/>
              </a:spcAft>
              <a:buNone/>
              <a:defRPr sz="3733" b="1">
                <a:solidFill>
                  <a:schemeClr val="tx1"/>
                </a:solidFill>
                <a:latin typeface="Arial"/>
                <a:ea typeface="Arial"/>
                <a:cs typeface="Arial"/>
              </a:defRPr>
            </a:lvl4pPr>
            <a:lvl5pPr marL="0" indent="0" algn="ctr">
              <a:lnSpc>
                <a:spcPct val="110000"/>
              </a:lnSpc>
              <a:spcBef>
                <a:spcPts val="0"/>
              </a:spcBef>
              <a:spcAft>
                <a:spcPts val="0"/>
              </a:spcAft>
              <a:buNone/>
              <a:defRPr sz="3733" b="1">
                <a:solidFill>
                  <a:schemeClr val="tx1"/>
                </a:solidFill>
                <a:latin typeface="Arial"/>
                <a:ea typeface="Arial"/>
                <a:cs typeface="Arial"/>
              </a:defRPr>
            </a:lvl5pPr>
            <a:lvl6pPr marL="0" indent="0" algn="ctr">
              <a:lnSpc>
                <a:spcPct val="110000"/>
              </a:lnSpc>
              <a:spcBef>
                <a:spcPts val="0"/>
              </a:spcBef>
              <a:spcAft>
                <a:spcPts val="0"/>
              </a:spcAft>
              <a:buNone/>
              <a:defRPr sz="3733" b="1">
                <a:solidFill>
                  <a:schemeClr val="tx1"/>
                </a:solidFill>
                <a:latin typeface="Arial"/>
                <a:ea typeface="Arial"/>
                <a:cs typeface="Arial"/>
              </a:defRPr>
            </a:lvl6pPr>
            <a:lvl7pPr marL="0" indent="0" algn="ctr">
              <a:lnSpc>
                <a:spcPct val="110000"/>
              </a:lnSpc>
              <a:spcBef>
                <a:spcPts val="0"/>
              </a:spcBef>
              <a:spcAft>
                <a:spcPts val="0"/>
              </a:spcAft>
              <a:buNone/>
              <a:defRPr sz="3733" b="1">
                <a:solidFill>
                  <a:schemeClr val="tx1"/>
                </a:solidFill>
                <a:latin typeface="Arial"/>
                <a:ea typeface="Arial"/>
                <a:cs typeface="Arial"/>
              </a:defRPr>
            </a:lvl7pPr>
            <a:lvl8pPr marL="0" indent="0" algn="ctr">
              <a:lnSpc>
                <a:spcPct val="110000"/>
              </a:lnSpc>
              <a:spcBef>
                <a:spcPts val="0"/>
              </a:spcBef>
              <a:spcAft>
                <a:spcPts val="0"/>
              </a:spcAft>
              <a:buNone/>
              <a:defRPr sz="3733" b="1">
                <a:solidFill>
                  <a:schemeClr val="tx1"/>
                </a:solidFill>
                <a:latin typeface="Arial"/>
                <a:ea typeface="Arial"/>
                <a:cs typeface="Arial"/>
              </a:defRPr>
            </a:lvl8pPr>
            <a:lvl9pPr marL="0" indent="0" algn="ctr">
              <a:lnSpc>
                <a:spcPct val="110000"/>
              </a:lnSpc>
              <a:spcBef>
                <a:spcPts val="0"/>
              </a:spcBef>
              <a:spcAft>
                <a:spcPts val="0"/>
              </a:spcAft>
              <a:buNone/>
              <a:defRPr sz="3733" b="1">
                <a:solidFill>
                  <a:schemeClr val="tx1"/>
                </a:solidFill>
                <a:latin typeface="Arial"/>
                <a:ea typeface="Arial"/>
                <a:cs typeface="Arial"/>
              </a:defRPr>
            </a:lvl9pPr>
          </a:lstStyle>
          <a:p xmlns:a="http://schemas.openxmlformats.org/drawingml/2006/main"/>
        </p:txBody>
      </p:sp>
    </p:spTree>
  </p:cSld>
</p:sldLayout>
</file>

<file path=ppt/main_figures/Fig10/ppt/slideLayouts/slideLayout3.xml><?xml version="1.0" encoding="utf-8"?>
<p:sldLayout xmlns:p="http://schemas.openxmlformats.org/presentationml/2006/main">
  <p:cSld name="Title and Body">
    <p:spTree>
      <p:nvGrpSpPr>
        <p:cNvPr id="1" name=""/>
        <p:cNvGrpSpPr/>
        <p:nvPr/>
      </p:nvGrpSpPr>
      <p:grpSpPr>
        <a:xfrm xmlns:a="http://schemas.openxmlformats.org/drawingml/2006/main"/>
      </p:grpSpPr>
      <p:sp>
        <p:nvSpPr>
          <p:cNvPr id="3" name="Title">
            <a:extLst xmlns:a="http://schemas.openxmlformats.org/drawingml/2006/main">
              <a:ext uri="{FF2B5EF4-FFF2-40B4-BE49-F238E27FC236}">
                <a16:creationId xmlns:a16="http://schemas.microsoft.com/office/drawing/2014/main" id="{A8C72C68-762C-490B-BC43-19470E7CDE78}"/>
              </a:ext>
            </a:extLst>
          </p:cNvPr>
          <p:cNvSpPr>
            <a:spLocks xmlns:a="http://schemas.openxmlformats.org/drawingml/2006/main" noGrp="1"/>
          </p:cNvSpPr>
          <p:nvPr>
            <p:ph type="title" idx="0"/>
          </p:nvPr>
        </p:nvSpPr>
        <p:spPr>
          <a:xfrm xmlns:a="http://schemas.openxmlformats.org/drawingml/2006/main">
            <a:off x="720090" y="474133"/>
            <a:ext cx="11361420" cy="7450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933" b="1">
                <a:solidFill>
                  <a:schemeClr val="tx1"/>
                </a:solidFill>
                <a:latin typeface="Arial"/>
                <a:ea typeface="Arial"/>
                <a:cs typeface="Arial"/>
              </a:defRPr>
            </a:defPPr>
            <a:lvl1pPr marL="0" indent="0" algn="l">
              <a:lnSpc>
                <a:spcPct val="110000"/>
              </a:lnSpc>
              <a:spcBef>
                <a:spcPts val="0"/>
              </a:spcBef>
              <a:spcAft>
                <a:spcPts val="0"/>
              </a:spcAft>
              <a:buNone/>
              <a:defRPr sz="2933" b="1">
                <a:solidFill>
                  <a:schemeClr val="tx1"/>
                </a:solidFill>
                <a:latin typeface="Arial"/>
                <a:ea typeface="Arial"/>
                <a:cs typeface="Arial"/>
              </a:defRPr>
            </a:lvl1pPr>
            <a:lvl2pPr marL="0" indent="0" algn="l">
              <a:lnSpc>
                <a:spcPct val="110000"/>
              </a:lnSpc>
              <a:spcBef>
                <a:spcPts val="0"/>
              </a:spcBef>
              <a:spcAft>
                <a:spcPts val="0"/>
              </a:spcAft>
              <a:buNone/>
              <a:defRPr sz="2933" b="1">
                <a:solidFill>
                  <a:schemeClr val="tx1"/>
                </a:solidFill>
                <a:latin typeface="Arial"/>
                <a:ea typeface="Arial"/>
                <a:cs typeface="Arial"/>
              </a:defRPr>
            </a:lvl2pPr>
            <a:lvl3pPr marL="0" indent="0" algn="l">
              <a:lnSpc>
                <a:spcPct val="110000"/>
              </a:lnSpc>
              <a:spcBef>
                <a:spcPts val="0"/>
              </a:spcBef>
              <a:spcAft>
                <a:spcPts val="0"/>
              </a:spcAft>
              <a:buNone/>
              <a:defRPr sz="2933" b="1">
                <a:solidFill>
                  <a:schemeClr val="tx1"/>
                </a:solidFill>
                <a:latin typeface="Arial"/>
                <a:ea typeface="Arial"/>
                <a:cs typeface="Arial"/>
              </a:defRPr>
            </a:lvl3pPr>
            <a:lvl4pPr marL="0" indent="0" algn="l">
              <a:lnSpc>
                <a:spcPct val="110000"/>
              </a:lnSpc>
              <a:spcBef>
                <a:spcPts val="0"/>
              </a:spcBef>
              <a:spcAft>
                <a:spcPts val="0"/>
              </a:spcAft>
              <a:buNone/>
              <a:defRPr sz="2933" b="1">
                <a:solidFill>
                  <a:schemeClr val="tx1"/>
                </a:solidFill>
                <a:latin typeface="Arial"/>
                <a:ea typeface="Arial"/>
                <a:cs typeface="Arial"/>
              </a:defRPr>
            </a:lvl4pPr>
            <a:lvl5pPr marL="0" indent="0" algn="l">
              <a:lnSpc>
                <a:spcPct val="110000"/>
              </a:lnSpc>
              <a:spcBef>
                <a:spcPts val="0"/>
              </a:spcBef>
              <a:spcAft>
                <a:spcPts val="0"/>
              </a:spcAft>
              <a:buNone/>
              <a:defRPr sz="2933" b="1">
                <a:solidFill>
                  <a:schemeClr val="tx1"/>
                </a:solidFill>
                <a:latin typeface="Arial"/>
                <a:ea typeface="Arial"/>
                <a:cs typeface="Arial"/>
              </a:defRPr>
            </a:lvl5pPr>
            <a:lvl6pPr marL="0" indent="0" algn="l">
              <a:lnSpc>
                <a:spcPct val="110000"/>
              </a:lnSpc>
              <a:spcBef>
                <a:spcPts val="0"/>
              </a:spcBef>
              <a:spcAft>
                <a:spcPts val="0"/>
              </a:spcAft>
              <a:buNone/>
              <a:defRPr sz="2933" b="1">
                <a:solidFill>
                  <a:schemeClr val="tx1"/>
                </a:solidFill>
                <a:latin typeface="Arial"/>
                <a:ea typeface="Arial"/>
                <a:cs typeface="Arial"/>
              </a:defRPr>
            </a:lvl6pPr>
            <a:lvl7pPr marL="0" indent="0" algn="l">
              <a:lnSpc>
                <a:spcPct val="110000"/>
              </a:lnSpc>
              <a:spcBef>
                <a:spcPts val="0"/>
              </a:spcBef>
              <a:spcAft>
                <a:spcPts val="0"/>
              </a:spcAft>
              <a:buNone/>
              <a:defRPr sz="2933" b="1">
                <a:solidFill>
                  <a:schemeClr val="tx1"/>
                </a:solidFill>
                <a:latin typeface="Arial"/>
                <a:ea typeface="Arial"/>
                <a:cs typeface="Arial"/>
              </a:defRPr>
            </a:lvl7pPr>
            <a:lvl8pPr marL="0" indent="0" algn="l">
              <a:lnSpc>
                <a:spcPct val="110000"/>
              </a:lnSpc>
              <a:spcBef>
                <a:spcPts val="0"/>
              </a:spcBef>
              <a:spcAft>
                <a:spcPts val="0"/>
              </a:spcAft>
              <a:buNone/>
              <a:defRPr sz="2933" b="1">
                <a:solidFill>
                  <a:schemeClr val="tx1"/>
                </a:solidFill>
                <a:latin typeface="Arial"/>
                <a:ea typeface="Arial"/>
                <a:cs typeface="Arial"/>
              </a:defRPr>
            </a:lvl8pPr>
            <a:lvl9pPr marL="0" indent="0" algn="l">
              <a:lnSpc>
                <a:spcPct val="110000"/>
              </a:lnSpc>
              <a:spcBef>
                <a:spcPts val="0"/>
              </a:spcBef>
              <a:spcAft>
                <a:spcPts val="0"/>
              </a:spcAft>
              <a:buNone/>
              <a:defRPr sz="2933" b="1">
                <a:solidFill>
                  <a:schemeClr val="tx1"/>
                </a:solidFill>
                <a:latin typeface="Arial"/>
                <a:ea typeface="Arial"/>
                <a:cs typeface="Arial"/>
              </a:defRPr>
            </a:lvl9pPr>
          </a:lstStyle>
          <a:p xmlns:a="http://schemas.openxmlformats.org/drawingml/2006/main"/>
        </p:txBody>
      </p:sp>
      <p:sp>
        <p:nvSpPr>
          <p:cNvPr id="2" name="Body">
            <a:extLst xmlns:a="http://schemas.openxmlformats.org/drawingml/2006/main">
              <a:ext uri="{FF2B5EF4-FFF2-40B4-BE49-F238E27FC236}">
                <a16:creationId xmlns:a16="http://schemas.microsoft.com/office/drawing/2014/main" id="{C3F8A950-70ED-4711-9304-04E0802E6D30}"/>
              </a:ext>
            </a:extLst>
          </p:cNvPr>
          <p:cNvSpPr>
            <a:spLocks xmlns:a="http://schemas.openxmlformats.org/drawingml/2006/main" noGrp="1"/>
          </p:cNvSpPr>
          <p:nvPr>
            <p:ph type="body" idx="1"/>
          </p:nvPr>
        </p:nvSpPr>
        <p:spPr>
          <a:xfrm xmlns:a="http://schemas.openxmlformats.org/drawingml/2006/main">
            <a:off x="720090" y="1693333"/>
            <a:ext cx="11361420" cy="37930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000" b="0">
                <a:solidFill>
                  <a:schemeClr val="tx1"/>
                </a:solidFill>
                <a:latin typeface="Arial"/>
                <a:ea typeface="Arial"/>
                <a:cs typeface="Arial"/>
              </a:defRPr>
            </a:defPPr>
            <a:lvl1pPr marL="203200" indent="-203200" algn="l">
              <a:lnSpc>
                <a:spcPct val="110000"/>
              </a:lnSpc>
              <a:spcBef>
                <a:spcPts val="0"/>
              </a:spcBef>
              <a:spcAft>
                <a:spcPts val="1067"/>
              </a:spcAft>
              <a:buChar char="•"/>
              <a:defRPr sz="2000" b="0">
                <a:solidFill>
                  <a:schemeClr val="tx1"/>
                </a:solidFill>
                <a:latin typeface="Arial"/>
                <a:ea typeface="Arial"/>
                <a:cs typeface="Arial"/>
              </a:defRPr>
            </a:lvl1pPr>
            <a:lvl2pPr marL="474133" indent="-203200" algn="l">
              <a:lnSpc>
                <a:spcPct val="110000"/>
              </a:lnSpc>
              <a:spcBef>
                <a:spcPts val="0"/>
              </a:spcBef>
              <a:spcAft>
                <a:spcPts val="1067"/>
              </a:spcAft>
              <a:buChar char="•"/>
              <a:defRPr sz="2000" b="0">
                <a:solidFill>
                  <a:schemeClr val="tx1"/>
                </a:solidFill>
                <a:latin typeface="Arial"/>
                <a:ea typeface="Arial"/>
                <a:cs typeface="Arial"/>
              </a:defRPr>
            </a:lvl2pPr>
            <a:lvl3pPr marL="745067" indent="-203200" algn="l">
              <a:lnSpc>
                <a:spcPct val="110000"/>
              </a:lnSpc>
              <a:spcBef>
                <a:spcPts val="0"/>
              </a:spcBef>
              <a:spcAft>
                <a:spcPts val="1067"/>
              </a:spcAft>
              <a:buChar char="•"/>
              <a:defRPr sz="2000" b="0">
                <a:solidFill>
                  <a:schemeClr val="tx1"/>
                </a:solidFill>
                <a:latin typeface="Arial"/>
                <a:ea typeface="Arial"/>
                <a:cs typeface="Arial"/>
              </a:defRPr>
            </a:lvl3pPr>
            <a:lvl4pPr marL="1016000" indent="-203200" algn="l">
              <a:lnSpc>
                <a:spcPct val="110000"/>
              </a:lnSpc>
              <a:spcBef>
                <a:spcPts val="0"/>
              </a:spcBef>
              <a:spcAft>
                <a:spcPts val="1067"/>
              </a:spcAft>
              <a:buChar char="•"/>
              <a:defRPr sz="2000" b="0">
                <a:solidFill>
                  <a:schemeClr val="tx1"/>
                </a:solidFill>
                <a:latin typeface="Arial"/>
                <a:ea typeface="Arial"/>
                <a:cs typeface="Arial"/>
              </a:defRPr>
            </a:lvl4pPr>
            <a:lvl5pPr marL="1286933" indent="-203200" algn="l">
              <a:lnSpc>
                <a:spcPct val="110000"/>
              </a:lnSpc>
              <a:spcBef>
                <a:spcPts val="0"/>
              </a:spcBef>
              <a:spcAft>
                <a:spcPts val="1067"/>
              </a:spcAft>
              <a:buChar char="•"/>
              <a:defRPr sz="2000" b="0">
                <a:solidFill>
                  <a:schemeClr val="tx1"/>
                </a:solidFill>
                <a:latin typeface="Arial"/>
                <a:ea typeface="Arial"/>
                <a:cs typeface="Arial"/>
              </a:defRPr>
            </a:lvl5pPr>
            <a:lvl6pPr marL="1557867" indent="-203200" algn="l">
              <a:lnSpc>
                <a:spcPct val="110000"/>
              </a:lnSpc>
              <a:spcBef>
                <a:spcPts val="0"/>
              </a:spcBef>
              <a:spcAft>
                <a:spcPts val="1067"/>
              </a:spcAft>
              <a:buChar char="•"/>
              <a:defRPr sz="2000" b="0">
                <a:solidFill>
                  <a:schemeClr val="tx1"/>
                </a:solidFill>
                <a:latin typeface="Arial"/>
                <a:ea typeface="Arial"/>
                <a:cs typeface="Arial"/>
              </a:defRPr>
            </a:lvl6pPr>
            <a:lvl7pPr marL="1828800" indent="-203200" algn="l">
              <a:lnSpc>
                <a:spcPct val="110000"/>
              </a:lnSpc>
              <a:spcBef>
                <a:spcPts val="0"/>
              </a:spcBef>
              <a:spcAft>
                <a:spcPts val="1067"/>
              </a:spcAft>
              <a:buChar char="•"/>
              <a:defRPr sz="2000" b="0">
                <a:solidFill>
                  <a:schemeClr val="tx1"/>
                </a:solidFill>
                <a:latin typeface="Arial"/>
                <a:ea typeface="Arial"/>
                <a:cs typeface="Arial"/>
              </a:defRPr>
            </a:lvl7pPr>
            <a:lvl8pPr marL="2099733" indent="-203200" algn="l">
              <a:lnSpc>
                <a:spcPct val="110000"/>
              </a:lnSpc>
              <a:spcBef>
                <a:spcPts val="0"/>
              </a:spcBef>
              <a:spcAft>
                <a:spcPts val="1067"/>
              </a:spcAft>
              <a:buChar char="•"/>
              <a:defRPr sz="2000" b="0">
                <a:solidFill>
                  <a:schemeClr val="tx1"/>
                </a:solidFill>
                <a:latin typeface="Arial"/>
                <a:ea typeface="Arial"/>
                <a:cs typeface="Arial"/>
              </a:defRPr>
            </a:lvl8pPr>
            <a:lvl9pPr marL="2370667" indent="-203200" algn="l">
              <a:lnSpc>
                <a:spcPct val="110000"/>
              </a:lnSpc>
              <a:spcBef>
                <a:spcPts val="0"/>
              </a:spcBef>
              <a:spcAft>
                <a:spcPts val="1067"/>
              </a:spcAft>
              <a:buChar char="•"/>
              <a:defRPr sz="2000" b="0">
                <a:solidFill>
                  <a:schemeClr val="tx1"/>
                </a:solidFill>
                <a:latin typeface="Arial"/>
                <a:ea typeface="Arial"/>
                <a:cs typeface="Arial"/>
              </a:defRPr>
            </a:lvl9pPr>
          </a:lstStyle>
          <a:p xmlns:a="http://schemas.openxmlformats.org/drawingml/2006/main"/>
        </p:txBody>
      </p:sp>
    </p:spTree>
  </p:cSld>
</p:sldLayout>
</file>

<file path=ppt/main_figures/Fig10/ppt/slideLayouts/slideLayout4.xml><?xml version="1.0" encoding="utf-8"?>
<p:sldLayout xmlns:p="http://schemas.openxmlformats.org/presentationml/2006/main">
  <p:cSld name="Title and Two Column">
    <p:spTree>
      <p:nvGrpSpPr>
        <p:cNvPr id="1" name=""/>
        <p:cNvGrpSpPr/>
        <p:nvPr/>
      </p:nvGrpSpPr>
      <p:grpSpPr>
        <a:xfrm xmlns:a="http://schemas.openxmlformats.org/drawingml/2006/main"/>
      </p:grpSpPr>
      <p:sp>
        <p:nvSpPr>
          <p:cNvPr id="4" name="Title">
            <a:extLst xmlns:a="http://schemas.openxmlformats.org/drawingml/2006/main">
              <a:ext uri="{FF2B5EF4-FFF2-40B4-BE49-F238E27FC236}">
                <a16:creationId xmlns:a16="http://schemas.microsoft.com/office/drawing/2014/main" id="{0D7D42C0-8D09-4DAE-8078-8408AE7AB8A7}"/>
              </a:ext>
            </a:extLst>
          </p:cNvPr>
          <p:cNvSpPr>
            <a:spLocks xmlns:a="http://schemas.openxmlformats.org/drawingml/2006/main" noGrp="1"/>
          </p:cNvSpPr>
          <p:nvPr>
            <p:ph type="title" idx="0"/>
          </p:nvPr>
        </p:nvSpPr>
        <p:spPr>
          <a:xfrm xmlns:a="http://schemas.openxmlformats.org/drawingml/2006/main">
            <a:off x="720090" y="474133"/>
            <a:ext cx="11361420" cy="7450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933" b="1">
                <a:solidFill>
                  <a:schemeClr val="tx1"/>
                </a:solidFill>
                <a:latin typeface="Arial"/>
                <a:ea typeface="Arial"/>
                <a:cs typeface="Arial"/>
              </a:defRPr>
            </a:defPPr>
            <a:lvl1pPr marL="0" indent="0" algn="l">
              <a:lnSpc>
                <a:spcPct val="110000"/>
              </a:lnSpc>
              <a:spcBef>
                <a:spcPts val="0"/>
              </a:spcBef>
              <a:spcAft>
                <a:spcPts val="0"/>
              </a:spcAft>
              <a:buNone/>
              <a:defRPr sz="2933" b="1">
                <a:solidFill>
                  <a:schemeClr val="tx1"/>
                </a:solidFill>
                <a:latin typeface="Arial"/>
                <a:ea typeface="Arial"/>
                <a:cs typeface="Arial"/>
              </a:defRPr>
            </a:lvl1pPr>
            <a:lvl2pPr marL="0" indent="0" algn="l">
              <a:lnSpc>
                <a:spcPct val="110000"/>
              </a:lnSpc>
              <a:spcBef>
                <a:spcPts val="0"/>
              </a:spcBef>
              <a:spcAft>
                <a:spcPts val="0"/>
              </a:spcAft>
              <a:buNone/>
              <a:defRPr sz="2933" b="1">
                <a:solidFill>
                  <a:schemeClr val="tx1"/>
                </a:solidFill>
                <a:latin typeface="Arial"/>
                <a:ea typeface="Arial"/>
                <a:cs typeface="Arial"/>
              </a:defRPr>
            </a:lvl2pPr>
            <a:lvl3pPr marL="0" indent="0" algn="l">
              <a:lnSpc>
                <a:spcPct val="110000"/>
              </a:lnSpc>
              <a:spcBef>
                <a:spcPts val="0"/>
              </a:spcBef>
              <a:spcAft>
                <a:spcPts val="0"/>
              </a:spcAft>
              <a:buNone/>
              <a:defRPr sz="2933" b="1">
                <a:solidFill>
                  <a:schemeClr val="tx1"/>
                </a:solidFill>
                <a:latin typeface="Arial"/>
                <a:ea typeface="Arial"/>
                <a:cs typeface="Arial"/>
              </a:defRPr>
            </a:lvl3pPr>
            <a:lvl4pPr marL="0" indent="0" algn="l">
              <a:lnSpc>
                <a:spcPct val="110000"/>
              </a:lnSpc>
              <a:spcBef>
                <a:spcPts val="0"/>
              </a:spcBef>
              <a:spcAft>
                <a:spcPts val="0"/>
              </a:spcAft>
              <a:buNone/>
              <a:defRPr sz="2933" b="1">
                <a:solidFill>
                  <a:schemeClr val="tx1"/>
                </a:solidFill>
                <a:latin typeface="Arial"/>
                <a:ea typeface="Arial"/>
                <a:cs typeface="Arial"/>
              </a:defRPr>
            </a:lvl4pPr>
            <a:lvl5pPr marL="0" indent="0" algn="l">
              <a:lnSpc>
                <a:spcPct val="110000"/>
              </a:lnSpc>
              <a:spcBef>
                <a:spcPts val="0"/>
              </a:spcBef>
              <a:spcAft>
                <a:spcPts val="0"/>
              </a:spcAft>
              <a:buNone/>
              <a:defRPr sz="2933" b="1">
                <a:solidFill>
                  <a:schemeClr val="tx1"/>
                </a:solidFill>
                <a:latin typeface="Arial"/>
                <a:ea typeface="Arial"/>
                <a:cs typeface="Arial"/>
              </a:defRPr>
            </a:lvl5pPr>
            <a:lvl6pPr marL="0" indent="0" algn="l">
              <a:lnSpc>
                <a:spcPct val="110000"/>
              </a:lnSpc>
              <a:spcBef>
                <a:spcPts val="0"/>
              </a:spcBef>
              <a:spcAft>
                <a:spcPts val="0"/>
              </a:spcAft>
              <a:buNone/>
              <a:defRPr sz="2933" b="1">
                <a:solidFill>
                  <a:schemeClr val="tx1"/>
                </a:solidFill>
                <a:latin typeface="Arial"/>
                <a:ea typeface="Arial"/>
                <a:cs typeface="Arial"/>
              </a:defRPr>
            </a:lvl6pPr>
            <a:lvl7pPr marL="0" indent="0" algn="l">
              <a:lnSpc>
                <a:spcPct val="110000"/>
              </a:lnSpc>
              <a:spcBef>
                <a:spcPts val="0"/>
              </a:spcBef>
              <a:spcAft>
                <a:spcPts val="0"/>
              </a:spcAft>
              <a:buNone/>
              <a:defRPr sz="2933" b="1">
                <a:solidFill>
                  <a:schemeClr val="tx1"/>
                </a:solidFill>
                <a:latin typeface="Arial"/>
                <a:ea typeface="Arial"/>
                <a:cs typeface="Arial"/>
              </a:defRPr>
            </a:lvl7pPr>
            <a:lvl8pPr marL="0" indent="0" algn="l">
              <a:lnSpc>
                <a:spcPct val="110000"/>
              </a:lnSpc>
              <a:spcBef>
                <a:spcPts val="0"/>
              </a:spcBef>
              <a:spcAft>
                <a:spcPts val="0"/>
              </a:spcAft>
              <a:buNone/>
              <a:defRPr sz="2933" b="1">
                <a:solidFill>
                  <a:schemeClr val="tx1"/>
                </a:solidFill>
                <a:latin typeface="Arial"/>
                <a:ea typeface="Arial"/>
                <a:cs typeface="Arial"/>
              </a:defRPr>
            </a:lvl8pPr>
            <a:lvl9pPr marL="0" indent="0" algn="l">
              <a:lnSpc>
                <a:spcPct val="110000"/>
              </a:lnSpc>
              <a:spcBef>
                <a:spcPts val="0"/>
              </a:spcBef>
              <a:spcAft>
                <a:spcPts val="0"/>
              </a:spcAft>
              <a:buNone/>
              <a:defRPr sz="2933" b="1">
                <a:solidFill>
                  <a:schemeClr val="tx1"/>
                </a:solidFill>
                <a:latin typeface="Arial"/>
                <a:ea typeface="Arial"/>
                <a:cs typeface="Arial"/>
              </a:defRPr>
            </a:lvl9pPr>
          </a:lstStyle>
          <a:p xmlns:a="http://schemas.openxmlformats.org/drawingml/2006/main"/>
        </p:txBody>
      </p:sp>
      <p:sp>
        <p:nvSpPr>
          <p:cNvPr id="2" name="Left column">
            <a:extLst xmlns:a="http://schemas.openxmlformats.org/drawingml/2006/main">
              <a:ext uri="{FF2B5EF4-FFF2-40B4-BE49-F238E27FC236}">
                <a16:creationId xmlns:a16="http://schemas.microsoft.com/office/drawing/2014/main" id="{3C2564D2-E984-4E84-8386-847D1BB6C86B}"/>
              </a:ext>
            </a:extLst>
          </p:cNvPr>
          <p:cNvSpPr>
            <a:spLocks xmlns:a="http://schemas.openxmlformats.org/drawingml/2006/main" noGrp="1"/>
          </p:cNvSpPr>
          <p:nvPr>
            <p:ph type="body" idx="1"/>
          </p:nvPr>
        </p:nvSpPr>
        <p:spPr>
          <a:xfrm xmlns:a="http://schemas.openxmlformats.org/drawingml/2006/main">
            <a:off x="720090" y="1693333"/>
            <a:ext cx="5280660" cy="37930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1867" b="0">
                <a:solidFill>
                  <a:schemeClr val="tx1"/>
                </a:solidFill>
                <a:latin typeface="Arial"/>
                <a:ea typeface="Arial"/>
                <a:cs typeface="Arial"/>
              </a:defRPr>
            </a:defPPr>
            <a:lvl1pPr marL="203200" indent="-203200" algn="l">
              <a:lnSpc>
                <a:spcPct val="110000"/>
              </a:lnSpc>
              <a:spcBef>
                <a:spcPts val="0"/>
              </a:spcBef>
              <a:spcAft>
                <a:spcPts val="1067"/>
              </a:spcAft>
              <a:buChar char="•"/>
              <a:defRPr sz="1867" b="0">
                <a:solidFill>
                  <a:schemeClr val="tx1"/>
                </a:solidFill>
                <a:latin typeface="Arial"/>
                <a:ea typeface="Arial"/>
                <a:cs typeface="Arial"/>
              </a:defRPr>
            </a:lvl1pPr>
            <a:lvl2pPr marL="474133" indent="-203200" algn="l">
              <a:lnSpc>
                <a:spcPct val="110000"/>
              </a:lnSpc>
              <a:spcBef>
                <a:spcPts val="0"/>
              </a:spcBef>
              <a:spcAft>
                <a:spcPts val="1067"/>
              </a:spcAft>
              <a:buChar char="•"/>
              <a:defRPr sz="1867" b="0">
                <a:solidFill>
                  <a:schemeClr val="tx1"/>
                </a:solidFill>
                <a:latin typeface="Arial"/>
                <a:ea typeface="Arial"/>
                <a:cs typeface="Arial"/>
              </a:defRPr>
            </a:lvl2pPr>
            <a:lvl3pPr marL="745067" indent="-203200" algn="l">
              <a:lnSpc>
                <a:spcPct val="110000"/>
              </a:lnSpc>
              <a:spcBef>
                <a:spcPts val="0"/>
              </a:spcBef>
              <a:spcAft>
                <a:spcPts val="1067"/>
              </a:spcAft>
              <a:buChar char="•"/>
              <a:defRPr sz="1867" b="0">
                <a:solidFill>
                  <a:schemeClr val="tx1"/>
                </a:solidFill>
                <a:latin typeface="Arial"/>
                <a:ea typeface="Arial"/>
                <a:cs typeface="Arial"/>
              </a:defRPr>
            </a:lvl3pPr>
            <a:lvl4pPr marL="1016000" indent="-203200" algn="l">
              <a:lnSpc>
                <a:spcPct val="110000"/>
              </a:lnSpc>
              <a:spcBef>
                <a:spcPts val="0"/>
              </a:spcBef>
              <a:spcAft>
                <a:spcPts val="1067"/>
              </a:spcAft>
              <a:buChar char="•"/>
              <a:defRPr sz="1867" b="0">
                <a:solidFill>
                  <a:schemeClr val="tx1"/>
                </a:solidFill>
                <a:latin typeface="Arial"/>
                <a:ea typeface="Arial"/>
                <a:cs typeface="Arial"/>
              </a:defRPr>
            </a:lvl4pPr>
            <a:lvl5pPr marL="1286933" indent="-203200" algn="l">
              <a:lnSpc>
                <a:spcPct val="110000"/>
              </a:lnSpc>
              <a:spcBef>
                <a:spcPts val="0"/>
              </a:spcBef>
              <a:spcAft>
                <a:spcPts val="1067"/>
              </a:spcAft>
              <a:buChar char="•"/>
              <a:defRPr sz="1867" b="0">
                <a:solidFill>
                  <a:schemeClr val="tx1"/>
                </a:solidFill>
                <a:latin typeface="Arial"/>
                <a:ea typeface="Arial"/>
                <a:cs typeface="Arial"/>
              </a:defRPr>
            </a:lvl5pPr>
            <a:lvl6pPr marL="1557867" indent="-203200" algn="l">
              <a:lnSpc>
                <a:spcPct val="110000"/>
              </a:lnSpc>
              <a:spcBef>
                <a:spcPts val="0"/>
              </a:spcBef>
              <a:spcAft>
                <a:spcPts val="1067"/>
              </a:spcAft>
              <a:buChar char="•"/>
              <a:defRPr sz="1867" b="0">
                <a:solidFill>
                  <a:schemeClr val="tx1"/>
                </a:solidFill>
                <a:latin typeface="Arial"/>
                <a:ea typeface="Arial"/>
                <a:cs typeface="Arial"/>
              </a:defRPr>
            </a:lvl6pPr>
            <a:lvl7pPr marL="1828800" indent="-203200" algn="l">
              <a:lnSpc>
                <a:spcPct val="110000"/>
              </a:lnSpc>
              <a:spcBef>
                <a:spcPts val="0"/>
              </a:spcBef>
              <a:spcAft>
                <a:spcPts val="1067"/>
              </a:spcAft>
              <a:buChar char="•"/>
              <a:defRPr sz="1867" b="0">
                <a:solidFill>
                  <a:schemeClr val="tx1"/>
                </a:solidFill>
                <a:latin typeface="Arial"/>
                <a:ea typeface="Arial"/>
                <a:cs typeface="Arial"/>
              </a:defRPr>
            </a:lvl7pPr>
            <a:lvl8pPr marL="2099733" indent="-203200" algn="l">
              <a:lnSpc>
                <a:spcPct val="110000"/>
              </a:lnSpc>
              <a:spcBef>
                <a:spcPts val="0"/>
              </a:spcBef>
              <a:spcAft>
                <a:spcPts val="1067"/>
              </a:spcAft>
              <a:buChar char="•"/>
              <a:defRPr sz="1867" b="0">
                <a:solidFill>
                  <a:schemeClr val="tx1"/>
                </a:solidFill>
                <a:latin typeface="Arial"/>
                <a:ea typeface="Arial"/>
                <a:cs typeface="Arial"/>
              </a:defRPr>
            </a:lvl8pPr>
            <a:lvl9pPr marL="2370667" indent="-203200" algn="l">
              <a:lnSpc>
                <a:spcPct val="110000"/>
              </a:lnSpc>
              <a:spcBef>
                <a:spcPts val="0"/>
              </a:spcBef>
              <a:spcAft>
                <a:spcPts val="1067"/>
              </a:spcAft>
              <a:buChar char="•"/>
              <a:defRPr sz="1867" b="0">
                <a:solidFill>
                  <a:schemeClr val="tx1"/>
                </a:solidFill>
                <a:latin typeface="Arial"/>
                <a:ea typeface="Arial"/>
                <a:cs typeface="Arial"/>
              </a:defRPr>
            </a:lvl9pPr>
          </a:lstStyle>
          <a:p xmlns:a="http://schemas.openxmlformats.org/drawingml/2006/main"/>
        </p:txBody>
      </p:sp>
      <p:sp>
        <p:nvSpPr>
          <p:cNvPr id="3" name="Right column">
            <a:extLst xmlns:a="http://schemas.openxmlformats.org/drawingml/2006/main">
              <a:ext uri="{FF2B5EF4-FFF2-40B4-BE49-F238E27FC236}">
                <a16:creationId xmlns:a16="http://schemas.microsoft.com/office/drawing/2014/main" id="{C303BD8F-9FC5-4427-A848-3726C7DBF16B}"/>
              </a:ext>
            </a:extLst>
          </p:cNvPr>
          <p:cNvSpPr>
            <a:spLocks xmlns:a="http://schemas.openxmlformats.org/drawingml/2006/main" noGrp="1"/>
          </p:cNvSpPr>
          <p:nvPr>
            <p:ph type="body" idx="2"/>
          </p:nvPr>
        </p:nvSpPr>
        <p:spPr>
          <a:xfrm xmlns:a="http://schemas.openxmlformats.org/drawingml/2006/main">
            <a:off x="6800850" y="1693333"/>
            <a:ext cx="5280660" cy="37930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1867" b="0">
                <a:solidFill>
                  <a:schemeClr val="tx1"/>
                </a:solidFill>
                <a:latin typeface="Arial"/>
                <a:ea typeface="Arial"/>
                <a:cs typeface="Arial"/>
              </a:defRPr>
            </a:defPPr>
            <a:lvl1pPr marL="203200" indent="-203200" algn="l">
              <a:lnSpc>
                <a:spcPct val="110000"/>
              </a:lnSpc>
              <a:spcBef>
                <a:spcPts val="0"/>
              </a:spcBef>
              <a:spcAft>
                <a:spcPts val="1067"/>
              </a:spcAft>
              <a:buChar char="•"/>
              <a:defRPr sz="1867" b="0">
                <a:solidFill>
                  <a:schemeClr val="tx1"/>
                </a:solidFill>
                <a:latin typeface="Arial"/>
                <a:ea typeface="Arial"/>
                <a:cs typeface="Arial"/>
              </a:defRPr>
            </a:lvl1pPr>
            <a:lvl2pPr marL="474133" indent="-203200" algn="l">
              <a:lnSpc>
                <a:spcPct val="110000"/>
              </a:lnSpc>
              <a:spcBef>
                <a:spcPts val="0"/>
              </a:spcBef>
              <a:spcAft>
                <a:spcPts val="1067"/>
              </a:spcAft>
              <a:buChar char="•"/>
              <a:defRPr sz="1867" b="0">
                <a:solidFill>
                  <a:schemeClr val="tx1"/>
                </a:solidFill>
                <a:latin typeface="Arial"/>
                <a:ea typeface="Arial"/>
                <a:cs typeface="Arial"/>
              </a:defRPr>
            </a:lvl2pPr>
            <a:lvl3pPr marL="745067" indent="-203200" algn="l">
              <a:lnSpc>
                <a:spcPct val="110000"/>
              </a:lnSpc>
              <a:spcBef>
                <a:spcPts val="0"/>
              </a:spcBef>
              <a:spcAft>
                <a:spcPts val="1067"/>
              </a:spcAft>
              <a:buChar char="•"/>
              <a:defRPr sz="1867" b="0">
                <a:solidFill>
                  <a:schemeClr val="tx1"/>
                </a:solidFill>
                <a:latin typeface="Arial"/>
                <a:ea typeface="Arial"/>
                <a:cs typeface="Arial"/>
              </a:defRPr>
            </a:lvl3pPr>
            <a:lvl4pPr marL="1016000" indent="-203200" algn="l">
              <a:lnSpc>
                <a:spcPct val="110000"/>
              </a:lnSpc>
              <a:spcBef>
                <a:spcPts val="0"/>
              </a:spcBef>
              <a:spcAft>
                <a:spcPts val="1067"/>
              </a:spcAft>
              <a:buChar char="•"/>
              <a:defRPr sz="1867" b="0">
                <a:solidFill>
                  <a:schemeClr val="tx1"/>
                </a:solidFill>
                <a:latin typeface="Arial"/>
                <a:ea typeface="Arial"/>
                <a:cs typeface="Arial"/>
              </a:defRPr>
            </a:lvl4pPr>
            <a:lvl5pPr marL="1286933" indent="-203200" algn="l">
              <a:lnSpc>
                <a:spcPct val="110000"/>
              </a:lnSpc>
              <a:spcBef>
                <a:spcPts val="0"/>
              </a:spcBef>
              <a:spcAft>
                <a:spcPts val="1067"/>
              </a:spcAft>
              <a:buChar char="•"/>
              <a:defRPr sz="1867" b="0">
                <a:solidFill>
                  <a:schemeClr val="tx1"/>
                </a:solidFill>
                <a:latin typeface="Arial"/>
                <a:ea typeface="Arial"/>
                <a:cs typeface="Arial"/>
              </a:defRPr>
            </a:lvl5pPr>
            <a:lvl6pPr marL="1557867" indent="-203200" algn="l">
              <a:lnSpc>
                <a:spcPct val="110000"/>
              </a:lnSpc>
              <a:spcBef>
                <a:spcPts val="0"/>
              </a:spcBef>
              <a:spcAft>
                <a:spcPts val="1067"/>
              </a:spcAft>
              <a:buChar char="•"/>
              <a:defRPr sz="1867" b="0">
                <a:solidFill>
                  <a:schemeClr val="tx1"/>
                </a:solidFill>
                <a:latin typeface="Arial"/>
                <a:ea typeface="Arial"/>
                <a:cs typeface="Arial"/>
              </a:defRPr>
            </a:lvl6pPr>
            <a:lvl7pPr marL="1828800" indent="-203200" algn="l">
              <a:lnSpc>
                <a:spcPct val="110000"/>
              </a:lnSpc>
              <a:spcBef>
                <a:spcPts val="0"/>
              </a:spcBef>
              <a:spcAft>
                <a:spcPts val="1067"/>
              </a:spcAft>
              <a:buChar char="•"/>
              <a:defRPr sz="1867" b="0">
                <a:solidFill>
                  <a:schemeClr val="tx1"/>
                </a:solidFill>
                <a:latin typeface="Arial"/>
                <a:ea typeface="Arial"/>
                <a:cs typeface="Arial"/>
              </a:defRPr>
            </a:lvl7pPr>
            <a:lvl8pPr marL="2099733" indent="-203200" algn="l">
              <a:lnSpc>
                <a:spcPct val="110000"/>
              </a:lnSpc>
              <a:spcBef>
                <a:spcPts val="0"/>
              </a:spcBef>
              <a:spcAft>
                <a:spcPts val="1067"/>
              </a:spcAft>
              <a:buChar char="•"/>
              <a:defRPr sz="1867" b="0">
                <a:solidFill>
                  <a:schemeClr val="tx1"/>
                </a:solidFill>
                <a:latin typeface="Arial"/>
                <a:ea typeface="Arial"/>
                <a:cs typeface="Arial"/>
              </a:defRPr>
            </a:lvl8pPr>
            <a:lvl9pPr marL="2370667" indent="-203200" algn="l">
              <a:lnSpc>
                <a:spcPct val="110000"/>
              </a:lnSpc>
              <a:spcBef>
                <a:spcPts val="0"/>
              </a:spcBef>
              <a:spcAft>
                <a:spcPts val="1067"/>
              </a:spcAft>
              <a:buChar char="•"/>
              <a:defRPr sz="1867" b="0">
                <a:solidFill>
                  <a:schemeClr val="tx1"/>
                </a:solidFill>
                <a:latin typeface="Arial"/>
                <a:ea typeface="Arial"/>
                <a:cs typeface="Arial"/>
              </a:defRPr>
            </a:lvl9pPr>
          </a:lstStyle>
          <a:p xmlns:a="http://schemas.openxmlformats.org/drawingml/2006/main"/>
        </p:txBody>
      </p:sp>
    </p:spTree>
  </p:cSld>
</p:sldLayout>
</file>

<file path=ppt/main_figures/Fig10/ppt/slideLayouts/slideLayout5.xml><?xml version="1.0" encoding="utf-8"?>
<p:sldLayout xmlns:p="http://schemas.openxmlformats.org/presentationml/2006/main">
  <p:cSld name="Title and One Column">
    <p:spTree>
      <p:nvGrpSpPr>
        <p:cNvPr id="1" name=""/>
        <p:cNvGrpSpPr/>
        <p:nvPr/>
      </p:nvGrpSpPr>
      <p:grpSpPr>
        <a:xfrm xmlns:a="http://schemas.openxmlformats.org/drawingml/2006/main"/>
      </p:grpSpPr>
      <p:sp>
        <p:nvSpPr>
          <p:cNvPr id="3" name="Title">
            <a:extLst xmlns:a="http://schemas.openxmlformats.org/drawingml/2006/main">
              <a:ext uri="{FF2B5EF4-FFF2-40B4-BE49-F238E27FC236}">
                <a16:creationId xmlns:a16="http://schemas.microsoft.com/office/drawing/2014/main" id="{3C51B373-5AC2-4821-B221-926B8D2218B2}"/>
              </a:ext>
            </a:extLst>
          </p:cNvPr>
          <p:cNvSpPr>
            <a:spLocks xmlns:a="http://schemas.openxmlformats.org/drawingml/2006/main" noGrp="1"/>
          </p:cNvSpPr>
          <p:nvPr>
            <p:ph type="title" idx="0"/>
          </p:nvPr>
        </p:nvSpPr>
        <p:spPr>
          <a:xfrm xmlns:a="http://schemas.openxmlformats.org/drawingml/2006/main">
            <a:off x="720090" y="474133"/>
            <a:ext cx="11361420" cy="7450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933" b="1">
                <a:solidFill>
                  <a:schemeClr val="tx1"/>
                </a:solidFill>
                <a:latin typeface="Arial"/>
                <a:ea typeface="Arial"/>
                <a:cs typeface="Arial"/>
              </a:defRPr>
            </a:defPPr>
            <a:lvl1pPr marL="0" indent="0" algn="l">
              <a:lnSpc>
                <a:spcPct val="110000"/>
              </a:lnSpc>
              <a:spcBef>
                <a:spcPts val="0"/>
              </a:spcBef>
              <a:spcAft>
                <a:spcPts val="0"/>
              </a:spcAft>
              <a:buNone/>
              <a:defRPr sz="2933" b="1">
                <a:solidFill>
                  <a:schemeClr val="tx1"/>
                </a:solidFill>
                <a:latin typeface="Arial"/>
                <a:ea typeface="Arial"/>
                <a:cs typeface="Arial"/>
              </a:defRPr>
            </a:lvl1pPr>
            <a:lvl2pPr marL="0" indent="0" algn="l">
              <a:lnSpc>
                <a:spcPct val="110000"/>
              </a:lnSpc>
              <a:spcBef>
                <a:spcPts val="0"/>
              </a:spcBef>
              <a:spcAft>
                <a:spcPts val="0"/>
              </a:spcAft>
              <a:buNone/>
              <a:defRPr sz="2933" b="1">
                <a:solidFill>
                  <a:schemeClr val="tx1"/>
                </a:solidFill>
                <a:latin typeface="Arial"/>
                <a:ea typeface="Arial"/>
                <a:cs typeface="Arial"/>
              </a:defRPr>
            </a:lvl2pPr>
            <a:lvl3pPr marL="0" indent="0" algn="l">
              <a:lnSpc>
                <a:spcPct val="110000"/>
              </a:lnSpc>
              <a:spcBef>
                <a:spcPts val="0"/>
              </a:spcBef>
              <a:spcAft>
                <a:spcPts val="0"/>
              </a:spcAft>
              <a:buNone/>
              <a:defRPr sz="2933" b="1">
                <a:solidFill>
                  <a:schemeClr val="tx1"/>
                </a:solidFill>
                <a:latin typeface="Arial"/>
                <a:ea typeface="Arial"/>
                <a:cs typeface="Arial"/>
              </a:defRPr>
            </a:lvl3pPr>
            <a:lvl4pPr marL="0" indent="0" algn="l">
              <a:lnSpc>
                <a:spcPct val="110000"/>
              </a:lnSpc>
              <a:spcBef>
                <a:spcPts val="0"/>
              </a:spcBef>
              <a:spcAft>
                <a:spcPts val="0"/>
              </a:spcAft>
              <a:buNone/>
              <a:defRPr sz="2933" b="1">
                <a:solidFill>
                  <a:schemeClr val="tx1"/>
                </a:solidFill>
                <a:latin typeface="Arial"/>
                <a:ea typeface="Arial"/>
                <a:cs typeface="Arial"/>
              </a:defRPr>
            </a:lvl4pPr>
            <a:lvl5pPr marL="0" indent="0" algn="l">
              <a:lnSpc>
                <a:spcPct val="110000"/>
              </a:lnSpc>
              <a:spcBef>
                <a:spcPts val="0"/>
              </a:spcBef>
              <a:spcAft>
                <a:spcPts val="0"/>
              </a:spcAft>
              <a:buNone/>
              <a:defRPr sz="2933" b="1">
                <a:solidFill>
                  <a:schemeClr val="tx1"/>
                </a:solidFill>
                <a:latin typeface="Arial"/>
                <a:ea typeface="Arial"/>
                <a:cs typeface="Arial"/>
              </a:defRPr>
            </a:lvl5pPr>
            <a:lvl6pPr marL="0" indent="0" algn="l">
              <a:lnSpc>
                <a:spcPct val="110000"/>
              </a:lnSpc>
              <a:spcBef>
                <a:spcPts val="0"/>
              </a:spcBef>
              <a:spcAft>
                <a:spcPts val="0"/>
              </a:spcAft>
              <a:buNone/>
              <a:defRPr sz="2933" b="1">
                <a:solidFill>
                  <a:schemeClr val="tx1"/>
                </a:solidFill>
                <a:latin typeface="Arial"/>
                <a:ea typeface="Arial"/>
                <a:cs typeface="Arial"/>
              </a:defRPr>
            </a:lvl6pPr>
            <a:lvl7pPr marL="0" indent="0" algn="l">
              <a:lnSpc>
                <a:spcPct val="110000"/>
              </a:lnSpc>
              <a:spcBef>
                <a:spcPts val="0"/>
              </a:spcBef>
              <a:spcAft>
                <a:spcPts val="0"/>
              </a:spcAft>
              <a:buNone/>
              <a:defRPr sz="2933" b="1">
                <a:solidFill>
                  <a:schemeClr val="tx1"/>
                </a:solidFill>
                <a:latin typeface="Arial"/>
                <a:ea typeface="Arial"/>
                <a:cs typeface="Arial"/>
              </a:defRPr>
            </a:lvl7pPr>
            <a:lvl8pPr marL="0" indent="0" algn="l">
              <a:lnSpc>
                <a:spcPct val="110000"/>
              </a:lnSpc>
              <a:spcBef>
                <a:spcPts val="0"/>
              </a:spcBef>
              <a:spcAft>
                <a:spcPts val="0"/>
              </a:spcAft>
              <a:buNone/>
              <a:defRPr sz="2933" b="1">
                <a:solidFill>
                  <a:schemeClr val="tx1"/>
                </a:solidFill>
                <a:latin typeface="Arial"/>
                <a:ea typeface="Arial"/>
                <a:cs typeface="Arial"/>
              </a:defRPr>
            </a:lvl8pPr>
            <a:lvl9pPr marL="0" indent="0" algn="l">
              <a:lnSpc>
                <a:spcPct val="110000"/>
              </a:lnSpc>
              <a:spcBef>
                <a:spcPts val="0"/>
              </a:spcBef>
              <a:spcAft>
                <a:spcPts val="0"/>
              </a:spcAft>
              <a:buNone/>
              <a:defRPr sz="2933" b="1">
                <a:solidFill>
                  <a:schemeClr val="tx1"/>
                </a:solidFill>
                <a:latin typeface="Arial"/>
                <a:ea typeface="Arial"/>
                <a:cs typeface="Arial"/>
              </a:defRPr>
            </a:lvl9pPr>
          </a:lstStyle>
          <a:p xmlns:a="http://schemas.openxmlformats.org/drawingml/2006/main"/>
        </p:txBody>
      </p:sp>
      <p:sp>
        <p:nvSpPr>
          <p:cNvPr id="2" name="Left column">
            <a:extLst xmlns:a="http://schemas.openxmlformats.org/drawingml/2006/main">
              <a:ext uri="{FF2B5EF4-FFF2-40B4-BE49-F238E27FC236}">
                <a16:creationId xmlns:a16="http://schemas.microsoft.com/office/drawing/2014/main" id="{E1E4492B-ADA9-49CD-83C1-29463B760E87}"/>
              </a:ext>
            </a:extLst>
          </p:cNvPr>
          <p:cNvSpPr>
            <a:spLocks xmlns:a="http://schemas.openxmlformats.org/drawingml/2006/main" noGrp="1"/>
          </p:cNvSpPr>
          <p:nvPr>
            <p:ph type="body" idx="1"/>
          </p:nvPr>
        </p:nvSpPr>
        <p:spPr>
          <a:xfrm xmlns:a="http://schemas.openxmlformats.org/drawingml/2006/main">
            <a:off x="720090" y="1693333"/>
            <a:ext cx="5280660" cy="37930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000" b="0">
                <a:solidFill>
                  <a:schemeClr val="tx1"/>
                </a:solidFill>
                <a:latin typeface="Arial"/>
                <a:ea typeface="Arial"/>
                <a:cs typeface="Arial"/>
              </a:defRPr>
            </a:defPPr>
            <a:lvl1pPr marL="203200" indent="-203200" algn="l">
              <a:lnSpc>
                <a:spcPct val="110000"/>
              </a:lnSpc>
              <a:spcBef>
                <a:spcPts val="0"/>
              </a:spcBef>
              <a:spcAft>
                <a:spcPts val="1067"/>
              </a:spcAft>
              <a:buChar char="•"/>
              <a:defRPr sz="2000" b="0">
                <a:solidFill>
                  <a:schemeClr val="tx1"/>
                </a:solidFill>
                <a:latin typeface="Arial"/>
                <a:ea typeface="Arial"/>
                <a:cs typeface="Arial"/>
              </a:defRPr>
            </a:lvl1pPr>
            <a:lvl2pPr marL="474133" indent="-203200" algn="l">
              <a:lnSpc>
                <a:spcPct val="110000"/>
              </a:lnSpc>
              <a:spcBef>
                <a:spcPts val="0"/>
              </a:spcBef>
              <a:spcAft>
                <a:spcPts val="1067"/>
              </a:spcAft>
              <a:buChar char="•"/>
              <a:defRPr sz="2000" b="0">
                <a:solidFill>
                  <a:schemeClr val="tx1"/>
                </a:solidFill>
                <a:latin typeface="Arial"/>
                <a:ea typeface="Arial"/>
                <a:cs typeface="Arial"/>
              </a:defRPr>
            </a:lvl2pPr>
            <a:lvl3pPr marL="745067" indent="-203200" algn="l">
              <a:lnSpc>
                <a:spcPct val="110000"/>
              </a:lnSpc>
              <a:spcBef>
                <a:spcPts val="0"/>
              </a:spcBef>
              <a:spcAft>
                <a:spcPts val="1067"/>
              </a:spcAft>
              <a:buChar char="•"/>
              <a:defRPr sz="2000" b="0">
                <a:solidFill>
                  <a:schemeClr val="tx1"/>
                </a:solidFill>
                <a:latin typeface="Arial"/>
                <a:ea typeface="Arial"/>
                <a:cs typeface="Arial"/>
              </a:defRPr>
            </a:lvl3pPr>
            <a:lvl4pPr marL="1016000" indent="-203200" algn="l">
              <a:lnSpc>
                <a:spcPct val="110000"/>
              </a:lnSpc>
              <a:spcBef>
                <a:spcPts val="0"/>
              </a:spcBef>
              <a:spcAft>
                <a:spcPts val="1067"/>
              </a:spcAft>
              <a:buChar char="•"/>
              <a:defRPr sz="2000" b="0">
                <a:solidFill>
                  <a:schemeClr val="tx1"/>
                </a:solidFill>
                <a:latin typeface="Arial"/>
                <a:ea typeface="Arial"/>
                <a:cs typeface="Arial"/>
              </a:defRPr>
            </a:lvl4pPr>
            <a:lvl5pPr marL="1286933" indent="-203200" algn="l">
              <a:lnSpc>
                <a:spcPct val="110000"/>
              </a:lnSpc>
              <a:spcBef>
                <a:spcPts val="0"/>
              </a:spcBef>
              <a:spcAft>
                <a:spcPts val="1067"/>
              </a:spcAft>
              <a:buChar char="•"/>
              <a:defRPr sz="2000" b="0">
                <a:solidFill>
                  <a:schemeClr val="tx1"/>
                </a:solidFill>
                <a:latin typeface="Arial"/>
                <a:ea typeface="Arial"/>
                <a:cs typeface="Arial"/>
              </a:defRPr>
            </a:lvl5pPr>
            <a:lvl6pPr marL="1557867" indent="-203200" algn="l">
              <a:lnSpc>
                <a:spcPct val="110000"/>
              </a:lnSpc>
              <a:spcBef>
                <a:spcPts val="0"/>
              </a:spcBef>
              <a:spcAft>
                <a:spcPts val="1067"/>
              </a:spcAft>
              <a:buChar char="•"/>
              <a:defRPr sz="2000" b="0">
                <a:solidFill>
                  <a:schemeClr val="tx1"/>
                </a:solidFill>
                <a:latin typeface="Arial"/>
                <a:ea typeface="Arial"/>
                <a:cs typeface="Arial"/>
              </a:defRPr>
            </a:lvl6pPr>
            <a:lvl7pPr marL="1828800" indent="-203200" algn="l">
              <a:lnSpc>
                <a:spcPct val="110000"/>
              </a:lnSpc>
              <a:spcBef>
                <a:spcPts val="0"/>
              </a:spcBef>
              <a:spcAft>
                <a:spcPts val="1067"/>
              </a:spcAft>
              <a:buChar char="•"/>
              <a:defRPr sz="2000" b="0">
                <a:solidFill>
                  <a:schemeClr val="tx1"/>
                </a:solidFill>
                <a:latin typeface="Arial"/>
                <a:ea typeface="Arial"/>
                <a:cs typeface="Arial"/>
              </a:defRPr>
            </a:lvl7pPr>
            <a:lvl8pPr marL="2099733" indent="-203200" algn="l">
              <a:lnSpc>
                <a:spcPct val="110000"/>
              </a:lnSpc>
              <a:spcBef>
                <a:spcPts val="0"/>
              </a:spcBef>
              <a:spcAft>
                <a:spcPts val="1067"/>
              </a:spcAft>
              <a:buChar char="•"/>
              <a:defRPr sz="2000" b="0">
                <a:solidFill>
                  <a:schemeClr val="tx1"/>
                </a:solidFill>
                <a:latin typeface="Arial"/>
                <a:ea typeface="Arial"/>
                <a:cs typeface="Arial"/>
              </a:defRPr>
            </a:lvl8pPr>
            <a:lvl9pPr marL="2370667" indent="-203200" algn="l">
              <a:lnSpc>
                <a:spcPct val="110000"/>
              </a:lnSpc>
              <a:spcBef>
                <a:spcPts val="0"/>
              </a:spcBef>
              <a:spcAft>
                <a:spcPts val="1067"/>
              </a:spcAft>
              <a:buChar char="•"/>
              <a:defRPr sz="2000" b="0">
                <a:solidFill>
                  <a:schemeClr val="tx1"/>
                </a:solidFill>
                <a:latin typeface="Arial"/>
                <a:ea typeface="Arial"/>
                <a:cs typeface="Arial"/>
              </a:defRPr>
            </a:lvl9pPr>
          </a:lstStyle>
          <a:p xmlns:a="http://schemas.openxmlformats.org/drawingml/2006/main"/>
        </p:txBody>
      </p:sp>
    </p:spTree>
  </p:cSld>
</p:sldLayout>
</file>

<file path=ppt/main_figures/Fig10/ppt/slideLayouts/slideLayout6.xml><?xml version="1.0" encoding="utf-8"?>
<p:sldLayout xmlns:p="http://schemas.openxmlformats.org/presentationml/2006/main" type="blank">
  <p:cSld name="Blank">
    <p:spTree>
      <p:nvGrpSpPr>
        <p:cNvPr id="1" name=""/>
        <p:cNvGrpSpPr/>
        <p:nvPr/>
      </p:nvGrpSpPr>
      <p:grpSpPr>
        <a:xfrm xmlns:a="http://schemas.openxmlformats.org/drawingml/2006/main"/>
      </p:grpSpPr>
    </p:spTree>
  </p:cSld>
</p:sldLayout>
</file>

<file path=ppt/main_figures/Fig10/ppt/slideMasters/_rels/slideMaster1.xml.rels><?xml version='1.0' encoding='utf-8'?>
<Relationships xmlns="http://schemas.openxmlformats.org/package/2006/relationships"><Relationship Type="http://schemas.openxmlformats.org/officeDocument/2006/relationships/theme" Target="/ppt/main_figures/Fig10/ppt/slideMasters/theme/theme2.xml" Id="R1ca39ff04c604448" /><Relationship Type="http://schemas.openxmlformats.org/officeDocument/2006/relationships/slideLayout" Target="/ppt/main_figures/Fig10/ppt/slideLayouts/slideLayout1.xml" Id="R10f7bde5f7ff4a2d" /><Relationship Type="http://schemas.openxmlformats.org/officeDocument/2006/relationships/slideLayout" Target="/ppt/main_figures/Fig10/ppt/slideLayouts/slideLayout2.xml" Id="R1ddfcb6ef4ec4761" /><Relationship Type="http://schemas.openxmlformats.org/officeDocument/2006/relationships/slideLayout" Target="/ppt/main_figures/Fig10/ppt/slideLayouts/slideLayout3.xml" Id="Rafa8af864d4b4c34" /><Relationship Type="http://schemas.openxmlformats.org/officeDocument/2006/relationships/slideLayout" Target="/ppt/main_figures/Fig10/ppt/slideLayouts/slideLayout4.xml" Id="Rf8b0a1cf9eb74e1e" /><Relationship Type="http://schemas.openxmlformats.org/officeDocument/2006/relationships/slideLayout" Target="/ppt/main_figures/Fig10/ppt/slideLayouts/slideLayout5.xml" Id="R5e3f95ffd3be4f13" /><Relationship Type="http://schemas.openxmlformats.org/officeDocument/2006/relationships/slideLayout" Target="/ppt/main_figures/Fig10/ppt/slideLayouts/slideLayout6.xml" Id="R3be420cd75504d51" /></Relationships>
</file>

<file path=ppt/main_figures/Fig10/ppt/slideMasters/slideMaster1.xml><?xml version="1.0" encoding="utf-8"?>
<p:sldMaster xmlns:p="http://schemas.openxmlformats.org/presentationml/2006/main">
  <p:cSld name="Master">
    <p:bg>
      <p:bgRef idx="1001">
        <a:schemeClr xmlns:a="http://schemas.openxmlformats.org/drawingml/2006/main" val="bg1"/>
      </p:bgRef>
    </p:bg>
    <p:spTree>
      <p:nvGrpSpPr>
        <p:cNvPr id="1" name=""/>
        <p:cNvGrpSpPr/>
        <p:nvPr/>
      </p:nvGrpSpPr>
      <p:grpSpPr>
        <a:xfrm xmlns:a="http://schemas.openxmlformats.org/drawingml/2006/main"/>
      </p:grpSpPr>
    </p:spTree>
  </p:cSld>
  <p:clrMap bg1="lt1" tx1="dk1" bg2="lt2" tx2="dk2" accent1="accent1" accent2="accent2" accent3="accent3" accent4="accent4" accent5="accent5" accent6="accent6" hlink="hlink" folHlink="folHlink"/>
  <p:sldLayoutIdLst>
    <p:sldLayoutId xmlns:r="http://schemas.openxmlformats.org/officeDocument/2006/relationships" id="2147483649" r:id="R10f7bde5f7ff4a2d"/>
    <p:sldLayoutId xmlns:r="http://schemas.openxmlformats.org/officeDocument/2006/relationships" id="2147483650" r:id="R1ddfcb6ef4ec4761"/>
    <p:sldLayoutId xmlns:r="http://schemas.openxmlformats.org/officeDocument/2006/relationships" id="2147483651" r:id="Rafa8af864d4b4c34"/>
    <p:sldLayoutId xmlns:r="http://schemas.openxmlformats.org/officeDocument/2006/relationships" id="2147483652" r:id="Rf8b0a1cf9eb74e1e"/>
    <p:sldLayoutId xmlns:r="http://schemas.openxmlformats.org/officeDocument/2006/relationships" id="2147483653" r:id="R5e3f95ffd3be4f13"/>
    <p:sldLayoutId xmlns:r="http://schemas.openxmlformats.org/officeDocument/2006/relationships" id="2147483654" r:id="R3be420cd75504d51"/>
  </p:sldLayoutIdLst>
  <p:txStyles>
    <p:titleStyle>
      <a:lvl1pPr xmlns:a="http://schemas.openxmlformats.org/drawingml/2006/main" algn="l">
        <a:lnSpc>
          <a:spcPct val="90000"/>
        </a:lnSpc>
        <a:spcBef>
          <a:spcPts val="0"/>
        </a:spcBef>
        <a:buNone/>
        <a:defRPr sz="4400">
          <a:solidFill>
            <a:schemeClr val="tx1"/>
          </a:solidFill>
          <a:latin typeface="Arial"/>
          <a:ea typeface="Arial"/>
          <a:cs typeface="Arial"/>
        </a:defRPr>
      </a:lvl1pPr>
    </p:titleStyle>
    <p:bodyStyle>
      <a:lvl1pPr xmlns:a="http://schemas.openxmlformats.org/drawingml/2006/main" marL="228600" indent="-228600" algn="l">
        <a:lnSpc>
          <a:spcPct val="90000"/>
        </a:lnSpc>
        <a:spcBef>
          <a:spcPts val="1000"/>
        </a:spcBef>
        <a:buChar char="•"/>
        <a:defRPr sz="2800">
          <a:solidFill>
            <a:schemeClr val="tx1"/>
          </a:solidFill>
          <a:latin typeface="Arial"/>
          <a:ea typeface="Arial"/>
          <a:cs typeface="Arial"/>
        </a:defRPr>
      </a:lvl1pPr>
      <a:lvl2pPr xmlns:a="http://schemas.openxmlformats.org/drawingml/2006/main" marL="685800" indent="-228600" algn="l">
        <a:lnSpc>
          <a:spcPct val="90000"/>
        </a:lnSpc>
        <a:spcBef>
          <a:spcPts val="500"/>
        </a:spcBef>
        <a:buChar char="•"/>
        <a:defRPr sz="2400">
          <a:solidFill>
            <a:schemeClr val="tx1"/>
          </a:solidFill>
          <a:latin typeface="Arial"/>
          <a:ea typeface="Arial"/>
          <a:cs typeface="Arial"/>
        </a:defRPr>
      </a:lvl2pPr>
      <a:lvl3pPr xmlns:a="http://schemas.openxmlformats.org/drawingml/2006/main" marL="1143000" indent="-228600" algn="l">
        <a:lnSpc>
          <a:spcPct val="90000"/>
        </a:lnSpc>
        <a:spcBef>
          <a:spcPts val="500"/>
        </a:spcBef>
        <a:buChar char="•"/>
        <a:defRPr sz="2000">
          <a:solidFill>
            <a:schemeClr val="tx1"/>
          </a:solidFill>
          <a:latin typeface="Arial"/>
          <a:ea typeface="Arial"/>
          <a:cs typeface="Arial"/>
        </a:defRPr>
      </a:lvl3pPr>
      <a:lvl4pPr xmlns:a="http://schemas.openxmlformats.org/drawingml/2006/main" marL="1600200" indent="-228600" algn="l">
        <a:lnSpc>
          <a:spcPct val="90000"/>
        </a:lnSpc>
        <a:spcBef>
          <a:spcPts val="500"/>
        </a:spcBef>
        <a:buChar char="•"/>
        <a:defRPr sz="1800">
          <a:solidFill>
            <a:schemeClr val="tx1"/>
          </a:solidFill>
          <a:latin typeface="Arial"/>
          <a:ea typeface="Arial"/>
          <a:cs typeface="Arial"/>
        </a:defRPr>
      </a:lvl4pPr>
      <a:lvl5pPr xmlns:a="http://schemas.openxmlformats.org/drawingml/2006/main" marL="2057400" indent="-228600" algn="l">
        <a:lnSpc>
          <a:spcPct val="90000"/>
        </a:lnSpc>
        <a:spcBef>
          <a:spcPts val="500"/>
        </a:spcBef>
        <a:buChar char="•"/>
        <a:defRPr sz="1800">
          <a:solidFill>
            <a:schemeClr val="tx1"/>
          </a:solidFill>
          <a:latin typeface="Arial"/>
          <a:ea typeface="Arial"/>
          <a:cs typeface="Arial"/>
        </a:defRPr>
      </a:lvl5pPr>
      <a:lvl6pPr xmlns:a="http://schemas.openxmlformats.org/drawingml/2006/main" marL="2514600" indent="-228600" algn="l">
        <a:lnSpc>
          <a:spcPct val="90000"/>
        </a:lnSpc>
        <a:spcBef>
          <a:spcPts val="500"/>
        </a:spcBef>
        <a:buChar char="•"/>
        <a:defRPr sz="1800">
          <a:solidFill>
            <a:schemeClr val="tx1"/>
          </a:solidFill>
          <a:latin typeface="Arial"/>
          <a:ea typeface="Arial"/>
          <a:cs typeface="Arial"/>
        </a:defRPr>
      </a:lvl6pPr>
      <a:lvl7pPr xmlns:a="http://schemas.openxmlformats.org/drawingml/2006/main" marL="2971800" indent="-228600" algn="l">
        <a:lnSpc>
          <a:spcPct val="90000"/>
        </a:lnSpc>
        <a:spcBef>
          <a:spcPts val="500"/>
        </a:spcBef>
        <a:buChar char="•"/>
        <a:defRPr sz="1800">
          <a:solidFill>
            <a:schemeClr val="tx1"/>
          </a:solidFill>
          <a:latin typeface="Arial"/>
          <a:ea typeface="Arial"/>
          <a:cs typeface="Arial"/>
        </a:defRPr>
      </a:lvl7pPr>
      <a:lvl8pPr xmlns:a="http://schemas.openxmlformats.org/drawingml/2006/main" marL="3429000" indent="-228600" algn="l">
        <a:lnSpc>
          <a:spcPct val="90000"/>
        </a:lnSpc>
        <a:spcBef>
          <a:spcPts val="500"/>
        </a:spcBef>
        <a:buChar char="•"/>
        <a:defRPr sz="1800">
          <a:solidFill>
            <a:schemeClr val="tx1"/>
          </a:solidFill>
          <a:latin typeface="Arial"/>
          <a:ea typeface="Arial"/>
          <a:cs typeface="Arial"/>
        </a:defRPr>
      </a:lvl8pPr>
      <a:lvl9pPr xmlns:a="http://schemas.openxmlformats.org/drawingml/2006/main" marL="3886200" indent="-228600" algn="l">
        <a:lnSpc>
          <a:spcPct val="90000"/>
        </a:lnSpc>
        <a:spcBef>
          <a:spcPts val="500"/>
        </a:spcBef>
        <a:buChar char="•"/>
        <a:defRPr sz="1800">
          <a:solidFill>
            <a:schemeClr val="tx1"/>
          </a:solidFill>
          <a:latin typeface="Arial"/>
          <a:ea typeface="Arial"/>
          <a:cs typeface="Arial"/>
        </a:defRPr>
      </a:lvl9pPr>
    </p:bodyStyle>
    <p:otherStyle>
      <a:lvl1pPr xmlns:a="http://schemas.openxmlformats.org/drawingml/2006/main" marL="0" algn="l">
        <a:buNone/>
        <a:defRPr sz="1800">
          <a:solidFill>
            <a:schemeClr val="tx1"/>
          </a:solidFill>
          <a:latin typeface="Arial"/>
          <a:ea typeface="Arial"/>
          <a:cs typeface="Arial"/>
        </a:defRPr>
      </a:lvl1pPr>
      <a:lvl2pPr xmlns:a="http://schemas.openxmlformats.org/drawingml/2006/main" marL="457200" algn="l">
        <a:buNone/>
        <a:defRPr sz="1800">
          <a:solidFill>
            <a:schemeClr val="tx1"/>
          </a:solidFill>
          <a:latin typeface="Arial"/>
          <a:ea typeface="Arial"/>
          <a:cs typeface="Arial"/>
        </a:defRPr>
      </a:lvl2pPr>
      <a:lvl3pPr xmlns:a="http://schemas.openxmlformats.org/drawingml/2006/main" marL="914400" algn="l">
        <a:buNone/>
        <a:defRPr sz="1800">
          <a:solidFill>
            <a:schemeClr val="tx1"/>
          </a:solidFill>
          <a:latin typeface="Arial"/>
          <a:ea typeface="Arial"/>
          <a:cs typeface="Arial"/>
        </a:defRPr>
      </a:lvl3pPr>
      <a:lvl4pPr xmlns:a="http://schemas.openxmlformats.org/drawingml/2006/main" marL="1371600" algn="l">
        <a:buNone/>
        <a:defRPr sz="1800">
          <a:solidFill>
            <a:schemeClr val="tx1"/>
          </a:solidFill>
          <a:latin typeface="Arial"/>
          <a:ea typeface="Arial"/>
          <a:cs typeface="Arial"/>
        </a:defRPr>
      </a:lvl4pPr>
      <a:lvl5pPr xmlns:a="http://schemas.openxmlformats.org/drawingml/2006/main" marL="1828800" algn="l">
        <a:buNone/>
        <a:defRPr sz="1800">
          <a:solidFill>
            <a:schemeClr val="tx1"/>
          </a:solidFill>
          <a:latin typeface="Arial"/>
          <a:ea typeface="Arial"/>
          <a:cs typeface="Arial"/>
        </a:defRPr>
      </a:lvl5pPr>
      <a:lvl6pPr xmlns:a="http://schemas.openxmlformats.org/drawingml/2006/main" marL="2286000" algn="l">
        <a:buNone/>
        <a:defRPr sz="1800">
          <a:solidFill>
            <a:schemeClr val="tx1"/>
          </a:solidFill>
          <a:latin typeface="Arial"/>
          <a:ea typeface="Arial"/>
          <a:cs typeface="Arial"/>
        </a:defRPr>
      </a:lvl6pPr>
      <a:lvl7pPr xmlns:a="http://schemas.openxmlformats.org/drawingml/2006/main" marL="2743200" algn="l">
        <a:buNone/>
        <a:defRPr sz="1800">
          <a:solidFill>
            <a:schemeClr val="tx1"/>
          </a:solidFill>
          <a:latin typeface="Arial"/>
          <a:ea typeface="Arial"/>
          <a:cs typeface="Arial"/>
        </a:defRPr>
      </a:lvl7pPr>
      <a:lvl8pPr xmlns:a="http://schemas.openxmlformats.org/drawingml/2006/main" marL="3200400" algn="l">
        <a:buNone/>
        <a:defRPr sz="1800">
          <a:solidFill>
            <a:schemeClr val="tx1"/>
          </a:solidFill>
          <a:latin typeface="Arial"/>
          <a:ea typeface="Arial"/>
          <a:cs typeface="Arial"/>
        </a:defRPr>
      </a:lvl8pPr>
      <a:lvl9pPr xmlns:a="http://schemas.openxmlformats.org/drawingml/2006/main" marL="3657600" algn="l">
        <a:buNone/>
        <a:defRPr sz="1800">
          <a:solidFill>
            <a:schemeClr val="tx1"/>
          </a:solidFill>
          <a:latin typeface="Arial"/>
          <a:ea typeface="Arial"/>
          <a:cs typeface="Arial"/>
        </a:defRPr>
      </a:lvl9pPr>
    </p:otherStyle>
  </p:txStyles>
</p:sldMaster>
</file>

<file path=ppt/main_figures/Fig10/ppt/slideMasters/theme/theme2.xml><?xml version="1.0" encoding="utf-8"?>
<a:theme xmlns:a="http://schemas.openxmlformats.org/drawingml/2006/main" name="ChatGPT">
  <a:themeElements>
    <a:clrScheme name="ChatGPT">
      <a:dk1>
        <a:srgbClr val="000000"/>
      </a:dk1>
      <a:lt1>
        <a:srgbClr val="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
      <a:majorFont>
        <a:latin typeface="Arial"/>
        <a:ea typeface="Arial"/>
        <a:cs typeface="Arial"/>
      </a:majorFont>
      <a:minorFont>
        <a:latin typeface="Arial"/>
        <a:ea typeface="Arial"/>
        <a:cs typeface="Arial"/>
      </a:minorFont>
    </a:fontScheme>
    <a:fmtScheme name="ChatGPT">
      <a:fillStyleLst>
        <a:solidFill>
          <a:schemeClr val="phClr"/>
        </a:solidFill>
        <a:gradFill>
          <a:gsLst>
            <a:gs pos="0">
              <a:schemeClr val="phClr">
                <a:tint val="67000"/>
                <a:lumMod val="110000"/>
                <a:satMod val="105000"/>
              </a:schemeClr>
            </a:gs>
            <a:gs pos="50000">
              <a:schemeClr val="phClr">
                <a:tint val="73000"/>
                <a:lumMod val="105000"/>
                <a:satMod val="103000"/>
              </a:schemeClr>
            </a:gs>
            <a:gs pos="100000">
              <a:schemeClr val="phClr">
                <a:tint val="81000"/>
                <a:lumMod val="105000"/>
                <a:satMod val="109000"/>
              </a:schemeClr>
            </a:gs>
          </a:gsLst>
          <a:lin ang="5400000" scaled="0"/>
        </a:gradFill>
        <a:gradFill>
          <a:gsLst>
            <a:gs pos="0">
              <a:schemeClr val="phClr">
                <a:tint val="94000"/>
                <a:lumMod val="102000"/>
                <a:satMod val="103000"/>
              </a:schemeClr>
            </a:gs>
            <a:gs pos="50000">
              <a:schemeClr val="phClr">
                <a:shade val="100000"/>
                <a:lumMod val="100000"/>
                <a:satMod val="110000"/>
              </a:schemeClr>
            </a:gs>
            <a:gs pos="100000">
              <a:schemeClr val="phClr">
                <a:shade val="78000"/>
                <a:lumMod val="99000"/>
                <a:satMod val="120000"/>
              </a:schemeClr>
            </a:gs>
          </a:gsLst>
          <a:lin ang="5400000" scaled="0"/>
        </a:gradFill>
      </a:fillStyleLst>
      <a:lnStyleLst>
        <a:ln w="12700">
          <a:solidFill>
            <a:schemeClr val="phClr"/>
          </a:solidFill>
          <a:prstDash val="solid"/>
        </a:ln>
        <a:ln w="19050">
          <a:solidFill>
            <a:schemeClr val="phClr"/>
          </a:solidFill>
          <a:prstDash val="solid"/>
        </a:ln>
        <a:ln w="25400">
          <a:solidFill>
            <a:schemeClr val="phClr"/>
          </a:solidFill>
          <a:prstDash val="solid"/>
        </a:ln>
      </a:lnStyleLst>
      <a:effectStyleLst>
        <a:effectStyle>
          <a:effectLst/>
        </a:effectStyle>
        <a:effectStyle>
          <a:effectLst/>
        </a:effectStyle>
        <a:effectStyle>
          <a:effectLst>
            <a:outerShdw blurRad="57150" dist="19050" dir="5400000">
              <a:srgbClr val="000000">
                <a:alpha val="16000"/>
              </a:srgbClr>
            </a:outerShdw>
          </a:effectLst>
        </a:effectStyle>
        <a:effectStyle>
          <a:effectLst>
            <a:outerShdw blurRad="19050" dist="9525" dir="5400000">
              <a:srgbClr val="000000">
                <a:alpha val="6000"/>
              </a:srgbClr>
            </a:outerShdw>
          </a:effectLst>
        </a:effectStyle>
        <a:effectStyle>
          <a:effectLst>
            <a:outerShdw blurRad="28575" dist="9525" dir="5400000">
              <a:srgbClr val="000000">
                <a:alpha val="8000"/>
              </a:srgbClr>
            </a:outerShdw>
          </a:effectLst>
        </a:effectStyle>
        <a:effectStyle>
          <a:effectLst>
            <a:outerShdw blurRad="57150" dist="19050" dir="5400000">
              <a:srgbClr val="000000">
                <a:alpha val="10000"/>
              </a:srgbClr>
            </a:outerShdw>
          </a:effectLst>
        </a:effectStyle>
        <a:effectStyle>
          <a:effectLst>
            <a:outerShdw blurRad="114300" dist="38100" dir="5400000">
              <a:srgbClr val="000000">
                <a:alpha val="12000"/>
              </a:srgbClr>
            </a:outerShdw>
          </a:effectLst>
        </a:effectStyle>
        <a:effectStyle>
          <a:effectLst>
            <a:outerShdw blurRad="171450" dist="57150" dir="5400000">
              <a:srgbClr val="000000">
                <a:alpha val="16000"/>
              </a:srgbClr>
            </a:outerShdw>
          </a:effectLst>
        </a:effectStyle>
        <a:effectStyle>
          <a:effectLst>
            <a:outerShdw blurRad="266700" dist="95250" dir="5400000">
              <a:srgbClr val="000000">
                <a:alpha val="24000"/>
              </a:srgbClr>
            </a:outerShdw>
          </a:effectLst>
        </a:effectStyle>
      </a:effectStyleLst>
      <a:bgFillStyleLst>
        <a:solidFill>
          <a:schemeClr val="phClr"/>
        </a:solidFill>
        <a:solidFill>
          <a:schemeClr val="phClr">
            <a:tint val="95000"/>
            <a:satMod val="170000"/>
          </a:schemeClr>
        </a:solidFill>
        <a:gradFill>
          <a:gsLst>
            <a:gs pos="0">
              <a:schemeClr val="phClr">
                <a:tint val="93000"/>
                <a:shade val="98000"/>
                <a:lumMod val="102000"/>
                <a:satMod val="150000"/>
              </a:schemeClr>
            </a:gs>
            <a:gs pos="50000">
              <a:schemeClr val="phClr">
                <a:tint val="98000"/>
                <a:shade val="90000"/>
                <a:lumMod val="103000"/>
                <a:satMod val="130000"/>
              </a:schemeClr>
            </a:gs>
            <a:gs pos="100000">
              <a:schemeClr val="phClr">
                <a:shade val="63000"/>
                <a:satMod val="120000"/>
              </a:schemeClr>
            </a:gs>
          </a:gsLst>
          <a:lin ang="5400000" scaled="0"/>
        </a:gradFill>
      </a:bgFillStyleLst>
    </a:fmtScheme>
  </a:themeElements>
</a:theme>
</file>

<file path=ppt/main_figures/Fig10/ppt/slides/_rels/slide1.xml.rels><?xml version='1.0' encoding='utf-8'?>
<Relationships xmlns="http://schemas.openxmlformats.org/package/2006/relationships"><Relationship Type="http://schemas.openxmlformats.org/officeDocument/2006/relationships/slideLayout" Target="/ppt/main_figures/Fig10/ppt/slideLayouts/slideLayout6.xml" Id="Ra8e1e61b2a014cf7" /><Relationship Type="http://schemas.openxmlformats.org/officeDocument/2006/relationships/image" Target="/ppt/main_figures/Fig10/ppt/media/image.png" Id="R88c82fee6b904343" /><Relationship Type="http://schemas.openxmlformats.org/officeDocument/2006/relationships/image" Target="/ppt/main_figures/Fig10/ppt/media/image2.png" Id="Ref728bb9d1b34a1e" /><Relationship Type="http://schemas.openxmlformats.org/officeDocument/2006/relationships/image" Target="/ppt/main_figures/Fig10/ppt/media/image3.png" Id="R0ba9d93acb0b42af" /><Relationship Type="http://schemas.openxmlformats.org/officeDocument/2006/relationships/image" Target="/ppt/main_figures/Fig10/ppt/media/image4.png" Id="R5b6e7a7ac1cf4fc8" /><Relationship Type="http://schemas.openxmlformats.org/officeDocument/2006/relationships/image" Target="/ppt/main_figures/Fig10/ppt/media/image5.png" Id="Rc2276ab18d354289" /><Relationship Type="http://schemas.openxmlformats.org/officeDocument/2006/relationships/image" Target="/ppt/main_figures/Fig10/ppt/media/image6.png" Id="R6cac25e28d7144ea" /><Relationship Type="http://schemas.openxmlformats.org/officeDocument/2006/relationships/image" Target="/ppt/main_figures/Fig10/ppt/media/image7.png" Id="Rfeafa6675f064b04" /><Relationship Type="http://schemas.openxmlformats.org/officeDocument/2006/relationships/image" Target="/ppt/main_figures/Fig10/ppt/media/image8.png" Id="R577adeaa070c4096" /><Relationship Type="http://schemas.openxmlformats.org/officeDocument/2006/relationships/image" Target="/ppt/main_figures/Fig10/ppt/media/image9.png" Id="R832e4a261b0440af" /><Relationship Type="http://schemas.openxmlformats.org/officeDocument/2006/relationships/image" Target="/ppt/main_figures/Fig10/ppt/media/image10.png" Id="R102eae7f35704adc" /><Relationship Type="http://schemas.openxmlformats.org/officeDocument/2006/relationships/notesSlide" Target="/ppt/main_figures/Fig10/ppt/notesSlides/notesSlide1.xml" Id="R7177761404234967" /><Relationship Id="FrameView_R2a7a041d5050447c" Type="http://schemas.openxmlformats.org/officeDocument/2006/relationships/image" Target="/ppt/main_figures/Fig10/ppt/fig9_frame_media/image.png" /><Relationship Id="FrameView_R83e1c010b825496c" Type="http://schemas.openxmlformats.org/officeDocument/2006/relationships/image" Target="/ppt/main_figures/Fig10/ppt/fig9_frame_media/image2.png" /><Relationship Id="FrameView_Rf17f8bde6fe240f7" Type="http://schemas.openxmlformats.org/officeDocument/2006/relationships/image" Target="/ppt/main_figures/Fig10/ppt/fig9_frame_media/image3.png" /></Relationships>
</file>

<file path=ppt/main_figures/Fig10/ppt/slides/slide1.xml><?xml version="1.0" encoding="utf-8"?>
<p:sld xmlns:a="http://schemas.openxmlformats.org/drawingml/2006/main" xmlns:ns2="http://schemas.microsoft.com/office/drawing/2014/main" xmlns:ns3="http://schemas.openxmlformats.org/officeDocument/2006/relationships" xmlns:ns4="http://schemas.microsoft.com/office/powerpoint/2010/main" xmlns:p="http://schemas.openxmlformats.org/presentationml/2006/main">
  <p:cSld>
    <p:bg>
      <p:bgPr>
        <a:solidFill>
          <a:srgbClr val="FFFFFF"/>
        </a:solidFill>
      </p:bgPr>
    </p:bg>
    <p:spTree>
      <p:nvGrpSpPr>
        <p:cNvPr id="1" name=""/>
        <p:cNvGrpSpPr/>
        <p:nvPr/>
      </p:nvGrpSpPr>
      <p:grpSpPr>
        <a:xfrm/>
      </p:grpSpPr>
      <p:sp>
        <p:nvSpPr>
          <p:cNvPr id="2" name="text_001">
            <a:extLst>
              <a:ext uri="{FF2B5EF4-FFF2-40B4-BE49-F238E27FC236}">
                <ns2:creationId id="{C838C582-4158-4C61-BEE3-488CA74B6602}"/>
              </a:ext>
            </a:extLst>
          </p:cNvPr>
          <p:cNvSpPr>
            <a:spLocks noGrp="1"/>
          </p:cNvSpPr>
          <p:nvPr/>
        </p:nvSpPr>
        <p:spPr>
          <a:xfrm>
            <a:off x="1057275" y="28575"/>
            <a:ext cx="6191250" cy="247650"/>
          </a:xfrm>
          <a:prstGeom prst="rect">
            <a:avLst/>
          </a:prstGeom>
          <a:noFill/>
          <a:ln w="0">
            <a:noFill/>
            <a:prstDash val="solid"/>
          </a:ln>
        </p:spPr>
        <p:txBody>
          <a:bodyPr wrap="none" lIns="0" tIns="0" rIns="0" bIns="0" anchor="t">
            <a:noAutofit/>
          </a:bodyPr>
          <a:lstStyle>
            <a:defPPr algn="l">
              <a:defRPr sz="1800" b="1">
                <a:solidFill>
                  <a:srgbClr val="000000"/>
                </a:solidFill>
                <a:latin typeface="Arial"/>
                <a:ea typeface="Arial"/>
                <a:cs typeface="Arial"/>
              </a:defRPr>
            </a:defPPr>
            <a:lvl1pPr algn="l">
              <a:defRPr sz="1800" b="1">
                <a:solidFill>
                  <a:srgbClr val="000000"/>
                </a:solidFill>
                <a:latin typeface="Arial"/>
                <a:ea typeface="Arial"/>
                <a:cs typeface="Arial"/>
              </a:defRPr>
            </a:lvl1pPr>
            <a:lvl2pPr algn="l">
              <a:defRPr sz="1800" b="1">
                <a:solidFill>
                  <a:srgbClr val="000000"/>
                </a:solidFill>
                <a:latin typeface="Arial"/>
                <a:ea typeface="Arial"/>
                <a:cs typeface="Arial"/>
              </a:defRPr>
            </a:lvl2pPr>
            <a:lvl3pPr algn="l">
              <a:defRPr sz="1800" b="1">
                <a:solidFill>
                  <a:srgbClr val="000000"/>
                </a:solidFill>
                <a:latin typeface="Arial"/>
                <a:ea typeface="Arial"/>
                <a:cs typeface="Arial"/>
              </a:defRPr>
            </a:lvl3pPr>
            <a:lvl4pPr algn="l">
              <a:defRPr sz="1800" b="1">
                <a:solidFill>
                  <a:srgbClr val="000000"/>
                </a:solidFill>
                <a:latin typeface="Arial"/>
                <a:ea typeface="Arial"/>
                <a:cs typeface="Arial"/>
              </a:defRPr>
            </a:lvl4pPr>
            <a:lvl5pPr algn="l">
              <a:defRPr sz="1800" b="1">
                <a:solidFill>
                  <a:srgbClr val="000000"/>
                </a:solidFill>
                <a:latin typeface="Arial"/>
                <a:ea typeface="Arial"/>
                <a:cs typeface="Arial"/>
              </a:defRPr>
            </a:lvl5pPr>
            <a:lvl6pPr algn="l">
              <a:defRPr sz="1800" b="1">
                <a:solidFill>
                  <a:srgbClr val="000000"/>
                </a:solidFill>
                <a:latin typeface="Arial"/>
                <a:ea typeface="Arial"/>
                <a:cs typeface="Arial"/>
              </a:defRPr>
            </a:lvl6pPr>
            <a:lvl7pPr algn="l">
              <a:defRPr sz="1800" b="1">
                <a:solidFill>
                  <a:srgbClr val="000000"/>
                </a:solidFill>
                <a:latin typeface="Arial"/>
                <a:ea typeface="Arial"/>
                <a:cs typeface="Arial"/>
              </a:defRPr>
            </a:lvl7pPr>
            <a:lvl8pPr algn="l">
              <a:defRPr sz="1800" b="1">
                <a:solidFill>
                  <a:srgbClr val="000000"/>
                </a:solidFill>
                <a:latin typeface="Arial"/>
                <a:ea typeface="Arial"/>
                <a:cs typeface="Arial"/>
              </a:defRPr>
            </a:lvl8pPr>
            <a:lvl9pPr algn="l">
              <a:defRPr sz="1800" b="1">
                <a:solidFill>
                  <a:srgbClr val="000000"/>
                </a:solidFill>
                <a:latin typeface="Arial"/>
                <a:ea typeface="Arial"/>
                <a:cs typeface="Arial"/>
              </a:defRPr>
            </a:lvl9pPr>
          </a:lstStyle>
          <a:p>
            <a:pPr algn="l">
              <a:defRPr sz="1800" b="1">
                <a:solidFill>
                  <a:srgbClr val="000000"/>
                </a:solidFill>
                <a:latin typeface="Arial"/>
                <a:ea typeface="Arial"/>
                <a:cs typeface="Arial"/>
              </a:defRPr>
            </a:pPr>
            <a:r>
              <a:rPr sz="1800" b="1">
                <a:solidFill>
                  <a:srgbClr val="000000"/>
                </a:solidFill>
                <a:latin typeface="Arial"/>
                <a:ea typeface="Arial"/>
                <a:cs typeface="Arial"/>
              </a:rPr>
              <a:t>(a) Full sequence</a:t>
            </a:r>
          </a:p>
        </p:txBody>
      </p:sp>
      <p:sp>
        <p:nvSpPr>
          <p:cNvPr id="3" name="text_002">
            <a:extLst>
              <a:ext uri="{FF2B5EF4-FFF2-40B4-BE49-F238E27FC236}">
                <ns2:creationId id="{76D55AC2-15E8-4673-B1AA-20147DEE7D7A}"/>
              </a:ext>
            </a:extLst>
          </p:cNvPr>
          <p:cNvSpPr>
            <a:spLocks noGrp="1"/>
          </p:cNvSpPr>
          <p:nvPr/>
        </p:nvSpPr>
        <p:spPr>
          <a:xfrm>
            <a:off x="7648575" y="28575"/>
            <a:ext cx="4143375" cy="247650"/>
          </a:xfrm>
          <a:prstGeom prst="rect">
            <a:avLst/>
          </a:prstGeom>
          <a:noFill/>
          <a:ln w="0">
            <a:noFill/>
            <a:prstDash val="solid"/>
          </a:ln>
        </p:spPr>
        <p:txBody>
          <a:bodyPr wrap="none" lIns="0" tIns="0" rIns="0" bIns="0" anchor="t">
            <a:noAutofit/>
          </a:bodyPr>
          <a:lstStyle>
            <a:defPPr algn="l">
              <a:defRPr sz="1800" b="1">
                <a:solidFill>
                  <a:srgbClr val="000000"/>
                </a:solidFill>
                <a:latin typeface="Arial"/>
                <a:ea typeface="Arial"/>
                <a:cs typeface="Arial"/>
              </a:defRPr>
            </a:defPPr>
            <a:lvl1pPr algn="l">
              <a:defRPr sz="1800" b="1">
                <a:solidFill>
                  <a:srgbClr val="000000"/>
                </a:solidFill>
                <a:latin typeface="Arial"/>
                <a:ea typeface="Arial"/>
                <a:cs typeface="Arial"/>
              </a:defRPr>
            </a:lvl1pPr>
            <a:lvl2pPr algn="l">
              <a:defRPr sz="1800" b="1">
                <a:solidFill>
                  <a:srgbClr val="000000"/>
                </a:solidFill>
                <a:latin typeface="Arial"/>
                <a:ea typeface="Arial"/>
                <a:cs typeface="Arial"/>
              </a:defRPr>
            </a:lvl2pPr>
            <a:lvl3pPr algn="l">
              <a:defRPr sz="1800" b="1">
                <a:solidFill>
                  <a:srgbClr val="000000"/>
                </a:solidFill>
                <a:latin typeface="Arial"/>
                <a:ea typeface="Arial"/>
                <a:cs typeface="Arial"/>
              </a:defRPr>
            </a:lvl3pPr>
            <a:lvl4pPr algn="l">
              <a:defRPr sz="1800" b="1">
                <a:solidFill>
                  <a:srgbClr val="000000"/>
                </a:solidFill>
                <a:latin typeface="Arial"/>
                <a:ea typeface="Arial"/>
                <a:cs typeface="Arial"/>
              </a:defRPr>
            </a:lvl4pPr>
            <a:lvl5pPr algn="l">
              <a:defRPr sz="1800" b="1">
                <a:solidFill>
                  <a:srgbClr val="000000"/>
                </a:solidFill>
                <a:latin typeface="Arial"/>
                <a:ea typeface="Arial"/>
                <a:cs typeface="Arial"/>
              </a:defRPr>
            </a:lvl5pPr>
            <a:lvl6pPr algn="l">
              <a:defRPr sz="1800" b="1">
                <a:solidFill>
                  <a:srgbClr val="000000"/>
                </a:solidFill>
                <a:latin typeface="Arial"/>
                <a:ea typeface="Arial"/>
                <a:cs typeface="Arial"/>
              </a:defRPr>
            </a:lvl6pPr>
            <a:lvl7pPr algn="l">
              <a:defRPr sz="1800" b="1">
                <a:solidFill>
                  <a:srgbClr val="000000"/>
                </a:solidFill>
                <a:latin typeface="Arial"/>
                <a:ea typeface="Arial"/>
                <a:cs typeface="Arial"/>
              </a:defRPr>
            </a:lvl7pPr>
            <a:lvl8pPr algn="l">
              <a:defRPr sz="1800" b="1">
                <a:solidFill>
                  <a:srgbClr val="000000"/>
                </a:solidFill>
                <a:latin typeface="Arial"/>
                <a:ea typeface="Arial"/>
                <a:cs typeface="Arial"/>
              </a:defRPr>
            </a:lvl8pPr>
            <a:lvl9pPr algn="l">
              <a:defRPr sz="1800" b="1">
                <a:solidFill>
                  <a:srgbClr val="000000"/>
                </a:solidFill>
                <a:latin typeface="Arial"/>
                <a:ea typeface="Arial"/>
                <a:cs typeface="Arial"/>
              </a:defRPr>
            </a:lvl9pPr>
          </a:lstStyle>
          <a:p>
            <a:pPr algn="l">
              <a:defRPr sz="1800" b="1">
                <a:solidFill>
                  <a:srgbClr val="000000"/>
                </a:solidFill>
                <a:latin typeface="Arial"/>
                <a:ea typeface="Arial"/>
                <a:cs typeface="Arial"/>
              </a:defRPr>
            </a:pPr>
            <a:r>
              <a:rPr sz="1800" b="1">
                <a:solidFill>
                  <a:srgbClr val="000000"/>
                </a:solidFill>
                <a:latin typeface="Arial"/>
                <a:ea typeface="Arial"/>
                <a:cs typeface="Arial"/>
              </a:rPr>
              <a:t>(b) Local window</a:t>
            </a:r>
          </a:p>
        </p:txBody>
      </p:sp>
      <p:sp>
        <p:nvSpPr>
          <p:cNvPr id="11" name="text_010">
            <a:extLst>
              <a:ext uri="{FF2B5EF4-FFF2-40B4-BE49-F238E27FC236}">
                <ns2:creationId id="{C93E34F0-2B64-4DB3-9567-25788C88A40A}"/>
              </a:ext>
            </a:extLst>
          </p:cNvPr>
          <p:cNvSpPr>
            <a:spLocks noGrp="1"/>
          </p:cNvSpPr>
          <p:nvPr/>
        </p:nvSpPr>
        <p:spPr>
          <a:xfrm>
            <a:off x="900468" y="209550"/>
            <a:ext cx="381000" cy="209550"/>
          </a:xfrm>
          <a:prstGeom prst="rect">
            <a:avLst/>
          </a:prstGeom>
          <a:noFill/>
          <a:ln w="0">
            <a:noFill/>
            <a:prstDash val="solid"/>
          </a:ln>
        </p:spPr>
        <p:txBody>
          <a:bodyPr wrap="none" lIns="0" tIns="0" rIns="0" bIns="0" anchor="t">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0</a:t>
            </a:r>
          </a:p>
        </p:txBody>
      </p:sp>
      <p:sp>
        <p:nvSpPr>
          <p:cNvPr id="12" name="text_011">
            <a:extLst>
              <a:ext uri="{FF2B5EF4-FFF2-40B4-BE49-F238E27FC236}">
                <ns2:creationId id="{BD4B0A5E-03A0-43E6-BC66-5481F6E6380B}"/>
              </a:ext>
            </a:extLst>
          </p:cNvPr>
          <p:cNvSpPr>
            <a:spLocks noGrp="1"/>
          </p:cNvSpPr>
          <p:nvPr/>
        </p:nvSpPr>
        <p:spPr>
          <a:xfrm>
            <a:off x="6757632" y="209550"/>
            <a:ext cx="381000" cy="209550"/>
          </a:xfrm>
          <a:prstGeom prst="rect">
            <a:avLst/>
          </a:prstGeom>
          <a:noFill/>
          <a:ln w="0">
            <a:noFill/>
            <a:prstDash val="solid"/>
          </a:ln>
        </p:spPr>
        <p:txBody>
          <a:bodyPr wrap="none" lIns="0" tIns="0" rIns="0" bIns="0" anchor="t">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200</a:t>
            </a:r>
          </a:p>
        </p:txBody>
      </p:sp>
      <p:sp>
        <p:nvSpPr>
          <p:cNvPr id="21" name="text_020">
            <a:extLst>
              <a:ext uri="{FF2B5EF4-FFF2-40B4-BE49-F238E27FC236}">
                <ns2:creationId id="{B5EC9B1A-83DD-4E97-82EF-6BB2DA1F2A84}"/>
              </a:ext>
            </a:extLst>
          </p:cNvPr>
          <p:cNvSpPr>
            <a:spLocks noGrp="1"/>
          </p:cNvSpPr>
          <p:nvPr/>
        </p:nvSpPr>
        <p:spPr>
          <a:xfrm>
            <a:off x="7696200" y="209550"/>
            <a:ext cx="381000" cy="209550"/>
          </a:xfrm>
          <a:prstGeom prst="rect">
            <a:avLst/>
          </a:prstGeom>
          <a:noFill/>
          <a:ln w="0">
            <a:noFill/>
            <a:prstDash val="solid"/>
          </a:ln>
        </p:spPr>
        <p:txBody>
          <a:bodyPr wrap="none" lIns="0" tIns="0" rIns="0" bIns="0" anchor="t">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135</a:t>
            </a:r>
          </a:p>
        </p:txBody>
      </p:sp>
      <p:sp>
        <p:nvSpPr>
          <p:cNvPr id="22" name="text_021">
            <a:extLst>
              <a:ext uri="{FF2B5EF4-FFF2-40B4-BE49-F238E27FC236}">
                <ns2:creationId id="{A471CCDC-7DF0-42FF-8A62-93D8B7B3226B}"/>
              </a:ext>
            </a:extLst>
          </p:cNvPr>
          <p:cNvSpPr>
            <a:spLocks noGrp="1"/>
          </p:cNvSpPr>
          <p:nvPr/>
        </p:nvSpPr>
        <p:spPr>
          <a:xfrm>
            <a:off x="11125200" y="209550"/>
            <a:ext cx="381000" cy="209550"/>
          </a:xfrm>
          <a:prstGeom prst="rect">
            <a:avLst/>
          </a:prstGeom>
          <a:noFill/>
          <a:ln w="0">
            <a:noFill/>
            <a:prstDash val="solid"/>
          </a:ln>
        </p:spPr>
        <p:txBody>
          <a:bodyPr wrap="none" lIns="0" tIns="0" rIns="0" bIns="0" anchor="t">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145</a:t>
            </a:r>
          </a:p>
        </p:txBody>
      </p:sp>
      <p:sp>
        <p:nvSpPr>
          <p:cNvPr id="39" name="text_038">
            <a:extLst>
              <a:ext uri="{FF2B5EF4-FFF2-40B4-BE49-F238E27FC236}">
                <ns2:creationId id="{4C2FB60A-6500-44D7-8A67-BBDE1D5AA4D6}"/>
              </a:ext>
            </a:extLst>
          </p:cNvPr>
          <p:cNvSpPr>
            <a:spLocks noGrp="1"/>
          </p:cNvSpPr>
          <p:nvPr/>
        </p:nvSpPr>
        <p:spPr>
          <a:xfrm>
            <a:off x="38100" y="447675"/>
            <a:ext cx="914400" cy="247650"/>
          </a:xfrm>
          <a:prstGeom prst="rect">
            <a:avLst/>
          </a:prstGeom>
          <a:noFill/>
          <a:ln w="0">
            <a:noFill/>
            <a:prstDash val="solid"/>
          </a:ln>
        </p:spPr>
        <p:txBody>
          <a:bodyPr wrap="none" lIns="0" tIns="0" rIns="0" bIns="0" anchor="t">
            <a:noAutofit/>
          </a:bodyPr>
          <a:lstStyle>
            <a:defPPr algn="l">
              <a:defRPr sz="1500" b="1">
                <a:solidFill>
                  <a:srgbClr val="000000"/>
                </a:solidFill>
                <a:latin typeface="Arial"/>
                <a:ea typeface="Arial"/>
                <a:cs typeface="Arial"/>
              </a:defRPr>
            </a:defPPr>
            <a:lvl1pPr algn="l">
              <a:defRPr sz="1500" b="1">
                <a:solidFill>
                  <a:srgbClr val="000000"/>
                </a:solidFill>
                <a:latin typeface="Arial"/>
                <a:ea typeface="Arial"/>
                <a:cs typeface="Arial"/>
              </a:defRPr>
            </a:lvl1pPr>
            <a:lvl2pPr algn="l">
              <a:defRPr sz="1500" b="1">
                <a:solidFill>
                  <a:srgbClr val="000000"/>
                </a:solidFill>
                <a:latin typeface="Arial"/>
                <a:ea typeface="Arial"/>
                <a:cs typeface="Arial"/>
              </a:defRPr>
            </a:lvl2pPr>
            <a:lvl3pPr algn="l">
              <a:defRPr sz="1500" b="1">
                <a:solidFill>
                  <a:srgbClr val="000000"/>
                </a:solidFill>
                <a:latin typeface="Arial"/>
                <a:ea typeface="Arial"/>
                <a:cs typeface="Arial"/>
              </a:defRPr>
            </a:lvl3pPr>
            <a:lvl4pPr algn="l">
              <a:defRPr sz="1500" b="1">
                <a:solidFill>
                  <a:srgbClr val="000000"/>
                </a:solidFill>
                <a:latin typeface="Arial"/>
                <a:ea typeface="Arial"/>
                <a:cs typeface="Arial"/>
              </a:defRPr>
            </a:lvl4pPr>
            <a:lvl5pPr algn="l">
              <a:defRPr sz="1500" b="1">
                <a:solidFill>
                  <a:srgbClr val="000000"/>
                </a:solidFill>
                <a:latin typeface="Arial"/>
                <a:ea typeface="Arial"/>
                <a:cs typeface="Arial"/>
              </a:defRPr>
            </a:lvl5pPr>
            <a:lvl6pPr algn="l">
              <a:defRPr sz="1500" b="1">
                <a:solidFill>
                  <a:srgbClr val="000000"/>
                </a:solidFill>
                <a:latin typeface="Arial"/>
                <a:ea typeface="Arial"/>
                <a:cs typeface="Arial"/>
              </a:defRPr>
            </a:lvl6pPr>
            <a:lvl7pPr algn="l">
              <a:defRPr sz="1500" b="1">
                <a:solidFill>
                  <a:srgbClr val="000000"/>
                </a:solidFill>
                <a:latin typeface="Arial"/>
                <a:ea typeface="Arial"/>
                <a:cs typeface="Arial"/>
              </a:defRPr>
            </a:lvl7pPr>
            <a:lvl8pPr algn="l">
              <a:defRPr sz="1500" b="1">
                <a:solidFill>
                  <a:srgbClr val="000000"/>
                </a:solidFill>
                <a:latin typeface="Arial"/>
                <a:ea typeface="Arial"/>
                <a:cs typeface="Arial"/>
              </a:defRPr>
            </a:lvl8pPr>
            <a:lvl9pPr algn="l">
              <a:defRPr sz="1500" b="1">
                <a:solidFill>
                  <a:srgbClr val="000000"/>
                </a:solidFill>
                <a:latin typeface="Arial"/>
                <a:ea typeface="Arial"/>
                <a:cs typeface="Arial"/>
              </a:defRPr>
            </a:lvl9pPr>
          </a:lstStyle>
          <a:p>
            <a:pPr algn="l">
              <a:defRPr sz="1500" b="1">
                <a:solidFill>
                  <a:srgbClr val="000000"/>
                </a:solidFill>
                <a:latin typeface="Arial"/>
                <a:ea typeface="Arial"/>
                <a:cs typeface="Arial"/>
              </a:defRPr>
            </a:pPr>
            <a:r>
              <a:rPr sz="1500" b="1">
                <a:solidFill>
                  <a:srgbClr val="000000"/>
                </a:solidFill>
                <a:latin typeface="Arial"/>
                <a:ea typeface="Arial"/>
                <a:cs typeface="Arial"/>
              </a:rPr>
              <a:t>RG-P</a:t>
            </a:r>
          </a:p>
        </p:txBody>
      </p:sp>
      <p:pic>
        <p:nvPicPr>
          <p:cNvPr id="41" name="">
            <a:extLst>
              <a:ext uri="{FF2B5EF4-FFF2-40B4-BE49-F238E27FC236}">
                <ns2:creationId id="{8EFCBEAC-999B-4E95-921E-8DD2BC26C84F}"/>
              </a:ext>
            </a:extLst>
          </p:cNvPr>
          <p:cNvPicPr>
            <a:picLocks noChangeAspect="1"/>
          </p:cNvPicPr>
          <p:nvPr/>
        </p:nvPicPr>
        <p:blipFill>
          <a:blip ns3:embed="R0ba9d93acb0b42af"/>
          <a:stretch/>
        </p:blipFill>
        <p:spPr>
          <a:xfrm>
            <a:off x="1076325" y="400050"/>
            <a:ext cx="5886450" cy="895350"/>
          </a:xfrm>
          <a:prstGeom prst="rect">
            <a:avLst/>
          </a:prstGeom>
        </p:spPr>
      </p:pic>
      <p:sp>
        <p:nvSpPr>
          <p:cNvPr id="42" name="line_041">
            <a:extLst>
              <a:ext uri="{FF2B5EF4-FFF2-40B4-BE49-F238E27FC236}">
                <ns2:creationId id="{7A94C20C-E186-4792-A379-DE0D06105892}"/>
              </a:ext>
            </a:extLst>
          </p:cNvPr>
          <p:cNvSpPr>
            <a:spLocks noGrp="1"/>
          </p:cNvSpPr>
          <p:nvPr/>
        </p:nvSpPr>
        <p:spPr>
          <a:xfrm>
            <a:off x="5190983" y="400050"/>
            <a:ext cx="95" cy="895350"/>
          </a:xfrm>
          <a:custGeom>
            <a:pathLst>
              <a:path w="95" h="895350">
                <a:moveTo>
                  <a:pt x="0" y="0"/>
                </a:moveTo>
                <a:lnTo>
                  <a:pt x="0" y="895350"/>
                </a:lnTo>
              </a:path>
            </a:pathLst>
          </a:custGeom>
          <a:noFill/>
          <a:ln w="9525">
            <a:solidFill>
              <a:srgbClr val="263238"/>
            </a:solidFill>
            <a:prstDash val="dash"/>
          </a:ln>
        </p:spPr>
      </p:sp>
      <p:sp>
        <p:nvSpPr>
          <p:cNvPr id="43" name="rect_042">
            <a:extLst>
              <a:ext uri="{FF2B5EF4-FFF2-40B4-BE49-F238E27FC236}">
                <ns2:creationId id="{B3B4F009-6EF5-4689-85D2-75C0A5C73871}"/>
              </a:ext>
            </a:extLst>
          </p:cNvPr>
          <p:cNvSpPr>
            <a:spLocks noGrp="1"/>
          </p:cNvSpPr>
          <p:nvPr/>
        </p:nvSpPr>
        <p:spPr>
          <a:xfrm>
            <a:off x="1076325" y="400050"/>
            <a:ext cx="5886450" cy="895350"/>
          </a:xfrm>
          <a:prstGeom prst="rect">
            <a:avLst/>
          </a:prstGeom>
          <a:noFill/>
          <a:ln w="6668">
            <a:solidFill>
              <a:srgbClr val="7B8790"/>
            </a:solidFill>
            <a:prstDash val="solid"/>
          </a:ln>
        </p:spPr>
      </p:sp>
      <p:sp>
        <p:nvSpPr>
          <p:cNvPr id="44" name="text_043">
            <a:extLst>
              <a:ext uri="{FF2B5EF4-FFF2-40B4-BE49-F238E27FC236}">
                <ns2:creationId id="{85151FFD-961D-4EBE-8DF2-00B2FE03E8EA}"/>
              </a:ext>
            </a:extLst>
          </p:cNvPr>
          <p:cNvSpPr>
            <a:spLocks noGrp="1"/>
          </p:cNvSpPr>
          <p:nvPr/>
        </p:nvSpPr>
        <p:spPr>
          <a:xfrm>
            <a:off x="704850" y="1200150"/>
            <a:ext cx="314325" cy="200025"/>
          </a:xfrm>
          <a:prstGeom prst="rect">
            <a:avLst/>
          </a:prstGeom>
          <a:noFill/>
          <a:ln w="0">
            <a:noFill/>
            <a:prstDash val="solid"/>
          </a:ln>
        </p:spPr>
        <p:txBody>
          <a:bodyPr wrap="none" lIns="0" tIns="0" rIns="0" bIns="0" anchor="t">
            <a:noAutofit/>
          </a:bodyPr>
          <a:lstStyle>
            <a:defPPr algn="r">
              <a:defRPr sz="1125" b="0">
                <a:solidFill>
                  <a:srgbClr val="000000"/>
                </a:solidFill>
                <a:latin typeface="Arial"/>
                <a:ea typeface="Arial"/>
                <a:cs typeface="Arial"/>
              </a:defRPr>
            </a:defPPr>
            <a:lvl1pPr algn="r">
              <a:defRPr sz="1125" b="0">
                <a:solidFill>
                  <a:srgbClr val="000000"/>
                </a:solidFill>
                <a:latin typeface="Arial"/>
                <a:ea typeface="Arial"/>
                <a:cs typeface="Arial"/>
              </a:defRPr>
            </a:lvl1pPr>
            <a:lvl2pPr algn="r">
              <a:defRPr sz="1125" b="0">
                <a:solidFill>
                  <a:srgbClr val="000000"/>
                </a:solidFill>
                <a:latin typeface="Arial"/>
                <a:ea typeface="Arial"/>
                <a:cs typeface="Arial"/>
              </a:defRPr>
            </a:lvl2pPr>
            <a:lvl3pPr algn="r">
              <a:defRPr sz="1125" b="0">
                <a:solidFill>
                  <a:srgbClr val="000000"/>
                </a:solidFill>
                <a:latin typeface="Arial"/>
                <a:ea typeface="Arial"/>
                <a:cs typeface="Arial"/>
              </a:defRPr>
            </a:lvl3pPr>
            <a:lvl4pPr algn="r">
              <a:defRPr sz="1125" b="0">
                <a:solidFill>
                  <a:srgbClr val="000000"/>
                </a:solidFill>
                <a:latin typeface="Arial"/>
                <a:ea typeface="Arial"/>
                <a:cs typeface="Arial"/>
              </a:defRPr>
            </a:lvl4pPr>
            <a:lvl5pPr algn="r">
              <a:defRPr sz="1125" b="0">
                <a:solidFill>
                  <a:srgbClr val="000000"/>
                </a:solidFill>
                <a:latin typeface="Arial"/>
                <a:ea typeface="Arial"/>
                <a:cs typeface="Arial"/>
              </a:defRPr>
            </a:lvl5pPr>
            <a:lvl6pPr algn="r">
              <a:defRPr sz="1125" b="0">
                <a:solidFill>
                  <a:srgbClr val="000000"/>
                </a:solidFill>
                <a:latin typeface="Arial"/>
                <a:ea typeface="Arial"/>
                <a:cs typeface="Arial"/>
              </a:defRPr>
            </a:lvl6pPr>
            <a:lvl7pPr algn="r">
              <a:defRPr sz="1125" b="0">
                <a:solidFill>
                  <a:srgbClr val="000000"/>
                </a:solidFill>
                <a:latin typeface="Arial"/>
                <a:ea typeface="Arial"/>
                <a:cs typeface="Arial"/>
              </a:defRPr>
            </a:lvl7pPr>
            <a:lvl8pPr algn="r">
              <a:defRPr sz="1125" b="0">
                <a:solidFill>
                  <a:srgbClr val="000000"/>
                </a:solidFill>
                <a:latin typeface="Arial"/>
                <a:ea typeface="Arial"/>
                <a:cs typeface="Arial"/>
              </a:defRPr>
            </a:lvl8pPr>
            <a:lvl9pPr algn="r">
              <a:defRPr sz="1125" b="0">
                <a:solidFill>
                  <a:srgbClr val="000000"/>
                </a:solidFill>
                <a:latin typeface="Arial"/>
                <a:ea typeface="Arial"/>
                <a:cs typeface="Arial"/>
              </a:defRPr>
            </a:lvl9pPr>
          </a:lstStyle>
          <a:p>
            <a:pPr algn="r">
              <a:defRPr sz="1125" b="0">
                <a:solidFill>
                  <a:srgbClr val="000000"/>
                </a:solidFill>
                <a:latin typeface="Arial"/>
                <a:ea typeface="Arial"/>
                <a:cs typeface="Arial"/>
              </a:defRPr>
            </a:pPr>
            <a:r>
              <a:rPr sz="1125" b="0">
                <a:solidFill>
                  <a:srgbClr val="000000"/>
                </a:solidFill>
                <a:latin typeface="Arial"/>
                <a:ea typeface="Arial"/>
                <a:cs typeface="Arial"/>
              </a:rPr>
              <a:t>0</a:t>
            </a:r>
          </a:p>
        </p:txBody>
      </p:sp>
      <p:sp>
        <p:nvSpPr>
          <p:cNvPr id="45" name="text_044">
            <a:extLst>
              <a:ext uri="{FF2B5EF4-FFF2-40B4-BE49-F238E27FC236}">
                <ns2:creationId id="{AEBD4CBB-C149-4717-90A2-C0983FFD48F5}"/>
              </a:ext>
            </a:extLst>
          </p:cNvPr>
          <p:cNvSpPr>
            <a:spLocks noGrp="1"/>
          </p:cNvSpPr>
          <p:nvPr/>
        </p:nvSpPr>
        <p:spPr>
          <a:xfrm>
            <a:off x="704850" y="304800"/>
            <a:ext cx="314325" cy="200025"/>
          </a:xfrm>
          <a:prstGeom prst="rect">
            <a:avLst/>
          </a:prstGeom>
          <a:noFill/>
          <a:ln w="0">
            <a:noFill/>
            <a:prstDash val="solid"/>
          </a:ln>
        </p:spPr>
        <p:txBody>
          <a:bodyPr wrap="none" lIns="0" tIns="0" rIns="0" bIns="0" anchor="t">
            <a:noAutofit/>
          </a:bodyPr>
          <a:lstStyle>
            <a:defPPr algn="r">
              <a:defRPr sz="1125" b="0">
                <a:solidFill>
                  <a:srgbClr val="000000"/>
                </a:solidFill>
                <a:latin typeface="Arial"/>
                <a:ea typeface="Arial"/>
                <a:cs typeface="Arial"/>
              </a:defRPr>
            </a:defPPr>
            <a:lvl1pPr algn="r">
              <a:defRPr sz="1125" b="0">
                <a:solidFill>
                  <a:srgbClr val="000000"/>
                </a:solidFill>
                <a:latin typeface="Arial"/>
                <a:ea typeface="Arial"/>
                <a:cs typeface="Arial"/>
              </a:defRPr>
            </a:lvl1pPr>
            <a:lvl2pPr algn="r">
              <a:defRPr sz="1125" b="0">
                <a:solidFill>
                  <a:srgbClr val="000000"/>
                </a:solidFill>
                <a:latin typeface="Arial"/>
                <a:ea typeface="Arial"/>
                <a:cs typeface="Arial"/>
              </a:defRPr>
            </a:lvl2pPr>
            <a:lvl3pPr algn="r">
              <a:defRPr sz="1125" b="0">
                <a:solidFill>
                  <a:srgbClr val="000000"/>
                </a:solidFill>
                <a:latin typeface="Arial"/>
                <a:ea typeface="Arial"/>
                <a:cs typeface="Arial"/>
              </a:defRPr>
            </a:lvl3pPr>
            <a:lvl4pPr algn="r">
              <a:defRPr sz="1125" b="0">
                <a:solidFill>
                  <a:srgbClr val="000000"/>
                </a:solidFill>
                <a:latin typeface="Arial"/>
                <a:ea typeface="Arial"/>
                <a:cs typeface="Arial"/>
              </a:defRPr>
            </a:lvl4pPr>
            <a:lvl5pPr algn="r">
              <a:defRPr sz="1125" b="0">
                <a:solidFill>
                  <a:srgbClr val="000000"/>
                </a:solidFill>
                <a:latin typeface="Arial"/>
                <a:ea typeface="Arial"/>
                <a:cs typeface="Arial"/>
              </a:defRPr>
            </a:lvl5pPr>
            <a:lvl6pPr algn="r">
              <a:defRPr sz="1125" b="0">
                <a:solidFill>
                  <a:srgbClr val="000000"/>
                </a:solidFill>
                <a:latin typeface="Arial"/>
                <a:ea typeface="Arial"/>
                <a:cs typeface="Arial"/>
              </a:defRPr>
            </a:lvl6pPr>
            <a:lvl7pPr algn="r">
              <a:defRPr sz="1125" b="0">
                <a:solidFill>
                  <a:srgbClr val="000000"/>
                </a:solidFill>
                <a:latin typeface="Arial"/>
                <a:ea typeface="Arial"/>
                <a:cs typeface="Arial"/>
              </a:defRPr>
            </a:lvl7pPr>
            <a:lvl8pPr algn="r">
              <a:defRPr sz="1125" b="0">
                <a:solidFill>
                  <a:srgbClr val="000000"/>
                </a:solidFill>
                <a:latin typeface="Arial"/>
                <a:ea typeface="Arial"/>
                <a:cs typeface="Arial"/>
              </a:defRPr>
            </a:lvl8pPr>
            <a:lvl9pPr algn="r">
              <a:defRPr sz="1125" b="0">
                <a:solidFill>
                  <a:srgbClr val="000000"/>
                </a:solidFill>
                <a:latin typeface="Arial"/>
                <a:ea typeface="Arial"/>
                <a:cs typeface="Arial"/>
              </a:defRPr>
            </a:lvl9pPr>
          </a:lstStyle>
          <a:p>
            <a:pPr algn="r">
              <a:defRPr sz="1125" b="0">
                <a:solidFill>
                  <a:srgbClr val="000000"/>
                </a:solidFill>
                <a:latin typeface="Arial"/>
                <a:ea typeface="Arial"/>
                <a:cs typeface="Arial"/>
              </a:defRPr>
            </a:pPr>
            <a:r>
              <a:rPr sz="1125" b="0">
                <a:solidFill>
                  <a:srgbClr val="000000"/>
                </a:solidFill>
                <a:latin typeface="Arial"/>
                <a:ea typeface="Arial"/>
                <a:cs typeface="Arial"/>
              </a:rPr>
              <a:t>1</a:t>
            </a:r>
          </a:p>
        </p:txBody>
      </p:sp>
      <p:sp>
        <p:nvSpPr>
          <p:cNvPr id="46" name="text_045">
            <a:extLst>
              <a:ext uri="{FF2B5EF4-FFF2-40B4-BE49-F238E27FC236}">
                <ns2:creationId id="{C494BDAE-E571-476E-BA49-73852E7177F4}"/>
              </a:ext>
            </a:extLst>
          </p:cNvPr>
          <p:cNvSpPr>
            <a:spLocks noGrp="1"/>
          </p:cNvSpPr>
          <p:nvPr/>
        </p:nvSpPr>
        <p:spPr>
          <a:xfrm>
            <a:off x="900468" y="1323975"/>
            <a:ext cx="381000" cy="209550"/>
          </a:xfrm>
          <a:prstGeom prst="rect">
            <a:avLst/>
          </a:prstGeom>
          <a:noFill/>
          <a:ln w="0">
            <a:noFill/>
            <a:prstDash val="solid"/>
          </a:ln>
        </p:spPr>
        <p:txBody>
          <a:bodyPr wrap="none" lIns="0" tIns="0" rIns="0" bIns="0" anchor="t">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0</a:t>
            </a:r>
          </a:p>
        </p:txBody>
      </p:sp>
      <p:sp>
        <p:nvSpPr>
          <p:cNvPr id="47" name="text_046">
            <a:extLst>
              <a:ext uri="{FF2B5EF4-FFF2-40B4-BE49-F238E27FC236}">
                <ns2:creationId id="{DD26DAEA-2591-40C0-B381-51F5FCD52472}"/>
              </a:ext>
            </a:extLst>
          </p:cNvPr>
          <p:cNvSpPr>
            <a:spLocks noGrp="1"/>
          </p:cNvSpPr>
          <p:nvPr/>
        </p:nvSpPr>
        <p:spPr>
          <a:xfrm>
            <a:off x="6757632" y="1323975"/>
            <a:ext cx="381000" cy="209550"/>
          </a:xfrm>
          <a:prstGeom prst="rect">
            <a:avLst/>
          </a:prstGeom>
          <a:noFill/>
          <a:ln w="0">
            <a:noFill/>
            <a:prstDash val="solid"/>
          </a:ln>
        </p:spPr>
        <p:txBody>
          <a:bodyPr wrap="none" lIns="0" tIns="0" rIns="0" bIns="0" anchor="t">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200</a:t>
            </a:r>
          </a:p>
        </p:txBody>
      </p:sp>
      <p:sp>
        <p:nvSpPr>
          <p:cNvPr id="48" name="tangaroa_P_432_exact_anchor">
            <a:extLst>
              <a:ext uri="{FF2B5EF4-FFF2-40B4-BE49-F238E27FC236}">
                <ns2:creationId id="{9EDDACA9-B57D-4410-9158-04712A00E7E5}"/>
              </a:ext>
            </a:extLst>
          </p:cNvPr>
          <p:cNvSpPr>
            <a:spLocks noGrp="1"/>
          </p:cNvSpPr>
          <p:nvPr/>
        </p:nvSpPr>
        <p:spPr>
          <a:xfrm>
            <a:off x="5152883" y="945785"/>
            <a:ext cx="76200" cy="76200"/>
          </a:xfrm>
          <a:prstGeom prst="ellipse">
            <a:avLst/>
          </a:prstGeom>
          <a:solidFill>
            <a:srgbClr val="FFFFFF"/>
          </a:solidFill>
          <a:ln w="17145">
            <a:solidFill>
              <a:srgbClr val="0072B2"/>
            </a:solidFill>
            <a:prstDash val="solid"/>
          </a:ln>
        </p:spPr>
      </p:sp>
      <p:sp>
        <p:nvSpPr>
          <p:cNvPr id="49" name="tangaroa_P_462_exact_anchor">
            <a:extLst>
              <a:ext uri="{FF2B5EF4-FFF2-40B4-BE49-F238E27FC236}">
                <ns2:creationId id="{1E719362-9632-49B7-B8DC-2FC7C5561621}"/>
              </a:ext>
            </a:extLst>
          </p:cNvPr>
          <p:cNvSpPr>
            <a:spLocks noGrp="1"/>
          </p:cNvSpPr>
          <p:nvPr/>
        </p:nvSpPr>
        <p:spPr>
          <a:xfrm>
            <a:off x="5152883" y="655056"/>
            <a:ext cx="76200" cy="76200"/>
          </a:xfrm>
          <a:prstGeom prst="ellipse">
            <a:avLst/>
          </a:prstGeom>
          <a:solidFill>
            <a:srgbClr val="FFFFFF"/>
          </a:solidFill>
          <a:ln w="17145">
            <a:solidFill>
              <a:srgbClr val="D55E00"/>
            </a:solidFill>
            <a:prstDash val="solid"/>
          </a:ln>
        </p:spPr>
      </p:sp>
      <p:sp>
        <p:nvSpPr>
          <p:cNvPr id="50" name="tangaroa_P_388_exact_anchor">
            <a:extLst>
              <a:ext uri="{FF2B5EF4-FFF2-40B4-BE49-F238E27FC236}">
                <ns2:creationId id="{E7CCCA47-21B8-4C1E-91CC-86BE29E328C8}"/>
              </a:ext>
            </a:extLst>
          </p:cNvPr>
          <p:cNvSpPr>
            <a:spLocks noGrp="1"/>
          </p:cNvSpPr>
          <p:nvPr/>
        </p:nvSpPr>
        <p:spPr>
          <a:xfrm>
            <a:off x="5152883" y="647323"/>
            <a:ext cx="76200" cy="76200"/>
          </a:xfrm>
          <a:prstGeom prst="ellipse">
            <a:avLst/>
          </a:prstGeom>
          <a:solidFill>
            <a:srgbClr val="FFFFFF"/>
          </a:solidFill>
          <a:ln w="17145">
            <a:solidFill>
              <a:srgbClr val="009E73"/>
            </a:solidFill>
            <a:prstDash val="solid"/>
          </a:ln>
        </p:spPr>
      </p:sp>
      <p:pic>
        <p:nvPicPr>
          <p:cNvPr id="51" name="">
            <a:extLst>
              <a:ext uri="{FF2B5EF4-FFF2-40B4-BE49-F238E27FC236}">
                <ns2:creationId id="{EADEF27F-3818-44C4-AB22-38B032079D66}"/>
              </a:ext>
            </a:extLst>
          </p:cNvPr>
          <p:cNvPicPr>
            <a:picLocks noChangeAspect="1"/>
          </p:cNvPicPr>
          <p:nvPr/>
        </p:nvPicPr>
        <p:blipFill>
          <a:blip ns3:embed="R5b6e7a7ac1cf4fc8"/>
          <a:stretch/>
        </p:blipFill>
        <p:spPr>
          <a:xfrm>
            <a:off x="7715250" y="400050"/>
            <a:ext cx="3771900" cy="895350"/>
          </a:xfrm>
          <a:prstGeom prst="rect">
            <a:avLst/>
          </a:prstGeom>
        </p:spPr>
      </p:pic>
      <p:sp>
        <p:nvSpPr>
          <p:cNvPr id="52" name="line_051">
            <a:extLst>
              <a:ext uri="{FF2B5EF4-FFF2-40B4-BE49-F238E27FC236}">
                <ns2:creationId id="{91C011F6-2C39-4824-B70A-9636C9D4F415}"/>
              </a:ext>
            </a:extLst>
          </p:cNvPr>
          <p:cNvSpPr>
            <a:spLocks noGrp="1"/>
          </p:cNvSpPr>
          <p:nvPr/>
        </p:nvSpPr>
        <p:spPr>
          <a:xfrm>
            <a:off x="9601200" y="400050"/>
            <a:ext cx="95" cy="895350"/>
          </a:xfrm>
          <a:custGeom>
            <a:pathLst>
              <a:path w="95" h="895350">
                <a:moveTo>
                  <a:pt x="0" y="0"/>
                </a:moveTo>
                <a:lnTo>
                  <a:pt x="0" y="895350"/>
                </a:lnTo>
              </a:path>
            </a:pathLst>
          </a:custGeom>
          <a:noFill/>
          <a:ln w="9525">
            <a:solidFill>
              <a:srgbClr val="263238"/>
            </a:solidFill>
            <a:prstDash val="dash"/>
          </a:ln>
        </p:spPr>
      </p:sp>
      <p:sp>
        <p:nvSpPr>
          <p:cNvPr id="53" name="rect_052">
            <a:extLst>
              <a:ext uri="{FF2B5EF4-FFF2-40B4-BE49-F238E27FC236}">
                <ns2:creationId id="{A5BA2B30-9DCD-42FB-AB95-EB3F5D945683}"/>
              </a:ext>
            </a:extLst>
          </p:cNvPr>
          <p:cNvSpPr>
            <a:spLocks noGrp="1"/>
          </p:cNvSpPr>
          <p:nvPr/>
        </p:nvSpPr>
        <p:spPr>
          <a:xfrm>
            <a:off x="7715250" y="400050"/>
            <a:ext cx="3771900" cy="895350"/>
          </a:xfrm>
          <a:prstGeom prst="rect">
            <a:avLst/>
          </a:prstGeom>
          <a:noFill/>
          <a:ln w="6668">
            <a:solidFill>
              <a:srgbClr val="7B8790"/>
            </a:solidFill>
            <a:prstDash val="solid"/>
          </a:ln>
        </p:spPr>
      </p:sp>
      <p:sp>
        <p:nvSpPr>
          <p:cNvPr id="54" name="text_053">
            <a:extLst>
              <a:ext uri="{FF2B5EF4-FFF2-40B4-BE49-F238E27FC236}">
                <ns2:creationId id="{A9D285AE-4095-41D5-B9CB-44728F815345}"/>
              </a:ext>
            </a:extLst>
          </p:cNvPr>
          <p:cNvSpPr>
            <a:spLocks noGrp="1"/>
          </p:cNvSpPr>
          <p:nvPr/>
        </p:nvSpPr>
        <p:spPr>
          <a:xfrm>
            <a:off x="7343775" y="1200150"/>
            <a:ext cx="314325" cy="200025"/>
          </a:xfrm>
          <a:prstGeom prst="rect">
            <a:avLst/>
          </a:prstGeom>
          <a:noFill/>
          <a:ln w="0">
            <a:noFill/>
            <a:prstDash val="solid"/>
          </a:ln>
        </p:spPr>
        <p:txBody>
          <a:bodyPr wrap="none" lIns="0" tIns="0" rIns="0" bIns="0" anchor="t">
            <a:noAutofit/>
          </a:bodyPr>
          <a:lstStyle>
            <a:defPPr algn="r">
              <a:defRPr sz="1125" b="0">
                <a:solidFill>
                  <a:srgbClr val="000000"/>
                </a:solidFill>
                <a:latin typeface="Arial"/>
                <a:ea typeface="Arial"/>
                <a:cs typeface="Arial"/>
              </a:defRPr>
            </a:defPPr>
            <a:lvl1pPr algn="r">
              <a:defRPr sz="1125" b="0">
                <a:solidFill>
                  <a:srgbClr val="000000"/>
                </a:solidFill>
                <a:latin typeface="Arial"/>
                <a:ea typeface="Arial"/>
                <a:cs typeface="Arial"/>
              </a:defRPr>
            </a:lvl1pPr>
            <a:lvl2pPr algn="r">
              <a:defRPr sz="1125" b="0">
                <a:solidFill>
                  <a:srgbClr val="000000"/>
                </a:solidFill>
                <a:latin typeface="Arial"/>
                <a:ea typeface="Arial"/>
                <a:cs typeface="Arial"/>
              </a:defRPr>
            </a:lvl2pPr>
            <a:lvl3pPr algn="r">
              <a:defRPr sz="1125" b="0">
                <a:solidFill>
                  <a:srgbClr val="000000"/>
                </a:solidFill>
                <a:latin typeface="Arial"/>
                <a:ea typeface="Arial"/>
                <a:cs typeface="Arial"/>
              </a:defRPr>
            </a:lvl3pPr>
            <a:lvl4pPr algn="r">
              <a:defRPr sz="1125" b="0">
                <a:solidFill>
                  <a:srgbClr val="000000"/>
                </a:solidFill>
                <a:latin typeface="Arial"/>
                <a:ea typeface="Arial"/>
                <a:cs typeface="Arial"/>
              </a:defRPr>
            </a:lvl4pPr>
            <a:lvl5pPr algn="r">
              <a:defRPr sz="1125" b="0">
                <a:solidFill>
                  <a:srgbClr val="000000"/>
                </a:solidFill>
                <a:latin typeface="Arial"/>
                <a:ea typeface="Arial"/>
                <a:cs typeface="Arial"/>
              </a:defRPr>
            </a:lvl5pPr>
            <a:lvl6pPr algn="r">
              <a:defRPr sz="1125" b="0">
                <a:solidFill>
                  <a:srgbClr val="000000"/>
                </a:solidFill>
                <a:latin typeface="Arial"/>
                <a:ea typeface="Arial"/>
                <a:cs typeface="Arial"/>
              </a:defRPr>
            </a:lvl6pPr>
            <a:lvl7pPr algn="r">
              <a:defRPr sz="1125" b="0">
                <a:solidFill>
                  <a:srgbClr val="000000"/>
                </a:solidFill>
                <a:latin typeface="Arial"/>
                <a:ea typeface="Arial"/>
                <a:cs typeface="Arial"/>
              </a:defRPr>
            </a:lvl7pPr>
            <a:lvl8pPr algn="r">
              <a:defRPr sz="1125" b="0">
                <a:solidFill>
                  <a:srgbClr val="000000"/>
                </a:solidFill>
                <a:latin typeface="Arial"/>
                <a:ea typeface="Arial"/>
                <a:cs typeface="Arial"/>
              </a:defRPr>
            </a:lvl8pPr>
            <a:lvl9pPr algn="r">
              <a:defRPr sz="1125" b="0">
                <a:solidFill>
                  <a:srgbClr val="000000"/>
                </a:solidFill>
                <a:latin typeface="Arial"/>
                <a:ea typeface="Arial"/>
                <a:cs typeface="Arial"/>
              </a:defRPr>
            </a:lvl9pPr>
          </a:lstStyle>
          <a:p>
            <a:pPr algn="r">
              <a:defRPr sz="1125" b="0">
                <a:solidFill>
                  <a:srgbClr val="000000"/>
                </a:solidFill>
                <a:latin typeface="Arial"/>
                <a:ea typeface="Arial"/>
                <a:cs typeface="Arial"/>
              </a:defRPr>
            </a:pPr>
            <a:r>
              <a:rPr sz="1125" b="0">
                <a:solidFill>
                  <a:srgbClr val="000000"/>
                </a:solidFill>
                <a:latin typeface="Arial"/>
                <a:ea typeface="Arial"/>
                <a:cs typeface="Arial"/>
              </a:rPr>
              <a:t>0.24</a:t>
            </a:r>
          </a:p>
        </p:txBody>
      </p:sp>
      <p:sp>
        <p:nvSpPr>
          <p:cNvPr id="55" name="text_054">
            <a:extLst>
              <a:ext uri="{FF2B5EF4-FFF2-40B4-BE49-F238E27FC236}">
                <ns2:creationId id="{E11EF1F9-A27C-4A1B-A3AD-3648EEE78224}"/>
              </a:ext>
            </a:extLst>
          </p:cNvPr>
          <p:cNvSpPr>
            <a:spLocks noGrp="1"/>
          </p:cNvSpPr>
          <p:nvPr/>
        </p:nvSpPr>
        <p:spPr>
          <a:xfrm>
            <a:off x="7343775" y="304800"/>
            <a:ext cx="314325" cy="200025"/>
          </a:xfrm>
          <a:prstGeom prst="rect">
            <a:avLst/>
          </a:prstGeom>
          <a:noFill/>
          <a:ln w="0">
            <a:noFill/>
            <a:prstDash val="solid"/>
          </a:ln>
        </p:spPr>
        <p:txBody>
          <a:bodyPr wrap="none" lIns="0" tIns="0" rIns="0" bIns="0" anchor="t">
            <a:noAutofit/>
          </a:bodyPr>
          <a:lstStyle>
            <a:defPPr algn="r">
              <a:defRPr sz="1125" b="0">
                <a:solidFill>
                  <a:srgbClr val="000000"/>
                </a:solidFill>
                <a:latin typeface="Arial"/>
                <a:ea typeface="Arial"/>
                <a:cs typeface="Arial"/>
              </a:defRPr>
            </a:defPPr>
            <a:lvl1pPr algn="r">
              <a:defRPr sz="1125" b="0">
                <a:solidFill>
                  <a:srgbClr val="000000"/>
                </a:solidFill>
                <a:latin typeface="Arial"/>
                <a:ea typeface="Arial"/>
                <a:cs typeface="Arial"/>
              </a:defRPr>
            </a:lvl1pPr>
            <a:lvl2pPr algn="r">
              <a:defRPr sz="1125" b="0">
                <a:solidFill>
                  <a:srgbClr val="000000"/>
                </a:solidFill>
                <a:latin typeface="Arial"/>
                <a:ea typeface="Arial"/>
                <a:cs typeface="Arial"/>
              </a:defRPr>
            </a:lvl2pPr>
            <a:lvl3pPr algn="r">
              <a:defRPr sz="1125" b="0">
                <a:solidFill>
                  <a:srgbClr val="000000"/>
                </a:solidFill>
                <a:latin typeface="Arial"/>
                <a:ea typeface="Arial"/>
                <a:cs typeface="Arial"/>
              </a:defRPr>
            </a:lvl3pPr>
            <a:lvl4pPr algn="r">
              <a:defRPr sz="1125" b="0">
                <a:solidFill>
                  <a:srgbClr val="000000"/>
                </a:solidFill>
                <a:latin typeface="Arial"/>
                <a:ea typeface="Arial"/>
                <a:cs typeface="Arial"/>
              </a:defRPr>
            </a:lvl4pPr>
            <a:lvl5pPr algn="r">
              <a:defRPr sz="1125" b="0">
                <a:solidFill>
                  <a:srgbClr val="000000"/>
                </a:solidFill>
                <a:latin typeface="Arial"/>
                <a:ea typeface="Arial"/>
                <a:cs typeface="Arial"/>
              </a:defRPr>
            </a:lvl5pPr>
            <a:lvl6pPr algn="r">
              <a:defRPr sz="1125" b="0">
                <a:solidFill>
                  <a:srgbClr val="000000"/>
                </a:solidFill>
                <a:latin typeface="Arial"/>
                <a:ea typeface="Arial"/>
                <a:cs typeface="Arial"/>
              </a:defRPr>
            </a:lvl6pPr>
            <a:lvl7pPr algn="r">
              <a:defRPr sz="1125" b="0">
                <a:solidFill>
                  <a:srgbClr val="000000"/>
                </a:solidFill>
                <a:latin typeface="Arial"/>
                <a:ea typeface="Arial"/>
                <a:cs typeface="Arial"/>
              </a:defRPr>
            </a:lvl7pPr>
            <a:lvl8pPr algn="r">
              <a:defRPr sz="1125" b="0">
                <a:solidFill>
                  <a:srgbClr val="000000"/>
                </a:solidFill>
                <a:latin typeface="Arial"/>
                <a:ea typeface="Arial"/>
                <a:cs typeface="Arial"/>
              </a:defRPr>
            </a:lvl8pPr>
            <a:lvl9pPr algn="r">
              <a:defRPr sz="1125" b="0">
                <a:solidFill>
                  <a:srgbClr val="000000"/>
                </a:solidFill>
                <a:latin typeface="Arial"/>
                <a:ea typeface="Arial"/>
                <a:cs typeface="Arial"/>
              </a:defRPr>
            </a:lvl9pPr>
          </a:lstStyle>
          <a:p>
            <a:pPr algn="r">
              <a:defRPr sz="1125" b="0">
                <a:solidFill>
                  <a:srgbClr val="000000"/>
                </a:solidFill>
                <a:latin typeface="Arial"/>
                <a:ea typeface="Arial"/>
                <a:cs typeface="Arial"/>
              </a:defRPr>
            </a:pPr>
            <a:r>
              <a:rPr sz="1125" b="0">
                <a:solidFill>
                  <a:srgbClr val="000000"/>
                </a:solidFill>
                <a:latin typeface="Arial"/>
                <a:ea typeface="Arial"/>
                <a:cs typeface="Arial"/>
              </a:rPr>
              <a:t>0.85</a:t>
            </a:r>
          </a:p>
        </p:txBody>
      </p:sp>
      <p:sp>
        <p:nvSpPr>
          <p:cNvPr id="56" name="text_055">
            <a:extLst>
              <a:ext uri="{FF2B5EF4-FFF2-40B4-BE49-F238E27FC236}">
                <ns2:creationId id="{5B244374-9E8C-41FE-9CDF-BDA8FCD3D595}"/>
              </a:ext>
            </a:extLst>
          </p:cNvPr>
          <p:cNvSpPr>
            <a:spLocks noGrp="1"/>
          </p:cNvSpPr>
          <p:nvPr/>
        </p:nvSpPr>
        <p:spPr>
          <a:xfrm>
            <a:off x="7696200" y="1323975"/>
            <a:ext cx="381000" cy="209550"/>
          </a:xfrm>
          <a:prstGeom prst="rect">
            <a:avLst/>
          </a:prstGeom>
          <a:noFill/>
          <a:ln w="0">
            <a:noFill/>
            <a:prstDash val="solid"/>
          </a:ln>
        </p:spPr>
        <p:txBody>
          <a:bodyPr wrap="none" lIns="0" tIns="0" rIns="0" bIns="0" anchor="t">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135</a:t>
            </a:r>
          </a:p>
        </p:txBody>
      </p:sp>
      <p:sp>
        <p:nvSpPr>
          <p:cNvPr id="57" name="text_056">
            <a:extLst>
              <a:ext uri="{FF2B5EF4-FFF2-40B4-BE49-F238E27FC236}">
                <ns2:creationId id="{9B7FD3DE-914A-4C22-A6DB-0314B62A5D20}"/>
              </a:ext>
            </a:extLst>
          </p:cNvPr>
          <p:cNvSpPr>
            <a:spLocks noGrp="1"/>
          </p:cNvSpPr>
          <p:nvPr/>
        </p:nvSpPr>
        <p:spPr>
          <a:xfrm>
            <a:off x="11125200" y="1323975"/>
            <a:ext cx="381000" cy="209550"/>
          </a:xfrm>
          <a:prstGeom prst="rect">
            <a:avLst/>
          </a:prstGeom>
          <a:noFill/>
          <a:ln w="0">
            <a:noFill/>
            <a:prstDash val="solid"/>
          </a:ln>
        </p:spPr>
        <p:txBody>
          <a:bodyPr wrap="none" lIns="0" tIns="0" rIns="0" bIns="0" anchor="t">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145</a:t>
            </a:r>
          </a:p>
        </p:txBody>
      </p:sp>
      <p:sp>
        <p:nvSpPr>
          <p:cNvPr id="58" name="path_057">
            <a:extLst>
              <a:ext uri="{FF2B5EF4-FFF2-40B4-BE49-F238E27FC236}">
                <ns2:creationId id="{B419904C-23A4-4F5A-BAFD-2F16504FE60B}"/>
              </a:ext>
            </a:extLst>
          </p:cNvPr>
          <p:cNvSpPr>
            <a:spLocks noGrp="1"/>
          </p:cNvSpPr>
          <p:nvPr/>
        </p:nvSpPr>
        <p:spPr>
          <a:xfrm>
            <a:off x="7886700" y="941420"/>
            <a:ext cx="3429000" cy="200622"/>
          </a:xfrm>
          <a:custGeom>
            <a:pathLst>
              <a:path w="3429000" h="200622">
                <a:moveTo>
                  <a:pt x="0" y="160606"/>
                </a:moveTo>
                <a:lnTo>
                  <a:pt x="342900" y="15009"/>
                </a:lnTo>
                <a:lnTo>
                  <a:pt x="685800" y="144309"/>
                </a:lnTo>
                <a:lnTo>
                  <a:pt x="1028700" y="187135"/>
                </a:lnTo>
                <a:lnTo>
                  <a:pt x="1371600" y="200622"/>
                </a:lnTo>
                <a:lnTo>
                  <a:pt x="1714500" y="195123"/>
                </a:lnTo>
                <a:lnTo>
                  <a:pt x="2057400" y="196189"/>
                </a:lnTo>
                <a:lnTo>
                  <a:pt x="2400300" y="166439"/>
                </a:lnTo>
                <a:lnTo>
                  <a:pt x="2743200" y="153052"/>
                </a:lnTo>
                <a:lnTo>
                  <a:pt x="3086100" y="0"/>
                </a:lnTo>
                <a:lnTo>
                  <a:pt x="3429000" y="46892"/>
                </a:lnTo>
              </a:path>
            </a:pathLst>
          </a:custGeom>
          <a:noFill/>
          <a:ln w="38100">
            <a:solidFill>
              <a:srgbClr val="FFFFFF"/>
            </a:solidFill>
            <a:prstDash val="solid"/>
          </a:ln>
        </p:spPr>
      </p:sp>
      <p:sp>
        <p:nvSpPr>
          <p:cNvPr id="59" name="tangaroa_P_track_432_trace">
            <a:extLst>
              <a:ext uri="{FF2B5EF4-FFF2-40B4-BE49-F238E27FC236}">
                <ns2:creationId id="{78C822EB-C20B-4B80-9C5C-10B98DE3D08C}"/>
              </a:ext>
            </a:extLst>
          </p:cNvPr>
          <p:cNvSpPr>
            <a:spLocks noGrp="1"/>
          </p:cNvSpPr>
          <p:nvPr/>
        </p:nvSpPr>
        <p:spPr>
          <a:xfrm>
            <a:off x="7886700" y="941420"/>
            <a:ext cx="3429000" cy="200622"/>
          </a:xfrm>
          <a:custGeom>
            <a:pathLst>
              <a:path w="3429000" h="200622">
                <a:moveTo>
                  <a:pt x="0" y="160606"/>
                </a:moveTo>
                <a:lnTo>
                  <a:pt x="342900" y="15009"/>
                </a:lnTo>
                <a:lnTo>
                  <a:pt x="685800" y="144309"/>
                </a:lnTo>
                <a:lnTo>
                  <a:pt x="1028700" y="187135"/>
                </a:lnTo>
                <a:lnTo>
                  <a:pt x="1371600" y="200622"/>
                </a:lnTo>
                <a:lnTo>
                  <a:pt x="1714500" y="195123"/>
                </a:lnTo>
                <a:lnTo>
                  <a:pt x="2057400" y="196189"/>
                </a:lnTo>
                <a:lnTo>
                  <a:pt x="2400300" y="166439"/>
                </a:lnTo>
                <a:lnTo>
                  <a:pt x="2743200" y="153052"/>
                </a:lnTo>
                <a:lnTo>
                  <a:pt x="3086100" y="0"/>
                </a:lnTo>
                <a:lnTo>
                  <a:pt x="3429000" y="46892"/>
                </a:lnTo>
              </a:path>
            </a:pathLst>
          </a:custGeom>
          <a:noFill/>
          <a:ln w="17145">
            <a:solidFill>
              <a:srgbClr val="0072B2"/>
            </a:solidFill>
            <a:prstDash val="solid"/>
          </a:ln>
        </p:spPr>
      </p:sp>
      <p:sp>
        <p:nvSpPr>
          <p:cNvPr id="60" name="tangaroa_P_true_reference_432">
            <a:extLst>
              <a:ext uri="{FF2B5EF4-FFF2-40B4-BE49-F238E27FC236}">
                <ns2:creationId id="{EC782FF6-D69E-489D-A0B1-B9DC23B55EA0}"/>
              </a:ext>
            </a:extLst>
          </p:cNvPr>
          <p:cNvSpPr>
            <a:spLocks noGrp="1"/>
          </p:cNvSpPr>
          <p:nvPr/>
        </p:nvSpPr>
        <p:spPr>
          <a:xfrm>
            <a:off x="7886700" y="1059976"/>
            <a:ext cx="3429000" cy="162475"/>
          </a:xfrm>
          <a:custGeom>
            <a:pathLst>
              <a:path w="3429000" h="162475">
                <a:moveTo>
                  <a:pt x="0" y="162475"/>
                </a:moveTo>
                <a:lnTo>
                  <a:pt x="342900" y="0"/>
                </a:lnTo>
                <a:lnTo>
                  <a:pt x="685800" y="96501"/>
                </a:lnTo>
                <a:lnTo>
                  <a:pt x="1028700" y="160204"/>
                </a:lnTo>
                <a:lnTo>
                  <a:pt x="1371600" y="160051"/>
                </a:lnTo>
                <a:lnTo>
                  <a:pt x="1714500" y="160051"/>
                </a:lnTo>
                <a:lnTo>
                  <a:pt x="2057400" y="160051"/>
                </a:lnTo>
                <a:lnTo>
                  <a:pt x="2400300" y="0"/>
                </a:lnTo>
                <a:lnTo>
                  <a:pt x="2743200" y="160757"/>
                </a:lnTo>
                <a:lnTo>
                  <a:pt x="3086100" y="0"/>
                </a:lnTo>
                <a:lnTo>
                  <a:pt x="3429000" y="0"/>
                </a:lnTo>
              </a:path>
            </a:pathLst>
          </a:custGeom>
          <a:noFill/>
          <a:ln w="9525">
            <a:solidFill>
              <a:srgbClr val="0072B2"/>
            </a:solidFill>
            <a:prstDash val="dash"/>
          </a:ln>
        </p:spPr>
      </p:sp>
      <p:sp>
        <p:nvSpPr>
          <p:cNvPr id="61" name="tangaroa_P_432_exact_anchor">
            <a:extLst>
              <a:ext uri="{FF2B5EF4-FFF2-40B4-BE49-F238E27FC236}">
                <ns2:creationId id="{74104BB6-7190-4D38-A859-FECB3C46FD4C}"/>
              </a:ext>
            </a:extLst>
          </p:cNvPr>
          <p:cNvSpPr>
            <a:spLocks noGrp="1"/>
          </p:cNvSpPr>
          <p:nvPr/>
        </p:nvSpPr>
        <p:spPr>
          <a:xfrm>
            <a:off x="9563100" y="1098442"/>
            <a:ext cx="76200" cy="76200"/>
          </a:xfrm>
          <a:prstGeom prst="ellipse">
            <a:avLst/>
          </a:prstGeom>
          <a:solidFill>
            <a:srgbClr val="FFFFFF"/>
          </a:solidFill>
          <a:ln w="17145">
            <a:solidFill>
              <a:srgbClr val="0072B2"/>
            </a:solidFill>
            <a:prstDash val="solid"/>
          </a:ln>
        </p:spPr>
      </p:sp>
      <p:sp>
        <p:nvSpPr>
          <p:cNvPr id="62" name="line_061">
            <a:extLst>
              <a:ext uri="{FF2B5EF4-FFF2-40B4-BE49-F238E27FC236}">
                <ns2:creationId id="{61A8EEA7-35F1-4A1B-9A6C-CA01A4F864D0}"/>
              </a:ext>
            </a:extLst>
          </p:cNvPr>
          <p:cNvSpPr>
            <a:spLocks noGrp="1"/>
          </p:cNvSpPr>
          <p:nvPr/>
        </p:nvSpPr>
        <p:spPr>
          <a:xfrm>
            <a:off x="9601200" y="542925"/>
            <a:ext cx="1943100" cy="593617"/>
          </a:xfrm>
          <a:custGeom>
            <a:pathLst>
              <a:path w="1943100" h="593617">
                <a:moveTo>
                  <a:pt x="0" y="593617"/>
                </a:moveTo>
                <a:lnTo>
                  <a:pt x="1943100" y="0"/>
                </a:lnTo>
              </a:path>
            </a:pathLst>
          </a:custGeom>
          <a:noFill/>
          <a:ln w="7620">
            <a:solidFill>
              <a:srgbClr val="0072B2"/>
            </a:solidFill>
            <a:prstDash val="solid"/>
          </a:ln>
        </p:spPr>
      </p:sp>
      <p:sp>
        <p:nvSpPr>
          <p:cNvPr id="63" name="text_062">
            <a:extLst>
              <a:ext uri="{FF2B5EF4-FFF2-40B4-BE49-F238E27FC236}">
                <ns2:creationId id="{D86BE573-D879-4E5E-97C6-36BDFE8A080F}"/>
              </a:ext>
            </a:extLst>
          </p:cNvPr>
          <p:cNvSpPr>
            <a:spLocks noGrp="1"/>
          </p:cNvSpPr>
          <p:nvPr/>
        </p:nvSpPr>
        <p:spPr>
          <a:xfrm>
            <a:off x="11572875" y="447675"/>
            <a:ext cx="266700" cy="209550"/>
          </a:xfrm>
          <a:prstGeom prst="rect">
            <a:avLst/>
          </a:prstGeom>
          <a:noFill/>
          <a:ln w="0">
            <a:noFill/>
            <a:prstDash val="solid"/>
          </a:ln>
        </p:spPr>
        <p:txBody>
          <a:bodyPr wrap="none" lIns="0" tIns="0" rIns="0" bIns="0" anchor="t">
            <a:noAutofit/>
          </a:bodyPr>
          <a:lstStyle>
            <a:defPPr algn="l">
              <a:defRPr sz="1275" b="1">
                <a:solidFill>
                  <a:srgbClr val="0072B2"/>
                </a:solidFill>
                <a:latin typeface="Arial"/>
                <a:ea typeface="Arial"/>
                <a:cs typeface="Arial"/>
              </a:defRPr>
            </a:defPPr>
            <a:lvl1pPr algn="l">
              <a:defRPr sz="1275" b="1">
                <a:solidFill>
                  <a:srgbClr val="0072B2"/>
                </a:solidFill>
                <a:latin typeface="Arial"/>
                <a:ea typeface="Arial"/>
                <a:cs typeface="Arial"/>
              </a:defRPr>
            </a:lvl1pPr>
            <a:lvl2pPr algn="l">
              <a:defRPr sz="1275" b="1">
                <a:solidFill>
                  <a:srgbClr val="0072B2"/>
                </a:solidFill>
                <a:latin typeface="Arial"/>
                <a:ea typeface="Arial"/>
                <a:cs typeface="Arial"/>
              </a:defRPr>
            </a:lvl2pPr>
            <a:lvl3pPr algn="l">
              <a:defRPr sz="1275" b="1">
                <a:solidFill>
                  <a:srgbClr val="0072B2"/>
                </a:solidFill>
                <a:latin typeface="Arial"/>
                <a:ea typeface="Arial"/>
                <a:cs typeface="Arial"/>
              </a:defRPr>
            </a:lvl3pPr>
            <a:lvl4pPr algn="l">
              <a:defRPr sz="1275" b="1">
                <a:solidFill>
                  <a:srgbClr val="0072B2"/>
                </a:solidFill>
                <a:latin typeface="Arial"/>
                <a:ea typeface="Arial"/>
                <a:cs typeface="Arial"/>
              </a:defRPr>
            </a:lvl4pPr>
            <a:lvl5pPr algn="l">
              <a:defRPr sz="1275" b="1">
                <a:solidFill>
                  <a:srgbClr val="0072B2"/>
                </a:solidFill>
                <a:latin typeface="Arial"/>
                <a:ea typeface="Arial"/>
                <a:cs typeface="Arial"/>
              </a:defRPr>
            </a:lvl5pPr>
            <a:lvl6pPr algn="l">
              <a:defRPr sz="1275" b="1">
                <a:solidFill>
                  <a:srgbClr val="0072B2"/>
                </a:solidFill>
                <a:latin typeface="Arial"/>
                <a:ea typeface="Arial"/>
                <a:cs typeface="Arial"/>
              </a:defRPr>
            </a:lvl6pPr>
            <a:lvl7pPr algn="l">
              <a:defRPr sz="1275" b="1">
                <a:solidFill>
                  <a:srgbClr val="0072B2"/>
                </a:solidFill>
                <a:latin typeface="Arial"/>
                <a:ea typeface="Arial"/>
                <a:cs typeface="Arial"/>
              </a:defRPr>
            </a:lvl7pPr>
            <a:lvl8pPr algn="l">
              <a:defRPr sz="1275" b="1">
                <a:solidFill>
                  <a:srgbClr val="0072B2"/>
                </a:solidFill>
                <a:latin typeface="Arial"/>
                <a:ea typeface="Arial"/>
                <a:cs typeface="Arial"/>
              </a:defRPr>
            </a:lvl8pPr>
            <a:lvl9pPr algn="l">
              <a:defRPr sz="1275" b="1">
                <a:solidFill>
                  <a:srgbClr val="0072B2"/>
                </a:solidFill>
                <a:latin typeface="Arial"/>
                <a:ea typeface="Arial"/>
                <a:cs typeface="Arial"/>
              </a:defRPr>
            </a:lvl9pPr>
          </a:lstStyle>
          <a:p>
            <a:pPr algn="l">
              <a:defRPr sz="1275" b="1">
                <a:solidFill>
                  <a:srgbClr val="0072B2"/>
                </a:solidFill>
                <a:latin typeface="Arial"/>
                <a:ea typeface="Arial"/>
                <a:cs typeface="Arial"/>
              </a:defRPr>
            </a:pPr>
            <a:r>
              <a:rPr sz="1275" b="1">
                <a:solidFill>
                  <a:srgbClr val="0072B2"/>
                </a:solidFill>
                <a:latin typeface="Arial"/>
                <a:ea typeface="Arial"/>
                <a:cs typeface="Arial"/>
              </a:rPr>
              <a:t>A</a:t>
            </a:r>
          </a:p>
        </p:txBody>
      </p:sp>
      <p:sp>
        <p:nvSpPr>
          <p:cNvPr id="64" name="path_063">
            <a:extLst>
              <a:ext uri="{FF2B5EF4-FFF2-40B4-BE49-F238E27FC236}">
                <ns2:creationId id="{F8E7B7BC-3ECA-4064-BBB5-0316671CABD0}"/>
              </a:ext>
            </a:extLst>
          </p:cNvPr>
          <p:cNvSpPr>
            <a:spLocks noGrp="1"/>
          </p:cNvSpPr>
          <p:nvPr/>
        </p:nvSpPr>
        <p:spPr>
          <a:xfrm>
            <a:off x="7886700" y="593267"/>
            <a:ext cx="2057400" cy="103583"/>
          </a:xfrm>
          <a:custGeom>
            <a:pathLst>
              <a:path w="2057400" h="103583">
                <a:moveTo>
                  <a:pt x="0" y="91762"/>
                </a:moveTo>
                <a:lnTo>
                  <a:pt x="342900" y="0"/>
                </a:lnTo>
                <a:lnTo>
                  <a:pt x="685800" y="83397"/>
                </a:lnTo>
                <a:lnTo>
                  <a:pt x="1028700" y="96395"/>
                </a:lnTo>
                <a:lnTo>
                  <a:pt x="1371600" y="103583"/>
                </a:lnTo>
                <a:lnTo>
                  <a:pt x="1714500" y="70466"/>
                </a:lnTo>
                <a:lnTo>
                  <a:pt x="2057400" y="93795"/>
                </a:lnTo>
              </a:path>
            </a:pathLst>
          </a:custGeom>
          <a:noFill/>
          <a:ln w="38100">
            <a:solidFill>
              <a:srgbClr val="FFFFFF"/>
            </a:solidFill>
            <a:prstDash val="solid"/>
          </a:ln>
        </p:spPr>
      </p:sp>
      <p:sp>
        <p:nvSpPr>
          <p:cNvPr id="65" name="tangaroa_P_track_462_trace">
            <a:extLst>
              <a:ext uri="{FF2B5EF4-FFF2-40B4-BE49-F238E27FC236}">
                <ns2:creationId id="{88EEBFDC-45D8-44F9-8511-827F098B97FB}"/>
              </a:ext>
            </a:extLst>
          </p:cNvPr>
          <p:cNvSpPr>
            <a:spLocks noGrp="1"/>
          </p:cNvSpPr>
          <p:nvPr/>
        </p:nvSpPr>
        <p:spPr>
          <a:xfrm>
            <a:off x="7886700" y="593267"/>
            <a:ext cx="2057400" cy="103583"/>
          </a:xfrm>
          <a:custGeom>
            <a:pathLst>
              <a:path w="2057400" h="103583">
                <a:moveTo>
                  <a:pt x="0" y="91762"/>
                </a:moveTo>
                <a:lnTo>
                  <a:pt x="342900" y="0"/>
                </a:lnTo>
                <a:lnTo>
                  <a:pt x="685800" y="83397"/>
                </a:lnTo>
                <a:lnTo>
                  <a:pt x="1028700" y="96395"/>
                </a:lnTo>
                <a:lnTo>
                  <a:pt x="1371600" y="103583"/>
                </a:lnTo>
                <a:lnTo>
                  <a:pt x="1714500" y="70466"/>
                </a:lnTo>
                <a:lnTo>
                  <a:pt x="2057400" y="93795"/>
                </a:lnTo>
              </a:path>
            </a:pathLst>
          </a:custGeom>
          <a:noFill/>
          <a:ln w="17145">
            <a:solidFill>
              <a:srgbClr val="D55E00"/>
            </a:solidFill>
            <a:prstDash val="solid"/>
          </a:ln>
        </p:spPr>
      </p:sp>
      <p:sp>
        <p:nvSpPr>
          <p:cNvPr id="66" name="tangaroa_P_true_reference_462">
            <a:extLst>
              <a:ext uri="{FF2B5EF4-FFF2-40B4-BE49-F238E27FC236}">
                <ns2:creationId id="{0C61BE02-ACFE-44A2-A4DB-42B23EA61803}"/>
              </a:ext>
            </a:extLst>
          </p:cNvPr>
          <p:cNvSpPr>
            <a:spLocks noGrp="1"/>
          </p:cNvSpPr>
          <p:nvPr/>
        </p:nvSpPr>
        <p:spPr>
          <a:xfrm>
            <a:off x="7886700" y="473083"/>
            <a:ext cx="2057400" cy="59223"/>
          </a:xfrm>
          <a:custGeom>
            <a:pathLst>
              <a:path w="2057400" h="59223">
                <a:moveTo>
                  <a:pt x="0" y="42136"/>
                </a:moveTo>
                <a:lnTo>
                  <a:pt x="342900" y="40724"/>
                </a:lnTo>
                <a:lnTo>
                  <a:pt x="685800" y="32331"/>
                </a:lnTo>
                <a:lnTo>
                  <a:pt x="1028700" y="59223"/>
                </a:lnTo>
                <a:lnTo>
                  <a:pt x="1371600" y="57811"/>
                </a:lnTo>
                <a:lnTo>
                  <a:pt x="1714500" y="0"/>
                </a:lnTo>
                <a:lnTo>
                  <a:pt x="2057400" y="47452"/>
                </a:lnTo>
              </a:path>
            </a:pathLst>
          </a:custGeom>
          <a:noFill/>
          <a:ln w="9525">
            <a:solidFill>
              <a:srgbClr val="D55E00"/>
            </a:solidFill>
            <a:prstDash val="dash"/>
          </a:ln>
        </p:spPr>
      </p:sp>
      <p:sp>
        <p:nvSpPr>
          <p:cNvPr id="67" name="tangaroa_P_462_exact_anchor">
            <a:extLst>
              <a:ext uri="{FF2B5EF4-FFF2-40B4-BE49-F238E27FC236}">
                <ns2:creationId id="{F3D07F22-CD4D-4EEF-996D-74F05F5B0B7E}"/>
              </a:ext>
            </a:extLst>
          </p:cNvPr>
          <p:cNvSpPr>
            <a:spLocks noGrp="1"/>
          </p:cNvSpPr>
          <p:nvPr/>
        </p:nvSpPr>
        <p:spPr>
          <a:xfrm>
            <a:off x="9563100" y="625633"/>
            <a:ext cx="76200" cy="76200"/>
          </a:xfrm>
          <a:prstGeom prst="ellipse">
            <a:avLst/>
          </a:prstGeom>
          <a:solidFill>
            <a:srgbClr val="FFFFFF"/>
          </a:solidFill>
          <a:ln w="17145">
            <a:solidFill>
              <a:srgbClr val="D55E00"/>
            </a:solidFill>
            <a:prstDash val="solid"/>
          </a:ln>
        </p:spPr>
      </p:sp>
      <p:sp>
        <p:nvSpPr>
          <p:cNvPr id="68" name="line_067">
            <a:extLst>
              <a:ext uri="{FF2B5EF4-FFF2-40B4-BE49-F238E27FC236}">
                <ns2:creationId id="{37DF8750-C5D3-4CE7-B561-A87A2641EC60}"/>
              </a:ext>
            </a:extLst>
          </p:cNvPr>
          <p:cNvSpPr>
            <a:spLocks noGrp="1"/>
          </p:cNvSpPr>
          <p:nvPr/>
        </p:nvSpPr>
        <p:spPr>
          <a:xfrm>
            <a:off x="9601200" y="663733"/>
            <a:ext cx="1943100" cy="114142"/>
          </a:xfrm>
          <a:custGeom>
            <a:pathLst>
              <a:path w="1943100" h="114142">
                <a:moveTo>
                  <a:pt x="0" y="0"/>
                </a:moveTo>
                <a:lnTo>
                  <a:pt x="1943100" y="114142"/>
                </a:lnTo>
              </a:path>
            </a:pathLst>
          </a:custGeom>
          <a:noFill/>
          <a:ln w="7620">
            <a:solidFill>
              <a:srgbClr val="D55E00"/>
            </a:solidFill>
            <a:prstDash val="solid"/>
          </a:ln>
        </p:spPr>
      </p:sp>
      <p:sp>
        <p:nvSpPr>
          <p:cNvPr id="69" name="text_068">
            <a:extLst>
              <a:ext uri="{FF2B5EF4-FFF2-40B4-BE49-F238E27FC236}">
                <ns2:creationId id="{00985B08-B082-4886-BA00-A70F8827FC38}"/>
              </a:ext>
            </a:extLst>
          </p:cNvPr>
          <p:cNvSpPr>
            <a:spLocks noGrp="1"/>
          </p:cNvSpPr>
          <p:nvPr/>
        </p:nvSpPr>
        <p:spPr>
          <a:xfrm>
            <a:off x="11572875" y="682625"/>
            <a:ext cx="266700" cy="209550"/>
          </a:xfrm>
          <a:prstGeom prst="rect">
            <a:avLst/>
          </a:prstGeom>
          <a:noFill/>
          <a:ln w="0">
            <a:noFill/>
            <a:prstDash val="solid"/>
          </a:ln>
        </p:spPr>
        <p:txBody>
          <a:bodyPr wrap="none" lIns="0" tIns="0" rIns="0" bIns="0" anchor="t">
            <a:noAutofit/>
          </a:bodyPr>
          <a:lstStyle>
            <a:defPPr algn="l">
              <a:defRPr sz="1275" b="1">
                <a:solidFill>
                  <a:srgbClr val="D55E00"/>
                </a:solidFill>
                <a:latin typeface="Arial"/>
                <a:ea typeface="Arial"/>
                <a:cs typeface="Arial"/>
              </a:defRPr>
            </a:defPPr>
            <a:lvl1pPr algn="l">
              <a:defRPr sz="1275" b="1">
                <a:solidFill>
                  <a:srgbClr val="D55E00"/>
                </a:solidFill>
                <a:latin typeface="Arial"/>
                <a:ea typeface="Arial"/>
                <a:cs typeface="Arial"/>
              </a:defRPr>
            </a:lvl1pPr>
            <a:lvl2pPr algn="l">
              <a:defRPr sz="1275" b="1">
                <a:solidFill>
                  <a:srgbClr val="D55E00"/>
                </a:solidFill>
                <a:latin typeface="Arial"/>
                <a:ea typeface="Arial"/>
                <a:cs typeface="Arial"/>
              </a:defRPr>
            </a:lvl2pPr>
            <a:lvl3pPr algn="l">
              <a:defRPr sz="1275" b="1">
                <a:solidFill>
                  <a:srgbClr val="D55E00"/>
                </a:solidFill>
                <a:latin typeface="Arial"/>
                <a:ea typeface="Arial"/>
                <a:cs typeface="Arial"/>
              </a:defRPr>
            </a:lvl3pPr>
            <a:lvl4pPr algn="l">
              <a:defRPr sz="1275" b="1">
                <a:solidFill>
                  <a:srgbClr val="D55E00"/>
                </a:solidFill>
                <a:latin typeface="Arial"/>
                <a:ea typeface="Arial"/>
                <a:cs typeface="Arial"/>
              </a:defRPr>
            </a:lvl4pPr>
            <a:lvl5pPr algn="l">
              <a:defRPr sz="1275" b="1">
                <a:solidFill>
                  <a:srgbClr val="D55E00"/>
                </a:solidFill>
                <a:latin typeface="Arial"/>
                <a:ea typeface="Arial"/>
                <a:cs typeface="Arial"/>
              </a:defRPr>
            </a:lvl5pPr>
            <a:lvl6pPr algn="l">
              <a:defRPr sz="1275" b="1">
                <a:solidFill>
                  <a:srgbClr val="D55E00"/>
                </a:solidFill>
                <a:latin typeface="Arial"/>
                <a:ea typeface="Arial"/>
                <a:cs typeface="Arial"/>
              </a:defRPr>
            </a:lvl6pPr>
            <a:lvl7pPr algn="l">
              <a:defRPr sz="1275" b="1">
                <a:solidFill>
                  <a:srgbClr val="D55E00"/>
                </a:solidFill>
                <a:latin typeface="Arial"/>
                <a:ea typeface="Arial"/>
                <a:cs typeface="Arial"/>
              </a:defRPr>
            </a:lvl7pPr>
            <a:lvl8pPr algn="l">
              <a:defRPr sz="1275" b="1">
                <a:solidFill>
                  <a:srgbClr val="D55E00"/>
                </a:solidFill>
                <a:latin typeface="Arial"/>
                <a:ea typeface="Arial"/>
                <a:cs typeface="Arial"/>
              </a:defRPr>
            </a:lvl8pPr>
            <a:lvl9pPr algn="l">
              <a:defRPr sz="1275" b="1">
                <a:solidFill>
                  <a:srgbClr val="D55E00"/>
                </a:solidFill>
                <a:latin typeface="Arial"/>
                <a:ea typeface="Arial"/>
                <a:cs typeface="Arial"/>
              </a:defRPr>
            </a:lvl9pPr>
          </a:lstStyle>
          <a:p>
            <a:pPr algn="l">
              <a:defRPr sz="1275" b="1">
                <a:solidFill>
                  <a:srgbClr val="D55E00"/>
                </a:solidFill>
                <a:latin typeface="Arial"/>
                <a:ea typeface="Arial"/>
                <a:cs typeface="Arial"/>
              </a:defRPr>
            </a:pPr>
            <a:r>
              <a:rPr sz="1275" b="1">
                <a:solidFill>
                  <a:srgbClr val="D55E00"/>
                </a:solidFill>
                <a:latin typeface="Arial"/>
                <a:ea typeface="Arial"/>
                <a:cs typeface="Arial"/>
              </a:rPr>
              <a:t>B</a:t>
            </a:r>
          </a:p>
        </p:txBody>
      </p:sp>
      <p:sp>
        <p:nvSpPr>
          <p:cNvPr id="70" name="path_069">
            <a:extLst>
              <a:ext uri="{FF2B5EF4-FFF2-40B4-BE49-F238E27FC236}">
                <ns2:creationId id="{3DF85B39-BD58-43A1-B9B2-43C942EE7DB2}"/>
              </a:ext>
            </a:extLst>
          </p:cNvPr>
          <p:cNvSpPr>
            <a:spLocks noGrp="1"/>
          </p:cNvSpPr>
          <p:nvPr/>
        </p:nvSpPr>
        <p:spPr>
          <a:xfrm>
            <a:off x="7886700" y="651157"/>
            <a:ext cx="3429000" cy="381947"/>
          </a:xfrm>
          <a:custGeom>
            <a:pathLst>
              <a:path w="3429000" h="381947">
                <a:moveTo>
                  <a:pt x="0" y="19530"/>
                </a:moveTo>
                <a:lnTo>
                  <a:pt x="342900" y="381947"/>
                </a:lnTo>
                <a:lnTo>
                  <a:pt x="685800" y="12509"/>
                </a:lnTo>
                <a:lnTo>
                  <a:pt x="1028700" y="25685"/>
                </a:lnTo>
                <a:lnTo>
                  <a:pt x="1371600" y="33017"/>
                </a:lnTo>
                <a:lnTo>
                  <a:pt x="1714500" y="0"/>
                </a:lnTo>
                <a:lnTo>
                  <a:pt x="2057400" y="23429"/>
                </a:lnTo>
                <a:lnTo>
                  <a:pt x="2400300" y="28095"/>
                </a:lnTo>
                <a:lnTo>
                  <a:pt x="2743200" y="1211"/>
                </a:lnTo>
                <a:lnTo>
                  <a:pt x="3086100" y="318835"/>
                </a:lnTo>
                <a:lnTo>
                  <a:pt x="3429000" y="365405"/>
                </a:lnTo>
              </a:path>
            </a:pathLst>
          </a:custGeom>
          <a:noFill/>
          <a:ln w="38100">
            <a:solidFill>
              <a:srgbClr val="FFFFFF"/>
            </a:solidFill>
            <a:prstDash val="solid"/>
          </a:ln>
        </p:spPr>
      </p:sp>
      <p:sp>
        <p:nvSpPr>
          <p:cNvPr id="71" name="tangaroa_P_track_388_trace">
            <a:extLst>
              <a:ext uri="{FF2B5EF4-FFF2-40B4-BE49-F238E27FC236}">
                <ns2:creationId id="{9D0CD2C8-8F1E-4E27-BC21-1570B5F98FD5}"/>
              </a:ext>
            </a:extLst>
          </p:cNvPr>
          <p:cNvSpPr>
            <a:spLocks noGrp="1"/>
          </p:cNvSpPr>
          <p:nvPr/>
        </p:nvSpPr>
        <p:spPr>
          <a:xfrm>
            <a:off x="7886700" y="651157"/>
            <a:ext cx="3429000" cy="381947"/>
          </a:xfrm>
          <a:custGeom>
            <a:pathLst>
              <a:path w="3429000" h="381947">
                <a:moveTo>
                  <a:pt x="0" y="19530"/>
                </a:moveTo>
                <a:lnTo>
                  <a:pt x="342900" y="381947"/>
                </a:lnTo>
                <a:lnTo>
                  <a:pt x="685800" y="12509"/>
                </a:lnTo>
                <a:lnTo>
                  <a:pt x="1028700" y="25685"/>
                </a:lnTo>
                <a:lnTo>
                  <a:pt x="1371600" y="33017"/>
                </a:lnTo>
                <a:lnTo>
                  <a:pt x="1714500" y="0"/>
                </a:lnTo>
                <a:lnTo>
                  <a:pt x="2057400" y="23429"/>
                </a:lnTo>
                <a:lnTo>
                  <a:pt x="2400300" y="28095"/>
                </a:lnTo>
                <a:lnTo>
                  <a:pt x="2743200" y="1211"/>
                </a:lnTo>
                <a:lnTo>
                  <a:pt x="3086100" y="318835"/>
                </a:lnTo>
                <a:lnTo>
                  <a:pt x="3429000" y="365405"/>
                </a:lnTo>
              </a:path>
            </a:pathLst>
          </a:custGeom>
          <a:noFill/>
          <a:ln w="17145">
            <a:solidFill>
              <a:srgbClr val="009E73"/>
            </a:solidFill>
            <a:prstDash val="solid"/>
          </a:ln>
        </p:spPr>
      </p:sp>
      <p:sp>
        <p:nvSpPr>
          <p:cNvPr id="72" name="tangaroa_P_true_reference_388">
            <a:extLst>
              <a:ext uri="{FF2B5EF4-FFF2-40B4-BE49-F238E27FC236}">
                <ns2:creationId id="{326AF0E9-0EB1-4719-A567-6275E93F0DAC}"/>
              </a:ext>
            </a:extLst>
          </p:cNvPr>
          <p:cNvSpPr>
            <a:spLocks noGrp="1"/>
          </p:cNvSpPr>
          <p:nvPr/>
        </p:nvSpPr>
        <p:spPr>
          <a:xfrm>
            <a:off x="7886700" y="806399"/>
            <a:ext cx="3429000" cy="68002"/>
          </a:xfrm>
          <a:custGeom>
            <a:pathLst>
              <a:path w="3429000" h="68002">
                <a:moveTo>
                  <a:pt x="0" y="54194"/>
                </a:moveTo>
                <a:lnTo>
                  <a:pt x="342900" y="53488"/>
                </a:lnTo>
                <a:lnTo>
                  <a:pt x="685800" y="52781"/>
                </a:lnTo>
                <a:lnTo>
                  <a:pt x="1028700" y="52075"/>
                </a:lnTo>
                <a:lnTo>
                  <a:pt x="1371600" y="68002"/>
                </a:lnTo>
                <a:lnTo>
                  <a:pt x="1714500" y="59686"/>
                </a:lnTo>
                <a:lnTo>
                  <a:pt x="2057400" y="58979"/>
                </a:lnTo>
                <a:lnTo>
                  <a:pt x="2400300" y="49403"/>
                </a:lnTo>
                <a:lnTo>
                  <a:pt x="2743200" y="0"/>
                </a:lnTo>
                <a:lnTo>
                  <a:pt x="3086100" y="20006"/>
                </a:lnTo>
                <a:lnTo>
                  <a:pt x="3429000" y="42838"/>
                </a:lnTo>
              </a:path>
            </a:pathLst>
          </a:custGeom>
          <a:noFill/>
          <a:ln w="9525">
            <a:solidFill>
              <a:srgbClr val="009E73"/>
            </a:solidFill>
            <a:prstDash val="dash"/>
          </a:ln>
        </p:spPr>
      </p:sp>
      <p:sp>
        <p:nvSpPr>
          <p:cNvPr id="73" name="tangaroa_P_388_exact_anchor">
            <a:extLst>
              <a:ext uri="{FF2B5EF4-FFF2-40B4-BE49-F238E27FC236}">
                <ns2:creationId id="{6F6602C0-F15F-4852-AD2B-3D993AEE1190}"/>
              </a:ext>
            </a:extLst>
          </p:cNvPr>
          <p:cNvSpPr>
            <a:spLocks noGrp="1"/>
          </p:cNvSpPr>
          <p:nvPr/>
        </p:nvSpPr>
        <p:spPr>
          <a:xfrm>
            <a:off x="9563100" y="613057"/>
            <a:ext cx="76200" cy="76200"/>
          </a:xfrm>
          <a:prstGeom prst="ellipse">
            <a:avLst/>
          </a:prstGeom>
          <a:solidFill>
            <a:srgbClr val="FFFFFF"/>
          </a:solidFill>
          <a:ln w="17145">
            <a:solidFill>
              <a:srgbClr val="009E73"/>
            </a:solidFill>
            <a:prstDash val="solid"/>
          </a:ln>
        </p:spPr>
      </p:sp>
      <p:sp>
        <p:nvSpPr>
          <p:cNvPr id="74" name="line_073">
            <a:extLst>
              <a:ext uri="{FF2B5EF4-FFF2-40B4-BE49-F238E27FC236}">
                <ns2:creationId id="{1960A54C-B212-45B5-9921-867D145A1498}"/>
              </a:ext>
            </a:extLst>
          </p:cNvPr>
          <p:cNvSpPr>
            <a:spLocks noGrp="1"/>
          </p:cNvSpPr>
          <p:nvPr/>
        </p:nvSpPr>
        <p:spPr>
          <a:xfrm>
            <a:off x="9601200" y="651157"/>
            <a:ext cx="1943100" cy="361668"/>
          </a:xfrm>
          <a:custGeom>
            <a:pathLst>
              <a:path w="1943100" h="361668">
                <a:moveTo>
                  <a:pt x="0" y="0"/>
                </a:moveTo>
                <a:lnTo>
                  <a:pt x="1943100" y="361668"/>
                </a:lnTo>
              </a:path>
            </a:pathLst>
          </a:custGeom>
          <a:noFill/>
          <a:ln w="7620">
            <a:solidFill>
              <a:srgbClr val="009E73"/>
            </a:solidFill>
            <a:prstDash val="solid"/>
          </a:ln>
        </p:spPr>
      </p:sp>
      <p:sp>
        <p:nvSpPr>
          <p:cNvPr id="75" name="text_074">
            <a:extLst>
              <a:ext uri="{FF2B5EF4-FFF2-40B4-BE49-F238E27FC236}">
                <ns2:creationId id="{82560859-A43B-438B-914B-85A0DB40761C}"/>
              </a:ext>
            </a:extLst>
          </p:cNvPr>
          <p:cNvSpPr>
            <a:spLocks noGrp="1"/>
          </p:cNvSpPr>
          <p:nvPr/>
        </p:nvSpPr>
        <p:spPr>
          <a:xfrm>
            <a:off x="11572875" y="917575"/>
            <a:ext cx="266700" cy="209550"/>
          </a:xfrm>
          <a:prstGeom prst="rect">
            <a:avLst/>
          </a:prstGeom>
          <a:noFill/>
          <a:ln w="0">
            <a:noFill/>
            <a:prstDash val="solid"/>
          </a:ln>
        </p:spPr>
        <p:txBody>
          <a:bodyPr wrap="none" lIns="0" tIns="0" rIns="0" bIns="0" anchor="t">
            <a:noAutofit/>
          </a:bodyPr>
          <a:lstStyle>
            <a:defPPr algn="l">
              <a:defRPr sz="1275" b="1">
                <a:solidFill>
                  <a:srgbClr val="009E73"/>
                </a:solidFill>
                <a:latin typeface="Arial"/>
                <a:ea typeface="Arial"/>
                <a:cs typeface="Arial"/>
              </a:defRPr>
            </a:defPPr>
            <a:lvl1pPr algn="l">
              <a:defRPr sz="1275" b="1">
                <a:solidFill>
                  <a:srgbClr val="009E73"/>
                </a:solidFill>
                <a:latin typeface="Arial"/>
                <a:ea typeface="Arial"/>
                <a:cs typeface="Arial"/>
              </a:defRPr>
            </a:lvl1pPr>
            <a:lvl2pPr algn="l">
              <a:defRPr sz="1275" b="1">
                <a:solidFill>
                  <a:srgbClr val="009E73"/>
                </a:solidFill>
                <a:latin typeface="Arial"/>
                <a:ea typeface="Arial"/>
                <a:cs typeface="Arial"/>
              </a:defRPr>
            </a:lvl2pPr>
            <a:lvl3pPr algn="l">
              <a:defRPr sz="1275" b="1">
                <a:solidFill>
                  <a:srgbClr val="009E73"/>
                </a:solidFill>
                <a:latin typeface="Arial"/>
                <a:ea typeface="Arial"/>
                <a:cs typeface="Arial"/>
              </a:defRPr>
            </a:lvl3pPr>
            <a:lvl4pPr algn="l">
              <a:defRPr sz="1275" b="1">
                <a:solidFill>
                  <a:srgbClr val="009E73"/>
                </a:solidFill>
                <a:latin typeface="Arial"/>
                <a:ea typeface="Arial"/>
                <a:cs typeface="Arial"/>
              </a:defRPr>
            </a:lvl4pPr>
            <a:lvl5pPr algn="l">
              <a:defRPr sz="1275" b="1">
                <a:solidFill>
                  <a:srgbClr val="009E73"/>
                </a:solidFill>
                <a:latin typeface="Arial"/>
                <a:ea typeface="Arial"/>
                <a:cs typeface="Arial"/>
              </a:defRPr>
            </a:lvl5pPr>
            <a:lvl6pPr algn="l">
              <a:defRPr sz="1275" b="1">
                <a:solidFill>
                  <a:srgbClr val="009E73"/>
                </a:solidFill>
                <a:latin typeface="Arial"/>
                <a:ea typeface="Arial"/>
                <a:cs typeface="Arial"/>
              </a:defRPr>
            </a:lvl6pPr>
            <a:lvl7pPr algn="l">
              <a:defRPr sz="1275" b="1">
                <a:solidFill>
                  <a:srgbClr val="009E73"/>
                </a:solidFill>
                <a:latin typeface="Arial"/>
                <a:ea typeface="Arial"/>
                <a:cs typeface="Arial"/>
              </a:defRPr>
            </a:lvl7pPr>
            <a:lvl8pPr algn="l">
              <a:defRPr sz="1275" b="1">
                <a:solidFill>
                  <a:srgbClr val="009E73"/>
                </a:solidFill>
                <a:latin typeface="Arial"/>
                <a:ea typeface="Arial"/>
                <a:cs typeface="Arial"/>
              </a:defRPr>
            </a:lvl8pPr>
            <a:lvl9pPr algn="l">
              <a:defRPr sz="1275" b="1">
                <a:solidFill>
                  <a:srgbClr val="009E73"/>
                </a:solidFill>
                <a:latin typeface="Arial"/>
                <a:ea typeface="Arial"/>
                <a:cs typeface="Arial"/>
              </a:defRPr>
            </a:lvl9pPr>
          </a:lstStyle>
          <a:p>
            <a:pPr algn="l">
              <a:defRPr sz="1275" b="1">
                <a:solidFill>
                  <a:srgbClr val="009E73"/>
                </a:solidFill>
                <a:latin typeface="Arial"/>
                <a:ea typeface="Arial"/>
                <a:cs typeface="Arial"/>
              </a:defRPr>
            </a:pPr>
            <a:r>
              <a:rPr sz="1275" b="1">
                <a:solidFill>
                  <a:srgbClr val="009E73"/>
                </a:solidFill>
                <a:latin typeface="Arial"/>
                <a:ea typeface="Arial"/>
                <a:cs typeface="Arial"/>
              </a:rPr>
              <a:t>C</a:t>
            </a:r>
          </a:p>
        </p:txBody>
      </p:sp>
      <p:sp>
        <p:nvSpPr>
          <p:cNvPr id="76" name="rect_075">
            <a:extLst>
              <a:ext uri="{FF2B5EF4-FFF2-40B4-BE49-F238E27FC236}">
                <ns2:creationId id="{818FE685-8CC7-452C-8C3F-59B9753975CE}"/>
              </a:ext>
            </a:extLst>
          </p:cNvPr>
          <p:cNvSpPr>
            <a:spLocks noGrp="1"/>
          </p:cNvSpPr>
          <p:nvPr/>
        </p:nvSpPr>
        <p:spPr>
          <a:xfrm>
            <a:off x="5029911" y="400050"/>
            <a:ext cx="322144" cy="895350"/>
          </a:xfrm>
          <a:prstGeom prst="rect">
            <a:avLst/>
          </a:prstGeom>
          <a:noFill/>
          <a:ln w="11430">
            <a:solidFill>
              <a:srgbClr val="263238"/>
            </a:solidFill>
            <a:prstDash val="solid"/>
          </a:ln>
        </p:spPr>
      </p:sp>
      <p:sp>
        <p:nvSpPr>
          <p:cNvPr id="77" name="text_076">
            <a:extLst>
              <a:ext uri="{FF2B5EF4-FFF2-40B4-BE49-F238E27FC236}">
                <ns2:creationId id="{A9F85A16-E606-46A1-8A21-6250596B147D}"/>
              </a:ext>
            </a:extLst>
          </p:cNvPr>
          <p:cNvSpPr>
            <a:spLocks noGrp="1"/>
          </p:cNvSpPr>
          <p:nvPr/>
        </p:nvSpPr>
        <p:spPr>
          <a:xfrm>
            <a:off x="38100" y="1524000"/>
            <a:ext cx="914400" cy="247650"/>
          </a:xfrm>
          <a:prstGeom prst="rect">
            <a:avLst/>
          </a:prstGeom>
          <a:noFill/>
          <a:ln w="0">
            <a:noFill/>
            <a:prstDash val="solid"/>
          </a:ln>
        </p:spPr>
        <p:txBody>
          <a:bodyPr wrap="none" lIns="0" tIns="0" rIns="0" bIns="0" anchor="t">
            <a:noAutofit/>
          </a:bodyPr>
          <a:lstStyle>
            <a:defPPr algn="l">
              <a:defRPr sz="1500" b="1">
                <a:solidFill>
                  <a:srgbClr val="000000"/>
                </a:solidFill>
                <a:latin typeface="Arial"/>
                <a:ea typeface="Arial"/>
                <a:cs typeface="Arial"/>
              </a:defRPr>
            </a:defPPr>
            <a:lvl1pPr algn="l">
              <a:defRPr sz="1500" b="1">
                <a:solidFill>
                  <a:srgbClr val="000000"/>
                </a:solidFill>
                <a:latin typeface="Arial"/>
                <a:ea typeface="Arial"/>
                <a:cs typeface="Arial"/>
              </a:defRPr>
            </a:lvl1pPr>
            <a:lvl2pPr algn="l">
              <a:defRPr sz="1500" b="1">
                <a:solidFill>
                  <a:srgbClr val="000000"/>
                </a:solidFill>
                <a:latin typeface="Arial"/>
                <a:ea typeface="Arial"/>
                <a:cs typeface="Arial"/>
              </a:defRPr>
            </a:lvl2pPr>
            <a:lvl3pPr algn="l">
              <a:defRPr sz="1500" b="1">
                <a:solidFill>
                  <a:srgbClr val="000000"/>
                </a:solidFill>
                <a:latin typeface="Arial"/>
                <a:ea typeface="Arial"/>
                <a:cs typeface="Arial"/>
              </a:defRPr>
            </a:lvl3pPr>
            <a:lvl4pPr algn="l">
              <a:defRPr sz="1500" b="1">
                <a:solidFill>
                  <a:srgbClr val="000000"/>
                </a:solidFill>
                <a:latin typeface="Arial"/>
                <a:ea typeface="Arial"/>
                <a:cs typeface="Arial"/>
              </a:defRPr>
            </a:lvl4pPr>
            <a:lvl5pPr algn="l">
              <a:defRPr sz="1500" b="1">
                <a:solidFill>
                  <a:srgbClr val="000000"/>
                </a:solidFill>
                <a:latin typeface="Arial"/>
                <a:ea typeface="Arial"/>
                <a:cs typeface="Arial"/>
              </a:defRPr>
            </a:lvl5pPr>
            <a:lvl6pPr algn="l">
              <a:defRPr sz="1500" b="1">
                <a:solidFill>
                  <a:srgbClr val="000000"/>
                </a:solidFill>
                <a:latin typeface="Arial"/>
                <a:ea typeface="Arial"/>
                <a:cs typeface="Arial"/>
              </a:defRPr>
            </a:lvl6pPr>
            <a:lvl7pPr algn="l">
              <a:defRPr sz="1500" b="1">
                <a:solidFill>
                  <a:srgbClr val="000000"/>
                </a:solidFill>
                <a:latin typeface="Arial"/>
                <a:ea typeface="Arial"/>
                <a:cs typeface="Arial"/>
              </a:defRPr>
            </a:lvl7pPr>
            <a:lvl8pPr algn="l">
              <a:defRPr sz="1500" b="1">
                <a:solidFill>
                  <a:srgbClr val="000000"/>
                </a:solidFill>
                <a:latin typeface="Arial"/>
                <a:ea typeface="Arial"/>
                <a:cs typeface="Arial"/>
              </a:defRPr>
            </a:lvl8pPr>
            <a:lvl9pPr algn="l">
              <a:defRPr sz="1500" b="1">
                <a:solidFill>
                  <a:srgbClr val="000000"/>
                </a:solidFill>
                <a:latin typeface="Arial"/>
                <a:ea typeface="Arial"/>
                <a:cs typeface="Arial"/>
              </a:defRPr>
            </a:lvl9pPr>
          </a:lstStyle>
          <a:p>
            <a:pPr algn="l">
              <a:defRPr sz="1500" b="1">
                <a:solidFill>
                  <a:srgbClr val="000000"/>
                </a:solidFill>
                <a:latin typeface="Arial"/>
                <a:ea typeface="Arial"/>
                <a:cs typeface="Arial"/>
              </a:defRPr>
            </a:pPr>
            <a:r>
              <a:rPr sz="1500" b="1">
                <a:solidFill>
                  <a:srgbClr val="000000"/>
                </a:solidFill>
                <a:latin typeface="Arial"/>
                <a:ea typeface="Arial"/>
                <a:cs typeface="Arial"/>
              </a:rPr>
              <a:t>RG-R20</a:t>
            </a:r>
          </a:p>
        </p:txBody>
      </p:sp>
      <p:pic>
        <p:nvPicPr>
          <p:cNvPr id="79" name="">
            <a:extLst>
              <a:ext uri="{FF2B5EF4-FFF2-40B4-BE49-F238E27FC236}">
                <ns2:creationId id="{8A1D2C30-34BE-4F20-8C62-BED93B34245E}"/>
              </a:ext>
            </a:extLst>
          </p:cNvPr>
          <p:cNvPicPr>
            <a:picLocks noChangeAspect="1"/>
          </p:cNvPicPr>
          <p:nvPr/>
        </p:nvPicPr>
        <p:blipFill>
          <a:blip ns3:embed="Rc2276ab18d354289"/>
          <a:stretch/>
        </p:blipFill>
        <p:spPr>
          <a:xfrm>
            <a:off x="1076325" y="1476375"/>
            <a:ext cx="5886450" cy="895350"/>
          </a:xfrm>
          <a:prstGeom prst="rect">
            <a:avLst/>
          </a:prstGeom>
        </p:spPr>
      </p:pic>
      <p:sp>
        <p:nvSpPr>
          <p:cNvPr id="80" name="line_079">
            <a:extLst>
              <a:ext uri="{FF2B5EF4-FFF2-40B4-BE49-F238E27FC236}">
                <ns2:creationId id="{C42A1567-E369-4C3A-8830-BFB95FAE7854}"/>
              </a:ext>
            </a:extLst>
          </p:cNvPr>
          <p:cNvSpPr>
            <a:spLocks noGrp="1"/>
          </p:cNvSpPr>
          <p:nvPr/>
        </p:nvSpPr>
        <p:spPr>
          <a:xfrm>
            <a:off x="5190983" y="1476375"/>
            <a:ext cx="95" cy="895350"/>
          </a:xfrm>
          <a:custGeom>
            <a:pathLst>
              <a:path w="95" h="895350">
                <a:moveTo>
                  <a:pt x="0" y="0"/>
                </a:moveTo>
                <a:lnTo>
                  <a:pt x="0" y="895350"/>
                </a:lnTo>
              </a:path>
            </a:pathLst>
          </a:custGeom>
          <a:noFill/>
          <a:ln w="9525">
            <a:solidFill>
              <a:srgbClr val="263238"/>
            </a:solidFill>
            <a:prstDash val="dash"/>
          </a:ln>
        </p:spPr>
      </p:sp>
      <p:sp>
        <p:nvSpPr>
          <p:cNvPr id="81" name="rect_080">
            <a:extLst>
              <a:ext uri="{FF2B5EF4-FFF2-40B4-BE49-F238E27FC236}">
                <ns2:creationId id="{C72C2DEE-B66F-440C-A75E-BA2CA1D3568F}"/>
              </a:ext>
            </a:extLst>
          </p:cNvPr>
          <p:cNvSpPr>
            <a:spLocks noGrp="1"/>
          </p:cNvSpPr>
          <p:nvPr/>
        </p:nvSpPr>
        <p:spPr>
          <a:xfrm>
            <a:off x="1076325" y="1476375"/>
            <a:ext cx="5886450" cy="895350"/>
          </a:xfrm>
          <a:prstGeom prst="rect">
            <a:avLst/>
          </a:prstGeom>
          <a:noFill/>
          <a:ln w="6668">
            <a:solidFill>
              <a:srgbClr val="7B8790"/>
            </a:solidFill>
            <a:prstDash val="solid"/>
          </a:ln>
        </p:spPr>
      </p:sp>
      <p:sp>
        <p:nvSpPr>
          <p:cNvPr id="82" name="text_081">
            <a:extLst>
              <a:ext uri="{FF2B5EF4-FFF2-40B4-BE49-F238E27FC236}">
                <ns2:creationId id="{5A4E3905-C8F4-446E-A05E-A71429303122}"/>
              </a:ext>
            </a:extLst>
          </p:cNvPr>
          <p:cNvSpPr>
            <a:spLocks noGrp="1"/>
          </p:cNvSpPr>
          <p:nvPr/>
        </p:nvSpPr>
        <p:spPr>
          <a:xfrm>
            <a:off x="704850" y="2276475"/>
            <a:ext cx="314325" cy="200025"/>
          </a:xfrm>
          <a:prstGeom prst="rect">
            <a:avLst/>
          </a:prstGeom>
          <a:noFill/>
          <a:ln w="0">
            <a:noFill/>
            <a:prstDash val="solid"/>
          </a:ln>
        </p:spPr>
        <p:txBody>
          <a:bodyPr wrap="none" lIns="0" tIns="0" rIns="0" bIns="0" anchor="t">
            <a:noAutofit/>
          </a:bodyPr>
          <a:lstStyle>
            <a:defPPr algn="r">
              <a:defRPr sz="1125" b="0">
                <a:solidFill>
                  <a:srgbClr val="000000"/>
                </a:solidFill>
                <a:latin typeface="Arial"/>
                <a:ea typeface="Arial"/>
                <a:cs typeface="Arial"/>
              </a:defRPr>
            </a:defPPr>
            <a:lvl1pPr algn="r">
              <a:defRPr sz="1125" b="0">
                <a:solidFill>
                  <a:srgbClr val="000000"/>
                </a:solidFill>
                <a:latin typeface="Arial"/>
                <a:ea typeface="Arial"/>
                <a:cs typeface="Arial"/>
              </a:defRPr>
            </a:lvl1pPr>
            <a:lvl2pPr algn="r">
              <a:defRPr sz="1125" b="0">
                <a:solidFill>
                  <a:srgbClr val="000000"/>
                </a:solidFill>
                <a:latin typeface="Arial"/>
                <a:ea typeface="Arial"/>
                <a:cs typeface="Arial"/>
              </a:defRPr>
            </a:lvl2pPr>
            <a:lvl3pPr algn="r">
              <a:defRPr sz="1125" b="0">
                <a:solidFill>
                  <a:srgbClr val="000000"/>
                </a:solidFill>
                <a:latin typeface="Arial"/>
                <a:ea typeface="Arial"/>
                <a:cs typeface="Arial"/>
              </a:defRPr>
            </a:lvl3pPr>
            <a:lvl4pPr algn="r">
              <a:defRPr sz="1125" b="0">
                <a:solidFill>
                  <a:srgbClr val="000000"/>
                </a:solidFill>
                <a:latin typeface="Arial"/>
                <a:ea typeface="Arial"/>
                <a:cs typeface="Arial"/>
              </a:defRPr>
            </a:lvl4pPr>
            <a:lvl5pPr algn="r">
              <a:defRPr sz="1125" b="0">
                <a:solidFill>
                  <a:srgbClr val="000000"/>
                </a:solidFill>
                <a:latin typeface="Arial"/>
                <a:ea typeface="Arial"/>
                <a:cs typeface="Arial"/>
              </a:defRPr>
            </a:lvl5pPr>
            <a:lvl6pPr algn="r">
              <a:defRPr sz="1125" b="0">
                <a:solidFill>
                  <a:srgbClr val="000000"/>
                </a:solidFill>
                <a:latin typeface="Arial"/>
                <a:ea typeface="Arial"/>
                <a:cs typeface="Arial"/>
              </a:defRPr>
            </a:lvl6pPr>
            <a:lvl7pPr algn="r">
              <a:defRPr sz="1125" b="0">
                <a:solidFill>
                  <a:srgbClr val="000000"/>
                </a:solidFill>
                <a:latin typeface="Arial"/>
                <a:ea typeface="Arial"/>
                <a:cs typeface="Arial"/>
              </a:defRPr>
            </a:lvl7pPr>
            <a:lvl8pPr algn="r">
              <a:defRPr sz="1125" b="0">
                <a:solidFill>
                  <a:srgbClr val="000000"/>
                </a:solidFill>
                <a:latin typeface="Arial"/>
                <a:ea typeface="Arial"/>
                <a:cs typeface="Arial"/>
              </a:defRPr>
            </a:lvl8pPr>
            <a:lvl9pPr algn="r">
              <a:defRPr sz="1125" b="0">
                <a:solidFill>
                  <a:srgbClr val="000000"/>
                </a:solidFill>
                <a:latin typeface="Arial"/>
                <a:ea typeface="Arial"/>
                <a:cs typeface="Arial"/>
              </a:defRPr>
            </a:lvl9pPr>
          </a:lstStyle>
          <a:p>
            <a:pPr algn="r">
              <a:defRPr sz="1125" b="0">
                <a:solidFill>
                  <a:srgbClr val="000000"/>
                </a:solidFill>
                <a:latin typeface="Arial"/>
                <a:ea typeface="Arial"/>
                <a:cs typeface="Arial"/>
              </a:defRPr>
            </a:pPr>
            <a:r>
              <a:rPr sz="1125" b="0">
                <a:solidFill>
                  <a:srgbClr val="000000"/>
                </a:solidFill>
                <a:latin typeface="Arial"/>
                <a:ea typeface="Arial"/>
                <a:cs typeface="Arial"/>
              </a:rPr>
              <a:t>0</a:t>
            </a:r>
          </a:p>
        </p:txBody>
      </p:sp>
      <p:sp>
        <p:nvSpPr>
          <p:cNvPr id="83" name="text_082">
            <a:extLst>
              <a:ext uri="{FF2B5EF4-FFF2-40B4-BE49-F238E27FC236}">
                <ns2:creationId id="{3EE9EF07-B7B3-45B8-BFE8-6188DD5EC66E}"/>
              </a:ext>
            </a:extLst>
          </p:cNvPr>
          <p:cNvSpPr>
            <a:spLocks noGrp="1"/>
          </p:cNvSpPr>
          <p:nvPr/>
        </p:nvSpPr>
        <p:spPr>
          <a:xfrm>
            <a:off x="704850" y="1381125"/>
            <a:ext cx="314325" cy="200025"/>
          </a:xfrm>
          <a:prstGeom prst="rect">
            <a:avLst/>
          </a:prstGeom>
          <a:noFill/>
          <a:ln w="0">
            <a:noFill/>
            <a:prstDash val="solid"/>
          </a:ln>
        </p:spPr>
        <p:txBody>
          <a:bodyPr wrap="none" lIns="0" tIns="0" rIns="0" bIns="0" anchor="t">
            <a:noAutofit/>
          </a:bodyPr>
          <a:lstStyle>
            <a:defPPr algn="r">
              <a:defRPr sz="1125" b="0">
                <a:solidFill>
                  <a:srgbClr val="000000"/>
                </a:solidFill>
                <a:latin typeface="Arial"/>
                <a:ea typeface="Arial"/>
                <a:cs typeface="Arial"/>
              </a:defRPr>
            </a:defPPr>
            <a:lvl1pPr algn="r">
              <a:defRPr sz="1125" b="0">
                <a:solidFill>
                  <a:srgbClr val="000000"/>
                </a:solidFill>
                <a:latin typeface="Arial"/>
                <a:ea typeface="Arial"/>
                <a:cs typeface="Arial"/>
              </a:defRPr>
            </a:lvl1pPr>
            <a:lvl2pPr algn="r">
              <a:defRPr sz="1125" b="0">
                <a:solidFill>
                  <a:srgbClr val="000000"/>
                </a:solidFill>
                <a:latin typeface="Arial"/>
                <a:ea typeface="Arial"/>
                <a:cs typeface="Arial"/>
              </a:defRPr>
            </a:lvl2pPr>
            <a:lvl3pPr algn="r">
              <a:defRPr sz="1125" b="0">
                <a:solidFill>
                  <a:srgbClr val="000000"/>
                </a:solidFill>
                <a:latin typeface="Arial"/>
                <a:ea typeface="Arial"/>
                <a:cs typeface="Arial"/>
              </a:defRPr>
            </a:lvl3pPr>
            <a:lvl4pPr algn="r">
              <a:defRPr sz="1125" b="0">
                <a:solidFill>
                  <a:srgbClr val="000000"/>
                </a:solidFill>
                <a:latin typeface="Arial"/>
                <a:ea typeface="Arial"/>
                <a:cs typeface="Arial"/>
              </a:defRPr>
            </a:lvl4pPr>
            <a:lvl5pPr algn="r">
              <a:defRPr sz="1125" b="0">
                <a:solidFill>
                  <a:srgbClr val="000000"/>
                </a:solidFill>
                <a:latin typeface="Arial"/>
                <a:ea typeface="Arial"/>
                <a:cs typeface="Arial"/>
              </a:defRPr>
            </a:lvl5pPr>
            <a:lvl6pPr algn="r">
              <a:defRPr sz="1125" b="0">
                <a:solidFill>
                  <a:srgbClr val="000000"/>
                </a:solidFill>
                <a:latin typeface="Arial"/>
                <a:ea typeface="Arial"/>
                <a:cs typeface="Arial"/>
              </a:defRPr>
            </a:lvl6pPr>
            <a:lvl7pPr algn="r">
              <a:defRPr sz="1125" b="0">
                <a:solidFill>
                  <a:srgbClr val="000000"/>
                </a:solidFill>
                <a:latin typeface="Arial"/>
                <a:ea typeface="Arial"/>
                <a:cs typeface="Arial"/>
              </a:defRPr>
            </a:lvl7pPr>
            <a:lvl8pPr algn="r">
              <a:defRPr sz="1125" b="0">
                <a:solidFill>
                  <a:srgbClr val="000000"/>
                </a:solidFill>
                <a:latin typeface="Arial"/>
                <a:ea typeface="Arial"/>
                <a:cs typeface="Arial"/>
              </a:defRPr>
            </a:lvl8pPr>
            <a:lvl9pPr algn="r">
              <a:defRPr sz="1125" b="0">
                <a:solidFill>
                  <a:srgbClr val="000000"/>
                </a:solidFill>
                <a:latin typeface="Arial"/>
                <a:ea typeface="Arial"/>
                <a:cs typeface="Arial"/>
              </a:defRPr>
            </a:lvl9pPr>
          </a:lstStyle>
          <a:p>
            <a:pPr algn="r">
              <a:defRPr sz="1125" b="0">
                <a:solidFill>
                  <a:srgbClr val="000000"/>
                </a:solidFill>
                <a:latin typeface="Arial"/>
                <a:ea typeface="Arial"/>
                <a:cs typeface="Arial"/>
              </a:defRPr>
            </a:pPr>
            <a:r>
              <a:rPr sz="1125" b="0">
                <a:solidFill>
                  <a:srgbClr val="000000"/>
                </a:solidFill>
                <a:latin typeface="Arial"/>
                <a:ea typeface="Arial"/>
                <a:cs typeface="Arial"/>
              </a:rPr>
              <a:t>1</a:t>
            </a:r>
          </a:p>
        </p:txBody>
      </p:sp>
      <p:sp>
        <p:nvSpPr>
          <p:cNvPr id="84" name="text_083">
            <a:extLst>
              <a:ext uri="{FF2B5EF4-FFF2-40B4-BE49-F238E27FC236}">
                <ns2:creationId id="{FEF068A3-A108-4487-825C-D50DE4837D53}"/>
              </a:ext>
            </a:extLst>
          </p:cNvPr>
          <p:cNvSpPr>
            <a:spLocks noGrp="1"/>
          </p:cNvSpPr>
          <p:nvPr/>
        </p:nvSpPr>
        <p:spPr>
          <a:xfrm>
            <a:off x="900468" y="2400300"/>
            <a:ext cx="381000" cy="209550"/>
          </a:xfrm>
          <a:prstGeom prst="rect">
            <a:avLst/>
          </a:prstGeom>
          <a:noFill/>
          <a:ln w="0">
            <a:noFill/>
            <a:prstDash val="solid"/>
          </a:ln>
        </p:spPr>
        <p:txBody>
          <a:bodyPr wrap="none" lIns="0" tIns="0" rIns="0" bIns="0" anchor="t">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0</a:t>
            </a:r>
          </a:p>
        </p:txBody>
      </p:sp>
      <p:sp>
        <p:nvSpPr>
          <p:cNvPr id="85" name="text_084">
            <a:extLst>
              <a:ext uri="{FF2B5EF4-FFF2-40B4-BE49-F238E27FC236}">
                <ns2:creationId id="{DE287BD3-E712-4D52-AF0E-EF65E2E04FEF}"/>
              </a:ext>
            </a:extLst>
          </p:cNvPr>
          <p:cNvSpPr>
            <a:spLocks noGrp="1"/>
          </p:cNvSpPr>
          <p:nvPr/>
        </p:nvSpPr>
        <p:spPr>
          <a:xfrm>
            <a:off x="6757632" y="2400300"/>
            <a:ext cx="381000" cy="209550"/>
          </a:xfrm>
          <a:prstGeom prst="rect">
            <a:avLst/>
          </a:prstGeom>
          <a:noFill/>
          <a:ln w="0">
            <a:noFill/>
            <a:prstDash val="solid"/>
          </a:ln>
        </p:spPr>
        <p:txBody>
          <a:bodyPr wrap="none" lIns="0" tIns="0" rIns="0" bIns="0" anchor="t">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200</a:t>
            </a:r>
          </a:p>
        </p:txBody>
      </p:sp>
      <p:sp>
        <p:nvSpPr>
          <p:cNvPr id="86" name="tangaroa_R_432_exact_anchor">
            <a:extLst>
              <a:ext uri="{FF2B5EF4-FFF2-40B4-BE49-F238E27FC236}">
                <ns2:creationId id="{EB78B36D-5D49-4BB4-9C20-AFD3479F4ADC}"/>
              </a:ext>
            </a:extLst>
          </p:cNvPr>
          <p:cNvSpPr>
            <a:spLocks noGrp="1"/>
          </p:cNvSpPr>
          <p:nvPr/>
        </p:nvSpPr>
        <p:spPr>
          <a:xfrm>
            <a:off x="5152883" y="2082544"/>
            <a:ext cx="76200" cy="76200"/>
          </a:xfrm>
          <a:prstGeom prst="ellipse">
            <a:avLst/>
          </a:prstGeom>
          <a:solidFill>
            <a:srgbClr val="FFFFFF"/>
          </a:solidFill>
          <a:ln w="17145">
            <a:solidFill>
              <a:srgbClr val="0072B2"/>
            </a:solidFill>
            <a:prstDash val="solid"/>
          </a:ln>
        </p:spPr>
      </p:sp>
      <p:sp>
        <p:nvSpPr>
          <p:cNvPr id="87" name="tangaroa_R_462_exact_anchor">
            <a:extLst>
              <a:ext uri="{FF2B5EF4-FFF2-40B4-BE49-F238E27FC236}">
                <ns2:creationId id="{000EEA3C-531D-4572-9BB0-B304D00E84ED}"/>
              </a:ext>
            </a:extLst>
          </p:cNvPr>
          <p:cNvSpPr>
            <a:spLocks noGrp="1"/>
          </p:cNvSpPr>
          <p:nvPr/>
        </p:nvSpPr>
        <p:spPr>
          <a:xfrm>
            <a:off x="5152883" y="1605055"/>
            <a:ext cx="76200" cy="76200"/>
          </a:xfrm>
          <a:prstGeom prst="ellipse">
            <a:avLst/>
          </a:prstGeom>
          <a:solidFill>
            <a:srgbClr val="FFFFFF"/>
          </a:solidFill>
          <a:ln w="17145">
            <a:solidFill>
              <a:srgbClr val="D55E00"/>
            </a:solidFill>
            <a:prstDash val="solid"/>
          </a:ln>
        </p:spPr>
      </p:sp>
      <p:sp>
        <p:nvSpPr>
          <p:cNvPr id="88" name="tangaroa_R_388_exact_anchor">
            <a:extLst>
              <a:ext uri="{FF2B5EF4-FFF2-40B4-BE49-F238E27FC236}">
                <ns2:creationId id="{E1E62CF8-FB5B-442A-BEAF-8A241227B28F}"/>
              </a:ext>
            </a:extLst>
          </p:cNvPr>
          <p:cNvSpPr>
            <a:spLocks noGrp="1"/>
          </p:cNvSpPr>
          <p:nvPr/>
        </p:nvSpPr>
        <p:spPr>
          <a:xfrm>
            <a:off x="5152883" y="1846709"/>
            <a:ext cx="76200" cy="76200"/>
          </a:xfrm>
          <a:prstGeom prst="ellipse">
            <a:avLst/>
          </a:prstGeom>
          <a:solidFill>
            <a:srgbClr val="FFFFFF"/>
          </a:solidFill>
          <a:ln w="17145">
            <a:solidFill>
              <a:srgbClr val="009E73"/>
            </a:solidFill>
            <a:prstDash val="solid"/>
          </a:ln>
        </p:spPr>
      </p:sp>
      <p:pic>
        <p:nvPicPr>
          <p:cNvPr id="89" name="">
            <a:extLst>
              <a:ext uri="{FF2B5EF4-FFF2-40B4-BE49-F238E27FC236}">
                <ns2:creationId id="{F1502CA4-D8E8-4695-BAF2-3BB1217EAFB1}"/>
              </a:ext>
            </a:extLst>
          </p:cNvPr>
          <p:cNvPicPr>
            <a:picLocks noChangeAspect="1"/>
          </p:cNvPicPr>
          <p:nvPr/>
        </p:nvPicPr>
        <p:blipFill>
          <a:blip ns3:embed="R6cac25e28d7144ea"/>
          <a:stretch/>
        </p:blipFill>
        <p:spPr>
          <a:xfrm>
            <a:off x="7715250" y="1476375"/>
            <a:ext cx="3771900" cy="895350"/>
          </a:xfrm>
          <a:prstGeom prst="rect">
            <a:avLst/>
          </a:prstGeom>
        </p:spPr>
      </p:pic>
      <p:sp>
        <p:nvSpPr>
          <p:cNvPr id="90" name="line_089">
            <a:extLst>
              <a:ext uri="{FF2B5EF4-FFF2-40B4-BE49-F238E27FC236}">
                <ns2:creationId id="{5D7C6E5E-3671-40A4-B74F-5BCD8C3C613D}"/>
              </a:ext>
            </a:extLst>
          </p:cNvPr>
          <p:cNvSpPr>
            <a:spLocks noGrp="1"/>
          </p:cNvSpPr>
          <p:nvPr/>
        </p:nvSpPr>
        <p:spPr>
          <a:xfrm>
            <a:off x="9601200" y="1476375"/>
            <a:ext cx="95" cy="895350"/>
          </a:xfrm>
          <a:custGeom>
            <a:pathLst>
              <a:path w="95" h="895350">
                <a:moveTo>
                  <a:pt x="0" y="0"/>
                </a:moveTo>
                <a:lnTo>
                  <a:pt x="0" y="895350"/>
                </a:lnTo>
              </a:path>
            </a:pathLst>
          </a:custGeom>
          <a:noFill/>
          <a:ln w="9525">
            <a:solidFill>
              <a:srgbClr val="263238"/>
            </a:solidFill>
            <a:prstDash val="dash"/>
          </a:ln>
        </p:spPr>
      </p:sp>
      <p:sp>
        <p:nvSpPr>
          <p:cNvPr id="91" name="rect_090">
            <a:extLst>
              <a:ext uri="{FF2B5EF4-FFF2-40B4-BE49-F238E27FC236}">
                <ns2:creationId id="{8B089603-0D5B-4EF0-B478-0EFE062FA698}"/>
              </a:ext>
            </a:extLst>
          </p:cNvPr>
          <p:cNvSpPr>
            <a:spLocks noGrp="1"/>
          </p:cNvSpPr>
          <p:nvPr/>
        </p:nvSpPr>
        <p:spPr>
          <a:xfrm>
            <a:off x="7715250" y="1476375"/>
            <a:ext cx="3771900" cy="895350"/>
          </a:xfrm>
          <a:prstGeom prst="rect">
            <a:avLst/>
          </a:prstGeom>
          <a:noFill/>
          <a:ln w="6668">
            <a:solidFill>
              <a:srgbClr val="7B8790"/>
            </a:solidFill>
            <a:prstDash val="solid"/>
          </a:ln>
        </p:spPr>
      </p:sp>
      <p:sp>
        <p:nvSpPr>
          <p:cNvPr id="92" name="text_091">
            <a:extLst>
              <a:ext uri="{FF2B5EF4-FFF2-40B4-BE49-F238E27FC236}">
                <ns2:creationId id="{8971DD02-10A7-4DB1-B16F-3511FBD61D8E}"/>
              </a:ext>
            </a:extLst>
          </p:cNvPr>
          <p:cNvSpPr>
            <a:spLocks noGrp="1"/>
          </p:cNvSpPr>
          <p:nvPr/>
        </p:nvSpPr>
        <p:spPr>
          <a:xfrm>
            <a:off x="7343775" y="2276475"/>
            <a:ext cx="314325" cy="200025"/>
          </a:xfrm>
          <a:prstGeom prst="rect">
            <a:avLst/>
          </a:prstGeom>
          <a:noFill/>
          <a:ln w="0">
            <a:noFill/>
            <a:prstDash val="solid"/>
          </a:ln>
        </p:spPr>
        <p:txBody>
          <a:bodyPr wrap="none" lIns="0" tIns="0" rIns="0" bIns="0" anchor="t">
            <a:noAutofit/>
          </a:bodyPr>
          <a:lstStyle>
            <a:defPPr algn="r">
              <a:defRPr sz="1125" b="0">
                <a:solidFill>
                  <a:srgbClr val="000000"/>
                </a:solidFill>
                <a:latin typeface="Arial"/>
                <a:ea typeface="Arial"/>
                <a:cs typeface="Arial"/>
              </a:defRPr>
            </a:defPPr>
            <a:lvl1pPr algn="r">
              <a:defRPr sz="1125" b="0">
                <a:solidFill>
                  <a:srgbClr val="000000"/>
                </a:solidFill>
                <a:latin typeface="Arial"/>
                <a:ea typeface="Arial"/>
                <a:cs typeface="Arial"/>
              </a:defRPr>
            </a:lvl1pPr>
            <a:lvl2pPr algn="r">
              <a:defRPr sz="1125" b="0">
                <a:solidFill>
                  <a:srgbClr val="000000"/>
                </a:solidFill>
                <a:latin typeface="Arial"/>
                <a:ea typeface="Arial"/>
                <a:cs typeface="Arial"/>
              </a:defRPr>
            </a:lvl2pPr>
            <a:lvl3pPr algn="r">
              <a:defRPr sz="1125" b="0">
                <a:solidFill>
                  <a:srgbClr val="000000"/>
                </a:solidFill>
                <a:latin typeface="Arial"/>
                <a:ea typeface="Arial"/>
                <a:cs typeface="Arial"/>
              </a:defRPr>
            </a:lvl3pPr>
            <a:lvl4pPr algn="r">
              <a:defRPr sz="1125" b="0">
                <a:solidFill>
                  <a:srgbClr val="000000"/>
                </a:solidFill>
                <a:latin typeface="Arial"/>
                <a:ea typeface="Arial"/>
                <a:cs typeface="Arial"/>
              </a:defRPr>
            </a:lvl4pPr>
            <a:lvl5pPr algn="r">
              <a:defRPr sz="1125" b="0">
                <a:solidFill>
                  <a:srgbClr val="000000"/>
                </a:solidFill>
                <a:latin typeface="Arial"/>
                <a:ea typeface="Arial"/>
                <a:cs typeface="Arial"/>
              </a:defRPr>
            </a:lvl5pPr>
            <a:lvl6pPr algn="r">
              <a:defRPr sz="1125" b="0">
                <a:solidFill>
                  <a:srgbClr val="000000"/>
                </a:solidFill>
                <a:latin typeface="Arial"/>
                <a:ea typeface="Arial"/>
                <a:cs typeface="Arial"/>
              </a:defRPr>
            </a:lvl6pPr>
            <a:lvl7pPr algn="r">
              <a:defRPr sz="1125" b="0">
                <a:solidFill>
                  <a:srgbClr val="000000"/>
                </a:solidFill>
                <a:latin typeface="Arial"/>
                <a:ea typeface="Arial"/>
                <a:cs typeface="Arial"/>
              </a:defRPr>
            </a:lvl7pPr>
            <a:lvl8pPr algn="r">
              <a:defRPr sz="1125" b="0">
                <a:solidFill>
                  <a:srgbClr val="000000"/>
                </a:solidFill>
                <a:latin typeface="Arial"/>
                <a:ea typeface="Arial"/>
                <a:cs typeface="Arial"/>
              </a:defRPr>
            </a:lvl8pPr>
            <a:lvl9pPr algn="r">
              <a:defRPr sz="1125" b="0">
                <a:solidFill>
                  <a:srgbClr val="000000"/>
                </a:solidFill>
                <a:latin typeface="Arial"/>
                <a:ea typeface="Arial"/>
                <a:cs typeface="Arial"/>
              </a:defRPr>
            </a:lvl9pPr>
          </a:lstStyle>
          <a:p>
            <a:pPr algn="r">
              <a:defRPr sz="1125" b="0">
                <a:solidFill>
                  <a:srgbClr val="000000"/>
                </a:solidFill>
                <a:latin typeface="Arial"/>
                <a:ea typeface="Arial"/>
                <a:cs typeface="Arial"/>
              </a:defRPr>
            </a:pPr>
            <a:r>
              <a:rPr sz="1125" b="0">
                <a:solidFill>
                  <a:srgbClr val="000000"/>
                </a:solidFill>
                <a:latin typeface="Arial"/>
                <a:ea typeface="Arial"/>
                <a:cs typeface="Arial"/>
              </a:rPr>
              <a:t>0.23</a:t>
            </a:r>
          </a:p>
        </p:txBody>
      </p:sp>
      <p:sp>
        <p:nvSpPr>
          <p:cNvPr id="93" name="text_092">
            <a:extLst>
              <a:ext uri="{FF2B5EF4-FFF2-40B4-BE49-F238E27FC236}">
                <ns2:creationId id="{CCF61F4F-24D9-4FBD-B050-F51941257B84}"/>
              </a:ext>
            </a:extLst>
          </p:cNvPr>
          <p:cNvSpPr>
            <a:spLocks noGrp="1"/>
          </p:cNvSpPr>
          <p:nvPr/>
        </p:nvSpPr>
        <p:spPr>
          <a:xfrm>
            <a:off x="7343775" y="1381125"/>
            <a:ext cx="314325" cy="200025"/>
          </a:xfrm>
          <a:prstGeom prst="rect">
            <a:avLst/>
          </a:prstGeom>
          <a:noFill/>
          <a:ln w="0">
            <a:noFill/>
            <a:prstDash val="solid"/>
          </a:ln>
        </p:spPr>
        <p:txBody>
          <a:bodyPr wrap="none" lIns="0" tIns="0" rIns="0" bIns="0" anchor="t">
            <a:noAutofit/>
          </a:bodyPr>
          <a:lstStyle>
            <a:defPPr algn="r">
              <a:defRPr sz="1125" b="0">
                <a:solidFill>
                  <a:srgbClr val="000000"/>
                </a:solidFill>
                <a:latin typeface="Arial"/>
                <a:ea typeface="Arial"/>
                <a:cs typeface="Arial"/>
              </a:defRPr>
            </a:defPPr>
            <a:lvl1pPr algn="r">
              <a:defRPr sz="1125" b="0">
                <a:solidFill>
                  <a:srgbClr val="000000"/>
                </a:solidFill>
                <a:latin typeface="Arial"/>
                <a:ea typeface="Arial"/>
                <a:cs typeface="Arial"/>
              </a:defRPr>
            </a:lvl1pPr>
            <a:lvl2pPr algn="r">
              <a:defRPr sz="1125" b="0">
                <a:solidFill>
                  <a:srgbClr val="000000"/>
                </a:solidFill>
                <a:latin typeface="Arial"/>
                <a:ea typeface="Arial"/>
                <a:cs typeface="Arial"/>
              </a:defRPr>
            </a:lvl2pPr>
            <a:lvl3pPr algn="r">
              <a:defRPr sz="1125" b="0">
                <a:solidFill>
                  <a:srgbClr val="000000"/>
                </a:solidFill>
                <a:latin typeface="Arial"/>
                <a:ea typeface="Arial"/>
                <a:cs typeface="Arial"/>
              </a:defRPr>
            </a:lvl3pPr>
            <a:lvl4pPr algn="r">
              <a:defRPr sz="1125" b="0">
                <a:solidFill>
                  <a:srgbClr val="000000"/>
                </a:solidFill>
                <a:latin typeface="Arial"/>
                <a:ea typeface="Arial"/>
                <a:cs typeface="Arial"/>
              </a:defRPr>
            </a:lvl4pPr>
            <a:lvl5pPr algn="r">
              <a:defRPr sz="1125" b="0">
                <a:solidFill>
                  <a:srgbClr val="000000"/>
                </a:solidFill>
                <a:latin typeface="Arial"/>
                <a:ea typeface="Arial"/>
                <a:cs typeface="Arial"/>
              </a:defRPr>
            </a:lvl5pPr>
            <a:lvl6pPr algn="r">
              <a:defRPr sz="1125" b="0">
                <a:solidFill>
                  <a:srgbClr val="000000"/>
                </a:solidFill>
                <a:latin typeface="Arial"/>
                <a:ea typeface="Arial"/>
                <a:cs typeface="Arial"/>
              </a:defRPr>
            </a:lvl6pPr>
            <a:lvl7pPr algn="r">
              <a:defRPr sz="1125" b="0">
                <a:solidFill>
                  <a:srgbClr val="000000"/>
                </a:solidFill>
                <a:latin typeface="Arial"/>
                <a:ea typeface="Arial"/>
                <a:cs typeface="Arial"/>
              </a:defRPr>
            </a:lvl7pPr>
            <a:lvl8pPr algn="r">
              <a:defRPr sz="1125" b="0">
                <a:solidFill>
                  <a:srgbClr val="000000"/>
                </a:solidFill>
                <a:latin typeface="Arial"/>
                <a:ea typeface="Arial"/>
                <a:cs typeface="Arial"/>
              </a:defRPr>
            </a:lvl8pPr>
            <a:lvl9pPr algn="r">
              <a:defRPr sz="1125" b="0">
                <a:solidFill>
                  <a:srgbClr val="000000"/>
                </a:solidFill>
                <a:latin typeface="Arial"/>
                <a:ea typeface="Arial"/>
                <a:cs typeface="Arial"/>
              </a:defRPr>
            </a:lvl9pPr>
          </a:lstStyle>
          <a:p>
            <a:pPr algn="r">
              <a:defRPr sz="1125" b="0">
                <a:solidFill>
                  <a:srgbClr val="000000"/>
                </a:solidFill>
                <a:latin typeface="Arial"/>
                <a:ea typeface="Arial"/>
                <a:cs typeface="Arial"/>
              </a:defRPr>
            </a:pPr>
            <a:r>
              <a:rPr sz="1125" b="0">
                <a:solidFill>
                  <a:srgbClr val="000000"/>
                </a:solidFill>
                <a:latin typeface="Arial"/>
                <a:ea typeface="Arial"/>
                <a:cs typeface="Arial"/>
              </a:rPr>
              <a:t>0.86</a:t>
            </a:r>
          </a:p>
        </p:txBody>
      </p:sp>
      <p:sp>
        <p:nvSpPr>
          <p:cNvPr id="94" name="text_093">
            <a:extLst>
              <a:ext uri="{FF2B5EF4-FFF2-40B4-BE49-F238E27FC236}">
                <ns2:creationId id="{A91FF0F8-E2C7-47D8-BF18-B9621B5682D1}"/>
              </a:ext>
            </a:extLst>
          </p:cNvPr>
          <p:cNvSpPr>
            <a:spLocks noGrp="1"/>
          </p:cNvSpPr>
          <p:nvPr/>
        </p:nvSpPr>
        <p:spPr>
          <a:xfrm>
            <a:off x="7696200" y="2400300"/>
            <a:ext cx="381000" cy="209550"/>
          </a:xfrm>
          <a:prstGeom prst="rect">
            <a:avLst/>
          </a:prstGeom>
          <a:noFill/>
          <a:ln w="0">
            <a:noFill/>
            <a:prstDash val="solid"/>
          </a:ln>
        </p:spPr>
        <p:txBody>
          <a:bodyPr wrap="none" lIns="0" tIns="0" rIns="0" bIns="0" anchor="t">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135</a:t>
            </a:r>
          </a:p>
        </p:txBody>
      </p:sp>
      <p:sp>
        <p:nvSpPr>
          <p:cNvPr id="95" name="text_094">
            <a:extLst>
              <a:ext uri="{FF2B5EF4-FFF2-40B4-BE49-F238E27FC236}">
                <ns2:creationId id="{5840AC1A-582E-4062-8A22-DCA1FF5E6BAE}"/>
              </a:ext>
            </a:extLst>
          </p:cNvPr>
          <p:cNvSpPr>
            <a:spLocks noGrp="1"/>
          </p:cNvSpPr>
          <p:nvPr/>
        </p:nvSpPr>
        <p:spPr>
          <a:xfrm>
            <a:off x="11125200" y="2400300"/>
            <a:ext cx="381000" cy="209550"/>
          </a:xfrm>
          <a:prstGeom prst="rect">
            <a:avLst/>
          </a:prstGeom>
          <a:noFill/>
          <a:ln w="0">
            <a:noFill/>
            <a:prstDash val="solid"/>
          </a:ln>
        </p:spPr>
        <p:txBody>
          <a:bodyPr wrap="none" lIns="0" tIns="0" rIns="0" bIns="0" anchor="t">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145</a:t>
            </a:r>
          </a:p>
        </p:txBody>
      </p:sp>
      <p:sp>
        <p:nvSpPr>
          <p:cNvPr id="96" name="path_095">
            <a:extLst>
              <a:ext uri="{FF2B5EF4-FFF2-40B4-BE49-F238E27FC236}">
                <ns2:creationId id="{B632B7C6-AF60-4DA6-9B2D-08C00357D3C7}"/>
              </a:ext>
            </a:extLst>
          </p:cNvPr>
          <p:cNvSpPr>
            <a:spLocks noGrp="1"/>
          </p:cNvSpPr>
          <p:nvPr/>
        </p:nvSpPr>
        <p:spPr>
          <a:xfrm>
            <a:off x="7886700" y="2142998"/>
            <a:ext cx="3429000" cy="157973"/>
          </a:xfrm>
          <a:custGeom>
            <a:pathLst>
              <a:path w="3429000" h="157973">
                <a:moveTo>
                  <a:pt x="0" y="155373"/>
                </a:moveTo>
                <a:lnTo>
                  <a:pt x="342900" y="6480"/>
                </a:lnTo>
                <a:lnTo>
                  <a:pt x="685800" y="98287"/>
                </a:lnTo>
                <a:lnTo>
                  <a:pt x="1028700" y="157973"/>
                </a:lnTo>
                <a:lnTo>
                  <a:pt x="1371600" y="155029"/>
                </a:lnTo>
                <a:lnTo>
                  <a:pt x="1714500" y="154996"/>
                </a:lnTo>
                <a:lnTo>
                  <a:pt x="2057400" y="155534"/>
                </a:lnTo>
                <a:lnTo>
                  <a:pt x="2400300" y="742"/>
                </a:lnTo>
                <a:lnTo>
                  <a:pt x="2743200" y="155233"/>
                </a:lnTo>
                <a:lnTo>
                  <a:pt x="3086100" y="0"/>
                </a:lnTo>
                <a:lnTo>
                  <a:pt x="3429000" y="1494"/>
                </a:lnTo>
              </a:path>
            </a:pathLst>
          </a:custGeom>
          <a:noFill/>
          <a:ln w="38100">
            <a:solidFill>
              <a:srgbClr val="FFFFFF"/>
            </a:solidFill>
            <a:prstDash val="solid"/>
          </a:ln>
        </p:spPr>
      </p:sp>
      <p:sp>
        <p:nvSpPr>
          <p:cNvPr id="97" name="tangaroa_R_track_432_trace">
            <a:extLst>
              <a:ext uri="{FF2B5EF4-FFF2-40B4-BE49-F238E27FC236}">
                <ns2:creationId id="{5569838C-67D1-4F8F-B642-99C669724205}"/>
              </a:ext>
            </a:extLst>
          </p:cNvPr>
          <p:cNvSpPr>
            <a:spLocks noGrp="1"/>
          </p:cNvSpPr>
          <p:nvPr/>
        </p:nvSpPr>
        <p:spPr>
          <a:xfrm>
            <a:off x="7886700" y="2142998"/>
            <a:ext cx="3429000" cy="157973"/>
          </a:xfrm>
          <a:custGeom>
            <a:pathLst>
              <a:path w="3429000" h="157973">
                <a:moveTo>
                  <a:pt x="0" y="155373"/>
                </a:moveTo>
                <a:lnTo>
                  <a:pt x="342900" y="6480"/>
                </a:lnTo>
                <a:lnTo>
                  <a:pt x="685800" y="98287"/>
                </a:lnTo>
                <a:lnTo>
                  <a:pt x="1028700" y="157973"/>
                </a:lnTo>
                <a:lnTo>
                  <a:pt x="1371600" y="155029"/>
                </a:lnTo>
                <a:lnTo>
                  <a:pt x="1714500" y="154996"/>
                </a:lnTo>
                <a:lnTo>
                  <a:pt x="2057400" y="155534"/>
                </a:lnTo>
                <a:lnTo>
                  <a:pt x="2400300" y="742"/>
                </a:lnTo>
                <a:lnTo>
                  <a:pt x="2743200" y="155233"/>
                </a:lnTo>
                <a:lnTo>
                  <a:pt x="3086100" y="0"/>
                </a:lnTo>
                <a:lnTo>
                  <a:pt x="3429000" y="1494"/>
                </a:lnTo>
              </a:path>
            </a:pathLst>
          </a:custGeom>
          <a:noFill/>
          <a:ln w="17145">
            <a:solidFill>
              <a:srgbClr val="0072B2"/>
            </a:solidFill>
            <a:prstDash val="solid"/>
          </a:ln>
        </p:spPr>
      </p:sp>
      <p:sp>
        <p:nvSpPr>
          <p:cNvPr id="98" name="tangaroa_R_true_reference_432">
            <a:extLst>
              <a:ext uri="{FF2B5EF4-FFF2-40B4-BE49-F238E27FC236}">
                <ns2:creationId id="{998523A5-FB5F-4279-AC8B-F8B9B0EAABDB}"/>
              </a:ext>
            </a:extLst>
          </p:cNvPr>
          <p:cNvSpPr>
            <a:spLocks noGrp="1"/>
          </p:cNvSpPr>
          <p:nvPr/>
        </p:nvSpPr>
        <p:spPr>
          <a:xfrm>
            <a:off x="7886700" y="2128854"/>
            <a:ext cx="3429000" cy="157170"/>
          </a:xfrm>
          <a:custGeom>
            <a:pathLst>
              <a:path w="3429000" h="157170">
                <a:moveTo>
                  <a:pt x="0" y="157170"/>
                </a:moveTo>
                <a:lnTo>
                  <a:pt x="342900" y="0"/>
                </a:lnTo>
                <a:lnTo>
                  <a:pt x="685800" y="93350"/>
                </a:lnTo>
                <a:lnTo>
                  <a:pt x="1028700" y="154973"/>
                </a:lnTo>
                <a:lnTo>
                  <a:pt x="1371600" y="154825"/>
                </a:lnTo>
                <a:lnTo>
                  <a:pt x="1714500" y="154825"/>
                </a:lnTo>
                <a:lnTo>
                  <a:pt x="2057400" y="154825"/>
                </a:lnTo>
                <a:lnTo>
                  <a:pt x="2400300" y="0"/>
                </a:lnTo>
                <a:lnTo>
                  <a:pt x="2743200" y="155508"/>
                </a:lnTo>
                <a:lnTo>
                  <a:pt x="3086100" y="0"/>
                </a:lnTo>
                <a:lnTo>
                  <a:pt x="3429000" y="0"/>
                </a:lnTo>
              </a:path>
            </a:pathLst>
          </a:custGeom>
          <a:noFill/>
          <a:ln w="9525">
            <a:solidFill>
              <a:srgbClr val="0072B2"/>
            </a:solidFill>
            <a:prstDash val="dash"/>
          </a:ln>
        </p:spPr>
      </p:sp>
      <p:sp>
        <p:nvSpPr>
          <p:cNvPr id="99" name="tangaroa_R_432_exact_anchor">
            <a:extLst>
              <a:ext uri="{FF2B5EF4-FFF2-40B4-BE49-F238E27FC236}">
                <ns2:creationId id="{0CE4C2B4-ADD2-408F-AA96-8876D06B2419}"/>
              </a:ext>
            </a:extLst>
          </p:cNvPr>
          <p:cNvSpPr>
            <a:spLocks noGrp="1"/>
          </p:cNvSpPr>
          <p:nvPr/>
        </p:nvSpPr>
        <p:spPr>
          <a:xfrm>
            <a:off x="9563100" y="2259894"/>
            <a:ext cx="76200" cy="76200"/>
          </a:xfrm>
          <a:prstGeom prst="ellipse">
            <a:avLst/>
          </a:prstGeom>
          <a:solidFill>
            <a:srgbClr val="FFFFFF"/>
          </a:solidFill>
          <a:ln w="17145">
            <a:solidFill>
              <a:srgbClr val="0072B2"/>
            </a:solidFill>
            <a:prstDash val="solid"/>
          </a:ln>
        </p:spPr>
      </p:sp>
      <p:sp>
        <p:nvSpPr>
          <p:cNvPr id="100" name="line_099">
            <a:extLst>
              <a:ext uri="{FF2B5EF4-FFF2-40B4-BE49-F238E27FC236}">
                <ns2:creationId id="{14FA1B31-83FC-409D-85D5-D9310AA64C76}"/>
              </a:ext>
            </a:extLst>
          </p:cNvPr>
          <p:cNvSpPr>
            <a:spLocks noGrp="1"/>
          </p:cNvSpPr>
          <p:nvPr/>
        </p:nvSpPr>
        <p:spPr>
          <a:xfrm>
            <a:off x="9601200" y="1619250"/>
            <a:ext cx="1943100" cy="678744"/>
          </a:xfrm>
          <a:custGeom>
            <a:pathLst>
              <a:path w="1943100" h="678744">
                <a:moveTo>
                  <a:pt x="0" y="678744"/>
                </a:moveTo>
                <a:lnTo>
                  <a:pt x="1943100" y="0"/>
                </a:lnTo>
              </a:path>
            </a:pathLst>
          </a:custGeom>
          <a:noFill/>
          <a:ln w="7620">
            <a:solidFill>
              <a:srgbClr val="0072B2"/>
            </a:solidFill>
            <a:prstDash val="solid"/>
          </a:ln>
        </p:spPr>
      </p:sp>
      <p:sp>
        <p:nvSpPr>
          <p:cNvPr id="101" name="text_100">
            <a:extLst>
              <a:ext uri="{FF2B5EF4-FFF2-40B4-BE49-F238E27FC236}">
                <ns2:creationId id="{01C0B0BE-75B6-4DE4-9453-083548895463}"/>
              </a:ext>
            </a:extLst>
          </p:cNvPr>
          <p:cNvSpPr>
            <a:spLocks noGrp="1"/>
          </p:cNvSpPr>
          <p:nvPr/>
        </p:nvSpPr>
        <p:spPr>
          <a:xfrm>
            <a:off x="11572875" y="1524000"/>
            <a:ext cx="266700" cy="209550"/>
          </a:xfrm>
          <a:prstGeom prst="rect">
            <a:avLst/>
          </a:prstGeom>
          <a:noFill/>
          <a:ln w="0">
            <a:noFill/>
            <a:prstDash val="solid"/>
          </a:ln>
        </p:spPr>
        <p:txBody>
          <a:bodyPr wrap="none" lIns="0" tIns="0" rIns="0" bIns="0" anchor="t">
            <a:noAutofit/>
          </a:bodyPr>
          <a:lstStyle>
            <a:defPPr algn="l">
              <a:defRPr sz="1275" b="1">
                <a:solidFill>
                  <a:srgbClr val="0072B2"/>
                </a:solidFill>
                <a:latin typeface="Arial"/>
                <a:ea typeface="Arial"/>
                <a:cs typeface="Arial"/>
              </a:defRPr>
            </a:defPPr>
            <a:lvl1pPr algn="l">
              <a:defRPr sz="1275" b="1">
                <a:solidFill>
                  <a:srgbClr val="0072B2"/>
                </a:solidFill>
                <a:latin typeface="Arial"/>
                <a:ea typeface="Arial"/>
                <a:cs typeface="Arial"/>
              </a:defRPr>
            </a:lvl1pPr>
            <a:lvl2pPr algn="l">
              <a:defRPr sz="1275" b="1">
                <a:solidFill>
                  <a:srgbClr val="0072B2"/>
                </a:solidFill>
                <a:latin typeface="Arial"/>
                <a:ea typeface="Arial"/>
                <a:cs typeface="Arial"/>
              </a:defRPr>
            </a:lvl2pPr>
            <a:lvl3pPr algn="l">
              <a:defRPr sz="1275" b="1">
                <a:solidFill>
                  <a:srgbClr val="0072B2"/>
                </a:solidFill>
                <a:latin typeface="Arial"/>
                <a:ea typeface="Arial"/>
                <a:cs typeface="Arial"/>
              </a:defRPr>
            </a:lvl3pPr>
            <a:lvl4pPr algn="l">
              <a:defRPr sz="1275" b="1">
                <a:solidFill>
                  <a:srgbClr val="0072B2"/>
                </a:solidFill>
                <a:latin typeface="Arial"/>
                <a:ea typeface="Arial"/>
                <a:cs typeface="Arial"/>
              </a:defRPr>
            </a:lvl4pPr>
            <a:lvl5pPr algn="l">
              <a:defRPr sz="1275" b="1">
                <a:solidFill>
                  <a:srgbClr val="0072B2"/>
                </a:solidFill>
                <a:latin typeface="Arial"/>
                <a:ea typeface="Arial"/>
                <a:cs typeface="Arial"/>
              </a:defRPr>
            </a:lvl5pPr>
            <a:lvl6pPr algn="l">
              <a:defRPr sz="1275" b="1">
                <a:solidFill>
                  <a:srgbClr val="0072B2"/>
                </a:solidFill>
                <a:latin typeface="Arial"/>
                <a:ea typeface="Arial"/>
                <a:cs typeface="Arial"/>
              </a:defRPr>
            </a:lvl6pPr>
            <a:lvl7pPr algn="l">
              <a:defRPr sz="1275" b="1">
                <a:solidFill>
                  <a:srgbClr val="0072B2"/>
                </a:solidFill>
                <a:latin typeface="Arial"/>
                <a:ea typeface="Arial"/>
                <a:cs typeface="Arial"/>
              </a:defRPr>
            </a:lvl7pPr>
            <a:lvl8pPr algn="l">
              <a:defRPr sz="1275" b="1">
                <a:solidFill>
                  <a:srgbClr val="0072B2"/>
                </a:solidFill>
                <a:latin typeface="Arial"/>
                <a:ea typeface="Arial"/>
                <a:cs typeface="Arial"/>
              </a:defRPr>
            </a:lvl8pPr>
            <a:lvl9pPr algn="l">
              <a:defRPr sz="1275" b="1">
                <a:solidFill>
                  <a:srgbClr val="0072B2"/>
                </a:solidFill>
                <a:latin typeface="Arial"/>
                <a:ea typeface="Arial"/>
                <a:cs typeface="Arial"/>
              </a:defRPr>
            </a:lvl9pPr>
          </a:lstStyle>
          <a:p>
            <a:pPr algn="l">
              <a:defRPr sz="1275" b="1">
                <a:solidFill>
                  <a:srgbClr val="0072B2"/>
                </a:solidFill>
                <a:latin typeface="Arial"/>
                <a:ea typeface="Arial"/>
                <a:cs typeface="Arial"/>
              </a:defRPr>
            </a:pPr>
            <a:r>
              <a:rPr sz="1275" b="1">
                <a:solidFill>
                  <a:srgbClr val="0072B2"/>
                </a:solidFill>
                <a:latin typeface="Arial"/>
                <a:ea typeface="Arial"/>
                <a:cs typeface="Arial"/>
              </a:rPr>
              <a:t>A</a:t>
            </a:r>
          </a:p>
        </p:txBody>
      </p:sp>
      <p:sp>
        <p:nvSpPr>
          <p:cNvPr id="102" name="path_101">
            <a:extLst>
              <a:ext uri="{FF2B5EF4-FFF2-40B4-BE49-F238E27FC236}">
                <ns2:creationId id="{98CA9818-6C16-4453-832B-089A64742E4D}"/>
              </a:ext>
            </a:extLst>
          </p:cNvPr>
          <p:cNvSpPr>
            <a:spLocks noGrp="1"/>
          </p:cNvSpPr>
          <p:nvPr/>
        </p:nvSpPr>
        <p:spPr>
          <a:xfrm>
            <a:off x="7886700" y="1546816"/>
            <a:ext cx="2057400" cy="55882"/>
          </a:xfrm>
          <a:custGeom>
            <a:pathLst>
              <a:path w="2057400" h="55882">
                <a:moveTo>
                  <a:pt x="0" y="31380"/>
                </a:moveTo>
                <a:lnTo>
                  <a:pt x="342900" y="33078"/>
                </a:lnTo>
                <a:lnTo>
                  <a:pt x="685800" y="26501"/>
                </a:lnTo>
                <a:lnTo>
                  <a:pt x="1028700" y="53303"/>
                </a:lnTo>
                <a:lnTo>
                  <a:pt x="1371600" y="55882"/>
                </a:lnTo>
                <a:lnTo>
                  <a:pt x="1714500" y="0"/>
                </a:lnTo>
                <a:lnTo>
                  <a:pt x="2057400" y="45361"/>
                </a:lnTo>
              </a:path>
            </a:pathLst>
          </a:custGeom>
          <a:noFill/>
          <a:ln w="38100">
            <a:solidFill>
              <a:srgbClr val="FFFFFF"/>
            </a:solidFill>
            <a:prstDash val="solid"/>
          </a:ln>
        </p:spPr>
      </p:sp>
      <p:sp>
        <p:nvSpPr>
          <p:cNvPr id="103" name="tangaroa_R_track_462_trace">
            <a:extLst>
              <a:ext uri="{FF2B5EF4-FFF2-40B4-BE49-F238E27FC236}">
                <ns2:creationId id="{5F8E9FE9-729E-4FA5-92B6-7294E6B67C5F}"/>
              </a:ext>
            </a:extLst>
          </p:cNvPr>
          <p:cNvSpPr>
            <a:spLocks noGrp="1"/>
          </p:cNvSpPr>
          <p:nvPr/>
        </p:nvSpPr>
        <p:spPr>
          <a:xfrm>
            <a:off x="7886700" y="1546816"/>
            <a:ext cx="2057400" cy="55882"/>
          </a:xfrm>
          <a:custGeom>
            <a:pathLst>
              <a:path w="2057400" h="55882">
                <a:moveTo>
                  <a:pt x="0" y="31380"/>
                </a:moveTo>
                <a:lnTo>
                  <a:pt x="342900" y="33078"/>
                </a:lnTo>
                <a:lnTo>
                  <a:pt x="685800" y="26501"/>
                </a:lnTo>
                <a:lnTo>
                  <a:pt x="1028700" y="53303"/>
                </a:lnTo>
                <a:lnTo>
                  <a:pt x="1371600" y="55882"/>
                </a:lnTo>
                <a:lnTo>
                  <a:pt x="1714500" y="0"/>
                </a:lnTo>
                <a:lnTo>
                  <a:pt x="2057400" y="45361"/>
                </a:lnTo>
              </a:path>
            </a:pathLst>
          </a:custGeom>
          <a:noFill/>
          <a:ln w="17145">
            <a:solidFill>
              <a:srgbClr val="D55E00"/>
            </a:solidFill>
            <a:prstDash val="solid"/>
          </a:ln>
        </p:spPr>
      </p:sp>
      <p:sp>
        <p:nvSpPr>
          <p:cNvPr id="104" name="tangaroa_R_true_reference_462">
            <a:extLst>
              <a:ext uri="{FF2B5EF4-FFF2-40B4-BE49-F238E27FC236}">
                <ns2:creationId id="{AD9702D7-CA2B-408A-A6F7-ACB0066A513E}"/>
              </a:ext>
            </a:extLst>
          </p:cNvPr>
          <p:cNvSpPr>
            <a:spLocks noGrp="1"/>
          </p:cNvSpPr>
          <p:nvPr/>
        </p:nvSpPr>
        <p:spPr>
          <a:xfrm>
            <a:off x="7886700" y="1561126"/>
            <a:ext cx="2057400" cy="57289"/>
          </a:xfrm>
          <a:custGeom>
            <a:pathLst>
              <a:path w="2057400" h="57289">
                <a:moveTo>
                  <a:pt x="0" y="40760"/>
                </a:moveTo>
                <a:lnTo>
                  <a:pt x="342900" y="39394"/>
                </a:lnTo>
                <a:lnTo>
                  <a:pt x="685800" y="31275"/>
                </a:lnTo>
                <a:lnTo>
                  <a:pt x="1028700" y="57289"/>
                </a:lnTo>
                <a:lnTo>
                  <a:pt x="1371600" y="55923"/>
                </a:lnTo>
                <a:lnTo>
                  <a:pt x="1714500" y="0"/>
                </a:lnTo>
                <a:lnTo>
                  <a:pt x="2057400" y="45903"/>
                </a:lnTo>
              </a:path>
            </a:pathLst>
          </a:custGeom>
          <a:noFill/>
          <a:ln w="9525">
            <a:solidFill>
              <a:srgbClr val="D55E00"/>
            </a:solidFill>
            <a:prstDash val="dash"/>
          </a:ln>
        </p:spPr>
      </p:sp>
      <p:sp>
        <p:nvSpPr>
          <p:cNvPr id="105" name="tangaroa_R_462_exact_anchor">
            <a:extLst>
              <a:ext uri="{FF2B5EF4-FFF2-40B4-BE49-F238E27FC236}">
                <ns2:creationId id="{ADEFD815-01A5-4CF1-9BB7-E095C042488C}"/>
              </a:ext>
            </a:extLst>
          </p:cNvPr>
          <p:cNvSpPr>
            <a:spLocks noGrp="1"/>
          </p:cNvSpPr>
          <p:nvPr/>
        </p:nvSpPr>
        <p:spPr>
          <a:xfrm>
            <a:off x="9563100" y="1508716"/>
            <a:ext cx="76200" cy="76200"/>
          </a:xfrm>
          <a:prstGeom prst="ellipse">
            <a:avLst/>
          </a:prstGeom>
          <a:solidFill>
            <a:srgbClr val="FFFFFF"/>
          </a:solidFill>
          <a:ln w="17145">
            <a:solidFill>
              <a:srgbClr val="D55E00"/>
            </a:solidFill>
            <a:prstDash val="solid"/>
          </a:ln>
        </p:spPr>
      </p:sp>
      <p:sp>
        <p:nvSpPr>
          <p:cNvPr id="106" name="line_105">
            <a:extLst>
              <a:ext uri="{FF2B5EF4-FFF2-40B4-BE49-F238E27FC236}">
                <ns2:creationId id="{5F870E91-6FCE-4BEC-9536-016E1594817D}"/>
              </a:ext>
            </a:extLst>
          </p:cNvPr>
          <p:cNvSpPr>
            <a:spLocks noGrp="1"/>
          </p:cNvSpPr>
          <p:nvPr/>
        </p:nvSpPr>
        <p:spPr>
          <a:xfrm>
            <a:off x="9601200" y="1546816"/>
            <a:ext cx="1943100" cy="307384"/>
          </a:xfrm>
          <a:custGeom>
            <a:pathLst>
              <a:path w="1943100" h="307384">
                <a:moveTo>
                  <a:pt x="0" y="0"/>
                </a:moveTo>
                <a:lnTo>
                  <a:pt x="1943100" y="307384"/>
                </a:lnTo>
              </a:path>
            </a:pathLst>
          </a:custGeom>
          <a:noFill/>
          <a:ln w="7620">
            <a:solidFill>
              <a:srgbClr val="D55E00"/>
            </a:solidFill>
            <a:prstDash val="solid"/>
          </a:ln>
        </p:spPr>
      </p:sp>
      <p:sp>
        <p:nvSpPr>
          <p:cNvPr id="107" name="text_106">
            <a:extLst>
              <a:ext uri="{FF2B5EF4-FFF2-40B4-BE49-F238E27FC236}">
                <ns2:creationId id="{FDD40E62-DC9B-4D0C-84ED-8A587B127EAD}"/>
              </a:ext>
            </a:extLst>
          </p:cNvPr>
          <p:cNvSpPr>
            <a:spLocks noGrp="1"/>
          </p:cNvSpPr>
          <p:nvPr/>
        </p:nvSpPr>
        <p:spPr>
          <a:xfrm>
            <a:off x="11572875" y="1758950"/>
            <a:ext cx="266700" cy="209550"/>
          </a:xfrm>
          <a:prstGeom prst="rect">
            <a:avLst/>
          </a:prstGeom>
          <a:noFill/>
          <a:ln w="0">
            <a:noFill/>
            <a:prstDash val="solid"/>
          </a:ln>
        </p:spPr>
        <p:txBody>
          <a:bodyPr wrap="none" lIns="0" tIns="0" rIns="0" bIns="0" anchor="t">
            <a:noAutofit/>
          </a:bodyPr>
          <a:lstStyle>
            <a:defPPr algn="l">
              <a:defRPr sz="1275" b="1">
                <a:solidFill>
                  <a:srgbClr val="D55E00"/>
                </a:solidFill>
                <a:latin typeface="Arial"/>
                <a:ea typeface="Arial"/>
                <a:cs typeface="Arial"/>
              </a:defRPr>
            </a:defPPr>
            <a:lvl1pPr algn="l">
              <a:defRPr sz="1275" b="1">
                <a:solidFill>
                  <a:srgbClr val="D55E00"/>
                </a:solidFill>
                <a:latin typeface="Arial"/>
                <a:ea typeface="Arial"/>
                <a:cs typeface="Arial"/>
              </a:defRPr>
            </a:lvl1pPr>
            <a:lvl2pPr algn="l">
              <a:defRPr sz="1275" b="1">
                <a:solidFill>
                  <a:srgbClr val="D55E00"/>
                </a:solidFill>
                <a:latin typeface="Arial"/>
                <a:ea typeface="Arial"/>
                <a:cs typeface="Arial"/>
              </a:defRPr>
            </a:lvl2pPr>
            <a:lvl3pPr algn="l">
              <a:defRPr sz="1275" b="1">
                <a:solidFill>
                  <a:srgbClr val="D55E00"/>
                </a:solidFill>
                <a:latin typeface="Arial"/>
                <a:ea typeface="Arial"/>
                <a:cs typeface="Arial"/>
              </a:defRPr>
            </a:lvl3pPr>
            <a:lvl4pPr algn="l">
              <a:defRPr sz="1275" b="1">
                <a:solidFill>
                  <a:srgbClr val="D55E00"/>
                </a:solidFill>
                <a:latin typeface="Arial"/>
                <a:ea typeface="Arial"/>
                <a:cs typeface="Arial"/>
              </a:defRPr>
            </a:lvl4pPr>
            <a:lvl5pPr algn="l">
              <a:defRPr sz="1275" b="1">
                <a:solidFill>
                  <a:srgbClr val="D55E00"/>
                </a:solidFill>
                <a:latin typeface="Arial"/>
                <a:ea typeface="Arial"/>
                <a:cs typeface="Arial"/>
              </a:defRPr>
            </a:lvl5pPr>
            <a:lvl6pPr algn="l">
              <a:defRPr sz="1275" b="1">
                <a:solidFill>
                  <a:srgbClr val="D55E00"/>
                </a:solidFill>
                <a:latin typeface="Arial"/>
                <a:ea typeface="Arial"/>
                <a:cs typeface="Arial"/>
              </a:defRPr>
            </a:lvl6pPr>
            <a:lvl7pPr algn="l">
              <a:defRPr sz="1275" b="1">
                <a:solidFill>
                  <a:srgbClr val="D55E00"/>
                </a:solidFill>
                <a:latin typeface="Arial"/>
                <a:ea typeface="Arial"/>
                <a:cs typeface="Arial"/>
              </a:defRPr>
            </a:lvl7pPr>
            <a:lvl8pPr algn="l">
              <a:defRPr sz="1275" b="1">
                <a:solidFill>
                  <a:srgbClr val="D55E00"/>
                </a:solidFill>
                <a:latin typeface="Arial"/>
                <a:ea typeface="Arial"/>
                <a:cs typeface="Arial"/>
              </a:defRPr>
            </a:lvl8pPr>
            <a:lvl9pPr algn="l">
              <a:defRPr sz="1275" b="1">
                <a:solidFill>
                  <a:srgbClr val="D55E00"/>
                </a:solidFill>
                <a:latin typeface="Arial"/>
                <a:ea typeface="Arial"/>
                <a:cs typeface="Arial"/>
              </a:defRPr>
            </a:lvl9pPr>
          </a:lstStyle>
          <a:p>
            <a:pPr algn="l">
              <a:defRPr sz="1275" b="1">
                <a:solidFill>
                  <a:srgbClr val="D55E00"/>
                </a:solidFill>
                <a:latin typeface="Arial"/>
                <a:ea typeface="Arial"/>
                <a:cs typeface="Arial"/>
              </a:defRPr>
            </a:pPr>
            <a:r>
              <a:rPr sz="1275" b="1">
                <a:solidFill>
                  <a:srgbClr val="D55E00"/>
                </a:solidFill>
                <a:latin typeface="Arial"/>
                <a:ea typeface="Arial"/>
                <a:cs typeface="Arial"/>
              </a:rPr>
              <a:t>B</a:t>
            </a:r>
          </a:p>
        </p:txBody>
      </p:sp>
      <p:sp>
        <p:nvSpPr>
          <p:cNvPr id="108" name="path_107">
            <a:extLst>
              <a:ext uri="{FF2B5EF4-FFF2-40B4-BE49-F238E27FC236}">
                <ns2:creationId id="{8081C5B6-A520-488F-91F6-9254BA45A3A5}"/>
              </a:ext>
            </a:extLst>
          </p:cNvPr>
          <p:cNvSpPr>
            <a:spLocks noGrp="1"/>
          </p:cNvSpPr>
          <p:nvPr/>
        </p:nvSpPr>
        <p:spPr>
          <a:xfrm>
            <a:off x="7886700" y="1874669"/>
            <a:ext cx="3429000" cy="60320"/>
          </a:xfrm>
          <a:custGeom>
            <a:pathLst>
              <a:path w="3429000" h="60320">
                <a:moveTo>
                  <a:pt x="0" y="47521"/>
                </a:moveTo>
                <a:lnTo>
                  <a:pt x="342900" y="45382"/>
                </a:lnTo>
                <a:lnTo>
                  <a:pt x="685800" y="46919"/>
                </a:lnTo>
                <a:lnTo>
                  <a:pt x="1028700" y="40966"/>
                </a:lnTo>
                <a:lnTo>
                  <a:pt x="1371600" y="60320"/>
                </a:lnTo>
                <a:lnTo>
                  <a:pt x="1714500" y="52314"/>
                </a:lnTo>
                <a:lnTo>
                  <a:pt x="2057400" y="51089"/>
                </a:lnTo>
                <a:lnTo>
                  <a:pt x="2400300" y="41793"/>
                </a:lnTo>
                <a:lnTo>
                  <a:pt x="2743200" y="0"/>
                </a:lnTo>
                <a:lnTo>
                  <a:pt x="3086100" y="14099"/>
                </a:lnTo>
                <a:lnTo>
                  <a:pt x="3429000" y="34690"/>
                </a:lnTo>
              </a:path>
            </a:pathLst>
          </a:custGeom>
          <a:noFill/>
          <a:ln w="38100">
            <a:solidFill>
              <a:srgbClr val="FFFFFF"/>
            </a:solidFill>
            <a:prstDash val="solid"/>
          </a:ln>
        </p:spPr>
      </p:sp>
      <p:sp>
        <p:nvSpPr>
          <p:cNvPr id="109" name="tangaroa_R_track_388_trace">
            <a:extLst>
              <a:ext uri="{FF2B5EF4-FFF2-40B4-BE49-F238E27FC236}">
                <ns2:creationId id="{42BCE030-FAF9-44B4-B085-E445B64EF52B}"/>
              </a:ext>
            </a:extLst>
          </p:cNvPr>
          <p:cNvSpPr>
            <a:spLocks noGrp="1"/>
          </p:cNvSpPr>
          <p:nvPr/>
        </p:nvSpPr>
        <p:spPr>
          <a:xfrm>
            <a:off x="7886700" y="1874669"/>
            <a:ext cx="3429000" cy="60320"/>
          </a:xfrm>
          <a:custGeom>
            <a:pathLst>
              <a:path w="3429000" h="60320">
                <a:moveTo>
                  <a:pt x="0" y="47521"/>
                </a:moveTo>
                <a:lnTo>
                  <a:pt x="342900" y="45382"/>
                </a:lnTo>
                <a:lnTo>
                  <a:pt x="685800" y="46919"/>
                </a:lnTo>
                <a:lnTo>
                  <a:pt x="1028700" y="40966"/>
                </a:lnTo>
                <a:lnTo>
                  <a:pt x="1371600" y="60320"/>
                </a:lnTo>
                <a:lnTo>
                  <a:pt x="1714500" y="52314"/>
                </a:lnTo>
                <a:lnTo>
                  <a:pt x="2057400" y="51089"/>
                </a:lnTo>
                <a:lnTo>
                  <a:pt x="2400300" y="41793"/>
                </a:lnTo>
                <a:lnTo>
                  <a:pt x="2743200" y="0"/>
                </a:lnTo>
                <a:lnTo>
                  <a:pt x="3086100" y="14099"/>
                </a:lnTo>
                <a:lnTo>
                  <a:pt x="3429000" y="34690"/>
                </a:lnTo>
              </a:path>
            </a:pathLst>
          </a:custGeom>
          <a:noFill/>
          <a:ln w="17145">
            <a:solidFill>
              <a:srgbClr val="009E73"/>
            </a:solidFill>
            <a:prstDash val="solid"/>
          </a:ln>
        </p:spPr>
      </p:sp>
      <p:sp>
        <p:nvSpPr>
          <p:cNvPr id="110" name="tangaroa_R_true_reference_388">
            <a:extLst>
              <a:ext uri="{FF2B5EF4-FFF2-40B4-BE49-F238E27FC236}">
                <ns2:creationId id="{BFF28304-8C69-4564-BA04-AC325BF31586}"/>
              </a:ext>
            </a:extLst>
          </p:cNvPr>
          <p:cNvSpPr>
            <a:spLocks noGrp="1"/>
          </p:cNvSpPr>
          <p:nvPr/>
        </p:nvSpPr>
        <p:spPr>
          <a:xfrm>
            <a:off x="7886700" y="1883558"/>
            <a:ext cx="3429000" cy="65782"/>
          </a:xfrm>
          <a:custGeom>
            <a:pathLst>
              <a:path w="3429000" h="65782">
                <a:moveTo>
                  <a:pt x="0" y="52424"/>
                </a:moveTo>
                <a:lnTo>
                  <a:pt x="342900" y="51741"/>
                </a:lnTo>
                <a:lnTo>
                  <a:pt x="685800" y="51058"/>
                </a:lnTo>
                <a:lnTo>
                  <a:pt x="1028700" y="50375"/>
                </a:lnTo>
                <a:lnTo>
                  <a:pt x="1371600" y="65782"/>
                </a:lnTo>
                <a:lnTo>
                  <a:pt x="1714500" y="57737"/>
                </a:lnTo>
                <a:lnTo>
                  <a:pt x="2057400" y="57054"/>
                </a:lnTo>
                <a:lnTo>
                  <a:pt x="2400300" y="47790"/>
                </a:lnTo>
                <a:lnTo>
                  <a:pt x="2743200" y="0"/>
                </a:lnTo>
                <a:lnTo>
                  <a:pt x="3086100" y="19353"/>
                </a:lnTo>
                <a:lnTo>
                  <a:pt x="3429000" y="41439"/>
                </a:lnTo>
              </a:path>
            </a:pathLst>
          </a:custGeom>
          <a:noFill/>
          <a:ln w="9525">
            <a:solidFill>
              <a:srgbClr val="009E73"/>
            </a:solidFill>
            <a:prstDash val="dash"/>
          </a:ln>
        </p:spPr>
      </p:sp>
      <p:sp>
        <p:nvSpPr>
          <p:cNvPr id="111" name="tangaroa_R_388_exact_anchor">
            <a:extLst>
              <a:ext uri="{FF2B5EF4-FFF2-40B4-BE49-F238E27FC236}">
                <ns2:creationId id="{8E495272-4FAD-430E-8258-1041E078C542}"/>
              </a:ext>
            </a:extLst>
          </p:cNvPr>
          <p:cNvSpPr>
            <a:spLocks noGrp="1"/>
          </p:cNvSpPr>
          <p:nvPr/>
        </p:nvSpPr>
        <p:spPr>
          <a:xfrm>
            <a:off x="9563100" y="1888883"/>
            <a:ext cx="76200" cy="76200"/>
          </a:xfrm>
          <a:prstGeom prst="ellipse">
            <a:avLst/>
          </a:prstGeom>
          <a:solidFill>
            <a:srgbClr val="FFFFFF"/>
          </a:solidFill>
          <a:ln w="17145">
            <a:solidFill>
              <a:srgbClr val="009E73"/>
            </a:solidFill>
            <a:prstDash val="solid"/>
          </a:ln>
        </p:spPr>
      </p:sp>
      <p:sp>
        <p:nvSpPr>
          <p:cNvPr id="112" name="line_111">
            <a:extLst>
              <a:ext uri="{FF2B5EF4-FFF2-40B4-BE49-F238E27FC236}">
                <ns2:creationId id="{D63552CF-215F-4F29-B809-C4BEE771DE64}"/>
              </a:ext>
            </a:extLst>
          </p:cNvPr>
          <p:cNvSpPr>
            <a:spLocks noGrp="1"/>
          </p:cNvSpPr>
          <p:nvPr/>
        </p:nvSpPr>
        <p:spPr>
          <a:xfrm>
            <a:off x="9601200" y="1926983"/>
            <a:ext cx="1943100" cy="162167"/>
          </a:xfrm>
          <a:custGeom>
            <a:pathLst>
              <a:path w="1943100" h="162167">
                <a:moveTo>
                  <a:pt x="0" y="0"/>
                </a:moveTo>
                <a:lnTo>
                  <a:pt x="1943100" y="162167"/>
                </a:lnTo>
              </a:path>
            </a:pathLst>
          </a:custGeom>
          <a:noFill/>
          <a:ln w="7620">
            <a:solidFill>
              <a:srgbClr val="009E73"/>
            </a:solidFill>
            <a:prstDash val="solid"/>
          </a:ln>
        </p:spPr>
      </p:sp>
      <p:sp>
        <p:nvSpPr>
          <p:cNvPr id="113" name="text_112">
            <a:extLst>
              <a:ext uri="{FF2B5EF4-FFF2-40B4-BE49-F238E27FC236}">
                <ns2:creationId id="{13E02EFE-CCFC-480C-8C19-D6BE60A06DD8}"/>
              </a:ext>
            </a:extLst>
          </p:cNvPr>
          <p:cNvSpPr>
            <a:spLocks noGrp="1"/>
          </p:cNvSpPr>
          <p:nvPr/>
        </p:nvSpPr>
        <p:spPr>
          <a:xfrm>
            <a:off x="11572875" y="1993900"/>
            <a:ext cx="266700" cy="209550"/>
          </a:xfrm>
          <a:prstGeom prst="rect">
            <a:avLst/>
          </a:prstGeom>
          <a:noFill/>
          <a:ln w="0">
            <a:noFill/>
            <a:prstDash val="solid"/>
          </a:ln>
        </p:spPr>
        <p:txBody>
          <a:bodyPr wrap="none" lIns="0" tIns="0" rIns="0" bIns="0" anchor="t">
            <a:noAutofit/>
          </a:bodyPr>
          <a:lstStyle>
            <a:defPPr algn="l">
              <a:defRPr sz="1275" b="1">
                <a:solidFill>
                  <a:srgbClr val="009E73"/>
                </a:solidFill>
                <a:latin typeface="Arial"/>
                <a:ea typeface="Arial"/>
                <a:cs typeface="Arial"/>
              </a:defRPr>
            </a:defPPr>
            <a:lvl1pPr algn="l">
              <a:defRPr sz="1275" b="1">
                <a:solidFill>
                  <a:srgbClr val="009E73"/>
                </a:solidFill>
                <a:latin typeface="Arial"/>
                <a:ea typeface="Arial"/>
                <a:cs typeface="Arial"/>
              </a:defRPr>
            </a:lvl1pPr>
            <a:lvl2pPr algn="l">
              <a:defRPr sz="1275" b="1">
                <a:solidFill>
                  <a:srgbClr val="009E73"/>
                </a:solidFill>
                <a:latin typeface="Arial"/>
                <a:ea typeface="Arial"/>
                <a:cs typeface="Arial"/>
              </a:defRPr>
            </a:lvl2pPr>
            <a:lvl3pPr algn="l">
              <a:defRPr sz="1275" b="1">
                <a:solidFill>
                  <a:srgbClr val="009E73"/>
                </a:solidFill>
                <a:latin typeface="Arial"/>
                <a:ea typeface="Arial"/>
                <a:cs typeface="Arial"/>
              </a:defRPr>
            </a:lvl3pPr>
            <a:lvl4pPr algn="l">
              <a:defRPr sz="1275" b="1">
                <a:solidFill>
                  <a:srgbClr val="009E73"/>
                </a:solidFill>
                <a:latin typeface="Arial"/>
                <a:ea typeface="Arial"/>
                <a:cs typeface="Arial"/>
              </a:defRPr>
            </a:lvl4pPr>
            <a:lvl5pPr algn="l">
              <a:defRPr sz="1275" b="1">
                <a:solidFill>
                  <a:srgbClr val="009E73"/>
                </a:solidFill>
                <a:latin typeface="Arial"/>
                <a:ea typeface="Arial"/>
                <a:cs typeface="Arial"/>
              </a:defRPr>
            </a:lvl5pPr>
            <a:lvl6pPr algn="l">
              <a:defRPr sz="1275" b="1">
                <a:solidFill>
                  <a:srgbClr val="009E73"/>
                </a:solidFill>
                <a:latin typeface="Arial"/>
                <a:ea typeface="Arial"/>
                <a:cs typeface="Arial"/>
              </a:defRPr>
            </a:lvl6pPr>
            <a:lvl7pPr algn="l">
              <a:defRPr sz="1275" b="1">
                <a:solidFill>
                  <a:srgbClr val="009E73"/>
                </a:solidFill>
                <a:latin typeface="Arial"/>
                <a:ea typeface="Arial"/>
                <a:cs typeface="Arial"/>
              </a:defRPr>
            </a:lvl7pPr>
            <a:lvl8pPr algn="l">
              <a:defRPr sz="1275" b="1">
                <a:solidFill>
                  <a:srgbClr val="009E73"/>
                </a:solidFill>
                <a:latin typeface="Arial"/>
                <a:ea typeface="Arial"/>
                <a:cs typeface="Arial"/>
              </a:defRPr>
            </a:lvl8pPr>
            <a:lvl9pPr algn="l">
              <a:defRPr sz="1275" b="1">
                <a:solidFill>
                  <a:srgbClr val="009E73"/>
                </a:solidFill>
                <a:latin typeface="Arial"/>
                <a:ea typeface="Arial"/>
                <a:cs typeface="Arial"/>
              </a:defRPr>
            </a:lvl9pPr>
          </a:lstStyle>
          <a:p>
            <a:pPr algn="l">
              <a:defRPr sz="1275" b="1">
                <a:solidFill>
                  <a:srgbClr val="009E73"/>
                </a:solidFill>
                <a:latin typeface="Arial"/>
                <a:ea typeface="Arial"/>
                <a:cs typeface="Arial"/>
              </a:defRPr>
            </a:pPr>
            <a:r>
              <a:rPr sz="1275" b="1">
                <a:solidFill>
                  <a:srgbClr val="009E73"/>
                </a:solidFill>
                <a:latin typeface="Arial"/>
                <a:ea typeface="Arial"/>
                <a:cs typeface="Arial"/>
              </a:rPr>
              <a:t>C</a:t>
            </a:r>
          </a:p>
        </p:txBody>
      </p:sp>
      <p:sp>
        <p:nvSpPr>
          <p:cNvPr id="114" name="rect_113">
            <a:extLst>
              <a:ext uri="{FF2B5EF4-FFF2-40B4-BE49-F238E27FC236}">
                <ns2:creationId id="{9B44DECD-AC15-468F-8F3C-6C1B7D0D9266}"/>
              </a:ext>
            </a:extLst>
          </p:cNvPr>
          <p:cNvSpPr>
            <a:spLocks noGrp="1"/>
          </p:cNvSpPr>
          <p:nvPr/>
        </p:nvSpPr>
        <p:spPr>
          <a:xfrm>
            <a:off x="5029911" y="1476375"/>
            <a:ext cx="322144" cy="895350"/>
          </a:xfrm>
          <a:prstGeom prst="rect">
            <a:avLst/>
          </a:prstGeom>
          <a:noFill/>
          <a:ln w="11430">
            <a:solidFill>
              <a:srgbClr val="263238"/>
            </a:solidFill>
            <a:prstDash val="solid"/>
          </a:ln>
        </p:spPr>
      </p:sp>
      <p:sp>
        <p:nvSpPr>
          <p:cNvPr id="10000" name="Volume label: (c) 3D source snapshots">
            <a:extLst>
              <a:ext uri="{FF2B5EF4-FFF2-40B4-BE49-F238E27FC236}">
                <ns2:creationId id="{023834A2-F4E2-4CF9-A301-7D4E0569B22B}"/>
              </a:ext>
            </a:extLst>
          </p:cNvPr>
          <p:cNvSpPr>
            <a:spLocks noGrp="1"/>
          </p:cNvSpPr>
          <p:nvPr/>
        </p:nvSpPr>
        <p:spPr>
          <a:xfrm>
            <a:off x="76200" y="2647950"/>
            <a:ext cx="5715000" cy="247650"/>
          </a:xfrm>
          <a:prstGeom prst="rect">
            <a:avLst/>
          </a:prstGeom>
          <a:noFill/>
          <a:ln w="0">
            <a:noFill/>
          </a:ln>
        </p:spPr>
        <p:txBody>
          <a:bodyPr wrap="none" lIns="0" tIns="0" rIns="0" bIns="0" anchor="ctr">
            <a:noAutofit/>
          </a:bodyPr>
          <a:lstStyle>
            <a:defPPr algn="l">
              <a:defRPr sz="1425" b="1">
                <a:solidFill>
                  <a:srgbClr val="000000"/>
                </a:solidFill>
                <a:latin typeface="Arial"/>
                <a:ea typeface="Arial"/>
                <a:cs typeface="Arial"/>
              </a:defRPr>
            </a:defPPr>
            <a:lvl1pPr algn="l">
              <a:defRPr sz="1425" b="1">
                <a:solidFill>
                  <a:srgbClr val="000000"/>
                </a:solidFill>
                <a:latin typeface="Arial"/>
                <a:ea typeface="Arial"/>
                <a:cs typeface="Arial"/>
              </a:defRPr>
            </a:lvl1pPr>
            <a:lvl2pPr algn="l">
              <a:defRPr sz="1425" b="1">
                <a:solidFill>
                  <a:srgbClr val="000000"/>
                </a:solidFill>
                <a:latin typeface="Arial"/>
                <a:ea typeface="Arial"/>
                <a:cs typeface="Arial"/>
              </a:defRPr>
            </a:lvl2pPr>
            <a:lvl3pPr algn="l">
              <a:defRPr sz="1425" b="1">
                <a:solidFill>
                  <a:srgbClr val="000000"/>
                </a:solidFill>
                <a:latin typeface="Arial"/>
                <a:ea typeface="Arial"/>
                <a:cs typeface="Arial"/>
              </a:defRPr>
            </a:lvl3pPr>
            <a:lvl4pPr algn="l">
              <a:defRPr sz="1425" b="1">
                <a:solidFill>
                  <a:srgbClr val="000000"/>
                </a:solidFill>
                <a:latin typeface="Arial"/>
                <a:ea typeface="Arial"/>
                <a:cs typeface="Arial"/>
              </a:defRPr>
            </a:lvl4pPr>
            <a:lvl5pPr algn="l">
              <a:defRPr sz="1425" b="1">
                <a:solidFill>
                  <a:srgbClr val="000000"/>
                </a:solidFill>
                <a:latin typeface="Arial"/>
                <a:ea typeface="Arial"/>
                <a:cs typeface="Arial"/>
              </a:defRPr>
            </a:lvl5pPr>
            <a:lvl6pPr algn="l">
              <a:defRPr sz="1425" b="1">
                <a:solidFill>
                  <a:srgbClr val="000000"/>
                </a:solidFill>
                <a:latin typeface="Arial"/>
                <a:ea typeface="Arial"/>
                <a:cs typeface="Arial"/>
              </a:defRPr>
            </a:lvl6pPr>
            <a:lvl7pPr algn="l">
              <a:defRPr sz="1425" b="1">
                <a:solidFill>
                  <a:srgbClr val="000000"/>
                </a:solidFill>
                <a:latin typeface="Arial"/>
                <a:ea typeface="Arial"/>
                <a:cs typeface="Arial"/>
              </a:defRPr>
            </a:lvl7pPr>
            <a:lvl8pPr algn="l">
              <a:defRPr sz="1425" b="1">
                <a:solidFill>
                  <a:srgbClr val="000000"/>
                </a:solidFill>
                <a:latin typeface="Arial"/>
                <a:ea typeface="Arial"/>
                <a:cs typeface="Arial"/>
              </a:defRPr>
            </a:lvl8pPr>
            <a:lvl9pPr algn="l">
              <a:defRPr sz="1425" b="1">
                <a:solidFill>
                  <a:srgbClr val="000000"/>
                </a:solidFill>
                <a:latin typeface="Arial"/>
                <a:ea typeface="Arial"/>
                <a:cs typeface="Arial"/>
              </a:defRPr>
            </a:lvl9pPr>
          </a:lstStyle>
          <a:p>
            <a:pPr algn="l">
              <a:defRPr sz="1425" b="1">
                <a:solidFill>
                  <a:srgbClr val="000000"/>
                </a:solidFill>
                <a:latin typeface="Arial"/>
                <a:ea typeface="Arial"/>
                <a:cs typeface="Arial"/>
              </a:defRPr>
            </a:pPr>
            <a:r>
              <a:rPr sz="1425" b="1">
                <a:solidFill>
                  <a:srgbClr val="000000"/>
                </a:solidFill>
                <a:latin typeface="Arial"/>
                <a:ea typeface="Arial"/>
                <a:cs typeface="Arial"/>
              </a:rPr>
              <a:t>(c) 3D source snapshots</a:t>
            </a:r>
          </a:p>
        </p:txBody>
      </p:sp>
      <p:sp>
        <p:nvSpPr>
          <p:cNvPr id="10001" name="Volume label: f139   t = 1.39">
            <a:extLst>
              <a:ext uri="{FF2B5EF4-FFF2-40B4-BE49-F238E27FC236}">
                <ns2:creationId id="{B2328D20-DB62-42DC-96BA-4BD5DE02864D}"/>
              </a:ext>
            </a:extLst>
          </p:cNvPr>
          <p:cNvSpPr>
            <a:spLocks noGrp="1"/>
          </p:cNvSpPr>
          <p:nvPr/>
        </p:nvSpPr>
        <p:spPr>
          <a:xfrm>
            <a:off x="152400" y="2914650"/>
            <a:ext cx="3771900" cy="218661"/>
          </a:xfrm>
          <a:prstGeom prst="rect">
            <a:avLst/>
          </a:prstGeom>
          <a:noFill/>
          <a:ln w="0">
            <a:noFill/>
          </a:ln>
        </p:spPr>
        <p:txBody>
          <a:bodyPr wrap="none" lIns="0" tIns="0" rIns="0" bIns="0" anchor="ctr">
            <a:noAutofit/>
          </a:bodyPr>
          <a:lstStyle>
            <a:defPPr algn="l">
              <a:defRPr sz="1435" b="1">
                <a:solidFill>
                  <a:srgbClr val="000000"/>
                </a:solidFill>
                <a:latin typeface="Arial"/>
                <a:ea typeface="Arial"/>
                <a:cs typeface="Arial"/>
              </a:defRPr>
            </a:defPPr>
            <a:lvl1pPr algn="l">
              <a:defRPr sz="1435" b="1">
                <a:solidFill>
                  <a:srgbClr val="000000"/>
                </a:solidFill>
                <a:latin typeface="Arial"/>
                <a:ea typeface="Arial"/>
                <a:cs typeface="Arial"/>
              </a:defRPr>
            </a:lvl1pPr>
            <a:lvl2pPr algn="l">
              <a:defRPr sz="1435" b="1">
                <a:solidFill>
                  <a:srgbClr val="000000"/>
                </a:solidFill>
                <a:latin typeface="Arial"/>
                <a:ea typeface="Arial"/>
                <a:cs typeface="Arial"/>
              </a:defRPr>
            </a:lvl2pPr>
            <a:lvl3pPr algn="l">
              <a:defRPr sz="1435" b="1">
                <a:solidFill>
                  <a:srgbClr val="000000"/>
                </a:solidFill>
                <a:latin typeface="Arial"/>
                <a:ea typeface="Arial"/>
                <a:cs typeface="Arial"/>
              </a:defRPr>
            </a:lvl3pPr>
            <a:lvl4pPr algn="l">
              <a:defRPr sz="1435" b="1">
                <a:solidFill>
                  <a:srgbClr val="000000"/>
                </a:solidFill>
                <a:latin typeface="Arial"/>
                <a:ea typeface="Arial"/>
                <a:cs typeface="Arial"/>
              </a:defRPr>
            </a:lvl4pPr>
            <a:lvl5pPr algn="l">
              <a:defRPr sz="1435" b="1">
                <a:solidFill>
                  <a:srgbClr val="000000"/>
                </a:solidFill>
                <a:latin typeface="Arial"/>
                <a:ea typeface="Arial"/>
                <a:cs typeface="Arial"/>
              </a:defRPr>
            </a:lvl5pPr>
            <a:lvl6pPr algn="l">
              <a:defRPr sz="1435" b="1">
                <a:solidFill>
                  <a:srgbClr val="000000"/>
                </a:solidFill>
                <a:latin typeface="Arial"/>
                <a:ea typeface="Arial"/>
                <a:cs typeface="Arial"/>
              </a:defRPr>
            </a:lvl6pPr>
            <a:lvl7pPr algn="l">
              <a:defRPr sz="1435" b="1">
                <a:solidFill>
                  <a:srgbClr val="000000"/>
                </a:solidFill>
                <a:latin typeface="Arial"/>
                <a:ea typeface="Arial"/>
                <a:cs typeface="Arial"/>
              </a:defRPr>
            </a:lvl7pPr>
            <a:lvl8pPr algn="l">
              <a:defRPr sz="1435" b="1">
                <a:solidFill>
                  <a:srgbClr val="000000"/>
                </a:solidFill>
                <a:latin typeface="Arial"/>
                <a:ea typeface="Arial"/>
                <a:cs typeface="Arial"/>
              </a:defRPr>
            </a:lvl8pPr>
            <a:lvl9pPr algn="l">
              <a:defRPr sz="1435" b="1">
                <a:solidFill>
                  <a:srgbClr val="000000"/>
                </a:solidFill>
                <a:latin typeface="Arial"/>
                <a:ea typeface="Arial"/>
                <a:cs typeface="Arial"/>
              </a:defRPr>
            </a:lvl9pPr>
          </a:lstStyle>
          <a:p>
            <a:pPr algn="l">
              <a:defRPr sz="1435" b="1">
                <a:solidFill>
                  <a:srgbClr val="000000"/>
                </a:solidFill>
                <a:latin typeface="Arial"/>
                <a:ea typeface="Arial"/>
                <a:cs typeface="Arial"/>
              </a:defRPr>
            </a:pPr>
            <a:r>
              <a:rPr sz="1435" b="1">
                <a:solidFill>
                  <a:srgbClr val="000000"/>
                </a:solidFill>
                <a:latin typeface="Arial"/>
                <a:ea typeface="Arial"/>
                <a:cs typeface="Arial"/>
              </a:rPr>
              <a:t>Frame 139</a:t>
            </a:r>
          </a:p>
        </p:txBody>
      </p:sp>
      <p:pic>
        <p:nvPicPr>
          <p:cNvPr id="10002" name="">
            <a:extLst>
              <a:ext uri="{FF2B5EF4-FFF2-40B4-BE49-F238E27FC236}">
                <ns2:creationId id="{C41B4F29-2D4B-4330-8906-1FF04661916C}"/>
              </a:ext>
            </a:extLst>
          </p:cNvPr>
          <p:cNvPicPr>
            <a:picLocks noChangeAspect="1"/>
          </p:cNvPicPr>
          <p:nvPr/>
        </p:nvPicPr>
        <p:blipFill>
          <a:blip ns3:embed="FrameView_R2a7a041d5050447c"/>
          <a:stretch/>
        </p:blipFill>
        <p:spPr>
          <a:xfrm>
            <a:off x="152400" y="3169754"/>
            <a:ext cx="3771900" cy="1374648"/>
          </a:xfrm>
          <a:prstGeom prst="rect">
            <a:avLst/>
          </a:prstGeom>
        </p:spPr>
      </p:pic>
      <p:sp>
        <p:nvSpPr>
          <p:cNvPr id="10003" name="Domain frame f139: corner 0-1">
            <a:extLst>
              <a:ext uri="{FF2B5EF4-FFF2-40B4-BE49-F238E27FC236}">
                <ns2:creationId id="{B85115DD-497C-4AE5-A1E9-9CE95AF60BCB}"/>
              </a:ext>
            </a:extLst>
          </p:cNvPr>
          <p:cNvSpPr>
            <a:spLocks noGrp="1"/>
          </p:cNvSpPr>
          <p:nvPr/>
        </p:nvSpPr>
        <p:spPr>
          <a:xfrm>
            <a:off x="227838" y="3622784"/>
            <a:ext cx="91" cy="625805"/>
          </a:xfrm>
          <a:custGeom>
            <a:pathLst>
              <a:path w="95" h="654251">
                <a:moveTo>
                  <a:pt x="0" y="654251"/>
                </a:moveTo>
                <a:lnTo>
                  <a:pt x="0" y="0"/>
                </a:lnTo>
              </a:path>
            </a:pathLst>
          </a:custGeom>
          <a:noFill/>
          <a:ln w="10478">
            <a:solidFill>
              <a:srgbClr val="7B8790"/>
            </a:solidFill>
            <a:prstDash val="solid"/>
          </a:ln>
        </p:spPr>
      </p:sp>
      <p:sp>
        <p:nvSpPr>
          <p:cNvPr id="10004" name="Domain frame f139: corner 0-2">
            <a:extLst>
              <a:ext uri="{FF2B5EF4-FFF2-40B4-BE49-F238E27FC236}">
                <ns2:creationId id="{E13BE3B5-9677-4AB5-8CD1-D71156D2F09C}"/>
              </a:ext>
            </a:extLst>
          </p:cNvPr>
          <p:cNvSpPr>
            <a:spLocks noGrp="1"/>
          </p:cNvSpPr>
          <p:nvPr/>
        </p:nvSpPr>
        <p:spPr>
          <a:xfrm>
            <a:off x="227838" y="3905670"/>
            <a:ext cx="590756" cy="342920"/>
          </a:xfrm>
          <a:custGeom>
            <a:pathLst>
              <a:path w="617609" h="358507">
                <a:moveTo>
                  <a:pt x="0" y="358507"/>
                </a:moveTo>
                <a:lnTo>
                  <a:pt x="617609" y="0"/>
                </a:lnTo>
              </a:path>
            </a:pathLst>
          </a:custGeom>
          <a:noFill/>
          <a:ln w="10478">
            <a:solidFill>
              <a:srgbClr val="B3BDC4"/>
            </a:solidFill>
            <a:prstDash val="dash"/>
          </a:ln>
        </p:spPr>
      </p:sp>
      <p:sp>
        <p:nvSpPr>
          <p:cNvPr id="10005" name="Domain frame f139: corner 0-4">
            <a:extLst>
              <a:ext uri="{FF2B5EF4-FFF2-40B4-BE49-F238E27FC236}">
                <ns2:creationId id="{552EE0F1-38FB-4C37-AA45-5D19E5464AB9}"/>
              </a:ext>
            </a:extLst>
          </p:cNvPr>
          <p:cNvSpPr>
            <a:spLocks noGrp="1"/>
          </p:cNvSpPr>
          <p:nvPr/>
        </p:nvSpPr>
        <p:spPr>
          <a:xfrm>
            <a:off x="227838" y="4248589"/>
            <a:ext cx="3030268" cy="185702"/>
          </a:xfrm>
          <a:custGeom>
            <a:pathLst>
              <a:path w="3168007" h="194143">
                <a:moveTo>
                  <a:pt x="0" y="0"/>
                </a:moveTo>
                <a:lnTo>
                  <a:pt x="3168007" y="194143"/>
                </a:lnTo>
              </a:path>
            </a:pathLst>
          </a:custGeom>
          <a:noFill/>
          <a:ln w="10478">
            <a:solidFill>
              <a:srgbClr val="7B8790"/>
            </a:solidFill>
            <a:prstDash val="solid"/>
          </a:ln>
        </p:spPr>
      </p:sp>
      <p:sp>
        <p:nvSpPr>
          <p:cNvPr id="10006" name="Domain frame f139: corner 1-3">
            <a:extLst>
              <a:ext uri="{FF2B5EF4-FFF2-40B4-BE49-F238E27FC236}">
                <ns2:creationId id="{FFC23417-755E-4C05-BF9B-F0EA0EB17E84}"/>
              </a:ext>
            </a:extLst>
          </p:cNvPr>
          <p:cNvSpPr>
            <a:spLocks noGrp="1"/>
          </p:cNvSpPr>
          <p:nvPr/>
        </p:nvSpPr>
        <p:spPr>
          <a:xfrm>
            <a:off x="227838" y="3279864"/>
            <a:ext cx="590756" cy="342920"/>
          </a:xfrm>
          <a:custGeom>
            <a:pathLst>
              <a:path w="617609" h="358507">
                <a:moveTo>
                  <a:pt x="0" y="358507"/>
                </a:moveTo>
                <a:lnTo>
                  <a:pt x="617609" y="0"/>
                </a:lnTo>
              </a:path>
            </a:pathLst>
          </a:custGeom>
          <a:noFill/>
          <a:ln w="10478">
            <a:solidFill>
              <a:srgbClr val="7B8790"/>
            </a:solidFill>
            <a:prstDash val="solid"/>
          </a:ln>
        </p:spPr>
      </p:sp>
      <p:sp>
        <p:nvSpPr>
          <p:cNvPr id="10007" name="Domain frame f139: corner 1-5">
            <a:extLst>
              <a:ext uri="{FF2B5EF4-FFF2-40B4-BE49-F238E27FC236}">
                <ns2:creationId id="{6C0B0122-C87F-41BD-ABDA-98C4D26CEBB1}"/>
              </a:ext>
            </a:extLst>
          </p:cNvPr>
          <p:cNvSpPr>
            <a:spLocks noGrp="1"/>
          </p:cNvSpPr>
          <p:nvPr/>
        </p:nvSpPr>
        <p:spPr>
          <a:xfrm>
            <a:off x="227838" y="3622784"/>
            <a:ext cx="3030268" cy="185702"/>
          </a:xfrm>
          <a:custGeom>
            <a:pathLst>
              <a:path w="3168007" h="194143">
                <a:moveTo>
                  <a:pt x="0" y="0"/>
                </a:moveTo>
                <a:lnTo>
                  <a:pt x="3168007" y="194143"/>
                </a:lnTo>
              </a:path>
            </a:pathLst>
          </a:custGeom>
          <a:noFill/>
          <a:ln w="10478">
            <a:solidFill>
              <a:srgbClr val="7B8790"/>
            </a:solidFill>
            <a:prstDash val="solid"/>
          </a:ln>
        </p:spPr>
      </p:sp>
      <p:sp>
        <p:nvSpPr>
          <p:cNvPr id="10008" name="Domain frame f139: corner 2-3">
            <a:extLst>
              <a:ext uri="{FF2B5EF4-FFF2-40B4-BE49-F238E27FC236}">
                <ns2:creationId id="{760AF4FE-CFB3-43D0-A3EE-59ABA72D76D7}"/>
              </a:ext>
            </a:extLst>
          </p:cNvPr>
          <p:cNvSpPr>
            <a:spLocks noGrp="1"/>
          </p:cNvSpPr>
          <p:nvPr/>
        </p:nvSpPr>
        <p:spPr>
          <a:xfrm>
            <a:off x="818594" y="3279864"/>
            <a:ext cx="91" cy="625805"/>
          </a:xfrm>
          <a:custGeom>
            <a:pathLst>
              <a:path w="95" h="654251">
                <a:moveTo>
                  <a:pt x="0" y="654251"/>
                </a:moveTo>
                <a:lnTo>
                  <a:pt x="0" y="0"/>
                </a:lnTo>
              </a:path>
            </a:pathLst>
          </a:custGeom>
          <a:noFill/>
          <a:ln w="10478">
            <a:solidFill>
              <a:srgbClr val="B3BDC4"/>
            </a:solidFill>
            <a:prstDash val="dash"/>
          </a:ln>
        </p:spPr>
      </p:sp>
      <p:sp>
        <p:nvSpPr>
          <p:cNvPr id="10009" name="Domain frame f139: corner 2-6">
            <a:extLst>
              <a:ext uri="{FF2B5EF4-FFF2-40B4-BE49-F238E27FC236}">
                <ns2:creationId id="{A3CF4C14-51F8-4A64-8E24-731EBCFD41CB}"/>
              </a:ext>
            </a:extLst>
          </p:cNvPr>
          <p:cNvSpPr>
            <a:spLocks noGrp="1"/>
          </p:cNvSpPr>
          <p:nvPr/>
        </p:nvSpPr>
        <p:spPr>
          <a:xfrm>
            <a:off x="818594" y="3905670"/>
            <a:ext cx="3030268" cy="185702"/>
          </a:xfrm>
          <a:custGeom>
            <a:pathLst>
              <a:path w="3168007" h="194143">
                <a:moveTo>
                  <a:pt x="0" y="0"/>
                </a:moveTo>
                <a:lnTo>
                  <a:pt x="3168007" y="194143"/>
                </a:lnTo>
              </a:path>
            </a:pathLst>
          </a:custGeom>
          <a:noFill/>
          <a:ln w="10478">
            <a:solidFill>
              <a:srgbClr val="B3BDC4"/>
            </a:solidFill>
            <a:prstDash val="dash"/>
          </a:ln>
        </p:spPr>
      </p:sp>
      <p:sp>
        <p:nvSpPr>
          <p:cNvPr id="10010" name="Domain frame f139: corner 3-7">
            <a:extLst>
              <a:ext uri="{FF2B5EF4-FFF2-40B4-BE49-F238E27FC236}">
                <ns2:creationId id="{7CEEF146-F7ED-45D7-BD67-D0C2C3986D48}"/>
              </a:ext>
            </a:extLst>
          </p:cNvPr>
          <p:cNvSpPr>
            <a:spLocks noGrp="1"/>
          </p:cNvSpPr>
          <p:nvPr/>
        </p:nvSpPr>
        <p:spPr>
          <a:xfrm>
            <a:off x="818594" y="3279864"/>
            <a:ext cx="3030268" cy="185702"/>
          </a:xfrm>
          <a:custGeom>
            <a:pathLst>
              <a:path w="3168007" h="194143">
                <a:moveTo>
                  <a:pt x="0" y="0"/>
                </a:moveTo>
                <a:lnTo>
                  <a:pt x="3168007" y="194143"/>
                </a:lnTo>
              </a:path>
            </a:pathLst>
          </a:custGeom>
          <a:noFill/>
          <a:ln w="10478">
            <a:solidFill>
              <a:srgbClr val="7B8790"/>
            </a:solidFill>
            <a:prstDash val="solid"/>
          </a:ln>
        </p:spPr>
      </p:sp>
      <p:sp>
        <p:nvSpPr>
          <p:cNvPr id="10011" name="Domain frame f139: corner 4-5">
            <a:extLst>
              <a:ext uri="{FF2B5EF4-FFF2-40B4-BE49-F238E27FC236}">
                <ns2:creationId id="{36403992-702B-4554-BF40-24A8051C1DA2}"/>
              </a:ext>
            </a:extLst>
          </p:cNvPr>
          <p:cNvSpPr>
            <a:spLocks noGrp="1"/>
          </p:cNvSpPr>
          <p:nvPr/>
        </p:nvSpPr>
        <p:spPr>
          <a:xfrm>
            <a:off x="3258106" y="3808487"/>
            <a:ext cx="91" cy="625805"/>
          </a:xfrm>
          <a:custGeom>
            <a:pathLst>
              <a:path w="95" h="654251">
                <a:moveTo>
                  <a:pt x="0" y="654251"/>
                </a:moveTo>
                <a:lnTo>
                  <a:pt x="0" y="0"/>
                </a:lnTo>
              </a:path>
            </a:pathLst>
          </a:custGeom>
          <a:noFill/>
          <a:ln w="10478">
            <a:solidFill>
              <a:srgbClr val="7B8790"/>
            </a:solidFill>
            <a:prstDash val="solid"/>
          </a:ln>
        </p:spPr>
      </p:sp>
      <p:sp>
        <p:nvSpPr>
          <p:cNvPr id="10012" name="Domain frame f139: corner 4-6">
            <a:extLst>
              <a:ext uri="{FF2B5EF4-FFF2-40B4-BE49-F238E27FC236}">
                <ns2:creationId id="{78158B32-A230-4393-AB68-8F81A7572B8C}"/>
              </a:ext>
            </a:extLst>
          </p:cNvPr>
          <p:cNvSpPr>
            <a:spLocks noGrp="1"/>
          </p:cNvSpPr>
          <p:nvPr/>
        </p:nvSpPr>
        <p:spPr>
          <a:xfrm>
            <a:off x="3258106" y="4091373"/>
            <a:ext cx="590756" cy="342920"/>
          </a:xfrm>
          <a:custGeom>
            <a:pathLst>
              <a:path w="617609" h="358507">
                <a:moveTo>
                  <a:pt x="0" y="358507"/>
                </a:moveTo>
                <a:lnTo>
                  <a:pt x="617609" y="0"/>
                </a:lnTo>
              </a:path>
            </a:pathLst>
          </a:custGeom>
          <a:noFill/>
          <a:ln w="10478">
            <a:solidFill>
              <a:srgbClr val="7B8790"/>
            </a:solidFill>
            <a:prstDash val="solid"/>
          </a:ln>
        </p:spPr>
      </p:sp>
      <p:sp>
        <p:nvSpPr>
          <p:cNvPr id="10013" name="Domain frame f139: corner 5-7">
            <a:extLst>
              <a:ext uri="{FF2B5EF4-FFF2-40B4-BE49-F238E27FC236}">
                <ns2:creationId id="{BC63985A-2ABD-4B6F-86C7-108FFD6CC894}"/>
              </a:ext>
            </a:extLst>
          </p:cNvPr>
          <p:cNvSpPr>
            <a:spLocks noGrp="1"/>
          </p:cNvSpPr>
          <p:nvPr/>
        </p:nvSpPr>
        <p:spPr>
          <a:xfrm>
            <a:off x="3258106" y="3465567"/>
            <a:ext cx="590756" cy="342920"/>
          </a:xfrm>
          <a:custGeom>
            <a:pathLst>
              <a:path w="617609" h="358507">
                <a:moveTo>
                  <a:pt x="0" y="358507"/>
                </a:moveTo>
                <a:lnTo>
                  <a:pt x="617609" y="0"/>
                </a:lnTo>
              </a:path>
            </a:pathLst>
          </a:custGeom>
          <a:noFill/>
          <a:ln w="10478">
            <a:solidFill>
              <a:srgbClr val="7B8790"/>
            </a:solidFill>
            <a:prstDash val="solid"/>
          </a:ln>
        </p:spPr>
      </p:sp>
      <p:sp>
        <p:nvSpPr>
          <p:cNvPr id="10014" name="Domain frame f139: corner 6-7">
            <a:extLst>
              <a:ext uri="{FF2B5EF4-FFF2-40B4-BE49-F238E27FC236}">
                <ns2:creationId id="{E95F9BCA-90AA-4B46-87B7-503224B26963}"/>
              </a:ext>
            </a:extLst>
          </p:cNvPr>
          <p:cNvSpPr>
            <a:spLocks noGrp="1"/>
          </p:cNvSpPr>
          <p:nvPr/>
        </p:nvSpPr>
        <p:spPr>
          <a:xfrm>
            <a:off x="3848862" y="3465567"/>
            <a:ext cx="91" cy="625805"/>
          </a:xfrm>
          <a:custGeom>
            <a:pathLst>
              <a:path w="95" h="654251">
                <a:moveTo>
                  <a:pt x="0" y="654251"/>
                </a:moveTo>
                <a:lnTo>
                  <a:pt x="0" y="0"/>
                </a:lnTo>
              </a:path>
            </a:pathLst>
          </a:custGeom>
          <a:noFill/>
          <a:ln w="10478">
            <a:solidFill>
              <a:srgbClr val="7B8790"/>
            </a:solidFill>
            <a:prstDash val="solid"/>
          </a:ln>
        </p:spPr>
      </p:sp>
      <p:sp>
        <p:nvSpPr>
          <p:cNvPr id="10015" name="Exact 3D extremum A, track 432, f139">
            <a:extLst>
              <a:ext uri="{FF2B5EF4-FFF2-40B4-BE49-F238E27FC236}">
                <ns2:creationId id="{1E314E27-D925-43A1-ABC1-A356AC86DCE8}"/>
              </a:ext>
            </a:extLst>
          </p:cNvPr>
          <p:cNvSpPr>
            <a:spLocks noGrp="1"/>
          </p:cNvSpPr>
          <p:nvPr/>
        </p:nvSpPr>
        <p:spPr>
          <a:xfrm>
            <a:off x="1199147" y="3975035"/>
            <a:ext cx="78353" cy="78353"/>
          </a:xfrm>
          <a:prstGeom prst="ellipse">
            <a:avLst/>
          </a:prstGeom>
          <a:solidFill>
            <a:srgbClr val="FFFFFF"/>
          </a:solidFill>
          <a:ln w="16400">
            <a:solidFill>
              <a:srgbClr val="0072B2"/>
            </a:solidFill>
          </a:ln>
        </p:spPr>
      </p:sp>
      <p:sp>
        <p:nvSpPr>
          <p:cNvPr id="10016" name="Volume label: A">
            <a:extLst>
              <a:ext uri="{FF2B5EF4-FFF2-40B4-BE49-F238E27FC236}">
                <ns2:creationId id="{ACB35B37-7D42-4AE0-86E0-634B7874BE53}"/>
              </a:ext>
            </a:extLst>
          </p:cNvPr>
          <p:cNvSpPr>
            <a:spLocks noGrp="1"/>
          </p:cNvSpPr>
          <p:nvPr/>
        </p:nvSpPr>
        <p:spPr>
          <a:xfrm>
            <a:off x="1311210" y="3795550"/>
            <a:ext cx="255104" cy="227772"/>
          </a:xfrm>
          <a:prstGeom prst="rect">
            <a:avLst/>
          </a:prstGeom>
          <a:noFill/>
          <a:ln w="0">
            <a:noFill/>
          </a:ln>
        </p:spPr>
        <p:txBody>
          <a:bodyPr wrap="none" lIns="0" tIns="0" rIns="0" bIns="0" anchor="ctr">
            <a:noAutofit/>
          </a:bodyPr>
          <a:lstStyle>
            <a:defPPr algn="l">
              <a:defRPr sz="1291" b="1">
                <a:solidFill>
                  <a:srgbClr val="0072B2"/>
                </a:solidFill>
                <a:latin typeface="Arial"/>
                <a:ea typeface="Arial"/>
                <a:cs typeface="Arial"/>
              </a:defRPr>
            </a:defPPr>
            <a:lvl1pPr algn="l">
              <a:defRPr sz="1291" b="1">
                <a:solidFill>
                  <a:srgbClr val="0072B2"/>
                </a:solidFill>
                <a:latin typeface="Arial"/>
                <a:ea typeface="Arial"/>
                <a:cs typeface="Arial"/>
              </a:defRPr>
            </a:lvl1pPr>
            <a:lvl2pPr algn="l">
              <a:defRPr sz="1291" b="1">
                <a:solidFill>
                  <a:srgbClr val="0072B2"/>
                </a:solidFill>
                <a:latin typeface="Arial"/>
                <a:ea typeface="Arial"/>
                <a:cs typeface="Arial"/>
              </a:defRPr>
            </a:lvl2pPr>
            <a:lvl3pPr algn="l">
              <a:defRPr sz="1291" b="1">
                <a:solidFill>
                  <a:srgbClr val="0072B2"/>
                </a:solidFill>
                <a:latin typeface="Arial"/>
                <a:ea typeface="Arial"/>
                <a:cs typeface="Arial"/>
              </a:defRPr>
            </a:lvl3pPr>
            <a:lvl4pPr algn="l">
              <a:defRPr sz="1291" b="1">
                <a:solidFill>
                  <a:srgbClr val="0072B2"/>
                </a:solidFill>
                <a:latin typeface="Arial"/>
                <a:ea typeface="Arial"/>
                <a:cs typeface="Arial"/>
              </a:defRPr>
            </a:lvl4pPr>
            <a:lvl5pPr algn="l">
              <a:defRPr sz="1291" b="1">
                <a:solidFill>
                  <a:srgbClr val="0072B2"/>
                </a:solidFill>
                <a:latin typeface="Arial"/>
                <a:ea typeface="Arial"/>
                <a:cs typeface="Arial"/>
              </a:defRPr>
            </a:lvl5pPr>
            <a:lvl6pPr algn="l">
              <a:defRPr sz="1291" b="1">
                <a:solidFill>
                  <a:srgbClr val="0072B2"/>
                </a:solidFill>
                <a:latin typeface="Arial"/>
                <a:ea typeface="Arial"/>
                <a:cs typeface="Arial"/>
              </a:defRPr>
            </a:lvl6pPr>
            <a:lvl7pPr algn="l">
              <a:defRPr sz="1291" b="1">
                <a:solidFill>
                  <a:srgbClr val="0072B2"/>
                </a:solidFill>
                <a:latin typeface="Arial"/>
                <a:ea typeface="Arial"/>
                <a:cs typeface="Arial"/>
              </a:defRPr>
            </a:lvl7pPr>
            <a:lvl8pPr algn="l">
              <a:defRPr sz="1291" b="1">
                <a:solidFill>
                  <a:srgbClr val="0072B2"/>
                </a:solidFill>
                <a:latin typeface="Arial"/>
                <a:ea typeface="Arial"/>
                <a:cs typeface="Arial"/>
              </a:defRPr>
            </a:lvl8pPr>
            <a:lvl9pPr algn="l">
              <a:defRPr sz="1291" b="1">
                <a:solidFill>
                  <a:srgbClr val="0072B2"/>
                </a:solidFill>
                <a:latin typeface="Arial"/>
                <a:ea typeface="Arial"/>
                <a:cs typeface="Arial"/>
              </a:defRPr>
            </a:lvl9pPr>
          </a:lstStyle>
          <a:p>
            <a:pPr algn="l">
              <a:defRPr sz="1291" b="1">
                <a:solidFill>
                  <a:srgbClr val="0072B2"/>
                </a:solidFill>
                <a:latin typeface="Arial"/>
                <a:ea typeface="Arial"/>
                <a:cs typeface="Arial"/>
              </a:defRPr>
            </a:pPr>
            <a:r>
              <a:rPr sz="1291" b="1">
                <a:solidFill>
                  <a:srgbClr val="0072B2"/>
                </a:solidFill>
                <a:latin typeface="Arial"/>
                <a:ea typeface="Arial"/>
                <a:cs typeface="Arial"/>
              </a:rPr>
              <a:t>A</a:t>
            </a:r>
          </a:p>
        </p:txBody>
      </p:sp>
      <p:sp>
        <p:nvSpPr>
          <p:cNvPr id="10017" name="Exact 3D extremum B, track 462, f139">
            <a:extLst>
              <a:ext uri="{FF2B5EF4-FFF2-40B4-BE49-F238E27FC236}">
                <ns2:creationId id="{BDD2C7F6-8DB2-47ED-B8F1-8CD8252EBCE4}"/>
              </a:ext>
            </a:extLst>
          </p:cNvPr>
          <p:cNvSpPr>
            <a:spLocks noGrp="1"/>
          </p:cNvSpPr>
          <p:nvPr/>
        </p:nvSpPr>
        <p:spPr>
          <a:xfrm>
            <a:off x="2303769" y="4130217"/>
            <a:ext cx="78353" cy="78353"/>
          </a:xfrm>
          <a:prstGeom prst="ellipse">
            <a:avLst/>
          </a:prstGeom>
          <a:solidFill>
            <a:srgbClr val="FFFFFF"/>
          </a:solidFill>
          <a:ln w="16400">
            <a:solidFill>
              <a:srgbClr val="D55E00"/>
            </a:solidFill>
          </a:ln>
        </p:spPr>
      </p:sp>
      <p:sp>
        <p:nvSpPr>
          <p:cNvPr id="10018" name="Volume label: B">
            <a:extLst>
              <a:ext uri="{FF2B5EF4-FFF2-40B4-BE49-F238E27FC236}">
                <ns2:creationId id="{A055C73E-1983-48E7-A0BC-6C9048B8C968}"/>
              </a:ext>
            </a:extLst>
          </p:cNvPr>
          <p:cNvSpPr>
            <a:spLocks noGrp="1"/>
          </p:cNvSpPr>
          <p:nvPr/>
        </p:nvSpPr>
        <p:spPr>
          <a:xfrm>
            <a:off x="2415834" y="3950733"/>
            <a:ext cx="255104" cy="227772"/>
          </a:xfrm>
          <a:prstGeom prst="rect">
            <a:avLst/>
          </a:prstGeom>
          <a:noFill/>
          <a:ln w="0">
            <a:noFill/>
          </a:ln>
        </p:spPr>
        <p:txBody>
          <a:bodyPr wrap="none" lIns="0" tIns="0" rIns="0" bIns="0" anchor="ctr">
            <a:noAutofit/>
          </a:bodyPr>
          <a:lstStyle>
            <a:defPPr algn="l">
              <a:defRPr sz="1291" b="1">
                <a:solidFill>
                  <a:srgbClr val="D55E00"/>
                </a:solidFill>
                <a:latin typeface="Arial"/>
                <a:ea typeface="Arial"/>
                <a:cs typeface="Arial"/>
              </a:defRPr>
            </a:defPPr>
            <a:lvl1pPr algn="l">
              <a:defRPr sz="1291" b="1">
                <a:solidFill>
                  <a:srgbClr val="D55E00"/>
                </a:solidFill>
                <a:latin typeface="Arial"/>
                <a:ea typeface="Arial"/>
                <a:cs typeface="Arial"/>
              </a:defRPr>
            </a:lvl1pPr>
            <a:lvl2pPr algn="l">
              <a:defRPr sz="1291" b="1">
                <a:solidFill>
                  <a:srgbClr val="D55E00"/>
                </a:solidFill>
                <a:latin typeface="Arial"/>
                <a:ea typeface="Arial"/>
                <a:cs typeface="Arial"/>
              </a:defRPr>
            </a:lvl2pPr>
            <a:lvl3pPr algn="l">
              <a:defRPr sz="1291" b="1">
                <a:solidFill>
                  <a:srgbClr val="D55E00"/>
                </a:solidFill>
                <a:latin typeface="Arial"/>
                <a:ea typeface="Arial"/>
                <a:cs typeface="Arial"/>
              </a:defRPr>
            </a:lvl3pPr>
            <a:lvl4pPr algn="l">
              <a:defRPr sz="1291" b="1">
                <a:solidFill>
                  <a:srgbClr val="D55E00"/>
                </a:solidFill>
                <a:latin typeface="Arial"/>
                <a:ea typeface="Arial"/>
                <a:cs typeface="Arial"/>
              </a:defRPr>
            </a:lvl4pPr>
            <a:lvl5pPr algn="l">
              <a:defRPr sz="1291" b="1">
                <a:solidFill>
                  <a:srgbClr val="D55E00"/>
                </a:solidFill>
                <a:latin typeface="Arial"/>
                <a:ea typeface="Arial"/>
                <a:cs typeface="Arial"/>
              </a:defRPr>
            </a:lvl5pPr>
            <a:lvl6pPr algn="l">
              <a:defRPr sz="1291" b="1">
                <a:solidFill>
                  <a:srgbClr val="D55E00"/>
                </a:solidFill>
                <a:latin typeface="Arial"/>
                <a:ea typeface="Arial"/>
                <a:cs typeface="Arial"/>
              </a:defRPr>
            </a:lvl6pPr>
            <a:lvl7pPr algn="l">
              <a:defRPr sz="1291" b="1">
                <a:solidFill>
                  <a:srgbClr val="D55E00"/>
                </a:solidFill>
                <a:latin typeface="Arial"/>
                <a:ea typeface="Arial"/>
                <a:cs typeface="Arial"/>
              </a:defRPr>
            </a:lvl7pPr>
            <a:lvl8pPr algn="l">
              <a:defRPr sz="1291" b="1">
                <a:solidFill>
                  <a:srgbClr val="D55E00"/>
                </a:solidFill>
                <a:latin typeface="Arial"/>
                <a:ea typeface="Arial"/>
                <a:cs typeface="Arial"/>
              </a:defRPr>
            </a:lvl8pPr>
            <a:lvl9pPr algn="l">
              <a:defRPr sz="1291" b="1">
                <a:solidFill>
                  <a:srgbClr val="D55E00"/>
                </a:solidFill>
                <a:latin typeface="Arial"/>
                <a:ea typeface="Arial"/>
                <a:cs typeface="Arial"/>
              </a:defRPr>
            </a:lvl9pPr>
          </a:lstStyle>
          <a:p>
            <a:pPr algn="l">
              <a:defRPr sz="1291" b="1">
                <a:solidFill>
                  <a:srgbClr val="D55E00"/>
                </a:solidFill>
                <a:latin typeface="Arial"/>
                <a:ea typeface="Arial"/>
                <a:cs typeface="Arial"/>
              </a:defRPr>
            </a:pPr>
            <a:r>
              <a:rPr sz="1291" b="1">
                <a:solidFill>
                  <a:srgbClr val="D55E00"/>
                </a:solidFill>
                <a:latin typeface="Arial"/>
                <a:ea typeface="Arial"/>
                <a:cs typeface="Arial"/>
              </a:rPr>
              <a:t>B</a:t>
            </a:r>
          </a:p>
        </p:txBody>
      </p:sp>
      <p:sp>
        <p:nvSpPr>
          <p:cNvPr id="10019" name="Exact 3D extremum C, track 388, f139">
            <a:extLst>
              <a:ext uri="{FF2B5EF4-FFF2-40B4-BE49-F238E27FC236}">
                <ns2:creationId id="{7D9AD1A7-245B-4A12-91EA-1C2635B8EAF9}"/>
              </a:ext>
            </a:extLst>
          </p:cNvPr>
          <p:cNvSpPr>
            <a:spLocks noGrp="1"/>
          </p:cNvSpPr>
          <p:nvPr/>
        </p:nvSpPr>
        <p:spPr>
          <a:xfrm>
            <a:off x="3032560" y="3926917"/>
            <a:ext cx="78353" cy="78353"/>
          </a:xfrm>
          <a:prstGeom prst="ellipse">
            <a:avLst/>
          </a:prstGeom>
          <a:solidFill>
            <a:srgbClr val="FFFFFF"/>
          </a:solidFill>
          <a:ln w="16400">
            <a:solidFill>
              <a:srgbClr val="009E73"/>
            </a:solidFill>
          </a:ln>
        </p:spPr>
      </p:sp>
      <p:sp>
        <p:nvSpPr>
          <p:cNvPr id="10020" name="Volume label: C">
            <a:extLst>
              <a:ext uri="{FF2B5EF4-FFF2-40B4-BE49-F238E27FC236}">
                <ns2:creationId id="{20CABF31-3E3C-4B92-B45E-B74688EDDB0E}"/>
              </a:ext>
            </a:extLst>
          </p:cNvPr>
          <p:cNvSpPr>
            <a:spLocks noGrp="1"/>
          </p:cNvSpPr>
          <p:nvPr/>
        </p:nvSpPr>
        <p:spPr>
          <a:xfrm>
            <a:off x="3144623" y="3747433"/>
            <a:ext cx="255104" cy="227772"/>
          </a:xfrm>
          <a:prstGeom prst="rect">
            <a:avLst/>
          </a:prstGeom>
          <a:noFill/>
          <a:ln w="0">
            <a:noFill/>
          </a:ln>
        </p:spPr>
        <p:txBody>
          <a:bodyPr wrap="none" lIns="0" tIns="0" rIns="0" bIns="0" anchor="ctr">
            <a:noAutofit/>
          </a:bodyPr>
          <a:lstStyle>
            <a:defPPr algn="l">
              <a:defRPr sz="1291" b="1">
                <a:solidFill>
                  <a:srgbClr val="009E73"/>
                </a:solidFill>
                <a:latin typeface="Arial"/>
                <a:ea typeface="Arial"/>
                <a:cs typeface="Arial"/>
              </a:defRPr>
            </a:defPPr>
            <a:lvl1pPr algn="l">
              <a:defRPr sz="1291" b="1">
                <a:solidFill>
                  <a:srgbClr val="009E73"/>
                </a:solidFill>
                <a:latin typeface="Arial"/>
                <a:ea typeface="Arial"/>
                <a:cs typeface="Arial"/>
              </a:defRPr>
            </a:lvl1pPr>
            <a:lvl2pPr algn="l">
              <a:defRPr sz="1291" b="1">
                <a:solidFill>
                  <a:srgbClr val="009E73"/>
                </a:solidFill>
                <a:latin typeface="Arial"/>
                <a:ea typeface="Arial"/>
                <a:cs typeface="Arial"/>
              </a:defRPr>
            </a:lvl2pPr>
            <a:lvl3pPr algn="l">
              <a:defRPr sz="1291" b="1">
                <a:solidFill>
                  <a:srgbClr val="009E73"/>
                </a:solidFill>
                <a:latin typeface="Arial"/>
                <a:ea typeface="Arial"/>
                <a:cs typeface="Arial"/>
              </a:defRPr>
            </a:lvl3pPr>
            <a:lvl4pPr algn="l">
              <a:defRPr sz="1291" b="1">
                <a:solidFill>
                  <a:srgbClr val="009E73"/>
                </a:solidFill>
                <a:latin typeface="Arial"/>
                <a:ea typeface="Arial"/>
                <a:cs typeface="Arial"/>
              </a:defRPr>
            </a:lvl4pPr>
            <a:lvl5pPr algn="l">
              <a:defRPr sz="1291" b="1">
                <a:solidFill>
                  <a:srgbClr val="009E73"/>
                </a:solidFill>
                <a:latin typeface="Arial"/>
                <a:ea typeface="Arial"/>
                <a:cs typeface="Arial"/>
              </a:defRPr>
            </a:lvl5pPr>
            <a:lvl6pPr algn="l">
              <a:defRPr sz="1291" b="1">
                <a:solidFill>
                  <a:srgbClr val="009E73"/>
                </a:solidFill>
                <a:latin typeface="Arial"/>
                <a:ea typeface="Arial"/>
                <a:cs typeface="Arial"/>
              </a:defRPr>
            </a:lvl6pPr>
            <a:lvl7pPr algn="l">
              <a:defRPr sz="1291" b="1">
                <a:solidFill>
                  <a:srgbClr val="009E73"/>
                </a:solidFill>
                <a:latin typeface="Arial"/>
                <a:ea typeface="Arial"/>
                <a:cs typeface="Arial"/>
              </a:defRPr>
            </a:lvl7pPr>
            <a:lvl8pPr algn="l">
              <a:defRPr sz="1291" b="1">
                <a:solidFill>
                  <a:srgbClr val="009E73"/>
                </a:solidFill>
                <a:latin typeface="Arial"/>
                <a:ea typeface="Arial"/>
                <a:cs typeface="Arial"/>
              </a:defRPr>
            </a:lvl8pPr>
            <a:lvl9pPr algn="l">
              <a:defRPr sz="1291" b="1">
                <a:solidFill>
                  <a:srgbClr val="009E73"/>
                </a:solidFill>
                <a:latin typeface="Arial"/>
                <a:ea typeface="Arial"/>
                <a:cs typeface="Arial"/>
              </a:defRPr>
            </a:lvl9pPr>
          </a:lstStyle>
          <a:p>
            <a:pPr algn="l">
              <a:defRPr sz="1291" b="1">
                <a:solidFill>
                  <a:srgbClr val="009E73"/>
                </a:solidFill>
                <a:latin typeface="Arial"/>
                <a:ea typeface="Arial"/>
                <a:cs typeface="Arial"/>
              </a:defRPr>
            </a:pPr>
            <a:r>
              <a:rPr sz="1291" b="1">
                <a:solidFill>
                  <a:srgbClr val="009E73"/>
                </a:solidFill>
                <a:latin typeface="Arial"/>
                <a:ea typeface="Arial"/>
                <a:cs typeface="Arial"/>
              </a:rPr>
              <a:t>C</a:t>
            </a:r>
          </a:p>
        </p:txBody>
      </p:sp>
      <p:sp>
        <p:nvSpPr>
          <p:cNvPr id="10021" name="Volume label: x">
            <a:extLst>
              <a:ext uri="{FF2B5EF4-FFF2-40B4-BE49-F238E27FC236}">
                <ns2:creationId id="{50EFFA80-B469-4457-B21D-4088E1F7D8E1}"/>
              </a:ext>
            </a:extLst>
          </p:cNvPr>
          <p:cNvSpPr>
            <a:spLocks noGrp="1"/>
          </p:cNvSpPr>
          <p:nvPr/>
        </p:nvSpPr>
        <p:spPr>
          <a:xfrm>
            <a:off x="1742972" y="4368773"/>
            <a:ext cx="182217" cy="182217"/>
          </a:xfrm>
          <a:prstGeom prst="rect">
            <a:avLst/>
          </a:prstGeom>
          <a:noFill/>
          <a:ln w="0">
            <a:noFill/>
          </a:ln>
        </p:spPr>
        <p:txBody>
          <a:bodyPr wrap="none" lIns="0" tIns="0" rIns="0" bIns="0" anchor="ctr">
            <a:noAutofit/>
          </a:bodyPr>
          <a:lstStyle>
            <a:defPPr algn="l">
              <a:defRPr sz="1004" b="0">
                <a:solidFill>
                  <a:srgbClr val="000000"/>
                </a:solidFill>
                <a:latin typeface="Arial"/>
                <a:ea typeface="Arial"/>
                <a:cs typeface="Arial"/>
              </a:defRPr>
            </a:defPPr>
            <a:lvl1pPr algn="l">
              <a:defRPr sz="1004" b="0">
                <a:solidFill>
                  <a:srgbClr val="000000"/>
                </a:solidFill>
                <a:latin typeface="Arial"/>
                <a:ea typeface="Arial"/>
                <a:cs typeface="Arial"/>
              </a:defRPr>
            </a:lvl1pPr>
            <a:lvl2pPr algn="l">
              <a:defRPr sz="1004" b="0">
                <a:solidFill>
                  <a:srgbClr val="000000"/>
                </a:solidFill>
                <a:latin typeface="Arial"/>
                <a:ea typeface="Arial"/>
                <a:cs typeface="Arial"/>
              </a:defRPr>
            </a:lvl2pPr>
            <a:lvl3pPr algn="l">
              <a:defRPr sz="1004" b="0">
                <a:solidFill>
                  <a:srgbClr val="000000"/>
                </a:solidFill>
                <a:latin typeface="Arial"/>
                <a:ea typeface="Arial"/>
                <a:cs typeface="Arial"/>
              </a:defRPr>
            </a:lvl3pPr>
            <a:lvl4pPr algn="l">
              <a:defRPr sz="1004" b="0">
                <a:solidFill>
                  <a:srgbClr val="000000"/>
                </a:solidFill>
                <a:latin typeface="Arial"/>
                <a:ea typeface="Arial"/>
                <a:cs typeface="Arial"/>
              </a:defRPr>
            </a:lvl4pPr>
            <a:lvl5pPr algn="l">
              <a:defRPr sz="1004" b="0">
                <a:solidFill>
                  <a:srgbClr val="000000"/>
                </a:solidFill>
                <a:latin typeface="Arial"/>
                <a:ea typeface="Arial"/>
                <a:cs typeface="Arial"/>
              </a:defRPr>
            </a:lvl5pPr>
            <a:lvl6pPr algn="l">
              <a:defRPr sz="1004" b="0">
                <a:solidFill>
                  <a:srgbClr val="000000"/>
                </a:solidFill>
                <a:latin typeface="Arial"/>
                <a:ea typeface="Arial"/>
                <a:cs typeface="Arial"/>
              </a:defRPr>
            </a:lvl6pPr>
            <a:lvl7pPr algn="l">
              <a:defRPr sz="1004" b="0">
                <a:solidFill>
                  <a:srgbClr val="000000"/>
                </a:solidFill>
                <a:latin typeface="Arial"/>
                <a:ea typeface="Arial"/>
                <a:cs typeface="Arial"/>
              </a:defRPr>
            </a:lvl7pPr>
            <a:lvl8pPr algn="l">
              <a:defRPr sz="1004" b="0">
                <a:solidFill>
                  <a:srgbClr val="000000"/>
                </a:solidFill>
                <a:latin typeface="Arial"/>
                <a:ea typeface="Arial"/>
                <a:cs typeface="Arial"/>
              </a:defRPr>
            </a:lvl8pPr>
            <a:lvl9pPr algn="l">
              <a:defRPr sz="1004" b="0">
                <a:solidFill>
                  <a:srgbClr val="000000"/>
                </a:solidFill>
                <a:latin typeface="Arial"/>
                <a:ea typeface="Arial"/>
                <a:cs typeface="Arial"/>
              </a:defRPr>
            </a:lvl9pPr>
          </a:lstStyle>
          <a:p>
            <a:pPr algn="l">
              <a:defRPr sz="1004" b="0">
                <a:solidFill>
                  <a:srgbClr val="000000"/>
                </a:solidFill>
                <a:latin typeface="Arial"/>
                <a:ea typeface="Arial"/>
                <a:cs typeface="Arial"/>
              </a:defRPr>
            </a:pPr>
            <a:r>
              <a:rPr sz="1004" b="0">
                <a:solidFill>
                  <a:srgbClr val="000000"/>
                </a:solidFill>
                <a:latin typeface="Arial"/>
                <a:ea typeface="Arial"/>
                <a:cs typeface="Arial"/>
              </a:rPr>
              <a:t>x</a:t>
            </a:r>
          </a:p>
        </p:txBody>
      </p:sp>
      <p:sp>
        <p:nvSpPr>
          <p:cNvPr id="10022" name="Volume label: y">
            <a:extLst>
              <a:ext uri="{FF2B5EF4-FFF2-40B4-BE49-F238E27FC236}">
                <ns2:creationId id="{63711D5F-882A-45FB-B334-F402EEB311DE}"/>
              </a:ext>
            </a:extLst>
          </p:cNvPr>
          <p:cNvSpPr>
            <a:spLocks noGrp="1"/>
          </p:cNvSpPr>
          <p:nvPr/>
        </p:nvSpPr>
        <p:spPr>
          <a:xfrm>
            <a:off x="350109" y="4040687"/>
            <a:ext cx="182217" cy="182217"/>
          </a:xfrm>
          <a:prstGeom prst="rect">
            <a:avLst/>
          </a:prstGeom>
          <a:noFill/>
          <a:ln w="0">
            <a:noFill/>
          </a:ln>
        </p:spPr>
        <p:txBody>
          <a:bodyPr wrap="none" lIns="0" tIns="0" rIns="0" bIns="0" anchor="ctr">
            <a:noAutofit/>
          </a:bodyPr>
          <a:lstStyle>
            <a:defPPr algn="l">
              <a:defRPr sz="1004" b="0">
                <a:solidFill>
                  <a:srgbClr val="000000"/>
                </a:solidFill>
                <a:latin typeface="Arial"/>
                <a:ea typeface="Arial"/>
                <a:cs typeface="Arial"/>
              </a:defRPr>
            </a:defPPr>
            <a:lvl1pPr algn="l">
              <a:defRPr sz="1004" b="0">
                <a:solidFill>
                  <a:srgbClr val="000000"/>
                </a:solidFill>
                <a:latin typeface="Arial"/>
                <a:ea typeface="Arial"/>
                <a:cs typeface="Arial"/>
              </a:defRPr>
            </a:lvl1pPr>
            <a:lvl2pPr algn="l">
              <a:defRPr sz="1004" b="0">
                <a:solidFill>
                  <a:srgbClr val="000000"/>
                </a:solidFill>
                <a:latin typeface="Arial"/>
                <a:ea typeface="Arial"/>
                <a:cs typeface="Arial"/>
              </a:defRPr>
            </a:lvl2pPr>
            <a:lvl3pPr algn="l">
              <a:defRPr sz="1004" b="0">
                <a:solidFill>
                  <a:srgbClr val="000000"/>
                </a:solidFill>
                <a:latin typeface="Arial"/>
                <a:ea typeface="Arial"/>
                <a:cs typeface="Arial"/>
              </a:defRPr>
            </a:lvl3pPr>
            <a:lvl4pPr algn="l">
              <a:defRPr sz="1004" b="0">
                <a:solidFill>
                  <a:srgbClr val="000000"/>
                </a:solidFill>
                <a:latin typeface="Arial"/>
                <a:ea typeface="Arial"/>
                <a:cs typeface="Arial"/>
              </a:defRPr>
            </a:lvl4pPr>
            <a:lvl5pPr algn="l">
              <a:defRPr sz="1004" b="0">
                <a:solidFill>
                  <a:srgbClr val="000000"/>
                </a:solidFill>
                <a:latin typeface="Arial"/>
                <a:ea typeface="Arial"/>
                <a:cs typeface="Arial"/>
              </a:defRPr>
            </a:lvl5pPr>
            <a:lvl6pPr algn="l">
              <a:defRPr sz="1004" b="0">
                <a:solidFill>
                  <a:srgbClr val="000000"/>
                </a:solidFill>
                <a:latin typeface="Arial"/>
                <a:ea typeface="Arial"/>
                <a:cs typeface="Arial"/>
              </a:defRPr>
            </a:lvl6pPr>
            <a:lvl7pPr algn="l">
              <a:defRPr sz="1004" b="0">
                <a:solidFill>
                  <a:srgbClr val="000000"/>
                </a:solidFill>
                <a:latin typeface="Arial"/>
                <a:ea typeface="Arial"/>
                <a:cs typeface="Arial"/>
              </a:defRPr>
            </a:lvl7pPr>
            <a:lvl8pPr algn="l">
              <a:defRPr sz="1004" b="0">
                <a:solidFill>
                  <a:srgbClr val="000000"/>
                </a:solidFill>
                <a:latin typeface="Arial"/>
                <a:ea typeface="Arial"/>
                <a:cs typeface="Arial"/>
              </a:defRPr>
            </a:lvl8pPr>
            <a:lvl9pPr algn="l">
              <a:defRPr sz="1004" b="0">
                <a:solidFill>
                  <a:srgbClr val="000000"/>
                </a:solidFill>
                <a:latin typeface="Arial"/>
                <a:ea typeface="Arial"/>
                <a:cs typeface="Arial"/>
              </a:defRPr>
            </a:lvl9pPr>
          </a:lstStyle>
          <a:p>
            <a:pPr algn="l">
              <a:defRPr sz="1004" b="0">
                <a:solidFill>
                  <a:srgbClr val="000000"/>
                </a:solidFill>
                <a:latin typeface="Arial"/>
                <a:ea typeface="Arial"/>
                <a:cs typeface="Arial"/>
              </a:defRPr>
            </a:pPr>
            <a:r>
              <a:rPr sz="1004" b="0">
                <a:solidFill>
                  <a:srgbClr val="000000"/>
                </a:solidFill>
                <a:latin typeface="Arial"/>
                <a:ea typeface="Arial"/>
                <a:cs typeface="Arial"/>
              </a:rPr>
              <a:t>y</a:t>
            </a:r>
          </a:p>
        </p:txBody>
      </p:sp>
      <p:sp>
        <p:nvSpPr>
          <p:cNvPr id="10023" name="Volume label: z">
            <a:extLst>
              <a:ext uri="{FF2B5EF4-FFF2-40B4-BE49-F238E27FC236}">
                <ns2:creationId id="{CC9336A2-D52B-428F-AE2F-FFF49869A826}"/>
              </a:ext>
            </a:extLst>
          </p:cNvPr>
          <p:cNvSpPr>
            <a:spLocks noGrp="1"/>
          </p:cNvSpPr>
          <p:nvPr/>
        </p:nvSpPr>
        <p:spPr>
          <a:xfrm>
            <a:off x="45621" y="3881022"/>
            <a:ext cx="182217" cy="182217"/>
          </a:xfrm>
          <a:prstGeom prst="rect">
            <a:avLst/>
          </a:prstGeom>
          <a:noFill/>
          <a:ln w="0">
            <a:noFill/>
          </a:ln>
        </p:spPr>
        <p:txBody>
          <a:bodyPr wrap="none" lIns="0" tIns="0" rIns="0" bIns="0" anchor="ctr">
            <a:noAutofit/>
          </a:bodyPr>
          <a:lstStyle>
            <a:defPPr algn="l">
              <a:defRPr sz="1004" b="0">
                <a:solidFill>
                  <a:srgbClr val="000000"/>
                </a:solidFill>
                <a:latin typeface="Arial"/>
                <a:ea typeface="Arial"/>
                <a:cs typeface="Arial"/>
              </a:defRPr>
            </a:defPPr>
            <a:lvl1pPr algn="l">
              <a:defRPr sz="1004" b="0">
                <a:solidFill>
                  <a:srgbClr val="000000"/>
                </a:solidFill>
                <a:latin typeface="Arial"/>
                <a:ea typeface="Arial"/>
                <a:cs typeface="Arial"/>
              </a:defRPr>
            </a:lvl1pPr>
            <a:lvl2pPr algn="l">
              <a:defRPr sz="1004" b="0">
                <a:solidFill>
                  <a:srgbClr val="000000"/>
                </a:solidFill>
                <a:latin typeface="Arial"/>
                <a:ea typeface="Arial"/>
                <a:cs typeface="Arial"/>
              </a:defRPr>
            </a:lvl2pPr>
            <a:lvl3pPr algn="l">
              <a:defRPr sz="1004" b="0">
                <a:solidFill>
                  <a:srgbClr val="000000"/>
                </a:solidFill>
                <a:latin typeface="Arial"/>
                <a:ea typeface="Arial"/>
                <a:cs typeface="Arial"/>
              </a:defRPr>
            </a:lvl3pPr>
            <a:lvl4pPr algn="l">
              <a:defRPr sz="1004" b="0">
                <a:solidFill>
                  <a:srgbClr val="000000"/>
                </a:solidFill>
                <a:latin typeface="Arial"/>
                <a:ea typeface="Arial"/>
                <a:cs typeface="Arial"/>
              </a:defRPr>
            </a:lvl4pPr>
            <a:lvl5pPr algn="l">
              <a:defRPr sz="1004" b="0">
                <a:solidFill>
                  <a:srgbClr val="000000"/>
                </a:solidFill>
                <a:latin typeface="Arial"/>
                <a:ea typeface="Arial"/>
                <a:cs typeface="Arial"/>
              </a:defRPr>
            </a:lvl5pPr>
            <a:lvl6pPr algn="l">
              <a:defRPr sz="1004" b="0">
                <a:solidFill>
                  <a:srgbClr val="000000"/>
                </a:solidFill>
                <a:latin typeface="Arial"/>
                <a:ea typeface="Arial"/>
                <a:cs typeface="Arial"/>
              </a:defRPr>
            </a:lvl6pPr>
            <a:lvl7pPr algn="l">
              <a:defRPr sz="1004" b="0">
                <a:solidFill>
                  <a:srgbClr val="000000"/>
                </a:solidFill>
                <a:latin typeface="Arial"/>
                <a:ea typeface="Arial"/>
                <a:cs typeface="Arial"/>
              </a:defRPr>
            </a:lvl7pPr>
            <a:lvl8pPr algn="l">
              <a:defRPr sz="1004" b="0">
                <a:solidFill>
                  <a:srgbClr val="000000"/>
                </a:solidFill>
                <a:latin typeface="Arial"/>
                <a:ea typeface="Arial"/>
                <a:cs typeface="Arial"/>
              </a:defRPr>
            </a:lvl8pPr>
            <a:lvl9pPr algn="l">
              <a:defRPr sz="1004" b="0">
                <a:solidFill>
                  <a:srgbClr val="000000"/>
                </a:solidFill>
                <a:latin typeface="Arial"/>
                <a:ea typeface="Arial"/>
                <a:cs typeface="Arial"/>
              </a:defRPr>
            </a:lvl9pPr>
          </a:lstStyle>
          <a:p>
            <a:pPr algn="l">
              <a:defRPr sz="1004" b="0">
                <a:solidFill>
                  <a:srgbClr val="000000"/>
                </a:solidFill>
                <a:latin typeface="Arial"/>
                <a:ea typeface="Arial"/>
                <a:cs typeface="Arial"/>
              </a:defRPr>
            </a:pPr>
            <a:r>
              <a:rPr sz="1004" b="0">
                <a:solidFill>
                  <a:srgbClr val="000000"/>
                </a:solidFill>
                <a:latin typeface="Arial"/>
                <a:ea typeface="Arial"/>
                <a:cs typeface="Arial"/>
              </a:rPr>
              <a:t>z</a:t>
            </a:r>
          </a:p>
        </p:txBody>
      </p:sp>
      <p:sp>
        <p:nvSpPr>
          <p:cNvPr id="10024" name="Volume label: f140   t = 1.40">
            <a:extLst>
              <a:ext uri="{FF2B5EF4-FFF2-40B4-BE49-F238E27FC236}">
                <ns2:creationId id="{CDC1BA51-0946-4EB2-ADA9-BFB7A624167A}"/>
              </a:ext>
            </a:extLst>
          </p:cNvPr>
          <p:cNvSpPr>
            <a:spLocks noGrp="1"/>
          </p:cNvSpPr>
          <p:nvPr/>
        </p:nvSpPr>
        <p:spPr>
          <a:xfrm>
            <a:off x="4057650" y="2914650"/>
            <a:ext cx="3771900" cy="218661"/>
          </a:xfrm>
          <a:prstGeom prst="rect">
            <a:avLst/>
          </a:prstGeom>
          <a:noFill/>
          <a:ln w="0">
            <a:noFill/>
          </a:ln>
        </p:spPr>
        <p:txBody>
          <a:bodyPr wrap="none" lIns="0" tIns="0" rIns="0" bIns="0" anchor="ctr">
            <a:noAutofit/>
          </a:bodyPr>
          <a:lstStyle>
            <a:defPPr algn="l">
              <a:defRPr sz="1435" b="1">
                <a:solidFill>
                  <a:srgbClr val="000000"/>
                </a:solidFill>
                <a:latin typeface="Arial"/>
                <a:ea typeface="Arial"/>
                <a:cs typeface="Arial"/>
              </a:defRPr>
            </a:defPPr>
            <a:lvl1pPr algn="l">
              <a:defRPr sz="1435" b="1">
                <a:solidFill>
                  <a:srgbClr val="000000"/>
                </a:solidFill>
                <a:latin typeface="Arial"/>
                <a:ea typeface="Arial"/>
                <a:cs typeface="Arial"/>
              </a:defRPr>
            </a:lvl1pPr>
            <a:lvl2pPr algn="l">
              <a:defRPr sz="1435" b="1">
                <a:solidFill>
                  <a:srgbClr val="000000"/>
                </a:solidFill>
                <a:latin typeface="Arial"/>
                <a:ea typeface="Arial"/>
                <a:cs typeface="Arial"/>
              </a:defRPr>
            </a:lvl2pPr>
            <a:lvl3pPr algn="l">
              <a:defRPr sz="1435" b="1">
                <a:solidFill>
                  <a:srgbClr val="000000"/>
                </a:solidFill>
                <a:latin typeface="Arial"/>
                <a:ea typeface="Arial"/>
                <a:cs typeface="Arial"/>
              </a:defRPr>
            </a:lvl3pPr>
            <a:lvl4pPr algn="l">
              <a:defRPr sz="1435" b="1">
                <a:solidFill>
                  <a:srgbClr val="000000"/>
                </a:solidFill>
                <a:latin typeface="Arial"/>
                <a:ea typeface="Arial"/>
                <a:cs typeface="Arial"/>
              </a:defRPr>
            </a:lvl4pPr>
            <a:lvl5pPr algn="l">
              <a:defRPr sz="1435" b="1">
                <a:solidFill>
                  <a:srgbClr val="000000"/>
                </a:solidFill>
                <a:latin typeface="Arial"/>
                <a:ea typeface="Arial"/>
                <a:cs typeface="Arial"/>
              </a:defRPr>
            </a:lvl5pPr>
            <a:lvl6pPr algn="l">
              <a:defRPr sz="1435" b="1">
                <a:solidFill>
                  <a:srgbClr val="000000"/>
                </a:solidFill>
                <a:latin typeface="Arial"/>
                <a:ea typeface="Arial"/>
                <a:cs typeface="Arial"/>
              </a:defRPr>
            </a:lvl6pPr>
            <a:lvl7pPr algn="l">
              <a:defRPr sz="1435" b="1">
                <a:solidFill>
                  <a:srgbClr val="000000"/>
                </a:solidFill>
                <a:latin typeface="Arial"/>
                <a:ea typeface="Arial"/>
                <a:cs typeface="Arial"/>
              </a:defRPr>
            </a:lvl7pPr>
            <a:lvl8pPr algn="l">
              <a:defRPr sz="1435" b="1">
                <a:solidFill>
                  <a:srgbClr val="000000"/>
                </a:solidFill>
                <a:latin typeface="Arial"/>
                <a:ea typeface="Arial"/>
                <a:cs typeface="Arial"/>
              </a:defRPr>
            </a:lvl8pPr>
            <a:lvl9pPr algn="l">
              <a:defRPr sz="1435" b="1">
                <a:solidFill>
                  <a:srgbClr val="000000"/>
                </a:solidFill>
                <a:latin typeface="Arial"/>
                <a:ea typeface="Arial"/>
                <a:cs typeface="Arial"/>
              </a:defRPr>
            </a:lvl9pPr>
          </a:lstStyle>
          <a:p>
            <a:pPr algn="l">
              <a:defRPr sz="1435" b="1">
                <a:solidFill>
                  <a:srgbClr val="000000"/>
                </a:solidFill>
                <a:latin typeface="Arial"/>
                <a:ea typeface="Arial"/>
                <a:cs typeface="Arial"/>
              </a:defRPr>
            </a:pPr>
            <a:r>
              <a:rPr sz="1435" b="1">
                <a:solidFill>
                  <a:srgbClr val="000000"/>
                </a:solidFill>
                <a:latin typeface="Arial"/>
                <a:ea typeface="Arial"/>
                <a:cs typeface="Arial"/>
              </a:rPr>
              <a:t>Frame 140</a:t>
            </a:r>
          </a:p>
        </p:txBody>
      </p:sp>
      <p:pic>
        <p:nvPicPr>
          <p:cNvPr id="10025" name="">
            <a:extLst>
              <a:ext uri="{FF2B5EF4-FFF2-40B4-BE49-F238E27FC236}">
                <ns2:creationId id="{9BFD9306-FF12-47C2-A85E-699ED4213C9E}"/>
              </a:ext>
            </a:extLst>
          </p:cNvPr>
          <p:cNvPicPr>
            <a:picLocks noChangeAspect="1"/>
          </p:cNvPicPr>
          <p:nvPr/>
        </p:nvPicPr>
        <p:blipFill>
          <a:blip ns3:embed="FrameView_R83e1c010b825496c"/>
          <a:stretch/>
        </p:blipFill>
        <p:spPr>
          <a:xfrm>
            <a:off x="4057650" y="3169754"/>
            <a:ext cx="3771900" cy="1374648"/>
          </a:xfrm>
          <a:prstGeom prst="rect">
            <a:avLst/>
          </a:prstGeom>
        </p:spPr>
      </p:pic>
      <p:sp>
        <p:nvSpPr>
          <p:cNvPr id="10026" name="Domain frame f140: corner 0-1">
            <a:extLst>
              <a:ext uri="{FF2B5EF4-FFF2-40B4-BE49-F238E27FC236}">
                <ns2:creationId id="{A6450AE9-8DC9-4580-9FD9-4841FA7B1986}"/>
              </a:ext>
            </a:extLst>
          </p:cNvPr>
          <p:cNvSpPr>
            <a:spLocks noGrp="1"/>
          </p:cNvSpPr>
          <p:nvPr/>
        </p:nvSpPr>
        <p:spPr>
          <a:xfrm>
            <a:off x="4133088" y="3622784"/>
            <a:ext cx="91" cy="625805"/>
          </a:xfrm>
          <a:custGeom>
            <a:pathLst>
              <a:path w="95" h="654251">
                <a:moveTo>
                  <a:pt x="0" y="654251"/>
                </a:moveTo>
                <a:lnTo>
                  <a:pt x="0" y="0"/>
                </a:lnTo>
              </a:path>
            </a:pathLst>
          </a:custGeom>
          <a:noFill/>
          <a:ln w="10478">
            <a:solidFill>
              <a:srgbClr val="7B8790"/>
            </a:solidFill>
            <a:prstDash val="solid"/>
          </a:ln>
        </p:spPr>
      </p:sp>
      <p:sp>
        <p:nvSpPr>
          <p:cNvPr id="10027" name="Domain frame f140: corner 0-2">
            <a:extLst>
              <a:ext uri="{FF2B5EF4-FFF2-40B4-BE49-F238E27FC236}">
                <ns2:creationId id="{BAB0D9B3-3069-488D-867F-2F175B113126}"/>
              </a:ext>
            </a:extLst>
          </p:cNvPr>
          <p:cNvSpPr>
            <a:spLocks noGrp="1"/>
          </p:cNvSpPr>
          <p:nvPr/>
        </p:nvSpPr>
        <p:spPr>
          <a:xfrm>
            <a:off x="4133088" y="3905670"/>
            <a:ext cx="590756" cy="342920"/>
          </a:xfrm>
          <a:custGeom>
            <a:pathLst>
              <a:path w="617609" h="358507">
                <a:moveTo>
                  <a:pt x="0" y="358507"/>
                </a:moveTo>
                <a:lnTo>
                  <a:pt x="617609" y="0"/>
                </a:lnTo>
              </a:path>
            </a:pathLst>
          </a:custGeom>
          <a:noFill/>
          <a:ln w="10478">
            <a:solidFill>
              <a:srgbClr val="B3BDC4"/>
            </a:solidFill>
            <a:prstDash val="dash"/>
          </a:ln>
        </p:spPr>
      </p:sp>
      <p:sp>
        <p:nvSpPr>
          <p:cNvPr id="10028" name="Domain frame f140: corner 0-4">
            <a:extLst>
              <a:ext uri="{FF2B5EF4-FFF2-40B4-BE49-F238E27FC236}">
                <ns2:creationId id="{AF369697-DC8D-4FDB-911C-BFD6F7613A12}"/>
              </a:ext>
            </a:extLst>
          </p:cNvPr>
          <p:cNvSpPr>
            <a:spLocks noGrp="1"/>
          </p:cNvSpPr>
          <p:nvPr/>
        </p:nvSpPr>
        <p:spPr>
          <a:xfrm>
            <a:off x="4133088" y="4248589"/>
            <a:ext cx="3030268" cy="185702"/>
          </a:xfrm>
          <a:custGeom>
            <a:pathLst>
              <a:path w="3168007" h="194143">
                <a:moveTo>
                  <a:pt x="0" y="0"/>
                </a:moveTo>
                <a:lnTo>
                  <a:pt x="3168007" y="194143"/>
                </a:lnTo>
              </a:path>
            </a:pathLst>
          </a:custGeom>
          <a:noFill/>
          <a:ln w="10478">
            <a:solidFill>
              <a:srgbClr val="7B8790"/>
            </a:solidFill>
            <a:prstDash val="solid"/>
          </a:ln>
        </p:spPr>
      </p:sp>
      <p:sp>
        <p:nvSpPr>
          <p:cNvPr id="10029" name="Domain frame f140: corner 1-3">
            <a:extLst>
              <a:ext uri="{FF2B5EF4-FFF2-40B4-BE49-F238E27FC236}">
                <ns2:creationId id="{ADCDFDED-3C87-4B45-B1BD-2CE68DA94A46}"/>
              </a:ext>
            </a:extLst>
          </p:cNvPr>
          <p:cNvSpPr>
            <a:spLocks noGrp="1"/>
          </p:cNvSpPr>
          <p:nvPr/>
        </p:nvSpPr>
        <p:spPr>
          <a:xfrm>
            <a:off x="4133088" y="3279864"/>
            <a:ext cx="590756" cy="342920"/>
          </a:xfrm>
          <a:custGeom>
            <a:pathLst>
              <a:path w="617609" h="358507">
                <a:moveTo>
                  <a:pt x="0" y="358507"/>
                </a:moveTo>
                <a:lnTo>
                  <a:pt x="617609" y="0"/>
                </a:lnTo>
              </a:path>
            </a:pathLst>
          </a:custGeom>
          <a:noFill/>
          <a:ln w="10478">
            <a:solidFill>
              <a:srgbClr val="7B8790"/>
            </a:solidFill>
            <a:prstDash val="solid"/>
          </a:ln>
        </p:spPr>
      </p:sp>
      <p:sp>
        <p:nvSpPr>
          <p:cNvPr id="10030" name="Domain frame f140: corner 1-5">
            <a:extLst>
              <a:ext uri="{FF2B5EF4-FFF2-40B4-BE49-F238E27FC236}">
                <ns2:creationId id="{5675DB19-793E-4C58-A182-FEA6BE8CA5FE}"/>
              </a:ext>
            </a:extLst>
          </p:cNvPr>
          <p:cNvSpPr>
            <a:spLocks noGrp="1"/>
          </p:cNvSpPr>
          <p:nvPr/>
        </p:nvSpPr>
        <p:spPr>
          <a:xfrm>
            <a:off x="4133088" y="3622784"/>
            <a:ext cx="3030268" cy="185702"/>
          </a:xfrm>
          <a:custGeom>
            <a:pathLst>
              <a:path w="3168007" h="194143">
                <a:moveTo>
                  <a:pt x="0" y="0"/>
                </a:moveTo>
                <a:lnTo>
                  <a:pt x="3168007" y="194143"/>
                </a:lnTo>
              </a:path>
            </a:pathLst>
          </a:custGeom>
          <a:noFill/>
          <a:ln w="10478">
            <a:solidFill>
              <a:srgbClr val="7B8790"/>
            </a:solidFill>
            <a:prstDash val="solid"/>
          </a:ln>
        </p:spPr>
      </p:sp>
      <p:sp>
        <p:nvSpPr>
          <p:cNvPr id="10031" name="Domain frame f140: corner 2-3">
            <a:extLst>
              <a:ext uri="{FF2B5EF4-FFF2-40B4-BE49-F238E27FC236}">
                <ns2:creationId id="{F67E2609-F2BE-4908-BDE1-4014D42587A6}"/>
              </a:ext>
            </a:extLst>
          </p:cNvPr>
          <p:cNvSpPr>
            <a:spLocks noGrp="1"/>
          </p:cNvSpPr>
          <p:nvPr/>
        </p:nvSpPr>
        <p:spPr>
          <a:xfrm>
            <a:off x="4723844" y="3279864"/>
            <a:ext cx="91" cy="625805"/>
          </a:xfrm>
          <a:custGeom>
            <a:pathLst>
              <a:path w="95" h="654251">
                <a:moveTo>
                  <a:pt x="0" y="654251"/>
                </a:moveTo>
                <a:lnTo>
                  <a:pt x="0" y="0"/>
                </a:lnTo>
              </a:path>
            </a:pathLst>
          </a:custGeom>
          <a:noFill/>
          <a:ln w="10478">
            <a:solidFill>
              <a:srgbClr val="B3BDC4"/>
            </a:solidFill>
            <a:prstDash val="dash"/>
          </a:ln>
        </p:spPr>
      </p:sp>
      <p:sp>
        <p:nvSpPr>
          <p:cNvPr id="10032" name="Domain frame f140: corner 2-6">
            <a:extLst>
              <a:ext uri="{FF2B5EF4-FFF2-40B4-BE49-F238E27FC236}">
                <ns2:creationId id="{C82A9903-F8A4-4BE4-85C1-3D90718CFDC1}"/>
              </a:ext>
            </a:extLst>
          </p:cNvPr>
          <p:cNvSpPr>
            <a:spLocks noGrp="1"/>
          </p:cNvSpPr>
          <p:nvPr/>
        </p:nvSpPr>
        <p:spPr>
          <a:xfrm>
            <a:off x="4723844" y="3905670"/>
            <a:ext cx="3030268" cy="185702"/>
          </a:xfrm>
          <a:custGeom>
            <a:pathLst>
              <a:path w="3168007" h="194143">
                <a:moveTo>
                  <a:pt x="0" y="0"/>
                </a:moveTo>
                <a:lnTo>
                  <a:pt x="3168007" y="194143"/>
                </a:lnTo>
              </a:path>
            </a:pathLst>
          </a:custGeom>
          <a:noFill/>
          <a:ln w="10478">
            <a:solidFill>
              <a:srgbClr val="B3BDC4"/>
            </a:solidFill>
            <a:prstDash val="dash"/>
          </a:ln>
        </p:spPr>
      </p:sp>
      <p:sp>
        <p:nvSpPr>
          <p:cNvPr id="10033" name="Domain frame f140: corner 3-7">
            <a:extLst>
              <a:ext uri="{FF2B5EF4-FFF2-40B4-BE49-F238E27FC236}">
                <ns2:creationId id="{6BE832A8-0151-40F5-876E-F943356D1F3C}"/>
              </a:ext>
            </a:extLst>
          </p:cNvPr>
          <p:cNvSpPr>
            <a:spLocks noGrp="1"/>
          </p:cNvSpPr>
          <p:nvPr/>
        </p:nvSpPr>
        <p:spPr>
          <a:xfrm>
            <a:off x="4723844" y="3279864"/>
            <a:ext cx="3030268" cy="185702"/>
          </a:xfrm>
          <a:custGeom>
            <a:pathLst>
              <a:path w="3168007" h="194143">
                <a:moveTo>
                  <a:pt x="0" y="0"/>
                </a:moveTo>
                <a:lnTo>
                  <a:pt x="3168007" y="194143"/>
                </a:lnTo>
              </a:path>
            </a:pathLst>
          </a:custGeom>
          <a:noFill/>
          <a:ln w="10478">
            <a:solidFill>
              <a:srgbClr val="7B8790"/>
            </a:solidFill>
            <a:prstDash val="solid"/>
          </a:ln>
        </p:spPr>
      </p:sp>
      <p:sp>
        <p:nvSpPr>
          <p:cNvPr id="10034" name="Domain frame f140: corner 4-5">
            <a:extLst>
              <a:ext uri="{FF2B5EF4-FFF2-40B4-BE49-F238E27FC236}">
                <ns2:creationId id="{1974CBB3-9DCF-4B3B-8559-045978DBB7F1}"/>
              </a:ext>
            </a:extLst>
          </p:cNvPr>
          <p:cNvSpPr>
            <a:spLocks noGrp="1"/>
          </p:cNvSpPr>
          <p:nvPr/>
        </p:nvSpPr>
        <p:spPr>
          <a:xfrm>
            <a:off x="7163356" y="3808487"/>
            <a:ext cx="91" cy="625805"/>
          </a:xfrm>
          <a:custGeom>
            <a:pathLst>
              <a:path w="95" h="654251">
                <a:moveTo>
                  <a:pt x="0" y="654251"/>
                </a:moveTo>
                <a:lnTo>
                  <a:pt x="0" y="0"/>
                </a:lnTo>
              </a:path>
            </a:pathLst>
          </a:custGeom>
          <a:noFill/>
          <a:ln w="10478">
            <a:solidFill>
              <a:srgbClr val="7B8790"/>
            </a:solidFill>
            <a:prstDash val="solid"/>
          </a:ln>
        </p:spPr>
      </p:sp>
      <p:sp>
        <p:nvSpPr>
          <p:cNvPr id="10035" name="Domain frame f140: corner 4-6">
            <a:extLst>
              <a:ext uri="{FF2B5EF4-FFF2-40B4-BE49-F238E27FC236}">
                <ns2:creationId id="{3974FFAD-B76B-4C4E-8418-CF79527C9274}"/>
              </a:ext>
            </a:extLst>
          </p:cNvPr>
          <p:cNvSpPr>
            <a:spLocks noGrp="1"/>
          </p:cNvSpPr>
          <p:nvPr/>
        </p:nvSpPr>
        <p:spPr>
          <a:xfrm>
            <a:off x="7163356" y="4091373"/>
            <a:ext cx="590756" cy="342920"/>
          </a:xfrm>
          <a:custGeom>
            <a:pathLst>
              <a:path w="617609" h="358507">
                <a:moveTo>
                  <a:pt x="0" y="358507"/>
                </a:moveTo>
                <a:lnTo>
                  <a:pt x="617609" y="0"/>
                </a:lnTo>
              </a:path>
            </a:pathLst>
          </a:custGeom>
          <a:noFill/>
          <a:ln w="10478">
            <a:solidFill>
              <a:srgbClr val="7B8790"/>
            </a:solidFill>
            <a:prstDash val="solid"/>
          </a:ln>
        </p:spPr>
      </p:sp>
      <p:sp>
        <p:nvSpPr>
          <p:cNvPr id="10036" name="Domain frame f140: corner 5-7">
            <a:extLst>
              <a:ext uri="{FF2B5EF4-FFF2-40B4-BE49-F238E27FC236}">
                <ns2:creationId id="{D897732C-785A-41EF-8E0C-607933BA1EC4}"/>
              </a:ext>
            </a:extLst>
          </p:cNvPr>
          <p:cNvSpPr>
            <a:spLocks noGrp="1"/>
          </p:cNvSpPr>
          <p:nvPr/>
        </p:nvSpPr>
        <p:spPr>
          <a:xfrm>
            <a:off x="7163356" y="3465567"/>
            <a:ext cx="590756" cy="342920"/>
          </a:xfrm>
          <a:custGeom>
            <a:pathLst>
              <a:path w="617609" h="358507">
                <a:moveTo>
                  <a:pt x="0" y="358507"/>
                </a:moveTo>
                <a:lnTo>
                  <a:pt x="617609" y="0"/>
                </a:lnTo>
              </a:path>
            </a:pathLst>
          </a:custGeom>
          <a:noFill/>
          <a:ln w="10478">
            <a:solidFill>
              <a:srgbClr val="7B8790"/>
            </a:solidFill>
            <a:prstDash val="solid"/>
          </a:ln>
        </p:spPr>
      </p:sp>
      <p:sp>
        <p:nvSpPr>
          <p:cNvPr id="10037" name="Domain frame f140: corner 6-7">
            <a:extLst>
              <a:ext uri="{FF2B5EF4-FFF2-40B4-BE49-F238E27FC236}">
                <ns2:creationId id="{A6E0719B-B444-42CD-86DB-96AD6D870530}"/>
              </a:ext>
            </a:extLst>
          </p:cNvPr>
          <p:cNvSpPr>
            <a:spLocks noGrp="1"/>
          </p:cNvSpPr>
          <p:nvPr/>
        </p:nvSpPr>
        <p:spPr>
          <a:xfrm>
            <a:off x="7754112" y="3465567"/>
            <a:ext cx="91" cy="625805"/>
          </a:xfrm>
          <a:custGeom>
            <a:pathLst>
              <a:path w="95" h="654251">
                <a:moveTo>
                  <a:pt x="0" y="654251"/>
                </a:moveTo>
                <a:lnTo>
                  <a:pt x="0" y="0"/>
                </a:lnTo>
              </a:path>
            </a:pathLst>
          </a:custGeom>
          <a:noFill/>
          <a:ln w="10478">
            <a:solidFill>
              <a:srgbClr val="7B8790"/>
            </a:solidFill>
            <a:prstDash val="solid"/>
          </a:ln>
        </p:spPr>
      </p:sp>
      <p:sp>
        <p:nvSpPr>
          <p:cNvPr id="10038" name="Exact 3D extremum A, track 432, f140">
            <a:extLst>
              <a:ext uri="{FF2B5EF4-FFF2-40B4-BE49-F238E27FC236}">
                <ns2:creationId id="{C66DEFCB-C208-412B-B5FA-1C915D7CBFA3}"/>
              </a:ext>
            </a:extLst>
          </p:cNvPr>
          <p:cNvSpPr>
            <a:spLocks noGrp="1"/>
          </p:cNvSpPr>
          <p:nvPr/>
        </p:nvSpPr>
        <p:spPr>
          <a:xfrm>
            <a:off x="5104397" y="3975035"/>
            <a:ext cx="78353" cy="78353"/>
          </a:xfrm>
          <a:prstGeom prst="ellipse">
            <a:avLst/>
          </a:prstGeom>
          <a:solidFill>
            <a:srgbClr val="FFFFFF"/>
          </a:solidFill>
          <a:ln w="16400">
            <a:solidFill>
              <a:srgbClr val="0072B2"/>
            </a:solidFill>
          </a:ln>
        </p:spPr>
      </p:sp>
      <p:sp>
        <p:nvSpPr>
          <p:cNvPr id="10039" name="Volume label: A">
            <a:extLst>
              <a:ext uri="{FF2B5EF4-FFF2-40B4-BE49-F238E27FC236}">
                <ns2:creationId id="{DCF3FED9-7685-41FF-9A63-322CA4CA9DFE}"/>
              </a:ext>
            </a:extLst>
          </p:cNvPr>
          <p:cNvSpPr>
            <a:spLocks noGrp="1"/>
          </p:cNvSpPr>
          <p:nvPr/>
        </p:nvSpPr>
        <p:spPr>
          <a:xfrm>
            <a:off x="5216460" y="3795550"/>
            <a:ext cx="255104" cy="227772"/>
          </a:xfrm>
          <a:prstGeom prst="rect">
            <a:avLst/>
          </a:prstGeom>
          <a:noFill/>
          <a:ln w="0">
            <a:noFill/>
          </a:ln>
        </p:spPr>
        <p:txBody>
          <a:bodyPr wrap="none" lIns="0" tIns="0" rIns="0" bIns="0" anchor="ctr">
            <a:noAutofit/>
          </a:bodyPr>
          <a:lstStyle>
            <a:defPPr algn="l">
              <a:defRPr sz="1291" b="1">
                <a:solidFill>
                  <a:srgbClr val="0072B2"/>
                </a:solidFill>
                <a:latin typeface="Arial"/>
                <a:ea typeface="Arial"/>
                <a:cs typeface="Arial"/>
              </a:defRPr>
            </a:defPPr>
            <a:lvl1pPr algn="l">
              <a:defRPr sz="1291" b="1">
                <a:solidFill>
                  <a:srgbClr val="0072B2"/>
                </a:solidFill>
                <a:latin typeface="Arial"/>
                <a:ea typeface="Arial"/>
                <a:cs typeface="Arial"/>
              </a:defRPr>
            </a:lvl1pPr>
            <a:lvl2pPr algn="l">
              <a:defRPr sz="1291" b="1">
                <a:solidFill>
                  <a:srgbClr val="0072B2"/>
                </a:solidFill>
                <a:latin typeface="Arial"/>
                <a:ea typeface="Arial"/>
                <a:cs typeface="Arial"/>
              </a:defRPr>
            </a:lvl2pPr>
            <a:lvl3pPr algn="l">
              <a:defRPr sz="1291" b="1">
                <a:solidFill>
                  <a:srgbClr val="0072B2"/>
                </a:solidFill>
                <a:latin typeface="Arial"/>
                <a:ea typeface="Arial"/>
                <a:cs typeface="Arial"/>
              </a:defRPr>
            </a:lvl3pPr>
            <a:lvl4pPr algn="l">
              <a:defRPr sz="1291" b="1">
                <a:solidFill>
                  <a:srgbClr val="0072B2"/>
                </a:solidFill>
                <a:latin typeface="Arial"/>
                <a:ea typeface="Arial"/>
                <a:cs typeface="Arial"/>
              </a:defRPr>
            </a:lvl4pPr>
            <a:lvl5pPr algn="l">
              <a:defRPr sz="1291" b="1">
                <a:solidFill>
                  <a:srgbClr val="0072B2"/>
                </a:solidFill>
                <a:latin typeface="Arial"/>
                <a:ea typeface="Arial"/>
                <a:cs typeface="Arial"/>
              </a:defRPr>
            </a:lvl5pPr>
            <a:lvl6pPr algn="l">
              <a:defRPr sz="1291" b="1">
                <a:solidFill>
                  <a:srgbClr val="0072B2"/>
                </a:solidFill>
                <a:latin typeface="Arial"/>
                <a:ea typeface="Arial"/>
                <a:cs typeface="Arial"/>
              </a:defRPr>
            </a:lvl6pPr>
            <a:lvl7pPr algn="l">
              <a:defRPr sz="1291" b="1">
                <a:solidFill>
                  <a:srgbClr val="0072B2"/>
                </a:solidFill>
                <a:latin typeface="Arial"/>
                <a:ea typeface="Arial"/>
                <a:cs typeface="Arial"/>
              </a:defRPr>
            </a:lvl7pPr>
            <a:lvl8pPr algn="l">
              <a:defRPr sz="1291" b="1">
                <a:solidFill>
                  <a:srgbClr val="0072B2"/>
                </a:solidFill>
                <a:latin typeface="Arial"/>
                <a:ea typeface="Arial"/>
                <a:cs typeface="Arial"/>
              </a:defRPr>
            </a:lvl8pPr>
            <a:lvl9pPr algn="l">
              <a:defRPr sz="1291" b="1">
                <a:solidFill>
                  <a:srgbClr val="0072B2"/>
                </a:solidFill>
                <a:latin typeface="Arial"/>
                <a:ea typeface="Arial"/>
                <a:cs typeface="Arial"/>
              </a:defRPr>
            </a:lvl9pPr>
          </a:lstStyle>
          <a:p>
            <a:pPr algn="l">
              <a:defRPr sz="1291" b="1">
                <a:solidFill>
                  <a:srgbClr val="0072B2"/>
                </a:solidFill>
                <a:latin typeface="Arial"/>
                <a:ea typeface="Arial"/>
                <a:cs typeface="Arial"/>
              </a:defRPr>
            </a:pPr>
            <a:r>
              <a:rPr sz="1291" b="1">
                <a:solidFill>
                  <a:srgbClr val="0072B2"/>
                </a:solidFill>
                <a:latin typeface="Arial"/>
                <a:ea typeface="Arial"/>
                <a:cs typeface="Arial"/>
              </a:rPr>
              <a:t>A</a:t>
            </a:r>
          </a:p>
        </p:txBody>
      </p:sp>
      <p:sp>
        <p:nvSpPr>
          <p:cNvPr id="10040" name="Exact 3D extremum B, track 462, f140">
            <a:extLst>
              <a:ext uri="{FF2B5EF4-FFF2-40B4-BE49-F238E27FC236}">
                <ns2:creationId id="{696DEA51-9559-4676-BCA3-747AE05BCAF8}"/>
              </a:ext>
            </a:extLst>
          </p:cNvPr>
          <p:cNvSpPr>
            <a:spLocks noGrp="1"/>
          </p:cNvSpPr>
          <p:nvPr/>
        </p:nvSpPr>
        <p:spPr>
          <a:xfrm>
            <a:off x="6213022" y="4178959"/>
            <a:ext cx="78353" cy="78353"/>
          </a:xfrm>
          <a:prstGeom prst="ellipse">
            <a:avLst/>
          </a:prstGeom>
          <a:solidFill>
            <a:srgbClr val="FFFFFF"/>
          </a:solidFill>
          <a:ln w="16400">
            <a:solidFill>
              <a:srgbClr val="D55E00"/>
            </a:solidFill>
          </a:ln>
        </p:spPr>
      </p:sp>
      <p:sp>
        <p:nvSpPr>
          <p:cNvPr id="10041" name="Volume label: B">
            <a:extLst>
              <a:ext uri="{FF2B5EF4-FFF2-40B4-BE49-F238E27FC236}">
                <ns2:creationId id="{BBF2719A-02C9-44CB-82B3-969323CFA387}"/>
              </a:ext>
            </a:extLst>
          </p:cNvPr>
          <p:cNvSpPr>
            <a:spLocks noGrp="1"/>
          </p:cNvSpPr>
          <p:nvPr/>
        </p:nvSpPr>
        <p:spPr>
          <a:xfrm>
            <a:off x="6325085" y="3999476"/>
            <a:ext cx="255104" cy="227772"/>
          </a:xfrm>
          <a:prstGeom prst="rect">
            <a:avLst/>
          </a:prstGeom>
          <a:noFill/>
          <a:ln w="0">
            <a:noFill/>
          </a:ln>
        </p:spPr>
        <p:txBody>
          <a:bodyPr wrap="none" lIns="0" tIns="0" rIns="0" bIns="0" anchor="ctr">
            <a:noAutofit/>
          </a:bodyPr>
          <a:lstStyle>
            <a:defPPr algn="l">
              <a:defRPr sz="1291" b="1">
                <a:solidFill>
                  <a:srgbClr val="D55E00"/>
                </a:solidFill>
                <a:latin typeface="Arial"/>
                <a:ea typeface="Arial"/>
                <a:cs typeface="Arial"/>
              </a:defRPr>
            </a:defPPr>
            <a:lvl1pPr algn="l">
              <a:defRPr sz="1291" b="1">
                <a:solidFill>
                  <a:srgbClr val="D55E00"/>
                </a:solidFill>
                <a:latin typeface="Arial"/>
                <a:ea typeface="Arial"/>
                <a:cs typeface="Arial"/>
              </a:defRPr>
            </a:lvl1pPr>
            <a:lvl2pPr algn="l">
              <a:defRPr sz="1291" b="1">
                <a:solidFill>
                  <a:srgbClr val="D55E00"/>
                </a:solidFill>
                <a:latin typeface="Arial"/>
                <a:ea typeface="Arial"/>
                <a:cs typeface="Arial"/>
              </a:defRPr>
            </a:lvl2pPr>
            <a:lvl3pPr algn="l">
              <a:defRPr sz="1291" b="1">
                <a:solidFill>
                  <a:srgbClr val="D55E00"/>
                </a:solidFill>
                <a:latin typeface="Arial"/>
                <a:ea typeface="Arial"/>
                <a:cs typeface="Arial"/>
              </a:defRPr>
            </a:lvl3pPr>
            <a:lvl4pPr algn="l">
              <a:defRPr sz="1291" b="1">
                <a:solidFill>
                  <a:srgbClr val="D55E00"/>
                </a:solidFill>
                <a:latin typeface="Arial"/>
                <a:ea typeface="Arial"/>
                <a:cs typeface="Arial"/>
              </a:defRPr>
            </a:lvl4pPr>
            <a:lvl5pPr algn="l">
              <a:defRPr sz="1291" b="1">
                <a:solidFill>
                  <a:srgbClr val="D55E00"/>
                </a:solidFill>
                <a:latin typeface="Arial"/>
                <a:ea typeface="Arial"/>
                <a:cs typeface="Arial"/>
              </a:defRPr>
            </a:lvl5pPr>
            <a:lvl6pPr algn="l">
              <a:defRPr sz="1291" b="1">
                <a:solidFill>
                  <a:srgbClr val="D55E00"/>
                </a:solidFill>
                <a:latin typeface="Arial"/>
                <a:ea typeface="Arial"/>
                <a:cs typeface="Arial"/>
              </a:defRPr>
            </a:lvl6pPr>
            <a:lvl7pPr algn="l">
              <a:defRPr sz="1291" b="1">
                <a:solidFill>
                  <a:srgbClr val="D55E00"/>
                </a:solidFill>
                <a:latin typeface="Arial"/>
                <a:ea typeface="Arial"/>
                <a:cs typeface="Arial"/>
              </a:defRPr>
            </a:lvl7pPr>
            <a:lvl8pPr algn="l">
              <a:defRPr sz="1291" b="1">
                <a:solidFill>
                  <a:srgbClr val="D55E00"/>
                </a:solidFill>
                <a:latin typeface="Arial"/>
                <a:ea typeface="Arial"/>
                <a:cs typeface="Arial"/>
              </a:defRPr>
            </a:lvl8pPr>
            <a:lvl9pPr algn="l">
              <a:defRPr sz="1291" b="1">
                <a:solidFill>
                  <a:srgbClr val="D55E00"/>
                </a:solidFill>
                <a:latin typeface="Arial"/>
                <a:ea typeface="Arial"/>
                <a:cs typeface="Arial"/>
              </a:defRPr>
            </a:lvl9pPr>
          </a:lstStyle>
          <a:p>
            <a:pPr algn="l">
              <a:defRPr sz="1291" b="1">
                <a:solidFill>
                  <a:srgbClr val="D55E00"/>
                </a:solidFill>
                <a:latin typeface="Arial"/>
                <a:ea typeface="Arial"/>
                <a:cs typeface="Arial"/>
              </a:defRPr>
            </a:pPr>
            <a:r>
              <a:rPr sz="1291" b="1">
                <a:solidFill>
                  <a:srgbClr val="D55E00"/>
                </a:solidFill>
                <a:latin typeface="Arial"/>
                <a:ea typeface="Arial"/>
                <a:cs typeface="Arial"/>
              </a:rPr>
              <a:t>B</a:t>
            </a:r>
          </a:p>
        </p:txBody>
      </p:sp>
      <p:sp>
        <p:nvSpPr>
          <p:cNvPr id="10042" name="Exact 3D extremum C, track 388, f140">
            <a:extLst>
              <a:ext uri="{FF2B5EF4-FFF2-40B4-BE49-F238E27FC236}">
                <ns2:creationId id="{F2E2E272-4DCF-481D-B589-3F7B509C53E2}"/>
              </a:ext>
            </a:extLst>
          </p:cNvPr>
          <p:cNvSpPr>
            <a:spLocks noGrp="1"/>
          </p:cNvSpPr>
          <p:nvPr/>
        </p:nvSpPr>
        <p:spPr>
          <a:xfrm>
            <a:off x="6954778" y="3930075"/>
            <a:ext cx="78353" cy="78353"/>
          </a:xfrm>
          <a:prstGeom prst="ellipse">
            <a:avLst/>
          </a:prstGeom>
          <a:solidFill>
            <a:srgbClr val="FFFFFF"/>
          </a:solidFill>
          <a:ln w="16400">
            <a:solidFill>
              <a:srgbClr val="009E73"/>
            </a:solidFill>
          </a:ln>
        </p:spPr>
      </p:sp>
      <p:sp>
        <p:nvSpPr>
          <p:cNvPr id="10043" name="Volume label: C">
            <a:extLst>
              <a:ext uri="{FF2B5EF4-FFF2-40B4-BE49-F238E27FC236}">
                <ns2:creationId id="{E76031F2-C594-40E0-A3DE-46AA0B72C020}"/>
              </a:ext>
            </a:extLst>
          </p:cNvPr>
          <p:cNvSpPr>
            <a:spLocks noGrp="1"/>
          </p:cNvSpPr>
          <p:nvPr/>
        </p:nvSpPr>
        <p:spPr>
          <a:xfrm>
            <a:off x="7066843" y="3750591"/>
            <a:ext cx="255104" cy="227772"/>
          </a:xfrm>
          <a:prstGeom prst="rect">
            <a:avLst/>
          </a:prstGeom>
          <a:noFill/>
          <a:ln w="0">
            <a:noFill/>
          </a:ln>
        </p:spPr>
        <p:txBody>
          <a:bodyPr wrap="none" lIns="0" tIns="0" rIns="0" bIns="0" anchor="ctr">
            <a:noAutofit/>
          </a:bodyPr>
          <a:lstStyle>
            <a:defPPr algn="l">
              <a:defRPr sz="1291" b="1">
                <a:solidFill>
                  <a:srgbClr val="009E73"/>
                </a:solidFill>
                <a:latin typeface="Arial"/>
                <a:ea typeface="Arial"/>
                <a:cs typeface="Arial"/>
              </a:defRPr>
            </a:defPPr>
            <a:lvl1pPr algn="l">
              <a:defRPr sz="1291" b="1">
                <a:solidFill>
                  <a:srgbClr val="009E73"/>
                </a:solidFill>
                <a:latin typeface="Arial"/>
                <a:ea typeface="Arial"/>
                <a:cs typeface="Arial"/>
              </a:defRPr>
            </a:lvl1pPr>
            <a:lvl2pPr algn="l">
              <a:defRPr sz="1291" b="1">
                <a:solidFill>
                  <a:srgbClr val="009E73"/>
                </a:solidFill>
                <a:latin typeface="Arial"/>
                <a:ea typeface="Arial"/>
                <a:cs typeface="Arial"/>
              </a:defRPr>
            </a:lvl2pPr>
            <a:lvl3pPr algn="l">
              <a:defRPr sz="1291" b="1">
                <a:solidFill>
                  <a:srgbClr val="009E73"/>
                </a:solidFill>
                <a:latin typeface="Arial"/>
                <a:ea typeface="Arial"/>
                <a:cs typeface="Arial"/>
              </a:defRPr>
            </a:lvl3pPr>
            <a:lvl4pPr algn="l">
              <a:defRPr sz="1291" b="1">
                <a:solidFill>
                  <a:srgbClr val="009E73"/>
                </a:solidFill>
                <a:latin typeface="Arial"/>
                <a:ea typeface="Arial"/>
                <a:cs typeface="Arial"/>
              </a:defRPr>
            </a:lvl4pPr>
            <a:lvl5pPr algn="l">
              <a:defRPr sz="1291" b="1">
                <a:solidFill>
                  <a:srgbClr val="009E73"/>
                </a:solidFill>
                <a:latin typeface="Arial"/>
                <a:ea typeface="Arial"/>
                <a:cs typeface="Arial"/>
              </a:defRPr>
            </a:lvl5pPr>
            <a:lvl6pPr algn="l">
              <a:defRPr sz="1291" b="1">
                <a:solidFill>
                  <a:srgbClr val="009E73"/>
                </a:solidFill>
                <a:latin typeface="Arial"/>
                <a:ea typeface="Arial"/>
                <a:cs typeface="Arial"/>
              </a:defRPr>
            </a:lvl6pPr>
            <a:lvl7pPr algn="l">
              <a:defRPr sz="1291" b="1">
                <a:solidFill>
                  <a:srgbClr val="009E73"/>
                </a:solidFill>
                <a:latin typeface="Arial"/>
                <a:ea typeface="Arial"/>
                <a:cs typeface="Arial"/>
              </a:defRPr>
            </a:lvl7pPr>
            <a:lvl8pPr algn="l">
              <a:defRPr sz="1291" b="1">
                <a:solidFill>
                  <a:srgbClr val="009E73"/>
                </a:solidFill>
                <a:latin typeface="Arial"/>
                <a:ea typeface="Arial"/>
                <a:cs typeface="Arial"/>
              </a:defRPr>
            </a:lvl8pPr>
            <a:lvl9pPr algn="l">
              <a:defRPr sz="1291" b="1">
                <a:solidFill>
                  <a:srgbClr val="009E73"/>
                </a:solidFill>
                <a:latin typeface="Arial"/>
                <a:ea typeface="Arial"/>
                <a:cs typeface="Arial"/>
              </a:defRPr>
            </a:lvl9pPr>
          </a:lstStyle>
          <a:p>
            <a:pPr algn="l">
              <a:defRPr sz="1291" b="1">
                <a:solidFill>
                  <a:srgbClr val="009E73"/>
                </a:solidFill>
                <a:latin typeface="Arial"/>
                <a:ea typeface="Arial"/>
                <a:cs typeface="Arial"/>
              </a:defRPr>
            </a:pPr>
            <a:r>
              <a:rPr sz="1291" b="1">
                <a:solidFill>
                  <a:srgbClr val="009E73"/>
                </a:solidFill>
                <a:latin typeface="Arial"/>
                <a:ea typeface="Arial"/>
                <a:cs typeface="Arial"/>
              </a:rPr>
              <a:t>C</a:t>
            </a:r>
          </a:p>
        </p:txBody>
      </p:sp>
      <p:sp>
        <p:nvSpPr>
          <p:cNvPr id="10044" name="Volume label: f141   t = 1.41">
            <a:extLst>
              <a:ext uri="{FF2B5EF4-FFF2-40B4-BE49-F238E27FC236}">
                <ns2:creationId id="{086325EB-F5BD-4266-8669-2743E1C83862}"/>
              </a:ext>
            </a:extLst>
          </p:cNvPr>
          <p:cNvSpPr>
            <a:spLocks noGrp="1"/>
          </p:cNvSpPr>
          <p:nvPr/>
        </p:nvSpPr>
        <p:spPr>
          <a:xfrm>
            <a:off x="7962900" y="2914650"/>
            <a:ext cx="3771900" cy="218661"/>
          </a:xfrm>
          <a:prstGeom prst="rect">
            <a:avLst/>
          </a:prstGeom>
          <a:noFill/>
          <a:ln w="0">
            <a:noFill/>
          </a:ln>
        </p:spPr>
        <p:txBody>
          <a:bodyPr wrap="none" lIns="0" tIns="0" rIns="0" bIns="0" anchor="ctr">
            <a:noAutofit/>
          </a:bodyPr>
          <a:lstStyle>
            <a:defPPr algn="l">
              <a:defRPr sz="1435" b="1">
                <a:solidFill>
                  <a:srgbClr val="000000"/>
                </a:solidFill>
                <a:latin typeface="Arial"/>
                <a:ea typeface="Arial"/>
                <a:cs typeface="Arial"/>
              </a:defRPr>
            </a:defPPr>
            <a:lvl1pPr algn="l">
              <a:defRPr sz="1435" b="1">
                <a:solidFill>
                  <a:srgbClr val="000000"/>
                </a:solidFill>
                <a:latin typeface="Arial"/>
                <a:ea typeface="Arial"/>
                <a:cs typeface="Arial"/>
              </a:defRPr>
            </a:lvl1pPr>
            <a:lvl2pPr algn="l">
              <a:defRPr sz="1435" b="1">
                <a:solidFill>
                  <a:srgbClr val="000000"/>
                </a:solidFill>
                <a:latin typeface="Arial"/>
                <a:ea typeface="Arial"/>
                <a:cs typeface="Arial"/>
              </a:defRPr>
            </a:lvl2pPr>
            <a:lvl3pPr algn="l">
              <a:defRPr sz="1435" b="1">
                <a:solidFill>
                  <a:srgbClr val="000000"/>
                </a:solidFill>
                <a:latin typeface="Arial"/>
                <a:ea typeface="Arial"/>
                <a:cs typeface="Arial"/>
              </a:defRPr>
            </a:lvl3pPr>
            <a:lvl4pPr algn="l">
              <a:defRPr sz="1435" b="1">
                <a:solidFill>
                  <a:srgbClr val="000000"/>
                </a:solidFill>
                <a:latin typeface="Arial"/>
                <a:ea typeface="Arial"/>
                <a:cs typeface="Arial"/>
              </a:defRPr>
            </a:lvl4pPr>
            <a:lvl5pPr algn="l">
              <a:defRPr sz="1435" b="1">
                <a:solidFill>
                  <a:srgbClr val="000000"/>
                </a:solidFill>
                <a:latin typeface="Arial"/>
                <a:ea typeface="Arial"/>
                <a:cs typeface="Arial"/>
              </a:defRPr>
            </a:lvl5pPr>
            <a:lvl6pPr algn="l">
              <a:defRPr sz="1435" b="1">
                <a:solidFill>
                  <a:srgbClr val="000000"/>
                </a:solidFill>
                <a:latin typeface="Arial"/>
                <a:ea typeface="Arial"/>
                <a:cs typeface="Arial"/>
              </a:defRPr>
            </a:lvl6pPr>
            <a:lvl7pPr algn="l">
              <a:defRPr sz="1435" b="1">
                <a:solidFill>
                  <a:srgbClr val="000000"/>
                </a:solidFill>
                <a:latin typeface="Arial"/>
                <a:ea typeface="Arial"/>
                <a:cs typeface="Arial"/>
              </a:defRPr>
            </a:lvl7pPr>
            <a:lvl8pPr algn="l">
              <a:defRPr sz="1435" b="1">
                <a:solidFill>
                  <a:srgbClr val="000000"/>
                </a:solidFill>
                <a:latin typeface="Arial"/>
                <a:ea typeface="Arial"/>
                <a:cs typeface="Arial"/>
              </a:defRPr>
            </a:lvl8pPr>
            <a:lvl9pPr algn="l">
              <a:defRPr sz="1435" b="1">
                <a:solidFill>
                  <a:srgbClr val="000000"/>
                </a:solidFill>
                <a:latin typeface="Arial"/>
                <a:ea typeface="Arial"/>
                <a:cs typeface="Arial"/>
              </a:defRPr>
            </a:lvl9pPr>
          </a:lstStyle>
          <a:p>
            <a:pPr algn="l">
              <a:defRPr sz="1435" b="1">
                <a:solidFill>
                  <a:srgbClr val="000000"/>
                </a:solidFill>
                <a:latin typeface="Arial"/>
                <a:ea typeface="Arial"/>
                <a:cs typeface="Arial"/>
              </a:defRPr>
            </a:pPr>
            <a:r>
              <a:rPr sz="1435" b="1">
                <a:solidFill>
                  <a:srgbClr val="000000"/>
                </a:solidFill>
                <a:latin typeface="Arial"/>
                <a:ea typeface="Arial"/>
                <a:cs typeface="Arial"/>
              </a:rPr>
              <a:t>Frame 141</a:t>
            </a:r>
          </a:p>
        </p:txBody>
      </p:sp>
      <p:pic>
        <p:nvPicPr>
          <p:cNvPr id="10045" name="">
            <a:extLst>
              <a:ext uri="{FF2B5EF4-FFF2-40B4-BE49-F238E27FC236}">
                <ns2:creationId id="{BFB97EFB-746A-4614-9D97-F468B5175A84}"/>
              </a:ext>
            </a:extLst>
          </p:cNvPr>
          <p:cNvPicPr>
            <a:picLocks noChangeAspect="1"/>
          </p:cNvPicPr>
          <p:nvPr/>
        </p:nvPicPr>
        <p:blipFill>
          <a:blip ns3:embed="FrameView_Rf17f8bde6fe240f7"/>
          <a:stretch/>
        </p:blipFill>
        <p:spPr>
          <a:xfrm>
            <a:off x="7962900" y="3169754"/>
            <a:ext cx="3771900" cy="1374648"/>
          </a:xfrm>
          <a:prstGeom prst="rect">
            <a:avLst/>
          </a:prstGeom>
        </p:spPr>
      </p:pic>
      <p:sp>
        <p:nvSpPr>
          <p:cNvPr id="10046" name="Domain frame f141: corner 0-1">
            <a:extLst>
              <a:ext uri="{FF2B5EF4-FFF2-40B4-BE49-F238E27FC236}">
                <ns2:creationId id="{593F85A4-231A-4335-9969-A5560C6A11F0}"/>
              </a:ext>
            </a:extLst>
          </p:cNvPr>
          <p:cNvSpPr>
            <a:spLocks noGrp="1"/>
          </p:cNvSpPr>
          <p:nvPr/>
        </p:nvSpPr>
        <p:spPr>
          <a:xfrm>
            <a:off x="8038338" y="3622784"/>
            <a:ext cx="91" cy="625805"/>
          </a:xfrm>
          <a:custGeom>
            <a:pathLst>
              <a:path w="95" h="654251">
                <a:moveTo>
                  <a:pt x="0" y="654251"/>
                </a:moveTo>
                <a:lnTo>
                  <a:pt x="0" y="0"/>
                </a:lnTo>
              </a:path>
            </a:pathLst>
          </a:custGeom>
          <a:noFill/>
          <a:ln w="10478">
            <a:solidFill>
              <a:srgbClr val="7B8790"/>
            </a:solidFill>
            <a:prstDash val="solid"/>
          </a:ln>
        </p:spPr>
      </p:sp>
      <p:sp>
        <p:nvSpPr>
          <p:cNvPr id="10047" name="Domain frame f141: corner 0-2">
            <a:extLst>
              <a:ext uri="{FF2B5EF4-FFF2-40B4-BE49-F238E27FC236}">
                <ns2:creationId id="{CD9EFECA-4F2B-4AA3-8787-CCF9E83A1B14}"/>
              </a:ext>
            </a:extLst>
          </p:cNvPr>
          <p:cNvSpPr>
            <a:spLocks noGrp="1"/>
          </p:cNvSpPr>
          <p:nvPr/>
        </p:nvSpPr>
        <p:spPr>
          <a:xfrm>
            <a:off x="8038338" y="3905670"/>
            <a:ext cx="590756" cy="342920"/>
          </a:xfrm>
          <a:custGeom>
            <a:pathLst>
              <a:path w="617609" h="358507">
                <a:moveTo>
                  <a:pt x="0" y="358507"/>
                </a:moveTo>
                <a:lnTo>
                  <a:pt x="617609" y="0"/>
                </a:lnTo>
              </a:path>
            </a:pathLst>
          </a:custGeom>
          <a:noFill/>
          <a:ln w="10478">
            <a:solidFill>
              <a:srgbClr val="B3BDC4"/>
            </a:solidFill>
            <a:prstDash val="dash"/>
          </a:ln>
        </p:spPr>
      </p:sp>
      <p:sp>
        <p:nvSpPr>
          <p:cNvPr id="10048" name="Domain frame f141: corner 0-4">
            <a:extLst>
              <a:ext uri="{FF2B5EF4-FFF2-40B4-BE49-F238E27FC236}">
                <ns2:creationId id="{BAC4EE36-7D16-42BF-AF0D-FFF63EDB478A}"/>
              </a:ext>
            </a:extLst>
          </p:cNvPr>
          <p:cNvSpPr>
            <a:spLocks noGrp="1"/>
          </p:cNvSpPr>
          <p:nvPr/>
        </p:nvSpPr>
        <p:spPr>
          <a:xfrm>
            <a:off x="8038338" y="4248589"/>
            <a:ext cx="3030268" cy="185702"/>
          </a:xfrm>
          <a:custGeom>
            <a:pathLst>
              <a:path w="3168007" h="194143">
                <a:moveTo>
                  <a:pt x="0" y="0"/>
                </a:moveTo>
                <a:lnTo>
                  <a:pt x="3168007" y="194143"/>
                </a:lnTo>
              </a:path>
            </a:pathLst>
          </a:custGeom>
          <a:noFill/>
          <a:ln w="10478">
            <a:solidFill>
              <a:srgbClr val="7B8790"/>
            </a:solidFill>
            <a:prstDash val="solid"/>
          </a:ln>
        </p:spPr>
      </p:sp>
      <p:sp>
        <p:nvSpPr>
          <p:cNvPr id="10049" name="Domain frame f141: corner 1-3">
            <a:extLst>
              <a:ext uri="{FF2B5EF4-FFF2-40B4-BE49-F238E27FC236}">
                <ns2:creationId id="{CCCDD479-5B04-4DAF-BDFD-C2E5D1757C23}"/>
              </a:ext>
            </a:extLst>
          </p:cNvPr>
          <p:cNvSpPr>
            <a:spLocks noGrp="1"/>
          </p:cNvSpPr>
          <p:nvPr/>
        </p:nvSpPr>
        <p:spPr>
          <a:xfrm>
            <a:off x="8038338" y="3279864"/>
            <a:ext cx="590756" cy="342920"/>
          </a:xfrm>
          <a:custGeom>
            <a:pathLst>
              <a:path w="617609" h="358507">
                <a:moveTo>
                  <a:pt x="0" y="358507"/>
                </a:moveTo>
                <a:lnTo>
                  <a:pt x="617609" y="0"/>
                </a:lnTo>
              </a:path>
            </a:pathLst>
          </a:custGeom>
          <a:noFill/>
          <a:ln w="10478">
            <a:solidFill>
              <a:srgbClr val="7B8790"/>
            </a:solidFill>
            <a:prstDash val="solid"/>
          </a:ln>
        </p:spPr>
      </p:sp>
      <p:sp>
        <p:nvSpPr>
          <p:cNvPr id="10050" name="Domain frame f141: corner 1-5">
            <a:extLst>
              <a:ext uri="{FF2B5EF4-FFF2-40B4-BE49-F238E27FC236}">
                <ns2:creationId id="{95BC2DB6-D933-4915-BAE4-A0E88B7FFA90}"/>
              </a:ext>
            </a:extLst>
          </p:cNvPr>
          <p:cNvSpPr>
            <a:spLocks noGrp="1"/>
          </p:cNvSpPr>
          <p:nvPr/>
        </p:nvSpPr>
        <p:spPr>
          <a:xfrm>
            <a:off x="8038338" y="3622784"/>
            <a:ext cx="3030268" cy="185702"/>
          </a:xfrm>
          <a:custGeom>
            <a:pathLst>
              <a:path w="3168007" h="194143">
                <a:moveTo>
                  <a:pt x="0" y="0"/>
                </a:moveTo>
                <a:lnTo>
                  <a:pt x="3168007" y="194143"/>
                </a:lnTo>
              </a:path>
            </a:pathLst>
          </a:custGeom>
          <a:noFill/>
          <a:ln w="10478">
            <a:solidFill>
              <a:srgbClr val="7B8790"/>
            </a:solidFill>
            <a:prstDash val="solid"/>
          </a:ln>
        </p:spPr>
      </p:sp>
      <p:sp>
        <p:nvSpPr>
          <p:cNvPr id="10051" name="Domain frame f141: corner 2-3">
            <a:extLst>
              <a:ext uri="{FF2B5EF4-FFF2-40B4-BE49-F238E27FC236}">
                <ns2:creationId id="{72A2C911-0669-4936-9529-EBDD64FCC0DC}"/>
              </a:ext>
            </a:extLst>
          </p:cNvPr>
          <p:cNvSpPr>
            <a:spLocks noGrp="1"/>
          </p:cNvSpPr>
          <p:nvPr/>
        </p:nvSpPr>
        <p:spPr>
          <a:xfrm>
            <a:off x="8629094" y="3279864"/>
            <a:ext cx="91" cy="625805"/>
          </a:xfrm>
          <a:custGeom>
            <a:pathLst>
              <a:path w="95" h="654251">
                <a:moveTo>
                  <a:pt x="0" y="654251"/>
                </a:moveTo>
                <a:lnTo>
                  <a:pt x="0" y="0"/>
                </a:lnTo>
              </a:path>
            </a:pathLst>
          </a:custGeom>
          <a:noFill/>
          <a:ln w="10478">
            <a:solidFill>
              <a:srgbClr val="B3BDC4"/>
            </a:solidFill>
            <a:prstDash val="dash"/>
          </a:ln>
        </p:spPr>
      </p:sp>
      <p:sp>
        <p:nvSpPr>
          <p:cNvPr id="10052" name="Domain frame f141: corner 2-6">
            <a:extLst>
              <a:ext uri="{FF2B5EF4-FFF2-40B4-BE49-F238E27FC236}">
                <ns2:creationId id="{02B37E07-084E-4D5A-92BB-E1DBA996B883}"/>
              </a:ext>
            </a:extLst>
          </p:cNvPr>
          <p:cNvSpPr>
            <a:spLocks noGrp="1"/>
          </p:cNvSpPr>
          <p:nvPr/>
        </p:nvSpPr>
        <p:spPr>
          <a:xfrm>
            <a:off x="8629094" y="3905670"/>
            <a:ext cx="3030268" cy="185702"/>
          </a:xfrm>
          <a:custGeom>
            <a:pathLst>
              <a:path w="3168007" h="194143">
                <a:moveTo>
                  <a:pt x="0" y="0"/>
                </a:moveTo>
                <a:lnTo>
                  <a:pt x="3168007" y="194143"/>
                </a:lnTo>
              </a:path>
            </a:pathLst>
          </a:custGeom>
          <a:noFill/>
          <a:ln w="10478">
            <a:solidFill>
              <a:srgbClr val="B3BDC4"/>
            </a:solidFill>
            <a:prstDash val="dash"/>
          </a:ln>
        </p:spPr>
      </p:sp>
      <p:sp>
        <p:nvSpPr>
          <p:cNvPr id="10053" name="Domain frame f141: corner 3-7">
            <a:extLst>
              <a:ext uri="{FF2B5EF4-FFF2-40B4-BE49-F238E27FC236}">
                <ns2:creationId id="{2B53BDEE-ED28-48A2-8352-5AA2FE2A5E73}"/>
              </a:ext>
            </a:extLst>
          </p:cNvPr>
          <p:cNvSpPr>
            <a:spLocks noGrp="1"/>
          </p:cNvSpPr>
          <p:nvPr/>
        </p:nvSpPr>
        <p:spPr>
          <a:xfrm>
            <a:off x="8629094" y="3279864"/>
            <a:ext cx="3030268" cy="185702"/>
          </a:xfrm>
          <a:custGeom>
            <a:pathLst>
              <a:path w="3168007" h="194143">
                <a:moveTo>
                  <a:pt x="0" y="0"/>
                </a:moveTo>
                <a:lnTo>
                  <a:pt x="3168007" y="194143"/>
                </a:lnTo>
              </a:path>
            </a:pathLst>
          </a:custGeom>
          <a:noFill/>
          <a:ln w="10478">
            <a:solidFill>
              <a:srgbClr val="7B8790"/>
            </a:solidFill>
            <a:prstDash val="solid"/>
          </a:ln>
        </p:spPr>
      </p:sp>
      <p:sp>
        <p:nvSpPr>
          <p:cNvPr id="10054" name="Domain frame f141: corner 4-5">
            <a:extLst>
              <a:ext uri="{FF2B5EF4-FFF2-40B4-BE49-F238E27FC236}">
                <ns2:creationId id="{3D71D459-DE45-4E02-9563-856D80CECC86}"/>
              </a:ext>
            </a:extLst>
          </p:cNvPr>
          <p:cNvSpPr>
            <a:spLocks noGrp="1"/>
          </p:cNvSpPr>
          <p:nvPr/>
        </p:nvSpPr>
        <p:spPr>
          <a:xfrm>
            <a:off x="11068606" y="3808487"/>
            <a:ext cx="91" cy="625805"/>
          </a:xfrm>
          <a:custGeom>
            <a:pathLst>
              <a:path w="95" h="654251">
                <a:moveTo>
                  <a:pt x="0" y="654251"/>
                </a:moveTo>
                <a:lnTo>
                  <a:pt x="0" y="0"/>
                </a:lnTo>
              </a:path>
            </a:pathLst>
          </a:custGeom>
          <a:noFill/>
          <a:ln w="10478">
            <a:solidFill>
              <a:srgbClr val="7B8790"/>
            </a:solidFill>
            <a:prstDash val="solid"/>
          </a:ln>
        </p:spPr>
      </p:sp>
      <p:sp>
        <p:nvSpPr>
          <p:cNvPr id="10055" name="Domain frame f141: corner 4-6">
            <a:extLst>
              <a:ext uri="{FF2B5EF4-FFF2-40B4-BE49-F238E27FC236}">
                <ns2:creationId id="{2C8E17F5-93CC-4A27-AE42-1D376D8E376D}"/>
              </a:ext>
            </a:extLst>
          </p:cNvPr>
          <p:cNvSpPr>
            <a:spLocks noGrp="1"/>
          </p:cNvSpPr>
          <p:nvPr/>
        </p:nvSpPr>
        <p:spPr>
          <a:xfrm>
            <a:off x="11068606" y="4091373"/>
            <a:ext cx="590756" cy="342920"/>
          </a:xfrm>
          <a:custGeom>
            <a:pathLst>
              <a:path w="617609" h="358507">
                <a:moveTo>
                  <a:pt x="0" y="358507"/>
                </a:moveTo>
                <a:lnTo>
                  <a:pt x="617609" y="0"/>
                </a:lnTo>
              </a:path>
            </a:pathLst>
          </a:custGeom>
          <a:noFill/>
          <a:ln w="10478">
            <a:solidFill>
              <a:srgbClr val="7B8790"/>
            </a:solidFill>
            <a:prstDash val="solid"/>
          </a:ln>
        </p:spPr>
      </p:sp>
      <p:sp>
        <p:nvSpPr>
          <p:cNvPr id="10056" name="Domain frame f141: corner 5-7">
            <a:extLst>
              <a:ext uri="{FF2B5EF4-FFF2-40B4-BE49-F238E27FC236}">
                <ns2:creationId id="{9553A586-25E2-4E44-9D6E-597773D19B7F}"/>
              </a:ext>
            </a:extLst>
          </p:cNvPr>
          <p:cNvSpPr>
            <a:spLocks noGrp="1"/>
          </p:cNvSpPr>
          <p:nvPr/>
        </p:nvSpPr>
        <p:spPr>
          <a:xfrm>
            <a:off x="11068606" y="3465567"/>
            <a:ext cx="590756" cy="342920"/>
          </a:xfrm>
          <a:custGeom>
            <a:pathLst>
              <a:path w="617609" h="358507">
                <a:moveTo>
                  <a:pt x="0" y="358507"/>
                </a:moveTo>
                <a:lnTo>
                  <a:pt x="617609" y="0"/>
                </a:lnTo>
              </a:path>
            </a:pathLst>
          </a:custGeom>
          <a:noFill/>
          <a:ln w="10478">
            <a:solidFill>
              <a:srgbClr val="7B8790"/>
            </a:solidFill>
            <a:prstDash val="solid"/>
          </a:ln>
        </p:spPr>
      </p:sp>
      <p:sp>
        <p:nvSpPr>
          <p:cNvPr id="10057" name="Domain frame f141: corner 6-7">
            <a:extLst>
              <a:ext uri="{FF2B5EF4-FFF2-40B4-BE49-F238E27FC236}">
                <ns2:creationId id="{74CEA008-6B4D-4CB2-BC29-EF7F94A68084}"/>
              </a:ext>
            </a:extLst>
          </p:cNvPr>
          <p:cNvSpPr>
            <a:spLocks noGrp="1"/>
          </p:cNvSpPr>
          <p:nvPr/>
        </p:nvSpPr>
        <p:spPr>
          <a:xfrm>
            <a:off x="11659362" y="3465567"/>
            <a:ext cx="91" cy="625805"/>
          </a:xfrm>
          <a:custGeom>
            <a:pathLst>
              <a:path w="95" h="654251">
                <a:moveTo>
                  <a:pt x="0" y="654251"/>
                </a:moveTo>
                <a:lnTo>
                  <a:pt x="0" y="0"/>
                </a:lnTo>
              </a:path>
            </a:pathLst>
          </a:custGeom>
          <a:noFill/>
          <a:ln w="10478">
            <a:solidFill>
              <a:srgbClr val="7B8790"/>
            </a:solidFill>
            <a:prstDash val="solid"/>
          </a:ln>
        </p:spPr>
      </p:sp>
      <p:sp>
        <p:nvSpPr>
          <p:cNvPr id="10058" name="Exact 3D extremum A, track 432, f141">
            <a:extLst>
              <a:ext uri="{FF2B5EF4-FFF2-40B4-BE49-F238E27FC236}">
                <ns2:creationId id="{37C3C9E6-FD8B-4D84-81A4-C4EE63D18825}"/>
              </a:ext>
            </a:extLst>
          </p:cNvPr>
          <p:cNvSpPr>
            <a:spLocks noGrp="1"/>
          </p:cNvSpPr>
          <p:nvPr/>
        </p:nvSpPr>
        <p:spPr>
          <a:xfrm>
            <a:off x="9009647" y="3975035"/>
            <a:ext cx="78353" cy="78353"/>
          </a:xfrm>
          <a:prstGeom prst="ellipse">
            <a:avLst/>
          </a:prstGeom>
          <a:solidFill>
            <a:srgbClr val="FFFFFF"/>
          </a:solidFill>
          <a:ln w="16400">
            <a:solidFill>
              <a:srgbClr val="0072B2"/>
            </a:solidFill>
          </a:ln>
        </p:spPr>
      </p:sp>
      <p:sp>
        <p:nvSpPr>
          <p:cNvPr id="10059" name="Volume label: A">
            <a:extLst>
              <a:ext uri="{FF2B5EF4-FFF2-40B4-BE49-F238E27FC236}">
                <ns2:creationId id="{3CF9C991-29EF-47F8-B6B7-44CA4C0C61B1}"/>
              </a:ext>
            </a:extLst>
          </p:cNvPr>
          <p:cNvSpPr>
            <a:spLocks noGrp="1"/>
          </p:cNvSpPr>
          <p:nvPr/>
        </p:nvSpPr>
        <p:spPr>
          <a:xfrm>
            <a:off x="9121710" y="3795550"/>
            <a:ext cx="255104" cy="227772"/>
          </a:xfrm>
          <a:prstGeom prst="rect">
            <a:avLst/>
          </a:prstGeom>
          <a:noFill/>
          <a:ln w="0">
            <a:noFill/>
          </a:ln>
        </p:spPr>
        <p:txBody>
          <a:bodyPr wrap="none" lIns="0" tIns="0" rIns="0" bIns="0" anchor="ctr">
            <a:noAutofit/>
          </a:bodyPr>
          <a:lstStyle>
            <a:defPPr algn="l">
              <a:defRPr sz="1291" b="1">
                <a:solidFill>
                  <a:srgbClr val="0072B2"/>
                </a:solidFill>
                <a:latin typeface="Arial"/>
                <a:ea typeface="Arial"/>
                <a:cs typeface="Arial"/>
              </a:defRPr>
            </a:defPPr>
            <a:lvl1pPr algn="l">
              <a:defRPr sz="1291" b="1">
                <a:solidFill>
                  <a:srgbClr val="0072B2"/>
                </a:solidFill>
                <a:latin typeface="Arial"/>
                <a:ea typeface="Arial"/>
                <a:cs typeface="Arial"/>
              </a:defRPr>
            </a:lvl1pPr>
            <a:lvl2pPr algn="l">
              <a:defRPr sz="1291" b="1">
                <a:solidFill>
                  <a:srgbClr val="0072B2"/>
                </a:solidFill>
                <a:latin typeface="Arial"/>
                <a:ea typeface="Arial"/>
                <a:cs typeface="Arial"/>
              </a:defRPr>
            </a:lvl2pPr>
            <a:lvl3pPr algn="l">
              <a:defRPr sz="1291" b="1">
                <a:solidFill>
                  <a:srgbClr val="0072B2"/>
                </a:solidFill>
                <a:latin typeface="Arial"/>
                <a:ea typeface="Arial"/>
                <a:cs typeface="Arial"/>
              </a:defRPr>
            </a:lvl3pPr>
            <a:lvl4pPr algn="l">
              <a:defRPr sz="1291" b="1">
                <a:solidFill>
                  <a:srgbClr val="0072B2"/>
                </a:solidFill>
                <a:latin typeface="Arial"/>
                <a:ea typeface="Arial"/>
                <a:cs typeface="Arial"/>
              </a:defRPr>
            </a:lvl4pPr>
            <a:lvl5pPr algn="l">
              <a:defRPr sz="1291" b="1">
                <a:solidFill>
                  <a:srgbClr val="0072B2"/>
                </a:solidFill>
                <a:latin typeface="Arial"/>
                <a:ea typeface="Arial"/>
                <a:cs typeface="Arial"/>
              </a:defRPr>
            </a:lvl5pPr>
            <a:lvl6pPr algn="l">
              <a:defRPr sz="1291" b="1">
                <a:solidFill>
                  <a:srgbClr val="0072B2"/>
                </a:solidFill>
                <a:latin typeface="Arial"/>
                <a:ea typeface="Arial"/>
                <a:cs typeface="Arial"/>
              </a:defRPr>
            </a:lvl6pPr>
            <a:lvl7pPr algn="l">
              <a:defRPr sz="1291" b="1">
                <a:solidFill>
                  <a:srgbClr val="0072B2"/>
                </a:solidFill>
                <a:latin typeface="Arial"/>
                <a:ea typeface="Arial"/>
                <a:cs typeface="Arial"/>
              </a:defRPr>
            </a:lvl7pPr>
            <a:lvl8pPr algn="l">
              <a:defRPr sz="1291" b="1">
                <a:solidFill>
                  <a:srgbClr val="0072B2"/>
                </a:solidFill>
                <a:latin typeface="Arial"/>
                <a:ea typeface="Arial"/>
                <a:cs typeface="Arial"/>
              </a:defRPr>
            </a:lvl8pPr>
            <a:lvl9pPr algn="l">
              <a:defRPr sz="1291" b="1">
                <a:solidFill>
                  <a:srgbClr val="0072B2"/>
                </a:solidFill>
                <a:latin typeface="Arial"/>
                <a:ea typeface="Arial"/>
                <a:cs typeface="Arial"/>
              </a:defRPr>
            </a:lvl9pPr>
          </a:lstStyle>
          <a:p>
            <a:pPr algn="l">
              <a:defRPr sz="1291" b="1">
                <a:solidFill>
                  <a:srgbClr val="0072B2"/>
                </a:solidFill>
                <a:latin typeface="Arial"/>
                <a:ea typeface="Arial"/>
                <a:cs typeface="Arial"/>
              </a:defRPr>
            </a:pPr>
            <a:r>
              <a:rPr sz="1291" b="1">
                <a:solidFill>
                  <a:srgbClr val="0072B2"/>
                </a:solidFill>
                <a:latin typeface="Arial"/>
                <a:ea typeface="Arial"/>
                <a:cs typeface="Arial"/>
              </a:rPr>
              <a:t>A</a:t>
            </a:r>
          </a:p>
        </p:txBody>
      </p:sp>
      <p:sp>
        <p:nvSpPr>
          <p:cNvPr id="10060" name="Exact 3D extremum B, track 462, f141">
            <a:extLst>
              <a:ext uri="{FF2B5EF4-FFF2-40B4-BE49-F238E27FC236}">
                <ns2:creationId id="{878ACD74-1645-41E4-9AE0-B87A6E486E1D}"/>
              </a:ext>
            </a:extLst>
          </p:cNvPr>
          <p:cNvSpPr>
            <a:spLocks noGrp="1"/>
          </p:cNvSpPr>
          <p:nvPr/>
        </p:nvSpPr>
        <p:spPr>
          <a:xfrm>
            <a:off x="10161643" y="4129980"/>
            <a:ext cx="78353" cy="78353"/>
          </a:xfrm>
          <a:prstGeom prst="ellipse">
            <a:avLst/>
          </a:prstGeom>
          <a:solidFill>
            <a:srgbClr val="FFFFFF"/>
          </a:solidFill>
          <a:ln w="16400">
            <a:solidFill>
              <a:srgbClr val="D55E00"/>
            </a:solidFill>
          </a:ln>
        </p:spPr>
      </p:sp>
      <p:sp>
        <p:nvSpPr>
          <p:cNvPr id="10061" name="Volume label: B">
            <a:extLst>
              <a:ext uri="{FF2B5EF4-FFF2-40B4-BE49-F238E27FC236}">
                <ns2:creationId id="{18CE936B-2430-4FE2-B9D2-303EEF81D01D}"/>
              </a:ext>
            </a:extLst>
          </p:cNvPr>
          <p:cNvSpPr>
            <a:spLocks noGrp="1"/>
          </p:cNvSpPr>
          <p:nvPr/>
        </p:nvSpPr>
        <p:spPr>
          <a:xfrm>
            <a:off x="10273706" y="3950495"/>
            <a:ext cx="255104" cy="227772"/>
          </a:xfrm>
          <a:prstGeom prst="rect">
            <a:avLst/>
          </a:prstGeom>
          <a:noFill/>
          <a:ln w="0">
            <a:noFill/>
          </a:ln>
        </p:spPr>
        <p:txBody>
          <a:bodyPr wrap="none" lIns="0" tIns="0" rIns="0" bIns="0" anchor="ctr">
            <a:noAutofit/>
          </a:bodyPr>
          <a:lstStyle>
            <a:defPPr algn="l">
              <a:defRPr sz="1291" b="1">
                <a:solidFill>
                  <a:srgbClr val="D55E00"/>
                </a:solidFill>
                <a:latin typeface="Arial"/>
                <a:ea typeface="Arial"/>
                <a:cs typeface="Arial"/>
              </a:defRPr>
            </a:defPPr>
            <a:lvl1pPr algn="l">
              <a:defRPr sz="1291" b="1">
                <a:solidFill>
                  <a:srgbClr val="D55E00"/>
                </a:solidFill>
                <a:latin typeface="Arial"/>
                <a:ea typeface="Arial"/>
                <a:cs typeface="Arial"/>
              </a:defRPr>
            </a:lvl1pPr>
            <a:lvl2pPr algn="l">
              <a:defRPr sz="1291" b="1">
                <a:solidFill>
                  <a:srgbClr val="D55E00"/>
                </a:solidFill>
                <a:latin typeface="Arial"/>
                <a:ea typeface="Arial"/>
                <a:cs typeface="Arial"/>
              </a:defRPr>
            </a:lvl2pPr>
            <a:lvl3pPr algn="l">
              <a:defRPr sz="1291" b="1">
                <a:solidFill>
                  <a:srgbClr val="D55E00"/>
                </a:solidFill>
                <a:latin typeface="Arial"/>
                <a:ea typeface="Arial"/>
                <a:cs typeface="Arial"/>
              </a:defRPr>
            </a:lvl3pPr>
            <a:lvl4pPr algn="l">
              <a:defRPr sz="1291" b="1">
                <a:solidFill>
                  <a:srgbClr val="D55E00"/>
                </a:solidFill>
                <a:latin typeface="Arial"/>
                <a:ea typeface="Arial"/>
                <a:cs typeface="Arial"/>
              </a:defRPr>
            </a:lvl4pPr>
            <a:lvl5pPr algn="l">
              <a:defRPr sz="1291" b="1">
                <a:solidFill>
                  <a:srgbClr val="D55E00"/>
                </a:solidFill>
                <a:latin typeface="Arial"/>
                <a:ea typeface="Arial"/>
                <a:cs typeface="Arial"/>
              </a:defRPr>
            </a:lvl5pPr>
            <a:lvl6pPr algn="l">
              <a:defRPr sz="1291" b="1">
                <a:solidFill>
                  <a:srgbClr val="D55E00"/>
                </a:solidFill>
                <a:latin typeface="Arial"/>
                <a:ea typeface="Arial"/>
                <a:cs typeface="Arial"/>
              </a:defRPr>
            </a:lvl6pPr>
            <a:lvl7pPr algn="l">
              <a:defRPr sz="1291" b="1">
                <a:solidFill>
                  <a:srgbClr val="D55E00"/>
                </a:solidFill>
                <a:latin typeface="Arial"/>
                <a:ea typeface="Arial"/>
                <a:cs typeface="Arial"/>
              </a:defRPr>
            </a:lvl7pPr>
            <a:lvl8pPr algn="l">
              <a:defRPr sz="1291" b="1">
                <a:solidFill>
                  <a:srgbClr val="D55E00"/>
                </a:solidFill>
                <a:latin typeface="Arial"/>
                <a:ea typeface="Arial"/>
                <a:cs typeface="Arial"/>
              </a:defRPr>
            </a:lvl8pPr>
            <a:lvl9pPr algn="l">
              <a:defRPr sz="1291" b="1">
                <a:solidFill>
                  <a:srgbClr val="D55E00"/>
                </a:solidFill>
                <a:latin typeface="Arial"/>
                <a:ea typeface="Arial"/>
                <a:cs typeface="Arial"/>
              </a:defRPr>
            </a:lvl9pPr>
          </a:lstStyle>
          <a:p>
            <a:pPr algn="l">
              <a:defRPr sz="1291" b="1">
                <a:solidFill>
                  <a:srgbClr val="D55E00"/>
                </a:solidFill>
                <a:latin typeface="Arial"/>
                <a:ea typeface="Arial"/>
                <a:cs typeface="Arial"/>
              </a:defRPr>
            </a:pPr>
            <a:r>
              <a:rPr sz="1291" b="1">
                <a:solidFill>
                  <a:srgbClr val="D55E00"/>
                </a:solidFill>
                <a:latin typeface="Arial"/>
                <a:ea typeface="Arial"/>
                <a:cs typeface="Arial"/>
              </a:rPr>
              <a:t>B</a:t>
            </a:r>
          </a:p>
        </p:txBody>
      </p:sp>
      <p:sp>
        <p:nvSpPr>
          <p:cNvPr id="10062" name="Exact 3D extremum C, track 388, f141">
            <a:extLst>
              <a:ext uri="{FF2B5EF4-FFF2-40B4-BE49-F238E27FC236}">
                <ns2:creationId id="{161AA25D-5E51-427A-813A-312F3A42AD56}"/>
              </a:ext>
            </a:extLst>
          </p:cNvPr>
          <p:cNvSpPr>
            <a:spLocks noGrp="1"/>
          </p:cNvSpPr>
          <p:nvPr/>
        </p:nvSpPr>
        <p:spPr>
          <a:xfrm>
            <a:off x="10870164" y="3930696"/>
            <a:ext cx="78353" cy="78353"/>
          </a:xfrm>
          <a:prstGeom prst="ellipse">
            <a:avLst/>
          </a:prstGeom>
          <a:solidFill>
            <a:srgbClr val="FFFFFF"/>
          </a:solidFill>
          <a:ln w="16400">
            <a:solidFill>
              <a:srgbClr val="009E73"/>
            </a:solidFill>
          </a:ln>
        </p:spPr>
      </p:sp>
      <p:sp>
        <p:nvSpPr>
          <p:cNvPr id="10063" name="Volume label: C">
            <a:extLst>
              <a:ext uri="{FF2B5EF4-FFF2-40B4-BE49-F238E27FC236}">
                <ns2:creationId id="{C52BC52E-7F41-4403-8B4A-FCA0297D7DEA}"/>
              </a:ext>
            </a:extLst>
          </p:cNvPr>
          <p:cNvSpPr>
            <a:spLocks noGrp="1"/>
          </p:cNvSpPr>
          <p:nvPr/>
        </p:nvSpPr>
        <p:spPr>
          <a:xfrm>
            <a:off x="10982227" y="3751212"/>
            <a:ext cx="255104" cy="227772"/>
          </a:xfrm>
          <a:prstGeom prst="rect">
            <a:avLst/>
          </a:prstGeom>
          <a:noFill/>
          <a:ln w="0">
            <a:noFill/>
          </a:ln>
        </p:spPr>
        <p:txBody>
          <a:bodyPr wrap="none" lIns="0" tIns="0" rIns="0" bIns="0" anchor="ctr">
            <a:noAutofit/>
          </a:bodyPr>
          <a:lstStyle>
            <a:defPPr algn="l">
              <a:defRPr sz="1291" b="1">
                <a:solidFill>
                  <a:srgbClr val="009E73"/>
                </a:solidFill>
                <a:latin typeface="Arial"/>
                <a:ea typeface="Arial"/>
                <a:cs typeface="Arial"/>
              </a:defRPr>
            </a:defPPr>
            <a:lvl1pPr algn="l">
              <a:defRPr sz="1291" b="1">
                <a:solidFill>
                  <a:srgbClr val="009E73"/>
                </a:solidFill>
                <a:latin typeface="Arial"/>
                <a:ea typeface="Arial"/>
                <a:cs typeface="Arial"/>
              </a:defRPr>
            </a:lvl1pPr>
            <a:lvl2pPr algn="l">
              <a:defRPr sz="1291" b="1">
                <a:solidFill>
                  <a:srgbClr val="009E73"/>
                </a:solidFill>
                <a:latin typeface="Arial"/>
                <a:ea typeface="Arial"/>
                <a:cs typeface="Arial"/>
              </a:defRPr>
            </a:lvl2pPr>
            <a:lvl3pPr algn="l">
              <a:defRPr sz="1291" b="1">
                <a:solidFill>
                  <a:srgbClr val="009E73"/>
                </a:solidFill>
                <a:latin typeface="Arial"/>
                <a:ea typeface="Arial"/>
                <a:cs typeface="Arial"/>
              </a:defRPr>
            </a:lvl3pPr>
            <a:lvl4pPr algn="l">
              <a:defRPr sz="1291" b="1">
                <a:solidFill>
                  <a:srgbClr val="009E73"/>
                </a:solidFill>
                <a:latin typeface="Arial"/>
                <a:ea typeface="Arial"/>
                <a:cs typeface="Arial"/>
              </a:defRPr>
            </a:lvl4pPr>
            <a:lvl5pPr algn="l">
              <a:defRPr sz="1291" b="1">
                <a:solidFill>
                  <a:srgbClr val="009E73"/>
                </a:solidFill>
                <a:latin typeface="Arial"/>
                <a:ea typeface="Arial"/>
                <a:cs typeface="Arial"/>
              </a:defRPr>
            </a:lvl5pPr>
            <a:lvl6pPr algn="l">
              <a:defRPr sz="1291" b="1">
                <a:solidFill>
                  <a:srgbClr val="009E73"/>
                </a:solidFill>
                <a:latin typeface="Arial"/>
                <a:ea typeface="Arial"/>
                <a:cs typeface="Arial"/>
              </a:defRPr>
            </a:lvl6pPr>
            <a:lvl7pPr algn="l">
              <a:defRPr sz="1291" b="1">
                <a:solidFill>
                  <a:srgbClr val="009E73"/>
                </a:solidFill>
                <a:latin typeface="Arial"/>
                <a:ea typeface="Arial"/>
                <a:cs typeface="Arial"/>
              </a:defRPr>
            </a:lvl7pPr>
            <a:lvl8pPr algn="l">
              <a:defRPr sz="1291" b="1">
                <a:solidFill>
                  <a:srgbClr val="009E73"/>
                </a:solidFill>
                <a:latin typeface="Arial"/>
                <a:ea typeface="Arial"/>
                <a:cs typeface="Arial"/>
              </a:defRPr>
            </a:lvl8pPr>
            <a:lvl9pPr algn="l">
              <a:defRPr sz="1291" b="1">
                <a:solidFill>
                  <a:srgbClr val="009E73"/>
                </a:solidFill>
                <a:latin typeface="Arial"/>
                <a:ea typeface="Arial"/>
                <a:cs typeface="Arial"/>
              </a:defRPr>
            </a:lvl9pPr>
          </a:lstStyle>
          <a:p>
            <a:pPr algn="l">
              <a:defRPr sz="1291" b="1">
                <a:solidFill>
                  <a:srgbClr val="009E73"/>
                </a:solidFill>
                <a:latin typeface="Arial"/>
                <a:ea typeface="Arial"/>
                <a:cs typeface="Arial"/>
              </a:defRPr>
            </a:pPr>
            <a:r>
              <a:rPr sz="1291" b="1">
                <a:solidFill>
                  <a:srgbClr val="009E73"/>
                </a:solidFill>
                <a:latin typeface="Arial"/>
                <a:ea typeface="Arial"/>
                <a:cs typeface="Arial"/>
              </a:rPr>
              <a:t>C</a:t>
            </a:r>
          </a:p>
        </p:txBody>
      </p:sp>
    </p:spTree>
    <p:extLst>
      <p:ext uri="{BB962C8B-B14F-4D97-AF65-F5344CB8AC3E}">
        <ns4:creationId val="899364499"/>
      </p:ext>
    </p:extLst>
  </p:cSld>
</p:sld>
</file>

<file path=ppt/main_figures/Fig10/ppt/tableStyles.xml><?xml version="1.0" encoding="utf-8"?>
<a:tblStyleLst xmlns:a="http://schemas.openxmlformats.org/drawingml/2006/main" def="{5C22544A-7EE6-4342-B048-85BDC9FD1C3A}"/>
</file>

<file path=ppt/main_figures/Fig10/ppt/theme/theme1.xml><?xml version="1.0" encoding="utf-8"?>
<a:theme xmlns:a="http://schemas.openxmlformats.org/drawingml/2006/main" name="ChatGPT">
  <a:themeElements>
    <a:clrScheme name="ChatGPT">
      <a:dk1>
        <a:srgbClr val="000000"/>
      </a:dk1>
      <a:lt1>
        <a:srgbClr val="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
      <a:majorFont>
        <a:latin typeface="Arial"/>
        <a:ea typeface="Arial"/>
        <a:cs typeface="Arial"/>
      </a:majorFont>
      <a:minorFont>
        <a:latin typeface="Arial"/>
        <a:ea typeface="Arial"/>
        <a:cs typeface="Arial"/>
      </a:minorFont>
    </a:fontScheme>
    <a:fmtScheme name="ChatGPT">
      <a:fillStyleLst>
        <a:solidFill>
          <a:schemeClr val="phClr"/>
        </a:solidFill>
        <a:gradFill>
          <a:gsLst>
            <a:gs pos="0">
              <a:schemeClr val="phClr">
                <a:tint val="67000"/>
                <a:lumMod val="110000"/>
                <a:satMod val="105000"/>
              </a:schemeClr>
            </a:gs>
            <a:gs pos="50000">
              <a:schemeClr val="phClr">
                <a:tint val="73000"/>
                <a:lumMod val="105000"/>
                <a:satMod val="103000"/>
              </a:schemeClr>
            </a:gs>
            <a:gs pos="100000">
              <a:schemeClr val="phClr">
                <a:tint val="81000"/>
                <a:lumMod val="105000"/>
                <a:satMod val="109000"/>
              </a:schemeClr>
            </a:gs>
          </a:gsLst>
          <a:lin ang="5400000" scaled="0"/>
        </a:gradFill>
        <a:gradFill>
          <a:gsLst>
            <a:gs pos="0">
              <a:schemeClr val="phClr">
                <a:tint val="94000"/>
                <a:lumMod val="102000"/>
                <a:satMod val="103000"/>
              </a:schemeClr>
            </a:gs>
            <a:gs pos="50000">
              <a:schemeClr val="phClr">
                <a:shade val="100000"/>
                <a:lumMod val="100000"/>
                <a:satMod val="110000"/>
              </a:schemeClr>
            </a:gs>
            <a:gs pos="100000">
              <a:schemeClr val="phClr">
                <a:shade val="78000"/>
                <a:lumMod val="99000"/>
                <a:satMod val="120000"/>
              </a:schemeClr>
            </a:gs>
          </a:gsLst>
          <a:lin ang="5400000" scaled="0"/>
        </a:gradFill>
      </a:fillStyleLst>
      <a:lnStyleLst>
        <a:ln w="12700">
          <a:solidFill>
            <a:schemeClr val="phClr"/>
          </a:solidFill>
          <a:prstDash val="solid"/>
        </a:ln>
        <a:ln w="19050">
          <a:solidFill>
            <a:schemeClr val="phClr"/>
          </a:solidFill>
          <a:prstDash val="solid"/>
        </a:ln>
        <a:ln w="25400">
          <a:solidFill>
            <a:schemeClr val="phClr"/>
          </a:solidFill>
          <a:prstDash val="solid"/>
        </a:ln>
      </a:lnStyleLst>
      <a:effectStyleLst>
        <a:effectStyle>
          <a:effectLst/>
        </a:effectStyle>
        <a:effectStyle>
          <a:effectLst/>
        </a:effectStyle>
        <a:effectStyle>
          <a:effectLst>
            <a:outerShdw blurRad="57150" dist="19050" dir="5400000">
              <a:srgbClr val="000000">
                <a:alpha val="16000"/>
              </a:srgbClr>
            </a:outerShdw>
          </a:effectLst>
        </a:effectStyle>
        <a:effectStyle>
          <a:effectLst>
            <a:outerShdw blurRad="19050" dist="9525" dir="5400000">
              <a:srgbClr val="000000">
                <a:alpha val="6000"/>
              </a:srgbClr>
            </a:outerShdw>
          </a:effectLst>
        </a:effectStyle>
        <a:effectStyle>
          <a:effectLst>
            <a:outerShdw blurRad="28575" dist="9525" dir="5400000">
              <a:srgbClr val="000000">
                <a:alpha val="8000"/>
              </a:srgbClr>
            </a:outerShdw>
          </a:effectLst>
        </a:effectStyle>
        <a:effectStyle>
          <a:effectLst>
            <a:outerShdw blurRad="57150" dist="19050" dir="5400000">
              <a:srgbClr val="000000">
                <a:alpha val="10000"/>
              </a:srgbClr>
            </a:outerShdw>
          </a:effectLst>
        </a:effectStyle>
        <a:effectStyle>
          <a:effectLst>
            <a:outerShdw blurRad="114300" dist="38100" dir="5400000">
              <a:srgbClr val="000000">
                <a:alpha val="12000"/>
              </a:srgbClr>
            </a:outerShdw>
          </a:effectLst>
        </a:effectStyle>
        <a:effectStyle>
          <a:effectLst>
            <a:outerShdw blurRad="171450" dist="57150" dir="5400000">
              <a:srgbClr val="000000">
                <a:alpha val="16000"/>
              </a:srgbClr>
            </a:outerShdw>
          </a:effectLst>
        </a:effectStyle>
        <a:effectStyle>
          <a:effectLst>
            <a:outerShdw blurRad="266700" dist="95250" dir="5400000">
              <a:srgbClr val="000000">
                <a:alpha val="24000"/>
              </a:srgbClr>
            </a:outerShdw>
          </a:effectLst>
        </a:effectStyle>
      </a:effectStyleLst>
      <a:bgFillStyleLst>
        <a:solidFill>
          <a:schemeClr val="phClr"/>
        </a:solidFill>
        <a:solidFill>
          <a:schemeClr val="phClr">
            <a:tint val="95000"/>
            <a:satMod val="170000"/>
          </a:schemeClr>
        </a:solidFill>
        <a:gradFill>
          <a:gsLst>
            <a:gs pos="0">
              <a:schemeClr val="phClr">
                <a:tint val="93000"/>
                <a:shade val="98000"/>
                <a:lumMod val="102000"/>
                <a:satMod val="150000"/>
              </a:schemeClr>
            </a:gs>
            <a:gs pos="50000">
              <a:schemeClr val="phClr">
                <a:tint val="98000"/>
                <a:shade val="90000"/>
                <a:lumMod val="103000"/>
                <a:satMod val="130000"/>
              </a:schemeClr>
            </a:gs>
            <a:gs pos="100000">
              <a:schemeClr val="phClr">
                <a:shade val="63000"/>
                <a:satMod val="120000"/>
              </a:schemeClr>
            </a:gs>
          </a:gsLst>
          <a:lin ang="5400000" scaled="0"/>
        </a:gradFill>
      </a:bgFillStyleLst>
    </a:fmtScheme>
  </a:themeElements>
</a:theme>
</file>

<file path=ppt/main_figures/Fig11/docProps/app.xml><?xml version="1.0" encoding="utf-8"?>
<ap:Properties xmlns:ap="http://schemas.openxmlformats.org/officeDocument/2006/extended-properties">
  <ap:Application>Walnut Exporter</ap:Application>
  <ap:PresentationFormat>Converted Presentation</ap:PresentationFormat>
  <ap:Slides>0</ap:Slides>
  <ap:Notes>0</ap:Notes>
  <ap:HiddenSlides>0</ap:HiddenSlides>
  <ap:SharedDoc>false</ap:SharedDoc>
  <ap:DocSecurity>0</ap:DocSecurity>
</ap:Properties>
</file>

<file path=ppt/main_figures/Fig11/docProps/core.xml><?xml version="1.0" encoding="utf-8"?>
<coreProperties xmlns:dc="http://purl.org/dc/elements/1.1/" xmlns:dcterms="http://purl.org/dc/terms/" xmlns:xsi="http://www.w3.org/2001/XMLSchema-instance" xmlns="http://schemas.openxmlformats.org/package/2006/metadata/core-properties">
  <dc:creator>Walnut Exporter</dc:creator>
  <lastModifiedBy>Walnut Exporter</lastModifiedBy>
  <dc:title>Presentation</dc:title>
  <dcterms:created xsi:type="dcterms:W3CDTF">2026-10-22T02:07:57.6960000Z</dcterms:created>
  <dcterms:modified xsi:type="dcterms:W3CDTF">2026-10-22T02:07:57.6960000Z</dcterms:modified>
</coreProperties>
</file>

<file path=ppt/main_figures/Fig11/ppt/_rels/presentation.xml.rels><?xml version='1.0' encoding='utf-8'?>
<Relationships xmlns="http://schemas.openxmlformats.org/package/2006/relationships"><Relationship Type="http://schemas.openxmlformats.org/officeDocument/2006/relationships/theme" Target="/ppt/main_figures/Fig11/ppt/theme/theme1.xml" Id="Rff81e563b4724dad" /><Relationship Type="http://schemas.openxmlformats.org/officeDocument/2006/relationships/slideMaster" Target="/ppt/main_figures/Fig11/ppt/slideMasters/slideMaster1.xml" Id="Rf7a399c305bf4389" /><Relationship Type="http://schemas.openxmlformats.org/officeDocument/2006/relationships/notesMaster" Target="/ppt/main_figures/Fig11/ppt/notesMasters/notesMaster1.xml" Id="R1abdbaa634dc45b2" /><Relationship Type="http://schemas.openxmlformats.org/officeDocument/2006/relationships/presProps" Target="/ppt/main_figures/Fig11/ppt/presProps.xml" Id="Rcc0c4138d2c54cdd" /><Relationship Type="http://schemas.openxmlformats.org/officeDocument/2006/relationships/tableStyles" Target="/ppt/main_figures/Fig11/ppt/tableStyles.xml" Id="Rfd560b5ef93e4050" /><Relationship Type="http://schemas.openxmlformats.org/officeDocument/2006/relationships/slide" Target="/ppt/main_figures/Fig11/ppt/slides/slide1.xml" Id="R3ba1fd4769104db3" /></Relationships>
</file>

<file path=ppt/main_figures/Fig11/ppt/notesMasters/_rels/notesMaster1.xml.rels><?xml version='1.0' encoding='utf-8'?>
<Relationships xmlns="http://schemas.openxmlformats.org/package/2006/relationships"><Relationship Type="http://schemas.openxmlformats.org/officeDocument/2006/relationships/theme" Target="/ppt/main_figures/Fig11/ppt/notesMasters/theme/theme3.xml" Id="Ra1d1906dfa42480b" /></Relationships>
</file>

<file path=ppt/main_figures/Fig11/ppt/notesMasters/notesMaster1.xml><?xml version="1.0" encoding="utf-8"?>
<p:notesMaster xmlns:p="http://schemas.openxmlformats.org/presentationml/2006/main">
  <p:cSld>
    <p:bg>
      <p:bgRef idx="1001">
        <a:schemeClr xmlns:a="http://schemas.openxmlformats.org/drawingml/2006/main" val="bg1"/>
      </p:bgRef>
    </p:bg>
    <p:spTree>
      <p:nvGrpSpPr>
        <p:cNvPr id="1" name=""/>
        <p:cNvGrpSpPr/>
        <p:nvPr/>
      </p:nvGrpSpPr>
      <p:grpSpPr>
        <a:xfrm xmlns:a="http://schemas.openxmlformats.org/drawingml/2006/main"/>
      </p:grpSpPr>
      <p:sp>
        <p:nvSpPr>
          <p:cNvPr id="2" name="Header Placeholder"/>
          <p:cNvSpPr/>
          <p:nvPr>
            <p:ph type="hdr" sz="quarter"/>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3" name="Date Placeholder"/>
          <p:cNvSpPr/>
          <p:nvPr>
            <p:ph type="dt" sz="quarter" idx="1"/>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4" name="Slide Image Placeholder"/>
          <p:cNvSpPr/>
          <p:nvPr>
            <p:ph type="sldImg" idx="2"/>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5" name="Notes Placeholder"/>
          <p:cNvSpPr/>
          <p:nvPr>
            <p:ph type="body" sz="quarter" idx="3"/>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6" name="Footer Placeholder"/>
          <p:cNvSpPr/>
          <p:nvPr>
            <p:ph type="ftr" sz="quarter" idx="4"/>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7" name="Slide Number Placeholder"/>
          <p:cNvSpPr/>
          <p:nvPr>
            <p:ph type="sldNum" sz="quarter" idx="5"/>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Tree>
  </p:cSld>
  <p:clrMap bg1="lt1" tx1="dk1" bg2="lt2" tx2="dk2" accent1="accent1" accent2="accent2" accent3="accent3" accent4="accent4" accent5="accent5" accent6="accent6" hlink="hlink" folHlink="folHlink"/>
  <p:notesStyle>
    <a:lvl1pPr xmlns:a="http://schemas.openxmlformats.org/drawingml/2006/main" marL="0" algn="l" defTabSz="914400" rtl="0" eaLnBrk="1" latinLnBrk="0" hangingPunct="1">
      <a:defRPr sz="1200" kern="1200"/>
    </a:lvl1pPr>
  </p:notesStyle>
</p:notesMaster>
</file>

<file path=ppt/main_figures/Fig11/ppt/notesMasters/theme/theme3.xml><?xml version="1.0" encoding="utf-8"?>
<a:theme xmlns:a="http://schemas.openxmlformats.org/drawingml/2006/main" name="ChatGPT">
  <a:themeElements>
    <a:clrScheme name="ChatGPT">
      <a:dk1>
        <a:srgbClr val="000000"/>
      </a:dk1>
      <a:lt1>
        <a:srgbClr val="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
      <a:majorFont>
        <a:latin typeface="Aptos"/>
        <a:ea typeface=""/>
        <a:cs typeface=""/>
      </a:majorFont>
      <a:minorFont>
        <a:latin typeface="Aptos"/>
        <a:ea typeface=""/>
        <a:cs typeface=""/>
      </a:minorFont>
    </a:fontScheme>
    <a:fmtScheme name="ChatGPT">
      <a:fillStyleLst>
        <a:solidFill>
          <a:schemeClr val="phClr"/>
        </a:solidFill>
        <a:gradFill>
          <a:gsLst>
            <a:gs pos="0">
              <a:schemeClr val="phClr">
                <a:tint val="67000"/>
                <a:lumMod val="110000"/>
                <a:satMod val="105000"/>
              </a:schemeClr>
            </a:gs>
            <a:gs pos="50000">
              <a:schemeClr val="phClr">
                <a:tint val="73000"/>
                <a:lumMod val="105000"/>
                <a:satMod val="103000"/>
              </a:schemeClr>
            </a:gs>
            <a:gs pos="100000">
              <a:schemeClr val="phClr">
                <a:tint val="81000"/>
                <a:lumMod val="105000"/>
                <a:satMod val="109000"/>
              </a:schemeClr>
            </a:gs>
          </a:gsLst>
          <a:lin ang="5400000" scaled="0"/>
        </a:gradFill>
        <a:gradFill>
          <a:gsLst>
            <a:gs pos="0">
              <a:schemeClr val="phClr">
                <a:tint val="94000"/>
                <a:lumMod val="102000"/>
                <a:satMod val="103000"/>
              </a:schemeClr>
            </a:gs>
            <a:gs pos="50000">
              <a:schemeClr val="phClr">
                <a:shade val="100000"/>
                <a:lumMod val="100000"/>
                <a:satMod val="110000"/>
              </a:schemeClr>
            </a:gs>
            <a:gs pos="100000">
              <a:schemeClr val="phClr">
                <a:shade val="78000"/>
                <a:lumMod val="99000"/>
                <a:satMod val="120000"/>
              </a:schemeClr>
            </a:gs>
          </a:gsLst>
          <a:lin ang="5400000" scaled="0"/>
        </a:gradFill>
      </a:fillStyleLst>
      <a:lnStyleLst>
        <a:ln w="12700">
          <a:solidFill>
            <a:schemeClr val="phClr"/>
          </a:solidFill>
          <a:prstDash val="solid"/>
        </a:ln>
        <a:ln w="19050">
          <a:solidFill>
            <a:schemeClr val="phClr"/>
          </a:solidFill>
          <a:prstDash val="solid"/>
        </a:ln>
        <a:ln w="25400">
          <a:solidFill>
            <a:schemeClr val="phClr"/>
          </a:solidFill>
          <a:prstDash val="solid"/>
        </a:ln>
      </a:lnStyleLst>
      <a:effectStyleLst>
        <a:effectStyle>
          <a:effectLst/>
        </a:effectStyle>
        <a:effectStyle>
          <a:effectLst/>
        </a:effectStyle>
        <a:effectStyle>
          <a:effectLst>
            <a:outerShdw blurRad="57150" dist="19050" dir="5400000">
              <a:srgbClr val="000000">
                <a:alpha val="16000"/>
              </a:srgbClr>
            </a:outerShdw>
          </a:effectLst>
        </a:effectStyle>
        <a:effectStyle>
          <a:effectLst>
            <a:outerShdw blurRad="19050" dist="9525" dir="5400000">
              <a:srgbClr val="000000">
                <a:alpha val="6000"/>
              </a:srgbClr>
            </a:outerShdw>
          </a:effectLst>
        </a:effectStyle>
        <a:effectStyle>
          <a:effectLst>
            <a:outerShdw blurRad="28575" dist="9525" dir="5400000">
              <a:srgbClr val="000000">
                <a:alpha val="8000"/>
              </a:srgbClr>
            </a:outerShdw>
          </a:effectLst>
        </a:effectStyle>
        <a:effectStyle>
          <a:effectLst>
            <a:outerShdw blurRad="57150" dist="19050" dir="5400000">
              <a:srgbClr val="000000">
                <a:alpha val="10000"/>
              </a:srgbClr>
            </a:outerShdw>
          </a:effectLst>
        </a:effectStyle>
        <a:effectStyle>
          <a:effectLst>
            <a:outerShdw blurRad="114300" dist="38100" dir="5400000">
              <a:srgbClr val="000000">
                <a:alpha val="12000"/>
              </a:srgbClr>
            </a:outerShdw>
          </a:effectLst>
        </a:effectStyle>
        <a:effectStyle>
          <a:effectLst>
            <a:outerShdw blurRad="171450" dist="57150" dir="5400000">
              <a:srgbClr val="000000">
                <a:alpha val="16000"/>
              </a:srgbClr>
            </a:outerShdw>
          </a:effectLst>
        </a:effectStyle>
        <a:effectStyle>
          <a:effectLst>
            <a:outerShdw blurRad="266700" dist="95250" dir="5400000">
              <a:srgbClr val="000000">
                <a:alpha val="24000"/>
              </a:srgbClr>
            </a:outerShdw>
          </a:effectLst>
        </a:effectStyle>
      </a:effectStyleLst>
      <a:bgFillStyleLst>
        <a:solidFill>
          <a:schemeClr val="phClr"/>
        </a:solidFill>
        <a:solidFill>
          <a:schemeClr val="phClr">
            <a:tint val="95000"/>
            <a:satMod val="170000"/>
          </a:schemeClr>
        </a:solidFill>
        <a:gradFill>
          <a:gsLst>
            <a:gs pos="0">
              <a:schemeClr val="phClr">
                <a:tint val="93000"/>
                <a:shade val="98000"/>
                <a:lumMod val="102000"/>
                <a:satMod val="150000"/>
              </a:schemeClr>
            </a:gs>
            <a:gs pos="50000">
              <a:schemeClr val="phClr">
                <a:tint val="98000"/>
                <a:shade val="90000"/>
                <a:lumMod val="103000"/>
                <a:satMod val="130000"/>
              </a:schemeClr>
            </a:gs>
            <a:gs pos="100000">
              <a:schemeClr val="phClr">
                <a:shade val="63000"/>
                <a:satMod val="120000"/>
              </a:schemeClr>
            </a:gs>
          </a:gsLst>
          <a:lin ang="5400000" scaled="0"/>
        </a:gradFill>
      </a:bgFillStyleLst>
    </a:fmtScheme>
  </a:themeElements>
</a:theme>
</file>

<file path=ppt/main_figures/Fig11/ppt/notesSlides/_rels/notesSlide1.xml.rels><?xml version='1.0' encoding='utf-8'?>
<Relationships xmlns="http://schemas.openxmlformats.org/package/2006/relationships"><Relationship Type="http://schemas.openxmlformats.org/officeDocument/2006/relationships/slide" Target="/ppt/main_figures/Fig11/ppt/slides/slide1.xml" Id="R83cf47a062284e87" /><Relationship Type="http://schemas.openxmlformats.org/officeDocument/2006/relationships/notesMaster" Target="/ppt/main_figures/Fig11/ppt/notesMasters/notesMaster1.xml" Id="Raf764dadd40e4bcb" /></Relationships>
</file>

<file path=ppt/main_figures/Fig11/ppt/notesSlides/notesSlide1.xml><?xml version="1.0" encoding="utf-8"?>
<p:notes xmlns:a="http://schemas.openxmlformats.org/drawingml/2006/main" xmlns:p="http://schemas.openxmlformats.org/presentationml/2006/main">
  <p:cSld>
    <p:spTree>
      <p:nvGrpSpPr>
        <p:cNvPr id="1" name=""/>
        <p:cNvGrpSpPr/>
        <p:nvPr/>
      </p:nvGrpSpPr>
      <p:grpSpPr>
        <a:xfrm/>
      </p:grpSpPr>
      <p:sp>
        <p:nvSpPr>
          <p:cNvPr id="2" name="Slide Image Placeholder 1"/>
          <p:cNvSpPr>
            <a:spLocks noGrp="1"/>
          </p:cNvSpPr>
          <p:nvPr>
            <p:ph type="sldImg" idx="0"/>
          </p:nvPr>
        </p:nvSpPr>
        <p:spPr/>
      </p:sp>
      <p:sp>
        <p:nvSpPr>
          <p:cNvPr id="3" name="Notes Placeholder 2"/>
          <p:cNvSpPr>
            <a:spLocks noGrp="1"/>
          </p:cNvSpPr>
          <p:nvPr>
            <p:ph type="body" idx="1"/>
          </p:nvPr>
        </p:nvSpPr>
        <p:spPr/>
        <p:txBody>
          <a:bodyPr/>
          <a:lstStyle/>
          <a:p>
            <a:r>
              <a:t>{"dataset": "Cylinder", "source": "02-RG-MTM/results/paper1_suite/square-cylinder3d", "source_page": "https://tinoweinkauf.net/notes/squarecylinder.html", "data_credit": "Camarri, Salvetti, Buffoni and Iollo (2005); uniform resampling by Tino Weinkauf, used by von Funck et al. (2008).", "frames": 102, "input_shape_xyz": [135, 64, 48], "maps": "Saved 2048-row previews, no artificial point or trajectory overlay. Metrics use complete saved maps.", "color": "coolwarm, common symmetric logarithmic normalization; linear within Q +/-0.02; fixed global range +/-20.46343994140625. This display transform does not change Q.", "volumes": "True three-dimensional isosurfaces from the original cropped Q arrays at frame 0,51,101. Q=0.1 translucent and Q=0.5 opaque; same physical aspect, orthographic camera, levels and opacity for all three. Native frame edges project the actual volume corners.", "reference": "fixed x direction. TMTM ordinate is native map coordinate; RG ordinate is normalized physical reference position."}</a:t>
            </a:r>
          </a:p>
          <a:p>
            <a:r>
              <a:t>Temporal display revision: intermediate time columns interpolate existing saved profiles for display only. Integer-frame profiles, native extrema and metrics are unchanged before pixel integration. Broad bands and true order changes remain visible. See evidence/temporal_display20261023/provenance.json.</a:t>
            </a:r>
          </a:p>
        </p:txBody>
      </p:sp>
      <p:sp>
        <p:nvSpPr>
          <p:cNvPr id="4" name="Slide Number Placeholder 3"/>
          <p:cNvSpPr>
            <a:spLocks noGrp="1"/>
          </p:cNvSpPr>
          <p:nvPr>
            <p:ph type="sldNum" idx="5"/>
          </p:nvPr>
        </p:nvSpPr>
        <p:spPr/>
        <p:txBody>
          <a:bodyPr/>
          <a:lstStyle/>
          <a:p/>
        </p:txBody>
      </p:sp>
    </p:spTree>
  </p:cSld>
  <p:clrMapOvr>
    <a:masterClrMapping/>
  </p:clrMapOvr>
</p:notes>
</file>

<file path=ppt/main_figures/Fig11/ppt/presProps.xml><?xml version="1.0" encoding="utf-8"?>
<p:presentationPr xmlns:p="http://schemas.openxmlformats.org/presentationml/2006/main">
  <p:extLst>
    <p:ext xmlns:p14="http://schemas.microsoft.com/office/powerpoint/2010/main" uri="{E76CE94A-603C-4142-B9EB-6D1370010A27}">
      <p14:discardImageEditData val="0"/>
    </p:ext>
    <p:ext xmlns:p14="http://schemas.microsoft.com/office/powerpoint/2010/main" uri="{D31A062A-798A-4329-ABDD-BBA856620510}">
      <p14:defaultImageDpi val="32767"/>
    </p:ext>
    <p:ext xmlns:p15="http://schemas.microsoft.com/office/powerpoint/2012/main" uri="{FD5EFAAD-0ECE-453E-9831-46B23BE46B34}">
      <p15:chartTrackingRefBased val="1"/>
    </p:ext>
  </p:extLst>
</p:presentationPr>
</file>

<file path=ppt/main_figures/Fig11/ppt/presentation.xml><?xml version="1.0" encoding="utf-8"?>
<p:presentation xmlns:p="http://schemas.openxmlformats.org/presentationml/2006/main" xmlns:r="http://schemas.openxmlformats.org/officeDocument/2006/relationships">
  <p:sldMasterIdLst>
    <p:sldMasterId id="2147483648" r:id="Rf7a399c305bf4389"/>
  </p:sldMasterIdLst>
  <p:notesMasterIdLst>
    <p:notesMasterId r:id="R1abdbaa634dc45b2"/>
  </p:notesMasterIdLst>
  <p:sldIdLst>
    <p:sldId id="256" r:id="R3ba1fd4769104db3"/>
  </p:sldIdLst>
  <p:sldSz cx="11811000" cy="8858250"/>
  <p:notesSz cx="6858000" cy="9144000"/>
</p:presentation>
</file>

<file path=ppt/main_figures/Fig11/ppt/slideLayouts/_rels/slideLayout1.xml.rels><?xml version='1.0' encoding='utf-8'?>
<Relationships xmlns="http://schemas.openxmlformats.org/package/2006/relationships"><Relationship Type="http://schemas.openxmlformats.org/officeDocument/2006/relationships/slideMaster" Target="/ppt/main_figures/Fig11/ppt/slideMasters/slideMaster1.xml" Id="R2b8d05a4b3604305" /></Relationships>
</file>

<file path=ppt/main_figures/Fig11/ppt/slideLayouts/_rels/slideLayout2.xml.rels><?xml version='1.0' encoding='utf-8'?>
<Relationships xmlns="http://schemas.openxmlformats.org/package/2006/relationships"><Relationship Type="http://schemas.openxmlformats.org/officeDocument/2006/relationships/slideMaster" Target="/ppt/main_figures/Fig11/ppt/slideMasters/slideMaster1.xml" Id="Re14183fe789f45d1" /></Relationships>
</file>

<file path=ppt/main_figures/Fig11/ppt/slideLayouts/_rels/slideLayout3.xml.rels><?xml version='1.0' encoding='utf-8'?>
<Relationships xmlns="http://schemas.openxmlformats.org/package/2006/relationships"><Relationship Type="http://schemas.openxmlformats.org/officeDocument/2006/relationships/slideMaster" Target="/ppt/main_figures/Fig11/ppt/slideMasters/slideMaster1.xml" Id="R8eb4c73802c84ae6" /></Relationships>
</file>

<file path=ppt/main_figures/Fig11/ppt/slideLayouts/_rels/slideLayout4.xml.rels><?xml version='1.0' encoding='utf-8'?>
<Relationships xmlns="http://schemas.openxmlformats.org/package/2006/relationships"><Relationship Type="http://schemas.openxmlformats.org/officeDocument/2006/relationships/slideMaster" Target="/ppt/main_figures/Fig11/ppt/slideMasters/slideMaster1.xml" Id="Rf48f86f577634454" /></Relationships>
</file>

<file path=ppt/main_figures/Fig11/ppt/slideLayouts/_rels/slideLayout5.xml.rels><?xml version='1.0' encoding='utf-8'?>
<Relationships xmlns="http://schemas.openxmlformats.org/package/2006/relationships"><Relationship Type="http://schemas.openxmlformats.org/officeDocument/2006/relationships/slideMaster" Target="/ppt/main_figures/Fig11/ppt/slideMasters/slideMaster1.xml" Id="R54aad6e5ba1947ba" /></Relationships>
</file>

<file path=ppt/main_figures/Fig11/ppt/slideLayouts/_rels/slideLayout6.xml.rels><?xml version='1.0' encoding='utf-8'?>
<Relationships xmlns="http://schemas.openxmlformats.org/package/2006/relationships"><Relationship Type="http://schemas.openxmlformats.org/officeDocument/2006/relationships/slideMaster" Target="/ppt/main_figures/Fig11/ppt/slideMasters/slideMaster1.xml" Id="R0b615615f3e54e7f" /></Relationships>
</file>

<file path=ppt/main_figures/Fig11/ppt/slideLayouts/slideLayout1.xml><?xml version="1.0" encoding="utf-8"?>
<p:sldLayout xmlns:p="http://schemas.openxmlformats.org/presentationml/2006/main" type="title">
  <p:cSld name="Title Slide">
    <p:spTree>
      <p:nvGrpSpPr>
        <p:cNvPr id="1" name=""/>
        <p:cNvGrpSpPr/>
        <p:nvPr/>
      </p:nvGrpSpPr>
      <p:grpSpPr>
        <a:xfrm xmlns:a="http://schemas.openxmlformats.org/drawingml/2006/main"/>
      </p:grpSpPr>
      <p:sp>
        <p:nvSpPr>
          <p:cNvPr id="3" name="Title">
            <a:extLst xmlns:a="http://schemas.openxmlformats.org/drawingml/2006/main">
              <a:ext uri="{FF2B5EF4-FFF2-40B4-BE49-F238E27FC236}">
                <a16:creationId xmlns:a16="http://schemas.microsoft.com/office/drawing/2014/main" id="{0AAF8954-5708-4441-83CE-AFA81F01AE9D}"/>
              </a:ext>
            </a:extLst>
          </p:cNvPr>
          <p:cNvSpPr>
            <a:spLocks xmlns:a="http://schemas.openxmlformats.org/drawingml/2006/main" noGrp="1"/>
          </p:cNvSpPr>
          <p:nvPr>
            <p:ph type="title" idx="0"/>
          </p:nvPr>
        </p:nvSpPr>
        <p:spPr>
          <a:xfrm xmlns:a="http://schemas.openxmlformats.org/drawingml/2006/main">
            <a:off x="1280160" y="3058583"/>
            <a:ext cx="10241280" cy="1169458"/>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ctr">
            <a:normAutofit/>
          </a:bodyPr>
          <a:lstStyle xmlns:a="http://schemas.openxmlformats.org/drawingml/2006/main">
            <a:defPPr algn="ctr">
              <a:defRPr sz="5040" b="1">
                <a:solidFill>
                  <a:schemeClr val="tx1"/>
                </a:solidFill>
                <a:latin typeface="+mj-lt"/>
                <a:ea typeface="+mj-lt"/>
                <a:cs typeface="+mj-lt"/>
              </a:defRPr>
            </a:defPPr>
            <a:lvl1pPr marL="0" indent="0" algn="ctr">
              <a:lnSpc>
                <a:spcPct val="110000"/>
              </a:lnSpc>
              <a:spcBef>
                <a:spcPts val="0"/>
              </a:spcBef>
              <a:spcAft>
                <a:spcPts val="0"/>
              </a:spcAft>
              <a:buNone/>
              <a:defRPr sz="5040" b="1">
                <a:solidFill>
                  <a:schemeClr val="tx1"/>
                </a:solidFill>
                <a:latin typeface="+mj-lt"/>
                <a:ea typeface="+mj-lt"/>
                <a:cs typeface="+mj-lt"/>
              </a:defRPr>
            </a:lvl1pPr>
            <a:lvl2pPr marL="0" indent="0" algn="ctr">
              <a:lnSpc>
                <a:spcPct val="110000"/>
              </a:lnSpc>
              <a:spcBef>
                <a:spcPts val="0"/>
              </a:spcBef>
              <a:spcAft>
                <a:spcPts val="0"/>
              </a:spcAft>
              <a:buNone/>
              <a:defRPr sz="5040" b="1">
                <a:solidFill>
                  <a:schemeClr val="tx1"/>
                </a:solidFill>
                <a:latin typeface="+mj-lt"/>
                <a:ea typeface="+mj-lt"/>
                <a:cs typeface="+mj-lt"/>
              </a:defRPr>
            </a:lvl2pPr>
            <a:lvl3pPr marL="0" indent="0" algn="ctr">
              <a:lnSpc>
                <a:spcPct val="110000"/>
              </a:lnSpc>
              <a:spcBef>
                <a:spcPts val="0"/>
              </a:spcBef>
              <a:spcAft>
                <a:spcPts val="0"/>
              </a:spcAft>
              <a:buNone/>
              <a:defRPr sz="5040" b="1">
                <a:solidFill>
                  <a:schemeClr val="tx1"/>
                </a:solidFill>
                <a:latin typeface="+mj-lt"/>
                <a:ea typeface="+mj-lt"/>
                <a:cs typeface="+mj-lt"/>
              </a:defRPr>
            </a:lvl3pPr>
            <a:lvl4pPr marL="0" indent="0" algn="ctr">
              <a:lnSpc>
                <a:spcPct val="110000"/>
              </a:lnSpc>
              <a:spcBef>
                <a:spcPts val="0"/>
              </a:spcBef>
              <a:spcAft>
                <a:spcPts val="0"/>
              </a:spcAft>
              <a:buNone/>
              <a:defRPr sz="5040" b="1">
                <a:solidFill>
                  <a:schemeClr val="tx1"/>
                </a:solidFill>
                <a:latin typeface="+mj-lt"/>
                <a:ea typeface="+mj-lt"/>
                <a:cs typeface="+mj-lt"/>
              </a:defRPr>
            </a:lvl4pPr>
            <a:lvl5pPr marL="0" indent="0" algn="ctr">
              <a:lnSpc>
                <a:spcPct val="110000"/>
              </a:lnSpc>
              <a:spcBef>
                <a:spcPts val="0"/>
              </a:spcBef>
              <a:spcAft>
                <a:spcPts val="0"/>
              </a:spcAft>
              <a:buNone/>
              <a:defRPr sz="5040" b="1">
                <a:solidFill>
                  <a:schemeClr val="tx1"/>
                </a:solidFill>
                <a:latin typeface="+mj-lt"/>
                <a:ea typeface="+mj-lt"/>
                <a:cs typeface="+mj-lt"/>
              </a:defRPr>
            </a:lvl5pPr>
            <a:lvl6pPr marL="0" indent="0" algn="ctr">
              <a:lnSpc>
                <a:spcPct val="110000"/>
              </a:lnSpc>
              <a:spcBef>
                <a:spcPts val="0"/>
              </a:spcBef>
              <a:spcAft>
                <a:spcPts val="0"/>
              </a:spcAft>
              <a:buNone/>
              <a:defRPr sz="5040" b="1">
                <a:solidFill>
                  <a:schemeClr val="tx1"/>
                </a:solidFill>
                <a:latin typeface="+mj-lt"/>
                <a:ea typeface="+mj-lt"/>
                <a:cs typeface="+mj-lt"/>
              </a:defRPr>
            </a:lvl6pPr>
            <a:lvl7pPr marL="0" indent="0" algn="ctr">
              <a:lnSpc>
                <a:spcPct val="110000"/>
              </a:lnSpc>
              <a:spcBef>
                <a:spcPts val="0"/>
              </a:spcBef>
              <a:spcAft>
                <a:spcPts val="0"/>
              </a:spcAft>
              <a:buNone/>
              <a:defRPr sz="5040" b="1">
                <a:solidFill>
                  <a:schemeClr val="tx1"/>
                </a:solidFill>
                <a:latin typeface="+mj-lt"/>
                <a:ea typeface="+mj-lt"/>
                <a:cs typeface="+mj-lt"/>
              </a:defRPr>
            </a:lvl7pPr>
            <a:lvl8pPr marL="0" indent="0" algn="ctr">
              <a:lnSpc>
                <a:spcPct val="110000"/>
              </a:lnSpc>
              <a:spcBef>
                <a:spcPts val="0"/>
              </a:spcBef>
              <a:spcAft>
                <a:spcPts val="0"/>
              </a:spcAft>
              <a:buNone/>
              <a:defRPr sz="5040" b="1">
                <a:solidFill>
                  <a:schemeClr val="tx1"/>
                </a:solidFill>
                <a:latin typeface="+mj-lt"/>
                <a:ea typeface="+mj-lt"/>
                <a:cs typeface="+mj-lt"/>
              </a:defRPr>
            </a:lvl8pPr>
            <a:lvl9pPr marL="0" indent="0" algn="ctr">
              <a:lnSpc>
                <a:spcPct val="110000"/>
              </a:lnSpc>
              <a:spcBef>
                <a:spcPts val="0"/>
              </a:spcBef>
              <a:spcAft>
                <a:spcPts val="0"/>
              </a:spcAft>
              <a:buNone/>
              <a:defRPr sz="5040" b="1">
                <a:solidFill>
                  <a:schemeClr val="tx1"/>
                </a:solidFill>
                <a:latin typeface="+mj-lt"/>
                <a:ea typeface="+mj-lt"/>
                <a:cs typeface="+mj-lt"/>
              </a:defRPr>
            </a:lvl9pPr>
          </a:lstStyle>
          <a:p xmlns:a="http://schemas.openxmlformats.org/drawingml/2006/main"/>
        </p:txBody>
      </p:sp>
      <p:sp>
        <p:nvSpPr>
          <p:cNvPr id="2" name="Subtitle">
            <a:extLst xmlns:a="http://schemas.openxmlformats.org/drawingml/2006/main">
              <a:ext uri="{FF2B5EF4-FFF2-40B4-BE49-F238E27FC236}">
                <a16:creationId xmlns:a16="http://schemas.microsoft.com/office/drawing/2014/main" id="{852A570A-5968-40FF-AAFA-ADE6AA9E745B}"/>
              </a:ext>
            </a:extLst>
          </p:cNvPr>
          <p:cNvSpPr>
            <a:spLocks xmlns:a="http://schemas.openxmlformats.org/drawingml/2006/main" noGrp="1"/>
          </p:cNvSpPr>
          <p:nvPr>
            <p:ph type="subTitle" idx="1"/>
          </p:nvPr>
        </p:nvSpPr>
        <p:spPr>
          <a:xfrm xmlns:a="http://schemas.openxmlformats.org/drawingml/2006/main">
            <a:off x="1920240" y="4452938"/>
            <a:ext cx="8961120" cy="899583"/>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ctr">
            <a:normAutofit/>
          </a:bodyPr>
          <a:lstStyle xmlns:a="http://schemas.openxmlformats.org/drawingml/2006/main">
            <a:defPPr algn="ctr">
              <a:defRPr sz="2205" b="0">
                <a:solidFill>
                  <a:schemeClr val="tx1"/>
                </a:solidFill>
                <a:latin typeface="+mn-lt"/>
                <a:ea typeface="+mn-lt"/>
                <a:cs typeface="+mn-lt"/>
              </a:defRPr>
            </a:defPPr>
            <a:lvl1pPr marL="0" indent="0" algn="ctr">
              <a:lnSpc>
                <a:spcPct val="110000"/>
              </a:lnSpc>
              <a:spcBef>
                <a:spcPts val="0"/>
              </a:spcBef>
              <a:spcAft>
                <a:spcPts val="0"/>
              </a:spcAft>
              <a:buNone/>
              <a:defRPr sz="2205" b="0">
                <a:solidFill>
                  <a:schemeClr val="tx1"/>
                </a:solidFill>
                <a:latin typeface="+mn-lt"/>
                <a:ea typeface="+mn-lt"/>
                <a:cs typeface="+mn-lt"/>
              </a:defRPr>
            </a:lvl1pPr>
            <a:lvl2pPr marL="0" indent="0" algn="ctr">
              <a:lnSpc>
                <a:spcPct val="110000"/>
              </a:lnSpc>
              <a:spcBef>
                <a:spcPts val="0"/>
              </a:spcBef>
              <a:spcAft>
                <a:spcPts val="0"/>
              </a:spcAft>
              <a:buNone/>
              <a:defRPr sz="2205" b="0">
                <a:solidFill>
                  <a:schemeClr val="tx1"/>
                </a:solidFill>
                <a:latin typeface="+mn-lt"/>
                <a:ea typeface="+mn-lt"/>
                <a:cs typeface="+mn-lt"/>
              </a:defRPr>
            </a:lvl2pPr>
            <a:lvl3pPr marL="0" indent="0" algn="ctr">
              <a:lnSpc>
                <a:spcPct val="110000"/>
              </a:lnSpc>
              <a:spcBef>
                <a:spcPts val="0"/>
              </a:spcBef>
              <a:spcAft>
                <a:spcPts val="0"/>
              </a:spcAft>
              <a:buNone/>
              <a:defRPr sz="2205" b="0">
                <a:solidFill>
                  <a:schemeClr val="tx1"/>
                </a:solidFill>
                <a:latin typeface="+mn-lt"/>
                <a:ea typeface="+mn-lt"/>
                <a:cs typeface="+mn-lt"/>
              </a:defRPr>
            </a:lvl3pPr>
            <a:lvl4pPr marL="0" indent="0" algn="ctr">
              <a:lnSpc>
                <a:spcPct val="110000"/>
              </a:lnSpc>
              <a:spcBef>
                <a:spcPts val="0"/>
              </a:spcBef>
              <a:spcAft>
                <a:spcPts val="0"/>
              </a:spcAft>
              <a:buNone/>
              <a:defRPr sz="2205" b="0">
                <a:solidFill>
                  <a:schemeClr val="tx1"/>
                </a:solidFill>
                <a:latin typeface="+mn-lt"/>
                <a:ea typeface="+mn-lt"/>
                <a:cs typeface="+mn-lt"/>
              </a:defRPr>
            </a:lvl4pPr>
            <a:lvl5pPr marL="0" indent="0" algn="ctr">
              <a:lnSpc>
                <a:spcPct val="110000"/>
              </a:lnSpc>
              <a:spcBef>
                <a:spcPts val="0"/>
              </a:spcBef>
              <a:spcAft>
                <a:spcPts val="0"/>
              </a:spcAft>
              <a:buNone/>
              <a:defRPr sz="2205" b="0">
                <a:solidFill>
                  <a:schemeClr val="tx1"/>
                </a:solidFill>
                <a:latin typeface="+mn-lt"/>
                <a:ea typeface="+mn-lt"/>
                <a:cs typeface="+mn-lt"/>
              </a:defRPr>
            </a:lvl5pPr>
            <a:lvl6pPr marL="0" indent="0" algn="ctr">
              <a:lnSpc>
                <a:spcPct val="110000"/>
              </a:lnSpc>
              <a:spcBef>
                <a:spcPts val="0"/>
              </a:spcBef>
              <a:spcAft>
                <a:spcPts val="0"/>
              </a:spcAft>
              <a:buNone/>
              <a:defRPr sz="2205" b="0">
                <a:solidFill>
                  <a:schemeClr val="tx1"/>
                </a:solidFill>
                <a:latin typeface="+mn-lt"/>
                <a:ea typeface="+mn-lt"/>
                <a:cs typeface="+mn-lt"/>
              </a:defRPr>
            </a:lvl6pPr>
            <a:lvl7pPr marL="0" indent="0" algn="ctr">
              <a:lnSpc>
                <a:spcPct val="110000"/>
              </a:lnSpc>
              <a:spcBef>
                <a:spcPts val="0"/>
              </a:spcBef>
              <a:spcAft>
                <a:spcPts val="0"/>
              </a:spcAft>
              <a:buNone/>
              <a:defRPr sz="2205" b="0">
                <a:solidFill>
                  <a:schemeClr val="tx1"/>
                </a:solidFill>
                <a:latin typeface="+mn-lt"/>
                <a:ea typeface="+mn-lt"/>
                <a:cs typeface="+mn-lt"/>
              </a:defRPr>
            </a:lvl7pPr>
            <a:lvl8pPr marL="0" indent="0" algn="ctr">
              <a:lnSpc>
                <a:spcPct val="110000"/>
              </a:lnSpc>
              <a:spcBef>
                <a:spcPts val="0"/>
              </a:spcBef>
              <a:spcAft>
                <a:spcPts val="0"/>
              </a:spcAft>
              <a:buNone/>
              <a:defRPr sz="2205" b="0">
                <a:solidFill>
                  <a:schemeClr val="tx1"/>
                </a:solidFill>
                <a:latin typeface="+mn-lt"/>
                <a:ea typeface="+mn-lt"/>
                <a:cs typeface="+mn-lt"/>
              </a:defRPr>
            </a:lvl8pPr>
            <a:lvl9pPr marL="0" indent="0" algn="ctr">
              <a:lnSpc>
                <a:spcPct val="110000"/>
              </a:lnSpc>
              <a:spcBef>
                <a:spcPts val="0"/>
              </a:spcBef>
              <a:spcAft>
                <a:spcPts val="0"/>
              </a:spcAft>
              <a:buNone/>
              <a:defRPr sz="2205" b="0">
                <a:solidFill>
                  <a:schemeClr val="tx1"/>
                </a:solidFill>
                <a:latin typeface="+mn-lt"/>
                <a:ea typeface="+mn-lt"/>
                <a:cs typeface="+mn-lt"/>
              </a:defRPr>
            </a:lvl9pPr>
          </a:lstStyle>
          <a:p xmlns:a="http://schemas.openxmlformats.org/drawingml/2006/main"/>
        </p:txBody>
      </p:sp>
    </p:spTree>
  </p:cSld>
</p:sldLayout>
</file>

<file path=ppt/main_figures/Fig11/ppt/slideLayouts/slideLayout2.xml><?xml version="1.0" encoding="utf-8"?>
<p:sldLayout xmlns:p="http://schemas.openxmlformats.org/presentationml/2006/main">
  <p:cSld name="Section Header">
    <p:spTree>
      <p:nvGrpSpPr>
        <p:cNvPr id="1" name=""/>
        <p:cNvGrpSpPr/>
        <p:nvPr/>
      </p:nvGrpSpPr>
      <p:grpSpPr>
        <a:xfrm xmlns:a="http://schemas.openxmlformats.org/drawingml/2006/main"/>
      </p:grpSpPr>
      <p:sp>
        <p:nvSpPr>
          <p:cNvPr id="2" name="Section title">
            <a:extLst xmlns:a="http://schemas.openxmlformats.org/drawingml/2006/main">
              <a:ext uri="{FF2B5EF4-FFF2-40B4-BE49-F238E27FC236}">
                <a16:creationId xmlns:a16="http://schemas.microsoft.com/office/drawing/2014/main" id="{202C9DFC-E080-4410-B402-BA83D3D5A03B}"/>
              </a:ext>
            </a:extLst>
          </p:cNvPr>
          <p:cNvSpPr>
            <a:spLocks xmlns:a="http://schemas.openxmlformats.org/drawingml/2006/main" noGrp="1"/>
          </p:cNvSpPr>
          <p:nvPr>
            <p:ph type="title" idx="0"/>
          </p:nvPr>
        </p:nvSpPr>
        <p:spPr>
          <a:xfrm xmlns:a="http://schemas.openxmlformats.org/drawingml/2006/main">
            <a:off x="1280160" y="3373438"/>
            <a:ext cx="10241280" cy="1349375"/>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ctr">
            <a:normAutofit/>
          </a:bodyPr>
          <a:lstStyle xmlns:a="http://schemas.openxmlformats.org/drawingml/2006/main">
            <a:defPPr algn="ctr">
              <a:defRPr sz="4410" b="1">
                <a:solidFill>
                  <a:schemeClr val="tx1"/>
                </a:solidFill>
                <a:latin typeface="+mj-lt"/>
                <a:ea typeface="+mj-lt"/>
                <a:cs typeface="+mj-lt"/>
              </a:defRPr>
            </a:defPPr>
            <a:lvl1pPr marL="0" indent="0" algn="ctr">
              <a:lnSpc>
                <a:spcPct val="110000"/>
              </a:lnSpc>
              <a:spcBef>
                <a:spcPts val="0"/>
              </a:spcBef>
              <a:spcAft>
                <a:spcPts val="0"/>
              </a:spcAft>
              <a:buNone/>
              <a:defRPr sz="4410" b="1">
                <a:solidFill>
                  <a:schemeClr val="tx1"/>
                </a:solidFill>
                <a:latin typeface="+mj-lt"/>
                <a:ea typeface="+mj-lt"/>
                <a:cs typeface="+mj-lt"/>
              </a:defRPr>
            </a:lvl1pPr>
            <a:lvl2pPr marL="0" indent="0" algn="ctr">
              <a:lnSpc>
                <a:spcPct val="110000"/>
              </a:lnSpc>
              <a:spcBef>
                <a:spcPts val="0"/>
              </a:spcBef>
              <a:spcAft>
                <a:spcPts val="0"/>
              </a:spcAft>
              <a:buNone/>
              <a:defRPr sz="4410" b="1">
                <a:solidFill>
                  <a:schemeClr val="tx1"/>
                </a:solidFill>
                <a:latin typeface="+mj-lt"/>
                <a:ea typeface="+mj-lt"/>
                <a:cs typeface="+mj-lt"/>
              </a:defRPr>
            </a:lvl2pPr>
            <a:lvl3pPr marL="0" indent="0" algn="ctr">
              <a:lnSpc>
                <a:spcPct val="110000"/>
              </a:lnSpc>
              <a:spcBef>
                <a:spcPts val="0"/>
              </a:spcBef>
              <a:spcAft>
                <a:spcPts val="0"/>
              </a:spcAft>
              <a:buNone/>
              <a:defRPr sz="4410" b="1">
                <a:solidFill>
                  <a:schemeClr val="tx1"/>
                </a:solidFill>
                <a:latin typeface="+mj-lt"/>
                <a:ea typeface="+mj-lt"/>
                <a:cs typeface="+mj-lt"/>
              </a:defRPr>
            </a:lvl3pPr>
            <a:lvl4pPr marL="0" indent="0" algn="ctr">
              <a:lnSpc>
                <a:spcPct val="110000"/>
              </a:lnSpc>
              <a:spcBef>
                <a:spcPts val="0"/>
              </a:spcBef>
              <a:spcAft>
                <a:spcPts val="0"/>
              </a:spcAft>
              <a:buNone/>
              <a:defRPr sz="4410" b="1">
                <a:solidFill>
                  <a:schemeClr val="tx1"/>
                </a:solidFill>
                <a:latin typeface="+mj-lt"/>
                <a:ea typeface="+mj-lt"/>
                <a:cs typeface="+mj-lt"/>
              </a:defRPr>
            </a:lvl4pPr>
            <a:lvl5pPr marL="0" indent="0" algn="ctr">
              <a:lnSpc>
                <a:spcPct val="110000"/>
              </a:lnSpc>
              <a:spcBef>
                <a:spcPts val="0"/>
              </a:spcBef>
              <a:spcAft>
                <a:spcPts val="0"/>
              </a:spcAft>
              <a:buNone/>
              <a:defRPr sz="4410" b="1">
                <a:solidFill>
                  <a:schemeClr val="tx1"/>
                </a:solidFill>
                <a:latin typeface="+mj-lt"/>
                <a:ea typeface="+mj-lt"/>
                <a:cs typeface="+mj-lt"/>
              </a:defRPr>
            </a:lvl5pPr>
            <a:lvl6pPr marL="0" indent="0" algn="ctr">
              <a:lnSpc>
                <a:spcPct val="110000"/>
              </a:lnSpc>
              <a:spcBef>
                <a:spcPts val="0"/>
              </a:spcBef>
              <a:spcAft>
                <a:spcPts val="0"/>
              </a:spcAft>
              <a:buNone/>
              <a:defRPr sz="4410" b="1">
                <a:solidFill>
                  <a:schemeClr val="tx1"/>
                </a:solidFill>
                <a:latin typeface="+mj-lt"/>
                <a:ea typeface="+mj-lt"/>
                <a:cs typeface="+mj-lt"/>
              </a:defRPr>
            </a:lvl6pPr>
            <a:lvl7pPr marL="0" indent="0" algn="ctr">
              <a:lnSpc>
                <a:spcPct val="110000"/>
              </a:lnSpc>
              <a:spcBef>
                <a:spcPts val="0"/>
              </a:spcBef>
              <a:spcAft>
                <a:spcPts val="0"/>
              </a:spcAft>
              <a:buNone/>
              <a:defRPr sz="4410" b="1">
                <a:solidFill>
                  <a:schemeClr val="tx1"/>
                </a:solidFill>
                <a:latin typeface="+mj-lt"/>
                <a:ea typeface="+mj-lt"/>
                <a:cs typeface="+mj-lt"/>
              </a:defRPr>
            </a:lvl7pPr>
            <a:lvl8pPr marL="0" indent="0" algn="ctr">
              <a:lnSpc>
                <a:spcPct val="110000"/>
              </a:lnSpc>
              <a:spcBef>
                <a:spcPts val="0"/>
              </a:spcBef>
              <a:spcAft>
                <a:spcPts val="0"/>
              </a:spcAft>
              <a:buNone/>
              <a:defRPr sz="4410" b="1">
                <a:solidFill>
                  <a:schemeClr val="tx1"/>
                </a:solidFill>
                <a:latin typeface="+mj-lt"/>
                <a:ea typeface="+mj-lt"/>
                <a:cs typeface="+mj-lt"/>
              </a:defRPr>
            </a:lvl8pPr>
            <a:lvl9pPr marL="0" indent="0" algn="ctr">
              <a:lnSpc>
                <a:spcPct val="110000"/>
              </a:lnSpc>
              <a:spcBef>
                <a:spcPts val="0"/>
              </a:spcBef>
              <a:spcAft>
                <a:spcPts val="0"/>
              </a:spcAft>
              <a:buNone/>
              <a:defRPr sz="4410" b="1">
                <a:solidFill>
                  <a:schemeClr val="tx1"/>
                </a:solidFill>
                <a:latin typeface="+mj-lt"/>
                <a:ea typeface="+mj-lt"/>
                <a:cs typeface="+mj-lt"/>
              </a:defRPr>
            </a:lvl9pPr>
          </a:lstStyle>
          <a:p xmlns:a="http://schemas.openxmlformats.org/drawingml/2006/main"/>
        </p:txBody>
      </p:sp>
    </p:spTree>
  </p:cSld>
</p:sldLayout>
</file>

<file path=ppt/main_figures/Fig11/ppt/slideLayouts/slideLayout3.xml><?xml version="1.0" encoding="utf-8"?>
<p:sldLayout xmlns:p="http://schemas.openxmlformats.org/presentationml/2006/main">
  <p:cSld name="Title and Body">
    <p:spTree>
      <p:nvGrpSpPr>
        <p:cNvPr id="1" name=""/>
        <p:cNvGrpSpPr/>
        <p:nvPr/>
      </p:nvGrpSpPr>
      <p:grpSpPr>
        <a:xfrm xmlns:a="http://schemas.openxmlformats.org/drawingml/2006/main"/>
      </p:grpSpPr>
      <p:sp>
        <p:nvSpPr>
          <p:cNvPr id="3" name="Title">
            <a:extLst xmlns:a="http://schemas.openxmlformats.org/drawingml/2006/main">
              <a:ext uri="{FF2B5EF4-FFF2-40B4-BE49-F238E27FC236}">
                <a16:creationId xmlns:a16="http://schemas.microsoft.com/office/drawing/2014/main" id="{864B4E55-8579-4E3A-96FB-51AE9E056BDA}"/>
              </a:ext>
            </a:extLst>
          </p:cNvPr>
          <p:cNvSpPr>
            <a:spLocks xmlns:a="http://schemas.openxmlformats.org/drawingml/2006/main" noGrp="1"/>
          </p:cNvSpPr>
          <p:nvPr>
            <p:ph type="title" idx="0"/>
          </p:nvPr>
        </p:nvSpPr>
        <p:spPr>
          <a:xfrm xmlns:a="http://schemas.openxmlformats.org/drawingml/2006/main">
            <a:off x="720090" y="629708"/>
            <a:ext cx="11361420" cy="989542"/>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3465" b="1">
                <a:solidFill>
                  <a:schemeClr val="tx1"/>
                </a:solidFill>
                <a:latin typeface="+mj-lt"/>
                <a:ea typeface="+mj-lt"/>
                <a:cs typeface="+mj-lt"/>
              </a:defRPr>
            </a:defPPr>
            <a:lvl1pPr marL="0" indent="0" algn="l">
              <a:lnSpc>
                <a:spcPct val="110000"/>
              </a:lnSpc>
              <a:spcBef>
                <a:spcPts val="0"/>
              </a:spcBef>
              <a:spcAft>
                <a:spcPts val="0"/>
              </a:spcAft>
              <a:buNone/>
              <a:defRPr sz="3465" b="1">
                <a:solidFill>
                  <a:schemeClr val="tx1"/>
                </a:solidFill>
                <a:latin typeface="+mj-lt"/>
                <a:ea typeface="+mj-lt"/>
                <a:cs typeface="+mj-lt"/>
              </a:defRPr>
            </a:lvl1pPr>
            <a:lvl2pPr marL="0" indent="0" algn="l">
              <a:lnSpc>
                <a:spcPct val="110000"/>
              </a:lnSpc>
              <a:spcBef>
                <a:spcPts val="0"/>
              </a:spcBef>
              <a:spcAft>
                <a:spcPts val="0"/>
              </a:spcAft>
              <a:buNone/>
              <a:defRPr sz="3465" b="1">
                <a:solidFill>
                  <a:schemeClr val="tx1"/>
                </a:solidFill>
                <a:latin typeface="+mj-lt"/>
                <a:ea typeface="+mj-lt"/>
                <a:cs typeface="+mj-lt"/>
              </a:defRPr>
            </a:lvl2pPr>
            <a:lvl3pPr marL="0" indent="0" algn="l">
              <a:lnSpc>
                <a:spcPct val="110000"/>
              </a:lnSpc>
              <a:spcBef>
                <a:spcPts val="0"/>
              </a:spcBef>
              <a:spcAft>
                <a:spcPts val="0"/>
              </a:spcAft>
              <a:buNone/>
              <a:defRPr sz="3465" b="1">
                <a:solidFill>
                  <a:schemeClr val="tx1"/>
                </a:solidFill>
                <a:latin typeface="+mj-lt"/>
                <a:ea typeface="+mj-lt"/>
                <a:cs typeface="+mj-lt"/>
              </a:defRPr>
            </a:lvl3pPr>
            <a:lvl4pPr marL="0" indent="0" algn="l">
              <a:lnSpc>
                <a:spcPct val="110000"/>
              </a:lnSpc>
              <a:spcBef>
                <a:spcPts val="0"/>
              </a:spcBef>
              <a:spcAft>
                <a:spcPts val="0"/>
              </a:spcAft>
              <a:buNone/>
              <a:defRPr sz="3465" b="1">
                <a:solidFill>
                  <a:schemeClr val="tx1"/>
                </a:solidFill>
                <a:latin typeface="+mj-lt"/>
                <a:ea typeface="+mj-lt"/>
                <a:cs typeface="+mj-lt"/>
              </a:defRPr>
            </a:lvl4pPr>
            <a:lvl5pPr marL="0" indent="0" algn="l">
              <a:lnSpc>
                <a:spcPct val="110000"/>
              </a:lnSpc>
              <a:spcBef>
                <a:spcPts val="0"/>
              </a:spcBef>
              <a:spcAft>
                <a:spcPts val="0"/>
              </a:spcAft>
              <a:buNone/>
              <a:defRPr sz="3465" b="1">
                <a:solidFill>
                  <a:schemeClr val="tx1"/>
                </a:solidFill>
                <a:latin typeface="+mj-lt"/>
                <a:ea typeface="+mj-lt"/>
                <a:cs typeface="+mj-lt"/>
              </a:defRPr>
            </a:lvl5pPr>
            <a:lvl6pPr marL="0" indent="0" algn="l">
              <a:lnSpc>
                <a:spcPct val="110000"/>
              </a:lnSpc>
              <a:spcBef>
                <a:spcPts val="0"/>
              </a:spcBef>
              <a:spcAft>
                <a:spcPts val="0"/>
              </a:spcAft>
              <a:buNone/>
              <a:defRPr sz="3465" b="1">
                <a:solidFill>
                  <a:schemeClr val="tx1"/>
                </a:solidFill>
                <a:latin typeface="+mj-lt"/>
                <a:ea typeface="+mj-lt"/>
                <a:cs typeface="+mj-lt"/>
              </a:defRPr>
            </a:lvl6pPr>
            <a:lvl7pPr marL="0" indent="0" algn="l">
              <a:lnSpc>
                <a:spcPct val="110000"/>
              </a:lnSpc>
              <a:spcBef>
                <a:spcPts val="0"/>
              </a:spcBef>
              <a:spcAft>
                <a:spcPts val="0"/>
              </a:spcAft>
              <a:buNone/>
              <a:defRPr sz="3465" b="1">
                <a:solidFill>
                  <a:schemeClr val="tx1"/>
                </a:solidFill>
                <a:latin typeface="+mj-lt"/>
                <a:ea typeface="+mj-lt"/>
                <a:cs typeface="+mj-lt"/>
              </a:defRPr>
            </a:lvl7pPr>
            <a:lvl8pPr marL="0" indent="0" algn="l">
              <a:lnSpc>
                <a:spcPct val="110000"/>
              </a:lnSpc>
              <a:spcBef>
                <a:spcPts val="0"/>
              </a:spcBef>
              <a:spcAft>
                <a:spcPts val="0"/>
              </a:spcAft>
              <a:buNone/>
              <a:defRPr sz="3465" b="1">
                <a:solidFill>
                  <a:schemeClr val="tx1"/>
                </a:solidFill>
                <a:latin typeface="+mj-lt"/>
                <a:ea typeface="+mj-lt"/>
                <a:cs typeface="+mj-lt"/>
              </a:defRPr>
            </a:lvl8pPr>
            <a:lvl9pPr marL="0" indent="0" algn="l">
              <a:lnSpc>
                <a:spcPct val="110000"/>
              </a:lnSpc>
              <a:spcBef>
                <a:spcPts val="0"/>
              </a:spcBef>
              <a:spcAft>
                <a:spcPts val="0"/>
              </a:spcAft>
              <a:buNone/>
              <a:defRPr sz="3465" b="1">
                <a:solidFill>
                  <a:schemeClr val="tx1"/>
                </a:solidFill>
                <a:latin typeface="+mj-lt"/>
                <a:ea typeface="+mj-lt"/>
                <a:cs typeface="+mj-lt"/>
              </a:defRPr>
            </a:lvl9pPr>
          </a:lstStyle>
          <a:p xmlns:a="http://schemas.openxmlformats.org/drawingml/2006/main"/>
        </p:txBody>
      </p:sp>
      <p:sp>
        <p:nvSpPr>
          <p:cNvPr id="2" name="Body">
            <a:extLst xmlns:a="http://schemas.openxmlformats.org/drawingml/2006/main">
              <a:ext uri="{FF2B5EF4-FFF2-40B4-BE49-F238E27FC236}">
                <a16:creationId xmlns:a16="http://schemas.microsoft.com/office/drawing/2014/main" id="{A8238939-E128-4381-BFFB-900CC996708C}"/>
              </a:ext>
            </a:extLst>
          </p:cNvPr>
          <p:cNvSpPr>
            <a:spLocks xmlns:a="http://schemas.openxmlformats.org/drawingml/2006/main" noGrp="1"/>
          </p:cNvSpPr>
          <p:nvPr>
            <p:ph type="body" idx="1"/>
          </p:nvPr>
        </p:nvSpPr>
        <p:spPr>
          <a:xfrm xmlns:a="http://schemas.openxmlformats.org/drawingml/2006/main">
            <a:off x="720090" y="2248958"/>
            <a:ext cx="11361420" cy="50376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363" b="0">
                <a:solidFill>
                  <a:schemeClr val="tx1"/>
                </a:solidFill>
                <a:latin typeface="+mn-lt"/>
                <a:ea typeface="+mn-lt"/>
                <a:cs typeface="+mn-lt"/>
              </a:defRPr>
            </a:defPPr>
            <a:lvl1pPr marL="240030" indent="-240030" algn="l">
              <a:lnSpc>
                <a:spcPct val="110000"/>
              </a:lnSpc>
              <a:spcBef>
                <a:spcPts val="0"/>
              </a:spcBef>
              <a:spcAft>
                <a:spcPts val="1260"/>
              </a:spcAft>
              <a:buChar char="•"/>
              <a:defRPr sz="2363" b="0">
                <a:solidFill>
                  <a:schemeClr val="tx1"/>
                </a:solidFill>
                <a:latin typeface="+mn-lt"/>
                <a:ea typeface="+mn-lt"/>
                <a:cs typeface="+mn-lt"/>
              </a:defRPr>
            </a:lvl1pPr>
            <a:lvl2pPr marL="560070" indent="-240030" algn="l">
              <a:lnSpc>
                <a:spcPct val="110000"/>
              </a:lnSpc>
              <a:spcBef>
                <a:spcPts val="0"/>
              </a:spcBef>
              <a:spcAft>
                <a:spcPts val="1260"/>
              </a:spcAft>
              <a:buChar char="•"/>
              <a:defRPr sz="2363" b="0">
                <a:solidFill>
                  <a:schemeClr val="tx1"/>
                </a:solidFill>
                <a:latin typeface="+mn-lt"/>
                <a:ea typeface="+mn-lt"/>
                <a:cs typeface="+mn-lt"/>
              </a:defRPr>
            </a:lvl2pPr>
            <a:lvl3pPr marL="880110" indent="-240030" algn="l">
              <a:lnSpc>
                <a:spcPct val="110000"/>
              </a:lnSpc>
              <a:spcBef>
                <a:spcPts val="0"/>
              </a:spcBef>
              <a:spcAft>
                <a:spcPts val="1260"/>
              </a:spcAft>
              <a:buChar char="•"/>
              <a:defRPr sz="2363" b="0">
                <a:solidFill>
                  <a:schemeClr val="tx1"/>
                </a:solidFill>
                <a:latin typeface="+mn-lt"/>
                <a:ea typeface="+mn-lt"/>
                <a:cs typeface="+mn-lt"/>
              </a:defRPr>
            </a:lvl3pPr>
            <a:lvl4pPr marL="1200150" indent="-240030" algn="l">
              <a:lnSpc>
                <a:spcPct val="110000"/>
              </a:lnSpc>
              <a:spcBef>
                <a:spcPts val="0"/>
              </a:spcBef>
              <a:spcAft>
                <a:spcPts val="1260"/>
              </a:spcAft>
              <a:buChar char="•"/>
              <a:defRPr sz="2363" b="0">
                <a:solidFill>
                  <a:schemeClr val="tx1"/>
                </a:solidFill>
                <a:latin typeface="+mn-lt"/>
                <a:ea typeface="+mn-lt"/>
                <a:cs typeface="+mn-lt"/>
              </a:defRPr>
            </a:lvl4pPr>
            <a:lvl5pPr marL="1520190" indent="-240030" algn="l">
              <a:lnSpc>
                <a:spcPct val="110000"/>
              </a:lnSpc>
              <a:spcBef>
                <a:spcPts val="0"/>
              </a:spcBef>
              <a:spcAft>
                <a:spcPts val="1260"/>
              </a:spcAft>
              <a:buChar char="•"/>
              <a:defRPr sz="2363" b="0">
                <a:solidFill>
                  <a:schemeClr val="tx1"/>
                </a:solidFill>
                <a:latin typeface="+mn-lt"/>
                <a:ea typeface="+mn-lt"/>
                <a:cs typeface="+mn-lt"/>
              </a:defRPr>
            </a:lvl5pPr>
            <a:lvl6pPr marL="1840230" indent="-240030" algn="l">
              <a:lnSpc>
                <a:spcPct val="110000"/>
              </a:lnSpc>
              <a:spcBef>
                <a:spcPts val="0"/>
              </a:spcBef>
              <a:spcAft>
                <a:spcPts val="1260"/>
              </a:spcAft>
              <a:buChar char="•"/>
              <a:defRPr sz="2363" b="0">
                <a:solidFill>
                  <a:schemeClr val="tx1"/>
                </a:solidFill>
                <a:latin typeface="+mn-lt"/>
                <a:ea typeface="+mn-lt"/>
                <a:cs typeface="+mn-lt"/>
              </a:defRPr>
            </a:lvl6pPr>
            <a:lvl7pPr marL="2160270" indent="-240030" algn="l">
              <a:lnSpc>
                <a:spcPct val="110000"/>
              </a:lnSpc>
              <a:spcBef>
                <a:spcPts val="0"/>
              </a:spcBef>
              <a:spcAft>
                <a:spcPts val="1260"/>
              </a:spcAft>
              <a:buChar char="•"/>
              <a:defRPr sz="2363" b="0">
                <a:solidFill>
                  <a:schemeClr val="tx1"/>
                </a:solidFill>
                <a:latin typeface="+mn-lt"/>
                <a:ea typeface="+mn-lt"/>
                <a:cs typeface="+mn-lt"/>
              </a:defRPr>
            </a:lvl7pPr>
            <a:lvl8pPr marL="2480310" indent="-240030" algn="l">
              <a:lnSpc>
                <a:spcPct val="110000"/>
              </a:lnSpc>
              <a:spcBef>
                <a:spcPts val="0"/>
              </a:spcBef>
              <a:spcAft>
                <a:spcPts val="1260"/>
              </a:spcAft>
              <a:buChar char="•"/>
              <a:defRPr sz="2363" b="0">
                <a:solidFill>
                  <a:schemeClr val="tx1"/>
                </a:solidFill>
                <a:latin typeface="+mn-lt"/>
                <a:ea typeface="+mn-lt"/>
                <a:cs typeface="+mn-lt"/>
              </a:defRPr>
            </a:lvl8pPr>
            <a:lvl9pPr marL="2800350" indent="-240030" algn="l">
              <a:lnSpc>
                <a:spcPct val="110000"/>
              </a:lnSpc>
              <a:spcBef>
                <a:spcPts val="0"/>
              </a:spcBef>
              <a:spcAft>
                <a:spcPts val="1260"/>
              </a:spcAft>
              <a:buChar char="•"/>
              <a:defRPr sz="2363" b="0">
                <a:solidFill>
                  <a:schemeClr val="tx1"/>
                </a:solidFill>
                <a:latin typeface="+mn-lt"/>
                <a:ea typeface="+mn-lt"/>
                <a:cs typeface="+mn-lt"/>
              </a:defRPr>
            </a:lvl9pPr>
          </a:lstStyle>
          <a:p xmlns:a="http://schemas.openxmlformats.org/drawingml/2006/main"/>
        </p:txBody>
      </p:sp>
    </p:spTree>
  </p:cSld>
</p:sldLayout>
</file>

<file path=ppt/main_figures/Fig11/ppt/slideLayouts/slideLayout4.xml><?xml version="1.0" encoding="utf-8"?>
<p:sldLayout xmlns:p="http://schemas.openxmlformats.org/presentationml/2006/main">
  <p:cSld name="Title and Two Column">
    <p:spTree>
      <p:nvGrpSpPr>
        <p:cNvPr id="1" name=""/>
        <p:cNvGrpSpPr/>
        <p:nvPr/>
      </p:nvGrpSpPr>
      <p:grpSpPr>
        <a:xfrm xmlns:a="http://schemas.openxmlformats.org/drawingml/2006/main"/>
      </p:grpSpPr>
      <p:sp>
        <p:nvSpPr>
          <p:cNvPr id="4" name="Title">
            <a:extLst xmlns:a="http://schemas.openxmlformats.org/drawingml/2006/main">
              <a:ext uri="{FF2B5EF4-FFF2-40B4-BE49-F238E27FC236}">
                <a16:creationId xmlns:a16="http://schemas.microsoft.com/office/drawing/2014/main" id="{15D26522-6E2A-4497-8299-D58F950B8B56}"/>
              </a:ext>
            </a:extLst>
          </p:cNvPr>
          <p:cNvSpPr>
            <a:spLocks xmlns:a="http://schemas.openxmlformats.org/drawingml/2006/main" noGrp="1"/>
          </p:cNvSpPr>
          <p:nvPr>
            <p:ph type="title" idx="0"/>
          </p:nvPr>
        </p:nvSpPr>
        <p:spPr>
          <a:xfrm xmlns:a="http://schemas.openxmlformats.org/drawingml/2006/main">
            <a:off x="720090" y="629708"/>
            <a:ext cx="11361420" cy="989542"/>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3465" b="1">
                <a:solidFill>
                  <a:schemeClr val="tx1"/>
                </a:solidFill>
                <a:latin typeface="+mj-lt"/>
                <a:ea typeface="+mj-lt"/>
                <a:cs typeface="+mj-lt"/>
              </a:defRPr>
            </a:defPPr>
            <a:lvl1pPr marL="0" indent="0" algn="l">
              <a:lnSpc>
                <a:spcPct val="110000"/>
              </a:lnSpc>
              <a:spcBef>
                <a:spcPts val="0"/>
              </a:spcBef>
              <a:spcAft>
                <a:spcPts val="0"/>
              </a:spcAft>
              <a:buNone/>
              <a:defRPr sz="3465" b="1">
                <a:solidFill>
                  <a:schemeClr val="tx1"/>
                </a:solidFill>
                <a:latin typeface="+mj-lt"/>
                <a:ea typeface="+mj-lt"/>
                <a:cs typeface="+mj-lt"/>
              </a:defRPr>
            </a:lvl1pPr>
            <a:lvl2pPr marL="0" indent="0" algn="l">
              <a:lnSpc>
                <a:spcPct val="110000"/>
              </a:lnSpc>
              <a:spcBef>
                <a:spcPts val="0"/>
              </a:spcBef>
              <a:spcAft>
                <a:spcPts val="0"/>
              </a:spcAft>
              <a:buNone/>
              <a:defRPr sz="3465" b="1">
                <a:solidFill>
                  <a:schemeClr val="tx1"/>
                </a:solidFill>
                <a:latin typeface="+mj-lt"/>
                <a:ea typeface="+mj-lt"/>
                <a:cs typeface="+mj-lt"/>
              </a:defRPr>
            </a:lvl2pPr>
            <a:lvl3pPr marL="0" indent="0" algn="l">
              <a:lnSpc>
                <a:spcPct val="110000"/>
              </a:lnSpc>
              <a:spcBef>
                <a:spcPts val="0"/>
              </a:spcBef>
              <a:spcAft>
                <a:spcPts val="0"/>
              </a:spcAft>
              <a:buNone/>
              <a:defRPr sz="3465" b="1">
                <a:solidFill>
                  <a:schemeClr val="tx1"/>
                </a:solidFill>
                <a:latin typeface="+mj-lt"/>
                <a:ea typeface="+mj-lt"/>
                <a:cs typeface="+mj-lt"/>
              </a:defRPr>
            </a:lvl3pPr>
            <a:lvl4pPr marL="0" indent="0" algn="l">
              <a:lnSpc>
                <a:spcPct val="110000"/>
              </a:lnSpc>
              <a:spcBef>
                <a:spcPts val="0"/>
              </a:spcBef>
              <a:spcAft>
                <a:spcPts val="0"/>
              </a:spcAft>
              <a:buNone/>
              <a:defRPr sz="3465" b="1">
                <a:solidFill>
                  <a:schemeClr val="tx1"/>
                </a:solidFill>
                <a:latin typeface="+mj-lt"/>
                <a:ea typeface="+mj-lt"/>
                <a:cs typeface="+mj-lt"/>
              </a:defRPr>
            </a:lvl4pPr>
            <a:lvl5pPr marL="0" indent="0" algn="l">
              <a:lnSpc>
                <a:spcPct val="110000"/>
              </a:lnSpc>
              <a:spcBef>
                <a:spcPts val="0"/>
              </a:spcBef>
              <a:spcAft>
                <a:spcPts val="0"/>
              </a:spcAft>
              <a:buNone/>
              <a:defRPr sz="3465" b="1">
                <a:solidFill>
                  <a:schemeClr val="tx1"/>
                </a:solidFill>
                <a:latin typeface="+mj-lt"/>
                <a:ea typeface="+mj-lt"/>
                <a:cs typeface="+mj-lt"/>
              </a:defRPr>
            </a:lvl5pPr>
            <a:lvl6pPr marL="0" indent="0" algn="l">
              <a:lnSpc>
                <a:spcPct val="110000"/>
              </a:lnSpc>
              <a:spcBef>
                <a:spcPts val="0"/>
              </a:spcBef>
              <a:spcAft>
                <a:spcPts val="0"/>
              </a:spcAft>
              <a:buNone/>
              <a:defRPr sz="3465" b="1">
                <a:solidFill>
                  <a:schemeClr val="tx1"/>
                </a:solidFill>
                <a:latin typeface="+mj-lt"/>
                <a:ea typeface="+mj-lt"/>
                <a:cs typeface="+mj-lt"/>
              </a:defRPr>
            </a:lvl6pPr>
            <a:lvl7pPr marL="0" indent="0" algn="l">
              <a:lnSpc>
                <a:spcPct val="110000"/>
              </a:lnSpc>
              <a:spcBef>
                <a:spcPts val="0"/>
              </a:spcBef>
              <a:spcAft>
                <a:spcPts val="0"/>
              </a:spcAft>
              <a:buNone/>
              <a:defRPr sz="3465" b="1">
                <a:solidFill>
                  <a:schemeClr val="tx1"/>
                </a:solidFill>
                <a:latin typeface="+mj-lt"/>
                <a:ea typeface="+mj-lt"/>
                <a:cs typeface="+mj-lt"/>
              </a:defRPr>
            </a:lvl7pPr>
            <a:lvl8pPr marL="0" indent="0" algn="l">
              <a:lnSpc>
                <a:spcPct val="110000"/>
              </a:lnSpc>
              <a:spcBef>
                <a:spcPts val="0"/>
              </a:spcBef>
              <a:spcAft>
                <a:spcPts val="0"/>
              </a:spcAft>
              <a:buNone/>
              <a:defRPr sz="3465" b="1">
                <a:solidFill>
                  <a:schemeClr val="tx1"/>
                </a:solidFill>
                <a:latin typeface="+mj-lt"/>
                <a:ea typeface="+mj-lt"/>
                <a:cs typeface="+mj-lt"/>
              </a:defRPr>
            </a:lvl8pPr>
            <a:lvl9pPr marL="0" indent="0" algn="l">
              <a:lnSpc>
                <a:spcPct val="110000"/>
              </a:lnSpc>
              <a:spcBef>
                <a:spcPts val="0"/>
              </a:spcBef>
              <a:spcAft>
                <a:spcPts val="0"/>
              </a:spcAft>
              <a:buNone/>
              <a:defRPr sz="3465" b="1">
                <a:solidFill>
                  <a:schemeClr val="tx1"/>
                </a:solidFill>
                <a:latin typeface="+mj-lt"/>
                <a:ea typeface="+mj-lt"/>
                <a:cs typeface="+mj-lt"/>
              </a:defRPr>
            </a:lvl9pPr>
          </a:lstStyle>
          <a:p xmlns:a="http://schemas.openxmlformats.org/drawingml/2006/main"/>
        </p:txBody>
      </p:sp>
      <p:sp>
        <p:nvSpPr>
          <p:cNvPr id="2" name="Left column">
            <a:extLst xmlns:a="http://schemas.openxmlformats.org/drawingml/2006/main">
              <a:ext uri="{FF2B5EF4-FFF2-40B4-BE49-F238E27FC236}">
                <a16:creationId xmlns:a16="http://schemas.microsoft.com/office/drawing/2014/main" id="{9F3ECF15-5CAB-41E7-A59A-49A4AFCFE674}"/>
              </a:ext>
            </a:extLst>
          </p:cNvPr>
          <p:cNvSpPr>
            <a:spLocks xmlns:a="http://schemas.openxmlformats.org/drawingml/2006/main" noGrp="1"/>
          </p:cNvSpPr>
          <p:nvPr>
            <p:ph type="body" idx="1"/>
          </p:nvPr>
        </p:nvSpPr>
        <p:spPr>
          <a:xfrm xmlns:a="http://schemas.openxmlformats.org/drawingml/2006/main">
            <a:off x="720090" y="2248958"/>
            <a:ext cx="5280660" cy="50376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205" b="0">
                <a:solidFill>
                  <a:schemeClr val="tx1"/>
                </a:solidFill>
                <a:latin typeface="+mn-lt"/>
                <a:ea typeface="+mn-lt"/>
                <a:cs typeface="+mn-lt"/>
              </a:defRPr>
            </a:defPPr>
            <a:lvl1pPr marL="240030" indent="-240030" algn="l">
              <a:lnSpc>
                <a:spcPct val="110000"/>
              </a:lnSpc>
              <a:spcBef>
                <a:spcPts val="0"/>
              </a:spcBef>
              <a:spcAft>
                <a:spcPts val="1260"/>
              </a:spcAft>
              <a:buChar char="•"/>
              <a:defRPr sz="2205" b="0">
                <a:solidFill>
                  <a:schemeClr val="tx1"/>
                </a:solidFill>
                <a:latin typeface="+mn-lt"/>
                <a:ea typeface="+mn-lt"/>
                <a:cs typeface="+mn-lt"/>
              </a:defRPr>
            </a:lvl1pPr>
            <a:lvl2pPr marL="560070" indent="-240030" algn="l">
              <a:lnSpc>
                <a:spcPct val="110000"/>
              </a:lnSpc>
              <a:spcBef>
                <a:spcPts val="0"/>
              </a:spcBef>
              <a:spcAft>
                <a:spcPts val="1260"/>
              </a:spcAft>
              <a:buChar char="•"/>
              <a:defRPr sz="2205" b="0">
                <a:solidFill>
                  <a:schemeClr val="tx1"/>
                </a:solidFill>
                <a:latin typeface="+mn-lt"/>
                <a:ea typeface="+mn-lt"/>
                <a:cs typeface="+mn-lt"/>
              </a:defRPr>
            </a:lvl2pPr>
            <a:lvl3pPr marL="880110" indent="-240030" algn="l">
              <a:lnSpc>
                <a:spcPct val="110000"/>
              </a:lnSpc>
              <a:spcBef>
                <a:spcPts val="0"/>
              </a:spcBef>
              <a:spcAft>
                <a:spcPts val="1260"/>
              </a:spcAft>
              <a:buChar char="•"/>
              <a:defRPr sz="2205" b="0">
                <a:solidFill>
                  <a:schemeClr val="tx1"/>
                </a:solidFill>
                <a:latin typeface="+mn-lt"/>
                <a:ea typeface="+mn-lt"/>
                <a:cs typeface="+mn-lt"/>
              </a:defRPr>
            </a:lvl3pPr>
            <a:lvl4pPr marL="1200150" indent="-240030" algn="l">
              <a:lnSpc>
                <a:spcPct val="110000"/>
              </a:lnSpc>
              <a:spcBef>
                <a:spcPts val="0"/>
              </a:spcBef>
              <a:spcAft>
                <a:spcPts val="1260"/>
              </a:spcAft>
              <a:buChar char="•"/>
              <a:defRPr sz="2205" b="0">
                <a:solidFill>
                  <a:schemeClr val="tx1"/>
                </a:solidFill>
                <a:latin typeface="+mn-lt"/>
                <a:ea typeface="+mn-lt"/>
                <a:cs typeface="+mn-lt"/>
              </a:defRPr>
            </a:lvl4pPr>
            <a:lvl5pPr marL="1520190" indent="-240030" algn="l">
              <a:lnSpc>
                <a:spcPct val="110000"/>
              </a:lnSpc>
              <a:spcBef>
                <a:spcPts val="0"/>
              </a:spcBef>
              <a:spcAft>
                <a:spcPts val="1260"/>
              </a:spcAft>
              <a:buChar char="•"/>
              <a:defRPr sz="2205" b="0">
                <a:solidFill>
                  <a:schemeClr val="tx1"/>
                </a:solidFill>
                <a:latin typeface="+mn-lt"/>
                <a:ea typeface="+mn-lt"/>
                <a:cs typeface="+mn-lt"/>
              </a:defRPr>
            </a:lvl5pPr>
            <a:lvl6pPr marL="1840230" indent="-240030" algn="l">
              <a:lnSpc>
                <a:spcPct val="110000"/>
              </a:lnSpc>
              <a:spcBef>
                <a:spcPts val="0"/>
              </a:spcBef>
              <a:spcAft>
                <a:spcPts val="1260"/>
              </a:spcAft>
              <a:buChar char="•"/>
              <a:defRPr sz="2205" b="0">
                <a:solidFill>
                  <a:schemeClr val="tx1"/>
                </a:solidFill>
                <a:latin typeface="+mn-lt"/>
                <a:ea typeface="+mn-lt"/>
                <a:cs typeface="+mn-lt"/>
              </a:defRPr>
            </a:lvl6pPr>
            <a:lvl7pPr marL="2160270" indent="-240030" algn="l">
              <a:lnSpc>
                <a:spcPct val="110000"/>
              </a:lnSpc>
              <a:spcBef>
                <a:spcPts val="0"/>
              </a:spcBef>
              <a:spcAft>
                <a:spcPts val="1260"/>
              </a:spcAft>
              <a:buChar char="•"/>
              <a:defRPr sz="2205" b="0">
                <a:solidFill>
                  <a:schemeClr val="tx1"/>
                </a:solidFill>
                <a:latin typeface="+mn-lt"/>
                <a:ea typeface="+mn-lt"/>
                <a:cs typeface="+mn-lt"/>
              </a:defRPr>
            </a:lvl7pPr>
            <a:lvl8pPr marL="2480310" indent="-240030" algn="l">
              <a:lnSpc>
                <a:spcPct val="110000"/>
              </a:lnSpc>
              <a:spcBef>
                <a:spcPts val="0"/>
              </a:spcBef>
              <a:spcAft>
                <a:spcPts val="1260"/>
              </a:spcAft>
              <a:buChar char="•"/>
              <a:defRPr sz="2205" b="0">
                <a:solidFill>
                  <a:schemeClr val="tx1"/>
                </a:solidFill>
                <a:latin typeface="+mn-lt"/>
                <a:ea typeface="+mn-lt"/>
                <a:cs typeface="+mn-lt"/>
              </a:defRPr>
            </a:lvl8pPr>
            <a:lvl9pPr marL="2800350" indent="-240030" algn="l">
              <a:lnSpc>
                <a:spcPct val="110000"/>
              </a:lnSpc>
              <a:spcBef>
                <a:spcPts val="0"/>
              </a:spcBef>
              <a:spcAft>
                <a:spcPts val="1260"/>
              </a:spcAft>
              <a:buChar char="•"/>
              <a:defRPr sz="2205" b="0">
                <a:solidFill>
                  <a:schemeClr val="tx1"/>
                </a:solidFill>
                <a:latin typeface="+mn-lt"/>
                <a:ea typeface="+mn-lt"/>
                <a:cs typeface="+mn-lt"/>
              </a:defRPr>
            </a:lvl9pPr>
          </a:lstStyle>
          <a:p xmlns:a="http://schemas.openxmlformats.org/drawingml/2006/main"/>
        </p:txBody>
      </p:sp>
      <p:sp>
        <p:nvSpPr>
          <p:cNvPr id="3" name="Right column">
            <a:extLst xmlns:a="http://schemas.openxmlformats.org/drawingml/2006/main">
              <a:ext uri="{FF2B5EF4-FFF2-40B4-BE49-F238E27FC236}">
                <a16:creationId xmlns:a16="http://schemas.microsoft.com/office/drawing/2014/main" id="{73A25704-83D3-43BB-BE76-4B71AFB0C4EB}"/>
              </a:ext>
            </a:extLst>
          </p:cNvPr>
          <p:cNvSpPr>
            <a:spLocks xmlns:a="http://schemas.openxmlformats.org/drawingml/2006/main" noGrp="1"/>
          </p:cNvSpPr>
          <p:nvPr>
            <p:ph type="body" idx="2"/>
          </p:nvPr>
        </p:nvSpPr>
        <p:spPr>
          <a:xfrm xmlns:a="http://schemas.openxmlformats.org/drawingml/2006/main">
            <a:off x="6800850" y="2248958"/>
            <a:ext cx="5280660" cy="50376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205" b="0">
                <a:solidFill>
                  <a:schemeClr val="tx1"/>
                </a:solidFill>
                <a:latin typeface="+mn-lt"/>
                <a:ea typeface="+mn-lt"/>
                <a:cs typeface="+mn-lt"/>
              </a:defRPr>
            </a:defPPr>
            <a:lvl1pPr marL="240030" indent="-240030" algn="l">
              <a:lnSpc>
                <a:spcPct val="110000"/>
              </a:lnSpc>
              <a:spcBef>
                <a:spcPts val="0"/>
              </a:spcBef>
              <a:spcAft>
                <a:spcPts val="1260"/>
              </a:spcAft>
              <a:buChar char="•"/>
              <a:defRPr sz="2205" b="0">
                <a:solidFill>
                  <a:schemeClr val="tx1"/>
                </a:solidFill>
                <a:latin typeface="+mn-lt"/>
                <a:ea typeface="+mn-lt"/>
                <a:cs typeface="+mn-lt"/>
              </a:defRPr>
            </a:lvl1pPr>
            <a:lvl2pPr marL="560070" indent="-240030" algn="l">
              <a:lnSpc>
                <a:spcPct val="110000"/>
              </a:lnSpc>
              <a:spcBef>
                <a:spcPts val="0"/>
              </a:spcBef>
              <a:spcAft>
                <a:spcPts val="1260"/>
              </a:spcAft>
              <a:buChar char="•"/>
              <a:defRPr sz="2205" b="0">
                <a:solidFill>
                  <a:schemeClr val="tx1"/>
                </a:solidFill>
                <a:latin typeface="+mn-lt"/>
                <a:ea typeface="+mn-lt"/>
                <a:cs typeface="+mn-lt"/>
              </a:defRPr>
            </a:lvl2pPr>
            <a:lvl3pPr marL="880110" indent="-240030" algn="l">
              <a:lnSpc>
                <a:spcPct val="110000"/>
              </a:lnSpc>
              <a:spcBef>
                <a:spcPts val="0"/>
              </a:spcBef>
              <a:spcAft>
                <a:spcPts val="1260"/>
              </a:spcAft>
              <a:buChar char="•"/>
              <a:defRPr sz="2205" b="0">
                <a:solidFill>
                  <a:schemeClr val="tx1"/>
                </a:solidFill>
                <a:latin typeface="+mn-lt"/>
                <a:ea typeface="+mn-lt"/>
                <a:cs typeface="+mn-lt"/>
              </a:defRPr>
            </a:lvl3pPr>
            <a:lvl4pPr marL="1200150" indent="-240030" algn="l">
              <a:lnSpc>
                <a:spcPct val="110000"/>
              </a:lnSpc>
              <a:spcBef>
                <a:spcPts val="0"/>
              </a:spcBef>
              <a:spcAft>
                <a:spcPts val="1260"/>
              </a:spcAft>
              <a:buChar char="•"/>
              <a:defRPr sz="2205" b="0">
                <a:solidFill>
                  <a:schemeClr val="tx1"/>
                </a:solidFill>
                <a:latin typeface="+mn-lt"/>
                <a:ea typeface="+mn-lt"/>
                <a:cs typeface="+mn-lt"/>
              </a:defRPr>
            </a:lvl4pPr>
            <a:lvl5pPr marL="1520190" indent="-240030" algn="l">
              <a:lnSpc>
                <a:spcPct val="110000"/>
              </a:lnSpc>
              <a:spcBef>
                <a:spcPts val="0"/>
              </a:spcBef>
              <a:spcAft>
                <a:spcPts val="1260"/>
              </a:spcAft>
              <a:buChar char="•"/>
              <a:defRPr sz="2205" b="0">
                <a:solidFill>
                  <a:schemeClr val="tx1"/>
                </a:solidFill>
                <a:latin typeface="+mn-lt"/>
                <a:ea typeface="+mn-lt"/>
                <a:cs typeface="+mn-lt"/>
              </a:defRPr>
            </a:lvl5pPr>
            <a:lvl6pPr marL="1840230" indent="-240030" algn="l">
              <a:lnSpc>
                <a:spcPct val="110000"/>
              </a:lnSpc>
              <a:spcBef>
                <a:spcPts val="0"/>
              </a:spcBef>
              <a:spcAft>
                <a:spcPts val="1260"/>
              </a:spcAft>
              <a:buChar char="•"/>
              <a:defRPr sz="2205" b="0">
                <a:solidFill>
                  <a:schemeClr val="tx1"/>
                </a:solidFill>
                <a:latin typeface="+mn-lt"/>
                <a:ea typeface="+mn-lt"/>
                <a:cs typeface="+mn-lt"/>
              </a:defRPr>
            </a:lvl6pPr>
            <a:lvl7pPr marL="2160270" indent="-240030" algn="l">
              <a:lnSpc>
                <a:spcPct val="110000"/>
              </a:lnSpc>
              <a:spcBef>
                <a:spcPts val="0"/>
              </a:spcBef>
              <a:spcAft>
                <a:spcPts val="1260"/>
              </a:spcAft>
              <a:buChar char="•"/>
              <a:defRPr sz="2205" b="0">
                <a:solidFill>
                  <a:schemeClr val="tx1"/>
                </a:solidFill>
                <a:latin typeface="+mn-lt"/>
                <a:ea typeface="+mn-lt"/>
                <a:cs typeface="+mn-lt"/>
              </a:defRPr>
            </a:lvl7pPr>
            <a:lvl8pPr marL="2480310" indent="-240030" algn="l">
              <a:lnSpc>
                <a:spcPct val="110000"/>
              </a:lnSpc>
              <a:spcBef>
                <a:spcPts val="0"/>
              </a:spcBef>
              <a:spcAft>
                <a:spcPts val="1260"/>
              </a:spcAft>
              <a:buChar char="•"/>
              <a:defRPr sz="2205" b="0">
                <a:solidFill>
                  <a:schemeClr val="tx1"/>
                </a:solidFill>
                <a:latin typeface="+mn-lt"/>
                <a:ea typeface="+mn-lt"/>
                <a:cs typeface="+mn-lt"/>
              </a:defRPr>
            </a:lvl8pPr>
            <a:lvl9pPr marL="2800350" indent="-240030" algn="l">
              <a:lnSpc>
                <a:spcPct val="110000"/>
              </a:lnSpc>
              <a:spcBef>
                <a:spcPts val="0"/>
              </a:spcBef>
              <a:spcAft>
                <a:spcPts val="1260"/>
              </a:spcAft>
              <a:buChar char="•"/>
              <a:defRPr sz="2205" b="0">
                <a:solidFill>
                  <a:schemeClr val="tx1"/>
                </a:solidFill>
                <a:latin typeface="+mn-lt"/>
                <a:ea typeface="+mn-lt"/>
                <a:cs typeface="+mn-lt"/>
              </a:defRPr>
            </a:lvl9pPr>
          </a:lstStyle>
          <a:p xmlns:a="http://schemas.openxmlformats.org/drawingml/2006/main"/>
        </p:txBody>
      </p:sp>
    </p:spTree>
  </p:cSld>
</p:sldLayout>
</file>

<file path=ppt/main_figures/Fig11/ppt/slideLayouts/slideLayout5.xml><?xml version="1.0" encoding="utf-8"?>
<p:sldLayout xmlns:p="http://schemas.openxmlformats.org/presentationml/2006/main">
  <p:cSld name="Title and One Column">
    <p:spTree>
      <p:nvGrpSpPr>
        <p:cNvPr id="1" name=""/>
        <p:cNvGrpSpPr/>
        <p:nvPr/>
      </p:nvGrpSpPr>
      <p:grpSpPr>
        <a:xfrm xmlns:a="http://schemas.openxmlformats.org/drawingml/2006/main"/>
      </p:grpSpPr>
      <p:sp>
        <p:nvSpPr>
          <p:cNvPr id="3" name="Title">
            <a:extLst xmlns:a="http://schemas.openxmlformats.org/drawingml/2006/main">
              <a:ext uri="{FF2B5EF4-FFF2-40B4-BE49-F238E27FC236}">
                <a16:creationId xmlns:a16="http://schemas.microsoft.com/office/drawing/2014/main" id="{C1615682-E115-4601-8DBC-94492119E878}"/>
              </a:ext>
            </a:extLst>
          </p:cNvPr>
          <p:cNvSpPr>
            <a:spLocks xmlns:a="http://schemas.openxmlformats.org/drawingml/2006/main" noGrp="1"/>
          </p:cNvSpPr>
          <p:nvPr>
            <p:ph type="title" idx="0"/>
          </p:nvPr>
        </p:nvSpPr>
        <p:spPr>
          <a:xfrm xmlns:a="http://schemas.openxmlformats.org/drawingml/2006/main">
            <a:off x="720090" y="629708"/>
            <a:ext cx="11361420" cy="989542"/>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3465" b="1">
                <a:solidFill>
                  <a:schemeClr val="tx1"/>
                </a:solidFill>
                <a:latin typeface="+mj-lt"/>
                <a:ea typeface="+mj-lt"/>
                <a:cs typeface="+mj-lt"/>
              </a:defRPr>
            </a:defPPr>
            <a:lvl1pPr marL="0" indent="0" algn="l">
              <a:lnSpc>
                <a:spcPct val="110000"/>
              </a:lnSpc>
              <a:spcBef>
                <a:spcPts val="0"/>
              </a:spcBef>
              <a:spcAft>
                <a:spcPts val="0"/>
              </a:spcAft>
              <a:buNone/>
              <a:defRPr sz="3465" b="1">
                <a:solidFill>
                  <a:schemeClr val="tx1"/>
                </a:solidFill>
                <a:latin typeface="+mj-lt"/>
                <a:ea typeface="+mj-lt"/>
                <a:cs typeface="+mj-lt"/>
              </a:defRPr>
            </a:lvl1pPr>
            <a:lvl2pPr marL="0" indent="0" algn="l">
              <a:lnSpc>
                <a:spcPct val="110000"/>
              </a:lnSpc>
              <a:spcBef>
                <a:spcPts val="0"/>
              </a:spcBef>
              <a:spcAft>
                <a:spcPts val="0"/>
              </a:spcAft>
              <a:buNone/>
              <a:defRPr sz="3465" b="1">
                <a:solidFill>
                  <a:schemeClr val="tx1"/>
                </a:solidFill>
                <a:latin typeface="+mj-lt"/>
                <a:ea typeface="+mj-lt"/>
                <a:cs typeface="+mj-lt"/>
              </a:defRPr>
            </a:lvl2pPr>
            <a:lvl3pPr marL="0" indent="0" algn="l">
              <a:lnSpc>
                <a:spcPct val="110000"/>
              </a:lnSpc>
              <a:spcBef>
                <a:spcPts val="0"/>
              </a:spcBef>
              <a:spcAft>
                <a:spcPts val="0"/>
              </a:spcAft>
              <a:buNone/>
              <a:defRPr sz="3465" b="1">
                <a:solidFill>
                  <a:schemeClr val="tx1"/>
                </a:solidFill>
                <a:latin typeface="+mj-lt"/>
                <a:ea typeface="+mj-lt"/>
                <a:cs typeface="+mj-lt"/>
              </a:defRPr>
            </a:lvl3pPr>
            <a:lvl4pPr marL="0" indent="0" algn="l">
              <a:lnSpc>
                <a:spcPct val="110000"/>
              </a:lnSpc>
              <a:spcBef>
                <a:spcPts val="0"/>
              </a:spcBef>
              <a:spcAft>
                <a:spcPts val="0"/>
              </a:spcAft>
              <a:buNone/>
              <a:defRPr sz="3465" b="1">
                <a:solidFill>
                  <a:schemeClr val="tx1"/>
                </a:solidFill>
                <a:latin typeface="+mj-lt"/>
                <a:ea typeface="+mj-lt"/>
                <a:cs typeface="+mj-lt"/>
              </a:defRPr>
            </a:lvl4pPr>
            <a:lvl5pPr marL="0" indent="0" algn="l">
              <a:lnSpc>
                <a:spcPct val="110000"/>
              </a:lnSpc>
              <a:spcBef>
                <a:spcPts val="0"/>
              </a:spcBef>
              <a:spcAft>
                <a:spcPts val="0"/>
              </a:spcAft>
              <a:buNone/>
              <a:defRPr sz="3465" b="1">
                <a:solidFill>
                  <a:schemeClr val="tx1"/>
                </a:solidFill>
                <a:latin typeface="+mj-lt"/>
                <a:ea typeface="+mj-lt"/>
                <a:cs typeface="+mj-lt"/>
              </a:defRPr>
            </a:lvl5pPr>
            <a:lvl6pPr marL="0" indent="0" algn="l">
              <a:lnSpc>
                <a:spcPct val="110000"/>
              </a:lnSpc>
              <a:spcBef>
                <a:spcPts val="0"/>
              </a:spcBef>
              <a:spcAft>
                <a:spcPts val="0"/>
              </a:spcAft>
              <a:buNone/>
              <a:defRPr sz="3465" b="1">
                <a:solidFill>
                  <a:schemeClr val="tx1"/>
                </a:solidFill>
                <a:latin typeface="+mj-lt"/>
                <a:ea typeface="+mj-lt"/>
                <a:cs typeface="+mj-lt"/>
              </a:defRPr>
            </a:lvl6pPr>
            <a:lvl7pPr marL="0" indent="0" algn="l">
              <a:lnSpc>
                <a:spcPct val="110000"/>
              </a:lnSpc>
              <a:spcBef>
                <a:spcPts val="0"/>
              </a:spcBef>
              <a:spcAft>
                <a:spcPts val="0"/>
              </a:spcAft>
              <a:buNone/>
              <a:defRPr sz="3465" b="1">
                <a:solidFill>
                  <a:schemeClr val="tx1"/>
                </a:solidFill>
                <a:latin typeface="+mj-lt"/>
                <a:ea typeface="+mj-lt"/>
                <a:cs typeface="+mj-lt"/>
              </a:defRPr>
            </a:lvl7pPr>
            <a:lvl8pPr marL="0" indent="0" algn="l">
              <a:lnSpc>
                <a:spcPct val="110000"/>
              </a:lnSpc>
              <a:spcBef>
                <a:spcPts val="0"/>
              </a:spcBef>
              <a:spcAft>
                <a:spcPts val="0"/>
              </a:spcAft>
              <a:buNone/>
              <a:defRPr sz="3465" b="1">
                <a:solidFill>
                  <a:schemeClr val="tx1"/>
                </a:solidFill>
                <a:latin typeface="+mj-lt"/>
                <a:ea typeface="+mj-lt"/>
                <a:cs typeface="+mj-lt"/>
              </a:defRPr>
            </a:lvl8pPr>
            <a:lvl9pPr marL="0" indent="0" algn="l">
              <a:lnSpc>
                <a:spcPct val="110000"/>
              </a:lnSpc>
              <a:spcBef>
                <a:spcPts val="0"/>
              </a:spcBef>
              <a:spcAft>
                <a:spcPts val="0"/>
              </a:spcAft>
              <a:buNone/>
              <a:defRPr sz="3465" b="1">
                <a:solidFill>
                  <a:schemeClr val="tx1"/>
                </a:solidFill>
                <a:latin typeface="+mj-lt"/>
                <a:ea typeface="+mj-lt"/>
                <a:cs typeface="+mj-lt"/>
              </a:defRPr>
            </a:lvl9pPr>
          </a:lstStyle>
          <a:p xmlns:a="http://schemas.openxmlformats.org/drawingml/2006/main"/>
        </p:txBody>
      </p:sp>
      <p:sp>
        <p:nvSpPr>
          <p:cNvPr id="2" name="Left column">
            <a:extLst xmlns:a="http://schemas.openxmlformats.org/drawingml/2006/main">
              <a:ext uri="{FF2B5EF4-FFF2-40B4-BE49-F238E27FC236}">
                <a16:creationId xmlns:a16="http://schemas.microsoft.com/office/drawing/2014/main" id="{41A838AB-6BD9-4AA0-B9C4-5C52D4EA3CD6}"/>
              </a:ext>
            </a:extLst>
          </p:cNvPr>
          <p:cNvSpPr>
            <a:spLocks xmlns:a="http://schemas.openxmlformats.org/drawingml/2006/main" noGrp="1"/>
          </p:cNvSpPr>
          <p:nvPr>
            <p:ph type="body" idx="1"/>
          </p:nvPr>
        </p:nvSpPr>
        <p:spPr>
          <a:xfrm xmlns:a="http://schemas.openxmlformats.org/drawingml/2006/main">
            <a:off x="720090" y="2248958"/>
            <a:ext cx="5280660" cy="50376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363" b="0">
                <a:solidFill>
                  <a:schemeClr val="tx1"/>
                </a:solidFill>
                <a:latin typeface="+mn-lt"/>
                <a:ea typeface="+mn-lt"/>
                <a:cs typeface="+mn-lt"/>
              </a:defRPr>
            </a:defPPr>
            <a:lvl1pPr marL="240030" indent="-240030" algn="l">
              <a:lnSpc>
                <a:spcPct val="110000"/>
              </a:lnSpc>
              <a:spcBef>
                <a:spcPts val="0"/>
              </a:spcBef>
              <a:spcAft>
                <a:spcPts val="1260"/>
              </a:spcAft>
              <a:buChar char="•"/>
              <a:defRPr sz="2363" b="0">
                <a:solidFill>
                  <a:schemeClr val="tx1"/>
                </a:solidFill>
                <a:latin typeface="+mn-lt"/>
                <a:ea typeface="+mn-lt"/>
                <a:cs typeface="+mn-lt"/>
              </a:defRPr>
            </a:lvl1pPr>
            <a:lvl2pPr marL="560070" indent="-240030" algn="l">
              <a:lnSpc>
                <a:spcPct val="110000"/>
              </a:lnSpc>
              <a:spcBef>
                <a:spcPts val="0"/>
              </a:spcBef>
              <a:spcAft>
                <a:spcPts val="1260"/>
              </a:spcAft>
              <a:buChar char="•"/>
              <a:defRPr sz="2363" b="0">
                <a:solidFill>
                  <a:schemeClr val="tx1"/>
                </a:solidFill>
                <a:latin typeface="+mn-lt"/>
                <a:ea typeface="+mn-lt"/>
                <a:cs typeface="+mn-lt"/>
              </a:defRPr>
            </a:lvl2pPr>
            <a:lvl3pPr marL="880110" indent="-240030" algn="l">
              <a:lnSpc>
                <a:spcPct val="110000"/>
              </a:lnSpc>
              <a:spcBef>
                <a:spcPts val="0"/>
              </a:spcBef>
              <a:spcAft>
                <a:spcPts val="1260"/>
              </a:spcAft>
              <a:buChar char="•"/>
              <a:defRPr sz="2363" b="0">
                <a:solidFill>
                  <a:schemeClr val="tx1"/>
                </a:solidFill>
                <a:latin typeface="+mn-lt"/>
                <a:ea typeface="+mn-lt"/>
                <a:cs typeface="+mn-lt"/>
              </a:defRPr>
            </a:lvl3pPr>
            <a:lvl4pPr marL="1200150" indent="-240030" algn="l">
              <a:lnSpc>
                <a:spcPct val="110000"/>
              </a:lnSpc>
              <a:spcBef>
                <a:spcPts val="0"/>
              </a:spcBef>
              <a:spcAft>
                <a:spcPts val="1260"/>
              </a:spcAft>
              <a:buChar char="•"/>
              <a:defRPr sz="2363" b="0">
                <a:solidFill>
                  <a:schemeClr val="tx1"/>
                </a:solidFill>
                <a:latin typeface="+mn-lt"/>
                <a:ea typeface="+mn-lt"/>
                <a:cs typeface="+mn-lt"/>
              </a:defRPr>
            </a:lvl4pPr>
            <a:lvl5pPr marL="1520190" indent="-240030" algn="l">
              <a:lnSpc>
                <a:spcPct val="110000"/>
              </a:lnSpc>
              <a:spcBef>
                <a:spcPts val="0"/>
              </a:spcBef>
              <a:spcAft>
                <a:spcPts val="1260"/>
              </a:spcAft>
              <a:buChar char="•"/>
              <a:defRPr sz="2363" b="0">
                <a:solidFill>
                  <a:schemeClr val="tx1"/>
                </a:solidFill>
                <a:latin typeface="+mn-lt"/>
                <a:ea typeface="+mn-lt"/>
                <a:cs typeface="+mn-lt"/>
              </a:defRPr>
            </a:lvl5pPr>
            <a:lvl6pPr marL="1840230" indent="-240030" algn="l">
              <a:lnSpc>
                <a:spcPct val="110000"/>
              </a:lnSpc>
              <a:spcBef>
                <a:spcPts val="0"/>
              </a:spcBef>
              <a:spcAft>
                <a:spcPts val="1260"/>
              </a:spcAft>
              <a:buChar char="•"/>
              <a:defRPr sz="2363" b="0">
                <a:solidFill>
                  <a:schemeClr val="tx1"/>
                </a:solidFill>
                <a:latin typeface="+mn-lt"/>
                <a:ea typeface="+mn-lt"/>
                <a:cs typeface="+mn-lt"/>
              </a:defRPr>
            </a:lvl6pPr>
            <a:lvl7pPr marL="2160270" indent="-240030" algn="l">
              <a:lnSpc>
                <a:spcPct val="110000"/>
              </a:lnSpc>
              <a:spcBef>
                <a:spcPts val="0"/>
              </a:spcBef>
              <a:spcAft>
                <a:spcPts val="1260"/>
              </a:spcAft>
              <a:buChar char="•"/>
              <a:defRPr sz="2363" b="0">
                <a:solidFill>
                  <a:schemeClr val="tx1"/>
                </a:solidFill>
                <a:latin typeface="+mn-lt"/>
                <a:ea typeface="+mn-lt"/>
                <a:cs typeface="+mn-lt"/>
              </a:defRPr>
            </a:lvl7pPr>
            <a:lvl8pPr marL="2480310" indent="-240030" algn="l">
              <a:lnSpc>
                <a:spcPct val="110000"/>
              </a:lnSpc>
              <a:spcBef>
                <a:spcPts val="0"/>
              </a:spcBef>
              <a:spcAft>
                <a:spcPts val="1260"/>
              </a:spcAft>
              <a:buChar char="•"/>
              <a:defRPr sz="2363" b="0">
                <a:solidFill>
                  <a:schemeClr val="tx1"/>
                </a:solidFill>
                <a:latin typeface="+mn-lt"/>
                <a:ea typeface="+mn-lt"/>
                <a:cs typeface="+mn-lt"/>
              </a:defRPr>
            </a:lvl8pPr>
            <a:lvl9pPr marL="2800350" indent="-240030" algn="l">
              <a:lnSpc>
                <a:spcPct val="110000"/>
              </a:lnSpc>
              <a:spcBef>
                <a:spcPts val="0"/>
              </a:spcBef>
              <a:spcAft>
                <a:spcPts val="1260"/>
              </a:spcAft>
              <a:buChar char="•"/>
              <a:defRPr sz="2363" b="0">
                <a:solidFill>
                  <a:schemeClr val="tx1"/>
                </a:solidFill>
                <a:latin typeface="+mn-lt"/>
                <a:ea typeface="+mn-lt"/>
                <a:cs typeface="+mn-lt"/>
              </a:defRPr>
            </a:lvl9pPr>
          </a:lstStyle>
          <a:p xmlns:a="http://schemas.openxmlformats.org/drawingml/2006/main"/>
        </p:txBody>
      </p:sp>
    </p:spTree>
  </p:cSld>
</p:sldLayout>
</file>

<file path=ppt/main_figures/Fig11/ppt/slideLayouts/slideLayout6.xml><?xml version="1.0" encoding="utf-8"?>
<p:sldLayout xmlns:p="http://schemas.openxmlformats.org/presentationml/2006/main" type="blank">
  <p:cSld name="Blank">
    <p:spTree>
      <p:nvGrpSpPr>
        <p:cNvPr id="1" name=""/>
        <p:cNvGrpSpPr/>
        <p:nvPr/>
      </p:nvGrpSpPr>
      <p:grpSpPr>
        <a:xfrm xmlns:a="http://schemas.openxmlformats.org/drawingml/2006/main"/>
      </p:grpSpPr>
    </p:spTree>
  </p:cSld>
</p:sldLayout>
</file>

<file path=ppt/main_figures/Fig11/ppt/slideMasters/_rels/slideMaster1.xml.rels><?xml version='1.0' encoding='utf-8'?>
<Relationships xmlns="http://schemas.openxmlformats.org/package/2006/relationships"><Relationship Type="http://schemas.openxmlformats.org/officeDocument/2006/relationships/theme" Target="/ppt/main_figures/Fig11/ppt/slideMasters/theme/theme2.xml" Id="R88b9171635634217" /><Relationship Type="http://schemas.openxmlformats.org/officeDocument/2006/relationships/slideLayout" Target="/ppt/main_figures/Fig11/ppt/slideLayouts/slideLayout1.xml" Id="Re5b79948d8fa48f4" /><Relationship Type="http://schemas.openxmlformats.org/officeDocument/2006/relationships/slideLayout" Target="/ppt/main_figures/Fig11/ppt/slideLayouts/slideLayout2.xml" Id="Rfe8b05b103424f44" /><Relationship Type="http://schemas.openxmlformats.org/officeDocument/2006/relationships/slideLayout" Target="/ppt/main_figures/Fig11/ppt/slideLayouts/slideLayout3.xml" Id="R5cd74810b3ef4d07" /><Relationship Type="http://schemas.openxmlformats.org/officeDocument/2006/relationships/slideLayout" Target="/ppt/main_figures/Fig11/ppt/slideLayouts/slideLayout4.xml" Id="Re2b4c453c86346d3" /><Relationship Type="http://schemas.openxmlformats.org/officeDocument/2006/relationships/slideLayout" Target="/ppt/main_figures/Fig11/ppt/slideLayouts/slideLayout5.xml" Id="R11ee15471e554774" /><Relationship Type="http://schemas.openxmlformats.org/officeDocument/2006/relationships/slideLayout" Target="/ppt/main_figures/Fig11/ppt/slideLayouts/slideLayout6.xml" Id="Ra200ff03db5f4222" /></Relationships>
</file>

<file path=ppt/main_figures/Fig11/ppt/slideMasters/slideMaster1.xml><?xml version="1.0" encoding="utf-8"?>
<p:sldMaster xmlns:p="http://schemas.openxmlformats.org/presentationml/2006/main">
  <p:cSld name="Master">
    <p:bg>
      <p:bgRef idx="1001">
        <a:schemeClr xmlns:a="http://schemas.openxmlformats.org/drawingml/2006/main" val="bg1"/>
      </p:bgRef>
    </p:bg>
    <p:spTree>
      <p:nvGrpSpPr>
        <p:cNvPr id="1" name=""/>
        <p:cNvGrpSpPr/>
        <p:nvPr/>
      </p:nvGrpSpPr>
      <p:grpSpPr>
        <a:xfrm xmlns:a="http://schemas.openxmlformats.org/drawingml/2006/main"/>
      </p:grpSpPr>
    </p:spTree>
  </p:cSld>
  <p:clrMap bg1="lt1" tx1="dk1" bg2="lt2" tx2="dk2" accent1="accent1" accent2="accent2" accent3="accent3" accent4="accent4" accent5="accent5" accent6="accent6" hlink="hlink" folHlink="folHlink"/>
  <p:sldLayoutIdLst>
    <p:sldLayoutId xmlns:r="http://schemas.openxmlformats.org/officeDocument/2006/relationships" id="2147483649" r:id="Re5b79948d8fa48f4"/>
    <p:sldLayoutId xmlns:r="http://schemas.openxmlformats.org/officeDocument/2006/relationships" id="2147483650" r:id="Rfe8b05b103424f44"/>
    <p:sldLayoutId xmlns:r="http://schemas.openxmlformats.org/officeDocument/2006/relationships" id="2147483651" r:id="R5cd74810b3ef4d07"/>
    <p:sldLayoutId xmlns:r="http://schemas.openxmlformats.org/officeDocument/2006/relationships" id="2147483652" r:id="Re2b4c453c86346d3"/>
    <p:sldLayoutId xmlns:r="http://schemas.openxmlformats.org/officeDocument/2006/relationships" id="2147483653" r:id="R11ee15471e554774"/>
    <p:sldLayoutId xmlns:r="http://schemas.openxmlformats.org/officeDocument/2006/relationships" id="2147483654" r:id="Ra200ff03db5f4222"/>
  </p:sldLayoutIdLst>
  <p:txStyles>
    <p:titleStyle>
      <a:lvl1pPr xmlns:a="http://schemas.openxmlformats.org/drawingml/2006/main" algn="l">
        <a:lnSpc>
          <a:spcPct val="90000"/>
        </a:lnSpc>
        <a:spcBef>
          <a:spcPts val="0"/>
        </a:spcBef>
        <a:buNone/>
        <a:defRPr sz="4400">
          <a:solidFill>
            <a:schemeClr val="tx1"/>
          </a:solidFill>
          <a:latin typeface="+mj-lt"/>
          <a:ea typeface="+mj-lt"/>
          <a:cs typeface="+mj-lt"/>
        </a:defRPr>
      </a:lvl1pPr>
    </p:titleStyle>
    <p:bodyStyle>
      <a:lvl1pPr xmlns:a="http://schemas.openxmlformats.org/drawingml/2006/main" marL="228600" indent="-228600" algn="l">
        <a:lnSpc>
          <a:spcPct val="90000"/>
        </a:lnSpc>
        <a:spcBef>
          <a:spcPts val="1000"/>
        </a:spcBef>
        <a:buChar char="•"/>
        <a:defRPr sz="2800">
          <a:solidFill>
            <a:schemeClr val="tx1"/>
          </a:solidFill>
          <a:latin typeface="+mn-lt"/>
          <a:ea typeface="+mn-lt"/>
          <a:cs typeface="+mn-lt"/>
        </a:defRPr>
      </a:lvl1pPr>
      <a:lvl2pPr xmlns:a="http://schemas.openxmlformats.org/drawingml/2006/main" marL="685800" indent="-228600" algn="l">
        <a:lnSpc>
          <a:spcPct val="90000"/>
        </a:lnSpc>
        <a:spcBef>
          <a:spcPts val="500"/>
        </a:spcBef>
        <a:buChar char="•"/>
        <a:defRPr sz="2400">
          <a:solidFill>
            <a:schemeClr val="tx1"/>
          </a:solidFill>
          <a:latin typeface="+mn-lt"/>
          <a:ea typeface="+mn-lt"/>
          <a:cs typeface="+mn-lt"/>
        </a:defRPr>
      </a:lvl2pPr>
      <a:lvl3pPr xmlns:a="http://schemas.openxmlformats.org/drawingml/2006/main" marL="1143000" indent="-228600" algn="l">
        <a:lnSpc>
          <a:spcPct val="90000"/>
        </a:lnSpc>
        <a:spcBef>
          <a:spcPts val="500"/>
        </a:spcBef>
        <a:buChar char="•"/>
        <a:defRPr sz="2000">
          <a:solidFill>
            <a:schemeClr val="tx1"/>
          </a:solidFill>
          <a:latin typeface="+mn-lt"/>
          <a:ea typeface="+mn-lt"/>
          <a:cs typeface="+mn-lt"/>
        </a:defRPr>
      </a:lvl3pPr>
      <a:lvl4pPr xmlns:a="http://schemas.openxmlformats.org/drawingml/2006/main" marL="1600200" indent="-228600" algn="l">
        <a:lnSpc>
          <a:spcPct val="90000"/>
        </a:lnSpc>
        <a:spcBef>
          <a:spcPts val="500"/>
        </a:spcBef>
        <a:buChar char="•"/>
        <a:defRPr sz="1800">
          <a:solidFill>
            <a:schemeClr val="tx1"/>
          </a:solidFill>
          <a:latin typeface="+mn-lt"/>
          <a:ea typeface="+mn-lt"/>
          <a:cs typeface="+mn-lt"/>
        </a:defRPr>
      </a:lvl4pPr>
      <a:lvl5pPr xmlns:a="http://schemas.openxmlformats.org/drawingml/2006/main" marL="2057400" indent="-228600" algn="l">
        <a:lnSpc>
          <a:spcPct val="90000"/>
        </a:lnSpc>
        <a:spcBef>
          <a:spcPts val="500"/>
        </a:spcBef>
        <a:buChar char="•"/>
        <a:defRPr sz="1800">
          <a:solidFill>
            <a:schemeClr val="tx1"/>
          </a:solidFill>
          <a:latin typeface="+mn-lt"/>
          <a:ea typeface="+mn-lt"/>
          <a:cs typeface="+mn-lt"/>
        </a:defRPr>
      </a:lvl5pPr>
      <a:lvl6pPr xmlns:a="http://schemas.openxmlformats.org/drawingml/2006/main" marL="2514600" indent="-228600" algn="l">
        <a:lnSpc>
          <a:spcPct val="90000"/>
        </a:lnSpc>
        <a:spcBef>
          <a:spcPts val="500"/>
        </a:spcBef>
        <a:buChar char="•"/>
        <a:defRPr sz="1800">
          <a:solidFill>
            <a:schemeClr val="tx1"/>
          </a:solidFill>
          <a:latin typeface="+mn-lt"/>
          <a:ea typeface="+mn-lt"/>
          <a:cs typeface="+mn-lt"/>
        </a:defRPr>
      </a:lvl6pPr>
      <a:lvl7pPr xmlns:a="http://schemas.openxmlformats.org/drawingml/2006/main" marL="2971800" indent="-228600" algn="l">
        <a:lnSpc>
          <a:spcPct val="90000"/>
        </a:lnSpc>
        <a:spcBef>
          <a:spcPts val="500"/>
        </a:spcBef>
        <a:buChar char="•"/>
        <a:defRPr sz="1800">
          <a:solidFill>
            <a:schemeClr val="tx1"/>
          </a:solidFill>
          <a:latin typeface="+mn-lt"/>
          <a:ea typeface="+mn-lt"/>
          <a:cs typeface="+mn-lt"/>
        </a:defRPr>
      </a:lvl7pPr>
      <a:lvl8pPr xmlns:a="http://schemas.openxmlformats.org/drawingml/2006/main" marL="3429000" indent="-228600" algn="l">
        <a:lnSpc>
          <a:spcPct val="90000"/>
        </a:lnSpc>
        <a:spcBef>
          <a:spcPts val="500"/>
        </a:spcBef>
        <a:buChar char="•"/>
        <a:defRPr sz="1800">
          <a:solidFill>
            <a:schemeClr val="tx1"/>
          </a:solidFill>
          <a:latin typeface="+mn-lt"/>
          <a:ea typeface="+mn-lt"/>
          <a:cs typeface="+mn-lt"/>
        </a:defRPr>
      </a:lvl8pPr>
      <a:lvl9pPr xmlns:a="http://schemas.openxmlformats.org/drawingml/2006/main" marL="3886200" indent="-228600" algn="l">
        <a:lnSpc>
          <a:spcPct val="90000"/>
        </a:lnSpc>
        <a:spcBef>
          <a:spcPts val="500"/>
        </a:spcBef>
        <a:buChar char="•"/>
        <a:defRPr sz="1800">
          <a:solidFill>
            <a:schemeClr val="tx1"/>
          </a:solidFill>
          <a:latin typeface="+mn-lt"/>
          <a:ea typeface="+mn-lt"/>
          <a:cs typeface="+mn-lt"/>
        </a:defRPr>
      </a:lvl9pPr>
    </p:bodyStyle>
    <p:otherStyle>
      <a:lvl1pPr xmlns:a="http://schemas.openxmlformats.org/drawingml/2006/main" marL="0" algn="l">
        <a:buNone/>
        <a:defRPr sz="1800">
          <a:solidFill>
            <a:schemeClr val="tx1"/>
          </a:solidFill>
          <a:latin typeface="+mn-lt"/>
          <a:ea typeface="+mn-lt"/>
          <a:cs typeface="+mn-lt"/>
        </a:defRPr>
      </a:lvl1pPr>
      <a:lvl2pPr xmlns:a="http://schemas.openxmlformats.org/drawingml/2006/main" marL="457200" algn="l">
        <a:buNone/>
        <a:defRPr sz="1800">
          <a:solidFill>
            <a:schemeClr val="tx1"/>
          </a:solidFill>
          <a:latin typeface="+mn-lt"/>
          <a:ea typeface="+mn-lt"/>
          <a:cs typeface="+mn-lt"/>
        </a:defRPr>
      </a:lvl2pPr>
      <a:lvl3pPr xmlns:a="http://schemas.openxmlformats.org/drawingml/2006/main" marL="914400" algn="l">
        <a:buNone/>
        <a:defRPr sz="1800">
          <a:solidFill>
            <a:schemeClr val="tx1"/>
          </a:solidFill>
          <a:latin typeface="+mn-lt"/>
          <a:ea typeface="+mn-lt"/>
          <a:cs typeface="+mn-lt"/>
        </a:defRPr>
      </a:lvl3pPr>
      <a:lvl4pPr xmlns:a="http://schemas.openxmlformats.org/drawingml/2006/main" marL="1371600" algn="l">
        <a:buNone/>
        <a:defRPr sz="1800">
          <a:solidFill>
            <a:schemeClr val="tx1"/>
          </a:solidFill>
          <a:latin typeface="+mn-lt"/>
          <a:ea typeface="+mn-lt"/>
          <a:cs typeface="+mn-lt"/>
        </a:defRPr>
      </a:lvl4pPr>
      <a:lvl5pPr xmlns:a="http://schemas.openxmlformats.org/drawingml/2006/main" marL="1828800" algn="l">
        <a:buNone/>
        <a:defRPr sz="1800">
          <a:solidFill>
            <a:schemeClr val="tx1"/>
          </a:solidFill>
          <a:latin typeface="+mn-lt"/>
          <a:ea typeface="+mn-lt"/>
          <a:cs typeface="+mn-lt"/>
        </a:defRPr>
      </a:lvl5pPr>
      <a:lvl6pPr xmlns:a="http://schemas.openxmlformats.org/drawingml/2006/main" marL="2286000" algn="l">
        <a:buNone/>
        <a:defRPr sz="1800">
          <a:solidFill>
            <a:schemeClr val="tx1"/>
          </a:solidFill>
          <a:latin typeface="+mn-lt"/>
          <a:ea typeface="+mn-lt"/>
          <a:cs typeface="+mn-lt"/>
        </a:defRPr>
      </a:lvl6pPr>
      <a:lvl7pPr xmlns:a="http://schemas.openxmlformats.org/drawingml/2006/main" marL="2743200" algn="l">
        <a:buNone/>
        <a:defRPr sz="1800">
          <a:solidFill>
            <a:schemeClr val="tx1"/>
          </a:solidFill>
          <a:latin typeface="+mn-lt"/>
          <a:ea typeface="+mn-lt"/>
          <a:cs typeface="+mn-lt"/>
        </a:defRPr>
      </a:lvl7pPr>
      <a:lvl8pPr xmlns:a="http://schemas.openxmlformats.org/drawingml/2006/main" marL="3200400" algn="l">
        <a:buNone/>
        <a:defRPr sz="1800">
          <a:solidFill>
            <a:schemeClr val="tx1"/>
          </a:solidFill>
          <a:latin typeface="+mn-lt"/>
          <a:ea typeface="+mn-lt"/>
          <a:cs typeface="+mn-lt"/>
        </a:defRPr>
      </a:lvl8pPr>
      <a:lvl9pPr xmlns:a="http://schemas.openxmlformats.org/drawingml/2006/main" marL="3657600" algn="l">
        <a:buNone/>
        <a:defRPr sz="1800">
          <a:solidFill>
            <a:schemeClr val="tx1"/>
          </a:solidFill>
          <a:latin typeface="+mn-lt"/>
          <a:ea typeface="+mn-lt"/>
          <a:cs typeface="+mn-lt"/>
        </a:defRPr>
      </a:lvl9pPr>
    </p:otherStyle>
  </p:txStyles>
</p:sldMaster>
</file>

<file path=ppt/main_figures/Fig11/ppt/slideMasters/theme/theme2.xml><?xml version="1.0" encoding="utf-8"?>
<a:theme xmlns:a="http://schemas.openxmlformats.org/drawingml/2006/main" name="ChatGPT">
  <a:themeElements>
    <a:clrScheme name="ChatGPT">
      <a:dk1>
        <a:srgbClr val="000000"/>
      </a:dk1>
      <a:lt1>
        <a:srgbClr val="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
      <a:majorFont>
        <a:latin typeface="Aptos"/>
        <a:ea typeface=""/>
        <a:cs typeface=""/>
      </a:majorFont>
      <a:minorFont>
        <a:latin typeface="Aptos"/>
        <a:ea typeface=""/>
        <a:cs typeface=""/>
      </a:minorFont>
    </a:fontScheme>
    <a:fmtScheme name="ChatGPT">
      <a:fillStyleLst>
        <a:solidFill>
          <a:schemeClr val="phClr"/>
        </a:solidFill>
        <a:gradFill>
          <a:gsLst>
            <a:gs pos="0">
              <a:schemeClr val="phClr">
                <a:tint val="67000"/>
                <a:lumMod val="110000"/>
                <a:satMod val="105000"/>
              </a:schemeClr>
            </a:gs>
            <a:gs pos="50000">
              <a:schemeClr val="phClr">
                <a:tint val="73000"/>
                <a:lumMod val="105000"/>
                <a:satMod val="103000"/>
              </a:schemeClr>
            </a:gs>
            <a:gs pos="100000">
              <a:schemeClr val="phClr">
                <a:tint val="81000"/>
                <a:lumMod val="105000"/>
                <a:satMod val="109000"/>
              </a:schemeClr>
            </a:gs>
          </a:gsLst>
          <a:lin ang="5400000" scaled="0"/>
        </a:gradFill>
        <a:gradFill>
          <a:gsLst>
            <a:gs pos="0">
              <a:schemeClr val="phClr">
                <a:tint val="94000"/>
                <a:lumMod val="102000"/>
                <a:satMod val="103000"/>
              </a:schemeClr>
            </a:gs>
            <a:gs pos="50000">
              <a:schemeClr val="phClr">
                <a:shade val="100000"/>
                <a:lumMod val="100000"/>
                <a:satMod val="110000"/>
              </a:schemeClr>
            </a:gs>
            <a:gs pos="100000">
              <a:schemeClr val="phClr">
                <a:shade val="78000"/>
                <a:lumMod val="99000"/>
                <a:satMod val="120000"/>
              </a:schemeClr>
            </a:gs>
          </a:gsLst>
          <a:lin ang="5400000" scaled="0"/>
        </a:gradFill>
      </a:fillStyleLst>
      <a:lnStyleLst>
        <a:ln w="12700">
          <a:solidFill>
            <a:schemeClr val="phClr"/>
          </a:solidFill>
          <a:prstDash val="solid"/>
        </a:ln>
        <a:ln w="19050">
          <a:solidFill>
            <a:schemeClr val="phClr"/>
          </a:solidFill>
          <a:prstDash val="solid"/>
        </a:ln>
        <a:ln w="25400">
          <a:solidFill>
            <a:schemeClr val="phClr"/>
          </a:solidFill>
          <a:prstDash val="solid"/>
        </a:ln>
      </a:lnStyleLst>
      <a:effectStyleLst>
        <a:effectStyle>
          <a:effectLst/>
        </a:effectStyle>
        <a:effectStyle>
          <a:effectLst/>
        </a:effectStyle>
        <a:effectStyle>
          <a:effectLst>
            <a:outerShdw blurRad="57150" dist="19050" dir="5400000">
              <a:srgbClr val="000000">
                <a:alpha val="16000"/>
              </a:srgbClr>
            </a:outerShdw>
          </a:effectLst>
        </a:effectStyle>
        <a:effectStyle>
          <a:effectLst>
            <a:outerShdw blurRad="19050" dist="9525" dir="5400000">
              <a:srgbClr val="000000">
                <a:alpha val="6000"/>
              </a:srgbClr>
            </a:outerShdw>
          </a:effectLst>
        </a:effectStyle>
        <a:effectStyle>
          <a:effectLst>
            <a:outerShdw blurRad="28575" dist="9525" dir="5400000">
              <a:srgbClr val="000000">
                <a:alpha val="8000"/>
              </a:srgbClr>
            </a:outerShdw>
          </a:effectLst>
        </a:effectStyle>
        <a:effectStyle>
          <a:effectLst>
            <a:outerShdw blurRad="57150" dist="19050" dir="5400000">
              <a:srgbClr val="000000">
                <a:alpha val="10000"/>
              </a:srgbClr>
            </a:outerShdw>
          </a:effectLst>
        </a:effectStyle>
        <a:effectStyle>
          <a:effectLst>
            <a:outerShdw blurRad="114300" dist="38100" dir="5400000">
              <a:srgbClr val="000000">
                <a:alpha val="12000"/>
              </a:srgbClr>
            </a:outerShdw>
          </a:effectLst>
        </a:effectStyle>
        <a:effectStyle>
          <a:effectLst>
            <a:outerShdw blurRad="171450" dist="57150" dir="5400000">
              <a:srgbClr val="000000">
                <a:alpha val="16000"/>
              </a:srgbClr>
            </a:outerShdw>
          </a:effectLst>
        </a:effectStyle>
        <a:effectStyle>
          <a:effectLst>
            <a:outerShdw blurRad="266700" dist="95250" dir="5400000">
              <a:srgbClr val="000000">
                <a:alpha val="24000"/>
              </a:srgbClr>
            </a:outerShdw>
          </a:effectLst>
        </a:effectStyle>
      </a:effectStyleLst>
      <a:bgFillStyleLst>
        <a:solidFill>
          <a:schemeClr val="phClr"/>
        </a:solidFill>
        <a:solidFill>
          <a:schemeClr val="phClr">
            <a:tint val="95000"/>
            <a:satMod val="170000"/>
          </a:schemeClr>
        </a:solidFill>
        <a:gradFill>
          <a:gsLst>
            <a:gs pos="0">
              <a:schemeClr val="phClr">
                <a:tint val="93000"/>
                <a:shade val="98000"/>
                <a:lumMod val="102000"/>
                <a:satMod val="150000"/>
              </a:schemeClr>
            </a:gs>
            <a:gs pos="50000">
              <a:schemeClr val="phClr">
                <a:tint val="98000"/>
                <a:shade val="90000"/>
                <a:lumMod val="103000"/>
                <a:satMod val="130000"/>
              </a:schemeClr>
            </a:gs>
            <a:gs pos="100000">
              <a:schemeClr val="phClr">
                <a:shade val="63000"/>
                <a:satMod val="120000"/>
              </a:schemeClr>
            </a:gs>
          </a:gsLst>
          <a:lin ang="5400000" scaled="0"/>
        </a:gradFill>
      </a:bgFillStyleLst>
    </a:fmtScheme>
  </a:themeElements>
</a:theme>
</file>

<file path=ppt/main_figures/Fig11/ppt/slides/_rels/slide1.xml.rels><?xml version='1.0' encoding='utf-8'?>
<Relationships xmlns="http://schemas.openxmlformats.org/package/2006/relationships"><Relationship Type="http://schemas.openxmlformats.org/officeDocument/2006/relationships/slideLayout" Target="/ppt/main_figures/Fig11/ppt/slideLayouts/slideLayout6.xml" Id="R9748401bc63240ee" /><Relationship Type="http://schemas.openxmlformats.org/officeDocument/2006/relationships/image" Target="/ppt/main_figures/Fig11/ppt/media/image.png" Id="R8e3dec1e95f9483e" /><Relationship Type="http://schemas.openxmlformats.org/officeDocument/2006/relationships/image" Target="/ppt/main_figures/Fig11/ppt/media/image2.png" Id="Rc89e92be5cdc423c" /><Relationship Type="http://schemas.openxmlformats.org/officeDocument/2006/relationships/image" Target="/ppt/main_figures/Fig11/ppt/media/image3.png" Id="Rb8703c6751794a98" /><Relationship Type="http://schemas.openxmlformats.org/officeDocument/2006/relationships/image" Target="/ppt/main_figures/Fig11/ppt/media/image4.png" Id="R138068ddb6b5406d" /><Relationship Type="http://schemas.openxmlformats.org/officeDocument/2006/relationships/image" Target="/ppt/main_figures/Fig11/ppt/media/image5.png" Id="R2b4eca6935d043f3" /><Relationship Type="http://schemas.openxmlformats.org/officeDocument/2006/relationships/image" Target="/ppt/main_figures/Fig11/ppt/media/image6.png" Id="R17bff3a3749c4f88" /><Relationship Type="http://schemas.openxmlformats.org/officeDocument/2006/relationships/image" Target="/ppt/main_figures/Fig11/ppt/media/image7.png" Id="Re4e1a71f2c4345da" /><Relationship Type="http://schemas.openxmlformats.org/officeDocument/2006/relationships/image" Target="/ppt/main_figures/Fig11/ppt/media/image8.png" Id="R64c7f2824b0b4d00" /><Relationship Type="http://schemas.openxmlformats.org/officeDocument/2006/relationships/notesSlide" Target="/ppt/main_figures/Fig11/ppt/notesSlides/notesSlide1.xml" Id="R7c2aaec7c99f4f08" /><Relationship Type="http://schemas.openxmlformats.org/officeDocument/2006/relationships/image" Target="/ppt/main_figures/Fig11/ppt/submission_case/ppt/media/image.png" Id="submission_R491d89be41e84fb6" /></Relationships>
</file>

<file path=ppt/main_figures/Fig11/ppt/slides/slide1.xml><?xml version="1.0" encoding="utf-8"?>
<p:sld xmlns:a="http://schemas.openxmlformats.org/drawingml/2006/main" xmlns:ns2="http://schemas.microsoft.com/office/drawing/2014/main" xmlns:ns3="http://schemas.openxmlformats.org/officeDocument/2006/relationships" xmlns:ns4="http://schemas.microsoft.com/office/powerpoint/2010/main" xmlns:p="http://schemas.openxmlformats.org/presentationml/2006/main">
  <p:cSld>
    <p:bg>
      <p:bgPr>
        <a:solidFill>
          <a:srgbClr val="FFFFFF"/>
        </a:solidFill>
      </p:bgPr>
    </p:bg>
    <p:spTree>
      <p:nvGrpSpPr>
        <p:cNvPr id="1" name=""/>
        <p:cNvGrpSpPr/>
        <p:nvPr/>
      </p:nvGrpSpPr>
      <p:grpSpPr>
        <a:xfrm/>
      </p:grpSpPr>
      <p:sp>
        <p:nvSpPr>
          <p:cNvPr id="24" name="text_023">
            <a:extLst>
              <a:ext uri="{FF2B5EF4-FFF2-40B4-BE49-F238E27FC236}">
                <ns2:creationId id="{B144289B-0190-43E7-B756-3C4740512633}"/>
              </a:ext>
            </a:extLst>
          </p:cNvPr>
          <p:cNvSpPr>
            <a:spLocks noGrp="1"/>
          </p:cNvSpPr>
          <p:nvPr/>
        </p:nvSpPr>
        <p:spPr>
          <a:xfrm rot="0">
            <a:off x="255270" y="57150"/>
            <a:ext cx="5169877" cy="285750"/>
          </a:xfrm>
          <a:prstGeom prst="rect">
            <a:avLst/>
          </a:prstGeom>
          <a:noFill/>
          <a:ln w="0">
            <a:noFill/>
            <a:prstDash val="solid"/>
          </a:ln>
        </p:spPr>
        <p:txBody>
          <a:bodyPr wrap="none" lIns="0" tIns="0" rIns="0" bIns="0" anchor="t">
            <a:noAutofit/>
          </a:bodyPr>
          <a:lstStyle>
            <a:defPPr algn="l">
              <a:defRPr sz="1800" b="1">
                <a:solidFill>
                  <a:srgbClr val="000000"/>
                </a:solidFill>
                <a:latin typeface="Arial"/>
                <a:ea typeface="Arial"/>
                <a:cs typeface="Arial"/>
              </a:defRPr>
            </a:defPPr>
            <a:lvl1pPr algn="l">
              <a:defRPr sz="1800" b="1">
                <a:solidFill>
                  <a:srgbClr val="000000"/>
                </a:solidFill>
                <a:latin typeface="Arial"/>
                <a:ea typeface="Arial"/>
                <a:cs typeface="Arial"/>
              </a:defRPr>
            </a:lvl1pPr>
            <a:lvl2pPr algn="l">
              <a:defRPr sz="1800" b="1">
                <a:solidFill>
                  <a:srgbClr val="000000"/>
                </a:solidFill>
                <a:latin typeface="Arial"/>
                <a:ea typeface="Arial"/>
                <a:cs typeface="Arial"/>
              </a:defRPr>
            </a:lvl2pPr>
            <a:lvl3pPr algn="l">
              <a:defRPr sz="1800" b="1">
                <a:solidFill>
                  <a:srgbClr val="000000"/>
                </a:solidFill>
                <a:latin typeface="Arial"/>
                <a:ea typeface="Arial"/>
                <a:cs typeface="Arial"/>
              </a:defRPr>
            </a:lvl3pPr>
            <a:lvl4pPr algn="l">
              <a:defRPr sz="1800" b="1">
                <a:solidFill>
                  <a:srgbClr val="000000"/>
                </a:solidFill>
                <a:latin typeface="Arial"/>
                <a:ea typeface="Arial"/>
                <a:cs typeface="Arial"/>
              </a:defRPr>
            </a:lvl4pPr>
            <a:lvl5pPr algn="l">
              <a:defRPr sz="1800" b="1">
                <a:solidFill>
                  <a:srgbClr val="000000"/>
                </a:solidFill>
                <a:latin typeface="Arial"/>
                <a:ea typeface="Arial"/>
                <a:cs typeface="Arial"/>
              </a:defRPr>
            </a:lvl5pPr>
            <a:lvl6pPr algn="l">
              <a:defRPr sz="1800" b="1">
                <a:solidFill>
                  <a:srgbClr val="000000"/>
                </a:solidFill>
                <a:latin typeface="Arial"/>
                <a:ea typeface="Arial"/>
                <a:cs typeface="Arial"/>
              </a:defRPr>
            </a:lvl6pPr>
            <a:lvl7pPr algn="l">
              <a:defRPr sz="1800" b="1">
                <a:solidFill>
                  <a:srgbClr val="000000"/>
                </a:solidFill>
                <a:latin typeface="Arial"/>
                <a:ea typeface="Arial"/>
                <a:cs typeface="Arial"/>
              </a:defRPr>
            </a:lvl7pPr>
            <a:lvl8pPr algn="l">
              <a:defRPr sz="1800" b="1">
                <a:solidFill>
                  <a:srgbClr val="000000"/>
                </a:solidFill>
                <a:latin typeface="Arial"/>
                <a:ea typeface="Arial"/>
                <a:cs typeface="Arial"/>
              </a:defRPr>
            </a:lvl8pPr>
            <a:lvl9pPr algn="l">
              <a:defRPr sz="1800" b="1">
                <a:solidFill>
                  <a:srgbClr val="000000"/>
                </a:solidFill>
                <a:latin typeface="Arial"/>
                <a:ea typeface="Arial"/>
                <a:cs typeface="Arial"/>
              </a:defRPr>
            </a:lvl9pPr>
          </a:lstStyle>
          <a:p>
            <a:pPr algn="l">
              <a:defRPr sz="1800" b="1">
                <a:solidFill>
                  <a:srgbClr val="000000"/>
                </a:solidFill>
                <a:latin typeface="Arial"/>
                <a:ea typeface="Arial"/>
                <a:cs typeface="Arial"/>
              </a:defRPr>
            </a:pPr>
            <a:r>
              <a:rPr sz="1800" b="1">
                <a:solidFill>
                  <a:srgbClr val="000000"/>
                </a:solidFill>
                <a:latin typeface="Arial"/>
                <a:ea typeface="Arial"/>
                <a:cs typeface="Arial"/>
              </a:rPr>
              <a:t>(a) RG-MTM-P</a:t>
            </a:r>
          </a:p>
        </p:txBody>
      </p:sp>
      <p:pic>
        <p:nvPicPr>
          <p:cNvPr id="25" name="">
            <a:extLst>
              <a:ext uri="{FF2B5EF4-FFF2-40B4-BE49-F238E27FC236}">
                <ns2:creationId id="{83617B4F-7EA8-487B-99BB-67548F2B8777}"/>
              </a:ext>
            </a:extLst>
          </p:cNvPr>
          <p:cNvPicPr>
            <a:picLocks noChangeAspect="1"/>
          </p:cNvPicPr>
          <p:nvPr/>
        </p:nvPicPr>
        <p:blipFill>
          <a:blip ns3:embed="Rc89e92be5cdc423c"/>
          <a:stretch/>
        </p:blipFill>
        <p:spPr>
          <a:xfrm>
            <a:off x="532228" y="438150"/>
            <a:ext cx="4892919" cy="1352550"/>
          </a:xfrm>
          <a:prstGeom prst="rect">
            <a:avLst/>
          </a:prstGeom>
        </p:spPr>
      </p:pic>
      <p:sp>
        <p:nvSpPr>
          <p:cNvPr id="26" name="line_025">
            <a:extLst>
              <a:ext uri="{FF2B5EF4-FFF2-40B4-BE49-F238E27FC236}">
                <ns2:creationId id="{FEB4A91D-A822-4538-A917-51D3851DC589}"/>
              </a:ext>
            </a:extLst>
          </p:cNvPr>
          <p:cNvSpPr>
            <a:spLocks noGrp="1"/>
          </p:cNvSpPr>
          <p:nvPr/>
        </p:nvSpPr>
        <p:spPr>
          <a:xfrm>
            <a:off x="495300" y="1790700"/>
            <a:ext cx="36928" cy="95"/>
          </a:xfrm>
          <a:custGeom>
            <a:pathLst>
              <a:path w="38100" h="95">
                <a:moveTo>
                  <a:pt x="0" y="0"/>
                </a:moveTo>
                <a:lnTo>
                  <a:pt x="38100" y="0"/>
                </a:lnTo>
              </a:path>
            </a:pathLst>
          </a:custGeom>
          <a:noFill/>
          <a:ln w="9525">
            <a:solidFill>
              <a:srgbClr val="7B8790"/>
            </a:solidFill>
            <a:prstDash val="solid"/>
          </a:ln>
        </p:spPr>
      </p:sp>
      <p:sp>
        <p:nvSpPr>
          <p:cNvPr id="27" name="text_026">
            <a:extLst>
              <a:ext uri="{FF2B5EF4-FFF2-40B4-BE49-F238E27FC236}">
                <ns2:creationId id="{F492141D-33D2-486E-AB51-D3679B3E635C}"/>
              </a:ext>
            </a:extLst>
          </p:cNvPr>
          <p:cNvSpPr>
            <a:spLocks noGrp="1"/>
          </p:cNvSpPr>
          <p:nvPr/>
        </p:nvSpPr>
        <p:spPr>
          <a:xfrm rot="0">
            <a:off x="227574" y="1695450"/>
            <a:ext cx="240030" cy="200025"/>
          </a:xfrm>
          <a:prstGeom prst="rect">
            <a:avLst/>
          </a:prstGeom>
          <a:noFill/>
          <a:ln w="0">
            <a:noFill/>
            <a:prstDash val="solid"/>
          </a:ln>
        </p:spPr>
        <p:txBody>
          <a:bodyPr wrap="none" lIns="0" tIns="0" rIns="0" bIns="0" anchor="t">
            <a:noAutofit/>
          </a:bodyPr>
          <a:lstStyle>
            <a:defPPr algn="r">
              <a:defRPr sz="1125" b="0">
                <a:solidFill>
                  <a:srgbClr val="000000"/>
                </a:solidFill>
                <a:latin typeface="Arial"/>
                <a:ea typeface="Arial"/>
                <a:cs typeface="Arial"/>
              </a:defRPr>
            </a:defPPr>
            <a:lvl1pPr algn="r">
              <a:defRPr sz="1125" b="0">
                <a:solidFill>
                  <a:srgbClr val="000000"/>
                </a:solidFill>
                <a:latin typeface="Arial"/>
                <a:ea typeface="Arial"/>
                <a:cs typeface="Arial"/>
              </a:defRPr>
            </a:lvl1pPr>
            <a:lvl2pPr algn="r">
              <a:defRPr sz="1125" b="0">
                <a:solidFill>
                  <a:srgbClr val="000000"/>
                </a:solidFill>
                <a:latin typeface="Arial"/>
                <a:ea typeface="Arial"/>
                <a:cs typeface="Arial"/>
              </a:defRPr>
            </a:lvl2pPr>
            <a:lvl3pPr algn="r">
              <a:defRPr sz="1125" b="0">
                <a:solidFill>
                  <a:srgbClr val="000000"/>
                </a:solidFill>
                <a:latin typeface="Arial"/>
                <a:ea typeface="Arial"/>
                <a:cs typeface="Arial"/>
              </a:defRPr>
            </a:lvl3pPr>
            <a:lvl4pPr algn="r">
              <a:defRPr sz="1125" b="0">
                <a:solidFill>
                  <a:srgbClr val="000000"/>
                </a:solidFill>
                <a:latin typeface="Arial"/>
                <a:ea typeface="Arial"/>
                <a:cs typeface="Arial"/>
              </a:defRPr>
            </a:lvl4pPr>
            <a:lvl5pPr algn="r">
              <a:defRPr sz="1125" b="0">
                <a:solidFill>
                  <a:srgbClr val="000000"/>
                </a:solidFill>
                <a:latin typeface="Arial"/>
                <a:ea typeface="Arial"/>
                <a:cs typeface="Arial"/>
              </a:defRPr>
            </a:lvl5pPr>
            <a:lvl6pPr algn="r">
              <a:defRPr sz="1125" b="0">
                <a:solidFill>
                  <a:srgbClr val="000000"/>
                </a:solidFill>
                <a:latin typeface="Arial"/>
                <a:ea typeface="Arial"/>
                <a:cs typeface="Arial"/>
              </a:defRPr>
            </a:lvl6pPr>
            <a:lvl7pPr algn="r">
              <a:defRPr sz="1125" b="0">
                <a:solidFill>
                  <a:srgbClr val="000000"/>
                </a:solidFill>
                <a:latin typeface="Arial"/>
                <a:ea typeface="Arial"/>
                <a:cs typeface="Arial"/>
              </a:defRPr>
            </a:lvl7pPr>
            <a:lvl8pPr algn="r">
              <a:defRPr sz="1125" b="0">
                <a:solidFill>
                  <a:srgbClr val="000000"/>
                </a:solidFill>
                <a:latin typeface="Arial"/>
                <a:ea typeface="Arial"/>
                <a:cs typeface="Arial"/>
              </a:defRPr>
            </a:lvl8pPr>
            <a:lvl9pPr algn="r">
              <a:defRPr sz="1125" b="0">
                <a:solidFill>
                  <a:srgbClr val="000000"/>
                </a:solidFill>
                <a:latin typeface="Arial"/>
                <a:ea typeface="Arial"/>
                <a:cs typeface="Arial"/>
              </a:defRPr>
            </a:lvl9pPr>
          </a:lstStyle>
          <a:p>
            <a:pPr algn="r">
              <a:defRPr sz="1125" b="0">
                <a:solidFill>
                  <a:srgbClr val="000000"/>
                </a:solidFill>
                <a:latin typeface="Arial"/>
                <a:ea typeface="Arial"/>
                <a:cs typeface="Arial"/>
              </a:defRPr>
            </a:pPr>
            <a:r>
              <a:rPr sz="1125" b="0">
                <a:solidFill>
                  <a:srgbClr val="000000"/>
                </a:solidFill>
                <a:latin typeface="Arial"/>
                <a:ea typeface="Arial"/>
                <a:cs typeface="Arial"/>
              </a:rPr>
              <a:t>0</a:t>
            </a:r>
          </a:p>
        </p:txBody>
      </p:sp>
      <p:sp>
        <p:nvSpPr>
          <p:cNvPr id="28" name="line_027">
            <a:extLst>
              <a:ext uri="{FF2B5EF4-FFF2-40B4-BE49-F238E27FC236}">
                <ns2:creationId id="{C38967E5-E4D1-4F6E-80A8-C230BE6DEA55}"/>
              </a:ext>
            </a:extLst>
          </p:cNvPr>
          <p:cNvSpPr>
            <a:spLocks noGrp="1"/>
          </p:cNvSpPr>
          <p:nvPr/>
        </p:nvSpPr>
        <p:spPr>
          <a:xfrm>
            <a:off x="495300" y="1114425"/>
            <a:ext cx="36928" cy="95"/>
          </a:xfrm>
          <a:custGeom>
            <a:pathLst>
              <a:path w="38100" h="95">
                <a:moveTo>
                  <a:pt x="0" y="0"/>
                </a:moveTo>
                <a:lnTo>
                  <a:pt x="38100" y="0"/>
                </a:lnTo>
              </a:path>
            </a:pathLst>
          </a:custGeom>
          <a:noFill/>
          <a:ln w="9525">
            <a:solidFill>
              <a:srgbClr val="7B8790"/>
            </a:solidFill>
            <a:prstDash val="solid"/>
          </a:ln>
        </p:spPr>
      </p:sp>
      <p:sp>
        <p:nvSpPr>
          <p:cNvPr id="29" name="text_028">
            <a:extLst>
              <a:ext uri="{FF2B5EF4-FFF2-40B4-BE49-F238E27FC236}">
                <ns2:creationId id="{B657F5B5-6E60-46A2-84F6-3FE5FFEB8543}"/>
              </a:ext>
            </a:extLst>
          </p:cNvPr>
          <p:cNvSpPr>
            <a:spLocks noGrp="1"/>
          </p:cNvSpPr>
          <p:nvPr/>
        </p:nvSpPr>
        <p:spPr>
          <a:xfrm rot="0">
            <a:off x="227574" y="1019175"/>
            <a:ext cx="240030" cy="200025"/>
          </a:xfrm>
          <a:prstGeom prst="rect">
            <a:avLst/>
          </a:prstGeom>
          <a:noFill/>
          <a:ln w="0">
            <a:noFill/>
            <a:prstDash val="solid"/>
          </a:ln>
        </p:spPr>
        <p:txBody>
          <a:bodyPr wrap="none" lIns="0" tIns="0" rIns="0" bIns="0" anchor="t">
            <a:noAutofit/>
          </a:bodyPr>
          <a:lstStyle>
            <a:defPPr algn="r">
              <a:defRPr sz="1125" b="0">
                <a:solidFill>
                  <a:srgbClr val="000000"/>
                </a:solidFill>
                <a:latin typeface="Arial"/>
                <a:ea typeface="Arial"/>
                <a:cs typeface="Arial"/>
              </a:defRPr>
            </a:defPPr>
            <a:lvl1pPr algn="r">
              <a:defRPr sz="1125" b="0">
                <a:solidFill>
                  <a:srgbClr val="000000"/>
                </a:solidFill>
                <a:latin typeface="Arial"/>
                <a:ea typeface="Arial"/>
                <a:cs typeface="Arial"/>
              </a:defRPr>
            </a:lvl1pPr>
            <a:lvl2pPr algn="r">
              <a:defRPr sz="1125" b="0">
                <a:solidFill>
                  <a:srgbClr val="000000"/>
                </a:solidFill>
                <a:latin typeface="Arial"/>
                <a:ea typeface="Arial"/>
                <a:cs typeface="Arial"/>
              </a:defRPr>
            </a:lvl2pPr>
            <a:lvl3pPr algn="r">
              <a:defRPr sz="1125" b="0">
                <a:solidFill>
                  <a:srgbClr val="000000"/>
                </a:solidFill>
                <a:latin typeface="Arial"/>
                <a:ea typeface="Arial"/>
                <a:cs typeface="Arial"/>
              </a:defRPr>
            </a:lvl3pPr>
            <a:lvl4pPr algn="r">
              <a:defRPr sz="1125" b="0">
                <a:solidFill>
                  <a:srgbClr val="000000"/>
                </a:solidFill>
                <a:latin typeface="Arial"/>
                <a:ea typeface="Arial"/>
                <a:cs typeface="Arial"/>
              </a:defRPr>
            </a:lvl4pPr>
            <a:lvl5pPr algn="r">
              <a:defRPr sz="1125" b="0">
                <a:solidFill>
                  <a:srgbClr val="000000"/>
                </a:solidFill>
                <a:latin typeface="Arial"/>
                <a:ea typeface="Arial"/>
                <a:cs typeface="Arial"/>
              </a:defRPr>
            </a:lvl5pPr>
            <a:lvl6pPr algn="r">
              <a:defRPr sz="1125" b="0">
                <a:solidFill>
                  <a:srgbClr val="000000"/>
                </a:solidFill>
                <a:latin typeface="Arial"/>
                <a:ea typeface="Arial"/>
                <a:cs typeface="Arial"/>
              </a:defRPr>
            </a:lvl6pPr>
            <a:lvl7pPr algn="r">
              <a:defRPr sz="1125" b="0">
                <a:solidFill>
                  <a:srgbClr val="000000"/>
                </a:solidFill>
                <a:latin typeface="Arial"/>
                <a:ea typeface="Arial"/>
                <a:cs typeface="Arial"/>
              </a:defRPr>
            </a:lvl7pPr>
            <a:lvl8pPr algn="r">
              <a:defRPr sz="1125" b="0">
                <a:solidFill>
                  <a:srgbClr val="000000"/>
                </a:solidFill>
                <a:latin typeface="Arial"/>
                <a:ea typeface="Arial"/>
                <a:cs typeface="Arial"/>
              </a:defRPr>
            </a:lvl8pPr>
            <a:lvl9pPr algn="r">
              <a:defRPr sz="1125" b="0">
                <a:solidFill>
                  <a:srgbClr val="000000"/>
                </a:solidFill>
                <a:latin typeface="Arial"/>
                <a:ea typeface="Arial"/>
                <a:cs typeface="Arial"/>
              </a:defRPr>
            </a:lvl9pPr>
          </a:lstStyle>
          <a:p>
            <a:pPr algn="r">
              <a:defRPr sz="1125" b="0">
                <a:solidFill>
                  <a:srgbClr val="000000"/>
                </a:solidFill>
                <a:latin typeface="Arial"/>
                <a:ea typeface="Arial"/>
                <a:cs typeface="Arial"/>
              </a:defRPr>
            </a:pPr>
            <a:r>
              <a:rPr sz="1125" b="0">
                <a:solidFill>
                  <a:srgbClr val="000000"/>
                </a:solidFill>
                <a:latin typeface="Arial"/>
                <a:ea typeface="Arial"/>
                <a:cs typeface="Arial"/>
              </a:rPr>
              <a:t>0.5</a:t>
            </a:r>
          </a:p>
        </p:txBody>
      </p:sp>
      <p:sp>
        <p:nvSpPr>
          <p:cNvPr id="30" name="line_029">
            <a:extLst>
              <a:ext uri="{FF2B5EF4-FFF2-40B4-BE49-F238E27FC236}">
                <ns2:creationId id="{F528E9CA-21EA-4B98-9E43-560B8E85280B}"/>
              </a:ext>
            </a:extLst>
          </p:cNvPr>
          <p:cNvSpPr>
            <a:spLocks noGrp="1"/>
          </p:cNvSpPr>
          <p:nvPr/>
        </p:nvSpPr>
        <p:spPr>
          <a:xfrm>
            <a:off x="495300" y="438150"/>
            <a:ext cx="36928" cy="95"/>
          </a:xfrm>
          <a:custGeom>
            <a:pathLst>
              <a:path w="38100" h="95">
                <a:moveTo>
                  <a:pt x="0" y="0"/>
                </a:moveTo>
                <a:lnTo>
                  <a:pt x="38100" y="0"/>
                </a:lnTo>
              </a:path>
            </a:pathLst>
          </a:custGeom>
          <a:noFill/>
          <a:ln w="9525">
            <a:solidFill>
              <a:srgbClr val="7B8790"/>
            </a:solidFill>
            <a:prstDash val="solid"/>
          </a:ln>
        </p:spPr>
      </p:sp>
      <p:sp>
        <p:nvSpPr>
          <p:cNvPr id="31" name="text_030">
            <a:extLst>
              <a:ext uri="{FF2B5EF4-FFF2-40B4-BE49-F238E27FC236}">
                <ns2:creationId id="{511BDC6B-CD8D-4A48-AA83-1A7A2A8DBFA9}"/>
              </a:ext>
            </a:extLst>
          </p:cNvPr>
          <p:cNvSpPr>
            <a:spLocks noGrp="1"/>
          </p:cNvSpPr>
          <p:nvPr/>
        </p:nvSpPr>
        <p:spPr>
          <a:xfrm rot="0">
            <a:off x="227574" y="342900"/>
            <a:ext cx="240030" cy="200025"/>
          </a:xfrm>
          <a:prstGeom prst="rect">
            <a:avLst/>
          </a:prstGeom>
          <a:noFill/>
          <a:ln w="0">
            <a:noFill/>
            <a:prstDash val="solid"/>
          </a:ln>
        </p:spPr>
        <p:txBody>
          <a:bodyPr wrap="none" lIns="0" tIns="0" rIns="0" bIns="0" anchor="t">
            <a:noAutofit/>
          </a:bodyPr>
          <a:lstStyle>
            <a:defPPr algn="r">
              <a:defRPr sz="1125" b="0">
                <a:solidFill>
                  <a:srgbClr val="000000"/>
                </a:solidFill>
                <a:latin typeface="Arial"/>
                <a:ea typeface="Arial"/>
                <a:cs typeface="Arial"/>
              </a:defRPr>
            </a:defPPr>
            <a:lvl1pPr algn="r">
              <a:defRPr sz="1125" b="0">
                <a:solidFill>
                  <a:srgbClr val="000000"/>
                </a:solidFill>
                <a:latin typeface="Arial"/>
                <a:ea typeface="Arial"/>
                <a:cs typeface="Arial"/>
              </a:defRPr>
            </a:lvl1pPr>
            <a:lvl2pPr algn="r">
              <a:defRPr sz="1125" b="0">
                <a:solidFill>
                  <a:srgbClr val="000000"/>
                </a:solidFill>
                <a:latin typeface="Arial"/>
                <a:ea typeface="Arial"/>
                <a:cs typeface="Arial"/>
              </a:defRPr>
            </a:lvl2pPr>
            <a:lvl3pPr algn="r">
              <a:defRPr sz="1125" b="0">
                <a:solidFill>
                  <a:srgbClr val="000000"/>
                </a:solidFill>
                <a:latin typeface="Arial"/>
                <a:ea typeface="Arial"/>
                <a:cs typeface="Arial"/>
              </a:defRPr>
            </a:lvl3pPr>
            <a:lvl4pPr algn="r">
              <a:defRPr sz="1125" b="0">
                <a:solidFill>
                  <a:srgbClr val="000000"/>
                </a:solidFill>
                <a:latin typeface="Arial"/>
                <a:ea typeface="Arial"/>
                <a:cs typeface="Arial"/>
              </a:defRPr>
            </a:lvl4pPr>
            <a:lvl5pPr algn="r">
              <a:defRPr sz="1125" b="0">
                <a:solidFill>
                  <a:srgbClr val="000000"/>
                </a:solidFill>
                <a:latin typeface="Arial"/>
                <a:ea typeface="Arial"/>
                <a:cs typeface="Arial"/>
              </a:defRPr>
            </a:lvl5pPr>
            <a:lvl6pPr algn="r">
              <a:defRPr sz="1125" b="0">
                <a:solidFill>
                  <a:srgbClr val="000000"/>
                </a:solidFill>
                <a:latin typeface="Arial"/>
                <a:ea typeface="Arial"/>
                <a:cs typeface="Arial"/>
              </a:defRPr>
            </a:lvl6pPr>
            <a:lvl7pPr algn="r">
              <a:defRPr sz="1125" b="0">
                <a:solidFill>
                  <a:srgbClr val="000000"/>
                </a:solidFill>
                <a:latin typeface="Arial"/>
                <a:ea typeface="Arial"/>
                <a:cs typeface="Arial"/>
              </a:defRPr>
            </a:lvl7pPr>
            <a:lvl8pPr algn="r">
              <a:defRPr sz="1125" b="0">
                <a:solidFill>
                  <a:srgbClr val="000000"/>
                </a:solidFill>
                <a:latin typeface="Arial"/>
                <a:ea typeface="Arial"/>
                <a:cs typeface="Arial"/>
              </a:defRPr>
            </a:lvl8pPr>
            <a:lvl9pPr algn="r">
              <a:defRPr sz="1125" b="0">
                <a:solidFill>
                  <a:srgbClr val="000000"/>
                </a:solidFill>
                <a:latin typeface="Arial"/>
                <a:ea typeface="Arial"/>
                <a:cs typeface="Arial"/>
              </a:defRPr>
            </a:lvl9pPr>
          </a:lstStyle>
          <a:p>
            <a:pPr algn="r">
              <a:defRPr sz="1125" b="0">
                <a:solidFill>
                  <a:srgbClr val="000000"/>
                </a:solidFill>
                <a:latin typeface="Arial"/>
                <a:ea typeface="Arial"/>
                <a:cs typeface="Arial"/>
              </a:defRPr>
            </a:pPr>
            <a:r>
              <a:rPr sz="1125" b="0">
                <a:solidFill>
                  <a:srgbClr val="000000"/>
                </a:solidFill>
                <a:latin typeface="Arial"/>
                <a:ea typeface="Arial"/>
                <a:cs typeface="Arial"/>
              </a:rPr>
              <a:t>1</a:t>
            </a:r>
          </a:p>
        </p:txBody>
      </p:sp>
      <p:sp>
        <p:nvSpPr>
          <p:cNvPr id="32" name="line_031">
            <a:extLst>
              <a:ext uri="{FF2B5EF4-FFF2-40B4-BE49-F238E27FC236}">
                <ns2:creationId id="{135B7EC1-A708-451C-9328-EB7459F494FB}"/>
              </a:ext>
            </a:extLst>
          </p:cNvPr>
          <p:cNvSpPr>
            <a:spLocks noGrp="1"/>
          </p:cNvSpPr>
          <p:nvPr/>
        </p:nvSpPr>
        <p:spPr>
          <a:xfrm>
            <a:off x="556212" y="1790700"/>
            <a:ext cx="92" cy="38100"/>
          </a:xfrm>
          <a:custGeom>
            <a:pathLst>
              <a:path w="95" h="38100">
                <a:moveTo>
                  <a:pt x="0" y="0"/>
                </a:moveTo>
                <a:lnTo>
                  <a:pt x="0" y="38100"/>
                </a:lnTo>
              </a:path>
            </a:pathLst>
          </a:custGeom>
          <a:noFill/>
          <a:ln w="9525">
            <a:solidFill>
              <a:srgbClr val="7B8790"/>
            </a:solidFill>
            <a:prstDash val="solid"/>
          </a:ln>
        </p:spPr>
      </p:sp>
      <p:sp>
        <p:nvSpPr>
          <p:cNvPr id="33" name="text_032">
            <a:extLst>
              <a:ext uri="{FF2B5EF4-FFF2-40B4-BE49-F238E27FC236}">
                <ns2:creationId id="{20F598E5-35C8-4F3A-82E1-615BF2F500E0}"/>
              </a:ext>
            </a:extLst>
          </p:cNvPr>
          <p:cNvSpPr>
            <a:spLocks noGrp="1"/>
          </p:cNvSpPr>
          <p:nvPr/>
        </p:nvSpPr>
        <p:spPr>
          <a:xfrm rot="0">
            <a:off x="371574" y="1847850"/>
            <a:ext cx="369277" cy="209550"/>
          </a:xfrm>
          <a:prstGeom prst="rect">
            <a:avLst/>
          </a:prstGeom>
          <a:noFill/>
          <a:ln w="0">
            <a:noFill/>
            <a:prstDash val="solid"/>
          </a:ln>
        </p:spPr>
        <p:txBody>
          <a:bodyPr wrap="none" lIns="0" tIns="0" rIns="0" bIns="0" anchor="t">
            <a:noAutofit/>
          </a:bodyPr>
          <a:lstStyle>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a:pPr algn="ctr">
              <a:defRPr sz="1125" b="0">
                <a:solidFill>
                  <a:srgbClr val="000000"/>
                </a:solidFill>
                <a:latin typeface="Arial"/>
                <a:ea typeface="Arial"/>
                <a:cs typeface="Arial"/>
              </a:defRPr>
            </a:pPr>
            <a:r>
              <a:rPr sz="1125" b="0">
                <a:solidFill>
                  <a:srgbClr val="000000"/>
                </a:solidFill>
                <a:latin typeface="Arial"/>
                <a:ea typeface="Arial"/>
                <a:cs typeface="Arial"/>
              </a:rPr>
              <a:t>0</a:t>
            </a:r>
          </a:p>
        </p:txBody>
      </p:sp>
      <p:sp>
        <p:nvSpPr>
          <p:cNvPr id="34" name="line_033">
            <a:extLst>
              <a:ext uri="{FF2B5EF4-FFF2-40B4-BE49-F238E27FC236}">
                <ns2:creationId id="{C5CB54E6-D22C-4065-9E30-4AD4925EBF0D}"/>
              </a:ext>
            </a:extLst>
          </p:cNvPr>
          <p:cNvSpPr>
            <a:spLocks noGrp="1"/>
          </p:cNvSpPr>
          <p:nvPr/>
        </p:nvSpPr>
        <p:spPr>
          <a:xfrm>
            <a:off x="1755458" y="1790700"/>
            <a:ext cx="92" cy="38100"/>
          </a:xfrm>
          <a:custGeom>
            <a:pathLst>
              <a:path w="95" h="38100">
                <a:moveTo>
                  <a:pt x="0" y="0"/>
                </a:moveTo>
                <a:lnTo>
                  <a:pt x="0" y="38100"/>
                </a:lnTo>
              </a:path>
            </a:pathLst>
          </a:custGeom>
          <a:noFill/>
          <a:ln w="9525">
            <a:solidFill>
              <a:srgbClr val="7B8790"/>
            </a:solidFill>
            <a:prstDash val="solid"/>
          </a:ln>
        </p:spPr>
      </p:sp>
      <p:sp>
        <p:nvSpPr>
          <p:cNvPr id="35" name="text_034">
            <a:extLst>
              <a:ext uri="{FF2B5EF4-FFF2-40B4-BE49-F238E27FC236}">
                <ns2:creationId id="{47FE10D8-5D3B-408E-BDF7-EAFC53E89304}"/>
              </a:ext>
            </a:extLst>
          </p:cNvPr>
          <p:cNvSpPr>
            <a:spLocks noGrp="1"/>
          </p:cNvSpPr>
          <p:nvPr/>
        </p:nvSpPr>
        <p:spPr>
          <a:xfrm rot="0">
            <a:off x="1570820" y="1847850"/>
            <a:ext cx="369277" cy="209550"/>
          </a:xfrm>
          <a:prstGeom prst="rect">
            <a:avLst/>
          </a:prstGeom>
          <a:noFill/>
          <a:ln w="0">
            <a:noFill/>
            <a:prstDash val="solid"/>
          </a:ln>
        </p:spPr>
        <p:txBody>
          <a:bodyPr wrap="none" lIns="0" tIns="0" rIns="0" bIns="0" anchor="t">
            <a:noAutofit/>
          </a:bodyPr>
          <a:lstStyle>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a:pPr algn="ctr">
              <a:defRPr sz="1125" b="0">
                <a:solidFill>
                  <a:srgbClr val="000000"/>
                </a:solidFill>
                <a:latin typeface="Arial"/>
                <a:ea typeface="Arial"/>
                <a:cs typeface="Arial"/>
              </a:defRPr>
            </a:pPr>
            <a:r>
              <a:rPr sz="1125" b="0">
                <a:solidFill>
                  <a:srgbClr val="000000"/>
                </a:solidFill>
                <a:latin typeface="Arial"/>
                <a:ea typeface="Arial"/>
                <a:cs typeface="Arial"/>
              </a:rPr>
              <a:t>25</a:t>
            </a:r>
          </a:p>
        </p:txBody>
      </p:sp>
      <p:sp>
        <p:nvSpPr>
          <p:cNvPr id="36" name="line_035">
            <a:extLst>
              <a:ext uri="{FF2B5EF4-FFF2-40B4-BE49-F238E27FC236}">
                <ns2:creationId id="{C261428F-1438-4922-8CD3-25B469789E33}"/>
              </a:ext>
            </a:extLst>
          </p:cNvPr>
          <p:cNvSpPr>
            <a:spLocks noGrp="1"/>
          </p:cNvSpPr>
          <p:nvPr/>
        </p:nvSpPr>
        <p:spPr>
          <a:xfrm>
            <a:off x="3002672" y="1790700"/>
            <a:ext cx="92" cy="38100"/>
          </a:xfrm>
          <a:custGeom>
            <a:pathLst>
              <a:path w="95" h="38100">
                <a:moveTo>
                  <a:pt x="0" y="0"/>
                </a:moveTo>
                <a:lnTo>
                  <a:pt x="0" y="38100"/>
                </a:lnTo>
              </a:path>
            </a:pathLst>
          </a:custGeom>
          <a:noFill/>
          <a:ln w="9525">
            <a:solidFill>
              <a:srgbClr val="7B8790"/>
            </a:solidFill>
            <a:prstDash val="solid"/>
          </a:ln>
        </p:spPr>
      </p:sp>
      <p:sp>
        <p:nvSpPr>
          <p:cNvPr id="37" name="text_036">
            <a:extLst>
              <a:ext uri="{FF2B5EF4-FFF2-40B4-BE49-F238E27FC236}">
                <ns2:creationId id="{F3275149-63A9-4C33-8965-40451CE7BDA0}"/>
              </a:ext>
            </a:extLst>
          </p:cNvPr>
          <p:cNvSpPr>
            <a:spLocks noGrp="1"/>
          </p:cNvSpPr>
          <p:nvPr/>
        </p:nvSpPr>
        <p:spPr>
          <a:xfrm rot="0">
            <a:off x="2818033" y="1847850"/>
            <a:ext cx="369277" cy="209550"/>
          </a:xfrm>
          <a:prstGeom prst="rect">
            <a:avLst/>
          </a:prstGeom>
          <a:noFill/>
          <a:ln w="0">
            <a:noFill/>
            <a:prstDash val="solid"/>
          </a:ln>
        </p:spPr>
        <p:txBody>
          <a:bodyPr wrap="none" lIns="0" tIns="0" rIns="0" bIns="0" anchor="t">
            <a:noAutofit/>
          </a:bodyPr>
          <a:lstStyle>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a:pPr algn="ctr">
              <a:defRPr sz="1125" b="0">
                <a:solidFill>
                  <a:srgbClr val="000000"/>
                </a:solidFill>
                <a:latin typeface="Arial"/>
                <a:ea typeface="Arial"/>
                <a:cs typeface="Arial"/>
              </a:defRPr>
            </a:pPr>
            <a:r>
              <a:rPr sz="1125" b="0">
                <a:solidFill>
                  <a:srgbClr val="000000"/>
                </a:solidFill>
                <a:latin typeface="Arial"/>
                <a:ea typeface="Arial"/>
                <a:cs typeface="Arial"/>
              </a:rPr>
              <a:t>51</a:t>
            </a:r>
          </a:p>
        </p:txBody>
      </p:sp>
      <p:sp>
        <p:nvSpPr>
          <p:cNvPr id="38" name="line_037">
            <a:extLst>
              <a:ext uri="{FF2B5EF4-FFF2-40B4-BE49-F238E27FC236}">
                <ns2:creationId id="{738E17F9-AA12-4010-AEA4-4EC80F9D6705}"/>
              </a:ext>
            </a:extLst>
          </p:cNvPr>
          <p:cNvSpPr>
            <a:spLocks noGrp="1"/>
          </p:cNvSpPr>
          <p:nvPr/>
        </p:nvSpPr>
        <p:spPr>
          <a:xfrm>
            <a:off x="4153947" y="1790700"/>
            <a:ext cx="92" cy="38100"/>
          </a:xfrm>
          <a:custGeom>
            <a:pathLst>
              <a:path w="95" h="38100">
                <a:moveTo>
                  <a:pt x="0" y="0"/>
                </a:moveTo>
                <a:lnTo>
                  <a:pt x="0" y="38100"/>
                </a:lnTo>
              </a:path>
            </a:pathLst>
          </a:custGeom>
          <a:noFill/>
          <a:ln w="9525">
            <a:solidFill>
              <a:srgbClr val="7B8790"/>
            </a:solidFill>
            <a:prstDash val="solid"/>
          </a:ln>
        </p:spPr>
      </p:sp>
      <p:sp>
        <p:nvSpPr>
          <p:cNvPr id="39" name="text_038">
            <a:extLst>
              <a:ext uri="{FF2B5EF4-FFF2-40B4-BE49-F238E27FC236}">
                <ns2:creationId id="{3728DFA7-FA5E-4964-9F7A-25993D3D0CB6}"/>
              </a:ext>
            </a:extLst>
          </p:cNvPr>
          <p:cNvSpPr>
            <a:spLocks noGrp="1"/>
          </p:cNvSpPr>
          <p:nvPr/>
        </p:nvSpPr>
        <p:spPr>
          <a:xfrm rot="0">
            <a:off x="3969309" y="1847850"/>
            <a:ext cx="369277" cy="209550"/>
          </a:xfrm>
          <a:prstGeom prst="rect">
            <a:avLst/>
          </a:prstGeom>
          <a:noFill/>
          <a:ln w="0">
            <a:noFill/>
            <a:prstDash val="solid"/>
          </a:ln>
        </p:spPr>
        <p:txBody>
          <a:bodyPr wrap="none" lIns="0" tIns="0" rIns="0" bIns="0" anchor="t">
            <a:noAutofit/>
          </a:bodyPr>
          <a:lstStyle>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a:pPr algn="ctr">
              <a:defRPr sz="1125" b="0">
                <a:solidFill>
                  <a:srgbClr val="000000"/>
                </a:solidFill>
                <a:latin typeface="Arial"/>
                <a:ea typeface="Arial"/>
                <a:cs typeface="Arial"/>
              </a:defRPr>
            </a:pPr>
            <a:r>
              <a:rPr sz="1125" b="0">
                <a:solidFill>
                  <a:srgbClr val="000000"/>
                </a:solidFill>
                <a:latin typeface="Arial"/>
                <a:ea typeface="Arial"/>
                <a:cs typeface="Arial"/>
              </a:rPr>
              <a:t>75</a:t>
            </a:r>
          </a:p>
        </p:txBody>
      </p:sp>
      <p:sp>
        <p:nvSpPr>
          <p:cNvPr id="40" name="line_039">
            <a:extLst>
              <a:ext uri="{FF2B5EF4-FFF2-40B4-BE49-F238E27FC236}">
                <ns2:creationId id="{70687624-E2A5-4E4E-BA0C-E1B3E3FECCDC}"/>
              </a:ext>
            </a:extLst>
          </p:cNvPr>
          <p:cNvSpPr>
            <a:spLocks noGrp="1"/>
          </p:cNvSpPr>
          <p:nvPr/>
        </p:nvSpPr>
        <p:spPr>
          <a:xfrm>
            <a:off x="5401162" y="1790700"/>
            <a:ext cx="92" cy="38100"/>
          </a:xfrm>
          <a:custGeom>
            <a:pathLst>
              <a:path w="95" h="38100">
                <a:moveTo>
                  <a:pt x="0" y="0"/>
                </a:moveTo>
                <a:lnTo>
                  <a:pt x="0" y="38100"/>
                </a:lnTo>
              </a:path>
            </a:pathLst>
          </a:custGeom>
          <a:noFill/>
          <a:ln w="9525">
            <a:solidFill>
              <a:srgbClr val="7B8790"/>
            </a:solidFill>
            <a:prstDash val="solid"/>
          </a:ln>
        </p:spPr>
      </p:sp>
      <p:sp>
        <p:nvSpPr>
          <p:cNvPr id="41" name="text_040">
            <a:extLst>
              <a:ext uri="{FF2B5EF4-FFF2-40B4-BE49-F238E27FC236}">
                <ns2:creationId id="{C6C29706-9802-4AD8-A155-2846562548A1}"/>
              </a:ext>
            </a:extLst>
          </p:cNvPr>
          <p:cNvSpPr>
            <a:spLocks noGrp="1"/>
          </p:cNvSpPr>
          <p:nvPr/>
        </p:nvSpPr>
        <p:spPr>
          <a:xfrm rot="0">
            <a:off x="5216524" y="1847850"/>
            <a:ext cx="369277" cy="209550"/>
          </a:xfrm>
          <a:prstGeom prst="rect">
            <a:avLst/>
          </a:prstGeom>
          <a:noFill/>
          <a:ln w="0">
            <a:noFill/>
            <a:prstDash val="solid"/>
          </a:ln>
        </p:spPr>
        <p:txBody>
          <a:bodyPr wrap="none" lIns="0" tIns="0" rIns="0" bIns="0" anchor="t">
            <a:noAutofit/>
          </a:bodyPr>
          <a:lstStyle>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a:pPr algn="ctr">
              <a:defRPr sz="1125" b="0">
                <a:solidFill>
                  <a:srgbClr val="000000"/>
                </a:solidFill>
                <a:latin typeface="Arial"/>
                <a:ea typeface="Arial"/>
                <a:cs typeface="Arial"/>
              </a:defRPr>
            </a:pPr>
            <a:r>
              <a:rPr sz="1125" b="0">
                <a:solidFill>
                  <a:srgbClr val="000000"/>
                </a:solidFill>
                <a:latin typeface="Arial"/>
                <a:ea typeface="Arial"/>
                <a:cs typeface="Arial"/>
              </a:rPr>
              <a:t>101</a:t>
            </a:r>
          </a:p>
        </p:txBody>
      </p:sp>
      <p:sp>
        <p:nvSpPr>
          <p:cNvPr id="42" name="line_041">
            <a:extLst>
              <a:ext uri="{FF2B5EF4-FFF2-40B4-BE49-F238E27FC236}">
                <ns2:creationId id="{8B061A2B-B8E4-4D32-8E2B-A54B58F7B884}"/>
              </a:ext>
            </a:extLst>
          </p:cNvPr>
          <p:cNvSpPr>
            <a:spLocks noGrp="1"/>
          </p:cNvSpPr>
          <p:nvPr/>
        </p:nvSpPr>
        <p:spPr>
          <a:xfrm>
            <a:off x="556212" y="438150"/>
            <a:ext cx="92" cy="1352550"/>
          </a:xfrm>
          <a:custGeom>
            <a:pathLst>
              <a:path w="95" h="1352550">
                <a:moveTo>
                  <a:pt x="0" y="0"/>
                </a:moveTo>
                <a:lnTo>
                  <a:pt x="0" y="1352550"/>
                </a:lnTo>
              </a:path>
            </a:pathLst>
          </a:custGeom>
          <a:noFill/>
          <a:ln w="6668">
            <a:solidFill>
              <a:srgbClr val="7B8790"/>
            </a:solidFill>
            <a:prstDash val="dash"/>
          </a:ln>
        </p:spPr>
      </p:sp>
      <p:sp>
        <p:nvSpPr>
          <p:cNvPr id="43" name="line_042">
            <a:extLst>
              <a:ext uri="{FF2B5EF4-FFF2-40B4-BE49-F238E27FC236}">
                <ns2:creationId id="{D3443B76-3660-4470-A81D-907FC8AC2141}"/>
              </a:ext>
            </a:extLst>
          </p:cNvPr>
          <p:cNvSpPr>
            <a:spLocks noGrp="1"/>
          </p:cNvSpPr>
          <p:nvPr/>
        </p:nvSpPr>
        <p:spPr>
          <a:xfrm>
            <a:off x="3002672" y="438150"/>
            <a:ext cx="92" cy="1352550"/>
          </a:xfrm>
          <a:custGeom>
            <a:pathLst>
              <a:path w="95" h="1352550">
                <a:moveTo>
                  <a:pt x="0" y="0"/>
                </a:moveTo>
                <a:lnTo>
                  <a:pt x="0" y="1352550"/>
                </a:lnTo>
              </a:path>
            </a:pathLst>
          </a:custGeom>
          <a:noFill/>
          <a:ln w="6668">
            <a:solidFill>
              <a:srgbClr val="7B8790"/>
            </a:solidFill>
            <a:prstDash val="dash"/>
          </a:ln>
        </p:spPr>
      </p:sp>
      <p:sp>
        <p:nvSpPr>
          <p:cNvPr id="44" name="line_043">
            <a:extLst>
              <a:ext uri="{FF2B5EF4-FFF2-40B4-BE49-F238E27FC236}">
                <ns2:creationId id="{1AFD9DFB-F8C6-4281-9BF9-85805117D787}"/>
              </a:ext>
            </a:extLst>
          </p:cNvPr>
          <p:cNvSpPr>
            <a:spLocks noGrp="1"/>
          </p:cNvSpPr>
          <p:nvPr/>
        </p:nvSpPr>
        <p:spPr>
          <a:xfrm>
            <a:off x="5401162" y="438150"/>
            <a:ext cx="92" cy="1352550"/>
          </a:xfrm>
          <a:custGeom>
            <a:pathLst>
              <a:path w="95" h="1352550">
                <a:moveTo>
                  <a:pt x="0" y="0"/>
                </a:moveTo>
                <a:lnTo>
                  <a:pt x="0" y="1352550"/>
                </a:lnTo>
              </a:path>
            </a:pathLst>
          </a:custGeom>
          <a:noFill/>
          <a:ln w="6668">
            <a:solidFill>
              <a:srgbClr val="7B8790"/>
            </a:solidFill>
            <a:prstDash val="dash"/>
          </a:ln>
        </p:spPr>
      </p:sp>
      <p:sp>
        <p:nvSpPr>
          <p:cNvPr id="46" name="text_045">
            <a:extLst>
              <a:ext uri="{FF2B5EF4-FFF2-40B4-BE49-F238E27FC236}">
                <ns2:creationId id="{E95273D0-3723-41E1-9AAE-CFE60F427A98}"/>
              </a:ext>
            </a:extLst>
          </p:cNvPr>
          <p:cNvSpPr>
            <a:spLocks noGrp="1"/>
          </p:cNvSpPr>
          <p:nvPr/>
        </p:nvSpPr>
        <p:spPr>
          <a:xfrm rot="0">
            <a:off x="2332453" y="2057400"/>
            <a:ext cx="1292469" cy="209550"/>
          </a:xfrm>
          <a:prstGeom prst="rect">
            <a:avLst/>
          </a:prstGeom>
          <a:noFill/>
          <a:ln w="0">
            <a:noFill/>
            <a:prstDash val="solid"/>
          </a:ln>
        </p:spPr>
        <p:txBody>
          <a:bodyPr wrap="none" lIns="0" tIns="0" rIns="0" bIns="0" anchor="t">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Time (frame)</a:t>
            </a:r>
          </a:p>
        </p:txBody>
      </p:sp>
      <p:sp>
        <p:nvSpPr>
          <p:cNvPr id="70" name="text_069">
            <a:extLst>
              <a:ext uri="{FF2B5EF4-FFF2-40B4-BE49-F238E27FC236}">
                <ns2:creationId id="{30E6A09C-A474-454C-AE53-1668F96FDBBE}"/>
              </a:ext>
            </a:extLst>
          </p:cNvPr>
          <p:cNvSpPr>
            <a:spLocks noGrp="1"/>
          </p:cNvSpPr>
          <p:nvPr/>
        </p:nvSpPr>
        <p:spPr>
          <a:xfrm rot="0">
            <a:off x="6217920" y="57150"/>
            <a:ext cx="5169877" cy="285750"/>
          </a:xfrm>
          <a:prstGeom prst="rect">
            <a:avLst/>
          </a:prstGeom>
          <a:noFill/>
          <a:ln w="0">
            <a:noFill/>
            <a:prstDash val="solid"/>
          </a:ln>
        </p:spPr>
        <p:txBody>
          <a:bodyPr wrap="none" lIns="0" tIns="0" rIns="0" bIns="0" anchor="t">
            <a:noAutofit/>
          </a:bodyPr>
          <a:lstStyle>
            <a:defPPr algn="l">
              <a:defRPr sz="1800" b="1">
                <a:solidFill>
                  <a:srgbClr val="000000"/>
                </a:solidFill>
                <a:latin typeface="Arial"/>
                <a:ea typeface="Arial"/>
                <a:cs typeface="Arial"/>
              </a:defRPr>
            </a:defPPr>
            <a:lvl1pPr algn="l">
              <a:defRPr sz="1800" b="1">
                <a:solidFill>
                  <a:srgbClr val="000000"/>
                </a:solidFill>
                <a:latin typeface="Arial"/>
                <a:ea typeface="Arial"/>
                <a:cs typeface="Arial"/>
              </a:defRPr>
            </a:lvl1pPr>
            <a:lvl2pPr algn="l">
              <a:defRPr sz="1800" b="1">
                <a:solidFill>
                  <a:srgbClr val="000000"/>
                </a:solidFill>
                <a:latin typeface="Arial"/>
                <a:ea typeface="Arial"/>
                <a:cs typeface="Arial"/>
              </a:defRPr>
            </a:lvl2pPr>
            <a:lvl3pPr algn="l">
              <a:defRPr sz="1800" b="1">
                <a:solidFill>
                  <a:srgbClr val="000000"/>
                </a:solidFill>
                <a:latin typeface="Arial"/>
                <a:ea typeface="Arial"/>
                <a:cs typeface="Arial"/>
              </a:defRPr>
            </a:lvl3pPr>
            <a:lvl4pPr algn="l">
              <a:defRPr sz="1800" b="1">
                <a:solidFill>
                  <a:srgbClr val="000000"/>
                </a:solidFill>
                <a:latin typeface="Arial"/>
                <a:ea typeface="Arial"/>
                <a:cs typeface="Arial"/>
              </a:defRPr>
            </a:lvl4pPr>
            <a:lvl5pPr algn="l">
              <a:defRPr sz="1800" b="1">
                <a:solidFill>
                  <a:srgbClr val="000000"/>
                </a:solidFill>
                <a:latin typeface="Arial"/>
                <a:ea typeface="Arial"/>
                <a:cs typeface="Arial"/>
              </a:defRPr>
            </a:lvl5pPr>
            <a:lvl6pPr algn="l">
              <a:defRPr sz="1800" b="1">
                <a:solidFill>
                  <a:srgbClr val="000000"/>
                </a:solidFill>
                <a:latin typeface="Arial"/>
                <a:ea typeface="Arial"/>
                <a:cs typeface="Arial"/>
              </a:defRPr>
            </a:lvl6pPr>
            <a:lvl7pPr algn="l">
              <a:defRPr sz="1800" b="1">
                <a:solidFill>
                  <a:srgbClr val="000000"/>
                </a:solidFill>
                <a:latin typeface="Arial"/>
                <a:ea typeface="Arial"/>
                <a:cs typeface="Arial"/>
              </a:defRPr>
            </a:lvl7pPr>
            <a:lvl8pPr algn="l">
              <a:defRPr sz="1800" b="1">
                <a:solidFill>
                  <a:srgbClr val="000000"/>
                </a:solidFill>
                <a:latin typeface="Arial"/>
                <a:ea typeface="Arial"/>
                <a:cs typeface="Arial"/>
              </a:defRPr>
            </a:lvl8pPr>
            <a:lvl9pPr algn="l">
              <a:defRPr sz="1800" b="1">
                <a:solidFill>
                  <a:srgbClr val="000000"/>
                </a:solidFill>
                <a:latin typeface="Arial"/>
                <a:ea typeface="Arial"/>
                <a:cs typeface="Arial"/>
              </a:defRPr>
            </a:lvl9pPr>
          </a:lstStyle>
          <a:p>
            <a:pPr algn="l">
              <a:defRPr sz="1800" b="1">
                <a:solidFill>
                  <a:srgbClr val="000000"/>
                </a:solidFill>
                <a:latin typeface="Arial"/>
                <a:ea typeface="Arial"/>
                <a:cs typeface="Arial"/>
              </a:defRPr>
            </a:pPr>
            <a:r>
              <a:rPr sz="1800" b="1">
                <a:solidFill>
                  <a:srgbClr val="000000"/>
                </a:solidFill>
                <a:latin typeface="Arial"/>
                <a:ea typeface="Arial"/>
                <a:cs typeface="Arial"/>
              </a:rPr>
              <a:t>(b) RG-MTM-R</a:t>
            </a:r>
          </a:p>
        </p:txBody>
      </p:sp>
      <p:pic>
        <p:nvPicPr>
          <p:cNvPr id="71" name="">
            <a:extLst>
              <a:ext uri="{FF2B5EF4-FFF2-40B4-BE49-F238E27FC236}">
                <ns2:creationId id="{B44D8678-2330-4C20-8663-66A5EFF07BA3}"/>
              </a:ext>
            </a:extLst>
          </p:cNvPr>
          <p:cNvPicPr>
            <a:picLocks noChangeAspect="1"/>
          </p:cNvPicPr>
          <p:nvPr/>
        </p:nvPicPr>
        <p:blipFill>
          <a:blip ns3:embed="R138068ddb6b5406d"/>
          <a:stretch/>
        </p:blipFill>
        <p:spPr>
          <a:xfrm>
            <a:off x="6494878" y="438150"/>
            <a:ext cx="4892919" cy="1352550"/>
          </a:xfrm>
          <a:prstGeom prst="rect">
            <a:avLst/>
          </a:prstGeom>
        </p:spPr>
      </p:pic>
      <p:sp>
        <p:nvSpPr>
          <p:cNvPr id="72" name="line_071">
            <a:extLst>
              <a:ext uri="{FF2B5EF4-FFF2-40B4-BE49-F238E27FC236}">
                <ns2:creationId id="{71567291-8DAE-49A4-A91E-7AE4D8FCBD9F}"/>
              </a:ext>
            </a:extLst>
          </p:cNvPr>
          <p:cNvSpPr>
            <a:spLocks noGrp="1"/>
          </p:cNvSpPr>
          <p:nvPr/>
        </p:nvSpPr>
        <p:spPr>
          <a:xfrm>
            <a:off x="6457950" y="1790700"/>
            <a:ext cx="36928" cy="95"/>
          </a:xfrm>
          <a:custGeom>
            <a:pathLst>
              <a:path w="38100" h="95">
                <a:moveTo>
                  <a:pt x="0" y="0"/>
                </a:moveTo>
                <a:lnTo>
                  <a:pt x="38100" y="0"/>
                </a:lnTo>
              </a:path>
            </a:pathLst>
          </a:custGeom>
          <a:noFill/>
          <a:ln w="9525">
            <a:solidFill>
              <a:srgbClr val="7B8790"/>
            </a:solidFill>
            <a:prstDash val="solid"/>
          </a:ln>
        </p:spPr>
      </p:sp>
      <p:sp>
        <p:nvSpPr>
          <p:cNvPr id="73" name="text_072">
            <a:extLst>
              <a:ext uri="{FF2B5EF4-FFF2-40B4-BE49-F238E27FC236}">
                <ns2:creationId id="{57D408CD-B186-4721-B5E3-BE5BB8CCEF1D}"/>
              </a:ext>
            </a:extLst>
          </p:cNvPr>
          <p:cNvSpPr>
            <a:spLocks noGrp="1"/>
          </p:cNvSpPr>
          <p:nvPr/>
        </p:nvSpPr>
        <p:spPr>
          <a:xfrm rot="0">
            <a:off x="6190224" y="1695450"/>
            <a:ext cx="240030" cy="200025"/>
          </a:xfrm>
          <a:prstGeom prst="rect">
            <a:avLst/>
          </a:prstGeom>
          <a:noFill/>
          <a:ln w="0">
            <a:noFill/>
            <a:prstDash val="solid"/>
          </a:ln>
        </p:spPr>
        <p:txBody>
          <a:bodyPr wrap="none" lIns="0" tIns="0" rIns="0" bIns="0" anchor="t">
            <a:noAutofit/>
          </a:bodyPr>
          <a:lstStyle>
            <a:defPPr algn="r">
              <a:defRPr sz="1125" b="0">
                <a:solidFill>
                  <a:srgbClr val="000000"/>
                </a:solidFill>
                <a:latin typeface="Arial"/>
                <a:ea typeface="Arial"/>
                <a:cs typeface="Arial"/>
              </a:defRPr>
            </a:defPPr>
            <a:lvl1pPr algn="r">
              <a:defRPr sz="1125" b="0">
                <a:solidFill>
                  <a:srgbClr val="000000"/>
                </a:solidFill>
                <a:latin typeface="Arial"/>
                <a:ea typeface="Arial"/>
                <a:cs typeface="Arial"/>
              </a:defRPr>
            </a:lvl1pPr>
            <a:lvl2pPr algn="r">
              <a:defRPr sz="1125" b="0">
                <a:solidFill>
                  <a:srgbClr val="000000"/>
                </a:solidFill>
                <a:latin typeface="Arial"/>
                <a:ea typeface="Arial"/>
                <a:cs typeface="Arial"/>
              </a:defRPr>
            </a:lvl2pPr>
            <a:lvl3pPr algn="r">
              <a:defRPr sz="1125" b="0">
                <a:solidFill>
                  <a:srgbClr val="000000"/>
                </a:solidFill>
                <a:latin typeface="Arial"/>
                <a:ea typeface="Arial"/>
                <a:cs typeface="Arial"/>
              </a:defRPr>
            </a:lvl3pPr>
            <a:lvl4pPr algn="r">
              <a:defRPr sz="1125" b="0">
                <a:solidFill>
                  <a:srgbClr val="000000"/>
                </a:solidFill>
                <a:latin typeface="Arial"/>
                <a:ea typeface="Arial"/>
                <a:cs typeface="Arial"/>
              </a:defRPr>
            </a:lvl4pPr>
            <a:lvl5pPr algn="r">
              <a:defRPr sz="1125" b="0">
                <a:solidFill>
                  <a:srgbClr val="000000"/>
                </a:solidFill>
                <a:latin typeface="Arial"/>
                <a:ea typeface="Arial"/>
                <a:cs typeface="Arial"/>
              </a:defRPr>
            </a:lvl5pPr>
            <a:lvl6pPr algn="r">
              <a:defRPr sz="1125" b="0">
                <a:solidFill>
                  <a:srgbClr val="000000"/>
                </a:solidFill>
                <a:latin typeface="Arial"/>
                <a:ea typeface="Arial"/>
                <a:cs typeface="Arial"/>
              </a:defRPr>
            </a:lvl6pPr>
            <a:lvl7pPr algn="r">
              <a:defRPr sz="1125" b="0">
                <a:solidFill>
                  <a:srgbClr val="000000"/>
                </a:solidFill>
                <a:latin typeface="Arial"/>
                <a:ea typeface="Arial"/>
                <a:cs typeface="Arial"/>
              </a:defRPr>
            </a:lvl7pPr>
            <a:lvl8pPr algn="r">
              <a:defRPr sz="1125" b="0">
                <a:solidFill>
                  <a:srgbClr val="000000"/>
                </a:solidFill>
                <a:latin typeface="Arial"/>
                <a:ea typeface="Arial"/>
                <a:cs typeface="Arial"/>
              </a:defRPr>
            </a:lvl8pPr>
            <a:lvl9pPr algn="r">
              <a:defRPr sz="1125" b="0">
                <a:solidFill>
                  <a:srgbClr val="000000"/>
                </a:solidFill>
                <a:latin typeface="Arial"/>
                <a:ea typeface="Arial"/>
                <a:cs typeface="Arial"/>
              </a:defRPr>
            </a:lvl9pPr>
          </a:lstStyle>
          <a:p>
            <a:pPr algn="r">
              <a:defRPr sz="1125" b="0">
                <a:solidFill>
                  <a:srgbClr val="000000"/>
                </a:solidFill>
                <a:latin typeface="Arial"/>
                <a:ea typeface="Arial"/>
                <a:cs typeface="Arial"/>
              </a:defRPr>
            </a:pPr>
            <a:r>
              <a:rPr sz="1125" b="0">
                <a:solidFill>
                  <a:srgbClr val="000000"/>
                </a:solidFill>
                <a:latin typeface="Arial"/>
                <a:ea typeface="Arial"/>
                <a:cs typeface="Arial"/>
              </a:rPr>
              <a:t>0</a:t>
            </a:r>
          </a:p>
        </p:txBody>
      </p:sp>
      <p:sp>
        <p:nvSpPr>
          <p:cNvPr id="74" name="line_073">
            <a:extLst>
              <a:ext uri="{FF2B5EF4-FFF2-40B4-BE49-F238E27FC236}">
                <ns2:creationId id="{274AD069-C3BA-43B6-BAC7-DD6E8DF95766}"/>
              </a:ext>
            </a:extLst>
          </p:cNvPr>
          <p:cNvSpPr>
            <a:spLocks noGrp="1"/>
          </p:cNvSpPr>
          <p:nvPr/>
        </p:nvSpPr>
        <p:spPr>
          <a:xfrm>
            <a:off x="6457950" y="1114425"/>
            <a:ext cx="36928" cy="95"/>
          </a:xfrm>
          <a:custGeom>
            <a:pathLst>
              <a:path w="38100" h="95">
                <a:moveTo>
                  <a:pt x="0" y="0"/>
                </a:moveTo>
                <a:lnTo>
                  <a:pt x="38100" y="0"/>
                </a:lnTo>
              </a:path>
            </a:pathLst>
          </a:custGeom>
          <a:noFill/>
          <a:ln w="9525">
            <a:solidFill>
              <a:srgbClr val="7B8790"/>
            </a:solidFill>
            <a:prstDash val="solid"/>
          </a:ln>
        </p:spPr>
      </p:sp>
      <p:sp>
        <p:nvSpPr>
          <p:cNvPr id="75" name="text_074">
            <a:extLst>
              <a:ext uri="{FF2B5EF4-FFF2-40B4-BE49-F238E27FC236}">
                <ns2:creationId id="{66C42432-BD1B-4327-9EE0-0CA68CB93BBC}"/>
              </a:ext>
            </a:extLst>
          </p:cNvPr>
          <p:cNvSpPr>
            <a:spLocks noGrp="1"/>
          </p:cNvSpPr>
          <p:nvPr/>
        </p:nvSpPr>
        <p:spPr>
          <a:xfrm rot="0">
            <a:off x="6190224" y="1019175"/>
            <a:ext cx="240030" cy="200025"/>
          </a:xfrm>
          <a:prstGeom prst="rect">
            <a:avLst/>
          </a:prstGeom>
          <a:noFill/>
          <a:ln w="0">
            <a:noFill/>
            <a:prstDash val="solid"/>
          </a:ln>
        </p:spPr>
        <p:txBody>
          <a:bodyPr wrap="none" lIns="0" tIns="0" rIns="0" bIns="0" anchor="t">
            <a:noAutofit/>
          </a:bodyPr>
          <a:lstStyle>
            <a:defPPr algn="r">
              <a:defRPr sz="1125" b="0">
                <a:solidFill>
                  <a:srgbClr val="000000"/>
                </a:solidFill>
                <a:latin typeface="Arial"/>
                <a:ea typeface="Arial"/>
                <a:cs typeface="Arial"/>
              </a:defRPr>
            </a:defPPr>
            <a:lvl1pPr algn="r">
              <a:defRPr sz="1125" b="0">
                <a:solidFill>
                  <a:srgbClr val="000000"/>
                </a:solidFill>
                <a:latin typeface="Arial"/>
                <a:ea typeface="Arial"/>
                <a:cs typeface="Arial"/>
              </a:defRPr>
            </a:lvl1pPr>
            <a:lvl2pPr algn="r">
              <a:defRPr sz="1125" b="0">
                <a:solidFill>
                  <a:srgbClr val="000000"/>
                </a:solidFill>
                <a:latin typeface="Arial"/>
                <a:ea typeface="Arial"/>
                <a:cs typeface="Arial"/>
              </a:defRPr>
            </a:lvl2pPr>
            <a:lvl3pPr algn="r">
              <a:defRPr sz="1125" b="0">
                <a:solidFill>
                  <a:srgbClr val="000000"/>
                </a:solidFill>
                <a:latin typeface="Arial"/>
                <a:ea typeface="Arial"/>
                <a:cs typeface="Arial"/>
              </a:defRPr>
            </a:lvl3pPr>
            <a:lvl4pPr algn="r">
              <a:defRPr sz="1125" b="0">
                <a:solidFill>
                  <a:srgbClr val="000000"/>
                </a:solidFill>
                <a:latin typeface="Arial"/>
                <a:ea typeface="Arial"/>
                <a:cs typeface="Arial"/>
              </a:defRPr>
            </a:lvl4pPr>
            <a:lvl5pPr algn="r">
              <a:defRPr sz="1125" b="0">
                <a:solidFill>
                  <a:srgbClr val="000000"/>
                </a:solidFill>
                <a:latin typeface="Arial"/>
                <a:ea typeface="Arial"/>
                <a:cs typeface="Arial"/>
              </a:defRPr>
            </a:lvl5pPr>
            <a:lvl6pPr algn="r">
              <a:defRPr sz="1125" b="0">
                <a:solidFill>
                  <a:srgbClr val="000000"/>
                </a:solidFill>
                <a:latin typeface="Arial"/>
                <a:ea typeface="Arial"/>
                <a:cs typeface="Arial"/>
              </a:defRPr>
            </a:lvl6pPr>
            <a:lvl7pPr algn="r">
              <a:defRPr sz="1125" b="0">
                <a:solidFill>
                  <a:srgbClr val="000000"/>
                </a:solidFill>
                <a:latin typeface="Arial"/>
                <a:ea typeface="Arial"/>
                <a:cs typeface="Arial"/>
              </a:defRPr>
            </a:lvl7pPr>
            <a:lvl8pPr algn="r">
              <a:defRPr sz="1125" b="0">
                <a:solidFill>
                  <a:srgbClr val="000000"/>
                </a:solidFill>
                <a:latin typeface="Arial"/>
                <a:ea typeface="Arial"/>
                <a:cs typeface="Arial"/>
              </a:defRPr>
            </a:lvl8pPr>
            <a:lvl9pPr algn="r">
              <a:defRPr sz="1125" b="0">
                <a:solidFill>
                  <a:srgbClr val="000000"/>
                </a:solidFill>
                <a:latin typeface="Arial"/>
                <a:ea typeface="Arial"/>
                <a:cs typeface="Arial"/>
              </a:defRPr>
            </a:lvl9pPr>
          </a:lstStyle>
          <a:p>
            <a:pPr algn="r">
              <a:defRPr sz="1125" b="0">
                <a:solidFill>
                  <a:srgbClr val="000000"/>
                </a:solidFill>
                <a:latin typeface="Arial"/>
                <a:ea typeface="Arial"/>
                <a:cs typeface="Arial"/>
              </a:defRPr>
            </a:pPr>
            <a:r>
              <a:rPr sz="1125" b="0">
                <a:solidFill>
                  <a:srgbClr val="000000"/>
                </a:solidFill>
                <a:latin typeface="Arial"/>
                <a:ea typeface="Arial"/>
                <a:cs typeface="Arial"/>
              </a:rPr>
              <a:t>0.5</a:t>
            </a:r>
          </a:p>
        </p:txBody>
      </p:sp>
      <p:sp>
        <p:nvSpPr>
          <p:cNvPr id="76" name="line_075">
            <a:extLst>
              <a:ext uri="{FF2B5EF4-FFF2-40B4-BE49-F238E27FC236}">
                <ns2:creationId id="{B566ACA4-175E-4B55-BC20-5CEC44DCA050}"/>
              </a:ext>
            </a:extLst>
          </p:cNvPr>
          <p:cNvSpPr>
            <a:spLocks noGrp="1"/>
          </p:cNvSpPr>
          <p:nvPr/>
        </p:nvSpPr>
        <p:spPr>
          <a:xfrm>
            <a:off x="6457950" y="438150"/>
            <a:ext cx="36928" cy="95"/>
          </a:xfrm>
          <a:custGeom>
            <a:pathLst>
              <a:path w="38100" h="95">
                <a:moveTo>
                  <a:pt x="0" y="0"/>
                </a:moveTo>
                <a:lnTo>
                  <a:pt x="38100" y="0"/>
                </a:lnTo>
              </a:path>
            </a:pathLst>
          </a:custGeom>
          <a:noFill/>
          <a:ln w="9525">
            <a:solidFill>
              <a:srgbClr val="7B8790"/>
            </a:solidFill>
            <a:prstDash val="solid"/>
          </a:ln>
        </p:spPr>
      </p:sp>
      <p:sp>
        <p:nvSpPr>
          <p:cNvPr id="77" name="text_076">
            <a:extLst>
              <a:ext uri="{FF2B5EF4-FFF2-40B4-BE49-F238E27FC236}">
                <ns2:creationId id="{9701DF8F-CFF6-47C9-89A4-3EEEAC329F5A}"/>
              </a:ext>
            </a:extLst>
          </p:cNvPr>
          <p:cNvSpPr>
            <a:spLocks noGrp="1"/>
          </p:cNvSpPr>
          <p:nvPr/>
        </p:nvSpPr>
        <p:spPr>
          <a:xfrm rot="0">
            <a:off x="6190224" y="342900"/>
            <a:ext cx="240030" cy="200025"/>
          </a:xfrm>
          <a:prstGeom prst="rect">
            <a:avLst/>
          </a:prstGeom>
          <a:noFill/>
          <a:ln w="0">
            <a:noFill/>
            <a:prstDash val="solid"/>
          </a:ln>
        </p:spPr>
        <p:txBody>
          <a:bodyPr wrap="none" lIns="0" tIns="0" rIns="0" bIns="0" anchor="t">
            <a:noAutofit/>
          </a:bodyPr>
          <a:lstStyle>
            <a:defPPr algn="r">
              <a:defRPr sz="1125" b="0">
                <a:solidFill>
                  <a:srgbClr val="000000"/>
                </a:solidFill>
                <a:latin typeface="Arial"/>
                <a:ea typeface="Arial"/>
                <a:cs typeface="Arial"/>
              </a:defRPr>
            </a:defPPr>
            <a:lvl1pPr algn="r">
              <a:defRPr sz="1125" b="0">
                <a:solidFill>
                  <a:srgbClr val="000000"/>
                </a:solidFill>
                <a:latin typeface="Arial"/>
                <a:ea typeface="Arial"/>
                <a:cs typeface="Arial"/>
              </a:defRPr>
            </a:lvl1pPr>
            <a:lvl2pPr algn="r">
              <a:defRPr sz="1125" b="0">
                <a:solidFill>
                  <a:srgbClr val="000000"/>
                </a:solidFill>
                <a:latin typeface="Arial"/>
                <a:ea typeface="Arial"/>
                <a:cs typeface="Arial"/>
              </a:defRPr>
            </a:lvl2pPr>
            <a:lvl3pPr algn="r">
              <a:defRPr sz="1125" b="0">
                <a:solidFill>
                  <a:srgbClr val="000000"/>
                </a:solidFill>
                <a:latin typeface="Arial"/>
                <a:ea typeface="Arial"/>
                <a:cs typeface="Arial"/>
              </a:defRPr>
            </a:lvl3pPr>
            <a:lvl4pPr algn="r">
              <a:defRPr sz="1125" b="0">
                <a:solidFill>
                  <a:srgbClr val="000000"/>
                </a:solidFill>
                <a:latin typeface="Arial"/>
                <a:ea typeface="Arial"/>
                <a:cs typeface="Arial"/>
              </a:defRPr>
            </a:lvl4pPr>
            <a:lvl5pPr algn="r">
              <a:defRPr sz="1125" b="0">
                <a:solidFill>
                  <a:srgbClr val="000000"/>
                </a:solidFill>
                <a:latin typeface="Arial"/>
                <a:ea typeface="Arial"/>
                <a:cs typeface="Arial"/>
              </a:defRPr>
            </a:lvl5pPr>
            <a:lvl6pPr algn="r">
              <a:defRPr sz="1125" b="0">
                <a:solidFill>
                  <a:srgbClr val="000000"/>
                </a:solidFill>
                <a:latin typeface="Arial"/>
                <a:ea typeface="Arial"/>
                <a:cs typeface="Arial"/>
              </a:defRPr>
            </a:lvl6pPr>
            <a:lvl7pPr algn="r">
              <a:defRPr sz="1125" b="0">
                <a:solidFill>
                  <a:srgbClr val="000000"/>
                </a:solidFill>
                <a:latin typeface="Arial"/>
                <a:ea typeface="Arial"/>
                <a:cs typeface="Arial"/>
              </a:defRPr>
            </a:lvl7pPr>
            <a:lvl8pPr algn="r">
              <a:defRPr sz="1125" b="0">
                <a:solidFill>
                  <a:srgbClr val="000000"/>
                </a:solidFill>
                <a:latin typeface="Arial"/>
                <a:ea typeface="Arial"/>
                <a:cs typeface="Arial"/>
              </a:defRPr>
            </a:lvl8pPr>
            <a:lvl9pPr algn="r">
              <a:defRPr sz="1125" b="0">
                <a:solidFill>
                  <a:srgbClr val="000000"/>
                </a:solidFill>
                <a:latin typeface="Arial"/>
                <a:ea typeface="Arial"/>
                <a:cs typeface="Arial"/>
              </a:defRPr>
            </a:lvl9pPr>
          </a:lstStyle>
          <a:p>
            <a:pPr algn="r">
              <a:defRPr sz="1125" b="0">
                <a:solidFill>
                  <a:srgbClr val="000000"/>
                </a:solidFill>
                <a:latin typeface="Arial"/>
                <a:ea typeface="Arial"/>
                <a:cs typeface="Arial"/>
              </a:defRPr>
            </a:pPr>
            <a:r>
              <a:rPr sz="1125" b="0">
                <a:solidFill>
                  <a:srgbClr val="000000"/>
                </a:solidFill>
                <a:latin typeface="Arial"/>
                <a:ea typeface="Arial"/>
                <a:cs typeface="Arial"/>
              </a:rPr>
              <a:t>1</a:t>
            </a:r>
          </a:p>
        </p:txBody>
      </p:sp>
      <p:sp>
        <p:nvSpPr>
          <p:cNvPr id="78" name="line_077">
            <a:extLst>
              <a:ext uri="{FF2B5EF4-FFF2-40B4-BE49-F238E27FC236}">
                <ns2:creationId id="{FDB60AAA-FD31-418D-A78D-CB9B8D0436BD}"/>
              </a:ext>
            </a:extLst>
          </p:cNvPr>
          <p:cNvSpPr>
            <a:spLocks noGrp="1"/>
          </p:cNvSpPr>
          <p:nvPr/>
        </p:nvSpPr>
        <p:spPr>
          <a:xfrm>
            <a:off x="6518862" y="1790700"/>
            <a:ext cx="92" cy="38100"/>
          </a:xfrm>
          <a:custGeom>
            <a:pathLst>
              <a:path w="95" h="38100">
                <a:moveTo>
                  <a:pt x="0" y="0"/>
                </a:moveTo>
                <a:lnTo>
                  <a:pt x="0" y="38100"/>
                </a:lnTo>
              </a:path>
            </a:pathLst>
          </a:custGeom>
          <a:noFill/>
          <a:ln w="9525">
            <a:solidFill>
              <a:srgbClr val="7B8790"/>
            </a:solidFill>
            <a:prstDash val="solid"/>
          </a:ln>
        </p:spPr>
      </p:sp>
      <p:sp>
        <p:nvSpPr>
          <p:cNvPr id="79" name="text_078">
            <a:extLst>
              <a:ext uri="{FF2B5EF4-FFF2-40B4-BE49-F238E27FC236}">
                <ns2:creationId id="{A1CAB620-3565-469B-8487-CB6207A13540}"/>
              </a:ext>
            </a:extLst>
          </p:cNvPr>
          <p:cNvSpPr>
            <a:spLocks noGrp="1"/>
          </p:cNvSpPr>
          <p:nvPr/>
        </p:nvSpPr>
        <p:spPr>
          <a:xfrm rot="0">
            <a:off x="6334224" y="1847850"/>
            <a:ext cx="369277" cy="209550"/>
          </a:xfrm>
          <a:prstGeom prst="rect">
            <a:avLst/>
          </a:prstGeom>
          <a:noFill/>
          <a:ln w="0">
            <a:noFill/>
            <a:prstDash val="solid"/>
          </a:ln>
        </p:spPr>
        <p:txBody>
          <a:bodyPr wrap="none" lIns="0" tIns="0" rIns="0" bIns="0" anchor="t">
            <a:noAutofit/>
          </a:bodyPr>
          <a:lstStyle>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a:pPr algn="ctr">
              <a:defRPr sz="1125" b="0">
                <a:solidFill>
                  <a:srgbClr val="000000"/>
                </a:solidFill>
                <a:latin typeface="Arial"/>
                <a:ea typeface="Arial"/>
                <a:cs typeface="Arial"/>
              </a:defRPr>
            </a:pPr>
            <a:r>
              <a:rPr sz="1125" b="0">
                <a:solidFill>
                  <a:srgbClr val="000000"/>
                </a:solidFill>
                <a:latin typeface="Arial"/>
                <a:ea typeface="Arial"/>
                <a:cs typeface="Arial"/>
              </a:rPr>
              <a:t>0</a:t>
            </a:r>
          </a:p>
        </p:txBody>
      </p:sp>
      <p:sp>
        <p:nvSpPr>
          <p:cNvPr id="80" name="line_079">
            <a:extLst>
              <a:ext uri="{FF2B5EF4-FFF2-40B4-BE49-F238E27FC236}">
                <ns2:creationId id="{D55E2353-CE59-4FE0-9C18-186BA2AE45F5}"/>
              </a:ext>
            </a:extLst>
          </p:cNvPr>
          <p:cNvSpPr>
            <a:spLocks noGrp="1"/>
          </p:cNvSpPr>
          <p:nvPr/>
        </p:nvSpPr>
        <p:spPr>
          <a:xfrm>
            <a:off x="7718108" y="1790700"/>
            <a:ext cx="92" cy="38100"/>
          </a:xfrm>
          <a:custGeom>
            <a:pathLst>
              <a:path w="95" h="38100">
                <a:moveTo>
                  <a:pt x="0" y="0"/>
                </a:moveTo>
                <a:lnTo>
                  <a:pt x="0" y="38100"/>
                </a:lnTo>
              </a:path>
            </a:pathLst>
          </a:custGeom>
          <a:noFill/>
          <a:ln w="9525">
            <a:solidFill>
              <a:srgbClr val="7B8790"/>
            </a:solidFill>
            <a:prstDash val="solid"/>
          </a:ln>
        </p:spPr>
      </p:sp>
      <p:sp>
        <p:nvSpPr>
          <p:cNvPr id="81" name="text_080">
            <a:extLst>
              <a:ext uri="{FF2B5EF4-FFF2-40B4-BE49-F238E27FC236}">
                <ns2:creationId id="{A4002257-4D2F-4721-87F7-C5928883210F}"/>
              </a:ext>
            </a:extLst>
          </p:cNvPr>
          <p:cNvSpPr>
            <a:spLocks noGrp="1"/>
          </p:cNvSpPr>
          <p:nvPr/>
        </p:nvSpPr>
        <p:spPr>
          <a:xfrm rot="0">
            <a:off x="7533470" y="1847850"/>
            <a:ext cx="369277" cy="209550"/>
          </a:xfrm>
          <a:prstGeom prst="rect">
            <a:avLst/>
          </a:prstGeom>
          <a:noFill/>
          <a:ln w="0">
            <a:noFill/>
            <a:prstDash val="solid"/>
          </a:ln>
        </p:spPr>
        <p:txBody>
          <a:bodyPr wrap="none" lIns="0" tIns="0" rIns="0" bIns="0" anchor="t">
            <a:noAutofit/>
          </a:bodyPr>
          <a:lstStyle>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a:pPr algn="ctr">
              <a:defRPr sz="1125" b="0">
                <a:solidFill>
                  <a:srgbClr val="000000"/>
                </a:solidFill>
                <a:latin typeface="Arial"/>
                <a:ea typeface="Arial"/>
                <a:cs typeface="Arial"/>
              </a:defRPr>
            </a:pPr>
            <a:r>
              <a:rPr sz="1125" b="0">
                <a:solidFill>
                  <a:srgbClr val="000000"/>
                </a:solidFill>
                <a:latin typeface="Arial"/>
                <a:ea typeface="Arial"/>
                <a:cs typeface="Arial"/>
              </a:rPr>
              <a:t>25</a:t>
            </a:r>
          </a:p>
        </p:txBody>
      </p:sp>
      <p:sp>
        <p:nvSpPr>
          <p:cNvPr id="82" name="line_081">
            <a:extLst>
              <a:ext uri="{FF2B5EF4-FFF2-40B4-BE49-F238E27FC236}">
                <ns2:creationId id="{7A75AE35-B703-4F67-B35C-D8154814A0FE}"/>
              </a:ext>
            </a:extLst>
          </p:cNvPr>
          <p:cNvSpPr>
            <a:spLocks noGrp="1"/>
          </p:cNvSpPr>
          <p:nvPr/>
        </p:nvSpPr>
        <p:spPr>
          <a:xfrm>
            <a:off x="8965322" y="1790700"/>
            <a:ext cx="92" cy="38100"/>
          </a:xfrm>
          <a:custGeom>
            <a:pathLst>
              <a:path w="95" h="38100">
                <a:moveTo>
                  <a:pt x="0" y="0"/>
                </a:moveTo>
                <a:lnTo>
                  <a:pt x="0" y="38100"/>
                </a:lnTo>
              </a:path>
            </a:pathLst>
          </a:custGeom>
          <a:noFill/>
          <a:ln w="9525">
            <a:solidFill>
              <a:srgbClr val="7B8790"/>
            </a:solidFill>
            <a:prstDash val="solid"/>
          </a:ln>
        </p:spPr>
      </p:sp>
      <p:sp>
        <p:nvSpPr>
          <p:cNvPr id="83" name="text_082">
            <a:extLst>
              <a:ext uri="{FF2B5EF4-FFF2-40B4-BE49-F238E27FC236}">
                <ns2:creationId id="{F4A28DFD-1145-44DB-96BA-491512ED308F}"/>
              </a:ext>
            </a:extLst>
          </p:cNvPr>
          <p:cNvSpPr>
            <a:spLocks noGrp="1"/>
          </p:cNvSpPr>
          <p:nvPr/>
        </p:nvSpPr>
        <p:spPr>
          <a:xfrm rot="0">
            <a:off x="8780683" y="1847850"/>
            <a:ext cx="369277" cy="209550"/>
          </a:xfrm>
          <a:prstGeom prst="rect">
            <a:avLst/>
          </a:prstGeom>
          <a:noFill/>
          <a:ln w="0">
            <a:noFill/>
            <a:prstDash val="solid"/>
          </a:ln>
        </p:spPr>
        <p:txBody>
          <a:bodyPr wrap="none" lIns="0" tIns="0" rIns="0" bIns="0" anchor="t">
            <a:noAutofit/>
          </a:bodyPr>
          <a:lstStyle>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a:pPr algn="ctr">
              <a:defRPr sz="1125" b="0">
                <a:solidFill>
                  <a:srgbClr val="000000"/>
                </a:solidFill>
                <a:latin typeface="Arial"/>
                <a:ea typeface="Arial"/>
                <a:cs typeface="Arial"/>
              </a:defRPr>
            </a:pPr>
            <a:r>
              <a:rPr sz="1125" b="0">
                <a:solidFill>
                  <a:srgbClr val="000000"/>
                </a:solidFill>
                <a:latin typeface="Arial"/>
                <a:ea typeface="Arial"/>
                <a:cs typeface="Arial"/>
              </a:rPr>
              <a:t>51</a:t>
            </a:r>
          </a:p>
        </p:txBody>
      </p:sp>
      <p:sp>
        <p:nvSpPr>
          <p:cNvPr id="84" name="line_083">
            <a:extLst>
              <a:ext uri="{FF2B5EF4-FFF2-40B4-BE49-F238E27FC236}">
                <ns2:creationId id="{FAB17A6A-4FB9-43C4-B01B-DBD3724BCB9B}"/>
              </a:ext>
            </a:extLst>
          </p:cNvPr>
          <p:cNvSpPr>
            <a:spLocks noGrp="1"/>
          </p:cNvSpPr>
          <p:nvPr/>
        </p:nvSpPr>
        <p:spPr>
          <a:xfrm>
            <a:off x="10116597" y="1790700"/>
            <a:ext cx="92" cy="38100"/>
          </a:xfrm>
          <a:custGeom>
            <a:pathLst>
              <a:path w="95" h="38100">
                <a:moveTo>
                  <a:pt x="0" y="0"/>
                </a:moveTo>
                <a:lnTo>
                  <a:pt x="0" y="38100"/>
                </a:lnTo>
              </a:path>
            </a:pathLst>
          </a:custGeom>
          <a:noFill/>
          <a:ln w="9525">
            <a:solidFill>
              <a:srgbClr val="7B8790"/>
            </a:solidFill>
            <a:prstDash val="solid"/>
          </a:ln>
        </p:spPr>
      </p:sp>
      <p:sp>
        <p:nvSpPr>
          <p:cNvPr id="85" name="text_084">
            <a:extLst>
              <a:ext uri="{FF2B5EF4-FFF2-40B4-BE49-F238E27FC236}">
                <ns2:creationId id="{77B0BDA2-404F-47E6-8FA5-186CC4075436}"/>
              </a:ext>
            </a:extLst>
          </p:cNvPr>
          <p:cNvSpPr>
            <a:spLocks noGrp="1"/>
          </p:cNvSpPr>
          <p:nvPr/>
        </p:nvSpPr>
        <p:spPr>
          <a:xfrm rot="0">
            <a:off x="9931959" y="1847850"/>
            <a:ext cx="369277" cy="209550"/>
          </a:xfrm>
          <a:prstGeom prst="rect">
            <a:avLst/>
          </a:prstGeom>
          <a:noFill/>
          <a:ln w="0">
            <a:noFill/>
            <a:prstDash val="solid"/>
          </a:ln>
        </p:spPr>
        <p:txBody>
          <a:bodyPr wrap="none" lIns="0" tIns="0" rIns="0" bIns="0" anchor="t">
            <a:noAutofit/>
          </a:bodyPr>
          <a:lstStyle>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a:pPr algn="ctr">
              <a:defRPr sz="1125" b="0">
                <a:solidFill>
                  <a:srgbClr val="000000"/>
                </a:solidFill>
                <a:latin typeface="Arial"/>
                <a:ea typeface="Arial"/>
                <a:cs typeface="Arial"/>
              </a:defRPr>
            </a:pPr>
            <a:r>
              <a:rPr sz="1125" b="0">
                <a:solidFill>
                  <a:srgbClr val="000000"/>
                </a:solidFill>
                <a:latin typeface="Arial"/>
                <a:ea typeface="Arial"/>
                <a:cs typeface="Arial"/>
              </a:rPr>
              <a:t>75</a:t>
            </a:r>
          </a:p>
        </p:txBody>
      </p:sp>
      <p:sp>
        <p:nvSpPr>
          <p:cNvPr id="86" name="line_085">
            <a:extLst>
              <a:ext uri="{FF2B5EF4-FFF2-40B4-BE49-F238E27FC236}">
                <ns2:creationId id="{8DB6B261-4CF6-42C4-BE15-0FF0AD645CDB}"/>
              </a:ext>
            </a:extLst>
          </p:cNvPr>
          <p:cNvSpPr>
            <a:spLocks noGrp="1"/>
          </p:cNvSpPr>
          <p:nvPr/>
        </p:nvSpPr>
        <p:spPr>
          <a:xfrm>
            <a:off x="11363812" y="1790700"/>
            <a:ext cx="92" cy="38100"/>
          </a:xfrm>
          <a:custGeom>
            <a:pathLst>
              <a:path w="95" h="38100">
                <a:moveTo>
                  <a:pt x="0" y="0"/>
                </a:moveTo>
                <a:lnTo>
                  <a:pt x="0" y="38100"/>
                </a:lnTo>
              </a:path>
            </a:pathLst>
          </a:custGeom>
          <a:noFill/>
          <a:ln w="9525">
            <a:solidFill>
              <a:srgbClr val="7B8790"/>
            </a:solidFill>
            <a:prstDash val="solid"/>
          </a:ln>
        </p:spPr>
      </p:sp>
      <p:sp>
        <p:nvSpPr>
          <p:cNvPr id="87" name="text_086">
            <a:extLst>
              <a:ext uri="{FF2B5EF4-FFF2-40B4-BE49-F238E27FC236}">
                <ns2:creationId id="{51E44707-F784-4E15-91DF-6EBC5D7777D3}"/>
              </a:ext>
            </a:extLst>
          </p:cNvPr>
          <p:cNvSpPr>
            <a:spLocks noGrp="1"/>
          </p:cNvSpPr>
          <p:nvPr/>
        </p:nvSpPr>
        <p:spPr>
          <a:xfrm rot="0">
            <a:off x="11179174" y="1847850"/>
            <a:ext cx="369277" cy="209550"/>
          </a:xfrm>
          <a:prstGeom prst="rect">
            <a:avLst/>
          </a:prstGeom>
          <a:noFill/>
          <a:ln w="0">
            <a:noFill/>
            <a:prstDash val="solid"/>
          </a:ln>
        </p:spPr>
        <p:txBody>
          <a:bodyPr wrap="none" lIns="0" tIns="0" rIns="0" bIns="0" anchor="t">
            <a:noAutofit/>
          </a:bodyPr>
          <a:lstStyle>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a:pPr algn="ctr">
              <a:defRPr sz="1125" b="0">
                <a:solidFill>
                  <a:srgbClr val="000000"/>
                </a:solidFill>
                <a:latin typeface="Arial"/>
                <a:ea typeface="Arial"/>
                <a:cs typeface="Arial"/>
              </a:defRPr>
            </a:pPr>
            <a:r>
              <a:rPr sz="1125" b="0">
                <a:solidFill>
                  <a:srgbClr val="000000"/>
                </a:solidFill>
                <a:latin typeface="Arial"/>
                <a:ea typeface="Arial"/>
                <a:cs typeface="Arial"/>
              </a:rPr>
              <a:t>101</a:t>
            </a:r>
          </a:p>
        </p:txBody>
      </p:sp>
      <p:sp>
        <p:nvSpPr>
          <p:cNvPr id="88" name="line_087">
            <a:extLst>
              <a:ext uri="{FF2B5EF4-FFF2-40B4-BE49-F238E27FC236}">
                <ns2:creationId id="{90B96168-3CCF-4220-BCB2-6FF6207CD6E6}"/>
              </a:ext>
            </a:extLst>
          </p:cNvPr>
          <p:cNvSpPr>
            <a:spLocks noGrp="1"/>
          </p:cNvSpPr>
          <p:nvPr/>
        </p:nvSpPr>
        <p:spPr>
          <a:xfrm>
            <a:off x="6518862" y="438150"/>
            <a:ext cx="92" cy="1352550"/>
          </a:xfrm>
          <a:custGeom>
            <a:pathLst>
              <a:path w="95" h="1352550">
                <a:moveTo>
                  <a:pt x="0" y="0"/>
                </a:moveTo>
                <a:lnTo>
                  <a:pt x="0" y="1352550"/>
                </a:lnTo>
              </a:path>
            </a:pathLst>
          </a:custGeom>
          <a:noFill/>
          <a:ln w="6668">
            <a:solidFill>
              <a:srgbClr val="7B8790"/>
            </a:solidFill>
            <a:prstDash val="dash"/>
          </a:ln>
        </p:spPr>
      </p:sp>
      <p:sp>
        <p:nvSpPr>
          <p:cNvPr id="89" name="line_088">
            <a:extLst>
              <a:ext uri="{FF2B5EF4-FFF2-40B4-BE49-F238E27FC236}">
                <ns2:creationId id="{A201F905-093F-4AC3-9781-564FB0C6D546}"/>
              </a:ext>
            </a:extLst>
          </p:cNvPr>
          <p:cNvSpPr>
            <a:spLocks noGrp="1"/>
          </p:cNvSpPr>
          <p:nvPr/>
        </p:nvSpPr>
        <p:spPr>
          <a:xfrm>
            <a:off x="8965322" y="438150"/>
            <a:ext cx="92" cy="1352550"/>
          </a:xfrm>
          <a:custGeom>
            <a:pathLst>
              <a:path w="95" h="1352550">
                <a:moveTo>
                  <a:pt x="0" y="0"/>
                </a:moveTo>
                <a:lnTo>
                  <a:pt x="0" y="1352550"/>
                </a:lnTo>
              </a:path>
            </a:pathLst>
          </a:custGeom>
          <a:noFill/>
          <a:ln w="6668">
            <a:solidFill>
              <a:srgbClr val="7B8790"/>
            </a:solidFill>
            <a:prstDash val="dash"/>
          </a:ln>
        </p:spPr>
      </p:sp>
      <p:sp>
        <p:nvSpPr>
          <p:cNvPr id="90" name="line_089">
            <a:extLst>
              <a:ext uri="{FF2B5EF4-FFF2-40B4-BE49-F238E27FC236}">
                <ns2:creationId id="{F9EDF745-8F54-41DE-B28C-B116443C5E05}"/>
              </a:ext>
            </a:extLst>
          </p:cNvPr>
          <p:cNvSpPr>
            <a:spLocks noGrp="1"/>
          </p:cNvSpPr>
          <p:nvPr/>
        </p:nvSpPr>
        <p:spPr>
          <a:xfrm>
            <a:off x="11363812" y="438150"/>
            <a:ext cx="92" cy="1352550"/>
          </a:xfrm>
          <a:custGeom>
            <a:pathLst>
              <a:path w="95" h="1352550">
                <a:moveTo>
                  <a:pt x="0" y="0"/>
                </a:moveTo>
                <a:lnTo>
                  <a:pt x="0" y="1352550"/>
                </a:lnTo>
              </a:path>
            </a:pathLst>
          </a:custGeom>
          <a:noFill/>
          <a:ln w="6668">
            <a:solidFill>
              <a:srgbClr val="7B8790"/>
            </a:solidFill>
            <a:prstDash val="dash"/>
          </a:ln>
        </p:spPr>
      </p:sp>
      <p:sp>
        <p:nvSpPr>
          <p:cNvPr id="92" name="text_091">
            <a:extLst>
              <a:ext uri="{FF2B5EF4-FFF2-40B4-BE49-F238E27FC236}">
                <ns2:creationId id="{48A89672-975B-4B59-A5AD-B26D2076358A}"/>
              </a:ext>
            </a:extLst>
          </p:cNvPr>
          <p:cNvSpPr>
            <a:spLocks noGrp="1"/>
          </p:cNvSpPr>
          <p:nvPr/>
        </p:nvSpPr>
        <p:spPr>
          <a:xfrm rot="0">
            <a:off x="8295103" y="2057400"/>
            <a:ext cx="1292469" cy="209550"/>
          </a:xfrm>
          <a:prstGeom prst="rect">
            <a:avLst/>
          </a:prstGeom>
          <a:noFill/>
          <a:ln w="0">
            <a:noFill/>
            <a:prstDash val="solid"/>
          </a:ln>
        </p:spPr>
        <p:txBody>
          <a:bodyPr wrap="none" lIns="0" tIns="0" rIns="0" bIns="0" anchor="t">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Time (frame)</a:t>
            </a:r>
          </a:p>
        </p:txBody>
      </p:sp>
      <p:pic>
        <p:nvPicPr>
          <p:cNvPr id="93" name="">
            <a:extLst>
              <a:ext uri="{FF2B5EF4-FFF2-40B4-BE49-F238E27FC236}">
                <ns2:creationId id="{0BD3CF15-B0DA-4A6F-ADB5-F41180AA0844}"/>
              </a:ext>
            </a:extLst>
          </p:cNvPr>
          <p:cNvPicPr>
            <a:picLocks noChangeAspect="1"/>
          </p:cNvPicPr>
          <p:nvPr/>
        </p:nvPicPr>
        <p:blipFill>
          <a:blip ns3:embed="R2b4eca6935d043f3"/>
          <a:stretch/>
        </p:blipFill>
        <p:spPr>
          <a:xfrm>
            <a:off x="3771900" y="2381250"/>
            <a:ext cx="4286250" cy="104775"/>
          </a:xfrm>
          <a:prstGeom prst="rect">
            <a:avLst/>
          </a:prstGeom>
        </p:spPr>
      </p:pic>
      <p:sp>
        <p:nvSpPr>
          <p:cNvPr id="94" name="text_093">
            <a:extLst>
              <a:ext uri="{FF2B5EF4-FFF2-40B4-BE49-F238E27FC236}">
                <ns2:creationId id="{EE407924-CE5A-46D0-8870-B750F9952F96}"/>
              </a:ext>
            </a:extLst>
          </p:cNvPr>
          <p:cNvSpPr>
            <a:spLocks noGrp="1"/>
          </p:cNvSpPr>
          <p:nvPr/>
        </p:nvSpPr>
        <p:spPr>
          <a:xfrm rot="0">
            <a:off x="3448050" y="2305050"/>
            <a:ext cx="285750" cy="238125"/>
          </a:xfrm>
          <a:prstGeom prst="rect">
            <a:avLst/>
          </a:prstGeom>
          <a:noFill/>
          <a:ln w="0">
            <a:noFill/>
            <a:prstDash val="solid"/>
          </a:ln>
        </p:spPr>
        <p:txBody>
          <a:bodyPr wrap="none" lIns="0" tIns="0" rIns="0" bIns="0" anchor="t">
            <a:noAutofit/>
          </a:bodyPr>
          <a:lstStyle>
            <a:defPPr algn="l">
              <a:defRPr sz="1425" b="1">
                <a:solidFill>
                  <a:srgbClr val="000000"/>
                </a:solidFill>
                <a:latin typeface="Arial"/>
                <a:ea typeface="Arial"/>
                <a:cs typeface="Arial"/>
              </a:defRPr>
            </a:defPPr>
            <a:lvl1pPr algn="l">
              <a:defRPr sz="1425" b="1">
                <a:solidFill>
                  <a:srgbClr val="000000"/>
                </a:solidFill>
                <a:latin typeface="Arial"/>
                <a:ea typeface="Arial"/>
                <a:cs typeface="Arial"/>
              </a:defRPr>
            </a:lvl1pPr>
            <a:lvl2pPr algn="l">
              <a:defRPr sz="1425" b="1">
                <a:solidFill>
                  <a:srgbClr val="000000"/>
                </a:solidFill>
                <a:latin typeface="Arial"/>
                <a:ea typeface="Arial"/>
                <a:cs typeface="Arial"/>
              </a:defRPr>
            </a:lvl2pPr>
            <a:lvl3pPr algn="l">
              <a:defRPr sz="1425" b="1">
                <a:solidFill>
                  <a:srgbClr val="000000"/>
                </a:solidFill>
                <a:latin typeface="Arial"/>
                <a:ea typeface="Arial"/>
                <a:cs typeface="Arial"/>
              </a:defRPr>
            </a:lvl3pPr>
            <a:lvl4pPr algn="l">
              <a:defRPr sz="1425" b="1">
                <a:solidFill>
                  <a:srgbClr val="000000"/>
                </a:solidFill>
                <a:latin typeface="Arial"/>
                <a:ea typeface="Arial"/>
                <a:cs typeface="Arial"/>
              </a:defRPr>
            </a:lvl4pPr>
            <a:lvl5pPr algn="l">
              <a:defRPr sz="1425" b="1">
                <a:solidFill>
                  <a:srgbClr val="000000"/>
                </a:solidFill>
                <a:latin typeface="Arial"/>
                <a:ea typeface="Arial"/>
                <a:cs typeface="Arial"/>
              </a:defRPr>
            </a:lvl5pPr>
            <a:lvl6pPr algn="l">
              <a:defRPr sz="1425" b="1">
                <a:solidFill>
                  <a:srgbClr val="000000"/>
                </a:solidFill>
                <a:latin typeface="Arial"/>
                <a:ea typeface="Arial"/>
                <a:cs typeface="Arial"/>
              </a:defRPr>
            </a:lvl6pPr>
            <a:lvl7pPr algn="l">
              <a:defRPr sz="1425" b="1">
                <a:solidFill>
                  <a:srgbClr val="000000"/>
                </a:solidFill>
                <a:latin typeface="Arial"/>
                <a:ea typeface="Arial"/>
                <a:cs typeface="Arial"/>
              </a:defRPr>
            </a:lvl7pPr>
            <a:lvl8pPr algn="l">
              <a:defRPr sz="1425" b="1">
                <a:solidFill>
                  <a:srgbClr val="000000"/>
                </a:solidFill>
                <a:latin typeface="Arial"/>
                <a:ea typeface="Arial"/>
                <a:cs typeface="Arial"/>
              </a:defRPr>
            </a:lvl8pPr>
            <a:lvl9pPr algn="l">
              <a:defRPr sz="1425" b="1">
                <a:solidFill>
                  <a:srgbClr val="000000"/>
                </a:solidFill>
                <a:latin typeface="Arial"/>
                <a:ea typeface="Arial"/>
                <a:cs typeface="Arial"/>
              </a:defRPr>
            </a:lvl9pPr>
          </a:lstStyle>
          <a:p>
            <a:pPr algn="l">
              <a:defRPr sz="1425" b="1">
                <a:solidFill>
                  <a:srgbClr val="000000"/>
                </a:solidFill>
                <a:latin typeface="Arial"/>
                <a:ea typeface="Arial"/>
                <a:cs typeface="Arial"/>
              </a:defRPr>
            </a:pPr>
            <a:r>
              <a:rPr sz="1425" b="1">
                <a:solidFill>
                  <a:srgbClr val="000000"/>
                </a:solidFill>
                <a:latin typeface="Arial"/>
                <a:ea typeface="Arial"/>
                <a:cs typeface="Arial"/>
              </a:rPr>
              <a:t>Q</a:t>
            </a:r>
          </a:p>
        </p:txBody>
      </p:sp>
      <p:sp>
        <p:nvSpPr>
          <p:cNvPr id="95" name="line_094">
            <a:extLst>
              <a:ext uri="{FF2B5EF4-FFF2-40B4-BE49-F238E27FC236}">
                <ns2:creationId id="{432781C9-2174-42BD-8D34-B9F944F711AC}"/>
              </a:ext>
            </a:extLst>
          </p:cNvPr>
          <p:cNvSpPr>
            <a:spLocks noGrp="1"/>
          </p:cNvSpPr>
          <p:nvPr/>
        </p:nvSpPr>
        <p:spPr>
          <a:xfrm>
            <a:off x="3777074" y="2486025"/>
            <a:ext cx="95" cy="38100"/>
          </a:xfrm>
          <a:custGeom>
            <a:pathLst>
              <a:path w="95" h="38100">
                <a:moveTo>
                  <a:pt x="0" y="0"/>
                </a:moveTo>
                <a:lnTo>
                  <a:pt x="0" y="38100"/>
                </a:lnTo>
              </a:path>
            </a:pathLst>
          </a:custGeom>
          <a:noFill/>
          <a:ln w="7620">
            <a:solidFill>
              <a:srgbClr val="7B8790"/>
            </a:solidFill>
            <a:prstDash val="solid"/>
          </a:ln>
        </p:spPr>
      </p:sp>
      <p:sp>
        <p:nvSpPr>
          <p:cNvPr id="96" name="text_095">
            <a:extLst>
              <a:ext uri="{FF2B5EF4-FFF2-40B4-BE49-F238E27FC236}">
                <ns2:creationId id="{61106ADF-1D54-43D6-84A2-2992DD46C7D1}"/>
              </a:ext>
            </a:extLst>
          </p:cNvPr>
          <p:cNvSpPr>
            <a:spLocks noGrp="1"/>
          </p:cNvSpPr>
          <p:nvPr/>
        </p:nvSpPr>
        <p:spPr>
          <a:xfrm rot="0">
            <a:off x="3519899" y="2543175"/>
            <a:ext cx="514350" cy="190500"/>
          </a:xfrm>
          <a:prstGeom prst="rect">
            <a:avLst/>
          </a:prstGeom>
          <a:noFill/>
          <a:ln w="0">
            <a:noFill/>
            <a:prstDash val="solid"/>
          </a:ln>
        </p:spPr>
        <p:txBody>
          <a:bodyPr wrap="none" lIns="0" tIns="0" rIns="0" bIns="0" anchor="t">
            <a:noAutofit/>
          </a:bodyPr>
          <a:lstStyle>
            <a:defPPr algn="ctr">
              <a:defRPr sz="1050" b="0">
                <a:solidFill>
                  <a:srgbClr val="000000"/>
                </a:solidFill>
                <a:latin typeface="Arial"/>
                <a:ea typeface="Arial"/>
                <a:cs typeface="Arial"/>
              </a:defRPr>
            </a:defPPr>
            <a:lvl1pPr algn="ctr">
              <a:defRPr sz="1050" b="0">
                <a:solidFill>
                  <a:srgbClr val="000000"/>
                </a:solidFill>
                <a:latin typeface="Arial"/>
                <a:ea typeface="Arial"/>
                <a:cs typeface="Arial"/>
              </a:defRPr>
            </a:lvl1pPr>
            <a:lvl2pPr algn="ctr">
              <a:defRPr sz="1050" b="0">
                <a:solidFill>
                  <a:srgbClr val="000000"/>
                </a:solidFill>
                <a:latin typeface="Arial"/>
                <a:ea typeface="Arial"/>
                <a:cs typeface="Arial"/>
              </a:defRPr>
            </a:lvl2pPr>
            <a:lvl3pPr algn="ctr">
              <a:defRPr sz="1050" b="0">
                <a:solidFill>
                  <a:srgbClr val="000000"/>
                </a:solidFill>
                <a:latin typeface="Arial"/>
                <a:ea typeface="Arial"/>
                <a:cs typeface="Arial"/>
              </a:defRPr>
            </a:lvl3pPr>
            <a:lvl4pPr algn="ctr">
              <a:defRPr sz="1050" b="0">
                <a:solidFill>
                  <a:srgbClr val="000000"/>
                </a:solidFill>
                <a:latin typeface="Arial"/>
                <a:ea typeface="Arial"/>
                <a:cs typeface="Arial"/>
              </a:defRPr>
            </a:lvl4pPr>
            <a:lvl5pPr algn="ctr">
              <a:defRPr sz="1050" b="0">
                <a:solidFill>
                  <a:srgbClr val="000000"/>
                </a:solidFill>
                <a:latin typeface="Arial"/>
                <a:ea typeface="Arial"/>
                <a:cs typeface="Arial"/>
              </a:defRPr>
            </a:lvl5pPr>
            <a:lvl6pPr algn="ctr">
              <a:defRPr sz="1050" b="0">
                <a:solidFill>
                  <a:srgbClr val="000000"/>
                </a:solidFill>
                <a:latin typeface="Arial"/>
                <a:ea typeface="Arial"/>
                <a:cs typeface="Arial"/>
              </a:defRPr>
            </a:lvl6pPr>
            <a:lvl7pPr algn="ctr">
              <a:defRPr sz="1050" b="0">
                <a:solidFill>
                  <a:srgbClr val="000000"/>
                </a:solidFill>
                <a:latin typeface="Arial"/>
                <a:ea typeface="Arial"/>
                <a:cs typeface="Arial"/>
              </a:defRPr>
            </a:lvl7pPr>
            <a:lvl8pPr algn="ctr">
              <a:defRPr sz="1050" b="0">
                <a:solidFill>
                  <a:srgbClr val="000000"/>
                </a:solidFill>
                <a:latin typeface="Arial"/>
                <a:ea typeface="Arial"/>
                <a:cs typeface="Arial"/>
              </a:defRPr>
            </a:lvl8pPr>
            <a:lvl9pPr algn="ctr">
              <a:defRPr sz="1050" b="0">
                <a:solidFill>
                  <a:srgbClr val="000000"/>
                </a:solidFill>
                <a:latin typeface="Arial"/>
                <a:ea typeface="Arial"/>
                <a:cs typeface="Arial"/>
              </a:defRPr>
            </a:lvl9pPr>
          </a:lstStyle>
          <a:p>
            <a:pPr algn="ctr">
              <a:defRPr sz="1050" b="0">
                <a:solidFill>
                  <a:srgbClr val="000000"/>
                </a:solidFill>
                <a:latin typeface="Arial"/>
                <a:ea typeface="Arial"/>
                <a:cs typeface="Arial"/>
              </a:defRPr>
            </a:pPr>
            <a:r>
              <a:rPr sz="1050" b="0">
                <a:solidFill>
                  <a:srgbClr val="000000"/>
                </a:solidFill>
                <a:latin typeface="Arial"/>
                <a:ea typeface="Arial"/>
                <a:cs typeface="Arial"/>
              </a:rPr>
              <a:t>-20</a:t>
            </a:r>
          </a:p>
        </p:txBody>
      </p:sp>
      <p:sp>
        <p:nvSpPr>
          <p:cNvPr id="97" name="line_096">
            <a:extLst>
              <a:ext uri="{FF2B5EF4-FFF2-40B4-BE49-F238E27FC236}">
                <ns2:creationId id="{160BACE5-0CC5-4E4E-BD09-65A5A767D4C3}"/>
              </a:ext>
            </a:extLst>
          </p:cNvPr>
          <p:cNvSpPr>
            <a:spLocks noGrp="1"/>
          </p:cNvSpPr>
          <p:nvPr/>
        </p:nvSpPr>
        <p:spPr>
          <a:xfrm>
            <a:off x="4453664" y="2486025"/>
            <a:ext cx="95" cy="38100"/>
          </a:xfrm>
          <a:custGeom>
            <a:pathLst>
              <a:path w="95" h="38100">
                <a:moveTo>
                  <a:pt x="0" y="0"/>
                </a:moveTo>
                <a:lnTo>
                  <a:pt x="0" y="38100"/>
                </a:lnTo>
              </a:path>
            </a:pathLst>
          </a:custGeom>
          <a:noFill/>
          <a:ln w="7620">
            <a:solidFill>
              <a:srgbClr val="7B8790"/>
            </a:solidFill>
            <a:prstDash val="solid"/>
          </a:ln>
        </p:spPr>
      </p:sp>
      <p:sp>
        <p:nvSpPr>
          <p:cNvPr id="98" name="text_097">
            <a:extLst>
              <a:ext uri="{FF2B5EF4-FFF2-40B4-BE49-F238E27FC236}">
                <ns2:creationId id="{AFC1F400-0836-4C52-9CCF-4DCD339F8FAE}"/>
              </a:ext>
            </a:extLst>
          </p:cNvPr>
          <p:cNvSpPr>
            <a:spLocks noGrp="1"/>
          </p:cNvSpPr>
          <p:nvPr/>
        </p:nvSpPr>
        <p:spPr>
          <a:xfrm rot="0">
            <a:off x="4196489" y="2543175"/>
            <a:ext cx="514350" cy="190500"/>
          </a:xfrm>
          <a:prstGeom prst="rect">
            <a:avLst/>
          </a:prstGeom>
          <a:noFill/>
          <a:ln w="0">
            <a:noFill/>
            <a:prstDash val="solid"/>
          </a:ln>
        </p:spPr>
        <p:txBody>
          <a:bodyPr wrap="none" lIns="0" tIns="0" rIns="0" bIns="0" anchor="t">
            <a:noAutofit/>
          </a:bodyPr>
          <a:lstStyle>
            <a:defPPr algn="ctr">
              <a:defRPr sz="1050" b="0">
                <a:solidFill>
                  <a:srgbClr val="000000"/>
                </a:solidFill>
                <a:latin typeface="Arial"/>
                <a:ea typeface="Arial"/>
                <a:cs typeface="Arial"/>
              </a:defRPr>
            </a:defPPr>
            <a:lvl1pPr algn="ctr">
              <a:defRPr sz="1050" b="0">
                <a:solidFill>
                  <a:srgbClr val="000000"/>
                </a:solidFill>
                <a:latin typeface="Arial"/>
                <a:ea typeface="Arial"/>
                <a:cs typeface="Arial"/>
              </a:defRPr>
            </a:lvl1pPr>
            <a:lvl2pPr algn="ctr">
              <a:defRPr sz="1050" b="0">
                <a:solidFill>
                  <a:srgbClr val="000000"/>
                </a:solidFill>
                <a:latin typeface="Arial"/>
                <a:ea typeface="Arial"/>
                <a:cs typeface="Arial"/>
              </a:defRPr>
            </a:lvl2pPr>
            <a:lvl3pPr algn="ctr">
              <a:defRPr sz="1050" b="0">
                <a:solidFill>
                  <a:srgbClr val="000000"/>
                </a:solidFill>
                <a:latin typeface="Arial"/>
                <a:ea typeface="Arial"/>
                <a:cs typeface="Arial"/>
              </a:defRPr>
            </a:lvl3pPr>
            <a:lvl4pPr algn="ctr">
              <a:defRPr sz="1050" b="0">
                <a:solidFill>
                  <a:srgbClr val="000000"/>
                </a:solidFill>
                <a:latin typeface="Arial"/>
                <a:ea typeface="Arial"/>
                <a:cs typeface="Arial"/>
              </a:defRPr>
            </a:lvl4pPr>
            <a:lvl5pPr algn="ctr">
              <a:defRPr sz="1050" b="0">
                <a:solidFill>
                  <a:srgbClr val="000000"/>
                </a:solidFill>
                <a:latin typeface="Arial"/>
                <a:ea typeface="Arial"/>
                <a:cs typeface="Arial"/>
              </a:defRPr>
            </a:lvl5pPr>
            <a:lvl6pPr algn="ctr">
              <a:defRPr sz="1050" b="0">
                <a:solidFill>
                  <a:srgbClr val="000000"/>
                </a:solidFill>
                <a:latin typeface="Arial"/>
                <a:ea typeface="Arial"/>
                <a:cs typeface="Arial"/>
              </a:defRPr>
            </a:lvl6pPr>
            <a:lvl7pPr algn="ctr">
              <a:defRPr sz="1050" b="0">
                <a:solidFill>
                  <a:srgbClr val="000000"/>
                </a:solidFill>
                <a:latin typeface="Arial"/>
                <a:ea typeface="Arial"/>
                <a:cs typeface="Arial"/>
              </a:defRPr>
            </a:lvl7pPr>
            <a:lvl8pPr algn="ctr">
              <a:defRPr sz="1050" b="0">
                <a:solidFill>
                  <a:srgbClr val="000000"/>
                </a:solidFill>
                <a:latin typeface="Arial"/>
                <a:ea typeface="Arial"/>
                <a:cs typeface="Arial"/>
              </a:defRPr>
            </a:lvl8pPr>
            <a:lvl9pPr algn="ctr">
              <a:defRPr sz="1050" b="0">
                <a:solidFill>
                  <a:srgbClr val="000000"/>
                </a:solidFill>
                <a:latin typeface="Arial"/>
                <a:ea typeface="Arial"/>
                <a:cs typeface="Arial"/>
              </a:defRPr>
            </a:lvl9pPr>
          </a:lstStyle>
          <a:p>
            <a:pPr algn="ctr">
              <a:defRPr sz="1050" b="0">
                <a:solidFill>
                  <a:srgbClr val="000000"/>
                </a:solidFill>
                <a:latin typeface="Arial"/>
                <a:ea typeface="Arial"/>
                <a:cs typeface="Arial"/>
              </a:defRPr>
            </a:pPr>
            <a:r>
              <a:rPr sz="1050" b="0">
                <a:solidFill>
                  <a:srgbClr val="000000"/>
                </a:solidFill>
                <a:latin typeface="Arial"/>
                <a:ea typeface="Arial"/>
                <a:cs typeface="Arial"/>
              </a:rPr>
              <a:t>-1</a:t>
            </a:r>
          </a:p>
        </p:txBody>
      </p:sp>
      <p:sp>
        <p:nvSpPr>
          <p:cNvPr id="99" name="line_098">
            <a:extLst>
              <a:ext uri="{FF2B5EF4-FFF2-40B4-BE49-F238E27FC236}">
                <ns2:creationId id="{6CECF6E9-A2BE-48C5-AB57-2A53E5900B5C}"/>
              </a:ext>
            </a:extLst>
          </p:cNvPr>
          <p:cNvSpPr>
            <a:spLocks noGrp="1"/>
          </p:cNvSpPr>
          <p:nvPr/>
        </p:nvSpPr>
        <p:spPr>
          <a:xfrm>
            <a:off x="5337200" y="2486025"/>
            <a:ext cx="95" cy="38100"/>
          </a:xfrm>
          <a:custGeom>
            <a:pathLst>
              <a:path w="95" h="38100">
                <a:moveTo>
                  <a:pt x="0" y="0"/>
                </a:moveTo>
                <a:lnTo>
                  <a:pt x="0" y="38100"/>
                </a:lnTo>
              </a:path>
            </a:pathLst>
          </a:custGeom>
          <a:noFill/>
          <a:ln w="7620">
            <a:solidFill>
              <a:srgbClr val="7B8790"/>
            </a:solidFill>
            <a:prstDash val="solid"/>
          </a:ln>
        </p:spPr>
      </p:sp>
      <p:sp>
        <p:nvSpPr>
          <p:cNvPr id="100" name="text_099">
            <a:extLst>
              <a:ext uri="{FF2B5EF4-FFF2-40B4-BE49-F238E27FC236}">
                <ns2:creationId id="{5690B890-D894-4D1F-8415-2A55AA10C254}"/>
              </a:ext>
            </a:extLst>
          </p:cNvPr>
          <p:cNvSpPr>
            <a:spLocks noGrp="1"/>
          </p:cNvSpPr>
          <p:nvPr/>
        </p:nvSpPr>
        <p:spPr>
          <a:xfrm rot="0">
            <a:off x="5080025" y="2543175"/>
            <a:ext cx="514350" cy="190500"/>
          </a:xfrm>
          <a:prstGeom prst="rect">
            <a:avLst/>
          </a:prstGeom>
          <a:noFill/>
          <a:ln w="0">
            <a:noFill/>
            <a:prstDash val="solid"/>
          </a:ln>
        </p:spPr>
        <p:txBody>
          <a:bodyPr wrap="none" lIns="0" tIns="0" rIns="0" bIns="0" anchor="t">
            <a:noAutofit/>
          </a:bodyPr>
          <a:lstStyle>
            <a:defPPr algn="ctr">
              <a:defRPr sz="1050" b="0">
                <a:solidFill>
                  <a:srgbClr val="000000"/>
                </a:solidFill>
                <a:latin typeface="Arial"/>
                <a:ea typeface="Arial"/>
                <a:cs typeface="Arial"/>
              </a:defRPr>
            </a:defPPr>
            <a:lvl1pPr algn="ctr">
              <a:defRPr sz="1050" b="0">
                <a:solidFill>
                  <a:srgbClr val="000000"/>
                </a:solidFill>
                <a:latin typeface="Arial"/>
                <a:ea typeface="Arial"/>
                <a:cs typeface="Arial"/>
              </a:defRPr>
            </a:lvl1pPr>
            <a:lvl2pPr algn="ctr">
              <a:defRPr sz="1050" b="0">
                <a:solidFill>
                  <a:srgbClr val="000000"/>
                </a:solidFill>
                <a:latin typeface="Arial"/>
                <a:ea typeface="Arial"/>
                <a:cs typeface="Arial"/>
              </a:defRPr>
            </a:lvl2pPr>
            <a:lvl3pPr algn="ctr">
              <a:defRPr sz="1050" b="0">
                <a:solidFill>
                  <a:srgbClr val="000000"/>
                </a:solidFill>
                <a:latin typeface="Arial"/>
                <a:ea typeface="Arial"/>
                <a:cs typeface="Arial"/>
              </a:defRPr>
            </a:lvl3pPr>
            <a:lvl4pPr algn="ctr">
              <a:defRPr sz="1050" b="0">
                <a:solidFill>
                  <a:srgbClr val="000000"/>
                </a:solidFill>
                <a:latin typeface="Arial"/>
                <a:ea typeface="Arial"/>
                <a:cs typeface="Arial"/>
              </a:defRPr>
            </a:lvl4pPr>
            <a:lvl5pPr algn="ctr">
              <a:defRPr sz="1050" b="0">
                <a:solidFill>
                  <a:srgbClr val="000000"/>
                </a:solidFill>
                <a:latin typeface="Arial"/>
                <a:ea typeface="Arial"/>
                <a:cs typeface="Arial"/>
              </a:defRPr>
            </a:lvl5pPr>
            <a:lvl6pPr algn="ctr">
              <a:defRPr sz="1050" b="0">
                <a:solidFill>
                  <a:srgbClr val="000000"/>
                </a:solidFill>
                <a:latin typeface="Arial"/>
                <a:ea typeface="Arial"/>
                <a:cs typeface="Arial"/>
              </a:defRPr>
            </a:lvl6pPr>
            <a:lvl7pPr algn="ctr">
              <a:defRPr sz="1050" b="0">
                <a:solidFill>
                  <a:srgbClr val="000000"/>
                </a:solidFill>
                <a:latin typeface="Arial"/>
                <a:ea typeface="Arial"/>
                <a:cs typeface="Arial"/>
              </a:defRPr>
            </a:lvl7pPr>
            <a:lvl8pPr algn="ctr">
              <a:defRPr sz="1050" b="0">
                <a:solidFill>
                  <a:srgbClr val="000000"/>
                </a:solidFill>
                <a:latin typeface="Arial"/>
                <a:ea typeface="Arial"/>
                <a:cs typeface="Arial"/>
              </a:defRPr>
            </a:lvl8pPr>
            <a:lvl9pPr algn="ctr">
              <a:defRPr sz="1050" b="0">
                <a:solidFill>
                  <a:srgbClr val="000000"/>
                </a:solidFill>
                <a:latin typeface="Arial"/>
                <a:ea typeface="Arial"/>
                <a:cs typeface="Arial"/>
              </a:defRPr>
            </a:lvl9pPr>
          </a:lstStyle>
          <a:p>
            <a:pPr algn="ctr">
              <a:defRPr sz="1050" b="0">
                <a:solidFill>
                  <a:srgbClr val="000000"/>
                </a:solidFill>
                <a:latin typeface="Arial"/>
                <a:ea typeface="Arial"/>
                <a:cs typeface="Arial"/>
              </a:defRPr>
            </a:pPr>
            <a:r>
              <a:rPr sz="1050" b="0">
                <a:solidFill>
                  <a:srgbClr val="000000"/>
                </a:solidFill>
                <a:latin typeface="Arial"/>
                <a:ea typeface="Arial"/>
                <a:cs typeface="Arial"/>
              </a:rPr>
              <a:t>-0.02</a:t>
            </a:r>
          </a:p>
        </p:txBody>
      </p:sp>
      <p:sp>
        <p:nvSpPr>
          <p:cNvPr id="101" name="line_100">
            <a:extLst>
              <a:ext uri="{FF2B5EF4-FFF2-40B4-BE49-F238E27FC236}">
                <ns2:creationId id="{627E54DE-B44B-4134-BAD8-997D867164B2}"/>
              </a:ext>
            </a:extLst>
          </p:cNvPr>
          <p:cNvSpPr>
            <a:spLocks noGrp="1"/>
          </p:cNvSpPr>
          <p:nvPr/>
        </p:nvSpPr>
        <p:spPr>
          <a:xfrm>
            <a:off x="5915025" y="2486025"/>
            <a:ext cx="95" cy="38100"/>
          </a:xfrm>
          <a:custGeom>
            <a:pathLst>
              <a:path w="95" h="38100">
                <a:moveTo>
                  <a:pt x="0" y="0"/>
                </a:moveTo>
                <a:lnTo>
                  <a:pt x="0" y="38100"/>
                </a:lnTo>
              </a:path>
            </a:pathLst>
          </a:custGeom>
          <a:noFill/>
          <a:ln w="7620">
            <a:solidFill>
              <a:srgbClr val="7B8790"/>
            </a:solidFill>
            <a:prstDash val="solid"/>
          </a:ln>
        </p:spPr>
      </p:sp>
      <p:sp>
        <p:nvSpPr>
          <p:cNvPr id="102" name="text_101">
            <a:extLst>
              <a:ext uri="{FF2B5EF4-FFF2-40B4-BE49-F238E27FC236}">
                <ns2:creationId id="{30448FC9-BDEC-4AC5-84B3-360CC07A55A6}"/>
              </a:ext>
            </a:extLst>
          </p:cNvPr>
          <p:cNvSpPr>
            <a:spLocks noGrp="1"/>
          </p:cNvSpPr>
          <p:nvPr/>
        </p:nvSpPr>
        <p:spPr>
          <a:xfrm rot="0">
            <a:off x="5657850" y="2543175"/>
            <a:ext cx="514350" cy="190500"/>
          </a:xfrm>
          <a:prstGeom prst="rect">
            <a:avLst/>
          </a:prstGeom>
          <a:noFill/>
          <a:ln w="0">
            <a:noFill/>
            <a:prstDash val="solid"/>
          </a:ln>
        </p:spPr>
        <p:txBody>
          <a:bodyPr wrap="none" lIns="0" tIns="0" rIns="0" bIns="0" anchor="t">
            <a:noAutofit/>
          </a:bodyPr>
          <a:lstStyle>
            <a:defPPr algn="ctr">
              <a:defRPr sz="1050" b="0">
                <a:solidFill>
                  <a:srgbClr val="000000"/>
                </a:solidFill>
                <a:latin typeface="Arial"/>
                <a:ea typeface="Arial"/>
                <a:cs typeface="Arial"/>
              </a:defRPr>
            </a:defPPr>
            <a:lvl1pPr algn="ctr">
              <a:defRPr sz="1050" b="0">
                <a:solidFill>
                  <a:srgbClr val="000000"/>
                </a:solidFill>
                <a:latin typeface="Arial"/>
                <a:ea typeface="Arial"/>
                <a:cs typeface="Arial"/>
              </a:defRPr>
            </a:lvl1pPr>
            <a:lvl2pPr algn="ctr">
              <a:defRPr sz="1050" b="0">
                <a:solidFill>
                  <a:srgbClr val="000000"/>
                </a:solidFill>
                <a:latin typeface="Arial"/>
                <a:ea typeface="Arial"/>
                <a:cs typeface="Arial"/>
              </a:defRPr>
            </a:lvl2pPr>
            <a:lvl3pPr algn="ctr">
              <a:defRPr sz="1050" b="0">
                <a:solidFill>
                  <a:srgbClr val="000000"/>
                </a:solidFill>
                <a:latin typeface="Arial"/>
                <a:ea typeface="Arial"/>
                <a:cs typeface="Arial"/>
              </a:defRPr>
            </a:lvl3pPr>
            <a:lvl4pPr algn="ctr">
              <a:defRPr sz="1050" b="0">
                <a:solidFill>
                  <a:srgbClr val="000000"/>
                </a:solidFill>
                <a:latin typeface="Arial"/>
                <a:ea typeface="Arial"/>
                <a:cs typeface="Arial"/>
              </a:defRPr>
            </a:lvl4pPr>
            <a:lvl5pPr algn="ctr">
              <a:defRPr sz="1050" b="0">
                <a:solidFill>
                  <a:srgbClr val="000000"/>
                </a:solidFill>
                <a:latin typeface="Arial"/>
                <a:ea typeface="Arial"/>
                <a:cs typeface="Arial"/>
              </a:defRPr>
            </a:lvl5pPr>
            <a:lvl6pPr algn="ctr">
              <a:defRPr sz="1050" b="0">
                <a:solidFill>
                  <a:srgbClr val="000000"/>
                </a:solidFill>
                <a:latin typeface="Arial"/>
                <a:ea typeface="Arial"/>
                <a:cs typeface="Arial"/>
              </a:defRPr>
            </a:lvl6pPr>
            <a:lvl7pPr algn="ctr">
              <a:defRPr sz="1050" b="0">
                <a:solidFill>
                  <a:srgbClr val="000000"/>
                </a:solidFill>
                <a:latin typeface="Arial"/>
                <a:ea typeface="Arial"/>
                <a:cs typeface="Arial"/>
              </a:defRPr>
            </a:lvl7pPr>
            <a:lvl8pPr algn="ctr">
              <a:defRPr sz="1050" b="0">
                <a:solidFill>
                  <a:srgbClr val="000000"/>
                </a:solidFill>
                <a:latin typeface="Arial"/>
                <a:ea typeface="Arial"/>
                <a:cs typeface="Arial"/>
              </a:defRPr>
            </a:lvl8pPr>
            <a:lvl9pPr algn="ctr">
              <a:defRPr sz="1050" b="0">
                <a:solidFill>
                  <a:srgbClr val="000000"/>
                </a:solidFill>
                <a:latin typeface="Arial"/>
                <a:ea typeface="Arial"/>
                <a:cs typeface="Arial"/>
              </a:defRPr>
            </a:lvl9pPr>
          </a:lstStyle>
          <a:p>
            <a:pPr algn="ctr">
              <a:defRPr sz="1050" b="0">
                <a:solidFill>
                  <a:srgbClr val="000000"/>
                </a:solidFill>
                <a:latin typeface="Arial"/>
                <a:ea typeface="Arial"/>
                <a:cs typeface="Arial"/>
              </a:defRPr>
            </a:pPr>
            <a:r>
              <a:rPr sz="1050" b="0">
                <a:solidFill>
                  <a:srgbClr val="000000"/>
                </a:solidFill>
                <a:latin typeface="Arial"/>
                <a:ea typeface="Arial"/>
                <a:cs typeface="Arial"/>
              </a:rPr>
              <a:t>0</a:t>
            </a:r>
          </a:p>
        </p:txBody>
      </p:sp>
      <p:sp>
        <p:nvSpPr>
          <p:cNvPr id="103" name="line_102">
            <a:extLst>
              <a:ext uri="{FF2B5EF4-FFF2-40B4-BE49-F238E27FC236}">
                <ns2:creationId id="{588645EF-3FD6-4DDF-860C-AF7241A3B60D}"/>
              </a:ext>
            </a:extLst>
          </p:cNvPr>
          <p:cNvSpPr>
            <a:spLocks noGrp="1"/>
          </p:cNvSpPr>
          <p:nvPr/>
        </p:nvSpPr>
        <p:spPr>
          <a:xfrm>
            <a:off x="6492850" y="2486025"/>
            <a:ext cx="95" cy="38100"/>
          </a:xfrm>
          <a:custGeom>
            <a:pathLst>
              <a:path w="95" h="38100">
                <a:moveTo>
                  <a:pt x="0" y="0"/>
                </a:moveTo>
                <a:lnTo>
                  <a:pt x="0" y="38100"/>
                </a:lnTo>
              </a:path>
            </a:pathLst>
          </a:custGeom>
          <a:noFill/>
          <a:ln w="7620">
            <a:solidFill>
              <a:srgbClr val="7B8790"/>
            </a:solidFill>
            <a:prstDash val="solid"/>
          </a:ln>
        </p:spPr>
      </p:sp>
      <p:sp>
        <p:nvSpPr>
          <p:cNvPr id="104" name="text_103">
            <a:extLst>
              <a:ext uri="{FF2B5EF4-FFF2-40B4-BE49-F238E27FC236}">
                <ns2:creationId id="{D3C2A28E-FA25-4B67-BA73-71E1F71F61C6}"/>
              </a:ext>
            </a:extLst>
          </p:cNvPr>
          <p:cNvSpPr>
            <a:spLocks noGrp="1"/>
          </p:cNvSpPr>
          <p:nvPr/>
        </p:nvSpPr>
        <p:spPr>
          <a:xfrm rot="0">
            <a:off x="6235675" y="2543175"/>
            <a:ext cx="514350" cy="190500"/>
          </a:xfrm>
          <a:prstGeom prst="rect">
            <a:avLst/>
          </a:prstGeom>
          <a:noFill/>
          <a:ln w="0">
            <a:noFill/>
            <a:prstDash val="solid"/>
          </a:ln>
        </p:spPr>
        <p:txBody>
          <a:bodyPr wrap="none" lIns="0" tIns="0" rIns="0" bIns="0" anchor="t">
            <a:noAutofit/>
          </a:bodyPr>
          <a:lstStyle>
            <a:defPPr algn="ctr">
              <a:defRPr sz="1050" b="0">
                <a:solidFill>
                  <a:srgbClr val="000000"/>
                </a:solidFill>
                <a:latin typeface="Arial"/>
                <a:ea typeface="Arial"/>
                <a:cs typeface="Arial"/>
              </a:defRPr>
            </a:defPPr>
            <a:lvl1pPr algn="ctr">
              <a:defRPr sz="1050" b="0">
                <a:solidFill>
                  <a:srgbClr val="000000"/>
                </a:solidFill>
                <a:latin typeface="Arial"/>
                <a:ea typeface="Arial"/>
                <a:cs typeface="Arial"/>
              </a:defRPr>
            </a:lvl1pPr>
            <a:lvl2pPr algn="ctr">
              <a:defRPr sz="1050" b="0">
                <a:solidFill>
                  <a:srgbClr val="000000"/>
                </a:solidFill>
                <a:latin typeface="Arial"/>
                <a:ea typeface="Arial"/>
                <a:cs typeface="Arial"/>
              </a:defRPr>
            </a:lvl2pPr>
            <a:lvl3pPr algn="ctr">
              <a:defRPr sz="1050" b="0">
                <a:solidFill>
                  <a:srgbClr val="000000"/>
                </a:solidFill>
                <a:latin typeface="Arial"/>
                <a:ea typeface="Arial"/>
                <a:cs typeface="Arial"/>
              </a:defRPr>
            </a:lvl3pPr>
            <a:lvl4pPr algn="ctr">
              <a:defRPr sz="1050" b="0">
                <a:solidFill>
                  <a:srgbClr val="000000"/>
                </a:solidFill>
                <a:latin typeface="Arial"/>
                <a:ea typeface="Arial"/>
                <a:cs typeface="Arial"/>
              </a:defRPr>
            </a:lvl4pPr>
            <a:lvl5pPr algn="ctr">
              <a:defRPr sz="1050" b="0">
                <a:solidFill>
                  <a:srgbClr val="000000"/>
                </a:solidFill>
                <a:latin typeface="Arial"/>
                <a:ea typeface="Arial"/>
                <a:cs typeface="Arial"/>
              </a:defRPr>
            </a:lvl5pPr>
            <a:lvl6pPr algn="ctr">
              <a:defRPr sz="1050" b="0">
                <a:solidFill>
                  <a:srgbClr val="000000"/>
                </a:solidFill>
                <a:latin typeface="Arial"/>
                <a:ea typeface="Arial"/>
                <a:cs typeface="Arial"/>
              </a:defRPr>
            </a:lvl6pPr>
            <a:lvl7pPr algn="ctr">
              <a:defRPr sz="1050" b="0">
                <a:solidFill>
                  <a:srgbClr val="000000"/>
                </a:solidFill>
                <a:latin typeface="Arial"/>
                <a:ea typeface="Arial"/>
                <a:cs typeface="Arial"/>
              </a:defRPr>
            </a:lvl7pPr>
            <a:lvl8pPr algn="ctr">
              <a:defRPr sz="1050" b="0">
                <a:solidFill>
                  <a:srgbClr val="000000"/>
                </a:solidFill>
                <a:latin typeface="Arial"/>
                <a:ea typeface="Arial"/>
                <a:cs typeface="Arial"/>
              </a:defRPr>
            </a:lvl8pPr>
            <a:lvl9pPr algn="ctr">
              <a:defRPr sz="1050" b="0">
                <a:solidFill>
                  <a:srgbClr val="000000"/>
                </a:solidFill>
                <a:latin typeface="Arial"/>
                <a:ea typeface="Arial"/>
                <a:cs typeface="Arial"/>
              </a:defRPr>
            </a:lvl9pPr>
          </a:lstStyle>
          <a:p>
            <a:pPr algn="ctr">
              <a:defRPr sz="1050" b="0">
                <a:solidFill>
                  <a:srgbClr val="000000"/>
                </a:solidFill>
                <a:latin typeface="Arial"/>
                <a:ea typeface="Arial"/>
                <a:cs typeface="Arial"/>
              </a:defRPr>
            </a:pPr>
            <a:r>
              <a:rPr sz="1050" b="0">
                <a:solidFill>
                  <a:srgbClr val="000000"/>
                </a:solidFill>
                <a:latin typeface="Arial"/>
                <a:ea typeface="Arial"/>
                <a:cs typeface="Arial"/>
              </a:rPr>
              <a:t>0.02</a:t>
            </a:r>
          </a:p>
        </p:txBody>
      </p:sp>
      <p:sp>
        <p:nvSpPr>
          <p:cNvPr id="105" name="line_104">
            <a:extLst>
              <a:ext uri="{FF2B5EF4-FFF2-40B4-BE49-F238E27FC236}">
                <ns2:creationId id="{FD22DC22-D361-49CC-8DF9-5F78CB46B712}"/>
              </a:ext>
            </a:extLst>
          </p:cNvPr>
          <p:cNvSpPr>
            <a:spLocks noGrp="1"/>
          </p:cNvSpPr>
          <p:nvPr/>
        </p:nvSpPr>
        <p:spPr>
          <a:xfrm>
            <a:off x="7376386" y="2486025"/>
            <a:ext cx="95" cy="38100"/>
          </a:xfrm>
          <a:custGeom>
            <a:pathLst>
              <a:path w="95" h="38100">
                <a:moveTo>
                  <a:pt x="0" y="0"/>
                </a:moveTo>
                <a:lnTo>
                  <a:pt x="0" y="38100"/>
                </a:lnTo>
              </a:path>
            </a:pathLst>
          </a:custGeom>
          <a:noFill/>
          <a:ln w="7620">
            <a:solidFill>
              <a:srgbClr val="7B8790"/>
            </a:solidFill>
            <a:prstDash val="solid"/>
          </a:ln>
        </p:spPr>
      </p:sp>
      <p:sp>
        <p:nvSpPr>
          <p:cNvPr id="106" name="text_105">
            <a:extLst>
              <a:ext uri="{FF2B5EF4-FFF2-40B4-BE49-F238E27FC236}">
                <ns2:creationId id="{0F605BAF-A6C3-453A-9ABE-D1D210D83BB9}"/>
              </a:ext>
            </a:extLst>
          </p:cNvPr>
          <p:cNvSpPr>
            <a:spLocks noGrp="1"/>
          </p:cNvSpPr>
          <p:nvPr/>
        </p:nvSpPr>
        <p:spPr>
          <a:xfrm rot="0">
            <a:off x="7119211" y="2543175"/>
            <a:ext cx="514350" cy="190500"/>
          </a:xfrm>
          <a:prstGeom prst="rect">
            <a:avLst/>
          </a:prstGeom>
          <a:noFill/>
          <a:ln w="0">
            <a:noFill/>
            <a:prstDash val="solid"/>
          </a:ln>
        </p:spPr>
        <p:txBody>
          <a:bodyPr wrap="none" lIns="0" tIns="0" rIns="0" bIns="0" anchor="t">
            <a:noAutofit/>
          </a:bodyPr>
          <a:lstStyle>
            <a:defPPr algn="ctr">
              <a:defRPr sz="1050" b="0">
                <a:solidFill>
                  <a:srgbClr val="000000"/>
                </a:solidFill>
                <a:latin typeface="Arial"/>
                <a:ea typeface="Arial"/>
                <a:cs typeface="Arial"/>
              </a:defRPr>
            </a:defPPr>
            <a:lvl1pPr algn="ctr">
              <a:defRPr sz="1050" b="0">
                <a:solidFill>
                  <a:srgbClr val="000000"/>
                </a:solidFill>
                <a:latin typeface="Arial"/>
                <a:ea typeface="Arial"/>
                <a:cs typeface="Arial"/>
              </a:defRPr>
            </a:lvl1pPr>
            <a:lvl2pPr algn="ctr">
              <a:defRPr sz="1050" b="0">
                <a:solidFill>
                  <a:srgbClr val="000000"/>
                </a:solidFill>
                <a:latin typeface="Arial"/>
                <a:ea typeface="Arial"/>
                <a:cs typeface="Arial"/>
              </a:defRPr>
            </a:lvl2pPr>
            <a:lvl3pPr algn="ctr">
              <a:defRPr sz="1050" b="0">
                <a:solidFill>
                  <a:srgbClr val="000000"/>
                </a:solidFill>
                <a:latin typeface="Arial"/>
                <a:ea typeface="Arial"/>
                <a:cs typeface="Arial"/>
              </a:defRPr>
            </a:lvl3pPr>
            <a:lvl4pPr algn="ctr">
              <a:defRPr sz="1050" b="0">
                <a:solidFill>
                  <a:srgbClr val="000000"/>
                </a:solidFill>
                <a:latin typeface="Arial"/>
                <a:ea typeface="Arial"/>
                <a:cs typeface="Arial"/>
              </a:defRPr>
            </a:lvl4pPr>
            <a:lvl5pPr algn="ctr">
              <a:defRPr sz="1050" b="0">
                <a:solidFill>
                  <a:srgbClr val="000000"/>
                </a:solidFill>
                <a:latin typeface="Arial"/>
                <a:ea typeface="Arial"/>
                <a:cs typeface="Arial"/>
              </a:defRPr>
            </a:lvl5pPr>
            <a:lvl6pPr algn="ctr">
              <a:defRPr sz="1050" b="0">
                <a:solidFill>
                  <a:srgbClr val="000000"/>
                </a:solidFill>
                <a:latin typeface="Arial"/>
                <a:ea typeface="Arial"/>
                <a:cs typeface="Arial"/>
              </a:defRPr>
            </a:lvl6pPr>
            <a:lvl7pPr algn="ctr">
              <a:defRPr sz="1050" b="0">
                <a:solidFill>
                  <a:srgbClr val="000000"/>
                </a:solidFill>
                <a:latin typeface="Arial"/>
                <a:ea typeface="Arial"/>
                <a:cs typeface="Arial"/>
              </a:defRPr>
            </a:lvl7pPr>
            <a:lvl8pPr algn="ctr">
              <a:defRPr sz="1050" b="0">
                <a:solidFill>
                  <a:srgbClr val="000000"/>
                </a:solidFill>
                <a:latin typeface="Arial"/>
                <a:ea typeface="Arial"/>
                <a:cs typeface="Arial"/>
              </a:defRPr>
            </a:lvl8pPr>
            <a:lvl9pPr algn="ctr">
              <a:defRPr sz="1050" b="0">
                <a:solidFill>
                  <a:srgbClr val="000000"/>
                </a:solidFill>
                <a:latin typeface="Arial"/>
                <a:ea typeface="Arial"/>
                <a:cs typeface="Arial"/>
              </a:defRPr>
            </a:lvl9pPr>
          </a:lstStyle>
          <a:p>
            <a:pPr algn="ctr">
              <a:defRPr sz="1050" b="0">
                <a:solidFill>
                  <a:srgbClr val="000000"/>
                </a:solidFill>
                <a:latin typeface="Arial"/>
                <a:ea typeface="Arial"/>
                <a:cs typeface="Arial"/>
              </a:defRPr>
            </a:pPr>
            <a:r>
              <a:rPr sz="1050" b="0">
                <a:solidFill>
                  <a:srgbClr val="000000"/>
                </a:solidFill>
                <a:latin typeface="Arial"/>
                <a:ea typeface="Arial"/>
                <a:cs typeface="Arial"/>
              </a:rPr>
              <a:t>1</a:t>
            </a:r>
          </a:p>
        </p:txBody>
      </p:sp>
      <p:sp>
        <p:nvSpPr>
          <p:cNvPr id="107" name="line_106">
            <a:extLst>
              <a:ext uri="{FF2B5EF4-FFF2-40B4-BE49-F238E27FC236}">
                <ns2:creationId id="{C7074AED-0C7A-4EB5-94B7-00BDD40E59B7}"/>
              </a:ext>
            </a:extLst>
          </p:cNvPr>
          <p:cNvSpPr>
            <a:spLocks noGrp="1"/>
          </p:cNvSpPr>
          <p:nvPr/>
        </p:nvSpPr>
        <p:spPr>
          <a:xfrm>
            <a:off x="8052976" y="2486025"/>
            <a:ext cx="95" cy="38100"/>
          </a:xfrm>
          <a:custGeom>
            <a:pathLst>
              <a:path w="95" h="38100">
                <a:moveTo>
                  <a:pt x="0" y="0"/>
                </a:moveTo>
                <a:lnTo>
                  <a:pt x="0" y="38100"/>
                </a:lnTo>
              </a:path>
            </a:pathLst>
          </a:custGeom>
          <a:noFill/>
          <a:ln w="7620">
            <a:solidFill>
              <a:srgbClr val="7B8790"/>
            </a:solidFill>
            <a:prstDash val="solid"/>
          </a:ln>
        </p:spPr>
      </p:sp>
      <p:sp>
        <p:nvSpPr>
          <p:cNvPr id="108" name="text_107">
            <a:extLst>
              <a:ext uri="{FF2B5EF4-FFF2-40B4-BE49-F238E27FC236}">
                <ns2:creationId id="{A98E53D8-175A-43DF-A5A8-0D3B49890C19}"/>
              </a:ext>
            </a:extLst>
          </p:cNvPr>
          <p:cNvSpPr>
            <a:spLocks noGrp="1"/>
          </p:cNvSpPr>
          <p:nvPr/>
        </p:nvSpPr>
        <p:spPr>
          <a:xfrm rot="0">
            <a:off x="7795801" y="2543175"/>
            <a:ext cx="514350" cy="190500"/>
          </a:xfrm>
          <a:prstGeom prst="rect">
            <a:avLst/>
          </a:prstGeom>
          <a:noFill/>
          <a:ln w="0">
            <a:noFill/>
            <a:prstDash val="solid"/>
          </a:ln>
        </p:spPr>
        <p:txBody>
          <a:bodyPr wrap="none" lIns="0" tIns="0" rIns="0" bIns="0" anchor="t">
            <a:noAutofit/>
          </a:bodyPr>
          <a:lstStyle>
            <a:defPPr algn="ctr">
              <a:defRPr sz="1050" b="0">
                <a:solidFill>
                  <a:srgbClr val="000000"/>
                </a:solidFill>
                <a:latin typeface="Arial"/>
                <a:ea typeface="Arial"/>
                <a:cs typeface="Arial"/>
              </a:defRPr>
            </a:defPPr>
            <a:lvl1pPr algn="ctr">
              <a:defRPr sz="1050" b="0">
                <a:solidFill>
                  <a:srgbClr val="000000"/>
                </a:solidFill>
                <a:latin typeface="Arial"/>
                <a:ea typeface="Arial"/>
                <a:cs typeface="Arial"/>
              </a:defRPr>
            </a:lvl1pPr>
            <a:lvl2pPr algn="ctr">
              <a:defRPr sz="1050" b="0">
                <a:solidFill>
                  <a:srgbClr val="000000"/>
                </a:solidFill>
                <a:latin typeface="Arial"/>
                <a:ea typeface="Arial"/>
                <a:cs typeface="Arial"/>
              </a:defRPr>
            </a:lvl2pPr>
            <a:lvl3pPr algn="ctr">
              <a:defRPr sz="1050" b="0">
                <a:solidFill>
                  <a:srgbClr val="000000"/>
                </a:solidFill>
                <a:latin typeface="Arial"/>
                <a:ea typeface="Arial"/>
                <a:cs typeface="Arial"/>
              </a:defRPr>
            </a:lvl3pPr>
            <a:lvl4pPr algn="ctr">
              <a:defRPr sz="1050" b="0">
                <a:solidFill>
                  <a:srgbClr val="000000"/>
                </a:solidFill>
                <a:latin typeface="Arial"/>
                <a:ea typeface="Arial"/>
                <a:cs typeface="Arial"/>
              </a:defRPr>
            </a:lvl4pPr>
            <a:lvl5pPr algn="ctr">
              <a:defRPr sz="1050" b="0">
                <a:solidFill>
                  <a:srgbClr val="000000"/>
                </a:solidFill>
                <a:latin typeface="Arial"/>
                <a:ea typeface="Arial"/>
                <a:cs typeface="Arial"/>
              </a:defRPr>
            </a:lvl5pPr>
            <a:lvl6pPr algn="ctr">
              <a:defRPr sz="1050" b="0">
                <a:solidFill>
                  <a:srgbClr val="000000"/>
                </a:solidFill>
                <a:latin typeface="Arial"/>
                <a:ea typeface="Arial"/>
                <a:cs typeface="Arial"/>
              </a:defRPr>
            </a:lvl6pPr>
            <a:lvl7pPr algn="ctr">
              <a:defRPr sz="1050" b="0">
                <a:solidFill>
                  <a:srgbClr val="000000"/>
                </a:solidFill>
                <a:latin typeface="Arial"/>
                <a:ea typeface="Arial"/>
                <a:cs typeface="Arial"/>
              </a:defRPr>
            </a:lvl7pPr>
            <a:lvl8pPr algn="ctr">
              <a:defRPr sz="1050" b="0">
                <a:solidFill>
                  <a:srgbClr val="000000"/>
                </a:solidFill>
                <a:latin typeface="Arial"/>
                <a:ea typeface="Arial"/>
                <a:cs typeface="Arial"/>
              </a:defRPr>
            </a:lvl8pPr>
            <a:lvl9pPr algn="ctr">
              <a:defRPr sz="1050" b="0">
                <a:solidFill>
                  <a:srgbClr val="000000"/>
                </a:solidFill>
                <a:latin typeface="Arial"/>
                <a:ea typeface="Arial"/>
                <a:cs typeface="Arial"/>
              </a:defRPr>
            </a:lvl9pPr>
          </a:lstStyle>
          <a:p>
            <a:pPr algn="ctr">
              <a:defRPr sz="1050" b="0">
                <a:solidFill>
                  <a:srgbClr val="000000"/>
                </a:solidFill>
                <a:latin typeface="Arial"/>
                <a:ea typeface="Arial"/>
                <a:cs typeface="Arial"/>
              </a:defRPr>
            </a:pPr>
            <a:r>
              <a:rPr sz="1050" b="0">
                <a:solidFill>
                  <a:srgbClr val="000000"/>
                </a:solidFill>
                <a:latin typeface="Arial"/>
                <a:ea typeface="Arial"/>
                <a:cs typeface="Arial"/>
              </a:rPr>
              <a:t>20</a:t>
            </a:r>
          </a:p>
        </p:txBody>
      </p:sp>
      <p:sp>
        <p:nvSpPr>
          <p:cNvPr id="110" name="text_109">
            <a:extLst>
              <a:ext uri="{FF2B5EF4-FFF2-40B4-BE49-F238E27FC236}">
                <ns2:creationId id="{475B1609-9660-4BF5-835D-9C095C6AF0AF}"/>
              </a:ext>
            </a:extLst>
          </p:cNvPr>
          <p:cNvSpPr>
            <a:spLocks noGrp="1"/>
          </p:cNvSpPr>
          <p:nvPr/>
        </p:nvSpPr>
        <p:spPr>
          <a:xfrm rot="0">
            <a:off x="95250" y="2790825"/>
            <a:ext cx="9525000" cy="285750"/>
          </a:xfrm>
          <a:prstGeom prst="rect">
            <a:avLst/>
          </a:prstGeom>
          <a:noFill/>
          <a:ln w="0">
            <a:noFill/>
            <a:prstDash val="solid"/>
          </a:ln>
        </p:spPr>
        <p:txBody>
          <a:bodyPr wrap="none" lIns="0" tIns="0" rIns="0" bIns="0" anchor="t">
            <a:noAutofit/>
          </a:bodyPr>
          <a:lstStyle>
            <a:defPPr algn="l">
              <a:defRPr sz="1875" b="1">
                <a:solidFill>
                  <a:srgbClr val="000000"/>
                </a:solidFill>
                <a:latin typeface="Arial"/>
                <a:ea typeface="Arial"/>
                <a:cs typeface="Arial"/>
              </a:defRPr>
            </a:defPPr>
            <a:lvl1pPr algn="l">
              <a:defRPr sz="1875" b="1">
                <a:solidFill>
                  <a:srgbClr val="000000"/>
                </a:solidFill>
                <a:latin typeface="Arial"/>
                <a:ea typeface="Arial"/>
                <a:cs typeface="Arial"/>
              </a:defRPr>
            </a:lvl1pPr>
            <a:lvl2pPr algn="l">
              <a:defRPr sz="1875" b="1">
                <a:solidFill>
                  <a:srgbClr val="000000"/>
                </a:solidFill>
                <a:latin typeface="Arial"/>
                <a:ea typeface="Arial"/>
                <a:cs typeface="Arial"/>
              </a:defRPr>
            </a:lvl2pPr>
            <a:lvl3pPr algn="l">
              <a:defRPr sz="1875" b="1">
                <a:solidFill>
                  <a:srgbClr val="000000"/>
                </a:solidFill>
                <a:latin typeface="Arial"/>
                <a:ea typeface="Arial"/>
                <a:cs typeface="Arial"/>
              </a:defRPr>
            </a:lvl3pPr>
            <a:lvl4pPr algn="l">
              <a:defRPr sz="1875" b="1">
                <a:solidFill>
                  <a:srgbClr val="000000"/>
                </a:solidFill>
                <a:latin typeface="Arial"/>
                <a:ea typeface="Arial"/>
                <a:cs typeface="Arial"/>
              </a:defRPr>
            </a:lvl4pPr>
            <a:lvl5pPr algn="l">
              <a:defRPr sz="1875" b="1">
                <a:solidFill>
                  <a:srgbClr val="000000"/>
                </a:solidFill>
                <a:latin typeface="Arial"/>
                <a:ea typeface="Arial"/>
                <a:cs typeface="Arial"/>
              </a:defRPr>
            </a:lvl5pPr>
            <a:lvl6pPr algn="l">
              <a:defRPr sz="1875" b="1">
                <a:solidFill>
                  <a:srgbClr val="000000"/>
                </a:solidFill>
                <a:latin typeface="Arial"/>
                <a:ea typeface="Arial"/>
                <a:cs typeface="Arial"/>
              </a:defRPr>
            </a:lvl6pPr>
            <a:lvl7pPr algn="l">
              <a:defRPr sz="1875" b="1">
                <a:solidFill>
                  <a:srgbClr val="000000"/>
                </a:solidFill>
                <a:latin typeface="Arial"/>
                <a:ea typeface="Arial"/>
                <a:cs typeface="Arial"/>
              </a:defRPr>
            </a:lvl7pPr>
            <a:lvl8pPr algn="l">
              <a:defRPr sz="1875" b="1">
                <a:solidFill>
                  <a:srgbClr val="000000"/>
                </a:solidFill>
                <a:latin typeface="Arial"/>
                <a:ea typeface="Arial"/>
                <a:cs typeface="Arial"/>
              </a:defRPr>
            </a:lvl8pPr>
            <a:lvl9pPr algn="l">
              <a:defRPr sz="1875" b="1">
                <a:solidFill>
                  <a:srgbClr val="000000"/>
                </a:solidFill>
                <a:latin typeface="Arial"/>
                <a:ea typeface="Arial"/>
                <a:cs typeface="Arial"/>
              </a:defRPr>
            </a:lvl9pPr>
          </a:lstStyle>
          <a:p>
            <a:pPr algn="l">
              <a:defRPr sz="1875" b="1">
                <a:solidFill>
                  <a:srgbClr val="000000"/>
                </a:solidFill>
                <a:latin typeface="Arial"/>
                <a:ea typeface="Arial"/>
                <a:cs typeface="Arial"/>
              </a:defRPr>
            </a:pPr>
            <a:r>
              <a:rPr sz="1875" b="1">
                <a:solidFill>
                  <a:srgbClr val="000000"/>
                </a:solidFill>
                <a:latin typeface="Arial"/>
                <a:ea typeface="Arial"/>
                <a:cs typeface="Arial"/>
              </a:rPr>
              <a:t>(c) 3D source fields</a:t>
            </a:r>
          </a:p>
        </p:txBody>
      </p:sp>
      <p:sp>
        <p:nvSpPr>
          <p:cNvPr id="112" name="text_111">
            <a:extLst>
              <a:ext uri="{FF2B5EF4-FFF2-40B4-BE49-F238E27FC236}">
                <ns2:creationId id="{6A606AA3-4C75-4940-9AFB-82B3BFDF77E1}"/>
              </a:ext>
            </a:extLst>
          </p:cNvPr>
          <p:cNvSpPr>
            <a:spLocks noGrp="1"/>
          </p:cNvSpPr>
          <p:nvPr/>
        </p:nvSpPr>
        <p:spPr>
          <a:xfrm rot="0">
            <a:off x="95250" y="3086100"/>
            <a:ext cx="3810000" cy="226786"/>
          </a:xfrm>
          <a:prstGeom prst="rect">
            <a:avLst/>
          </a:prstGeom>
          <a:noFill/>
          <a:ln w="0">
            <a:noFill/>
            <a:prstDash val="solid"/>
          </a:ln>
        </p:spPr>
        <p:txBody>
          <a:bodyPr wrap="none" lIns="0" tIns="0" rIns="0" bIns="0" anchor="t">
            <a:noAutofit/>
          </a:bodyPr>
          <a:lstStyle>
            <a:defPPr algn="ctr">
              <a:defRPr sz="1571" b="1">
                <a:solidFill>
                  <a:srgbClr val="000000"/>
                </a:solidFill>
                <a:latin typeface="Arial"/>
                <a:ea typeface="Arial"/>
                <a:cs typeface="Arial"/>
              </a:defRPr>
            </a:defPPr>
            <a:lvl1pPr algn="ctr">
              <a:defRPr sz="1571" b="1">
                <a:solidFill>
                  <a:srgbClr val="000000"/>
                </a:solidFill>
                <a:latin typeface="Arial"/>
                <a:ea typeface="Arial"/>
                <a:cs typeface="Arial"/>
              </a:defRPr>
            </a:lvl1pPr>
            <a:lvl2pPr algn="ctr">
              <a:defRPr sz="1571" b="1">
                <a:solidFill>
                  <a:srgbClr val="000000"/>
                </a:solidFill>
                <a:latin typeface="Arial"/>
                <a:ea typeface="Arial"/>
                <a:cs typeface="Arial"/>
              </a:defRPr>
            </a:lvl2pPr>
            <a:lvl3pPr algn="ctr">
              <a:defRPr sz="1571" b="1">
                <a:solidFill>
                  <a:srgbClr val="000000"/>
                </a:solidFill>
                <a:latin typeface="Arial"/>
                <a:ea typeface="Arial"/>
                <a:cs typeface="Arial"/>
              </a:defRPr>
            </a:lvl3pPr>
            <a:lvl4pPr algn="ctr">
              <a:defRPr sz="1571" b="1">
                <a:solidFill>
                  <a:srgbClr val="000000"/>
                </a:solidFill>
                <a:latin typeface="Arial"/>
                <a:ea typeface="Arial"/>
                <a:cs typeface="Arial"/>
              </a:defRPr>
            </a:lvl4pPr>
            <a:lvl5pPr algn="ctr">
              <a:defRPr sz="1571" b="1">
                <a:solidFill>
                  <a:srgbClr val="000000"/>
                </a:solidFill>
                <a:latin typeface="Arial"/>
                <a:ea typeface="Arial"/>
                <a:cs typeface="Arial"/>
              </a:defRPr>
            </a:lvl5pPr>
            <a:lvl6pPr algn="ctr">
              <a:defRPr sz="1571" b="1">
                <a:solidFill>
                  <a:srgbClr val="000000"/>
                </a:solidFill>
                <a:latin typeface="Arial"/>
                <a:ea typeface="Arial"/>
                <a:cs typeface="Arial"/>
              </a:defRPr>
            </a:lvl6pPr>
            <a:lvl7pPr algn="ctr">
              <a:defRPr sz="1571" b="1">
                <a:solidFill>
                  <a:srgbClr val="000000"/>
                </a:solidFill>
                <a:latin typeface="Arial"/>
                <a:ea typeface="Arial"/>
                <a:cs typeface="Arial"/>
              </a:defRPr>
            </a:lvl7pPr>
            <a:lvl8pPr algn="ctr">
              <a:defRPr sz="1571" b="1">
                <a:solidFill>
                  <a:srgbClr val="000000"/>
                </a:solidFill>
                <a:latin typeface="Arial"/>
                <a:ea typeface="Arial"/>
                <a:cs typeface="Arial"/>
              </a:defRPr>
            </a:lvl8pPr>
            <a:lvl9pPr algn="ctr">
              <a:defRPr sz="1571" b="1">
                <a:solidFill>
                  <a:srgbClr val="000000"/>
                </a:solidFill>
                <a:latin typeface="Arial"/>
                <a:ea typeface="Arial"/>
                <a:cs typeface="Arial"/>
              </a:defRPr>
            </a:lvl9pPr>
          </a:lstStyle>
          <a:p>
            <a:pPr algn="ctr">
              <a:defRPr sz="1571" b="1">
                <a:solidFill>
                  <a:srgbClr val="000000"/>
                </a:solidFill>
                <a:latin typeface="Arial"/>
                <a:ea typeface="Arial"/>
                <a:cs typeface="Arial"/>
              </a:defRPr>
            </a:pPr>
            <a:r>
              <a:rPr sz="1571" b="1">
                <a:solidFill>
                  <a:srgbClr val="000000"/>
                </a:solidFill>
                <a:latin typeface="Arial"/>
                <a:ea typeface="Arial"/>
                <a:cs typeface="Arial"/>
              </a:rPr>
              <a:t>Frame 0</a:t>
            </a:r>
          </a:p>
        </p:txBody>
      </p:sp>
      <p:pic>
        <p:nvPicPr>
          <p:cNvPr id="113" name="">
            <a:extLst>
              <a:ext uri="{FF2B5EF4-FFF2-40B4-BE49-F238E27FC236}">
                <ns2:creationId id="{07A7D8B4-CBA3-4965-B8BD-15AFA6AF8F92}"/>
              </a:ext>
            </a:extLst>
          </p:cNvPr>
          <p:cNvPicPr>
            <a:picLocks noChangeAspect="1"/>
          </p:cNvPicPr>
          <p:nvPr/>
        </p:nvPicPr>
        <p:blipFill>
          <a:blip ns3:embed="R17bff3a3749c4f88"/>
          <a:stretch/>
        </p:blipFill>
        <p:spPr>
          <a:xfrm>
            <a:off x="95250" y="3349171"/>
            <a:ext cx="3810000" cy="2006450"/>
          </a:xfrm>
          <a:prstGeom prst="rect">
            <a:avLst/>
          </a:prstGeom>
        </p:spPr>
      </p:pic>
      <p:sp>
        <p:nvSpPr>
          <p:cNvPr id="114" name="Cylinder_f0_domain_edge_0_1">
            <a:extLst>
              <a:ext uri="{FF2B5EF4-FFF2-40B4-BE49-F238E27FC236}">
                <ns2:creationId id="{24F8A28C-AB81-4D5B-AFF1-9DE2DE6D15C2}"/>
              </a:ext>
            </a:extLst>
          </p:cNvPr>
          <p:cNvSpPr>
            <a:spLocks noGrp="1"/>
          </p:cNvSpPr>
          <p:nvPr/>
        </p:nvSpPr>
        <p:spPr>
          <a:xfrm>
            <a:off x="209386" y="3865750"/>
            <a:ext cx="134" cy="838969"/>
          </a:xfrm>
          <a:custGeom>
            <a:pathLst>
              <a:path w="95" h="595500">
                <a:moveTo>
                  <a:pt x="0" y="595500"/>
                </a:moveTo>
                <a:lnTo>
                  <a:pt x="0" y="0"/>
                </a:lnTo>
              </a:path>
            </a:pathLst>
          </a:custGeom>
          <a:noFill/>
          <a:ln w="8165">
            <a:solidFill>
              <a:srgbClr val="9AA6AE"/>
            </a:solidFill>
            <a:prstDash val="solid"/>
          </a:ln>
        </p:spPr>
      </p:sp>
      <p:sp>
        <p:nvSpPr>
          <p:cNvPr id="115" name="Cylinder_f0_domain_edge_0_2">
            <a:extLst>
              <a:ext uri="{FF2B5EF4-FFF2-40B4-BE49-F238E27FC236}">
                <ns2:creationId id="{91EB6341-5CDE-4CB4-9837-6AD973E7B09E}"/>
              </a:ext>
            </a:extLst>
          </p:cNvPr>
          <p:cNvSpPr>
            <a:spLocks noGrp="1"/>
          </p:cNvSpPr>
          <p:nvPr/>
        </p:nvSpPr>
        <p:spPr>
          <a:xfrm>
            <a:off x="209386" y="4295110"/>
            <a:ext cx="509879" cy="409610"/>
          </a:xfrm>
          <a:custGeom>
            <a:pathLst>
              <a:path w="361912" h="290741">
                <a:moveTo>
                  <a:pt x="0" y="290741"/>
                </a:moveTo>
                <a:lnTo>
                  <a:pt x="361912" y="0"/>
                </a:lnTo>
              </a:path>
            </a:pathLst>
          </a:custGeom>
          <a:noFill/>
          <a:ln w="8165">
            <a:solidFill>
              <a:srgbClr val="9AA6AE"/>
            </a:solidFill>
            <a:prstDash val="solid"/>
          </a:ln>
        </p:spPr>
      </p:sp>
      <p:sp>
        <p:nvSpPr>
          <p:cNvPr id="116" name="Cylinder_f0_domain_edge_0_4">
            <a:extLst>
              <a:ext uri="{FF2B5EF4-FFF2-40B4-BE49-F238E27FC236}">
                <ns2:creationId id="{5D2D0068-C078-4B36-ADCB-742D012ACE5D}"/>
              </a:ext>
            </a:extLst>
          </p:cNvPr>
          <p:cNvSpPr>
            <a:spLocks noGrp="1"/>
          </p:cNvSpPr>
          <p:nvPr/>
        </p:nvSpPr>
        <p:spPr>
          <a:xfrm>
            <a:off x="209386" y="4704719"/>
            <a:ext cx="3068497" cy="536010"/>
          </a:xfrm>
          <a:custGeom>
            <a:pathLst>
              <a:path w="2178019" h="380460">
                <a:moveTo>
                  <a:pt x="0" y="0"/>
                </a:moveTo>
                <a:lnTo>
                  <a:pt x="2178019" y="380460"/>
                </a:lnTo>
              </a:path>
            </a:pathLst>
          </a:custGeom>
          <a:noFill/>
          <a:ln w="8165">
            <a:solidFill>
              <a:srgbClr val="9AA6AE"/>
            </a:solidFill>
            <a:prstDash val="solid"/>
          </a:ln>
        </p:spPr>
      </p:sp>
      <p:sp>
        <p:nvSpPr>
          <p:cNvPr id="117" name="Cylinder_f0_domain_edge_1_3">
            <a:extLst>
              <a:ext uri="{FF2B5EF4-FFF2-40B4-BE49-F238E27FC236}">
                <ns2:creationId id="{ABF81A1D-4F5D-466B-9A4B-E7EE95130AC0}"/>
              </a:ext>
            </a:extLst>
          </p:cNvPr>
          <p:cNvSpPr>
            <a:spLocks noGrp="1"/>
          </p:cNvSpPr>
          <p:nvPr/>
        </p:nvSpPr>
        <p:spPr>
          <a:xfrm>
            <a:off x="209386" y="3456141"/>
            <a:ext cx="509879" cy="409610"/>
          </a:xfrm>
          <a:custGeom>
            <a:pathLst>
              <a:path w="361912" h="290741">
                <a:moveTo>
                  <a:pt x="0" y="290741"/>
                </a:moveTo>
                <a:lnTo>
                  <a:pt x="361912" y="0"/>
                </a:lnTo>
              </a:path>
            </a:pathLst>
          </a:custGeom>
          <a:noFill/>
          <a:ln w="8165">
            <a:solidFill>
              <a:srgbClr val="9AA6AE"/>
            </a:solidFill>
            <a:prstDash val="solid"/>
          </a:ln>
        </p:spPr>
      </p:sp>
      <p:sp>
        <p:nvSpPr>
          <p:cNvPr id="118" name="Cylinder_f0_domain_edge_1_5">
            <a:extLst>
              <a:ext uri="{FF2B5EF4-FFF2-40B4-BE49-F238E27FC236}">
                <ns2:creationId id="{6EE3CD32-D7E0-429C-B725-B08193BED29A}"/>
              </a:ext>
            </a:extLst>
          </p:cNvPr>
          <p:cNvSpPr>
            <a:spLocks noGrp="1"/>
          </p:cNvSpPr>
          <p:nvPr/>
        </p:nvSpPr>
        <p:spPr>
          <a:xfrm>
            <a:off x="209386" y="3865750"/>
            <a:ext cx="3068497" cy="536010"/>
          </a:xfrm>
          <a:custGeom>
            <a:pathLst>
              <a:path w="2178019" h="380460">
                <a:moveTo>
                  <a:pt x="0" y="0"/>
                </a:moveTo>
                <a:lnTo>
                  <a:pt x="2178019" y="380460"/>
                </a:lnTo>
              </a:path>
            </a:pathLst>
          </a:custGeom>
          <a:noFill/>
          <a:ln w="8165">
            <a:solidFill>
              <a:srgbClr val="9AA6AE"/>
            </a:solidFill>
            <a:prstDash val="solid"/>
          </a:ln>
        </p:spPr>
      </p:sp>
      <p:sp>
        <p:nvSpPr>
          <p:cNvPr id="119" name="Cylinder_f0_domain_edge_2_3">
            <a:extLst>
              <a:ext uri="{FF2B5EF4-FFF2-40B4-BE49-F238E27FC236}">
                <ns2:creationId id="{49FD129A-384F-475F-AA9B-F4F6FA2A2A56}"/>
              </a:ext>
            </a:extLst>
          </p:cNvPr>
          <p:cNvSpPr>
            <a:spLocks noGrp="1"/>
          </p:cNvSpPr>
          <p:nvPr/>
        </p:nvSpPr>
        <p:spPr>
          <a:xfrm>
            <a:off x="719265" y="3456141"/>
            <a:ext cx="134" cy="838969"/>
          </a:xfrm>
          <a:custGeom>
            <a:pathLst>
              <a:path w="95" h="595500">
                <a:moveTo>
                  <a:pt x="0" y="595500"/>
                </a:moveTo>
                <a:lnTo>
                  <a:pt x="0" y="0"/>
                </a:lnTo>
              </a:path>
            </a:pathLst>
          </a:custGeom>
          <a:noFill/>
          <a:ln w="8165">
            <a:solidFill>
              <a:srgbClr val="9AA6AE"/>
            </a:solidFill>
            <a:prstDash val="solid"/>
          </a:ln>
        </p:spPr>
      </p:sp>
      <p:sp>
        <p:nvSpPr>
          <p:cNvPr id="120" name="Cylinder_f0_domain_edge_2_6">
            <a:extLst>
              <a:ext uri="{FF2B5EF4-FFF2-40B4-BE49-F238E27FC236}">
                <ns2:creationId id="{53F9C68E-FE3F-4B9C-AFE2-266E368B1201}"/>
              </a:ext>
            </a:extLst>
          </p:cNvPr>
          <p:cNvSpPr>
            <a:spLocks noGrp="1"/>
          </p:cNvSpPr>
          <p:nvPr/>
        </p:nvSpPr>
        <p:spPr>
          <a:xfrm>
            <a:off x="719265" y="4295110"/>
            <a:ext cx="3068497" cy="536010"/>
          </a:xfrm>
          <a:custGeom>
            <a:pathLst>
              <a:path w="2178019" h="380460">
                <a:moveTo>
                  <a:pt x="0" y="0"/>
                </a:moveTo>
                <a:lnTo>
                  <a:pt x="2178019" y="380460"/>
                </a:lnTo>
              </a:path>
            </a:pathLst>
          </a:custGeom>
          <a:noFill/>
          <a:ln w="8165">
            <a:solidFill>
              <a:srgbClr val="9AA6AE"/>
            </a:solidFill>
            <a:prstDash val="solid"/>
          </a:ln>
        </p:spPr>
      </p:sp>
      <p:sp>
        <p:nvSpPr>
          <p:cNvPr id="121" name="Cylinder_f0_domain_edge_3_7">
            <a:extLst>
              <a:ext uri="{FF2B5EF4-FFF2-40B4-BE49-F238E27FC236}">
                <ns2:creationId id="{0030D258-E735-499B-97F6-479FF8AC338B}"/>
              </a:ext>
            </a:extLst>
          </p:cNvPr>
          <p:cNvSpPr>
            <a:spLocks noGrp="1"/>
          </p:cNvSpPr>
          <p:nvPr/>
        </p:nvSpPr>
        <p:spPr>
          <a:xfrm>
            <a:off x="719265" y="3456141"/>
            <a:ext cx="3068497" cy="536010"/>
          </a:xfrm>
          <a:custGeom>
            <a:pathLst>
              <a:path w="2178019" h="380460">
                <a:moveTo>
                  <a:pt x="0" y="0"/>
                </a:moveTo>
                <a:lnTo>
                  <a:pt x="2178019" y="380460"/>
                </a:lnTo>
              </a:path>
            </a:pathLst>
          </a:custGeom>
          <a:noFill/>
          <a:ln w="8165">
            <a:solidFill>
              <a:srgbClr val="9AA6AE"/>
            </a:solidFill>
            <a:prstDash val="solid"/>
          </a:ln>
        </p:spPr>
      </p:sp>
      <p:sp>
        <p:nvSpPr>
          <p:cNvPr id="122" name="Cylinder_f0_domain_edge_4_5">
            <a:extLst>
              <a:ext uri="{FF2B5EF4-FFF2-40B4-BE49-F238E27FC236}">
                <ns2:creationId id="{6AF3B197-1634-42D9-B045-EB75D9F8A00B}"/>
              </a:ext>
            </a:extLst>
          </p:cNvPr>
          <p:cNvSpPr>
            <a:spLocks noGrp="1"/>
          </p:cNvSpPr>
          <p:nvPr/>
        </p:nvSpPr>
        <p:spPr>
          <a:xfrm>
            <a:off x="3277883" y="4401761"/>
            <a:ext cx="134" cy="838969"/>
          </a:xfrm>
          <a:custGeom>
            <a:pathLst>
              <a:path w="95" h="595500">
                <a:moveTo>
                  <a:pt x="0" y="595500"/>
                </a:moveTo>
                <a:lnTo>
                  <a:pt x="0" y="0"/>
                </a:lnTo>
              </a:path>
            </a:pathLst>
          </a:custGeom>
          <a:noFill/>
          <a:ln w="8165">
            <a:solidFill>
              <a:srgbClr val="9AA6AE"/>
            </a:solidFill>
            <a:prstDash val="solid"/>
          </a:ln>
        </p:spPr>
      </p:sp>
      <p:sp>
        <p:nvSpPr>
          <p:cNvPr id="123" name="Cylinder_f0_domain_edge_4_6">
            <a:extLst>
              <a:ext uri="{FF2B5EF4-FFF2-40B4-BE49-F238E27FC236}">
                <ns2:creationId id="{E366F8FA-8213-419E-97D1-D153A1331658}"/>
              </a:ext>
            </a:extLst>
          </p:cNvPr>
          <p:cNvSpPr>
            <a:spLocks noGrp="1"/>
          </p:cNvSpPr>
          <p:nvPr/>
        </p:nvSpPr>
        <p:spPr>
          <a:xfrm>
            <a:off x="3277883" y="4831121"/>
            <a:ext cx="509879" cy="409610"/>
          </a:xfrm>
          <a:custGeom>
            <a:pathLst>
              <a:path w="361912" h="290741">
                <a:moveTo>
                  <a:pt x="0" y="290741"/>
                </a:moveTo>
                <a:lnTo>
                  <a:pt x="361912" y="0"/>
                </a:lnTo>
              </a:path>
            </a:pathLst>
          </a:custGeom>
          <a:noFill/>
          <a:ln w="8165">
            <a:solidFill>
              <a:srgbClr val="9AA6AE"/>
            </a:solidFill>
            <a:prstDash val="solid"/>
          </a:ln>
        </p:spPr>
      </p:sp>
      <p:sp>
        <p:nvSpPr>
          <p:cNvPr id="124" name="Cylinder_f0_domain_edge_5_7">
            <a:extLst>
              <a:ext uri="{FF2B5EF4-FFF2-40B4-BE49-F238E27FC236}">
                <ns2:creationId id="{F26C717A-9208-4272-891B-FE1E433ABB42}"/>
              </a:ext>
            </a:extLst>
          </p:cNvPr>
          <p:cNvSpPr>
            <a:spLocks noGrp="1"/>
          </p:cNvSpPr>
          <p:nvPr/>
        </p:nvSpPr>
        <p:spPr>
          <a:xfrm>
            <a:off x="3277883" y="3992152"/>
            <a:ext cx="509879" cy="409610"/>
          </a:xfrm>
          <a:custGeom>
            <a:pathLst>
              <a:path w="361912" h="290741">
                <a:moveTo>
                  <a:pt x="0" y="290741"/>
                </a:moveTo>
                <a:lnTo>
                  <a:pt x="361912" y="0"/>
                </a:lnTo>
              </a:path>
            </a:pathLst>
          </a:custGeom>
          <a:noFill/>
          <a:ln w="8165">
            <a:solidFill>
              <a:srgbClr val="9AA6AE"/>
            </a:solidFill>
            <a:prstDash val="solid"/>
          </a:ln>
        </p:spPr>
      </p:sp>
      <p:sp>
        <p:nvSpPr>
          <p:cNvPr id="125" name="Cylinder_f0_domain_edge_6_7">
            <a:extLst>
              <a:ext uri="{FF2B5EF4-FFF2-40B4-BE49-F238E27FC236}">
                <ns2:creationId id="{1558EC07-4693-44AA-802C-865EE08DC09C}"/>
              </a:ext>
            </a:extLst>
          </p:cNvPr>
          <p:cNvSpPr>
            <a:spLocks noGrp="1"/>
          </p:cNvSpPr>
          <p:nvPr/>
        </p:nvSpPr>
        <p:spPr>
          <a:xfrm>
            <a:off x="3787762" y="3992152"/>
            <a:ext cx="134" cy="838969"/>
          </a:xfrm>
          <a:custGeom>
            <a:pathLst>
              <a:path w="95" h="595500">
                <a:moveTo>
                  <a:pt x="0" y="595500"/>
                </a:moveTo>
                <a:lnTo>
                  <a:pt x="0" y="0"/>
                </a:lnTo>
              </a:path>
            </a:pathLst>
          </a:custGeom>
          <a:noFill/>
          <a:ln w="8165">
            <a:solidFill>
              <a:srgbClr val="9AA6AE"/>
            </a:solidFill>
            <a:prstDash val="solid"/>
          </a:ln>
        </p:spPr>
      </p:sp>
      <p:sp>
        <p:nvSpPr>
          <p:cNvPr id="126" name="text_125">
            <a:extLst>
              <a:ext uri="{FF2B5EF4-FFF2-40B4-BE49-F238E27FC236}">
                <ns2:creationId id="{5F804E2E-7606-483C-8FBD-181752C403A7}"/>
              </a:ext>
            </a:extLst>
          </p:cNvPr>
          <p:cNvSpPr>
            <a:spLocks noGrp="1"/>
          </p:cNvSpPr>
          <p:nvPr/>
        </p:nvSpPr>
        <p:spPr>
          <a:xfrm rot="0">
            <a:off x="4000500" y="3086100"/>
            <a:ext cx="3810000" cy="226786"/>
          </a:xfrm>
          <a:prstGeom prst="rect">
            <a:avLst/>
          </a:prstGeom>
          <a:noFill/>
          <a:ln w="0">
            <a:noFill/>
            <a:prstDash val="solid"/>
          </a:ln>
        </p:spPr>
        <p:txBody>
          <a:bodyPr wrap="none" lIns="0" tIns="0" rIns="0" bIns="0" anchor="t">
            <a:noAutofit/>
          </a:bodyPr>
          <a:lstStyle>
            <a:defPPr algn="ctr">
              <a:defRPr sz="1571" b="1">
                <a:solidFill>
                  <a:srgbClr val="000000"/>
                </a:solidFill>
                <a:latin typeface="Arial"/>
                <a:ea typeface="Arial"/>
                <a:cs typeface="Arial"/>
              </a:defRPr>
            </a:defPPr>
            <a:lvl1pPr algn="ctr">
              <a:defRPr sz="1571" b="1">
                <a:solidFill>
                  <a:srgbClr val="000000"/>
                </a:solidFill>
                <a:latin typeface="Arial"/>
                <a:ea typeface="Arial"/>
                <a:cs typeface="Arial"/>
              </a:defRPr>
            </a:lvl1pPr>
            <a:lvl2pPr algn="ctr">
              <a:defRPr sz="1571" b="1">
                <a:solidFill>
                  <a:srgbClr val="000000"/>
                </a:solidFill>
                <a:latin typeface="Arial"/>
                <a:ea typeface="Arial"/>
                <a:cs typeface="Arial"/>
              </a:defRPr>
            </a:lvl2pPr>
            <a:lvl3pPr algn="ctr">
              <a:defRPr sz="1571" b="1">
                <a:solidFill>
                  <a:srgbClr val="000000"/>
                </a:solidFill>
                <a:latin typeface="Arial"/>
                <a:ea typeface="Arial"/>
                <a:cs typeface="Arial"/>
              </a:defRPr>
            </a:lvl3pPr>
            <a:lvl4pPr algn="ctr">
              <a:defRPr sz="1571" b="1">
                <a:solidFill>
                  <a:srgbClr val="000000"/>
                </a:solidFill>
                <a:latin typeface="Arial"/>
                <a:ea typeface="Arial"/>
                <a:cs typeface="Arial"/>
              </a:defRPr>
            </a:lvl4pPr>
            <a:lvl5pPr algn="ctr">
              <a:defRPr sz="1571" b="1">
                <a:solidFill>
                  <a:srgbClr val="000000"/>
                </a:solidFill>
                <a:latin typeface="Arial"/>
                <a:ea typeface="Arial"/>
                <a:cs typeface="Arial"/>
              </a:defRPr>
            </a:lvl5pPr>
            <a:lvl6pPr algn="ctr">
              <a:defRPr sz="1571" b="1">
                <a:solidFill>
                  <a:srgbClr val="000000"/>
                </a:solidFill>
                <a:latin typeface="Arial"/>
                <a:ea typeface="Arial"/>
                <a:cs typeface="Arial"/>
              </a:defRPr>
            </a:lvl6pPr>
            <a:lvl7pPr algn="ctr">
              <a:defRPr sz="1571" b="1">
                <a:solidFill>
                  <a:srgbClr val="000000"/>
                </a:solidFill>
                <a:latin typeface="Arial"/>
                <a:ea typeface="Arial"/>
                <a:cs typeface="Arial"/>
              </a:defRPr>
            </a:lvl7pPr>
            <a:lvl8pPr algn="ctr">
              <a:defRPr sz="1571" b="1">
                <a:solidFill>
                  <a:srgbClr val="000000"/>
                </a:solidFill>
                <a:latin typeface="Arial"/>
                <a:ea typeface="Arial"/>
                <a:cs typeface="Arial"/>
              </a:defRPr>
            </a:lvl8pPr>
            <a:lvl9pPr algn="ctr">
              <a:defRPr sz="1571" b="1">
                <a:solidFill>
                  <a:srgbClr val="000000"/>
                </a:solidFill>
                <a:latin typeface="Arial"/>
                <a:ea typeface="Arial"/>
                <a:cs typeface="Arial"/>
              </a:defRPr>
            </a:lvl9pPr>
          </a:lstStyle>
          <a:p>
            <a:pPr algn="ctr">
              <a:defRPr sz="1571" b="1">
                <a:solidFill>
                  <a:srgbClr val="000000"/>
                </a:solidFill>
                <a:latin typeface="Arial"/>
                <a:ea typeface="Arial"/>
                <a:cs typeface="Arial"/>
              </a:defRPr>
            </a:pPr>
            <a:r>
              <a:rPr sz="1571" b="1">
                <a:solidFill>
                  <a:srgbClr val="000000"/>
                </a:solidFill>
                <a:latin typeface="Arial"/>
                <a:ea typeface="Arial"/>
                <a:cs typeface="Arial"/>
              </a:rPr>
              <a:t>Frame 51</a:t>
            </a:r>
          </a:p>
        </p:txBody>
      </p:sp>
      <p:pic>
        <p:nvPicPr>
          <p:cNvPr id="127" name="">
            <a:extLst>
              <a:ext uri="{FF2B5EF4-FFF2-40B4-BE49-F238E27FC236}">
                <ns2:creationId id="{7B64B92A-DDA6-43F9-9B00-D181BB0D9A4F}"/>
              </a:ext>
            </a:extLst>
          </p:cNvPr>
          <p:cNvPicPr>
            <a:picLocks noChangeAspect="1"/>
          </p:cNvPicPr>
          <p:nvPr/>
        </p:nvPicPr>
        <p:blipFill>
          <a:blip ns3:embed="Re4e1a71f2c4345da"/>
          <a:stretch/>
        </p:blipFill>
        <p:spPr>
          <a:xfrm>
            <a:off x="4000500" y="3349171"/>
            <a:ext cx="3810000" cy="2006450"/>
          </a:xfrm>
          <a:prstGeom prst="rect">
            <a:avLst/>
          </a:prstGeom>
        </p:spPr>
      </p:pic>
      <p:sp>
        <p:nvSpPr>
          <p:cNvPr id="128" name="Cylinder_f51_domain_edge_0_1">
            <a:extLst>
              <a:ext uri="{FF2B5EF4-FFF2-40B4-BE49-F238E27FC236}">
                <ns2:creationId id="{1691E4EF-3268-4585-B2CD-BE38C7E27FB7}"/>
              </a:ext>
            </a:extLst>
          </p:cNvPr>
          <p:cNvSpPr>
            <a:spLocks noGrp="1"/>
          </p:cNvSpPr>
          <p:nvPr/>
        </p:nvSpPr>
        <p:spPr>
          <a:xfrm>
            <a:off x="4114636" y="3865750"/>
            <a:ext cx="134" cy="838969"/>
          </a:xfrm>
          <a:custGeom>
            <a:pathLst>
              <a:path w="95" h="595500">
                <a:moveTo>
                  <a:pt x="0" y="595500"/>
                </a:moveTo>
                <a:lnTo>
                  <a:pt x="0" y="0"/>
                </a:lnTo>
              </a:path>
            </a:pathLst>
          </a:custGeom>
          <a:noFill/>
          <a:ln w="8165">
            <a:solidFill>
              <a:srgbClr val="9AA6AE"/>
            </a:solidFill>
            <a:prstDash val="solid"/>
          </a:ln>
        </p:spPr>
      </p:sp>
      <p:sp>
        <p:nvSpPr>
          <p:cNvPr id="129" name="Cylinder_f51_domain_edge_0_2">
            <a:extLst>
              <a:ext uri="{FF2B5EF4-FFF2-40B4-BE49-F238E27FC236}">
                <ns2:creationId id="{D6E2A6C7-1879-49CC-8B36-C2F00A5C7063}"/>
              </a:ext>
            </a:extLst>
          </p:cNvPr>
          <p:cNvSpPr>
            <a:spLocks noGrp="1"/>
          </p:cNvSpPr>
          <p:nvPr/>
        </p:nvSpPr>
        <p:spPr>
          <a:xfrm>
            <a:off x="4114636" y="4295110"/>
            <a:ext cx="509879" cy="409610"/>
          </a:xfrm>
          <a:custGeom>
            <a:pathLst>
              <a:path w="361912" h="290741">
                <a:moveTo>
                  <a:pt x="0" y="290741"/>
                </a:moveTo>
                <a:lnTo>
                  <a:pt x="361912" y="0"/>
                </a:lnTo>
              </a:path>
            </a:pathLst>
          </a:custGeom>
          <a:noFill/>
          <a:ln w="8165">
            <a:solidFill>
              <a:srgbClr val="9AA6AE"/>
            </a:solidFill>
            <a:prstDash val="solid"/>
          </a:ln>
        </p:spPr>
      </p:sp>
      <p:sp>
        <p:nvSpPr>
          <p:cNvPr id="130" name="Cylinder_f51_domain_edge_0_4">
            <a:extLst>
              <a:ext uri="{FF2B5EF4-FFF2-40B4-BE49-F238E27FC236}">
                <ns2:creationId id="{11332E88-0413-4A5B-BA07-D15974F6C0BC}"/>
              </a:ext>
            </a:extLst>
          </p:cNvPr>
          <p:cNvSpPr>
            <a:spLocks noGrp="1"/>
          </p:cNvSpPr>
          <p:nvPr/>
        </p:nvSpPr>
        <p:spPr>
          <a:xfrm>
            <a:off x="4114636" y="4704719"/>
            <a:ext cx="3068497" cy="536010"/>
          </a:xfrm>
          <a:custGeom>
            <a:pathLst>
              <a:path w="2178019" h="380460">
                <a:moveTo>
                  <a:pt x="0" y="0"/>
                </a:moveTo>
                <a:lnTo>
                  <a:pt x="2178019" y="380460"/>
                </a:lnTo>
              </a:path>
            </a:pathLst>
          </a:custGeom>
          <a:noFill/>
          <a:ln w="8165">
            <a:solidFill>
              <a:srgbClr val="9AA6AE"/>
            </a:solidFill>
            <a:prstDash val="solid"/>
          </a:ln>
        </p:spPr>
      </p:sp>
      <p:sp>
        <p:nvSpPr>
          <p:cNvPr id="131" name="Cylinder_f51_domain_edge_1_3">
            <a:extLst>
              <a:ext uri="{FF2B5EF4-FFF2-40B4-BE49-F238E27FC236}">
                <ns2:creationId id="{A3254D56-6B45-473E-8E47-45BC25D22CB0}"/>
              </a:ext>
            </a:extLst>
          </p:cNvPr>
          <p:cNvSpPr>
            <a:spLocks noGrp="1"/>
          </p:cNvSpPr>
          <p:nvPr/>
        </p:nvSpPr>
        <p:spPr>
          <a:xfrm>
            <a:off x="4114636" y="3456141"/>
            <a:ext cx="509879" cy="409610"/>
          </a:xfrm>
          <a:custGeom>
            <a:pathLst>
              <a:path w="361912" h="290741">
                <a:moveTo>
                  <a:pt x="0" y="290741"/>
                </a:moveTo>
                <a:lnTo>
                  <a:pt x="361912" y="0"/>
                </a:lnTo>
              </a:path>
            </a:pathLst>
          </a:custGeom>
          <a:noFill/>
          <a:ln w="8165">
            <a:solidFill>
              <a:srgbClr val="9AA6AE"/>
            </a:solidFill>
            <a:prstDash val="solid"/>
          </a:ln>
        </p:spPr>
      </p:sp>
      <p:sp>
        <p:nvSpPr>
          <p:cNvPr id="132" name="Cylinder_f51_domain_edge_1_5">
            <a:extLst>
              <a:ext uri="{FF2B5EF4-FFF2-40B4-BE49-F238E27FC236}">
                <ns2:creationId id="{19458D38-7D89-4103-BB71-FFB4D8272810}"/>
              </a:ext>
            </a:extLst>
          </p:cNvPr>
          <p:cNvSpPr>
            <a:spLocks noGrp="1"/>
          </p:cNvSpPr>
          <p:nvPr/>
        </p:nvSpPr>
        <p:spPr>
          <a:xfrm>
            <a:off x="4114636" y="3865750"/>
            <a:ext cx="3068497" cy="536010"/>
          </a:xfrm>
          <a:custGeom>
            <a:pathLst>
              <a:path w="2178019" h="380460">
                <a:moveTo>
                  <a:pt x="0" y="0"/>
                </a:moveTo>
                <a:lnTo>
                  <a:pt x="2178019" y="380460"/>
                </a:lnTo>
              </a:path>
            </a:pathLst>
          </a:custGeom>
          <a:noFill/>
          <a:ln w="8165">
            <a:solidFill>
              <a:srgbClr val="9AA6AE"/>
            </a:solidFill>
            <a:prstDash val="solid"/>
          </a:ln>
        </p:spPr>
      </p:sp>
      <p:sp>
        <p:nvSpPr>
          <p:cNvPr id="133" name="Cylinder_f51_domain_edge_2_3">
            <a:extLst>
              <a:ext uri="{FF2B5EF4-FFF2-40B4-BE49-F238E27FC236}">
                <ns2:creationId id="{D9838F9F-00A9-4A94-AE63-00F7C816981A}"/>
              </a:ext>
            </a:extLst>
          </p:cNvPr>
          <p:cNvSpPr>
            <a:spLocks noGrp="1"/>
          </p:cNvSpPr>
          <p:nvPr/>
        </p:nvSpPr>
        <p:spPr>
          <a:xfrm>
            <a:off x="4624515" y="3456141"/>
            <a:ext cx="134" cy="838969"/>
          </a:xfrm>
          <a:custGeom>
            <a:pathLst>
              <a:path w="95" h="595500">
                <a:moveTo>
                  <a:pt x="0" y="595500"/>
                </a:moveTo>
                <a:lnTo>
                  <a:pt x="0" y="0"/>
                </a:lnTo>
              </a:path>
            </a:pathLst>
          </a:custGeom>
          <a:noFill/>
          <a:ln w="8165">
            <a:solidFill>
              <a:srgbClr val="9AA6AE"/>
            </a:solidFill>
            <a:prstDash val="solid"/>
          </a:ln>
        </p:spPr>
      </p:sp>
      <p:sp>
        <p:nvSpPr>
          <p:cNvPr id="134" name="Cylinder_f51_domain_edge_2_6">
            <a:extLst>
              <a:ext uri="{FF2B5EF4-FFF2-40B4-BE49-F238E27FC236}">
                <ns2:creationId id="{49D0F9F4-DD09-4A4B-BCC5-8507A9ACFAD4}"/>
              </a:ext>
            </a:extLst>
          </p:cNvPr>
          <p:cNvSpPr>
            <a:spLocks noGrp="1"/>
          </p:cNvSpPr>
          <p:nvPr/>
        </p:nvSpPr>
        <p:spPr>
          <a:xfrm>
            <a:off x="4624515" y="4295110"/>
            <a:ext cx="3068497" cy="536010"/>
          </a:xfrm>
          <a:custGeom>
            <a:pathLst>
              <a:path w="2178019" h="380460">
                <a:moveTo>
                  <a:pt x="0" y="0"/>
                </a:moveTo>
                <a:lnTo>
                  <a:pt x="2178019" y="380460"/>
                </a:lnTo>
              </a:path>
            </a:pathLst>
          </a:custGeom>
          <a:noFill/>
          <a:ln w="8165">
            <a:solidFill>
              <a:srgbClr val="9AA6AE"/>
            </a:solidFill>
            <a:prstDash val="solid"/>
          </a:ln>
        </p:spPr>
      </p:sp>
      <p:sp>
        <p:nvSpPr>
          <p:cNvPr id="135" name="Cylinder_f51_domain_edge_3_7">
            <a:extLst>
              <a:ext uri="{FF2B5EF4-FFF2-40B4-BE49-F238E27FC236}">
                <ns2:creationId id="{09DA81C3-3AEA-4B57-A7B0-76BCC04451C0}"/>
              </a:ext>
            </a:extLst>
          </p:cNvPr>
          <p:cNvSpPr>
            <a:spLocks noGrp="1"/>
          </p:cNvSpPr>
          <p:nvPr/>
        </p:nvSpPr>
        <p:spPr>
          <a:xfrm>
            <a:off x="4624515" y="3456141"/>
            <a:ext cx="3068497" cy="536010"/>
          </a:xfrm>
          <a:custGeom>
            <a:pathLst>
              <a:path w="2178019" h="380460">
                <a:moveTo>
                  <a:pt x="0" y="0"/>
                </a:moveTo>
                <a:lnTo>
                  <a:pt x="2178019" y="380460"/>
                </a:lnTo>
              </a:path>
            </a:pathLst>
          </a:custGeom>
          <a:noFill/>
          <a:ln w="8165">
            <a:solidFill>
              <a:srgbClr val="9AA6AE"/>
            </a:solidFill>
            <a:prstDash val="solid"/>
          </a:ln>
        </p:spPr>
      </p:sp>
      <p:sp>
        <p:nvSpPr>
          <p:cNvPr id="136" name="Cylinder_f51_domain_edge_4_5">
            <a:extLst>
              <a:ext uri="{FF2B5EF4-FFF2-40B4-BE49-F238E27FC236}">
                <ns2:creationId id="{014904AA-3ED1-4FC0-A9A3-EA8C964DB33D}"/>
              </a:ext>
            </a:extLst>
          </p:cNvPr>
          <p:cNvSpPr>
            <a:spLocks noGrp="1"/>
          </p:cNvSpPr>
          <p:nvPr/>
        </p:nvSpPr>
        <p:spPr>
          <a:xfrm>
            <a:off x="7183133" y="4401761"/>
            <a:ext cx="134" cy="838969"/>
          </a:xfrm>
          <a:custGeom>
            <a:pathLst>
              <a:path w="95" h="595500">
                <a:moveTo>
                  <a:pt x="0" y="595500"/>
                </a:moveTo>
                <a:lnTo>
                  <a:pt x="0" y="0"/>
                </a:lnTo>
              </a:path>
            </a:pathLst>
          </a:custGeom>
          <a:noFill/>
          <a:ln w="8165">
            <a:solidFill>
              <a:srgbClr val="9AA6AE"/>
            </a:solidFill>
            <a:prstDash val="solid"/>
          </a:ln>
        </p:spPr>
      </p:sp>
      <p:sp>
        <p:nvSpPr>
          <p:cNvPr id="137" name="Cylinder_f51_domain_edge_4_6">
            <a:extLst>
              <a:ext uri="{FF2B5EF4-FFF2-40B4-BE49-F238E27FC236}">
                <ns2:creationId id="{D0DA17B3-64D3-4EB7-BC5A-58BAAA83AA7C}"/>
              </a:ext>
            </a:extLst>
          </p:cNvPr>
          <p:cNvSpPr>
            <a:spLocks noGrp="1"/>
          </p:cNvSpPr>
          <p:nvPr/>
        </p:nvSpPr>
        <p:spPr>
          <a:xfrm>
            <a:off x="7183133" y="4831121"/>
            <a:ext cx="509879" cy="409610"/>
          </a:xfrm>
          <a:custGeom>
            <a:pathLst>
              <a:path w="361912" h="290741">
                <a:moveTo>
                  <a:pt x="0" y="290741"/>
                </a:moveTo>
                <a:lnTo>
                  <a:pt x="361912" y="0"/>
                </a:lnTo>
              </a:path>
            </a:pathLst>
          </a:custGeom>
          <a:noFill/>
          <a:ln w="8165">
            <a:solidFill>
              <a:srgbClr val="9AA6AE"/>
            </a:solidFill>
            <a:prstDash val="solid"/>
          </a:ln>
        </p:spPr>
      </p:sp>
      <p:sp>
        <p:nvSpPr>
          <p:cNvPr id="138" name="Cylinder_f51_domain_edge_5_7">
            <a:extLst>
              <a:ext uri="{FF2B5EF4-FFF2-40B4-BE49-F238E27FC236}">
                <ns2:creationId id="{11E2FF85-84F0-4F6F-A61A-F0002DBFEAFA}"/>
              </a:ext>
            </a:extLst>
          </p:cNvPr>
          <p:cNvSpPr>
            <a:spLocks noGrp="1"/>
          </p:cNvSpPr>
          <p:nvPr/>
        </p:nvSpPr>
        <p:spPr>
          <a:xfrm>
            <a:off x="7183133" y="3992152"/>
            <a:ext cx="509879" cy="409610"/>
          </a:xfrm>
          <a:custGeom>
            <a:pathLst>
              <a:path w="361912" h="290741">
                <a:moveTo>
                  <a:pt x="0" y="290741"/>
                </a:moveTo>
                <a:lnTo>
                  <a:pt x="361912" y="0"/>
                </a:lnTo>
              </a:path>
            </a:pathLst>
          </a:custGeom>
          <a:noFill/>
          <a:ln w="8165">
            <a:solidFill>
              <a:srgbClr val="9AA6AE"/>
            </a:solidFill>
            <a:prstDash val="solid"/>
          </a:ln>
        </p:spPr>
      </p:sp>
      <p:sp>
        <p:nvSpPr>
          <p:cNvPr id="139" name="Cylinder_f51_domain_edge_6_7">
            <a:extLst>
              <a:ext uri="{FF2B5EF4-FFF2-40B4-BE49-F238E27FC236}">
                <ns2:creationId id="{30823C00-B782-49B7-9993-2D683A25E170}"/>
              </a:ext>
            </a:extLst>
          </p:cNvPr>
          <p:cNvSpPr>
            <a:spLocks noGrp="1"/>
          </p:cNvSpPr>
          <p:nvPr/>
        </p:nvSpPr>
        <p:spPr>
          <a:xfrm>
            <a:off x="7693012" y="3992152"/>
            <a:ext cx="134" cy="838969"/>
          </a:xfrm>
          <a:custGeom>
            <a:pathLst>
              <a:path w="95" h="595500">
                <a:moveTo>
                  <a:pt x="0" y="595500"/>
                </a:moveTo>
                <a:lnTo>
                  <a:pt x="0" y="0"/>
                </a:lnTo>
              </a:path>
            </a:pathLst>
          </a:custGeom>
          <a:noFill/>
          <a:ln w="8165">
            <a:solidFill>
              <a:srgbClr val="9AA6AE"/>
            </a:solidFill>
            <a:prstDash val="solid"/>
          </a:ln>
        </p:spPr>
      </p:sp>
      <p:sp>
        <p:nvSpPr>
          <p:cNvPr id="140" name="text_139">
            <a:extLst>
              <a:ext uri="{FF2B5EF4-FFF2-40B4-BE49-F238E27FC236}">
                <ns2:creationId id="{7CC19156-4517-4E6E-A6D4-AFCB8CCF17E1}"/>
              </a:ext>
            </a:extLst>
          </p:cNvPr>
          <p:cNvSpPr>
            <a:spLocks noGrp="1"/>
          </p:cNvSpPr>
          <p:nvPr/>
        </p:nvSpPr>
        <p:spPr>
          <a:xfrm rot="0">
            <a:off x="7905750" y="3086100"/>
            <a:ext cx="3810000" cy="226786"/>
          </a:xfrm>
          <a:prstGeom prst="rect">
            <a:avLst/>
          </a:prstGeom>
          <a:noFill/>
          <a:ln w="0">
            <a:noFill/>
            <a:prstDash val="solid"/>
          </a:ln>
        </p:spPr>
        <p:txBody>
          <a:bodyPr wrap="none" lIns="0" tIns="0" rIns="0" bIns="0" anchor="t">
            <a:noAutofit/>
          </a:bodyPr>
          <a:lstStyle>
            <a:defPPr algn="ctr">
              <a:defRPr sz="1571" b="1">
                <a:solidFill>
                  <a:srgbClr val="000000"/>
                </a:solidFill>
                <a:latin typeface="Arial"/>
                <a:ea typeface="Arial"/>
                <a:cs typeface="Arial"/>
              </a:defRPr>
            </a:defPPr>
            <a:lvl1pPr algn="ctr">
              <a:defRPr sz="1571" b="1">
                <a:solidFill>
                  <a:srgbClr val="000000"/>
                </a:solidFill>
                <a:latin typeface="Arial"/>
                <a:ea typeface="Arial"/>
                <a:cs typeface="Arial"/>
              </a:defRPr>
            </a:lvl1pPr>
            <a:lvl2pPr algn="ctr">
              <a:defRPr sz="1571" b="1">
                <a:solidFill>
                  <a:srgbClr val="000000"/>
                </a:solidFill>
                <a:latin typeface="Arial"/>
                <a:ea typeface="Arial"/>
                <a:cs typeface="Arial"/>
              </a:defRPr>
            </a:lvl2pPr>
            <a:lvl3pPr algn="ctr">
              <a:defRPr sz="1571" b="1">
                <a:solidFill>
                  <a:srgbClr val="000000"/>
                </a:solidFill>
                <a:latin typeface="Arial"/>
                <a:ea typeface="Arial"/>
                <a:cs typeface="Arial"/>
              </a:defRPr>
            </a:lvl3pPr>
            <a:lvl4pPr algn="ctr">
              <a:defRPr sz="1571" b="1">
                <a:solidFill>
                  <a:srgbClr val="000000"/>
                </a:solidFill>
                <a:latin typeface="Arial"/>
                <a:ea typeface="Arial"/>
                <a:cs typeface="Arial"/>
              </a:defRPr>
            </a:lvl4pPr>
            <a:lvl5pPr algn="ctr">
              <a:defRPr sz="1571" b="1">
                <a:solidFill>
                  <a:srgbClr val="000000"/>
                </a:solidFill>
                <a:latin typeface="Arial"/>
                <a:ea typeface="Arial"/>
                <a:cs typeface="Arial"/>
              </a:defRPr>
            </a:lvl5pPr>
            <a:lvl6pPr algn="ctr">
              <a:defRPr sz="1571" b="1">
                <a:solidFill>
                  <a:srgbClr val="000000"/>
                </a:solidFill>
                <a:latin typeface="Arial"/>
                <a:ea typeface="Arial"/>
                <a:cs typeface="Arial"/>
              </a:defRPr>
            </a:lvl6pPr>
            <a:lvl7pPr algn="ctr">
              <a:defRPr sz="1571" b="1">
                <a:solidFill>
                  <a:srgbClr val="000000"/>
                </a:solidFill>
                <a:latin typeface="Arial"/>
                <a:ea typeface="Arial"/>
                <a:cs typeface="Arial"/>
              </a:defRPr>
            </a:lvl7pPr>
            <a:lvl8pPr algn="ctr">
              <a:defRPr sz="1571" b="1">
                <a:solidFill>
                  <a:srgbClr val="000000"/>
                </a:solidFill>
                <a:latin typeface="Arial"/>
                <a:ea typeface="Arial"/>
                <a:cs typeface="Arial"/>
              </a:defRPr>
            </a:lvl8pPr>
            <a:lvl9pPr algn="ctr">
              <a:defRPr sz="1571" b="1">
                <a:solidFill>
                  <a:srgbClr val="000000"/>
                </a:solidFill>
                <a:latin typeface="Arial"/>
                <a:ea typeface="Arial"/>
                <a:cs typeface="Arial"/>
              </a:defRPr>
            </a:lvl9pPr>
          </a:lstStyle>
          <a:p>
            <a:pPr algn="ctr">
              <a:defRPr sz="1571" b="1">
                <a:solidFill>
                  <a:srgbClr val="000000"/>
                </a:solidFill>
                <a:latin typeface="Arial"/>
                <a:ea typeface="Arial"/>
                <a:cs typeface="Arial"/>
              </a:defRPr>
            </a:pPr>
            <a:r>
              <a:rPr sz="1571" b="1">
                <a:solidFill>
                  <a:srgbClr val="000000"/>
                </a:solidFill>
                <a:latin typeface="Arial"/>
                <a:ea typeface="Arial"/>
                <a:cs typeface="Arial"/>
              </a:rPr>
              <a:t>Frame 101</a:t>
            </a:r>
          </a:p>
        </p:txBody>
      </p:sp>
      <p:pic>
        <p:nvPicPr>
          <p:cNvPr id="141" name="">
            <a:extLst>
              <a:ext uri="{FF2B5EF4-FFF2-40B4-BE49-F238E27FC236}">
                <ns2:creationId id="{51B55DE2-3E67-44FF-BB19-9CD98481F8F9}"/>
              </a:ext>
            </a:extLst>
          </p:cNvPr>
          <p:cNvPicPr>
            <a:picLocks noChangeAspect="1"/>
          </p:cNvPicPr>
          <p:nvPr/>
        </p:nvPicPr>
        <p:blipFill>
          <a:blip ns3:embed="R64c7f2824b0b4d00"/>
          <a:stretch/>
        </p:blipFill>
        <p:spPr>
          <a:xfrm>
            <a:off x="7905750" y="3349171"/>
            <a:ext cx="3810000" cy="2006450"/>
          </a:xfrm>
          <a:prstGeom prst="rect">
            <a:avLst/>
          </a:prstGeom>
        </p:spPr>
      </p:pic>
      <p:sp>
        <p:nvSpPr>
          <p:cNvPr id="142" name="Cylinder_f101_domain_edge_0_1">
            <a:extLst>
              <a:ext uri="{FF2B5EF4-FFF2-40B4-BE49-F238E27FC236}">
                <ns2:creationId id="{DE253973-A7D8-4B33-9933-A80F8D4A0712}"/>
              </a:ext>
            </a:extLst>
          </p:cNvPr>
          <p:cNvSpPr>
            <a:spLocks noGrp="1"/>
          </p:cNvSpPr>
          <p:nvPr/>
        </p:nvSpPr>
        <p:spPr>
          <a:xfrm>
            <a:off x="8019886" y="3865750"/>
            <a:ext cx="134" cy="838969"/>
          </a:xfrm>
          <a:custGeom>
            <a:pathLst>
              <a:path w="95" h="595500">
                <a:moveTo>
                  <a:pt x="0" y="595500"/>
                </a:moveTo>
                <a:lnTo>
                  <a:pt x="0" y="0"/>
                </a:lnTo>
              </a:path>
            </a:pathLst>
          </a:custGeom>
          <a:noFill/>
          <a:ln w="8165">
            <a:solidFill>
              <a:srgbClr val="9AA6AE"/>
            </a:solidFill>
            <a:prstDash val="solid"/>
          </a:ln>
        </p:spPr>
      </p:sp>
      <p:sp>
        <p:nvSpPr>
          <p:cNvPr id="143" name="Cylinder_f101_domain_edge_0_2">
            <a:extLst>
              <a:ext uri="{FF2B5EF4-FFF2-40B4-BE49-F238E27FC236}">
                <ns2:creationId id="{4D2C84F0-8A29-43DD-A704-C8FE1B862F5B}"/>
              </a:ext>
            </a:extLst>
          </p:cNvPr>
          <p:cNvSpPr>
            <a:spLocks noGrp="1"/>
          </p:cNvSpPr>
          <p:nvPr/>
        </p:nvSpPr>
        <p:spPr>
          <a:xfrm>
            <a:off x="8019886" y="4295110"/>
            <a:ext cx="509879" cy="409610"/>
          </a:xfrm>
          <a:custGeom>
            <a:pathLst>
              <a:path w="361912" h="290741">
                <a:moveTo>
                  <a:pt x="0" y="290741"/>
                </a:moveTo>
                <a:lnTo>
                  <a:pt x="361912" y="0"/>
                </a:lnTo>
              </a:path>
            </a:pathLst>
          </a:custGeom>
          <a:noFill/>
          <a:ln w="8165">
            <a:solidFill>
              <a:srgbClr val="9AA6AE"/>
            </a:solidFill>
            <a:prstDash val="solid"/>
          </a:ln>
        </p:spPr>
      </p:sp>
      <p:sp>
        <p:nvSpPr>
          <p:cNvPr id="144" name="Cylinder_f101_domain_edge_0_4">
            <a:extLst>
              <a:ext uri="{FF2B5EF4-FFF2-40B4-BE49-F238E27FC236}">
                <ns2:creationId id="{5535D498-7159-47BC-9630-CBB34231BA73}"/>
              </a:ext>
            </a:extLst>
          </p:cNvPr>
          <p:cNvSpPr>
            <a:spLocks noGrp="1"/>
          </p:cNvSpPr>
          <p:nvPr/>
        </p:nvSpPr>
        <p:spPr>
          <a:xfrm>
            <a:off x="8019886" y="4704719"/>
            <a:ext cx="3068497" cy="536010"/>
          </a:xfrm>
          <a:custGeom>
            <a:pathLst>
              <a:path w="2178019" h="380460">
                <a:moveTo>
                  <a:pt x="0" y="0"/>
                </a:moveTo>
                <a:lnTo>
                  <a:pt x="2178019" y="380460"/>
                </a:lnTo>
              </a:path>
            </a:pathLst>
          </a:custGeom>
          <a:noFill/>
          <a:ln w="8165">
            <a:solidFill>
              <a:srgbClr val="9AA6AE"/>
            </a:solidFill>
            <a:prstDash val="solid"/>
          </a:ln>
        </p:spPr>
      </p:sp>
      <p:sp>
        <p:nvSpPr>
          <p:cNvPr id="145" name="Cylinder_f101_domain_edge_1_3">
            <a:extLst>
              <a:ext uri="{FF2B5EF4-FFF2-40B4-BE49-F238E27FC236}">
                <ns2:creationId id="{CF2ABA1A-9CEE-4B01-B046-76EDCCE013D2}"/>
              </a:ext>
            </a:extLst>
          </p:cNvPr>
          <p:cNvSpPr>
            <a:spLocks noGrp="1"/>
          </p:cNvSpPr>
          <p:nvPr/>
        </p:nvSpPr>
        <p:spPr>
          <a:xfrm>
            <a:off x="8019886" y="3456141"/>
            <a:ext cx="509879" cy="409610"/>
          </a:xfrm>
          <a:custGeom>
            <a:pathLst>
              <a:path w="361912" h="290741">
                <a:moveTo>
                  <a:pt x="0" y="290741"/>
                </a:moveTo>
                <a:lnTo>
                  <a:pt x="361912" y="0"/>
                </a:lnTo>
              </a:path>
            </a:pathLst>
          </a:custGeom>
          <a:noFill/>
          <a:ln w="8165">
            <a:solidFill>
              <a:srgbClr val="9AA6AE"/>
            </a:solidFill>
            <a:prstDash val="solid"/>
          </a:ln>
        </p:spPr>
      </p:sp>
      <p:sp>
        <p:nvSpPr>
          <p:cNvPr id="146" name="Cylinder_f101_domain_edge_1_5">
            <a:extLst>
              <a:ext uri="{FF2B5EF4-FFF2-40B4-BE49-F238E27FC236}">
                <ns2:creationId id="{4787266F-A46A-4B43-BE9F-D82892721A9E}"/>
              </a:ext>
            </a:extLst>
          </p:cNvPr>
          <p:cNvSpPr>
            <a:spLocks noGrp="1"/>
          </p:cNvSpPr>
          <p:nvPr/>
        </p:nvSpPr>
        <p:spPr>
          <a:xfrm>
            <a:off x="8019886" y="3865750"/>
            <a:ext cx="3068497" cy="536010"/>
          </a:xfrm>
          <a:custGeom>
            <a:pathLst>
              <a:path w="2178019" h="380460">
                <a:moveTo>
                  <a:pt x="0" y="0"/>
                </a:moveTo>
                <a:lnTo>
                  <a:pt x="2178019" y="380460"/>
                </a:lnTo>
              </a:path>
            </a:pathLst>
          </a:custGeom>
          <a:noFill/>
          <a:ln w="8165">
            <a:solidFill>
              <a:srgbClr val="9AA6AE"/>
            </a:solidFill>
            <a:prstDash val="solid"/>
          </a:ln>
        </p:spPr>
      </p:sp>
      <p:sp>
        <p:nvSpPr>
          <p:cNvPr id="147" name="Cylinder_f101_domain_edge_2_3">
            <a:extLst>
              <a:ext uri="{FF2B5EF4-FFF2-40B4-BE49-F238E27FC236}">
                <ns2:creationId id="{3E87F0D9-FF23-43AA-A3F4-50238D14D609}"/>
              </a:ext>
            </a:extLst>
          </p:cNvPr>
          <p:cNvSpPr>
            <a:spLocks noGrp="1"/>
          </p:cNvSpPr>
          <p:nvPr/>
        </p:nvSpPr>
        <p:spPr>
          <a:xfrm>
            <a:off x="8529765" y="3456141"/>
            <a:ext cx="134" cy="838969"/>
          </a:xfrm>
          <a:custGeom>
            <a:pathLst>
              <a:path w="95" h="595500">
                <a:moveTo>
                  <a:pt x="0" y="595500"/>
                </a:moveTo>
                <a:lnTo>
                  <a:pt x="0" y="0"/>
                </a:lnTo>
              </a:path>
            </a:pathLst>
          </a:custGeom>
          <a:noFill/>
          <a:ln w="8165">
            <a:solidFill>
              <a:srgbClr val="9AA6AE"/>
            </a:solidFill>
            <a:prstDash val="solid"/>
          </a:ln>
        </p:spPr>
      </p:sp>
      <p:sp>
        <p:nvSpPr>
          <p:cNvPr id="148" name="Cylinder_f101_domain_edge_2_6">
            <a:extLst>
              <a:ext uri="{FF2B5EF4-FFF2-40B4-BE49-F238E27FC236}">
                <ns2:creationId id="{97E1FA8A-6B1C-4092-ADDA-EB564C3B1AF0}"/>
              </a:ext>
            </a:extLst>
          </p:cNvPr>
          <p:cNvSpPr>
            <a:spLocks noGrp="1"/>
          </p:cNvSpPr>
          <p:nvPr/>
        </p:nvSpPr>
        <p:spPr>
          <a:xfrm>
            <a:off x="8529765" y="4295110"/>
            <a:ext cx="3068497" cy="536010"/>
          </a:xfrm>
          <a:custGeom>
            <a:pathLst>
              <a:path w="2178019" h="380460">
                <a:moveTo>
                  <a:pt x="0" y="0"/>
                </a:moveTo>
                <a:lnTo>
                  <a:pt x="2178019" y="380460"/>
                </a:lnTo>
              </a:path>
            </a:pathLst>
          </a:custGeom>
          <a:noFill/>
          <a:ln w="8165">
            <a:solidFill>
              <a:srgbClr val="9AA6AE"/>
            </a:solidFill>
            <a:prstDash val="solid"/>
          </a:ln>
        </p:spPr>
      </p:sp>
      <p:sp>
        <p:nvSpPr>
          <p:cNvPr id="149" name="Cylinder_f101_domain_edge_3_7">
            <a:extLst>
              <a:ext uri="{FF2B5EF4-FFF2-40B4-BE49-F238E27FC236}">
                <ns2:creationId id="{A5841936-903E-4AC3-ADEA-583DB65B65CF}"/>
              </a:ext>
            </a:extLst>
          </p:cNvPr>
          <p:cNvSpPr>
            <a:spLocks noGrp="1"/>
          </p:cNvSpPr>
          <p:nvPr/>
        </p:nvSpPr>
        <p:spPr>
          <a:xfrm>
            <a:off x="8529765" y="3456141"/>
            <a:ext cx="3068497" cy="536010"/>
          </a:xfrm>
          <a:custGeom>
            <a:pathLst>
              <a:path w="2178019" h="380460">
                <a:moveTo>
                  <a:pt x="0" y="0"/>
                </a:moveTo>
                <a:lnTo>
                  <a:pt x="2178019" y="380460"/>
                </a:lnTo>
              </a:path>
            </a:pathLst>
          </a:custGeom>
          <a:noFill/>
          <a:ln w="8165">
            <a:solidFill>
              <a:srgbClr val="9AA6AE"/>
            </a:solidFill>
            <a:prstDash val="solid"/>
          </a:ln>
        </p:spPr>
      </p:sp>
      <p:sp>
        <p:nvSpPr>
          <p:cNvPr id="150" name="Cylinder_f101_domain_edge_4_5">
            <a:extLst>
              <a:ext uri="{FF2B5EF4-FFF2-40B4-BE49-F238E27FC236}">
                <ns2:creationId id="{60F12967-32DC-4590-94CE-702DED6207A0}"/>
              </a:ext>
            </a:extLst>
          </p:cNvPr>
          <p:cNvSpPr>
            <a:spLocks noGrp="1"/>
          </p:cNvSpPr>
          <p:nvPr/>
        </p:nvSpPr>
        <p:spPr>
          <a:xfrm>
            <a:off x="11088383" y="4401761"/>
            <a:ext cx="134" cy="838969"/>
          </a:xfrm>
          <a:custGeom>
            <a:pathLst>
              <a:path w="95" h="595500">
                <a:moveTo>
                  <a:pt x="0" y="595500"/>
                </a:moveTo>
                <a:lnTo>
                  <a:pt x="0" y="0"/>
                </a:lnTo>
              </a:path>
            </a:pathLst>
          </a:custGeom>
          <a:noFill/>
          <a:ln w="8165">
            <a:solidFill>
              <a:srgbClr val="9AA6AE"/>
            </a:solidFill>
            <a:prstDash val="solid"/>
          </a:ln>
        </p:spPr>
      </p:sp>
      <p:sp>
        <p:nvSpPr>
          <p:cNvPr id="151" name="Cylinder_f101_domain_edge_4_6">
            <a:extLst>
              <a:ext uri="{FF2B5EF4-FFF2-40B4-BE49-F238E27FC236}">
                <ns2:creationId id="{694381F9-3FA8-411E-85B2-996AF5FD3868}"/>
              </a:ext>
            </a:extLst>
          </p:cNvPr>
          <p:cNvSpPr>
            <a:spLocks noGrp="1"/>
          </p:cNvSpPr>
          <p:nvPr/>
        </p:nvSpPr>
        <p:spPr>
          <a:xfrm>
            <a:off x="11088383" y="4831121"/>
            <a:ext cx="509879" cy="409610"/>
          </a:xfrm>
          <a:custGeom>
            <a:pathLst>
              <a:path w="361912" h="290741">
                <a:moveTo>
                  <a:pt x="0" y="290741"/>
                </a:moveTo>
                <a:lnTo>
                  <a:pt x="361912" y="0"/>
                </a:lnTo>
              </a:path>
            </a:pathLst>
          </a:custGeom>
          <a:noFill/>
          <a:ln w="8165">
            <a:solidFill>
              <a:srgbClr val="9AA6AE"/>
            </a:solidFill>
            <a:prstDash val="solid"/>
          </a:ln>
        </p:spPr>
      </p:sp>
      <p:sp>
        <p:nvSpPr>
          <p:cNvPr id="152" name="Cylinder_f101_domain_edge_5_7">
            <a:extLst>
              <a:ext uri="{FF2B5EF4-FFF2-40B4-BE49-F238E27FC236}">
                <ns2:creationId id="{54EA9FD9-9AFB-4D74-9A22-0DD6CC1EB5F9}"/>
              </a:ext>
            </a:extLst>
          </p:cNvPr>
          <p:cNvSpPr>
            <a:spLocks noGrp="1"/>
          </p:cNvSpPr>
          <p:nvPr/>
        </p:nvSpPr>
        <p:spPr>
          <a:xfrm>
            <a:off x="11088383" y="3992152"/>
            <a:ext cx="509879" cy="409610"/>
          </a:xfrm>
          <a:custGeom>
            <a:pathLst>
              <a:path w="361912" h="290741">
                <a:moveTo>
                  <a:pt x="0" y="290741"/>
                </a:moveTo>
                <a:lnTo>
                  <a:pt x="361912" y="0"/>
                </a:lnTo>
              </a:path>
            </a:pathLst>
          </a:custGeom>
          <a:noFill/>
          <a:ln w="8165">
            <a:solidFill>
              <a:srgbClr val="9AA6AE"/>
            </a:solidFill>
            <a:prstDash val="solid"/>
          </a:ln>
        </p:spPr>
      </p:sp>
      <p:sp>
        <p:nvSpPr>
          <p:cNvPr id="153" name="Cylinder_f101_domain_edge_6_7">
            <a:extLst>
              <a:ext uri="{FF2B5EF4-FFF2-40B4-BE49-F238E27FC236}">
                <ns2:creationId id="{4A9B221A-4A68-42E8-AA88-E2EBE55C01AF}"/>
              </a:ext>
            </a:extLst>
          </p:cNvPr>
          <p:cNvSpPr>
            <a:spLocks noGrp="1"/>
          </p:cNvSpPr>
          <p:nvPr/>
        </p:nvSpPr>
        <p:spPr>
          <a:xfrm>
            <a:off x="11598262" y="3992152"/>
            <a:ext cx="134" cy="838969"/>
          </a:xfrm>
          <a:custGeom>
            <a:pathLst>
              <a:path w="95" h="595500">
                <a:moveTo>
                  <a:pt x="0" y="595500"/>
                </a:moveTo>
                <a:lnTo>
                  <a:pt x="0" y="0"/>
                </a:lnTo>
              </a:path>
            </a:pathLst>
          </a:custGeom>
          <a:noFill/>
          <a:ln w="8165">
            <a:solidFill>
              <a:srgbClr val="9AA6AE"/>
            </a:solidFill>
            <a:prstDash val="solid"/>
          </a:ln>
        </p:spPr>
      </p:sp>
      <p:sp>
        <p:nvSpPr>
          <p:cNvPr id="154" name="text_000">
            <a:extLst>
              <a:ext uri="{FF2B5EF4-FFF2-40B4-BE49-F238E27FC236}">
                <ns2:creationId id="{2C9837BB-4A1E-4463-9DC7-E1C18C03934D}"/>
              </a:ext>
            </a:extLst>
          </p:cNvPr>
          <p:cNvSpPr>
            <a:spLocks noGrp="1"/>
          </p:cNvSpPr>
          <p:nvPr/>
        </p:nvSpPr>
        <p:spPr>
          <a:xfrm rot="0">
            <a:off x="171450" y="5715000"/>
            <a:ext cx="3667125" cy="266700"/>
          </a:xfrm>
          <a:prstGeom prst="rect">
            <a:avLst/>
          </a:prstGeom>
          <a:noFill/>
          <a:ln w="0">
            <a:noFill/>
            <a:prstDash val="solid"/>
          </a:ln>
        </p:spPr>
        <p:txBody>
          <a:bodyPr wrap="none" lIns="0" tIns="0" rIns="0" bIns="0" anchor="t">
            <a:noAutofit/>
          </a:bodyPr>
          <a:lstStyle>
            <a:defPPr algn="l">
              <a:defRPr sz="1650" b="1">
                <a:solidFill>
                  <a:srgbClr val="000000"/>
                </a:solidFill>
                <a:latin typeface="Arial"/>
                <a:ea typeface="Arial"/>
                <a:cs typeface="Arial"/>
              </a:defRPr>
            </a:defPPr>
            <a:lvl1pPr algn="l">
              <a:defRPr sz="1650" b="1">
                <a:solidFill>
                  <a:srgbClr val="000000"/>
                </a:solidFill>
                <a:latin typeface="Arial"/>
                <a:ea typeface="Arial"/>
                <a:cs typeface="Arial"/>
              </a:defRPr>
            </a:lvl1pPr>
            <a:lvl2pPr algn="l">
              <a:defRPr sz="1650" b="1">
                <a:solidFill>
                  <a:srgbClr val="000000"/>
                </a:solidFill>
                <a:latin typeface="Arial"/>
                <a:ea typeface="Arial"/>
                <a:cs typeface="Arial"/>
              </a:defRPr>
            </a:lvl2pPr>
            <a:lvl3pPr algn="l">
              <a:defRPr sz="1650" b="1">
                <a:solidFill>
                  <a:srgbClr val="000000"/>
                </a:solidFill>
                <a:latin typeface="Arial"/>
                <a:ea typeface="Arial"/>
                <a:cs typeface="Arial"/>
              </a:defRPr>
            </a:lvl3pPr>
            <a:lvl4pPr algn="l">
              <a:defRPr sz="1650" b="1">
                <a:solidFill>
                  <a:srgbClr val="000000"/>
                </a:solidFill>
                <a:latin typeface="Arial"/>
                <a:ea typeface="Arial"/>
                <a:cs typeface="Arial"/>
              </a:defRPr>
            </a:lvl4pPr>
            <a:lvl5pPr algn="l">
              <a:defRPr sz="1650" b="1">
                <a:solidFill>
                  <a:srgbClr val="000000"/>
                </a:solidFill>
                <a:latin typeface="Arial"/>
                <a:ea typeface="Arial"/>
                <a:cs typeface="Arial"/>
              </a:defRPr>
            </a:lvl5pPr>
            <a:lvl6pPr algn="l">
              <a:defRPr sz="1650" b="1">
                <a:solidFill>
                  <a:srgbClr val="000000"/>
                </a:solidFill>
                <a:latin typeface="Arial"/>
                <a:ea typeface="Arial"/>
                <a:cs typeface="Arial"/>
              </a:defRPr>
            </a:lvl6pPr>
            <a:lvl7pPr algn="l">
              <a:defRPr sz="1650" b="1">
                <a:solidFill>
                  <a:srgbClr val="000000"/>
                </a:solidFill>
                <a:latin typeface="Arial"/>
                <a:ea typeface="Arial"/>
                <a:cs typeface="Arial"/>
              </a:defRPr>
            </a:lvl7pPr>
            <a:lvl8pPr algn="l">
              <a:defRPr sz="1650" b="1">
                <a:solidFill>
                  <a:srgbClr val="000000"/>
                </a:solidFill>
                <a:latin typeface="Arial"/>
                <a:ea typeface="Arial"/>
                <a:cs typeface="Arial"/>
              </a:defRPr>
            </a:lvl8pPr>
            <a:lvl9pPr algn="l">
              <a:defRPr sz="1650" b="1">
                <a:solidFill>
                  <a:srgbClr val="000000"/>
                </a:solidFill>
                <a:latin typeface="Arial"/>
                <a:ea typeface="Arial"/>
                <a:cs typeface="Arial"/>
              </a:defRPr>
            </a:lvl9pPr>
          </a:lstStyle>
          <a:p>
            <a:pPr algn="l">
              <a:defRPr sz="1650" b="1">
                <a:solidFill>
                  <a:srgbClr val="000000"/>
                </a:solidFill>
                <a:latin typeface="Arial"/>
                <a:ea typeface="Arial"/>
                <a:cs typeface="Arial"/>
              </a:defRPr>
            </a:pPr>
            <a:r>
              <a:rPr sz="1650" b="1">
                <a:solidFill>
                  <a:srgbClr val="000000"/>
                </a:solidFill>
                <a:latin typeface="Arial"/>
                <a:ea typeface="Arial"/>
                <a:cs typeface="Arial"/>
              </a:rPr>
              <a:t>(d) Source features, frame 86</a:t>
            </a:r>
          </a:p>
        </p:txBody>
      </p:sp>
      <p:pic>
        <p:nvPicPr>
          <p:cNvPr id="155" name="Cylinder_original_grid_max_y_Q">
            <a:extLst>
              <a:ext uri="{FF2B5EF4-FFF2-40B4-BE49-F238E27FC236}">
                <ns2:creationId id="{1CB20315-F71A-4E16-A3CD-22FF8279A9FB}"/>
              </a:ext>
            </a:extLst>
          </p:cNvPr>
          <p:cNvPicPr>
            <a:picLocks noChangeAspect="1"/>
          </p:cNvPicPr>
          <p:nvPr/>
        </p:nvPicPr>
        <p:blipFill>
          <a:blip ns3:embed="submission_R491d89be41e84fb6"/>
          <a:stretch>
            <a:fillRect/>
          </a:stretch>
        </p:blipFill>
        <p:spPr>
          <a:xfrm>
            <a:off x="514350" y="6200775"/>
            <a:ext cx="2905125" cy="1524000"/>
          </a:xfrm>
          <a:prstGeom prst="rect">
            <a:avLst/>
          </a:prstGeom>
        </p:spPr>
      </p:pic>
      <p:sp>
        <p:nvSpPr>
          <p:cNvPr id="156" name="rect_002">
            <a:extLst>
              <a:ext uri="{FF2B5EF4-FFF2-40B4-BE49-F238E27FC236}">
                <ns2:creationId id="{180DF485-720C-46FD-A682-625B92CDFCDD}"/>
              </a:ext>
            </a:extLst>
          </p:cNvPr>
          <p:cNvSpPr>
            <a:spLocks noGrp="1"/>
          </p:cNvSpPr>
          <p:nvPr/>
        </p:nvSpPr>
        <p:spPr>
          <a:xfrm rot="0">
            <a:off x="514350" y="6200775"/>
            <a:ext cx="2905125" cy="1524000"/>
          </a:xfrm>
          <a:prstGeom prst="rect">
            <a:avLst/>
          </a:prstGeom>
          <a:noFill/>
          <a:ln w="6668">
            <a:solidFill>
              <a:srgbClr val="7B8790"/>
            </a:solidFill>
            <a:prstDash val="solid"/>
          </a:ln>
        </p:spPr>
      </p:sp>
      <p:sp>
        <p:nvSpPr>
          <p:cNvPr id="157" name="text_003">
            <a:extLst>
              <a:ext uri="{FF2B5EF4-FFF2-40B4-BE49-F238E27FC236}">
                <ns2:creationId id="{5AA9FE94-9918-4D35-A2D5-6AEA65BEA816}"/>
              </a:ext>
            </a:extLst>
          </p:cNvPr>
          <p:cNvSpPr>
            <a:spLocks noGrp="1"/>
          </p:cNvSpPr>
          <p:nvPr/>
        </p:nvSpPr>
        <p:spPr>
          <a:xfrm rot="0">
            <a:off x="602821" y="7772400"/>
            <a:ext cx="457200" cy="200025"/>
          </a:xfrm>
          <a:prstGeom prst="rect">
            <a:avLst/>
          </a:prstGeom>
          <a:noFill/>
          <a:ln w="0">
            <a:noFill/>
            <a:prstDash val="solid"/>
          </a:ln>
        </p:spPr>
        <p:txBody>
          <a:bodyPr wrap="none" lIns="0" tIns="0" rIns="0" bIns="0" anchor="t">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0</a:t>
            </a:r>
          </a:p>
        </p:txBody>
      </p:sp>
      <p:sp>
        <p:nvSpPr>
          <p:cNvPr id="158" name="line_004">
            <a:extLst>
              <a:ext uri="{FF2B5EF4-FFF2-40B4-BE49-F238E27FC236}">
                <ns2:creationId id="{368D8FFB-6ADB-4BA8-BB3A-BA0CFB254373}"/>
              </a:ext>
            </a:extLst>
          </p:cNvPr>
          <p:cNvSpPr>
            <a:spLocks noGrp="1"/>
          </p:cNvSpPr>
          <p:nvPr/>
        </p:nvSpPr>
        <p:spPr>
          <a:xfrm>
            <a:off x="831421" y="7724775"/>
            <a:ext cx="95" cy="38100"/>
          </a:xfrm>
          <a:custGeom>
            <a:pathLst>
              <a:path w="95" h="38100">
                <a:moveTo>
                  <a:pt x="0" y="0"/>
                </a:moveTo>
                <a:lnTo>
                  <a:pt x="0" y="38100"/>
                </a:lnTo>
              </a:path>
            </a:pathLst>
          </a:custGeom>
          <a:noFill/>
          <a:ln w="6668">
            <a:solidFill>
              <a:srgbClr val="000000"/>
            </a:solidFill>
            <a:prstDash val="solid"/>
          </a:ln>
        </p:spPr>
      </p:sp>
      <p:sp>
        <p:nvSpPr>
          <p:cNvPr id="159" name="text_005">
            <a:extLst>
              <a:ext uri="{FF2B5EF4-FFF2-40B4-BE49-F238E27FC236}">
                <ns2:creationId id="{A517F57F-0B26-4C15-9089-0FDF3F5D312F}"/>
              </a:ext>
            </a:extLst>
          </p:cNvPr>
          <p:cNvSpPr>
            <a:spLocks noGrp="1"/>
          </p:cNvSpPr>
          <p:nvPr/>
        </p:nvSpPr>
        <p:spPr>
          <a:xfrm rot="0">
            <a:off x="1896848" y="7772400"/>
            <a:ext cx="457200" cy="200025"/>
          </a:xfrm>
          <a:prstGeom prst="rect">
            <a:avLst/>
          </a:prstGeom>
          <a:noFill/>
          <a:ln w="0">
            <a:noFill/>
            <a:prstDash val="solid"/>
          </a:ln>
        </p:spPr>
        <p:txBody>
          <a:bodyPr wrap="none" lIns="0" tIns="0" rIns="0" bIns="0" anchor="t">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10</a:t>
            </a:r>
          </a:p>
        </p:txBody>
      </p:sp>
      <p:sp>
        <p:nvSpPr>
          <p:cNvPr id="160" name="line_006">
            <a:extLst>
              <a:ext uri="{FF2B5EF4-FFF2-40B4-BE49-F238E27FC236}">
                <ns2:creationId id="{3BD6C56C-1955-4952-A917-7CE38F14AE14}"/>
              </a:ext>
            </a:extLst>
          </p:cNvPr>
          <p:cNvSpPr>
            <a:spLocks noGrp="1"/>
          </p:cNvSpPr>
          <p:nvPr/>
        </p:nvSpPr>
        <p:spPr>
          <a:xfrm>
            <a:off x="2125448" y="7724775"/>
            <a:ext cx="95" cy="38100"/>
          </a:xfrm>
          <a:custGeom>
            <a:pathLst>
              <a:path w="95" h="38100">
                <a:moveTo>
                  <a:pt x="0" y="0"/>
                </a:moveTo>
                <a:lnTo>
                  <a:pt x="0" y="38100"/>
                </a:lnTo>
              </a:path>
            </a:pathLst>
          </a:custGeom>
          <a:noFill/>
          <a:ln w="6668">
            <a:solidFill>
              <a:srgbClr val="000000"/>
            </a:solidFill>
            <a:prstDash val="solid"/>
          </a:ln>
        </p:spPr>
      </p:sp>
      <p:sp>
        <p:nvSpPr>
          <p:cNvPr id="161" name="text_007">
            <a:extLst>
              <a:ext uri="{FF2B5EF4-FFF2-40B4-BE49-F238E27FC236}">
                <ns2:creationId id="{46E74777-65E9-4382-8F9D-543FF661659D}"/>
              </a:ext>
            </a:extLst>
          </p:cNvPr>
          <p:cNvSpPr>
            <a:spLocks noGrp="1"/>
          </p:cNvSpPr>
          <p:nvPr/>
        </p:nvSpPr>
        <p:spPr>
          <a:xfrm rot="0">
            <a:off x="3190875" y="7772400"/>
            <a:ext cx="457200" cy="200025"/>
          </a:xfrm>
          <a:prstGeom prst="rect">
            <a:avLst/>
          </a:prstGeom>
          <a:noFill/>
          <a:ln w="0">
            <a:noFill/>
            <a:prstDash val="solid"/>
          </a:ln>
        </p:spPr>
        <p:txBody>
          <a:bodyPr wrap="none" lIns="0" tIns="0" rIns="0" bIns="0" anchor="t">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20</a:t>
            </a:r>
          </a:p>
        </p:txBody>
      </p:sp>
      <p:sp>
        <p:nvSpPr>
          <p:cNvPr id="162" name="line_008">
            <a:extLst>
              <a:ext uri="{FF2B5EF4-FFF2-40B4-BE49-F238E27FC236}">
                <ns2:creationId id="{A050D007-DD2C-4802-8730-42370B163C0A}"/>
              </a:ext>
            </a:extLst>
          </p:cNvPr>
          <p:cNvSpPr>
            <a:spLocks noGrp="1"/>
          </p:cNvSpPr>
          <p:nvPr/>
        </p:nvSpPr>
        <p:spPr>
          <a:xfrm>
            <a:off x="3419475" y="7724775"/>
            <a:ext cx="95" cy="38100"/>
          </a:xfrm>
          <a:custGeom>
            <a:pathLst>
              <a:path w="95" h="38100">
                <a:moveTo>
                  <a:pt x="0" y="0"/>
                </a:moveTo>
                <a:lnTo>
                  <a:pt x="0" y="38100"/>
                </a:lnTo>
              </a:path>
            </a:pathLst>
          </a:custGeom>
          <a:noFill/>
          <a:ln w="6668">
            <a:solidFill>
              <a:srgbClr val="000000"/>
            </a:solidFill>
            <a:prstDash val="solid"/>
          </a:ln>
        </p:spPr>
      </p:sp>
      <p:sp>
        <p:nvSpPr>
          <p:cNvPr id="163" name="text_009">
            <a:extLst>
              <a:ext uri="{FF2B5EF4-FFF2-40B4-BE49-F238E27FC236}">
                <ns2:creationId id="{0AF0F6EC-73CF-4FC6-A05F-B87FDEFB4028}"/>
              </a:ext>
            </a:extLst>
          </p:cNvPr>
          <p:cNvSpPr>
            <a:spLocks noGrp="1"/>
          </p:cNvSpPr>
          <p:nvPr/>
        </p:nvSpPr>
        <p:spPr>
          <a:xfrm rot="0">
            <a:off x="-9525" y="7639050"/>
            <a:ext cx="457200" cy="200025"/>
          </a:xfrm>
          <a:prstGeom prst="rect">
            <a:avLst/>
          </a:prstGeom>
          <a:noFill/>
          <a:ln w="0">
            <a:noFill/>
            <a:prstDash val="solid"/>
          </a:ln>
        </p:spPr>
        <p:txBody>
          <a:bodyPr wrap="none" lIns="0" tIns="0" rIns="0" bIns="0" anchor="t">
            <a:noAutofit/>
          </a:bodyPr>
          <a:lstStyle>
            <a:defPPr algn="r">
              <a:defRPr sz="1200" b="0">
                <a:solidFill>
                  <a:srgbClr val="000000"/>
                </a:solidFill>
                <a:latin typeface="Arial"/>
                <a:ea typeface="Arial"/>
                <a:cs typeface="Arial"/>
              </a:defRPr>
            </a:defPPr>
            <a:lvl1pPr algn="r">
              <a:defRPr sz="1200" b="0">
                <a:solidFill>
                  <a:srgbClr val="000000"/>
                </a:solidFill>
                <a:latin typeface="Arial"/>
                <a:ea typeface="Arial"/>
                <a:cs typeface="Arial"/>
              </a:defRPr>
            </a:lvl1pPr>
            <a:lvl2pPr algn="r">
              <a:defRPr sz="1200" b="0">
                <a:solidFill>
                  <a:srgbClr val="000000"/>
                </a:solidFill>
                <a:latin typeface="Arial"/>
                <a:ea typeface="Arial"/>
                <a:cs typeface="Arial"/>
              </a:defRPr>
            </a:lvl2pPr>
            <a:lvl3pPr algn="r">
              <a:defRPr sz="1200" b="0">
                <a:solidFill>
                  <a:srgbClr val="000000"/>
                </a:solidFill>
                <a:latin typeface="Arial"/>
                <a:ea typeface="Arial"/>
                <a:cs typeface="Arial"/>
              </a:defRPr>
            </a:lvl3pPr>
            <a:lvl4pPr algn="r">
              <a:defRPr sz="1200" b="0">
                <a:solidFill>
                  <a:srgbClr val="000000"/>
                </a:solidFill>
                <a:latin typeface="Arial"/>
                <a:ea typeface="Arial"/>
                <a:cs typeface="Arial"/>
              </a:defRPr>
            </a:lvl4pPr>
            <a:lvl5pPr algn="r">
              <a:defRPr sz="1200" b="0">
                <a:solidFill>
                  <a:srgbClr val="000000"/>
                </a:solidFill>
                <a:latin typeface="Arial"/>
                <a:ea typeface="Arial"/>
                <a:cs typeface="Arial"/>
              </a:defRPr>
            </a:lvl5pPr>
            <a:lvl6pPr algn="r">
              <a:defRPr sz="1200" b="0">
                <a:solidFill>
                  <a:srgbClr val="000000"/>
                </a:solidFill>
                <a:latin typeface="Arial"/>
                <a:ea typeface="Arial"/>
                <a:cs typeface="Arial"/>
              </a:defRPr>
            </a:lvl6pPr>
            <a:lvl7pPr algn="r">
              <a:defRPr sz="1200" b="0">
                <a:solidFill>
                  <a:srgbClr val="000000"/>
                </a:solidFill>
                <a:latin typeface="Arial"/>
                <a:ea typeface="Arial"/>
                <a:cs typeface="Arial"/>
              </a:defRPr>
            </a:lvl7pPr>
            <a:lvl8pPr algn="r">
              <a:defRPr sz="1200" b="0">
                <a:solidFill>
                  <a:srgbClr val="000000"/>
                </a:solidFill>
                <a:latin typeface="Arial"/>
                <a:ea typeface="Arial"/>
                <a:cs typeface="Arial"/>
              </a:defRPr>
            </a:lvl8pPr>
            <a:lvl9pPr algn="r">
              <a:defRPr sz="1200" b="0">
                <a:solidFill>
                  <a:srgbClr val="000000"/>
                </a:solidFill>
                <a:latin typeface="Arial"/>
                <a:ea typeface="Arial"/>
                <a:cs typeface="Arial"/>
              </a:defRPr>
            </a:lvl9pPr>
          </a:lstStyle>
          <a:p>
            <a:pPr algn="r">
              <a:defRPr sz="1200" b="0">
                <a:solidFill>
                  <a:srgbClr val="000000"/>
                </a:solidFill>
                <a:latin typeface="Arial"/>
                <a:ea typeface="Arial"/>
                <a:cs typeface="Arial"/>
              </a:defRPr>
            </a:pPr>
            <a:r>
              <a:rPr sz="1200" b="0">
                <a:solidFill>
                  <a:srgbClr val="000000"/>
                </a:solidFill>
                <a:latin typeface="Arial"/>
                <a:ea typeface="Arial"/>
                <a:cs typeface="Arial"/>
              </a:rPr>
              <a:t>0</a:t>
            </a:r>
          </a:p>
        </p:txBody>
      </p:sp>
      <p:sp>
        <p:nvSpPr>
          <p:cNvPr id="164" name="line_010">
            <a:extLst>
              <a:ext uri="{FF2B5EF4-FFF2-40B4-BE49-F238E27FC236}">
                <ns2:creationId id="{C7FBB4DA-79BF-44E6-BED2-B3BA41674A86}"/>
              </a:ext>
            </a:extLst>
          </p:cNvPr>
          <p:cNvSpPr>
            <a:spLocks noGrp="1"/>
          </p:cNvSpPr>
          <p:nvPr/>
        </p:nvSpPr>
        <p:spPr>
          <a:xfrm>
            <a:off x="476250" y="7724775"/>
            <a:ext cx="38100" cy="95"/>
          </a:xfrm>
          <a:custGeom>
            <a:pathLst>
              <a:path w="38100" h="95">
                <a:moveTo>
                  <a:pt x="0" y="0"/>
                </a:moveTo>
                <a:lnTo>
                  <a:pt x="38100" y="0"/>
                </a:lnTo>
              </a:path>
            </a:pathLst>
          </a:custGeom>
          <a:noFill/>
          <a:ln w="6668">
            <a:solidFill>
              <a:srgbClr val="000000"/>
            </a:solidFill>
            <a:prstDash val="solid"/>
          </a:ln>
        </p:spPr>
      </p:sp>
      <p:sp>
        <p:nvSpPr>
          <p:cNvPr id="165" name="text_011">
            <a:extLst>
              <a:ext uri="{FF2B5EF4-FFF2-40B4-BE49-F238E27FC236}">
                <ns2:creationId id="{0A3AF6C8-009B-42B8-986B-BB6FF39B8910}"/>
              </a:ext>
            </a:extLst>
          </p:cNvPr>
          <p:cNvSpPr>
            <a:spLocks noGrp="1"/>
          </p:cNvSpPr>
          <p:nvPr/>
        </p:nvSpPr>
        <p:spPr>
          <a:xfrm rot="0">
            <a:off x="-9525" y="6877050"/>
            <a:ext cx="457200" cy="200025"/>
          </a:xfrm>
          <a:prstGeom prst="rect">
            <a:avLst/>
          </a:prstGeom>
          <a:noFill/>
          <a:ln w="0">
            <a:noFill/>
            <a:prstDash val="solid"/>
          </a:ln>
        </p:spPr>
        <p:txBody>
          <a:bodyPr wrap="none" lIns="0" tIns="0" rIns="0" bIns="0" anchor="t">
            <a:noAutofit/>
          </a:bodyPr>
          <a:lstStyle>
            <a:defPPr algn="r">
              <a:defRPr sz="1200" b="0">
                <a:solidFill>
                  <a:srgbClr val="000000"/>
                </a:solidFill>
                <a:latin typeface="Arial"/>
                <a:ea typeface="Arial"/>
                <a:cs typeface="Arial"/>
              </a:defRPr>
            </a:defPPr>
            <a:lvl1pPr algn="r">
              <a:defRPr sz="1200" b="0">
                <a:solidFill>
                  <a:srgbClr val="000000"/>
                </a:solidFill>
                <a:latin typeface="Arial"/>
                <a:ea typeface="Arial"/>
                <a:cs typeface="Arial"/>
              </a:defRPr>
            </a:lvl1pPr>
            <a:lvl2pPr algn="r">
              <a:defRPr sz="1200" b="0">
                <a:solidFill>
                  <a:srgbClr val="000000"/>
                </a:solidFill>
                <a:latin typeface="Arial"/>
                <a:ea typeface="Arial"/>
                <a:cs typeface="Arial"/>
              </a:defRPr>
            </a:lvl2pPr>
            <a:lvl3pPr algn="r">
              <a:defRPr sz="1200" b="0">
                <a:solidFill>
                  <a:srgbClr val="000000"/>
                </a:solidFill>
                <a:latin typeface="Arial"/>
                <a:ea typeface="Arial"/>
                <a:cs typeface="Arial"/>
              </a:defRPr>
            </a:lvl3pPr>
            <a:lvl4pPr algn="r">
              <a:defRPr sz="1200" b="0">
                <a:solidFill>
                  <a:srgbClr val="000000"/>
                </a:solidFill>
                <a:latin typeface="Arial"/>
                <a:ea typeface="Arial"/>
                <a:cs typeface="Arial"/>
              </a:defRPr>
            </a:lvl4pPr>
            <a:lvl5pPr algn="r">
              <a:defRPr sz="1200" b="0">
                <a:solidFill>
                  <a:srgbClr val="000000"/>
                </a:solidFill>
                <a:latin typeface="Arial"/>
                <a:ea typeface="Arial"/>
                <a:cs typeface="Arial"/>
              </a:defRPr>
            </a:lvl5pPr>
            <a:lvl6pPr algn="r">
              <a:defRPr sz="1200" b="0">
                <a:solidFill>
                  <a:srgbClr val="000000"/>
                </a:solidFill>
                <a:latin typeface="Arial"/>
                <a:ea typeface="Arial"/>
                <a:cs typeface="Arial"/>
              </a:defRPr>
            </a:lvl6pPr>
            <a:lvl7pPr algn="r">
              <a:defRPr sz="1200" b="0">
                <a:solidFill>
                  <a:srgbClr val="000000"/>
                </a:solidFill>
                <a:latin typeface="Arial"/>
                <a:ea typeface="Arial"/>
                <a:cs typeface="Arial"/>
              </a:defRPr>
            </a:lvl7pPr>
            <a:lvl8pPr algn="r">
              <a:defRPr sz="1200" b="0">
                <a:solidFill>
                  <a:srgbClr val="000000"/>
                </a:solidFill>
                <a:latin typeface="Arial"/>
                <a:ea typeface="Arial"/>
                <a:cs typeface="Arial"/>
              </a:defRPr>
            </a:lvl8pPr>
            <a:lvl9pPr algn="r">
              <a:defRPr sz="1200" b="0">
                <a:solidFill>
                  <a:srgbClr val="000000"/>
                </a:solidFill>
                <a:latin typeface="Arial"/>
                <a:ea typeface="Arial"/>
                <a:cs typeface="Arial"/>
              </a:defRPr>
            </a:lvl9pPr>
          </a:lstStyle>
          <a:p>
            <a:pPr algn="r">
              <a:defRPr sz="1200" b="0">
                <a:solidFill>
                  <a:srgbClr val="000000"/>
                </a:solidFill>
                <a:latin typeface="Arial"/>
                <a:ea typeface="Arial"/>
                <a:cs typeface="Arial"/>
              </a:defRPr>
            </a:pPr>
            <a:r>
              <a:rPr sz="1200" b="0">
                <a:solidFill>
                  <a:srgbClr val="000000"/>
                </a:solidFill>
                <a:latin typeface="Arial"/>
                <a:ea typeface="Arial"/>
                <a:cs typeface="Arial"/>
              </a:rPr>
              <a:t>3</a:t>
            </a:r>
          </a:p>
        </p:txBody>
      </p:sp>
      <p:sp>
        <p:nvSpPr>
          <p:cNvPr id="166" name="line_012">
            <a:extLst>
              <a:ext uri="{FF2B5EF4-FFF2-40B4-BE49-F238E27FC236}">
                <ns2:creationId id="{2A06EFE2-B943-4828-9A18-A781104DFFC8}"/>
              </a:ext>
            </a:extLst>
          </p:cNvPr>
          <p:cNvSpPr>
            <a:spLocks noGrp="1"/>
          </p:cNvSpPr>
          <p:nvPr/>
        </p:nvSpPr>
        <p:spPr>
          <a:xfrm>
            <a:off x="476250" y="6962775"/>
            <a:ext cx="38100" cy="95"/>
          </a:xfrm>
          <a:custGeom>
            <a:pathLst>
              <a:path w="38100" h="95">
                <a:moveTo>
                  <a:pt x="0" y="0"/>
                </a:moveTo>
                <a:lnTo>
                  <a:pt x="38100" y="0"/>
                </a:lnTo>
              </a:path>
            </a:pathLst>
          </a:custGeom>
          <a:noFill/>
          <a:ln w="6668">
            <a:solidFill>
              <a:srgbClr val="000000"/>
            </a:solidFill>
            <a:prstDash val="solid"/>
          </a:ln>
        </p:spPr>
      </p:sp>
      <p:sp>
        <p:nvSpPr>
          <p:cNvPr id="167" name="text_013">
            <a:extLst>
              <a:ext uri="{FF2B5EF4-FFF2-40B4-BE49-F238E27FC236}">
                <ns2:creationId id="{D17427FA-9FB3-49EE-855D-5BD18DAC1839}"/>
              </a:ext>
            </a:extLst>
          </p:cNvPr>
          <p:cNvSpPr>
            <a:spLocks noGrp="1"/>
          </p:cNvSpPr>
          <p:nvPr/>
        </p:nvSpPr>
        <p:spPr>
          <a:xfrm rot="0">
            <a:off x="-9525" y="6115050"/>
            <a:ext cx="457200" cy="200025"/>
          </a:xfrm>
          <a:prstGeom prst="rect">
            <a:avLst/>
          </a:prstGeom>
          <a:noFill/>
          <a:ln w="0">
            <a:noFill/>
            <a:prstDash val="solid"/>
          </a:ln>
        </p:spPr>
        <p:txBody>
          <a:bodyPr wrap="none" lIns="0" tIns="0" rIns="0" bIns="0" anchor="t">
            <a:noAutofit/>
          </a:bodyPr>
          <a:lstStyle>
            <a:defPPr algn="r">
              <a:defRPr sz="1200" b="0">
                <a:solidFill>
                  <a:srgbClr val="000000"/>
                </a:solidFill>
                <a:latin typeface="Arial"/>
                <a:ea typeface="Arial"/>
                <a:cs typeface="Arial"/>
              </a:defRPr>
            </a:defPPr>
            <a:lvl1pPr algn="r">
              <a:defRPr sz="1200" b="0">
                <a:solidFill>
                  <a:srgbClr val="000000"/>
                </a:solidFill>
                <a:latin typeface="Arial"/>
                <a:ea typeface="Arial"/>
                <a:cs typeface="Arial"/>
              </a:defRPr>
            </a:lvl1pPr>
            <a:lvl2pPr algn="r">
              <a:defRPr sz="1200" b="0">
                <a:solidFill>
                  <a:srgbClr val="000000"/>
                </a:solidFill>
                <a:latin typeface="Arial"/>
                <a:ea typeface="Arial"/>
                <a:cs typeface="Arial"/>
              </a:defRPr>
            </a:lvl2pPr>
            <a:lvl3pPr algn="r">
              <a:defRPr sz="1200" b="0">
                <a:solidFill>
                  <a:srgbClr val="000000"/>
                </a:solidFill>
                <a:latin typeface="Arial"/>
                <a:ea typeface="Arial"/>
                <a:cs typeface="Arial"/>
              </a:defRPr>
            </a:lvl3pPr>
            <a:lvl4pPr algn="r">
              <a:defRPr sz="1200" b="0">
                <a:solidFill>
                  <a:srgbClr val="000000"/>
                </a:solidFill>
                <a:latin typeface="Arial"/>
                <a:ea typeface="Arial"/>
                <a:cs typeface="Arial"/>
              </a:defRPr>
            </a:lvl4pPr>
            <a:lvl5pPr algn="r">
              <a:defRPr sz="1200" b="0">
                <a:solidFill>
                  <a:srgbClr val="000000"/>
                </a:solidFill>
                <a:latin typeface="Arial"/>
                <a:ea typeface="Arial"/>
                <a:cs typeface="Arial"/>
              </a:defRPr>
            </a:lvl5pPr>
            <a:lvl6pPr algn="r">
              <a:defRPr sz="1200" b="0">
                <a:solidFill>
                  <a:srgbClr val="000000"/>
                </a:solidFill>
                <a:latin typeface="Arial"/>
                <a:ea typeface="Arial"/>
                <a:cs typeface="Arial"/>
              </a:defRPr>
            </a:lvl6pPr>
            <a:lvl7pPr algn="r">
              <a:defRPr sz="1200" b="0">
                <a:solidFill>
                  <a:srgbClr val="000000"/>
                </a:solidFill>
                <a:latin typeface="Arial"/>
                <a:ea typeface="Arial"/>
                <a:cs typeface="Arial"/>
              </a:defRPr>
            </a:lvl7pPr>
            <a:lvl8pPr algn="r">
              <a:defRPr sz="1200" b="0">
                <a:solidFill>
                  <a:srgbClr val="000000"/>
                </a:solidFill>
                <a:latin typeface="Arial"/>
                <a:ea typeface="Arial"/>
                <a:cs typeface="Arial"/>
              </a:defRPr>
            </a:lvl8pPr>
            <a:lvl9pPr algn="r">
              <a:defRPr sz="1200" b="0">
                <a:solidFill>
                  <a:srgbClr val="000000"/>
                </a:solidFill>
                <a:latin typeface="Arial"/>
                <a:ea typeface="Arial"/>
                <a:cs typeface="Arial"/>
              </a:defRPr>
            </a:lvl9pPr>
          </a:lstStyle>
          <a:p>
            <a:pPr algn="r">
              <a:defRPr sz="1200" b="0">
                <a:solidFill>
                  <a:srgbClr val="000000"/>
                </a:solidFill>
                <a:latin typeface="Arial"/>
                <a:ea typeface="Arial"/>
                <a:cs typeface="Arial"/>
              </a:defRPr>
            </a:pPr>
            <a:r>
              <a:rPr sz="1200" b="0">
                <a:solidFill>
                  <a:srgbClr val="000000"/>
                </a:solidFill>
                <a:latin typeface="Arial"/>
                <a:ea typeface="Arial"/>
                <a:cs typeface="Arial"/>
              </a:rPr>
              <a:t>6</a:t>
            </a:r>
          </a:p>
        </p:txBody>
      </p:sp>
      <p:sp>
        <p:nvSpPr>
          <p:cNvPr id="168" name="line_014">
            <a:extLst>
              <a:ext uri="{FF2B5EF4-FFF2-40B4-BE49-F238E27FC236}">
                <ns2:creationId id="{A438BB42-AC45-4CC5-B5EE-3C9926E44A10}"/>
              </a:ext>
            </a:extLst>
          </p:cNvPr>
          <p:cNvSpPr>
            <a:spLocks noGrp="1"/>
          </p:cNvSpPr>
          <p:nvPr/>
        </p:nvSpPr>
        <p:spPr>
          <a:xfrm>
            <a:off x="476250" y="6200775"/>
            <a:ext cx="38100" cy="95"/>
          </a:xfrm>
          <a:custGeom>
            <a:pathLst>
              <a:path w="38100" h="95">
                <a:moveTo>
                  <a:pt x="0" y="0"/>
                </a:moveTo>
                <a:lnTo>
                  <a:pt x="38100" y="0"/>
                </a:lnTo>
              </a:path>
            </a:pathLst>
          </a:custGeom>
          <a:noFill/>
          <a:ln w="6668">
            <a:solidFill>
              <a:srgbClr val="000000"/>
            </a:solidFill>
            <a:prstDash val="solid"/>
          </a:ln>
        </p:spPr>
      </p:sp>
      <p:sp>
        <p:nvSpPr>
          <p:cNvPr id="169" name="text_015">
            <a:extLst>
              <a:ext uri="{FF2B5EF4-FFF2-40B4-BE49-F238E27FC236}">
                <ns2:creationId id="{5C3E4078-B941-4017-8C08-2093AA4DEF25}"/>
              </a:ext>
            </a:extLst>
          </p:cNvPr>
          <p:cNvSpPr>
            <a:spLocks noGrp="1"/>
          </p:cNvSpPr>
          <p:nvPr/>
        </p:nvSpPr>
        <p:spPr>
          <a:xfrm rot="0">
            <a:off x="514350" y="8010525"/>
            <a:ext cx="2905125" cy="228600"/>
          </a:xfrm>
          <a:prstGeom prst="rect">
            <a:avLst/>
          </a:prstGeom>
          <a:noFill/>
          <a:ln w="0">
            <a:noFill/>
            <a:prstDash val="solid"/>
          </a:ln>
        </p:spPr>
        <p:txBody>
          <a:bodyPr wrap="none" lIns="0" tIns="0" rIns="0" bIns="0" anchor="t">
            <a:noAutofit/>
          </a:bodyPr>
          <a:lstStyle>
            <a:defPPr algn="ctr">
              <a:defRPr sz="1275" b="0">
                <a:solidFill>
                  <a:srgbClr val="000000"/>
                </a:solidFill>
                <a:latin typeface="Arial"/>
                <a:ea typeface="Arial"/>
                <a:cs typeface="Arial"/>
              </a:defRPr>
            </a:defPPr>
            <a:lvl1pPr algn="ctr">
              <a:defRPr sz="1275" b="0">
                <a:solidFill>
                  <a:srgbClr val="000000"/>
                </a:solidFill>
                <a:latin typeface="Arial"/>
                <a:ea typeface="Arial"/>
                <a:cs typeface="Arial"/>
              </a:defRPr>
            </a:lvl1pPr>
            <a:lvl2pPr algn="ctr">
              <a:defRPr sz="1275" b="0">
                <a:solidFill>
                  <a:srgbClr val="000000"/>
                </a:solidFill>
                <a:latin typeface="Arial"/>
                <a:ea typeface="Arial"/>
                <a:cs typeface="Arial"/>
              </a:defRPr>
            </a:lvl2pPr>
            <a:lvl3pPr algn="ctr">
              <a:defRPr sz="1275" b="0">
                <a:solidFill>
                  <a:srgbClr val="000000"/>
                </a:solidFill>
                <a:latin typeface="Arial"/>
                <a:ea typeface="Arial"/>
                <a:cs typeface="Arial"/>
              </a:defRPr>
            </a:lvl3pPr>
            <a:lvl4pPr algn="ctr">
              <a:defRPr sz="1275" b="0">
                <a:solidFill>
                  <a:srgbClr val="000000"/>
                </a:solidFill>
                <a:latin typeface="Arial"/>
                <a:ea typeface="Arial"/>
                <a:cs typeface="Arial"/>
              </a:defRPr>
            </a:lvl4pPr>
            <a:lvl5pPr algn="ctr">
              <a:defRPr sz="1275" b="0">
                <a:solidFill>
                  <a:srgbClr val="000000"/>
                </a:solidFill>
                <a:latin typeface="Arial"/>
                <a:ea typeface="Arial"/>
                <a:cs typeface="Arial"/>
              </a:defRPr>
            </a:lvl5pPr>
            <a:lvl6pPr algn="ctr">
              <a:defRPr sz="1275" b="0">
                <a:solidFill>
                  <a:srgbClr val="000000"/>
                </a:solidFill>
                <a:latin typeface="Arial"/>
                <a:ea typeface="Arial"/>
                <a:cs typeface="Arial"/>
              </a:defRPr>
            </a:lvl6pPr>
            <a:lvl7pPr algn="ctr">
              <a:defRPr sz="1275" b="0">
                <a:solidFill>
                  <a:srgbClr val="000000"/>
                </a:solidFill>
                <a:latin typeface="Arial"/>
                <a:ea typeface="Arial"/>
                <a:cs typeface="Arial"/>
              </a:defRPr>
            </a:lvl7pPr>
            <a:lvl8pPr algn="ctr">
              <a:defRPr sz="1275" b="0">
                <a:solidFill>
                  <a:srgbClr val="000000"/>
                </a:solidFill>
                <a:latin typeface="Arial"/>
                <a:ea typeface="Arial"/>
                <a:cs typeface="Arial"/>
              </a:defRPr>
            </a:lvl8pPr>
            <a:lvl9pPr algn="ctr">
              <a:defRPr sz="1275" b="0">
                <a:solidFill>
                  <a:srgbClr val="000000"/>
                </a:solidFill>
                <a:latin typeface="Arial"/>
                <a:ea typeface="Arial"/>
                <a:cs typeface="Arial"/>
              </a:defRPr>
            </a:lvl9pPr>
          </a:lstStyle>
          <a:p>
            <a:pPr algn="ctr">
              <a:defRPr sz="1275" b="0">
                <a:solidFill>
                  <a:srgbClr val="000000"/>
                </a:solidFill>
                <a:latin typeface="Arial"/>
                <a:ea typeface="Arial"/>
                <a:cs typeface="Arial"/>
              </a:defRPr>
            </a:pPr>
            <a:r>
              <a:rPr sz="1275" b="0">
                <a:solidFill>
                  <a:srgbClr val="000000"/>
                </a:solidFill>
                <a:latin typeface="Arial"/>
                <a:ea typeface="Arial"/>
                <a:cs typeface="Arial"/>
              </a:rPr>
              <a:t>x (source physical coordinate)</a:t>
            </a:r>
          </a:p>
        </p:txBody>
      </p:sp>
      <p:sp>
        <p:nvSpPr>
          <p:cNvPr id="170" name="source_extremum_3">
            <a:extLst>
              <a:ext uri="{FF2B5EF4-FFF2-40B4-BE49-F238E27FC236}">
                <ns2:creationId id="{CF2BE7D1-B088-43B3-A25C-C7FF99758AF5}"/>
              </a:ext>
            </a:extLst>
          </p:cNvPr>
          <p:cNvSpPr>
            <a:spLocks noGrp="1"/>
          </p:cNvSpPr>
          <p:nvPr/>
        </p:nvSpPr>
        <p:spPr>
          <a:xfrm rot="0">
            <a:off x="1035168" y="7649487"/>
            <a:ext cx="85725" cy="85725"/>
          </a:xfrm>
          <a:prstGeom prst="ellipse">
            <a:avLst/>
          </a:prstGeom>
          <a:solidFill>
            <a:srgbClr val="FFFFFF"/>
          </a:solidFill>
          <a:ln w="17145">
            <a:solidFill>
              <a:srgbClr val="0072B2"/>
            </a:solidFill>
            <a:prstDash val="solid"/>
          </a:ln>
        </p:spPr>
      </p:sp>
      <p:sp>
        <p:nvSpPr>
          <p:cNvPr id="171" name="text_017">
            <a:extLst>
              <a:ext uri="{FF2B5EF4-FFF2-40B4-BE49-F238E27FC236}">
                <ns2:creationId id="{7EA01AE8-1DD0-412F-9C63-E6E6DE6382BB}"/>
              </a:ext>
            </a:extLst>
          </p:cNvPr>
          <p:cNvSpPr>
            <a:spLocks noGrp="1"/>
          </p:cNvSpPr>
          <p:nvPr/>
        </p:nvSpPr>
        <p:spPr>
          <a:xfrm rot="0">
            <a:off x="1144706" y="7530424"/>
            <a:ext cx="228600" cy="200025"/>
          </a:xfrm>
          <a:prstGeom prst="rect">
            <a:avLst/>
          </a:prstGeom>
          <a:noFill/>
          <a:ln w="0">
            <a:noFill/>
            <a:prstDash val="solid"/>
          </a:ln>
        </p:spPr>
        <p:txBody>
          <a:bodyPr wrap="none" lIns="0" tIns="0" rIns="0" bIns="0" anchor="t">
            <a:noAutofit/>
          </a:bodyPr>
          <a:lstStyle>
            <a:defPPr algn="l">
              <a:defRPr sz="1275" b="1">
                <a:solidFill>
                  <a:srgbClr val="000000"/>
                </a:solidFill>
                <a:latin typeface="Arial"/>
                <a:ea typeface="Arial"/>
                <a:cs typeface="Arial"/>
              </a:defRPr>
            </a:defPPr>
            <a:lvl1pPr algn="l">
              <a:defRPr sz="1275" b="1">
                <a:solidFill>
                  <a:srgbClr val="000000"/>
                </a:solidFill>
                <a:latin typeface="Arial"/>
                <a:ea typeface="Arial"/>
                <a:cs typeface="Arial"/>
              </a:defRPr>
            </a:lvl1pPr>
            <a:lvl2pPr algn="l">
              <a:defRPr sz="1275" b="1">
                <a:solidFill>
                  <a:srgbClr val="000000"/>
                </a:solidFill>
                <a:latin typeface="Arial"/>
                <a:ea typeface="Arial"/>
                <a:cs typeface="Arial"/>
              </a:defRPr>
            </a:lvl2pPr>
            <a:lvl3pPr algn="l">
              <a:defRPr sz="1275" b="1">
                <a:solidFill>
                  <a:srgbClr val="000000"/>
                </a:solidFill>
                <a:latin typeface="Arial"/>
                <a:ea typeface="Arial"/>
                <a:cs typeface="Arial"/>
              </a:defRPr>
            </a:lvl3pPr>
            <a:lvl4pPr algn="l">
              <a:defRPr sz="1275" b="1">
                <a:solidFill>
                  <a:srgbClr val="000000"/>
                </a:solidFill>
                <a:latin typeface="Arial"/>
                <a:ea typeface="Arial"/>
                <a:cs typeface="Arial"/>
              </a:defRPr>
            </a:lvl4pPr>
            <a:lvl5pPr algn="l">
              <a:defRPr sz="1275" b="1">
                <a:solidFill>
                  <a:srgbClr val="000000"/>
                </a:solidFill>
                <a:latin typeface="Arial"/>
                <a:ea typeface="Arial"/>
                <a:cs typeface="Arial"/>
              </a:defRPr>
            </a:lvl5pPr>
            <a:lvl6pPr algn="l">
              <a:defRPr sz="1275" b="1">
                <a:solidFill>
                  <a:srgbClr val="000000"/>
                </a:solidFill>
                <a:latin typeface="Arial"/>
                <a:ea typeface="Arial"/>
                <a:cs typeface="Arial"/>
              </a:defRPr>
            </a:lvl6pPr>
            <a:lvl7pPr algn="l">
              <a:defRPr sz="1275" b="1">
                <a:solidFill>
                  <a:srgbClr val="000000"/>
                </a:solidFill>
                <a:latin typeface="Arial"/>
                <a:ea typeface="Arial"/>
                <a:cs typeface="Arial"/>
              </a:defRPr>
            </a:lvl7pPr>
            <a:lvl8pPr algn="l">
              <a:defRPr sz="1275" b="1">
                <a:solidFill>
                  <a:srgbClr val="000000"/>
                </a:solidFill>
                <a:latin typeface="Arial"/>
                <a:ea typeface="Arial"/>
                <a:cs typeface="Arial"/>
              </a:defRPr>
            </a:lvl8pPr>
            <a:lvl9pPr algn="l">
              <a:defRPr sz="1275" b="1">
                <a:solidFill>
                  <a:srgbClr val="000000"/>
                </a:solidFill>
                <a:latin typeface="Arial"/>
                <a:ea typeface="Arial"/>
                <a:cs typeface="Arial"/>
              </a:defRPr>
            </a:lvl9pPr>
          </a:lstStyle>
          <a:p>
            <a:pPr algn="l">
              <a:defRPr sz="1275" b="1">
                <a:solidFill>
                  <a:srgbClr val="000000"/>
                </a:solidFill>
                <a:latin typeface="Arial"/>
                <a:ea typeface="Arial"/>
                <a:cs typeface="Arial"/>
              </a:defRPr>
            </a:pPr>
            <a:r>
              <a:rPr sz="1275" b="1">
                <a:solidFill>
                  <a:srgbClr val="000000"/>
                </a:solidFill>
                <a:latin typeface="Arial"/>
                <a:ea typeface="Arial"/>
                <a:cs typeface="Arial"/>
              </a:rPr>
              <a:t>A</a:t>
            </a:r>
          </a:p>
        </p:txBody>
      </p:sp>
      <p:sp>
        <p:nvSpPr>
          <p:cNvPr id="172" name="source_extremum_17">
            <a:extLst>
              <a:ext uri="{FF2B5EF4-FFF2-40B4-BE49-F238E27FC236}">
                <ns2:creationId id="{59A815E8-6AA7-45FB-B933-65CB6E6171A1}"/>
              </a:ext>
            </a:extLst>
          </p:cNvPr>
          <p:cNvSpPr>
            <a:spLocks noGrp="1"/>
          </p:cNvSpPr>
          <p:nvPr/>
        </p:nvSpPr>
        <p:spPr>
          <a:xfrm rot="0">
            <a:off x="3354932" y="6936125"/>
            <a:ext cx="85725" cy="85725"/>
          </a:xfrm>
          <a:prstGeom prst="ellipse">
            <a:avLst/>
          </a:prstGeom>
          <a:solidFill>
            <a:srgbClr val="FFFFFF"/>
          </a:solidFill>
          <a:ln w="17145">
            <a:solidFill>
              <a:srgbClr val="D55E00"/>
            </a:solidFill>
            <a:prstDash val="solid"/>
          </a:ln>
        </p:spPr>
      </p:sp>
      <p:sp>
        <p:nvSpPr>
          <p:cNvPr id="173" name="text_019">
            <a:extLst>
              <a:ext uri="{FF2B5EF4-FFF2-40B4-BE49-F238E27FC236}">
                <ns2:creationId id="{E6DDF0E8-9644-4E87-B14F-C42735AC28E0}"/>
              </a:ext>
            </a:extLst>
          </p:cNvPr>
          <p:cNvSpPr>
            <a:spLocks noGrp="1"/>
          </p:cNvSpPr>
          <p:nvPr/>
        </p:nvSpPr>
        <p:spPr>
          <a:xfrm rot="0">
            <a:off x="3464470" y="6817063"/>
            <a:ext cx="228600" cy="200025"/>
          </a:xfrm>
          <a:prstGeom prst="rect">
            <a:avLst/>
          </a:prstGeom>
          <a:noFill/>
          <a:ln w="0">
            <a:noFill/>
            <a:prstDash val="solid"/>
          </a:ln>
        </p:spPr>
        <p:txBody>
          <a:bodyPr wrap="none" lIns="0" tIns="0" rIns="0" bIns="0" anchor="t">
            <a:noAutofit/>
          </a:bodyPr>
          <a:lstStyle>
            <a:defPPr algn="l">
              <a:defRPr sz="1275" b="1">
                <a:solidFill>
                  <a:srgbClr val="000000"/>
                </a:solidFill>
                <a:latin typeface="Arial"/>
                <a:ea typeface="Arial"/>
                <a:cs typeface="Arial"/>
              </a:defRPr>
            </a:defPPr>
            <a:lvl1pPr algn="l">
              <a:defRPr sz="1275" b="1">
                <a:solidFill>
                  <a:srgbClr val="000000"/>
                </a:solidFill>
                <a:latin typeface="Arial"/>
                <a:ea typeface="Arial"/>
                <a:cs typeface="Arial"/>
              </a:defRPr>
            </a:lvl1pPr>
            <a:lvl2pPr algn="l">
              <a:defRPr sz="1275" b="1">
                <a:solidFill>
                  <a:srgbClr val="000000"/>
                </a:solidFill>
                <a:latin typeface="Arial"/>
                <a:ea typeface="Arial"/>
                <a:cs typeface="Arial"/>
              </a:defRPr>
            </a:lvl2pPr>
            <a:lvl3pPr algn="l">
              <a:defRPr sz="1275" b="1">
                <a:solidFill>
                  <a:srgbClr val="000000"/>
                </a:solidFill>
                <a:latin typeface="Arial"/>
                <a:ea typeface="Arial"/>
                <a:cs typeface="Arial"/>
              </a:defRPr>
            </a:lvl3pPr>
            <a:lvl4pPr algn="l">
              <a:defRPr sz="1275" b="1">
                <a:solidFill>
                  <a:srgbClr val="000000"/>
                </a:solidFill>
                <a:latin typeface="Arial"/>
                <a:ea typeface="Arial"/>
                <a:cs typeface="Arial"/>
              </a:defRPr>
            </a:lvl4pPr>
            <a:lvl5pPr algn="l">
              <a:defRPr sz="1275" b="1">
                <a:solidFill>
                  <a:srgbClr val="000000"/>
                </a:solidFill>
                <a:latin typeface="Arial"/>
                <a:ea typeface="Arial"/>
                <a:cs typeface="Arial"/>
              </a:defRPr>
            </a:lvl5pPr>
            <a:lvl6pPr algn="l">
              <a:defRPr sz="1275" b="1">
                <a:solidFill>
                  <a:srgbClr val="000000"/>
                </a:solidFill>
                <a:latin typeface="Arial"/>
                <a:ea typeface="Arial"/>
                <a:cs typeface="Arial"/>
              </a:defRPr>
            </a:lvl6pPr>
            <a:lvl7pPr algn="l">
              <a:defRPr sz="1275" b="1">
                <a:solidFill>
                  <a:srgbClr val="000000"/>
                </a:solidFill>
                <a:latin typeface="Arial"/>
                <a:ea typeface="Arial"/>
                <a:cs typeface="Arial"/>
              </a:defRPr>
            </a:lvl7pPr>
            <a:lvl8pPr algn="l">
              <a:defRPr sz="1275" b="1">
                <a:solidFill>
                  <a:srgbClr val="000000"/>
                </a:solidFill>
                <a:latin typeface="Arial"/>
                <a:ea typeface="Arial"/>
                <a:cs typeface="Arial"/>
              </a:defRPr>
            </a:lvl8pPr>
            <a:lvl9pPr algn="l">
              <a:defRPr sz="1275" b="1">
                <a:solidFill>
                  <a:srgbClr val="000000"/>
                </a:solidFill>
                <a:latin typeface="Arial"/>
                <a:ea typeface="Arial"/>
                <a:cs typeface="Arial"/>
              </a:defRPr>
            </a:lvl9pPr>
          </a:lstStyle>
          <a:p>
            <a:pPr algn="l">
              <a:defRPr sz="1275" b="1">
                <a:solidFill>
                  <a:srgbClr val="000000"/>
                </a:solidFill>
                <a:latin typeface="Arial"/>
                <a:ea typeface="Arial"/>
                <a:cs typeface="Arial"/>
              </a:defRPr>
            </a:pPr>
            <a:r>
              <a:rPr sz="1275" b="1">
                <a:solidFill>
                  <a:srgbClr val="000000"/>
                </a:solidFill>
                <a:latin typeface="Arial"/>
                <a:ea typeface="Arial"/>
                <a:cs typeface="Arial"/>
              </a:rPr>
              <a:t>B</a:t>
            </a:r>
          </a:p>
        </p:txBody>
      </p:sp>
      <p:sp>
        <p:nvSpPr>
          <p:cNvPr id="174" name="source_extremum_14">
            <a:extLst>
              <a:ext uri="{FF2B5EF4-FFF2-40B4-BE49-F238E27FC236}">
                <ns2:creationId id="{763895A0-C657-4BAB-8270-116467670BA8}"/>
              </a:ext>
            </a:extLst>
          </p:cNvPr>
          <p:cNvSpPr>
            <a:spLocks noGrp="1"/>
          </p:cNvSpPr>
          <p:nvPr/>
        </p:nvSpPr>
        <p:spPr>
          <a:xfrm rot="0">
            <a:off x="2834612" y="7195530"/>
            <a:ext cx="85725" cy="85725"/>
          </a:xfrm>
          <a:prstGeom prst="ellipse">
            <a:avLst/>
          </a:prstGeom>
          <a:solidFill>
            <a:srgbClr val="FFFFFF"/>
          </a:solidFill>
          <a:ln w="17145">
            <a:solidFill>
              <a:srgbClr val="009E73"/>
            </a:solidFill>
            <a:prstDash val="solid"/>
          </a:ln>
        </p:spPr>
      </p:sp>
      <p:sp>
        <p:nvSpPr>
          <p:cNvPr id="175" name="text_021">
            <a:extLst>
              <a:ext uri="{FF2B5EF4-FFF2-40B4-BE49-F238E27FC236}">
                <ns2:creationId id="{AC99C9CD-B4CC-45EA-9B8D-03E69BA71D8C}"/>
              </a:ext>
            </a:extLst>
          </p:cNvPr>
          <p:cNvSpPr>
            <a:spLocks noGrp="1"/>
          </p:cNvSpPr>
          <p:nvPr/>
        </p:nvSpPr>
        <p:spPr>
          <a:xfrm rot="0">
            <a:off x="2944149" y="7076467"/>
            <a:ext cx="228600" cy="200025"/>
          </a:xfrm>
          <a:prstGeom prst="rect">
            <a:avLst/>
          </a:prstGeom>
          <a:noFill/>
          <a:ln w="0">
            <a:noFill/>
            <a:prstDash val="solid"/>
          </a:ln>
        </p:spPr>
        <p:txBody>
          <a:bodyPr wrap="none" lIns="0" tIns="0" rIns="0" bIns="0" anchor="t">
            <a:noAutofit/>
          </a:bodyPr>
          <a:lstStyle>
            <a:defPPr algn="l">
              <a:defRPr sz="1275" b="1">
                <a:solidFill>
                  <a:srgbClr val="000000"/>
                </a:solidFill>
                <a:latin typeface="Arial"/>
                <a:ea typeface="Arial"/>
                <a:cs typeface="Arial"/>
              </a:defRPr>
            </a:defPPr>
            <a:lvl1pPr algn="l">
              <a:defRPr sz="1275" b="1">
                <a:solidFill>
                  <a:srgbClr val="000000"/>
                </a:solidFill>
                <a:latin typeface="Arial"/>
                <a:ea typeface="Arial"/>
                <a:cs typeface="Arial"/>
              </a:defRPr>
            </a:lvl1pPr>
            <a:lvl2pPr algn="l">
              <a:defRPr sz="1275" b="1">
                <a:solidFill>
                  <a:srgbClr val="000000"/>
                </a:solidFill>
                <a:latin typeface="Arial"/>
                <a:ea typeface="Arial"/>
                <a:cs typeface="Arial"/>
              </a:defRPr>
            </a:lvl2pPr>
            <a:lvl3pPr algn="l">
              <a:defRPr sz="1275" b="1">
                <a:solidFill>
                  <a:srgbClr val="000000"/>
                </a:solidFill>
                <a:latin typeface="Arial"/>
                <a:ea typeface="Arial"/>
                <a:cs typeface="Arial"/>
              </a:defRPr>
            </a:lvl3pPr>
            <a:lvl4pPr algn="l">
              <a:defRPr sz="1275" b="1">
                <a:solidFill>
                  <a:srgbClr val="000000"/>
                </a:solidFill>
                <a:latin typeface="Arial"/>
                <a:ea typeface="Arial"/>
                <a:cs typeface="Arial"/>
              </a:defRPr>
            </a:lvl4pPr>
            <a:lvl5pPr algn="l">
              <a:defRPr sz="1275" b="1">
                <a:solidFill>
                  <a:srgbClr val="000000"/>
                </a:solidFill>
                <a:latin typeface="Arial"/>
                <a:ea typeface="Arial"/>
                <a:cs typeface="Arial"/>
              </a:defRPr>
            </a:lvl5pPr>
            <a:lvl6pPr algn="l">
              <a:defRPr sz="1275" b="1">
                <a:solidFill>
                  <a:srgbClr val="000000"/>
                </a:solidFill>
                <a:latin typeface="Arial"/>
                <a:ea typeface="Arial"/>
                <a:cs typeface="Arial"/>
              </a:defRPr>
            </a:lvl6pPr>
            <a:lvl7pPr algn="l">
              <a:defRPr sz="1275" b="1">
                <a:solidFill>
                  <a:srgbClr val="000000"/>
                </a:solidFill>
                <a:latin typeface="Arial"/>
                <a:ea typeface="Arial"/>
                <a:cs typeface="Arial"/>
              </a:defRPr>
            </a:lvl7pPr>
            <a:lvl8pPr algn="l">
              <a:defRPr sz="1275" b="1">
                <a:solidFill>
                  <a:srgbClr val="000000"/>
                </a:solidFill>
                <a:latin typeface="Arial"/>
                <a:ea typeface="Arial"/>
                <a:cs typeface="Arial"/>
              </a:defRPr>
            </a:lvl8pPr>
            <a:lvl9pPr algn="l">
              <a:defRPr sz="1275" b="1">
                <a:solidFill>
                  <a:srgbClr val="000000"/>
                </a:solidFill>
                <a:latin typeface="Arial"/>
                <a:ea typeface="Arial"/>
                <a:cs typeface="Arial"/>
              </a:defRPr>
            </a:lvl9pPr>
          </a:lstStyle>
          <a:p>
            <a:pPr algn="l">
              <a:defRPr sz="1275" b="1">
                <a:solidFill>
                  <a:srgbClr val="000000"/>
                </a:solidFill>
                <a:latin typeface="Arial"/>
                <a:ea typeface="Arial"/>
                <a:cs typeface="Arial"/>
              </a:defRPr>
            </a:pPr>
            <a:r>
              <a:rPr sz="1275" b="1">
                <a:solidFill>
                  <a:srgbClr val="000000"/>
                </a:solidFill>
                <a:latin typeface="Arial"/>
                <a:ea typeface="Arial"/>
                <a:cs typeface="Arial"/>
              </a:rPr>
              <a:t>C</a:t>
            </a:r>
          </a:p>
        </p:txBody>
      </p:sp>
      <p:sp>
        <p:nvSpPr>
          <p:cNvPr id="176" name="text_022">
            <a:extLst>
              <a:ext uri="{FF2B5EF4-FFF2-40B4-BE49-F238E27FC236}">
                <ns2:creationId id="{858D319D-1A44-4068-81F5-6C426749FAA1}"/>
              </a:ext>
            </a:extLst>
          </p:cNvPr>
          <p:cNvSpPr>
            <a:spLocks noGrp="1"/>
          </p:cNvSpPr>
          <p:nvPr/>
        </p:nvSpPr>
        <p:spPr>
          <a:xfrm rot="0">
            <a:off x="171450" y="8267700"/>
            <a:ext cx="3667125" cy="209550"/>
          </a:xfrm>
          <a:prstGeom prst="rect">
            <a:avLst/>
          </a:prstGeom>
          <a:noFill/>
          <a:ln w="0">
            <a:noFill/>
            <a:prstDash val="solid"/>
          </a:ln>
        </p:spPr>
        <p:txBody>
          <a:bodyPr wrap="none" lIns="0" tIns="0" rIns="0" bIns="0" anchor="t">
            <a:noAutofit/>
          </a:bodyPr>
          <a:lstStyle>
            <a:defPPr algn="l">
              <a:defRPr sz="1125" b="0">
                <a:solidFill>
                  <a:srgbClr val="000000"/>
                </a:solidFill>
                <a:latin typeface="Arial"/>
                <a:ea typeface="Arial"/>
                <a:cs typeface="Arial"/>
              </a:defRPr>
            </a:defPPr>
            <a:lvl1pPr algn="l">
              <a:defRPr sz="1125" b="0">
                <a:solidFill>
                  <a:srgbClr val="000000"/>
                </a:solidFill>
                <a:latin typeface="Arial"/>
                <a:ea typeface="Arial"/>
                <a:cs typeface="Arial"/>
              </a:defRPr>
            </a:lvl1pPr>
            <a:lvl2pPr algn="l">
              <a:defRPr sz="1125" b="0">
                <a:solidFill>
                  <a:srgbClr val="000000"/>
                </a:solidFill>
                <a:latin typeface="Arial"/>
                <a:ea typeface="Arial"/>
                <a:cs typeface="Arial"/>
              </a:defRPr>
            </a:lvl2pPr>
            <a:lvl3pPr algn="l">
              <a:defRPr sz="1125" b="0">
                <a:solidFill>
                  <a:srgbClr val="000000"/>
                </a:solidFill>
                <a:latin typeface="Arial"/>
                <a:ea typeface="Arial"/>
                <a:cs typeface="Arial"/>
              </a:defRPr>
            </a:lvl3pPr>
            <a:lvl4pPr algn="l">
              <a:defRPr sz="1125" b="0">
                <a:solidFill>
                  <a:srgbClr val="000000"/>
                </a:solidFill>
                <a:latin typeface="Arial"/>
                <a:ea typeface="Arial"/>
                <a:cs typeface="Arial"/>
              </a:defRPr>
            </a:lvl4pPr>
            <a:lvl5pPr algn="l">
              <a:defRPr sz="1125" b="0">
                <a:solidFill>
                  <a:srgbClr val="000000"/>
                </a:solidFill>
                <a:latin typeface="Arial"/>
                <a:ea typeface="Arial"/>
                <a:cs typeface="Arial"/>
              </a:defRPr>
            </a:lvl5pPr>
            <a:lvl6pPr algn="l">
              <a:defRPr sz="1125" b="0">
                <a:solidFill>
                  <a:srgbClr val="000000"/>
                </a:solidFill>
                <a:latin typeface="Arial"/>
                <a:ea typeface="Arial"/>
                <a:cs typeface="Arial"/>
              </a:defRPr>
            </a:lvl6pPr>
            <a:lvl7pPr algn="l">
              <a:defRPr sz="1125" b="0">
                <a:solidFill>
                  <a:srgbClr val="000000"/>
                </a:solidFill>
                <a:latin typeface="Arial"/>
                <a:ea typeface="Arial"/>
                <a:cs typeface="Arial"/>
              </a:defRPr>
            </a:lvl7pPr>
            <a:lvl8pPr algn="l">
              <a:defRPr sz="1125" b="0">
                <a:solidFill>
                  <a:srgbClr val="000000"/>
                </a:solidFill>
                <a:latin typeface="Arial"/>
                <a:ea typeface="Arial"/>
                <a:cs typeface="Arial"/>
              </a:defRPr>
            </a:lvl8pPr>
            <a:lvl9pPr algn="l">
              <a:defRPr sz="1125" b="0">
                <a:solidFill>
                  <a:srgbClr val="000000"/>
                </a:solidFill>
                <a:latin typeface="Arial"/>
                <a:ea typeface="Arial"/>
                <a:cs typeface="Arial"/>
              </a:defRPr>
            </a:lvl9pPr>
          </a:lstStyle>
          <a:p>
            <a:pPr algn="l">
              <a:defRPr sz="1125" b="0">
                <a:solidFill>
                  <a:srgbClr val="000000"/>
                </a:solidFill>
                <a:latin typeface="Arial"/>
                <a:ea typeface="Arial"/>
                <a:cs typeface="Arial"/>
              </a:defRPr>
            </a:pPr>
            <a:r>
              <a:rPr sz="1125" b="0">
                <a:solidFill>
                  <a:srgbClr val="000000"/>
                </a:solidFill>
                <a:latin typeface="Arial"/>
                <a:ea typeface="Arial"/>
                <a:cs typeface="Arial"/>
              </a:rPr>
              <a:t>Q maximum over y; markers show extrema (x,z)</a:t>
            </a:r>
          </a:p>
        </p:txBody>
      </p:sp>
      <p:sp>
        <p:nvSpPr>
          <p:cNvPr id="177" name="text_023">
            <a:extLst>
              <a:ext uri="{FF2B5EF4-FFF2-40B4-BE49-F238E27FC236}">
                <ns2:creationId id="{FF2F014E-C1E1-4DE6-B413-CF341B500D0B}"/>
              </a:ext>
            </a:extLst>
          </p:cNvPr>
          <p:cNvSpPr>
            <a:spLocks noGrp="1"/>
          </p:cNvSpPr>
          <p:nvPr/>
        </p:nvSpPr>
        <p:spPr>
          <a:xfrm rot="0">
            <a:off x="4010025" y="5715000"/>
            <a:ext cx="3790950" cy="266700"/>
          </a:xfrm>
          <a:prstGeom prst="rect">
            <a:avLst/>
          </a:prstGeom>
          <a:noFill/>
          <a:ln w="0">
            <a:noFill/>
            <a:prstDash val="solid"/>
          </a:ln>
        </p:spPr>
        <p:txBody>
          <a:bodyPr wrap="none" lIns="0" tIns="0" rIns="0" bIns="0" anchor="t">
            <a:noAutofit/>
          </a:bodyPr>
          <a:lstStyle>
            <a:defPPr algn="l">
              <a:defRPr sz="1650" b="1">
                <a:solidFill>
                  <a:srgbClr val="000000"/>
                </a:solidFill>
                <a:latin typeface="Arial"/>
                <a:ea typeface="Arial"/>
                <a:cs typeface="Arial"/>
              </a:defRPr>
            </a:defPPr>
            <a:lvl1pPr algn="l">
              <a:defRPr sz="1650" b="1">
                <a:solidFill>
                  <a:srgbClr val="000000"/>
                </a:solidFill>
                <a:latin typeface="Arial"/>
                <a:ea typeface="Arial"/>
                <a:cs typeface="Arial"/>
              </a:defRPr>
            </a:lvl1pPr>
            <a:lvl2pPr algn="l">
              <a:defRPr sz="1650" b="1">
                <a:solidFill>
                  <a:srgbClr val="000000"/>
                </a:solidFill>
                <a:latin typeface="Arial"/>
                <a:ea typeface="Arial"/>
                <a:cs typeface="Arial"/>
              </a:defRPr>
            </a:lvl2pPr>
            <a:lvl3pPr algn="l">
              <a:defRPr sz="1650" b="1">
                <a:solidFill>
                  <a:srgbClr val="000000"/>
                </a:solidFill>
                <a:latin typeface="Arial"/>
                <a:ea typeface="Arial"/>
                <a:cs typeface="Arial"/>
              </a:defRPr>
            </a:lvl3pPr>
            <a:lvl4pPr algn="l">
              <a:defRPr sz="1650" b="1">
                <a:solidFill>
                  <a:srgbClr val="000000"/>
                </a:solidFill>
                <a:latin typeface="Arial"/>
                <a:ea typeface="Arial"/>
                <a:cs typeface="Arial"/>
              </a:defRPr>
            </a:lvl4pPr>
            <a:lvl5pPr algn="l">
              <a:defRPr sz="1650" b="1">
                <a:solidFill>
                  <a:srgbClr val="000000"/>
                </a:solidFill>
                <a:latin typeface="Arial"/>
                <a:ea typeface="Arial"/>
                <a:cs typeface="Arial"/>
              </a:defRPr>
            </a:lvl5pPr>
            <a:lvl6pPr algn="l">
              <a:defRPr sz="1650" b="1">
                <a:solidFill>
                  <a:srgbClr val="000000"/>
                </a:solidFill>
                <a:latin typeface="Arial"/>
                <a:ea typeface="Arial"/>
                <a:cs typeface="Arial"/>
              </a:defRPr>
            </a:lvl6pPr>
            <a:lvl7pPr algn="l">
              <a:defRPr sz="1650" b="1">
                <a:solidFill>
                  <a:srgbClr val="000000"/>
                </a:solidFill>
                <a:latin typeface="Arial"/>
                <a:ea typeface="Arial"/>
                <a:cs typeface="Arial"/>
              </a:defRPr>
            </a:lvl7pPr>
            <a:lvl8pPr algn="l">
              <a:defRPr sz="1650" b="1">
                <a:solidFill>
                  <a:srgbClr val="000000"/>
                </a:solidFill>
                <a:latin typeface="Arial"/>
                <a:ea typeface="Arial"/>
                <a:cs typeface="Arial"/>
              </a:defRPr>
            </a:lvl8pPr>
            <a:lvl9pPr algn="l">
              <a:defRPr sz="1650" b="1">
                <a:solidFill>
                  <a:srgbClr val="000000"/>
                </a:solidFill>
                <a:latin typeface="Arial"/>
                <a:ea typeface="Arial"/>
                <a:cs typeface="Arial"/>
              </a:defRPr>
            </a:lvl9pPr>
          </a:lstStyle>
          <a:p>
            <a:pPr algn="l">
              <a:defRPr sz="1650" b="1">
                <a:solidFill>
                  <a:srgbClr val="000000"/>
                </a:solidFill>
                <a:latin typeface="Arial"/>
                <a:ea typeface="Arial"/>
                <a:cs typeface="Arial"/>
              </a:defRPr>
            </a:pPr>
            <a:r>
              <a:rPr sz="1650" b="1">
                <a:solidFill>
                  <a:srgbClr val="000000"/>
                </a:solidFill>
                <a:latin typeface="Arial"/>
                <a:ea typeface="Arial"/>
                <a:cs typeface="Arial"/>
              </a:rPr>
              <a:t>(e) Reference and saved anchors</a:t>
            </a:r>
          </a:p>
        </p:txBody>
      </p:sp>
      <p:sp>
        <p:nvSpPr>
          <p:cNvPr id="178" name="text_024">
            <a:extLst>
              <a:ext uri="{FF2B5EF4-FFF2-40B4-BE49-F238E27FC236}">
                <ns2:creationId id="{D5894EE8-7060-4230-9E0E-86341937FEE7}"/>
              </a:ext>
            </a:extLst>
          </p:cNvPr>
          <p:cNvSpPr>
            <a:spLocks noGrp="1"/>
          </p:cNvSpPr>
          <p:nvPr/>
        </p:nvSpPr>
        <p:spPr>
          <a:xfrm rot="0">
            <a:off x="3990975" y="6200775"/>
            <a:ext cx="466725" cy="209550"/>
          </a:xfrm>
          <a:prstGeom prst="rect">
            <a:avLst/>
          </a:prstGeom>
          <a:noFill/>
          <a:ln w="0">
            <a:noFill/>
            <a:prstDash val="solid"/>
          </a:ln>
        </p:spPr>
        <p:txBody>
          <a:bodyPr wrap="none" lIns="0" tIns="0" rIns="0" bIns="0" anchor="t">
            <a:noAutofit/>
          </a:bodyPr>
          <a:lstStyle>
            <a:defPPr algn="l">
              <a:defRPr sz="1275" b="1">
                <a:solidFill>
                  <a:srgbClr val="000000"/>
                </a:solidFill>
                <a:latin typeface="Arial"/>
                <a:ea typeface="Arial"/>
                <a:cs typeface="Arial"/>
              </a:defRPr>
            </a:defPPr>
            <a:lvl1pPr algn="l">
              <a:defRPr sz="1275" b="1">
                <a:solidFill>
                  <a:srgbClr val="000000"/>
                </a:solidFill>
                <a:latin typeface="Arial"/>
                <a:ea typeface="Arial"/>
                <a:cs typeface="Arial"/>
              </a:defRPr>
            </a:lvl1pPr>
            <a:lvl2pPr algn="l">
              <a:defRPr sz="1275" b="1">
                <a:solidFill>
                  <a:srgbClr val="000000"/>
                </a:solidFill>
                <a:latin typeface="Arial"/>
                <a:ea typeface="Arial"/>
                <a:cs typeface="Arial"/>
              </a:defRPr>
            </a:lvl2pPr>
            <a:lvl3pPr algn="l">
              <a:defRPr sz="1275" b="1">
                <a:solidFill>
                  <a:srgbClr val="000000"/>
                </a:solidFill>
                <a:latin typeface="Arial"/>
                <a:ea typeface="Arial"/>
                <a:cs typeface="Arial"/>
              </a:defRPr>
            </a:lvl3pPr>
            <a:lvl4pPr algn="l">
              <a:defRPr sz="1275" b="1">
                <a:solidFill>
                  <a:srgbClr val="000000"/>
                </a:solidFill>
                <a:latin typeface="Arial"/>
                <a:ea typeface="Arial"/>
                <a:cs typeface="Arial"/>
              </a:defRPr>
            </a:lvl4pPr>
            <a:lvl5pPr algn="l">
              <a:defRPr sz="1275" b="1">
                <a:solidFill>
                  <a:srgbClr val="000000"/>
                </a:solidFill>
                <a:latin typeface="Arial"/>
                <a:ea typeface="Arial"/>
                <a:cs typeface="Arial"/>
              </a:defRPr>
            </a:lvl5pPr>
            <a:lvl6pPr algn="l">
              <a:defRPr sz="1275" b="1">
                <a:solidFill>
                  <a:srgbClr val="000000"/>
                </a:solidFill>
                <a:latin typeface="Arial"/>
                <a:ea typeface="Arial"/>
                <a:cs typeface="Arial"/>
              </a:defRPr>
            </a:lvl6pPr>
            <a:lvl7pPr algn="l">
              <a:defRPr sz="1275" b="1">
                <a:solidFill>
                  <a:srgbClr val="000000"/>
                </a:solidFill>
                <a:latin typeface="Arial"/>
                <a:ea typeface="Arial"/>
                <a:cs typeface="Arial"/>
              </a:defRPr>
            </a:lvl7pPr>
            <a:lvl8pPr algn="l">
              <a:defRPr sz="1275" b="1">
                <a:solidFill>
                  <a:srgbClr val="000000"/>
                </a:solidFill>
                <a:latin typeface="Arial"/>
                <a:ea typeface="Arial"/>
                <a:cs typeface="Arial"/>
              </a:defRPr>
            </a:lvl8pPr>
            <a:lvl9pPr algn="l">
              <a:defRPr sz="1275" b="1">
                <a:solidFill>
                  <a:srgbClr val="000000"/>
                </a:solidFill>
                <a:latin typeface="Arial"/>
                <a:ea typeface="Arial"/>
                <a:cs typeface="Arial"/>
              </a:defRPr>
            </a:lvl9pPr>
          </a:lstStyle>
          <a:p>
            <a:pPr algn="l">
              <a:defRPr sz="1275" b="1">
                <a:solidFill>
                  <a:srgbClr val="000000"/>
                </a:solidFill>
                <a:latin typeface="Arial"/>
                <a:ea typeface="Arial"/>
                <a:cs typeface="Arial"/>
              </a:defRPr>
            </a:pPr>
            <a:r>
              <a:rPr sz="1275" b="1">
                <a:solidFill>
                  <a:srgbClr val="000000"/>
                </a:solidFill>
                <a:latin typeface="Arial"/>
                <a:ea typeface="Arial"/>
                <a:cs typeface="Arial"/>
              </a:rPr>
              <a:t>q</a:t>
            </a:r>
          </a:p>
        </p:txBody>
      </p:sp>
      <p:sp>
        <p:nvSpPr>
          <p:cNvPr id="179" name="line_025">
            <a:extLst>
              <a:ext uri="{FF2B5EF4-FFF2-40B4-BE49-F238E27FC236}">
                <ns2:creationId id="{6DB9A5B1-4CD7-4184-93B2-9F21DD1002C7}"/>
              </a:ext>
            </a:extLst>
          </p:cNvPr>
          <p:cNvSpPr>
            <a:spLocks noGrp="1"/>
          </p:cNvSpPr>
          <p:nvPr/>
        </p:nvSpPr>
        <p:spPr>
          <a:xfrm>
            <a:off x="4524375" y="6305550"/>
            <a:ext cx="2857500" cy="95"/>
          </a:xfrm>
          <a:custGeom>
            <a:pathLst>
              <a:path w="2857500" h="95">
                <a:moveTo>
                  <a:pt x="0" y="0"/>
                </a:moveTo>
                <a:lnTo>
                  <a:pt x="2857500" y="0"/>
                </a:lnTo>
              </a:path>
            </a:pathLst>
          </a:custGeom>
          <a:noFill/>
          <a:ln w="6668">
            <a:solidFill>
              <a:srgbClr val="7B8790"/>
            </a:solidFill>
            <a:prstDash val="solid"/>
          </a:ln>
        </p:spPr>
      </p:sp>
      <p:sp>
        <p:nvSpPr>
          <p:cNvPr id="180" name="text_026">
            <a:extLst>
              <a:ext uri="{FF2B5EF4-FFF2-40B4-BE49-F238E27FC236}">
                <ns2:creationId id="{77845DC9-F2D3-403C-94B3-EC0D00FF934B}"/>
              </a:ext>
            </a:extLst>
          </p:cNvPr>
          <p:cNvSpPr>
            <a:spLocks noGrp="1"/>
          </p:cNvSpPr>
          <p:nvPr/>
        </p:nvSpPr>
        <p:spPr>
          <a:xfrm rot="0">
            <a:off x="3990975" y="6638925"/>
            <a:ext cx="466725" cy="209550"/>
          </a:xfrm>
          <a:prstGeom prst="rect">
            <a:avLst/>
          </a:prstGeom>
          <a:noFill/>
          <a:ln w="0">
            <a:noFill/>
            <a:prstDash val="solid"/>
          </a:ln>
        </p:spPr>
        <p:txBody>
          <a:bodyPr wrap="none" lIns="0" tIns="0" rIns="0" bIns="0" anchor="t">
            <a:noAutofit/>
          </a:bodyPr>
          <a:lstStyle>
            <a:defPPr algn="l">
              <a:defRPr sz="1275" b="1">
                <a:solidFill>
                  <a:srgbClr val="000000"/>
                </a:solidFill>
                <a:latin typeface="Arial"/>
                <a:ea typeface="Arial"/>
                <a:cs typeface="Arial"/>
              </a:defRPr>
            </a:defPPr>
            <a:lvl1pPr algn="l">
              <a:defRPr sz="1275" b="1">
                <a:solidFill>
                  <a:srgbClr val="000000"/>
                </a:solidFill>
                <a:latin typeface="Arial"/>
                <a:ea typeface="Arial"/>
                <a:cs typeface="Arial"/>
              </a:defRPr>
            </a:lvl1pPr>
            <a:lvl2pPr algn="l">
              <a:defRPr sz="1275" b="1">
                <a:solidFill>
                  <a:srgbClr val="000000"/>
                </a:solidFill>
                <a:latin typeface="Arial"/>
                <a:ea typeface="Arial"/>
                <a:cs typeface="Arial"/>
              </a:defRPr>
            </a:lvl2pPr>
            <a:lvl3pPr algn="l">
              <a:defRPr sz="1275" b="1">
                <a:solidFill>
                  <a:srgbClr val="000000"/>
                </a:solidFill>
                <a:latin typeface="Arial"/>
                <a:ea typeface="Arial"/>
                <a:cs typeface="Arial"/>
              </a:defRPr>
            </a:lvl3pPr>
            <a:lvl4pPr algn="l">
              <a:defRPr sz="1275" b="1">
                <a:solidFill>
                  <a:srgbClr val="000000"/>
                </a:solidFill>
                <a:latin typeface="Arial"/>
                <a:ea typeface="Arial"/>
                <a:cs typeface="Arial"/>
              </a:defRPr>
            </a:lvl4pPr>
            <a:lvl5pPr algn="l">
              <a:defRPr sz="1275" b="1">
                <a:solidFill>
                  <a:srgbClr val="000000"/>
                </a:solidFill>
                <a:latin typeface="Arial"/>
                <a:ea typeface="Arial"/>
                <a:cs typeface="Arial"/>
              </a:defRPr>
            </a:lvl5pPr>
            <a:lvl6pPr algn="l">
              <a:defRPr sz="1275" b="1">
                <a:solidFill>
                  <a:srgbClr val="000000"/>
                </a:solidFill>
                <a:latin typeface="Arial"/>
                <a:ea typeface="Arial"/>
                <a:cs typeface="Arial"/>
              </a:defRPr>
            </a:lvl6pPr>
            <a:lvl7pPr algn="l">
              <a:defRPr sz="1275" b="1">
                <a:solidFill>
                  <a:srgbClr val="000000"/>
                </a:solidFill>
                <a:latin typeface="Arial"/>
                <a:ea typeface="Arial"/>
                <a:cs typeface="Arial"/>
              </a:defRPr>
            </a:lvl7pPr>
            <a:lvl8pPr algn="l">
              <a:defRPr sz="1275" b="1">
                <a:solidFill>
                  <a:srgbClr val="000000"/>
                </a:solidFill>
                <a:latin typeface="Arial"/>
                <a:ea typeface="Arial"/>
                <a:cs typeface="Arial"/>
              </a:defRPr>
            </a:lvl8pPr>
            <a:lvl9pPr algn="l">
              <a:defRPr sz="1275" b="1">
                <a:solidFill>
                  <a:srgbClr val="000000"/>
                </a:solidFill>
                <a:latin typeface="Arial"/>
                <a:ea typeface="Arial"/>
                <a:cs typeface="Arial"/>
              </a:defRPr>
            </a:lvl9pPr>
          </a:lstStyle>
          <a:p>
            <a:pPr algn="l">
              <a:defRPr sz="1275" b="1">
                <a:solidFill>
                  <a:srgbClr val="000000"/>
                </a:solidFill>
                <a:latin typeface="Arial"/>
                <a:ea typeface="Arial"/>
                <a:cs typeface="Arial"/>
              </a:defRPr>
            </a:pPr>
            <a:r>
              <a:rPr sz="1275" b="1">
                <a:solidFill>
                  <a:srgbClr val="000000"/>
                </a:solidFill>
                <a:latin typeface="Arial"/>
                <a:ea typeface="Arial"/>
                <a:cs typeface="Arial"/>
              </a:rPr>
              <a:t>P</a:t>
            </a:r>
          </a:p>
        </p:txBody>
      </p:sp>
      <p:sp>
        <p:nvSpPr>
          <p:cNvPr id="181" name="line_027">
            <a:extLst>
              <a:ext uri="{FF2B5EF4-FFF2-40B4-BE49-F238E27FC236}">
                <ns2:creationId id="{04987173-0A45-4432-874F-832C448629F7}"/>
              </a:ext>
            </a:extLst>
          </p:cNvPr>
          <p:cNvSpPr>
            <a:spLocks noGrp="1"/>
          </p:cNvSpPr>
          <p:nvPr/>
        </p:nvSpPr>
        <p:spPr>
          <a:xfrm>
            <a:off x="4524375" y="6743700"/>
            <a:ext cx="2857500" cy="95"/>
          </a:xfrm>
          <a:custGeom>
            <a:pathLst>
              <a:path w="2857500" h="95">
                <a:moveTo>
                  <a:pt x="0" y="0"/>
                </a:moveTo>
                <a:lnTo>
                  <a:pt x="2857500" y="0"/>
                </a:lnTo>
              </a:path>
            </a:pathLst>
          </a:custGeom>
          <a:noFill/>
          <a:ln w="6668">
            <a:solidFill>
              <a:srgbClr val="7B8790"/>
            </a:solidFill>
            <a:prstDash val="solid"/>
          </a:ln>
        </p:spPr>
      </p:sp>
      <p:sp>
        <p:nvSpPr>
          <p:cNvPr id="182" name="text_028">
            <a:extLst>
              <a:ext uri="{FF2B5EF4-FFF2-40B4-BE49-F238E27FC236}">
                <ns2:creationId id="{859A186F-EE04-4A16-8BE1-97DDC63C76C5}"/>
              </a:ext>
            </a:extLst>
          </p:cNvPr>
          <p:cNvSpPr>
            <a:spLocks noGrp="1"/>
          </p:cNvSpPr>
          <p:nvPr/>
        </p:nvSpPr>
        <p:spPr>
          <a:xfrm rot="0">
            <a:off x="3990975" y="7077075"/>
            <a:ext cx="466725" cy="209550"/>
          </a:xfrm>
          <a:prstGeom prst="rect">
            <a:avLst/>
          </a:prstGeom>
          <a:noFill/>
          <a:ln w="0">
            <a:noFill/>
            <a:prstDash val="solid"/>
          </a:ln>
        </p:spPr>
        <p:txBody>
          <a:bodyPr wrap="none" lIns="0" tIns="0" rIns="0" bIns="0" anchor="t">
            <a:noAutofit/>
          </a:bodyPr>
          <a:lstStyle>
            <a:defPPr algn="l">
              <a:defRPr sz="1275" b="1">
                <a:solidFill>
                  <a:srgbClr val="000000"/>
                </a:solidFill>
                <a:latin typeface="Arial"/>
                <a:ea typeface="Arial"/>
                <a:cs typeface="Arial"/>
              </a:defRPr>
            </a:defPPr>
            <a:lvl1pPr algn="l">
              <a:defRPr sz="1275" b="1">
                <a:solidFill>
                  <a:srgbClr val="000000"/>
                </a:solidFill>
                <a:latin typeface="Arial"/>
                <a:ea typeface="Arial"/>
                <a:cs typeface="Arial"/>
              </a:defRPr>
            </a:lvl1pPr>
            <a:lvl2pPr algn="l">
              <a:defRPr sz="1275" b="1">
                <a:solidFill>
                  <a:srgbClr val="000000"/>
                </a:solidFill>
                <a:latin typeface="Arial"/>
                <a:ea typeface="Arial"/>
                <a:cs typeface="Arial"/>
              </a:defRPr>
            </a:lvl2pPr>
            <a:lvl3pPr algn="l">
              <a:defRPr sz="1275" b="1">
                <a:solidFill>
                  <a:srgbClr val="000000"/>
                </a:solidFill>
                <a:latin typeface="Arial"/>
                <a:ea typeface="Arial"/>
                <a:cs typeface="Arial"/>
              </a:defRPr>
            </a:lvl3pPr>
            <a:lvl4pPr algn="l">
              <a:defRPr sz="1275" b="1">
                <a:solidFill>
                  <a:srgbClr val="000000"/>
                </a:solidFill>
                <a:latin typeface="Arial"/>
                <a:ea typeface="Arial"/>
                <a:cs typeface="Arial"/>
              </a:defRPr>
            </a:lvl4pPr>
            <a:lvl5pPr algn="l">
              <a:defRPr sz="1275" b="1">
                <a:solidFill>
                  <a:srgbClr val="000000"/>
                </a:solidFill>
                <a:latin typeface="Arial"/>
                <a:ea typeface="Arial"/>
                <a:cs typeface="Arial"/>
              </a:defRPr>
            </a:lvl5pPr>
            <a:lvl6pPr algn="l">
              <a:defRPr sz="1275" b="1">
                <a:solidFill>
                  <a:srgbClr val="000000"/>
                </a:solidFill>
                <a:latin typeface="Arial"/>
                <a:ea typeface="Arial"/>
                <a:cs typeface="Arial"/>
              </a:defRPr>
            </a:lvl6pPr>
            <a:lvl7pPr algn="l">
              <a:defRPr sz="1275" b="1">
                <a:solidFill>
                  <a:srgbClr val="000000"/>
                </a:solidFill>
                <a:latin typeface="Arial"/>
                <a:ea typeface="Arial"/>
                <a:cs typeface="Arial"/>
              </a:defRPr>
            </a:lvl7pPr>
            <a:lvl8pPr algn="l">
              <a:defRPr sz="1275" b="1">
                <a:solidFill>
                  <a:srgbClr val="000000"/>
                </a:solidFill>
                <a:latin typeface="Arial"/>
                <a:ea typeface="Arial"/>
                <a:cs typeface="Arial"/>
              </a:defRPr>
            </a:lvl8pPr>
            <a:lvl9pPr algn="l">
              <a:defRPr sz="1275" b="1">
                <a:solidFill>
                  <a:srgbClr val="000000"/>
                </a:solidFill>
                <a:latin typeface="Arial"/>
                <a:ea typeface="Arial"/>
                <a:cs typeface="Arial"/>
              </a:defRPr>
            </a:lvl9pPr>
          </a:lstStyle>
          <a:p>
            <a:pPr algn="l">
              <a:defRPr sz="1275" b="1">
                <a:solidFill>
                  <a:srgbClr val="000000"/>
                </a:solidFill>
                <a:latin typeface="Arial"/>
                <a:ea typeface="Arial"/>
                <a:cs typeface="Arial"/>
              </a:defRPr>
            </a:pPr>
            <a:r>
              <a:rPr sz="1275" b="1">
                <a:solidFill>
                  <a:srgbClr val="000000"/>
                </a:solidFill>
                <a:latin typeface="Arial"/>
                <a:ea typeface="Arial"/>
                <a:cs typeface="Arial"/>
              </a:rPr>
              <a:t>R2</a:t>
            </a:r>
          </a:p>
        </p:txBody>
      </p:sp>
      <p:sp>
        <p:nvSpPr>
          <p:cNvPr id="183" name="line_029">
            <a:extLst>
              <a:ext uri="{FF2B5EF4-FFF2-40B4-BE49-F238E27FC236}">
                <ns2:creationId id="{13A96A03-4ABE-4896-88EF-313A92E15FD7}"/>
              </a:ext>
            </a:extLst>
          </p:cNvPr>
          <p:cNvSpPr>
            <a:spLocks noGrp="1"/>
          </p:cNvSpPr>
          <p:nvPr/>
        </p:nvSpPr>
        <p:spPr>
          <a:xfrm>
            <a:off x="4524375" y="7181850"/>
            <a:ext cx="2857500" cy="95"/>
          </a:xfrm>
          <a:custGeom>
            <a:pathLst>
              <a:path w="2857500" h="95">
                <a:moveTo>
                  <a:pt x="0" y="0"/>
                </a:moveTo>
                <a:lnTo>
                  <a:pt x="2857500" y="0"/>
                </a:lnTo>
              </a:path>
            </a:pathLst>
          </a:custGeom>
          <a:noFill/>
          <a:ln w="6668">
            <a:solidFill>
              <a:srgbClr val="7B8790"/>
            </a:solidFill>
            <a:prstDash val="solid"/>
          </a:ln>
        </p:spPr>
      </p:sp>
      <p:sp>
        <p:nvSpPr>
          <p:cNvPr id="184" name="text_030">
            <a:extLst>
              <a:ext uri="{FF2B5EF4-FFF2-40B4-BE49-F238E27FC236}">
                <ns2:creationId id="{16E1DA4C-37AC-4282-8984-6D07E1091CE3}"/>
              </a:ext>
            </a:extLst>
          </p:cNvPr>
          <p:cNvSpPr>
            <a:spLocks noGrp="1"/>
          </p:cNvSpPr>
          <p:nvPr/>
        </p:nvSpPr>
        <p:spPr>
          <a:xfrm rot="0">
            <a:off x="3990975" y="7515225"/>
            <a:ext cx="466725" cy="209550"/>
          </a:xfrm>
          <a:prstGeom prst="rect">
            <a:avLst/>
          </a:prstGeom>
          <a:noFill/>
          <a:ln w="0">
            <a:noFill/>
            <a:prstDash val="solid"/>
          </a:ln>
        </p:spPr>
        <p:txBody>
          <a:bodyPr wrap="none" lIns="0" tIns="0" rIns="0" bIns="0" anchor="t">
            <a:noAutofit/>
          </a:bodyPr>
          <a:lstStyle>
            <a:defPPr algn="l">
              <a:defRPr sz="1275" b="1">
                <a:solidFill>
                  <a:srgbClr val="000000"/>
                </a:solidFill>
                <a:latin typeface="Arial"/>
                <a:ea typeface="Arial"/>
                <a:cs typeface="Arial"/>
              </a:defRPr>
            </a:defPPr>
            <a:lvl1pPr algn="l">
              <a:defRPr sz="1275" b="1">
                <a:solidFill>
                  <a:srgbClr val="000000"/>
                </a:solidFill>
                <a:latin typeface="Arial"/>
                <a:ea typeface="Arial"/>
                <a:cs typeface="Arial"/>
              </a:defRPr>
            </a:lvl1pPr>
            <a:lvl2pPr algn="l">
              <a:defRPr sz="1275" b="1">
                <a:solidFill>
                  <a:srgbClr val="000000"/>
                </a:solidFill>
                <a:latin typeface="Arial"/>
                <a:ea typeface="Arial"/>
                <a:cs typeface="Arial"/>
              </a:defRPr>
            </a:lvl2pPr>
            <a:lvl3pPr algn="l">
              <a:defRPr sz="1275" b="1">
                <a:solidFill>
                  <a:srgbClr val="000000"/>
                </a:solidFill>
                <a:latin typeface="Arial"/>
                <a:ea typeface="Arial"/>
                <a:cs typeface="Arial"/>
              </a:defRPr>
            </a:lvl3pPr>
            <a:lvl4pPr algn="l">
              <a:defRPr sz="1275" b="1">
                <a:solidFill>
                  <a:srgbClr val="000000"/>
                </a:solidFill>
                <a:latin typeface="Arial"/>
                <a:ea typeface="Arial"/>
                <a:cs typeface="Arial"/>
              </a:defRPr>
            </a:lvl4pPr>
            <a:lvl5pPr algn="l">
              <a:defRPr sz="1275" b="1">
                <a:solidFill>
                  <a:srgbClr val="000000"/>
                </a:solidFill>
                <a:latin typeface="Arial"/>
                <a:ea typeface="Arial"/>
                <a:cs typeface="Arial"/>
              </a:defRPr>
            </a:lvl5pPr>
            <a:lvl6pPr algn="l">
              <a:defRPr sz="1275" b="1">
                <a:solidFill>
                  <a:srgbClr val="000000"/>
                </a:solidFill>
                <a:latin typeface="Arial"/>
                <a:ea typeface="Arial"/>
                <a:cs typeface="Arial"/>
              </a:defRPr>
            </a:lvl6pPr>
            <a:lvl7pPr algn="l">
              <a:defRPr sz="1275" b="1">
                <a:solidFill>
                  <a:srgbClr val="000000"/>
                </a:solidFill>
                <a:latin typeface="Arial"/>
                <a:ea typeface="Arial"/>
                <a:cs typeface="Arial"/>
              </a:defRPr>
            </a:lvl7pPr>
            <a:lvl8pPr algn="l">
              <a:defRPr sz="1275" b="1">
                <a:solidFill>
                  <a:srgbClr val="000000"/>
                </a:solidFill>
                <a:latin typeface="Arial"/>
                <a:ea typeface="Arial"/>
                <a:cs typeface="Arial"/>
              </a:defRPr>
            </a:lvl8pPr>
            <a:lvl9pPr algn="l">
              <a:defRPr sz="1275" b="1">
                <a:solidFill>
                  <a:srgbClr val="000000"/>
                </a:solidFill>
                <a:latin typeface="Arial"/>
                <a:ea typeface="Arial"/>
                <a:cs typeface="Arial"/>
              </a:defRPr>
            </a:lvl9pPr>
          </a:lstStyle>
          <a:p>
            <a:pPr algn="l">
              <a:defRPr sz="1275" b="1">
                <a:solidFill>
                  <a:srgbClr val="000000"/>
                </a:solidFill>
                <a:latin typeface="Arial"/>
                <a:ea typeface="Arial"/>
                <a:cs typeface="Arial"/>
              </a:defRPr>
            </a:pPr>
            <a:r>
              <a:rPr sz="1275" b="1">
                <a:solidFill>
                  <a:srgbClr val="000000"/>
                </a:solidFill>
                <a:latin typeface="Arial"/>
                <a:ea typeface="Arial"/>
                <a:cs typeface="Arial"/>
              </a:rPr>
              <a:t>R20</a:t>
            </a:r>
          </a:p>
        </p:txBody>
      </p:sp>
      <p:sp>
        <p:nvSpPr>
          <p:cNvPr id="185" name="line_031">
            <a:extLst>
              <a:ext uri="{FF2B5EF4-FFF2-40B4-BE49-F238E27FC236}">
                <ns2:creationId id="{DBE25FA1-FC38-4AB5-A605-94AFA84F81C9}"/>
              </a:ext>
            </a:extLst>
          </p:cNvPr>
          <p:cNvSpPr>
            <a:spLocks noGrp="1"/>
          </p:cNvSpPr>
          <p:nvPr/>
        </p:nvSpPr>
        <p:spPr>
          <a:xfrm>
            <a:off x="4524375" y="7620000"/>
            <a:ext cx="2857500" cy="95"/>
          </a:xfrm>
          <a:custGeom>
            <a:pathLst>
              <a:path w="2857500" h="95">
                <a:moveTo>
                  <a:pt x="0" y="0"/>
                </a:moveTo>
                <a:lnTo>
                  <a:pt x="2857500" y="0"/>
                </a:lnTo>
              </a:path>
            </a:pathLst>
          </a:custGeom>
          <a:noFill/>
          <a:ln w="6668">
            <a:solidFill>
              <a:srgbClr val="7B8790"/>
            </a:solidFill>
            <a:prstDash val="solid"/>
          </a:ln>
        </p:spPr>
      </p:sp>
      <p:sp>
        <p:nvSpPr>
          <p:cNvPr id="186" name="feature_346_reference_anchors">
            <a:extLst>
              <a:ext uri="{FF2B5EF4-FFF2-40B4-BE49-F238E27FC236}">
                <ns2:creationId id="{F61B3E09-02D0-45D7-8525-7D85CF47506C}"/>
              </a:ext>
            </a:extLst>
          </p:cNvPr>
          <p:cNvSpPr>
            <a:spLocks noGrp="1"/>
          </p:cNvSpPr>
          <p:nvPr/>
        </p:nvSpPr>
        <p:spPr>
          <a:xfrm>
            <a:off x="5078815" y="6305550"/>
            <a:ext cx="65948" cy="1314450"/>
          </a:xfrm>
          <a:custGeom>
            <a:pathLst>
              <a:path w="65948" h="1314450">
                <a:moveTo>
                  <a:pt x="0" y="0"/>
                </a:moveTo>
                <a:lnTo>
                  <a:pt x="65948" y="438150"/>
                </a:lnTo>
                <a:lnTo>
                  <a:pt x="2374" y="876300"/>
                </a:lnTo>
                <a:lnTo>
                  <a:pt x="12316" y="1314450"/>
                </a:lnTo>
              </a:path>
            </a:pathLst>
          </a:custGeom>
          <a:noFill/>
          <a:ln w="11430">
            <a:solidFill>
              <a:srgbClr val="0072B2"/>
            </a:solidFill>
            <a:prstDash val="solid"/>
          </a:ln>
        </p:spPr>
      </p:sp>
      <p:sp>
        <p:nvSpPr>
          <p:cNvPr id="187" name="ellipse_033">
            <a:extLst>
              <a:ext uri="{FF2B5EF4-FFF2-40B4-BE49-F238E27FC236}">
                <ns2:creationId id="{B787C2B7-D206-41AF-A92B-0BB98DC5390A}"/>
              </a:ext>
            </a:extLst>
          </p:cNvPr>
          <p:cNvSpPr>
            <a:spLocks noGrp="1"/>
          </p:cNvSpPr>
          <p:nvPr/>
        </p:nvSpPr>
        <p:spPr>
          <a:xfrm rot="0">
            <a:off x="5040715" y="6267450"/>
            <a:ext cx="76200" cy="76200"/>
          </a:xfrm>
          <a:prstGeom prst="ellipse">
            <a:avLst/>
          </a:prstGeom>
          <a:solidFill>
            <a:srgbClr val="FFFFFF"/>
          </a:solidFill>
          <a:ln w="17145">
            <a:solidFill>
              <a:srgbClr val="0072B2"/>
            </a:solidFill>
            <a:prstDash val="solid"/>
          </a:ln>
        </p:spPr>
      </p:sp>
      <p:sp>
        <p:nvSpPr>
          <p:cNvPr id="188" name="ellipse_034">
            <a:extLst>
              <a:ext uri="{FF2B5EF4-FFF2-40B4-BE49-F238E27FC236}">
                <ns2:creationId id="{D28A46F6-AF99-48A1-AC0F-2021B86B63E7}"/>
              </a:ext>
            </a:extLst>
          </p:cNvPr>
          <p:cNvSpPr>
            <a:spLocks noGrp="1"/>
          </p:cNvSpPr>
          <p:nvPr/>
        </p:nvSpPr>
        <p:spPr>
          <a:xfrm rot="0">
            <a:off x="5106663" y="6705600"/>
            <a:ext cx="76200" cy="76200"/>
          </a:xfrm>
          <a:prstGeom prst="ellipse">
            <a:avLst/>
          </a:prstGeom>
          <a:solidFill>
            <a:srgbClr val="FFFFFF"/>
          </a:solidFill>
          <a:ln w="17145">
            <a:solidFill>
              <a:srgbClr val="0072B2"/>
            </a:solidFill>
            <a:prstDash val="solid"/>
          </a:ln>
        </p:spPr>
      </p:sp>
      <p:sp>
        <p:nvSpPr>
          <p:cNvPr id="189" name="ellipse_035">
            <a:extLst>
              <a:ext uri="{FF2B5EF4-FFF2-40B4-BE49-F238E27FC236}">
                <ns2:creationId id="{BC62DD34-608D-4B99-A3A1-538139C62C7E}"/>
              </a:ext>
            </a:extLst>
          </p:cNvPr>
          <p:cNvSpPr>
            <a:spLocks noGrp="1"/>
          </p:cNvSpPr>
          <p:nvPr/>
        </p:nvSpPr>
        <p:spPr>
          <a:xfrm rot="0">
            <a:off x="5043089" y="7143750"/>
            <a:ext cx="76200" cy="76200"/>
          </a:xfrm>
          <a:prstGeom prst="ellipse">
            <a:avLst/>
          </a:prstGeom>
          <a:solidFill>
            <a:srgbClr val="FFFFFF"/>
          </a:solidFill>
          <a:ln w="17145">
            <a:solidFill>
              <a:srgbClr val="0072B2"/>
            </a:solidFill>
            <a:prstDash val="solid"/>
          </a:ln>
        </p:spPr>
      </p:sp>
      <p:sp>
        <p:nvSpPr>
          <p:cNvPr id="190" name="ellipse_036">
            <a:extLst>
              <a:ext uri="{FF2B5EF4-FFF2-40B4-BE49-F238E27FC236}">
                <ns2:creationId id="{59EC25C4-B4F4-4101-AB40-AE9D2B33811C}"/>
              </a:ext>
            </a:extLst>
          </p:cNvPr>
          <p:cNvSpPr>
            <a:spLocks noGrp="1"/>
          </p:cNvSpPr>
          <p:nvPr/>
        </p:nvSpPr>
        <p:spPr>
          <a:xfrm rot="0">
            <a:off x="5053031" y="7581900"/>
            <a:ext cx="76200" cy="76200"/>
          </a:xfrm>
          <a:prstGeom prst="ellipse">
            <a:avLst/>
          </a:prstGeom>
          <a:solidFill>
            <a:srgbClr val="FFFFFF"/>
          </a:solidFill>
          <a:ln w="17145">
            <a:solidFill>
              <a:srgbClr val="0072B2"/>
            </a:solidFill>
            <a:prstDash val="solid"/>
          </a:ln>
        </p:spPr>
      </p:sp>
      <p:sp>
        <p:nvSpPr>
          <p:cNvPr id="191" name="text_037">
            <a:extLst>
              <a:ext uri="{FF2B5EF4-FFF2-40B4-BE49-F238E27FC236}">
                <ns2:creationId id="{D9846980-7F28-4A7E-A1B4-C88F317C7C61}"/>
              </a:ext>
            </a:extLst>
          </p:cNvPr>
          <p:cNvSpPr>
            <a:spLocks noGrp="1"/>
          </p:cNvSpPr>
          <p:nvPr/>
        </p:nvSpPr>
        <p:spPr>
          <a:xfrm rot="0">
            <a:off x="4993090" y="6048375"/>
            <a:ext cx="228600" cy="200025"/>
          </a:xfrm>
          <a:prstGeom prst="rect">
            <a:avLst/>
          </a:prstGeom>
          <a:noFill/>
          <a:ln w="0">
            <a:noFill/>
            <a:prstDash val="solid"/>
          </a:ln>
        </p:spPr>
        <p:txBody>
          <a:bodyPr wrap="none" lIns="0" tIns="0" rIns="0" bIns="0" anchor="t">
            <a:noAutofit/>
          </a:bodyPr>
          <a:lstStyle>
            <a:defPPr algn="l">
              <a:defRPr sz="1275" b="1">
                <a:solidFill>
                  <a:srgbClr val="000000"/>
                </a:solidFill>
                <a:latin typeface="Arial"/>
                <a:ea typeface="Arial"/>
                <a:cs typeface="Arial"/>
              </a:defRPr>
            </a:defPPr>
            <a:lvl1pPr algn="l">
              <a:defRPr sz="1275" b="1">
                <a:solidFill>
                  <a:srgbClr val="000000"/>
                </a:solidFill>
                <a:latin typeface="Arial"/>
                <a:ea typeface="Arial"/>
                <a:cs typeface="Arial"/>
              </a:defRPr>
            </a:lvl1pPr>
            <a:lvl2pPr algn="l">
              <a:defRPr sz="1275" b="1">
                <a:solidFill>
                  <a:srgbClr val="000000"/>
                </a:solidFill>
                <a:latin typeface="Arial"/>
                <a:ea typeface="Arial"/>
                <a:cs typeface="Arial"/>
              </a:defRPr>
            </a:lvl2pPr>
            <a:lvl3pPr algn="l">
              <a:defRPr sz="1275" b="1">
                <a:solidFill>
                  <a:srgbClr val="000000"/>
                </a:solidFill>
                <a:latin typeface="Arial"/>
                <a:ea typeface="Arial"/>
                <a:cs typeface="Arial"/>
              </a:defRPr>
            </a:lvl3pPr>
            <a:lvl4pPr algn="l">
              <a:defRPr sz="1275" b="1">
                <a:solidFill>
                  <a:srgbClr val="000000"/>
                </a:solidFill>
                <a:latin typeface="Arial"/>
                <a:ea typeface="Arial"/>
                <a:cs typeface="Arial"/>
              </a:defRPr>
            </a:lvl4pPr>
            <a:lvl5pPr algn="l">
              <a:defRPr sz="1275" b="1">
                <a:solidFill>
                  <a:srgbClr val="000000"/>
                </a:solidFill>
                <a:latin typeface="Arial"/>
                <a:ea typeface="Arial"/>
                <a:cs typeface="Arial"/>
              </a:defRPr>
            </a:lvl5pPr>
            <a:lvl6pPr algn="l">
              <a:defRPr sz="1275" b="1">
                <a:solidFill>
                  <a:srgbClr val="000000"/>
                </a:solidFill>
                <a:latin typeface="Arial"/>
                <a:ea typeface="Arial"/>
                <a:cs typeface="Arial"/>
              </a:defRPr>
            </a:lvl6pPr>
            <a:lvl7pPr algn="l">
              <a:defRPr sz="1275" b="1">
                <a:solidFill>
                  <a:srgbClr val="000000"/>
                </a:solidFill>
                <a:latin typeface="Arial"/>
                <a:ea typeface="Arial"/>
                <a:cs typeface="Arial"/>
              </a:defRPr>
            </a:lvl7pPr>
            <a:lvl8pPr algn="l">
              <a:defRPr sz="1275" b="1">
                <a:solidFill>
                  <a:srgbClr val="000000"/>
                </a:solidFill>
                <a:latin typeface="Arial"/>
                <a:ea typeface="Arial"/>
                <a:cs typeface="Arial"/>
              </a:defRPr>
            </a:lvl8pPr>
            <a:lvl9pPr algn="l">
              <a:defRPr sz="1275" b="1">
                <a:solidFill>
                  <a:srgbClr val="000000"/>
                </a:solidFill>
                <a:latin typeface="Arial"/>
                <a:ea typeface="Arial"/>
                <a:cs typeface="Arial"/>
              </a:defRPr>
            </a:lvl9pPr>
          </a:lstStyle>
          <a:p>
            <a:pPr algn="l">
              <a:defRPr sz="1275" b="1">
                <a:solidFill>
                  <a:srgbClr val="000000"/>
                </a:solidFill>
                <a:latin typeface="Arial"/>
                <a:ea typeface="Arial"/>
                <a:cs typeface="Arial"/>
              </a:defRPr>
            </a:pPr>
            <a:r>
              <a:rPr sz="1275" b="1">
                <a:solidFill>
                  <a:srgbClr val="000000"/>
                </a:solidFill>
                <a:latin typeface="Arial"/>
                <a:ea typeface="Arial"/>
                <a:cs typeface="Arial"/>
              </a:rPr>
              <a:t>A</a:t>
            </a:r>
          </a:p>
        </p:txBody>
      </p:sp>
      <p:sp>
        <p:nvSpPr>
          <p:cNvPr id="192" name="feature_175_reference_anchors">
            <a:extLst>
              <a:ext uri="{FF2B5EF4-FFF2-40B4-BE49-F238E27FC236}">
                <ns2:creationId id="{14432F0A-408B-431A-88B5-173C5E6874FB}"/>
              </a:ext>
            </a:extLst>
          </p:cNvPr>
          <p:cNvSpPr>
            <a:spLocks noGrp="1"/>
          </p:cNvSpPr>
          <p:nvPr/>
        </p:nvSpPr>
        <p:spPr>
          <a:xfrm>
            <a:off x="7006276" y="6305550"/>
            <a:ext cx="365745" cy="1314450"/>
          </a:xfrm>
          <a:custGeom>
            <a:pathLst>
              <a:path w="365745" h="1314450">
                <a:moveTo>
                  <a:pt x="354274" y="0"/>
                </a:moveTo>
                <a:lnTo>
                  <a:pt x="0" y="438150"/>
                </a:lnTo>
                <a:lnTo>
                  <a:pt x="356152" y="876300"/>
                </a:lnTo>
                <a:lnTo>
                  <a:pt x="365745" y="1314450"/>
                </a:lnTo>
              </a:path>
            </a:pathLst>
          </a:custGeom>
          <a:noFill/>
          <a:ln w="11430">
            <a:solidFill>
              <a:srgbClr val="D55E00"/>
            </a:solidFill>
            <a:prstDash val="solid"/>
          </a:ln>
        </p:spPr>
      </p:sp>
      <p:sp>
        <p:nvSpPr>
          <p:cNvPr id="193" name="ellipse_039">
            <a:extLst>
              <a:ext uri="{FF2B5EF4-FFF2-40B4-BE49-F238E27FC236}">
                <ns2:creationId id="{0686192B-2D69-459B-924B-4EBB5841BEF1}"/>
              </a:ext>
            </a:extLst>
          </p:cNvPr>
          <p:cNvSpPr>
            <a:spLocks noGrp="1"/>
          </p:cNvSpPr>
          <p:nvPr/>
        </p:nvSpPr>
        <p:spPr>
          <a:xfrm rot="0">
            <a:off x="7322450" y="6267450"/>
            <a:ext cx="76200" cy="76200"/>
          </a:xfrm>
          <a:prstGeom prst="ellipse">
            <a:avLst/>
          </a:prstGeom>
          <a:solidFill>
            <a:srgbClr val="FFFFFF"/>
          </a:solidFill>
          <a:ln w="17145">
            <a:solidFill>
              <a:srgbClr val="D55E00"/>
            </a:solidFill>
            <a:prstDash val="solid"/>
          </a:ln>
        </p:spPr>
      </p:sp>
      <p:sp>
        <p:nvSpPr>
          <p:cNvPr id="194" name="ellipse_040">
            <a:extLst>
              <a:ext uri="{FF2B5EF4-FFF2-40B4-BE49-F238E27FC236}">
                <ns2:creationId id="{5D0E5C9A-BD22-4E5D-9E42-82072E1194E1}"/>
              </a:ext>
            </a:extLst>
          </p:cNvPr>
          <p:cNvSpPr>
            <a:spLocks noGrp="1"/>
          </p:cNvSpPr>
          <p:nvPr/>
        </p:nvSpPr>
        <p:spPr>
          <a:xfrm rot="0">
            <a:off x="6968176" y="6705600"/>
            <a:ext cx="76200" cy="76200"/>
          </a:xfrm>
          <a:prstGeom prst="ellipse">
            <a:avLst/>
          </a:prstGeom>
          <a:solidFill>
            <a:srgbClr val="FFFFFF"/>
          </a:solidFill>
          <a:ln w="17145">
            <a:solidFill>
              <a:srgbClr val="D55E00"/>
            </a:solidFill>
            <a:prstDash val="solid"/>
          </a:ln>
        </p:spPr>
      </p:sp>
      <p:sp>
        <p:nvSpPr>
          <p:cNvPr id="195" name="ellipse_041">
            <a:extLst>
              <a:ext uri="{FF2B5EF4-FFF2-40B4-BE49-F238E27FC236}">
                <ns2:creationId id="{ED05C9CA-D028-42E7-B1F1-12219136FB74}"/>
              </a:ext>
            </a:extLst>
          </p:cNvPr>
          <p:cNvSpPr>
            <a:spLocks noGrp="1"/>
          </p:cNvSpPr>
          <p:nvPr/>
        </p:nvSpPr>
        <p:spPr>
          <a:xfrm rot="0">
            <a:off x="7324328" y="7143750"/>
            <a:ext cx="76200" cy="76200"/>
          </a:xfrm>
          <a:prstGeom prst="ellipse">
            <a:avLst/>
          </a:prstGeom>
          <a:solidFill>
            <a:srgbClr val="FFFFFF"/>
          </a:solidFill>
          <a:ln w="17145">
            <a:solidFill>
              <a:srgbClr val="D55E00"/>
            </a:solidFill>
            <a:prstDash val="solid"/>
          </a:ln>
        </p:spPr>
      </p:sp>
      <p:sp>
        <p:nvSpPr>
          <p:cNvPr id="196" name="ellipse_042">
            <a:extLst>
              <a:ext uri="{FF2B5EF4-FFF2-40B4-BE49-F238E27FC236}">
                <ns2:creationId id="{B8CE755B-B779-43AA-BFDF-AC586C96B291}"/>
              </a:ext>
            </a:extLst>
          </p:cNvPr>
          <p:cNvSpPr>
            <a:spLocks noGrp="1"/>
          </p:cNvSpPr>
          <p:nvPr/>
        </p:nvSpPr>
        <p:spPr>
          <a:xfrm rot="0">
            <a:off x="7333921" y="7581900"/>
            <a:ext cx="76200" cy="76200"/>
          </a:xfrm>
          <a:prstGeom prst="ellipse">
            <a:avLst/>
          </a:prstGeom>
          <a:solidFill>
            <a:srgbClr val="FFFFFF"/>
          </a:solidFill>
          <a:ln w="17145">
            <a:solidFill>
              <a:srgbClr val="D55E00"/>
            </a:solidFill>
            <a:prstDash val="solid"/>
          </a:ln>
        </p:spPr>
      </p:sp>
      <p:sp>
        <p:nvSpPr>
          <p:cNvPr id="197" name="text_043">
            <a:extLst>
              <a:ext uri="{FF2B5EF4-FFF2-40B4-BE49-F238E27FC236}">
                <ns2:creationId id="{1A22396D-7427-4546-9932-4E6A1AF14A19}"/>
              </a:ext>
            </a:extLst>
          </p:cNvPr>
          <p:cNvSpPr>
            <a:spLocks noGrp="1"/>
          </p:cNvSpPr>
          <p:nvPr/>
        </p:nvSpPr>
        <p:spPr>
          <a:xfrm rot="0">
            <a:off x="7274825" y="6048375"/>
            <a:ext cx="228600" cy="200025"/>
          </a:xfrm>
          <a:prstGeom prst="rect">
            <a:avLst/>
          </a:prstGeom>
          <a:noFill/>
          <a:ln w="0">
            <a:noFill/>
            <a:prstDash val="solid"/>
          </a:ln>
        </p:spPr>
        <p:txBody>
          <a:bodyPr wrap="none" lIns="0" tIns="0" rIns="0" bIns="0" anchor="t">
            <a:noAutofit/>
          </a:bodyPr>
          <a:lstStyle>
            <a:defPPr algn="l">
              <a:defRPr sz="1275" b="1">
                <a:solidFill>
                  <a:srgbClr val="000000"/>
                </a:solidFill>
                <a:latin typeface="Arial"/>
                <a:ea typeface="Arial"/>
                <a:cs typeface="Arial"/>
              </a:defRPr>
            </a:defPPr>
            <a:lvl1pPr algn="l">
              <a:defRPr sz="1275" b="1">
                <a:solidFill>
                  <a:srgbClr val="000000"/>
                </a:solidFill>
                <a:latin typeface="Arial"/>
                <a:ea typeface="Arial"/>
                <a:cs typeface="Arial"/>
              </a:defRPr>
            </a:lvl1pPr>
            <a:lvl2pPr algn="l">
              <a:defRPr sz="1275" b="1">
                <a:solidFill>
                  <a:srgbClr val="000000"/>
                </a:solidFill>
                <a:latin typeface="Arial"/>
                <a:ea typeface="Arial"/>
                <a:cs typeface="Arial"/>
              </a:defRPr>
            </a:lvl2pPr>
            <a:lvl3pPr algn="l">
              <a:defRPr sz="1275" b="1">
                <a:solidFill>
                  <a:srgbClr val="000000"/>
                </a:solidFill>
                <a:latin typeface="Arial"/>
                <a:ea typeface="Arial"/>
                <a:cs typeface="Arial"/>
              </a:defRPr>
            </a:lvl3pPr>
            <a:lvl4pPr algn="l">
              <a:defRPr sz="1275" b="1">
                <a:solidFill>
                  <a:srgbClr val="000000"/>
                </a:solidFill>
                <a:latin typeface="Arial"/>
                <a:ea typeface="Arial"/>
                <a:cs typeface="Arial"/>
              </a:defRPr>
            </a:lvl4pPr>
            <a:lvl5pPr algn="l">
              <a:defRPr sz="1275" b="1">
                <a:solidFill>
                  <a:srgbClr val="000000"/>
                </a:solidFill>
                <a:latin typeface="Arial"/>
                <a:ea typeface="Arial"/>
                <a:cs typeface="Arial"/>
              </a:defRPr>
            </a:lvl5pPr>
            <a:lvl6pPr algn="l">
              <a:defRPr sz="1275" b="1">
                <a:solidFill>
                  <a:srgbClr val="000000"/>
                </a:solidFill>
                <a:latin typeface="Arial"/>
                <a:ea typeface="Arial"/>
                <a:cs typeface="Arial"/>
              </a:defRPr>
            </a:lvl6pPr>
            <a:lvl7pPr algn="l">
              <a:defRPr sz="1275" b="1">
                <a:solidFill>
                  <a:srgbClr val="000000"/>
                </a:solidFill>
                <a:latin typeface="Arial"/>
                <a:ea typeface="Arial"/>
                <a:cs typeface="Arial"/>
              </a:defRPr>
            </a:lvl7pPr>
            <a:lvl8pPr algn="l">
              <a:defRPr sz="1275" b="1">
                <a:solidFill>
                  <a:srgbClr val="000000"/>
                </a:solidFill>
                <a:latin typeface="Arial"/>
                <a:ea typeface="Arial"/>
                <a:cs typeface="Arial"/>
              </a:defRPr>
            </a:lvl8pPr>
            <a:lvl9pPr algn="l">
              <a:defRPr sz="1275" b="1">
                <a:solidFill>
                  <a:srgbClr val="000000"/>
                </a:solidFill>
                <a:latin typeface="Arial"/>
                <a:ea typeface="Arial"/>
                <a:cs typeface="Arial"/>
              </a:defRPr>
            </a:lvl9pPr>
          </a:lstStyle>
          <a:p>
            <a:pPr algn="l">
              <a:defRPr sz="1275" b="1">
                <a:solidFill>
                  <a:srgbClr val="000000"/>
                </a:solidFill>
                <a:latin typeface="Arial"/>
                <a:ea typeface="Arial"/>
                <a:cs typeface="Arial"/>
              </a:defRPr>
            </a:pPr>
            <a:r>
              <a:rPr sz="1275" b="1">
                <a:solidFill>
                  <a:srgbClr val="000000"/>
                </a:solidFill>
                <a:latin typeface="Arial"/>
                <a:ea typeface="Arial"/>
                <a:cs typeface="Arial"/>
              </a:rPr>
              <a:t>B</a:t>
            </a:r>
          </a:p>
        </p:txBody>
      </p:sp>
      <p:sp>
        <p:nvSpPr>
          <p:cNvPr id="198" name="feature_272_reference_anchors">
            <a:extLst>
              <a:ext uri="{FF2B5EF4-FFF2-40B4-BE49-F238E27FC236}">
                <ns2:creationId id="{428EE329-04E2-46AD-AD40-BEDA3D8EF9A0}"/>
              </a:ext>
            </a:extLst>
          </p:cNvPr>
          <p:cNvSpPr>
            <a:spLocks noGrp="1"/>
          </p:cNvSpPr>
          <p:nvPr/>
        </p:nvSpPr>
        <p:spPr>
          <a:xfrm>
            <a:off x="6848759" y="6305550"/>
            <a:ext cx="191091" cy="1314450"/>
          </a:xfrm>
          <a:custGeom>
            <a:pathLst>
              <a:path w="191091" h="1314450">
                <a:moveTo>
                  <a:pt x="0" y="0"/>
                </a:moveTo>
                <a:lnTo>
                  <a:pt x="191091" y="438150"/>
                </a:lnTo>
                <a:lnTo>
                  <a:pt x="20515" y="876300"/>
                </a:lnTo>
                <a:lnTo>
                  <a:pt x="33509" y="1314450"/>
                </a:lnTo>
              </a:path>
            </a:pathLst>
          </a:custGeom>
          <a:noFill/>
          <a:ln w="11430">
            <a:solidFill>
              <a:srgbClr val="009E73"/>
            </a:solidFill>
            <a:prstDash val="solid"/>
          </a:ln>
        </p:spPr>
      </p:sp>
      <p:sp>
        <p:nvSpPr>
          <p:cNvPr id="199" name="ellipse_045">
            <a:extLst>
              <a:ext uri="{FF2B5EF4-FFF2-40B4-BE49-F238E27FC236}">
                <ns2:creationId id="{A76C21FB-91AC-4214-9031-3F0C8EA7D64F}"/>
              </a:ext>
            </a:extLst>
          </p:cNvPr>
          <p:cNvSpPr>
            <a:spLocks noGrp="1"/>
          </p:cNvSpPr>
          <p:nvPr/>
        </p:nvSpPr>
        <p:spPr>
          <a:xfrm rot="0">
            <a:off x="6810659" y="6267450"/>
            <a:ext cx="76200" cy="76200"/>
          </a:xfrm>
          <a:prstGeom prst="ellipse">
            <a:avLst/>
          </a:prstGeom>
          <a:solidFill>
            <a:srgbClr val="FFFFFF"/>
          </a:solidFill>
          <a:ln w="17145">
            <a:solidFill>
              <a:srgbClr val="009E73"/>
            </a:solidFill>
            <a:prstDash val="solid"/>
          </a:ln>
        </p:spPr>
      </p:sp>
      <p:sp>
        <p:nvSpPr>
          <p:cNvPr id="200" name="ellipse_046">
            <a:extLst>
              <a:ext uri="{FF2B5EF4-FFF2-40B4-BE49-F238E27FC236}">
                <ns2:creationId id="{7F2FCCEA-04C6-461F-89E6-D695F903764F}"/>
              </a:ext>
            </a:extLst>
          </p:cNvPr>
          <p:cNvSpPr>
            <a:spLocks noGrp="1"/>
          </p:cNvSpPr>
          <p:nvPr/>
        </p:nvSpPr>
        <p:spPr>
          <a:xfrm rot="0">
            <a:off x="7001751" y="6705600"/>
            <a:ext cx="76200" cy="76200"/>
          </a:xfrm>
          <a:prstGeom prst="ellipse">
            <a:avLst/>
          </a:prstGeom>
          <a:solidFill>
            <a:srgbClr val="FFFFFF"/>
          </a:solidFill>
          <a:ln w="17145">
            <a:solidFill>
              <a:srgbClr val="009E73"/>
            </a:solidFill>
            <a:prstDash val="solid"/>
          </a:ln>
        </p:spPr>
      </p:sp>
      <p:sp>
        <p:nvSpPr>
          <p:cNvPr id="201" name="ellipse_047">
            <a:extLst>
              <a:ext uri="{FF2B5EF4-FFF2-40B4-BE49-F238E27FC236}">
                <ns2:creationId id="{8EAD614E-03F2-4D80-B44A-0FC56563ACE2}"/>
              </a:ext>
            </a:extLst>
          </p:cNvPr>
          <p:cNvSpPr>
            <a:spLocks noGrp="1"/>
          </p:cNvSpPr>
          <p:nvPr/>
        </p:nvSpPr>
        <p:spPr>
          <a:xfrm rot="0">
            <a:off x="6831174" y="7143750"/>
            <a:ext cx="76200" cy="76200"/>
          </a:xfrm>
          <a:prstGeom prst="ellipse">
            <a:avLst/>
          </a:prstGeom>
          <a:solidFill>
            <a:srgbClr val="FFFFFF"/>
          </a:solidFill>
          <a:ln w="17145">
            <a:solidFill>
              <a:srgbClr val="009E73"/>
            </a:solidFill>
            <a:prstDash val="solid"/>
          </a:ln>
        </p:spPr>
      </p:sp>
      <p:sp>
        <p:nvSpPr>
          <p:cNvPr id="202" name="ellipse_048">
            <a:extLst>
              <a:ext uri="{FF2B5EF4-FFF2-40B4-BE49-F238E27FC236}">
                <ns2:creationId id="{F9CB9665-0716-4F76-9069-AF164D519C6F}"/>
              </a:ext>
            </a:extLst>
          </p:cNvPr>
          <p:cNvSpPr>
            <a:spLocks noGrp="1"/>
          </p:cNvSpPr>
          <p:nvPr/>
        </p:nvSpPr>
        <p:spPr>
          <a:xfrm rot="0">
            <a:off x="6844168" y="7581900"/>
            <a:ext cx="76200" cy="76200"/>
          </a:xfrm>
          <a:prstGeom prst="ellipse">
            <a:avLst/>
          </a:prstGeom>
          <a:solidFill>
            <a:srgbClr val="FFFFFF"/>
          </a:solidFill>
          <a:ln w="17145">
            <a:solidFill>
              <a:srgbClr val="009E73"/>
            </a:solidFill>
            <a:prstDash val="solid"/>
          </a:ln>
        </p:spPr>
      </p:sp>
      <p:sp>
        <p:nvSpPr>
          <p:cNvPr id="203" name="text_049">
            <a:extLst>
              <a:ext uri="{FF2B5EF4-FFF2-40B4-BE49-F238E27FC236}">
                <ns2:creationId id="{1672EBC0-7C0D-4660-9BA4-6BB2BFA9592E}"/>
              </a:ext>
            </a:extLst>
          </p:cNvPr>
          <p:cNvSpPr>
            <a:spLocks noGrp="1"/>
          </p:cNvSpPr>
          <p:nvPr/>
        </p:nvSpPr>
        <p:spPr>
          <a:xfrm rot="0">
            <a:off x="6763034" y="6048375"/>
            <a:ext cx="228600" cy="200025"/>
          </a:xfrm>
          <a:prstGeom prst="rect">
            <a:avLst/>
          </a:prstGeom>
          <a:noFill/>
          <a:ln w="0">
            <a:noFill/>
            <a:prstDash val="solid"/>
          </a:ln>
        </p:spPr>
        <p:txBody>
          <a:bodyPr wrap="none" lIns="0" tIns="0" rIns="0" bIns="0" anchor="t">
            <a:noAutofit/>
          </a:bodyPr>
          <a:lstStyle>
            <a:defPPr algn="l">
              <a:defRPr sz="1275" b="1">
                <a:solidFill>
                  <a:srgbClr val="000000"/>
                </a:solidFill>
                <a:latin typeface="Arial"/>
                <a:ea typeface="Arial"/>
                <a:cs typeface="Arial"/>
              </a:defRPr>
            </a:defPPr>
            <a:lvl1pPr algn="l">
              <a:defRPr sz="1275" b="1">
                <a:solidFill>
                  <a:srgbClr val="000000"/>
                </a:solidFill>
                <a:latin typeface="Arial"/>
                <a:ea typeface="Arial"/>
                <a:cs typeface="Arial"/>
              </a:defRPr>
            </a:lvl1pPr>
            <a:lvl2pPr algn="l">
              <a:defRPr sz="1275" b="1">
                <a:solidFill>
                  <a:srgbClr val="000000"/>
                </a:solidFill>
                <a:latin typeface="Arial"/>
                <a:ea typeface="Arial"/>
                <a:cs typeface="Arial"/>
              </a:defRPr>
            </a:lvl2pPr>
            <a:lvl3pPr algn="l">
              <a:defRPr sz="1275" b="1">
                <a:solidFill>
                  <a:srgbClr val="000000"/>
                </a:solidFill>
                <a:latin typeface="Arial"/>
                <a:ea typeface="Arial"/>
                <a:cs typeface="Arial"/>
              </a:defRPr>
            </a:lvl3pPr>
            <a:lvl4pPr algn="l">
              <a:defRPr sz="1275" b="1">
                <a:solidFill>
                  <a:srgbClr val="000000"/>
                </a:solidFill>
                <a:latin typeface="Arial"/>
                <a:ea typeface="Arial"/>
                <a:cs typeface="Arial"/>
              </a:defRPr>
            </a:lvl4pPr>
            <a:lvl5pPr algn="l">
              <a:defRPr sz="1275" b="1">
                <a:solidFill>
                  <a:srgbClr val="000000"/>
                </a:solidFill>
                <a:latin typeface="Arial"/>
                <a:ea typeface="Arial"/>
                <a:cs typeface="Arial"/>
              </a:defRPr>
            </a:lvl5pPr>
            <a:lvl6pPr algn="l">
              <a:defRPr sz="1275" b="1">
                <a:solidFill>
                  <a:srgbClr val="000000"/>
                </a:solidFill>
                <a:latin typeface="Arial"/>
                <a:ea typeface="Arial"/>
                <a:cs typeface="Arial"/>
              </a:defRPr>
            </a:lvl6pPr>
            <a:lvl7pPr algn="l">
              <a:defRPr sz="1275" b="1">
                <a:solidFill>
                  <a:srgbClr val="000000"/>
                </a:solidFill>
                <a:latin typeface="Arial"/>
                <a:ea typeface="Arial"/>
                <a:cs typeface="Arial"/>
              </a:defRPr>
            </a:lvl7pPr>
            <a:lvl8pPr algn="l">
              <a:defRPr sz="1275" b="1">
                <a:solidFill>
                  <a:srgbClr val="000000"/>
                </a:solidFill>
                <a:latin typeface="Arial"/>
                <a:ea typeface="Arial"/>
                <a:cs typeface="Arial"/>
              </a:defRPr>
            </a:lvl8pPr>
            <a:lvl9pPr algn="l">
              <a:defRPr sz="1275" b="1">
                <a:solidFill>
                  <a:srgbClr val="000000"/>
                </a:solidFill>
                <a:latin typeface="Arial"/>
                <a:ea typeface="Arial"/>
                <a:cs typeface="Arial"/>
              </a:defRPr>
            </a:lvl9pPr>
          </a:lstStyle>
          <a:p>
            <a:pPr algn="l">
              <a:defRPr sz="1275" b="1">
                <a:solidFill>
                  <a:srgbClr val="000000"/>
                </a:solidFill>
                <a:latin typeface="Arial"/>
                <a:ea typeface="Arial"/>
                <a:cs typeface="Arial"/>
              </a:defRPr>
            </a:pPr>
            <a:r>
              <a:rPr sz="1275" b="1">
                <a:solidFill>
                  <a:srgbClr val="000000"/>
                </a:solidFill>
                <a:latin typeface="Arial"/>
                <a:ea typeface="Arial"/>
                <a:cs typeface="Arial"/>
              </a:rPr>
              <a:t>C</a:t>
            </a:r>
          </a:p>
        </p:txBody>
      </p:sp>
      <p:sp>
        <p:nvSpPr>
          <p:cNvPr id="204" name="text_050">
            <a:extLst>
              <a:ext uri="{FF2B5EF4-FFF2-40B4-BE49-F238E27FC236}">
                <ns2:creationId id="{63A34883-CB7A-4B7B-B690-3F1566D249A9}"/>
              </a:ext>
            </a:extLst>
          </p:cNvPr>
          <p:cNvSpPr>
            <a:spLocks noGrp="1"/>
          </p:cNvSpPr>
          <p:nvPr/>
        </p:nvSpPr>
        <p:spPr>
          <a:xfrm rot="0">
            <a:off x="4352925" y="7772400"/>
            <a:ext cx="342900" cy="200025"/>
          </a:xfrm>
          <a:prstGeom prst="rect">
            <a:avLst/>
          </a:prstGeom>
          <a:noFill/>
          <a:ln w="0">
            <a:noFill/>
            <a:prstDash val="solid"/>
          </a:ln>
        </p:spPr>
        <p:txBody>
          <a:bodyPr wrap="none" lIns="0" tIns="0" rIns="0" bIns="0" anchor="t">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0</a:t>
            </a:r>
          </a:p>
        </p:txBody>
      </p:sp>
      <p:sp>
        <p:nvSpPr>
          <p:cNvPr id="205" name="text_051">
            <a:extLst>
              <a:ext uri="{FF2B5EF4-FFF2-40B4-BE49-F238E27FC236}">
                <ns2:creationId id="{D92648FE-B163-495C-BE7D-44B8FCEAB296}"/>
              </a:ext>
            </a:extLst>
          </p:cNvPr>
          <p:cNvSpPr>
            <a:spLocks noGrp="1"/>
          </p:cNvSpPr>
          <p:nvPr/>
        </p:nvSpPr>
        <p:spPr>
          <a:xfrm rot="0">
            <a:off x="5781675" y="7772400"/>
            <a:ext cx="342900" cy="200025"/>
          </a:xfrm>
          <a:prstGeom prst="rect">
            <a:avLst/>
          </a:prstGeom>
          <a:noFill/>
          <a:ln w="0">
            <a:noFill/>
            <a:prstDash val="solid"/>
          </a:ln>
        </p:spPr>
        <p:txBody>
          <a:bodyPr wrap="none" lIns="0" tIns="0" rIns="0" bIns="0" anchor="t">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0.5</a:t>
            </a:r>
          </a:p>
        </p:txBody>
      </p:sp>
      <p:sp>
        <p:nvSpPr>
          <p:cNvPr id="206" name="text_052">
            <a:extLst>
              <a:ext uri="{FF2B5EF4-FFF2-40B4-BE49-F238E27FC236}">
                <ns2:creationId id="{2E837758-8B84-4170-8865-05A9FFF513E8}"/>
              </a:ext>
            </a:extLst>
          </p:cNvPr>
          <p:cNvSpPr>
            <a:spLocks noGrp="1"/>
          </p:cNvSpPr>
          <p:nvPr/>
        </p:nvSpPr>
        <p:spPr>
          <a:xfrm rot="0">
            <a:off x="7210425" y="7772400"/>
            <a:ext cx="342900" cy="200025"/>
          </a:xfrm>
          <a:prstGeom prst="rect">
            <a:avLst/>
          </a:prstGeom>
          <a:noFill/>
          <a:ln w="0">
            <a:noFill/>
            <a:prstDash val="solid"/>
          </a:ln>
        </p:spPr>
        <p:txBody>
          <a:bodyPr wrap="none" lIns="0" tIns="0" rIns="0" bIns="0" anchor="t">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1</a:t>
            </a:r>
          </a:p>
        </p:txBody>
      </p:sp>
      <p:sp>
        <p:nvSpPr>
          <p:cNvPr id="207" name="text_053">
            <a:extLst>
              <a:ext uri="{FF2B5EF4-FFF2-40B4-BE49-F238E27FC236}">
                <ns2:creationId id="{4CD812BE-BF74-45FC-8F49-39B08A4D66CC}"/>
              </a:ext>
            </a:extLst>
          </p:cNvPr>
          <p:cNvSpPr>
            <a:spLocks noGrp="1"/>
          </p:cNvSpPr>
          <p:nvPr/>
        </p:nvSpPr>
        <p:spPr>
          <a:xfrm rot="0">
            <a:off x="4010025" y="8020050"/>
            <a:ext cx="3714750" cy="228600"/>
          </a:xfrm>
          <a:prstGeom prst="rect">
            <a:avLst/>
          </a:prstGeom>
          <a:noFill/>
          <a:ln w="0">
            <a:noFill/>
            <a:prstDash val="solid"/>
          </a:ln>
        </p:spPr>
        <p:txBody>
          <a:bodyPr wrap="none" lIns="0" tIns="0" rIns="0" bIns="0" anchor="t">
            <a:noAutofit/>
          </a:bodyPr>
          <a:lstStyle>
            <a:defPPr algn="ctr">
              <a:defRPr sz="1275" b="0">
                <a:solidFill>
                  <a:srgbClr val="000000"/>
                </a:solidFill>
                <a:latin typeface="Arial"/>
                <a:ea typeface="Arial"/>
                <a:cs typeface="Arial"/>
              </a:defRPr>
            </a:defPPr>
            <a:lvl1pPr algn="ctr">
              <a:defRPr sz="1275" b="0">
                <a:solidFill>
                  <a:srgbClr val="000000"/>
                </a:solidFill>
                <a:latin typeface="Arial"/>
                <a:ea typeface="Arial"/>
                <a:cs typeface="Arial"/>
              </a:defRPr>
            </a:lvl1pPr>
            <a:lvl2pPr algn="ctr">
              <a:defRPr sz="1275" b="0">
                <a:solidFill>
                  <a:srgbClr val="000000"/>
                </a:solidFill>
                <a:latin typeface="Arial"/>
                <a:ea typeface="Arial"/>
                <a:cs typeface="Arial"/>
              </a:defRPr>
            </a:lvl2pPr>
            <a:lvl3pPr algn="ctr">
              <a:defRPr sz="1275" b="0">
                <a:solidFill>
                  <a:srgbClr val="000000"/>
                </a:solidFill>
                <a:latin typeface="Arial"/>
                <a:ea typeface="Arial"/>
                <a:cs typeface="Arial"/>
              </a:defRPr>
            </a:lvl3pPr>
            <a:lvl4pPr algn="ctr">
              <a:defRPr sz="1275" b="0">
                <a:solidFill>
                  <a:srgbClr val="000000"/>
                </a:solidFill>
                <a:latin typeface="Arial"/>
                <a:ea typeface="Arial"/>
                <a:cs typeface="Arial"/>
              </a:defRPr>
            </a:lvl4pPr>
            <a:lvl5pPr algn="ctr">
              <a:defRPr sz="1275" b="0">
                <a:solidFill>
                  <a:srgbClr val="000000"/>
                </a:solidFill>
                <a:latin typeface="Arial"/>
                <a:ea typeface="Arial"/>
                <a:cs typeface="Arial"/>
              </a:defRPr>
            </a:lvl5pPr>
            <a:lvl6pPr algn="ctr">
              <a:defRPr sz="1275" b="0">
                <a:solidFill>
                  <a:srgbClr val="000000"/>
                </a:solidFill>
                <a:latin typeface="Arial"/>
                <a:ea typeface="Arial"/>
                <a:cs typeface="Arial"/>
              </a:defRPr>
            </a:lvl6pPr>
            <a:lvl7pPr algn="ctr">
              <a:defRPr sz="1275" b="0">
                <a:solidFill>
                  <a:srgbClr val="000000"/>
                </a:solidFill>
                <a:latin typeface="Arial"/>
                <a:ea typeface="Arial"/>
                <a:cs typeface="Arial"/>
              </a:defRPr>
            </a:lvl7pPr>
            <a:lvl8pPr algn="ctr">
              <a:defRPr sz="1275" b="0">
                <a:solidFill>
                  <a:srgbClr val="000000"/>
                </a:solidFill>
                <a:latin typeface="Arial"/>
                <a:ea typeface="Arial"/>
                <a:cs typeface="Arial"/>
              </a:defRPr>
            </a:lvl8pPr>
            <a:lvl9pPr algn="ctr">
              <a:defRPr sz="1275" b="0">
                <a:solidFill>
                  <a:srgbClr val="000000"/>
                </a:solidFill>
                <a:latin typeface="Arial"/>
                <a:ea typeface="Arial"/>
                <a:cs typeface="Arial"/>
              </a:defRPr>
            </a:lvl9pPr>
          </a:lstStyle>
          <a:p>
            <a:pPr algn="ctr">
              <a:defRPr sz="1275" b="0">
                <a:solidFill>
                  <a:srgbClr val="000000"/>
                </a:solidFill>
                <a:latin typeface="Arial"/>
                <a:ea typeface="Arial"/>
                <a:cs typeface="Arial"/>
              </a:defRPr>
            </a:pPr>
            <a:r>
              <a:rPr sz="1275" b="0">
                <a:solidFill>
                  <a:srgbClr val="000000"/>
                </a:solidFill>
                <a:latin typeface="Arial"/>
                <a:ea typeface="Arial"/>
                <a:cs typeface="Arial"/>
              </a:rPr>
              <a:t>Normalized x along fixed reference axis</a:t>
            </a:r>
          </a:p>
        </p:txBody>
      </p:sp>
      <p:sp>
        <p:nvSpPr>
          <p:cNvPr id="208" name="text_054">
            <a:extLst>
              <a:ext uri="{FF2B5EF4-FFF2-40B4-BE49-F238E27FC236}">
                <ns2:creationId id="{CD010770-2D93-48BA-B285-C5F1D2670940}"/>
              </a:ext>
            </a:extLst>
          </p:cNvPr>
          <p:cNvSpPr>
            <a:spLocks noGrp="1"/>
          </p:cNvSpPr>
          <p:nvPr/>
        </p:nvSpPr>
        <p:spPr>
          <a:xfrm rot="0">
            <a:off x="4010025" y="8439150"/>
            <a:ext cx="3762375" cy="219075"/>
          </a:xfrm>
          <a:prstGeom prst="rect">
            <a:avLst/>
          </a:prstGeom>
          <a:noFill/>
          <a:ln w="0">
            <a:noFill/>
            <a:prstDash val="solid"/>
          </a:ln>
        </p:spPr>
        <p:txBody>
          <a:bodyPr wrap="none" lIns="0" tIns="0" rIns="0" bIns="0" anchor="t">
            <a:noAutofit/>
          </a:bodyPr>
          <a:lstStyle>
            <a:defPPr algn="l">
              <a:defRPr sz="1125" b="0">
                <a:solidFill>
                  <a:srgbClr val="000000"/>
                </a:solidFill>
                <a:latin typeface="Arial"/>
                <a:ea typeface="Arial"/>
                <a:cs typeface="Arial"/>
              </a:defRPr>
            </a:defPPr>
            <a:lvl1pPr algn="l">
              <a:defRPr sz="1125" b="0">
                <a:solidFill>
                  <a:srgbClr val="000000"/>
                </a:solidFill>
                <a:latin typeface="Arial"/>
                <a:ea typeface="Arial"/>
                <a:cs typeface="Arial"/>
              </a:defRPr>
            </a:lvl1pPr>
            <a:lvl2pPr algn="l">
              <a:defRPr sz="1125" b="0">
                <a:solidFill>
                  <a:srgbClr val="000000"/>
                </a:solidFill>
                <a:latin typeface="Arial"/>
                <a:ea typeface="Arial"/>
                <a:cs typeface="Arial"/>
              </a:defRPr>
            </a:lvl2pPr>
            <a:lvl3pPr algn="l">
              <a:defRPr sz="1125" b="0">
                <a:solidFill>
                  <a:srgbClr val="000000"/>
                </a:solidFill>
                <a:latin typeface="Arial"/>
                <a:ea typeface="Arial"/>
                <a:cs typeface="Arial"/>
              </a:defRPr>
            </a:lvl3pPr>
            <a:lvl4pPr algn="l">
              <a:defRPr sz="1125" b="0">
                <a:solidFill>
                  <a:srgbClr val="000000"/>
                </a:solidFill>
                <a:latin typeface="Arial"/>
                <a:ea typeface="Arial"/>
                <a:cs typeface="Arial"/>
              </a:defRPr>
            </a:lvl4pPr>
            <a:lvl5pPr algn="l">
              <a:defRPr sz="1125" b="0">
                <a:solidFill>
                  <a:srgbClr val="000000"/>
                </a:solidFill>
                <a:latin typeface="Arial"/>
                <a:ea typeface="Arial"/>
                <a:cs typeface="Arial"/>
              </a:defRPr>
            </a:lvl5pPr>
            <a:lvl6pPr algn="l">
              <a:defRPr sz="1125" b="0">
                <a:solidFill>
                  <a:srgbClr val="000000"/>
                </a:solidFill>
                <a:latin typeface="Arial"/>
                <a:ea typeface="Arial"/>
                <a:cs typeface="Arial"/>
              </a:defRPr>
            </a:lvl6pPr>
            <a:lvl7pPr algn="l">
              <a:defRPr sz="1125" b="0">
                <a:solidFill>
                  <a:srgbClr val="000000"/>
                </a:solidFill>
                <a:latin typeface="Arial"/>
                <a:ea typeface="Arial"/>
                <a:cs typeface="Arial"/>
              </a:defRPr>
            </a:lvl7pPr>
            <a:lvl8pPr algn="l">
              <a:defRPr sz="1125" b="0">
                <a:solidFill>
                  <a:srgbClr val="000000"/>
                </a:solidFill>
                <a:latin typeface="Arial"/>
                <a:ea typeface="Arial"/>
                <a:cs typeface="Arial"/>
              </a:defRPr>
            </a:lvl8pPr>
            <a:lvl9pPr algn="l">
              <a:defRPr sz="1125" b="0">
                <a:solidFill>
                  <a:srgbClr val="000000"/>
                </a:solidFill>
                <a:latin typeface="Arial"/>
                <a:ea typeface="Arial"/>
                <a:cs typeface="Arial"/>
              </a:defRPr>
            </a:lvl9pPr>
          </a:lstStyle>
          <a:p>
            <a:pPr algn="l">
              <a:defRPr sz="1125" b="0">
                <a:solidFill>
                  <a:srgbClr val="000000"/>
                </a:solidFill>
                <a:latin typeface="Arial"/>
                <a:ea typeface="Arial"/>
                <a:cs typeface="Arial"/>
              </a:defRPr>
            </a:pPr>
            <a:r>
              <a:rPr sz="1125" b="0">
                <a:solidFill>
                  <a:srgbClr val="000000"/>
                </a:solidFill>
                <a:latin typeface="Arial"/>
                <a:ea typeface="Arial"/>
                <a:cs typeface="Arial"/>
              </a:rPr>
              <a:t>f86: H=11.24% L; NMLE(R2)=1.003%</a:t>
            </a:r>
          </a:p>
        </p:txBody>
      </p:sp>
      <p:sp>
        <p:nvSpPr>
          <p:cNvPr id="209" name="text_055">
            <a:extLst>
              <a:ext uri="{FF2B5EF4-FFF2-40B4-BE49-F238E27FC236}">
                <ns2:creationId id="{371D539D-58E7-4C95-A85D-3190BB0FCC4B}"/>
              </a:ext>
            </a:extLst>
          </p:cNvPr>
          <p:cNvSpPr>
            <a:spLocks noGrp="1"/>
          </p:cNvSpPr>
          <p:nvPr/>
        </p:nvSpPr>
        <p:spPr>
          <a:xfrm rot="0">
            <a:off x="7915275" y="5715000"/>
            <a:ext cx="3810000" cy="266700"/>
          </a:xfrm>
          <a:prstGeom prst="rect">
            <a:avLst/>
          </a:prstGeom>
          <a:noFill/>
          <a:ln w="0">
            <a:noFill/>
            <a:prstDash val="solid"/>
          </a:ln>
        </p:spPr>
        <p:txBody>
          <a:bodyPr wrap="none" lIns="0" tIns="0" rIns="0" bIns="0" anchor="t">
            <a:noAutofit/>
          </a:bodyPr>
          <a:lstStyle>
            <a:defPPr algn="l">
              <a:defRPr sz="1650" b="1">
                <a:solidFill>
                  <a:srgbClr val="000000"/>
                </a:solidFill>
                <a:latin typeface="Arial"/>
                <a:ea typeface="Arial"/>
                <a:cs typeface="Arial"/>
              </a:defRPr>
            </a:defPPr>
            <a:lvl1pPr algn="l">
              <a:defRPr sz="1650" b="1">
                <a:solidFill>
                  <a:srgbClr val="000000"/>
                </a:solidFill>
                <a:latin typeface="Arial"/>
                <a:ea typeface="Arial"/>
                <a:cs typeface="Arial"/>
              </a:defRPr>
            </a:lvl1pPr>
            <a:lvl2pPr algn="l">
              <a:defRPr sz="1650" b="1">
                <a:solidFill>
                  <a:srgbClr val="000000"/>
                </a:solidFill>
                <a:latin typeface="Arial"/>
                <a:ea typeface="Arial"/>
                <a:cs typeface="Arial"/>
              </a:defRPr>
            </a:lvl2pPr>
            <a:lvl3pPr algn="l">
              <a:defRPr sz="1650" b="1">
                <a:solidFill>
                  <a:srgbClr val="000000"/>
                </a:solidFill>
                <a:latin typeface="Arial"/>
                <a:ea typeface="Arial"/>
                <a:cs typeface="Arial"/>
              </a:defRPr>
            </a:lvl3pPr>
            <a:lvl4pPr algn="l">
              <a:defRPr sz="1650" b="1">
                <a:solidFill>
                  <a:srgbClr val="000000"/>
                </a:solidFill>
                <a:latin typeface="Arial"/>
                <a:ea typeface="Arial"/>
                <a:cs typeface="Arial"/>
              </a:defRPr>
            </a:lvl4pPr>
            <a:lvl5pPr algn="l">
              <a:defRPr sz="1650" b="1">
                <a:solidFill>
                  <a:srgbClr val="000000"/>
                </a:solidFill>
                <a:latin typeface="Arial"/>
                <a:ea typeface="Arial"/>
                <a:cs typeface="Arial"/>
              </a:defRPr>
            </a:lvl5pPr>
            <a:lvl6pPr algn="l">
              <a:defRPr sz="1650" b="1">
                <a:solidFill>
                  <a:srgbClr val="000000"/>
                </a:solidFill>
                <a:latin typeface="Arial"/>
                <a:ea typeface="Arial"/>
                <a:cs typeface="Arial"/>
              </a:defRPr>
            </a:lvl6pPr>
            <a:lvl7pPr algn="l">
              <a:defRPr sz="1650" b="1">
                <a:solidFill>
                  <a:srgbClr val="000000"/>
                </a:solidFill>
                <a:latin typeface="Arial"/>
                <a:ea typeface="Arial"/>
                <a:cs typeface="Arial"/>
              </a:defRPr>
            </a:lvl7pPr>
            <a:lvl8pPr algn="l">
              <a:defRPr sz="1650" b="1">
                <a:solidFill>
                  <a:srgbClr val="000000"/>
                </a:solidFill>
                <a:latin typeface="Arial"/>
                <a:ea typeface="Arial"/>
                <a:cs typeface="Arial"/>
              </a:defRPr>
            </a:lvl8pPr>
            <a:lvl9pPr algn="l">
              <a:defRPr sz="1650" b="1">
                <a:solidFill>
                  <a:srgbClr val="000000"/>
                </a:solidFill>
                <a:latin typeface="Arial"/>
                <a:ea typeface="Arial"/>
                <a:cs typeface="Arial"/>
              </a:defRPr>
            </a:lvl9pPr>
          </a:lstStyle>
          <a:p>
            <a:pPr algn="l">
              <a:defRPr sz="1650" b="1">
                <a:solidFill>
                  <a:srgbClr val="000000"/>
                </a:solidFill>
                <a:latin typeface="Arial"/>
                <a:ea typeface="Arial"/>
                <a:cs typeface="Arial"/>
              </a:defRPr>
            </a:pPr>
            <a:r>
              <a:rPr sz="1650" b="1">
                <a:solidFill>
                  <a:srgbClr val="000000"/>
                </a:solidFill>
                <a:latin typeface="Arial"/>
                <a:ea typeface="Arial"/>
                <a:cs typeface="Arial"/>
              </a:rPr>
              <a:t>(f) Saved scalar profiles, same frame</a:t>
            </a:r>
          </a:p>
        </p:txBody>
      </p:sp>
      <p:sp>
        <p:nvSpPr>
          <p:cNvPr id="210" name="rect_056">
            <a:extLst>
              <a:ext uri="{FF2B5EF4-FFF2-40B4-BE49-F238E27FC236}">
                <ns2:creationId id="{A1409A1C-7A48-4B37-8F0A-8D70AF17D889}"/>
              </a:ext>
            </a:extLst>
          </p:cNvPr>
          <p:cNvSpPr>
            <a:spLocks noGrp="1"/>
          </p:cNvSpPr>
          <p:nvPr/>
        </p:nvSpPr>
        <p:spPr>
          <a:xfrm rot="0">
            <a:off x="8524875" y="6200775"/>
            <a:ext cx="2924175" cy="1524000"/>
          </a:xfrm>
          <a:prstGeom prst="rect">
            <a:avLst/>
          </a:prstGeom>
          <a:noFill/>
          <a:ln w="6668">
            <a:solidFill>
              <a:srgbClr val="7B8790"/>
            </a:solidFill>
            <a:prstDash val="solid"/>
          </a:ln>
        </p:spPr>
      </p:sp>
      <p:sp>
        <p:nvSpPr>
          <p:cNvPr id="211" name="text_057">
            <a:extLst>
              <a:ext uri="{FF2B5EF4-FFF2-40B4-BE49-F238E27FC236}">
                <ns2:creationId id="{8D8DA81F-28E0-4B4C-98E1-BC2C7F1C14F3}"/>
              </a:ext>
            </a:extLst>
          </p:cNvPr>
          <p:cNvSpPr>
            <a:spLocks noGrp="1"/>
          </p:cNvSpPr>
          <p:nvPr/>
        </p:nvSpPr>
        <p:spPr>
          <a:xfrm rot="0">
            <a:off x="8296275" y="7772400"/>
            <a:ext cx="457200" cy="200025"/>
          </a:xfrm>
          <a:prstGeom prst="rect">
            <a:avLst/>
          </a:prstGeom>
          <a:noFill/>
          <a:ln w="0">
            <a:noFill/>
            <a:prstDash val="solid"/>
          </a:ln>
        </p:spPr>
        <p:txBody>
          <a:bodyPr wrap="none" lIns="0" tIns="0" rIns="0" bIns="0" anchor="t">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0</a:t>
            </a:r>
          </a:p>
        </p:txBody>
      </p:sp>
      <p:sp>
        <p:nvSpPr>
          <p:cNvPr id="212" name="line_058">
            <a:extLst>
              <a:ext uri="{FF2B5EF4-FFF2-40B4-BE49-F238E27FC236}">
                <ns2:creationId id="{C5FE29E2-995C-4ABE-8850-B829CC96B89D}"/>
              </a:ext>
            </a:extLst>
          </p:cNvPr>
          <p:cNvSpPr>
            <a:spLocks noGrp="1"/>
          </p:cNvSpPr>
          <p:nvPr/>
        </p:nvSpPr>
        <p:spPr>
          <a:xfrm>
            <a:off x="8524875" y="7724775"/>
            <a:ext cx="95" cy="38100"/>
          </a:xfrm>
          <a:custGeom>
            <a:pathLst>
              <a:path w="95" h="38100">
                <a:moveTo>
                  <a:pt x="0" y="0"/>
                </a:moveTo>
                <a:lnTo>
                  <a:pt x="0" y="38100"/>
                </a:lnTo>
              </a:path>
            </a:pathLst>
          </a:custGeom>
          <a:noFill/>
          <a:ln w="6668">
            <a:solidFill>
              <a:srgbClr val="000000"/>
            </a:solidFill>
            <a:prstDash val="solid"/>
          </a:ln>
        </p:spPr>
      </p:sp>
      <p:sp>
        <p:nvSpPr>
          <p:cNvPr id="213" name="text_059">
            <a:extLst>
              <a:ext uri="{FF2B5EF4-FFF2-40B4-BE49-F238E27FC236}">
                <ns2:creationId id="{E271F3AE-7DCF-4ED9-88CD-4795000FD6E8}"/>
              </a:ext>
            </a:extLst>
          </p:cNvPr>
          <p:cNvSpPr>
            <a:spLocks noGrp="1"/>
          </p:cNvSpPr>
          <p:nvPr/>
        </p:nvSpPr>
        <p:spPr>
          <a:xfrm rot="0">
            <a:off x="9758363" y="7772400"/>
            <a:ext cx="457200" cy="200025"/>
          </a:xfrm>
          <a:prstGeom prst="rect">
            <a:avLst/>
          </a:prstGeom>
          <a:noFill/>
          <a:ln w="0">
            <a:noFill/>
            <a:prstDash val="solid"/>
          </a:ln>
        </p:spPr>
        <p:txBody>
          <a:bodyPr wrap="none" lIns="0" tIns="0" rIns="0" bIns="0" anchor="t">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0.5</a:t>
            </a:r>
          </a:p>
        </p:txBody>
      </p:sp>
      <p:sp>
        <p:nvSpPr>
          <p:cNvPr id="214" name="line_060">
            <a:extLst>
              <a:ext uri="{FF2B5EF4-FFF2-40B4-BE49-F238E27FC236}">
                <ns2:creationId id="{7E78C108-994B-4684-9348-C9BF780060C7}"/>
              </a:ext>
            </a:extLst>
          </p:cNvPr>
          <p:cNvSpPr>
            <a:spLocks noGrp="1"/>
          </p:cNvSpPr>
          <p:nvPr/>
        </p:nvSpPr>
        <p:spPr>
          <a:xfrm>
            <a:off x="9986963" y="7724775"/>
            <a:ext cx="95" cy="38100"/>
          </a:xfrm>
          <a:custGeom>
            <a:pathLst>
              <a:path w="95" h="38100">
                <a:moveTo>
                  <a:pt x="0" y="0"/>
                </a:moveTo>
                <a:lnTo>
                  <a:pt x="0" y="38100"/>
                </a:lnTo>
              </a:path>
            </a:pathLst>
          </a:custGeom>
          <a:noFill/>
          <a:ln w="6668">
            <a:solidFill>
              <a:srgbClr val="000000"/>
            </a:solidFill>
            <a:prstDash val="solid"/>
          </a:ln>
        </p:spPr>
      </p:sp>
      <p:sp>
        <p:nvSpPr>
          <p:cNvPr id="215" name="text_061">
            <a:extLst>
              <a:ext uri="{FF2B5EF4-FFF2-40B4-BE49-F238E27FC236}">
                <ns2:creationId id="{24A7B85D-15D6-414D-A72F-AA5763FF1429}"/>
              </a:ext>
            </a:extLst>
          </p:cNvPr>
          <p:cNvSpPr>
            <a:spLocks noGrp="1"/>
          </p:cNvSpPr>
          <p:nvPr/>
        </p:nvSpPr>
        <p:spPr>
          <a:xfrm rot="0">
            <a:off x="11220450" y="7772400"/>
            <a:ext cx="457200" cy="200025"/>
          </a:xfrm>
          <a:prstGeom prst="rect">
            <a:avLst/>
          </a:prstGeom>
          <a:noFill/>
          <a:ln w="0">
            <a:noFill/>
            <a:prstDash val="solid"/>
          </a:ln>
        </p:spPr>
        <p:txBody>
          <a:bodyPr wrap="none" lIns="0" tIns="0" rIns="0" bIns="0" anchor="t">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1</a:t>
            </a:r>
          </a:p>
        </p:txBody>
      </p:sp>
      <p:sp>
        <p:nvSpPr>
          <p:cNvPr id="216" name="line_062">
            <a:extLst>
              <a:ext uri="{FF2B5EF4-FFF2-40B4-BE49-F238E27FC236}">
                <ns2:creationId id="{C0848030-C3FB-4438-B4BF-BC59A5F7DD64}"/>
              </a:ext>
            </a:extLst>
          </p:cNvPr>
          <p:cNvSpPr>
            <a:spLocks noGrp="1"/>
          </p:cNvSpPr>
          <p:nvPr/>
        </p:nvSpPr>
        <p:spPr>
          <a:xfrm>
            <a:off x="11449050" y="7724775"/>
            <a:ext cx="95" cy="38100"/>
          </a:xfrm>
          <a:custGeom>
            <a:pathLst>
              <a:path w="95" h="38100">
                <a:moveTo>
                  <a:pt x="0" y="0"/>
                </a:moveTo>
                <a:lnTo>
                  <a:pt x="0" y="38100"/>
                </a:lnTo>
              </a:path>
            </a:pathLst>
          </a:custGeom>
          <a:noFill/>
          <a:ln w="6668">
            <a:solidFill>
              <a:srgbClr val="000000"/>
            </a:solidFill>
            <a:prstDash val="solid"/>
          </a:ln>
        </p:spPr>
      </p:sp>
      <p:sp>
        <p:nvSpPr>
          <p:cNvPr id="217" name="text_063">
            <a:extLst>
              <a:ext uri="{FF2B5EF4-FFF2-40B4-BE49-F238E27FC236}">
                <ns2:creationId id="{D75A5F28-204E-4CE5-B933-883B9B68ECEE}"/>
              </a:ext>
            </a:extLst>
          </p:cNvPr>
          <p:cNvSpPr>
            <a:spLocks noGrp="1"/>
          </p:cNvSpPr>
          <p:nvPr/>
        </p:nvSpPr>
        <p:spPr>
          <a:xfrm rot="0">
            <a:off x="8001000" y="7638597"/>
            <a:ext cx="457200" cy="200025"/>
          </a:xfrm>
          <a:prstGeom prst="rect">
            <a:avLst/>
          </a:prstGeom>
          <a:noFill/>
          <a:ln w="0">
            <a:noFill/>
            <a:prstDash val="solid"/>
          </a:ln>
        </p:spPr>
        <p:txBody>
          <a:bodyPr wrap="none" lIns="0" tIns="0" rIns="0" bIns="0" anchor="t">
            <a:noAutofit/>
          </a:bodyPr>
          <a:lstStyle>
            <a:defPPr algn="r">
              <a:defRPr sz="1200" b="0">
                <a:solidFill>
                  <a:srgbClr val="000000"/>
                </a:solidFill>
                <a:latin typeface="Arial"/>
                <a:ea typeface="Arial"/>
                <a:cs typeface="Arial"/>
              </a:defRPr>
            </a:defPPr>
            <a:lvl1pPr algn="r">
              <a:defRPr sz="1200" b="0">
                <a:solidFill>
                  <a:srgbClr val="000000"/>
                </a:solidFill>
                <a:latin typeface="Arial"/>
                <a:ea typeface="Arial"/>
                <a:cs typeface="Arial"/>
              </a:defRPr>
            </a:lvl1pPr>
            <a:lvl2pPr algn="r">
              <a:defRPr sz="1200" b="0">
                <a:solidFill>
                  <a:srgbClr val="000000"/>
                </a:solidFill>
                <a:latin typeface="Arial"/>
                <a:ea typeface="Arial"/>
                <a:cs typeface="Arial"/>
              </a:defRPr>
            </a:lvl2pPr>
            <a:lvl3pPr algn="r">
              <a:defRPr sz="1200" b="0">
                <a:solidFill>
                  <a:srgbClr val="000000"/>
                </a:solidFill>
                <a:latin typeface="Arial"/>
                <a:ea typeface="Arial"/>
                <a:cs typeface="Arial"/>
              </a:defRPr>
            </a:lvl3pPr>
            <a:lvl4pPr algn="r">
              <a:defRPr sz="1200" b="0">
                <a:solidFill>
                  <a:srgbClr val="000000"/>
                </a:solidFill>
                <a:latin typeface="Arial"/>
                <a:ea typeface="Arial"/>
                <a:cs typeface="Arial"/>
              </a:defRPr>
            </a:lvl4pPr>
            <a:lvl5pPr algn="r">
              <a:defRPr sz="1200" b="0">
                <a:solidFill>
                  <a:srgbClr val="000000"/>
                </a:solidFill>
                <a:latin typeface="Arial"/>
                <a:ea typeface="Arial"/>
                <a:cs typeface="Arial"/>
              </a:defRPr>
            </a:lvl5pPr>
            <a:lvl6pPr algn="r">
              <a:defRPr sz="1200" b="0">
                <a:solidFill>
                  <a:srgbClr val="000000"/>
                </a:solidFill>
                <a:latin typeface="Arial"/>
                <a:ea typeface="Arial"/>
                <a:cs typeface="Arial"/>
              </a:defRPr>
            </a:lvl6pPr>
            <a:lvl7pPr algn="r">
              <a:defRPr sz="1200" b="0">
                <a:solidFill>
                  <a:srgbClr val="000000"/>
                </a:solidFill>
                <a:latin typeface="Arial"/>
                <a:ea typeface="Arial"/>
                <a:cs typeface="Arial"/>
              </a:defRPr>
            </a:lvl7pPr>
            <a:lvl8pPr algn="r">
              <a:defRPr sz="1200" b="0">
                <a:solidFill>
                  <a:srgbClr val="000000"/>
                </a:solidFill>
                <a:latin typeface="Arial"/>
                <a:ea typeface="Arial"/>
                <a:cs typeface="Arial"/>
              </a:defRPr>
            </a:lvl8pPr>
            <a:lvl9pPr algn="r">
              <a:defRPr sz="1200" b="0">
                <a:solidFill>
                  <a:srgbClr val="000000"/>
                </a:solidFill>
                <a:latin typeface="Arial"/>
                <a:ea typeface="Arial"/>
                <a:cs typeface="Arial"/>
              </a:defRPr>
            </a:lvl9pPr>
          </a:lstStyle>
          <a:p>
            <a:pPr algn="r">
              <a:defRPr sz="1200" b="0">
                <a:solidFill>
                  <a:srgbClr val="000000"/>
                </a:solidFill>
                <a:latin typeface="Arial"/>
                <a:ea typeface="Arial"/>
                <a:cs typeface="Arial"/>
              </a:defRPr>
            </a:pPr>
            <a:r>
              <a:rPr sz="1200" b="0">
                <a:solidFill>
                  <a:srgbClr val="000000"/>
                </a:solidFill>
                <a:latin typeface="Arial"/>
                <a:ea typeface="Arial"/>
                <a:cs typeface="Arial"/>
              </a:rPr>
              <a:t>-2.11</a:t>
            </a:r>
          </a:p>
        </p:txBody>
      </p:sp>
      <p:sp>
        <p:nvSpPr>
          <p:cNvPr id="218" name="line_064">
            <a:extLst>
              <a:ext uri="{FF2B5EF4-FFF2-40B4-BE49-F238E27FC236}">
                <ns2:creationId id="{0D0C371E-ECE0-41C8-94B1-07727FAA72C7}"/>
              </a:ext>
            </a:extLst>
          </p:cNvPr>
          <p:cNvSpPr>
            <a:spLocks noGrp="1"/>
          </p:cNvSpPr>
          <p:nvPr/>
        </p:nvSpPr>
        <p:spPr>
          <a:xfrm>
            <a:off x="8486775" y="7724322"/>
            <a:ext cx="38100" cy="95"/>
          </a:xfrm>
          <a:custGeom>
            <a:pathLst>
              <a:path w="38100" h="95">
                <a:moveTo>
                  <a:pt x="0" y="0"/>
                </a:moveTo>
                <a:lnTo>
                  <a:pt x="38100" y="0"/>
                </a:lnTo>
              </a:path>
            </a:pathLst>
          </a:custGeom>
          <a:noFill/>
          <a:ln w="6668">
            <a:solidFill>
              <a:srgbClr val="000000"/>
            </a:solidFill>
            <a:prstDash val="solid"/>
          </a:ln>
        </p:spPr>
      </p:sp>
      <p:sp>
        <p:nvSpPr>
          <p:cNvPr id="219" name="text_065">
            <a:extLst>
              <a:ext uri="{FF2B5EF4-FFF2-40B4-BE49-F238E27FC236}">
                <ns2:creationId id="{A68BF60D-BA27-4D0E-BCB2-BC5BF920B4F6}"/>
              </a:ext>
            </a:extLst>
          </p:cNvPr>
          <p:cNvSpPr>
            <a:spLocks noGrp="1"/>
          </p:cNvSpPr>
          <p:nvPr/>
        </p:nvSpPr>
        <p:spPr>
          <a:xfrm rot="0">
            <a:off x="8001000" y="7217971"/>
            <a:ext cx="457200" cy="200025"/>
          </a:xfrm>
          <a:prstGeom prst="rect">
            <a:avLst/>
          </a:prstGeom>
          <a:noFill/>
          <a:ln w="0">
            <a:noFill/>
            <a:prstDash val="solid"/>
          </a:ln>
        </p:spPr>
        <p:txBody>
          <a:bodyPr wrap="none" lIns="0" tIns="0" rIns="0" bIns="0" anchor="t">
            <a:noAutofit/>
          </a:bodyPr>
          <a:lstStyle>
            <a:defPPr algn="r">
              <a:defRPr sz="1200" b="0">
                <a:solidFill>
                  <a:srgbClr val="000000"/>
                </a:solidFill>
                <a:latin typeface="Arial"/>
                <a:ea typeface="Arial"/>
                <a:cs typeface="Arial"/>
              </a:defRPr>
            </a:defPPr>
            <a:lvl1pPr algn="r">
              <a:defRPr sz="1200" b="0">
                <a:solidFill>
                  <a:srgbClr val="000000"/>
                </a:solidFill>
                <a:latin typeface="Arial"/>
                <a:ea typeface="Arial"/>
                <a:cs typeface="Arial"/>
              </a:defRPr>
            </a:lvl1pPr>
            <a:lvl2pPr algn="r">
              <a:defRPr sz="1200" b="0">
                <a:solidFill>
                  <a:srgbClr val="000000"/>
                </a:solidFill>
                <a:latin typeface="Arial"/>
                <a:ea typeface="Arial"/>
                <a:cs typeface="Arial"/>
              </a:defRPr>
            </a:lvl2pPr>
            <a:lvl3pPr algn="r">
              <a:defRPr sz="1200" b="0">
                <a:solidFill>
                  <a:srgbClr val="000000"/>
                </a:solidFill>
                <a:latin typeface="Arial"/>
                <a:ea typeface="Arial"/>
                <a:cs typeface="Arial"/>
              </a:defRPr>
            </a:lvl3pPr>
            <a:lvl4pPr algn="r">
              <a:defRPr sz="1200" b="0">
                <a:solidFill>
                  <a:srgbClr val="000000"/>
                </a:solidFill>
                <a:latin typeface="Arial"/>
                <a:ea typeface="Arial"/>
                <a:cs typeface="Arial"/>
              </a:defRPr>
            </a:lvl4pPr>
            <a:lvl5pPr algn="r">
              <a:defRPr sz="1200" b="0">
                <a:solidFill>
                  <a:srgbClr val="000000"/>
                </a:solidFill>
                <a:latin typeface="Arial"/>
                <a:ea typeface="Arial"/>
                <a:cs typeface="Arial"/>
              </a:defRPr>
            </a:lvl5pPr>
            <a:lvl6pPr algn="r">
              <a:defRPr sz="1200" b="0">
                <a:solidFill>
                  <a:srgbClr val="000000"/>
                </a:solidFill>
                <a:latin typeface="Arial"/>
                <a:ea typeface="Arial"/>
                <a:cs typeface="Arial"/>
              </a:defRPr>
            </a:lvl6pPr>
            <a:lvl7pPr algn="r">
              <a:defRPr sz="1200" b="0">
                <a:solidFill>
                  <a:srgbClr val="000000"/>
                </a:solidFill>
                <a:latin typeface="Arial"/>
                <a:ea typeface="Arial"/>
                <a:cs typeface="Arial"/>
              </a:defRPr>
            </a:lvl7pPr>
            <a:lvl8pPr algn="r">
              <a:defRPr sz="1200" b="0">
                <a:solidFill>
                  <a:srgbClr val="000000"/>
                </a:solidFill>
                <a:latin typeface="Arial"/>
                <a:ea typeface="Arial"/>
                <a:cs typeface="Arial"/>
              </a:defRPr>
            </a:lvl8pPr>
            <a:lvl9pPr algn="r">
              <a:defRPr sz="1200" b="0">
                <a:solidFill>
                  <a:srgbClr val="000000"/>
                </a:solidFill>
                <a:latin typeface="Arial"/>
                <a:ea typeface="Arial"/>
                <a:cs typeface="Arial"/>
              </a:defRPr>
            </a:lvl9pPr>
          </a:lstStyle>
          <a:p>
            <a:pPr algn="r">
              <a:defRPr sz="1200" b="0">
                <a:solidFill>
                  <a:srgbClr val="000000"/>
                </a:solidFill>
                <a:latin typeface="Arial"/>
                <a:ea typeface="Arial"/>
                <a:cs typeface="Arial"/>
              </a:defRPr>
            </a:pPr>
            <a:r>
              <a:rPr sz="1200" b="0">
                <a:solidFill>
                  <a:srgbClr val="000000"/>
                </a:solidFill>
                <a:latin typeface="Arial"/>
                <a:ea typeface="Arial"/>
                <a:cs typeface="Arial"/>
              </a:rPr>
              <a:t>0</a:t>
            </a:r>
          </a:p>
        </p:txBody>
      </p:sp>
      <p:sp>
        <p:nvSpPr>
          <p:cNvPr id="220" name="line_066">
            <a:extLst>
              <a:ext uri="{FF2B5EF4-FFF2-40B4-BE49-F238E27FC236}">
                <ns2:creationId id="{17413A31-C99A-40F1-B306-E285AFAC8DB3}"/>
              </a:ext>
            </a:extLst>
          </p:cNvPr>
          <p:cNvSpPr>
            <a:spLocks noGrp="1"/>
          </p:cNvSpPr>
          <p:nvPr/>
        </p:nvSpPr>
        <p:spPr>
          <a:xfrm>
            <a:off x="8486775" y="7303696"/>
            <a:ext cx="38100" cy="95"/>
          </a:xfrm>
          <a:custGeom>
            <a:pathLst>
              <a:path w="38100" h="95">
                <a:moveTo>
                  <a:pt x="0" y="0"/>
                </a:moveTo>
                <a:lnTo>
                  <a:pt x="38100" y="0"/>
                </a:lnTo>
              </a:path>
            </a:pathLst>
          </a:custGeom>
          <a:noFill/>
          <a:ln w="6668">
            <a:solidFill>
              <a:srgbClr val="000000"/>
            </a:solidFill>
            <a:prstDash val="solid"/>
          </a:ln>
        </p:spPr>
      </p:sp>
      <p:sp>
        <p:nvSpPr>
          <p:cNvPr id="221" name="text_067">
            <a:extLst>
              <a:ext uri="{FF2B5EF4-FFF2-40B4-BE49-F238E27FC236}">
                <ns2:creationId id="{AC0EDB2A-BBC5-47D6-9A3A-4DAFAE2B9E3B}"/>
              </a:ext>
            </a:extLst>
          </p:cNvPr>
          <p:cNvSpPr>
            <a:spLocks noGrp="1"/>
          </p:cNvSpPr>
          <p:nvPr/>
        </p:nvSpPr>
        <p:spPr>
          <a:xfrm rot="0">
            <a:off x="8001000" y="6115574"/>
            <a:ext cx="457200" cy="200025"/>
          </a:xfrm>
          <a:prstGeom prst="rect">
            <a:avLst/>
          </a:prstGeom>
          <a:noFill/>
          <a:ln w="0">
            <a:noFill/>
            <a:prstDash val="solid"/>
          </a:ln>
        </p:spPr>
        <p:txBody>
          <a:bodyPr wrap="none" lIns="0" tIns="0" rIns="0" bIns="0" anchor="t">
            <a:noAutofit/>
          </a:bodyPr>
          <a:lstStyle>
            <a:defPPr algn="r">
              <a:defRPr sz="1200" b="0">
                <a:solidFill>
                  <a:srgbClr val="000000"/>
                </a:solidFill>
                <a:latin typeface="Arial"/>
                <a:ea typeface="Arial"/>
                <a:cs typeface="Arial"/>
              </a:defRPr>
            </a:defPPr>
            <a:lvl1pPr algn="r">
              <a:defRPr sz="1200" b="0">
                <a:solidFill>
                  <a:srgbClr val="000000"/>
                </a:solidFill>
                <a:latin typeface="Arial"/>
                <a:ea typeface="Arial"/>
                <a:cs typeface="Arial"/>
              </a:defRPr>
            </a:lvl1pPr>
            <a:lvl2pPr algn="r">
              <a:defRPr sz="1200" b="0">
                <a:solidFill>
                  <a:srgbClr val="000000"/>
                </a:solidFill>
                <a:latin typeface="Arial"/>
                <a:ea typeface="Arial"/>
                <a:cs typeface="Arial"/>
              </a:defRPr>
            </a:lvl2pPr>
            <a:lvl3pPr algn="r">
              <a:defRPr sz="1200" b="0">
                <a:solidFill>
                  <a:srgbClr val="000000"/>
                </a:solidFill>
                <a:latin typeface="Arial"/>
                <a:ea typeface="Arial"/>
                <a:cs typeface="Arial"/>
              </a:defRPr>
            </a:lvl3pPr>
            <a:lvl4pPr algn="r">
              <a:defRPr sz="1200" b="0">
                <a:solidFill>
                  <a:srgbClr val="000000"/>
                </a:solidFill>
                <a:latin typeface="Arial"/>
                <a:ea typeface="Arial"/>
                <a:cs typeface="Arial"/>
              </a:defRPr>
            </a:lvl4pPr>
            <a:lvl5pPr algn="r">
              <a:defRPr sz="1200" b="0">
                <a:solidFill>
                  <a:srgbClr val="000000"/>
                </a:solidFill>
                <a:latin typeface="Arial"/>
                <a:ea typeface="Arial"/>
                <a:cs typeface="Arial"/>
              </a:defRPr>
            </a:lvl5pPr>
            <a:lvl6pPr algn="r">
              <a:defRPr sz="1200" b="0">
                <a:solidFill>
                  <a:srgbClr val="000000"/>
                </a:solidFill>
                <a:latin typeface="Arial"/>
                <a:ea typeface="Arial"/>
                <a:cs typeface="Arial"/>
              </a:defRPr>
            </a:lvl6pPr>
            <a:lvl7pPr algn="r">
              <a:defRPr sz="1200" b="0">
                <a:solidFill>
                  <a:srgbClr val="000000"/>
                </a:solidFill>
                <a:latin typeface="Arial"/>
                <a:ea typeface="Arial"/>
                <a:cs typeface="Arial"/>
              </a:defRPr>
            </a:lvl7pPr>
            <a:lvl8pPr algn="r">
              <a:defRPr sz="1200" b="0">
                <a:solidFill>
                  <a:srgbClr val="000000"/>
                </a:solidFill>
                <a:latin typeface="Arial"/>
                <a:ea typeface="Arial"/>
                <a:cs typeface="Arial"/>
              </a:defRPr>
            </a:lvl8pPr>
            <a:lvl9pPr algn="r">
              <a:defRPr sz="1200" b="0">
                <a:solidFill>
                  <a:srgbClr val="000000"/>
                </a:solidFill>
                <a:latin typeface="Arial"/>
                <a:ea typeface="Arial"/>
                <a:cs typeface="Arial"/>
              </a:defRPr>
            </a:lvl9pPr>
          </a:lstStyle>
          <a:p>
            <a:pPr algn="r">
              <a:defRPr sz="1200" b="0">
                <a:solidFill>
                  <a:srgbClr val="000000"/>
                </a:solidFill>
                <a:latin typeface="Arial"/>
                <a:ea typeface="Arial"/>
                <a:cs typeface="Arial"/>
              </a:defRPr>
            </a:pPr>
            <a:r>
              <a:rPr sz="1200" b="0">
                <a:solidFill>
                  <a:srgbClr val="000000"/>
                </a:solidFill>
                <a:latin typeface="Arial"/>
                <a:ea typeface="Arial"/>
                <a:cs typeface="Arial"/>
              </a:rPr>
              <a:t>5.53</a:t>
            </a:r>
          </a:p>
        </p:txBody>
      </p:sp>
      <p:sp>
        <p:nvSpPr>
          <p:cNvPr id="222" name="line_068">
            <a:extLst>
              <a:ext uri="{FF2B5EF4-FFF2-40B4-BE49-F238E27FC236}">
                <ns2:creationId id="{2EF0C38F-FE42-4B9C-A9E9-018AD974F0F2}"/>
              </a:ext>
            </a:extLst>
          </p:cNvPr>
          <p:cNvSpPr>
            <a:spLocks noGrp="1"/>
          </p:cNvSpPr>
          <p:nvPr/>
        </p:nvSpPr>
        <p:spPr>
          <a:xfrm>
            <a:off x="8486775" y="6201299"/>
            <a:ext cx="38100" cy="95"/>
          </a:xfrm>
          <a:custGeom>
            <a:pathLst>
              <a:path w="38100" h="95">
                <a:moveTo>
                  <a:pt x="0" y="0"/>
                </a:moveTo>
                <a:lnTo>
                  <a:pt x="38100" y="0"/>
                </a:lnTo>
              </a:path>
            </a:pathLst>
          </a:custGeom>
          <a:noFill/>
          <a:ln w="6668">
            <a:solidFill>
              <a:srgbClr val="000000"/>
            </a:solidFill>
            <a:prstDash val="solid"/>
          </a:ln>
        </p:spPr>
      </p:sp>
      <p:sp>
        <p:nvSpPr>
          <p:cNvPr id="223" name="text_069">
            <a:extLst>
              <a:ext uri="{FF2B5EF4-FFF2-40B4-BE49-F238E27FC236}">
                <ns2:creationId id="{A3774B5B-753E-425B-B9F5-94349B2B476E}"/>
              </a:ext>
            </a:extLst>
          </p:cNvPr>
          <p:cNvSpPr>
            <a:spLocks noGrp="1"/>
          </p:cNvSpPr>
          <p:nvPr/>
        </p:nvSpPr>
        <p:spPr>
          <a:xfrm rot="0">
            <a:off x="8524875" y="8010525"/>
            <a:ext cx="2924175" cy="228600"/>
          </a:xfrm>
          <a:prstGeom prst="rect">
            <a:avLst/>
          </a:prstGeom>
          <a:noFill/>
          <a:ln w="0">
            <a:noFill/>
            <a:prstDash val="solid"/>
          </a:ln>
        </p:spPr>
        <p:txBody>
          <a:bodyPr wrap="none" lIns="0" tIns="0" rIns="0" bIns="0" anchor="t">
            <a:noAutofit/>
          </a:bodyPr>
          <a:lstStyle>
            <a:defPPr algn="ctr">
              <a:defRPr sz="1275" b="0">
                <a:solidFill>
                  <a:srgbClr val="000000"/>
                </a:solidFill>
                <a:latin typeface="Arial"/>
                <a:ea typeface="Arial"/>
                <a:cs typeface="Arial"/>
              </a:defRPr>
            </a:defPPr>
            <a:lvl1pPr algn="ctr">
              <a:defRPr sz="1275" b="0">
                <a:solidFill>
                  <a:srgbClr val="000000"/>
                </a:solidFill>
                <a:latin typeface="Arial"/>
                <a:ea typeface="Arial"/>
                <a:cs typeface="Arial"/>
              </a:defRPr>
            </a:lvl1pPr>
            <a:lvl2pPr algn="ctr">
              <a:defRPr sz="1275" b="0">
                <a:solidFill>
                  <a:srgbClr val="000000"/>
                </a:solidFill>
                <a:latin typeface="Arial"/>
                <a:ea typeface="Arial"/>
                <a:cs typeface="Arial"/>
              </a:defRPr>
            </a:lvl2pPr>
            <a:lvl3pPr algn="ctr">
              <a:defRPr sz="1275" b="0">
                <a:solidFill>
                  <a:srgbClr val="000000"/>
                </a:solidFill>
                <a:latin typeface="Arial"/>
                <a:ea typeface="Arial"/>
                <a:cs typeface="Arial"/>
              </a:defRPr>
            </a:lvl3pPr>
            <a:lvl4pPr algn="ctr">
              <a:defRPr sz="1275" b="0">
                <a:solidFill>
                  <a:srgbClr val="000000"/>
                </a:solidFill>
                <a:latin typeface="Arial"/>
                <a:ea typeface="Arial"/>
                <a:cs typeface="Arial"/>
              </a:defRPr>
            </a:lvl4pPr>
            <a:lvl5pPr algn="ctr">
              <a:defRPr sz="1275" b="0">
                <a:solidFill>
                  <a:srgbClr val="000000"/>
                </a:solidFill>
                <a:latin typeface="Arial"/>
                <a:ea typeface="Arial"/>
                <a:cs typeface="Arial"/>
              </a:defRPr>
            </a:lvl5pPr>
            <a:lvl6pPr algn="ctr">
              <a:defRPr sz="1275" b="0">
                <a:solidFill>
                  <a:srgbClr val="000000"/>
                </a:solidFill>
                <a:latin typeface="Arial"/>
                <a:ea typeface="Arial"/>
                <a:cs typeface="Arial"/>
              </a:defRPr>
            </a:lvl6pPr>
            <a:lvl7pPr algn="ctr">
              <a:defRPr sz="1275" b="0">
                <a:solidFill>
                  <a:srgbClr val="000000"/>
                </a:solidFill>
                <a:latin typeface="Arial"/>
                <a:ea typeface="Arial"/>
                <a:cs typeface="Arial"/>
              </a:defRPr>
            </a:lvl7pPr>
            <a:lvl8pPr algn="ctr">
              <a:defRPr sz="1275" b="0">
                <a:solidFill>
                  <a:srgbClr val="000000"/>
                </a:solidFill>
                <a:latin typeface="Arial"/>
                <a:ea typeface="Arial"/>
                <a:cs typeface="Arial"/>
              </a:defRPr>
            </a:lvl8pPr>
            <a:lvl9pPr algn="ctr">
              <a:defRPr sz="1275" b="0">
                <a:solidFill>
                  <a:srgbClr val="000000"/>
                </a:solidFill>
                <a:latin typeface="Arial"/>
                <a:ea typeface="Arial"/>
                <a:cs typeface="Arial"/>
              </a:defRPr>
            </a:lvl9pPr>
          </a:lstStyle>
          <a:p>
            <a:pPr algn="ctr">
              <a:defRPr sz="1275" b="0">
                <a:solidFill>
                  <a:srgbClr val="000000"/>
                </a:solidFill>
                <a:latin typeface="Arial"/>
                <a:ea typeface="Arial"/>
                <a:cs typeface="Arial"/>
              </a:defRPr>
            </a:pPr>
            <a:r>
              <a:rPr sz="1275" b="0">
                <a:solidFill>
                  <a:srgbClr val="000000"/>
                </a:solidFill>
                <a:latin typeface="Arial"/>
                <a:ea typeface="Arial"/>
                <a:cs typeface="Arial"/>
              </a:rPr>
              <a:t>Normalized reference coordinate</a:t>
            </a:r>
          </a:p>
        </p:txBody>
      </p:sp>
      <p:sp>
        <p:nvSpPr>
          <p:cNvPr id="224" name="complete_saved_P_Q_profile">
            <a:extLst>
              <a:ext uri="{FF2B5EF4-FFF2-40B4-BE49-F238E27FC236}">
                <ns2:creationId id="{4EFEC1EF-9D7A-4249-9CF0-8C60982AB9F3}"/>
              </a:ext>
            </a:extLst>
          </p:cNvPr>
          <p:cNvSpPr>
            <a:spLocks noGrp="1"/>
          </p:cNvSpPr>
          <p:nvPr/>
        </p:nvSpPr>
        <p:spPr>
          <a:xfrm>
            <a:off x="8524875" y="6200775"/>
            <a:ext cx="2924175" cy="1524000"/>
          </a:xfrm>
          <a:custGeom>
            <a:pathLst>
              <a:path w="2924175" h="1524000">
                <a:moveTo>
                  <a:pt x="0" y="1524000"/>
                </a:moveTo>
                <a:lnTo>
                  <a:pt x="2499" y="1274395"/>
                </a:lnTo>
                <a:lnTo>
                  <a:pt x="6425" y="1199462"/>
                </a:lnTo>
                <a:lnTo>
                  <a:pt x="15617" y="1147112"/>
                </a:lnTo>
                <a:lnTo>
                  <a:pt x="19544" y="1139103"/>
                </a:lnTo>
                <a:lnTo>
                  <a:pt x="30431" y="1128165"/>
                </a:lnTo>
                <a:lnTo>
                  <a:pt x="47655" y="1120415"/>
                </a:lnTo>
                <a:lnTo>
                  <a:pt x="69698" y="1116311"/>
                </a:lnTo>
                <a:lnTo>
                  <a:pt x="156351" y="1111314"/>
                </a:lnTo>
                <a:lnTo>
                  <a:pt x="531968" y="1102951"/>
                </a:lnTo>
                <a:lnTo>
                  <a:pt x="532147" y="1006382"/>
                </a:lnTo>
                <a:lnTo>
                  <a:pt x="532236" y="1102939"/>
                </a:lnTo>
                <a:lnTo>
                  <a:pt x="541874" y="1102921"/>
                </a:lnTo>
                <a:lnTo>
                  <a:pt x="542053" y="1071372"/>
                </a:lnTo>
                <a:lnTo>
                  <a:pt x="542410" y="1102921"/>
                </a:lnTo>
                <a:lnTo>
                  <a:pt x="548121" y="1100760"/>
                </a:lnTo>
                <a:lnTo>
                  <a:pt x="550263" y="1096131"/>
                </a:lnTo>
                <a:lnTo>
                  <a:pt x="552137" y="1057084"/>
                </a:lnTo>
                <a:lnTo>
                  <a:pt x="552940" y="229346"/>
                </a:lnTo>
                <a:lnTo>
                  <a:pt x="554100" y="999632"/>
                </a:lnTo>
                <a:lnTo>
                  <a:pt x="555439" y="1057052"/>
                </a:lnTo>
                <a:lnTo>
                  <a:pt x="562043" y="1039785"/>
                </a:lnTo>
                <a:lnTo>
                  <a:pt x="562310" y="1031419"/>
                </a:lnTo>
                <a:lnTo>
                  <a:pt x="565166" y="807359"/>
                </a:lnTo>
                <a:lnTo>
                  <a:pt x="565345" y="0"/>
                </a:lnTo>
                <a:lnTo>
                  <a:pt x="565523" y="344437"/>
                </a:lnTo>
                <a:lnTo>
                  <a:pt x="570431" y="807287"/>
                </a:lnTo>
                <a:lnTo>
                  <a:pt x="575429" y="157095"/>
                </a:lnTo>
                <a:lnTo>
                  <a:pt x="577838" y="1039831"/>
                </a:lnTo>
                <a:lnTo>
                  <a:pt x="585246" y="1002132"/>
                </a:lnTo>
                <a:lnTo>
                  <a:pt x="585424" y="925782"/>
                </a:lnTo>
                <a:lnTo>
                  <a:pt x="585513" y="999541"/>
                </a:lnTo>
                <a:lnTo>
                  <a:pt x="590868" y="956896"/>
                </a:lnTo>
                <a:lnTo>
                  <a:pt x="595062" y="898950"/>
                </a:lnTo>
                <a:lnTo>
                  <a:pt x="595151" y="853211"/>
                </a:lnTo>
                <a:lnTo>
                  <a:pt x="595241" y="898333"/>
                </a:lnTo>
                <a:lnTo>
                  <a:pt x="604879" y="896986"/>
                </a:lnTo>
                <a:lnTo>
                  <a:pt x="604968" y="854437"/>
                </a:lnTo>
                <a:lnTo>
                  <a:pt x="605057" y="896281"/>
                </a:lnTo>
                <a:lnTo>
                  <a:pt x="610144" y="867579"/>
                </a:lnTo>
                <a:lnTo>
                  <a:pt x="614606" y="825158"/>
                </a:lnTo>
                <a:lnTo>
                  <a:pt x="614784" y="750847"/>
                </a:lnTo>
                <a:lnTo>
                  <a:pt x="614963" y="824562"/>
                </a:lnTo>
                <a:lnTo>
                  <a:pt x="619871" y="824850"/>
                </a:lnTo>
                <a:lnTo>
                  <a:pt x="624779" y="750663"/>
                </a:lnTo>
                <a:lnTo>
                  <a:pt x="629420" y="1001441"/>
                </a:lnTo>
                <a:lnTo>
                  <a:pt x="634596" y="927551"/>
                </a:lnTo>
                <a:lnTo>
                  <a:pt x="634864" y="581205"/>
                </a:lnTo>
                <a:lnTo>
                  <a:pt x="635488" y="927422"/>
                </a:lnTo>
                <a:lnTo>
                  <a:pt x="640397" y="927436"/>
                </a:lnTo>
                <a:lnTo>
                  <a:pt x="645216" y="870580"/>
                </a:lnTo>
                <a:lnTo>
                  <a:pt x="645483" y="533202"/>
                </a:lnTo>
                <a:lnTo>
                  <a:pt x="645751" y="893369"/>
                </a:lnTo>
                <a:lnTo>
                  <a:pt x="648339" y="946948"/>
                </a:lnTo>
                <a:lnTo>
                  <a:pt x="657353" y="997570"/>
                </a:lnTo>
                <a:lnTo>
                  <a:pt x="677075" y="1049987"/>
                </a:lnTo>
                <a:lnTo>
                  <a:pt x="677253" y="1011423"/>
                </a:lnTo>
                <a:lnTo>
                  <a:pt x="677343" y="1049997"/>
                </a:lnTo>
                <a:lnTo>
                  <a:pt x="686892" y="1055185"/>
                </a:lnTo>
                <a:lnTo>
                  <a:pt x="686981" y="1014790"/>
                </a:lnTo>
                <a:lnTo>
                  <a:pt x="687070" y="1055185"/>
                </a:lnTo>
                <a:lnTo>
                  <a:pt x="718483" y="1072409"/>
                </a:lnTo>
                <a:lnTo>
                  <a:pt x="739544" y="1061229"/>
                </a:lnTo>
                <a:lnTo>
                  <a:pt x="739722" y="978725"/>
                </a:lnTo>
                <a:lnTo>
                  <a:pt x="739812" y="1061212"/>
                </a:lnTo>
                <a:lnTo>
                  <a:pt x="784611" y="1059122"/>
                </a:lnTo>
                <a:lnTo>
                  <a:pt x="784789" y="986910"/>
                </a:lnTo>
                <a:lnTo>
                  <a:pt x="784879" y="1059120"/>
                </a:lnTo>
                <a:lnTo>
                  <a:pt x="1005751" y="1040487"/>
                </a:lnTo>
                <a:lnTo>
                  <a:pt x="1006465" y="984750"/>
                </a:lnTo>
                <a:lnTo>
                  <a:pt x="1006733" y="1040409"/>
                </a:lnTo>
                <a:lnTo>
                  <a:pt x="1016282" y="1040389"/>
                </a:lnTo>
                <a:lnTo>
                  <a:pt x="1016549" y="984675"/>
                </a:lnTo>
                <a:lnTo>
                  <a:pt x="1016906" y="1040333"/>
                </a:lnTo>
                <a:lnTo>
                  <a:pt x="1031274" y="1040389"/>
                </a:lnTo>
                <a:lnTo>
                  <a:pt x="1038414" y="1023515"/>
                </a:lnTo>
                <a:lnTo>
                  <a:pt x="1045553" y="1017890"/>
                </a:lnTo>
                <a:lnTo>
                  <a:pt x="1047070" y="910945"/>
                </a:lnTo>
                <a:lnTo>
                  <a:pt x="1049837" y="1040376"/>
                </a:lnTo>
                <a:lnTo>
                  <a:pt x="1068220" y="1068981"/>
                </a:lnTo>
                <a:lnTo>
                  <a:pt x="1076252" y="1048148"/>
                </a:lnTo>
                <a:lnTo>
                  <a:pt x="1083570" y="1001233"/>
                </a:lnTo>
                <a:lnTo>
                  <a:pt x="1083748" y="837440"/>
                </a:lnTo>
                <a:lnTo>
                  <a:pt x="1084284" y="1001071"/>
                </a:lnTo>
                <a:lnTo>
                  <a:pt x="1126763" y="996212"/>
                </a:lnTo>
                <a:lnTo>
                  <a:pt x="1127030" y="840719"/>
                </a:lnTo>
                <a:lnTo>
                  <a:pt x="1127387" y="995219"/>
                </a:lnTo>
                <a:lnTo>
                  <a:pt x="1435895" y="995482"/>
                </a:lnTo>
                <a:lnTo>
                  <a:pt x="1436074" y="936068"/>
                </a:lnTo>
                <a:lnTo>
                  <a:pt x="1436520" y="1001043"/>
                </a:lnTo>
                <a:lnTo>
                  <a:pt x="1445801" y="1064154"/>
                </a:lnTo>
                <a:lnTo>
                  <a:pt x="1446247" y="967723"/>
                </a:lnTo>
                <a:lnTo>
                  <a:pt x="1447407" y="1064116"/>
                </a:lnTo>
                <a:lnTo>
                  <a:pt x="1457045" y="1065406"/>
                </a:lnTo>
                <a:lnTo>
                  <a:pt x="1457492" y="967525"/>
                </a:lnTo>
                <a:lnTo>
                  <a:pt x="1458741" y="1065409"/>
                </a:lnTo>
                <a:lnTo>
                  <a:pt x="1566902" y="1073415"/>
                </a:lnTo>
                <a:lnTo>
                  <a:pt x="1568062" y="982527"/>
                </a:lnTo>
                <a:lnTo>
                  <a:pt x="1568597" y="1073431"/>
                </a:lnTo>
                <a:lnTo>
                  <a:pt x="1578146" y="1073739"/>
                </a:lnTo>
                <a:lnTo>
                  <a:pt x="1578592" y="983600"/>
                </a:lnTo>
                <a:lnTo>
                  <a:pt x="1579842" y="1073717"/>
                </a:lnTo>
                <a:lnTo>
                  <a:pt x="1834358" y="1087962"/>
                </a:lnTo>
                <a:lnTo>
                  <a:pt x="1854170" y="1083254"/>
                </a:lnTo>
                <a:lnTo>
                  <a:pt x="1856312" y="888722"/>
                </a:lnTo>
                <a:lnTo>
                  <a:pt x="1857026" y="1048686"/>
                </a:lnTo>
                <a:lnTo>
                  <a:pt x="1861934" y="1083203"/>
                </a:lnTo>
                <a:lnTo>
                  <a:pt x="1866753" y="1044997"/>
                </a:lnTo>
                <a:lnTo>
                  <a:pt x="1867467" y="897531"/>
                </a:lnTo>
                <a:lnTo>
                  <a:pt x="1868716" y="1067258"/>
                </a:lnTo>
                <a:lnTo>
                  <a:pt x="1869609" y="1083123"/>
                </a:lnTo>
                <a:lnTo>
                  <a:pt x="1875231" y="1087983"/>
                </a:lnTo>
                <a:lnTo>
                  <a:pt x="1947873" y="1096042"/>
                </a:lnTo>
                <a:lnTo>
                  <a:pt x="1962063" y="1095205"/>
                </a:lnTo>
                <a:lnTo>
                  <a:pt x="1966257" y="1075642"/>
                </a:lnTo>
                <a:lnTo>
                  <a:pt x="1967417" y="1014281"/>
                </a:lnTo>
                <a:lnTo>
                  <a:pt x="1970005" y="1095209"/>
                </a:lnTo>
                <a:lnTo>
                  <a:pt x="1979554" y="1095108"/>
                </a:lnTo>
                <a:lnTo>
                  <a:pt x="1981696" y="1014324"/>
                </a:lnTo>
                <a:lnTo>
                  <a:pt x="1983213" y="1081252"/>
                </a:lnTo>
                <a:lnTo>
                  <a:pt x="1987497" y="1095107"/>
                </a:lnTo>
                <a:lnTo>
                  <a:pt x="2261289" y="1092203"/>
                </a:lnTo>
                <a:lnTo>
                  <a:pt x="2516520" y="1082893"/>
                </a:lnTo>
                <a:lnTo>
                  <a:pt x="2517680" y="1033748"/>
                </a:lnTo>
                <a:lnTo>
                  <a:pt x="2518126" y="1082884"/>
                </a:lnTo>
                <a:lnTo>
                  <a:pt x="2527764" y="1082402"/>
                </a:lnTo>
                <a:lnTo>
                  <a:pt x="2528835" y="1035484"/>
                </a:lnTo>
                <a:lnTo>
                  <a:pt x="2529192" y="1070931"/>
                </a:lnTo>
                <a:lnTo>
                  <a:pt x="2534101" y="1082481"/>
                </a:lnTo>
                <a:lnTo>
                  <a:pt x="2538920" y="1082391"/>
                </a:lnTo>
                <a:lnTo>
                  <a:pt x="2539812" y="946660"/>
                </a:lnTo>
                <a:lnTo>
                  <a:pt x="2540437" y="1091428"/>
                </a:lnTo>
                <a:lnTo>
                  <a:pt x="2541151" y="1096130"/>
                </a:lnTo>
                <a:lnTo>
                  <a:pt x="2547219" y="1101112"/>
                </a:lnTo>
                <a:lnTo>
                  <a:pt x="2550253" y="946257"/>
                </a:lnTo>
                <a:lnTo>
                  <a:pt x="2551503" y="1059764"/>
                </a:lnTo>
                <a:lnTo>
                  <a:pt x="2556411" y="1059797"/>
                </a:lnTo>
                <a:lnTo>
                  <a:pt x="2561230" y="1023114"/>
                </a:lnTo>
                <a:lnTo>
                  <a:pt x="2561587" y="951659"/>
                </a:lnTo>
                <a:lnTo>
                  <a:pt x="2562479" y="1054011"/>
                </a:lnTo>
                <a:lnTo>
                  <a:pt x="2566584" y="1099534"/>
                </a:lnTo>
                <a:lnTo>
                  <a:pt x="2572385" y="1090747"/>
                </a:lnTo>
                <a:lnTo>
                  <a:pt x="2574170" y="998513"/>
                </a:lnTo>
                <a:lnTo>
                  <a:pt x="2575241" y="1069189"/>
                </a:lnTo>
                <a:lnTo>
                  <a:pt x="2579346" y="1090729"/>
                </a:lnTo>
                <a:lnTo>
                  <a:pt x="2584254" y="1090739"/>
                </a:lnTo>
                <a:lnTo>
                  <a:pt x="2589073" y="1079632"/>
                </a:lnTo>
                <a:lnTo>
                  <a:pt x="2590858" y="1000546"/>
                </a:lnTo>
                <a:lnTo>
                  <a:pt x="2592286" y="1075634"/>
                </a:lnTo>
                <a:lnTo>
                  <a:pt x="2596213" y="1090738"/>
                </a:lnTo>
                <a:lnTo>
                  <a:pt x="2708121" y="1097843"/>
                </a:lnTo>
                <a:lnTo>
                  <a:pt x="2801646" y="1100571"/>
                </a:lnTo>
                <a:lnTo>
                  <a:pt x="2806109" y="1092615"/>
                </a:lnTo>
                <a:lnTo>
                  <a:pt x="2813159" y="1057310"/>
                </a:lnTo>
                <a:lnTo>
                  <a:pt x="2815568" y="976780"/>
                </a:lnTo>
                <a:lnTo>
                  <a:pt x="2820476" y="1012217"/>
                </a:lnTo>
                <a:lnTo>
                  <a:pt x="2825295" y="975374"/>
                </a:lnTo>
                <a:lnTo>
                  <a:pt x="2825920" y="1100738"/>
                </a:lnTo>
                <a:lnTo>
                  <a:pt x="2835023" y="1101998"/>
                </a:lnTo>
                <a:lnTo>
                  <a:pt x="2839931" y="1060895"/>
                </a:lnTo>
                <a:lnTo>
                  <a:pt x="2840734" y="986254"/>
                </a:lnTo>
                <a:lnTo>
                  <a:pt x="2841537" y="1061093"/>
                </a:lnTo>
                <a:lnTo>
                  <a:pt x="2846356" y="1091321"/>
                </a:lnTo>
                <a:lnTo>
                  <a:pt x="2851979" y="1099152"/>
                </a:lnTo>
                <a:lnTo>
                  <a:pt x="2869559" y="1102911"/>
                </a:lnTo>
                <a:lnTo>
                  <a:pt x="2923997" y="1103148"/>
                </a:lnTo>
                <a:lnTo>
                  <a:pt x="2924175" y="1070118"/>
                </a:lnTo>
              </a:path>
            </a:pathLst>
          </a:custGeom>
          <a:noFill/>
          <a:ln w="13335">
            <a:solidFill>
              <a:srgbClr val="0072B2"/>
            </a:solidFill>
            <a:prstDash val="dash"/>
          </a:ln>
        </p:spPr>
      </p:sp>
      <p:sp>
        <p:nvSpPr>
          <p:cNvPr id="225" name="complete_saved_R2_Q_profile">
            <a:extLst>
              <a:ext uri="{FF2B5EF4-FFF2-40B4-BE49-F238E27FC236}">
                <ns2:creationId id="{B3B7CB51-51A7-4246-A8C9-BFE6953DC349}"/>
              </a:ext>
            </a:extLst>
          </p:cNvPr>
          <p:cNvSpPr>
            <a:spLocks noGrp="1"/>
          </p:cNvSpPr>
          <p:nvPr/>
        </p:nvSpPr>
        <p:spPr>
          <a:xfrm>
            <a:off x="8524875" y="6200775"/>
            <a:ext cx="2924175" cy="1524000"/>
          </a:xfrm>
          <a:custGeom>
            <a:pathLst>
              <a:path w="2924175" h="1524000">
                <a:moveTo>
                  <a:pt x="0" y="1524000"/>
                </a:moveTo>
                <a:lnTo>
                  <a:pt x="2142" y="1200306"/>
                </a:lnTo>
                <a:lnTo>
                  <a:pt x="5176" y="1147783"/>
                </a:lnTo>
                <a:lnTo>
                  <a:pt x="10263" y="1128110"/>
                </a:lnTo>
                <a:lnTo>
                  <a:pt x="16063" y="1120384"/>
                </a:lnTo>
                <a:lnTo>
                  <a:pt x="24452" y="1115935"/>
                </a:lnTo>
                <a:lnTo>
                  <a:pt x="58185" y="1110526"/>
                </a:lnTo>
                <a:lnTo>
                  <a:pt x="122172" y="1105208"/>
                </a:lnTo>
                <a:lnTo>
                  <a:pt x="214983" y="1101849"/>
                </a:lnTo>
                <a:lnTo>
                  <a:pt x="224085" y="1098116"/>
                </a:lnTo>
                <a:lnTo>
                  <a:pt x="228280" y="1087979"/>
                </a:lnTo>
                <a:lnTo>
                  <a:pt x="230778" y="1072409"/>
                </a:lnTo>
                <a:lnTo>
                  <a:pt x="232742" y="996564"/>
                </a:lnTo>
                <a:lnTo>
                  <a:pt x="233813" y="229135"/>
                </a:lnTo>
                <a:lnTo>
                  <a:pt x="234705" y="1108708"/>
                </a:lnTo>
                <a:lnTo>
                  <a:pt x="234794" y="1057064"/>
                </a:lnTo>
                <a:lnTo>
                  <a:pt x="241309" y="1037402"/>
                </a:lnTo>
                <a:lnTo>
                  <a:pt x="244254" y="807359"/>
                </a:lnTo>
                <a:lnTo>
                  <a:pt x="244432" y="0"/>
                </a:lnTo>
                <a:lnTo>
                  <a:pt x="244700" y="344437"/>
                </a:lnTo>
                <a:lnTo>
                  <a:pt x="248448" y="489587"/>
                </a:lnTo>
                <a:lnTo>
                  <a:pt x="251393" y="858917"/>
                </a:lnTo>
                <a:lnTo>
                  <a:pt x="254517" y="342718"/>
                </a:lnTo>
                <a:lnTo>
                  <a:pt x="258176" y="157095"/>
                </a:lnTo>
                <a:lnTo>
                  <a:pt x="259514" y="1039785"/>
                </a:lnTo>
                <a:lnTo>
                  <a:pt x="263619" y="1072409"/>
                </a:lnTo>
                <a:lnTo>
                  <a:pt x="276292" y="1091438"/>
                </a:lnTo>
                <a:lnTo>
                  <a:pt x="358304" y="1091461"/>
                </a:lnTo>
                <a:lnTo>
                  <a:pt x="358483" y="1071372"/>
                </a:lnTo>
                <a:lnTo>
                  <a:pt x="358572" y="1091461"/>
                </a:lnTo>
                <a:lnTo>
                  <a:pt x="443976" y="1091461"/>
                </a:lnTo>
                <a:lnTo>
                  <a:pt x="449866" y="1084609"/>
                </a:lnTo>
                <a:lnTo>
                  <a:pt x="457184" y="1072409"/>
                </a:lnTo>
                <a:lnTo>
                  <a:pt x="465305" y="1002132"/>
                </a:lnTo>
                <a:lnTo>
                  <a:pt x="467625" y="854437"/>
                </a:lnTo>
                <a:lnTo>
                  <a:pt x="467804" y="898285"/>
                </a:lnTo>
                <a:lnTo>
                  <a:pt x="475835" y="947911"/>
                </a:lnTo>
                <a:lnTo>
                  <a:pt x="489311" y="947911"/>
                </a:lnTo>
                <a:lnTo>
                  <a:pt x="489400" y="925782"/>
                </a:lnTo>
                <a:lnTo>
                  <a:pt x="489489" y="947911"/>
                </a:lnTo>
                <a:lnTo>
                  <a:pt x="495558" y="947911"/>
                </a:lnTo>
                <a:lnTo>
                  <a:pt x="499217" y="853211"/>
                </a:lnTo>
                <a:lnTo>
                  <a:pt x="499306" y="947911"/>
                </a:lnTo>
                <a:lnTo>
                  <a:pt x="499395" y="898285"/>
                </a:lnTo>
                <a:lnTo>
                  <a:pt x="509926" y="867266"/>
                </a:lnTo>
                <a:lnTo>
                  <a:pt x="518582" y="824562"/>
                </a:lnTo>
                <a:lnTo>
                  <a:pt x="518761" y="750847"/>
                </a:lnTo>
                <a:lnTo>
                  <a:pt x="522955" y="804888"/>
                </a:lnTo>
                <a:lnTo>
                  <a:pt x="523669" y="876481"/>
                </a:lnTo>
                <a:lnTo>
                  <a:pt x="524204" y="810156"/>
                </a:lnTo>
                <a:lnTo>
                  <a:pt x="528577" y="750663"/>
                </a:lnTo>
                <a:lnTo>
                  <a:pt x="531165" y="875593"/>
                </a:lnTo>
                <a:lnTo>
                  <a:pt x="538751" y="956425"/>
                </a:lnTo>
                <a:lnTo>
                  <a:pt x="546604" y="1002132"/>
                </a:lnTo>
                <a:lnTo>
                  <a:pt x="546693" y="1053801"/>
                </a:lnTo>
                <a:lnTo>
                  <a:pt x="546782" y="1002131"/>
                </a:lnTo>
                <a:lnTo>
                  <a:pt x="559901" y="967201"/>
                </a:lnTo>
                <a:lnTo>
                  <a:pt x="569182" y="927422"/>
                </a:lnTo>
                <a:lnTo>
                  <a:pt x="569807" y="581205"/>
                </a:lnTo>
                <a:lnTo>
                  <a:pt x="569985" y="859019"/>
                </a:lnTo>
                <a:lnTo>
                  <a:pt x="574269" y="911129"/>
                </a:lnTo>
                <a:lnTo>
                  <a:pt x="574894" y="979066"/>
                </a:lnTo>
                <a:lnTo>
                  <a:pt x="575072" y="923302"/>
                </a:lnTo>
                <a:lnTo>
                  <a:pt x="579713" y="870580"/>
                </a:lnTo>
                <a:lnTo>
                  <a:pt x="579980" y="533202"/>
                </a:lnTo>
                <a:lnTo>
                  <a:pt x="580605" y="927364"/>
                </a:lnTo>
                <a:lnTo>
                  <a:pt x="591225" y="963622"/>
                </a:lnTo>
                <a:lnTo>
                  <a:pt x="605860" y="996825"/>
                </a:lnTo>
                <a:lnTo>
                  <a:pt x="638255" y="1038292"/>
                </a:lnTo>
                <a:lnTo>
                  <a:pt x="651463" y="1049987"/>
                </a:lnTo>
                <a:lnTo>
                  <a:pt x="651552" y="1101625"/>
                </a:lnTo>
                <a:lnTo>
                  <a:pt x="651641" y="1011423"/>
                </a:lnTo>
                <a:lnTo>
                  <a:pt x="651730" y="1049997"/>
                </a:lnTo>
                <a:lnTo>
                  <a:pt x="662886" y="1055180"/>
                </a:lnTo>
                <a:lnTo>
                  <a:pt x="662975" y="1106815"/>
                </a:lnTo>
                <a:lnTo>
                  <a:pt x="663064" y="1014790"/>
                </a:lnTo>
                <a:lnTo>
                  <a:pt x="663153" y="1055185"/>
                </a:lnTo>
                <a:lnTo>
                  <a:pt x="696887" y="1072409"/>
                </a:lnTo>
                <a:lnTo>
                  <a:pt x="696976" y="1124047"/>
                </a:lnTo>
                <a:lnTo>
                  <a:pt x="697065" y="1072411"/>
                </a:lnTo>
                <a:lnTo>
                  <a:pt x="719465" y="1061229"/>
                </a:lnTo>
                <a:lnTo>
                  <a:pt x="719643" y="978725"/>
                </a:lnTo>
                <a:lnTo>
                  <a:pt x="719732" y="1112843"/>
                </a:lnTo>
                <a:lnTo>
                  <a:pt x="719822" y="1061207"/>
                </a:lnTo>
                <a:lnTo>
                  <a:pt x="756857" y="1059122"/>
                </a:lnTo>
                <a:lnTo>
                  <a:pt x="757035" y="986910"/>
                </a:lnTo>
                <a:lnTo>
                  <a:pt x="758195" y="1072411"/>
                </a:lnTo>
                <a:lnTo>
                  <a:pt x="767477" y="1092654"/>
                </a:lnTo>
                <a:lnTo>
                  <a:pt x="774973" y="1098150"/>
                </a:lnTo>
                <a:lnTo>
                  <a:pt x="819058" y="1102827"/>
                </a:lnTo>
                <a:lnTo>
                  <a:pt x="888934" y="1102951"/>
                </a:lnTo>
                <a:lnTo>
                  <a:pt x="889023" y="1110750"/>
                </a:lnTo>
                <a:lnTo>
                  <a:pt x="889202" y="1006382"/>
                </a:lnTo>
                <a:lnTo>
                  <a:pt x="889291" y="1110750"/>
                </a:lnTo>
                <a:lnTo>
                  <a:pt x="889380" y="1102951"/>
                </a:lnTo>
                <a:lnTo>
                  <a:pt x="941587" y="1102852"/>
                </a:lnTo>
                <a:lnTo>
                  <a:pt x="975320" y="1098139"/>
                </a:lnTo>
                <a:lnTo>
                  <a:pt x="980942" y="1092699"/>
                </a:lnTo>
                <a:lnTo>
                  <a:pt x="987992" y="1072411"/>
                </a:lnTo>
                <a:lnTo>
                  <a:pt x="990134" y="984750"/>
                </a:lnTo>
                <a:lnTo>
                  <a:pt x="990402" y="1092039"/>
                </a:lnTo>
                <a:lnTo>
                  <a:pt x="990491" y="1040409"/>
                </a:lnTo>
                <a:lnTo>
                  <a:pt x="999951" y="1040389"/>
                </a:lnTo>
                <a:lnTo>
                  <a:pt x="1000218" y="984675"/>
                </a:lnTo>
                <a:lnTo>
                  <a:pt x="1000575" y="1040333"/>
                </a:lnTo>
                <a:lnTo>
                  <a:pt x="1025741" y="1069047"/>
                </a:lnTo>
                <a:lnTo>
                  <a:pt x="1025831" y="1092019"/>
                </a:lnTo>
                <a:lnTo>
                  <a:pt x="1025920" y="1069028"/>
                </a:lnTo>
                <a:lnTo>
                  <a:pt x="1031096" y="1064071"/>
                </a:lnTo>
                <a:lnTo>
                  <a:pt x="1037343" y="1048119"/>
                </a:lnTo>
                <a:lnTo>
                  <a:pt x="1047516" y="1001233"/>
                </a:lnTo>
                <a:lnTo>
                  <a:pt x="1048052" y="837440"/>
                </a:lnTo>
                <a:lnTo>
                  <a:pt x="1048230" y="1001233"/>
                </a:lnTo>
                <a:lnTo>
                  <a:pt x="1050640" y="1052702"/>
                </a:lnTo>
                <a:lnTo>
                  <a:pt x="1055816" y="1052702"/>
                </a:lnTo>
                <a:lnTo>
                  <a:pt x="1057779" y="1040419"/>
                </a:lnTo>
                <a:lnTo>
                  <a:pt x="1058939" y="910945"/>
                </a:lnTo>
                <a:lnTo>
                  <a:pt x="1062152" y="1040376"/>
                </a:lnTo>
                <a:lnTo>
                  <a:pt x="1070719" y="1052702"/>
                </a:lnTo>
                <a:lnTo>
                  <a:pt x="1092405" y="1052702"/>
                </a:lnTo>
                <a:lnTo>
                  <a:pt x="1094457" y="1046362"/>
                </a:lnTo>
                <a:lnTo>
                  <a:pt x="1103381" y="996212"/>
                </a:lnTo>
                <a:lnTo>
                  <a:pt x="1103560" y="840719"/>
                </a:lnTo>
                <a:lnTo>
                  <a:pt x="1104095" y="996212"/>
                </a:lnTo>
                <a:lnTo>
                  <a:pt x="1166386" y="1018113"/>
                </a:lnTo>
                <a:lnTo>
                  <a:pt x="1280437" y="1047619"/>
                </a:lnTo>
                <a:lnTo>
                  <a:pt x="1401716" y="1047838"/>
                </a:lnTo>
                <a:lnTo>
                  <a:pt x="1402430" y="967525"/>
                </a:lnTo>
                <a:lnTo>
                  <a:pt x="1402876" y="1047838"/>
                </a:lnTo>
                <a:lnTo>
                  <a:pt x="1412425" y="1047838"/>
                </a:lnTo>
                <a:lnTo>
                  <a:pt x="1412871" y="967723"/>
                </a:lnTo>
                <a:lnTo>
                  <a:pt x="1413585" y="1047838"/>
                </a:lnTo>
                <a:lnTo>
                  <a:pt x="1436698" y="1047838"/>
                </a:lnTo>
                <a:lnTo>
                  <a:pt x="1461775" y="1018113"/>
                </a:lnTo>
                <a:lnTo>
                  <a:pt x="1475340" y="996212"/>
                </a:lnTo>
                <a:lnTo>
                  <a:pt x="1475518" y="936068"/>
                </a:lnTo>
                <a:lnTo>
                  <a:pt x="1475697" y="995482"/>
                </a:lnTo>
                <a:lnTo>
                  <a:pt x="1479713" y="1008194"/>
                </a:lnTo>
                <a:lnTo>
                  <a:pt x="1494705" y="1041384"/>
                </a:lnTo>
                <a:lnTo>
                  <a:pt x="1509609" y="1062252"/>
                </a:lnTo>
                <a:lnTo>
                  <a:pt x="1521210" y="1068710"/>
                </a:lnTo>
                <a:lnTo>
                  <a:pt x="1547179" y="1073728"/>
                </a:lnTo>
                <a:lnTo>
                  <a:pt x="1547268" y="1125055"/>
                </a:lnTo>
                <a:lnTo>
                  <a:pt x="1548429" y="983600"/>
                </a:lnTo>
                <a:lnTo>
                  <a:pt x="1549053" y="1125055"/>
                </a:lnTo>
                <a:lnTo>
                  <a:pt x="1549143" y="1073728"/>
                </a:lnTo>
                <a:lnTo>
                  <a:pt x="1567705" y="1073415"/>
                </a:lnTo>
                <a:lnTo>
                  <a:pt x="1568686" y="982527"/>
                </a:lnTo>
                <a:lnTo>
                  <a:pt x="1569400" y="1073431"/>
                </a:lnTo>
                <a:lnTo>
                  <a:pt x="1819366" y="1087979"/>
                </a:lnTo>
                <a:lnTo>
                  <a:pt x="1819455" y="1139614"/>
                </a:lnTo>
                <a:lnTo>
                  <a:pt x="1819544" y="1087983"/>
                </a:lnTo>
                <a:lnTo>
                  <a:pt x="1837839" y="1083151"/>
                </a:lnTo>
                <a:lnTo>
                  <a:pt x="1839980" y="888722"/>
                </a:lnTo>
                <a:lnTo>
                  <a:pt x="1840694" y="1047903"/>
                </a:lnTo>
                <a:lnTo>
                  <a:pt x="1845513" y="1081931"/>
                </a:lnTo>
                <a:lnTo>
                  <a:pt x="1845603" y="1134834"/>
                </a:lnTo>
                <a:lnTo>
                  <a:pt x="1845692" y="1081875"/>
                </a:lnTo>
                <a:lnTo>
                  <a:pt x="1850422" y="1047012"/>
                </a:lnTo>
                <a:lnTo>
                  <a:pt x="1851136" y="897531"/>
                </a:lnTo>
                <a:lnTo>
                  <a:pt x="1853188" y="1083123"/>
                </a:lnTo>
                <a:lnTo>
                  <a:pt x="1858989" y="1087983"/>
                </a:lnTo>
                <a:lnTo>
                  <a:pt x="1935558" y="1096131"/>
                </a:lnTo>
                <a:lnTo>
                  <a:pt x="1935647" y="1147762"/>
                </a:lnTo>
                <a:lnTo>
                  <a:pt x="1935737" y="1096130"/>
                </a:lnTo>
                <a:lnTo>
                  <a:pt x="1948766" y="1095209"/>
                </a:lnTo>
                <a:lnTo>
                  <a:pt x="1950997" y="1014281"/>
                </a:lnTo>
                <a:lnTo>
                  <a:pt x="1952335" y="1078900"/>
                </a:lnTo>
                <a:lnTo>
                  <a:pt x="1956708" y="1095205"/>
                </a:lnTo>
                <a:lnTo>
                  <a:pt x="1956798" y="1146839"/>
                </a:lnTo>
                <a:lnTo>
                  <a:pt x="1956887" y="1095208"/>
                </a:lnTo>
                <a:lnTo>
                  <a:pt x="1966614" y="1095108"/>
                </a:lnTo>
                <a:lnTo>
                  <a:pt x="1969024" y="1014324"/>
                </a:lnTo>
                <a:lnTo>
                  <a:pt x="1970362" y="1078945"/>
                </a:lnTo>
                <a:lnTo>
                  <a:pt x="1974467" y="1095107"/>
                </a:lnTo>
                <a:lnTo>
                  <a:pt x="2163927" y="1101112"/>
                </a:lnTo>
                <a:lnTo>
                  <a:pt x="2164016" y="1146738"/>
                </a:lnTo>
                <a:lnTo>
                  <a:pt x="2164105" y="1101112"/>
                </a:lnTo>
                <a:lnTo>
                  <a:pt x="2200070" y="1099168"/>
                </a:lnTo>
                <a:lnTo>
                  <a:pt x="2211314" y="1093753"/>
                </a:lnTo>
                <a:lnTo>
                  <a:pt x="2227199" y="1081319"/>
                </a:lnTo>
                <a:lnTo>
                  <a:pt x="2241121" y="1060230"/>
                </a:lnTo>
                <a:lnTo>
                  <a:pt x="2242459" y="946257"/>
                </a:lnTo>
                <a:lnTo>
                  <a:pt x="2242906" y="1039023"/>
                </a:lnTo>
                <a:lnTo>
                  <a:pt x="2247725" y="1059048"/>
                </a:lnTo>
                <a:lnTo>
                  <a:pt x="2247814" y="1111427"/>
                </a:lnTo>
                <a:lnTo>
                  <a:pt x="2247903" y="1058451"/>
                </a:lnTo>
                <a:lnTo>
                  <a:pt x="2252633" y="1023114"/>
                </a:lnTo>
                <a:lnTo>
                  <a:pt x="2252990" y="951659"/>
                </a:lnTo>
                <a:lnTo>
                  <a:pt x="2254150" y="1059741"/>
                </a:lnTo>
                <a:lnTo>
                  <a:pt x="2266644" y="1076677"/>
                </a:lnTo>
                <a:lnTo>
                  <a:pt x="2280476" y="1088463"/>
                </a:lnTo>
                <a:lnTo>
                  <a:pt x="2298057" y="1097074"/>
                </a:lnTo>
                <a:lnTo>
                  <a:pt x="2309926" y="1099534"/>
                </a:lnTo>
                <a:lnTo>
                  <a:pt x="2310015" y="1146738"/>
                </a:lnTo>
                <a:lnTo>
                  <a:pt x="2310104" y="1099535"/>
                </a:lnTo>
                <a:lnTo>
                  <a:pt x="2394884" y="1090444"/>
                </a:lnTo>
                <a:lnTo>
                  <a:pt x="2398543" y="1068189"/>
                </a:lnTo>
                <a:lnTo>
                  <a:pt x="2399614" y="998513"/>
                </a:lnTo>
                <a:lnTo>
                  <a:pt x="2401220" y="1077893"/>
                </a:lnTo>
                <a:lnTo>
                  <a:pt x="2406218" y="1090355"/>
                </a:lnTo>
                <a:lnTo>
                  <a:pt x="2406307" y="1142369"/>
                </a:lnTo>
                <a:lnTo>
                  <a:pt x="2406396" y="1090331"/>
                </a:lnTo>
                <a:lnTo>
                  <a:pt x="2411394" y="1076222"/>
                </a:lnTo>
                <a:lnTo>
                  <a:pt x="2412911" y="1000546"/>
                </a:lnTo>
                <a:lnTo>
                  <a:pt x="2414071" y="1070860"/>
                </a:lnTo>
                <a:lnTo>
                  <a:pt x="2417640" y="1090329"/>
                </a:lnTo>
                <a:lnTo>
                  <a:pt x="2494120" y="1100353"/>
                </a:lnTo>
                <a:lnTo>
                  <a:pt x="2612722" y="1101998"/>
                </a:lnTo>
                <a:lnTo>
                  <a:pt x="2612812" y="1146738"/>
                </a:lnTo>
                <a:lnTo>
                  <a:pt x="2612901" y="1093023"/>
                </a:lnTo>
                <a:lnTo>
                  <a:pt x="2618345" y="1058951"/>
                </a:lnTo>
                <a:lnTo>
                  <a:pt x="2619058" y="986254"/>
                </a:lnTo>
                <a:lnTo>
                  <a:pt x="2619862" y="1061093"/>
                </a:lnTo>
                <a:lnTo>
                  <a:pt x="2625216" y="1093156"/>
                </a:lnTo>
                <a:lnTo>
                  <a:pt x="2635479" y="1101997"/>
                </a:lnTo>
                <a:lnTo>
                  <a:pt x="2635568" y="1146738"/>
                </a:lnTo>
                <a:lnTo>
                  <a:pt x="2635657" y="1101998"/>
                </a:lnTo>
                <a:lnTo>
                  <a:pt x="2708121" y="1098152"/>
                </a:lnTo>
                <a:lnTo>
                  <a:pt x="2721061" y="1096130"/>
                </a:lnTo>
                <a:lnTo>
                  <a:pt x="2727308" y="1092130"/>
                </a:lnTo>
                <a:lnTo>
                  <a:pt x="2730343" y="1082893"/>
                </a:lnTo>
                <a:lnTo>
                  <a:pt x="2730967" y="1033748"/>
                </a:lnTo>
                <a:lnTo>
                  <a:pt x="2731949" y="1134514"/>
                </a:lnTo>
                <a:lnTo>
                  <a:pt x="2732038" y="1082863"/>
                </a:lnTo>
                <a:lnTo>
                  <a:pt x="2750511" y="1082402"/>
                </a:lnTo>
                <a:lnTo>
                  <a:pt x="2751404" y="1035484"/>
                </a:lnTo>
                <a:lnTo>
                  <a:pt x="2752028" y="1082506"/>
                </a:lnTo>
                <a:lnTo>
                  <a:pt x="2758721" y="1092208"/>
                </a:lnTo>
                <a:lnTo>
                  <a:pt x="2771929" y="1096118"/>
                </a:lnTo>
                <a:lnTo>
                  <a:pt x="2798077" y="1098056"/>
                </a:lnTo>
                <a:lnTo>
                  <a:pt x="2883392" y="1101112"/>
                </a:lnTo>
                <a:lnTo>
                  <a:pt x="2883481" y="1134112"/>
                </a:lnTo>
                <a:lnTo>
                  <a:pt x="2883570" y="1101112"/>
                </a:lnTo>
                <a:lnTo>
                  <a:pt x="2889549" y="1100607"/>
                </a:lnTo>
                <a:lnTo>
                  <a:pt x="2891780" y="1078927"/>
                </a:lnTo>
                <a:lnTo>
                  <a:pt x="2893654" y="976780"/>
                </a:lnTo>
                <a:lnTo>
                  <a:pt x="2893833" y="1063847"/>
                </a:lnTo>
                <a:lnTo>
                  <a:pt x="2903828" y="1063723"/>
                </a:lnTo>
                <a:lnTo>
                  <a:pt x="2904274" y="946660"/>
                </a:lnTo>
                <a:lnTo>
                  <a:pt x="2904631" y="1063847"/>
                </a:lnTo>
                <a:lnTo>
                  <a:pt x="2914180" y="1063847"/>
                </a:lnTo>
                <a:lnTo>
                  <a:pt x="2914358" y="975374"/>
                </a:lnTo>
                <a:lnTo>
                  <a:pt x="2914537" y="1100757"/>
                </a:lnTo>
                <a:lnTo>
                  <a:pt x="2923907" y="1103148"/>
                </a:lnTo>
                <a:lnTo>
                  <a:pt x="2923997" y="1154778"/>
                </a:lnTo>
                <a:lnTo>
                  <a:pt x="2924175" y="1070118"/>
                </a:lnTo>
              </a:path>
            </a:pathLst>
          </a:custGeom>
          <a:noFill/>
          <a:ln w="13335">
            <a:solidFill>
              <a:srgbClr val="009E73"/>
            </a:solidFill>
            <a:prstDash val="solid"/>
          </a:ln>
        </p:spPr>
      </p:sp>
      <p:sp>
        <p:nvSpPr>
          <p:cNvPr id="226" name="text_072">
            <a:extLst>
              <a:ext uri="{FF2B5EF4-FFF2-40B4-BE49-F238E27FC236}">
                <ns2:creationId id="{73A5D9D2-AEEE-46C4-8F74-5266BB7821F0}"/>
              </a:ext>
            </a:extLst>
          </p:cNvPr>
          <p:cNvSpPr>
            <a:spLocks noGrp="1"/>
          </p:cNvSpPr>
          <p:nvPr/>
        </p:nvSpPr>
        <p:spPr>
          <a:xfrm rot="0">
            <a:off x="7981950" y="6162675"/>
            <a:ext cx="428625" cy="238125"/>
          </a:xfrm>
          <a:prstGeom prst="rect">
            <a:avLst/>
          </a:prstGeom>
          <a:noFill/>
          <a:ln w="0">
            <a:noFill/>
            <a:prstDash val="solid"/>
          </a:ln>
        </p:spPr>
        <p:txBody>
          <a:bodyPr wrap="none" lIns="0" tIns="0" rIns="0" bIns="0" anchor="t">
            <a:noAutofit/>
          </a:bodyPr>
          <a:lstStyle>
            <a:defPPr algn="l">
              <a:defRPr sz="1350" b="1">
                <a:solidFill>
                  <a:srgbClr val="000000"/>
                </a:solidFill>
                <a:latin typeface="Arial"/>
                <a:ea typeface="Arial"/>
                <a:cs typeface="Arial"/>
              </a:defRPr>
            </a:defPPr>
            <a:lvl1pPr algn="l">
              <a:defRPr sz="1350" b="1">
                <a:solidFill>
                  <a:srgbClr val="000000"/>
                </a:solidFill>
                <a:latin typeface="Arial"/>
                <a:ea typeface="Arial"/>
                <a:cs typeface="Arial"/>
              </a:defRPr>
            </a:lvl1pPr>
            <a:lvl2pPr algn="l">
              <a:defRPr sz="1350" b="1">
                <a:solidFill>
                  <a:srgbClr val="000000"/>
                </a:solidFill>
                <a:latin typeface="Arial"/>
                <a:ea typeface="Arial"/>
                <a:cs typeface="Arial"/>
              </a:defRPr>
            </a:lvl2pPr>
            <a:lvl3pPr algn="l">
              <a:defRPr sz="1350" b="1">
                <a:solidFill>
                  <a:srgbClr val="000000"/>
                </a:solidFill>
                <a:latin typeface="Arial"/>
                <a:ea typeface="Arial"/>
                <a:cs typeface="Arial"/>
              </a:defRPr>
            </a:lvl3pPr>
            <a:lvl4pPr algn="l">
              <a:defRPr sz="1350" b="1">
                <a:solidFill>
                  <a:srgbClr val="000000"/>
                </a:solidFill>
                <a:latin typeface="Arial"/>
                <a:ea typeface="Arial"/>
                <a:cs typeface="Arial"/>
              </a:defRPr>
            </a:lvl4pPr>
            <a:lvl5pPr algn="l">
              <a:defRPr sz="1350" b="1">
                <a:solidFill>
                  <a:srgbClr val="000000"/>
                </a:solidFill>
                <a:latin typeface="Arial"/>
                <a:ea typeface="Arial"/>
                <a:cs typeface="Arial"/>
              </a:defRPr>
            </a:lvl5pPr>
            <a:lvl6pPr algn="l">
              <a:defRPr sz="1350" b="1">
                <a:solidFill>
                  <a:srgbClr val="000000"/>
                </a:solidFill>
                <a:latin typeface="Arial"/>
                <a:ea typeface="Arial"/>
                <a:cs typeface="Arial"/>
              </a:defRPr>
            </a:lvl6pPr>
            <a:lvl7pPr algn="l">
              <a:defRPr sz="1350" b="1">
                <a:solidFill>
                  <a:srgbClr val="000000"/>
                </a:solidFill>
                <a:latin typeface="Arial"/>
                <a:ea typeface="Arial"/>
                <a:cs typeface="Arial"/>
              </a:defRPr>
            </a:lvl7pPr>
            <a:lvl8pPr algn="l">
              <a:defRPr sz="1350" b="1">
                <a:solidFill>
                  <a:srgbClr val="000000"/>
                </a:solidFill>
                <a:latin typeface="Arial"/>
                <a:ea typeface="Arial"/>
                <a:cs typeface="Arial"/>
              </a:defRPr>
            </a:lvl8pPr>
            <a:lvl9pPr algn="l">
              <a:defRPr sz="1350" b="1">
                <a:solidFill>
                  <a:srgbClr val="000000"/>
                </a:solidFill>
                <a:latin typeface="Arial"/>
                <a:ea typeface="Arial"/>
                <a:cs typeface="Arial"/>
              </a:defRPr>
            </a:lvl9pPr>
          </a:lstStyle>
          <a:p>
            <a:pPr algn="l">
              <a:defRPr sz="1350" b="1">
                <a:solidFill>
                  <a:srgbClr val="000000"/>
                </a:solidFill>
                <a:latin typeface="Arial"/>
                <a:ea typeface="Arial"/>
                <a:cs typeface="Arial"/>
              </a:defRPr>
            </a:pPr>
            <a:r>
              <a:rPr sz="1350" b="1">
                <a:solidFill>
                  <a:srgbClr val="000000"/>
                </a:solidFill>
                <a:latin typeface="Arial"/>
                <a:ea typeface="Arial"/>
                <a:cs typeface="Arial"/>
              </a:rPr>
              <a:t>Q</a:t>
            </a:r>
          </a:p>
        </p:txBody>
      </p:sp>
      <p:sp>
        <p:nvSpPr>
          <p:cNvPr id="227" name="text_073">
            <a:extLst>
              <a:ext uri="{FF2B5EF4-FFF2-40B4-BE49-F238E27FC236}">
                <ns2:creationId id="{79E855F2-509A-41AC-B6E4-6D5D315FD655}"/>
              </a:ext>
            </a:extLst>
          </p:cNvPr>
          <p:cNvSpPr>
            <a:spLocks noGrp="1"/>
          </p:cNvSpPr>
          <p:nvPr/>
        </p:nvSpPr>
        <p:spPr>
          <a:xfrm rot="0">
            <a:off x="8286750" y="8448675"/>
            <a:ext cx="1143000" cy="219075"/>
          </a:xfrm>
          <a:prstGeom prst="rect">
            <a:avLst/>
          </a:prstGeom>
          <a:noFill/>
          <a:ln w="0">
            <a:noFill/>
            <a:prstDash val="solid"/>
          </a:ln>
        </p:spPr>
        <p:txBody>
          <a:bodyPr wrap="none" lIns="0" tIns="0" rIns="0" bIns="0" anchor="t">
            <a:noAutofit/>
          </a:bodyPr>
          <a:lstStyle>
            <a:defPPr algn="l">
              <a:defRPr sz="1200" b="0">
                <a:solidFill>
                  <a:srgbClr val="000000"/>
                </a:solidFill>
                <a:latin typeface="Arial"/>
                <a:ea typeface="Arial"/>
                <a:cs typeface="Arial"/>
              </a:defRPr>
            </a:defPPr>
            <a:lvl1pPr algn="l">
              <a:defRPr sz="1200" b="0">
                <a:solidFill>
                  <a:srgbClr val="000000"/>
                </a:solidFill>
                <a:latin typeface="Arial"/>
                <a:ea typeface="Arial"/>
                <a:cs typeface="Arial"/>
              </a:defRPr>
            </a:lvl1pPr>
            <a:lvl2pPr algn="l">
              <a:defRPr sz="1200" b="0">
                <a:solidFill>
                  <a:srgbClr val="000000"/>
                </a:solidFill>
                <a:latin typeface="Arial"/>
                <a:ea typeface="Arial"/>
                <a:cs typeface="Arial"/>
              </a:defRPr>
            </a:lvl2pPr>
            <a:lvl3pPr algn="l">
              <a:defRPr sz="1200" b="0">
                <a:solidFill>
                  <a:srgbClr val="000000"/>
                </a:solidFill>
                <a:latin typeface="Arial"/>
                <a:ea typeface="Arial"/>
                <a:cs typeface="Arial"/>
              </a:defRPr>
            </a:lvl3pPr>
            <a:lvl4pPr algn="l">
              <a:defRPr sz="1200" b="0">
                <a:solidFill>
                  <a:srgbClr val="000000"/>
                </a:solidFill>
                <a:latin typeface="Arial"/>
                <a:ea typeface="Arial"/>
                <a:cs typeface="Arial"/>
              </a:defRPr>
            </a:lvl4pPr>
            <a:lvl5pPr algn="l">
              <a:defRPr sz="1200" b="0">
                <a:solidFill>
                  <a:srgbClr val="000000"/>
                </a:solidFill>
                <a:latin typeface="Arial"/>
                <a:ea typeface="Arial"/>
                <a:cs typeface="Arial"/>
              </a:defRPr>
            </a:lvl5pPr>
            <a:lvl6pPr algn="l">
              <a:defRPr sz="1200" b="0">
                <a:solidFill>
                  <a:srgbClr val="000000"/>
                </a:solidFill>
                <a:latin typeface="Arial"/>
                <a:ea typeface="Arial"/>
                <a:cs typeface="Arial"/>
              </a:defRPr>
            </a:lvl6pPr>
            <a:lvl7pPr algn="l">
              <a:defRPr sz="1200" b="0">
                <a:solidFill>
                  <a:srgbClr val="000000"/>
                </a:solidFill>
                <a:latin typeface="Arial"/>
                <a:ea typeface="Arial"/>
                <a:cs typeface="Arial"/>
              </a:defRPr>
            </a:lvl7pPr>
            <a:lvl8pPr algn="l">
              <a:defRPr sz="1200" b="0">
                <a:solidFill>
                  <a:srgbClr val="000000"/>
                </a:solidFill>
                <a:latin typeface="Arial"/>
                <a:ea typeface="Arial"/>
                <a:cs typeface="Arial"/>
              </a:defRPr>
            </a:lvl8pPr>
            <a:lvl9pPr algn="l">
              <a:defRPr sz="1200" b="0">
                <a:solidFill>
                  <a:srgbClr val="000000"/>
                </a:solidFill>
                <a:latin typeface="Arial"/>
                <a:ea typeface="Arial"/>
                <a:cs typeface="Arial"/>
              </a:defRPr>
            </a:lvl9pPr>
          </a:lstStyle>
          <a:p>
            <a:pPr algn="l">
              <a:defRPr sz="1200" b="0">
                <a:solidFill>
                  <a:srgbClr val="000000"/>
                </a:solidFill>
                <a:latin typeface="Arial"/>
                <a:ea typeface="Arial"/>
                <a:cs typeface="Arial"/>
              </a:defRPr>
            </a:pPr>
            <a:r>
              <a:rPr sz="1200" b="0">
                <a:solidFill>
                  <a:srgbClr val="000000"/>
                </a:solidFill>
                <a:latin typeface="Arial"/>
                <a:ea typeface="Arial"/>
                <a:cs typeface="Arial"/>
              </a:rPr>
              <a:t>P (dashed)</a:t>
            </a:r>
          </a:p>
        </p:txBody>
      </p:sp>
      <p:sp>
        <p:nvSpPr>
          <p:cNvPr id="228" name="line_074">
            <a:extLst>
              <a:ext uri="{FF2B5EF4-FFF2-40B4-BE49-F238E27FC236}">
                <ns2:creationId id="{57284B00-EF33-469F-ACB8-97BA27481C81}"/>
              </a:ext>
            </a:extLst>
          </p:cNvPr>
          <p:cNvSpPr>
            <a:spLocks noGrp="1"/>
          </p:cNvSpPr>
          <p:nvPr/>
        </p:nvSpPr>
        <p:spPr>
          <a:xfrm>
            <a:off x="8001000" y="8534400"/>
            <a:ext cx="238125" cy="95"/>
          </a:xfrm>
          <a:custGeom>
            <a:pathLst>
              <a:path w="238125" h="95">
                <a:moveTo>
                  <a:pt x="0" y="0"/>
                </a:moveTo>
                <a:lnTo>
                  <a:pt x="238125" y="0"/>
                </a:lnTo>
              </a:path>
            </a:pathLst>
          </a:custGeom>
          <a:noFill/>
          <a:ln w="15240">
            <a:solidFill>
              <a:srgbClr val="0072B2"/>
            </a:solidFill>
            <a:prstDash val="dash"/>
          </a:ln>
        </p:spPr>
      </p:sp>
      <p:sp>
        <p:nvSpPr>
          <p:cNvPr id="229" name="text_075">
            <a:extLst>
              <a:ext uri="{FF2B5EF4-FFF2-40B4-BE49-F238E27FC236}">
                <ns2:creationId id="{A4D6AAE0-E1B9-4C21-9DAA-D5BD59AC93FD}"/>
              </a:ext>
            </a:extLst>
          </p:cNvPr>
          <p:cNvSpPr>
            <a:spLocks noGrp="1"/>
          </p:cNvSpPr>
          <p:nvPr/>
        </p:nvSpPr>
        <p:spPr>
          <a:xfrm rot="0">
            <a:off x="10572750" y="8448675"/>
            <a:ext cx="619125" cy="219075"/>
          </a:xfrm>
          <a:prstGeom prst="rect">
            <a:avLst/>
          </a:prstGeom>
          <a:noFill/>
          <a:ln w="0">
            <a:noFill/>
            <a:prstDash val="solid"/>
          </a:ln>
        </p:spPr>
        <p:txBody>
          <a:bodyPr wrap="none" lIns="0" tIns="0" rIns="0" bIns="0" anchor="t">
            <a:noAutofit/>
          </a:bodyPr>
          <a:lstStyle>
            <a:defPPr algn="l">
              <a:defRPr sz="1200" b="0">
                <a:solidFill>
                  <a:srgbClr val="000000"/>
                </a:solidFill>
                <a:latin typeface="Arial"/>
                <a:ea typeface="Arial"/>
                <a:cs typeface="Arial"/>
              </a:defRPr>
            </a:defPPr>
            <a:lvl1pPr algn="l">
              <a:defRPr sz="1200" b="0">
                <a:solidFill>
                  <a:srgbClr val="000000"/>
                </a:solidFill>
                <a:latin typeface="Arial"/>
                <a:ea typeface="Arial"/>
                <a:cs typeface="Arial"/>
              </a:defRPr>
            </a:lvl1pPr>
            <a:lvl2pPr algn="l">
              <a:defRPr sz="1200" b="0">
                <a:solidFill>
                  <a:srgbClr val="000000"/>
                </a:solidFill>
                <a:latin typeface="Arial"/>
                <a:ea typeface="Arial"/>
                <a:cs typeface="Arial"/>
              </a:defRPr>
            </a:lvl2pPr>
            <a:lvl3pPr algn="l">
              <a:defRPr sz="1200" b="0">
                <a:solidFill>
                  <a:srgbClr val="000000"/>
                </a:solidFill>
                <a:latin typeface="Arial"/>
                <a:ea typeface="Arial"/>
                <a:cs typeface="Arial"/>
              </a:defRPr>
            </a:lvl3pPr>
            <a:lvl4pPr algn="l">
              <a:defRPr sz="1200" b="0">
                <a:solidFill>
                  <a:srgbClr val="000000"/>
                </a:solidFill>
                <a:latin typeface="Arial"/>
                <a:ea typeface="Arial"/>
                <a:cs typeface="Arial"/>
              </a:defRPr>
            </a:lvl4pPr>
            <a:lvl5pPr algn="l">
              <a:defRPr sz="1200" b="0">
                <a:solidFill>
                  <a:srgbClr val="000000"/>
                </a:solidFill>
                <a:latin typeface="Arial"/>
                <a:ea typeface="Arial"/>
                <a:cs typeface="Arial"/>
              </a:defRPr>
            </a:lvl5pPr>
            <a:lvl6pPr algn="l">
              <a:defRPr sz="1200" b="0">
                <a:solidFill>
                  <a:srgbClr val="000000"/>
                </a:solidFill>
                <a:latin typeface="Arial"/>
                <a:ea typeface="Arial"/>
                <a:cs typeface="Arial"/>
              </a:defRPr>
            </a:lvl6pPr>
            <a:lvl7pPr algn="l">
              <a:defRPr sz="1200" b="0">
                <a:solidFill>
                  <a:srgbClr val="000000"/>
                </a:solidFill>
                <a:latin typeface="Arial"/>
                <a:ea typeface="Arial"/>
                <a:cs typeface="Arial"/>
              </a:defRPr>
            </a:lvl7pPr>
            <a:lvl8pPr algn="l">
              <a:defRPr sz="1200" b="0">
                <a:solidFill>
                  <a:srgbClr val="000000"/>
                </a:solidFill>
                <a:latin typeface="Arial"/>
                <a:ea typeface="Arial"/>
                <a:cs typeface="Arial"/>
              </a:defRPr>
            </a:lvl8pPr>
            <a:lvl9pPr algn="l">
              <a:defRPr sz="1200" b="0">
                <a:solidFill>
                  <a:srgbClr val="000000"/>
                </a:solidFill>
                <a:latin typeface="Arial"/>
                <a:ea typeface="Arial"/>
                <a:cs typeface="Arial"/>
              </a:defRPr>
            </a:lvl9pPr>
          </a:lstStyle>
          <a:p>
            <a:pPr algn="l">
              <a:defRPr sz="1200" b="0">
                <a:solidFill>
                  <a:srgbClr val="000000"/>
                </a:solidFill>
                <a:latin typeface="Arial"/>
                <a:ea typeface="Arial"/>
                <a:cs typeface="Arial"/>
              </a:defRPr>
            </a:pPr>
            <a:r>
              <a:rPr sz="1200" b="0">
                <a:solidFill>
                  <a:srgbClr val="000000"/>
                </a:solidFill>
                <a:latin typeface="Arial"/>
                <a:ea typeface="Arial"/>
                <a:cs typeface="Arial"/>
              </a:rPr>
              <a:t>R2</a:t>
            </a:r>
          </a:p>
        </p:txBody>
      </p:sp>
      <p:sp>
        <p:nvSpPr>
          <p:cNvPr id="230" name="line_076">
            <a:extLst>
              <a:ext uri="{FF2B5EF4-FFF2-40B4-BE49-F238E27FC236}">
                <ns2:creationId id="{A638E7E5-DEF2-47E9-85BE-7A34A0E8A4FF}"/>
              </a:ext>
            </a:extLst>
          </p:cNvPr>
          <p:cNvSpPr>
            <a:spLocks noGrp="1"/>
          </p:cNvSpPr>
          <p:nvPr/>
        </p:nvSpPr>
        <p:spPr>
          <a:xfrm>
            <a:off x="10220325" y="8534400"/>
            <a:ext cx="295275" cy="95"/>
          </a:xfrm>
          <a:custGeom>
            <a:pathLst>
              <a:path w="295275" h="95">
                <a:moveTo>
                  <a:pt x="0" y="0"/>
                </a:moveTo>
                <a:lnTo>
                  <a:pt x="295275" y="0"/>
                </a:lnTo>
              </a:path>
            </a:pathLst>
          </a:custGeom>
          <a:noFill/>
          <a:ln w="15240">
            <a:solidFill>
              <a:srgbClr val="009E73"/>
            </a:solidFill>
            <a:prstDash val="solid"/>
          </a:ln>
        </p:spPr>
      </p:sp>
      <p:sp>
        <p:nvSpPr>
          <p:cNvPr id="231" name="text_077">
            <a:extLst>
              <a:ext uri="{FF2B5EF4-FFF2-40B4-BE49-F238E27FC236}">
                <ns2:creationId id="{C91327F3-FBB3-4CE2-BDAD-1C853DAFF1A4}"/>
              </a:ext>
            </a:extLst>
          </p:cNvPr>
          <p:cNvSpPr>
            <a:spLocks noGrp="1"/>
          </p:cNvSpPr>
          <p:nvPr/>
        </p:nvSpPr>
        <p:spPr>
          <a:xfrm rot="0">
            <a:off x="7915275" y="8191500"/>
            <a:ext cx="3810000" cy="209550"/>
          </a:xfrm>
          <a:prstGeom prst="rect">
            <a:avLst/>
          </a:prstGeom>
          <a:noFill/>
          <a:ln w="0">
            <a:noFill/>
            <a:prstDash val="solid"/>
          </a:ln>
        </p:spPr>
        <p:txBody>
          <a:bodyPr wrap="none" lIns="0" tIns="0" rIns="0" bIns="0" anchor="t">
            <a:noAutofit/>
          </a:bodyPr>
          <a:lstStyle>
            <a:defPPr algn="l">
              <a:defRPr sz="1125" b="0">
                <a:solidFill>
                  <a:srgbClr val="000000"/>
                </a:solidFill>
                <a:latin typeface="Arial"/>
                <a:ea typeface="Arial"/>
                <a:cs typeface="Arial"/>
              </a:defRPr>
            </a:defPPr>
            <a:lvl1pPr algn="l">
              <a:defRPr sz="1125" b="0">
                <a:solidFill>
                  <a:srgbClr val="000000"/>
                </a:solidFill>
                <a:latin typeface="Arial"/>
                <a:ea typeface="Arial"/>
                <a:cs typeface="Arial"/>
              </a:defRPr>
            </a:lvl1pPr>
            <a:lvl2pPr algn="l">
              <a:defRPr sz="1125" b="0">
                <a:solidFill>
                  <a:srgbClr val="000000"/>
                </a:solidFill>
                <a:latin typeface="Arial"/>
                <a:ea typeface="Arial"/>
                <a:cs typeface="Arial"/>
              </a:defRPr>
            </a:lvl2pPr>
            <a:lvl3pPr algn="l">
              <a:defRPr sz="1125" b="0">
                <a:solidFill>
                  <a:srgbClr val="000000"/>
                </a:solidFill>
                <a:latin typeface="Arial"/>
                <a:ea typeface="Arial"/>
                <a:cs typeface="Arial"/>
              </a:defRPr>
            </a:lvl3pPr>
            <a:lvl4pPr algn="l">
              <a:defRPr sz="1125" b="0">
                <a:solidFill>
                  <a:srgbClr val="000000"/>
                </a:solidFill>
                <a:latin typeface="Arial"/>
                <a:ea typeface="Arial"/>
                <a:cs typeface="Arial"/>
              </a:defRPr>
            </a:lvl4pPr>
            <a:lvl5pPr algn="l">
              <a:defRPr sz="1125" b="0">
                <a:solidFill>
                  <a:srgbClr val="000000"/>
                </a:solidFill>
                <a:latin typeface="Arial"/>
                <a:ea typeface="Arial"/>
                <a:cs typeface="Arial"/>
              </a:defRPr>
            </a:lvl5pPr>
            <a:lvl6pPr algn="l">
              <a:defRPr sz="1125" b="0">
                <a:solidFill>
                  <a:srgbClr val="000000"/>
                </a:solidFill>
                <a:latin typeface="Arial"/>
                <a:ea typeface="Arial"/>
                <a:cs typeface="Arial"/>
              </a:defRPr>
            </a:lvl6pPr>
            <a:lvl7pPr algn="l">
              <a:defRPr sz="1125" b="0">
                <a:solidFill>
                  <a:srgbClr val="000000"/>
                </a:solidFill>
                <a:latin typeface="Arial"/>
                <a:ea typeface="Arial"/>
                <a:cs typeface="Arial"/>
              </a:defRPr>
            </a:lvl7pPr>
            <a:lvl8pPr algn="l">
              <a:defRPr sz="1125" b="0">
                <a:solidFill>
                  <a:srgbClr val="000000"/>
                </a:solidFill>
                <a:latin typeface="Arial"/>
                <a:ea typeface="Arial"/>
                <a:cs typeface="Arial"/>
              </a:defRPr>
            </a:lvl8pPr>
            <a:lvl9pPr algn="l">
              <a:defRPr sz="1125" b="0">
                <a:solidFill>
                  <a:srgbClr val="000000"/>
                </a:solidFill>
                <a:latin typeface="Arial"/>
                <a:ea typeface="Arial"/>
                <a:cs typeface="Arial"/>
              </a:defRPr>
            </a:lvl9pPr>
          </a:lstStyle>
          <a:p>
            <a:pPr algn="l">
              <a:defRPr sz="1125" b="0">
                <a:solidFill>
                  <a:srgbClr val="000000"/>
                </a:solidFill>
                <a:latin typeface="Arial"/>
                <a:ea typeface="Arial"/>
                <a:cs typeface="Arial"/>
              </a:defRPr>
            </a:pPr>
            <a:r>
              <a:rPr sz="1125" b="0">
                <a:solidFill>
                  <a:srgbClr val="000000"/>
                </a:solidFill>
                <a:latin typeface="Arial"/>
                <a:ea typeface="Arial"/>
                <a:cs typeface="Arial"/>
              </a:rPr>
              <a:t>AB: Qmerge 0.034 (source/P), -0.225 (R2)</a:t>
            </a:r>
          </a:p>
        </p:txBody>
      </p:sp>
    </p:spTree>
    <p:extLst>
      <p:ext uri="{BB962C8B-B14F-4D97-AF65-F5344CB8AC3E}">
        <ns4:creationId val="1422236694"/>
      </p:ext>
    </p:extLst>
  </p:cSld>
</p:sld>
</file>

<file path=ppt/main_figures/Fig11/ppt/submission_case/docProps/app.xml><?xml version="1.0" encoding="utf-8"?>
<ap:Properties xmlns:ap="http://schemas.openxmlformats.org/officeDocument/2006/extended-properties">
  <ap:Application>Walnut Exporter</ap:Application>
  <ap:PresentationFormat>Converted Presentation</ap:PresentationFormat>
  <ap:Slides>0</ap:Slides>
  <ap:Notes>0</ap:Notes>
  <ap:HiddenSlides>0</ap:HiddenSlides>
  <ap:SharedDoc>false</ap:SharedDoc>
  <ap:DocSecurity>0</ap:DocSecurity>
</ap:Properties>
</file>

<file path=ppt/main_figures/Fig11/ppt/submission_case/docProps/core.xml><?xml version="1.0" encoding="utf-8"?>
<coreProperties xmlns:dc="http://purl.org/dc/elements/1.1/" xmlns:dcterms="http://purl.org/dc/terms/" xmlns:xsi="http://www.w3.org/2001/XMLSchema-instance" xmlns="http://schemas.openxmlformats.org/package/2006/metadata/core-properties">
  <dc:creator>Walnut Exporter</dc:creator>
  <lastModifiedBy>Walnut Exporter</lastModifiedBy>
  <dc:title>Presentation</dc:title>
  <dcterms:created xsi:type="dcterms:W3CDTF">2026-10-22T17:42:23.6150000Z</dcterms:created>
  <dcterms:modified xsi:type="dcterms:W3CDTF">2026-10-22T17:42:23.6150000Z</dcterms:modified>
</coreProperties>
</file>

<file path=ppt/main_figures/Fig11/ppt/submission_case/ppt/_rels/presentation.xml.rels><?xml version='1.0' encoding='utf-8'?>
<Relationships xmlns="http://schemas.openxmlformats.org/package/2006/relationships"><Relationship Type="http://schemas.openxmlformats.org/officeDocument/2006/relationships/theme" Target="/ppt/main_figures/Fig11/ppt/submission_case/ppt/theme/theme1.xml" Id="R95b20bb791094a0d" /><Relationship Type="http://schemas.openxmlformats.org/officeDocument/2006/relationships/slideMaster" Target="/ppt/main_figures/Fig11/ppt/submission_case/ppt/slideMasters/slideMaster1.xml" Id="Rad9e7184f13747f9" /><Relationship Type="http://schemas.openxmlformats.org/officeDocument/2006/relationships/notesMaster" Target="/ppt/main_figures/Fig11/ppt/submission_case/ppt/notesMasters/notesMaster1.xml" Id="R783fe836d4eb4579" /><Relationship Type="http://schemas.openxmlformats.org/officeDocument/2006/relationships/presProps" Target="/ppt/main_figures/Fig11/ppt/submission_case/ppt/presProps.xml" Id="R77ff6751f2b34f77" /><Relationship Type="http://schemas.openxmlformats.org/officeDocument/2006/relationships/tableStyles" Target="/ppt/main_figures/Fig11/ppt/submission_case/ppt/tableStyles.xml" Id="R12ea7e9d62164b8e" /><Relationship Type="http://schemas.openxmlformats.org/officeDocument/2006/relationships/slide" Target="/ppt/main_figures/Fig11/ppt/submission_case/ppt/slides/slide1.xml" Id="R1133d91cc8d84597" /></Relationships>
</file>

<file path=ppt/main_figures/Fig11/ppt/submission_case/ppt/notesMasters/_rels/notesMaster1.xml.rels><?xml version='1.0' encoding='utf-8'?>
<Relationships xmlns="http://schemas.openxmlformats.org/package/2006/relationships"><Relationship Type="http://schemas.openxmlformats.org/officeDocument/2006/relationships/theme" Target="/ppt/main_figures/Fig11/ppt/submission_case/ppt/notesMasters/theme/theme3.xml" Id="R6d680ca400bf4879" /></Relationships>
</file>

<file path=ppt/main_figures/Fig11/ppt/submission_case/ppt/notesMasters/notesMaster1.xml><?xml version="1.0" encoding="utf-8"?>
<p:notesMaster xmlns:p="http://schemas.openxmlformats.org/presentationml/2006/main">
  <p:cSld>
    <p:bg>
      <p:bgRef idx="1001">
        <a:schemeClr xmlns:a="http://schemas.openxmlformats.org/drawingml/2006/main" val="bg1"/>
      </p:bgRef>
    </p:bg>
    <p:spTree>
      <p:nvGrpSpPr>
        <p:cNvPr id="1" name=""/>
        <p:cNvGrpSpPr/>
        <p:nvPr/>
      </p:nvGrpSpPr>
      <p:grpSpPr>
        <a:xfrm xmlns:a="http://schemas.openxmlformats.org/drawingml/2006/main"/>
      </p:grpSpPr>
      <p:sp>
        <p:nvSpPr>
          <p:cNvPr id="2" name="Header Placeholder"/>
          <p:cNvSpPr/>
          <p:nvPr>
            <p:ph type="hdr" sz="quarter"/>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3" name="Date Placeholder"/>
          <p:cNvSpPr/>
          <p:nvPr>
            <p:ph type="dt" sz="quarter" idx="1"/>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4" name="Slide Image Placeholder"/>
          <p:cNvSpPr/>
          <p:nvPr>
            <p:ph type="sldImg" idx="2"/>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5" name="Notes Placeholder"/>
          <p:cNvSpPr/>
          <p:nvPr>
            <p:ph type="body" sz="quarter" idx="3"/>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6" name="Footer Placeholder"/>
          <p:cNvSpPr/>
          <p:nvPr>
            <p:ph type="ftr" sz="quarter" idx="4"/>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7" name="Slide Number Placeholder"/>
          <p:cNvSpPr/>
          <p:nvPr>
            <p:ph type="sldNum" sz="quarter" idx="5"/>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Tree>
  </p:cSld>
  <p:clrMap bg1="lt1" tx1="dk1" bg2="lt2" tx2="dk2" accent1="accent1" accent2="accent2" accent3="accent3" accent4="accent4" accent5="accent5" accent6="accent6" hlink="hlink" folHlink="folHlink"/>
  <p:notesStyle>
    <a:lvl1pPr xmlns:a="http://schemas.openxmlformats.org/drawingml/2006/main" marL="0" algn="l" defTabSz="914400" rtl="0" eaLnBrk="1" latinLnBrk="0" hangingPunct="1">
      <a:defRPr sz="1200" kern="1200"/>
    </a:lvl1pPr>
  </p:notesStyle>
</p:notesMaster>
</file>

<file path=ppt/main_figures/Fig11/ppt/submission_case/ppt/notesMasters/theme/theme3.xml><?xml version="1.0" encoding="utf-8"?>
<a:theme xmlns:a="http://schemas.openxmlformats.org/drawingml/2006/main" name="ChatGPT">
  <a:themeElements>
    <a:clrScheme name="ChatGPT">
      <a:dk1>
        <a:srgbClr val="000000"/>
      </a:dk1>
      <a:lt1>
        <a:srgbClr val="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
      <a:majorFont>
        <a:latin typeface="Aptos"/>
        <a:ea typeface=""/>
        <a:cs typeface=""/>
      </a:majorFont>
      <a:minorFont>
        <a:latin typeface="Aptos"/>
        <a:ea typeface=""/>
        <a:cs typeface=""/>
      </a:minorFont>
    </a:fontScheme>
    <a:fmtScheme name="ChatGPT">
      <a:fillStyleLst>
        <a:solidFill>
          <a:schemeClr val="phClr"/>
        </a:solidFill>
        <a:gradFill>
          <a:gsLst>
            <a:gs pos="0">
              <a:schemeClr val="phClr">
                <a:tint val="67000"/>
                <a:lumMod val="110000"/>
                <a:satMod val="105000"/>
              </a:schemeClr>
            </a:gs>
            <a:gs pos="50000">
              <a:schemeClr val="phClr">
                <a:tint val="73000"/>
                <a:lumMod val="105000"/>
                <a:satMod val="103000"/>
              </a:schemeClr>
            </a:gs>
            <a:gs pos="100000">
              <a:schemeClr val="phClr">
                <a:tint val="81000"/>
                <a:lumMod val="105000"/>
                <a:satMod val="109000"/>
              </a:schemeClr>
            </a:gs>
          </a:gsLst>
          <a:lin ang="5400000" scaled="0"/>
        </a:gradFill>
        <a:gradFill>
          <a:gsLst>
            <a:gs pos="0">
              <a:schemeClr val="phClr">
                <a:tint val="94000"/>
                <a:lumMod val="102000"/>
                <a:satMod val="103000"/>
              </a:schemeClr>
            </a:gs>
            <a:gs pos="50000">
              <a:schemeClr val="phClr">
                <a:shade val="100000"/>
                <a:lumMod val="100000"/>
                <a:satMod val="110000"/>
              </a:schemeClr>
            </a:gs>
            <a:gs pos="100000">
              <a:schemeClr val="phClr">
                <a:shade val="78000"/>
                <a:lumMod val="99000"/>
                <a:satMod val="120000"/>
              </a:schemeClr>
            </a:gs>
          </a:gsLst>
          <a:lin ang="5400000" scaled="0"/>
        </a:gradFill>
      </a:fillStyleLst>
      <a:lnStyleLst>
        <a:ln w="12700">
          <a:solidFill>
            <a:schemeClr val="phClr"/>
          </a:solidFill>
          <a:prstDash val="solid"/>
        </a:ln>
        <a:ln w="19050">
          <a:solidFill>
            <a:schemeClr val="phClr"/>
          </a:solidFill>
          <a:prstDash val="solid"/>
        </a:ln>
        <a:ln w="25400">
          <a:solidFill>
            <a:schemeClr val="phClr"/>
          </a:solidFill>
          <a:prstDash val="solid"/>
        </a:ln>
      </a:lnStyleLst>
      <a:effectStyleLst>
        <a:effectStyle>
          <a:effectLst/>
        </a:effectStyle>
        <a:effectStyle>
          <a:effectLst/>
        </a:effectStyle>
        <a:effectStyle>
          <a:effectLst>
            <a:outerShdw blurRad="57150" dist="19050" dir="5400000">
              <a:srgbClr val="000000">
                <a:alpha val="16000"/>
              </a:srgbClr>
            </a:outerShdw>
          </a:effectLst>
        </a:effectStyle>
        <a:effectStyle>
          <a:effectLst>
            <a:outerShdw blurRad="19050" dist="9525" dir="5400000">
              <a:srgbClr val="000000">
                <a:alpha val="6000"/>
              </a:srgbClr>
            </a:outerShdw>
          </a:effectLst>
        </a:effectStyle>
        <a:effectStyle>
          <a:effectLst>
            <a:outerShdw blurRad="28575" dist="9525" dir="5400000">
              <a:srgbClr val="000000">
                <a:alpha val="8000"/>
              </a:srgbClr>
            </a:outerShdw>
          </a:effectLst>
        </a:effectStyle>
        <a:effectStyle>
          <a:effectLst>
            <a:outerShdw blurRad="57150" dist="19050" dir="5400000">
              <a:srgbClr val="000000">
                <a:alpha val="10000"/>
              </a:srgbClr>
            </a:outerShdw>
          </a:effectLst>
        </a:effectStyle>
        <a:effectStyle>
          <a:effectLst>
            <a:outerShdw blurRad="114300" dist="38100" dir="5400000">
              <a:srgbClr val="000000">
                <a:alpha val="12000"/>
              </a:srgbClr>
            </a:outerShdw>
          </a:effectLst>
        </a:effectStyle>
        <a:effectStyle>
          <a:effectLst>
            <a:outerShdw blurRad="171450" dist="57150" dir="5400000">
              <a:srgbClr val="000000">
                <a:alpha val="16000"/>
              </a:srgbClr>
            </a:outerShdw>
          </a:effectLst>
        </a:effectStyle>
        <a:effectStyle>
          <a:effectLst>
            <a:outerShdw blurRad="266700" dist="95250" dir="5400000">
              <a:srgbClr val="000000">
                <a:alpha val="24000"/>
              </a:srgbClr>
            </a:outerShdw>
          </a:effectLst>
        </a:effectStyle>
      </a:effectStyleLst>
      <a:bgFillStyleLst>
        <a:solidFill>
          <a:schemeClr val="phClr"/>
        </a:solidFill>
        <a:solidFill>
          <a:schemeClr val="phClr">
            <a:tint val="95000"/>
            <a:satMod val="170000"/>
          </a:schemeClr>
        </a:solidFill>
        <a:gradFill>
          <a:gsLst>
            <a:gs pos="0">
              <a:schemeClr val="phClr">
                <a:tint val="93000"/>
                <a:shade val="98000"/>
                <a:lumMod val="102000"/>
                <a:satMod val="150000"/>
              </a:schemeClr>
            </a:gs>
            <a:gs pos="50000">
              <a:schemeClr val="phClr">
                <a:tint val="98000"/>
                <a:shade val="90000"/>
                <a:lumMod val="103000"/>
                <a:satMod val="130000"/>
              </a:schemeClr>
            </a:gs>
            <a:gs pos="100000">
              <a:schemeClr val="phClr">
                <a:shade val="63000"/>
                <a:satMod val="120000"/>
              </a:schemeClr>
            </a:gs>
          </a:gsLst>
          <a:lin ang="5400000" scaled="0"/>
        </a:gradFill>
      </a:bgFillStyleLst>
    </a:fmtScheme>
  </a:themeElements>
</a:theme>
</file>

<file path=ppt/main_figures/Fig11/ppt/submission_case/ppt/notesSlides/_rels/notesSlide1.xml.rels><?xml version='1.0' encoding='utf-8'?>
<Relationships xmlns="http://schemas.openxmlformats.org/package/2006/relationships"><Relationship Type="http://schemas.openxmlformats.org/officeDocument/2006/relationships/slide" Target="/ppt/main_figures/Fig11/ppt/submission_case/ppt/slides/slide1.xml" Id="R534d80e6879243a3" /><Relationship Type="http://schemas.openxmlformats.org/officeDocument/2006/relationships/notesMaster" Target="/ppt/main_figures/Fig11/ppt/submission_case/ppt/notesMasters/notesMaster1.xml" Id="R15f9828368914f24" /></Relationships>
</file>

<file path=ppt/main_figures/Fig11/ppt/submission_case/ppt/notesSlides/notesSlide1.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{"selection": {"t": 86, "H": 0.11239843893956161, "gain": 0.11224730560278837, "witness": [3, 17, 14], "sep": 0.17910447761194034, "score": 0.0}, "rule": "Eligible frames have H&gt;2% of axis, positive P-to-R2 maximum-displacement reduction and NMLE&gt;0, plus a noncontiguous hierarchy witness whose three computed overlap tracks exist at t-1,t,t+1. Choose minimum sum of H and gain distance to eligible medians, each divided by its IQR. Earliest tie. Within the frame, choose witness with largest minimum intervening reference separation. Descriptive mechanism example, not aggregate performance evidence.", "eligible_count": 85, "median_H": 0.11239843893956161, "median_gain": 0.11224730560278837, "selected_leaf_indices": [3, 17, 14], "track_ids": [346, 175, 272], "references": [1.9057591623036654, 19.832460732984295, 15.81151832460733], "reference_definition": "x coordinate of original-grid scalar extrema, fixed physical axis; not support centroid", "extrema": [[1.9057591623036654, -0.31746031746031766, 0.1276595744680851], [19.832460732984295, -3.746031746031746, 2.936170212765957], [15.81151832460733, 3.1111111111111107, 1.9148936170212765]], "pair_merge_Q": [{"pair": "AB", "source_Q": 0.03405992034532401, "P_Q": 0.03405992034532401, "R2_Q": -0.2249355055192379, "R20_Q": -0.5924593071597681}, {"pair": "AC", "source_Q": 0.009072527650990425, "P_Q": 0.009072527650990425, "R2_Q": -0.2249355055192379, "R20_Q": -0.5924593071597681}, {"pair": "BC", "source_Q": 0.009072527650990425, "P_Q": 0.009072527650990425, "R2_Q": -0.2197998968982824, "R20_Q": -0.5873236985388126}], "NMLE_R2": 0.01003417931497097, "NMLE_R20": 0.024273039773106575, "max_displacement_P": 0.12398827724836003, "max_displacement_R2": 0.01174097164557167, "candidates": [{"t": 3, "H": 0.02965950277907338, "gain": 0.024942276744576882, "witness": [0, 2, 4], "sep": 0.007462686567164108, "score": 1.2641646857919255}, {"t": 4, "H": 0.03328459967955362, "gain": 0.02930642359964447, "witness": [2, 3, 4], "sep": 0.007462686567164108, "score": 1.2048105231553874}, {"t": 5, "H": 0.03699891340102151, "gain": 0.03330525934128307, "witness": [2, 6, 3], "sep": 0.007462686567164108, "score": 1.1474743365141633}, {"t": 6, "H": 0.036916779672240656, "gain": 0.03306111126547509, "witness": [0, 3, 4], "sep": 0.03731343283582086, "score": 1.1498881659572633}, {"t": 7, "H": 0.03683886565796596, "gain": 0.02964303820416341, "witness": [0, 1, 5], "sep": 0.03731343283582086, "score": 1.1756272879867669}, {"t": 8, "H": 0.040514599132520236, "gain": 0.03388693302189259, "witness": [0, 1, 5], "sep": 0.03731343283582086, "score": 1.116777589706595}, {"t": 9, "H": 0.040518065326578874, "gain": 0.03315448879446867, "witness": [1, 3, 2], "sep": 0.007462686567164108, "score": 1.122141622010544}, {"t": 10, "H": 0.044237804395269, "gain": 0.04136123484266338, "witness": [1, 4, 3], "sep": 0.007462686567164108, "score": 1.0337985460340593}, {"t": 11, "H": 0.04958409270199924, "gain": 0.047434418228386836, "witness": [2, 3, 5], "sep": 0.014925373134328295, "score": 0.9489348327066647}, {"t": 12, "H": 0.05164186707161528, "gain": 0.04920449177799466, "witness": [2, 3, 5], "sep": 0.014925373134328295, "score": 0.920447088522397}, {"t": 13, "H": 0.0554518778899196, "gain": 0.05298878695301832, "witness": [3, 4, 0], "sep": 0.014925373134328295, "score": 0.8639706618349827}, {"t": 14, "H": 0.05923672112527638, "gain": 0.05698671169437393, "witness": [3, 4, 0], "sep": 0.014925373134328295, "score": 0.8061112339013358}, {"t": 15, "H": 0.06276702515345725, "gain": 0.06074048835992161, "witness": [3, 5, 0], "sep": 0.014925373134328295, "score": 0.7519610574210427}, {"t": 16, "H": 0.05709636091461096, "gain": 0.0550945641068621, "witness": [3, 5, 4], "sep": 0.014925373134328375, "score": 0.8361178585097979}, {"t": 17, "H": 0.05911118461871774, "gain": 0.05582700833428604, "witness": [3, 5, 0], "sep": 0.014925373134328295, "score": 0.815588779355271}, {"t": 18, "H": 0.0608702027514338, "gain": 0.05799382250708185, "witness": [3, 5, 0], "sep": 0.014925373134328295, "score": 0.7864262079360098}, {"t": 19, "H": 0.060920236509149836, "gain": 0.058504210415557305, "witness": [3, 5, 0], "sep": 0.014925373134328295, "score": 0.7822943055391625}, {"t": 20, "H": 0.0604651101588412, "gain": 0.060160636679877665, "witness": [0, 5, 4], "sep": 0.014925373134328375, "score": 0.7735243533587521}, {"t": 21, "H": 0.06052991291732885, "gain": 0.060258113710144286, "witness": [0, 5, 4], "sep": 0.02985074626865675, "score": 0.7723201016744136}, {"t": 22, "H": 0.0682016260566381, "gain": 0.06785904457023334, "witness": [2, 4, 3], "sep": 0.014925373134328295, "score": 0.6587408534919241}, {"t": 25, "H": 0.0758960955134628, "gain": 0.07204805162092005, "witness": [3, 5, 4], "sep": 0.014925373134328295, "score": 0.5700990570826917}, {"t": 26, "H": 0.09521410147612627, "gain": 0.09484173419835842, "witness": [2, 4, 5], "sep": 0.08955223880597017, "score": 0.2572079116732977}, {"t": 27, "H": 0.11542234708618362, "gain": 0.11341862421648279, "witness": [1, 4, 0], "sep": 0.09701492537313436, "score": 0.03134083627249731}, {"t": 28, "H": 0.06807654166234799, "gain": 0.06773651503218786, "witness": [1, 6, 0], "sep": 0.11940298507462692, "score": 0.6605824120087979}, {"t": 29, "H": 0.09467367661115714, "gain": 0.09425892176739521, "witness": [0, 4, 5], "sep": 0.10447761194029855, "score": 0.26555749367811965}, {"t": 30, "H": 0.10285552084413006, "gain": 0.09834908528739103, "witness": [1, 5, 0], "sep": 0.007462686567164108, "score": 0.1739810479763759}, {"t": 33, "H": 0.10655883541637881, "gain": 0.10579241309854423, "witness": [3, 4, 0], "sep": 0.10447761194029846, "score": 0.09137939773718426}, {"t": 34, "H": 0.19411339974390193, "gain": 0.2006045397877095, "witness": [0, 2, 1], "sep": 0.007462686567164108, "score": 1.264213936601092}, {"t": 35, "H": 0.21399127184894398, "gain": 0.2189110904718936, "witness": [1, 2, 6], "sep": 0.4104477611940299, "score": 1.5482908864189622}, {"t": 36, "H": 0.2160181527799371, "gain": 0.2160100100711081, "witness": [0, 1, 3], "sep": 0.32835820895522383, "score": 1.5421713565230486}, {"t": 37, "H": 0.18094659307988414, "gain": 0.1836166620129738, "witness": [1, 7, 6], "sep": 0.3432835820895523, "score": 1.0402668066594758}, {"t": 38, "H": 0.18116963513235326, "gain": 0.18701651506862793, "witness": [0, 2, 8], "sep": 0.3432835820895523, "score": 1.0669623116877123}, {"t": 39, "H": 0.2479245019297321, "gain": 0.2517499176683495, "witness": [0, 3, 8], "sep": 0.3656716417910447, "score": 2.0449205366628513}, {"t": 40, "H": 0.22041868160283648, "gain": 0.2214917265231809, "witness": [3, 4, 1], "sep": 0.0746268656716418, "score": 1.6155761918105052}, {"t": 42, "H": 0.05628075038220358, "gain": 0.05950539972642673, "witness": [4, 6, 0], "sep": 0.06716417910447761, "score": 0.809786743992795}, {"t": 43, "H": 0.06102512655544617, "gain": 0.06286653527005925, "witness": [10, 11, 1], "sep": 0.007462686567164108, "score": 0.7494037165702698}, {"t": 44, "H": 0.13309571887020333, "gain": 0.13689214075500955, "witness": [2, 7, 5], "sep": 0.13432835820895522, "score": 0.3368774291917246}, {"t": 46, "H": 0.19215668888629767, "gain": 0.19662802355300127, "witness": [3, 9, 8], "sep": 0.06716417910447761, "score": 1.2202482938087382}, {"t": 48, "H": 0.1919233989557422, "gain": 0.1941362100292933, "witness": [3, 11, 6], "sep": 0.007462686567164108, "score": 1.2001580753338663}, {"t": 49, "H": 0.22902008827030937, "gain": 0.22920015541664832, "witness": [4, 6, 2], "sep": 0.3656716417910448, "score": 1.736932061434133}, {"t": 51, "H": 0.2199427882289939, "gain": 0.22057594348883058, "witness": [2, 8, 6], "sep": 0.291044776119403, "score": 1.6052611476085938}, {"t": 52, "H": 0.19891673180682237, "gain": 0.20194302695330982, "witness": [4, 10, 2], "sep": 0.25373134328358204, "score": 1.3101552239545704}, {"t": 53, "H": 0.21324971730611986, "gain": 0.21699434587674443, "witness": [3, 4, 5], "sep": 0.2761194029850746, "score": 1.5286136118109586}, {"t": 54, "H": 0.20113190062779265, "gain": 0.20119259047029933, "witness": [3, 4, 9], "sep": 0.33582089552238814, "score": 1.3212770995102388}, {"t": 56, "H": 0.18786186301205202, "gain": 0.18783482107271196, "witness": [5, 7, 10], "sep": 0.32089552238805974, "score": 1.123268376289475}, {"t": 58, "H": 0.22895444156892045, "gain": 0.23211968357316176, "witness": [3, 4, 6], "sep": 0.30597014925373134, "score": 1.7579236902537603}, {"t": 59, "H": 0.2526857272700444, "gain": 0.25447927451581487, "witness": [6, 8, 7], "sep": 0.2313432835820895, "score": 2.1007808892305957}, {"t": 60, "H": 0.25959605365821353, "gain": 0.26115189608766387, "witness": [3, 9, 2], "sep": 0.25373134328358204, "score": 2.2018077691766837}, {"t": 62, "H": 0.20414727937281182, "gain": 0.20407863936641746, "witness": [6, 9, 7], "sep": 0.2686567164179105, "score": 1.3651725934152021}, {"t": 63, "H": 0.24123381213147227, "gain": 0.24197670663376739, "witness": [5, 8, 0], "sep": 0.32089552238805974, "score": 1.9227266436765231}, {"t": 64, "H": 0.26578462667133085, "gain": 0.26721141446914426, "witness": [4, 6, 7], "sep": 0.25373134328358216, "score": 2.2928996886355364}, {"t": 65, "H": 0.19417766131725625, "gain": 0.1941366655294346, "witness": [0, 6, 1], "sep": 0.11940298507462684, "score": 1.2170995264805864}, {"t": 66, "H": 0.24108072916666676, "gain": 0.24106137909955835, "witness": [6, 8, 11], "sep": 0.13432835820895522, "score": 1.9148404875967742}, {"t": 67, "H": 0.20300403814981813, "gain": 0.2040731733647205, "witness": [4, 6, 8], "sep": 0.291044776119403, "score": 1.356542271611546}, {"t": 69, "H": 0.19727020055610262, "gain": 0.19727073425256306, "witness": [5, 11, 7], "sep": 0.25373134328358204, "score": 1.2633999742065298}, {"t": 70, "H": 0.16230741951771813, "gain": 0.1623017606446968, "witness": [0, 8, 12], "sep": 0.05223880597014923, "score": 0.7433586693447634}, {"t": 71, "H": 0.19400365927523844, "gain": 0.19399454948530762, "witness": [2, 17, 8], "sep": 0.007462686567164108, "score": 1.2147462724310332}, {"t": 72, "H": 0.2248709941503419, "gain": 0.22486493282056155, "witness": [1, 11, 7], "sep": 0.07462686567164172, "score": 1.6738535376360169}, {"t": 73, "H": 0.0767971858553009, "gain": 0.07678456984160877, "witness": [1, 15, 14], "sep": 0.1567164179104477, "score": 0.5284722713853827}, {"t": 75, "H": 0.05155093312373318, "gain": 0.051545762504959396, "witness": [7, 21, 9], "sep": 0.05223880597014939, "score": 0.9039008751336001}, {"t": 76, "H": 0.16968950953781436, "gain": 0.1696742581838571, "witness": [1, 10, 8], "sep": 0.33582089552238803, "score": 0.8530806975250356}, {"t": 77, "H": 0.1515413280998077, "gain": 0.14709921567430653, "witness": [1, 16, 5], "sep": 0.2835820895522388, "score": 0.5505883694429164}, {"t": 78, "H": 0.10178688084461947, "gain": 0.09820355299220325, "witness": [1, 13, 20], "sep": 0.19402985074626872, "score": 0.1830815819537681}, {"t": 79, "H": 0.04937117796434495, "gain": 0.04793364638339721, "witness": [0, 5, 3], "sep": 0.02985074626865667, "score": 0.946860800271575}, {"t": 80, "H": 0.1312922416814941, "gain": 0.1290987610851653, "witness": [1, 20, 25], "sep": 0.23134328358208958, "score": 0.26597475513707064}, {"t": 81, "H": 0.09727555212580052, "gain": 0.09714724816422073, "witness": [7, 14, 12], "sep": 0.17910447761194034, "score": 0.22475222429838498}, {"t": 82, "H": 0.1483350095226989, "gain": 0.14828738779323405, "witness": [10, 13, 11], "sep": 0.2761194029850747, "score": 0.5352404911562063}, {"t": 83, "H": 0.12256388413833598, "gain": 0.12253864804825025, "witness": [6, 24, 13], "sep": 0.2089552238805971, "score": 0.15211548780335102}, {"t": 84, "H": 0.10405738910698245, "gain": 0.1040562743094732, "witness": [10, 20, 14], "sep": 0.1567164179104477, "score": 0.12295108177714537}, {"t": 85, "H": 0.13696284698829353, "gain": 0.13693199701738512, "witness": [3, 27, 16], "sep": 0.23880597014925367, "score": 0.3662275984748862}, {"t": 86, "H": 0.11239843893956161, "gain": 0.11224730560278837, "witness": [3, 17, 14], "sep": 0.17910447761194034, "score": 0.0}, {"t": 87, "H": 0.09463554757678617, "gain": 0.08902408639197883, "witness": [13, 16, 17], "sep": 0.11940298507462684, "score": 0.3043672813084524}, {"t": 88, "H": 0.1222033990565115, "gain": 0.1222136486973381, "witness": [11, 22, 15], "sep": 0.2164179104477612, "score": 0.14701519248357525}, {"t": 89, "H": 0.09576766818756334, "gain": 0.09577755923893234, "witness": [3, 21, 14], "sep": 0.1492537313432836, "score": 0.24616175511048044}, {"t": 90, "H": 0.13515436732353853, "gain": 0.13506740718843013, "witness": [7, 9, 13], "sep": 0.22388059701492546, "score": 0.33891745951723923}, {"t": 91, "H": 0.1110930095255782, "gain": 0.10685395617815352, "witness": [7, 21, 26], "sep": 0.16417910447761197, "score": 0.04949855103592888}, {"t": 92, "H": 0.09787930284918, "gain": 0.08990206291459041, "witness": [3, 16, 19], "sep": 0.11194029850746273, "score": 0.2735332677816965}, {"t": 93, "H": 0.12535844990182196, "gain": 0.11932851080150264, "witness": [2, 35, 15], "sep": 0.17910447761194034, "score": 0.14948983830842874}, {"t": 94, "H": 0.0878765011027042, "gain": 0.08255484563327962, "witness": [2, 12, 35], "sep": 0.1492537313432836, "score": 0.4027607878862499}, {"t": 95, "H": 0.07328014423685969, "gain": 0.06772057252723773, "witness": [14, 30, 44], "sep": 0.09701492537313436, "score": 0.6216008521885149}, {"t": 96, "H": 0.07647133482255963, "gain": 0.06533876228768576, "witness": [0, 43, 15], "sep": 0.16417910447761197, "score": 0.6151506575577608}, {"t": 97, "H": 0.22394081162114768, "gain": 0.2105494743756118, "witness": [3, 23, 45], "sep": 0.19402985074626855, "score": 1.5615164818796028}, {"t": 98, "H": 0.1343307411330212, "gain": 0.13556094159167237, "witness": [18, 43, 22], "sep": 0.03731343283582086, "score": 0.3363608216500609}, {"t": 99, "H": 0.15631642001580637, "gain": 0.14148585968135943, "witness": [8, 9, 39], "sep": 0.24626865671641796, "score": 0.5451586662634442}, {"t": 100, "H": 0.09986428939287932, "gain": 0.08826522315635163, "witness": [21, 30, 34], "sep": 0.2164179104477612, "score": 0.27066400349776704}]}</a:t>
            </a: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main_figures/Fig11/ppt/submission_case/ppt/presProps.xml><?xml version="1.0" encoding="utf-8"?>
<p:presentationPr xmlns:p="http://schemas.openxmlformats.org/presentationml/2006/main">
  <p:extLst>
    <p:ext xmlns:p14="http://schemas.microsoft.com/office/powerpoint/2010/main" uri="{E76CE94A-603C-4142-B9EB-6D1370010A27}">
      <p14:discardImageEditData val="0"/>
    </p:ext>
    <p:ext xmlns:p14="http://schemas.microsoft.com/office/powerpoint/2010/main" uri="{D31A062A-798A-4329-ABDD-BBA856620510}">
      <p14:defaultImageDpi val="32767"/>
    </p:ext>
    <p:ext xmlns:p15="http://schemas.microsoft.com/office/powerpoint/2012/main" uri="{FD5EFAAD-0ECE-453E-9831-46B23BE46B34}">
      <p15:chartTrackingRefBased val="1"/>
    </p:ext>
  </p:extLst>
</p:presentationPr>
</file>

<file path=ppt/main_figures/Fig11/ppt/submission_case/ppt/presentation.xml><?xml version="1.0" encoding="utf-8"?>
<p:presentation xmlns:p="http://schemas.openxmlformats.org/presentationml/2006/main">
  <p:sldMasterIdLst>
    <p:sldMasterId xmlns:r="http://schemas.openxmlformats.org/officeDocument/2006/relationships" id="2147483648" r:id="Rad9e7184f13747f9"/>
  </p:sldMasterIdLst>
  <p:notesMasterIdLst>
    <p:notesMasterId xmlns:r="http://schemas.openxmlformats.org/officeDocument/2006/relationships" r:id="R783fe836d4eb4579"/>
  </p:notesMasterIdLst>
  <p:sldIdLst>
    <p:sldId xmlns:r="http://schemas.openxmlformats.org/officeDocument/2006/relationships" id="256" r:id="R1133d91cc8d84597"/>
  </p:sldIdLst>
  <p:sldSz cx="11811000" cy="8858250"/>
  <p:notesSz cx="6858000" cy="9144000"/>
</p:presentation>
</file>

<file path=ppt/main_figures/Fig11/ppt/submission_case/ppt/slideLayouts/_rels/slideLayout1.xml.rels><?xml version='1.0' encoding='utf-8'?>
<Relationships xmlns="http://schemas.openxmlformats.org/package/2006/relationships"><Relationship Type="http://schemas.openxmlformats.org/officeDocument/2006/relationships/slideMaster" Target="/ppt/main_figures/Fig11/ppt/submission_case/ppt/slideMasters/slideMaster1.xml" Id="R09743d03210d4a63" /></Relationships>
</file>

<file path=ppt/main_figures/Fig11/ppt/submission_case/ppt/slideLayouts/_rels/slideLayout2.xml.rels><?xml version='1.0' encoding='utf-8'?>
<Relationships xmlns="http://schemas.openxmlformats.org/package/2006/relationships"><Relationship Type="http://schemas.openxmlformats.org/officeDocument/2006/relationships/slideMaster" Target="/ppt/main_figures/Fig11/ppt/submission_case/ppt/slideMasters/slideMaster1.xml" Id="R6c32240415d34f94" /></Relationships>
</file>

<file path=ppt/main_figures/Fig11/ppt/submission_case/ppt/slideLayouts/_rels/slideLayout3.xml.rels><?xml version='1.0' encoding='utf-8'?>
<Relationships xmlns="http://schemas.openxmlformats.org/package/2006/relationships"><Relationship Type="http://schemas.openxmlformats.org/officeDocument/2006/relationships/slideMaster" Target="/ppt/main_figures/Fig11/ppt/submission_case/ppt/slideMasters/slideMaster1.xml" Id="R95ef99d566174671" /></Relationships>
</file>

<file path=ppt/main_figures/Fig11/ppt/submission_case/ppt/slideLayouts/_rels/slideLayout4.xml.rels><?xml version='1.0' encoding='utf-8'?>
<Relationships xmlns="http://schemas.openxmlformats.org/package/2006/relationships"><Relationship Type="http://schemas.openxmlformats.org/officeDocument/2006/relationships/slideMaster" Target="/ppt/main_figures/Fig11/ppt/submission_case/ppt/slideMasters/slideMaster1.xml" Id="Ra1e46cdf857d437c" /></Relationships>
</file>

<file path=ppt/main_figures/Fig11/ppt/submission_case/ppt/slideLayouts/_rels/slideLayout5.xml.rels><?xml version='1.0' encoding='utf-8'?>
<Relationships xmlns="http://schemas.openxmlformats.org/package/2006/relationships"><Relationship Type="http://schemas.openxmlformats.org/officeDocument/2006/relationships/slideMaster" Target="/ppt/main_figures/Fig11/ppt/submission_case/ppt/slideMasters/slideMaster1.xml" Id="R251cdf9f0be747c1" /></Relationships>
</file>

<file path=ppt/main_figures/Fig11/ppt/submission_case/ppt/slideLayouts/_rels/slideLayout6.xml.rels><?xml version='1.0' encoding='utf-8'?>
<Relationships xmlns="http://schemas.openxmlformats.org/package/2006/relationships"><Relationship Type="http://schemas.openxmlformats.org/officeDocument/2006/relationships/slideMaster" Target="/ppt/main_figures/Fig11/ppt/submission_case/ppt/slideMasters/slideMaster1.xml" Id="R7ef0531a5bf04601" /></Relationships>
</file>

<file path=ppt/main_figures/Fig11/ppt/submission_case/ppt/slideLayouts/slideLayout1.xml><?xml version="1.0" encoding="utf-8"?>
<p:sldLayout xmlns:p="http://schemas.openxmlformats.org/presentationml/2006/main" type="title">
  <p:cSld name="Title Slide">
    <p:spTree>
      <p:nvGrpSpPr>
        <p:cNvPr id="1" name=""/>
        <p:cNvGrpSpPr/>
        <p:nvPr/>
      </p:nvGrpSpPr>
      <p:grpSpPr>
        <a:xfrm xmlns:a="http://schemas.openxmlformats.org/drawingml/2006/main"/>
      </p:grpSpPr>
      <p:sp>
        <p:nvSpPr>
          <p:cNvPr id="3" name="Title">
            <a:extLst xmlns:a="http://schemas.openxmlformats.org/drawingml/2006/main">
              <a:ext uri="{FF2B5EF4-FFF2-40B4-BE49-F238E27FC236}">
                <a16:creationId xmlns:a16="http://schemas.microsoft.com/office/drawing/2014/main" id="{045AE9D8-B618-43F7-BCA8-F7EEA4783019}"/>
              </a:ext>
            </a:extLst>
          </p:cNvPr>
          <p:cNvSpPr>
            <a:spLocks xmlns:a="http://schemas.openxmlformats.org/drawingml/2006/main" noGrp="1"/>
          </p:cNvSpPr>
          <p:nvPr>
            <p:ph type="title" idx="0"/>
          </p:nvPr>
        </p:nvSpPr>
        <p:spPr>
          <a:xfrm xmlns:a="http://schemas.openxmlformats.org/drawingml/2006/main">
            <a:off x="1181100" y="3346450"/>
            <a:ext cx="9448800" cy="1279525"/>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ctr">
            <a:normAutofit/>
          </a:bodyPr>
          <a:lstStyle xmlns:a="http://schemas.openxmlformats.org/drawingml/2006/main">
            <a:defPPr algn="ctr">
              <a:defRPr sz="4650" b="1">
                <a:solidFill>
                  <a:schemeClr val="tx1"/>
                </a:solidFill>
                <a:latin typeface="+mj-lt"/>
                <a:ea typeface="+mj-lt"/>
                <a:cs typeface="+mj-lt"/>
              </a:defRPr>
            </a:defPPr>
            <a:lvl1pPr marL="0" indent="0" algn="ctr">
              <a:lnSpc>
                <a:spcPct val="110000"/>
              </a:lnSpc>
              <a:spcBef>
                <a:spcPts val="0"/>
              </a:spcBef>
              <a:spcAft>
                <a:spcPts val="0"/>
              </a:spcAft>
              <a:buNone/>
              <a:defRPr sz="4650" b="1">
                <a:solidFill>
                  <a:schemeClr val="tx1"/>
                </a:solidFill>
                <a:latin typeface="+mj-lt"/>
                <a:ea typeface="+mj-lt"/>
                <a:cs typeface="+mj-lt"/>
              </a:defRPr>
            </a:lvl1pPr>
            <a:lvl2pPr marL="0" indent="0" algn="ctr">
              <a:lnSpc>
                <a:spcPct val="110000"/>
              </a:lnSpc>
              <a:spcBef>
                <a:spcPts val="0"/>
              </a:spcBef>
              <a:spcAft>
                <a:spcPts val="0"/>
              </a:spcAft>
              <a:buNone/>
              <a:defRPr sz="4650" b="1">
                <a:solidFill>
                  <a:schemeClr val="tx1"/>
                </a:solidFill>
                <a:latin typeface="+mj-lt"/>
                <a:ea typeface="+mj-lt"/>
                <a:cs typeface="+mj-lt"/>
              </a:defRPr>
            </a:lvl2pPr>
            <a:lvl3pPr marL="0" indent="0" algn="ctr">
              <a:lnSpc>
                <a:spcPct val="110000"/>
              </a:lnSpc>
              <a:spcBef>
                <a:spcPts val="0"/>
              </a:spcBef>
              <a:spcAft>
                <a:spcPts val="0"/>
              </a:spcAft>
              <a:buNone/>
              <a:defRPr sz="4650" b="1">
                <a:solidFill>
                  <a:schemeClr val="tx1"/>
                </a:solidFill>
                <a:latin typeface="+mj-lt"/>
                <a:ea typeface="+mj-lt"/>
                <a:cs typeface="+mj-lt"/>
              </a:defRPr>
            </a:lvl3pPr>
            <a:lvl4pPr marL="0" indent="0" algn="ctr">
              <a:lnSpc>
                <a:spcPct val="110000"/>
              </a:lnSpc>
              <a:spcBef>
                <a:spcPts val="0"/>
              </a:spcBef>
              <a:spcAft>
                <a:spcPts val="0"/>
              </a:spcAft>
              <a:buNone/>
              <a:defRPr sz="4650" b="1">
                <a:solidFill>
                  <a:schemeClr val="tx1"/>
                </a:solidFill>
                <a:latin typeface="+mj-lt"/>
                <a:ea typeface="+mj-lt"/>
                <a:cs typeface="+mj-lt"/>
              </a:defRPr>
            </a:lvl4pPr>
            <a:lvl5pPr marL="0" indent="0" algn="ctr">
              <a:lnSpc>
                <a:spcPct val="110000"/>
              </a:lnSpc>
              <a:spcBef>
                <a:spcPts val="0"/>
              </a:spcBef>
              <a:spcAft>
                <a:spcPts val="0"/>
              </a:spcAft>
              <a:buNone/>
              <a:defRPr sz="4650" b="1">
                <a:solidFill>
                  <a:schemeClr val="tx1"/>
                </a:solidFill>
                <a:latin typeface="+mj-lt"/>
                <a:ea typeface="+mj-lt"/>
                <a:cs typeface="+mj-lt"/>
              </a:defRPr>
            </a:lvl5pPr>
            <a:lvl6pPr marL="0" indent="0" algn="ctr">
              <a:lnSpc>
                <a:spcPct val="110000"/>
              </a:lnSpc>
              <a:spcBef>
                <a:spcPts val="0"/>
              </a:spcBef>
              <a:spcAft>
                <a:spcPts val="0"/>
              </a:spcAft>
              <a:buNone/>
              <a:defRPr sz="4650" b="1">
                <a:solidFill>
                  <a:schemeClr val="tx1"/>
                </a:solidFill>
                <a:latin typeface="+mj-lt"/>
                <a:ea typeface="+mj-lt"/>
                <a:cs typeface="+mj-lt"/>
              </a:defRPr>
            </a:lvl6pPr>
            <a:lvl7pPr marL="0" indent="0" algn="ctr">
              <a:lnSpc>
                <a:spcPct val="110000"/>
              </a:lnSpc>
              <a:spcBef>
                <a:spcPts val="0"/>
              </a:spcBef>
              <a:spcAft>
                <a:spcPts val="0"/>
              </a:spcAft>
              <a:buNone/>
              <a:defRPr sz="4650" b="1">
                <a:solidFill>
                  <a:schemeClr val="tx1"/>
                </a:solidFill>
                <a:latin typeface="+mj-lt"/>
                <a:ea typeface="+mj-lt"/>
                <a:cs typeface="+mj-lt"/>
              </a:defRPr>
            </a:lvl7pPr>
            <a:lvl8pPr marL="0" indent="0" algn="ctr">
              <a:lnSpc>
                <a:spcPct val="110000"/>
              </a:lnSpc>
              <a:spcBef>
                <a:spcPts val="0"/>
              </a:spcBef>
              <a:spcAft>
                <a:spcPts val="0"/>
              </a:spcAft>
              <a:buNone/>
              <a:defRPr sz="4650" b="1">
                <a:solidFill>
                  <a:schemeClr val="tx1"/>
                </a:solidFill>
                <a:latin typeface="+mj-lt"/>
                <a:ea typeface="+mj-lt"/>
                <a:cs typeface="+mj-lt"/>
              </a:defRPr>
            </a:lvl8pPr>
            <a:lvl9pPr marL="0" indent="0" algn="ctr">
              <a:lnSpc>
                <a:spcPct val="110000"/>
              </a:lnSpc>
              <a:spcBef>
                <a:spcPts val="0"/>
              </a:spcBef>
              <a:spcAft>
                <a:spcPts val="0"/>
              </a:spcAft>
              <a:buNone/>
              <a:defRPr sz="4650" b="1">
                <a:solidFill>
                  <a:schemeClr val="tx1"/>
                </a:solidFill>
                <a:latin typeface="+mj-lt"/>
                <a:ea typeface="+mj-lt"/>
                <a:cs typeface="+mj-lt"/>
              </a:defRPr>
            </a:lvl9pPr>
          </a:lstStyle>
          <a:p xmlns:a="http://schemas.openxmlformats.org/drawingml/2006/main"/>
        </p:txBody>
      </p:sp>
      <p:sp>
        <p:nvSpPr>
          <p:cNvPr id="2" name="Subtitle">
            <a:extLst xmlns:a="http://schemas.openxmlformats.org/drawingml/2006/main">
              <a:ext uri="{FF2B5EF4-FFF2-40B4-BE49-F238E27FC236}">
                <a16:creationId xmlns:a16="http://schemas.microsoft.com/office/drawing/2014/main" id="{EE76D276-5BA5-428E-841F-420A9E6A4039}"/>
              </a:ext>
            </a:extLst>
          </p:cNvPr>
          <p:cNvSpPr>
            <a:spLocks xmlns:a="http://schemas.openxmlformats.org/drawingml/2006/main" noGrp="1"/>
          </p:cNvSpPr>
          <p:nvPr>
            <p:ph type="subTitle" idx="1"/>
          </p:nvPr>
        </p:nvSpPr>
        <p:spPr>
          <a:xfrm xmlns:a="http://schemas.openxmlformats.org/drawingml/2006/main">
            <a:off x="1771650" y="4872038"/>
            <a:ext cx="8267700" cy="984250"/>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ctr">
            <a:normAutofit/>
          </a:bodyPr>
          <a:lstStyle xmlns:a="http://schemas.openxmlformats.org/drawingml/2006/main">
            <a:defPPr algn="ctr">
              <a:defRPr sz="2034" b="0">
                <a:solidFill>
                  <a:schemeClr val="tx1"/>
                </a:solidFill>
                <a:latin typeface="+mn-lt"/>
                <a:ea typeface="+mn-lt"/>
                <a:cs typeface="+mn-lt"/>
              </a:defRPr>
            </a:defPPr>
            <a:lvl1pPr marL="0" indent="0" algn="ctr">
              <a:lnSpc>
                <a:spcPct val="110000"/>
              </a:lnSpc>
              <a:spcBef>
                <a:spcPts val="0"/>
              </a:spcBef>
              <a:spcAft>
                <a:spcPts val="0"/>
              </a:spcAft>
              <a:buNone/>
              <a:defRPr sz="2034" b="0">
                <a:solidFill>
                  <a:schemeClr val="tx1"/>
                </a:solidFill>
                <a:latin typeface="+mn-lt"/>
                <a:ea typeface="+mn-lt"/>
                <a:cs typeface="+mn-lt"/>
              </a:defRPr>
            </a:lvl1pPr>
            <a:lvl2pPr marL="0" indent="0" algn="ctr">
              <a:lnSpc>
                <a:spcPct val="110000"/>
              </a:lnSpc>
              <a:spcBef>
                <a:spcPts val="0"/>
              </a:spcBef>
              <a:spcAft>
                <a:spcPts val="0"/>
              </a:spcAft>
              <a:buNone/>
              <a:defRPr sz="2034" b="0">
                <a:solidFill>
                  <a:schemeClr val="tx1"/>
                </a:solidFill>
                <a:latin typeface="+mn-lt"/>
                <a:ea typeface="+mn-lt"/>
                <a:cs typeface="+mn-lt"/>
              </a:defRPr>
            </a:lvl2pPr>
            <a:lvl3pPr marL="0" indent="0" algn="ctr">
              <a:lnSpc>
                <a:spcPct val="110000"/>
              </a:lnSpc>
              <a:spcBef>
                <a:spcPts val="0"/>
              </a:spcBef>
              <a:spcAft>
                <a:spcPts val="0"/>
              </a:spcAft>
              <a:buNone/>
              <a:defRPr sz="2034" b="0">
                <a:solidFill>
                  <a:schemeClr val="tx1"/>
                </a:solidFill>
                <a:latin typeface="+mn-lt"/>
                <a:ea typeface="+mn-lt"/>
                <a:cs typeface="+mn-lt"/>
              </a:defRPr>
            </a:lvl3pPr>
            <a:lvl4pPr marL="0" indent="0" algn="ctr">
              <a:lnSpc>
                <a:spcPct val="110000"/>
              </a:lnSpc>
              <a:spcBef>
                <a:spcPts val="0"/>
              </a:spcBef>
              <a:spcAft>
                <a:spcPts val="0"/>
              </a:spcAft>
              <a:buNone/>
              <a:defRPr sz="2034" b="0">
                <a:solidFill>
                  <a:schemeClr val="tx1"/>
                </a:solidFill>
                <a:latin typeface="+mn-lt"/>
                <a:ea typeface="+mn-lt"/>
                <a:cs typeface="+mn-lt"/>
              </a:defRPr>
            </a:lvl4pPr>
            <a:lvl5pPr marL="0" indent="0" algn="ctr">
              <a:lnSpc>
                <a:spcPct val="110000"/>
              </a:lnSpc>
              <a:spcBef>
                <a:spcPts val="0"/>
              </a:spcBef>
              <a:spcAft>
                <a:spcPts val="0"/>
              </a:spcAft>
              <a:buNone/>
              <a:defRPr sz="2034" b="0">
                <a:solidFill>
                  <a:schemeClr val="tx1"/>
                </a:solidFill>
                <a:latin typeface="+mn-lt"/>
                <a:ea typeface="+mn-lt"/>
                <a:cs typeface="+mn-lt"/>
              </a:defRPr>
            </a:lvl5pPr>
            <a:lvl6pPr marL="0" indent="0" algn="ctr">
              <a:lnSpc>
                <a:spcPct val="110000"/>
              </a:lnSpc>
              <a:spcBef>
                <a:spcPts val="0"/>
              </a:spcBef>
              <a:spcAft>
                <a:spcPts val="0"/>
              </a:spcAft>
              <a:buNone/>
              <a:defRPr sz="2034" b="0">
                <a:solidFill>
                  <a:schemeClr val="tx1"/>
                </a:solidFill>
                <a:latin typeface="+mn-lt"/>
                <a:ea typeface="+mn-lt"/>
                <a:cs typeface="+mn-lt"/>
              </a:defRPr>
            </a:lvl6pPr>
            <a:lvl7pPr marL="0" indent="0" algn="ctr">
              <a:lnSpc>
                <a:spcPct val="110000"/>
              </a:lnSpc>
              <a:spcBef>
                <a:spcPts val="0"/>
              </a:spcBef>
              <a:spcAft>
                <a:spcPts val="0"/>
              </a:spcAft>
              <a:buNone/>
              <a:defRPr sz="2034" b="0">
                <a:solidFill>
                  <a:schemeClr val="tx1"/>
                </a:solidFill>
                <a:latin typeface="+mn-lt"/>
                <a:ea typeface="+mn-lt"/>
                <a:cs typeface="+mn-lt"/>
              </a:defRPr>
            </a:lvl7pPr>
            <a:lvl8pPr marL="0" indent="0" algn="ctr">
              <a:lnSpc>
                <a:spcPct val="110000"/>
              </a:lnSpc>
              <a:spcBef>
                <a:spcPts val="0"/>
              </a:spcBef>
              <a:spcAft>
                <a:spcPts val="0"/>
              </a:spcAft>
              <a:buNone/>
              <a:defRPr sz="2034" b="0">
                <a:solidFill>
                  <a:schemeClr val="tx1"/>
                </a:solidFill>
                <a:latin typeface="+mn-lt"/>
                <a:ea typeface="+mn-lt"/>
                <a:cs typeface="+mn-lt"/>
              </a:defRPr>
            </a:lvl8pPr>
            <a:lvl9pPr marL="0" indent="0" algn="ctr">
              <a:lnSpc>
                <a:spcPct val="110000"/>
              </a:lnSpc>
              <a:spcBef>
                <a:spcPts val="0"/>
              </a:spcBef>
              <a:spcAft>
                <a:spcPts val="0"/>
              </a:spcAft>
              <a:buNone/>
              <a:defRPr sz="2034" b="0">
                <a:solidFill>
                  <a:schemeClr val="tx1"/>
                </a:solidFill>
                <a:latin typeface="+mn-lt"/>
                <a:ea typeface="+mn-lt"/>
                <a:cs typeface="+mn-lt"/>
              </a:defRPr>
            </a:lvl9pPr>
          </a:lstStyle>
          <a:p xmlns:a="http://schemas.openxmlformats.org/drawingml/2006/main"/>
        </p:txBody>
      </p:sp>
    </p:spTree>
  </p:cSld>
</p:sldLayout>
</file>

<file path=ppt/main_figures/Fig11/ppt/submission_case/ppt/slideLayouts/slideLayout2.xml><?xml version="1.0" encoding="utf-8"?>
<p:sldLayout xmlns:p="http://schemas.openxmlformats.org/presentationml/2006/main">
  <p:cSld name="Section Header">
    <p:spTree>
      <p:nvGrpSpPr>
        <p:cNvPr id="1" name=""/>
        <p:cNvGrpSpPr/>
        <p:nvPr/>
      </p:nvGrpSpPr>
      <p:grpSpPr>
        <a:xfrm xmlns:a="http://schemas.openxmlformats.org/drawingml/2006/main"/>
      </p:grpSpPr>
      <p:sp>
        <p:nvSpPr>
          <p:cNvPr id="2" name="Section title">
            <a:extLst xmlns:a="http://schemas.openxmlformats.org/drawingml/2006/main">
              <a:ext uri="{FF2B5EF4-FFF2-40B4-BE49-F238E27FC236}">
                <a16:creationId xmlns:a16="http://schemas.microsoft.com/office/drawing/2014/main" id="{0F35BE46-85AD-495B-823F-75120A3E33D7}"/>
              </a:ext>
            </a:extLst>
          </p:cNvPr>
          <p:cNvSpPr>
            <a:spLocks xmlns:a="http://schemas.openxmlformats.org/drawingml/2006/main" noGrp="1"/>
          </p:cNvSpPr>
          <p:nvPr>
            <p:ph type="title" idx="0"/>
          </p:nvPr>
        </p:nvSpPr>
        <p:spPr>
          <a:xfrm xmlns:a="http://schemas.openxmlformats.org/drawingml/2006/main">
            <a:off x="1181100" y="3690938"/>
            <a:ext cx="9448800" cy="1476375"/>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ctr">
            <a:normAutofit/>
          </a:bodyPr>
          <a:lstStyle xmlns:a="http://schemas.openxmlformats.org/drawingml/2006/main">
            <a:defPPr algn="ctr">
              <a:defRPr sz="4069" b="1">
                <a:solidFill>
                  <a:schemeClr val="tx1"/>
                </a:solidFill>
                <a:latin typeface="+mj-lt"/>
                <a:ea typeface="+mj-lt"/>
                <a:cs typeface="+mj-lt"/>
              </a:defRPr>
            </a:defPPr>
            <a:lvl1pPr marL="0" indent="0" algn="ctr">
              <a:lnSpc>
                <a:spcPct val="110000"/>
              </a:lnSpc>
              <a:spcBef>
                <a:spcPts val="0"/>
              </a:spcBef>
              <a:spcAft>
                <a:spcPts val="0"/>
              </a:spcAft>
              <a:buNone/>
              <a:defRPr sz="4069" b="1">
                <a:solidFill>
                  <a:schemeClr val="tx1"/>
                </a:solidFill>
                <a:latin typeface="+mj-lt"/>
                <a:ea typeface="+mj-lt"/>
                <a:cs typeface="+mj-lt"/>
              </a:defRPr>
            </a:lvl1pPr>
            <a:lvl2pPr marL="0" indent="0" algn="ctr">
              <a:lnSpc>
                <a:spcPct val="110000"/>
              </a:lnSpc>
              <a:spcBef>
                <a:spcPts val="0"/>
              </a:spcBef>
              <a:spcAft>
                <a:spcPts val="0"/>
              </a:spcAft>
              <a:buNone/>
              <a:defRPr sz="4069" b="1">
                <a:solidFill>
                  <a:schemeClr val="tx1"/>
                </a:solidFill>
                <a:latin typeface="+mj-lt"/>
                <a:ea typeface="+mj-lt"/>
                <a:cs typeface="+mj-lt"/>
              </a:defRPr>
            </a:lvl2pPr>
            <a:lvl3pPr marL="0" indent="0" algn="ctr">
              <a:lnSpc>
                <a:spcPct val="110000"/>
              </a:lnSpc>
              <a:spcBef>
                <a:spcPts val="0"/>
              </a:spcBef>
              <a:spcAft>
                <a:spcPts val="0"/>
              </a:spcAft>
              <a:buNone/>
              <a:defRPr sz="4069" b="1">
                <a:solidFill>
                  <a:schemeClr val="tx1"/>
                </a:solidFill>
                <a:latin typeface="+mj-lt"/>
                <a:ea typeface="+mj-lt"/>
                <a:cs typeface="+mj-lt"/>
              </a:defRPr>
            </a:lvl3pPr>
            <a:lvl4pPr marL="0" indent="0" algn="ctr">
              <a:lnSpc>
                <a:spcPct val="110000"/>
              </a:lnSpc>
              <a:spcBef>
                <a:spcPts val="0"/>
              </a:spcBef>
              <a:spcAft>
                <a:spcPts val="0"/>
              </a:spcAft>
              <a:buNone/>
              <a:defRPr sz="4069" b="1">
                <a:solidFill>
                  <a:schemeClr val="tx1"/>
                </a:solidFill>
                <a:latin typeface="+mj-lt"/>
                <a:ea typeface="+mj-lt"/>
                <a:cs typeface="+mj-lt"/>
              </a:defRPr>
            </a:lvl4pPr>
            <a:lvl5pPr marL="0" indent="0" algn="ctr">
              <a:lnSpc>
                <a:spcPct val="110000"/>
              </a:lnSpc>
              <a:spcBef>
                <a:spcPts val="0"/>
              </a:spcBef>
              <a:spcAft>
                <a:spcPts val="0"/>
              </a:spcAft>
              <a:buNone/>
              <a:defRPr sz="4069" b="1">
                <a:solidFill>
                  <a:schemeClr val="tx1"/>
                </a:solidFill>
                <a:latin typeface="+mj-lt"/>
                <a:ea typeface="+mj-lt"/>
                <a:cs typeface="+mj-lt"/>
              </a:defRPr>
            </a:lvl5pPr>
            <a:lvl6pPr marL="0" indent="0" algn="ctr">
              <a:lnSpc>
                <a:spcPct val="110000"/>
              </a:lnSpc>
              <a:spcBef>
                <a:spcPts val="0"/>
              </a:spcBef>
              <a:spcAft>
                <a:spcPts val="0"/>
              </a:spcAft>
              <a:buNone/>
              <a:defRPr sz="4069" b="1">
                <a:solidFill>
                  <a:schemeClr val="tx1"/>
                </a:solidFill>
                <a:latin typeface="+mj-lt"/>
                <a:ea typeface="+mj-lt"/>
                <a:cs typeface="+mj-lt"/>
              </a:defRPr>
            </a:lvl6pPr>
            <a:lvl7pPr marL="0" indent="0" algn="ctr">
              <a:lnSpc>
                <a:spcPct val="110000"/>
              </a:lnSpc>
              <a:spcBef>
                <a:spcPts val="0"/>
              </a:spcBef>
              <a:spcAft>
                <a:spcPts val="0"/>
              </a:spcAft>
              <a:buNone/>
              <a:defRPr sz="4069" b="1">
                <a:solidFill>
                  <a:schemeClr val="tx1"/>
                </a:solidFill>
                <a:latin typeface="+mj-lt"/>
                <a:ea typeface="+mj-lt"/>
                <a:cs typeface="+mj-lt"/>
              </a:defRPr>
            </a:lvl7pPr>
            <a:lvl8pPr marL="0" indent="0" algn="ctr">
              <a:lnSpc>
                <a:spcPct val="110000"/>
              </a:lnSpc>
              <a:spcBef>
                <a:spcPts val="0"/>
              </a:spcBef>
              <a:spcAft>
                <a:spcPts val="0"/>
              </a:spcAft>
              <a:buNone/>
              <a:defRPr sz="4069" b="1">
                <a:solidFill>
                  <a:schemeClr val="tx1"/>
                </a:solidFill>
                <a:latin typeface="+mj-lt"/>
                <a:ea typeface="+mj-lt"/>
                <a:cs typeface="+mj-lt"/>
              </a:defRPr>
            </a:lvl8pPr>
            <a:lvl9pPr marL="0" indent="0" algn="ctr">
              <a:lnSpc>
                <a:spcPct val="110000"/>
              </a:lnSpc>
              <a:spcBef>
                <a:spcPts val="0"/>
              </a:spcBef>
              <a:spcAft>
                <a:spcPts val="0"/>
              </a:spcAft>
              <a:buNone/>
              <a:defRPr sz="4069" b="1">
                <a:solidFill>
                  <a:schemeClr val="tx1"/>
                </a:solidFill>
                <a:latin typeface="+mj-lt"/>
                <a:ea typeface="+mj-lt"/>
                <a:cs typeface="+mj-lt"/>
              </a:defRPr>
            </a:lvl9pPr>
          </a:lstStyle>
          <a:p xmlns:a="http://schemas.openxmlformats.org/drawingml/2006/main"/>
        </p:txBody>
      </p:sp>
    </p:spTree>
  </p:cSld>
</p:sldLayout>
</file>

<file path=ppt/main_figures/Fig11/ppt/submission_case/ppt/slideLayouts/slideLayout3.xml><?xml version="1.0" encoding="utf-8"?>
<p:sldLayout xmlns:p="http://schemas.openxmlformats.org/presentationml/2006/main">
  <p:cSld name="Title and Body">
    <p:spTree>
      <p:nvGrpSpPr>
        <p:cNvPr id="1" name=""/>
        <p:cNvGrpSpPr/>
        <p:nvPr/>
      </p:nvGrpSpPr>
      <p:grpSpPr>
        <a:xfrm xmlns:a="http://schemas.openxmlformats.org/drawingml/2006/main"/>
      </p:grpSpPr>
      <p:sp>
        <p:nvSpPr>
          <p:cNvPr id="3" name="Title">
            <a:extLst xmlns:a="http://schemas.openxmlformats.org/drawingml/2006/main">
              <a:ext uri="{FF2B5EF4-FFF2-40B4-BE49-F238E27FC236}">
                <a16:creationId xmlns:a16="http://schemas.microsoft.com/office/drawing/2014/main" id="{D4239738-00CA-45B7-904A-ED28C938CB8C}"/>
              </a:ext>
            </a:extLst>
          </p:cNvPr>
          <p:cNvSpPr>
            <a:spLocks xmlns:a="http://schemas.openxmlformats.org/drawingml/2006/main" noGrp="1"/>
          </p:cNvSpPr>
          <p:nvPr>
            <p:ph type="title" idx="0"/>
          </p:nvPr>
        </p:nvSpPr>
        <p:spPr>
          <a:xfrm xmlns:a="http://schemas.openxmlformats.org/drawingml/2006/main">
            <a:off x="664369" y="688975"/>
            <a:ext cx="10482263" cy="1082675"/>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3197" b="1">
                <a:solidFill>
                  <a:schemeClr val="tx1"/>
                </a:solidFill>
                <a:latin typeface="+mj-lt"/>
                <a:ea typeface="+mj-lt"/>
                <a:cs typeface="+mj-lt"/>
              </a:defRPr>
            </a:defPPr>
            <a:lvl1pPr marL="0" indent="0" algn="l">
              <a:lnSpc>
                <a:spcPct val="110000"/>
              </a:lnSpc>
              <a:spcBef>
                <a:spcPts val="0"/>
              </a:spcBef>
              <a:spcAft>
                <a:spcPts val="0"/>
              </a:spcAft>
              <a:buNone/>
              <a:defRPr sz="3197" b="1">
                <a:solidFill>
                  <a:schemeClr val="tx1"/>
                </a:solidFill>
                <a:latin typeface="+mj-lt"/>
                <a:ea typeface="+mj-lt"/>
                <a:cs typeface="+mj-lt"/>
              </a:defRPr>
            </a:lvl1pPr>
            <a:lvl2pPr marL="0" indent="0" algn="l">
              <a:lnSpc>
                <a:spcPct val="110000"/>
              </a:lnSpc>
              <a:spcBef>
                <a:spcPts val="0"/>
              </a:spcBef>
              <a:spcAft>
                <a:spcPts val="0"/>
              </a:spcAft>
              <a:buNone/>
              <a:defRPr sz="3197" b="1">
                <a:solidFill>
                  <a:schemeClr val="tx1"/>
                </a:solidFill>
                <a:latin typeface="+mj-lt"/>
                <a:ea typeface="+mj-lt"/>
                <a:cs typeface="+mj-lt"/>
              </a:defRPr>
            </a:lvl2pPr>
            <a:lvl3pPr marL="0" indent="0" algn="l">
              <a:lnSpc>
                <a:spcPct val="110000"/>
              </a:lnSpc>
              <a:spcBef>
                <a:spcPts val="0"/>
              </a:spcBef>
              <a:spcAft>
                <a:spcPts val="0"/>
              </a:spcAft>
              <a:buNone/>
              <a:defRPr sz="3197" b="1">
                <a:solidFill>
                  <a:schemeClr val="tx1"/>
                </a:solidFill>
                <a:latin typeface="+mj-lt"/>
                <a:ea typeface="+mj-lt"/>
                <a:cs typeface="+mj-lt"/>
              </a:defRPr>
            </a:lvl3pPr>
            <a:lvl4pPr marL="0" indent="0" algn="l">
              <a:lnSpc>
                <a:spcPct val="110000"/>
              </a:lnSpc>
              <a:spcBef>
                <a:spcPts val="0"/>
              </a:spcBef>
              <a:spcAft>
                <a:spcPts val="0"/>
              </a:spcAft>
              <a:buNone/>
              <a:defRPr sz="3197" b="1">
                <a:solidFill>
                  <a:schemeClr val="tx1"/>
                </a:solidFill>
                <a:latin typeface="+mj-lt"/>
                <a:ea typeface="+mj-lt"/>
                <a:cs typeface="+mj-lt"/>
              </a:defRPr>
            </a:lvl4pPr>
            <a:lvl5pPr marL="0" indent="0" algn="l">
              <a:lnSpc>
                <a:spcPct val="110000"/>
              </a:lnSpc>
              <a:spcBef>
                <a:spcPts val="0"/>
              </a:spcBef>
              <a:spcAft>
                <a:spcPts val="0"/>
              </a:spcAft>
              <a:buNone/>
              <a:defRPr sz="3197" b="1">
                <a:solidFill>
                  <a:schemeClr val="tx1"/>
                </a:solidFill>
                <a:latin typeface="+mj-lt"/>
                <a:ea typeface="+mj-lt"/>
                <a:cs typeface="+mj-lt"/>
              </a:defRPr>
            </a:lvl5pPr>
            <a:lvl6pPr marL="0" indent="0" algn="l">
              <a:lnSpc>
                <a:spcPct val="110000"/>
              </a:lnSpc>
              <a:spcBef>
                <a:spcPts val="0"/>
              </a:spcBef>
              <a:spcAft>
                <a:spcPts val="0"/>
              </a:spcAft>
              <a:buNone/>
              <a:defRPr sz="3197" b="1">
                <a:solidFill>
                  <a:schemeClr val="tx1"/>
                </a:solidFill>
                <a:latin typeface="+mj-lt"/>
                <a:ea typeface="+mj-lt"/>
                <a:cs typeface="+mj-lt"/>
              </a:defRPr>
            </a:lvl6pPr>
            <a:lvl7pPr marL="0" indent="0" algn="l">
              <a:lnSpc>
                <a:spcPct val="110000"/>
              </a:lnSpc>
              <a:spcBef>
                <a:spcPts val="0"/>
              </a:spcBef>
              <a:spcAft>
                <a:spcPts val="0"/>
              </a:spcAft>
              <a:buNone/>
              <a:defRPr sz="3197" b="1">
                <a:solidFill>
                  <a:schemeClr val="tx1"/>
                </a:solidFill>
                <a:latin typeface="+mj-lt"/>
                <a:ea typeface="+mj-lt"/>
                <a:cs typeface="+mj-lt"/>
              </a:defRPr>
            </a:lvl7pPr>
            <a:lvl8pPr marL="0" indent="0" algn="l">
              <a:lnSpc>
                <a:spcPct val="110000"/>
              </a:lnSpc>
              <a:spcBef>
                <a:spcPts val="0"/>
              </a:spcBef>
              <a:spcAft>
                <a:spcPts val="0"/>
              </a:spcAft>
              <a:buNone/>
              <a:defRPr sz="3197" b="1">
                <a:solidFill>
                  <a:schemeClr val="tx1"/>
                </a:solidFill>
                <a:latin typeface="+mj-lt"/>
                <a:ea typeface="+mj-lt"/>
                <a:cs typeface="+mj-lt"/>
              </a:defRPr>
            </a:lvl8pPr>
            <a:lvl9pPr marL="0" indent="0" algn="l">
              <a:lnSpc>
                <a:spcPct val="110000"/>
              </a:lnSpc>
              <a:spcBef>
                <a:spcPts val="0"/>
              </a:spcBef>
              <a:spcAft>
                <a:spcPts val="0"/>
              </a:spcAft>
              <a:buNone/>
              <a:defRPr sz="3197" b="1">
                <a:solidFill>
                  <a:schemeClr val="tx1"/>
                </a:solidFill>
                <a:latin typeface="+mj-lt"/>
                <a:ea typeface="+mj-lt"/>
                <a:cs typeface="+mj-lt"/>
              </a:defRPr>
            </a:lvl9pPr>
          </a:lstStyle>
          <a:p xmlns:a="http://schemas.openxmlformats.org/drawingml/2006/main"/>
        </p:txBody>
      </p:sp>
      <p:sp>
        <p:nvSpPr>
          <p:cNvPr id="2" name="Body">
            <a:extLst xmlns:a="http://schemas.openxmlformats.org/drawingml/2006/main">
              <a:ext uri="{FF2B5EF4-FFF2-40B4-BE49-F238E27FC236}">
                <a16:creationId xmlns:a16="http://schemas.microsoft.com/office/drawing/2014/main" id="{6FD0476A-AF1E-4E44-81AE-E609D5EC52BB}"/>
              </a:ext>
            </a:extLst>
          </p:cNvPr>
          <p:cNvSpPr>
            <a:spLocks xmlns:a="http://schemas.openxmlformats.org/drawingml/2006/main" noGrp="1"/>
          </p:cNvSpPr>
          <p:nvPr>
            <p:ph type="body" idx="1"/>
          </p:nvPr>
        </p:nvSpPr>
        <p:spPr>
          <a:xfrm xmlns:a="http://schemas.openxmlformats.org/drawingml/2006/main">
            <a:off x="664369" y="2460625"/>
            <a:ext cx="10482263" cy="5511800"/>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180" b="0">
                <a:solidFill>
                  <a:schemeClr val="tx1"/>
                </a:solidFill>
                <a:latin typeface="+mn-lt"/>
                <a:ea typeface="+mn-lt"/>
                <a:cs typeface="+mn-lt"/>
              </a:defRPr>
            </a:defPPr>
            <a:lvl1pPr marL="221456" indent="-221456" algn="l">
              <a:lnSpc>
                <a:spcPct val="110000"/>
              </a:lnSpc>
              <a:spcBef>
                <a:spcPts val="0"/>
              </a:spcBef>
              <a:spcAft>
                <a:spcPts val="1163"/>
              </a:spcAft>
              <a:buChar char="•"/>
              <a:defRPr sz="2180" b="0">
                <a:solidFill>
                  <a:schemeClr val="tx1"/>
                </a:solidFill>
                <a:latin typeface="+mn-lt"/>
                <a:ea typeface="+mn-lt"/>
                <a:cs typeface="+mn-lt"/>
              </a:defRPr>
            </a:lvl1pPr>
            <a:lvl2pPr marL="516731" indent="-221456" algn="l">
              <a:lnSpc>
                <a:spcPct val="110000"/>
              </a:lnSpc>
              <a:spcBef>
                <a:spcPts val="0"/>
              </a:spcBef>
              <a:spcAft>
                <a:spcPts val="1163"/>
              </a:spcAft>
              <a:buChar char="•"/>
              <a:defRPr sz="2180" b="0">
                <a:solidFill>
                  <a:schemeClr val="tx1"/>
                </a:solidFill>
                <a:latin typeface="+mn-lt"/>
                <a:ea typeface="+mn-lt"/>
                <a:cs typeface="+mn-lt"/>
              </a:defRPr>
            </a:lvl2pPr>
            <a:lvl3pPr marL="812006" indent="-221456" algn="l">
              <a:lnSpc>
                <a:spcPct val="110000"/>
              </a:lnSpc>
              <a:spcBef>
                <a:spcPts val="0"/>
              </a:spcBef>
              <a:spcAft>
                <a:spcPts val="1163"/>
              </a:spcAft>
              <a:buChar char="•"/>
              <a:defRPr sz="2180" b="0">
                <a:solidFill>
                  <a:schemeClr val="tx1"/>
                </a:solidFill>
                <a:latin typeface="+mn-lt"/>
                <a:ea typeface="+mn-lt"/>
                <a:cs typeface="+mn-lt"/>
              </a:defRPr>
            </a:lvl3pPr>
            <a:lvl4pPr marL="1107281" indent="-221456" algn="l">
              <a:lnSpc>
                <a:spcPct val="110000"/>
              </a:lnSpc>
              <a:spcBef>
                <a:spcPts val="0"/>
              </a:spcBef>
              <a:spcAft>
                <a:spcPts val="1163"/>
              </a:spcAft>
              <a:buChar char="•"/>
              <a:defRPr sz="2180" b="0">
                <a:solidFill>
                  <a:schemeClr val="tx1"/>
                </a:solidFill>
                <a:latin typeface="+mn-lt"/>
                <a:ea typeface="+mn-lt"/>
                <a:cs typeface="+mn-lt"/>
              </a:defRPr>
            </a:lvl4pPr>
            <a:lvl5pPr marL="1402556" indent="-221456" algn="l">
              <a:lnSpc>
                <a:spcPct val="110000"/>
              </a:lnSpc>
              <a:spcBef>
                <a:spcPts val="0"/>
              </a:spcBef>
              <a:spcAft>
                <a:spcPts val="1163"/>
              </a:spcAft>
              <a:buChar char="•"/>
              <a:defRPr sz="2180" b="0">
                <a:solidFill>
                  <a:schemeClr val="tx1"/>
                </a:solidFill>
                <a:latin typeface="+mn-lt"/>
                <a:ea typeface="+mn-lt"/>
                <a:cs typeface="+mn-lt"/>
              </a:defRPr>
            </a:lvl5pPr>
            <a:lvl6pPr marL="1697831" indent="-221456" algn="l">
              <a:lnSpc>
                <a:spcPct val="110000"/>
              </a:lnSpc>
              <a:spcBef>
                <a:spcPts val="0"/>
              </a:spcBef>
              <a:spcAft>
                <a:spcPts val="1163"/>
              </a:spcAft>
              <a:buChar char="•"/>
              <a:defRPr sz="2180" b="0">
                <a:solidFill>
                  <a:schemeClr val="tx1"/>
                </a:solidFill>
                <a:latin typeface="+mn-lt"/>
                <a:ea typeface="+mn-lt"/>
                <a:cs typeface="+mn-lt"/>
              </a:defRPr>
            </a:lvl6pPr>
            <a:lvl7pPr marL="1993106" indent="-221456" algn="l">
              <a:lnSpc>
                <a:spcPct val="110000"/>
              </a:lnSpc>
              <a:spcBef>
                <a:spcPts val="0"/>
              </a:spcBef>
              <a:spcAft>
                <a:spcPts val="1163"/>
              </a:spcAft>
              <a:buChar char="•"/>
              <a:defRPr sz="2180" b="0">
                <a:solidFill>
                  <a:schemeClr val="tx1"/>
                </a:solidFill>
                <a:latin typeface="+mn-lt"/>
                <a:ea typeface="+mn-lt"/>
                <a:cs typeface="+mn-lt"/>
              </a:defRPr>
            </a:lvl7pPr>
            <a:lvl8pPr marL="2288381" indent="-221456" algn="l">
              <a:lnSpc>
                <a:spcPct val="110000"/>
              </a:lnSpc>
              <a:spcBef>
                <a:spcPts val="0"/>
              </a:spcBef>
              <a:spcAft>
                <a:spcPts val="1163"/>
              </a:spcAft>
              <a:buChar char="•"/>
              <a:defRPr sz="2180" b="0">
                <a:solidFill>
                  <a:schemeClr val="tx1"/>
                </a:solidFill>
                <a:latin typeface="+mn-lt"/>
                <a:ea typeface="+mn-lt"/>
                <a:cs typeface="+mn-lt"/>
              </a:defRPr>
            </a:lvl8pPr>
            <a:lvl9pPr marL="2583656" indent="-221456" algn="l">
              <a:lnSpc>
                <a:spcPct val="110000"/>
              </a:lnSpc>
              <a:spcBef>
                <a:spcPts val="0"/>
              </a:spcBef>
              <a:spcAft>
                <a:spcPts val="1163"/>
              </a:spcAft>
              <a:buChar char="•"/>
              <a:defRPr sz="2180" b="0">
                <a:solidFill>
                  <a:schemeClr val="tx1"/>
                </a:solidFill>
                <a:latin typeface="+mn-lt"/>
                <a:ea typeface="+mn-lt"/>
                <a:cs typeface="+mn-lt"/>
              </a:defRPr>
            </a:lvl9pPr>
          </a:lstStyle>
          <a:p xmlns:a="http://schemas.openxmlformats.org/drawingml/2006/main"/>
        </p:txBody>
      </p:sp>
    </p:spTree>
  </p:cSld>
</p:sldLayout>
</file>

<file path=ppt/main_figures/Fig11/ppt/submission_case/ppt/slideLayouts/slideLayout4.xml><?xml version="1.0" encoding="utf-8"?>
<p:sldLayout xmlns:p="http://schemas.openxmlformats.org/presentationml/2006/main">
  <p:cSld name="Title and Two Column">
    <p:spTree>
      <p:nvGrpSpPr>
        <p:cNvPr id="1" name=""/>
        <p:cNvGrpSpPr/>
        <p:nvPr/>
      </p:nvGrpSpPr>
      <p:grpSpPr>
        <a:xfrm xmlns:a="http://schemas.openxmlformats.org/drawingml/2006/main"/>
      </p:grpSpPr>
      <p:sp>
        <p:nvSpPr>
          <p:cNvPr id="4" name="Title">
            <a:extLst xmlns:a="http://schemas.openxmlformats.org/drawingml/2006/main">
              <a:ext uri="{FF2B5EF4-FFF2-40B4-BE49-F238E27FC236}">
                <a16:creationId xmlns:a16="http://schemas.microsoft.com/office/drawing/2014/main" id="{5FBBAF41-7AAD-40CA-A840-99D309062CCA}"/>
              </a:ext>
            </a:extLst>
          </p:cNvPr>
          <p:cNvSpPr>
            <a:spLocks xmlns:a="http://schemas.openxmlformats.org/drawingml/2006/main" noGrp="1"/>
          </p:cNvSpPr>
          <p:nvPr>
            <p:ph type="title" idx="0"/>
          </p:nvPr>
        </p:nvSpPr>
        <p:spPr>
          <a:xfrm xmlns:a="http://schemas.openxmlformats.org/drawingml/2006/main">
            <a:off x="664369" y="688975"/>
            <a:ext cx="10482263" cy="1082675"/>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3197" b="1">
                <a:solidFill>
                  <a:schemeClr val="tx1"/>
                </a:solidFill>
                <a:latin typeface="+mj-lt"/>
                <a:ea typeface="+mj-lt"/>
                <a:cs typeface="+mj-lt"/>
              </a:defRPr>
            </a:defPPr>
            <a:lvl1pPr marL="0" indent="0" algn="l">
              <a:lnSpc>
                <a:spcPct val="110000"/>
              </a:lnSpc>
              <a:spcBef>
                <a:spcPts val="0"/>
              </a:spcBef>
              <a:spcAft>
                <a:spcPts val="0"/>
              </a:spcAft>
              <a:buNone/>
              <a:defRPr sz="3197" b="1">
                <a:solidFill>
                  <a:schemeClr val="tx1"/>
                </a:solidFill>
                <a:latin typeface="+mj-lt"/>
                <a:ea typeface="+mj-lt"/>
                <a:cs typeface="+mj-lt"/>
              </a:defRPr>
            </a:lvl1pPr>
            <a:lvl2pPr marL="0" indent="0" algn="l">
              <a:lnSpc>
                <a:spcPct val="110000"/>
              </a:lnSpc>
              <a:spcBef>
                <a:spcPts val="0"/>
              </a:spcBef>
              <a:spcAft>
                <a:spcPts val="0"/>
              </a:spcAft>
              <a:buNone/>
              <a:defRPr sz="3197" b="1">
                <a:solidFill>
                  <a:schemeClr val="tx1"/>
                </a:solidFill>
                <a:latin typeface="+mj-lt"/>
                <a:ea typeface="+mj-lt"/>
                <a:cs typeface="+mj-lt"/>
              </a:defRPr>
            </a:lvl2pPr>
            <a:lvl3pPr marL="0" indent="0" algn="l">
              <a:lnSpc>
                <a:spcPct val="110000"/>
              </a:lnSpc>
              <a:spcBef>
                <a:spcPts val="0"/>
              </a:spcBef>
              <a:spcAft>
                <a:spcPts val="0"/>
              </a:spcAft>
              <a:buNone/>
              <a:defRPr sz="3197" b="1">
                <a:solidFill>
                  <a:schemeClr val="tx1"/>
                </a:solidFill>
                <a:latin typeface="+mj-lt"/>
                <a:ea typeface="+mj-lt"/>
                <a:cs typeface="+mj-lt"/>
              </a:defRPr>
            </a:lvl3pPr>
            <a:lvl4pPr marL="0" indent="0" algn="l">
              <a:lnSpc>
                <a:spcPct val="110000"/>
              </a:lnSpc>
              <a:spcBef>
                <a:spcPts val="0"/>
              </a:spcBef>
              <a:spcAft>
                <a:spcPts val="0"/>
              </a:spcAft>
              <a:buNone/>
              <a:defRPr sz="3197" b="1">
                <a:solidFill>
                  <a:schemeClr val="tx1"/>
                </a:solidFill>
                <a:latin typeface="+mj-lt"/>
                <a:ea typeface="+mj-lt"/>
                <a:cs typeface="+mj-lt"/>
              </a:defRPr>
            </a:lvl4pPr>
            <a:lvl5pPr marL="0" indent="0" algn="l">
              <a:lnSpc>
                <a:spcPct val="110000"/>
              </a:lnSpc>
              <a:spcBef>
                <a:spcPts val="0"/>
              </a:spcBef>
              <a:spcAft>
                <a:spcPts val="0"/>
              </a:spcAft>
              <a:buNone/>
              <a:defRPr sz="3197" b="1">
                <a:solidFill>
                  <a:schemeClr val="tx1"/>
                </a:solidFill>
                <a:latin typeface="+mj-lt"/>
                <a:ea typeface="+mj-lt"/>
                <a:cs typeface="+mj-lt"/>
              </a:defRPr>
            </a:lvl5pPr>
            <a:lvl6pPr marL="0" indent="0" algn="l">
              <a:lnSpc>
                <a:spcPct val="110000"/>
              </a:lnSpc>
              <a:spcBef>
                <a:spcPts val="0"/>
              </a:spcBef>
              <a:spcAft>
                <a:spcPts val="0"/>
              </a:spcAft>
              <a:buNone/>
              <a:defRPr sz="3197" b="1">
                <a:solidFill>
                  <a:schemeClr val="tx1"/>
                </a:solidFill>
                <a:latin typeface="+mj-lt"/>
                <a:ea typeface="+mj-lt"/>
                <a:cs typeface="+mj-lt"/>
              </a:defRPr>
            </a:lvl6pPr>
            <a:lvl7pPr marL="0" indent="0" algn="l">
              <a:lnSpc>
                <a:spcPct val="110000"/>
              </a:lnSpc>
              <a:spcBef>
                <a:spcPts val="0"/>
              </a:spcBef>
              <a:spcAft>
                <a:spcPts val="0"/>
              </a:spcAft>
              <a:buNone/>
              <a:defRPr sz="3197" b="1">
                <a:solidFill>
                  <a:schemeClr val="tx1"/>
                </a:solidFill>
                <a:latin typeface="+mj-lt"/>
                <a:ea typeface="+mj-lt"/>
                <a:cs typeface="+mj-lt"/>
              </a:defRPr>
            </a:lvl7pPr>
            <a:lvl8pPr marL="0" indent="0" algn="l">
              <a:lnSpc>
                <a:spcPct val="110000"/>
              </a:lnSpc>
              <a:spcBef>
                <a:spcPts val="0"/>
              </a:spcBef>
              <a:spcAft>
                <a:spcPts val="0"/>
              </a:spcAft>
              <a:buNone/>
              <a:defRPr sz="3197" b="1">
                <a:solidFill>
                  <a:schemeClr val="tx1"/>
                </a:solidFill>
                <a:latin typeface="+mj-lt"/>
                <a:ea typeface="+mj-lt"/>
                <a:cs typeface="+mj-lt"/>
              </a:defRPr>
            </a:lvl8pPr>
            <a:lvl9pPr marL="0" indent="0" algn="l">
              <a:lnSpc>
                <a:spcPct val="110000"/>
              </a:lnSpc>
              <a:spcBef>
                <a:spcPts val="0"/>
              </a:spcBef>
              <a:spcAft>
                <a:spcPts val="0"/>
              </a:spcAft>
              <a:buNone/>
              <a:defRPr sz="3197" b="1">
                <a:solidFill>
                  <a:schemeClr val="tx1"/>
                </a:solidFill>
                <a:latin typeface="+mj-lt"/>
                <a:ea typeface="+mj-lt"/>
                <a:cs typeface="+mj-lt"/>
              </a:defRPr>
            </a:lvl9pPr>
          </a:lstStyle>
          <a:p xmlns:a="http://schemas.openxmlformats.org/drawingml/2006/main"/>
        </p:txBody>
      </p:sp>
      <p:sp>
        <p:nvSpPr>
          <p:cNvPr id="2" name="Left column">
            <a:extLst xmlns:a="http://schemas.openxmlformats.org/drawingml/2006/main">
              <a:ext uri="{FF2B5EF4-FFF2-40B4-BE49-F238E27FC236}">
                <a16:creationId xmlns:a16="http://schemas.microsoft.com/office/drawing/2014/main" id="{C9CC4C69-5A71-48F7-B969-FCBEF86B563B}"/>
              </a:ext>
            </a:extLst>
          </p:cNvPr>
          <p:cNvSpPr>
            <a:spLocks xmlns:a="http://schemas.openxmlformats.org/drawingml/2006/main" noGrp="1"/>
          </p:cNvSpPr>
          <p:nvPr>
            <p:ph type="body" idx="1"/>
          </p:nvPr>
        </p:nvSpPr>
        <p:spPr>
          <a:xfrm xmlns:a="http://schemas.openxmlformats.org/drawingml/2006/main">
            <a:off x="664369" y="2460625"/>
            <a:ext cx="4872038" cy="5511800"/>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034" b="0">
                <a:solidFill>
                  <a:schemeClr val="tx1"/>
                </a:solidFill>
                <a:latin typeface="+mn-lt"/>
                <a:ea typeface="+mn-lt"/>
                <a:cs typeface="+mn-lt"/>
              </a:defRPr>
            </a:defPPr>
            <a:lvl1pPr marL="221456" indent="-221456" algn="l">
              <a:lnSpc>
                <a:spcPct val="110000"/>
              </a:lnSpc>
              <a:spcBef>
                <a:spcPts val="0"/>
              </a:spcBef>
              <a:spcAft>
                <a:spcPts val="1163"/>
              </a:spcAft>
              <a:buChar char="•"/>
              <a:defRPr sz="2034" b="0">
                <a:solidFill>
                  <a:schemeClr val="tx1"/>
                </a:solidFill>
                <a:latin typeface="+mn-lt"/>
                <a:ea typeface="+mn-lt"/>
                <a:cs typeface="+mn-lt"/>
              </a:defRPr>
            </a:lvl1pPr>
            <a:lvl2pPr marL="516731" indent="-221456" algn="l">
              <a:lnSpc>
                <a:spcPct val="110000"/>
              </a:lnSpc>
              <a:spcBef>
                <a:spcPts val="0"/>
              </a:spcBef>
              <a:spcAft>
                <a:spcPts val="1163"/>
              </a:spcAft>
              <a:buChar char="•"/>
              <a:defRPr sz="2034" b="0">
                <a:solidFill>
                  <a:schemeClr val="tx1"/>
                </a:solidFill>
                <a:latin typeface="+mn-lt"/>
                <a:ea typeface="+mn-lt"/>
                <a:cs typeface="+mn-lt"/>
              </a:defRPr>
            </a:lvl2pPr>
            <a:lvl3pPr marL="812006" indent="-221456" algn="l">
              <a:lnSpc>
                <a:spcPct val="110000"/>
              </a:lnSpc>
              <a:spcBef>
                <a:spcPts val="0"/>
              </a:spcBef>
              <a:spcAft>
                <a:spcPts val="1163"/>
              </a:spcAft>
              <a:buChar char="•"/>
              <a:defRPr sz="2034" b="0">
                <a:solidFill>
                  <a:schemeClr val="tx1"/>
                </a:solidFill>
                <a:latin typeface="+mn-lt"/>
                <a:ea typeface="+mn-lt"/>
                <a:cs typeface="+mn-lt"/>
              </a:defRPr>
            </a:lvl3pPr>
            <a:lvl4pPr marL="1107281" indent="-221456" algn="l">
              <a:lnSpc>
                <a:spcPct val="110000"/>
              </a:lnSpc>
              <a:spcBef>
                <a:spcPts val="0"/>
              </a:spcBef>
              <a:spcAft>
                <a:spcPts val="1163"/>
              </a:spcAft>
              <a:buChar char="•"/>
              <a:defRPr sz="2034" b="0">
                <a:solidFill>
                  <a:schemeClr val="tx1"/>
                </a:solidFill>
                <a:latin typeface="+mn-lt"/>
                <a:ea typeface="+mn-lt"/>
                <a:cs typeface="+mn-lt"/>
              </a:defRPr>
            </a:lvl4pPr>
            <a:lvl5pPr marL="1402556" indent="-221456" algn="l">
              <a:lnSpc>
                <a:spcPct val="110000"/>
              </a:lnSpc>
              <a:spcBef>
                <a:spcPts val="0"/>
              </a:spcBef>
              <a:spcAft>
                <a:spcPts val="1163"/>
              </a:spcAft>
              <a:buChar char="•"/>
              <a:defRPr sz="2034" b="0">
                <a:solidFill>
                  <a:schemeClr val="tx1"/>
                </a:solidFill>
                <a:latin typeface="+mn-lt"/>
                <a:ea typeface="+mn-lt"/>
                <a:cs typeface="+mn-lt"/>
              </a:defRPr>
            </a:lvl5pPr>
            <a:lvl6pPr marL="1697831" indent="-221456" algn="l">
              <a:lnSpc>
                <a:spcPct val="110000"/>
              </a:lnSpc>
              <a:spcBef>
                <a:spcPts val="0"/>
              </a:spcBef>
              <a:spcAft>
                <a:spcPts val="1163"/>
              </a:spcAft>
              <a:buChar char="•"/>
              <a:defRPr sz="2034" b="0">
                <a:solidFill>
                  <a:schemeClr val="tx1"/>
                </a:solidFill>
                <a:latin typeface="+mn-lt"/>
                <a:ea typeface="+mn-lt"/>
                <a:cs typeface="+mn-lt"/>
              </a:defRPr>
            </a:lvl6pPr>
            <a:lvl7pPr marL="1993106" indent="-221456" algn="l">
              <a:lnSpc>
                <a:spcPct val="110000"/>
              </a:lnSpc>
              <a:spcBef>
                <a:spcPts val="0"/>
              </a:spcBef>
              <a:spcAft>
                <a:spcPts val="1163"/>
              </a:spcAft>
              <a:buChar char="•"/>
              <a:defRPr sz="2034" b="0">
                <a:solidFill>
                  <a:schemeClr val="tx1"/>
                </a:solidFill>
                <a:latin typeface="+mn-lt"/>
                <a:ea typeface="+mn-lt"/>
                <a:cs typeface="+mn-lt"/>
              </a:defRPr>
            </a:lvl7pPr>
            <a:lvl8pPr marL="2288381" indent="-221456" algn="l">
              <a:lnSpc>
                <a:spcPct val="110000"/>
              </a:lnSpc>
              <a:spcBef>
                <a:spcPts val="0"/>
              </a:spcBef>
              <a:spcAft>
                <a:spcPts val="1163"/>
              </a:spcAft>
              <a:buChar char="•"/>
              <a:defRPr sz="2034" b="0">
                <a:solidFill>
                  <a:schemeClr val="tx1"/>
                </a:solidFill>
                <a:latin typeface="+mn-lt"/>
                <a:ea typeface="+mn-lt"/>
                <a:cs typeface="+mn-lt"/>
              </a:defRPr>
            </a:lvl8pPr>
            <a:lvl9pPr marL="2583656" indent="-221456" algn="l">
              <a:lnSpc>
                <a:spcPct val="110000"/>
              </a:lnSpc>
              <a:spcBef>
                <a:spcPts val="0"/>
              </a:spcBef>
              <a:spcAft>
                <a:spcPts val="1163"/>
              </a:spcAft>
              <a:buChar char="•"/>
              <a:defRPr sz="2034" b="0">
                <a:solidFill>
                  <a:schemeClr val="tx1"/>
                </a:solidFill>
                <a:latin typeface="+mn-lt"/>
                <a:ea typeface="+mn-lt"/>
                <a:cs typeface="+mn-lt"/>
              </a:defRPr>
            </a:lvl9pPr>
          </a:lstStyle>
          <a:p xmlns:a="http://schemas.openxmlformats.org/drawingml/2006/main"/>
        </p:txBody>
      </p:sp>
      <p:sp>
        <p:nvSpPr>
          <p:cNvPr id="3" name="Right column">
            <a:extLst xmlns:a="http://schemas.openxmlformats.org/drawingml/2006/main">
              <a:ext uri="{FF2B5EF4-FFF2-40B4-BE49-F238E27FC236}">
                <a16:creationId xmlns:a16="http://schemas.microsoft.com/office/drawing/2014/main" id="{D26A51DC-C9CF-4872-8D0E-8FAF11EED0D7}"/>
              </a:ext>
            </a:extLst>
          </p:cNvPr>
          <p:cNvSpPr>
            <a:spLocks xmlns:a="http://schemas.openxmlformats.org/drawingml/2006/main" noGrp="1"/>
          </p:cNvSpPr>
          <p:nvPr>
            <p:ph type="body" idx="2"/>
          </p:nvPr>
        </p:nvSpPr>
        <p:spPr>
          <a:xfrm xmlns:a="http://schemas.openxmlformats.org/drawingml/2006/main">
            <a:off x="6274594" y="2460625"/>
            <a:ext cx="4872038" cy="5511800"/>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034" b="0">
                <a:solidFill>
                  <a:schemeClr val="tx1"/>
                </a:solidFill>
                <a:latin typeface="+mn-lt"/>
                <a:ea typeface="+mn-lt"/>
                <a:cs typeface="+mn-lt"/>
              </a:defRPr>
            </a:defPPr>
            <a:lvl1pPr marL="221456" indent="-221456" algn="l">
              <a:lnSpc>
                <a:spcPct val="110000"/>
              </a:lnSpc>
              <a:spcBef>
                <a:spcPts val="0"/>
              </a:spcBef>
              <a:spcAft>
                <a:spcPts val="1163"/>
              </a:spcAft>
              <a:buChar char="•"/>
              <a:defRPr sz="2034" b="0">
                <a:solidFill>
                  <a:schemeClr val="tx1"/>
                </a:solidFill>
                <a:latin typeface="+mn-lt"/>
                <a:ea typeface="+mn-lt"/>
                <a:cs typeface="+mn-lt"/>
              </a:defRPr>
            </a:lvl1pPr>
            <a:lvl2pPr marL="516731" indent="-221456" algn="l">
              <a:lnSpc>
                <a:spcPct val="110000"/>
              </a:lnSpc>
              <a:spcBef>
                <a:spcPts val="0"/>
              </a:spcBef>
              <a:spcAft>
                <a:spcPts val="1163"/>
              </a:spcAft>
              <a:buChar char="•"/>
              <a:defRPr sz="2034" b="0">
                <a:solidFill>
                  <a:schemeClr val="tx1"/>
                </a:solidFill>
                <a:latin typeface="+mn-lt"/>
                <a:ea typeface="+mn-lt"/>
                <a:cs typeface="+mn-lt"/>
              </a:defRPr>
            </a:lvl2pPr>
            <a:lvl3pPr marL="812006" indent="-221456" algn="l">
              <a:lnSpc>
                <a:spcPct val="110000"/>
              </a:lnSpc>
              <a:spcBef>
                <a:spcPts val="0"/>
              </a:spcBef>
              <a:spcAft>
                <a:spcPts val="1163"/>
              </a:spcAft>
              <a:buChar char="•"/>
              <a:defRPr sz="2034" b="0">
                <a:solidFill>
                  <a:schemeClr val="tx1"/>
                </a:solidFill>
                <a:latin typeface="+mn-lt"/>
                <a:ea typeface="+mn-lt"/>
                <a:cs typeface="+mn-lt"/>
              </a:defRPr>
            </a:lvl3pPr>
            <a:lvl4pPr marL="1107281" indent="-221456" algn="l">
              <a:lnSpc>
                <a:spcPct val="110000"/>
              </a:lnSpc>
              <a:spcBef>
                <a:spcPts val="0"/>
              </a:spcBef>
              <a:spcAft>
                <a:spcPts val="1163"/>
              </a:spcAft>
              <a:buChar char="•"/>
              <a:defRPr sz="2034" b="0">
                <a:solidFill>
                  <a:schemeClr val="tx1"/>
                </a:solidFill>
                <a:latin typeface="+mn-lt"/>
                <a:ea typeface="+mn-lt"/>
                <a:cs typeface="+mn-lt"/>
              </a:defRPr>
            </a:lvl4pPr>
            <a:lvl5pPr marL="1402556" indent="-221456" algn="l">
              <a:lnSpc>
                <a:spcPct val="110000"/>
              </a:lnSpc>
              <a:spcBef>
                <a:spcPts val="0"/>
              </a:spcBef>
              <a:spcAft>
                <a:spcPts val="1163"/>
              </a:spcAft>
              <a:buChar char="•"/>
              <a:defRPr sz="2034" b="0">
                <a:solidFill>
                  <a:schemeClr val="tx1"/>
                </a:solidFill>
                <a:latin typeface="+mn-lt"/>
                <a:ea typeface="+mn-lt"/>
                <a:cs typeface="+mn-lt"/>
              </a:defRPr>
            </a:lvl5pPr>
            <a:lvl6pPr marL="1697831" indent="-221456" algn="l">
              <a:lnSpc>
                <a:spcPct val="110000"/>
              </a:lnSpc>
              <a:spcBef>
                <a:spcPts val="0"/>
              </a:spcBef>
              <a:spcAft>
                <a:spcPts val="1163"/>
              </a:spcAft>
              <a:buChar char="•"/>
              <a:defRPr sz="2034" b="0">
                <a:solidFill>
                  <a:schemeClr val="tx1"/>
                </a:solidFill>
                <a:latin typeface="+mn-lt"/>
                <a:ea typeface="+mn-lt"/>
                <a:cs typeface="+mn-lt"/>
              </a:defRPr>
            </a:lvl6pPr>
            <a:lvl7pPr marL="1993106" indent="-221456" algn="l">
              <a:lnSpc>
                <a:spcPct val="110000"/>
              </a:lnSpc>
              <a:spcBef>
                <a:spcPts val="0"/>
              </a:spcBef>
              <a:spcAft>
                <a:spcPts val="1163"/>
              </a:spcAft>
              <a:buChar char="•"/>
              <a:defRPr sz="2034" b="0">
                <a:solidFill>
                  <a:schemeClr val="tx1"/>
                </a:solidFill>
                <a:latin typeface="+mn-lt"/>
                <a:ea typeface="+mn-lt"/>
                <a:cs typeface="+mn-lt"/>
              </a:defRPr>
            </a:lvl7pPr>
            <a:lvl8pPr marL="2288381" indent="-221456" algn="l">
              <a:lnSpc>
                <a:spcPct val="110000"/>
              </a:lnSpc>
              <a:spcBef>
                <a:spcPts val="0"/>
              </a:spcBef>
              <a:spcAft>
                <a:spcPts val="1163"/>
              </a:spcAft>
              <a:buChar char="•"/>
              <a:defRPr sz="2034" b="0">
                <a:solidFill>
                  <a:schemeClr val="tx1"/>
                </a:solidFill>
                <a:latin typeface="+mn-lt"/>
                <a:ea typeface="+mn-lt"/>
                <a:cs typeface="+mn-lt"/>
              </a:defRPr>
            </a:lvl8pPr>
            <a:lvl9pPr marL="2583656" indent="-221456" algn="l">
              <a:lnSpc>
                <a:spcPct val="110000"/>
              </a:lnSpc>
              <a:spcBef>
                <a:spcPts val="0"/>
              </a:spcBef>
              <a:spcAft>
                <a:spcPts val="1163"/>
              </a:spcAft>
              <a:buChar char="•"/>
              <a:defRPr sz="2034" b="0">
                <a:solidFill>
                  <a:schemeClr val="tx1"/>
                </a:solidFill>
                <a:latin typeface="+mn-lt"/>
                <a:ea typeface="+mn-lt"/>
                <a:cs typeface="+mn-lt"/>
              </a:defRPr>
            </a:lvl9pPr>
          </a:lstStyle>
          <a:p xmlns:a="http://schemas.openxmlformats.org/drawingml/2006/main"/>
        </p:txBody>
      </p:sp>
    </p:spTree>
  </p:cSld>
</p:sldLayout>
</file>

<file path=ppt/main_figures/Fig11/ppt/submission_case/ppt/slideLayouts/slideLayout5.xml><?xml version="1.0" encoding="utf-8"?>
<p:sldLayout xmlns:p="http://schemas.openxmlformats.org/presentationml/2006/main">
  <p:cSld name="Title and One Column">
    <p:spTree>
      <p:nvGrpSpPr>
        <p:cNvPr id="1" name=""/>
        <p:cNvGrpSpPr/>
        <p:nvPr/>
      </p:nvGrpSpPr>
      <p:grpSpPr>
        <a:xfrm xmlns:a="http://schemas.openxmlformats.org/drawingml/2006/main"/>
      </p:grpSpPr>
      <p:sp>
        <p:nvSpPr>
          <p:cNvPr id="3" name="Title">
            <a:extLst xmlns:a="http://schemas.openxmlformats.org/drawingml/2006/main">
              <a:ext uri="{FF2B5EF4-FFF2-40B4-BE49-F238E27FC236}">
                <a16:creationId xmlns:a16="http://schemas.microsoft.com/office/drawing/2014/main" id="{9A87897B-DFA2-4236-8AE3-5D21DE19CD51}"/>
              </a:ext>
            </a:extLst>
          </p:cNvPr>
          <p:cNvSpPr>
            <a:spLocks xmlns:a="http://schemas.openxmlformats.org/drawingml/2006/main" noGrp="1"/>
          </p:cNvSpPr>
          <p:nvPr>
            <p:ph type="title" idx="0"/>
          </p:nvPr>
        </p:nvSpPr>
        <p:spPr>
          <a:xfrm xmlns:a="http://schemas.openxmlformats.org/drawingml/2006/main">
            <a:off x="664369" y="688975"/>
            <a:ext cx="10482263" cy="1082675"/>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3197" b="1">
                <a:solidFill>
                  <a:schemeClr val="tx1"/>
                </a:solidFill>
                <a:latin typeface="+mj-lt"/>
                <a:ea typeface="+mj-lt"/>
                <a:cs typeface="+mj-lt"/>
              </a:defRPr>
            </a:defPPr>
            <a:lvl1pPr marL="0" indent="0" algn="l">
              <a:lnSpc>
                <a:spcPct val="110000"/>
              </a:lnSpc>
              <a:spcBef>
                <a:spcPts val="0"/>
              </a:spcBef>
              <a:spcAft>
                <a:spcPts val="0"/>
              </a:spcAft>
              <a:buNone/>
              <a:defRPr sz="3197" b="1">
                <a:solidFill>
                  <a:schemeClr val="tx1"/>
                </a:solidFill>
                <a:latin typeface="+mj-lt"/>
                <a:ea typeface="+mj-lt"/>
                <a:cs typeface="+mj-lt"/>
              </a:defRPr>
            </a:lvl1pPr>
            <a:lvl2pPr marL="0" indent="0" algn="l">
              <a:lnSpc>
                <a:spcPct val="110000"/>
              </a:lnSpc>
              <a:spcBef>
                <a:spcPts val="0"/>
              </a:spcBef>
              <a:spcAft>
                <a:spcPts val="0"/>
              </a:spcAft>
              <a:buNone/>
              <a:defRPr sz="3197" b="1">
                <a:solidFill>
                  <a:schemeClr val="tx1"/>
                </a:solidFill>
                <a:latin typeface="+mj-lt"/>
                <a:ea typeface="+mj-lt"/>
                <a:cs typeface="+mj-lt"/>
              </a:defRPr>
            </a:lvl2pPr>
            <a:lvl3pPr marL="0" indent="0" algn="l">
              <a:lnSpc>
                <a:spcPct val="110000"/>
              </a:lnSpc>
              <a:spcBef>
                <a:spcPts val="0"/>
              </a:spcBef>
              <a:spcAft>
                <a:spcPts val="0"/>
              </a:spcAft>
              <a:buNone/>
              <a:defRPr sz="3197" b="1">
                <a:solidFill>
                  <a:schemeClr val="tx1"/>
                </a:solidFill>
                <a:latin typeface="+mj-lt"/>
                <a:ea typeface="+mj-lt"/>
                <a:cs typeface="+mj-lt"/>
              </a:defRPr>
            </a:lvl3pPr>
            <a:lvl4pPr marL="0" indent="0" algn="l">
              <a:lnSpc>
                <a:spcPct val="110000"/>
              </a:lnSpc>
              <a:spcBef>
                <a:spcPts val="0"/>
              </a:spcBef>
              <a:spcAft>
                <a:spcPts val="0"/>
              </a:spcAft>
              <a:buNone/>
              <a:defRPr sz="3197" b="1">
                <a:solidFill>
                  <a:schemeClr val="tx1"/>
                </a:solidFill>
                <a:latin typeface="+mj-lt"/>
                <a:ea typeface="+mj-lt"/>
                <a:cs typeface="+mj-lt"/>
              </a:defRPr>
            </a:lvl4pPr>
            <a:lvl5pPr marL="0" indent="0" algn="l">
              <a:lnSpc>
                <a:spcPct val="110000"/>
              </a:lnSpc>
              <a:spcBef>
                <a:spcPts val="0"/>
              </a:spcBef>
              <a:spcAft>
                <a:spcPts val="0"/>
              </a:spcAft>
              <a:buNone/>
              <a:defRPr sz="3197" b="1">
                <a:solidFill>
                  <a:schemeClr val="tx1"/>
                </a:solidFill>
                <a:latin typeface="+mj-lt"/>
                <a:ea typeface="+mj-lt"/>
                <a:cs typeface="+mj-lt"/>
              </a:defRPr>
            </a:lvl5pPr>
            <a:lvl6pPr marL="0" indent="0" algn="l">
              <a:lnSpc>
                <a:spcPct val="110000"/>
              </a:lnSpc>
              <a:spcBef>
                <a:spcPts val="0"/>
              </a:spcBef>
              <a:spcAft>
                <a:spcPts val="0"/>
              </a:spcAft>
              <a:buNone/>
              <a:defRPr sz="3197" b="1">
                <a:solidFill>
                  <a:schemeClr val="tx1"/>
                </a:solidFill>
                <a:latin typeface="+mj-lt"/>
                <a:ea typeface="+mj-lt"/>
                <a:cs typeface="+mj-lt"/>
              </a:defRPr>
            </a:lvl6pPr>
            <a:lvl7pPr marL="0" indent="0" algn="l">
              <a:lnSpc>
                <a:spcPct val="110000"/>
              </a:lnSpc>
              <a:spcBef>
                <a:spcPts val="0"/>
              </a:spcBef>
              <a:spcAft>
                <a:spcPts val="0"/>
              </a:spcAft>
              <a:buNone/>
              <a:defRPr sz="3197" b="1">
                <a:solidFill>
                  <a:schemeClr val="tx1"/>
                </a:solidFill>
                <a:latin typeface="+mj-lt"/>
                <a:ea typeface="+mj-lt"/>
                <a:cs typeface="+mj-lt"/>
              </a:defRPr>
            </a:lvl7pPr>
            <a:lvl8pPr marL="0" indent="0" algn="l">
              <a:lnSpc>
                <a:spcPct val="110000"/>
              </a:lnSpc>
              <a:spcBef>
                <a:spcPts val="0"/>
              </a:spcBef>
              <a:spcAft>
                <a:spcPts val="0"/>
              </a:spcAft>
              <a:buNone/>
              <a:defRPr sz="3197" b="1">
                <a:solidFill>
                  <a:schemeClr val="tx1"/>
                </a:solidFill>
                <a:latin typeface="+mj-lt"/>
                <a:ea typeface="+mj-lt"/>
                <a:cs typeface="+mj-lt"/>
              </a:defRPr>
            </a:lvl8pPr>
            <a:lvl9pPr marL="0" indent="0" algn="l">
              <a:lnSpc>
                <a:spcPct val="110000"/>
              </a:lnSpc>
              <a:spcBef>
                <a:spcPts val="0"/>
              </a:spcBef>
              <a:spcAft>
                <a:spcPts val="0"/>
              </a:spcAft>
              <a:buNone/>
              <a:defRPr sz="3197" b="1">
                <a:solidFill>
                  <a:schemeClr val="tx1"/>
                </a:solidFill>
                <a:latin typeface="+mj-lt"/>
                <a:ea typeface="+mj-lt"/>
                <a:cs typeface="+mj-lt"/>
              </a:defRPr>
            </a:lvl9pPr>
          </a:lstStyle>
          <a:p xmlns:a="http://schemas.openxmlformats.org/drawingml/2006/main"/>
        </p:txBody>
      </p:sp>
      <p:sp>
        <p:nvSpPr>
          <p:cNvPr id="2" name="Left column">
            <a:extLst xmlns:a="http://schemas.openxmlformats.org/drawingml/2006/main">
              <a:ext uri="{FF2B5EF4-FFF2-40B4-BE49-F238E27FC236}">
                <a16:creationId xmlns:a16="http://schemas.microsoft.com/office/drawing/2014/main" id="{76DF4204-FB5E-4804-A7A2-6DBF32B10BE5}"/>
              </a:ext>
            </a:extLst>
          </p:cNvPr>
          <p:cNvSpPr>
            <a:spLocks xmlns:a="http://schemas.openxmlformats.org/drawingml/2006/main" noGrp="1"/>
          </p:cNvSpPr>
          <p:nvPr>
            <p:ph type="body" idx="1"/>
          </p:nvPr>
        </p:nvSpPr>
        <p:spPr>
          <a:xfrm xmlns:a="http://schemas.openxmlformats.org/drawingml/2006/main">
            <a:off x="664369" y="2460625"/>
            <a:ext cx="4872038" cy="5511800"/>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180" b="0">
                <a:solidFill>
                  <a:schemeClr val="tx1"/>
                </a:solidFill>
                <a:latin typeface="+mn-lt"/>
                <a:ea typeface="+mn-lt"/>
                <a:cs typeface="+mn-lt"/>
              </a:defRPr>
            </a:defPPr>
            <a:lvl1pPr marL="221456" indent="-221456" algn="l">
              <a:lnSpc>
                <a:spcPct val="110000"/>
              </a:lnSpc>
              <a:spcBef>
                <a:spcPts val="0"/>
              </a:spcBef>
              <a:spcAft>
                <a:spcPts val="1163"/>
              </a:spcAft>
              <a:buChar char="•"/>
              <a:defRPr sz="2180" b="0">
                <a:solidFill>
                  <a:schemeClr val="tx1"/>
                </a:solidFill>
                <a:latin typeface="+mn-lt"/>
                <a:ea typeface="+mn-lt"/>
                <a:cs typeface="+mn-lt"/>
              </a:defRPr>
            </a:lvl1pPr>
            <a:lvl2pPr marL="516731" indent="-221456" algn="l">
              <a:lnSpc>
                <a:spcPct val="110000"/>
              </a:lnSpc>
              <a:spcBef>
                <a:spcPts val="0"/>
              </a:spcBef>
              <a:spcAft>
                <a:spcPts val="1163"/>
              </a:spcAft>
              <a:buChar char="•"/>
              <a:defRPr sz="2180" b="0">
                <a:solidFill>
                  <a:schemeClr val="tx1"/>
                </a:solidFill>
                <a:latin typeface="+mn-lt"/>
                <a:ea typeface="+mn-lt"/>
                <a:cs typeface="+mn-lt"/>
              </a:defRPr>
            </a:lvl2pPr>
            <a:lvl3pPr marL="812006" indent="-221456" algn="l">
              <a:lnSpc>
                <a:spcPct val="110000"/>
              </a:lnSpc>
              <a:spcBef>
                <a:spcPts val="0"/>
              </a:spcBef>
              <a:spcAft>
                <a:spcPts val="1163"/>
              </a:spcAft>
              <a:buChar char="•"/>
              <a:defRPr sz="2180" b="0">
                <a:solidFill>
                  <a:schemeClr val="tx1"/>
                </a:solidFill>
                <a:latin typeface="+mn-lt"/>
                <a:ea typeface="+mn-lt"/>
                <a:cs typeface="+mn-lt"/>
              </a:defRPr>
            </a:lvl3pPr>
            <a:lvl4pPr marL="1107281" indent="-221456" algn="l">
              <a:lnSpc>
                <a:spcPct val="110000"/>
              </a:lnSpc>
              <a:spcBef>
                <a:spcPts val="0"/>
              </a:spcBef>
              <a:spcAft>
                <a:spcPts val="1163"/>
              </a:spcAft>
              <a:buChar char="•"/>
              <a:defRPr sz="2180" b="0">
                <a:solidFill>
                  <a:schemeClr val="tx1"/>
                </a:solidFill>
                <a:latin typeface="+mn-lt"/>
                <a:ea typeface="+mn-lt"/>
                <a:cs typeface="+mn-lt"/>
              </a:defRPr>
            </a:lvl4pPr>
            <a:lvl5pPr marL="1402556" indent="-221456" algn="l">
              <a:lnSpc>
                <a:spcPct val="110000"/>
              </a:lnSpc>
              <a:spcBef>
                <a:spcPts val="0"/>
              </a:spcBef>
              <a:spcAft>
                <a:spcPts val="1163"/>
              </a:spcAft>
              <a:buChar char="•"/>
              <a:defRPr sz="2180" b="0">
                <a:solidFill>
                  <a:schemeClr val="tx1"/>
                </a:solidFill>
                <a:latin typeface="+mn-lt"/>
                <a:ea typeface="+mn-lt"/>
                <a:cs typeface="+mn-lt"/>
              </a:defRPr>
            </a:lvl5pPr>
            <a:lvl6pPr marL="1697831" indent="-221456" algn="l">
              <a:lnSpc>
                <a:spcPct val="110000"/>
              </a:lnSpc>
              <a:spcBef>
                <a:spcPts val="0"/>
              </a:spcBef>
              <a:spcAft>
                <a:spcPts val="1163"/>
              </a:spcAft>
              <a:buChar char="•"/>
              <a:defRPr sz="2180" b="0">
                <a:solidFill>
                  <a:schemeClr val="tx1"/>
                </a:solidFill>
                <a:latin typeface="+mn-lt"/>
                <a:ea typeface="+mn-lt"/>
                <a:cs typeface="+mn-lt"/>
              </a:defRPr>
            </a:lvl6pPr>
            <a:lvl7pPr marL="1993106" indent="-221456" algn="l">
              <a:lnSpc>
                <a:spcPct val="110000"/>
              </a:lnSpc>
              <a:spcBef>
                <a:spcPts val="0"/>
              </a:spcBef>
              <a:spcAft>
                <a:spcPts val="1163"/>
              </a:spcAft>
              <a:buChar char="•"/>
              <a:defRPr sz="2180" b="0">
                <a:solidFill>
                  <a:schemeClr val="tx1"/>
                </a:solidFill>
                <a:latin typeface="+mn-lt"/>
                <a:ea typeface="+mn-lt"/>
                <a:cs typeface="+mn-lt"/>
              </a:defRPr>
            </a:lvl7pPr>
            <a:lvl8pPr marL="2288381" indent="-221456" algn="l">
              <a:lnSpc>
                <a:spcPct val="110000"/>
              </a:lnSpc>
              <a:spcBef>
                <a:spcPts val="0"/>
              </a:spcBef>
              <a:spcAft>
                <a:spcPts val="1163"/>
              </a:spcAft>
              <a:buChar char="•"/>
              <a:defRPr sz="2180" b="0">
                <a:solidFill>
                  <a:schemeClr val="tx1"/>
                </a:solidFill>
                <a:latin typeface="+mn-lt"/>
                <a:ea typeface="+mn-lt"/>
                <a:cs typeface="+mn-lt"/>
              </a:defRPr>
            </a:lvl8pPr>
            <a:lvl9pPr marL="2583656" indent="-221456" algn="l">
              <a:lnSpc>
                <a:spcPct val="110000"/>
              </a:lnSpc>
              <a:spcBef>
                <a:spcPts val="0"/>
              </a:spcBef>
              <a:spcAft>
                <a:spcPts val="1163"/>
              </a:spcAft>
              <a:buChar char="•"/>
              <a:defRPr sz="2180" b="0">
                <a:solidFill>
                  <a:schemeClr val="tx1"/>
                </a:solidFill>
                <a:latin typeface="+mn-lt"/>
                <a:ea typeface="+mn-lt"/>
                <a:cs typeface="+mn-lt"/>
              </a:defRPr>
            </a:lvl9pPr>
          </a:lstStyle>
          <a:p xmlns:a="http://schemas.openxmlformats.org/drawingml/2006/main"/>
        </p:txBody>
      </p:sp>
    </p:spTree>
  </p:cSld>
</p:sldLayout>
</file>

<file path=ppt/main_figures/Fig11/ppt/submission_case/ppt/slideLayouts/slideLayout6.xml><?xml version="1.0" encoding="utf-8"?>
<p:sldLayout xmlns:p="http://schemas.openxmlformats.org/presentationml/2006/main" type="blank">
  <p:cSld name="Blank">
    <p:spTree>
      <p:nvGrpSpPr>
        <p:cNvPr id="1" name=""/>
        <p:cNvGrpSpPr/>
        <p:nvPr/>
      </p:nvGrpSpPr>
      <p:grpSpPr>
        <a:xfrm xmlns:a="http://schemas.openxmlformats.org/drawingml/2006/main"/>
      </p:grpSpPr>
    </p:spTree>
  </p:cSld>
</p:sldLayout>
</file>

<file path=ppt/main_figures/Fig11/ppt/submission_case/ppt/slideMasters/_rels/slideMaster1.xml.rels><?xml version='1.0' encoding='utf-8'?>
<Relationships xmlns="http://schemas.openxmlformats.org/package/2006/relationships"><Relationship Type="http://schemas.openxmlformats.org/officeDocument/2006/relationships/theme" Target="/ppt/main_figures/Fig11/ppt/submission_case/ppt/slideMasters/theme/theme2.xml" Id="R277ef399fdfd4fe8" /><Relationship Type="http://schemas.openxmlformats.org/officeDocument/2006/relationships/slideLayout" Target="/ppt/main_figures/Fig11/ppt/submission_case/ppt/slideLayouts/slideLayout1.xml" Id="R22ae8689ef3e4ae0" /><Relationship Type="http://schemas.openxmlformats.org/officeDocument/2006/relationships/slideLayout" Target="/ppt/main_figures/Fig11/ppt/submission_case/ppt/slideLayouts/slideLayout2.xml" Id="R9968e44a58af44bb" /><Relationship Type="http://schemas.openxmlformats.org/officeDocument/2006/relationships/slideLayout" Target="/ppt/main_figures/Fig11/ppt/submission_case/ppt/slideLayouts/slideLayout3.xml" Id="Rfcdd9c36ebed426b" /><Relationship Type="http://schemas.openxmlformats.org/officeDocument/2006/relationships/slideLayout" Target="/ppt/main_figures/Fig11/ppt/submission_case/ppt/slideLayouts/slideLayout4.xml" Id="R8813be2de591497b" /><Relationship Type="http://schemas.openxmlformats.org/officeDocument/2006/relationships/slideLayout" Target="/ppt/main_figures/Fig11/ppt/submission_case/ppt/slideLayouts/slideLayout5.xml" Id="R1d376cfa25e143dd" /><Relationship Type="http://schemas.openxmlformats.org/officeDocument/2006/relationships/slideLayout" Target="/ppt/main_figures/Fig11/ppt/submission_case/ppt/slideLayouts/slideLayout6.xml" Id="Raa8aa928568d488e" /></Relationships>
</file>

<file path=ppt/main_figures/Fig11/ppt/submission_case/ppt/slideMasters/slideMaster1.xml><?xml version="1.0" encoding="utf-8"?>
<p:sldMaster xmlns:p="http://schemas.openxmlformats.org/presentationml/2006/main">
  <p:cSld name="Master">
    <p:bg>
      <p:bgRef idx="1001">
        <a:schemeClr xmlns:a="http://schemas.openxmlformats.org/drawingml/2006/main" val="bg1"/>
      </p:bgRef>
    </p:bg>
    <p:spTree>
      <p:nvGrpSpPr>
        <p:cNvPr id="1" name=""/>
        <p:cNvGrpSpPr/>
        <p:nvPr/>
      </p:nvGrpSpPr>
      <p:grpSpPr>
        <a:xfrm xmlns:a="http://schemas.openxmlformats.org/drawingml/2006/main"/>
      </p:grpSpPr>
    </p:spTree>
  </p:cSld>
  <p:clrMap bg1="lt1" tx1="dk1" bg2="lt2" tx2="dk2" accent1="accent1" accent2="accent2" accent3="accent3" accent4="accent4" accent5="accent5" accent6="accent6" hlink="hlink" folHlink="folHlink"/>
  <p:sldLayoutIdLst>
    <p:sldLayoutId xmlns:r="http://schemas.openxmlformats.org/officeDocument/2006/relationships" id="2147483649" r:id="R22ae8689ef3e4ae0"/>
    <p:sldLayoutId xmlns:r="http://schemas.openxmlformats.org/officeDocument/2006/relationships" id="2147483650" r:id="R9968e44a58af44bb"/>
    <p:sldLayoutId xmlns:r="http://schemas.openxmlformats.org/officeDocument/2006/relationships" id="2147483651" r:id="Rfcdd9c36ebed426b"/>
    <p:sldLayoutId xmlns:r="http://schemas.openxmlformats.org/officeDocument/2006/relationships" id="2147483652" r:id="R8813be2de591497b"/>
    <p:sldLayoutId xmlns:r="http://schemas.openxmlformats.org/officeDocument/2006/relationships" id="2147483653" r:id="R1d376cfa25e143dd"/>
    <p:sldLayoutId xmlns:r="http://schemas.openxmlformats.org/officeDocument/2006/relationships" id="2147483654" r:id="Raa8aa928568d488e"/>
  </p:sldLayoutIdLst>
  <p:txStyles>
    <p:titleStyle>
      <a:lvl1pPr xmlns:a="http://schemas.openxmlformats.org/drawingml/2006/main" algn="l">
        <a:lnSpc>
          <a:spcPct val="90000"/>
        </a:lnSpc>
        <a:spcBef>
          <a:spcPts val="0"/>
        </a:spcBef>
        <a:buNone/>
        <a:defRPr sz="4400">
          <a:solidFill>
            <a:schemeClr val="tx1"/>
          </a:solidFill>
          <a:latin typeface="+mj-lt"/>
          <a:ea typeface="+mj-lt"/>
          <a:cs typeface="+mj-lt"/>
        </a:defRPr>
      </a:lvl1pPr>
    </p:titleStyle>
    <p:bodyStyle>
      <a:lvl1pPr xmlns:a="http://schemas.openxmlformats.org/drawingml/2006/main" marL="228600" indent="-228600" algn="l">
        <a:lnSpc>
          <a:spcPct val="90000"/>
        </a:lnSpc>
        <a:spcBef>
          <a:spcPts val="1000"/>
        </a:spcBef>
        <a:buChar char="•"/>
        <a:defRPr sz="2800">
          <a:solidFill>
            <a:schemeClr val="tx1"/>
          </a:solidFill>
          <a:latin typeface="+mn-lt"/>
          <a:ea typeface="+mn-lt"/>
          <a:cs typeface="+mn-lt"/>
        </a:defRPr>
      </a:lvl1pPr>
      <a:lvl2pPr xmlns:a="http://schemas.openxmlformats.org/drawingml/2006/main" marL="685800" indent="-228600" algn="l">
        <a:lnSpc>
          <a:spcPct val="90000"/>
        </a:lnSpc>
        <a:spcBef>
          <a:spcPts val="500"/>
        </a:spcBef>
        <a:buChar char="•"/>
        <a:defRPr sz="2400">
          <a:solidFill>
            <a:schemeClr val="tx1"/>
          </a:solidFill>
          <a:latin typeface="+mn-lt"/>
          <a:ea typeface="+mn-lt"/>
          <a:cs typeface="+mn-lt"/>
        </a:defRPr>
      </a:lvl2pPr>
      <a:lvl3pPr xmlns:a="http://schemas.openxmlformats.org/drawingml/2006/main" marL="1143000" indent="-228600" algn="l">
        <a:lnSpc>
          <a:spcPct val="90000"/>
        </a:lnSpc>
        <a:spcBef>
          <a:spcPts val="500"/>
        </a:spcBef>
        <a:buChar char="•"/>
        <a:defRPr sz="2000">
          <a:solidFill>
            <a:schemeClr val="tx1"/>
          </a:solidFill>
          <a:latin typeface="+mn-lt"/>
          <a:ea typeface="+mn-lt"/>
          <a:cs typeface="+mn-lt"/>
        </a:defRPr>
      </a:lvl3pPr>
      <a:lvl4pPr xmlns:a="http://schemas.openxmlformats.org/drawingml/2006/main" marL="1600200" indent="-228600" algn="l">
        <a:lnSpc>
          <a:spcPct val="90000"/>
        </a:lnSpc>
        <a:spcBef>
          <a:spcPts val="500"/>
        </a:spcBef>
        <a:buChar char="•"/>
        <a:defRPr sz="1800">
          <a:solidFill>
            <a:schemeClr val="tx1"/>
          </a:solidFill>
          <a:latin typeface="+mn-lt"/>
          <a:ea typeface="+mn-lt"/>
          <a:cs typeface="+mn-lt"/>
        </a:defRPr>
      </a:lvl4pPr>
      <a:lvl5pPr xmlns:a="http://schemas.openxmlformats.org/drawingml/2006/main" marL="2057400" indent="-228600" algn="l">
        <a:lnSpc>
          <a:spcPct val="90000"/>
        </a:lnSpc>
        <a:spcBef>
          <a:spcPts val="500"/>
        </a:spcBef>
        <a:buChar char="•"/>
        <a:defRPr sz="1800">
          <a:solidFill>
            <a:schemeClr val="tx1"/>
          </a:solidFill>
          <a:latin typeface="+mn-lt"/>
          <a:ea typeface="+mn-lt"/>
          <a:cs typeface="+mn-lt"/>
        </a:defRPr>
      </a:lvl5pPr>
      <a:lvl6pPr xmlns:a="http://schemas.openxmlformats.org/drawingml/2006/main" marL="2514600" indent="-228600" algn="l">
        <a:lnSpc>
          <a:spcPct val="90000"/>
        </a:lnSpc>
        <a:spcBef>
          <a:spcPts val="500"/>
        </a:spcBef>
        <a:buChar char="•"/>
        <a:defRPr sz="1800">
          <a:solidFill>
            <a:schemeClr val="tx1"/>
          </a:solidFill>
          <a:latin typeface="+mn-lt"/>
          <a:ea typeface="+mn-lt"/>
          <a:cs typeface="+mn-lt"/>
        </a:defRPr>
      </a:lvl6pPr>
      <a:lvl7pPr xmlns:a="http://schemas.openxmlformats.org/drawingml/2006/main" marL="2971800" indent="-228600" algn="l">
        <a:lnSpc>
          <a:spcPct val="90000"/>
        </a:lnSpc>
        <a:spcBef>
          <a:spcPts val="500"/>
        </a:spcBef>
        <a:buChar char="•"/>
        <a:defRPr sz="1800">
          <a:solidFill>
            <a:schemeClr val="tx1"/>
          </a:solidFill>
          <a:latin typeface="+mn-lt"/>
          <a:ea typeface="+mn-lt"/>
          <a:cs typeface="+mn-lt"/>
        </a:defRPr>
      </a:lvl7pPr>
      <a:lvl8pPr xmlns:a="http://schemas.openxmlformats.org/drawingml/2006/main" marL="3429000" indent="-228600" algn="l">
        <a:lnSpc>
          <a:spcPct val="90000"/>
        </a:lnSpc>
        <a:spcBef>
          <a:spcPts val="500"/>
        </a:spcBef>
        <a:buChar char="•"/>
        <a:defRPr sz="1800">
          <a:solidFill>
            <a:schemeClr val="tx1"/>
          </a:solidFill>
          <a:latin typeface="+mn-lt"/>
          <a:ea typeface="+mn-lt"/>
          <a:cs typeface="+mn-lt"/>
        </a:defRPr>
      </a:lvl8pPr>
      <a:lvl9pPr xmlns:a="http://schemas.openxmlformats.org/drawingml/2006/main" marL="3886200" indent="-228600" algn="l">
        <a:lnSpc>
          <a:spcPct val="90000"/>
        </a:lnSpc>
        <a:spcBef>
          <a:spcPts val="500"/>
        </a:spcBef>
        <a:buChar char="•"/>
        <a:defRPr sz="1800">
          <a:solidFill>
            <a:schemeClr val="tx1"/>
          </a:solidFill>
          <a:latin typeface="+mn-lt"/>
          <a:ea typeface="+mn-lt"/>
          <a:cs typeface="+mn-lt"/>
        </a:defRPr>
      </a:lvl9pPr>
    </p:bodyStyle>
    <p:otherStyle>
      <a:lvl1pPr xmlns:a="http://schemas.openxmlformats.org/drawingml/2006/main" marL="0" algn="l">
        <a:buNone/>
        <a:defRPr sz="1800">
          <a:solidFill>
            <a:schemeClr val="tx1"/>
          </a:solidFill>
          <a:latin typeface="+mn-lt"/>
          <a:ea typeface="+mn-lt"/>
          <a:cs typeface="+mn-lt"/>
        </a:defRPr>
      </a:lvl1pPr>
      <a:lvl2pPr xmlns:a="http://schemas.openxmlformats.org/drawingml/2006/main" marL="457200" algn="l">
        <a:buNone/>
        <a:defRPr sz="1800">
          <a:solidFill>
            <a:schemeClr val="tx1"/>
          </a:solidFill>
          <a:latin typeface="+mn-lt"/>
          <a:ea typeface="+mn-lt"/>
          <a:cs typeface="+mn-lt"/>
        </a:defRPr>
      </a:lvl2pPr>
      <a:lvl3pPr xmlns:a="http://schemas.openxmlformats.org/drawingml/2006/main" marL="914400" algn="l">
        <a:buNone/>
        <a:defRPr sz="1800">
          <a:solidFill>
            <a:schemeClr val="tx1"/>
          </a:solidFill>
          <a:latin typeface="+mn-lt"/>
          <a:ea typeface="+mn-lt"/>
          <a:cs typeface="+mn-lt"/>
        </a:defRPr>
      </a:lvl3pPr>
      <a:lvl4pPr xmlns:a="http://schemas.openxmlformats.org/drawingml/2006/main" marL="1371600" algn="l">
        <a:buNone/>
        <a:defRPr sz="1800">
          <a:solidFill>
            <a:schemeClr val="tx1"/>
          </a:solidFill>
          <a:latin typeface="+mn-lt"/>
          <a:ea typeface="+mn-lt"/>
          <a:cs typeface="+mn-lt"/>
        </a:defRPr>
      </a:lvl4pPr>
      <a:lvl5pPr xmlns:a="http://schemas.openxmlformats.org/drawingml/2006/main" marL="1828800" algn="l">
        <a:buNone/>
        <a:defRPr sz="1800">
          <a:solidFill>
            <a:schemeClr val="tx1"/>
          </a:solidFill>
          <a:latin typeface="+mn-lt"/>
          <a:ea typeface="+mn-lt"/>
          <a:cs typeface="+mn-lt"/>
        </a:defRPr>
      </a:lvl5pPr>
      <a:lvl6pPr xmlns:a="http://schemas.openxmlformats.org/drawingml/2006/main" marL="2286000" algn="l">
        <a:buNone/>
        <a:defRPr sz="1800">
          <a:solidFill>
            <a:schemeClr val="tx1"/>
          </a:solidFill>
          <a:latin typeface="+mn-lt"/>
          <a:ea typeface="+mn-lt"/>
          <a:cs typeface="+mn-lt"/>
        </a:defRPr>
      </a:lvl6pPr>
      <a:lvl7pPr xmlns:a="http://schemas.openxmlformats.org/drawingml/2006/main" marL="2743200" algn="l">
        <a:buNone/>
        <a:defRPr sz="1800">
          <a:solidFill>
            <a:schemeClr val="tx1"/>
          </a:solidFill>
          <a:latin typeface="+mn-lt"/>
          <a:ea typeface="+mn-lt"/>
          <a:cs typeface="+mn-lt"/>
        </a:defRPr>
      </a:lvl7pPr>
      <a:lvl8pPr xmlns:a="http://schemas.openxmlformats.org/drawingml/2006/main" marL="3200400" algn="l">
        <a:buNone/>
        <a:defRPr sz="1800">
          <a:solidFill>
            <a:schemeClr val="tx1"/>
          </a:solidFill>
          <a:latin typeface="+mn-lt"/>
          <a:ea typeface="+mn-lt"/>
          <a:cs typeface="+mn-lt"/>
        </a:defRPr>
      </a:lvl8pPr>
      <a:lvl9pPr xmlns:a="http://schemas.openxmlformats.org/drawingml/2006/main" marL="3657600" algn="l">
        <a:buNone/>
        <a:defRPr sz="1800">
          <a:solidFill>
            <a:schemeClr val="tx1"/>
          </a:solidFill>
          <a:latin typeface="+mn-lt"/>
          <a:ea typeface="+mn-lt"/>
          <a:cs typeface="+mn-lt"/>
        </a:defRPr>
      </a:lvl9pPr>
    </p:otherStyle>
  </p:txStyles>
</p:sldMaster>
</file>

<file path=ppt/main_figures/Fig11/ppt/submission_case/ppt/slideMasters/theme/theme2.xml><?xml version="1.0" encoding="utf-8"?>
<a:theme xmlns:a="http://schemas.openxmlformats.org/drawingml/2006/main" name="ChatGPT">
  <a:themeElements>
    <a:clrScheme name="ChatGPT">
      <a:dk1>
        <a:srgbClr val="000000"/>
      </a:dk1>
      <a:lt1>
        <a:srgbClr val="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
      <a:majorFont>
        <a:latin typeface="Aptos"/>
        <a:ea typeface=""/>
        <a:cs typeface=""/>
      </a:majorFont>
      <a:minorFont>
        <a:latin typeface="Aptos"/>
        <a:ea typeface=""/>
        <a:cs typeface=""/>
      </a:minorFont>
    </a:fontScheme>
    <a:fmtScheme name="ChatGPT">
      <a:fillStyleLst>
        <a:solidFill>
          <a:schemeClr val="phClr"/>
        </a:solidFill>
        <a:gradFill>
          <a:gsLst>
            <a:gs pos="0">
              <a:schemeClr val="phClr">
                <a:tint val="67000"/>
                <a:lumMod val="110000"/>
                <a:satMod val="105000"/>
              </a:schemeClr>
            </a:gs>
            <a:gs pos="50000">
              <a:schemeClr val="phClr">
                <a:tint val="73000"/>
                <a:lumMod val="105000"/>
                <a:satMod val="103000"/>
              </a:schemeClr>
            </a:gs>
            <a:gs pos="100000">
              <a:schemeClr val="phClr">
                <a:tint val="81000"/>
                <a:lumMod val="105000"/>
                <a:satMod val="109000"/>
              </a:schemeClr>
            </a:gs>
          </a:gsLst>
          <a:lin ang="5400000" scaled="0"/>
        </a:gradFill>
        <a:gradFill>
          <a:gsLst>
            <a:gs pos="0">
              <a:schemeClr val="phClr">
                <a:tint val="94000"/>
                <a:lumMod val="102000"/>
                <a:satMod val="103000"/>
              </a:schemeClr>
            </a:gs>
            <a:gs pos="50000">
              <a:schemeClr val="phClr">
                <a:shade val="100000"/>
                <a:lumMod val="100000"/>
                <a:satMod val="110000"/>
              </a:schemeClr>
            </a:gs>
            <a:gs pos="100000">
              <a:schemeClr val="phClr">
                <a:shade val="78000"/>
                <a:lumMod val="99000"/>
                <a:satMod val="120000"/>
              </a:schemeClr>
            </a:gs>
          </a:gsLst>
          <a:lin ang="5400000" scaled="0"/>
        </a:gradFill>
      </a:fillStyleLst>
      <a:lnStyleLst>
        <a:ln w="12700">
          <a:solidFill>
            <a:schemeClr val="phClr"/>
          </a:solidFill>
          <a:prstDash val="solid"/>
        </a:ln>
        <a:ln w="19050">
          <a:solidFill>
            <a:schemeClr val="phClr"/>
          </a:solidFill>
          <a:prstDash val="solid"/>
        </a:ln>
        <a:ln w="25400">
          <a:solidFill>
            <a:schemeClr val="phClr"/>
          </a:solidFill>
          <a:prstDash val="solid"/>
        </a:ln>
      </a:lnStyleLst>
      <a:effectStyleLst>
        <a:effectStyle>
          <a:effectLst/>
        </a:effectStyle>
        <a:effectStyle>
          <a:effectLst/>
        </a:effectStyle>
        <a:effectStyle>
          <a:effectLst>
            <a:outerShdw blurRad="57150" dist="19050" dir="5400000">
              <a:srgbClr val="000000">
                <a:alpha val="16000"/>
              </a:srgbClr>
            </a:outerShdw>
          </a:effectLst>
        </a:effectStyle>
        <a:effectStyle>
          <a:effectLst>
            <a:outerShdw blurRad="19050" dist="9525" dir="5400000">
              <a:srgbClr val="000000">
                <a:alpha val="6000"/>
              </a:srgbClr>
            </a:outerShdw>
          </a:effectLst>
        </a:effectStyle>
        <a:effectStyle>
          <a:effectLst>
            <a:outerShdw blurRad="28575" dist="9525" dir="5400000">
              <a:srgbClr val="000000">
                <a:alpha val="8000"/>
              </a:srgbClr>
            </a:outerShdw>
          </a:effectLst>
        </a:effectStyle>
        <a:effectStyle>
          <a:effectLst>
            <a:outerShdw blurRad="57150" dist="19050" dir="5400000">
              <a:srgbClr val="000000">
                <a:alpha val="10000"/>
              </a:srgbClr>
            </a:outerShdw>
          </a:effectLst>
        </a:effectStyle>
        <a:effectStyle>
          <a:effectLst>
            <a:outerShdw blurRad="114300" dist="38100" dir="5400000">
              <a:srgbClr val="000000">
                <a:alpha val="12000"/>
              </a:srgbClr>
            </a:outerShdw>
          </a:effectLst>
        </a:effectStyle>
        <a:effectStyle>
          <a:effectLst>
            <a:outerShdw blurRad="171450" dist="57150" dir="5400000">
              <a:srgbClr val="000000">
                <a:alpha val="16000"/>
              </a:srgbClr>
            </a:outerShdw>
          </a:effectLst>
        </a:effectStyle>
        <a:effectStyle>
          <a:effectLst>
            <a:outerShdw blurRad="266700" dist="95250" dir="5400000">
              <a:srgbClr val="000000">
                <a:alpha val="24000"/>
              </a:srgbClr>
            </a:outerShdw>
          </a:effectLst>
        </a:effectStyle>
      </a:effectStyleLst>
      <a:bgFillStyleLst>
        <a:solidFill>
          <a:schemeClr val="phClr"/>
        </a:solidFill>
        <a:solidFill>
          <a:schemeClr val="phClr">
            <a:tint val="95000"/>
            <a:satMod val="170000"/>
          </a:schemeClr>
        </a:solidFill>
        <a:gradFill>
          <a:gsLst>
            <a:gs pos="0">
              <a:schemeClr val="phClr">
                <a:tint val="93000"/>
                <a:shade val="98000"/>
                <a:lumMod val="102000"/>
                <a:satMod val="150000"/>
              </a:schemeClr>
            </a:gs>
            <a:gs pos="50000">
              <a:schemeClr val="phClr">
                <a:tint val="98000"/>
                <a:shade val="90000"/>
                <a:lumMod val="103000"/>
                <a:satMod val="130000"/>
              </a:schemeClr>
            </a:gs>
            <a:gs pos="100000">
              <a:schemeClr val="phClr">
                <a:shade val="63000"/>
                <a:satMod val="120000"/>
              </a:schemeClr>
            </a:gs>
          </a:gsLst>
          <a:lin ang="5400000" scaled="0"/>
        </a:gradFill>
      </a:bgFillStyleLst>
    </a:fmtScheme>
  </a:themeElements>
</a:theme>
</file>

<file path=ppt/main_figures/Fig11/ppt/submission_case/ppt/slides/_rels/slide1.xml.rels><?xml version='1.0' encoding='utf-8'?>
<Relationships xmlns="http://schemas.openxmlformats.org/package/2006/relationships"><Relationship Type="http://schemas.openxmlformats.org/officeDocument/2006/relationships/slideLayout" Target="/ppt/main_figures/Fig11/ppt/submission_case/ppt/slideLayouts/slideLayout6.xml" Id="R63a2e7299e52439a" /><Relationship Type="http://schemas.openxmlformats.org/officeDocument/2006/relationships/image" Target="/ppt/main_figures/Fig11/ppt/submission_case/ppt/media/image.png" Id="R491d89be41e84fb6" /><Relationship Type="http://schemas.openxmlformats.org/officeDocument/2006/relationships/notesSlide" Target="/ppt/main_figures/Fig11/ppt/submission_case/ppt/notesSlides/notesSlide1.xml" Id="R8e4ffcbb298c4e98" /></Relationships>
</file>

<file path=ppt/main_figures/Fig11/ppt/submission_case/ppt/slides/slide1.xml><?xml version="1.0" encoding="utf-8"?>
<p:sld xmlns:p="http://schemas.openxmlformats.org/presentationml/2006/main">
  <p:cSld>
    <p:bg>
      <p:bgPr>
        <a:solidFill xmlns:a="http://schemas.openxmlformats.org/drawingml/2006/main">
          <a:srgbClr val="FFFFFF"/>
        </a:solidFill>
      </p:bgPr>
    </p:bg>
    <p:spTree>
      <p:nvGrpSpPr>
        <p:cNvPr id="1" name=""/>
        <p:cNvGrpSpPr/>
        <p:nvPr/>
      </p:nvGrpSpPr>
      <p:grpSpPr>
        <a:xfrm xmlns:a="http://schemas.openxmlformats.org/drawingml/2006/main"/>
      </p:grpSpPr>
      <p:sp>
        <p:nvSpPr>
          <p:cNvPr id="79" name="text_000">
            <a:extLst xmlns:a="http://schemas.openxmlformats.org/drawingml/2006/main">
              <a:ext uri="{FF2B5EF4-FFF2-40B4-BE49-F238E27FC236}">
                <a16:creationId xmlns:a16="http://schemas.microsoft.com/office/drawing/2014/main" id="{2C9837BB-4A1E-4463-9DC7-E1C18C03934D}"/>
              </a:ext>
            </a:extLst>
          </p:cNvPr>
          <p:cNvSpPr>
            <a:spLocks xmlns:a="http://schemas.openxmlformats.org/drawingml/2006/main" noGrp="1"/>
          </p:cNvSpPr>
          <p:nvPr/>
        </p:nvSpPr>
        <p:spPr>
          <a:xfrm xmlns:a="http://schemas.openxmlformats.org/drawingml/2006/main" rot="0">
            <a:off x="171450" y="5715000"/>
            <a:ext cx="3667125" cy="26670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650" b="1">
                <a:solidFill>
                  <a:srgbClr val="000000"/>
                </a:solidFill>
                <a:latin typeface="Arial"/>
                <a:ea typeface="Arial"/>
                <a:cs typeface="Arial"/>
              </a:defRPr>
            </a:defPPr>
            <a:lvl1pPr algn="l">
              <a:defRPr sz="1650" b="1">
                <a:solidFill>
                  <a:srgbClr val="000000"/>
                </a:solidFill>
                <a:latin typeface="Arial"/>
                <a:ea typeface="Arial"/>
                <a:cs typeface="Arial"/>
              </a:defRPr>
            </a:lvl1pPr>
            <a:lvl2pPr algn="l">
              <a:defRPr sz="1650" b="1">
                <a:solidFill>
                  <a:srgbClr val="000000"/>
                </a:solidFill>
                <a:latin typeface="Arial"/>
                <a:ea typeface="Arial"/>
                <a:cs typeface="Arial"/>
              </a:defRPr>
            </a:lvl2pPr>
            <a:lvl3pPr algn="l">
              <a:defRPr sz="1650" b="1">
                <a:solidFill>
                  <a:srgbClr val="000000"/>
                </a:solidFill>
                <a:latin typeface="Arial"/>
                <a:ea typeface="Arial"/>
                <a:cs typeface="Arial"/>
              </a:defRPr>
            </a:lvl3pPr>
            <a:lvl4pPr algn="l">
              <a:defRPr sz="1650" b="1">
                <a:solidFill>
                  <a:srgbClr val="000000"/>
                </a:solidFill>
                <a:latin typeface="Arial"/>
                <a:ea typeface="Arial"/>
                <a:cs typeface="Arial"/>
              </a:defRPr>
            </a:lvl4pPr>
            <a:lvl5pPr algn="l">
              <a:defRPr sz="1650" b="1">
                <a:solidFill>
                  <a:srgbClr val="000000"/>
                </a:solidFill>
                <a:latin typeface="Arial"/>
                <a:ea typeface="Arial"/>
                <a:cs typeface="Arial"/>
              </a:defRPr>
            </a:lvl5pPr>
            <a:lvl6pPr algn="l">
              <a:defRPr sz="1650" b="1">
                <a:solidFill>
                  <a:srgbClr val="000000"/>
                </a:solidFill>
                <a:latin typeface="Arial"/>
                <a:ea typeface="Arial"/>
                <a:cs typeface="Arial"/>
              </a:defRPr>
            </a:lvl6pPr>
            <a:lvl7pPr algn="l">
              <a:defRPr sz="1650" b="1">
                <a:solidFill>
                  <a:srgbClr val="000000"/>
                </a:solidFill>
                <a:latin typeface="Arial"/>
                <a:ea typeface="Arial"/>
                <a:cs typeface="Arial"/>
              </a:defRPr>
            </a:lvl7pPr>
            <a:lvl8pPr algn="l">
              <a:defRPr sz="1650" b="1">
                <a:solidFill>
                  <a:srgbClr val="000000"/>
                </a:solidFill>
                <a:latin typeface="Arial"/>
                <a:ea typeface="Arial"/>
                <a:cs typeface="Arial"/>
              </a:defRPr>
            </a:lvl8pPr>
            <a:lvl9pPr algn="l">
              <a:defRPr sz="1650" b="1">
                <a:solidFill>
                  <a:srgbClr val="000000"/>
                </a:solidFill>
                <a:latin typeface="Arial"/>
                <a:ea typeface="Arial"/>
                <a:cs typeface="Arial"/>
              </a:defRPr>
            </a:lvl9pPr>
          </a:lstStyle>
          <a:p xmlns:a="http://schemas.openxmlformats.org/drawingml/2006/main">
            <a:pPr algn="l">
              <a:defRPr sz="1650" b="1">
                <a:solidFill>
                  <a:srgbClr val="000000"/>
                </a:solidFill>
                <a:latin typeface="Arial"/>
                <a:ea typeface="Arial"/>
                <a:cs typeface="Arial"/>
              </a:defRPr>
            </a:pPr>
            <a:r>
              <a:rPr sz="1650" b="1">
                <a:solidFill>
                  <a:srgbClr val="000000"/>
                </a:solidFill>
                <a:latin typeface="Arial"/>
                <a:ea typeface="Arial"/>
                <a:cs typeface="Arial"/>
              </a:rPr>
              <a:t>(d) Source features, frame 86</a:t>
            </a:r>
          </a:p>
        </p:txBody>
      </p:sp>
      <p:pic>
        <p:nvPicPr>
          <p:cNvPr id="2" name="">
            <a:extLst xmlns:a="http://schemas.openxmlformats.org/drawingml/2006/main">
              <a:ext uri="{FF2B5EF4-FFF2-40B4-BE49-F238E27FC236}">
                <a16:creationId xmlns:a16="http://schemas.microsoft.com/office/drawing/2014/main" id="{1CB20315-F71A-4E16-A3CD-22FF8279A9FB}"/>
              </a:ext>
            </a:extLst>
          </p:cNvPr>
          <p:cNvPicPr>
            <a:picLocks xmlns:a="http://schemas.openxmlformats.org/drawingml/2006/main" noChangeAspect="1"/>
          </p:cNvPicPr>
          <p:nvPr/>
        </p:nvPicPr>
        <p:blipFill>
          <a:blip xmlns:r="http://schemas.openxmlformats.org/officeDocument/2006/relationships" xmlns:a="http://schemas.openxmlformats.org/drawingml/2006/main" r:embed="R491d89be41e84fb6"/>
          <a:stretch xmlns:a="http://schemas.openxmlformats.org/drawingml/2006/main"/>
        </p:blipFill>
        <p:spPr>
          <a:xfrm xmlns:a="http://schemas.openxmlformats.org/drawingml/2006/main">
            <a:off x="514350" y="6446308"/>
            <a:ext cx="2905125" cy="1032933"/>
          </a:xfrm>
          <a:prstGeom xmlns:a="http://schemas.openxmlformats.org/drawingml/2006/main" prst="rect">
            <a:avLst/>
          </a:prstGeom>
        </p:spPr>
      </p:pic>
      <p:sp>
        <p:nvSpPr>
          <p:cNvPr id="3" name="rect_002">
            <a:extLst xmlns:a="http://schemas.openxmlformats.org/drawingml/2006/main">
              <a:ext uri="{FF2B5EF4-FFF2-40B4-BE49-F238E27FC236}">
                <a16:creationId xmlns:a16="http://schemas.microsoft.com/office/drawing/2014/main" id="{180DF485-720C-46FD-A682-625B92CDFCDD}"/>
              </a:ext>
            </a:extLst>
          </p:cNvPr>
          <p:cNvSpPr>
            <a:spLocks xmlns:a="http://schemas.openxmlformats.org/drawingml/2006/main" noGrp="1"/>
          </p:cNvSpPr>
          <p:nvPr/>
        </p:nvSpPr>
        <p:spPr>
          <a:xfrm xmlns:a="http://schemas.openxmlformats.org/drawingml/2006/main" rot="0">
            <a:off x="514350" y="6200775"/>
            <a:ext cx="2905125" cy="1524000"/>
          </a:xfrm>
          <a:prstGeom xmlns:a="http://schemas.openxmlformats.org/drawingml/2006/main" prst="rect">
            <a:avLst/>
          </a:prstGeom>
          <a:noFill xmlns:a="http://schemas.openxmlformats.org/drawingml/2006/main"/>
          <a:ln xmlns:a="http://schemas.openxmlformats.org/drawingml/2006/main" w="6668">
            <a:solidFill>
              <a:srgbClr val="7B8790"/>
            </a:solidFill>
            <a:prstDash val="solid"/>
          </a:ln>
        </p:spPr>
      </p:sp>
      <p:sp>
        <p:nvSpPr>
          <p:cNvPr id="4" name="text_003">
            <a:extLst xmlns:a="http://schemas.openxmlformats.org/drawingml/2006/main">
              <a:ext uri="{FF2B5EF4-FFF2-40B4-BE49-F238E27FC236}">
                <a16:creationId xmlns:a16="http://schemas.microsoft.com/office/drawing/2014/main" id="{5AA9FE94-9918-4D35-A2D5-6AEA65BEA816}"/>
              </a:ext>
            </a:extLst>
          </p:cNvPr>
          <p:cNvSpPr>
            <a:spLocks xmlns:a="http://schemas.openxmlformats.org/drawingml/2006/main" noGrp="1"/>
          </p:cNvSpPr>
          <p:nvPr/>
        </p:nvSpPr>
        <p:spPr>
          <a:xfrm xmlns:a="http://schemas.openxmlformats.org/drawingml/2006/main" rot="0">
            <a:off x="602821" y="7772400"/>
            <a:ext cx="457200" cy="200025"/>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xmlns:a="http://schemas.openxmlformats.org/drawingml/2006/main">
            <a:pPr algn="ctr">
              <a:defRPr sz="1200" b="0">
                <a:solidFill>
                  <a:srgbClr val="000000"/>
                </a:solidFill>
                <a:latin typeface="Arial"/>
                <a:ea typeface="Arial"/>
                <a:cs typeface="Arial"/>
              </a:defRPr>
            </a:pPr>
            <a:r>
              <a:rPr sz="1200" b="0">
                <a:solidFill>
                  <a:srgbClr val="000000"/>
                </a:solidFill>
                <a:latin typeface="Arial"/>
                <a:ea typeface="Arial"/>
                <a:cs typeface="Arial"/>
              </a:rPr>
              <a:t>0</a:t>
            </a:r>
          </a:p>
        </p:txBody>
      </p:sp>
      <p:sp>
        <p:nvSpPr>
          <p:cNvPr id="5" name="line_004">
            <a:extLst xmlns:a="http://schemas.openxmlformats.org/drawingml/2006/main">
              <a:ext uri="{FF2B5EF4-FFF2-40B4-BE49-F238E27FC236}">
                <a16:creationId xmlns:a16="http://schemas.microsoft.com/office/drawing/2014/main" id="{368D8FFB-6ADB-4BA8-BB3A-BA0CFB254373}"/>
              </a:ext>
            </a:extLst>
          </p:cNvPr>
          <p:cNvSpPr>
            <a:spLocks xmlns:a="http://schemas.openxmlformats.org/drawingml/2006/main" noGrp="1"/>
          </p:cNvSpPr>
          <p:nvPr/>
        </p:nvSpPr>
        <p:spPr>
          <a:xfrm xmlns:a="http://schemas.openxmlformats.org/drawingml/2006/main">
            <a:off x="831421" y="7724775"/>
            <a:ext cx="95" cy="38100"/>
          </a:xfrm>
          <a:custGeom xmlns:a="http://schemas.openxmlformats.org/drawingml/2006/main">
            <a:pathLst>
              <a:path w="95" h="38100">
                <a:moveTo>
                  <a:pt x="0" y="0"/>
                </a:moveTo>
                <a:lnTo>
                  <a:pt x="0" y="38100"/>
                </a:lnTo>
              </a:path>
            </a:pathLst>
          </a:custGeom>
          <a:noFill xmlns:a="http://schemas.openxmlformats.org/drawingml/2006/main"/>
          <a:ln xmlns:a="http://schemas.openxmlformats.org/drawingml/2006/main" w="6668">
            <a:solidFill>
              <a:srgbClr val="000000"/>
            </a:solidFill>
            <a:prstDash val="solid"/>
          </a:ln>
        </p:spPr>
      </p:sp>
      <p:sp>
        <p:nvSpPr>
          <p:cNvPr id="6" name="text_005">
            <a:extLst xmlns:a="http://schemas.openxmlformats.org/drawingml/2006/main">
              <a:ext uri="{FF2B5EF4-FFF2-40B4-BE49-F238E27FC236}">
                <a16:creationId xmlns:a16="http://schemas.microsoft.com/office/drawing/2014/main" id="{A517F57F-0B26-4C15-9089-0FDF3F5D312F}"/>
              </a:ext>
            </a:extLst>
          </p:cNvPr>
          <p:cNvSpPr>
            <a:spLocks xmlns:a="http://schemas.openxmlformats.org/drawingml/2006/main" noGrp="1"/>
          </p:cNvSpPr>
          <p:nvPr/>
        </p:nvSpPr>
        <p:spPr>
          <a:xfrm xmlns:a="http://schemas.openxmlformats.org/drawingml/2006/main" rot="0">
            <a:off x="1896848" y="7772400"/>
            <a:ext cx="457200" cy="200025"/>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xmlns:a="http://schemas.openxmlformats.org/drawingml/2006/main">
            <a:pPr algn="ctr">
              <a:defRPr sz="1200" b="0">
                <a:solidFill>
                  <a:srgbClr val="000000"/>
                </a:solidFill>
                <a:latin typeface="Arial"/>
                <a:ea typeface="Arial"/>
                <a:cs typeface="Arial"/>
              </a:defRPr>
            </a:pPr>
            <a:r>
              <a:rPr sz="1200" b="0">
                <a:solidFill>
                  <a:srgbClr val="000000"/>
                </a:solidFill>
                <a:latin typeface="Arial"/>
                <a:ea typeface="Arial"/>
                <a:cs typeface="Arial"/>
              </a:rPr>
              <a:t>10</a:t>
            </a:r>
          </a:p>
        </p:txBody>
      </p:sp>
      <p:sp>
        <p:nvSpPr>
          <p:cNvPr id="7" name="line_006">
            <a:extLst xmlns:a="http://schemas.openxmlformats.org/drawingml/2006/main">
              <a:ext uri="{FF2B5EF4-FFF2-40B4-BE49-F238E27FC236}">
                <a16:creationId xmlns:a16="http://schemas.microsoft.com/office/drawing/2014/main" id="{3BD6C56C-1955-4952-A917-7CE38F14AE14}"/>
              </a:ext>
            </a:extLst>
          </p:cNvPr>
          <p:cNvSpPr>
            <a:spLocks xmlns:a="http://schemas.openxmlformats.org/drawingml/2006/main" noGrp="1"/>
          </p:cNvSpPr>
          <p:nvPr/>
        </p:nvSpPr>
        <p:spPr>
          <a:xfrm xmlns:a="http://schemas.openxmlformats.org/drawingml/2006/main">
            <a:off x="2125448" y="7724775"/>
            <a:ext cx="95" cy="38100"/>
          </a:xfrm>
          <a:custGeom xmlns:a="http://schemas.openxmlformats.org/drawingml/2006/main">
            <a:pathLst>
              <a:path w="95" h="38100">
                <a:moveTo>
                  <a:pt x="0" y="0"/>
                </a:moveTo>
                <a:lnTo>
                  <a:pt x="0" y="38100"/>
                </a:lnTo>
              </a:path>
            </a:pathLst>
          </a:custGeom>
          <a:noFill xmlns:a="http://schemas.openxmlformats.org/drawingml/2006/main"/>
          <a:ln xmlns:a="http://schemas.openxmlformats.org/drawingml/2006/main" w="6668">
            <a:solidFill>
              <a:srgbClr val="000000"/>
            </a:solidFill>
            <a:prstDash val="solid"/>
          </a:ln>
        </p:spPr>
      </p:sp>
      <p:sp>
        <p:nvSpPr>
          <p:cNvPr id="8" name="text_007">
            <a:extLst xmlns:a="http://schemas.openxmlformats.org/drawingml/2006/main">
              <a:ext uri="{FF2B5EF4-FFF2-40B4-BE49-F238E27FC236}">
                <a16:creationId xmlns:a16="http://schemas.microsoft.com/office/drawing/2014/main" id="{46E74777-65E9-4382-8F9D-543FF661659D}"/>
              </a:ext>
            </a:extLst>
          </p:cNvPr>
          <p:cNvSpPr>
            <a:spLocks xmlns:a="http://schemas.openxmlformats.org/drawingml/2006/main" noGrp="1"/>
          </p:cNvSpPr>
          <p:nvPr/>
        </p:nvSpPr>
        <p:spPr>
          <a:xfrm xmlns:a="http://schemas.openxmlformats.org/drawingml/2006/main" rot="0">
            <a:off x="3190875" y="7772400"/>
            <a:ext cx="457200" cy="200025"/>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xmlns:a="http://schemas.openxmlformats.org/drawingml/2006/main">
            <a:pPr algn="ctr">
              <a:defRPr sz="1200" b="0">
                <a:solidFill>
                  <a:srgbClr val="000000"/>
                </a:solidFill>
                <a:latin typeface="Arial"/>
                <a:ea typeface="Arial"/>
                <a:cs typeface="Arial"/>
              </a:defRPr>
            </a:pPr>
            <a:r>
              <a:rPr sz="1200" b="0">
                <a:solidFill>
                  <a:srgbClr val="000000"/>
                </a:solidFill>
                <a:latin typeface="Arial"/>
                <a:ea typeface="Arial"/>
                <a:cs typeface="Arial"/>
              </a:rPr>
              <a:t>20</a:t>
            </a:r>
          </a:p>
        </p:txBody>
      </p:sp>
      <p:sp>
        <p:nvSpPr>
          <p:cNvPr id="9" name="line_008">
            <a:extLst xmlns:a="http://schemas.openxmlformats.org/drawingml/2006/main">
              <a:ext uri="{FF2B5EF4-FFF2-40B4-BE49-F238E27FC236}">
                <a16:creationId xmlns:a16="http://schemas.microsoft.com/office/drawing/2014/main" id="{A050D007-DD2C-4802-8730-42370B163C0A}"/>
              </a:ext>
            </a:extLst>
          </p:cNvPr>
          <p:cNvSpPr>
            <a:spLocks xmlns:a="http://schemas.openxmlformats.org/drawingml/2006/main" noGrp="1"/>
          </p:cNvSpPr>
          <p:nvPr/>
        </p:nvSpPr>
        <p:spPr>
          <a:xfrm xmlns:a="http://schemas.openxmlformats.org/drawingml/2006/main">
            <a:off x="3419475" y="7724775"/>
            <a:ext cx="95" cy="38100"/>
          </a:xfrm>
          <a:custGeom xmlns:a="http://schemas.openxmlformats.org/drawingml/2006/main">
            <a:pathLst>
              <a:path w="95" h="38100">
                <a:moveTo>
                  <a:pt x="0" y="0"/>
                </a:moveTo>
                <a:lnTo>
                  <a:pt x="0" y="38100"/>
                </a:lnTo>
              </a:path>
            </a:pathLst>
          </a:custGeom>
          <a:noFill xmlns:a="http://schemas.openxmlformats.org/drawingml/2006/main"/>
          <a:ln xmlns:a="http://schemas.openxmlformats.org/drawingml/2006/main" w="6668">
            <a:solidFill>
              <a:srgbClr val="000000"/>
            </a:solidFill>
            <a:prstDash val="solid"/>
          </a:ln>
        </p:spPr>
      </p:sp>
      <p:sp>
        <p:nvSpPr>
          <p:cNvPr id="10" name="text_009">
            <a:extLst xmlns:a="http://schemas.openxmlformats.org/drawingml/2006/main">
              <a:ext uri="{FF2B5EF4-FFF2-40B4-BE49-F238E27FC236}">
                <a16:creationId xmlns:a16="http://schemas.microsoft.com/office/drawing/2014/main" id="{0AF0F6EC-73CF-4FC6-A05F-B87FDEFB4028}"/>
              </a:ext>
            </a:extLst>
          </p:cNvPr>
          <p:cNvSpPr>
            <a:spLocks xmlns:a="http://schemas.openxmlformats.org/drawingml/2006/main" noGrp="1"/>
          </p:cNvSpPr>
          <p:nvPr/>
        </p:nvSpPr>
        <p:spPr>
          <a:xfrm xmlns:a="http://schemas.openxmlformats.org/drawingml/2006/main" rot="0">
            <a:off x="-9525" y="7639050"/>
            <a:ext cx="457200" cy="200025"/>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r">
              <a:defRPr sz="1200" b="0">
                <a:solidFill>
                  <a:srgbClr val="000000"/>
                </a:solidFill>
                <a:latin typeface="Arial"/>
                <a:ea typeface="Arial"/>
                <a:cs typeface="Arial"/>
              </a:defRPr>
            </a:defPPr>
            <a:lvl1pPr algn="r">
              <a:defRPr sz="1200" b="0">
                <a:solidFill>
                  <a:srgbClr val="000000"/>
                </a:solidFill>
                <a:latin typeface="Arial"/>
                <a:ea typeface="Arial"/>
                <a:cs typeface="Arial"/>
              </a:defRPr>
            </a:lvl1pPr>
            <a:lvl2pPr algn="r">
              <a:defRPr sz="1200" b="0">
                <a:solidFill>
                  <a:srgbClr val="000000"/>
                </a:solidFill>
                <a:latin typeface="Arial"/>
                <a:ea typeface="Arial"/>
                <a:cs typeface="Arial"/>
              </a:defRPr>
            </a:lvl2pPr>
            <a:lvl3pPr algn="r">
              <a:defRPr sz="1200" b="0">
                <a:solidFill>
                  <a:srgbClr val="000000"/>
                </a:solidFill>
                <a:latin typeface="Arial"/>
                <a:ea typeface="Arial"/>
                <a:cs typeface="Arial"/>
              </a:defRPr>
            </a:lvl3pPr>
            <a:lvl4pPr algn="r">
              <a:defRPr sz="1200" b="0">
                <a:solidFill>
                  <a:srgbClr val="000000"/>
                </a:solidFill>
                <a:latin typeface="Arial"/>
                <a:ea typeface="Arial"/>
                <a:cs typeface="Arial"/>
              </a:defRPr>
            </a:lvl4pPr>
            <a:lvl5pPr algn="r">
              <a:defRPr sz="1200" b="0">
                <a:solidFill>
                  <a:srgbClr val="000000"/>
                </a:solidFill>
                <a:latin typeface="Arial"/>
                <a:ea typeface="Arial"/>
                <a:cs typeface="Arial"/>
              </a:defRPr>
            </a:lvl5pPr>
            <a:lvl6pPr algn="r">
              <a:defRPr sz="1200" b="0">
                <a:solidFill>
                  <a:srgbClr val="000000"/>
                </a:solidFill>
                <a:latin typeface="Arial"/>
                <a:ea typeface="Arial"/>
                <a:cs typeface="Arial"/>
              </a:defRPr>
            </a:lvl6pPr>
            <a:lvl7pPr algn="r">
              <a:defRPr sz="1200" b="0">
                <a:solidFill>
                  <a:srgbClr val="000000"/>
                </a:solidFill>
                <a:latin typeface="Arial"/>
                <a:ea typeface="Arial"/>
                <a:cs typeface="Arial"/>
              </a:defRPr>
            </a:lvl7pPr>
            <a:lvl8pPr algn="r">
              <a:defRPr sz="1200" b="0">
                <a:solidFill>
                  <a:srgbClr val="000000"/>
                </a:solidFill>
                <a:latin typeface="Arial"/>
                <a:ea typeface="Arial"/>
                <a:cs typeface="Arial"/>
              </a:defRPr>
            </a:lvl8pPr>
            <a:lvl9pPr algn="r">
              <a:defRPr sz="1200" b="0">
                <a:solidFill>
                  <a:srgbClr val="000000"/>
                </a:solidFill>
                <a:latin typeface="Arial"/>
                <a:ea typeface="Arial"/>
                <a:cs typeface="Arial"/>
              </a:defRPr>
            </a:lvl9pPr>
          </a:lstStyle>
          <a:p xmlns:a="http://schemas.openxmlformats.org/drawingml/2006/main">
            <a:pPr algn="r">
              <a:defRPr sz="1200" b="0">
                <a:solidFill>
                  <a:srgbClr val="000000"/>
                </a:solidFill>
                <a:latin typeface="Arial"/>
                <a:ea typeface="Arial"/>
                <a:cs typeface="Arial"/>
              </a:defRPr>
            </a:pPr>
            <a:r>
              <a:rPr sz="1200" b="0">
                <a:solidFill>
                  <a:srgbClr val="000000"/>
                </a:solidFill>
                <a:latin typeface="Arial"/>
                <a:ea typeface="Arial"/>
                <a:cs typeface="Arial"/>
              </a:rPr>
              <a:t>0</a:t>
            </a:r>
          </a:p>
        </p:txBody>
      </p:sp>
      <p:sp>
        <p:nvSpPr>
          <p:cNvPr id="11" name="line_010">
            <a:extLst xmlns:a="http://schemas.openxmlformats.org/drawingml/2006/main">
              <a:ext uri="{FF2B5EF4-FFF2-40B4-BE49-F238E27FC236}">
                <a16:creationId xmlns:a16="http://schemas.microsoft.com/office/drawing/2014/main" id="{C7FBB4DA-79BF-44E6-BED2-B3BA41674A86}"/>
              </a:ext>
            </a:extLst>
          </p:cNvPr>
          <p:cNvSpPr>
            <a:spLocks xmlns:a="http://schemas.openxmlformats.org/drawingml/2006/main" noGrp="1"/>
          </p:cNvSpPr>
          <p:nvPr/>
        </p:nvSpPr>
        <p:spPr>
          <a:xfrm xmlns:a="http://schemas.openxmlformats.org/drawingml/2006/main">
            <a:off x="476250" y="7724775"/>
            <a:ext cx="38100" cy="95"/>
          </a:xfrm>
          <a:custGeom xmlns:a="http://schemas.openxmlformats.org/drawingml/2006/main">
            <a:pathLst>
              <a:path w="38100" h="95">
                <a:moveTo>
                  <a:pt x="0" y="0"/>
                </a:moveTo>
                <a:lnTo>
                  <a:pt x="38100" y="0"/>
                </a:lnTo>
              </a:path>
            </a:pathLst>
          </a:custGeom>
          <a:noFill xmlns:a="http://schemas.openxmlformats.org/drawingml/2006/main"/>
          <a:ln xmlns:a="http://schemas.openxmlformats.org/drawingml/2006/main" w="6668">
            <a:solidFill>
              <a:srgbClr val="000000"/>
            </a:solidFill>
            <a:prstDash val="solid"/>
          </a:ln>
        </p:spPr>
      </p:sp>
      <p:sp>
        <p:nvSpPr>
          <p:cNvPr id="12" name="text_011">
            <a:extLst xmlns:a="http://schemas.openxmlformats.org/drawingml/2006/main">
              <a:ext uri="{FF2B5EF4-FFF2-40B4-BE49-F238E27FC236}">
                <a16:creationId xmlns:a16="http://schemas.microsoft.com/office/drawing/2014/main" id="{0A3AF6C8-009B-42B8-986B-BB6FF39B8910}"/>
              </a:ext>
            </a:extLst>
          </p:cNvPr>
          <p:cNvSpPr>
            <a:spLocks xmlns:a="http://schemas.openxmlformats.org/drawingml/2006/main" noGrp="1"/>
          </p:cNvSpPr>
          <p:nvPr/>
        </p:nvSpPr>
        <p:spPr>
          <a:xfrm xmlns:a="http://schemas.openxmlformats.org/drawingml/2006/main" rot="0">
            <a:off x="-9525" y="6877050"/>
            <a:ext cx="457200" cy="200025"/>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r">
              <a:defRPr sz="1200" b="0">
                <a:solidFill>
                  <a:srgbClr val="000000"/>
                </a:solidFill>
                <a:latin typeface="Arial"/>
                <a:ea typeface="Arial"/>
                <a:cs typeface="Arial"/>
              </a:defRPr>
            </a:defPPr>
            <a:lvl1pPr algn="r">
              <a:defRPr sz="1200" b="0">
                <a:solidFill>
                  <a:srgbClr val="000000"/>
                </a:solidFill>
                <a:latin typeface="Arial"/>
                <a:ea typeface="Arial"/>
                <a:cs typeface="Arial"/>
              </a:defRPr>
            </a:lvl1pPr>
            <a:lvl2pPr algn="r">
              <a:defRPr sz="1200" b="0">
                <a:solidFill>
                  <a:srgbClr val="000000"/>
                </a:solidFill>
                <a:latin typeface="Arial"/>
                <a:ea typeface="Arial"/>
                <a:cs typeface="Arial"/>
              </a:defRPr>
            </a:lvl2pPr>
            <a:lvl3pPr algn="r">
              <a:defRPr sz="1200" b="0">
                <a:solidFill>
                  <a:srgbClr val="000000"/>
                </a:solidFill>
                <a:latin typeface="Arial"/>
                <a:ea typeface="Arial"/>
                <a:cs typeface="Arial"/>
              </a:defRPr>
            </a:lvl3pPr>
            <a:lvl4pPr algn="r">
              <a:defRPr sz="1200" b="0">
                <a:solidFill>
                  <a:srgbClr val="000000"/>
                </a:solidFill>
                <a:latin typeface="Arial"/>
                <a:ea typeface="Arial"/>
                <a:cs typeface="Arial"/>
              </a:defRPr>
            </a:lvl4pPr>
            <a:lvl5pPr algn="r">
              <a:defRPr sz="1200" b="0">
                <a:solidFill>
                  <a:srgbClr val="000000"/>
                </a:solidFill>
                <a:latin typeface="Arial"/>
                <a:ea typeface="Arial"/>
                <a:cs typeface="Arial"/>
              </a:defRPr>
            </a:lvl5pPr>
            <a:lvl6pPr algn="r">
              <a:defRPr sz="1200" b="0">
                <a:solidFill>
                  <a:srgbClr val="000000"/>
                </a:solidFill>
                <a:latin typeface="Arial"/>
                <a:ea typeface="Arial"/>
                <a:cs typeface="Arial"/>
              </a:defRPr>
            </a:lvl6pPr>
            <a:lvl7pPr algn="r">
              <a:defRPr sz="1200" b="0">
                <a:solidFill>
                  <a:srgbClr val="000000"/>
                </a:solidFill>
                <a:latin typeface="Arial"/>
                <a:ea typeface="Arial"/>
                <a:cs typeface="Arial"/>
              </a:defRPr>
            </a:lvl7pPr>
            <a:lvl8pPr algn="r">
              <a:defRPr sz="1200" b="0">
                <a:solidFill>
                  <a:srgbClr val="000000"/>
                </a:solidFill>
                <a:latin typeface="Arial"/>
                <a:ea typeface="Arial"/>
                <a:cs typeface="Arial"/>
              </a:defRPr>
            </a:lvl8pPr>
            <a:lvl9pPr algn="r">
              <a:defRPr sz="1200" b="0">
                <a:solidFill>
                  <a:srgbClr val="000000"/>
                </a:solidFill>
                <a:latin typeface="Arial"/>
                <a:ea typeface="Arial"/>
                <a:cs typeface="Arial"/>
              </a:defRPr>
            </a:lvl9pPr>
          </a:lstStyle>
          <a:p xmlns:a="http://schemas.openxmlformats.org/drawingml/2006/main">
            <a:pPr algn="r">
              <a:defRPr sz="1200" b="0">
                <a:solidFill>
                  <a:srgbClr val="000000"/>
                </a:solidFill>
                <a:latin typeface="Arial"/>
                <a:ea typeface="Arial"/>
                <a:cs typeface="Arial"/>
              </a:defRPr>
            </a:pPr>
            <a:r>
              <a:rPr sz="1200" b="0">
                <a:solidFill>
                  <a:srgbClr val="000000"/>
                </a:solidFill>
                <a:latin typeface="Arial"/>
                <a:ea typeface="Arial"/>
                <a:cs typeface="Arial"/>
              </a:rPr>
              <a:t>3</a:t>
            </a:r>
          </a:p>
        </p:txBody>
      </p:sp>
      <p:sp>
        <p:nvSpPr>
          <p:cNvPr id="13" name="line_012">
            <a:extLst xmlns:a="http://schemas.openxmlformats.org/drawingml/2006/main">
              <a:ext uri="{FF2B5EF4-FFF2-40B4-BE49-F238E27FC236}">
                <a16:creationId xmlns:a16="http://schemas.microsoft.com/office/drawing/2014/main" id="{2A06EFE2-B943-4828-9A18-A781104DFFC8}"/>
              </a:ext>
            </a:extLst>
          </p:cNvPr>
          <p:cNvSpPr>
            <a:spLocks xmlns:a="http://schemas.openxmlformats.org/drawingml/2006/main" noGrp="1"/>
          </p:cNvSpPr>
          <p:nvPr/>
        </p:nvSpPr>
        <p:spPr>
          <a:xfrm xmlns:a="http://schemas.openxmlformats.org/drawingml/2006/main">
            <a:off x="476250" y="6962775"/>
            <a:ext cx="38100" cy="95"/>
          </a:xfrm>
          <a:custGeom xmlns:a="http://schemas.openxmlformats.org/drawingml/2006/main">
            <a:pathLst>
              <a:path w="38100" h="95">
                <a:moveTo>
                  <a:pt x="0" y="0"/>
                </a:moveTo>
                <a:lnTo>
                  <a:pt x="38100" y="0"/>
                </a:lnTo>
              </a:path>
            </a:pathLst>
          </a:custGeom>
          <a:noFill xmlns:a="http://schemas.openxmlformats.org/drawingml/2006/main"/>
          <a:ln xmlns:a="http://schemas.openxmlformats.org/drawingml/2006/main" w="6668">
            <a:solidFill>
              <a:srgbClr val="000000"/>
            </a:solidFill>
            <a:prstDash val="solid"/>
          </a:ln>
        </p:spPr>
      </p:sp>
      <p:sp>
        <p:nvSpPr>
          <p:cNvPr id="14" name="text_013">
            <a:extLst xmlns:a="http://schemas.openxmlformats.org/drawingml/2006/main">
              <a:ext uri="{FF2B5EF4-FFF2-40B4-BE49-F238E27FC236}">
                <a16:creationId xmlns:a16="http://schemas.microsoft.com/office/drawing/2014/main" id="{D17427FA-9FB3-49EE-855D-5BD18DAC1839}"/>
              </a:ext>
            </a:extLst>
          </p:cNvPr>
          <p:cNvSpPr>
            <a:spLocks xmlns:a="http://schemas.openxmlformats.org/drawingml/2006/main" noGrp="1"/>
          </p:cNvSpPr>
          <p:nvPr/>
        </p:nvSpPr>
        <p:spPr>
          <a:xfrm xmlns:a="http://schemas.openxmlformats.org/drawingml/2006/main" rot="0">
            <a:off x="-9525" y="6115050"/>
            <a:ext cx="457200" cy="200025"/>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r">
              <a:defRPr sz="1200" b="0">
                <a:solidFill>
                  <a:srgbClr val="000000"/>
                </a:solidFill>
                <a:latin typeface="Arial"/>
                <a:ea typeface="Arial"/>
                <a:cs typeface="Arial"/>
              </a:defRPr>
            </a:defPPr>
            <a:lvl1pPr algn="r">
              <a:defRPr sz="1200" b="0">
                <a:solidFill>
                  <a:srgbClr val="000000"/>
                </a:solidFill>
                <a:latin typeface="Arial"/>
                <a:ea typeface="Arial"/>
                <a:cs typeface="Arial"/>
              </a:defRPr>
            </a:lvl1pPr>
            <a:lvl2pPr algn="r">
              <a:defRPr sz="1200" b="0">
                <a:solidFill>
                  <a:srgbClr val="000000"/>
                </a:solidFill>
                <a:latin typeface="Arial"/>
                <a:ea typeface="Arial"/>
                <a:cs typeface="Arial"/>
              </a:defRPr>
            </a:lvl2pPr>
            <a:lvl3pPr algn="r">
              <a:defRPr sz="1200" b="0">
                <a:solidFill>
                  <a:srgbClr val="000000"/>
                </a:solidFill>
                <a:latin typeface="Arial"/>
                <a:ea typeface="Arial"/>
                <a:cs typeface="Arial"/>
              </a:defRPr>
            </a:lvl3pPr>
            <a:lvl4pPr algn="r">
              <a:defRPr sz="1200" b="0">
                <a:solidFill>
                  <a:srgbClr val="000000"/>
                </a:solidFill>
                <a:latin typeface="Arial"/>
                <a:ea typeface="Arial"/>
                <a:cs typeface="Arial"/>
              </a:defRPr>
            </a:lvl4pPr>
            <a:lvl5pPr algn="r">
              <a:defRPr sz="1200" b="0">
                <a:solidFill>
                  <a:srgbClr val="000000"/>
                </a:solidFill>
                <a:latin typeface="Arial"/>
                <a:ea typeface="Arial"/>
                <a:cs typeface="Arial"/>
              </a:defRPr>
            </a:lvl5pPr>
            <a:lvl6pPr algn="r">
              <a:defRPr sz="1200" b="0">
                <a:solidFill>
                  <a:srgbClr val="000000"/>
                </a:solidFill>
                <a:latin typeface="Arial"/>
                <a:ea typeface="Arial"/>
                <a:cs typeface="Arial"/>
              </a:defRPr>
            </a:lvl6pPr>
            <a:lvl7pPr algn="r">
              <a:defRPr sz="1200" b="0">
                <a:solidFill>
                  <a:srgbClr val="000000"/>
                </a:solidFill>
                <a:latin typeface="Arial"/>
                <a:ea typeface="Arial"/>
                <a:cs typeface="Arial"/>
              </a:defRPr>
            </a:lvl7pPr>
            <a:lvl8pPr algn="r">
              <a:defRPr sz="1200" b="0">
                <a:solidFill>
                  <a:srgbClr val="000000"/>
                </a:solidFill>
                <a:latin typeface="Arial"/>
                <a:ea typeface="Arial"/>
                <a:cs typeface="Arial"/>
              </a:defRPr>
            </a:lvl8pPr>
            <a:lvl9pPr algn="r">
              <a:defRPr sz="1200" b="0">
                <a:solidFill>
                  <a:srgbClr val="000000"/>
                </a:solidFill>
                <a:latin typeface="Arial"/>
                <a:ea typeface="Arial"/>
                <a:cs typeface="Arial"/>
              </a:defRPr>
            </a:lvl9pPr>
          </a:lstStyle>
          <a:p xmlns:a="http://schemas.openxmlformats.org/drawingml/2006/main">
            <a:pPr algn="r">
              <a:defRPr sz="1200" b="0">
                <a:solidFill>
                  <a:srgbClr val="000000"/>
                </a:solidFill>
                <a:latin typeface="Arial"/>
                <a:ea typeface="Arial"/>
                <a:cs typeface="Arial"/>
              </a:defRPr>
            </a:pPr>
            <a:r>
              <a:rPr sz="1200" b="0">
                <a:solidFill>
                  <a:srgbClr val="000000"/>
                </a:solidFill>
                <a:latin typeface="Arial"/>
                <a:ea typeface="Arial"/>
                <a:cs typeface="Arial"/>
              </a:rPr>
              <a:t>6</a:t>
            </a:r>
          </a:p>
        </p:txBody>
      </p:sp>
      <p:sp>
        <p:nvSpPr>
          <p:cNvPr id="15" name="line_014">
            <a:extLst xmlns:a="http://schemas.openxmlformats.org/drawingml/2006/main">
              <a:ext uri="{FF2B5EF4-FFF2-40B4-BE49-F238E27FC236}">
                <a16:creationId xmlns:a16="http://schemas.microsoft.com/office/drawing/2014/main" id="{A438BB42-AC45-4CC5-B5EE-3C9926E44A10}"/>
              </a:ext>
            </a:extLst>
          </p:cNvPr>
          <p:cNvSpPr>
            <a:spLocks xmlns:a="http://schemas.openxmlformats.org/drawingml/2006/main" noGrp="1"/>
          </p:cNvSpPr>
          <p:nvPr/>
        </p:nvSpPr>
        <p:spPr>
          <a:xfrm xmlns:a="http://schemas.openxmlformats.org/drawingml/2006/main">
            <a:off x="476250" y="6200775"/>
            <a:ext cx="38100" cy="95"/>
          </a:xfrm>
          <a:custGeom xmlns:a="http://schemas.openxmlformats.org/drawingml/2006/main">
            <a:pathLst>
              <a:path w="38100" h="95">
                <a:moveTo>
                  <a:pt x="0" y="0"/>
                </a:moveTo>
                <a:lnTo>
                  <a:pt x="38100" y="0"/>
                </a:lnTo>
              </a:path>
            </a:pathLst>
          </a:custGeom>
          <a:noFill xmlns:a="http://schemas.openxmlformats.org/drawingml/2006/main"/>
          <a:ln xmlns:a="http://schemas.openxmlformats.org/drawingml/2006/main" w="6668">
            <a:solidFill>
              <a:srgbClr val="000000"/>
            </a:solidFill>
            <a:prstDash val="solid"/>
          </a:ln>
        </p:spPr>
      </p:sp>
      <p:sp>
        <p:nvSpPr>
          <p:cNvPr id="16" name="text_015">
            <a:extLst xmlns:a="http://schemas.openxmlformats.org/drawingml/2006/main">
              <a:ext uri="{FF2B5EF4-FFF2-40B4-BE49-F238E27FC236}">
                <a16:creationId xmlns:a16="http://schemas.microsoft.com/office/drawing/2014/main" id="{5C3E4078-B941-4017-8C08-2093AA4DEF25}"/>
              </a:ext>
            </a:extLst>
          </p:cNvPr>
          <p:cNvSpPr>
            <a:spLocks xmlns:a="http://schemas.openxmlformats.org/drawingml/2006/main" noGrp="1"/>
          </p:cNvSpPr>
          <p:nvPr/>
        </p:nvSpPr>
        <p:spPr>
          <a:xfrm xmlns:a="http://schemas.openxmlformats.org/drawingml/2006/main" rot="0">
            <a:off x="514350" y="8010525"/>
            <a:ext cx="2905125" cy="22860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275" b="0">
                <a:solidFill>
                  <a:srgbClr val="000000"/>
                </a:solidFill>
                <a:latin typeface="Arial"/>
                <a:ea typeface="Arial"/>
                <a:cs typeface="Arial"/>
              </a:defRPr>
            </a:defPPr>
            <a:lvl1pPr algn="ctr">
              <a:defRPr sz="1275" b="0">
                <a:solidFill>
                  <a:srgbClr val="000000"/>
                </a:solidFill>
                <a:latin typeface="Arial"/>
                <a:ea typeface="Arial"/>
                <a:cs typeface="Arial"/>
              </a:defRPr>
            </a:lvl1pPr>
            <a:lvl2pPr algn="ctr">
              <a:defRPr sz="1275" b="0">
                <a:solidFill>
                  <a:srgbClr val="000000"/>
                </a:solidFill>
                <a:latin typeface="Arial"/>
                <a:ea typeface="Arial"/>
                <a:cs typeface="Arial"/>
              </a:defRPr>
            </a:lvl2pPr>
            <a:lvl3pPr algn="ctr">
              <a:defRPr sz="1275" b="0">
                <a:solidFill>
                  <a:srgbClr val="000000"/>
                </a:solidFill>
                <a:latin typeface="Arial"/>
                <a:ea typeface="Arial"/>
                <a:cs typeface="Arial"/>
              </a:defRPr>
            </a:lvl3pPr>
            <a:lvl4pPr algn="ctr">
              <a:defRPr sz="1275" b="0">
                <a:solidFill>
                  <a:srgbClr val="000000"/>
                </a:solidFill>
                <a:latin typeface="Arial"/>
                <a:ea typeface="Arial"/>
                <a:cs typeface="Arial"/>
              </a:defRPr>
            </a:lvl4pPr>
            <a:lvl5pPr algn="ctr">
              <a:defRPr sz="1275" b="0">
                <a:solidFill>
                  <a:srgbClr val="000000"/>
                </a:solidFill>
                <a:latin typeface="Arial"/>
                <a:ea typeface="Arial"/>
                <a:cs typeface="Arial"/>
              </a:defRPr>
            </a:lvl5pPr>
            <a:lvl6pPr algn="ctr">
              <a:defRPr sz="1275" b="0">
                <a:solidFill>
                  <a:srgbClr val="000000"/>
                </a:solidFill>
                <a:latin typeface="Arial"/>
                <a:ea typeface="Arial"/>
                <a:cs typeface="Arial"/>
              </a:defRPr>
            </a:lvl6pPr>
            <a:lvl7pPr algn="ctr">
              <a:defRPr sz="1275" b="0">
                <a:solidFill>
                  <a:srgbClr val="000000"/>
                </a:solidFill>
                <a:latin typeface="Arial"/>
                <a:ea typeface="Arial"/>
                <a:cs typeface="Arial"/>
              </a:defRPr>
            </a:lvl7pPr>
            <a:lvl8pPr algn="ctr">
              <a:defRPr sz="1275" b="0">
                <a:solidFill>
                  <a:srgbClr val="000000"/>
                </a:solidFill>
                <a:latin typeface="Arial"/>
                <a:ea typeface="Arial"/>
                <a:cs typeface="Arial"/>
              </a:defRPr>
            </a:lvl8pPr>
            <a:lvl9pPr algn="ctr">
              <a:defRPr sz="1275" b="0">
                <a:solidFill>
                  <a:srgbClr val="000000"/>
                </a:solidFill>
                <a:latin typeface="Arial"/>
                <a:ea typeface="Arial"/>
                <a:cs typeface="Arial"/>
              </a:defRPr>
            </a:lvl9pPr>
          </a:lstStyle>
          <a:p xmlns:a="http://schemas.openxmlformats.org/drawingml/2006/main">
            <a:pPr algn="ctr">
              <a:defRPr sz="1275" b="0">
                <a:solidFill>
                  <a:srgbClr val="000000"/>
                </a:solidFill>
                <a:latin typeface="Arial"/>
                <a:ea typeface="Arial"/>
                <a:cs typeface="Arial"/>
              </a:defRPr>
            </a:pPr>
            <a:r>
              <a:rPr sz="1275" b="0">
                <a:solidFill>
                  <a:srgbClr val="000000"/>
                </a:solidFill>
                <a:latin typeface="Arial"/>
                <a:ea typeface="Arial"/>
                <a:cs typeface="Arial"/>
              </a:rPr>
              <a:t>x (source physical coordinate)</a:t>
            </a:r>
          </a:p>
        </p:txBody>
      </p:sp>
      <p:sp>
        <p:nvSpPr>
          <p:cNvPr id="17" name="source_extremum_3">
            <a:extLst xmlns:a="http://schemas.openxmlformats.org/drawingml/2006/main">
              <a:ext uri="{FF2B5EF4-FFF2-40B4-BE49-F238E27FC236}">
                <a16:creationId xmlns:a16="http://schemas.microsoft.com/office/drawing/2014/main" id="{CF2BE7D1-B088-43B3-A25C-C7FF99758AF5}"/>
              </a:ext>
            </a:extLst>
          </p:cNvPr>
          <p:cNvSpPr>
            <a:spLocks xmlns:a="http://schemas.openxmlformats.org/drawingml/2006/main" noGrp="1"/>
          </p:cNvSpPr>
          <p:nvPr/>
        </p:nvSpPr>
        <p:spPr>
          <a:xfrm xmlns:a="http://schemas.openxmlformats.org/drawingml/2006/main" rot="0">
            <a:off x="1035168" y="7649487"/>
            <a:ext cx="85725" cy="85725"/>
          </a:xfrm>
          <a:prstGeom xmlns:a="http://schemas.openxmlformats.org/drawingml/2006/main" prst="ellipse">
            <a:avLst/>
          </a:prstGeom>
          <a:solidFill xmlns:a="http://schemas.openxmlformats.org/drawingml/2006/main">
            <a:srgbClr val="FFFFFF"/>
          </a:solidFill>
          <a:ln xmlns:a="http://schemas.openxmlformats.org/drawingml/2006/main" w="17145">
            <a:solidFill>
              <a:srgbClr val="0072B2"/>
            </a:solidFill>
            <a:prstDash val="solid"/>
          </a:ln>
        </p:spPr>
      </p:sp>
      <p:sp>
        <p:nvSpPr>
          <p:cNvPr id="18" name="text_017">
            <a:extLst xmlns:a="http://schemas.openxmlformats.org/drawingml/2006/main">
              <a:ext uri="{FF2B5EF4-FFF2-40B4-BE49-F238E27FC236}">
                <a16:creationId xmlns:a16="http://schemas.microsoft.com/office/drawing/2014/main" id="{7EA01AE8-1DD0-412F-9C63-E6E6DE6382BB}"/>
              </a:ext>
            </a:extLst>
          </p:cNvPr>
          <p:cNvSpPr>
            <a:spLocks xmlns:a="http://schemas.openxmlformats.org/drawingml/2006/main" noGrp="1"/>
          </p:cNvSpPr>
          <p:nvPr/>
        </p:nvSpPr>
        <p:spPr>
          <a:xfrm xmlns:a="http://schemas.openxmlformats.org/drawingml/2006/main" rot="0">
            <a:off x="1144706" y="7530424"/>
            <a:ext cx="228600" cy="200025"/>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275" b="1">
                <a:solidFill>
                  <a:srgbClr val="000000"/>
                </a:solidFill>
                <a:latin typeface="Arial"/>
                <a:ea typeface="Arial"/>
                <a:cs typeface="Arial"/>
              </a:defRPr>
            </a:defPPr>
            <a:lvl1pPr algn="l">
              <a:defRPr sz="1275" b="1">
                <a:solidFill>
                  <a:srgbClr val="000000"/>
                </a:solidFill>
                <a:latin typeface="Arial"/>
                <a:ea typeface="Arial"/>
                <a:cs typeface="Arial"/>
              </a:defRPr>
            </a:lvl1pPr>
            <a:lvl2pPr algn="l">
              <a:defRPr sz="1275" b="1">
                <a:solidFill>
                  <a:srgbClr val="000000"/>
                </a:solidFill>
                <a:latin typeface="Arial"/>
                <a:ea typeface="Arial"/>
                <a:cs typeface="Arial"/>
              </a:defRPr>
            </a:lvl2pPr>
            <a:lvl3pPr algn="l">
              <a:defRPr sz="1275" b="1">
                <a:solidFill>
                  <a:srgbClr val="000000"/>
                </a:solidFill>
                <a:latin typeface="Arial"/>
                <a:ea typeface="Arial"/>
                <a:cs typeface="Arial"/>
              </a:defRPr>
            </a:lvl3pPr>
            <a:lvl4pPr algn="l">
              <a:defRPr sz="1275" b="1">
                <a:solidFill>
                  <a:srgbClr val="000000"/>
                </a:solidFill>
                <a:latin typeface="Arial"/>
                <a:ea typeface="Arial"/>
                <a:cs typeface="Arial"/>
              </a:defRPr>
            </a:lvl4pPr>
            <a:lvl5pPr algn="l">
              <a:defRPr sz="1275" b="1">
                <a:solidFill>
                  <a:srgbClr val="000000"/>
                </a:solidFill>
                <a:latin typeface="Arial"/>
                <a:ea typeface="Arial"/>
                <a:cs typeface="Arial"/>
              </a:defRPr>
            </a:lvl5pPr>
            <a:lvl6pPr algn="l">
              <a:defRPr sz="1275" b="1">
                <a:solidFill>
                  <a:srgbClr val="000000"/>
                </a:solidFill>
                <a:latin typeface="Arial"/>
                <a:ea typeface="Arial"/>
                <a:cs typeface="Arial"/>
              </a:defRPr>
            </a:lvl6pPr>
            <a:lvl7pPr algn="l">
              <a:defRPr sz="1275" b="1">
                <a:solidFill>
                  <a:srgbClr val="000000"/>
                </a:solidFill>
                <a:latin typeface="Arial"/>
                <a:ea typeface="Arial"/>
                <a:cs typeface="Arial"/>
              </a:defRPr>
            </a:lvl7pPr>
            <a:lvl8pPr algn="l">
              <a:defRPr sz="1275" b="1">
                <a:solidFill>
                  <a:srgbClr val="000000"/>
                </a:solidFill>
                <a:latin typeface="Arial"/>
                <a:ea typeface="Arial"/>
                <a:cs typeface="Arial"/>
              </a:defRPr>
            </a:lvl8pPr>
            <a:lvl9pPr algn="l">
              <a:defRPr sz="1275" b="1">
                <a:solidFill>
                  <a:srgbClr val="000000"/>
                </a:solidFill>
                <a:latin typeface="Arial"/>
                <a:ea typeface="Arial"/>
                <a:cs typeface="Arial"/>
              </a:defRPr>
            </a:lvl9pPr>
          </a:lstStyle>
          <a:p xmlns:a="http://schemas.openxmlformats.org/drawingml/2006/main">
            <a:pPr algn="l">
              <a:defRPr sz="1275" b="1">
                <a:solidFill>
                  <a:srgbClr val="000000"/>
                </a:solidFill>
                <a:latin typeface="Arial"/>
                <a:ea typeface="Arial"/>
                <a:cs typeface="Arial"/>
              </a:defRPr>
            </a:pPr>
            <a:r>
              <a:rPr sz="1275" b="1">
                <a:solidFill>
                  <a:srgbClr val="000000"/>
                </a:solidFill>
                <a:latin typeface="Arial"/>
                <a:ea typeface="Arial"/>
                <a:cs typeface="Arial"/>
              </a:rPr>
              <a:t>A</a:t>
            </a:r>
          </a:p>
        </p:txBody>
      </p:sp>
      <p:sp>
        <p:nvSpPr>
          <p:cNvPr id="19" name="source_extremum_17">
            <a:extLst xmlns:a="http://schemas.openxmlformats.org/drawingml/2006/main">
              <a:ext uri="{FF2B5EF4-FFF2-40B4-BE49-F238E27FC236}">
                <a16:creationId xmlns:a16="http://schemas.microsoft.com/office/drawing/2014/main" id="{59A815E8-6AA7-45FB-B933-65CB6E6171A1}"/>
              </a:ext>
            </a:extLst>
          </p:cNvPr>
          <p:cNvSpPr>
            <a:spLocks xmlns:a="http://schemas.openxmlformats.org/drawingml/2006/main" noGrp="1"/>
          </p:cNvSpPr>
          <p:nvPr/>
        </p:nvSpPr>
        <p:spPr>
          <a:xfrm xmlns:a="http://schemas.openxmlformats.org/drawingml/2006/main" rot="0">
            <a:off x="3354932" y="6936125"/>
            <a:ext cx="85725" cy="85725"/>
          </a:xfrm>
          <a:prstGeom xmlns:a="http://schemas.openxmlformats.org/drawingml/2006/main" prst="ellipse">
            <a:avLst/>
          </a:prstGeom>
          <a:solidFill xmlns:a="http://schemas.openxmlformats.org/drawingml/2006/main">
            <a:srgbClr val="FFFFFF"/>
          </a:solidFill>
          <a:ln xmlns:a="http://schemas.openxmlformats.org/drawingml/2006/main" w="17145">
            <a:solidFill>
              <a:srgbClr val="D55E00"/>
            </a:solidFill>
            <a:prstDash val="solid"/>
          </a:ln>
        </p:spPr>
      </p:sp>
      <p:sp>
        <p:nvSpPr>
          <p:cNvPr id="20" name="text_019">
            <a:extLst xmlns:a="http://schemas.openxmlformats.org/drawingml/2006/main">
              <a:ext uri="{FF2B5EF4-FFF2-40B4-BE49-F238E27FC236}">
                <a16:creationId xmlns:a16="http://schemas.microsoft.com/office/drawing/2014/main" id="{E6DDF0E8-9644-4E87-B14F-C42735AC28E0}"/>
              </a:ext>
            </a:extLst>
          </p:cNvPr>
          <p:cNvSpPr>
            <a:spLocks xmlns:a="http://schemas.openxmlformats.org/drawingml/2006/main" noGrp="1"/>
          </p:cNvSpPr>
          <p:nvPr/>
        </p:nvSpPr>
        <p:spPr>
          <a:xfrm xmlns:a="http://schemas.openxmlformats.org/drawingml/2006/main" rot="0">
            <a:off x="3464470" y="6817063"/>
            <a:ext cx="228600" cy="200025"/>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275" b="1">
                <a:solidFill>
                  <a:srgbClr val="000000"/>
                </a:solidFill>
                <a:latin typeface="Arial"/>
                <a:ea typeface="Arial"/>
                <a:cs typeface="Arial"/>
              </a:defRPr>
            </a:defPPr>
            <a:lvl1pPr algn="l">
              <a:defRPr sz="1275" b="1">
                <a:solidFill>
                  <a:srgbClr val="000000"/>
                </a:solidFill>
                <a:latin typeface="Arial"/>
                <a:ea typeface="Arial"/>
                <a:cs typeface="Arial"/>
              </a:defRPr>
            </a:lvl1pPr>
            <a:lvl2pPr algn="l">
              <a:defRPr sz="1275" b="1">
                <a:solidFill>
                  <a:srgbClr val="000000"/>
                </a:solidFill>
                <a:latin typeface="Arial"/>
                <a:ea typeface="Arial"/>
                <a:cs typeface="Arial"/>
              </a:defRPr>
            </a:lvl2pPr>
            <a:lvl3pPr algn="l">
              <a:defRPr sz="1275" b="1">
                <a:solidFill>
                  <a:srgbClr val="000000"/>
                </a:solidFill>
                <a:latin typeface="Arial"/>
                <a:ea typeface="Arial"/>
                <a:cs typeface="Arial"/>
              </a:defRPr>
            </a:lvl3pPr>
            <a:lvl4pPr algn="l">
              <a:defRPr sz="1275" b="1">
                <a:solidFill>
                  <a:srgbClr val="000000"/>
                </a:solidFill>
                <a:latin typeface="Arial"/>
                <a:ea typeface="Arial"/>
                <a:cs typeface="Arial"/>
              </a:defRPr>
            </a:lvl4pPr>
            <a:lvl5pPr algn="l">
              <a:defRPr sz="1275" b="1">
                <a:solidFill>
                  <a:srgbClr val="000000"/>
                </a:solidFill>
                <a:latin typeface="Arial"/>
                <a:ea typeface="Arial"/>
                <a:cs typeface="Arial"/>
              </a:defRPr>
            </a:lvl5pPr>
            <a:lvl6pPr algn="l">
              <a:defRPr sz="1275" b="1">
                <a:solidFill>
                  <a:srgbClr val="000000"/>
                </a:solidFill>
                <a:latin typeface="Arial"/>
                <a:ea typeface="Arial"/>
                <a:cs typeface="Arial"/>
              </a:defRPr>
            </a:lvl6pPr>
            <a:lvl7pPr algn="l">
              <a:defRPr sz="1275" b="1">
                <a:solidFill>
                  <a:srgbClr val="000000"/>
                </a:solidFill>
                <a:latin typeface="Arial"/>
                <a:ea typeface="Arial"/>
                <a:cs typeface="Arial"/>
              </a:defRPr>
            </a:lvl7pPr>
            <a:lvl8pPr algn="l">
              <a:defRPr sz="1275" b="1">
                <a:solidFill>
                  <a:srgbClr val="000000"/>
                </a:solidFill>
                <a:latin typeface="Arial"/>
                <a:ea typeface="Arial"/>
                <a:cs typeface="Arial"/>
              </a:defRPr>
            </a:lvl8pPr>
            <a:lvl9pPr algn="l">
              <a:defRPr sz="1275" b="1">
                <a:solidFill>
                  <a:srgbClr val="000000"/>
                </a:solidFill>
                <a:latin typeface="Arial"/>
                <a:ea typeface="Arial"/>
                <a:cs typeface="Arial"/>
              </a:defRPr>
            </a:lvl9pPr>
          </a:lstStyle>
          <a:p xmlns:a="http://schemas.openxmlformats.org/drawingml/2006/main">
            <a:pPr algn="l">
              <a:defRPr sz="1275" b="1">
                <a:solidFill>
                  <a:srgbClr val="000000"/>
                </a:solidFill>
                <a:latin typeface="Arial"/>
                <a:ea typeface="Arial"/>
                <a:cs typeface="Arial"/>
              </a:defRPr>
            </a:pPr>
            <a:r>
              <a:rPr sz="1275" b="1">
                <a:solidFill>
                  <a:srgbClr val="000000"/>
                </a:solidFill>
                <a:latin typeface="Arial"/>
                <a:ea typeface="Arial"/>
                <a:cs typeface="Arial"/>
              </a:rPr>
              <a:t>B</a:t>
            </a:r>
          </a:p>
        </p:txBody>
      </p:sp>
      <p:sp>
        <p:nvSpPr>
          <p:cNvPr id="21" name="source_extremum_14">
            <a:extLst xmlns:a="http://schemas.openxmlformats.org/drawingml/2006/main">
              <a:ext uri="{FF2B5EF4-FFF2-40B4-BE49-F238E27FC236}">
                <a16:creationId xmlns:a16="http://schemas.microsoft.com/office/drawing/2014/main" id="{763895A0-C657-4BAB-8270-116467670BA8}"/>
              </a:ext>
            </a:extLst>
          </p:cNvPr>
          <p:cNvSpPr>
            <a:spLocks xmlns:a="http://schemas.openxmlformats.org/drawingml/2006/main" noGrp="1"/>
          </p:cNvSpPr>
          <p:nvPr/>
        </p:nvSpPr>
        <p:spPr>
          <a:xfrm xmlns:a="http://schemas.openxmlformats.org/drawingml/2006/main" rot="0">
            <a:off x="2834612" y="7195530"/>
            <a:ext cx="85725" cy="85725"/>
          </a:xfrm>
          <a:prstGeom xmlns:a="http://schemas.openxmlformats.org/drawingml/2006/main" prst="ellipse">
            <a:avLst/>
          </a:prstGeom>
          <a:solidFill xmlns:a="http://schemas.openxmlformats.org/drawingml/2006/main">
            <a:srgbClr val="FFFFFF"/>
          </a:solidFill>
          <a:ln xmlns:a="http://schemas.openxmlformats.org/drawingml/2006/main" w="17145">
            <a:solidFill>
              <a:srgbClr val="009E73"/>
            </a:solidFill>
            <a:prstDash val="solid"/>
          </a:ln>
        </p:spPr>
      </p:sp>
      <p:sp>
        <p:nvSpPr>
          <p:cNvPr id="22" name="text_021">
            <a:extLst xmlns:a="http://schemas.openxmlformats.org/drawingml/2006/main">
              <a:ext uri="{FF2B5EF4-FFF2-40B4-BE49-F238E27FC236}">
                <a16:creationId xmlns:a16="http://schemas.microsoft.com/office/drawing/2014/main" id="{AC99C9CD-B4CC-45EA-9B8D-03E69BA71D8C}"/>
              </a:ext>
            </a:extLst>
          </p:cNvPr>
          <p:cNvSpPr>
            <a:spLocks xmlns:a="http://schemas.openxmlformats.org/drawingml/2006/main" noGrp="1"/>
          </p:cNvSpPr>
          <p:nvPr/>
        </p:nvSpPr>
        <p:spPr>
          <a:xfrm xmlns:a="http://schemas.openxmlformats.org/drawingml/2006/main" rot="0">
            <a:off x="2944149" y="7076467"/>
            <a:ext cx="228600" cy="200025"/>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275" b="1">
                <a:solidFill>
                  <a:srgbClr val="000000"/>
                </a:solidFill>
                <a:latin typeface="Arial"/>
                <a:ea typeface="Arial"/>
                <a:cs typeface="Arial"/>
              </a:defRPr>
            </a:defPPr>
            <a:lvl1pPr algn="l">
              <a:defRPr sz="1275" b="1">
                <a:solidFill>
                  <a:srgbClr val="000000"/>
                </a:solidFill>
                <a:latin typeface="Arial"/>
                <a:ea typeface="Arial"/>
                <a:cs typeface="Arial"/>
              </a:defRPr>
            </a:lvl1pPr>
            <a:lvl2pPr algn="l">
              <a:defRPr sz="1275" b="1">
                <a:solidFill>
                  <a:srgbClr val="000000"/>
                </a:solidFill>
                <a:latin typeface="Arial"/>
                <a:ea typeface="Arial"/>
                <a:cs typeface="Arial"/>
              </a:defRPr>
            </a:lvl2pPr>
            <a:lvl3pPr algn="l">
              <a:defRPr sz="1275" b="1">
                <a:solidFill>
                  <a:srgbClr val="000000"/>
                </a:solidFill>
                <a:latin typeface="Arial"/>
                <a:ea typeface="Arial"/>
                <a:cs typeface="Arial"/>
              </a:defRPr>
            </a:lvl3pPr>
            <a:lvl4pPr algn="l">
              <a:defRPr sz="1275" b="1">
                <a:solidFill>
                  <a:srgbClr val="000000"/>
                </a:solidFill>
                <a:latin typeface="Arial"/>
                <a:ea typeface="Arial"/>
                <a:cs typeface="Arial"/>
              </a:defRPr>
            </a:lvl4pPr>
            <a:lvl5pPr algn="l">
              <a:defRPr sz="1275" b="1">
                <a:solidFill>
                  <a:srgbClr val="000000"/>
                </a:solidFill>
                <a:latin typeface="Arial"/>
                <a:ea typeface="Arial"/>
                <a:cs typeface="Arial"/>
              </a:defRPr>
            </a:lvl5pPr>
            <a:lvl6pPr algn="l">
              <a:defRPr sz="1275" b="1">
                <a:solidFill>
                  <a:srgbClr val="000000"/>
                </a:solidFill>
                <a:latin typeface="Arial"/>
                <a:ea typeface="Arial"/>
                <a:cs typeface="Arial"/>
              </a:defRPr>
            </a:lvl6pPr>
            <a:lvl7pPr algn="l">
              <a:defRPr sz="1275" b="1">
                <a:solidFill>
                  <a:srgbClr val="000000"/>
                </a:solidFill>
                <a:latin typeface="Arial"/>
                <a:ea typeface="Arial"/>
                <a:cs typeface="Arial"/>
              </a:defRPr>
            </a:lvl7pPr>
            <a:lvl8pPr algn="l">
              <a:defRPr sz="1275" b="1">
                <a:solidFill>
                  <a:srgbClr val="000000"/>
                </a:solidFill>
                <a:latin typeface="Arial"/>
                <a:ea typeface="Arial"/>
                <a:cs typeface="Arial"/>
              </a:defRPr>
            </a:lvl8pPr>
            <a:lvl9pPr algn="l">
              <a:defRPr sz="1275" b="1">
                <a:solidFill>
                  <a:srgbClr val="000000"/>
                </a:solidFill>
                <a:latin typeface="Arial"/>
                <a:ea typeface="Arial"/>
                <a:cs typeface="Arial"/>
              </a:defRPr>
            </a:lvl9pPr>
          </a:lstStyle>
          <a:p xmlns:a="http://schemas.openxmlformats.org/drawingml/2006/main">
            <a:pPr algn="l">
              <a:defRPr sz="1275" b="1">
                <a:solidFill>
                  <a:srgbClr val="000000"/>
                </a:solidFill>
                <a:latin typeface="Arial"/>
                <a:ea typeface="Arial"/>
                <a:cs typeface="Arial"/>
              </a:defRPr>
            </a:pPr>
            <a:r>
              <a:rPr sz="1275" b="1">
                <a:solidFill>
                  <a:srgbClr val="000000"/>
                </a:solidFill>
                <a:latin typeface="Arial"/>
                <a:ea typeface="Arial"/>
                <a:cs typeface="Arial"/>
              </a:rPr>
              <a:t>C</a:t>
            </a:r>
          </a:p>
        </p:txBody>
      </p:sp>
      <p:sp>
        <p:nvSpPr>
          <p:cNvPr id="23" name="text_022">
            <a:extLst xmlns:a="http://schemas.openxmlformats.org/drawingml/2006/main">
              <a:ext uri="{FF2B5EF4-FFF2-40B4-BE49-F238E27FC236}">
                <a16:creationId xmlns:a16="http://schemas.microsoft.com/office/drawing/2014/main" id="{858D319D-1A44-4068-81F5-6C426749FAA1}"/>
              </a:ext>
            </a:extLst>
          </p:cNvPr>
          <p:cNvSpPr>
            <a:spLocks xmlns:a="http://schemas.openxmlformats.org/drawingml/2006/main" noGrp="1"/>
          </p:cNvSpPr>
          <p:nvPr/>
        </p:nvSpPr>
        <p:spPr>
          <a:xfrm xmlns:a="http://schemas.openxmlformats.org/drawingml/2006/main" rot="0">
            <a:off x="171450" y="8267700"/>
            <a:ext cx="3667125"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125" b="0">
                <a:solidFill>
                  <a:srgbClr val="000000"/>
                </a:solidFill>
                <a:latin typeface="Arial"/>
                <a:ea typeface="Arial"/>
                <a:cs typeface="Arial"/>
              </a:defRPr>
            </a:defPPr>
            <a:lvl1pPr algn="l">
              <a:defRPr sz="1125" b="0">
                <a:solidFill>
                  <a:srgbClr val="000000"/>
                </a:solidFill>
                <a:latin typeface="Arial"/>
                <a:ea typeface="Arial"/>
                <a:cs typeface="Arial"/>
              </a:defRPr>
            </a:lvl1pPr>
            <a:lvl2pPr algn="l">
              <a:defRPr sz="1125" b="0">
                <a:solidFill>
                  <a:srgbClr val="000000"/>
                </a:solidFill>
                <a:latin typeface="Arial"/>
                <a:ea typeface="Arial"/>
                <a:cs typeface="Arial"/>
              </a:defRPr>
            </a:lvl2pPr>
            <a:lvl3pPr algn="l">
              <a:defRPr sz="1125" b="0">
                <a:solidFill>
                  <a:srgbClr val="000000"/>
                </a:solidFill>
                <a:latin typeface="Arial"/>
                <a:ea typeface="Arial"/>
                <a:cs typeface="Arial"/>
              </a:defRPr>
            </a:lvl3pPr>
            <a:lvl4pPr algn="l">
              <a:defRPr sz="1125" b="0">
                <a:solidFill>
                  <a:srgbClr val="000000"/>
                </a:solidFill>
                <a:latin typeface="Arial"/>
                <a:ea typeface="Arial"/>
                <a:cs typeface="Arial"/>
              </a:defRPr>
            </a:lvl4pPr>
            <a:lvl5pPr algn="l">
              <a:defRPr sz="1125" b="0">
                <a:solidFill>
                  <a:srgbClr val="000000"/>
                </a:solidFill>
                <a:latin typeface="Arial"/>
                <a:ea typeface="Arial"/>
                <a:cs typeface="Arial"/>
              </a:defRPr>
            </a:lvl5pPr>
            <a:lvl6pPr algn="l">
              <a:defRPr sz="1125" b="0">
                <a:solidFill>
                  <a:srgbClr val="000000"/>
                </a:solidFill>
                <a:latin typeface="Arial"/>
                <a:ea typeface="Arial"/>
                <a:cs typeface="Arial"/>
              </a:defRPr>
            </a:lvl6pPr>
            <a:lvl7pPr algn="l">
              <a:defRPr sz="1125" b="0">
                <a:solidFill>
                  <a:srgbClr val="000000"/>
                </a:solidFill>
                <a:latin typeface="Arial"/>
                <a:ea typeface="Arial"/>
                <a:cs typeface="Arial"/>
              </a:defRPr>
            </a:lvl7pPr>
            <a:lvl8pPr algn="l">
              <a:defRPr sz="1125" b="0">
                <a:solidFill>
                  <a:srgbClr val="000000"/>
                </a:solidFill>
                <a:latin typeface="Arial"/>
                <a:ea typeface="Arial"/>
                <a:cs typeface="Arial"/>
              </a:defRPr>
            </a:lvl8pPr>
            <a:lvl9pPr algn="l">
              <a:defRPr sz="1125" b="0">
                <a:solidFill>
                  <a:srgbClr val="000000"/>
                </a:solidFill>
                <a:latin typeface="Arial"/>
                <a:ea typeface="Arial"/>
                <a:cs typeface="Arial"/>
              </a:defRPr>
            </a:lvl9pPr>
          </a:lstStyle>
          <a:p xmlns:a="http://schemas.openxmlformats.org/drawingml/2006/main">
            <a:pPr algn="l">
              <a:defRPr sz="1125" b="0">
                <a:solidFill>
                  <a:srgbClr val="000000"/>
                </a:solidFill>
                <a:latin typeface="Arial"/>
                <a:ea typeface="Arial"/>
                <a:cs typeface="Arial"/>
              </a:defRPr>
            </a:pPr>
            <a:r>
              <a:rPr sz="1125" b="0">
                <a:solidFill>
                  <a:srgbClr val="000000"/>
                </a:solidFill>
                <a:latin typeface="Arial"/>
                <a:ea typeface="Arial"/>
                <a:cs typeface="Arial"/>
              </a:rPr>
              <a:t>Q maximum over y; markers show extrema (x,z)</a:t>
            </a:r>
          </a:p>
        </p:txBody>
      </p:sp>
      <p:sp>
        <p:nvSpPr>
          <p:cNvPr id="24" name="text_023">
            <a:extLst xmlns:a="http://schemas.openxmlformats.org/drawingml/2006/main">
              <a:ext uri="{FF2B5EF4-FFF2-40B4-BE49-F238E27FC236}">
                <a16:creationId xmlns:a16="http://schemas.microsoft.com/office/drawing/2014/main" id="{FF2F014E-C1E1-4DE6-B413-CF341B500D0B}"/>
              </a:ext>
            </a:extLst>
          </p:cNvPr>
          <p:cNvSpPr>
            <a:spLocks xmlns:a="http://schemas.openxmlformats.org/drawingml/2006/main" noGrp="1"/>
          </p:cNvSpPr>
          <p:nvPr/>
        </p:nvSpPr>
        <p:spPr>
          <a:xfrm xmlns:a="http://schemas.openxmlformats.org/drawingml/2006/main" rot="0">
            <a:off x="4010025" y="5715000"/>
            <a:ext cx="3790950" cy="26670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650" b="1">
                <a:solidFill>
                  <a:srgbClr val="000000"/>
                </a:solidFill>
                <a:latin typeface="Arial"/>
                <a:ea typeface="Arial"/>
                <a:cs typeface="Arial"/>
              </a:defRPr>
            </a:defPPr>
            <a:lvl1pPr algn="l">
              <a:defRPr sz="1650" b="1">
                <a:solidFill>
                  <a:srgbClr val="000000"/>
                </a:solidFill>
                <a:latin typeface="Arial"/>
                <a:ea typeface="Arial"/>
                <a:cs typeface="Arial"/>
              </a:defRPr>
            </a:lvl1pPr>
            <a:lvl2pPr algn="l">
              <a:defRPr sz="1650" b="1">
                <a:solidFill>
                  <a:srgbClr val="000000"/>
                </a:solidFill>
                <a:latin typeface="Arial"/>
                <a:ea typeface="Arial"/>
                <a:cs typeface="Arial"/>
              </a:defRPr>
            </a:lvl2pPr>
            <a:lvl3pPr algn="l">
              <a:defRPr sz="1650" b="1">
                <a:solidFill>
                  <a:srgbClr val="000000"/>
                </a:solidFill>
                <a:latin typeface="Arial"/>
                <a:ea typeface="Arial"/>
                <a:cs typeface="Arial"/>
              </a:defRPr>
            </a:lvl3pPr>
            <a:lvl4pPr algn="l">
              <a:defRPr sz="1650" b="1">
                <a:solidFill>
                  <a:srgbClr val="000000"/>
                </a:solidFill>
                <a:latin typeface="Arial"/>
                <a:ea typeface="Arial"/>
                <a:cs typeface="Arial"/>
              </a:defRPr>
            </a:lvl4pPr>
            <a:lvl5pPr algn="l">
              <a:defRPr sz="1650" b="1">
                <a:solidFill>
                  <a:srgbClr val="000000"/>
                </a:solidFill>
                <a:latin typeface="Arial"/>
                <a:ea typeface="Arial"/>
                <a:cs typeface="Arial"/>
              </a:defRPr>
            </a:lvl5pPr>
            <a:lvl6pPr algn="l">
              <a:defRPr sz="1650" b="1">
                <a:solidFill>
                  <a:srgbClr val="000000"/>
                </a:solidFill>
                <a:latin typeface="Arial"/>
                <a:ea typeface="Arial"/>
                <a:cs typeface="Arial"/>
              </a:defRPr>
            </a:lvl6pPr>
            <a:lvl7pPr algn="l">
              <a:defRPr sz="1650" b="1">
                <a:solidFill>
                  <a:srgbClr val="000000"/>
                </a:solidFill>
                <a:latin typeface="Arial"/>
                <a:ea typeface="Arial"/>
                <a:cs typeface="Arial"/>
              </a:defRPr>
            </a:lvl7pPr>
            <a:lvl8pPr algn="l">
              <a:defRPr sz="1650" b="1">
                <a:solidFill>
                  <a:srgbClr val="000000"/>
                </a:solidFill>
                <a:latin typeface="Arial"/>
                <a:ea typeface="Arial"/>
                <a:cs typeface="Arial"/>
              </a:defRPr>
            </a:lvl8pPr>
            <a:lvl9pPr algn="l">
              <a:defRPr sz="1650" b="1">
                <a:solidFill>
                  <a:srgbClr val="000000"/>
                </a:solidFill>
                <a:latin typeface="Arial"/>
                <a:ea typeface="Arial"/>
                <a:cs typeface="Arial"/>
              </a:defRPr>
            </a:lvl9pPr>
          </a:lstStyle>
          <a:p xmlns:a="http://schemas.openxmlformats.org/drawingml/2006/main">
            <a:pPr algn="l">
              <a:defRPr sz="1650" b="1">
                <a:solidFill>
                  <a:srgbClr val="000000"/>
                </a:solidFill>
                <a:latin typeface="Arial"/>
                <a:ea typeface="Arial"/>
                <a:cs typeface="Arial"/>
              </a:defRPr>
            </a:pPr>
            <a:r>
              <a:rPr sz="1650" b="1">
                <a:solidFill>
                  <a:srgbClr val="000000"/>
                </a:solidFill>
                <a:latin typeface="Arial"/>
                <a:ea typeface="Arial"/>
                <a:cs typeface="Arial"/>
              </a:rPr>
              <a:t>(e) Reference and saved anchors</a:t>
            </a:r>
          </a:p>
        </p:txBody>
      </p:sp>
      <p:sp>
        <p:nvSpPr>
          <p:cNvPr id="25" name="text_024">
            <a:extLst xmlns:a="http://schemas.openxmlformats.org/drawingml/2006/main">
              <a:ext uri="{FF2B5EF4-FFF2-40B4-BE49-F238E27FC236}">
                <a16:creationId xmlns:a16="http://schemas.microsoft.com/office/drawing/2014/main" id="{D5894EE8-7060-4230-9E0E-86341937FEE7}"/>
              </a:ext>
            </a:extLst>
          </p:cNvPr>
          <p:cNvSpPr>
            <a:spLocks xmlns:a="http://schemas.openxmlformats.org/drawingml/2006/main" noGrp="1"/>
          </p:cNvSpPr>
          <p:nvPr/>
        </p:nvSpPr>
        <p:spPr>
          <a:xfrm xmlns:a="http://schemas.openxmlformats.org/drawingml/2006/main" rot="0">
            <a:off x="3990975" y="6200775"/>
            <a:ext cx="466725"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275" b="1">
                <a:solidFill>
                  <a:srgbClr val="000000"/>
                </a:solidFill>
                <a:latin typeface="Arial"/>
                <a:ea typeface="Arial"/>
                <a:cs typeface="Arial"/>
              </a:defRPr>
            </a:defPPr>
            <a:lvl1pPr algn="l">
              <a:defRPr sz="1275" b="1">
                <a:solidFill>
                  <a:srgbClr val="000000"/>
                </a:solidFill>
                <a:latin typeface="Arial"/>
                <a:ea typeface="Arial"/>
                <a:cs typeface="Arial"/>
              </a:defRPr>
            </a:lvl1pPr>
            <a:lvl2pPr algn="l">
              <a:defRPr sz="1275" b="1">
                <a:solidFill>
                  <a:srgbClr val="000000"/>
                </a:solidFill>
                <a:latin typeface="Arial"/>
                <a:ea typeface="Arial"/>
                <a:cs typeface="Arial"/>
              </a:defRPr>
            </a:lvl2pPr>
            <a:lvl3pPr algn="l">
              <a:defRPr sz="1275" b="1">
                <a:solidFill>
                  <a:srgbClr val="000000"/>
                </a:solidFill>
                <a:latin typeface="Arial"/>
                <a:ea typeface="Arial"/>
                <a:cs typeface="Arial"/>
              </a:defRPr>
            </a:lvl3pPr>
            <a:lvl4pPr algn="l">
              <a:defRPr sz="1275" b="1">
                <a:solidFill>
                  <a:srgbClr val="000000"/>
                </a:solidFill>
                <a:latin typeface="Arial"/>
                <a:ea typeface="Arial"/>
                <a:cs typeface="Arial"/>
              </a:defRPr>
            </a:lvl4pPr>
            <a:lvl5pPr algn="l">
              <a:defRPr sz="1275" b="1">
                <a:solidFill>
                  <a:srgbClr val="000000"/>
                </a:solidFill>
                <a:latin typeface="Arial"/>
                <a:ea typeface="Arial"/>
                <a:cs typeface="Arial"/>
              </a:defRPr>
            </a:lvl5pPr>
            <a:lvl6pPr algn="l">
              <a:defRPr sz="1275" b="1">
                <a:solidFill>
                  <a:srgbClr val="000000"/>
                </a:solidFill>
                <a:latin typeface="Arial"/>
                <a:ea typeface="Arial"/>
                <a:cs typeface="Arial"/>
              </a:defRPr>
            </a:lvl6pPr>
            <a:lvl7pPr algn="l">
              <a:defRPr sz="1275" b="1">
                <a:solidFill>
                  <a:srgbClr val="000000"/>
                </a:solidFill>
                <a:latin typeface="Arial"/>
                <a:ea typeface="Arial"/>
                <a:cs typeface="Arial"/>
              </a:defRPr>
            </a:lvl7pPr>
            <a:lvl8pPr algn="l">
              <a:defRPr sz="1275" b="1">
                <a:solidFill>
                  <a:srgbClr val="000000"/>
                </a:solidFill>
                <a:latin typeface="Arial"/>
                <a:ea typeface="Arial"/>
                <a:cs typeface="Arial"/>
              </a:defRPr>
            </a:lvl8pPr>
            <a:lvl9pPr algn="l">
              <a:defRPr sz="1275" b="1">
                <a:solidFill>
                  <a:srgbClr val="000000"/>
                </a:solidFill>
                <a:latin typeface="Arial"/>
                <a:ea typeface="Arial"/>
                <a:cs typeface="Arial"/>
              </a:defRPr>
            </a:lvl9pPr>
          </a:lstStyle>
          <a:p xmlns:a="http://schemas.openxmlformats.org/drawingml/2006/main">
            <a:pPr algn="l">
              <a:defRPr sz="1275" b="1">
                <a:solidFill>
                  <a:srgbClr val="000000"/>
                </a:solidFill>
                <a:latin typeface="Arial"/>
                <a:ea typeface="Arial"/>
                <a:cs typeface="Arial"/>
              </a:defRPr>
            </a:pPr>
            <a:r>
              <a:rPr sz="1275" b="1">
                <a:solidFill>
                  <a:srgbClr val="000000"/>
                </a:solidFill>
                <a:latin typeface="Arial"/>
                <a:ea typeface="Arial"/>
                <a:cs typeface="Arial"/>
              </a:rPr>
              <a:t>q</a:t>
            </a:r>
          </a:p>
        </p:txBody>
      </p:sp>
      <p:sp>
        <p:nvSpPr>
          <p:cNvPr id="26" name="line_025">
            <a:extLst xmlns:a="http://schemas.openxmlformats.org/drawingml/2006/main">
              <a:ext uri="{FF2B5EF4-FFF2-40B4-BE49-F238E27FC236}">
                <a16:creationId xmlns:a16="http://schemas.microsoft.com/office/drawing/2014/main" id="{6DB9A5B1-4CD7-4184-93B2-9F21DD1002C7}"/>
              </a:ext>
            </a:extLst>
          </p:cNvPr>
          <p:cNvSpPr>
            <a:spLocks xmlns:a="http://schemas.openxmlformats.org/drawingml/2006/main" noGrp="1"/>
          </p:cNvSpPr>
          <p:nvPr/>
        </p:nvSpPr>
        <p:spPr>
          <a:xfrm xmlns:a="http://schemas.openxmlformats.org/drawingml/2006/main">
            <a:off x="4524375" y="6305550"/>
            <a:ext cx="2857500" cy="95"/>
          </a:xfrm>
          <a:custGeom xmlns:a="http://schemas.openxmlformats.org/drawingml/2006/main">
            <a:pathLst>
              <a:path w="2857500" h="95">
                <a:moveTo>
                  <a:pt x="0" y="0"/>
                </a:moveTo>
                <a:lnTo>
                  <a:pt x="2857500" y="0"/>
                </a:lnTo>
              </a:path>
            </a:pathLst>
          </a:custGeom>
          <a:noFill xmlns:a="http://schemas.openxmlformats.org/drawingml/2006/main"/>
          <a:ln xmlns:a="http://schemas.openxmlformats.org/drawingml/2006/main" w="6668">
            <a:solidFill>
              <a:srgbClr val="7B8790"/>
            </a:solidFill>
            <a:prstDash val="solid"/>
          </a:ln>
        </p:spPr>
      </p:sp>
      <p:sp>
        <p:nvSpPr>
          <p:cNvPr id="27" name="text_026">
            <a:extLst xmlns:a="http://schemas.openxmlformats.org/drawingml/2006/main">
              <a:ext uri="{FF2B5EF4-FFF2-40B4-BE49-F238E27FC236}">
                <a16:creationId xmlns:a16="http://schemas.microsoft.com/office/drawing/2014/main" id="{77845DC9-F2D3-403C-94B3-EC0D00FF934B}"/>
              </a:ext>
            </a:extLst>
          </p:cNvPr>
          <p:cNvSpPr>
            <a:spLocks xmlns:a="http://schemas.openxmlformats.org/drawingml/2006/main" noGrp="1"/>
          </p:cNvSpPr>
          <p:nvPr/>
        </p:nvSpPr>
        <p:spPr>
          <a:xfrm xmlns:a="http://schemas.openxmlformats.org/drawingml/2006/main" rot="0">
            <a:off x="3990975" y="6638925"/>
            <a:ext cx="466725"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275" b="1">
                <a:solidFill>
                  <a:srgbClr val="000000"/>
                </a:solidFill>
                <a:latin typeface="Arial"/>
                <a:ea typeface="Arial"/>
                <a:cs typeface="Arial"/>
              </a:defRPr>
            </a:defPPr>
            <a:lvl1pPr algn="l">
              <a:defRPr sz="1275" b="1">
                <a:solidFill>
                  <a:srgbClr val="000000"/>
                </a:solidFill>
                <a:latin typeface="Arial"/>
                <a:ea typeface="Arial"/>
                <a:cs typeface="Arial"/>
              </a:defRPr>
            </a:lvl1pPr>
            <a:lvl2pPr algn="l">
              <a:defRPr sz="1275" b="1">
                <a:solidFill>
                  <a:srgbClr val="000000"/>
                </a:solidFill>
                <a:latin typeface="Arial"/>
                <a:ea typeface="Arial"/>
                <a:cs typeface="Arial"/>
              </a:defRPr>
            </a:lvl2pPr>
            <a:lvl3pPr algn="l">
              <a:defRPr sz="1275" b="1">
                <a:solidFill>
                  <a:srgbClr val="000000"/>
                </a:solidFill>
                <a:latin typeface="Arial"/>
                <a:ea typeface="Arial"/>
                <a:cs typeface="Arial"/>
              </a:defRPr>
            </a:lvl3pPr>
            <a:lvl4pPr algn="l">
              <a:defRPr sz="1275" b="1">
                <a:solidFill>
                  <a:srgbClr val="000000"/>
                </a:solidFill>
                <a:latin typeface="Arial"/>
                <a:ea typeface="Arial"/>
                <a:cs typeface="Arial"/>
              </a:defRPr>
            </a:lvl4pPr>
            <a:lvl5pPr algn="l">
              <a:defRPr sz="1275" b="1">
                <a:solidFill>
                  <a:srgbClr val="000000"/>
                </a:solidFill>
                <a:latin typeface="Arial"/>
                <a:ea typeface="Arial"/>
                <a:cs typeface="Arial"/>
              </a:defRPr>
            </a:lvl5pPr>
            <a:lvl6pPr algn="l">
              <a:defRPr sz="1275" b="1">
                <a:solidFill>
                  <a:srgbClr val="000000"/>
                </a:solidFill>
                <a:latin typeface="Arial"/>
                <a:ea typeface="Arial"/>
                <a:cs typeface="Arial"/>
              </a:defRPr>
            </a:lvl6pPr>
            <a:lvl7pPr algn="l">
              <a:defRPr sz="1275" b="1">
                <a:solidFill>
                  <a:srgbClr val="000000"/>
                </a:solidFill>
                <a:latin typeface="Arial"/>
                <a:ea typeface="Arial"/>
                <a:cs typeface="Arial"/>
              </a:defRPr>
            </a:lvl7pPr>
            <a:lvl8pPr algn="l">
              <a:defRPr sz="1275" b="1">
                <a:solidFill>
                  <a:srgbClr val="000000"/>
                </a:solidFill>
                <a:latin typeface="Arial"/>
                <a:ea typeface="Arial"/>
                <a:cs typeface="Arial"/>
              </a:defRPr>
            </a:lvl8pPr>
            <a:lvl9pPr algn="l">
              <a:defRPr sz="1275" b="1">
                <a:solidFill>
                  <a:srgbClr val="000000"/>
                </a:solidFill>
                <a:latin typeface="Arial"/>
                <a:ea typeface="Arial"/>
                <a:cs typeface="Arial"/>
              </a:defRPr>
            </a:lvl9pPr>
          </a:lstStyle>
          <a:p xmlns:a="http://schemas.openxmlformats.org/drawingml/2006/main">
            <a:pPr algn="l">
              <a:defRPr sz="1275" b="1">
                <a:solidFill>
                  <a:srgbClr val="000000"/>
                </a:solidFill>
                <a:latin typeface="Arial"/>
                <a:ea typeface="Arial"/>
                <a:cs typeface="Arial"/>
              </a:defRPr>
            </a:pPr>
            <a:r>
              <a:rPr sz="1275" b="1">
                <a:solidFill>
                  <a:srgbClr val="000000"/>
                </a:solidFill>
                <a:latin typeface="Arial"/>
                <a:ea typeface="Arial"/>
                <a:cs typeface="Arial"/>
              </a:rPr>
              <a:t>P</a:t>
            </a:r>
          </a:p>
        </p:txBody>
      </p:sp>
      <p:sp>
        <p:nvSpPr>
          <p:cNvPr id="28" name="line_027">
            <a:extLst xmlns:a="http://schemas.openxmlformats.org/drawingml/2006/main">
              <a:ext uri="{FF2B5EF4-FFF2-40B4-BE49-F238E27FC236}">
                <a16:creationId xmlns:a16="http://schemas.microsoft.com/office/drawing/2014/main" id="{04987173-0A45-4432-874F-832C448629F7}"/>
              </a:ext>
            </a:extLst>
          </p:cNvPr>
          <p:cNvSpPr>
            <a:spLocks xmlns:a="http://schemas.openxmlformats.org/drawingml/2006/main" noGrp="1"/>
          </p:cNvSpPr>
          <p:nvPr/>
        </p:nvSpPr>
        <p:spPr>
          <a:xfrm xmlns:a="http://schemas.openxmlformats.org/drawingml/2006/main">
            <a:off x="4524375" y="6743700"/>
            <a:ext cx="2857500" cy="95"/>
          </a:xfrm>
          <a:custGeom xmlns:a="http://schemas.openxmlformats.org/drawingml/2006/main">
            <a:pathLst>
              <a:path w="2857500" h="95">
                <a:moveTo>
                  <a:pt x="0" y="0"/>
                </a:moveTo>
                <a:lnTo>
                  <a:pt x="2857500" y="0"/>
                </a:lnTo>
              </a:path>
            </a:pathLst>
          </a:custGeom>
          <a:noFill xmlns:a="http://schemas.openxmlformats.org/drawingml/2006/main"/>
          <a:ln xmlns:a="http://schemas.openxmlformats.org/drawingml/2006/main" w="6668">
            <a:solidFill>
              <a:srgbClr val="7B8790"/>
            </a:solidFill>
            <a:prstDash val="solid"/>
          </a:ln>
        </p:spPr>
      </p:sp>
      <p:sp>
        <p:nvSpPr>
          <p:cNvPr id="29" name="text_028">
            <a:extLst xmlns:a="http://schemas.openxmlformats.org/drawingml/2006/main">
              <a:ext uri="{FF2B5EF4-FFF2-40B4-BE49-F238E27FC236}">
                <a16:creationId xmlns:a16="http://schemas.microsoft.com/office/drawing/2014/main" id="{859A186F-EE04-4A16-8BE1-97DDC63C76C5}"/>
              </a:ext>
            </a:extLst>
          </p:cNvPr>
          <p:cNvSpPr>
            <a:spLocks xmlns:a="http://schemas.openxmlformats.org/drawingml/2006/main" noGrp="1"/>
          </p:cNvSpPr>
          <p:nvPr/>
        </p:nvSpPr>
        <p:spPr>
          <a:xfrm xmlns:a="http://schemas.openxmlformats.org/drawingml/2006/main" rot="0">
            <a:off x="3990975" y="7077075"/>
            <a:ext cx="466725"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275" b="1">
                <a:solidFill>
                  <a:srgbClr val="000000"/>
                </a:solidFill>
                <a:latin typeface="Arial"/>
                <a:ea typeface="Arial"/>
                <a:cs typeface="Arial"/>
              </a:defRPr>
            </a:defPPr>
            <a:lvl1pPr algn="l">
              <a:defRPr sz="1275" b="1">
                <a:solidFill>
                  <a:srgbClr val="000000"/>
                </a:solidFill>
                <a:latin typeface="Arial"/>
                <a:ea typeface="Arial"/>
                <a:cs typeface="Arial"/>
              </a:defRPr>
            </a:lvl1pPr>
            <a:lvl2pPr algn="l">
              <a:defRPr sz="1275" b="1">
                <a:solidFill>
                  <a:srgbClr val="000000"/>
                </a:solidFill>
                <a:latin typeface="Arial"/>
                <a:ea typeface="Arial"/>
                <a:cs typeface="Arial"/>
              </a:defRPr>
            </a:lvl2pPr>
            <a:lvl3pPr algn="l">
              <a:defRPr sz="1275" b="1">
                <a:solidFill>
                  <a:srgbClr val="000000"/>
                </a:solidFill>
                <a:latin typeface="Arial"/>
                <a:ea typeface="Arial"/>
                <a:cs typeface="Arial"/>
              </a:defRPr>
            </a:lvl3pPr>
            <a:lvl4pPr algn="l">
              <a:defRPr sz="1275" b="1">
                <a:solidFill>
                  <a:srgbClr val="000000"/>
                </a:solidFill>
                <a:latin typeface="Arial"/>
                <a:ea typeface="Arial"/>
                <a:cs typeface="Arial"/>
              </a:defRPr>
            </a:lvl4pPr>
            <a:lvl5pPr algn="l">
              <a:defRPr sz="1275" b="1">
                <a:solidFill>
                  <a:srgbClr val="000000"/>
                </a:solidFill>
                <a:latin typeface="Arial"/>
                <a:ea typeface="Arial"/>
                <a:cs typeface="Arial"/>
              </a:defRPr>
            </a:lvl5pPr>
            <a:lvl6pPr algn="l">
              <a:defRPr sz="1275" b="1">
                <a:solidFill>
                  <a:srgbClr val="000000"/>
                </a:solidFill>
                <a:latin typeface="Arial"/>
                <a:ea typeface="Arial"/>
                <a:cs typeface="Arial"/>
              </a:defRPr>
            </a:lvl6pPr>
            <a:lvl7pPr algn="l">
              <a:defRPr sz="1275" b="1">
                <a:solidFill>
                  <a:srgbClr val="000000"/>
                </a:solidFill>
                <a:latin typeface="Arial"/>
                <a:ea typeface="Arial"/>
                <a:cs typeface="Arial"/>
              </a:defRPr>
            </a:lvl7pPr>
            <a:lvl8pPr algn="l">
              <a:defRPr sz="1275" b="1">
                <a:solidFill>
                  <a:srgbClr val="000000"/>
                </a:solidFill>
                <a:latin typeface="Arial"/>
                <a:ea typeface="Arial"/>
                <a:cs typeface="Arial"/>
              </a:defRPr>
            </a:lvl8pPr>
            <a:lvl9pPr algn="l">
              <a:defRPr sz="1275" b="1">
                <a:solidFill>
                  <a:srgbClr val="000000"/>
                </a:solidFill>
                <a:latin typeface="Arial"/>
                <a:ea typeface="Arial"/>
                <a:cs typeface="Arial"/>
              </a:defRPr>
            </a:lvl9pPr>
          </a:lstStyle>
          <a:p xmlns:a="http://schemas.openxmlformats.org/drawingml/2006/main">
            <a:pPr algn="l">
              <a:defRPr sz="1275" b="1">
                <a:solidFill>
                  <a:srgbClr val="000000"/>
                </a:solidFill>
                <a:latin typeface="Arial"/>
                <a:ea typeface="Arial"/>
                <a:cs typeface="Arial"/>
              </a:defRPr>
            </a:pPr>
            <a:r>
              <a:rPr sz="1275" b="1">
                <a:solidFill>
                  <a:srgbClr val="000000"/>
                </a:solidFill>
                <a:latin typeface="Arial"/>
                <a:ea typeface="Arial"/>
                <a:cs typeface="Arial"/>
              </a:rPr>
              <a:t>R2</a:t>
            </a:r>
          </a:p>
        </p:txBody>
      </p:sp>
      <p:sp>
        <p:nvSpPr>
          <p:cNvPr id="30" name="line_029">
            <a:extLst xmlns:a="http://schemas.openxmlformats.org/drawingml/2006/main">
              <a:ext uri="{FF2B5EF4-FFF2-40B4-BE49-F238E27FC236}">
                <a16:creationId xmlns:a16="http://schemas.microsoft.com/office/drawing/2014/main" id="{13A96A03-4ABE-4896-88EF-313A92E15FD7}"/>
              </a:ext>
            </a:extLst>
          </p:cNvPr>
          <p:cNvSpPr>
            <a:spLocks xmlns:a="http://schemas.openxmlformats.org/drawingml/2006/main" noGrp="1"/>
          </p:cNvSpPr>
          <p:nvPr/>
        </p:nvSpPr>
        <p:spPr>
          <a:xfrm xmlns:a="http://schemas.openxmlformats.org/drawingml/2006/main">
            <a:off x="4524375" y="7181850"/>
            <a:ext cx="2857500" cy="95"/>
          </a:xfrm>
          <a:custGeom xmlns:a="http://schemas.openxmlformats.org/drawingml/2006/main">
            <a:pathLst>
              <a:path w="2857500" h="95">
                <a:moveTo>
                  <a:pt x="0" y="0"/>
                </a:moveTo>
                <a:lnTo>
                  <a:pt x="2857500" y="0"/>
                </a:lnTo>
              </a:path>
            </a:pathLst>
          </a:custGeom>
          <a:noFill xmlns:a="http://schemas.openxmlformats.org/drawingml/2006/main"/>
          <a:ln xmlns:a="http://schemas.openxmlformats.org/drawingml/2006/main" w="6668">
            <a:solidFill>
              <a:srgbClr val="7B8790"/>
            </a:solidFill>
            <a:prstDash val="solid"/>
          </a:ln>
        </p:spPr>
      </p:sp>
      <p:sp>
        <p:nvSpPr>
          <p:cNvPr id="31" name="text_030">
            <a:extLst xmlns:a="http://schemas.openxmlformats.org/drawingml/2006/main">
              <a:ext uri="{FF2B5EF4-FFF2-40B4-BE49-F238E27FC236}">
                <a16:creationId xmlns:a16="http://schemas.microsoft.com/office/drawing/2014/main" id="{16E1DA4C-37AC-4282-8984-6D07E1091CE3}"/>
              </a:ext>
            </a:extLst>
          </p:cNvPr>
          <p:cNvSpPr>
            <a:spLocks xmlns:a="http://schemas.openxmlformats.org/drawingml/2006/main" noGrp="1"/>
          </p:cNvSpPr>
          <p:nvPr/>
        </p:nvSpPr>
        <p:spPr>
          <a:xfrm xmlns:a="http://schemas.openxmlformats.org/drawingml/2006/main" rot="0">
            <a:off x="3990975" y="7515225"/>
            <a:ext cx="466725"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275" b="1">
                <a:solidFill>
                  <a:srgbClr val="000000"/>
                </a:solidFill>
                <a:latin typeface="Arial"/>
                <a:ea typeface="Arial"/>
                <a:cs typeface="Arial"/>
              </a:defRPr>
            </a:defPPr>
            <a:lvl1pPr algn="l">
              <a:defRPr sz="1275" b="1">
                <a:solidFill>
                  <a:srgbClr val="000000"/>
                </a:solidFill>
                <a:latin typeface="Arial"/>
                <a:ea typeface="Arial"/>
                <a:cs typeface="Arial"/>
              </a:defRPr>
            </a:lvl1pPr>
            <a:lvl2pPr algn="l">
              <a:defRPr sz="1275" b="1">
                <a:solidFill>
                  <a:srgbClr val="000000"/>
                </a:solidFill>
                <a:latin typeface="Arial"/>
                <a:ea typeface="Arial"/>
                <a:cs typeface="Arial"/>
              </a:defRPr>
            </a:lvl2pPr>
            <a:lvl3pPr algn="l">
              <a:defRPr sz="1275" b="1">
                <a:solidFill>
                  <a:srgbClr val="000000"/>
                </a:solidFill>
                <a:latin typeface="Arial"/>
                <a:ea typeface="Arial"/>
                <a:cs typeface="Arial"/>
              </a:defRPr>
            </a:lvl3pPr>
            <a:lvl4pPr algn="l">
              <a:defRPr sz="1275" b="1">
                <a:solidFill>
                  <a:srgbClr val="000000"/>
                </a:solidFill>
                <a:latin typeface="Arial"/>
                <a:ea typeface="Arial"/>
                <a:cs typeface="Arial"/>
              </a:defRPr>
            </a:lvl4pPr>
            <a:lvl5pPr algn="l">
              <a:defRPr sz="1275" b="1">
                <a:solidFill>
                  <a:srgbClr val="000000"/>
                </a:solidFill>
                <a:latin typeface="Arial"/>
                <a:ea typeface="Arial"/>
                <a:cs typeface="Arial"/>
              </a:defRPr>
            </a:lvl5pPr>
            <a:lvl6pPr algn="l">
              <a:defRPr sz="1275" b="1">
                <a:solidFill>
                  <a:srgbClr val="000000"/>
                </a:solidFill>
                <a:latin typeface="Arial"/>
                <a:ea typeface="Arial"/>
                <a:cs typeface="Arial"/>
              </a:defRPr>
            </a:lvl6pPr>
            <a:lvl7pPr algn="l">
              <a:defRPr sz="1275" b="1">
                <a:solidFill>
                  <a:srgbClr val="000000"/>
                </a:solidFill>
                <a:latin typeface="Arial"/>
                <a:ea typeface="Arial"/>
                <a:cs typeface="Arial"/>
              </a:defRPr>
            </a:lvl7pPr>
            <a:lvl8pPr algn="l">
              <a:defRPr sz="1275" b="1">
                <a:solidFill>
                  <a:srgbClr val="000000"/>
                </a:solidFill>
                <a:latin typeface="Arial"/>
                <a:ea typeface="Arial"/>
                <a:cs typeface="Arial"/>
              </a:defRPr>
            </a:lvl8pPr>
            <a:lvl9pPr algn="l">
              <a:defRPr sz="1275" b="1">
                <a:solidFill>
                  <a:srgbClr val="000000"/>
                </a:solidFill>
                <a:latin typeface="Arial"/>
                <a:ea typeface="Arial"/>
                <a:cs typeface="Arial"/>
              </a:defRPr>
            </a:lvl9pPr>
          </a:lstStyle>
          <a:p xmlns:a="http://schemas.openxmlformats.org/drawingml/2006/main">
            <a:pPr algn="l">
              <a:defRPr sz="1275" b="1">
                <a:solidFill>
                  <a:srgbClr val="000000"/>
                </a:solidFill>
                <a:latin typeface="Arial"/>
                <a:ea typeface="Arial"/>
                <a:cs typeface="Arial"/>
              </a:defRPr>
            </a:pPr>
            <a:r>
              <a:rPr sz="1275" b="1">
                <a:solidFill>
                  <a:srgbClr val="000000"/>
                </a:solidFill>
                <a:latin typeface="Arial"/>
                <a:ea typeface="Arial"/>
                <a:cs typeface="Arial"/>
              </a:rPr>
              <a:t>R20</a:t>
            </a:r>
          </a:p>
        </p:txBody>
      </p:sp>
      <p:sp>
        <p:nvSpPr>
          <p:cNvPr id="32" name="line_031">
            <a:extLst xmlns:a="http://schemas.openxmlformats.org/drawingml/2006/main">
              <a:ext uri="{FF2B5EF4-FFF2-40B4-BE49-F238E27FC236}">
                <a16:creationId xmlns:a16="http://schemas.microsoft.com/office/drawing/2014/main" id="{DBE25FA1-FC38-4AB5-A605-94AFA84F81C9}"/>
              </a:ext>
            </a:extLst>
          </p:cNvPr>
          <p:cNvSpPr>
            <a:spLocks xmlns:a="http://schemas.openxmlformats.org/drawingml/2006/main" noGrp="1"/>
          </p:cNvSpPr>
          <p:nvPr/>
        </p:nvSpPr>
        <p:spPr>
          <a:xfrm xmlns:a="http://schemas.openxmlformats.org/drawingml/2006/main">
            <a:off x="4524375" y="7620000"/>
            <a:ext cx="2857500" cy="95"/>
          </a:xfrm>
          <a:custGeom xmlns:a="http://schemas.openxmlformats.org/drawingml/2006/main">
            <a:pathLst>
              <a:path w="2857500" h="95">
                <a:moveTo>
                  <a:pt x="0" y="0"/>
                </a:moveTo>
                <a:lnTo>
                  <a:pt x="2857500" y="0"/>
                </a:lnTo>
              </a:path>
            </a:pathLst>
          </a:custGeom>
          <a:noFill xmlns:a="http://schemas.openxmlformats.org/drawingml/2006/main"/>
          <a:ln xmlns:a="http://schemas.openxmlformats.org/drawingml/2006/main" w="6668">
            <a:solidFill>
              <a:srgbClr val="7B8790"/>
            </a:solidFill>
            <a:prstDash val="solid"/>
          </a:ln>
        </p:spPr>
      </p:sp>
      <p:sp>
        <p:nvSpPr>
          <p:cNvPr id="33" name="feature_346_reference_anchors">
            <a:extLst xmlns:a="http://schemas.openxmlformats.org/drawingml/2006/main">
              <a:ext uri="{FF2B5EF4-FFF2-40B4-BE49-F238E27FC236}">
                <a16:creationId xmlns:a16="http://schemas.microsoft.com/office/drawing/2014/main" id="{F61B3E09-02D0-45D7-8525-7D85CF47506C}"/>
              </a:ext>
            </a:extLst>
          </p:cNvPr>
          <p:cNvSpPr>
            <a:spLocks xmlns:a="http://schemas.openxmlformats.org/drawingml/2006/main" noGrp="1"/>
          </p:cNvSpPr>
          <p:nvPr/>
        </p:nvSpPr>
        <p:spPr>
          <a:xfrm xmlns:a="http://schemas.openxmlformats.org/drawingml/2006/main">
            <a:off x="5078815" y="6305550"/>
            <a:ext cx="65948" cy="1314450"/>
          </a:xfrm>
          <a:custGeom xmlns:a="http://schemas.openxmlformats.org/drawingml/2006/main">
            <a:pathLst>
              <a:path w="65948" h="1314450">
                <a:moveTo>
                  <a:pt x="0" y="0"/>
                </a:moveTo>
                <a:lnTo>
                  <a:pt x="65948" y="438150"/>
                </a:lnTo>
                <a:lnTo>
                  <a:pt x="2374" y="876300"/>
                </a:lnTo>
                <a:lnTo>
                  <a:pt x="12316" y="1314450"/>
                </a:lnTo>
              </a:path>
            </a:pathLst>
          </a:custGeom>
          <a:noFill xmlns:a="http://schemas.openxmlformats.org/drawingml/2006/main"/>
          <a:ln xmlns:a="http://schemas.openxmlformats.org/drawingml/2006/main" w="11430">
            <a:solidFill>
              <a:srgbClr val="0072B2"/>
            </a:solidFill>
            <a:prstDash val="solid"/>
          </a:ln>
        </p:spPr>
      </p:sp>
      <p:sp>
        <p:nvSpPr>
          <p:cNvPr id="34" name="ellipse_033">
            <a:extLst xmlns:a="http://schemas.openxmlformats.org/drawingml/2006/main">
              <a:ext uri="{FF2B5EF4-FFF2-40B4-BE49-F238E27FC236}">
                <a16:creationId xmlns:a16="http://schemas.microsoft.com/office/drawing/2014/main" id="{B787C2B7-D206-41AF-A92B-0BB98DC5390A}"/>
              </a:ext>
            </a:extLst>
          </p:cNvPr>
          <p:cNvSpPr>
            <a:spLocks xmlns:a="http://schemas.openxmlformats.org/drawingml/2006/main" noGrp="1"/>
          </p:cNvSpPr>
          <p:nvPr/>
        </p:nvSpPr>
        <p:spPr>
          <a:xfrm xmlns:a="http://schemas.openxmlformats.org/drawingml/2006/main" rot="0">
            <a:off x="5040715" y="6267450"/>
            <a:ext cx="76200" cy="76200"/>
          </a:xfrm>
          <a:prstGeom xmlns:a="http://schemas.openxmlformats.org/drawingml/2006/main" prst="ellipse">
            <a:avLst/>
          </a:prstGeom>
          <a:solidFill xmlns:a="http://schemas.openxmlformats.org/drawingml/2006/main">
            <a:srgbClr val="FFFFFF"/>
          </a:solidFill>
          <a:ln xmlns:a="http://schemas.openxmlformats.org/drawingml/2006/main" w="17145">
            <a:solidFill>
              <a:srgbClr val="0072B2"/>
            </a:solidFill>
            <a:prstDash val="solid"/>
          </a:ln>
        </p:spPr>
      </p:sp>
      <p:sp>
        <p:nvSpPr>
          <p:cNvPr id="35" name="ellipse_034">
            <a:extLst xmlns:a="http://schemas.openxmlformats.org/drawingml/2006/main">
              <a:ext uri="{FF2B5EF4-FFF2-40B4-BE49-F238E27FC236}">
                <a16:creationId xmlns:a16="http://schemas.microsoft.com/office/drawing/2014/main" id="{D28A46F6-AF99-48A1-AC0F-2021B86B63E7}"/>
              </a:ext>
            </a:extLst>
          </p:cNvPr>
          <p:cNvSpPr>
            <a:spLocks xmlns:a="http://schemas.openxmlformats.org/drawingml/2006/main" noGrp="1"/>
          </p:cNvSpPr>
          <p:nvPr/>
        </p:nvSpPr>
        <p:spPr>
          <a:xfrm xmlns:a="http://schemas.openxmlformats.org/drawingml/2006/main" rot="0">
            <a:off x="5106663" y="6705600"/>
            <a:ext cx="76200" cy="76200"/>
          </a:xfrm>
          <a:prstGeom xmlns:a="http://schemas.openxmlformats.org/drawingml/2006/main" prst="ellipse">
            <a:avLst/>
          </a:prstGeom>
          <a:solidFill xmlns:a="http://schemas.openxmlformats.org/drawingml/2006/main">
            <a:srgbClr val="FFFFFF"/>
          </a:solidFill>
          <a:ln xmlns:a="http://schemas.openxmlformats.org/drawingml/2006/main" w="17145">
            <a:solidFill>
              <a:srgbClr val="0072B2"/>
            </a:solidFill>
            <a:prstDash val="solid"/>
          </a:ln>
        </p:spPr>
      </p:sp>
      <p:sp>
        <p:nvSpPr>
          <p:cNvPr id="36" name="ellipse_035">
            <a:extLst xmlns:a="http://schemas.openxmlformats.org/drawingml/2006/main">
              <a:ext uri="{FF2B5EF4-FFF2-40B4-BE49-F238E27FC236}">
                <a16:creationId xmlns:a16="http://schemas.microsoft.com/office/drawing/2014/main" id="{BC62DD34-608D-4B99-A3A1-538139C62C7E}"/>
              </a:ext>
            </a:extLst>
          </p:cNvPr>
          <p:cNvSpPr>
            <a:spLocks xmlns:a="http://schemas.openxmlformats.org/drawingml/2006/main" noGrp="1"/>
          </p:cNvSpPr>
          <p:nvPr/>
        </p:nvSpPr>
        <p:spPr>
          <a:xfrm xmlns:a="http://schemas.openxmlformats.org/drawingml/2006/main" rot="0">
            <a:off x="5043089" y="7143750"/>
            <a:ext cx="76200" cy="76200"/>
          </a:xfrm>
          <a:prstGeom xmlns:a="http://schemas.openxmlformats.org/drawingml/2006/main" prst="ellipse">
            <a:avLst/>
          </a:prstGeom>
          <a:solidFill xmlns:a="http://schemas.openxmlformats.org/drawingml/2006/main">
            <a:srgbClr val="FFFFFF"/>
          </a:solidFill>
          <a:ln xmlns:a="http://schemas.openxmlformats.org/drawingml/2006/main" w="17145">
            <a:solidFill>
              <a:srgbClr val="0072B2"/>
            </a:solidFill>
            <a:prstDash val="solid"/>
          </a:ln>
        </p:spPr>
      </p:sp>
      <p:sp>
        <p:nvSpPr>
          <p:cNvPr id="37" name="ellipse_036">
            <a:extLst xmlns:a="http://schemas.openxmlformats.org/drawingml/2006/main">
              <a:ext uri="{FF2B5EF4-FFF2-40B4-BE49-F238E27FC236}">
                <a16:creationId xmlns:a16="http://schemas.microsoft.com/office/drawing/2014/main" id="{59EC25C4-B4F4-4101-AB40-AE9D2B33811C}"/>
              </a:ext>
            </a:extLst>
          </p:cNvPr>
          <p:cNvSpPr>
            <a:spLocks xmlns:a="http://schemas.openxmlformats.org/drawingml/2006/main" noGrp="1"/>
          </p:cNvSpPr>
          <p:nvPr/>
        </p:nvSpPr>
        <p:spPr>
          <a:xfrm xmlns:a="http://schemas.openxmlformats.org/drawingml/2006/main" rot="0">
            <a:off x="5053031" y="7581900"/>
            <a:ext cx="76200" cy="76200"/>
          </a:xfrm>
          <a:prstGeom xmlns:a="http://schemas.openxmlformats.org/drawingml/2006/main" prst="ellipse">
            <a:avLst/>
          </a:prstGeom>
          <a:solidFill xmlns:a="http://schemas.openxmlformats.org/drawingml/2006/main">
            <a:srgbClr val="FFFFFF"/>
          </a:solidFill>
          <a:ln xmlns:a="http://schemas.openxmlformats.org/drawingml/2006/main" w="17145">
            <a:solidFill>
              <a:srgbClr val="0072B2"/>
            </a:solidFill>
            <a:prstDash val="solid"/>
          </a:ln>
        </p:spPr>
      </p:sp>
      <p:sp>
        <p:nvSpPr>
          <p:cNvPr id="38" name="text_037">
            <a:extLst xmlns:a="http://schemas.openxmlformats.org/drawingml/2006/main">
              <a:ext uri="{FF2B5EF4-FFF2-40B4-BE49-F238E27FC236}">
                <a16:creationId xmlns:a16="http://schemas.microsoft.com/office/drawing/2014/main" id="{D9846980-7F28-4A7E-A1B4-C88F317C7C61}"/>
              </a:ext>
            </a:extLst>
          </p:cNvPr>
          <p:cNvSpPr>
            <a:spLocks xmlns:a="http://schemas.openxmlformats.org/drawingml/2006/main" noGrp="1"/>
          </p:cNvSpPr>
          <p:nvPr/>
        </p:nvSpPr>
        <p:spPr>
          <a:xfrm xmlns:a="http://schemas.openxmlformats.org/drawingml/2006/main" rot="0">
            <a:off x="4993090" y="6048375"/>
            <a:ext cx="228600" cy="200025"/>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275" b="1">
                <a:solidFill>
                  <a:srgbClr val="000000"/>
                </a:solidFill>
                <a:latin typeface="Arial"/>
                <a:ea typeface="Arial"/>
                <a:cs typeface="Arial"/>
              </a:defRPr>
            </a:defPPr>
            <a:lvl1pPr algn="l">
              <a:defRPr sz="1275" b="1">
                <a:solidFill>
                  <a:srgbClr val="000000"/>
                </a:solidFill>
                <a:latin typeface="Arial"/>
                <a:ea typeface="Arial"/>
                <a:cs typeface="Arial"/>
              </a:defRPr>
            </a:lvl1pPr>
            <a:lvl2pPr algn="l">
              <a:defRPr sz="1275" b="1">
                <a:solidFill>
                  <a:srgbClr val="000000"/>
                </a:solidFill>
                <a:latin typeface="Arial"/>
                <a:ea typeface="Arial"/>
                <a:cs typeface="Arial"/>
              </a:defRPr>
            </a:lvl2pPr>
            <a:lvl3pPr algn="l">
              <a:defRPr sz="1275" b="1">
                <a:solidFill>
                  <a:srgbClr val="000000"/>
                </a:solidFill>
                <a:latin typeface="Arial"/>
                <a:ea typeface="Arial"/>
                <a:cs typeface="Arial"/>
              </a:defRPr>
            </a:lvl3pPr>
            <a:lvl4pPr algn="l">
              <a:defRPr sz="1275" b="1">
                <a:solidFill>
                  <a:srgbClr val="000000"/>
                </a:solidFill>
                <a:latin typeface="Arial"/>
                <a:ea typeface="Arial"/>
                <a:cs typeface="Arial"/>
              </a:defRPr>
            </a:lvl4pPr>
            <a:lvl5pPr algn="l">
              <a:defRPr sz="1275" b="1">
                <a:solidFill>
                  <a:srgbClr val="000000"/>
                </a:solidFill>
                <a:latin typeface="Arial"/>
                <a:ea typeface="Arial"/>
                <a:cs typeface="Arial"/>
              </a:defRPr>
            </a:lvl5pPr>
            <a:lvl6pPr algn="l">
              <a:defRPr sz="1275" b="1">
                <a:solidFill>
                  <a:srgbClr val="000000"/>
                </a:solidFill>
                <a:latin typeface="Arial"/>
                <a:ea typeface="Arial"/>
                <a:cs typeface="Arial"/>
              </a:defRPr>
            </a:lvl6pPr>
            <a:lvl7pPr algn="l">
              <a:defRPr sz="1275" b="1">
                <a:solidFill>
                  <a:srgbClr val="000000"/>
                </a:solidFill>
                <a:latin typeface="Arial"/>
                <a:ea typeface="Arial"/>
                <a:cs typeface="Arial"/>
              </a:defRPr>
            </a:lvl7pPr>
            <a:lvl8pPr algn="l">
              <a:defRPr sz="1275" b="1">
                <a:solidFill>
                  <a:srgbClr val="000000"/>
                </a:solidFill>
                <a:latin typeface="Arial"/>
                <a:ea typeface="Arial"/>
                <a:cs typeface="Arial"/>
              </a:defRPr>
            </a:lvl8pPr>
            <a:lvl9pPr algn="l">
              <a:defRPr sz="1275" b="1">
                <a:solidFill>
                  <a:srgbClr val="000000"/>
                </a:solidFill>
                <a:latin typeface="Arial"/>
                <a:ea typeface="Arial"/>
                <a:cs typeface="Arial"/>
              </a:defRPr>
            </a:lvl9pPr>
          </a:lstStyle>
          <a:p xmlns:a="http://schemas.openxmlformats.org/drawingml/2006/main">
            <a:pPr algn="l">
              <a:defRPr sz="1275" b="1">
                <a:solidFill>
                  <a:srgbClr val="000000"/>
                </a:solidFill>
                <a:latin typeface="Arial"/>
                <a:ea typeface="Arial"/>
                <a:cs typeface="Arial"/>
              </a:defRPr>
            </a:pPr>
            <a:r>
              <a:rPr sz="1275" b="1">
                <a:solidFill>
                  <a:srgbClr val="000000"/>
                </a:solidFill>
                <a:latin typeface="Arial"/>
                <a:ea typeface="Arial"/>
                <a:cs typeface="Arial"/>
              </a:rPr>
              <a:t>A</a:t>
            </a:r>
          </a:p>
        </p:txBody>
      </p:sp>
      <p:sp>
        <p:nvSpPr>
          <p:cNvPr id="39" name="feature_175_reference_anchors">
            <a:extLst xmlns:a="http://schemas.openxmlformats.org/drawingml/2006/main">
              <a:ext uri="{FF2B5EF4-FFF2-40B4-BE49-F238E27FC236}">
                <a16:creationId xmlns:a16="http://schemas.microsoft.com/office/drawing/2014/main" id="{14432F0A-408B-431A-88B5-173C5E6874FB}"/>
              </a:ext>
            </a:extLst>
          </p:cNvPr>
          <p:cNvSpPr>
            <a:spLocks xmlns:a="http://schemas.openxmlformats.org/drawingml/2006/main" noGrp="1"/>
          </p:cNvSpPr>
          <p:nvPr/>
        </p:nvSpPr>
        <p:spPr>
          <a:xfrm xmlns:a="http://schemas.openxmlformats.org/drawingml/2006/main">
            <a:off x="7006276" y="6305550"/>
            <a:ext cx="365745" cy="1314450"/>
          </a:xfrm>
          <a:custGeom xmlns:a="http://schemas.openxmlformats.org/drawingml/2006/main">
            <a:pathLst>
              <a:path w="365745" h="1314450">
                <a:moveTo>
                  <a:pt x="354274" y="0"/>
                </a:moveTo>
                <a:lnTo>
                  <a:pt x="0" y="438150"/>
                </a:lnTo>
                <a:lnTo>
                  <a:pt x="356152" y="876300"/>
                </a:lnTo>
                <a:lnTo>
                  <a:pt x="365745" y="1314450"/>
                </a:lnTo>
              </a:path>
            </a:pathLst>
          </a:custGeom>
          <a:noFill xmlns:a="http://schemas.openxmlformats.org/drawingml/2006/main"/>
          <a:ln xmlns:a="http://schemas.openxmlformats.org/drawingml/2006/main" w="11430">
            <a:solidFill>
              <a:srgbClr val="D55E00"/>
            </a:solidFill>
            <a:prstDash val="solid"/>
          </a:ln>
        </p:spPr>
      </p:sp>
      <p:sp>
        <p:nvSpPr>
          <p:cNvPr id="40" name="ellipse_039">
            <a:extLst xmlns:a="http://schemas.openxmlformats.org/drawingml/2006/main">
              <a:ext uri="{FF2B5EF4-FFF2-40B4-BE49-F238E27FC236}">
                <a16:creationId xmlns:a16="http://schemas.microsoft.com/office/drawing/2014/main" id="{0686192B-2D69-459B-924B-4EBB5841BEF1}"/>
              </a:ext>
            </a:extLst>
          </p:cNvPr>
          <p:cNvSpPr>
            <a:spLocks xmlns:a="http://schemas.openxmlformats.org/drawingml/2006/main" noGrp="1"/>
          </p:cNvSpPr>
          <p:nvPr/>
        </p:nvSpPr>
        <p:spPr>
          <a:xfrm xmlns:a="http://schemas.openxmlformats.org/drawingml/2006/main" rot="0">
            <a:off x="7322450" y="6267450"/>
            <a:ext cx="76200" cy="76200"/>
          </a:xfrm>
          <a:prstGeom xmlns:a="http://schemas.openxmlformats.org/drawingml/2006/main" prst="ellipse">
            <a:avLst/>
          </a:prstGeom>
          <a:solidFill xmlns:a="http://schemas.openxmlformats.org/drawingml/2006/main">
            <a:srgbClr val="FFFFFF"/>
          </a:solidFill>
          <a:ln xmlns:a="http://schemas.openxmlformats.org/drawingml/2006/main" w="17145">
            <a:solidFill>
              <a:srgbClr val="D55E00"/>
            </a:solidFill>
            <a:prstDash val="solid"/>
          </a:ln>
        </p:spPr>
      </p:sp>
      <p:sp>
        <p:nvSpPr>
          <p:cNvPr id="41" name="ellipse_040">
            <a:extLst xmlns:a="http://schemas.openxmlformats.org/drawingml/2006/main">
              <a:ext uri="{FF2B5EF4-FFF2-40B4-BE49-F238E27FC236}">
                <a16:creationId xmlns:a16="http://schemas.microsoft.com/office/drawing/2014/main" id="{5D0E5C9A-BD22-4E5D-9E42-82072E1194E1}"/>
              </a:ext>
            </a:extLst>
          </p:cNvPr>
          <p:cNvSpPr>
            <a:spLocks xmlns:a="http://schemas.openxmlformats.org/drawingml/2006/main" noGrp="1"/>
          </p:cNvSpPr>
          <p:nvPr/>
        </p:nvSpPr>
        <p:spPr>
          <a:xfrm xmlns:a="http://schemas.openxmlformats.org/drawingml/2006/main" rot="0">
            <a:off x="6968176" y="6705600"/>
            <a:ext cx="76200" cy="76200"/>
          </a:xfrm>
          <a:prstGeom xmlns:a="http://schemas.openxmlformats.org/drawingml/2006/main" prst="ellipse">
            <a:avLst/>
          </a:prstGeom>
          <a:solidFill xmlns:a="http://schemas.openxmlformats.org/drawingml/2006/main">
            <a:srgbClr val="FFFFFF"/>
          </a:solidFill>
          <a:ln xmlns:a="http://schemas.openxmlformats.org/drawingml/2006/main" w="17145">
            <a:solidFill>
              <a:srgbClr val="D55E00"/>
            </a:solidFill>
            <a:prstDash val="solid"/>
          </a:ln>
        </p:spPr>
      </p:sp>
      <p:sp>
        <p:nvSpPr>
          <p:cNvPr id="42" name="ellipse_041">
            <a:extLst xmlns:a="http://schemas.openxmlformats.org/drawingml/2006/main">
              <a:ext uri="{FF2B5EF4-FFF2-40B4-BE49-F238E27FC236}">
                <a16:creationId xmlns:a16="http://schemas.microsoft.com/office/drawing/2014/main" id="{ED05C9CA-D028-42E7-B1F1-12219136FB74}"/>
              </a:ext>
            </a:extLst>
          </p:cNvPr>
          <p:cNvSpPr>
            <a:spLocks xmlns:a="http://schemas.openxmlformats.org/drawingml/2006/main" noGrp="1"/>
          </p:cNvSpPr>
          <p:nvPr/>
        </p:nvSpPr>
        <p:spPr>
          <a:xfrm xmlns:a="http://schemas.openxmlformats.org/drawingml/2006/main" rot="0">
            <a:off x="7324328" y="7143750"/>
            <a:ext cx="76200" cy="76200"/>
          </a:xfrm>
          <a:prstGeom xmlns:a="http://schemas.openxmlformats.org/drawingml/2006/main" prst="ellipse">
            <a:avLst/>
          </a:prstGeom>
          <a:solidFill xmlns:a="http://schemas.openxmlformats.org/drawingml/2006/main">
            <a:srgbClr val="FFFFFF"/>
          </a:solidFill>
          <a:ln xmlns:a="http://schemas.openxmlformats.org/drawingml/2006/main" w="17145">
            <a:solidFill>
              <a:srgbClr val="D55E00"/>
            </a:solidFill>
            <a:prstDash val="solid"/>
          </a:ln>
        </p:spPr>
      </p:sp>
      <p:sp>
        <p:nvSpPr>
          <p:cNvPr id="43" name="ellipse_042">
            <a:extLst xmlns:a="http://schemas.openxmlformats.org/drawingml/2006/main">
              <a:ext uri="{FF2B5EF4-FFF2-40B4-BE49-F238E27FC236}">
                <a16:creationId xmlns:a16="http://schemas.microsoft.com/office/drawing/2014/main" id="{B8CE755B-B779-43AA-BFDF-AC586C96B291}"/>
              </a:ext>
            </a:extLst>
          </p:cNvPr>
          <p:cNvSpPr>
            <a:spLocks xmlns:a="http://schemas.openxmlformats.org/drawingml/2006/main" noGrp="1"/>
          </p:cNvSpPr>
          <p:nvPr/>
        </p:nvSpPr>
        <p:spPr>
          <a:xfrm xmlns:a="http://schemas.openxmlformats.org/drawingml/2006/main" rot="0">
            <a:off x="7333921" y="7581900"/>
            <a:ext cx="76200" cy="76200"/>
          </a:xfrm>
          <a:prstGeom xmlns:a="http://schemas.openxmlformats.org/drawingml/2006/main" prst="ellipse">
            <a:avLst/>
          </a:prstGeom>
          <a:solidFill xmlns:a="http://schemas.openxmlformats.org/drawingml/2006/main">
            <a:srgbClr val="FFFFFF"/>
          </a:solidFill>
          <a:ln xmlns:a="http://schemas.openxmlformats.org/drawingml/2006/main" w="17145">
            <a:solidFill>
              <a:srgbClr val="D55E00"/>
            </a:solidFill>
            <a:prstDash val="solid"/>
          </a:ln>
        </p:spPr>
      </p:sp>
      <p:sp>
        <p:nvSpPr>
          <p:cNvPr id="44" name="text_043">
            <a:extLst xmlns:a="http://schemas.openxmlformats.org/drawingml/2006/main">
              <a:ext uri="{FF2B5EF4-FFF2-40B4-BE49-F238E27FC236}">
                <a16:creationId xmlns:a16="http://schemas.microsoft.com/office/drawing/2014/main" id="{1A22396D-7427-4546-9932-4E6A1AF14A19}"/>
              </a:ext>
            </a:extLst>
          </p:cNvPr>
          <p:cNvSpPr>
            <a:spLocks xmlns:a="http://schemas.openxmlformats.org/drawingml/2006/main" noGrp="1"/>
          </p:cNvSpPr>
          <p:nvPr/>
        </p:nvSpPr>
        <p:spPr>
          <a:xfrm xmlns:a="http://schemas.openxmlformats.org/drawingml/2006/main" rot="0">
            <a:off x="7274825" y="6048375"/>
            <a:ext cx="228600" cy="200025"/>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275" b="1">
                <a:solidFill>
                  <a:srgbClr val="000000"/>
                </a:solidFill>
                <a:latin typeface="Arial"/>
                <a:ea typeface="Arial"/>
                <a:cs typeface="Arial"/>
              </a:defRPr>
            </a:defPPr>
            <a:lvl1pPr algn="l">
              <a:defRPr sz="1275" b="1">
                <a:solidFill>
                  <a:srgbClr val="000000"/>
                </a:solidFill>
                <a:latin typeface="Arial"/>
                <a:ea typeface="Arial"/>
                <a:cs typeface="Arial"/>
              </a:defRPr>
            </a:lvl1pPr>
            <a:lvl2pPr algn="l">
              <a:defRPr sz="1275" b="1">
                <a:solidFill>
                  <a:srgbClr val="000000"/>
                </a:solidFill>
                <a:latin typeface="Arial"/>
                <a:ea typeface="Arial"/>
                <a:cs typeface="Arial"/>
              </a:defRPr>
            </a:lvl2pPr>
            <a:lvl3pPr algn="l">
              <a:defRPr sz="1275" b="1">
                <a:solidFill>
                  <a:srgbClr val="000000"/>
                </a:solidFill>
                <a:latin typeface="Arial"/>
                <a:ea typeface="Arial"/>
                <a:cs typeface="Arial"/>
              </a:defRPr>
            </a:lvl3pPr>
            <a:lvl4pPr algn="l">
              <a:defRPr sz="1275" b="1">
                <a:solidFill>
                  <a:srgbClr val="000000"/>
                </a:solidFill>
                <a:latin typeface="Arial"/>
                <a:ea typeface="Arial"/>
                <a:cs typeface="Arial"/>
              </a:defRPr>
            </a:lvl4pPr>
            <a:lvl5pPr algn="l">
              <a:defRPr sz="1275" b="1">
                <a:solidFill>
                  <a:srgbClr val="000000"/>
                </a:solidFill>
                <a:latin typeface="Arial"/>
                <a:ea typeface="Arial"/>
                <a:cs typeface="Arial"/>
              </a:defRPr>
            </a:lvl5pPr>
            <a:lvl6pPr algn="l">
              <a:defRPr sz="1275" b="1">
                <a:solidFill>
                  <a:srgbClr val="000000"/>
                </a:solidFill>
                <a:latin typeface="Arial"/>
                <a:ea typeface="Arial"/>
                <a:cs typeface="Arial"/>
              </a:defRPr>
            </a:lvl6pPr>
            <a:lvl7pPr algn="l">
              <a:defRPr sz="1275" b="1">
                <a:solidFill>
                  <a:srgbClr val="000000"/>
                </a:solidFill>
                <a:latin typeface="Arial"/>
                <a:ea typeface="Arial"/>
                <a:cs typeface="Arial"/>
              </a:defRPr>
            </a:lvl7pPr>
            <a:lvl8pPr algn="l">
              <a:defRPr sz="1275" b="1">
                <a:solidFill>
                  <a:srgbClr val="000000"/>
                </a:solidFill>
                <a:latin typeface="Arial"/>
                <a:ea typeface="Arial"/>
                <a:cs typeface="Arial"/>
              </a:defRPr>
            </a:lvl8pPr>
            <a:lvl9pPr algn="l">
              <a:defRPr sz="1275" b="1">
                <a:solidFill>
                  <a:srgbClr val="000000"/>
                </a:solidFill>
                <a:latin typeface="Arial"/>
                <a:ea typeface="Arial"/>
                <a:cs typeface="Arial"/>
              </a:defRPr>
            </a:lvl9pPr>
          </a:lstStyle>
          <a:p xmlns:a="http://schemas.openxmlformats.org/drawingml/2006/main">
            <a:pPr algn="l">
              <a:defRPr sz="1275" b="1">
                <a:solidFill>
                  <a:srgbClr val="000000"/>
                </a:solidFill>
                <a:latin typeface="Arial"/>
                <a:ea typeface="Arial"/>
                <a:cs typeface="Arial"/>
              </a:defRPr>
            </a:pPr>
            <a:r>
              <a:rPr sz="1275" b="1">
                <a:solidFill>
                  <a:srgbClr val="000000"/>
                </a:solidFill>
                <a:latin typeface="Arial"/>
                <a:ea typeface="Arial"/>
                <a:cs typeface="Arial"/>
              </a:rPr>
              <a:t>B</a:t>
            </a:r>
          </a:p>
        </p:txBody>
      </p:sp>
      <p:sp>
        <p:nvSpPr>
          <p:cNvPr id="45" name="feature_272_reference_anchors">
            <a:extLst xmlns:a="http://schemas.openxmlformats.org/drawingml/2006/main">
              <a:ext uri="{FF2B5EF4-FFF2-40B4-BE49-F238E27FC236}">
                <a16:creationId xmlns:a16="http://schemas.microsoft.com/office/drawing/2014/main" id="{428EE329-04E2-46AD-AD40-BEDA3D8EF9A0}"/>
              </a:ext>
            </a:extLst>
          </p:cNvPr>
          <p:cNvSpPr>
            <a:spLocks xmlns:a="http://schemas.openxmlformats.org/drawingml/2006/main" noGrp="1"/>
          </p:cNvSpPr>
          <p:nvPr/>
        </p:nvSpPr>
        <p:spPr>
          <a:xfrm xmlns:a="http://schemas.openxmlformats.org/drawingml/2006/main">
            <a:off x="6848759" y="6305550"/>
            <a:ext cx="191091" cy="1314450"/>
          </a:xfrm>
          <a:custGeom xmlns:a="http://schemas.openxmlformats.org/drawingml/2006/main">
            <a:pathLst>
              <a:path w="191091" h="1314450">
                <a:moveTo>
                  <a:pt x="0" y="0"/>
                </a:moveTo>
                <a:lnTo>
                  <a:pt x="191091" y="438150"/>
                </a:lnTo>
                <a:lnTo>
                  <a:pt x="20515" y="876300"/>
                </a:lnTo>
                <a:lnTo>
                  <a:pt x="33509" y="1314450"/>
                </a:lnTo>
              </a:path>
            </a:pathLst>
          </a:custGeom>
          <a:noFill xmlns:a="http://schemas.openxmlformats.org/drawingml/2006/main"/>
          <a:ln xmlns:a="http://schemas.openxmlformats.org/drawingml/2006/main" w="11430">
            <a:solidFill>
              <a:srgbClr val="009E73"/>
            </a:solidFill>
            <a:prstDash val="solid"/>
          </a:ln>
        </p:spPr>
      </p:sp>
      <p:sp>
        <p:nvSpPr>
          <p:cNvPr id="46" name="ellipse_045">
            <a:extLst xmlns:a="http://schemas.openxmlformats.org/drawingml/2006/main">
              <a:ext uri="{FF2B5EF4-FFF2-40B4-BE49-F238E27FC236}">
                <a16:creationId xmlns:a16="http://schemas.microsoft.com/office/drawing/2014/main" id="{A76C21FB-91AC-4214-9031-3F0C8EA7D64F}"/>
              </a:ext>
            </a:extLst>
          </p:cNvPr>
          <p:cNvSpPr>
            <a:spLocks xmlns:a="http://schemas.openxmlformats.org/drawingml/2006/main" noGrp="1"/>
          </p:cNvSpPr>
          <p:nvPr/>
        </p:nvSpPr>
        <p:spPr>
          <a:xfrm xmlns:a="http://schemas.openxmlformats.org/drawingml/2006/main" rot="0">
            <a:off x="6810659" y="6267450"/>
            <a:ext cx="76200" cy="76200"/>
          </a:xfrm>
          <a:prstGeom xmlns:a="http://schemas.openxmlformats.org/drawingml/2006/main" prst="ellipse">
            <a:avLst/>
          </a:prstGeom>
          <a:solidFill xmlns:a="http://schemas.openxmlformats.org/drawingml/2006/main">
            <a:srgbClr val="FFFFFF"/>
          </a:solidFill>
          <a:ln xmlns:a="http://schemas.openxmlformats.org/drawingml/2006/main" w="17145">
            <a:solidFill>
              <a:srgbClr val="009E73"/>
            </a:solidFill>
            <a:prstDash val="solid"/>
          </a:ln>
        </p:spPr>
      </p:sp>
      <p:sp>
        <p:nvSpPr>
          <p:cNvPr id="47" name="ellipse_046">
            <a:extLst xmlns:a="http://schemas.openxmlformats.org/drawingml/2006/main">
              <a:ext uri="{FF2B5EF4-FFF2-40B4-BE49-F238E27FC236}">
                <a16:creationId xmlns:a16="http://schemas.microsoft.com/office/drawing/2014/main" id="{7F2FCCEA-04C6-461F-89E6-D695F903764F}"/>
              </a:ext>
            </a:extLst>
          </p:cNvPr>
          <p:cNvSpPr>
            <a:spLocks xmlns:a="http://schemas.openxmlformats.org/drawingml/2006/main" noGrp="1"/>
          </p:cNvSpPr>
          <p:nvPr/>
        </p:nvSpPr>
        <p:spPr>
          <a:xfrm xmlns:a="http://schemas.openxmlformats.org/drawingml/2006/main" rot="0">
            <a:off x="7001751" y="6705600"/>
            <a:ext cx="76200" cy="76200"/>
          </a:xfrm>
          <a:prstGeom xmlns:a="http://schemas.openxmlformats.org/drawingml/2006/main" prst="ellipse">
            <a:avLst/>
          </a:prstGeom>
          <a:solidFill xmlns:a="http://schemas.openxmlformats.org/drawingml/2006/main">
            <a:srgbClr val="FFFFFF"/>
          </a:solidFill>
          <a:ln xmlns:a="http://schemas.openxmlformats.org/drawingml/2006/main" w="17145">
            <a:solidFill>
              <a:srgbClr val="009E73"/>
            </a:solidFill>
            <a:prstDash val="solid"/>
          </a:ln>
        </p:spPr>
      </p:sp>
      <p:sp>
        <p:nvSpPr>
          <p:cNvPr id="48" name="ellipse_047">
            <a:extLst xmlns:a="http://schemas.openxmlformats.org/drawingml/2006/main">
              <a:ext uri="{FF2B5EF4-FFF2-40B4-BE49-F238E27FC236}">
                <a16:creationId xmlns:a16="http://schemas.microsoft.com/office/drawing/2014/main" id="{8EAD614E-03F2-4D80-B44A-0FC56563ACE2}"/>
              </a:ext>
            </a:extLst>
          </p:cNvPr>
          <p:cNvSpPr>
            <a:spLocks xmlns:a="http://schemas.openxmlformats.org/drawingml/2006/main" noGrp="1"/>
          </p:cNvSpPr>
          <p:nvPr/>
        </p:nvSpPr>
        <p:spPr>
          <a:xfrm xmlns:a="http://schemas.openxmlformats.org/drawingml/2006/main" rot="0">
            <a:off x="6831174" y="7143750"/>
            <a:ext cx="76200" cy="76200"/>
          </a:xfrm>
          <a:prstGeom xmlns:a="http://schemas.openxmlformats.org/drawingml/2006/main" prst="ellipse">
            <a:avLst/>
          </a:prstGeom>
          <a:solidFill xmlns:a="http://schemas.openxmlformats.org/drawingml/2006/main">
            <a:srgbClr val="FFFFFF"/>
          </a:solidFill>
          <a:ln xmlns:a="http://schemas.openxmlformats.org/drawingml/2006/main" w="17145">
            <a:solidFill>
              <a:srgbClr val="009E73"/>
            </a:solidFill>
            <a:prstDash val="solid"/>
          </a:ln>
        </p:spPr>
      </p:sp>
      <p:sp>
        <p:nvSpPr>
          <p:cNvPr id="49" name="ellipse_048">
            <a:extLst xmlns:a="http://schemas.openxmlformats.org/drawingml/2006/main">
              <a:ext uri="{FF2B5EF4-FFF2-40B4-BE49-F238E27FC236}">
                <a16:creationId xmlns:a16="http://schemas.microsoft.com/office/drawing/2014/main" id="{F9CB9665-0716-4F76-9069-AF164D519C6F}"/>
              </a:ext>
            </a:extLst>
          </p:cNvPr>
          <p:cNvSpPr>
            <a:spLocks xmlns:a="http://schemas.openxmlformats.org/drawingml/2006/main" noGrp="1"/>
          </p:cNvSpPr>
          <p:nvPr/>
        </p:nvSpPr>
        <p:spPr>
          <a:xfrm xmlns:a="http://schemas.openxmlformats.org/drawingml/2006/main" rot="0">
            <a:off x="6844168" y="7581900"/>
            <a:ext cx="76200" cy="76200"/>
          </a:xfrm>
          <a:prstGeom xmlns:a="http://schemas.openxmlformats.org/drawingml/2006/main" prst="ellipse">
            <a:avLst/>
          </a:prstGeom>
          <a:solidFill xmlns:a="http://schemas.openxmlformats.org/drawingml/2006/main">
            <a:srgbClr val="FFFFFF"/>
          </a:solidFill>
          <a:ln xmlns:a="http://schemas.openxmlformats.org/drawingml/2006/main" w="17145">
            <a:solidFill>
              <a:srgbClr val="009E73"/>
            </a:solidFill>
            <a:prstDash val="solid"/>
          </a:ln>
        </p:spPr>
      </p:sp>
      <p:sp>
        <p:nvSpPr>
          <p:cNvPr id="50" name="text_049">
            <a:extLst xmlns:a="http://schemas.openxmlformats.org/drawingml/2006/main">
              <a:ext uri="{FF2B5EF4-FFF2-40B4-BE49-F238E27FC236}">
                <a16:creationId xmlns:a16="http://schemas.microsoft.com/office/drawing/2014/main" id="{1672EBC0-7C0D-4660-9BA4-6BB2BFA9592E}"/>
              </a:ext>
            </a:extLst>
          </p:cNvPr>
          <p:cNvSpPr>
            <a:spLocks xmlns:a="http://schemas.openxmlformats.org/drawingml/2006/main" noGrp="1"/>
          </p:cNvSpPr>
          <p:nvPr/>
        </p:nvSpPr>
        <p:spPr>
          <a:xfrm xmlns:a="http://schemas.openxmlformats.org/drawingml/2006/main" rot="0">
            <a:off x="6763034" y="6048375"/>
            <a:ext cx="228600" cy="200025"/>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275" b="1">
                <a:solidFill>
                  <a:srgbClr val="000000"/>
                </a:solidFill>
                <a:latin typeface="Arial"/>
                <a:ea typeface="Arial"/>
                <a:cs typeface="Arial"/>
              </a:defRPr>
            </a:defPPr>
            <a:lvl1pPr algn="l">
              <a:defRPr sz="1275" b="1">
                <a:solidFill>
                  <a:srgbClr val="000000"/>
                </a:solidFill>
                <a:latin typeface="Arial"/>
                <a:ea typeface="Arial"/>
                <a:cs typeface="Arial"/>
              </a:defRPr>
            </a:lvl1pPr>
            <a:lvl2pPr algn="l">
              <a:defRPr sz="1275" b="1">
                <a:solidFill>
                  <a:srgbClr val="000000"/>
                </a:solidFill>
                <a:latin typeface="Arial"/>
                <a:ea typeface="Arial"/>
                <a:cs typeface="Arial"/>
              </a:defRPr>
            </a:lvl2pPr>
            <a:lvl3pPr algn="l">
              <a:defRPr sz="1275" b="1">
                <a:solidFill>
                  <a:srgbClr val="000000"/>
                </a:solidFill>
                <a:latin typeface="Arial"/>
                <a:ea typeface="Arial"/>
                <a:cs typeface="Arial"/>
              </a:defRPr>
            </a:lvl3pPr>
            <a:lvl4pPr algn="l">
              <a:defRPr sz="1275" b="1">
                <a:solidFill>
                  <a:srgbClr val="000000"/>
                </a:solidFill>
                <a:latin typeface="Arial"/>
                <a:ea typeface="Arial"/>
                <a:cs typeface="Arial"/>
              </a:defRPr>
            </a:lvl4pPr>
            <a:lvl5pPr algn="l">
              <a:defRPr sz="1275" b="1">
                <a:solidFill>
                  <a:srgbClr val="000000"/>
                </a:solidFill>
                <a:latin typeface="Arial"/>
                <a:ea typeface="Arial"/>
                <a:cs typeface="Arial"/>
              </a:defRPr>
            </a:lvl5pPr>
            <a:lvl6pPr algn="l">
              <a:defRPr sz="1275" b="1">
                <a:solidFill>
                  <a:srgbClr val="000000"/>
                </a:solidFill>
                <a:latin typeface="Arial"/>
                <a:ea typeface="Arial"/>
                <a:cs typeface="Arial"/>
              </a:defRPr>
            </a:lvl6pPr>
            <a:lvl7pPr algn="l">
              <a:defRPr sz="1275" b="1">
                <a:solidFill>
                  <a:srgbClr val="000000"/>
                </a:solidFill>
                <a:latin typeface="Arial"/>
                <a:ea typeface="Arial"/>
                <a:cs typeface="Arial"/>
              </a:defRPr>
            </a:lvl7pPr>
            <a:lvl8pPr algn="l">
              <a:defRPr sz="1275" b="1">
                <a:solidFill>
                  <a:srgbClr val="000000"/>
                </a:solidFill>
                <a:latin typeface="Arial"/>
                <a:ea typeface="Arial"/>
                <a:cs typeface="Arial"/>
              </a:defRPr>
            </a:lvl8pPr>
            <a:lvl9pPr algn="l">
              <a:defRPr sz="1275" b="1">
                <a:solidFill>
                  <a:srgbClr val="000000"/>
                </a:solidFill>
                <a:latin typeface="Arial"/>
                <a:ea typeface="Arial"/>
                <a:cs typeface="Arial"/>
              </a:defRPr>
            </a:lvl9pPr>
          </a:lstStyle>
          <a:p xmlns:a="http://schemas.openxmlformats.org/drawingml/2006/main">
            <a:pPr algn="l">
              <a:defRPr sz="1275" b="1">
                <a:solidFill>
                  <a:srgbClr val="000000"/>
                </a:solidFill>
                <a:latin typeface="Arial"/>
                <a:ea typeface="Arial"/>
                <a:cs typeface="Arial"/>
              </a:defRPr>
            </a:pPr>
            <a:r>
              <a:rPr sz="1275" b="1">
                <a:solidFill>
                  <a:srgbClr val="000000"/>
                </a:solidFill>
                <a:latin typeface="Arial"/>
                <a:ea typeface="Arial"/>
                <a:cs typeface="Arial"/>
              </a:rPr>
              <a:t>C</a:t>
            </a:r>
          </a:p>
        </p:txBody>
      </p:sp>
      <p:sp>
        <p:nvSpPr>
          <p:cNvPr id="51" name="text_050">
            <a:extLst xmlns:a="http://schemas.openxmlformats.org/drawingml/2006/main">
              <a:ext uri="{FF2B5EF4-FFF2-40B4-BE49-F238E27FC236}">
                <a16:creationId xmlns:a16="http://schemas.microsoft.com/office/drawing/2014/main" id="{63A34883-CB7A-4B7B-B690-3F1566D249A9}"/>
              </a:ext>
            </a:extLst>
          </p:cNvPr>
          <p:cNvSpPr>
            <a:spLocks xmlns:a="http://schemas.openxmlformats.org/drawingml/2006/main" noGrp="1"/>
          </p:cNvSpPr>
          <p:nvPr/>
        </p:nvSpPr>
        <p:spPr>
          <a:xfrm xmlns:a="http://schemas.openxmlformats.org/drawingml/2006/main" rot="0">
            <a:off x="4352925" y="7772400"/>
            <a:ext cx="342900" cy="200025"/>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xmlns:a="http://schemas.openxmlformats.org/drawingml/2006/main">
            <a:pPr algn="ctr">
              <a:defRPr sz="1200" b="0">
                <a:solidFill>
                  <a:srgbClr val="000000"/>
                </a:solidFill>
                <a:latin typeface="Arial"/>
                <a:ea typeface="Arial"/>
                <a:cs typeface="Arial"/>
              </a:defRPr>
            </a:pPr>
            <a:r>
              <a:rPr sz="1200" b="0">
                <a:solidFill>
                  <a:srgbClr val="000000"/>
                </a:solidFill>
                <a:latin typeface="Arial"/>
                <a:ea typeface="Arial"/>
                <a:cs typeface="Arial"/>
              </a:rPr>
              <a:t>0</a:t>
            </a:r>
          </a:p>
        </p:txBody>
      </p:sp>
      <p:sp>
        <p:nvSpPr>
          <p:cNvPr id="52" name="text_051">
            <a:extLst xmlns:a="http://schemas.openxmlformats.org/drawingml/2006/main">
              <a:ext uri="{FF2B5EF4-FFF2-40B4-BE49-F238E27FC236}">
                <a16:creationId xmlns:a16="http://schemas.microsoft.com/office/drawing/2014/main" id="{D92648FE-B163-495C-BE7D-44B8FCEAB296}"/>
              </a:ext>
            </a:extLst>
          </p:cNvPr>
          <p:cNvSpPr>
            <a:spLocks xmlns:a="http://schemas.openxmlformats.org/drawingml/2006/main" noGrp="1"/>
          </p:cNvSpPr>
          <p:nvPr/>
        </p:nvSpPr>
        <p:spPr>
          <a:xfrm xmlns:a="http://schemas.openxmlformats.org/drawingml/2006/main" rot="0">
            <a:off x="5781675" y="7772400"/>
            <a:ext cx="342900" cy="200025"/>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xmlns:a="http://schemas.openxmlformats.org/drawingml/2006/main">
            <a:pPr algn="ctr">
              <a:defRPr sz="1200" b="0">
                <a:solidFill>
                  <a:srgbClr val="000000"/>
                </a:solidFill>
                <a:latin typeface="Arial"/>
                <a:ea typeface="Arial"/>
                <a:cs typeface="Arial"/>
              </a:defRPr>
            </a:pPr>
            <a:r>
              <a:rPr sz="1200" b="0">
                <a:solidFill>
                  <a:srgbClr val="000000"/>
                </a:solidFill>
                <a:latin typeface="Arial"/>
                <a:ea typeface="Arial"/>
                <a:cs typeface="Arial"/>
              </a:rPr>
              <a:t>0.5</a:t>
            </a:r>
          </a:p>
        </p:txBody>
      </p:sp>
      <p:sp>
        <p:nvSpPr>
          <p:cNvPr id="53" name="text_052">
            <a:extLst xmlns:a="http://schemas.openxmlformats.org/drawingml/2006/main">
              <a:ext uri="{FF2B5EF4-FFF2-40B4-BE49-F238E27FC236}">
                <a16:creationId xmlns:a16="http://schemas.microsoft.com/office/drawing/2014/main" id="{2E837758-8B84-4170-8865-05A9FFF513E8}"/>
              </a:ext>
            </a:extLst>
          </p:cNvPr>
          <p:cNvSpPr>
            <a:spLocks xmlns:a="http://schemas.openxmlformats.org/drawingml/2006/main" noGrp="1"/>
          </p:cNvSpPr>
          <p:nvPr/>
        </p:nvSpPr>
        <p:spPr>
          <a:xfrm xmlns:a="http://schemas.openxmlformats.org/drawingml/2006/main" rot="0">
            <a:off x="7210425" y="7772400"/>
            <a:ext cx="342900" cy="200025"/>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xmlns:a="http://schemas.openxmlformats.org/drawingml/2006/main">
            <a:pPr algn="ctr">
              <a:defRPr sz="1200" b="0">
                <a:solidFill>
                  <a:srgbClr val="000000"/>
                </a:solidFill>
                <a:latin typeface="Arial"/>
                <a:ea typeface="Arial"/>
                <a:cs typeface="Arial"/>
              </a:defRPr>
            </a:pPr>
            <a:r>
              <a:rPr sz="1200" b="0">
                <a:solidFill>
                  <a:srgbClr val="000000"/>
                </a:solidFill>
                <a:latin typeface="Arial"/>
                <a:ea typeface="Arial"/>
                <a:cs typeface="Arial"/>
              </a:rPr>
              <a:t>1</a:t>
            </a:r>
          </a:p>
        </p:txBody>
      </p:sp>
      <p:sp>
        <p:nvSpPr>
          <p:cNvPr id="54" name="text_053">
            <a:extLst xmlns:a="http://schemas.openxmlformats.org/drawingml/2006/main">
              <a:ext uri="{FF2B5EF4-FFF2-40B4-BE49-F238E27FC236}">
                <a16:creationId xmlns:a16="http://schemas.microsoft.com/office/drawing/2014/main" id="{4CD812BE-BF74-45FC-8F49-39B08A4D66CC}"/>
              </a:ext>
            </a:extLst>
          </p:cNvPr>
          <p:cNvSpPr>
            <a:spLocks xmlns:a="http://schemas.openxmlformats.org/drawingml/2006/main" noGrp="1"/>
          </p:cNvSpPr>
          <p:nvPr/>
        </p:nvSpPr>
        <p:spPr>
          <a:xfrm xmlns:a="http://schemas.openxmlformats.org/drawingml/2006/main" rot="0">
            <a:off x="4010025" y="8020050"/>
            <a:ext cx="3714750" cy="22860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275" b="0">
                <a:solidFill>
                  <a:srgbClr val="000000"/>
                </a:solidFill>
                <a:latin typeface="Arial"/>
                <a:ea typeface="Arial"/>
                <a:cs typeface="Arial"/>
              </a:defRPr>
            </a:defPPr>
            <a:lvl1pPr algn="ctr">
              <a:defRPr sz="1275" b="0">
                <a:solidFill>
                  <a:srgbClr val="000000"/>
                </a:solidFill>
                <a:latin typeface="Arial"/>
                <a:ea typeface="Arial"/>
                <a:cs typeface="Arial"/>
              </a:defRPr>
            </a:lvl1pPr>
            <a:lvl2pPr algn="ctr">
              <a:defRPr sz="1275" b="0">
                <a:solidFill>
                  <a:srgbClr val="000000"/>
                </a:solidFill>
                <a:latin typeface="Arial"/>
                <a:ea typeface="Arial"/>
                <a:cs typeface="Arial"/>
              </a:defRPr>
            </a:lvl2pPr>
            <a:lvl3pPr algn="ctr">
              <a:defRPr sz="1275" b="0">
                <a:solidFill>
                  <a:srgbClr val="000000"/>
                </a:solidFill>
                <a:latin typeface="Arial"/>
                <a:ea typeface="Arial"/>
                <a:cs typeface="Arial"/>
              </a:defRPr>
            </a:lvl3pPr>
            <a:lvl4pPr algn="ctr">
              <a:defRPr sz="1275" b="0">
                <a:solidFill>
                  <a:srgbClr val="000000"/>
                </a:solidFill>
                <a:latin typeface="Arial"/>
                <a:ea typeface="Arial"/>
                <a:cs typeface="Arial"/>
              </a:defRPr>
            </a:lvl4pPr>
            <a:lvl5pPr algn="ctr">
              <a:defRPr sz="1275" b="0">
                <a:solidFill>
                  <a:srgbClr val="000000"/>
                </a:solidFill>
                <a:latin typeface="Arial"/>
                <a:ea typeface="Arial"/>
                <a:cs typeface="Arial"/>
              </a:defRPr>
            </a:lvl5pPr>
            <a:lvl6pPr algn="ctr">
              <a:defRPr sz="1275" b="0">
                <a:solidFill>
                  <a:srgbClr val="000000"/>
                </a:solidFill>
                <a:latin typeface="Arial"/>
                <a:ea typeface="Arial"/>
                <a:cs typeface="Arial"/>
              </a:defRPr>
            </a:lvl6pPr>
            <a:lvl7pPr algn="ctr">
              <a:defRPr sz="1275" b="0">
                <a:solidFill>
                  <a:srgbClr val="000000"/>
                </a:solidFill>
                <a:latin typeface="Arial"/>
                <a:ea typeface="Arial"/>
                <a:cs typeface="Arial"/>
              </a:defRPr>
            </a:lvl7pPr>
            <a:lvl8pPr algn="ctr">
              <a:defRPr sz="1275" b="0">
                <a:solidFill>
                  <a:srgbClr val="000000"/>
                </a:solidFill>
                <a:latin typeface="Arial"/>
                <a:ea typeface="Arial"/>
                <a:cs typeface="Arial"/>
              </a:defRPr>
            </a:lvl8pPr>
            <a:lvl9pPr algn="ctr">
              <a:defRPr sz="1275" b="0">
                <a:solidFill>
                  <a:srgbClr val="000000"/>
                </a:solidFill>
                <a:latin typeface="Arial"/>
                <a:ea typeface="Arial"/>
                <a:cs typeface="Arial"/>
              </a:defRPr>
            </a:lvl9pPr>
          </a:lstStyle>
          <a:p xmlns:a="http://schemas.openxmlformats.org/drawingml/2006/main">
            <a:pPr algn="ctr">
              <a:defRPr sz="1275" b="0">
                <a:solidFill>
                  <a:srgbClr val="000000"/>
                </a:solidFill>
                <a:latin typeface="Arial"/>
                <a:ea typeface="Arial"/>
                <a:cs typeface="Arial"/>
              </a:defRPr>
            </a:pPr>
            <a:r>
              <a:rPr sz="1275" b="0">
                <a:solidFill>
                  <a:srgbClr val="000000"/>
                </a:solidFill>
                <a:latin typeface="Arial"/>
                <a:ea typeface="Arial"/>
                <a:cs typeface="Arial"/>
              </a:rPr>
              <a:t>Normalized x along fixed reference axis</a:t>
            </a:r>
          </a:p>
        </p:txBody>
      </p:sp>
      <p:sp>
        <p:nvSpPr>
          <p:cNvPr id="55" name="text_054">
            <a:extLst xmlns:a="http://schemas.openxmlformats.org/drawingml/2006/main">
              <a:ext uri="{FF2B5EF4-FFF2-40B4-BE49-F238E27FC236}">
                <a16:creationId xmlns:a16="http://schemas.microsoft.com/office/drawing/2014/main" id="{CD010770-2D93-48BA-B285-C5F1D2670940}"/>
              </a:ext>
            </a:extLst>
          </p:cNvPr>
          <p:cNvSpPr>
            <a:spLocks xmlns:a="http://schemas.openxmlformats.org/drawingml/2006/main" noGrp="1"/>
          </p:cNvSpPr>
          <p:nvPr/>
        </p:nvSpPr>
        <p:spPr>
          <a:xfrm xmlns:a="http://schemas.openxmlformats.org/drawingml/2006/main" rot="0">
            <a:off x="4010025" y="8439150"/>
            <a:ext cx="3762375" cy="219075"/>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125" b="0">
                <a:solidFill>
                  <a:srgbClr val="000000"/>
                </a:solidFill>
                <a:latin typeface="Arial"/>
                <a:ea typeface="Arial"/>
                <a:cs typeface="Arial"/>
              </a:defRPr>
            </a:defPPr>
            <a:lvl1pPr algn="l">
              <a:defRPr sz="1125" b="0">
                <a:solidFill>
                  <a:srgbClr val="000000"/>
                </a:solidFill>
                <a:latin typeface="Arial"/>
                <a:ea typeface="Arial"/>
                <a:cs typeface="Arial"/>
              </a:defRPr>
            </a:lvl1pPr>
            <a:lvl2pPr algn="l">
              <a:defRPr sz="1125" b="0">
                <a:solidFill>
                  <a:srgbClr val="000000"/>
                </a:solidFill>
                <a:latin typeface="Arial"/>
                <a:ea typeface="Arial"/>
                <a:cs typeface="Arial"/>
              </a:defRPr>
            </a:lvl2pPr>
            <a:lvl3pPr algn="l">
              <a:defRPr sz="1125" b="0">
                <a:solidFill>
                  <a:srgbClr val="000000"/>
                </a:solidFill>
                <a:latin typeface="Arial"/>
                <a:ea typeface="Arial"/>
                <a:cs typeface="Arial"/>
              </a:defRPr>
            </a:lvl3pPr>
            <a:lvl4pPr algn="l">
              <a:defRPr sz="1125" b="0">
                <a:solidFill>
                  <a:srgbClr val="000000"/>
                </a:solidFill>
                <a:latin typeface="Arial"/>
                <a:ea typeface="Arial"/>
                <a:cs typeface="Arial"/>
              </a:defRPr>
            </a:lvl4pPr>
            <a:lvl5pPr algn="l">
              <a:defRPr sz="1125" b="0">
                <a:solidFill>
                  <a:srgbClr val="000000"/>
                </a:solidFill>
                <a:latin typeface="Arial"/>
                <a:ea typeface="Arial"/>
                <a:cs typeface="Arial"/>
              </a:defRPr>
            </a:lvl5pPr>
            <a:lvl6pPr algn="l">
              <a:defRPr sz="1125" b="0">
                <a:solidFill>
                  <a:srgbClr val="000000"/>
                </a:solidFill>
                <a:latin typeface="Arial"/>
                <a:ea typeface="Arial"/>
                <a:cs typeface="Arial"/>
              </a:defRPr>
            </a:lvl6pPr>
            <a:lvl7pPr algn="l">
              <a:defRPr sz="1125" b="0">
                <a:solidFill>
                  <a:srgbClr val="000000"/>
                </a:solidFill>
                <a:latin typeface="Arial"/>
                <a:ea typeface="Arial"/>
                <a:cs typeface="Arial"/>
              </a:defRPr>
            </a:lvl7pPr>
            <a:lvl8pPr algn="l">
              <a:defRPr sz="1125" b="0">
                <a:solidFill>
                  <a:srgbClr val="000000"/>
                </a:solidFill>
                <a:latin typeface="Arial"/>
                <a:ea typeface="Arial"/>
                <a:cs typeface="Arial"/>
              </a:defRPr>
            </a:lvl8pPr>
            <a:lvl9pPr algn="l">
              <a:defRPr sz="1125" b="0">
                <a:solidFill>
                  <a:srgbClr val="000000"/>
                </a:solidFill>
                <a:latin typeface="Arial"/>
                <a:ea typeface="Arial"/>
                <a:cs typeface="Arial"/>
              </a:defRPr>
            </a:lvl9pPr>
          </a:lstStyle>
          <a:p xmlns:a="http://schemas.openxmlformats.org/drawingml/2006/main">
            <a:pPr algn="l">
              <a:defRPr sz="1125" b="0">
                <a:solidFill>
                  <a:srgbClr val="000000"/>
                </a:solidFill>
                <a:latin typeface="Arial"/>
                <a:ea typeface="Arial"/>
                <a:cs typeface="Arial"/>
              </a:defRPr>
            </a:pPr>
            <a:r>
              <a:rPr sz="1125" b="0">
                <a:solidFill>
                  <a:srgbClr val="000000"/>
                </a:solidFill>
                <a:latin typeface="Arial"/>
                <a:ea typeface="Arial"/>
                <a:cs typeface="Arial"/>
              </a:rPr>
              <a:t>f86: H=11.24% L; NMLE(R2)=1.003%</a:t>
            </a:r>
          </a:p>
        </p:txBody>
      </p:sp>
      <p:sp>
        <p:nvSpPr>
          <p:cNvPr id="56" name="text_055">
            <a:extLst xmlns:a="http://schemas.openxmlformats.org/drawingml/2006/main">
              <a:ext uri="{FF2B5EF4-FFF2-40B4-BE49-F238E27FC236}">
                <a16:creationId xmlns:a16="http://schemas.microsoft.com/office/drawing/2014/main" id="{371D539D-58E7-4C95-A85D-3190BB0FCC4B}"/>
              </a:ext>
            </a:extLst>
          </p:cNvPr>
          <p:cNvSpPr>
            <a:spLocks xmlns:a="http://schemas.openxmlformats.org/drawingml/2006/main" noGrp="1"/>
          </p:cNvSpPr>
          <p:nvPr/>
        </p:nvSpPr>
        <p:spPr>
          <a:xfrm xmlns:a="http://schemas.openxmlformats.org/drawingml/2006/main" rot="0">
            <a:off x="7915275" y="5715000"/>
            <a:ext cx="3810000" cy="26670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650" b="1">
                <a:solidFill>
                  <a:srgbClr val="000000"/>
                </a:solidFill>
                <a:latin typeface="Arial"/>
                <a:ea typeface="Arial"/>
                <a:cs typeface="Arial"/>
              </a:defRPr>
            </a:defPPr>
            <a:lvl1pPr algn="l">
              <a:defRPr sz="1650" b="1">
                <a:solidFill>
                  <a:srgbClr val="000000"/>
                </a:solidFill>
                <a:latin typeface="Arial"/>
                <a:ea typeface="Arial"/>
                <a:cs typeface="Arial"/>
              </a:defRPr>
            </a:lvl1pPr>
            <a:lvl2pPr algn="l">
              <a:defRPr sz="1650" b="1">
                <a:solidFill>
                  <a:srgbClr val="000000"/>
                </a:solidFill>
                <a:latin typeface="Arial"/>
                <a:ea typeface="Arial"/>
                <a:cs typeface="Arial"/>
              </a:defRPr>
            </a:lvl2pPr>
            <a:lvl3pPr algn="l">
              <a:defRPr sz="1650" b="1">
                <a:solidFill>
                  <a:srgbClr val="000000"/>
                </a:solidFill>
                <a:latin typeface="Arial"/>
                <a:ea typeface="Arial"/>
                <a:cs typeface="Arial"/>
              </a:defRPr>
            </a:lvl3pPr>
            <a:lvl4pPr algn="l">
              <a:defRPr sz="1650" b="1">
                <a:solidFill>
                  <a:srgbClr val="000000"/>
                </a:solidFill>
                <a:latin typeface="Arial"/>
                <a:ea typeface="Arial"/>
                <a:cs typeface="Arial"/>
              </a:defRPr>
            </a:lvl4pPr>
            <a:lvl5pPr algn="l">
              <a:defRPr sz="1650" b="1">
                <a:solidFill>
                  <a:srgbClr val="000000"/>
                </a:solidFill>
                <a:latin typeface="Arial"/>
                <a:ea typeface="Arial"/>
                <a:cs typeface="Arial"/>
              </a:defRPr>
            </a:lvl5pPr>
            <a:lvl6pPr algn="l">
              <a:defRPr sz="1650" b="1">
                <a:solidFill>
                  <a:srgbClr val="000000"/>
                </a:solidFill>
                <a:latin typeface="Arial"/>
                <a:ea typeface="Arial"/>
                <a:cs typeface="Arial"/>
              </a:defRPr>
            </a:lvl6pPr>
            <a:lvl7pPr algn="l">
              <a:defRPr sz="1650" b="1">
                <a:solidFill>
                  <a:srgbClr val="000000"/>
                </a:solidFill>
                <a:latin typeface="Arial"/>
                <a:ea typeface="Arial"/>
                <a:cs typeface="Arial"/>
              </a:defRPr>
            </a:lvl7pPr>
            <a:lvl8pPr algn="l">
              <a:defRPr sz="1650" b="1">
                <a:solidFill>
                  <a:srgbClr val="000000"/>
                </a:solidFill>
                <a:latin typeface="Arial"/>
                <a:ea typeface="Arial"/>
                <a:cs typeface="Arial"/>
              </a:defRPr>
            </a:lvl8pPr>
            <a:lvl9pPr algn="l">
              <a:defRPr sz="1650" b="1">
                <a:solidFill>
                  <a:srgbClr val="000000"/>
                </a:solidFill>
                <a:latin typeface="Arial"/>
                <a:ea typeface="Arial"/>
                <a:cs typeface="Arial"/>
              </a:defRPr>
            </a:lvl9pPr>
          </a:lstStyle>
          <a:p xmlns:a="http://schemas.openxmlformats.org/drawingml/2006/main">
            <a:pPr algn="l">
              <a:defRPr sz="1650" b="1">
                <a:solidFill>
                  <a:srgbClr val="000000"/>
                </a:solidFill>
                <a:latin typeface="Arial"/>
                <a:ea typeface="Arial"/>
                <a:cs typeface="Arial"/>
              </a:defRPr>
            </a:pPr>
            <a:r>
              <a:rPr sz="1650" b="1">
                <a:solidFill>
                  <a:srgbClr val="000000"/>
                </a:solidFill>
                <a:latin typeface="Arial"/>
                <a:ea typeface="Arial"/>
                <a:cs typeface="Arial"/>
              </a:rPr>
              <a:t>(f) Saved scalar profiles, same frame</a:t>
            </a:r>
          </a:p>
        </p:txBody>
      </p:sp>
      <p:sp>
        <p:nvSpPr>
          <p:cNvPr id="57" name="rect_056">
            <a:extLst xmlns:a="http://schemas.openxmlformats.org/drawingml/2006/main">
              <a:ext uri="{FF2B5EF4-FFF2-40B4-BE49-F238E27FC236}">
                <a16:creationId xmlns:a16="http://schemas.microsoft.com/office/drawing/2014/main" id="{A1409A1C-7A48-4B37-8F0A-8D70AF17D889}"/>
              </a:ext>
            </a:extLst>
          </p:cNvPr>
          <p:cNvSpPr>
            <a:spLocks xmlns:a="http://schemas.openxmlformats.org/drawingml/2006/main" noGrp="1"/>
          </p:cNvSpPr>
          <p:nvPr/>
        </p:nvSpPr>
        <p:spPr>
          <a:xfrm xmlns:a="http://schemas.openxmlformats.org/drawingml/2006/main" rot="0">
            <a:off x="8524875" y="6200775"/>
            <a:ext cx="2924175" cy="1524000"/>
          </a:xfrm>
          <a:prstGeom xmlns:a="http://schemas.openxmlformats.org/drawingml/2006/main" prst="rect">
            <a:avLst/>
          </a:prstGeom>
          <a:noFill xmlns:a="http://schemas.openxmlformats.org/drawingml/2006/main"/>
          <a:ln xmlns:a="http://schemas.openxmlformats.org/drawingml/2006/main" w="6668">
            <a:solidFill>
              <a:srgbClr val="7B8790"/>
            </a:solidFill>
            <a:prstDash val="solid"/>
          </a:ln>
        </p:spPr>
      </p:sp>
      <p:sp>
        <p:nvSpPr>
          <p:cNvPr id="58" name="text_057">
            <a:extLst xmlns:a="http://schemas.openxmlformats.org/drawingml/2006/main">
              <a:ext uri="{FF2B5EF4-FFF2-40B4-BE49-F238E27FC236}">
                <a16:creationId xmlns:a16="http://schemas.microsoft.com/office/drawing/2014/main" id="{8D8DA81F-28E0-4B4C-98E1-BC2C7F1C14F3}"/>
              </a:ext>
            </a:extLst>
          </p:cNvPr>
          <p:cNvSpPr>
            <a:spLocks xmlns:a="http://schemas.openxmlformats.org/drawingml/2006/main" noGrp="1"/>
          </p:cNvSpPr>
          <p:nvPr/>
        </p:nvSpPr>
        <p:spPr>
          <a:xfrm xmlns:a="http://schemas.openxmlformats.org/drawingml/2006/main" rot="0">
            <a:off x="8296275" y="7772400"/>
            <a:ext cx="457200" cy="200025"/>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xmlns:a="http://schemas.openxmlformats.org/drawingml/2006/main">
            <a:pPr algn="ctr">
              <a:defRPr sz="1200" b="0">
                <a:solidFill>
                  <a:srgbClr val="000000"/>
                </a:solidFill>
                <a:latin typeface="Arial"/>
                <a:ea typeface="Arial"/>
                <a:cs typeface="Arial"/>
              </a:defRPr>
            </a:pPr>
            <a:r>
              <a:rPr sz="1200" b="0">
                <a:solidFill>
                  <a:srgbClr val="000000"/>
                </a:solidFill>
                <a:latin typeface="Arial"/>
                <a:ea typeface="Arial"/>
                <a:cs typeface="Arial"/>
              </a:rPr>
              <a:t>0</a:t>
            </a:r>
          </a:p>
        </p:txBody>
      </p:sp>
      <p:sp>
        <p:nvSpPr>
          <p:cNvPr id="59" name="line_058">
            <a:extLst xmlns:a="http://schemas.openxmlformats.org/drawingml/2006/main">
              <a:ext uri="{FF2B5EF4-FFF2-40B4-BE49-F238E27FC236}">
                <a16:creationId xmlns:a16="http://schemas.microsoft.com/office/drawing/2014/main" id="{C5FE29E2-995C-4ABE-8850-B829CC96B89D}"/>
              </a:ext>
            </a:extLst>
          </p:cNvPr>
          <p:cNvSpPr>
            <a:spLocks xmlns:a="http://schemas.openxmlformats.org/drawingml/2006/main" noGrp="1"/>
          </p:cNvSpPr>
          <p:nvPr/>
        </p:nvSpPr>
        <p:spPr>
          <a:xfrm xmlns:a="http://schemas.openxmlformats.org/drawingml/2006/main">
            <a:off x="8524875" y="7724775"/>
            <a:ext cx="95" cy="38100"/>
          </a:xfrm>
          <a:custGeom xmlns:a="http://schemas.openxmlformats.org/drawingml/2006/main">
            <a:pathLst>
              <a:path w="95" h="38100">
                <a:moveTo>
                  <a:pt x="0" y="0"/>
                </a:moveTo>
                <a:lnTo>
                  <a:pt x="0" y="38100"/>
                </a:lnTo>
              </a:path>
            </a:pathLst>
          </a:custGeom>
          <a:noFill xmlns:a="http://schemas.openxmlformats.org/drawingml/2006/main"/>
          <a:ln xmlns:a="http://schemas.openxmlformats.org/drawingml/2006/main" w="6668">
            <a:solidFill>
              <a:srgbClr val="000000"/>
            </a:solidFill>
            <a:prstDash val="solid"/>
          </a:ln>
        </p:spPr>
      </p:sp>
      <p:sp>
        <p:nvSpPr>
          <p:cNvPr id="60" name="text_059">
            <a:extLst xmlns:a="http://schemas.openxmlformats.org/drawingml/2006/main">
              <a:ext uri="{FF2B5EF4-FFF2-40B4-BE49-F238E27FC236}">
                <a16:creationId xmlns:a16="http://schemas.microsoft.com/office/drawing/2014/main" id="{E271F3AE-7DCF-4ED9-88CD-4795000FD6E8}"/>
              </a:ext>
            </a:extLst>
          </p:cNvPr>
          <p:cNvSpPr>
            <a:spLocks xmlns:a="http://schemas.openxmlformats.org/drawingml/2006/main" noGrp="1"/>
          </p:cNvSpPr>
          <p:nvPr/>
        </p:nvSpPr>
        <p:spPr>
          <a:xfrm xmlns:a="http://schemas.openxmlformats.org/drawingml/2006/main" rot="0">
            <a:off x="9758363" y="7772400"/>
            <a:ext cx="457200" cy="200025"/>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xmlns:a="http://schemas.openxmlformats.org/drawingml/2006/main">
            <a:pPr algn="ctr">
              <a:defRPr sz="1200" b="0">
                <a:solidFill>
                  <a:srgbClr val="000000"/>
                </a:solidFill>
                <a:latin typeface="Arial"/>
                <a:ea typeface="Arial"/>
                <a:cs typeface="Arial"/>
              </a:defRPr>
            </a:pPr>
            <a:r>
              <a:rPr sz="1200" b="0">
                <a:solidFill>
                  <a:srgbClr val="000000"/>
                </a:solidFill>
                <a:latin typeface="Arial"/>
                <a:ea typeface="Arial"/>
                <a:cs typeface="Arial"/>
              </a:rPr>
              <a:t>0.5</a:t>
            </a:r>
          </a:p>
        </p:txBody>
      </p:sp>
      <p:sp>
        <p:nvSpPr>
          <p:cNvPr id="61" name="line_060">
            <a:extLst xmlns:a="http://schemas.openxmlformats.org/drawingml/2006/main">
              <a:ext uri="{FF2B5EF4-FFF2-40B4-BE49-F238E27FC236}">
                <a16:creationId xmlns:a16="http://schemas.microsoft.com/office/drawing/2014/main" id="{7E78C108-994B-4684-9348-C9BF780060C7}"/>
              </a:ext>
            </a:extLst>
          </p:cNvPr>
          <p:cNvSpPr>
            <a:spLocks xmlns:a="http://schemas.openxmlformats.org/drawingml/2006/main" noGrp="1"/>
          </p:cNvSpPr>
          <p:nvPr/>
        </p:nvSpPr>
        <p:spPr>
          <a:xfrm xmlns:a="http://schemas.openxmlformats.org/drawingml/2006/main">
            <a:off x="9986963" y="7724775"/>
            <a:ext cx="95" cy="38100"/>
          </a:xfrm>
          <a:custGeom xmlns:a="http://schemas.openxmlformats.org/drawingml/2006/main">
            <a:pathLst>
              <a:path w="95" h="38100">
                <a:moveTo>
                  <a:pt x="0" y="0"/>
                </a:moveTo>
                <a:lnTo>
                  <a:pt x="0" y="38100"/>
                </a:lnTo>
              </a:path>
            </a:pathLst>
          </a:custGeom>
          <a:noFill xmlns:a="http://schemas.openxmlformats.org/drawingml/2006/main"/>
          <a:ln xmlns:a="http://schemas.openxmlformats.org/drawingml/2006/main" w="6668">
            <a:solidFill>
              <a:srgbClr val="000000"/>
            </a:solidFill>
            <a:prstDash val="solid"/>
          </a:ln>
        </p:spPr>
      </p:sp>
      <p:sp>
        <p:nvSpPr>
          <p:cNvPr id="62" name="text_061">
            <a:extLst xmlns:a="http://schemas.openxmlformats.org/drawingml/2006/main">
              <a:ext uri="{FF2B5EF4-FFF2-40B4-BE49-F238E27FC236}">
                <a16:creationId xmlns:a16="http://schemas.microsoft.com/office/drawing/2014/main" id="{24A7B85D-15D6-414D-A72F-AA5763FF1429}"/>
              </a:ext>
            </a:extLst>
          </p:cNvPr>
          <p:cNvSpPr>
            <a:spLocks xmlns:a="http://schemas.openxmlformats.org/drawingml/2006/main" noGrp="1"/>
          </p:cNvSpPr>
          <p:nvPr/>
        </p:nvSpPr>
        <p:spPr>
          <a:xfrm xmlns:a="http://schemas.openxmlformats.org/drawingml/2006/main" rot="0">
            <a:off x="11220450" y="7772400"/>
            <a:ext cx="457200" cy="200025"/>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xmlns:a="http://schemas.openxmlformats.org/drawingml/2006/main">
            <a:pPr algn="ctr">
              <a:defRPr sz="1200" b="0">
                <a:solidFill>
                  <a:srgbClr val="000000"/>
                </a:solidFill>
                <a:latin typeface="Arial"/>
                <a:ea typeface="Arial"/>
                <a:cs typeface="Arial"/>
              </a:defRPr>
            </a:pPr>
            <a:r>
              <a:rPr sz="1200" b="0">
                <a:solidFill>
                  <a:srgbClr val="000000"/>
                </a:solidFill>
                <a:latin typeface="Arial"/>
                <a:ea typeface="Arial"/>
                <a:cs typeface="Arial"/>
              </a:rPr>
              <a:t>1</a:t>
            </a:r>
          </a:p>
        </p:txBody>
      </p:sp>
      <p:sp>
        <p:nvSpPr>
          <p:cNvPr id="63" name="line_062">
            <a:extLst xmlns:a="http://schemas.openxmlformats.org/drawingml/2006/main">
              <a:ext uri="{FF2B5EF4-FFF2-40B4-BE49-F238E27FC236}">
                <a16:creationId xmlns:a16="http://schemas.microsoft.com/office/drawing/2014/main" id="{C0848030-C3FB-4438-B4BF-BC59A5F7DD64}"/>
              </a:ext>
            </a:extLst>
          </p:cNvPr>
          <p:cNvSpPr>
            <a:spLocks xmlns:a="http://schemas.openxmlformats.org/drawingml/2006/main" noGrp="1"/>
          </p:cNvSpPr>
          <p:nvPr/>
        </p:nvSpPr>
        <p:spPr>
          <a:xfrm xmlns:a="http://schemas.openxmlformats.org/drawingml/2006/main">
            <a:off x="11449050" y="7724775"/>
            <a:ext cx="95" cy="38100"/>
          </a:xfrm>
          <a:custGeom xmlns:a="http://schemas.openxmlformats.org/drawingml/2006/main">
            <a:pathLst>
              <a:path w="95" h="38100">
                <a:moveTo>
                  <a:pt x="0" y="0"/>
                </a:moveTo>
                <a:lnTo>
                  <a:pt x="0" y="38100"/>
                </a:lnTo>
              </a:path>
            </a:pathLst>
          </a:custGeom>
          <a:noFill xmlns:a="http://schemas.openxmlformats.org/drawingml/2006/main"/>
          <a:ln xmlns:a="http://schemas.openxmlformats.org/drawingml/2006/main" w="6668">
            <a:solidFill>
              <a:srgbClr val="000000"/>
            </a:solidFill>
            <a:prstDash val="solid"/>
          </a:ln>
        </p:spPr>
      </p:sp>
      <p:sp>
        <p:nvSpPr>
          <p:cNvPr id="64" name="text_063">
            <a:extLst xmlns:a="http://schemas.openxmlformats.org/drawingml/2006/main">
              <a:ext uri="{FF2B5EF4-FFF2-40B4-BE49-F238E27FC236}">
                <a16:creationId xmlns:a16="http://schemas.microsoft.com/office/drawing/2014/main" id="{D75A5F28-204E-4CE5-B933-883B9B68ECEE}"/>
              </a:ext>
            </a:extLst>
          </p:cNvPr>
          <p:cNvSpPr>
            <a:spLocks xmlns:a="http://schemas.openxmlformats.org/drawingml/2006/main" noGrp="1"/>
          </p:cNvSpPr>
          <p:nvPr/>
        </p:nvSpPr>
        <p:spPr>
          <a:xfrm xmlns:a="http://schemas.openxmlformats.org/drawingml/2006/main" rot="0">
            <a:off x="8001000" y="7638597"/>
            <a:ext cx="457200" cy="200025"/>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r">
              <a:defRPr sz="1200" b="0">
                <a:solidFill>
                  <a:srgbClr val="000000"/>
                </a:solidFill>
                <a:latin typeface="Arial"/>
                <a:ea typeface="Arial"/>
                <a:cs typeface="Arial"/>
              </a:defRPr>
            </a:defPPr>
            <a:lvl1pPr algn="r">
              <a:defRPr sz="1200" b="0">
                <a:solidFill>
                  <a:srgbClr val="000000"/>
                </a:solidFill>
                <a:latin typeface="Arial"/>
                <a:ea typeface="Arial"/>
                <a:cs typeface="Arial"/>
              </a:defRPr>
            </a:lvl1pPr>
            <a:lvl2pPr algn="r">
              <a:defRPr sz="1200" b="0">
                <a:solidFill>
                  <a:srgbClr val="000000"/>
                </a:solidFill>
                <a:latin typeface="Arial"/>
                <a:ea typeface="Arial"/>
                <a:cs typeface="Arial"/>
              </a:defRPr>
            </a:lvl2pPr>
            <a:lvl3pPr algn="r">
              <a:defRPr sz="1200" b="0">
                <a:solidFill>
                  <a:srgbClr val="000000"/>
                </a:solidFill>
                <a:latin typeface="Arial"/>
                <a:ea typeface="Arial"/>
                <a:cs typeface="Arial"/>
              </a:defRPr>
            </a:lvl3pPr>
            <a:lvl4pPr algn="r">
              <a:defRPr sz="1200" b="0">
                <a:solidFill>
                  <a:srgbClr val="000000"/>
                </a:solidFill>
                <a:latin typeface="Arial"/>
                <a:ea typeface="Arial"/>
                <a:cs typeface="Arial"/>
              </a:defRPr>
            </a:lvl4pPr>
            <a:lvl5pPr algn="r">
              <a:defRPr sz="1200" b="0">
                <a:solidFill>
                  <a:srgbClr val="000000"/>
                </a:solidFill>
                <a:latin typeface="Arial"/>
                <a:ea typeface="Arial"/>
                <a:cs typeface="Arial"/>
              </a:defRPr>
            </a:lvl5pPr>
            <a:lvl6pPr algn="r">
              <a:defRPr sz="1200" b="0">
                <a:solidFill>
                  <a:srgbClr val="000000"/>
                </a:solidFill>
                <a:latin typeface="Arial"/>
                <a:ea typeface="Arial"/>
                <a:cs typeface="Arial"/>
              </a:defRPr>
            </a:lvl6pPr>
            <a:lvl7pPr algn="r">
              <a:defRPr sz="1200" b="0">
                <a:solidFill>
                  <a:srgbClr val="000000"/>
                </a:solidFill>
                <a:latin typeface="Arial"/>
                <a:ea typeface="Arial"/>
                <a:cs typeface="Arial"/>
              </a:defRPr>
            </a:lvl7pPr>
            <a:lvl8pPr algn="r">
              <a:defRPr sz="1200" b="0">
                <a:solidFill>
                  <a:srgbClr val="000000"/>
                </a:solidFill>
                <a:latin typeface="Arial"/>
                <a:ea typeface="Arial"/>
                <a:cs typeface="Arial"/>
              </a:defRPr>
            </a:lvl8pPr>
            <a:lvl9pPr algn="r">
              <a:defRPr sz="1200" b="0">
                <a:solidFill>
                  <a:srgbClr val="000000"/>
                </a:solidFill>
                <a:latin typeface="Arial"/>
                <a:ea typeface="Arial"/>
                <a:cs typeface="Arial"/>
              </a:defRPr>
            </a:lvl9pPr>
          </a:lstStyle>
          <a:p xmlns:a="http://schemas.openxmlformats.org/drawingml/2006/main">
            <a:pPr algn="r">
              <a:defRPr sz="1200" b="0">
                <a:solidFill>
                  <a:srgbClr val="000000"/>
                </a:solidFill>
                <a:latin typeface="Arial"/>
                <a:ea typeface="Arial"/>
                <a:cs typeface="Arial"/>
              </a:defRPr>
            </a:pPr>
            <a:r>
              <a:rPr sz="1200" b="0">
                <a:solidFill>
                  <a:srgbClr val="000000"/>
                </a:solidFill>
                <a:latin typeface="Arial"/>
                <a:ea typeface="Arial"/>
                <a:cs typeface="Arial"/>
              </a:rPr>
              <a:t>-2.11</a:t>
            </a:r>
          </a:p>
        </p:txBody>
      </p:sp>
      <p:sp>
        <p:nvSpPr>
          <p:cNvPr id="65" name="line_064">
            <a:extLst xmlns:a="http://schemas.openxmlformats.org/drawingml/2006/main">
              <a:ext uri="{FF2B5EF4-FFF2-40B4-BE49-F238E27FC236}">
                <a16:creationId xmlns:a16="http://schemas.microsoft.com/office/drawing/2014/main" id="{0D0C371E-ECE0-41C8-94B1-07727FAA72C7}"/>
              </a:ext>
            </a:extLst>
          </p:cNvPr>
          <p:cNvSpPr>
            <a:spLocks xmlns:a="http://schemas.openxmlformats.org/drawingml/2006/main" noGrp="1"/>
          </p:cNvSpPr>
          <p:nvPr/>
        </p:nvSpPr>
        <p:spPr>
          <a:xfrm xmlns:a="http://schemas.openxmlformats.org/drawingml/2006/main">
            <a:off x="8486775" y="7724322"/>
            <a:ext cx="38100" cy="95"/>
          </a:xfrm>
          <a:custGeom xmlns:a="http://schemas.openxmlformats.org/drawingml/2006/main">
            <a:pathLst>
              <a:path w="38100" h="95">
                <a:moveTo>
                  <a:pt x="0" y="0"/>
                </a:moveTo>
                <a:lnTo>
                  <a:pt x="38100" y="0"/>
                </a:lnTo>
              </a:path>
            </a:pathLst>
          </a:custGeom>
          <a:noFill xmlns:a="http://schemas.openxmlformats.org/drawingml/2006/main"/>
          <a:ln xmlns:a="http://schemas.openxmlformats.org/drawingml/2006/main" w="6668">
            <a:solidFill>
              <a:srgbClr val="000000"/>
            </a:solidFill>
            <a:prstDash val="solid"/>
          </a:ln>
        </p:spPr>
      </p:sp>
      <p:sp>
        <p:nvSpPr>
          <p:cNvPr id="66" name="text_065">
            <a:extLst xmlns:a="http://schemas.openxmlformats.org/drawingml/2006/main">
              <a:ext uri="{FF2B5EF4-FFF2-40B4-BE49-F238E27FC236}">
                <a16:creationId xmlns:a16="http://schemas.microsoft.com/office/drawing/2014/main" id="{A68BF60D-BA27-4D0E-BCB2-BC5BF920B4F6}"/>
              </a:ext>
            </a:extLst>
          </p:cNvPr>
          <p:cNvSpPr>
            <a:spLocks xmlns:a="http://schemas.openxmlformats.org/drawingml/2006/main" noGrp="1"/>
          </p:cNvSpPr>
          <p:nvPr/>
        </p:nvSpPr>
        <p:spPr>
          <a:xfrm xmlns:a="http://schemas.openxmlformats.org/drawingml/2006/main" rot="0">
            <a:off x="8001000" y="7217971"/>
            <a:ext cx="457200" cy="200025"/>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r">
              <a:defRPr sz="1200" b="0">
                <a:solidFill>
                  <a:srgbClr val="000000"/>
                </a:solidFill>
                <a:latin typeface="Arial"/>
                <a:ea typeface="Arial"/>
                <a:cs typeface="Arial"/>
              </a:defRPr>
            </a:defPPr>
            <a:lvl1pPr algn="r">
              <a:defRPr sz="1200" b="0">
                <a:solidFill>
                  <a:srgbClr val="000000"/>
                </a:solidFill>
                <a:latin typeface="Arial"/>
                <a:ea typeface="Arial"/>
                <a:cs typeface="Arial"/>
              </a:defRPr>
            </a:lvl1pPr>
            <a:lvl2pPr algn="r">
              <a:defRPr sz="1200" b="0">
                <a:solidFill>
                  <a:srgbClr val="000000"/>
                </a:solidFill>
                <a:latin typeface="Arial"/>
                <a:ea typeface="Arial"/>
                <a:cs typeface="Arial"/>
              </a:defRPr>
            </a:lvl2pPr>
            <a:lvl3pPr algn="r">
              <a:defRPr sz="1200" b="0">
                <a:solidFill>
                  <a:srgbClr val="000000"/>
                </a:solidFill>
                <a:latin typeface="Arial"/>
                <a:ea typeface="Arial"/>
                <a:cs typeface="Arial"/>
              </a:defRPr>
            </a:lvl3pPr>
            <a:lvl4pPr algn="r">
              <a:defRPr sz="1200" b="0">
                <a:solidFill>
                  <a:srgbClr val="000000"/>
                </a:solidFill>
                <a:latin typeface="Arial"/>
                <a:ea typeface="Arial"/>
                <a:cs typeface="Arial"/>
              </a:defRPr>
            </a:lvl4pPr>
            <a:lvl5pPr algn="r">
              <a:defRPr sz="1200" b="0">
                <a:solidFill>
                  <a:srgbClr val="000000"/>
                </a:solidFill>
                <a:latin typeface="Arial"/>
                <a:ea typeface="Arial"/>
                <a:cs typeface="Arial"/>
              </a:defRPr>
            </a:lvl5pPr>
            <a:lvl6pPr algn="r">
              <a:defRPr sz="1200" b="0">
                <a:solidFill>
                  <a:srgbClr val="000000"/>
                </a:solidFill>
                <a:latin typeface="Arial"/>
                <a:ea typeface="Arial"/>
                <a:cs typeface="Arial"/>
              </a:defRPr>
            </a:lvl6pPr>
            <a:lvl7pPr algn="r">
              <a:defRPr sz="1200" b="0">
                <a:solidFill>
                  <a:srgbClr val="000000"/>
                </a:solidFill>
                <a:latin typeface="Arial"/>
                <a:ea typeface="Arial"/>
                <a:cs typeface="Arial"/>
              </a:defRPr>
            </a:lvl7pPr>
            <a:lvl8pPr algn="r">
              <a:defRPr sz="1200" b="0">
                <a:solidFill>
                  <a:srgbClr val="000000"/>
                </a:solidFill>
                <a:latin typeface="Arial"/>
                <a:ea typeface="Arial"/>
                <a:cs typeface="Arial"/>
              </a:defRPr>
            </a:lvl8pPr>
            <a:lvl9pPr algn="r">
              <a:defRPr sz="1200" b="0">
                <a:solidFill>
                  <a:srgbClr val="000000"/>
                </a:solidFill>
                <a:latin typeface="Arial"/>
                <a:ea typeface="Arial"/>
                <a:cs typeface="Arial"/>
              </a:defRPr>
            </a:lvl9pPr>
          </a:lstStyle>
          <a:p xmlns:a="http://schemas.openxmlformats.org/drawingml/2006/main">
            <a:pPr algn="r">
              <a:defRPr sz="1200" b="0">
                <a:solidFill>
                  <a:srgbClr val="000000"/>
                </a:solidFill>
                <a:latin typeface="Arial"/>
                <a:ea typeface="Arial"/>
                <a:cs typeface="Arial"/>
              </a:defRPr>
            </a:pPr>
            <a:r>
              <a:rPr sz="1200" b="0">
                <a:solidFill>
                  <a:srgbClr val="000000"/>
                </a:solidFill>
                <a:latin typeface="Arial"/>
                <a:ea typeface="Arial"/>
                <a:cs typeface="Arial"/>
              </a:rPr>
              <a:t>0</a:t>
            </a:r>
          </a:p>
        </p:txBody>
      </p:sp>
      <p:sp>
        <p:nvSpPr>
          <p:cNvPr id="67" name="line_066">
            <a:extLst xmlns:a="http://schemas.openxmlformats.org/drawingml/2006/main">
              <a:ext uri="{FF2B5EF4-FFF2-40B4-BE49-F238E27FC236}">
                <a16:creationId xmlns:a16="http://schemas.microsoft.com/office/drawing/2014/main" id="{17413A31-C99A-40F1-B306-E285AFAC8DB3}"/>
              </a:ext>
            </a:extLst>
          </p:cNvPr>
          <p:cNvSpPr>
            <a:spLocks xmlns:a="http://schemas.openxmlformats.org/drawingml/2006/main" noGrp="1"/>
          </p:cNvSpPr>
          <p:nvPr/>
        </p:nvSpPr>
        <p:spPr>
          <a:xfrm xmlns:a="http://schemas.openxmlformats.org/drawingml/2006/main">
            <a:off x="8486775" y="7303696"/>
            <a:ext cx="38100" cy="95"/>
          </a:xfrm>
          <a:custGeom xmlns:a="http://schemas.openxmlformats.org/drawingml/2006/main">
            <a:pathLst>
              <a:path w="38100" h="95">
                <a:moveTo>
                  <a:pt x="0" y="0"/>
                </a:moveTo>
                <a:lnTo>
                  <a:pt x="38100" y="0"/>
                </a:lnTo>
              </a:path>
            </a:pathLst>
          </a:custGeom>
          <a:noFill xmlns:a="http://schemas.openxmlformats.org/drawingml/2006/main"/>
          <a:ln xmlns:a="http://schemas.openxmlformats.org/drawingml/2006/main" w="6668">
            <a:solidFill>
              <a:srgbClr val="000000"/>
            </a:solidFill>
            <a:prstDash val="solid"/>
          </a:ln>
        </p:spPr>
      </p:sp>
      <p:sp>
        <p:nvSpPr>
          <p:cNvPr id="68" name="text_067">
            <a:extLst xmlns:a="http://schemas.openxmlformats.org/drawingml/2006/main">
              <a:ext uri="{FF2B5EF4-FFF2-40B4-BE49-F238E27FC236}">
                <a16:creationId xmlns:a16="http://schemas.microsoft.com/office/drawing/2014/main" id="{AC0EDB2A-BBC5-47D6-9A3A-4DAFAE2B9E3B}"/>
              </a:ext>
            </a:extLst>
          </p:cNvPr>
          <p:cNvSpPr>
            <a:spLocks xmlns:a="http://schemas.openxmlformats.org/drawingml/2006/main" noGrp="1"/>
          </p:cNvSpPr>
          <p:nvPr/>
        </p:nvSpPr>
        <p:spPr>
          <a:xfrm xmlns:a="http://schemas.openxmlformats.org/drawingml/2006/main" rot="0">
            <a:off x="8001000" y="6115574"/>
            <a:ext cx="457200" cy="200025"/>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r">
              <a:defRPr sz="1200" b="0">
                <a:solidFill>
                  <a:srgbClr val="000000"/>
                </a:solidFill>
                <a:latin typeface="Arial"/>
                <a:ea typeface="Arial"/>
                <a:cs typeface="Arial"/>
              </a:defRPr>
            </a:defPPr>
            <a:lvl1pPr algn="r">
              <a:defRPr sz="1200" b="0">
                <a:solidFill>
                  <a:srgbClr val="000000"/>
                </a:solidFill>
                <a:latin typeface="Arial"/>
                <a:ea typeface="Arial"/>
                <a:cs typeface="Arial"/>
              </a:defRPr>
            </a:lvl1pPr>
            <a:lvl2pPr algn="r">
              <a:defRPr sz="1200" b="0">
                <a:solidFill>
                  <a:srgbClr val="000000"/>
                </a:solidFill>
                <a:latin typeface="Arial"/>
                <a:ea typeface="Arial"/>
                <a:cs typeface="Arial"/>
              </a:defRPr>
            </a:lvl2pPr>
            <a:lvl3pPr algn="r">
              <a:defRPr sz="1200" b="0">
                <a:solidFill>
                  <a:srgbClr val="000000"/>
                </a:solidFill>
                <a:latin typeface="Arial"/>
                <a:ea typeface="Arial"/>
                <a:cs typeface="Arial"/>
              </a:defRPr>
            </a:lvl3pPr>
            <a:lvl4pPr algn="r">
              <a:defRPr sz="1200" b="0">
                <a:solidFill>
                  <a:srgbClr val="000000"/>
                </a:solidFill>
                <a:latin typeface="Arial"/>
                <a:ea typeface="Arial"/>
                <a:cs typeface="Arial"/>
              </a:defRPr>
            </a:lvl4pPr>
            <a:lvl5pPr algn="r">
              <a:defRPr sz="1200" b="0">
                <a:solidFill>
                  <a:srgbClr val="000000"/>
                </a:solidFill>
                <a:latin typeface="Arial"/>
                <a:ea typeface="Arial"/>
                <a:cs typeface="Arial"/>
              </a:defRPr>
            </a:lvl5pPr>
            <a:lvl6pPr algn="r">
              <a:defRPr sz="1200" b="0">
                <a:solidFill>
                  <a:srgbClr val="000000"/>
                </a:solidFill>
                <a:latin typeface="Arial"/>
                <a:ea typeface="Arial"/>
                <a:cs typeface="Arial"/>
              </a:defRPr>
            </a:lvl6pPr>
            <a:lvl7pPr algn="r">
              <a:defRPr sz="1200" b="0">
                <a:solidFill>
                  <a:srgbClr val="000000"/>
                </a:solidFill>
                <a:latin typeface="Arial"/>
                <a:ea typeface="Arial"/>
                <a:cs typeface="Arial"/>
              </a:defRPr>
            </a:lvl7pPr>
            <a:lvl8pPr algn="r">
              <a:defRPr sz="1200" b="0">
                <a:solidFill>
                  <a:srgbClr val="000000"/>
                </a:solidFill>
                <a:latin typeface="Arial"/>
                <a:ea typeface="Arial"/>
                <a:cs typeface="Arial"/>
              </a:defRPr>
            </a:lvl8pPr>
            <a:lvl9pPr algn="r">
              <a:defRPr sz="1200" b="0">
                <a:solidFill>
                  <a:srgbClr val="000000"/>
                </a:solidFill>
                <a:latin typeface="Arial"/>
                <a:ea typeface="Arial"/>
                <a:cs typeface="Arial"/>
              </a:defRPr>
            </a:lvl9pPr>
          </a:lstStyle>
          <a:p xmlns:a="http://schemas.openxmlformats.org/drawingml/2006/main">
            <a:pPr algn="r">
              <a:defRPr sz="1200" b="0">
                <a:solidFill>
                  <a:srgbClr val="000000"/>
                </a:solidFill>
                <a:latin typeface="Arial"/>
                <a:ea typeface="Arial"/>
                <a:cs typeface="Arial"/>
              </a:defRPr>
            </a:pPr>
            <a:r>
              <a:rPr sz="1200" b="0">
                <a:solidFill>
                  <a:srgbClr val="000000"/>
                </a:solidFill>
                <a:latin typeface="Arial"/>
                <a:ea typeface="Arial"/>
                <a:cs typeface="Arial"/>
              </a:rPr>
              <a:t>5.53</a:t>
            </a:r>
          </a:p>
        </p:txBody>
      </p:sp>
      <p:sp>
        <p:nvSpPr>
          <p:cNvPr id="69" name="line_068">
            <a:extLst xmlns:a="http://schemas.openxmlformats.org/drawingml/2006/main">
              <a:ext uri="{FF2B5EF4-FFF2-40B4-BE49-F238E27FC236}">
                <a16:creationId xmlns:a16="http://schemas.microsoft.com/office/drawing/2014/main" id="{2EF0C38F-FE42-4B9C-A9E9-018AD974F0F2}"/>
              </a:ext>
            </a:extLst>
          </p:cNvPr>
          <p:cNvSpPr>
            <a:spLocks xmlns:a="http://schemas.openxmlformats.org/drawingml/2006/main" noGrp="1"/>
          </p:cNvSpPr>
          <p:nvPr/>
        </p:nvSpPr>
        <p:spPr>
          <a:xfrm xmlns:a="http://schemas.openxmlformats.org/drawingml/2006/main">
            <a:off x="8486775" y="6201299"/>
            <a:ext cx="38100" cy="95"/>
          </a:xfrm>
          <a:custGeom xmlns:a="http://schemas.openxmlformats.org/drawingml/2006/main">
            <a:pathLst>
              <a:path w="38100" h="95">
                <a:moveTo>
                  <a:pt x="0" y="0"/>
                </a:moveTo>
                <a:lnTo>
                  <a:pt x="38100" y="0"/>
                </a:lnTo>
              </a:path>
            </a:pathLst>
          </a:custGeom>
          <a:noFill xmlns:a="http://schemas.openxmlformats.org/drawingml/2006/main"/>
          <a:ln xmlns:a="http://schemas.openxmlformats.org/drawingml/2006/main" w="6668">
            <a:solidFill>
              <a:srgbClr val="000000"/>
            </a:solidFill>
            <a:prstDash val="solid"/>
          </a:ln>
        </p:spPr>
      </p:sp>
      <p:sp>
        <p:nvSpPr>
          <p:cNvPr id="70" name="text_069">
            <a:extLst xmlns:a="http://schemas.openxmlformats.org/drawingml/2006/main">
              <a:ext uri="{FF2B5EF4-FFF2-40B4-BE49-F238E27FC236}">
                <a16:creationId xmlns:a16="http://schemas.microsoft.com/office/drawing/2014/main" id="{A3774B5B-753E-425B-B9F5-94349B2B476E}"/>
              </a:ext>
            </a:extLst>
          </p:cNvPr>
          <p:cNvSpPr>
            <a:spLocks xmlns:a="http://schemas.openxmlformats.org/drawingml/2006/main" noGrp="1"/>
          </p:cNvSpPr>
          <p:nvPr/>
        </p:nvSpPr>
        <p:spPr>
          <a:xfrm xmlns:a="http://schemas.openxmlformats.org/drawingml/2006/main" rot="0">
            <a:off x="8524875" y="8010525"/>
            <a:ext cx="2924175" cy="22860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275" b="0">
                <a:solidFill>
                  <a:srgbClr val="000000"/>
                </a:solidFill>
                <a:latin typeface="Arial"/>
                <a:ea typeface="Arial"/>
                <a:cs typeface="Arial"/>
              </a:defRPr>
            </a:defPPr>
            <a:lvl1pPr algn="ctr">
              <a:defRPr sz="1275" b="0">
                <a:solidFill>
                  <a:srgbClr val="000000"/>
                </a:solidFill>
                <a:latin typeface="Arial"/>
                <a:ea typeface="Arial"/>
                <a:cs typeface="Arial"/>
              </a:defRPr>
            </a:lvl1pPr>
            <a:lvl2pPr algn="ctr">
              <a:defRPr sz="1275" b="0">
                <a:solidFill>
                  <a:srgbClr val="000000"/>
                </a:solidFill>
                <a:latin typeface="Arial"/>
                <a:ea typeface="Arial"/>
                <a:cs typeface="Arial"/>
              </a:defRPr>
            </a:lvl2pPr>
            <a:lvl3pPr algn="ctr">
              <a:defRPr sz="1275" b="0">
                <a:solidFill>
                  <a:srgbClr val="000000"/>
                </a:solidFill>
                <a:latin typeface="Arial"/>
                <a:ea typeface="Arial"/>
                <a:cs typeface="Arial"/>
              </a:defRPr>
            </a:lvl3pPr>
            <a:lvl4pPr algn="ctr">
              <a:defRPr sz="1275" b="0">
                <a:solidFill>
                  <a:srgbClr val="000000"/>
                </a:solidFill>
                <a:latin typeface="Arial"/>
                <a:ea typeface="Arial"/>
                <a:cs typeface="Arial"/>
              </a:defRPr>
            </a:lvl4pPr>
            <a:lvl5pPr algn="ctr">
              <a:defRPr sz="1275" b="0">
                <a:solidFill>
                  <a:srgbClr val="000000"/>
                </a:solidFill>
                <a:latin typeface="Arial"/>
                <a:ea typeface="Arial"/>
                <a:cs typeface="Arial"/>
              </a:defRPr>
            </a:lvl5pPr>
            <a:lvl6pPr algn="ctr">
              <a:defRPr sz="1275" b="0">
                <a:solidFill>
                  <a:srgbClr val="000000"/>
                </a:solidFill>
                <a:latin typeface="Arial"/>
                <a:ea typeface="Arial"/>
                <a:cs typeface="Arial"/>
              </a:defRPr>
            </a:lvl6pPr>
            <a:lvl7pPr algn="ctr">
              <a:defRPr sz="1275" b="0">
                <a:solidFill>
                  <a:srgbClr val="000000"/>
                </a:solidFill>
                <a:latin typeface="Arial"/>
                <a:ea typeface="Arial"/>
                <a:cs typeface="Arial"/>
              </a:defRPr>
            </a:lvl7pPr>
            <a:lvl8pPr algn="ctr">
              <a:defRPr sz="1275" b="0">
                <a:solidFill>
                  <a:srgbClr val="000000"/>
                </a:solidFill>
                <a:latin typeface="Arial"/>
                <a:ea typeface="Arial"/>
                <a:cs typeface="Arial"/>
              </a:defRPr>
            </a:lvl8pPr>
            <a:lvl9pPr algn="ctr">
              <a:defRPr sz="1275" b="0">
                <a:solidFill>
                  <a:srgbClr val="000000"/>
                </a:solidFill>
                <a:latin typeface="Arial"/>
                <a:ea typeface="Arial"/>
                <a:cs typeface="Arial"/>
              </a:defRPr>
            </a:lvl9pPr>
          </a:lstStyle>
          <a:p xmlns:a="http://schemas.openxmlformats.org/drawingml/2006/main">
            <a:pPr algn="ctr">
              <a:defRPr sz="1275" b="0">
                <a:solidFill>
                  <a:srgbClr val="000000"/>
                </a:solidFill>
                <a:latin typeface="Arial"/>
                <a:ea typeface="Arial"/>
                <a:cs typeface="Arial"/>
              </a:defRPr>
            </a:pPr>
            <a:r>
              <a:rPr sz="1275" b="0">
                <a:solidFill>
                  <a:srgbClr val="000000"/>
                </a:solidFill>
                <a:latin typeface="Arial"/>
                <a:ea typeface="Arial"/>
                <a:cs typeface="Arial"/>
              </a:rPr>
              <a:t>Normalized reference coordinate</a:t>
            </a:r>
          </a:p>
        </p:txBody>
      </p:sp>
      <p:sp>
        <p:nvSpPr>
          <p:cNvPr id="71" name="complete_saved_P_Q_profile">
            <a:extLst xmlns:a="http://schemas.openxmlformats.org/drawingml/2006/main">
              <a:ext uri="{FF2B5EF4-FFF2-40B4-BE49-F238E27FC236}">
                <a16:creationId xmlns:a16="http://schemas.microsoft.com/office/drawing/2014/main" id="{4EFEC1EF-9D7A-4249-9CF0-8C60982AB9F3}"/>
              </a:ext>
            </a:extLst>
          </p:cNvPr>
          <p:cNvSpPr>
            <a:spLocks xmlns:a="http://schemas.openxmlformats.org/drawingml/2006/main" noGrp="1"/>
          </p:cNvSpPr>
          <p:nvPr/>
        </p:nvSpPr>
        <p:spPr>
          <a:xfrm xmlns:a="http://schemas.openxmlformats.org/drawingml/2006/main">
            <a:off x="8524875" y="6200775"/>
            <a:ext cx="2924175" cy="1524000"/>
          </a:xfrm>
          <a:custGeom xmlns:a="http://schemas.openxmlformats.org/drawingml/2006/main">
            <a:pathLst>
              <a:path w="2924175" h="1524000">
                <a:moveTo>
                  <a:pt x="0" y="1524000"/>
                </a:moveTo>
                <a:lnTo>
                  <a:pt x="2499" y="1274395"/>
                </a:lnTo>
                <a:lnTo>
                  <a:pt x="6425" y="1199462"/>
                </a:lnTo>
                <a:lnTo>
                  <a:pt x="15617" y="1147112"/>
                </a:lnTo>
                <a:lnTo>
                  <a:pt x="19544" y="1139103"/>
                </a:lnTo>
                <a:lnTo>
                  <a:pt x="30431" y="1128165"/>
                </a:lnTo>
                <a:lnTo>
                  <a:pt x="47655" y="1120415"/>
                </a:lnTo>
                <a:lnTo>
                  <a:pt x="69698" y="1116311"/>
                </a:lnTo>
                <a:lnTo>
                  <a:pt x="156351" y="1111314"/>
                </a:lnTo>
                <a:lnTo>
                  <a:pt x="531968" y="1102951"/>
                </a:lnTo>
                <a:lnTo>
                  <a:pt x="532147" y="1006382"/>
                </a:lnTo>
                <a:lnTo>
                  <a:pt x="532236" y="1102939"/>
                </a:lnTo>
                <a:lnTo>
                  <a:pt x="541874" y="1102921"/>
                </a:lnTo>
                <a:lnTo>
                  <a:pt x="542053" y="1071372"/>
                </a:lnTo>
                <a:lnTo>
                  <a:pt x="542410" y="1102921"/>
                </a:lnTo>
                <a:lnTo>
                  <a:pt x="548121" y="1100760"/>
                </a:lnTo>
                <a:lnTo>
                  <a:pt x="550263" y="1096131"/>
                </a:lnTo>
                <a:lnTo>
                  <a:pt x="552137" y="1057084"/>
                </a:lnTo>
                <a:lnTo>
                  <a:pt x="552940" y="229346"/>
                </a:lnTo>
                <a:lnTo>
                  <a:pt x="554100" y="999632"/>
                </a:lnTo>
                <a:lnTo>
                  <a:pt x="555439" y="1057052"/>
                </a:lnTo>
                <a:lnTo>
                  <a:pt x="562043" y="1039785"/>
                </a:lnTo>
                <a:lnTo>
                  <a:pt x="562310" y="1031419"/>
                </a:lnTo>
                <a:lnTo>
                  <a:pt x="565166" y="807359"/>
                </a:lnTo>
                <a:lnTo>
                  <a:pt x="565345" y="0"/>
                </a:lnTo>
                <a:lnTo>
                  <a:pt x="565523" y="344437"/>
                </a:lnTo>
                <a:lnTo>
                  <a:pt x="570431" y="807287"/>
                </a:lnTo>
                <a:lnTo>
                  <a:pt x="575429" y="157095"/>
                </a:lnTo>
                <a:lnTo>
                  <a:pt x="577838" y="1039831"/>
                </a:lnTo>
                <a:lnTo>
                  <a:pt x="585246" y="1002132"/>
                </a:lnTo>
                <a:lnTo>
                  <a:pt x="585424" y="925782"/>
                </a:lnTo>
                <a:lnTo>
                  <a:pt x="585513" y="999541"/>
                </a:lnTo>
                <a:lnTo>
                  <a:pt x="590868" y="956896"/>
                </a:lnTo>
                <a:lnTo>
                  <a:pt x="595062" y="898950"/>
                </a:lnTo>
                <a:lnTo>
                  <a:pt x="595151" y="853211"/>
                </a:lnTo>
                <a:lnTo>
                  <a:pt x="595241" y="898333"/>
                </a:lnTo>
                <a:lnTo>
                  <a:pt x="604879" y="896986"/>
                </a:lnTo>
                <a:lnTo>
                  <a:pt x="604968" y="854437"/>
                </a:lnTo>
                <a:lnTo>
                  <a:pt x="605057" y="896281"/>
                </a:lnTo>
                <a:lnTo>
                  <a:pt x="610144" y="867579"/>
                </a:lnTo>
                <a:lnTo>
                  <a:pt x="614606" y="825158"/>
                </a:lnTo>
                <a:lnTo>
                  <a:pt x="614784" y="750847"/>
                </a:lnTo>
                <a:lnTo>
                  <a:pt x="614963" y="824562"/>
                </a:lnTo>
                <a:lnTo>
                  <a:pt x="619871" y="824850"/>
                </a:lnTo>
                <a:lnTo>
                  <a:pt x="624779" y="750663"/>
                </a:lnTo>
                <a:lnTo>
                  <a:pt x="629420" y="1001441"/>
                </a:lnTo>
                <a:lnTo>
                  <a:pt x="634596" y="927551"/>
                </a:lnTo>
                <a:lnTo>
                  <a:pt x="634864" y="581205"/>
                </a:lnTo>
                <a:lnTo>
                  <a:pt x="635488" y="927422"/>
                </a:lnTo>
                <a:lnTo>
                  <a:pt x="640397" y="927436"/>
                </a:lnTo>
                <a:lnTo>
                  <a:pt x="645216" y="870580"/>
                </a:lnTo>
                <a:lnTo>
                  <a:pt x="645483" y="533202"/>
                </a:lnTo>
                <a:lnTo>
                  <a:pt x="645751" y="893369"/>
                </a:lnTo>
                <a:lnTo>
                  <a:pt x="648339" y="946948"/>
                </a:lnTo>
                <a:lnTo>
                  <a:pt x="657353" y="997570"/>
                </a:lnTo>
                <a:lnTo>
                  <a:pt x="677075" y="1049987"/>
                </a:lnTo>
                <a:lnTo>
                  <a:pt x="677253" y="1011423"/>
                </a:lnTo>
                <a:lnTo>
                  <a:pt x="677343" y="1049997"/>
                </a:lnTo>
                <a:lnTo>
                  <a:pt x="686892" y="1055185"/>
                </a:lnTo>
                <a:lnTo>
                  <a:pt x="686981" y="1014790"/>
                </a:lnTo>
                <a:lnTo>
                  <a:pt x="687070" y="1055185"/>
                </a:lnTo>
                <a:lnTo>
                  <a:pt x="718483" y="1072409"/>
                </a:lnTo>
                <a:lnTo>
                  <a:pt x="739544" y="1061229"/>
                </a:lnTo>
                <a:lnTo>
                  <a:pt x="739722" y="978725"/>
                </a:lnTo>
                <a:lnTo>
                  <a:pt x="739812" y="1061212"/>
                </a:lnTo>
                <a:lnTo>
                  <a:pt x="784611" y="1059122"/>
                </a:lnTo>
                <a:lnTo>
                  <a:pt x="784789" y="986910"/>
                </a:lnTo>
                <a:lnTo>
                  <a:pt x="784879" y="1059120"/>
                </a:lnTo>
                <a:lnTo>
                  <a:pt x="1005751" y="1040487"/>
                </a:lnTo>
                <a:lnTo>
                  <a:pt x="1006465" y="984750"/>
                </a:lnTo>
                <a:lnTo>
                  <a:pt x="1006733" y="1040409"/>
                </a:lnTo>
                <a:lnTo>
                  <a:pt x="1016282" y="1040389"/>
                </a:lnTo>
                <a:lnTo>
                  <a:pt x="1016549" y="984675"/>
                </a:lnTo>
                <a:lnTo>
                  <a:pt x="1016906" y="1040333"/>
                </a:lnTo>
                <a:lnTo>
                  <a:pt x="1031274" y="1040389"/>
                </a:lnTo>
                <a:lnTo>
                  <a:pt x="1038414" y="1023515"/>
                </a:lnTo>
                <a:lnTo>
                  <a:pt x="1045553" y="1017890"/>
                </a:lnTo>
                <a:lnTo>
                  <a:pt x="1047070" y="910945"/>
                </a:lnTo>
                <a:lnTo>
                  <a:pt x="1049837" y="1040376"/>
                </a:lnTo>
                <a:lnTo>
                  <a:pt x="1068220" y="1068981"/>
                </a:lnTo>
                <a:lnTo>
                  <a:pt x="1076252" y="1048148"/>
                </a:lnTo>
                <a:lnTo>
                  <a:pt x="1083570" y="1001233"/>
                </a:lnTo>
                <a:lnTo>
                  <a:pt x="1083748" y="837440"/>
                </a:lnTo>
                <a:lnTo>
                  <a:pt x="1084284" y="1001071"/>
                </a:lnTo>
                <a:lnTo>
                  <a:pt x="1126763" y="996212"/>
                </a:lnTo>
                <a:lnTo>
                  <a:pt x="1127030" y="840719"/>
                </a:lnTo>
                <a:lnTo>
                  <a:pt x="1127387" y="995219"/>
                </a:lnTo>
                <a:lnTo>
                  <a:pt x="1435895" y="995482"/>
                </a:lnTo>
                <a:lnTo>
                  <a:pt x="1436074" y="936068"/>
                </a:lnTo>
                <a:lnTo>
                  <a:pt x="1436520" y="1001043"/>
                </a:lnTo>
                <a:lnTo>
                  <a:pt x="1445801" y="1064154"/>
                </a:lnTo>
                <a:lnTo>
                  <a:pt x="1446247" y="967723"/>
                </a:lnTo>
                <a:lnTo>
                  <a:pt x="1447407" y="1064116"/>
                </a:lnTo>
                <a:lnTo>
                  <a:pt x="1457045" y="1065406"/>
                </a:lnTo>
                <a:lnTo>
                  <a:pt x="1457492" y="967525"/>
                </a:lnTo>
                <a:lnTo>
                  <a:pt x="1458741" y="1065409"/>
                </a:lnTo>
                <a:lnTo>
                  <a:pt x="1566902" y="1073415"/>
                </a:lnTo>
                <a:lnTo>
                  <a:pt x="1568062" y="982527"/>
                </a:lnTo>
                <a:lnTo>
                  <a:pt x="1568597" y="1073431"/>
                </a:lnTo>
                <a:lnTo>
                  <a:pt x="1578146" y="1073739"/>
                </a:lnTo>
                <a:lnTo>
                  <a:pt x="1578592" y="983600"/>
                </a:lnTo>
                <a:lnTo>
                  <a:pt x="1579842" y="1073717"/>
                </a:lnTo>
                <a:lnTo>
                  <a:pt x="1834358" y="1087962"/>
                </a:lnTo>
                <a:lnTo>
                  <a:pt x="1854170" y="1083254"/>
                </a:lnTo>
                <a:lnTo>
                  <a:pt x="1856312" y="888722"/>
                </a:lnTo>
                <a:lnTo>
                  <a:pt x="1857026" y="1048686"/>
                </a:lnTo>
                <a:lnTo>
                  <a:pt x="1861934" y="1083203"/>
                </a:lnTo>
                <a:lnTo>
                  <a:pt x="1866753" y="1044997"/>
                </a:lnTo>
                <a:lnTo>
                  <a:pt x="1867467" y="897531"/>
                </a:lnTo>
                <a:lnTo>
                  <a:pt x="1868716" y="1067258"/>
                </a:lnTo>
                <a:lnTo>
                  <a:pt x="1869609" y="1083123"/>
                </a:lnTo>
                <a:lnTo>
                  <a:pt x="1875231" y="1087983"/>
                </a:lnTo>
                <a:lnTo>
                  <a:pt x="1947873" y="1096042"/>
                </a:lnTo>
                <a:lnTo>
                  <a:pt x="1962063" y="1095205"/>
                </a:lnTo>
                <a:lnTo>
                  <a:pt x="1966257" y="1075642"/>
                </a:lnTo>
                <a:lnTo>
                  <a:pt x="1967417" y="1014281"/>
                </a:lnTo>
                <a:lnTo>
                  <a:pt x="1970005" y="1095209"/>
                </a:lnTo>
                <a:lnTo>
                  <a:pt x="1979554" y="1095108"/>
                </a:lnTo>
                <a:lnTo>
                  <a:pt x="1981696" y="1014324"/>
                </a:lnTo>
                <a:lnTo>
                  <a:pt x="1983213" y="1081252"/>
                </a:lnTo>
                <a:lnTo>
                  <a:pt x="1987497" y="1095107"/>
                </a:lnTo>
                <a:lnTo>
                  <a:pt x="2261289" y="1092203"/>
                </a:lnTo>
                <a:lnTo>
                  <a:pt x="2516520" y="1082893"/>
                </a:lnTo>
                <a:lnTo>
                  <a:pt x="2517680" y="1033748"/>
                </a:lnTo>
                <a:lnTo>
                  <a:pt x="2518126" y="1082884"/>
                </a:lnTo>
                <a:lnTo>
                  <a:pt x="2527764" y="1082402"/>
                </a:lnTo>
                <a:lnTo>
                  <a:pt x="2528835" y="1035484"/>
                </a:lnTo>
                <a:lnTo>
                  <a:pt x="2529192" y="1070931"/>
                </a:lnTo>
                <a:lnTo>
                  <a:pt x="2534101" y="1082481"/>
                </a:lnTo>
                <a:lnTo>
                  <a:pt x="2538920" y="1082391"/>
                </a:lnTo>
                <a:lnTo>
                  <a:pt x="2539812" y="946660"/>
                </a:lnTo>
                <a:lnTo>
                  <a:pt x="2540437" y="1091428"/>
                </a:lnTo>
                <a:lnTo>
                  <a:pt x="2541151" y="1096130"/>
                </a:lnTo>
                <a:lnTo>
                  <a:pt x="2547219" y="1101112"/>
                </a:lnTo>
                <a:lnTo>
                  <a:pt x="2550253" y="946257"/>
                </a:lnTo>
                <a:lnTo>
                  <a:pt x="2551503" y="1059764"/>
                </a:lnTo>
                <a:lnTo>
                  <a:pt x="2556411" y="1059797"/>
                </a:lnTo>
                <a:lnTo>
                  <a:pt x="2561230" y="1023114"/>
                </a:lnTo>
                <a:lnTo>
                  <a:pt x="2561587" y="951659"/>
                </a:lnTo>
                <a:lnTo>
                  <a:pt x="2562479" y="1054011"/>
                </a:lnTo>
                <a:lnTo>
                  <a:pt x="2566584" y="1099534"/>
                </a:lnTo>
                <a:lnTo>
                  <a:pt x="2572385" y="1090747"/>
                </a:lnTo>
                <a:lnTo>
                  <a:pt x="2574170" y="998513"/>
                </a:lnTo>
                <a:lnTo>
                  <a:pt x="2575241" y="1069189"/>
                </a:lnTo>
                <a:lnTo>
                  <a:pt x="2579346" y="1090729"/>
                </a:lnTo>
                <a:lnTo>
                  <a:pt x="2584254" y="1090739"/>
                </a:lnTo>
                <a:lnTo>
                  <a:pt x="2589073" y="1079632"/>
                </a:lnTo>
                <a:lnTo>
                  <a:pt x="2590858" y="1000546"/>
                </a:lnTo>
                <a:lnTo>
                  <a:pt x="2592286" y="1075634"/>
                </a:lnTo>
                <a:lnTo>
                  <a:pt x="2596213" y="1090738"/>
                </a:lnTo>
                <a:lnTo>
                  <a:pt x="2708121" y="1097843"/>
                </a:lnTo>
                <a:lnTo>
                  <a:pt x="2801646" y="1100571"/>
                </a:lnTo>
                <a:lnTo>
                  <a:pt x="2806109" y="1092615"/>
                </a:lnTo>
                <a:lnTo>
                  <a:pt x="2813159" y="1057310"/>
                </a:lnTo>
                <a:lnTo>
                  <a:pt x="2815568" y="976780"/>
                </a:lnTo>
                <a:lnTo>
                  <a:pt x="2820476" y="1012217"/>
                </a:lnTo>
                <a:lnTo>
                  <a:pt x="2825295" y="975374"/>
                </a:lnTo>
                <a:lnTo>
                  <a:pt x="2825920" y="1100738"/>
                </a:lnTo>
                <a:lnTo>
                  <a:pt x="2835023" y="1101998"/>
                </a:lnTo>
                <a:lnTo>
                  <a:pt x="2839931" y="1060895"/>
                </a:lnTo>
                <a:lnTo>
                  <a:pt x="2840734" y="986254"/>
                </a:lnTo>
                <a:lnTo>
                  <a:pt x="2841537" y="1061093"/>
                </a:lnTo>
                <a:lnTo>
                  <a:pt x="2846356" y="1091321"/>
                </a:lnTo>
                <a:lnTo>
                  <a:pt x="2851979" y="1099152"/>
                </a:lnTo>
                <a:lnTo>
                  <a:pt x="2869559" y="1102911"/>
                </a:lnTo>
                <a:lnTo>
                  <a:pt x="2923997" y="1103148"/>
                </a:lnTo>
                <a:lnTo>
                  <a:pt x="2924175" y="1070118"/>
                </a:lnTo>
              </a:path>
            </a:pathLst>
          </a:custGeom>
          <a:noFill xmlns:a="http://schemas.openxmlformats.org/drawingml/2006/main"/>
          <a:ln xmlns:a="http://schemas.openxmlformats.org/drawingml/2006/main" w="13335">
            <a:solidFill>
              <a:srgbClr val="0072B2"/>
            </a:solidFill>
            <a:prstDash val="dash"/>
          </a:ln>
        </p:spPr>
      </p:sp>
      <p:sp>
        <p:nvSpPr>
          <p:cNvPr id="72" name="complete_saved_R2_Q_profile">
            <a:extLst xmlns:a="http://schemas.openxmlformats.org/drawingml/2006/main">
              <a:ext uri="{FF2B5EF4-FFF2-40B4-BE49-F238E27FC236}">
                <a16:creationId xmlns:a16="http://schemas.microsoft.com/office/drawing/2014/main" id="{B3B7CB51-51A7-4246-A8C9-BFE6953DC349}"/>
              </a:ext>
            </a:extLst>
          </p:cNvPr>
          <p:cNvSpPr>
            <a:spLocks xmlns:a="http://schemas.openxmlformats.org/drawingml/2006/main" noGrp="1"/>
          </p:cNvSpPr>
          <p:nvPr/>
        </p:nvSpPr>
        <p:spPr>
          <a:xfrm xmlns:a="http://schemas.openxmlformats.org/drawingml/2006/main">
            <a:off x="8524875" y="6200775"/>
            <a:ext cx="2924175" cy="1524000"/>
          </a:xfrm>
          <a:custGeom xmlns:a="http://schemas.openxmlformats.org/drawingml/2006/main">
            <a:pathLst>
              <a:path w="2924175" h="1524000">
                <a:moveTo>
                  <a:pt x="0" y="1524000"/>
                </a:moveTo>
                <a:lnTo>
                  <a:pt x="2142" y="1200306"/>
                </a:lnTo>
                <a:lnTo>
                  <a:pt x="5176" y="1147783"/>
                </a:lnTo>
                <a:lnTo>
                  <a:pt x="10263" y="1128110"/>
                </a:lnTo>
                <a:lnTo>
                  <a:pt x="16063" y="1120384"/>
                </a:lnTo>
                <a:lnTo>
                  <a:pt x="24452" y="1115935"/>
                </a:lnTo>
                <a:lnTo>
                  <a:pt x="58185" y="1110526"/>
                </a:lnTo>
                <a:lnTo>
                  <a:pt x="122172" y="1105208"/>
                </a:lnTo>
                <a:lnTo>
                  <a:pt x="214983" y="1101849"/>
                </a:lnTo>
                <a:lnTo>
                  <a:pt x="224085" y="1098116"/>
                </a:lnTo>
                <a:lnTo>
                  <a:pt x="228280" y="1087979"/>
                </a:lnTo>
                <a:lnTo>
                  <a:pt x="230778" y="1072409"/>
                </a:lnTo>
                <a:lnTo>
                  <a:pt x="232742" y="996564"/>
                </a:lnTo>
                <a:lnTo>
                  <a:pt x="233813" y="229135"/>
                </a:lnTo>
                <a:lnTo>
                  <a:pt x="234705" y="1108708"/>
                </a:lnTo>
                <a:lnTo>
                  <a:pt x="234794" y="1057064"/>
                </a:lnTo>
                <a:lnTo>
                  <a:pt x="241309" y="1037402"/>
                </a:lnTo>
                <a:lnTo>
                  <a:pt x="244254" y="807359"/>
                </a:lnTo>
                <a:lnTo>
                  <a:pt x="244432" y="0"/>
                </a:lnTo>
                <a:lnTo>
                  <a:pt x="244700" y="344437"/>
                </a:lnTo>
                <a:lnTo>
                  <a:pt x="248448" y="489587"/>
                </a:lnTo>
                <a:lnTo>
                  <a:pt x="251393" y="858917"/>
                </a:lnTo>
                <a:lnTo>
                  <a:pt x="254517" y="342718"/>
                </a:lnTo>
                <a:lnTo>
                  <a:pt x="258176" y="157095"/>
                </a:lnTo>
                <a:lnTo>
                  <a:pt x="259514" y="1039785"/>
                </a:lnTo>
                <a:lnTo>
                  <a:pt x="263619" y="1072409"/>
                </a:lnTo>
                <a:lnTo>
                  <a:pt x="276292" y="1091438"/>
                </a:lnTo>
                <a:lnTo>
                  <a:pt x="358304" y="1091461"/>
                </a:lnTo>
                <a:lnTo>
                  <a:pt x="358483" y="1071372"/>
                </a:lnTo>
                <a:lnTo>
                  <a:pt x="358572" y="1091461"/>
                </a:lnTo>
                <a:lnTo>
                  <a:pt x="443976" y="1091461"/>
                </a:lnTo>
                <a:lnTo>
                  <a:pt x="449866" y="1084609"/>
                </a:lnTo>
                <a:lnTo>
                  <a:pt x="457184" y="1072409"/>
                </a:lnTo>
                <a:lnTo>
                  <a:pt x="465305" y="1002132"/>
                </a:lnTo>
                <a:lnTo>
                  <a:pt x="467625" y="854437"/>
                </a:lnTo>
                <a:lnTo>
                  <a:pt x="467804" y="898285"/>
                </a:lnTo>
                <a:lnTo>
                  <a:pt x="475835" y="947911"/>
                </a:lnTo>
                <a:lnTo>
                  <a:pt x="489311" y="947911"/>
                </a:lnTo>
                <a:lnTo>
                  <a:pt x="489400" y="925782"/>
                </a:lnTo>
                <a:lnTo>
                  <a:pt x="489489" y="947911"/>
                </a:lnTo>
                <a:lnTo>
                  <a:pt x="495558" y="947911"/>
                </a:lnTo>
                <a:lnTo>
                  <a:pt x="499217" y="853211"/>
                </a:lnTo>
                <a:lnTo>
                  <a:pt x="499306" y="947911"/>
                </a:lnTo>
                <a:lnTo>
                  <a:pt x="499395" y="898285"/>
                </a:lnTo>
                <a:lnTo>
                  <a:pt x="509926" y="867266"/>
                </a:lnTo>
                <a:lnTo>
                  <a:pt x="518582" y="824562"/>
                </a:lnTo>
                <a:lnTo>
                  <a:pt x="518761" y="750847"/>
                </a:lnTo>
                <a:lnTo>
                  <a:pt x="522955" y="804888"/>
                </a:lnTo>
                <a:lnTo>
                  <a:pt x="523669" y="876481"/>
                </a:lnTo>
                <a:lnTo>
                  <a:pt x="524204" y="810156"/>
                </a:lnTo>
                <a:lnTo>
                  <a:pt x="528577" y="750663"/>
                </a:lnTo>
                <a:lnTo>
                  <a:pt x="531165" y="875593"/>
                </a:lnTo>
                <a:lnTo>
                  <a:pt x="538751" y="956425"/>
                </a:lnTo>
                <a:lnTo>
                  <a:pt x="546604" y="1002132"/>
                </a:lnTo>
                <a:lnTo>
                  <a:pt x="546693" y="1053801"/>
                </a:lnTo>
                <a:lnTo>
                  <a:pt x="546782" y="1002131"/>
                </a:lnTo>
                <a:lnTo>
                  <a:pt x="559901" y="967201"/>
                </a:lnTo>
                <a:lnTo>
                  <a:pt x="569182" y="927422"/>
                </a:lnTo>
                <a:lnTo>
                  <a:pt x="569807" y="581205"/>
                </a:lnTo>
                <a:lnTo>
                  <a:pt x="569985" y="859019"/>
                </a:lnTo>
                <a:lnTo>
                  <a:pt x="574269" y="911129"/>
                </a:lnTo>
                <a:lnTo>
                  <a:pt x="574894" y="979066"/>
                </a:lnTo>
                <a:lnTo>
                  <a:pt x="575072" y="923302"/>
                </a:lnTo>
                <a:lnTo>
                  <a:pt x="579713" y="870580"/>
                </a:lnTo>
                <a:lnTo>
                  <a:pt x="579980" y="533202"/>
                </a:lnTo>
                <a:lnTo>
                  <a:pt x="580605" y="927364"/>
                </a:lnTo>
                <a:lnTo>
                  <a:pt x="591225" y="963622"/>
                </a:lnTo>
                <a:lnTo>
                  <a:pt x="605860" y="996825"/>
                </a:lnTo>
                <a:lnTo>
                  <a:pt x="638255" y="1038292"/>
                </a:lnTo>
                <a:lnTo>
                  <a:pt x="651463" y="1049987"/>
                </a:lnTo>
                <a:lnTo>
                  <a:pt x="651552" y="1101625"/>
                </a:lnTo>
                <a:lnTo>
                  <a:pt x="651641" y="1011423"/>
                </a:lnTo>
                <a:lnTo>
                  <a:pt x="651730" y="1049997"/>
                </a:lnTo>
                <a:lnTo>
                  <a:pt x="662886" y="1055180"/>
                </a:lnTo>
                <a:lnTo>
                  <a:pt x="662975" y="1106815"/>
                </a:lnTo>
                <a:lnTo>
                  <a:pt x="663064" y="1014790"/>
                </a:lnTo>
                <a:lnTo>
                  <a:pt x="663153" y="1055185"/>
                </a:lnTo>
                <a:lnTo>
                  <a:pt x="696887" y="1072409"/>
                </a:lnTo>
                <a:lnTo>
                  <a:pt x="696976" y="1124047"/>
                </a:lnTo>
                <a:lnTo>
                  <a:pt x="697065" y="1072411"/>
                </a:lnTo>
                <a:lnTo>
                  <a:pt x="719465" y="1061229"/>
                </a:lnTo>
                <a:lnTo>
                  <a:pt x="719643" y="978725"/>
                </a:lnTo>
                <a:lnTo>
                  <a:pt x="719732" y="1112843"/>
                </a:lnTo>
                <a:lnTo>
                  <a:pt x="719822" y="1061207"/>
                </a:lnTo>
                <a:lnTo>
                  <a:pt x="756857" y="1059122"/>
                </a:lnTo>
                <a:lnTo>
                  <a:pt x="757035" y="986910"/>
                </a:lnTo>
                <a:lnTo>
                  <a:pt x="758195" y="1072411"/>
                </a:lnTo>
                <a:lnTo>
                  <a:pt x="767477" y="1092654"/>
                </a:lnTo>
                <a:lnTo>
                  <a:pt x="774973" y="1098150"/>
                </a:lnTo>
                <a:lnTo>
                  <a:pt x="819058" y="1102827"/>
                </a:lnTo>
                <a:lnTo>
                  <a:pt x="888934" y="1102951"/>
                </a:lnTo>
                <a:lnTo>
                  <a:pt x="889023" y="1110750"/>
                </a:lnTo>
                <a:lnTo>
                  <a:pt x="889202" y="1006382"/>
                </a:lnTo>
                <a:lnTo>
                  <a:pt x="889291" y="1110750"/>
                </a:lnTo>
                <a:lnTo>
                  <a:pt x="889380" y="1102951"/>
                </a:lnTo>
                <a:lnTo>
                  <a:pt x="941587" y="1102852"/>
                </a:lnTo>
                <a:lnTo>
                  <a:pt x="975320" y="1098139"/>
                </a:lnTo>
                <a:lnTo>
                  <a:pt x="980942" y="1092699"/>
                </a:lnTo>
                <a:lnTo>
                  <a:pt x="987992" y="1072411"/>
                </a:lnTo>
                <a:lnTo>
                  <a:pt x="990134" y="984750"/>
                </a:lnTo>
                <a:lnTo>
                  <a:pt x="990402" y="1092039"/>
                </a:lnTo>
                <a:lnTo>
                  <a:pt x="990491" y="1040409"/>
                </a:lnTo>
                <a:lnTo>
                  <a:pt x="999951" y="1040389"/>
                </a:lnTo>
                <a:lnTo>
                  <a:pt x="1000218" y="984675"/>
                </a:lnTo>
                <a:lnTo>
                  <a:pt x="1000575" y="1040333"/>
                </a:lnTo>
                <a:lnTo>
                  <a:pt x="1025741" y="1069047"/>
                </a:lnTo>
                <a:lnTo>
                  <a:pt x="1025831" y="1092019"/>
                </a:lnTo>
                <a:lnTo>
                  <a:pt x="1025920" y="1069028"/>
                </a:lnTo>
                <a:lnTo>
                  <a:pt x="1031096" y="1064071"/>
                </a:lnTo>
                <a:lnTo>
                  <a:pt x="1037343" y="1048119"/>
                </a:lnTo>
                <a:lnTo>
                  <a:pt x="1047516" y="1001233"/>
                </a:lnTo>
                <a:lnTo>
                  <a:pt x="1048052" y="837440"/>
                </a:lnTo>
                <a:lnTo>
                  <a:pt x="1048230" y="1001233"/>
                </a:lnTo>
                <a:lnTo>
                  <a:pt x="1050640" y="1052702"/>
                </a:lnTo>
                <a:lnTo>
                  <a:pt x="1055816" y="1052702"/>
                </a:lnTo>
                <a:lnTo>
                  <a:pt x="1057779" y="1040419"/>
                </a:lnTo>
                <a:lnTo>
                  <a:pt x="1058939" y="910945"/>
                </a:lnTo>
                <a:lnTo>
                  <a:pt x="1062152" y="1040376"/>
                </a:lnTo>
                <a:lnTo>
                  <a:pt x="1070719" y="1052702"/>
                </a:lnTo>
                <a:lnTo>
                  <a:pt x="1092405" y="1052702"/>
                </a:lnTo>
                <a:lnTo>
                  <a:pt x="1094457" y="1046362"/>
                </a:lnTo>
                <a:lnTo>
                  <a:pt x="1103381" y="996212"/>
                </a:lnTo>
                <a:lnTo>
                  <a:pt x="1103560" y="840719"/>
                </a:lnTo>
                <a:lnTo>
                  <a:pt x="1104095" y="996212"/>
                </a:lnTo>
                <a:lnTo>
                  <a:pt x="1166386" y="1018113"/>
                </a:lnTo>
                <a:lnTo>
                  <a:pt x="1280437" y="1047619"/>
                </a:lnTo>
                <a:lnTo>
                  <a:pt x="1401716" y="1047838"/>
                </a:lnTo>
                <a:lnTo>
                  <a:pt x="1402430" y="967525"/>
                </a:lnTo>
                <a:lnTo>
                  <a:pt x="1402876" y="1047838"/>
                </a:lnTo>
                <a:lnTo>
                  <a:pt x="1412425" y="1047838"/>
                </a:lnTo>
                <a:lnTo>
                  <a:pt x="1412871" y="967723"/>
                </a:lnTo>
                <a:lnTo>
                  <a:pt x="1413585" y="1047838"/>
                </a:lnTo>
                <a:lnTo>
                  <a:pt x="1436698" y="1047838"/>
                </a:lnTo>
                <a:lnTo>
                  <a:pt x="1461775" y="1018113"/>
                </a:lnTo>
                <a:lnTo>
                  <a:pt x="1475340" y="996212"/>
                </a:lnTo>
                <a:lnTo>
                  <a:pt x="1475518" y="936068"/>
                </a:lnTo>
                <a:lnTo>
                  <a:pt x="1475697" y="995482"/>
                </a:lnTo>
                <a:lnTo>
                  <a:pt x="1479713" y="1008194"/>
                </a:lnTo>
                <a:lnTo>
                  <a:pt x="1494705" y="1041384"/>
                </a:lnTo>
                <a:lnTo>
                  <a:pt x="1509609" y="1062252"/>
                </a:lnTo>
                <a:lnTo>
                  <a:pt x="1521210" y="1068710"/>
                </a:lnTo>
                <a:lnTo>
                  <a:pt x="1547179" y="1073728"/>
                </a:lnTo>
                <a:lnTo>
                  <a:pt x="1547268" y="1125055"/>
                </a:lnTo>
                <a:lnTo>
                  <a:pt x="1548429" y="983600"/>
                </a:lnTo>
                <a:lnTo>
                  <a:pt x="1549053" y="1125055"/>
                </a:lnTo>
                <a:lnTo>
                  <a:pt x="1549143" y="1073728"/>
                </a:lnTo>
                <a:lnTo>
                  <a:pt x="1567705" y="1073415"/>
                </a:lnTo>
                <a:lnTo>
                  <a:pt x="1568686" y="982527"/>
                </a:lnTo>
                <a:lnTo>
                  <a:pt x="1569400" y="1073431"/>
                </a:lnTo>
                <a:lnTo>
                  <a:pt x="1819366" y="1087979"/>
                </a:lnTo>
                <a:lnTo>
                  <a:pt x="1819455" y="1139614"/>
                </a:lnTo>
                <a:lnTo>
                  <a:pt x="1819544" y="1087983"/>
                </a:lnTo>
                <a:lnTo>
                  <a:pt x="1837839" y="1083151"/>
                </a:lnTo>
                <a:lnTo>
                  <a:pt x="1839980" y="888722"/>
                </a:lnTo>
                <a:lnTo>
                  <a:pt x="1840694" y="1047903"/>
                </a:lnTo>
                <a:lnTo>
                  <a:pt x="1845513" y="1081931"/>
                </a:lnTo>
                <a:lnTo>
                  <a:pt x="1845603" y="1134834"/>
                </a:lnTo>
                <a:lnTo>
                  <a:pt x="1845692" y="1081875"/>
                </a:lnTo>
                <a:lnTo>
                  <a:pt x="1850422" y="1047012"/>
                </a:lnTo>
                <a:lnTo>
                  <a:pt x="1851136" y="897531"/>
                </a:lnTo>
                <a:lnTo>
                  <a:pt x="1853188" y="1083123"/>
                </a:lnTo>
                <a:lnTo>
                  <a:pt x="1858989" y="1087983"/>
                </a:lnTo>
                <a:lnTo>
                  <a:pt x="1935558" y="1096131"/>
                </a:lnTo>
                <a:lnTo>
                  <a:pt x="1935647" y="1147762"/>
                </a:lnTo>
                <a:lnTo>
                  <a:pt x="1935737" y="1096130"/>
                </a:lnTo>
                <a:lnTo>
                  <a:pt x="1948766" y="1095209"/>
                </a:lnTo>
                <a:lnTo>
                  <a:pt x="1950997" y="1014281"/>
                </a:lnTo>
                <a:lnTo>
                  <a:pt x="1952335" y="1078900"/>
                </a:lnTo>
                <a:lnTo>
                  <a:pt x="1956708" y="1095205"/>
                </a:lnTo>
                <a:lnTo>
                  <a:pt x="1956798" y="1146839"/>
                </a:lnTo>
                <a:lnTo>
                  <a:pt x="1956887" y="1095208"/>
                </a:lnTo>
                <a:lnTo>
                  <a:pt x="1966614" y="1095108"/>
                </a:lnTo>
                <a:lnTo>
                  <a:pt x="1969024" y="1014324"/>
                </a:lnTo>
                <a:lnTo>
                  <a:pt x="1970362" y="1078945"/>
                </a:lnTo>
                <a:lnTo>
                  <a:pt x="1974467" y="1095107"/>
                </a:lnTo>
                <a:lnTo>
                  <a:pt x="2163927" y="1101112"/>
                </a:lnTo>
                <a:lnTo>
                  <a:pt x="2164016" y="1146738"/>
                </a:lnTo>
                <a:lnTo>
                  <a:pt x="2164105" y="1101112"/>
                </a:lnTo>
                <a:lnTo>
                  <a:pt x="2200070" y="1099168"/>
                </a:lnTo>
                <a:lnTo>
                  <a:pt x="2211314" y="1093753"/>
                </a:lnTo>
                <a:lnTo>
                  <a:pt x="2227199" y="1081319"/>
                </a:lnTo>
                <a:lnTo>
                  <a:pt x="2241121" y="1060230"/>
                </a:lnTo>
                <a:lnTo>
                  <a:pt x="2242459" y="946257"/>
                </a:lnTo>
                <a:lnTo>
                  <a:pt x="2242906" y="1039023"/>
                </a:lnTo>
                <a:lnTo>
                  <a:pt x="2247725" y="1059048"/>
                </a:lnTo>
                <a:lnTo>
                  <a:pt x="2247814" y="1111427"/>
                </a:lnTo>
                <a:lnTo>
                  <a:pt x="2247903" y="1058451"/>
                </a:lnTo>
                <a:lnTo>
                  <a:pt x="2252633" y="1023114"/>
                </a:lnTo>
                <a:lnTo>
                  <a:pt x="2252990" y="951659"/>
                </a:lnTo>
                <a:lnTo>
                  <a:pt x="2254150" y="1059741"/>
                </a:lnTo>
                <a:lnTo>
                  <a:pt x="2266644" y="1076677"/>
                </a:lnTo>
                <a:lnTo>
                  <a:pt x="2280476" y="1088463"/>
                </a:lnTo>
                <a:lnTo>
                  <a:pt x="2298057" y="1097074"/>
                </a:lnTo>
                <a:lnTo>
                  <a:pt x="2309926" y="1099534"/>
                </a:lnTo>
                <a:lnTo>
                  <a:pt x="2310015" y="1146738"/>
                </a:lnTo>
                <a:lnTo>
                  <a:pt x="2310104" y="1099535"/>
                </a:lnTo>
                <a:lnTo>
                  <a:pt x="2394884" y="1090444"/>
                </a:lnTo>
                <a:lnTo>
                  <a:pt x="2398543" y="1068189"/>
                </a:lnTo>
                <a:lnTo>
                  <a:pt x="2399614" y="998513"/>
                </a:lnTo>
                <a:lnTo>
                  <a:pt x="2401220" y="1077893"/>
                </a:lnTo>
                <a:lnTo>
                  <a:pt x="2406218" y="1090355"/>
                </a:lnTo>
                <a:lnTo>
                  <a:pt x="2406307" y="1142369"/>
                </a:lnTo>
                <a:lnTo>
                  <a:pt x="2406396" y="1090331"/>
                </a:lnTo>
                <a:lnTo>
                  <a:pt x="2411394" y="1076222"/>
                </a:lnTo>
                <a:lnTo>
                  <a:pt x="2412911" y="1000546"/>
                </a:lnTo>
                <a:lnTo>
                  <a:pt x="2414071" y="1070860"/>
                </a:lnTo>
                <a:lnTo>
                  <a:pt x="2417640" y="1090329"/>
                </a:lnTo>
                <a:lnTo>
                  <a:pt x="2494120" y="1100353"/>
                </a:lnTo>
                <a:lnTo>
                  <a:pt x="2612722" y="1101998"/>
                </a:lnTo>
                <a:lnTo>
                  <a:pt x="2612812" y="1146738"/>
                </a:lnTo>
                <a:lnTo>
                  <a:pt x="2612901" y="1093023"/>
                </a:lnTo>
                <a:lnTo>
                  <a:pt x="2618345" y="1058951"/>
                </a:lnTo>
                <a:lnTo>
                  <a:pt x="2619058" y="986254"/>
                </a:lnTo>
                <a:lnTo>
                  <a:pt x="2619862" y="1061093"/>
                </a:lnTo>
                <a:lnTo>
                  <a:pt x="2625216" y="1093156"/>
                </a:lnTo>
                <a:lnTo>
                  <a:pt x="2635479" y="1101997"/>
                </a:lnTo>
                <a:lnTo>
                  <a:pt x="2635568" y="1146738"/>
                </a:lnTo>
                <a:lnTo>
                  <a:pt x="2635657" y="1101998"/>
                </a:lnTo>
                <a:lnTo>
                  <a:pt x="2708121" y="1098152"/>
                </a:lnTo>
                <a:lnTo>
                  <a:pt x="2721061" y="1096130"/>
                </a:lnTo>
                <a:lnTo>
                  <a:pt x="2727308" y="1092130"/>
                </a:lnTo>
                <a:lnTo>
                  <a:pt x="2730343" y="1082893"/>
                </a:lnTo>
                <a:lnTo>
                  <a:pt x="2730967" y="1033748"/>
                </a:lnTo>
                <a:lnTo>
                  <a:pt x="2731949" y="1134514"/>
                </a:lnTo>
                <a:lnTo>
                  <a:pt x="2732038" y="1082863"/>
                </a:lnTo>
                <a:lnTo>
                  <a:pt x="2750511" y="1082402"/>
                </a:lnTo>
                <a:lnTo>
                  <a:pt x="2751404" y="1035484"/>
                </a:lnTo>
                <a:lnTo>
                  <a:pt x="2752028" y="1082506"/>
                </a:lnTo>
                <a:lnTo>
                  <a:pt x="2758721" y="1092208"/>
                </a:lnTo>
                <a:lnTo>
                  <a:pt x="2771929" y="1096118"/>
                </a:lnTo>
                <a:lnTo>
                  <a:pt x="2798077" y="1098056"/>
                </a:lnTo>
                <a:lnTo>
                  <a:pt x="2883392" y="1101112"/>
                </a:lnTo>
                <a:lnTo>
                  <a:pt x="2883481" y="1134112"/>
                </a:lnTo>
                <a:lnTo>
                  <a:pt x="2883570" y="1101112"/>
                </a:lnTo>
                <a:lnTo>
                  <a:pt x="2889549" y="1100607"/>
                </a:lnTo>
                <a:lnTo>
                  <a:pt x="2891780" y="1078927"/>
                </a:lnTo>
                <a:lnTo>
                  <a:pt x="2893654" y="976780"/>
                </a:lnTo>
                <a:lnTo>
                  <a:pt x="2893833" y="1063847"/>
                </a:lnTo>
                <a:lnTo>
                  <a:pt x="2903828" y="1063723"/>
                </a:lnTo>
                <a:lnTo>
                  <a:pt x="2904274" y="946660"/>
                </a:lnTo>
                <a:lnTo>
                  <a:pt x="2904631" y="1063847"/>
                </a:lnTo>
                <a:lnTo>
                  <a:pt x="2914180" y="1063847"/>
                </a:lnTo>
                <a:lnTo>
                  <a:pt x="2914358" y="975374"/>
                </a:lnTo>
                <a:lnTo>
                  <a:pt x="2914537" y="1100757"/>
                </a:lnTo>
                <a:lnTo>
                  <a:pt x="2923907" y="1103148"/>
                </a:lnTo>
                <a:lnTo>
                  <a:pt x="2923997" y="1154778"/>
                </a:lnTo>
                <a:lnTo>
                  <a:pt x="2924175" y="1070118"/>
                </a:lnTo>
              </a:path>
            </a:pathLst>
          </a:custGeom>
          <a:noFill xmlns:a="http://schemas.openxmlformats.org/drawingml/2006/main"/>
          <a:ln xmlns:a="http://schemas.openxmlformats.org/drawingml/2006/main" w="13335">
            <a:solidFill>
              <a:srgbClr val="009E73"/>
            </a:solidFill>
            <a:prstDash val="solid"/>
          </a:ln>
        </p:spPr>
      </p:sp>
      <p:sp>
        <p:nvSpPr>
          <p:cNvPr id="73" name="text_072">
            <a:extLst xmlns:a="http://schemas.openxmlformats.org/drawingml/2006/main">
              <a:ext uri="{FF2B5EF4-FFF2-40B4-BE49-F238E27FC236}">
                <a16:creationId xmlns:a16="http://schemas.microsoft.com/office/drawing/2014/main" id="{73A5D9D2-AEEE-46C4-8F74-5266BB7821F0}"/>
              </a:ext>
            </a:extLst>
          </p:cNvPr>
          <p:cNvSpPr>
            <a:spLocks xmlns:a="http://schemas.openxmlformats.org/drawingml/2006/main" noGrp="1"/>
          </p:cNvSpPr>
          <p:nvPr/>
        </p:nvSpPr>
        <p:spPr>
          <a:xfrm xmlns:a="http://schemas.openxmlformats.org/drawingml/2006/main" rot="0">
            <a:off x="7981950" y="6162675"/>
            <a:ext cx="428625" cy="238125"/>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350" b="1">
                <a:solidFill>
                  <a:srgbClr val="000000"/>
                </a:solidFill>
                <a:latin typeface="Arial"/>
                <a:ea typeface="Arial"/>
                <a:cs typeface="Arial"/>
              </a:defRPr>
            </a:defPPr>
            <a:lvl1pPr algn="l">
              <a:defRPr sz="1350" b="1">
                <a:solidFill>
                  <a:srgbClr val="000000"/>
                </a:solidFill>
                <a:latin typeface="Arial"/>
                <a:ea typeface="Arial"/>
                <a:cs typeface="Arial"/>
              </a:defRPr>
            </a:lvl1pPr>
            <a:lvl2pPr algn="l">
              <a:defRPr sz="1350" b="1">
                <a:solidFill>
                  <a:srgbClr val="000000"/>
                </a:solidFill>
                <a:latin typeface="Arial"/>
                <a:ea typeface="Arial"/>
                <a:cs typeface="Arial"/>
              </a:defRPr>
            </a:lvl2pPr>
            <a:lvl3pPr algn="l">
              <a:defRPr sz="1350" b="1">
                <a:solidFill>
                  <a:srgbClr val="000000"/>
                </a:solidFill>
                <a:latin typeface="Arial"/>
                <a:ea typeface="Arial"/>
                <a:cs typeface="Arial"/>
              </a:defRPr>
            </a:lvl3pPr>
            <a:lvl4pPr algn="l">
              <a:defRPr sz="1350" b="1">
                <a:solidFill>
                  <a:srgbClr val="000000"/>
                </a:solidFill>
                <a:latin typeface="Arial"/>
                <a:ea typeface="Arial"/>
                <a:cs typeface="Arial"/>
              </a:defRPr>
            </a:lvl4pPr>
            <a:lvl5pPr algn="l">
              <a:defRPr sz="1350" b="1">
                <a:solidFill>
                  <a:srgbClr val="000000"/>
                </a:solidFill>
                <a:latin typeface="Arial"/>
                <a:ea typeface="Arial"/>
                <a:cs typeface="Arial"/>
              </a:defRPr>
            </a:lvl5pPr>
            <a:lvl6pPr algn="l">
              <a:defRPr sz="1350" b="1">
                <a:solidFill>
                  <a:srgbClr val="000000"/>
                </a:solidFill>
                <a:latin typeface="Arial"/>
                <a:ea typeface="Arial"/>
                <a:cs typeface="Arial"/>
              </a:defRPr>
            </a:lvl6pPr>
            <a:lvl7pPr algn="l">
              <a:defRPr sz="1350" b="1">
                <a:solidFill>
                  <a:srgbClr val="000000"/>
                </a:solidFill>
                <a:latin typeface="Arial"/>
                <a:ea typeface="Arial"/>
                <a:cs typeface="Arial"/>
              </a:defRPr>
            </a:lvl7pPr>
            <a:lvl8pPr algn="l">
              <a:defRPr sz="1350" b="1">
                <a:solidFill>
                  <a:srgbClr val="000000"/>
                </a:solidFill>
                <a:latin typeface="Arial"/>
                <a:ea typeface="Arial"/>
                <a:cs typeface="Arial"/>
              </a:defRPr>
            </a:lvl8pPr>
            <a:lvl9pPr algn="l">
              <a:defRPr sz="1350" b="1">
                <a:solidFill>
                  <a:srgbClr val="000000"/>
                </a:solidFill>
                <a:latin typeface="Arial"/>
                <a:ea typeface="Arial"/>
                <a:cs typeface="Arial"/>
              </a:defRPr>
            </a:lvl9pPr>
          </a:lstStyle>
          <a:p xmlns:a="http://schemas.openxmlformats.org/drawingml/2006/main">
            <a:pPr algn="l">
              <a:defRPr sz="1350" b="1">
                <a:solidFill>
                  <a:srgbClr val="000000"/>
                </a:solidFill>
                <a:latin typeface="Arial"/>
                <a:ea typeface="Arial"/>
                <a:cs typeface="Arial"/>
              </a:defRPr>
            </a:pPr>
            <a:r>
              <a:rPr sz="1350" b="1">
                <a:solidFill>
                  <a:srgbClr val="000000"/>
                </a:solidFill>
                <a:latin typeface="Arial"/>
                <a:ea typeface="Arial"/>
                <a:cs typeface="Arial"/>
              </a:rPr>
              <a:t>Q</a:t>
            </a:r>
          </a:p>
        </p:txBody>
      </p:sp>
      <p:sp>
        <p:nvSpPr>
          <p:cNvPr id="74" name="text_073">
            <a:extLst xmlns:a="http://schemas.openxmlformats.org/drawingml/2006/main">
              <a:ext uri="{FF2B5EF4-FFF2-40B4-BE49-F238E27FC236}">
                <a16:creationId xmlns:a16="http://schemas.microsoft.com/office/drawing/2014/main" id="{79E855F2-509A-41AC-B6E4-6D5D315FD655}"/>
              </a:ext>
            </a:extLst>
          </p:cNvPr>
          <p:cNvSpPr>
            <a:spLocks xmlns:a="http://schemas.openxmlformats.org/drawingml/2006/main" noGrp="1"/>
          </p:cNvSpPr>
          <p:nvPr/>
        </p:nvSpPr>
        <p:spPr>
          <a:xfrm xmlns:a="http://schemas.openxmlformats.org/drawingml/2006/main" rot="0">
            <a:off x="8286750" y="8448675"/>
            <a:ext cx="1143000" cy="219075"/>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200" b="0">
                <a:solidFill>
                  <a:srgbClr val="000000"/>
                </a:solidFill>
                <a:latin typeface="Arial"/>
                <a:ea typeface="Arial"/>
                <a:cs typeface="Arial"/>
              </a:defRPr>
            </a:defPPr>
            <a:lvl1pPr algn="l">
              <a:defRPr sz="1200" b="0">
                <a:solidFill>
                  <a:srgbClr val="000000"/>
                </a:solidFill>
                <a:latin typeface="Arial"/>
                <a:ea typeface="Arial"/>
                <a:cs typeface="Arial"/>
              </a:defRPr>
            </a:lvl1pPr>
            <a:lvl2pPr algn="l">
              <a:defRPr sz="1200" b="0">
                <a:solidFill>
                  <a:srgbClr val="000000"/>
                </a:solidFill>
                <a:latin typeface="Arial"/>
                <a:ea typeface="Arial"/>
                <a:cs typeface="Arial"/>
              </a:defRPr>
            </a:lvl2pPr>
            <a:lvl3pPr algn="l">
              <a:defRPr sz="1200" b="0">
                <a:solidFill>
                  <a:srgbClr val="000000"/>
                </a:solidFill>
                <a:latin typeface="Arial"/>
                <a:ea typeface="Arial"/>
                <a:cs typeface="Arial"/>
              </a:defRPr>
            </a:lvl3pPr>
            <a:lvl4pPr algn="l">
              <a:defRPr sz="1200" b="0">
                <a:solidFill>
                  <a:srgbClr val="000000"/>
                </a:solidFill>
                <a:latin typeface="Arial"/>
                <a:ea typeface="Arial"/>
                <a:cs typeface="Arial"/>
              </a:defRPr>
            </a:lvl4pPr>
            <a:lvl5pPr algn="l">
              <a:defRPr sz="1200" b="0">
                <a:solidFill>
                  <a:srgbClr val="000000"/>
                </a:solidFill>
                <a:latin typeface="Arial"/>
                <a:ea typeface="Arial"/>
                <a:cs typeface="Arial"/>
              </a:defRPr>
            </a:lvl5pPr>
            <a:lvl6pPr algn="l">
              <a:defRPr sz="1200" b="0">
                <a:solidFill>
                  <a:srgbClr val="000000"/>
                </a:solidFill>
                <a:latin typeface="Arial"/>
                <a:ea typeface="Arial"/>
                <a:cs typeface="Arial"/>
              </a:defRPr>
            </a:lvl6pPr>
            <a:lvl7pPr algn="l">
              <a:defRPr sz="1200" b="0">
                <a:solidFill>
                  <a:srgbClr val="000000"/>
                </a:solidFill>
                <a:latin typeface="Arial"/>
                <a:ea typeface="Arial"/>
                <a:cs typeface="Arial"/>
              </a:defRPr>
            </a:lvl7pPr>
            <a:lvl8pPr algn="l">
              <a:defRPr sz="1200" b="0">
                <a:solidFill>
                  <a:srgbClr val="000000"/>
                </a:solidFill>
                <a:latin typeface="Arial"/>
                <a:ea typeface="Arial"/>
                <a:cs typeface="Arial"/>
              </a:defRPr>
            </a:lvl8pPr>
            <a:lvl9pPr algn="l">
              <a:defRPr sz="1200" b="0">
                <a:solidFill>
                  <a:srgbClr val="000000"/>
                </a:solidFill>
                <a:latin typeface="Arial"/>
                <a:ea typeface="Arial"/>
                <a:cs typeface="Arial"/>
              </a:defRPr>
            </a:lvl9pPr>
          </a:lstStyle>
          <a:p xmlns:a="http://schemas.openxmlformats.org/drawingml/2006/main">
            <a:pPr algn="l">
              <a:defRPr sz="1200" b="0">
                <a:solidFill>
                  <a:srgbClr val="000000"/>
                </a:solidFill>
                <a:latin typeface="Arial"/>
                <a:ea typeface="Arial"/>
                <a:cs typeface="Arial"/>
              </a:defRPr>
            </a:pPr>
            <a:r>
              <a:rPr sz="1200" b="0">
                <a:solidFill>
                  <a:srgbClr val="000000"/>
                </a:solidFill>
                <a:latin typeface="Arial"/>
                <a:ea typeface="Arial"/>
                <a:cs typeface="Arial"/>
              </a:rPr>
              <a:t>P (dashed)</a:t>
            </a:r>
          </a:p>
        </p:txBody>
      </p:sp>
      <p:sp>
        <p:nvSpPr>
          <p:cNvPr id="75" name="line_074">
            <a:extLst xmlns:a="http://schemas.openxmlformats.org/drawingml/2006/main">
              <a:ext uri="{FF2B5EF4-FFF2-40B4-BE49-F238E27FC236}">
                <a16:creationId xmlns:a16="http://schemas.microsoft.com/office/drawing/2014/main" id="{57284B00-EF33-469F-ACB8-97BA27481C81}"/>
              </a:ext>
            </a:extLst>
          </p:cNvPr>
          <p:cNvSpPr>
            <a:spLocks xmlns:a="http://schemas.openxmlformats.org/drawingml/2006/main" noGrp="1"/>
          </p:cNvSpPr>
          <p:nvPr/>
        </p:nvSpPr>
        <p:spPr>
          <a:xfrm xmlns:a="http://schemas.openxmlformats.org/drawingml/2006/main">
            <a:off x="8001000" y="8534400"/>
            <a:ext cx="238125" cy="95"/>
          </a:xfrm>
          <a:custGeom xmlns:a="http://schemas.openxmlformats.org/drawingml/2006/main">
            <a:pathLst>
              <a:path w="238125" h="95">
                <a:moveTo>
                  <a:pt x="0" y="0"/>
                </a:moveTo>
                <a:lnTo>
                  <a:pt x="238125" y="0"/>
                </a:lnTo>
              </a:path>
            </a:pathLst>
          </a:custGeom>
          <a:noFill xmlns:a="http://schemas.openxmlformats.org/drawingml/2006/main"/>
          <a:ln xmlns:a="http://schemas.openxmlformats.org/drawingml/2006/main" w="15240">
            <a:solidFill>
              <a:srgbClr val="0072B2"/>
            </a:solidFill>
            <a:prstDash val="dash"/>
          </a:ln>
        </p:spPr>
      </p:sp>
      <p:sp>
        <p:nvSpPr>
          <p:cNvPr id="76" name="text_075">
            <a:extLst xmlns:a="http://schemas.openxmlformats.org/drawingml/2006/main">
              <a:ext uri="{FF2B5EF4-FFF2-40B4-BE49-F238E27FC236}">
                <a16:creationId xmlns:a16="http://schemas.microsoft.com/office/drawing/2014/main" id="{A4D6AAE0-E1B9-4C21-9DAA-D5BD59AC93FD}"/>
              </a:ext>
            </a:extLst>
          </p:cNvPr>
          <p:cNvSpPr>
            <a:spLocks xmlns:a="http://schemas.openxmlformats.org/drawingml/2006/main" noGrp="1"/>
          </p:cNvSpPr>
          <p:nvPr/>
        </p:nvSpPr>
        <p:spPr>
          <a:xfrm xmlns:a="http://schemas.openxmlformats.org/drawingml/2006/main" rot="0">
            <a:off x="10572750" y="8448675"/>
            <a:ext cx="619125" cy="219075"/>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200" b="0">
                <a:solidFill>
                  <a:srgbClr val="000000"/>
                </a:solidFill>
                <a:latin typeface="Arial"/>
                <a:ea typeface="Arial"/>
                <a:cs typeface="Arial"/>
              </a:defRPr>
            </a:defPPr>
            <a:lvl1pPr algn="l">
              <a:defRPr sz="1200" b="0">
                <a:solidFill>
                  <a:srgbClr val="000000"/>
                </a:solidFill>
                <a:latin typeface="Arial"/>
                <a:ea typeface="Arial"/>
                <a:cs typeface="Arial"/>
              </a:defRPr>
            </a:lvl1pPr>
            <a:lvl2pPr algn="l">
              <a:defRPr sz="1200" b="0">
                <a:solidFill>
                  <a:srgbClr val="000000"/>
                </a:solidFill>
                <a:latin typeface="Arial"/>
                <a:ea typeface="Arial"/>
                <a:cs typeface="Arial"/>
              </a:defRPr>
            </a:lvl2pPr>
            <a:lvl3pPr algn="l">
              <a:defRPr sz="1200" b="0">
                <a:solidFill>
                  <a:srgbClr val="000000"/>
                </a:solidFill>
                <a:latin typeface="Arial"/>
                <a:ea typeface="Arial"/>
                <a:cs typeface="Arial"/>
              </a:defRPr>
            </a:lvl3pPr>
            <a:lvl4pPr algn="l">
              <a:defRPr sz="1200" b="0">
                <a:solidFill>
                  <a:srgbClr val="000000"/>
                </a:solidFill>
                <a:latin typeface="Arial"/>
                <a:ea typeface="Arial"/>
                <a:cs typeface="Arial"/>
              </a:defRPr>
            </a:lvl4pPr>
            <a:lvl5pPr algn="l">
              <a:defRPr sz="1200" b="0">
                <a:solidFill>
                  <a:srgbClr val="000000"/>
                </a:solidFill>
                <a:latin typeface="Arial"/>
                <a:ea typeface="Arial"/>
                <a:cs typeface="Arial"/>
              </a:defRPr>
            </a:lvl5pPr>
            <a:lvl6pPr algn="l">
              <a:defRPr sz="1200" b="0">
                <a:solidFill>
                  <a:srgbClr val="000000"/>
                </a:solidFill>
                <a:latin typeface="Arial"/>
                <a:ea typeface="Arial"/>
                <a:cs typeface="Arial"/>
              </a:defRPr>
            </a:lvl6pPr>
            <a:lvl7pPr algn="l">
              <a:defRPr sz="1200" b="0">
                <a:solidFill>
                  <a:srgbClr val="000000"/>
                </a:solidFill>
                <a:latin typeface="Arial"/>
                <a:ea typeface="Arial"/>
                <a:cs typeface="Arial"/>
              </a:defRPr>
            </a:lvl7pPr>
            <a:lvl8pPr algn="l">
              <a:defRPr sz="1200" b="0">
                <a:solidFill>
                  <a:srgbClr val="000000"/>
                </a:solidFill>
                <a:latin typeface="Arial"/>
                <a:ea typeface="Arial"/>
                <a:cs typeface="Arial"/>
              </a:defRPr>
            </a:lvl8pPr>
            <a:lvl9pPr algn="l">
              <a:defRPr sz="1200" b="0">
                <a:solidFill>
                  <a:srgbClr val="000000"/>
                </a:solidFill>
                <a:latin typeface="Arial"/>
                <a:ea typeface="Arial"/>
                <a:cs typeface="Arial"/>
              </a:defRPr>
            </a:lvl9pPr>
          </a:lstStyle>
          <a:p xmlns:a="http://schemas.openxmlformats.org/drawingml/2006/main">
            <a:pPr algn="l">
              <a:defRPr sz="1200" b="0">
                <a:solidFill>
                  <a:srgbClr val="000000"/>
                </a:solidFill>
                <a:latin typeface="Arial"/>
                <a:ea typeface="Arial"/>
                <a:cs typeface="Arial"/>
              </a:defRPr>
            </a:pPr>
            <a:r>
              <a:rPr sz="1200" b="0">
                <a:solidFill>
                  <a:srgbClr val="000000"/>
                </a:solidFill>
                <a:latin typeface="Arial"/>
                <a:ea typeface="Arial"/>
                <a:cs typeface="Arial"/>
              </a:rPr>
              <a:t>R2</a:t>
            </a:r>
          </a:p>
        </p:txBody>
      </p:sp>
      <p:sp>
        <p:nvSpPr>
          <p:cNvPr id="77" name="line_076">
            <a:extLst xmlns:a="http://schemas.openxmlformats.org/drawingml/2006/main">
              <a:ext uri="{FF2B5EF4-FFF2-40B4-BE49-F238E27FC236}">
                <a16:creationId xmlns:a16="http://schemas.microsoft.com/office/drawing/2014/main" id="{A638E7E5-DEF2-47E9-85BE-7A34A0E8A4FF}"/>
              </a:ext>
            </a:extLst>
          </p:cNvPr>
          <p:cNvSpPr>
            <a:spLocks xmlns:a="http://schemas.openxmlformats.org/drawingml/2006/main" noGrp="1"/>
          </p:cNvSpPr>
          <p:nvPr/>
        </p:nvSpPr>
        <p:spPr>
          <a:xfrm xmlns:a="http://schemas.openxmlformats.org/drawingml/2006/main">
            <a:off x="10220325" y="8534400"/>
            <a:ext cx="295275" cy="95"/>
          </a:xfrm>
          <a:custGeom xmlns:a="http://schemas.openxmlformats.org/drawingml/2006/main">
            <a:pathLst>
              <a:path w="295275" h="95">
                <a:moveTo>
                  <a:pt x="0" y="0"/>
                </a:moveTo>
                <a:lnTo>
                  <a:pt x="295275" y="0"/>
                </a:lnTo>
              </a:path>
            </a:pathLst>
          </a:custGeom>
          <a:noFill xmlns:a="http://schemas.openxmlformats.org/drawingml/2006/main"/>
          <a:ln xmlns:a="http://schemas.openxmlformats.org/drawingml/2006/main" w="15240">
            <a:solidFill>
              <a:srgbClr val="009E73"/>
            </a:solidFill>
            <a:prstDash val="solid"/>
          </a:ln>
        </p:spPr>
      </p:sp>
      <p:sp>
        <p:nvSpPr>
          <p:cNvPr id="78" name="text_077">
            <a:extLst xmlns:a="http://schemas.openxmlformats.org/drawingml/2006/main">
              <a:ext uri="{FF2B5EF4-FFF2-40B4-BE49-F238E27FC236}">
                <a16:creationId xmlns:a16="http://schemas.microsoft.com/office/drawing/2014/main" id="{C91327F3-FBB3-4CE2-BDAD-1C853DAFF1A4}"/>
              </a:ext>
            </a:extLst>
          </p:cNvPr>
          <p:cNvSpPr>
            <a:spLocks xmlns:a="http://schemas.openxmlformats.org/drawingml/2006/main" noGrp="1"/>
          </p:cNvSpPr>
          <p:nvPr/>
        </p:nvSpPr>
        <p:spPr>
          <a:xfrm xmlns:a="http://schemas.openxmlformats.org/drawingml/2006/main" rot="0">
            <a:off x="7915275" y="8191500"/>
            <a:ext cx="381000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125" b="0">
                <a:solidFill>
                  <a:srgbClr val="000000"/>
                </a:solidFill>
                <a:latin typeface="Arial"/>
                <a:ea typeface="Arial"/>
                <a:cs typeface="Arial"/>
              </a:defRPr>
            </a:defPPr>
            <a:lvl1pPr algn="l">
              <a:defRPr sz="1125" b="0">
                <a:solidFill>
                  <a:srgbClr val="000000"/>
                </a:solidFill>
                <a:latin typeface="Arial"/>
                <a:ea typeface="Arial"/>
                <a:cs typeface="Arial"/>
              </a:defRPr>
            </a:lvl1pPr>
            <a:lvl2pPr algn="l">
              <a:defRPr sz="1125" b="0">
                <a:solidFill>
                  <a:srgbClr val="000000"/>
                </a:solidFill>
                <a:latin typeface="Arial"/>
                <a:ea typeface="Arial"/>
                <a:cs typeface="Arial"/>
              </a:defRPr>
            </a:lvl2pPr>
            <a:lvl3pPr algn="l">
              <a:defRPr sz="1125" b="0">
                <a:solidFill>
                  <a:srgbClr val="000000"/>
                </a:solidFill>
                <a:latin typeface="Arial"/>
                <a:ea typeface="Arial"/>
                <a:cs typeface="Arial"/>
              </a:defRPr>
            </a:lvl3pPr>
            <a:lvl4pPr algn="l">
              <a:defRPr sz="1125" b="0">
                <a:solidFill>
                  <a:srgbClr val="000000"/>
                </a:solidFill>
                <a:latin typeface="Arial"/>
                <a:ea typeface="Arial"/>
                <a:cs typeface="Arial"/>
              </a:defRPr>
            </a:lvl4pPr>
            <a:lvl5pPr algn="l">
              <a:defRPr sz="1125" b="0">
                <a:solidFill>
                  <a:srgbClr val="000000"/>
                </a:solidFill>
                <a:latin typeface="Arial"/>
                <a:ea typeface="Arial"/>
                <a:cs typeface="Arial"/>
              </a:defRPr>
            </a:lvl5pPr>
            <a:lvl6pPr algn="l">
              <a:defRPr sz="1125" b="0">
                <a:solidFill>
                  <a:srgbClr val="000000"/>
                </a:solidFill>
                <a:latin typeface="Arial"/>
                <a:ea typeface="Arial"/>
                <a:cs typeface="Arial"/>
              </a:defRPr>
            </a:lvl6pPr>
            <a:lvl7pPr algn="l">
              <a:defRPr sz="1125" b="0">
                <a:solidFill>
                  <a:srgbClr val="000000"/>
                </a:solidFill>
                <a:latin typeface="Arial"/>
                <a:ea typeface="Arial"/>
                <a:cs typeface="Arial"/>
              </a:defRPr>
            </a:lvl7pPr>
            <a:lvl8pPr algn="l">
              <a:defRPr sz="1125" b="0">
                <a:solidFill>
                  <a:srgbClr val="000000"/>
                </a:solidFill>
                <a:latin typeface="Arial"/>
                <a:ea typeface="Arial"/>
                <a:cs typeface="Arial"/>
              </a:defRPr>
            </a:lvl8pPr>
            <a:lvl9pPr algn="l">
              <a:defRPr sz="1125" b="0">
                <a:solidFill>
                  <a:srgbClr val="000000"/>
                </a:solidFill>
                <a:latin typeface="Arial"/>
                <a:ea typeface="Arial"/>
                <a:cs typeface="Arial"/>
              </a:defRPr>
            </a:lvl9pPr>
          </a:lstStyle>
          <a:p xmlns:a="http://schemas.openxmlformats.org/drawingml/2006/main">
            <a:pPr algn="l">
              <a:defRPr sz="1125" b="0">
                <a:solidFill>
                  <a:srgbClr val="000000"/>
                </a:solidFill>
                <a:latin typeface="Arial"/>
                <a:ea typeface="Arial"/>
                <a:cs typeface="Arial"/>
              </a:defRPr>
            </a:pPr>
            <a:r>
              <a:rPr sz="1125" b="0">
                <a:solidFill>
                  <a:srgbClr val="000000"/>
                </a:solidFill>
                <a:latin typeface="Arial"/>
                <a:ea typeface="Arial"/>
                <a:cs typeface="Arial"/>
              </a:rPr>
              <a:t>AB: Qmerge 0.034 (source/P), -0.225 (R2)</a:t>
            </a:r>
          </a:p>
        </p:txBody>
      </p:sp>
    </p:spTree>
    <p:extLst>
      <p:ext uri="{BB962C8B-B14F-4D97-AF65-F5344CB8AC3E}">
        <p14:creationId xmlns:p14="http://schemas.microsoft.com/office/powerpoint/2010/main" val="1965287984"/>
      </p:ext>
    </p:extLst>
  </p:cSld>
</p:sld>
</file>

<file path=ppt/main_figures/Fig11/ppt/submission_case/ppt/tableStyles.xml><?xml version="1.0" encoding="utf-8"?>
<a:tblStyleLst xmlns:a="http://schemas.openxmlformats.org/drawingml/2006/main" def="{5C22544A-7EE6-4342-B048-85BDC9FD1C3A}"/>
</file>

<file path=ppt/main_figures/Fig11/ppt/submission_case/ppt/theme/theme1.xml><?xml version="1.0" encoding="utf-8"?>
<a:theme xmlns:a="http://schemas.openxmlformats.org/drawingml/2006/main" name="ChatGPT">
  <a:themeElements>
    <a:clrScheme name="ChatGPT">
      <a:dk1>
        <a:srgbClr val="000000"/>
      </a:dk1>
      <a:lt1>
        <a:srgbClr val="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
      <a:majorFont>
        <a:latin typeface="Aptos"/>
        <a:ea typeface=""/>
        <a:cs typeface=""/>
      </a:majorFont>
      <a:minorFont>
        <a:latin typeface="Aptos"/>
        <a:ea typeface=""/>
        <a:cs typeface=""/>
      </a:minorFont>
    </a:fontScheme>
    <a:fmtScheme name="ChatGPT">
      <a:fillStyleLst>
        <a:solidFill>
          <a:schemeClr val="phClr"/>
        </a:solidFill>
        <a:gradFill>
          <a:gsLst>
            <a:gs pos="0">
              <a:schemeClr val="phClr">
                <a:tint val="67000"/>
                <a:lumMod val="110000"/>
                <a:satMod val="105000"/>
              </a:schemeClr>
            </a:gs>
            <a:gs pos="50000">
              <a:schemeClr val="phClr">
                <a:tint val="73000"/>
                <a:lumMod val="105000"/>
                <a:satMod val="103000"/>
              </a:schemeClr>
            </a:gs>
            <a:gs pos="100000">
              <a:schemeClr val="phClr">
                <a:tint val="81000"/>
                <a:lumMod val="105000"/>
                <a:satMod val="109000"/>
              </a:schemeClr>
            </a:gs>
          </a:gsLst>
          <a:lin ang="5400000" scaled="0"/>
        </a:gradFill>
        <a:gradFill>
          <a:gsLst>
            <a:gs pos="0">
              <a:schemeClr val="phClr">
                <a:tint val="94000"/>
                <a:lumMod val="102000"/>
                <a:satMod val="103000"/>
              </a:schemeClr>
            </a:gs>
            <a:gs pos="50000">
              <a:schemeClr val="phClr">
                <a:shade val="100000"/>
                <a:lumMod val="100000"/>
                <a:satMod val="110000"/>
              </a:schemeClr>
            </a:gs>
            <a:gs pos="100000">
              <a:schemeClr val="phClr">
                <a:shade val="78000"/>
                <a:lumMod val="99000"/>
                <a:satMod val="120000"/>
              </a:schemeClr>
            </a:gs>
          </a:gsLst>
          <a:lin ang="5400000" scaled="0"/>
        </a:gradFill>
      </a:fillStyleLst>
      <a:lnStyleLst>
        <a:ln w="12700">
          <a:solidFill>
            <a:schemeClr val="phClr"/>
          </a:solidFill>
          <a:prstDash val="solid"/>
        </a:ln>
        <a:ln w="19050">
          <a:solidFill>
            <a:schemeClr val="phClr"/>
          </a:solidFill>
          <a:prstDash val="solid"/>
        </a:ln>
        <a:ln w="25400">
          <a:solidFill>
            <a:schemeClr val="phClr"/>
          </a:solidFill>
          <a:prstDash val="solid"/>
        </a:ln>
      </a:lnStyleLst>
      <a:effectStyleLst>
        <a:effectStyle>
          <a:effectLst/>
        </a:effectStyle>
        <a:effectStyle>
          <a:effectLst/>
        </a:effectStyle>
        <a:effectStyle>
          <a:effectLst>
            <a:outerShdw blurRad="57150" dist="19050" dir="5400000">
              <a:srgbClr val="000000">
                <a:alpha val="16000"/>
              </a:srgbClr>
            </a:outerShdw>
          </a:effectLst>
        </a:effectStyle>
        <a:effectStyle>
          <a:effectLst>
            <a:outerShdw blurRad="19050" dist="9525" dir="5400000">
              <a:srgbClr val="000000">
                <a:alpha val="6000"/>
              </a:srgbClr>
            </a:outerShdw>
          </a:effectLst>
        </a:effectStyle>
        <a:effectStyle>
          <a:effectLst>
            <a:outerShdw blurRad="28575" dist="9525" dir="5400000">
              <a:srgbClr val="000000">
                <a:alpha val="8000"/>
              </a:srgbClr>
            </a:outerShdw>
          </a:effectLst>
        </a:effectStyle>
        <a:effectStyle>
          <a:effectLst>
            <a:outerShdw blurRad="57150" dist="19050" dir="5400000">
              <a:srgbClr val="000000">
                <a:alpha val="10000"/>
              </a:srgbClr>
            </a:outerShdw>
          </a:effectLst>
        </a:effectStyle>
        <a:effectStyle>
          <a:effectLst>
            <a:outerShdw blurRad="114300" dist="38100" dir="5400000">
              <a:srgbClr val="000000">
                <a:alpha val="12000"/>
              </a:srgbClr>
            </a:outerShdw>
          </a:effectLst>
        </a:effectStyle>
        <a:effectStyle>
          <a:effectLst>
            <a:outerShdw blurRad="171450" dist="57150" dir="5400000">
              <a:srgbClr val="000000">
                <a:alpha val="16000"/>
              </a:srgbClr>
            </a:outerShdw>
          </a:effectLst>
        </a:effectStyle>
        <a:effectStyle>
          <a:effectLst>
            <a:outerShdw blurRad="266700" dist="95250" dir="5400000">
              <a:srgbClr val="000000">
                <a:alpha val="24000"/>
              </a:srgbClr>
            </a:outerShdw>
          </a:effectLst>
        </a:effectStyle>
      </a:effectStyleLst>
      <a:bgFillStyleLst>
        <a:solidFill>
          <a:schemeClr val="phClr"/>
        </a:solidFill>
        <a:solidFill>
          <a:schemeClr val="phClr">
            <a:tint val="95000"/>
            <a:satMod val="170000"/>
          </a:schemeClr>
        </a:solidFill>
        <a:gradFill>
          <a:gsLst>
            <a:gs pos="0">
              <a:schemeClr val="phClr">
                <a:tint val="93000"/>
                <a:shade val="98000"/>
                <a:lumMod val="102000"/>
                <a:satMod val="150000"/>
              </a:schemeClr>
            </a:gs>
            <a:gs pos="50000">
              <a:schemeClr val="phClr">
                <a:tint val="98000"/>
                <a:shade val="90000"/>
                <a:lumMod val="103000"/>
                <a:satMod val="130000"/>
              </a:schemeClr>
            </a:gs>
            <a:gs pos="100000">
              <a:schemeClr val="phClr">
                <a:shade val="63000"/>
                <a:satMod val="120000"/>
              </a:schemeClr>
            </a:gs>
          </a:gsLst>
          <a:lin ang="5400000" scaled="0"/>
        </a:gradFill>
      </a:bgFillStyleLst>
    </a:fmtScheme>
  </a:themeElements>
</a:theme>
</file>

<file path=ppt/main_figures/Fig11/ppt/tableStyles.xml><?xml version="1.0" encoding="utf-8"?>
<a:tblStyleLst xmlns:a="http://schemas.openxmlformats.org/drawingml/2006/main" def="{5C22544A-7EE6-4342-B048-85BDC9FD1C3A}"/>
</file>

<file path=ppt/main_figures/Fig11/ppt/theme/theme1.xml><?xml version="1.0" encoding="utf-8"?>
<a:theme xmlns:a="http://schemas.openxmlformats.org/drawingml/2006/main" name="ChatGPT">
  <a:themeElements>
    <a:clrScheme name="ChatGPT">
      <a:dk1>
        <a:srgbClr val="000000"/>
      </a:dk1>
      <a:lt1>
        <a:srgbClr val="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
      <a:majorFont>
        <a:latin typeface="Aptos"/>
        <a:ea typeface=""/>
        <a:cs typeface=""/>
      </a:majorFont>
      <a:minorFont>
        <a:latin typeface="Aptos"/>
        <a:ea typeface=""/>
        <a:cs typeface=""/>
      </a:minorFont>
    </a:fontScheme>
    <a:fmtScheme name="ChatGPT">
      <a:fillStyleLst>
        <a:solidFill>
          <a:schemeClr val="phClr"/>
        </a:solidFill>
        <a:gradFill>
          <a:gsLst>
            <a:gs pos="0">
              <a:schemeClr val="phClr">
                <a:tint val="67000"/>
                <a:lumMod val="110000"/>
                <a:satMod val="105000"/>
              </a:schemeClr>
            </a:gs>
            <a:gs pos="50000">
              <a:schemeClr val="phClr">
                <a:tint val="73000"/>
                <a:lumMod val="105000"/>
                <a:satMod val="103000"/>
              </a:schemeClr>
            </a:gs>
            <a:gs pos="100000">
              <a:schemeClr val="phClr">
                <a:tint val="81000"/>
                <a:lumMod val="105000"/>
                <a:satMod val="109000"/>
              </a:schemeClr>
            </a:gs>
          </a:gsLst>
          <a:lin ang="5400000" scaled="0"/>
        </a:gradFill>
        <a:gradFill>
          <a:gsLst>
            <a:gs pos="0">
              <a:schemeClr val="phClr">
                <a:tint val="94000"/>
                <a:lumMod val="102000"/>
                <a:satMod val="103000"/>
              </a:schemeClr>
            </a:gs>
            <a:gs pos="50000">
              <a:schemeClr val="phClr">
                <a:shade val="100000"/>
                <a:lumMod val="100000"/>
                <a:satMod val="110000"/>
              </a:schemeClr>
            </a:gs>
            <a:gs pos="100000">
              <a:schemeClr val="phClr">
                <a:shade val="78000"/>
                <a:lumMod val="99000"/>
                <a:satMod val="120000"/>
              </a:schemeClr>
            </a:gs>
          </a:gsLst>
          <a:lin ang="5400000" scaled="0"/>
        </a:gradFill>
      </a:fillStyleLst>
      <a:lnStyleLst>
        <a:ln w="12700">
          <a:solidFill>
            <a:schemeClr val="phClr"/>
          </a:solidFill>
          <a:prstDash val="solid"/>
        </a:ln>
        <a:ln w="19050">
          <a:solidFill>
            <a:schemeClr val="phClr"/>
          </a:solidFill>
          <a:prstDash val="solid"/>
        </a:ln>
        <a:ln w="25400">
          <a:solidFill>
            <a:schemeClr val="phClr"/>
          </a:solidFill>
          <a:prstDash val="solid"/>
        </a:ln>
      </a:lnStyleLst>
      <a:effectStyleLst>
        <a:effectStyle>
          <a:effectLst/>
        </a:effectStyle>
        <a:effectStyle>
          <a:effectLst/>
        </a:effectStyle>
        <a:effectStyle>
          <a:effectLst>
            <a:outerShdw blurRad="57150" dist="19050" dir="5400000">
              <a:srgbClr val="000000">
                <a:alpha val="16000"/>
              </a:srgbClr>
            </a:outerShdw>
          </a:effectLst>
        </a:effectStyle>
        <a:effectStyle>
          <a:effectLst>
            <a:outerShdw blurRad="19050" dist="9525" dir="5400000">
              <a:srgbClr val="000000">
                <a:alpha val="6000"/>
              </a:srgbClr>
            </a:outerShdw>
          </a:effectLst>
        </a:effectStyle>
        <a:effectStyle>
          <a:effectLst>
            <a:outerShdw blurRad="28575" dist="9525" dir="5400000">
              <a:srgbClr val="000000">
                <a:alpha val="8000"/>
              </a:srgbClr>
            </a:outerShdw>
          </a:effectLst>
        </a:effectStyle>
        <a:effectStyle>
          <a:effectLst>
            <a:outerShdw blurRad="57150" dist="19050" dir="5400000">
              <a:srgbClr val="000000">
                <a:alpha val="10000"/>
              </a:srgbClr>
            </a:outerShdw>
          </a:effectLst>
        </a:effectStyle>
        <a:effectStyle>
          <a:effectLst>
            <a:outerShdw blurRad="114300" dist="38100" dir="5400000">
              <a:srgbClr val="000000">
                <a:alpha val="12000"/>
              </a:srgbClr>
            </a:outerShdw>
          </a:effectLst>
        </a:effectStyle>
        <a:effectStyle>
          <a:effectLst>
            <a:outerShdw blurRad="171450" dist="57150" dir="5400000">
              <a:srgbClr val="000000">
                <a:alpha val="16000"/>
              </a:srgbClr>
            </a:outerShdw>
          </a:effectLst>
        </a:effectStyle>
        <a:effectStyle>
          <a:effectLst>
            <a:outerShdw blurRad="266700" dist="95250" dir="5400000">
              <a:srgbClr val="000000">
                <a:alpha val="24000"/>
              </a:srgbClr>
            </a:outerShdw>
          </a:effectLst>
        </a:effectStyle>
      </a:effectStyleLst>
      <a:bgFillStyleLst>
        <a:solidFill>
          <a:schemeClr val="phClr"/>
        </a:solidFill>
        <a:solidFill>
          <a:schemeClr val="phClr">
            <a:tint val="95000"/>
            <a:satMod val="170000"/>
          </a:schemeClr>
        </a:solidFill>
        <a:gradFill>
          <a:gsLst>
            <a:gs pos="0">
              <a:schemeClr val="phClr">
                <a:tint val="93000"/>
                <a:shade val="98000"/>
                <a:lumMod val="102000"/>
                <a:satMod val="150000"/>
              </a:schemeClr>
            </a:gs>
            <a:gs pos="50000">
              <a:schemeClr val="phClr">
                <a:tint val="98000"/>
                <a:shade val="90000"/>
                <a:lumMod val="103000"/>
                <a:satMod val="130000"/>
              </a:schemeClr>
            </a:gs>
            <a:gs pos="100000">
              <a:schemeClr val="phClr">
                <a:shade val="63000"/>
                <a:satMod val="120000"/>
              </a:schemeClr>
            </a:gs>
          </a:gsLst>
          <a:lin ang="5400000" scaled="0"/>
        </a:gradFill>
      </a:bgFillStyleLst>
    </a:fmtScheme>
  </a:themeElements>
</a:theme>
</file>

<file path=ppt/main_figures/Fig12/docProps/app.xml><?xml version="1.0" encoding="utf-8"?>
<ap:Properties xmlns:ap="http://schemas.openxmlformats.org/officeDocument/2006/extended-properties">
  <ap:Application>Walnut Exporter</ap:Application>
  <ap:PresentationFormat>Converted Presentation</ap:PresentationFormat>
  <ap:Slides>0</ap:Slides>
  <ap:Notes>0</ap:Notes>
  <ap:HiddenSlides>0</ap:HiddenSlides>
  <ap:SharedDoc>false</ap:SharedDoc>
  <ap:DocSecurity>0</ap:DocSecurity>
</ap:Properties>
</file>

<file path=ppt/main_figures/Fig12/docProps/core.xml><?xml version="1.0" encoding="utf-8"?>
<coreProperties xmlns:dc="http://purl.org/dc/elements/1.1/" xmlns:dcterms="http://purl.org/dc/terms/" xmlns:xsi="http://www.w3.org/2001/XMLSchema-instance" xmlns="http://schemas.openxmlformats.org/package/2006/metadata/core-properties">
  <dc:creator>Walnut Exporter</dc:creator>
  <lastModifiedBy>Walnut Exporter</lastModifiedBy>
  <dc:title>Presentation</dc:title>
  <dcterms:created xsi:type="dcterms:W3CDTF">2026-10-23T03:03:20.5700000Z</dcterms:created>
  <dcterms:modified xsi:type="dcterms:W3CDTF">2026-10-23T03:03:20.5700000Z</dcterms:modified>
</coreProperties>
</file>

<file path=ppt/main_figures/Fig12/ppt/_rels/presentation.xml.rels><?xml version='1.0' encoding='utf-8'?>
<Relationships xmlns="http://schemas.openxmlformats.org/package/2006/relationships"><Relationship Type="http://schemas.openxmlformats.org/officeDocument/2006/relationships/theme" Target="/ppt/main_figures/Fig12/ppt/theme/theme1.xml" Id="R67e302afce09413b" /><Relationship Type="http://schemas.openxmlformats.org/officeDocument/2006/relationships/slideMaster" Target="/ppt/main_figures/Fig12/ppt/slideMasters/slideMaster1.xml" Id="Ra92221edc07445f9" /><Relationship Type="http://schemas.openxmlformats.org/officeDocument/2006/relationships/notesMaster" Target="/ppt/main_figures/Fig12/ppt/notesMasters/notesMaster1.xml" Id="Rfde9e6274ff3484f" /><Relationship Type="http://schemas.openxmlformats.org/officeDocument/2006/relationships/presProps" Target="/ppt/main_figures/Fig12/ppt/presProps.xml" Id="R85d896223bbe46a0" /><Relationship Type="http://schemas.openxmlformats.org/officeDocument/2006/relationships/tableStyles" Target="/ppt/main_figures/Fig12/ppt/tableStyles.xml" Id="Ra8c36308eccd4aa6" /><Relationship Type="http://schemas.openxmlformats.org/officeDocument/2006/relationships/slide" Target="/ppt/main_figures/Fig12/ppt/slides/slide1.xml" Id="Raa9d76366a184665" /></Relationships>
</file>

<file path=ppt/main_figures/Fig12/ppt/notesMasters/_rels/notesMaster1.xml.rels><?xml version='1.0' encoding='utf-8'?>
<Relationships xmlns="http://schemas.openxmlformats.org/package/2006/relationships"><Relationship Type="http://schemas.openxmlformats.org/officeDocument/2006/relationships/theme" Target="/ppt/main_figures/Fig12/ppt/notesMasters/theme/theme3.xml" Id="R5e953f36b9cc44d1" /></Relationships>
</file>

<file path=ppt/main_figures/Fig12/ppt/notesMasters/notesMaster1.xml><?xml version="1.0" encoding="utf-8"?>
<p:notesMaster xmlns:p="http://schemas.openxmlformats.org/presentationml/2006/main">
  <p:cSld>
    <p:bg>
      <p:bgRef idx="1001">
        <a:schemeClr xmlns:a="http://schemas.openxmlformats.org/drawingml/2006/main" val="bg1"/>
      </p:bgRef>
    </p:bg>
    <p:spTree>
      <p:nvGrpSpPr>
        <p:cNvPr id="1" name=""/>
        <p:cNvGrpSpPr/>
        <p:nvPr/>
      </p:nvGrpSpPr>
      <p:grpSpPr>
        <a:xfrm xmlns:a="http://schemas.openxmlformats.org/drawingml/2006/main"/>
      </p:grpSpPr>
      <p:sp>
        <p:nvSpPr>
          <p:cNvPr id="2" name="Header Placeholder"/>
          <p:cNvSpPr/>
          <p:nvPr>
            <p:ph type="hdr" sz="quarter"/>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3" name="Date Placeholder"/>
          <p:cNvSpPr/>
          <p:nvPr>
            <p:ph type="dt" sz="quarter" idx="1"/>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4" name="Slide Image Placeholder"/>
          <p:cNvSpPr/>
          <p:nvPr>
            <p:ph type="sldImg" idx="2"/>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5" name="Notes Placeholder"/>
          <p:cNvSpPr/>
          <p:nvPr>
            <p:ph type="body" sz="quarter" idx="3"/>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6" name="Footer Placeholder"/>
          <p:cNvSpPr/>
          <p:nvPr>
            <p:ph type="ftr" sz="quarter" idx="4"/>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7" name="Slide Number Placeholder"/>
          <p:cNvSpPr/>
          <p:nvPr>
            <p:ph type="sldNum" sz="quarter" idx="5"/>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Tree>
  </p:cSld>
  <p:clrMap bg1="lt1" tx1="dk1" bg2="lt2" tx2="dk2" accent1="accent1" accent2="accent2" accent3="accent3" accent4="accent4" accent5="accent5" accent6="accent6" hlink="hlink" folHlink="folHlink"/>
  <p:notesStyle>
    <a:lvl1pPr xmlns:a="http://schemas.openxmlformats.org/drawingml/2006/main" marL="0" algn="l" defTabSz="914400" rtl="0" eaLnBrk="1" latinLnBrk="0" hangingPunct="1">
      <a:defRPr sz="1200" kern="1200"/>
    </a:lvl1pPr>
  </p:notesStyle>
</p:notesMaster>
</file>

<file path=ppt/main_figures/Fig12/ppt/notesMasters/theme/theme3.xml><?xml version="1.0" encoding="utf-8"?>
<a:theme xmlns:a="http://schemas.openxmlformats.org/drawingml/2006/main" name="ChatGPT">
  <a:themeElements>
    <a:clrScheme name="ChatGPT">
      <a:dk1>
        <a:srgbClr val="000000"/>
      </a:dk1>
      <a:lt1>
        <a:srgbClr val="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
      <a:majorFont>
        <a:latin typeface="Aptos"/>
        <a:ea typeface=""/>
        <a:cs typeface=""/>
      </a:majorFont>
      <a:minorFont>
        <a:latin typeface="Aptos"/>
        <a:ea typeface=""/>
        <a:cs typeface=""/>
      </a:minorFont>
    </a:fontScheme>
    <a:fmtScheme name="ChatGPT">
      <a:fillStyleLst>
        <a:solidFill>
          <a:schemeClr val="phClr"/>
        </a:solidFill>
        <a:gradFill>
          <a:gsLst>
            <a:gs pos="0">
              <a:schemeClr val="phClr">
                <a:tint val="67000"/>
                <a:lumMod val="110000"/>
                <a:satMod val="105000"/>
              </a:schemeClr>
            </a:gs>
            <a:gs pos="50000">
              <a:schemeClr val="phClr">
                <a:tint val="73000"/>
                <a:lumMod val="105000"/>
                <a:satMod val="103000"/>
              </a:schemeClr>
            </a:gs>
            <a:gs pos="100000">
              <a:schemeClr val="phClr">
                <a:tint val="81000"/>
                <a:lumMod val="105000"/>
                <a:satMod val="109000"/>
              </a:schemeClr>
            </a:gs>
          </a:gsLst>
          <a:lin ang="5400000" scaled="0"/>
        </a:gradFill>
        <a:gradFill>
          <a:gsLst>
            <a:gs pos="0">
              <a:schemeClr val="phClr">
                <a:tint val="94000"/>
                <a:lumMod val="102000"/>
                <a:satMod val="103000"/>
              </a:schemeClr>
            </a:gs>
            <a:gs pos="50000">
              <a:schemeClr val="phClr">
                <a:shade val="100000"/>
                <a:lumMod val="100000"/>
                <a:satMod val="110000"/>
              </a:schemeClr>
            </a:gs>
            <a:gs pos="100000">
              <a:schemeClr val="phClr">
                <a:shade val="78000"/>
                <a:lumMod val="99000"/>
                <a:satMod val="120000"/>
              </a:schemeClr>
            </a:gs>
          </a:gsLst>
          <a:lin ang="5400000" scaled="0"/>
        </a:gradFill>
      </a:fillStyleLst>
      <a:lnStyleLst>
        <a:ln w="12700">
          <a:solidFill>
            <a:schemeClr val="phClr"/>
          </a:solidFill>
          <a:prstDash val="solid"/>
        </a:ln>
        <a:ln w="19050">
          <a:solidFill>
            <a:schemeClr val="phClr"/>
          </a:solidFill>
          <a:prstDash val="solid"/>
        </a:ln>
        <a:ln w="25400">
          <a:solidFill>
            <a:schemeClr val="phClr"/>
          </a:solidFill>
          <a:prstDash val="solid"/>
        </a:ln>
      </a:lnStyleLst>
      <a:effectStyleLst>
        <a:effectStyle>
          <a:effectLst/>
        </a:effectStyle>
        <a:effectStyle>
          <a:effectLst/>
        </a:effectStyle>
        <a:effectStyle>
          <a:effectLst>
            <a:outerShdw blurRad="57150" dist="19050" dir="5400000">
              <a:srgbClr val="000000">
                <a:alpha val="16000"/>
              </a:srgbClr>
            </a:outerShdw>
          </a:effectLst>
        </a:effectStyle>
        <a:effectStyle>
          <a:effectLst>
            <a:outerShdw blurRad="19050" dist="9525" dir="5400000">
              <a:srgbClr val="000000">
                <a:alpha val="6000"/>
              </a:srgbClr>
            </a:outerShdw>
          </a:effectLst>
        </a:effectStyle>
        <a:effectStyle>
          <a:effectLst>
            <a:outerShdw blurRad="28575" dist="9525" dir="5400000">
              <a:srgbClr val="000000">
                <a:alpha val="8000"/>
              </a:srgbClr>
            </a:outerShdw>
          </a:effectLst>
        </a:effectStyle>
        <a:effectStyle>
          <a:effectLst>
            <a:outerShdw blurRad="57150" dist="19050" dir="5400000">
              <a:srgbClr val="000000">
                <a:alpha val="10000"/>
              </a:srgbClr>
            </a:outerShdw>
          </a:effectLst>
        </a:effectStyle>
        <a:effectStyle>
          <a:effectLst>
            <a:outerShdw blurRad="114300" dist="38100" dir="5400000">
              <a:srgbClr val="000000">
                <a:alpha val="12000"/>
              </a:srgbClr>
            </a:outerShdw>
          </a:effectLst>
        </a:effectStyle>
        <a:effectStyle>
          <a:effectLst>
            <a:outerShdw blurRad="171450" dist="57150" dir="5400000">
              <a:srgbClr val="000000">
                <a:alpha val="16000"/>
              </a:srgbClr>
            </a:outerShdw>
          </a:effectLst>
        </a:effectStyle>
        <a:effectStyle>
          <a:effectLst>
            <a:outerShdw blurRad="266700" dist="95250" dir="5400000">
              <a:srgbClr val="000000">
                <a:alpha val="24000"/>
              </a:srgbClr>
            </a:outerShdw>
          </a:effectLst>
        </a:effectStyle>
      </a:effectStyleLst>
      <a:bgFillStyleLst>
        <a:solidFill>
          <a:schemeClr val="phClr"/>
        </a:solidFill>
        <a:solidFill>
          <a:schemeClr val="phClr">
            <a:tint val="95000"/>
            <a:satMod val="170000"/>
          </a:schemeClr>
        </a:solidFill>
        <a:gradFill>
          <a:gsLst>
            <a:gs pos="0">
              <a:schemeClr val="phClr">
                <a:tint val="93000"/>
                <a:shade val="98000"/>
                <a:lumMod val="102000"/>
                <a:satMod val="150000"/>
              </a:schemeClr>
            </a:gs>
            <a:gs pos="50000">
              <a:schemeClr val="phClr">
                <a:tint val="98000"/>
                <a:shade val="90000"/>
                <a:lumMod val="103000"/>
                <a:satMod val="130000"/>
              </a:schemeClr>
            </a:gs>
            <a:gs pos="100000">
              <a:schemeClr val="phClr">
                <a:shade val="63000"/>
                <a:satMod val="120000"/>
              </a:schemeClr>
            </a:gs>
          </a:gsLst>
          <a:lin ang="5400000" scaled="0"/>
        </a:gradFill>
      </a:bgFillStyleLst>
    </a:fmtScheme>
  </a:themeElements>
</a:theme>
</file>

<file path=ppt/main_figures/Fig12/ppt/notesSlides/_rels/notesSlide1.xml.rels><?xml version='1.0' encoding='utf-8'?>
<Relationships xmlns="http://schemas.openxmlformats.org/package/2006/relationships"><Relationship Type="http://schemas.openxmlformats.org/officeDocument/2006/relationships/slide" Target="/ppt/main_figures/Fig12/ppt/slides/slide1.xml" Id="R309000f146f54043" /><Relationship Type="http://schemas.openxmlformats.org/officeDocument/2006/relationships/notesMaster" Target="/ppt/main_figures/Fig12/ppt/notesMasters/notesMaster1.xml" Id="R77a2f246cac8443c" /></Relationships>
</file>

<file path=ppt/main_figures/Fig12/ppt/notesSlides/notesSlide1.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{"sources": {"olr": {"maps": "/Users/lele/Desktop/MergeTreeMaps/RG-MTM/paper/evidence/oldbase20261023/olr_frozen_maps.npz", "maps_sha256": "bcd1171ebb3cc7420ea70b8094fbff0c599abb5330ca1db308506141005e4df2", "landmarks": "/Users/lele/Desktop/MergeTreeMaps/RG-MTM/code/results/public_metrics_20261016/olr_landmarks.npz", "landmarks_sha256": "08c7871c76c4af91240512f47264690c4ec5e6109838947e96eb689d3933a50c", "frames": 60, "display": {"TMTM": {"method": "anchor-aligned piecewise linear display reconstruction", "display_samples_per_frame": 15, "original_frames_exact": true, "original_rows": 2401, "no_scalar_overshoot": true, "aligned_intervals": 45, "interval_count": 59, "fallback_intervals": [[4, 5], [5, 6], [6, 7], [7, 8], [8, 9], [22, 23], [30, 31], [36, 37], [37, 38], [38, 39], [45, 46], [47, 48], [53, 54], [54, 55]], "jump_threshold_L": 0.2, "intervals": [{"frames": [0, 1], "aligned": true, "reason": "aligned", "common_tracks": [2, 0], "knots0": [0.0, 0.4483333333333333, 0.6741666666666667, 1.0], "knots1": [0.0, 0.4791666666666667, 0.7066666666666667, 1.0]}, {"frames": [1, 2], "aligned": true, "reason": "aligned", "common_tracks": [7, 2, 5, 0], "knots0": [0.0, 0.46958333333333335, 0.4791666666666667, 0.5275, 0.7066666666666667, 1.0], "knots1": [0.0, 0.44125, 0.4583333333333333, 0.5383333333333333, 0.72, 1.0]}, {"frames": [2, 3], "aligned": true, "reason": "aligned", "common_tracks": [7, 9, 0], "knots0": [0.0, 0.44125, 0.4633333333333333, 0.72, 1.0], "knots1": [0.0, 0.43291666666666667, 0.47708333333333336, 0.8054166666666667, 1.0]}, {"frames": [3, 4], "aligned": true, "reason": "aligned", "common_tracks": [7, 9, 13], "knots0": [0.0, 0.43291666666666667, 0.47708333333333336, 0.6058333333333333, 1.0], "knots1": [0.0, 0.41625, 0.5016666666666667, 0.5341666666666667, 1.0]}, {"frames": [4, 5], "aligned": false, "reason": "crossing extrema order", "common_tracks": [7, 9, 13, 14], "knots0": [0.0, 0.41625, 0.5016666666666667, 0.5341666666666667, 0.8645833333333334, 1.0], "knots1": [0.0, 0.43125, 0.5154166666666666, 0.2866666666666667, 0.8270833333333333, 1.0]}, {"frames": [5, 6], "aligned": false, "reason": "crossing extrema order", "common_tracks": [7, 18, 9, 14], "knots0": [0.0, 0.43125, 0.44, 0.5154166666666666, 0.8270833333333333, 1.0], "knots1": [0.0, 0.48375, 0.5679166666666666, 0.5033333333333333, 0.2758333333333333, 1.0]}, {"frames": [6, 7], "aligned": false, "reason": "crossing extrema order", "common_tracks": [14, 7, 18, 19], "knots0": [0.0, 0.2758333333333333, 0.48375, 0.5679166666666666, 0.7570833333333333, 1.0], "knots1": [0.0, 0.6975, 0.49291666666666667, 0.55625, 0.2579166666666667, 1.0]}, {"frames": [7, 8], "aligned": false, "reason": "crossing extrema order", "common_tracks": [7, 18, 14], "knots0": [0.0, 0.49291666666666667, 0.55625, 0.6975, 1.0], "knots1": [0.0, 0.49291666666666667, 0.3858333333333333, 0.7091666666666666, 1.0]}, {"frames": [8, 9], "aligned": false, "reason": "crossing extrema order", "common_tracks": [18, 7, 22, 14], "knots0": [0.0, 0.3858333333333333, 0.49291666666666667, 0.5758333333333333, 0.7091666666666666, 1.0], "knots1": [0.0, 0.6383333333333333, 0.5525, 0.4379166666666667, 0.7520833333333333, 1.0]}, {"frames": [9, 10], "aligned": true, "reason": "aligned", "common_tracks": [23, 7], "knots0": [0.0, 0.3770833333333333, 0.5525, 1.0], "knots1": [0.0, 0.355, 0.59125, 1.0]}, {"frames": [10, 11], "aligned": true, "reason": "aligned", "common_tracks": [23, 24, 7], "knots0": [0.0, 0.355, 0.4970833333333333, 0.59125, 1.0], "knots1": [0.0, 0.39, 0.4725, 0.6195833333333334, 1.0]}, {"frames": [11, 12], "aligned": true, "reason": "aligned", "common_tracks": [23, 7], "knots0": [0.0, 0.39, 0.6195833333333334, 1.0], "knots1": [0.0, 0.37333333333333335, 0.64125, 1.0]}, {"frames": [12, 13], "aligned": true, "reason": "aligned", "common_tracks": [23, 7, 28], "knots0": [0.0, 0.37333333333333335, 0.64125, 0.83625, 1.0], "knots1": [0.0, 0.41458333333333336, 0.5233333333333333, 0.75625, 1.0]}, {"frames": [13, 14], "aligned": true, "reason": "aligned", "common_tracks": [23, 30, 7], "knots0": [0.0, 0.41458333333333336, 0.45208333333333334, 0.5233333333333333, 1.0], "knots1": [0.0, 0.4075, 0.5216666666666666, 0.5920833333333333, 1.0]}, {"frames": [14, 15], "aligned": true, "reason": "aligned", "common_tracks": [23, 30], "knots0": [0.0, 0.4075, 0.5216666666666666, 1.0], "knots1": [0.0, 0.3904166666666667, 0.5341666666666667, 1.0]}, {"frames": [15, 16], "aligned": true, "reason": "aligned", "common_tracks": [23, 32], "knots0": [0.0, 0.3904166666666667, 0.41458333333333336, 1.0], "knots1": [0.0, 0.46625, 0.5029166666666667, 1.0]}, {"frames": [16, 17], "aligned": true, "reason": "aligned", "common_tracks": [32], "knots0": [0.0, 0.5029166666666667, 1.0], "knots1": [0.0, 0.4875, 1.0]}, {"frames": [17, 18], "aligned": true, "reason": "aligned", "common_tracks": [32], "knots0": [0.0, 0.4875, 1.0], "knots1": [0.0, 0.47541666666666665, 1.0]}, {"frames": [18, 19], "aligned": true, "reason": "aligned", "common_tracks": [32, 39], "knots0": [0.0, 0.47541666666666665, 0.6908333333333333, 1.0], "knots1": [0.0, 0.49666666666666665, 0.52125, 1.0]}, {"frames": [19, 20], "aligned": true, "reason": "aligned", "common_tracks": [32], "knots0": [0.0, 0.49666666666666665, 1.0], "knots1": [0.0, 0.47041666666666665, 1.0]}, {"frames": [20, 21], "aligned": true, "reason": "aligned", "common_tracks": [32, 47], "knots0": [0.0, 0.47041666666666665, 0.5870833333333333, 1.0], "knots1": [0.0, 0.46958333333333335, 0.6020833333333333, 1.0]}, {"frames": [21, 22], "aligned": true, "reason": "aligned", "common_tracks": [32, 47], "knots0": [0.0, 0.46958333333333335, 0.6020833333333333, 1.0], "knots1": [0.0, 0.46375, 0.5970833333333333, 1.0]}, {"frames": [22, 23], "aligned": false, "reason": "crossing extrema order", "common_tracks": [32, 47, 49], "knots0": [0.0, 0.46375, 0.5970833333333333, 0.7904166666666667, 1.0], "knots1": [0.0, 0.5220833333333333, 0.6229166666666667, 0.29291666666666666, 1.0]}, {"frames": [23, 24], "aligned": true, "reason": "aligned", "common_tracks": [51, 32, 47], "knots0": [0.0, 0.4008333333333333, 0.5220833333333333, 0.6229166666666667, 1.0], "knots1": [0.0, 0.36916666666666664, 0.5625, 0.6058333333333333, 1.0]}, {"frames": [24, 25], "aligned": true, "reason": "aligned", "common_tracks": [51, 32], "knots0": [0.0, 0.36916666666666664, 0.5625, 1.0], "knots1": [0.0, 0.38458333333333333, 0.5625, 1.0]}, {"frames": [25, 26], "aligned": true, "reason": "aligned", "common_tracks": [51, 32], "knots0": [0.0, 0.38458333333333333, 0.5625, 1.0], "knots1": [0.0, 0.41875, 0.5745833333333333, 1.0]}, {"frames": [26, 27], "aligned": true, "reason": "aligned", "common_tracks": [53, 32], "knots0": [0.0, 0.33208333333333334, 0.5745833333333333, 1.0], "knots1": [0.0, 0.43291666666666667, 0.7129166666666666, 1.0]}, {"frames": [27, 28], "aligned": true, "reason": "aligned", "common_tracks": [53, 32], "knots0": [0.0, 0.43291666666666667, 0.7129166666666666, 1.0], "knots1": [0.0, 0.3925, 0.8391666666666666, 1.0]}, {"frames": [28, 29], "aligned": true, "reason": "aligned", "common_tracks": [53, 56, 32], "knots0": [0.0, 0.3925, 0.52375, 0.8391666666666666, 1.0], "knots1": [0.0, 0.45, 0.5725, 0.8475, 1.0]}, {"frames": [29, 30], "aligned": true, "reason": "aligned", "common_tracks": [53], "knots0": [0.0, 0.45, 1.0], "knots1": [0.0, 0.49625, 1.0]}, {"frames": [30, 31], "aligned": false, "reason": "crossing extrema order", "common_tracks": [53, 58], "knots0": [0.0, 0.49625, 0.74125, 1.0], "knots1": [0.0, 0.5033333333333333, 0.22041666666666668, 1.0]}, {"frames": [31, 32], "aligned": true, "reason": "aligned", "common_tracks": [60, 53, 59], "knots0": [0.0, 0.31666666666666665, 0.5033333333333333, 0.6929166666666666, 1.0], "knots1": [0.0, 0.3525, 0.4845833333333333, 0.6666666666666666, 1.0]}, {"frames": [32, 33], "aligned": true, "reason": "aligned", "common_tracks": [60, 53, 59], "knots0": [0.0, 0.3525, 0.4845833333333333, 0.6666666666666666, 1.0], "knots1": [0.0, 0.32958333333333334, 0.43583333333333335, 0.67, 1.0]}, {"frames": [33, 34], "aligned": true, "reason": "aligned", "common_tracks": [60, 53, 59], "knots0": [0.0, 0.32958333333333334, 0.43583333333333335, 0.67, 1.0], "knots1": [0.0, 0.36041666666666666, 0.43916666666666665, 0.6829166666666666, 1.0]}, {"frames": [34, 35], "aligned": true, "reason": "aligned", "common_tracks": [53, 66, 59], "knots0": [0.0, 0.43916666666666665, 0.5283333333333333, 0.6829166666666666, 1.0], "knots1": [0.0, 0.46375, 0.6158333333333333, 0.6666666666666666, 1.0]}, {"frames": [35, 36], "aligned": true, "reason": "aligned", "common_tracks": [67, 53, 59], "knots0": [0.0, 0.38916666666666666, 0.46375, 0.6666666666666666, 1.0], "knots1": [0.0, 0.3570833333333333, 0.42791666666666667, 0.6254166666666666, 1.0]}, {"frames": [36, 37], "aligned": false, "reason": "crossing extrema order", "common_tracks": [53, 59, 68], "knots0": [0.0, 0.42791666666666667, 0.6254166666666666, 0.6679166666666667, 1.0], "knots1": [0.0, 0.43625, 0.605, 0.5508333333333333, 1.0]}, {"frames": [37, 38], "aligned": false, "reason": "crossing extrema order", "common_tracks": [53, 70, 59], "knots0": [0.0, 0.43625, 0.4708333333333333, 0.605, 1.0], "knots1": [0.0, 0.3333333333333333, 0.7791666666666667, 0.5491666666666667, 1.0]}, {"frames": [38, 39], "aligned": false, "reason": "crossing extrema order", "common_tracks": [53, 74, 73, 59], "knots0": [0.0, 0.3333333333333333, 0.5025, 0.5308333333333334, 0.5491666666666667, 1.0], "knots1": [0.0, 0.29875, 0.5029166666666667, 0.57375, 0.5520833333333334, 1.0]}, {"frames": [39, 40], "aligned": true, "reason": "aligned", "common_tracks": [53, 74, 59], "knots0": [0.0, 0.29875, 0.5029166666666667, 0.5520833333333334, 1.0], "knots1": [0.0, 0.3466666666666667, 0.4925, 0.5216666666666666, 1.0]}, {"frames": [40, 41], "aligned": true, "reason": "aligned", "common_tracks": [74, 59], "knots0": [0.0, 0.4925, 0.5216666666666666, 1.0], "knots1": [0.0, 0.45416666666666666, 0.48125, 1.0]}, {"frames": [41, 42], "aligned": true, "reason": "aligned", "common_tracks": [80, 82], "knots0": [0.0, 0.4820833333333333, 0.5720833333333334, 1.0], "knots1": [0.0, 0.44875, 0.5645833333333333, 1.0]}, {"frames": [42, 43], "aligned": true, "reason": "aligned", "common_tracks": [85, 80, 82], "knots0": [0.0, 0.43583333333333335, 0.44875, 0.5645833333333333, 1.0], "knots1": [0.0, 0.435, 0.4608333333333333, 0.5604166666666667, 1.0]}, {"frames": [43, 44], "aligned": true, "reason": "aligned", "common_tracks": [85, 87, 80, 82], "knots0": [0.0, 0.435, 0.4454166666666667, 0.4608333333333333, 0.5604166666666667, 1.0], "knots1": [0.0, 0.43, 0.43875, 0.47041666666666665, 0.6033333333333334, 1.0]}, {"frames": [44, 45], "aligned": true, "reason": "aligned", "common_tracks": [80, 82], "knots0": [0.0, 0.47041666666666665, 0.6033333333333334, 1.0], "knots1": [0.0, 0.4866666666666667, 0.535, 1.0]}, {"frames": [45, 46], "aligned": false, "reason": "crossing extrema order", "common_tracks": [80, 92], "knots0": [0.0, 0.4866666666666667, 0.5, 1.0], "knots1": [0.0, 0.5579166666666666, 0.4845833333333333, 1.0]}, {"frames": [46, 47], "aligned": true, "reason": "aligned", "common_tracks": [92, 80], "knots0": [0.0, 0.4845833333333333, 0.5579166666666666, 1.0], "knots1": [0.0, 0.47625, 0.57, 1.0]}, {"frames": [47, 48], "aligned": false, "reason": "crossing extrema order", "common_tracks": [92, 96, 80, 95], "knots0": [0.0, 0.47625, 0.55625, 0.57, 0.6483333333333333, 1.0], "knots1": [0.0, 0.5025, 0.37833333333333335, 0.54, 0.66875, 1.0]}, {"frames": [48, 49], "aligned": true, "reason": "aligned", "common_tracks": [96, 92, 95], "knots0": [0.0, 0.37833333333333335, 0.5025, 0.66875, 1.0], "knots1": [0.0, 0.4166666666666667, 0.4975, 0.72875, 1.0]}, {"frames": [49, 50], "aligned": true, "reason": "aligned", "common_tracks": [96, 100, 95], "knots0": [0.0, 0.4166666666666667, 0.5475, 0.72875, 1.0], "knots1": [0.0, 0.4554166666666667, 0.53625, 0.75625, 1.0]}, {"frames": [50, 51], "aligned": true, "reason": "aligned", "common_tracks": [96, 100, 95], "knots0": [0.0, 0.4554166666666667, 0.53625, 0.75625, 1.0], "knots1": [0.0, 0.46958333333333335, 0.52875, 0.7079166666666666, 1.0]}, {"frames": [51, 52], "aligned": true, "reason": "aligned", "common_tracks": [96, 102, 95], "knots0": [0.0, 0.46958333333333335, 0.5820833333333333, 0.7079166666666666, 1.0], "knots1": [0.0, 0.475, 0.58, 0.7258333333333333, 1.0]}, {"frames": [52, 53], "aligned": true, "reason": "aligned", "common_tracks": [96], "knots0": [0.0, 0.475, 1.0], "knots1": [0.0, 0.4891666666666667, 1.0]}, {"frames": [53, 54], "aligned": false, "reason": "crossing extrema order", "common_tracks": [96, 105], "knots0": [0.0, 0.4891666666666667, 0.5541666666666667, 1.0], "knots1": [0.0, 0.4320833333333333, 0.3745833333333333, 1.0]}, {"frames": [54, 55], "aligned": false, "reason": "crossing extrema order", "common_tracks": [105, 96, 106], "knots0": [0.0, 0.3745833333333333, 0.4320833333333333, 0.6058333333333333, 1.0], "knots1": [0.0, 0.48333333333333334, 0.4245833333333333, 0.6020833333333333, 1.0]}, {"frames": [55, 56], "aligned": true, "reason": "aligned", "common_tracks": [105, 106], "knots0": [0.0, 0.48333333333333334, 0.6020833333333333, 1.0], "knots1": [0.0, 0.37666666666666665, 0.53125, 1.0]}, {"frames": [56, 57], "aligned": true, "reason": "aligned", "common_tracks": [105, 106], "knots0": [0.0, 0.37666666666666665, 0.53125, 1.0], "knots1": [0.0, 0.4320833333333333, 0.5216666666666666, 1.0]}, {"frames": [57, 58], "aligned": true, "reason": "aligned", "common_tracks": [106], "knots0": [0.0, 0.5216666666666666, 1.0], "knots1": [0.0, 0.46458333333333335, 1.0]}, {"frames": [58, 59], "aligned": true, "reason": "aligned", "common_tracks": [106], "knots0": [0.0, 0.46458333333333335, 1.0], "knots1": [0.0, 0.5008333333333334, 1.0]}], "scope": "Intermediate columns are display reconstruction, not observations or new RG-MTM layout/optimization results. Scientific metrics use original saved frames."}, "ST-MTM": {"method": "anchor-aligned piecewise linear display reconstruction", "display_samples_per_frame": 15, "original_frames_exact": true, "original_rows": 4096, "no_scalar_overshoot": true, "aligned_intervals": 58, "interval_count": 59, "fallback_intervals": [[5, 6]], "jump_threshold_L": 0.2, "intervals": [{"frames": [0, 1], "aligned": true, "reason": "aligned", "common_tracks": [0, 2], "knots0": [0.0, 0.12551892551892552, 0.2754578754578755, 1.0], "knots1": [0.0, 0.09841269841269841, 0.30256410256410254, 1.0]}, {"frames": [1, 2], "aligned": true, "reason": "aligned", "common_tracks": [0, 5, 7, 2], "knots0": [0.0, 0.09841269841269841, 0.17924297924297924, 0.2525030525030525, 0.30256410256410254, 1.0], "knots1": [0.0, 0.08302808302808302, 0.18095238095238095, 0.2571428571428571, 0.3115995115995116, 1.0]}, {"frames": [2, 3], "aligned": true, "reason": "aligned", "common_tracks": [0, 7, 9], "knots0": [0.0, 0.08302808302808302, 0.2571428571428571, 0.33455433455433453, 1.0], "knots1": [0.0, 0.07545787545787545, 0.252991452991453, 0.34627594627594627, 1.0]}, {"frames": [3, 4], "aligned": true, "reason": "aligned", "common_tracks": [7, 9, 13], "knots0": [0.0, 0.252991452991453, 0.34627594627594627, 0.43443223443223444, 1.0], "knots1": [0.0, 0.24444444444444444, 0.35433455433455435, 0.4351648351648352, 1.0]}, {"frames": [4, 5], "aligned": true, "reason": "aligned", "common_tracks": [14, 7, 9, 13], "knots0": [0.0, 0.0905982905982906, 0.24444444444444444, 0.35433455433455435, 0.4351648351648352, 1.0], "knots1": [0.0, 0.08278388278388278, 0.22124542124542124, 0.3413919413919414, 0.47863247863247865, 1.0]}, {"frames": [5, 6], "aligned": false, "reason": "crossing extrema order", "common_tracks": [14, 7, 18, 9], "knots0": [0.0, 0.08278388278388278, 0.22124542124542124, 0.22173382173382172, 0.3413919413919414, 1.0], "knots1": [0.0, 0.08815628815628816, 0.2656898656898657, 0.18656898656898657, 0.32722832722832723, 1.0]}, {"frames": [6, 7], "aligned": true, "reason": "aligned", "common_tracks": [14, 18, 7, 19], "knots0": [0.0, 0.08815628815628816, 0.18656898656898657, 0.2656898656898657, 0.5470085470085471, 1.0], "knots1": [0.0, 0.08107448107448108, 0.17582417582417584, 0.30964590964590966, 0.5206349206349207, 1.0]}, {"frames": [7, 8], "aligned": true, "reason": "aligned", "common_tracks": [14, 18, 7], "knots0": [0.0, 0.08107448107448108, 0.17582417582417584, 0.30964590964590966, 1.0], "knots1": [0.0, 0.08864468864468865, 0.17045177045177046, 0.3076923076923077, 1.0]}, {"frames": [8, 9], "aligned": true, "reason": "aligned", "common_tracks": [14, 18, 7, 22], "knots0": [0.0, 0.08864468864468865, 0.17045177045177046, 0.3076923076923077, 0.42002442002442003, 1.0], "knots1": [0.0, 0.10573870573870574, 0.17997557997557997, 0.2903540903540904, 0.41074481074481073, 1.0]}, {"frames": [9, 10], "aligned": true, "reason": "aligned", "common_tracks": [7, 23], "knots0": [0.0, 0.2903540903540904, 0.5194139194139195, 1.0], "knots1": [0.0, 0.28498168498168497, 0.5247863247863248, 1.0]}, {"frames": [10, 11], "aligned": true, "reason": "aligned", "common_tracks": [7, 24, 23], "knots0": [0.0, 0.28498168498168497, 0.3702075702075702, 0.5247863247863248, 1.0], "knots1": [0.0, 0.26935286935286934, 0.36923076923076925, 0.5411477411477411, 1.0]}, {"frames": [11, 12], "aligned": true, "reason": "aligned", "common_tracks": [7, 23], "knots0": [0.0, 0.26935286935286934, 0.5411477411477411, 1.0], "knots1": [0.0, 0.29816849816849816, 0.5123321123321123, 1.0]}, {"frames": [12, 13], "aligned": true, "reason": "aligned", "common_tracks": [28, 7, 23], "knots0": [0.0, 0.2532356532356532, 0.29816849816849816, 0.5123321123321123, 1.0], "knots1": [0.0, 0.24322344322344322, 0.3465201465201465, 0.473992673992674, 1.0]}, {"frames": [13, 14], "aligned": true, "reason": "aligned", "common_tracks": [7, 30, 23], "knots0": [0.0, 0.3465201465201465, 0.3941391941391941, 0.473992673992674, 1.0], "knots1": [0.0, 0.31135531135531136, 0.3921855921855922, 0.5111111111111111, 1.0]}, {"frames": [14, 15], "aligned": true, "reason": "aligned", "common_tracks": [30, 23], "knots0": [0.0, 0.3921855921855922, 0.5111111111111111, 1.0], "knots1": [0.0, 0.3873015873015873, 0.515995115995116, 1.0]}, {"frames": [15, 16], "aligned": true, "reason": "aligned", "common_tracks": [23, 32], "knots0": [0.0, 0.515995115995116, 0.5816849816849817, 1.0], "knots1": [0.0, 0.5074481074481074, 0.58998778998779, 1.0]}, {"frames": [16, 17], "aligned": true, "reason": "aligned", "common_tracks": [32], "knots0": [0.0, 0.58998778998779, 1.0], "knots1": [0.0, 0.58998778998779, 1.0]}, {"frames": [17, 18], "aligned": true, "reason": "aligned", "common_tracks": [32], "knots0": [0.0, 0.58998778998779, 1.0], "knots1": [0.0, 0.58998778998779, 1.0]}, {"frames": [18, 19], "aligned": true, "reason": "aligned", "common_tracks": [39, 32], "knots0": [0.0, 0.4713064713064713, 0.58998778998779, 1.0], "knots1": [0.0, 0.4852258852258852, 0.576068376068376, 1.0]}, {"frames": [19, 20], "aligned": true, "reason": "aligned", "common_tracks": [32], "knots0": [0.0, 0.576068376068376, 1.0], "knots1": [0.0, 0.576068376068376, 1.0]}, {"frames": [20, 21], "aligned": true, "reason": "aligned", "common_tracks": [47, 32], "knots0": [0.0, 0.4261294261294261, 0.576068376068376, 1.0], "knots1": [0.0, 0.4266178266178266, 0.5755799755799755, 1.0]}, {"frames": [21, 22], "aligned": true, "reason": "aligned", "common_tracks": [47, 32], "knots0": [0.0, 0.4266178266178266, 0.5755799755799755, 1.0], "knots1": [0.0, 0.4192918192918193, 0.582905982905983, 1.0]}, {"frames": [22, 23], "aligned": true, "reason": "aligned", "common_tracks": [47, 32, 49], "knots0": [0.0, 0.4192918192918193, 0.582905982905983, 0.8092796092796093, 1.0], "knots1": [0.0, 0.452014652014652, 0.5699633699633699, 0.7894993894993895, 1.0]}, {"frames": [23, 24], "aligned": true, "reason": "aligned", "common_tracks": [47, 32, 51], "knots0": [0.0, 0.452014652014652, 0.5699633699633699, 0.6945054945054945, 1.0], "knots1": [0.0, 0.45274725274725275, 0.5426129426129426, 0.7208791208791209, 1.0]}, {"frames": [24, 25], "aligned": true, "reason": "aligned", "common_tracks": [32, 51], "knots0": [0.0, 0.5426129426129426, 0.7208791208791209, 1.0], "knots1": [0.0, 0.5306471306471306, 0.7328449328449328, 1.0]}, {"frames": [25, 26], "aligned": true, "reason": "aligned", "common_tracks": [32, 51], "knots0": [0.0, 0.5306471306471306, 0.7328449328449328, 1.0], "knots1": [0.0, 0.5435897435897435, 0.7199023199023199, 1.0]}, {"frames": [26, 27], "aligned": true, "reason": "aligned", "common_tracks": [32, 53], "knots0": [0.0, 0.5435897435897435, 0.8493284493284493, 1.0], "knots1": [0.0, 0.5826617826617827, 0.8102564102564103, 1.0]}, {"frames": [27, 28], "aligned": true, "reason": "aligned", "common_tracks": [32, 53], "knots0": [0.0, 0.5826617826617827, 0.8102564102564103, 1.0], "knots1": [0.0, 0.6297924297924298, 0.7631257631257631, 1.0]}, {"frames": [28, 29], "aligned": true, "reason": "aligned", "common_tracks": [32, 53, 56], "knots0": [0.0, 0.6297924297924298, 0.7631257631257631, 0.927960927960928, 1.0], "knots1": [0.0, 0.6412698412698413, 0.7355311355311356, 0.944078144078144, 1.0]}, {"frames": [29, 30], "aligned": true, "reason": "aligned", "common_tracks": [53], "knots0": [0.0, 0.7355311355311356, 1.0], "knots1": [0.0, 0.7355311355311356, 1.0]}, {"frames": [30, 31], "aligned": true, "reason": "aligned", "common_tracks": [53, 58], "knots0": [0.0, 0.7355311355311356, 0.8400488400488401, 1.0], "knots1": [0.0, 0.7067155067155068, 0.8691086691086691, 1.0]}, {"frames": [31, 32], "aligned": true, "reason": "aligned", "common_tracks": [59, 53, 60], "knots0": [0.0, 0.5054945054945055, 0.7067155067155068, 0.8622710622710623, 1.0], "knots1": [0.0, 0.5006105006105006, 0.7106227106227107, 0.8625152625152626, 1.0]}, {"frames": [32, 33], "aligned": true, "reason": "aligned", "common_tracks": [59, 53, 60], "knots0": [0.0, 0.5006105006105006, 0.7106227106227107, 0.8625152625152626, 1.0], "knots1": [0.0, 0.4666666666666667, 0.737973137973138, 0.8698412698412699, 1.0]}, {"frames": [33, 34], "aligned": true, "reason": "aligned", "common_tracks": [59, 53, 60], "knots0": [0.0, 0.4666666666666667, 0.737973137973138, 0.8698412698412699, 1.0], "knots1": [0.0, 0.4908424908424908, 0.7384615384615385, 0.8451770451770452, 1.0]}, {"frames": [34, 35], "aligned": true, "reason": "aligned", "common_tracks": [59, 66, 53], "knots0": [0.0, 0.4908424908424908, 0.6434676434676435, 0.7384615384615385, 1.0], "knots1": [0.0, 0.5184371184371185, 0.6131868131868132, 0.7411477411477412, 1.0]}, {"frames": [35, 36], "aligned": true, "reason": "aligned", "common_tracks": [59, 67, 53], "knots0": [0.0, 0.5184371184371185, 0.6984126984126984, 0.7411477411477412, 1.0], "knots1": [0.0, 0.5069597069597069, 0.6976800976800976, 0.7531135531135531, 1.0]}, {"frames": [36, 37], "aligned": true, "reason": "aligned", "common_tracks": [68, 59, 53], "knots0": [0.0, 0.4261294261294261, 0.5069597069597069, 0.7531135531135531, 1.0], "knots1": [0.0, 0.3968253968253968, 0.5230769230769231, 0.7665445665445666, 1.0]}, {"frames": [37, 38], "aligned": true, "reason": "aligned", "common_tracks": [59, 53, 70], "knots0": [0.0, 0.5230769230769231, 0.7665445665445666, 0.8224664224664224, 1.0], "knots1": [0.0, 0.5277167277167277, 0.7643467643467643, 0.8197802197802198, 1.0]}, {"frames": [38, 39], "aligned": true, "reason": "aligned", "common_tracks": [73, 59, 74, 53], "knots0": [0.0, 0.45616605616605616, 0.5277167277167277, 0.6185592185592186, 0.7643467643467643, 1.0], "knots1": [0.0, 0.4481074481074481, 0.5264957264957265, 0.6256410256410256, 0.7667887667887668, 1.0]}, {"frames": [39, 40], "aligned": true, "reason": "aligned", "common_tracks": [59, 74, 53], "knots0": [0.0, 0.5264957264957265, 0.6256410256410256, 0.7667887667887668, 1.0], "knots1": [0.0, 0.5284493284493285, 0.6378510378510378, 0.7526251526251526, 1.0]}, {"frames": [40, 41], "aligned": true, "reason": "aligned", "common_tracks": [59, 74], "knots0": [0.0, 0.5284493284493285, 0.6378510378510378, 1.0], "knots1": [0.0, 0.5313797313797314, 0.6346764346764346, 1.0]}, {"frames": [41, 42], "aligned": true, "reason": "aligned", "common_tracks": [80, 82], "knots0": [0.0, 0.5216117216117216, 0.7514041514041514, 1.0], "knots1": [0.0, 0.5550671550671551, 0.717948717948718, 1.0]}, {"frames": [42, 43], "aligned": true, "reason": "aligned", "common_tracks": [85, 80, 82], "knots0": [0.0, 0.4896214896214896, 0.5550671550671551, 0.717948717948718, 1.0], "knots1": [0.0, 0.48547008547008547, 0.5699633699633699, 0.7072039072039072, 1.0]}, {"frames": [43, 44], "aligned": true, "reason": "aligned", "common_tracks": [87, 85, 80, 82], "knots0": [0.0, 0.4295482295482295, 0.48547008547008547, 0.5699633699633699, 0.7072039072039072, 1.0], "knots1": [0.0, 0.4163614163614164, 0.47057387057387057, 0.5577533577533578, 0.7474969474969475, 1.0]}, {"frames": [44, 45], "aligned": true, "reason": "aligned", "common_tracks": [80, 82], "knots0": [0.0, 0.5577533577533578, 0.7474969474969475, 1.0], "knots1": [0.0, 0.5636141636141636, 0.7416361416361417, 1.0]}, {"frames": [45, 46], "aligned": true, "reason": "aligned", "common_tracks": [80, 92], "knots0": [0.0, 0.5636141636141636, 0.6417582417582418, 1.0], "knots1": [0.0, 0.5308913308913309, 0.6744810744810745, 1.0]}, {"frames": [46, 47], "aligned": true, "reason": "aligned", "common_tracks": [80, 92], "knots0": [0.0, 0.5308913308913309, 0.6744810744810745, 1.0], "knots1": [0.0, 0.5128205128205128, 0.6923076923076923, 1.0]}, {"frames": [47, 48], "aligned": true, "reason": "aligned", "common_tracks": [96, 80, 92, 95], "knots0": [0.0, 0.452991452991453, 0.5128205128205128, 0.6923076923076923, 0.7604395604395604, 1.0], "knots1": [0.0, 0.4380952380952381, 0.5452991452991452, 0.6671550671550671, 0.7682539682539683, 1.0]}, {"frames": [48, 49], "aligned": true, "reason": "aligned", "common_tracks": [96, 92, 95], "knots0": [0.0, 0.4380952380952381, 0.6671550671550671, 0.7682539682539683, 1.0], "knots1": [0.0, 0.4256410256410256, 0.6942612942612942, 0.7538461538461538, 1.0]}, {"frames": [49, 50], "aligned": true, "reason": "aligned", "common_tracks": [96, 100, 95], "knots0": [0.0, 0.4256410256410256, 0.5882783882783883, 0.7538461538461538, 1.0], "knots1": [0.0, 0.4293040293040293, 0.5721611721611721, 0.7663003663003664, 1.0]}, {"frames": [50, 51], "aligned": true, "reason": "aligned", "common_tracks": [96, 100, 95], "knots0": [0.0, 0.4293040293040293, 0.5721611721611721, 0.7663003663003664, 1.0], "knots1": [0.0, 0.44932844932844934, 0.5538461538461539, 0.7643467643467643, 1.0]}, {"frames": [51, 52], "aligned": true, "reason": "aligned", "common_tracks": [102, 96, 95], "knots0": [0.0, 0.3499389499389499, 0.44932844932844934, 0.7643467643467643, 1.0], "knots1": [0.0, 0.3448107448107448, 0.45958485958485956, 0.7592185592185592, 1.0]}, {"frames": [52, 53], "aligned": true, "reason": "aligned", "common_tracks": [96], "knots0": [0.0, 0.45958485958485956, 1.0], "knots1": [0.0, 0.45958485958485956, 1.0]}, {"frames": [53, 54], "aligned": true, "reason": "aligned", "common_tracks": [96, 105], "knots0": [0.0, 0.45958485958485956, 0.5851037851037851, 1.0], "knots1": [0.0, 0.4481074481074481, 0.5965811965811966, 1.0]}, {"frames": [54, 55], "aligned": true, "reason": "aligned", "common_tracks": [106, 96, 105], "knots0": [0.0, 0.2437118437118437, 0.4481074481074481, 0.5965811965811966, 1.0], "knots1": [0.0, 0.2564102564102564, 0.4603174603174603, 0.5716727716727716, 1.0]}, {"frames": [55, 56], "aligned": true, "reason": "aligned", "common_tracks": [106, 105], "knots0": [0.0, 0.2564102564102564, 0.5716727716727716, 1.0], "knots1": [0.0, 0.30622710622710625, 0.5221001221001221, 1.0]}, {"frames": [56, 57], "aligned": true, "reason": "aligned", "common_tracks": [106, 105], "knots0": [0.0, 0.30622710622710625, 0.5221001221001221, 1.0], "knots1": [0.0, 0.32673992673992674, 0.5015873015873016, 1.0]}, {"frames": [57, 58], "aligned": true, "reason": "aligned", "common_tracks": [106], "knots0": [0.0, 0.32673992673992674, 1.0], "knots1": [0.0, 0.32673992673992674, 1.0]}, {"frames": [58, 59], "aligned": true, "reason": "aligned", "common_tracks": [106], "knots0": [0.0, 0.32673992673992674, 1.0], "knots1": [0.0, 0.32673992673992674, 1.0]}], "scope": "Intermediate columns are display reconstruction, not observations or new RG-MTM layout/optimization results. Scientific metrics use original saved frames."}, "A": {"method": "anchor-aligned piecewise linear display reconstruction", "display_samples_per_frame": 15, "original_frames_exact": true, "original_rows": 4096, "no_scalar_overshoot": true, "aligned_intervals": 54, "interval_count": 59, "fallback_intervals": [[11, 12], [27, 28], [33, 34], [51, 52], [55, 56]], "jump_threshold_L": 0.2, "intervals": [{"frames": [0, 1], "aligned": true, "reason": "aligned", "common_tracks": [2, 0], "knots0": [0.0, 0.6190476190476191, 0.9062271062271062, 1.0], "knots1": [0.0, 0.4827838827838828, 0.884004884004884, 1.0]}, {"frames": [1, 2], "aligned": true, "reason": "aligned", "common_tracks": [2, 7, 5, 0], "knots0": [0.0, 0.4827838827838828, 0.6068376068376068, 0.7772893772893773, 0.884004884004884, 1.0], "knots1": [0.0, 0.4627594627594628, 0.5902319902319902, 0.7477411477411477, 0.9299145299145299, 1.0]}, {"frames": [2, 3], "aligned": true, "reason": "aligned", "common_tracks": [9, 7, 0], "knots0": [0.0, 0.4166056166056166, 0.5902319902319902, 0.9299145299145299, 1.0], "knots1": [0.0, 0.36117216117216117, 0.5941391941391941, 0.9086691086691087, 1.0]}, {"frames": [3, 4], "aligned": true, "reason": "aligned", "common_tracks": [13, 9, 7], "knots0": [0.0, 0.17826617826617827, 0.36117216117216117, 0.5941391941391941, 1.0], "knots1": [0.0, 0.15018315018315018, 0.34554334554334554, 0.6471306471306472, 1.0]}, {"frames": [4, 5], "aligned": true, "reason": "aligned", "common_tracks": [13, 9, 7, 14], "knots0": [0.0, 0.15018315018315018, 0.34554334554334554, 0.6471306471306472, 0.8351648351648352, 1.0], "knots1": [0.0, 0.12673992673992673, 0.398046398046398, 0.6603174603174603, 0.9465201465201465, 1.0]}, {"frames": [5, 6], "aligned": true, "reason": "aligned", "common_tracks": [9, 7, 18, 14], "knots0": [0.0, 0.398046398046398, 0.6603174603174603, 0.6954822954822955, 0.9465201465201465, 1.0], "knots1": [0.0, 0.5037851037851038, 0.6334554334554334, 0.802930402930403, 0.9687423687423687, 1.0]}, {"frames": [6, 7], "aligned": true, "reason": "aligned", "common_tracks": [19, 7, 18, 14], "knots0": [0.0, 0.021733821733821733, 0.6334554334554334, 0.802930402930403, 0.9687423687423687, 1.0], "knots1": [0.0, 0.04468864468864469, 0.4590964590964591, 0.8236874236874236, 0.9538461538461539, 1.0]}, {"frames": [7, 8], "aligned": true, "reason": "aligned", "common_tracks": [7, 18, 14], "knots0": [0.0, 0.4590964590964591, 0.8236874236874236, 0.9538461538461539, 1.0], "knots1": [0.0, 0.5675213675213675, 0.8459096459096459, 0.9709401709401709, 1.0]}, {"frames": [8, 9], "aligned": true, "reason": "aligned", "common_tracks": [22, 7, 18, 14], "knots0": [0.0, 0.29426129426129427, 0.5675213675213675, 0.8459096459096459, 0.9709401709401709, 1.0], "knots1": [0.0, 0.3362637362637363, 0.6263736263736264, 0.8459096459096459, 0.9733821733821734, 1.0]}, {"frames": [9, 10], "aligned": true, "reason": "aligned", "common_tracks": [23, 7], "knots0": [0.0, 0.0971916971916972, 0.6263736263736264, 1.0], "knots1": [0.0, 0.19706959706959706, 0.6661782661782661, 1.0]}, {"frames": [10, 11], "aligned": true, "reason": "aligned", "common_tracks": [23, 24, 7], "knots0": [0.0, 0.19706959706959706, 0.5208791208791209, 0.6661782661782661, 1.0], "knots1": [0.0, 0.11086691086691086, 0.5213675213675214, 0.7062271062271063, 1.0]}, {"frames": [11, 12], "aligned": false, "reason": "large position jump", "common_tracks": [23, 7], "knots0": [0.0, 0.11086691086691086, 0.7062271062271063, 1.0], "knots1": [0.0, 0.33577533577533575, 0.7023199023199023, 1.0]}, {"frames": [12, 13], "aligned": true, "reason": "aligned", "common_tracks": [23, 7, 28], "knots0": [0.0, 0.33577533577533575, 0.7023199023199023, 0.7492063492063492, 1.0], "knots1": [0.0, 0.3665445665445665, 0.6544566544566545, 0.8105006105006105, 1.0]}, {"frames": [13, 14], "aligned": true, "reason": "aligned", "common_tracks": [23, 30, 7], "knots0": [0.0, 0.3665445665445665, 0.5445665445665445, 0.6544566544566545, 1.0], "knots1": [0.0, 0.252014652014652, 0.5340659340659341, 0.7137973137973138, 1.0]}, {"frames": [14, 15], "aligned": true, "reason": "aligned", "common_tracks": [23, 30], "knots0": [0.0, 0.252014652014652, 0.5340659340659341, 1.0], "knots1": [0.0, 0.31648351648351647, 0.6058608058608058, 1.0]}, {"frames": [15, 16], "aligned": true, "reason": "aligned", "common_tracks": [32, 23], "knots0": [0.0, 0.17264957264957265, 0.31648351648351647, 1.0], "knots1": [0.0, 0.13626373626373625, 0.33015873015873015, 1.0]}, {"frames": [16, 17], "aligned": true, "reason": "aligned", "common_tracks": [32], "knots0": [0.0, 0.13626373626373625, 1.0], "knots1": [0.0, 0.22832722832722832, 1.0]}, {"frames": [17, 18], "aligned": true, "reason": "aligned", "common_tracks": [32], "knots0": [0.0, 0.22832722832722832, 1.0], "knots1": [0.0, 0.3167277167277167, 1.0]}, {"frames": [18, 19], "aligned": true, "reason": "aligned", "common_tracks": [32, 39], "knots0": [0.0, 0.3167277167277167, 0.671062271062271, 1.0], "knots1": [0.0, 0.46202686202686205, 0.6107448107448108, 1.0]}, {"frames": [19, 20], "aligned": true, "reason": "aligned", "common_tracks": [32], "knots0": [0.0, 0.46202686202686205, 1.0], "knots1": [0.0, 0.513064713064713, 1.0]}, {"frames": [20, 21], "aligned": true, "reason": "aligned", "common_tracks": [32, 47], "knots0": [0.0, 0.513064713064713, 0.8627594627594628, 1.0], "knots1": [0.0, 0.46153846153846156, 0.8754578754578755, 1.0]}, {"frames": [21, 22], "aligned": true, "reason": "aligned", "common_tracks": [32, 47], "knots0": [0.0, 0.46153846153846156, 0.8754578754578755, 1.0], "knots1": [0.0, 0.5858363858363859, 0.8913308913308914, 1.0]}, {"frames": [22, 23], "aligned": true, "reason": "aligned", "common_tracks": [49, 32, 47], "knots0": [0.0, 0.05811965811965812, 0.5858363858363859, 0.8913308913308914, 1.0], "knots1": [0.0, 0.11794871794871795, 0.5982905982905983, 0.8102564102564103, 1.0]}, {"frames": [23, 24], "aligned": true, "reason": "aligned", "common_tracks": [51, 32, 47], "knots0": [0.0, 0.31233211233211233, 0.5982905982905983, 0.8102564102564103, 1.0], "knots1": [0.0, 0.19706959706959706, 0.6332112332112332, 0.8175824175824176, 1.0]}, {"frames": [24, 25], "aligned": true, "reason": "aligned", "common_tracks": [51, 32], "knots0": [0.0, 0.19706959706959706, 0.6332112332112332, 1.0], "knots1": [0.0, 0.29084249084249086, 0.7157509157509158, 1.0]}, {"frames": [25, 26], "aligned": true, "reason": "aligned", "common_tracks": [51, 32], "knots0": [0.0, 0.29084249084249086, 0.7157509157509158, 1.0], "knots1": [0.0, 0.4073260073260073, 0.8317460317460318, 1.0]}, {"frames": [26, 27], "aligned": true, "reason": "aligned", "common_tracks": [53, 32], "knots0": [0.0, 0.16043956043956045, 0.8317460317460318, 1.0], "knots1": [0.0, 0.21636141636141637, 0.8097680097680098, 1.0]}, {"frames": [27, 28], "aligned": false, "reason": "large position jump", "common_tracks": [53, 32], "knots0": [0.0, 0.21636141636141637, 0.8097680097680098, 1.0], "knots1": [0.0, 0.6185592185592186, 0.8984126984126984, 1.0]}, {"frames": [28, 29], "aligned": true, "reason": "aligned", "common_tracks": [56, 53, 32], "knots0": [0.0, 0.3001221001221001, 0.6185592185592186, 0.8984126984126984, 1.0], "knots1": [0.0, 0.1794871794871795, 0.6205128205128205, 0.7824175824175824, 1.0]}, {"frames": [29, 30], "aligned": true, "reason": "aligned", "common_tracks": [53], "knots0": [0.0, 0.6205128205128205, 1.0], "knots1": [0.0, 0.43223443223443225, 1.0]}, {"frames": [30, 31], "aligned": true, "reason": "aligned", "common_tracks": [53, 58], "knots0": [0.0, 0.43223443223443225, 0.6808302808302809, 1.0], "knots1": [0.0, 0.4346764346764347, 0.8512820512820513, 1.0]}, {"frames": [31, 32], "aligned": true, "reason": "aligned", "common_tracks": [59, 53, 60], "knots0": [0.0, 0.06568986568986569, 0.4346764346764347, 0.8361416361416362, 1.0], "knots1": [0.0, 0.030525030525030524, 0.5296703296703297, 0.7658119658119659, 1.0]}, {"frames": [32, 33], "aligned": true, "reason": "aligned", "common_tracks": [59, 53, 60], "knots0": [0.0, 0.030525030525030524, 0.5296703296703297, 0.7658119658119659, 1.0], "knots1": [0.0, 0.026373626373626374, 0.6525030525030525, 0.9443223443223443, 1.0]}, {"frames": [33, 34], "aligned": false, "reason": "large position jump", "common_tracks": [59, 53, 60], "knots0": [0.0, 0.026373626373626374, 0.6525030525030525, 0.9443223443223443, 1.0], "knots1": [0.0, 0.3477411477411477, 0.6835164835164835, 0.9318681318681319, 1.0]}, {"frames": [34, 35], "aligned": true, "reason": "aligned", "common_tracks": [59, 66, 53], "knots0": [0.0, 0.3477411477411477, 0.5206349206349207, 0.6835164835164835, 1.0], "knots1": [0.0, 0.3440781440781441, 0.5086691086691086, 0.7496947496947497, 1.0]}, {"frames": [35, 36], "aligned": true, "reason": "aligned", "common_tracks": [59, 67, 53], "knots0": [0.0, 0.3440781440781441, 0.715018315018315, 0.7496947496947497, 1.0], "knots1": [0.0, 0.3120879120879121, 0.6869352869352869, 0.8605616605616606, 1.0]}, {"frames": [36, 37], "aligned": true, "reason": "aligned", "common_tracks": [68, 59, 53], "knots0": [0.0, 0.03125763125763126, 0.3120879120879121, 0.8605616605616606, 1.0], "knots1": [0.0, 0.041758241758241756, 0.3277167277167277, 0.8617826617826618, 1.0]}, {"frames": [37, 38], "aligned": true, "reason": "aligned", "common_tracks": [59, 53, 70], "knots0": [0.0, 0.3277167277167277, 0.8617826617826618, 0.9330891330891331, 1.0], "knots1": [0.0, 0.34945054945054943, 0.8813186813186813, 0.9135531135531135, 1.0]}, {"frames": [38, 39], "aligned": true, "reason": "aligned", "common_tracks": [73, 59, 74, 53], "knots0": [0.0, 0.1894993894993895, 0.34945054945054943, 0.5445665445665445, 0.8813186813186813, 1.0], "knots1": [0.0, 0.21123321123321123, 0.38974358974358975, 0.5948717948717949, 0.8893772893772893, 1.0]}, {"frames": [39, 40], "aligned": true, "reason": "aligned", "common_tracks": [59, 74, 53], "knots0": [0.0, 0.38974358974358975, 0.5948717948717949, 0.8893772893772893, 1.0], "knots1": [0.0, 0.4039072039072039, 0.631013431013431, 0.8713064713064713, 1.0]}, {"frames": [40, 41], "aligned": true, "reason": "aligned", "common_tracks": [59, 74], "knots0": [0.0, 0.4039072039072039, 0.631013431013431, 1.0], "knots1": [0.0, 0.3702075702075702, 0.5904761904761905, 1.0]}, {"frames": [41, 42], "aligned": true, "reason": "aligned", "common_tracks": [80, 82], "knots0": [0.0, 0.35115995115995113, 0.8356532356532357, 1.0], "knots1": [0.0, 0.4056166056166056, 0.6822954822954823, 1.0]}, {"frames": [42, 43], "aligned": true, "reason": "aligned", "common_tracks": [85, 80, 82], "knots0": [0.0, 0.23345543345543346, 0.4056166056166056, 0.6822954822954823, 1.0], "knots1": [0.0, 0.25054945054945055, 0.4295482295482295, 0.726984126984127, 1.0]}, {"frames": [43, 44], "aligned": true, "reason": "aligned", "common_tracks": [87, 85, 80, 82], "knots0": [0.0, 0.1264957264957265, 0.25054945054945055, 0.4295482295482295, 0.726984126984127, 1.0], "knots1": [0.0, 0.11257631257631258, 0.23467643467643468, 0.4158730158730159, 0.8415140415140415, 1.0]}, {"frames": [44, 45], "aligned": true, "reason": "aligned", "common_tracks": [80, 82], "knots0": [0.0, 0.4158730158730159, 0.8415140415140415, 1.0], "knots1": [0.0, 0.43907203907203907, 0.8241758241758241, 1.0]}, {"frames": [45, 46], "aligned": true, "reason": "aligned", "common_tracks": [80, 92], "knots0": [0.0, 0.43907203907203907, 0.6114774114774115, 1.0], "knots1": [0.0, 0.3435897435897436, 0.6881562881562882, 1.0]}, {"frames": [46, 47], "aligned": true, "reason": "aligned", "common_tracks": [80, 92], "knots0": [0.0, 0.3435897435897436, 0.6881562881562882, 1.0], "knots1": [0.0, 0.3540903540903541, 0.7648351648351648, 1.0]}, {"frames": [47, 48], "aligned": true, "reason": "aligned", "common_tracks": [96, 80, 92, 95], "knots0": [0.0, 0.2315018315018315, 0.3540903540903541, 0.7648351648351648, 0.834920634920635, 1.0], "knots1": [0.0, 0.21294261294261294, 0.4336996336996337, 0.673992673992674, 0.8705738705738706, 1.0]}, {"frames": [48, 49], "aligned": true, "reason": "aligned", "common_tracks": [96, 92, 95], "knots0": [0.0, 0.21294261294261294, 0.673992673992674, 0.8705738705738706, 1.0], "knots1": [0.0, 0.2583638583638584, 0.8356532356532357, 0.8913308913308914, 1.0]}, {"frames": [49, 50], "aligned": true, "reason": "aligned", "common_tracks": [96, 100, 95], "knots0": [0.0, 0.2583638583638584, 0.5953601953601954, 0.8913308913308914, 1.0], "knots1": [0.0, 0.2766788766788767, 0.5941391941391941, 0.9306471306471307, 1.0]}, {"frames": [50, 51], "aligned": true, "reason": "aligned", "common_tracks": [96, 100, 95], "knots0": [0.0, 0.2766788766788767, 0.5941391941391941, 0.9306471306471307, 1.0], "knots1": [0.0, 0.30378510378510376, 0.5172161172161173, 0.9509157509157509, 1.0]}, {"frames": [51, 52], "aligned": false, "reason": "large position jump", "common_tracks": [102, 96, 95], "knots0": [0.0, 0.0862026862026862, 0.30378510378510376, 0.9509157509157509, 1.0], "knots1": [0.0, 0.09499389499389499, 0.5538461538461539, 0.9096459096459096, 1.0]}, {"frames": [52, 53], "aligned": true, "reason": "aligned", "common_tracks": [96], "knots0": [0.0, 0.5538461538461539, 1.0], "knots1": [0.0, 0.6478632478632479, 1.0]}, {"frames": [53, 54], "aligned": true, "reason": "aligned", "common_tracks": [96, 105], "knots0": [0.0, 0.6478632478632479, 0.9650793650793651, 1.0], "knots1": [0.0, 0.6339438339438339, 0.936996336996337, 1.0]}, {"frames": [54, 55], "aligned": true, "reason": "aligned", "common_tracks": [106, 96, 105], "knots0": [0.0, 0.1645909645909646, 0.6339438339438339, 0.936996336996337, 1.0], "knots1": [0.0, 0.1921855921855922, 0.6334554334554334, 0.8683760683760684, 1.0]}, {"frames": [55, 56], "aligned": false, "reason": "large position jump", "common_tracks": [106, 105], "knots0": [0.0, 0.1921855921855922, 0.8683760683760684, 1.0], "knots1": [0.0, 0.5882783882783883, 0.9157509157509157, 1.0]}, {"frames": [56, 57], "aligned": true, "reason": "aligned", "common_tracks": [106, 105], "knots0": [0.0, 0.5882783882783883, 0.9157509157509157, 1.0], "knots1": [0.0, 0.6041514041514041, 0.9169719169719169, 1.0]}, {"frames": [57, 58], "aligned": true, "reason": "aligned", "common_tracks": [106], "knots0": [0.0, 0.6041514041514041, 1.0], "knots1": [0.0, 0.7062271062271063, 1.0]}, {"frames": [58, 59], "aligned": true, "reason": "aligned", "common_tracks": [106], "knots0": [0.0, 0.7062271062271063, 1.0], "knots1": [0.0, 0.7199023199023199, 1.0]}], "scope": "Intermediate columns are display reconstruction, not observations or new RG-MTM layout/optimization results. Scientific metrics use original saved frames."}, "R 20%": {"method": "anchor-aligned piecewise linear display reconstruction", "display_samples_per_frame": 15, "original_frames_exact": true, "original_rows": 4096, "no_scalar_overshoot": true, "aligned_intervals": 54, "interval_count": 59, "fallback_intervals": [[11, 12], [27, 28], [33, 34], [51, 52], [55, 56]], "jump_threshold_L": 0.2, "intervals": [{"frames": [0, 1], "aligned": true, "reason": "aligned", "common_tracks": [2, 0], "knots0": [0.0, 0.6190476190476191, 0.9062271062271062, 1.0], "knots1": [0.0, 0.4827838827838828, 0.884004884004884, 1.0]}, {"frames": [1, 2], "aligned": true, "reason": "aligned", "common_tracks": [2, 7, 5, 0], "knots0": [0.0, 0.4827838827838828, 0.6068376068376068, 0.7772893772893773, 0.884004884004884, 1.0], "knots1": [0.0, 0.46202686202686205, 0.5894993894993895, 0.8048840048840049, 0.9282051282051282, 1.0]}, {"frames": [2, 3], "aligned": true, "reason": "aligned", "common_tracks": [9, 7, 0], "knots0": [0.0, 0.41562881562881565, 0.5894993894993895, 0.9282051282051282, 1.0], "knots1": [0.0, 0.35995115995115995, 0.631013431013431, 0.9025641025641026, 1.0]}, {"frames": [3, 4], "aligned": true, "reason": "aligned", "common_tracks": [13, 9, 7], "knots0": [0.0, 0.17704517704517705, 0.35995115995115995, 0.631013431013431, 1.0], "knots1": [0.0, 0.15018315018315018, 0.34554334554334554, 0.6471306471306472, 1.0]}, {"frames": [4, 5], "aligned": true, "reason": "aligned", "common_tracks": [13, 9, 7, 14], "knots0": [0.0, 0.15018315018315018, 0.34554334554334554, 0.6471306471306472, 0.8351648351648352, 1.0], "knots1": [0.0, 0.1264957264957265, 0.398046398046398, 0.6725274725274726, 0.9452991452991453, 1.0]}, {"frames": [5, 6], "aligned": true, "reason": "aligned", "common_tracks": [9, 7, 18, 14], "knots0": [0.0, 0.398046398046398, 0.6725274725274726, 0.7821733821733822, 0.9452991452991453, 1.0], "knots1": [0.0, 0.5037851037851038, 0.6341880341880342, 0.8063492063492064, 0.9687423687423687, 1.0]}, {"frames": [6, 7], "aligned": true, "reason": "aligned", "common_tracks": [19, 7, 18, 14], "knots0": [0.0, 0.02197802197802198, 0.6341880341880342, 0.8063492063492064, 0.9687423687423687, 1.0], "knots1": [0.0, 0.04468864468864469, 0.4590964590964591, 0.8236874236874236, 0.9538461538461539, 1.0]}, {"frames": [7, 8], "aligned": true, "reason": "aligned", "common_tracks": [7, 18, 14], "knots0": [0.0, 0.4590964590964591, 0.8236874236874236, 0.9538461538461539, 1.0], "knots1": [0.0, 0.5675213675213675, 0.8459096459096459, 0.9709401709401709, 1.0]}, {"frames": [8, 9], "aligned": true, "reason": "aligned", "common_tracks": [22, 7, 18, 14], "knots0": [0.0, 0.29426129426129427, 0.5675213675213675, 0.8459096459096459, 0.9709401709401709, 1.0], "knots1": [0.0, 0.3362637362637363, 0.6263736263736264, 0.8459096459096459, 0.9733821733821734, 1.0]}, {"frames": [9, 10], "aligned": true, "reason": "aligned", "common_tracks": [23, 7], "knots0": [0.0, 0.0971916971916972, 0.6263736263736264, 1.0], "knots1": [0.0, 0.19706959706959706, 0.6661782661782661, 1.0]}, {"frames": [10, 11], "aligned": true, "reason": "aligned", "common_tracks": [23, 24, 7], "knots0": [0.0, 0.19706959706959706, 0.5208791208791209, 0.6661782661782661, 1.0], "knots1": [0.0, 0.11086691086691086, 0.5213675213675214, 0.7062271062271063, 1.0]}, {"frames": [11, 12], "aligned": false, "reason": "large position jump", "common_tracks": [23, 7], "knots0": [0.0, 0.11086691086691086, 0.7062271062271063, 1.0], "knots1": [0.0, 0.33577533577533575, 0.7023199023199023, 1.0]}, {"frames": [12, 13], "aligned": true, "reason": "aligned", "common_tracks": [23, 7, 28], "knots0": [0.0, 0.33577533577533575, 0.7023199023199023, 0.7492063492063492, 1.0], "knots1": [0.0, 0.3665445665445665, 0.6544566544566545, 0.8105006105006105, 1.0]}, {"frames": [13, 14], "aligned": true, "reason": "aligned", "common_tracks": [23, 30, 7], "knots0": [0.0, 0.3665445665445665, 0.5445665445665445, 0.6544566544566545, 1.0], "knots1": [0.0, 0.252014652014652, 0.5340659340659341, 0.7137973137973138, 1.0]}, {"frames": [14, 15], "aligned": true, "reason": "aligned", "common_tracks": [23, 30], "knots0": [0.0, 0.252014652014652, 0.5340659340659341, 1.0], "knots1": [0.0, 0.31648351648351647, 0.6058608058608058, 1.0]}, {"frames": [15, 16], "aligned": true, "reason": "aligned", "common_tracks": [32, 23], "knots0": [0.0, 0.17264957264957265, 0.31648351648351647, 1.0], "knots1": [0.0, 0.13626373626373625, 0.33015873015873015, 1.0]}, {"frames": [16, 17], "aligned": true, "reason": "aligned", "common_tracks": [32], "knots0": [0.0, 0.13626373626373625, 1.0], "knots1": [0.0, 0.22832722832722832, 1.0]}, {"frames": [17, 18], "aligned": true, "reason": "aligned", "common_tracks": [32], "knots0": [0.0, 0.22832722832722832, 1.0], "knots1": [0.0, 0.3167277167277167, 1.0]}, {"frames": [18, 19], "aligned": true, "reason": "aligned", "common_tracks": [32, 39], "knots0": [0.0, 0.3167277167277167, 0.671062271062271, 1.0], "knots1": [0.0, 0.46202686202686205, 0.6107448107448108, 1.0]}, {"frames": [19, 20], "aligned": true, "reason": "aligned", "common_tracks": [32], "knots0": [0.0, 0.46202686202686205, 1.0], "knots1": [0.0, 0.513064713064713, 1.0]}, {"frames": [20, 21], "aligned": true, "reason": "aligned", "common_tracks": [32, 47], "knots0": [0.0, 0.513064713064713, 0.8627594627594628, 1.0], "knots1": [0.0, 0.46153846153846156, 0.8754578754578755, 1.0]}, {"frames": [21, 22], "aligned": true, "reason": "aligned", "common_tracks": [32, 47], "knots0": [0.0, 0.46153846153846156, 0.8754578754578755, 1.0], "knots1": [0.0, 0.5858363858363859, 0.8913308913308914, 1.0]}, {"frames": [22, 23], "aligned": true, "reason": "aligned", "common_tracks": [49, 32, 47], "knots0": [0.0, 0.05811965811965812, 0.5858363858363859, 0.8913308913308914, 1.0], "knots1": [0.0, 0.11843711843711843, 0.6041514041514041, 0.8676434676434677, 1.0]}, {"frames": [23, 24], "aligned": true, "reason": "aligned", "common_tracks": [51, 32, 47], "knots0": [0.0, 0.3128205128205128, 0.6041514041514041, 0.8676434676434677, 1.0], "knots1": [0.0, 0.19877899877899877, 0.6446886446886447, 0.8517704517704517, 1.0]}, {"frames": [24, 25], "aligned": true, "reason": "aligned", "common_tracks": [51, 32], "knots0": [0.0, 0.19877899877899877, 0.6446886446886447, 1.0], "knots1": [0.0, 0.2910866910866911, 0.7167277167277167, 1.0]}, {"frames": [25, 26], "aligned": true, "reason": "aligned", "common_tracks": [51, 32], "knots0": [0.0, 0.2910866910866911, 0.7167277167277167, 1.0], "knots1": [0.0, 0.4073260073260073, 0.8317460317460318, 1.0]}, {"frames": [26, 27], "aligned": true, "reason": "aligned", "common_tracks": [53, 32], "knots0": [0.0, 0.16043956043956045, 0.8317460317460318, 1.0], "knots1": [0.0, 0.21636141636141637, 0.8097680097680098, 1.0]}, {"frames": [27, 28], "aligned": false, "reason": "large position jump", "common_tracks": [53, 32], "knots0": [0.0, 0.21636141636141637, 0.8097680097680098, 1.0], "knots1": [0.0, 0.6185592185592186, 0.8984126984126984, 1.0]}, {"frames": [28, 29], "aligned": true, "reason": "aligned", "common_tracks": [56, 53, 32], "knots0": [0.0, 0.3001221001221001, 0.6185592185592186, 0.8984126984126984, 1.0], "knots1": [0.0, 0.1794871794871795, 0.6205128205128205, 0.7824175824175824, 1.0]}, {"frames": [29, 30], "aligned": true, "reason": "aligned", "common_tracks": [53], "knots0": [0.0, 0.6205128205128205, 1.0], "knots1": [0.0, 0.43223443223443225, 1.0]}, {"frames": [30, 31], "aligned": true, "reason": "aligned", "common_tracks": [53, 58], "knots0": [0.0, 0.43223443223443225, 0.6808302808302809, 1.0], "knots1": [0.0, 0.41855921855921857, 0.7372405372405373, 1.0]}, {"frames": [31, 32], "aligned": true, "reason": "aligned", "common_tracks": [59, 53, 60], "knots0": [0.0, 0.06373626373626373, 0.41855921855921857, 0.9504273504273504, 1.0], "knots1": [0.0, 0.030036630036630037, 0.5294261294261294, 0.9218559218559218, 1.0]}, {"frames": [32, 33], "aligned": true, "reason": "aligned", "common_tracks": [59, 53, 60], "knots0": [0.0, 0.030036630036630037, 0.5294261294261294, 0.9218559218559218, 1.0], "knots1": [0.0, 0.026373626373626374, 0.6525030525030525, 0.9445665445665445, 1.0]}, {"frames": [33, 34], "aligned": false, "reason": "large position jump", "common_tracks": [59, 53, 60], "knots0": [0.0, 0.026373626373626374, 0.6525030525030525, 0.9445665445665445, 1.0], "knots1": [0.0, 0.3477411477411477, 0.6835164835164835, 0.9318681318681319, 1.0]}, {"frames": [34, 35], "aligned": true, "reason": "aligned", "common_tracks": [59, 66, 53], "knots0": [0.0, 0.3477411477411477, 0.5206349206349207, 0.6835164835164835, 1.0], "knots1": [0.0, 0.3440781440781441, 0.5086691086691086, 0.7496947496947497, 1.0]}, {"frames": [35, 36], "aligned": true, "reason": "aligned", "common_tracks": [59, 67, 53], "knots0": [0.0, 0.3440781440781441, 0.715018315018315, 0.7496947496947497, 1.0], "knots1": [0.0, 0.3120879120879121, 0.6869352869352869, 0.8605616605616606, 1.0]}, {"frames": [36, 37], "aligned": true, "reason": "aligned", "common_tracks": [68, 59, 53], "knots0": [0.0, 0.03125763125763126, 0.3120879120879121, 0.8605616605616606, 1.0], "knots1": [0.0, 0.041758241758241756, 0.3277167277167277, 0.8617826617826618, 1.0]}, {"frames": [37, 38], "aligned": true, "reason": "aligned", "common_tracks": [59, 53, 70], "knots0": [0.0, 0.3277167277167277, 0.8617826617826618, 0.9330891330891331, 1.0], "knots1": [0.0, 0.34945054945054943, 0.8813186813186813, 0.9135531135531135, 1.0]}, {"frames": [38, 39], "aligned": true, "reason": "aligned", "common_tracks": [73, 59, 74, 53], "knots0": [0.0, 0.1894993894993895, 0.34945054945054943, 0.5445665445665445, 0.8813186813186813, 1.0], "knots1": [0.0, 0.21123321123321123, 0.38974358974358975, 0.5948717948717949, 0.8893772893772893, 1.0]}, {"frames": [39, 40], "aligned": true, "reason": "aligned", "common_tracks": [59, 74, 53], "knots0": [0.0, 0.38974358974358975, 0.5948717948717949, 0.8893772893772893, 1.0], "knots1": [0.0, 0.4039072039072039, 0.631013431013431, 0.8713064713064713, 1.0]}, {"frames": [40, 41], "aligned": true, "reason": "aligned", "common_tracks": [59, 74], "knots0": [0.0, 0.4039072039072039, 0.631013431013431, 1.0], "knots1": [0.0, 0.3702075702075702, 0.5904761904761905, 1.0]}, {"frames": [41, 42], "aligned": true, "reason": "aligned", "common_tracks": [80, 82], "knots0": [0.0, 0.35115995115995113, 0.8356532356532357, 1.0], "knots1": [0.0, 0.4056166056166056, 0.6822954822954823, 1.0]}, {"frames": [42, 43], "aligned": true, "reason": "aligned", "common_tracks": [85, 80, 82], "knots0": [0.0, 0.23345543345543346, 0.4056166056166056, 0.6822954822954823, 1.0], "knots1": [0.0, 0.25054945054945055, 0.4295482295482295, 0.726984126984127, 1.0]}, {"frames": [43, 44], "aligned": true, "reason": "aligned", "common_tracks": [87, 85, 80, 82], "knots0": [0.0, 0.1264957264957265, 0.25054945054945055, 0.4295482295482295, 0.726984126984127, 1.0], "knots1": [0.0, 0.11257631257631258, 0.23467643467643468, 0.4158730158730159, 0.8415140415140415, 1.0]}, {"frames": [44, 45], "aligned": true, "reason": "aligned", "common_tracks": [80, 82], "knots0": [0.0, 0.4158730158730159, 0.8415140415140415, 1.0], "knots1": [0.0, 0.43907203907203907, 0.8241758241758241, 1.0]}, {"frames": [45, 46], "aligned": true, "reason": "aligned", "common_tracks": [80, 92], "knots0": [0.0, 0.43907203907203907, 0.6114774114774115, 1.0], "knots1": [0.0, 0.3435897435897436, 0.6881562881562882, 1.0]}, {"frames": [46, 47], "aligned": true, "reason": "aligned", "common_tracks": [80, 92], "knots0": [0.0, 0.3435897435897436, 0.6881562881562882, 1.0], "knots1": [0.0, 0.3540903540903541, 0.7648351648351648, 1.0]}, {"frames": [47, 48], "aligned": true, "reason": "aligned", "common_tracks": [96, 80, 92, 95], "knots0": [0.0, 0.2315018315018315, 0.3540903540903541, 0.7648351648351648, 0.834920634920635, 1.0], "knots1": [0.0, 0.21294261294261294, 0.4336996336996337, 0.673992673992674, 0.8705738705738706, 1.0]}, {"frames": [48, 49], "aligned": true, "reason": "aligned", "common_tracks": [96, 92, 95], "knots0": [0.0, 0.21294261294261294, 0.673992673992674, 0.8705738705738706, 1.0], "knots1": [0.0, 0.2583638583638584, 0.8356532356532357, 0.8913308913308914, 1.0]}, {"frames": [49, 50], "aligned": true, "reason": "aligned", "common_tracks": [96, 100, 95], "knots0": [0.0, 0.2583638583638584, 0.5953601953601954, 0.8913308913308914, 1.0], "knots1": [0.0, 0.2766788766788767, 0.5941391941391941, 0.9306471306471307, 1.0]}, {"frames": [50, 51], "aligned": true, "reason": "aligned", "common_tracks": [96, 100, 95], "knots0": [0.0, 0.2766788766788767, 0.5941391941391941, 0.9306471306471307, 1.0], "knots1": [0.0, 0.30378510378510376, 0.5172161172161173, 0.9509157509157509, 1.0]}, {"frames": [51, 52], "aligned": false, "reason": "large position jump", "common_tracks": [102, 96, 95], "knots0": [0.0, 0.0862026862026862, 0.30378510378510376, 0.9509157509157509, 1.0], "knots1": [0.0, 0.09499389499389499, 0.5538461538461539, 0.9096459096459096, 1.0]}, {"frames": [52, 53], "aligned": true, "reason": "aligned", "common_tracks": [96], "knots0": [0.0, 0.5538461538461539, 1.0], "knots1": [0.0, 0.6478632478632479, 1.0]}, {"frames": [53, 54], "aligned": true, "reason": "aligned", "common_tracks": [96, 105], "knots0": [0.0, 0.6478632478632479, 0.9650793650793651, 1.0], "knots1": [0.0, 0.6339438339438339, 0.936996336996337, 1.0]}, {"frames": [54, 55], "aligned": true, "reason": "aligned", "common_tracks": [106, 96, 105], "knots0": [0.0, 0.1645909645909646, 0.6339438339438339, 0.936996336996337, 1.0], "knots1": [0.0, 0.1921855921855922, 0.6334554334554334, 0.8683760683760684, 1.0]}, {"frames": [55, 56], "aligned": false, "reason": "large position jump", "common_tracks": [106, 105], "knots0": [0.0, 0.1921855921855922, 0.8683760683760684, 1.0], "knots1": [0.0, 0.5882783882783883, 0.9157509157509157, 1.0]}, {"frames": [56, 57], "aligned": true, "reason": "aligned", "common_tracks": [106, 105], "knots0": [0.0, 0.5882783882783883, 0.9157509157509157, 1.0], "knots1": [0.0, 0.6041514041514041, 0.9169719169719169, 1.0]}, {"frames": [57, 58], "aligned": true, "reason": "aligned", "common_tracks": [106], "knots0": [0.0, 0.6041514041514041, 1.0], "knots1": [0.0, 0.7062271062271063, 1.0]}, {"frames": [58, 59], "aligned": true, "reason": "aligned", "common_tracks": [106], "knots0": [0.0, 0.7062271062271063, 1.0], "knots1": [0.0, 0.7199023199023199, 1.0]}], "scope": "Intermediate columns are display reconstruction, not observations or new RG-MTM layout/optimization results. Scientific metrics use original saved frames."}}, "palette": "existing scalar display palette; no verified release LUT"}, "pm25": {"maps": "/Users/lele/Desktop/MergeTreeMaps/RG-MTM/code/results/pm25_2000/maps.npz", "maps_sha256": "f6b888c288107baf20c2b65b39ff7c8281346de5342ab3245624e632eeca0cb5", "landmarks": "/Users/lele/Desktop/MergeTreeMaps/RG-MTM/code/results/pm25_2000/landmarks.npz", "landmarks_sha256": "d386aabc5cb56206af09bc671750c724fc3ed7cfb01c8cd3a6fd88be93ea0720", "frames": 366, "display": {"TMTM": {"method": "anchor-aligned piecewise linear display reconstruction", "display_samples_per_frame": 3, "original_frames_exact": true, "original_rows": 2401, "no_scalar_overshoot": true, "aligned_intervals": 321, "interval_count": 365, "fallback_intervals": [[10, 11], [30, 31], [33, 34], [34, 35], [41, 42], [50, 51], [59, 60], [66, 67], [71, 72], [79, 80], [80, 81], [86, 87], [93, 94], [94, 95], [96, 97], [100, 101], [101, 102], [104, 105], [119, 120], [125, 126], [126, 127], [130, 131], [131, 132], [139, 140], [140, 141], [145, 146], [146, 147], [185, 186], [188, 189], [193, 194], [209, 210], [223, 224], [239, 240], [241, 242], [278, 279], [308, 309], [317, 318], [318, 319], [327, 328], [341, 342], [346, 347], [350, 351], [354, 355], [356, 357]], "jump_threshold_L": 0.2, "intervals": [{"frames": [0, 1], "aligned": true, "reason": "aligned", "common_tracks": [1, 0], "knots0": [0.0, 0.11375, 0.5020833333333333, 1.0], "knots1": [0.0, 0.17541666666666667, 0.6116666666666667, 1.0]}, {"frames": [1, 2], "aligned": true, "reason": "aligned", "common_tracks": [1, 0], "knots0": [0.0, 0.17541666666666667, 0.6116666666666667, 1.0], "knots1": [0.0, 0.20958333333333334, 0.5120833333333333, 1.0]}, {"frames": [2, 3], "aligned": true, "reason": "aligned", "common_tracks": [1, 0], "knots0": [0.0, 0.20958333333333334, 0.5120833333333333, 1.0], "knots1": [0.0, 0.15916666666666668, 0.5008333333333334, 1.0]}, {"frames": [3, 4], "aligned": true, "reason": "aligned", "common_tracks": [0], "knots0": [0.0, 0.5008333333333334, 1.0], "knots1": [0.0, 0.45875, 1.0]}, {"frames": [4, 5], "aligned": true, "reason": "aligned", "common_tracks": [0, 4], "knots0": [0.0, 0.45875, 0.6975, 1.0], "knots1": [0.0, 0.46208333333333335, 0.5791666666666667, 1.0]}, {"frames": [5, 6], "aligned": true, "reason": "aligned", "common_tracks": [5, 0, 4], "knots0": [0.0, 0.1825, 0.46208333333333335, 0.5791666666666667, 1.0], "knots1": [0.0, 0.20083333333333334, 0.4125, 0.5691666666666667, 1.0]}, {"frames": [6, 7], "aligned": true, "reason": "aligned", "common_tracks": [5, 0, 4], "knots0": [0.0, 0.20083333333333334, 0.4125, 0.5691666666666667, 1.0], "knots1": [0.0, 0.15541666666666668, 0.44958333333333333, 0.5575, 1.0]}, {"frames": [7, 8], "aligned": true, "reason": "aligned", "common_tracks": [5, 0], "knots0": [0.0, 0.15541666666666668, 0.44958333333333333, 1.0], "knots1": [0.0, 0.16208333333333333, 0.5375, 1.0]}, {"frames": [8, 9], "aligned": true, "reason": "aligned", "common_tracks": [0], "knots0": [0.0, 0.5375, 1.0], "knots1": [0.0, 0.49833333333333335, 1.0]}, {"frames": [9, 10], "aligned": true, "reason": "aligned", "common_tracks": [0, 7], "knots0": [0.0, 0.49833333333333335, 0.5945833333333334, 1.0], "knots1": [0.0, 0.43875, 0.6408333333333334, 1.0]}, {"frames": [10, 11], "aligned": false, "reason": "crossing extrema order", "common_tracks": [8, 0], "knots0": [0.0, 0.21, 0.43875, 1.0], "knots1": [0.0, 0.8158333333333333, 0.43291666666666667, 1.0]}, {"frames": [11, 12], "aligned": true, "reason": "aligned", "common_tracks": [0], "knots0": [0.0, 0.43291666666666667, 1.0], "knots1": [0.0, 0.49416666666666664, 1.0]}, {"frames": [12, 13], "aligned": true, "reason": "aligned", "common_tracks": [0], "knots0": [0.0, 0.49416666666666664, 1.0], "knots1": [0.0, 0.5004166666666666, 1.0]}, {"frames": [13, 14], "aligned": true, "reason": "aligned", "common_tracks": [0], "knots0": [0.0, 0.5004166666666666, 1.0], "knots1": [0.0, 0.5, 1.0]}, {"frames": [14, 15], "aligned": true, "reason": "aligned", "common_tracks": [0], "knots0": [0.0, 0.5, 1.0], "knots1": [0.0, 0.46791666666666665, 1.0]}, {"frames": [15, 16], "aligned": true, "reason": "aligned", "common_tracks": [0], "knots0": [0.0, 0.46791666666666665, 1.0], "knots1": [0.0, 0.5491666666666667, 1.0]}, {"frames": [16, 17], "aligned": true, "reason": "aligned", "common_tracks": [13, 0], "knots0": [0.0, 0.19333333333333333, 0.5491666666666667, 1.0], "knots1": [0.0, 0.2529166666666667, 0.49041666666666667, 1.0]}, {"frames": [17, 18], "aligned": true, "reason": "aligned", "common_tracks": [13, 0, 14], "knots0": [0.0, 0.2529166666666667, 0.49041666666666667, 0.5891666666666666, 1.0], "knots1": [0.0, 0.20708333333333334, 0.5658333333333333, 0.6879166666666666, 1.0]}, {"frames": [18, 19], "aligned": true, "reason": "aligned", "common_tracks": [13, 0], "knots0": [0.0, 0.20708333333333334, 0.5658333333333333, 1.0], "knots1": [0.0, 0.3670833333333333, 0.5133333333333333, 1.0]}, {"frames": [19, 20], "aligned": true, "reason": "aligned", "common_tracks": [0], "knots0": [0.0, 0.5133333333333333, 1.0], "knots1": [0.0, 0.5, 1.0]}, {"frames": [20, 21], "aligned": true, "reason": "aligned", "common_tracks": [0], "knots0": [0.0, 0.5, 1.0], "knots1": [0.0, 0.5, 1.0]}, {"frames": [21, 22], "aligned": true, "reason": "aligned", "common_tracks": [0], "knots0": [0.0, 0.5, 1.0], "knots1": [0.0, 0.5, 1.0]}, {"frames": [22, 23], "aligned": true, "reason": "aligned", "common_tracks": [0], "knots0": [0.0, 0.5, 1.0], "knots1": [0.0, 0.4970833333333333, 1.0]}, {"frames": [23, 24], "aligned": true, "reason": "aligned", "common_tracks": [0, 18], "knots0": [0.0, 0.4970833333333333, 0.6370833333333333, 1.0], "knots1": [0.0, 0.44458333333333333, 0.5704166666666667, 1.0]}, {"frames": [24, 25], "aligned": true, "reason": "aligned", "common_tracks": [0, 18], "knots0": [0.0, 0.44458333333333333, 0.5704166666666667, 1.0], "knots1": [0.0, 0.4195833333333333, 0.6041666666666666, 1.0]}, {"frames": [25, 26], "aligned": true, "reason": "aligned", "common_tracks": [21, 18], "knots0": [0.0, 0.3145833333333333, 0.6041666666666666, 1.0], "knots1": [0.0, 0.40291666666666665, 0.5483333333333333, 1.0]}, {"frames": [26, 27], "aligned": true, "reason": "aligned", "common_tracks": [18], "knots0": [0.0, 0.5483333333333333, 1.0], "knots1": [0.0, 0.5, 1.0]}, {"frames": [27, 28], "aligned": true, "reason": "aligned", "common_tracks": [18], "knots0": [0.0, 0.5, 1.0], "knots1": [0.0, 0.5058333333333334, 1.0]}, {"frames": [28, 29], "aligned": true, "reason": "aligned", "common_tracks": [18], "knots0": [0.0, 0.5058333333333334, 1.0], "knots1": [0.0, 0.5133333333333333, 1.0]}, {"frames": [29, 30], "aligned": true, "reason": "aligned", "common_tracks": [18], "knots0": [0.0, 0.5133333333333333, 1.0], "knots1": [0.0, 0.41333333333333333, 1.0]}, {"frames": [30, 31], "aligned": false, "reason": "no common extrema", "common_tracks": [], "knots0": [0.0, 1.0], "knots1": [0.0, 1.0]}, {"frames": [31, 32], "aligned": true, "reason": "aligned", "common_tracks": [31], "knots0": [0.0, 0.5004166666666666, 1.0], "knots1": [0.0, 0.49166666666666664, 1.0]}, {"frames": [32, 33], "aligned": true, "reason": "aligned", "common_tracks": [31, 33], "knots0": [0.0, 0.49166666666666664, 0.6816666666666666, 1.0], "knots1": [0.0, 0.44125, 0.6120833333333333, 1.0]}, {"frames": [33, 34], "aligned": false, "reason": "crossing extrema order", "common_tracks": [34, 31, 33], "knots0": [0.0, 0.30083333333333334, 0.44125, 0.6120833333333333, 1.0], "knots1": [0.0, 0.6583333333333333, 0.47541666666666665, 0.7004166666666667, 1.0]}, {"frames": [34, 35], "aligned": false, "reason": "large position jump", "common_tracks": [34, 33], "knots0": [0.0, 0.6583333333333333, 0.7004166666666667, 1.0], "knots1": [0.0, 0.41833333333333333, 0.5116666666666667, 1.0]}, {"frames": [35, 36], "aligned": true, "reason": "aligned", "common_tracks": [33], "knots0": [0.0, 0.5116666666666667, 1.0], "knots1": [0.0, 0.5, 1.0]}, {"frames": [36, 37], "aligned": true, "reason": "aligned", "common_tracks": [33], "knots0": [0.0, 0.5, 1.0], "knots1": [0.0, 0.5091666666666667, 1.0]}, {"frames": [37, 38], "aligned": true, "reason": "aligned", "common_tracks": [36, 33], "knots0": [0.0, 0.39708333333333334, 0.5091666666666667, 1.0], "knots1": [0.0, 0.39958333333333335, 0.5054166666666666, 1.0]}, {"frames": [38, 39], "aligned": true, "reason": "aligned", "common_tracks": [36, 33], "knots0": [0.0, 0.39958333333333335, 0.5054166666666666, 1.0], "knots1": [0.0, 0.5233333333333333, 0.60875, 1.0]}, {"frames": [39, 40], "aligned": true, "reason": "aligned", "common_tracks": [36, 33], "knots0": [0.0, 0.5233333333333333, 0.60875, 1.0], "knots1": [0.0, 0.47833333333333333, 0.5020833333333333, 1.0]}, {"frames": [40, 41], "aligned": true, "reason": "aligned", "common_tracks": [40, 33], "knots0": [0.0, 0.47708333333333336, 0.5020833333333333, 1.0], "knots1": [0.0, 0.34541666666666665, 0.43375, 1.0]}, {"frames": [41, 42], "aligned": false, "reason": "crossing extrema order", "common_tracks": [40, 33], "knots0": [0.0, 0.34541666666666665, 0.43375, 1.0], "knots1": [0.0, 0.5441666666666667, 0.48791666666666667, 1.0]}, {"frames": [42, 43], "aligned": true, "reason": "aligned", "common_tracks": [33], "knots0": [0.0, 0.48791666666666667, 1.0], "knots1": [0.0, 0.5383333333333333, 1.0]}, {"frames": [43, 44], "aligned": true, "reason": "aligned", "common_tracks": [43, 33], "knots0": [0.0, 0.24375, 0.5383333333333333, 1.0], "knots1": [0.0, 0.3258333333333333, 0.6591666666666667, 1.0]}, {"frames": [44, 45], "aligned": true, "reason": "aligned", "common_tracks": [43, 44, 33], "knots0": [0.0, 0.3258333333333333, 0.43166666666666664, 0.6591666666666667, 1.0], "knots1": [0.0, 0.3566666666666667, 0.4583333333333333, 0.5945833333333334, 1.0]}, {"frames": [45, 46], "aligned": true, "reason": "aligned", "common_tracks": [43, 44, 33], "knots0": [0.0, 0.3566666666666667, 0.4583333333333333, 0.5945833333333334, 1.0], "knots1": [0.0, 0.32208333333333333, 0.47333333333333333, 0.5933333333333334, 1.0]}, {"frames": [46, 47], "aligned": true, "reason": "aligned", "common_tracks": [43, 44], "knots0": [0.0, 0.32208333333333333, 0.47333333333333333, 1.0], "knots1": [0.0, 0.45708333333333334, 0.6370833333333333, 1.0]}, {"frames": [47, 48], "aligned": true, "reason": "aligned", "common_tracks": [43], "knots0": [0.0, 0.45708333333333334, 1.0], "knots1": [0.0, 0.5, 1.0]}, {"frames": [48, 49], "aligned": true, "reason": "aligned", "common_tracks": [43], "knots0": [0.0, 0.5, 1.0], "knots1": [0.0, 0.48791666666666667, 1.0]}, {"frames": [49, 50], "aligned": true, "reason": "aligned", "common_tracks": [43, 45], "knots0": [0.0, 0.48791666666666667, 0.8033333333333333, 1.0], "knots1": [0.0, 0.46375, 0.7225, 1.0]}, {"frames": [50, 51], "aligned": false, "reason": "crossing extrema order", "common_tracks": [43, 45], "knots0": [0.0, 0.46375, 0.7225, 1.0], "knots1": [0.0, 0.5308333333333334, 0.3441666666666667, 1.0]}, {"frames": [51, 52], "aligned": true, "reason": "aligned", "common_tracks": [45, 43], "knots0": [0.0, 0.3441666666666667, 0.5308333333333334, 1.0], "knots1": [0.0, 0.2679166666666667, 0.5779166666666666, 1.0]}, {"frames": [52, 53], "aligned": true, "reason": "aligned", "common_tracks": [43], "knots0": [0.0, 0.5779166666666666, 1.0], "knots1": [0.0, 0.5, 1.0]}, {"frames": [53, 54], "aligned": true, "reason": "aligned", "common_tracks": [43], "knots0": [0.0, 0.5, 1.0], "knots1": [0.0, 0.5, 1.0]}, {"frames": [54, 55], "aligned": true, "reason": "aligned", "common_tracks": [43], "knots0": [0.0, 0.5, 1.0], "knots1": [0.0, 0.44333333333333336, 1.0]}, {"frames": [55, 56], "aligned": true, "reason": "aligned", "common_tracks": [43, 50], "knots0": [0.0, 0.44333333333333336, 0.7933333333333333, 1.0], "knots1": [0.0, 0.4579166666666667, 0.5966666666666667, 1.0]}, {"frames": [56, 57], "aligned": true, "reason": "aligned", "common_tracks": [43, 50], "knots0": [0.0, 0.4579166666666667, 0.5966666666666667, 1.0], "knots1": [0.0, 0.44666666666666666, 0.6841666666666667, 1.0]}, {"frames": [57, 58], "aligned": true, "reason": "aligned", "common_tracks": [50], "knots0": [0.0, 0.6841666666666667, 1.0], "knots1": [0.0, 0.5316666666666666, 1.0]}, {"frames": [58, 59], "aligned": true, "reason": "aligned", "common_tracks": [56, 50], "knots0": [0.0, 0.44958333333333333, 0.5316666666666666, 1.0], "knots1": [0.0, 0.6154166666666666, 0.7225, 1.0]}, {"frames": [59, 60], "aligned": false, "reason": "crossing extrema order", "common_tracks": [59, 56], "knots0": [0.0, 0.42791666666666667, 0.6154166666666666, 1.0], "knots1": [0.0, 0.5470833333333334, 0.18291666666666667, 1.0]}, {"frames": [60, 61], "aligned": true, "reason": "aligned", "common_tracks": [59], "knots0": [0.0, 0.5470833333333334, 1.0], "knots1": [0.0, 0.5, 1.0]}, {"frames": [61, 62], "aligned": true, "reason": "aligned", "common_tracks": [59], "knots0": [0.0, 0.5, 1.0], "knots1": [0.0, 0.5416666666666666, 1.0]}, {"frames": [62, 63], "aligned": true, "reason": "aligned", "common_tracks": [62, 59], "knots0": [0.0, 0.2654166666666667, 0.5416666666666666, 1.0], "knots1": [0.0, 0.18, 0.5008333333333334, 1.0]}, {"frames": [63, 64], "aligned": true, "reason": "aligned", "common_tracks": [59], "knots0": [0.0, 0.5008333333333334, 1.0], "knots1": [0.0, 0.5233333333333333, 1.0]}, {"frames": [64, 65], "aligned": true, "reason": "aligned", "common_tracks": [64, 59], "knots0": [0.0, 0.42125, 0.5233333333333333, 1.0], "knots1": [0.0, 0.475, 0.5291666666666667, 1.0]}, {"frames": [65, 66], "aligned": true, "reason": "aligned", "common_tracks": [64, 59], "knots0": [0.0, 0.475, 0.5291666666666667, 1.0], "knots1": [0.0, 0.4320833333333333, 0.5070833333333333, 1.0]}, {"frames": [66, 67], "aligned": false, "reason": "crossing extrema order", "common_tracks": [66, 59], "knots0": [0.0, 0.40958333333333335, 0.5070833333333333, 1.0], "knots1": [0.0, 0.6075, 0.2825, 1.0]}, {"frames": [67, 68], "aligned": true, "reason": "aligned", "common_tracks": [59, 66], "knots0": [0.0, 0.2825, 0.6075, 1.0], "knots1": [0.0, 0.42125, 0.58, 1.0]}, {"frames": [68, 69], "aligned": true, "reason": "aligned", "common_tracks": [59], "knots0": [0.0, 0.42125, 1.0], "knots1": [0.0, 0.5, 1.0]}, {"frames": [69, 70], "aligned": true, "reason": "aligned", "common_tracks": [59], "knots0": [0.0, 0.5, 1.0], "knots1": [0.0, 0.46958333333333335, 1.0]}, {"frames": [70, 71], "aligned": true, "reason": "aligned", "common_tracks": [59, 71], "knots0": [0.0, 0.46958333333333335, 0.7608333333333334, 1.0], "knots1": [0.0, 0.43875, 0.8166666666666667, 1.0]}, {"frames": [71, 72], "aligned": false, "reason": "crossing extrema order", "common_tracks": [59, 72], "knots0": [0.0, 0.43875, 0.6683333333333333, 1.0], "knots1": [0.0, 0.5529166666666666, 0.14166666666666666, 1.0]}, {"frames": [72, 73], "aligned": true, "reason": "aligned", "common_tracks": [59], "knots0": [0.0, 0.5529166666666666, 1.0], "knots1": [0.0, 0.5, 1.0]}, {"frames": [73, 74], "aligned": true, "reason": "aligned", "common_tracks": [59], "knots0": [0.0, 0.5, 1.0], "knots1": [0.0, 0.4558333333333333, 1.0]}, {"frames": [74, 75], "aligned": true, "reason": "aligned", "common_tracks": [59, 74], "knots0": [0.0, 0.4558333333333333, 0.8533333333333334, 1.0], "knots1": [0.0, 0.45916666666666667, 0.8245833333333333, 1.0]}, {"frames": [75, 76], "aligned": true, "reason": "aligned", "common_tracks": [59, 74], "knots0": [0.0, 0.45916666666666667, 0.8245833333333333, 1.0], "knots1": [0.0, 0.44958333333333333, 0.7466666666666667, 1.0]}, {"frames": [76, 77], "aligned": true, "reason": "aligned", "common_tracks": [59, 74], "knots0": [0.0, 0.44958333333333333, 0.7466666666666667, 1.0], "knots1": [0.0, 0.44458333333333333, 0.76, 1.0]}, {"frames": [77, 78], "aligned": true, "reason": "aligned", "common_tracks": [59, 74], "knots0": [0.0, 0.44458333333333333, 0.76, 1.0], "knots1": [0.0, 0.3720833333333333, 0.79875, 1.0]}, {"frames": [78, 79], "aligned": true, "reason": "aligned", "common_tracks": [59, 74], "knots0": [0.0, 0.3720833333333333, 0.79875, 1.0], "knots1": [0.0, 0.48791666666666667, 0.7720833333333333, 1.0]}, {"frames": [79, 80], "aligned": false, "reason": "large position jump", "common_tracks": [74], "knots0": [0.0, 0.7720833333333333, 1.0], "knots1": [0.0, 0.5004166666666666, 1.0]}, {"frames": [80, 81], "aligned": false, "reason": "large position jump", "common_tracks": [74], "knots0": [0.0, 0.5004166666666666, 1.0], "knots1": [0.0, 0.7825, 1.0]}, {"frames": [81, 82], "aligned": true, "reason": "aligned", "common_tracks": [78], "knots0": [0.0, 0.4558333333333333, 1.0], "knots1": [0.0, 0.5, 1.0]}, {"frames": [82, 83], "aligned": true, "reason": "aligned", "common_tracks": [78], "knots0": [0.0, 0.5, 1.0], "knots1": [0.0, 0.5, 1.0]}, {"frames": [83, 84], "aligned": true, "reason": "aligned", "common_tracks": [78], "knots0": [0.0, 0.5, 1.0], "knots1": [0.0, 0.5, 1.0]}, {"frames": [84, 85], "aligned": true, "reason": "aligned", "common_tracks": [78], "knots0": [0.0, 0.5, 1.0], "knots1": [0.0, 0.4225, 1.0]}, {"frames": [85, 86], "aligned": true, "reason": "aligned", "common_tracks": [78, 79], "knots0": [0.0, 0.4225, 0.7654166666666666, 1.0], "knots1": [0.0, 0.4529166666666667, 0.8233333333333334, 1.0]}, {"frames": [86, 87], "aligned": false, "reason": "large position jump", "common_tracks": [78, 79], "knots0": [0.0, 0.4529166666666667, 0.8233333333333334, 1.0], "knots1": [0.0, 0.29583333333333334, 0.58, 1.0]}, {"frames": [87, 88], "aligned": true, "reason": "aligned", "common_tracks": [79], "knots0": [0.0, 0.58, 1.0], "knots1": [0.0, 0.6104166666666667, 1.0]}, {"frames": [88, 89], "aligned": true, "reason": "aligned", "common_tracks": [82, 79], "knots0": [0.0, 0.42375, 0.6104166666666667, 1.0], "knots1": [0.0, 0.43875, 0.6945833333333333, 1.0]}, {"frames": [89, 90], "aligned": true, "reason": "aligned", "common_tracks": [82, 79], "knots0": [0.0, 0.43875, 0.6945833333333333, 1.0], "knots1": [0.0, 0.4116666666666667, 0.795, 1.0]}, {"frames": [90, 91], "aligned": true, "reason": "aligned", "common_tracks": [82, 79], "knots0": [0.0, 0.4116666666666667, 0.795, 1.0], "knots1": [0.0, 0.4658333333333333, 0.8354166666666667, 1.0]}, {"frames": [91, 92], "aligned": true, "reason": "aligned", "common_tracks": [82], "knots0": [0.0, 0.4658333333333333, 1.0], "knots1": [0.0, 0.5, 1.0]}, {"frames": [92, 93], "aligned": true, "reason": "aligned", "common_tracks": [82], "knots0": [0.0, 0.5, 1.0], "knots1": [0.0, 0.5, 1.0]}, {"frames": [93, 94], "aligned": false, "reason": "large position jump", "common_tracks": [82], "knots0": [0.0, 0.5, 1.0], "knots1": [0.0, 0.7620833333333333, 1.0]}, {"frames": [94, 95], "aligned": false, "reason": "large position jump", "common_tracks": [85, 82], "knots0": [0.0, 0.6804166666666667, 0.7620833333333333, 1.0], "knots1": [0.0, 0.20166666666666666, 0.5166666666666667, 1.0]}, {"frames": [95, 96], "aligned": true, "reason": "aligned", "common_tracks": [82], "knots0": [0.0, 0.5166666666666667, 1.0], "knots1": [0.0, 0.4995833333333333, 1.0]}, {"frames": [96, 97], "aligned": false, "reason": "large position jump", "common_tracks": [82], "knots0": [0.0, 0.4995833333333333, 1.0], "knots1": [0.0, 0.21958333333333332, 1.0]}, {"frames": [97, 98], "aligned": true, "reason": "aligned", "common_tracks": [89], "knots0": [0.0, 0.57375, 1.0], "knots1": [0.0, 0.5, 1.0]}, {"frames": [98, 99], "aligned": true, "reason": "aligned", "common_tracks": [89], "knots0": [0.0, 0.5, 1.0], "knots1": [0.0, 0.4820833333333333, 1.0]}, {"frames": [99, 100], "aligned": true, "reason": "aligned", "common_tracks": [89], "knots0": [0.0, 0.4820833333333333, 1.0], "knots1": [0.0, 0.5, 1.0]}, {"frames": [100, 101], "aligned": false, "reason": "large position jump", "common_tracks": [89], "knots0": [0.0, 0.5, 1.0], "knots1": [0.0, 0.7833333333333333, 1.0]}, {"frames": [101, 102], "aligned": false, "reason": "large position jump", "common_tracks": [89], "knots0": [0.0, 0.7833333333333333, 1.0], "knots1": [0.0, 0.5, 1.0]}, {"frames": [102, 103], "aligned": true, "reason": "aligned", "common_tracks": [89], "knots0": [0.0, 0.5, 1.0], "knots1": [0.0, 0.3933333333333333, 1.0]}, {"frames": [103, 104], "aligned": true, "reason": "aligned", "common_tracks": [89], "knots0": [0.0, 0.3933333333333333, 1.0], "knots1": [0.0, 0.5, 1.0]}, {"frames": [104, 105], "aligned": false, "reason": "large position jump", "common_tracks": [89], "knots0": [0.0, 0.5, 1.0], "knots1": [0.0, 0.2875, 1.0]}, {"frames": [105, 106], "aligned": true, "reason": "aligned", "common_tracks": [89, 97, 96], "knots0": [0.0, 0.2875, 0.5575, 0.68, 1.0], "knots1": [0.0, 0.3641666666666667, 0.5266666666666666, 0.66125, 1.0]}, {"frames": [106, 107], "aligned": true, "reason": "aligned", "common_tracks": [97, 96], "knots0": [0.0, 0.5266666666666666, 0.66125, 1.0], "knots1": [0.0, 0.4633333333333333, 0.64125, 1.0]}, {"frames": [107, 108], "aligned": true, "reason": "aligned", "common_tracks": [97, 96], "knots0": [0.0, 0.4633333333333333, 0.64125, 1.0], "knots1": [0.0, 0.4658333333333333, 0.7945833333333333, 1.0]}, {"frames": [108, 109], "aligned": true, "reason": "aligned", "common_tracks": [97, 96], "knots0": [0.0, 0.4658333333333333, 0.7945833333333333, 1.0], "knots1": [0.0, 0.4625, 0.7491666666666666, 1.0]}, {"frames": [109, 110], "aligned": true, "reason": "aligned", "common_tracks": [97], "knots0": [0.0, 0.4625, 1.0], "knots1": [0.0, 0.4920833333333333, 1.0]}, {"frames": [110, 111], "aligned": true, "reason": "aligned", "common_tracks": [97], "knots0": [0.0, 0.4920833333333333, 1.0], "knots1": [0.0, 0.5, 1.0]}, {"frames": [111, 112], "aligned": true, "reason": "aligned", "common_tracks": [97], "knots0": [0.0, 0.5, 1.0], "knots1": [0.0, 0.5, 1.0]}, {"frames": [112, 113], "aligned": true, "reason": "aligned", "common_tracks": [97], "knots0": [0.0, 0.5, 1.0], "knots1": [0.0, 0.5, 1.0]}, {"frames": [113, 114], "aligned": true, "reason": "aligned", "common_tracks": [97], "knots0": [0.0, 0.5, 1.0], "knots1": [0.0, 0.4575, 1.0]}, {"frames": [114, 115], "aligned": true, "reason": "aligned", "common_tracks": [97], "knots0": [0.0, 0.4575, 1.0], "knots1": [0.0, 0.5029166666666667, 1.0]}, {"frames": [115, 116], "aligned": true, "reason": "aligned", "common_tracks": [97], "knots0": [0.0, 0.5029166666666667, 1.0], "knots1": [0.0, 0.5754166666666667, 1.0]}, {"frames": [116, 117], "aligned": true, "reason": "aligned", "common_tracks": [97, 105], "knots0": [0.0, 0.5754166666666667, 0.7533333333333333, 1.0], "knots1": [0.0, 0.4870833333333333, 0.8108333333333333, 1.0]}, {"frames": [117, 118], "aligned": true, "reason": "aligned", "common_tracks": [97], "knots0": [0.0, 0.4870833333333333, 1.0], "knots1": [0.0, 0.5, 1.0]}, {"frames": [118, 119], "aligned": true, "reason": "aligned", "common_tracks": [97], "knots0": [0.0, 0.5, 1.0], "knots1": [0.0, 0.5004166666666666, 1.0]}, {"frames": [119, 120], "aligned": false, "reason": "no common extrema", "common_tracks": [], "knots0": [0.0, 1.0], "knots1": [0.0, 1.0]}, {"frames": [120, 121], "aligned": true, "reason": "aligned", "common_tracks": [110, 109], "knots0": [0.0, 0.46625, 0.6704166666666667, 1.0], "knots1": [0.0, 0.46041666666666664, 0.7491666666666666, 1.0]}, {"frames": [121, 122], "aligned": true, "reason": "aligned", "common_tracks": [110, 109], "knots0": [0.0, 0.46041666666666664, 0.7491666666666666, 1.0], "knots1": [0.0, 0.4166666666666667, 0.8108333333333333, 1.0]}, {"frames": [122, 123], "aligned": true, "reason": "aligned", "common_tracks": [110], "knots0": [0.0, 0.4166666666666667, 1.0], "knots1": [0.0, 0.56125, 1.0]}, {"frames": [123, 124], "aligned": true, "reason": "aligned", "common_tracks": [110], "knots0": [0.0, 0.56125, 1.0], "knots1": [0.0, 0.44625, 1.0]}, {"frames": [124, 125], "aligned": true, "reason": "aligned", "common_tracks": [110, 112], "knots0": [0.0, 0.44625, 0.7804166666666666, 1.0], "knots1": [0.0, 0.5145833333333333, 0.7608333333333334, 1.0]}, {"frames": [125, 126], "aligned": false, "reason": "crossing extrema order", "common_tracks": [114, 110, 112], "knots0": [0.0, 0.28375, 0.5145833333333333, 0.7608333333333334, 1.0], "knots1": [0.0, 0.6458333333333334, 0.5354166666666667, 0.73375, 1.0]}, {"frames": [126, 127], "aligned": false, "reason": "crossing extrema order", "common_tracks": [110, 112], "knots0": [0.0, 0.5354166666666667, 0.73375, 1.0], "knots1": [0.0, 0.6375, 0.41125, 1.0]}, {"frames": [127, 128], "aligned": true, "reason": "aligned", "common_tracks": [112], "knots0": [0.0, 0.41125, 1.0], "knots1": [0.0, 0.5, 1.0]}, {"frames": [128, 129], "aligned": true, "reason": "aligned", "common_tracks": [112], "knots0": [0.0, 0.5, 1.0], "knots1": [0.0, 0.585, 1.0]}, {"frames": [129, 130], "aligned": true, "reason": "aligned", "common_tracks": [118, 112], "knots0": [0.0, 0.24125, 0.585, 1.0], "knots1": [0.0, 0.43041666666666667, 0.7308333333333333, 1.0]}, {"frames": [130, 131], "aligned": false, "reason": "large position jump", "common_tracks": [112], "knots0": [0.0, 0.7308333333333333, 1.0], "knots1": [0.0, 0.5004166666666666, 1.0]}, {"frames": [131, 132], "aligned": false, "reason": "large position jump", "common_tracks": [112], "knots0": [0.0, 0.5004166666666666, 1.0], "knots1": [0.0, 0.8, 1.0]}, {"frames": [132, 133], "aligned": true, "reason": "aligned", "common_tracks": [122, 112], "knots0": [0.0, 0.4870833333333333, 0.8, 1.0], "knots1": [0.0, 0.4791666666666667, 0.785, 1.0]}, {"frames": [133, 134], "aligned": true, "reason": "aligned", "common_tracks": [122, 112], "knots0": [0.0, 0.4791666666666667, 0.785, 1.0], "knots1": [0.0, 0.44666666666666666, 0.7670833333333333, 1.0]}, {"frames": [134, 135], "aligned": true, "reason": "aligned", "common_tracks": [122, 112], "knots0": [0.0, 0.44666666666666666, 0.7670833333333333, 1.0], "knots1": [0.0, 0.46208333333333335, 0.67375, 1.0]}, {"frames": [135, 136], "aligned": true, "reason": "aligned", "common_tracks": [122], "knots0": [0.0, 0.46208333333333335, 1.0], "knots1": [0.0, 0.5, 1.0]}, {"frames": [136, 137], "aligned": true, "reason": "aligned", "common_tracks": [122], "knots0": [0.0, 0.5, 1.0], "knots1": [0.0, 0.425, 1.0]}, {"frames": [137, 138], "aligned": true, "reason": "aligned", "common_tracks": [122], "knots0": [0.0, 0.425, 1.0], "knots1": [0.0, 0.5629166666666666, 1.0]}, {"frames": [138, 139], "aligned": true, "reason": "aligned", "common_tracks": [128, 122], "knots0": [0.0, 0.17541666666666667, 0.5629166666666666, 1.0], "knots1": [0.0, 0.1925, 0.56125, 1.0]}, {"frames": [139, 140], "aligned": false, "reason": "crossing extrema order", "common_tracks": [128, 122, 129], "knots0": [0.0, 0.1925, 0.56125, 0.6979166666666666, 1.0], "knots1": [0.0, 0.14625, 0.5683333333333334, 0.38958333333333334, 1.0]}, {"frames": [140, 141], "aligned": false, "reason": "crossing extrema order", "common_tracks": [129, 122], "knots0": [0.0, 0.38958333333333334, 0.5683333333333334, 1.0], "knots1": [0.0, 0.8, 0.4354166666666667, 1.0]}, {"frames": [141, 142], "aligned": true, "reason": "aligned", "common_tracks": [122, 129], "knots0": [0.0, 0.4354166666666667, 0.8, 1.0], "knots1": [0.0, 0.42333333333333334, 0.79375, 1.0]}, {"frames": [142, 143], "aligned": true, "reason": "aligned", "common_tracks": [122], "knots0": [0.0, 0.42333333333333334, 1.0], "knots1": [0.0, 0.5, 1.0]}, {"frames": [143, 144], "aligned": true, "reason": "aligned", "common_tracks": [122], "knots0": [0.0, 0.5, 1.0], "knots1": [0.0, 0.5, 1.0]}, {"frames": [144, 145], "aligned": true, "reason": "aligned", "common_tracks": [122], "knots0": [0.0, 0.5, 1.0], "knots1": [0.0, 0.4166666666666667, 1.0]}, {"frames": [145, 146], "aligned": false, "reason": "crossing extrema order", "common_tracks": [122, 130], "knots0": [0.0, 0.4166666666666667, 0.7029166666666666, 1.0], "knots1": [0.0, 0.4979166666666667, 0.39166666666666666, 1.0]}, {"frames": [146, 147], "aligned": false, "reason": "crossing extrema order", "common_tracks": [130, 132], "knots0": [0.0, 0.39166666666666666, 0.5491666666666667, 1.0], "knots1": [0.0, 0.595, 0.46166666666666667, 1.0]}, {"frames": [147, 148], "aligned": true, "reason": "aligned", "common_tracks": [132], "knots0": [0.0, 0.46166666666666667, 1.0], "knots1": [0.0, 0.5541666666666667, 1.0]}, {"frames": [148, 149], "aligned": true, "reason": "aligned", "common_tracks": [132], "knots0": [0.0, 0.5541666666666667, 1.0], "knots1": [0.0, 0.5, 1.0]}, {"frames": [149, 150], "aligned": true, "reason": "aligned", "common_tracks": [132], "knots0": [0.0, 0.5, 1.0], "knots1": [0.0, 0.5, 1.0]}, {"frames": [150, 151], "aligned": true, "reason": "aligned", "common_tracks": [132], "knots0": [0.0, 0.5, 1.0], "knots1": [0.0, 0.425, 1.0]}, {"frames": [151, 152], "aligned": true, "reason": "aligned", "common_tracks": [132], "knots0": [0.0, 0.425, 1.0], "knots1": [0.0, 0.5, 1.0]}, {"frames": [152, 153], "aligned": true, "reason": "aligned", "common_tracks": [132], "knots0": [0.0, 0.5, 1.0], "knots1": [0.0, 0.5029166666666667, 1.0]}, {"frames": [153, 154], "aligned": true, "reason": "aligned", "common_tracks": [132], "knots0": [0.0, 0.5029166666666667, 1.0], "knots1": [0.0, 0.38208333333333333, 1.0]}, {"frames": [154, 155], "aligned": true, "reason": "aligned", "common_tracks": [132], "knots0": [0.0, 0.38208333333333333, 1.0], "knots1": [0.0, 0.5, 1.0]}, {"frames": [155, 156], "aligned": true, "reason": "aligned", "common_tracks": [132], "knots0": [0.0, 0.5, 1.0], "knots1": [0.0, 0.44708333333333333, 1.0]}, {"frames": [156, 157], "aligned": true, "reason": "aligned", "common_tracks": [132, 137], "knots0": [0.0, 0.44708333333333333, 0.77, 1.0], "knots1": [0.0, 0.4425, 0.7854166666666667, 1.0]}, {"frames": [157, 158], "aligned": true, "reason": "aligned", "common_tracks": [132], "knots0": [0.0, 0.4425, 1.0], "knots1": [0.0, 0.5, 1.0]}, {"frames": [158, 159], "aligned": true, "reason": "aligned", "common_tracks": [132], "knots0": [0.0, 0.5, 1.0], "knots1": [0.0, 0.5620833333333334, 1.0]}, {"frames": [159, 160], "aligned": true, "reason": "aligned", "common_tracks": [132], "knots0": [0.0, 0.5620833333333334, 1.0], "knots1": [0.0, 0.5, 1.0]}, {"frames": [160, 161], "aligned": true, "reason": "aligned", "common_tracks": [132], "knots0": [0.0, 0.5, 1.0], "knots1": [0.0, 0.5, 1.0]}, {"frames": [161, 162], "aligned": true, "reason": "aligned", "common_tracks": [132], "knots0": [0.0, 0.5, 1.0], "knots1": [0.0, 0.5, 1.0]}, {"frames": [162, 163], "aligned": true, "reason": "aligned", "common_tracks": [132], "knots0": [0.0, 0.5, 1.0], "knots1": [0.0, 0.5, 1.0]}, {"frames": [163, 164], "aligned": true, "reason": "aligned", "common_tracks": [132], "knots0": [0.0, 0.5, 1.0], "knots1": [0.0, 0.49666666666666665, 1.0]}, {"frames": [164, 165], "aligned": true, "reason": "aligned", "common_tracks": [132, 141], "knots0": [0.0, 0.49666666666666665, 0.6366666666666667, 1.0], "knots1": [0.0, 0.46541666666666665, 0.6120833333333333, 1.0]}, {"frames": [165, 166], "aligned": true, "reason": "aligned", "common_tracks": [132], "knots0": [0.0, 0.46541666666666665, 1.0], "knots1": [0.0, 0.5, 1.0]}, {"frames": [166, 167], "aligned": true, "reason": "aligned", "common_tracks": [132], "knots0": [0.0, 0.5, 1.0], "knots1": [0.0, 0.5, 1.0]}, {"frames": [167, 168], "aligned": true, "reason": "aligned", "common_tracks": [132], "knots0": [0.0, 0.5, 1.0], "knots1": [0.0, 0.5, 1.0]}, {"frames": [168, 169], "aligned": true, "reason": "aligned", "common_tracks": [132], "knots0": [0.0, 0.5, 1.0], "knots1": [0.0, 0.5, 1.0]}, {"frames": [169, 170], "aligned": true, "reason": "aligned", "common_tracks": [132], "knots0": [0.0, 0.5, 1.0], "knots1": [0.0, 0.5, 1.0]}, {"frames": [170, 171], "aligned": true, "reason": "aligned", "common_tracks": [132], "knots0": [0.0, 0.5, 1.0], "knots1": [0.0, 0.43625, 1.0]}, {"frames": [171, 172], "aligned": true, "reason": "aligned", "common_tracks": [132], "knots0": [0.0, 0.43625, 1.0], "knots1": [0.0, 0.5, 1.0]}, {"frames": [172, 173], "aligned": true, "reason": "aligned", "common_tracks": [132], "knots0": [0.0, 0.5, 1.0], "knots1": [0.0, 0.5, 1.0]}, {"frames": [173, 174], "aligned": true, "reason": "aligned", "common_tracks": [132], "knots0": [0.0, 0.5, 1.0], "knots1": [0.0, 0.5, 1.0]}, {"frames": [174, 175], "aligned": true, "reason": "aligned", "common_tracks": [132], "knots0": [0.0, 0.5, 1.0], "knots1": [0.0, 0.5, 1.0]}, {"frames": [175, 176], "aligned": true, "reason": "aligned", "common_tracks": [132], "knots0": [0.0, 0.5, 1.0], "knots1": [0.0, 0.5, 1.0]}, {"frames": [176, 177], "aligned": true, "reason": "aligned", "common_tracks": [132], "knots0": [0.0, 0.5, 1.0], "knots1": [0.0, 0.5, 1.0]}, {"frames": [177, 178], "aligned": true, "reason": "aligned", "common_tracks": [132], "knots0": [0.0, 0.5, 1.0], "knots1": [0.0, 0.41541666666666666, 1.0]}, {"frames": [178, 179], "aligned": true, "reason": "aligned", "common_tracks": [132, 143], "knots0": [0.0, 0.41541666666666666, 0.7779166666666667, 1.0], "knots1": [0.0, 0.3908333333333333, 0.7779166666666667, 1.0]}, {"frames": [179, 180], "aligned": true, "reason": "aligned", "common_tracks": [132, 143], "knots0": [0.0, 0.3908333333333333, 0.7779166666666667, 1.0], "knots1": [0.0, 0.4975, 0.7716666666666666, 1.0]}, {"frames": [180, 181], "aligned": true, "reason": "aligned", "common_tracks": [132, 143], "knots0": [0.0, 0.4975, 0.7716666666666666, 1.0], "knots1": [0.0, 0.40375, 0.7854166666666667, 1.0]}, {"frames": [181, 182], "aligned": true, "reason": "aligned", "common_tracks": [132], "knots0": [0.0, 0.40375, 1.0], "knots1": [0.0, 0.5, 1.0]}, {"frames": [182, 183], "aligned": true, "reason": "aligned", "common_tracks": [132], "knots0": [0.0, 0.5, 1.0], "knots1": [0.0, 0.5, 1.0]}, {"frames": [183, 184], "aligned": true, "reason": "aligned", "common_tracks": [132], "knots0": [0.0, 0.5, 1.0], "knots1": [0.0, 0.5479166666666667, 1.0]}, {"frames": [184, 185], "aligned": true, "reason": "aligned", "common_tracks": [145, 132], "knots0": [0.0, 0.3625, 0.5479166666666667, 1.0], "knots1": [0.0, 0.20541666666666666, 0.5454166666666667, 1.0]}, {"frames": [185, 186], "aligned": false, "reason": "crossing extrema order", "common_tracks": [146, 132, 147], "knots0": [0.0, 0.3925, 0.5454166666666667, 0.6845833333333333, 1.0], "knots1": [0.0, 0.7695833333333333, 0.5475, 0.35083333333333333, 1.0]}, {"frames": [186, 187], "aligned": true, "reason": "aligned", "common_tracks": [147, 132, 146], "knots0": [0.0, 0.35083333333333333, 0.5475, 0.7695833333333333, 1.0], "knots1": [0.0, 0.3466666666666667, 0.60875, 0.7, 1.0]}, {"frames": [187, 188], "aligned": true, "reason": "aligned", "common_tracks": [147, 149, 146], "knots0": [0.0, 0.3466666666666667, 0.42083333333333334, 0.7, 1.0], "knots1": [0.0, 0.35791666666666666, 0.4354166666666667, 0.7729166666666667, 1.0]}, {"frames": [188, 189], "aligned": false, "reason": "large position jump", "common_tracks": [146], "knots0": [0.0, 0.7729166666666667, 1.0], "knots1": [0.0, 0.5, 1.0]}, {"frames": [189, 190], "aligned": true, "reason": "aligned", "common_tracks": [146], "knots0": [0.0, 0.5, 1.0], "knots1": [0.0, 0.5, 1.0]}, {"frames": [190, 191], "aligned": true, "reason": "aligned", "common_tracks": [146], "knots0": [0.0, 0.5, 1.0], "knots1": [0.0, 0.5, 1.0]}, {"frames": [191, 192], "aligned": true, "reason": "aligned", "common_tracks": [146], "knots0": [0.0, 0.5, 1.0], "knots1": [0.0, 0.5, 1.0]}, {"frames": [192, 193], "aligned": true, "reason": "aligned", "common_tracks": [146], "knots0": [0.0, 0.5, 1.0], "knots1": [0.0, 0.5141666666666667, 1.0]}, {"frames": [193, 194], "aligned": false, "reason": "crossing extrema order", "common_tracks": [151, 146], "knots0": [0.0, 0.2225, 0.5141666666666667, 1.0], "knots1": [0.0, 0.5383333333333333, 0.4041666666666667, 1.0]}, {"frames": [194, 195], "aligned": true, "reason": "aligned", "common_tracks": [146, 152], "knots0": [0.0, 0.4041666666666667, 0.7779166666666667, 1.0], "knots1": [0.0, 0.41333333333333333, 0.7775, 1.0]}, {"frames": [195, 196], "aligned": true, "reason": "aligned", "common_tracks": [146, 153, 152], "knots0": [0.0, 0.41333333333333333, 0.6266666666666667, 0.7775, 1.0], "knots1": [0.0, 0.40625, 0.6041666666666666, 0.77125, 1.0]}, {"frames": [196, 197], "aligned": true, "reason": "aligned", "common_tracks": [146, 153, 152], "knots0": [0.0, 0.40625, 0.6041666666666666, 0.77125, 1.0], "knots1": [0.0, 0.40791666666666665, 0.5145833333333333, 0.7858333333333334, 1.0]}, {"frames": [197, 198], "aligned": true, "reason": "aligned", "common_tracks": [146, 152], "knots0": [0.0, 0.40791666666666665, 0.7858333333333334, 1.0], "knots1": [0.0, 0.39625, 0.8529166666666667, 1.0]}, {"frames": [198, 199], "aligned": true, "reason": "aligned", "common_tracks": [146, 152], "knots0": [0.0, 0.39625, 0.8529166666666667, 1.0], "knots1": [0.0, 0.46541666666666665, 0.77625, 1.0]}, {"frames": [199, 200], "aligned": true, "reason": "aligned", "common_tracks": [146], "knots0": [0.0, 0.46541666666666665, 1.0], "knots1": [0.0, 0.49, 1.0]}, {"frames": [200, 201], "aligned": true, "reason": "aligned", "common_tracks": [146], "knots0": [0.0, 0.49, 1.0], "knots1": [0.0, 0.5, 1.0]}, {"frames": [201, 202], "aligned": true, "reason": "aligned", "common_tracks": [146], "knots0": [0.0, 0.5, 1.0], "knots1": [0.0, 0.5, 1.0]}, {"frames": [202, 203], "aligned": true, "reason": "aligned", "common_tracks": [146], "knots0": [0.0, 0.5, 1.0], "knots1": [0.0, 0.5, 1.0]}, {"frames": [203, 204], "aligned": true, "reason": "aligned", "common_tracks": [146], "knots0": [0.0, 0.5, 1.0], "knots1": [0.0, 0.49041666666666667, 1.0]}, {"frames": [204, 205], "aligned": true, "reason": "aligned", "common_tracks": [146, 156], "knots0": [0.0, 0.49041666666666667, 0.67, 1.0], "knots1": [0.0, 0.50125, 0.69125, 1.0]}, {"frames": [205, 206], "aligned": true, "reason": "aligned", "common_tracks": [157, 156], "knots0": [0.0, 0.44375, 0.69125, 1.0], "knots1": [0.0, 0.4529166666666667, 0.73875, 1.0]}, {"frames": [206, 207], "aligned": true, "reason": "aligned", "common_tracks": [157, 156], "knots0": [0.0, 0.4529166666666667, 0.73875, 1.0], "knots1": [0.0, 0.46166666666666667, 0.70875, 1.0]}, {"frames": [207, 208], "aligned": true, "reason": "aligned", "common_tracks": [157], "knots0": [0.0, 0.46166666666666667, 1.0], "knots1": [0.0, 0.5, 1.0]}, {"frames": [208, 209], "aligned": true, "reason": "aligned", "common_tracks": [157], "knots0": [0.0, 0.5, 1.0], "knots1": [0.0, 0.5270833333333333, 1.0]}, {"frames": [209, 210], "aligned": false, "reason": "large position jump", "common_tracks": [158], "knots0": [0.0, 0.21416666666666667, 1.0], "knots1": [0.0, 0.5004166666666666, 1.0]}, {"frames": [210, 211], "aligned": true, "reason": "aligned", "common_tracks": [158], "knots0": [0.0, 0.5004166666666666, 1.0], "knots1": [0.0, 0.5, 1.0]}, {"frames": [211, 212], "aligned": true, "reason": "aligned", "common_tracks": [158], "knots0": [0.0, 0.5, 1.0], "knots1": [0.0, 0.4325, 1.0]}, {"frames": [212, 213], "aligned": true, "reason": "aligned", "common_tracks": [158], "knots0": [0.0, 0.4325, 1.0], "knots1": [0.0, 0.57, 1.0]}, {"frames": [213, 214], "aligned": true, "reason": "aligned", "common_tracks": [158], "knots0": [0.0, 0.57, 1.0], "knots1": [0.0, 0.5, 1.0]}, {"frames": [214, 215], "aligned": true, "reason": "aligned", "common_tracks": [158], "knots0": [0.0, 0.5, 1.0], "knots1": [0.0, 0.5, 1.0]}, {"frames": [215, 216], "aligned": true, "reason": "aligned", "common_tracks": [158], "knots0": [0.0, 0.5, 1.0], "knots1": [0.0, 0.5, 1.0]}, {"frames": [216, 217], "aligned": true, "reason": "aligned", "common_tracks": [158], "knots0": [0.0, 0.5, 1.0], "knots1": [0.0, 0.5, 1.0]}, {"frames": [217, 218], "aligned": true, "reason": "aligned", "common_tracks": [158], "knots0": [0.0, 0.5, 1.0], "knots1": [0.0, 0.5, 1.0]}, {"frames": [218, 219], "aligned": true, "reason": "aligned", "common_tracks": [158], "knots0": [0.0, 0.5, 1.0], "knots1": [0.0, 0.565, 1.0]}, {"frames": [219, 220], "aligned": true, "reason": "aligned", "common_tracks": [158], "knots0": [0.0, 0.565, 1.0], "knots1": [0.0, 0.5, 1.0]}, {"frames": [220, 221], "aligned": true, "reason": "aligned", "common_tracks": [158], "knots0": [0.0, 0.5, 1.0], "knots1": [0.0, 0.5, 1.0]}, {"frames": [221, 222], "aligned": true, "reason": "aligned", "common_tracks": [158], "knots0": [0.0, 0.5, 1.0], "knots1": [0.0, 0.4083333333333333, 1.0]}, {"frames": [222, 223], "aligned": true, "reason": "aligned", "common_tracks": [158, 163], "knots0": [0.0, 0.4083333333333333, 0.685, 1.0], "knots1": [0.0, 0.40625, 0.7929166666666667, 1.0]}, {"frames": [223, 224], "aligned": false, "reason": "crossing extrema order", "common_tracks": [158, 164, 163], "knots0": [0.0, 0.40625, 0.5391666666666667, 0.7929166666666667, 1.0], "knots1": [0.0, 0.44208333333333333, 0.2475, 0.7791666666666667, 1.0]}, {"frames": [224, 225], "aligned": true, "reason": "aligned", "common_tracks": [158, 163], "knots0": [0.0, 0.44208333333333333, 0.7791666666666667, 1.0], "knots1": [0.0, 0.35, 0.8083333333333333, 1.0]}, {"frames": [225, 226], "aligned": true, "reason": "aligned", "common_tracks": [158, 163], "knots0": [0.0, 0.35, 0.8083333333333333, 1.0], "knots1": [0.0, 0.45416666666666666, 0.715, 1.0]}, {"frames": [226, 227], "aligned": true, "reason": "aligned", "common_tracks": [158], "knots0": [0.0, 0.45416666666666666, 1.0], "knots1": [0.0, 0.5, 1.0]}, {"frames": [227, 228], "aligned": true, "reason": "aligned", "common_tracks": [158], "knots0": [0.0, 0.5, 1.0], "knots1": [0.0, 0.42333333333333334, 1.0]}, {"frames": [228, 229], "aligned": true, "reason": "aligned", "common_tracks": [158, 167], "knots0": [0.0, 0.42333333333333334, 0.7991666666666667, 1.0], "knots1": [0.0, 0.4479166666666667, 0.8229166666666666, 1.0]}, {"frames": [229, 230], "aligned": true, "reason": "aligned", "common_tracks": [158], "knots0": [0.0, 0.4479166666666667, 1.0], "knots1": [0.0, 0.5, 1.0]}, {"frames": [230, 231], "aligned": true, "reason": "aligned", "common_tracks": [158], "knots0": [0.0, 0.5, 1.0], "knots1": [0.0, 0.5, 1.0]}, {"frames": [231, 232], "aligned": true, "reason": "aligned", "common_tracks": [158], "knots0": [0.0, 0.5, 1.0], "knots1": [0.0, 0.4325, 1.0]}, {"frames": [232, 233], "aligned": true, "reason": "aligned", "common_tracks": [158, 168], "knots0": [0.0, 0.4325, 0.80125, 1.0], "knots1": [0.0, 0.5395833333333333, 0.6983333333333334, 1.0]}, {"frames": [233, 234], "aligned": true, "reason": "aligned", "common_tracks": [158, 168], "knots0": [0.0, 0.5395833333333333, 0.6983333333333334, 1.0], "knots1": [0.0, 0.47041666666666665, 0.64, 1.0]}, {"frames": [234, 235], "aligned": true, "reason": "aligned", "common_tracks": [158], "knots0": [0.0, 0.47041666666666665, 1.0], "knots1": [0.0, 0.5, 1.0]}, {"frames": [235, 236], "aligned": true, "reason": "aligned", "common_tracks": [158], "knots0": [0.0, 0.5, 1.0], "knots1": [0.0, 0.66, 1.0]}, {"frames": [236, 237], "aligned": true, "reason": "aligned", "common_tracks": [172, 158], "knots0": [0.0, 0.4875, 0.66, 1.0], "knots1": [0.0, 0.53125, 0.7691666666666667, 1.0]}, {"frames": [237, 238], "aligned": true, "reason": "aligned", "common_tracks": [175, 174], "knots0": [0.0, 0.3375, 0.6329166666666667, 1.0], "knots1": [0.0, 0.37958333333333333, 0.54125, 1.0]}, {"frames": [238, 239], "aligned": true, "reason": "aligned", "common_tracks": [175, 174], "knots0": [0.0, 0.37958333333333333, 0.54125, 1.0], "knots1": [0.0, 0.21125, 0.4554166666666667, 1.0]}, {"frames": [239, 240], "aligned": false, "reason": "crossing extrema order", "common_tracks": [174, 176], "knots0": [0.0, 0.4554166666666667, 0.83125, 1.0], "knots1": [0.0, 0.51125, 0.2525, 1.0]}, {"frames": [240, 241], "aligned": true, "reason": "aligned", "common_tracks": [176, 174], "knots0": [0.0, 0.2525, 0.51125, 1.0], "knots1": [0.0, 0.24708333333333332, 0.5179166666666667, 1.0]}, {"frames": [241, 242], "aligned": false, "reason": "crossing extrema order", "common_tracks": [176, 174], "knots0": [0.0, 0.24708333333333332, 0.5179166666666667, 1.0], "knots1": [0.0, 0.71625, 0.4820833333333333, 1.0]}, {"frames": [242, 243], "aligned": true, "reason": "aligned", "common_tracks": [174, 178], "knots0": [0.0, 0.4820833333333333, 0.615, 1.0], "knots1": [0.0, 0.40625, 0.6404166666666666, 1.0]}, {"frames": [243, 244], "aligned": true, "reason": "aligned", "common_tracks": [174, 178], "knots0": [0.0, 0.40625, 0.6404166666666666, 1.0], "knots1": [0.0, 0.41833333333333333, 0.7183333333333334, 1.0]}, {"frames": [244, 245], "aligned": true, "reason": "aligned", "common_tracks": [174, 178], "knots0": [0.0, 0.41833333333333333, 0.7183333333333334, 1.0], "knots1": [0.0, 0.42583333333333334, 0.6825, 1.0]}, {"frames": [245, 246], "aligned": true, "reason": "aligned", "common_tracks": [178], "knots0": [0.0, 0.6825, 1.0], "knots1": [0.0, 0.5079166666666667, 1.0]}, {"frames": [246, 247], "aligned": true, "reason": "aligned", "common_tracks": [180, 178], "knots0": [0.0, 0.40625, 0.5079166666666667, 1.0], "knots1": [0.0, 0.43666666666666665, 0.56875, 1.0]}, {"frames": [247, 248], "aligned": true, "reason": "aligned", "common_tracks": [180, 178], "knots0": [0.0, 0.43666666666666665, 0.56875, 1.0], "knots1": [0.0, 0.40708333333333335, 0.6333333333333333, 1.0]}, {"frames": [248, 249], "aligned": true, "reason": "aligned", "common_tracks": [180, 178], "knots0": [0.0, 0.40708333333333335, 0.6333333333333333, 1.0], "knots1": [0.0, 0.4225, 0.6666666666666666, 1.0]}, {"frames": [249, 250], "aligned": true, "reason": "aligned", "common_tracks": [180, 178], "knots0": [0.0, 0.4225, 0.6666666666666666, 1.0], "knots1": [0.0, 0.49916666666666665, 0.62875, 1.0]}, {"frames": [250, 251], "aligned": true, "reason": "aligned", "common_tracks": [180, 178], "knots0": [0.0, 0.49916666666666665, 0.62875, 1.0], "knots1": [0.0, 0.42083333333333334, 0.7883333333333333, 1.0]}, {"frames": [251, 252], "aligned": true, "reason": "aligned", "common_tracks": [180, 178], "knots0": [0.0, 0.42083333333333334, 0.7883333333333333, 1.0], "knots1": [0.0, 0.4975, 0.805, 1.0]}, {"frames": [252, 253], "aligned": true, "reason": "aligned", "common_tracks": [180], "knots0": [0.0, 0.4975, 1.0], "knots1": [0.0, 0.5, 1.0]}, {"frames": [253, 254], "aligned": true, "reason": "aligned", "common_tracks": [180], "knots0": [0.0, 0.5, 1.0], "knots1": [0.0, 0.5, 1.0]}, {"frames": [254, 255], "aligned": true, "reason": "aligned", "common_tracks": [180], "knots0": [0.0, 0.5, 1.0], "knots1": [0.0, 0.5466666666666666, 1.0]}, {"frames": [255, 256], "aligned": true, "reason": "aligned", "common_tracks": [184, 180], "knots0": [0.0, 0.21041666666666667, 0.5466666666666666, 1.0], "knots1": [0.0, 0.27416666666666667, 0.5279166666666667, 1.0]}, {"frames": [256, 257], "aligned": true, "reason": "aligned", "common_tracks": [180], "knots0": [0.0, 0.5279166666666667, 1.0], "knots1": [0.0, 0.5, 1.0]}, {"frames": [257, 258], "aligned": true, "reason": "aligned", "common_tracks": [180], "knots0": [0.0, 0.5, 1.0], "knots1": [0.0, 0.59875, 1.0]}, {"frames": [258, 259], "aligned": true, "reason": "aligned", "common_tracks": [180], "knots0": [0.0, 0.59875, 1.0], "knots1": [0.0, 0.5, 1.0]}, {"frames": [259, 260], "aligned": true, "reason": "aligned", "common_tracks": [180], "knots0": [0.0, 0.5, 1.0], "knots1": [0.0, 0.5, 1.0]}, {"frames": [260, 261], "aligned": true, "reason": "aligned", "common_tracks": [180], "knots0": [0.0, 0.5, 1.0], "knots1": [0.0, 0.5441666666666667, 1.0]}, {"frames": [261, 262], "aligned": true, "reason": "aligned", "common_tracks": [180], "knots0": [0.0, 0.5441666666666667, 1.0], "knots1": [0.0, 0.5, 1.0]}, {"frames": [262, 263], "aligned": true, "reason": "aligned", "common_tracks": [180], "knots0": [0.0, 0.5, 1.0], "knots1": [0.0, 0.5, 1.0]}, {"frames": [263, 264], "aligned": true, "reason": "aligned", "common_tracks": [180], "knots0": [0.0, 0.5, 1.0], "knots1": [0.0, 0.5, 1.0]}, {"frames": [264, 265], "aligned": true, "reason": "aligned", "common_tracks": [180], "knots0": [0.0, 0.5, 1.0], "knots1": [0.0, 0.4375, 1.0]}, {"frames": [265, 266], "aligned": true, "reason": "aligned", "common_tracks": [180], "knots0": [0.0, 0.4375, 1.0], "knots1": [0.0, 0.5, 1.0]}, {"frames": [266, 267], "aligned": true, "reason": "aligned", "common_tracks": [180], "knots0": [0.0, 0.5, 1.0], "knots1": [0.0, 0.69375, 1.0]}, {"frames": [267, 268], "aligned": true, "reason": "aligned", "common_tracks": [190, 180], "knots0": [0.0, 0.4454166666666667, 0.69375, 1.0], "knots1": [0.0, 0.46708333333333335, 0.6429166666666667, 1.0]}, {"frames": [268, 269], "aligned": true, "reason": "aligned", "common_tracks": [190], "knots0": [0.0, 0.46708333333333335, 1.0], "knots1": [0.0, 0.5, 1.0]}, {"frames": [269, 270], "aligned": true, "reason": "aligned", "common_tracks": [190], "knots0": [0.0, 0.5, 1.0], "knots1": [0.0, 0.4075, 1.0]}, {"frames": [270, 271], "aligned": true, "reason": "aligned", "common_tracks": [190, 193], "knots0": [0.0, 0.4075, 0.7741666666666667, 1.0], "knots1": [0.0, 0.4220833333333333, 0.7841666666666667, 1.0]}, {"frames": [271, 272], "aligned": true, "reason": "aligned", "common_tracks": [190, 193], "knots0": [0.0, 0.4220833333333333, 0.7841666666666667, 1.0], "knots1": [0.0, 0.43416666666666665, 0.7479166666666667, 1.0]}, {"frames": [272, 273], "aligned": true, "reason": "aligned", "common_tracks": [190, 193], "knots0": [0.0, 0.43416666666666665, 0.7479166666666667, 1.0], "knots1": [0.0, 0.41333333333333333, 0.785, 1.0]}, {"frames": [273, 274], "aligned": true, "reason": "aligned", "common_tracks": [190, 193], "knots0": [0.0, 0.41333333333333333, 0.785, 1.0], "knots1": [0.0, 0.4270833333333333, 0.7770833333333333, 1.0]}, {"frames": [274, 275], "aligned": true, "reason": "aligned", "common_tracks": [190], "knots0": [0.0, 0.4270833333333333, 1.0], "knots1": [0.0, 0.5, 1.0]}, {"frames": [275, 276], "aligned": true, "reason": "aligned", "common_tracks": [190], "knots0": [0.0, 0.5, 1.0], "knots1": [0.0, 0.4404166666666667, 1.0]}, {"frames": [276, 277], "aligned": true, "reason": "aligned", "common_tracks": [190, 195], "knots0": [0.0, 0.4404166666666667, 0.6945833333333333, 1.0], "knots1": [0.0, 0.43416666666666665, 0.6633333333333333, 1.0]}, {"frames": [277, 278], "aligned": true, "reason": "aligned", "common_tracks": [195], "knots0": [0.0, 0.6633333333333333, 1.0], "knots1": [0.0, 0.5004166666666666, 1.0]}, {"frames": [278, 279], "aligned": false, "reason": "no common extrema", "common_tracks": [], "knots0": [0.0, 1.0], "knots1": [0.0, 1.0]}, {"frames": [279, 280], "aligned": true, "reason": "aligned", "common_tracks": [198, 199], "knots0": [0.0, 0.4775, 0.7379166666666667, 1.0], "knots1": [0.0, 0.4241666666666667, 0.7579166666666667, 1.0]}, {"frames": [280, 281], "aligned": true, "reason": "aligned", "common_tracks": [198], "knots0": [0.0, 0.4241666666666667, 1.0], "knots1": [0.0, 0.5, 1.0]}, {"frames": [281, 282], "aligned": true, "reason": "aligned", "common_tracks": [198], "knots0": [0.0, 0.5, 1.0], "knots1": [0.0, 0.5, 1.0]}, {"frames": [282, 283], "aligned": true, "reason": "aligned", "common_tracks": [198], "knots0": [0.0, 0.5, 1.0], "knots1": [0.0, 0.4475, 1.0]}, {"frames": [283, 284], "aligned": true, "reason": "aligned", "common_tracks": [198], "knots0": [0.0, 0.4475, 1.0], "knots1": [0.0, 0.5, 1.0]}, {"frames": [284, 285], "aligned": true, "reason": "aligned", "common_tracks": [198], "knots0": [0.0, 0.5, 1.0], "knots1": [0.0, 0.5, 1.0]}, {"frames": [285, 286], "aligned": true, "reason": "aligned", "common_tracks": [198], "knots0": [0.0, 0.5, 1.0], "knots1": [0.0, 0.5, 1.0]}, {"frames": [286, 287], "aligned": true, "reason": "aligned", "common_tracks": [198], "knots0": [0.0, 0.5, 1.0], "knots1": [0.0, 0.5, 1.0]}, {"frames": [287, 288], "aligned": true, "reason": "aligned", "common_tracks": [198], "knots0": [0.0, 0.5, 1.0], "knots1": [0.0, 0.5, 1.0]}, {"frames": [288, 289], "aligned": true, "reason": "aligned", "common_tracks": [198], "knots0": [0.0, 0.5, 1.0], "knots1": [0.0, 0.5, 1.0]}, {"frames": [289, 290], "aligned": true, "reason": "aligned", "common_tracks": [198], "knots0": [0.0, 0.5, 1.0], "knots1": [0.0, 0.5, 1.0]}, {"frames": [290, 291], "aligned": true, "reason": "aligned", "common_tracks": [198], "knots0": [0.0, 0.5, 1.0], "knots1": [0.0, 0.4116666666666667, 1.0]}, {"frames": [291, 292], "aligned": true, "reason": "aligned", "common_tracks": [198, 202], "knots0": [0.0, 0.4116666666666667, 0.8166666666666667, 1.0], "knots1": [0.0, 0.4454166666666667, 0.7583333333333333, 1.0]}, {"frames": [292, 293], "aligned": true, "reason": "aligned", "common_tracks": [198, 202], "knots0": [0.0, 0.4454166666666667, 0.7583333333333333, 1.0], "knots1": [0.0, 0.46208333333333335, 0.7816666666666666, 1.0]}, {"frames": [293, 294], "aligned": true, "reason": "aligned", "common_tracks": [198], "knots0": [0.0, 0.46208333333333335, 1.0], "knots1": [0.0, 0.5, 1.0]}, {"frames": [294, 295], "aligned": true, "reason": "aligned", "common_tracks": [198], "knots0": [0.0, 0.5, 1.0], "knots1": [0.0, 0.38666666666666666, 1.0]}, {"frames": [295, 296], "aligned": true, "reason": "aligned", "common_tracks": [198, 204], "knots0": [0.0, 0.38666666666666666, 0.7891666666666667, 1.0], "knots1": [0.0, 0.41375, 0.73875, 1.0]}, {"frames": [296, 297], "aligned": true, "reason": "aligned", "common_tracks": [198, 204], "knots0": [0.0, 0.41375, 0.73875, 1.0], "knots1": [0.0, 0.39791666666666664, 0.7458333333333333, 1.0]}, {"frames": [297, 298], "aligned": true, "reason": "aligned", "common_tracks": [198, 204], "knots0": [0.0, 0.39791666666666664, 0.7458333333333333, 1.0], "knots1": [0.0, 0.4825, 0.7475, 1.0]}, {"frames": [298, 299], "aligned": true, "reason": "aligned", "common_tracks": [198], "knots0": [0.0, 0.4825, 1.0], "knots1": [0.0, 0.5, 1.0]}, {"frames": [299, 300], "aligned": true, "reason": "aligned", "common_tracks": [198], "knots0": [0.0, 0.5, 1.0], "knots1": [0.0, 0.5, 1.0]}, {"frames": [300, 301], "aligned": true, "reason": "aligned", "common_tracks": [198], "knots0": [0.0, 0.5, 1.0], "knots1": [0.0, 0.5, 1.0]}, {"frames": [301, 302], "aligned": true, "reason": "aligned", "common_tracks": [198], "knots0": [0.0, 0.5, 1.0], "knots1": [0.0, 0.43916666666666665, 1.0]}, {"frames": [302, 303], "aligned": true, "reason": "aligned", "common_tracks": [198, 206], "knots0": [0.0, 0.43916666666666665, 0.5929166666666666, 1.0], "knots1": [0.0, 0.41041666666666665, 0.6008333333333333, 1.0]}, {"frames": [303, 304], "aligned": true, "reason": "aligned", "common_tracks": [198, 206], "knots0": [0.0, 0.41041666666666665, 0.6008333333333333, 1.0], "knots1": [0.0, 0.4, 0.6004166666666667, 1.0]}, {"frames": [304, 305], "aligned": true, "reason": "aligned", "common_tracks": [198, 206], "knots0": [0.0, 0.4, 0.6004166666666667, 1.0], "knots1": [0.0, 0.42, 0.7504166666666666, 1.0]}, {"frames": [305, 306], "aligned": true, "reason": "aligned", "common_tracks": [198, 206], "knots0": [0.0, 0.42, 0.7504166666666666, 1.0], "knots1": [0.0, 0.4275, 0.7725, 1.0]}, {"frames": [306, 307], "aligned": true, "reason": "aligned", "common_tracks": [198, 206], "knots0": [0.0, 0.4275, 0.7725, 1.0], "knots1": [0.0, 0.4479166666666667, 0.6520833333333333, 1.0]}, {"frames": [307, 308], "aligned": true, "reason": "aligned", "common_tracks": [198, 206], "knots0": [0.0, 0.4479166666666667, 0.6520833333333333, 1.0], "knots1": [0.0, 0.43041666666666667, 0.66125, 1.0]}, {"frames": [308, 309], "aligned": false, "reason": "crossing extrema order", "common_tracks": [210, 198, 209, 206], "knots0": [0.0, 0.21916666666666668, 0.43041666666666667, 0.5354166666666667, 0.66125, 1.0], "knots1": [0.0, 0.14458333333333334, 0.47, 0.3325, 0.6816666666666666, 1.0]}, {"frames": [309, 310], "aligned": true, "reason": "aligned", "common_tracks": [210, 198, 206], "knots0": [0.0, 0.14458333333333334, 0.47, 0.6816666666666666, 1.0], "knots1": [0.0, 0.14125, 0.4558333333333333, 0.6745833333333333, 1.0]}, {"frames": [310, 311], "aligned": true, "reason": "aligned", "common_tracks": [210, 198, 206], "knots0": [0.0, 0.14125, 0.4558333333333333, 0.6745833333333333, 1.0], "knots1": [0.0, 0.19833333333333333, 0.4741666666666667, 0.6529166666666667, 1.0]}, {"frames": [311, 312], "aligned": true, "reason": "aligned", "common_tracks": [210, 198, 206], "knots0": [0.0, 0.19833333333333333, 0.4741666666666667, 0.6529166666666667, 1.0], "knots1": [0.0, 0.2525, 0.4683333333333333, 0.6029166666666667, 1.0]}, {"frames": [312, 313], "aligned": true, "reason": "aligned", "common_tracks": [198, 206], "knots0": [0.0, 0.4683333333333333, 0.6029166666666667, 1.0], "knots1": [0.0, 0.4379166666666667, 0.6791666666666667, 1.0]}, {"frames": [313, 314], "aligned": true, "reason": "aligned", "common_tracks": [198], "knots0": [0.0, 0.4379166666666667, 1.0], "knots1": [0.0, 0.5, 1.0]}, {"frames": [314, 315], "aligned": true, "reason": "aligned", "common_tracks": [198], "knots0": [0.0, 0.5, 1.0], "knots1": [0.0, 0.5066666666666667, 1.0]}, {"frames": [315, 316], "aligned": true, "reason": "aligned", "common_tracks": [216, 198, 214], "knots0": [0.0, 0.39625, 0.5066666666666667, 0.75875, 1.0], "knots1": [0.0, 0.2866666666666667, 0.49041666666666667, 0.81125, 1.0]}, {"frames": [316, 317], "aligned": true, "reason": "aligned", "common_tracks": [216, 198, 214], "knots0": [0.0, 0.2866666666666667, 0.49041666666666667, 0.81125, 1.0], "knots1": [0.0, 0.2975, 0.5341666666666667, 0.84375, 1.0]}, {"frames": [317, 318], "aligned": false, "reason": "no common extrema", "common_tracks": [], "knots0": [0.0, 1.0], "knots1": [0.0, 1.0]}, {"frames": [318, 319], "aligned": false, "reason": "no common extrema", "common_tracks": [], "knots0": [0.0, 1.0], "knots1": [0.0, 1.0]}, {"frames": [319, 320], "aligned": true, "reason": "aligned", "common_tracks": [221, 220], "knots0": [0.0, 0.45458333333333334, 0.7158333333333333, 1.0], "knots1": [0.0, 0.4295833333333333, 0.76125, 1.0]}, {"frames": [320, 321], "aligned": true, "reason": "aligned", "common_tracks": [221, 220], "knots0": [0.0, 0.4295833333333333, 0.76125, 1.0], "knots1": [0.0, 0.4066666666666667, 0.8120833333333334, 1.0]}, {"frames": [321, 322], "aligned": true, "reason": "aligned", "common_tracks": [221], "knots0": [0.0, 0.4066666666666667, 1.0], "knots1": [0.0, 0.5, 1.0]}, {"frames": [322, 323], "aligned": true, "reason": "aligned", "common_tracks": [221], "knots0": [0.0, 0.5, 1.0], "knots1": [0.0, 0.5, 1.0]}, {"frames": [323, 324], "aligned": true, "reason": "aligned", "common_tracks": [221], "knots0": [0.0, 0.5, 1.0], "knots1": [0.0, 0.36625, 1.0]}, {"frames": [324, 325], "aligned": true, "reason": "aligned", "common_tracks": [221, 222], "knots0": [0.0, 0.36625, 0.7195833333333334, 1.0], "knots1": [0.0, 0.43291666666666667, 0.7066666666666667, 1.0]}, {"frames": [325, 326], "aligned": true, "reason": "aligned", "common_tracks": [221, 222], "knots0": [0.0, 0.43291666666666667, 0.7066666666666667, 1.0], "knots1": [0.0, 0.43375, 0.7004166666666667, 1.0]}, {"frames": [326, 327], "aligned": true, "reason": "aligned", "common_tracks": [224, 222], "knots0": [0.0, 0.43291666666666667, 0.7004166666666667, 1.0], "knots1": [0.0, 0.58375, 0.78375, 1.0]}, {"frames": [327, 328], "aligned": false, "reason": "crossing extrema order", "common_tracks": [225, 224, 222], "knots0": [0.0, 0.39, 0.58375, 0.78375, 1.0], "knots1": [0.0, 0.4795833333333333, 0.20083333333333334, 0.70625, 1.0]}, {"frames": [328, 329], "aligned": true, "reason": "aligned", "common_tracks": [225, 222], "knots0": [0.0, 0.4795833333333333, 0.70625, 1.0], "knots1": [0.0, 0.4533333333333333, 0.64375, 1.0]}, {"frames": [329, 330], "aligned": true, "reason": "aligned", "common_tracks": [225, 222], "knots0": [0.0, 0.4533333333333333, 0.64375, 1.0], "knots1": [0.0, 0.5191666666666667, 0.7125, 1.0]}, {"frames": [330, 331], "aligned": true, "reason": "aligned", "common_tracks": [225, 222], "knots0": [0.0, 0.5191666666666667, 0.7125, 1.0], "knots1": [0.0, 0.425, 0.7541666666666667, 1.0]}, {"frames": [331, 332], "aligned": true, "reason": "aligned", "common_tracks": [225, 222], "knots0": [0.0, 0.425, 0.7541666666666667, 1.0], "knots1": [0.0, 0.4220833333333333, 0.7820833333333334, 1.0]}, {"frames": [332, 333], "aligned": true, "reason": "aligned", "common_tracks": [225, 222], "knots0": [0.0, 0.4220833333333333, 0.7820833333333334, 1.0], "knots1": [0.0, 0.4395833333333333, 0.7729166666666667, 1.0]}, {"frames": [333, 334], "aligned": true, "reason": "aligned", "common_tracks": [225, 222], "knots0": [0.0, 0.4395833333333333, 0.7729166666666667, 1.0], "knots1": [0.0, 0.4583333333333333, 0.7975, 1.0]}, {"frames": [334, 335], "aligned": true, "reason": "aligned", "common_tracks": [225], "knots0": [0.0, 0.4583333333333333, 1.0], "knots1": [0.0, 0.5, 1.0]}, {"frames": [335, 336], "aligned": true, "reason": "aligned", "common_tracks": [225], "knots0": [0.0, 0.5, 1.0], "knots1": [0.0, 0.45666666666666667, 1.0]}, {"frames": [336, 337], "aligned": true, "reason": "aligned", "common_tracks": [225, 228], "knots0": [0.0, 0.45666666666666667, 0.78125, 1.0], "knots1": [0.0, 0.43833333333333335, 0.8145833333333333, 1.0]}, {"frames": [337, 338], "aligned": true, "reason": "aligned", "common_tracks": [225, 228], "knots0": [0.0, 0.43833333333333335, 0.8145833333333333, 1.0], "knots1": [0.0, 0.5041666666666667, 0.72875, 1.0]}, {"frames": [338, 339], "aligned": true, "reason": "aligned", "common_tracks": [225, 228], "knots0": [0.0, 0.5041666666666667, 0.72875, 1.0], "knots1": [0.0, 0.41208333333333336, 0.7466666666666667, 1.0]}, {"frames": [339, 340], "aligned": true, "reason": "aligned", "common_tracks": [225, 228], "knots0": [0.0, 0.41208333333333336, 0.7466666666666667, 1.0], "knots1": [0.0, 0.42375, 0.8041666666666667, 1.0]}, {"frames": [340, 341], "aligned": true, "reason": "aligned", "common_tracks": [225, 228], "knots0": [0.0, 0.42375, 0.8041666666666667, 1.0], "knots1": [0.0, 0.3491666666666667, 0.76375, 1.0]}, {"frames": [341, 342], "aligned": false, "reason": "crossing extrema order", "common_tracks": [225, 231, 228], "knots0": [0.0, 0.3491666666666667, 0.6129166666666667, 0.76375, 1.0], "knots1": [0.0, 0.42833333333333334, 0.8116666666666666, 0.6908333333333333, 1.0]}, {"frames": [342, 343], "aligned": true, "reason": "aligned", "common_tracks": [225], "knots0": [0.0, 0.42833333333333334, 1.0], "knots1": [0.0, 0.45208333333333334, 1.0]}, {"frames": [343, 344], "aligned": true, "reason": "aligned", "common_tracks": [225, 232], "knots0": [0.0, 0.45208333333333334, 0.8320833333333333, 1.0], "knots1": [0.0, 0.49583333333333335, 0.7575, 1.0]}, {"frames": [344, 345], "aligned": true, "reason": "aligned", "common_tracks": [234, 225], "knots0": [0.0, 0.205, 0.49583333333333335, 1.0], "knots1": [0.0, 0.15833333333333333, 0.59875, 1.0]}, {"frames": [345, 346], "aligned": true, "reason": "aligned", "common_tracks": [234, 225], "knots0": [0.0, 0.15833333333333333, 0.59875, 1.0], "knots1": [0.0, 0.2504166666666667, 0.52375, 1.0]}, {"frames": [346, 347], "aligned": false, "reason": "crossing extrema order", "common_tracks": [234, 225], "knots0": [0.0, 0.2504166666666667, 0.52375, 1.0], "knots1": [0.0, 0.65125, 0.315, 1.0]}, {"frames": [347, 348], "aligned": true, "reason": "aligned", "common_tracks": [225, 234], "knots0": [0.0, 0.315, 0.65125, 1.0], "knots1": [0.0, 0.23916666666666667, 0.5458333333333333, 1.0]}, {"frames": [348, 349], "aligned": true, "reason": "aligned", "common_tracks": [225, 234], "knots0": [0.0, 0.23916666666666667, 0.5458333333333333, 1.0], "knots1": [0.0, 0.20166666666666666, 0.5316666666666666, 1.0]}, {"frames": [349, 350], "aligned": true, "reason": "aligned", "common_tracks": [225, 234], "knots0": [0.0, 0.20166666666666666, 0.5316666666666666, 1.0], "knots1": [0.0, 0.28375, 0.49583333333333335, 1.0]}, {"frames": [350, 351], "aligned": false, "reason": "crossing extrema order", "common_tracks": [225, 234, 239], "knots0": [0.0, 0.28375, 0.49583333333333335, 0.6529166666666667, 1.0], "knots1": [0.0, 0.6529166666666667, 0.4533333333333333, 0.7020833333333333, 1.0]}, {"frames": [351, 352], "aligned": true, "reason": "aligned", "common_tracks": [234], "knots0": [0.0, 0.4533333333333333, 1.0], "knots1": [0.0, 0.5, 1.0]}, {"frames": [352, 353], "aligned": true, "reason": "aligned", "common_tracks": [234], "knots0": [0.0, 0.5, 1.0], "knots1": [0.0, 0.5, 1.0]}, {"frames": [353, 354], "aligned": true, "reason": "aligned", "common_tracks": [234], "knots0": [0.0, 0.5, 1.0], "knots1": [0.0, 0.32666666666666666, 1.0]}, {"frames": [354, 355], "aligned": false, "reason": "crossing extrema order", "common_tracks": [234, 241, 240], "knots0": [0.0, 0.32666666666666666, 0.55375, 0.7145833333333333, 1.0], "knots1": [0.0, 0.34791666666666665, 0.83125, 0.6095833333333334, 1.0]}, {"frames": [355, 356], "aligned": true, "reason": "aligned", "common_tracks": [234, 241], "knots0": [0.0, 0.34791666666666665, 0.83125, 1.0], "knots1": [0.0, 0.49875, 0.8204166666666667, 1.0]}, {"frames": [356, 357], "aligned": false, "reason": "crossing extrema order", "common_tracks": [234, 241], "knots0": [0.0, 0.49875, 0.8204166666666667, 1.0], "knots1": [0.0, 0.50375, 0.205, 1.0]}, {"frames": [357, 358], "aligned": true, "reason": "aligned", "common_tracks": [234], "knots0": [0.0, 0.50375, 1.0], "knots1": [0.0, 0.51, 1.0]}, {"frames": [358, 359], "aligned": true, "reason": "aligned", "common_tracks": [234], "knots0": [0.0, 0.51, 1.0], "knots1": [0.0, 0.5, 1.0]}, {"frames": [359, 360], "aligned": true, "reason": "aligned", "common_tracks": [234], "knots0": [0.0, 0.5, 1.0], "knots1": [0.0, 0.4275, 1.0]}, {"frames": [360, 361], "aligned": true, "reason": "aligned", "common_tracks": [234, 248], "knots0": [0.0, 0.4275, 0.6616666666666666, 1.0], "knots1": [0.0, 0.4241666666666667, 0.6345833333333334, 1.0]}, {"frames": [361, 362], "aligned": true, "reason": "aligned", "common_tracks": [234, 248], "knots0": [0.0, 0.4241666666666667, 0.6345833333333334, 1.0], "knots1": [0.0, 0.37916666666666665, 0.5879166666666666, 1.0]}, {"frames": [362, 363], "aligned": true, "reason": "aligned", "common_tracks": [234, 248], "knots0": [0.0, 0.37916666666666665, 0.5879166666666666, 1.0], "knots1": [0.0, 0.485, 0.6658333333333334, 1.0]}, {"frames": [363, 364], "aligned": true, "reason": "aligned", "common_tracks": [252, 234, 248], "knots0": [0.0, 0.13875, 0.485, 0.6658333333333334, 1.0], "knots1": [0.0, 0.145, 0.5608333333333333, 0.6641666666666667, 1.0]}, {"frames": [364, 365], "aligned": true, "reason": "aligned", "common_tracks": [252, 234, 248], "knots0": [0.0, 0.145, 0.5608333333333333, 0.6641666666666667, 1.0], "knots1": [0.0, 0.09416666666666666, 0.40208333333333335, 0.7208333333333333, 1.0]}], "scope": "Intermediate columns are display reconstruction, not observations or new RG-MTM layout/optimization results. Scientific metrics use original saved frames."}, "ST-MTM": {"method": "anchor-aligned piecewise linear display reconstruction", "display_samples_per_frame": 3, "original_frames_exact": true, "original_rows": 4096, "no_scalar_overshoot": true, "aligned_intervals": 353, "interval_count": 365, "fallback_intervals": [[30, 31], [33, 34], [105, 106], [119, 120], [186, 187], [278, 279], [309, 310], [310, 311], [311, 312], [317, 318], [318, 319], [350, 351]], "jump_threshold_L": 0.2, "intervals": [{"frames": [0, 1], "aligned": true, "reason": "aligned", "common_tracks": [1, 0], "knots0": [0.0, 0.4402930402930403, 0.5987789987789988, 1.0], "knots1": [0.0, 0.39365079365079364, 0.6454212454212455, 1.0]}, {"frames": [1, 2], "aligned": true, "reason": "aligned", "common_tracks": [1, 0], "knots0": [0.0, 0.39365079365079364, 0.6454212454212455, 1.0], "knots1": [0.0, 0.4336996336996337, 0.6053724053724053, 1.0]}, {"frames": [2, 3], "aligned": true, "reason": "aligned", "common_tracks": [1, 0], "knots0": [0.0, 0.4336996336996337, 0.6053724053724053, 1.0], "knots1": [0.0, 0.44468864468864466, 0.5943833943833944, 1.0]}, {"frames": [3, 4], "aligned": true, "reason": "aligned", "common_tracks": [0], "knots0": [0.0, 0.5943833943833944, 1.0], "knots1": [0.0, 0.5943833943833944, 1.0]}, {"frames": [4, 5], "aligned": true, "reason": "aligned", "common_tracks": [0, 4], "knots0": [0.0, 0.5943833943833944, 0.7274725274725274, 1.0], "knots1": [0.0, 0.6144078144078144, 0.7076923076923077, 1.0]}, {"frames": [5, 6], "aligned": true, "reason": "aligned", "common_tracks": [0, 4, 5], "knots0": [0.0, 0.6144078144078144, 0.7076923076923077, 0.8891330891330891, 1.0], "knots1": [0.0, 0.611965811965812, 0.7316239316239316, 0.8671550671550672, 1.0]}, {"frames": [6, 7], "aligned": true, "reason": "aligned", "common_tracks": [0, 4, 5], "knots0": [0.0, 0.611965811965812, 0.7316239316239316, 0.8671550671550672, 1.0], "knots1": [0.0, 0.6158730158730159, 0.7296703296703296, 0.8654456654456655, 1.0]}, {"frames": [7, 8], "aligned": true, "reason": "aligned", "common_tracks": [0, 5], "knots0": [0.0, 0.6158730158730159, 0.8654456654456655, 1.0], "knots1": [0.0, 0.6434676434676435, 0.8378510378510379, 1.0]}, {"frames": [8, 9], "aligned": true, "reason": "aligned", "common_tracks": [0], "knots0": [0.0, 0.6434676434676435, 1.0], "knots1": [0.0, 0.6434676434676435, 1.0]}, {"frames": [9, 10], "aligned": true, "reason": "aligned", "common_tracks": [0, 7], "knots0": [0.0, 0.6434676434676435, 0.7528693528693529, 1.0], "knots1": [0.0, 0.6444444444444445, 0.7516483516483516, 1.0]}, {"frames": [10, 11], "aligned": true, "reason": "aligned", "common_tracks": [8, 0], "knots0": [0.0, 0.5396825396825397, 0.6444444444444445, 1.0], "knots1": [0.0, 0.5162393162393163, 0.6681318681318681, 1.0]}, {"frames": [11, 12], "aligned": true, "reason": "aligned", "common_tracks": [0], "knots0": [0.0, 0.6681318681318681, 1.0], "knots1": [0.0, 0.6681318681318681, 1.0]}, {"frames": [12, 13], "aligned": true, "reason": "aligned", "common_tracks": [0], "knots0": [0.0, 0.6681318681318681, 1.0], "knots1": [0.0, 0.6681318681318681, 1.0]}, {"frames": [13, 14], "aligned": true, "reason": "aligned", "common_tracks": [0], "knots0": [0.0, 0.6681318681318681, 1.0], "knots1": [0.0, 0.6681318681318681, 1.0]}, {"frames": [14, 15], "aligned": true, "reason": "aligned", "common_tracks": [0], "knots0": [0.0, 0.6681318681318681, 1.0], "knots1": [0.0, 0.6681318681318681, 1.0]}, {"frames": [15, 16], "aligned": true, "reason": "aligned", "common_tracks": [0], "knots0": [0.0, 0.6681318681318681, 1.0], "knots1": [0.0, 0.6681318681318681, 1.0]}, {"frames": [16, 17], "aligned": true, "reason": "aligned", "common_tracks": [13, 0], "knots0": [0.0, 0.48864468864468863, 0.6681318681318681, 1.0], "knots1": [0.0, 0.4581196581196581, 0.6986568986568986, 1.0]}, {"frames": [17, 18], "aligned": true, "reason": "aligned", "common_tracks": [13, 0, 14], "knots0": [0.0, 0.4581196581196581, 0.6986568986568986, 0.809035409035409, 1.0], "knots1": [0.0, 0.5081807081807082, 0.6722832722832723, 0.7853479853479853, 1.0]}, {"frames": [18, 19], "aligned": true, "reason": "aligned", "common_tracks": [13, 0], "knots0": [0.0, 0.5081807081807082, 0.6722832722832723, 1.0], "knots1": [0.0, 0.48766788766788766, 0.6927960927960928, 1.0]}, {"frames": [19, 20], "aligned": true, "reason": "aligned", "common_tracks": [0], "knots0": [0.0, 0.6927960927960928, 1.0], "knots1": [0.0, 0.6927960927960928, 1.0]}, {"frames": [20, 21], "aligned": true, "reason": "aligned", "common_tracks": [0], "knots0": [0.0, 0.6927960927960928, 1.0], "knots1": [0.0, 0.6927960927960928, 1.0]}, {"frames": [21, 22], "aligned": true, "reason": "aligned", "common_tracks": [0], "knots0": [0.0, 0.6927960927960928, 1.0], "knots1": [0.0, 0.6927960927960928, 1.0]}, {"frames": [22, 23], "aligned": true, "reason": "aligned", "common_tracks": [0], "knots0": [0.0, 0.6927960927960928, 1.0], "knots1": [0.0, 0.6927960927960928, 1.0]}, {"frames": [23, 24], "aligned": true, "reason": "aligned", "common_tracks": [0, 18], "knots0": [0.0, 0.6927960927960928, 0.7684981684981685, 1.0], "knots1": [0.0, 0.6612942612942613, 0.8002442002442003, 1.0]}, {"frames": [24, 25], "aligned": true, "reason": "aligned", "common_tracks": [0, 18], "knots0": [0.0, 0.6612942612942613, 0.8002442002442003, 1.0], "knots1": [0.0, 0.6627594627594627, 0.7985347985347986, 1.0]}, {"frames": [25, 26], "aligned": true, "reason": "aligned", "common_tracks": [18, 21], "knots0": [0.0, 0.7985347985347986, 0.9213675213675213, 1.0], "knots1": [0.0, 0.7829059829059829, 0.9372405372405372, 1.0]}, {"frames": [26, 27], "aligned": true, "reason": "aligned", "common_tracks": [18], "knots0": [0.0, 0.7829059829059829, 1.0], "knots1": [0.0, 0.7829059829059829, 1.0]}, {"frames": [27, 28], "aligned": true, "reason": "aligned", "common_tracks": [18], "knots0": [0.0, 0.7829059829059829, 1.0], "knots1": [0.0, 0.7829059829059829, 1.0]}, {"frames": [28, 29], "aligned": true, "reason": "aligned", "common_tracks": [18], "knots0": [0.0, 0.7829059829059829, 1.0], "knots1": [0.0, 0.7829059829059829, 1.0]}, {"frames": [29, 30], "aligned": true, "reason": "aligned", "common_tracks": [18], "knots0": [0.0, 0.7829059829059829, 1.0], "knots1": [0.0, 0.7829059829059829, 1.0]}, {"frames": [30, 31], "aligned": false, "reason": "no common extrema", "common_tracks": [], "knots0": [0.0, 1.0], "knots1": [0.0, 1.0]}, {"frames": [31, 32], "aligned": true, "reason": "aligned", "common_tracks": [31], "knots0": [0.0, 0.6398046398046398, 1.0], "knots1": [0.0, 0.6398046398046398, 1.0]}, {"frames": [32, 33], "aligned": true, "reason": "aligned", "common_tracks": [31, 33], "knots0": [0.0, 0.6398046398046398, 0.7516483516483516, 1.0], "knots1": [0.0, 0.6332112332112332, 0.7582417582417582, 1.0]}, {"frames": [33, 34], "aligned": false, "reason": "crossing extrema order", "common_tracks": [31, 33, 34], "knots0": [0.0, 0.6332112332112332, 0.7582417582417582, 0.8456654456654457, 1.0], "knots1": [0.0, 0.6481074481074481, 0.8358974358974359, 0.7528693528693529, 1.0]}, {"frames": [34, 35], "aligned": true, "reason": "aligned", "common_tracks": [34, 33], "knots0": [0.0, 0.7528693528693529, 0.8358974358974359, 1.0], "knots1": [0.0, 0.7308913308913308, 0.8578754578754578, 1.0]}, {"frames": [35, 36], "aligned": true, "reason": "aligned", "common_tracks": [33], "knots0": [0.0, 0.8578754578754578, 1.0], "knots1": [0.0, 0.8578754578754578, 1.0]}, {"frames": [36, 37], "aligned": true, "reason": "aligned", "common_tracks": [33], "knots0": [0.0, 0.8578754578754578, 1.0], "knots1": [0.0, 0.8578754578754578, 1.0]}, {"frames": [37, 38], "aligned": true, "reason": "aligned", "common_tracks": [36, 33], "knots0": [0.0, 0.7238095238095238, 0.8578754578754578, 1.0], "knots1": [0.0, 0.7306471306471306, 0.851037851037851, 1.0]}, {"frames": [38, 39], "aligned": true, "reason": "aligned", "common_tracks": [36, 33], "knots0": [0.0, 0.7306471306471306, 0.851037851037851, 1.0], "knots1": [0.0, 0.7384615384615385, 0.8432234432234432, 1.0]}, {"frames": [39, 40], "aligned": true, "reason": "aligned", "common_tracks": [36, 33], "knots0": [0.0, 0.7384615384615385, 0.8432234432234432, 1.0], "knots1": [0.0, 0.7482295482295482, 0.8334554334554335, 1.0]}, {"frames": [40, 41], "aligned": true, "reason": "aligned", "common_tracks": [40, 33], "knots0": [0.0, 0.736996336996337, 0.8334554334554335, 1.0], "knots1": [0.0, 0.7321123321123321, 0.8383394383394384, 1.0]}, {"frames": [41, 42], "aligned": true, "reason": "aligned", "common_tracks": [40, 33], "knots0": [0.0, 0.7321123321123321, 0.8383394383394384, 1.0], "knots1": [0.0, 0.7301587301587301, 0.8402930402930403, 1.0]}, {"frames": [42, 43], "aligned": true, "reason": "aligned", "common_tracks": [33], "knots0": [0.0, 0.8402930402930403, 1.0], "knots1": [0.0, 0.8402930402930403, 1.0]}, {"frames": [43, 44], "aligned": true, "reason": "aligned", "common_tracks": [43, 33], "knots0": [0.0, 0.6652014652014652, 0.8402930402930403, 1.0], "knots1": [0.0, 0.6385836385836385, 0.8666666666666667, 1.0]}, {"frames": [44, 45], "aligned": true, "reason": "aligned", "common_tracks": [43, 44, 33], "knots0": [0.0, 0.6385836385836385, 0.7404151404151404, 0.8666666666666667, 1.0], "knots1": [0.0, 0.6234432234432234, 0.7467643467643468, 0.8754578754578755, 1.0]}, {"frames": [45, 46], "aligned": true, "reason": "aligned", "common_tracks": [43, 44, 33], "knots0": [0.0, 0.6234432234432234, 0.7467643467643468, 0.8754578754578755, 1.0], "knots1": [0.0, 0.63003663003663, 0.7501831501831502, 0.8654456654456655, 1.0]}, {"frames": [46, 47], "aligned": true, "reason": "aligned", "common_tracks": [43, 44], "knots0": [0.0, 0.63003663003663, 0.7501831501831502, 1.0], "knots1": [0.0, 0.6188034188034188, 0.7614163614163614, 1.0]}, {"frames": [47, 48], "aligned": true, "reason": "aligned", "common_tracks": [43], "knots0": [0.0, 0.6188034188034188, 1.0], "knots1": [0.0, 0.6188034188034188, 1.0]}, {"frames": [48, 49], "aligned": true, "reason": "aligned", "common_tracks": [43], "knots0": [0.0, 0.6188034188034188, 1.0], "knots1": [0.0, 0.6188034188034188, 1.0]}, {"frames": [49, 50], "aligned": true, "reason": "aligned", "common_tracks": [43, 45], "knots0": [0.0, 0.6188034188034188, 0.788034188034188, 1.0], "knots1": [0.0, 0.5728937728937729, 0.8336996336996337, 1.0]}, {"frames": [50, 51], "aligned": true, "reason": "aligned", "common_tracks": [43, 45], "knots0": [0.0, 0.5728937728937729, 0.8336996336996337, 1.0], "knots1": [0.0, 0.6163614163614164, 0.7904761904761904, 1.0]}, {"frames": [51, 52], "aligned": true, "reason": "aligned", "common_tracks": [43, 45], "knots0": [0.0, 0.6163614163614164, 0.7904761904761904, 1.0], "knots1": [0.0, 0.6212454212454213, 0.7855921855921856, 1.0]}, {"frames": [52, 53], "aligned": true, "reason": "aligned", "common_tracks": [43], "knots0": [0.0, 0.6212454212454213, 1.0], "knots1": [0.0, 0.6212454212454213, 1.0]}, {"frames": [53, 54], "aligned": true, "reason": "aligned", "common_tracks": [43], "knots0": [0.0, 0.6212454212454213, 1.0], "knots1": [0.0, 0.6212454212454213, 1.0]}, {"frames": [54, 55], "aligned": true, "reason": "aligned", "common_tracks": [43], "knots0": [0.0, 0.6212454212454213, 1.0], "knots1": [0.0, 0.6212454212454213, 1.0]}, {"frames": [55, 56], "aligned": true, "reason": "aligned", "common_tracks": [43, 50], "knots0": [0.0, 0.6212454212454213, 0.7684981684981685, 1.0], "knots1": [0.0, 0.6168498168498169, 0.7728937728937729, 1.0]}, {"frames": [56, 57], "aligned": true, "reason": "aligned", "common_tracks": [43, 50], "knots0": [0.0, 0.6168498168498169, 0.7728937728937729, 1.0], "knots1": [0.0, 0.5538461538461539, 0.8358974358974359, 1.0]}, {"frames": [57, 58], "aligned": true, "reason": "aligned", "common_tracks": [50], "knots0": [0.0, 0.8358974358974359, 1.0], "knots1": [0.0, 0.8358974358974359, 1.0]}, {"frames": [58, 59], "aligned": true, "reason": "aligned", "common_tracks": [56, 50], "knots0": [0.0, 0.7062271062271063, 0.8358974358974359, 1.0], "knots1": [0.0, 0.726984126984127, 0.8151404151404151, 1.0]}, {"frames": [59, 60], "aligned": true, "reason": "aligned", "common_tracks": [59, 56], "knots0": [0.0, 0.612942612942613, 0.726984126984127, 1.0], "knots1": [0.0, 0.5538461538461539, 0.7863247863247863, 1.0]}, {"frames": [60, 61], "aligned": true, "reason": "aligned", "common_tracks": [59], "knots0": [0.0, 0.5538461538461539, 1.0], "knots1": [0.0, 0.5538461538461539, 1.0]}, {"frames": [61, 62], "aligned": true, "reason": "aligned", "common_tracks": [59], "knots0": [0.0, 0.5538461538461539, 1.0], "knots1": [0.0, 0.5538461538461539, 1.0]}, {"frames": [62, 63], "aligned": true, "reason": "aligned", "common_tracks": [62, 59], "knots0": [0.0, 0.3851037851037851, 0.5538461538461539, 1.0], "knots1": [0.0, 0.37777777777777777, 0.5611721611721612, 1.0]}, {"frames": [63, 64], "aligned": true, "reason": "aligned", "common_tracks": [59], "knots0": [0.0, 0.5611721611721612, 1.0], "knots1": [0.0, 0.5611721611721612, 1.0]}, {"frames": [64, 65], "aligned": true, "reason": "aligned", "common_tracks": [64, 59], "knots0": [0.0, 0.4368742368742369, 0.5611721611721612, 1.0], "knots1": [0.0, 0.4393162393162393, 0.558974358974359, 1.0]}, {"frames": [65, 66], "aligned": true, "reason": "aligned", "common_tracks": [64, 59], "knots0": [0.0, 0.4393162393162393, 0.558974358974359, 1.0], "knots1": [0.0, 0.45958485958485956, 0.5384615384615384, 1.0]}, {"frames": [66, 67], "aligned": true, "reason": "aligned", "common_tracks": [66, 59], "knots0": [0.0, 0.4095238095238095, 0.5384615384615384, 1.0], "knots1": [0.0, 0.3938949938949939, 0.5540903540903541, 1.0]}, {"frames": [67, 68], "aligned": true, "reason": "aligned", "common_tracks": [66, 59], "knots0": [0.0, 0.3938949938949939, 0.5540903540903541, 1.0], "knots1": [0.0, 0.39829059829059826, 0.54993894993895, 1.0]}, {"frames": [68, 69], "aligned": true, "reason": "aligned", "common_tracks": [59], "knots0": [0.0, 0.54993894993895, 1.0], "knots1": [0.0, 0.54993894993895, 1.0]}, {"frames": [69, 70], "aligned": true, "reason": "aligned", "common_tracks": [59], "knots0": [0.0, 0.54993894993895, 1.0], "knots1": [0.0, 0.54993894993895, 1.0]}, {"frames": [70, 71], "aligned": true, "reason": "aligned", "common_tracks": [59, 71], "knots0": [0.0, 0.54993894993895, 0.6969474969474969, 1.0], "knots1": [0.0, 0.5079365079365079, 0.738949938949939, 1.0]}, {"frames": [71, 72], "aligned": true, "reason": "aligned", "common_tracks": [59, 72], "knots0": [0.0, 0.5079365079365079, 0.6263736263736264, 1.0], "knots1": [0.0, 0.49572649572649574, 0.6388278388278388, 1.0]}, {"frames": [72, 73], "aligned": true, "reason": "aligned", "common_tracks": [59], "knots0": [0.0, 0.49572649572649574, 1.0], "knots1": [0.0, 0.49572649572649574, 1.0]}, {"frames": [73, 74], "aligned": true, "reason": "aligned", "common_tracks": [59], "knots0": [0.0, 0.49572649572649574, 1.0], "knots1": [0.0, 0.49572649572649574, 1.0]}, {"frames": [74, 75], "aligned": true, "reason": "aligned", "common_tracks": [59, 74], "knots0": [0.0, 0.49572649572649574, 0.639072039072039, 1.0], "knots1": [0.0, 0.49401709401709404, 0.6405372405372405, 1.0]}, {"frames": [75, 76], "aligned": true, "reason": "aligned", "common_tracks": [59, 74], "knots0": [0.0, 0.49401709401709404, 0.6405372405372405, 1.0], "knots1": [0.0, 0.49230769230769234, 0.6424908424908425, 1.0]}, {"frames": [76, 77], "aligned": true, "reason": "aligned", "common_tracks": [59, 74], "knots0": [0.0, 0.49230769230769234, 0.6424908424908425, 1.0], "knots1": [0.0, 0.48717948717948717, 0.6473748473748474, 1.0]}, {"frames": [77, 78], "aligned": true, "reason": "aligned", "common_tracks": [59, 74], "knots0": [0.0, 0.48717948717948717, 0.6473748473748474, 1.0], "knots1": [0.0, 0.4512820512820513, 0.6835164835164835, 1.0]}, {"frames": [78, 79], "aligned": true, "reason": "aligned", "common_tracks": [59, 74], "knots0": [0.0, 0.4512820512820513, 0.6835164835164835, 1.0], "knots1": [0.0, 0.44884004884004886, 0.6857142857142857, 1.0]}, {"frames": [79, 80], "aligned": true, "reason": "aligned", "common_tracks": [74], "knots0": [0.0, 0.6857142857142857, 1.0], "knots1": [0.0, 0.6857142857142857, 1.0]}, {"frames": [80, 81], "aligned": true, "reason": "aligned", "common_tracks": [74], "knots0": [0.0, 0.6857142857142857, 1.0], "knots1": [0.0, 0.6857142857142857, 1.0]}, {"frames": [81, 82], "aligned": true, "reason": "aligned", "common_tracks": [78], "knots0": [0.0, 0.5252747252747253, 1.0], "knots1": [0.0, 0.5252747252747253, 1.0]}, {"frames": [82, 83], "aligned": true, "reason": "aligned", "common_tracks": [78], "knots0": [0.0, 0.5252747252747253, 1.0], "knots1": [0.0, 0.5252747252747253, 1.0]}, {"frames": [83, 84], "aligned": true, "reason": "aligned", "common_tracks": [78], "knots0": [0.0, 0.5252747252747253, 1.0], "knots1": [0.0, 0.5252747252747253, 1.0]}, {"frames": [84, 85], "aligned": true, "reason": "aligned", "common_tracks": [78], "knots0": [0.0, 0.5252747252747253, 1.0], "knots1": [0.0, 0.5252747252747253, 1.0]}, {"frames": [85, 86], "aligned": true, "reason": "aligned", "common_tracks": [78, 79], "knots0": [0.0, 0.5252747252747253, 0.6566544566544567, 1.0], "knots1": [0.0, 0.4800976800976801, 0.7018315018315018, 1.0]}, {"frames": [86, 87], "aligned": true, "reason": "aligned", "common_tracks": [78, 79], "knots0": [0.0, 0.4800976800976801, 0.7018315018315018, 1.0], "knots1": [0.0, 0.5018315018315018, 0.6803418803418804, 1.0]}, {"frames": [87, 88], "aligned": true, "reason": "aligned", "common_tracks": [79], "knots0": [0.0, 0.6803418803418804, 1.0], "knots1": [0.0, 0.6803418803418804, 1.0]}, {"frames": [88, 89], "aligned": true, "reason": "aligned", "common_tracks": [82, 79], "knots0": [0.0, 0.46544566544566546, 0.6803418803418804, 1.0], "knots1": [0.0, 0.452014652014652, 0.6935286935286935, 1.0]}, {"frames": [89, 90], "aligned": true, "reason": "aligned", "common_tracks": [82, 79], "knots0": [0.0, 0.452014652014652, 0.6935286935286935, 1.0], "knots1": [0.0, 0.4971916971916972, 0.6485958485958486, 1.0]}, {"frames": [90, 91], "aligned": true, "reason": "aligned", "common_tracks": [82, 79], "knots0": [0.0, 0.4971916971916972, 0.6485958485958486, 1.0], "knots1": [0.0, 0.4879120879120879, 0.6578754578754579, 1.0]}, {"frames": [91, 92], "aligned": true, "reason": "aligned", "common_tracks": [82], "knots0": [0.0, 0.4879120879120879, 1.0], "knots1": [0.0, 0.4879120879120879, 1.0]}, {"frames": [92, 93], "aligned": true, "reason": "aligned", "common_tracks": [82], "knots0": [0.0, 0.4879120879120879, 1.0], "knots1": [0.0, 0.4879120879120879, 1.0]}, {"frames": [93, 94], "aligned": true, "reason": "aligned", "common_tracks": [82], "knots0": [0.0, 0.4879120879120879, 1.0], "knots1": [0.0, 0.4879120879120879, 1.0]}, {"frames": [94, 95], "aligned": true, "reason": "aligned", "common_tracks": [82, 85], "knots0": [0.0, 0.4879120879120879, 0.6048840048840048, 1.0], "knots1": [0.0, 0.484004884004884, 0.6087912087912087, 1.0]}, {"frames": [95, 96], "aligned": true, "reason": "aligned", "common_tracks": [82], "knots0": [0.0, 0.484004884004884, 1.0], "knots1": [0.0, 0.484004884004884, 1.0]}, {"frames": [96, 97], "aligned": true, "reason": "aligned", "common_tracks": [82], "knots0": [0.0, 0.484004884004884, 1.0], "knots1": [0.0, 0.484004884004884, 1.0]}, {"frames": [97, 98], "aligned": true, "reason": "aligned", "common_tracks": [89], "knots0": [0.0, 0.673992673992674, 1.0], "knots1": [0.0, 0.673992673992674, 1.0]}, {"frames": [98, 99], "aligned": true, "reason": "aligned", "common_tracks": [89], "knots0": [0.0, 0.673992673992674, 1.0], "knots1": [0.0, 0.673992673992674, 1.0]}, {"frames": [99, 100], "aligned": true, "reason": "aligned", "common_tracks": [89], "knots0": [0.0, 0.673992673992674, 1.0], "knots1": [0.0, 0.673992673992674, 1.0]}, {"frames": [100, 101], "aligned": true, "reason": "aligned", "common_tracks": [89], "knots0": [0.0, 0.673992673992674, 1.0], "knots1": [0.0, 0.673992673992674, 1.0]}, {"frames": [101, 102], "aligned": true, "reason": "aligned", "common_tracks": [89], "knots0": [0.0, 0.673992673992674, 1.0], "knots1": [0.0, 0.673992673992674, 1.0]}, {"frames": [102, 103], "aligned": true, "reason": "aligned", "common_tracks": [89], "knots0": [0.0, 0.673992673992674, 1.0], "knots1": [0.0, 0.673992673992674, 1.0]}, {"frames": [103, 104], "aligned": true, "reason": "aligned", "common_tracks": [89], "knots0": [0.0, 0.673992673992674, 1.0], "knots1": [0.0, 0.673992673992674, 1.0]}, {"frames": [104, 105], "aligned": true, "reason": "aligned", "common_tracks": [89], "knots0": [0.0, 0.673992673992674, 1.0], "knots1": [0.0, 0.673992673992674, 1.0]}, {"frames": [105, 106], "aligned": false, "reason": "crossing extrema order", "common_tracks": [97, 96, 89], "knots0": [0.0, 0.4083028083028083, 0.5172161172161173, 0.673992673992674, 1.0], "knots1": [0.0, 0.4984126984126984, 0.4456654456654457, 0.6554334554334554, 1.0]}, {"frames": [106, 107], "aligned": true, "reason": "aligned", "common_tracks": [96, 97], "knots0": [0.0, 0.4456654456654457, 0.4984126984126984, 1.0], "knots1": [0.0, 0.4043956043956044, 0.5396825396825397, 1.0]}, {"frames": [107, 108], "aligned": true, "reason": "aligned", "common_tracks": [96, 97], "knots0": [0.0, 0.4043956043956044, 0.5396825396825397, 1.0], "knots1": [0.0, 0.4014652014652015, 0.5426129426129426, 1.0]}, {"frames": [108, 109], "aligned": true, "reason": "aligned", "common_tracks": [96, 97], "knots0": [0.0, 0.4014652014652015, 0.5426129426129426, 1.0], "knots1": [0.0, 0.3907203907203907, 0.5536019536019536, 1.0]}, {"frames": [109, 110], "aligned": true, "reason": "aligned", "common_tracks": [97], "knots0": [0.0, 0.5536019536019536, 1.0], "knots1": [0.0, 0.5536019536019536, 1.0]}, {"frames": [110, 111], "aligned": true, "reason": "aligned", "common_tracks": [97], "knots0": [0.0, 0.5536019536019536, 1.0], "knots1": [0.0, 0.5536019536019536, 1.0]}, {"frames": [111, 112], "aligned": true, "reason": "aligned", "common_tracks": [97], "knots0": [0.0, 0.5536019536019536, 1.0], "knots1": [0.0, 0.5536019536019536, 1.0]}, {"frames": [112, 113], "aligned": true, "reason": "aligned", "common_tracks": [97], "knots0": [0.0, 0.5536019536019536, 1.0], "knots1": [0.0, 0.5536019536019536, 1.0]}, {"frames": [113, 114], "aligned": true, "reason": "aligned", "common_tracks": [97], "knots0": [0.0, 0.5536019536019536, 1.0], "knots1": [0.0, 0.5536019536019536, 1.0]}, {"frames": [114, 115], "aligned": true, "reason": "aligned", "common_tracks": [97], "knots0": [0.0, 0.5536019536019536, 1.0], "knots1": [0.0, 0.5536019536019536, 1.0]}, {"frames": [115, 116], "aligned": true, "reason": "aligned", "common_tracks": [97], "knots0": [0.0, 0.5536019536019536, 1.0], "knots1": [0.0, 0.5536019536019536, 1.0]}, {"frames": [116, 117], "aligned": true, "reason": "aligned", "common_tracks": [105, 97], "knots0": [0.0, 0.5277167277167277, 0.5536019536019536, 1.0], "knots1": [0.0, 0.4805860805860806, 0.600976800976801, 1.0]}, {"frames": [117, 118], "aligned": true, "reason": "aligned", "common_tracks": [97], "knots0": [0.0, 0.600976800976801, 1.0], "knots1": [0.0, 0.600976800976801, 1.0]}, {"frames": [118, 119], "aligned": true, "reason": "aligned", "common_tracks": [97], "knots0": [0.0, 0.600976800976801, 1.0], "knots1": [0.0, 0.600976800976801, 1.0]}, {"frames": [119, 120], "aligned": false, "reason": "no common extrema", "common_tracks": [], "knots0": [0.0, 1.0], "knots1": [0.0, 1.0]}, {"frames": [120, 121], "aligned": true, "reason": "aligned", "common_tracks": [110, 109], "knots0": [0.0, 0.5538461538461539, 0.7174603174603175, 1.0], "knots1": [0.0, 0.5650793650793651, 0.7062271062271063, 1.0]}, {"frames": [121, 122], "aligned": true, "reason": "aligned", "common_tracks": [110, 109], "knots0": [0.0, 0.5650793650793651, 0.7062271062271063, 1.0], "knots1": [0.0, 0.5704517704517704, 0.7008547008547008, 1.0]}, {"frames": [122, 123], "aligned": true, "reason": "aligned", "common_tracks": [110], "knots0": [0.0, 0.5704517704517704, 1.0], "knots1": [0.0, 0.5704517704517704, 1.0]}, {"frames": [123, 124], "aligned": true, "reason": "aligned", "common_tracks": [110], "knots0": [0.0, 0.5704517704517704, 1.0], "knots1": [0.0, 0.5704517704517704, 1.0]}, {"frames": [124, 125], "aligned": true, "reason": "aligned", "common_tracks": [110, 112], "knots0": [0.0, 0.5704517704517704, 0.7042735042735043, 1.0], "knots1": [0.0, 0.568009768009768, 0.7067155067155068, 1.0]}, {"frames": [125, 126], "aligned": true, "reason": "aligned", "common_tracks": [114, 110, 112], "knots0": [0.0, 0.46495726495726497, 0.568009768009768, 0.7067155067155068, 1.0], "knots1": [0.0, 0.40683760683760684, 0.6481074481074481, 0.6847374847374847, 1.0]}, {"frames": [126, 127], "aligned": true, "reason": "aligned", "common_tracks": [110, 112], "knots0": [0.0, 0.6481074481074481, 0.6847374847374847, 1.0], "knots1": [0.0, 0.5902319902319902, 0.7428571428571429, 1.0]}, {"frames": [127, 128], "aligned": true, "reason": "aligned", "common_tracks": [112], "knots0": [0.0, 0.7428571428571429, 1.0], "knots1": [0.0, 0.7428571428571429, 1.0]}, {"frames": [128, 129], "aligned": true, "reason": "aligned", "common_tracks": [112], "knots0": [0.0, 0.7428571428571429, 1.0], "knots1": [0.0, 0.7428571428571429, 1.0]}, {"frames": [129, 130], "aligned": true, "reason": "aligned", "common_tracks": [112, 118], "knots0": [0.0, 0.7428571428571429, 0.9570207570207571, 1.0], "knots1": [0.0, 0.7521367521367521, 0.9477411477411477, 1.0]}, {"frames": [130, 131], "aligned": true, "reason": "aligned", "common_tracks": [112], "knots0": [0.0, 0.7521367521367521, 1.0], "knots1": [0.0, 0.7521367521367521, 1.0]}, {"frames": [131, 132], "aligned": true, "reason": "aligned", "common_tracks": [112], "knots0": [0.0, 0.7521367521367521, 1.0], "knots1": [0.0, 0.7521367521367521, 1.0]}, {"frames": [132, 133], "aligned": true, "reason": "aligned", "common_tracks": [122, 112], "knots0": [0.0, 0.6925518925518925, 0.7521367521367521, 1.0], "knots1": [0.0, 0.6586080586080586, 0.7858363858363858, 1.0]}, {"frames": [133, 134], "aligned": true, "reason": "aligned", "common_tracks": [122, 112], "knots0": [0.0, 0.6586080586080586, 0.7858363858363858, 1.0], "knots1": [0.0, 0.6463980463980464, 0.7982905982905983, 1.0]}, {"frames": [134, 135], "aligned": true, "reason": "aligned", "common_tracks": [122, 112], "knots0": [0.0, 0.6463980463980464, 0.7982905982905983, 1.0], "knots1": [0.0, 0.6590964590964591, 0.7853479853479853, 1.0]}, {"frames": [135, 136], "aligned": true, "reason": "aligned", "common_tracks": [122], "knots0": [0.0, 0.6590964590964591, 1.0], "knots1": [0.0, 0.6590964590964591, 1.0]}, {"frames": [136, 137], "aligned": true, "reason": "aligned", "common_tracks": [122], "knots0": [0.0, 0.6590964590964591, 1.0], "knots1": [0.0, 0.6590964590964591, 1.0]}, {"frames": [137, 138], "aligned": true, "reason": "aligned", "common_tracks": [122], "knots0": [0.0, 0.6590964590964591, 1.0], "knots1": [0.0, 0.6590964590964591, 1.0]}, {"frames": [138, 139], "aligned": true, "reason": "aligned", "common_tracks": [128, 122], "knots0": [0.0, 0.47863247863247865, 0.6590964590964591, 1.0], "knots1": [0.0, 0.4473748473748474, 0.6905982905982906, 1.0]}, {"frames": [139, 140], "aligned": true, "reason": "aligned", "common_tracks": [128, 129, 122], "knots0": [0.0, 0.4473748473748474, 0.5897435897435898, 0.6905982905982906, 1.0], "knots1": [0.0, 0.4341880341880342, 0.5870573870573871, 0.7064713064713065, 1.0]}, {"frames": [140, 141], "aligned": true, "reason": "aligned", "common_tracks": [129, 122], "knots0": [0.0, 0.5870573870573871, 0.7064713064713065, 1.0], "knots1": [0.0, 0.577045177045177, 0.7162393162393162, 1.0]}, {"frames": [141, 142], "aligned": true, "reason": "aligned", "common_tracks": [129, 122], "knots0": [0.0, 0.577045177045177, 0.7162393162393162, 1.0], "knots1": [0.0, 0.577045177045177, 0.7162393162393162, 1.0]}, {"frames": [142, 143], "aligned": true, "reason": "aligned", "common_tracks": [122], "knots0": [0.0, 0.7162393162393162, 1.0], "knots1": [0.0, 0.7162393162393162, 1.0]}, {"frames": [143, 144], "aligned": true, "reason": "aligned", "common_tracks": [122], "knots0": [0.0, 0.7162393162393162, 1.0], "knots1": [0.0, 0.7162393162393162, 1.0]}, {"frames": [144, 145], "aligned": true, "reason": "aligned", "common_tracks": [122], "knots0": [0.0, 0.7162393162393162, 1.0], "knots1": [0.0, 0.7162393162393162, 1.0]}, {"frames": [145, 146], "aligned": true, "reason": "aligned", "common_tracks": [130, 122], "knots0": [0.0, 0.5714285714285714, 0.7162393162393162, 1.0], "knots1": [0.0, 0.5851037851037851, 0.7023199023199023, 1.0]}, {"frames": [146, 147], "aligned": true, "reason": "aligned", "common_tracks": [130, 132], "knots0": [0.0, 0.5851037851037851, 0.7775335775335775, 1.0], "knots1": [0.0, 0.6034188034188034, 0.7592185592185592, 1.0]}, {"frames": [147, 148], "aligned": true, "reason": "aligned", "common_tracks": [132], "knots0": [0.0, 0.7592185592185592, 1.0], "knots1": [0.0, 0.7592185592185592, 1.0]}, {"frames": [148, 149], "aligned": true, "reason": "aligned", "common_tracks": [132], "knots0": [0.0, 0.7592185592185592, 1.0], "knots1": [0.0, 0.7592185592185592, 1.0]}, {"frames": [149, 150], "aligned": true, "reason": "aligned", "common_tracks": [132], "knots0": [0.0, 0.7592185592185592, 1.0], "knots1": [0.0, 0.7592185592185592, 1.0]}, {"frames": [150, 151], "aligned": true, "reason": "aligned", "common_tracks": [132], "knots0": [0.0, 0.7592185592185592, 1.0], "knots1": [0.0, 0.7592185592185592, 1.0]}, {"frames": [151, 152], "aligned": true, "reason": "aligned", "common_tracks": [132], "knots0": [0.0, 0.7592185592185592, 1.0], "knots1": [0.0, 0.7592185592185592, 1.0]}, {"frames": [152, 153], "aligned": true, "reason": "aligned", "common_tracks": [132], "knots0": [0.0, 0.7592185592185592, 1.0], "knots1": [0.0, 0.7592185592185592, 1.0]}, {"frames": [153, 154], "aligned": true, "reason": "aligned", "common_tracks": [132], "knots0": [0.0, 0.7592185592185592, 1.0], "knots1": [0.0, 0.7592185592185592, 1.0]}, {"frames": [154, 155], "aligned": true, "reason": "aligned", "common_tracks": [132], "knots0": [0.0, 0.7592185592185592, 1.0], "knots1": [0.0, 0.7592185592185592, 1.0]}, {"frames": [155, 156], "aligned": true, "reason": "aligned", "common_tracks": [132], "knots0": [0.0, 0.7592185592185592, 1.0], "knots1": [0.0, 0.7592185592185592, 1.0]}, {"frames": [156, 157], "aligned": true, "reason": "aligned", "common_tracks": [132, 137], "knots0": [0.0, 0.7592185592185592, 0.9347985347985348, 1.0], "knots1": [0.0, 0.7645909645909645, 0.9294261294261295, 1.0]}, {"frames": [157, 158], "aligned": true, "reason": "aligned", "common_tracks": [132], "knots0": [0.0, 0.7645909645909645, 1.0], "knots1": [0.0, 0.7645909645909645, 1.0]}, {"frames": [158, 159], "aligned": true, "reason": "aligned", "common_tracks": [132], "knots0": [0.0, 0.7645909645909645, 1.0], "knots1": [0.0, 0.7645909645909645, 1.0]}, {"frames": [159, 160], "aligned": true, "reason": "aligned", "common_tracks": [132], "knots0": [0.0, 0.7645909645909645, 1.0], "knots1": [0.0, 0.7645909645909645, 1.0]}, {"frames": [160, 161], "aligned": true, "reason": "aligned", "common_tracks": [132], "knots0": [0.0, 0.7645909645909645, 1.0], "knots1": [0.0, 0.7645909645909645, 1.0]}, {"frames": [161, 162], "aligned": true, "reason": "aligned", "common_tracks": [132], "knots0": [0.0, 0.7645909645909645, 1.0], "knots1": [0.0, 0.7645909645909645, 1.0]}, {"frames": [162, 163], "aligned": true, "reason": "aligned", "common_tracks": [132], "knots0": [0.0, 0.7645909645909645, 1.0], "knots1": [0.0, 0.7645909645909645, 1.0]}, {"frames": [163, 164], "aligned": true, "reason": "aligned", "common_tracks": [132], "knots0": [0.0, 0.7645909645909645, 1.0], "knots1": [0.0, 0.7645909645909645, 1.0]}, {"frames": [164, 165], "aligned": true, "reason": "aligned", "common_tracks": [132, 141], "knots0": [0.0, 0.7645909645909645, 0.8920634920634921, 1.0], "knots1": [0.0, 0.7540903540903541, 0.9023199023199023, 1.0]}, {"frames": [165, 166], "aligned": true, "reason": "aligned", "common_tracks": [132], "knots0": [0.0, 0.7540903540903541, 1.0], "knots1": [0.0, 0.7540903540903541, 1.0]}, {"frames": [166, 167], "aligned": true, "reason": "aligned", "common_tracks": [132], "knots0": [0.0, 0.7540903540903541, 1.0], "knots1": [0.0, 0.7540903540903541, 1.0]}, {"frames": [167, 168], "aligned": true, "reason": "aligned", "common_tracks": [132], "knots0": [0.0, 0.7540903540903541, 1.0], "knots1": [0.0, 0.7540903540903541, 1.0]}, {"frames": [168, 169], "aligned": true, "reason": "aligned", "common_tracks": [132], "knots0": [0.0, 0.7540903540903541, 1.0], "knots1": [0.0, 0.7540903540903541, 1.0]}, {"frames": [169, 170], "aligned": true, "reason": "aligned", "common_tracks": [132], "knots0": [0.0, 0.7540903540903541, 1.0], "knots1": [0.0, 0.7540903540903541, 1.0]}, {"frames": [170, 171], "aligned": true, "reason": "aligned", "common_tracks": [132], "knots0": [0.0, 0.7540903540903541, 1.0], "knots1": [0.0, 0.7540903540903541, 1.0]}, {"frames": [171, 172], "aligned": true, "reason": "aligned", "common_tracks": [132], "knots0": [0.0, 0.7540903540903541, 1.0], "knots1": [0.0, 0.7540903540903541, 1.0]}, {"frames": [172, 173], "aligned": true, "reason": "aligned", "common_tracks": [132], "knots0": [0.0, 0.7540903540903541, 1.0], "knots1": [0.0, 0.7540903540903541, 1.0]}, {"frames": [173, 174], "aligned": true, "reason": "aligned", "common_tracks": [132], "knots0": [0.0, 0.7540903540903541, 1.0], "knots1": [0.0, 0.7540903540903541, 1.0]}, {"frames": [174, 175], "aligned": true, "reason": "aligned", "common_tracks": [132], "knots0": [0.0, 0.7540903540903541, 1.0], "knots1": [0.0, 0.7540903540903541, 1.0]}, {"frames": [175, 176], "aligned": true, "reason": "aligned", "common_tracks": [132], "knots0": [0.0, 0.7540903540903541, 1.0], "knots1": [0.0, 0.7540903540903541, 1.0]}, {"frames": [176, 177], "aligned": true, "reason": "aligned", "common_tracks": [132], "knots0": [0.0, 0.7540903540903541, 1.0], "knots1": [0.0, 0.7540903540903541, 1.0]}, {"frames": [177, 178], "aligned": true, "reason": "aligned", "common_tracks": [132], "knots0": [0.0, 0.7540903540903541, 1.0], "knots1": [0.0, 0.7540903540903541, 1.0]}, {"frames": [178, 179], "aligned": true, "reason": "aligned", "common_tracks": [132, 143], "knots0": [0.0, 0.7540903540903541, 0.9137973137973138, 1.0], "knots1": [0.0, 0.7577533577533577, 0.9101343101343101, 1.0]}, {"frames": [179, 180], "aligned": true, "reason": "aligned", "common_tracks": [132, 143], "knots0": [0.0, 0.7577533577533577, 0.9101343101343101, 1.0], "knots1": [0.0, 0.7755799755799756, 0.8925518925518926, 1.0]}, {"frames": [180, 181], "aligned": true, "reason": "aligned", "common_tracks": [132, 143], "knots0": [0.0, 0.7755799755799756, 0.8925518925518926, 1.0], "knots1": [0.0, 0.7609279609279609, 0.9072039072039072, 1.0]}, {"frames": [181, 182], "aligned": true, "reason": "aligned", "common_tracks": [132], "knots0": [0.0, 0.7609279609279609, 1.0], "knots1": [0.0, 0.7609279609279609, 1.0]}, {"frames": [182, 183], "aligned": true, "reason": "aligned", "common_tracks": [132], "knots0": [0.0, 0.7609279609279609, 1.0], "knots1": [0.0, 0.7609279609279609, 1.0]}, {"frames": [183, 184], "aligned": true, "reason": "aligned", "common_tracks": [132], "knots0": [0.0, 0.7609279609279609, 1.0], "knots1": [0.0, 0.7609279609279609, 1.0]}, {"frames": [184, 185], "aligned": true, "reason": "aligned", "common_tracks": [145, 132], "knots0": [0.0, 0.5472527472527473, 0.7609279609279609, 1.0], "knots1": [0.0, 0.5296703296703297, 0.7785103785103785, 1.0]}, {"frames": [185, 186], "aligned": true, "reason": "aligned", "common_tracks": [147, 132, 146], "knots0": [0.0, 0.6678876678876678, 0.7785103785103785, 0.8236874236874236, 1.0], "knots1": [0.0, 0.6317460317460317, 0.7702075702075702, 0.8683760683760684, 1.0]}, {"frames": [186, 187], "aligned": false, "reason": "crossing extrema order", "common_tracks": [147, 132, 146], "knots0": [0.0, 0.6317460317460317, 0.7702075702075702, 0.8683760683760684, 1.0], "knots1": [0.0, 0.6214896214896215, 0.8544566544566544, 0.7943833943833943, 1.0]}, {"frames": [187, 188], "aligned": true, "reason": "aligned", "common_tracks": [149, 147, 146], "knots0": [0.0, 0.568009768009768, 0.6214896214896215, 0.7943833943833943, 1.0], "knots1": [0.0, 0.544078144078144, 0.638095238095238, 0.8017094017094017, 1.0]}, {"frames": [188, 189], "aligned": true, "reason": "aligned", "common_tracks": [146], "knots0": [0.0, 0.8017094017094017, 1.0], "knots1": [0.0, 0.8017094017094017, 1.0]}, {"frames": [189, 190], "aligned": true, "reason": "aligned", "common_tracks": [146], "knots0": [0.0, 0.8017094017094017, 1.0], "knots1": [0.0, 0.8017094017094017, 1.0]}, {"frames": [190, 191], "aligned": true, "reason": "aligned", "common_tracks": [146], "knots0": [0.0, 0.8017094017094017, 1.0], "knots1": [0.0, 0.8017094017094017, 1.0]}, {"frames": [191, 192], "aligned": true, "reason": "aligned", "common_tracks": [146], "knots0": [0.0, 0.8017094017094017, 1.0], "knots1": [0.0, 0.8017094017094017, 1.0]}, {"frames": [192, 193], "aligned": true, "reason": "aligned", "common_tracks": [146], "knots0": [0.0, 0.8017094017094017, 1.0], "knots1": [0.0, 0.8017094017094017, 1.0]}, {"frames": [193, 194], "aligned": true, "reason": "aligned", "common_tracks": [151, 146], "knots0": [0.0, 0.5125763125763125, 0.8017094017094017, 1.0], "knots1": [0.0, 0.5824175824175825, 0.7318681318681318, 1.0]}, {"frames": [194, 195], "aligned": true, "reason": "aligned", "common_tracks": [152, 146], "knots0": [0.0, 0.4608058608058608, 0.7318681318681318, 1.0], "knots1": [0.0, 0.5326007326007326, 0.6600732600732601, 1.0]}, {"frames": [195, 196], "aligned": true, "reason": "aligned", "common_tracks": [152, 146, 153], "knots0": [0.0, 0.5326007326007326, 0.6600732600732601, 0.7946275946275946, 1.0], "knots1": [0.0, 0.5418803418803418, 0.6507936507936508, 0.7948717948717948, 1.0]}, {"frames": [196, 197], "aligned": true, "reason": "aligned", "common_tracks": [152, 146, 153], "knots0": [0.0, 0.5418803418803418, 0.6507936507936508, 0.7948717948717948, 1.0], "knots1": [0.0, 0.48864468864468863, 0.6908424908424908, 0.8080586080586081, 1.0]}, {"frames": [197, 198], "aligned": true, "reason": "aligned", "common_tracks": [152, 146], "knots0": [0.0, 0.48864468864468863, 0.6908424908424908, 1.0], "knots1": [0.0, 0.5098901098901099, 0.6693528693528693, 1.0]}, {"frames": [198, 199], "aligned": true, "reason": "aligned", "common_tracks": [152, 146], "knots0": [0.0, 0.5098901098901099, 0.6693528693528693, 1.0], "knots1": [0.0, 0.5115995115995116, 0.6676434676434676, 1.0]}, {"frames": [199, 200], "aligned": true, "reason": "aligned", "common_tracks": [146], "knots0": [0.0, 0.6676434676434676, 1.0], "knots1": [0.0, 0.6676434676434676, 1.0]}, {"frames": [200, 201], "aligned": true, "reason": "aligned", "common_tracks": [146], "knots0": [0.0, 0.6676434676434676, 1.0], "knots1": [0.0, 0.6676434676434676, 1.0]}, {"frames": [201, 202], "aligned": true, "reason": "aligned", "common_tracks": [146], "knots0": [0.0, 0.6676434676434676, 1.0], "knots1": [0.0, 0.6676434676434676, 1.0]}, {"frames": [202, 203], "aligned": true, "reason": "aligned", "common_tracks": [146], "knots0": [0.0, 0.6676434676434676, 1.0], "knots1": [0.0, 0.6676434676434676, 1.0]}, {"frames": [203, 204], "aligned": true, "reason": "aligned", "common_tracks": [146], "knots0": [0.0, 0.6676434676434676, 1.0], "knots1": [0.0, 0.6676434676434676, 1.0]}, {"frames": [204, 205], "aligned": true, "reason": "aligned", "common_tracks": [146, 156], "knots0": [0.0, 0.6676434676434676, 0.8197802197802198, 1.0], "knots1": [0.0, 0.6249084249084249, 0.8625152625152626, 1.0]}, {"frames": [205, 206], "aligned": true, "reason": "aligned", "common_tracks": [157, 156], "knots0": [0.0, 0.7181929181929182, 0.8625152625152626, 1.0], "knots1": [0.0, 0.7054945054945055, 0.8752136752136752, 1.0]}, {"frames": [206, 207], "aligned": true, "reason": "aligned", "common_tracks": [157, 156], "knots0": [0.0, 0.7054945054945055, 0.8752136752136752, 1.0], "knots1": [0.0, 0.6993894993894993, 0.8813186813186813, 1.0]}, {"frames": [207, 208], "aligned": true, "reason": "aligned", "common_tracks": [157], "knots0": [0.0, 0.6993894993894993, 1.0], "knots1": [0.0, 0.6993894993894993, 1.0]}, {"frames": [208, 209], "aligned": true, "reason": "aligned", "common_tracks": [157], "knots0": [0.0, 0.6993894993894993, 1.0], "knots1": [0.0, 0.6993894993894993, 1.0]}, {"frames": [209, 210], "aligned": true, "reason": "aligned", "common_tracks": [158], "knots0": [0.0, 0.5316239316239316, 1.0], "knots1": [0.0, 0.5316239316239316, 1.0]}, {"frames": [210, 211], "aligned": true, "reason": "aligned", "common_tracks": [158], "knots0": [0.0, 0.5316239316239316, 1.0], "knots1": [0.0, 0.5316239316239316, 1.0]}, {"frames": [211, 212], "aligned": true, "reason": "aligned", "common_tracks": [158], "knots0": [0.0, 0.5316239316239316, 1.0], "knots1": [0.0, 0.5316239316239316, 1.0]}, {"frames": [212, 213], "aligned": true, "reason": "aligned", "common_tracks": [158], "knots0": [0.0, 0.5316239316239316, 1.0], "knots1": [0.0, 0.5316239316239316, 1.0]}, {"frames": [213, 214], "aligned": true, "reason": "aligned", "common_tracks": [158], "knots0": [0.0, 0.5316239316239316, 1.0], "knots1": [0.0, 0.5316239316239316, 1.0]}, {"frames": [214, 215], "aligned": true, "reason": "aligned", "common_tracks": [158], "knots0": [0.0, 0.5316239316239316, 1.0], "knots1": [0.0, 0.5316239316239316, 1.0]}, {"frames": [215, 216], "aligned": true, "reason": "aligned", "common_tracks": [158], "knots0": [0.0, 0.5316239316239316, 1.0], "knots1": [0.0, 0.5316239316239316, 1.0]}, {"frames": [216, 217], "aligned": true, "reason": "aligned", "common_tracks": [158], "knots0": [0.0, 0.5316239316239316, 1.0], "knots1": [0.0, 0.5316239316239316, 1.0]}, {"frames": [217, 218], "aligned": true, "reason": "aligned", "common_tracks": [158], "knots0": [0.0, 0.5316239316239316, 1.0], "knots1": [0.0, 0.5316239316239316, 1.0]}, {"frames": [218, 219], "aligned": true, "reason": "aligned", "common_tracks": [158], "knots0": [0.0, 0.5316239316239316, 1.0], "knots1": [0.0, 0.5316239316239316, 1.0]}, {"frames": [219, 220], "aligned": true, "reason": "aligned", "common_tracks": [158], "knots0": [0.0, 0.5316239316239316, 1.0], "knots1": [0.0, 0.5316239316239316, 1.0]}, {"frames": [220, 221], "aligned": true, "reason": "aligned", "common_tracks": [158], "knots0": [0.0, 0.5316239316239316, 1.0], "knots1": [0.0, 0.5316239316239316, 1.0]}, {"frames": [221, 222], "aligned": true, "reason": "aligned", "common_tracks": [158], "knots0": [0.0, 0.5316239316239316, 1.0], "knots1": [0.0, 0.5316239316239316, 1.0]}, {"frames": [222, 223], "aligned": true, "reason": "aligned", "common_tracks": [158, 163], "knots0": [0.0, 0.5316239316239316, 0.707936507936508, 1.0], "knots1": [0.0, 0.5221001221001221, 0.7174603174603175, 1.0]}, {"frames": [223, 224], "aligned": true, "reason": "aligned", "common_tracks": [158, 164, 163], "knots0": [0.0, 0.5221001221001221, 0.6547008547008547, 0.7174603174603175, 1.0], "knots1": [0.0, 0.5047619047619047, 0.6498168498168498, 0.7396825396825397, 1.0]}, {"frames": [224, 225], "aligned": true, "reason": "aligned", "common_tracks": [158, 163], "knots0": [0.0, 0.5047619047619047, 0.7396825396825397, 1.0], "knots1": [0.0, 0.5533577533577534, 0.6910866910866911, 1.0]}, {"frames": [225, 226], "aligned": true, "reason": "aligned", "common_tracks": [158, 163], "knots0": [0.0, 0.5533577533577534, 0.6910866910866911, 1.0], "knots1": [0.0, 0.5426129426129426, 0.7018315018315018, 1.0]}, {"frames": [226, 227], "aligned": true, "reason": "aligned", "common_tracks": [158], "knots0": [0.0, 0.5426129426129426, 1.0], "knots1": [0.0, 0.5426129426129426, 1.0]}, {"frames": [227, 228], "aligned": true, "reason": "aligned", "common_tracks": [158], "knots0": [0.0, 0.5426129426129426, 1.0], "knots1": [0.0, 0.5426129426129426, 1.0]}, {"frames": [228, 229], "aligned": true, "reason": "aligned", "common_tracks": [158, 167], "knots0": [0.0, 0.5426129426129426, 0.7025641025641025, 1.0], "knots1": [0.0, 0.548962148962149, 0.6962148962148962, 1.0]}, {"frames": [229, 230], "aligned": true, "reason": "aligned", "common_tracks": [158], "knots0": [0.0, 0.548962148962149, 1.0], "knots1": [0.0, 0.548962148962149, 1.0]}, {"frames": [230, 231], "aligned": true, "reason": "aligned", "common_tracks": [158], "knots0": [0.0, 0.548962148962149, 1.0], "knots1": [0.0, 0.548962148962149, 1.0]}, {"frames": [231, 232], "aligned": true, "reason": "aligned", "common_tracks": [158], "knots0": [0.0, 0.548962148962149, 1.0], "knots1": [0.0, 0.548962148962149, 1.0]}, {"frames": [232, 233], "aligned": true, "reason": "aligned", "common_tracks": [158, 168], "knots0": [0.0, 0.548962148962149, 0.705006105006105, 1.0], "knots1": [0.0, 0.5738705738705738, 0.6803418803418804, 1.0]}, {"frames": [233, 234], "aligned": true, "reason": "aligned", "common_tracks": [158, 168], "knots0": [0.0, 0.5738705738705738, 0.6803418803418804, 1.0], "knots1": [0.0, 0.5562881562881563, 0.6976800976800976, 1.0]}, {"frames": [234, 235], "aligned": true, "reason": "aligned", "common_tracks": [158], "knots0": [0.0, 0.5562881562881563, 1.0], "knots1": [0.0, 0.5562881562881563, 1.0]}, {"frames": [235, 236], "aligned": true, "reason": "aligned", "common_tracks": [158], "knots0": [0.0, 0.5562881562881563, 1.0], "knots1": [0.0, 0.5562881562881563, 1.0]}, {"frames": [236, 237], "aligned": true, "reason": "aligned", "common_tracks": [172, 158], "knots0": [0.0, 0.41245421245421243, 0.5562881562881563, 1.0], "knots1": [0.0, 0.4368742368742369, 0.5318681318681319, 1.0]}, {"frames": [237, 238], "aligned": true, "reason": "aligned", "common_tracks": [175, 174], "knots0": [0.0, 0.210989010989011, 0.3018315018315018, 1.0], "knots1": [0.0, 0.17484737484737484, 0.33772893772893775, 1.0]}, {"frames": [238, 239], "aligned": true, "reason": "aligned", "common_tracks": [175, 174], "knots0": [0.0, 0.17484737484737484, 0.33772893772893775, 1.0], "knots1": [0.0, 0.1838827838827839, 0.3286935286935287, 1.0]}, {"frames": [239, 240], "aligned": true, "reason": "aligned", "common_tracks": [174, 176], "knots0": [0.0, 0.3286935286935287, 0.4368742368742369, 1.0], "knots1": [0.0, 0.31404151404151404, 0.4517704517704518, 1.0]}, {"frames": [240, 241], "aligned": true, "reason": "aligned", "common_tracks": [174, 176], "knots0": [0.0, 0.31404151404151404, 0.4517704517704518, 1.0], "knots1": [0.0, 0.2774114774114774, 0.48815628815628814, 1.0]}, {"frames": [241, 242], "aligned": true, "reason": "aligned", "common_tracks": [174, 176], "knots0": [0.0, 0.2774114774114774, 0.48815628815628814, 1.0], "knots1": [0.0, 0.26837606837606837, 0.4971916971916972, 1.0]}, {"frames": [242, 243], "aligned": true, "reason": "aligned", "common_tracks": [174, 178], "knots0": [0.0, 0.26837606837606837, 0.41245421245421243, 1.0], "knots1": [0.0, 0.2525030525030525, 0.4283272283272283, 1.0]}, {"frames": [243, 244], "aligned": true, "reason": "aligned", "common_tracks": [174, 178], "knots0": [0.0, 0.2525030525030525, 0.4283272283272283, 1.0], "knots1": [0.0, 0.252014652014652, 0.4288156288156288, 1.0]}, {"frames": [244, 245], "aligned": true, "reason": "aligned", "common_tracks": [174, 178], "knots0": [0.0, 0.252014652014652, 0.4288156288156288, 1.0], "knots1": [0.0, 0.25445665445665444, 0.4266178266178266, 1.0]}, {"frames": [245, 246], "aligned": true, "reason": "aligned", "common_tracks": [178], "knots0": [0.0, 0.4266178266178266, 1.0], "knots1": [0.0, 0.4266178266178266, 1.0]}, {"frames": [246, 247], "aligned": true, "reason": "aligned", "common_tracks": [180, 178], "knots0": [0.0, 0.2698412698412698, 0.4266178266178266, 1.0], "knots1": [0.0, 0.26324786324786326, 0.432967032967033, 1.0]}, {"frames": [247, 248], "aligned": true, "reason": "aligned", "common_tracks": [180, 178], "knots0": [0.0, 0.26324786324786326, 0.432967032967033, 1.0], "knots1": [0.0, 0.27228327228327226, 0.4239316239316239, 1.0]}, {"frames": [248, 249], "aligned": true, "reason": "aligned", "common_tracks": [180, 178], "knots0": [0.0, 0.27228327228327226, 0.4239316239316239, 1.0], "knots1": [0.0, 0.2634920634920635, 0.43272283272283274, 1.0]}, {"frames": [249, 250], "aligned": true, "reason": "aligned", "common_tracks": [180, 178], "knots0": [0.0, 0.2634920634920635, 0.43272283272283274, 1.0], "knots1": [0.0, 0.2698412698412698, 0.4266178266178266, 1.0]}, {"frames": [250, 251], "aligned": true, "reason": "aligned", "common_tracks": [180, 178], "knots0": [0.0, 0.2698412698412698, 0.4266178266178266, 1.0], "knots1": [0.0, 0.23516483516483516, 0.4612942612942613, 1.0]}, {"frames": [251, 252], "aligned": true, "reason": "aligned", "common_tracks": [180, 178], "knots0": [0.0, 0.23516483516483516, 0.4612942612942613, 1.0], "knots1": [0.0, 0.26837606837606837, 0.4278388278388278, 1.0]}, {"frames": [252, 253], "aligned": true, "reason": "aligned", "common_tracks": [180], "knots0": [0.0, 0.26837606837606837, 1.0], "knots1": [0.0, 0.26837606837606837, 1.0]}, {"frames": [253, 254], "aligned": true, "reason": "aligned", "common_tracks": [180], "knots0": [0.0, 0.26837606837606837, 1.0], "knots1": [0.0, 0.26837606837606837, 1.0]}, {"frames": [254, 255], "aligned": true, "reason": "aligned", "common_tracks": [180], "knots0": [0.0, 0.26837606837606837, 1.0], "knots1": [0.0, 0.26837606837606837, 1.0]}, {"frames": [255, 256], "aligned": true, "reason": "aligned", "common_tracks": [180, 184], "knots0": [0.0, 0.26837606837606837, 0.5128205128205128, 1.0], "knots1": [0.0, 0.2862026862026862, 0.494993894993895, 1.0]}, {"frames": [256, 257], "aligned": true, "reason": "aligned", "common_tracks": [180], "knots0": [0.0, 0.2862026862026862, 1.0], "knots1": [0.0, 0.2862026862026862, 1.0]}, {"frames": [257, 258], "aligned": true, "reason": "aligned", "common_tracks": [180], "knots0": [0.0, 0.2862026862026862, 1.0], "knots1": [0.0, 0.2862026862026862, 1.0]}, {"frames": [258, 259], "aligned": true, "reason": "aligned", "common_tracks": [180], "knots0": [0.0, 0.2862026862026862, 1.0], "knots1": [0.0, 0.2862026862026862, 1.0]}, {"frames": [259, 260], "aligned": true, "reason": "aligned", "common_tracks": [180], "knots0": [0.0, 0.2862026862026862, 1.0], "knots1": [0.0, 0.2862026862026862, 1.0]}, {"frames": [260, 261], "aligned": true, "reason": "aligned", "common_tracks": [180], "knots0": [0.0, 0.2862026862026862, 1.0], "knots1": [0.0, 0.2862026862026862, 1.0]}, {"frames": [261, 262], "aligned": true, "reason": "aligned", "common_tracks": [180], "knots0": [0.0, 0.2862026862026862, 1.0], "knots1": [0.0, 0.2862026862026862, 1.0]}, {"frames": [262, 263], "aligned": true, "reason": "aligned", "common_tracks": [180], "knots0": [0.0, 0.2862026862026862, 1.0], "knots1": [0.0, 0.2862026862026862, 1.0]}, {"frames": [263, 264], "aligned": true, "reason": "aligned", "common_tracks": [180], "knots0": [0.0, 0.2862026862026862, 1.0], "knots1": [0.0, 0.2862026862026862, 1.0]}, {"frames": [264, 265], "aligned": true, "reason": "aligned", "common_tracks": [180], "knots0": [0.0, 0.2862026862026862, 1.0], "knots1": [0.0, 0.2862026862026862, 1.0]}, {"frames": [265, 266], "aligned": true, "reason": "aligned", "common_tracks": [180], "knots0": [0.0, 0.2862026862026862, 1.0], "knots1": [0.0, 0.2862026862026862, 1.0]}, {"frames": [266, 267], "aligned": true, "reason": "aligned", "common_tracks": [180], "knots0": [0.0, 0.2862026862026862, 1.0], "knots1": [0.0, 0.2862026862026862, 1.0]}, {"frames": [267, 268], "aligned": true, "reason": "aligned", "common_tracks": [190, 180], "knots0": [0.0, 0.04322344322344322, 0.2862026862026862, 1.0], "knots1": [0.0, 0.11404151404151404, 0.21562881562881564, 1.0]}, {"frames": [268, 269], "aligned": true, "reason": "aligned", "common_tracks": [190], "knots0": [0.0, 0.11404151404151404, 1.0], "knots1": [0.0, 0.11404151404151404, 1.0]}, {"frames": [269, 270], "aligned": true, "reason": "aligned", "common_tracks": [190], "knots0": [0.0, 0.11404151404151404, 1.0], "knots1": [0.0, 0.11404151404151404, 1.0]}, {"frames": [270, 271], "aligned": true, "reason": "aligned", "common_tracks": [190, 193], "knots0": [0.0, 0.11404151404151404, 0.2590964590964591, 1.0], "knots1": [0.0, 0.11208791208791209, 0.2608058608058608, 1.0]}, {"frames": [271, 272], "aligned": true, "reason": "aligned", "common_tracks": [190, 193], "knots0": [0.0, 0.11208791208791209, 0.2608058608058608, 1.0], "knots1": [0.0, 0.11306471306471307, 0.2600732600732601, 1.0]}, {"frames": [272, 273], "aligned": true, "reason": "aligned", "common_tracks": [190, 193], "knots0": [0.0, 0.11306471306471307, 0.2600732600732601, 1.0], "knots1": [0.0, 0.11501831501831501, 0.25811965811965815, 1.0]}, {"frames": [273, 274], "aligned": true, "reason": "aligned", "common_tracks": [190, 193], "knots0": [0.0, 0.11501831501831501, 0.25811965811965815, 1.0], "knots1": [0.0, 0.11037851037851037, 0.26275946275946277, 1.0]}, {"frames": [274, 275], "aligned": true, "reason": "aligned", "common_tracks": [190], "knots0": [0.0, 0.11037851037851037, 1.0], "knots1": [0.0, 0.11037851037851037, 1.0]}, {"frames": [275, 276], "aligned": true, "reason": "aligned", "common_tracks": [190], "knots0": [0.0, 0.11037851037851037, 1.0], "knots1": [0.0, 0.11037851037851037, 1.0]}, {"frames": [276, 277], "aligned": true, "reason": "aligned", "common_tracks": [190, 195], "knots0": [0.0, 0.11037851037851037, 0.28547008547008546, 1.0], "knots1": [0.0, 0.1072039072039072, 0.2886446886446886, 1.0]}, {"frames": [277, 278], "aligned": true, "reason": "aligned", "common_tracks": [195], "knots0": [0.0, 0.2886446886446886, 1.0], "knots1": [0.0, 0.2886446886446886, 1.0]}, {"frames": [278, 279], "aligned": false, "reason": "no common extrema", "common_tracks": [], "knots0": [0.0, 1.0], "knots1": [0.0, 1.0]}, {"frames": [279, 280], "aligned": true, "reason": "aligned", "common_tracks": [198, 199], "knots0": [0.0, 0.536019536019536, 0.6652014652014652, 1.0], "knots1": [0.0, 0.5330891330891331, 0.6681318681318681, 1.0]}, {"frames": [280, 281], "aligned": true, "reason": "aligned", "common_tracks": [198], "knots0": [0.0, 0.5330891330891331, 1.0], "knots1": [0.0, 0.5330891330891331, 1.0]}, {"frames": [281, 282], "aligned": true, "reason": "aligned", "common_tracks": [198], "knots0": [0.0, 0.5330891330891331, 1.0], "knots1": [0.0, 0.5330891330891331, 1.0]}, {"frames": [282, 283], "aligned": true, "reason": "aligned", "common_tracks": [198], "knots0": [0.0, 0.5330891330891331, 1.0], "knots1": [0.0, 0.5330891330891331, 1.0]}, {"frames": [283, 284], "aligned": true, "reason": "aligned", "common_tracks": [198], "knots0": [0.0, 0.5330891330891331, 1.0], "knots1": [0.0, 0.5330891330891331, 1.0]}, {"frames": [284, 285], "aligned": true, "reason": "aligned", "common_tracks": [198], "knots0": [0.0, 0.5330891330891331, 1.0], "knots1": [0.0, 0.5330891330891331, 1.0]}, {"frames": [285, 286], "aligned": true, "reason": "aligned", "common_tracks": [198], "knots0": [0.0, 0.5330891330891331, 1.0], "knots1": [0.0, 0.5330891330891331, 1.0]}, {"frames": [286, 287], "aligned": true, "reason": "aligned", "common_tracks": [198], "knots0": [0.0, 0.5330891330891331, 1.0], "knots1": [0.0, 0.5330891330891331, 1.0]}, {"frames": [287, 288], "aligned": true, "reason": "aligned", "common_tracks": [198], "knots0": [0.0, 0.5330891330891331, 1.0], "knots1": [0.0, 0.5330891330891331, 1.0]}, {"frames": [288, 289], "aligned": true, "reason": "aligned", "common_tracks": [198], "knots0": [0.0, 0.5330891330891331, 1.0], "knots1": [0.0, 0.5330891330891331, 1.0]}, {"frames": [289, 290], "aligned": true, "reason": "aligned", "common_tracks": [198], "knots0": [0.0, 0.5330891330891331, 1.0], "knots1": [0.0, 0.5330891330891331, 1.0]}, {"frames": [290, 291], "aligned": true, "reason": "aligned", "common_tracks": [198], "knots0": [0.0, 0.5330891330891331, 1.0], "knots1": [0.0, 0.5330891330891331, 1.0]}, {"frames": [291, 292], "aligned": true, "reason": "aligned", "common_tracks": [202, 198], "knots0": [0.0, 0.3509157509157509, 0.5330891330891331, 1.0], "knots1": [0.0, 0.36385836385836384, 0.5201465201465202, 1.0]}, {"frames": [292, 293], "aligned": true, "reason": "aligned", "common_tracks": [202, 198], "knots0": [0.0, 0.36385836385836384, 0.5201465201465202, 1.0], "knots1": [0.0, 0.3677655677655678, 0.5162393162393163, 1.0]}, {"frames": [293, 294], "aligned": true, "reason": "aligned", "common_tracks": [198], "knots0": [0.0, 0.5162393162393163, 1.0], "knots1": [0.0, 0.5162393162393163, 1.0]}, {"frames": [294, 295], "aligned": true, "reason": "aligned", "common_tracks": [198], "knots0": [0.0, 0.5162393162393163, 1.0], "knots1": [0.0, 0.5162393162393163, 1.0]}, {"frames": [295, 296], "aligned": true, "reason": "aligned", "common_tracks": [198, 204], "knots0": [0.0, 0.5162393162393163, 0.6644688644688644, 1.0], "knots1": [0.0, 0.5152625152625152, 0.6654456654456654, 1.0]}, {"frames": [296, 297], "aligned": true, "reason": "aligned", "common_tracks": [198, 204], "knots0": [0.0, 0.5152625152625152, 0.6654456654456654, 1.0], "knots1": [0.0, 0.5108669108669108, 0.6698412698412698, 1.0]}, {"frames": [297, 298], "aligned": true, "reason": "aligned", "common_tracks": [198, 204], "knots0": [0.0, 0.5108669108669108, 0.6698412698412698, 1.0], "knots1": [0.0, 0.5181929181929182, 0.6625152625152625, 1.0]}, {"frames": [298, 299], "aligned": true, "reason": "aligned", "common_tracks": [198], "knots0": [0.0, 0.5181929181929182, 1.0], "knots1": [0.0, 0.5181929181929182, 1.0]}, {"frames": [299, 300], "aligned": true, "reason": "aligned", "common_tracks": [198], "knots0": [0.0, 0.5181929181929182, 1.0], "knots1": [0.0, 0.5181929181929182, 1.0]}, {"frames": [300, 301], "aligned": true, "reason": "aligned", "common_tracks": [198], "knots0": [0.0, 0.5181929181929182, 1.0], "knots1": [0.0, 0.5181929181929182, 1.0]}, {"frames": [301, 302], "aligned": true, "reason": "aligned", "common_tracks": [198], "knots0": [0.0, 0.5181929181929182, 1.0], "knots1": [0.0, 0.5181929181929182, 1.0]}, {"frames": [302, 303], "aligned": true, "reason": "aligned", "common_tracks": [198, 206], "knots0": [0.0, 0.5181929181929182, 0.6747252747252748, 1.0], "knots1": [0.0, 0.49645909645909647, 0.6967032967032967, 1.0]}, {"frames": [303, 304], "aligned": true, "reason": "aligned", "common_tracks": [198, 206], "knots0": [0.0, 0.49645909645909647, 0.6967032967032967, 1.0], "knots1": [0.0, 0.5111111111111111, 0.6818070818070818, 1.0]}, {"frames": [304, 305], "aligned": true, "reason": "aligned", "common_tracks": [198, 206], "knots0": [0.0, 0.5111111111111111, 0.6818070818070818, 1.0], "knots1": [0.0, 0.516971916971917, 0.675946275946276, 1.0]}, {"frames": [305, 306], "aligned": true, "reason": "aligned", "common_tracks": [198, 206], "knots0": [0.0, 0.516971916971917, 0.675946275946276, 1.0], "knots1": [0.0, 0.5164835164835165, 0.6766788766788767, 1.0]}, {"frames": [306, 307], "aligned": true, "reason": "aligned", "common_tracks": [198, 206], "knots0": [0.0, 0.5164835164835165, 0.6766788766788767, 1.0], "knots1": [0.0, 0.4778998778998779, 0.715018315018315, 1.0]}, {"frames": [307, 308], "aligned": true, "reason": "aligned", "common_tracks": [198, 206], "knots0": [0.0, 0.4778998778998779, 0.715018315018315, 1.0], "knots1": [0.0, 0.5477411477411478, 0.6454212454212455, 1.0]}, {"frames": [308, 309], "aligned": true, "reason": "aligned", "common_tracks": [210, 209, 198, 206], "knots0": [0.0, 0.35702075702075703, 0.4678876678876679, 0.5477411477411478, 0.6454212454212455, 1.0], "knots1": [0.0, 0.34725274725274724, 0.4610500610500611, 0.5557997557997558, 0.653968253968254, 1.0]}, {"frames": [309, 310], "aligned": false, "reason": "crossing extrema order", "common_tracks": [210, 198, 206], "knots0": [0.0, 0.34725274725274724, 0.5557997557997558, 0.653968253968254, 1.0], "knots1": [0.0, 0.37045177045177047, 0.6349206349206349, 0.5516483516483517, 1.0]}, {"frames": [310, 311], "aligned": false, "reason": "crossing extrema order", "common_tracks": [210, 206, 198], "knots0": [0.0, 0.37045177045177047, 0.5516483516483517, 0.6349206349206349, 1.0], "knots1": [0.0, 0.3528693528693529, 0.6307692307692307, 0.5733821733821733, 1.0]}, {"frames": [311, 312], "aligned": false, "reason": "crossing extrema order", "common_tracks": [210, 198, 206], "knots0": [0.0, 0.3528693528693529, 0.5733821733821733, 0.6307692307692307, 1.0], "knots1": [0.0, 0.36336996336996336, 0.6590964590964591, 0.5345543345543345, 1.0]}, {"frames": [312, 313], "aligned": true, "reason": "aligned", "common_tracks": [206, 198], "knots0": [0.0, 0.5345543345543345, 0.6590964590964591, 1.0], "knots1": [0.0, 0.5201465201465202, 0.6732600732600733, 1.0]}, {"frames": [313, 314], "aligned": true, "reason": "aligned", "common_tracks": [198], "knots0": [0.0, 0.6732600732600733, 1.0], "knots1": [0.0, 0.6732600732600733, 1.0]}, {"frames": [314, 315], "aligned": true, "reason": "aligned", "common_tracks": [198], "knots0": [0.0, 0.6732600732600733, 1.0], "knots1": [0.0, 0.6732600732600733, 1.0]}, {"frames": [315, 316], "aligned": true, "reason": "aligned", "common_tracks": [216, 198, 214], "knots0": [0.0, 0.5032967032967033, 0.6732600732600733, 0.7416361416361417, 1.0], "knots1": [0.0, 0.5125763125763125, 0.644932844932845, 0.7604395604395604, 1.0]}, {"frames": [316, 317], "aligned": true, "reason": "aligned", "common_tracks": [216, 198, 214], "knots0": [0.0, 0.5125763125763125, 0.644932844932845, 0.7604395604395604, 1.0], "knots1": [0.0, 0.5037851037851038, 0.6393162393162393, 0.7750915750915751, 1.0]}, {"frames": [317, 318], "aligned": false, "reason": "no common extrema", "common_tracks": [], "knots0": [0.0, 1.0], "knots1": [0.0, 1.0]}, {"frames": [318, 319], "aligned": false, "reason": "no common extrema", "common_tracks": [], "knots0": [0.0, 1.0], "knots1": [0.0, 1.0]}, {"frames": [319, 320], "aligned": true, "reason": "aligned", "common_tracks": [221, 220], "knots0": [0.0, 0.5540903540903541, 0.716971916971917, 1.0], "knots1": [0.0, 0.5531135531135531, 0.7181929181929182, 1.0]}, {"frames": [320, 321], "aligned": true, "reason": "aligned", "common_tracks": [221, 220], "knots0": [0.0, 0.5531135531135531, 0.7181929181929182, 1.0], "knots1": [0.0, 0.5606837606837607, 0.7106227106227107, 1.0]}, {"frames": [321, 322], "aligned": true, "reason": "aligned", "common_tracks": [221], "knots0": [0.0, 0.5606837606837607, 1.0], "knots1": [0.0, 0.5606837606837607, 1.0]}, {"frames": [322, 323], "aligned": true, "reason": "aligned", "common_tracks": [221], "knots0": [0.0, 0.5606837606837607, 1.0], "knots1": [0.0, 0.5606837606837607, 1.0]}, {"frames": [323, 324], "aligned": true, "reason": "aligned", "common_tracks": [221], "knots0": [0.0, 0.5606837606837607, 1.0], "knots1": [0.0, 0.5606837606837607, 1.0]}, {"frames": [324, 325], "aligned": true, "reason": "aligned", "common_tracks": [221, 222], "knots0": [0.0, 0.5606837606837607, 0.8234432234432234, 1.0], "knots1": [0.0, 0.5973137973137973, 0.7868131868131868, 1.0]}, {"frames": [325, 326], "aligned": true, "reason": "aligned", "common_tracks": [221, 222], "knots0": [0.0, 0.5973137973137973, 0.7868131868131868, 1.0], "knots1": [0.0, 0.6085470085470085, 0.7755799755799756, 1.0]}, {"frames": [326, 327], "aligned": true, "reason": "aligned", "common_tracks": [224, 222], "knots0": [0.0, 0.6024420024420024, 0.7755799755799756, 1.0], "knots1": [0.0, 0.5768009768009768, 0.8014652014652015, 1.0]}, {"frames": [327, 328], "aligned": true, "reason": "aligned", "common_tracks": [224, 225, 222], "knots0": [0.0, 0.5768009768009768, 0.6954822954822955, 0.8014652014652015, 1.0], "knots1": [0.0, 0.5694749694749695, 0.7006105006105006, 0.8034188034188035, 1.0]}, {"frames": [328, 329], "aligned": true, "reason": "aligned", "common_tracks": [225, 222], "knots0": [0.0, 0.7006105006105006, 0.8034188034188035, 1.0], "knots1": [0.0, 0.6813186813186813, 0.8227106227106227, 1.0]}, {"frames": [329, 330], "aligned": true, "reason": "aligned", "common_tracks": [225, 222], "knots0": [0.0, 0.6813186813186813, 0.8227106227106227, 1.0], "knots1": [0.0, 0.7006105006105006, 0.8034188034188035, 1.0]}, {"frames": [330, 331], "aligned": true, "reason": "aligned", "common_tracks": [225, 222], "knots0": [0.0, 0.7006105006105006, 0.8034188034188035, 1.0], "knots1": [0.0, 0.6844932844932845, 0.8195360195360195, 1.0]}, {"frames": [331, 332], "aligned": true, "reason": "aligned", "common_tracks": [225, 222], "knots0": [0.0, 0.6844932844932845, 0.8195360195360195, 1.0], "knots1": [0.0, 0.6761904761904762, 0.8275946275946275, 1.0]}, {"frames": [332, 333], "aligned": true, "reason": "aligned", "common_tracks": [225, 222], "knots0": [0.0, 0.6761904761904762, 0.8275946275946275, 1.0], "knots1": [0.0, 0.673992673992674, 0.8300366300366301, 1.0]}, {"frames": [333, 334], "aligned": true, "reason": "aligned", "common_tracks": [225, 222], "knots0": [0.0, 0.673992673992674, 0.8300366300366301, 1.0], "knots1": [0.0, 0.6764346764346765, 0.8275946275946275, 1.0]}, {"frames": [334, 335], "aligned": true, "reason": "aligned", "common_tracks": [225], "knots0": [0.0, 0.6764346764346765, 1.0], "knots1": [0.0, 0.6764346764346765, 1.0]}, {"frames": [335, 336], "aligned": true, "reason": "aligned", "common_tracks": [225], "knots0": [0.0, 0.6764346764346765, 1.0], "knots1": [0.0, 0.6764346764346765, 1.0]}, {"frames": [336, 337], "aligned": true, "reason": "aligned", "common_tracks": [225, 228], "knots0": [0.0, 0.6764346764346765, 0.8129426129426129, 1.0], "knots1": [0.0, 0.6747252747252748, 0.8146520146520146, 1.0]}, {"frames": [337, 338], "aligned": true, "reason": "aligned", "common_tracks": [225, 228], "knots0": [0.0, 0.6747252747252748, 0.8146520146520146, 1.0], "knots1": [0.0, 0.6195360195360196, 0.8698412698412699, 1.0]}, {"frames": [338, 339], "aligned": true, "reason": "aligned", "common_tracks": [225, 228], "knots0": [0.0, 0.6195360195360196, 0.8698412698412699, 1.0], "knots1": [0.0, 0.663003663003663, 0.8266178266178266, 1.0]}, {"frames": [339, 340], "aligned": true, "reason": "aligned", "common_tracks": [225, 228], "knots0": [0.0, 0.663003663003663, 0.8266178266178266, 1.0], "knots1": [0.0, 0.6681318681318681, 0.8212454212454212, 1.0]}, {"frames": [340, 341], "aligned": true, "reason": "aligned", "common_tracks": [225, 228], "knots0": [0.0, 0.6681318681318681, 0.8212454212454212, 1.0], "knots1": [0.0, 0.683028083028083, 0.8065934065934066, 1.0]}, {"frames": [341, 342], "aligned": true, "reason": "aligned", "common_tracks": [225, 228, 231], "knots0": [0.0, 0.683028083028083, 0.8065934065934066, 0.9264957264957265, 1.0], "knots1": [0.0, 0.6915750915750916, 0.8048840048840049, 0.9194139194139194, 1.0]}, {"frames": [342, 343], "aligned": true, "reason": "aligned", "common_tracks": [225], "knots0": [0.0, 0.6915750915750916, 1.0], "knots1": [0.0, 0.6915750915750916, 1.0]}, {"frames": [343, 344], "aligned": true, "reason": "aligned", "common_tracks": [232, 225], "knots0": [0.0, 0.5091575091575091, 0.6915750915750916, 1.0], "knots1": [0.0, 0.5299145299145299, 0.671062271062271, 1.0]}, {"frames": [344, 345], "aligned": true, "reason": "aligned", "common_tracks": [234, 225], "knots0": [0.0, 0.43394383394383396, 0.671062271062271, 1.0], "knots1": [0.0, 0.4713064713064713, 0.6336996336996337, 1.0]}, {"frames": [345, 346], "aligned": true, "reason": "aligned", "common_tracks": [234, 225], "knots0": [0.0, 0.4713064713064713, 0.6336996336996337, 1.0], "knots1": [0.0, 0.4844932844932845, 0.6205128205128205, 1.0]}, {"frames": [346, 347], "aligned": true, "reason": "aligned", "common_tracks": [234, 225], "knots0": [0.0, 0.4844932844932845, 0.6205128205128205, 1.0], "knots1": [0.0, 0.5357753357753358, 0.5692307692307692, 1.0]}, {"frames": [347, 348], "aligned": true, "reason": "aligned", "common_tracks": [234, 225], "knots0": [0.0, 0.5357753357753358, 0.5692307692307692, 1.0], "knots1": [0.0, 0.47814407814407817, 0.6268620268620269, 1.0]}, {"frames": [348, 349], "aligned": true, "reason": "aligned", "common_tracks": [234, 225], "knots0": [0.0, 0.47814407814407817, 0.6268620268620269, 1.0], "knots1": [0.0, 0.4683760683760684, 0.6366300366300366, 1.0]}, {"frames": [349, 350], "aligned": true, "reason": "aligned", "common_tracks": [234, 225], "knots0": [0.0, 0.4683760683760684, 0.6366300366300366, 1.0], "knots1": [0.0, 0.441025641025641, 0.663980463980464, 1.0]}, {"frames": [350, 351], "aligned": false, "reason": "crossing extrema order", "common_tracks": [234, 239, 225], "knots0": [0.0, 0.441025641025641, 0.5587301587301587, 0.663980463980464, 1.0], "knots1": [0.0, 0.4473748473748474, 0.6437118437118438, 0.5726495726495726, 1.0]}, {"frames": [351, 352], "aligned": true, "reason": "aligned", "common_tracks": [234], "knots0": [0.0, 0.4473748473748474, 1.0], "knots1": [0.0, 0.4473748473748474, 1.0]}, {"frames": [352, 353], "aligned": true, "reason": "aligned", "common_tracks": [234], "knots0": [0.0, 0.4473748473748474, 1.0], "knots1": [0.0, 0.4473748473748474, 1.0]}, {"frames": [353, 354], "aligned": true, "reason": "aligned", "common_tracks": [234], "knots0": [0.0, 0.4473748473748474, 1.0], "knots1": [0.0, 0.4473748473748474, 1.0]}, {"frames": [354, 355], "aligned": true, "reason": "aligned", "common_tracks": [241, 240, 234], "knots0": [0.0, 0.2056166056166056, 0.326007326007326, 0.4473748473748474, 1.0], "knots1": [0.0, 0.20634920634920634, 0.32405372405372407, 0.4485958485958486, 1.0]}, {"frames": [355, 356], "aligned": true, "reason": "aligned", "common_tracks": [241, 234], "knots0": [0.0, 0.20634920634920634, 0.4485958485958486, 1.0], "knots1": [0.0, 0.25177045177045176, 0.40341880341880343, 1.0]}, {"frames": [356, 357], "aligned": true, "reason": "aligned", "common_tracks": [241, 234], "knots0": [0.0, 0.25177045177045176, 0.40341880341880343, 1.0], "knots1": [0.0, 0.25811965811965815, 0.3968253968253968, 1.0]}, {"frames": [357, 358], "aligned": true, "reason": "aligned", "common_tracks": [234], "knots0": [0.0, 0.3968253968253968, 1.0], "knots1": [0.0, 0.3968253968253968, 1.0]}, {"frames": [358, 359], "aligned": true, "reason": "aligned", "common_tracks": [234], "knots0": [0.0, 0.3968253968253968, 1.0], "knots1": [0.0, 0.3968253968253968, 1.0]}, {"frames": [359, 360], "aligned": true, "reason": "aligned", "common_tracks": [234], "knots0": [0.0, 0.3968253968253968, 1.0], "knots1": [0.0, 0.3968253968253968, 1.0]}, {"frames": [360, 361], "aligned": true, "reason": "aligned", "common_tracks": [234, 248], "knots0": [0.0, 0.3968253968253968, 0.5594627594627595, 1.0], "knots1": [0.0, 0.4283272283272283, 0.5282051282051282, 1.0]}, {"frames": [361, 362], "aligned": true, "reason": "aligned", "common_tracks": [234, 248], "knots0": [0.0, 0.4283272283272283, 0.5282051282051282, 1.0], "knots1": [0.0, 0.3968253968253968, 0.5594627594627595, 1.0]}, {"frames": [362, 363], "aligned": true, "reason": "aligned", "common_tracks": [234, 248], "knots0": [0.0, 0.3968253968253968, 0.5594627594627595, 1.0], "knots1": [0.0, 0.3978021978021978, 0.5584859584859585, 1.0]}, {"frames": [363, 364], "aligned": true, "reason": "aligned", "common_tracks": [234, 248, 252], "knots0": [0.0, 0.3978021978021978, 0.5584859584859585, 0.6925518925518925, 1.0], "knots1": [0.0, 0.4139194139194139, 0.5394383394383394, 0.6954822954822955, 1.0]}, {"frames": [364, 365], "aligned": true, "reason": "aligned", "common_tracks": [234, 248, 252], "knots0": [0.0, 0.4139194139194139, 0.5394383394383394, 0.6954822954822955, 1.0], "knots1": [0.0, 0.4283272283272283, 0.5472527472527473, 0.6732600732600733, 1.0]}], "scope": "Intermediate columns are display reconstruction, not observations or new RG-MTM layout/optimization results. Scientific metrics use original saved frames."}, "A": {"method": "anchor-aligned piecewise linear display reconstruction", "display_samples_per_frame": 3, "original_frames_exact": true, "original_rows": 4096, "no_scalar_overshoot": true, "aligned_intervals": 214, "interval_count": 365, "fallback_intervals": [[0, 1], [23, 24], [30, 31], [47, 48], [48, 49], [49, 50], [54, 55], [57, 58], [58, 59], [59, 60], [60, 61], [63, 64], [67, 68], [69, 70], [71, 72], [73, 74], [76, 77], [77, 78], [78, 79], [82, 83], [84, 85], [89, 90], [90, 91], [92, 93], [94, 95], [98, 99], [100, 101], [102, 103], [103, 104], [104, 105], [105, 106], [112, 113], [113, 114], [116, 117], [117, 118], [118, 119], [119, 120], [121, 122], [122, 123], [123, 124], [124, 125], [126, 127], [127, 128], [132, 133], [134, 135], [135, 136], [137, 138], [138, 139], [141, 142], [142, 143], [144, 145], [145, 146], [146, 147], [147, 148], [150, 151], [151, 152], [153, 154], [154, 155], [155, 156], [157, 158], [163, 164], [165, 166], [170, 171], [171, 172], [177, 178], [179, 180], [180, 181], [181, 182], [183, 184], [186, 187], [191, 192], [192, 193], [193, 194], [194, 195], [195, 196], [197, 198], [199, 200], [207, 208], [210, 211], [211, 212], [212, 213], [223, 224], [224, 225], [227, 228], [229, 230], [232, 233], [236, 237], [239, 240], [240, 241], [243, 244], [244, 245], [247, 248], [250, 251], [251, 252], [253, 254], [254, 255], [257, 258], [258, 259], [260, 261], [261, 262], [262, 263], [263, 264], [264, 265], [267, 268], [270, 271], [272, 273], [273, 274], [274, 275], [278, 279], [279, 280], [282, 283], [290, 291], [291, 292], [293, 294], [294, 295], [295, 296], [296, 297], [297, 298], [301, 302], [305, 306], [306, 307], [307, 308], [308, 309], [309, 310], [310, 311], [311, 312], [312, 313], [314, 315], [316, 317], [317, 318], [318, 319], [321, 322], [323, 324], [327, 328], [330, 331], [334, 335], [335, 336], [337, 338], [338, 339], [340, 341], [342, 343], [344, 345], [350, 351], [353, 354], [354, 355], [355, 356], [359, 360], [361, 362], [362, 363], [363, 364], [364, 365]], "jump_threshold_L": 0.2, "intervals": [{"frames": [0, 1], "aligned": false, "reason": "large position jump", "common_tracks": [0, 1], "knots0": [0.0, 0.4117216117216117, 0.810989010989011, 1.0], "knots1": [0.0, 0.16263736263736264, 0.8405372405372405, 1.0]}, {"frames": [1, 2], "aligned": true, "reason": "aligned", "common_tracks": [0, 1], "knots0": [0.0, 0.16263736263736264, 0.8405372405372405, 1.0], "knots1": [0.0, 0.3274725274725275, 0.7533577533577533, 1.0]}, {"frames": [2, 3], "aligned": true, "reason": "aligned", "common_tracks": [0, 1], "knots0": [0.0, 0.3274725274725275, 0.7533577533577533, 1.0], "knots1": [0.0, 0.38754578754578756, 0.7533577533577533, 1.0]}, {"frames": [3, 4], "aligned": true, "reason": "aligned", "common_tracks": [0], "knots0": [0.0, 0.38754578754578756, 1.0], "knots1": [0.0, 0.3553113553113553, 1.0]}, {"frames": [4, 5], "aligned": true, "reason": "aligned", "common_tracks": [0, 4], "knots0": [0.0, 0.3553113553113553, 0.43565323565323566, 1.0], "knots1": [0.0, 0.28962148962148965, 0.36923076923076925, 1.0]}, {"frames": [5, 6], "aligned": true, "reason": "aligned", "common_tracks": [0, 4, 5], "knots0": [0.0, 0.28962148962148965, 0.36923076923076925, 0.8578754578754578, 1.0], "knots1": [0.0, 0.3221001221001221, 0.47326007326007324, 0.8493284493284493, 1.0]}, {"frames": [6, 7], "aligned": true, "reason": "aligned", "common_tracks": [0, 4, 5], "knots0": [0.0, 0.3221001221001221, 0.47326007326007324, 0.8493284493284493, 1.0], "knots1": [0.0, 0.19926739926739928, 0.3606837606837607, 0.7794871794871795, 1.0]}, {"frames": [7, 8], "aligned": true, "reason": "aligned", "common_tracks": [0, 5], "knots0": [0.0, 0.19926739926739928, 0.7794871794871795, 1.0], "knots1": [0.0, 0.39536019536019534, 0.9123321123321123, 1.0]}, {"frames": [8, 9], "aligned": true, "reason": "aligned", "common_tracks": [0], "knots0": [0.0, 0.39536019536019534, 1.0], "knots1": [0.0, 0.5941391941391941, 1.0]}, {"frames": [9, 10], "aligned": true, "reason": "aligned", "common_tracks": [7, 0], "knots0": [0.0, 0.4683760683760684, 0.5941391941391941, 1.0], "knots1": [0.0, 0.40341880341880343, 0.5855921855921856, 1.0]}, {"frames": [10, 11], "aligned": true, "reason": "aligned", "common_tracks": [0, 8], "knots0": [0.0, 0.5855921855921856, 0.8332112332112332, 1.0], "knots1": [0.0, 0.41098901098901097, 0.8498168498168498, 1.0]}, {"frames": [11, 12], "aligned": true, "reason": "aligned", "common_tracks": [0], "knots0": [0.0, 0.41098901098901097, 1.0], "knots1": [0.0, 0.5816849816849817, 1.0]}, {"frames": [12, 13], "aligned": true, "reason": "aligned", "common_tracks": [0], "knots0": [0.0, 0.5816849816849817, 1.0], "knots1": [0.0, 0.3946275946275946, 1.0]}, {"frames": [13, 14], "aligned": true, "reason": "aligned", "common_tracks": [0], "knots0": [0.0, 0.3946275946275946, 1.0], "knots1": [0.0, 0.34627594627594627, 1.0]}, {"frames": [14, 15], "aligned": true, "reason": "aligned", "common_tracks": [0], "knots0": [0.0, 0.34627594627594627, 1.0], "knots1": [0.0, 0.5079365079365079, 1.0]}, {"frames": [15, 16], "aligned": true, "reason": "aligned", "common_tracks": [0], "knots0": [0.0, 0.5079365079365079, 1.0], "knots1": [0.0, 0.38803418803418804, 1.0]}, {"frames": [16, 17], "aligned": true, "reason": "aligned", "common_tracks": [0, 13], "knots0": [0.0, 0.38803418803418804, 0.8168498168498168, 1.0], "knots1": [0.0, 0.36971916971916974, 0.9582417582417583, 1.0]}, {"frames": [17, 18], "aligned": true, "reason": "aligned", "common_tracks": [14, 0, 13], "knots0": [0.0, 0.12063492063492064, 0.36971916971916974, 0.9582417582417583, 1.0], "knots1": [0.0, 0.1746031746031746, 0.3868131868131868, 0.8373626373626374, 1.0]}, {"frames": [18, 19], "aligned": true, "reason": "aligned", "common_tracks": [0, 13], "knots0": [0.0, 0.3868131868131868, 0.8373626373626374, 1.0], "knots1": [0.0, 0.3807081807081807, 0.9216117216117216, 1.0]}, {"frames": [19, 20], "aligned": true, "reason": "aligned", "common_tracks": [0], "knots0": [0.0, 0.3807081807081807, 1.0], "knots1": [0.0, 0.37948717948717947, 1.0]}, {"frames": [20, 21], "aligned": true, "reason": "aligned", "common_tracks": [0], "knots0": [0.0, 0.37948717948717947, 1.0], "knots1": [0.0, 0.3894993894993895, 1.0]}, {"frames": [21, 22], "aligned": true, "reason": "aligned", "common_tracks": [0], "knots0": [0.0, 0.3894993894993895, 1.0], "knots1": [0.0, 0.37704517704517704, 1.0]}, {"frames": [22, 23], "aligned": true, "reason": "aligned", "common_tracks": [0], "knots0": [0.0, 0.37704517704517704, 1.0], "knots1": [0.0, 0.5438339438339438, 1.0]}, {"frames": [23, 24], "aligned": false, "reason": "crossing extrema order", "common_tracks": [18, 0], "knots0": [0.0, 0.398046398046398, 0.5438339438339438, 1.0], "knots1": [0.0, 0.4603174603174603, 0.40805860805860805, 1.0]}, {"frames": [24, 25], "aligned": true, "reason": "aligned", "common_tracks": [0, 18], "knots0": [0.0, 0.40805860805860805, 0.4603174603174603, 1.0], "knots1": [0.0, 0.23101343101343103, 0.4363858363858364, 1.0]}, {"frames": [25, 26], "aligned": true, "reason": "aligned", "common_tracks": [18, 21], "knots0": [0.0, 0.4363858363858364, 0.8173382173382173, 1.0], "knots1": [0.0, 0.4656898656898657, 0.8703296703296703, 1.0]}, {"frames": [26, 27], "aligned": true, "reason": "aligned", "common_tracks": [18], "knots0": [0.0, 0.4656898656898657, 1.0], "knots1": [0.0, 0.5015873015873016, 1.0]}, {"frames": [27, 28], "aligned": true, "reason": "aligned", "common_tracks": [18], "knots0": [0.0, 0.5015873015873016, 1.0], "knots1": [0.0, 0.3733821733821734, 1.0]}, {"frames": [28, 29], "aligned": true, "reason": "aligned", "common_tracks": [18], "knots0": [0.0, 0.3733821733821734, 1.0], "knots1": [0.0, 0.4463980463980464, 1.0]}, {"frames": [29, 30], "aligned": true, "reason": "aligned", "common_tracks": [18], "knots0": [0.0, 0.4463980463980464, 1.0], "knots1": [0.0, 0.3252747252747253, 1.0]}, {"frames": [30, 31], "aligned": false, "reason": "no common extrema", "common_tracks": [], "knots0": [0.0, 1.0], "knots1": [0.0, 1.0]}, {"frames": [31, 32], "aligned": true, "reason": "aligned", "common_tracks": [31], "knots0": [0.0, 0.7628815628815628, 1.0], "knots1": [0.0, 0.5694749694749695, 1.0]}, {"frames": [32, 33], "aligned": true, "reason": "aligned", "common_tracks": [33, 31], "knots0": [0.0, 0.3518925518925519, 0.5694749694749695, 1.0], "knots1": [0.0, 0.36166056166056165, 0.5472527472527473, 1.0]}, {"frames": [33, 34], "aligned": true, "reason": "aligned", "common_tracks": [33, 31, 34], "knots0": [0.0, 0.36166056166056165, 0.5472527472527473, 0.7421245421245422, 1.0], "knots1": [0.0, 0.35653235653235654, 0.46642246642246643, 0.7365079365079366, 1.0]}, {"frames": [34, 35], "aligned": true, "reason": "aligned", "common_tracks": [33, 34], "knots0": [0.0, 0.35653235653235654, 0.7365079365079366, 1.0], "knots1": [0.0, 0.4456654456654457, 0.7296703296703296, 1.0]}, {"frames": [35, 36], "aligned": true, "reason": "aligned", "common_tracks": [33], "knots0": [0.0, 0.4456654456654457, 1.0], "knots1": [0.0, 0.43174603174603177, 1.0]}, {"frames": [36, 37], "aligned": true, "reason": "aligned", "common_tracks": [33], "knots0": [0.0, 0.43174603174603177, 1.0], "knots1": [0.0, 0.40683760683760684, 1.0]}, {"frames": [37, 38], "aligned": true, "reason": "aligned", "common_tracks": [33, 36], "knots0": [0.0, 0.40683760683760684, 0.7492063492063492, 1.0], "knots1": [0.0, 0.43956043956043955, 0.7474969474969475, 1.0]}, {"frames": [38, 39], "aligned": true, "reason": "aligned", "common_tracks": [33, 36], "knots0": [0.0, 0.43956043956043955, 0.7474969474969475, 1.0], "knots1": [0.0, 0.39096459096459096, 0.6378510378510378, 1.0]}, {"frames": [39, 40], "aligned": true, "reason": "aligned", "common_tracks": [33, 36], "knots0": [0.0, 0.39096459096459096, 0.6378510378510378, 1.0], "knots1": [0.0, 0.46984126984126984, 0.6581196581196581, 1.0]}, {"frames": [40, 41], "aligned": true, "reason": "aligned", "common_tracks": [33, 40], "knots0": [0.0, 0.46984126984126984, 0.6835164835164835, 1.0], "knots1": [0.0, 0.38290598290598293, 0.7294261294261294, 1.0]}, {"frames": [41, 42], "aligned": true, "reason": "aligned", "common_tracks": [33, 40], "knots0": [0.0, 0.38290598290598293, 0.7294261294261294, 1.0], "knots1": [0.0, 0.39755799755799753, 0.6598290598290598, 1.0]}, {"frames": [42, 43], "aligned": true, "reason": "aligned", "common_tracks": [33], "knots0": [0.0, 0.39755799755799753, 1.0], "knots1": [0.0, 0.35604395604395606, 1.0]}, {"frames": [43, 44], "aligned": true, "reason": "aligned", "common_tracks": [33, 43], "knots0": [0.0, 0.35604395604395606, 0.7924297924297924, 1.0], "knots1": [0.0, 0.25567765567765566, 0.736996336996337, 1.0]}, {"frames": [44, 45], "aligned": true, "reason": "aligned", "common_tracks": [33, 44, 43], "knots0": [0.0, 0.25567765567765566, 0.39536019536019534, 0.736996336996337, 1.0], "knots1": [0.0, 0.12503052503052503, 0.3907203907203907, 0.7409035409035409, 1.0]}, {"frames": [45, 46], "aligned": true, "reason": "aligned", "common_tracks": [33, 44, 43], "knots0": [0.0, 0.12503052503052503, 0.3907203907203907, 0.7409035409035409, 1.0], "knots1": [0.0, 0.17851037851037851, 0.3653235653235653, 0.7338217338217338, 1.0]}, {"frames": [46, 47], "aligned": true, "reason": "aligned", "common_tracks": [44, 43], "knots0": [0.0, 0.3653235653235653, 0.7338217338217338, 1.0], "knots1": [0.0, 0.4112332112332112, 0.7499389499389499, 1.0]}, {"frames": [47, 48], "aligned": false, "reason": "large position jump", "common_tracks": [43], "knots0": [0.0, 0.7499389499389499, 1.0], "knots1": [0.0, 0.4713064713064713, 1.0]}, {"frames": [48, 49], "aligned": false, "reason": "large position jump", "common_tracks": [43], "knots0": [0.0, 0.4713064713064713, 1.0], "knots1": [0.0, 0.8468864468864469, 1.0]}, {"frames": [49, 50], "aligned": false, "reason": "large position jump", "common_tracks": [45, 43], "knots0": [0.0, 0.4627594627594628, 0.8468864468864469, 1.0], "knots1": [0.0, 0.3738705738705739, 0.43394383394383396, 1.0]}, {"frames": [50, 51], "aligned": true, "reason": "aligned", "common_tracks": [45, 43], "knots0": [0.0, 0.3738705738705739, 0.43394383394383396, 1.0], "knots1": [0.0, 0.48986568986568985, 0.6105006105006106, 1.0]}, {"frames": [51, 52], "aligned": true, "reason": "aligned", "common_tracks": [45, 43], "knots0": [0.0, 0.48986568986568985, 0.6105006105006106, 1.0], "knots1": [0.0, 0.42808302808302806, 0.6244200244200244, 1.0]}, {"frames": [52, 53], "aligned": true, "reason": "aligned", "common_tracks": [43], "knots0": [0.0, 0.6244200244200244, 1.0], "knots1": [0.0, 0.44126984126984126, 1.0]}, {"frames": [53, 54], "aligned": true, "reason": "aligned", "common_tracks": [43], "knots0": [0.0, 0.44126984126984126, 1.0], "knots1": [0.0, 0.45274725274725275, 1.0]}, {"frames": [54, 55], "aligned": false, "reason": "large position jump", "common_tracks": [43], "knots0": [0.0, 0.45274725274725275, 1.0], "knots1": [0.0, 0.7924297924297924, 1.0]}, {"frames": [55, 56], "aligned": true, "reason": "aligned", "common_tracks": [50, 43], "knots0": [0.0, 0.33284493284493283, 0.7924297924297924, 1.0], "knots1": [0.0, 0.39755799755799753, 0.7858363858363858, 1.0]}, {"frames": [56, 57], "aligned": true, "reason": "aligned", "common_tracks": [50, 43], "knots0": [0.0, 0.39755799755799753, 0.7858363858363858, 1.0], "knots1": [0.0, 0.23809523809523808, 0.9247863247863248, 1.0]}, {"frames": [57, 58], "aligned": false, "reason": "large position jump", "common_tracks": [50], "knots0": [0.0, 0.23809523809523808, 1.0], "knots1": [0.0, 0.48131868131868133, 1.0]}, {"frames": [58, 59], "aligned": false, "reason": "crossing extrema order", "common_tracks": [50, 56], "knots0": [0.0, 0.48131868131868133, 0.8017094017094017, 1.0], "knots1": [0.0, 0.6402930402930402, 0.6170940170940171, 1.0]}, {"frames": [59, 60], "aligned": false, "reason": "large position jump", "common_tracks": [59, 56], "knots0": [0.0, 0.1794871794871795, 0.6170940170940171, 1.0], "knots1": [0.0, 0.14652014652014653, 0.8341880341880342, 1.0]}, {"frames": [60, 61], "aligned": false, "reason": "large position jump", "common_tracks": [59], "knots0": [0.0, 0.14652014652014653, 1.0], "knots1": [0.0, 0.3951159951159951, 1.0]}, {"frames": [61, 62], "aligned": true, "reason": "aligned", "common_tracks": [59], "knots0": [0.0, 0.3951159951159951, 1.0], "knots1": [0.0, 0.4424908424908425, 1.0]}, {"frames": [62, 63], "aligned": true, "reason": "aligned", "common_tracks": [59, 62], "knots0": [0.0, 0.4424908424908425, 0.8805860805860806, 1.0], "knots1": [0.0, 0.4087912087912088, 0.8539682539682539, 1.0]}, {"frames": [63, 64], "aligned": false, "reason": "large position jump", "common_tracks": [59], "knots0": [0.0, 0.4087912087912088, 1.0], "knots1": [0.0, 0.17142857142857143, 1.0]}, {"frames": [64, 65], "aligned": true, "reason": "aligned", "common_tracks": [59, 64], "knots0": [0.0, 0.17142857142857143, 0.41611721611721614, 1.0], "knots1": [0.0, 0.10183150183150183, 0.38461538461538464, 1.0]}, {"frames": [65, 66], "aligned": true, "reason": "aligned", "common_tracks": [59, 64], "knots0": [0.0, 0.10183150183150183, 0.38461538461538464, 1.0], "knots1": [0.0, 0.14627594627594628, 0.33284493284493283, 1.0]}, {"frames": [66, 67], "aligned": true, "reason": "aligned", "common_tracks": [59, 66], "knots0": [0.0, 0.14627594627594628, 0.4593406593406593, 1.0], "knots1": [0.0, 0.15384615384615385, 0.4039072039072039, 1.0]}, {"frames": [67, 68], "aligned": false, "reason": "large position jump", "common_tracks": [59, 66], "knots0": [0.0, 0.15384615384615385, 0.4039072039072039, 1.0], "knots1": [0.0, 0.4673992673992674, 0.9330891330891331, 1.0]}, {"frames": [68, 69], "aligned": true, "reason": "aligned", "common_tracks": [59], "knots0": [0.0, 0.4673992673992674, 1.0], "knots1": [0.0, 0.42857142857142855, 1.0]}, {"frames": [69, 70], "aligned": false, "reason": "large position jump", "common_tracks": [59], "knots0": [0.0, 0.42857142857142855, 1.0], "knots1": [0.0, 0.800976800976801, 1.0]}, {"frames": [70, 71], "aligned": true, "reason": "aligned", "common_tracks": [71, 59], "knots0": [0.0, 0.39853479853479856, 0.800976800976801, 1.0], "knots1": [0.0, 0.26886446886446885, 0.7794871794871795, 1.0]}, {"frames": [71, 72], "aligned": false, "reason": "large position jump", "common_tracks": [72, 59], "knots0": [0.0, 0.2884004884004884, 0.7794871794871795, 1.0], "knots1": [0.0, 0.09304029304029304, 0.4376068376068376, 1.0]}, {"frames": [72, 73], "aligned": true, "reason": "aligned", "common_tracks": [59], "knots0": [0.0, 0.4376068376068376, 1.0], "knots1": [0.0, 0.4117216117216117, 1.0]}, {"frames": [73, 74], "aligned": false, "reason": "large position jump", "common_tracks": [59], "knots0": [0.0, 0.4117216117216117, 1.0], "knots1": [0.0, 0.7763125763125763, 1.0]}, {"frames": [74, 75], "aligned": true, "reason": "aligned", "common_tracks": [74, 59], "knots0": [0.0, 0.3492063492063492, 0.7763125763125763, 1.0], "knots1": [0.0, 0.3706959706959707, 0.7763125763125763, 1.0]}, {"frames": [75, 76], "aligned": true, "reason": "aligned", "common_tracks": [74, 59], "knots0": [0.0, 0.3706959706959707, 0.7763125763125763, 1.0], "knots1": [0.0, 0.3536019536019536, 0.7885225885225885, 1.0]}, {"frames": [76, 77], "aligned": false, "reason": "large position jump", "common_tracks": [74, 59], "knots0": [0.0, 0.3536019536019536, 0.7885225885225885, 1.0], "knots1": [0.0, 0.34163614163614164, 0.5504273504273505, 1.0]}, {"frames": [77, 78], "aligned": false, "reason": "crossing extrema order", "common_tracks": [74, 59], "knots0": [0.0, 0.34163614163614164, 0.5504273504273505, 1.0], "knots1": [0.0, 0.47326007326007324, 0.4139194139194139, 1.0]}, {"frames": [78, 79], "aligned": false, "reason": "crossing extrema order", "common_tracks": [59, 74], "knots0": [0.0, 0.4139194139194139, 0.47326007326007324, 1.0], "knots1": [0.0, 0.821001221001221, 0.39487179487179486, 1.0]}, {"frames": [79, 80], "aligned": true, "reason": "aligned", "common_tracks": [74], "knots0": [0.0, 0.39487179487179486, 1.0], "knots1": [0.0, 0.3623931623931624, 1.0]}, {"frames": [80, 81], "aligned": true, "reason": "aligned", "common_tracks": [74], "knots0": [0.0, 0.3623931623931624, 1.0], "knots1": [0.0, 0.41904761904761906, 1.0]}, {"frames": [81, 82], "aligned": true, "reason": "aligned", "common_tracks": [78], "knots0": [0.0, 0.8310134310134311, 1.0], "knots1": [0.0, 0.7750915750915751, 1.0]}, {"frames": [82, 83], "aligned": false, "reason": "large position jump", "common_tracks": [78], "knots0": [0.0, 0.7750915750915751, 1.0], "knots1": [0.0, 0.33357753357753356, 1.0]}, {"frames": [83, 84], "aligned": true, "reason": "aligned", "common_tracks": [78], "knots0": [0.0, 0.33357753357753356, 1.0], "knots1": [0.0, 0.3452991452991453, 1.0]}, {"frames": [84, 85], "aligned": false, "reason": "large position jump", "common_tracks": [78], "knots0": [0.0, 0.3452991452991453, 1.0], "knots1": [0.0, 0.7963369963369963, 1.0]}, {"frames": [85, 86], "aligned": true, "reason": "aligned", "common_tracks": [79, 78], "knots0": [0.0, 0.4363858363858364, 0.7963369963369963, 1.0], "knots1": [0.0, 0.3252747252747253, 0.7286935286935287, 1.0]}, {"frames": [86, 87], "aligned": true, "reason": "aligned", "common_tracks": [79, 78], "knots0": [0.0, 0.3252747252747253, 0.7286935286935287, 1.0], "knots1": [0.0, 0.37216117216117217, 0.7772893772893773, 1.0]}, {"frames": [87, 88], "aligned": true, "reason": "aligned", "common_tracks": [79], "knots0": [0.0, 0.37216117216117217, 1.0], "knots1": [0.0, 0.4332112332112332, 1.0]}, {"frames": [88, 89], "aligned": true, "reason": "aligned", "common_tracks": [82, 79], "knots0": [0.0, 0.3724053724053724, 0.4332112332112332, 1.0], "knots1": [0.0, 0.4627594627594628, 0.516971916971917, 1.0]}, {"frames": [89, 90], "aligned": false, "reason": "crossing extrema order", "common_tracks": [82, 79], "knots0": [0.0, 0.4627594627594628, 0.516971916971917, 1.0], "knots1": [0.0, 0.44761904761904764, 0.39194139194139194, 1.0]}, {"frames": [90, 91], "aligned": false, "reason": "large position jump", "common_tracks": [79, 82], "knots0": [0.0, 0.39194139194139194, 0.44761904761904764, 1.0], "knots1": [0.0, 0.36996336996337, 0.8315018315018315, 1.0]}, {"frames": [91, 92], "aligned": true, "reason": "aligned", "common_tracks": [82], "knots0": [0.0, 0.8315018315018315, 1.0], "knots1": [0.0, 0.8141636141636142, 1.0]}, {"frames": [92, 93], "aligned": false, "reason": "large position jump", "common_tracks": [82], "knots0": [0.0, 0.8141636141636142, 1.0], "knots1": [0.0, 0.17582417582417584, 1.0]}, {"frames": [93, 94], "aligned": true, "reason": "aligned", "common_tracks": [82], "knots0": [0.0, 0.17582417582417584, 1.0], "knots1": [0.0, 0.09255189255189256, 1.0]}, {"frames": [94, 95], "aligned": false, "reason": "crossing extrema order", "common_tracks": [82, 85], "knots0": [0.0, 0.09255189255189256, 0.47448107448107446, 1.0], "knots1": [0.0, 0.7916971916971917, 0.41611721611721614, 1.0]}, {"frames": [95, 96], "aligned": true, "reason": "aligned", "common_tracks": [82], "knots0": [0.0, 0.7916971916971917, 1.0], "knots1": [0.0, 0.833943833943834, 1.0]}, {"frames": [96, 97], "aligned": true, "reason": "aligned", "common_tracks": [82], "knots0": [0.0, 0.833943833943834, 1.0], "knots1": [0.0, 0.9006105006105006, 1.0]}, {"frames": [97, 98], "aligned": true, "reason": "aligned", "common_tracks": [89], "knots0": [0.0, 0.3938949938949939, 1.0], "knots1": [0.0, 0.3833943833943834, 1.0]}, {"frames": [98, 99], "aligned": false, "reason": "large position jump", "common_tracks": [89], "knots0": [0.0, 0.3833943833943834, 1.0], "knots1": [0.0, 0.8173382173382173, 1.0]}, {"frames": [99, 100], "aligned": true, "reason": "aligned", "common_tracks": [89], "knots0": [0.0, 0.8173382173382173, 1.0], "knots1": [0.0, 0.8612942612942613, 1.0]}, {"frames": [100, 101], "aligned": false, "reason": "large position jump", "common_tracks": [89], "knots0": [0.0, 0.8612942612942613, 1.0], "knots1": [0.0, 0.336996336996337, 1.0]}, {"frames": [101, 102], "aligned": true, "reason": "aligned", "common_tracks": [89], "knots0": [0.0, 0.336996336996337, 1.0], "knots1": [0.0, 0.34896214896214894, 1.0]}, {"frames": [102, 103], "aligned": false, "reason": "large position jump", "common_tracks": [89], "knots0": [0.0, 0.34896214896214894, 1.0], "knots1": [0.0, 0.6884004884004884, 1.0]}, {"frames": [103, 104], "aligned": false, "reason": "large position jump", "common_tracks": [89], "knots0": [0.0, 0.6884004884004884, 1.0], "knots1": [0.0, 0.4456654456654457, 1.0]}, {"frames": [104, 105], "aligned": false, "reason": "large position jump", "common_tracks": [89], "knots0": [0.0, 0.4456654456654457, 1.0], "knots1": [0.0, 0.7738705738705739, 1.0]}, {"frames": [105, 106], "aligned": false, "reason": "crossing extrema order", "common_tracks": [96, 97, 89], "knots0": [0.0, 0.3916971916971917, 0.7140415140415141, 0.7738705738705739, 1.0], "knots1": [0.0, 0.5372405372405372, 0.8559218559218559, 0.5101343101343101, 1.0]}, {"frames": [106, 107], "aligned": true, "reason": "aligned", "common_tracks": [96, 97], "knots0": [0.0, 0.5372405372405372, 0.8559218559218559, 1.0], "knots1": [0.0, 0.42857142857142855, 0.9238095238095239, 1.0]}, {"frames": [107, 108], "aligned": true, "reason": "aligned", "common_tracks": [96, 97], "knots0": [0.0, 0.42857142857142855, 0.9238095238095239, 1.0], "knots1": [0.0, 0.4056166056166056, 0.811965811965812, 1.0]}, {"frames": [108, 109], "aligned": true, "reason": "aligned", "common_tracks": [96, 97], "knots0": [0.0, 0.4056166056166056, 0.811965811965812, 1.0], "knots1": [0.0, 0.37875457875457874, 0.7262515262515262, 1.0]}, {"frames": [109, 110], "aligned": true, "reason": "aligned", "common_tracks": [97], "knots0": [0.0, 0.7262515262515262, 1.0], "knots1": [0.0, 0.6764346764346765, 1.0]}, {"frames": [110, 111], "aligned": true, "reason": "aligned", "common_tracks": [97], "knots0": [0.0, 0.6764346764346765, 1.0], "knots1": [0.0, 0.7980463980463981, 1.0]}, {"frames": [111, 112], "aligned": true, "reason": "aligned", "common_tracks": [97], "knots0": [0.0, 0.7980463980463981, 1.0], "knots1": [0.0, 0.7904761904761904, 1.0]}, {"frames": [112, 113], "aligned": false, "reason": "large position jump", "common_tracks": [97], "knots0": [0.0, 0.7904761904761904, 1.0], "knots1": [0.0, 0.346031746031746, 1.0]}, {"frames": [113, 114], "aligned": false, "reason": "large position jump", "common_tracks": [97], "knots0": [0.0, 0.346031746031746, 1.0], "knots1": [0.0, 0.7338217338217338, 1.0]}, {"frames": [114, 115], "aligned": true, "reason": "aligned", "common_tracks": [97], "knots0": [0.0, 0.7338217338217338, 1.0], "knots1": [0.0, 0.8, 1.0]}, {"frames": [115, 116], "aligned": true, "reason": "aligned", "common_tracks": [97], "knots0": [0.0, 0.8, 1.0], "knots1": [0.0, 0.6498168498168498, 1.0]}, {"frames": [116, 117], "aligned": false, "reason": "crossing extrema order", "common_tracks": [97, 105], "knots0": [0.0, 0.6498168498168498, 0.6735042735042736, 1.0], "knots1": [0.0, 0.8620268620268621, 0.42857142857142855, 1.0]}, {"frames": [117, 118], "aligned": false, "reason": "large position jump", "common_tracks": [97], "knots0": [0.0, 0.8620268620268621, 1.0], "knots1": [0.0, 0.3553113553113553, 1.0]}, {"frames": [118, 119], "aligned": false, "reason": "large position jump", "common_tracks": [97], "knots0": [0.0, 0.3553113553113553, 1.0], "knots1": [0.0, 0.7335775335775335, 1.0]}, {"frames": [119, 120], "aligned": false, "reason": "no common extrema", "common_tracks": [], "knots0": [0.0, 1.0], "knots1": [0.0, 1.0]}, {"frames": [120, 121], "aligned": true, "reason": "aligned", "common_tracks": [110, 109], "knots0": [0.0, 0.18632478632478633, 0.42466422466422465, 1.0], "knots1": [0.0, 0.15311355311355312, 0.3992673992673993, 1.0]}, {"frames": [121, 122], "aligned": false, "reason": "crossing extrema order", "common_tracks": [110, 109], "knots0": [0.0, 0.15311355311355312, 0.3992673992673993, 1.0], "knots1": [0.0, 0.8862026862026862, 0.4485958485958486, 1.0]}, {"frames": [122, 123], "aligned": false, "reason": "large position jump", "common_tracks": [110], "knots0": [0.0, 0.8862026862026862, 1.0], "knots1": [0.0, 0.4315018315018315, 1.0]}, {"frames": [123, 124], "aligned": false, "reason": "large position jump", "common_tracks": [110], "knots0": [0.0, 0.4315018315018315, 1.0], "knots1": [0.0, 0.7572649572649572, 1.0]}, {"frames": [124, 125], "aligned": false, "reason": "large position jump", "common_tracks": [112, 110], "knots0": [0.0, 0.4231990231990232, 0.7572649572649572, 1.0], "knots1": [0.0, 0.2385836385836386, 0.2937728937728938, 1.0]}, {"frames": [125, 126], "aligned": true, "reason": "aligned", "common_tracks": [112, 110, 114], "knots0": [0.0, 0.2385836385836386, 0.2937728937728938, 0.8051282051282052, 1.0], "knots1": [0.0, 0.2622710622710623, 0.2996336996336996, 0.8893772893772893, 1.0]}, {"frames": [126, 127], "aligned": false, "reason": "crossing extrema order", "common_tracks": [112, 110], "knots0": [0.0, 0.2622710622710623, 0.2996336996336996, 1.0], "knots1": [0.0, 0.7032967032967034, 0.18583638583638584, 1.0]}, {"frames": [127, 128], "aligned": false, "reason": "large position jump", "common_tracks": [112], "knots0": [0.0, 0.7032967032967034, 1.0], "knots1": [0.0, 0.45567765567765567, 1.0]}, {"frames": [128, 129], "aligned": true, "reason": "aligned", "common_tracks": [112], "knots0": [0.0, 0.45567765567765567, 1.0], "knots1": [0.0, 0.4398046398046398, 1.0]}, {"frames": [129, 130], "aligned": true, "reason": "aligned", "common_tracks": [112, 118], "knots0": [0.0, 0.4398046398046398, 0.8547008547008547, 1.0], "knots1": [0.0, 0.38632478632478634, 0.8485958485958486, 1.0]}, {"frames": [130, 131], "aligned": true, "reason": "aligned", "common_tracks": [112], "knots0": [0.0, 0.38632478632478634, 1.0], "knots1": [0.0, 0.35702075702075703, 1.0]}, {"frames": [131, 132], "aligned": true, "reason": "aligned", "common_tracks": [112], "knots0": [0.0, 0.35702075702075703, 1.0], "knots1": [0.0, 0.3333333333333333, 1.0]}, {"frames": [132, 133], "aligned": false, "reason": "large position jump", "common_tracks": [112, 122], "knots0": [0.0, 0.3333333333333333, 0.3963369963369963, 1.0], "knots1": [0.0, 0.4432234432234432, 0.8688644688644689, 1.0]}, {"frames": [133, 134], "aligned": true, "reason": "aligned", "common_tracks": [112, 122], "knots0": [0.0, 0.4432234432234432, 0.8688644688644689, 1.0], "knots1": [0.0, 0.4456654456654457, 0.8463980463980464, 1.0]}, {"frames": [134, 135], "aligned": false, "reason": "crossing extrema order", "common_tracks": [112, 122], "knots0": [0.0, 0.4456654456654457, 0.8463980463980464, 1.0], "knots1": [0.0, 0.4236874236874237, 0.10012210012210013, 1.0]}, {"frames": [135, 136], "aligned": false, "reason": "large position jump", "common_tracks": [122], "knots0": [0.0, 0.10012210012210013, 1.0], "knots1": [0.0, 0.864957264957265, 1.0]}, {"frames": [136, 137], "aligned": true, "reason": "aligned", "common_tracks": [122], "knots0": [0.0, 0.864957264957265, 1.0], "knots1": [0.0, 0.7294261294261294, 1.0]}, {"frames": [137, 138], "aligned": false, "reason": "large position jump", "common_tracks": [122], "knots0": [0.0, 0.7294261294261294, 1.0], "knots1": [0.0, 0.40366300366300367, 1.0]}, {"frames": [138, 139], "aligned": false, "reason": "large position jump", "common_tracks": [122, 128], "knots0": [0.0, 0.40366300366300367, 0.8434676434676435, 1.0], "knots1": [0.0, 0.2021978021978022, 0.8483516483516483, 1.0]}, {"frames": [139, 140], "aligned": true, "reason": "aligned", "common_tracks": [122, 129, 128], "knots0": [0.0, 0.2021978021978022, 0.4564102564102564, 0.8483516483516483, 1.0], "knots1": [0.0, 0.2231990231990232, 0.4989010989010989, 0.905006105006105, 1.0]}, {"frames": [140, 141], "aligned": true, "reason": "aligned", "common_tracks": [122, 129], "knots0": [0.0, 0.2231990231990232, 0.4989010989010989, 1.0], "knots1": [0.0, 0.21953601953601953, 0.48717948717948717, 1.0]}, {"frames": [141, 142], "aligned": false, "reason": "crossing extrema order", "common_tracks": [122, 129], "knots0": [0.0, 0.21953601953601953, 0.48717948717948717, 1.0], "knots1": [0.0, 0.9184371184371184, 0.4810744810744811, 1.0]}, {"frames": [142, 143], "aligned": false, "reason": "large position jump", "common_tracks": [122], "knots0": [0.0, 0.9184371184371184, 1.0], "knots1": [0.0, 0.4236874236874237, 1.0]}, {"frames": [143, 144], "aligned": true, "reason": "aligned", "common_tracks": [122], "knots0": [0.0, 0.4236874236874237, 1.0], "knots1": [0.0, 0.44932844932844934, 1.0]}, {"frames": [144, 145], "aligned": false, "reason": "large position jump", "common_tracks": [122], "knots0": [0.0, 0.44932844932844934, 1.0], "knots1": [0.0, 0.8774114774114774, 1.0]}, {"frames": [145, 146], "aligned": false, "reason": "large position jump", "common_tracks": [130, 122], "knots0": [0.0, 0.43663003663003663, 0.8774114774114774, 1.0], "knots1": [0.0, 0.3960927960927961, 0.6341880341880342, 1.0]}, {"frames": [146, 147], "aligned": false, "reason": "crossing extrema order", "common_tracks": [130, 132], "knots0": [0.0, 0.3960927960927961, 0.4288156288156288, 1.0], "knots1": [0.0, 0.44078144078144077, 0.1575091575091575, 1.0]}, {"frames": [147, 148], "aligned": false, "reason": "large position jump", "common_tracks": [132], "knots0": [0.0, 0.1575091575091575, 1.0], "knots1": [0.0, 0.44468864468864466, 1.0]}, {"frames": [148, 149], "aligned": true, "reason": "aligned", "common_tracks": [132], "knots0": [0.0, 0.44468864468864466, 1.0], "knots1": [0.0, 0.4456654456654457, 1.0]}, {"frames": [149, 150], "aligned": true, "reason": "aligned", "common_tracks": [132], "knots0": [0.0, 0.4456654456654457, 1.0], "knots1": [0.0, 0.45738705738705737, 1.0]}, {"frames": [150, 151], "aligned": false, "reason": "large position jump", "common_tracks": [132], "knots0": [0.0, 0.45738705738705737, 1.0], "knots1": [0.0, 0.8967032967032967, 1.0]}, {"frames": [151, 152], "aligned": false, "reason": "large position jump", "common_tracks": [132], "knots0": [0.0, 0.8967032967032967, 1.0], "knots1": [0.0, 0.41147741147741146, 1.0]}, {"frames": [152, 153], "aligned": true, "reason": "aligned", "common_tracks": [132], "knots0": [0.0, 0.41147741147741146, 1.0], "knots1": [0.0, 0.44542124542124545, 1.0]}, {"frames": [153, 154], "aligned": false, "reason": "large position jump", "common_tracks": [132], "knots0": [0.0, 0.44542124542124545, 1.0], "knots1": [0.0, 0.8444444444444444, 1.0]}, {"frames": [154, 155], "aligned": false, "reason": "large position jump", "common_tracks": [132], "knots0": [0.0, 0.8444444444444444, 1.0], "knots1": [0.0, 0.3907203907203907, 1.0]}, {"frames": [155, 156], "aligned": false, "reason": "large position jump", "common_tracks": [132], "knots0": [0.0, 0.3907203907203907, 1.0], "knots1": [0.0, 0.8002442002442003, 1.0]}, {"frames": [156, 157], "aligned": true, "reason": "aligned", "common_tracks": [137, 132], "knots0": [0.0, 0.38583638583638585, 0.8002442002442003, 1.0], "knots1": [0.0, 0.39951159951159954, 0.7548229548229548, 1.0]}, {"frames": [157, 158], "aligned": false, "reason": "large position jump", "common_tracks": [132], "knots0": [0.0, 0.7548229548229548, 1.0], "knots1": [0.0, 0.4380952380952381, 1.0]}, {"frames": [158, 159], "aligned": true, "reason": "aligned", "common_tracks": [132], "knots0": [0.0, 0.4380952380952381, 1.0], "knots1": [0.0, 0.41514041514041516, 1.0]}, {"frames": [159, 160], "aligned": true, "reason": "aligned", "common_tracks": [132], "knots0": [0.0, 0.41514041514041516, 1.0], "knots1": [0.0, 0.4537240537240537, 1.0]}, {"frames": [160, 161], "aligned": true, "reason": "aligned", "common_tracks": [132], "knots0": [0.0, 0.4537240537240537, 1.0], "knots1": [0.0, 0.4656898656898657, 1.0]}, {"frames": [161, 162], "aligned": true, "reason": "aligned", "common_tracks": [132], "knots0": [0.0, 0.4656898656898657, 1.0], "knots1": [0.0, 0.4148962148962149, 1.0]}, {"frames": [162, 163], "aligned": true, "reason": "aligned", "common_tracks": [132], "knots0": [0.0, 0.4148962148962149, 1.0], "knots1": [0.0, 0.5714285714285714, 1.0]}, {"frames": [163, 164], "aligned": false, "reason": "large position jump", "common_tracks": [132], "knots0": [0.0, 0.5714285714285714, 1.0], "knots1": [0.0, 0.15384615384615385, 1.0]}, {"frames": [164, 165], "aligned": true, "reason": "aligned", "common_tracks": [132, 141], "knots0": [0.0, 0.15384615384615385, 0.3567765567765568, 1.0], "knots1": [0.0, 0.10500610500610501, 0.3860805860805861, 1.0]}, {"frames": [165, 166], "aligned": false, "reason": "large position jump", "common_tracks": [132], "knots0": [0.0, 0.10500610500610501, 1.0], "knots1": [0.0, 0.4354090354090354, 1.0]}, {"frames": [166, 167], "aligned": true, "reason": "aligned", "common_tracks": [132], "knots0": [0.0, 0.4354090354090354, 1.0], "knots1": [0.0, 0.4363858363858364, 1.0]}, {"frames": [167, 168], "aligned": true, "reason": "aligned", "common_tracks": [132], "knots0": [0.0, 0.4363858363858364, 1.0], "knots1": [0.0, 0.4163614163614164, 1.0]}, {"frames": [168, 169], "aligned": true, "reason": "aligned", "common_tracks": [132], "knots0": [0.0, 0.4163614163614164, 1.0], "knots1": [0.0, 0.4449328449328449, 1.0]}, {"frames": [169, 170], "aligned": true, "reason": "aligned", "common_tracks": [132], "knots0": [0.0, 0.4449328449328449, 1.0], "knots1": [0.0, 0.48205128205128206, 1.0]}, {"frames": [170, 171], "aligned": false, "reason": "large position jump", "common_tracks": [132], "knots0": [0.0, 0.48205128205128206, 1.0], "knots1": [0.0, 0.9113553113553113, 1.0]}, {"frames": [171, 172], "aligned": false, "reason": "large position jump", "common_tracks": [132], "knots0": [0.0, 0.9113553113553113, 1.0], "knots1": [0.0, 0.39365079365079364, 1.0]}, {"frames": [172, 173], "aligned": true, "reason": "aligned", "common_tracks": [132], "knots0": [0.0, 0.39365079365079364, 1.0], "knots1": [0.0, 0.4278388278388278, 1.0]}, {"frames": [173, 174], "aligned": true, "reason": "aligned", "common_tracks": [132], "knots0": [0.0, 0.4278388278388278, 1.0], "knots1": [0.0, 0.4324786324786325, 1.0]}, {"frames": [174, 175], "aligned": true, "reason": "aligned", "common_tracks": [132], "knots0": [0.0, 0.4324786324786325, 1.0], "knots1": [0.0, 0.44884004884004886, 1.0]}, {"frames": [175, 176], "aligned": true, "reason": "aligned", "common_tracks": [132], "knots0": [0.0, 0.44884004884004886, 1.0], "knots1": [0.0, 0.4617826617826618, 1.0]}, {"frames": [176, 177], "aligned": true, "reason": "aligned", "common_tracks": [132], "knots0": [0.0, 0.4617826617826618, 1.0], "knots1": [0.0, 0.4449328449328449, 1.0]}, {"frames": [177, 178], "aligned": false, "reason": "large position jump", "common_tracks": [132], "knots0": [0.0, 0.4449328449328449, 1.0], "knots1": [0.0, 0.8835164835164835, 1.0]}, {"frames": [178, 179], "aligned": true, "reason": "aligned", "common_tracks": [143, 132], "knots0": [0.0, 0.39536019536019534, 0.8835164835164835, 1.0], "knots1": [0.0, 0.3746031746031746, 0.8183150183150183, 1.0]}, {"frames": [179, 180], "aligned": false, "reason": "large position jump", "common_tracks": [143, 132], "knots0": [0.0, 0.3746031746031746, 0.8183150183150183, 1.0], "knots1": [0.0, 0.2761904761904762, 0.32967032967032966, 1.0]}, {"frames": [180, 181], "aligned": false, "reason": "crossing extrema order", "common_tracks": [143, 132], "knots0": [0.0, 0.2761904761904762, 0.32967032967032966, 1.0], "knots1": [0.0, 0.4534798534798535, 0.08400488400488401, 1.0]}, {"frames": [181, 182], "aligned": false, "reason": "large position jump", "common_tracks": [132], "knots0": [0.0, 0.08400488400488401, 1.0], "knots1": [0.0, 0.47985347985347987, 1.0]}, {"frames": [182, 183], "aligned": true, "reason": "aligned", "common_tracks": [132], "knots0": [0.0, 0.47985347985347987, 1.0], "knots1": [0.0, 0.37484737484737485, 1.0]}, {"frames": [183, 184], "aligned": false, "reason": "large position jump", "common_tracks": [132], "knots0": [0.0, 0.37484737484737485, 1.0], "knots1": [0.0, 0.12551892551892552, 1.0]}, {"frames": [184, 185], "aligned": true, "reason": "aligned", "common_tracks": [132, 145], "knots0": [0.0, 0.12551892551892552, 0.852991452991453, 1.0], "knots1": [0.0, 0.13846153846153847, 0.8881562881562881, 1.0]}, {"frames": [185, 186], "aligned": true, "reason": "aligned", "common_tracks": [132, 147, 146], "knots0": [0.0, 0.13846153846153847, 0.4603174603174603, 0.4937728937728938, 1.0], "knots1": [0.0, 0.11013431013431013, 0.49621489621489623, 0.5536019536019536, 1.0]}, {"frames": [186, 187], "aligned": false, "reason": "crossing extrema order", "common_tracks": [132, 147, 146], "knots0": [0.0, 0.11013431013431013, 0.49621489621489623, 0.5536019536019536, 1.0], "knots1": [0.0, 0.10744810744810745, 0.8490842490842491, 0.3567765567765568, 1.0]}, {"frames": [187, 188], "aligned": true, "reason": "aligned", "common_tracks": [146, 149, 147], "knots0": [0.0, 0.3567765567765568, 0.6715506715506715, 0.8490842490842491, 1.0], "knots1": [0.0, 0.35775335775335776, 0.6808302808302809, 0.7238095238095238, 1.0]}, {"frames": [188, 189], "aligned": true, "reason": "aligned", "common_tracks": [146], "knots0": [0.0, 0.35775335775335776, 1.0], "knots1": [0.0, 0.4818070818070818, 1.0]}, {"frames": [189, 190], "aligned": true, "reason": "aligned", "common_tracks": [146], "knots0": [0.0, 0.4818070818070818, 1.0], "knots1": [0.0, 0.4617826617826618, 1.0]}, {"frames": [190, 191], "aligned": true, "reason": "aligned", "common_tracks": [146], "knots0": [0.0, 0.4617826617826618, 1.0], "knots1": [0.0, 0.3584859584859585, 1.0]}, {"frames": [191, 192], "aligned": false, "reason": "large position jump", "common_tracks": [146], "knots0": [0.0, 0.3584859584859585, 1.0], "knots1": [0.0, 0.874969474969475, 1.0]}, {"frames": [192, 193], "aligned": false, "reason": "large position jump", "common_tracks": [146], "knots0": [0.0, 0.874969474969475, 1.0], "knots1": [0.0, 0.28083028083028083, 1.0]}, {"frames": [193, 194], "aligned": false, "reason": "large position jump", "common_tracks": [146, 151], "knots0": [0.0, 0.28083028083028083, 0.9372405372405372, 1.0], "knots1": [0.0, 0.6376068376068376, 0.9042735042735043, 1.0]}, {"frames": [194, 195], "aligned": false, "reason": "crossing extrema order", "common_tracks": [152, 146], "knots0": [0.0, 0.39951159951159954, 0.6376068376068376, 1.0], "knots1": [0.0, 0.5728937728937729, 0.4942612942612943, 1.0]}, {"frames": [195, 196], "aligned": false, "reason": "crossing extrema order", "common_tracks": [153, 146, 152], "knots0": [0.0, 0.07081807081807082, 0.4942612942612943, 0.5728937728937729, 1.0], "knots1": [0.0, 0.28205128205128205, 0.8490842490842491, 0.25445665445665444, 1.0]}, {"frames": [196, 197], "aligned": true, "reason": "aligned", "common_tracks": [152, 153, 146], "knots0": [0.0, 0.25445665445665444, 0.28205128205128205, 0.8490842490842491, 1.0], "knots1": [0.0, 0.2644688644688645, 0.29743589743589743, 0.6554334554334554, 1.0]}, {"frames": [197, 198], "aligned": false, "reason": "crossing extrema order", "common_tracks": [152, 146], "knots0": [0.0, 0.2644688644688645, 0.6554334554334554, 1.0], "knots1": [0.0, 0.45836385836385835, 0.1452991452991453, 1.0]}, {"frames": [198, 199], "aligned": true, "reason": "aligned", "common_tracks": [146, 152], "knots0": [0.0, 0.1452991452991453, 0.45836385836385835, 1.0], "knots1": [0.0, 0.14358974358974358, 0.4747252747252747, 1.0]}, {"frames": [199, 200], "aligned": false, "reason": "large position jump", "common_tracks": [146], "knots0": [0.0, 0.14358974358974358, 1.0], "knots1": [0.0, 0.4293040293040293, 1.0]}, {"frames": [200, 201], "aligned": true, "reason": "aligned", "common_tracks": [146], "knots0": [0.0, 0.4293040293040293, 1.0], "knots1": [0.0, 0.4427350427350427, 1.0]}, {"frames": [201, 202], "aligned": true, "reason": "aligned", "common_tracks": [146], "knots0": [0.0, 0.4427350427350427, 1.0], "knots1": [0.0, 0.4703296703296703, 1.0]}, {"frames": [202, 203], "aligned": true, "reason": "aligned", "common_tracks": [146], "knots0": [0.0, 0.4703296703296703, 1.0], "knots1": [0.0, 0.49108669108669106, 1.0]}, {"frames": [203, 204], "aligned": true, "reason": "aligned", "common_tracks": [146], "knots0": [0.0, 0.49108669108669106, 1.0], "knots1": [0.0, 0.6148962148962149, 1.0]}, {"frames": [204, 205], "aligned": true, "reason": "aligned", "common_tracks": [156, 146], "knots0": [0.0, 0.47814407814407817, 0.6148962148962149, 1.0], "knots1": [0.0, 0.4363858363858364, 0.47106227106227105, 1.0]}, {"frames": [205, 206], "aligned": true, "reason": "aligned", "common_tracks": [156, 157], "knots0": [0.0, 0.4363858363858364, 0.8192918192918193, 1.0], "knots1": [0.0, 0.47057387057387057, 0.629059829059829, 1.0]}, {"frames": [206, 207], "aligned": true, "reason": "aligned", "common_tracks": [156, 157], "knots0": [0.0, 0.47057387057387057, 0.629059829059829, 1.0], "knots1": [0.0, 0.4249084249084249, 0.6498168498168498, 1.0]}, {"frames": [207, 208], "aligned": false, "reason": "large position jump", "common_tracks": [157], "knots0": [0.0, 0.6498168498168498, 1.0], "knots1": [0.0, 0.4380952380952381, 1.0]}, {"frames": [208, 209], "aligned": true, "reason": "aligned", "common_tracks": [157], "knots0": [0.0, 0.4380952380952381, 1.0], "knots1": [0.0, 0.39951159951159954, 1.0]}, {"frames": [209, 210], "aligned": true, "reason": "aligned", "common_tracks": [158], "knots0": [0.0, 0.7245421245421245, 1.0], "knots1": [0.0, 0.7746031746031746, 1.0]}, {"frames": [210, 211], "aligned": false, "reason": "large position jump", "common_tracks": [158], "knots0": [0.0, 0.7746031746031746, 1.0], "knots1": [0.0, 0.42124542124542125, 1.0]}, {"frames": [211, 212], "aligned": false, "reason": "large position jump", "common_tracks": [158], "knots0": [0.0, 0.42124542124542125, 1.0], "knots1": [0.0, 0.9091575091575091, 1.0]}, {"frames": [212, 213], "aligned": false, "reason": "large position jump", "common_tracks": [158], "knots0": [0.0, 0.9091575091575091, 1.0], "knots1": [0.0, 0.4231990231990232, 1.0]}, {"frames": [213, 214], "aligned": true, "reason": "aligned", "common_tracks": [158], "knots0": [0.0, 0.4231990231990232, 1.0], "knots1": [0.0, 0.4083028083028083, 1.0]}, {"frames": [214, 215], "aligned": true, "reason": "aligned", "common_tracks": [158], "knots0": [0.0, 0.4083028083028083, 1.0], "knots1": [0.0, 0.3894993894993895, 1.0]}, {"frames": [215, 216], "aligned": true, "reason": "aligned", "common_tracks": [158], "knots0": [0.0, 0.3894993894993895, 1.0], "knots1": [0.0, 0.41953601953601954, 1.0]}, {"frames": [216, 217], "aligned": true, "reason": "aligned", "common_tracks": [158], "knots0": [0.0, 0.41953601953601954, 1.0], "knots1": [0.0, 0.38705738705738707, 1.0]}, {"frames": [217, 218], "aligned": true, "reason": "aligned", "common_tracks": [158], "knots0": [0.0, 0.38705738705738707, 1.0], "knots1": [0.0, 0.4039072039072039, 1.0]}, {"frames": [218, 219], "aligned": true, "reason": "aligned", "common_tracks": [158], "knots0": [0.0, 0.4039072039072039, 1.0], "knots1": [0.0, 0.378998778998779, 1.0]}, {"frames": [219, 220], "aligned": true, "reason": "aligned", "common_tracks": [158], "knots0": [0.0, 0.378998778998779, 1.0], "knots1": [0.0, 0.3912087912087912, 1.0]}, {"frames": [220, 221], "aligned": true, "reason": "aligned", "common_tracks": [158], "knots0": [0.0, 0.3912087912087912, 1.0], "knots1": [0.0, 0.36556776556776555, 1.0]}, {"frames": [221, 222], "aligned": true, "reason": "aligned", "common_tracks": [158], "knots0": [0.0, 0.36556776556776555, 1.0], "knots1": [0.0, 0.4717948717948718, 1.0]}, {"frames": [222, 223], "aligned": true, "reason": "aligned", "common_tracks": [163, 158], "knots0": [0.0, 0.38168498168498166, 0.4717948717948718, 1.0], "knots1": [0.0, 0.21416361416361415, 0.5855921855921856, 1.0]}, {"frames": [223, 224], "aligned": false, "reason": "crossing extrema order", "common_tracks": [163, 164, 158], "knots0": [0.0, 0.21416361416361415, 0.23321123321123322, 0.5855921855921856, 1.0], "knots1": [0.0, 0.47912087912087914, 0.08913308913308914, 0.41196581196581195, 1.0]}, {"frames": [224, 225], "aligned": false, "reason": "crossing extrema order", "common_tracks": [158, 163], "knots0": [0.0, 0.41196581196581195, 0.47912087912087914, 1.0], "knots1": [0.0, 0.4554334554334554, 0.37264957264957266, 1.0]}, {"frames": [225, 226], "aligned": true, "reason": "aligned", "common_tracks": [163, 158], "knots0": [0.0, 0.37264957264957266, 0.4554334554334554, 1.0], "knots1": [0.0, 0.3440781440781441, 0.43003663003663006, 1.0]}, {"frames": [226, 227], "aligned": true, "reason": "aligned", "common_tracks": [158], "knots0": [0.0, 0.43003663003663006, 1.0], "knots1": [0.0, 0.4266178266178266, 1.0]}, {"frames": [227, 228], "aligned": false, "reason": "large position jump", "common_tracks": [158], "knots0": [0.0, 0.4266178266178266, 1.0], "knots1": [0.0, 0.9169719169719169, 1.0]}, {"frames": [228, 229], "aligned": true, "reason": "aligned", "common_tracks": [167, 158], "knots0": [0.0, 0.4297924297924298, 0.9169719169719169, 1.0], "knots1": [0.0, 0.39706959706959705, 0.9111111111111111, 1.0]}, {"frames": [229, 230], "aligned": false, "reason": "large position jump", "common_tracks": [158], "knots0": [0.0, 0.9111111111111111, 1.0], "knots1": [0.0, 0.3172161172161172, 1.0]}, {"frames": [230, 231], "aligned": true, "reason": "aligned", "common_tracks": [158], "knots0": [0.0, 0.3172161172161172, 1.0], "knots1": [0.0, 0.37435897435897436, 1.0]}, {"frames": [231, 232], "aligned": true, "reason": "aligned", "common_tracks": [158], "knots0": [0.0, 0.37435897435897436, 1.0], "knots1": [0.0, 0.4627594627594628, 1.0]}, {"frames": [232, 233], "aligned": false, "reason": "crossing extrema order", "common_tracks": [168, 158], "knots0": [0.0, 0.3499389499389499, 0.4627594627594628, 1.0], "knots1": [0.0, 0.4937728937728938, 0.10842490842490843, 1.0]}, {"frames": [233, 234], "aligned": true, "reason": "aligned", "common_tracks": [158, 168], "knots0": [0.0, 0.10842490842490843, 0.4937728937728938, 1.0], "knots1": [0.0, 0.16532356532356532, 0.3860805860805861, 1.0]}, {"frames": [234, 235], "aligned": true, "reason": "aligned", "common_tracks": [158], "knots0": [0.0, 0.16532356532356532, 1.0], "knots1": [0.0, 0.28327228327228327, 1.0]}, {"frames": [235, 236], "aligned": true, "reason": "aligned", "common_tracks": [158], "knots0": [0.0, 0.28327228327228327, 1.0], "knots1": [0.0, 0.36214896214896214, 1.0]}, {"frames": [236, 237], "aligned": false, "reason": "crossing extrema order", "common_tracks": [172, 158], "knots0": [0.0, 0.17924297924297924, 0.36214896214896214, 1.0], "knots1": [0.0, 0.27008547008547007, 0.2547008547008547, 1.0]}, {"frames": [237, 238], "aligned": true, "reason": "aligned", "common_tracks": [174, 175], "knots0": [0.0, 0.6034188034188034, 0.8993894993894994, 1.0], "knots1": [0.0, 0.5897435897435898, 0.8703296703296703, 1.0]}, {"frames": [238, 239], "aligned": true, "reason": "aligned", "common_tracks": [174, 175], "knots0": [0.0, 0.5897435897435898, 0.8703296703296703, 1.0], "knots1": [0.0, 0.48595848595848595, 0.9042735042735043, 1.0]}, {"frames": [239, 240], "aligned": false, "reason": "crossing extrema order", "common_tracks": [176, 174], "knots0": [0.0, 0.3929181929181929, 0.48595848595848595, 1.0], "knots1": [0.0, 0.4031746031746032, 0.315018315018315, 1.0]}, {"frames": [240, 241], "aligned": false, "reason": "crossing extrema order", "common_tracks": [174, 176], "knots0": [0.0, 0.315018315018315, 0.4031746031746032, 1.0], "knots1": [0.0, 0.4832722832722833, 0.36556776556776555, 1.0]}, {"frames": [241, 242], "aligned": true, "reason": "aligned", "common_tracks": [176, 174], "knots0": [0.0, 0.36556776556776555, 0.4832722832722833, 1.0], "knots1": [0.0, 0.24346764346764346, 0.6043956043956044, 1.0]}, {"frames": [242, 243], "aligned": true, "reason": "aligned", "common_tracks": [178, 174], "knots0": [0.0, 0.252014652014652, 0.6043956043956044, 1.0], "knots1": [0.0, 0.39096459096459096, 0.4993894993894994, 1.0]}, {"frames": [243, 244], "aligned": false, "reason": "large position jump", "common_tracks": [178, 174], "knots0": [0.0, 0.39096459096459096, 0.4993894993894994, 1.0], "knots1": [0.0, 0.43101343101343104, 0.8896214896214896, 1.0]}, {"frames": [244, 245], "aligned": false, "reason": "large position jump", "common_tracks": [178, 174], "knots0": [0.0, 0.43101343101343104, 0.8896214896214896, 1.0], "knots1": [0.0, 0.43272283272283274, 0.6358974358974359, 1.0]}, {"frames": [245, 246], "aligned": true, "reason": "aligned", "common_tracks": [178], "knots0": [0.0, 0.43272283272283274, 1.0], "knots1": [0.0, 0.4083028083028083, 1.0]}, {"frames": [246, 247], "aligned": true, "reason": "aligned", "common_tracks": [180, 178], "knots0": [0.0, 0.18632478632478633, 0.4083028083028083, 1.0], "knots1": [0.0, 0.12136752136752137, 0.36605616605616603, 1.0]}, {"frames": [247, 248], "aligned": false, "reason": "large position jump", "common_tracks": [180, 178], "knots0": [0.0, 0.12136752136752137, 0.36605616605616603, 1.0], "knots1": [0.0, 0.35995115995115995, 0.4402930402930403, 1.0]}, {"frames": [248, 249], "aligned": true, "reason": "aligned", "common_tracks": [180, 178], "knots0": [0.0, 0.35995115995115995, 0.4402930402930403, 1.0], "knots1": [0.0, 0.1907203907203907, 0.42466422466422465, 1.0]}, {"frames": [249, 250], "aligned": true, "reason": "aligned", "common_tracks": [180, 178], "knots0": [0.0, 0.1907203907203907, 0.42466422466422465, 1.0], "knots1": [0.0, 0.12967032967032968, 0.42002442002442003, 1.0]}, {"frames": [250, 251], "aligned": false, "reason": "large position jump", "common_tracks": [180, 178], "knots0": [0.0, 0.12967032967032968, 0.42002442002442003, 1.0], "knots1": [0.0, 0.398046398046398, 0.4507936507936508, 1.0]}, {"frames": [251, 252], "aligned": false, "reason": "large position jump", "common_tracks": [180, 178], "knots0": [0.0, 0.398046398046398, 0.4507936507936508, 1.0], "knots1": [0.0, 0.1452991452991453, 0.4324786324786325, 1.0]}, {"frames": [252, 253], "aligned": true, "reason": "aligned", "common_tracks": [180], "knots0": [0.0, 0.1452991452991453, 1.0], "knots1": [0.0, 0.14334554334554334, 1.0]}, {"frames": [253, 254], "aligned": false, "reason": "large position jump", "common_tracks": [180], "knots0": [0.0, 0.14334554334554334, 1.0], "knots1": [0.0, 0.42417582417582417, 1.0]}, {"frames": [254, 255], "aligned": false, "reason": "large position jump", "common_tracks": [180], "knots0": [0.0, 0.42417582417582417, 1.0], "knots1": [0.0, 0.18974358974358974, 1.0]}, {"frames": [255, 256], "aligned": true, "reason": "aligned", "common_tracks": [180, 184], "knots0": [0.0, 0.18974358974358974, 0.9421245421245421, 1.0], "knots1": [0.0, 0.38290598290598293, 0.8705738705738706, 1.0]}, {"frames": [256, 257], "aligned": true, "reason": "aligned", "common_tracks": [180], "knots0": [0.0, 0.38290598290598293, 1.0], "knots1": [0.0, 0.3904761904761905, 1.0]}, {"frames": [257, 258], "aligned": false, "reason": "large position jump", "common_tracks": [180], "knots0": [0.0, 0.3904761904761905, 1.0], "knots1": [0.0, 0.11013431013431013, 1.0]}, {"frames": [258, 259], "aligned": false, "reason": "large position jump", "common_tracks": [180], "knots0": [0.0, 0.11013431013431013, 1.0], "knots1": [0.0, 0.43736263736263736, 1.0]}, {"frames": [259, 260], "aligned": true, "reason": "aligned", "common_tracks": [180], "knots0": [0.0, 0.43736263736263736, 1.0], "knots1": [0.0, 0.4202686202686203, 1.0]}, {"frames": [260, 261], "aligned": false, "reason": "large position jump", "common_tracks": [180], "knots0": [0.0, 0.4202686202686203, 1.0], "knots1": [0.0, 0.16532356532356532, 1.0]}, {"frames": [261, 262], "aligned": false, "reason": "large position jump", "common_tracks": [180], "knots0": [0.0, 0.16532356532356532, 1.0], "knots1": [0.0, 0.47326007326007324, 1.0]}, {"frames": [262, 263], "aligned": false, "reason": "large position jump", "common_tracks": [180], "knots0": [0.0, 0.47326007326007324, 1.0], "knots1": [0.0, 0.15042735042735042, 1.0]}, {"frames": [263, 264], "aligned": false, "reason": "large position jump", "common_tracks": [180], "knots0": [0.0, 0.15042735042735042, 1.0], "knots1": [0.0, 0.4249084249084249, 1.0]}, {"frames": [264, 265], "aligned": false, "reason": "large position jump", "common_tracks": [180], "knots0": [0.0, 0.4249084249084249, 1.0], "knots1": [0.0, 0.17777777777777778, 1.0]}, {"frames": [265, 266], "aligned": true, "reason": "aligned", "common_tracks": [180], "knots0": [0.0, 0.17777777777777778, 1.0], "knots1": [0.0, 0.36923076923076925, 1.0]}, {"frames": [266, 267], "aligned": true, "reason": "aligned", "common_tracks": [180], "knots0": [0.0, 0.36923076923076925, 1.0], "knots1": [0.0, 0.4427350427350427, 1.0]}, {"frames": [267, 268], "aligned": false, "reason": "crossing extrema order", "common_tracks": [180, 190], "knots0": [0.0, 0.4427350427350427, 0.6808302808302809, 1.0], "knots1": [0.0, 0.4695970695970696, 0.4021978021978022, 1.0]}, {"frames": [268, 269], "aligned": true, "reason": "aligned", "common_tracks": [190], "knots0": [0.0, 0.4021978021978022, 1.0], "knots1": [0.0, 0.4122100122100122, 1.0]}, {"frames": [269, 270], "aligned": true, "reason": "aligned", "common_tracks": [190], "knots0": [0.0, 0.4122100122100122, 1.0], "knots1": [0.0, 0.3768009768009768, 1.0]}, {"frames": [270, 271], "aligned": false, "reason": "crossing extrema order", "common_tracks": [190, 193], "knots0": [0.0, 0.3768009768009768, 0.4891330891330891, 1.0], "knots1": [0.0, 0.47545787545787543, 0.3487179487179487, 1.0]}, {"frames": [271, 272], "aligned": true, "reason": "aligned", "common_tracks": [193, 190], "knots0": [0.0, 0.3487179487179487, 0.47545787545787543, 1.0], "knots1": [0.0, 0.3609279609279609, 0.5587301587301587, 1.0]}, {"frames": [272, 273], "aligned": false, "reason": "crossing extrema order", "common_tracks": [193, 190], "knots0": [0.0, 0.3609279609279609, 0.5587301587301587, 1.0], "knots1": [0.0, 0.4617826617826618, 0.3299145299145299, 1.0]}, {"frames": [273, 274], "aligned": false, "reason": "crossing extrema order", "common_tracks": [190, 193], "knots0": [0.0, 0.3299145299145299, 0.4617826617826618, 1.0], "knots1": [0.0, 0.9037851037851038, 0.4332112332112332, 1.0]}, {"frames": [274, 275], "aligned": false, "reason": "large position jump", "common_tracks": [190], "knots0": [0.0, 0.9037851037851038, 1.0], "knots1": [0.0, 0.43174603174603177, 1.0]}, {"frames": [275, 276], "aligned": true, "reason": "aligned", "common_tracks": [190], "knots0": [0.0, 0.43174603174603177, 1.0], "knots1": [0.0, 0.36385836385836384, 1.0]}, {"frames": [276, 277], "aligned": true, "reason": "aligned", "common_tracks": [190, 195], "knots0": [0.0, 0.36385836385836384, 0.4481074481074481, 1.0], "knots1": [0.0, 0.17777777777777778, 0.41611721611721614, 1.0]}, {"frames": [277, 278], "aligned": true, "reason": "aligned", "common_tracks": [195], "knots0": [0.0, 0.41611721611721614, 1.0], "knots1": [0.0, 0.38705738705738707, 1.0]}, {"frames": [278, 279], "aligned": false, "reason": "no common extrema", "common_tracks": [], "knots0": [0.0, 1.0], "knots1": [0.0, 1.0]}, {"frames": [279, 280], "aligned": false, "reason": "crossing extrema order", "common_tracks": [198, 199], "knots0": [0.0, 0.1907203907203907, 0.41001221001221, 1.0], "knots1": [0.0, 0.4717948717948718, 0.3824175824175824, 1.0]}, {"frames": [280, 281], "aligned": true, "reason": "aligned", "common_tracks": [198], "knots0": [0.0, 0.4717948717948718, 1.0], "knots1": [0.0, 0.4087912087912088, 1.0]}, {"frames": [281, 282], "aligned": true, "reason": "aligned", "common_tracks": [198], "knots0": [0.0, 0.4087912087912088, 1.0], "knots1": [0.0, 0.38705738705738707, 1.0]}, {"frames": [282, 283], "aligned": false, "reason": "large position jump", "common_tracks": [198], "knots0": [0.0, 0.38705738705738707, 1.0], "knots1": [0.0, 0.18632478632478633, 1.0]}, {"frames": [283, 284], "aligned": true, "reason": "aligned", "common_tracks": [198], "knots0": [0.0, 0.18632478632478633, 1.0], "knots1": [0.0, 0.315018315018315, 1.0]}, {"frames": [284, 285], "aligned": true, "reason": "aligned", "common_tracks": [198], "knots0": [0.0, 0.315018315018315, 1.0], "knots1": [0.0, 0.4039072039072039, 1.0]}, {"frames": [285, 286], "aligned": true, "reason": "aligned", "common_tracks": [198], "knots0": [0.0, 0.4039072039072039, 1.0], "knots1": [0.0, 0.38705738705738707, 1.0]}, {"frames": [286, 287], "aligned": true, "reason": "aligned", "common_tracks": [198], "knots0": [0.0, 0.38705738705738707, 1.0], "knots1": [0.0, 0.4070818070818071, 1.0]}, {"frames": [287, 288], "aligned": true, "reason": "aligned", "common_tracks": [198], "knots0": [0.0, 0.4070818070818071, 1.0], "knots1": [0.0, 0.3992673992673993, 1.0]}, {"frames": [288, 289], "aligned": true, "reason": "aligned", "common_tracks": [198], "knots0": [0.0, 0.3992673992673993, 1.0], "knots1": [0.0, 0.41562881562881565, 1.0]}, {"frames": [289, 290], "aligned": true, "reason": "aligned", "common_tracks": [198], "knots0": [0.0, 0.41562881562881565, 1.0], "knots1": [0.0, 0.4117216117216117, 1.0]}, {"frames": [290, 291], "aligned": false, "reason": "large position jump", "common_tracks": [198], "knots0": [0.0, 0.4117216117216117, 1.0], "knots1": [0.0, 0.2056166056166056, 1.0]}, {"frames": [291, 292], "aligned": false, "reason": "crossing extrema order", "common_tracks": [198, 202], "knots0": [0.0, 0.2056166056166056, 0.5328449328449328, 1.0], "knots1": [0.0, 0.7941391941391941, 0.4070818070818071, 1.0]}, {"frames": [292, 293], "aligned": true, "reason": "aligned", "common_tracks": [202, 198], "knots0": [0.0, 0.4070818070818071, 0.7941391941391941, 1.0], "knots1": [0.0, 0.4405372405372405, 0.7333333333333333, 1.0]}, {"frames": [293, 294], "aligned": false, "reason": "large position jump", "common_tracks": [198], "knots0": [0.0, 0.7333333333333333, 1.0], "knots1": [0.0, 0.4166056166056166, 1.0]}, {"frames": [294, 295], "aligned": false, "reason": "large position jump", "common_tracks": [198], "knots0": [0.0, 0.4166056166056166, 1.0], "knots1": [0.0, 0.9115995115995116, 1.0]}, {"frames": [295, 296], "aligned": false, "reason": "large position jump", "common_tracks": [204, 198], "knots0": [0.0, 0.4078144078144078, 0.9115995115995116, 1.0], "knots1": [0.0, 0.39096459096459096, 0.5987789987789988, 1.0]}, {"frames": [296, 297], "aligned": false, "reason": "crossing extrema order", "common_tracks": [204, 198], "knots0": [0.0, 0.39096459096459096, 0.5987789987789988, 1.0], "knots1": [0.0, 0.421978021978022, 0.06153846153846154, 1.0]}, {"frames": [297, 298], "aligned": false, "reason": "crossing extrema order", "common_tracks": [198, 204], "knots0": [0.0, 0.06153846153846154, 0.421978021978022, 1.0], "knots1": [0.0, 0.5457875457875457, 0.38632478632478634, 1.0]}, {"frames": [298, 299], "aligned": true, "reason": "aligned", "common_tracks": [198], "knots0": [0.0, 0.5457875457875457, 1.0], "knots1": [0.0, 0.41733821733821735, 1.0]}, {"frames": [299, 300], "aligned": true, "reason": "aligned", "common_tracks": [198], "knots0": [0.0, 0.41733821733821735, 1.0], "knots1": [0.0, 0.4288156288156288, 1.0]}, {"frames": [300, 301], "aligned": true, "reason": "aligned", "common_tracks": [198], "knots0": [0.0, 0.4288156288156288, 1.0], "knots1": [0.0, 0.38632478632478634, 1.0]}, {"frames": [301, 302], "aligned": false, "reason": "large position jump", "common_tracks": [198], "knots0": [0.0, 0.38632478632478634, 1.0], "knots1": [0.0, 0.8783882783882784, 1.0]}, {"frames": [302, 303], "aligned": true, "reason": "aligned", "common_tracks": [206, 198], "knots0": [0.0, 0.44932844932844934, 0.8783882783882784, 1.0], "knots1": [0.0, 0.45738705738705737, 0.9142857142857143, 1.0]}, {"frames": [303, 304], "aligned": true, "reason": "aligned", "common_tracks": [206, 198], "knots0": [0.0, 0.45738705738705737, 0.9142857142857143, 1.0], "knots1": [0.0, 0.4153846153846154, 0.9076923076923077, 1.0]}, {"frames": [304, 305], "aligned": true, "reason": "aligned", "common_tracks": [206, 198], "knots0": [0.0, 0.4153846153846154, 0.9076923076923077, 1.0], "knots1": [0.0, 0.4485958485958486, 0.8874236874236874, 1.0]}, {"frames": [305, 306], "aligned": false, "reason": "large position jump", "common_tracks": [206, 198], "knots0": [0.0, 0.4485958485958486, 0.8874236874236874, 1.0], "knots1": [0.0, 0.3831501831501832, 0.5816849816849817, 1.0]}, {"frames": [306, 307], "aligned": false, "reason": "crossing extrema order", "common_tracks": [206, 198], "knots0": [0.0, 0.3831501831501832, 0.5816849816849817, 1.0], "knots1": [0.0, 0.5194139194139195, 0.4776556776556777, 1.0]}, {"frames": [307, 308], "aligned": false, "reason": "large position jump", "common_tracks": [198, 206], "knots0": [0.0, 0.4776556776556777, 0.5194139194139195, 1.0], "knots1": [0.0, 0.1514041514041514, 0.4945054945054945, 1.0]}, {"frames": [308, 309], "aligned": false, "reason": "crossing extrema order", "common_tracks": [198, 209, 206, 210], "knots0": [0.0, 0.1514041514041514, 0.4673992673992674, 0.4945054945054945, 0.8647130647130647, 1.0], "knots1": [0.0, 0.31575091575091574, 0.6100122100122101, 0.26886446886446885, 0.8881562881562881, 1.0]}, {"frames": [309, 310], "aligned": false, "reason": "crossing extrema order", "common_tracks": [206, 198, 210], "knots0": [0.0, 0.26886446886446885, 0.31575091575091574, 0.8881562881562881, 1.0], "knots1": [0.0, 0.3746031746031746, 0.18144078144078143, 0.8881562881562881, 1.0]}, {"frames": [310, 311], "aligned": false, "reason": "crossing extrema order", "common_tracks": [198, 206, 210], "knots0": [0.0, 0.18144078144078143, 0.3746031746031746, 0.8881562881562881, 1.0], "knots1": [0.0, 0.3235653235653236, 0.27765567765567767, 0.906959706959707, 1.0]}, {"frames": [311, 312], "aligned": false, "reason": "crossing extrema order", "common_tracks": [206, 198, 210], "knots0": [0.0, 0.27765567765567767, 0.3235653235653236, 0.906959706959707, 1.0], "knots1": [0.0, 0.4332112332112332, 0.23174603174603176, 0.8625152625152626, 1.0]}, {"frames": [312, 313], "aligned": false, "reason": "crossing extrema order", "common_tracks": [198, 206], "knots0": [0.0, 0.23174603174603176, 0.4332112332112332, 1.0], "knots1": [0.0, 0.4586080586080586, 0.3741147741147741, 1.0]}, {"frames": [313, 314], "aligned": true, "reason": "aligned", "common_tracks": [198], "knots0": [0.0, 0.4586080586080586, 1.0], "knots1": [0.0, 0.2993894993894994, 1.0]}, {"frames": [314, 315], "aligned": false, "reason": "large position jump", "common_tracks": [198], "knots0": [0.0, 0.2993894993894994, 1.0], "knots1": [0.0, 0.5982905982905983, 1.0]}, {"frames": [315, 316], "aligned": true, "reason": "aligned", "common_tracks": [214, 198, 216], "knots0": [0.0, 0.3772893772893773, 0.5982905982905983, 0.8964590964590965, 1.0], "knots1": [0.0, 0.39487179487179486, 0.5203907203907204, 0.85006105006105, 1.0]}, {"frames": [316, 317], "aligned": false, "reason": "large position jump", "common_tracks": [214, 198, 216], "knots0": [0.0, 0.39487179487179486, 0.5203907203907204, 0.85006105006105, 1.0], "knots1": [0.0, 0.2175824175824176, 0.2725274725274725, 0.8195360195360195, 1.0]}, {"frames": [317, 318], "aligned": false, "reason": "no common extrema", "common_tracks": [], "knots0": [0.0, 1.0], "knots1": [0.0, 1.0]}, {"frames": [318, 319], "aligned": false, "reason": "no common extrema", "common_tracks": [], "knots0": [0.0, 1.0], "knots1": [0.0, 1.0]}, {"frames": [319, 320], "aligned": true, "reason": "aligned", "common_tracks": [220, 221], "knots0": [0.0, 0.41196581196581195, 0.7047619047619048, 1.0], "knots1": [0.0, 0.42002442002442003, 0.8881562881562881, 1.0]}, {"frames": [320, 321], "aligned": true, "reason": "aligned", "common_tracks": [220, 221], "knots0": [0.0, 0.42002442002442003, 0.8881562881562881, 1.0], "knots1": [0.0, 0.3992673992673993, 0.8791208791208791, 1.0]}, {"frames": [321, 322], "aligned": false, "reason": "large position jump", "common_tracks": [221], "knots0": [0.0, 0.8791208791208791, 1.0], "knots1": [0.0, 0.3716727716727717, 1.0]}, {"frames": [322, 323], "aligned": true, "reason": "aligned", "common_tracks": [221], "knots0": [0.0, 0.3716727716727717, 1.0], "knots1": [0.0, 0.4442002442002442, 1.0]}, {"frames": [323, 324], "aligned": false, "reason": "large position jump", "common_tracks": [221], "knots0": [0.0, 0.4442002442002442, 1.0], "knots1": [0.0, 0.683028083028083, 1.0]}, {"frames": [324, 325], "aligned": true, "reason": "aligned", "common_tracks": [222, 221], "knots0": [0.0, 0.44517704517704515, 0.683028083028083, 1.0], "knots1": [0.0, 0.4495726495726496, 0.8417582417582418, 1.0]}, {"frames": [325, 326], "aligned": true, "reason": "aligned", "common_tracks": [222, 221], "knots0": [0.0, 0.4495726495726496, 0.8417582417582418, 1.0], "knots1": [0.0, 0.4288156288156288, 0.8178266178266178, 1.0]}, {"frames": [326, 327], "aligned": true, "reason": "aligned", "common_tracks": [222, 224], "knots0": [0.0, 0.4288156288156288, 0.8380952380952381, 1.0], "knots1": [0.0, 0.2788766788766789, 0.8058608058608059, 1.0]}, {"frames": [327, 328], "aligned": false, "reason": "crossing extrema order", "common_tracks": [222, 225, 224], "knots0": [0.0, 0.2788766788766789, 0.34945054945054943, 0.8058608058608059, 1.0], "knots1": [0.0, 0.40927960927960927, 0.16654456654456654, 0.7956043956043956, 1.0]}, {"frames": [328, 329], "aligned": true, "reason": "aligned", "common_tracks": [225, 222], "knots0": [0.0, 0.16654456654456654, 0.40927960927960927, 1.0], "knots1": [0.0, 0.1413919413919414, 0.41098901098901097, 1.0]}, {"frames": [329, 330], "aligned": true, "reason": "aligned", "common_tracks": [225, 222], "knots0": [0.0, 0.1413919413919414, 0.41098901098901097, 1.0], "knots1": [0.0, 0.14065934065934066, 0.3492063492063492, 1.0]}, {"frames": [330, 331], "aligned": false, "reason": "crossing extrema order", "common_tracks": [225, 222], "knots0": [0.0, 0.14065934065934066, 0.3492063492063492, 1.0], "knots1": [0.0, 0.8503052503052503, 0.3946275946275946, 1.0]}, {"frames": [331, 332], "aligned": true, "reason": "aligned", "common_tracks": [222, 225], "knots0": [0.0, 0.3946275946275946, 0.8503052503052503, 1.0], "knots1": [0.0, 0.4078144078144078, 0.8798534798534798, 1.0]}, {"frames": [332, 333], "aligned": true, "reason": "aligned", "common_tracks": [222, 225], "knots0": [0.0, 0.4078144078144078, 0.8798534798534798, 1.0], "knots1": [0.0, 0.3868131868131868, 0.8268620268620268, 1.0]}, {"frames": [333, 334], "aligned": true, "reason": "aligned", "common_tracks": [222, 225], "knots0": [0.0, 0.3868131868131868, 0.8268620268620268, 1.0], "knots1": [0.0, 0.4031746031746032, 0.9052503052503053, 1.0]}, {"frames": [334, 335], "aligned": false, "reason": "large position jump", "common_tracks": [225], "knots0": [0.0, 0.9052503052503053, 1.0], "knots1": [0.0, 0.44004884004884004, 1.0]}, {"frames": [335, 336], "aligned": false, "reason": "large position jump", "common_tracks": [225], "knots0": [0.0, 0.44004884004884004, 1.0], "knots1": [0.0, 0.8573870573870573, 1.0]}, {"frames": [336, 337], "aligned": true, "reason": "aligned", "common_tracks": [228, 225], "knots0": [0.0, 0.37777777777777777, 0.8573870573870573, 1.0], "knots1": [0.0, 0.4598290598290598, 0.8146520146520146, 1.0]}, {"frames": [337, 338], "aligned": false, "reason": "large position jump", "common_tracks": [228, 225], "knots0": [0.0, 0.4598290598290598, 0.8146520146520146, 1.0], "knots1": [0.0, 0.4158730158730159, 0.536019536019536, 1.0]}, {"frames": [338, 339], "aligned": false, "reason": "large position jump", "common_tracks": [228, 225], "knots0": [0.0, 0.4158730158730159, 0.536019536019536, 1.0], "knots1": [0.0, 0.3860805860805861, 0.8380952380952381, 1.0]}, {"frames": [339, 340], "aligned": true, "reason": "aligned", "common_tracks": [228, 225], "knots0": [0.0, 0.3860805860805861, 0.8380952380952381, 1.0], "knots1": [0.0, 0.41782661782661784, 0.8043956043956044, 1.0]}, {"frames": [340, 341], "aligned": false, "reason": "crossing extrema order", "common_tracks": [228, 225], "knots0": [0.0, 0.41782661782661784, 0.8043956043956044, 1.0], "knots1": [0.0, 0.47741147741147744, 0.1457875457875458, 1.0]}, {"frames": [341, 342], "aligned": true, "reason": "aligned", "common_tracks": [225, 228, 231], "knots0": [0.0, 0.1457875457875458, 0.47741147741147744, 0.8295482295482296, 1.0], "knots1": [0.0, 0.147008547008547, 0.3868131868131868, 0.770940170940171, 1.0]}, {"frames": [342, 343], "aligned": false, "reason": "large position jump", "common_tracks": [225], "knots0": [0.0, 0.147008547008547, 1.0], "knots1": [0.0, 0.42417582417582417, 1.0]}, {"frames": [343, 344], "aligned": true, "reason": "aligned", "common_tracks": [225, 232], "knots0": [0.0, 0.42417582417582417, 0.8261294261294261, 1.0], "knots1": [0.0, 0.4275946275946276, 0.863003663003663, 1.0]}, {"frames": [344, 345], "aligned": false, "reason": "large position jump", "common_tracks": [234, 225], "knots0": [0.0, 0.3426129426129426, 0.4275946275946276, 1.0], "knots1": [0.0, 0.3746031746031746, 0.7819291819291819, 1.0]}, {"frames": [345, 346], "aligned": true, "reason": "aligned", "common_tracks": [234, 225], "knots0": [0.0, 0.3746031746031746, 0.7819291819291819, 1.0], "knots1": [0.0, 0.4402930402930403, 0.8380952380952381, 1.0]}, {"frames": [346, 347], "aligned": true, "reason": "aligned", "common_tracks": [234, 225], "knots0": [0.0, 0.4402930402930403, 0.8380952380952381, 1.0], "knots1": [0.0, 0.4691086691086691, 0.796092796092796, 1.0]}, {"frames": [347, 348], "aligned": true, "reason": "aligned", "common_tracks": [234, 225], "knots0": [0.0, 0.4691086691086691, 0.796092796092796, 1.0], "knots1": [0.0, 0.4197802197802198, 0.8007326007326008, 1.0]}, {"frames": [348, 349], "aligned": true, "reason": "aligned", "common_tracks": [234, 225], "knots0": [0.0, 0.4197802197802198, 0.8007326007326008, 1.0], "knots1": [0.0, 0.42686202686202684, 0.851037851037851, 1.0]}, {"frames": [349, 350], "aligned": true, "reason": "aligned", "common_tracks": [234, 225], "knots0": [0.0, 0.42686202686202684, 0.851037851037851, 1.0], "knots1": [0.0, 0.41245421245421243, 0.8293040293040294, 1.0]}, {"frames": [350, 351], "aligned": false, "reason": "crossing extrema order", "common_tracks": [234, 239, 225], "knots0": [0.0, 0.41245421245421243, 0.4857142857142857, 0.8293040293040294, 1.0], "knots1": [0.0, 0.463003663003663, 0.3814407814407814, 0.7760683760683761, 1.0]}, {"frames": [351, 352], "aligned": true, "reason": "aligned", "common_tracks": [234], "knots0": [0.0, 0.463003663003663, 1.0], "knots1": [0.0, 0.4148962148962149, 1.0]}, {"frames": [352, 353], "aligned": true, "reason": "aligned", "common_tracks": [234], "knots0": [0.0, 0.4148962148962149, 1.0], "knots1": [0.0, 0.38290598290598293, 1.0]}, {"frames": [353, 354], "aligned": false, "reason": "large position jump", "common_tracks": [234], "knots0": [0.0, 0.38290598290598293, 1.0], "knots1": [0.0, 0.6937728937728938, 1.0]}, {"frames": [354, 355], "aligned": false, "reason": "crossing extrema order", "common_tracks": [240, 241, 234], "knots0": [0.0, 0.24004884004884006, 0.6361416361416361, 0.6937728937728938, 1.0], "knots1": [0.0, 0.4525030525030525, 0.8173382173382173, 0.2026862026862027, 1.0]}, {"frames": [355, 356], "aligned": false, "reason": "large position jump", "common_tracks": [234, 241], "knots0": [0.0, 0.2026862026862027, 0.8173382173382173, 1.0], "knots1": [0.0, 0.44395604395604393, 0.7543345543345543, 1.0]}, {"frames": [356, 357], "aligned": true, "reason": "aligned", "common_tracks": [234, 241], "knots0": [0.0, 0.44395604395604393, 0.7543345543345543, 1.0], "knots1": [0.0, 0.4026862026862027, 0.7582417582417582, 1.0]}, {"frames": [357, 358], "aligned": true, "reason": "aligned", "common_tracks": [234], "knots0": [0.0, 0.4026862026862027, 1.0], "knots1": [0.0, 0.40463980463980465, 1.0]}, {"frames": [358, 359], "aligned": true, "reason": "aligned", "common_tracks": [234], "knots0": [0.0, 0.40463980463980465, 1.0], "knots1": [0.0, 0.40634920634920635, 1.0]}, {"frames": [359, 360], "aligned": false, "reason": "large position jump", "common_tracks": [234], "knots0": [0.0, 0.40634920634920635, 1.0], "knots1": [0.0, 0.19462759462759463, 1.0]}, {"frames": [360, 361], "aligned": true, "reason": "aligned", "common_tracks": [234, 248], "knots0": [0.0, 0.19462759462759463, 0.4363858363858364, 1.0], "knots1": [0.0, 0.1557997557997558, 0.3653235653235653, 1.0]}, {"frames": [361, 362], "aligned": false, "reason": "crossing extrema order", "common_tracks": [234, 248], "knots0": [0.0, 0.1557997557997558, 0.3653235653235653, 1.0], "knots1": [0.0, 0.5426129426129426, 0.3533577533577534, 1.0]}, {"frames": [362, 363], "aligned": false, "reason": "crossing extrema order", "common_tracks": [248, 234], "knots0": [0.0, 0.3533577533577534, 0.5426129426129426, 1.0], "knots1": [0.0, 0.42246642246642246, 0.3882783882783883, 1.0]}, {"frames": [363, 364], "aligned": false, "reason": "large position jump", "common_tracks": [234, 248, 252], "knots0": [0.0, 0.3882783882783883, 0.42246642246642246, 0.8129426129426129, 1.0], "knots1": [0.0, 0.08986568986568987, 0.36996336996337, 0.8295482295482296, 1.0]}, {"frames": [364, 365], "aligned": false, "reason": "large position jump", "common_tracks": [234, 248, 252], "knots0": [0.0, 0.08986568986568987, 0.36996336996337, 0.8295482295482296, 1.0], "knots1": [0.0, 0.3785103785103785, 0.4788766788766789, 0.841025641025641, 1.0]}], "scope": "Intermediate columns are display reconstruction, not observations or new RG-MTM layout/optimization results. Scientific metrics use original saved frames."}, "R 20%": {"method": "anchor-aligned piecewise linear display reconstruction", "display_samples_per_frame": 3, "original_frames_exact": true, "original_rows": 4096, "no_scalar_overshoot": true, "aligned_intervals": 231, "interval_count": 365, "fallback_intervals": [[0, 1], [23, 24], [30, 31], [47, 48], [48, 49], [49, 50], [54, 55], [60, 61], [63, 64], [67, 68], [69, 70], [71, 72], [73, 74], [76, 77], [78, 79], [82, 83], [84, 85], [88, 89], [90, 91], [92, 93], [94, 95], [98, 99], [100, 101], [102, 103], [103, 104], [104, 105], [112, 113], [113, 114], [117, 118], [118, 119], [119, 120], [121, 122], [122, 123], [123, 124], [124, 125], [126, 127], [127, 128], [132, 133], [134, 135], [135, 136], [137, 138], [138, 139], [141, 142], [142, 143], [144, 145], [145, 146], [147, 148], [150, 151], [151, 152], [153, 154], [154, 155], [155, 156], [157, 158], [163, 164], [165, 166], [170, 171], [171, 172], [177, 178], [179, 180], [181, 182], [183, 184], [186, 187], [191, 192], [192, 193], [193, 194], [195, 196], [196, 197], [197, 198], [199, 200], [204, 205], [207, 208], [210, 211], [211, 212], [212, 213], [227, 228], [229, 230], [232, 233], [239, 240], [240, 241], [242, 243], [243, 244], [244, 245], [247, 248], [250, 251], [251, 252], [253, 254], [254, 255], [257, 258], [258, 259], [260, 261], [261, 262], [262, 263], [263, 264], [264, 265], [267, 268], [270, 271], [272, 273], [273, 274], [274, 275], [278, 279], [279, 280], [282, 283], [290, 291], [291, 292], [293, 294], [294, 295], [295, 296], [296, 297], [297, 298], [301, 302], [305, 306], [307, 308], [312, 313], [314, 315], [316, 317], [317, 318], [318, 319], [321, 322], [323, 324], [330, 331], [334, 335], [335, 336], [337, 338], [338, 339], [340, 341], [342, 343], [344, 345], [350, 351], [354, 355], [355, 356], [359, 360], [361, 362], [363, 364], [364, 365]], "jump_threshold_L": 0.2, "intervals": [{"frames": [0, 1], "aligned": false, "reason": "large position jump", "common_tracks": [0, 1], "knots0": [0.0, 0.4117216117216117, 0.810989010989011, 1.0], "knots1": [0.0, 0.16263736263736264, 0.8405372405372405, 1.0]}, {"frames": [1, 2], "aligned": true, "reason": "aligned", "common_tracks": [0, 1], "knots0": [0.0, 0.16263736263736264, 0.8405372405372405, 1.0], "knots1": [0.0, 0.3274725274725275, 0.7533577533577533, 1.0]}, {"frames": [2, 3], "aligned": true, "reason": "aligned", "common_tracks": [0, 1], "knots0": [0.0, 0.3274725274725275, 0.7533577533577533, 1.0], "knots1": [0.0, 0.38754578754578756, 0.7533577533577533, 1.0]}, {"frames": [3, 4], "aligned": true, "reason": "aligned", "common_tracks": [0], "knots0": [0.0, 0.38754578754578756, 1.0], "knots1": [0.0, 0.3553113553113553, 1.0]}, {"frames": [4, 5], "aligned": true, "reason": "aligned", "common_tracks": [0, 4], "knots0": [0.0, 0.3553113553113553, 0.43565323565323566, 1.0], "knots1": [0.0, 0.28962148962148965, 0.36923076923076925, 1.0]}, {"frames": [5, 6], "aligned": true, "reason": "aligned", "common_tracks": [0, 4, 5], "knots0": [0.0, 0.28962148962148965, 0.36923076923076925, 0.8578754578754578, 1.0], "knots1": [0.0, 0.3221001221001221, 0.47326007326007324, 0.8493284493284493, 1.0]}, {"frames": [6, 7], "aligned": true, "reason": "aligned", "common_tracks": [0, 4, 5], "knots0": [0.0, 0.3221001221001221, 0.47326007326007324, 0.8493284493284493, 1.0], "knots1": [0.0, 0.19926739926739928, 0.3606837606837607, 0.7794871794871795, 1.0]}, {"frames": [7, 8], "aligned": true, "reason": "aligned", "common_tracks": [0, 5], "knots0": [0.0, 0.19926739926739928, 0.7794871794871795, 1.0], "knots1": [0.0, 0.39536019536019534, 0.9123321123321123, 1.0]}, {"frames": [8, 9], "aligned": true, "reason": "aligned", "common_tracks": [0], "knots0": [0.0, 0.39536019536019534, 1.0], "knots1": [0.0, 0.5941391941391941, 1.0]}, {"frames": [9, 10], "aligned": true, "reason": "aligned", "common_tracks": [7, 0], "knots0": [0.0, 0.4683760683760684, 0.5941391941391941, 1.0], "knots1": [0.0, 0.40341880341880343, 0.5855921855921856, 1.0]}, {"frames": [10, 11], "aligned": true, "reason": "aligned", "common_tracks": [0, 8], "knots0": [0.0, 0.5855921855921856, 0.8332112332112332, 1.0], "knots1": [0.0, 0.41098901098901097, 0.8498168498168498, 1.0]}, {"frames": [11, 12], "aligned": true, "reason": "aligned", "common_tracks": [0], "knots0": [0.0, 0.41098901098901097, 1.0], "knots1": [0.0, 0.5816849816849817, 1.0]}, {"frames": [12, 13], "aligned": true, "reason": "aligned", "common_tracks": [0], "knots0": [0.0, 0.5816849816849817, 1.0], "knots1": [0.0, 0.3946275946275946, 1.0]}, {"frames": [13, 14], "aligned": true, "reason": "aligned", "common_tracks": [0], "knots0": [0.0, 0.3946275946275946, 1.0], "knots1": [0.0, 0.34627594627594627, 1.0]}, {"frames": [14, 15], "aligned": true, "reason": "aligned", "common_tracks": [0], "knots0": [0.0, 0.34627594627594627, 1.0], "knots1": [0.0, 0.5079365079365079, 1.0]}, {"frames": [15, 16], "aligned": true, "reason": "aligned", "common_tracks": [0], "knots0": [0.0, 0.5079365079365079, 1.0], "knots1": [0.0, 0.38803418803418804, 1.0]}, {"frames": [16, 17], "aligned": true, "reason": "aligned", "common_tracks": [0, 13], "knots0": [0.0, 0.38803418803418804, 0.8168498168498168, 1.0], "knots1": [0.0, 0.36971916971916974, 0.9582417582417583, 1.0]}, {"frames": [17, 18], "aligned": true, "reason": "aligned", "common_tracks": [14, 0, 13], "knots0": [0.0, 0.12063492063492064, 0.36971916971916974, 0.9582417582417583, 1.0], "knots1": [0.0, 0.1746031746031746, 0.3868131868131868, 0.8373626373626374, 1.0]}, {"frames": [18, 19], "aligned": true, "reason": "aligned", "common_tracks": [0, 13], "knots0": [0.0, 0.3868131868131868, 0.8373626373626374, 1.0], "knots1": [0.0, 0.3807081807081807, 0.9216117216117216, 1.0]}, {"frames": [19, 20], "aligned": true, "reason": "aligned", "common_tracks": [0], "knots0": [0.0, 0.3807081807081807, 1.0], "knots1": [0.0, 0.37948717948717947, 1.0]}, {"frames": [20, 21], "aligned": true, "reason": "aligned", "common_tracks": [0], "knots0": [0.0, 0.37948717948717947, 1.0], "knots1": [0.0, 0.3894993894993895, 1.0]}, {"frames": [21, 22], "aligned": true, "reason": "aligned", "common_tracks": [0], "knots0": [0.0, 0.3894993894993895, 1.0], "knots1": [0.0, 0.37704517704517704, 1.0]}, {"frames": [22, 23], "aligned": true, "reason": "aligned", "common_tracks": [0], "knots0": [0.0, 0.37704517704517704, 1.0], "knots1": [0.0, 0.5438339438339438, 1.0]}, {"frames": [23, 24], "aligned": false, "reason": "crossing extrema order", "common_tracks": [18, 0], "knots0": [0.0, 0.398046398046398, 0.5438339438339438, 1.0], "knots1": [0.0, 0.4603174603174603, 0.40805860805860805, 1.0]}, {"frames": [24, 25], "aligned": true, "reason": "aligned", "common_tracks": [0, 18], "knots0": [0.0, 0.40805860805860805, 0.4603174603174603, 1.0], "knots1": [0.0, 0.23101343101343103, 0.4363858363858364, 1.0]}, {"frames": [25, 26], "aligned": true, "reason": "aligned", "common_tracks": [18, 21], "knots0": [0.0, 0.4363858363858364, 0.8173382173382173, 1.0], "knots1": [0.0, 0.4656898656898657, 0.8703296703296703, 1.0]}, {"frames": [26, 27], "aligned": true, "reason": "aligned", "common_tracks": [18], "knots0": [0.0, 0.4656898656898657, 1.0], "knots1": [0.0, 0.5015873015873016, 1.0]}, {"frames": [27, 28], "aligned": true, "reason": "aligned", "common_tracks": [18], "knots0": [0.0, 0.5015873015873016, 1.0], "knots1": [0.0, 0.3733821733821734, 1.0]}, {"frames": [28, 29], "aligned": true, "reason": "aligned", "common_tracks": [18], "knots0": [0.0, 0.3733821733821734, 1.0], "knots1": [0.0, 0.4463980463980464, 1.0]}, {"frames": [29, 30], "aligned": true, "reason": "aligned", "common_tracks": [18], "knots0": [0.0, 0.4463980463980464, 1.0], "knots1": [0.0, 0.3252747252747253, 1.0]}, {"frames": [30, 31], "aligned": false, "reason": "no common extrema", "common_tracks": [], "knots0": [0.0, 1.0], "knots1": [0.0, 1.0]}, {"frames": [31, 32], "aligned": true, "reason": "aligned", "common_tracks": [31], "knots0": [0.0, 0.7628815628815628, 1.0], "knots1": [0.0, 0.5694749694749695, 1.0]}, {"frames": [32, 33], "aligned": true, "reason": "aligned", "common_tracks": [33, 31], "knots0": [0.0, 0.3518925518925519, 0.5694749694749695, 1.0], "knots1": [0.0, 0.36166056166056165, 0.5472527472527473, 1.0]}, {"frames": [33, 34], "aligned": true, "reason": "aligned", "common_tracks": [33, 31, 34], "knots0": [0.0, 0.36166056166056165, 0.5472527472527473, 0.7421245421245422, 1.0], "knots1": [0.0, 0.35653235653235654, 0.46642246642246643, 0.7365079365079366, 1.0]}, {"frames": [34, 35], "aligned": true, "reason": "aligned", "common_tracks": [33, 34], "knots0": [0.0, 0.35653235653235654, 0.7365079365079366, 1.0], "knots1": [0.0, 0.4456654456654457, 0.7296703296703296, 1.0]}, {"frames": [35, 36], "aligned": true, "reason": "aligned", "common_tracks": [33], "knots0": [0.0, 0.4456654456654457, 1.0], "knots1": [0.0, 0.43174603174603177, 1.0]}, {"frames": [36, 37], "aligned": true, "reason": "aligned", "common_tracks": [33], "knots0": [0.0, 0.43174603174603177, 1.0], "knots1": [0.0, 0.40683760683760684, 1.0]}, {"frames": [37, 38], "aligned": true, "reason": "aligned", "common_tracks": [33, 36], "knots0": [0.0, 0.40683760683760684, 0.7492063492063492, 1.0], "knots1": [0.0, 0.43956043956043955, 0.7474969474969475, 1.0]}, {"frames": [38, 39], "aligned": true, "reason": "aligned", "common_tracks": [33, 36], "knots0": [0.0, 0.43956043956043955, 0.7474969474969475, 1.0], "knots1": [0.0, 0.39096459096459096, 0.6378510378510378, 1.0]}, {"frames": [39, 40], "aligned": true, "reason": "aligned", "common_tracks": [33, 36], "knots0": [0.0, 0.39096459096459096, 0.6378510378510378, 1.0], "knots1": [0.0, 0.46984126984126984, 0.6581196581196581, 1.0]}, {"frames": [40, 41], "aligned": true, "reason": "aligned", "common_tracks": [33, 40], "knots0": [0.0, 0.46984126984126984, 0.6835164835164835, 1.0], "knots1": [0.0, 0.38290598290598293, 0.7294261294261294, 1.0]}, {"frames": [41, 42], "aligned": true, "reason": "aligned", "common_tracks": [33, 40], "knots0": [0.0, 0.38290598290598293, 0.7294261294261294, 1.0], "knots1": [0.0, 0.39755799755799753, 0.6598290598290598, 1.0]}, {"frames": [42, 43], "aligned": true, "reason": "aligned", "common_tracks": [33], "knots0": [0.0, 0.39755799755799753, 1.0], "knots1": [0.0, 0.35604395604395606, 1.0]}, {"frames": [43, 44], "aligned": true, "reason": "aligned", "common_tracks": [33, 43], "knots0": [0.0, 0.35604395604395606, 0.7924297924297924, 1.0], "knots1": [0.0, 0.25567765567765566, 0.736996336996337, 1.0]}, {"frames": [44, 45], "aligned": true, "reason": "aligned", "common_tracks": [33, 44, 43], "knots0": [0.0, 0.25567765567765566, 0.39536019536019534, 0.736996336996337, 1.0], "knots1": [0.0, 0.12503052503052503, 0.3907203907203907, 0.7409035409035409, 1.0]}, {"frames": [45, 46], "aligned": true, "reason": "aligned", "common_tracks": [33, 44, 43], "knots0": [0.0, 0.12503052503052503, 0.3907203907203907, 0.7409035409035409, 1.0], "knots1": [0.0, 0.17851037851037851, 0.3653235653235653, 0.7338217338217338, 1.0]}, {"frames": [46, 47], "aligned": true, "reason": "aligned", "common_tracks": [44, 43], "knots0": [0.0, 0.3653235653235653, 0.7338217338217338, 1.0], "knots1": [0.0, 0.4112332112332112, 0.7499389499389499, 1.0]}, {"frames": [47, 48], "aligned": false, "reason": "large position jump", "common_tracks": [43], "knots0": [0.0, 0.7499389499389499, 1.0], "knots1": [0.0, 0.4713064713064713, 1.0]}, {"frames": [48, 49], "aligned": false, "reason": "large position jump", "common_tracks": [43], "knots0": [0.0, 0.4713064713064713, 1.0], "knots1": [0.0, 0.8468864468864469, 1.0]}, {"frames": [49, 50], "aligned": false, "reason": "large position jump", "common_tracks": [45, 43], "knots0": [0.0, 0.4627594627594628, 0.8468864468864469, 1.0], "knots1": [0.0, 0.3738705738705739, 0.43394383394383396, 1.0]}, {"frames": [50, 51], "aligned": true, "reason": "aligned", "common_tracks": [45, 43], "knots0": [0.0, 0.3738705738705739, 0.43394383394383396, 1.0], "knots1": [0.0, 0.48986568986568985, 0.6105006105006106, 1.0]}, {"frames": [51, 52], "aligned": true, "reason": "aligned", "common_tracks": [45, 43], "knots0": [0.0, 0.48986568986568985, 0.6105006105006106, 1.0], "knots1": [0.0, 0.42808302808302806, 0.6244200244200244, 1.0]}, {"frames": [52, 53], "aligned": true, "reason": "aligned", "common_tracks": [43], "knots0": [0.0, 0.6244200244200244, 1.0], "knots1": [0.0, 0.44126984126984126, 1.0]}, {"frames": [53, 54], "aligned": true, "reason": "aligned", "common_tracks": [43], "knots0": [0.0, 0.44126984126984126, 1.0], "knots1": [0.0, 0.45274725274725275, 1.0]}, {"frames": [54, 55], "aligned": false, "reason": "large position jump", "common_tracks": [43], "knots0": [0.0, 0.45274725274725275, 1.0], "knots1": [0.0, 0.7924297924297924, 1.0]}, {"frames": [55, 56], "aligned": true, "reason": "aligned", "common_tracks": [50, 43], "knots0": [0.0, 0.33284493284493283, 0.7924297924297924, 1.0], "knots1": [0.0, 0.39755799755799753, 0.7858363858363858, 1.0]}, {"frames": [56, 57], "aligned": true, "reason": "aligned", "common_tracks": [50, 43], "knots0": [0.0, 0.39755799755799753, 0.7858363858363858, 1.0], "knots1": [0.0, 0.3623931623931624, 0.9218559218559218, 1.0]}, {"frames": [57, 58], "aligned": true, "reason": "aligned", "common_tracks": [50], "knots0": [0.0, 0.3623931623931624, 1.0], "knots1": [0.0, 0.4869352869352869, 1.0]}, {"frames": [58, 59], "aligned": true, "reason": "aligned", "common_tracks": [50, 56], "knots0": [0.0, 0.4869352869352869, 0.802930402930403, 1.0], "knots1": [0.0, 0.5313797313797314, 0.8048840048840049, 1.0]}, {"frames": [59, 60], "aligned": true, "reason": "aligned", "common_tracks": [59, 56], "knots0": [0.0, 0.17851037851037851, 0.8048840048840049, 1.0], "knots1": [0.0, 0.14652014652014653, 0.8341880341880342, 1.0]}, {"frames": [60, 61], "aligned": false, "reason": "large position jump", "common_tracks": [59], "knots0": [0.0, 0.14652014652014653, 1.0], "knots1": [0.0, 0.3951159951159951, 1.0]}, {"frames": [61, 62], "aligned": true, "reason": "aligned", "common_tracks": [59], "knots0": [0.0, 0.3951159951159951, 1.0], "knots1": [0.0, 0.4424908424908425, 1.0]}, {"frames": [62, 63], "aligned": true, "reason": "aligned", "common_tracks": [59, 62], "knots0": [0.0, 0.4424908424908425, 0.8805860805860806, 1.0], "knots1": [0.0, 0.4087912087912088, 0.8539682539682539, 1.0]}, {"frames": [63, 64], "aligned": false, "reason": "large position jump", "common_tracks": [59], "knots0": [0.0, 0.4087912087912088, 1.0], "knots1": [0.0, 0.17142857142857143, 1.0]}, {"frames": [64, 65], "aligned": true, "reason": "aligned", "common_tracks": [59, 64], "knots0": [0.0, 0.17142857142857143, 0.41611721611721614, 1.0], "knots1": [0.0, 0.10183150183150183, 0.38461538461538464, 1.0]}, {"frames": [65, 66], "aligned": true, "reason": "aligned", "common_tracks": [59, 64], "knots0": [0.0, 0.10183150183150183, 0.38461538461538464, 1.0], "knots1": [0.0, 0.14627594627594628, 0.33284493284493283, 1.0]}, {"frames": [66, 67], "aligned": true, "reason": "aligned", "common_tracks": [59, 66], "knots0": [0.0, 0.14627594627594628, 0.4593406593406593, 1.0], "knots1": [0.0, 0.15384615384615385, 0.4039072039072039, 1.0]}, {"frames": [67, 68], "aligned": false, "reason": "large position jump", "common_tracks": [59, 66], "knots0": [0.0, 0.15384615384615385, 0.4039072039072039, 1.0], "knots1": [0.0, 0.4236874236874237, 0.935042735042735, 1.0]}, {"frames": [68, 69], "aligned": true, "reason": "aligned", "common_tracks": [59], "knots0": [0.0, 0.4236874236874237, 1.0], "knots1": [0.0, 0.4236874236874237, 1.0]}, {"frames": [69, 70], "aligned": false, "reason": "large position jump", "common_tracks": [59], "knots0": [0.0, 0.4236874236874237, 1.0], "knots1": [0.0, 0.800976800976801, 1.0]}, {"frames": [70, 71], "aligned": true, "reason": "aligned", "common_tracks": [71, 59], "knots0": [0.0, 0.39853479853479856, 0.800976800976801, 1.0], "knots1": [0.0, 0.378998778998779, 0.7885225885225885, 1.0]}, {"frames": [71, 72], "aligned": false, "reason": "large position jump", "common_tracks": [72, 59], "knots0": [0.0, 0.16141636141636143, 0.7885225885225885, 1.0], "knots1": [0.0, 0.08156288156288156, 0.43663003663003663, 1.0]}, {"frames": [72, 73], "aligned": true, "reason": "aligned", "common_tracks": [59], "knots0": [0.0, 0.43663003663003663, 1.0], "knots1": [0.0, 0.41147741147741146, 1.0]}, {"frames": [73, 74], "aligned": false, "reason": "large position jump", "common_tracks": [59], "knots0": [0.0, 0.41147741147741146, 1.0], "knots1": [0.0, 0.7763125763125763, 1.0]}, {"frames": [74, 75], "aligned": true, "reason": "aligned", "common_tracks": [74, 59], "knots0": [0.0, 0.3492063492063492, 0.7763125763125763, 1.0], "knots1": [0.0, 0.3706959706959707, 0.7763125763125763, 1.0]}, {"frames": [75, 76], "aligned": true, "reason": "aligned", "common_tracks": [74, 59], "knots0": [0.0, 0.3706959706959707, 0.7763125763125763, 1.0], "knots1": [0.0, 0.3536019536019536, 0.7885225885225885, 1.0]}, {"frames": [76, 77], "aligned": false, "reason": "large position jump", "common_tracks": [74, 59], "knots0": [0.0, 0.3536019536019536, 0.7885225885225885, 1.0], "knots1": [0.0, 0.34163614163614164, 0.5504273504273505, 1.0]}, {"frames": [77, 78], "aligned": true, "reason": "aligned", "common_tracks": [74, 59], "knots0": [0.0, 0.34163614163614164, 0.5504273504273505, 1.0], "knots1": [0.0, 0.38705738705738707, 0.4832722832722833, 1.0]}, {"frames": [78, 79], "aligned": false, "reason": "large position jump", "common_tracks": [74, 59], "knots0": [0.0, 0.38705738705738707, 0.4832722832722833, 1.0], "knots1": [0.0, 0.39487179487179486, 0.8288156288156289, 1.0]}, {"frames": [79, 80], "aligned": true, "reason": "aligned", "common_tracks": [74], "knots0": [0.0, 0.39487179487179486, 1.0], "knots1": [0.0, 0.3623931623931624, 1.0]}, {"frames": [80, 81], "aligned": true, "reason": "aligned", "common_tracks": [74], "knots0": [0.0, 0.3623931623931624, 1.0], "knots1": [0.0, 0.41904761904761906, 1.0]}, {"frames": [81, 82], "aligned": true, "reason": "aligned", "common_tracks": [78], "knots0": [0.0, 0.8310134310134311, 1.0], "knots1": [0.0, 0.7750915750915751, 1.0]}, {"frames": [82, 83], "aligned": false, "reason": "large position jump", "common_tracks": [78], "knots0": [0.0, 0.7750915750915751, 1.0], "knots1": [0.0, 0.33357753357753356, 1.0]}, {"frames": [83, 84], "aligned": true, "reason": "aligned", "common_tracks": [78], "knots0": [0.0, 0.33357753357753356, 1.0], "knots1": [0.0, 0.3452991452991453, 1.0]}, {"frames": [84, 85], "aligned": false, "reason": "large position jump", "common_tracks": [78], "knots0": [0.0, 0.3452991452991453, 1.0], "knots1": [0.0, 0.7963369963369963, 1.0]}, {"frames": [85, 86], "aligned": true, "reason": "aligned", "common_tracks": [79, 78], "knots0": [0.0, 0.4363858363858364, 0.7963369963369963, 1.0], "knots1": [0.0, 0.3252747252747253, 0.7286935286935287, 1.0]}, {"frames": [86, 87], "aligned": true, "reason": "aligned", "common_tracks": [79, 78], "knots0": [0.0, 0.3252747252747253, 0.7286935286935287, 1.0], "knots1": [0.0, 0.37216117216117217, 0.7772893772893773, 1.0]}, {"frames": [87, 88], "aligned": true, "reason": "aligned", "common_tracks": [79], "knots0": [0.0, 0.37216117216117217, 1.0], "knots1": [0.0, 0.4332112332112332, 1.0]}, {"frames": [88, 89], "aligned": false, "reason": "crossing extrema order", "common_tracks": [82, 79], "knots0": [0.0, 0.3724053724053724, 0.4332112332112332, 1.0], "knots1": [0.0, 0.5555555555555556, 0.4163614163614164, 1.0]}, {"frames": [89, 90], "aligned": true, "reason": "aligned", "common_tracks": [79, 82], "knots0": [0.0, 0.4163614163614164, 0.5555555555555556, 1.0], "knots1": [0.0, 0.39194139194139194, 0.44761904761904764, 1.0]}, {"frames": [90, 91], "aligned": false, "reason": "large position jump", "common_tracks": [79, 82], "knots0": [0.0, 0.39194139194139194, 0.44761904761904764, 1.0], "knots1": [0.0, 0.36996336996337, 0.8315018315018315, 1.0]}, {"frames": [91, 92], "aligned": true, "reason": "aligned", "common_tracks": [82], "knots0": [0.0, 0.8315018315018315, 1.0], "knots1": [0.0, 0.8141636141636142, 1.0]}, {"frames": [92, 93], "aligned": false, "reason": "large position jump", "common_tracks": [82], "knots0": [0.0, 0.8141636141636142, 1.0], "knots1": [0.0, 0.17582417582417584, 1.0]}, {"frames": [93, 94], "aligned": true, "reason": "aligned", "common_tracks": [82], "knots0": [0.0, 0.17582417582417584, 1.0], "knots1": [0.0, 0.09255189255189256, 1.0]}, {"frames": [94, 95], "aligned": false, "reason": "crossing extrema order", "common_tracks": [82, 85], "knots0": [0.0, 0.09255189255189256, 0.47448107448107446, 1.0], "knots1": [0.0, 0.7916971916971917, 0.41611721611721614, 1.0]}, {"frames": [95, 96], "aligned": true, "reason": "aligned", "common_tracks": [82], "knots0": [0.0, 0.7916971916971917, 1.0], "knots1": [0.0, 0.833943833943834, 1.0]}, {"frames": [96, 97], "aligned": true, "reason": "aligned", "common_tracks": [82], "knots0": [0.0, 0.833943833943834, 1.0], "knots1": [0.0, 0.9006105006105006, 1.0]}, {"frames": [97, 98], "aligned": true, "reason": "aligned", "common_tracks": [89], "knots0": [0.0, 0.3938949938949939, 1.0], "knots1": [0.0, 0.3833943833943834, 1.0]}, {"frames": [98, 99], "aligned": false, "reason": "large position jump", "common_tracks": [89], "knots0": [0.0, 0.3833943833943834, 1.0], "knots1": [0.0, 0.8327228327228328, 1.0]}, {"frames": [99, 100], "aligned": true, "reason": "aligned", "common_tracks": [89], "knots0": [0.0, 0.8327228327228328, 1.0], "knots1": [0.0, 0.863003663003663, 1.0]}, {"frames": [100, 101], "aligned": false, "reason": "large position jump", "common_tracks": [89], "knots0": [0.0, 0.863003663003663, 1.0], "knots1": [0.0, 0.336996336996337, 1.0]}, {"frames": [101, 102], "aligned": true, "reason": "aligned", "common_tracks": [89], "knots0": [0.0, 0.336996336996337, 1.0], "knots1": [0.0, 0.34896214896214894, 1.0]}, {"frames": [102, 103], "aligned": false, "reason": "large position jump", "common_tracks": [89], "knots0": [0.0, 0.34896214896214894, 1.0], "knots1": [0.0, 0.6884004884004884, 1.0]}, {"frames": [103, 104], "aligned": false, "reason": "large position jump", "common_tracks": [89], "knots0": [0.0, 0.6884004884004884, 1.0], "knots1": [0.0, 0.4456654456654457, 1.0]}, {"frames": [104, 105], "aligned": false, "reason": "large position jump", "common_tracks": [89], "knots0": [0.0, 0.4456654456654457, 1.0], "knots1": [0.0, 0.6534798534798535, 1.0]}, {"frames": [105, 106], "aligned": true, "reason": "aligned", "common_tracks": [96, 89, 97], "knots0": [0.0, 0.4249084249084249, 0.6534798534798535, 0.8346764346764347, 1.0], "knots1": [0.0, 0.43345543345543347, 0.6212454212454213, 0.8586080586080586, 1.0]}, {"frames": [106, 107], "aligned": true, "reason": "aligned", "common_tracks": [96, 97], "knots0": [0.0, 0.43345543345543347, 0.8586080586080586, 1.0], "knots1": [0.0, 0.42857142857142855, 0.9238095238095239, 1.0]}, {"frames": [107, 108], "aligned": true, "reason": "aligned", "common_tracks": [96, 97], "knots0": [0.0, 0.42857142857142855, 0.9238095238095239, 1.0], "knots1": [0.0, 0.4056166056166056, 0.811965811965812, 1.0]}, {"frames": [108, 109], "aligned": true, "reason": "aligned", "common_tracks": [96, 97], "knots0": [0.0, 0.4056166056166056, 0.811965811965812, 1.0], "knots1": [0.0, 0.37875457875457874, 0.7262515262515262, 1.0]}, {"frames": [109, 110], "aligned": true, "reason": "aligned", "common_tracks": [97], "knots0": [0.0, 0.7262515262515262, 1.0], "knots1": [0.0, 0.6764346764346765, 1.0]}, {"frames": [110, 111], "aligned": true, "reason": "aligned", "common_tracks": [97], "knots0": [0.0, 0.6764346764346765, 1.0], "knots1": [0.0, 0.7980463980463981, 1.0]}, {"frames": [111, 112], "aligned": true, "reason": "aligned", "common_tracks": [97], "knots0": [0.0, 0.7980463980463981, 1.0], "knots1": [0.0, 0.7904761904761904, 1.0]}, {"frames": [112, 113], "aligned": false, "reason": "large position jump", "common_tracks": [97], "knots0": [0.0, 0.7904761904761904, 1.0], "knots1": [0.0, 0.346031746031746, 1.0]}, {"frames": [113, 114], "aligned": false, "reason": "large position jump", "common_tracks": [97], "knots0": [0.0, 0.346031746031746, 1.0], "knots1": [0.0, 0.7338217338217338, 1.0]}, {"frames": [114, 115], "aligned": true, "reason": "aligned", "common_tracks": [97], "knots0": [0.0, 0.7338217338217338, 1.0], "knots1": [0.0, 0.8, 1.0]}, {"frames": [115, 116], "aligned": true, "reason": "aligned", "common_tracks": [97], "knots0": [0.0, 0.8, 1.0], "knots1": [0.0, 0.8085470085470086, 1.0]}, {"frames": [116, 117], "aligned": true, "reason": "aligned", "common_tracks": [105, 97], "knots0": [0.0, 0.515018315018315, 0.8085470085470086, 1.0], "knots1": [0.0, 0.42857142857142855, 0.8620268620268621, 1.0]}, {"frames": [117, 118], "aligned": false, "reason": "large position jump", "common_tracks": [97], "knots0": [0.0, 0.8620268620268621, 1.0], "knots1": [0.0, 0.3553113553113553, 1.0]}, {"frames": [118, 119], "aligned": false, "reason": "large position jump", "common_tracks": [97], "knots0": [0.0, 0.3553113553113553, 1.0], "knots1": [0.0, 0.7335775335775335, 1.0]}, {"frames": [119, 120], "aligned": false, "reason": "no common extrema", "common_tracks": [], "knots0": [0.0, 1.0], "knots1": [0.0, 1.0]}, {"frames": [120, 121], "aligned": true, "reason": "aligned", "common_tracks": [110, 109], "knots0": [0.0, 0.18632478632478633, 0.42466422466422465, 1.0], "knots1": [0.0, 0.15311355311355312, 0.3992673992673993, 1.0]}, {"frames": [121, 122], "aligned": false, "reason": "crossing extrema order", "common_tracks": [110, 109], "knots0": [0.0, 0.15311355311355312, 0.3992673992673993, 1.0], "knots1": [0.0, 0.8862026862026862, 0.4485958485958486, 1.0]}, {"frames": [122, 123], "aligned": false, "reason": "large position jump", "common_tracks": [110], "knots0": [0.0, 0.8862026862026862, 1.0], "knots1": [0.0, 0.4315018315018315, 1.0]}, {"frames": [123, 124], "aligned": false, "reason": "large position jump", "common_tracks": [110], "knots0": [0.0, 0.4315018315018315, 1.0], "knots1": [0.0, 0.7572649572649572, 1.0]}, {"frames": [124, 125], "aligned": false, "reason": "crossing extrema order", "common_tracks": [112, 110], "knots0": [0.0, 0.4231990231990232, 0.7572649572649572, 1.0], "knots1": [0.0, 0.3746031746031746, 0.12063492063492064, 1.0]}, {"frames": [125, 126], "aligned": true, "reason": "aligned", "common_tracks": [110, 112, 114], "knots0": [0.0, 0.12063492063492064, 0.3746031746031746, 0.8295482295482296, 1.0], "knots1": [0.0, 0.16800976800976802, 0.39951159951159954, 0.8879120879120879, 1.0]}, {"frames": [126, 127], "aligned": false, "reason": "large position jump", "common_tracks": [110, 112], "knots0": [0.0, 0.16800976800976802, 0.39951159951159954, 1.0], "knots1": [0.0, 0.18583638583638584, 0.7032967032967034, 1.0]}, {"frames": [127, 128], "aligned": false, "reason": "large position jump", "common_tracks": [112], "knots0": [0.0, 0.7032967032967034, 1.0], "knots1": [0.0, 0.45567765567765567, 1.0]}, {"frames": [128, 129], "aligned": true, "reason": "aligned", "common_tracks": [112], "knots0": [0.0, 0.45567765567765567, 1.0], "knots1": [0.0, 0.4398046398046398, 1.0]}, {"frames": [129, 130], "aligned": true, "reason": "aligned", "common_tracks": [112, 118], "knots0": [0.0, 0.4398046398046398, 0.8547008547008547, 1.0], "knots1": [0.0, 0.38632478632478634, 0.8485958485958486, 1.0]}, {"frames": [130, 131], "aligned": true, "reason": "aligned", "common_tracks": [112], "knots0": [0.0, 0.38632478632478634, 1.0], "knots1": [0.0, 0.35702075702075703, 1.0]}, {"frames": [131, 132], "aligned": true, "reason": "aligned", "common_tracks": [112], "knots0": [0.0, 0.35702075702075703, 1.0], "knots1": [0.0, 0.4324786324786325, 1.0]}, {"frames": [132, 133], "aligned": false, "reason": "crossing extrema order", "common_tracks": [122, 112], "knots0": [0.0, 0.2805860805860806, 0.4324786324786325, 1.0], "knots1": [0.0, 0.859096459096459, 0.4432234432234432, 1.0]}, {"frames": [133, 134], "aligned": true, "reason": "aligned", "common_tracks": [112, 122], "knots0": [0.0, 0.4432234432234432, 0.859096459096459, 1.0], "knots1": [0.0, 0.44542124542124545, 0.8454212454212454, 1.0]}, {"frames": [134, 135], "aligned": false, "reason": "crossing extrema order", "common_tracks": [112, 122], "knots0": [0.0, 0.44542124542124545, 0.8454212454212454, 1.0], "knots1": [0.0, 0.4236874236874237, 0.10012210012210013, 1.0]}, {"frames": [135, 136], "aligned": false, "reason": "large position jump", "common_tracks": [122], "knots0": [0.0, 0.10012210012210013, 1.0], "knots1": [0.0, 0.864957264957265, 1.0]}, {"frames": [136, 137], "aligned": true, "reason": "aligned", "common_tracks": [122], "knots0": [0.0, 0.864957264957265, 1.0], "knots1": [0.0, 0.7294261294261294, 1.0]}, {"frames": [137, 138], "aligned": false, "reason": "large position jump", "common_tracks": [122], "knots0": [0.0, 0.7294261294261294, 1.0], "knots1": [0.0, 0.40366300366300367, 1.0]}, {"frames": [138, 139], "aligned": false, "reason": "large position jump", "common_tracks": [122, 128], "knots0": [0.0, 0.40366300366300367, 0.8434676434676435, 1.0], "knots1": [0.0, 0.2021978021978022, 0.8483516483516483, 1.0]}, {"frames": [139, 140], "aligned": true, "reason": "aligned", "common_tracks": [122, 129, 128], "knots0": [0.0, 0.2021978021978022, 0.4564102564102564, 0.8483516483516483, 1.0], "knots1": [0.0, 0.2231990231990232, 0.4989010989010989, 0.905006105006105, 1.0]}, {"frames": [140, 141], "aligned": true, "reason": "aligned", "common_tracks": [122, 129], "knots0": [0.0, 0.2231990231990232, 0.4989010989010989, 1.0], "knots1": [0.0, 0.21953601953601953, 0.48717948717948717, 1.0]}, {"frames": [141, 142], "aligned": false, "reason": "crossing extrema order", "common_tracks": [122, 129], "knots0": [0.0, 0.21953601953601953, 0.48717948717948717, 1.0], "knots1": [0.0, 0.9184371184371184, 0.4810744810744811, 1.0]}, {"frames": [142, 143], "aligned": false, "reason": "large position jump", "common_tracks": [122], "knots0": [0.0, 0.9184371184371184, 1.0], "knots1": [0.0, 0.4236874236874237, 1.0]}, {"frames": [143, 144], "aligned": true, "reason": "aligned", "common_tracks": [122], "knots0": [0.0, 0.4236874236874237, 1.0], "knots1": [0.0, 0.44932844932844934, 1.0]}, {"frames": [144, 145], "aligned": false, "reason": "large position jump", "common_tracks": [122], "knots0": [0.0, 0.44932844932844934, 1.0], "knots1": [0.0, 0.8774114774114774, 1.0]}, {"frames": [145, 146], "aligned": false, "reason": "large position jump", "common_tracks": [130, 122], "knots0": [0.0, 0.43663003663003663, 0.8774114774114774, 1.0], "knots1": [0.0, 0.4695970695970696, 0.6148962148962149, 1.0]}, {"frames": [146, 147], "aligned": true, "reason": "aligned", "common_tracks": [132, 130], "knots0": [0.0, 0.3553113553113553, 0.4695970695970696, 1.0], "knots1": [0.0, 0.1575091575091575, 0.44078144078144077, 1.0]}, {"frames": [147, 148], "aligned": false, "reason": "large position jump", "common_tracks": [132], "knots0": [0.0, 0.1575091575091575, 1.0], "knots1": [0.0, 0.44468864468864466, 1.0]}, {"frames": [148, 149], "aligned": true, "reason": "aligned", "common_tracks": [132], "knots0": [0.0, 0.44468864468864466, 1.0], "knots1": [0.0, 0.4456654456654457, 1.0]}, {"frames": [149, 150], "aligned": true, "reason": "aligned", "common_tracks": [132], "knots0": [0.0, 0.4456654456654457, 1.0], "knots1": [0.0, 0.45738705738705737, 1.0]}, {"frames": [150, 151], "aligned": false, "reason": "large position jump", "common_tracks": [132], "knots0": [0.0, 0.45738705738705737, 1.0], "knots1": [0.0, 0.8967032967032967, 1.0]}, {"frames": [151, 152], "aligned": false, "reason": "large position jump", "common_tracks": [132], "knots0": [0.0, 0.8967032967032967, 1.0], "knots1": [0.0, 0.41147741147741146, 1.0]}, {"frames": [152, 153], "aligned": true, "reason": "aligned", "common_tracks": [132], "knots0": [0.0, 0.41147741147741146, 1.0], "knots1": [0.0, 0.44542124542124545, 1.0]}, {"frames": [153, 154], "aligned": false, "reason": "large position jump", "common_tracks": [132], "knots0": [0.0, 0.44542124542124545, 1.0], "knots1": [0.0, 0.8444444444444444, 1.0]}, {"frames": [154, 155], "aligned": false, "reason": "large position jump", "common_tracks": [132], "knots0": [0.0, 0.8444444444444444, 1.0], "knots1": [0.0, 0.3907203907203907, 1.0]}, {"frames": [155, 156], "aligned": false, "reason": "large position jump", "common_tracks": [132], "knots0": [0.0, 0.3907203907203907, 1.0], "knots1": [0.0, 0.8002442002442003, 1.0]}, {"frames": [156, 157], "aligned": true, "reason": "aligned", "common_tracks": [137, 132], "knots0": [0.0, 0.38583638583638585, 0.8002442002442003, 1.0], "knots1": [0.0, 0.39951159951159954, 0.7548229548229548, 1.0]}, {"frames": [157, 158], "aligned": false, "reason": "large position jump", "common_tracks": [132], "knots0": [0.0, 0.7548229548229548, 1.0], "knots1": [0.0, 0.4380952380952381, 1.0]}, {"frames": [158, 159], "aligned": true, "reason": "aligned", "common_tracks": [132], "knots0": [0.0, 0.4380952380952381, 1.0], "knots1": [0.0, 0.41514041514041516, 1.0]}, {"frames": [159, 160], "aligned": true, "reason": "aligned", "common_tracks": [132], "knots0": [0.0, 0.41514041514041516, 1.0], "knots1": [0.0, 0.4537240537240537, 1.0]}, {"frames": [160, 161], "aligned": true, "reason": "aligned", "common_tracks": [132], "knots0": [0.0, 0.4537240537240537, 1.0], "knots1": [0.0, 0.4656898656898657, 1.0]}, {"frames": [161, 162], "aligned": true, "reason": "aligned", "common_tracks": [132], "knots0": [0.0, 0.4656898656898657, 1.0], "knots1": [0.0, 0.4148962148962149, 1.0]}, {"frames": [162, 163], "aligned": true, "reason": "aligned", "common_tracks": [132], "knots0": [0.0, 0.4148962148962149, 1.0], "knots1": [0.0, 0.5714285714285714, 1.0]}, {"frames": [163, 164], "aligned": false, "reason": "large position jump", "common_tracks": [132], "knots0": [0.0, 0.5714285714285714, 1.0], "knots1": [0.0, 0.15384615384615385, 1.0]}, {"frames": [164, 165], "aligned": true, "reason": "aligned", "common_tracks": [132, 141], "knots0": [0.0, 0.15384615384615385, 0.3567765567765568, 1.0], "knots1": [0.0, 0.10500610500610501, 0.3860805860805861, 1.0]}, {"frames": [165, 166], "aligned": false, "reason": "large position jump", "common_tracks": [132], "knots0": [0.0, 0.10500610500610501, 1.0], "knots1": [0.0, 0.4354090354090354, 1.0]}, {"frames": [166, 167], "aligned": true, "reason": "aligned", "common_tracks": [132], "knots0": [0.0, 0.4354090354090354, 1.0], "knots1": [0.0, 0.4363858363858364, 1.0]}, {"frames": [167, 168], "aligned": true, "reason": "aligned", "common_tracks": [132], "knots0": [0.0, 0.4363858363858364, 1.0], "knots1": [0.0, 0.4163614163614164, 1.0]}, {"frames": [168, 169], "aligned": true, "reason": "aligned", "common_tracks": [132], "knots0": [0.0, 0.4163614163614164, 1.0], "knots1": [0.0, 0.4449328449328449, 1.0]}, {"frames": [169, 170], "aligned": true, "reason": "aligned", "common_tracks": [132], "knots0": [0.0, 0.4449328449328449, 1.0], "knots1": [0.0, 0.48205128205128206, 1.0]}, {"frames": [170, 171], "aligned": false, "reason": "large position jump", "common_tracks": [132], "knots0": [0.0, 0.48205128205128206, 1.0], "knots1": [0.0, 0.9113553113553113, 1.0]}, {"frames": [171, 172], "aligned": false, "reason": "large position jump", "common_tracks": [132], "knots0": [0.0, 0.9113553113553113, 1.0], "knots1": [0.0, 0.39365079365079364, 1.0]}, {"frames": [172, 173], "aligned": true, "reason": "aligned", "common_tracks": [132], "knots0": [0.0, 0.39365079365079364, 1.0], "knots1": [0.0, 0.4278388278388278, 1.0]}, {"frames": [173, 174], "aligned": true, "reason": "aligned", "common_tracks": [132], "knots0": [0.0, 0.4278388278388278, 1.0], "knots1": [0.0, 0.4324786324786325, 1.0]}, {"frames": [174, 175], "aligned": true, "reason": "aligned", "common_tracks": [132], "knots0": [0.0, 0.4324786324786325, 1.0], "knots1": [0.0, 0.44884004884004886, 1.0]}, {"frames": [175, 176], "aligned": true, "reason": "aligned", "common_tracks": [132], "knots0": [0.0, 0.44884004884004886, 1.0], "knots1": [0.0, 0.4617826617826618, 1.0]}, {"frames": [176, 177], "aligned": true, "reason": "aligned", "common_tracks": [132], "knots0": [0.0, 0.4617826617826618, 1.0], "knots1": [0.0, 0.4449328449328449, 1.0]}, {"frames": [177, 178], "aligned": false, "reason": "large position jump", "common_tracks": [132], "knots0": [0.0, 0.4449328449328449, 1.0], "knots1": [0.0, 0.8835164835164835, 1.0]}, {"frames": [178, 179], "aligned": true, "reason": "aligned", "common_tracks": [143, 132], "knots0": [0.0, 0.39536019536019534, 0.8835164835164835, 1.0], "knots1": [0.0, 0.3746031746031746, 0.8183150183150183, 1.0]}, {"frames": [179, 180], "aligned": false, "reason": "crossing extrema order", "common_tracks": [143, 132], "knots0": [0.0, 0.3746031746031746, 0.8183150183150183, 1.0], "knots1": [0.0, 0.4656898656898657, 0.14041514041514042, 1.0]}, {"frames": [180, 181], "aligned": true, "reason": "aligned", "common_tracks": [132, 143], "knots0": [0.0, 0.14041514041514042, 0.4656898656898657, 1.0], "knots1": [0.0, 0.07814407814407814, 0.46251526251526254, 1.0]}, {"frames": [181, 182], "aligned": false, "reason": "large position jump", "common_tracks": [132], "knots0": [0.0, 0.07814407814407814, 1.0], "knots1": [0.0, 0.47912087912087914, 1.0]}, {"frames": [182, 183], "aligned": true, "reason": "aligned", "common_tracks": [132], "knots0": [0.0, 0.47912087912087914, 1.0], "knots1": [0.0, 0.3746031746031746, 1.0]}, {"frames": [183, 184], "aligned": false, "reason": "large position jump", "common_tracks": [132], "knots0": [0.0, 0.3746031746031746, 1.0], "knots1": [0.0, 0.12551892551892552, 1.0]}, {"frames": [184, 185], "aligned": true, "reason": "aligned", "common_tracks": [132, 145], "knots0": [0.0, 0.12551892551892552, 0.852991452991453, 1.0], "knots1": [0.0, 0.13821733821733823, 0.884004884004884, 1.0]}, {"frames": [185, 186], "aligned": true, "reason": "aligned", "common_tracks": [132, 146, 147], "knots0": [0.0, 0.13821733821733823, 0.39951159951159954, 0.5650793650793651, 1.0], "knots1": [0.0, 0.12136752136752137, 0.38705738705738707, 0.6461538461538462, 1.0]}, {"frames": [186, 187], "aligned": false, "reason": "large position jump", "common_tracks": [132, 146, 147], "knots0": [0.0, 0.12136752136752137, 0.38705738705738707, 0.6461538461538462, 1.0], "knots1": [0.0, 0.1094017094017094, 0.35384615384615387, 0.8595848595848596, 1.0]}, {"frames": [187, 188], "aligned": true, "reason": "aligned", "common_tracks": [146, 149, 147], "knots0": [0.0, 0.35384615384615387, 0.6715506715506715, 0.8595848595848596, 1.0], "knots1": [0.0, 0.35775335775335776, 0.6808302808302809, 0.7238095238095238, 1.0]}, {"frames": [188, 189], "aligned": true, "reason": "aligned", "common_tracks": [146], "knots0": [0.0, 0.35775335775335776, 1.0], "knots1": [0.0, 0.4818070818070818, 1.0]}, {"frames": [189, 190], "aligned": true, "reason": "aligned", "common_tracks": [146], "knots0": [0.0, 0.4818070818070818, 1.0], "knots1": [0.0, 0.4617826617826618, 1.0]}, {"frames": [190, 191], "aligned": true, "reason": "aligned", "common_tracks": [146], "knots0": [0.0, 0.4617826617826618, 1.0], "knots1": [0.0, 0.3584859584859585, 1.0]}, {"frames": [191, 192], "aligned": false, "reason": "large position jump", "common_tracks": [146], "knots0": [0.0, 0.3584859584859585, 1.0], "knots1": [0.0, 0.874969474969475, 1.0]}, {"frames": [192, 193], "aligned": false, "reason": "large position jump", "common_tracks": [146], "knots0": [0.0, 0.874969474969475, 1.0], "knots1": [0.0, 0.28083028083028083, 1.0]}, {"frames": [193, 194], "aligned": false, "reason": "large position jump", "common_tracks": [146, 151], "knots0": [0.0, 0.28083028083028083, 0.9372405372405372, 1.0], "knots1": [0.0, 0.6376068376068376, 0.9042735042735043, 1.0]}, {"frames": [194, 195], "aligned": true, "reason": "aligned", "common_tracks": [152, 146], "knots0": [0.0, 0.39951159951159954, 0.6376068376068376, 1.0], "knots1": [0.0, 0.4158730158730159, 0.6376068376068376, 1.0]}, {"frames": [195, 196], "aligned": false, "reason": "large position jump", "common_tracks": [153, 152, 146], "knots0": [0.0, 0.07887667887667887, 0.4158730158730159, 0.6376068376068376, 1.0], "knots1": [0.0, 0.08766788766788766, 0.4485958485958486, 0.8998778998778999, 1.0]}, {"frames": [196, 197], "aligned": false, "reason": "large position jump", "common_tracks": [153, 152, 146], "knots0": [0.0, 0.08766788766788766, 0.4485958485958486, 0.8998778998778999, 1.0], "knots1": [0.0, 0.11282051282051282, 0.4534798534798535, 0.6593406593406593, 1.0]}, {"frames": [197, 198], "aligned": false, "reason": "crossing extrema order", "common_tracks": [152, 146], "knots0": [0.0, 0.4534798534798535, 0.6593406593406593, 1.0], "knots1": [0.0, 0.46251526251526254, 0.1452991452991453, 1.0]}, {"frames": [198, 199], "aligned": true, "reason": "aligned", "common_tracks": [146, 152], "knots0": [0.0, 0.1452991452991453, 0.46251526251526254, 1.0], "knots1": [0.0, 0.14358974358974358, 0.4747252747252747, 1.0]}, {"frames": [199, 200], "aligned": false, "reason": "large position jump", "common_tracks": [146], "knots0": [0.0, 0.14358974358974358, 1.0], "knots1": [0.0, 0.4293040293040293, 1.0]}, {"frames": [200, 201], "aligned": true, "reason": "aligned", "common_tracks": [146], "knots0": [0.0, 0.4293040293040293, 1.0], "knots1": [0.0, 0.4427350427350427, 1.0]}, {"frames": [201, 202], "aligned": true, "reason": "aligned", "common_tracks": [146], "knots0": [0.0, 0.4427350427350427, 1.0], "knots1": [0.0, 0.4703296703296703, 1.0]}, {"frames": [202, 203], "aligned": true, "reason": "aligned", "common_tracks": [146], "knots0": [0.0, 0.4703296703296703, 1.0], "knots1": [0.0, 0.49108669108669106, 1.0]}, {"frames": [203, 204], "aligned": true, "reason": "aligned", "common_tracks": [146], "knots0": [0.0, 0.49108669108669106, 1.0], "knots1": [0.0, 0.6148962148962149, 1.0]}, {"frames": [204, 205], "aligned": false, "reason": "crossing extrema order", "common_tracks": [156, 146], "knots0": [0.0, 0.47814407814407817, 0.6148962148962149, 1.0], "knots1": [0.0, 0.49108669108669106, 0.4163614163614164, 1.0]}, {"frames": [205, 206], "aligned": true, "reason": "aligned", "common_tracks": [156, 157], "knots0": [0.0, 0.49108669108669106, 0.818070818070818, 1.0], "knots1": [0.0, 0.47057387057387057, 0.629059829059829, 1.0]}, {"frames": [206, 207], "aligned": true, "reason": "aligned", "common_tracks": [156, 157], "knots0": [0.0, 0.47057387057387057, 0.629059829059829, 1.0], "knots1": [0.0, 0.4249084249084249, 0.6498168498168498, 1.0]}, {"frames": [207, 208], "aligned": false, "reason": "large position jump", "common_tracks": [157], "knots0": [0.0, 0.6498168498168498, 1.0], "knots1": [0.0, 0.4380952380952381, 1.0]}, {"frames": [208, 209], "aligned": true, "reason": "aligned", "common_tracks": [157], "knots0": [0.0, 0.4380952380952381, 1.0], "knots1": [0.0, 0.39951159951159954, 1.0]}, {"frames": [209, 210], "aligned": true, "reason": "aligned", "common_tracks": [158], "knots0": [0.0, 0.7245421245421245, 1.0], "knots1": [0.0, 0.7746031746031746, 1.0]}, {"frames": [210, 211], "aligned": false, "reason": "large position jump", "common_tracks": [158], "knots0": [0.0, 0.7746031746031746, 1.0], "knots1": [0.0, 0.42124542124542125, 1.0]}, {"frames": [211, 212], "aligned": false, "reason": "large position jump", "common_tracks": [158], "knots0": [0.0, 0.42124542124542125, 1.0], "knots1": [0.0, 0.9091575091575091, 1.0]}, {"frames": [212, 213], "aligned": false, "reason": "large position jump", "common_tracks": [158], "knots0": [0.0, 0.9091575091575091, 1.0], "knots1": [0.0, 0.4231990231990232, 1.0]}, {"frames": [213, 214], "aligned": true, "reason": "aligned", "common_tracks": [158], "knots0": [0.0, 0.4231990231990232, 1.0], "knots1": [0.0, 0.4083028083028083, 1.0]}, {"frames": [214, 215], "aligned": true, "reason": "aligned", "common_tracks": [158], "knots0": [0.0, 0.4083028083028083, 1.0], "knots1": [0.0, 0.3894993894993895, 1.0]}, {"frames": [215, 216], "aligned": true, "reason": "aligned", "common_tracks": [158], "knots0": [0.0, 0.3894993894993895, 1.0], "knots1": [0.0, 0.41953601953601954, 1.0]}, {"frames": [216, 217], "aligned": true, "reason": "aligned", "common_tracks": [158], "knots0": [0.0, 0.41953601953601954, 1.0], "knots1": [0.0, 0.38705738705738707, 1.0]}, {"frames": [217, 218], "aligned": true, "reason": "aligned", "common_tracks": [158], "knots0": [0.0, 0.38705738705738707, 1.0], "knots1": [0.0, 0.4039072039072039, 1.0]}, {"frames": [218, 219], "aligned": true, "reason": "aligned", "common_tracks": [158], "knots0": [0.0, 0.4039072039072039, 1.0], "knots1": [0.0, 0.378998778998779, 1.0]}, {"frames": [219, 220], "aligned": true, "reason": "aligned", "common_tracks": [158], "knots0": [0.0, 0.378998778998779, 1.0], "knots1": [0.0, 0.3912087912087912, 1.0]}, {"frames": [220, 221], "aligned": true, "reason": "aligned", "common_tracks": [158], "knots0": [0.0, 0.3912087912087912, 1.0], "knots1": [0.0, 0.36556776556776555, 1.0]}, {"frames": [221, 222], "aligned": true, "reason": "aligned", "common_tracks": [158], "knots0": [0.0, 0.36556776556776555, 1.0], "knots1": [0.0, 0.4717948717948718, 1.0]}, {"frames": [222, 223], "aligned": true, "reason": "aligned", "common_tracks": [163, 158], "knots0": [0.0, 0.38168498168498166, 0.4717948717948718, 1.0], "knots1": [0.0, 0.36166056166056165, 0.5711843711843712, 1.0]}, {"frames": [223, 224], "aligned": true, "reason": "aligned", "common_tracks": [164, 163, 158], "knots0": [0.0, 0.06910866910866911, 0.36166056166056165, 0.5711843711843712, 1.0], "knots1": [0.0, 0.10036630036630037, 0.3702075702075702, 0.504029304029304, 1.0]}, {"frames": [224, 225], "aligned": true, "reason": "aligned", "common_tracks": [163, 158], "knots0": [0.0, 0.3702075702075702, 0.504029304029304, 1.0], "knots1": [0.0, 0.37264957264957266, 0.4554334554334554, 1.0]}, {"frames": [225, 226], "aligned": true, "reason": "aligned", "common_tracks": [163, 158], "knots0": [0.0, 0.37264957264957266, 0.4554334554334554, 1.0], "knots1": [0.0, 0.3440781440781441, 0.43003663003663006, 1.0]}, {"frames": [226, 227], "aligned": true, "reason": "aligned", "common_tracks": [158], "knots0": [0.0, 0.43003663003663006, 1.0], "knots1": [0.0, 0.4266178266178266, 1.0]}, {"frames": [227, 228], "aligned": false, "reason": "large position jump", "common_tracks": [158], "knots0": [0.0, 0.4266178266178266, 1.0], "knots1": [0.0, 0.9169719169719169, 1.0]}, {"frames": [228, 229], "aligned": true, "reason": "aligned", "common_tracks": [167, 158], "knots0": [0.0, 0.4297924297924298, 0.9169719169719169, 1.0], "knots1": [0.0, 0.39706959706959705, 0.9111111111111111, 1.0]}, {"frames": [229, 230], "aligned": false, "reason": "large position jump", "common_tracks": [158], "knots0": [0.0, 0.9111111111111111, 1.0], "knots1": [0.0, 0.3172161172161172, 1.0]}, {"frames": [230, 231], "aligned": true, "reason": "aligned", "common_tracks": [158], "knots0": [0.0, 0.3172161172161172, 1.0], "knots1": [0.0, 0.37435897435897436, 1.0]}, {"frames": [231, 232], "aligned": true, "reason": "aligned", "common_tracks": [158], "knots0": [0.0, 0.37435897435897436, 1.0], "knots1": [0.0, 0.4627594627594628, 1.0]}, {"frames": [232, 233], "aligned": false, "reason": "crossing extrema order", "common_tracks": [168, 158], "knots0": [0.0, 0.3499389499389499, 0.4627594627594628, 1.0], "knots1": [0.0, 0.41098901098901097, 0.12063492063492064, 1.0]}, {"frames": [233, 234], "aligned": true, "reason": "aligned", "common_tracks": [158, 168], "knots0": [0.0, 0.12063492063492064, 0.41098901098901097, 1.0], "knots1": [0.0, 0.16532356532356532, 0.3860805860805861, 1.0]}, {"frames": [234, 235], "aligned": true, "reason": "aligned", "common_tracks": [158], "knots0": [0.0, 0.16532356532356532, 1.0], "knots1": [0.0, 0.28327228327228327, 1.0]}, {"frames": [235, 236], "aligned": true, "reason": "aligned", "common_tracks": [158], "knots0": [0.0, 0.28327228327228327, 1.0], "knots1": [0.0, 0.36214896214896214, 1.0]}, {"frames": [236, 237], "aligned": true, "reason": "aligned", "common_tracks": [172, 158], "knots0": [0.0, 0.17924297924297924, 0.36214896214896214, 1.0], "knots1": [0.0, 0.17924297924297924, 0.34554334554334554, 1.0]}, {"frames": [237, 238], "aligned": true, "reason": "aligned", "common_tracks": [174, 175], "knots0": [0.0, 0.5772893772893772, 0.8998778998778999, 1.0], "knots1": [0.0, 0.5897435897435898, 0.8703296703296703, 1.0]}, {"frames": [238, 239], "aligned": true, "reason": "aligned", "common_tracks": [174, 175], "knots0": [0.0, 0.5897435897435898, 0.8703296703296703, 1.0], "knots1": [0.0, 0.48595848595848595, 0.9042735042735043, 1.0]}, {"frames": [239, 240], "aligned": false, "reason": "crossing extrema order", "common_tracks": [176, 174], "knots0": [0.0, 0.3929181929181929, 0.48595848595848595, 1.0], "knots1": [0.0, 0.4031746031746032, 0.315018315018315, 1.0]}, {"frames": [240, 241], "aligned": false, "reason": "crossing extrema order", "common_tracks": [174, 176], "knots0": [0.0, 0.315018315018315, 0.4031746031746032, 1.0], "knots1": [0.0, 0.4832722832722833, 0.36556776556776555, 1.0]}, {"frames": [241, 242], "aligned": true, "reason": "aligned", "common_tracks": [176, 174], "knots0": [0.0, 0.36556776556776555, 0.4832722832722833, 1.0], "knots1": [0.0, 0.3448107448107448, 0.5633699633699634, 1.0]}, {"frames": [242, 243], "aligned": false, "reason": "large position jump", "common_tracks": [178, 174], "knots0": [0.0, 0.15067155067155066, 0.5633699633699634, 1.0], "knots1": [0.0, 0.39096459096459096, 0.4993894993894994, 1.0]}, {"frames": [243, 244], "aligned": false, "reason": "large position jump", "common_tracks": [178, 174], "knots0": [0.0, 0.39096459096459096, 0.4993894993894994, 1.0], "knots1": [0.0, 0.43101343101343104, 0.8896214896214896, 1.0]}, {"frames": [244, 245], "aligned": false, "reason": "large position jump", "common_tracks": [178, 174], "knots0": [0.0, 0.43101343101343104, 0.8896214896214896, 1.0], "knots1": [0.0, 0.43272283272283274, 0.6358974358974359, 1.0]}, {"frames": [245, 246], "aligned": true, "reason": "aligned", "common_tracks": [178], "knots0": [0.0, 0.43272283272283274, 1.0], "knots1": [0.0, 0.4083028083028083, 1.0]}, {"frames": [246, 247], "aligned": true, "reason": "aligned", "common_tracks": [180, 178], "knots0": [0.0, 0.18632478632478633, 0.4083028083028083, 1.0], "knots1": [0.0, 0.12136752136752137, 0.36605616605616603, 1.0]}, {"frames": [247, 248], "aligned": false, "reason": "large position jump", "common_tracks": [180, 178], "knots0": [0.0, 0.12136752136752137, 0.36605616605616603, 1.0], "knots1": [0.0, 0.35995115995115995, 0.4402930402930403, 1.0]}, {"frames": [248, 249], "aligned": true, "reason": "aligned", "common_tracks": [180, 178], "knots0": [0.0, 0.35995115995115995, 0.4402930402930403, 1.0], "knots1": [0.0, 0.1907203907203907, 0.42466422466422465, 1.0]}, {"frames": [249, 250], "aligned": true, "reason": "aligned", "common_tracks": [180, 178], "knots0": [0.0, 0.1907203907203907, 0.42466422466422465, 1.0], "knots1": [0.0, 0.12967032967032968, 0.42002442002442003, 1.0]}, {"frames": [250, 251], "aligned": false, "reason": "large position jump", "common_tracks": [180, 178], "knots0": [0.0, 0.12967032967032968, 0.42002442002442003, 1.0], "knots1": [0.0, 0.398046398046398, 0.4507936507936508, 1.0]}, {"frames": [251, 252], "aligned": false, "reason": "large position jump", "common_tracks": [180, 178], "knots0": [0.0, 0.398046398046398, 0.4507936507936508, 1.0], "knots1": [0.0, 0.1452991452991453, 0.4324786324786325, 1.0]}, {"frames": [252, 253], "aligned": true, "reason": "aligned", "common_tracks": [180], "knots0": [0.0, 0.1452991452991453, 1.0], "knots1": [0.0, 0.14334554334554334, 1.0]}, {"frames": [253, 254], "aligned": false, "reason": "large position jump", "common_tracks": [180], "knots0": [0.0, 0.14334554334554334, 1.0], "knots1": [0.0, 0.42417582417582417, 1.0]}, {"frames": [254, 255], "aligned": false, "reason": "large position jump", "common_tracks": [180], "knots0": [0.0, 0.42417582417582417, 1.0], "knots1": [0.0, 0.18974358974358974, 1.0]}, {"frames": [255, 256], "aligned": true, "reason": "aligned", "common_tracks": [180, 184], "knots0": [0.0, 0.18974358974358974, 0.9421245421245421, 1.0], "knots1": [0.0, 0.38290598290598293, 0.8705738705738706, 1.0]}, {"frames": [256, 257], "aligned": true, "reason": "aligned", "common_tracks": [180], "knots0": [0.0, 0.38290598290598293, 1.0], "knots1": [0.0, 0.3904761904761905, 1.0]}, {"frames": [257, 258], "aligned": false, "reason": "large position jump", "common_tracks": [180], "knots0": [0.0, 0.3904761904761905, 1.0], "knots1": [0.0, 0.11013431013431013, 1.0]}, {"frames": [258, 259], "aligned": false, "reason": "large position jump", "common_tracks": [180], "knots0": [0.0, 0.11013431013431013, 1.0], "knots1": [0.0, 0.43736263736263736, 1.0]}, {"frames": [259, 260], "aligned": true, "reason": "aligned", "common_tracks": [180], "knots0": [0.0, 0.43736263736263736, 1.0], "knots1": [0.0, 0.4202686202686203, 1.0]}, {"frames": [260, 261], "aligned": false, "reason": "large position jump", "common_tracks": [180], "knots0": [0.0, 0.4202686202686203, 1.0], "knots1": [0.0, 0.16532356532356532, 1.0]}, {"frames": [261, 262], "aligned": false, "reason": "large position jump", "common_tracks": [180], "knots0": [0.0, 0.16532356532356532, 1.0], "knots1": [0.0, 0.47326007326007324, 1.0]}, {"frames": [262, 263], "aligned": false, "reason": "large position jump", "common_tracks": [180], "knots0": [0.0, 0.47326007326007324, 1.0], "knots1": [0.0, 0.15042735042735042, 1.0]}, {"frames": [263, 264], "aligned": false, "reason": "large position jump", "common_tracks": [180], "knots0": [0.0, 0.15042735042735042, 1.0], "knots1": [0.0, 0.4249084249084249, 1.0]}, {"frames": [264, 265], "aligned": false, "reason": "large position jump", "common_tracks": [180], "knots0": [0.0, 0.4249084249084249, 1.0], "knots1": [0.0, 0.17777777777777778, 1.0]}, {"frames": [265, 266], "aligned": true, "reason": "aligned", "common_tracks": [180], "knots0": [0.0, 0.17777777777777778, 1.0], "knots1": [0.0, 0.36923076923076925, 1.0]}, {"frames": [266, 267], "aligned": true, "reason": "aligned", "common_tracks": [180], "knots0": [0.0, 0.36923076923076925, 1.0], "knots1": [0.0, 0.48644688644688644, 1.0]}, {"frames": [267, 268], "aligned": false, "reason": "crossing extrema order", "common_tracks": [180, 190], "knots0": [0.0, 0.48644688644688644, 0.6537240537240537, 1.0], "knots1": [0.0, 0.4695970695970696, 0.39829059829059826, 1.0]}, {"frames": [268, 269], "aligned": true, "reason": "aligned", "common_tracks": [190], "knots0": [0.0, 0.39829059829059826, 1.0], "knots1": [0.0, 0.4117216117216117, 1.0]}, {"frames": [269, 270], "aligned": true, "reason": "aligned", "common_tracks": [190], "knots0": [0.0, 0.4117216117216117, 1.0], "knots1": [0.0, 0.3768009768009768, 1.0]}, {"frames": [270, 271], "aligned": false, "reason": "crossing extrema order", "common_tracks": [190, 193], "knots0": [0.0, 0.3768009768009768, 0.4891330891330891, 1.0], "knots1": [0.0, 0.47545787545787543, 0.3487179487179487, 1.0]}, {"frames": [271, 272], "aligned": true, "reason": "aligned", "common_tracks": [193, 190], "knots0": [0.0, 0.3487179487179487, 0.47545787545787543, 1.0], "knots1": [0.0, 0.3609279609279609, 0.5587301587301587, 1.0]}, {"frames": [272, 273], "aligned": false, "reason": "crossing extrema order", "common_tracks": [193, 190], "knots0": [0.0, 0.3609279609279609, 0.5587301587301587, 1.0], "knots1": [0.0, 0.4617826617826618, 0.3299145299145299, 1.0]}, {"frames": [273, 274], "aligned": false, "reason": "crossing extrema order", "common_tracks": [190, 193], "knots0": [0.0, 0.3299145299145299, 0.4617826617826618, 1.0], "knots1": [0.0, 0.9037851037851038, 0.4332112332112332, 1.0]}, {"frames": [274, 275], "aligned": false, "reason": "large position jump", "common_tracks": [190], "knots0": [0.0, 0.9037851037851038, 1.0], "knots1": [0.0, 0.43174603174603177, 1.0]}, {"frames": [275, 276], "aligned": true, "reason": "aligned", "common_tracks": [190], "knots0": [0.0, 0.43174603174603177, 1.0], "knots1": [0.0, 0.36385836385836384, 1.0]}, {"frames": [276, 277], "aligned": true, "reason": "aligned", "common_tracks": [190, 195], "knots0": [0.0, 0.36385836385836384, 0.4481074481074481, 1.0], "knots1": [0.0, 0.17777777777777778, 0.41611721611721614, 1.0]}, {"frames": [277, 278], "aligned": true, "reason": "aligned", "common_tracks": [195], "knots0": [0.0, 0.41611721611721614, 1.0], "knots1": [0.0, 0.38705738705738707, 1.0]}, {"frames": [278, 279], "aligned": false, "reason": "no common extrema", "common_tracks": [], "knots0": [0.0, 1.0], "knots1": [0.0, 1.0]}, {"frames": [279, 280], "aligned": false, "reason": "crossing extrema order", "common_tracks": [198, 199], "knots0": [0.0, 0.1907203907203907, 0.41001221001221, 1.0], "knots1": [0.0, 0.4717948717948718, 0.3824175824175824, 1.0]}, {"frames": [280, 281], "aligned": true, "reason": "aligned", "common_tracks": [198], "knots0": [0.0, 0.4717948717948718, 1.0], "knots1": [0.0, 0.4087912087912088, 1.0]}, {"frames": [281, 282], "aligned": true, "reason": "aligned", "common_tracks": [198], "knots0": [0.0, 0.4087912087912088, 1.0], "knots1": [0.0, 0.38705738705738707, 1.0]}, {"frames": [282, 283], "aligned": false, "reason": "large position jump", "common_tracks": [198], "knots0": [0.0, 0.38705738705738707, 1.0], "knots1": [0.0, 0.18632478632478633, 1.0]}, {"frames": [283, 284], "aligned": true, "reason": "aligned", "common_tracks": [198], "knots0": [0.0, 0.18632478632478633, 1.0], "knots1": [0.0, 0.315018315018315, 1.0]}, {"frames": [284, 285], "aligned": true, "reason": "aligned", "common_tracks": [198], "knots0": [0.0, 0.315018315018315, 1.0], "knots1": [0.0, 0.4039072039072039, 1.0]}, {"frames": [285, 286], "aligned": true, "reason": "aligned", "common_tracks": [198], "knots0": [0.0, 0.4039072039072039, 1.0], "knots1": [0.0, 0.38705738705738707, 1.0]}, {"frames": [286, 287], "aligned": true, "reason": "aligned", "common_tracks": [198], "knots0": [0.0, 0.38705738705738707, 1.0], "knots1": [0.0, 0.4070818070818071, 1.0]}, {"frames": [287, 288], "aligned": true, "reason": "aligned", "common_tracks": [198], "knots0": [0.0, 0.4070818070818071, 1.0], "knots1": [0.0, 0.3992673992673993, 1.0]}, {"frames": [288, 289], "aligned": true, "reason": "aligned", "common_tracks": [198], "knots0": [0.0, 0.3992673992673993, 1.0], "knots1": [0.0, 0.41562881562881565, 1.0]}, {"frames": [289, 290], "aligned": true, "reason": "aligned", "common_tracks": [198], "knots0": [0.0, 0.41562881562881565, 1.0], "knots1": [0.0, 0.4117216117216117, 1.0]}, {"frames": [290, 291], "aligned": false, "reason": "large position jump", "common_tracks": [198], "knots0": [0.0, 0.4117216117216117, 1.0], "knots1": [0.0, 0.19829059829059828, 1.0]}, {"frames": [291, 292], "aligned": false, "reason": "crossing extrema order", "common_tracks": [198, 202], "knots0": [0.0, 0.19829059829059828, 0.41318681318681316, 1.0], "knots1": [0.0, 0.7929181929181929, 0.4053724053724054, 1.0]}, {"frames": [292, 293], "aligned": true, "reason": "aligned", "common_tracks": [202, 198], "knots0": [0.0, 0.4053724053724054, 0.7929181929181929, 1.0], "knots1": [0.0, 0.4405372405372405, 0.7333333333333333, 1.0]}, {"frames": [293, 294], "aligned": false, "reason": "large position jump", "common_tracks": [198], "knots0": [0.0, 0.7333333333333333, 1.0], "knots1": [0.0, 0.4166056166056166, 1.0]}, {"frames": [294, 295], "aligned": false, "reason": "large position jump", "common_tracks": [198], "knots0": [0.0, 0.4166056166056166, 1.0], "knots1": [0.0, 0.9115995115995116, 1.0]}, {"frames": [295, 296], "aligned": false, "reason": "large position jump", "common_tracks": [204, 198], "knots0": [0.0, 0.4078144078144078, 0.9115995115995116, 1.0], "knots1": [0.0, 0.39096459096459096, 0.5987789987789988, 1.0]}, {"frames": [296, 297], "aligned": false, "reason": "crossing extrema order", "common_tracks": [204, 198], "knots0": [0.0, 0.39096459096459096, 0.5987789987789988, 1.0], "knots1": [0.0, 0.421978021978022, 0.06153846153846154, 1.0]}, {"frames": [297, 298], "aligned": false, "reason": "crossing extrema order", "common_tracks": [198, 204], "knots0": [0.0, 0.06153846153846154, 0.421978021978022, 1.0], "knots1": [0.0, 0.5457875457875457, 0.38632478632478634, 1.0]}, {"frames": [298, 299], "aligned": true, "reason": "aligned", "common_tracks": [198], "knots0": [0.0, 0.5457875457875457, 1.0], "knots1": [0.0, 0.41733821733821735, 1.0]}, {"frames": [299, 300], "aligned": true, "reason": "aligned", "common_tracks": [198], "knots0": [0.0, 0.41733821733821735, 1.0], "knots1": [0.0, 0.4288156288156288, 1.0]}, {"frames": [300, 301], "aligned": true, "reason": "aligned", "common_tracks": [198], "knots0": [0.0, 0.4288156288156288, 1.0], "knots1": [0.0, 0.38632478632478634, 1.0]}, {"frames": [301, 302], "aligned": false, "reason": "large position jump", "common_tracks": [198], "knots0": [0.0, 0.38632478632478634, 1.0], "knots1": [0.0, 0.8783882783882784, 1.0]}, {"frames": [302, 303], "aligned": true, "reason": "aligned", "common_tracks": [206, 198], "knots0": [0.0, 0.44932844932844934, 0.8783882783882784, 1.0], "knots1": [0.0, 0.45738705738705737, 0.9142857142857143, 1.0]}, {"frames": [303, 304], "aligned": true, "reason": "aligned", "common_tracks": [206, 198], "knots0": [0.0, 0.45738705738705737, 0.9142857142857143, 1.0], "knots1": [0.0, 0.4153846153846154, 0.9076923076923077, 1.0]}, {"frames": [304, 305], "aligned": true, "reason": "aligned", "common_tracks": [206, 198], "knots0": [0.0, 0.4153846153846154, 0.9076923076923077, 1.0], "knots1": [0.0, 0.4485958485958486, 0.8874236874236874, 1.0]}, {"frames": [305, 306], "aligned": false, "reason": "large position jump", "common_tracks": [206, 198], "knots0": [0.0, 0.4485958485958486, 0.8874236874236874, 1.0], "knots1": [0.0, 0.3831501831501832, 0.5816849816849817, 1.0]}, {"frames": [306, 307], "aligned": true, "reason": "aligned", "common_tracks": [206, 198], "knots0": [0.0, 0.3831501831501832, 0.5816849816849817, 1.0], "knots1": [0.0, 0.38754578754578756, 0.5934065934065934, 1.0]}, {"frames": [307, 308], "aligned": false, "reason": "crossing extrema order", "common_tracks": [206, 198], "knots0": [0.0, 0.38754578754578756, 0.5934065934065934, 1.0], "knots1": [0.0, 0.3824175824175824, 0.16825396825396827, 1.0]}, {"frames": [308, 309], "aligned": true, "reason": "aligned", "common_tracks": [198, 206, 209, 210], "knots0": [0.0, 0.16825396825396827, 0.3824175824175824, 0.5804639804639805, 0.8666666666666667, 1.0], "knots1": [0.0, 0.1921855921855922, 0.39951159951159954, 0.5675213675213675, 0.8793650793650793, 1.0]}, {"frames": [309, 310], "aligned": true, "reason": "aligned", "common_tracks": [198, 206, 210], "knots0": [0.0, 0.1921855921855922, 0.39951159951159954, 0.8793650793650793, 1.0], "knots1": [0.0, 0.17387057387057386, 0.3746031746031746, 0.8881562881562881, 1.0]}, {"frames": [310, 311], "aligned": true, "reason": "aligned", "common_tracks": [198, 206, 210], "knots0": [0.0, 0.17387057387057386, 0.3746031746031746, 0.8881562881562881, 1.0], "knots1": [0.0, 0.23101343101343103, 0.3750915750915751, 0.9062271062271062, 1.0]}, {"frames": [311, 312], "aligned": true, "reason": "aligned", "common_tracks": [198, 206, 210], "knots0": [0.0, 0.23101343101343103, 0.3750915750915751, 0.9062271062271062, 1.0], "knots1": [0.0, 0.23174603174603176, 0.4332112332112332, 0.8625152625152626, 1.0]}, {"frames": [312, 313], "aligned": false, "reason": "crossing extrema order", "common_tracks": [198, 206], "knots0": [0.0, 0.23174603174603176, 0.4332112332112332, 1.0], "knots1": [0.0, 0.4586080586080586, 0.3741147741147741, 1.0]}, {"frames": [313, 314], "aligned": true, "reason": "aligned", "common_tracks": [198], "knots0": [0.0, 0.4586080586080586, 1.0], "knots1": [0.0, 0.2993894993894994, 1.0]}, {"frames": [314, 315], "aligned": false, "reason": "large position jump", "common_tracks": [198], "knots0": [0.0, 0.2993894993894994, 1.0], "knots1": [0.0, 0.5982905982905983, 1.0]}, {"frames": [315, 316], "aligned": true, "reason": "aligned", "common_tracks": [214, 198, 216], "knots0": [0.0, 0.3772893772893773, 0.5982905982905983, 0.8964590964590965, 1.0], "knots1": [0.0, 0.39487179487179486, 0.5203907203907204, 0.85006105006105, 1.0]}, {"frames": [316, 317], "aligned": false, "reason": "crossing extrema order", "common_tracks": [214, 198, 216], "knots0": [0.0, 0.39487179487179486, 0.5203907203907204, 0.85006105006105, 1.0], "knots1": [0.0, 0.3120879120879121, 0.16141636141636143, 0.8373626373626374, 1.0]}, {"frames": [317, 318], "aligned": false, "reason": "no common extrema", "common_tracks": [], "knots0": [0.0, 1.0], "knots1": [0.0, 1.0]}, {"frames": [318, 319], "aligned": false, "reason": "no common extrema", "common_tracks": [], "knots0": [0.0, 1.0], "knots1": [0.0, 1.0]}, {"frames": [319, 320], "aligned": true, "reason": "aligned", "common_tracks": [220, 221], "knots0": [0.0, 0.41196581196581195, 0.7047619047619048, 1.0], "knots1": [0.0, 0.42002442002442003, 0.8881562881562881, 1.0]}, {"frames": [320, 321], "aligned": true, "reason": "aligned", "common_tracks": [220, 221], "knots0": [0.0, 0.42002442002442003, 0.8881562881562881, 1.0], "knots1": [0.0, 0.3992673992673993, 0.8791208791208791, 1.0]}, {"frames": [321, 322], "aligned": false, "reason": "large position jump", "common_tracks": [221], "knots0": [0.0, 0.8791208791208791, 1.0], "knots1": [0.0, 0.3716727716727717, 1.0]}, {"frames": [322, 323], "aligned": true, "reason": "aligned", "common_tracks": [221], "knots0": [0.0, 0.3716727716727717, 1.0], "knots1": [0.0, 0.4442002442002442, 1.0]}, {"frames": [323, 324], "aligned": false, "reason": "large position jump", "common_tracks": [221], "knots0": [0.0, 0.4442002442002442, 1.0], "knots1": [0.0, 0.683028083028083, 1.0]}, {"frames": [324, 325], "aligned": true, "reason": "aligned", "common_tracks": [222, 221], "knots0": [0.0, 0.44517704517704515, 0.683028083028083, 1.0], "knots1": [0.0, 0.4495726495726496, 0.8417582417582418, 1.0]}, {"frames": [325, 326], "aligned": true, "reason": "aligned", "common_tracks": [222, 221], "knots0": [0.0, 0.4495726495726496, 0.8417582417582418, 1.0], "knots1": [0.0, 0.4288156288156288, 0.8178266178266178, 1.0]}, {"frames": [326, 327], "aligned": true, "reason": "aligned", "common_tracks": [222, 224], "knots0": [0.0, 0.4288156288156288, 0.8380952380952381, 1.0], "knots1": [0.0, 0.44932844932844934, 0.8166056166056166, 1.0]}, {"frames": [327, 328], "aligned": true, "reason": "aligned", "common_tracks": [225, 222, 224], "knots0": [0.0, 0.17606837606837608, 0.44932844932844934, 0.8166056166056166, 1.0], "knots1": [0.0, 0.1597069597069597, 0.41147741147741146, 0.7956043956043956, 1.0]}, {"frames": [328, 329], "aligned": true, "reason": "aligned", "common_tracks": [225, 222], "knots0": [0.0, 0.1597069597069597, 0.41147741147741146, 1.0], "knots1": [0.0, 0.1413919413919414, 0.41098901098901097, 1.0]}, {"frames": [329, 330], "aligned": true, "reason": "aligned", "common_tracks": [225, 222], "knots0": [0.0, 0.1413919413919414, 0.41098901098901097, 1.0], "knots1": [0.0, 0.14065934065934066, 0.3492063492063492, 1.0]}, {"frames": [330, 331], "aligned": false, "reason": "crossing extrema order", "common_tracks": [225, 222], "knots0": [0.0, 0.14065934065934066, 0.3492063492063492, 1.0], "knots1": [0.0, 0.8503052503052503, 0.3946275946275946, 1.0]}, {"frames": [331, 332], "aligned": true, "reason": "aligned", "common_tracks": [222, 225], "knots0": [0.0, 0.3946275946275946, 0.8503052503052503, 1.0], "knots1": [0.0, 0.4078144078144078, 0.8798534798534798, 1.0]}, {"frames": [332, 333], "aligned": true, "reason": "aligned", "common_tracks": [222, 225], "knots0": [0.0, 0.4078144078144078, 0.8798534798534798, 1.0], "knots1": [0.0, 0.3868131868131868, 0.8268620268620268, 1.0]}, {"frames": [333, 334], "aligned": true, "reason": "aligned", "common_tracks": [222, 225], "knots0": [0.0, 0.3868131868131868, 0.8268620268620268, 1.0], "knots1": [0.0, 0.4031746031746032, 0.9052503052503053, 1.0]}, {"frames": [334, 335], "aligned": false, "reason": "large position jump", "common_tracks": [225], "knots0": [0.0, 0.9052503052503053, 1.0], "knots1": [0.0, 0.44004884004884004, 1.0]}, {"frames": [335, 336], "aligned": false, "reason": "large position jump", "common_tracks": [225], "knots0": [0.0, 0.44004884004884004, 1.0], "knots1": [0.0, 0.8573870573870573, 1.0]}, {"frames": [336, 337], "aligned": true, "reason": "aligned", "common_tracks": [228, 225], "knots0": [0.0, 0.37777777777777777, 0.8573870573870573, 1.0], "knots1": [0.0, 0.4598290598290598, 0.8146520146520146, 1.0]}, {"frames": [337, 338], "aligned": false, "reason": "large position jump", "common_tracks": [228, 225], "knots0": [0.0, 0.4598290598290598, 0.8146520146520146, 1.0], "knots1": [0.0, 0.4158730158730159, 0.536019536019536, 1.0]}, {"frames": [338, 339], "aligned": false, "reason": "large position jump", "common_tracks": [228, 225], "knots0": [0.0, 0.4158730158730159, 0.536019536019536, 1.0], "knots1": [0.0, 0.3860805860805861, 0.8380952380952381, 1.0]}, {"frames": [339, 340], "aligned": true, "reason": "aligned", "common_tracks": [228, 225], "knots0": [0.0, 0.3860805860805861, 0.8380952380952381, 1.0], "knots1": [0.0, 0.41782661782661784, 0.8043956043956044, 1.0]}, {"frames": [340, 341], "aligned": false, "reason": "crossing extrema order", "common_tracks": [228, 225], "knots0": [0.0, 0.41782661782661784, 0.8043956043956044, 1.0], "knots1": [0.0, 0.47741147741147744, 0.1457875457875458, 1.0]}, {"frames": [341, 342], "aligned": true, "reason": "aligned", "common_tracks": [225, 228, 231], "knots0": [0.0, 0.1457875457875458, 0.47741147741147744, 0.8295482295482296, 1.0], "knots1": [0.0, 0.147008547008547, 0.3868131868131868, 0.770940170940171, 1.0]}, {"frames": [342, 343], "aligned": false, "reason": "large position jump", "common_tracks": [225], "knots0": [0.0, 0.147008547008547, 1.0], "knots1": [0.0, 0.42417582417582417, 1.0]}, {"frames": [343, 344], "aligned": true, "reason": "aligned", "common_tracks": [225, 232], "knots0": [0.0, 0.42417582417582417, 0.8261294261294261, 1.0], "knots1": [0.0, 0.4275946275946276, 0.863003663003663, 1.0]}, {"frames": [344, 345], "aligned": false, "reason": "large position jump", "common_tracks": [234, 225], "knots0": [0.0, 0.3426129426129426, 0.4275946275946276, 1.0], "knots1": [0.0, 0.3746031746031746, 0.7819291819291819, 1.0]}, {"frames": [345, 346], "aligned": true, "reason": "aligned", "common_tracks": [234, 225], "knots0": [0.0, 0.3746031746031746, 0.7819291819291819, 1.0], "knots1": [0.0, 0.4402930402930403, 0.8380952380952381, 1.0]}, {"frames": [346, 347], "aligned": true, "reason": "aligned", "common_tracks": [234, 225], "knots0": [0.0, 0.4402930402930403, 0.8380952380952381, 1.0], "knots1": [0.0, 0.4691086691086691, 0.796092796092796, 1.0]}, {"frames": [347, 348], "aligned": true, "reason": "aligned", "common_tracks": [234, 225], "knots0": [0.0, 0.4691086691086691, 0.796092796092796, 1.0], "knots1": [0.0, 0.4197802197802198, 0.8007326007326008, 1.0]}, {"frames": [348, 349], "aligned": true, "reason": "aligned", "common_tracks": [234, 225], "knots0": [0.0, 0.4197802197802198, 0.8007326007326008, 1.0], "knots1": [0.0, 0.42686202686202684, 0.851037851037851, 1.0]}, {"frames": [349, 350], "aligned": true, "reason": "aligned", "common_tracks": [234, 225], "knots0": [0.0, 0.42686202686202684, 0.851037851037851, 1.0], "knots1": [0.0, 0.41245421245421243, 0.8293040293040294, 1.0]}, {"frames": [350, 351], "aligned": false, "reason": "crossing extrema order", "common_tracks": [234, 239, 225], "knots0": [0.0, 0.41245421245421243, 0.4857142857142857, 0.8293040293040294, 1.0], "knots1": [0.0, 0.463003663003663, 0.3814407814407814, 0.7760683760683761, 1.0]}, {"frames": [351, 352], "aligned": true, "reason": "aligned", "common_tracks": [234], "knots0": [0.0, 0.463003663003663, 1.0], "knots1": [0.0, 0.4148962148962149, 1.0]}, {"frames": [352, 353], "aligned": true, "reason": "aligned", "common_tracks": [234], "knots0": [0.0, 0.4148962148962149, 1.0], "knots1": [0.0, 0.38290598290598293, 1.0]}, {"frames": [353, 354], "aligned": true, "reason": "aligned", "common_tracks": [234], "knots0": [0.0, 0.38290598290598293, 1.0], "knots1": [0.0, 0.5357753357753358, 1.0]}, {"frames": [354, 355], "aligned": false, "reason": "crossing extrema order", "common_tracks": [240, 234, 241], "knots0": [0.0, 0.24322344322344322, 0.5357753357753358, 0.8131868131868132, 1.0], "knots1": [0.0, 0.4525030525030525, 0.19047619047619047, 0.8173382173382173, 1.0]}, {"frames": [355, 356], "aligned": false, "reason": "large position jump", "common_tracks": [234, 241], "knots0": [0.0, 0.19047619047619047, 0.8173382173382173, 1.0], "knots1": [0.0, 0.44297924297924296, 0.7540903540903541, 1.0]}, {"frames": [356, 357], "aligned": true, "reason": "aligned", "common_tracks": [234, 241], "knots0": [0.0, 0.44297924297924296, 0.7540903540903541, 1.0], "knots1": [0.0, 0.40244200244200246, 0.757997557997558, 1.0]}, {"frames": [357, 358], "aligned": true, "reason": "aligned", "common_tracks": [234], "knots0": [0.0, 0.40244200244200246, 1.0], "knots1": [0.0, 0.40463980463980465, 1.0]}, {"frames": [358, 359], "aligned": true, "reason": "aligned", "common_tracks": [234], "knots0": [0.0, 0.40463980463980465, 1.0], "knots1": [0.0, 0.40634920634920635, 1.0]}, {"frames": [359, 360], "aligned": false, "reason": "large position jump", "common_tracks": [234], "knots0": [0.0, 0.40634920634920635, 1.0], "knots1": [0.0, 0.19462759462759463, 1.0]}, {"frames": [360, 361], "aligned": true, "reason": "aligned", "common_tracks": [234, 248], "knots0": [0.0, 0.19462759462759463, 0.4363858363858364, 1.0], "knots1": [0.0, 0.1557997557997558, 0.3653235653235653, 1.0]}, {"frames": [361, 362], "aligned": false, "reason": "crossing extrema order", "common_tracks": [234, 248], "knots0": [0.0, 0.1557997557997558, 0.3653235653235653, 1.0], "knots1": [0.0, 0.5426129426129426, 0.3533577533577534, 1.0]}, {"frames": [362, 363], "aligned": true, "reason": "aligned", "common_tracks": [248, 234], "knots0": [0.0, 0.3533577533577534, 0.5426129426129426, 1.0], "knots1": [0.0, 0.3609279609279609, 0.45396825396825397, 1.0]}, {"frames": [363, 364], "aligned": false, "reason": "crossing extrema order", "common_tracks": [248, 234, 252], "knots0": [0.0, 0.3609279609279609, 0.45396825396825397, 0.8046398046398047, 1.0], "knots1": [0.0, 0.36996336996337, 0.09474969474969475, 0.8295482295482296, 1.0]}, {"frames": [364, 365], "aligned": false, "reason": "large position jump", "common_tracks": [234, 248, 252], "knots0": [0.0, 0.09474969474969475, 0.36996336996337, 0.8295482295482296, 1.0], "knots1": [0.0, 0.3785103785103785, 0.4788766788766789, 0.841025641025641, 1.0]}], "scope": "Intermediate columns are display reconstruction, not observations or new RG-MTM layout/optimization results. Scientific metrics use original saved frames."}}, "palette": "user-authorized pollution sequence (concentration, not AQI)"}, "ring": {"maps": "/Users/lele/Desktop/MergeTreeMaps/RG-MTM/paper/evidence/oldbase20261023/ring_frozen_maps.npz", "maps_sha256": "29e9ff82b58a932d075bb7fe11937733a699c99b87ed0012ec45fe33d18e3f6c", "landmarks": "/Users/lele/Desktop/MergeTreeMaps/RG-MTM/code/results/public_metrics_20261016/ring_landmarks.npz", "landmarks_sha256": "1b561763f52c6ef1274a15cee82d1015ef2227d3aa69a0ad1b343163ab924ba2", "frames": 40, "display": {"TMTM": {"method": "anchor-aligned piecewise linear display reconstruction", "display_samples_per_frame": 15, "original_frames_exact": true, "original_rows": 196, "no_scalar_overshoot": true, "aligned_intervals": 25, "interval_count": 39, "fallback_intervals": [[15, 16], [16, 17], [17, 18], [19, 20], [20, 21], [22, 23], [23, 24], [24, 25], [29, 30], [30, 31], [34, 35], [36, 37], [37, 38], [38, 39]], "jump_threshold_L": 0.2, "intervals": [{"frames": [0, 1], "aligned": true, "reason": "aligned", "common_tracks": [0], "knots0": [0.0, 0.5025641025641026, 1.0], "knots1": [0.0, 0.5025641025641026, 1.0]}, {"frames": [1, 2], "aligned": true, "reason": "aligned", "common_tracks": [0], "knots0": [0.0, 0.5025641025641026, 1.0], "knots1": [0.0, 0.5025641025641026, 1.0]}, {"frames": [2, 3], "aligned": true, "reason": "aligned", "common_tracks": [0], "knots0": [0.0, 0.5025641025641026, 1.0], "knots1": [0.0, 0.5025641025641026, 1.0]}, {"frames": [3, 4], "aligned": true, "reason": "aligned", "common_tracks": [0], "knots0": [0.0, 0.5025641025641026, 1.0], "knots1": [0.0, 0.5025641025641026, 1.0]}, {"frames": [4, 5], "aligned": true, "reason": "aligned", "common_tracks": [0], "knots0": [0.0, 0.5025641025641026, 1.0], "knots1": [0.0, 0.5025641025641026, 1.0]}, {"frames": [5, 6], "aligned": true, "reason": "aligned", "common_tracks": [0], "knots0": [0.0, 0.5025641025641026, 1.0], "knots1": [0.0, 0.5025641025641026, 1.0]}, {"frames": [6, 7], "aligned": true, "reason": "aligned", "common_tracks": [0], "knots0": [0.0, 0.5025641025641026, 1.0], "knots1": [0.0, 0.5025641025641026, 1.0]}, {"frames": [7, 8], "aligned": true, "reason": "aligned", "common_tracks": [0], "knots0": [0.0, 0.5025641025641026, 1.0], "knots1": [0.0, 0.49230769230769234, 1.0]}, {"frames": [8, 9], "aligned": true, "reason": "aligned", "common_tracks": [0, 1], "knots0": [0.0, 0.49230769230769234, 0.5076923076923077, 1.0], "knots1": [0.0, 0.49230769230769234, 0.5128205128205128, 1.0]}, {"frames": [9, 10], "aligned": true, "reason": "aligned", "common_tracks": [0, 1], "knots0": [0.0, 0.49230769230769234, 0.5128205128205128, 1.0], "knots1": [0.0, 0.48717948717948717, 0.5128205128205128, 1.0]}, {"frames": [10, 11], "aligned": true, "reason": "aligned", "common_tracks": [0, 1], "knots0": [0.0, 0.48717948717948717, 0.5128205128205128, 1.0], "knots1": [0.0, 0.48205128205128206, 0.5128205128205128, 1.0]}, {"frames": [11, 12], "aligned": true, "reason": "aligned", "common_tracks": [2, 1], "knots0": [0.0, 0.49230769230769234, 0.5128205128205128, 1.0], "knots1": [0.0, 0.48717948717948717, 0.5076923076923077, 1.0]}, {"frames": [12, 13], "aligned": true, "reason": "aligned", "common_tracks": [2, 1], "knots0": [0.0, 0.48717948717948717, 0.5076923076923077, 1.0], "knots1": [0.0, 0.48717948717948717, 0.5076923076923077, 1.0]}, {"frames": [13, 14], "aligned": true, "reason": "aligned", "common_tracks": [2, 1], "knots0": [0.0, 0.48717948717948717, 0.5076923076923077, 1.0], "knots1": [0.0, 0.48205128205128206, 0.5128205128205128, 1.0]}, {"frames": [14, 15], "aligned": true, "reason": "aligned", "common_tracks": [2, 3, 1], "knots0": [0.0, 0.48205128205128206, 0.49230769230769234, 0.5128205128205128, 1.0], "knots1": [0.0, 0.47692307692307695, 0.49230769230769234, 0.5128205128205128, 1.0]}, {"frames": [15, 16], "aligned": false, "reason": "crossing extrema order", "common_tracks": [2, 3, 5, 1, 4], "knots0": [0.0, 0.47692307692307695, 0.49230769230769234, 0.5025641025641026, 0.5128205128205128, 0.5230769230769231, 1.0], "knots1": [0.0, 0.47692307692307695, 0.49230769230769234, 0.5282051282051282, 0.5076923076923077, 0.517948717948718, 1.0]}, {"frames": [16, 17], "aligned": false, "reason": "crossing extrema order", "common_tracks": [2, 3, 1, 4], "knots0": [0.0, 0.47692307692307695, 0.49230769230769234, 0.5076923076923077, 0.517948717948718, 1.0], "knots1": [0.0, 0.48205128205128206, 0.4666666666666667, 0.5025641025641026, 0.5230769230769231, 1.0]}, {"frames": [17, 18], "aligned": false, "reason": "crossing extrema order", "common_tracks": [3, 2, 4], "knots0": [0.0, 0.4666666666666667, 0.48205128205128206, 0.5230769230769231, 1.0], "knots1": [0.0, 0.5076923076923077, 0.48205128205128206, 0.5230769230769231, 1.0]}, {"frames": [18, 19], "aligned": true, "reason": "aligned", "common_tracks": [6, 2, 4], "knots0": [0.0, 0.46153846153846156, 0.48205128205128206, 0.5230769230769231, 1.0], "knots1": [0.0, 0.4666666666666667, 0.47692307692307695, 0.5076923076923077, 1.0]}, {"frames": [19, 20], "aligned": false, "reason": "crossing extrema order", "common_tracks": [6, 2, 8, 4, 7], "knots0": [0.0, 0.4666666666666667, 0.47692307692307695, 0.49230769230769234, 0.5076923076923077, 0.5282051282051282, 1.0], "knots1": [0.0, 0.4717948717948718, 0.48717948717948717, 0.46153846153846156, 0.5025641025641026, 0.5282051282051282, 1.0]}, {"frames": [20, 21], "aligned": false, "reason": "crossing extrema order", "common_tracks": [8, 2, 4, 9, 7], "knots0": [0.0, 0.46153846153846156, 0.48717948717948717, 0.5025641025641026, 0.517948717948718, 0.5282051282051282, 1.0], "knots1": [0.0, 0.4666666666666667, 0.48717948717948717, 0.5076923076923077, 0.5384615384615384, 0.517948717948718, 1.0]}, {"frames": [21, 22], "aligned": true, "reason": "aligned", "common_tracks": [8, 2, 4, 7, 9], "knots0": [0.0, 0.4666666666666667, 0.48717948717948717, 0.5076923076923077, 0.517948717948718, 0.5384615384615384, 1.0], "knots1": [0.0, 0.4666666666666667, 0.49743589743589745, 0.5076923076923077, 0.5230769230769231, 0.5384615384615384, 1.0]}, {"frames": [22, 23], "aligned": false, "reason": "crossing extrema order", "common_tracks": [8, 10, 2, 4, 7, 9], "knots0": [0.0, 0.4666666666666667, 0.47692307692307695, 0.49743589743589745, 0.5076923076923077, 0.5230769230769231, 0.5384615384615384, 1.0], "knots1": [0.0, 0.4717948717948718, 0.48205128205128206, 0.5025641025641026, 0.5128205128205128, 0.5282051282051282, 0.4564102564102564, 1.0]}, {"frames": [23, 24], "aligned": false, "reason": "crossing extrema order", "common_tracks": [9, 8, 10, 4, 7, 11], "knots0": [0.0, 0.4564102564102564, 0.4717948717948718, 0.48205128205128206, 0.5128205128205128, 0.5282051282051282, 0.5384615384615384, 1.0], "knots1": [0.0, 0.46153846153846156, 0.48205128205128206, 0.4717948717948718, 0.5230769230769231, 0.5076923076923077, 0.5333333333333333, 1.0]}, {"frames": [24, 25], "aligned": false, "reason": "crossing extrema order", "common_tracks": [9, 8, 7, 4, 11], "knots0": [0.0, 0.46153846153846156, 0.48205128205128206, 0.5076923076923077, 0.5230769230769231, 0.5333333333333333, 1.0], "knots1": [0.0, 0.48717948717948717, 0.4666666666666667, 0.5384615384615384, 0.5025641025641026, 0.517948717948718, 1.0]}, {"frames": [25, 26], "aligned": true, "reason": "aligned", "common_tracks": [8, 9, 4, 11, 7], "knots0": [0.0, 0.4666666666666667, 0.48717948717948717, 0.5025641025641026, 0.517948717948718, 0.5384615384615384, 1.0], "knots1": [0.0, 0.4564102564102564, 0.48205128205128206, 0.5025641025641026, 0.517948717948718, 0.5384615384615384, 1.0]}, {"frames": [26, 27], "aligned": true, "reason": "aligned", "common_tracks": [8, 12, 9, 4, 11, 7], "knots0": [0.0, 0.4564102564102564, 0.4666666666666667, 0.48205128205128206, 0.5025641025641026, 0.517948717948718, 0.5384615384615384, 1.0], "knots1": [0.0, 0.4564102564102564, 0.4666666666666667, 0.48205128205128206, 0.5025641025641026, 0.517948717948718, 0.5435897435897435, 1.0]}, {"frames": [27, 28], "aligned": true, "reason": "aligned", "common_tracks": [8, 9, 4, 11, 7], "knots0": [0.0, 0.4564102564102564, 0.48205128205128206, 0.5025641025641026, 0.517948717948718, 0.5435897435897435, 1.0], "knots1": [0.0, 0.4666666666666667, 0.48717948717948717, 0.5025641025641026, 0.517948717948718, 0.5538461538461539, 1.0]}, {"frames": [28, 29], "aligned": true, "reason": "aligned", "common_tracks": [8, 9, 4, 11, 7], "knots0": [0.0, 0.4666666666666667, 0.48717948717948717, 0.5025641025641026, 0.517948717948718, 0.5538461538461539, 1.0], "knots1": [0.0, 0.4666666666666667, 0.48717948717948717, 0.5025641025641026, 0.517948717948718, 0.558974358974359, 1.0]}, {"frames": [29, 30], "aligned": false, "reason": "crossing extrema order", "common_tracks": [8, 9, 4, 11, 7], "knots0": [0.0, 0.4666666666666667, 0.48717948717948717, 0.5025641025641026, 0.517948717948718, 0.558974358974359, 1.0], "knots1": [0.0, 0.46153846153846156, 0.5230769230769231, 0.49230769230769234, 0.5128205128205128, 0.5692307692307692, 1.0]}, {"frames": [30, 31], "aligned": false, "reason": "crossing extrema order", "common_tracks": [8, 13, 4, 11, 7], "knots0": [0.0, 0.46153846153846156, 0.4717948717948718, 0.49230769230769234, 0.5128205128205128, 0.5692307692307692, 1.0], "knots1": [0.0, 0.46153846153846156, 0.4717948717948718, 0.5076923076923077, 0.48717948717948717, 0.5794871794871795, 1.0]}, {"frames": [31, 32], "aligned": true, "reason": "aligned", "common_tracks": [8, 13, 11, 4, 14, 7], "knots0": [0.0, 0.46153846153846156, 0.4717948717948718, 0.48717948717948717, 0.5076923076923077, 0.5230769230769231, 0.5794871794871795, 1.0], "knots1": [0.0, 0.4564102564102564, 0.4717948717948718, 0.49230769230769234, 0.5076923076923077, 0.517948717948718, 0.5846153846153846, 1.0]}, {"frames": [32, 33], "aligned": true, "reason": "aligned", "common_tracks": [8, 13, 11, 4, 14, 7], "knots0": [0.0, 0.4564102564102564, 0.4717948717948718, 0.49230769230769234, 0.5076923076923077, 0.517948717948718, 0.5846153846153846, 1.0], "knots1": [0.0, 0.4564102564102564, 0.4717948717948718, 0.49743589743589745, 0.5076923076923077, 0.5230769230769231, 0.5948717948717949, 1.0]}, {"frames": [33, 34], "aligned": true, "reason": "aligned", "common_tracks": [8, 13, 11, 4, 14, 7], "knots0": [0.0, 0.4564102564102564, 0.4717948717948718, 0.49743589743589745, 0.5076923076923077, 0.5230769230769231, 0.5948717948717949, 1.0], "knots1": [0.0, 0.46153846153846156, 0.47692307692307695, 0.49230769230769234, 0.5076923076923077, 0.5230769230769231, 0.6051282051282051, 1.0]}, {"frames": [34, 35], "aligned": false, "reason": "crossing extrema order", "common_tracks": [15, 8, 13, 11, 14, 7], "knots0": [0.0, 0.4512820512820513, 0.46153846153846156, 0.47692307692307695, 0.49230769230769234, 0.5230769230769231, 0.6051282051282051, 1.0], "knots1": [0.0, 0.4666666666666667, 0.4564102564102564, 0.48205128205128206, 0.49230769230769234, 0.517948717948718, 0.6153846153846154, 1.0]}, {"frames": [35, 36], "aligned": true, "reason": "aligned", "common_tracks": [15, 13, 11, 14, 7], "knots0": [0.0, 0.4666666666666667, 0.48205128205128206, 0.49230769230769234, 0.517948717948718, 0.6153846153846154, 1.0], "knots1": [0.0, 0.46153846153846156, 0.48205128205128206, 0.49230769230769234, 0.5025641025641026, 0.6153846153846154, 1.0]}, {"frames": [36, 37], "aligned": false, "reason": "crossing extrema order", "common_tracks": [15, 13, 14, 16, 7], "knots0": [0.0, 0.46153846153846156, 0.48205128205128206, 0.5025641025641026, 0.517948717948718, 0.6153846153846154, 1.0], "knots1": [0.0, 0.47692307692307695, 0.5384615384615384, 0.5025641025641026, 0.517948717948718, 0.3641025641025641, 1.0]}, {"frames": [37, 38], "aligned": false, "reason": "crossing extrema order", "common_tracks": [7, 15, 14, 16, 13], "knots0": [0.0, 0.3641025641025641, 0.47692307692307695, 0.5025641025641026, 0.517948717948718, 0.5384615384615384, 1.0], "knots1": [0.0, 0.35384615384615387, 0.47692307692307695, 0.5333333333333333, 0.5128205128205128, 0.5025641025641026, 1.0]}, {"frames": [38, 39], "aligned": false, "reason": "crossing extrema order", "common_tracks": [7, 15, 17, 13, 16, 14], "knots0": [0.0, 0.35384615384615387, 0.47692307692307695, 0.48717948717948717, 0.5025641025641026, 0.5128205128205128, 0.5333333333333333, 1.0], "knots1": [0.0, 0.3435897435897436, 0.4717948717948718, 0.48717948717948717, 0.46153846153846156, 0.5076923076923077, 0.5333333333333333, 1.0]}], "scope": "Intermediate columns are display reconstruction, not observations or new RG-MTM layout/optimization results. Scientific metrics use original saved frames."}, "ST-MTM": {"method": "anchor-aligned piecewise linear display reconstruction", "display_samples_per_frame": 15, "original_frames_exact": true, "original_rows": 196, "no_scalar_overshoot": true, "aligned_intervals": 35, "interval_count": 39, "fallback_intervals": [[16, 17], [17, 18], [18, 19], [21, 22]], "jump_threshold_L": 0.2, "intervals": [{"frames": [0, 1], "aligned": true, "reason": "aligned", "common_tracks": [0], "knots0": [0.0, 0.4, 1.0], "knots1": [0.0, 0.4, 1.0]}, {"frames": [1, 2], "aligned": true, "reason": "aligned", "common_tracks": [0], "knots0": [0.0, 0.4, 1.0], "knots1": [0.0, 0.4, 1.0]}, {"frames": [2, 3], "aligned": true, "reason": "aligned", "common_tracks": [0], "knots0": [0.0, 0.4, 1.0], "knots1": [0.0, 0.4, 1.0]}, {"frames": [3, 4], "aligned": true, "reason": "aligned", "common_tracks": [0], "knots0": [0.0, 0.4, 1.0], "knots1": [0.0, 0.4, 1.0]}, {"frames": [4, 5], "aligned": true, "reason": "aligned", "common_tracks": [0], "knots0": [0.0, 0.4, 1.0], "knots1": [0.0, 0.4, 1.0]}, {"frames": [5, 6], "aligned": true, "reason": "aligned", "common_tracks": [0], "knots0": [0.0, 0.4, 1.0], "knots1": [0.0, 0.4, 1.0]}, {"frames": [6, 7], "aligned": true, "reason": "aligned", "common_tracks": [0], "knots0": [0.0, 0.4, 1.0], "knots1": [0.0, 0.4, 1.0]}, {"frames": [7, 8], "aligned": true, "reason": "aligned", "common_tracks": [0], "knots0": [0.0, 0.4, 1.0], "knots1": [0.0, 0.4, 1.0]}, {"frames": [8, 9], "aligned": true, "reason": "aligned", "common_tracks": [0, 1], "knots0": [0.0, 0.4, 0.49743589743589745, 1.0], "knots1": [0.0, 0.40512820512820513, 0.49230769230769234, 1.0]}, {"frames": [9, 10], "aligned": true, "reason": "aligned", "common_tracks": [0, 1], "knots0": [0.0, 0.40512820512820513, 0.49230769230769234, 1.0], "knots1": [0.0, 0.40512820512820513, 0.49743589743589745, 1.0]}, {"frames": [10, 11], "aligned": true, "reason": "aligned", "common_tracks": [0, 1], "knots0": [0.0, 0.40512820512820513, 0.49743589743589745, 1.0], "knots1": [0.0, 0.4153846153846154, 0.48205128205128206, 1.0]}, {"frames": [11, 12], "aligned": true, "reason": "aligned", "common_tracks": [2, 1], "knots0": [0.0, 0.3435897435897436, 0.48205128205128206, 1.0], "knots1": [0.0, 0.3487179487179487, 0.47692307692307695, 1.0]}, {"frames": [12, 13], "aligned": true, "reason": "aligned", "common_tracks": [2, 1], "knots0": [0.0, 0.3487179487179487, 0.47692307692307695, 1.0], "knots1": [0.0, 0.3487179487179487, 0.47692307692307695, 1.0]}, {"frames": [13, 14], "aligned": true, "reason": "aligned", "common_tracks": [2, 1], "knots0": [0.0, 0.3487179487179487, 0.47692307692307695, 1.0], "knots1": [0.0, 0.3333333333333333, 0.49230769230769234, 1.0]}, {"frames": [14, 15], "aligned": true, "reason": "aligned", "common_tracks": [2, 3, 1], "knots0": [0.0, 0.3333333333333333, 0.38974358974358975, 0.49230769230769234, 1.0], "knots1": [0.0, 0.3128205128205128, 0.37948717948717947, 0.5282051282051282, 1.0]}, {"frames": [15, 16], "aligned": true, "reason": "aligned", "common_tracks": [2, 3, 5, 4, 1], "knots0": [0.0, 0.3128205128205128, 0.37948717948717947, 0.4153846153846154, 0.48717948717948717, 0.5282051282051282, 1.0], "knots1": [0.0, 0.3076923076923077, 0.37435897435897436, 0.4153846153846154, 0.48717948717948717, 0.5333333333333333, 1.0]}, {"frames": [16, 17], "aligned": false, "reason": "crossing extrema order", "common_tracks": [2, 3, 4, 1], "knots0": [0.0, 0.3076923076923077, 0.37435897435897436, 0.48717948717948717, 0.5333333333333333, 1.0], "knots1": [0.0, 0.36923076923076925, 0.3333333333333333, 0.517948717948718, 0.48717948717948717, 1.0]}, {"frames": [17, 18], "aligned": false, "reason": "crossing extrema order", "common_tracks": [3, 2, 4], "knots0": [0.0, 0.3333333333333333, 0.36923076923076925, 0.517948717948718, 1.0], "knots1": [0.0, 0.4, 0.30256410256410254, 0.5128205128205128, 1.0]}, {"frames": [18, 19], "aligned": false, "reason": "crossing extrema order", "common_tracks": [2, 6, 4], "knots0": [0.0, 0.30256410256410254, 0.37435897435897436, 0.5128205128205128, 1.0], "knots1": [0.0, 0.37435897435897436, 0.28205128205128205, 0.5384615384615384, 1.0]}, {"frames": [19, 20], "aligned": true, "reason": "aligned", "common_tracks": [6, 8, 2, 7, 4], "knots0": [0.0, 0.28205128205128205, 0.3076923076923077, 0.37435897435897436, 0.4717948717948718, 0.5384615384615384, 1.0], "knots1": [0.0, 0.28205128205128205, 0.3128205128205128, 0.38461538461538464, 0.46153846153846156, 0.5333333333333333, 1.0]}, {"frames": [20, 21], "aligned": true, "reason": "aligned", "common_tracks": [8, 2, 7, 4, 9], "knots0": [0.0, 0.3128205128205128, 0.38461538461538464, 0.46153846153846156, 0.5333333333333333, 0.5743589743589743, 1.0], "knots1": [0.0, 0.30256410256410254, 0.38461538461538464, 0.4512820512820513, 0.5333333333333333, 0.5948717948717949, 1.0]}, {"frames": [21, 22], "aligned": false, "reason": "crossing extrema order", "common_tracks": [8, 2, 7, 4, 9], "knots0": [0.0, 0.30256410256410254, 0.38461538461538464, 0.4512820512820513, 0.5333333333333333, 0.5948717948717949, 1.0], "knots1": [0.0, 0.5897435897435898, 0.3333333333333333, 0.3641025641025641, 0.441025641025641, 0.558974358974359, 1.0]}, {"frames": [22, 23], "aligned": true, "reason": "aligned", "common_tracks": [2, 7, 4, 9, 10, 8], "knots0": [0.0, 0.3333333333333333, 0.3641025641025641, 0.441025641025641, 0.558974358974359, 0.5794871794871795, 0.5897435897435898, 1.0], "knots1": [0.0, 0.3128205128205128, 0.3333333333333333, 0.4153846153846154, 0.5538461538461539, 0.5948717948717949, 0.6358974358974359, 1.0]}, {"frames": [23, 24], "aligned": true, "reason": "aligned", "common_tracks": [7, 4, 11, 9, 10, 8], "knots0": [0.0, 0.3333333333333333, 0.4153846153846154, 0.5128205128205128, 0.5538461538461539, 0.5948717948717949, 0.6358974358974359, 1.0], "knots1": [0.0, 0.31794871794871793, 0.38974358974358975, 0.49743589743589745, 0.558974358974359, 0.6102564102564103, 0.676923076923077, 1.0]}, {"frames": [24, 25], "aligned": true, "reason": "aligned", "common_tracks": [7, 4, 11, 9, 8], "knots0": [0.0, 0.31794871794871793, 0.38974358974358975, 0.49743589743589745, 0.558974358974359, 0.676923076923077, 1.0], "knots1": [0.0, 0.30256410256410254, 0.38461538461538464, 0.49230769230769234, 0.5794871794871795, 0.6717948717948717, 1.0]}, {"frames": [25, 26], "aligned": true, "reason": "aligned", "common_tracks": [7, 4, 11, 9, 8], "knots0": [0.0, 0.30256410256410254, 0.38461538461538464, 0.49230769230769234, 0.5794871794871795, 0.6717948717948717, 1.0], "knots1": [0.0, 0.30256410256410254, 0.37435897435897436, 0.48717948717948717, 0.5794871794871795, 0.6923076923076923, 1.0]}, {"frames": [26, 27], "aligned": true, "reason": "aligned", "common_tracks": [7, 4, 11, 9, 12, 8], "knots0": [0.0, 0.30256410256410254, 0.37435897435897436, 0.48717948717948717, 0.5794871794871795, 0.6461538461538462, 0.6923076923076923, 1.0], "knots1": [0.0, 0.30256410256410254, 0.37435897435897436, 0.48717948717948717, 0.5743589743589743, 0.6512820512820513, 0.7025641025641025, 1.0]}, {"frames": [27, 28], "aligned": true, "reason": "aligned", "common_tracks": [7, 4, 11, 9, 8], "knots0": [0.0, 0.30256410256410254, 0.37435897435897436, 0.48717948717948717, 0.5743589743589743, 0.7025641025641025, 1.0], "knots1": [0.0, 0.27692307692307694, 0.39487179487179486, 0.5128205128205128, 0.5743589743589743, 0.676923076923077, 1.0]}, {"frames": [28, 29], "aligned": true, "reason": "aligned", "common_tracks": [7, 4, 11, 9, 8], "knots0": [0.0, 0.27692307692307694, 0.39487179487179486, 0.5128205128205128, 0.5743589743589743, 0.676923076923077, 1.0], "knots1": [0.0, 0.2717948717948718, 0.4, 0.517948717948718, 0.5743589743589743, 0.6717948717948717, 1.0]}, {"frames": [29, 30], "aligned": true, "reason": "aligned", "common_tracks": [7, 4, 11, 9, 8], "knots0": [0.0, 0.2717948717948718, 0.4, 0.517948717948718, 0.5743589743589743, 0.6717948717948717, 1.0], "knots1": [0.0, 0.2717948717948718, 0.38974358974358975, 0.517948717948718, 0.5692307692307692, 0.6871794871794872, 1.0]}, {"frames": [30, 31], "aligned": true, "reason": "aligned", "common_tracks": [7, 4, 11, 13, 8], "knots0": [0.0, 0.2717948717948718, 0.38974358974358975, 0.517948717948718, 0.6256410256410256, 0.6871794871794872, 1.0], "knots1": [0.0, 0.2564102564102564, 0.37435897435897436, 0.5333333333333333, 0.6307692307692307, 0.6974358974358974, 1.0]}, {"frames": [31, 32], "aligned": true, "reason": "aligned", "common_tracks": [7, 4, 14, 11, 13, 8], "knots0": [0.0, 0.2564102564102564, 0.37435897435897436, 0.4717948717948718, 0.5333333333333333, 0.6307692307692307, 0.6974358974358974, 1.0], "knots1": [0.0, 0.2512820512820513, 0.3641025641025641, 0.46153846153846156, 0.5435897435897435, 0.6256410256410256, 0.717948717948718, 1.0]}, {"frames": [32, 33], "aligned": true, "reason": "aligned", "common_tracks": [7, 4, 14, 11, 13, 8], "knots0": [0.0, 0.2512820512820513, 0.3641025641025641, 0.46153846153846156, 0.5435897435897435, 0.6256410256410256, 0.717948717948718, 1.0], "knots1": [0.0, 0.24615384615384617, 0.35384615384615387, 0.4666666666666667, 0.5538461538461539, 0.6205128205128205, 0.717948717948718, 1.0]}, {"frames": [33, 34], "aligned": true, "reason": "aligned", "common_tracks": [7, 4, 14, 11, 13, 8], "knots0": [0.0, 0.24615384615384617, 0.35384615384615387, 0.4666666666666667, 0.5538461538461539, 0.6205128205128205, 0.717948717948718, 1.0], "knots1": [0.0, 0.2564102564102564, 0.3435897435897436, 0.46153846153846156, 0.5487179487179488, 0.6153846153846154, 0.7384615384615385, 1.0]}, {"frames": [34, 35], "aligned": true, "reason": "aligned", "common_tracks": [7, 14, 11, 13, 15, 8], "knots0": [0.0, 0.2564102564102564, 0.46153846153846156, 0.5487179487179488, 0.6153846153846154, 0.6871794871794872, 0.7384615384615385, 1.0], "knots1": [0.0, 0.27692307692307694, 0.4307692307692308, 0.5487179487179488, 0.6051282051282051, 0.6871794871794872, 0.7487179487179487, 1.0]}, {"frames": [35, 36], "aligned": true, "reason": "aligned", "common_tracks": [7, 14, 11, 13, 15], "knots0": [0.0, 0.27692307692307694, 0.4307692307692308, 0.5487179487179488, 0.6051282051282051, 0.6871794871794872, 1.0], "knots1": [0.0, 0.24615384615384617, 0.4153846153846154, 0.558974358974359, 0.6153846153846154, 0.717948717948718, 1.0]}, {"frames": [36, 37], "aligned": true, "reason": "aligned", "common_tracks": [7, 14, 16, 13, 15], "knots0": [0.0, 0.24615384615384617, 0.4153846153846154, 0.5076923076923077, 0.6153846153846154, 0.717948717948718, 1.0], "knots1": [0.0, 0.24102564102564103, 0.4153846153846154, 0.5128205128205128, 0.6102564102564103, 0.7230769230769231, 1.0]}, {"frames": [37, 38], "aligned": true, "reason": "aligned", "common_tracks": [7, 14, 16, 13, 15], "knots0": [0.0, 0.24102564102564103, 0.4153846153846154, 0.5128205128205128, 0.6102564102564103, 0.7230769230769231, 1.0], "knots1": [0.0, 0.24615384615384617, 0.39487179487179486, 0.5230769230769231, 0.6, 0.7435897435897436, 1.0]}, {"frames": [38, 39], "aligned": true, "reason": "aligned", "common_tracks": [7, 14, 16, 13, 17, 15], "knots0": [0.0, 0.24615384615384617, 0.39487179487179486, 0.5230769230769231, 0.6, 0.6820512820512821, 0.7435897435897436, 1.0], "knots1": [0.0, 0.23076923076923078, 0.36923076923076925, 0.5282051282051282, 0.6, 0.6871794871794872, 0.7692307692307693, 1.0]}], "scope": "Intermediate columns are display reconstruction, not observations or new RG-MTM layout/optimization results. Scientific metrics use original saved frames."}, "A": {"method": "anchor-aligned piecewise linear display reconstruction", "display_samples_per_frame": 15, "original_frames_exact": true, "original_rows": 784, "no_scalar_overshoot": true, "aligned_intervals": 22, "interval_count": 39, "fallback_intervals": [[11, 12], [16, 17], [17, 18], [18, 19], [19, 20], [21, 22], [22, 23], [23, 24], [24, 25], [26, 27], [27, 28], [30, 31], [31, 32], [33, 34], [34, 35], [35, 36], [37, 38]], "jump_threshold_L": 0.2, "intervals": [{"frames": [0, 1], "aligned": true, "reason": "aligned", "common_tracks": [0], "knots0": [0.0, 0.8020434227330779, 1.0], "knots1": [0.0, 0.8020434227330779, 1.0]}, {"frames": [1, 2], "aligned": true, "reason": "aligned", "common_tracks": [0], "knots0": [0.0, 0.8020434227330779, 1.0], "knots1": [0.0, 0.8020434227330779, 1.0]}, {"frames": [2, 3], "aligned": true, "reason": "aligned", "common_tracks": [0], "knots0": [0.0, 0.8020434227330779, 1.0], "knots1": [0.0, 0.8020434227330779, 1.0]}, {"frames": [3, 4], "aligned": true, "reason": "aligned", "common_tracks": [0], "knots0": [0.0, 0.8020434227330779, 1.0], "knots1": [0.0, 0.8020434227330779, 1.0]}, {"frames": [4, 5], "aligned": true, "reason": "aligned", "common_tracks": [0], "knots0": [0.0, 0.8020434227330779, 1.0], "knots1": [0.0, 0.8441890166028098, 1.0]}, {"frames": [5, 6], "aligned": true, "reason": "aligned", "common_tracks": [0], "knots0": [0.0, 0.8441890166028098, 1.0], "knots1": [0.0, 0.8441890166028098, 1.0]}, {"frames": [6, 7], "aligned": true, "reason": "aligned", "common_tracks": [0], "knots0": [0.0, 0.8441890166028098, 1.0], "knots1": [0.0, 0.8352490421455939, 1.0]}, {"frames": [7, 8], "aligned": true, "reason": "aligned", "common_tracks": [0], "knots0": [0.0, 0.8352490421455939, 1.0], "knots1": [0.0, 0.8454661558109834, 1.0]}, {"frames": [8, 9], "aligned": true, "reason": "aligned", "common_tracks": [1, 0], "knots0": [0.0, 0.7611749680715197, 0.8454661558109834, 1.0], "knots1": [0.0, 0.7739463601532567, 0.876117496807152, 1.0]}, {"frames": [9, 10], "aligned": true, "reason": "aligned", "common_tracks": [1, 0], "knots0": [0.0, 0.7739463601532567, 0.876117496807152, 1.0], "knots1": [0.0, 0.7713920817369093, 0.8786717752234994, 1.0]}, {"frames": [10, 11], "aligned": true, "reason": "aligned", "common_tracks": [1, 0], "knots0": [0.0, 0.7713920817369093, 0.8786717752234994, 1.0], "knots1": [0.0, 0.7828863346104725, 0.8837803320561941, 1.0]}, {"frames": [11, 12], "aligned": false, "reason": "crossing extrema order", "common_tracks": [1, 2], "knots0": [0.0, 0.7828863346104725, 0.7905491698595147, 1.0], "knots1": [0.0, 0.8876117496807152, 0.7624521072796935, 1.0]}, {"frames": [12, 13], "aligned": true, "reason": "aligned", "common_tracks": [2, 1], "knots0": [0.0, 0.7624521072796935, 0.8876117496807152, 1.0], "knots1": [0.0, 0.756066411238825, 0.8939974457215837, 1.0]}, {"frames": [13, 14], "aligned": true, "reason": "aligned", "common_tracks": [2, 1], "knots0": [0.0, 0.756066411238825, 0.8939974457215837, 1.0], "knots1": [0.0, 0.7943805874840357, 0.9233716475095786, 1.0]}, {"frames": [14, 15], "aligned": true, "reason": "aligned", "common_tracks": [3, 2, 1], "knots0": [0.0, 0.7266922094508301, 0.7943805874840357, 0.9233716475095786, 1.0], "knots1": [0.0, 0.7139208173690932, 0.7650063856960408, 0.9259259259259259, 1.0]}, {"frames": [15, 16], "aligned": true, "reason": "aligned", "common_tracks": [3, 2, 5, 4, 1], "knots0": [0.0, 0.7139208173690932, 0.7650063856960408, 0.7726692209450831, 0.8646232439335888, 0.9259259259259259, 1.0], "knots1": [0.0, 0.7177522349936143, 0.7931034482758621, 0.8007662835249042, 0.8697318007662835, 0.9310344827586207, 1.0]}, {"frames": [16, 17], "aligned": false, "reason": "crossing extrema order", "common_tracks": [3, 2, 4, 1], "knots0": [0.0, 0.7177522349936143, 0.7931034482758621, 0.8697318007662835, 0.9310344827586207, 1.0], "knots1": [0.0, 0.7177522349936143, 0.9067688378033205, 0.7432950191570882, 0.9284802043422733, 1.0]}, {"frames": [17, 18], "aligned": false, "reason": "crossing extrema order", "common_tracks": [3, 4, 2], "knots0": [0.0, 0.7177522349936143, 0.7432950191570882, 0.9067688378033205, 1.0], "knots1": [0.0, 0.7318007662835249, 0.7126436781609196, 0.9118773946360154, 1.0]}, {"frames": [18, 19], "aligned": false, "reason": "crossing extrema order", "common_tracks": [4, 6, 2], "knots0": [0.0, 0.7126436781609196, 0.7407407407407407, 0.9118773946360154, 1.0], "knots1": [0.0, 0.8773946360153256, 0.7088122605363985, 0.8697318007662835, 1.0]}, {"frames": [19, 20], "aligned": false, "reason": "crossing extrema order", "common_tracks": [6, 8, 2, 4, 7], "knots0": [0.0, 0.7088122605363985, 0.7969348659003831, 0.8697318007662835, 0.8773946360153256, 0.9604086845466155, 1.0], "knots1": [0.0, 0.8301404853128991, 0.8646232439335888, 0.9591315453384419, 0.789272030651341, 0.8250319284802043, 1.0]}, {"frames": [20, 21], "aligned": true, "reason": "aligned", "common_tracks": [9, 4, 7, 8, 2], "knots0": [0.0, 0.6794380587484036, 0.789272030651341, 0.8250319284802043, 0.8646232439335888, 0.9591315453384419, 1.0], "knots1": [0.0, 0.6781609195402298, 0.7854406130268199, 0.8288633461047255, 0.8365261813537676, 0.9642401021711366, 1.0]}, {"frames": [21, 22], "aligned": false, "reason": "crossing extrema order", "common_tracks": [9, 4, 7, 8, 2], "knots0": [0.0, 0.6781609195402298, 0.7854406130268199, 0.8288633461047255, 0.8365261813537676, 0.9642401021711366, 1.0], "knots1": [0.0, 0.7215836526181354, 0.8365261813537676, 0.9553001277139208, 0.7164750957854407, 0.966794380587484, 1.0]}, {"frames": [22, 23], "aligned": false, "reason": "crossing extrema order", "common_tracks": [10, 8, 9, 4, 7, 2], "knots0": [0.0, 0.669220945083014, 0.7164750957854407, 0.7215836526181354, 0.8365261813537676, 0.9553001277139208, 0.966794380587484, 1.0], "knots1": [0.0, 0.6819923371647509, 0.7266922094508301, 0.6768837803320562, 0.8952745849297573, 0.9680715197956578, 0.9731800766283525, 1.0]}, {"frames": [23, 24], "aligned": false, "reason": "crossing extrema order", "common_tracks": [9, 10, 8, 11, 4, 7], "knots0": [0.0, 0.6768837803320562, 0.6819923371647509, 0.7266922094508301, 0.7330779054916986, 0.8952745849297573, 0.9680715197956578, 1.0], "knots1": [0.0, 0.6819923371647509, 0.6641123882503193, 0.7432950191570882, 0.7496807151979565, 0.9080459770114943, 0.9782886334610472, 1.0]}, {"frames": [24, 25], "aligned": false, "reason": "crossing extrema order", "common_tracks": [9, 8, 11, 4, 7], "knots0": [0.0, 0.6819923371647509, 0.7432950191570882, 0.7496807151979565, 0.9080459770114943, 0.9782886334610472, 1.0], "knots1": [0.0, 0.7139208173690932, 0.7062579821200511, 0.7420178799489144, 0.909323116219668, 0.9987228607918263, 1.0]}, {"frames": [25, 26], "aligned": true, "reason": "aligned", "common_tracks": [8, 9, 11, 4, 7], "knots0": [0.0, 0.7062579821200511, 0.7139208173690932, 0.7420178799489144, 0.909323116219668, 0.9987228607918263, 1.0], "knots1": [0.0, 0.7062579821200511, 0.7126436781609196, 0.7432950191570882, 0.8914431673052363, 0.9987228607918263, 1.0]}, {"frames": [26, 27], "aligned": false, "reason": "crossing extrema order", "common_tracks": [12, 8, 9, 11, 4, 7], "knots0": [0.0, 0.644955300127714, 0.7062579821200511, 0.7126436781609196, 0.7432950191570882, 0.8914431673052363, 0.9987228607918263, 1.0], "knots1": [0.0, 0.6590038314176245, 0.7535121328224776, 0.6398467432950191, 0.7713920817369093, 0.8939974457215837, 0.9987228607918263, 1.0]}, {"frames": [27, 28], "aligned": false, "reason": "crossing extrema order", "common_tracks": [9, 8, 11, 4, 7], "knots0": [0.0, 0.6398467432950191, 0.7535121328224776, 0.7713920817369093, 0.8939974457215837, 0.9987228607918263, 1.0], "knots1": [0.0, 0.6590038314176245, 0.6500638569604087, 0.6832694763729247, 0.8671775223499362, 0.9987228607918263, 1.0]}, {"frames": [28, 29], "aligned": true, "reason": "aligned", "common_tracks": [8, 9, 11, 4, 7], "knots0": [0.0, 0.6500638569604087, 0.6590038314176245, 0.6832694763729247, 0.8671775223499362, 0.9987228607918263, 1.0], "knots1": [0.0, 0.6500638569604087, 0.6577266922094508, 0.6832694763729247, 0.8109833971902938, 0.9987228607918263, 1.0]}, {"frames": [29, 30], "aligned": true, "reason": "aligned", "common_tracks": [8, 9, 11, 4, 7], "knots0": [0.0, 0.6500638569604087, 0.6577266922094508, 0.6832694763729247, 0.8109833971902938, 0.9987228607918263, 1.0], "knots1": [0.0, 0.669220945083014, 0.6743295019157088, 0.6883780332056194, 0.8212005108556832, 0.9987228607918263, 1.0]}, {"frames": [30, 31], "aligned": false, "reason": "crossing extrema order", "common_tracks": [13, 8, 11, 4, 7], "knots0": [0.0, 0.6181353767560664, 0.669220945083014, 0.6883780332056194, 0.8212005108556832, 0.9987228607918263, 1.0], "knots1": [0.0, 0.6206896551724138, 0.6768837803320562, 0.6002554278416348, 0.8186462324393359, 0.9987228607918263, 1.0]}, {"frames": [31, 32], "aligned": false, "reason": "crossing extrema order", "common_tracks": [11, 13, 8, 14, 4, 7], "knots0": [0.0, 0.6002554278416348, 0.6206896551724138, 0.6768837803320562, 0.698595146871009, 0.8186462324393359, 0.9987228607918263, 1.0], "knots1": [0.0, 0.6743295019157088, 0.6079182630906769, 0.6679438058748404, 0.7126436781609196, 0.8569604086845466, 0.9987228607918263, 1.0]}, {"frames": [32, 33], "aligned": true, "reason": "aligned", "common_tracks": [13, 8, 11, 14, 4, 7], "knots0": [0.0, 0.6079182630906769, 0.6679438058748404, 0.6743295019157088, 0.7126436781609196, 0.8569604086845466, 0.9987228607918263, 1.0], "knots1": [0.0, 0.5849297573435505, 0.6679438058748404, 0.6743295019157088, 0.7075351213282248, 0.8582375478927203, 0.9987228607918263, 1.0]}, {"frames": [33, 34], "aligned": false, "reason": "crossing extrema order", "common_tracks": [13, 8, 11, 14, 4, 7], "knots0": [0.0, 0.5849297573435505, 0.6679438058748404, 0.6743295019157088, 0.7075351213282248, 0.8582375478927203, 0.9987228607918263, 1.0], "knots1": [0.0, 0.5951468710089399, 0.7062579821200511, 0.5900383141762452, 0.7139208173690932, 0.8633461047254151, 0.9987228607918263, 1.0]}, {"frames": [34, 35], "aligned": false, "reason": "crossing extrema order", "common_tracks": [11, 13, 15, 8, 14, 7], "knots0": [0.0, 0.5900383141762452, 0.5951468710089399, 0.6181353767560664, 0.7062579821200511, 0.7139208173690932, 0.9987228607918263, 1.0], "knots1": [0.0, 0.5925925925925926, 0.5823754789272031, 0.6270753512132823, 0.7241379310344828, 0.7394636015325671, 0.9987228607918263, 1.0]}, {"frames": [35, 36], "aligned": false, "reason": "crossing extrema order", "common_tracks": [13, 11, 15, 14, 7], "knots0": [0.0, 0.5823754789272031, 0.5925925925925926, 0.6270753512132823, 0.7394636015325671, 0.9987228607918263, 1.0], "knots1": [0.0, 0.6155810983397191, 0.6270753512132823, 0.6079182630906769, 0.776500638569604, 0.9987228607918263, 1.0]}, {"frames": [36, 37], "aligned": true, "reason": "aligned", "common_tracks": [15, 13, 16, 14, 7], "knots0": [0.0, 0.6079182630906769, 0.6155810983397191, 0.648786717752235, 0.776500638569604, 0.9987228607918263, 1.0], "knots1": [0.0, 0.5900383141762452, 0.598978288633461, 0.6564495530012772, 0.7777777777777778, 0.9987228607918263, 1.0]}, {"frames": [37, 38], "aligned": false, "reason": "crossing extrema order", "common_tracks": [15, 13, 16, 14, 7], "knots0": [0.0, 0.5900383141762452, 0.598978288633461, 0.6564495530012772, 0.7777777777777778, 0.9987228607918263, 1.0], "knots1": [0.0, 0.6334610472541508, 0.5542784163473818, 0.6551724137931034, 0.7854406130268199, 0.9987228607918263, 1.0]}, {"frames": [38, 39], "aligned": true, "reason": "aligned", "common_tracks": [13, 17, 15, 16, 14, 7], "knots0": [0.0, 0.5542784163473818, 0.5759897828863346, 0.6334610472541508, 0.6551724137931034, 0.7854406130268199, 0.9987228607918263, 1.0], "knots1": [0.0, 0.5440613026819924, 0.5632183908045977, 0.6130268199233716, 0.6194125159642401, 0.8212005108556832, 0.9987228607918263, 1.0]}], "scope": "Intermediate columns are display reconstruction, not observations or new RG-MTM layout/optimization results. Scientific metrics use original saved frames."}, "R 20%": {"method": "anchor-aligned piecewise linear display reconstruction", "display_samples_per_frame": 15, "original_frames_exact": true, "original_rows": 784, "no_scalar_overshoot": true, "aligned_intervals": 26, "interval_count": 39, "fallback_intervals": [[15, 16], [17, 18], [18, 19], [20, 21], [21, 22], [27, 28], [29, 30], [30, 31], [32, 33], [35, 36], [36, 37], [37, 38], [38, 39]], "jump_threshold_L": 0.2, "intervals": [{"frames": [0, 1], "aligned": true, "reason": "aligned", "common_tracks": [0], "knots0": [0.0, 0.8020434227330779, 1.0], "knots1": [0.0, 0.8020434227330779, 1.0]}, {"frames": [1, 2], "aligned": true, "reason": "aligned", "common_tracks": [0], "knots0": [0.0, 0.8020434227330779, 1.0], "knots1": [0.0, 0.8020434227330779, 1.0]}, {"frames": [2, 3], "aligned": true, "reason": "aligned", "common_tracks": [0], "knots0": [0.0, 0.8020434227330779, 1.0], "knots1": [0.0, 0.8020434227330779, 1.0]}, {"frames": [3, 4], "aligned": true, "reason": "aligned", "common_tracks": [0], "knots0": [0.0, 0.8020434227330779, 1.0], "knots1": [0.0, 0.8020434227330779, 1.0]}, {"frames": [4, 5], "aligned": true, "reason": "aligned", "common_tracks": [0], "knots0": [0.0, 0.8020434227330779, 1.0], "knots1": [0.0, 0.8441890166028098, 1.0]}, {"frames": [5, 6], "aligned": true, "reason": "aligned", "common_tracks": [0], "knots0": [0.0, 0.8441890166028098, 1.0], "knots1": [0.0, 0.8441890166028098, 1.0]}, {"frames": [6, 7], "aligned": true, "reason": "aligned", "common_tracks": [0], "knots0": [0.0, 0.8441890166028098, 1.0], "knots1": [0.0, 0.8352490421455939, 1.0]}, {"frames": [7, 8], "aligned": true, "reason": "aligned", "common_tracks": [0], "knots0": [0.0, 0.8352490421455939, 1.0], "knots1": [0.0, 0.8454661558109834, 1.0]}, {"frames": [8, 9], "aligned": true, "reason": "aligned", "common_tracks": [1, 0], "knots0": [0.0, 0.7611749680715197, 0.8454661558109834, 1.0], "knots1": [0.0, 0.7739463601532567, 0.876117496807152, 1.0]}, {"frames": [9, 10], "aligned": true, "reason": "aligned", "common_tracks": [1, 0], "knots0": [0.0, 0.7739463601532567, 0.876117496807152, 1.0], "knots1": [0.0, 0.7713920817369093, 0.8786717752234994, 1.0]}, {"frames": [10, 11], "aligned": true, "reason": "aligned", "common_tracks": [1, 0], "knots0": [0.0, 0.7713920817369093, 0.8786717752234994, 1.0], "knots1": [0.0, 0.8173690932311622, 0.8837803320561941, 1.0]}, {"frames": [11, 12], "aligned": true, "reason": "aligned", "common_tracks": [2, 1], "knots0": [0.0, 0.7522349936143039, 0.8173690932311622, 1.0], "knots1": [0.0, 0.7598978288633461, 0.8888888888888888, 1.0]}, {"frames": [12, 13], "aligned": true, "reason": "aligned", "common_tracks": [2, 1], "knots0": [0.0, 0.7598978288633461, 0.8888888888888888, 1.0], "knots1": [0.0, 0.7547892720306514, 0.8939974457215837, 1.0]}, {"frames": [13, 14], "aligned": true, "reason": "aligned", "common_tracks": [2, 1], "knots0": [0.0, 0.7547892720306514, 0.8939974457215837, 1.0], "knots1": [0.0, 0.7943805874840357, 0.9233716475095786, 1.0]}, {"frames": [14, 15], "aligned": true, "reason": "aligned", "common_tracks": [3, 2, 1], "knots0": [0.0, 0.7266922094508301, 0.7943805874840357, 0.9233716475095786, 1.0], "knots1": [0.0, 0.7177522349936143, 0.8033205619412516, 0.9259259259259259, 1.0]}, {"frames": [15, 16], "aligned": false, "reason": "crossing extrema order", "common_tracks": [3, 5, 2, 4, 1], "knots0": [0.0, 0.7177522349936143, 0.7292464878671775, 0.8033205619412516, 0.8633461047254151, 0.9259259259259259, 1.0], "knots1": [0.0, 0.7177522349936143, 0.7343550446998723, 0.879948914431673, 0.8467432950191571, 0.9310344827586207, 1.0]}, {"frames": [16, 17], "aligned": true, "reason": "aligned", "common_tracks": [3, 4, 2, 1], "knots0": [0.0, 0.7177522349936143, 0.8467432950191571, 0.879948914431673, 0.9310344827586207, 1.0], "knots1": [0.0, 0.7177522349936143, 0.7432950191570882, 0.9067688378033205, 0.9284802043422733, 1.0]}, {"frames": [17, 18], "aligned": false, "reason": "crossing extrema order", "common_tracks": [3, 4, 2], "knots0": [0.0, 0.7177522349936143, 0.7432950191570882, 0.9067688378033205, 1.0], "knots1": [0.0, 0.7318007662835249, 0.7126436781609196, 0.9118773946360154, 1.0]}, {"frames": [18, 19], "aligned": false, "reason": "crossing extrema order", "common_tracks": [4, 6, 2], "knots0": [0.0, 0.7126436781609196, 0.7407407407407407, 0.9118773946360154, 1.0], "knots1": [0.0, 0.768837803320562, 0.7100893997445722, 0.9655172413793104, 1.0]}, {"frames": [19, 20], "aligned": true, "reason": "aligned", "common_tracks": [6, 4, 8, 7, 2], "knots0": [0.0, 0.7100893997445722, 0.768837803320562, 0.8339719029374202, 0.9399744572158365, 0.9655172413793104, 1.0], "knots1": [0.0, 0.7126436781609196, 0.8122605363984674, 0.8378033205619413, 0.9399744572158365, 0.9655172413793104, 1.0]}, {"frames": [20, 21], "aligned": false, "reason": "crossing extrema order", "common_tracks": [9, 4, 8, 7, 2], "knots0": [0.0, 0.6845466155810983, 0.8122605363984674, 0.8378033205619413, 0.9399744572158365, 0.9655172413793104, 1.0], "knots1": [0.0, 0.6845466155810983, 0.8250319284802043, 0.7164750957854407, 0.933588761174968, 0.9655172413793104, 1.0]}, {"frames": [21, 22], "aligned": false, "reason": "crossing extrema order", "common_tracks": [9, 8, 4, 7, 2], "knots0": [0.0, 0.6845466155810983, 0.7164750957854407, 0.8250319284802043, 0.933588761174968, 0.9655172413793104, 1.0], "knots1": [0.0, 0.6845466155810983, 0.7445721583652618, 0.8288633461047255, 0.9731800766283525, 0.9591315453384419, 1.0]}, {"frames": [22, 23], "aligned": true, "reason": "aligned", "common_tracks": [10, 9, 8, 4, 2, 7], "knots0": [0.0, 0.6756066411238825, 0.6845466155810983, 0.7445721583652618, 0.8288633461047255, 0.9591315453384419, 0.9731800766283525, 1.0], "knots1": [0.0, 0.6756066411238825, 0.6871008939974457, 0.7586206896551724, 0.8939974457215837, 0.9642401021711366, 0.9744572158365262, 1.0]}, {"frames": [23, 24], "aligned": true, "reason": "aligned", "common_tracks": [10, 9, 11, 8, 4, 7], "knots0": [0.0, 0.6756066411238825, 0.6871008939974457, 0.7011494252873564, 0.7586206896551724, 0.8939974457215837, 0.9744572158365262, 1.0], "knots1": [0.0, 0.6756066411238825, 0.6845466155810983, 0.7049808429118773, 0.7905491698595147, 0.9054916985951469, 0.9744572158365262, 1.0]}, {"frames": [24, 25], "aligned": true, "reason": "aligned", "common_tracks": [9, 11, 8, 4, 7], "knots0": [0.0, 0.6845466155810983, 0.7049808429118773, 0.7905491698595147, 0.9054916985951469, 0.9744572158365262, 1.0], "knots1": [0.0, 0.6436781609195402, 0.6973180076628352, 0.7790549169859514, 0.9054916985951469, 0.9987228607918263, 1.0]}, {"frames": [25, 26], "aligned": true, "reason": "aligned", "common_tracks": [9, 11, 8, 4, 7], "knots0": [0.0, 0.6436781609195402, 0.6973180076628352, 0.7790549169859514, 0.9054916985951469, 0.9987228607918263, 1.0], "knots1": [0.0, 0.6398467432950191, 0.7037037037037037, 0.7816091954022989, 0.8722860791826309, 0.9987228607918263, 1.0]}, {"frames": [26, 27], "aligned": true, "reason": "aligned", "common_tracks": [9, 12, 11, 8, 4, 7], "knots0": [0.0, 0.6398467432950191, 0.665389527458493, 0.7037037037037037, 0.7816091954022989, 0.8722860791826309, 0.9987228607918263, 1.0], "knots1": [0.0, 0.6398467432950191, 0.665389527458493, 0.7343550446998723, 0.7854406130268199, 0.8722860791826309, 0.9987228607918263, 1.0]}, {"frames": [27, 28], "aligned": false, "reason": "crossing extrema order", "common_tracks": [9, 11, 8, 4, 7], "knots0": [0.0, 0.6398467432950191, 0.7343550446998723, 0.7854406130268199, 0.8722860791826309, 0.9987228607918263, 1.0], "knots1": [0.0, 0.6590038314176245, 0.6832694763729247, 0.6500638569604087, 0.8646232439335888, 0.9987228607918263, 1.0]}, {"frames": [28, 29], "aligned": true, "reason": "aligned", "common_tracks": [8, 9, 11, 4, 7], "knots0": [0.0, 0.6500638569604087, 0.6590038314176245, 0.6832694763729247, 0.8646232439335888, 0.9987228607918263, 1.0], "knots1": [0.0, 0.6500638569604087, 0.6577266922094508, 0.6832694763729247, 0.8109833971902938, 0.9987228607918263, 1.0]}, {"frames": [29, 30], "aligned": false, "reason": "crossing extrema order", "common_tracks": [8, 9, 11, 4, 7], "knots0": [0.0, 0.6500638569604087, 0.6577266922094508, 0.6832694763729247, 0.8109833971902938, 0.9987228607918263, 1.0], "knots1": [0.0, 0.7088122605363985, 0.6398467432950191, 0.6577266922094508, 0.7956577266922095, 0.9987228607918263, 1.0]}, {"frames": [30, 31], "aligned": false, "reason": "crossing extrema order", "common_tracks": [13, 11, 8, 4, 7], "knots0": [0.0, 0.632183908045977, 0.6577266922094508, 0.7088122605363985, 0.7956577266922095, 0.9987228607918263, 1.0], "knots1": [0.0, 0.632183908045977, 0.6053639846743295, 0.7164750957854407, 0.7956577266922095, 0.9987228607918263, 1.0]}, {"frames": [31, 32], "aligned": true, "reason": "aligned", "common_tracks": [11, 13, 14, 8, 4, 7], "knots0": [0.0, 0.6053639846743295, 0.632183908045977, 0.6628352490421456, 0.7164750957854407, 0.7956577266922095, 0.9987228607918263, 1.0], "knots1": [0.0, 0.6053639846743295, 0.632183908045977, 0.6666666666666666, 0.7484035759897829, 0.8378033205619413, 0.9987228607918263, 1.0]}, {"frames": [32, 33], "aligned": false, "reason": "crossing extrema order", "common_tracks": [11, 13, 14, 8, 4, 7], "knots0": [0.0, 0.6053639846743295, 0.632183908045977, 0.6666666666666666, 0.7484035759897829, 0.8378033205619413, 0.9987228607918263, 1.0], "knots1": [0.0, 0.6053639846743295, 0.5977011494252874, 0.6628352490421456, 0.7445721583652618, 0.8378033205619413, 0.9987228607918263, 1.0]}, {"frames": [33, 34], "aligned": true, "reason": "aligned", "common_tracks": [13, 11, 14, 8, 4, 7], "knots0": [0.0, 0.5977011494252874, 0.6053639846743295, 0.6628352490421456, 0.7445721583652618, 0.8378033205619413, 0.9987228607918263, 1.0], "knots1": [0.0, 0.5977011494252874, 0.6053639846743295, 0.6756066411238825, 0.7484035759897829, 0.8378033205619413, 0.9987228607918263, 1.0]}, {"frames": [34, 35], "aligned": true, "reason": "aligned", "common_tracks": [13, 11, 15, 14, 8, 7], "knots0": [0.0, 0.5977011494252874, 0.6053639846743295, 0.6232439335887612, 0.6756066411238825, 0.7484035759897829, 0.9987228607918263, 1.0], "knots1": [0.0, 0.5977011494252874, 0.6053639846743295, 0.6296296296296297, 0.7164750957854407, 0.7535121328224776, 0.9987228607918263, 1.0]}, {"frames": [35, 36], "aligned": false, "reason": "crossing extrema order", "common_tracks": [13, 11, 15, 14, 7], "knots0": [0.0, 0.5977011494252874, 0.6053639846743295, 0.6296296296296297, 0.7164750957854407, 0.9987228607918263, 1.0], "knots1": [0.0, 0.6155810983397191, 0.6283524904214559, 0.6079182630906769, 0.776500638569604, 0.9987228607918263, 1.0]}, {"frames": [36, 37], "aligned": false, "reason": "crossing extrema order", "common_tracks": [15, 13, 16, 14, 7], "knots0": [0.0, 0.6079182630906769, 0.6155810983397191, 0.648786717752235, 0.776500638569604, 0.9987228607918263, 1.0], "knots1": [0.0, 0.6232439335887612, 0.5632183908045977, 0.6334610472541508, 0.7611749680715197, 0.9987228607918263, 1.0]}, {"frames": [37, 38], "aligned": false, "reason": "crossing extrema order", "common_tracks": [13, 15, 16, 14, 7], "knots0": [0.0, 0.5632183908045977, 0.6232439335887612, 0.6334610472541508, 0.7611749680715197, 0.9987228607918263, 1.0], "knots1": [0.0, 0.5632183908045977, 0.6679438058748404, 0.6181353767560664, 0.7611749680715197, 0.9987228607918263, 1.0]}, {"frames": [38, 39], "aligned": false, "reason": "crossing extrema order", "common_tracks": [13, 17, 16, 15, 14, 7], "knots0": [0.0, 0.5632183908045977, 0.5887611749680716, 0.6181353767560664, 0.6679438058748404, 0.7611749680715197, 0.9987228607918263, 1.0], "knots1": [0.0, 0.5632183908045977, 0.5887611749680716, 0.5721583652618135, 0.6768837803320562, 0.8045977011494253, 0.9987228607918263, 1.0]}], "scope": "Intermediate columns are display reconstruction, not observations or new RG-MTM layout/optimization results. Scientific metrics use original saved frames."}}, "palette": "existing scalar display palette; no verified release LUT"}}, "scientific_optimization_rerun": "annual PM2.5 only", "display": "Conservative anchor-aligned piecewise linear interpolation. Original frames remain exact. Intermediate columns are display samples only; metrics use original arrays. Per-dataset shared scales."}</a:t>
            </a: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main_figures/Fig12/ppt/presProps.xml><?xml version="1.0" encoding="utf-8"?>
<p:presentationPr xmlns:p="http://schemas.openxmlformats.org/presentationml/2006/main">
  <p:extLst>
    <p:ext xmlns:p14="http://schemas.microsoft.com/office/powerpoint/2010/main" uri="{E76CE94A-603C-4142-B9EB-6D1370010A27}">
      <p14:discardImageEditData val="0"/>
    </p:ext>
    <p:ext xmlns:p14="http://schemas.microsoft.com/office/powerpoint/2010/main" uri="{D31A062A-798A-4329-ABDD-BBA856620510}">
      <p14:defaultImageDpi val="32767"/>
    </p:ext>
    <p:ext xmlns:p15="http://schemas.microsoft.com/office/powerpoint/2012/main" uri="{FD5EFAAD-0ECE-453E-9831-46B23BE46B34}">
      <p15:chartTrackingRefBased val="1"/>
    </p:ext>
  </p:extLst>
</p:presentationPr>
</file>

<file path=ppt/main_figures/Fig12/ppt/presentation.xml><?xml version="1.0" encoding="utf-8"?>
<p:presentation xmlns:p="http://schemas.openxmlformats.org/presentationml/2006/main">
  <p:sldMasterIdLst>
    <p:sldMasterId xmlns:r="http://schemas.openxmlformats.org/officeDocument/2006/relationships" id="2147483648" r:id="Ra92221edc07445f9"/>
  </p:sldMasterIdLst>
  <p:notesMasterIdLst>
    <p:notesMasterId xmlns:r="http://schemas.openxmlformats.org/officeDocument/2006/relationships" r:id="Rfde9e6274ff3484f"/>
  </p:notesMasterIdLst>
  <p:sldIdLst>
    <p:sldId xmlns:r="http://schemas.openxmlformats.org/officeDocument/2006/relationships" id="256" r:id="Raa9d76366a184665"/>
  </p:sldIdLst>
  <p:sldSz cx="12192000" cy="8096250"/>
  <p:notesSz cx="6858000" cy="9144000"/>
</p:presentation>
</file>

<file path=ppt/main_figures/Fig12/ppt/slideLayouts/_rels/slideLayout1.xml.rels><?xml version='1.0' encoding='utf-8'?>
<Relationships xmlns="http://schemas.openxmlformats.org/package/2006/relationships"><Relationship Type="http://schemas.openxmlformats.org/officeDocument/2006/relationships/slideMaster" Target="/ppt/main_figures/Fig12/ppt/slideMasters/slideMaster1.xml" Id="R550bec848080456f" /></Relationships>
</file>

<file path=ppt/main_figures/Fig12/ppt/slideLayouts/_rels/slideLayout2.xml.rels><?xml version='1.0' encoding='utf-8'?>
<Relationships xmlns="http://schemas.openxmlformats.org/package/2006/relationships"><Relationship Type="http://schemas.openxmlformats.org/officeDocument/2006/relationships/slideMaster" Target="/ppt/main_figures/Fig12/ppt/slideMasters/slideMaster1.xml" Id="R5ab5fac193aa4468" /></Relationships>
</file>

<file path=ppt/main_figures/Fig12/ppt/slideLayouts/_rels/slideLayout3.xml.rels><?xml version='1.0' encoding='utf-8'?>
<Relationships xmlns="http://schemas.openxmlformats.org/package/2006/relationships"><Relationship Type="http://schemas.openxmlformats.org/officeDocument/2006/relationships/slideMaster" Target="/ppt/main_figures/Fig12/ppt/slideMasters/slideMaster1.xml" Id="R6d89b4a82c5542d8" /></Relationships>
</file>

<file path=ppt/main_figures/Fig12/ppt/slideLayouts/_rels/slideLayout4.xml.rels><?xml version='1.0' encoding='utf-8'?>
<Relationships xmlns="http://schemas.openxmlformats.org/package/2006/relationships"><Relationship Type="http://schemas.openxmlformats.org/officeDocument/2006/relationships/slideMaster" Target="/ppt/main_figures/Fig12/ppt/slideMasters/slideMaster1.xml" Id="R178c3589e5454e6c" /></Relationships>
</file>

<file path=ppt/main_figures/Fig12/ppt/slideLayouts/_rels/slideLayout5.xml.rels><?xml version='1.0' encoding='utf-8'?>
<Relationships xmlns="http://schemas.openxmlformats.org/package/2006/relationships"><Relationship Type="http://schemas.openxmlformats.org/officeDocument/2006/relationships/slideMaster" Target="/ppt/main_figures/Fig12/ppt/slideMasters/slideMaster1.xml" Id="R3759ee9ab6254fe7" /></Relationships>
</file>

<file path=ppt/main_figures/Fig12/ppt/slideLayouts/_rels/slideLayout6.xml.rels><?xml version='1.0' encoding='utf-8'?>
<Relationships xmlns="http://schemas.openxmlformats.org/package/2006/relationships"><Relationship Type="http://schemas.openxmlformats.org/officeDocument/2006/relationships/slideMaster" Target="/ppt/main_figures/Fig12/ppt/slideMasters/slideMaster1.xml" Id="R80b77ff89c4d4887" /></Relationships>
</file>

<file path=ppt/main_figures/Fig12/ppt/slideLayouts/slideLayout1.xml><?xml version="1.0" encoding="utf-8"?>
<p:sldLayout xmlns:p="http://schemas.openxmlformats.org/presentationml/2006/main" type="title">
  <p:cSld name="Title Slide">
    <p:spTree>
      <p:nvGrpSpPr>
        <p:cNvPr id="1" name=""/>
        <p:cNvGrpSpPr/>
        <p:nvPr/>
      </p:nvGrpSpPr>
      <p:grpSpPr>
        <a:xfrm xmlns:a="http://schemas.openxmlformats.org/drawingml/2006/main"/>
      </p:grpSpPr>
      <p:sp>
        <p:nvSpPr>
          <p:cNvPr id="3" name="Title">
            <a:extLst xmlns:a="http://schemas.openxmlformats.org/drawingml/2006/main">
              <a:ext uri="{FF2B5EF4-FFF2-40B4-BE49-F238E27FC236}">
                <a16:creationId xmlns:a16="http://schemas.microsoft.com/office/drawing/2014/main" id="{AD0A059C-8A91-4049-B866-FD7CF239477B}"/>
              </a:ext>
            </a:extLst>
          </p:cNvPr>
          <p:cNvSpPr>
            <a:spLocks xmlns:a="http://schemas.openxmlformats.org/drawingml/2006/main" noGrp="1"/>
          </p:cNvSpPr>
          <p:nvPr>
            <p:ph type="title" idx="0"/>
          </p:nvPr>
        </p:nvSpPr>
        <p:spPr>
          <a:xfrm xmlns:a="http://schemas.openxmlformats.org/drawingml/2006/main">
            <a:off x="1219200" y="3058583"/>
            <a:ext cx="9753600" cy="1169458"/>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ctr">
            <a:normAutofit/>
          </a:bodyPr>
          <a:lstStyle xmlns:a="http://schemas.openxmlformats.org/drawingml/2006/main">
            <a:defPPr algn="ctr">
              <a:defRPr sz="4800" b="1">
                <a:solidFill>
                  <a:schemeClr val="tx1"/>
                </a:solidFill>
                <a:latin typeface="+mj-lt"/>
                <a:ea typeface="+mj-lt"/>
                <a:cs typeface="+mj-lt"/>
              </a:defRPr>
            </a:defPPr>
            <a:lvl1pPr marL="0" indent="0" algn="ctr">
              <a:lnSpc>
                <a:spcPct val="110000"/>
              </a:lnSpc>
              <a:spcBef>
                <a:spcPts val="0"/>
              </a:spcBef>
              <a:spcAft>
                <a:spcPts val="0"/>
              </a:spcAft>
              <a:buNone/>
              <a:defRPr sz="4800" b="1">
                <a:solidFill>
                  <a:schemeClr val="tx1"/>
                </a:solidFill>
                <a:latin typeface="+mj-lt"/>
                <a:ea typeface="+mj-lt"/>
                <a:cs typeface="+mj-lt"/>
              </a:defRPr>
            </a:lvl1pPr>
            <a:lvl2pPr marL="0" indent="0" algn="ctr">
              <a:lnSpc>
                <a:spcPct val="110000"/>
              </a:lnSpc>
              <a:spcBef>
                <a:spcPts val="0"/>
              </a:spcBef>
              <a:spcAft>
                <a:spcPts val="0"/>
              </a:spcAft>
              <a:buNone/>
              <a:defRPr sz="4800" b="1">
                <a:solidFill>
                  <a:schemeClr val="tx1"/>
                </a:solidFill>
                <a:latin typeface="+mj-lt"/>
                <a:ea typeface="+mj-lt"/>
                <a:cs typeface="+mj-lt"/>
              </a:defRPr>
            </a:lvl2pPr>
            <a:lvl3pPr marL="0" indent="0" algn="ctr">
              <a:lnSpc>
                <a:spcPct val="110000"/>
              </a:lnSpc>
              <a:spcBef>
                <a:spcPts val="0"/>
              </a:spcBef>
              <a:spcAft>
                <a:spcPts val="0"/>
              </a:spcAft>
              <a:buNone/>
              <a:defRPr sz="4800" b="1">
                <a:solidFill>
                  <a:schemeClr val="tx1"/>
                </a:solidFill>
                <a:latin typeface="+mj-lt"/>
                <a:ea typeface="+mj-lt"/>
                <a:cs typeface="+mj-lt"/>
              </a:defRPr>
            </a:lvl3pPr>
            <a:lvl4pPr marL="0" indent="0" algn="ctr">
              <a:lnSpc>
                <a:spcPct val="110000"/>
              </a:lnSpc>
              <a:spcBef>
                <a:spcPts val="0"/>
              </a:spcBef>
              <a:spcAft>
                <a:spcPts val="0"/>
              </a:spcAft>
              <a:buNone/>
              <a:defRPr sz="4800" b="1">
                <a:solidFill>
                  <a:schemeClr val="tx1"/>
                </a:solidFill>
                <a:latin typeface="+mj-lt"/>
                <a:ea typeface="+mj-lt"/>
                <a:cs typeface="+mj-lt"/>
              </a:defRPr>
            </a:lvl4pPr>
            <a:lvl5pPr marL="0" indent="0" algn="ctr">
              <a:lnSpc>
                <a:spcPct val="110000"/>
              </a:lnSpc>
              <a:spcBef>
                <a:spcPts val="0"/>
              </a:spcBef>
              <a:spcAft>
                <a:spcPts val="0"/>
              </a:spcAft>
              <a:buNone/>
              <a:defRPr sz="4800" b="1">
                <a:solidFill>
                  <a:schemeClr val="tx1"/>
                </a:solidFill>
                <a:latin typeface="+mj-lt"/>
                <a:ea typeface="+mj-lt"/>
                <a:cs typeface="+mj-lt"/>
              </a:defRPr>
            </a:lvl5pPr>
            <a:lvl6pPr marL="0" indent="0" algn="ctr">
              <a:lnSpc>
                <a:spcPct val="110000"/>
              </a:lnSpc>
              <a:spcBef>
                <a:spcPts val="0"/>
              </a:spcBef>
              <a:spcAft>
                <a:spcPts val="0"/>
              </a:spcAft>
              <a:buNone/>
              <a:defRPr sz="4800" b="1">
                <a:solidFill>
                  <a:schemeClr val="tx1"/>
                </a:solidFill>
                <a:latin typeface="+mj-lt"/>
                <a:ea typeface="+mj-lt"/>
                <a:cs typeface="+mj-lt"/>
              </a:defRPr>
            </a:lvl6pPr>
            <a:lvl7pPr marL="0" indent="0" algn="ctr">
              <a:lnSpc>
                <a:spcPct val="110000"/>
              </a:lnSpc>
              <a:spcBef>
                <a:spcPts val="0"/>
              </a:spcBef>
              <a:spcAft>
                <a:spcPts val="0"/>
              </a:spcAft>
              <a:buNone/>
              <a:defRPr sz="4800" b="1">
                <a:solidFill>
                  <a:schemeClr val="tx1"/>
                </a:solidFill>
                <a:latin typeface="+mj-lt"/>
                <a:ea typeface="+mj-lt"/>
                <a:cs typeface="+mj-lt"/>
              </a:defRPr>
            </a:lvl7pPr>
            <a:lvl8pPr marL="0" indent="0" algn="ctr">
              <a:lnSpc>
                <a:spcPct val="110000"/>
              </a:lnSpc>
              <a:spcBef>
                <a:spcPts val="0"/>
              </a:spcBef>
              <a:spcAft>
                <a:spcPts val="0"/>
              </a:spcAft>
              <a:buNone/>
              <a:defRPr sz="4800" b="1">
                <a:solidFill>
                  <a:schemeClr val="tx1"/>
                </a:solidFill>
                <a:latin typeface="+mj-lt"/>
                <a:ea typeface="+mj-lt"/>
                <a:cs typeface="+mj-lt"/>
              </a:defRPr>
            </a:lvl8pPr>
            <a:lvl9pPr marL="0" indent="0" algn="ctr">
              <a:lnSpc>
                <a:spcPct val="110000"/>
              </a:lnSpc>
              <a:spcBef>
                <a:spcPts val="0"/>
              </a:spcBef>
              <a:spcAft>
                <a:spcPts val="0"/>
              </a:spcAft>
              <a:buNone/>
              <a:defRPr sz="4800" b="1">
                <a:solidFill>
                  <a:schemeClr val="tx1"/>
                </a:solidFill>
                <a:latin typeface="+mj-lt"/>
                <a:ea typeface="+mj-lt"/>
                <a:cs typeface="+mj-lt"/>
              </a:defRPr>
            </a:lvl9pPr>
          </a:lstStyle>
          <a:p xmlns:a="http://schemas.openxmlformats.org/drawingml/2006/main"/>
        </p:txBody>
      </p:sp>
      <p:sp>
        <p:nvSpPr>
          <p:cNvPr id="2" name="Subtitle">
            <a:extLst xmlns:a="http://schemas.openxmlformats.org/drawingml/2006/main">
              <a:ext uri="{FF2B5EF4-FFF2-40B4-BE49-F238E27FC236}">
                <a16:creationId xmlns:a16="http://schemas.microsoft.com/office/drawing/2014/main" id="{EA295AEE-39BF-44CE-B7C8-C61E2E787D85}"/>
              </a:ext>
            </a:extLst>
          </p:cNvPr>
          <p:cNvSpPr>
            <a:spLocks xmlns:a="http://schemas.openxmlformats.org/drawingml/2006/main" noGrp="1"/>
          </p:cNvSpPr>
          <p:nvPr>
            <p:ph type="subTitle" idx="1"/>
          </p:nvPr>
        </p:nvSpPr>
        <p:spPr>
          <a:xfrm xmlns:a="http://schemas.openxmlformats.org/drawingml/2006/main">
            <a:off x="1828800" y="4452938"/>
            <a:ext cx="8534400" cy="899583"/>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ctr">
            <a:normAutofit/>
          </a:bodyPr>
          <a:lstStyle xmlns:a="http://schemas.openxmlformats.org/drawingml/2006/main">
            <a:defPPr algn="ctr">
              <a:defRPr sz="2100" b="0">
                <a:solidFill>
                  <a:schemeClr val="tx1"/>
                </a:solidFill>
                <a:latin typeface="+mn-lt"/>
                <a:ea typeface="+mn-lt"/>
                <a:cs typeface="+mn-lt"/>
              </a:defRPr>
            </a:defPPr>
            <a:lvl1pPr marL="0" indent="0" algn="ctr">
              <a:lnSpc>
                <a:spcPct val="110000"/>
              </a:lnSpc>
              <a:spcBef>
                <a:spcPts val="0"/>
              </a:spcBef>
              <a:spcAft>
                <a:spcPts val="0"/>
              </a:spcAft>
              <a:buNone/>
              <a:defRPr sz="2100" b="0">
                <a:solidFill>
                  <a:schemeClr val="tx1"/>
                </a:solidFill>
                <a:latin typeface="+mn-lt"/>
                <a:ea typeface="+mn-lt"/>
                <a:cs typeface="+mn-lt"/>
              </a:defRPr>
            </a:lvl1pPr>
            <a:lvl2pPr marL="0" indent="0" algn="ctr">
              <a:lnSpc>
                <a:spcPct val="110000"/>
              </a:lnSpc>
              <a:spcBef>
                <a:spcPts val="0"/>
              </a:spcBef>
              <a:spcAft>
                <a:spcPts val="0"/>
              </a:spcAft>
              <a:buNone/>
              <a:defRPr sz="2100" b="0">
                <a:solidFill>
                  <a:schemeClr val="tx1"/>
                </a:solidFill>
                <a:latin typeface="+mn-lt"/>
                <a:ea typeface="+mn-lt"/>
                <a:cs typeface="+mn-lt"/>
              </a:defRPr>
            </a:lvl2pPr>
            <a:lvl3pPr marL="0" indent="0" algn="ctr">
              <a:lnSpc>
                <a:spcPct val="110000"/>
              </a:lnSpc>
              <a:spcBef>
                <a:spcPts val="0"/>
              </a:spcBef>
              <a:spcAft>
                <a:spcPts val="0"/>
              </a:spcAft>
              <a:buNone/>
              <a:defRPr sz="2100" b="0">
                <a:solidFill>
                  <a:schemeClr val="tx1"/>
                </a:solidFill>
                <a:latin typeface="+mn-lt"/>
                <a:ea typeface="+mn-lt"/>
                <a:cs typeface="+mn-lt"/>
              </a:defRPr>
            </a:lvl3pPr>
            <a:lvl4pPr marL="0" indent="0" algn="ctr">
              <a:lnSpc>
                <a:spcPct val="110000"/>
              </a:lnSpc>
              <a:spcBef>
                <a:spcPts val="0"/>
              </a:spcBef>
              <a:spcAft>
                <a:spcPts val="0"/>
              </a:spcAft>
              <a:buNone/>
              <a:defRPr sz="2100" b="0">
                <a:solidFill>
                  <a:schemeClr val="tx1"/>
                </a:solidFill>
                <a:latin typeface="+mn-lt"/>
                <a:ea typeface="+mn-lt"/>
                <a:cs typeface="+mn-lt"/>
              </a:defRPr>
            </a:lvl4pPr>
            <a:lvl5pPr marL="0" indent="0" algn="ctr">
              <a:lnSpc>
                <a:spcPct val="110000"/>
              </a:lnSpc>
              <a:spcBef>
                <a:spcPts val="0"/>
              </a:spcBef>
              <a:spcAft>
                <a:spcPts val="0"/>
              </a:spcAft>
              <a:buNone/>
              <a:defRPr sz="2100" b="0">
                <a:solidFill>
                  <a:schemeClr val="tx1"/>
                </a:solidFill>
                <a:latin typeface="+mn-lt"/>
                <a:ea typeface="+mn-lt"/>
                <a:cs typeface="+mn-lt"/>
              </a:defRPr>
            </a:lvl5pPr>
            <a:lvl6pPr marL="0" indent="0" algn="ctr">
              <a:lnSpc>
                <a:spcPct val="110000"/>
              </a:lnSpc>
              <a:spcBef>
                <a:spcPts val="0"/>
              </a:spcBef>
              <a:spcAft>
                <a:spcPts val="0"/>
              </a:spcAft>
              <a:buNone/>
              <a:defRPr sz="2100" b="0">
                <a:solidFill>
                  <a:schemeClr val="tx1"/>
                </a:solidFill>
                <a:latin typeface="+mn-lt"/>
                <a:ea typeface="+mn-lt"/>
                <a:cs typeface="+mn-lt"/>
              </a:defRPr>
            </a:lvl6pPr>
            <a:lvl7pPr marL="0" indent="0" algn="ctr">
              <a:lnSpc>
                <a:spcPct val="110000"/>
              </a:lnSpc>
              <a:spcBef>
                <a:spcPts val="0"/>
              </a:spcBef>
              <a:spcAft>
                <a:spcPts val="0"/>
              </a:spcAft>
              <a:buNone/>
              <a:defRPr sz="2100" b="0">
                <a:solidFill>
                  <a:schemeClr val="tx1"/>
                </a:solidFill>
                <a:latin typeface="+mn-lt"/>
                <a:ea typeface="+mn-lt"/>
                <a:cs typeface="+mn-lt"/>
              </a:defRPr>
            </a:lvl7pPr>
            <a:lvl8pPr marL="0" indent="0" algn="ctr">
              <a:lnSpc>
                <a:spcPct val="110000"/>
              </a:lnSpc>
              <a:spcBef>
                <a:spcPts val="0"/>
              </a:spcBef>
              <a:spcAft>
                <a:spcPts val="0"/>
              </a:spcAft>
              <a:buNone/>
              <a:defRPr sz="2100" b="0">
                <a:solidFill>
                  <a:schemeClr val="tx1"/>
                </a:solidFill>
                <a:latin typeface="+mn-lt"/>
                <a:ea typeface="+mn-lt"/>
                <a:cs typeface="+mn-lt"/>
              </a:defRPr>
            </a:lvl8pPr>
            <a:lvl9pPr marL="0" indent="0" algn="ctr">
              <a:lnSpc>
                <a:spcPct val="110000"/>
              </a:lnSpc>
              <a:spcBef>
                <a:spcPts val="0"/>
              </a:spcBef>
              <a:spcAft>
                <a:spcPts val="0"/>
              </a:spcAft>
              <a:buNone/>
              <a:defRPr sz="2100" b="0">
                <a:solidFill>
                  <a:schemeClr val="tx1"/>
                </a:solidFill>
                <a:latin typeface="+mn-lt"/>
                <a:ea typeface="+mn-lt"/>
                <a:cs typeface="+mn-lt"/>
              </a:defRPr>
            </a:lvl9pPr>
          </a:lstStyle>
          <a:p xmlns:a="http://schemas.openxmlformats.org/drawingml/2006/main"/>
        </p:txBody>
      </p:sp>
    </p:spTree>
  </p:cSld>
</p:sldLayout>
</file>

<file path=ppt/main_figures/Fig12/ppt/slideLayouts/slideLayout2.xml><?xml version="1.0" encoding="utf-8"?>
<p:sldLayout xmlns:p="http://schemas.openxmlformats.org/presentationml/2006/main">
  <p:cSld name="Section Header">
    <p:spTree>
      <p:nvGrpSpPr>
        <p:cNvPr id="1" name=""/>
        <p:cNvGrpSpPr/>
        <p:nvPr/>
      </p:nvGrpSpPr>
      <p:grpSpPr>
        <a:xfrm xmlns:a="http://schemas.openxmlformats.org/drawingml/2006/main"/>
      </p:grpSpPr>
      <p:sp>
        <p:nvSpPr>
          <p:cNvPr id="2" name="Section title">
            <a:extLst xmlns:a="http://schemas.openxmlformats.org/drawingml/2006/main">
              <a:ext uri="{FF2B5EF4-FFF2-40B4-BE49-F238E27FC236}">
                <a16:creationId xmlns:a16="http://schemas.microsoft.com/office/drawing/2014/main" id="{ED676C5A-9691-4084-8311-855B90E16266}"/>
              </a:ext>
            </a:extLst>
          </p:cNvPr>
          <p:cNvSpPr>
            <a:spLocks xmlns:a="http://schemas.openxmlformats.org/drawingml/2006/main" noGrp="1"/>
          </p:cNvSpPr>
          <p:nvPr>
            <p:ph type="title" idx="0"/>
          </p:nvPr>
        </p:nvSpPr>
        <p:spPr>
          <a:xfrm xmlns:a="http://schemas.openxmlformats.org/drawingml/2006/main">
            <a:off x="1219200" y="3373438"/>
            <a:ext cx="9753600" cy="1349375"/>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ctr">
            <a:normAutofit/>
          </a:bodyPr>
          <a:lstStyle xmlns:a="http://schemas.openxmlformats.org/drawingml/2006/main">
            <a:defPPr algn="ctr">
              <a:defRPr sz="4200" b="1">
                <a:solidFill>
                  <a:schemeClr val="tx1"/>
                </a:solidFill>
                <a:latin typeface="+mj-lt"/>
                <a:ea typeface="+mj-lt"/>
                <a:cs typeface="+mj-lt"/>
              </a:defRPr>
            </a:defPPr>
            <a:lvl1pPr marL="0" indent="0" algn="ctr">
              <a:lnSpc>
                <a:spcPct val="110000"/>
              </a:lnSpc>
              <a:spcBef>
                <a:spcPts val="0"/>
              </a:spcBef>
              <a:spcAft>
                <a:spcPts val="0"/>
              </a:spcAft>
              <a:buNone/>
              <a:defRPr sz="4200" b="1">
                <a:solidFill>
                  <a:schemeClr val="tx1"/>
                </a:solidFill>
                <a:latin typeface="+mj-lt"/>
                <a:ea typeface="+mj-lt"/>
                <a:cs typeface="+mj-lt"/>
              </a:defRPr>
            </a:lvl1pPr>
            <a:lvl2pPr marL="0" indent="0" algn="ctr">
              <a:lnSpc>
                <a:spcPct val="110000"/>
              </a:lnSpc>
              <a:spcBef>
                <a:spcPts val="0"/>
              </a:spcBef>
              <a:spcAft>
                <a:spcPts val="0"/>
              </a:spcAft>
              <a:buNone/>
              <a:defRPr sz="4200" b="1">
                <a:solidFill>
                  <a:schemeClr val="tx1"/>
                </a:solidFill>
                <a:latin typeface="+mj-lt"/>
                <a:ea typeface="+mj-lt"/>
                <a:cs typeface="+mj-lt"/>
              </a:defRPr>
            </a:lvl2pPr>
            <a:lvl3pPr marL="0" indent="0" algn="ctr">
              <a:lnSpc>
                <a:spcPct val="110000"/>
              </a:lnSpc>
              <a:spcBef>
                <a:spcPts val="0"/>
              </a:spcBef>
              <a:spcAft>
                <a:spcPts val="0"/>
              </a:spcAft>
              <a:buNone/>
              <a:defRPr sz="4200" b="1">
                <a:solidFill>
                  <a:schemeClr val="tx1"/>
                </a:solidFill>
                <a:latin typeface="+mj-lt"/>
                <a:ea typeface="+mj-lt"/>
                <a:cs typeface="+mj-lt"/>
              </a:defRPr>
            </a:lvl3pPr>
            <a:lvl4pPr marL="0" indent="0" algn="ctr">
              <a:lnSpc>
                <a:spcPct val="110000"/>
              </a:lnSpc>
              <a:spcBef>
                <a:spcPts val="0"/>
              </a:spcBef>
              <a:spcAft>
                <a:spcPts val="0"/>
              </a:spcAft>
              <a:buNone/>
              <a:defRPr sz="4200" b="1">
                <a:solidFill>
                  <a:schemeClr val="tx1"/>
                </a:solidFill>
                <a:latin typeface="+mj-lt"/>
                <a:ea typeface="+mj-lt"/>
                <a:cs typeface="+mj-lt"/>
              </a:defRPr>
            </a:lvl4pPr>
            <a:lvl5pPr marL="0" indent="0" algn="ctr">
              <a:lnSpc>
                <a:spcPct val="110000"/>
              </a:lnSpc>
              <a:spcBef>
                <a:spcPts val="0"/>
              </a:spcBef>
              <a:spcAft>
                <a:spcPts val="0"/>
              </a:spcAft>
              <a:buNone/>
              <a:defRPr sz="4200" b="1">
                <a:solidFill>
                  <a:schemeClr val="tx1"/>
                </a:solidFill>
                <a:latin typeface="+mj-lt"/>
                <a:ea typeface="+mj-lt"/>
                <a:cs typeface="+mj-lt"/>
              </a:defRPr>
            </a:lvl5pPr>
            <a:lvl6pPr marL="0" indent="0" algn="ctr">
              <a:lnSpc>
                <a:spcPct val="110000"/>
              </a:lnSpc>
              <a:spcBef>
                <a:spcPts val="0"/>
              </a:spcBef>
              <a:spcAft>
                <a:spcPts val="0"/>
              </a:spcAft>
              <a:buNone/>
              <a:defRPr sz="4200" b="1">
                <a:solidFill>
                  <a:schemeClr val="tx1"/>
                </a:solidFill>
                <a:latin typeface="+mj-lt"/>
                <a:ea typeface="+mj-lt"/>
                <a:cs typeface="+mj-lt"/>
              </a:defRPr>
            </a:lvl6pPr>
            <a:lvl7pPr marL="0" indent="0" algn="ctr">
              <a:lnSpc>
                <a:spcPct val="110000"/>
              </a:lnSpc>
              <a:spcBef>
                <a:spcPts val="0"/>
              </a:spcBef>
              <a:spcAft>
                <a:spcPts val="0"/>
              </a:spcAft>
              <a:buNone/>
              <a:defRPr sz="4200" b="1">
                <a:solidFill>
                  <a:schemeClr val="tx1"/>
                </a:solidFill>
                <a:latin typeface="+mj-lt"/>
                <a:ea typeface="+mj-lt"/>
                <a:cs typeface="+mj-lt"/>
              </a:defRPr>
            </a:lvl7pPr>
            <a:lvl8pPr marL="0" indent="0" algn="ctr">
              <a:lnSpc>
                <a:spcPct val="110000"/>
              </a:lnSpc>
              <a:spcBef>
                <a:spcPts val="0"/>
              </a:spcBef>
              <a:spcAft>
                <a:spcPts val="0"/>
              </a:spcAft>
              <a:buNone/>
              <a:defRPr sz="4200" b="1">
                <a:solidFill>
                  <a:schemeClr val="tx1"/>
                </a:solidFill>
                <a:latin typeface="+mj-lt"/>
                <a:ea typeface="+mj-lt"/>
                <a:cs typeface="+mj-lt"/>
              </a:defRPr>
            </a:lvl8pPr>
            <a:lvl9pPr marL="0" indent="0" algn="ctr">
              <a:lnSpc>
                <a:spcPct val="110000"/>
              </a:lnSpc>
              <a:spcBef>
                <a:spcPts val="0"/>
              </a:spcBef>
              <a:spcAft>
                <a:spcPts val="0"/>
              </a:spcAft>
              <a:buNone/>
              <a:defRPr sz="4200" b="1">
                <a:solidFill>
                  <a:schemeClr val="tx1"/>
                </a:solidFill>
                <a:latin typeface="+mj-lt"/>
                <a:ea typeface="+mj-lt"/>
                <a:cs typeface="+mj-lt"/>
              </a:defRPr>
            </a:lvl9pPr>
          </a:lstStyle>
          <a:p xmlns:a="http://schemas.openxmlformats.org/drawingml/2006/main"/>
        </p:txBody>
      </p:sp>
    </p:spTree>
  </p:cSld>
</p:sldLayout>
</file>

<file path=ppt/main_figures/Fig12/ppt/slideLayouts/slideLayout3.xml><?xml version="1.0" encoding="utf-8"?>
<p:sldLayout xmlns:p="http://schemas.openxmlformats.org/presentationml/2006/main">
  <p:cSld name="Title and Body">
    <p:spTree>
      <p:nvGrpSpPr>
        <p:cNvPr id="1" name=""/>
        <p:cNvGrpSpPr/>
        <p:nvPr/>
      </p:nvGrpSpPr>
      <p:grpSpPr>
        <a:xfrm xmlns:a="http://schemas.openxmlformats.org/drawingml/2006/main"/>
      </p:grpSpPr>
      <p:sp>
        <p:nvSpPr>
          <p:cNvPr id="3" name="Title">
            <a:extLst xmlns:a="http://schemas.openxmlformats.org/drawingml/2006/main">
              <a:ext uri="{FF2B5EF4-FFF2-40B4-BE49-F238E27FC236}">
                <a16:creationId xmlns:a16="http://schemas.microsoft.com/office/drawing/2014/main" id="{ADAB47CF-B7FF-4E1F-A6DD-7C8A53C56C87}"/>
              </a:ext>
            </a:extLst>
          </p:cNvPr>
          <p:cNvSpPr>
            <a:spLocks xmlns:a="http://schemas.openxmlformats.org/drawingml/2006/main" noGrp="1"/>
          </p:cNvSpPr>
          <p:nvPr>
            <p:ph type="title" idx="0"/>
          </p:nvPr>
        </p:nvSpPr>
        <p:spPr>
          <a:xfrm xmlns:a="http://schemas.openxmlformats.org/drawingml/2006/main">
            <a:off x="685800" y="629708"/>
            <a:ext cx="10820400" cy="989542"/>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3300" b="1">
                <a:solidFill>
                  <a:schemeClr val="tx1"/>
                </a:solidFill>
                <a:latin typeface="+mj-lt"/>
                <a:ea typeface="+mj-lt"/>
                <a:cs typeface="+mj-lt"/>
              </a:defRPr>
            </a:defPPr>
            <a:lvl1pPr marL="0" indent="0" algn="l">
              <a:lnSpc>
                <a:spcPct val="110000"/>
              </a:lnSpc>
              <a:spcBef>
                <a:spcPts val="0"/>
              </a:spcBef>
              <a:spcAft>
                <a:spcPts val="0"/>
              </a:spcAft>
              <a:buNone/>
              <a:defRPr sz="3300" b="1">
                <a:solidFill>
                  <a:schemeClr val="tx1"/>
                </a:solidFill>
                <a:latin typeface="+mj-lt"/>
                <a:ea typeface="+mj-lt"/>
                <a:cs typeface="+mj-lt"/>
              </a:defRPr>
            </a:lvl1pPr>
            <a:lvl2pPr marL="0" indent="0" algn="l">
              <a:lnSpc>
                <a:spcPct val="110000"/>
              </a:lnSpc>
              <a:spcBef>
                <a:spcPts val="0"/>
              </a:spcBef>
              <a:spcAft>
                <a:spcPts val="0"/>
              </a:spcAft>
              <a:buNone/>
              <a:defRPr sz="3300" b="1">
                <a:solidFill>
                  <a:schemeClr val="tx1"/>
                </a:solidFill>
                <a:latin typeface="+mj-lt"/>
                <a:ea typeface="+mj-lt"/>
                <a:cs typeface="+mj-lt"/>
              </a:defRPr>
            </a:lvl2pPr>
            <a:lvl3pPr marL="0" indent="0" algn="l">
              <a:lnSpc>
                <a:spcPct val="110000"/>
              </a:lnSpc>
              <a:spcBef>
                <a:spcPts val="0"/>
              </a:spcBef>
              <a:spcAft>
                <a:spcPts val="0"/>
              </a:spcAft>
              <a:buNone/>
              <a:defRPr sz="3300" b="1">
                <a:solidFill>
                  <a:schemeClr val="tx1"/>
                </a:solidFill>
                <a:latin typeface="+mj-lt"/>
                <a:ea typeface="+mj-lt"/>
                <a:cs typeface="+mj-lt"/>
              </a:defRPr>
            </a:lvl3pPr>
            <a:lvl4pPr marL="0" indent="0" algn="l">
              <a:lnSpc>
                <a:spcPct val="110000"/>
              </a:lnSpc>
              <a:spcBef>
                <a:spcPts val="0"/>
              </a:spcBef>
              <a:spcAft>
                <a:spcPts val="0"/>
              </a:spcAft>
              <a:buNone/>
              <a:defRPr sz="3300" b="1">
                <a:solidFill>
                  <a:schemeClr val="tx1"/>
                </a:solidFill>
                <a:latin typeface="+mj-lt"/>
                <a:ea typeface="+mj-lt"/>
                <a:cs typeface="+mj-lt"/>
              </a:defRPr>
            </a:lvl4pPr>
            <a:lvl5pPr marL="0" indent="0" algn="l">
              <a:lnSpc>
                <a:spcPct val="110000"/>
              </a:lnSpc>
              <a:spcBef>
                <a:spcPts val="0"/>
              </a:spcBef>
              <a:spcAft>
                <a:spcPts val="0"/>
              </a:spcAft>
              <a:buNone/>
              <a:defRPr sz="3300" b="1">
                <a:solidFill>
                  <a:schemeClr val="tx1"/>
                </a:solidFill>
                <a:latin typeface="+mj-lt"/>
                <a:ea typeface="+mj-lt"/>
                <a:cs typeface="+mj-lt"/>
              </a:defRPr>
            </a:lvl5pPr>
            <a:lvl6pPr marL="0" indent="0" algn="l">
              <a:lnSpc>
                <a:spcPct val="110000"/>
              </a:lnSpc>
              <a:spcBef>
                <a:spcPts val="0"/>
              </a:spcBef>
              <a:spcAft>
                <a:spcPts val="0"/>
              </a:spcAft>
              <a:buNone/>
              <a:defRPr sz="3300" b="1">
                <a:solidFill>
                  <a:schemeClr val="tx1"/>
                </a:solidFill>
                <a:latin typeface="+mj-lt"/>
                <a:ea typeface="+mj-lt"/>
                <a:cs typeface="+mj-lt"/>
              </a:defRPr>
            </a:lvl6pPr>
            <a:lvl7pPr marL="0" indent="0" algn="l">
              <a:lnSpc>
                <a:spcPct val="110000"/>
              </a:lnSpc>
              <a:spcBef>
                <a:spcPts val="0"/>
              </a:spcBef>
              <a:spcAft>
                <a:spcPts val="0"/>
              </a:spcAft>
              <a:buNone/>
              <a:defRPr sz="3300" b="1">
                <a:solidFill>
                  <a:schemeClr val="tx1"/>
                </a:solidFill>
                <a:latin typeface="+mj-lt"/>
                <a:ea typeface="+mj-lt"/>
                <a:cs typeface="+mj-lt"/>
              </a:defRPr>
            </a:lvl7pPr>
            <a:lvl8pPr marL="0" indent="0" algn="l">
              <a:lnSpc>
                <a:spcPct val="110000"/>
              </a:lnSpc>
              <a:spcBef>
                <a:spcPts val="0"/>
              </a:spcBef>
              <a:spcAft>
                <a:spcPts val="0"/>
              </a:spcAft>
              <a:buNone/>
              <a:defRPr sz="3300" b="1">
                <a:solidFill>
                  <a:schemeClr val="tx1"/>
                </a:solidFill>
                <a:latin typeface="+mj-lt"/>
                <a:ea typeface="+mj-lt"/>
                <a:cs typeface="+mj-lt"/>
              </a:defRPr>
            </a:lvl8pPr>
            <a:lvl9pPr marL="0" indent="0" algn="l">
              <a:lnSpc>
                <a:spcPct val="110000"/>
              </a:lnSpc>
              <a:spcBef>
                <a:spcPts val="0"/>
              </a:spcBef>
              <a:spcAft>
                <a:spcPts val="0"/>
              </a:spcAft>
              <a:buNone/>
              <a:defRPr sz="3300" b="1">
                <a:solidFill>
                  <a:schemeClr val="tx1"/>
                </a:solidFill>
                <a:latin typeface="+mj-lt"/>
                <a:ea typeface="+mj-lt"/>
                <a:cs typeface="+mj-lt"/>
              </a:defRPr>
            </a:lvl9pPr>
          </a:lstStyle>
          <a:p xmlns:a="http://schemas.openxmlformats.org/drawingml/2006/main"/>
        </p:txBody>
      </p:sp>
      <p:sp>
        <p:nvSpPr>
          <p:cNvPr id="2" name="Body">
            <a:extLst xmlns:a="http://schemas.openxmlformats.org/drawingml/2006/main">
              <a:ext uri="{FF2B5EF4-FFF2-40B4-BE49-F238E27FC236}">
                <a16:creationId xmlns:a16="http://schemas.microsoft.com/office/drawing/2014/main" id="{61DE52A5-2641-4416-9369-EEE42DCF03B7}"/>
              </a:ext>
            </a:extLst>
          </p:cNvPr>
          <p:cNvSpPr>
            <a:spLocks xmlns:a="http://schemas.openxmlformats.org/drawingml/2006/main" noGrp="1"/>
          </p:cNvSpPr>
          <p:nvPr>
            <p:ph type="body" idx="1"/>
          </p:nvPr>
        </p:nvSpPr>
        <p:spPr>
          <a:xfrm xmlns:a="http://schemas.openxmlformats.org/drawingml/2006/main">
            <a:off x="685800" y="2248958"/>
            <a:ext cx="10820400" cy="50376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250" b="0">
                <a:solidFill>
                  <a:schemeClr val="tx1"/>
                </a:solidFill>
                <a:latin typeface="+mn-lt"/>
                <a:ea typeface="+mn-lt"/>
                <a:cs typeface="+mn-lt"/>
              </a:defRPr>
            </a:defPPr>
            <a:lvl1pPr marL="228600" indent="-228600" algn="l">
              <a:lnSpc>
                <a:spcPct val="110000"/>
              </a:lnSpc>
              <a:spcBef>
                <a:spcPts val="0"/>
              </a:spcBef>
              <a:spcAft>
                <a:spcPts val="1200"/>
              </a:spcAft>
              <a:buChar char="•"/>
              <a:defRPr sz="2250" b="0">
                <a:solidFill>
                  <a:schemeClr val="tx1"/>
                </a:solidFill>
                <a:latin typeface="+mn-lt"/>
                <a:ea typeface="+mn-lt"/>
                <a:cs typeface="+mn-lt"/>
              </a:defRPr>
            </a:lvl1pPr>
            <a:lvl2pPr marL="533400" indent="-228600" algn="l">
              <a:lnSpc>
                <a:spcPct val="110000"/>
              </a:lnSpc>
              <a:spcBef>
                <a:spcPts val="0"/>
              </a:spcBef>
              <a:spcAft>
                <a:spcPts val="1200"/>
              </a:spcAft>
              <a:buChar char="•"/>
              <a:defRPr sz="2250" b="0">
                <a:solidFill>
                  <a:schemeClr val="tx1"/>
                </a:solidFill>
                <a:latin typeface="+mn-lt"/>
                <a:ea typeface="+mn-lt"/>
                <a:cs typeface="+mn-lt"/>
              </a:defRPr>
            </a:lvl2pPr>
            <a:lvl3pPr marL="838200" indent="-228600" algn="l">
              <a:lnSpc>
                <a:spcPct val="110000"/>
              </a:lnSpc>
              <a:spcBef>
                <a:spcPts val="0"/>
              </a:spcBef>
              <a:spcAft>
                <a:spcPts val="1200"/>
              </a:spcAft>
              <a:buChar char="•"/>
              <a:defRPr sz="2250" b="0">
                <a:solidFill>
                  <a:schemeClr val="tx1"/>
                </a:solidFill>
                <a:latin typeface="+mn-lt"/>
                <a:ea typeface="+mn-lt"/>
                <a:cs typeface="+mn-lt"/>
              </a:defRPr>
            </a:lvl3pPr>
            <a:lvl4pPr marL="1143000" indent="-228600" algn="l">
              <a:lnSpc>
                <a:spcPct val="110000"/>
              </a:lnSpc>
              <a:spcBef>
                <a:spcPts val="0"/>
              </a:spcBef>
              <a:spcAft>
                <a:spcPts val="1200"/>
              </a:spcAft>
              <a:buChar char="•"/>
              <a:defRPr sz="2250" b="0">
                <a:solidFill>
                  <a:schemeClr val="tx1"/>
                </a:solidFill>
                <a:latin typeface="+mn-lt"/>
                <a:ea typeface="+mn-lt"/>
                <a:cs typeface="+mn-lt"/>
              </a:defRPr>
            </a:lvl4pPr>
            <a:lvl5pPr marL="1447800" indent="-228600" algn="l">
              <a:lnSpc>
                <a:spcPct val="110000"/>
              </a:lnSpc>
              <a:spcBef>
                <a:spcPts val="0"/>
              </a:spcBef>
              <a:spcAft>
                <a:spcPts val="1200"/>
              </a:spcAft>
              <a:buChar char="•"/>
              <a:defRPr sz="2250" b="0">
                <a:solidFill>
                  <a:schemeClr val="tx1"/>
                </a:solidFill>
                <a:latin typeface="+mn-lt"/>
                <a:ea typeface="+mn-lt"/>
                <a:cs typeface="+mn-lt"/>
              </a:defRPr>
            </a:lvl5pPr>
            <a:lvl6pPr marL="1752600" indent="-228600" algn="l">
              <a:lnSpc>
                <a:spcPct val="110000"/>
              </a:lnSpc>
              <a:spcBef>
                <a:spcPts val="0"/>
              </a:spcBef>
              <a:spcAft>
                <a:spcPts val="1200"/>
              </a:spcAft>
              <a:buChar char="•"/>
              <a:defRPr sz="2250" b="0">
                <a:solidFill>
                  <a:schemeClr val="tx1"/>
                </a:solidFill>
                <a:latin typeface="+mn-lt"/>
                <a:ea typeface="+mn-lt"/>
                <a:cs typeface="+mn-lt"/>
              </a:defRPr>
            </a:lvl6pPr>
            <a:lvl7pPr marL="2057400" indent="-228600" algn="l">
              <a:lnSpc>
                <a:spcPct val="110000"/>
              </a:lnSpc>
              <a:spcBef>
                <a:spcPts val="0"/>
              </a:spcBef>
              <a:spcAft>
                <a:spcPts val="1200"/>
              </a:spcAft>
              <a:buChar char="•"/>
              <a:defRPr sz="2250" b="0">
                <a:solidFill>
                  <a:schemeClr val="tx1"/>
                </a:solidFill>
                <a:latin typeface="+mn-lt"/>
                <a:ea typeface="+mn-lt"/>
                <a:cs typeface="+mn-lt"/>
              </a:defRPr>
            </a:lvl7pPr>
            <a:lvl8pPr marL="2362200" indent="-228600" algn="l">
              <a:lnSpc>
                <a:spcPct val="110000"/>
              </a:lnSpc>
              <a:spcBef>
                <a:spcPts val="0"/>
              </a:spcBef>
              <a:spcAft>
                <a:spcPts val="1200"/>
              </a:spcAft>
              <a:buChar char="•"/>
              <a:defRPr sz="2250" b="0">
                <a:solidFill>
                  <a:schemeClr val="tx1"/>
                </a:solidFill>
                <a:latin typeface="+mn-lt"/>
                <a:ea typeface="+mn-lt"/>
                <a:cs typeface="+mn-lt"/>
              </a:defRPr>
            </a:lvl8pPr>
            <a:lvl9pPr marL="2667000" indent="-228600" algn="l">
              <a:lnSpc>
                <a:spcPct val="110000"/>
              </a:lnSpc>
              <a:spcBef>
                <a:spcPts val="0"/>
              </a:spcBef>
              <a:spcAft>
                <a:spcPts val="1200"/>
              </a:spcAft>
              <a:buChar char="•"/>
              <a:defRPr sz="2250" b="0">
                <a:solidFill>
                  <a:schemeClr val="tx1"/>
                </a:solidFill>
                <a:latin typeface="+mn-lt"/>
                <a:ea typeface="+mn-lt"/>
                <a:cs typeface="+mn-lt"/>
              </a:defRPr>
            </a:lvl9pPr>
          </a:lstStyle>
          <a:p xmlns:a="http://schemas.openxmlformats.org/drawingml/2006/main"/>
        </p:txBody>
      </p:sp>
    </p:spTree>
  </p:cSld>
</p:sldLayout>
</file>

<file path=ppt/main_figures/Fig12/ppt/slideLayouts/slideLayout4.xml><?xml version="1.0" encoding="utf-8"?>
<p:sldLayout xmlns:p="http://schemas.openxmlformats.org/presentationml/2006/main">
  <p:cSld name="Title and Two Column">
    <p:spTree>
      <p:nvGrpSpPr>
        <p:cNvPr id="1" name=""/>
        <p:cNvGrpSpPr/>
        <p:nvPr/>
      </p:nvGrpSpPr>
      <p:grpSpPr>
        <a:xfrm xmlns:a="http://schemas.openxmlformats.org/drawingml/2006/main"/>
      </p:grpSpPr>
      <p:sp>
        <p:nvSpPr>
          <p:cNvPr id="4" name="Title">
            <a:extLst xmlns:a="http://schemas.openxmlformats.org/drawingml/2006/main">
              <a:ext uri="{FF2B5EF4-FFF2-40B4-BE49-F238E27FC236}">
                <a16:creationId xmlns:a16="http://schemas.microsoft.com/office/drawing/2014/main" id="{D254FA96-2598-48C6-B16B-B8F269C32742}"/>
              </a:ext>
            </a:extLst>
          </p:cNvPr>
          <p:cNvSpPr>
            <a:spLocks xmlns:a="http://schemas.openxmlformats.org/drawingml/2006/main" noGrp="1"/>
          </p:cNvSpPr>
          <p:nvPr>
            <p:ph type="title" idx="0"/>
          </p:nvPr>
        </p:nvSpPr>
        <p:spPr>
          <a:xfrm xmlns:a="http://schemas.openxmlformats.org/drawingml/2006/main">
            <a:off x="685800" y="629708"/>
            <a:ext cx="10820400" cy="989542"/>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3300" b="1">
                <a:solidFill>
                  <a:schemeClr val="tx1"/>
                </a:solidFill>
                <a:latin typeface="+mj-lt"/>
                <a:ea typeface="+mj-lt"/>
                <a:cs typeface="+mj-lt"/>
              </a:defRPr>
            </a:defPPr>
            <a:lvl1pPr marL="0" indent="0" algn="l">
              <a:lnSpc>
                <a:spcPct val="110000"/>
              </a:lnSpc>
              <a:spcBef>
                <a:spcPts val="0"/>
              </a:spcBef>
              <a:spcAft>
                <a:spcPts val="0"/>
              </a:spcAft>
              <a:buNone/>
              <a:defRPr sz="3300" b="1">
                <a:solidFill>
                  <a:schemeClr val="tx1"/>
                </a:solidFill>
                <a:latin typeface="+mj-lt"/>
                <a:ea typeface="+mj-lt"/>
                <a:cs typeface="+mj-lt"/>
              </a:defRPr>
            </a:lvl1pPr>
            <a:lvl2pPr marL="0" indent="0" algn="l">
              <a:lnSpc>
                <a:spcPct val="110000"/>
              </a:lnSpc>
              <a:spcBef>
                <a:spcPts val="0"/>
              </a:spcBef>
              <a:spcAft>
                <a:spcPts val="0"/>
              </a:spcAft>
              <a:buNone/>
              <a:defRPr sz="3300" b="1">
                <a:solidFill>
                  <a:schemeClr val="tx1"/>
                </a:solidFill>
                <a:latin typeface="+mj-lt"/>
                <a:ea typeface="+mj-lt"/>
                <a:cs typeface="+mj-lt"/>
              </a:defRPr>
            </a:lvl2pPr>
            <a:lvl3pPr marL="0" indent="0" algn="l">
              <a:lnSpc>
                <a:spcPct val="110000"/>
              </a:lnSpc>
              <a:spcBef>
                <a:spcPts val="0"/>
              </a:spcBef>
              <a:spcAft>
                <a:spcPts val="0"/>
              </a:spcAft>
              <a:buNone/>
              <a:defRPr sz="3300" b="1">
                <a:solidFill>
                  <a:schemeClr val="tx1"/>
                </a:solidFill>
                <a:latin typeface="+mj-lt"/>
                <a:ea typeface="+mj-lt"/>
                <a:cs typeface="+mj-lt"/>
              </a:defRPr>
            </a:lvl3pPr>
            <a:lvl4pPr marL="0" indent="0" algn="l">
              <a:lnSpc>
                <a:spcPct val="110000"/>
              </a:lnSpc>
              <a:spcBef>
                <a:spcPts val="0"/>
              </a:spcBef>
              <a:spcAft>
                <a:spcPts val="0"/>
              </a:spcAft>
              <a:buNone/>
              <a:defRPr sz="3300" b="1">
                <a:solidFill>
                  <a:schemeClr val="tx1"/>
                </a:solidFill>
                <a:latin typeface="+mj-lt"/>
                <a:ea typeface="+mj-lt"/>
                <a:cs typeface="+mj-lt"/>
              </a:defRPr>
            </a:lvl4pPr>
            <a:lvl5pPr marL="0" indent="0" algn="l">
              <a:lnSpc>
                <a:spcPct val="110000"/>
              </a:lnSpc>
              <a:spcBef>
                <a:spcPts val="0"/>
              </a:spcBef>
              <a:spcAft>
                <a:spcPts val="0"/>
              </a:spcAft>
              <a:buNone/>
              <a:defRPr sz="3300" b="1">
                <a:solidFill>
                  <a:schemeClr val="tx1"/>
                </a:solidFill>
                <a:latin typeface="+mj-lt"/>
                <a:ea typeface="+mj-lt"/>
                <a:cs typeface="+mj-lt"/>
              </a:defRPr>
            </a:lvl5pPr>
            <a:lvl6pPr marL="0" indent="0" algn="l">
              <a:lnSpc>
                <a:spcPct val="110000"/>
              </a:lnSpc>
              <a:spcBef>
                <a:spcPts val="0"/>
              </a:spcBef>
              <a:spcAft>
                <a:spcPts val="0"/>
              </a:spcAft>
              <a:buNone/>
              <a:defRPr sz="3300" b="1">
                <a:solidFill>
                  <a:schemeClr val="tx1"/>
                </a:solidFill>
                <a:latin typeface="+mj-lt"/>
                <a:ea typeface="+mj-lt"/>
                <a:cs typeface="+mj-lt"/>
              </a:defRPr>
            </a:lvl6pPr>
            <a:lvl7pPr marL="0" indent="0" algn="l">
              <a:lnSpc>
                <a:spcPct val="110000"/>
              </a:lnSpc>
              <a:spcBef>
                <a:spcPts val="0"/>
              </a:spcBef>
              <a:spcAft>
                <a:spcPts val="0"/>
              </a:spcAft>
              <a:buNone/>
              <a:defRPr sz="3300" b="1">
                <a:solidFill>
                  <a:schemeClr val="tx1"/>
                </a:solidFill>
                <a:latin typeface="+mj-lt"/>
                <a:ea typeface="+mj-lt"/>
                <a:cs typeface="+mj-lt"/>
              </a:defRPr>
            </a:lvl7pPr>
            <a:lvl8pPr marL="0" indent="0" algn="l">
              <a:lnSpc>
                <a:spcPct val="110000"/>
              </a:lnSpc>
              <a:spcBef>
                <a:spcPts val="0"/>
              </a:spcBef>
              <a:spcAft>
                <a:spcPts val="0"/>
              </a:spcAft>
              <a:buNone/>
              <a:defRPr sz="3300" b="1">
                <a:solidFill>
                  <a:schemeClr val="tx1"/>
                </a:solidFill>
                <a:latin typeface="+mj-lt"/>
                <a:ea typeface="+mj-lt"/>
                <a:cs typeface="+mj-lt"/>
              </a:defRPr>
            </a:lvl8pPr>
            <a:lvl9pPr marL="0" indent="0" algn="l">
              <a:lnSpc>
                <a:spcPct val="110000"/>
              </a:lnSpc>
              <a:spcBef>
                <a:spcPts val="0"/>
              </a:spcBef>
              <a:spcAft>
                <a:spcPts val="0"/>
              </a:spcAft>
              <a:buNone/>
              <a:defRPr sz="3300" b="1">
                <a:solidFill>
                  <a:schemeClr val="tx1"/>
                </a:solidFill>
                <a:latin typeface="+mj-lt"/>
                <a:ea typeface="+mj-lt"/>
                <a:cs typeface="+mj-lt"/>
              </a:defRPr>
            </a:lvl9pPr>
          </a:lstStyle>
          <a:p xmlns:a="http://schemas.openxmlformats.org/drawingml/2006/main"/>
        </p:txBody>
      </p:sp>
      <p:sp>
        <p:nvSpPr>
          <p:cNvPr id="2" name="Left column">
            <a:extLst xmlns:a="http://schemas.openxmlformats.org/drawingml/2006/main">
              <a:ext uri="{FF2B5EF4-FFF2-40B4-BE49-F238E27FC236}">
                <a16:creationId xmlns:a16="http://schemas.microsoft.com/office/drawing/2014/main" id="{601F31D9-021D-43E0-BBDA-249C3B2E0ABC}"/>
              </a:ext>
            </a:extLst>
          </p:cNvPr>
          <p:cNvSpPr>
            <a:spLocks xmlns:a="http://schemas.openxmlformats.org/drawingml/2006/main" noGrp="1"/>
          </p:cNvSpPr>
          <p:nvPr>
            <p:ph type="body" idx="1"/>
          </p:nvPr>
        </p:nvSpPr>
        <p:spPr>
          <a:xfrm xmlns:a="http://schemas.openxmlformats.org/drawingml/2006/main">
            <a:off x="685800" y="2248958"/>
            <a:ext cx="5029200" cy="50376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100" b="0">
                <a:solidFill>
                  <a:schemeClr val="tx1"/>
                </a:solidFill>
                <a:latin typeface="+mn-lt"/>
                <a:ea typeface="+mn-lt"/>
                <a:cs typeface="+mn-lt"/>
              </a:defRPr>
            </a:defPPr>
            <a:lvl1pPr marL="228600" indent="-228600" algn="l">
              <a:lnSpc>
                <a:spcPct val="110000"/>
              </a:lnSpc>
              <a:spcBef>
                <a:spcPts val="0"/>
              </a:spcBef>
              <a:spcAft>
                <a:spcPts val="1200"/>
              </a:spcAft>
              <a:buChar char="•"/>
              <a:defRPr sz="2100" b="0">
                <a:solidFill>
                  <a:schemeClr val="tx1"/>
                </a:solidFill>
                <a:latin typeface="+mn-lt"/>
                <a:ea typeface="+mn-lt"/>
                <a:cs typeface="+mn-lt"/>
              </a:defRPr>
            </a:lvl1pPr>
            <a:lvl2pPr marL="533400" indent="-228600" algn="l">
              <a:lnSpc>
                <a:spcPct val="110000"/>
              </a:lnSpc>
              <a:spcBef>
                <a:spcPts val="0"/>
              </a:spcBef>
              <a:spcAft>
                <a:spcPts val="1200"/>
              </a:spcAft>
              <a:buChar char="•"/>
              <a:defRPr sz="2100" b="0">
                <a:solidFill>
                  <a:schemeClr val="tx1"/>
                </a:solidFill>
                <a:latin typeface="+mn-lt"/>
                <a:ea typeface="+mn-lt"/>
                <a:cs typeface="+mn-lt"/>
              </a:defRPr>
            </a:lvl2pPr>
            <a:lvl3pPr marL="838200" indent="-228600" algn="l">
              <a:lnSpc>
                <a:spcPct val="110000"/>
              </a:lnSpc>
              <a:spcBef>
                <a:spcPts val="0"/>
              </a:spcBef>
              <a:spcAft>
                <a:spcPts val="1200"/>
              </a:spcAft>
              <a:buChar char="•"/>
              <a:defRPr sz="2100" b="0">
                <a:solidFill>
                  <a:schemeClr val="tx1"/>
                </a:solidFill>
                <a:latin typeface="+mn-lt"/>
                <a:ea typeface="+mn-lt"/>
                <a:cs typeface="+mn-lt"/>
              </a:defRPr>
            </a:lvl3pPr>
            <a:lvl4pPr marL="1143000" indent="-228600" algn="l">
              <a:lnSpc>
                <a:spcPct val="110000"/>
              </a:lnSpc>
              <a:spcBef>
                <a:spcPts val="0"/>
              </a:spcBef>
              <a:spcAft>
                <a:spcPts val="1200"/>
              </a:spcAft>
              <a:buChar char="•"/>
              <a:defRPr sz="2100" b="0">
                <a:solidFill>
                  <a:schemeClr val="tx1"/>
                </a:solidFill>
                <a:latin typeface="+mn-lt"/>
                <a:ea typeface="+mn-lt"/>
                <a:cs typeface="+mn-lt"/>
              </a:defRPr>
            </a:lvl4pPr>
            <a:lvl5pPr marL="1447800" indent="-228600" algn="l">
              <a:lnSpc>
                <a:spcPct val="110000"/>
              </a:lnSpc>
              <a:spcBef>
                <a:spcPts val="0"/>
              </a:spcBef>
              <a:spcAft>
                <a:spcPts val="1200"/>
              </a:spcAft>
              <a:buChar char="•"/>
              <a:defRPr sz="2100" b="0">
                <a:solidFill>
                  <a:schemeClr val="tx1"/>
                </a:solidFill>
                <a:latin typeface="+mn-lt"/>
                <a:ea typeface="+mn-lt"/>
                <a:cs typeface="+mn-lt"/>
              </a:defRPr>
            </a:lvl5pPr>
            <a:lvl6pPr marL="1752600" indent="-228600" algn="l">
              <a:lnSpc>
                <a:spcPct val="110000"/>
              </a:lnSpc>
              <a:spcBef>
                <a:spcPts val="0"/>
              </a:spcBef>
              <a:spcAft>
                <a:spcPts val="1200"/>
              </a:spcAft>
              <a:buChar char="•"/>
              <a:defRPr sz="2100" b="0">
                <a:solidFill>
                  <a:schemeClr val="tx1"/>
                </a:solidFill>
                <a:latin typeface="+mn-lt"/>
                <a:ea typeface="+mn-lt"/>
                <a:cs typeface="+mn-lt"/>
              </a:defRPr>
            </a:lvl6pPr>
            <a:lvl7pPr marL="2057400" indent="-228600" algn="l">
              <a:lnSpc>
                <a:spcPct val="110000"/>
              </a:lnSpc>
              <a:spcBef>
                <a:spcPts val="0"/>
              </a:spcBef>
              <a:spcAft>
                <a:spcPts val="1200"/>
              </a:spcAft>
              <a:buChar char="•"/>
              <a:defRPr sz="2100" b="0">
                <a:solidFill>
                  <a:schemeClr val="tx1"/>
                </a:solidFill>
                <a:latin typeface="+mn-lt"/>
                <a:ea typeface="+mn-lt"/>
                <a:cs typeface="+mn-lt"/>
              </a:defRPr>
            </a:lvl7pPr>
            <a:lvl8pPr marL="2362200" indent="-228600" algn="l">
              <a:lnSpc>
                <a:spcPct val="110000"/>
              </a:lnSpc>
              <a:spcBef>
                <a:spcPts val="0"/>
              </a:spcBef>
              <a:spcAft>
                <a:spcPts val="1200"/>
              </a:spcAft>
              <a:buChar char="•"/>
              <a:defRPr sz="2100" b="0">
                <a:solidFill>
                  <a:schemeClr val="tx1"/>
                </a:solidFill>
                <a:latin typeface="+mn-lt"/>
                <a:ea typeface="+mn-lt"/>
                <a:cs typeface="+mn-lt"/>
              </a:defRPr>
            </a:lvl8pPr>
            <a:lvl9pPr marL="2667000" indent="-228600" algn="l">
              <a:lnSpc>
                <a:spcPct val="110000"/>
              </a:lnSpc>
              <a:spcBef>
                <a:spcPts val="0"/>
              </a:spcBef>
              <a:spcAft>
                <a:spcPts val="1200"/>
              </a:spcAft>
              <a:buChar char="•"/>
              <a:defRPr sz="2100" b="0">
                <a:solidFill>
                  <a:schemeClr val="tx1"/>
                </a:solidFill>
                <a:latin typeface="+mn-lt"/>
                <a:ea typeface="+mn-lt"/>
                <a:cs typeface="+mn-lt"/>
              </a:defRPr>
            </a:lvl9pPr>
          </a:lstStyle>
          <a:p xmlns:a="http://schemas.openxmlformats.org/drawingml/2006/main"/>
        </p:txBody>
      </p:sp>
      <p:sp>
        <p:nvSpPr>
          <p:cNvPr id="3" name="Right column">
            <a:extLst xmlns:a="http://schemas.openxmlformats.org/drawingml/2006/main">
              <a:ext uri="{FF2B5EF4-FFF2-40B4-BE49-F238E27FC236}">
                <a16:creationId xmlns:a16="http://schemas.microsoft.com/office/drawing/2014/main" id="{A9CEA3F5-278E-4B4D-8976-FB74D649FC22}"/>
              </a:ext>
            </a:extLst>
          </p:cNvPr>
          <p:cNvSpPr>
            <a:spLocks xmlns:a="http://schemas.openxmlformats.org/drawingml/2006/main" noGrp="1"/>
          </p:cNvSpPr>
          <p:nvPr>
            <p:ph type="body" idx="2"/>
          </p:nvPr>
        </p:nvSpPr>
        <p:spPr>
          <a:xfrm xmlns:a="http://schemas.openxmlformats.org/drawingml/2006/main">
            <a:off x="6477000" y="2248958"/>
            <a:ext cx="5029200" cy="50376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100" b="0">
                <a:solidFill>
                  <a:schemeClr val="tx1"/>
                </a:solidFill>
                <a:latin typeface="+mn-lt"/>
                <a:ea typeface="+mn-lt"/>
                <a:cs typeface="+mn-lt"/>
              </a:defRPr>
            </a:defPPr>
            <a:lvl1pPr marL="228600" indent="-228600" algn="l">
              <a:lnSpc>
                <a:spcPct val="110000"/>
              </a:lnSpc>
              <a:spcBef>
                <a:spcPts val="0"/>
              </a:spcBef>
              <a:spcAft>
                <a:spcPts val="1200"/>
              </a:spcAft>
              <a:buChar char="•"/>
              <a:defRPr sz="2100" b="0">
                <a:solidFill>
                  <a:schemeClr val="tx1"/>
                </a:solidFill>
                <a:latin typeface="+mn-lt"/>
                <a:ea typeface="+mn-lt"/>
                <a:cs typeface="+mn-lt"/>
              </a:defRPr>
            </a:lvl1pPr>
            <a:lvl2pPr marL="533400" indent="-228600" algn="l">
              <a:lnSpc>
                <a:spcPct val="110000"/>
              </a:lnSpc>
              <a:spcBef>
                <a:spcPts val="0"/>
              </a:spcBef>
              <a:spcAft>
                <a:spcPts val="1200"/>
              </a:spcAft>
              <a:buChar char="•"/>
              <a:defRPr sz="2100" b="0">
                <a:solidFill>
                  <a:schemeClr val="tx1"/>
                </a:solidFill>
                <a:latin typeface="+mn-lt"/>
                <a:ea typeface="+mn-lt"/>
                <a:cs typeface="+mn-lt"/>
              </a:defRPr>
            </a:lvl2pPr>
            <a:lvl3pPr marL="838200" indent="-228600" algn="l">
              <a:lnSpc>
                <a:spcPct val="110000"/>
              </a:lnSpc>
              <a:spcBef>
                <a:spcPts val="0"/>
              </a:spcBef>
              <a:spcAft>
                <a:spcPts val="1200"/>
              </a:spcAft>
              <a:buChar char="•"/>
              <a:defRPr sz="2100" b="0">
                <a:solidFill>
                  <a:schemeClr val="tx1"/>
                </a:solidFill>
                <a:latin typeface="+mn-lt"/>
                <a:ea typeface="+mn-lt"/>
                <a:cs typeface="+mn-lt"/>
              </a:defRPr>
            </a:lvl3pPr>
            <a:lvl4pPr marL="1143000" indent="-228600" algn="l">
              <a:lnSpc>
                <a:spcPct val="110000"/>
              </a:lnSpc>
              <a:spcBef>
                <a:spcPts val="0"/>
              </a:spcBef>
              <a:spcAft>
                <a:spcPts val="1200"/>
              </a:spcAft>
              <a:buChar char="•"/>
              <a:defRPr sz="2100" b="0">
                <a:solidFill>
                  <a:schemeClr val="tx1"/>
                </a:solidFill>
                <a:latin typeface="+mn-lt"/>
                <a:ea typeface="+mn-lt"/>
                <a:cs typeface="+mn-lt"/>
              </a:defRPr>
            </a:lvl4pPr>
            <a:lvl5pPr marL="1447800" indent="-228600" algn="l">
              <a:lnSpc>
                <a:spcPct val="110000"/>
              </a:lnSpc>
              <a:spcBef>
                <a:spcPts val="0"/>
              </a:spcBef>
              <a:spcAft>
                <a:spcPts val="1200"/>
              </a:spcAft>
              <a:buChar char="•"/>
              <a:defRPr sz="2100" b="0">
                <a:solidFill>
                  <a:schemeClr val="tx1"/>
                </a:solidFill>
                <a:latin typeface="+mn-lt"/>
                <a:ea typeface="+mn-lt"/>
                <a:cs typeface="+mn-lt"/>
              </a:defRPr>
            </a:lvl5pPr>
            <a:lvl6pPr marL="1752600" indent="-228600" algn="l">
              <a:lnSpc>
                <a:spcPct val="110000"/>
              </a:lnSpc>
              <a:spcBef>
                <a:spcPts val="0"/>
              </a:spcBef>
              <a:spcAft>
                <a:spcPts val="1200"/>
              </a:spcAft>
              <a:buChar char="•"/>
              <a:defRPr sz="2100" b="0">
                <a:solidFill>
                  <a:schemeClr val="tx1"/>
                </a:solidFill>
                <a:latin typeface="+mn-lt"/>
                <a:ea typeface="+mn-lt"/>
                <a:cs typeface="+mn-lt"/>
              </a:defRPr>
            </a:lvl6pPr>
            <a:lvl7pPr marL="2057400" indent="-228600" algn="l">
              <a:lnSpc>
                <a:spcPct val="110000"/>
              </a:lnSpc>
              <a:spcBef>
                <a:spcPts val="0"/>
              </a:spcBef>
              <a:spcAft>
                <a:spcPts val="1200"/>
              </a:spcAft>
              <a:buChar char="•"/>
              <a:defRPr sz="2100" b="0">
                <a:solidFill>
                  <a:schemeClr val="tx1"/>
                </a:solidFill>
                <a:latin typeface="+mn-lt"/>
                <a:ea typeface="+mn-lt"/>
                <a:cs typeface="+mn-lt"/>
              </a:defRPr>
            </a:lvl7pPr>
            <a:lvl8pPr marL="2362200" indent="-228600" algn="l">
              <a:lnSpc>
                <a:spcPct val="110000"/>
              </a:lnSpc>
              <a:spcBef>
                <a:spcPts val="0"/>
              </a:spcBef>
              <a:spcAft>
                <a:spcPts val="1200"/>
              </a:spcAft>
              <a:buChar char="•"/>
              <a:defRPr sz="2100" b="0">
                <a:solidFill>
                  <a:schemeClr val="tx1"/>
                </a:solidFill>
                <a:latin typeface="+mn-lt"/>
                <a:ea typeface="+mn-lt"/>
                <a:cs typeface="+mn-lt"/>
              </a:defRPr>
            </a:lvl8pPr>
            <a:lvl9pPr marL="2667000" indent="-228600" algn="l">
              <a:lnSpc>
                <a:spcPct val="110000"/>
              </a:lnSpc>
              <a:spcBef>
                <a:spcPts val="0"/>
              </a:spcBef>
              <a:spcAft>
                <a:spcPts val="1200"/>
              </a:spcAft>
              <a:buChar char="•"/>
              <a:defRPr sz="2100" b="0">
                <a:solidFill>
                  <a:schemeClr val="tx1"/>
                </a:solidFill>
                <a:latin typeface="+mn-lt"/>
                <a:ea typeface="+mn-lt"/>
                <a:cs typeface="+mn-lt"/>
              </a:defRPr>
            </a:lvl9pPr>
          </a:lstStyle>
          <a:p xmlns:a="http://schemas.openxmlformats.org/drawingml/2006/main"/>
        </p:txBody>
      </p:sp>
    </p:spTree>
  </p:cSld>
</p:sldLayout>
</file>

<file path=ppt/main_figures/Fig12/ppt/slideLayouts/slideLayout5.xml><?xml version="1.0" encoding="utf-8"?>
<p:sldLayout xmlns:p="http://schemas.openxmlformats.org/presentationml/2006/main">
  <p:cSld name="Title and One Column">
    <p:spTree>
      <p:nvGrpSpPr>
        <p:cNvPr id="1" name=""/>
        <p:cNvGrpSpPr/>
        <p:nvPr/>
      </p:nvGrpSpPr>
      <p:grpSpPr>
        <a:xfrm xmlns:a="http://schemas.openxmlformats.org/drawingml/2006/main"/>
      </p:grpSpPr>
      <p:sp>
        <p:nvSpPr>
          <p:cNvPr id="3" name="Title">
            <a:extLst xmlns:a="http://schemas.openxmlformats.org/drawingml/2006/main">
              <a:ext uri="{FF2B5EF4-FFF2-40B4-BE49-F238E27FC236}">
                <a16:creationId xmlns:a16="http://schemas.microsoft.com/office/drawing/2014/main" id="{427A9BD2-45EC-4C69-8945-1D7F983C7AA2}"/>
              </a:ext>
            </a:extLst>
          </p:cNvPr>
          <p:cNvSpPr>
            <a:spLocks xmlns:a="http://schemas.openxmlformats.org/drawingml/2006/main" noGrp="1"/>
          </p:cNvSpPr>
          <p:nvPr>
            <p:ph type="title" idx="0"/>
          </p:nvPr>
        </p:nvSpPr>
        <p:spPr>
          <a:xfrm xmlns:a="http://schemas.openxmlformats.org/drawingml/2006/main">
            <a:off x="685800" y="629708"/>
            <a:ext cx="10820400" cy="989542"/>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3300" b="1">
                <a:solidFill>
                  <a:schemeClr val="tx1"/>
                </a:solidFill>
                <a:latin typeface="+mj-lt"/>
                <a:ea typeface="+mj-lt"/>
                <a:cs typeface="+mj-lt"/>
              </a:defRPr>
            </a:defPPr>
            <a:lvl1pPr marL="0" indent="0" algn="l">
              <a:lnSpc>
                <a:spcPct val="110000"/>
              </a:lnSpc>
              <a:spcBef>
                <a:spcPts val="0"/>
              </a:spcBef>
              <a:spcAft>
                <a:spcPts val="0"/>
              </a:spcAft>
              <a:buNone/>
              <a:defRPr sz="3300" b="1">
                <a:solidFill>
                  <a:schemeClr val="tx1"/>
                </a:solidFill>
                <a:latin typeface="+mj-lt"/>
                <a:ea typeface="+mj-lt"/>
                <a:cs typeface="+mj-lt"/>
              </a:defRPr>
            </a:lvl1pPr>
            <a:lvl2pPr marL="0" indent="0" algn="l">
              <a:lnSpc>
                <a:spcPct val="110000"/>
              </a:lnSpc>
              <a:spcBef>
                <a:spcPts val="0"/>
              </a:spcBef>
              <a:spcAft>
                <a:spcPts val="0"/>
              </a:spcAft>
              <a:buNone/>
              <a:defRPr sz="3300" b="1">
                <a:solidFill>
                  <a:schemeClr val="tx1"/>
                </a:solidFill>
                <a:latin typeface="+mj-lt"/>
                <a:ea typeface="+mj-lt"/>
                <a:cs typeface="+mj-lt"/>
              </a:defRPr>
            </a:lvl2pPr>
            <a:lvl3pPr marL="0" indent="0" algn="l">
              <a:lnSpc>
                <a:spcPct val="110000"/>
              </a:lnSpc>
              <a:spcBef>
                <a:spcPts val="0"/>
              </a:spcBef>
              <a:spcAft>
                <a:spcPts val="0"/>
              </a:spcAft>
              <a:buNone/>
              <a:defRPr sz="3300" b="1">
                <a:solidFill>
                  <a:schemeClr val="tx1"/>
                </a:solidFill>
                <a:latin typeface="+mj-lt"/>
                <a:ea typeface="+mj-lt"/>
                <a:cs typeface="+mj-lt"/>
              </a:defRPr>
            </a:lvl3pPr>
            <a:lvl4pPr marL="0" indent="0" algn="l">
              <a:lnSpc>
                <a:spcPct val="110000"/>
              </a:lnSpc>
              <a:spcBef>
                <a:spcPts val="0"/>
              </a:spcBef>
              <a:spcAft>
                <a:spcPts val="0"/>
              </a:spcAft>
              <a:buNone/>
              <a:defRPr sz="3300" b="1">
                <a:solidFill>
                  <a:schemeClr val="tx1"/>
                </a:solidFill>
                <a:latin typeface="+mj-lt"/>
                <a:ea typeface="+mj-lt"/>
                <a:cs typeface="+mj-lt"/>
              </a:defRPr>
            </a:lvl4pPr>
            <a:lvl5pPr marL="0" indent="0" algn="l">
              <a:lnSpc>
                <a:spcPct val="110000"/>
              </a:lnSpc>
              <a:spcBef>
                <a:spcPts val="0"/>
              </a:spcBef>
              <a:spcAft>
                <a:spcPts val="0"/>
              </a:spcAft>
              <a:buNone/>
              <a:defRPr sz="3300" b="1">
                <a:solidFill>
                  <a:schemeClr val="tx1"/>
                </a:solidFill>
                <a:latin typeface="+mj-lt"/>
                <a:ea typeface="+mj-lt"/>
                <a:cs typeface="+mj-lt"/>
              </a:defRPr>
            </a:lvl5pPr>
            <a:lvl6pPr marL="0" indent="0" algn="l">
              <a:lnSpc>
                <a:spcPct val="110000"/>
              </a:lnSpc>
              <a:spcBef>
                <a:spcPts val="0"/>
              </a:spcBef>
              <a:spcAft>
                <a:spcPts val="0"/>
              </a:spcAft>
              <a:buNone/>
              <a:defRPr sz="3300" b="1">
                <a:solidFill>
                  <a:schemeClr val="tx1"/>
                </a:solidFill>
                <a:latin typeface="+mj-lt"/>
                <a:ea typeface="+mj-lt"/>
                <a:cs typeface="+mj-lt"/>
              </a:defRPr>
            </a:lvl6pPr>
            <a:lvl7pPr marL="0" indent="0" algn="l">
              <a:lnSpc>
                <a:spcPct val="110000"/>
              </a:lnSpc>
              <a:spcBef>
                <a:spcPts val="0"/>
              </a:spcBef>
              <a:spcAft>
                <a:spcPts val="0"/>
              </a:spcAft>
              <a:buNone/>
              <a:defRPr sz="3300" b="1">
                <a:solidFill>
                  <a:schemeClr val="tx1"/>
                </a:solidFill>
                <a:latin typeface="+mj-lt"/>
                <a:ea typeface="+mj-lt"/>
                <a:cs typeface="+mj-lt"/>
              </a:defRPr>
            </a:lvl7pPr>
            <a:lvl8pPr marL="0" indent="0" algn="l">
              <a:lnSpc>
                <a:spcPct val="110000"/>
              </a:lnSpc>
              <a:spcBef>
                <a:spcPts val="0"/>
              </a:spcBef>
              <a:spcAft>
                <a:spcPts val="0"/>
              </a:spcAft>
              <a:buNone/>
              <a:defRPr sz="3300" b="1">
                <a:solidFill>
                  <a:schemeClr val="tx1"/>
                </a:solidFill>
                <a:latin typeface="+mj-lt"/>
                <a:ea typeface="+mj-lt"/>
                <a:cs typeface="+mj-lt"/>
              </a:defRPr>
            </a:lvl8pPr>
            <a:lvl9pPr marL="0" indent="0" algn="l">
              <a:lnSpc>
                <a:spcPct val="110000"/>
              </a:lnSpc>
              <a:spcBef>
                <a:spcPts val="0"/>
              </a:spcBef>
              <a:spcAft>
                <a:spcPts val="0"/>
              </a:spcAft>
              <a:buNone/>
              <a:defRPr sz="3300" b="1">
                <a:solidFill>
                  <a:schemeClr val="tx1"/>
                </a:solidFill>
                <a:latin typeface="+mj-lt"/>
                <a:ea typeface="+mj-lt"/>
                <a:cs typeface="+mj-lt"/>
              </a:defRPr>
            </a:lvl9pPr>
          </a:lstStyle>
          <a:p xmlns:a="http://schemas.openxmlformats.org/drawingml/2006/main"/>
        </p:txBody>
      </p:sp>
      <p:sp>
        <p:nvSpPr>
          <p:cNvPr id="2" name="Left column">
            <a:extLst xmlns:a="http://schemas.openxmlformats.org/drawingml/2006/main">
              <a:ext uri="{FF2B5EF4-FFF2-40B4-BE49-F238E27FC236}">
                <a16:creationId xmlns:a16="http://schemas.microsoft.com/office/drawing/2014/main" id="{FA05852D-AD35-4526-9A67-47F0AA7FCA23}"/>
              </a:ext>
            </a:extLst>
          </p:cNvPr>
          <p:cNvSpPr>
            <a:spLocks xmlns:a="http://schemas.openxmlformats.org/drawingml/2006/main" noGrp="1"/>
          </p:cNvSpPr>
          <p:nvPr>
            <p:ph type="body" idx="1"/>
          </p:nvPr>
        </p:nvSpPr>
        <p:spPr>
          <a:xfrm xmlns:a="http://schemas.openxmlformats.org/drawingml/2006/main">
            <a:off x="685800" y="2248958"/>
            <a:ext cx="5029200" cy="50376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250" b="0">
                <a:solidFill>
                  <a:schemeClr val="tx1"/>
                </a:solidFill>
                <a:latin typeface="+mn-lt"/>
                <a:ea typeface="+mn-lt"/>
                <a:cs typeface="+mn-lt"/>
              </a:defRPr>
            </a:defPPr>
            <a:lvl1pPr marL="228600" indent="-228600" algn="l">
              <a:lnSpc>
                <a:spcPct val="110000"/>
              </a:lnSpc>
              <a:spcBef>
                <a:spcPts val="0"/>
              </a:spcBef>
              <a:spcAft>
                <a:spcPts val="1200"/>
              </a:spcAft>
              <a:buChar char="•"/>
              <a:defRPr sz="2250" b="0">
                <a:solidFill>
                  <a:schemeClr val="tx1"/>
                </a:solidFill>
                <a:latin typeface="+mn-lt"/>
                <a:ea typeface="+mn-lt"/>
                <a:cs typeface="+mn-lt"/>
              </a:defRPr>
            </a:lvl1pPr>
            <a:lvl2pPr marL="533400" indent="-228600" algn="l">
              <a:lnSpc>
                <a:spcPct val="110000"/>
              </a:lnSpc>
              <a:spcBef>
                <a:spcPts val="0"/>
              </a:spcBef>
              <a:spcAft>
                <a:spcPts val="1200"/>
              </a:spcAft>
              <a:buChar char="•"/>
              <a:defRPr sz="2250" b="0">
                <a:solidFill>
                  <a:schemeClr val="tx1"/>
                </a:solidFill>
                <a:latin typeface="+mn-lt"/>
                <a:ea typeface="+mn-lt"/>
                <a:cs typeface="+mn-lt"/>
              </a:defRPr>
            </a:lvl2pPr>
            <a:lvl3pPr marL="838200" indent="-228600" algn="l">
              <a:lnSpc>
                <a:spcPct val="110000"/>
              </a:lnSpc>
              <a:spcBef>
                <a:spcPts val="0"/>
              </a:spcBef>
              <a:spcAft>
                <a:spcPts val="1200"/>
              </a:spcAft>
              <a:buChar char="•"/>
              <a:defRPr sz="2250" b="0">
                <a:solidFill>
                  <a:schemeClr val="tx1"/>
                </a:solidFill>
                <a:latin typeface="+mn-lt"/>
                <a:ea typeface="+mn-lt"/>
                <a:cs typeface="+mn-lt"/>
              </a:defRPr>
            </a:lvl3pPr>
            <a:lvl4pPr marL="1143000" indent="-228600" algn="l">
              <a:lnSpc>
                <a:spcPct val="110000"/>
              </a:lnSpc>
              <a:spcBef>
                <a:spcPts val="0"/>
              </a:spcBef>
              <a:spcAft>
                <a:spcPts val="1200"/>
              </a:spcAft>
              <a:buChar char="•"/>
              <a:defRPr sz="2250" b="0">
                <a:solidFill>
                  <a:schemeClr val="tx1"/>
                </a:solidFill>
                <a:latin typeface="+mn-lt"/>
                <a:ea typeface="+mn-lt"/>
                <a:cs typeface="+mn-lt"/>
              </a:defRPr>
            </a:lvl4pPr>
            <a:lvl5pPr marL="1447800" indent="-228600" algn="l">
              <a:lnSpc>
                <a:spcPct val="110000"/>
              </a:lnSpc>
              <a:spcBef>
                <a:spcPts val="0"/>
              </a:spcBef>
              <a:spcAft>
                <a:spcPts val="1200"/>
              </a:spcAft>
              <a:buChar char="•"/>
              <a:defRPr sz="2250" b="0">
                <a:solidFill>
                  <a:schemeClr val="tx1"/>
                </a:solidFill>
                <a:latin typeface="+mn-lt"/>
                <a:ea typeface="+mn-lt"/>
                <a:cs typeface="+mn-lt"/>
              </a:defRPr>
            </a:lvl5pPr>
            <a:lvl6pPr marL="1752600" indent="-228600" algn="l">
              <a:lnSpc>
                <a:spcPct val="110000"/>
              </a:lnSpc>
              <a:spcBef>
                <a:spcPts val="0"/>
              </a:spcBef>
              <a:spcAft>
                <a:spcPts val="1200"/>
              </a:spcAft>
              <a:buChar char="•"/>
              <a:defRPr sz="2250" b="0">
                <a:solidFill>
                  <a:schemeClr val="tx1"/>
                </a:solidFill>
                <a:latin typeface="+mn-lt"/>
                <a:ea typeface="+mn-lt"/>
                <a:cs typeface="+mn-lt"/>
              </a:defRPr>
            </a:lvl6pPr>
            <a:lvl7pPr marL="2057400" indent="-228600" algn="l">
              <a:lnSpc>
                <a:spcPct val="110000"/>
              </a:lnSpc>
              <a:spcBef>
                <a:spcPts val="0"/>
              </a:spcBef>
              <a:spcAft>
                <a:spcPts val="1200"/>
              </a:spcAft>
              <a:buChar char="•"/>
              <a:defRPr sz="2250" b="0">
                <a:solidFill>
                  <a:schemeClr val="tx1"/>
                </a:solidFill>
                <a:latin typeface="+mn-lt"/>
                <a:ea typeface="+mn-lt"/>
                <a:cs typeface="+mn-lt"/>
              </a:defRPr>
            </a:lvl7pPr>
            <a:lvl8pPr marL="2362200" indent="-228600" algn="l">
              <a:lnSpc>
                <a:spcPct val="110000"/>
              </a:lnSpc>
              <a:spcBef>
                <a:spcPts val="0"/>
              </a:spcBef>
              <a:spcAft>
                <a:spcPts val="1200"/>
              </a:spcAft>
              <a:buChar char="•"/>
              <a:defRPr sz="2250" b="0">
                <a:solidFill>
                  <a:schemeClr val="tx1"/>
                </a:solidFill>
                <a:latin typeface="+mn-lt"/>
                <a:ea typeface="+mn-lt"/>
                <a:cs typeface="+mn-lt"/>
              </a:defRPr>
            </a:lvl8pPr>
            <a:lvl9pPr marL="2667000" indent="-228600" algn="l">
              <a:lnSpc>
                <a:spcPct val="110000"/>
              </a:lnSpc>
              <a:spcBef>
                <a:spcPts val="0"/>
              </a:spcBef>
              <a:spcAft>
                <a:spcPts val="1200"/>
              </a:spcAft>
              <a:buChar char="•"/>
              <a:defRPr sz="2250" b="0">
                <a:solidFill>
                  <a:schemeClr val="tx1"/>
                </a:solidFill>
                <a:latin typeface="+mn-lt"/>
                <a:ea typeface="+mn-lt"/>
                <a:cs typeface="+mn-lt"/>
              </a:defRPr>
            </a:lvl9pPr>
          </a:lstStyle>
          <a:p xmlns:a="http://schemas.openxmlformats.org/drawingml/2006/main"/>
        </p:txBody>
      </p:sp>
    </p:spTree>
  </p:cSld>
</p:sldLayout>
</file>

<file path=ppt/main_figures/Fig12/ppt/slideLayouts/slideLayout6.xml><?xml version="1.0" encoding="utf-8"?>
<p:sldLayout xmlns:p="http://schemas.openxmlformats.org/presentationml/2006/main" type="blank">
  <p:cSld name="Blank">
    <p:spTree>
      <p:nvGrpSpPr>
        <p:cNvPr id="1" name=""/>
        <p:cNvGrpSpPr/>
        <p:nvPr/>
      </p:nvGrpSpPr>
      <p:grpSpPr>
        <a:xfrm xmlns:a="http://schemas.openxmlformats.org/drawingml/2006/main"/>
      </p:grpSpPr>
    </p:spTree>
  </p:cSld>
</p:sldLayout>
</file>

<file path=ppt/main_figures/Fig12/ppt/slideMasters/_rels/slideMaster1.xml.rels><?xml version='1.0' encoding='utf-8'?>
<Relationships xmlns="http://schemas.openxmlformats.org/package/2006/relationships"><Relationship Type="http://schemas.openxmlformats.org/officeDocument/2006/relationships/theme" Target="/ppt/main_figures/Fig12/ppt/slideMasters/theme/theme2.xml" Id="R8ba9e187f4ec49bb" /><Relationship Type="http://schemas.openxmlformats.org/officeDocument/2006/relationships/slideLayout" Target="/ppt/main_figures/Fig12/ppt/slideLayouts/slideLayout1.xml" Id="Ra81429f2bfd4467f" /><Relationship Type="http://schemas.openxmlformats.org/officeDocument/2006/relationships/slideLayout" Target="/ppt/main_figures/Fig12/ppt/slideLayouts/slideLayout2.xml" Id="R3a04655f359644bb" /><Relationship Type="http://schemas.openxmlformats.org/officeDocument/2006/relationships/slideLayout" Target="/ppt/main_figures/Fig12/ppt/slideLayouts/slideLayout3.xml" Id="R16319a6a3a9d49f9" /><Relationship Type="http://schemas.openxmlformats.org/officeDocument/2006/relationships/slideLayout" Target="/ppt/main_figures/Fig12/ppt/slideLayouts/slideLayout4.xml" Id="R7049c58dba9e418a" /><Relationship Type="http://schemas.openxmlformats.org/officeDocument/2006/relationships/slideLayout" Target="/ppt/main_figures/Fig12/ppt/slideLayouts/slideLayout5.xml" Id="Rbd4e2d2f4ba24127" /><Relationship Type="http://schemas.openxmlformats.org/officeDocument/2006/relationships/slideLayout" Target="/ppt/main_figures/Fig12/ppt/slideLayouts/slideLayout6.xml" Id="R294d6ca9588845b4" /></Relationships>
</file>

<file path=ppt/main_figures/Fig12/ppt/slideMasters/slideMaster1.xml><?xml version="1.0" encoding="utf-8"?>
<p:sldMaster xmlns:p="http://schemas.openxmlformats.org/presentationml/2006/main">
  <p:cSld name="Master">
    <p:bg>
      <p:bgRef idx="1001">
        <a:schemeClr xmlns:a="http://schemas.openxmlformats.org/drawingml/2006/main" val="bg1"/>
      </p:bgRef>
    </p:bg>
    <p:spTree>
      <p:nvGrpSpPr>
        <p:cNvPr id="1" name=""/>
        <p:cNvGrpSpPr/>
        <p:nvPr/>
      </p:nvGrpSpPr>
      <p:grpSpPr>
        <a:xfrm xmlns:a="http://schemas.openxmlformats.org/drawingml/2006/main"/>
      </p:grpSpPr>
    </p:spTree>
  </p:cSld>
  <p:clrMap bg1="lt1" tx1="dk1" bg2="lt2" tx2="dk2" accent1="accent1" accent2="accent2" accent3="accent3" accent4="accent4" accent5="accent5" accent6="accent6" hlink="hlink" folHlink="folHlink"/>
  <p:sldLayoutIdLst>
    <p:sldLayoutId xmlns:r="http://schemas.openxmlformats.org/officeDocument/2006/relationships" id="2147483649" r:id="Ra81429f2bfd4467f"/>
    <p:sldLayoutId xmlns:r="http://schemas.openxmlformats.org/officeDocument/2006/relationships" id="2147483650" r:id="R3a04655f359644bb"/>
    <p:sldLayoutId xmlns:r="http://schemas.openxmlformats.org/officeDocument/2006/relationships" id="2147483651" r:id="R16319a6a3a9d49f9"/>
    <p:sldLayoutId xmlns:r="http://schemas.openxmlformats.org/officeDocument/2006/relationships" id="2147483652" r:id="R7049c58dba9e418a"/>
    <p:sldLayoutId xmlns:r="http://schemas.openxmlformats.org/officeDocument/2006/relationships" id="2147483653" r:id="Rbd4e2d2f4ba24127"/>
    <p:sldLayoutId xmlns:r="http://schemas.openxmlformats.org/officeDocument/2006/relationships" id="2147483654" r:id="R294d6ca9588845b4"/>
  </p:sldLayoutIdLst>
  <p:txStyles>
    <p:titleStyle>
      <a:lvl1pPr xmlns:a="http://schemas.openxmlformats.org/drawingml/2006/main" algn="l">
        <a:lnSpc>
          <a:spcPct val="90000"/>
        </a:lnSpc>
        <a:spcBef>
          <a:spcPts val="0"/>
        </a:spcBef>
        <a:buNone/>
        <a:defRPr sz="4400">
          <a:solidFill>
            <a:schemeClr val="tx1"/>
          </a:solidFill>
          <a:latin typeface="+mj-lt"/>
          <a:ea typeface="+mj-lt"/>
          <a:cs typeface="+mj-lt"/>
        </a:defRPr>
      </a:lvl1pPr>
    </p:titleStyle>
    <p:bodyStyle>
      <a:lvl1pPr xmlns:a="http://schemas.openxmlformats.org/drawingml/2006/main" marL="228600" indent="-228600" algn="l">
        <a:lnSpc>
          <a:spcPct val="90000"/>
        </a:lnSpc>
        <a:spcBef>
          <a:spcPts val="1000"/>
        </a:spcBef>
        <a:buChar char="•"/>
        <a:defRPr sz="2800">
          <a:solidFill>
            <a:schemeClr val="tx1"/>
          </a:solidFill>
          <a:latin typeface="+mn-lt"/>
          <a:ea typeface="+mn-lt"/>
          <a:cs typeface="+mn-lt"/>
        </a:defRPr>
      </a:lvl1pPr>
      <a:lvl2pPr xmlns:a="http://schemas.openxmlformats.org/drawingml/2006/main" marL="685800" indent="-228600" algn="l">
        <a:lnSpc>
          <a:spcPct val="90000"/>
        </a:lnSpc>
        <a:spcBef>
          <a:spcPts val="500"/>
        </a:spcBef>
        <a:buChar char="•"/>
        <a:defRPr sz="2400">
          <a:solidFill>
            <a:schemeClr val="tx1"/>
          </a:solidFill>
          <a:latin typeface="+mn-lt"/>
          <a:ea typeface="+mn-lt"/>
          <a:cs typeface="+mn-lt"/>
        </a:defRPr>
      </a:lvl2pPr>
      <a:lvl3pPr xmlns:a="http://schemas.openxmlformats.org/drawingml/2006/main" marL="1143000" indent="-228600" algn="l">
        <a:lnSpc>
          <a:spcPct val="90000"/>
        </a:lnSpc>
        <a:spcBef>
          <a:spcPts val="500"/>
        </a:spcBef>
        <a:buChar char="•"/>
        <a:defRPr sz="2000">
          <a:solidFill>
            <a:schemeClr val="tx1"/>
          </a:solidFill>
          <a:latin typeface="+mn-lt"/>
          <a:ea typeface="+mn-lt"/>
          <a:cs typeface="+mn-lt"/>
        </a:defRPr>
      </a:lvl3pPr>
      <a:lvl4pPr xmlns:a="http://schemas.openxmlformats.org/drawingml/2006/main" marL="1600200" indent="-228600" algn="l">
        <a:lnSpc>
          <a:spcPct val="90000"/>
        </a:lnSpc>
        <a:spcBef>
          <a:spcPts val="500"/>
        </a:spcBef>
        <a:buChar char="•"/>
        <a:defRPr sz="1800">
          <a:solidFill>
            <a:schemeClr val="tx1"/>
          </a:solidFill>
          <a:latin typeface="+mn-lt"/>
          <a:ea typeface="+mn-lt"/>
          <a:cs typeface="+mn-lt"/>
        </a:defRPr>
      </a:lvl4pPr>
      <a:lvl5pPr xmlns:a="http://schemas.openxmlformats.org/drawingml/2006/main" marL="2057400" indent="-228600" algn="l">
        <a:lnSpc>
          <a:spcPct val="90000"/>
        </a:lnSpc>
        <a:spcBef>
          <a:spcPts val="500"/>
        </a:spcBef>
        <a:buChar char="•"/>
        <a:defRPr sz="1800">
          <a:solidFill>
            <a:schemeClr val="tx1"/>
          </a:solidFill>
          <a:latin typeface="+mn-lt"/>
          <a:ea typeface="+mn-lt"/>
          <a:cs typeface="+mn-lt"/>
        </a:defRPr>
      </a:lvl5pPr>
      <a:lvl6pPr xmlns:a="http://schemas.openxmlformats.org/drawingml/2006/main" marL="2514600" indent="-228600" algn="l">
        <a:lnSpc>
          <a:spcPct val="90000"/>
        </a:lnSpc>
        <a:spcBef>
          <a:spcPts val="500"/>
        </a:spcBef>
        <a:buChar char="•"/>
        <a:defRPr sz="1800">
          <a:solidFill>
            <a:schemeClr val="tx1"/>
          </a:solidFill>
          <a:latin typeface="+mn-lt"/>
          <a:ea typeface="+mn-lt"/>
          <a:cs typeface="+mn-lt"/>
        </a:defRPr>
      </a:lvl6pPr>
      <a:lvl7pPr xmlns:a="http://schemas.openxmlformats.org/drawingml/2006/main" marL="2971800" indent="-228600" algn="l">
        <a:lnSpc>
          <a:spcPct val="90000"/>
        </a:lnSpc>
        <a:spcBef>
          <a:spcPts val="500"/>
        </a:spcBef>
        <a:buChar char="•"/>
        <a:defRPr sz="1800">
          <a:solidFill>
            <a:schemeClr val="tx1"/>
          </a:solidFill>
          <a:latin typeface="+mn-lt"/>
          <a:ea typeface="+mn-lt"/>
          <a:cs typeface="+mn-lt"/>
        </a:defRPr>
      </a:lvl7pPr>
      <a:lvl8pPr xmlns:a="http://schemas.openxmlformats.org/drawingml/2006/main" marL="3429000" indent="-228600" algn="l">
        <a:lnSpc>
          <a:spcPct val="90000"/>
        </a:lnSpc>
        <a:spcBef>
          <a:spcPts val="500"/>
        </a:spcBef>
        <a:buChar char="•"/>
        <a:defRPr sz="1800">
          <a:solidFill>
            <a:schemeClr val="tx1"/>
          </a:solidFill>
          <a:latin typeface="+mn-lt"/>
          <a:ea typeface="+mn-lt"/>
          <a:cs typeface="+mn-lt"/>
        </a:defRPr>
      </a:lvl8pPr>
      <a:lvl9pPr xmlns:a="http://schemas.openxmlformats.org/drawingml/2006/main" marL="3886200" indent="-228600" algn="l">
        <a:lnSpc>
          <a:spcPct val="90000"/>
        </a:lnSpc>
        <a:spcBef>
          <a:spcPts val="500"/>
        </a:spcBef>
        <a:buChar char="•"/>
        <a:defRPr sz="1800">
          <a:solidFill>
            <a:schemeClr val="tx1"/>
          </a:solidFill>
          <a:latin typeface="+mn-lt"/>
          <a:ea typeface="+mn-lt"/>
          <a:cs typeface="+mn-lt"/>
        </a:defRPr>
      </a:lvl9pPr>
    </p:bodyStyle>
    <p:otherStyle>
      <a:lvl1pPr xmlns:a="http://schemas.openxmlformats.org/drawingml/2006/main" marL="0" algn="l">
        <a:buNone/>
        <a:defRPr sz="1800">
          <a:solidFill>
            <a:schemeClr val="tx1"/>
          </a:solidFill>
          <a:latin typeface="+mn-lt"/>
          <a:ea typeface="+mn-lt"/>
          <a:cs typeface="+mn-lt"/>
        </a:defRPr>
      </a:lvl1pPr>
      <a:lvl2pPr xmlns:a="http://schemas.openxmlformats.org/drawingml/2006/main" marL="457200" algn="l">
        <a:buNone/>
        <a:defRPr sz="1800">
          <a:solidFill>
            <a:schemeClr val="tx1"/>
          </a:solidFill>
          <a:latin typeface="+mn-lt"/>
          <a:ea typeface="+mn-lt"/>
          <a:cs typeface="+mn-lt"/>
        </a:defRPr>
      </a:lvl2pPr>
      <a:lvl3pPr xmlns:a="http://schemas.openxmlformats.org/drawingml/2006/main" marL="914400" algn="l">
        <a:buNone/>
        <a:defRPr sz="1800">
          <a:solidFill>
            <a:schemeClr val="tx1"/>
          </a:solidFill>
          <a:latin typeface="+mn-lt"/>
          <a:ea typeface="+mn-lt"/>
          <a:cs typeface="+mn-lt"/>
        </a:defRPr>
      </a:lvl3pPr>
      <a:lvl4pPr xmlns:a="http://schemas.openxmlformats.org/drawingml/2006/main" marL="1371600" algn="l">
        <a:buNone/>
        <a:defRPr sz="1800">
          <a:solidFill>
            <a:schemeClr val="tx1"/>
          </a:solidFill>
          <a:latin typeface="+mn-lt"/>
          <a:ea typeface="+mn-lt"/>
          <a:cs typeface="+mn-lt"/>
        </a:defRPr>
      </a:lvl4pPr>
      <a:lvl5pPr xmlns:a="http://schemas.openxmlformats.org/drawingml/2006/main" marL="1828800" algn="l">
        <a:buNone/>
        <a:defRPr sz="1800">
          <a:solidFill>
            <a:schemeClr val="tx1"/>
          </a:solidFill>
          <a:latin typeface="+mn-lt"/>
          <a:ea typeface="+mn-lt"/>
          <a:cs typeface="+mn-lt"/>
        </a:defRPr>
      </a:lvl5pPr>
      <a:lvl6pPr xmlns:a="http://schemas.openxmlformats.org/drawingml/2006/main" marL="2286000" algn="l">
        <a:buNone/>
        <a:defRPr sz="1800">
          <a:solidFill>
            <a:schemeClr val="tx1"/>
          </a:solidFill>
          <a:latin typeface="+mn-lt"/>
          <a:ea typeface="+mn-lt"/>
          <a:cs typeface="+mn-lt"/>
        </a:defRPr>
      </a:lvl6pPr>
      <a:lvl7pPr xmlns:a="http://schemas.openxmlformats.org/drawingml/2006/main" marL="2743200" algn="l">
        <a:buNone/>
        <a:defRPr sz="1800">
          <a:solidFill>
            <a:schemeClr val="tx1"/>
          </a:solidFill>
          <a:latin typeface="+mn-lt"/>
          <a:ea typeface="+mn-lt"/>
          <a:cs typeface="+mn-lt"/>
        </a:defRPr>
      </a:lvl7pPr>
      <a:lvl8pPr xmlns:a="http://schemas.openxmlformats.org/drawingml/2006/main" marL="3200400" algn="l">
        <a:buNone/>
        <a:defRPr sz="1800">
          <a:solidFill>
            <a:schemeClr val="tx1"/>
          </a:solidFill>
          <a:latin typeface="+mn-lt"/>
          <a:ea typeface="+mn-lt"/>
          <a:cs typeface="+mn-lt"/>
        </a:defRPr>
      </a:lvl8pPr>
      <a:lvl9pPr xmlns:a="http://schemas.openxmlformats.org/drawingml/2006/main" marL="3657600" algn="l">
        <a:buNone/>
        <a:defRPr sz="1800">
          <a:solidFill>
            <a:schemeClr val="tx1"/>
          </a:solidFill>
          <a:latin typeface="+mn-lt"/>
          <a:ea typeface="+mn-lt"/>
          <a:cs typeface="+mn-lt"/>
        </a:defRPr>
      </a:lvl9pPr>
    </p:otherStyle>
  </p:txStyles>
</p:sldMaster>
</file>

<file path=ppt/main_figures/Fig12/ppt/slideMasters/theme/theme2.xml><?xml version="1.0" encoding="utf-8"?>
<a:theme xmlns:a="http://schemas.openxmlformats.org/drawingml/2006/main" name="ChatGPT">
  <a:themeElements>
    <a:clrScheme name="ChatGPT">
      <a:dk1>
        <a:srgbClr val="000000"/>
      </a:dk1>
      <a:lt1>
        <a:srgbClr val="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
      <a:majorFont>
        <a:latin typeface="Aptos"/>
        <a:ea typeface=""/>
        <a:cs typeface=""/>
      </a:majorFont>
      <a:minorFont>
        <a:latin typeface="Aptos"/>
        <a:ea typeface=""/>
        <a:cs typeface=""/>
      </a:minorFont>
    </a:fontScheme>
    <a:fmtScheme name="ChatGPT">
      <a:fillStyleLst>
        <a:solidFill>
          <a:schemeClr val="phClr"/>
        </a:solidFill>
        <a:gradFill>
          <a:gsLst>
            <a:gs pos="0">
              <a:schemeClr val="phClr">
                <a:tint val="67000"/>
                <a:lumMod val="110000"/>
                <a:satMod val="105000"/>
              </a:schemeClr>
            </a:gs>
            <a:gs pos="50000">
              <a:schemeClr val="phClr">
                <a:tint val="73000"/>
                <a:lumMod val="105000"/>
                <a:satMod val="103000"/>
              </a:schemeClr>
            </a:gs>
            <a:gs pos="100000">
              <a:schemeClr val="phClr">
                <a:tint val="81000"/>
                <a:lumMod val="105000"/>
                <a:satMod val="109000"/>
              </a:schemeClr>
            </a:gs>
          </a:gsLst>
          <a:lin ang="5400000" scaled="0"/>
        </a:gradFill>
        <a:gradFill>
          <a:gsLst>
            <a:gs pos="0">
              <a:schemeClr val="phClr">
                <a:tint val="94000"/>
                <a:lumMod val="102000"/>
                <a:satMod val="103000"/>
              </a:schemeClr>
            </a:gs>
            <a:gs pos="50000">
              <a:schemeClr val="phClr">
                <a:shade val="100000"/>
                <a:lumMod val="100000"/>
                <a:satMod val="110000"/>
              </a:schemeClr>
            </a:gs>
            <a:gs pos="100000">
              <a:schemeClr val="phClr">
                <a:shade val="78000"/>
                <a:lumMod val="99000"/>
                <a:satMod val="120000"/>
              </a:schemeClr>
            </a:gs>
          </a:gsLst>
          <a:lin ang="5400000" scaled="0"/>
        </a:gradFill>
      </a:fillStyleLst>
      <a:lnStyleLst>
        <a:ln w="12700">
          <a:solidFill>
            <a:schemeClr val="phClr"/>
          </a:solidFill>
          <a:prstDash val="solid"/>
        </a:ln>
        <a:ln w="19050">
          <a:solidFill>
            <a:schemeClr val="phClr"/>
          </a:solidFill>
          <a:prstDash val="solid"/>
        </a:ln>
        <a:ln w="25400">
          <a:solidFill>
            <a:schemeClr val="phClr"/>
          </a:solidFill>
          <a:prstDash val="solid"/>
        </a:ln>
      </a:lnStyleLst>
      <a:effectStyleLst>
        <a:effectStyle>
          <a:effectLst/>
        </a:effectStyle>
        <a:effectStyle>
          <a:effectLst/>
        </a:effectStyle>
        <a:effectStyle>
          <a:effectLst>
            <a:outerShdw blurRad="57150" dist="19050" dir="5400000">
              <a:srgbClr val="000000">
                <a:alpha val="16000"/>
              </a:srgbClr>
            </a:outerShdw>
          </a:effectLst>
        </a:effectStyle>
        <a:effectStyle>
          <a:effectLst>
            <a:outerShdw blurRad="19050" dist="9525" dir="5400000">
              <a:srgbClr val="000000">
                <a:alpha val="6000"/>
              </a:srgbClr>
            </a:outerShdw>
          </a:effectLst>
        </a:effectStyle>
        <a:effectStyle>
          <a:effectLst>
            <a:outerShdw blurRad="28575" dist="9525" dir="5400000">
              <a:srgbClr val="000000">
                <a:alpha val="8000"/>
              </a:srgbClr>
            </a:outerShdw>
          </a:effectLst>
        </a:effectStyle>
        <a:effectStyle>
          <a:effectLst>
            <a:outerShdw blurRad="57150" dist="19050" dir="5400000">
              <a:srgbClr val="000000">
                <a:alpha val="10000"/>
              </a:srgbClr>
            </a:outerShdw>
          </a:effectLst>
        </a:effectStyle>
        <a:effectStyle>
          <a:effectLst>
            <a:outerShdw blurRad="114300" dist="38100" dir="5400000">
              <a:srgbClr val="000000">
                <a:alpha val="12000"/>
              </a:srgbClr>
            </a:outerShdw>
          </a:effectLst>
        </a:effectStyle>
        <a:effectStyle>
          <a:effectLst>
            <a:outerShdw blurRad="171450" dist="57150" dir="5400000">
              <a:srgbClr val="000000">
                <a:alpha val="16000"/>
              </a:srgbClr>
            </a:outerShdw>
          </a:effectLst>
        </a:effectStyle>
        <a:effectStyle>
          <a:effectLst>
            <a:outerShdw blurRad="266700" dist="95250" dir="5400000">
              <a:srgbClr val="000000">
                <a:alpha val="24000"/>
              </a:srgbClr>
            </a:outerShdw>
          </a:effectLst>
        </a:effectStyle>
      </a:effectStyleLst>
      <a:bgFillStyleLst>
        <a:solidFill>
          <a:schemeClr val="phClr"/>
        </a:solidFill>
        <a:solidFill>
          <a:schemeClr val="phClr">
            <a:tint val="95000"/>
            <a:satMod val="170000"/>
          </a:schemeClr>
        </a:solidFill>
        <a:gradFill>
          <a:gsLst>
            <a:gs pos="0">
              <a:schemeClr val="phClr">
                <a:tint val="93000"/>
                <a:shade val="98000"/>
                <a:lumMod val="102000"/>
                <a:satMod val="150000"/>
              </a:schemeClr>
            </a:gs>
            <a:gs pos="50000">
              <a:schemeClr val="phClr">
                <a:tint val="98000"/>
                <a:shade val="90000"/>
                <a:lumMod val="103000"/>
                <a:satMod val="130000"/>
              </a:schemeClr>
            </a:gs>
            <a:gs pos="100000">
              <a:schemeClr val="phClr">
                <a:shade val="63000"/>
                <a:satMod val="120000"/>
              </a:schemeClr>
            </a:gs>
          </a:gsLst>
          <a:lin ang="5400000" scaled="0"/>
        </a:gradFill>
      </a:bgFillStyleLst>
    </a:fmtScheme>
  </a:themeElements>
</a:theme>
</file>

<file path=ppt/main_figures/Fig12/ppt/slides/_rels/slide1.xml.rels><?xml version='1.0' encoding='utf-8'?>
<Relationships xmlns="http://schemas.openxmlformats.org/package/2006/relationships"><Relationship Type="http://schemas.openxmlformats.org/officeDocument/2006/relationships/slideLayout" Target="/ppt/main_figures/Fig12/ppt/slideLayouts/slideLayout6.xml" Id="R09684380c3b24c5a" /><Relationship Type="http://schemas.openxmlformats.org/officeDocument/2006/relationships/image" Target="/ppt/main_figures/Fig12/ppt/media/image.png" Id="R0fc5b50b55af4524" /><Relationship Type="http://schemas.openxmlformats.org/officeDocument/2006/relationships/image" Target="/ppt/main_figures/Fig12/ppt/media/image2.png" Id="R6e518d2b6b834b1c" /><Relationship Type="http://schemas.openxmlformats.org/officeDocument/2006/relationships/image" Target="/ppt/main_figures/Fig12/ppt/media/image3.png" Id="R11a257e058ca462a" /><Relationship Type="http://schemas.openxmlformats.org/officeDocument/2006/relationships/image" Target="/ppt/main_figures/Fig12/ppt/media/image4.png" Id="R0184382966ff4777" /><Relationship Type="http://schemas.openxmlformats.org/officeDocument/2006/relationships/image" Target="/ppt/main_figures/Fig12/ppt/media/image5.png" Id="R3b64e699ba19403d" /><Relationship Type="http://schemas.openxmlformats.org/officeDocument/2006/relationships/image" Target="/ppt/main_figures/Fig12/ppt/media/image6.png" Id="R1e822fd23d7c4ccb" /><Relationship Type="http://schemas.openxmlformats.org/officeDocument/2006/relationships/image" Target="/ppt/main_figures/Fig12/ppt/media/image7.png" Id="Rf842a86af5ac4745" /><Relationship Type="http://schemas.openxmlformats.org/officeDocument/2006/relationships/image" Target="/ppt/main_figures/Fig12/ppt/media/image8.png" Id="Rd142bff20e0e491b" /><Relationship Type="http://schemas.openxmlformats.org/officeDocument/2006/relationships/image" Target="/ppt/main_figures/Fig12/ppt/media/image9.png" Id="Re712989b92464244" /><Relationship Type="http://schemas.openxmlformats.org/officeDocument/2006/relationships/notesSlide" Target="/ppt/main_figures/Fig12/ppt/notesSlides/notesSlide1.xml" Id="Rdd4fc312200748f3" /></Relationships>
</file>

<file path=ppt/main_figures/Fig12/ppt/slides/slide1.xml><?xml version="1.0" encoding="utf-8"?>
<p:sld xmlns:p="http://schemas.openxmlformats.org/presentationml/2006/main">
  <p:cSld>
    <p:bg>
      <p:bgPr>
        <a:solidFill xmlns:a="http://schemas.openxmlformats.org/drawingml/2006/main">
          <a:srgbClr val="FFFFFF"/>
        </a:solidFill>
      </p:bgPr>
    </p:bg>
    <p:spTree>
      <p:nvGrpSpPr>
        <p:cNvPr id="1" name=""/>
        <p:cNvGrpSpPr/>
        <p:nvPr/>
      </p:nvGrpSpPr>
      <p:grpSpPr>
        <a:xfrm xmlns:a="http://schemas.openxmlformats.org/drawingml/2006/main"/>
      </p:grpSpPr>
      <p:sp>
        <p:nvSpPr>
          <p:cNvPr id="83" name="text_000">
            <a:extLst xmlns:a="http://schemas.openxmlformats.org/drawingml/2006/main">
              <a:ext uri="{FF2B5EF4-FFF2-40B4-BE49-F238E27FC236}">
                <a16:creationId xmlns:a16="http://schemas.microsoft.com/office/drawing/2014/main" id="{FBDF5A38-6B00-423B-A515-6B51A1CAE7CD}"/>
              </a:ext>
            </a:extLst>
          </p:cNvPr>
          <p:cNvSpPr>
            <a:spLocks xmlns:a="http://schemas.openxmlformats.org/drawingml/2006/main" noGrp="1"/>
          </p:cNvSpPr>
          <p:nvPr/>
        </p:nvSpPr>
        <p:spPr>
          <a:xfrm xmlns:a="http://schemas.openxmlformats.org/drawingml/2006/main" rot="0">
            <a:off x="190500" y="28575"/>
            <a:ext cx="9525000" cy="276225"/>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650" b="1">
                <a:solidFill>
                  <a:srgbClr val="000000"/>
                </a:solidFill>
                <a:latin typeface="Arial"/>
                <a:ea typeface="Arial"/>
                <a:cs typeface="Arial"/>
              </a:defRPr>
            </a:defPPr>
            <a:lvl1pPr algn="l">
              <a:defRPr sz="1650" b="1">
                <a:solidFill>
                  <a:srgbClr val="000000"/>
                </a:solidFill>
                <a:latin typeface="Arial"/>
                <a:ea typeface="Arial"/>
                <a:cs typeface="Arial"/>
              </a:defRPr>
            </a:lvl1pPr>
            <a:lvl2pPr algn="l">
              <a:defRPr sz="1650" b="1">
                <a:solidFill>
                  <a:srgbClr val="000000"/>
                </a:solidFill>
                <a:latin typeface="Arial"/>
                <a:ea typeface="Arial"/>
                <a:cs typeface="Arial"/>
              </a:defRPr>
            </a:lvl2pPr>
            <a:lvl3pPr algn="l">
              <a:defRPr sz="1650" b="1">
                <a:solidFill>
                  <a:srgbClr val="000000"/>
                </a:solidFill>
                <a:latin typeface="Arial"/>
                <a:ea typeface="Arial"/>
                <a:cs typeface="Arial"/>
              </a:defRPr>
            </a:lvl3pPr>
            <a:lvl4pPr algn="l">
              <a:defRPr sz="1650" b="1">
                <a:solidFill>
                  <a:srgbClr val="000000"/>
                </a:solidFill>
                <a:latin typeface="Arial"/>
                <a:ea typeface="Arial"/>
                <a:cs typeface="Arial"/>
              </a:defRPr>
            </a:lvl4pPr>
            <a:lvl5pPr algn="l">
              <a:defRPr sz="1650" b="1">
                <a:solidFill>
                  <a:srgbClr val="000000"/>
                </a:solidFill>
                <a:latin typeface="Arial"/>
                <a:ea typeface="Arial"/>
                <a:cs typeface="Arial"/>
              </a:defRPr>
            </a:lvl5pPr>
            <a:lvl6pPr algn="l">
              <a:defRPr sz="1650" b="1">
                <a:solidFill>
                  <a:srgbClr val="000000"/>
                </a:solidFill>
                <a:latin typeface="Arial"/>
                <a:ea typeface="Arial"/>
                <a:cs typeface="Arial"/>
              </a:defRPr>
            </a:lvl6pPr>
            <a:lvl7pPr algn="l">
              <a:defRPr sz="1650" b="1">
                <a:solidFill>
                  <a:srgbClr val="000000"/>
                </a:solidFill>
                <a:latin typeface="Arial"/>
                <a:ea typeface="Arial"/>
                <a:cs typeface="Arial"/>
              </a:defRPr>
            </a:lvl7pPr>
            <a:lvl8pPr algn="l">
              <a:defRPr sz="1650" b="1">
                <a:solidFill>
                  <a:srgbClr val="000000"/>
                </a:solidFill>
                <a:latin typeface="Arial"/>
                <a:ea typeface="Arial"/>
                <a:cs typeface="Arial"/>
              </a:defRPr>
            </a:lvl8pPr>
            <a:lvl9pPr algn="l">
              <a:defRPr sz="1650" b="1">
                <a:solidFill>
                  <a:srgbClr val="000000"/>
                </a:solidFill>
                <a:latin typeface="Arial"/>
                <a:ea typeface="Arial"/>
                <a:cs typeface="Arial"/>
              </a:defRPr>
            </a:lvl9pPr>
          </a:lstStyle>
          <a:p xmlns:a="http://schemas.openxmlformats.org/drawingml/2006/main">
            <a:pPr algn="l">
              <a:defRPr sz="1650" b="1">
                <a:solidFill>
                  <a:srgbClr val="000000"/>
                </a:solidFill>
                <a:latin typeface="Arial"/>
                <a:ea typeface="Arial"/>
                <a:cs typeface="Arial"/>
              </a:defRPr>
            </a:pPr>
            <a:r>
              <a:rPr sz="1650" b="1">
                <a:solidFill>
                  <a:srgbClr val="000000"/>
                </a:solidFill>
                <a:latin typeface="Arial"/>
                <a:ea typeface="Arial"/>
                <a:cs typeface="Arial"/>
              </a:rPr>
              <a:t>(a) OLR: all 60 fields</a:t>
            </a:r>
          </a:p>
        </p:txBody>
      </p:sp>
      <p:sp>
        <p:nvSpPr>
          <p:cNvPr id="2" name="text_001">
            <a:extLst xmlns:a="http://schemas.openxmlformats.org/drawingml/2006/main">
              <a:ext uri="{FF2B5EF4-FFF2-40B4-BE49-F238E27FC236}">
                <a16:creationId xmlns:a16="http://schemas.microsoft.com/office/drawing/2014/main" id="{4EB6A5F8-F21E-42BA-B8A9-50F325FB5876}"/>
              </a:ext>
            </a:extLst>
          </p:cNvPr>
          <p:cNvSpPr>
            <a:spLocks xmlns:a="http://schemas.openxmlformats.org/drawingml/2006/main" noGrp="1"/>
          </p:cNvSpPr>
          <p:nvPr/>
        </p:nvSpPr>
        <p:spPr>
          <a:xfrm xmlns:a="http://schemas.openxmlformats.org/drawingml/2006/main" rot="0">
            <a:off x="762000" y="323850"/>
            <a:ext cx="4953000" cy="238125"/>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425" b="1">
                <a:solidFill>
                  <a:srgbClr val="000000"/>
                </a:solidFill>
                <a:latin typeface="Arial"/>
                <a:ea typeface="Arial"/>
                <a:cs typeface="Arial"/>
              </a:defRPr>
            </a:defPPr>
            <a:lvl1pPr algn="l">
              <a:defRPr sz="1425" b="1">
                <a:solidFill>
                  <a:srgbClr val="000000"/>
                </a:solidFill>
                <a:latin typeface="Arial"/>
                <a:ea typeface="Arial"/>
                <a:cs typeface="Arial"/>
              </a:defRPr>
            </a:lvl1pPr>
            <a:lvl2pPr algn="l">
              <a:defRPr sz="1425" b="1">
                <a:solidFill>
                  <a:srgbClr val="000000"/>
                </a:solidFill>
                <a:latin typeface="Arial"/>
                <a:ea typeface="Arial"/>
                <a:cs typeface="Arial"/>
              </a:defRPr>
            </a:lvl2pPr>
            <a:lvl3pPr algn="l">
              <a:defRPr sz="1425" b="1">
                <a:solidFill>
                  <a:srgbClr val="000000"/>
                </a:solidFill>
                <a:latin typeface="Arial"/>
                <a:ea typeface="Arial"/>
                <a:cs typeface="Arial"/>
              </a:defRPr>
            </a:lvl3pPr>
            <a:lvl4pPr algn="l">
              <a:defRPr sz="1425" b="1">
                <a:solidFill>
                  <a:srgbClr val="000000"/>
                </a:solidFill>
                <a:latin typeface="Arial"/>
                <a:ea typeface="Arial"/>
                <a:cs typeface="Arial"/>
              </a:defRPr>
            </a:lvl4pPr>
            <a:lvl5pPr algn="l">
              <a:defRPr sz="1425" b="1">
                <a:solidFill>
                  <a:srgbClr val="000000"/>
                </a:solidFill>
                <a:latin typeface="Arial"/>
                <a:ea typeface="Arial"/>
                <a:cs typeface="Arial"/>
              </a:defRPr>
            </a:lvl5pPr>
            <a:lvl6pPr algn="l">
              <a:defRPr sz="1425" b="1">
                <a:solidFill>
                  <a:srgbClr val="000000"/>
                </a:solidFill>
                <a:latin typeface="Arial"/>
                <a:ea typeface="Arial"/>
                <a:cs typeface="Arial"/>
              </a:defRPr>
            </a:lvl6pPr>
            <a:lvl7pPr algn="l">
              <a:defRPr sz="1425" b="1">
                <a:solidFill>
                  <a:srgbClr val="000000"/>
                </a:solidFill>
                <a:latin typeface="Arial"/>
                <a:ea typeface="Arial"/>
                <a:cs typeface="Arial"/>
              </a:defRPr>
            </a:lvl7pPr>
            <a:lvl8pPr algn="l">
              <a:defRPr sz="1425" b="1">
                <a:solidFill>
                  <a:srgbClr val="000000"/>
                </a:solidFill>
                <a:latin typeface="Arial"/>
                <a:ea typeface="Arial"/>
                <a:cs typeface="Arial"/>
              </a:defRPr>
            </a:lvl8pPr>
            <a:lvl9pPr algn="l">
              <a:defRPr sz="1425" b="1">
                <a:solidFill>
                  <a:srgbClr val="000000"/>
                </a:solidFill>
                <a:latin typeface="Arial"/>
                <a:ea typeface="Arial"/>
                <a:cs typeface="Arial"/>
              </a:defRPr>
            </a:lvl9pPr>
          </a:lstStyle>
          <a:p xmlns:a="http://schemas.openxmlformats.org/drawingml/2006/main">
            <a:pPr algn="l">
              <a:defRPr sz="1425" b="1">
                <a:solidFill>
                  <a:srgbClr val="000000"/>
                </a:solidFill>
                <a:latin typeface="Arial"/>
                <a:ea typeface="Arial"/>
                <a:cs typeface="Arial"/>
              </a:defRPr>
            </a:pPr>
            <a:r>
              <a:rPr sz="1425" b="1">
                <a:solidFill>
                  <a:srgbClr val="000000"/>
                </a:solidFill>
                <a:latin typeface="Arial"/>
                <a:ea typeface="Arial"/>
                <a:cs typeface="Arial"/>
              </a:rPr>
              <a:t>RG-MTM-P</a:t>
            </a:r>
          </a:p>
        </p:txBody>
      </p:sp>
      <p:pic>
        <p:nvPicPr>
          <p:cNvPr id="3" name="">
            <a:extLst xmlns:a="http://schemas.openxmlformats.org/drawingml/2006/main">
              <a:ext uri="{FF2B5EF4-FFF2-40B4-BE49-F238E27FC236}">
                <a16:creationId xmlns:a16="http://schemas.microsoft.com/office/drawing/2014/main" id="{6CD99CD2-1A49-47FE-8AB2-CEA1EF5AF958}"/>
              </a:ext>
            </a:extLst>
          </p:cNvPr>
          <p:cNvPicPr>
            <a:picLocks xmlns:a="http://schemas.openxmlformats.org/drawingml/2006/main" noChangeAspect="1"/>
          </p:cNvPicPr>
          <p:nvPr/>
        </p:nvPicPr>
        <p:blipFill>
          <a:blip xmlns:r="http://schemas.openxmlformats.org/officeDocument/2006/relationships" xmlns:a="http://schemas.openxmlformats.org/drawingml/2006/main" r:embed="R0fc5b50b55af4524"/>
          <a:stretch xmlns:a="http://schemas.openxmlformats.org/drawingml/2006/main"/>
        </p:blipFill>
        <p:spPr>
          <a:xfrm xmlns:a="http://schemas.openxmlformats.org/drawingml/2006/main">
            <a:off x="762000" y="590563"/>
            <a:ext cx="4953000" cy="1333475"/>
          </a:xfrm>
          <a:prstGeom xmlns:a="http://schemas.openxmlformats.org/drawingml/2006/main" prst="rect">
            <a:avLst/>
          </a:prstGeom>
        </p:spPr>
      </p:pic>
      <p:sp>
        <p:nvSpPr>
          <p:cNvPr id="4" name="rect_003">
            <a:extLst xmlns:a="http://schemas.openxmlformats.org/drawingml/2006/main">
              <a:ext uri="{FF2B5EF4-FFF2-40B4-BE49-F238E27FC236}">
                <a16:creationId xmlns:a16="http://schemas.microsoft.com/office/drawing/2014/main" id="{37F53D7B-8A6F-4E82-9C1D-CCB6C1D374CE}"/>
              </a:ext>
            </a:extLst>
          </p:cNvPr>
          <p:cNvSpPr>
            <a:spLocks xmlns:a="http://schemas.openxmlformats.org/drawingml/2006/main" noGrp="1"/>
          </p:cNvSpPr>
          <p:nvPr/>
        </p:nvSpPr>
        <p:spPr>
          <a:xfrm xmlns:a="http://schemas.openxmlformats.org/drawingml/2006/main" rot="0">
            <a:off x="762000" y="590550"/>
            <a:ext cx="4953000" cy="1333500"/>
          </a:xfrm>
          <a:prstGeom xmlns:a="http://schemas.openxmlformats.org/drawingml/2006/main" prst="rect">
            <a:avLst/>
          </a:prstGeom>
          <a:noFill xmlns:a="http://schemas.openxmlformats.org/drawingml/2006/main"/>
          <a:ln xmlns:a="http://schemas.openxmlformats.org/drawingml/2006/main" w="6668">
            <a:solidFill>
              <a:srgbClr val="7B8790"/>
            </a:solidFill>
            <a:prstDash val="solid"/>
          </a:ln>
        </p:spPr>
      </p:sp>
      <p:sp>
        <p:nvSpPr>
          <p:cNvPr id="5" name="text_004">
            <a:extLst xmlns:a="http://schemas.openxmlformats.org/drawingml/2006/main">
              <a:ext uri="{FF2B5EF4-FFF2-40B4-BE49-F238E27FC236}">
                <a16:creationId xmlns:a16="http://schemas.microsoft.com/office/drawing/2014/main" id="{20CCCFE9-2808-438A-84A5-FE5AD156214E}"/>
              </a:ext>
            </a:extLst>
          </p:cNvPr>
          <p:cNvSpPr>
            <a:spLocks xmlns:a="http://schemas.openxmlformats.org/drawingml/2006/main" noGrp="1"/>
          </p:cNvSpPr>
          <p:nvPr/>
        </p:nvSpPr>
        <p:spPr>
          <a:xfrm xmlns:a="http://schemas.openxmlformats.org/drawingml/2006/main" rot="0">
            <a:off x="352425" y="1838325"/>
            <a:ext cx="333375"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r">
              <a:defRPr sz="1200" b="0">
                <a:solidFill>
                  <a:srgbClr val="000000"/>
                </a:solidFill>
                <a:latin typeface="Arial"/>
                <a:ea typeface="Arial"/>
                <a:cs typeface="Arial"/>
              </a:defRPr>
            </a:defPPr>
            <a:lvl1pPr algn="r">
              <a:defRPr sz="1200" b="0">
                <a:solidFill>
                  <a:srgbClr val="000000"/>
                </a:solidFill>
                <a:latin typeface="Arial"/>
                <a:ea typeface="Arial"/>
                <a:cs typeface="Arial"/>
              </a:defRPr>
            </a:lvl1pPr>
            <a:lvl2pPr algn="r">
              <a:defRPr sz="1200" b="0">
                <a:solidFill>
                  <a:srgbClr val="000000"/>
                </a:solidFill>
                <a:latin typeface="Arial"/>
                <a:ea typeface="Arial"/>
                <a:cs typeface="Arial"/>
              </a:defRPr>
            </a:lvl2pPr>
            <a:lvl3pPr algn="r">
              <a:defRPr sz="1200" b="0">
                <a:solidFill>
                  <a:srgbClr val="000000"/>
                </a:solidFill>
                <a:latin typeface="Arial"/>
                <a:ea typeface="Arial"/>
                <a:cs typeface="Arial"/>
              </a:defRPr>
            </a:lvl3pPr>
            <a:lvl4pPr algn="r">
              <a:defRPr sz="1200" b="0">
                <a:solidFill>
                  <a:srgbClr val="000000"/>
                </a:solidFill>
                <a:latin typeface="Arial"/>
                <a:ea typeface="Arial"/>
                <a:cs typeface="Arial"/>
              </a:defRPr>
            </a:lvl4pPr>
            <a:lvl5pPr algn="r">
              <a:defRPr sz="1200" b="0">
                <a:solidFill>
                  <a:srgbClr val="000000"/>
                </a:solidFill>
                <a:latin typeface="Arial"/>
                <a:ea typeface="Arial"/>
                <a:cs typeface="Arial"/>
              </a:defRPr>
            </a:lvl5pPr>
            <a:lvl6pPr algn="r">
              <a:defRPr sz="1200" b="0">
                <a:solidFill>
                  <a:srgbClr val="000000"/>
                </a:solidFill>
                <a:latin typeface="Arial"/>
                <a:ea typeface="Arial"/>
                <a:cs typeface="Arial"/>
              </a:defRPr>
            </a:lvl6pPr>
            <a:lvl7pPr algn="r">
              <a:defRPr sz="1200" b="0">
                <a:solidFill>
                  <a:srgbClr val="000000"/>
                </a:solidFill>
                <a:latin typeface="Arial"/>
                <a:ea typeface="Arial"/>
                <a:cs typeface="Arial"/>
              </a:defRPr>
            </a:lvl7pPr>
            <a:lvl8pPr algn="r">
              <a:defRPr sz="1200" b="0">
                <a:solidFill>
                  <a:srgbClr val="000000"/>
                </a:solidFill>
                <a:latin typeface="Arial"/>
                <a:ea typeface="Arial"/>
                <a:cs typeface="Arial"/>
              </a:defRPr>
            </a:lvl8pPr>
            <a:lvl9pPr algn="r">
              <a:defRPr sz="1200" b="0">
                <a:solidFill>
                  <a:srgbClr val="000000"/>
                </a:solidFill>
                <a:latin typeface="Arial"/>
                <a:ea typeface="Arial"/>
                <a:cs typeface="Arial"/>
              </a:defRPr>
            </a:lvl9pPr>
          </a:lstStyle>
          <a:p xmlns:a="http://schemas.openxmlformats.org/drawingml/2006/main">
            <a:pPr algn="r">
              <a:defRPr sz="1200" b="0">
                <a:solidFill>
                  <a:srgbClr val="000000"/>
                </a:solidFill>
                <a:latin typeface="Arial"/>
                <a:ea typeface="Arial"/>
                <a:cs typeface="Arial"/>
              </a:defRPr>
            </a:pPr>
            <a:r>
              <a:rPr sz="1200" b="0">
                <a:solidFill>
                  <a:srgbClr val="000000"/>
                </a:solidFill>
                <a:latin typeface="Arial"/>
                <a:ea typeface="Arial"/>
                <a:cs typeface="Arial"/>
              </a:rPr>
              <a:t>0</a:t>
            </a:r>
          </a:p>
        </p:txBody>
      </p:sp>
      <p:sp>
        <p:nvSpPr>
          <p:cNvPr id="6" name="text_005">
            <a:extLst xmlns:a="http://schemas.openxmlformats.org/drawingml/2006/main">
              <a:ext uri="{FF2B5EF4-FFF2-40B4-BE49-F238E27FC236}">
                <a16:creationId xmlns:a16="http://schemas.microsoft.com/office/drawing/2014/main" id="{96A347D8-2168-4A4C-BD06-E2BB9CBBD250}"/>
              </a:ext>
            </a:extLst>
          </p:cNvPr>
          <p:cNvSpPr>
            <a:spLocks xmlns:a="http://schemas.openxmlformats.org/drawingml/2006/main" noGrp="1"/>
          </p:cNvSpPr>
          <p:nvPr/>
        </p:nvSpPr>
        <p:spPr>
          <a:xfrm xmlns:a="http://schemas.openxmlformats.org/drawingml/2006/main" rot="0">
            <a:off x="352425" y="1171575"/>
            <a:ext cx="333375"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r">
              <a:defRPr sz="1200" b="0">
                <a:solidFill>
                  <a:srgbClr val="000000"/>
                </a:solidFill>
                <a:latin typeface="Arial"/>
                <a:ea typeface="Arial"/>
                <a:cs typeface="Arial"/>
              </a:defRPr>
            </a:defPPr>
            <a:lvl1pPr algn="r">
              <a:defRPr sz="1200" b="0">
                <a:solidFill>
                  <a:srgbClr val="000000"/>
                </a:solidFill>
                <a:latin typeface="Arial"/>
                <a:ea typeface="Arial"/>
                <a:cs typeface="Arial"/>
              </a:defRPr>
            </a:lvl1pPr>
            <a:lvl2pPr algn="r">
              <a:defRPr sz="1200" b="0">
                <a:solidFill>
                  <a:srgbClr val="000000"/>
                </a:solidFill>
                <a:latin typeface="Arial"/>
                <a:ea typeface="Arial"/>
                <a:cs typeface="Arial"/>
              </a:defRPr>
            </a:lvl2pPr>
            <a:lvl3pPr algn="r">
              <a:defRPr sz="1200" b="0">
                <a:solidFill>
                  <a:srgbClr val="000000"/>
                </a:solidFill>
                <a:latin typeface="Arial"/>
                <a:ea typeface="Arial"/>
                <a:cs typeface="Arial"/>
              </a:defRPr>
            </a:lvl3pPr>
            <a:lvl4pPr algn="r">
              <a:defRPr sz="1200" b="0">
                <a:solidFill>
                  <a:srgbClr val="000000"/>
                </a:solidFill>
                <a:latin typeface="Arial"/>
                <a:ea typeface="Arial"/>
                <a:cs typeface="Arial"/>
              </a:defRPr>
            </a:lvl4pPr>
            <a:lvl5pPr algn="r">
              <a:defRPr sz="1200" b="0">
                <a:solidFill>
                  <a:srgbClr val="000000"/>
                </a:solidFill>
                <a:latin typeface="Arial"/>
                <a:ea typeface="Arial"/>
                <a:cs typeface="Arial"/>
              </a:defRPr>
            </a:lvl5pPr>
            <a:lvl6pPr algn="r">
              <a:defRPr sz="1200" b="0">
                <a:solidFill>
                  <a:srgbClr val="000000"/>
                </a:solidFill>
                <a:latin typeface="Arial"/>
                <a:ea typeface="Arial"/>
                <a:cs typeface="Arial"/>
              </a:defRPr>
            </a:lvl6pPr>
            <a:lvl7pPr algn="r">
              <a:defRPr sz="1200" b="0">
                <a:solidFill>
                  <a:srgbClr val="000000"/>
                </a:solidFill>
                <a:latin typeface="Arial"/>
                <a:ea typeface="Arial"/>
                <a:cs typeface="Arial"/>
              </a:defRPr>
            </a:lvl7pPr>
            <a:lvl8pPr algn="r">
              <a:defRPr sz="1200" b="0">
                <a:solidFill>
                  <a:srgbClr val="000000"/>
                </a:solidFill>
                <a:latin typeface="Arial"/>
                <a:ea typeface="Arial"/>
                <a:cs typeface="Arial"/>
              </a:defRPr>
            </a:lvl8pPr>
            <a:lvl9pPr algn="r">
              <a:defRPr sz="1200" b="0">
                <a:solidFill>
                  <a:srgbClr val="000000"/>
                </a:solidFill>
                <a:latin typeface="Arial"/>
                <a:ea typeface="Arial"/>
                <a:cs typeface="Arial"/>
              </a:defRPr>
            </a:lvl9pPr>
          </a:lstStyle>
          <a:p xmlns:a="http://schemas.openxmlformats.org/drawingml/2006/main">
            <a:pPr algn="r">
              <a:defRPr sz="1200" b="0">
                <a:solidFill>
                  <a:srgbClr val="000000"/>
                </a:solidFill>
                <a:latin typeface="Arial"/>
                <a:ea typeface="Arial"/>
                <a:cs typeface="Arial"/>
              </a:defRPr>
            </a:pPr>
            <a:r>
              <a:rPr sz="1200" b="0">
                <a:solidFill>
                  <a:srgbClr val="000000"/>
                </a:solidFill>
                <a:latin typeface="Arial"/>
                <a:ea typeface="Arial"/>
                <a:cs typeface="Arial"/>
              </a:rPr>
              <a:t>0.5</a:t>
            </a:r>
          </a:p>
        </p:txBody>
      </p:sp>
      <p:sp>
        <p:nvSpPr>
          <p:cNvPr id="7" name="text_006">
            <a:extLst xmlns:a="http://schemas.openxmlformats.org/drawingml/2006/main">
              <a:ext uri="{FF2B5EF4-FFF2-40B4-BE49-F238E27FC236}">
                <a16:creationId xmlns:a16="http://schemas.microsoft.com/office/drawing/2014/main" id="{C8943AF6-9753-4BAE-942B-C048EA89FC89}"/>
              </a:ext>
            </a:extLst>
          </p:cNvPr>
          <p:cNvSpPr>
            <a:spLocks xmlns:a="http://schemas.openxmlformats.org/drawingml/2006/main" noGrp="1"/>
          </p:cNvSpPr>
          <p:nvPr/>
        </p:nvSpPr>
        <p:spPr>
          <a:xfrm xmlns:a="http://schemas.openxmlformats.org/drawingml/2006/main" rot="0">
            <a:off x="352425" y="504825"/>
            <a:ext cx="333375"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r">
              <a:defRPr sz="1200" b="0">
                <a:solidFill>
                  <a:srgbClr val="000000"/>
                </a:solidFill>
                <a:latin typeface="Arial"/>
                <a:ea typeface="Arial"/>
                <a:cs typeface="Arial"/>
              </a:defRPr>
            </a:defPPr>
            <a:lvl1pPr algn="r">
              <a:defRPr sz="1200" b="0">
                <a:solidFill>
                  <a:srgbClr val="000000"/>
                </a:solidFill>
                <a:latin typeface="Arial"/>
                <a:ea typeface="Arial"/>
                <a:cs typeface="Arial"/>
              </a:defRPr>
            </a:lvl1pPr>
            <a:lvl2pPr algn="r">
              <a:defRPr sz="1200" b="0">
                <a:solidFill>
                  <a:srgbClr val="000000"/>
                </a:solidFill>
                <a:latin typeface="Arial"/>
                <a:ea typeface="Arial"/>
                <a:cs typeface="Arial"/>
              </a:defRPr>
            </a:lvl2pPr>
            <a:lvl3pPr algn="r">
              <a:defRPr sz="1200" b="0">
                <a:solidFill>
                  <a:srgbClr val="000000"/>
                </a:solidFill>
                <a:latin typeface="Arial"/>
                <a:ea typeface="Arial"/>
                <a:cs typeface="Arial"/>
              </a:defRPr>
            </a:lvl3pPr>
            <a:lvl4pPr algn="r">
              <a:defRPr sz="1200" b="0">
                <a:solidFill>
                  <a:srgbClr val="000000"/>
                </a:solidFill>
                <a:latin typeface="Arial"/>
                <a:ea typeface="Arial"/>
                <a:cs typeface="Arial"/>
              </a:defRPr>
            </a:lvl4pPr>
            <a:lvl5pPr algn="r">
              <a:defRPr sz="1200" b="0">
                <a:solidFill>
                  <a:srgbClr val="000000"/>
                </a:solidFill>
                <a:latin typeface="Arial"/>
                <a:ea typeface="Arial"/>
                <a:cs typeface="Arial"/>
              </a:defRPr>
            </a:lvl5pPr>
            <a:lvl6pPr algn="r">
              <a:defRPr sz="1200" b="0">
                <a:solidFill>
                  <a:srgbClr val="000000"/>
                </a:solidFill>
                <a:latin typeface="Arial"/>
                <a:ea typeface="Arial"/>
                <a:cs typeface="Arial"/>
              </a:defRPr>
            </a:lvl6pPr>
            <a:lvl7pPr algn="r">
              <a:defRPr sz="1200" b="0">
                <a:solidFill>
                  <a:srgbClr val="000000"/>
                </a:solidFill>
                <a:latin typeface="Arial"/>
                <a:ea typeface="Arial"/>
                <a:cs typeface="Arial"/>
              </a:defRPr>
            </a:lvl7pPr>
            <a:lvl8pPr algn="r">
              <a:defRPr sz="1200" b="0">
                <a:solidFill>
                  <a:srgbClr val="000000"/>
                </a:solidFill>
                <a:latin typeface="Arial"/>
                <a:ea typeface="Arial"/>
                <a:cs typeface="Arial"/>
              </a:defRPr>
            </a:lvl8pPr>
            <a:lvl9pPr algn="r">
              <a:defRPr sz="1200" b="0">
                <a:solidFill>
                  <a:srgbClr val="000000"/>
                </a:solidFill>
                <a:latin typeface="Arial"/>
                <a:ea typeface="Arial"/>
                <a:cs typeface="Arial"/>
              </a:defRPr>
            </a:lvl9pPr>
          </a:lstStyle>
          <a:p xmlns:a="http://schemas.openxmlformats.org/drawingml/2006/main">
            <a:pPr algn="r">
              <a:defRPr sz="1200" b="0">
                <a:solidFill>
                  <a:srgbClr val="000000"/>
                </a:solidFill>
                <a:latin typeface="Arial"/>
                <a:ea typeface="Arial"/>
                <a:cs typeface="Arial"/>
              </a:defRPr>
            </a:pPr>
            <a:r>
              <a:rPr sz="1200" b="0">
                <a:solidFill>
                  <a:srgbClr val="000000"/>
                </a:solidFill>
                <a:latin typeface="Arial"/>
                <a:ea typeface="Arial"/>
                <a:cs typeface="Arial"/>
              </a:rPr>
              <a:t>1</a:t>
            </a:r>
          </a:p>
        </p:txBody>
      </p:sp>
      <p:sp>
        <p:nvSpPr>
          <p:cNvPr id="8" name="text_007">
            <a:extLst xmlns:a="http://schemas.openxmlformats.org/drawingml/2006/main">
              <a:ext uri="{FF2B5EF4-FFF2-40B4-BE49-F238E27FC236}">
                <a16:creationId xmlns:a16="http://schemas.microsoft.com/office/drawing/2014/main" id="{EEE4A2A3-813F-4898-8493-6741BF808254}"/>
              </a:ext>
            </a:extLst>
          </p:cNvPr>
          <p:cNvSpPr>
            <a:spLocks xmlns:a="http://schemas.openxmlformats.org/drawingml/2006/main" noGrp="1"/>
          </p:cNvSpPr>
          <p:nvPr/>
        </p:nvSpPr>
        <p:spPr>
          <a:xfrm xmlns:a="http://schemas.openxmlformats.org/drawingml/2006/main" rot="0">
            <a:off x="498475" y="1971675"/>
            <a:ext cx="60960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xmlns:a="http://schemas.openxmlformats.org/drawingml/2006/main">
            <a:pPr algn="ctr">
              <a:defRPr sz="1125" b="0">
                <a:solidFill>
                  <a:srgbClr val="000000"/>
                </a:solidFill>
                <a:latin typeface="Arial"/>
                <a:ea typeface="Arial"/>
                <a:cs typeface="Arial"/>
              </a:defRPr>
            </a:pPr>
            <a:r>
              <a:rPr sz="1125" b="0">
                <a:solidFill>
                  <a:srgbClr val="000000"/>
                </a:solidFill>
                <a:latin typeface="Arial"/>
                <a:ea typeface="Arial"/>
                <a:cs typeface="Arial"/>
              </a:rPr>
              <a:t>0</a:t>
            </a:r>
          </a:p>
        </p:txBody>
      </p:sp>
      <p:sp>
        <p:nvSpPr>
          <p:cNvPr id="9" name="text_008">
            <a:extLst xmlns:a="http://schemas.openxmlformats.org/drawingml/2006/main">
              <a:ext uri="{FF2B5EF4-FFF2-40B4-BE49-F238E27FC236}">
                <a16:creationId xmlns:a16="http://schemas.microsoft.com/office/drawing/2014/main" id="{093773BA-8147-4EB7-A0B1-39FC90400F2E}"/>
              </a:ext>
            </a:extLst>
          </p:cNvPr>
          <p:cNvSpPr>
            <a:spLocks xmlns:a="http://schemas.openxmlformats.org/drawingml/2006/main" noGrp="1"/>
          </p:cNvSpPr>
          <p:nvPr/>
        </p:nvSpPr>
        <p:spPr>
          <a:xfrm xmlns:a="http://schemas.openxmlformats.org/drawingml/2006/main" rot="0">
            <a:off x="2892425" y="1971675"/>
            <a:ext cx="60960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xmlns:a="http://schemas.openxmlformats.org/drawingml/2006/main">
            <a:pPr algn="ctr">
              <a:defRPr sz="1125" b="0">
                <a:solidFill>
                  <a:srgbClr val="000000"/>
                </a:solidFill>
                <a:latin typeface="Arial"/>
                <a:ea typeface="Arial"/>
                <a:cs typeface="Arial"/>
              </a:defRPr>
            </a:pPr>
            <a:r>
              <a:rPr sz="1125" b="0">
                <a:solidFill>
                  <a:srgbClr val="000000"/>
                </a:solidFill>
                <a:latin typeface="Arial"/>
                <a:ea typeface="Arial"/>
                <a:cs typeface="Arial"/>
              </a:rPr>
              <a:t>29</a:t>
            </a:r>
          </a:p>
        </p:txBody>
      </p:sp>
      <p:sp>
        <p:nvSpPr>
          <p:cNvPr id="10" name="text_009">
            <a:extLst xmlns:a="http://schemas.openxmlformats.org/drawingml/2006/main">
              <a:ext uri="{FF2B5EF4-FFF2-40B4-BE49-F238E27FC236}">
                <a16:creationId xmlns:a16="http://schemas.microsoft.com/office/drawing/2014/main" id="{019F79F5-7690-497A-A01F-18E091A9BF11}"/>
              </a:ext>
            </a:extLst>
          </p:cNvPr>
          <p:cNvSpPr>
            <a:spLocks xmlns:a="http://schemas.openxmlformats.org/drawingml/2006/main" noGrp="1"/>
          </p:cNvSpPr>
          <p:nvPr/>
        </p:nvSpPr>
        <p:spPr>
          <a:xfrm xmlns:a="http://schemas.openxmlformats.org/drawingml/2006/main" rot="0">
            <a:off x="5368925" y="1971675"/>
            <a:ext cx="60960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xmlns:a="http://schemas.openxmlformats.org/drawingml/2006/main">
            <a:pPr algn="ctr">
              <a:defRPr sz="1125" b="0">
                <a:solidFill>
                  <a:srgbClr val="000000"/>
                </a:solidFill>
                <a:latin typeface="Arial"/>
                <a:ea typeface="Arial"/>
                <a:cs typeface="Arial"/>
              </a:defRPr>
            </a:pPr>
            <a:r>
              <a:rPr sz="1125" b="0">
                <a:solidFill>
                  <a:srgbClr val="000000"/>
                </a:solidFill>
                <a:latin typeface="Arial"/>
                <a:ea typeface="Arial"/>
                <a:cs typeface="Arial"/>
              </a:rPr>
              <a:t>59</a:t>
            </a:r>
          </a:p>
        </p:txBody>
      </p:sp>
      <p:sp>
        <p:nvSpPr>
          <p:cNvPr id="11" name="text_010">
            <a:extLst xmlns:a="http://schemas.openxmlformats.org/drawingml/2006/main">
              <a:ext uri="{FF2B5EF4-FFF2-40B4-BE49-F238E27FC236}">
                <a16:creationId xmlns:a16="http://schemas.microsoft.com/office/drawing/2014/main" id="{464793A8-0641-48F8-8827-003BA530D061}"/>
              </a:ext>
            </a:extLst>
          </p:cNvPr>
          <p:cNvSpPr>
            <a:spLocks xmlns:a="http://schemas.openxmlformats.org/drawingml/2006/main" noGrp="1"/>
          </p:cNvSpPr>
          <p:nvPr/>
        </p:nvSpPr>
        <p:spPr>
          <a:xfrm xmlns:a="http://schemas.openxmlformats.org/drawingml/2006/main" rot="0">
            <a:off x="762000" y="2200275"/>
            <a:ext cx="495300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xmlns:a="http://schemas.openxmlformats.org/drawingml/2006/main">
            <a:pPr algn="ctr">
              <a:defRPr sz="1200" b="0">
                <a:solidFill>
                  <a:srgbClr val="000000"/>
                </a:solidFill>
                <a:latin typeface="Arial"/>
                <a:ea typeface="Arial"/>
                <a:cs typeface="Arial"/>
              </a:defRPr>
            </a:pPr>
            <a:r>
              <a:rPr sz="1200" b="0">
                <a:solidFill>
                  <a:srgbClr val="000000"/>
                </a:solidFill>
                <a:latin typeface="Arial"/>
                <a:ea typeface="Arial"/>
                <a:cs typeface="Arial"/>
              </a:rPr>
              <a:t>Frame</a:t>
            </a:r>
          </a:p>
        </p:txBody>
      </p:sp>
      <p:sp>
        <p:nvSpPr>
          <p:cNvPr id="12" name="text_011">
            <a:extLst xmlns:a="http://schemas.openxmlformats.org/drawingml/2006/main">
              <a:ext uri="{FF2B5EF4-FFF2-40B4-BE49-F238E27FC236}">
                <a16:creationId xmlns:a16="http://schemas.microsoft.com/office/drawing/2014/main" id="{387F8F77-19D1-45A7-92A5-02F3D0CAA78C}"/>
              </a:ext>
            </a:extLst>
          </p:cNvPr>
          <p:cNvSpPr>
            <a:spLocks xmlns:a="http://schemas.openxmlformats.org/drawingml/2006/main" noGrp="1"/>
          </p:cNvSpPr>
          <p:nvPr/>
        </p:nvSpPr>
        <p:spPr>
          <a:xfrm xmlns:a="http://schemas.openxmlformats.org/drawingml/2006/main" rot="0">
            <a:off x="6762750" y="323850"/>
            <a:ext cx="4953000" cy="238125"/>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425" b="1">
                <a:solidFill>
                  <a:srgbClr val="000000"/>
                </a:solidFill>
                <a:latin typeface="Arial"/>
                <a:ea typeface="Arial"/>
                <a:cs typeface="Arial"/>
              </a:defRPr>
            </a:defPPr>
            <a:lvl1pPr algn="l">
              <a:defRPr sz="1425" b="1">
                <a:solidFill>
                  <a:srgbClr val="000000"/>
                </a:solidFill>
                <a:latin typeface="Arial"/>
                <a:ea typeface="Arial"/>
                <a:cs typeface="Arial"/>
              </a:defRPr>
            </a:lvl1pPr>
            <a:lvl2pPr algn="l">
              <a:defRPr sz="1425" b="1">
                <a:solidFill>
                  <a:srgbClr val="000000"/>
                </a:solidFill>
                <a:latin typeface="Arial"/>
                <a:ea typeface="Arial"/>
                <a:cs typeface="Arial"/>
              </a:defRPr>
            </a:lvl2pPr>
            <a:lvl3pPr algn="l">
              <a:defRPr sz="1425" b="1">
                <a:solidFill>
                  <a:srgbClr val="000000"/>
                </a:solidFill>
                <a:latin typeface="Arial"/>
                <a:ea typeface="Arial"/>
                <a:cs typeface="Arial"/>
              </a:defRPr>
            </a:lvl3pPr>
            <a:lvl4pPr algn="l">
              <a:defRPr sz="1425" b="1">
                <a:solidFill>
                  <a:srgbClr val="000000"/>
                </a:solidFill>
                <a:latin typeface="Arial"/>
                <a:ea typeface="Arial"/>
                <a:cs typeface="Arial"/>
              </a:defRPr>
            </a:lvl4pPr>
            <a:lvl5pPr algn="l">
              <a:defRPr sz="1425" b="1">
                <a:solidFill>
                  <a:srgbClr val="000000"/>
                </a:solidFill>
                <a:latin typeface="Arial"/>
                <a:ea typeface="Arial"/>
                <a:cs typeface="Arial"/>
              </a:defRPr>
            </a:lvl5pPr>
            <a:lvl6pPr algn="l">
              <a:defRPr sz="1425" b="1">
                <a:solidFill>
                  <a:srgbClr val="000000"/>
                </a:solidFill>
                <a:latin typeface="Arial"/>
                <a:ea typeface="Arial"/>
                <a:cs typeface="Arial"/>
              </a:defRPr>
            </a:lvl6pPr>
            <a:lvl7pPr algn="l">
              <a:defRPr sz="1425" b="1">
                <a:solidFill>
                  <a:srgbClr val="000000"/>
                </a:solidFill>
                <a:latin typeface="Arial"/>
                <a:ea typeface="Arial"/>
                <a:cs typeface="Arial"/>
              </a:defRPr>
            </a:lvl7pPr>
            <a:lvl8pPr algn="l">
              <a:defRPr sz="1425" b="1">
                <a:solidFill>
                  <a:srgbClr val="000000"/>
                </a:solidFill>
                <a:latin typeface="Arial"/>
                <a:ea typeface="Arial"/>
                <a:cs typeface="Arial"/>
              </a:defRPr>
            </a:lvl8pPr>
            <a:lvl9pPr algn="l">
              <a:defRPr sz="1425" b="1">
                <a:solidFill>
                  <a:srgbClr val="000000"/>
                </a:solidFill>
                <a:latin typeface="Arial"/>
                <a:ea typeface="Arial"/>
                <a:cs typeface="Arial"/>
              </a:defRPr>
            </a:lvl9pPr>
          </a:lstStyle>
          <a:p xmlns:a="http://schemas.openxmlformats.org/drawingml/2006/main">
            <a:pPr algn="l">
              <a:defRPr sz="1425" b="1">
                <a:solidFill>
                  <a:srgbClr val="000000"/>
                </a:solidFill>
                <a:latin typeface="Arial"/>
                <a:ea typeface="Arial"/>
                <a:cs typeface="Arial"/>
              </a:defRPr>
            </a:pPr>
            <a:r>
              <a:rPr sz="1425" b="1">
                <a:solidFill>
                  <a:srgbClr val="000000"/>
                </a:solidFill>
                <a:latin typeface="Arial"/>
                <a:ea typeface="Arial"/>
                <a:cs typeface="Arial"/>
              </a:rPr>
              <a:t>RG-MTM-R20</a:t>
            </a:r>
          </a:p>
        </p:txBody>
      </p:sp>
      <p:pic>
        <p:nvPicPr>
          <p:cNvPr id="13" name="">
            <a:extLst xmlns:a="http://schemas.openxmlformats.org/drawingml/2006/main">
              <a:ext uri="{FF2B5EF4-FFF2-40B4-BE49-F238E27FC236}">
                <a16:creationId xmlns:a16="http://schemas.microsoft.com/office/drawing/2014/main" id="{AAC65862-0E9C-4BE7-BDC9-1A935B731F88}"/>
              </a:ext>
            </a:extLst>
          </p:cNvPr>
          <p:cNvPicPr>
            <a:picLocks xmlns:a="http://schemas.openxmlformats.org/drawingml/2006/main" noChangeAspect="1"/>
          </p:cNvPicPr>
          <p:nvPr/>
        </p:nvPicPr>
        <p:blipFill>
          <a:blip xmlns:r="http://schemas.openxmlformats.org/officeDocument/2006/relationships" xmlns:a="http://schemas.openxmlformats.org/drawingml/2006/main" r:embed="R6e518d2b6b834b1c"/>
          <a:stretch xmlns:a="http://schemas.openxmlformats.org/drawingml/2006/main"/>
        </p:blipFill>
        <p:spPr>
          <a:xfrm xmlns:a="http://schemas.openxmlformats.org/drawingml/2006/main">
            <a:off x="6762750" y="590563"/>
            <a:ext cx="4953000" cy="1333475"/>
          </a:xfrm>
          <a:prstGeom xmlns:a="http://schemas.openxmlformats.org/drawingml/2006/main" prst="rect">
            <a:avLst/>
          </a:prstGeom>
        </p:spPr>
      </p:pic>
      <p:sp>
        <p:nvSpPr>
          <p:cNvPr id="14" name="rect_013">
            <a:extLst xmlns:a="http://schemas.openxmlformats.org/drawingml/2006/main">
              <a:ext uri="{FF2B5EF4-FFF2-40B4-BE49-F238E27FC236}">
                <a16:creationId xmlns:a16="http://schemas.microsoft.com/office/drawing/2014/main" id="{E0F368FF-4F03-48AF-84ED-5712C1B1B958}"/>
              </a:ext>
            </a:extLst>
          </p:cNvPr>
          <p:cNvSpPr>
            <a:spLocks xmlns:a="http://schemas.openxmlformats.org/drawingml/2006/main" noGrp="1"/>
          </p:cNvSpPr>
          <p:nvPr/>
        </p:nvSpPr>
        <p:spPr>
          <a:xfrm xmlns:a="http://schemas.openxmlformats.org/drawingml/2006/main" rot="0">
            <a:off x="6762750" y="590550"/>
            <a:ext cx="4953000" cy="1333500"/>
          </a:xfrm>
          <a:prstGeom xmlns:a="http://schemas.openxmlformats.org/drawingml/2006/main" prst="rect">
            <a:avLst/>
          </a:prstGeom>
          <a:noFill xmlns:a="http://schemas.openxmlformats.org/drawingml/2006/main"/>
          <a:ln xmlns:a="http://schemas.openxmlformats.org/drawingml/2006/main" w="6668">
            <a:solidFill>
              <a:srgbClr val="7B8790"/>
            </a:solidFill>
            <a:prstDash val="solid"/>
          </a:ln>
        </p:spPr>
      </p:sp>
      <p:sp>
        <p:nvSpPr>
          <p:cNvPr id="15" name="text_014">
            <a:extLst xmlns:a="http://schemas.openxmlformats.org/drawingml/2006/main">
              <a:ext uri="{FF2B5EF4-FFF2-40B4-BE49-F238E27FC236}">
                <a16:creationId xmlns:a16="http://schemas.microsoft.com/office/drawing/2014/main" id="{7FA409D8-88AC-47E4-B4D9-CDBD92B059BC}"/>
              </a:ext>
            </a:extLst>
          </p:cNvPr>
          <p:cNvSpPr>
            <a:spLocks xmlns:a="http://schemas.openxmlformats.org/drawingml/2006/main" noGrp="1"/>
          </p:cNvSpPr>
          <p:nvPr/>
        </p:nvSpPr>
        <p:spPr>
          <a:xfrm xmlns:a="http://schemas.openxmlformats.org/drawingml/2006/main" rot="0">
            <a:off x="6353175" y="1838325"/>
            <a:ext cx="333375"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r">
              <a:defRPr sz="1200" b="0">
                <a:solidFill>
                  <a:srgbClr val="000000"/>
                </a:solidFill>
                <a:latin typeface="Arial"/>
                <a:ea typeface="Arial"/>
                <a:cs typeface="Arial"/>
              </a:defRPr>
            </a:defPPr>
            <a:lvl1pPr algn="r">
              <a:defRPr sz="1200" b="0">
                <a:solidFill>
                  <a:srgbClr val="000000"/>
                </a:solidFill>
                <a:latin typeface="Arial"/>
                <a:ea typeface="Arial"/>
                <a:cs typeface="Arial"/>
              </a:defRPr>
            </a:lvl1pPr>
            <a:lvl2pPr algn="r">
              <a:defRPr sz="1200" b="0">
                <a:solidFill>
                  <a:srgbClr val="000000"/>
                </a:solidFill>
                <a:latin typeface="Arial"/>
                <a:ea typeface="Arial"/>
                <a:cs typeface="Arial"/>
              </a:defRPr>
            </a:lvl2pPr>
            <a:lvl3pPr algn="r">
              <a:defRPr sz="1200" b="0">
                <a:solidFill>
                  <a:srgbClr val="000000"/>
                </a:solidFill>
                <a:latin typeface="Arial"/>
                <a:ea typeface="Arial"/>
                <a:cs typeface="Arial"/>
              </a:defRPr>
            </a:lvl3pPr>
            <a:lvl4pPr algn="r">
              <a:defRPr sz="1200" b="0">
                <a:solidFill>
                  <a:srgbClr val="000000"/>
                </a:solidFill>
                <a:latin typeface="Arial"/>
                <a:ea typeface="Arial"/>
                <a:cs typeface="Arial"/>
              </a:defRPr>
            </a:lvl4pPr>
            <a:lvl5pPr algn="r">
              <a:defRPr sz="1200" b="0">
                <a:solidFill>
                  <a:srgbClr val="000000"/>
                </a:solidFill>
                <a:latin typeface="Arial"/>
                <a:ea typeface="Arial"/>
                <a:cs typeface="Arial"/>
              </a:defRPr>
            </a:lvl5pPr>
            <a:lvl6pPr algn="r">
              <a:defRPr sz="1200" b="0">
                <a:solidFill>
                  <a:srgbClr val="000000"/>
                </a:solidFill>
                <a:latin typeface="Arial"/>
                <a:ea typeface="Arial"/>
                <a:cs typeface="Arial"/>
              </a:defRPr>
            </a:lvl6pPr>
            <a:lvl7pPr algn="r">
              <a:defRPr sz="1200" b="0">
                <a:solidFill>
                  <a:srgbClr val="000000"/>
                </a:solidFill>
                <a:latin typeface="Arial"/>
                <a:ea typeface="Arial"/>
                <a:cs typeface="Arial"/>
              </a:defRPr>
            </a:lvl7pPr>
            <a:lvl8pPr algn="r">
              <a:defRPr sz="1200" b="0">
                <a:solidFill>
                  <a:srgbClr val="000000"/>
                </a:solidFill>
                <a:latin typeface="Arial"/>
                <a:ea typeface="Arial"/>
                <a:cs typeface="Arial"/>
              </a:defRPr>
            </a:lvl8pPr>
            <a:lvl9pPr algn="r">
              <a:defRPr sz="1200" b="0">
                <a:solidFill>
                  <a:srgbClr val="000000"/>
                </a:solidFill>
                <a:latin typeface="Arial"/>
                <a:ea typeface="Arial"/>
                <a:cs typeface="Arial"/>
              </a:defRPr>
            </a:lvl9pPr>
          </a:lstStyle>
          <a:p xmlns:a="http://schemas.openxmlformats.org/drawingml/2006/main">
            <a:pPr algn="r">
              <a:defRPr sz="1200" b="0">
                <a:solidFill>
                  <a:srgbClr val="000000"/>
                </a:solidFill>
                <a:latin typeface="Arial"/>
                <a:ea typeface="Arial"/>
                <a:cs typeface="Arial"/>
              </a:defRPr>
            </a:pPr>
            <a:r>
              <a:rPr sz="1200" b="0">
                <a:solidFill>
                  <a:srgbClr val="000000"/>
                </a:solidFill>
                <a:latin typeface="Arial"/>
                <a:ea typeface="Arial"/>
                <a:cs typeface="Arial"/>
              </a:rPr>
              <a:t>0</a:t>
            </a:r>
          </a:p>
        </p:txBody>
      </p:sp>
      <p:sp>
        <p:nvSpPr>
          <p:cNvPr id="16" name="text_015">
            <a:extLst xmlns:a="http://schemas.openxmlformats.org/drawingml/2006/main">
              <a:ext uri="{FF2B5EF4-FFF2-40B4-BE49-F238E27FC236}">
                <a16:creationId xmlns:a16="http://schemas.microsoft.com/office/drawing/2014/main" id="{C84F8E43-31DE-4FBB-A40F-FBB0DCD7CA24}"/>
              </a:ext>
            </a:extLst>
          </p:cNvPr>
          <p:cNvSpPr>
            <a:spLocks xmlns:a="http://schemas.openxmlformats.org/drawingml/2006/main" noGrp="1"/>
          </p:cNvSpPr>
          <p:nvPr/>
        </p:nvSpPr>
        <p:spPr>
          <a:xfrm xmlns:a="http://schemas.openxmlformats.org/drawingml/2006/main" rot="0">
            <a:off x="6353175" y="1171575"/>
            <a:ext cx="333375"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r">
              <a:defRPr sz="1200" b="0">
                <a:solidFill>
                  <a:srgbClr val="000000"/>
                </a:solidFill>
                <a:latin typeface="Arial"/>
                <a:ea typeface="Arial"/>
                <a:cs typeface="Arial"/>
              </a:defRPr>
            </a:defPPr>
            <a:lvl1pPr algn="r">
              <a:defRPr sz="1200" b="0">
                <a:solidFill>
                  <a:srgbClr val="000000"/>
                </a:solidFill>
                <a:latin typeface="Arial"/>
                <a:ea typeface="Arial"/>
                <a:cs typeface="Arial"/>
              </a:defRPr>
            </a:lvl1pPr>
            <a:lvl2pPr algn="r">
              <a:defRPr sz="1200" b="0">
                <a:solidFill>
                  <a:srgbClr val="000000"/>
                </a:solidFill>
                <a:latin typeface="Arial"/>
                <a:ea typeface="Arial"/>
                <a:cs typeface="Arial"/>
              </a:defRPr>
            </a:lvl2pPr>
            <a:lvl3pPr algn="r">
              <a:defRPr sz="1200" b="0">
                <a:solidFill>
                  <a:srgbClr val="000000"/>
                </a:solidFill>
                <a:latin typeface="Arial"/>
                <a:ea typeface="Arial"/>
                <a:cs typeface="Arial"/>
              </a:defRPr>
            </a:lvl3pPr>
            <a:lvl4pPr algn="r">
              <a:defRPr sz="1200" b="0">
                <a:solidFill>
                  <a:srgbClr val="000000"/>
                </a:solidFill>
                <a:latin typeface="Arial"/>
                <a:ea typeface="Arial"/>
                <a:cs typeface="Arial"/>
              </a:defRPr>
            </a:lvl4pPr>
            <a:lvl5pPr algn="r">
              <a:defRPr sz="1200" b="0">
                <a:solidFill>
                  <a:srgbClr val="000000"/>
                </a:solidFill>
                <a:latin typeface="Arial"/>
                <a:ea typeface="Arial"/>
                <a:cs typeface="Arial"/>
              </a:defRPr>
            </a:lvl5pPr>
            <a:lvl6pPr algn="r">
              <a:defRPr sz="1200" b="0">
                <a:solidFill>
                  <a:srgbClr val="000000"/>
                </a:solidFill>
                <a:latin typeface="Arial"/>
                <a:ea typeface="Arial"/>
                <a:cs typeface="Arial"/>
              </a:defRPr>
            </a:lvl6pPr>
            <a:lvl7pPr algn="r">
              <a:defRPr sz="1200" b="0">
                <a:solidFill>
                  <a:srgbClr val="000000"/>
                </a:solidFill>
                <a:latin typeface="Arial"/>
                <a:ea typeface="Arial"/>
                <a:cs typeface="Arial"/>
              </a:defRPr>
            </a:lvl7pPr>
            <a:lvl8pPr algn="r">
              <a:defRPr sz="1200" b="0">
                <a:solidFill>
                  <a:srgbClr val="000000"/>
                </a:solidFill>
                <a:latin typeface="Arial"/>
                <a:ea typeface="Arial"/>
                <a:cs typeface="Arial"/>
              </a:defRPr>
            </a:lvl8pPr>
            <a:lvl9pPr algn="r">
              <a:defRPr sz="1200" b="0">
                <a:solidFill>
                  <a:srgbClr val="000000"/>
                </a:solidFill>
                <a:latin typeface="Arial"/>
                <a:ea typeface="Arial"/>
                <a:cs typeface="Arial"/>
              </a:defRPr>
            </a:lvl9pPr>
          </a:lstStyle>
          <a:p xmlns:a="http://schemas.openxmlformats.org/drawingml/2006/main">
            <a:pPr algn="r">
              <a:defRPr sz="1200" b="0">
                <a:solidFill>
                  <a:srgbClr val="000000"/>
                </a:solidFill>
                <a:latin typeface="Arial"/>
                <a:ea typeface="Arial"/>
                <a:cs typeface="Arial"/>
              </a:defRPr>
            </a:pPr>
            <a:r>
              <a:rPr sz="1200" b="0">
                <a:solidFill>
                  <a:srgbClr val="000000"/>
                </a:solidFill>
                <a:latin typeface="Arial"/>
                <a:ea typeface="Arial"/>
                <a:cs typeface="Arial"/>
              </a:rPr>
              <a:t>0.5</a:t>
            </a:r>
          </a:p>
        </p:txBody>
      </p:sp>
      <p:sp>
        <p:nvSpPr>
          <p:cNvPr id="17" name="text_016">
            <a:extLst xmlns:a="http://schemas.openxmlformats.org/drawingml/2006/main">
              <a:ext uri="{FF2B5EF4-FFF2-40B4-BE49-F238E27FC236}">
                <a16:creationId xmlns:a16="http://schemas.microsoft.com/office/drawing/2014/main" id="{F39C1558-461F-45DF-B5AC-1AD708F46F9D}"/>
              </a:ext>
            </a:extLst>
          </p:cNvPr>
          <p:cNvSpPr>
            <a:spLocks xmlns:a="http://schemas.openxmlformats.org/drawingml/2006/main" noGrp="1"/>
          </p:cNvSpPr>
          <p:nvPr/>
        </p:nvSpPr>
        <p:spPr>
          <a:xfrm xmlns:a="http://schemas.openxmlformats.org/drawingml/2006/main" rot="0">
            <a:off x="6353175" y="504825"/>
            <a:ext cx="333375"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r">
              <a:defRPr sz="1200" b="0">
                <a:solidFill>
                  <a:srgbClr val="000000"/>
                </a:solidFill>
                <a:latin typeface="Arial"/>
                <a:ea typeface="Arial"/>
                <a:cs typeface="Arial"/>
              </a:defRPr>
            </a:defPPr>
            <a:lvl1pPr algn="r">
              <a:defRPr sz="1200" b="0">
                <a:solidFill>
                  <a:srgbClr val="000000"/>
                </a:solidFill>
                <a:latin typeface="Arial"/>
                <a:ea typeface="Arial"/>
                <a:cs typeface="Arial"/>
              </a:defRPr>
            </a:lvl1pPr>
            <a:lvl2pPr algn="r">
              <a:defRPr sz="1200" b="0">
                <a:solidFill>
                  <a:srgbClr val="000000"/>
                </a:solidFill>
                <a:latin typeface="Arial"/>
                <a:ea typeface="Arial"/>
                <a:cs typeface="Arial"/>
              </a:defRPr>
            </a:lvl2pPr>
            <a:lvl3pPr algn="r">
              <a:defRPr sz="1200" b="0">
                <a:solidFill>
                  <a:srgbClr val="000000"/>
                </a:solidFill>
                <a:latin typeface="Arial"/>
                <a:ea typeface="Arial"/>
                <a:cs typeface="Arial"/>
              </a:defRPr>
            </a:lvl3pPr>
            <a:lvl4pPr algn="r">
              <a:defRPr sz="1200" b="0">
                <a:solidFill>
                  <a:srgbClr val="000000"/>
                </a:solidFill>
                <a:latin typeface="Arial"/>
                <a:ea typeface="Arial"/>
                <a:cs typeface="Arial"/>
              </a:defRPr>
            </a:lvl4pPr>
            <a:lvl5pPr algn="r">
              <a:defRPr sz="1200" b="0">
                <a:solidFill>
                  <a:srgbClr val="000000"/>
                </a:solidFill>
                <a:latin typeface="Arial"/>
                <a:ea typeface="Arial"/>
                <a:cs typeface="Arial"/>
              </a:defRPr>
            </a:lvl5pPr>
            <a:lvl6pPr algn="r">
              <a:defRPr sz="1200" b="0">
                <a:solidFill>
                  <a:srgbClr val="000000"/>
                </a:solidFill>
                <a:latin typeface="Arial"/>
                <a:ea typeface="Arial"/>
                <a:cs typeface="Arial"/>
              </a:defRPr>
            </a:lvl6pPr>
            <a:lvl7pPr algn="r">
              <a:defRPr sz="1200" b="0">
                <a:solidFill>
                  <a:srgbClr val="000000"/>
                </a:solidFill>
                <a:latin typeface="Arial"/>
                <a:ea typeface="Arial"/>
                <a:cs typeface="Arial"/>
              </a:defRPr>
            </a:lvl7pPr>
            <a:lvl8pPr algn="r">
              <a:defRPr sz="1200" b="0">
                <a:solidFill>
                  <a:srgbClr val="000000"/>
                </a:solidFill>
                <a:latin typeface="Arial"/>
                <a:ea typeface="Arial"/>
                <a:cs typeface="Arial"/>
              </a:defRPr>
            </a:lvl8pPr>
            <a:lvl9pPr algn="r">
              <a:defRPr sz="1200" b="0">
                <a:solidFill>
                  <a:srgbClr val="000000"/>
                </a:solidFill>
                <a:latin typeface="Arial"/>
                <a:ea typeface="Arial"/>
                <a:cs typeface="Arial"/>
              </a:defRPr>
            </a:lvl9pPr>
          </a:lstStyle>
          <a:p xmlns:a="http://schemas.openxmlformats.org/drawingml/2006/main">
            <a:pPr algn="r">
              <a:defRPr sz="1200" b="0">
                <a:solidFill>
                  <a:srgbClr val="000000"/>
                </a:solidFill>
                <a:latin typeface="Arial"/>
                <a:ea typeface="Arial"/>
                <a:cs typeface="Arial"/>
              </a:defRPr>
            </a:pPr>
            <a:r>
              <a:rPr sz="1200" b="0">
                <a:solidFill>
                  <a:srgbClr val="000000"/>
                </a:solidFill>
                <a:latin typeface="Arial"/>
                <a:ea typeface="Arial"/>
                <a:cs typeface="Arial"/>
              </a:rPr>
              <a:t>1</a:t>
            </a:r>
          </a:p>
        </p:txBody>
      </p:sp>
      <p:sp>
        <p:nvSpPr>
          <p:cNvPr id="18" name="text_017">
            <a:extLst xmlns:a="http://schemas.openxmlformats.org/drawingml/2006/main">
              <a:ext uri="{FF2B5EF4-FFF2-40B4-BE49-F238E27FC236}">
                <a16:creationId xmlns:a16="http://schemas.microsoft.com/office/drawing/2014/main" id="{BC669265-17C7-41A9-BAF6-88B64EAE33E0}"/>
              </a:ext>
            </a:extLst>
          </p:cNvPr>
          <p:cNvSpPr>
            <a:spLocks xmlns:a="http://schemas.openxmlformats.org/drawingml/2006/main" noGrp="1"/>
          </p:cNvSpPr>
          <p:nvPr/>
        </p:nvSpPr>
        <p:spPr>
          <a:xfrm xmlns:a="http://schemas.openxmlformats.org/drawingml/2006/main" rot="0">
            <a:off x="6499225" y="1971675"/>
            <a:ext cx="60960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xmlns:a="http://schemas.openxmlformats.org/drawingml/2006/main">
            <a:pPr algn="ctr">
              <a:defRPr sz="1125" b="0">
                <a:solidFill>
                  <a:srgbClr val="000000"/>
                </a:solidFill>
                <a:latin typeface="Arial"/>
                <a:ea typeface="Arial"/>
                <a:cs typeface="Arial"/>
              </a:defRPr>
            </a:pPr>
            <a:r>
              <a:rPr sz="1125" b="0">
                <a:solidFill>
                  <a:srgbClr val="000000"/>
                </a:solidFill>
                <a:latin typeface="Arial"/>
                <a:ea typeface="Arial"/>
                <a:cs typeface="Arial"/>
              </a:rPr>
              <a:t>0</a:t>
            </a:r>
          </a:p>
        </p:txBody>
      </p:sp>
      <p:sp>
        <p:nvSpPr>
          <p:cNvPr id="19" name="text_018">
            <a:extLst xmlns:a="http://schemas.openxmlformats.org/drawingml/2006/main">
              <a:ext uri="{FF2B5EF4-FFF2-40B4-BE49-F238E27FC236}">
                <a16:creationId xmlns:a16="http://schemas.microsoft.com/office/drawing/2014/main" id="{379C2738-8A36-4F4C-98C8-70234BEE186B}"/>
              </a:ext>
            </a:extLst>
          </p:cNvPr>
          <p:cNvSpPr>
            <a:spLocks xmlns:a="http://schemas.openxmlformats.org/drawingml/2006/main" noGrp="1"/>
          </p:cNvSpPr>
          <p:nvPr/>
        </p:nvSpPr>
        <p:spPr>
          <a:xfrm xmlns:a="http://schemas.openxmlformats.org/drawingml/2006/main" rot="0">
            <a:off x="8893175" y="1971675"/>
            <a:ext cx="60960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xmlns:a="http://schemas.openxmlformats.org/drawingml/2006/main">
            <a:pPr algn="ctr">
              <a:defRPr sz="1125" b="0">
                <a:solidFill>
                  <a:srgbClr val="000000"/>
                </a:solidFill>
                <a:latin typeface="Arial"/>
                <a:ea typeface="Arial"/>
                <a:cs typeface="Arial"/>
              </a:defRPr>
            </a:pPr>
            <a:r>
              <a:rPr sz="1125" b="0">
                <a:solidFill>
                  <a:srgbClr val="000000"/>
                </a:solidFill>
                <a:latin typeface="Arial"/>
                <a:ea typeface="Arial"/>
                <a:cs typeface="Arial"/>
              </a:rPr>
              <a:t>29</a:t>
            </a:r>
          </a:p>
        </p:txBody>
      </p:sp>
      <p:sp>
        <p:nvSpPr>
          <p:cNvPr id="20" name="text_019">
            <a:extLst xmlns:a="http://schemas.openxmlformats.org/drawingml/2006/main">
              <a:ext uri="{FF2B5EF4-FFF2-40B4-BE49-F238E27FC236}">
                <a16:creationId xmlns:a16="http://schemas.microsoft.com/office/drawing/2014/main" id="{3D5F7B8F-1D3E-4164-BD75-C1201F1366E9}"/>
              </a:ext>
            </a:extLst>
          </p:cNvPr>
          <p:cNvSpPr>
            <a:spLocks xmlns:a="http://schemas.openxmlformats.org/drawingml/2006/main" noGrp="1"/>
          </p:cNvSpPr>
          <p:nvPr/>
        </p:nvSpPr>
        <p:spPr>
          <a:xfrm xmlns:a="http://schemas.openxmlformats.org/drawingml/2006/main" rot="0">
            <a:off x="11369675" y="1971675"/>
            <a:ext cx="60960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xmlns:a="http://schemas.openxmlformats.org/drawingml/2006/main">
            <a:pPr algn="ctr">
              <a:defRPr sz="1125" b="0">
                <a:solidFill>
                  <a:srgbClr val="000000"/>
                </a:solidFill>
                <a:latin typeface="Arial"/>
                <a:ea typeface="Arial"/>
                <a:cs typeface="Arial"/>
              </a:defRPr>
            </a:pPr>
            <a:r>
              <a:rPr sz="1125" b="0">
                <a:solidFill>
                  <a:srgbClr val="000000"/>
                </a:solidFill>
                <a:latin typeface="Arial"/>
                <a:ea typeface="Arial"/>
                <a:cs typeface="Arial"/>
              </a:rPr>
              <a:t>59</a:t>
            </a:r>
          </a:p>
        </p:txBody>
      </p:sp>
      <p:sp>
        <p:nvSpPr>
          <p:cNvPr id="21" name="text_020">
            <a:extLst xmlns:a="http://schemas.openxmlformats.org/drawingml/2006/main">
              <a:ext uri="{FF2B5EF4-FFF2-40B4-BE49-F238E27FC236}">
                <a16:creationId xmlns:a16="http://schemas.microsoft.com/office/drawing/2014/main" id="{683073E7-6DDC-4539-9952-9963C9B44501}"/>
              </a:ext>
            </a:extLst>
          </p:cNvPr>
          <p:cNvSpPr>
            <a:spLocks xmlns:a="http://schemas.openxmlformats.org/drawingml/2006/main" noGrp="1"/>
          </p:cNvSpPr>
          <p:nvPr/>
        </p:nvSpPr>
        <p:spPr>
          <a:xfrm xmlns:a="http://schemas.openxmlformats.org/drawingml/2006/main" rot="0">
            <a:off x="6762750" y="2200275"/>
            <a:ext cx="495300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xmlns:a="http://schemas.openxmlformats.org/drawingml/2006/main">
            <a:pPr algn="ctr">
              <a:defRPr sz="1200" b="0">
                <a:solidFill>
                  <a:srgbClr val="000000"/>
                </a:solidFill>
                <a:latin typeface="Arial"/>
                <a:ea typeface="Arial"/>
                <a:cs typeface="Arial"/>
              </a:defRPr>
            </a:pPr>
            <a:r>
              <a:rPr sz="1200" b="0">
                <a:solidFill>
                  <a:srgbClr val="000000"/>
                </a:solidFill>
                <a:latin typeface="Arial"/>
                <a:ea typeface="Arial"/>
                <a:cs typeface="Arial"/>
              </a:rPr>
              <a:t>Frame</a:t>
            </a:r>
          </a:p>
        </p:txBody>
      </p:sp>
      <p:pic>
        <p:nvPicPr>
          <p:cNvPr id="22" name="">
            <a:extLst xmlns:a="http://schemas.openxmlformats.org/drawingml/2006/main">
              <a:ext uri="{FF2B5EF4-FFF2-40B4-BE49-F238E27FC236}">
                <a16:creationId xmlns:a16="http://schemas.microsoft.com/office/drawing/2014/main" id="{23268DC4-6288-4DBC-B1B4-6A18AD93A4E0}"/>
              </a:ext>
            </a:extLst>
          </p:cNvPr>
          <p:cNvPicPr>
            <a:picLocks xmlns:a="http://schemas.openxmlformats.org/drawingml/2006/main" noChangeAspect="1"/>
          </p:cNvPicPr>
          <p:nvPr/>
        </p:nvPicPr>
        <p:blipFill>
          <a:blip xmlns:r="http://schemas.openxmlformats.org/officeDocument/2006/relationships" xmlns:a="http://schemas.openxmlformats.org/drawingml/2006/main" r:embed="R11a257e058ca462a"/>
          <a:stretch xmlns:a="http://schemas.openxmlformats.org/drawingml/2006/main"/>
        </p:blipFill>
        <p:spPr>
          <a:xfrm xmlns:a="http://schemas.openxmlformats.org/drawingml/2006/main">
            <a:off x="4333875" y="2438400"/>
            <a:ext cx="4381500" cy="104775"/>
          </a:xfrm>
          <a:prstGeom xmlns:a="http://schemas.openxmlformats.org/drawingml/2006/main" prst="rect">
            <a:avLst/>
          </a:prstGeom>
        </p:spPr>
      </p:pic>
      <p:sp>
        <p:nvSpPr>
          <p:cNvPr id="23" name="text_022">
            <a:extLst xmlns:a="http://schemas.openxmlformats.org/drawingml/2006/main">
              <a:ext uri="{FF2B5EF4-FFF2-40B4-BE49-F238E27FC236}">
                <a16:creationId xmlns:a16="http://schemas.microsoft.com/office/drawing/2014/main" id="{5F1499D4-6405-4EFE-8D7A-04F760E7083A}"/>
              </a:ext>
            </a:extLst>
          </p:cNvPr>
          <p:cNvSpPr>
            <a:spLocks xmlns:a="http://schemas.openxmlformats.org/drawingml/2006/main" noGrp="1"/>
          </p:cNvSpPr>
          <p:nvPr/>
        </p:nvSpPr>
        <p:spPr>
          <a:xfrm xmlns:a="http://schemas.openxmlformats.org/drawingml/2006/main" rot="0">
            <a:off x="3476625" y="2362200"/>
            <a:ext cx="762000" cy="22860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r">
              <a:defRPr sz="1200" b="0">
                <a:solidFill>
                  <a:srgbClr val="000000"/>
                </a:solidFill>
                <a:latin typeface="Arial"/>
                <a:ea typeface="Arial"/>
                <a:cs typeface="Arial"/>
              </a:defRPr>
            </a:defPPr>
            <a:lvl1pPr algn="r">
              <a:defRPr sz="1200" b="0">
                <a:solidFill>
                  <a:srgbClr val="000000"/>
                </a:solidFill>
                <a:latin typeface="Arial"/>
                <a:ea typeface="Arial"/>
                <a:cs typeface="Arial"/>
              </a:defRPr>
            </a:lvl1pPr>
            <a:lvl2pPr algn="r">
              <a:defRPr sz="1200" b="0">
                <a:solidFill>
                  <a:srgbClr val="000000"/>
                </a:solidFill>
                <a:latin typeface="Arial"/>
                <a:ea typeface="Arial"/>
                <a:cs typeface="Arial"/>
              </a:defRPr>
            </a:lvl2pPr>
            <a:lvl3pPr algn="r">
              <a:defRPr sz="1200" b="0">
                <a:solidFill>
                  <a:srgbClr val="000000"/>
                </a:solidFill>
                <a:latin typeface="Arial"/>
                <a:ea typeface="Arial"/>
                <a:cs typeface="Arial"/>
              </a:defRPr>
            </a:lvl3pPr>
            <a:lvl4pPr algn="r">
              <a:defRPr sz="1200" b="0">
                <a:solidFill>
                  <a:srgbClr val="000000"/>
                </a:solidFill>
                <a:latin typeface="Arial"/>
                <a:ea typeface="Arial"/>
                <a:cs typeface="Arial"/>
              </a:defRPr>
            </a:lvl4pPr>
            <a:lvl5pPr algn="r">
              <a:defRPr sz="1200" b="0">
                <a:solidFill>
                  <a:srgbClr val="000000"/>
                </a:solidFill>
                <a:latin typeface="Arial"/>
                <a:ea typeface="Arial"/>
                <a:cs typeface="Arial"/>
              </a:defRPr>
            </a:lvl5pPr>
            <a:lvl6pPr algn="r">
              <a:defRPr sz="1200" b="0">
                <a:solidFill>
                  <a:srgbClr val="000000"/>
                </a:solidFill>
                <a:latin typeface="Arial"/>
                <a:ea typeface="Arial"/>
                <a:cs typeface="Arial"/>
              </a:defRPr>
            </a:lvl6pPr>
            <a:lvl7pPr algn="r">
              <a:defRPr sz="1200" b="0">
                <a:solidFill>
                  <a:srgbClr val="000000"/>
                </a:solidFill>
                <a:latin typeface="Arial"/>
                <a:ea typeface="Arial"/>
                <a:cs typeface="Arial"/>
              </a:defRPr>
            </a:lvl7pPr>
            <a:lvl8pPr algn="r">
              <a:defRPr sz="1200" b="0">
                <a:solidFill>
                  <a:srgbClr val="000000"/>
                </a:solidFill>
                <a:latin typeface="Arial"/>
                <a:ea typeface="Arial"/>
                <a:cs typeface="Arial"/>
              </a:defRPr>
            </a:lvl8pPr>
            <a:lvl9pPr algn="r">
              <a:defRPr sz="1200" b="0">
                <a:solidFill>
                  <a:srgbClr val="000000"/>
                </a:solidFill>
                <a:latin typeface="Arial"/>
                <a:ea typeface="Arial"/>
                <a:cs typeface="Arial"/>
              </a:defRPr>
            </a:lvl9pPr>
          </a:lstStyle>
          <a:p xmlns:a="http://schemas.openxmlformats.org/drawingml/2006/main">
            <a:pPr algn="r">
              <a:defRPr sz="1200" b="0">
                <a:solidFill>
                  <a:srgbClr val="000000"/>
                </a:solidFill>
                <a:latin typeface="Arial"/>
                <a:ea typeface="Arial"/>
                <a:cs typeface="Arial"/>
              </a:defRPr>
            </a:pPr>
            <a:r>
              <a:rPr sz="1200" b="0">
                <a:solidFill>
                  <a:srgbClr val="000000"/>
                </a:solidFill>
                <a:latin typeface="Arial"/>
                <a:ea typeface="Arial"/>
                <a:cs typeface="Arial"/>
              </a:rPr>
              <a:t>148.23</a:t>
            </a:r>
          </a:p>
        </p:txBody>
      </p:sp>
      <p:sp>
        <p:nvSpPr>
          <p:cNvPr id="24" name="text_023">
            <a:extLst xmlns:a="http://schemas.openxmlformats.org/drawingml/2006/main">
              <a:ext uri="{FF2B5EF4-FFF2-40B4-BE49-F238E27FC236}">
                <a16:creationId xmlns:a16="http://schemas.microsoft.com/office/drawing/2014/main" id="{A097BD2D-5DB4-44FB-A8D0-1448865B5976}"/>
              </a:ext>
            </a:extLst>
          </p:cNvPr>
          <p:cNvSpPr>
            <a:spLocks xmlns:a="http://schemas.openxmlformats.org/drawingml/2006/main" noGrp="1"/>
          </p:cNvSpPr>
          <p:nvPr/>
        </p:nvSpPr>
        <p:spPr>
          <a:xfrm xmlns:a="http://schemas.openxmlformats.org/drawingml/2006/main" rot="0">
            <a:off x="8858250" y="2362200"/>
            <a:ext cx="952500" cy="22860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200" b="0">
                <a:solidFill>
                  <a:srgbClr val="000000"/>
                </a:solidFill>
                <a:latin typeface="Arial"/>
                <a:ea typeface="Arial"/>
                <a:cs typeface="Arial"/>
              </a:defRPr>
            </a:defPPr>
            <a:lvl1pPr algn="l">
              <a:defRPr sz="1200" b="0">
                <a:solidFill>
                  <a:srgbClr val="000000"/>
                </a:solidFill>
                <a:latin typeface="Arial"/>
                <a:ea typeface="Arial"/>
                <a:cs typeface="Arial"/>
              </a:defRPr>
            </a:lvl1pPr>
            <a:lvl2pPr algn="l">
              <a:defRPr sz="1200" b="0">
                <a:solidFill>
                  <a:srgbClr val="000000"/>
                </a:solidFill>
                <a:latin typeface="Arial"/>
                <a:ea typeface="Arial"/>
                <a:cs typeface="Arial"/>
              </a:defRPr>
            </a:lvl2pPr>
            <a:lvl3pPr algn="l">
              <a:defRPr sz="1200" b="0">
                <a:solidFill>
                  <a:srgbClr val="000000"/>
                </a:solidFill>
                <a:latin typeface="Arial"/>
                <a:ea typeface="Arial"/>
                <a:cs typeface="Arial"/>
              </a:defRPr>
            </a:lvl3pPr>
            <a:lvl4pPr algn="l">
              <a:defRPr sz="1200" b="0">
                <a:solidFill>
                  <a:srgbClr val="000000"/>
                </a:solidFill>
                <a:latin typeface="Arial"/>
                <a:ea typeface="Arial"/>
                <a:cs typeface="Arial"/>
              </a:defRPr>
            </a:lvl4pPr>
            <a:lvl5pPr algn="l">
              <a:defRPr sz="1200" b="0">
                <a:solidFill>
                  <a:srgbClr val="000000"/>
                </a:solidFill>
                <a:latin typeface="Arial"/>
                <a:ea typeface="Arial"/>
                <a:cs typeface="Arial"/>
              </a:defRPr>
            </a:lvl5pPr>
            <a:lvl6pPr algn="l">
              <a:defRPr sz="1200" b="0">
                <a:solidFill>
                  <a:srgbClr val="000000"/>
                </a:solidFill>
                <a:latin typeface="Arial"/>
                <a:ea typeface="Arial"/>
                <a:cs typeface="Arial"/>
              </a:defRPr>
            </a:lvl6pPr>
            <a:lvl7pPr algn="l">
              <a:defRPr sz="1200" b="0">
                <a:solidFill>
                  <a:srgbClr val="000000"/>
                </a:solidFill>
                <a:latin typeface="Arial"/>
                <a:ea typeface="Arial"/>
                <a:cs typeface="Arial"/>
              </a:defRPr>
            </a:lvl7pPr>
            <a:lvl8pPr algn="l">
              <a:defRPr sz="1200" b="0">
                <a:solidFill>
                  <a:srgbClr val="000000"/>
                </a:solidFill>
                <a:latin typeface="Arial"/>
                <a:ea typeface="Arial"/>
                <a:cs typeface="Arial"/>
              </a:defRPr>
            </a:lvl8pPr>
            <a:lvl9pPr algn="l">
              <a:defRPr sz="1200" b="0">
                <a:solidFill>
                  <a:srgbClr val="000000"/>
                </a:solidFill>
                <a:latin typeface="Arial"/>
                <a:ea typeface="Arial"/>
                <a:cs typeface="Arial"/>
              </a:defRPr>
            </a:lvl9pPr>
          </a:lstStyle>
          <a:p xmlns:a="http://schemas.openxmlformats.org/drawingml/2006/main">
            <a:pPr algn="l">
              <a:defRPr sz="1200" b="0">
                <a:solidFill>
                  <a:srgbClr val="000000"/>
                </a:solidFill>
                <a:latin typeface="Arial"/>
                <a:ea typeface="Arial"/>
                <a:cs typeface="Arial"/>
              </a:defRPr>
            </a:pPr>
            <a:r>
              <a:rPr sz="1200" b="0">
                <a:solidFill>
                  <a:srgbClr val="000000"/>
                </a:solidFill>
                <a:latin typeface="Arial"/>
                <a:ea typeface="Arial"/>
                <a:cs typeface="Arial"/>
              </a:rPr>
              <a:t>307.68</a:t>
            </a:r>
          </a:p>
        </p:txBody>
      </p:sp>
      <p:sp>
        <p:nvSpPr>
          <p:cNvPr id="25" name="text_024">
            <a:extLst xmlns:a="http://schemas.openxmlformats.org/drawingml/2006/main">
              <a:ext uri="{FF2B5EF4-FFF2-40B4-BE49-F238E27FC236}">
                <a16:creationId xmlns:a16="http://schemas.microsoft.com/office/drawing/2014/main" id="{E0DD05BD-24AB-4EA7-8594-DEAA5B0038F1}"/>
              </a:ext>
            </a:extLst>
          </p:cNvPr>
          <p:cNvSpPr>
            <a:spLocks xmlns:a="http://schemas.openxmlformats.org/drawingml/2006/main" noGrp="1"/>
          </p:cNvSpPr>
          <p:nvPr/>
        </p:nvSpPr>
        <p:spPr>
          <a:xfrm xmlns:a="http://schemas.openxmlformats.org/drawingml/2006/main" rot="0">
            <a:off x="285750" y="2352675"/>
            <a:ext cx="2952750" cy="2476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275" b="0">
                <a:solidFill>
                  <a:srgbClr val="000000"/>
                </a:solidFill>
                <a:latin typeface="Arial"/>
                <a:ea typeface="Arial"/>
                <a:cs typeface="Arial"/>
              </a:defRPr>
            </a:defPPr>
            <a:lvl1pPr algn="l">
              <a:defRPr sz="1275" b="0">
                <a:solidFill>
                  <a:srgbClr val="000000"/>
                </a:solidFill>
                <a:latin typeface="Arial"/>
                <a:ea typeface="Arial"/>
                <a:cs typeface="Arial"/>
              </a:defRPr>
            </a:lvl1pPr>
            <a:lvl2pPr algn="l">
              <a:defRPr sz="1275" b="0">
                <a:solidFill>
                  <a:srgbClr val="000000"/>
                </a:solidFill>
                <a:latin typeface="Arial"/>
                <a:ea typeface="Arial"/>
                <a:cs typeface="Arial"/>
              </a:defRPr>
            </a:lvl2pPr>
            <a:lvl3pPr algn="l">
              <a:defRPr sz="1275" b="0">
                <a:solidFill>
                  <a:srgbClr val="000000"/>
                </a:solidFill>
                <a:latin typeface="Arial"/>
                <a:ea typeface="Arial"/>
                <a:cs typeface="Arial"/>
              </a:defRPr>
            </a:lvl3pPr>
            <a:lvl4pPr algn="l">
              <a:defRPr sz="1275" b="0">
                <a:solidFill>
                  <a:srgbClr val="000000"/>
                </a:solidFill>
                <a:latin typeface="Arial"/>
                <a:ea typeface="Arial"/>
                <a:cs typeface="Arial"/>
              </a:defRPr>
            </a:lvl4pPr>
            <a:lvl5pPr algn="l">
              <a:defRPr sz="1275" b="0">
                <a:solidFill>
                  <a:srgbClr val="000000"/>
                </a:solidFill>
                <a:latin typeface="Arial"/>
                <a:ea typeface="Arial"/>
                <a:cs typeface="Arial"/>
              </a:defRPr>
            </a:lvl5pPr>
            <a:lvl6pPr algn="l">
              <a:defRPr sz="1275" b="0">
                <a:solidFill>
                  <a:srgbClr val="000000"/>
                </a:solidFill>
                <a:latin typeface="Arial"/>
                <a:ea typeface="Arial"/>
                <a:cs typeface="Arial"/>
              </a:defRPr>
            </a:lvl6pPr>
            <a:lvl7pPr algn="l">
              <a:defRPr sz="1275" b="0">
                <a:solidFill>
                  <a:srgbClr val="000000"/>
                </a:solidFill>
                <a:latin typeface="Arial"/>
                <a:ea typeface="Arial"/>
                <a:cs typeface="Arial"/>
              </a:defRPr>
            </a:lvl7pPr>
            <a:lvl8pPr algn="l">
              <a:defRPr sz="1275" b="0">
                <a:solidFill>
                  <a:srgbClr val="000000"/>
                </a:solidFill>
                <a:latin typeface="Arial"/>
                <a:ea typeface="Arial"/>
                <a:cs typeface="Arial"/>
              </a:defRPr>
            </a:lvl8pPr>
            <a:lvl9pPr algn="l">
              <a:defRPr sz="1275" b="0">
                <a:solidFill>
                  <a:srgbClr val="000000"/>
                </a:solidFill>
                <a:latin typeface="Arial"/>
                <a:ea typeface="Arial"/>
                <a:cs typeface="Arial"/>
              </a:defRPr>
            </a:lvl9pPr>
          </a:lstStyle>
          <a:p xmlns:a="http://schemas.openxmlformats.org/drawingml/2006/main">
            <a:pPr algn="l">
              <a:defRPr sz="1275" b="0">
                <a:solidFill>
                  <a:srgbClr val="000000"/>
                </a:solidFill>
                <a:latin typeface="Arial"/>
                <a:ea typeface="Arial"/>
                <a:cs typeface="Arial"/>
              </a:defRPr>
            </a:pPr>
            <a:r>
              <a:rPr sz="1275" b="0">
                <a:solidFill>
                  <a:srgbClr val="000000"/>
                </a:solidFill>
                <a:latin typeface="Arial"/>
                <a:ea typeface="Arial"/>
                <a:cs typeface="Arial"/>
              </a:rPr>
              <a:t>OLR (W m-2)</a:t>
            </a:r>
          </a:p>
        </p:txBody>
      </p:sp>
      <p:sp>
        <p:nvSpPr>
          <p:cNvPr id="26" name="text_025">
            <a:extLst xmlns:a="http://schemas.openxmlformats.org/drawingml/2006/main">
              <a:ext uri="{FF2B5EF4-FFF2-40B4-BE49-F238E27FC236}">
                <a16:creationId xmlns:a16="http://schemas.microsoft.com/office/drawing/2014/main" id="{738C9E17-A602-4FB2-8890-4F551692BB4D}"/>
              </a:ext>
            </a:extLst>
          </p:cNvPr>
          <p:cNvSpPr>
            <a:spLocks xmlns:a="http://schemas.openxmlformats.org/drawingml/2006/main" noGrp="1"/>
          </p:cNvSpPr>
          <p:nvPr/>
        </p:nvSpPr>
        <p:spPr>
          <a:xfrm xmlns:a="http://schemas.openxmlformats.org/drawingml/2006/main" rot="0">
            <a:off x="9810750" y="2352675"/>
            <a:ext cx="2190750" cy="22860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r">
              <a:defRPr sz="1125" b="0">
                <a:solidFill>
                  <a:srgbClr val="000000"/>
                </a:solidFill>
                <a:latin typeface="Arial"/>
                <a:ea typeface="Arial"/>
                <a:cs typeface="Arial"/>
              </a:defRPr>
            </a:defPPr>
            <a:lvl1pPr algn="r">
              <a:defRPr sz="1125" b="0">
                <a:solidFill>
                  <a:srgbClr val="000000"/>
                </a:solidFill>
                <a:latin typeface="Arial"/>
                <a:ea typeface="Arial"/>
                <a:cs typeface="Arial"/>
              </a:defRPr>
            </a:lvl1pPr>
            <a:lvl2pPr algn="r">
              <a:defRPr sz="1125" b="0">
                <a:solidFill>
                  <a:srgbClr val="000000"/>
                </a:solidFill>
                <a:latin typeface="Arial"/>
                <a:ea typeface="Arial"/>
                <a:cs typeface="Arial"/>
              </a:defRPr>
            </a:lvl2pPr>
            <a:lvl3pPr algn="r">
              <a:defRPr sz="1125" b="0">
                <a:solidFill>
                  <a:srgbClr val="000000"/>
                </a:solidFill>
                <a:latin typeface="Arial"/>
                <a:ea typeface="Arial"/>
                <a:cs typeface="Arial"/>
              </a:defRPr>
            </a:lvl3pPr>
            <a:lvl4pPr algn="r">
              <a:defRPr sz="1125" b="0">
                <a:solidFill>
                  <a:srgbClr val="000000"/>
                </a:solidFill>
                <a:latin typeface="Arial"/>
                <a:ea typeface="Arial"/>
                <a:cs typeface="Arial"/>
              </a:defRPr>
            </a:lvl4pPr>
            <a:lvl5pPr algn="r">
              <a:defRPr sz="1125" b="0">
                <a:solidFill>
                  <a:srgbClr val="000000"/>
                </a:solidFill>
                <a:latin typeface="Arial"/>
                <a:ea typeface="Arial"/>
                <a:cs typeface="Arial"/>
              </a:defRPr>
            </a:lvl5pPr>
            <a:lvl6pPr algn="r">
              <a:defRPr sz="1125" b="0">
                <a:solidFill>
                  <a:srgbClr val="000000"/>
                </a:solidFill>
                <a:latin typeface="Arial"/>
                <a:ea typeface="Arial"/>
                <a:cs typeface="Arial"/>
              </a:defRPr>
            </a:lvl6pPr>
            <a:lvl7pPr algn="r">
              <a:defRPr sz="1125" b="0">
                <a:solidFill>
                  <a:srgbClr val="000000"/>
                </a:solidFill>
                <a:latin typeface="Arial"/>
                <a:ea typeface="Arial"/>
                <a:cs typeface="Arial"/>
              </a:defRPr>
            </a:lvl7pPr>
            <a:lvl8pPr algn="r">
              <a:defRPr sz="1125" b="0">
                <a:solidFill>
                  <a:srgbClr val="000000"/>
                </a:solidFill>
                <a:latin typeface="Arial"/>
                <a:ea typeface="Arial"/>
                <a:cs typeface="Arial"/>
              </a:defRPr>
            </a:lvl8pPr>
            <a:lvl9pPr algn="r">
              <a:defRPr sz="1125" b="0">
                <a:solidFill>
                  <a:srgbClr val="000000"/>
                </a:solidFill>
                <a:latin typeface="Arial"/>
                <a:ea typeface="Arial"/>
                <a:cs typeface="Arial"/>
              </a:defRPr>
            </a:lvl9pPr>
          </a:lstStyle>
          <a:p xmlns:a="http://schemas.openxmlformats.org/drawingml/2006/main">
            <a:pPr algn="r">
              <a:defRPr sz="1125" b="0">
                <a:solidFill>
                  <a:srgbClr val="000000"/>
                </a:solidFill>
                <a:latin typeface="Arial"/>
                <a:ea typeface="Arial"/>
                <a:cs typeface="Arial"/>
              </a:defRPr>
            </a:pPr>
            <a:r>
              <a:rPr sz="1125" b="0">
                <a:solidFill>
                  <a:srgbClr val="000000"/>
                </a:solidFill>
                <a:latin typeface="Arial"/>
                <a:ea typeface="Arial"/>
                <a:cs typeface="Arial"/>
              </a:rPr>
              <a:t>Reference position [0,1]</a:t>
            </a:r>
          </a:p>
        </p:txBody>
      </p:sp>
      <p:sp>
        <p:nvSpPr>
          <p:cNvPr id="27" name="text_026">
            <a:extLst xmlns:a="http://schemas.openxmlformats.org/drawingml/2006/main">
              <a:ext uri="{FF2B5EF4-FFF2-40B4-BE49-F238E27FC236}">
                <a16:creationId xmlns:a16="http://schemas.microsoft.com/office/drawing/2014/main" id="{6DE72969-E854-4719-834E-584842D4DF1F}"/>
              </a:ext>
            </a:extLst>
          </p:cNvPr>
          <p:cNvSpPr>
            <a:spLocks xmlns:a="http://schemas.openxmlformats.org/drawingml/2006/main" noGrp="1"/>
          </p:cNvSpPr>
          <p:nvPr/>
        </p:nvSpPr>
        <p:spPr>
          <a:xfrm xmlns:a="http://schemas.openxmlformats.org/drawingml/2006/main" rot="0">
            <a:off x="190500" y="2695575"/>
            <a:ext cx="9525000" cy="276225"/>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650" b="1">
                <a:solidFill>
                  <a:srgbClr val="000000"/>
                </a:solidFill>
                <a:latin typeface="Arial"/>
                <a:ea typeface="Arial"/>
                <a:cs typeface="Arial"/>
              </a:defRPr>
            </a:defPPr>
            <a:lvl1pPr algn="l">
              <a:defRPr sz="1650" b="1">
                <a:solidFill>
                  <a:srgbClr val="000000"/>
                </a:solidFill>
                <a:latin typeface="Arial"/>
                <a:ea typeface="Arial"/>
                <a:cs typeface="Arial"/>
              </a:defRPr>
            </a:lvl1pPr>
            <a:lvl2pPr algn="l">
              <a:defRPr sz="1650" b="1">
                <a:solidFill>
                  <a:srgbClr val="000000"/>
                </a:solidFill>
                <a:latin typeface="Arial"/>
                <a:ea typeface="Arial"/>
                <a:cs typeface="Arial"/>
              </a:defRPr>
            </a:lvl2pPr>
            <a:lvl3pPr algn="l">
              <a:defRPr sz="1650" b="1">
                <a:solidFill>
                  <a:srgbClr val="000000"/>
                </a:solidFill>
                <a:latin typeface="Arial"/>
                <a:ea typeface="Arial"/>
                <a:cs typeface="Arial"/>
              </a:defRPr>
            </a:lvl3pPr>
            <a:lvl4pPr algn="l">
              <a:defRPr sz="1650" b="1">
                <a:solidFill>
                  <a:srgbClr val="000000"/>
                </a:solidFill>
                <a:latin typeface="Arial"/>
                <a:ea typeface="Arial"/>
                <a:cs typeface="Arial"/>
              </a:defRPr>
            </a:lvl4pPr>
            <a:lvl5pPr algn="l">
              <a:defRPr sz="1650" b="1">
                <a:solidFill>
                  <a:srgbClr val="000000"/>
                </a:solidFill>
                <a:latin typeface="Arial"/>
                <a:ea typeface="Arial"/>
                <a:cs typeface="Arial"/>
              </a:defRPr>
            </a:lvl5pPr>
            <a:lvl6pPr algn="l">
              <a:defRPr sz="1650" b="1">
                <a:solidFill>
                  <a:srgbClr val="000000"/>
                </a:solidFill>
                <a:latin typeface="Arial"/>
                <a:ea typeface="Arial"/>
                <a:cs typeface="Arial"/>
              </a:defRPr>
            </a:lvl6pPr>
            <a:lvl7pPr algn="l">
              <a:defRPr sz="1650" b="1">
                <a:solidFill>
                  <a:srgbClr val="000000"/>
                </a:solidFill>
                <a:latin typeface="Arial"/>
                <a:ea typeface="Arial"/>
                <a:cs typeface="Arial"/>
              </a:defRPr>
            </a:lvl7pPr>
            <a:lvl8pPr algn="l">
              <a:defRPr sz="1650" b="1">
                <a:solidFill>
                  <a:srgbClr val="000000"/>
                </a:solidFill>
                <a:latin typeface="Arial"/>
                <a:ea typeface="Arial"/>
                <a:cs typeface="Arial"/>
              </a:defRPr>
            </a:lvl8pPr>
            <a:lvl9pPr algn="l">
              <a:defRPr sz="1650" b="1">
                <a:solidFill>
                  <a:srgbClr val="000000"/>
                </a:solidFill>
                <a:latin typeface="Arial"/>
                <a:ea typeface="Arial"/>
                <a:cs typeface="Arial"/>
              </a:defRPr>
            </a:lvl9pPr>
          </a:lstStyle>
          <a:p xmlns:a="http://schemas.openxmlformats.org/drawingml/2006/main">
            <a:pPr algn="l">
              <a:defRPr sz="1650" b="1">
                <a:solidFill>
                  <a:srgbClr val="000000"/>
                </a:solidFill>
                <a:latin typeface="Arial"/>
                <a:ea typeface="Arial"/>
                <a:cs typeface="Arial"/>
              </a:defRPr>
            </a:pPr>
            <a:r>
              <a:rPr sz="1650" b="1">
                <a:solidFill>
                  <a:srgbClr val="000000"/>
                </a:solidFill>
                <a:latin typeface="Arial"/>
                <a:ea typeface="Arial"/>
                <a:cs typeface="Arial"/>
              </a:rPr>
              <a:t>(b) PM2.5: all 366 fields (2000)</a:t>
            </a:r>
          </a:p>
        </p:txBody>
      </p:sp>
      <p:sp>
        <p:nvSpPr>
          <p:cNvPr id="28" name="text_027">
            <a:extLst xmlns:a="http://schemas.openxmlformats.org/drawingml/2006/main">
              <a:ext uri="{FF2B5EF4-FFF2-40B4-BE49-F238E27FC236}">
                <a16:creationId xmlns:a16="http://schemas.microsoft.com/office/drawing/2014/main" id="{48DDFEFF-AB48-49CF-B2CE-77064743C181}"/>
              </a:ext>
            </a:extLst>
          </p:cNvPr>
          <p:cNvSpPr>
            <a:spLocks xmlns:a="http://schemas.openxmlformats.org/drawingml/2006/main" noGrp="1"/>
          </p:cNvSpPr>
          <p:nvPr/>
        </p:nvSpPr>
        <p:spPr>
          <a:xfrm xmlns:a="http://schemas.openxmlformats.org/drawingml/2006/main" rot="0">
            <a:off x="762000" y="2990850"/>
            <a:ext cx="4953000" cy="238125"/>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425" b="1">
                <a:solidFill>
                  <a:srgbClr val="000000"/>
                </a:solidFill>
                <a:latin typeface="Arial"/>
                <a:ea typeface="Arial"/>
                <a:cs typeface="Arial"/>
              </a:defRPr>
            </a:defPPr>
            <a:lvl1pPr algn="l">
              <a:defRPr sz="1425" b="1">
                <a:solidFill>
                  <a:srgbClr val="000000"/>
                </a:solidFill>
                <a:latin typeface="Arial"/>
                <a:ea typeface="Arial"/>
                <a:cs typeface="Arial"/>
              </a:defRPr>
            </a:lvl1pPr>
            <a:lvl2pPr algn="l">
              <a:defRPr sz="1425" b="1">
                <a:solidFill>
                  <a:srgbClr val="000000"/>
                </a:solidFill>
                <a:latin typeface="Arial"/>
                <a:ea typeface="Arial"/>
                <a:cs typeface="Arial"/>
              </a:defRPr>
            </a:lvl2pPr>
            <a:lvl3pPr algn="l">
              <a:defRPr sz="1425" b="1">
                <a:solidFill>
                  <a:srgbClr val="000000"/>
                </a:solidFill>
                <a:latin typeface="Arial"/>
                <a:ea typeface="Arial"/>
                <a:cs typeface="Arial"/>
              </a:defRPr>
            </a:lvl3pPr>
            <a:lvl4pPr algn="l">
              <a:defRPr sz="1425" b="1">
                <a:solidFill>
                  <a:srgbClr val="000000"/>
                </a:solidFill>
                <a:latin typeface="Arial"/>
                <a:ea typeface="Arial"/>
                <a:cs typeface="Arial"/>
              </a:defRPr>
            </a:lvl4pPr>
            <a:lvl5pPr algn="l">
              <a:defRPr sz="1425" b="1">
                <a:solidFill>
                  <a:srgbClr val="000000"/>
                </a:solidFill>
                <a:latin typeface="Arial"/>
                <a:ea typeface="Arial"/>
                <a:cs typeface="Arial"/>
              </a:defRPr>
            </a:lvl5pPr>
            <a:lvl6pPr algn="l">
              <a:defRPr sz="1425" b="1">
                <a:solidFill>
                  <a:srgbClr val="000000"/>
                </a:solidFill>
                <a:latin typeface="Arial"/>
                <a:ea typeface="Arial"/>
                <a:cs typeface="Arial"/>
              </a:defRPr>
            </a:lvl6pPr>
            <a:lvl7pPr algn="l">
              <a:defRPr sz="1425" b="1">
                <a:solidFill>
                  <a:srgbClr val="000000"/>
                </a:solidFill>
                <a:latin typeface="Arial"/>
                <a:ea typeface="Arial"/>
                <a:cs typeface="Arial"/>
              </a:defRPr>
            </a:lvl7pPr>
            <a:lvl8pPr algn="l">
              <a:defRPr sz="1425" b="1">
                <a:solidFill>
                  <a:srgbClr val="000000"/>
                </a:solidFill>
                <a:latin typeface="Arial"/>
                <a:ea typeface="Arial"/>
                <a:cs typeface="Arial"/>
              </a:defRPr>
            </a:lvl8pPr>
            <a:lvl9pPr algn="l">
              <a:defRPr sz="1425" b="1">
                <a:solidFill>
                  <a:srgbClr val="000000"/>
                </a:solidFill>
                <a:latin typeface="Arial"/>
                <a:ea typeface="Arial"/>
                <a:cs typeface="Arial"/>
              </a:defRPr>
            </a:lvl9pPr>
          </a:lstStyle>
          <a:p xmlns:a="http://schemas.openxmlformats.org/drawingml/2006/main">
            <a:pPr algn="l">
              <a:defRPr sz="1425" b="1">
                <a:solidFill>
                  <a:srgbClr val="000000"/>
                </a:solidFill>
                <a:latin typeface="Arial"/>
                <a:ea typeface="Arial"/>
                <a:cs typeface="Arial"/>
              </a:defRPr>
            </a:pPr>
            <a:r>
              <a:rPr sz="1425" b="1">
                <a:solidFill>
                  <a:srgbClr val="000000"/>
                </a:solidFill>
                <a:latin typeface="Arial"/>
                <a:ea typeface="Arial"/>
                <a:cs typeface="Arial"/>
              </a:rPr>
              <a:t>RG-MTM-P</a:t>
            </a:r>
          </a:p>
        </p:txBody>
      </p:sp>
      <p:pic>
        <p:nvPicPr>
          <p:cNvPr id="29" name="">
            <a:extLst xmlns:a="http://schemas.openxmlformats.org/drawingml/2006/main">
              <a:ext uri="{FF2B5EF4-FFF2-40B4-BE49-F238E27FC236}">
                <a16:creationId xmlns:a16="http://schemas.microsoft.com/office/drawing/2014/main" id="{C04DD749-A26A-4C17-A032-E56D768B598F}"/>
              </a:ext>
            </a:extLst>
          </p:cNvPr>
          <p:cNvPicPr>
            <a:picLocks xmlns:a="http://schemas.openxmlformats.org/drawingml/2006/main" noChangeAspect="1"/>
          </p:cNvPicPr>
          <p:nvPr/>
        </p:nvPicPr>
        <p:blipFill>
          <a:blip xmlns:r="http://schemas.openxmlformats.org/officeDocument/2006/relationships" xmlns:a="http://schemas.openxmlformats.org/drawingml/2006/main" r:embed="R0184382966ff4777"/>
          <a:stretch xmlns:a="http://schemas.openxmlformats.org/drawingml/2006/main"/>
        </p:blipFill>
        <p:spPr>
          <a:xfrm xmlns:a="http://schemas.openxmlformats.org/drawingml/2006/main">
            <a:off x="762000" y="3257563"/>
            <a:ext cx="4953000" cy="1333475"/>
          </a:xfrm>
          <a:prstGeom xmlns:a="http://schemas.openxmlformats.org/drawingml/2006/main" prst="rect">
            <a:avLst/>
          </a:prstGeom>
        </p:spPr>
      </p:pic>
      <p:sp>
        <p:nvSpPr>
          <p:cNvPr id="30" name="rect_029">
            <a:extLst xmlns:a="http://schemas.openxmlformats.org/drawingml/2006/main">
              <a:ext uri="{FF2B5EF4-FFF2-40B4-BE49-F238E27FC236}">
                <a16:creationId xmlns:a16="http://schemas.microsoft.com/office/drawing/2014/main" id="{93E20FE4-D824-425B-B538-AFC5BC9C2584}"/>
              </a:ext>
            </a:extLst>
          </p:cNvPr>
          <p:cNvSpPr>
            <a:spLocks xmlns:a="http://schemas.openxmlformats.org/drawingml/2006/main" noGrp="1"/>
          </p:cNvSpPr>
          <p:nvPr/>
        </p:nvSpPr>
        <p:spPr>
          <a:xfrm xmlns:a="http://schemas.openxmlformats.org/drawingml/2006/main" rot="0">
            <a:off x="762000" y="3257550"/>
            <a:ext cx="4953000" cy="1333500"/>
          </a:xfrm>
          <a:prstGeom xmlns:a="http://schemas.openxmlformats.org/drawingml/2006/main" prst="rect">
            <a:avLst/>
          </a:prstGeom>
          <a:noFill xmlns:a="http://schemas.openxmlformats.org/drawingml/2006/main"/>
          <a:ln xmlns:a="http://schemas.openxmlformats.org/drawingml/2006/main" w="6668">
            <a:solidFill>
              <a:srgbClr val="7B8790"/>
            </a:solidFill>
            <a:prstDash val="solid"/>
          </a:ln>
        </p:spPr>
      </p:sp>
      <p:sp>
        <p:nvSpPr>
          <p:cNvPr id="31" name="text_030">
            <a:extLst xmlns:a="http://schemas.openxmlformats.org/drawingml/2006/main">
              <a:ext uri="{FF2B5EF4-FFF2-40B4-BE49-F238E27FC236}">
                <a16:creationId xmlns:a16="http://schemas.microsoft.com/office/drawing/2014/main" id="{C166A14B-7067-40D5-AC4F-794B90979A67}"/>
              </a:ext>
            </a:extLst>
          </p:cNvPr>
          <p:cNvSpPr>
            <a:spLocks xmlns:a="http://schemas.openxmlformats.org/drawingml/2006/main" noGrp="1"/>
          </p:cNvSpPr>
          <p:nvPr/>
        </p:nvSpPr>
        <p:spPr>
          <a:xfrm xmlns:a="http://schemas.openxmlformats.org/drawingml/2006/main" rot="0">
            <a:off x="352425" y="4505325"/>
            <a:ext cx="333375"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r">
              <a:defRPr sz="1200" b="0">
                <a:solidFill>
                  <a:srgbClr val="000000"/>
                </a:solidFill>
                <a:latin typeface="Arial"/>
                <a:ea typeface="Arial"/>
                <a:cs typeface="Arial"/>
              </a:defRPr>
            </a:defPPr>
            <a:lvl1pPr algn="r">
              <a:defRPr sz="1200" b="0">
                <a:solidFill>
                  <a:srgbClr val="000000"/>
                </a:solidFill>
                <a:latin typeface="Arial"/>
                <a:ea typeface="Arial"/>
                <a:cs typeface="Arial"/>
              </a:defRPr>
            </a:lvl1pPr>
            <a:lvl2pPr algn="r">
              <a:defRPr sz="1200" b="0">
                <a:solidFill>
                  <a:srgbClr val="000000"/>
                </a:solidFill>
                <a:latin typeface="Arial"/>
                <a:ea typeface="Arial"/>
                <a:cs typeface="Arial"/>
              </a:defRPr>
            </a:lvl2pPr>
            <a:lvl3pPr algn="r">
              <a:defRPr sz="1200" b="0">
                <a:solidFill>
                  <a:srgbClr val="000000"/>
                </a:solidFill>
                <a:latin typeface="Arial"/>
                <a:ea typeface="Arial"/>
                <a:cs typeface="Arial"/>
              </a:defRPr>
            </a:lvl3pPr>
            <a:lvl4pPr algn="r">
              <a:defRPr sz="1200" b="0">
                <a:solidFill>
                  <a:srgbClr val="000000"/>
                </a:solidFill>
                <a:latin typeface="Arial"/>
                <a:ea typeface="Arial"/>
                <a:cs typeface="Arial"/>
              </a:defRPr>
            </a:lvl4pPr>
            <a:lvl5pPr algn="r">
              <a:defRPr sz="1200" b="0">
                <a:solidFill>
                  <a:srgbClr val="000000"/>
                </a:solidFill>
                <a:latin typeface="Arial"/>
                <a:ea typeface="Arial"/>
                <a:cs typeface="Arial"/>
              </a:defRPr>
            </a:lvl5pPr>
            <a:lvl6pPr algn="r">
              <a:defRPr sz="1200" b="0">
                <a:solidFill>
                  <a:srgbClr val="000000"/>
                </a:solidFill>
                <a:latin typeface="Arial"/>
                <a:ea typeface="Arial"/>
                <a:cs typeface="Arial"/>
              </a:defRPr>
            </a:lvl6pPr>
            <a:lvl7pPr algn="r">
              <a:defRPr sz="1200" b="0">
                <a:solidFill>
                  <a:srgbClr val="000000"/>
                </a:solidFill>
                <a:latin typeface="Arial"/>
                <a:ea typeface="Arial"/>
                <a:cs typeface="Arial"/>
              </a:defRPr>
            </a:lvl7pPr>
            <a:lvl8pPr algn="r">
              <a:defRPr sz="1200" b="0">
                <a:solidFill>
                  <a:srgbClr val="000000"/>
                </a:solidFill>
                <a:latin typeface="Arial"/>
                <a:ea typeface="Arial"/>
                <a:cs typeface="Arial"/>
              </a:defRPr>
            </a:lvl8pPr>
            <a:lvl9pPr algn="r">
              <a:defRPr sz="1200" b="0">
                <a:solidFill>
                  <a:srgbClr val="000000"/>
                </a:solidFill>
                <a:latin typeface="Arial"/>
                <a:ea typeface="Arial"/>
                <a:cs typeface="Arial"/>
              </a:defRPr>
            </a:lvl9pPr>
          </a:lstStyle>
          <a:p xmlns:a="http://schemas.openxmlformats.org/drawingml/2006/main">
            <a:pPr algn="r">
              <a:defRPr sz="1200" b="0">
                <a:solidFill>
                  <a:srgbClr val="000000"/>
                </a:solidFill>
                <a:latin typeface="Arial"/>
                <a:ea typeface="Arial"/>
                <a:cs typeface="Arial"/>
              </a:defRPr>
            </a:pPr>
            <a:r>
              <a:rPr sz="1200" b="0">
                <a:solidFill>
                  <a:srgbClr val="000000"/>
                </a:solidFill>
                <a:latin typeface="Arial"/>
                <a:ea typeface="Arial"/>
                <a:cs typeface="Arial"/>
              </a:rPr>
              <a:t>0</a:t>
            </a:r>
          </a:p>
        </p:txBody>
      </p:sp>
      <p:sp>
        <p:nvSpPr>
          <p:cNvPr id="32" name="text_031">
            <a:extLst xmlns:a="http://schemas.openxmlformats.org/drawingml/2006/main">
              <a:ext uri="{FF2B5EF4-FFF2-40B4-BE49-F238E27FC236}">
                <a16:creationId xmlns:a16="http://schemas.microsoft.com/office/drawing/2014/main" id="{B685FB66-61CA-48C1-8376-1F4B64E6778A}"/>
              </a:ext>
            </a:extLst>
          </p:cNvPr>
          <p:cNvSpPr>
            <a:spLocks xmlns:a="http://schemas.openxmlformats.org/drawingml/2006/main" noGrp="1"/>
          </p:cNvSpPr>
          <p:nvPr/>
        </p:nvSpPr>
        <p:spPr>
          <a:xfrm xmlns:a="http://schemas.openxmlformats.org/drawingml/2006/main" rot="0">
            <a:off x="352425" y="3838575"/>
            <a:ext cx="333375"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r">
              <a:defRPr sz="1200" b="0">
                <a:solidFill>
                  <a:srgbClr val="000000"/>
                </a:solidFill>
                <a:latin typeface="Arial"/>
                <a:ea typeface="Arial"/>
                <a:cs typeface="Arial"/>
              </a:defRPr>
            </a:defPPr>
            <a:lvl1pPr algn="r">
              <a:defRPr sz="1200" b="0">
                <a:solidFill>
                  <a:srgbClr val="000000"/>
                </a:solidFill>
                <a:latin typeface="Arial"/>
                <a:ea typeface="Arial"/>
                <a:cs typeface="Arial"/>
              </a:defRPr>
            </a:lvl1pPr>
            <a:lvl2pPr algn="r">
              <a:defRPr sz="1200" b="0">
                <a:solidFill>
                  <a:srgbClr val="000000"/>
                </a:solidFill>
                <a:latin typeface="Arial"/>
                <a:ea typeface="Arial"/>
                <a:cs typeface="Arial"/>
              </a:defRPr>
            </a:lvl2pPr>
            <a:lvl3pPr algn="r">
              <a:defRPr sz="1200" b="0">
                <a:solidFill>
                  <a:srgbClr val="000000"/>
                </a:solidFill>
                <a:latin typeface="Arial"/>
                <a:ea typeface="Arial"/>
                <a:cs typeface="Arial"/>
              </a:defRPr>
            </a:lvl3pPr>
            <a:lvl4pPr algn="r">
              <a:defRPr sz="1200" b="0">
                <a:solidFill>
                  <a:srgbClr val="000000"/>
                </a:solidFill>
                <a:latin typeface="Arial"/>
                <a:ea typeface="Arial"/>
                <a:cs typeface="Arial"/>
              </a:defRPr>
            </a:lvl4pPr>
            <a:lvl5pPr algn="r">
              <a:defRPr sz="1200" b="0">
                <a:solidFill>
                  <a:srgbClr val="000000"/>
                </a:solidFill>
                <a:latin typeface="Arial"/>
                <a:ea typeface="Arial"/>
                <a:cs typeface="Arial"/>
              </a:defRPr>
            </a:lvl5pPr>
            <a:lvl6pPr algn="r">
              <a:defRPr sz="1200" b="0">
                <a:solidFill>
                  <a:srgbClr val="000000"/>
                </a:solidFill>
                <a:latin typeface="Arial"/>
                <a:ea typeface="Arial"/>
                <a:cs typeface="Arial"/>
              </a:defRPr>
            </a:lvl6pPr>
            <a:lvl7pPr algn="r">
              <a:defRPr sz="1200" b="0">
                <a:solidFill>
                  <a:srgbClr val="000000"/>
                </a:solidFill>
                <a:latin typeface="Arial"/>
                <a:ea typeface="Arial"/>
                <a:cs typeface="Arial"/>
              </a:defRPr>
            </a:lvl7pPr>
            <a:lvl8pPr algn="r">
              <a:defRPr sz="1200" b="0">
                <a:solidFill>
                  <a:srgbClr val="000000"/>
                </a:solidFill>
                <a:latin typeface="Arial"/>
                <a:ea typeface="Arial"/>
                <a:cs typeface="Arial"/>
              </a:defRPr>
            </a:lvl8pPr>
            <a:lvl9pPr algn="r">
              <a:defRPr sz="1200" b="0">
                <a:solidFill>
                  <a:srgbClr val="000000"/>
                </a:solidFill>
                <a:latin typeface="Arial"/>
                <a:ea typeface="Arial"/>
                <a:cs typeface="Arial"/>
              </a:defRPr>
            </a:lvl9pPr>
          </a:lstStyle>
          <a:p xmlns:a="http://schemas.openxmlformats.org/drawingml/2006/main">
            <a:pPr algn="r">
              <a:defRPr sz="1200" b="0">
                <a:solidFill>
                  <a:srgbClr val="000000"/>
                </a:solidFill>
                <a:latin typeface="Arial"/>
                <a:ea typeface="Arial"/>
                <a:cs typeface="Arial"/>
              </a:defRPr>
            </a:pPr>
            <a:r>
              <a:rPr sz="1200" b="0">
                <a:solidFill>
                  <a:srgbClr val="000000"/>
                </a:solidFill>
                <a:latin typeface="Arial"/>
                <a:ea typeface="Arial"/>
                <a:cs typeface="Arial"/>
              </a:rPr>
              <a:t>0.5</a:t>
            </a:r>
          </a:p>
        </p:txBody>
      </p:sp>
      <p:sp>
        <p:nvSpPr>
          <p:cNvPr id="33" name="text_032">
            <a:extLst xmlns:a="http://schemas.openxmlformats.org/drawingml/2006/main">
              <a:ext uri="{FF2B5EF4-FFF2-40B4-BE49-F238E27FC236}">
                <a16:creationId xmlns:a16="http://schemas.microsoft.com/office/drawing/2014/main" id="{2CBA6481-D41A-491C-A6C4-2264E649FF4B}"/>
              </a:ext>
            </a:extLst>
          </p:cNvPr>
          <p:cNvSpPr>
            <a:spLocks xmlns:a="http://schemas.openxmlformats.org/drawingml/2006/main" noGrp="1"/>
          </p:cNvSpPr>
          <p:nvPr/>
        </p:nvSpPr>
        <p:spPr>
          <a:xfrm xmlns:a="http://schemas.openxmlformats.org/drawingml/2006/main" rot="0">
            <a:off x="352425" y="3171825"/>
            <a:ext cx="333375"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r">
              <a:defRPr sz="1200" b="0">
                <a:solidFill>
                  <a:srgbClr val="000000"/>
                </a:solidFill>
                <a:latin typeface="Arial"/>
                <a:ea typeface="Arial"/>
                <a:cs typeface="Arial"/>
              </a:defRPr>
            </a:defPPr>
            <a:lvl1pPr algn="r">
              <a:defRPr sz="1200" b="0">
                <a:solidFill>
                  <a:srgbClr val="000000"/>
                </a:solidFill>
                <a:latin typeface="Arial"/>
                <a:ea typeface="Arial"/>
                <a:cs typeface="Arial"/>
              </a:defRPr>
            </a:lvl1pPr>
            <a:lvl2pPr algn="r">
              <a:defRPr sz="1200" b="0">
                <a:solidFill>
                  <a:srgbClr val="000000"/>
                </a:solidFill>
                <a:latin typeface="Arial"/>
                <a:ea typeface="Arial"/>
                <a:cs typeface="Arial"/>
              </a:defRPr>
            </a:lvl2pPr>
            <a:lvl3pPr algn="r">
              <a:defRPr sz="1200" b="0">
                <a:solidFill>
                  <a:srgbClr val="000000"/>
                </a:solidFill>
                <a:latin typeface="Arial"/>
                <a:ea typeface="Arial"/>
                <a:cs typeface="Arial"/>
              </a:defRPr>
            </a:lvl3pPr>
            <a:lvl4pPr algn="r">
              <a:defRPr sz="1200" b="0">
                <a:solidFill>
                  <a:srgbClr val="000000"/>
                </a:solidFill>
                <a:latin typeface="Arial"/>
                <a:ea typeface="Arial"/>
                <a:cs typeface="Arial"/>
              </a:defRPr>
            </a:lvl4pPr>
            <a:lvl5pPr algn="r">
              <a:defRPr sz="1200" b="0">
                <a:solidFill>
                  <a:srgbClr val="000000"/>
                </a:solidFill>
                <a:latin typeface="Arial"/>
                <a:ea typeface="Arial"/>
                <a:cs typeface="Arial"/>
              </a:defRPr>
            </a:lvl5pPr>
            <a:lvl6pPr algn="r">
              <a:defRPr sz="1200" b="0">
                <a:solidFill>
                  <a:srgbClr val="000000"/>
                </a:solidFill>
                <a:latin typeface="Arial"/>
                <a:ea typeface="Arial"/>
                <a:cs typeface="Arial"/>
              </a:defRPr>
            </a:lvl6pPr>
            <a:lvl7pPr algn="r">
              <a:defRPr sz="1200" b="0">
                <a:solidFill>
                  <a:srgbClr val="000000"/>
                </a:solidFill>
                <a:latin typeface="Arial"/>
                <a:ea typeface="Arial"/>
                <a:cs typeface="Arial"/>
              </a:defRPr>
            </a:lvl7pPr>
            <a:lvl8pPr algn="r">
              <a:defRPr sz="1200" b="0">
                <a:solidFill>
                  <a:srgbClr val="000000"/>
                </a:solidFill>
                <a:latin typeface="Arial"/>
                <a:ea typeface="Arial"/>
                <a:cs typeface="Arial"/>
              </a:defRPr>
            </a:lvl8pPr>
            <a:lvl9pPr algn="r">
              <a:defRPr sz="1200" b="0">
                <a:solidFill>
                  <a:srgbClr val="000000"/>
                </a:solidFill>
                <a:latin typeface="Arial"/>
                <a:ea typeface="Arial"/>
                <a:cs typeface="Arial"/>
              </a:defRPr>
            </a:lvl9pPr>
          </a:lstStyle>
          <a:p xmlns:a="http://schemas.openxmlformats.org/drawingml/2006/main">
            <a:pPr algn="r">
              <a:defRPr sz="1200" b="0">
                <a:solidFill>
                  <a:srgbClr val="000000"/>
                </a:solidFill>
                <a:latin typeface="Arial"/>
                <a:ea typeface="Arial"/>
                <a:cs typeface="Arial"/>
              </a:defRPr>
            </a:pPr>
            <a:r>
              <a:rPr sz="1200" b="0">
                <a:solidFill>
                  <a:srgbClr val="000000"/>
                </a:solidFill>
                <a:latin typeface="Arial"/>
                <a:ea typeface="Arial"/>
                <a:cs typeface="Arial"/>
              </a:rPr>
              <a:t>1</a:t>
            </a:r>
          </a:p>
        </p:txBody>
      </p:sp>
      <p:sp>
        <p:nvSpPr>
          <p:cNvPr id="34" name="text_033">
            <a:extLst xmlns:a="http://schemas.openxmlformats.org/drawingml/2006/main">
              <a:ext uri="{FF2B5EF4-FFF2-40B4-BE49-F238E27FC236}">
                <a16:creationId xmlns:a16="http://schemas.microsoft.com/office/drawing/2014/main" id="{4A89C0EE-6F65-418E-A743-1E3CFF1A5638}"/>
              </a:ext>
            </a:extLst>
          </p:cNvPr>
          <p:cNvSpPr>
            <a:spLocks xmlns:a="http://schemas.openxmlformats.org/drawingml/2006/main" noGrp="1"/>
          </p:cNvSpPr>
          <p:nvPr/>
        </p:nvSpPr>
        <p:spPr>
          <a:xfrm xmlns:a="http://schemas.openxmlformats.org/drawingml/2006/main" rot="0">
            <a:off x="463966" y="4638675"/>
            <a:ext cx="60960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xmlns:a="http://schemas.openxmlformats.org/drawingml/2006/main">
            <a:pPr algn="ctr">
              <a:defRPr sz="1125" b="0">
                <a:solidFill>
                  <a:srgbClr val="000000"/>
                </a:solidFill>
                <a:latin typeface="Arial"/>
                <a:ea typeface="Arial"/>
                <a:cs typeface="Arial"/>
              </a:defRPr>
            </a:pPr>
            <a:r>
              <a:rPr sz="1125" b="0">
                <a:solidFill>
                  <a:srgbClr val="000000"/>
                </a:solidFill>
                <a:latin typeface="Arial"/>
                <a:ea typeface="Arial"/>
                <a:cs typeface="Arial"/>
              </a:rPr>
              <a:t>Jan 1</a:t>
            </a:r>
          </a:p>
        </p:txBody>
      </p:sp>
      <p:sp>
        <p:nvSpPr>
          <p:cNvPr id="35" name="text_034">
            <a:extLst xmlns:a="http://schemas.openxmlformats.org/drawingml/2006/main">
              <a:ext uri="{FF2B5EF4-FFF2-40B4-BE49-F238E27FC236}">
                <a16:creationId xmlns:a16="http://schemas.microsoft.com/office/drawing/2014/main" id="{D928A00A-2A17-4D20-981D-3B1086DFF80D}"/>
              </a:ext>
            </a:extLst>
          </p:cNvPr>
          <p:cNvSpPr>
            <a:spLocks xmlns:a="http://schemas.openxmlformats.org/drawingml/2006/main" noGrp="1"/>
          </p:cNvSpPr>
          <p:nvPr/>
        </p:nvSpPr>
        <p:spPr>
          <a:xfrm xmlns:a="http://schemas.openxmlformats.org/drawingml/2006/main" rot="0">
            <a:off x="1695450" y="4638675"/>
            <a:ext cx="60960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xmlns:a="http://schemas.openxmlformats.org/drawingml/2006/main">
            <a:pPr algn="ctr">
              <a:defRPr sz="1125" b="0">
                <a:solidFill>
                  <a:srgbClr val="000000"/>
                </a:solidFill>
                <a:latin typeface="Arial"/>
                <a:ea typeface="Arial"/>
                <a:cs typeface="Arial"/>
              </a:defRPr>
            </a:pPr>
            <a:r>
              <a:rPr sz="1125" b="0">
                <a:solidFill>
                  <a:srgbClr val="000000"/>
                </a:solidFill>
                <a:latin typeface="Arial"/>
                <a:ea typeface="Arial"/>
                <a:cs typeface="Arial"/>
              </a:rPr>
              <a:t>Apr 1</a:t>
            </a:r>
          </a:p>
        </p:txBody>
      </p:sp>
      <p:sp>
        <p:nvSpPr>
          <p:cNvPr id="36" name="text_035">
            <a:extLst xmlns:a="http://schemas.openxmlformats.org/drawingml/2006/main">
              <a:ext uri="{FF2B5EF4-FFF2-40B4-BE49-F238E27FC236}">
                <a16:creationId xmlns:a16="http://schemas.microsoft.com/office/drawing/2014/main" id="{4ED2966C-1F92-476A-A15A-0D52B03A651B}"/>
              </a:ext>
            </a:extLst>
          </p:cNvPr>
          <p:cNvSpPr>
            <a:spLocks xmlns:a="http://schemas.openxmlformats.org/drawingml/2006/main" noGrp="1"/>
          </p:cNvSpPr>
          <p:nvPr/>
        </p:nvSpPr>
        <p:spPr>
          <a:xfrm xmlns:a="http://schemas.openxmlformats.org/drawingml/2006/main" rot="0">
            <a:off x="2926934" y="4638675"/>
            <a:ext cx="60960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xmlns:a="http://schemas.openxmlformats.org/drawingml/2006/main">
            <a:pPr algn="ctr">
              <a:defRPr sz="1125" b="0">
                <a:solidFill>
                  <a:srgbClr val="000000"/>
                </a:solidFill>
                <a:latin typeface="Arial"/>
                <a:ea typeface="Arial"/>
                <a:cs typeface="Arial"/>
              </a:defRPr>
            </a:pPr>
            <a:r>
              <a:rPr sz="1125" b="0">
                <a:solidFill>
                  <a:srgbClr val="000000"/>
                </a:solidFill>
                <a:latin typeface="Arial"/>
                <a:ea typeface="Arial"/>
                <a:cs typeface="Arial"/>
              </a:rPr>
              <a:t>Jul 1</a:t>
            </a:r>
          </a:p>
        </p:txBody>
      </p:sp>
      <p:sp>
        <p:nvSpPr>
          <p:cNvPr id="37" name="text_036">
            <a:extLst xmlns:a="http://schemas.openxmlformats.org/drawingml/2006/main">
              <a:ext uri="{FF2B5EF4-FFF2-40B4-BE49-F238E27FC236}">
                <a16:creationId xmlns:a16="http://schemas.microsoft.com/office/drawing/2014/main" id="{BFD8B571-E532-4709-A84E-93798EE5490C}"/>
              </a:ext>
            </a:extLst>
          </p:cNvPr>
          <p:cNvSpPr>
            <a:spLocks xmlns:a="http://schemas.openxmlformats.org/drawingml/2006/main" noGrp="1"/>
          </p:cNvSpPr>
          <p:nvPr/>
        </p:nvSpPr>
        <p:spPr>
          <a:xfrm xmlns:a="http://schemas.openxmlformats.org/drawingml/2006/main" rot="0">
            <a:off x="4171950" y="4638675"/>
            <a:ext cx="60960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xmlns:a="http://schemas.openxmlformats.org/drawingml/2006/main">
            <a:pPr algn="ctr">
              <a:defRPr sz="1125" b="0">
                <a:solidFill>
                  <a:srgbClr val="000000"/>
                </a:solidFill>
                <a:latin typeface="Arial"/>
                <a:ea typeface="Arial"/>
                <a:cs typeface="Arial"/>
              </a:defRPr>
            </a:pPr>
            <a:r>
              <a:rPr sz="1125" b="0">
                <a:solidFill>
                  <a:srgbClr val="000000"/>
                </a:solidFill>
                <a:latin typeface="Arial"/>
                <a:ea typeface="Arial"/>
                <a:cs typeface="Arial"/>
              </a:rPr>
              <a:t>Oct 1</a:t>
            </a:r>
          </a:p>
        </p:txBody>
      </p:sp>
      <p:sp>
        <p:nvSpPr>
          <p:cNvPr id="38" name="text_037">
            <a:extLst xmlns:a="http://schemas.openxmlformats.org/drawingml/2006/main">
              <a:ext uri="{FF2B5EF4-FFF2-40B4-BE49-F238E27FC236}">
                <a16:creationId xmlns:a16="http://schemas.microsoft.com/office/drawing/2014/main" id="{D450F2FE-F34D-4650-8489-CFB0BA1387EB}"/>
              </a:ext>
            </a:extLst>
          </p:cNvPr>
          <p:cNvSpPr>
            <a:spLocks xmlns:a="http://schemas.openxmlformats.org/drawingml/2006/main" noGrp="1"/>
          </p:cNvSpPr>
          <p:nvPr/>
        </p:nvSpPr>
        <p:spPr>
          <a:xfrm xmlns:a="http://schemas.openxmlformats.org/drawingml/2006/main" rot="0">
            <a:off x="5403434" y="4638675"/>
            <a:ext cx="60960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xmlns:a="http://schemas.openxmlformats.org/drawingml/2006/main">
            <a:pPr algn="ctr">
              <a:defRPr sz="1125" b="0">
                <a:solidFill>
                  <a:srgbClr val="000000"/>
                </a:solidFill>
                <a:latin typeface="Arial"/>
                <a:ea typeface="Arial"/>
                <a:cs typeface="Arial"/>
              </a:defRPr>
            </a:pPr>
            <a:r>
              <a:rPr sz="1125" b="0">
                <a:solidFill>
                  <a:srgbClr val="000000"/>
                </a:solidFill>
                <a:latin typeface="Arial"/>
                <a:ea typeface="Arial"/>
                <a:cs typeface="Arial"/>
              </a:rPr>
              <a:t>Dec 31</a:t>
            </a:r>
          </a:p>
        </p:txBody>
      </p:sp>
      <p:sp>
        <p:nvSpPr>
          <p:cNvPr id="39" name="text_038">
            <a:extLst xmlns:a="http://schemas.openxmlformats.org/drawingml/2006/main">
              <a:ext uri="{FF2B5EF4-FFF2-40B4-BE49-F238E27FC236}">
                <a16:creationId xmlns:a16="http://schemas.microsoft.com/office/drawing/2014/main" id="{122F8E18-DA1F-42DE-A188-CF0DD9292185}"/>
              </a:ext>
            </a:extLst>
          </p:cNvPr>
          <p:cNvSpPr>
            <a:spLocks xmlns:a="http://schemas.openxmlformats.org/drawingml/2006/main" noGrp="1"/>
          </p:cNvSpPr>
          <p:nvPr/>
        </p:nvSpPr>
        <p:spPr>
          <a:xfrm xmlns:a="http://schemas.openxmlformats.org/drawingml/2006/main" rot="0">
            <a:off x="762000" y="4867275"/>
            <a:ext cx="495300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xmlns:a="http://schemas.openxmlformats.org/drawingml/2006/main">
            <a:pPr algn="ctr">
              <a:defRPr sz="1200" b="0">
                <a:solidFill>
                  <a:srgbClr val="000000"/>
                </a:solidFill>
                <a:latin typeface="Arial"/>
                <a:ea typeface="Arial"/>
                <a:cs typeface="Arial"/>
              </a:defRPr>
            </a:pPr>
            <a:r>
              <a:rPr sz="1200" b="0">
                <a:solidFill>
                  <a:srgbClr val="000000"/>
                </a:solidFill>
                <a:latin typeface="Arial"/>
                <a:ea typeface="Arial"/>
                <a:cs typeface="Arial"/>
              </a:rPr>
              <a:t>2000 date</a:t>
            </a:r>
          </a:p>
        </p:txBody>
      </p:sp>
      <p:sp>
        <p:nvSpPr>
          <p:cNvPr id="40" name="text_039">
            <a:extLst xmlns:a="http://schemas.openxmlformats.org/drawingml/2006/main">
              <a:ext uri="{FF2B5EF4-FFF2-40B4-BE49-F238E27FC236}">
                <a16:creationId xmlns:a16="http://schemas.microsoft.com/office/drawing/2014/main" id="{1D861875-7CC0-4B5C-B46D-7F2A865B810F}"/>
              </a:ext>
            </a:extLst>
          </p:cNvPr>
          <p:cNvSpPr>
            <a:spLocks xmlns:a="http://schemas.openxmlformats.org/drawingml/2006/main" noGrp="1"/>
          </p:cNvSpPr>
          <p:nvPr/>
        </p:nvSpPr>
        <p:spPr>
          <a:xfrm xmlns:a="http://schemas.openxmlformats.org/drawingml/2006/main" rot="0">
            <a:off x="6762750" y="2990850"/>
            <a:ext cx="4953000" cy="238125"/>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425" b="1">
                <a:solidFill>
                  <a:srgbClr val="000000"/>
                </a:solidFill>
                <a:latin typeface="Arial"/>
                <a:ea typeface="Arial"/>
                <a:cs typeface="Arial"/>
              </a:defRPr>
            </a:defPPr>
            <a:lvl1pPr algn="l">
              <a:defRPr sz="1425" b="1">
                <a:solidFill>
                  <a:srgbClr val="000000"/>
                </a:solidFill>
                <a:latin typeface="Arial"/>
                <a:ea typeface="Arial"/>
                <a:cs typeface="Arial"/>
              </a:defRPr>
            </a:lvl1pPr>
            <a:lvl2pPr algn="l">
              <a:defRPr sz="1425" b="1">
                <a:solidFill>
                  <a:srgbClr val="000000"/>
                </a:solidFill>
                <a:latin typeface="Arial"/>
                <a:ea typeface="Arial"/>
                <a:cs typeface="Arial"/>
              </a:defRPr>
            </a:lvl2pPr>
            <a:lvl3pPr algn="l">
              <a:defRPr sz="1425" b="1">
                <a:solidFill>
                  <a:srgbClr val="000000"/>
                </a:solidFill>
                <a:latin typeface="Arial"/>
                <a:ea typeface="Arial"/>
                <a:cs typeface="Arial"/>
              </a:defRPr>
            </a:lvl3pPr>
            <a:lvl4pPr algn="l">
              <a:defRPr sz="1425" b="1">
                <a:solidFill>
                  <a:srgbClr val="000000"/>
                </a:solidFill>
                <a:latin typeface="Arial"/>
                <a:ea typeface="Arial"/>
                <a:cs typeface="Arial"/>
              </a:defRPr>
            </a:lvl4pPr>
            <a:lvl5pPr algn="l">
              <a:defRPr sz="1425" b="1">
                <a:solidFill>
                  <a:srgbClr val="000000"/>
                </a:solidFill>
                <a:latin typeface="Arial"/>
                <a:ea typeface="Arial"/>
                <a:cs typeface="Arial"/>
              </a:defRPr>
            </a:lvl5pPr>
            <a:lvl6pPr algn="l">
              <a:defRPr sz="1425" b="1">
                <a:solidFill>
                  <a:srgbClr val="000000"/>
                </a:solidFill>
                <a:latin typeface="Arial"/>
                <a:ea typeface="Arial"/>
                <a:cs typeface="Arial"/>
              </a:defRPr>
            </a:lvl6pPr>
            <a:lvl7pPr algn="l">
              <a:defRPr sz="1425" b="1">
                <a:solidFill>
                  <a:srgbClr val="000000"/>
                </a:solidFill>
                <a:latin typeface="Arial"/>
                <a:ea typeface="Arial"/>
                <a:cs typeface="Arial"/>
              </a:defRPr>
            </a:lvl7pPr>
            <a:lvl8pPr algn="l">
              <a:defRPr sz="1425" b="1">
                <a:solidFill>
                  <a:srgbClr val="000000"/>
                </a:solidFill>
                <a:latin typeface="Arial"/>
                <a:ea typeface="Arial"/>
                <a:cs typeface="Arial"/>
              </a:defRPr>
            </a:lvl8pPr>
            <a:lvl9pPr algn="l">
              <a:defRPr sz="1425" b="1">
                <a:solidFill>
                  <a:srgbClr val="000000"/>
                </a:solidFill>
                <a:latin typeface="Arial"/>
                <a:ea typeface="Arial"/>
                <a:cs typeface="Arial"/>
              </a:defRPr>
            </a:lvl9pPr>
          </a:lstStyle>
          <a:p xmlns:a="http://schemas.openxmlformats.org/drawingml/2006/main">
            <a:pPr algn="l">
              <a:defRPr sz="1425" b="1">
                <a:solidFill>
                  <a:srgbClr val="000000"/>
                </a:solidFill>
                <a:latin typeface="Arial"/>
                <a:ea typeface="Arial"/>
                <a:cs typeface="Arial"/>
              </a:defRPr>
            </a:pPr>
            <a:r>
              <a:rPr sz="1425" b="1">
                <a:solidFill>
                  <a:srgbClr val="000000"/>
                </a:solidFill>
                <a:latin typeface="Arial"/>
                <a:ea typeface="Arial"/>
                <a:cs typeface="Arial"/>
              </a:rPr>
              <a:t>RG-MTM-R20</a:t>
            </a:r>
          </a:p>
        </p:txBody>
      </p:sp>
      <p:pic>
        <p:nvPicPr>
          <p:cNvPr id="41" name="">
            <a:extLst xmlns:a="http://schemas.openxmlformats.org/drawingml/2006/main">
              <a:ext uri="{FF2B5EF4-FFF2-40B4-BE49-F238E27FC236}">
                <a16:creationId xmlns:a16="http://schemas.microsoft.com/office/drawing/2014/main" id="{9DE111E0-AF46-48E3-A812-F2B0925BC5B1}"/>
              </a:ext>
            </a:extLst>
          </p:cNvPr>
          <p:cNvPicPr>
            <a:picLocks xmlns:a="http://schemas.openxmlformats.org/drawingml/2006/main" noChangeAspect="1"/>
          </p:cNvPicPr>
          <p:nvPr/>
        </p:nvPicPr>
        <p:blipFill>
          <a:blip xmlns:r="http://schemas.openxmlformats.org/officeDocument/2006/relationships" xmlns:a="http://schemas.openxmlformats.org/drawingml/2006/main" r:embed="R3b64e699ba19403d"/>
          <a:stretch xmlns:a="http://schemas.openxmlformats.org/drawingml/2006/main"/>
        </p:blipFill>
        <p:spPr>
          <a:xfrm xmlns:a="http://schemas.openxmlformats.org/drawingml/2006/main">
            <a:off x="6762750" y="3257563"/>
            <a:ext cx="4953000" cy="1333475"/>
          </a:xfrm>
          <a:prstGeom xmlns:a="http://schemas.openxmlformats.org/drawingml/2006/main" prst="rect">
            <a:avLst/>
          </a:prstGeom>
        </p:spPr>
      </p:pic>
      <p:sp>
        <p:nvSpPr>
          <p:cNvPr id="42" name="rect_041">
            <a:extLst xmlns:a="http://schemas.openxmlformats.org/drawingml/2006/main">
              <a:ext uri="{FF2B5EF4-FFF2-40B4-BE49-F238E27FC236}">
                <a16:creationId xmlns:a16="http://schemas.microsoft.com/office/drawing/2014/main" id="{4F21F3B3-E3A8-4BFF-A4FA-16ACE4628F80}"/>
              </a:ext>
            </a:extLst>
          </p:cNvPr>
          <p:cNvSpPr>
            <a:spLocks xmlns:a="http://schemas.openxmlformats.org/drawingml/2006/main" noGrp="1"/>
          </p:cNvSpPr>
          <p:nvPr/>
        </p:nvSpPr>
        <p:spPr>
          <a:xfrm xmlns:a="http://schemas.openxmlformats.org/drawingml/2006/main" rot="0">
            <a:off x="6762750" y="3257550"/>
            <a:ext cx="4953000" cy="1333500"/>
          </a:xfrm>
          <a:prstGeom xmlns:a="http://schemas.openxmlformats.org/drawingml/2006/main" prst="rect">
            <a:avLst/>
          </a:prstGeom>
          <a:noFill xmlns:a="http://schemas.openxmlformats.org/drawingml/2006/main"/>
          <a:ln xmlns:a="http://schemas.openxmlformats.org/drawingml/2006/main" w="6668">
            <a:solidFill>
              <a:srgbClr val="7B8790"/>
            </a:solidFill>
            <a:prstDash val="solid"/>
          </a:ln>
        </p:spPr>
      </p:sp>
      <p:sp>
        <p:nvSpPr>
          <p:cNvPr id="43" name="text_042">
            <a:extLst xmlns:a="http://schemas.openxmlformats.org/drawingml/2006/main">
              <a:ext uri="{FF2B5EF4-FFF2-40B4-BE49-F238E27FC236}">
                <a16:creationId xmlns:a16="http://schemas.microsoft.com/office/drawing/2014/main" id="{C6685036-FC46-4C51-81DF-CCE1B93DEEAA}"/>
              </a:ext>
            </a:extLst>
          </p:cNvPr>
          <p:cNvSpPr>
            <a:spLocks xmlns:a="http://schemas.openxmlformats.org/drawingml/2006/main" noGrp="1"/>
          </p:cNvSpPr>
          <p:nvPr/>
        </p:nvSpPr>
        <p:spPr>
          <a:xfrm xmlns:a="http://schemas.openxmlformats.org/drawingml/2006/main" rot="0">
            <a:off x="6353175" y="4505325"/>
            <a:ext cx="333375"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r">
              <a:defRPr sz="1200" b="0">
                <a:solidFill>
                  <a:srgbClr val="000000"/>
                </a:solidFill>
                <a:latin typeface="Arial"/>
                <a:ea typeface="Arial"/>
                <a:cs typeface="Arial"/>
              </a:defRPr>
            </a:defPPr>
            <a:lvl1pPr algn="r">
              <a:defRPr sz="1200" b="0">
                <a:solidFill>
                  <a:srgbClr val="000000"/>
                </a:solidFill>
                <a:latin typeface="Arial"/>
                <a:ea typeface="Arial"/>
                <a:cs typeface="Arial"/>
              </a:defRPr>
            </a:lvl1pPr>
            <a:lvl2pPr algn="r">
              <a:defRPr sz="1200" b="0">
                <a:solidFill>
                  <a:srgbClr val="000000"/>
                </a:solidFill>
                <a:latin typeface="Arial"/>
                <a:ea typeface="Arial"/>
                <a:cs typeface="Arial"/>
              </a:defRPr>
            </a:lvl2pPr>
            <a:lvl3pPr algn="r">
              <a:defRPr sz="1200" b="0">
                <a:solidFill>
                  <a:srgbClr val="000000"/>
                </a:solidFill>
                <a:latin typeface="Arial"/>
                <a:ea typeface="Arial"/>
                <a:cs typeface="Arial"/>
              </a:defRPr>
            </a:lvl3pPr>
            <a:lvl4pPr algn="r">
              <a:defRPr sz="1200" b="0">
                <a:solidFill>
                  <a:srgbClr val="000000"/>
                </a:solidFill>
                <a:latin typeface="Arial"/>
                <a:ea typeface="Arial"/>
                <a:cs typeface="Arial"/>
              </a:defRPr>
            </a:lvl4pPr>
            <a:lvl5pPr algn="r">
              <a:defRPr sz="1200" b="0">
                <a:solidFill>
                  <a:srgbClr val="000000"/>
                </a:solidFill>
                <a:latin typeface="Arial"/>
                <a:ea typeface="Arial"/>
                <a:cs typeface="Arial"/>
              </a:defRPr>
            </a:lvl5pPr>
            <a:lvl6pPr algn="r">
              <a:defRPr sz="1200" b="0">
                <a:solidFill>
                  <a:srgbClr val="000000"/>
                </a:solidFill>
                <a:latin typeface="Arial"/>
                <a:ea typeface="Arial"/>
                <a:cs typeface="Arial"/>
              </a:defRPr>
            </a:lvl6pPr>
            <a:lvl7pPr algn="r">
              <a:defRPr sz="1200" b="0">
                <a:solidFill>
                  <a:srgbClr val="000000"/>
                </a:solidFill>
                <a:latin typeface="Arial"/>
                <a:ea typeface="Arial"/>
                <a:cs typeface="Arial"/>
              </a:defRPr>
            </a:lvl7pPr>
            <a:lvl8pPr algn="r">
              <a:defRPr sz="1200" b="0">
                <a:solidFill>
                  <a:srgbClr val="000000"/>
                </a:solidFill>
                <a:latin typeface="Arial"/>
                <a:ea typeface="Arial"/>
                <a:cs typeface="Arial"/>
              </a:defRPr>
            </a:lvl8pPr>
            <a:lvl9pPr algn="r">
              <a:defRPr sz="1200" b="0">
                <a:solidFill>
                  <a:srgbClr val="000000"/>
                </a:solidFill>
                <a:latin typeface="Arial"/>
                <a:ea typeface="Arial"/>
                <a:cs typeface="Arial"/>
              </a:defRPr>
            </a:lvl9pPr>
          </a:lstStyle>
          <a:p xmlns:a="http://schemas.openxmlformats.org/drawingml/2006/main">
            <a:pPr algn="r">
              <a:defRPr sz="1200" b="0">
                <a:solidFill>
                  <a:srgbClr val="000000"/>
                </a:solidFill>
                <a:latin typeface="Arial"/>
                <a:ea typeface="Arial"/>
                <a:cs typeface="Arial"/>
              </a:defRPr>
            </a:pPr>
            <a:r>
              <a:rPr sz="1200" b="0">
                <a:solidFill>
                  <a:srgbClr val="000000"/>
                </a:solidFill>
                <a:latin typeface="Arial"/>
                <a:ea typeface="Arial"/>
                <a:cs typeface="Arial"/>
              </a:rPr>
              <a:t>0</a:t>
            </a:r>
          </a:p>
        </p:txBody>
      </p:sp>
      <p:sp>
        <p:nvSpPr>
          <p:cNvPr id="44" name="text_043">
            <a:extLst xmlns:a="http://schemas.openxmlformats.org/drawingml/2006/main">
              <a:ext uri="{FF2B5EF4-FFF2-40B4-BE49-F238E27FC236}">
                <a16:creationId xmlns:a16="http://schemas.microsoft.com/office/drawing/2014/main" id="{81FE8D56-6CBD-43F6-9E34-FABEF158D2CF}"/>
              </a:ext>
            </a:extLst>
          </p:cNvPr>
          <p:cNvSpPr>
            <a:spLocks xmlns:a="http://schemas.openxmlformats.org/drawingml/2006/main" noGrp="1"/>
          </p:cNvSpPr>
          <p:nvPr/>
        </p:nvSpPr>
        <p:spPr>
          <a:xfrm xmlns:a="http://schemas.openxmlformats.org/drawingml/2006/main" rot="0">
            <a:off x="6353175" y="3838575"/>
            <a:ext cx="333375"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r">
              <a:defRPr sz="1200" b="0">
                <a:solidFill>
                  <a:srgbClr val="000000"/>
                </a:solidFill>
                <a:latin typeface="Arial"/>
                <a:ea typeface="Arial"/>
                <a:cs typeface="Arial"/>
              </a:defRPr>
            </a:defPPr>
            <a:lvl1pPr algn="r">
              <a:defRPr sz="1200" b="0">
                <a:solidFill>
                  <a:srgbClr val="000000"/>
                </a:solidFill>
                <a:latin typeface="Arial"/>
                <a:ea typeface="Arial"/>
                <a:cs typeface="Arial"/>
              </a:defRPr>
            </a:lvl1pPr>
            <a:lvl2pPr algn="r">
              <a:defRPr sz="1200" b="0">
                <a:solidFill>
                  <a:srgbClr val="000000"/>
                </a:solidFill>
                <a:latin typeface="Arial"/>
                <a:ea typeface="Arial"/>
                <a:cs typeface="Arial"/>
              </a:defRPr>
            </a:lvl2pPr>
            <a:lvl3pPr algn="r">
              <a:defRPr sz="1200" b="0">
                <a:solidFill>
                  <a:srgbClr val="000000"/>
                </a:solidFill>
                <a:latin typeface="Arial"/>
                <a:ea typeface="Arial"/>
                <a:cs typeface="Arial"/>
              </a:defRPr>
            </a:lvl3pPr>
            <a:lvl4pPr algn="r">
              <a:defRPr sz="1200" b="0">
                <a:solidFill>
                  <a:srgbClr val="000000"/>
                </a:solidFill>
                <a:latin typeface="Arial"/>
                <a:ea typeface="Arial"/>
                <a:cs typeface="Arial"/>
              </a:defRPr>
            </a:lvl4pPr>
            <a:lvl5pPr algn="r">
              <a:defRPr sz="1200" b="0">
                <a:solidFill>
                  <a:srgbClr val="000000"/>
                </a:solidFill>
                <a:latin typeface="Arial"/>
                <a:ea typeface="Arial"/>
                <a:cs typeface="Arial"/>
              </a:defRPr>
            </a:lvl5pPr>
            <a:lvl6pPr algn="r">
              <a:defRPr sz="1200" b="0">
                <a:solidFill>
                  <a:srgbClr val="000000"/>
                </a:solidFill>
                <a:latin typeface="Arial"/>
                <a:ea typeface="Arial"/>
                <a:cs typeface="Arial"/>
              </a:defRPr>
            </a:lvl6pPr>
            <a:lvl7pPr algn="r">
              <a:defRPr sz="1200" b="0">
                <a:solidFill>
                  <a:srgbClr val="000000"/>
                </a:solidFill>
                <a:latin typeface="Arial"/>
                <a:ea typeface="Arial"/>
                <a:cs typeface="Arial"/>
              </a:defRPr>
            </a:lvl7pPr>
            <a:lvl8pPr algn="r">
              <a:defRPr sz="1200" b="0">
                <a:solidFill>
                  <a:srgbClr val="000000"/>
                </a:solidFill>
                <a:latin typeface="Arial"/>
                <a:ea typeface="Arial"/>
                <a:cs typeface="Arial"/>
              </a:defRPr>
            </a:lvl8pPr>
            <a:lvl9pPr algn="r">
              <a:defRPr sz="1200" b="0">
                <a:solidFill>
                  <a:srgbClr val="000000"/>
                </a:solidFill>
                <a:latin typeface="Arial"/>
                <a:ea typeface="Arial"/>
                <a:cs typeface="Arial"/>
              </a:defRPr>
            </a:lvl9pPr>
          </a:lstStyle>
          <a:p xmlns:a="http://schemas.openxmlformats.org/drawingml/2006/main">
            <a:pPr algn="r">
              <a:defRPr sz="1200" b="0">
                <a:solidFill>
                  <a:srgbClr val="000000"/>
                </a:solidFill>
                <a:latin typeface="Arial"/>
                <a:ea typeface="Arial"/>
                <a:cs typeface="Arial"/>
              </a:defRPr>
            </a:pPr>
            <a:r>
              <a:rPr sz="1200" b="0">
                <a:solidFill>
                  <a:srgbClr val="000000"/>
                </a:solidFill>
                <a:latin typeface="Arial"/>
                <a:ea typeface="Arial"/>
                <a:cs typeface="Arial"/>
              </a:rPr>
              <a:t>0.5</a:t>
            </a:r>
          </a:p>
        </p:txBody>
      </p:sp>
      <p:sp>
        <p:nvSpPr>
          <p:cNvPr id="45" name="text_044">
            <a:extLst xmlns:a="http://schemas.openxmlformats.org/drawingml/2006/main">
              <a:ext uri="{FF2B5EF4-FFF2-40B4-BE49-F238E27FC236}">
                <a16:creationId xmlns:a16="http://schemas.microsoft.com/office/drawing/2014/main" id="{3F92BD1A-186A-4574-AE15-901687F3553D}"/>
              </a:ext>
            </a:extLst>
          </p:cNvPr>
          <p:cNvSpPr>
            <a:spLocks xmlns:a="http://schemas.openxmlformats.org/drawingml/2006/main" noGrp="1"/>
          </p:cNvSpPr>
          <p:nvPr/>
        </p:nvSpPr>
        <p:spPr>
          <a:xfrm xmlns:a="http://schemas.openxmlformats.org/drawingml/2006/main" rot="0">
            <a:off x="6353175" y="3171825"/>
            <a:ext cx="333375"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r">
              <a:defRPr sz="1200" b="0">
                <a:solidFill>
                  <a:srgbClr val="000000"/>
                </a:solidFill>
                <a:latin typeface="Arial"/>
                <a:ea typeface="Arial"/>
                <a:cs typeface="Arial"/>
              </a:defRPr>
            </a:defPPr>
            <a:lvl1pPr algn="r">
              <a:defRPr sz="1200" b="0">
                <a:solidFill>
                  <a:srgbClr val="000000"/>
                </a:solidFill>
                <a:latin typeface="Arial"/>
                <a:ea typeface="Arial"/>
                <a:cs typeface="Arial"/>
              </a:defRPr>
            </a:lvl1pPr>
            <a:lvl2pPr algn="r">
              <a:defRPr sz="1200" b="0">
                <a:solidFill>
                  <a:srgbClr val="000000"/>
                </a:solidFill>
                <a:latin typeface="Arial"/>
                <a:ea typeface="Arial"/>
                <a:cs typeface="Arial"/>
              </a:defRPr>
            </a:lvl2pPr>
            <a:lvl3pPr algn="r">
              <a:defRPr sz="1200" b="0">
                <a:solidFill>
                  <a:srgbClr val="000000"/>
                </a:solidFill>
                <a:latin typeface="Arial"/>
                <a:ea typeface="Arial"/>
                <a:cs typeface="Arial"/>
              </a:defRPr>
            </a:lvl3pPr>
            <a:lvl4pPr algn="r">
              <a:defRPr sz="1200" b="0">
                <a:solidFill>
                  <a:srgbClr val="000000"/>
                </a:solidFill>
                <a:latin typeface="Arial"/>
                <a:ea typeface="Arial"/>
                <a:cs typeface="Arial"/>
              </a:defRPr>
            </a:lvl4pPr>
            <a:lvl5pPr algn="r">
              <a:defRPr sz="1200" b="0">
                <a:solidFill>
                  <a:srgbClr val="000000"/>
                </a:solidFill>
                <a:latin typeface="Arial"/>
                <a:ea typeface="Arial"/>
                <a:cs typeface="Arial"/>
              </a:defRPr>
            </a:lvl5pPr>
            <a:lvl6pPr algn="r">
              <a:defRPr sz="1200" b="0">
                <a:solidFill>
                  <a:srgbClr val="000000"/>
                </a:solidFill>
                <a:latin typeface="Arial"/>
                <a:ea typeface="Arial"/>
                <a:cs typeface="Arial"/>
              </a:defRPr>
            </a:lvl6pPr>
            <a:lvl7pPr algn="r">
              <a:defRPr sz="1200" b="0">
                <a:solidFill>
                  <a:srgbClr val="000000"/>
                </a:solidFill>
                <a:latin typeface="Arial"/>
                <a:ea typeface="Arial"/>
                <a:cs typeface="Arial"/>
              </a:defRPr>
            </a:lvl7pPr>
            <a:lvl8pPr algn="r">
              <a:defRPr sz="1200" b="0">
                <a:solidFill>
                  <a:srgbClr val="000000"/>
                </a:solidFill>
                <a:latin typeface="Arial"/>
                <a:ea typeface="Arial"/>
                <a:cs typeface="Arial"/>
              </a:defRPr>
            </a:lvl8pPr>
            <a:lvl9pPr algn="r">
              <a:defRPr sz="1200" b="0">
                <a:solidFill>
                  <a:srgbClr val="000000"/>
                </a:solidFill>
                <a:latin typeface="Arial"/>
                <a:ea typeface="Arial"/>
                <a:cs typeface="Arial"/>
              </a:defRPr>
            </a:lvl9pPr>
          </a:lstStyle>
          <a:p xmlns:a="http://schemas.openxmlformats.org/drawingml/2006/main">
            <a:pPr algn="r">
              <a:defRPr sz="1200" b="0">
                <a:solidFill>
                  <a:srgbClr val="000000"/>
                </a:solidFill>
                <a:latin typeface="Arial"/>
                <a:ea typeface="Arial"/>
                <a:cs typeface="Arial"/>
              </a:defRPr>
            </a:pPr>
            <a:r>
              <a:rPr sz="1200" b="0">
                <a:solidFill>
                  <a:srgbClr val="000000"/>
                </a:solidFill>
                <a:latin typeface="Arial"/>
                <a:ea typeface="Arial"/>
                <a:cs typeface="Arial"/>
              </a:rPr>
              <a:t>1</a:t>
            </a:r>
          </a:p>
        </p:txBody>
      </p:sp>
      <p:sp>
        <p:nvSpPr>
          <p:cNvPr id="46" name="text_045">
            <a:extLst xmlns:a="http://schemas.openxmlformats.org/drawingml/2006/main">
              <a:ext uri="{FF2B5EF4-FFF2-40B4-BE49-F238E27FC236}">
                <a16:creationId xmlns:a16="http://schemas.microsoft.com/office/drawing/2014/main" id="{73740261-7581-436E-B120-5AD0847DE566}"/>
              </a:ext>
            </a:extLst>
          </p:cNvPr>
          <p:cNvSpPr>
            <a:spLocks xmlns:a="http://schemas.openxmlformats.org/drawingml/2006/main" noGrp="1"/>
          </p:cNvSpPr>
          <p:nvPr/>
        </p:nvSpPr>
        <p:spPr>
          <a:xfrm xmlns:a="http://schemas.openxmlformats.org/drawingml/2006/main" rot="0">
            <a:off x="6464716" y="4638675"/>
            <a:ext cx="60960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xmlns:a="http://schemas.openxmlformats.org/drawingml/2006/main">
            <a:pPr algn="ctr">
              <a:defRPr sz="1125" b="0">
                <a:solidFill>
                  <a:srgbClr val="000000"/>
                </a:solidFill>
                <a:latin typeface="Arial"/>
                <a:ea typeface="Arial"/>
                <a:cs typeface="Arial"/>
              </a:defRPr>
            </a:pPr>
            <a:r>
              <a:rPr sz="1125" b="0">
                <a:solidFill>
                  <a:srgbClr val="000000"/>
                </a:solidFill>
                <a:latin typeface="Arial"/>
                <a:ea typeface="Arial"/>
                <a:cs typeface="Arial"/>
              </a:rPr>
              <a:t>Jan 1</a:t>
            </a:r>
          </a:p>
        </p:txBody>
      </p:sp>
      <p:sp>
        <p:nvSpPr>
          <p:cNvPr id="47" name="text_046">
            <a:extLst xmlns:a="http://schemas.openxmlformats.org/drawingml/2006/main">
              <a:ext uri="{FF2B5EF4-FFF2-40B4-BE49-F238E27FC236}">
                <a16:creationId xmlns:a16="http://schemas.microsoft.com/office/drawing/2014/main" id="{D541F160-742E-42AD-968B-69426799F30E}"/>
              </a:ext>
            </a:extLst>
          </p:cNvPr>
          <p:cNvSpPr>
            <a:spLocks xmlns:a="http://schemas.openxmlformats.org/drawingml/2006/main" noGrp="1"/>
          </p:cNvSpPr>
          <p:nvPr/>
        </p:nvSpPr>
        <p:spPr>
          <a:xfrm xmlns:a="http://schemas.openxmlformats.org/drawingml/2006/main" rot="0">
            <a:off x="7696200" y="4638675"/>
            <a:ext cx="60960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xmlns:a="http://schemas.openxmlformats.org/drawingml/2006/main">
            <a:pPr algn="ctr">
              <a:defRPr sz="1125" b="0">
                <a:solidFill>
                  <a:srgbClr val="000000"/>
                </a:solidFill>
                <a:latin typeface="Arial"/>
                <a:ea typeface="Arial"/>
                <a:cs typeface="Arial"/>
              </a:defRPr>
            </a:pPr>
            <a:r>
              <a:rPr sz="1125" b="0">
                <a:solidFill>
                  <a:srgbClr val="000000"/>
                </a:solidFill>
                <a:latin typeface="Arial"/>
                <a:ea typeface="Arial"/>
                <a:cs typeface="Arial"/>
              </a:rPr>
              <a:t>Apr 1</a:t>
            </a:r>
          </a:p>
        </p:txBody>
      </p:sp>
      <p:sp>
        <p:nvSpPr>
          <p:cNvPr id="48" name="text_047">
            <a:extLst xmlns:a="http://schemas.openxmlformats.org/drawingml/2006/main">
              <a:ext uri="{FF2B5EF4-FFF2-40B4-BE49-F238E27FC236}">
                <a16:creationId xmlns:a16="http://schemas.microsoft.com/office/drawing/2014/main" id="{44D2465F-A56C-4D59-9E52-0F76871DAB6D}"/>
              </a:ext>
            </a:extLst>
          </p:cNvPr>
          <p:cNvSpPr>
            <a:spLocks xmlns:a="http://schemas.openxmlformats.org/drawingml/2006/main" noGrp="1"/>
          </p:cNvSpPr>
          <p:nvPr/>
        </p:nvSpPr>
        <p:spPr>
          <a:xfrm xmlns:a="http://schemas.openxmlformats.org/drawingml/2006/main" rot="0">
            <a:off x="8927684" y="4638675"/>
            <a:ext cx="60960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xmlns:a="http://schemas.openxmlformats.org/drawingml/2006/main">
            <a:pPr algn="ctr">
              <a:defRPr sz="1125" b="0">
                <a:solidFill>
                  <a:srgbClr val="000000"/>
                </a:solidFill>
                <a:latin typeface="Arial"/>
                <a:ea typeface="Arial"/>
                <a:cs typeface="Arial"/>
              </a:defRPr>
            </a:pPr>
            <a:r>
              <a:rPr sz="1125" b="0">
                <a:solidFill>
                  <a:srgbClr val="000000"/>
                </a:solidFill>
                <a:latin typeface="Arial"/>
                <a:ea typeface="Arial"/>
                <a:cs typeface="Arial"/>
              </a:rPr>
              <a:t>Jul 1</a:t>
            </a:r>
          </a:p>
        </p:txBody>
      </p:sp>
      <p:sp>
        <p:nvSpPr>
          <p:cNvPr id="49" name="text_048">
            <a:extLst xmlns:a="http://schemas.openxmlformats.org/drawingml/2006/main">
              <a:ext uri="{FF2B5EF4-FFF2-40B4-BE49-F238E27FC236}">
                <a16:creationId xmlns:a16="http://schemas.microsoft.com/office/drawing/2014/main" id="{FA103A43-C142-4520-A668-B9845A92EF3A}"/>
              </a:ext>
            </a:extLst>
          </p:cNvPr>
          <p:cNvSpPr>
            <a:spLocks xmlns:a="http://schemas.openxmlformats.org/drawingml/2006/main" noGrp="1"/>
          </p:cNvSpPr>
          <p:nvPr/>
        </p:nvSpPr>
        <p:spPr>
          <a:xfrm xmlns:a="http://schemas.openxmlformats.org/drawingml/2006/main" rot="0">
            <a:off x="10172700" y="4638675"/>
            <a:ext cx="60960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xmlns:a="http://schemas.openxmlformats.org/drawingml/2006/main">
            <a:pPr algn="ctr">
              <a:defRPr sz="1125" b="0">
                <a:solidFill>
                  <a:srgbClr val="000000"/>
                </a:solidFill>
                <a:latin typeface="Arial"/>
                <a:ea typeface="Arial"/>
                <a:cs typeface="Arial"/>
              </a:defRPr>
            </a:pPr>
            <a:r>
              <a:rPr sz="1125" b="0">
                <a:solidFill>
                  <a:srgbClr val="000000"/>
                </a:solidFill>
                <a:latin typeface="Arial"/>
                <a:ea typeface="Arial"/>
                <a:cs typeface="Arial"/>
              </a:rPr>
              <a:t>Oct 1</a:t>
            </a:r>
          </a:p>
        </p:txBody>
      </p:sp>
      <p:sp>
        <p:nvSpPr>
          <p:cNvPr id="50" name="text_049">
            <a:extLst xmlns:a="http://schemas.openxmlformats.org/drawingml/2006/main">
              <a:ext uri="{FF2B5EF4-FFF2-40B4-BE49-F238E27FC236}">
                <a16:creationId xmlns:a16="http://schemas.microsoft.com/office/drawing/2014/main" id="{8ADFD88A-8E86-4A87-9185-05C89A246600}"/>
              </a:ext>
            </a:extLst>
          </p:cNvPr>
          <p:cNvSpPr>
            <a:spLocks xmlns:a="http://schemas.openxmlformats.org/drawingml/2006/main" noGrp="1"/>
          </p:cNvSpPr>
          <p:nvPr/>
        </p:nvSpPr>
        <p:spPr>
          <a:xfrm xmlns:a="http://schemas.openxmlformats.org/drawingml/2006/main" rot="0">
            <a:off x="11404184" y="4638675"/>
            <a:ext cx="60960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xmlns:a="http://schemas.openxmlformats.org/drawingml/2006/main">
            <a:pPr algn="ctr">
              <a:defRPr sz="1125" b="0">
                <a:solidFill>
                  <a:srgbClr val="000000"/>
                </a:solidFill>
                <a:latin typeface="Arial"/>
                <a:ea typeface="Arial"/>
                <a:cs typeface="Arial"/>
              </a:defRPr>
            </a:pPr>
            <a:r>
              <a:rPr sz="1125" b="0">
                <a:solidFill>
                  <a:srgbClr val="000000"/>
                </a:solidFill>
                <a:latin typeface="Arial"/>
                <a:ea typeface="Arial"/>
                <a:cs typeface="Arial"/>
              </a:rPr>
              <a:t>Dec 31</a:t>
            </a:r>
          </a:p>
        </p:txBody>
      </p:sp>
      <p:sp>
        <p:nvSpPr>
          <p:cNvPr id="51" name="text_050">
            <a:extLst xmlns:a="http://schemas.openxmlformats.org/drawingml/2006/main">
              <a:ext uri="{FF2B5EF4-FFF2-40B4-BE49-F238E27FC236}">
                <a16:creationId xmlns:a16="http://schemas.microsoft.com/office/drawing/2014/main" id="{5095FA4C-FB6F-4FE8-A565-E5AF7EB28A32}"/>
              </a:ext>
            </a:extLst>
          </p:cNvPr>
          <p:cNvSpPr>
            <a:spLocks xmlns:a="http://schemas.openxmlformats.org/drawingml/2006/main" noGrp="1"/>
          </p:cNvSpPr>
          <p:nvPr/>
        </p:nvSpPr>
        <p:spPr>
          <a:xfrm xmlns:a="http://schemas.openxmlformats.org/drawingml/2006/main" rot="0">
            <a:off x="6762750" y="4867275"/>
            <a:ext cx="495300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xmlns:a="http://schemas.openxmlformats.org/drawingml/2006/main">
            <a:pPr algn="ctr">
              <a:defRPr sz="1200" b="0">
                <a:solidFill>
                  <a:srgbClr val="000000"/>
                </a:solidFill>
                <a:latin typeface="Arial"/>
                <a:ea typeface="Arial"/>
                <a:cs typeface="Arial"/>
              </a:defRPr>
            </a:pPr>
            <a:r>
              <a:rPr sz="1200" b="0">
                <a:solidFill>
                  <a:srgbClr val="000000"/>
                </a:solidFill>
                <a:latin typeface="Arial"/>
                <a:ea typeface="Arial"/>
                <a:cs typeface="Arial"/>
              </a:rPr>
              <a:t>2000 date</a:t>
            </a:r>
          </a:p>
        </p:txBody>
      </p:sp>
      <p:pic>
        <p:nvPicPr>
          <p:cNvPr id="52" name="">
            <a:extLst xmlns:a="http://schemas.openxmlformats.org/drawingml/2006/main">
              <a:ext uri="{FF2B5EF4-FFF2-40B4-BE49-F238E27FC236}">
                <a16:creationId xmlns:a16="http://schemas.microsoft.com/office/drawing/2014/main" id="{582D460C-F654-4639-BC72-069A90B6E998}"/>
              </a:ext>
            </a:extLst>
          </p:cNvPr>
          <p:cNvPicPr>
            <a:picLocks xmlns:a="http://schemas.openxmlformats.org/drawingml/2006/main" noChangeAspect="1"/>
          </p:cNvPicPr>
          <p:nvPr/>
        </p:nvPicPr>
        <p:blipFill>
          <a:blip xmlns:r="http://schemas.openxmlformats.org/officeDocument/2006/relationships" xmlns:a="http://schemas.openxmlformats.org/drawingml/2006/main" r:embed="R1e822fd23d7c4ccb"/>
          <a:stretch xmlns:a="http://schemas.openxmlformats.org/drawingml/2006/main"/>
        </p:blipFill>
        <p:spPr>
          <a:xfrm xmlns:a="http://schemas.openxmlformats.org/drawingml/2006/main">
            <a:off x="4333875" y="5105400"/>
            <a:ext cx="4381500" cy="104775"/>
          </a:xfrm>
          <a:prstGeom xmlns:a="http://schemas.openxmlformats.org/drawingml/2006/main" prst="rect">
            <a:avLst/>
          </a:prstGeom>
        </p:spPr>
      </p:pic>
      <p:sp>
        <p:nvSpPr>
          <p:cNvPr id="53" name="text_052">
            <a:extLst xmlns:a="http://schemas.openxmlformats.org/drawingml/2006/main">
              <a:ext uri="{FF2B5EF4-FFF2-40B4-BE49-F238E27FC236}">
                <a16:creationId xmlns:a16="http://schemas.microsoft.com/office/drawing/2014/main" id="{6B3A2AB7-8FE6-40BA-9CE6-CDF30DD8F453}"/>
              </a:ext>
            </a:extLst>
          </p:cNvPr>
          <p:cNvSpPr>
            <a:spLocks xmlns:a="http://schemas.openxmlformats.org/drawingml/2006/main" noGrp="1"/>
          </p:cNvSpPr>
          <p:nvPr/>
        </p:nvSpPr>
        <p:spPr>
          <a:xfrm xmlns:a="http://schemas.openxmlformats.org/drawingml/2006/main" rot="0">
            <a:off x="3476625" y="5029200"/>
            <a:ext cx="762000" cy="22860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r">
              <a:defRPr sz="1200" b="0">
                <a:solidFill>
                  <a:srgbClr val="000000"/>
                </a:solidFill>
                <a:latin typeface="Arial"/>
                <a:ea typeface="Arial"/>
                <a:cs typeface="Arial"/>
              </a:defRPr>
            </a:defPPr>
            <a:lvl1pPr algn="r">
              <a:defRPr sz="1200" b="0">
                <a:solidFill>
                  <a:srgbClr val="000000"/>
                </a:solidFill>
                <a:latin typeface="Arial"/>
                <a:ea typeface="Arial"/>
                <a:cs typeface="Arial"/>
              </a:defRPr>
            </a:lvl1pPr>
            <a:lvl2pPr algn="r">
              <a:defRPr sz="1200" b="0">
                <a:solidFill>
                  <a:srgbClr val="000000"/>
                </a:solidFill>
                <a:latin typeface="Arial"/>
                <a:ea typeface="Arial"/>
                <a:cs typeface="Arial"/>
              </a:defRPr>
            </a:lvl2pPr>
            <a:lvl3pPr algn="r">
              <a:defRPr sz="1200" b="0">
                <a:solidFill>
                  <a:srgbClr val="000000"/>
                </a:solidFill>
                <a:latin typeface="Arial"/>
                <a:ea typeface="Arial"/>
                <a:cs typeface="Arial"/>
              </a:defRPr>
            </a:lvl3pPr>
            <a:lvl4pPr algn="r">
              <a:defRPr sz="1200" b="0">
                <a:solidFill>
                  <a:srgbClr val="000000"/>
                </a:solidFill>
                <a:latin typeface="Arial"/>
                <a:ea typeface="Arial"/>
                <a:cs typeface="Arial"/>
              </a:defRPr>
            </a:lvl4pPr>
            <a:lvl5pPr algn="r">
              <a:defRPr sz="1200" b="0">
                <a:solidFill>
                  <a:srgbClr val="000000"/>
                </a:solidFill>
                <a:latin typeface="Arial"/>
                <a:ea typeface="Arial"/>
                <a:cs typeface="Arial"/>
              </a:defRPr>
            </a:lvl5pPr>
            <a:lvl6pPr algn="r">
              <a:defRPr sz="1200" b="0">
                <a:solidFill>
                  <a:srgbClr val="000000"/>
                </a:solidFill>
                <a:latin typeface="Arial"/>
                <a:ea typeface="Arial"/>
                <a:cs typeface="Arial"/>
              </a:defRPr>
            </a:lvl6pPr>
            <a:lvl7pPr algn="r">
              <a:defRPr sz="1200" b="0">
                <a:solidFill>
                  <a:srgbClr val="000000"/>
                </a:solidFill>
                <a:latin typeface="Arial"/>
                <a:ea typeface="Arial"/>
                <a:cs typeface="Arial"/>
              </a:defRPr>
            </a:lvl7pPr>
            <a:lvl8pPr algn="r">
              <a:defRPr sz="1200" b="0">
                <a:solidFill>
                  <a:srgbClr val="000000"/>
                </a:solidFill>
                <a:latin typeface="Arial"/>
                <a:ea typeface="Arial"/>
                <a:cs typeface="Arial"/>
              </a:defRPr>
            </a:lvl8pPr>
            <a:lvl9pPr algn="r">
              <a:defRPr sz="1200" b="0">
                <a:solidFill>
                  <a:srgbClr val="000000"/>
                </a:solidFill>
                <a:latin typeface="Arial"/>
                <a:ea typeface="Arial"/>
                <a:cs typeface="Arial"/>
              </a:defRPr>
            </a:lvl9pPr>
          </a:lstStyle>
          <a:p xmlns:a="http://schemas.openxmlformats.org/drawingml/2006/main">
            <a:pPr algn="r">
              <a:defRPr sz="1200" b="0">
                <a:solidFill>
                  <a:srgbClr val="000000"/>
                </a:solidFill>
                <a:latin typeface="Arial"/>
                <a:ea typeface="Arial"/>
                <a:cs typeface="Arial"/>
              </a:defRPr>
            </a:pPr>
            <a:r>
              <a:rPr sz="1200" b="0">
                <a:solidFill>
                  <a:srgbClr val="000000"/>
                </a:solidFill>
                <a:latin typeface="Arial"/>
                <a:ea typeface="Arial"/>
                <a:cs typeface="Arial"/>
              </a:rPr>
              <a:t>0.00</a:t>
            </a:r>
          </a:p>
        </p:txBody>
      </p:sp>
      <p:sp>
        <p:nvSpPr>
          <p:cNvPr id="54" name="text_053">
            <a:extLst xmlns:a="http://schemas.openxmlformats.org/drawingml/2006/main">
              <a:ext uri="{FF2B5EF4-FFF2-40B4-BE49-F238E27FC236}">
                <a16:creationId xmlns:a16="http://schemas.microsoft.com/office/drawing/2014/main" id="{9AD7A6B1-CC38-4F18-ADFF-2CA7CED166A2}"/>
              </a:ext>
            </a:extLst>
          </p:cNvPr>
          <p:cNvSpPr>
            <a:spLocks xmlns:a="http://schemas.openxmlformats.org/drawingml/2006/main" noGrp="1"/>
          </p:cNvSpPr>
          <p:nvPr/>
        </p:nvSpPr>
        <p:spPr>
          <a:xfrm xmlns:a="http://schemas.openxmlformats.org/drawingml/2006/main" rot="0">
            <a:off x="8858250" y="5029200"/>
            <a:ext cx="952500" cy="22860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200" b="0">
                <a:solidFill>
                  <a:srgbClr val="000000"/>
                </a:solidFill>
                <a:latin typeface="Arial"/>
                <a:ea typeface="Arial"/>
                <a:cs typeface="Arial"/>
              </a:defRPr>
            </a:defPPr>
            <a:lvl1pPr algn="l">
              <a:defRPr sz="1200" b="0">
                <a:solidFill>
                  <a:srgbClr val="000000"/>
                </a:solidFill>
                <a:latin typeface="Arial"/>
                <a:ea typeface="Arial"/>
                <a:cs typeface="Arial"/>
              </a:defRPr>
            </a:lvl1pPr>
            <a:lvl2pPr algn="l">
              <a:defRPr sz="1200" b="0">
                <a:solidFill>
                  <a:srgbClr val="000000"/>
                </a:solidFill>
                <a:latin typeface="Arial"/>
                <a:ea typeface="Arial"/>
                <a:cs typeface="Arial"/>
              </a:defRPr>
            </a:lvl2pPr>
            <a:lvl3pPr algn="l">
              <a:defRPr sz="1200" b="0">
                <a:solidFill>
                  <a:srgbClr val="000000"/>
                </a:solidFill>
                <a:latin typeface="Arial"/>
                <a:ea typeface="Arial"/>
                <a:cs typeface="Arial"/>
              </a:defRPr>
            </a:lvl3pPr>
            <a:lvl4pPr algn="l">
              <a:defRPr sz="1200" b="0">
                <a:solidFill>
                  <a:srgbClr val="000000"/>
                </a:solidFill>
                <a:latin typeface="Arial"/>
                <a:ea typeface="Arial"/>
                <a:cs typeface="Arial"/>
              </a:defRPr>
            </a:lvl4pPr>
            <a:lvl5pPr algn="l">
              <a:defRPr sz="1200" b="0">
                <a:solidFill>
                  <a:srgbClr val="000000"/>
                </a:solidFill>
                <a:latin typeface="Arial"/>
                <a:ea typeface="Arial"/>
                <a:cs typeface="Arial"/>
              </a:defRPr>
            </a:lvl5pPr>
            <a:lvl6pPr algn="l">
              <a:defRPr sz="1200" b="0">
                <a:solidFill>
                  <a:srgbClr val="000000"/>
                </a:solidFill>
                <a:latin typeface="Arial"/>
                <a:ea typeface="Arial"/>
                <a:cs typeface="Arial"/>
              </a:defRPr>
            </a:lvl6pPr>
            <a:lvl7pPr algn="l">
              <a:defRPr sz="1200" b="0">
                <a:solidFill>
                  <a:srgbClr val="000000"/>
                </a:solidFill>
                <a:latin typeface="Arial"/>
                <a:ea typeface="Arial"/>
                <a:cs typeface="Arial"/>
              </a:defRPr>
            </a:lvl7pPr>
            <a:lvl8pPr algn="l">
              <a:defRPr sz="1200" b="0">
                <a:solidFill>
                  <a:srgbClr val="000000"/>
                </a:solidFill>
                <a:latin typeface="Arial"/>
                <a:ea typeface="Arial"/>
                <a:cs typeface="Arial"/>
              </a:defRPr>
            </a:lvl8pPr>
            <a:lvl9pPr algn="l">
              <a:defRPr sz="1200" b="0">
                <a:solidFill>
                  <a:srgbClr val="000000"/>
                </a:solidFill>
                <a:latin typeface="Arial"/>
                <a:ea typeface="Arial"/>
                <a:cs typeface="Arial"/>
              </a:defRPr>
            </a:lvl9pPr>
          </a:lstStyle>
          <a:p xmlns:a="http://schemas.openxmlformats.org/drawingml/2006/main">
            <a:pPr algn="l">
              <a:defRPr sz="1200" b="0">
                <a:solidFill>
                  <a:srgbClr val="000000"/>
                </a:solidFill>
                <a:latin typeface="Arial"/>
                <a:ea typeface="Arial"/>
                <a:cs typeface="Arial"/>
              </a:defRPr>
            </a:pPr>
            <a:r>
              <a:rPr sz="1200" b="0">
                <a:solidFill>
                  <a:srgbClr val="000000"/>
                </a:solidFill>
                <a:latin typeface="Arial"/>
                <a:ea typeface="Arial"/>
                <a:cs typeface="Arial"/>
              </a:rPr>
              <a:t>162.34</a:t>
            </a:r>
          </a:p>
        </p:txBody>
      </p:sp>
      <p:sp>
        <p:nvSpPr>
          <p:cNvPr id="55" name="text_054">
            <a:extLst xmlns:a="http://schemas.openxmlformats.org/drawingml/2006/main">
              <a:ext uri="{FF2B5EF4-FFF2-40B4-BE49-F238E27FC236}">
                <a16:creationId xmlns:a16="http://schemas.microsoft.com/office/drawing/2014/main" id="{A68F8C83-DA1D-4792-8A3B-30AD26A5BBFA}"/>
              </a:ext>
            </a:extLst>
          </p:cNvPr>
          <p:cNvSpPr>
            <a:spLocks xmlns:a="http://schemas.openxmlformats.org/drawingml/2006/main" noGrp="1"/>
          </p:cNvSpPr>
          <p:nvPr/>
        </p:nvSpPr>
        <p:spPr>
          <a:xfrm xmlns:a="http://schemas.openxmlformats.org/drawingml/2006/main" rot="0">
            <a:off x="285750" y="5019675"/>
            <a:ext cx="2952750" cy="2476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275" b="0">
                <a:solidFill>
                  <a:srgbClr val="000000"/>
                </a:solidFill>
                <a:latin typeface="Arial"/>
                <a:ea typeface="Arial"/>
                <a:cs typeface="Arial"/>
              </a:defRPr>
            </a:defPPr>
            <a:lvl1pPr algn="l">
              <a:defRPr sz="1275" b="0">
                <a:solidFill>
                  <a:srgbClr val="000000"/>
                </a:solidFill>
                <a:latin typeface="Arial"/>
                <a:ea typeface="Arial"/>
                <a:cs typeface="Arial"/>
              </a:defRPr>
            </a:lvl1pPr>
            <a:lvl2pPr algn="l">
              <a:defRPr sz="1275" b="0">
                <a:solidFill>
                  <a:srgbClr val="000000"/>
                </a:solidFill>
                <a:latin typeface="Arial"/>
                <a:ea typeface="Arial"/>
                <a:cs typeface="Arial"/>
              </a:defRPr>
            </a:lvl2pPr>
            <a:lvl3pPr algn="l">
              <a:defRPr sz="1275" b="0">
                <a:solidFill>
                  <a:srgbClr val="000000"/>
                </a:solidFill>
                <a:latin typeface="Arial"/>
                <a:ea typeface="Arial"/>
                <a:cs typeface="Arial"/>
              </a:defRPr>
            </a:lvl3pPr>
            <a:lvl4pPr algn="l">
              <a:defRPr sz="1275" b="0">
                <a:solidFill>
                  <a:srgbClr val="000000"/>
                </a:solidFill>
                <a:latin typeface="Arial"/>
                <a:ea typeface="Arial"/>
                <a:cs typeface="Arial"/>
              </a:defRPr>
            </a:lvl4pPr>
            <a:lvl5pPr algn="l">
              <a:defRPr sz="1275" b="0">
                <a:solidFill>
                  <a:srgbClr val="000000"/>
                </a:solidFill>
                <a:latin typeface="Arial"/>
                <a:ea typeface="Arial"/>
                <a:cs typeface="Arial"/>
              </a:defRPr>
            </a:lvl5pPr>
            <a:lvl6pPr algn="l">
              <a:defRPr sz="1275" b="0">
                <a:solidFill>
                  <a:srgbClr val="000000"/>
                </a:solidFill>
                <a:latin typeface="Arial"/>
                <a:ea typeface="Arial"/>
                <a:cs typeface="Arial"/>
              </a:defRPr>
            </a:lvl6pPr>
            <a:lvl7pPr algn="l">
              <a:defRPr sz="1275" b="0">
                <a:solidFill>
                  <a:srgbClr val="000000"/>
                </a:solidFill>
                <a:latin typeface="Arial"/>
                <a:ea typeface="Arial"/>
                <a:cs typeface="Arial"/>
              </a:defRPr>
            </a:lvl7pPr>
            <a:lvl8pPr algn="l">
              <a:defRPr sz="1275" b="0">
                <a:solidFill>
                  <a:srgbClr val="000000"/>
                </a:solidFill>
                <a:latin typeface="Arial"/>
                <a:ea typeface="Arial"/>
                <a:cs typeface="Arial"/>
              </a:defRPr>
            </a:lvl8pPr>
            <a:lvl9pPr algn="l">
              <a:defRPr sz="1275" b="0">
                <a:solidFill>
                  <a:srgbClr val="000000"/>
                </a:solidFill>
                <a:latin typeface="Arial"/>
                <a:ea typeface="Arial"/>
                <a:cs typeface="Arial"/>
              </a:defRPr>
            </a:lvl9pPr>
          </a:lstStyle>
          <a:p xmlns:a="http://schemas.openxmlformats.org/drawingml/2006/main">
            <a:pPr algn="l">
              <a:defRPr sz="1275" b="0">
                <a:solidFill>
                  <a:srgbClr val="000000"/>
                </a:solidFill>
                <a:latin typeface="Arial"/>
                <a:ea typeface="Arial"/>
                <a:cs typeface="Arial"/>
              </a:defRPr>
            </a:pPr>
            <a:r>
              <a:rPr sz="1275" b="0">
                <a:solidFill>
                  <a:srgbClr val="000000"/>
                </a:solidFill>
                <a:latin typeface="Arial"/>
                <a:ea typeface="Arial"/>
                <a:cs typeface="Arial"/>
              </a:rPr>
              <a:t>PM2.5 (ug m-3)</a:t>
            </a:r>
          </a:p>
        </p:txBody>
      </p:sp>
      <p:sp>
        <p:nvSpPr>
          <p:cNvPr id="56" name="text_055">
            <a:extLst xmlns:a="http://schemas.openxmlformats.org/drawingml/2006/main">
              <a:ext uri="{FF2B5EF4-FFF2-40B4-BE49-F238E27FC236}">
                <a16:creationId xmlns:a16="http://schemas.microsoft.com/office/drawing/2014/main" id="{0EC9713D-0CFE-4337-820B-79C5DF6B0287}"/>
              </a:ext>
            </a:extLst>
          </p:cNvPr>
          <p:cNvSpPr>
            <a:spLocks xmlns:a="http://schemas.openxmlformats.org/drawingml/2006/main" noGrp="1"/>
          </p:cNvSpPr>
          <p:nvPr/>
        </p:nvSpPr>
        <p:spPr>
          <a:xfrm xmlns:a="http://schemas.openxmlformats.org/drawingml/2006/main" rot="0">
            <a:off x="9810750" y="5019675"/>
            <a:ext cx="2190750" cy="22860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r">
              <a:defRPr sz="1125" b="0">
                <a:solidFill>
                  <a:srgbClr val="000000"/>
                </a:solidFill>
                <a:latin typeface="Arial"/>
                <a:ea typeface="Arial"/>
                <a:cs typeface="Arial"/>
              </a:defRPr>
            </a:defPPr>
            <a:lvl1pPr algn="r">
              <a:defRPr sz="1125" b="0">
                <a:solidFill>
                  <a:srgbClr val="000000"/>
                </a:solidFill>
                <a:latin typeface="Arial"/>
                <a:ea typeface="Arial"/>
                <a:cs typeface="Arial"/>
              </a:defRPr>
            </a:lvl1pPr>
            <a:lvl2pPr algn="r">
              <a:defRPr sz="1125" b="0">
                <a:solidFill>
                  <a:srgbClr val="000000"/>
                </a:solidFill>
                <a:latin typeface="Arial"/>
                <a:ea typeface="Arial"/>
                <a:cs typeface="Arial"/>
              </a:defRPr>
            </a:lvl2pPr>
            <a:lvl3pPr algn="r">
              <a:defRPr sz="1125" b="0">
                <a:solidFill>
                  <a:srgbClr val="000000"/>
                </a:solidFill>
                <a:latin typeface="Arial"/>
                <a:ea typeface="Arial"/>
                <a:cs typeface="Arial"/>
              </a:defRPr>
            </a:lvl3pPr>
            <a:lvl4pPr algn="r">
              <a:defRPr sz="1125" b="0">
                <a:solidFill>
                  <a:srgbClr val="000000"/>
                </a:solidFill>
                <a:latin typeface="Arial"/>
                <a:ea typeface="Arial"/>
                <a:cs typeface="Arial"/>
              </a:defRPr>
            </a:lvl4pPr>
            <a:lvl5pPr algn="r">
              <a:defRPr sz="1125" b="0">
                <a:solidFill>
                  <a:srgbClr val="000000"/>
                </a:solidFill>
                <a:latin typeface="Arial"/>
                <a:ea typeface="Arial"/>
                <a:cs typeface="Arial"/>
              </a:defRPr>
            </a:lvl5pPr>
            <a:lvl6pPr algn="r">
              <a:defRPr sz="1125" b="0">
                <a:solidFill>
                  <a:srgbClr val="000000"/>
                </a:solidFill>
                <a:latin typeface="Arial"/>
                <a:ea typeface="Arial"/>
                <a:cs typeface="Arial"/>
              </a:defRPr>
            </a:lvl6pPr>
            <a:lvl7pPr algn="r">
              <a:defRPr sz="1125" b="0">
                <a:solidFill>
                  <a:srgbClr val="000000"/>
                </a:solidFill>
                <a:latin typeface="Arial"/>
                <a:ea typeface="Arial"/>
                <a:cs typeface="Arial"/>
              </a:defRPr>
            </a:lvl7pPr>
            <a:lvl8pPr algn="r">
              <a:defRPr sz="1125" b="0">
                <a:solidFill>
                  <a:srgbClr val="000000"/>
                </a:solidFill>
                <a:latin typeface="Arial"/>
                <a:ea typeface="Arial"/>
                <a:cs typeface="Arial"/>
              </a:defRPr>
            </a:lvl8pPr>
            <a:lvl9pPr algn="r">
              <a:defRPr sz="1125" b="0">
                <a:solidFill>
                  <a:srgbClr val="000000"/>
                </a:solidFill>
                <a:latin typeface="Arial"/>
                <a:ea typeface="Arial"/>
                <a:cs typeface="Arial"/>
              </a:defRPr>
            </a:lvl9pPr>
          </a:lstStyle>
          <a:p xmlns:a="http://schemas.openxmlformats.org/drawingml/2006/main">
            <a:pPr algn="r">
              <a:defRPr sz="1125" b="0">
                <a:solidFill>
                  <a:srgbClr val="000000"/>
                </a:solidFill>
                <a:latin typeface="Arial"/>
                <a:ea typeface="Arial"/>
                <a:cs typeface="Arial"/>
              </a:defRPr>
            </a:pPr>
            <a:r>
              <a:rPr sz="1125" b="0">
                <a:solidFill>
                  <a:srgbClr val="000000"/>
                </a:solidFill>
                <a:latin typeface="Arial"/>
                <a:ea typeface="Arial"/>
                <a:cs typeface="Arial"/>
              </a:rPr>
              <a:t>Reference position [0,1]</a:t>
            </a:r>
          </a:p>
        </p:txBody>
      </p:sp>
      <p:sp>
        <p:nvSpPr>
          <p:cNvPr id="57" name="text_056">
            <a:extLst xmlns:a="http://schemas.openxmlformats.org/drawingml/2006/main">
              <a:ext uri="{FF2B5EF4-FFF2-40B4-BE49-F238E27FC236}">
                <a16:creationId xmlns:a16="http://schemas.microsoft.com/office/drawing/2014/main" id="{978977CD-09FC-4322-8B07-B43ADC7C6337}"/>
              </a:ext>
            </a:extLst>
          </p:cNvPr>
          <p:cNvSpPr>
            <a:spLocks xmlns:a="http://schemas.openxmlformats.org/drawingml/2006/main" noGrp="1"/>
          </p:cNvSpPr>
          <p:nvPr/>
        </p:nvSpPr>
        <p:spPr>
          <a:xfrm xmlns:a="http://schemas.openxmlformats.org/drawingml/2006/main" rot="0">
            <a:off x="190500" y="5362575"/>
            <a:ext cx="9525000" cy="276225"/>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650" b="1">
                <a:solidFill>
                  <a:srgbClr val="000000"/>
                </a:solidFill>
                <a:latin typeface="Arial"/>
                <a:ea typeface="Arial"/>
                <a:cs typeface="Arial"/>
              </a:defRPr>
            </a:defPPr>
            <a:lvl1pPr algn="l">
              <a:defRPr sz="1650" b="1">
                <a:solidFill>
                  <a:srgbClr val="000000"/>
                </a:solidFill>
                <a:latin typeface="Arial"/>
                <a:ea typeface="Arial"/>
                <a:cs typeface="Arial"/>
              </a:defRPr>
            </a:lvl1pPr>
            <a:lvl2pPr algn="l">
              <a:defRPr sz="1650" b="1">
                <a:solidFill>
                  <a:srgbClr val="000000"/>
                </a:solidFill>
                <a:latin typeface="Arial"/>
                <a:ea typeface="Arial"/>
                <a:cs typeface="Arial"/>
              </a:defRPr>
            </a:lvl2pPr>
            <a:lvl3pPr algn="l">
              <a:defRPr sz="1650" b="1">
                <a:solidFill>
                  <a:srgbClr val="000000"/>
                </a:solidFill>
                <a:latin typeface="Arial"/>
                <a:ea typeface="Arial"/>
                <a:cs typeface="Arial"/>
              </a:defRPr>
            </a:lvl3pPr>
            <a:lvl4pPr algn="l">
              <a:defRPr sz="1650" b="1">
                <a:solidFill>
                  <a:srgbClr val="000000"/>
                </a:solidFill>
                <a:latin typeface="Arial"/>
                <a:ea typeface="Arial"/>
                <a:cs typeface="Arial"/>
              </a:defRPr>
            </a:lvl4pPr>
            <a:lvl5pPr algn="l">
              <a:defRPr sz="1650" b="1">
                <a:solidFill>
                  <a:srgbClr val="000000"/>
                </a:solidFill>
                <a:latin typeface="Arial"/>
                <a:ea typeface="Arial"/>
                <a:cs typeface="Arial"/>
              </a:defRPr>
            </a:lvl5pPr>
            <a:lvl6pPr algn="l">
              <a:defRPr sz="1650" b="1">
                <a:solidFill>
                  <a:srgbClr val="000000"/>
                </a:solidFill>
                <a:latin typeface="Arial"/>
                <a:ea typeface="Arial"/>
                <a:cs typeface="Arial"/>
              </a:defRPr>
            </a:lvl6pPr>
            <a:lvl7pPr algn="l">
              <a:defRPr sz="1650" b="1">
                <a:solidFill>
                  <a:srgbClr val="000000"/>
                </a:solidFill>
                <a:latin typeface="Arial"/>
                <a:ea typeface="Arial"/>
                <a:cs typeface="Arial"/>
              </a:defRPr>
            </a:lvl7pPr>
            <a:lvl8pPr algn="l">
              <a:defRPr sz="1650" b="1">
                <a:solidFill>
                  <a:srgbClr val="000000"/>
                </a:solidFill>
                <a:latin typeface="Arial"/>
                <a:ea typeface="Arial"/>
                <a:cs typeface="Arial"/>
              </a:defRPr>
            </a:lvl8pPr>
            <a:lvl9pPr algn="l">
              <a:defRPr sz="1650" b="1">
                <a:solidFill>
                  <a:srgbClr val="000000"/>
                </a:solidFill>
                <a:latin typeface="Arial"/>
                <a:ea typeface="Arial"/>
                <a:cs typeface="Arial"/>
              </a:defRPr>
            </a:lvl9pPr>
          </a:lstStyle>
          <a:p xmlns:a="http://schemas.openxmlformats.org/drawingml/2006/main">
            <a:pPr algn="l">
              <a:defRPr sz="1650" b="1">
                <a:solidFill>
                  <a:srgbClr val="000000"/>
                </a:solidFill>
                <a:latin typeface="Arial"/>
                <a:ea typeface="Arial"/>
                <a:cs typeface="Arial"/>
              </a:defRPr>
            </a:pPr>
            <a:r>
              <a:rPr sz="1650" b="1">
                <a:solidFill>
                  <a:srgbClr val="000000"/>
                </a:solidFill>
                <a:latin typeface="Arial"/>
                <a:ea typeface="Arial"/>
                <a:cs typeface="Arial"/>
              </a:rPr>
              <a:t>(c) Ring: all 40 fields</a:t>
            </a:r>
          </a:p>
        </p:txBody>
      </p:sp>
      <p:sp>
        <p:nvSpPr>
          <p:cNvPr id="58" name="text_057">
            <a:extLst xmlns:a="http://schemas.openxmlformats.org/drawingml/2006/main">
              <a:ext uri="{FF2B5EF4-FFF2-40B4-BE49-F238E27FC236}">
                <a16:creationId xmlns:a16="http://schemas.microsoft.com/office/drawing/2014/main" id="{A400C3EE-3F87-448D-8263-44B10222B633}"/>
              </a:ext>
            </a:extLst>
          </p:cNvPr>
          <p:cNvSpPr>
            <a:spLocks xmlns:a="http://schemas.openxmlformats.org/drawingml/2006/main" noGrp="1"/>
          </p:cNvSpPr>
          <p:nvPr/>
        </p:nvSpPr>
        <p:spPr>
          <a:xfrm xmlns:a="http://schemas.openxmlformats.org/drawingml/2006/main" rot="0">
            <a:off x="762000" y="5657850"/>
            <a:ext cx="4953000" cy="238125"/>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425" b="1">
                <a:solidFill>
                  <a:srgbClr val="000000"/>
                </a:solidFill>
                <a:latin typeface="Arial"/>
                <a:ea typeface="Arial"/>
                <a:cs typeface="Arial"/>
              </a:defRPr>
            </a:defPPr>
            <a:lvl1pPr algn="l">
              <a:defRPr sz="1425" b="1">
                <a:solidFill>
                  <a:srgbClr val="000000"/>
                </a:solidFill>
                <a:latin typeface="Arial"/>
                <a:ea typeface="Arial"/>
                <a:cs typeface="Arial"/>
              </a:defRPr>
            </a:lvl1pPr>
            <a:lvl2pPr algn="l">
              <a:defRPr sz="1425" b="1">
                <a:solidFill>
                  <a:srgbClr val="000000"/>
                </a:solidFill>
                <a:latin typeface="Arial"/>
                <a:ea typeface="Arial"/>
                <a:cs typeface="Arial"/>
              </a:defRPr>
            </a:lvl2pPr>
            <a:lvl3pPr algn="l">
              <a:defRPr sz="1425" b="1">
                <a:solidFill>
                  <a:srgbClr val="000000"/>
                </a:solidFill>
                <a:latin typeface="Arial"/>
                <a:ea typeface="Arial"/>
                <a:cs typeface="Arial"/>
              </a:defRPr>
            </a:lvl3pPr>
            <a:lvl4pPr algn="l">
              <a:defRPr sz="1425" b="1">
                <a:solidFill>
                  <a:srgbClr val="000000"/>
                </a:solidFill>
                <a:latin typeface="Arial"/>
                <a:ea typeface="Arial"/>
                <a:cs typeface="Arial"/>
              </a:defRPr>
            </a:lvl4pPr>
            <a:lvl5pPr algn="l">
              <a:defRPr sz="1425" b="1">
                <a:solidFill>
                  <a:srgbClr val="000000"/>
                </a:solidFill>
                <a:latin typeface="Arial"/>
                <a:ea typeface="Arial"/>
                <a:cs typeface="Arial"/>
              </a:defRPr>
            </a:lvl5pPr>
            <a:lvl6pPr algn="l">
              <a:defRPr sz="1425" b="1">
                <a:solidFill>
                  <a:srgbClr val="000000"/>
                </a:solidFill>
                <a:latin typeface="Arial"/>
                <a:ea typeface="Arial"/>
                <a:cs typeface="Arial"/>
              </a:defRPr>
            </a:lvl6pPr>
            <a:lvl7pPr algn="l">
              <a:defRPr sz="1425" b="1">
                <a:solidFill>
                  <a:srgbClr val="000000"/>
                </a:solidFill>
                <a:latin typeface="Arial"/>
                <a:ea typeface="Arial"/>
                <a:cs typeface="Arial"/>
              </a:defRPr>
            </a:lvl7pPr>
            <a:lvl8pPr algn="l">
              <a:defRPr sz="1425" b="1">
                <a:solidFill>
                  <a:srgbClr val="000000"/>
                </a:solidFill>
                <a:latin typeface="Arial"/>
                <a:ea typeface="Arial"/>
                <a:cs typeface="Arial"/>
              </a:defRPr>
            </a:lvl8pPr>
            <a:lvl9pPr algn="l">
              <a:defRPr sz="1425" b="1">
                <a:solidFill>
                  <a:srgbClr val="000000"/>
                </a:solidFill>
                <a:latin typeface="Arial"/>
                <a:ea typeface="Arial"/>
                <a:cs typeface="Arial"/>
              </a:defRPr>
            </a:lvl9pPr>
          </a:lstStyle>
          <a:p xmlns:a="http://schemas.openxmlformats.org/drawingml/2006/main">
            <a:pPr algn="l">
              <a:defRPr sz="1425" b="1">
                <a:solidFill>
                  <a:srgbClr val="000000"/>
                </a:solidFill>
                <a:latin typeface="Arial"/>
                <a:ea typeface="Arial"/>
                <a:cs typeface="Arial"/>
              </a:defRPr>
            </a:pPr>
            <a:r>
              <a:rPr sz="1425" b="1">
                <a:solidFill>
                  <a:srgbClr val="000000"/>
                </a:solidFill>
                <a:latin typeface="Arial"/>
                <a:ea typeface="Arial"/>
                <a:cs typeface="Arial"/>
              </a:rPr>
              <a:t>RG-MTM-P</a:t>
            </a:r>
          </a:p>
        </p:txBody>
      </p:sp>
      <p:pic>
        <p:nvPicPr>
          <p:cNvPr id="59" name="">
            <a:extLst xmlns:a="http://schemas.openxmlformats.org/drawingml/2006/main">
              <a:ext uri="{FF2B5EF4-FFF2-40B4-BE49-F238E27FC236}">
                <a16:creationId xmlns:a16="http://schemas.microsoft.com/office/drawing/2014/main" id="{E537EA7C-F5A1-4850-9E4D-6BC8D35A251E}"/>
              </a:ext>
            </a:extLst>
          </p:cNvPr>
          <p:cNvPicPr>
            <a:picLocks xmlns:a="http://schemas.openxmlformats.org/drawingml/2006/main" noChangeAspect="1"/>
          </p:cNvPicPr>
          <p:nvPr/>
        </p:nvPicPr>
        <p:blipFill>
          <a:blip xmlns:r="http://schemas.openxmlformats.org/officeDocument/2006/relationships" xmlns:a="http://schemas.openxmlformats.org/drawingml/2006/main" r:embed="Rf842a86af5ac4745"/>
          <a:stretch xmlns:a="http://schemas.openxmlformats.org/drawingml/2006/main"/>
        </p:blipFill>
        <p:spPr>
          <a:xfrm xmlns:a="http://schemas.openxmlformats.org/drawingml/2006/main">
            <a:off x="762000" y="5924550"/>
            <a:ext cx="4953000" cy="1333500"/>
          </a:xfrm>
          <a:prstGeom xmlns:a="http://schemas.openxmlformats.org/drawingml/2006/main" prst="rect">
            <a:avLst/>
          </a:prstGeom>
        </p:spPr>
      </p:pic>
      <p:sp>
        <p:nvSpPr>
          <p:cNvPr id="60" name="rect_059">
            <a:extLst xmlns:a="http://schemas.openxmlformats.org/drawingml/2006/main">
              <a:ext uri="{FF2B5EF4-FFF2-40B4-BE49-F238E27FC236}">
                <a16:creationId xmlns:a16="http://schemas.microsoft.com/office/drawing/2014/main" id="{BB5C2B1F-2E29-49F2-B836-DC5177A80F76}"/>
              </a:ext>
            </a:extLst>
          </p:cNvPr>
          <p:cNvSpPr>
            <a:spLocks xmlns:a="http://schemas.openxmlformats.org/drawingml/2006/main" noGrp="1"/>
          </p:cNvSpPr>
          <p:nvPr/>
        </p:nvSpPr>
        <p:spPr>
          <a:xfrm xmlns:a="http://schemas.openxmlformats.org/drawingml/2006/main" rot="0">
            <a:off x="762000" y="5924550"/>
            <a:ext cx="4953000" cy="1333500"/>
          </a:xfrm>
          <a:prstGeom xmlns:a="http://schemas.openxmlformats.org/drawingml/2006/main" prst="rect">
            <a:avLst/>
          </a:prstGeom>
          <a:noFill xmlns:a="http://schemas.openxmlformats.org/drawingml/2006/main"/>
          <a:ln xmlns:a="http://schemas.openxmlformats.org/drawingml/2006/main" w="6668">
            <a:solidFill>
              <a:srgbClr val="7B8790"/>
            </a:solidFill>
            <a:prstDash val="solid"/>
          </a:ln>
        </p:spPr>
      </p:sp>
      <p:sp>
        <p:nvSpPr>
          <p:cNvPr id="61" name="text_060">
            <a:extLst xmlns:a="http://schemas.openxmlformats.org/drawingml/2006/main">
              <a:ext uri="{FF2B5EF4-FFF2-40B4-BE49-F238E27FC236}">
                <a16:creationId xmlns:a16="http://schemas.microsoft.com/office/drawing/2014/main" id="{85E0AB6C-9A5D-4CD2-96F7-5CD55C21E27D}"/>
              </a:ext>
            </a:extLst>
          </p:cNvPr>
          <p:cNvSpPr>
            <a:spLocks xmlns:a="http://schemas.openxmlformats.org/drawingml/2006/main" noGrp="1"/>
          </p:cNvSpPr>
          <p:nvPr/>
        </p:nvSpPr>
        <p:spPr>
          <a:xfrm xmlns:a="http://schemas.openxmlformats.org/drawingml/2006/main" rot="0">
            <a:off x="352425" y="7172325"/>
            <a:ext cx="333375"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r">
              <a:defRPr sz="1200" b="0">
                <a:solidFill>
                  <a:srgbClr val="000000"/>
                </a:solidFill>
                <a:latin typeface="Arial"/>
                <a:ea typeface="Arial"/>
                <a:cs typeface="Arial"/>
              </a:defRPr>
            </a:defPPr>
            <a:lvl1pPr algn="r">
              <a:defRPr sz="1200" b="0">
                <a:solidFill>
                  <a:srgbClr val="000000"/>
                </a:solidFill>
                <a:latin typeface="Arial"/>
                <a:ea typeface="Arial"/>
                <a:cs typeface="Arial"/>
              </a:defRPr>
            </a:lvl1pPr>
            <a:lvl2pPr algn="r">
              <a:defRPr sz="1200" b="0">
                <a:solidFill>
                  <a:srgbClr val="000000"/>
                </a:solidFill>
                <a:latin typeface="Arial"/>
                <a:ea typeface="Arial"/>
                <a:cs typeface="Arial"/>
              </a:defRPr>
            </a:lvl2pPr>
            <a:lvl3pPr algn="r">
              <a:defRPr sz="1200" b="0">
                <a:solidFill>
                  <a:srgbClr val="000000"/>
                </a:solidFill>
                <a:latin typeface="Arial"/>
                <a:ea typeface="Arial"/>
                <a:cs typeface="Arial"/>
              </a:defRPr>
            </a:lvl3pPr>
            <a:lvl4pPr algn="r">
              <a:defRPr sz="1200" b="0">
                <a:solidFill>
                  <a:srgbClr val="000000"/>
                </a:solidFill>
                <a:latin typeface="Arial"/>
                <a:ea typeface="Arial"/>
                <a:cs typeface="Arial"/>
              </a:defRPr>
            </a:lvl4pPr>
            <a:lvl5pPr algn="r">
              <a:defRPr sz="1200" b="0">
                <a:solidFill>
                  <a:srgbClr val="000000"/>
                </a:solidFill>
                <a:latin typeface="Arial"/>
                <a:ea typeface="Arial"/>
                <a:cs typeface="Arial"/>
              </a:defRPr>
            </a:lvl5pPr>
            <a:lvl6pPr algn="r">
              <a:defRPr sz="1200" b="0">
                <a:solidFill>
                  <a:srgbClr val="000000"/>
                </a:solidFill>
                <a:latin typeface="Arial"/>
                <a:ea typeface="Arial"/>
                <a:cs typeface="Arial"/>
              </a:defRPr>
            </a:lvl6pPr>
            <a:lvl7pPr algn="r">
              <a:defRPr sz="1200" b="0">
                <a:solidFill>
                  <a:srgbClr val="000000"/>
                </a:solidFill>
                <a:latin typeface="Arial"/>
                <a:ea typeface="Arial"/>
                <a:cs typeface="Arial"/>
              </a:defRPr>
            </a:lvl7pPr>
            <a:lvl8pPr algn="r">
              <a:defRPr sz="1200" b="0">
                <a:solidFill>
                  <a:srgbClr val="000000"/>
                </a:solidFill>
                <a:latin typeface="Arial"/>
                <a:ea typeface="Arial"/>
                <a:cs typeface="Arial"/>
              </a:defRPr>
            </a:lvl8pPr>
            <a:lvl9pPr algn="r">
              <a:defRPr sz="1200" b="0">
                <a:solidFill>
                  <a:srgbClr val="000000"/>
                </a:solidFill>
                <a:latin typeface="Arial"/>
                <a:ea typeface="Arial"/>
                <a:cs typeface="Arial"/>
              </a:defRPr>
            </a:lvl9pPr>
          </a:lstStyle>
          <a:p xmlns:a="http://schemas.openxmlformats.org/drawingml/2006/main">
            <a:pPr algn="r">
              <a:defRPr sz="1200" b="0">
                <a:solidFill>
                  <a:srgbClr val="000000"/>
                </a:solidFill>
                <a:latin typeface="Arial"/>
                <a:ea typeface="Arial"/>
                <a:cs typeface="Arial"/>
              </a:defRPr>
            </a:pPr>
            <a:r>
              <a:rPr sz="1200" b="0">
                <a:solidFill>
                  <a:srgbClr val="000000"/>
                </a:solidFill>
                <a:latin typeface="Arial"/>
                <a:ea typeface="Arial"/>
                <a:cs typeface="Arial"/>
              </a:rPr>
              <a:t>0</a:t>
            </a:r>
          </a:p>
        </p:txBody>
      </p:sp>
      <p:sp>
        <p:nvSpPr>
          <p:cNvPr id="62" name="text_061">
            <a:extLst xmlns:a="http://schemas.openxmlformats.org/drawingml/2006/main">
              <a:ext uri="{FF2B5EF4-FFF2-40B4-BE49-F238E27FC236}">
                <a16:creationId xmlns:a16="http://schemas.microsoft.com/office/drawing/2014/main" id="{4094B351-3FBF-4EAD-BC40-E7EFDC12811E}"/>
              </a:ext>
            </a:extLst>
          </p:cNvPr>
          <p:cNvSpPr>
            <a:spLocks xmlns:a="http://schemas.openxmlformats.org/drawingml/2006/main" noGrp="1"/>
          </p:cNvSpPr>
          <p:nvPr/>
        </p:nvSpPr>
        <p:spPr>
          <a:xfrm xmlns:a="http://schemas.openxmlformats.org/drawingml/2006/main" rot="0">
            <a:off x="352425" y="6505575"/>
            <a:ext cx="333375"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r">
              <a:defRPr sz="1200" b="0">
                <a:solidFill>
                  <a:srgbClr val="000000"/>
                </a:solidFill>
                <a:latin typeface="Arial"/>
                <a:ea typeface="Arial"/>
                <a:cs typeface="Arial"/>
              </a:defRPr>
            </a:defPPr>
            <a:lvl1pPr algn="r">
              <a:defRPr sz="1200" b="0">
                <a:solidFill>
                  <a:srgbClr val="000000"/>
                </a:solidFill>
                <a:latin typeface="Arial"/>
                <a:ea typeface="Arial"/>
                <a:cs typeface="Arial"/>
              </a:defRPr>
            </a:lvl1pPr>
            <a:lvl2pPr algn="r">
              <a:defRPr sz="1200" b="0">
                <a:solidFill>
                  <a:srgbClr val="000000"/>
                </a:solidFill>
                <a:latin typeface="Arial"/>
                <a:ea typeface="Arial"/>
                <a:cs typeface="Arial"/>
              </a:defRPr>
            </a:lvl2pPr>
            <a:lvl3pPr algn="r">
              <a:defRPr sz="1200" b="0">
                <a:solidFill>
                  <a:srgbClr val="000000"/>
                </a:solidFill>
                <a:latin typeface="Arial"/>
                <a:ea typeface="Arial"/>
                <a:cs typeface="Arial"/>
              </a:defRPr>
            </a:lvl3pPr>
            <a:lvl4pPr algn="r">
              <a:defRPr sz="1200" b="0">
                <a:solidFill>
                  <a:srgbClr val="000000"/>
                </a:solidFill>
                <a:latin typeface="Arial"/>
                <a:ea typeface="Arial"/>
                <a:cs typeface="Arial"/>
              </a:defRPr>
            </a:lvl4pPr>
            <a:lvl5pPr algn="r">
              <a:defRPr sz="1200" b="0">
                <a:solidFill>
                  <a:srgbClr val="000000"/>
                </a:solidFill>
                <a:latin typeface="Arial"/>
                <a:ea typeface="Arial"/>
                <a:cs typeface="Arial"/>
              </a:defRPr>
            </a:lvl5pPr>
            <a:lvl6pPr algn="r">
              <a:defRPr sz="1200" b="0">
                <a:solidFill>
                  <a:srgbClr val="000000"/>
                </a:solidFill>
                <a:latin typeface="Arial"/>
                <a:ea typeface="Arial"/>
                <a:cs typeface="Arial"/>
              </a:defRPr>
            </a:lvl6pPr>
            <a:lvl7pPr algn="r">
              <a:defRPr sz="1200" b="0">
                <a:solidFill>
                  <a:srgbClr val="000000"/>
                </a:solidFill>
                <a:latin typeface="Arial"/>
                <a:ea typeface="Arial"/>
                <a:cs typeface="Arial"/>
              </a:defRPr>
            </a:lvl7pPr>
            <a:lvl8pPr algn="r">
              <a:defRPr sz="1200" b="0">
                <a:solidFill>
                  <a:srgbClr val="000000"/>
                </a:solidFill>
                <a:latin typeface="Arial"/>
                <a:ea typeface="Arial"/>
                <a:cs typeface="Arial"/>
              </a:defRPr>
            </a:lvl8pPr>
            <a:lvl9pPr algn="r">
              <a:defRPr sz="1200" b="0">
                <a:solidFill>
                  <a:srgbClr val="000000"/>
                </a:solidFill>
                <a:latin typeface="Arial"/>
                <a:ea typeface="Arial"/>
                <a:cs typeface="Arial"/>
              </a:defRPr>
            </a:lvl9pPr>
          </a:lstStyle>
          <a:p xmlns:a="http://schemas.openxmlformats.org/drawingml/2006/main">
            <a:pPr algn="r">
              <a:defRPr sz="1200" b="0">
                <a:solidFill>
                  <a:srgbClr val="000000"/>
                </a:solidFill>
                <a:latin typeface="Arial"/>
                <a:ea typeface="Arial"/>
                <a:cs typeface="Arial"/>
              </a:defRPr>
            </a:pPr>
            <a:r>
              <a:rPr sz="1200" b="0">
                <a:solidFill>
                  <a:srgbClr val="000000"/>
                </a:solidFill>
                <a:latin typeface="Arial"/>
                <a:ea typeface="Arial"/>
                <a:cs typeface="Arial"/>
              </a:rPr>
              <a:t>0.5</a:t>
            </a:r>
          </a:p>
        </p:txBody>
      </p:sp>
      <p:sp>
        <p:nvSpPr>
          <p:cNvPr id="63" name="text_062">
            <a:extLst xmlns:a="http://schemas.openxmlformats.org/drawingml/2006/main">
              <a:ext uri="{FF2B5EF4-FFF2-40B4-BE49-F238E27FC236}">
                <a16:creationId xmlns:a16="http://schemas.microsoft.com/office/drawing/2014/main" id="{5635F2FA-821C-46F9-806F-735E2C736E6E}"/>
              </a:ext>
            </a:extLst>
          </p:cNvPr>
          <p:cNvSpPr>
            <a:spLocks xmlns:a="http://schemas.openxmlformats.org/drawingml/2006/main" noGrp="1"/>
          </p:cNvSpPr>
          <p:nvPr/>
        </p:nvSpPr>
        <p:spPr>
          <a:xfrm xmlns:a="http://schemas.openxmlformats.org/drawingml/2006/main" rot="0">
            <a:off x="352425" y="5838825"/>
            <a:ext cx="333375"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r">
              <a:defRPr sz="1200" b="0">
                <a:solidFill>
                  <a:srgbClr val="000000"/>
                </a:solidFill>
                <a:latin typeface="Arial"/>
                <a:ea typeface="Arial"/>
                <a:cs typeface="Arial"/>
              </a:defRPr>
            </a:defPPr>
            <a:lvl1pPr algn="r">
              <a:defRPr sz="1200" b="0">
                <a:solidFill>
                  <a:srgbClr val="000000"/>
                </a:solidFill>
                <a:latin typeface="Arial"/>
                <a:ea typeface="Arial"/>
                <a:cs typeface="Arial"/>
              </a:defRPr>
            </a:lvl1pPr>
            <a:lvl2pPr algn="r">
              <a:defRPr sz="1200" b="0">
                <a:solidFill>
                  <a:srgbClr val="000000"/>
                </a:solidFill>
                <a:latin typeface="Arial"/>
                <a:ea typeface="Arial"/>
                <a:cs typeface="Arial"/>
              </a:defRPr>
            </a:lvl2pPr>
            <a:lvl3pPr algn="r">
              <a:defRPr sz="1200" b="0">
                <a:solidFill>
                  <a:srgbClr val="000000"/>
                </a:solidFill>
                <a:latin typeface="Arial"/>
                <a:ea typeface="Arial"/>
                <a:cs typeface="Arial"/>
              </a:defRPr>
            </a:lvl3pPr>
            <a:lvl4pPr algn="r">
              <a:defRPr sz="1200" b="0">
                <a:solidFill>
                  <a:srgbClr val="000000"/>
                </a:solidFill>
                <a:latin typeface="Arial"/>
                <a:ea typeface="Arial"/>
                <a:cs typeface="Arial"/>
              </a:defRPr>
            </a:lvl4pPr>
            <a:lvl5pPr algn="r">
              <a:defRPr sz="1200" b="0">
                <a:solidFill>
                  <a:srgbClr val="000000"/>
                </a:solidFill>
                <a:latin typeface="Arial"/>
                <a:ea typeface="Arial"/>
                <a:cs typeface="Arial"/>
              </a:defRPr>
            </a:lvl5pPr>
            <a:lvl6pPr algn="r">
              <a:defRPr sz="1200" b="0">
                <a:solidFill>
                  <a:srgbClr val="000000"/>
                </a:solidFill>
                <a:latin typeface="Arial"/>
                <a:ea typeface="Arial"/>
                <a:cs typeface="Arial"/>
              </a:defRPr>
            </a:lvl6pPr>
            <a:lvl7pPr algn="r">
              <a:defRPr sz="1200" b="0">
                <a:solidFill>
                  <a:srgbClr val="000000"/>
                </a:solidFill>
                <a:latin typeface="Arial"/>
                <a:ea typeface="Arial"/>
                <a:cs typeface="Arial"/>
              </a:defRPr>
            </a:lvl7pPr>
            <a:lvl8pPr algn="r">
              <a:defRPr sz="1200" b="0">
                <a:solidFill>
                  <a:srgbClr val="000000"/>
                </a:solidFill>
                <a:latin typeface="Arial"/>
                <a:ea typeface="Arial"/>
                <a:cs typeface="Arial"/>
              </a:defRPr>
            </a:lvl8pPr>
            <a:lvl9pPr algn="r">
              <a:defRPr sz="1200" b="0">
                <a:solidFill>
                  <a:srgbClr val="000000"/>
                </a:solidFill>
                <a:latin typeface="Arial"/>
                <a:ea typeface="Arial"/>
                <a:cs typeface="Arial"/>
              </a:defRPr>
            </a:lvl9pPr>
          </a:lstStyle>
          <a:p xmlns:a="http://schemas.openxmlformats.org/drawingml/2006/main">
            <a:pPr algn="r">
              <a:defRPr sz="1200" b="0">
                <a:solidFill>
                  <a:srgbClr val="000000"/>
                </a:solidFill>
                <a:latin typeface="Arial"/>
                <a:ea typeface="Arial"/>
                <a:cs typeface="Arial"/>
              </a:defRPr>
            </a:pPr>
            <a:r>
              <a:rPr sz="1200" b="0">
                <a:solidFill>
                  <a:srgbClr val="000000"/>
                </a:solidFill>
                <a:latin typeface="Arial"/>
                <a:ea typeface="Arial"/>
                <a:cs typeface="Arial"/>
              </a:rPr>
              <a:t>1</a:t>
            </a:r>
          </a:p>
        </p:txBody>
      </p:sp>
      <p:sp>
        <p:nvSpPr>
          <p:cNvPr id="64" name="text_063">
            <a:extLst xmlns:a="http://schemas.openxmlformats.org/drawingml/2006/main">
              <a:ext uri="{FF2B5EF4-FFF2-40B4-BE49-F238E27FC236}">
                <a16:creationId xmlns:a16="http://schemas.microsoft.com/office/drawing/2014/main" id="{68281DDE-A79C-4E30-A527-8E720A9F450A}"/>
              </a:ext>
            </a:extLst>
          </p:cNvPr>
          <p:cNvSpPr>
            <a:spLocks xmlns:a="http://schemas.openxmlformats.org/drawingml/2006/main" noGrp="1"/>
          </p:cNvSpPr>
          <p:nvPr/>
        </p:nvSpPr>
        <p:spPr>
          <a:xfrm xmlns:a="http://schemas.openxmlformats.org/drawingml/2006/main" rot="0">
            <a:off x="519113" y="7305675"/>
            <a:ext cx="60960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xmlns:a="http://schemas.openxmlformats.org/drawingml/2006/main">
            <a:pPr algn="ctr">
              <a:defRPr sz="1125" b="0">
                <a:solidFill>
                  <a:srgbClr val="000000"/>
                </a:solidFill>
                <a:latin typeface="Arial"/>
                <a:ea typeface="Arial"/>
                <a:cs typeface="Arial"/>
              </a:defRPr>
            </a:pPr>
            <a:r>
              <a:rPr sz="1125" b="0">
                <a:solidFill>
                  <a:srgbClr val="000000"/>
                </a:solidFill>
                <a:latin typeface="Arial"/>
                <a:ea typeface="Arial"/>
                <a:cs typeface="Arial"/>
              </a:rPr>
              <a:t>0</a:t>
            </a:r>
          </a:p>
        </p:txBody>
      </p:sp>
      <p:sp>
        <p:nvSpPr>
          <p:cNvPr id="65" name="text_064">
            <a:extLst xmlns:a="http://schemas.openxmlformats.org/drawingml/2006/main">
              <a:ext uri="{FF2B5EF4-FFF2-40B4-BE49-F238E27FC236}">
                <a16:creationId xmlns:a16="http://schemas.microsoft.com/office/drawing/2014/main" id="{11BF9753-822D-4A2C-B069-30E579717B76}"/>
              </a:ext>
            </a:extLst>
          </p:cNvPr>
          <p:cNvSpPr>
            <a:spLocks xmlns:a="http://schemas.openxmlformats.org/drawingml/2006/main" noGrp="1"/>
          </p:cNvSpPr>
          <p:nvPr/>
        </p:nvSpPr>
        <p:spPr>
          <a:xfrm xmlns:a="http://schemas.openxmlformats.org/drawingml/2006/main" rot="0">
            <a:off x="2871788" y="7305675"/>
            <a:ext cx="60960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xmlns:a="http://schemas.openxmlformats.org/drawingml/2006/main">
            <a:pPr algn="ctr">
              <a:defRPr sz="1125" b="0">
                <a:solidFill>
                  <a:srgbClr val="000000"/>
                </a:solidFill>
                <a:latin typeface="Arial"/>
                <a:ea typeface="Arial"/>
                <a:cs typeface="Arial"/>
              </a:defRPr>
            </a:pPr>
            <a:r>
              <a:rPr sz="1125" b="0">
                <a:solidFill>
                  <a:srgbClr val="000000"/>
                </a:solidFill>
                <a:latin typeface="Arial"/>
                <a:ea typeface="Arial"/>
                <a:cs typeface="Arial"/>
              </a:rPr>
              <a:t>19</a:t>
            </a:r>
          </a:p>
        </p:txBody>
      </p:sp>
      <p:sp>
        <p:nvSpPr>
          <p:cNvPr id="66" name="text_065">
            <a:extLst xmlns:a="http://schemas.openxmlformats.org/drawingml/2006/main">
              <a:ext uri="{FF2B5EF4-FFF2-40B4-BE49-F238E27FC236}">
                <a16:creationId xmlns:a16="http://schemas.microsoft.com/office/drawing/2014/main" id="{F2F5FCDB-5168-442A-BF68-0AEB0E94D9F4}"/>
              </a:ext>
            </a:extLst>
          </p:cNvPr>
          <p:cNvSpPr>
            <a:spLocks xmlns:a="http://schemas.openxmlformats.org/drawingml/2006/main" noGrp="1"/>
          </p:cNvSpPr>
          <p:nvPr/>
        </p:nvSpPr>
        <p:spPr>
          <a:xfrm xmlns:a="http://schemas.openxmlformats.org/drawingml/2006/main" rot="0">
            <a:off x="5348288" y="7305675"/>
            <a:ext cx="60960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xmlns:a="http://schemas.openxmlformats.org/drawingml/2006/main">
            <a:pPr algn="ctr">
              <a:defRPr sz="1125" b="0">
                <a:solidFill>
                  <a:srgbClr val="000000"/>
                </a:solidFill>
                <a:latin typeface="Arial"/>
                <a:ea typeface="Arial"/>
                <a:cs typeface="Arial"/>
              </a:defRPr>
            </a:pPr>
            <a:r>
              <a:rPr sz="1125" b="0">
                <a:solidFill>
                  <a:srgbClr val="000000"/>
                </a:solidFill>
                <a:latin typeface="Arial"/>
                <a:ea typeface="Arial"/>
                <a:cs typeface="Arial"/>
              </a:rPr>
              <a:t>39</a:t>
            </a:r>
          </a:p>
        </p:txBody>
      </p:sp>
      <p:sp>
        <p:nvSpPr>
          <p:cNvPr id="67" name="text_066">
            <a:extLst xmlns:a="http://schemas.openxmlformats.org/drawingml/2006/main">
              <a:ext uri="{FF2B5EF4-FFF2-40B4-BE49-F238E27FC236}">
                <a16:creationId xmlns:a16="http://schemas.microsoft.com/office/drawing/2014/main" id="{C63053F7-3A32-4622-B2B9-E1F0B7D780D4}"/>
              </a:ext>
            </a:extLst>
          </p:cNvPr>
          <p:cNvSpPr>
            <a:spLocks xmlns:a="http://schemas.openxmlformats.org/drawingml/2006/main" noGrp="1"/>
          </p:cNvSpPr>
          <p:nvPr/>
        </p:nvSpPr>
        <p:spPr>
          <a:xfrm xmlns:a="http://schemas.openxmlformats.org/drawingml/2006/main" rot="0">
            <a:off x="762000" y="7534275"/>
            <a:ext cx="495300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xmlns:a="http://schemas.openxmlformats.org/drawingml/2006/main">
            <a:pPr algn="ctr">
              <a:defRPr sz="1200" b="0">
                <a:solidFill>
                  <a:srgbClr val="000000"/>
                </a:solidFill>
                <a:latin typeface="Arial"/>
                <a:ea typeface="Arial"/>
                <a:cs typeface="Arial"/>
              </a:defRPr>
            </a:pPr>
            <a:r>
              <a:rPr sz="1200" b="0">
                <a:solidFill>
                  <a:srgbClr val="000000"/>
                </a:solidFill>
                <a:latin typeface="Arial"/>
                <a:ea typeface="Arial"/>
                <a:cs typeface="Arial"/>
              </a:rPr>
              <a:t>Frame</a:t>
            </a:r>
          </a:p>
        </p:txBody>
      </p:sp>
      <p:sp>
        <p:nvSpPr>
          <p:cNvPr id="68" name="text_067">
            <a:extLst xmlns:a="http://schemas.openxmlformats.org/drawingml/2006/main">
              <a:ext uri="{FF2B5EF4-FFF2-40B4-BE49-F238E27FC236}">
                <a16:creationId xmlns:a16="http://schemas.microsoft.com/office/drawing/2014/main" id="{9B3A924A-97F1-4D63-BE12-C9E7CF751638}"/>
              </a:ext>
            </a:extLst>
          </p:cNvPr>
          <p:cNvSpPr>
            <a:spLocks xmlns:a="http://schemas.openxmlformats.org/drawingml/2006/main" noGrp="1"/>
          </p:cNvSpPr>
          <p:nvPr/>
        </p:nvSpPr>
        <p:spPr>
          <a:xfrm xmlns:a="http://schemas.openxmlformats.org/drawingml/2006/main" rot="0">
            <a:off x="6762750" y="5657850"/>
            <a:ext cx="4953000" cy="238125"/>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425" b="1">
                <a:solidFill>
                  <a:srgbClr val="000000"/>
                </a:solidFill>
                <a:latin typeface="Arial"/>
                <a:ea typeface="Arial"/>
                <a:cs typeface="Arial"/>
              </a:defRPr>
            </a:defPPr>
            <a:lvl1pPr algn="l">
              <a:defRPr sz="1425" b="1">
                <a:solidFill>
                  <a:srgbClr val="000000"/>
                </a:solidFill>
                <a:latin typeface="Arial"/>
                <a:ea typeface="Arial"/>
                <a:cs typeface="Arial"/>
              </a:defRPr>
            </a:lvl1pPr>
            <a:lvl2pPr algn="l">
              <a:defRPr sz="1425" b="1">
                <a:solidFill>
                  <a:srgbClr val="000000"/>
                </a:solidFill>
                <a:latin typeface="Arial"/>
                <a:ea typeface="Arial"/>
                <a:cs typeface="Arial"/>
              </a:defRPr>
            </a:lvl2pPr>
            <a:lvl3pPr algn="l">
              <a:defRPr sz="1425" b="1">
                <a:solidFill>
                  <a:srgbClr val="000000"/>
                </a:solidFill>
                <a:latin typeface="Arial"/>
                <a:ea typeface="Arial"/>
                <a:cs typeface="Arial"/>
              </a:defRPr>
            </a:lvl3pPr>
            <a:lvl4pPr algn="l">
              <a:defRPr sz="1425" b="1">
                <a:solidFill>
                  <a:srgbClr val="000000"/>
                </a:solidFill>
                <a:latin typeface="Arial"/>
                <a:ea typeface="Arial"/>
                <a:cs typeface="Arial"/>
              </a:defRPr>
            </a:lvl4pPr>
            <a:lvl5pPr algn="l">
              <a:defRPr sz="1425" b="1">
                <a:solidFill>
                  <a:srgbClr val="000000"/>
                </a:solidFill>
                <a:latin typeface="Arial"/>
                <a:ea typeface="Arial"/>
                <a:cs typeface="Arial"/>
              </a:defRPr>
            </a:lvl5pPr>
            <a:lvl6pPr algn="l">
              <a:defRPr sz="1425" b="1">
                <a:solidFill>
                  <a:srgbClr val="000000"/>
                </a:solidFill>
                <a:latin typeface="Arial"/>
                <a:ea typeface="Arial"/>
                <a:cs typeface="Arial"/>
              </a:defRPr>
            </a:lvl6pPr>
            <a:lvl7pPr algn="l">
              <a:defRPr sz="1425" b="1">
                <a:solidFill>
                  <a:srgbClr val="000000"/>
                </a:solidFill>
                <a:latin typeface="Arial"/>
                <a:ea typeface="Arial"/>
                <a:cs typeface="Arial"/>
              </a:defRPr>
            </a:lvl7pPr>
            <a:lvl8pPr algn="l">
              <a:defRPr sz="1425" b="1">
                <a:solidFill>
                  <a:srgbClr val="000000"/>
                </a:solidFill>
                <a:latin typeface="Arial"/>
                <a:ea typeface="Arial"/>
                <a:cs typeface="Arial"/>
              </a:defRPr>
            </a:lvl8pPr>
            <a:lvl9pPr algn="l">
              <a:defRPr sz="1425" b="1">
                <a:solidFill>
                  <a:srgbClr val="000000"/>
                </a:solidFill>
                <a:latin typeface="Arial"/>
                <a:ea typeface="Arial"/>
                <a:cs typeface="Arial"/>
              </a:defRPr>
            </a:lvl9pPr>
          </a:lstStyle>
          <a:p xmlns:a="http://schemas.openxmlformats.org/drawingml/2006/main">
            <a:pPr algn="l">
              <a:defRPr sz="1425" b="1">
                <a:solidFill>
                  <a:srgbClr val="000000"/>
                </a:solidFill>
                <a:latin typeface="Arial"/>
                <a:ea typeface="Arial"/>
                <a:cs typeface="Arial"/>
              </a:defRPr>
            </a:pPr>
            <a:r>
              <a:rPr sz="1425" b="1">
                <a:solidFill>
                  <a:srgbClr val="000000"/>
                </a:solidFill>
                <a:latin typeface="Arial"/>
                <a:ea typeface="Arial"/>
                <a:cs typeface="Arial"/>
              </a:rPr>
              <a:t>RG-MTM-R20</a:t>
            </a:r>
          </a:p>
        </p:txBody>
      </p:sp>
      <p:pic>
        <p:nvPicPr>
          <p:cNvPr id="69" name="">
            <a:extLst xmlns:a="http://schemas.openxmlformats.org/drawingml/2006/main">
              <a:ext uri="{FF2B5EF4-FFF2-40B4-BE49-F238E27FC236}">
                <a16:creationId xmlns:a16="http://schemas.microsoft.com/office/drawing/2014/main" id="{34E95476-7F29-40A9-8236-4B9FA6F5D1DA}"/>
              </a:ext>
            </a:extLst>
          </p:cNvPr>
          <p:cNvPicPr>
            <a:picLocks xmlns:a="http://schemas.openxmlformats.org/drawingml/2006/main" noChangeAspect="1"/>
          </p:cNvPicPr>
          <p:nvPr/>
        </p:nvPicPr>
        <p:blipFill>
          <a:blip xmlns:r="http://schemas.openxmlformats.org/officeDocument/2006/relationships" xmlns:a="http://schemas.openxmlformats.org/drawingml/2006/main" r:embed="Rd142bff20e0e491b"/>
          <a:stretch xmlns:a="http://schemas.openxmlformats.org/drawingml/2006/main"/>
        </p:blipFill>
        <p:spPr>
          <a:xfrm xmlns:a="http://schemas.openxmlformats.org/drawingml/2006/main">
            <a:off x="6762750" y="5924550"/>
            <a:ext cx="4953000" cy="1333500"/>
          </a:xfrm>
          <a:prstGeom xmlns:a="http://schemas.openxmlformats.org/drawingml/2006/main" prst="rect">
            <a:avLst/>
          </a:prstGeom>
        </p:spPr>
      </p:pic>
      <p:sp>
        <p:nvSpPr>
          <p:cNvPr id="70" name="rect_069">
            <a:extLst xmlns:a="http://schemas.openxmlformats.org/drawingml/2006/main">
              <a:ext uri="{FF2B5EF4-FFF2-40B4-BE49-F238E27FC236}">
                <a16:creationId xmlns:a16="http://schemas.microsoft.com/office/drawing/2014/main" id="{85B46B95-56F9-48C1-A3FB-214B18F09D3E}"/>
              </a:ext>
            </a:extLst>
          </p:cNvPr>
          <p:cNvSpPr>
            <a:spLocks xmlns:a="http://schemas.openxmlformats.org/drawingml/2006/main" noGrp="1"/>
          </p:cNvSpPr>
          <p:nvPr/>
        </p:nvSpPr>
        <p:spPr>
          <a:xfrm xmlns:a="http://schemas.openxmlformats.org/drawingml/2006/main" rot="0">
            <a:off x="6762750" y="5924550"/>
            <a:ext cx="4953000" cy="1333500"/>
          </a:xfrm>
          <a:prstGeom xmlns:a="http://schemas.openxmlformats.org/drawingml/2006/main" prst="rect">
            <a:avLst/>
          </a:prstGeom>
          <a:noFill xmlns:a="http://schemas.openxmlformats.org/drawingml/2006/main"/>
          <a:ln xmlns:a="http://schemas.openxmlformats.org/drawingml/2006/main" w="6668">
            <a:solidFill>
              <a:srgbClr val="7B8790"/>
            </a:solidFill>
            <a:prstDash val="solid"/>
          </a:ln>
        </p:spPr>
      </p:sp>
      <p:sp>
        <p:nvSpPr>
          <p:cNvPr id="71" name="text_070">
            <a:extLst xmlns:a="http://schemas.openxmlformats.org/drawingml/2006/main">
              <a:ext uri="{FF2B5EF4-FFF2-40B4-BE49-F238E27FC236}">
                <a16:creationId xmlns:a16="http://schemas.microsoft.com/office/drawing/2014/main" id="{61EEE8D3-8139-49A1-9F20-271493FF413A}"/>
              </a:ext>
            </a:extLst>
          </p:cNvPr>
          <p:cNvSpPr>
            <a:spLocks xmlns:a="http://schemas.openxmlformats.org/drawingml/2006/main" noGrp="1"/>
          </p:cNvSpPr>
          <p:nvPr/>
        </p:nvSpPr>
        <p:spPr>
          <a:xfrm xmlns:a="http://schemas.openxmlformats.org/drawingml/2006/main" rot="0">
            <a:off x="6353175" y="7172325"/>
            <a:ext cx="333375"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r">
              <a:defRPr sz="1200" b="0">
                <a:solidFill>
                  <a:srgbClr val="000000"/>
                </a:solidFill>
                <a:latin typeface="Arial"/>
                <a:ea typeface="Arial"/>
                <a:cs typeface="Arial"/>
              </a:defRPr>
            </a:defPPr>
            <a:lvl1pPr algn="r">
              <a:defRPr sz="1200" b="0">
                <a:solidFill>
                  <a:srgbClr val="000000"/>
                </a:solidFill>
                <a:latin typeface="Arial"/>
                <a:ea typeface="Arial"/>
                <a:cs typeface="Arial"/>
              </a:defRPr>
            </a:lvl1pPr>
            <a:lvl2pPr algn="r">
              <a:defRPr sz="1200" b="0">
                <a:solidFill>
                  <a:srgbClr val="000000"/>
                </a:solidFill>
                <a:latin typeface="Arial"/>
                <a:ea typeface="Arial"/>
                <a:cs typeface="Arial"/>
              </a:defRPr>
            </a:lvl2pPr>
            <a:lvl3pPr algn="r">
              <a:defRPr sz="1200" b="0">
                <a:solidFill>
                  <a:srgbClr val="000000"/>
                </a:solidFill>
                <a:latin typeface="Arial"/>
                <a:ea typeface="Arial"/>
                <a:cs typeface="Arial"/>
              </a:defRPr>
            </a:lvl3pPr>
            <a:lvl4pPr algn="r">
              <a:defRPr sz="1200" b="0">
                <a:solidFill>
                  <a:srgbClr val="000000"/>
                </a:solidFill>
                <a:latin typeface="Arial"/>
                <a:ea typeface="Arial"/>
                <a:cs typeface="Arial"/>
              </a:defRPr>
            </a:lvl4pPr>
            <a:lvl5pPr algn="r">
              <a:defRPr sz="1200" b="0">
                <a:solidFill>
                  <a:srgbClr val="000000"/>
                </a:solidFill>
                <a:latin typeface="Arial"/>
                <a:ea typeface="Arial"/>
                <a:cs typeface="Arial"/>
              </a:defRPr>
            </a:lvl5pPr>
            <a:lvl6pPr algn="r">
              <a:defRPr sz="1200" b="0">
                <a:solidFill>
                  <a:srgbClr val="000000"/>
                </a:solidFill>
                <a:latin typeface="Arial"/>
                <a:ea typeface="Arial"/>
                <a:cs typeface="Arial"/>
              </a:defRPr>
            </a:lvl6pPr>
            <a:lvl7pPr algn="r">
              <a:defRPr sz="1200" b="0">
                <a:solidFill>
                  <a:srgbClr val="000000"/>
                </a:solidFill>
                <a:latin typeface="Arial"/>
                <a:ea typeface="Arial"/>
                <a:cs typeface="Arial"/>
              </a:defRPr>
            </a:lvl7pPr>
            <a:lvl8pPr algn="r">
              <a:defRPr sz="1200" b="0">
                <a:solidFill>
                  <a:srgbClr val="000000"/>
                </a:solidFill>
                <a:latin typeface="Arial"/>
                <a:ea typeface="Arial"/>
                <a:cs typeface="Arial"/>
              </a:defRPr>
            </a:lvl8pPr>
            <a:lvl9pPr algn="r">
              <a:defRPr sz="1200" b="0">
                <a:solidFill>
                  <a:srgbClr val="000000"/>
                </a:solidFill>
                <a:latin typeface="Arial"/>
                <a:ea typeface="Arial"/>
                <a:cs typeface="Arial"/>
              </a:defRPr>
            </a:lvl9pPr>
          </a:lstStyle>
          <a:p xmlns:a="http://schemas.openxmlformats.org/drawingml/2006/main">
            <a:pPr algn="r">
              <a:defRPr sz="1200" b="0">
                <a:solidFill>
                  <a:srgbClr val="000000"/>
                </a:solidFill>
                <a:latin typeface="Arial"/>
                <a:ea typeface="Arial"/>
                <a:cs typeface="Arial"/>
              </a:defRPr>
            </a:pPr>
            <a:r>
              <a:rPr sz="1200" b="0">
                <a:solidFill>
                  <a:srgbClr val="000000"/>
                </a:solidFill>
                <a:latin typeface="Arial"/>
                <a:ea typeface="Arial"/>
                <a:cs typeface="Arial"/>
              </a:rPr>
              <a:t>0</a:t>
            </a:r>
          </a:p>
        </p:txBody>
      </p:sp>
      <p:sp>
        <p:nvSpPr>
          <p:cNvPr id="72" name="text_071">
            <a:extLst xmlns:a="http://schemas.openxmlformats.org/drawingml/2006/main">
              <a:ext uri="{FF2B5EF4-FFF2-40B4-BE49-F238E27FC236}">
                <a16:creationId xmlns:a16="http://schemas.microsoft.com/office/drawing/2014/main" id="{9531B6B7-1ACB-4F3B-904B-F2538ED24D3A}"/>
              </a:ext>
            </a:extLst>
          </p:cNvPr>
          <p:cNvSpPr>
            <a:spLocks xmlns:a="http://schemas.openxmlformats.org/drawingml/2006/main" noGrp="1"/>
          </p:cNvSpPr>
          <p:nvPr/>
        </p:nvSpPr>
        <p:spPr>
          <a:xfrm xmlns:a="http://schemas.openxmlformats.org/drawingml/2006/main" rot="0">
            <a:off x="6353175" y="6505575"/>
            <a:ext cx="333375"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r">
              <a:defRPr sz="1200" b="0">
                <a:solidFill>
                  <a:srgbClr val="000000"/>
                </a:solidFill>
                <a:latin typeface="Arial"/>
                <a:ea typeface="Arial"/>
                <a:cs typeface="Arial"/>
              </a:defRPr>
            </a:defPPr>
            <a:lvl1pPr algn="r">
              <a:defRPr sz="1200" b="0">
                <a:solidFill>
                  <a:srgbClr val="000000"/>
                </a:solidFill>
                <a:latin typeface="Arial"/>
                <a:ea typeface="Arial"/>
                <a:cs typeface="Arial"/>
              </a:defRPr>
            </a:lvl1pPr>
            <a:lvl2pPr algn="r">
              <a:defRPr sz="1200" b="0">
                <a:solidFill>
                  <a:srgbClr val="000000"/>
                </a:solidFill>
                <a:latin typeface="Arial"/>
                <a:ea typeface="Arial"/>
                <a:cs typeface="Arial"/>
              </a:defRPr>
            </a:lvl2pPr>
            <a:lvl3pPr algn="r">
              <a:defRPr sz="1200" b="0">
                <a:solidFill>
                  <a:srgbClr val="000000"/>
                </a:solidFill>
                <a:latin typeface="Arial"/>
                <a:ea typeface="Arial"/>
                <a:cs typeface="Arial"/>
              </a:defRPr>
            </a:lvl3pPr>
            <a:lvl4pPr algn="r">
              <a:defRPr sz="1200" b="0">
                <a:solidFill>
                  <a:srgbClr val="000000"/>
                </a:solidFill>
                <a:latin typeface="Arial"/>
                <a:ea typeface="Arial"/>
                <a:cs typeface="Arial"/>
              </a:defRPr>
            </a:lvl4pPr>
            <a:lvl5pPr algn="r">
              <a:defRPr sz="1200" b="0">
                <a:solidFill>
                  <a:srgbClr val="000000"/>
                </a:solidFill>
                <a:latin typeface="Arial"/>
                <a:ea typeface="Arial"/>
                <a:cs typeface="Arial"/>
              </a:defRPr>
            </a:lvl5pPr>
            <a:lvl6pPr algn="r">
              <a:defRPr sz="1200" b="0">
                <a:solidFill>
                  <a:srgbClr val="000000"/>
                </a:solidFill>
                <a:latin typeface="Arial"/>
                <a:ea typeface="Arial"/>
                <a:cs typeface="Arial"/>
              </a:defRPr>
            </a:lvl6pPr>
            <a:lvl7pPr algn="r">
              <a:defRPr sz="1200" b="0">
                <a:solidFill>
                  <a:srgbClr val="000000"/>
                </a:solidFill>
                <a:latin typeface="Arial"/>
                <a:ea typeface="Arial"/>
                <a:cs typeface="Arial"/>
              </a:defRPr>
            </a:lvl7pPr>
            <a:lvl8pPr algn="r">
              <a:defRPr sz="1200" b="0">
                <a:solidFill>
                  <a:srgbClr val="000000"/>
                </a:solidFill>
                <a:latin typeface="Arial"/>
                <a:ea typeface="Arial"/>
                <a:cs typeface="Arial"/>
              </a:defRPr>
            </a:lvl8pPr>
            <a:lvl9pPr algn="r">
              <a:defRPr sz="1200" b="0">
                <a:solidFill>
                  <a:srgbClr val="000000"/>
                </a:solidFill>
                <a:latin typeface="Arial"/>
                <a:ea typeface="Arial"/>
                <a:cs typeface="Arial"/>
              </a:defRPr>
            </a:lvl9pPr>
          </a:lstStyle>
          <a:p xmlns:a="http://schemas.openxmlformats.org/drawingml/2006/main">
            <a:pPr algn="r">
              <a:defRPr sz="1200" b="0">
                <a:solidFill>
                  <a:srgbClr val="000000"/>
                </a:solidFill>
                <a:latin typeface="Arial"/>
                <a:ea typeface="Arial"/>
                <a:cs typeface="Arial"/>
              </a:defRPr>
            </a:pPr>
            <a:r>
              <a:rPr sz="1200" b="0">
                <a:solidFill>
                  <a:srgbClr val="000000"/>
                </a:solidFill>
                <a:latin typeface="Arial"/>
                <a:ea typeface="Arial"/>
                <a:cs typeface="Arial"/>
              </a:rPr>
              <a:t>0.5</a:t>
            </a:r>
          </a:p>
        </p:txBody>
      </p:sp>
      <p:sp>
        <p:nvSpPr>
          <p:cNvPr id="73" name="text_072">
            <a:extLst xmlns:a="http://schemas.openxmlformats.org/drawingml/2006/main">
              <a:ext uri="{FF2B5EF4-FFF2-40B4-BE49-F238E27FC236}">
                <a16:creationId xmlns:a16="http://schemas.microsoft.com/office/drawing/2014/main" id="{194CF11E-ABBB-4825-94F8-3469A6730A8C}"/>
              </a:ext>
            </a:extLst>
          </p:cNvPr>
          <p:cNvSpPr>
            <a:spLocks xmlns:a="http://schemas.openxmlformats.org/drawingml/2006/main" noGrp="1"/>
          </p:cNvSpPr>
          <p:nvPr/>
        </p:nvSpPr>
        <p:spPr>
          <a:xfrm xmlns:a="http://schemas.openxmlformats.org/drawingml/2006/main" rot="0">
            <a:off x="6353175" y="5838825"/>
            <a:ext cx="333375"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r">
              <a:defRPr sz="1200" b="0">
                <a:solidFill>
                  <a:srgbClr val="000000"/>
                </a:solidFill>
                <a:latin typeface="Arial"/>
                <a:ea typeface="Arial"/>
                <a:cs typeface="Arial"/>
              </a:defRPr>
            </a:defPPr>
            <a:lvl1pPr algn="r">
              <a:defRPr sz="1200" b="0">
                <a:solidFill>
                  <a:srgbClr val="000000"/>
                </a:solidFill>
                <a:latin typeface="Arial"/>
                <a:ea typeface="Arial"/>
                <a:cs typeface="Arial"/>
              </a:defRPr>
            </a:lvl1pPr>
            <a:lvl2pPr algn="r">
              <a:defRPr sz="1200" b="0">
                <a:solidFill>
                  <a:srgbClr val="000000"/>
                </a:solidFill>
                <a:latin typeface="Arial"/>
                <a:ea typeface="Arial"/>
                <a:cs typeface="Arial"/>
              </a:defRPr>
            </a:lvl2pPr>
            <a:lvl3pPr algn="r">
              <a:defRPr sz="1200" b="0">
                <a:solidFill>
                  <a:srgbClr val="000000"/>
                </a:solidFill>
                <a:latin typeface="Arial"/>
                <a:ea typeface="Arial"/>
                <a:cs typeface="Arial"/>
              </a:defRPr>
            </a:lvl3pPr>
            <a:lvl4pPr algn="r">
              <a:defRPr sz="1200" b="0">
                <a:solidFill>
                  <a:srgbClr val="000000"/>
                </a:solidFill>
                <a:latin typeface="Arial"/>
                <a:ea typeface="Arial"/>
                <a:cs typeface="Arial"/>
              </a:defRPr>
            </a:lvl4pPr>
            <a:lvl5pPr algn="r">
              <a:defRPr sz="1200" b="0">
                <a:solidFill>
                  <a:srgbClr val="000000"/>
                </a:solidFill>
                <a:latin typeface="Arial"/>
                <a:ea typeface="Arial"/>
                <a:cs typeface="Arial"/>
              </a:defRPr>
            </a:lvl5pPr>
            <a:lvl6pPr algn="r">
              <a:defRPr sz="1200" b="0">
                <a:solidFill>
                  <a:srgbClr val="000000"/>
                </a:solidFill>
                <a:latin typeface="Arial"/>
                <a:ea typeface="Arial"/>
                <a:cs typeface="Arial"/>
              </a:defRPr>
            </a:lvl6pPr>
            <a:lvl7pPr algn="r">
              <a:defRPr sz="1200" b="0">
                <a:solidFill>
                  <a:srgbClr val="000000"/>
                </a:solidFill>
                <a:latin typeface="Arial"/>
                <a:ea typeface="Arial"/>
                <a:cs typeface="Arial"/>
              </a:defRPr>
            </a:lvl7pPr>
            <a:lvl8pPr algn="r">
              <a:defRPr sz="1200" b="0">
                <a:solidFill>
                  <a:srgbClr val="000000"/>
                </a:solidFill>
                <a:latin typeface="Arial"/>
                <a:ea typeface="Arial"/>
                <a:cs typeface="Arial"/>
              </a:defRPr>
            </a:lvl8pPr>
            <a:lvl9pPr algn="r">
              <a:defRPr sz="1200" b="0">
                <a:solidFill>
                  <a:srgbClr val="000000"/>
                </a:solidFill>
                <a:latin typeface="Arial"/>
                <a:ea typeface="Arial"/>
                <a:cs typeface="Arial"/>
              </a:defRPr>
            </a:lvl9pPr>
          </a:lstStyle>
          <a:p xmlns:a="http://schemas.openxmlformats.org/drawingml/2006/main">
            <a:pPr algn="r">
              <a:defRPr sz="1200" b="0">
                <a:solidFill>
                  <a:srgbClr val="000000"/>
                </a:solidFill>
                <a:latin typeface="Arial"/>
                <a:ea typeface="Arial"/>
                <a:cs typeface="Arial"/>
              </a:defRPr>
            </a:pPr>
            <a:r>
              <a:rPr sz="1200" b="0">
                <a:solidFill>
                  <a:srgbClr val="000000"/>
                </a:solidFill>
                <a:latin typeface="Arial"/>
                <a:ea typeface="Arial"/>
                <a:cs typeface="Arial"/>
              </a:rPr>
              <a:t>1</a:t>
            </a:r>
          </a:p>
        </p:txBody>
      </p:sp>
      <p:sp>
        <p:nvSpPr>
          <p:cNvPr id="74" name="text_073">
            <a:extLst xmlns:a="http://schemas.openxmlformats.org/drawingml/2006/main">
              <a:ext uri="{FF2B5EF4-FFF2-40B4-BE49-F238E27FC236}">
                <a16:creationId xmlns:a16="http://schemas.microsoft.com/office/drawing/2014/main" id="{C5864FE4-0009-404A-BB17-180EE96F112B}"/>
              </a:ext>
            </a:extLst>
          </p:cNvPr>
          <p:cNvSpPr>
            <a:spLocks xmlns:a="http://schemas.openxmlformats.org/drawingml/2006/main" noGrp="1"/>
          </p:cNvSpPr>
          <p:nvPr/>
        </p:nvSpPr>
        <p:spPr>
          <a:xfrm xmlns:a="http://schemas.openxmlformats.org/drawingml/2006/main" rot="0">
            <a:off x="6519863" y="7305675"/>
            <a:ext cx="60960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xmlns:a="http://schemas.openxmlformats.org/drawingml/2006/main">
            <a:pPr algn="ctr">
              <a:defRPr sz="1125" b="0">
                <a:solidFill>
                  <a:srgbClr val="000000"/>
                </a:solidFill>
                <a:latin typeface="Arial"/>
                <a:ea typeface="Arial"/>
                <a:cs typeface="Arial"/>
              </a:defRPr>
            </a:pPr>
            <a:r>
              <a:rPr sz="1125" b="0">
                <a:solidFill>
                  <a:srgbClr val="000000"/>
                </a:solidFill>
                <a:latin typeface="Arial"/>
                <a:ea typeface="Arial"/>
                <a:cs typeface="Arial"/>
              </a:rPr>
              <a:t>0</a:t>
            </a:r>
          </a:p>
        </p:txBody>
      </p:sp>
      <p:sp>
        <p:nvSpPr>
          <p:cNvPr id="75" name="text_074">
            <a:extLst xmlns:a="http://schemas.openxmlformats.org/drawingml/2006/main">
              <a:ext uri="{FF2B5EF4-FFF2-40B4-BE49-F238E27FC236}">
                <a16:creationId xmlns:a16="http://schemas.microsoft.com/office/drawing/2014/main" id="{6BB6DD4F-4D9A-4080-A3F8-A7CED41EFDAF}"/>
              </a:ext>
            </a:extLst>
          </p:cNvPr>
          <p:cNvSpPr>
            <a:spLocks xmlns:a="http://schemas.openxmlformats.org/drawingml/2006/main" noGrp="1"/>
          </p:cNvSpPr>
          <p:nvPr/>
        </p:nvSpPr>
        <p:spPr>
          <a:xfrm xmlns:a="http://schemas.openxmlformats.org/drawingml/2006/main" rot="0">
            <a:off x="8872538" y="7305675"/>
            <a:ext cx="60960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xmlns:a="http://schemas.openxmlformats.org/drawingml/2006/main">
            <a:pPr algn="ctr">
              <a:defRPr sz="1125" b="0">
                <a:solidFill>
                  <a:srgbClr val="000000"/>
                </a:solidFill>
                <a:latin typeface="Arial"/>
                <a:ea typeface="Arial"/>
                <a:cs typeface="Arial"/>
              </a:defRPr>
            </a:pPr>
            <a:r>
              <a:rPr sz="1125" b="0">
                <a:solidFill>
                  <a:srgbClr val="000000"/>
                </a:solidFill>
                <a:latin typeface="Arial"/>
                <a:ea typeface="Arial"/>
                <a:cs typeface="Arial"/>
              </a:rPr>
              <a:t>19</a:t>
            </a:r>
          </a:p>
        </p:txBody>
      </p:sp>
      <p:sp>
        <p:nvSpPr>
          <p:cNvPr id="76" name="text_075">
            <a:extLst xmlns:a="http://schemas.openxmlformats.org/drawingml/2006/main">
              <a:ext uri="{FF2B5EF4-FFF2-40B4-BE49-F238E27FC236}">
                <a16:creationId xmlns:a16="http://schemas.microsoft.com/office/drawing/2014/main" id="{685D9AEC-8F8A-4876-A43A-12A853A02C1D}"/>
              </a:ext>
            </a:extLst>
          </p:cNvPr>
          <p:cNvSpPr>
            <a:spLocks xmlns:a="http://schemas.openxmlformats.org/drawingml/2006/main" noGrp="1"/>
          </p:cNvSpPr>
          <p:nvPr/>
        </p:nvSpPr>
        <p:spPr>
          <a:xfrm xmlns:a="http://schemas.openxmlformats.org/drawingml/2006/main" rot="0">
            <a:off x="11349038" y="7305675"/>
            <a:ext cx="60960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xmlns:a="http://schemas.openxmlformats.org/drawingml/2006/main">
            <a:pPr algn="ctr">
              <a:defRPr sz="1125" b="0">
                <a:solidFill>
                  <a:srgbClr val="000000"/>
                </a:solidFill>
                <a:latin typeface="Arial"/>
                <a:ea typeface="Arial"/>
                <a:cs typeface="Arial"/>
              </a:defRPr>
            </a:pPr>
            <a:r>
              <a:rPr sz="1125" b="0">
                <a:solidFill>
                  <a:srgbClr val="000000"/>
                </a:solidFill>
                <a:latin typeface="Arial"/>
                <a:ea typeface="Arial"/>
                <a:cs typeface="Arial"/>
              </a:rPr>
              <a:t>39</a:t>
            </a:r>
          </a:p>
        </p:txBody>
      </p:sp>
      <p:sp>
        <p:nvSpPr>
          <p:cNvPr id="77" name="text_076">
            <a:extLst xmlns:a="http://schemas.openxmlformats.org/drawingml/2006/main">
              <a:ext uri="{FF2B5EF4-FFF2-40B4-BE49-F238E27FC236}">
                <a16:creationId xmlns:a16="http://schemas.microsoft.com/office/drawing/2014/main" id="{C6025853-5F77-4E89-837C-F03DC77E1DBC}"/>
              </a:ext>
            </a:extLst>
          </p:cNvPr>
          <p:cNvSpPr>
            <a:spLocks xmlns:a="http://schemas.openxmlformats.org/drawingml/2006/main" noGrp="1"/>
          </p:cNvSpPr>
          <p:nvPr/>
        </p:nvSpPr>
        <p:spPr>
          <a:xfrm xmlns:a="http://schemas.openxmlformats.org/drawingml/2006/main" rot="0">
            <a:off x="6762750" y="7534275"/>
            <a:ext cx="495300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xmlns:a="http://schemas.openxmlformats.org/drawingml/2006/main">
            <a:pPr algn="ctr">
              <a:defRPr sz="1200" b="0">
                <a:solidFill>
                  <a:srgbClr val="000000"/>
                </a:solidFill>
                <a:latin typeface="Arial"/>
                <a:ea typeface="Arial"/>
                <a:cs typeface="Arial"/>
              </a:defRPr>
            </a:pPr>
            <a:r>
              <a:rPr sz="1200" b="0">
                <a:solidFill>
                  <a:srgbClr val="000000"/>
                </a:solidFill>
                <a:latin typeface="Arial"/>
                <a:ea typeface="Arial"/>
                <a:cs typeface="Arial"/>
              </a:rPr>
              <a:t>Frame</a:t>
            </a:r>
          </a:p>
        </p:txBody>
      </p:sp>
      <p:pic>
        <p:nvPicPr>
          <p:cNvPr id="78" name="">
            <a:extLst xmlns:a="http://schemas.openxmlformats.org/drawingml/2006/main">
              <a:ext uri="{FF2B5EF4-FFF2-40B4-BE49-F238E27FC236}">
                <a16:creationId xmlns:a16="http://schemas.microsoft.com/office/drawing/2014/main" id="{2DD803DA-AB5E-47D0-8797-38C2133B7279}"/>
              </a:ext>
            </a:extLst>
          </p:cNvPr>
          <p:cNvPicPr>
            <a:picLocks xmlns:a="http://schemas.openxmlformats.org/drawingml/2006/main" noChangeAspect="1"/>
          </p:cNvPicPr>
          <p:nvPr/>
        </p:nvPicPr>
        <p:blipFill>
          <a:blip xmlns:r="http://schemas.openxmlformats.org/officeDocument/2006/relationships" xmlns:a="http://schemas.openxmlformats.org/drawingml/2006/main" r:embed="Re712989b92464244"/>
          <a:stretch xmlns:a="http://schemas.openxmlformats.org/drawingml/2006/main"/>
        </p:blipFill>
        <p:spPr>
          <a:xfrm xmlns:a="http://schemas.openxmlformats.org/drawingml/2006/main">
            <a:off x="4333875" y="7772400"/>
            <a:ext cx="4381500" cy="104775"/>
          </a:xfrm>
          <a:prstGeom xmlns:a="http://schemas.openxmlformats.org/drawingml/2006/main" prst="rect">
            <a:avLst/>
          </a:prstGeom>
        </p:spPr>
      </p:pic>
      <p:sp>
        <p:nvSpPr>
          <p:cNvPr id="79" name="text_078">
            <a:extLst xmlns:a="http://schemas.openxmlformats.org/drawingml/2006/main">
              <a:ext uri="{FF2B5EF4-FFF2-40B4-BE49-F238E27FC236}">
                <a16:creationId xmlns:a16="http://schemas.microsoft.com/office/drawing/2014/main" id="{915A5ED3-27B0-446B-B48C-0C2552A4D8D7}"/>
              </a:ext>
            </a:extLst>
          </p:cNvPr>
          <p:cNvSpPr>
            <a:spLocks xmlns:a="http://schemas.openxmlformats.org/drawingml/2006/main" noGrp="1"/>
          </p:cNvSpPr>
          <p:nvPr/>
        </p:nvSpPr>
        <p:spPr>
          <a:xfrm xmlns:a="http://schemas.openxmlformats.org/drawingml/2006/main" rot="0">
            <a:off x="3476625" y="7696200"/>
            <a:ext cx="762000" cy="22860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r">
              <a:defRPr sz="1200" b="0">
                <a:solidFill>
                  <a:srgbClr val="000000"/>
                </a:solidFill>
                <a:latin typeface="Arial"/>
                <a:ea typeface="Arial"/>
                <a:cs typeface="Arial"/>
              </a:defRPr>
            </a:defPPr>
            <a:lvl1pPr algn="r">
              <a:defRPr sz="1200" b="0">
                <a:solidFill>
                  <a:srgbClr val="000000"/>
                </a:solidFill>
                <a:latin typeface="Arial"/>
                <a:ea typeface="Arial"/>
                <a:cs typeface="Arial"/>
              </a:defRPr>
            </a:lvl1pPr>
            <a:lvl2pPr algn="r">
              <a:defRPr sz="1200" b="0">
                <a:solidFill>
                  <a:srgbClr val="000000"/>
                </a:solidFill>
                <a:latin typeface="Arial"/>
                <a:ea typeface="Arial"/>
                <a:cs typeface="Arial"/>
              </a:defRPr>
            </a:lvl2pPr>
            <a:lvl3pPr algn="r">
              <a:defRPr sz="1200" b="0">
                <a:solidFill>
                  <a:srgbClr val="000000"/>
                </a:solidFill>
                <a:latin typeface="Arial"/>
                <a:ea typeface="Arial"/>
                <a:cs typeface="Arial"/>
              </a:defRPr>
            </a:lvl3pPr>
            <a:lvl4pPr algn="r">
              <a:defRPr sz="1200" b="0">
                <a:solidFill>
                  <a:srgbClr val="000000"/>
                </a:solidFill>
                <a:latin typeface="Arial"/>
                <a:ea typeface="Arial"/>
                <a:cs typeface="Arial"/>
              </a:defRPr>
            </a:lvl4pPr>
            <a:lvl5pPr algn="r">
              <a:defRPr sz="1200" b="0">
                <a:solidFill>
                  <a:srgbClr val="000000"/>
                </a:solidFill>
                <a:latin typeface="Arial"/>
                <a:ea typeface="Arial"/>
                <a:cs typeface="Arial"/>
              </a:defRPr>
            </a:lvl5pPr>
            <a:lvl6pPr algn="r">
              <a:defRPr sz="1200" b="0">
                <a:solidFill>
                  <a:srgbClr val="000000"/>
                </a:solidFill>
                <a:latin typeface="Arial"/>
                <a:ea typeface="Arial"/>
                <a:cs typeface="Arial"/>
              </a:defRPr>
            </a:lvl6pPr>
            <a:lvl7pPr algn="r">
              <a:defRPr sz="1200" b="0">
                <a:solidFill>
                  <a:srgbClr val="000000"/>
                </a:solidFill>
                <a:latin typeface="Arial"/>
                <a:ea typeface="Arial"/>
                <a:cs typeface="Arial"/>
              </a:defRPr>
            </a:lvl7pPr>
            <a:lvl8pPr algn="r">
              <a:defRPr sz="1200" b="0">
                <a:solidFill>
                  <a:srgbClr val="000000"/>
                </a:solidFill>
                <a:latin typeface="Arial"/>
                <a:ea typeface="Arial"/>
                <a:cs typeface="Arial"/>
              </a:defRPr>
            </a:lvl8pPr>
            <a:lvl9pPr algn="r">
              <a:defRPr sz="1200" b="0">
                <a:solidFill>
                  <a:srgbClr val="000000"/>
                </a:solidFill>
                <a:latin typeface="Arial"/>
                <a:ea typeface="Arial"/>
                <a:cs typeface="Arial"/>
              </a:defRPr>
            </a:lvl9pPr>
          </a:lstStyle>
          <a:p xmlns:a="http://schemas.openxmlformats.org/drawingml/2006/main">
            <a:pPr algn="r">
              <a:defRPr sz="1200" b="0">
                <a:solidFill>
                  <a:srgbClr val="000000"/>
                </a:solidFill>
                <a:latin typeface="Arial"/>
                <a:ea typeface="Arial"/>
                <a:cs typeface="Arial"/>
              </a:defRPr>
            </a:pPr>
            <a:r>
              <a:rPr sz="1200" b="0">
                <a:solidFill>
                  <a:srgbClr val="000000"/>
                </a:solidFill>
                <a:latin typeface="Arial"/>
                <a:ea typeface="Arial"/>
                <a:cs typeface="Arial"/>
              </a:rPr>
              <a:t>-0.98</a:t>
            </a:r>
          </a:p>
        </p:txBody>
      </p:sp>
      <p:sp>
        <p:nvSpPr>
          <p:cNvPr id="80" name="text_079">
            <a:extLst xmlns:a="http://schemas.openxmlformats.org/drawingml/2006/main">
              <a:ext uri="{FF2B5EF4-FFF2-40B4-BE49-F238E27FC236}">
                <a16:creationId xmlns:a16="http://schemas.microsoft.com/office/drawing/2014/main" id="{75950F26-C728-4D14-8784-66909621AB32}"/>
              </a:ext>
            </a:extLst>
          </p:cNvPr>
          <p:cNvSpPr>
            <a:spLocks xmlns:a="http://schemas.openxmlformats.org/drawingml/2006/main" noGrp="1"/>
          </p:cNvSpPr>
          <p:nvPr/>
        </p:nvSpPr>
        <p:spPr>
          <a:xfrm xmlns:a="http://schemas.openxmlformats.org/drawingml/2006/main" rot="0">
            <a:off x="8858250" y="7696200"/>
            <a:ext cx="952500" cy="22860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200" b="0">
                <a:solidFill>
                  <a:srgbClr val="000000"/>
                </a:solidFill>
                <a:latin typeface="Arial"/>
                <a:ea typeface="Arial"/>
                <a:cs typeface="Arial"/>
              </a:defRPr>
            </a:defPPr>
            <a:lvl1pPr algn="l">
              <a:defRPr sz="1200" b="0">
                <a:solidFill>
                  <a:srgbClr val="000000"/>
                </a:solidFill>
                <a:latin typeface="Arial"/>
                <a:ea typeface="Arial"/>
                <a:cs typeface="Arial"/>
              </a:defRPr>
            </a:lvl1pPr>
            <a:lvl2pPr algn="l">
              <a:defRPr sz="1200" b="0">
                <a:solidFill>
                  <a:srgbClr val="000000"/>
                </a:solidFill>
                <a:latin typeface="Arial"/>
                <a:ea typeface="Arial"/>
                <a:cs typeface="Arial"/>
              </a:defRPr>
            </a:lvl2pPr>
            <a:lvl3pPr algn="l">
              <a:defRPr sz="1200" b="0">
                <a:solidFill>
                  <a:srgbClr val="000000"/>
                </a:solidFill>
                <a:latin typeface="Arial"/>
                <a:ea typeface="Arial"/>
                <a:cs typeface="Arial"/>
              </a:defRPr>
            </a:lvl3pPr>
            <a:lvl4pPr algn="l">
              <a:defRPr sz="1200" b="0">
                <a:solidFill>
                  <a:srgbClr val="000000"/>
                </a:solidFill>
                <a:latin typeface="Arial"/>
                <a:ea typeface="Arial"/>
                <a:cs typeface="Arial"/>
              </a:defRPr>
            </a:lvl4pPr>
            <a:lvl5pPr algn="l">
              <a:defRPr sz="1200" b="0">
                <a:solidFill>
                  <a:srgbClr val="000000"/>
                </a:solidFill>
                <a:latin typeface="Arial"/>
                <a:ea typeface="Arial"/>
                <a:cs typeface="Arial"/>
              </a:defRPr>
            </a:lvl5pPr>
            <a:lvl6pPr algn="l">
              <a:defRPr sz="1200" b="0">
                <a:solidFill>
                  <a:srgbClr val="000000"/>
                </a:solidFill>
                <a:latin typeface="Arial"/>
                <a:ea typeface="Arial"/>
                <a:cs typeface="Arial"/>
              </a:defRPr>
            </a:lvl6pPr>
            <a:lvl7pPr algn="l">
              <a:defRPr sz="1200" b="0">
                <a:solidFill>
                  <a:srgbClr val="000000"/>
                </a:solidFill>
                <a:latin typeface="Arial"/>
                <a:ea typeface="Arial"/>
                <a:cs typeface="Arial"/>
              </a:defRPr>
            </a:lvl7pPr>
            <a:lvl8pPr algn="l">
              <a:defRPr sz="1200" b="0">
                <a:solidFill>
                  <a:srgbClr val="000000"/>
                </a:solidFill>
                <a:latin typeface="Arial"/>
                <a:ea typeface="Arial"/>
                <a:cs typeface="Arial"/>
              </a:defRPr>
            </a:lvl8pPr>
            <a:lvl9pPr algn="l">
              <a:defRPr sz="1200" b="0">
                <a:solidFill>
                  <a:srgbClr val="000000"/>
                </a:solidFill>
                <a:latin typeface="Arial"/>
                <a:ea typeface="Arial"/>
                <a:cs typeface="Arial"/>
              </a:defRPr>
            </a:lvl9pPr>
          </a:lstStyle>
          <a:p xmlns:a="http://schemas.openxmlformats.org/drawingml/2006/main">
            <a:pPr algn="l">
              <a:defRPr sz="1200" b="0">
                <a:solidFill>
                  <a:srgbClr val="000000"/>
                </a:solidFill>
                <a:latin typeface="Arial"/>
                <a:ea typeface="Arial"/>
                <a:cs typeface="Arial"/>
              </a:defRPr>
            </a:pPr>
            <a:r>
              <a:rPr sz="1200" b="0">
                <a:solidFill>
                  <a:srgbClr val="000000"/>
                </a:solidFill>
                <a:latin typeface="Arial"/>
                <a:ea typeface="Arial"/>
                <a:cs typeface="Arial"/>
              </a:rPr>
              <a:t>12.70</a:t>
            </a:r>
          </a:p>
        </p:txBody>
      </p:sp>
      <p:sp>
        <p:nvSpPr>
          <p:cNvPr id="81" name="text_080">
            <a:extLst xmlns:a="http://schemas.openxmlformats.org/drawingml/2006/main">
              <a:ext uri="{FF2B5EF4-FFF2-40B4-BE49-F238E27FC236}">
                <a16:creationId xmlns:a16="http://schemas.microsoft.com/office/drawing/2014/main" id="{E4A8B44F-69E9-4CF3-B6B7-FF0FBAFB3EB5}"/>
              </a:ext>
            </a:extLst>
          </p:cNvPr>
          <p:cNvSpPr>
            <a:spLocks xmlns:a="http://schemas.openxmlformats.org/drawingml/2006/main" noGrp="1"/>
          </p:cNvSpPr>
          <p:nvPr/>
        </p:nvSpPr>
        <p:spPr>
          <a:xfrm xmlns:a="http://schemas.openxmlformats.org/drawingml/2006/main" rot="0">
            <a:off x="285750" y="7686675"/>
            <a:ext cx="2952750" cy="2476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275" b="0">
                <a:solidFill>
                  <a:srgbClr val="000000"/>
                </a:solidFill>
                <a:latin typeface="Arial"/>
                <a:ea typeface="Arial"/>
                <a:cs typeface="Arial"/>
              </a:defRPr>
            </a:defPPr>
            <a:lvl1pPr algn="l">
              <a:defRPr sz="1275" b="0">
                <a:solidFill>
                  <a:srgbClr val="000000"/>
                </a:solidFill>
                <a:latin typeface="Arial"/>
                <a:ea typeface="Arial"/>
                <a:cs typeface="Arial"/>
              </a:defRPr>
            </a:lvl1pPr>
            <a:lvl2pPr algn="l">
              <a:defRPr sz="1275" b="0">
                <a:solidFill>
                  <a:srgbClr val="000000"/>
                </a:solidFill>
                <a:latin typeface="Arial"/>
                <a:ea typeface="Arial"/>
                <a:cs typeface="Arial"/>
              </a:defRPr>
            </a:lvl2pPr>
            <a:lvl3pPr algn="l">
              <a:defRPr sz="1275" b="0">
                <a:solidFill>
                  <a:srgbClr val="000000"/>
                </a:solidFill>
                <a:latin typeface="Arial"/>
                <a:ea typeface="Arial"/>
                <a:cs typeface="Arial"/>
              </a:defRPr>
            </a:lvl3pPr>
            <a:lvl4pPr algn="l">
              <a:defRPr sz="1275" b="0">
                <a:solidFill>
                  <a:srgbClr val="000000"/>
                </a:solidFill>
                <a:latin typeface="Arial"/>
                <a:ea typeface="Arial"/>
                <a:cs typeface="Arial"/>
              </a:defRPr>
            </a:lvl4pPr>
            <a:lvl5pPr algn="l">
              <a:defRPr sz="1275" b="0">
                <a:solidFill>
                  <a:srgbClr val="000000"/>
                </a:solidFill>
                <a:latin typeface="Arial"/>
                <a:ea typeface="Arial"/>
                <a:cs typeface="Arial"/>
              </a:defRPr>
            </a:lvl5pPr>
            <a:lvl6pPr algn="l">
              <a:defRPr sz="1275" b="0">
                <a:solidFill>
                  <a:srgbClr val="000000"/>
                </a:solidFill>
                <a:latin typeface="Arial"/>
                <a:ea typeface="Arial"/>
                <a:cs typeface="Arial"/>
              </a:defRPr>
            </a:lvl6pPr>
            <a:lvl7pPr algn="l">
              <a:defRPr sz="1275" b="0">
                <a:solidFill>
                  <a:srgbClr val="000000"/>
                </a:solidFill>
                <a:latin typeface="Arial"/>
                <a:ea typeface="Arial"/>
                <a:cs typeface="Arial"/>
              </a:defRPr>
            </a:lvl7pPr>
            <a:lvl8pPr algn="l">
              <a:defRPr sz="1275" b="0">
                <a:solidFill>
                  <a:srgbClr val="000000"/>
                </a:solidFill>
                <a:latin typeface="Arial"/>
                <a:ea typeface="Arial"/>
                <a:cs typeface="Arial"/>
              </a:defRPr>
            </a:lvl8pPr>
            <a:lvl9pPr algn="l">
              <a:defRPr sz="1275" b="0">
                <a:solidFill>
                  <a:srgbClr val="000000"/>
                </a:solidFill>
                <a:latin typeface="Arial"/>
                <a:ea typeface="Arial"/>
                <a:cs typeface="Arial"/>
              </a:defRPr>
            </a:lvl9pPr>
          </a:lstStyle>
          <a:p xmlns:a="http://schemas.openxmlformats.org/drawingml/2006/main">
            <a:pPr algn="l">
              <a:defRPr sz="1275" b="0">
                <a:solidFill>
                  <a:srgbClr val="000000"/>
                </a:solidFill>
                <a:latin typeface="Arial"/>
                <a:ea typeface="Arial"/>
                <a:cs typeface="Arial"/>
              </a:defRPr>
            </a:pPr>
            <a:r>
              <a:rPr sz="1275" b="0">
                <a:solidFill>
                  <a:srgbClr val="000000"/>
                </a:solidFill>
                <a:latin typeface="Arial"/>
                <a:ea typeface="Arial"/>
                <a:cs typeface="Arial"/>
              </a:rPr>
              <a:t>Ring (scalar units)</a:t>
            </a:r>
          </a:p>
        </p:txBody>
      </p:sp>
      <p:sp>
        <p:nvSpPr>
          <p:cNvPr id="82" name="text_081">
            <a:extLst xmlns:a="http://schemas.openxmlformats.org/drawingml/2006/main">
              <a:ext uri="{FF2B5EF4-FFF2-40B4-BE49-F238E27FC236}">
                <a16:creationId xmlns:a16="http://schemas.microsoft.com/office/drawing/2014/main" id="{9B8458BF-A6D9-4638-A21C-90CC3351B10F}"/>
              </a:ext>
            </a:extLst>
          </p:cNvPr>
          <p:cNvSpPr>
            <a:spLocks xmlns:a="http://schemas.openxmlformats.org/drawingml/2006/main" noGrp="1"/>
          </p:cNvSpPr>
          <p:nvPr/>
        </p:nvSpPr>
        <p:spPr>
          <a:xfrm xmlns:a="http://schemas.openxmlformats.org/drawingml/2006/main" rot="0">
            <a:off x="9810750" y="7686675"/>
            <a:ext cx="2190750" cy="22860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r">
              <a:defRPr sz="1125" b="0">
                <a:solidFill>
                  <a:srgbClr val="000000"/>
                </a:solidFill>
                <a:latin typeface="Arial"/>
                <a:ea typeface="Arial"/>
                <a:cs typeface="Arial"/>
              </a:defRPr>
            </a:defPPr>
            <a:lvl1pPr algn="r">
              <a:defRPr sz="1125" b="0">
                <a:solidFill>
                  <a:srgbClr val="000000"/>
                </a:solidFill>
                <a:latin typeface="Arial"/>
                <a:ea typeface="Arial"/>
                <a:cs typeface="Arial"/>
              </a:defRPr>
            </a:lvl1pPr>
            <a:lvl2pPr algn="r">
              <a:defRPr sz="1125" b="0">
                <a:solidFill>
                  <a:srgbClr val="000000"/>
                </a:solidFill>
                <a:latin typeface="Arial"/>
                <a:ea typeface="Arial"/>
                <a:cs typeface="Arial"/>
              </a:defRPr>
            </a:lvl2pPr>
            <a:lvl3pPr algn="r">
              <a:defRPr sz="1125" b="0">
                <a:solidFill>
                  <a:srgbClr val="000000"/>
                </a:solidFill>
                <a:latin typeface="Arial"/>
                <a:ea typeface="Arial"/>
                <a:cs typeface="Arial"/>
              </a:defRPr>
            </a:lvl3pPr>
            <a:lvl4pPr algn="r">
              <a:defRPr sz="1125" b="0">
                <a:solidFill>
                  <a:srgbClr val="000000"/>
                </a:solidFill>
                <a:latin typeface="Arial"/>
                <a:ea typeface="Arial"/>
                <a:cs typeface="Arial"/>
              </a:defRPr>
            </a:lvl4pPr>
            <a:lvl5pPr algn="r">
              <a:defRPr sz="1125" b="0">
                <a:solidFill>
                  <a:srgbClr val="000000"/>
                </a:solidFill>
                <a:latin typeface="Arial"/>
                <a:ea typeface="Arial"/>
                <a:cs typeface="Arial"/>
              </a:defRPr>
            </a:lvl5pPr>
            <a:lvl6pPr algn="r">
              <a:defRPr sz="1125" b="0">
                <a:solidFill>
                  <a:srgbClr val="000000"/>
                </a:solidFill>
                <a:latin typeface="Arial"/>
                <a:ea typeface="Arial"/>
                <a:cs typeface="Arial"/>
              </a:defRPr>
            </a:lvl6pPr>
            <a:lvl7pPr algn="r">
              <a:defRPr sz="1125" b="0">
                <a:solidFill>
                  <a:srgbClr val="000000"/>
                </a:solidFill>
                <a:latin typeface="Arial"/>
                <a:ea typeface="Arial"/>
                <a:cs typeface="Arial"/>
              </a:defRPr>
            </a:lvl7pPr>
            <a:lvl8pPr algn="r">
              <a:defRPr sz="1125" b="0">
                <a:solidFill>
                  <a:srgbClr val="000000"/>
                </a:solidFill>
                <a:latin typeface="Arial"/>
                <a:ea typeface="Arial"/>
                <a:cs typeface="Arial"/>
              </a:defRPr>
            </a:lvl8pPr>
            <a:lvl9pPr algn="r">
              <a:defRPr sz="1125" b="0">
                <a:solidFill>
                  <a:srgbClr val="000000"/>
                </a:solidFill>
                <a:latin typeface="Arial"/>
                <a:ea typeface="Arial"/>
                <a:cs typeface="Arial"/>
              </a:defRPr>
            </a:lvl9pPr>
          </a:lstStyle>
          <a:p xmlns:a="http://schemas.openxmlformats.org/drawingml/2006/main">
            <a:pPr algn="r">
              <a:defRPr sz="1125" b="0">
                <a:solidFill>
                  <a:srgbClr val="000000"/>
                </a:solidFill>
                <a:latin typeface="Arial"/>
                <a:ea typeface="Arial"/>
                <a:cs typeface="Arial"/>
              </a:defRPr>
            </a:pPr>
            <a:r>
              <a:rPr sz="1125" b="0">
                <a:solidFill>
                  <a:srgbClr val="000000"/>
                </a:solidFill>
                <a:latin typeface="Arial"/>
                <a:ea typeface="Arial"/>
                <a:cs typeface="Arial"/>
              </a:rPr>
              <a:t>Reference position [0,1]</a:t>
            </a:r>
          </a:p>
        </p:txBody>
      </p:sp>
    </p:spTree>
    <p:extLst>
      <p:ext uri="{BB962C8B-B14F-4D97-AF65-F5344CB8AC3E}">
        <p14:creationId xmlns:p14="http://schemas.microsoft.com/office/powerpoint/2010/main" val="205093599"/>
      </p:ext>
    </p:extLst>
  </p:cSld>
</p:sld>
</file>

<file path=ppt/main_figures/Fig12/ppt/tableStyles.xml><?xml version="1.0" encoding="utf-8"?>
<a:tblStyleLst xmlns:a="http://schemas.openxmlformats.org/drawingml/2006/main" def="{5C22544A-7EE6-4342-B048-85BDC9FD1C3A}"/>
</file>

<file path=ppt/main_figures/Fig12/ppt/theme/theme1.xml><?xml version="1.0" encoding="utf-8"?>
<a:theme xmlns:a="http://schemas.openxmlformats.org/drawingml/2006/main" name="ChatGPT">
  <a:themeElements>
    <a:clrScheme name="ChatGPT">
      <a:dk1>
        <a:srgbClr val="000000"/>
      </a:dk1>
      <a:lt1>
        <a:srgbClr val="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
      <a:majorFont>
        <a:latin typeface="Aptos"/>
        <a:ea typeface=""/>
        <a:cs typeface=""/>
      </a:majorFont>
      <a:minorFont>
        <a:latin typeface="Aptos"/>
        <a:ea typeface=""/>
        <a:cs typeface=""/>
      </a:minorFont>
    </a:fontScheme>
    <a:fmtScheme name="ChatGPT">
      <a:fillStyleLst>
        <a:solidFill>
          <a:schemeClr val="phClr"/>
        </a:solidFill>
        <a:gradFill>
          <a:gsLst>
            <a:gs pos="0">
              <a:schemeClr val="phClr">
                <a:tint val="67000"/>
                <a:lumMod val="110000"/>
                <a:satMod val="105000"/>
              </a:schemeClr>
            </a:gs>
            <a:gs pos="50000">
              <a:schemeClr val="phClr">
                <a:tint val="73000"/>
                <a:lumMod val="105000"/>
                <a:satMod val="103000"/>
              </a:schemeClr>
            </a:gs>
            <a:gs pos="100000">
              <a:schemeClr val="phClr">
                <a:tint val="81000"/>
                <a:lumMod val="105000"/>
                <a:satMod val="109000"/>
              </a:schemeClr>
            </a:gs>
          </a:gsLst>
          <a:lin ang="5400000" scaled="0"/>
        </a:gradFill>
        <a:gradFill>
          <a:gsLst>
            <a:gs pos="0">
              <a:schemeClr val="phClr">
                <a:tint val="94000"/>
                <a:lumMod val="102000"/>
                <a:satMod val="103000"/>
              </a:schemeClr>
            </a:gs>
            <a:gs pos="50000">
              <a:schemeClr val="phClr">
                <a:shade val="100000"/>
                <a:lumMod val="100000"/>
                <a:satMod val="110000"/>
              </a:schemeClr>
            </a:gs>
            <a:gs pos="100000">
              <a:schemeClr val="phClr">
                <a:shade val="78000"/>
                <a:lumMod val="99000"/>
                <a:satMod val="120000"/>
              </a:schemeClr>
            </a:gs>
          </a:gsLst>
          <a:lin ang="5400000" scaled="0"/>
        </a:gradFill>
      </a:fillStyleLst>
      <a:lnStyleLst>
        <a:ln w="12700">
          <a:solidFill>
            <a:schemeClr val="phClr"/>
          </a:solidFill>
          <a:prstDash val="solid"/>
        </a:ln>
        <a:ln w="19050">
          <a:solidFill>
            <a:schemeClr val="phClr"/>
          </a:solidFill>
          <a:prstDash val="solid"/>
        </a:ln>
        <a:ln w="25400">
          <a:solidFill>
            <a:schemeClr val="phClr"/>
          </a:solidFill>
          <a:prstDash val="solid"/>
        </a:ln>
      </a:lnStyleLst>
      <a:effectStyleLst>
        <a:effectStyle>
          <a:effectLst/>
        </a:effectStyle>
        <a:effectStyle>
          <a:effectLst/>
        </a:effectStyle>
        <a:effectStyle>
          <a:effectLst>
            <a:outerShdw blurRad="57150" dist="19050" dir="5400000">
              <a:srgbClr val="000000">
                <a:alpha val="16000"/>
              </a:srgbClr>
            </a:outerShdw>
          </a:effectLst>
        </a:effectStyle>
        <a:effectStyle>
          <a:effectLst>
            <a:outerShdw blurRad="19050" dist="9525" dir="5400000">
              <a:srgbClr val="000000">
                <a:alpha val="6000"/>
              </a:srgbClr>
            </a:outerShdw>
          </a:effectLst>
        </a:effectStyle>
        <a:effectStyle>
          <a:effectLst>
            <a:outerShdw blurRad="28575" dist="9525" dir="5400000">
              <a:srgbClr val="000000">
                <a:alpha val="8000"/>
              </a:srgbClr>
            </a:outerShdw>
          </a:effectLst>
        </a:effectStyle>
        <a:effectStyle>
          <a:effectLst>
            <a:outerShdw blurRad="57150" dist="19050" dir="5400000">
              <a:srgbClr val="000000">
                <a:alpha val="10000"/>
              </a:srgbClr>
            </a:outerShdw>
          </a:effectLst>
        </a:effectStyle>
        <a:effectStyle>
          <a:effectLst>
            <a:outerShdw blurRad="114300" dist="38100" dir="5400000">
              <a:srgbClr val="000000">
                <a:alpha val="12000"/>
              </a:srgbClr>
            </a:outerShdw>
          </a:effectLst>
        </a:effectStyle>
        <a:effectStyle>
          <a:effectLst>
            <a:outerShdw blurRad="171450" dist="57150" dir="5400000">
              <a:srgbClr val="000000">
                <a:alpha val="16000"/>
              </a:srgbClr>
            </a:outerShdw>
          </a:effectLst>
        </a:effectStyle>
        <a:effectStyle>
          <a:effectLst>
            <a:outerShdw blurRad="266700" dist="95250" dir="5400000">
              <a:srgbClr val="000000">
                <a:alpha val="24000"/>
              </a:srgbClr>
            </a:outerShdw>
          </a:effectLst>
        </a:effectStyle>
      </a:effectStyleLst>
      <a:bgFillStyleLst>
        <a:solidFill>
          <a:schemeClr val="phClr"/>
        </a:solidFill>
        <a:solidFill>
          <a:schemeClr val="phClr">
            <a:tint val="95000"/>
            <a:satMod val="170000"/>
          </a:schemeClr>
        </a:solidFill>
        <a:gradFill>
          <a:gsLst>
            <a:gs pos="0">
              <a:schemeClr val="phClr">
                <a:tint val="93000"/>
                <a:shade val="98000"/>
                <a:lumMod val="102000"/>
                <a:satMod val="150000"/>
              </a:schemeClr>
            </a:gs>
            <a:gs pos="50000">
              <a:schemeClr val="phClr">
                <a:tint val="98000"/>
                <a:shade val="90000"/>
                <a:lumMod val="103000"/>
                <a:satMod val="130000"/>
              </a:schemeClr>
            </a:gs>
            <a:gs pos="100000">
              <a:schemeClr val="phClr">
                <a:shade val="63000"/>
                <a:satMod val="120000"/>
              </a:schemeClr>
            </a:gs>
          </a:gsLst>
          <a:lin ang="5400000" scaled="0"/>
        </a:gradFill>
      </a:bgFillStyleLst>
    </a:fmtScheme>
  </a:themeElements>
</a:theme>
</file>

<file path=ppt/main_figures/Fig13/docProps/app.xml><?xml version="1.0" encoding="utf-8"?>
<ap:Properties xmlns:ap="http://schemas.openxmlformats.org/officeDocument/2006/extended-properties">
  <ap:Application>Walnut Exporter</ap:Application>
  <ap:PresentationFormat>Converted Presentation</ap:PresentationFormat>
  <ap:Slides>0</ap:Slides>
  <ap:Notes>0</ap:Notes>
  <ap:HiddenSlides>0</ap:HiddenSlides>
  <ap:SharedDoc>false</ap:SharedDoc>
  <ap:DocSecurity>0</ap:DocSecurity>
</ap:Properties>
</file>

<file path=ppt/main_figures/Fig13/docProps/core.xml><?xml version="1.0" encoding="utf-8"?>
<coreProperties xmlns:dc="http://purl.org/dc/elements/1.1/" xmlns:dcterms="http://purl.org/dc/terms/" xmlns:xsi="http://www.w3.org/2001/XMLSchema-instance" xmlns="http://schemas.openxmlformats.org/package/2006/metadata/core-properties">
  <dc:creator>Walnut Exporter</dc:creator>
  <lastModifiedBy>Walnut Exporter</lastModifiedBy>
  <dc:title>Presentation</dc:title>
  <dcterms:created xsi:type="dcterms:W3CDTF">2026-10-23T09:36:45.6350000Z</dcterms:created>
  <dcterms:modified xsi:type="dcterms:W3CDTF">2026-10-23T09:36:45.6350000Z</dcterms:modified>
</coreProperties>
</file>

<file path=ppt/main_figures/Fig13/ppt/_rels/presentation.xml.rels><?xml version='1.0' encoding='utf-8'?>
<Relationships xmlns="http://schemas.openxmlformats.org/package/2006/relationships"><Relationship Type="http://schemas.openxmlformats.org/officeDocument/2006/relationships/theme" Target="/ppt/main_figures/Fig13/ppt/theme/theme1.xml" Id="R2a388fef61d4448b" /><Relationship Type="http://schemas.openxmlformats.org/officeDocument/2006/relationships/slideMaster" Target="/ppt/main_figures/Fig13/ppt/slideMasters/slideMaster1.xml" Id="R33b91e0795a04489" /><Relationship Type="http://schemas.openxmlformats.org/officeDocument/2006/relationships/notesMaster" Target="/ppt/main_figures/Fig13/ppt/notesMasters/notesMaster1.xml" Id="Rd1cdba3794504c5a" /><Relationship Type="http://schemas.openxmlformats.org/officeDocument/2006/relationships/presProps" Target="/ppt/main_figures/Fig13/ppt/presProps.xml" Id="Ra8032f78eb974c41" /><Relationship Type="http://schemas.openxmlformats.org/officeDocument/2006/relationships/tableStyles" Target="/ppt/main_figures/Fig13/ppt/tableStyles.xml" Id="Rfb3a791016724a28" /><Relationship Type="http://schemas.openxmlformats.org/officeDocument/2006/relationships/slide" Target="/ppt/main_figures/Fig13/ppt/slides/slide1.xml" Id="Rd6d40e7f0bf54b39" /></Relationships>
</file>

<file path=ppt/main_figures/Fig13/ppt/notesMasters/_rels/notesMaster1.xml.rels><?xml version='1.0' encoding='utf-8'?>
<Relationships xmlns="http://schemas.openxmlformats.org/package/2006/relationships"><Relationship Type="http://schemas.openxmlformats.org/officeDocument/2006/relationships/theme" Target="/ppt/main_figures/Fig13/ppt/notesMasters/theme/theme3.xml" Id="R01031aa5c6d14c73" /></Relationships>
</file>

<file path=ppt/main_figures/Fig13/ppt/notesMasters/notesMaster1.xml><?xml version="1.0" encoding="utf-8"?>
<p:notesMaster xmlns:p="http://schemas.openxmlformats.org/presentationml/2006/main">
  <p:cSld>
    <p:bg>
      <p:bgRef idx="1001">
        <a:schemeClr xmlns:a="http://schemas.openxmlformats.org/drawingml/2006/main" val="bg1"/>
      </p:bgRef>
    </p:bg>
    <p:spTree>
      <p:nvGrpSpPr>
        <p:cNvPr id="1" name=""/>
        <p:cNvGrpSpPr/>
        <p:nvPr/>
      </p:nvGrpSpPr>
      <p:grpSpPr>
        <a:xfrm xmlns:a="http://schemas.openxmlformats.org/drawingml/2006/main"/>
      </p:grpSpPr>
      <p:sp>
        <p:nvSpPr>
          <p:cNvPr id="2" name="Header Placeholder"/>
          <p:cNvSpPr/>
          <p:nvPr>
            <p:ph type="hdr" sz="quarter"/>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3" name="Date Placeholder"/>
          <p:cNvSpPr/>
          <p:nvPr>
            <p:ph type="dt" sz="quarter" idx="1"/>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4" name="Slide Image Placeholder"/>
          <p:cNvSpPr/>
          <p:nvPr>
            <p:ph type="sldImg" idx="2"/>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5" name="Notes Placeholder"/>
          <p:cNvSpPr/>
          <p:nvPr>
            <p:ph type="body" sz="quarter" idx="3"/>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6" name="Footer Placeholder"/>
          <p:cNvSpPr/>
          <p:nvPr>
            <p:ph type="ftr" sz="quarter" idx="4"/>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7" name="Slide Number Placeholder"/>
          <p:cNvSpPr/>
          <p:nvPr>
            <p:ph type="sldNum" sz="quarter" idx="5"/>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Tree>
  </p:cSld>
  <p:clrMap bg1="lt1" tx1="dk1" bg2="lt2" tx2="dk2" accent1="accent1" accent2="accent2" accent3="accent3" accent4="accent4" accent5="accent5" accent6="accent6" hlink="hlink" folHlink="folHlink"/>
  <p:notesStyle>
    <a:lvl1pPr xmlns:a="http://schemas.openxmlformats.org/drawingml/2006/main" marL="0" algn="l" defTabSz="914400" rtl="0" eaLnBrk="1" latinLnBrk="0" hangingPunct="1">
      <a:defRPr sz="1200" kern="1200"/>
    </a:lvl1pPr>
  </p:notesStyle>
</p:notesMaster>
</file>

<file path=ppt/main_figures/Fig13/ppt/notesMasters/theme/theme3.xml><?xml version="1.0" encoding="utf-8"?>
<a:theme xmlns:a="http://schemas.openxmlformats.org/drawingml/2006/main" name="ChatGPT">
  <a:themeElements>
    <a:clrScheme name="ChatGPT">
      <a:dk1>
        <a:srgbClr val="000000"/>
      </a:dk1>
      <a:lt1>
        <a:srgbClr val="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
      <a:majorFont>
        <a:latin typeface="Aptos"/>
        <a:ea typeface=""/>
        <a:cs typeface=""/>
      </a:majorFont>
      <a:minorFont>
        <a:latin typeface="Aptos"/>
        <a:ea typeface=""/>
        <a:cs typeface=""/>
      </a:minorFont>
    </a:fontScheme>
    <a:fmtScheme name="ChatGPT">
      <a:fillStyleLst>
        <a:solidFill>
          <a:schemeClr val="phClr"/>
        </a:solidFill>
        <a:gradFill>
          <a:gsLst>
            <a:gs pos="0">
              <a:schemeClr val="phClr">
                <a:tint val="67000"/>
                <a:lumMod val="110000"/>
                <a:satMod val="105000"/>
              </a:schemeClr>
            </a:gs>
            <a:gs pos="50000">
              <a:schemeClr val="phClr">
                <a:tint val="73000"/>
                <a:lumMod val="105000"/>
                <a:satMod val="103000"/>
              </a:schemeClr>
            </a:gs>
            <a:gs pos="100000">
              <a:schemeClr val="phClr">
                <a:tint val="81000"/>
                <a:lumMod val="105000"/>
                <a:satMod val="109000"/>
              </a:schemeClr>
            </a:gs>
          </a:gsLst>
          <a:lin ang="5400000" scaled="0"/>
        </a:gradFill>
        <a:gradFill>
          <a:gsLst>
            <a:gs pos="0">
              <a:schemeClr val="phClr">
                <a:tint val="94000"/>
                <a:lumMod val="102000"/>
                <a:satMod val="103000"/>
              </a:schemeClr>
            </a:gs>
            <a:gs pos="50000">
              <a:schemeClr val="phClr">
                <a:shade val="100000"/>
                <a:lumMod val="100000"/>
                <a:satMod val="110000"/>
              </a:schemeClr>
            </a:gs>
            <a:gs pos="100000">
              <a:schemeClr val="phClr">
                <a:shade val="78000"/>
                <a:lumMod val="99000"/>
                <a:satMod val="120000"/>
              </a:schemeClr>
            </a:gs>
          </a:gsLst>
          <a:lin ang="5400000" scaled="0"/>
        </a:gradFill>
      </a:fillStyleLst>
      <a:lnStyleLst>
        <a:ln w="12700">
          <a:solidFill>
            <a:schemeClr val="phClr"/>
          </a:solidFill>
          <a:prstDash val="solid"/>
        </a:ln>
        <a:ln w="19050">
          <a:solidFill>
            <a:schemeClr val="phClr"/>
          </a:solidFill>
          <a:prstDash val="solid"/>
        </a:ln>
        <a:ln w="25400">
          <a:solidFill>
            <a:schemeClr val="phClr"/>
          </a:solidFill>
          <a:prstDash val="solid"/>
        </a:ln>
      </a:lnStyleLst>
      <a:effectStyleLst>
        <a:effectStyle>
          <a:effectLst/>
        </a:effectStyle>
        <a:effectStyle>
          <a:effectLst/>
        </a:effectStyle>
        <a:effectStyle>
          <a:effectLst>
            <a:outerShdw blurRad="57150" dist="19050" dir="5400000">
              <a:srgbClr val="000000">
                <a:alpha val="16000"/>
              </a:srgbClr>
            </a:outerShdw>
          </a:effectLst>
        </a:effectStyle>
        <a:effectStyle>
          <a:effectLst>
            <a:outerShdw blurRad="19050" dist="9525" dir="5400000">
              <a:srgbClr val="000000">
                <a:alpha val="6000"/>
              </a:srgbClr>
            </a:outerShdw>
          </a:effectLst>
        </a:effectStyle>
        <a:effectStyle>
          <a:effectLst>
            <a:outerShdw blurRad="28575" dist="9525" dir="5400000">
              <a:srgbClr val="000000">
                <a:alpha val="8000"/>
              </a:srgbClr>
            </a:outerShdw>
          </a:effectLst>
        </a:effectStyle>
        <a:effectStyle>
          <a:effectLst>
            <a:outerShdw blurRad="57150" dist="19050" dir="5400000">
              <a:srgbClr val="000000">
                <a:alpha val="10000"/>
              </a:srgbClr>
            </a:outerShdw>
          </a:effectLst>
        </a:effectStyle>
        <a:effectStyle>
          <a:effectLst>
            <a:outerShdw blurRad="114300" dist="38100" dir="5400000">
              <a:srgbClr val="000000">
                <a:alpha val="12000"/>
              </a:srgbClr>
            </a:outerShdw>
          </a:effectLst>
        </a:effectStyle>
        <a:effectStyle>
          <a:effectLst>
            <a:outerShdw blurRad="171450" dist="57150" dir="5400000">
              <a:srgbClr val="000000">
                <a:alpha val="16000"/>
              </a:srgbClr>
            </a:outerShdw>
          </a:effectLst>
        </a:effectStyle>
        <a:effectStyle>
          <a:effectLst>
            <a:outerShdw blurRad="266700" dist="95250" dir="5400000">
              <a:srgbClr val="000000">
                <a:alpha val="24000"/>
              </a:srgbClr>
            </a:outerShdw>
          </a:effectLst>
        </a:effectStyle>
      </a:effectStyleLst>
      <a:bgFillStyleLst>
        <a:solidFill>
          <a:schemeClr val="phClr"/>
        </a:solidFill>
        <a:solidFill>
          <a:schemeClr val="phClr">
            <a:tint val="95000"/>
            <a:satMod val="170000"/>
          </a:schemeClr>
        </a:solidFill>
        <a:gradFill>
          <a:gsLst>
            <a:gs pos="0">
              <a:schemeClr val="phClr">
                <a:tint val="93000"/>
                <a:shade val="98000"/>
                <a:lumMod val="102000"/>
                <a:satMod val="150000"/>
              </a:schemeClr>
            </a:gs>
            <a:gs pos="50000">
              <a:schemeClr val="phClr">
                <a:tint val="98000"/>
                <a:shade val="90000"/>
                <a:lumMod val="103000"/>
                <a:satMod val="130000"/>
              </a:schemeClr>
            </a:gs>
            <a:gs pos="100000">
              <a:schemeClr val="phClr">
                <a:shade val="63000"/>
                <a:satMod val="120000"/>
              </a:schemeClr>
            </a:gs>
          </a:gsLst>
          <a:lin ang="5400000" scaled="0"/>
        </a:gradFill>
      </a:bgFillStyleLst>
    </a:fmtScheme>
  </a:themeElements>
</a:theme>
</file>

<file path=ppt/main_figures/Fig13/ppt/notesSlides/_rels/notesSlide1.xml.rels><?xml version='1.0' encoding='utf-8'?>
<Relationships xmlns="http://schemas.openxmlformats.org/package/2006/relationships"><Relationship Type="http://schemas.openxmlformats.org/officeDocument/2006/relationships/slide" Target="/ppt/main_figures/Fig13/ppt/slides/slide1.xml" Id="R6be69ca4d59e4394" /><Relationship Type="http://schemas.openxmlformats.org/officeDocument/2006/relationships/notesMaster" Target="/ppt/main_figures/Fig13/ppt/notesMasters/notesMaster1.xml" Id="Rc27adc0972954ed5" /></Relationships>
</file>

<file path=ppt/main_figures/Fig13/ppt/notesSlides/notesSlide1.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{"dataset": "pm25_2000", "frames": 366, "selection_rule": "Among frames whose strongest 3-feature interleaving witness exceeds 2% L and whose three tracks coexist for at least 3 consecutive saved dates, choose the frame closest to the median witness obstruction; earliest tie. No error, motion, or gain criterion.", "candidate_frames": 35, "eligible_frames": 5, "median_witness_share": 0.10257453129283257, "candidates": [{"frame": 57, "date": "2000-02-27", "indices": [1, 3, 0], "tracks": [51, 53, 50], "witness_bound_share": 0.11864576520129538, "common_interval": [57, 57], "consecutive_frames": 1}, {"frame": 59, "date": "2000-02-29", "indices": [1, 3, 2], "tracks": [59, 56, 50], "witness_bound_share": 0.145126512428109, "common_interval": [59, 59], "consecutive_frames": 1}, {"frame": 68, "date": "2000-03-09", "indices": [0, 1, 3], "tracks": [67, 68, 59], "witness_bound_share": 0.020130089102266973, "common_interval": [68, 68], "consecutive_frames": 1}, {"frame": 71, "date": "2000-03-12", "indices": [1, 2, 0], "tracks": [72, 59, 71], "witness_bound_share": 0.100461221925475, "common_interval": [71, 71], "consecutive_frames": 1}, {"frame": 78, "date": "2000-03-19", "indices": [1, 2, 0], "tracks": [75, 59, 74], "witness_bound_share": 0.03972112084022017, "common_interval": [78, 78], "consecutive_frames": 1}, {"frame": 89, "date": "2000-03-30", "indices": [0, 2, 1], "tracks": [83, 82, 79], "witness_bound_share": 0.06126127507877781, "common_interval": [89, 89], "consecutive_frames": 1}, {"frame": 99, "date": "2000-04-09", "indices": [0, 2, 1], "tracks": [90, 89, 91], "witness_bound_share": 0.1645497806251511, "common_interval": [99, 99], "consecutive_frames": 1}, {"frame": 105, "date": "2000-04-15", "indices": [0, 1, 2], "tracks": [96, 97, 89], "witness_bound_share": 0.08227667864965493, "common_interval": [105, 106], "consecutive_frames": 2}, {"frame": 106, "date": "2000-04-16", "indices": [1, 2, 3], "tracks": [96, 97, 89], "witness_bound_share": 0.08562513626407582, "common_interval": [105, 106], "consecutive_frames": 2}, {"frame": 116, "date": "2000-04-26", "indices": [0, 4, 1], "tracks": [104, 97, 105], "witness_bound_share": 0.14671507112778534, "common_interval": [116, 116], "consecutive_frames": 1}, {"frame": 125, "date": "2000-05-05", "indices": [1, 3, 2], "tracks": [110, 114, 113], "witness_bound_share": 0.1290624318679621, "common_interval": [125, 125], "consecutive_frames": 1}, {"frame": 126, "date": "2000-05-06", "indices": [1, 3, 0], "tracks": [110, 116, 112], "witness_bound_share": 0.11899917565390755, "common_interval": [126, 126], "consecutive_frames": 1}, {"frame": 132, "date": "2000-05-12", "indices": [1, 2, 0], "tracks": [122, 123, 112], "witness_bound_share": 0.0676226632257989, "common_interval": [132, 132], "consecutive_frames": 1}, {"frame": 146, "date": "2000-05-26", "indices": [1, 2, 0], "tracks": [132, 122, 130], "witness_bound_share": 0.04873129904475394, "common_interval": [146, 146], "consecutive_frames": 1}, {"frame": 180, "date": "2000-06-29", "indices": [0, 2, 1], "tracks": [132, 144, 143], "witness_bound_share": 0.16260781147286274, "common_interval": [180, 180], "consecutive_frames": 1}, {"frame": 185, "date": "2000-07-04", "indices": [0, 2, 1], "tracks": [132, 147, 146], "witness_bound_share": 0.07750384920230999, "common_interval": [185, 187], "consecutive_frames": 3}, {"frame": 186, "date": "2000-07-05", "indices": [0, 2, 1], "tracks": [132, 147, 146], "witness_bound_share": 0.12111248502126526, "common_interval": [185, 187], "consecutive_frames": 3}, {"frame": 195, "date": "2000-07-14", "indices": [0, 2, 1], "tracks": [153, 146, 152], "witness_bound_share": 0.10257453129283257, "common_interval": [195, 197], "consecutive_frames": 3}, {"frame": 196, "date": "2000-07-15", "indices": [0, 2, 1], "tracks": [153, 146, 152], "witness_bound_share": 0.18043894429607085, "common_interval": [195, 197], "consecutive_frames": 3}, {"frame": 197, "date": "2000-07-16", "indices": [0, 2, 1], "tracks": [153, 154, 152], "witness_bound_share": 0.17267106768691734, "common_interval": [197, 197], "consecutive_frames": 1}, {"frame": 205, "date": "2000-07-24", "indices": [1, 2, 0], "tracks": [146, 157, 156], "witness_bound_share": 0.028958197069257816, "common_interval": [205, 205], "consecutive_frames": 1}, {"frame": 223, "date": "2000-08-11", "indices": [0, 3, 1], "tracks": [164, 165, 163], "witness_bound_share": 0.14954235474868316, "common_interval": [223, 223], "consecutive_frames": 1}, {"frame": 224, "date": "2000-08-12", "indices": [0, 2, 1], "tracks": [164, 158, 163], "witness_bound_share": 0.05861248502126494, "common_interval": [223, 224], "consecutive_frames": 2}, {"frame": 233, "date": "2000-08-21", "indices": [0, 3, 1], "tracks": [158, 170, 168], "witness_bound_share": 0.07397332135034518, "common_interval": [233, 233], "consecutive_frames": 1}, {"frame": 237, "date": "2000-08-25", "indices": [1, 3, 0], "tracks": [172, 174, 158], "witness_bound_share": 0.08315841644410643, "common_interval": [237, 237], "consecutive_frames": 1}, {"frame": 242, "date": "2000-08-30", "indices": [0, 2, 1], "tracks": [178, 174, 176], "witness_bound_share": 0.09710561096273759, "common_interval": [242, 242], "consecutive_frames": 1}, {"frame": 291, "date": "2000-10-18", "indices": [1, 2, 0], "tracks": [198, 203, 202], "witness_bound_share": 0.10893591943985323, "common_interval": [291, 291], "consecutive_frames": 1}, {"frame": 307, "date": "2000-11-03", "indices": [1, 2, 0], "tracks": [208, 198, 206], "witness_bound_share": 0.09480665468367891, "common_interval": [307, 307], "consecutive_frames": 1}, {"frame": 308, "date": "2000-11-04", "indices": [1, 2, 0], "tracks": [198, 209, 206], "witness_bound_share": 0.09321809598400267, "common_interval": [308, 309], "consecutive_frames": 2}, {"frame": 309, "date": "2000-11-05", "indices": [1, 4, 0], "tracks": [198, 211, 206], "witness_bound_share": 0.1108778885921416, "common_interval": [309, 309], "consecutive_frames": 1}, {"frame": 311, "date": "2000-11-07", "indices": [1, 2, 0], "tracks": [198, 212, 206], "witness_bound_share": 0.06956463237808728, "common_interval": [311, 311], "consecutive_frames": 1}, {"frame": 317, "date": "2000-11-13", "indices": [1, 2, 0], "tracks": [198, 216, 214], "witness_bound_share": 0.0669158423205744, "common_interval": [315, 317], "consecutive_frames": 3}, {"frame": 327, "date": "2000-11-23", "indices": [0, 2, 1], "tracks": [225, 224, 222], "witness_bound_share": 0.13524174977744002, "common_interval": [327, 328], "consecutive_frames": 2}, {"frame": 354, "date": "2000-12-20", "indices": [0, 1, 2], "tracks": [240, 241, 234], "witness_bound_share": 0.13135781147286307, "common_interval": [354, 355], "consecutive_frames": 2}, {"frame": 363, "date": "2000-12-29", "indices": [0, 2, 1], "tracks": [251, 234, 248], "witness_bound_share": 0.03813256214054377, "common_interval": [363, 363], "consecutive_frames": 1}], "selected": {"frame": 195, "date": "2000-07-14", "indices": [0, 2, 1], "tracks": [153, 146, 152], "witness_bound_share": 0.10257453129283257, "common_interval": [195, 197], "consecutive_frames": 3}, "local_window": [191, 202], "snapshot_frames": [193, 194, 195, 196, 197], "source_window": {"lon": [102, 114], "lat": [28, 38]}, "concentration_scales": {"annual_panel_a": [0, 165], "local_panels_bcd": [0, 100]}, "local_max_concentration": 81.18504185031695, "local_NMLE": [{"frame": 191, "date": "2000-07-10", "share": 0.0}, {"frame": 192, "date": "2000-07-11", "share": 0.0}, {"frame": 193, "date": "2000-07-12", "share": 0.0}, {"frame": 194, "date": "2000-07-13", "share": 0.0}, {"frame": 195, "date": "2000-07-14", "share": 0.011192097482450621}, {"frame": 196, "date": "2000-07-15", "share": 0.012491422624427628}, {"frame": 197, "date": "2000-07-16", "share": 0.03332004115957044}, {"frame": 198, "date": "2000-07-17", "share": 0.0}, {"frame": 199, "date": "2000-07-18", "share": 0.0}, {"frame": 200, "date": "2000-07-19", "share": 0.0}, {"frame": 201, "date": "2000-07-20", "share": 0.0}], "source_max": 281.70679108457335, "displayed_anchor_error": {"P": 0.14880906339640654, "R20": 0.008373065523806122}, "measured_NMLE": 0.011192097482450621, "scalar_normalization_range": 147.8858659252793, "pair_merges": [{"pair": "AB", "source": 25.93643493028604, "P": 25.93643493028604, "R20": 24.281281902573696}, {"pair": "AC", "source": 22.626128874861347, "P": 22.626128874861347, "R20": 24.281281902573696}, {"pair": "BC", "source": 22.626128874861347, "P": 22.626128874861347, "R20": 24.281281902573696}], "track_C_Jul14_to_15": [{"method": "reference", "change_L": 0.016242574123531917}, {"method": "P", "change_L": -0.3184371184371184}, {"method": "R20", "change_L": 0.03272283272283272}], "markers": [{"frame": 193, "date": "2000-07-12", "label": "B", "track": 146, "leaf": 468, "layout_xy": [47.80336928385022, 16.387979319297813], "lonlat": [108.73469387755102, 29.85551384381592], "reference": 0.2891963701725391, "anchor_P": 0.28083028083028083, "anchor_R20": 0.28083028083028083}, {"frame": 194, "date": "2000-07-13", "label": "B", "track": 146, "leaf": 2093, "layout_xy": [61.70980398460661, 73.3146443231745], "lonlat": [110.6938775510204, 36.60314462193435], "reference": 0.6292337720830314, "anchor_P": 0.6376068376068376, "anchor_R20": 0.6376068376068376}, {"frame": 194, "date": "2000-07-13", "label": "C", "track": 152, "leaf": 454, "layout_xy": [23.467108557526544, 16.387979319297813], "lonlat": [105.30612244897962, 29.85551384381592], "reference": 0.4078421353738342, "anchor_P": 0.39951159951159954, "anchor_R20": 0.39951159951159954}, {"frame": 195, "date": "2000-07-14", "label": "A", "track": 153, "leaf": 290, "layout_xy": [79.09284736055223, 9.487777500646105], "lonlat": [113.14285714285717, 29.070185313506308], "reference": 0.0872172716379102, "anchor_P": 0.07081807081807082, "anchor_R20": 0.07887667887667887}, {"frame": 195, "date": "2000-07-14", "label": "B", "track": 146, "leaf": 2093, "layout_xy": [61.70980398460661, 73.3146443231745], "lonlat": [110.6938775510204, 36.60314462193435], "reference": 0.6292337720830314, "anchor_P": 0.4942612942612943, "anchor_R20": 0.6376068376068376}, {"frame": 195, "date": "2000-07-14", "label": "C", "track": 152, "leaf": 553, "layout_xy": [25.205412895121093, 19.8380802286237], "lonlat": [105.55102040816328, 30.250495012532976], "reference": 0.4240847094973663, "anchor_P": 0.5728937728937729, "anchor_R20": 0.4158730158730159}, {"frame": 196, "date": "2000-07-15", "label": "A", "track": 153, "leaf": 190, "layout_xy": [75.61623868536313, 6.037676591320252], "lonlat": [112.65306122448982, 28.67976573811708], "reference": 0.07944939502875653, "anchor_P": 0.28205128205128205, "anchor_R20": 0.08766788766788766}, {"frame": 196, "date": "2000-07-15", "label": "B", "track": 146, "leaf": 2161, "layout_xy": [9.560673856770016, 76.76474523250033], "lonlat": [103.34693877551021, 37.03019851006583], "reference": 0.9081919691522886, "anchor_P": 0.8490842490842491, "anchor_R20": 0.8998778998778999}, {"frame": 196, "date": "2000-07-15", "label": "C", "track": 152, "leaf": 652, "layout_xy": [26.94371723271564, 23.288181137949554], "lonlat": [105.79591836734696, 30.647070610326907], "reference": 0.44032728362089824, "anchor_P": 0.25445665445665444, "anchor_R20": 0.4485958485958486}, {"frame": 197, "date": "2000-07-16", "label": "A", "track": 153, "leaf": 337, "layout_xy": [75.61623868536313, 11.212827955309049], "lonlat": [112.65306122448982, 29.26594961849858], "reference": 0.11652530248562187, "anchor_P": 0.29743589743589743, "anchor_R20": 0.11282051282051282}, {"frame": 197, "date": "2000-07-16", "label": "B", "track": 146, "leaf": 2191, "layout_xy": [61.70980398460661, 76.76474523250033], "lonlat": [110.6938775510204, 37.03019851006583], "reference": 0.6539510437209414, "anchor_P": 0.6554334554334554, "anchor_R20": 0.6593406593406593}, {"frame": 197, "date": "2000-07-16", "label": "C", "track": 152, "leaf": 599, "layout_xy": [19.990499882337307, 21.56313068328661], "lonlat": [104.81632653061224, 30.44858111473888], "reference": 0.46186743785945655, "anchor_P": 0.2644688644688645, "anchor_R20": 0.4534798534798535}], "annual_motion": {"P": "42/95", "R20": "47/95"}, "interpretation": "Selected mechanism witness, not an independently validated pollution episode or representative estimate. The concentration timestamps are 10:30; daily averaging is not established.", "source_sha256": {"/Users/lele/Desktop/MergeTreeMaps/RG-MTM/code/results/pm25_2000/dataset.pkl": "c6762bd2e5f9f974c9d0bd5ff7f2b6a3fd0bc40c95743d5d1da8af4b573033ee", "/Users/lele/Desktop/MergeTreeMaps/RG-MTM/code/results/pm25_2000/maps.npz": "f6b888c288107baf20c2b65b39ff7c8281346de5342ab3245624e632eeca0cb5", "/Users/lele/Desktop/MergeTreeMaps/RG-MTM/code/results/pm25_2000/landmarks.npz": "d386aabc5cb56206af09bc671750c724fc3ed7cfb01c8cd3a6fd88be93ea0720", "/Users/lele/Desktop/MergeTreeMaps/RG-MTM/data/geo/pm25_context/china_admin1.geojson": "82f37cad6a44cc48dcac7249e4eed411c47f5c46ca3d7a78668e7d5ad95a2187", "/Users/lele/Desktop/MergeTreeMaps/RG-MTM/data/geo/pm25_context/source.json": "e054976f1e6e06a1df9ebbc39196fc8a9253f0942cd8d6af4335471121f02bd5", "/Users/lele/Desktop/MergeTreeMaps/RG-MTM/paper/scripts/prepare_pm25_case.py": "a13875090a93808c754a4ed34c3dbadcd7731ca082cbd0570c808265dee11825", "/Users/lele/Desktop/MergeTreeMaps/RG-MTM/code/data/public_scalar/pm25_2000_20000101_20001231.nc": "44b8d32f0114f5befb5a55bf32e51406bf3f65884f9b4abc3b6bdcca93d11411"}}</a:t>
            </a: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main_figures/Fig13/ppt/presProps.xml><?xml version="1.0" encoding="utf-8"?>
<p:presentationPr xmlns:p="http://schemas.openxmlformats.org/presentationml/2006/main">
  <p:extLst>
    <p:ext xmlns:p14="http://schemas.microsoft.com/office/powerpoint/2010/main" uri="{E76CE94A-603C-4142-B9EB-6D1370010A27}">
      <p14:discardImageEditData val="0"/>
    </p:ext>
    <p:ext xmlns:p14="http://schemas.microsoft.com/office/powerpoint/2010/main" uri="{D31A062A-798A-4329-ABDD-BBA856620510}">
      <p14:defaultImageDpi val="32767"/>
    </p:ext>
    <p:ext xmlns:p15="http://schemas.microsoft.com/office/powerpoint/2012/main" uri="{FD5EFAAD-0ECE-453E-9831-46B23BE46B34}">
      <p15:chartTrackingRefBased val="1"/>
    </p:ext>
  </p:extLst>
</p:presentationPr>
</file>

<file path=ppt/main_figures/Fig13/ppt/presentation.xml><?xml version="1.0" encoding="utf-8"?>
<p:presentation xmlns:p="http://schemas.openxmlformats.org/presentationml/2006/main">
  <p:sldMasterIdLst>
    <p:sldMasterId xmlns:r="http://schemas.openxmlformats.org/officeDocument/2006/relationships" id="2147483648" r:id="R33b91e0795a04489"/>
  </p:sldMasterIdLst>
  <p:notesMasterIdLst>
    <p:notesMasterId xmlns:r="http://schemas.openxmlformats.org/officeDocument/2006/relationships" r:id="Rd1cdba3794504c5a"/>
  </p:notesMasterIdLst>
  <p:sldIdLst>
    <p:sldId xmlns:r="http://schemas.openxmlformats.org/officeDocument/2006/relationships" id="256" r:id="Rd6d40e7f0bf54b39"/>
  </p:sldIdLst>
  <p:sldSz cx="13716000" cy="11811000"/>
  <p:notesSz cx="6858000" cy="9144000"/>
</p:presentation>
</file>

<file path=ppt/main_figures/Fig13/ppt/slideLayouts/_rels/slideLayout1.xml.rels><?xml version='1.0' encoding='utf-8'?>
<Relationships xmlns="http://schemas.openxmlformats.org/package/2006/relationships"><Relationship Type="http://schemas.openxmlformats.org/officeDocument/2006/relationships/slideMaster" Target="/ppt/main_figures/Fig13/ppt/slideMasters/slideMaster1.xml" Id="R895beef16d8448dc" /></Relationships>
</file>

<file path=ppt/main_figures/Fig13/ppt/slideLayouts/_rels/slideLayout2.xml.rels><?xml version='1.0' encoding='utf-8'?>
<Relationships xmlns="http://schemas.openxmlformats.org/package/2006/relationships"><Relationship Type="http://schemas.openxmlformats.org/officeDocument/2006/relationships/slideMaster" Target="/ppt/main_figures/Fig13/ppt/slideMasters/slideMaster1.xml" Id="R2d3dde2d00934b0c" /></Relationships>
</file>

<file path=ppt/main_figures/Fig13/ppt/slideLayouts/_rels/slideLayout3.xml.rels><?xml version='1.0' encoding='utf-8'?>
<Relationships xmlns="http://schemas.openxmlformats.org/package/2006/relationships"><Relationship Type="http://schemas.openxmlformats.org/officeDocument/2006/relationships/slideMaster" Target="/ppt/main_figures/Fig13/ppt/slideMasters/slideMaster1.xml" Id="R81be56e352634fe5" /></Relationships>
</file>

<file path=ppt/main_figures/Fig13/ppt/slideLayouts/_rels/slideLayout4.xml.rels><?xml version='1.0' encoding='utf-8'?>
<Relationships xmlns="http://schemas.openxmlformats.org/package/2006/relationships"><Relationship Type="http://schemas.openxmlformats.org/officeDocument/2006/relationships/slideMaster" Target="/ppt/main_figures/Fig13/ppt/slideMasters/slideMaster1.xml" Id="Rd0073145d1f64da7" /></Relationships>
</file>

<file path=ppt/main_figures/Fig13/ppt/slideLayouts/_rels/slideLayout5.xml.rels><?xml version='1.0' encoding='utf-8'?>
<Relationships xmlns="http://schemas.openxmlformats.org/package/2006/relationships"><Relationship Type="http://schemas.openxmlformats.org/officeDocument/2006/relationships/slideMaster" Target="/ppt/main_figures/Fig13/ppt/slideMasters/slideMaster1.xml" Id="R489b8a614bed4e1b" /></Relationships>
</file>

<file path=ppt/main_figures/Fig13/ppt/slideLayouts/_rels/slideLayout6.xml.rels><?xml version='1.0' encoding='utf-8'?>
<Relationships xmlns="http://schemas.openxmlformats.org/package/2006/relationships"><Relationship Type="http://schemas.openxmlformats.org/officeDocument/2006/relationships/slideMaster" Target="/ppt/main_figures/Fig13/ppt/slideMasters/slideMaster1.xml" Id="R9b546c79f05e4302" /></Relationships>
</file>

<file path=ppt/main_figures/Fig13/ppt/slideLayouts/slideLayout1.xml><?xml version="1.0" encoding="utf-8"?>
<p:sldLayout xmlns:p="http://schemas.openxmlformats.org/presentationml/2006/main" type="title">
  <p:cSld name="Title Slide">
    <p:spTree>
      <p:nvGrpSpPr>
        <p:cNvPr id="1" name=""/>
        <p:cNvGrpSpPr/>
        <p:nvPr/>
      </p:nvGrpSpPr>
      <p:grpSpPr>
        <a:xfrm xmlns:a="http://schemas.openxmlformats.org/drawingml/2006/main"/>
      </p:grpSpPr>
      <p:sp>
        <p:nvSpPr>
          <p:cNvPr id="3" name="Title">
            <a:extLst xmlns:a="http://schemas.openxmlformats.org/drawingml/2006/main">
              <a:ext uri="{FF2B5EF4-FFF2-40B4-BE49-F238E27FC236}">
                <a16:creationId xmlns:a16="http://schemas.microsoft.com/office/drawing/2014/main" id="{ADBD112B-7991-4F7B-823E-0C7C2E4D88D0}"/>
              </a:ext>
            </a:extLst>
          </p:cNvPr>
          <p:cNvSpPr>
            <a:spLocks xmlns:a="http://schemas.openxmlformats.org/drawingml/2006/main" noGrp="1"/>
          </p:cNvSpPr>
          <p:nvPr>
            <p:ph type="title" idx="0"/>
          </p:nvPr>
        </p:nvSpPr>
        <p:spPr>
          <a:xfrm xmlns:a="http://schemas.openxmlformats.org/drawingml/2006/main">
            <a:off x="1371600" y="4461933"/>
            <a:ext cx="10972800" cy="1706033"/>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ctr">
            <a:normAutofit/>
          </a:bodyPr>
          <a:lstStyle xmlns:a="http://schemas.openxmlformats.org/drawingml/2006/main">
            <a:defPPr algn="ctr">
              <a:defRPr sz="5400" b="1">
                <a:solidFill>
                  <a:schemeClr val="tx1"/>
                </a:solidFill>
                <a:latin typeface="+mj-lt"/>
                <a:ea typeface="+mj-lt"/>
                <a:cs typeface="+mj-lt"/>
              </a:defRPr>
            </a:defPPr>
            <a:lvl1pPr marL="0" indent="0" algn="ctr">
              <a:lnSpc>
                <a:spcPct val="110000"/>
              </a:lnSpc>
              <a:spcBef>
                <a:spcPts val="0"/>
              </a:spcBef>
              <a:spcAft>
                <a:spcPts val="0"/>
              </a:spcAft>
              <a:buNone/>
              <a:defRPr sz="5400" b="1">
                <a:solidFill>
                  <a:schemeClr val="tx1"/>
                </a:solidFill>
                <a:latin typeface="+mj-lt"/>
                <a:ea typeface="+mj-lt"/>
                <a:cs typeface="+mj-lt"/>
              </a:defRPr>
            </a:lvl1pPr>
            <a:lvl2pPr marL="0" indent="0" algn="ctr">
              <a:lnSpc>
                <a:spcPct val="110000"/>
              </a:lnSpc>
              <a:spcBef>
                <a:spcPts val="0"/>
              </a:spcBef>
              <a:spcAft>
                <a:spcPts val="0"/>
              </a:spcAft>
              <a:buNone/>
              <a:defRPr sz="5400" b="1">
                <a:solidFill>
                  <a:schemeClr val="tx1"/>
                </a:solidFill>
                <a:latin typeface="+mj-lt"/>
                <a:ea typeface="+mj-lt"/>
                <a:cs typeface="+mj-lt"/>
              </a:defRPr>
            </a:lvl2pPr>
            <a:lvl3pPr marL="0" indent="0" algn="ctr">
              <a:lnSpc>
                <a:spcPct val="110000"/>
              </a:lnSpc>
              <a:spcBef>
                <a:spcPts val="0"/>
              </a:spcBef>
              <a:spcAft>
                <a:spcPts val="0"/>
              </a:spcAft>
              <a:buNone/>
              <a:defRPr sz="5400" b="1">
                <a:solidFill>
                  <a:schemeClr val="tx1"/>
                </a:solidFill>
                <a:latin typeface="+mj-lt"/>
                <a:ea typeface="+mj-lt"/>
                <a:cs typeface="+mj-lt"/>
              </a:defRPr>
            </a:lvl3pPr>
            <a:lvl4pPr marL="0" indent="0" algn="ctr">
              <a:lnSpc>
                <a:spcPct val="110000"/>
              </a:lnSpc>
              <a:spcBef>
                <a:spcPts val="0"/>
              </a:spcBef>
              <a:spcAft>
                <a:spcPts val="0"/>
              </a:spcAft>
              <a:buNone/>
              <a:defRPr sz="5400" b="1">
                <a:solidFill>
                  <a:schemeClr val="tx1"/>
                </a:solidFill>
                <a:latin typeface="+mj-lt"/>
                <a:ea typeface="+mj-lt"/>
                <a:cs typeface="+mj-lt"/>
              </a:defRPr>
            </a:lvl4pPr>
            <a:lvl5pPr marL="0" indent="0" algn="ctr">
              <a:lnSpc>
                <a:spcPct val="110000"/>
              </a:lnSpc>
              <a:spcBef>
                <a:spcPts val="0"/>
              </a:spcBef>
              <a:spcAft>
                <a:spcPts val="0"/>
              </a:spcAft>
              <a:buNone/>
              <a:defRPr sz="5400" b="1">
                <a:solidFill>
                  <a:schemeClr val="tx1"/>
                </a:solidFill>
                <a:latin typeface="+mj-lt"/>
                <a:ea typeface="+mj-lt"/>
                <a:cs typeface="+mj-lt"/>
              </a:defRPr>
            </a:lvl5pPr>
            <a:lvl6pPr marL="0" indent="0" algn="ctr">
              <a:lnSpc>
                <a:spcPct val="110000"/>
              </a:lnSpc>
              <a:spcBef>
                <a:spcPts val="0"/>
              </a:spcBef>
              <a:spcAft>
                <a:spcPts val="0"/>
              </a:spcAft>
              <a:buNone/>
              <a:defRPr sz="5400" b="1">
                <a:solidFill>
                  <a:schemeClr val="tx1"/>
                </a:solidFill>
                <a:latin typeface="+mj-lt"/>
                <a:ea typeface="+mj-lt"/>
                <a:cs typeface="+mj-lt"/>
              </a:defRPr>
            </a:lvl6pPr>
            <a:lvl7pPr marL="0" indent="0" algn="ctr">
              <a:lnSpc>
                <a:spcPct val="110000"/>
              </a:lnSpc>
              <a:spcBef>
                <a:spcPts val="0"/>
              </a:spcBef>
              <a:spcAft>
                <a:spcPts val="0"/>
              </a:spcAft>
              <a:buNone/>
              <a:defRPr sz="5400" b="1">
                <a:solidFill>
                  <a:schemeClr val="tx1"/>
                </a:solidFill>
                <a:latin typeface="+mj-lt"/>
                <a:ea typeface="+mj-lt"/>
                <a:cs typeface="+mj-lt"/>
              </a:defRPr>
            </a:lvl7pPr>
            <a:lvl8pPr marL="0" indent="0" algn="ctr">
              <a:lnSpc>
                <a:spcPct val="110000"/>
              </a:lnSpc>
              <a:spcBef>
                <a:spcPts val="0"/>
              </a:spcBef>
              <a:spcAft>
                <a:spcPts val="0"/>
              </a:spcAft>
              <a:buNone/>
              <a:defRPr sz="5400" b="1">
                <a:solidFill>
                  <a:schemeClr val="tx1"/>
                </a:solidFill>
                <a:latin typeface="+mj-lt"/>
                <a:ea typeface="+mj-lt"/>
                <a:cs typeface="+mj-lt"/>
              </a:defRPr>
            </a:lvl8pPr>
            <a:lvl9pPr marL="0" indent="0" algn="ctr">
              <a:lnSpc>
                <a:spcPct val="110000"/>
              </a:lnSpc>
              <a:spcBef>
                <a:spcPts val="0"/>
              </a:spcBef>
              <a:spcAft>
                <a:spcPts val="0"/>
              </a:spcAft>
              <a:buNone/>
              <a:defRPr sz="5400" b="1">
                <a:solidFill>
                  <a:schemeClr val="tx1"/>
                </a:solidFill>
                <a:latin typeface="+mj-lt"/>
                <a:ea typeface="+mj-lt"/>
                <a:cs typeface="+mj-lt"/>
              </a:defRPr>
            </a:lvl9pPr>
          </a:lstStyle>
          <a:p xmlns:a="http://schemas.openxmlformats.org/drawingml/2006/main"/>
        </p:txBody>
      </p:sp>
      <p:sp>
        <p:nvSpPr>
          <p:cNvPr id="2" name="Subtitle">
            <a:extLst xmlns:a="http://schemas.openxmlformats.org/drawingml/2006/main">
              <a:ext uri="{FF2B5EF4-FFF2-40B4-BE49-F238E27FC236}">
                <a16:creationId xmlns:a16="http://schemas.microsoft.com/office/drawing/2014/main" id="{7937E1F8-BD70-46E7-ADD4-3DA10C550CBA}"/>
              </a:ext>
            </a:extLst>
          </p:cNvPr>
          <p:cNvSpPr>
            <a:spLocks xmlns:a="http://schemas.openxmlformats.org/drawingml/2006/main" noGrp="1"/>
          </p:cNvSpPr>
          <p:nvPr>
            <p:ph type="subTitle" idx="1"/>
          </p:nvPr>
        </p:nvSpPr>
        <p:spPr>
          <a:xfrm xmlns:a="http://schemas.openxmlformats.org/drawingml/2006/main">
            <a:off x="2057400" y="6496050"/>
            <a:ext cx="9601200" cy="1312333"/>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ctr">
            <a:normAutofit/>
          </a:bodyPr>
          <a:lstStyle xmlns:a="http://schemas.openxmlformats.org/drawingml/2006/main">
            <a:defPPr algn="ctr">
              <a:defRPr sz="2363" b="0">
                <a:solidFill>
                  <a:schemeClr val="tx1"/>
                </a:solidFill>
                <a:latin typeface="+mn-lt"/>
                <a:ea typeface="+mn-lt"/>
                <a:cs typeface="+mn-lt"/>
              </a:defRPr>
            </a:defPPr>
            <a:lvl1pPr marL="0" indent="0" algn="ctr">
              <a:lnSpc>
                <a:spcPct val="110000"/>
              </a:lnSpc>
              <a:spcBef>
                <a:spcPts val="0"/>
              </a:spcBef>
              <a:spcAft>
                <a:spcPts val="0"/>
              </a:spcAft>
              <a:buNone/>
              <a:defRPr sz="2363" b="0">
                <a:solidFill>
                  <a:schemeClr val="tx1"/>
                </a:solidFill>
                <a:latin typeface="+mn-lt"/>
                <a:ea typeface="+mn-lt"/>
                <a:cs typeface="+mn-lt"/>
              </a:defRPr>
            </a:lvl1pPr>
            <a:lvl2pPr marL="0" indent="0" algn="ctr">
              <a:lnSpc>
                <a:spcPct val="110000"/>
              </a:lnSpc>
              <a:spcBef>
                <a:spcPts val="0"/>
              </a:spcBef>
              <a:spcAft>
                <a:spcPts val="0"/>
              </a:spcAft>
              <a:buNone/>
              <a:defRPr sz="2363" b="0">
                <a:solidFill>
                  <a:schemeClr val="tx1"/>
                </a:solidFill>
                <a:latin typeface="+mn-lt"/>
                <a:ea typeface="+mn-lt"/>
                <a:cs typeface="+mn-lt"/>
              </a:defRPr>
            </a:lvl2pPr>
            <a:lvl3pPr marL="0" indent="0" algn="ctr">
              <a:lnSpc>
                <a:spcPct val="110000"/>
              </a:lnSpc>
              <a:spcBef>
                <a:spcPts val="0"/>
              </a:spcBef>
              <a:spcAft>
                <a:spcPts val="0"/>
              </a:spcAft>
              <a:buNone/>
              <a:defRPr sz="2363" b="0">
                <a:solidFill>
                  <a:schemeClr val="tx1"/>
                </a:solidFill>
                <a:latin typeface="+mn-lt"/>
                <a:ea typeface="+mn-lt"/>
                <a:cs typeface="+mn-lt"/>
              </a:defRPr>
            </a:lvl3pPr>
            <a:lvl4pPr marL="0" indent="0" algn="ctr">
              <a:lnSpc>
                <a:spcPct val="110000"/>
              </a:lnSpc>
              <a:spcBef>
                <a:spcPts val="0"/>
              </a:spcBef>
              <a:spcAft>
                <a:spcPts val="0"/>
              </a:spcAft>
              <a:buNone/>
              <a:defRPr sz="2363" b="0">
                <a:solidFill>
                  <a:schemeClr val="tx1"/>
                </a:solidFill>
                <a:latin typeface="+mn-lt"/>
                <a:ea typeface="+mn-lt"/>
                <a:cs typeface="+mn-lt"/>
              </a:defRPr>
            </a:lvl4pPr>
            <a:lvl5pPr marL="0" indent="0" algn="ctr">
              <a:lnSpc>
                <a:spcPct val="110000"/>
              </a:lnSpc>
              <a:spcBef>
                <a:spcPts val="0"/>
              </a:spcBef>
              <a:spcAft>
                <a:spcPts val="0"/>
              </a:spcAft>
              <a:buNone/>
              <a:defRPr sz="2363" b="0">
                <a:solidFill>
                  <a:schemeClr val="tx1"/>
                </a:solidFill>
                <a:latin typeface="+mn-lt"/>
                <a:ea typeface="+mn-lt"/>
                <a:cs typeface="+mn-lt"/>
              </a:defRPr>
            </a:lvl5pPr>
            <a:lvl6pPr marL="0" indent="0" algn="ctr">
              <a:lnSpc>
                <a:spcPct val="110000"/>
              </a:lnSpc>
              <a:spcBef>
                <a:spcPts val="0"/>
              </a:spcBef>
              <a:spcAft>
                <a:spcPts val="0"/>
              </a:spcAft>
              <a:buNone/>
              <a:defRPr sz="2363" b="0">
                <a:solidFill>
                  <a:schemeClr val="tx1"/>
                </a:solidFill>
                <a:latin typeface="+mn-lt"/>
                <a:ea typeface="+mn-lt"/>
                <a:cs typeface="+mn-lt"/>
              </a:defRPr>
            </a:lvl6pPr>
            <a:lvl7pPr marL="0" indent="0" algn="ctr">
              <a:lnSpc>
                <a:spcPct val="110000"/>
              </a:lnSpc>
              <a:spcBef>
                <a:spcPts val="0"/>
              </a:spcBef>
              <a:spcAft>
                <a:spcPts val="0"/>
              </a:spcAft>
              <a:buNone/>
              <a:defRPr sz="2363" b="0">
                <a:solidFill>
                  <a:schemeClr val="tx1"/>
                </a:solidFill>
                <a:latin typeface="+mn-lt"/>
                <a:ea typeface="+mn-lt"/>
                <a:cs typeface="+mn-lt"/>
              </a:defRPr>
            </a:lvl7pPr>
            <a:lvl8pPr marL="0" indent="0" algn="ctr">
              <a:lnSpc>
                <a:spcPct val="110000"/>
              </a:lnSpc>
              <a:spcBef>
                <a:spcPts val="0"/>
              </a:spcBef>
              <a:spcAft>
                <a:spcPts val="0"/>
              </a:spcAft>
              <a:buNone/>
              <a:defRPr sz="2363" b="0">
                <a:solidFill>
                  <a:schemeClr val="tx1"/>
                </a:solidFill>
                <a:latin typeface="+mn-lt"/>
                <a:ea typeface="+mn-lt"/>
                <a:cs typeface="+mn-lt"/>
              </a:defRPr>
            </a:lvl8pPr>
            <a:lvl9pPr marL="0" indent="0" algn="ctr">
              <a:lnSpc>
                <a:spcPct val="110000"/>
              </a:lnSpc>
              <a:spcBef>
                <a:spcPts val="0"/>
              </a:spcBef>
              <a:spcAft>
                <a:spcPts val="0"/>
              </a:spcAft>
              <a:buNone/>
              <a:defRPr sz="2363" b="0">
                <a:solidFill>
                  <a:schemeClr val="tx1"/>
                </a:solidFill>
                <a:latin typeface="+mn-lt"/>
                <a:ea typeface="+mn-lt"/>
                <a:cs typeface="+mn-lt"/>
              </a:defRPr>
            </a:lvl9pPr>
          </a:lstStyle>
          <a:p xmlns:a="http://schemas.openxmlformats.org/drawingml/2006/main"/>
        </p:txBody>
      </p:sp>
    </p:spTree>
  </p:cSld>
</p:sldLayout>
</file>

<file path=ppt/main_figures/Fig13/ppt/slideLayouts/slideLayout2.xml><?xml version="1.0" encoding="utf-8"?>
<p:sldLayout xmlns:p="http://schemas.openxmlformats.org/presentationml/2006/main">
  <p:cSld name="Section Header">
    <p:spTree>
      <p:nvGrpSpPr>
        <p:cNvPr id="1" name=""/>
        <p:cNvGrpSpPr/>
        <p:nvPr/>
      </p:nvGrpSpPr>
      <p:grpSpPr>
        <a:xfrm xmlns:a="http://schemas.openxmlformats.org/drawingml/2006/main"/>
      </p:grpSpPr>
      <p:sp>
        <p:nvSpPr>
          <p:cNvPr id="2" name="Section title">
            <a:extLst xmlns:a="http://schemas.openxmlformats.org/drawingml/2006/main">
              <a:ext uri="{FF2B5EF4-FFF2-40B4-BE49-F238E27FC236}">
                <a16:creationId xmlns:a16="http://schemas.microsoft.com/office/drawing/2014/main" id="{53455D9A-673E-470D-AAC3-ABE7BB14E65F}"/>
              </a:ext>
            </a:extLst>
          </p:cNvPr>
          <p:cNvSpPr>
            <a:spLocks xmlns:a="http://schemas.openxmlformats.org/drawingml/2006/main" noGrp="1"/>
          </p:cNvSpPr>
          <p:nvPr>
            <p:ph type="title" idx="0"/>
          </p:nvPr>
        </p:nvSpPr>
        <p:spPr>
          <a:xfrm xmlns:a="http://schemas.openxmlformats.org/drawingml/2006/main">
            <a:off x="1371600" y="4921250"/>
            <a:ext cx="10972800" cy="1968500"/>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ctr">
            <a:normAutofit/>
          </a:bodyPr>
          <a:lstStyle xmlns:a="http://schemas.openxmlformats.org/drawingml/2006/main">
            <a:defPPr algn="ctr">
              <a:defRPr sz="4725" b="1">
                <a:solidFill>
                  <a:schemeClr val="tx1"/>
                </a:solidFill>
                <a:latin typeface="+mj-lt"/>
                <a:ea typeface="+mj-lt"/>
                <a:cs typeface="+mj-lt"/>
              </a:defRPr>
            </a:defPPr>
            <a:lvl1pPr marL="0" indent="0" algn="ctr">
              <a:lnSpc>
                <a:spcPct val="110000"/>
              </a:lnSpc>
              <a:spcBef>
                <a:spcPts val="0"/>
              </a:spcBef>
              <a:spcAft>
                <a:spcPts val="0"/>
              </a:spcAft>
              <a:buNone/>
              <a:defRPr sz="4725" b="1">
                <a:solidFill>
                  <a:schemeClr val="tx1"/>
                </a:solidFill>
                <a:latin typeface="+mj-lt"/>
                <a:ea typeface="+mj-lt"/>
                <a:cs typeface="+mj-lt"/>
              </a:defRPr>
            </a:lvl1pPr>
            <a:lvl2pPr marL="0" indent="0" algn="ctr">
              <a:lnSpc>
                <a:spcPct val="110000"/>
              </a:lnSpc>
              <a:spcBef>
                <a:spcPts val="0"/>
              </a:spcBef>
              <a:spcAft>
                <a:spcPts val="0"/>
              </a:spcAft>
              <a:buNone/>
              <a:defRPr sz="4725" b="1">
                <a:solidFill>
                  <a:schemeClr val="tx1"/>
                </a:solidFill>
                <a:latin typeface="+mj-lt"/>
                <a:ea typeface="+mj-lt"/>
                <a:cs typeface="+mj-lt"/>
              </a:defRPr>
            </a:lvl2pPr>
            <a:lvl3pPr marL="0" indent="0" algn="ctr">
              <a:lnSpc>
                <a:spcPct val="110000"/>
              </a:lnSpc>
              <a:spcBef>
                <a:spcPts val="0"/>
              </a:spcBef>
              <a:spcAft>
                <a:spcPts val="0"/>
              </a:spcAft>
              <a:buNone/>
              <a:defRPr sz="4725" b="1">
                <a:solidFill>
                  <a:schemeClr val="tx1"/>
                </a:solidFill>
                <a:latin typeface="+mj-lt"/>
                <a:ea typeface="+mj-lt"/>
                <a:cs typeface="+mj-lt"/>
              </a:defRPr>
            </a:lvl3pPr>
            <a:lvl4pPr marL="0" indent="0" algn="ctr">
              <a:lnSpc>
                <a:spcPct val="110000"/>
              </a:lnSpc>
              <a:spcBef>
                <a:spcPts val="0"/>
              </a:spcBef>
              <a:spcAft>
                <a:spcPts val="0"/>
              </a:spcAft>
              <a:buNone/>
              <a:defRPr sz="4725" b="1">
                <a:solidFill>
                  <a:schemeClr val="tx1"/>
                </a:solidFill>
                <a:latin typeface="+mj-lt"/>
                <a:ea typeface="+mj-lt"/>
                <a:cs typeface="+mj-lt"/>
              </a:defRPr>
            </a:lvl4pPr>
            <a:lvl5pPr marL="0" indent="0" algn="ctr">
              <a:lnSpc>
                <a:spcPct val="110000"/>
              </a:lnSpc>
              <a:spcBef>
                <a:spcPts val="0"/>
              </a:spcBef>
              <a:spcAft>
                <a:spcPts val="0"/>
              </a:spcAft>
              <a:buNone/>
              <a:defRPr sz="4725" b="1">
                <a:solidFill>
                  <a:schemeClr val="tx1"/>
                </a:solidFill>
                <a:latin typeface="+mj-lt"/>
                <a:ea typeface="+mj-lt"/>
                <a:cs typeface="+mj-lt"/>
              </a:defRPr>
            </a:lvl5pPr>
            <a:lvl6pPr marL="0" indent="0" algn="ctr">
              <a:lnSpc>
                <a:spcPct val="110000"/>
              </a:lnSpc>
              <a:spcBef>
                <a:spcPts val="0"/>
              </a:spcBef>
              <a:spcAft>
                <a:spcPts val="0"/>
              </a:spcAft>
              <a:buNone/>
              <a:defRPr sz="4725" b="1">
                <a:solidFill>
                  <a:schemeClr val="tx1"/>
                </a:solidFill>
                <a:latin typeface="+mj-lt"/>
                <a:ea typeface="+mj-lt"/>
                <a:cs typeface="+mj-lt"/>
              </a:defRPr>
            </a:lvl6pPr>
            <a:lvl7pPr marL="0" indent="0" algn="ctr">
              <a:lnSpc>
                <a:spcPct val="110000"/>
              </a:lnSpc>
              <a:spcBef>
                <a:spcPts val="0"/>
              </a:spcBef>
              <a:spcAft>
                <a:spcPts val="0"/>
              </a:spcAft>
              <a:buNone/>
              <a:defRPr sz="4725" b="1">
                <a:solidFill>
                  <a:schemeClr val="tx1"/>
                </a:solidFill>
                <a:latin typeface="+mj-lt"/>
                <a:ea typeface="+mj-lt"/>
                <a:cs typeface="+mj-lt"/>
              </a:defRPr>
            </a:lvl7pPr>
            <a:lvl8pPr marL="0" indent="0" algn="ctr">
              <a:lnSpc>
                <a:spcPct val="110000"/>
              </a:lnSpc>
              <a:spcBef>
                <a:spcPts val="0"/>
              </a:spcBef>
              <a:spcAft>
                <a:spcPts val="0"/>
              </a:spcAft>
              <a:buNone/>
              <a:defRPr sz="4725" b="1">
                <a:solidFill>
                  <a:schemeClr val="tx1"/>
                </a:solidFill>
                <a:latin typeface="+mj-lt"/>
                <a:ea typeface="+mj-lt"/>
                <a:cs typeface="+mj-lt"/>
              </a:defRPr>
            </a:lvl8pPr>
            <a:lvl9pPr marL="0" indent="0" algn="ctr">
              <a:lnSpc>
                <a:spcPct val="110000"/>
              </a:lnSpc>
              <a:spcBef>
                <a:spcPts val="0"/>
              </a:spcBef>
              <a:spcAft>
                <a:spcPts val="0"/>
              </a:spcAft>
              <a:buNone/>
              <a:defRPr sz="4725" b="1">
                <a:solidFill>
                  <a:schemeClr val="tx1"/>
                </a:solidFill>
                <a:latin typeface="+mj-lt"/>
                <a:ea typeface="+mj-lt"/>
                <a:cs typeface="+mj-lt"/>
              </a:defRPr>
            </a:lvl9pPr>
          </a:lstStyle>
          <a:p xmlns:a="http://schemas.openxmlformats.org/drawingml/2006/main"/>
        </p:txBody>
      </p:sp>
    </p:spTree>
  </p:cSld>
</p:sldLayout>
</file>

<file path=ppt/main_figures/Fig13/ppt/slideLayouts/slideLayout3.xml><?xml version="1.0" encoding="utf-8"?>
<p:sldLayout xmlns:p="http://schemas.openxmlformats.org/presentationml/2006/main">
  <p:cSld name="Title and Body">
    <p:spTree>
      <p:nvGrpSpPr>
        <p:cNvPr id="1" name=""/>
        <p:cNvGrpSpPr/>
        <p:nvPr/>
      </p:nvGrpSpPr>
      <p:grpSpPr>
        <a:xfrm xmlns:a="http://schemas.openxmlformats.org/drawingml/2006/main"/>
      </p:grpSpPr>
      <p:sp>
        <p:nvSpPr>
          <p:cNvPr id="3" name="Title">
            <a:extLst xmlns:a="http://schemas.openxmlformats.org/drawingml/2006/main">
              <a:ext uri="{FF2B5EF4-FFF2-40B4-BE49-F238E27FC236}">
                <a16:creationId xmlns:a16="http://schemas.microsoft.com/office/drawing/2014/main" id="{B7B22552-FC22-441E-AF8F-81E39591FA9E}"/>
              </a:ext>
            </a:extLst>
          </p:cNvPr>
          <p:cNvSpPr>
            <a:spLocks xmlns:a="http://schemas.openxmlformats.org/drawingml/2006/main" noGrp="1"/>
          </p:cNvSpPr>
          <p:nvPr>
            <p:ph type="title" idx="0"/>
          </p:nvPr>
        </p:nvSpPr>
        <p:spPr>
          <a:xfrm xmlns:a="http://schemas.openxmlformats.org/drawingml/2006/main">
            <a:off x="771525" y="918633"/>
            <a:ext cx="12172950" cy="14435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3713" b="1">
                <a:solidFill>
                  <a:schemeClr val="tx1"/>
                </a:solidFill>
                <a:latin typeface="+mj-lt"/>
                <a:ea typeface="+mj-lt"/>
                <a:cs typeface="+mj-lt"/>
              </a:defRPr>
            </a:defPPr>
            <a:lvl1pPr marL="0" indent="0" algn="l">
              <a:lnSpc>
                <a:spcPct val="110000"/>
              </a:lnSpc>
              <a:spcBef>
                <a:spcPts val="0"/>
              </a:spcBef>
              <a:spcAft>
                <a:spcPts val="0"/>
              </a:spcAft>
              <a:buNone/>
              <a:defRPr sz="3713" b="1">
                <a:solidFill>
                  <a:schemeClr val="tx1"/>
                </a:solidFill>
                <a:latin typeface="+mj-lt"/>
                <a:ea typeface="+mj-lt"/>
                <a:cs typeface="+mj-lt"/>
              </a:defRPr>
            </a:lvl1pPr>
            <a:lvl2pPr marL="0" indent="0" algn="l">
              <a:lnSpc>
                <a:spcPct val="110000"/>
              </a:lnSpc>
              <a:spcBef>
                <a:spcPts val="0"/>
              </a:spcBef>
              <a:spcAft>
                <a:spcPts val="0"/>
              </a:spcAft>
              <a:buNone/>
              <a:defRPr sz="3713" b="1">
                <a:solidFill>
                  <a:schemeClr val="tx1"/>
                </a:solidFill>
                <a:latin typeface="+mj-lt"/>
                <a:ea typeface="+mj-lt"/>
                <a:cs typeface="+mj-lt"/>
              </a:defRPr>
            </a:lvl2pPr>
            <a:lvl3pPr marL="0" indent="0" algn="l">
              <a:lnSpc>
                <a:spcPct val="110000"/>
              </a:lnSpc>
              <a:spcBef>
                <a:spcPts val="0"/>
              </a:spcBef>
              <a:spcAft>
                <a:spcPts val="0"/>
              </a:spcAft>
              <a:buNone/>
              <a:defRPr sz="3713" b="1">
                <a:solidFill>
                  <a:schemeClr val="tx1"/>
                </a:solidFill>
                <a:latin typeface="+mj-lt"/>
                <a:ea typeface="+mj-lt"/>
                <a:cs typeface="+mj-lt"/>
              </a:defRPr>
            </a:lvl3pPr>
            <a:lvl4pPr marL="0" indent="0" algn="l">
              <a:lnSpc>
                <a:spcPct val="110000"/>
              </a:lnSpc>
              <a:spcBef>
                <a:spcPts val="0"/>
              </a:spcBef>
              <a:spcAft>
                <a:spcPts val="0"/>
              </a:spcAft>
              <a:buNone/>
              <a:defRPr sz="3713" b="1">
                <a:solidFill>
                  <a:schemeClr val="tx1"/>
                </a:solidFill>
                <a:latin typeface="+mj-lt"/>
                <a:ea typeface="+mj-lt"/>
                <a:cs typeface="+mj-lt"/>
              </a:defRPr>
            </a:lvl4pPr>
            <a:lvl5pPr marL="0" indent="0" algn="l">
              <a:lnSpc>
                <a:spcPct val="110000"/>
              </a:lnSpc>
              <a:spcBef>
                <a:spcPts val="0"/>
              </a:spcBef>
              <a:spcAft>
                <a:spcPts val="0"/>
              </a:spcAft>
              <a:buNone/>
              <a:defRPr sz="3713" b="1">
                <a:solidFill>
                  <a:schemeClr val="tx1"/>
                </a:solidFill>
                <a:latin typeface="+mj-lt"/>
                <a:ea typeface="+mj-lt"/>
                <a:cs typeface="+mj-lt"/>
              </a:defRPr>
            </a:lvl5pPr>
            <a:lvl6pPr marL="0" indent="0" algn="l">
              <a:lnSpc>
                <a:spcPct val="110000"/>
              </a:lnSpc>
              <a:spcBef>
                <a:spcPts val="0"/>
              </a:spcBef>
              <a:spcAft>
                <a:spcPts val="0"/>
              </a:spcAft>
              <a:buNone/>
              <a:defRPr sz="3713" b="1">
                <a:solidFill>
                  <a:schemeClr val="tx1"/>
                </a:solidFill>
                <a:latin typeface="+mj-lt"/>
                <a:ea typeface="+mj-lt"/>
                <a:cs typeface="+mj-lt"/>
              </a:defRPr>
            </a:lvl6pPr>
            <a:lvl7pPr marL="0" indent="0" algn="l">
              <a:lnSpc>
                <a:spcPct val="110000"/>
              </a:lnSpc>
              <a:spcBef>
                <a:spcPts val="0"/>
              </a:spcBef>
              <a:spcAft>
                <a:spcPts val="0"/>
              </a:spcAft>
              <a:buNone/>
              <a:defRPr sz="3713" b="1">
                <a:solidFill>
                  <a:schemeClr val="tx1"/>
                </a:solidFill>
                <a:latin typeface="+mj-lt"/>
                <a:ea typeface="+mj-lt"/>
                <a:cs typeface="+mj-lt"/>
              </a:defRPr>
            </a:lvl7pPr>
            <a:lvl8pPr marL="0" indent="0" algn="l">
              <a:lnSpc>
                <a:spcPct val="110000"/>
              </a:lnSpc>
              <a:spcBef>
                <a:spcPts val="0"/>
              </a:spcBef>
              <a:spcAft>
                <a:spcPts val="0"/>
              </a:spcAft>
              <a:buNone/>
              <a:defRPr sz="3713" b="1">
                <a:solidFill>
                  <a:schemeClr val="tx1"/>
                </a:solidFill>
                <a:latin typeface="+mj-lt"/>
                <a:ea typeface="+mj-lt"/>
                <a:cs typeface="+mj-lt"/>
              </a:defRPr>
            </a:lvl8pPr>
            <a:lvl9pPr marL="0" indent="0" algn="l">
              <a:lnSpc>
                <a:spcPct val="110000"/>
              </a:lnSpc>
              <a:spcBef>
                <a:spcPts val="0"/>
              </a:spcBef>
              <a:spcAft>
                <a:spcPts val="0"/>
              </a:spcAft>
              <a:buNone/>
              <a:defRPr sz="3713" b="1">
                <a:solidFill>
                  <a:schemeClr val="tx1"/>
                </a:solidFill>
                <a:latin typeface="+mj-lt"/>
                <a:ea typeface="+mj-lt"/>
                <a:cs typeface="+mj-lt"/>
              </a:defRPr>
            </a:lvl9pPr>
          </a:lstStyle>
          <a:p xmlns:a="http://schemas.openxmlformats.org/drawingml/2006/main"/>
        </p:txBody>
      </p:sp>
      <p:sp>
        <p:nvSpPr>
          <p:cNvPr id="2" name="Body">
            <a:extLst xmlns:a="http://schemas.openxmlformats.org/drawingml/2006/main">
              <a:ext uri="{FF2B5EF4-FFF2-40B4-BE49-F238E27FC236}">
                <a16:creationId xmlns:a16="http://schemas.microsoft.com/office/drawing/2014/main" id="{BE4CA14E-00DE-47EB-96D6-03F0F44E4A50}"/>
              </a:ext>
            </a:extLst>
          </p:cNvPr>
          <p:cNvSpPr>
            <a:spLocks xmlns:a="http://schemas.openxmlformats.org/drawingml/2006/main" noGrp="1"/>
          </p:cNvSpPr>
          <p:nvPr>
            <p:ph type="body" idx="1"/>
          </p:nvPr>
        </p:nvSpPr>
        <p:spPr>
          <a:xfrm xmlns:a="http://schemas.openxmlformats.org/drawingml/2006/main">
            <a:off x="771525" y="3280833"/>
            <a:ext cx="12172950" cy="73490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531" b="0">
                <a:solidFill>
                  <a:schemeClr val="tx1"/>
                </a:solidFill>
                <a:latin typeface="+mn-lt"/>
                <a:ea typeface="+mn-lt"/>
                <a:cs typeface="+mn-lt"/>
              </a:defRPr>
            </a:defPPr>
            <a:lvl1pPr marL="257175" indent="-257175" algn="l">
              <a:lnSpc>
                <a:spcPct val="110000"/>
              </a:lnSpc>
              <a:spcBef>
                <a:spcPts val="0"/>
              </a:spcBef>
              <a:spcAft>
                <a:spcPts val="1350"/>
              </a:spcAft>
              <a:buChar char="•"/>
              <a:defRPr sz="2531" b="0">
                <a:solidFill>
                  <a:schemeClr val="tx1"/>
                </a:solidFill>
                <a:latin typeface="+mn-lt"/>
                <a:ea typeface="+mn-lt"/>
                <a:cs typeface="+mn-lt"/>
              </a:defRPr>
            </a:lvl1pPr>
            <a:lvl2pPr marL="600075" indent="-257175" algn="l">
              <a:lnSpc>
                <a:spcPct val="110000"/>
              </a:lnSpc>
              <a:spcBef>
                <a:spcPts val="0"/>
              </a:spcBef>
              <a:spcAft>
                <a:spcPts val="1350"/>
              </a:spcAft>
              <a:buChar char="•"/>
              <a:defRPr sz="2531" b="0">
                <a:solidFill>
                  <a:schemeClr val="tx1"/>
                </a:solidFill>
                <a:latin typeface="+mn-lt"/>
                <a:ea typeface="+mn-lt"/>
                <a:cs typeface="+mn-lt"/>
              </a:defRPr>
            </a:lvl2pPr>
            <a:lvl3pPr marL="942975" indent="-257175" algn="l">
              <a:lnSpc>
                <a:spcPct val="110000"/>
              </a:lnSpc>
              <a:spcBef>
                <a:spcPts val="0"/>
              </a:spcBef>
              <a:spcAft>
                <a:spcPts val="1350"/>
              </a:spcAft>
              <a:buChar char="•"/>
              <a:defRPr sz="2531" b="0">
                <a:solidFill>
                  <a:schemeClr val="tx1"/>
                </a:solidFill>
                <a:latin typeface="+mn-lt"/>
                <a:ea typeface="+mn-lt"/>
                <a:cs typeface="+mn-lt"/>
              </a:defRPr>
            </a:lvl3pPr>
            <a:lvl4pPr marL="1285875" indent="-257175" algn="l">
              <a:lnSpc>
                <a:spcPct val="110000"/>
              </a:lnSpc>
              <a:spcBef>
                <a:spcPts val="0"/>
              </a:spcBef>
              <a:spcAft>
                <a:spcPts val="1350"/>
              </a:spcAft>
              <a:buChar char="•"/>
              <a:defRPr sz="2531" b="0">
                <a:solidFill>
                  <a:schemeClr val="tx1"/>
                </a:solidFill>
                <a:latin typeface="+mn-lt"/>
                <a:ea typeface="+mn-lt"/>
                <a:cs typeface="+mn-lt"/>
              </a:defRPr>
            </a:lvl4pPr>
            <a:lvl5pPr marL="1628775" indent="-257175" algn="l">
              <a:lnSpc>
                <a:spcPct val="110000"/>
              </a:lnSpc>
              <a:spcBef>
                <a:spcPts val="0"/>
              </a:spcBef>
              <a:spcAft>
                <a:spcPts val="1350"/>
              </a:spcAft>
              <a:buChar char="•"/>
              <a:defRPr sz="2531" b="0">
                <a:solidFill>
                  <a:schemeClr val="tx1"/>
                </a:solidFill>
                <a:latin typeface="+mn-lt"/>
                <a:ea typeface="+mn-lt"/>
                <a:cs typeface="+mn-lt"/>
              </a:defRPr>
            </a:lvl5pPr>
            <a:lvl6pPr marL="1971675" indent="-257175" algn="l">
              <a:lnSpc>
                <a:spcPct val="110000"/>
              </a:lnSpc>
              <a:spcBef>
                <a:spcPts val="0"/>
              </a:spcBef>
              <a:spcAft>
                <a:spcPts val="1350"/>
              </a:spcAft>
              <a:buChar char="•"/>
              <a:defRPr sz="2531" b="0">
                <a:solidFill>
                  <a:schemeClr val="tx1"/>
                </a:solidFill>
                <a:latin typeface="+mn-lt"/>
                <a:ea typeface="+mn-lt"/>
                <a:cs typeface="+mn-lt"/>
              </a:defRPr>
            </a:lvl6pPr>
            <a:lvl7pPr marL="2314575" indent="-257175" algn="l">
              <a:lnSpc>
                <a:spcPct val="110000"/>
              </a:lnSpc>
              <a:spcBef>
                <a:spcPts val="0"/>
              </a:spcBef>
              <a:spcAft>
                <a:spcPts val="1350"/>
              </a:spcAft>
              <a:buChar char="•"/>
              <a:defRPr sz="2531" b="0">
                <a:solidFill>
                  <a:schemeClr val="tx1"/>
                </a:solidFill>
                <a:latin typeface="+mn-lt"/>
                <a:ea typeface="+mn-lt"/>
                <a:cs typeface="+mn-lt"/>
              </a:defRPr>
            </a:lvl7pPr>
            <a:lvl8pPr marL="2657475" indent="-257175" algn="l">
              <a:lnSpc>
                <a:spcPct val="110000"/>
              </a:lnSpc>
              <a:spcBef>
                <a:spcPts val="0"/>
              </a:spcBef>
              <a:spcAft>
                <a:spcPts val="1350"/>
              </a:spcAft>
              <a:buChar char="•"/>
              <a:defRPr sz="2531" b="0">
                <a:solidFill>
                  <a:schemeClr val="tx1"/>
                </a:solidFill>
                <a:latin typeface="+mn-lt"/>
                <a:ea typeface="+mn-lt"/>
                <a:cs typeface="+mn-lt"/>
              </a:defRPr>
            </a:lvl8pPr>
            <a:lvl9pPr marL="3000375" indent="-257175" algn="l">
              <a:lnSpc>
                <a:spcPct val="110000"/>
              </a:lnSpc>
              <a:spcBef>
                <a:spcPts val="0"/>
              </a:spcBef>
              <a:spcAft>
                <a:spcPts val="1350"/>
              </a:spcAft>
              <a:buChar char="•"/>
              <a:defRPr sz="2531" b="0">
                <a:solidFill>
                  <a:schemeClr val="tx1"/>
                </a:solidFill>
                <a:latin typeface="+mn-lt"/>
                <a:ea typeface="+mn-lt"/>
                <a:cs typeface="+mn-lt"/>
              </a:defRPr>
            </a:lvl9pPr>
          </a:lstStyle>
          <a:p xmlns:a="http://schemas.openxmlformats.org/drawingml/2006/main"/>
        </p:txBody>
      </p:sp>
    </p:spTree>
  </p:cSld>
</p:sldLayout>
</file>

<file path=ppt/main_figures/Fig13/ppt/slideLayouts/slideLayout4.xml><?xml version="1.0" encoding="utf-8"?>
<p:sldLayout xmlns:p="http://schemas.openxmlformats.org/presentationml/2006/main">
  <p:cSld name="Title and Two Column">
    <p:spTree>
      <p:nvGrpSpPr>
        <p:cNvPr id="1" name=""/>
        <p:cNvGrpSpPr/>
        <p:nvPr/>
      </p:nvGrpSpPr>
      <p:grpSpPr>
        <a:xfrm xmlns:a="http://schemas.openxmlformats.org/drawingml/2006/main"/>
      </p:grpSpPr>
      <p:sp>
        <p:nvSpPr>
          <p:cNvPr id="4" name="Title">
            <a:extLst xmlns:a="http://schemas.openxmlformats.org/drawingml/2006/main">
              <a:ext uri="{FF2B5EF4-FFF2-40B4-BE49-F238E27FC236}">
                <a16:creationId xmlns:a16="http://schemas.microsoft.com/office/drawing/2014/main" id="{89B9EF49-F9A0-4759-BC2F-712CBD2D964F}"/>
              </a:ext>
            </a:extLst>
          </p:cNvPr>
          <p:cNvSpPr>
            <a:spLocks xmlns:a="http://schemas.openxmlformats.org/drawingml/2006/main" noGrp="1"/>
          </p:cNvSpPr>
          <p:nvPr>
            <p:ph type="title" idx="0"/>
          </p:nvPr>
        </p:nvSpPr>
        <p:spPr>
          <a:xfrm xmlns:a="http://schemas.openxmlformats.org/drawingml/2006/main">
            <a:off x="771525" y="918633"/>
            <a:ext cx="12172950" cy="14435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3713" b="1">
                <a:solidFill>
                  <a:schemeClr val="tx1"/>
                </a:solidFill>
                <a:latin typeface="+mj-lt"/>
                <a:ea typeface="+mj-lt"/>
                <a:cs typeface="+mj-lt"/>
              </a:defRPr>
            </a:defPPr>
            <a:lvl1pPr marL="0" indent="0" algn="l">
              <a:lnSpc>
                <a:spcPct val="110000"/>
              </a:lnSpc>
              <a:spcBef>
                <a:spcPts val="0"/>
              </a:spcBef>
              <a:spcAft>
                <a:spcPts val="0"/>
              </a:spcAft>
              <a:buNone/>
              <a:defRPr sz="3713" b="1">
                <a:solidFill>
                  <a:schemeClr val="tx1"/>
                </a:solidFill>
                <a:latin typeface="+mj-lt"/>
                <a:ea typeface="+mj-lt"/>
                <a:cs typeface="+mj-lt"/>
              </a:defRPr>
            </a:lvl1pPr>
            <a:lvl2pPr marL="0" indent="0" algn="l">
              <a:lnSpc>
                <a:spcPct val="110000"/>
              </a:lnSpc>
              <a:spcBef>
                <a:spcPts val="0"/>
              </a:spcBef>
              <a:spcAft>
                <a:spcPts val="0"/>
              </a:spcAft>
              <a:buNone/>
              <a:defRPr sz="3713" b="1">
                <a:solidFill>
                  <a:schemeClr val="tx1"/>
                </a:solidFill>
                <a:latin typeface="+mj-lt"/>
                <a:ea typeface="+mj-lt"/>
                <a:cs typeface="+mj-lt"/>
              </a:defRPr>
            </a:lvl2pPr>
            <a:lvl3pPr marL="0" indent="0" algn="l">
              <a:lnSpc>
                <a:spcPct val="110000"/>
              </a:lnSpc>
              <a:spcBef>
                <a:spcPts val="0"/>
              </a:spcBef>
              <a:spcAft>
                <a:spcPts val="0"/>
              </a:spcAft>
              <a:buNone/>
              <a:defRPr sz="3713" b="1">
                <a:solidFill>
                  <a:schemeClr val="tx1"/>
                </a:solidFill>
                <a:latin typeface="+mj-lt"/>
                <a:ea typeface="+mj-lt"/>
                <a:cs typeface="+mj-lt"/>
              </a:defRPr>
            </a:lvl3pPr>
            <a:lvl4pPr marL="0" indent="0" algn="l">
              <a:lnSpc>
                <a:spcPct val="110000"/>
              </a:lnSpc>
              <a:spcBef>
                <a:spcPts val="0"/>
              </a:spcBef>
              <a:spcAft>
                <a:spcPts val="0"/>
              </a:spcAft>
              <a:buNone/>
              <a:defRPr sz="3713" b="1">
                <a:solidFill>
                  <a:schemeClr val="tx1"/>
                </a:solidFill>
                <a:latin typeface="+mj-lt"/>
                <a:ea typeface="+mj-lt"/>
                <a:cs typeface="+mj-lt"/>
              </a:defRPr>
            </a:lvl4pPr>
            <a:lvl5pPr marL="0" indent="0" algn="l">
              <a:lnSpc>
                <a:spcPct val="110000"/>
              </a:lnSpc>
              <a:spcBef>
                <a:spcPts val="0"/>
              </a:spcBef>
              <a:spcAft>
                <a:spcPts val="0"/>
              </a:spcAft>
              <a:buNone/>
              <a:defRPr sz="3713" b="1">
                <a:solidFill>
                  <a:schemeClr val="tx1"/>
                </a:solidFill>
                <a:latin typeface="+mj-lt"/>
                <a:ea typeface="+mj-lt"/>
                <a:cs typeface="+mj-lt"/>
              </a:defRPr>
            </a:lvl5pPr>
            <a:lvl6pPr marL="0" indent="0" algn="l">
              <a:lnSpc>
                <a:spcPct val="110000"/>
              </a:lnSpc>
              <a:spcBef>
                <a:spcPts val="0"/>
              </a:spcBef>
              <a:spcAft>
                <a:spcPts val="0"/>
              </a:spcAft>
              <a:buNone/>
              <a:defRPr sz="3713" b="1">
                <a:solidFill>
                  <a:schemeClr val="tx1"/>
                </a:solidFill>
                <a:latin typeface="+mj-lt"/>
                <a:ea typeface="+mj-lt"/>
                <a:cs typeface="+mj-lt"/>
              </a:defRPr>
            </a:lvl6pPr>
            <a:lvl7pPr marL="0" indent="0" algn="l">
              <a:lnSpc>
                <a:spcPct val="110000"/>
              </a:lnSpc>
              <a:spcBef>
                <a:spcPts val="0"/>
              </a:spcBef>
              <a:spcAft>
                <a:spcPts val="0"/>
              </a:spcAft>
              <a:buNone/>
              <a:defRPr sz="3713" b="1">
                <a:solidFill>
                  <a:schemeClr val="tx1"/>
                </a:solidFill>
                <a:latin typeface="+mj-lt"/>
                <a:ea typeface="+mj-lt"/>
                <a:cs typeface="+mj-lt"/>
              </a:defRPr>
            </a:lvl7pPr>
            <a:lvl8pPr marL="0" indent="0" algn="l">
              <a:lnSpc>
                <a:spcPct val="110000"/>
              </a:lnSpc>
              <a:spcBef>
                <a:spcPts val="0"/>
              </a:spcBef>
              <a:spcAft>
                <a:spcPts val="0"/>
              </a:spcAft>
              <a:buNone/>
              <a:defRPr sz="3713" b="1">
                <a:solidFill>
                  <a:schemeClr val="tx1"/>
                </a:solidFill>
                <a:latin typeface="+mj-lt"/>
                <a:ea typeface="+mj-lt"/>
                <a:cs typeface="+mj-lt"/>
              </a:defRPr>
            </a:lvl8pPr>
            <a:lvl9pPr marL="0" indent="0" algn="l">
              <a:lnSpc>
                <a:spcPct val="110000"/>
              </a:lnSpc>
              <a:spcBef>
                <a:spcPts val="0"/>
              </a:spcBef>
              <a:spcAft>
                <a:spcPts val="0"/>
              </a:spcAft>
              <a:buNone/>
              <a:defRPr sz="3713" b="1">
                <a:solidFill>
                  <a:schemeClr val="tx1"/>
                </a:solidFill>
                <a:latin typeface="+mj-lt"/>
                <a:ea typeface="+mj-lt"/>
                <a:cs typeface="+mj-lt"/>
              </a:defRPr>
            </a:lvl9pPr>
          </a:lstStyle>
          <a:p xmlns:a="http://schemas.openxmlformats.org/drawingml/2006/main"/>
        </p:txBody>
      </p:sp>
      <p:sp>
        <p:nvSpPr>
          <p:cNvPr id="2" name="Left column">
            <a:extLst xmlns:a="http://schemas.openxmlformats.org/drawingml/2006/main">
              <a:ext uri="{FF2B5EF4-FFF2-40B4-BE49-F238E27FC236}">
                <a16:creationId xmlns:a16="http://schemas.microsoft.com/office/drawing/2014/main" id="{5AA9703D-075C-4BE5-8353-79D485A4F62D}"/>
              </a:ext>
            </a:extLst>
          </p:cNvPr>
          <p:cNvSpPr>
            <a:spLocks xmlns:a="http://schemas.openxmlformats.org/drawingml/2006/main" noGrp="1"/>
          </p:cNvSpPr>
          <p:nvPr>
            <p:ph type="body" idx="1"/>
          </p:nvPr>
        </p:nvSpPr>
        <p:spPr>
          <a:xfrm xmlns:a="http://schemas.openxmlformats.org/drawingml/2006/main">
            <a:off x="771525" y="3280833"/>
            <a:ext cx="5657850" cy="73490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363" b="0">
                <a:solidFill>
                  <a:schemeClr val="tx1"/>
                </a:solidFill>
                <a:latin typeface="+mn-lt"/>
                <a:ea typeface="+mn-lt"/>
                <a:cs typeface="+mn-lt"/>
              </a:defRPr>
            </a:defPPr>
            <a:lvl1pPr marL="257175" indent="-257175" algn="l">
              <a:lnSpc>
                <a:spcPct val="110000"/>
              </a:lnSpc>
              <a:spcBef>
                <a:spcPts val="0"/>
              </a:spcBef>
              <a:spcAft>
                <a:spcPts val="1350"/>
              </a:spcAft>
              <a:buChar char="•"/>
              <a:defRPr sz="2363" b="0">
                <a:solidFill>
                  <a:schemeClr val="tx1"/>
                </a:solidFill>
                <a:latin typeface="+mn-lt"/>
                <a:ea typeface="+mn-lt"/>
                <a:cs typeface="+mn-lt"/>
              </a:defRPr>
            </a:lvl1pPr>
            <a:lvl2pPr marL="600075" indent="-257175" algn="l">
              <a:lnSpc>
                <a:spcPct val="110000"/>
              </a:lnSpc>
              <a:spcBef>
                <a:spcPts val="0"/>
              </a:spcBef>
              <a:spcAft>
                <a:spcPts val="1350"/>
              </a:spcAft>
              <a:buChar char="•"/>
              <a:defRPr sz="2363" b="0">
                <a:solidFill>
                  <a:schemeClr val="tx1"/>
                </a:solidFill>
                <a:latin typeface="+mn-lt"/>
                <a:ea typeface="+mn-lt"/>
                <a:cs typeface="+mn-lt"/>
              </a:defRPr>
            </a:lvl2pPr>
            <a:lvl3pPr marL="942975" indent="-257175" algn="l">
              <a:lnSpc>
                <a:spcPct val="110000"/>
              </a:lnSpc>
              <a:spcBef>
                <a:spcPts val="0"/>
              </a:spcBef>
              <a:spcAft>
                <a:spcPts val="1350"/>
              </a:spcAft>
              <a:buChar char="•"/>
              <a:defRPr sz="2363" b="0">
                <a:solidFill>
                  <a:schemeClr val="tx1"/>
                </a:solidFill>
                <a:latin typeface="+mn-lt"/>
                <a:ea typeface="+mn-lt"/>
                <a:cs typeface="+mn-lt"/>
              </a:defRPr>
            </a:lvl3pPr>
            <a:lvl4pPr marL="1285875" indent="-257175" algn="l">
              <a:lnSpc>
                <a:spcPct val="110000"/>
              </a:lnSpc>
              <a:spcBef>
                <a:spcPts val="0"/>
              </a:spcBef>
              <a:spcAft>
                <a:spcPts val="1350"/>
              </a:spcAft>
              <a:buChar char="•"/>
              <a:defRPr sz="2363" b="0">
                <a:solidFill>
                  <a:schemeClr val="tx1"/>
                </a:solidFill>
                <a:latin typeface="+mn-lt"/>
                <a:ea typeface="+mn-lt"/>
                <a:cs typeface="+mn-lt"/>
              </a:defRPr>
            </a:lvl4pPr>
            <a:lvl5pPr marL="1628775" indent="-257175" algn="l">
              <a:lnSpc>
                <a:spcPct val="110000"/>
              </a:lnSpc>
              <a:spcBef>
                <a:spcPts val="0"/>
              </a:spcBef>
              <a:spcAft>
                <a:spcPts val="1350"/>
              </a:spcAft>
              <a:buChar char="•"/>
              <a:defRPr sz="2363" b="0">
                <a:solidFill>
                  <a:schemeClr val="tx1"/>
                </a:solidFill>
                <a:latin typeface="+mn-lt"/>
                <a:ea typeface="+mn-lt"/>
                <a:cs typeface="+mn-lt"/>
              </a:defRPr>
            </a:lvl5pPr>
            <a:lvl6pPr marL="1971675" indent="-257175" algn="l">
              <a:lnSpc>
                <a:spcPct val="110000"/>
              </a:lnSpc>
              <a:spcBef>
                <a:spcPts val="0"/>
              </a:spcBef>
              <a:spcAft>
                <a:spcPts val="1350"/>
              </a:spcAft>
              <a:buChar char="•"/>
              <a:defRPr sz="2363" b="0">
                <a:solidFill>
                  <a:schemeClr val="tx1"/>
                </a:solidFill>
                <a:latin typeface="+mn-lt"/>
                <a:ea typeface="+mn-lt"/>
                <a:cs typeface="+mn-lt"/>
              </a:defRPr>
            </a:lvl6pPr>
            <a:lvl7pPr marL="2314575" indent="-257175" algn="l">
              <a:lnSpc>
                <a:spcPct val="110000"/>
              </a:lnSpc>
              <a:spcBef>
                <a:spcPts val="0"/>
              </a:spcBef>
              <a:spcAft>
                <a:spcPts val="1350"/>
              </a:spcAft>
              <a:buChar char="•"/>
              <a:defRPr sz="2363" b="0">
                <a:solidFill>
                  <a:schemeClr val="tx1"/>
                </a:solidFill>
                <a:latin typeface="+mn-lt"/>
                <a:ea typeface="+mn-lt"/>
                <a:cs typeface="+mn-lt"/>
              </a:defRPr>
            </a:lvl7pPr>
            <a:lvl8pPr marL="2657475" indent="-257175" algn="l">
              <a:lnSpc>
                <a:spcPct val="110000"/>
              </a:lnSpc>
              <a:spcBef>
                <a:spcPts val="0"/>
              </a:spcBef>
              <a:spcAft>
                <a:spcPts val="1350"/>
              </a:spcAft>
              <a:buChar char="•"/>
              <a:defRPr sz="2363" b="0">
                <a:solidFill>
                  <a:schemeClr val="tx1"/>
                </a:solidFill>
                <a:latin typeface="+mn-lt"/>
                <a:ea typeface="+mn-lt"/>
                <a:cs typeface="+mn-lt"/>
              </a:defRPr>
            </a:lvl8pPr>
            <a:lvl9pPr marL="3000375" indent="-257175" algn="l">
              <a:lnSpc>
                <a:spcPct val="110000"/>
              </a:lnSpc>
              <a:spcBef>
                <a:spcPts val="0"/>
              </a:spcBef>
              <a:spcAft>
                <a:spcPts val="1350"/>
              </a:spcAft>
              <a:buChar char="•"/>
              <a:defRPr sz="2363" b="0">
                <a:solidFill>
                  <a:schemeClr val="tx1"/>
                </a:solidFill>
                <a:latin typeface="+mn-lt"/>
                <a:ea typeface="+mn-lt"/>
                <a:cs typeface="+mn-lt"/>
              </a:defRPr>
            </a:lvl9pPr>
          </a:lstStyle>
          <a:p xmlns:a="http://schemas.openxmlformats.org/drawingml/2006/main"/>
        </p:txBody>
      </p:sp>
      <p:sp>
        <p:nvSpPr>
          <p:cNvPr id="3" name="Right column">
            <a:extLst xmlns:a="http://schemas.openxmlformats.org/drawingml/2006/main">
              <a:ext uri="{FF2B5EF4-FFF2-40B4-BE49-F238E27FC236}">
                <a16:creationId xmlns:a16="http://schemas.microsoft.com/office/drawing/2014/main" id="{6BD5443C-12D3-49B7-94C6-456AE604B81C}"/>
              </a:ext>
            </a:extLst>
          </p:cNvPr>
          <p:cNvSpPr>
            <a:spLocks xmlns:a="http://schemas.openxmlformats.org/drawingml/2006/main" noGrp="1"/>
          </p:cNvSpPr>
          <p:nvPr>
            <p:ph type="body" idx="2"/>
          </p:nvPr>
        </p:nvSpPr>
        <p:spPr>
          <a:xfrm xmlns:a="http://schemas.openxmlformats.org/drawingml/2006/main">
            <a:off x="7286625" y="3280833"/>
            <a:ext cx="5657850" cy="73490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363" b="0">
                <a:solidFill>
                  <a:schemeClr val="tx1"/>
                </a:solidFill>
                <a:latin typeface="+mn-lt"/>
                <a:ea typeface="+mn-lt"/>
                <a:cs typeface="+mn-lt"/>
              </a:defRPr>
            </a:defPPr>
            <a:lvl1pPr marL="257175" indent="-257175" algn="l">
              <a:lnSpc>
                <a:spcPct val="110000"/>
              </a:lnSpc>
              <a:spcBef>
                <a:spcPts val="0"/>
              </a:spcBef>
              <a:spcAft>
                <a:spcPts val="1350"/>
              </a:spcAft>
              <a:buChar char="•"/>
              <a:defRPr sz="2363" b="0">
                <a:solidFill>
                  <a:schemeClr val="tx1"/>
                </a:solidFill>
                <a:latin typeface="+mn-lt"/>
                <a:ea typeface="+mn-lt"/>
                <a:cs typeface="+mn-lt"/>
              </a:defRPr>
            </a:lvl1pPr>
            <a:lvl2pPr marL="600075" indent="-257175" algn="l">
              <a:lnSpc>
                <a:spcPct val="110000"/>
              </a:lnSpc>
              <a:spcBef>
                <a:spcPts val="0"/>
              </a:spcBef>
              <a:spcAft>
                <a:spcPts val="1350"/>
              </a:spcAft>
              <a:buChar char="•"/>
              <a:defRPr sz="2363" b="0">
                <a:solidFill>
                  <a:schemeClr val="tx1"/>
                </a:solidFill>
                <a:latin typeface="+mn-lt"/>
                <a:ea typeface="+mn-lt"/>
                <a:cs typeface="+mn-lt"/>
              </a:defRPr>
            </a:lvl2pPr>
            <a:lvl3pPr marL="942975" indent="-257175" algn="l">
              <a:lnSpc>
                <a:spcPct val="110000"/>
              </a:lnSpc>
              <a:spcBef>
                <a:spcPts val="0"/>
              </a:spcBef>
              <a:spcAft>
                <a:spcPts val="1350"/>
              </a:spcAft>
              <a:buChar char="•"/>
              <a:defRPr sz="2363" b="0">
                <a:solidFill>
                  <a:schemeClr val="tx1"/>
                </a:solidFill>
                <a:latin typeface="+mn-lt"/>
                <a:ea typeface="+mn-lt"/>
                <a:cs typeface="+mn-lt"/>
              </a:defRPr>
            </a:lvl3pPr>
            <a:lvl4pPr marL="1285875" indent="-257175" algn="l">
              <a:lnSpc>
                <a:spcPct val="110000"/>
              </a:lnSpc>
              <a:spcBef>
                <a:spcPts val="0"/>
              </a:spcBef>
              <a:spcAft>
                <a:spcPts val="1350"/>
              </a:spcAft>
              <a:buChar char="•"/>
              <a:defRPr sz="2363" b="0">
                <a:solidFill>
                  <a:schemeClr val="tx1"/>
                </a:solidFill>
                <a:latin typeface="+mn-lt"/>
                <a:ea typeface="+mn-lt"/>
                <a:cs typeface="+mn-lt"/>
              </a:defRPr>
            </a:lvl4pPr>
            <a:lvl5pPr marL="1628775" indent="-257175" algn="l">
              <a:lnSpc>
                <a:spcPct val="110000"/>
              </a:lnSpc>
              <a:spcBef>
                <a:spcPts val="0"/>
              </a:spcBef>
              <a:spcAft>
                <a:spcPts val="1350"/>
              </a:spcAft>
              <a:buChar char="•"/>
              <a:defRPr sz="2363" b="0">
                <a:solidFill>
                  <a:schemeClr val="tx1"/>
                </a:solidFill>
                <a:latin typeface="+mn-lt"/>
                <a:ea typeface="+mn-lt"/>
                <a:cs typeface="+mn-lt"/>
              </a:defRPr>
            </a:lvl5pPr>
            <a:lvl6pPr marL="1971675" indent="-257175" algn="l">
              <a:lnSpc>
                <a:spcPct val="110000"/>
              </a:lnSpc>
              <a:spcBef>
                <a:spcPts val="0"/>
              </a:spcBef>
              <a:spcAft>
                <a:spcPts val="1350"/>
              </a:spcAft>
              <a:buChar char="•"/>
              <a:defRPr sz="2363" b="0">
                <a:solidFill>
                  <a:schemeClr val="tx1"/>
                </a:solidFill>
                <a:latin typeface="+mn-lt"/>
                <a:ea typeface="+mn-lt"/>
                <a:cs typeface="+mn-lt"/>
              </a:defRPr>
            </a:lvl6pPr>
            <a:lvl7pPr marL="2314575" indent="-257175" algn="l">
              <a:lnSpc>
                <a:spcPct val="110000"/>
              </a:lnSpc>
              <a:spcBef>
                <a:spcPts val="0"/>
              </a:spcBef>
              <a:spcAft>
                <a:spcPts val="1350"/>
              </a:spcAft>
              <a:buChar char="•"/>
              <a:defRPr sz="2363" b="0">
                <a:solidFill>
                  <a:schemeClr val="tx1"/>
                </a:solidFill>
                <a:latin typeface="+mn-lt"/>
                <a:ea typeface="+mn-lt"/>
                <a:cs typeface="+mn-lt"/>
              </a:defRPr>
            </a:lvl7pPr>
            <a:lvl8pPr marL="2657475" indent="-257175" algn="l">
              <a:lnSpc>
                <a:spcPct val="110000"/>
              </a:lnSpc>
              <a:spcBef>
                <a:spcPts val="0"/>
              </a:spcBef>
              <a:spcAft>
                <a:spcPts val="1350"/>
              </a:spcAft>
              <a:buChar char="•"/>
              <a:defRPr sz="2363" b="0">
                <a:solidFill>
                  <a:schemeClr val="tx1"/>
                </a:solidFill>
                <a:latin typeface="+mn-lt"/>
                <a:ea typeface="+mn-lt"/>
                <a:cs typeface="+mn-lt"/>
              </a:defRPr>
            </a:lvl8pPr>
            <a:lvl9pPr marL="3000375" indent="-257175" algn="l">
              <a:lnSpc>
                <a:spcPct val="110000"/>
              </a:lnSpc>
              <a:spcBef>
                <a:spcPts val="0"/>
              </a:spcBef>
              <a:spcAft>
                <a:spcPts val="1350"/>
              </a:spcAft>
              <a:buChar char="•"/>
              <a:defRPr sz="2363" b="0">
                <a:solidFill>
                  <a:schemeClr val="tx1"/>
                </a:solidFill>
                <a:latin typeface="+mn-lt"/>
                <a:ea typeface="+mn-lt"/>
                <a:cs typeface="+mn-lt"/>
              </a:defRPr>
            </a:lvl9pPr>
          </a:lstStyle>
          <a:p xmlns:a="http://schemas.openxmlformats.org/drawingml/2006/main"/>
        </p:txBody>
      </p:sp>
    </p:spTree>
  </p:cSld>
</p:sldLayout>
</file>

<file path=ppt/main_figures/Fig13/ppt/slideLayouts/slideLayout5.xml><?xml version="1.0" encoding="utf-8"?>
<p:sldLayout xmlns:p="http://schemas.openxmlformats.org/presentationml/2006/main">
  <p:cSld name="Title and One Column">
    <p:spTree>
      <p:nvGrpSpPr>
        <p:cNvPr id="1" name=""/>
        <p:cNvGrpSpPr/>
        <p:nvPr/>
      </p:nvGrpSpPr>
      <p:grpSpPr>
        <a:xfrm xmlns:a="http://schemas.openxmlformats.org/drawingml/2006/main"/>
      </p:grpSpPr>
      <p:sp>
        <p:nvSpPr>
          <p:cNvPr id="3" name="Title">
            <a:extLst xmlns:a="http://schemas.openxmlformats.org/drawingml/2006/main">
              <a:ext uri="{FF2B5EF4-FFF2-40B4-BE49-F238E27FC236}">
                <a16:creationId xmlns:a16="http://schemas.microsoft.com/office/drawing/2014/main" id="{0AC45CFD-3342-4961-B15B-E47EB4DD8B04}"/>
              </a:ext>
            </a:extLst>
          </p:cNvPr>
          <p:cNvSpPr>
            <a:spLocks xmlns:a="http://schemas.openxmlformats.org/drawingml/2006/main" noGrp="1"/>
          </p:cNvSpPr>
          <p:nvPr>
            <p:ph type="title" idx="0"/>
          </p:nvPr>
        </p:nvSpPr>
        <p:spPr>
          <a:xfrm xmlns:a="http://schemas.openxmlformats.org/drawingml/2006/main">
            <a:off x="771525" y="918633"/>
            <a:ext cx="12172950" cy="14435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3713" b="1">
                <a:solidFill>
                  <a:schemeClr val="tx1"/>
                </a:solidFill>
                <a:latin typeface="+mj-lt"/>
                <a:ea typeface="+mj-lt"/>
                <a:cs typeface="+mj-lt"/>
              </a:defRPr>
            </a:defPPr>
            <a:lvl1pPr marL="0" indent="0" algn="l">
              <a:lnSpc>
                <a:spcPct val="110000"/>
              </a:lnSpc>
              <a:spcBef>
                <a:spcPts val="0"/>
              </a:spcBef>
              <a:spcAft>
                <a:spcPts val="0"/>
              </a:spcAft>
              <a:buNone/>
              <a:defRPr sz="3713" b="1">
                <a:solidFill>
                  <a:schemeClr val="tx1"/>
                </a:solidFill>
                <a:latin typeface="+mj-lt"/>
                <a:ea typeface="+mj-lt"/>
                <a:cs typeface="+mj-lt"/>
              </a:defRPr>
            </a:lvl1pPr>
            <a:lvl2pPr marL="0" indent="0" algn="l">
              <a:lnSpc>
                <a:spcPct val="110000"/>
              </a:lnSpc>
              <a:spcBef>
                <a:spcPts val="0"/>
              </a:spcBef>
              <a:spcAft>
                <a:spcPts val="0"/>
              </a:spcAft>
              <a:buNone/>
              <a:defRPr sz="3713" b="1">
                <a:solidFill>
                  <a:schemeClr val="tx1"/>
                </a:solidFill>
                <a:latin typeface="+mj-lt"/>
                <a:ea typeface="+mj-lt"/>
                <a:cs typeface="+mj-lt"/>
              </a:defRPr>
            </a:lvl2pPr>
            <a:lvl3pPr marL="0" indent="0" algn="l">
              <a:lnSpc>
                <a:spcPct val="110000"/>
              </a:lnSpc>
              <a:spcBef>
                <a:spcPts val="0"/>
              </a:spcBef>
              <a:spcAft>
                <a:spcPts val="0"/>
              </a:spcAft>
              <a:buNone/>
              <a:defRPr sz="3713" b="1">
                <a:solidFill>
                  <a:schemeClr val="tx1"/>
                </a:solidFill>
                <a:latin typeface="+mj-lt"/>
                <a:ea typeface="+mj-lt"/>
                <a:cs typeface="+mj-lt"/>
              </a:defRPr>
            </a:lvl3pPr>
            <a:lvl4pPr marL="0" indent="0" algn="l">
              <a:lnSpc>
                <a:spcPct val="110000"/>
              </a:lnSpc>
              <a:spcBef>
                <a:spcPts val="0"/>
              </a:spcBef>
              <a:spcAft>
                <a:spcPts val="0"/>
              </a:spcAft>
              <a:buNone/>
              <a:defRPr sz="3713" b="1">
                <a:solidFill>
                  <a:schemeClr val="tx1"/>
                </a:solidFill>
                <a:latin typeface="+mj-lt"/>
                <a:ea typeface="+mj-lt"/>
                <a:cs typeface="+mj-lt"/>
              </a:defRPr>
            </a:lvl4pPr>
            <a:lvl5pPr marL="0" indent="0" algn="l">
              <a:lnSpc>
                <a:spcPct val="110000"/>
              </a:lnSpc>
              <a:spcBef>
                <a:spcPts val="0"/>
              </a:spcBef>
              <a:spcAft>
                <a:spcPts val="0"/>
              </a:spcAft>
              <a:buNone/>
              <a:defRPr sz="3713" b="1">
                <a:solidFill>
                  <a:schemeClr val="tx1"/>
                </a:solidFill>
                <a:latin typeface="+mj-lt"/>
                <a:ea typeface="+mj-lt"/>
                <a:cs typeface="+mj-lt"/>
              </a:defRPr>
            </a:lvl5pPr>
            <a:lvl6pPr marL="0" indent="0" algn="l">
              <a:lnSpc>
                <a:spcPct val="110000"/>
              </a:lnSpc>
              <a:spcBef>
                <a:spcPts val="0"/>
              </a:spcBef>
              <a:spcAft>
                <a:spcPts val="0"/>
              </a:spcAft>
              <a:buNone/>
              <a:defRPr sz="3713" b="1">
                <a:solidFill>
                  <a:schemeClr val="tx1"/>
                </a:solidFill>
                <a:latin typeface="+mj-lt"/>
                <a:ea typeface="+mj-lt"/>
                <a:cs typeface="+mj-lt"/>
              </a:defRPr>
            </a:lvl6pPr>
            <a:lvl7pPr marL="0" indent="0" algn="l">
              <a:lnSpc>
                <a:spcPct val="110000"/>
              </a:lnSpc>
              <a:spcBef>
                <a:spcPts val="0"/>
              </a:spcBef>
              <a:spcAft>
                <a:spcPts val="0"/>
              </a:spcAft>
              <a:buNone/>
              <a:defRPr sz="3713" b="1">
                <a:solidFill>
                  <a:schemeClr val="tx1"/>
                </a:solidFill>
                <a:latin typeface="+mj-lt"/>
                <a:ea typeface="+mj-lt"/>
                <a:cs typeface="+mj-lt"/>
              </a:defRPr>
            </a:lvl7pPr>
            <a:lvl8pPr marL="0" indent="0" algn="l">
              <a:lnSpc>
                <a:spcPct val="110000"/>
              </a:lnSpc>
              <a:spcBef>
                <a:spcPts val="0"/>
              </a:spcBef>
              <a:spcAft>
                <a:spcPts val="0"/>
              </a:spcAft>
              <a:buNone/>
              <a:defRPr sz="3713" b="1">
                <a:solidFill>
                  <a:schemeClr val="tx1"/>
                </a:solidFill>
                <a:latin typeface="+mj-lt"/>
                <a:ea typeface="+mj-lt"/>
                <a:cs typeface="+mj-lt"/>
              </a:defRPr>
            </a:lvl8pPr>
            <a:lvl9pPr marL="0" indent="0" algn="l">
              <a:lnSpc>
                <a:spcPct val="110000"/>
              </a:lnSpc>
              <a:spcBef>
                <a:spcPts val="0"/>
              </a:spcBef>
              <a:spcAft>
                <a:spcPts val="0"/>
              </a:spcAft>
              <a:buNone/>
              <a:defRPr sz="3713" b="1">
                <a:solidFill>
                  <a:schemeClr val="tx1"/>
                </a:solidFill>
                <a:latin typeface="+mj-lt"/>
                <a:ea typeface="+mj-lt"/>
                <a:cs typeface="+mj-lt"/>
              </a:defRPr>
            </a:lvl9pPr>
          </a:lstStyle>
          <a:p xmlns:a="http://schemas.openxmlformats.org/drawingml/2006/main"/>
        </p:txBody>
      </p:sp>
      <p:sp>
        <p:nvSpPr>
          <p:cNvPr id="2" name="Left column">
            <a:extLst xmlns:a="http://schemas.openxmlformats.org/drawingml/2006/main">
              <a:ext uri="{FF2B5EF4-FFF2-40B4-BE49-F238E27FC236}">
                <a16:creationId xmlns:a16="http://schemas.microsoft.com/office/drawing/2014/main" id="{705A4B35-1909-45FE-B86B-B575CE6B3A82}"/>
              </a:ext>
            </a:extLst>
          </p:cNvPr>
          <p:cNvSpPr>
            <a:spLocks xmlns:a="http://schemas.openxmlformats.org/drawingml/2006/main" noGrp="1"/>
          </p:cNvSpPr>
          <p:nvPr>
            <p:ph type="body" idx="1"/>
          </p:nvPr>
        </p:nvSpPr>
        <p:spPr>
          <a:xfrm xmlns:a="http://schemas.openxmlformats.org/drawingml/2006/main">
            <a:off x="771525" y="3280833"/>
            <a:ext cx="5657850" cy="73490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531" b="0">
                <a:solidFill>
                  <a:schemeClr val="tx1"/>
                </a:solidFill>
                <a:latin typeface="+mn-lt"/>
                <a:ea typeface="+mn-lt"/>
                <a:cs typeface="+mn-lt"/>
              </a:defRPr>
            </a:defPPr>
            <a:lvl1pPr marL="257175" indent="-257175" algn="l">
              <a:lnSpc>
                <a:spcPct val="110000"/>
              </a:lnSpc>
              <a:spcBef>
                <a:spcPts val="0"/>
              </a:spcBef>
              <a:spcAft>
                <a:spcPts val="1350"/>
              </a:spcAft>
              <a:buChar char="•"/>
              <a:defRPr sz="2531" b="0">
                <a:solidFill>
                  <a:schemeClr val="tx1"/>
                </a:solidFill>
                <a:latin typeface="+mn-lt"/>
                <a:ea typeface="+mn-lt"/>
                <a:cs typeface="+mn-lt"/>
              </a:defRPr>
            </a:lvl1pPr>
            <a:lvl2pPr marL="600075" indent="-257175" algn="l">
              <a:lnSpc>
                <a:spcPct val="110000"/>
              </a:lnSpc>
              <a:spcBef>
                <a:spcPts val="0"/>
              </a:spcBef>
              <a:spcAft>
                <a:spcPts val="1350"/>
              </a:spcAft>
              <a:buChar char="•"/>
              <a:defRPr sz="2531" b="0">
                <a:solidFill>
                  <a:schemeClr val="tx1"/>
                </a:solidFill>
                <a:latin typeface="+mn-lt"/>
                <a:ea typeface="+mn-lt"/>
                <a:cs typeface="+mn-lt"/>
              </a:defRPr>
            </a:lvl2pPr>
            <a:lvl3pPr marL="942975" indent="-257175" algn="l">
              <a:lnSpc>
                <a:spcPct val="110000"/>
              </a:lnSpc>
              <a:spcBef>
                <a:spcPts val="0"/>
              </a:spcBef>
              <a:spcAft>
                <a:spcPts val="1350"/>
              </a:spcAft>
              <a:buChar char="•"/>
              <a:defRPr sz="2531" b="0">
                <a:solidFill>
                  <a:schemeClr val="tx1"/>
                </a:solidFill>
                <a:latin typeface="+mn-lt"/>
                <a:ea typeface="+mn-lt"/>
                <a:cs typeface="+mn-lt"/>
              </a:defRPr>
            </a:lvl3pPr>
            <a:lvl4pPr marL="1285875" indent="-257175" algn="l">
              <a:lnSpc>
                <a:spcPct val="110000"/>
              </a:lnSpc>
              <a:spcBef>
                <a:spcPts val="0"/>
              </a:spcBef>
              <a:spcAft>
                <a:spcPts val="1350"/>
              </a:spcAft>
              <a:buChar char="•"/>
              <a:defRPr sz="2531" b="0">
                <a:solidFill>
                  <a:schemeClr val="tx1"/>
                </a:solidFill>
                <a:latin typeface="+mn-lt"/>
                <a:ea typeface="+mn-lt"/>
                <a:cs typeface="+mn-lt"/>
              </a:defRPr>
            </a:lvl4pPr>
            <a:lvl5pPr marL="1628775" indent="-257175" algn="l">
              <a:lnSpc>
                <a:spcPct val="110000"/>
              </a:lnSpc>
              <a:spcBef>
                <a:spcPts val="0"/>
              </a:spcBef>
              <a:spcAft>
                <a:spcPts val="1350"/>
              </a:spcAft>
              <a:buChar char="•"/>
              <a:defRPr sz="2531" b="0">
                <a:solidFill>
                  <a:schemeClr val="tx1"/>
                </a:solidFill>
                <a:latin typeface="+mn-lt"/>
                <a:ea typeface="+mn-lt"/>
                <a:cs typeface="+mn-lt"/>
              </a:defRPr>
            </a:lvl5pPr>
            <a:lvl6pPr marL="1971675" indent="-257175" algn="l">
              <a:lnSpc>
                <a:spcPct val="110000"/>
              </a:lnSpc>
              <a:spcBef>
                <a:spcPts val="0"/>
              </a:spcBef>
              <a:spcAft>
                <a:spcPts val="1350"/>
              </a:spcAft>
              <a:buChar char="•"/>
              <a:defRPr sz="2531" b="0">
                <a:solidFill>
                  <a:schemeClr val="tx1"/>
                </a:solidFill>
                <a:latin typeface="+mn-lt"/>
                <a:ea typeface="+mn-lt"/>
                <a:cs typeface="+mn-lt"/>
              </a:defRPr>
            </a:lvl6pPr>
            <a:lvl7pPr marL="2314575" indent="-257175" algn="l">
              <a:lnSpc>
                <a:spcPct val="110000"/>
              </a:lnSpc>
              <a:spcBef>
                <a:spcPts val="0"/>
              </a:spcBef>
              <a:spcAft>
                <a:spcPts val="1350"/>
              </a:spcAft>
              <a:buChar char="•"/>
              <a:defRPr sz="2531" b="0">
                <a:solidFill>
                  <a:schemeClr val="tx1"/>
                </a:solidFill>
                <a:latin typeface="+mn-lt"/>
                <a:ea typeface="+mn-lt"/>
                <a:cs typeface="+mn-lt"/>
              </a:defRPr>
            </a:lvl7pPr>
            <a:lvl8pPr marL="2657475" indent="-257175" algn="l">
              <a:lnSpc>
                <a:spcPct val="110000"/>
              </a:lnSpc>
              <a:spcBef>
                <a:spcPts val="0"/>
              </a:spcBef>
              <a:spcAft>
                <a:spcPts val="1350"/>
              </a:spcAft>
              <a:buChar char="•"/>
              <a:defRPr sz="2531" b="0">
                <a:solidFill>
                  <a:schemeClr val="tx1"/>
                </a:solidFill>
                <a:latin typeface="+mn-lt"/>
                <a:ea typeface="+mn-lt"/>
                <a:cs typeface="+mn-lt"/>
              </a:defRPr>
            </a:lvl8pPr>
            <a:lvl9pPr marL="3000375" indent="-257175" algn="l">
              <a:lnSpc>
                <a:spcPct val="110000"/>
              </a:lnSpc>
              <a:spcBef>
                <a:spcPts val="0"/>
              </a:spcBef>
              <a:spcAft>
                <a:spcPts val="1350"/>
              </a:spcAft>
              <a:buChar char="•"/>
              <a:defRPr sz="2531" b="0">
                <a:solidFill>
                  <a:schemeClr val="tx1"/>
                </a:solidFill>
                <a:latin typeface="+mn-lt"/>
                <a:ea typeface="+mn-lt"/>
                <a:cs typeface="+mn-lt"/>
              </a:defRPr>
            </a:lvl9pPr>
          </a:lstStyle>
          <a:p xmlns:a="http://schemas.openxmlformats.org/drawingml/2006/main"/>
        </p:txBody>
      </p:sp>
    </p:spTree>
  </p:cSld>
</p:sldLayout>
</file>

<file path=ppt/main_figures/Fig13/ppt/slideLayouts/slideLayout6.xml><?xml version="1.0" encoding="utf-8"?>
<p:sldLayout xmlns:p="http://schemas.openxmlformats.org/presentationml/2006/main" type="blank">
  <p:cSld name="Blank">
    <p:spTree>
      <p:nvGrpSpPr>
        <p:cNvPr id="1" name=""/>
        <p:cNvGrpSpPr/>
        <p:nvPr/>
      </p:nvGrpSpPr>
      <p:grpSpPr>
        <a:xfrm xmlns:a="http://schemas.openxmlformats.org/drawingml/2006/main"/>
      </p:grpSpPr>
    </p:spTree>
  </p:cSld>
</p:sldLayout>
</file>

<file path=ppt/main_figures/Fig13/ppt/slideMasters/_rels/slideMaster1.xml.rels><?xml version='1.0' encoding='utf-8'?>
<Relationships xmlns="http://schemas.openxmlformats.org/package/2006/relationships"><Relationship Type="http://schemas.openxmlformats.org/officeDocument/2006/relationships/theme" Target="/ppt/main_figures/Fig13/ppt/slideMasters/theme/theme2.xml" Id="R7a96932504124aca" /><Relationship Type="http://schemas.openxmlformats.org/officeDocument/2006/relationships/slideLayout" Target="/ppt/main_figures/Fig13/ppt/slideLayouts/slideLayout1.xml" Id="R1d5351dd86ce47e8" /><Relationship Type="http://schemas.openxmlformats.org/officeDocument/2006/relationships/slideLayout" Target="/ppt/main_figures/Fig13/ppt/slideLayouts/slideLayout2.xml" Id="R96dc863de0f94c51" /><Relationship Type="http://schemas.openxmlformats.org/officeDocument/2006/relationships/slideLayout" Target="/ppt/main_figures/Fig13/ppt/slideLayouts/slideLayout3.xml" Id="Rf5fd78af90034955" /><Relationship Type="http://schemas.openxmlformats.org/officeDocument/2006/relationships/slideLayout" Target="/ppt/main_figures/Fig13/ppt/slideLayouts/slideLayout4.xml" Id="R5254cd882d834363" /><Relationship Type="http://schemas.openxmlformats.org/officeDocument/2006/relationships/slideLayout" Target="/ppt/main_figures/Fig13/ppt/slideLayouts/slideLayout5.xml" Id="Re193449dd069465d" /><Relationship Type="http://schemas.openxmlformats.org/officeDocument/2006/relationships/slideLayout" Target="/ppt/main_figures/Fig13/ppt/slideLayouts/slideLayout6.xml" Id="R4cf6197a09754f9f" /></Relationships>
</file>

<file path=ppt/main_figures/Fig13/ppt/slideMasters/slideMaster1.xml><?xml version="1.0" encoding="utf-8"?>
<p:sldMaster xmlns:p="http://schemas.openxmlformats.org/presentationml/2006/main">
  <p:cSld name="Master">
    <p:bg>
      <p:bgRef idx="1001">
        <a:schemeClr xmlns:a="http://schemas.openxmlformats.org/drawingml/2006/main" val="bg1"/>
      </p:bgRef>
    </p:bg>
    <p:spTree>
      <p:nvGrpSpPr>
        <p:cNvPr id="1" name=""/>
        <p:cNvGrpSpPr/>
        <p:nvPr/>
      </p:nvGrpSpPr>
      <p:grpSpPr>
        <a:xfrm xmlns:a="http://schemas.openxmlformats.org/drawingml/2006/main"/>
      </p:grpSpPr>
    </p:spTree>
  </p:cSld>
  <p:clrMap bg1="lt1" tx1="dk1" bg2="lt2" tx2="dk2" accent1="accent1" accent2="accent2" accent3="accent3" accent4="accent4" accent5="accent5" accent6="accent6" hlink="hlink" folHlink="folHlink"/>
  <p:sldLayoutIdLst>
    <p:sldLayoutId xmlns:r="http://schemas.openxmlformats.org/officeDocument/2006/relationships" id="2147483649" r:id="R1d5351dd86ce47e8"/>
    <p:sldLayoutId xmlns:r="http://schemas.openxmlformats.org/officeDocument/2006/relationships" id="2147483650" r:id="R96dc863de0f94c51"/>
    <p:sldLayoutId xmlns:r="http://schemas.openxmlformats.org/officeDocument/2006/relationships" id="2147483651" r:id="Rf5fd78af90034955"/>
    <p:sldLayoutId xmlns:r="http://schemas.openxmlformats.org/officeDocument/2006/relationships" id="2147483652" r:id="R5254cd882d834363"/>
    <p:sldLayoutId xmlns:r="http://schemas.openxmlformats.org/officeDocument/2006/relationships" id="2147483653" r:id="Re193449dd069465d"/>
    <p:sldLayoutId xmlns:r="http://schemas.openxmlformats.org/officeDocument/2006/relationships" id="2147483654" r:id="R4cf6197a09754f9f"/>
  </p:sldLayoutIdLst>
  <p:txStyles>
    <p:titleStyle>
      <a:lvl1pPr xmlns:a="http://schemas.openxmlformats.org/drawingml/2006/main" algn="l">
        <a:lnSpc>
          <a:spcPct val="90000"/>
        </a:lnSpc>
        <a:spcBef>
          <a:spcPts val="0"/>
        </a:spcBef>
        <a:buNone/>
        <a:defRPr sz="4400">
          <a:solidFill>
            <a:schemeClr val="tx1"/>
          </a:solidFill>
          <a:latin typeface="+mj-lt"/>
          <a:ea typeface="+mj-lt"/>
          <a:cs typeface="+mj-lt"/>
        </a:defRPr>
      </a:lvl1pPr>
    </p:titleStyle>
    <p:bodyStyle>
      <a:lvl1pPr xmlns:a="http://schemas.openxmlformats.org/drawingml/2006/main" marL="228600" indent="-228600" algn="l">
        <a:lnSpc>
          <a:spcPct val="90000"/>
        </a:lnSpc>
        <a:spcBef>
          <a:spcPts val="1000"/>
        </a:spcBef>
        <a:buChar char="•"/>
        <a:defRPr sz="2800">
          <a:solidFill>
            <a:schemeClr val="tx1"/>
          </a:solidFill>
          <a:latin typeface="+mn-lt"/>
          <a:ea typeface="+mn-lt"/>
          <a:cs typeface="+mn-lt"/>
        </a:defRPr>
      </a:lvl1pPr>
      <a:lvl2pPr xmlns:a="http://schemas.openxmlformats.org/drawingml/2006/main" marL="685800" indent="-228600" algn="l">
        <a:lnSpc>
          <a:spcPct val="90000"/>
        </a:lnSpc>
        <a:spcBef>
          <a:spcPts val="500"/>
        </a:spcBef>
        <a:buChar char="•"/>
        <a:defRPr sz="2400">
          <a:solidFill>
            <a:schemeClr val="tx1"/>
          </a:solidFill>
          <a:latin typeface="+mn-lt"/>
          <a:ea typeface="+mn-lt"/>
          <a:cs typeface="+mn-lt"/>
        </a:defRPr>
      </a:lvl2pPr>
      <a:lvl3pPr xmlns:a="http://schemas.openxmlformats.org/drawingml/2006/main" marL="1143000" indent="-228600" algn="l">
        <a:lnSpc>
          <a:spcPct val="90000"/>
        </a:lnSpc>
        <a:spcBef>
          <a:spcPts val="500"/>
        </a:spcBef>
        <a:buChar char="•"/>
        <a:defRPr sz="2000">
          <a:solidFill>
            <a:schemeClr val="tx1"/>
          </a:solidFill>
          <a:latin typeface="+mn-lt"/>
          <a:ea typeface="+mn-lt"/>
          <a:cs typeface="+mn-lt"/>
        </a:defRPr>
      </a:lvl3pPr>
      <a:lvl4pPr xmlns:a="http://schemas.openxmlformats.org/drawingml/2006/main" marL="1600200" indent="-228600" algn="l">
        <a:lnSpc>
          <a:spcPct val="90000"/>
        </a:lnSpc>
        <a:spcBef>
          <a:spcPts val="500"/>
        </a:spcBef>
        <a:buChar char="•"/>
        <a:defRPr sz="1800">
          <a:solidFill>
            <a:schemeClr val="tx1"/>
          </a:solidFill>
          <a:latin typeface="+mn-lt"/>
          <a:ea typeface="+mn-lt"/>
          <a:cs typeface="+mn-lt"/>
        </a:defRPr>
      </a:lvl4pPr>
      <a:lvl5pPr xmlns:a="http://schemas.openxmlformats.org/drawingml/2006/main" marL="2057400" indent="-228600" algn="l">
        <a:lnSpc>
          <a:spcPct val="90000"/>
        </a:lnSpc>
        <a:spcBef>
          <a:spcPts val="500"/>
        </a:spcBef>
        <a:buChar char="•"/>
        <a:defRPr sz="1800">
          <a:solidFill>
            <a:schemeClr val="tx1"/>
          </a:solidFill>
          <a:latin typeface="+mn-lt"/>
          <a:ea typeface="+mn-lt"/>
          <a:cs typeface="+mn-lt"/>
        </a:defRPr>
      </a:lvl5pPr>
      <a:lvl6pPr xmlns:a="http://schemas.openxmlformats.org/drawingml/2006/main" marL="2514600" indent="-228600" algn="l">
        <a:lnSpc>
          <a:spcPct val="90000"/>
        </a:lnSpc>
        <a:spcBef>
          <a:spcPts val="500"/>
        </a:spcBef>
        <a:buChar char="•"/>
        <a:defRPr sz="1800">
          <a:solidFill>
            <a:schemeClr val="tx1"/>
          </a:solidFill>
          <a:latin typeface="+mn-lt"/>
          <a:ea typeface="+mn-lt"/>
          <a:cs typeface="+mn-lt"/>
        </a:defRPr>
      </a:lvl6pPr>
      <a:lvl7pPr xmlns:a="http://schemas.openxmlformats.org/drawingml/2006/main" marL="2971800" indent="-228600" algn="l">
        <a:lnSpc>
          <a:spcPct val="90000"/>
        </a:lnSpc>
        <a:spcBef>
          <a:spcPts val="500"/>
        </a:spcBef>
        <a:buChar char="•"/>
        <a:defRPr sz="1800">
          <a:solidFill>
            <a:schemeClr val="tx1"/>
          </a:solidFill>
          <a:latin typeface="+mn-lt"/>
          <a:ea typeface="+mn-lt"/>
          <a:cs typeface="+mn-lt"/>
        </a:defRPr>
      </a:lvl7pPr>
      <a:lvl8pPr xmlns:a="http://schemas.openxmlformats.org/drawingml/2006/main" marL="3429000" indent="-228600" algn="l">
        <a:lnSpc>
          <a:spcPct val="90000"/>
        </a:lnSpc>
        <a:spcBef>
          <a:spcPts val="500"/>
        </a:spcBef>
        <a:buChar char="•"/>
        <a:defRPr sz="1800">
          <a:solidFill>
            <a:schemeClr val="tx1"/>
          </a:solidFill>
          <a:latin typeface="+mn-lt"/>
          <a:ea typeface="+mn-lt"/>
          <a:cs typeface="+mn-lt"/>
        </a:defRPr>
      </a:lvl8pPr>
      <a:lvl9pPr xmlns:a="http://schemas.openxmlformats.org/drawingml/2006/main" marL="3886200" indent="-228600" algn="l">
        <a:lnSpc>
          <a:spcPct val="90000"/>
        </a:lnSpc>
        <a:spcBef>
          <a:spcPts val="500"/>
        </a:spcBef>
        <a:buChar char="•"/>
        <a:defRPr sz="1800">
          <a:solidFill>
            <a:schemeClr val="tx1"/>
          </a:solidFill>
          <a:latin typeface="+mn-lt"/>
          <a:ea typeface="+mn-lt"/>
          <a:cs typeface="+mn-lt"/>
        </a:defRPr>
      </a:lvl9pPr>
    </p:bodyStyle>
    <p:otherStyle>
      <a:lvl1pPr xmlns:a="http://schemas.openxmlformats.org/drawingml/2006/main" marL="0" algn="l">
        <a:buNone/>
        <a:defRPr sz="1800">
          <a:solidFill>
            <a:schemeClr val="tx1"/>
          </a:solidFill>
          <a:latin typeface="+mn-lt"/>
          <a:ea typeface="+mn-lt"/>
          <a:cs typeface="+mn-lt"/>
        </a:defRPr>
      </a:lvl1pPr>
      <a:lvl2pPr xmlns:a="http://schemas.openxmlformats.org/drawingml/2006/main" marL="457200" algn="l">
        <a:buNone/>
        <a:defRPr sz="1800">
          <a:solidFill>
            <a:schemeClr val="tx1"/>
          </a:solidFill>
          <a:latin typeface="+mn-lt"/>
          <a:ea typeface="+mn-lt"/>
          <a:cs typeface="+mn-lt"/>
        </a:defRPr>
      </a:lvl2pPr>
      <a:lvl3pPr xmlns:a="http://schemas.openxmlformats.org/drawingml/2006/main" marL="914400" algn="l">
        <a:buNone/>
        <a:defRPr sz="1800">
          <a:solidFill>
            <a:schemeClr val="tx1"/>
          </a:solidFill>
          <a:latin typeface="+mn-lt"/>
          <a:ea typeface="+mn-lt"/>
          <a:cs typeface="+mn-lt"/>
        </a:defRPr>
      </a:lvl3pPr>
      <a:lvl4pPr xmlns:a="http://schemas.openxmlformats.org/drawingml/2006/main" marL="1371600" algn="l">
        <a:buNone/>
        <a:defRPr sz="1800">
          <a:solidFill>
            <a:schemeClr val="tx1"/>
          </a:solidFill>
          <a:latin typeface="+mn-lt"/>
          <a:ea typeface="+mn-lt"/>
          <a:cs typeface="+mn-lt"/>
        </a:defRPr>
      </a:lvl4pPr>
      <a:lvl5pPr xmlns:a="http://schemas.openxmlformats.org/drawingml/2006/main" marL="1828800" algn="l">
        <a:buNone/>
        <a:defRPr sz="1800">
          <a:solidFill>
            <a:schemeClr val="tx1"/>
          </a:solidFill>
          <a:latin typeface="+mn-lt"/>
          <a:ea typeface="+mn-lt"/>
          <a:cs typeface="+mn-lt"/>
        </a:defRPr>
      </a:lvl5pPr>
      <a:lvl6pPr xmlns:a="http://schemas.openxmlformats.org/drawingml/2006/main" marL="2286000" algn="l">
        <a:buNone/>
        <a:defRPr sz="1800">
          <a:solidFill>
            <a:schemeClr val="tx1"/>
          </a:solidFill>
          <a:latin typeface="+mn-lt"/>
          <a:ea typeface="+mn-lt"/>
          <a:cs typeface="+mn-lt"/>
        </a:defRPr>
      </a:lvl6pPr>
      <a:lvl7pPr xmlns:a="http://schemas.openxmlformats.org/drawingml/2006/main" marL="2743200" algn="l">
        <a:buNone/>
        <a:defRPr sz="1800">
          <a:solidFill>
            <a:schemeClr val="tx1"/>
          </a:solidFill>
          <a:latin typeface="+mn-lt"/>
          <a:ea typeface="+mn-lt"/>
          <a:cs typeface="+mn-lt"/>
        </a:defRPr>
      </a:lvl7pPr>
      <a:lvl8pPr xmlns:a="http://schemas.openxmlformats.org/drawingml/2006/main" marL="3200400" algn="l">
        <a:buNone/>
        <a:defRPr sz="1800">
          <a:solidFill>
            <a:schemeClr val="tx1"/>
          </a:solidFill>
          <a:latin typeface="+mn-lt"/>
          <a:ea typeface="+mn-lt"/>
          <a:cs typeface="+mn-lt"/>
        </a:defRPr>
      </a:lvl8pPr>
      <a:lvl9pPr xmlns:a="http://schemas.openxmlformats.org/drawingml/2006/main" marL="3657600" algn="l">
        <a:buNone/>
        <a:defRPr sz="1800">
          <a:solidFill>
            <a:schemeClr val="tx1"/>
          </a:solidFill>
          <a:latin typeface="+mn-lt"/>
          <a:ea typeface="+mn-lt"/>
          <a:cs typeface="+mn-lt"/>
        </a:defRPr>
      </a:lvl9pPr>
    </p:otherStyle>
  </p:txStyles>
</p:sldMaster>
</file>

<file path=ppt/main_figures/Fig13/ppt/slideMasters/theme/theme2.xml><?xml version="1.0" encoding="utf-8"?>
<a:theme xmlns:a="http://schemas.openxmlformats.org/drawingml/2006/main" name="ChatGPT">
  <a:themeElements>
    <a:clrScheme name="ChatGPT">
      <a:dk1>
        <a:srgbClr val="000000"/>
      </a:dk1>
      <a:lt1>
        <a:srgbClr val="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
      <a:majorFont>
        <a:latin typeface="Aptos"/>
        <a:ea typeface=""/>
        <a:cs typeface=""/>
      </a:majorFont>
      <a:minorFont>
        <a:latin typeface="Aptos"/>
        <a:ea typeface=""/>
        <a:cs typeface=""/>
      </a:minorFont>
    </a:fontScheme>
    <a:fmtScheme name="ChatGPT">
      <a:fillStyleLst>
        <a:solidFill>
          <a:schemeClr val="phClr"/>
        </a:solidFill>
        <a:gradFill>
          <a:gsLst>
            <a:gs pos="0">
              <a:schemeClr val="phClr">
                <a:tint val="67000"/>
                <a:lumMod val="110000"/>
                <a:satMod val="105000"/>
              </a:schemeClr>
            </a:gs>
            <a:gs pos="50000">
              <a:schemeClr val="phClr">
                <a:tint val="73000"/>
                <a:lumMod val="105000"/>
                <a:satMod val="103000"/>
              </a:schemeClr>
            </a:gs>
            <a:gs pos="100000">
              <a:schemeClr val="phClr">
                <a:tint val="81000"/>
                <a:lumMod val="105000"/>
                <a:satMod val="109000"/>
              </a:schemeClr>
            </a:gs>
          </a:gsLst>
          <a:lin ang="5400000" scaled="0"/>
        </a:gradFill>
        <a:gradFill>
          <a:gsLst>
            <a:gs pos="0">
              <a:schemeClr val="phClr">
                <a:tint val="94000"/>
                <a:lumMod val="102000"/>
                <a:satMod val="103000"/>
              </a:schemeClr>
            </a:gs>
            <a:gs pos="50000">
              <a:schemeClr val="phClr">
                <a:shade val="100000"/>
                <a:lumMod val="100000"/>
                <a:satMod val="110000"/>
              </a:schemeClr>
            </a:gs>
            <a:gs pos="100000">
              <a:schemeClr val="phClr">
                <a:shade val="78000"/>
                <a:lumMod val="99000"/>
                <a:satMod val="120000"/>
              </a:schemeClr>
            </a:gs>
          </a:gsLst>
          <a:lin ang="5400000" scaled="0"/>
        </a:gradFill>
      </a:fillStyleLst>
      <a:lnStyleLst>
        <a:ln w="12700">
          <a:solidFill>
            <a:schemeClr val="phClr"/>
          </a:solidFill>
          <a:prstDash val="solid"/>
        </a:ln>
        <a:ln w="19050">
          <a:solidFill>
            <a:schemeClr val="phClr"/>
          </a:solidFill>
          <a:prstDash val="solid"/>
        </a:ln>
        <a:ln w="25400">
          <a:solidFill>
            <a:schemeClr val="phClr"/>
          </a:solidFill>
          <a:prstDash val="solid"/>
        </a:ln>
      </a:lnStyleLst>
      <a:effectStyleLst>
        <a:effectStyle>
          <a:effectLst/>
        </a:effectStyle>
        <a:effectStyle>
          <a:effectLst/>
        </a:effectStyle>
        <a:effectStyle>
          <a:effectLst>
            <a:outerShdw blurRad="57150" dist="19050" dir="5400000">
              <a:srgbClr val="000000">
                <a:alpha val="16000"/>
              </a:srgbClr>
            </a:outerShdw>
          </a:effectLst>
        </a:effectStyle>
        <a:effectStyle>
          <a:effectLst>
            <a:outerShdw blurRad="19050" dist="9525" dir="5400000">
              <a:srgbClr val="000000">
                <a:alpha val="6000"/>
              </a:srgbClr>
            </a:outerShdw>
          </a:effectLst>
        </a:effectStyle>
        <a:effectStyle>
          <a:effectLst>
            <a:outerShdw blurRad="28575" dist="9525" dir="5400000">
              <a:srgbClr val="000000">
                <a:alpha val="8000"/>
              </a:srgbClr>
            </a:outerShdw>
          </a:effectLst>
        </a:effectStyle>
        <a:effectStyle>
          <a:effectLst>
            <a:outerShdw blurRad="57150" dist="19050" dir="5400000">
              <a:srgbClr val="000000">
                <a:alpha val="10000"/>
              </a:srgbClr>
            </a:outerShdw>
          </a:effectLst>
        </a:effectStyle>
        <a:effectStyle>
          <a:effectLst>
            <a:outerShdw blurRad="114300" dist="38100" dir="5400000">
              <a:srgbClr val="000000">
                <a:alpha val="12000"/>
              </a:srgbClr>
            </a:outerShdw>
          </a:effectLst>
        </a:effectStyle>
        <a:effectStyle>
          <a:effectLst>
            <a:outerShdw blurRad="171450" dist="57150" dir="5400000">
              <a:srgbClr val="000000">
                <a:alpha val="16000"/>
              </a:srgbClr>
            </a:outerShdw>
          </a:effectLst>
        </a:effectStyle>
        <a:effectStyle>
          <a:effectLst>
            <a:outerShdw blurRad="266700" dist="95250" dir="5400000">
              <a:srgbClr val="000000">
                <a:alpha val="24000"/>
              </a:srgbClr>
            </a:outerShdw>
          </a:effectLst>
        </a:effectStyle>
      </a:effectStyleLst>
      <a:bgFillStyleLst>
        <a:solidFill>
          <a:schemeClr val="phClr"/>
        </a:solidFill>
        <a:solidFill>
          <a:schemeClr val="phClr">
            <a:tint val="95000"/>
            <a:satMod val="170000"/>
          </a:schemeClr>
        </a:solidFill>
        <a:gradFill>
          <a:gsLst>
            <a:gs pos="0">
              <a:schemeClr val="phClr">
                <a:tint val="93000"/>
                <a:shade val="98000"/>
                <a:lumMod val="102000"/>
                <a:satMod val="150000"/>
              </a:schemeClr>
            </a:gs>
            <a:gs pos="50000">
              <a:schemeClr val="phClr">
                <a:tint val="98000"/>
                <a:shade val="90000"/>
                <a:lumMod val="103000"/>
                <a:satMod val="130000"/>
              </a:schemeClr>
            </a:gs>
            <a:gs pos="100000">
              <a:schemeClr val="phClr">
                <a:shade val="63000"/>
                <a:satMod val="120000"/>
              </a:schemeClr>
            </a:gs>
          </a:gsLst>
          <a:lin ang="5400000" scaled="0"/>
        </a:gradFill>
      </a:bgFillStyleLst>
    </a:fmtScheme>
  </a:themeElements>
</a:theme>
</file>

<file path=ppt/main_figures/Fig13/ppt/slides/_rels/slide1.xml.rels><?xml version='1.0' encoding='utf-8'?>
<Relationships xmlns="http://schemas.openxmlformats.org/package/2006/relationships"><Relationship Type="http://schemas.openxmlformats.org/officeDocument/2006/relationships/slideLayout" Target="/ppt/main_figures/Fig13/ppt/slideLayouts/slideLayout6.xml" Id="Rbcb2768a06334c0d" /><Relationship Type="http://schemas.openxmlformats.org/officeDocument/2006/relationships/image" Target="/ppt/main_figures/Fig13/ppt/media/image.png" Id="R634ec7d678d64150" /><Relationship Type="http://schemas.openxmlformats.org/officeDocument/2006/relationships/image" Target="/ppt/main_figures/Fig13/ppt/media/image2.png" Id="R7d9cede297ea44c0" /><Relationship Type="http://schemas.openxmlformats.org/officeDocument/2006/relationships/image" Target="/ppt/main_figures/Fig13/ppt/media/image3.png" Id="R821bd0b9183f4d2f" /><Relationship Type="http://schemas.openxmlformats.org/officeDocument/2006/relationships/image" Target="/ppt/main_figures/Fig13/ppt/media/image4.png" Id="R2c61afc213a34f18" /><Relationship Type="http://schemas.openxmlformats.org/officeDocument/2006/relationships/image" Target="/ppt/main_figures/Fig13/ppt/media/image5.png" Id="R06ef78ef3ca9405c" /><Relationship Type="http://schemas.openxmlformats.org/officeDocument/2006/relationships/image" Target="/ppt/main_figures/Fig13/ppt/media/image6.png" Id="R64553e667f5b4856" /><Relationship Type="http://schemas.openxmlformats.org/officeDocument/2006/relationships/image" Target="/ppt/main_figures/Fig13/ppt/media/image7.png" Id="R76e2683e934a43b2" /><Relationship Type="http://schemas.openxmlformats.org/officeDocument/2006/relationships/image" Target="/ppt/main_figures/Fig13/ppt/media/image8.png" Id="R3e60a96477bc4da4" /><Relationship Type="http://schemas.openxmlformats.org/officeDocument/2006/relationships/image" Target="/ppt/main_figures/Fig13/ppt/media/image9.png" Id="R8eccc4fa42544053" /><Relationship Type="http://schemas.openxmlformats.org/officeDocument/2006/relationships/image" Target="/ppt/main_figures/Fig13/ppt/media/image10.png" Id="Re6a2d988a4c44be7" /><Relationship Type="http://schemas.openxmlformats.org/officeDocument/2006/relationships/image" Target="/ppt/main_figures/Fig13/ppt/media/image11.png" Id="Rdf8176ac84734054" /><Relationship Type="http://schemas.openxmlformats.org/officeDocument/2006/relationships/image" Target="/ppt/main_figures/Fig13/ppt/media/image12.png" Id="R018e3504b5ad4977" /><Relationship Type="http://schemas.openxmlformats.org/officeDocument/2006/relationships/notesSlide" Target="/ppt/main_figures/Fig13/ppt/notesSlides/notesSlide1.xml" Id="R3dfd93d1f5ad4a4d" /></Relationships>
</file>

<file path=ppt/main_figures/Fig13/ppt/slides/slide1.xml><?xml version="1.0" encoding="utf-8"?>
<p:sld xmlns:p="http://schemas.openxmlformats.org/presentationml/2006/main">
  <p:cSld>
    <p:bg>
      <p:bgPr>
        <a:solidFill xmlns:a="http://schemas.openxmlformats.org/drawingml/2006/main">
          <a:srgbClr val="FFFFFF"/>
        </a:solidFill>
      </p:bgPr>
    </p:bg>
    <p:spTree>
      <p:nvGrpSpPr>
        <p:cNvPr id="1" name=""/>
        <p:cNvGrpSpPr/>
        <p:nvPr/>
      </p:nvGrpSpPr>
      <p:grpSpPr>
        <a:xfrm xmlns:a="http://schemas.openxmlformats.org/drawingml/2006/main"/>
      </p:grpSpPr>
      <p:sp>
        <p:nvSpPr>
          <p:cNvPr id="252" name="text_000">
            <a:extLst xmlns:a="http://schemas.openxmlformats.org/drawingml/2006/main">
              <a:ext uri="{FF2B5EF4-FFF2-40B4-BE49-F238E27FC236}">
                <a16:creationId xmlns:a16="http://schemas.microsoft.com/office/drawing/2014/main" id="{D3C55D10-172A-4944-9CEE-FA25D67303C3}"/>
              </a:ext>
            </a:extLst>
          </p:cNvPr>
          <p:cNvSpPr>
            <a:spLocks xmlns:a="http://schemas.openxmlformats.org/drawingml/2006/main" noGrp="1"/>
          </p:cNvSpPr>
          <p:nvPr/>
        </p:nvSpPr>
        <p:spPr>
          <a:xfrm xmlns:a="http://schemas.openxmlformats.org/drawingml/2006/main" rot="0">
            <a:off x="171450" y="38100"/>
            <a:ext cx="12858750" cy="2857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875" b="1">
                <a:solidFill>
                  <a:srgbClr val="000000"/>
                </a:solidFill>
                <a:latin typeface="Arial"/>
                <a:ea typeface="Arial"/>
                <a:cs typeface="Arial"/>
              </a:defRPr>
            </a:defPPr>
            <a:lvl1pPr algn="l">
              <a:defRPr sz="1875" b="1">
                <a:solidFill>
                  <a:srgbClr val="000000"/>
                </a:solidFill>
                <a:latin typeface="Arial"/>
                <a:ea typeface="Arial"/>
                <a:cs typeface="Arial"/>
              </a:defRPr>
            </a:lvl1pPr>
            <a:lvl2pPr algn="l">
              <a:defRPr sz="1875" b="1">
                <a:solidFill>
                  <a:srgbClr val="000000"/>
                </a:solidFill>
                <a:latin typeface="Arial"/>
                <a:ea typeface="Arial"/>
                <a:cs typeface="Arial"/>
              </a:defRPr>
            </a:lvl2pPr>
            <a:lvl3pPr algn="l">
              <a:defRPr sz="1875" b="1">
                <a:solidFill>
                  <a:srgbClr val="000000"/>
                </a:solidFill>
                <a:latin typeface="Arial"/>
                <a:ea typeface="Arial"/>
                <a:cs typeface="Arial"/>
              </a:defRPr>
            </a:lvl3pPr>
            <a:lvl4pPr algn="l">
              <a:defRPr sz="1875" b="1">
                <a:solidFill>
                  <a:srgbClr val="000000"/>
                </a:solidFill>
                <a:latin typeface="Arial"/>
                <a:ea typeface="Arial"/>
                <a:cs typeface="Arial"/>
              </a:defRPr>
            </a:lvl4pPr>
            <a:lvl5pPr algn="l">
              <a:defRPr sz="1875" b="1">
                <a:solidFill>
                  <a:srgbClr val="000000"/>
                </a:solidFill>
                <a:latin typeface="Arial"/>
                <a:ea typeface="Arial"/>
                <a:cs typeface="Arial"/>
              </a:defRPr>
            </a:lvl5pPr>
            <a:lvl6pPr algn="l">
              <a:defRPr sz="1875" b="1">
                <a:solidFill>
                  <a:srgbClr val="000000"/>
                </a:solidFill>
                <a:latin typeface="Arial"/>
                <a:ea typeface="Arial"/>
                <a:cs typeface="Arial"/>
              </a:defRPr>
            </a:lvl6pPr>
            <a:lvl7pPr algn="l">
              <a:defRPr sz="1875" b="1">
                <a:solidFill>
                  <a:srgbClr val="000000"/>
                </a:solidFill>
                <a:latin typeface="Arial"/>
                <a:ea typeface="Arial"/>
                <a:cs typeface="Arial"/>
              </a:defRPr>
            </a:lvl7pPr>
            <a:lvl8pPr algn="l">
              <a:defRPr sz="1875" b="1">
                <a:solidFill>
                  <a:srgbClr val="000000"/>
                </a:solidFill>
                <a:latin typeface="Arial"/>
                <a:ea typeface="Arial"/>
                <a:cs typeface="Arial"/>
              </a:defRPr>
            </a:lvl8pPr>
            <a:lvl9pPr algn="l">
              <a:defRPr sz="1875" b="1">
                <a:solidFill>
                  <a:srgbClr val="000000"/>
                </a:solidFill>
                <a:latin typeface="Arial"/>
                <a:ea typeface="Arial"/>
                <a:cs typeface="Arial"/>
              </a:defRPr>
            </a:lvl9pPr>
          </a:lstStyle>
          <a:p xmlns:a="http://schemas.openxmlformats.org/drawingml/2006/main">
            <a:pPr algn="l">
              <a:defRPr sz="1875" b="1">
                <a:solidFill>
                  <a:srgbClr val="000000"/>
                </a:solidFill>
                <a:latin typeface="Arial"/>
                <a:ea typeface="Arial"/>
                <a:cs typeface="Arial"/>
              </a:defRPr>
            </a:pPr>
            <a:r>
              <a:rPr sz="1875" b="1">
                <a:solidFill>
                  <a:srgbClr val="000000"/>
                </a:solidFill>
                <a:latin typeface="Arial"/>
                <a:ea typeface="Arial"/>
                <a:cs typeface="Arial"/>
              </a:rPr>
              <a:t>(a) PM2.5 in 2000: complete RG-MTM-R20 map</a:t>
            </a:r>
          </a:p>
        </p:txBody>
      </p:sp>
      <p:pic>
        <p:nvPicPr>
          <p:cNvPr id="2" name="">
            <a:extLst xmlns:a="http://schemas.openxmlformats.org/drawingml/2006/main">
              <a:ext uri="{FF2B5EF4-FFF2-40B4-BE49-F238E27FC236}">
                <a16:creationId xmlns:a16="http://schemas.microsoft.com/office/drawing/2014/main" id="{BE85BE09-3862-4560-88BE-14452D2F92E6}"/>
              </a:ext>
            </a:extLst>
          </p:cNvPr>
          <p:cNvPicPr>
            <a:picLocks xmlns:a="http://schemas.openxmlformats.org/drawingml/2006/main" noChangeAspect="1"/>
          </p:cNvPicPr>
          <p:nvPr/>
        </p:nvPicPr>
        <p:blipFill>
          <a:blip xmlns:r="http://schemas.openxmlformats.org/officeDocument/2006/relationships" xmlns:a="http://schemas.openxmlformats.org/drawingml/2006/main" r:embed="R634ec7d678d64150"/>
          <a:stretch xmlns:a="http://schemas.openxmlformats.org/drawingml/2006/main"/>
        </p:blipFill>
        <p:spPr>
          <a:xfrm xmlns:a="http://schemas.openxmlformats.org/drawingml/2006/main">
            <a:off x="762000" y="409579"/>
            <a:ext cx="12192000" cy="1381117"/>
          </a:xfrm>
          <a:prstGeom xmlns:a="http://schemas.openxmlformats.org/drawingml/2006/main" prst="rect">
            <a:avLst/>
          </a:prstGeom>
        </p:spPr>
      </p:pic>
      <p:sp>
        <p:nvSpPr>
          <p:cNvPr id="3" name="line_002">
            <a:extLst xmlns:a="http://schemas.openxmlformats.org/drawingml/2006/main">
              <a:ext uri="{FF2B5EF4-FFF2-40B4-BE49-F238E27FC236}">
                <a16:creationId xmlns:a16="http://schemas.microsoft.com/office/drawing/2014/main" id="{9CD5E512-883C-425A-A50B-3BDD7DAD9698}"/>
              </a:ext>
            </a:extLst>
          </p:cNvPr>
          <p:cNvSpPr>
            <a:spLocks xmlns:a="http://schemas.openxmlformats.org/drawingml/2006/main" noGrp="1"/>
          </p:cNvSpPr>
          <p:nvPr/>
        </p:nvSpPr>
        <p:spPr>
          <a:xfrm xmlns:a="http://schemas.openxmlformats.org/drawingml/2006/main">
            <a:off x="723900" y="1790700"/>
            <a:ext cx="38100" cy="95"/>
          </a:xfrm>
          <a:custGeom xmlns:a="http://schemas.openxmlformats.org/drawingml/2006/main">
            <a:pathLst>
              <a:path w="38100" h="95">
                <a:moveTo>
                  <a:pt x="0" y="0"/>
                </a:moveTo>
                <a:lnTo>
                  <a:pt x="38100" y="0"/>
                </a:lnTo>
              </a:path>
            </a:pathLst>
          </a:custGeom>
          <a:noFill xmlns:a="http://schemas.openxmlformats.org/drawingml/2006/main"/>
          <a:ln xmlns:a="http://schemas.openxmlformats.org/drawingml/2006/main" w="7620">
            <a:solidFill>
              <a:srgbClr val="000000"/>
            </a:solidFill>
            <a:prstDash val="solid"/>
          </a:ln>
        </p:spPr>
      </p:sp>
      <p:sp>
        <p:nvSpPr>
          <p:cNvPr id="4" name="text_003">
            <a:extLst xmlns:a="http://schemas.openxmlformats.org/drawingml/2006/main">
              <a:ext uri="{FF2B5EF4-FFF2-40B4-BE49-F238E27FC236}">
                <a16:creationId xmlns:a16="http://schemas.microsoft.com/office/drawing/2014/main" id="{AEE508EA-3529-48B3-B4F8-8EEDDE0B12A1}"/>
              </a:ext>
            </a:extLst>
          </p:cNvPr>
          <p:cNvSpPr>
            <a:spLocks xmlns:a="http://schemas.openxmlformats.org/drawingml/2006/main" noGrp="1"/>
          </p:cNvSpPr>
          <p:nvPr/>
        </p:nvSpPr>
        <p:spPr>
          <a:xfrm xmlns:a="http://schemas.openxmlformats.org/drawingml/2006/main" rot="0">
            <a:off x="400050" y="1695450"/>
            <a:ext cx="276225"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r">
              <a:defRPr sz="1200" b="0">
                <a:solidFill>
                  <a:srgbClr val="000000"/>
                </a:solidFill>
                <a:latin typeface="Arial"/>
                <a:ea typeface="Arial"/>
                <a:cs typeface="Arial"/>
              </a:defRPr>
            </a:defPPr>
            <a:lvl1pPr algn="r">
              <a:defRPr sz="1200" b="0">
                <a:solidFill>
                  <a:srgbClr val="000000"/>
                </a:solidFill>
                <a:latin typeface="Arial"/>
                <a:ea typeface="Arial"/>
                <a:cs typeface="Arial"/>
              </a:defRPr>
            </a:lvl1pPr>
            <a:lvl2pPr algn="r">
              <a:defRPr sz="1200" b="0">
                <a:solidFill>
                  <a:srgbClr val="000000"/>
                </a:solidFill>
                <a:latin typeface="Arial"/>
                <a:ea typeface="Arial"/>
                <a:cs typeface="Arial"/>
              </a:defRPr>
            </a:lvl2pPr>
            <a:lvl3pPr algn="r">
              <a:defRPr sz="1200" b="0">
                <a:solidFill>
                  <a:srgbClr val="000000"/>
                </a:solidFill>
                <a:latin typeface="Arial"/>
                <a:ea typeface="Arial"/>
                <a:cs typeface="Arial"/>
              </a:defRPr>
            </a:lvl3pPr>
            <a:lvl4pPr algn="r">
              <a:defRPr sz="1200" b="0">
                <a:solidFill>
                  <a:srgbClr val="000000"/>
                </a:solidFill>
                <a:latin typeface="Arial"/>
                <a:ea typeface="Arial"/>
                <a:cs typeface="Arial"/>
              </a:defRPr>
            </a:lvl4pPr>
            <a:lvl5pPr algn="r">
              <a:defRPr sz="1200" b="0">
                <a:solidFill>
                  <a:srgbClr val="000000"/>
                </a:solidFill>
                <a:latin typeface="Arial"/>
                <a:ea typeface="Arial"/>
                <a:cs typeface="Arial"/>
              </a:defRPr>
            </a:lvl5pPr>
            <a:lvl6pPr algn="r">
              <a:defRPr sz="1200" b="0">
                <a:solidFill>
                  <a:srgbClr val="000000"/>
                </a:solidFill>
                <a:latin typeface="Arial"/>
                <a:ea typeface="Arial"/>
                <a:cs typeface="Arial"/>
              </a:defRPr>
            </a:lvl6pPr>
            <a:lvl7pPr algn="r">
              <a:defRPr sz="1200" b="0">
                <a:solidFill>
                  <a:srgbClr val="000000"/>
                </a:solidFill>
                <a:latin typeface="Arial"/>
                <a:ea typeface="Arial"/>
                <a:cs typeface="Arial"/>
              </a:defRPr>
            </a:lvl7pPr>
            <a:lvl8pPr algn="r">
              <a:defRPr sz="1200" b="0">
                <a:solidFill>
                  <a:srgbClr val="000000"/>
                </a:solidFill>
                <a:latin typeface="Arial"/>
                <a:ea typeface="Arial"/>
                <a:cs typeface="Arial"/>
              </a:defRPr>
            </a:lvl8pPr>
            <a:lvl9pPr algn="r">
              <a:defRPr sz="1200" b="0">
                <a:solidFill>
                  <a:srgbClr val="000000"/>
                </a:solidFill>
                <a:latin typeface="Arial"/>
                <a:ea typeface="Arial"/>
                <a:cs typeface="Arial"/>
              </a:defRPr>
            </a:lvl9pPr>
          </a:lstStyle>
          <a:p xmlns:a="http://schemas.openxmlformats.org/drawingml/2006/main">
            <a:pPr algn="r">
              <a:defRPr sz="1200" b="0">
                <a:solidFill>
                  <a:srgbClr val="000000"/>
                </a:solidFill>
                <a:latin typeface="Arial"/>
                <a:ea typeface="Arial"/>
                <a:cs typeface="Arial"/>
              </a:defRPr>
            </a:pPr>
            <a:r>
              <a:rPr sz="1200" b="0">
                <a:solidFill>
                  <a:srgbClr val="000000"/>
                </a:solidFill>
                <a:latin typeface="Arial"/>
                <a:ea typeface="Arial"/>
                <a:cs typeface="Arial"/>
              </a:rPr>
              <a:t>0</a:t>
            </a:r>
          </a:p>
        </p:txBody>
      </p:sp>
      <p:sp>
        <p:nvSpPr>
          <p:cNvPr id="5" name="line_004">
            <a:extLst xmlns:a="http://schemas.openxmlformats.org/drawingml/2006/main">
              <a:ext uri="{FF2B5EF4-FFF2-40B4-BE49-F238E27FC236}">
                <a16:creationId xmlns:a16="http://schemas.microsoft.com/office/drawing/2014/main" id="{75F2F5F8-0612-48EA-841B-C1B0F14C8D7C}"/>
              </a:ext>
            </a:extLst>
          </p:cNvPr>
          <p:cNvSpPr>
            <a:spLocks xmlns:a="http://schemas.openxmlformats.org/drawingml/2006/main" noGrp="1"/>
          </p:cNvSpPr>
          <p:nvPr/>
        </p:nvSpPr>
        <p:spPr>
          <a:xfrm xmlns:a="http://schemas.openxmlformats.org/drawingml/2006/main">
            <a:off x="723900" y="1100138"/>
            <a:ext cx="38100" cy="95"/>
          </a:xfrm>
          <a:custGeom xmlns:a="http://schemas.openxmlformats.org/drawingml/2006/main">
            <a:pathLst>
              <a:path w="38100" h="95">
                <a:moveTo>
                  <a:pt x="0" y="0"/>
                </a:moveTo>
                <a:lnTo>
                  <a:pt x="38100" y="0"/>
                </a:lnTo>
              </a:path>
            </a:pathLst>
          </a:custGeom>
          <a:noFill xmlns:a="http://schemas.openxmlformats.org/drawingml/2006/main"/>
          <a:ln xmlns:a="http://schemas.openxmlformats.org/drawingml/2006/main" w="7620">
            <a:solidFill>
              <a:srgbClr val="000000"/>
            </a:solidFill>
            <a:prstDash val="solid"/>
          </a:ln>
        </p:spPr>
      </p:sp>
      <p:sp>
        <p:nvSpPr>
          <p:cNvPr id="6" name="text_005">
            <a:extLst xmlns:a="http://schemas.openxmlformats.org/drawingml/2006/main">
              <a:ext uri="{FF2B5EF4-FFF2-40B4-BE49-F238E27FC236}">
                <a16:creationId xmlns:a16="http://schemas.microsoft.com/office/drawing/2014/main" id="{30E5926F-FE8A-41C6-874B-67FA03321CC6}"/>
              </a:ext>
            </a:extLst>
          </p:cNvPr>
          <p:cNvSpPr>
            <a:spLocks xmlns:a="http://schemas.openxmlformats.org/drawingml/2006/main" noGrp="1"/>
          </p:cNvSpPr>
          <p:nvPr/>
        </p:nvSpPr>
        <p:spPr>
          <a:xfrm xmlns:a="http://schemas.openxmlformats.org/drawingml/2006/main" rot="0">
            <a:off x="400050" y="1004888"/>
            <a:ext cx="276225"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r">
              <a:defRPr sz="1200" b="0">
                <a:solidFill>
                  <a:srgbClr val="000000"/>
                </a:solidFill>
                <a:latin typeface="Arial"/>
                <a:ea typeface="Arial"/>
                <a:cs typeface="Arial"/>
              </a:defRPr>
            </a:defPPr>
            <a:lvl1pPr algn="r">
              <a:defRPr sz="1200" b="0">
                <a:solidFill>
                  <a:srgbClr val="000000"/>
                </a:solidFill>
                <a:latin typeface="Arial"/>
                <a:ea typeface="Arial"/>
                <a:cs typeface="Arial"/>
              </a:defRPr>
            </a:lvl1pPr>
            <a:lvl2pPr algn="r">
              <a:defRPr sz="1200" b="0">
                <a:solidFill>
                  <a:srgbClr val="000000"/>
                </a:solidFill>
                <a:latin typeface="Arial"/>
                <a:ea typeface="Arial"/>
                <a:cs typeface="Arial"/>
              </a:defRPr>
            </a:lvl2pPr>
            <a:lvl3pPr algn="r">
              <a:defRPr sz="1200" b="0">
                <a:solidFill>
                  <a:srgbClr val="000000"/>
                </a:solidFill>
                <a:latin typeface="Arial"/>
                <a:ea typeface="Arial"/>
                <a:cs typeface="Arial"/>
              </a:defRPr>
            </a:lvl3pPr>
            <a:lvl4pPr algn="r">
              <a:defRPr sz="1200" b="0">
                <a:solidFill>
                  <a:srgbClr val="000000"/>
                </a:solidFill>
                <a:latin typeface="Arial"/>
                <a:ea typeface="Arial"/>
                <a:cs typeface="Arial"/>
              </a:defRPr>
            </a:lvl4pPr>
            <a:lvl5pPr algn="r">
              <a:defRPr sz="1200" b="0">
                <a:solidFill>
                  <a:srgbClr val="000000"/>
                </a:solidFill>
                <a:latin typeface="Arial"/>
                <a:ea typeface="Arial"/>
                <a:cs typeface="Arial"/>
              </a:defRPr>
            </a:lvl5pPr>
            <a:lvl6pPr algn="r">
              <a:defRPr sz="1200" b="0">
                <a:solidFill>
                  <a:srgbClr val="000000"/>
                </a:solidFill>
                <a:latin typeface="Arial"/>
                <a:ea typeface="Arial"/>
                <a:cs typeface="Arial"/>
              </a:defRPr>
            </a:lvl6pPr>
            <a:lvl7pPr algn="r">
              <a:defRPr sz="1200" b="0">
                <a:solidFill>
                  <a:srgbClr val="000000"/>
                </a:solidFill>
                <a:latin typeface="Arial"/>
                <a:ea typeface="Arial"/>
                <a:cs typeface="Arial"/>
              </a:defRPr>
            </a:lvl7pPr>
            <a:lvl8pPr algn="r">
              <a:defRPr sz="1200" b="0">
                <a:solidFill>
                  <a:srgbClr val="000000"/>
                </a:solidFill>
                <a:latin typeface="Arial"/>
                <a:ea typeface="Arial"/>
                <a:cs typeface="Arial"/>
              </a:defRPr>
            </a:lvl8pPr>
            <a:lvl9pPr algn="r">
              <a:defRPr sz="1200" b="0">
                <a:solidFill>
                  <a:srgbClr val="000000"/>
                </a:solidFill>
                <a:latin typeface="Arial"/>
                <a:ea typeface="Arial"/>
                <a:cs typeface="Arial"/>
              </a:defRPr>
            </a:lvl9pPr>
          </a:lstStyle>
          <a:p xmlns:a="http://schemas.openxmlformats.org/drawingml/2006/main">
            <a:pPr algn="r">
              <a:defRPr sz="1200" b="0">
                <a:solidFill>
                  <a:srgbClr val="000000"/>
                </a:solidFill>
                <a:latin typeface="Arial"/>
                <a:ea typeface="Arial"/>
                <a:cs typeface="Arial"/>
              </a:defRPr>
            </a:pPr>
            <a:r>
              <a:rPr sz="1200" b="0">
                <a:solidFill>
                  <a:srgbClr val="000000"/>
                </a:solidFill>
                <a:latin typeface="Arial"/>
                <a:ea typeface="Arial"/>
                <a:cs typeface="Arial"/>
              </a:rPr>
              <a:t>0.5</a:t>
            </a:r>
          </a:p>
        </p:txBody>
      </p:sp>
      <p:sp>
        <p:nvSpPr>
          <p:cNvPr id="7" name="line_006">
            <a:extLst xmlns:a="http://schemas.openxmlformats.org/drawingml/2006/main">
              <a:ext uri="{FF2B5EF4-FFF2-40B4-BE49-F238E27FC236}">
                <a16:creationId xmlns:a16="http://schemas.microsoft.com/office/drawing/2014/main" id="{4F9C5FEE-1A74-424C-9141-787684B47B92}"/>
              </a:ext>
            </a:extLst>
          </p:cNvPr>
          <p:cNvSpPr>
            <a:spLocks xmlns:a="http://schemas.openxmlformats.org/drawingml/2006/main" noGrp="1"/>
          </p:cNvSpPr>
          <p:nvPr/>
        </p:nvSpPr>
        <p:spPr>
          <a:xfrm xmlns:a="http://schemas.openxmlformats.org/drawingml/2006/main">
            <a:off x="723900" y="409575"/>
            <a:ext cx="38100" cy="95"/>
          </a:xfrm>
          <a:custGeom xmlns:a="http://schemas.openxmlformats.org/drawingml/2006/main">
            <a:pathLst>
              <a:path w="38100" h="95">
                <a:moveTo>
                  <a:pt x="0" y="0"/>
                </a:moveTo>
                <a:lnTo>
                  <a:pt x="38100" y="0"/>
                </a:lnTo>
              </a:path>
            </a:pathLst>
          </a:custGeom>
          <a:noFill xmlns:a="http://schemas.openxmlformats.org/drawingml/2006/main"/>
          <a:ln xmlns:a="http://schemas.openxmlformats.org/drawingml/2006/main" w="7620">
            <a:solidFill>
              <a:srgbClr val="000000"/>
            </a:solidFill>
            <a:prstDash val="solid"/>
          </a:ln>
        </p:spPr>
      </p:sp>
      <p:sp>
        <p:nvSpPr>
          <p:cNvPr id="8" name="text_007">
            <a:extLst xmlns:a="http://schemas.openxmlformats.org/drawingml/2006/main">
              <a:ext uri="{FF2B5EF4-FFF2-40B4-BE49-F238E27FC236}">
                <a16:creationId xmlns:a16="http://schemas.microsoft.com/office/drawing/2014/main" id="{96B5C0DB-030A-426D-B40D-9ED4C311CE0C}"/>
              </a:ext>
            </a:extLst>
          </p:cNvPr>
          <p:cNvSpPr>
            <a:spLocks xmlns:a="http://schemas.openxmlformats.org/drawingml/2006/main" noGrp="1"/>
          </p:cNvSpPr>
          <p:nvPr/>
        </p:nvSpPr>
        <p:spPr>
          <a:xfrm xmlns:a="http://schemas.openxmlformats.org/drawingml/2006/main" rot="0">
            <a:off x="400050" y="314325"/>
            <a:ext cx="276225"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r">
              <a:defRPr sz="1200" b="0">
                <a:solidFill>
                  <a:srgbClr val="000000"/>
                </a:solidFill>
                <a:latin typeface="Arial"/>
                <a:ea typeface="Arial"/>
                <a:cs typeface="Arial"/>
              </a:defRPr>
            </a:defPPr>
            <a:lvl1pPr algn="r">
              <a:defRPr sz="1200" b="0">
                <a:solidFill>
                  <a:srgbClr val="000000"/>
                </a:solidFill>
                <a:latin typeface="Arial"/>
                <a:ea typeface="Arial"/>
                <a:cs typeface="Arial"/>
              </a:defRPr>
            </a:lvl1pPr>
            <a:lvl2pPr algn="r">
              <a:defRPr sz="1200" b="0">
                <a:solidFill>
                  <a:srgbClr val="000000"/>
                </a:solidFill>
                <a:latin typeface="Arial"/>
                <a:ea typeface="Arial"/>
                <a:cs typeface="Arial"/>
              </a:defRPr>
            </a:lvl2pPr>
            <a:lvl3pPr algn="r">
              <a:defRPr sz="1200" b="0">
                <a:solidFill>
                  <a:srgbClr val="000000"/>
                </a:solidFill>
                <a:latin typeface="Arial"/>
                <a:ea typeface="Arial"/>
                <a:cs typeface="Arial"/>
              </a:defRPr>
            </a:lvl3pPr>
            <a:lvl4pPr algn="r">
              <a:defRPr sz="1200" b="0">
                <a:solidFill>
                  <a:srgbClr val="000000"/>
                </a:solidFill>
                <a:latin typeface="Arial"/>
                <a:ea typeface="Arial"/>
                <a:cs typeface="Arial"/>
              </a:defRPr>
            </a:lvl4pPr>
            <a:lvl5pPr algn="r">
              <a:defRPr sz="1200" b="0">
                <a:solidFill>
                  <a:srgbClr val="000000"/>
                </a:solidFill>
                <a:latin typeface="Arial"/>
                <a:ea typeface="Arial"/>
                <a:cs typeface="Arial"/>
              </a:defRPr>
            </a:lvl5pPr>
            <a:lvl6pPr algn="r">
              <a:defRPr sz="1200" b="0">
                <a:solidFill>
                  <a:srgbClr val="000000"/>
                </a:solidFill>
                <a:latin typeface="Arial"/>
                <a:ea typeface="Arial"/>
                <a:cs typeface="Arial"/>
              </a:defRPr>
            </a:lvl6pPr>
            <a:lvl7pPr algn="r">
              <a:defRPr sz="1200" b="0">
                <a:solidFill>
                  <a:srgbClr val="000000"/>
                </a:solidFill>
                <a:latin typeface="Arial"/>
                <a:ea typeface="Arial"/>
                <a:cs typeface="Arial"/>
              </a:defRPr>
            </a:lvl7pPr>
            <a:lvl8pPr algn="r">
              <a:defRPr sz="1200" b="0">
                <a:solidFill>
                  <a:srgbClr val="000000"/>
                </a:solidFill>
                <a:latin typeface="Arial"/>
                <a:ea typeface="Arial"/>
                <a:cs typeface="Arial"/>
              </a:defRPr>
            </a:lvl8pPr>
            <a:lvl9pPr algn="r">
              <a:defRPr sz="1200" b="0">
                <a:solidFill>
                  <a:srgbClr val="000000"/>
                </a:solidFill>
                <a:latin typeface="Arial"/>
                <a:ea typeface="Arial"/>
                <a:cs typeface="Arial"/>
              </a:defRPr>
            </a:lvl9pPr>
          </a:lstStyle>
          <a:p xmlns:a="http://schemas.openxmlformats.org/drawingml/2006/main">
            <a:pPr algn="r">
              <a:defRPr sz="1200" b="0">
                <a:solidFill>
                  <a:srgbClr val="000000"/>
                </a:solidFill>
                <a:latin typeface="Arial"/>
                <a:ea typeface="Arial"/>
                <a:cs typeface="Arial"/>
              </a:defRPr>
            </a:pPr>
            <a:r>
              <a:rPr sz="1200" b="0">
                <a:solidFill>
                  <a:srgbClr val="000000"/>
                </a:solidFill>
                <a:latin typeface="Arial"/>
                <a:ea typeface="Arial"/>
                <a:cs typeface="Arial"/>
              </a:rPr>
              <a:t>1</a:t>
            </a:r>
          </a:p>
        </p:txBody>
      </p:sp>
      <p:sp>
        <p:nvSpPr>
          <p:cNvPr id="9" name="line_008">
            <a:extLst xmlns:a="http://schemas.openxmlformats.org/drawingml/2006/main">
              <a:ext uri="{FF2B5EF4-FFF2-40B4-BE49-F238E27FC236}">
                <a16:creationId xmlns:a16="http://schemas.microsoft.com/office/drawing/2014/main" id="{DC4C0671-E07C-4733-B514-2797F3A6DD8B}"/>
              </a:ext>
            </a:extLst>
          </p:cNvPr>
          <p:cNvSpPr>
            <a:spLocks xmlns:a="http://schemas.openxmlformats.org/drawingml/2006/main" noGrp="1"/>
          </p:cNvSpPr>
          <p:nvPr/>
        </p:nvSpPr>
        <p:spPr>
          <a:xfrm xmlns:a="http://schemas.openxmlformats.org/drawingml/2006/main">
            <a:off x="778656" y="1790700"/>
            <a:ext cx="95" cy="38100"/>
          </a:xfrm>
          <a:custGeom xmlns:a="http://schemas.openxmlformats.org/drawingml/2006/main">
            <a:pathLst>
              <a:path w="95" h="38100">
                <a:moveTo>
                  <a:pt x="0" y="0"/>
                </a:moveTo>
                <a:lnTo>
                  <a:pt x="0" y="38100"/>
                </a:lnTo>
              </a:path>
            </a:pathLst>
          </a:custGeom>
          <a:noFill xmlns:a="http://schemas.openxmlformats.org/drawingml/2006/main"/>
          <a:ln xmlns:a="http://schemas.openxmlformats.org/drawingml/2006/main" w="7620">
            <a:solidFill>
              <a:srgbClr val="000000"/>
            </a:solidFill>
            <a:prstDash val="solid"/>
          </a:ln>
        </p:spPr>
      </p:sp>
      <p:sp>
        <p:nvSpPr>
          <p:cNvPr id="10" name="text_009">
            <a:extLst xmlns:a="http://schemas.openxmlformats.org/drawingml/2006/main">
              <a:ext uri="{FF2B5EF4-FFF2-40B4-BE49-F238E27FC236}">
                <a16:creationId xmlns:a16="http://schemas.microsoft.com/office/drawing/2014/main" id="{0E2D5232-3AE2-4A3F-A431-4AB8BA52E201}"/>
              </a:ext>
            </a:extLst>
          </p:cNvPr>
          <p:cNvSpPr>
            <a:spLocks xmlns:a="http://schemas.openxmlformats.org/drawingml/2006/main" noGrp="1"/>
          </p:cNvSpPr>
          <p:nvPr/>
        </p:nvSpPr>
        <p:spPr>
          <a:xfrm xmlns:a="http://schemas.openxmlformats.org/drawingml/2006/main" rot="0">
            <a:off x="378606" y="1857375"/>
            <a:ext cx="800100" cy="22860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xmlns:a="http://schemas.openxmlformats.org/drawingml/2006/main">
            <a:pPr algn="ctr">
              <a:defRPr sz="1200" b="0">
                <a:solidFill>
                  <a:srgbClr val="000000"/>
                </a:solidFill>
                <a:latin typeface="Arial"/>
                <a:ea typeface="Arial"/>
                <a:cs typeface="Arial"/>
              </a:defRPr>
            </a:pPr>
            <a:r>
              <a:rPr sz="1200" b="0">
                <a:solidFill>
                  <a:srgbClr val="000000"/>
                </a:solidFill>
                <a:latin typeface="Arial"/>
                <a:ea typeface="Arial"/>
                <a:cs typeface="Arial"/>
              </a:rPr>
              <a:t>Jan 1</a:t>
            </a:r>
          </a:p>
        </p:txBody>
      </p:sp>
      <p:sp>
        <p:nvSpPr>
          <p:cNvPr id="11" name="line_010">
            <a:extLst xmlns:a="http://schemas.openxmlformats.org/drawingml/2006/main">
              <a:ext uri="{FF2B5EF4-FFF2-40B4-BE49-F238E27FC236}">
                <a16:creationId xmlns:a16="http://schemas.microsoft.com/office/drawing/2014/main" id="{18A338A4-A47E-4732-9752-363AFD2CE859}"/>
              </a:ext>
            </a:extLst>
          </p:cNvPr>
          <p:cNvSpPr>
            <a:spLocks xmlns:a="http://schemas.openxmlformats.org/drawingml/2006/main" noGrp="1"/>
          </p:cNvSpPr>
          <p:nvPr/>
        </p:nvSpPr>
        <p:spPr>
          <a:xfrm xmlns:a="http://schemas.openxmlformats.org/drawingml/2006/main">
            <a:off x="3810000" y="1790700"/>
            <a:ext cx="95" cy="38100"/>
          </a:xfrm>
          <a:custGeom xmlns:a="http://schemas.openxmlformats.org/drawingml/2006/main">
            <a:pathLst>
              <a:path w="95" h="38100">
                <a:moveTo>
                  <a:pt x="0" y="0"/>
                </a:moveTo>
                <a:lnTo>
                  <a:pt x="0" y="38100"/>
                </a:lnTo>
              </a:path>
            </a:pathLst>
          </a:custGeom>
          <a:noFill xmlns:a="http://schemas.openxmlformats.org/drawingml/2006/main"/>
          <a:ln xmlns:a="http://schemas.openxmlformats.org/drawingml/2006/main" w="7620">
            <a:solidFill>
              <a:srgbClr val="000000"/>
            </a:solidFill>
            <a:prstDash val="solid"/>
          </a:ln>
        </p:spPr>
      </p:sp>
      <p:sp>
        <p:nvSpPr>
          <p:cNvPr id="12" name="text_011">
            <a:extLst xmlns:a="http://schemas.openxmlformats.org/drawingml/2006/main">
              <a:ext uri="{FF2B5EF4-FFF2-40B4-BE49-F238E27FC236}">
                <a16:creationId xmlns:a16="http://schemas.microsoft.com/office/drawing/2014/main" id="{AA0AC925-091A-412B-AECD-AAE018C1BE8F}"/>
              </a:ext>
            </a:extLst>
          </p:cNvPr>
          <p:cNvSpPr>
            <a:spLocks xmlns:a="http://schemas.openxmlformats.org/drawingml/2006/main" noGrp="1"/>
          </p:cNvSpPr>
          <p:nvPr/>
        </p:nvSpPr>
        <p:spPr>
          <a:xfrm xmlns:a="http://schemas.openxmlformats.org/drawingml/2006/main" rot="0">
            <a:off x="3409950" y="1857375"/>
            <a:ext cx="800100" cy="22860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xmlns:a="http://schemas.openxmlformats.org/drawingml/2006/main">
            <a:pPr algn="ctr">
              <a:defRPr sz="1200" b="0">
                <a:solidFill>
                  <a:srgbClr val="000000"/>
                </a:solidFill>
                <a:latin typeface="Arial"/>
                <a:ea typeface="Arial"/>
                <a:cs typeface="Arial"/>
              </a:defRPr>
            </a:pPr>
            <a:r>
              <a:rPr sz="1200" b="0">
                <a:solidFill>
                  <a:srgbClr val="000000"/>
                </a:solidFill>
                <a:latin typeface="Arial"/>
                <a:ea typeface="Arial"/>
                <a:cs typeface="Arial"/>
              </a:rPr>
              <a:t>Apr 1</a:t>
            </a:r>
          </a:p>
        </p:txBody>
      </p:sp>
      <p:sp>
        <p:nvSpPr>
          <p:cNvPr id="13" name="line_012">
            <a:extLst xmlns:a="http://schemas.openxmlformats.org/drawingml/2006/main">
              <a:ext uri="{FF2B5EF4-FFF2-40B4-BE49-F238E27FC236}">
                <a16:creationId xmlns:a16="http://schemas.microsoft.com/office/drawing/2014/main" id="{C9E101F7-2F1A-444C-99AC-0DCA2C13B256}"/>
              </a:ext>
            </a:extLst>
          </p:cNvPr>
          <p:cNvSpPr>
            <a:spLocks xmlns:a="http://schemas.openxmlformats.org/drawingml/2006/main" noGrp="1"/>
          </p:cNvSpPr>
          <p:nvPr/>
        </p:nvSpPr>
        <p:spPr>
          <a:xfrm xmlns:a="http://schemas.openxmlformats.org/drawingml/2006/main">
            <a:off x="6841344" y="1790700"/>
            <a:ext cx="95" cy="38100"/>
          </a:xfrm>
          <a:custGeom xmlns:a="http://schemas.openxmlformats.org/drawingml/2006/main">
            <a:pathLst>
              <a:path w="95" h="38100">
                <a:moveTo>
                  <a:pt x="0" y="0"/>
                </a:moveTo>
                <a:lnTo>
                  <a:pt x="0" y="38100"/>
                </a:lnTo>
              </a:path>
            </a:pathLst>
          </a:custGeom>
          <a:noFill xmlns:a="http://schemas.openxmlformats.org/drawingml/2006/main"/>
          <a:ln xmlns:a="http://schemas.openxmlformats.org/drawingml/2006/main" w="7620">
            <a:solidFill>
              <a:srgbClr val="000000"/>
            </a:solidFill>
            <a:prstDash val="solid"/>
          </a:ln>
        </p:spPr>
      </p:sp>
      <p:sp>
        <p:nvSpPr>
          <p:cNvPr id="14" name="text_013">
            <a:extLst xmlns:a="http://schemas.openxmlformats.org/drawingml/2006/main">
              <a:ext uri="{FF2B5EF4-FFF2-40B4-BE49-F238E27FC236}">
                <a16:creationId xmlns:a16="http://schemas.microsoft.com/office/drawing/2014/main" id="{25AAE51D-303C-4FF5-AD71-B29B52C75671}"/>
              </a:ext>
            </a:extLst>
          </p:cNvPr>
          <p:cNvSpPr>
            <a:spLocks xmlns:a="http://schemas.openxmlformats.org/drawingml/2006/main" noGrp="1"/>
          </p:cNvSpPr>
          <p:nvPr/>
        </p:nvSpPr>
        <p:spPr>
          <a:xfrm xmlns:a="http://schemas.openxmlformats.org/drawingml/2006/main" rot="0">
            <a:off x="6441294" y="1857375"/>
            <a:ext cx="800100" cy="22860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xmlns:a="http://schemas.openxmlformats.org/drawingml/2006/main">
            <a:pPr algn="ctr">
              <a:defRPr sz="1200" b="0">
                <a:solidFill>
                  <a:srgbClr val="000000"/>
                </a:solidFill>
                <a:latin typeface="Arial"/>
                <a:ea typeface="Arial"/>
                <a:cs typeface="Arial"/>
              </a:defRPr>
            </a:pPr>
            <a:r>
              <a:rPr sz="1200" b="0">
                <a:solidFill>
                  <a:srgbClr val="000000"/>
                </a:solidFill>
                <a:latin typeface="Arial"/>
                <a:ea typeface="Arial"/>
                <a:cs typeface="Arial"/>
              </a:rPr>
              <a:t>Jul 1</a:t>
            </a:r>
          </a:p>
        </p:txBody>
      </p:sp>
      <p:sp>
        <p:nvSpPr>
          <p:cNvPr id="15" name="line_014">
            <a:extLst xmlns:a="http://schemas.openxmlformats.org/drawingml/2006/main">
              <a:ext uri="{FF2B5EF4-FFF2-40B4-BE49-F238E27FC236}">
                <a16:creationId xmlns:a16="http://schemas.microsoft.com/office/drawing/2014/main" id="{A800572D-79AE-4A50-A2A0-1022A1B97A8A}"/>
              </a:ext>
            </a:extLst>
          </p:cNvPr>
          <p:cNvSpPr>
            <a:spLocks xmlns:a="http://schemas.openxmlformats.org/drawingml/2006/main" noGrp="1"/>
          </p:cNvSpPr>
          <p:nvPr/>
        </p:nvSpPr>
        <p:spPr>
          <a:xfrm xmlns:a="http://schemas.openxmlformats.org/drawingml/2006/main">
            <a:off x="9906000" y="1790700"/>
            <a:ext cx="95" cy="38100"/>
          </a:xfrm>
          <a:custGeom xmlns:a="http://schemas.openxmlformats.org/drawingml/2006/main">
            <a:pathLst>
              <a:path w="95" h="38100">
                <a:moveTo>
                  <a:pt x="0" y="0"/>
                </a:moveTo>
                <a:lnTo>
                  <a:pt x="0" y="38100"/>
                </a:lnTo>
              </a:path>
            </a:pathLst>
          </a:custGeom>
          <a:noFill xmlns:a="http://schemas.openxmlformats.org/drawingml/2006/main"/>
          <a:ln xmlns:a="http://schemas.openxmlformats.org/drawingml/2006/main" w="7620">
            <a:solidFill>
              <a:srgbClr val="000000"/>
            </a:solidFill>
            <a:prstDash val="solid"/>
          </a:ln>
        </p:spPr>
      </p:sp>
      <p:sp>
        <p:nvSpPr>
          <p:cNvPr id="16" name="text_015">
            <a:extLst xmlns:a="http://schemas.openxmlformats.org/drawingml/2006/main">
              <a:ext uri="{FF2B5EF4-FFF2-40B4-BE49-F238E27FC236}">
                <a16:creationId xmlns:a16="http://schemas.microsoft.com/office/drawing/2014/main" id="{5805BD51-282A-44E6-A86A-8EDB43CCF3BB}"/>
              </a:ext>
            </a:extLst>
          </p:cNvPr>
          <p:cNvSpPr>
            <a:spLocks xmlns:a="http://schemas.openxmlformats.org/drawingml/2006/main" noGrp="1"/>
          </p:cNvSpPr>
          <p:nvPr/>
        </p:nvSpPr>
        <p:spPr>
          <a:xfrm xmlns:a="http://schemas.openxmlformats.org/drawingml/2006/main" rot="0">
            <a:off x="9505950" y="1857375"/>
            <a:ext cx="800100" cy="22860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xmlns:a="http://schemas.openxmlformats.org/drawingml/2006/main">
            <a:pPr algn="ctr">
              <a:defRPr sz="1200" b="0">
                <a:solidFill>
                  <a:srgbClr val="000000"/>
                </a:solidFill>
                <a:latin typeface="Arial"/>
                <a:ea typeface="Arial"/>
                <a:cs typeface="Arial"/>
              </a:defRPr>
            </a:pPr>
            <a:r>
              <a:rPr sz="1200" b="0">
                <a:solidFill>
                  <a:srgbClr val="000000"/>
                </a:solidFill>
                <a:latin typeface="Arial"/>
                <a:ea typeface="Arial"/>
                <a:cs typeface="Arial"/>
              </a:rPr>
              <a:t>Oct 1</a:t>
            </a:r>
          </a:p>
        </p:txBody>
      </p:sp>
      <p:sp>
        <p:nvSpPr>
          <p:cNvPr id="17" name="line_016">
            <a:extLst xmlns:a="http://schemas.openxmlformats.org/drawingml/2006/main">
              <a:ext uri="{FF2B5EF4-FFF2-40B4-BE49-F238E27FC236}">
                <a16:creationId xmlns:a16="http://schemas.microsoft.com/office/drawing/2014/main" id="{EE482BAE-D014-4BC5-B883-916D0ADE8630}"/>
              </a:ext>
            </a:extLst>
          </p:cNvPr>
          <p:cNvSpPr>
            <a:spLocks xmlns:a="http://schemas.openxmlformats.org/drawingml/2006/main" noGrp="1"/>
          </p:cNvSpPr>
          <p:nvPr/>
        </p:nvSpPr>
        <p:spPr>
          <a:xfrm xmlns:a="http://schemas.openxmlformats.org/drawingml/2006/main">
            <a:off x="12937344" y="1790700"/>
            <a:ext cx="95" cy="38100"/>
          </a:xfrm>
          <a:custGeom xmlns:a="http://schemas.openxmlformats.org/drawingml/2006/main">
            <a:pathLst>
              <a:path w="95" h="38100">
                <a:moveTo>
                  <a:pt x="0" y="0"/>
                </a:moveTo>
                <a:lnTo>
                  <a:pt x="0" y="38100"/>
                </a:lnTo>
              </a:path>
            </a:pathLst>
          </a:custGeom>
          <a:noFill xmlns:a="http://schemas.openxmlformats.org/drawingml/2006/main"/>
          <a:ln xmlns:a="http://schemas.openxmlformats.org/drawingml/2006/main" w="7620">
            <a:solidFill>
              <a:srgbClr val="000000"/>
            </a:solidFill>
            <a:prstDash val="solid"/>
          </a:ln>
        </p:spPr>
      </p:sp>
      <p:sp>
        <p:nvSpPr>
          <p:cNvPr id="18" name="text_017">
            <a:extLst xmlns:a="http://schemas.openxmlformats.org/drawingml/2006/main">
              <a:ext uri="{FF2B5EF4-FFF2-40B4-BE49-F238E27FC236}">
                <a16:creationId xmlns:a16="http://schemas.microsoft.com/office/drawing/2014/main" id="{EE6EC6DC-1173-4B66-8A91-0C87656B4A20}"/>
              </a:ext>
            </a:extLst>
          </p:cNvPr>
          <p:cNvSpPr>
            <a:spLocks xmlns:a="http://schemas.openxmlformats.org/drawingml/2006/main" noGrp="1"/>
          </p:cNvSpPr>
          <p:nvPr/>
        </p:nvSpPr>
        <p:spPr>
          <a:xfrm xmlns:a="http://schemas.openxmlformats.org/drawingml/2006/main" rot="0">
            <a:off x="12537294" y="1857375"/>
            <a:ext cx="800100" cy="22860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xmlns:a="http://schemas.openxmlformats.org/drawingml/2006/main">
            <a:pPr algn="ctr">
              <a:defRPr sz="1200" b="0">
                <a:solidFill>
                  <a:srgbClr val="000000"/>
                </a:solidFill>
                <a:latin typeface="Arial"/>
                <a:ea typeface="Arial"/>
                <a:cs typeface="Arial"/>
              </a:defRPr>
            </a:pPr>
            <a:r>
              <a:rPr sz="1200" b="0">
                <a:solidFill>
                  <a:srgbClr val="000000"/>
                </a:solidFill>
                <a:latin typeface="Arial"/>
                <a:ea typeface="Arial"/>
                <a:cs typeface="Arial"/>
              </a:rPr>
              <a:t>Dec 31</a:t>
            </a:r>
          </a:p>
        </p:txBody>
      </p:sp>
      <p:sp>
        <p:nvSpPr>
          <p:cNvPr id="19" name="rect_018">
            <a:extLst xmlns:a="http://schemas.openxmlformats.org/drawingml/2006/main">
              <a:ext uri="{FF2B5EF4-FFF2-40B4-BE49-F238E27FC236}">
                <a16:creationId xmlns:a16="http://schemas.microsoft.com/office/drawing/2014/main" id="{48266364-61AF-486C-A433-E5865187AE30}"/>
              </a:ext>
            </a:extLst>
          </p:cNvPr>
          <p:cNvSpPr>
            <a:spLocks xmlns:a="http://schemas.openxmlformats.org/drawingml/2006/main" noGrp="1"/>
          </p:cNvSpPr>
          <p:nvPr/>
        </p:nvSpPr>
        <p:spPr>
          <a:xfrm xmlns:a="http://schemas.openxmlformats.org/drawingml/2006/main" rot="0">
            <a:off x="762000" y="409575"/>
            <a:ext cx="12192000" cy="1381125"/>
          </a:xfrm>
          <a:prstGeom xmlns:a="http://schemas.openxmlformats.org/drawingml/2006/main" prst="rect">
            <a:avLst/>
          </a:prstGeom>
          <a:noFill xmlns:a="http://schemas.openxmlformats.org/drawingml/2006/main"/>
          <a:ln xmlns:a="http://schemas.openxmlformats.org/drawingml/2006/main" w="6191">
            <a:solidFill>
              <a:srgbClr val="6A7278"/>
            </a:solidFill>
            <a:prstDash val="solid"/>
          </a:ln>
        </p:spPr>
      </p:sp>
      <p:sp>
        <p:nvSpPr>
          <p:cNvPr id="20" name="text_019">
            <a:extLst xmlns:a="http://schemas.openxmlformats.org/drawingml/2006/main">
              <a:ext uri="{FF2B5EF4-FFF2-40B4-BE49-F238E27FC236}">
                <a16:creationId xmlns:a16="http://schemas.microsoft.com/office/drawing/2014/main" id="{D744E60C-A3CF-4660-B4BE-87A4C8298670}"/>
              </a:ext>
            </a:extLst>
          </p:cNvPr>
          <p:cNvSpPr>
            <a:spLocks xmlns:a="http://schemas.openxmlformats.org/drawingml/2006/main" noGrp="1"/>
          </p:cNvSpPr>
          <p:nvPr/>
        </p:nvSpPr>
        <p:spPr>
          <a:xfrm xmlns:a="http://schemas.openxmlformats.org/drawingml/2006/main" rot="0">
            <a:off x="762000" y="2171700"/>
            <a:ext cx="5429250" cy="22860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350" b="0">
                <a:solidFill>
                  <a:srgbClr val="000000"/>
                </a:solidFill>
                <a:latin typeface="Arial"/>
                <a:ea typeface="Arial"/>
                <a:cs typeface="Arial"/>
              </a:defRPr>
            </a:defPPr>
            <a:lvl1pPr algn="l">
              <a:defRPr sz="1350" b="0">
                <a:solidFill>
                  <a:srgbClr val="000000"/>
                </a:solidFill>
                <a:latin typeface="Arial"/>
                <a:ea typeface="Arial"/>
                <a:cs typeface="Arial"/>
              </a:defRPr>
            </a:lvl1pPr>
            <a:lvl2pPr algn="l">
              <a:defRPr sz="1350" b="0">
                <a:solidFill>
                  <a:srgbClr val="000000"/>
                </a:solidFill>
                <a:latin typeface="Arial"/>
                <a:ea typeface="Arial"/>
                <a:cs typeface="Arial"/>
              </a:defRPr>
            </a:lvl2pPr>
            <a:lvl3pPr algn="l">
              <a:defRPr sz="1350" b="0">
                <a:solidFill>
                  <a:srgbClr val="000000"/>
                </a:solidFill>
                <a:latin typeface="Arial"/>
                <a:ea typeface="Arial"/>
                <a:cs typeface="Arial"/>
              </a:defRPr>
            </a:lvl3pPr>
            <a:lvl4pPr algn="l">
              <a:defRPr sz="1350" b="0">
                <a:solidFill>
                  <a:srgbClr val="000000"/>
                </a:solidFill>
                <a:latin typeface="Arial"/>
                <a:ea typeface="Arial"/>
                <a:cs typeface="Arial"/>
              </a:defRPr>
            </a:lvl4pPr>
            <a:lvl5pPr algn="l">
              <a:defRPr sz="1350" b="0">
                <a:solidFill>
                  <a:srgbClr val="000000"/>
                </a:solidFill>
                <a:latin typeface="Arial"/>
                <a:ea typeface="Arial"/>
                <a:cs typeface="Arial"/>
              </a:defRPr>
            </a:lvl5pPr>
            <a:lvl6pPr algn="l">
              <a:defRPr sz="1350" b="0">
                <a:solidFill>
                  <a:srgbClr val="000000"/>
                </a:solidFill>
                <a:latin typeface="Arial"/>
                <a:ea typeface="Arial"/>
                <a:cs typeface="Arial"/>
              </a:defRPr>
            </a:lvl6pPr>
            <a:lvl7pPr algn="l">
              <a:defRPr sz="1350" b="0">
                <a:solidFill>
                  <a:srgbClr val="000000"/>
                </a:solidFill>
                <a:latin typeface="Arial"/>
                <a:ea typeface="Arial"/>
                <a:cs typeface="Arial"/>
              </a:defRPr>
            </a:lvl7pPr>
            <a:lvl8pPr algn="l">
              <a:defRPr sz="1350" b="0">
                <a:solidFill>
                  <a:srgbClr val="000000"/>
                </a:solidFill>
                <a:latin typeface="Arial"/>
                <a:ea typeface="Arial"/>
                <a:cs typeface="Arial"/>
              </a:defRPr>
            </a:lvl8pPr>
            <a:lvl9pPr algn="l">
              <a:defRPr sz="1350" b="0">
                <a:solidFill>
                  <a:srgbClr val="000000"/>
                </a:solidFill>
                <a:latin typeface="Arial"/>
                <a:ea typeface="Arial"/>
                <a:cs typeface="Arial"/>
              </a:defRPr>
            </a:lvl9pPr>
          </a:lstStyle>
          <a:p xmlns:a="http://schemas.openxmlformats.org/drawingml/2006/main">
            <a:pPr algn="l">
              <a:defRPr sz="1350" b="0">
                <a:solidFill>
                  <a:srgbClr val="000000"/>
                </a:solidFill>
                <a:latin typeface="Arial"/>
                <a:ea typeface="Arial"/>
                <a:cs typeface="Arial"/>
              </a:defRPr>
            </a:pPr>
            <a:r>
              <a:rPr sz="1350" b="0">
                <a:solidFill>
                  <a:srgbClr val="000000"/>
                </a:solidFill>
                <a:latin typeface="Arial"/>
                <a:ea typeface="Arial"/>
                <a:cs typeface="Arial"/>
              </a:rPr>
              <a:t>Normalized fixed reference position</a:t>
            </a:r>
          </a:p>
        </p:txBody>
      </p:sp>
      <p:sp>
        <p:nvSpPr>
          <p:cNvPr id="21" name="rect_020">
            <a:extLst xmlns:a="http://schemas.openxmlformats.org/drawingml/2006/main">
              <a:ext uri="{FF2B5EF4-FFF2-40B4-BE49-F238E27FC236}">
                <a16:creationId xmlns:a16="http://schemas.microsoft.com/office/drawing/2014/main" id="{F09FB3F7-C0E0-41CA-9A23-84C8F8DA0DC9}"/>
              </a:ext>
            </a:extLst>
          </p:cNvPr>
          <p:cNvSpPr>
            <a:spLocks xmlns:a="http://schemas.openxmlformats.org/drawingml/2006/main" noGrp="1"/>
          </p:cNvSpPr>
          <p:nvPr/>
        </p:nvSpPr>
        <p:spPr>
          <a:xfrm xmlns:a="http://schemas.openxmlformats.org/drawingml/2006/main" rot="0">
            <a:off x="7124492" y="409575"/>
            <a:ext cx="366426" cy="1381125"/>
          </a:xfrm>
          <a:prstGeom xmlns:a="http://schemas.openxmlformats.org/drawingml/2006/main" prst="rect">
            <a:avLst/>
          </a:prstGeom>
          <a:noFill xmlns:a="http://schemas.openxmlformats.org/drawingml/2006/main"/>
          <a:ln xmlns:a="http://schemas.openxmlformats.org/drawingml/2006/main" w="14288">
            <a:solidFill>
              <a:srgbClr val="B2182B"/>
            </a:solidFill>
            <a:prstDash val="solid"/>
          </a:ln>
        </p:spPr>
      </p:sp>
      <p:sp>
        <p:nvSpPr>
          <p:cNvPr id="22" name="text_021">
            <a:extLst xmlns:a="http://schemas.openxmlformats.org/drawingml/2006/main">
              <a:ext uri="{FF2B5EF4-FFF2-40B4-BE49-F238E27FC236}">
                <a16:creationId xmlns:a16="http://schemas.microsoft.com/office/drawing/2014/main" id="{AC08E30E-6E93-478D-A94E-2CAE2786125C}"/>
              </a:ext>
            </a:extLst>
          </p:cNvPr>
          <p:cNvSpPr>
            <a:spLocks xmlns:a="http://schemas.openxmlformats.org/drawingml/2006/main" noGrp="1"/>
          </p:cNvSpPr>
          <p:nvPr/>
        </p:nvSpPr>
        <p:spPr>
          <a:xfrm xmlns:a="http://schemas.openxmlformats.org/drawingml/2006/main" rot="0">
            <a:off x="6933992" y="161925"/>
            <a:ext cx="1333500" cy="219075"/>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275" b="1">
                <a:solidFill>
                  <a:srgbClr val="B2182B"/>
                </a:solidFill>
                <a:latin typeface="Arial"/>
                <a:ea typeface="Arial"/>
                <a:cs typeface="Arial"/>
              </a:defRPr>
            </a:defPPr>
            <a:lvl1pPr algn="l">
              <a:defRPr sz="1275" b="1">
                <a:solidFill>
                  <a:srgbClr val="B2182B"/>
                </a:solidFill>
                <a:latin typeface="Arial"/>
                <a:ea typeface="Arial"/>
                <a:cs typeface="Arial"/>
              </a:defRPr>
            </a:lvl1pPr>
            <a:lvl2pPr algn="l">
              <a:defRPr sz="1275" b="1">
                <a:solidFill>
                  <a:srgbClr val="B2182B"/>
                </a:solidFill>
                <a:latin typeface="Arial"/>
                <a:ea typeface="Arial"/>
                <a:cs typeface="Arial"/>
              </a:defRPr>
            </a:lvl2pPr>
            <a:lvl3pPr algn="l">
              <a:defRPr sz="1275" b="1">
                <a:solidFill>
                  <a:srgbClr val="B2182B"/>
                </a:solidFill>
                <a:latin typeface="Arial"/>
                <a:ea typeface="Arial"/>
                <a:cs typeface="Arial"/>
              </a:defRPr>
            </a:lvl3pPr>
            <a:lvl4pPr algn="l">
              <a:defRPr sz="1275" b="1">
                <a:solidFill>
                  <a:srgbClr val="B2182B"/>
                </a:solidFill>
                <a:latin typeface="Arial"/>
                <a:ea typeface="Arial"/>
                <a:cs typeface="Arial"/>
              </a:defRPr>
            </a:lvl4pPr>
            <a:lvl5pPr algn="l">
              <a:defRPr sz="1275" b="1">
                <a:solidFill>
                  <a:srgbClr val="B2182B"/>
                </a:solidFill>
                <a:latin typeface="Arial"/>
                <a:ea typeface="Arial"/>
                <a:cs typeface="Arial"/>
              </a:defRPr>
            </a:lvl5pPr>
            <a:lvl6pPr algn="l">
              <a:defRPr sz="1275" b="1">
                <a:solidFill>
                  <a:srgbClr val="B2182B"/>
                </a:solidFill>
                <a:latin typeface="Arial"/>
                <a:ea typeface="Arial"/>
                <a:cs typeface="Arial"/>
              </a:defRPr>
            </a:lvl6pPr>
            <a:lvl7pPr algn="l">
              <a:defRPr sz="1275" b="1">
                <a:solidFill>
                  <a:srgbClr val="B2182B"/>
                </a:solidFill>
                <a:latin typeface="Arial"/>
                <a:ea typeface="Arial"/>
                <a:cs typeface="Arial"/>
              </a:defRPr>
            </a:lvl7pPr>
            <a:lvl8pPr algn="l">
              <a:defRPr sz="1275" b="1">
                <a:solidFill>
                  <a:srgbClr val="B2182B"/>
                </a:solidFill>
                <a:latin typeface="Arial"/>
                <a:ea typeface="Arial"/>
                <a:cs typeface="Arial"/>
              </a:defRPr>
            </a:lvl8pPr>
            <a:lvl9pPr algn="l">
              <a:defRPr sz="1275" b="1">
                <a:solidFill>
                  <a:srgbClr val="B2182B"/>
                </a:solidFill>
                <a:latin typeface="Arial"/>
                <a:ea typeface="Arial"/>
                <a:cs typeface="Arial"/>
              </a:defRPr>
            </a:lvl9pPr>
          </a:lstStyle>
          <a:p xmlns:a="http://schemas.openxmlformats.org/drawingml/2006/main">
            <a:pPr algn="l">
              <a:defRPr sz="1275" b="1">
                <a:solidFill>
                  <a:srgbClr val="B2182B"/>
                </a:solidFill>
                <a:latin typeface="Arial"/>
                <a:ea typeface="Arial"/>
                <a:cs typeface="Arial"/>
              </a:defRPr>
            </a:pPr>
            <a:r>
              <a:rPr sz="1275" b="1">
                <a:solidFill>
                  <a:srgbClr val="B2182B"/>
                </a:solidFill>
                <a:latin typeface="Arial"/>
                <a:ea typeface="Arial"/>
                <a:cs typeface="Arial"/>
              </a:rPr>
              <a:t>Jul 10-20</a:t>
            </a:r>
          </a:p>
        </p:txBody>
      </p:sp>
      <p:sp>
        <p:nvSpPr>
          <p:cNvPr id="23" name="line_022">
            <a:extLst xmlns:a="http://schemas.openxmlformats.org/drawingml/2006/main">
              <a:ext uri="{FF2B5EF4-FFF2-40B4-BE49-F238E27FC236}">
                <a16:creationId xmlns:a16="http://schemas.microsoft.com/office/drawing/2014/main" id="{4FA17FA1-DF85-4032-81D6-FCCB975082EE}"/>
              </a:ext>
            </a:extLst>
          </p:cNvPr>
          <p:cNvSpPr>
            <a:spLocks xmlns:a="http://schemas.openxmlformats.org/drawingml/2006/main" noGrp="1"/>
          </p:cNvSpPr>
          <p:nvPr/>
        </p:nvSpPr>
        <p:spPr>
          <a:xfrm xmlns:a="http://schemas.openxmlformats.org/drawingml/2006/main">
            <a:off x="7207770" y="409575"/>
            <a:ext cx="95" cy="1381125"/>
          </a:xfrm>
          <a:custGeom xmlns:a="http://schemas.openxmlformats.org/drawingml/2006/main">
            <a:pathLst>
              <a:path w="95" h="1381125">
                <a:moveTo>
                  <a:pt x="0" y="0"/>
                </a:moveTo>
                <a:lnTo>
                  <a:pt x="0" y="1381125"/>
                </a:lnTo>
              </a:path>
            </a:pathLst>
          </a:custGeom>
          <a:noFill xmlns:a="http://schemas.openxmlformats.org/drawingml/2006/main"/>
          <a:ln xmlns:a="http://schemas.openxmlformats.org/drawingml/2006/main" w="6191">
            <a:solidFill>
              <a:srgbClr val="6A7278"/>
            </a:solidFill>
            <a:prstDash val="dash"/>
          </a:ln>
        </p:spPr>
      </p:sp>
      <p:sp>
        <p:nvSpPr>
          <p:cNvPr id="24" name="line_023">
            <a:extLst xmlns:a="http://schemas.openxmlformats.org/drawingml/2006/main">
              <a:ext uri="{FF2B5EF4-FFF2-40B4-BE49-F238E27FC236}">
                <a16:creationId xmlns:a16="http://schemas.microsoft.com/office/drawing/2014/main" id="{C88FF49E-6F4C-4D5F-82CA-3E47AE6DF8D9}"/>
              </a:ext>
            </a:extLst>
          </p:cNvPr>
          <p:cNvSpPr>
            <a:spLocks xmlns:a="http://schemas.openxmlformats.org/drawingml/2006/main" noGrp="1"/>
          </p:cNvSpPr>
          <p:nvPr/>
        </p:nvSpPr>
        <p:spPr>
          <a:xfrm xmlns:a="http://schemas.openxmlformats.org/drawingml/2006/main">
            <a:off x="7241082" y="409575"/>
            <a:ext cx="95" cy="1381125"/>
          </a:xfrm>
          <a:custGeom xmlns:a="http://schemas.openxmlformats.org/drawingml/2006/main">
            <a:pathLst>
              <a:path w="95" h="1381125">
                <a:moveTo>
                  <a:pt x="0" y="0"/>
                </a:moveTo>
                <a:lnTo>
                  <a:pt x="0" y="1381125"/>
                </a:lnTo>
              </a:path>
            </a:pathLst>
          </a:custGeom>
          <a:noFill xmlns:a="http://schemas.openxmlformats.org/drawingml/2006/main"/>
          <a:ln xmlns:a="http://schemas.openxmlformats.org/drawingml/2006/main" w="6191">
            <a:solidFill>
              <a:srgbClr val="6A7278"/>
            </a:solidFill>
            <a:prstDash val="dash"/>
          </a:ln>
        </p:spPr>
      </p:sp>
      <p:sp>
        <p:nvSpPr>
          <p:cNvPr id="25" name="line_024">
            <a:extLst xmlns:a="http://schemas.openxmlformats.org/drawingml/2006/main">
              <a:ext uri="{FF2B5EF4-FFF2-40B4-BE49-F238E27FC236}">
                <a16:creationId xmlns:a16="http://schemas.microsoft.com/office/drawing/2014/main" id="{92C5F4B6-3872-4887-8B12-4AE020AE2460}"/>
              </a:ext>
            </a:extLst>
          </p:cNvPr>
          <p:cNvSpPr>
            <a:spLocks xmlns:a="http://schemas.openxmlformats.org/drawingml/2006/main" noGrp="1"/>
          </p:cNvSpPr>
          <p:nvPr/>
        </p:nvSpPr>
        <p:spPr>
          <a:xfrm xmlns:a="http://schemas.openxmlformats.org/drawingml/2006/main">
            <a:off x="7274393" y="409575"/>
            <a:ext cx="95" cy="1381125"/>
          </a:xfrm>
          <a:custGeom xmlns:a="http://schemas.openxmlformats.org/drawingml/2006/main">
            <a:pathLst>
              <a:path w="95" h="1381125">
                <a:moveTo>
                  <a:pt x="0" y="0"/>
                </a:moveTo>
                <a:lnTo>
                  <a:pt x="0" y="1381125"/>
                </a:lnTo>
              </a:path>
            </a:pathLst>
          </a:custGeom>
          <a:noFill xmlns:a="http://schemas.openxmlformats.org/drawingml/2006/main"/>
          <a:ln xmlns:a="http://schemas.openxmlformats.org/drawingml/2006/main" w="6191">
            <a:solidFill>
              <a:srgbClr val="6A7278"/>
            </a:solidFill>
            <a:prstDash val="dash"/>
          </a:ln>
        </p:spPr>
      </p:sp>
      <p:sp>
        <p:nvSpPr>
          <p:cNvPr id="26" name="line_025">
            <a:extLst xmlns:a="http://schemas.openxmlformats.org/drawingml/2006/main">
              <a:ext uri="{FF2B5EF4-FFF2-40B4-BE49-F238E27FC236}">
                <a16:creationId xmlns:a16="http://schemas.microsoft.com/office/drawing/2014/main" id="{EE73EDE2-F0AA-412D-B370-4BEAE7B1C872}"/>
              </a:ext>
            </a:extLst>
          </p:cNvPr>
          <p:cNvSpPr>
            <a:spLocks xmlns:a="http://schemas.openxmlformats.org/drawingml/2006/main" noGrp="1"/>
          </p:cNvSpPr>
          <p:nvPr/>
        </p:nvSpPr>
        <p:spPr>
          <a:xfrm xmlns:a="http://schemas.openxmlformats.org/drawingml/2006/main">
            <a:off x="7307705" y="409575"/>
            <a:ext cx="95" cy="1381125"/>
          </a:xfrm>
          <a:custGeom xmlns:a="http://schemas.openxmlformats.org/drawingml/2006/main">
            <a:pathLst>
              <a:path w="95" h="1381125">
                <a:moveTo>
                  <a:pt x="0" y="0"/>
                </a:moveTo>
                <a:lnTo>
                  <a:pt x="0" y="1381125"/>
                </a:lnTo>
              </a:path>
            </a:pathLst>
          </a:custGeom>
          <a:noFill xmlns:a="http://schemas.openxmlformats.org/drawingml/2006/main"/>
          <a:ln xmlns:a="http://schemas.openxmlformats.org/drawingml/2006/main" w="6191">
            <a:solidFill>
              <a:srgbClr val="6A7278"/>
            </a:solidFill>
            <a:prstDash val="dash"/>
          </a:ln>
        </p:spPr>
      </p:sp>
      <p:sp>
        <p:nvSpPr>
          <p:cNvPr id="27" name="line_026">
            <a:extLst xmlns:a="http://schemas.openxmlformats.org/drawingml/2006/main">
              <a:ext uri="{FF2B5EF4-FFF2-40B4-BE49-F238E27FC236}">
                <a16:creationId xmlns:a16="http://schemas.microsoft.com/office/drawing/2014/main" id="{2B51978F-A3BE-417B-9FDE-D7D09B59AB82}"/>
              </a:ext>
            </a:extLst>
          </p:cNvPr>
          <p:cNvSpPr>
            <a:spLocks xmlns:a="http://schemas.openxmlformats.org/drawingml/2006/main" noGrp="1"/>
          </p:cNvSpPr>
          <p:nvPr/>
        </p:nvSpPr>
        <p:spPr>
          <a:xfrm xmlns:a="http://schemas.openxmlformats.org/drawingml/2006/main">
            <a:off x="7341016" y="409575"/>
            <a:ext cx="95" cy="1381125"/>
          </a:xfrm>
          <a:custGeom xmlns:a="http://schemas.openxmlformats.org/drawingml/2006/main">
            <a:pathLst>
              <a:path w="95" h="1381125">
                <a:moveTo>
                  <a:pt x="0" y="0"/>
                </a:moveTo>
                <a:lnTo>
                  <a:pt x="0" y="1381125"/>
                </a:lnTo>
              </a:path>
            </a:pathLst>
          </a:custGeom>
          <a:noFill xmlns:a="http://schemas.openxmlformats.org/drawingml/2006/main"/>
          <a:ln xmlns:a="http://schemas.openxmlformats.org/drawingml/2006/main" w="6191">
            <a:solidFill>
              <a:srgbClr val="6A7278"/>
            </a:solidFill>
            <a:prstDash val="dash"/>
          </a:ln>
        </p:spPr>
      </p:sp>
      <p:pic>
        <p:nvPicPr>
          <p:cNvPr id="28" name="">
            <a:extLst xmlns:a="http://schemas.openxmlformats.org/drawingml/2006/main">
              <a:ext uri="{FF2B5EF4-FFF2-40B4-BE49-F238E27FC236}">
                <a16:creationId xmlns:a16="http://schemas.microsoft.com/office/drawing/2014/main" id="{F1616450-4A81-4BC1-B56E-B48CF45A64BD}"/>
              </a:ext>
            </a:extLst>
          </p:cNvPr>
          <p:cNvPicPr>
            <a:picLocks xmlns:a="http://schemas.openxmlformats.org/drawingml/2006/main" noChangeAspect="1"/>
          </p:cNvPicPr>
          <p:nvPr/>
        </p:nvPicPr>
        <p:blipFill>
          <a:blip xmlns:r="http://schemas.openxmlformats.org/officeDocument/2006/relationships" xmlns:a="http://schemas.openxmlformats.org/drawingml/2006/main" r:embed="R7d9cede297ea44c0"/>
          <a:stretch xmlns:a="http://schemas.openxmlformats.org/drawingml/2006/main"/>
        </p:blipFill>
        <p:spPr>
          <a:xfrm xmlns:a="http://schemas.openxmlformats.org/drawingml/2006/main">
            <a:off x="7715250" y="2238375"/>
            <a:ext cx="4857750" cy="123825"/>
          </a:xfrm>
          <a:prstGeom xmlns:a="http://schemas.openxmlformats.org/drawingml/2006/main" prst="rect">
            <a:avLst/>
          </a:prstGeom>
        </p:spPr>
      </p:pic>
      <p:sp>
        <p:nvSpPr>
          <p:cNvPr id="29" name="text_028">
            <a:extLst xmlns:a="http://schemas.openxmlformats.org/drawingml/2006/main">
              <a:ext uri="{FF2B5EF4-FFF2-40B4-BE49-F238E27FC236}">
                <a16:creationId xmlns:a16="http://schemas.microsoft.com/office/drawing/2014/main" id="{1C17921B-A12A-4D96-A2F4-AD2F0CA67070}"/>
              </a:ext>
            </a:extLst>
          </p:cNvPr>
          <p:cNvSpPr>
            <a:spLocks xmlns:a="http://schemas.openxmlformats.org/drawingml/2006/main" noGrp="1"/>
          </p:cNvSpPr>
          <p:nvPr/>
        </p:nvSpPr>
        <p:spPr>
          <a:xfrm xmlns:a="http://schemas.openxmlformats.org/drawingml/2006/main" rot="0">
            <a:off x="7410450" y="2390775"/>
            <a:ext cx="609600" cy="22860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xmlns:a="http://schemas.openxmlformats.org/drawingml/2006/main">
            <a:pPr algn="ctr">
              <a:defRPr sz="1200" b="0">
                <a:solidFill>
                  <a:srgbClr val="000000"/>
                </a:solidFill>
                <a:latin typeface="Arial"/>
                <a:ea typeface="Arial"/>
                <a:cs typeface="Arial"/>
              </a:defRPr>
            </a:pPr>
            <a:r>
              <a:rPr sz="1200" b="0">
                <a:solidFill>
                  <a:srgbClr val="000000"/>
                </a:solidFill>
                <a:latin typeface="Arial"/>
                <a:ea typeface="Arial"/>
                <a:cs typeface="Arial"/>
              </a:rPr>
              <a:t>0</a:t>
            </a:r>
          </a:p>
        </p:txBody>
      </p:sp>
      <p:sp>
        <p:nvSpPr>
          <p:cNvPr id="30" name="text_029">
            <a:extLst xmlns:a="http://schemas.openxmlformats.org/drawingml/2006/main">
              <a:ext uri="{FF2B5EF4-FFF2-40B4-BE49-F238E27FC236}">
                <a16:creationId xmlns:a16="http://schemas.microsoft.com/office/drawing/2014/main" id="{4528C496-7FE1-4808-AE02-0F3F40A6A2B1}"/>
              </a:ext>
            </a:extLst>
          </p:cNvPr>
          <p:cNvSpPr>
            <a:spLocks xmlns:a="http://schemas.openxmlformats.org/drawingml/2006/main" noGrp="1"/>
          </p:cNvSpPr>
          <p:nvPr/>
        </p:nvSpPr>
        <p:spPr>
          <a:xfrm xmlns:a="http://schemas.openxmlformats.org/drawingml/2006/main" rot="0">
            <a:off x="8588086" y="2390775"/>
            <a:ext cx="609600" cy="22860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xmlns:a="http://schemas.openxmlformats.org/drawingml/2006/main">
            <a:pPr algn="ctr">
              <a:defRPr sz="1200" b="0">
                <a:solidFill>
                  <a:srgbClr val="000000"/>
                </a:solidFill>
                <a:latin typeface="Arial"/>
                <a:ea typeface="Arial"/>
                <a:cs typeface="Arial"/>
              </a:defRPr>
            </a:pPr>
            <a:r>
              <a:rPr sz="1200" b="0">
                <a:solidFill>
                  <a:srgbClr val="000000"/>
                </a:solidFill>
                <a:latin typeface="Arial"/>
                <a:ea typeface="Arial"/>
                <a:cs typeface="Arial"/>
              </a:rPr>
              <a:t>40</a:t>
            </a:r>
          </a:p>
        </p:txBody>
      </p:sp>
      <p:sp>
        <p:nvSpPr>
          <p:cNvPr id="31" name="text_030">
            <a:extLst xmlns:a="http://schemas.openxmlformats.org/drawingml/2006/main">
              <a:ext uri="{FF2B5EF4-FFF2-40B4-BE49-F238E27FC236}">
                <a16:creationId xmlns:a16="http://schemas.microsoft.com/office/drawing/2014/main" id="{D945B940-8D43-4B91-8143-429402F72572}"/>
              </a:ext>
            </a:extLst>
          </p:cNvPr>
          <p:cNvSpPr>
            <a:spLocks xmlns:a="http://schemas.openxmlformats.org/drawingml/2006/main" noGrp="1"/>
          </p:cNvSpPr>
          <p:nvPr/>
        </p:nvSpPr>
        <p:spPr>
          <a:xfrm xmlns:a="http://schemas.openxmlformats.org/drawingml/2006/main" rot="0">
            <a:off x="9765723" y="2390775"/>
            <a:ext cx="609600" cy="22860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xmlns:a="http://schemas.openxmlformats.org/drawingml/2006/main">
            <a:pPr algn="ctr">
              <a:defRPr sz="1200" b="0">
                <a:solidFill>
                  <a:srgbClr val="000000"/>
                </a:solidFill>
                <a:latin typeface="Arial"/>
                <a:ea typeface="Arial"/>
                <a:cs typeface="Arial"/>
              </a:defRPr>
            </a:pPr>
            <a:r>
              <a:rPr sz="1200" b="0">
                <a:solidFill>
                  <a:srgbClr val="000000"/>
                </a:solidFill>
                <a:latin typeface="Arial"/>
                <a:ea typeface="Arial"/>
                <a:cs typeface="Arial"/>
              </a:rPr>
              <a:t>80</a:t>
            </a:r>
          </a:p>
        </p:txBody>
      </p:sp>
      <p:sp>
        <p:nvSpPr>
          <p:cNvPr id="32" name="text_031">
            <a:extLst xmlns:a="http://schemas.openxmlformats.org/drawingml/2006/main">
              <a:ext uri="{FF2B5EF4-FFF2-40B4-BE49-F238E27FC236}">
                <a16:creationId xmlns:a16="http://schemas.microsoft.com/office/drawing/2014/main" id="{394B912E-AF9E-4B8C-9CD3-BCB6E9384D62}"/>
              </a:ext>
            </a:extLst>
          </p:cNvPr>
          <p:cNvSpPr>
            <a:spLocks xmlns:a="http://schemas.openxmlformats.org/drawingml/2006/main" noGrp="1"/>
          </p:cNvSpPr>
          <p:nvPr/>
        </p:nvSpPr>
        <p:spPr>
          <a:xfrm xmlns:a="http://schemas.openxmlformats.org/drawingml/2006/main" rot="0">
            <a:off x="10943359" y="2390775"/>
            <a:ext cx="609600" cy="22860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xmlns:a="http://schemas.openxmlformats.org/drawingml/2006/main">
            <a:pPr algn="ctr">
              <a:defRPr sz="1200" b="0">
                <a:solidFill>
                  <a:srgbClr val="000000"/>
                </a:solidFill>
                <a:latin typeface="Arial"/>
                <a:ea typeface="Arial"/>
                <a:cs typeface="Arial"/>
              </a:defRPr>
            </a:pPr>
            <a:r>
              <a:rPr sz="1200" b="0">
                <a:solidFill>
                  <a:srgbClr val="000000"/>
                </a:solidFill>
                <a:latin typeface="Arial"/>
                <a:ea typeface="Arial"/>
                <a:cs typeface="Arial"/>
              </a:rPr>
              <a:t>120</a:t>
            </a:r>
          </a:p>
        </p:txBody>
      </p:sp>
      <p:sp>
        <p:nvSpPr>
          <p:cNvPr id="33" name="text_032">
            <a:extLst xmlns:a="http://schemas.openxmlformats.org/drawingml/2006/main">
              <a:ext uri="{FF2B5EF4-FFF2-40B4-BE49-F238E27FC236}">
                <a16:creationId xmlns:a16="http://schemas.microsoft.com/office/drawing/2014/main" id="{B6A45E34-8104-4846-ABD2-D41FA326601B}"/>
              </a:ext>
            </a:extLst>
          </p:cNvPr>
          <p:cNvSpPr>
            <a:spLocks xmlns:a="http://schemas.openxmlformats.org/drawingml/2006/main" noGrp="1"/>
          </p:cNvSpPr>
          <p:nvPr/>
        </p:nvSpPr>
        <p:spPr>
          <a:xfrm xmlns:a="http://schemas.openxmlformats.org/drawingml/2006/main" rot="0">
            <a:off x="12268200" y="2390775"/>
            <a:ext cx="609600" cy="22860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xmlns:a="http://schemas.openxmlformats.org/drawingml/2006/main">
            <a:pPr algn="ctr">
              <a:defRPr sz="1200" b="0">
                <a:solidFill>
                  <a:srgbClr val="000000"/>
                </a:solidFill>
                <a:latin typeface="Arial"/>
                <a:ea typeface="Arial"/>
                <a:cs typeface="Arial"/>
              </a:defRPr>
            </a:pPr>
            <a:r>
              <a:rPr sz="1200" b="0">
                <a:solidFill>
                  <a:srgbClr val="000000"/>
                </a:solidFill>
                <a:latin typeface="Arial"/>
                <a:ea typeface="Arial"/>
                <a:cs typeface="Arial"/>
              </a:rPr>
              <a:t>165</a:t>
            </a:r>
          </a:p>
        </p:txBody>
      </p:sp>
      <p:sp>
        <p:nvSpPr>
          <p:cNvPr id="34" name="text_033">
            <a:extLst xmlns:a="http://schemas.openxmlformats.org/drawingml/2006/main">
              <a:ext uri="{FF2B5EF4-FFF2-40B4-BE49-F238E27FC236}">
                <a16:creationId xmlns:a16="http://schemas.microsoft.com/office/drawing/2014/main" id="{0C6464F1-9A4F-467F-9B5E-DC0B07446D0C}"/>
              </a:ext>
            </a:extLst>
          </p:cNvPr>
          <p:cNvSpPr>
            <a:spLocks xmlns:a="http://schemas.openxmlformats.org/drawingml/2006/main" noGrp="1"/>
          </p:cNvSpPr>
          <p:nvPr/>
        </p:nvSpPr>
        <p:spPr>
          <a:xfrm xmlns:a="http://schemas.openxmlformats.org/drawingml/2006/main" rot="0">
            <a:off x="7715250" y="2686050"/>
            <a:ext cx="4857750" cy="219075"/>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275" b="0">
                <a:solidFill>
                  <a:srgbClr val="000000"/>
                </a:solidFill>
                <a:latin typeface="Arial"/>
                <a:ea typeface="Arial"/>
                <a:cs typeface="Arial"/>
              </a:defRPr>
            </a:defPPr>
            <a:lvl1pPr algn="ctr">
              <a:defRPr sz="1275" b="0">
                <a:solidFill>
                  <a:srgbClr val="000000"/>
                </a:solidFill>
                <a:latin typeface="Arial"/>
                <a:ea typeface="Arial"/>
                <a:cs typeface="Arial"/>
              </a:defRPr>
            </a:lvl1pPr>
            <a:lvl2pPr algn="ctr">
              <a:defRPr sz="1275" b="0">
                <a:solidFill>
                  <a:srgbClr val="000000"/>
                </a:solidFill>
                <a:latin typeface="Arial"/>
                <a:ea typeface="Arial"/>
                <a:cs typeface="Arial"/>
              </a:defRPr>
            </a:lvl2pPr>
            <a:lvl3pPr algn="ctr">
              <a:defRPr sz="1275" b="0">
                <a:solidFill>
                  <a:srgbClr val="000000"/>
                </a:solidFill>
                <a:latin typeface="Arial"/>
                <a:ea typeface="Arial"/>
                <a:cs typeface="Arial"/>
              </a:defRPr>
            </a:lvl3pPr>
            <a:lvl4pPr algn="ctr">
              <a:defRPr sz="1275" b="0">
                <a:solidFill>
                  <a:srgbClr val="000000"/>
                </a:solidFill>
                <a:latin typeface="Arial"/>
                <a:ea typeface="Arial"/>
                <a:cs typeface="Arial"/>
              </a:defRPr>
            </a:lvl4pPr>
            <a:lvl5pPr algn="ctr">
              <a:defRPr sz="1275" b="0">
                <a:solidFill>
                  <a:srgbClr val="000000"/>
                </a:solidFill>
                <a:latin typeface="Arial"/>
                <a:ea typeface="Arial"/>
                <a:cs typeface="Arial"/>
              </a:defRPr>
            </a:lvl5pPr>
            <a:lvl6pPr algn="ctr">
              <a:defRPr sz="1275" b="0">
                <a:solidFill>
                  <a:srgbClr val="000000"/>
                </a:solidFill>
                <a:latin typeface="Arial"/>
                <a:ea typeface="Arial"/>
                <a:cs typeface="Arial"/>
              </a:defRPr>
            </a:lvl6pPr>
            <a:lvl7pPr algn="ctr">
              <a:defRPr sz="1275" b="0">
                <a:solidFill>
                  <a:srgbClr val="000000"/>
                </a:solidFill>
                <a:latin typeface="Arial"/>
                <a:ea typeface="Arial"/>
                <a:cs typeface="Arial"/>
              </a:defRPr>
            </a:lvl7pPr>
            <a:lvl8pPr algn="ctr">
              <a:defRPr sz="1275" b="0">
                <a:solidFill>
                  <a:srgbClr val="000000"/>
                </a:solidFill>
                <a:latin typeface="Arial"/>
                <a:ea typeface="Arial"/>
                <a:cs typeface="Arial"/>
              </a:defRPr>
            </a:lvl8pPr>
            <a:lvl9pPr algn="ctr">
              <a:defRPr sz="1275" b="0">
                <a:solidFill>
                  <a:srgbClr val="000000"/>
                </a:solidFill>
                <a:latin typeface="Arial"/>
                <a:ea typeface="Arial"/>
                <a:cs typeface="Arial"/>
              </a:defRPr>
            </a:lvl9pPr>
          </a:lstStyle>
          <a:p xmlns:a="http://schemas.openxmlformats.org/drawingml/2006/main">
            <a:pPr algn="ctr">
              <a:defRPr sz="1275" b="0">
                <a:solidFill>
                  <a:srgbClr val="000000"/>
                </a:solidFill>
                <a:latin typeface="Arial"/>
                <a:ea typeface="Arial"/>
                <a:cs typeface="Arial"/>
              </a:defRPr>
            </a:pPr>
            <a:r>
              <a:rPr sz="1275" b="0">
                <a:solidFill>
                  <a:srgbClr val="000000"/>
                </a:solidFill>
                <a:latin typeface="Arial"/>
                <a:ea typeface="Arial"/>
                <a:cs typeface="Arial"/>
              </a:rPr>
              <a:t>Panel (a): concentration (ug m-3)</a:t>
            </a:r>
          </a:p>
        </p:txBody>
      </p:sp>
      <p:sp>
        <p:nvSpPr>
          <p:cNvPr id="35" name="text_034">
            <a:extLst xmlns:a="http://schemas.openxmlformats.org/drawingml/2006/main">
              <a:ext uri="{FF2B5EF4-FFF2-40B4-BE49-F238E27FC236}">
                <a16:creationId xmlns:a16="http://schemas.microsoft.com/office/drawing/2014/main" id="{A3BB4511-4DA9-450D-B014-99B6CA6CF5E4}"/>
              </a:ext>
            </a:extLst>
          </p:cNvPr>
          <p:cNvSpPr>
            <a:spLocks xmlns:a="http://schemas.openxmlformats.org/drawingml/2006/main" noGrp="1"/>
          </p:cNvSpPr>
          <p:nvPr/>
        </p:nvSpPr>
        <p:spPr>
          <a:xfrm xmlns:a="http://schemas.openxmlformats.org/drawingml/2006/main" rot="0">
            <a:off x="171450" y="2686050"/>
            <a:ext cx="7334250" cy="295275"/>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875" b="1">
                <a:solidFill>
                  <a:srgbClr val="000000"/>
                </a:solidFill>
                <a:latin typeface="Arial"/>
                <a:ea typeface="Arial"/>
                <a:cs typeface="Arial"/>
              </a:defRPr>
            </a:defPPr>
            <a:lvl1pPr algn="l">
              <a:defRPr sz="1875" b="1">
                <a:solidFill>
                  <a:srgbClr val="000000"/>
                </a:solidFill>
                <a:latin typeface="Arial"/>
                <a:ea typeface="Arial"/>
                <a:cs typeface="Arial"/>
              </a:defRPr>
            </a:lvl1pPr>
            <a:lvl2pPr algn="l">
              <a:defRPr sz="1875" b="1">
                <a:solidFill>
                  <a:srgbClr val="000000"/>
                </a:solidFill>
                <a:latin typeface="Arial"/>
                <a:ea typeface="Arial"/>
                <a:cs typeface="Arial"/>
              </a:defRPr>
            </a:lvl2pPr>
            <a:lvl3pPr algn="l">
              <a:defRPr sz="1875" b="1">
                <a:solidFill>
                  <a:srgbClr val="000000"/>
                </a:solidFill>
                <a:latin typeface="Arial"/>
                <a:ea typeface="Arial"/>
                <a:cs typeface="Arial"/>
              </a:defRPr>
            </a:lvl3pPr>
            <a:lvl4pPr algn="l">
              <a:defRPr sz="1875" b="1">
                <a:solidFill>
                  <a:srgbClr val="000000"/>
                </a:solidFill>
                <a:latin typeface="Arial"/>
                <a:ea typeface="Arial"/>
                <a:cs typeface="Arial"/>
              </a:defRPr>
            </a:lvl4pPr>
            <a:lvl5pPr algn="l">
              <a:defRPr sz="1875" b="1">
                <a:solidFill>
                  <a:srgbClr val="000000"/>
                </a:solidFill>
                <a:latin typeface="Arial"/>
                <a:ea typeface="Arial"/>
                <a:cs typeface="Arial"/>
              </a:defRPr>
            </a:lvl5pPr>
            <a:lvl6pPr algn="l">
              <a:defRPr sz="1875" b="1">
                <a:solidFill>
                  <a:srgbClr val="000000"/>
                </a:solidFill>
                <a:latin typeface="Arial"/>
                <a:ea typeface="Arial"/>
                <a:cs typeface="Arial"/>
              </a:defRPr>
            </a:lvl6pPr>
            <a:lvl7pPr algn="l">
              <a:defRPr sz="1875" b="1">
                <a:solidFill>
                  <a:srgbClr val="000000"/>
                </a:solidFill>
                <a:latin typeface="Arial"/>
                <a:ea typeface="Arial"/>
                <a:cs typeface="Arial"/>
              </a:defRPr>
            </a:lvl7pPr>
            <a:lvl8pPr algn="l">
              <a:defRPr sz="1875" b="1">
                <a:solidFill>
                  <a:srgbClr val="000000"/>
                </a:solidFill>
                <a:latin typeface="Arial"/>
                <a:ea typeface="Arial"/>
                <a:cs typeface="Arial"/>
              </a:defRPr>
            </a:lvl8pPr>
            <a:lvl9pPr algn="l">
              <a:defRPr sz="1875" b="1">
                <a:solidFill>
                  <a:srgbClr val="000000"/>
                </a:solidFill>
                <a:latin typeface="Arial"/>
                <a:ea typeface="Arial"/>
                <a:cs typeface="Arial"/>
              </a:defRPr>
            </a:lvl9pPr>
          </a:lstStyle>
          <a:p xmlns:a="http://schemas.openxmlformats.org/drawingml/2006/main">
            <a:pPr algn="l">
              <a:defRPr sz="1875" b="1">
                <a:solidFill>
                  <a:srgbClr val="000000"/>
                </a:solidFill>
                <a:latin typeface="Arial"/>
                <a:ea typeface="Arial"/>
                <a:cs typeface="Arial"/>
              </a:defRPr>
            </a:pPr>
            <a:r>
              <a:rPr sz="1875" b="1">
                <a:solidFill>
                  <a:srgbClr val="000000"/>
                </a:solidFill>
                <a:latin typeface="Arial"/>
                <a:ea typeface="Arial"/>
                <a:cs typeface="Arial"/>
              </a:rPr>
              <a:t>(b) Supplied concentration fields: Jul 12-16</a:t>
            </a:r>
          </a:p>
        </p:txBody>
      </p:sp>
      <p:sp>
        <p:nvSpPr>
          <p:cNvPr id="36" name="text_035">
            <a:extLst xmlns:a="http://schemas.openxmlformats.org/drawingml/2006/main">
              <a:ext uri="{FF2B5EF4-FFF2-40B4-BE49-F238E27FC236}">
                <a16:creationId xmlns:a16="http://schemas.microsoft.com/office/drawing/2014/main" id="{3AD4A2F2-3428-4073-8F66-4BCDFB576408}"/>
              </a:ext>
            </a:extLst>
          </p:cNvPr>
          <p:cNvSpPr>
            <a:spLocks xmlns:a="http://schemas.openxmlformats.org/drawingml/2006/main" noGrp="1"/>
          </p:cNvSpPr>
          <p:nvPr/>
        </p:nvSpPr>
        <p:spPr>
          <a:xfrm xmlns:a="http://schemas.openxmlformats.org/drawingml/2006/main" rot="0">
            <a:off x="571500" y="2981325"/>
            <a:ext cx="2428875" cy="2476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575" b="1">
                <a:solidFill>
                  <a:srgbClr val="000000"/>
                </a:solidFill>
                <a:latin typeface="Arial"/>
                <a:ea typeface="Arial"/>
                <a:cs typeface="Arial"/>
              </a:defRPr>
            </a:defPPr>
            <a:lvl1pPr algn="ctr">
              <a:defRPr sz="1575" b="1">
                <a:solidFill>
                  <a:srgbClr val="000000"/>
                </a:solidFill>
                <a:latin typeface="Arial"/>
                <a:ea typeface="Arial"/>
                <a:cs typeface="Arial"/>
              </a:defRPr>
            </a:lvl1pPr>
            <a:lvl2pPr algn="ctr">
              <a:defRPr sz="1575" b="1">
                <a:solidFill>
                  <a:srgbClr val="000000"/>
                </a:solidFill>
                <a:latin typeface="Arial"/>
                <a:ea typeface="Arial"/>
                <a:cs typeface="Arial"/>
              </a:defRPr>
            </a:lvl2pPr>
            <a:lvl3pPr algn="ctr">
              <a:defRPr sz="1575" b="1">
                <a:solidFill>
                  <a:srgbClr val="000000"/>
                </a:solidFill>
                <a:latin typeface="Arial"/>
                <a:ea typeface="Arial"/>
                <a:cs typeface="Arial"/>
              </a:defRPr>
            </a:lvl3pPr>
            <a:lvl4pPr algn="ctr">
              <a:defRPr sz="1575" b="1">
                <a:solidFill>
                  <a:srgbClr val="000000"/>
                </a:solidFill>
                <a:latin typeface="Arial"/>
                <a:ea typeface="Arial"/>
                <a:cs typeface="Arial"/>
              </a:defRPr>
            </a:lvl4pPr>
            <a:lvl5pPr algn="ctr">
              <a:defRPr sz="1575" b="1">
                <a:solidFill>
                  <a:srgbClr val="000000"/>
                </a:solidFill>
                <a:latin typeface="Arial"/>
                <a:ea typeface="Arial"/>
                <a:cs typeface="Arial"/>
              </a:defRPr>
            </a:lvl5pPr>
            <a:lvl6pPr algn="ctr">
              <a:defRPr sz="1575" b="1">
                <a:solidFill>
                  <a:srgbClr val="000000"/>
                </a:solidFill>
                <a:latin typeface="Arial"/>
                <a:ea typeface="Arial"/>
                <a:cs typeface="Arial"/>
              </a:defRPr>
            </a:lvl6pPr>
            <a:lvl7pPr algn="ctr">
              <a:defRPr sz="1575" b="1">
                <a:solidFill>
                  <a:srgbClr val="000000"/>
                </a:solidFill>
                <a:latin typeface="Arial"/>
                <a:ea typeface="Arial"/>
                <a:cs typeface="Arial"/>
              </a:defRPr>
            </a:lvl7pPr>
            <a:lvl8pPr algn="ctr">
              <a:defRPr sz="1575" b="1">
                <a:solidFill>
                  <a:srgbClr val="000000"/>
                </a:solidFill>
                <a:latin typeface="Arial"/>
                <a:ea typeface="Arial"/>
                <a:cs typeface="Arial"/>
              </a:defRPr>
            </a:lvl8pPr>
            <a:lvl9pPr algn="ctr">
              <a:defRPr sz="1575" b="1">
                <a:solidFill>
                  <a:srgbClr val="000000"/>
                </a:solidFill>
                <a:latin typeface="Arial"/>
                <a:ea typeface="Arial"/>
                <a:cs typeface="Arial"/>
              </a:defRPr>
            </a:lvl9pPr>
          </a:lstStyle>
          <a:p xmlns:a="http://schemas.openxmlformats.org/drawingml/2006/main">
            <a:pPr algn="ctr">
              <a:defRPr sz="1575" b="1">
                <a:solidFill>
                  <a:srgbClr val="000000"/>
                </a:solidFill>
                <a:latin typeface="Arial"/>
                <a:ea typeface="Arial"/>
                <a:cs typeface="Arial"/>
              </a:defRPr>
            </a:pPr>
            <a:r>
              <a:rPr sz="1575" b="1">
                <a:solidFill>
                  <a:srgbClr val="000000"/>
                </a:solidFill>
                <a:latin typeface="Arial"/>
                <a:ea typeface="Arial"/>
                <a:cs typeface="Arial"/>
              </a:rPr>
              <a:t>2000-07-12</a:t>
            </a:r>
          </a:p>
        </p:txBody>
      </p:sp>
      <p:pic>
        <p:nvPicPr>
          <p:cNvPr id="37" name="">
            <a:extLst xmlns:a="http://schemas.openxmlformats.org/drawingml/2006/main">
              <a:ext uri="{FF2B5EF4-FFF2-40B4-BE49-F238E27FC236}">
                <a16:creationId xmlns:a16="http://schemas.microsoft.com/office/drawing/2014/main" id="{10592960-40A0-477C-8E0B-82BADF166301}"/>
              </a:ext>
            </a:extLst>
          </p:cNvPr>
          <p:cNvPicPr>
            <a:picLocks xmlns:a="http://schemas.openxmlformats.org/drawingml/2006/main" noChangeAspect="1"/>
          </p:cNvPicPr>
          <p:nvPr/>
        </p:nvPicPr>
        <p:blipFill>
          <a:blip xmlns:r="http://schemas.openxmlformats.org/officeDocument/2006/relationships" xmlns:a="http://schemas.openxmlformats.org/drawingml/2006/main" r:embed="R821bd0b9183f4d2f"/>
          <a:stretch xmlns:a="http://schemas.openxmlformats.org/drawingml/2006/main"/>
        </p:blipFill>
        <p:spPr>
          <a:xfrm xmlns:a="http://schemas.openxmlformats.org/drawingml/2006/main">
            <a:off x="666880" y="3257550"/>
            <a:ext cx="2238115" cy="2221308"/>
          </a:xfrm>
          <a:prstGeom xmlns:a="http://schemas.openxmlformats.org/drawingml/2006/main" prst="rect">
            <a:avLst/>
          </a:prstGeom>
        </p:spPr>
      </p:pic>
      <p:sp>
        <p:nvSpPr>
          <p:cNvPr id="38" name="rect_037">
            <a:extLst xmlns:a="http://schemas.openxmlformats.org/drawingml/2006/main">
              <a:ext uri="{FF2B5EF4-FFF2-40B4-BE49-F238E27FC236}">
                <a16:creationId xmlns:a16="http://schemas.microsoft.com/office/drawing/2014/main" id="{14A9E20B-C016-4C51-8D47-7CCFB3FCE11B}"/>
              </a:ext>
            </a:extLst>
          </p:cNvPr>
          <p:cNvSpPr>
            <a:spLocks xmlns:a="http://schemas.openxmlformats.org/drawingml/2006/main" noGrp="1"/>
          </p:cNvSpPr>
          <p:nvPr/>
        </p:nvSpPr>
        <p:spPr>
          <a:xfrm xmlns:a="http://schemas.openxmlformats.org/drawingml/2006/main" rot="0">
            <a:off x="666750" y="3257550"/>
            <a:ext cx="2238375" cy="2221308"/>
          </a:xfrm>
          <a:prstGeom xmlns:a="http://schemas.openxmlformats.org/drawingml/2006/main" prst="rect">
            <a:avLst/>
          </a:prstGeom>
          <a:noFill xmlns:a="http://schemas.openxmlformats.org/drawingml/2006/main"/>
          <a:ln xmlns:a="http://schemas.openxmlformats.org/drawingml/2006/main" w="6191">
            <a:solidFill>
              <a:srgbClr val="6A7278"/>
            </a:solidFill>
            <a:prstDash val="solid"/>
          </a:ln>
        </p:spPr>
      </p:sp>
      <p:sp>
        <p:nvSpPr>
          <p:cNvPr id="39" name="text_038">
            <a:extLst xmlns:a="http://schemas.openxmlformats.org/drawingml/2006/main">
              <a:ext uri="{FF2B5EF4-FFF2-40B4-BE49-F238E27FC236}">
                <a16:creationId xmlns:a16="http://schemas.microsoft.com/office/drawing/2014/main" id="{A4726896-02E7-4577-97BD-51E3E506AF18}"/>
              </a:ext>
            </a:extLst>
          </p:cNvPr>
          <p:cNvSpPr>
            <a:spLocks xmlns:a="http://schemas.openxmlformats.org/drawingml/2006/main" noGrp="1"/>
          </p:cNvSpPr>
          <p:nvPr/>
        </p:nvSpPr>
        <p:spPr>
          <a:xfrm xmlns:a="http://schemas.openxmlformats.org/drawingml/2006/main" rot="0">
            <a:off x="428625" y="5526483"/>
            <a:ext cx="47625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xmlns:a="http://schemas.openxmlformats.org/drawingml/2006/main">
            <a:pPr algn="ctr">
              <a:defRPr sz="1125" b="0">
                <a:solidFill>
                  <a:srgbClr val="000000"/>
                </a:solidFill>
                <a:latin typeface="Arial"/>
                <a:ea typeface="Arial"/>
                <a:cs typeface="Arial"/>
              </a:defRPr>
            </a:pPr>
            <a:r>
              <a:rPr sz="1125" b="0">
                <a:solidFill>
                  <a:srgbClr val="000000"/>
                </a:solidFill>
                <a:latin typeface="Arial"/>
                <a:ea typeface="Arial"/>
                <a:cs typeface="Arial"/>
              </a:rPr>
              <a:t>102</a:t>
            </a:r>
          </a:p>
        </p:txBody>
      </p:sp>
      <p:sp>
        <p:nvSpPr>
          <p:cNvPr id="40" name="text_039">
            <a:extLst xmlns:a="http://schemas.openxmlformats.org/drawingml/2006/main">
              <a:ext uri="{FF2B5EF4-FFF2-40B4-BE49-F238E27FC236}">
                <a16:creationId xmlns:a16="http://schemas.microsoft.com/office/drawing/2014/main" id="{86DE5756-1588-49AD-B69C-49A3C10D3708}"/>
              </a:ext>
            </a:extLst>
          </p:cNvPr>
          <p:cNvSpPr>
            <a:spLocks xmlns:a="http://schemas.openxmlformats.org/drawingml/2006/main" noGrp="1"/>
          </p:cNvSpPr>
          <p:nvPr/>
        </p:nvSpPr>
        <p:spPr>
          <a:xfrm xmlns:a="http://schemas.openxmlformats.org/drawingml/2006/main" rot="0">
            <a:off x="1547812" y="5526483"/>
            <a:ext cx="47625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xmlns:a="http://schemas.openxmlformats.org/drawingml/2006/main">
            <a:pPr algn="ctr">
              <a:defRPr sz="1125" b="0">
                <a:solidFill>
                  <a:srgbClr val="000000"/>
                </a:solidFill>
                <a:latin typeface="Arial"/>
                <a:ea typeface="Arial"/>
                <a:cs typeface="Arial"/>
              </a:defRPr>
            </a:pPr>
            <a:r>
              <a:rPr sz="1125" b="0">
                <a:solidFill>
                  <a:srgbClr val="000000"/>
                </a:solidFill>
                <a:latin typeface="Arial"/>
                <a:ea typeface="Arial"/>
                <a:cs typeface="Arial"/>
              </a:rPr>
              <a:t>108</a:t>
            </a:r>
          </a:p>
        </p:txBody>
      </p:sp>
      <p:sp>
        <p:nvSpPr>
          <p:cNvPr id="41" name="text_040">
            <a:extLst xmlns:a="http://schemas.openxmlformats.org/drawingml/2006/main">
              <a:ext uri="{FF2B5EF4-FFF2-40B4-BE49-F238E27FC236}">
                <a16:creationId xmlns:a16="http://schemas.microsoft.com/office/drawing/2014/main" id="{2791857D-AF79-4212-A2C8-35E226CE83A8}"/>
              </a:ext>
            </a:extLst>
          </p:cNvPr>
          <p:cNvSpPr>
            <a:spLocks xmlns:a="http://schemas.openxmlformats.org/drawingml/2006/main" noGrp="1"/>
          </p:cNvSpPr>
          <p:nvPr/>
        </p:nvSpPr>
        <p:spPr>
          <a:xfrm xmlns:a="http://schemas.openxmlformats.org/drawingml/2006/main" rot="0">
            <a:off x="2667000" y="5526483"/>
            <a:ext cx="47625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xmlns:a="http://schemas.openxmlformats.org/drawingml/2006/main">
            <a:pPr algn="ctr">
              <a:defRPr sz="1125" b="0">
                <a:solidFill>
                  <a:srgbClr val="000000"/>
                </a:solidFill>
                <a:latin typeface="Arial"/>
                <a:ea typeface="Arial"/>
                <a:cs typeface="Arial"/>
              </a:defRPr>
            </a:pPr>
            <a:r>
              <a:rPr sz="1125" b="0">
                <a:solidFill>
                  <a:srgbClr val="000000"/>
                </a:solidFill>
                <a:latin typeface="Arial"/>
                <a:ea typeface="Arial"/>
                <a:cs typeface="Arial"/>
              </a:rPr>
              <a:t>114</a:t>
            </a:r>
          </a:p>
        </p:txBody>
      </p:sp>
      <p:sp>
        <p:nvSpPr>
          <p:cNvPr id="42" name="text_041">
            <a:extLst xmlns:a="http://schemas.openxmlformats.org/drawingml/2006/main">
              <a:ext uri="{FF2B5EF4-FFF2-40B4-BE49-F238E27FC236}">
                <a16:creationId xmlns:a16="http://schemas.microsoft.com/office/drawing/2014/main" id="{EFD6466A-8EDF-4DA6-B228-EAC5DFC869D5}"/>
              </a:ext>
            </a:extLst>
          </p:cNvPr>
          <p:cNvSpPr>
            <a:spLocks xmlns:a="http://schemas.openxmlformats.org/drawingml/2006/main" noGrp="1"/>
          </p:cNvSpPr>
          <p:nvPr/>
        </p:nvSpPr>
        <p:spPr>
          <a:xfrm xmlns:a="http://schemas.openxmlformats.org/drawingml/2006/main" rot="0">
            <a:off x="314325" y="5383608"/>
            <a:ext cx="28575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r">
              <a:defRPr sz="1125" b="0">
                <a:solidFill>
                  <a:srgbClr val="000000"/>
                </a:solidFill>
                <a:latin typeface="Arial"/>
                <a:ea typeface="Arial"/>
                <a:cs typeface="Arial"/>
              </a:defRPr>
            </a:defPPr>
            <a:lvl1pPr algn="r">
              <a:defRPr sz="1125" b="0">
                <a:solidFill>
                  <a:srgbClr val="000000"/>
                </a:solidFill>
                <a:latin typeface="Arial"/>
                <a:ea typeface="Arial"/>
                <a:cs typeface="Arial"/>
              </a:defRPr>
            </a:lvl1pPr>
            <a:lvl2pPr algn="r">
              <a:defRPr sz="1125" b="0">
                <a:solidFill>
                  <a:srgbClr val="000000"/>
                </a:solidFill>
                <a:latin typeface="Arial"/>
                <a:ea typeface="Arial"/>
                <a:cs typeface="Arial"/>
              </a:defRPr>
            </a:lvl2pPr>
            <a:lvl3pPr algn="r">
              <a:defRPr sz="1125" b="0">
                <a:solidFill>
                  <a:srgbClr val="000000"/>
                </a:solidFill>
                <a:latin typeface="Arial"/>
                <a:ea typeface="Arial"/>
                <a:cs typeface="Arial"/>
              </a:defRPr>
            </a:lvl3pPr>
            <a:lvl4pPr algn="r">
              <a:defRPr sz="1125" b="0">
                <a:solidFill>
                  <a:srgbClr val="000000"/>
                </a:solidFill>
                <a:latin typeface="Arial"/>
                <a:ea typeface="Arial"/>
                <a:cs typeface="Arial"/>
              </a:defRPr>
            </a:lvl4pPr>
            <a:lvl5pPr algn="r">
              <a:defRPr sz="1125" b="0">
                <a:solidFill>
                  <a:srgbClr val="000000"/>
                </a:solidFill>
                <a:latin typeface="Arial"/>
                <a:ea typeface="Arial"/>
                <a:cs typeface="Arial"/>
              </a:defRPr>
            </a:lvl5pPr>
            <a:lvl6pPr algn="r">
              <a:defRPr sz="1125" b="0">
                <a:solidFill>
                  <a:srgbClr val="000000"/>
                </a:solidFill>
                <a:latin typeface="Arial"/>
                <a:ea typeface="Arial"/>
                <a:cs typeface="Arial"/>
              </a:defRPr>
            </a:lvl6pPr>
            <a:lvl7pPr algn="r">
              <a:defRPr sz="1125" b="0">
                <a:solidFill>
                  <a:srgbClr val="000000"/>
                </a:solidFill>
                <a:latin typeface="Arial"/>
                <a:ea typeface="Arial"/>
                <a:cs typeface="Arial"/>
              </a:defRPr>
            </a:lvl7pPr>
            <a:lvl8pPr algn="r">
              <a:defRPr sz="1125" b="0">
                <a:solidFill>
                  <a:srgbClr val="000000"/>
                </a:solidFill>
                <a:latin typeface="Arial"/>
                <a:ea typeface="Arial"/>
                <a:cs typeface="Arial"/>
              </a:defRPr>
            </a:lvl8pPr>
            <a:lvl9pPr algn="r">
              <a:defRPr sz="1125" b="0">
                <a:solidFill>
                  <a:srgbClr val="000000"/>
                </a:solidFill>
                <a:latin typeface="Arial"/>
                <a:ea typeface="Arial"/>
                <a:cs typeface="Arial"/>
              </a:defRPr>
            </a:lvl9pPr>
          </a:lstStyle>
          <a:p xmlns:a="http://schemas.openxmlformats.org/drawingml/2006/main">
            <a:pPr algn="r">
              <a:defRPr sz="1125" b="0">
                <a:solidFill>
                  <a:srgbClr val="000000"/>
                </a:solidFill>
                <a:latin typeface="Arial"/>
                <a:ea typeface="Arial"/>
                <a:cs typeface="Arial"/>
              </a:defRPr>
            </a:pPr>
            <a:r>
              <a:rPr sz="1125" b="0">
                <a:solidFill>
                  <a:srgbClr val="000000"/>
                </a:solidFill>
                <a:latin typeface="Arial"/>
                <a:ea typeface="Arial"/>
                <a:cs typeface="Arial"/>
              </a:rPr>
              <a:t>28</a:t>
            </a:r>
          </a:p>
        </p:txBody>
      </p:sp>
      <p:sp>
        <p:nvSpPr>
          <p:cNvPr id="43" name="text_042">
            <a:extLst xmlns:a="http://schemas.openxmlformats.org/drawingml/2006/main">
              <a:ext uri="{FF2B5EF4-FFF2-40B4-BE49-F238E27FC236}">
                <a16:creationId xmlns:a16="http://schemas.microsoft.com/office/drawing/2014/main" id="{9AE826DC-BB0D-4A17-979E-D8C507B5B9A5}"/>
              </a:ext>
            </a:extLst>
          </p:cNvPr>
          <p:cNvSpPr>
            <a:spLocks xmlns:a="http://schemas.openxmlformats.org/drawingml/2006/main" noGrp="1"/>
          </p:cNvSpPr>
          <p:nvPr/>
        </p:nvSpPr>
        <p:spPr>
          <a:xfrm xmlns:a="http://schemas.openxmlformats.org/drawingml/2006/main" rot="0">
            <a:off x="314325" y="4241463"/>
            <a:ext cx="28575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r">
              <a:defRPr sz="1125" b="0">
                <a:solidFill>
                  <a:srgbClr val="000000"/>
                </a:solidFill>
                <a:latin typeface="Arial"/>
                <a:ea typeface="Arial"/>
                <a:cs typeface="Arial"/>
              </a:defRPr>
            </a:defPPr>
            <a:lvl1pPr algn="r">
              <a:defRPr sz="1125" b="0">
                <a:solidFill>
                  <a:srgbClr val="000000"/>
                </a:solidFill>
                <a:latin typeface="Arial"/>
                <a:ea typeface="Arial"/>
                <a:cs typeface="Arial"/>
              </a:defRPr>
            </a:lvl1pPr>
            <a:lvl2pPr algn="r">
              <a:defRPr sz="1125" b="0">
                <a:solidFill>
                  <a:srgbClr val="000000"/>
                </a:solidFill>
                <a:latin typeface="Arial"/>
                <a:ea typeface="Arial"/>
                <a:cs typeface="Arial"/>
              </a:defRPr>
            </a:lvl2pPr>
            <a:lvl3pPr algn="r">
              <a:defRPr sz="1125" b="0">
                <a:solidFill>
                  <a:srgbClr val="000000"/>
                </a:solidFill>
                <a:latin typeface="Arial"/>
                <a:ea typeface="Arial"/>
                <a:cs typeface="Arial"/>
              </a:defRPr>
            </a:lvl3pPr>
            <a:lvl4pPr algn="r">
              <a:defRPr sz="1125" b="0">
                <a:solidFill>
                  <a:srgbClr val="000000"/>
                </a:solidFill>
                <a:latin typeface="Arial"/>
                <a:ea typeface="Arial"/>
                <a:cs typeface="Arial"/>
              </a:defRPr>
            </a:lvl4pPr>
            <a:lvl5pPr algn="r">
              <a:defRPr sz="1125" b="0">
                <a:solidFill>
                  <a:srgbClr val="000000"/>
                </a:solidFill>
                <a:latin typeface="Arial"/>
                <a:ea typeface="Arial"/>
                <a:cs typeface="Arial"/>
              </a:defRPr>
            </a:lvl5pPr>
            <a:lvl6pPr algn="r">
              <a:defRPr sz="1125" b="0">
                <a:solidFill>
                  <a:srgbClr val="000000"/>
                </a:solidFill>
                <a:latin typeface="Arial"/>
                <a:ea typeface="Arial"/>
                <a:cs typeface="Arial"/>
              </a:defRPr>
            </a:lvl6pPr>
            <a:lvl7pPr algn="r">
              <a:defRPr sz="1125" b="0">
                <a:solidFill>
                  <a:srgbClr val="000000"/>
                </a:solidFill>
                <a:latin typeface="Arial"/>
                <a:ea typeface="Arial"/>
                <a:cs typeface="Arial"/>
              </a:defRPr>
            </a:lvl7pPr>
            <a:lvl8pPr algn="r">
              <a:defRPr sz="1125" b="0">
                <a:solidFill>
                  <a:srgbClr val="000000"/>
                </a:solidFill>
                <a:latin typeface="Arial"/>
                <a:ea typeface="Arial"/>
                <a:cs typeface="Arial"/>
              </a:defRPr>
            </a:lvl8pPr>
            <a:lvl9pPr algn="r">
              <a:defRPr sz="1125" b="0">
                <a:solidFill>
                  <a:srgbClr val="000000"/>
                </a:solidFill>
                <a:latin typeface="Arial"/>
                <a:ea typeface="Arial"/>
                <a:cs typeface="Arial"/>
              </a:defRPr>
            </a:lvl9pPr>
          </a:lstStyle>
          <a:p xmlns:a="http://schemas.openxmlformats.org/drawingml/2006/main">
            <a:pPr algn="r">
              <a:defRPr sz="1125" b="0">
                <a:solidFill>
                  <a:srgbClr val="000000"/>
                </a:solidFill>
                <a:latin typeface="Arial"/>
                <a:ea typeface="Arial"/>
                <a:cs typeface="Arial"/>
              </a:defRPr>
            </a:pPr>
            <a:r>
              <a:rPr sz="1125" b="0">
                <a:solidFill>
                  <a:srgbClr val="000000"/>
                </a:solidFill>
                <a:latin typeface="Arial"/>
                <a:ea typeface="Arial"/>
                <a:cs typeface="Arial"/>
              </a:rPr>
              <a:t>33</a:t>
            </a:r>
          </a:p>
        </p:txBody>
      </p:sp>
      <p:sp>
        <p:nvSpPr>
          <p:cNvPr id="44" name="text_043">
            <a:extLst xmlns:a="http://schemas.openxmlformats.org/drawingml/2006/main">
              <a:ext uri="{FF2B5EF4-FFF2-40B4-BE49-F238E27FC236}">
                <a16:creationId xmlns:a16="http://schemas.microsoft.com/office/drawing/2014/main" id="{B0FF310B-6580-403F-8AA0-97451EC6F68D}"/>
              </a:ext>
            </a:extLst>
          </p:cNvPr>
          <p:cNvSpPr>
            <a:spLocks xmlns:a="http://schemas.openxmlformats.org/drawingml/2006/main" noGrp="1"/>
          </p:cNvSpPr>
          <p:nvPr/>
        </p:nvSpPr>
        <p:spPr>
          <a:xfrm xmlns:a="http://schemas.openxmlformats.org/drawingml/2006/main" rot="0">
            <a:off x="314325" y="3162300"/>
            <a:ext cx="28575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r">
              <a:defRPr sz="1125" b="0">
                <a:solidFill>
                  <a:srgbClr val="000000"/>
                </a:solidFill>
                <a:latin typeface="Arial"/>
                <a:ea typeface="Arial"/>
                <a:cs typeface="Arial"/>
              </a:defRPr>
            </a:defPPr>
            <a:lvl1pPr algn="r">
              <a:defRPr sz="1125" b="0">
                <a:solidFill>
                  <a:srgbClr val="000000"/>
                </a:solidFill>
                <a:latin typeface="Arial"/>
                <a:ea typeface="Arial"/>
                <a:cs typeface="Arial"/>
              </a:defRPr>
            </a:lvl1pPr>
            <a:lvl2pPr algn="r">
              <a:defRPr sz="1125" b="0">
                <a:solidFill>
                  <a:srgbClr val="000000"/>
                </a:solidFill>
                <a:latin typeface="Arial"/>
                <a:ea typeface="Arial"/>
                <a:cs typeface="Arial"/>
              </a:defRPr>
            </a:lvl2pPr>
            <a:lvl3pPr algn="r">
              <a:defRPr sz="1125" b="0">
                <a:solidFill>
                  <a:srgbClr val="000000"/>
                </a:solidFill>
                <a:latin typeface="Arial"/>
                <a:ea typeface="Arial"/>
                <a:cs typeface="Arial"/>
              </a:defRPr>
            </a:lvl3pPr>
            <a:lvl4pPr algn="r">
              <a:defRPr sz="1125" b="0">
                <a:solidFill>
                  <a:srgbClr val="000000"/>
                </a:solidFill>
                <a:latin typeface="Arial"/>
                <a:ea typeface="Arial"/>
                <a:cs typeface="Arial"/>
              </a:defRPr>
            </a:lvl4pPr>
            <a:lvl5pPr algn="r">
              <a:defRPr sz="1125" b="0">
                <a:solidFill>
                  <a:srgbClr val="000000"/>
                </a:solidFill>
                <a:latin typeface="Arial"/>
                <a:ea typeface="Arial"/>
                <a:cs typeface="Arial"/>
              </a:defRPr>
            </a:lvl5pPr>
            <a:lvl6pPr algn="r">
              <a:defRPr sz="1125" b="0">
                <a:solidFill>
                  <a:srgbClr val="000000"/>
                </a:solidFill>
                <a:latin typeface="Arial"/>
                <a:ea typeface="Arial"/>
                <a:cs typeface="Arial"/>
              </a:defRPr>
            </a:lvl6pPr>
            <a:lvl7pPr algn="r">
              <a:defRPr sz="1125" b="0">
                <a:solidFill>
                  <a:srgbClr val="000000"/>
                </a:solidFill>
                <a:latin typeface="Arial"/>
                <a:ea typeface="Arial"/>
                <a:cs typeface="Arial"/>
              </a:defRPr>
            </a:lvl7pPr>
            <a:lvl8pPr algn="r">
              <a:defRPr sz="1125" b="0">
                <a:solidFill>
                  <a:srgbClr val="000000"/>
                </a:solidFill>
                <a:latin typeface="Arial"/>
                <a:ea typeface="Arial"/>
                <a:cs typeface="Arial"/>
              </a:defRPr>
            </a:lvl8pPr>
            <a:lvl9pPr algn="r">
              <a:defRPr sz="1125" b="0">
                <a:solidFill>
                  <a:srgbClr val="000000"/>
                </a:solidFill>
                <a:latin typeface="Arial"/>
                <a:ea typeface="Arial"/>
                <a:cs typeface="Arial"/>
              </a:defRPr>
            </a:lvl9pPr>
          </a:lstStyle>
          <a:p xmlns:a="http://schemas.openxmlformats.org/drawingml/2006/main">
            <a:pPr algn="r">
              <a:defRPr sz="1125" b="0">
                <a:solidFill>
                  <a:srgbClr val="000000"/>
                </a:solidFill>
                <a:latin typeface="Arial"/>
                <a:ea typeface="Arial"/>
                <a:cs typeface="Arial"/>
              </a:defRPr>
            </a:pPr>
            <a:r>
              <a:rPr sz="1125" b="0">
                <a:solidFill>
                  <a:srgbClr val="000000"/>
                </a:solidFill>
                <a:latin typeface="Arial"/>
                <a:ea typeface="Arial"/>
                <a:cs typeface="Arial"/>
              </a:rPr>
              <a:t>38</a:t>
            </a:r>
          </a:p>
        </p:txBody>
      </p:sp>
      <p:sp>
        <p:nvSpPr>
          <p:cNvPr id="45" name="ellipse_044">
            <a:extLst xmlns:a="http://schemas.openxmlformats.org/drawingml/2006/main">
              <a:ext uri="{FF2B5EF4-FFF2-40B4-BE49-F238E27FC236}">
                <a16:creationId xmlns:a16="http://schemas.microsoft.com/office/drawing/2014/main" id="{4AAAF4A4-7F40-420A-95AF-5646CCCC2FA0}"/>
              </a:ext>
            </a:extLst>
          </p:cNvPr>
          <p:cNvSpPr>
            <a:spLocks xmlns:a="http://schemas.openxmlformats.org/drawingml/2006/main" noGrp="1"/>
          </p:cNvSpPr>
          <p:nvPr/>
        </p:nvSpPr>
        <p:spPr>
          <a:xfrm xmlns:a="http://schemas.openxmlformats.org/drawingml/2006/main" rot="0">
            <a:off x="1865831" y="4991046"/>
            <a:ext cx="114300" cy="114300"/>
          </a:xfrm>
          <a:prstGeom xmlns:a="http://schemas.openxmlformats.org/drawingml/2006/main" prst="ellipse">
            <a:avLst/>
          </a:prstGeom>
          <a:solidFill xmlns:a="http://schemas.openxmlformats.org/drawingml/2006/main">
            <a:srgbClr val="FFFFFF"/>
          </a:solidFill>
          <a:ln xmlns:a="http://schemas.openxmlformats.org/drawingml/2006/main" w="17145">
            <a:solidFill>
              <a:srgbClr val="FFFFFF"/>
            </a:solidFill>
            <a:prstDash val="solid"/>
          </a:ln>
        </p:spPr>
      </p:sp>
      <p:sp>
        <p:nvSpPr>
          <p:cNvPr id="46" name="ellipse_045">
            <a:extLst xmlns:a="http://schemas.openxmlformats.org/drawingml/2006/main">
              <a:ext uri="{FF2B5EF4-FFF2-40B4-BE49-F238E27FC236}">
                <a16:creationId xmlns:a16="http://schemas.microsoft.com/office/drawing/2014/main" id="{7E19B136-DDBB-461D-833F-E316212F9D24}"/>
              </a:ext>
            </a:extLst>
          </p:cNvPr>
          <p:cNvSpPr>
            <a:spLocks xmlns:a="http://schemas.openxmlformats.org/drawingml/2006/main" noGrp="1"/>
          </p:cNvSpPr>
          <p:nvPr/>
        </p:nvSpPr>
        <p:spPr>
          <a:xfrm xmlns:a="http://schemas.openxmlformats.org/drawingml/2006/main" rot="0">
            <a:off x="1884881" y="5010096"/>
            <a:ext cx="76200" cy="76200"/>
          </a:xfrm>
          <a:prstGeom xmlns:a="http://schemas.openxmlformats.org/drawingml/2006/main" prst="ellipse">
            <a:avLst/>
          </a:prstGeom>
          <a:solidFill xmlns:a="http://schemas.openxmlformats.org/drawingml/2006/main">
            <a:srgbClr val="FFFFFF"/>
          </a:solidFill>
          <a:ln xmlns:a="http://schemas.openxmlformats.org/drawingml/2006/main" w="17145">
            <a:solidFill>
              <a:srgbClr val="D55E00"/>
            </a:solidFill>
            <a:prstDash val="solid"/>
          </a:ln>
        </p:spPr>
      </p:sp>
      <p:sp>
        <p:nvSpPr>
          <p:cNvPr id="47" name="text_046">
            <a:extLst xmlns:a="http://schemas.openxmlformats.org/drawingml/2006/main">
              <a:ext uri="{FF2B5EF4-FFF2-40B4-BE49-F238E27FC236}">
                <a16:creationId xmlns:a16="http://schemas.microsoft.com/office/drawing/2014/main" id="{9ADADC6D-26A3-4000-905A-89521DC2D80B}"/>
              </a:ext>
            </a:extLst>
          </p:cNvPr>
          <p:cNvSpPr>
            <a:spLocks xmlns:a="http://schemas.openxmlformats.org/drawingml/2006/main" noGrp="1"/>
          </p:cNvSpPr>
          <p:nvPr/>
        </p:nvSpPr>
        <p:spPr>
          <a:xfrm xmlns:a="http://schemas.openxmlformats.org/drawingml/2006/main" rot="0">
            <a:off x="1999181" y="4819596"/>
            <a:ext cx="247650" cy="2476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500" b="1">
                <a:solidFill>
                  <a:srgbClr val="D55E00"/>
                </a:solidFill>
                <a:latin typeface="Arial"/>
                <a:ea typeface="Arial"/>
                <a:cs typeface="Arial"/>
              </a:defRPr>
            </a:defPPr>
            <a:lvl1pPr algn="l">
              <a:defRPr sz="1500" b="1">
                <a:solidFill>
                  <a:srgbClr val="D55E00"/>
                </a:solidFill>
                <a:latin typeface="Arial"/>
                <a:ea typeface="Arial"/>
                <a:cs typeface="Arial"/>
              </a:defRPr>
            </a:lvl1pPr>
            <a:lvl2pPr algn="l">
              <a:defRPr sz="1500" b="1">
                <a:solidFill>
                  <a:srgbClr val="D55E00"/>
                </a:solidFill>
                <a:latin typeface="Arial"/>
                <a:ea typeface="Arial"/>
                <a:cs typeface="Arial"/>
              </a:defRPr>
            </a:lvl2pPr>
            <a:lvl3pPr algn="l">
              <a:defRPr sz="1500" b="1">
                <a:solidFill>
                  <a:srgbClr val="D55E00"/>
                </a:solidFill>
                <a:latin typeface="Arial"/>
                <a:ea typeface="Arial"/>
                <a:cs typeface="Arial"/>
              </a:defRPr>
            </a:lvl3pPr>
            <a:lvl4pPr algn="l">
              <a:defRPr sz="1500" b="1">
                <a:solidFill>
                  <a:srgbClr val="D55E00"/>
                </a:solidFill>
                <a:latin typeface="Arial"/>
                <a:ea typeface="Arial"/>
                <a:cs typeface="Arial"/>
              </a:defRPr>
            </a:lvl4pPr>
            <a:lvl5pPr algn="l">
              <a:defRPr sz="1500" b="1">
                <a:solidFill>
                  <a:srgbClr val="D55E00"/>
                </a:solidFill>
                <a:latin typeface="Arial"/>
                <a:ea typeface="Arial"/>
                <a:cs typeface="Arial"/>
              </a:defRPr>
            </a:lvl5pPr>
            <a:lvl6pPr algn="l">
              <a:defRPr sz="1500" b="1">
                <a:solidFill>
                  <a:srgbClr val="D55E00"/>
                </a:solidFill>
                <a:latin typeface="Arial"/>
                <a:ea typeface="Arial"/>
                <a:cs typeface="Arial"/>
              </a:defRPr>
            </a:lvl6pPr>
            <a:lvl7pPr algn="l">
              <a:defRPr sz="1500" b="1">
                <a:solidFill>
                  <a:srgbClr val="D55E00"/>
                </a:solidFill>
                <a:latin typeface="Arial"/>
                <a:ea typeface="Arial"/>
                <a:cs typeface="Arial"/>
              </a:defRPr>
            </a:lvl7pPr>
            <a:lvl8pPr algn="l">
              <a:defRPr sz="1500" b="1">
                <a:solidFill>
                  <a:srgbClr val="D55E00"/>
                </a:solidFill>
                <a:latin typeface="Arial"/>
                <a:ea typeface="Arial"/>
                <a:cs typeface="Arial"/>
              </a:defRPr>
            </a:lvl8pPr>
            <a:lvl9pPr algn="l">
              <a:defRPr sz="1500" b="1">
                <a:solidFill>
                  <a:srgbClr val="D55E00"/>
                </a:solidFill>
                <a:latin typeface="Arial"/>
                <a:ea typeface="Arial"/>
                <a:cs typeface="Arial"/>
              </a:defRPr>
            </a:lvl9pPr>
          </a:lstStyle>
          <a:p xmlns:a="http://schemas.openxmlformats.org/drawingml/2006/main">
            <a:pPr algn="l">
              <a:defRPr sz="1500" b="1">
                <a:solidFill>
                  <a:srgbClr val="D55E00"/>
                </a:solidFill>
                <a:latin typeface="Arial"/>
                <a:ea typeface="Arial"/>
                <a:cs typeface="Arial"/>
              </a:defRPr>
            </a:pPr>
            <a:r>
              <a:rPr sz="1500" b="1">
                <a:solidFill>
                  <a:srgbClr val="D55E00"/>
                </a:solidFill>
                <a:latin typeface="Arial"/>
                <a:ea typeface="Arial"/>
                <a:cs typeface="Arial"/>
              </a:rPr>
              <a:t>B</a:t>
            </a:r>
          </a:p>
        </p:txBody>
      </p:sp>
      <p:sp>
        <p:nvSpPr>
          <p:cNvPr id="48" name="text_047">
            <a:extLst xmlns:a="http://schemas.openxmlformats.org/drawingml/2006/main">
              <a:ext uri="{FF2B5EF4-FFF2-40B4-BE49-F238E27FC236}">
                <a16:creationId xmlns:a16="http://schemas.microsoft.com/office/drawing/2014/main" id="{991EFB6D-C17B-47E2-A3EE-5C5C553AC739}"/>
              </a:ext>
            </a:extLst>
          </p:cNvPr>
          <p:cNvSpPr>
            <a:spLocks xmlns:a="http://schemas.openxmlformats.org/drawingml/2006/main" noGrp="1"/>
          </p:cNvSpPr>
          <p:nvPr/>
        </p:nvSpPr>
        <p:spPr>
          <a:xfrm xmlns:a="http://schemas.openxmlformats.org/drawingml/2006/main" rot="0">
            <a:off x="3181350" y="2981325"/>
            <a:ext cx="2428875" cy="2476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575" b="1">
                <a:solidFill>
                  <a:srgbClr val="000000"/>
                </a:solidFill>
                <a:latin typeface="Arial"/>
                <a:ea typeface="Arial"/>
                <a:cs typeface="Arial"/>
              </a:defRPr>
            </a:defPPr>
            <a:lvl1pPr algn="ctr">
              <a:defRPr sz="1575" b="1">
                <a:solidFill>
                  <a:srgbClr val="000000"/>
                </a:solidFill>
                <a:latin typeface="Arial"/>
                <a:ea typeface="Arial"/>
                <a:cs typeface="Arial"/>
              </a:defRPr>
            </a:lvl1pPr>
            <a:lvl2pPr algn="ctr">
              <a:defRPr sz="1575" b="1">
                <a:solidFill>
                  <a:srgbClr val="000000"/>
                </a:solidFill>
                <a:latin typeface="Arial"/>
                <a:ea typeface="Arial"/>
                <a:cs typeface="Arial"/>
              </a:defRPr>
            </a:lvl2pPr>
            <a:lvl3pPr algn="ctr">
              <a:defRPr sz="1575" b="1">
                <a:solidFill>
                  <a:srgbClr val="000000"/>
                </a:solidFill>
                <a:latin typeface="Arial"/>
                <a:ea typeface="Arial"/>
                <a:cs typeface="Arial"/>
              </a:defRPr>
            </a:lvl3pPr>
            <a:lvl4pPr algn="ctr">
              <a:defRPr sz="1575" b="1">
                <a:solidFill>
                  <a:srgbClr val="000000"/>
                </a:solidFill>
                <a:latin typeface="Arial"/>
                <a:ea typeface="Arial"/>
                <a:cs typeface="Arial"/>
              </a:defRPr>
            </a:lvl4pPr>
            <a:lvl5pPr algn="ctr">
              <a:defRPr sz="1575" b="1">
                <a:solidFill>
                  <a:srgbClr val="000000"/>
                </a:solidFill>
                <a:latin typeface="Arial"/>
                <a:ea typeface="Arial"/>
                <a:cs typeface="Arial"/>
              </a:defRPr>
            </a:lvl5pPr>
            <a:lvl6pPr algn="ctr">
              <a:defRPr sz="1575" b="1">
                <a:solidFill>
                  <a:srgbClr val="000000"/>
                </a:solidFill>
                <a:latin typeface="Arial"/>
                <a:ea typeface="Arial"/>
                <a:cs typeface="Arial"/>
              </a:defRPr>
            </a:lvl6pPr>
            <a:lvl7pPr algn="ctr">
              <a:defRPr sz="1575" b="1">
                <a:solidFill>
                  <a:srgbClr val="000000"/>
                </a:solidFill>
                <a:latin typeface="Arial"/>
                <a:ea typeface="Arial"/>
                <a:cs typeface="Arial"/>
              </a:defRPr>
            </a:lvl7pPr>
            <a:lvl8pPr algn="ctr">
              <a:defRPr sz="1575" b="1">
                <a:solidFill>
                  <a:srgbClr val="000000"/>
                </a:solidFill>
                <a:latin typeface="Arial"/>
                <a:ea typeface="Arial"/>
                <a:cs typeface="Arial"/>
              </a:defRPr>
            </a:lvl8pPr>
            <a:lvl9pPr algn="ctr">
              <a:defRPr sz="1575" b="1">
                <a:solidFill>
                  <a:srgbClr val="000000"/>
                </a:solidFill>
                <a:latin typeface="Arial"/>
                <a:ea typeface="Arial"/>
                <a:cs typeface="Arial"/>
              </a:defRPr>
            </a:lvl9pPr>
          </a:lstStyle>
          <a:p xmlns:a="http://schemas.openxmlformats.org/drawingml/2006/main">
            <a:pPr algn="ctr">
              <a:defRPr sz="1575" b="1">
                <a:solidFill>
                  <a:srgbClr val="000000"/>
                </a:solidFill>
                <a:latin typeface="Arial"/>
                <a:ea typeface="Arial"/>
                <a:cs typeface="Arial"/>
              </a:defRPr>
            </a:pPr>
            <a:r>
              <a:rPr sz="1575" b="1">
                <a:solidFill>
                  <a:srgbClr val="000000"/>
                </a:solidFill>
                <a:latin typeface="Arial"/>
                <a:ea typeface="Arial"/>
                <a:cs typeface="Arial"/>
              </a:rPr>
              <a:t>2000-07-13</a:t>
            </a:r>
          </a:p>
        </p:txBody>
      </p:sp>
      <p:pic>
        <p:nvPicPr>
          <p:cNvPr id="49" name="">
            <a:extLst xmlns:a="http://schemas.openxmlformats.org/drawingml/2006/main">
              <a:ext uri="{FF2B5EF4-FFF2-40B4-BE49-F238E27FC236}">
                <a16:creationId xmlns:a16="http://schemas.microsoft.com/office/drawing/2014/main" id="{BD2E52D0-D0BB-44CD-A709-CE885B4EA5AC}"/>
              </a:ext>
            </a:extLst>
          </p:cNvPr>
          <p:cNvPicPr>
            <a:picLocks xmlns:a="http://schemas.openxmlformats.org/drawingml/2006/main" noChangeAspect="1"/>
          </p:cNvPicPr>
          <p:nvPr/>
        </p:nvPicPr>
        <p:blipFill>
          <a:blip xmlns:r="http://schemas.openxmlformats.org/officeDocument/2006/relationships" xmlns:a="http://schemas.openxmlformats.org/drawingml/2006/main" r:embed="R2c61afc213a34f18"/>
          <a:stretch xmlns:a="http://schemas.openxmlformats.org/drawingml/2006/main"/>
        </p:blipFill>
        <p:spPr>
          <a:xfrm xmlns:a="http://schemas.openxmlformats.org/drawingml/2006/main">
            <a:off x="3276730" y="3257550"/>
            <a:ext cx="2238115" cy="2221308"/>
          </a:xfrm>
          <a:prstGeom xmlns:a="http://schemas.openxmlformats.org/drawingml/2006/main" prst="rect">
            <a:avLst/>
          </a:prstGeom>
        </p:spPr>
      </p:pic>
      <p:sp>
        <p:nvSpPr>
          <p:cNvPr id="50" name="rect_049">
            <a:extLst xmlns:a="http://schemas.openxmlformats.org/drawingml/2006/main">
              <a:ext uri="{FF2B5EF4-FFF2-40B4-BE49-F238E27FC236}">
                <a16:creationId xmlns:a16="http://schemas.microsoft.com/office/drawing/2014/main" id="{1DE932A7-335D-46BC-ADAD-71758F6020FC}"/>
              </a:ext>
            </a:extLst>
          </p:cNvPr>
          <p:cNvSpPr>
            <a:spLocks xmlns:a="http://schemas.openxmlformats.org/drawingml/2006/main" noGrp="1"/>
          </p:cNvSpPr>
          <p:nvPr/>
        </p:nvSpPr>
        <p:spPr>
          <a:xfrm xmlns:a="http://schemas.openxmlformats.org/drawingml/2006/main" rot="0">
            <a:off x="3276600" y="3257550"/>
            <a:ext cx="2238375" cy="2221308"/>
          </a:xfrm>
          <a:prstGeom xmlns:a="http://schemas.openxmlformats.org/drawingml/2006/main" prst="rect">
            <a:avLst/>
          </a:prstGeom>
          <a:noFill xmlns:a="http://schemas.openxmlformats.org/drawingml/2006/main"/>
          <a:ln xmlns:a="http://schemas.openxmlformats.org/drawingml/2006/main" w="6191">
            <a:solidFill>
              <a:srgbClr val="6A7278"/>
            </a:solidFill>
            <a:prstDash val="solid"/>
          </a:ln>
        </p:spPr>
      </p:sp>
      <p:sp>
        <p:nvSpPr>
          <p:cNvPr id="51" name="text_050">
            <a:extLst xmlns:a="http://schemas.openxmlformats.org/drawingml/2006/main">
              <a:ext uri="{FF2B5EF4-FFF2-40B4-BE49-F238E27FC236}">
                <a16:creationId xmlns:a16="http://schemas.microsoft.com/office/drawing/2014/main" id="{ADE7102E-A204-4BCB-B9D7-E303205929C7}"/>
              </a:ext>
            </a:extLst>
          </p:cNvPr>
          <p:cNvSpPr>
            <a:spLocks xmlns:a="http://schemas.openxmlformats.org/drawingml/2006/main" noGrp="1"/>
          </p:cNvSpPr>
          <p:nvPr/>
        </p:nvSpPr>
        <p:spPr>
          <a:xfrm xmlns:a="http://schemas.openxmlformats.org/drawingml/2006/main" rot="0">
            <a:off x="3038475" y="5526483"/>
            <a:ext cx="47625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xmlns:a="http://schemas.openxmlformats.org/drawingml/2006/main">
            <a:pPr algn="ctr">
              <a:defRPr sz="1125" b="0">
                <a:solidFill>
                  <a:srgbClr val="000000"/>
                </a:solidFill>
                <a:latin typeface="Arial"/>
                <a:ea typeface="Arial"/>
                <a:cs typeface="Arial"/>
              </a:defRPr>
            </a:pPr>
            <a:r>
              <a:rPr sz="1125" b="0">
                <a:solidFill>
                  <a:srgbClr val="000000"/>
                </a:solidFill>
                <a:latin typeface="Arial"/>
                <a:ea typeface="Arial"/>
                <a:cs typeface="Arial"/>
              </a:rPr>
              <a:t>102</a:t>
            </a:r>
          </a:p>
        </p:txBody>
      </p:sp>
      <p:sp>
        <p:nvSpPr>
          <p:cNvPr id="52" name="text_051">
            <a:extLst xmlns:a="http://schemas.openxmlformats.org/drawingml/2006/main">
              <a:ext uri="{FF2B5EF4-FFF2-40B4-BE49-F238E27FC236}">
                <a16:creationId xmlns:a16="http://schemas.microsoft.com/office/drawing/2014/main" id="{8B482EA4-B481-4EC2-805A-E14F58FD2B2A}"/>
              </a:ext>
            </a:extLst>
          </p:cNvPr>
          <p:cNvSpPr>
            <a:spLocks xmlns:a="http://schemas.openxmlformats.org/drawingml/2006/main" noGrp="1"/>
          </p:cNvSpPr>
          <p:nvPr/>
        </p:nvSpPr>
        <p:spPr>
          <a:xfrm xmlns:a="http://schemas.openxmlformats.org/drawingml/2006/main" rot="0">
            <a:off x="4157662" y="5526483"/>
            <a:ext cx="47625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xmlns:a="http://schemas.openxmlformats.org/drawingml/2006/main">
            <a:pPr algn="ctr">
              <a:defRPr sz="1125" b="0">
                <a:solidFill>
                  <a:srgbClr val="000000"/>
                </a:solidFill>
                <a:latin typeface="Arial"/>
                <a:ea typeface="Arial"/>
                <a:cs typeface="Arial"/>
              </a:defRPr>
            </a:pPr>
            <a:r>
              <a:rPr sz="1125" b="0">
                <a:solidFill>
                  <a:srgbClr val="000000"/>
                </a:solidFill>
                <a:latin typeface="Arial"/>
                <a:ea typeface="Arial"/>
                <a:cs typeface="Arial"/>
              </a:rPr>
              <a:t>108</a:t>
            </a:r>
          </a:p>
        </p:txBody>
      </p:sp>
      <p:sp>
        <p:nvSpPr>
          <p:cNvPr id="53" name="text_052">
            <a:extLst xmlns:a="http://schemas.openxmlformats.org/drawingml/2006/main">
              <a:ext uri="{FF2B5EF4-FFF2-40B4-BE49-F238E27FC236}">
                <a16:creationId xmlns:a16="http://schemas.microsoft.com/office/drawing/2014/main" id="{A2CF93D9-175E-4BCA-A792-6D894C2841B9}"/>
              </a:ext>
            </a:extLst>
          </p:cNvPr>
          <p:cNvSpPr>
            <a:spLocks xmlns:a="http://schemas.openxmlformats.org/drawingml/2006/main" noGrp="1"/>
          </p:cNvSpPr>
          <p:nvPr/>
        </p:nvSpPr>
        <p:spPr>
          <a:xfrm xmlns:a="http://schemas.openxmlformats.org/drawingml/2006/main" rot="0">
            <a:off x="5276850" y="5526483"/>
            <a:ext cx="47625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xmlns:a="http://schemas.openxmlformats.org/drawingml/2006/main">
            <a:pPr algn="ctr">
              <a:defRPr sz="1125" b="0">
                <a:solidFill>
                  <a:srgbClr val="000000"/>
                </a:solidFill>
                <a:latin typeface="Arial"/>
                <a:ea typeface="Arial"/>
                <a:cs typeface="Arial"/>
              </a:defRPr>
            </a:pPr>
            <a:r>
              <a:rPr sz="1125" b="0">
                <a:solidFill>
                  <a:srgbClr val="000000"/>
                </a:solidFill>
                <a:latin typeface="Arial"/>
                <a:ea typeface="Arial"/>
                <a:cs typeface="Arial"/>
              </a:rPr>
              <a:t>114</a:t>
            </a:r>
          </a:p>
        </p:txBody>
      </p:sp>
      <p:sp>
        <p:nvSpPr>
          <p:cNvPr id="54" name="ellipse_053">
            <a:extLst xmlns:a="http://schemas.openxmlformats.org/drawingml/2006/main">
              <a:ext uri="{FF2B5EF4-FFF2-40B4-BE49-F238E27FC236}">
                <a16:creationId xmlns:a16="http://schemas.microsoft.com/office/drawing/2014/main" id="{78D2ADE5-6C19-4581-BA05-C5ABD29936CA}"/>
              </a:ext>
            </a:extLst>
          </p:cNvPr>
          <p:cNvSpPr>
            <a:spLocks xmlns:a="http://schemas.openxmlformats.org/drawingml/2006/main" noGrp="1"/>
          </p:cNvSpPr>
          <p:nvPr/>
        </p:nvSpPr>
        <p:spPr>
          <a:xfrm xmlns:a="http://schemas.openxmlformats.org/drawingml/2006/main" rot="0">
            <a:off x="4841130" y="3495063"/>
            <a:ext cx="114300" cy="114300"/>
          </a:xfrm>
          <a:prstGeom xmlns:a="http://schemas.openxmlformats.org/drawingml/2006/main" prst="ellipse">
            <a:avLst/>
          </a:prstGeom>
          <a:solidFill xmlns:a="http://schemas.openxmlformats.org/drawingml/2006/main">
            <a:srgbClr val="FFFFFF"/>
          </a:solidFill>
          <a:ln xmlns:a="http://schemas.openxmlformats.org/drawingml/2006/main" w="17145">
            <a:solidFill>
              <a:srgbClr val="FFFFFF"/>
            </a:solidFill>
            <a:prstDash val="solid"/>
          </a:ln>
        </p:spPr>
      </p:sp>
      <p:sp>
        <p:nvSpPr>
          <p:cNvPr id="55" name="ellipse_054">
            <a:extLst xmlns:a="http://schemas.openxmlformats.org/drawingml/2006/main">
              <a:ext uri="{FF2B5EF4-FFF2-40B4-BE49-F238E27FC236}">
                <a16:creationId xmlns:a16="http://schemas.microsoft.com/office/drawing/2014/main" id="{BD7F6BC7-66D7-436B-90CF-DA92D2C1DA9C}"/>
              </a:ext>
            </a:extLst>
          </p:cNvPr>
          <p:cNvSpPr>
            <a:spLocks xmlns:a="http://schemas.openxmlformats.org/drawingml/2006/main" noGrp="1"/>
          </p:cNvSpPr>
          <p:nvPr/>
        </p:nvSpPr>
        <p:spPr>
          <a:xfrm xmlns:a="http://schemas.openxmlformats.org/drawingml/2006/main" rot="0">
            <a:off x="4860180" y="3514113"/>
            <a:ext cx="76200" cy="76200"/>
          </a:xfrm>
          <a:prstGeom xmlns:a="http://schemas.openxmlformats.org/drawingml/2006/main" prst="ellipse">
            <a:avLst/>
          </a:prstGeom>
          <a:solidFill xmlns:a="http://schemas.openxmlformats.org/drawingml/2006/main">
            <a:srgbClr val="FFFFFF"/>
          </a:solidFill>
          <a:ln xmlns:a="http://schemas.openxmlformats.org/drawingml/2006/main" w="17145">
            <a:solidFill>
              <a:srgbClr val="D55E00"/>
            </a:solidFill>
            <a:prstDash val="solid"/>
          </a:ln>
        </p:spPr>
      </p:sp>
      <p:sp>
        <p:nvSpPr>
          <p:cNvPr id="56" name="text_055">
            <a:extLst xmlns:a="http://schemas.openxmlformats.org/drawingml/2006/main">
              <a:ext uri="{FF2B5EF4-FFF2-40B4-BE49-F238E27FC236}">
                <a16:creationId xmlns:a16="http://schemas.microsoft.com/office/drawing/2014/main" id="{DF882FC4-F288-4953-A870-D05D4D2AACB3}"/>
              </a:ext>
            </a:extLst>
          </p:cNvPr>
          <p:cNvSpPr>
            <a:spLocks xmlns:a="http://schemas.openxmlformats.org/drawingml/2006/main" noGrp="1"/>
          </p:cNvSpPr>
          <p:nvPr/>
        </p:nvSpPr>
        <p:spPr>
          <a:xfrm xmlns:a="http://schemas.openxmlformats.org/drawingml/2006/main" rot="0">
            <a:off x="4974480" y="3323613"/>
            <a:ext cx="247650" cy="2476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500" b="1">
                <a:solidFill>
                  <a:srgbClr val="D55E00"/>
                </a:solidFill>
                <a:latin typeface="Arial"/>
                <a:ea typeface="Arial"/>
                <a:cs typeface="Arial"/>
              </a:defRPr>
            </a:defPPr>
            <a:lvl1pPr algn="l">
              <a:defRPr sz="1500" b="1">
                <a:solidFill>
                  <a:srgbClr val="D55E00"/>
                </a:solidFill>
                <a:latin typeface="Arial"/>
                <a:ea typeface="Arial"/>
                <a:cs typeface="Arial"/>
              </a:defRPr>
            </a:lvl1pPr>
            <a:lvl2pPr algn="l">
              <a:defRPr sz="1500" b="1">
                <a:solidFill>
                  <a:srgbClr val="D55E00"/>
                </a:solidFill>
                <a:latin typeface="Arial"/>
                <a:ea typeface="Arial"/>
                <a:cs typeface="Arial"/>
              </a:defRPr>
            </a:lvl2pPr>
            <a:lvl3pPr algn="l">
              <a:defRPr sz="1500" b="1">
                <a:solidFill>
                  <a:srgbClr val="D55E00"/>
                </a:solidFill>
                <a:latin typeface="Arial"/>
                <a:ea typeface="Arial"/>
                <a:cs typeface="Arial"/>
              </a:defRPr>
            </a:lvl3pPr>
            <a:lvl4pPr algn="l">
              <a:defRPr sz="1500" b="1">
                <a:solidFill>
                  <a:srgbClr val="D55E00"/>
                </a:solidFill>
                <a:latin typeface="Arial"/>
                <a:ea typeface="Arial"/>
                <a:cs typeface="Arial"/>
              </a:defRPr>
            </a:lvl4pPr>
            <a:lvl5pPr algn="l">
              <a:defRPr sz="1500" b="1">
                <a:solidFill>
                  <a:srgbClr val="D55E00"/>
                </a:solidFill>
                <a:latin typeface="Arial"/>
                <a:ea typeface="Arial"/>
                <a:cs typeface="Arial"/>
              </a:defRPr>
            </a:lvl5pPr>
            <a:lvl6pPr algn="l">
              <a:defRPr sz="1500" b="1">
                <a:solidFill>
                  <a:srgbClr val="D55E00"/>
                </a:solidFill>
                <a:latin typeface="Arial"/>
                <a:ea typeface="Arial"/>
                <a:cs typeface="Arial"/>
              </a:defRPr>
            </a:lvl6pPr>
            <a:lvl7pPr algn="l">
              <a:defRPr sz="1500" b="1">
                <a:solidFill>
                  <a:srgbClr val="D55E00"/>
                </a:solidFill>
                <a:latin typeface="Arial"/>
                <a:ea typeface="Arial"/>
                <a:cs typeface="Arial"/>
              </a:defRPr>
            </a:lvl7pPr>
            <a:lvl8pPr algn="l">
              <a:defRPr sz="1500" b="1">
                <a:solidFill>
                  <a:srgbClr val="D55E00"/>
                </a:solidFill>
                <a:latin typeface="Arial"/>
                <a:ea typeface="Arial"/>
                <a:cs typeface="Arial"/>
              </a:defRPr>
            </a:lvl8pPr>
            <a:lvl9pPr algn="l">
              <a:defRPr sz="1500" b="1">
                <a:solidFill>
                  <a:srgbClr val="D55E00"/>
                </a:solidFill>
                <a:latin typeface="Arial"/>
                <a:ea typeface="Arial"/>
                <a:cs typeface="Arial"/>
              </a:defRPr>
            </a:lvl9pPr>
          </a:lstStyle>
          <a:p xmlns:a="http://schemas.openxmlformats.org/drawingml/2006/main">
            <a:pPr algn="l">
              <a:defRPr sz="1500" b="1">
                <a:solidFill>
                  <a:srgbClr val="D55E00"/>
                </a:solidFill>
                <a:latin typeface="Arial"/>
                <a:ea typeface="Arial"/>
                <a:cs typeface="Arial"/>
              </a:defRPr>
            </a:pPr>
            <a:r>
              <a:rPr sz="1500" b="1">
                <a:solidFill>
                  <a:srgbClr val="D55E00"/>
                </a:solidFill>
                <a:latin typeface="Arial"/>
                <a:ea typeface="Arial"/>
                <a:cs typeface="Arial"/>
              </a:rPr>
              <a:t>B</a:t>
            </a:r>
          </a:p>
        </p:txBody>
      </p:sp>
      <p:sp>
        <p:nvSpPr>
          <p:cNvPr id="57" name="ellipse_056">
            <a:extLst xmlns:a="http://schemas.openxmlformats.org/drawingml/2006/main">
              <a:ext uri="{FF2B5EF4-FFF2-40B4-BE49-F238E27FC236}">
                <a16:creationId xmlns:a16="http://schemas.microsoft.com/office/drawing/2014/main" id="{C0D6D482-B640-4D7F-84CE-36F18DA4A95F}"/>
              </a:ext>
            </a:extLst>
          </p:cNvPr>
          <p:cNvSpPr>
            <a:spLocks xmlns:a="http://schemas.openxmlformats.org/drawingml/2006/main" noGrp="1"/>
          </p:cNvSpPr>
          <p:nvPr/>
        </p:nvSpPr>
        <p:spPr>
          <a:xfrm xmlns:a="http://schemas.openxmlformats.org/drawingml/2006/main" rot="0">
            <a:off x="3836145" y="4991046"/>
            <a:ext cx="114300" cy="114300"/>
          </a:xfrm>
          <a:prstGeom xmlns:a="http://schemas.openxmlformats.org/drawingml/2006/main" prst="ellipse">
            <a:avLst/>
          </a:prstGeom>
          <a:solidFill xmlns:a="http://schemas.openxmlformats.org/drawingml/2006/main">
            <a:srgbClr val="FFFFFF"/>
          </a:solidFill>
          <a:ln xmlns:a="http://schemas.openxmlformats.org/drawingml/2006/main" w="17145">
            <a:solidFill>
              <a:srgbClr val="FFFFFF"/>
            </a:solidFill>
            <a:prstDash val="solid"/>
          </a:ln>
        </p:spPr>
      </p:sp>
      <p:sp>
        <p:nvSpPr>
          <p:cNvPr id="58" name="ellipse_057">
            <a:extLst xmlns:a="http://schemas.openxmlformats.org/drawingml/2006/main">
              <a:ext uri="{FF2B5EF4-FFF2-40B4-BE49-F238E27FC236}">
                <a16:creationId xmlns:a16="http://schemas.microsoft.com/office/drawing/2014/main" id="{AFB18527-44C8-4C42-97DE-CB3F8CEA98AB}"/>
              </a:ext>
            </a:extLst>
          </p:cNvPr>
          <p:cNvSpPr>
            <a:spLocks xmlns:a="http://schemas.openxmlformats.org/drawingml/2006/main" noGrp="1"/>
          </p:cNvSpPr>
          <p:nvPr/>
        </p:nvSpPr>
        <p:spPr>
          <a:xfrm xmlns:a="http://schemas.openxmlformats.org/drawingml/2006/main" rot="0">
            <a:off x="3855195" y="5010096"/>
            <a:ext cx="76200" cy="76200"/>
          </a:xfrm>
          <a:prstGeom xmlns:a="http://schemas.openxmlformats.org/drawingml/2006/main" prst="ellipse">
            <a:avLst/>
          </a:prstGeom>
          <a:solidFill xmlns:a="http://schemas.openxmlformats.org/drawingml/2006/main">
            <a:srgbClr val="FFFFFF"/>
          </a:solidFill>
          <a:ln xmlns:a="http://schemas.openxmlformats.org/drawingml/2006/main" w="17145">
            <a:solidFill>
              <a:srgbClr val="009E73"/>
            </a:solidFill>
            <a:prstDash val="solid"/>
          </a:ln>
        </p:spPr>
      </p:sp>
      <p:sp>
        <p:nvSpPr>
          <p:cNvPr id="59" name="text_058">
            <a:extLst xmlns:a="http://schemas.openxmlformats.org/drawingml/2006/main">
              <a:ext uri="{FF2B5EF4-FFF2-40B4-BE49-F238E27FC236}">
                <a16:creationId xmlns:a16="http://schemas.microsoft.com/office/drawing/2014/main" id="{C8F9516A-E3BB-4E6A-973F-F1FA7BFB8449}"/>
              </a:ext>
            </a:extLst>
          </p:cNvPr>
          <p:cNvSpPr>
            <a:spLocks xmlns:a="http://schemas.openxmlformats.org/drawingml/2006/main" noGrp="1"/>
          </p:cNvSpPr>
          <p:nvPr/>
        </p:nvSpPr>
        <p:spPr>
          <a:xfrm xmlns:a="http://schemas.openxmlformats.org/drawingml/2006/main" rot="0">
            <a:off x="3969495" y="4819596"/>
            <a:ext cx="247650" cy="2476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500" b="1">
                <a:solidFill>
                  <a:srgbClr val="009E73"/>
                </a:solidFill>
                <a:latin typeface="Arial"/>
                <a:ea typeface="Arial"/>
                <a:cs typeface="Arial"/>
              </a:defRPr>
            </a:defPPr>
            <a:lvl1pPr algn="l">
              <a:defRPr sz="1500" b="1">
                <a:solidFill>
                  <a:srgbClr val="009E73"/>
                </a:solidFill>
                <a:latin typeface="Arial"/>
                <a:ea typeface="Arial"/>
                <a:cs typeface="Arial"/>
              </a:defRPr>
            </a:lvl1pPr>
            <a:lvl2pPr algn="l">
              <a:defRPr sz="1500" b="1">
                <a:solidFill>
                  <a:srgbClr val="009E73"/>
                </a:solidFill>
                <a:latin typeface="Arial"/>
                <a:ea typeface="Arial"/>
                <a:cs typeface="Arial"/>
              </a:defRPr>
            </a:lvl2pPr>
            <a:lvl3pPr algn="l">
              <a:defRPr sz="1500" b="1">
                <a:solidFill>
                  <a:srgbClr val="009E73"/>
                </a:solidFill>
                <a:latin typeface="Arial"/>
                <a:ea typeface="Arial"/>
                <a:cs typeface="Arial"/>
              </a:defRPr>
            </a:lvl3pPr>
            <a:lvl4pPr algn="l">
              <a:defRPr sz="1500" b="1">
                <a:solidFill>
                  <a:srgbClr val="009E73"/>
                </a:solidFill>
                <a:latin typeface="Arial"/>
                <a:ea typeface="Arial"/>
                <a:cs typeface="Arial"/>
              </a:defRPr>
            </a:lvl4pPr>
            <a:lvl5pPr algn="l">
              <a:defRPr sz="1500" b="1">
                <a:solidFill>
                  <a:srgbClr val="009E73"/>
                </a:solidFill>
                <a:latin typeface="Arial"/>
                <a:ea typeface="Arial"/>
                <a:cs typeface="Arial"/>
              </a:defRPr>
            </a:lvl5pPr>
            <a:lvl6pPr algn="l">
              <a:defRPr sz="1500" b="1">
                <a:solidFill>
                  <a:srgbClr val="009E73"/>
                </a:solidFill>
                <a:latin typeface="Arial"/>
                <a:ea typeface="Arial"/>
                <a:cs typeface="Arial"/>
              </a:defRPr>
            </a:lvl6pPr>
            <a:lvl7pPr algn="l">
              <a:defRPr sz="1500" b="1">
                <a:solidFill>
                  <a:srgbClr val="009E73"/>
                </a:solidFill>
                <a:latin typeface="Arial"/>
                <a:ea typeface="Arial"/>
                <a:cs typeface="Arial"/>
              </a:defRPr>
            </a:lvl7pPr>
            <a:lvl8pPr algn="l">
              <a:defRPr sz="1500" b="1">
                <a:solidFill>
                  <a:srgbClr val="009E73"/>
                </a:solidFill>
                <a:latin typeface="Arial"/>
                <a:ea typeface="Arial"/>
                <a:cs typeface="Arial"/>
              </a:defRPr>
            </a:lvl8pPr>
            <a:lvl9pPr algn="l">
              <a:defRPr sz="1500" b="1">
                <a:solidFill>
                  <a:srgbClr val="009E73"/>
                </a:solidFill>
                <a:latin typeface="Arial"/>
                <a:ea typeface="Arial"/>
                <a:cs typeface="Arial"/>
              </a:defRPr>
            </a:lvl9pPr>
          </a:lstStyle>
          <a:p xmlns:a="http://schemas.openxmlformats.org/drawingml/2006/main">
            <a:pPr algn="l">
              <a:defRPr sz="1500" b="1">
                <a:solidFill>
                  <a:srgbClr val="009E73"/>
                </a:solidFill>
                <a:latin typeface="Arial"/>
                <a:ea typeface="Arial"/>
                <a:cs typeface="Arial"/>
              </a:defRPr>
            </a:pPr>
            <a:r>
              <a:rPr sz="1500" b="1">
                <a:solidFill>
                  <a:srgbClr val="009E73"/>
                </a:solidFill>
                <a:latin typeface="Arial"/>
                <a:ea typeface="Arial"/>
                <a:cs typeface="Arial"/>
              </a:rPr>
              <a:t>C</a:t>
            </a:r>
          </a:p>
        </p:txBody>
      </p:sp>
      <p:sp>
        <p:nvSpPr>
          <p:cNvPr id="60" name="text_059">
            <a:extLst xmlns:a="http://schemas.openxmlformats.org/drawingml/2006/main">
              <a:ext uri="{FF2B5EF4-FFF2-40B4-BE49-F238E27FC236}">
                <a16:creationId xmlns:a16="http://schemas.microsoft.com/office/drawing/2014/main" id="{09C5A20F-A67B-48B7-87DC-EAA055837CE5}"/>
              </a:ext>
            </a:extLst>
          </p:cNvPr>
          <p:cNvSpPr>
            <a:spLocks xmlns:a="http://schemas.openxmlformats.org/drawingml/2006/main" noGrp="1"/>
          </p:cNvSpPr>
          <p:nvPr/>
        </p:nvSpPr>
        <p:spPr>
          <a:xfrm xmlns:a="http://schemas.openxmlformats.org/drawingml/2006/main" rot="0">
            <a:off x="5791200" y="2981325"/>
            <a:ext cx="2428875" cy="2476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575" b="1">
                <a:solidFill>
                  <a:srgbClr val="000000"/>
                </a:solidFill>
                <a:latin typeface="Arial"/>
                <a:ea typeface="Arial"/>
                <a:cs typeface="Arial"/>
              </a:defRPr>
            </a:defPPr>
            <a:lvl1pPr algn="ctr">
              <a:defRPr sz="1575" b="1">
                <a:solidFill>
                  <a:srgbClr val="000000"/>
                </a:solidFill>
                <a:latin typeface="Arial"/>
                <a:ea typeface="Arial"/>
                <a:cs typeface="Arial"/>
              </a:defRPr>
            </a:lvl1pPr>
            <a:lvl2pPr algn="ctr">
              <a:defRPr sz="1575" b="1">
                <a:solidFill>
                  <a:srgbClr val="000000"/>
                </a:solidFill>
                <a:latin typeface="Arial"/>
                <a:ea typeface="Arial"/>
                <a:cs typeface="Arial"/>
              </a:defRPr>
            </a:lvl2pPr>
            <a:lvl3pPr algn="ctr">
              <a:defRPr sz="1575" b="1">
                <a:solidFill>
                  <a:srgbClr val="000000"/>
                </a:solidFill>
                <a:latin typeface="Arial"/>
                <a:ea typeface="Arial"/>
                <a:cs typeface="Arial"/>
              </a:defRPr>
            </a:lvl3pPr>
            <a:lvl4pPr algn="ctr">
              <a:defRPr sz="1575" b="1">
                <a:solidFill>
                  <a:srgbClr val="000000"/>
                </a:solidFill>
                <a:latin typeface="Arial"/>
                <a:ea typeface="Arial"/>
                <a:cs typeface="Arial"/>
              </a:defRPr>
            </a:lvl4pPr>
            <a:lvl5pPr algn="ctr">
              <a:defRPr sz="1575" b="1">
                <a:solidFill>
                  <a:srgbClr val="000000"/>
                </a:solidFill>
                <a:latin typeface="Arial"/>
                <a:ea typeface="Arial"/>
                <a:cs typeface="Arial"/>
              </a:defRPr>
            </a:lvl5pPr>
            <a:lvl6pPr algn="ctr">
              <a:defRPr sz="1575" b="1">
                <a:solidFill>
                  <a:srgbClr val="000000"/>
                </a:solidFill>
                <a:latin typeface="Arial"/>
                <a:ea typeface="Arial"/>
                <a:cs typeface="Arial"/>
              </a:defRPr>
            </a:lvl6pPr>
            <a:lvl7pPr algn="ctr">
              <a:defRPr sz="1575" b="1">
                <a:solidFill>
                  <a:srgbClr val="000000"/>
                </a:solidFill>
                <a:latin typeface="Arial"/>
                <a:ea typeface="Arial"/>
                <a:cs typeface="Arial"/>
              </a:defRPr>
            </a:lvl7pPr>
            <a:lvl8pPr algn="ctr">
              <a:defRPr sz="1575" b="1">
                <a:solidFill>
                  <a:srgbClr val="000000"/>
                </a:solidFill>
                <a:latin typeface="Arial"/>
                <a:ea typeface="Arial"/>
                <a:cs typeface="Arial"/>
              </a:defRPr>
            </a:lvl8pPr>
            <a:lvl9pPr algn="ctr">
              <a:defRPr sz="1575" b="1">
                <a:solidFill>
                  <a:srgbClr val="000000"/>
                </a:solidFill>
                <a:latin typeface="Arial"/>
                <a:ea typeface="Arial"/>
                <a:cs typeface="Arial"/>
              </a:defRPr>
            </a:lvl9pPr>
          </a:lstStyle>
          <a:p xmlns:a="http://schemas.openxmlformats.org/drawingml/2006/main">
            <a:pPr algn="ctr">
              <a:defRPr sz="1575" b="1">
                <a:solidFill>
                  <a:srgbClr val="000000"/>
                </a:solidFill>
                <a:latin typeface="Arial"/>
                <a:ea typeface="Arial"/>
                <a:cs typeface="Arial"/>
              </a:defRPr>
            </a:pPr>
            <a:r>
              <a:rPr sz="1575" b="1">
                <a:solidFill>
                  <a:srgbClr val="000000"/>
                </a:solidFill>
                <a:latin typeface="Arial"/>
                <a:ea typeface="Arial"/>
                <a:cs typeface="Arial"/>
              </a:rPr>
              <a:t>2000-07-14</a:t>
            </a:r>
          </a:p>
        </p:txBody>
      </p:sp>
      <p:pic>
        <p:nvPicPr>
          <p:cNvPr id="61" name="">
            <a:extLst xmlns:a="http://schemas.openxmlformats.org/drawingml/2006/main">
              <a:ext uri="{FF2B5EF4-FFF2-40B4-BE49-F238E27FC236}">
                <a16:creationId xmlns:a16="http://schemas.microsoft.com/office/drawing/2014/main" id="{AAB0384B-1E1A-4027-A93F-3C7E9DA4779A}"/>
              </a:ext>
            </a:extLst>
          </p:cNvPr>
          <p:cNvPicPr>
            <a:picLocks xmlns:a="http://schemas.openxmlformats.org/drawingml/2006/main" noChangeAspect="1"/>
          </p:cNvPicPr>
          <p:nvPr/>
        </p:nvPicPr>
        <p:blipFill>
          <a:blip xmlns:r="http://schemas.openxmlformats.org/officeDocument/2006/relationships" xmlns:a="http://schemas.openxmlformats.org/drawingml/2006/main" r:embed="R06ef78ef3ca9405c"/>
          <a:stretch xmlns:a="http://schemas.openxmlformats.org/drawingml/2006/main"/>
        </p:blipFill>
        <p:spPr>
          <a:xfrm xmlns:a="http://schemas.openxmlformats.org/drawingml/2006/main">
            <a:off x="5886580" y="3257550"/>
            <a:ext cx="2238115" cy="2221308"/>
          </a:xfrm>
          <a:prstGeom xmlns:a="http://schemas.openxmlformats.org/drawingml/2006/main" prst="rect">
            <a:avLst/>
          </a:prstGeom>
        </p:spPr>
      </p:pic>
      <p:sp>
        <p:nvSpPr>
          <p:cNvPr id="62" name="rect_061">
            <a:extLst xmlns:a="http://schemas.openxmlformats.org/drawingml/2006/main">
              <a:ext uri="{FF2B5EF4-FFF2-40B4-BE49-F238E27FC236}">
                <a16:creationId xmlns:a16="http://schemas.microsoft.com/office/drawing/2014/main" id="{53C14E72-A4FE-4BB7-BCB1-96C6AD1A04A1}"/>
              </a:ext>
            </a:extLst>
          </p:cNvPr>
          <p:cNvSpPr>
            <a:spLocks xmlns:a="http://schemas.openxmlformats.org/drawingml/2006/main" noGrp="1"/>
          </p:cNvSpPr>
          <p:nvPr/>
        </p:nvSpPr>
        <p:spPr>
          <a:xfrm xmlns:a="http://schemas.openxmlformats.org/drawingml/2006/main" rot="0">
            <a:off x="5886450" y="3257550"/>
            <a:ext cx="2238375" cy="2221308"/>
          </a:xfrm>
          <a:prstGeom xmlns:a="http://schemas.openxmlformats.org/drawingml/2006/main" prst="rect">
            <a:avLst/>
          </a:prstGeom>
          <a:noFill xmlns:a="http://schemas.openxmlformats.org/drawingml/2006/main"/>
          <a:ln xmlns:a="http://schemas.openxmlformats.org/drawingml/2006/main" w="6191">
            <a:solidFill>
              <a:srgbClr val="6A7278"/>
            </a:solidFill>
            <a:prstDash val="solid"/>
          </a:ln>
        </p:spPr>
      </p:sp>
      <p:sp>
        <p:nvSpPr>
          <p:cNvPr id="63" name="text_062">
            <a:extLst xmlns:a="http://schemas.openxmlformats.org/drawingml/2006/main">
              <a:ext uri="{FF2B5EF4-FFF2-40B4-BE49-F238E27FC236}">
                <a16:creationId xmlns:a16="http://schemas.microsoft.com/office/drawing/2014/main" id="{DEFEA433-0884-4625-94CC-36A6629244E7}"/>
              </a:ext>
            </a:extLst>
          </p:cNvPr>
          <p:cNvSpPr>
            <a:spLocks xmlns:a="http://schemas.openxmlformats.org/drawingml/2006/main" noGrp="1"/>
          </p:cNvSpPr>
          <p:nvPr/>
        </p:nvSpPr>
        <p:spPr>
          <a:xfrm xmlns:a="http://schemas.openxmlformats.org/drawingml/2006/main" rot="0">
            <a:off x="5648325" y="5526483"/>
            <a:ext cx="47625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xmlns:a="http://schemas.openxmlformats.org/drawingml/2006/main">
            <a:pPr algn="ctr">
              <a:defRPr sz="1125" b="0">
                <a:solidFill>
                  <a:srgbClr val="000000"/>
                </a:solidFill>
                <a:latin typeface="Arial"/>
                <a:ea typeface="Arial"/>
                <a:cs typeface="Arial"/>
              </a:defRPr>
            </a:pPr>
            <a:r>
              <a:rPr sz="1125" b="0">
                <a:solidFill>
                  <a:srgbClr val="000000"/>
                </a:solidFill>
                <a:latin typeface="Arial"/>
                <a:ea typeface="Arial"/>
                <a:cs typeface="Arial"/>
              </a:rPr>
              <a:t>102</a:t>
            </a:r>
          </a:p>
        </p:txBody>
      </p:sp>
      <p:sp>
        <p:nvSpPr>
          <p:cNvPr id="64" name="text_063">
            <a:extLst xmlns:a="http://schemas.openxmlformats.org/drawingml/2006/main">
              <a:ext uri="{FF2B5EF4-FFF2-40B4-BE49-F238E27FC236}">
                <a16:creationId xmlns:a16="http://schemas.microsoft.com/office/drawing/2014/main" id="{D04648F5-8F09-4BF2-BFA1-6F198DD6ABE6}"/>
              </a:ext>
            </a:extLst>
          </p:cNvPr>
          <p:cNvSpPr>
            <a:spLocks xmlns:a="http://schemas.openxmlformats.org/drawingml/2006/main" noGrp="1"/>
          </p:cNvSpPr>
          <p:nvPr/>
        </p:nvSpPr>
        <p:spPr>
          <a:xfrm xmlns:a="http://schemas.openxmlformats.org/drawingml/2006/main" rot="0">
            <a:off x="6767512" y="5526483"/>
            <a:ext cx="47625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xmlns:a="http://schemas.openxmlformats.org/drawingml/2006/main">
            <a:pPr algn="ctr">
              <a:defRPr sz="1125" b="0">
                <a:solidFill>
                  <a:srgbClr val="000000"/>
                </a:solidFill>
                <a:latin typeface="Arial"/>
                <a:ea typeface="Arial"/>
                <a:cs typeface="Arial"/>
              </a:defRPr>
            </a:pPr>
            <a:r>
              <a:rPr sz="1125" b="0">
                <a:solidFill>
                  <a:srgbClr val="000000"/>
                </a:solidFill>
                <a:latin typeface="Arial"/>
                <a:ea typeface="Arial"/>
                <a:cs typeface="Arial"/>
              </a:rPr>
              <a:t>108</a:t>
            </a:r>
          </a:p>
        </p:txBody>
      </p:sp>
      <p:sp>
        <p:nvSpPr>
          <p:cNvPr id="65" name="text_064">
            <a:extLst xmlns:a="http://schemas.openxmlformats.org/drawingml/2006/main">
              <a:ext uri="{FF2B5EF4-FFF2-40B4-BE49-F238E27FC236}">
                <a16:creationId xmlns:a16="http://schemas.microsoft.com/office/drawing/2014/main" id="{C1CC5AE5-67FF-4179-85C2-5BF5882724FF}"/>
              </a:ext>
            </a:extLst>
          </p:cNvPr>
          <p:cNvSpPr>
            <a:spLocks xmlns:a="http://schemas.openxmlformats.org/drawingml/2006/main" noGrp="1"/>
          </p:cNvSpPr>
          <p:nvPr/>
        </p:nvSpPr>
        <p:spPr>
          <a:xfrm xmlns:a="http://schemas.openxmlformats.org/drawingml/2006/main" rot="0">
            <a:off x="7886700" y="5526483"/>
            <a:ext cx="47625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xmlns:a="http://schemas.openxmlformats.org/drawingml/2006/main">
            <a:pPr algn="ctr">
              <a:defRPr sz="1125" b="0">
                <a:solidFill>
                  <a:srgbClr val="000000"/>
                </a:solidFill>
                <a:latin typeface="Arial"/>
                <a:ea typeface="Arial"/>
                <a:cs typeface="Arial"/>
              </a:defRPr>
            </a:pPr>
            <a:r>
              <a:rPr sz="1125" b="0">
                <a:solidFill>
                  <a:srgbClr val="000000"/>
                </a:solidFill>
                <a:latin typeface="Arial"/>
                <a:ea typeface="Arial"/>
                <a:cs typeface="Arial"/>
              </a:rPr>
              <a:t>114</a:t>
            </a:r>
          </a:p>
        </p:txBody>
      </p:sp>
      <p:sp>
        <p:nvSpPr>
          <p:cNvPr id="66" name="ellipse_065">
            <a:extLst xmlns:a="http://schemas.openxmlformats.org/drawingml/2006/main">
              <a:ext uri="{FF2B5EF4-FFF2-40B4-BE49-F238E27FC236}">
                <a16:creationId xmlns:a16="http://schemas.microsoft.com/office/drawing/2014/main" id="{BF387C3F-6A40-45E5-A307-0AD4F3E9AD3C}"/>
              </a:ext>
            </a:extLst>
          </p:cNvPr>
          <p:cNvSpPr>
            <a:spLocks xmlns:a="http://schemas.openxmlformats.org/drawingml/2006/main" noGrp="1"/>
          </p:cNvSpPr>
          <p:nvPr/>
        </p:nvSpPr>
        <p:spPr>
          <a:xfrm xmlns:a="http://schemas.openxmlformats.org/drawingml/2006/main" rot="0">
            <a:off x="7907791" y="5172378"/>
            <a:ext cx="114300" cy="114300"/>
          </a:xfrm>
          <a:prstGeom xmlns:a="http://schemas.openxmlformats.org/drawingml/2006/main" prst="ellipse">
            <a:avLst/>
          </a:prstGeom>
          <a:solidFill xmlns:a="http://schemas.openxmlformats.org/drawingml/2006/main">
            <a:srgbClr val="FFFFFF"/>
          </a:solidFill>
          <a:ln xmlns:a="http://schemas.openxmlformats.org/drawingml/2006/main" w="17145">
            <a:solidFill>
              <a:srgbClr val="FFFFFF"/>
            </a:solidFill>
            <a:prstDash val="solid"/>
          </a:ln>
        </p:spPr>
      </p:sp>
      <p:sp>
        <p:nvSpPr>
          <p:cNvPr id="67" name="ellipse_066">
            <a:extLst xmlns:a="http://schemas.openxmlformats.org/drawingml/2006/main">
              <a:ext uri="{FF2B5EF4-FFF2-40B4-BE49-F238E27FC236}">
                <a16:creationId xmlns:a16="http://schemas.microsoft.com/office/drawing/2014/main" id="{CD7730C8-368E-41C3-8CB4-E5746E0C52DB}"/>
              </a:ext>
            </a:extLst>
          </p:cNvPr>
          <p:cNvSpPr>
            <a:spLocks xmlns:a="http://schemas.openxmlformats.org/drawingml/2006/main" noGrp="1"/>
          </p:cNvSpPr>
          <p:nvPr/>
        </p:nvSpPr>
        <p:spPr>
          <a:xfrm xmlns:a="http://schemas.openxmlformats.org/drawingml/2006/main" rot="0">
            <a:off x="7926841" y="5191428"/>
            <a:ext cx="76200" cy="76200"/>
          </a:xfrm>
          <a:prstGeom xmlns:a="http://schemas.openxmlformats.org/drawingml/2006/main" prst="ellipse">
            <a:avLst/>
          </a:prstGeom>
          <a:solidFill xmlns:a="http://schemas.openxmlformats.org/drawingml/2006/main">
            <a:srgbClr val="FFFFFF"/>
          </a:solidFill>
          <a:ln xmlns:a="http://schemas.openxmlformats.org/drawingml/2006/main" w="17145">
            <a:solidFill>
              <a:srgbClr val="0072B2"/>
            </a:solidFill>
            <a:prstDash val="solid"/>
          </a:ln>
        </p:spPr>
      </p:sp>
      <p:sp>
        <p:nvSpPr>
          <p:cNvPr id="68" name="text_067">
            <a:extLst xmlns:a="http://schemas.openxmlformats.org/drawingml/2006/main">
              <a:ext uri="{FF2B5EF4-FFF2-40B4-BE49-F238E27FC236}">
                <a16:creationId xmlns:a16="http://schemas.microsoft.com/office/drawing/2014/main" id="{DE967262-13C3-4395-8EB6-9BF68F2955C5}"/>
              </a:ext>
            </a:extLst>
          </p:cNvPr>
          <p:cNvSpPr>
            <a:spLocks xmlns:a="http://schemas.openxmlformats.org/drawingml/2006/main" noGrp="1"/>
          </p:cNvSpPr>
          <p:nvPr/>
        </p:nvSpPr>
        <p:spPr>
          <a:xfrm xmlns:a="http://schemas.openxmlformats.org/drawingml/2006/main" rot="0">
            <a:off x="7736341" y="5000928"/>
            <a:ext cx="247650" cy="2476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500" b="1">
                <a:solidFill>
                  <a:srgbClr val="0072B2"/>
                </a:solidFill>
                <a:latin typeface="Arial"/>
                <a:ea typeface="Arial"/>
                <a:cs typeface="Arial"/>
              </a:defRPr>
            </a:defPPr>
            <a:lvl1pPr algn="l">
              <a:defRPr sz="1500" b="1">
                <a:solidFill>
                  <a:srgbClr val="0072B2"/>
                </a:solidFill>
                <a:latin typeface="Arial"/>
                <a:ea typeface="Arial"/>
                <a:cs typeface="Arial"/>
              </a:defRPr>
            </a:lvl1pPr>
            <a:lvl2pPr algn="l">
              <a:defRPr sz="1500" b="1">
                <a:solidFill>
                  <a:srgbClr val="0072B2"/>
                </a:solidFill>
                <a:latin typeface="Arial"/>
                <a:ea typeface="Arial"/>
                <a:cs typeface="Arial"/>
              </a:defRPr>
            </a:lvl2pPr>
            <a:lvl3pPr algn="l">
              <a:defRPr sz="1500" b="1">
                <a:solidFill>
                  <a:srgbClr val="0072B2"/>
                </a:solidFill>
                <a:latin typeface="Arial"/>
                <a:ea typeface="Arial"/>
                <a:cs typeface="Arial"/>
              </a:defRPr>
            </a:lvl3pPr>
            <a:lvl4pPr algn="l">
              <a:defRPr sz="1500" b="1">
                <a:solidFill>
                  <a:srgbClr val="0072B2"/>
                </a:solidFill>
                <a:latin typeface="Arial"/>
                <a:ea typeface="Arial"/>
                <a:cs typeface="Arial"/>
              </a:defRPr>
            </a:lvl4pPr>
            <a:lvl5pPr algn="l">
              <a:defRPr sz="1500" b="1">
                <a:solidFill>
                  <a:srgbClr val="0072B2"/>
                </a:solidFill>
                <a:latin typeface="Arial"/>
                <a:ea typeface="Arial"/>
                <a:cs typeface="Arial"/>
              </a:defRPr>
            </a:lvl5pPr>
            <a:lvl6pPr algn="l">
              <a:defRPr sz="1500" b="1">
                <a:solidFill>
                  <a:srgbClr val="0072B2"/>
                </a:solidFill>
                <a:latin typeface="Arial"/>
                <a:ea typeface="Arial"/>
                <a:cs typeface="Arial"/>
              </a:defRPr>
            </a:lvl6pPr>
            <a:lvl7pPr algn="l">
              <a:defRPr sz="1500" b="1">
                <a:solidFill>
                  <a:srgbClr val="0072B2"/>
                </a:solidFill>
                <a:latin typeface="Arial"/>
                <a:ea typeface="Arial"/>
                <a:cs typeface="Arial"/>
              </a:defRPr>
            </a:lvl7pPr>
            <a:lvl8pPr algn="l">
              <a:defRPr sz="1500" b="1">
                <a:solidFill>
                  <a:srgbClr val="0072B2"/>
                </a:solidFill>
                <a:latin typeface="Arial"/>
                <a:ea typeface="Arial"/>
                <a:cs typeface="Arial"/>
              </a:defRPr>
            </a:lvl8pPr>
            <a:lvl9pPr algn="l">
              <a:defRPr sz="1500" b="1">
                <a:solidFill>
                  <a:srgbClr val="0072B2"/>
                </a:solidFill>
                <a:latin typeface="Arial"/>
                <a:ea typeface="Arial"/>
                <a:cs typeface="Arial"/>
              </a:defRPr>
            </a:lvl9pPr>
          </a:lstStyle>
          <a:p xmlns:a="http://schemas.openxmlformats.org/drawingml/2006/main">
            <a:pPr algn="l">
              <a:defRPr sz="1500" b="1">
                <a:solidFill>
                  <a:srgbClr val="0072B2"/>
                </a:solidFill>
                <a:latin typeface="Arial"/>
                <a:ea typeface="Arial"/>
                <a:cs typeface="Arial"/>
              </a:defRPr>
            </a:pPr>
            <a:r>
              <a:rPr sz="1500" b="1">
                <a:solidFill>
                  <a:srgbClr val="0072B2"/>
                </a:solidFill>
                <a:latin typeface="Arial"/>
                <a:ea typeface="Arial"/>
                <a:cs typeface="Arial"/>
              </a:rPr>
              <a:t>A</a:t>
            </a:r>
          </a:p>
        </p:txBody>
      </p:sp>
      <p:sp>
        <p:nvSpPr>
          <p:cNvPr id="69" name="ellipse_068">
            <a:extLst xmlns:a="http://schemas.openxmlformats.org/drawingml/2006/main">
              <a:ext uri="{FF2B5EF4-FFF2-40B4-BE49-F238E27FC236}">
                <a16:creationId xmlns:a16="http://schemas.microsoft.com/office/drawing/2014/main" id="{4C2C8984-0148-48D5-B183-D471D63E8EF1}"/>
              </a:ext>
            </a:extLst>
          </p:cNvPr>
          <p:cNvSpPr>
            <a:spLocks xmlns:a="http://schemas.openxmlformats.org/drawingml/2006/main" noGrp="1"/>
          </p:cNvSpPr>
          <p:nvPr/>
        </p:nvSpPr>
        <p:spPr>
          <a:xfrm xmlns:a="http://schemas.openxmlformats.org/drawingml/2006/main" rot="0">
            <a:off x="7450980" y="3495063"/>
            <a:ext cx="114300" cy="114300"/>
          </a:xfrm>
          <a:prstGeom xmlns:a="http://schemas.openxmlformats.org/drawingml/2006/main" prst="ellipse">
            <a:avLst/>
          </a:prstGeom>
          <a:solidFill xmlns:a="http://schemas.openxmlformats.org/drawingml/2006/main">
            <a:srgbClr val="FFFFFF"/>
          </a:solidFill>
          <a:ln xmlns:a="http://schemas.openxmlformats.org/drawingml/2006/main" w="17145">
            <a:solidFill>
              <a:srgbClr val="FFFFFF"/>
            </a:solidFill>
            <a:prstDash val="solid"/>
          </a:ln>
        </p:spPr>
      </p:sp>
      <p:sp>
        <p:nvSpPr>
          <p:cNvPr id="70" name="ellipse_069">
            <a:extLst xmlns:a="http://schemas.openxmlformats.org/drawingml/2006/main">
              <a:ext uri="{FF2B5EF4-FFF2-40B4-BE49-F238E27FC236}">
                <a16:creationId xmlns:a16="http://schemas.microsoft.com/office/drawing/2014/main" id="{CE22789C-E2DB-4FA5-8555-AD56CC191288}"/>
              </a:ext>
            </a:extLst>
          </p:cNvPr>
          <p:cNvSpPr>
            <a:spLocks xmlns:a="http://schemas.openxmlformats.org/drawingml/2006/main" noGrp="1"/>
          </p:cNvSpPr>
          <p:nvPr/>
        </p:nvSpPr>
        <p:spPr>
          <a:xfrm xmlns:a="http://schemas.openxmlformats.org/drawingml/2006/main" rot="0">
            <a:off x="7470030" y="3514113"/>
            <a:ext cx="76200" cy="76200"/>
          </a:xfrm>
          <a:prstGeom xmlns:a="http://schemas.openxmlformats.org/drawingml/2006/main" prst="ellipse">
            <a:avLst/>
          </a:prstGeom>
          <a:solidFill xmlns:a="http://schemas.openxmlformats.org/drawingml/2006/main">
            <a:srgbClr val="FFFFFF"/>
          </a:solidFill>
          <a:ln xmlns:a="http://schemas.openxmlformats.org/drawingml/2006/main" w="17145">
            <a:solidFill>
              <a:srgbClr val="D55E00"/>
            </a:solidFill>
            <a:prstDash val="solid"/>
          </a:ln>
        </p:spPr>
      </p:sp>
      <p:sp>
        <p:nvSpPr>
          <p:cNvPr id="71" name="text_070">
            <a:extLst xmlns:a="http://schemas.openxmlformats.org/drawingml/2006/main">
              <a:ext uri="{FF2B5EF4-FFF2-40B4-BE49-F238E27FC236}">
                <a16:creationId xmlns:a16="http://schemas.microsoft.com/office/drawing/2014/main" id="{B8129221-CD1C-4194-9F3F-EC039A8499C0}"/>
              </a:ext>
            </a:extLst>
          </p:cNvPr>
          <p:cNvSpPr>
            <a:spLocks xmlns:a="http://schemas.openxmlformats.org/drawingml/2006/main" noGrp="1"/>
          </p:cNvSpPr>
          <p:nvPr/>
        </p:nvSpPr>
        <p:spPr>
          <a:xfrm xmlns:a="http://schemas.openxmlformats.org/drawingml/2006/main" rot="0">
            <a:off x="7584330" y="3323613"/>
            <a:ext cx="247650" cy="2476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500" b="1">
                <a:solidFill>
                  <a:srgbClr val="D55E00"/>
                </a:solidFill>
                <a:latin typeface="Arial"/>
                <a:ea typeface="Arial"/>
                <a:cs typeface="Arial"/>
              </a:defRPr>
            </a:defPPr>
            <a:lvl1pPr algn="l">
              <a:defRPr sz="1500" b="1">
                <a:solidFill>
                  <a:srgbClr val="D55E00"/>
                </a:solidFill>
                <a:latin typeface="Arial"/>
                <a:ea typeface="Arial"/>
                <a:cs typeface="Arial"/>
              </a:defRPr>
            </a:lvl1pPr>
            <a:lvl2pPr algn="l">
              <a:defRPr sz="1500" b="1">
                <a:solidFill>
                  <a:srgbClr val="D55E00"/>
                </a:solidFill>
                <a:latin typeface="Arial"/>
                <a:ea typeface="Arial"/>
                <a:cs typeface="Arial"/>
              </a:defRPr>
            </a:lvl2pPr>
            <a:lvl3pPr algn="l">
              <a:defRPr sz="1500" b="1">
                <a:solidFill>
                  <a:srgbClr val="D55E00"/>
                </a:solidFill>
                <a:latin typeface="Arial"/>
                <a:ea typeface="Arial"/>
                <a:cs typeface="Arial"/>
              </a:defRPr>
            </a:lvl3pPr>
            <a:lvl4pPr algn="l">
              <a:defRPr sz="1500" b="1">
                <a:solidFill>
                  <a:srgbClr val="D55E00"/>
                </a:solidFill>
                <a:latin typeface="Arial"/>
                <a:ea typeface="Arial"/>
                <a:cs typeface="Arial"/>
              </a:defRPr>
            </a:lvl4pPr>
            <a:lvl5pPr algn="l">
              <a:defRPr sz="1500" b="1">
                <a:solidFill>
                  <a:srgbClr val="D55E00"/>
                </a:solidFill>
                <a:latin typeface="Arial"/>
                <a:ea typeface="Arial"/>
                <a:cs typeface="Arial"/>
              </a:defRPr>
            </a:lvl5pPr>
            <a:lvl6pPr algn="l">
              <a:defRPr sz="1500" b="1">
                <a:solidFill>
                  <a:srgbClr val="D55E00"/>
                </a:solidFill>
                <a:latin typeface="Arial"/>
                <a:ea typeface="Arial"/>
                <a:cs typeface="Arial"/>
              </a:defRPr>
            </a:lvl6pPr>
            <a:lvl7pPr algn="l">
              <a:defRPr sz="1500" b="1">
                <a:solidFill>
                  <a:srgbClr val="D55E00"/>
                </a:solidFill>
                <a:latin typeface="Arial"/>
                <a:ea typeface="Arial"/>
                <a:cs typeface="Arial"/>
              </a:defRPr>
            </a:lvl7pPr>
            <a:lvl8pPr algn="l">
              <a:defRPr sz="1500" b="1">
                <a:solidFill>
                  <a:srgbClr val="D55E00"/>
                </a:solidFill>
                <a:latin typeface="Arial"/>
                <a:ea typeface="Arial"/>
                <a:cs typeface="Arial"/>
              </a:defRPr>
            </a:lvl8pPr>
            <a:lvl9pPr algn="l">
              <a:defRPr sz="1500" b="1">
                <a:solidFill>
                  <a:srgbClr val="D55E00"/>
                </a:solidFill>
                <a:latin typeface="Arial"/>
                <a:ea typeface="Arial"/>
                <a:cs typeface="Arial"/>
              </a:defRPr>
            </a:lvl9pPr>
          </a:lstStyle>
          <a:p xmlns:a="http://schemas.openxmlformats.org/drawingml/2006/main">
            <a:pPr algn="l">
              <a:defRPr sz="1500" b="1">
                <a:solidFill>
                  <a:srgbClr val="D55E00"/>
                </a:solidFill>
                <a:latin typeface="Arial"/>
                <a:ea typeface="Arial"/>
                <a:cs typeface="Arial"/>
              </a:defRPr>
            </a:pPr>
            <a:r>
              <a:rPr sz="1500" b="1">
                <a:solidFill>
                  <a:srgbClr val="D55E00"/>
                </a:solidFill>
                <a:latin typeface="Arial"/>
                <a:ea typeface="Arial"/>
                <a:cs typeface="Arial"/>
              </a:rPr>
              <a:t>B</a:t>
            </a:r>
          </a:p>
        </p:txBody>
      </p:sp>
      <p:sp>
        <p:nvSpPr>
          <p:cNvPr id="72" name="ellipse_071">
            <a:extLst xmlns:a="http://schemas.openxmlformats.org/drawingml/2006/main">
              <a:ext uri="{FF2B5EF4-FFF2-40B4-BE49-F238E27FC236}">
                <a16:creationId xmlns:a16="http://schemas.microsoft.com/office/drawing/2014/main" id="{92410581-DC4B-4475-8749-D8886F332E1D}"/>
              </a:ext>
            </a:extLst>
          </p:cNvPr>
          <p:cNvSpPr>
            <a:spLocks xmlns:a="http://schemas.openxmlformats.org/drawingml/2006/main" noGrp="1"/>
          </p:cNvSpPr>
          <p:nvPr/>
        </p:nvSpPr>
        <p:spPr>
          <a:xfrm xmlns:a="http://schemas.openxmlformats.org/drawingml/2006/main" rot="0">
            <a:off x="6491676" y="4900381"/>
            <a:ext cx="114300" cy="114300"/>
          </a:xfrm>
          <a:prstGeom xmlns:a="http://schemas.openxmlformats.org/drawingml/2006/main" prst="ellipse">
            <a:avLst/>
          </a:prstGeom>
          <a:solidFill xmlns:a="http://schemas.openxmlformats.org/drawingml/2006/main">
            <a:srgbClr val="FFFFFF"/>
          </a:solidFill>
          <a:ln xmlns:a="http://schemas.openxmlformats.org/drawingml/2006/main" w="17145">
            <a:solidFill>
              <a:srgbClr val="FFFFFF"/>
            </a:solidFill>
            <a:prstDash val="solid"/>
          </a:ln>
        </p:spPr>
      </p:sp>
      <p:sp>
        <p:nvSpPr>
          <p:cNvPr id="73" name="ellipse_072">
            <a:extLst xmlns:a="http://schemas.openxmlformats.org/drawingml/2006/main">
              <a:ext uri="{FF2B5EF4-FFF2-40B4-BE49-F238E27FC236}">
                <a16:creationId xmlns:a16="http://schemas.microsoft.com/office/drawing/2014/main" id="{696C6930-7D2C-47B6-9E66-25620DA526C7}"/>
              </a:ext>
            </a:extLst>
          </p:cNvPr>
          <p:cNvSpPr>
            <a:spLocks xmlns:a="http://schemas.openxmlformats.org/drawingml/2006/main" noGrp="1"/>
          </p:cNvSpPr>
          <p:nvPr/>
        </p:nvSpPr>
        <p:spPr>
          <a:xfrm xmlns:a="http://schemas.openxmlformats.org/drawingml/2006/main" rot="0">
            <a:off x="6510726" y="4919431"/>
            <a:ext cx="76200" cy="76200"/>
          </a:xfrm>
          <a:prstGeom xmlns:a="http://schemas.openxmlformats.org/drawingml/2006/main" prst="ellipse">
            <a:avLst/>
          </a:prstGeom>
          <a:solidFill xmlns:a="http://schemas.openxmlformats.org/drawingml/2006/main">
            <a:srgbClr val="FFFFFF"/>
          </a:solidFill>
          <a:ln xmlns:a="http://schemas.openxmlformats.org/drawingml/2006/main" w="17145">
            <a:solidFill>
              <a:srgbClr val="009E73"/>
            </a:solidFill>
            <a:prstDash val="solid"/>
          </a:ln>
        </p:spPr>
      </p:sp>
      <p:sp>
        <p:nvSpPr>
          <p:cNvPr id="74" name="text_073">
            <a:extLst xmlns:a="http://schemas.openxmlformats.org/drawingml/2006/main">
              <a:ext uri="{FF2B5EF4-FFF2-40B4-BE49-F238E27FC236}">
                <a16:creationId xmlns:a16="http://schemas.microsoft.com/office/drawing/2014/main" id="{9DBA9532-83A8-4206-A150-D8B6E95B1E00}"/>
              </a:ext>
            </a:extLst>
          </p:cNvPr>
          <p:cNvSpPr>
            <a:spLocks xmlns:a="http://schemas.openxmlformats.org/drawingml/2006/main" noGrp="1"/>
          </p:cNvSpPr>
          <p:nvPr/>
        </p:nvSpPr>
        <p:spPr>
          <a:xfrm xmlns:a="http://schemas.openxmlformats.org/drawingml/2006/main" rot="0">
            <a:off x="6625026" y="4728931"/>
            <a:ext cx="247650" cy="2476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500" b="1">
                <a:solidFill>
                  <a:srgbClr val="009E73"/>
                </a:solidFill>
                <a:latin typeface="Arial"/>
                <a:ea typeface="Arial"/>
                <a:cs typeface="Arial"/>
              </a:defRPr>
            </a:defPPr>
            <a:lvl1pPr algn="l">
              <a:defRPr sz="1500" b="1">
                <a:solidFill>
                  <a:srgbClr val="009E73"/>
                </a:solidFill>
                <a:latin typeface="Arial"/>
                <a:ea typeface="Arial"/>
                <a:cs typeface="Arial"/>
              </a:defRPr>
            </a:lvl1pPr>
            <a:lvl2pPr algn="l">
              <a:defRPr sz="1500" b="1">
                <a:solidFill>
                  <a:srgbClr val="009E73"/>
                </a:solidFill>
                <a:latin typeface="Arial"/>
                <a:ea typeface="Arial"/>
                <a:cs typeface="Arial"/>
              </a:defRPr>
            </a:lvl2pPr>
            <a:lvl3pPr algn="l">
              <a:defRPr sz="1500" b="1">
                <a:solidFill>
                  <a:srgbClr val="009E73"/>
                </a:solidFill>
                <a:latin typeface="Arial"/>
                <a:ea typeface="Arial"/>
                <a:cs typeface="Arial"/>
              </a:defRPr>
            </a:lvl3pPr>
            <a:lvl4pPr algn="l">
              <a:defRPr sz="1500" b="1">
                <a:solidFill>
                  <a:srgbClr val="009E73"/>
                </a:solidFill>
                <a:latin typeface="Arial"/>
                <a:ea typeface="Arial"/>
                <a:cs typeface="Arial"/>
              </a:defRPr>
            </a:lvl4pPr>
            <a:lvl5pPr algn="l">
              <a:defRPr sz="1500" b="1">
                <a:solidFill>
                  <a:srgbClr val="009E73"/>
                </a:solidFill>
                <a:latin typeface="Arial"/>
                <a:ea typeface="Arial"/>
                <a:cs typeface="Arial"/>
              </a:defRPr>
            </a:lvl5pPr>
            <a:lvl6pPr algn="l">
              <a:defRPr sz="1500" b="1">
                <a:solidFill>
                  <a:srgbClr val="009E73"/>
                </a:solidFill>
                <a:latin typeface="Arial"/>
                <a:ea typeface="Arial"/>
                <a:cs typeface="Arial"/>
              </a:defRPr>
            </a:lvl6pPr>
            <a:lvl7pPr algn="l">
              <a:defRPr sz="1500" b="1">
                <a:solidFill>
                  <a:srgbClr val="009E73"/>
                </a:solidFill>
                <a:latin typeface="Arial"/>
                <a:ea typeface="Arial"/>
                <a:cs typeface="Arial"/>
              </a:defRPr>
            </a:lvl7pPr>
            <a:lvl8pPr algn="l">
              <a:defRPr sz="1500" b="1">
                <a:solidFill>
                  <a:srgbClr val="009E73"/>
                </a:solidFill>
                <a:latin typeface="Arial"/>
                <a:ea typeface="Arial"/>
                <a:cs typeface="Arial"/>
              </a:defRPr>
            </a:lvl8pPr>
            <a:lvl9pPr algn="l">
              <a:defRPr sz="1500" b="1">
                <a:solidFill>
                  <a:srgbClr val="009E73"/>
                </a:solidFill>
                <a:latin typeface="Arial"/>
                <a:ea typeface="Arial"/>
                <a:cs typeface="Arial"/>
              </a:defRPr>
            </a:lvl9pPr>
          </a:lstStyle>
          <a:p xmlns:a="http://schemas.openxmlformats.org/drawingml/2006/main">
            <a:pPr algn="l">
              <a:defRPr sz="1500" b="1">
                <a:solidFill>
                  <a:srgbClr val="009E73"/>
                </a:solidFill>
                <a:latin typeface="Arial"/>
                <a:ea typeface="Arial"/>
                <a:cs typeface="Arial"/>
              </a:defRPr>
            </a:pPr>
            <a:r>
              <a:rPr sz="1500" b="1">
                <a:solidFill>
                  <a:srgbClr val="009E73"/>
                </a:solidFill>
                <a:latin typeface="Arial"/>
                <a:ea typeface="Arial"/>
                <a:cs typeface="Arial"/>
              </a:rPr>
              <a:t>C</a:t>
            </a:r>
          </a:p>
        </p:txBody>
      </p:sp>
      <p:sp>
        <p:nvSpPr>
          <p:cNvPr id="75" name="rect_074">
            <a:extLst xmlns:a="http://schemas.openxmlformats.org/drawingml/2006/main">
              <a:ext uri="{FF2B5EF4-FFF2-40B4-BE49-F238E27FC236}">
                <a16:creationId xmlns:a16="http://schemas.microsoft.com/office/drawing/2014/main" id="{C8116C1F-FC8F-493C-B933-56C800929625}"/>
              </a:ext>
            </a:extLst>
          </p:cNvPr>
          <p:cNvSpPr>
            <a:spLocks xmlns:a="http://schemas.openxmlformats.org/drawingml/2006/main" noGrp="1"/>
          </p:cNvSpPr>
          <p:nvPr/>
        </p:nvSpPr>
        <p:spPr>
          <a:xfrm xmlns:a="http://schemas.openxmlformats.org/drawingml/2006/main" rot="0">
            <a:off x="5886450" y="3257550"/>
            <a:ext cx="2238375" cy="2221308"/>
          </a:xfrm>
          <a:prstGeom xmlns:a="http://schemas.openxmlformats.org/drawingml/2006/main" prst="rect">
            <a:avLst/>
          </a:prstGeom>
          <a:noFill xmlns:a="http://schemas.openxmlformats.org/drawingml/2006/main"/>
          <a:ln xmlns:a="http://schemas.openxmlformats.org/drawingml/2006/main" w="14288">
            <a:solidFill>
              <a:srgbClr val="B2182B"/>
            </a:solidFill>
            <a:prstDash val="solid"/>
          </a:ln>
        </p:spPr>
      </p:sp>
      <p:sp>
        <p:nvSpPr>
          <p:cNvPr id="76" name="text_075">
            <a:extLst xmlns:a="http://schemas.openxmlformats.org/drawingml/2006/main">
              <a:ext uri="{FF2B5EF4-FFF2-40B4-BE49-F238E27FC236}">
                <a16:creationId xmlns:a16="http://schemas.microsoft.com/office/drawing/2014/main" id="{94E4F6D6-5BE1-4E0F-BB8A-FB414234F43E}"/>
              </a:ext>
            </a:extLst>
          </p:cNvPr>
          <p:cNvSpPr>
            <a:spLocks xmlns:a="http://schemas.openxmlformats.org/drawingml/2006/main" noGrp="1"/>
          </p:cNvSpPr>
          <p:nvPr/>
        </p:nvSpPr>
        <p:spPr>
          <a:xfrm xmlns:a="http://schemas.openxmlformats.org/drawingml/2006/main" rot="0">
            <a:off x="8401050" y="2981325"/>
            <a:ext cx="2428875" cy="2476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575" b="1">
                <a:solidFill>
                  <a:srgbClr val="000000"/>
                </a:solidFill>
                <a:latin typeface="Arial"/>
                <a:ea typeface="Arial"/>
                <a:cs typeface="Arial"/>
              </a:defRPr>
            </a:defPPr>
            <a:lvl1pPr algn="ctr">
              <a:defRPr sz="1575" b="1">
                <a:solidFill>
                  <a:srgbClr val="000000"/>
                </a:solidFill>
                <a:latin typeface="Arial"/>
                <a:ea typeface="Arial"/>
                <a:cs typeface="Arial"/>
              </a:defRPr>
            </a:lvl1pPr>
            <a:lvl2pPr algn="ctr">
              <a:defRPr sz="1575" b="1">
                <a:solidFill>
                  <a:srgbClr val="000000"/>
                </a:solidFill>
                <a:latin typeface="Arial"/>
                <a:ea typeface="Arial"/>
                <a:cs typeface="Arial"/>
              </a:defRPr>
            </a:lvl2pPr>
            <a:lvl3pPr algn="ctr">
              <a:defRPr sz="1575" b="1">
                <a:solidFill>
                  <a:srgbClr val="000000"/>
                </a:solidFill>
                <a:latin typeface="Arial"/>
                <a:ea typeface="Arial"/>
                <a:cs typeface="Arial"/>
              </a:defRPr>
            </a:lvl3pPr>
            <a:lvl4pPr algn="ctr">
              <a:defRPr sz="1575" b="1">
                <a:solidFill>
                  <a:srgbClr val="000000"/>
                </a:solidFill>
                <a:latin typeface="Arial"/>
                <a:ea typeface="Arial"/>
                <a:cs typeface="Arial"/>
              </a:defRPr>
            </a:lvl4pPr>
            <a:lvl5pPr algn="ctr">
              <a:defRPr sz="1575" b="1">
                <a:solidFill>
                  <a:srgbClr val="000000"/>
                </a:solidFill>
                <a:latin typeface="Arial"/>
                <a:ea typeface="Arial"/>
                <a:cs typeface="Arial"/>
              </a:defRPr>
            </a:lvl5pPr>
            <a:lvl6pPr algn="ctr">
              <a:defRPr sz="1575" b="1">
                <a:solidFill>
                  <a:srgbClr val="000000"/>
                </a:solidFill>
                <a:latin typeface="Arial"/>
                <a:ea typeface="Arial"/>
                <a:cs typeface="Arial"/>
              </a:defRPr>
            </a:lvl6pPr>
            <a:lvl7pPr algn="ctr">
              <a:defRPr sz="1575" b="1">
                <a:solidFill>
                  <a:srgbClr val="000000"/>
                </a:solidFill>
                <a:latin typeface="Arial"/>
                <a:ea typeface="Arial"/>
                <a:cs typeface="Arial"/>
              </a:defRPr>
            </a:lvl7pPr>
            <a:lvl8pPr algn="ctr">
              <a:defRPr sz="1575" b="1">
                <a:solidFill>
                  <a:srgbClr val="000000"/>
                </a:solidFill>
                <a:latin typeface="Arial"/>
                <a:ea typeface="Arial"/>
                <a:cs typeface="Arial"/>
              </a:defRPr>
            </a:lvl8pPr>
            <a:lvl9pPr algn="ctr">
              <a:defRPr sz="1575" b="1">
                <a:solidFill>
                  <a:srgbClr val="000000"/>
                </a:solidFill>
                <a:latin typeface="Arial"/>
                <a:ea typeface="Arial"/>
                <a:cs typeface="Arial"/>
              </a:defRPr>
            </a:lvl9pPr>
          </a:lstStyle>
          <a:p xmlns:a="http://schemas.openxmlformats.org/drawingml/2006/main">
            <a:pPr algn="ctr">
              <a:defRPr sz="1575" b="1">
                <a:solidFill>
                  <a:srgbClr val="000000"/>
                </a:solidFill>
                <a:latin typeface="Arial"/>
                <a:ea typeface="Arial"/>
                <a:cs typeface="Arial"/>
              </a:defRPr>
            </a:pPr>
            <a:r>
              <a:rPr sz="1575" b="1">
                <a:solidFill>
                  <a:srgbClr val="000000"/>
                </a:solidFill>
                <a:latin typeface="Arial"/>
                <a:ea typeface="Arial"/>
                <a:cs typeface="Arial"/>
              </a:rPr>
              <a:t>2000-07-15</a:t>
            </a:r>
          </a:p>
        </p:txBody>
      </p:sp>
      <p:pic>
        <p:nvPicPr>
          <p:cNvPr id="77" name="">
            <a:extLst xmlns:a="http://schemas.openxmlformats.org/drawingml/2006/main">
              <a:ext uri="{FF2B5EF4-FFF2-40B4-BE49-F238E27FC236}">
                <a16:creationId xmlns:a16="http://schemas.microsoft.com/office/drawing/2014/main" id="{2036A67D-3876-420F-A375-01B4A13A7D92}"/>
              </a:ext>
            </a:extLst>
          </p:cNvPr>
          <p:cNvPicPr>
            <a:picLocks xmlns:a="http://schemas.openxmlformats.org/drawingml/2006/main" noChangeAspect="1"/>
          </p:cNvPicPr>
          <p:nvPr/>
        </p:nvPicPr>
        <p:blipFill>
          <a:blip xmlns:r="http://schemas.openxmlformats.org/officeDocument/2006/relationships" xmlns:a="http://schemas.openxmlformats.org/drawingml/2006/main" r:embed="R64553e667f5b4856"/>
          <a:stretch xmlns:a="http://schemas.openxmlformats.org/drawingml/2006/main"/>
        </p:blipFill>
        <p:spPr>
          <a:xfrm xmlns:a="http://schemas.openxmlformats.org/drawingml/2006/main">
            <a:off x="8496430" y="3257550"/>
            <a:ext cx="2238115" cy="2221308"/>
          </a:xfrm>
          <a:prstGeom xmlns:a="http://schemas.openxmlformats.org/drawingml/2006/main" prst="rect">
            <a:avLst/>
          </a:prstGeom>
        </p:spPr>
      </p:pic>
      <p:sp>
        <p:nvSpPr>
          <p:cNvPr id="78" name="rect_077">
            <a:extLst xmlns:a="http://schemas.openxmlformats.org/drawingml/2006/main">
              <a:ext uri="{FF2B5EF4-FFF2-40B4-BE49-F238E27FC236}">
                <a16:creationId xmlns:a16="http://schemas.microsoft.com/office/drawing/2014/main" id="{D3209288-C1A2-4664-8CFE-2FC3EFDCCA6A}"/>
              </a:ext>
            </a:extLst>
          </p:cNvPr>
          <p:cNvSpPr>
            <a:spLocks xmlns:a="http://schemas.openxmlformats.org/drawingml/2006/main" noGrp="1"/>
          </p:cNvSpPr>
          <p:nvPr/>
        </p:nvSpPr>
        <p:spPr>
          <a:xfrm xmlns:a="http://schemas.openxmlformats.org/drawingml/2006/main" rot="0">
            <a:off x="8496300" y="3257550"/>
            <a:ext cx="2238375" cy="2221308"/>
          </a:xfrm>
          <a:prstGeom xmlns:a="http://schemas.openxmlformats.org/drawingml/2006/main" prst="rect">
            <a:avLst/>
          </a:prstGeom>
          <a:noFill xmlns:a="http://schemas.openxmlformats.org/drawingml/2006/main"/>
          <a:ln xmlns:a="http://schemas.openxmlformats.org/drawingml/2006/main" w="6191">
            <a:solidFill>
              <a:srgbClr val="6A7278"/>
            </a:solidFill>
            <a:prstDash val="solid"/>
          </a:ln>
        </p:spPr>
      </p:sp>
      <p:sp>
        <p:nvSpPr>
          <p:cNvPr id="79" name="text_078">
            <a:extLst xmlns:a="http://schemas.openxmlformats.org/drawingml/2006/main">
              <a:ext uri="{FF2B5EF4-FFF2-40B4-BE49-F238E27FC236}">
                <a16:creationId xmlns:a16="http://schemas.microsoft.com/office/drawing/2014/main" id="{40F1AAA5-9180-41E8-A2CC-AB70D181E364}"/>
              </a:ext>
            </a:extLst>
          </p:cNvPr>
          <p:cNvSpPr>
            <a:spLocks xmlns:a="http://schemas.openxmlformats.org/drawingml/2006/main" noGrp="1"/>
          </p:cNvSpPr>
          <p:nvPr/>
        </p:nvSpPr>
        <p:spPr>
          <a:xfrm xmlns:a="http://schemas.openxmlformats.org/drawingml/2006/main" rot="0">
            <a:off x="8258175" y="5526483"/>
            <a:ext cx="47625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xmlns:a="http://schemas.openxmlformats.org/drawingml/2006/main">
            <a:pPr algn="ctr">
              <a:defRPr sz="1125" b="0">
                <a:solidFill>
                  <a:srgbClr val="000000"/>
                </a:solidFill>
                <a:latin typeface="Arial"/>
                <a:ea typeface="Arial"/>
                <a:cs typeface="Arial"/>
              </a:defRPr>
            </a:pPr>
            <a:r>
              <a:rPr sz="1125" b="0">
                <a:solidFill>
                  <a:srgbClr val="000000"/>
                </a:solidFill>
                <a:latin typeface="Arial"/>
                <a:ea typeface="Arial"/>
                <a:cs typeface="Arial"/>
              </a:rPr>
              <a:t>102</a:t>
            </a:r>
          </a:p>
        </p:txBody>
      </p:sp>
      <p:sp>
        <p:nvSpPr>
          <p:cNvPr id="80" name="text_079">
            <a:extLst xmlns:a="http://schemas.openxmlformats.org/drawingml/2006/main">
              <a:ext uri="{FF2B5EF4-FFF2-40B4-BE49-F238E27FC236}">
                <a16:creationId xmlns:a16="http://schemas.microsoft.com/office/drawing/2014/main" id="{35C15768-309A-4C7C-964B-FC4822747CC7}"/>
              </a:ext>
            </a:extLst>
          </p:cNvPr>
          <p:cNvSpPr>
            <a:spLocks xmlns:a="http://schemas.openxmlformats.org/drawingml/2006/main" noGrp="1"/>
          </p:cNvSpPr>
          <p:nvPr/>
        </p:nvSpPr>
        <p:spPr>
          <a:xfrm xmlns:a="http://schemas.openxmlformats.org/drawingml/2006/main" rot="0">
            <a:off x="9377362" y="5526483"/>
            <a:ext cx="47625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xmlns:a="http://schemas.openxmlformats.org/drawingml/2006/main">
            <a:pPr algn="ctr">
              <a:defRPr sz="1125" b="0">
                <a:solidFill>
                  <a:srgbClr val="000000"/>
                </a:solidFill>
                <a:latin typeface="Arial"/>
                <a:ea typeface="Arial"/>
                <a:cs typeface="Arial"/>
              </a:defRPr>
            </a:pPr>
            <a:r>
              <a:rPr sz="1125" b="0">
                <a:solidFill>
                  <a:srgbClr val="000000"/>
                </a:solidFill>
                <a:latin typeface="Arial"/>
                <a:ea typeface="Arial"/>
                <a:cs typeface="Arial"/>
              </a:rPr>
              <a:t>108</a:t>
            </a:r>
          </a:p>
        </p:txBody>
      </p:sp>
      <p:sp>
        <p:nvSpPr>
          <p:cNvPr id="81" name="text_080">
            <a:extLst xmlns:a="http://schemas.openxmlformats.org/drawingml/2006/main">
              <a:ext uri="{FF2B5EF4-FFF2-40B4-BE49-F238E27FC236}">
                <a16:creationId xmlns:a16="http://schemas.microsoft.com/office/drawing/2014/main" id="{FA9DC965-7A2C-4F30-AD1B-0E0743009017}"/>
              </a:ext>
            </a:extLst>
          </p:cNvPr>
          <p:cNvSpPr>
            <a:spLocks xmlns:a="http://schemas.openxmlformats.org/drawingml/2006/main" noGrp="1"/>
          </p:cNvSpPr>
          <p:nvPr/>
        </p:nvSpPr>
        <p:spPr>
          <a:xfrm xmlns:a="http://schemas.openxmlformats.org/drawingml/2006/main" rot="0">
            <a:off x="10496550" y="5526483"/>
            <a:ext cx="47625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xmlns:a="http://schemas.openxmlformats.org/drawingml/2006/main">
            <a:pPr algn="ctr">
              <a:defRPr sz="1125" b="0">
                <a:solidFill>
                  <a:srgbClr val="000000"/>
                </a:solidFill>
                <a:latin typeface="Arial"/>
                <a:ea typeface="Arial"/>
                <a:cs typeface="Arial"/>
              </a:defRPr>
            </a:pPr>
            <a:r>
              <a:rPr sz="1125" b="0">
                <a:solidFill>
                  <a:srgbClr val="000000"/>
                </a:solidFill>
                <a:latin typeface="Arial"/>
                <a:ea typeface="Arial"/>
                <a:cs typeface="Arial"/>
              </a:rPr>
              <a:t>114</a:t>
            </a:r>
          </a:p>
        </p:txBody>
      </p:sp>
      <p:sp>
        <p:nvSpPr>
          <p:cNvPr id="82" name="ellipse_081">
            <a:extLst xmlns:a="http://schemas.openxmlformats.org/drawingml/2006/main">
              <a:ext uri="{FF2B5EF4-FFF2-40B4-BE49-F238E27FC236}">
                <a16:creationId xmlns:a16="http://schemas.microsoft.com/office/drawing/2014/main" id="{ADF850AE-9FEF-4849-A8E3-76A7CD357607}"/>
              </a:ext>
            </a:extLst>
          </p:cNvPr>
          <p:cNvSpPr>
            <a:spLocks xmlns:a="http://schemas.openxmlformats.org/drawingml/2006/main" noGrp="1"/>
          </p:cNvSpPr>
          <p:nvPr/>
        </p:nvSpPr>
        <p:spPr>
          <a:xfrm xmlns:a="http://schemas.openxmlformats.org/drawingml/2006/main" rot="0">
            <a:off x="10426279" y="5263043"/>
            <a:ext cx="114300" cy="114300"/>
          </a:xfrm>
          <a:prstGeom xmlns:a="http://schemas.openxmlformats.org/drawingml/2006/main" prst="ellipse">
            <a:avLst/>
          </a:prstGeom>
          <a:solidFill xmlns:a="http://schemas.openxmlformats.org/drawingml/2006/main">
            <a:srgbClr val="FFFFFF"/>
          </a:solidFill>
          <a:ln xmlns:a="http://schemas.openxmlformats.org/drawingml/2006/main" w="17145">
            <a:solidFill>
              <a:srgbClr val="FFFFFF"/>
            </a:solidFill>
            <a:prstDash val="solid"/>
          </a:ln>
        </p:spPr>
      </p:sp>
      <p:sp>
        <p:nvSpPr>
          <p:cNvPr id="83" name="ellipse_082">
            <a:extLst xmlns:a="http://schemas.openxmlformats.org/drawingml/2006/main">
              <a:ext uri="{FF2B5EF4-FFF2-40B4-BE49-F238E27FC236}">
                <a16:creationId xmlns:a16="http://schemas.microsoft.com/office/drawing/2014/main" id="{F38CAF6B-F127-4082-B828-54DB7FD60154}"/>
              </a:ext>
            </a:extLst>
          </p:cNvPr>
          <p:cNvSpPr>
            <a:spLocks xmlns:a="http://schemas.openxmlformats.org/drawingml/2006/main" noGrp="1"/>
          </p:cNvSpPr>
          <p:nvPr/>
        </p:nvSpPr>
        <p:spPr>
          <a:xfrm xmlns:a="http://schemas.openxmlformats.org/drawingml/2006/main" rot="0">
            <a:off x="10445329" y="5282093"/>
            <a:ext cx="76200" cy="76200"/>
          </a:xfrm>
          <a:prstGeom xmlns:a="http://schemas.openxmlformats.org/drawingml/2006/main" prst="ellipse">
            <a:avLst/>
          </a:prstGeom>
          <a:solidFill xmlns:a="http://schemas.openxmlformats.org/drawingml/2006/main">
            <a:srgbClr val="FFFFFF"/>
          </a:solidFill>
          <a:ln xmlns:a="http://schemas.openxmlformats.org/drawingml/2006/main" w="17145">
            <a:solidFill>
              <a:srgbClr val="0072B2"/>
            </a:solidFill>
            <a:prstDash val="solid"/>
          </a:ln>
        </p:spPr>
      </p:sp>
      <p:sp>
        <p:nvSpPr>
          <p:cNvPr id="84" name="text_083">
            <a:extLst xmlns:a="http://schemas.openxmlformats.org/drawingml/2006/main">
              <a:ext uri="{FF2B5EF4-FFF2-40B4-BE49-F238E27FC236}">
                <a16:creationId xmlns:a16="http://schemas.microsoft.com/office/drawing/2014/main" id="{BA265CA0-EF33-4C2A-970B-CAC5CABF6D1E}"/>
              </a:ext>
            </a:extLst>
          </p:cNvPr>
          <p:cNvSpPr>
            <a:spLocks xmlns:a="http://schemas.openxmlformats.org/drawingml/2006/main" noGrp="1"/>
          </p:cNvSpPr>
          <p:nvPr/>
        </p:nvSpPr>
        <p:spPr>
          <a:xfrm xmlns:a="http://schemas.openxmlformats.org/drawingml/2006/main" rot="0">
            <a:off x="10559629" y="5091593"/>
            <a:ext cx="247650" cy="2476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500" b="1">
                <a:solidFill>
                  <a:srgbClr val="0072B2"/>
                </a:solidFill>
                <a:latin typeface="Arial"/>
                <a:ea typeface="Arial"/>
                <a:cs typeface="Arial"/>
              </a:defRPr>
            </a:defPPr>
            <a:lvl1pPr algn="l">
              <a:defRPr sz="1500" b="1">
                <a:solidFill>
                  <a:srgbClr val="0072B2"/>
                </a:solidFill>
                <a:latin typeface="Arial"/>
                <a:ea typeface="Arial"/>
                <a:cs typeface="Arial"/>
              </a:defRPr>
            </a:lvl1pPr>
            <a:lvl2pPr algn="l">
              <a:defRPr sz="1500" b="1">
                <a:solidFill>
                  <a:srgbClr val="0072B2"/>
                </a:solidFill>
                <a:latin typeface="Arial"/>
                <a:ea typeface="Arial"/>
                <a:cs typeface="Arial"/>
              </a:defRPr>
            </a:lvl2pPr>
            <a:lvl3pPr algn="l">
              <a:defRPr sz="1500" b="1">
                <a:solidFill>
                  <a:srgbClr val="0072B2"/>
                </a:solidFill>
                <a:latin typeface="Arial"/>
                <a:ea typeface="Arial"/>
                <a:cs typeface="Arial"/>
              </a:defRPr>
            </a:lvl3pPr>
            <a:lvl4pPr algn="l">
              <a:defRPr sz="1500" b="1">
                <a:solidFill>
                  <a:srgbClr val="0072B2"/>
                </a:solidFill>
                <a:latin typeface="Arial"/>
                <a:ea typeface="Arial"/>
                <a:cs typeface="Arial"/>
              </a:defRPr>
            </a:lvl4pPr>
            <a:lvl5pPr algn="l">
              <a:defRPr sz="1500" b="1">
                <a:solidFill>
                  <a:srgbClr val="0072B2"/>
                </a:solidFill>
                <a:latin typeface="Arial"/>
                <a:ea typeface="Arial"/>
                <a:cs typeface="Arial"/>
              </a:defRPr>
            </a:lvl5pPr>
            <a:lvl6pPr algn="l">
              <a:defRPr sz="1500" b="1">
                <a:solidFill>
                  <a:srgbClr val="0072B2"/>
                </a:solidFill>
                <a:latin typeface="Arial"/>
                <a:ea typeface="Arial"/>
                <a:cs typeface="Arial"/>
              </a:defRPr>
            </a:lvl6pPr>
            <a:lvl7pPr algn="l">
              <a:defRPr sz="1500" b="1">
                <a:solidFill>
                  <a:srgbClr val="0072B2"/>
                </a:solidFill>
                <a:latin typeface="Arial"/>
                <a:ea typeface="Arial"/>
                <a:cs typeface="Arial"/>
              </a:defRPr>
            </a:lvl7pPr>
            <a:lvl8pPr algn="l">
              <a:defRPr sz="1500" b="1">
                <a:solidFill>
                  <a:srgbClr val="0072B2"/>
                </a:solidFill>
                <a:latin typeface="Arial"/>
                <a:ea typeface="Arial"/>
                <a:cs typeface="Arial"/>
              </a:defRPr>
            </a:lvl8pPr>
            <a:lvl9pPr algn="l">
              <a:defRPr sz="1500" b="1">
                <a:solidFill>
                  <a:srgbClr val="0072B2"/>
                </a:solidFill>
                <a:latin typeface="Arial"/>
                <a:ea typeface="Arial"/>
                <a:cs typeface="Arial"/>
              </a:defRPr>
            </a:lvl9pPr>
          </a:lstStyle>
          <a:p xmlns:a="http://schemas.openxmlformats.org/drawingml/2006/main">
            <a:pPr algn="l">
              <a:defRPr sz="1500" b="1">
                <a:solidFill>
                  <a:srgbClr val="0072B2"/>
                </a:solidFill>
                <a:latin typeface="Arial"/>
                <a:ea typeface="Arial"/>
                <a:cs typeface="Arial"/>
              </a:defRPr>
            </a:pPr>
            <a:r>
              <a:rPr sz="1500" b="1">
                <a:solidFill>
                  <a:srgbClr val="0072B2"/>
                </a:solidFill>
                <a:latin typeface="Arial"/>
                <a:ea typeface="Arial"/>
                <a:cs typeface="Arial"/>
              </a:rPr>
              <a:t>A</a:t>
            </a:r>
          </a:p>
        </p:txBody>
      </p:sp>
      <p:sp>
        <p:nvSpPr>
          <p:cNvPr id="85" name="ellipse_084">
            <a:extLst xmlns:a="http://schemas.openxmlformats.org/drawingml/2006/main">
              <a:ext uri="{FF2B5EF4-FFF2-40B4-BE49-F238E27FC236}">
                <a16:creationId xmlns:a16="http://schemas.microsoft.com/office/drawing/2014/main" id="{6808496F-4324-4034-8E35-94D3341A61D0}"/>
              </a:ext>
            </a:extLst>
          </p:cNvPr>
          <p:cNvSpPr>
            <a:spLocks xmlns:a="http://schemas.openxmlformats.org/drawingml/2006/main" noGrp="1"/>
          </p:cNvSpPr>
          <p:nvPr/>
        </p:nvSpPr>
        <p:spPr>
          <a:xfrm xmlns:a="http://schemas.openxmlformats.org/drawingml/2006/main" rot="0">
            <a:off x="8690396" y="3404398"/>
            <a:ext cx="114300" cy="114300"/>
          </a:xfrm>
          <a:prstGeom xmlns:a="http://schemas.openxmlformats.org/drawingml/2006/main" prst="ellipse">
            <a:avLst/>
          </a:prstGeom>
          <a:solidFill xmlns:a="http://schemas.openxmlformats.org/drawingml/2006/main">
            <a:srgbClr val="FFFFFF"/>
          </a:solidFill>
          <a:ln xmlns:a="http://schemas.openxmlformats.org/drawingml/2006/main" w="17145">
            <a:solidFill>
              <a:srgbClr val="FFFFFF"/>
            </a:solidFill>
            <a:prstDash val="solid"/>
          </a:ln>
        </p:spPr>
      </p:sp>
      <p:sp>
        <p:nvSpPr>
          <p:cNvPr id="86" name="ellipse_085">
            <a:extLst xmlns:a="http://schemas.openxmlformats.org/drawingml/2006/main">
              <a:ext uri="{FF2B5EF4-FFF2-40B4-BE49-F238E27FC236}">
                <a16:creationId xmlns:a16="http://schemas.microsoft.com/office/drawing/2014/main" id="{4C52C49F-6AC5-4904-9E08-9DBCF2341B92}"/>
              </a:ext>
            </a:extLst>
          </p:cNvPr>
          <p:cNvSpPr>
            <a:spLocks xmlns:a="http://schemas.openxmlformats.org/drawingml/2006/main" noGrp="1"/>
          </p:cNvSpPr>
          <p:nvPr/>
        </p:nvSpPr>
        <p:spPr>
          <a:xfrm xmlns:a="http://schemas.openxmlformats.org/drawingml/2006/main" rot="0">
            <a:off x="8709446" y="3423448"/>
            <a:ext cx="76200" cy="76200"/>
          </a:xfrm>
          <a:prstGeom xmlns:a="http://schemas.openxmlformats.org/drawingml/2006/main" prst="ellipse">
            <a:avLst/>
          </a:prstGeom>
          <a:solidFill xmlns:a="http://schemas.openxmlformats.org/drawingml/2006/main">
            <a:srgbClr val="FFFFFF"/>
          </a:solidFill>
          <a:ln xmlns:a="http://schemas.openxmlformats.org/drawingml/2006/main" w="17145">
            <a:solidFill>
              <a:srgbClr val="D55E00"/>
            </a:solidFill>
            <a:prstDash val="solid"/>
          </a:ln>
        </p:spPr>
      </p:sp>
      <p:sp>
        <p:nvSpPr>
          <p:cNvPr id="87" name="text_086">
            <a:extLst xmlns:a="http://schemas.openxmlformats.org/drawingml/2006/main">
              <a:ext uri="{FF2B5EF4-FFF2-40B4-BE49-F238E27FC236}">
                <a16:creationId xmlns:a16="http://schemas.microsoft.com/office/drawing/2014/main" id="{E2C2404B-88D6-498B-998F-5665A27FCE42}"/>
              </a:ext>
            </a:extLst>
          </p:cNvPr>
          <p:cNvSpPr>
            <a:spLocks xmlns:a="http://schemas.openxmlformats.org/drawingml/2006/main" noGrp="1"/>
          </p:cNvSpPr>
          <p:nvPr/>
        </p:nvSpPr>
        <p:spPr>
          <a:xfrm xmlns:a="http://schemas.openxmlformats.org/drawingml/2006/main" rot="0">
            <a:off x="8823746" y="3232948"/>
            <a:ext cx="247650" cy="2476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500" b="1">
                <a:solidFill>
                  <a:srgbClr val="D55E00"/>
                </a:solidFill>
                <a:latin typeface="Arial"/>
                <a:ea typeface="Arial"/>
                <a:cs typeface="Arial"/>
              </a:defRPr>
            </a:defPPr>
            <a:lvl1pPr algn="l">
              <a:defRPr sz="1500" b="1">
                <a:solidFill>
                  <a:srgbClr val="D55E00"/>
                </a:solidFill>
                <a:latin typeface="Arial"/>
                <a:ea typeface="Arial"/>
                <a:cs typeface="Arial"/>
              </a:defRPr>
            </a:lvl1pPr>
            <a:lvl2pPr algn="l">
              <a:defRPr sz="1500" b="1">
                <a:solidFill>
                  <a:srgbClr val="D55E00"/>
                </a:solidFill>
                <a:latin typeface="Arial"/>
                <a:ea typeface="Arial"/>
                <a:cs typeface="Arial"/>
              </a:defRPr>
            </a:lvl2pPr>
            <a:lvl3pPr algn="l">
              <a:defRPr sz="1500" b="1">
                <a:solidFill>
                  <a:srgbClr val="D55E00"/>
                </a:solidFill>
                <a:latin typeface="Arial"/>
                <a:ea typeface="Arial"/>
                <a:cs typeface="Arial"/>
              </a:defRPr>
            </a:lvl3pPr>
            <a:lvl4pPr algn="l">
              <a:defRPr sz="1500" b="1">
                <a:solidFill>
                  <a:srgbClr val="D55E00"/>
                </a:solidFill>
                <a:latin typeface="Arial"/>
                <a:ea typeface="Arial"/>
                <a:cs typeface="Arial"/>
              </a:defRPr>
            </a:lvl4pPr>
            <a:lvl5pPr algn="l">
              <a:defRPr sz="1500" b="1">
                <a:solidFill>
                  <a:srgbClr val="D55E00"/>
                </a:solidFill>
                <a:latin typeface="Arial"/>
                <a:ea typeface="Arial"/>
                <a:cs typeface="Arial"/>
              </a:defRPr>
            </a:lvl5pPr>
            <a:lvl6pPr algn="l">
              <a:defRPr sz="1500" b="1">
                <a:solidFill>
                  <a:srgbClr val="D55E00"/>
                </a:solidFill>
                <a:latin typeface="Arial"/>
                <a:ea typeface="Arial"/>
                <a:cs typeface="Arial"/>
              </a:defRPr>
            </a:lvl6pPr>
            <a:lvl7pPr algn="l">
              <a:defRPr sz="1500" b="1">
                <a:solidFill>
                  <a:srgbClr val="D55E00"/>
                </a:solidFill>
                <a:latin typeface="Arial"/>
                <a:ea typeface="Arial"/>
                <a:cs typeface="Arial"/>
              </a:defRPr>
            </a:lvl7pPr>
            <a:lvl8pPr algn="l">
              <a:defRPr sz="1500" b="1">
                <a:solidFill>
                  <a:srgbClr val="D55E00"/>
                </a:solidFill>
                <a:latin typeface="Arial"/>
                <a:ea typeface="Arial"/>
                <a:cs typeface="Arial"/>
              </a:defRPr>
            </a:lvl8pPr>
            <a:lvl9pPr algn="l">
              <a:defRPr sz="1500" b="1">
                <a:solidFill>
                  <a:srgbClr val="D55E00"/>
                </a:solidFill>
                <a:latin typeface="Arial"/>
                <a:ea typeface="Arial"/>
                <a:cs typeface="Arial"/>
              </a:defRPr>
            </a:lvl9pPr>
          </a:lstStyle>
          <a:p xmlns:a="http://schemas.openxmlformats.org/drawingml/2006/main">
            <a:pPr algn="l">
              <a:defRPr sz="1500" b="1">
                <a:solidFill>
                  <a:srgbClr val="D55E00"/>
                </a:solidFill>
                <a:latin typeface="Arial"/>
                <a:ea typeface="Arial"/>
                <a:cs typeface="Arial"/>
              </a:defRPr>
            </a:pPr>
            <a:r>
              <a:rPr sz="1500" b="1">
                <a:solidFill>
                  <a:srgbClr val="D55E00"/>
                </a:solidFill>
                <a:latin typeface="Arial"/>
                <a:ea typeface="Arial"/>
                <a:cs typeface="Arial"/>
              </a:rPr>
              <a:t>B</a:t>
            </a:r>
          </a:p>
        </p:txBody>
      </p:sp>
      <p:sp>
        <p:nvSpPr>
          <p:cNvPr id="88" name="ellipse_087">
            <a:extLst xmlns:a="http://schemas.openxmlformats.org/drawingml/2006/main">
              <a:ext uri="{FF2B5EF4-FFF2-40B4-BE49-F238E27FC236}">
                <a16:creationId xmlns:a16="http://schemas.microsoft.com/office/drawing/2014/main" id="{24FFD6FC-13CD-4A94-999B-9E0A06802F22}"/>
              </a:ext>
            </a:extLst>
          </p:cNvPr>
          <p:cNvSpPr>
            <a:spLocks xmlns:a="http://schemas.openxmlformats.org/drawingml/2006/main" noGrp="1"/>
          </p:cNvSpPr>
          <p:nvPr/>
        </p:nvSpPr>
        <p:spPr>
          <a:xfrm xmlns:a="http://schemas.openxmlformats.org/drawingml/2006/main" rot="0">
            <a:off x="9147207" y="4809715"/>
            <a:ext cx="114300" cy="114300"/>
          </a:xfrm>
          <a:prstGeom xmlns:a="http://schemas.openxmlformats.org/drawingml/2006/main" prst="ellipse">
            <a:avLst/>
          </a:prstGeom>
          <a:solidFill xmlns:a="http://schemas.openxmlformats.org/drawingml/2006/main">
            <a:srgbClr val="FFFFFF"/>
          </a:solidFill>
          <a:ln xmlns:a="http://schemas.openxmlformats.org/drawingml/2006/main" w="17145">
            <a:solidFill>
              <a:srgbClr val="FFFFFF"/>
            </a:solidFill>
            <a:prstDash val="solid"/>
          </a:ln>
        </p:spPr>
      </p:sp>
      <p:sp>
        <p:nvSpPr>
          <p:cNvPr id="89" name="ellipse_088">
            <a:extLst xmlns:a="http://schemas.openxmlformats.org/drawingml/2006/main">
              <a:ext uri="{FF2B5EF4-FFF2-40B4-BE49-F238E27FC236}">
                <a16:creationId xmlns:a16="http://schemas.microsoft.com/office/drawing/2014/main" id="{C139E2EB-1470-45A2-BFC6-8E2EB2425765}"/>
              </a:ext>
            </a:extLst>
          </p:cNvPr>
          <p:cNvSpPr>
            <a:spLocks xmlns:a="http://schemas.openxmlformats.org/drawingml/2006/main" noGrp="1"/>
          </p:cNvSpPr>
          <p:nvPr/>
        </p:nvSpPr>
        <p:spPr>
          <a:xfrm xmlns:a="http://schemas.openxmlformats.org/drawingml/2006/main" rot="0">
            <a:off x="9166257" y="4828765"/>
            <a:ext cx="76200" cy="76200"/>
          </a:xfrm>
          <a:prstGeom xmlns:a="http://schemas.openxmlformats.org/drawingml/2006/main" prst="ellipse">
            <a:avLst/>
          </a:prstGeom>
          <a:solidFill xmlns:a="http://schemas.openxmlformats.org/drawingml/2006/main">
            <a:srgbClr val="FFFFFF"/>
          </a:solidFill>
          <a:ln xmlns:a="http://schemas.openxmlformats.org/drawingml/2006/main" w="17145">
            <a:solidFill>
              <a:srgbClr val="009E73"/>
            </a:solidFill>
            <a:prstDash val="solid"/>
          </a:ln>
        </p:spPr>
      </p:sp>
      <p:sp>
        <p:nvSpPr>
          <p:cNvPr id="90" name="text_089">
            <a:extLst xmlns:a="http://schemas.openxmlformats.org/drawingml/2006/main">
              <a:ext uri="{FF2B5EF4-FFF2-40B4-BE49-F238E27FC236}">
                <a16:creationId xmlns:a16="http://schemas.microsoft.com/office/drawing/2014/main" id="{36AB4493-AC65-4F90-B203-3B354CD2D8C7}"/>
              </a:ext>
            </a:extLst>
          </p:cNvPr>
          <p:cNvSpPr>
            <a:spLocks xmlns:a="http://schemas.openxmlformats.org/drawingml/2006/main" noGrp="1"/>
          </p:cNvSpPr>
          <p:nvPr/>
        </p:nvSpPr>
        <p:spPr>
          <a:xfrm xmlns:a="http://schemas.openxmlformats.org/drawingml/2006/main" rot="0">
            <a:off x="9280557" y="4638265"/>
            <a:ext cx="247650" cy="2476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500" b="1">
                <a:solidFill>
                  <a:srgbClr val="009E73"/>
                </a:solidFill>
                <a:latin typeface="Arial"/>
                <a:ea typeface="Arial"/>
                <a:cs typeface="Arial"/>
              </a:defRPr>
            </a:defPPr>
            <a:lvl1pPr algn="l">
              <a:defRPr sz="1500" b="1">
                <a:solidFill>
                  <a:srgbClr val="009E73"/>
                </a:solidFill>
                <a:latin typeface="Arial"/>
                <a:ea typeface="Arial"/>
                <a:cs typeface="Arial"/>
              </a:defRPr>
            </a:lvl1pPr>
            <a:lvl2pPr algn="l">
              <a:defRPr sz="1500" b="1">
                <a:solidFill>
                  <a:srgbClr val="009E73"/>
                </a:solidFill>
                <a:latin typeface="Arial"/>
                <a:ea typeface="Arial"/>
                <a:cs typeface="Arial"/>
              </a:defRPr>
            </a:lvl2pPr>
            <a:lvl3pPr algn="l">
              <a:defRPr sz="1500" b="1">
                <a:solidFill>
                  <a:srgbClr val="009E73"/>
                </a:solidFill>
                <a:latin typeface="Arial"/>
                <a:ea typeface="Arial"/>
                <a:cs typeface="Arial"/>
              </a:defRPr>
            </a:lvl3pPr>
            <a:lvl4pPr algn="l">
              <a:defRPr sz="1500" b="1">
                <a:solidFill>
                  <a:srgbClr val="009E73"/>
                </a:solidFill>
                <a:latin typeface="Arial"/>
                <a:ea typeface="Arial"/>
                <a:cs typeface="Arial"/>
              </a:defRPr>
            </a:lvl4pPr>
            <a:lvl5pPr algn="l">
              <a:defRPr sz="1500" b="1">
                <a:solidFill>
                  <a:srgbClr val="009E73"/>
                </a:solidFill>
                <a:latin typeface="Arial"/>
                <a:ea typeface="Arial"/>
                <a:cs typeface="Arial"/>
              </a:defRPr>
            </a:lvl5pPr>
            <a:lvl6pPr algn="l">
              <a:defRPr sz="1500" b="1">
                <a:solidFill>
                  <a:srgbClr val="009E73"/>
                </a:solidFill>
                <a:latin typeface="Arial"/>
                <a:ea typeface="Arial"/>
                <a:cs typeface="Arial"/>
              </a:defRPr>
            </a:lvl6pPr>
            <a:lvl7pPr algn="l">
              <a:defRPr sz="1500" b="1">
                <a:solidFill>
                  <a:srgbClr val="009E73"/>
                </a:solidFill>
                <a:latin typeface="Arial"/>
                <a:ea typeface="Arial"/>
                <a:cs typeface="Arial"/>
              </a:defRPr>
            </a:lvl7pPr>
            <a:lvl8pPr algn="l">
              <a:defRPr sz="1500" b="1">
                <a:solidFill>
                  <a:srgbClr val="009E73"/>
                </a:solidFill>
                <a:latin typeface="Arial"/>
                <a:ea typeface="Arial"/>
                <a:cs typeface="Arial"/>
              </a:defRPr>
            </a:lvl8pPr>
            <a:lvl9pPr algn="l">
              <a:defRPr sz="1500" b="1">
                <a:solidFill>
                  <a:srgbClr val="009E73"/>
                </a:solidFill>
                <a:latin typeface="Arial"/>
                <a:ea typeface="Arial"/>
                <a:cs typeface="Arial"/>
              </a:defRPr>
            </a:lvl9pPr>
          </a:lstStyle>
          <a:p xmlns:a="http://schemas.openxmlformats.org/drawingml/2006/main">
            <a:pPr algn="l">
              <a:defRPr sz="1500" b="1">
                <a:solidFill>
                  <a:srgbClr val="009E73"/>
                </a:solidFill>
                <a:latin typeface="Arial"/>
                <a:ea typeface="Arial"/>
                <a:cs typeface="Arial"/>
              </a:defRPr>
            </a:pPr>
            <a:r>
              <a:rPr sz="1500" b="1">
                <a:solidFill>
                  <a:srgbClr val="009E73"/>
                </a:solidFill>
                <a:latin typeface="Arial"/>
                <a:ea typeface="Arial"/>
                <a:cs typeface="Arial"/>
              </a:rPr>
              <a:t>C</a:t>
            </a:r>
          </a:p>
        </p:txBody>
      </p:sp>
      <p:sp>
        <p:nvSpPr>
          <p:cNvPr id="91" name="text_090">
            <a:extLst xmlns:a="http://schemas.openxmlformats.org/drawingml/2006/main">
              <a:ext uri="{FF2B5EF4-FFF2-40B4-BE49-F238E27FC236}">
                <a16:creationId xmlns:a16="http://schemas.microsoft.com/office/drawing/2014/main" id="{67089FD0-28E0-449C-8794-DE425E420464}"/>
              </a:ext>
            </a:extLst>
          </p:cNvPr>
          <p:cNvSpPr>
            <a:spLocks xmlns:a="http://schemas.openxmlformats.org/drawingml/2006/main" noGrp="1"/>
          </p:cNvSpPr>
          <p:nvPr/>
        </p:nvSpPr>
        <p:spPr>
          <a:xfrm xmlns:a="http://schemas.openxmlformats.org/drawingml/2006/main" rot="0">
            <a:off x="11010900" y="2981325"/>
            <a:ext cx="2428875" cy="2476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575" b="1">
                <a:solidFill>
                  <a:srgbClr val="000000"/>
                </a:solidFill>
                <a:latin typeface="Arial"/>
                <a:ea typeface="Arial"/>
                <a:cs typeface="Arial"/>
              </a:defRPr>
            </a:defPPr>
            <a:lvl1pPr algn="ctr">
              <a:defRPr sz="1575" b="1">
                <a:solidFill>
                  <a:srgbClr val="000000"/>
                </a:solidFill>
                <a:latin typeface="Arial"/>
                <a:ea typeface="Arial"/>
                <a:cs typeface="Arial"/>
              </a:defRPr>
            </a:lvl1pPr>
            <a:lvl2pPr algn="ctr">
              <a:defRPr sz="1575" b="1">
                <a:solidFill>
                  <a:srgbClr val="000000"/>
                </a:solidFill>
                <a:latin typeface="Arial"/>
                <a:ea typeface="Arial"/>
                <a:cs typeface="Arial"/>
              </a:defRPr>
            </a:lvl2pPr>
            <a:lvl3pPr algn="ctr">
              <a:defRPr sz="1575" b="1">
                <a:solidFill>
                  <a:srgbClr val="000000"/>
                </a:solidFill>
                <a:latin typeface="Arial"/>
                <a:ea typeface="Arial"/>
                <a:cs typeface="Arial"/>
              </a:defRPr>
            </a:lvl3pPr>
            <a:lvl4pPr algn="ctr">
              <a:defRPr sz="1575" b="1">
                <a:solidFill>
                  <a:srgbClr val="000000"/>
                </a:solidFill>
                <a:latin typeface="Arial"/>
                <a:ea typeface="Arial"/>
                <a:cs typeface="Arial"/>
              </a:defRPr>
            </a:lvl4pPr>
            <a:lvl5pPr algn="ctr">
              <a:defRPr sz="1575" b="1">
                <a:solidFill>
                  <a:srgbClr val="000000"/>
                </a:solidFill>
                <a:latin typeface="Arial"/>
                <a:ea typeface="Arial"/>
                <a:cs typeface="Arial"/>
              </a:defRPr>
            </a:lvl5pPr>
            <a:lvl6pPr algn="ctr">
              <a:defRPr sz="1575" b="1">
                <a:solidFill>
                  <a:srgbClr val="000000"/>
                </a:solidFill>
                <a:latin typeface="Arial"/>
                <a:ea typeface="Arial"/>
                <a:cs typeface="Arial"/>
              </a:defRPr>
            </a:lvl6pPr>
            <a:lvl7pPr algn="ctr">
              <a:defRPr sz="1575" b="1">
                <a:solidFill>
                  <a:srgbClr val="000000"/>
                </a:solidFill>
                <a:latin typeface="Arial"/>
                <a:ea typeface="Arial"/>
                <a:cs typeface="Arial"/>
              </a:defRPr>
            </a:lvl7pPr>
            <a:lvl8pPr algn="ctr">
              <a:defRPr sz="1575" b="1">
                <a:solidFill>
                  <a:srgbClr val="000000"/>
                </a:solidFill>
                <a:latin typeface="Arial"/>
                <a:ea typeface="Arial"/>
                <a:cs typeface="Arial"/>
              </a:defRPr>
            </a:lvl8pPr>
            <a:lvl9pPr algn="ctr">
              <a:defRPr sz="1575" b="1">
                <a:solidFill>
                  <a:srgbClr val="000000"/>
                </a:solidFill>
                <a:latin typeface="Arial"/>
                <a:ea typeface="Arial"/>
                <a:cs typeface="Arial"/>
              </a:defRPr>
            </a:lvl9pPr>
          </a:lstStyle>
          <a:p xmlns:a="http://schemas.openxmlformats.org/drawingml/2006/main">
            <a:pPr algn="ctr">
              <a:defRPr sz="1575" b="1">
                <a:solidFill>
                  <a:srgbClr val="000000"/>
                </a:solidFill>
                <a:latin typeface="Arial"/>
                <a:ea typeface="Arial"/>
                <a:cs typeface="Arial"/>
              </a:defRPr>
            </a:pPr>
            <a:r>
              <a:rPr sz="1575" b="1">
                <a:solidFill>
                  <a:srgbClr val="000000"/>
                </a:solidFill>
                <a:latin typeface="Arial"/>
                <a:ea typeface="Arial"/>
                <a:cs typeface="Arial"/>
              </a:rPr>
              <a:t>2000-07-16</a:t>
            </a:r>
          </a:p>
        </p:txBody>
      </p:sp>
      <p:pic>
        <p:nvPicPr>
          <p:cNvPr id="92" name="">
            <a:extLst xmlns:a="http://schemas.openxmlformats.org/drawingml/2006/main">
              <a:ext uri="{FF2B5EF4-FFF2-40B4-BE49-F238E27FC236}">
                <a16:creationId xmlns:a16="http://schemas.microsoft.com/office/drawing/2014/main" id="{B0155EC1-22E8-4090-A7C3-BB21D19BAA10}"/>
              </a:ext>
            </a:extLst>
          </p:cNvPr>
          <p:cNvPicPr>
            <a:picLocks xmlns:a="http://schemas.openxmlformats.org/drawingml/2006/main" noChangeAspect="1"/>
          </p:cNvPicPr>
          <p:nvPr/>
        </p:nvPicPr>
        <p:blipFill>
          <a:blip xmlns:r="http://schemas.openxmlformats.org/officeDocument/2006/relationships" xmlns:a="http://schemas.openxmlformats.org/drawingml/2006/main" r:embed="R76e2683e934a43b2"/>
          <a:stretch xmlns:a="http://schemas.openxmlformats.org/drawingml/2006/main"/>
        </p:blipFill>
        <p:spPr>
          <a:xfrm xmlns:a="http://schemas.openxmlformats.org/drawingml/2006/main">
            <a:off x="11106280" y="3257550"/>
            <a:ext cx="2238115" cy="2221308"/>
          </a:xfrm>
          <a:prstGeom xmlns:a="http://schemas.openxmlformats.org/drawingml/2006/main" prst="rect">
            <a:avLst/>
          </a:prstGeom>
        </p:spPr>
      </p:pic>
      <p:sp>
        <p:nvSpPr>
          <p:cNvPr id="93" name="rect_092">
            <a:extLst xmlns:a="http://schemas.openxmlformats.org/drawingml/2006/main">
              <a:ext uri="{FF2B5EF4-FFF2-40B4-BE49-F238E27FC236}">
                <a16:creationId xmlns:a16="http://schemas.microsoft.com/office/drawing/2014/main" id="{59EF1925-CB13-4DB2-99F5-CFDB0F6DB724}"/>
              </a:ext>
            </a:extLst>
          </p:cNvPr>
          <p:cNvSpPr>
            <a:spLocks xmlns:a="http://schemas.openxmlformats.org/drawingml/2006/main" noGrp="1"/>
          </p:cNvSpPr>
          <p:nvPr/>
        </p:nvSpPr>
        <p:spPr>
          <a:xfrm xmlns:a="http://schemas.openxmlformats.org/drawingml/2006/main" rot="0">
            <a:off x="11106150" y="3257550"/>
            <a:ext cx="2238375" cy="2221308"/>
          </a:xfrm>
          <a:prstGeom xmlns:a="http://schemas.openxmlformats.org/drawingml/2006/main" prst="rect">
            <a:avLst/>
          </a:prstGeom>
          <a:noFill xmlns:a="http://schemas.openxmlformats.org/drawingml/2006/main"/>
          <a:ln xmlns:a="http://schemas.openxmlformats.org/drawingml/2006/main" w="6191">
            <a:solidFill>
              <a:srgbClr val="6A7278"/>
            </a:solidFill>
            <a:prstDash val="solid"/>
          </a:ln>
        </p:spPr>
      </p:sp>
      <p:sp>
        <p:nvSpPr>
          <p:cNvPr id="94" name="text_093">
            <a:extLst xmlns:a="http://schemas.openxmlformats.org/drawingml/2006/main">
              <a:ext uri="{FF2B5EF4-FFF2-40B4-BE49-F238E27FC236}">
                <a16:creationId xmlns:a16="http://schemas.microsoft.com/office/drawing/2014/main" id="{0FDCF44D-D09E-4804-83C9-7528ACA0B9C2}"/>
              </a:ext>
            </a:extLst>
          </p:cNvPr>
          <p:cNvSpPr>
            <a:spLocks xmlns:a="http://schemas.openxmlformats.org/drawingml/2006/main" noGrp="1"/>
          </p:cNvSpPr>
          <p:nvPr/>
        </p:nvSpPr>
        <p:spPr>
          <a:xfrm xmlns:a="http://schemas.openxmlformats.org/drawingml/2006/main" rot="0">
            <a:off x="10868025" y="5526483"/>
            <a:ext cx="47625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xmlns:a="http://schemas.openxmlformats.org/drawingml/2006/main">
            <a:pPr algn="ctr">
              <a:defRPr sz="1125" b="0">
                <a:solidFill>
                  <a:srgbClr val="000000"/>
                </a:solidFill>
                <a:latin typeface="Arial"/>
                <a:ea typeface="Arial"/>
                <a:cs typeface="Arial"/>
              </a:defRPr>
            </a:pPr>
            <a:r>
              <a:rPr sz="1125" b="0">
                <a:solidFill>
                  <a:srgbClr val="000000"/>
                </a:solidFill>
                <a:latin typeface="Arial"/>
                <a:ea typeface="Arial"/>
                <a:cs typeface="Arial"/>
              </a:rPr>
              <a:t>102</a:t>
            </a:r>
          </a:p>
        </p:txBody>
      </p:sp>
      <p:sp>
        <p:nvSpPr>
          <p:cNvPr id="95" name="text_094">
            <a:extLst xmlns:a="http://schemas.openxmlformats.org/drawingml/2006/main">
              <a:ext uri="{FF2B5EF4-FFF2-40B4-BE49-F238E27FC236}">
                <a16:creationId xmlns:a16="http://schemas.microsoft.com/office/drawing/2014/main" id="{A1D7B4AA-B60C-4C51-A67C-ACCBFA3C6B7E}"/>
              </a:ext>
            </a:extLst>
          </p:cNvPr>
          <p:cNvSpPr>
            <a:spLocks xmlns:a="http://schemas.openxmlformats.org/drawingml/2006/main" noGrp="1"/>
          </p:cNvSpPr>
          <p:nvPr/>
        </p:nvSpPr>
        <p:spPr>
          <a:xfrm xmlns:a="http://schemas.openxmlformats.org/drawingml/2006/main" rot="0">
            <a:off x="11987212" y="5526483"/>
            <a:ext cx="47625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xmlns:a="http://schemas.openxmlformats.org/drawingml/2006/main">
            <a:pPr algn="ctr">
              <a:defRPr sz="1125" b="0">
                <a:solidFill>
                  <a:srgbClr val="000000"/>
                </a:solidFill>
                <a:latin typeface="Arial"/>
                <a:ea typeface="Arial"/>
                <a:cs typeface="Arial"/>
              </a:defRPr>
            </a:pPr>
            <a:r>
              <a:rPr sz="1125" b="0">
                <a:solidFill>
                  <a:srgbClr val="000000"/>
                </a:solidFill>
                <a:latin typeface="Arial"/>
                <a:ea typeface="Arial"/>
                <a:cs typeface="Arial"/>
              </a:rPr>
              <a:t>108</a:t>
            </a:r>
          </a:p>
        </p:txBody>
      </p:sp>
      <p:sp>
        <p:nvSpPr>
          <p:cNvPr id="96" name="text_095">
            <a:extLst xmlns:a="http://schemas.openxmlformats.org/drawingml/2006/main">
              <a:ext uri="{FF2B5EF4-FFF2-40B4-BE49-F238E27FC236}">
                <a16:creationId xmlns:a16="http://schemas.microsoft.com/office/drawing/2014/main" id="{A4CBDFF8-FE35-4A9A-B759-8CD22092353A}"/>
              </a:ext>
            </a:extLst>
          </p:cNvPr>
          <p:cNvSpPr>
            <a:spLocks xmlns:a="http://schemas.openxmlformats.org/drawingml/2006/main" noGrp="1"/>
          </p:cNvSpPr>
          <p:nvPr/>
        </p:nvSpPr>
        <p:spPr>
          <a:xfrm xmlns:a="http://schemas.openxmlformats.org/drawingml/2006/main" rot="0">
            <a:off x="13106400" y="5526483"/>
            <a:ext cx="47625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xmlns:a="http://schemas.openxmlformats.org/drawingml/2006/main">
            <a:pPr algn="ctr">
              <a:defRPr sz="1125" b="0">
                <a:solidFill>
                  <a:srgbClr val="000000"/>
                </a:solidFill>
                <a:latin typeface="Arial"/>
                <a:ea typeface="Arial"/>
                <a:cs typeface="Arial"/>
              </a:defRPr>
            </a:pPr>
            <a:r>
              <a:rPr sz="1125" b="0">
                <a:solidFill>
                  <a:srgbClr val="000000"/>
                </a:solidFill>
                <a:latin typeface="Arial"/>
                <a:ea typeface="Arial"/>
                <a:cs typeface="Arial"/>
              </a:rPr>
              <a:t>114</a:t>
            </a:r>
          </a:p>
        </p:txBody>
      </p:sp>
      <p:sp>
        <p:nvSpPr>
          <p:cNvPr id="97" name="ellipse_096">
            <a:extLst xmlns:a="http://schemas.openxmlformats.org/drawingml/2006/main">
              <a:ext uri="{FF2B5EF4-FFF2-40B4-BE49-F238E27FC236}">
                <a16:creationId xmlns:a16="http://schemas.microsoft.com/office/drawing/2014/main" id="{3E518BB4-67B6-448C-BE1F-24A4026223FD}"/>
              </a:ext>
            </a:extLst>
          </p:cNvPr>
          <p:cNvSpPr>
            <a:spLocks xmlns:a="http://schemas.openxmlformats.org/drawingml/2006/main" noGrp="1"/>
          </p:cNvSpPr>
          <p:nvPr/>
        </p:nvSpPr>
        <p:spPr>
          <a:xfrm xmlns:a="http://schemas.openxmlformats.org/drawingml/2006/main" rot="0">
            <a:off x="13036129" y="5127045"/>
            <a:ext cx="114300" cy="114300"/>
          </a:xfrm>
          <a:prstGeom xmlns:a="http://schemas.openxmlformats.org/drawingml/2006/main" prst="ellipse">
            <a:avLst/>
          </a:prstGeom>
          <a:solidFill xmlns:a="http://schemas.openxmlformats.org/drawingml/2006/main">
            <a:srgbClr val="FFFFFF"/>
          </a:solidFill>
          <a:ln xmlns:a="http://schemas.openxmlformats.org/drawingml/2006/main" w="17145">
            <a:solidFill>
              <a:srgbClr val="FFFFFF"/>
            </a:solidFill>
            <a:prstDash val="solid"/>
          </a:ln>
        </p:spPr>
      </p:sp>
      <p:sp>
        <p:nvSpPr>
          <p:cNvPr id="98" name="ellipse_097">
            <a:extLst xmlns:a="http://schemas.openxmlformats.org/drawingml/2006/main">
              <a:ext uri="{FF2B5EF4-FFF2-40B4-BE49-F238E27FC236}">
                <a16:creationId xmlns:a16="http://schemas.microsoft.com/office/drawing/2014/main" id="{EF0EADA1-99FD-4A51-9FAC-1045D36B6695}"/>
              </a:ext>
            </a:extLst>
          </p:cNvPr>
          <p:cNvSpPr>
            <a:spLocks xmlns:a="http://schemas.openxmlformats.org/drawingml/2006/main" noGrp="1"/>
          </p:cNvSpPr>
          <p:nvPr/>
        </p:nvSpPr>
        <p:spPr>
          <a:xfrm xmlns:a="http://schemas.openxmlformats.org/drawingml/2006/main" rot="0">
            <a:off x="13055179" y="5146095"/>
            <a:ext cx="76200" cy="76200"/>
          </a:xfrm>
          <a:prstGeom xmlns:a="http://schemas.openxmlformats.org/drawingml/2006/main" prst="ellipse">
            <a:avLst/>
          </a:prstGeom>
          <a:solidFill xmlns:a="http://schemas.openxmlformats.org/drawingml/2006/main">
            <a:srgbClr val="FFFFFF"/>
          </a:solidFill>
          <a:ln xmlns:a="http://schemas.openxmlformats.org/drawingml/2006/main" w="17145">
            <a:solidFill>
              <a:srgbClr val="0072B2"/>
            </a:solidFill>
            <a:prstDash val="solid"/>
          </a:ln>
        </p:spPr>
      </p:sp>
      <p:sp>
        <p:nvSpPr>
          <p:cNvPr id="99" name="text_098">
            <a:extLst xmlns:a="http://schemas.openxmlformats.org/drawingml/2006/main">
              <a:ext uri="{FF2B5EF4-FFF2-40B4-BE49-F238E27FC236}">
                <a16:creationId xmlns:a16="http://schemas.microsoft.com/office/drawing/2014/main" id="{C71CF814-2D44-48AB-8664-FBE6FCCF0BE3}"/>
              </a:ext>
            </a:extLst>
          </p:cNvPr>
          <p:cNvSpPr>
            <a:spLocks xmlns:a="http://schemas.openxmlformats.org/drawingml/2006/main" noGrp="1"/>
          </p:cNvSpPr>
          <p:nvPr/>
        </p:nvSpPr>
        <p:spPr>
          <a:xfrm xmlns:a="http://schemas.openxmlformats.org/drawingml/2006/main" rot="0">
            <a:off x="13169479" y="4955595"/>
            <a:ext cx="247650" cy="2476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500" b="1">
                <a:solidFill>
                  <a:srgbClr val="0072B2"/>
                </a:solidFill>
                <a:latin typeface="Arial"/>
                <a:ea typeface="Arial"/>
                <a:cs typeface="Arial"/>
              </a:defRPr>
            </a:defPPr>
            <a:lvl1pPr algn="l">
              <a:defRPr sz="1500" b="1">
                <a:solidFill>
                  <a:srgbClr val="0072B2"/>
                </a:solidFill>
                <a:latin typeface="Arial"/>
                <a:ea typeface="Arial"/>
                <a:cs typeface="Arial"/>
              </a:defRPr>
            </a:lvl1pPr>
            <a:lvl2pPr algn="l">
              <a:defRPr sz="1500" b="1">
                <a:solidFill>
                  <a:srgbClr val="0072B2"/>
                </a:solidFill>
                <a:latin typeface="Arial"/>
                <a:ea typeface="Arial"/>
                <a:cs typeface="Arial"/>
              </a:defRPr>
            </a:lvl2pPr>
            <a:lvl3pPr algn="l">
              <a:defRPr sz="1500" b="1">
                <a:solidFill>
                  <a:srgbClr val="0072B2"/>
                </a:solidFill>
                <a:latin typeface="Arial"/>
                <a:ea typeface="Arial"/>
                <a:cs typeface="Arial"/>
              </a:defRPr>
            </a:lvl3pPr>
            <a:lvl4pPr algn="l">
              <a:defRPr sz="1500" b="1">
                <a:solidFill>
                  <a:srgbClr val="0072B2"/>
                </a:solidFill>
                <a:latin typeface="Arial"/>
                <a:ea typeface="Arial"/>
                <a:cs typeface="Arial"/>
              </a:defRPr>
            </a:lvl4pPr>
            <a:lvl5pPr algn="l">
              <a:defRPr sz="1500" b="1">
                <a:solidFill>
                  <a:srgbClr val="0072B2"/>
                </a:solidFill>
                <a:latin typeface="Arial"/>
                <a:ea typeface="Arial"/>
                <a:cs typeface="Arial"/>
              </a:defRPr>
            </a:lvl5pPr>
            <a:lvl6pPr algn="l">
              <a:defRPr sz="1500" b="1">
                <a:solidFill>
                  <a:srgbClr val="0072B2"/>
                </a:solidFill>
                <a:latin typeface="Arial"/>
                <a:ea typeface="Arial"/>
                <a:cs typeface="Arial"/>
              </a:defRPr>
            </a:lvl6pPr>
            <a:lvl7pPr algn="l">
              <a:defRPr sz="1500" b="1">
                <a:solidFill>
                  <a:srgbClr val="0072B2"/>
                </a:solidFill>
                <a:latin typeface="Arial"/>
                <a:ea typeface="Arial"/>
                <a:cs typeface="Arial"/>
              </a:defRPr>
            </a:lvl7pPr>
            <a:lvl8pPr algn="l">
              <a:defRPr sz="1500" b="1">
                <a:solidFill>
                  <a:srgbClr val="0072B2"/>
                </a:solidFill>
                <a:latin typeface="Arial"/>
                <a:ea typeface="Arial"/>
                <a:cs typeface="Arial"/>
              </a:defRPr>
            </a:lvl8pPr>
            <a:lvl9pPr algn="l">
              <a:defRPr sz="1500" b="1">
                <a:solidFill>
                  <a:srgbClr val="0072B2"/>
                </a:solidFill>
                <a:latin typeface="Arial"/>
                <a:ea typeface="Arial"/>
                <a:cs typeface="Arial"/>
              </a:defRPr>
            </a:lvl9pPr>
          </a:lstStyle>
          <a:p xmlns:a="http://schemas.openxmlformats.org/drawingml/2006/main">
            <a:pPr algn="l">
              <a:defRPr sz="1500" b="1">
                <a:solidFill>
                  <a:srgbClr val="0072B2"/>
                </a:solidFill>
                <a:latin typeface="Arial"/>
                <a:ea typeface="Arial"/>
                <a:cs typeface="Arial"/>
              </a:defRPr>
            </a:pPr>
            <a:r>
              <a:rPr sz="1500" b="1">
                <a:solidFill>
                  <a:srgbClr val="0072B2"/>
                </a:solidFill>
                <a:latin typeface="Arial"/>
                <a:ea typeface="Arial"/>
                <a:cs typeface="Arial"/>
              </a:rPr>
              <a:t>A</a:t>
            </a:r>
          </a:p>
        </p:txBody>
      </p:sp>
      <p:sp>
        <p:nvSpPr>
          <p:cNvPr id="100" name="ellipse_099">
            <a:extLst xmlns:a="http://schemas.openxmlformats.org/drawingml/2006/main">
              <a:ext uri="{FF2B5EF4-FFF2-40B4-BE49-F238E27FC236}">
                <a16:creationId xmlns:a16="http://schemas.microsoft.com/office/drawing/2014/main" id="{D6FBCF14-8164-4E56-A6F1-6EF3CAEFCB94}"/>
              </a:ext>
            </a:extLst>
          </p:cNvPr>
          <p:cNvSpPr>
            <a:spLocks xmlns:a="http://schemas.openxmlformats.org/drawingml/2006/main" noGrp="1"/>
          </p:cNvSpPr>
          <p:nvPr/>
        </p:nvSpPr>
        <p:spPr>
          <a:xfrm xmlns:a="http://schemas.openxmlformats.org/drawingml/2006/main" rot="0">
            <a:off x="12670680" y="3404398"/>
            <a:ext cx="114300" cy="114300"/>
          </a:xfrm>
          <a:prstGeom xmlns:a="http://schemas.openxmlformats.org/drawingml/2006/main" prst="ellipse">
            <a:avLst/>
          </a:prstGeom>
          <a:solidFill xmlns:a="http://schemas.openxmlformats.org/drawingml/2006/main">
            <a:srgbClr val="FFFFFF"/>
          </a:solidFill>
          <a:ln xmlns:a="http://schemas.openxmlformats.org/drawingml/2006/main" w="17145">
            <a:solidFill>
              <a:srgbClr val="FFFFFF"/>
            </a:solidFill>
            <a:prstDash val="solid"/>
          </a:ln>
        </p:spPr>
      </p:sp>
      <p:sp>
        <p:nvSpPr>
          <p:cNvPr id="101" name="ellipse_100">
            <a:extLst xmlns:a="http://schemas.openxmlformats.org/drawingml/2006/main">
              <a:ext uri="{FF2B5EF4-FFF2-40B4-BE49-F238E27FC236}">
                <a16:creationId xmlns:a16="http://schemas.microsoft.com/office/drawing/2014/main" id="{2ED39B18-8C19-477B-8E73-E060B6EE7697}"/>
              </a:ext>
            </a:extLst>
          </p:cNvPr>
          <p:cNvSpPr>
            <a:spLocks xmlns:a="http://schemas.openxmlformats.org/drawingml/2006/main" noGrp="1"/>
          </p:cNvSpPr>
          <p:nvPr/>
        </p:nvSpPr>
        <p:spPr>
          <a:xfrm xmlns:a="http://schemas.openxmlformats.org/drawingml/2006/main" rot="0">
            <a:off x="12689730" y="3423448"/>
            <a:ext cx="76200" cy="76200"/>
          </a:xfrm>
          <a:prstGeom xmlns:a="http://schemas.openxmlformats.org/drawingml/2006/main" prst="ellipse">
            <a:avLst/>
          </a:prstGeom>
          <a:solidFill xmlns:a="http://schemas.openxmlformats.org/drawingml/2006/main">
            <a:srgbClr val="FFFFFF"/>
          </a:solidFill>
          <a:ln xmlns:a="http://schemas.openxmlformats.org/drawingml/2006/main" w="17145">
            <a:solidFill>
              <a:srgbClr val="D55E00"/>
            </a:solidFill>
            <a:prstDash val="solid"/>
          </a:ln>
        </p:spPr>
      </p:sp>
      <p:sp>
        <p:nvSpPr>
          <p:cNvPr id="102" name="text_101">
            <a:extLst xmlns:a="http://schemas.openxmlformats.org/drawingml/2006/main">
              <a:ext uri="{FF2B5EF4-FFF2-40B4-BE49-F238E27FC236}">
                <a16:creationId xmlns:a16="http://schemas.microsoft.com/office/drawing/2014/main" id="{D027E063-93B5-4268-9D2B-1CFFE151EFDF}"/>
              </a:ext>
            </a:extLst>
          </p:cNvPr>
          <p:cNvSpPr>
            <a:spLocks xmlns:a="http://schemas.openxmlformats.org/drawingml/2006/main" noGrp="1"/>
          </p:cNvSpPr>
          <p:nvPr/>
        </p:nvSpPr>
        <p:spPr>
          <a:xfrm xmlns:a="http://schemas.openxmlformats.org/drawingml/2006/main" rot="0">
            <a:off x="12804030" y="3232948"/>
            <a:ext cx="247650" cy="2476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500" b="1">
                <a:solidFill>
                  <a:srgbClr val="D55E00"/>
                </a:solidFill>
                <a:latin typeface="Arial"/>
                <a:ea typeface="Arial"/>
                <a:cs typeface="Arial"/>
              </a:defRPr>
            </a:defPPr>
            <a:lvl1pPr algn="l">
              <a:defRPr sz="1500" b="1">
                <a:solidFill>
                  <a:srgbClr val="D55E00"/>
                </a:solidFill>
                <a:latin typeface="Arial"/>
                <a:ea typeface="Arial"/>
                <a:cs typeface="Arial"/>
              </a:defRPr>
            </a:lvl1pPr>
            <a:lvl2pPr algn="l">
              <a:defRPr sz="1500" b="1">
                <a:solidFill>
                  <a:srgbClr val="D55E00"/>
                </a:solidFill>
                <a:latin typeface="Arial"/>
                <a:ea typeface="Arial"/>
                <a:cs typeface="Arial"/>
              </a:defRPr>
            </a:lvl2pPr>
            <a:lvl3pPr algn="l">
              <a:defRPr sz="1500" b="1">
                <a:solidFill>
                  <a:srgbClr val="D55E00"/>
                </a:solidFill>
                <a:latin typeface="Arial"/>
                <a:ea typeface="Arial"/>
                <a:cs typeface="Arial"/>
              </a:defRPr>
            </a:lvl3pPr>
            <a:lvl4pPr algn="l">
              <a:defRPr sz="1500" b="1">
                <a:solidFill>
                  <a:srgbClr val="D55E00"/>
                </a:solidFill>
                <a:latin typeface="Arial"/>
                <a:ea typeface="Arial"/>
                <a:cs typeface="Arial"/>
              </a:defRPr>
            </a:lvl4pPr>
            <a:lvl5pPr algn="l">
              <a:defRPr sz="1500" b="1">
                <a:solidFill>
                  <a:srgbClr val="D55E00"/>
                </a:solidFill>
                <a:latin typeface="Arial"/>
                <a:ea typeface="Arial"/>
                <a:cs typeface="Arial"/>
              </a:defRPr>
            </a:lvl5pPr>
            <a:lvl6pPr algn="l">
              <a:defRPr sz="1500" b="1">
                <a:solidFill>
                  <a:srgbClr val="D55E00"/>
                </a:solidFill>
                <a:latin typeface="Arial"/>
                <a:ea typeface="Arial"/>
                <a:cs typeface="Arial"/>
              </a:defRPr>
            </a:lvl6pPr>
            <a:lvl7pPr algn="l">
              <a:defRPr sz="1500" b="1">
                <a:solidFill>
                  <a:srgbClr val="D55E00"/>
                </a:solidFill>
                <a:latin typeface="Arial"/>
                <a:ea typeface="Arial"/>
                <a:cs typeface="Arial"/>
              </a:defRPr>
            </a:lvl7pPr>
            <a:lvl8pPr algn="l">
              <a:defRPr sz="1500" b="1">
                <a:solidFill>
                  <a:srgbClr val="D55E00"/>
                </a:solidFill>
                <a:latin typeface="Arial"/>
                <a:ea typeface="Arial"/>
                <a:cs typeface="Arial"/>
              </a:defRPr>
            </a:lvl8pPr>
            <a:lvl9pPr algn="l">
              <a:defRPr sz="1500" b="1">
                <a:solidFill>
                  <a:srgbClr val="D55E00"/>
                </a:solidFill>
                <a:latin typeface="Arial"/>
                <a:ea typeface="Arial"/>
                <a:cs typeface="Arial"/>
              </a:defRPr>
            </a:lvl9pPr>
          </a:lstStyle>
          <a:p xmlns:a="http://schemas.openxmlformats.org/drawingml/2006/main">
            <a:pPr algn="l">
              <a:defRPr sz="1500" b="1">
                <a:solidFill>
                  <a:srgbClr val="D55E00"/>
                </a:solidFill>
                <a:latin typeface="Arial"/>
                <a:ea typeface="Arial"/>
                <a:cs typeface="Arial"/>
              </a:defRPr>
            </a:pPr>
            <a:r>
              <a:rPr sz="1500" b="1">
                <a:solidFill>
                  <a:srgbClr val="D55E00"/>
                </a:solidFill>
                <a:latin typeface="Arial"/>
                <a:ea typeface="Arial"/>
                <a:cs typeface="Arial"/>
              </a:rPr>
              <a:t>B</a:t>
            </a:r>
          </a:p>
        </p:txBody>
      </p:sp>
      <p:sp>
        <p:nvSpPr>
          <p:cNvPr id="103" name="ellipse_102">
            <a:extLst xmlns:a="http://schemas.openxmlformats.org/drawingml/2006/main">
              <a:ext uri="{FF2B5EF4-FFF2-40B4-BE49-F238E27FC236}">
                <a16:creationId xmlns:a16="http://schemas.microsoft.com/office/drawing/2014/main" id="{04CF6E88-8504-48BF-B2FD-4C437A478290}"/>
              </a:ext>
            </a:extLst>
          </p:cNvPr>
          <p:cNvSpPr>
            <a:spLocks xmlns:a="http://schemas.openxmlformats.org/drawingml/2006/main" noGrp="1"/>
          </p:cNvSpPr>
          <p:nvPr/>
        </p:nvSpPr>
        <p:spPr>
          <a:xfrm xmlns:a="http://schemas.openxmlformats.org/drawingml/2006/main" rot="0">
            <a:off x="11574333" y="4855048"/>
            <a:ext cx="114300" cy="114300"/>
          </a:xfrm>
          <a:prstGeom xmlns:a="http://schemas.openxmlformats.org/drawingml/2006/main" prst="ellipse">
            <a:avLst/>
          </a:prstGeom>
          <a:solidFill xmlns:a="http://schemas.openxmlformats.org/drawingml/2006/main">
            <a:srgbClr val="FFFFFF"/>
          </a:solidFill>
          <a:ln xmlns:a="http://schemas.openxmlformats.org/drawingml/2006/main" w="17145">
            <a:solidFill>
              <a:srgbClr val="FFFFFF"/>
            </a:solidFill>
            <a:prstDash val="solid"/>
          </a:ln>
        </p:spPr>
      </p:sp>
      <p:sp>
        <p:nvSpPr>
          <p:cNvPr id="104" name="ellipse_103">
            <a:extLst xmlns:a="http://schemas.openxmlformats.org/drawingml/2006/main">
              <a:ext uri="{FF2B5EF4-FFF2-40B4-BE49-F238E27FC236}">
                <a16:creationId xmlns:a16="http://schemas.microsoft.com/office/drawing/2014/main" id="{A7C7B884-1776-4D77-8DBF-A5B5D56F50A0}"/>
              </a:ext>
            </a:extLst>
          </p:cNvPr>
          <p:cNvSpPr>
            <a:spLocks xmlns:a="http://schemas.openxmlformats.org/drawingml/2006/main" noGrp="1"/>
          </p:cNvSpPr>
          <p:nvPr/>
        </p:nvSpPr>
        <p:spPr>
          <a:xfrm xmlns:a="http://schemas.openxmlformats.org/drawingml/2006/main" rot="0">
            <a:off x="11593383" y="4874098"/>
            <a:ext cx="76200" cy="76200"/>
          </a:xfrm>
          <a:prstGeom xmlns:a="http://schemas.openxmlformats.org/drawingml/2006/main" prst="ellipse">
            <a:avLst/>
          </a:prstGeom>
          <a:solidFill xmlns:a="http://schemas.openxmlformats.org/drawingml/2006/main">
            <a:srgbClr val="FFFFFF"/>
          </a:solidFill>
          <a:ln xmlns:a="http://schemas.openxmlformats.org/drawingml/2006/main" w="17145">
            <a:solidFill>
              <a:srgbClr val="009E73"/>
            </a:solidFill>
            <a:prstDash val="solid"/>
          </a:ln>
        </p:spPr>
      </p:sp>
      <p:sp>
        <p:nvSpPr>
          <p:cNvPr id="105" name="text_104">
            <a:extLst xmlns:a="http://schemas.openxmlformats.org/drawingml/2006/main">
              <a:ext uri="{FF2B5EF4-FFF2-40B4-BE49-F238E27FC236}">
                <a16:creationId xmlns:a16="http://schemas.microsoft.com/office/drawing/2014/main" id="{3977C819-1F5B-4DD7-94F5-B82469214849}"/>
              </a:ext>
            </a:extLst>
          </p:cNvPr>
          <p:cNvSpPr>
            <a:spLocks xmlns:a="http://schemas.openxmlformats.org/drawingml/2006/main" noGrp="1"/>
          </p:cNvSpPr>
          <p:nvPr/>
        </p:nvSpPr>
        <p:spPr>
          <a:xfrm xmlns:a="http://schemas.openxmlformats.org/drawingml/2006/main" rot="0">
            <a:off x="11707683" y="4683598"/>
            <a:ext cx="247650" cy="2476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500" b="1">
                <a:solidFill>
                  <a:srgbClr val="009E73"/>
                </a:solidFill>
                <a:latin typeface="Arial"/>
                <a:ea typeface="Arial"/>
                <a:cs typeface="Arial"/>
              </a:defRPr>
            </a:defPPr>
            <a:lvl1pPr algn="l">
              <a:defRPr sz="1500" b="1">
                <a:solidFill>
                  <a:srgbClr val="009E73"/>
                </a:solidFill>
                <a:latin typeface="Arial"/>
                <a:ea typeface="Arial"/>
                <a:cs typeface="Arial"/>
              </a:defRPr>
            </a:lvl1pPr>
            <a:lvl2pPr algn="l">
              <a:defRPr sz="1500" b="1">
                <a:solidFill>
                  <a:srgbClr val="009E73"/>
                </a:solidFill>
                <a:latin typeface="Arial"/>
                <a:ea typeface="Arial"/>
                <a:cs typeface="Arial"/>
              </a:defRPr>
            </a:lvl2pPr>
            <a:lvl3pPr algn="l">
              <a:defRPr sz="1500" b="1">
                <a:solidFill>
                  <a:srgbClr val="009E73"/>
                </a:solidFill>
                <a:latin typeface="Arial"/>
                <a:ea typeface="Arial"/>
                <a:cs typeface="Arial"/>
              </a:defRPr>
            </a:lvl3pPr>
            <a:lvl4pPr algn="l">
              <a:defRPr sz="1500" b="1">
                <a:solidFill>
                  <a:srgbClr val="009E73"/>
                </a:solidFill>
                <a:latin typeface="Arial"/>
                <a:ea typeface="Arial"/>
                <a:cs typeface="Arial"/>
              </a:defRPr>
            </a:lvl4pPr>
            <a:lvl5pPr algn="l">
              <a:defRPr sz="1500" b="1">
                <a:solidFill>
                  <a:srgbClr val="009E73"/>
                </a:solidFill>
                <a:latin typeface="Arial"/>
                <a:ea typeface="Arial"/>
                <a:cs typeface="Arial"/>
              </a:defRPr>
            </a:lvl5pPr>
            <a:lvl6pPr algn="l">
              <a:defRPr sz="1500" b="1">
                <a:solidFill>
                  <a:srgbClr val="009E73"/>
                </a:solidFill>
                <a:latin typeface="Arial"/>
                <a:ea typeface="Arial"/>
                <a:cs typeface="Arial"/>
              </a:defRPr>
            </a:lvl6pPr>
            <a:lvl7pPr algn="l">
              <a:defRPr sz="1500" b="1">
                <a:solidFill>
                  <a:srgbClr val="009E73"/>
                </a:solidFill>
                <a:latin typeface="Arial"/>
                <a:ea typeface="Arial"/>
                <a:cs typeface="Arial"/>
              </a:defRPr>
            </a:lvl7pPr>
            <a:lvl8pPr algn="l">
              <a:defRPr sz="1500" b="1">
                <a:solidFill>
                  <a:srgbClr val="009E73"/>
                </a:solidFill>
                <a:latin typeface="Arial"/>
                <a:ea typeface="Arial"/>
                <a:cs typeface="Arial"/>
              </a:defRPr>
            </a:lvl8pPr>
            <a:lvl9pPr algn="l">
              <a:defRPr sz="1500" b="1">
                <a:solidFill>
                  <a:srgbClr val="009E73"/>
                </a:solidFill>
                <a:latin typeface="Arial"/>
                <a:ea typeface="Arial"/>
                <a:cs typeface="Arial"/>
              </a:defRPr>
            </a:lvl9pPr>
          </a:lstStyle>
          <a:p xmlns:a="http://schemas.openxmlformats.org/drawingml/2006/main">
            <a:pPr algn="l">
              <a:defRPr sz="1500" b="1">
                <a:solidFill>
                  <a:srgbClr val="009E73"/>
                </a:solidFill>
                <a:latin typeface="Arial"/>
                <a:ea typeface="Arial"/>
                <a:cs typeface="Arial"/>
              </a:defRPr>
            </a:pPr>
            <a:r>
              <a:rPr sz="1500" b="1">
                <a:solidFill>
                  <a:srgbClr val="009E73"/>
                </a:solidFill>
                <a:latin typeface="Arial"/>
                <a:ea typeface="Arial"/>
                <a:cs typeface="Arial"/>
              </a:rPr>
              <a:t>C</a:t>
            </a:r>
          </a:p>
        </p:txBody>
      </p:sp>
      <p:sp>
        <p:nvSpPr>
          <p:cNvPr id="106" name="text_105">
            <a:extLst xmlns:a="http://schemas.openxmlformats.org/drawingml/2006/main">
              <a:ext uri="{FF2B5EF4-FFF2-40B4-BE49-F238E27FC236}">
                <a16:creationId xmlns:a16="http://schemas.microsoft.com/office/drawing/2014/main" id="{F8F5CEB4-2332-4ECD-98B1-ED515EE5055A}"/>
              </a:ext>
            </a:extLst>
          </p:cNvPr>
          <p:cNvSpPr>
            <a:spLocks xmlns:a="http://schemas.openxmlformats.org/drawingml/2006/main" noGrp="1"/>
          </p:cNvSpPr>
          <p:nvPr/>
        </p:nvSpPr>
        <p:spPr>
          <a:xfrm xmlns:a="http://schemas.openxmlformats.org/drawingml/2006/main" rot="0">
            <a:off x="666750" y="5812233"/>
            <a:ext cx="12382500" cy="238125"/>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350" b="0">
                <a:solidFill>
                  <a:srgbClr val="000000"/>
                </a:solidFill>
                <a:latin typeface="Arial"/>
                <a:ea typeface="Arial"/>
                <a:cs typeface="Arial"/>
              </a:defRPr>
            </a:defPPr>
            <a:lvl1pPr algn="l">
              <a:defRPr sz="1350" b="0">
                <a:solidFill>
                  <a:srgbClr val="000000"/>
                </a:solidFill>
                <a:latin typeface="Arial"/>
                <a:ea typeface="Arial"/>
                <a:cs typeface="Arial"/>
              </a:defRPr>
            </a:lvl1pPr>
            <a:lvl2pPr algn="l">
              <a:defRPr sz="1350" b="0">
                <a:solidFill>
                  <a:srgbClr val="000000"/>
                </a:solidFill>
                <a:latin typeface="Arial"/>
                <a:ea typeface="Arial"/>
                <a:cs typeface="Arial"/>
              </a:defRPr>
            </a:lvl2pPr>
            <a:lvl3pPr algn="l">
              <a:defRPr sz="1350" b="0">
                <a:solidFill>
                  <a:srgbClr val="000000"/>
                </a:solidFill>
                <a:latin typeface="Arial"/>
                <a:ea typeface="Arial"/>
                <a:cs typeface="Arial"/>
              </a:defRPr>
            </a:lvl3pPr>
            <a:lvl4pPr algn="l">
              <a:defRPr sz="1350" b="0">
                <a:solidFill>
                  <a:srgbClr val="000000"/>
                </a:solidFill>
                <a:latin typeface="Arial"/>
                <a:ea typeface="Arial"/>
                <a:cs typeface="Arial"/>
              </a:defRPr>
            </a:lvl4pPr>
            <a:lvl5pPr algn="l">
              <a:defRPr sz="1350" b="0">
                <a:solidFill>
                  <a:srgbClr val="000000"/>
                </a:solidFill>
                <a:latin typeface="Arial"/>
                <a:ea typeface="Arial"/>
                <a:cs typeface="Arial"/>
              </a:defRPr>
            </a:lvl5pPr>
            <a:lvl6pPr algn="l">
              <a:defRPr sz="1350" b="0">
                <a:solidFill>
                  <a:srgbClr val="000000"/>
                </a:solidFill>
                <a:latin typeface="Arial"/>
                <a:ea typeface="Arial"/>
                <a:cs typeface="Arial"/>
              </a:defRPr>
            </a:lvl6pPr>
            <a:lvl7pPr algn="l">
              <a:defRPr sz="1350" b="0">
                <a:solidFill>
                  <a:srgbClr val="000000"/>
                </a:solidFill>
                <a:latin typeface="Arial"/>
                <a:ea typeface="Arial"/>
                <a:cs typeface="Arial"/>
              </a:defRPr>
            </a:lvl7pPr>
            <a:lvl8pPr algn="l">
              <a:defRPr sz="1350" b="0">
                <a:solidFill>
                  <a:srgbClr val="000000"/>
                </a:solidFill>
                <a:latin typeface="Arial"/>
                <a:ea typeface="Arial"/>
                <a:cs typeface="Arial"/>
              </a:defRPr>
            </a:lvl8pPr>
            <a:lvl9pPr algn="l">
              <a:defRPr sz="1350" b="0">
                <a:solidFill>
                  <a:srgbClr val="000000"/>
                </a:solidFill>
                <a:latin typeface="Arial"/>
                <a:ea typeface="Arial"/>
                <a:cs typeface="Arial"/>
              </a:defRPr>
            </a:lvl9pPr>
          </a:lstStyle>
          <a:p xmlns:a="http://schemas.openxmlformats.org/drawingml/2006/main">
            <a:pPr algn="l">
              <a:defRPr sz="1350" b="0">
                <a:solidFill>
                  <a:srgbClr val="000000"/>
                </a:solidFill>
                <a:latin typeface="Arial"/>
                <a:ea typeface="Arial"/>
                <a:cs typeface="Arial"/>
              </a:defRPr>
            </a:pPr>
            <a:r>
              <a:rPr sz="1350" b="0">
                <a:solidFill>
                  <a:srgbClr val="000000"/>
                </a:solidFill>
                <a:latin typeface="Arial"/>
                <a:ea typeface="Arial"/>
                <a:cs typeface="Arial"/>
              </a:rPr>
              <a:t>Longitude (degrees E); latitude (degrees N). All five dates share the local 0-100 concentration scale.</a:t>
            </a:r>
          </a:p>
        </p:txBody>
      </p:sp>
      <p:sp>
        <p:nvSpPr>
          <p:cNvPr id="107" name="text_106">
            <a:extLst xmlns:a="http://schemas.openxmlformats.org/drawingml/2006/main">
              <a:ext uri="{FF2B5EF4-FFF2-40B4-BE49-F238E27FC236}">
                <a16:creationId xmlns:a16="http://schemas.microsoft.com/office/drawing/2014/main" id="{3CC02ADC-2599-4C77-95AF-8AC9AB1F5560}"/>
              </a:ext>
            </a:extLst>
          </p:cNvPr>
          <p:cNvSpPr>
            <a:spLocks xmlns:a="http://schemas.openxmlformats.org/drawingml/2006/main" noGrp="1"/>
          </p:cNvSpPr>
          <p:nvPr/>
        </p:nvSpPr>
        <p:spPr>
          <a:xfrm xmlns:a="http://schemas.openxmlformats.org/drawingml/2006/main" rot="0">
            <a:off x="171450" y="6057900"/>
            <a:ext cx="6762750" cy="2857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800" b="1">
                <a:solidFill>
                  <a:srgbClr val="000000"/>
                </a:solidFill>
                <a:latin typeface="Arial"/>
                <a:ea typeface="Arial"/>
                <a:cs typeface="Arial"/>
              </a:defRPr>
            </a:defPPr>
            <a:lvl1pPr algn="l">
              <a:defRPr sz="1800" b="1">
                <a:solidFill>
                  <a:srgbClr val="000000"/>
                </a:solidFill>
                <a:latin typeface="Arial"/>
                <a:ea typeface="Arial"/>
                <a:cs typeface="Arial"/>
              </a:defRPr>
            </a:lvl1pPr>
            <a:lvl2pPr algn="l">
              <a:defRPr sz="1800" b="1">
                <a:solidFill>
                  <a:srgbClr val="000000"/>
                </a:solidFill>
                <a:latin typeface="Arial"/>
                <a:ea typeface="Arial"/>
                <a:cs typeface="Arial"/>
              </a:defRPr>
            </a:lvl2pPr>
            <a:lvl3pPr algn="l">
              <a:defRPr sz="1800" b="1">
                <a:solidFill>
                  <a:srgbClr val="000000"/>
                </a:solidFill>
                <a:latin typeface="Arial"/>
                <a:ea typeface="Arial"/>
                <a:cs typeface="Arial"/>
              </a:defRPr>
            </a:lvl3pPr>
            <a:lvl4pPr algn="l">
              <a:defRPr sz="1800" b="1">
                <a:solidFill>
                  <a:srgbClr val="000000"/>
                </a:solidFill>
                <a:latin typeface="Arial"/>
                <a:ea typeface="Arial"/>
                <a:cs typeface="Arial"/>
              </a:defRPr>
            </a:lvl4pPr>
            <a:lvl5pPr algn="l">
              <a:defRPr sz="1800" b="1">
                <a:solidFill>
                  <a:srgbClr val="000000"/>
                </a:solidFill>
                <a:latin typeface="Arial"/>
                <a:ea typeface="Arial"/>
                <a:cs typeface="Arial"/>
              </a:defRPr>
            </a:lvl5pPr>
            <a:lvl6pPr algn="l">
              <a:defRPr sz="1800" b="1">
                <a:solidFill>
                  <a:srgbClr val="000000"/>
                </a:solidFill>
                <a:latin typeface="Arial"/>
                <a:ea typeface="Arial"/>
                <a:cs typeface="Arial"/>
              </a:defRPr>
            </a:lvl6pPr>
            <a:lvl7pPr algn="l">
              <a:defRPr sz="1800" b="1">
                <a:solidFill>
                  <a:srgbClr val="000000"/>
                </a:solidFill>
                <a:latin typeface="Arial"/>
                <a:ea typeface="Arial"/>
                <a:cs typeface="Arial"/>
              </a:defRPr>
            </a:lvl7pPr>
            <a:lvl8pPr algn="l">
              <a:defRPr sz="1800" b="1">
                <a:solidFill>
                  <a:srgbClr val="000000"/>
                </a:solidFill>
                <a:latin typeface="Arial"/>
                <a:ea typeface="Arial"/>
                <a:cs typeface="Arial"/>
              </a:defRPr>
            </a:lvl8pPr>
            <a:lvl9pPr algn="l">
              <a:defRPr sz="1800" b="1">
                <a:solidFill>
                  <a:srgbClr val="000000"/>
                </a:solidFill>
                <a:latin typeface="Arial"/>
                <a:ea typeface="Arial"/>
                <a:cs typeface="Arial"/>
              </a:defRPr>
            </a:lvl9pPr>
          </a:lstStyle>
          <a:p xmlns:a="http://schemas.openxmlformats.org/drawingml/2006/main">
            <a:pPr algn="l">
              <a:defRPr sz="1800" b="1">
                <a:solidFill>
                  <a:srgbClr val="000000"/>
                </a:solidFill>
                <a:latin typeface="Arial"/>
                <a:ea typeface="Arial"/>
                <a:cs typeface="Arial"/>
              </a:defRPr>
            </a:pPr>
            <a:r>
              <a:rPr sz="1800" b="1">
                <a:solidFill>
                  <a:srgbClr val="000000"/>
                </a:solidFill>
                <a:latin typeface="Arial"/>
                <a:ea typeface="Arial"/>
                <a:cs typeface="Arial"/>
              </a:rPr>
              <a:t>(c) Jul 14: supplied field and actual analysis input</a:t>
            </a:r>
          </a:p>
        </p:txBody>
      </p:sp>
      <p:sp>
        <p:nvSpPr>
          <p:cNvPr id="108" name="text_107">
            <a:extLst xmlns:a="http://schemas.openxmlformats.org/drawingml/2006/main">
              <a:ext uri="{FF2B5EF4-FFF2-40B4-BE49-F238E27FC236}">
                <a16:creationId xmlns:a16="http://schemas.microsoft.com/office/drawing/2014/main" id="{9A6D6B32-ABE6-44F6-9833-6F96BA243337}"/>
              </a:ext>
            </a:extLst>
          </p:cNvPr>
          <p:cNvSpPr>
            <a:spLocks xmlns:a="http://schemas.openxmlformats.org/drawingml/2006/main" noGrp="1"/>
          </p:cNvSpPr>
          <p:nvPr/>
        </p:nvSpPr>
        <p:spPr>
          <a:xfrm xmlns:a="http://schemas.openxmlformats.org/drawingml/2006/main" rot="0">
            <a:off x="523875" y="6334125"/>
            <a:ext cx="2667000" cy="238125"/>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425" b="1">
                <a:solidFill>
                  <a:srgbClr val="000000"/>
                </a:solidFill>
                <a:latin typeface="Arial"/>
                <a:ea typeface="Arial"/>
                <a:cs typeface="Arial"/>
              </a:defRPr>
            </a:defPPr>
            <a:lvl1pPr algn="ctr">
              <a:defRPr sz="1425" b="1">
                <a:solidFill>
                  <a:srgbClr val="000000"/>
                </a:solidFill>
                <a:latin typeface="Arial"/>
                <a:ea typeface="Arial"/>
                <a:cs typeface="Arial"/>
              </a:defRPr>
            </a:lvl1pPr>
            <a:lvl2pPr algn="ctr">
              <a:defRPr sz="1425" b="1">
                <a:solidFill>
                  <a:srgbClr val="000000"/>
                </a:solidFill>
                <a:latin typeface="Arial"/>
                <a:ea typeface="Arial"/>
                <a:cs typeface="Arial"/>
              </a:defRPr>
            </a:lvl2pPr>
            <a:lvl3pPr algn="ctr">
              <a:defRPr sz="1425" b="1">
                <a:solidFill>
                  <a:srgbClr val="000000"/>
                </a:solidFill>
                <a:latin typeface="Arial"/>
                <a:ea typeface="Arial"/>
                <a:cs typeface="Arial"/>
              </a:defRPr>
            </a:lvl3pPr>
            <a:lvl4pPr algn="ctr">
              <a:defRPr sz="1425" b="1">
                <a:solidFill>
                  <a:srgbClr val="000000"/>
                </a:solidFill>
                <a:latin typeface="Arial"/>
                <a:ea typeface="Arial"/>
                <a:cs typeface="Arial"/>
              </a:defRPr>
            </a:lvl4pPr>
            <a:lvl5pPr algn="ctr">
              <a:defRPr sz="1425" b="1">
                <a:solidFill>
                  <a:srgbClr val="000000"/>
                </a:solidFill>
                <a:latin typeface="Arial"/>
                <a:ea typeface="Arial"/>
                <a:cs typeface="Arial"/>
              </a:defRPr>
            </a:lvl5pPr>
            <a:lvl6pPr algn="ctr">
              <a:defRPr sz="1425" b="1">
                <a:solidFill>
                  <a:srgbClr val="000000"/>
                </a:solidFill>
                <a:latin typeface="Arial"/>
                <a:ea typeface="Arial"/>
                <a:cs typeface="Arial"/>
              </a:defRPr>
            </a:lvl6pPr>
            <a:lvl7pPr algn="ctr">
              <a:defRPr sz="1425" b="1">
                <a:solidFill>
                  <a:srgbClr val="000000"/>
                </a:solidFill>
                <a:latin typeface="Arial"/>
                <a:ea typeface="Arial"/>
                <a:cs typeface="Arial"/>
              </a:defRPr>
            </a:lvl7pPr>
            <a:lvl8pPr algn="ctr">
              <a:defRPr sz="1425" b="1">
                <a:solidFill>
                  <a:srgbClr val="000000"/>
                </a:solidFill>
                <a:latin typeface="Arial"/>
                <a:ea typeface="Arial"/>
                <a:cs typeface="Arial"/>
              </a:defRPr>
            </a:lvl8pPr>
            <a:lvl9pPr algn="ctr">
              <a:defRPr sz="1425" b="1">
                <a:solidFill>
                  <a:srgbClr val="000000"/>
                </a:solidFill>
                <a:latin typeface="Arial"/>
                <a:ea typeface="Arial"/>
                <a:cs typeface="Arial"/>
              </a:defRPr>
            </a:lvl9pPr>
          </a:lstStyle>
          <a:p xmlns:a="http://schemas.openxmlformats.org/drawingml/2006/main">
            <a:pPr algn="ctr">
              <a:defRPr sz="1425" b="1">
                <a:solidFill>
                  <a:srgbClr val="000000"/>
                </a:solidFill>
                <a:latin typeface="Arial"/>
                <a:ea typeface="Arial"/>
                <a:cs typeface="Arial"/>
              </a:defRPr>
            </a:pPr>
            <a:r>
              <a:rPr sz="1425" b="1">
                <a:solidFill>
                  <a:srgbClr val="000000"/>
                </a:solidFill>
                <a:latin typeface="Arial"/>
                <a:ea typeface="Arial"/>
                <a:cs typeface="Arial"/>
              </a:rPr>
              <a:t>Supplied grid</a:t>
            </a:r>
          </a:p>
        </p:txBody>
      </p:sp>
      <p:pic>
        <p:nvPicPr>
          <p:cNvPr id="109" name="">
            <a:extLst xmlns:a="http://schemas.openxmlformats.org/drawingml/2006/main">
              <a:ext uri="{FF2B5EF4-FFF2-40B4-BE49-F238E27FC236}">
                <a16:creationId xmlns:a16="http://schemas.microsoft.com/office/drawing/2014/main" id="{4839E71A-CD55-443E-93F0-89A19DFCB890}"/>
              </a:ext>
            </a:extLst>
          </p:cNvPr>
          <p:cNvPicPr>
            <a:picLocks xmlns:a="http://schemas.openxmlformats.org/drawingml/2006/main" noChangeAspect="1"/>
          </p:cNvPicPr>
          <p:nvPr/>
        </p:nvPicPr>
        <p:blipFill>
          <a:blip xmlns:r="http://schemas.openxmlformats.org/officeDocument/2006/relationships" xmlns:a="http://schemas.openxmlformats.org/drawingml/2006/main" r:embed="R3e60a96477bc4da4"/>
          <a:stretch xmlns:a="http://schemas.openxmlformats.org/drawingml/2006/main"/>
        </p:blipFill>
        <p:spPr>
          <a:xfrm xmlns:a="http://schemas.openxmlformats.org/drawingml/2006/main">
            <a:off x="666888" y="6581775"/>
            <a:ext cx="2380974" cy="2363094"/>
          </a:xfrm>
          <a:prstGeom xmlns:a="http://schemas.openxmlformats.org/drawingml/2006/main" prst="rect">
            <a:avLst/>
          </a:prstGeom>
        </p:spPr>
      </p:pic>
      <p:sp>
        <p:nvSpPr>
          <p:cNvPr id="110" name="rect_109">
            <a:extLst xmlns:a="http://schemas.openxmlformats.org/drawingml/2006/main">
              <a:ext uri="{FF2B5EF4-FFF2-40B4-BE49-F238E27FC236}">
                <a16:creationId xmlns:a16="http://schemas.microsoft.com/office/drawing/2014/main" id="{7C1460FE-0AAE-48B2-97D7-F998275FBE17}"/>
              </a:ext>
            </a:extLst>
          </p:cNvPr>
          <p:cNvSpPr>
            <a:spLocks xmlns:a="http://schemas.openxmlformats.org/drawingml/2006/main" noGrp="1"/>
          </p:cNvSpPr>
          <p:nvPr/>
        </p:nvSpPr>
        <p:spPr>
          <a:xfrm xmlns:a="http://schemas.openxmlformats.org/drawingml/2006/main" rot="0">
            <a:off x="666750" y="6581775"/>
            <a:ext cx="2381250" cy="2363094"/>
          </a:xfrm>
          <a:prstGeom xmlns:a="http://schemas.openxmlformats.org/drawingml/2006/main" prst="rect">
            <a:avLst/>
          </a:prstGeom>
          <a:noFill xmlns:a="http://schemas.openxmlformats.org/drawingml/2006/main"/>
          <a:ln xmlns:a="http://schemas.openxmlformats.org/drawingml/2006/main" w="6191">
            <a:solidFill>
              <a:srgbClr val="6A7278"/>
            </a:solidFill>
            <a:prstDash val="solid"/>
          </a:ln>
        </p:spPr>
      </p:sp>
      <p:sp>
        <p:nvSpPr>
          <p:cNvPr id="111" name="text_110">
            <a:extLst xmlns:a="http://schemas.openxmlformats.org/drawingml/2006/main">
              <a:ext uri="{FF2B5EF4-FFF2-40B4-BE49-F238E27FC236}">
                <a16:creationId xmlns:a16="http://schemas.microsoft.com/office/drawing/2014/main" id="{BC7A85D1-6CFE-43DC-BFD3-75DD2766FE91}"/>
              </a:ext>
            </a:extLst>
          </p:cNvPr>
          <p:cNvSpPr>
            <a:spLocks xmlns:a="http://schemas.openxmlformats.org/drawingml/2006/main" noGrp="1"/>
          </p:cNvSpPr>
          <p:nvPr/>
        </p:nvSpPr>
        <p:spPr>
          <a:xfrm xmlns:a="http://schemas.openxmlformats.org/drawingml/2006/main" rot="0">
            <a:off x="428625" y="8992494"/>
            <a:ext cx="47625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xmlns:a="http://schemas.openxmlformats.org/drawingml/2006/main">
            <a:pPr algn="ctr">
              <a:defRPr sz="1125" b="0">
                <a:solidFill>
                  <a:srgbClr val="000000"/>
                </a:solidFill>
                <a:latin typeface="Arial"/>
                <a:ea typeface="Arial"/>
                <a:cs typeface="Arial"/>
              </a:defRPr>
            </a:pPr>
            <a:r>
              <a:rPr sz="1125" b="0">
                <a:solidFill>
                  <a:srgbClr val="000000"/>
                </a:solidFill>
                <a:latin typeface="Arial"/>
                <a:ea typeface="Arial"/>
                <a:cs typeface="Arial"/>
              </a:rPr>
              <a:t>102</a:t>
            </a:r>
          </a:p>
        </p:txBody>
      </p:sp>
      <p:sp>
        <p:nvSpPr>
          <p:cNvPr id="112" name="text_111">
            <a:extLst xmlns:a="http://schemas.openxmlformats.org/drawingml/2006/main">
              <a:ext uri="{FF2B5EF4-FFF2-40B4-BE49-F238E27FC236}">
                <a16:creationId xmlns:a16="http://schemas.microsoft.com/office/drawing/2014/main" id="{959515EE-38B0-4859-8BB3-855B082D0DB5}"/>
              </a:ext>
            </a:extLst>
          </p:cNvPr>
          <p:cNvSpPr>
            <a:spLocks xmlns:a="http://schemas.openxmlformats.org/drawingml/2006/main" noGrp="1"/>
          </p:cNvSpPr>
          <p:nvPr/>
        </p:nvSpPr>
        <p:spPr>
          <a:xfrm xmlns:a="http://schemas.openxmlformats.org/drawingml/2006/main" rot="0">
            <a:off x="1619250" y="8992494"/>
            <a:ext cx="47625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xmlns:a="http://schemas.openxmlformats.org/drawingml/2006/main">
            <a:pPr algn="ctr">
              <a:defRPr sz="1125" b="0">
                <a:solidFill>
                  <a:srgbClr val="000000"/>
                </a:solidFill>
                <a:latin typeface="Arial"/>
                <a:ea typeface="Arial"/>
                <a:cs typeface="Arial"/>
              </a:defRPr>
            </a:pPr>
            <a:r>
              <a:rPr sz="1125" b="0">
                <a:solidFill>
                  <a:srgbClr val="000000"/>
                </a:solidFill>
                <a:latin typeface="Arial"/>
                <a:ea typeface="Arial"/>
                <a:cs typeface="Arial"/>
              </a:rPr>
              <a:t>108</a:t>
            </a:r>
          </a:p>
        </p:txBody>
      </p:sp>
      <p:sp>
        <p:nvSpPr>
          <p:cNvPr id="113" name="text_112">
            <a:extLst xmlns:a="http://schemas.openxmlformats.org/drawingml/2006/main">
              <a:ext uri="{FF2B5EF4-FFF2-40B4-BE49-F238E27FC236}">
                <a16:creationId xmlns:a16="http://schemas.microsoft.com/office/drawing/2014/main" id="{F879D2CC-4265-40E6-ACC2-B39682811CC4}"/>
              </a:ext>
            </a:extLst>
          </p:cNvPr>
          <p:cNvSpPr>
            <a:spLocks xmlns:a="http://schemas.openxmlformats.org/drawingml/2006/main" noGrp="1"/>
          </p:cNvSpPr>
          <p:nvPr/>
        </p:nvSpPr>
        <p:spPr>
          <a:xfrm xmlns:a="http://schemas.openxmlformats.org/drawingml/2006/main" rot="0">
            <a:off x="2809875" y="8992494"/>
            <a:ext cx="47625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xmlns:a="http://schemas.openxmlformats.org/drawingml/2006/main">
            <a:pPr algn="ctr">
              <a:defRPr sz="1125" b="0">
                <a:solidFill>
                  <a:srgbClr val="000000"/>
                </a:solidFill>
                <a:latin typeface="Arial"/>
                <a:ea typeface="Arial"/>
                <a:cs typeface="Arial"/>
              </a:defRPr>
            </a:pPr>
            <a:r>
              <a:rPr sz="1125" b="0">
                <a:solidFill>
                  <a:srgbClr val="000000"/>
                </a:solidFill>
                <a:latin typeface="Arial"/>
                <a:ea typeface="Arial"/>
                <a:cs typeface="Arial"/>
              </a:rPr>
              <a:t>114</a:t>
            </a:r>
          </a:p>
        </p:txBody>
      </p:sp>
      <p:sp>
        <p:nvSpPr>
          <p:cNvPr id="114" name="text_113">
            <a:extLst xmlns:a="http://schemas.openxmlformats.org/drawingml/2006/main">
              <a:ext uri="{FF2B5EF4-FFF2-40B4-BE49-F238E27FC236}">
                <a16:creationId xmlns:a16="http://schemas.microsoft.com/office/drawing/2014/main" id="{34405F10-A328-41DB-A0B2-8343CDD9A3C9}"/>
              </a:ext>
            </a:extLst>
          </p:cNvPr>
          <p:cNvSpPr>
            <a:spLocks xmlns:a="http://schemas.openxmlformats.org/drawingml/2006/main" noGrp="1"/>
          </p:cNvSpPr>
          <p:nvPr/>
        </p:nvSpPr>
        <p:spPr>
          <a:xfrm xmlns:a="http://schemas.openxmlformats.org/drawingml/2006/main" rot="0">
            <a:off x="314325" y="8849619"/>
            <a:ext cx="28575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r">
              <a:defRPr sz="1125" b="0">
                <a:solidFill>
                  <a:srgbClr val="000000"/>
                </a:solidFill>
                <a:latin typeface="Arial"/>
                <a:ea typeface="Arial"/>
                <a:cs typeface="Arial"/>
              </a:defRPr>
            </a:defPPr>
            <a:lvl1pPr algn="r">
              <a:defRPr sz="1125" b="0">
                <a:solidFill>
                  <a:srgbClr val="000000"/>
                </a:solidFill>
                <a:latin typeface="Arial"/>
                <a:ea typeface="Arial"/>
                <a:cs typeface="Arial"/>
              </a:defRPr>
            </a:lvl1pPr>
            <a:lvl2pPr algn="r">
              <a:defRPr sz="1125" b="0">
                <a:solidFill>
                  <a:srgbClr val="000000"/>
                </a:solidFill>
                <a:latin typeface="Arial"/>
                <a:ea typeface="Arial"/>
                <a:cs typeface="Arial"/>
              </a:defRPr>
            </a:lvl2pPr>
            <a:lvl3pPr algn="r">
              <a:defRPr sz="1125" b="0">
                <a:solidFill>
                  <a:srgbClr val="000000"/>
                </a:solidFill>
                <a:latin typeface="Arial"/>
                <a:ea typeface="Arial"/>
                <a:cs typeface="Arial"/>
              </a:defRPr>
            </a:lvl3pPr>
            <a:lvl4pPr algn="r">
              <a:defRPr sz="1125" b="0">
                <a:solidFill>
                  <a:srgbClr val="000000"/>
                </a:solidFill>
                <a:latin typeface="Arial"/>
                <a:ea typeface="Arial"/>
                <a:cs typeface="Arial"/>
              </a:defRPr>
            </a:lvl4pPr>
            <a:lvl5pPr algn="r">
              <a:defRPr sz="1125" b="0">
                <a:solidFill>
                  <a:srgbClr val="000000"/>
                </a:solidFill>
                <a:latin typeface="Arial"/>
                <a:ea typeface="Arial"/>
                <a:cs typeface="Arial"/>
              </a:defRPr>
            </a:lvl5pPr>
            <a:lvl6pPr algn="r">
              <a:defRPr sz="1125" b="0">
                <a:solidFill>
                  <a:srgbClr val="000000"/>
                </a:solidFill>
                <a:latin typeface="Arial"/>
                <a:ea typeface="Arial"/>
                <a:cs typeface="Arial"/>
              </a:defRPr>
            </a:lvl6pPr>
            <a:lvl7pPr algn="r">
              <a:defRPr sz="1125" b="0">
                <a:solidFill>
                  <a:srgbClr val="000000"/>
                </a:solidFill>
                <a:latin typeface="Arial"/>
                <a:ea typeface="Arial"/>
                <a:cs typeface="Arial"/>
              </a:defRPr>
            </a:lvl7pPr>
            <a:lvl8pPr algn="r">
              <a:defRPr sz="1125" b="0">
                <a:solidFill>
                  <a:srgbClr val="000000"/>
                </a:solidFill>
                <a:latin typeface="Arial"/>
                <a:ea typeface="Arial"/>
                <a:cs typeface="Arial"/>
              </a:defRPr>
            </a:lvl8pPr>
            <a:lvl9pPr algn="r">
              <a:defRPr sz="1125" b="0">
                <a:solidFill>
                  <a:srgbClr val="000000"/>
                </a:solidFill>
                <a:latin typeface="Arial"/>
                <a:ea typeface="Arial"/>
                <a:cs typeface="Arial"/>
              </a:defRPr>
            </a:lvl9pPr>
          </a:lstStyle>
          <a:p xmlns:a="http://schemas.openxmlformats.org/drawingml/2006/main">
            <a:pPr algn="r">
              <a:defRPr sz="1125" b="0">
                <a:solidFill>
                  <a:srgbClr val="000000"/>
                </a:solidFill>
                <a:latin typeface="Arial"/>
                <a:ea typeface="Arial"/>
                <a:cs typeface="Arial"/>
              </a:defRPr>
            </a:pPr>
            <a:r>
              <a:rPr sz="1125" b="0">
                <a:solidFill>
                  <a:srgbClr val="000000"/>
                </a:solidFill>
                <a:latin typeface="Arial"/>
                <a:ea typeface="Arial"/>
                <a:cs typeface="Arial"/>
              </a:rPr>
              <a:t>28</a:t>
            </a:r>
          </a:p>
        </p:txBody>
      </p:sp>
      <p:sp>
        <p:nvSpPr>
          <p:cNvPr id="115" name="text_114">
            <a:extLst xmlns:a="http://schemas.openxmlformats.org/drawingml/2006/main">
              <a:ext uri="{FF2B5EF4-FFF2-40B4-BE49-F238E27FC236}">
                <a16:creationId xmlns:a16="http://schemas.microsoft.com/office/drawing/2014/main" id="{FEA4ADC6-3570-416A-AC9C-6B13CF808FC9}"/>
              </a:ext>
            </a:extLst>
          </p:cNvPr>
          <p:cNvSpPr>
            <a:spLocks xmlns:a="http://schemas.openxmlformats.org/drawingml/2006/main" noGrp="1"/>
          </p:cNvSpPr>
          <p:nvPr/>
        </p:nvSpPr>
        <p:spPr>
          <a:xfrm xmlns:a="http://schemas.openxmlformats.org/drawingml/2006/main" rot="0">
            <a:off x="314325" y="7634571"/>
            <a:ext cx="28575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r">
              <a:defRPr sz="1125" b="0">
                <a:solidFill>
                  <a:srgbClr val="000000"/>
                </a:solidFill>
                <a:latin typeface="Arial"/>
                <a:ea typeface="Arial"/>
                <a:cs typeface="Arial"/>
              </a:defRPr>
            </a:defPPr>
            <a:lvl1pPr algn="r">
              <a:defRPr sz="1125" b="0">
                <a:solidFill>
                  <a:srgbClr val="000000"/>
                </a:solidFill>
                <a:latin typeface="Arial"/>
                <a:ea typeface="Arial"/>
                <a:cs typeface="Arial"/>
              </a:defRPr>
            </a:lvl1pPr>
            <a:lvl2pPr algn="r">
              <a:defRPr sz="1125" b="0">
                <a:solidFill>
                  <a:srgbClr val="000000"/>
                </a:solidFill>
                <a:latin typeface="Arial"/>
                <a:ea typeface="Arial"/>
                <a:cs typeface="Arial"/>
              </a:defRPr>
            </a:lvl2pPr>
            <a:lvl3pPr algn="r">
              <a:defRPr sz="1125" b="0">
                <a:solidFill>
                  <a:srgbClr val="000000"/>
                </a:solidFill>
                <a:latin typeface="Arial"/>
                <a:ea typeface="Arial"/>
                <a:cs typeface="Arial"/>
              </a:defRPr>
            </a:lvl3pPr>
            <a:lvl4pPr algn="r">
              <a:defRPr sz="1125" b="0">
                <a:solidFill>
                  <a:srgbClr val="000000"/>
                </a:solidFill>
                <a:latin typeface="Arial"/>
                <a:ea typeface="Arial"/>
                <a:cs typeface="Arial"/>
              </a:defRPr>
            </a:lvl4pPr>
            <a:lvl5pPr algn="r">
              <a:defRPr sz="1125" b="0">
                <a:solidFill>
                  <a:srgbClr val="000000"/>
                </a:solidFill>
                <a:latin typeface="Arial"/>
                <a:ea typeface="Arial"/>
                <a:cs typeface="Arial"/>
              </a:defRPr>
            </a:lvl5pPr>
            <a:lvl6pPr algn="r">
              <a:defRPr sz="1125" b="0">
                <a:solidFill>
                  <a:srgbClr val="000000"/>
                </a:solidFill>
                <a:latin typeface="Arial"/>
                <a:ea typeface="Arial"/>
                <a:cs typeface="Arial"/>
              </a:defRPr>
            </a:lvl6pPr>
            <a:lvl7pPr algn="r">
              <a:defRPr sz="1125" b="0">
                <a:solidFill>
                  <a:srgbClr val="000000"/>
                </a:solidFill>
                <a:latin typeface="Arial"/>
                <a:ea typeface="Arial"/>
                <a:cs typeface="Arial"/>
              </a:defRPr>
            </a:lvl7pPr>
            <a:lvl8pPr algn="r">
              <a:defRPr sz="1125" b="0">
                <a:solidFill>
                  <a:srgbClr val="000000"/>
                </a:solidFill>
                <a:latin typeface="Arial"/>
                <a:ea typeface="Arial"/>
                <a:cs typeface="Arial"/>
              </a:defRPr>
            </a:lvl8pPr>
            <a:lvl9pPr algn="r">
              <a:defRPr sz="1125" b="0">
                <a:solidFill>
                  <a:srgbClr val="000000"/>
                </a:solidFill>
                <a:latin typeface="Arial"/>
                <a:ea typeface="Arial"/>
                <a:cs typeface="Arial"/>
              </a:defRPr>
            </a:lvl9pPr>
          </a:lstStyle>
          <a:p xmlns:a="http://schemas.openxmlformats.org/drawingml/2006/main">
            <a:pPr algn="r">
              <a:defRPr sz="1125" b="0">
                <a:solidFill>
                  <a:srgbClr val="000000"/>
                </a:solidFill>
                <a:latin typeface="Arial"/>
                <a:ea typeface="Arial"/>
                <a:cs typeface="Arial"/>
              </a:defRPr>
            </a:pPr>
            <a:r>
              <a:rPr sz="1125" b="0">
                <a:solidFill>
                  <a:srgbClr val="000000"/>
                </a:solidFill>
                <a:latin typeface="Arial"/>
                <a:ea typeface="Arial"/>
                <a:cs typeface="Arial"/>
              </a:rPr>
              <a:t>33</a:t>
            </a:r>
          </a:p>
        </p:txBody>
      </p:sp>
      <p:sp>
        <p:nvSpPr>
          <p:cNvPr id="116" name="text_115">
            <a:extLst xmlns:a="http://schemas.openxmlformats.org/drawingml/2006/main">
              <a:ext uri="{FF2B5EF4-FFF2-40B4-BE49-F238E27FC236}">
                <a16:creationId xmlns:a16="http://schemas.microsoft.com/office/drawing/2014/main" id="{CCF534B1-5244-478D-9092-AAEE17F00D59}"/>
              </a:ext>
            </a:extLst>
          </p:cNvPr>
          <p:cNvSpPr>
            <a:spLocks xmlns:a="http://schemas.openxmlformats.org/drawingml/2006/main" noGrp="1"/>
          </p:cNvSpPr>
          <p:nvPr/>
        </p:nvSpPr>
        <p:spPr>
          <a:xfrm xmlns:a="http://schemas.openxmlformats.org/drawingml/2006/main" rot="0">
            <a:off x="314325" y="6486525"/>
            <a:ext cx="28575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r">
              <a:defRPr sz="1125" b="0">
                <a:solidFill>
                  <a:srgbClr val="000000"/>
                </a:solidFill>
                <a:latin typeface="Arial"/>
                <a:ea typeface="Arial"/>
                <a:cs typeface="Arial"/>
              </a:defRPr>
            </a:defPPr>
            <a:lvl1pPr algn="r">
              <a:defRPr sz="1125" b="0">
                <a:solidFill>
                  <a:srgbClr val="000000"/>
                </a:solidFill>
                <a:latin typeface="Arial"/>
                <a:ea typeface="Arial"/>
                <a:cs typeface="Arial"/>
              </a:defRPr>
            </a:lvl1pPr>
            <a:lvl2pPr algn="r">
              <a:defRPr sz="1125" b="0">
                <a:solidFill>
                  <a:srgbClr val="000000"/>
                </a:solidFill>
                <a:latin typeface="Arial"/>
                <a:ea typeface="Arial"/>
                <a:cs typeface="Arial"/>
              </a:defRPr>
            </a:lvl2pPr>
            <a:lvl3pPr algn="r">
              <a:defRPr sz="1125" b="0">
                <a:solidFill>
                  <a:srgbClr val="000000"/>
                </a:solidFill>
                <a:latin typeface="Arial"/>
                <a:ea typeface="Arial"/>
                <a:cs typeface="Arial"/>
              </a:defRPr>
            </a:lvl3pPr>
            <a:lvl4pPr algn="r">
              <a:defRPr sz="1125" b="0">
                <a:solidFill>
                  <a:srgbClr val="000000"/>
                </a:solidFill>
                <a:latin typeface="Arial"/>
                <a:ea typeface="Arial"/>
                <a:cs typeface="Arial"/>
              </a:defRPr>
            </a:lvl4pPr>
            <a:lvl5pPr algn="r">
              <a:defRPr sz="1125" b="0">
                <a:solidFill>
                  <a:srgbClr val="000000"/>
                </a:solidFill>
                <a:latin typeface="Arial"/>
                <a:ea typeface="Arial"/>
                <a:cs typeface="Arial"/>
              </a:defRPr>
            </a:lvl5pPr>
            <a:lvl6pPr algn="r">
              <a:defRPr sz="1125" b="0">
                <a:solidFill>
                  <a:srgbClr val="000000"/>
                </a:solidFill>
                <a:latin typeface="Arial"/>
                <a:ea typeface="Arial"/>
                <a:cs typeface="Arial"/>
              </a:defRPr>
            </a:lvl6pPr>
            <a:lvl7pPr algn="r">
              <a:defRPr sz="1125" b="0">
                <a:solidFill>
                  <a:srgbClr val="000000"/>
                </a:solidFill>
                <a:latin typeface="Arial"/>
                <a:ea typeface="Arial"/>
                <a:cs typeface="Arial"/>
              </a:defRPr>
            </a:lvl7pPr>
            <a:lvl8pPr algn="r">
              <a:defRPr sz="1125" b="0">
                <a:solidFill>
                  <a:srgbClr val="000000"/>
                </a:solidFill>
                <a:latin typeface="Arial"/>
                <a:ea typeface="Arial"/>
                <a:cs typeface="Arial"/>
              </a:defRPr>
            </a:lvl8pPr>
            <a:lvl9pPr algn="r">
              <a:defRPr sz="1125" b="0">
                <a:solidFill>
                  <a:srgbClr val="000000"/>
                </a:solidFill>
                <a:latin typeface="Arial"/>
                <a:ea typeface="Arial"/>
                <a:cs typeface="Arial"/>
              </a:defRPr>
            </a:lvl9pPr>
          </a:lstStyle>
          <a:p xmlns:a="http://schemas.openxmlformats.org/drawingml/2006/main">
            <a:pPr algn="r">
              <a:defRPr sz="1125" b="0">
                <a:solidFill>
                  <a:srgbClr val="000000"/>
                </a:solidFill>
                <a:latin typeface="Arial"/>
                <a:ea typeface="Arial"/>
                <a:cs typeface="Arial"/>
              </a:defRPr>
            </a:pPr>
            <a:r>
              <a:rPr sz="1125" b="0">
                <a:solidFill>
                  <a:srgbClr val="000000"/>
                </a:solidFill>
                <a:latin typeface="Arial"/>
                <a:ea typeface="Arial"/>
                <a:cs typeface="Arial"/>
              </a:rPr>
              <a:t>38</a:t>
            </a:r>
          </a:p>
        </p:txBody>
      </p:sp>
      <p:sp>
        <p:nvSpPr>
          <p:cNvPr id="117" name="ellipse_116">
            <a:extLst xmlns:a="http://schemas.openxmlformats.org/drawingml/2006/main">
              <a:ext uri="{FF2B5EF4-FFF2-40B4-BE49-F238E27FC236}">
                <a16:creationId xmlns:a16="http://schemas.microsoft.com/office/drawing/2014/main" id="{788BECD7-50A8-49FA-98E8-F49FA4FEB30E}"/>
              </a:ext>
            </a:extLst>
          </p:cNvPr>
          <p:cNvSpPr>
            <a:spLocks xmlns:a="http://schemas.openxmlformats.org/drawingml/2006/main" noGrp="1"/>
          </p:cNvSpPr>
          <p:nvPr/>
        </p:nvSpPr>
        <p:spPr>
          <a:xfrm xmlns:a="http://schemas.openxmlformats.org/drawingml/2006/main" rot="0">
            <a:off x="2820761" y="8622474"/>
            <a:ext cx="114300" cy="114300"/>
          </a:xfrm>
          <a:prstGeom xmlns:a="http://schemas.openxmlformats.org/drawingml/2006/main" prst="ellipse">
            <a:avLst/>
          </a:prstGeom>
          <a:solidFill xmlns:a="http://schemas.openxmlformats.org/drawingml/2006/main">
            <a:srgbClr val="FFFFFF"/>
          </a:solidFill>
          <a:ln xmlns:a="http://schemas.openxmlformats.org/drawingml/2006/main" w="17145">
            <a:solidFill>
              <a:srgbClr val="FFFFFF"/>
            </a:solidFill>
            <a:prstDash val="solid"/>
          </a:ln>
        </p:spPr>
      </p:sp>
      <p:sp>
        <p:nvSpPr>
          <p:cNvPr id="118" name="ellipse_117">
            <a:extLst xmlns:a="http://schemas.openxmlformats.org/drawingml/2006/main">
              <a:ext uri="{FF2B5EF4-FFF2-40B4-BE49-F238E27FC236}">
                <a16:creationId xmlns:a16="http://schemas.microsoft.com/office/drawing/2014/main" id="{D6FDB9FB-23B6-48BA-8788-EBFDC60E9E08}"/>
              </a:ext>
            </a:extLst>
          </p:cNvPr>
          <p:cNvSpPr>
            <a:spLocks xmlns:a="http://schemas.openxmlformats.org/drawingml/2006/main" noGrp="1"/>
          </p:cNvSpPr>
          <p:nvPr/>
        </p:nvSpPr>
        <p:spPr>
          <a:xfrm xmlns:a="http://schemas.openxmlformats.org/drawingml/2006/main" rot="0">
            <a:off x="2839811" y="8641524"/>
            <a:ext cx="76200" cy="76200"/>
          </a:xfrm>
          <a:prstGeom xmlns:a="http://schemas.openxmlformats.org/drawingml/2006/main" prst="ellipse">
            <a:avLst/>
          </a:prstGeom>
          <a:solidFill xmlns:a="http://schemas.openxmlformats.org/drawingml/2006/main">
            <a:srgbClr val="FFFFFF"/>
          </a:solidFill>
          <a:ln xmlns:a="http://schemas.openxmlformats.org/drawingml/2006/main" w="17145">
            <a:solidFill>
              <a:srgbClr val="0072B2"/>
            </a:solidFill>
            <a:prstDash val="solid"/>
          </a:ln>
        </p:spPr>
      </p:sp>
      <p:sp>
        <p:nvSpPr>
          <p:cNvPr id="119" name="text_118">
            <a:extLst xmlns:a="http://schemas.openxmlformats.org/drawingml/2006/main">
              <a:ext uri="{FF2B5EF4-FFF2-40B4-BE49-F238E27FC236}">
                <a16:creationId xmlns:a16="http://schemas.microsoft.com/office/drawing/2014/main" id="{4066C855-441E-48D5-AA33-639294D1F600}"/>
              </a:ext>
            </a:extLst>
          </p:cNvPr>
          <p:cNvSpPr>
            <a:spLocks xmlns:a="http://schemas.openxmlformats.org/drawingml/2006/main" noGrp="1"/>
          </p:cNvSpPr>
          <p:nvPr/>
        </p:nvSpPr>
        <p:spPr>
          <a:xfrm xmlns:a="http://schemas.openxmlformats.org/drawingml/2006/main" rot="0">
            <a:off x="2649311" y="8451024"/>
            <a:ext cx="247650" cy="2476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500" b="1">
                <a:solidFill>
                  <a:srgbClr val="0072B2"/>
                </a:solidFill>
                <a:latin typeface="Arial"/>
                <a:ea typeface="Arial"/>
                <a:cs typeface="Arial"/>
              </a:defRPr>
            </a:defPPr>
            <a:lvl1pPr algn="l">
              <a:defRPr sz="1500" b="1">
                <a:solidFill>
                  <a:srgbClr val="0072B2"/>
                </a:solidFill>
                <a:latin typeface="Arial"/>
                <a:ea typeface="Arial"/>
                <a:cs typeface="Arial"/>
              </a:defRPr>
            </a:lvl1pPr>
            <a:lvl2pPr algn="l">
              <a:defRPr sz="1500" b="1">
                <a:solidFill>
                  <a:srgbClr val="0072B2"/>
                </a:solidFill>
                <a:latin typeface="Arial"/>
                <a:ea typeface="Arial"/>
                <a:cs typeface="Arial"/>
              </a:defRPr>
            </a:lvl2pPr>
            <a:lvl3pPr algn="l">
              <a:defRPr sz="1500" b="1">
                <a:solidFill>
                  <a:srgbClr val="0072B2"/>
                </a:solidFill>
                <a:latin typeface="Arial"/>
                <a:ea typeface="Arial"/>
                <a:cs typeface="Arial"/>
              </a:defRPr>
            </a:lvl3pPr>
            <a:lvl4pPr algn="l">
              <a:defRPr sz="1500" b="1">
                <a:solidFill>
                  <a:srgbClr val="0072B2"/>
                </a:solidFill>
                <a:latin typeface="Arial"/>
                <a:ea typeface="Arial"/>
                <a:cs typeface="Arial"/>
              </a:defRPr>
            </a:lvl4pPr>
            <a:lvl5pPr algn="l">
              <a:defRPr sz="1500" b="1">
                <a:solidFill>
                  <a:srgbClr val="0072B2"/>
                </a:solidFill>
                <a:latin typeface="Arial"/>
                <a:ea typeface="Arial"/>
                <a:cs typeface="Arial"/>
              </a:defRPr>
            </a:lvl5pPr>
            <a:lvl6pPr algn="l">
              <a:defRPr sz="1500" b="1">
                <a:solidFill>
                  <a:srgbClr val="0072B2"/>
                </a:solidFill>
                <a:latin typeface="Arial"/>
                <a:ea typeface="Arial"/>
                <a:cs typeface="Arial"/>
              </a:defRPr>
            </a:lvl6pPr>
            <a:lvl7pPr algn="l">
              <a:defRPr sz="1500" b="1">
                <a:solidFill>
                  <a:srgbClr val="0072B2"/>
                </a:solidFill>
                <a:latin typeface="Arial"/>
                <a:ea typeface="Arial"/>
                <a:cs typeface="Arial"/>
              </a:defRPr>
            </a:lvl7pPr>
            <a:lvl8pPr algn="l">
              <a:defRPr sz="1500" b="1">
                <a:solidFill>
                  <a:srgbClr val="0072B2"/>
                </a:solidFill>
                <a:latin typeface="Arial"/>
                <a:ea typeface="Arial"/>
                <a:cs typeface="Arial"/>
              </a:defRPr>
            </a:lvl8pPr>
            <a:lvl9pPr algn="l">
              <a:defRPr sz="1500" b="1">
                <a:solidFill>
                  <a:srgbClr val="0072B2"/>
                </a:solidFill>
                <a:latin typeface="Arial"/>
                <a:ea typeface="Arial"/>
                <a:cs typeface="Arial"/>
              </a:defRPr>
            </a:lvl9pPr>
          </a:lstStyle>
          <a:p xmlns:a="http://schemas.openxmlformats.org/drawingml/2006/main">
            <a:pPr algn="l">
              <a:defRPr sz="1500" b="1">
                <a:solidFill>
                  <a:srgbClr val="0072B2"/>
                </a:solidFill>
                <a:latin typeface="Arial"/>
                <a:ea typeface="Arial"/>
                <a:cs typeface="Arial"/>
              </a:defRPr>
            </a:pPr>
            <a:r>
              <a:rPr sz="1500" b="1">
                <a:solidFill>
                  <a:srgbClr val="0072B2"/>
                </a:solidFill>
                <a:latin typeface="Arial"/>
                <a:ea typeface="Arial"/>
                <a:cs typeface="Arial"/>
              </a:rPr>
              <a:t>A</a:t>
            </a:r>
          </a:p>
        </p:txBody>
      </p:sp>
      <p:sp>
        <p:nvSpPr>
          <p:cNvPr id="120" name="ellipse_119">
            <a:extLst xmlns:a="http://schemas.openxmlformats.org/drawingml/2006/main">
              <a:ext uri="{FF2B5EF4-FFF2-40B4-BE49-F238E27FC236}">
                <a16:creationId xmlns:a16="http://schemas.microsoft.com/office/drawing/2014/main" id="{3982A67B-A1F7-4C08-B6B0-062AA4299DF0}"/>
              </a:ext>
            </a:extLst>
          </p:cNvPr>
          <p:cNvSpPr>
            <a:spLocks xmlns:a="http://schemas.openxmlformats.org/drawingml/2006/main" noGrp="1"/>
          </p:cNvSpPr>
          <p:nvPr/>
        </p:nvSpPr>
        <p:spPr>
          <a:xfrm xmlns:a="http://schemas.openxmlformats.org/drawingml/2006/main" rot="0">
            <a:off x="2334791" y="6838097"/>
            <a:ext cx="114300" cy="114300"/>
          </a:xfrm>
          <a:prstGeom xmlns:a="http://schemas.openxmlformats.org/drawingml/2006/main" prst="ellipse">
            <a:avLst/>
          </a:prstGeom>
          <a:solidFill xmlns:a="http://schemas.openxmlformats.org/drawingml/2006/main">
            <a:srgbClr val="FFFFFF"/>
          </a:solidFill>
          <a:ln xmlns:a="http://schemas.openxmlformats.org/drawingml/2006/main" w="17145">
            <a:solidFill>
              <a:srgbClr val="FFFFFF"/>
            </a:solidFill>
            <a:prstDash val="solid"/>
          </a:ln>
        </p:spPr>
      </p:sp>
      <p:sp>
        <p:nvSpPr>
          <p:cNvPr id="121" name="ellipse_120">
            <a:extLst xmlns:a="http://schemas.openxmlformats.org/drawingml/2006/main">
              <a:ext uri="{FF2B5EF4-FFF2-40B4-BE49-F238E27FC236}">
                <a16:creationId xmlns:a16="http://schemas.microsoft.com/office/drawing/2014/main" id="{43AF488B-EF97-4334-97D6-34E1108BBC85}"/>
              </a:ext>
            </a:extLst>
          </p:cNvPr>
          <p:cNvSpPr>
            <a:spLocks xmlns:a="http://schemas.openxmlformats.org/drawingml/2006/main" noGrp="1"/>
          </p:cNvSpPr>
          <p:nvPr/>
        </p:nvSpPr>
        <p:spPr>
          <a:xfrm xmlns:a="http://schemas.openxmlformats.org/drawingml/2006/main" rot="0">
            <a:off x="2353841" y="6857147"/>
            <a:ext cx="76200" cy="76200"/>
          </a:xfrm>
          <a:prstGeom xmlns:a="http://schemas.openxmlformats.org/drawingml/2006/main" prst="ellipse">
            <a:avLst/>
          </a:prstGeom>
          <a:solidFill xmlns:a="http://schemas.openxmlformats.org/drawingml/2006/main">
            <a:srgbClr val="FFFFFF"/>
          </a:solidFill>
          <a:ln xmlns:a="http://schemas.openxmlformats.org/drawingml/2006/main" w="17145">
            <a:solidFill>
              <a:srgbClr val="D55E00"/>
            </a:solidFill>
            <a:prstDash val="solid"/>
          </a:ln>
        </p:spPr>
      </p:sp>
      <p:sp>
        <p:nvSpPr>
          <p:cNvPr id="122" name="text_121">
            <a:extLst xmlns:a="http://schemas.openxmlformats.org/drawingml/2006/main">
              <a:ext uri="{FF2B5EF4-FFF2-40B4-BE49-F238E27FC236}">
                <a16:creationId xmlns:a16="http://schemas.microsoft.com/office/drawing/2014/main" id="{5764DA6D-E76A-4688-BF52-8ECEA532E4CB}"/>
              </a:ext>
            </a:extLst>
          </p:cNvPr>
          <p:cNvSpPr>
            <a:spLocks xmlns:a="http://schemas.openxmlformats.org/drawingml/2006/main" noGrp="1"/>
          </p:cNvSpPr>
          <p:nvPr/>
        </p:nvSpPr>
        <p:spPr>
          <a:xfrm xmlns:a="http://schemas.openxmlformats.org/drawingml/2006/main" rot="0">
            <a:off x="2468141" y="6666647"/>
            <a:ext cx="247650" cy="2476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500" b="1">
                <a:solidFill>
                  <a:srgbClr val="D55E00"/>
                </a:solidFill>
                <a:latin typeface="Arial"/>
                <a:ea typeface="Arial"/>
                <a:cs typeface="Arial"/>
              </a:defRPr>
            </a:defPPr>
            <a:lvl1pPr algn="l">
              <a:defRPr sz="1500" b="1">
                <a:solidFill>
                  <a:srgbClr val="D55E00"/>
                </a:solidFill>
                <a:latin typeface="Arial"/>
                <a:ea typeface="Arial"/>
                <a:cs typeface="Arial"/>
              </a:defRPr>
            </a:lvl1pPr>
            <a:lvl2pPr algn="l">
              <a:defRPr sz="1500" b="1">
                <a:solidFill>
                  <a:srgbClr val="D55E00"/>
                </a:solidFill>
                <a:latin typeface="Arial"/>
                <a:ea typeface="Arial"/>
                <a:cs typeface="Arial"/>
              </a:defRPr>
            </a:lvl2pPr>
            <a:lvl3pPr algn="l">
              <a:defRPr sz="1500" b="1">
                <a:solidFill>
                  <a:srgbClr val="D55E00"/>
                </a:solidFill>
                <a:latin typeface="Arial"/>
                <a:ea typeface="Arial"/>
                <a:cs typeface="Arial"/>
              </a:defRPr>
            </a:lvl3pPr>
            <a:lvl4pPr algn="l">
              <a:defRPr sz="1500" b="1">
                <a:solidFill>
                  <a:srgbClr val="D55E00"/>
                </a:solidFill>
                <a:latin typeface="Arial"/>
                <a:ea typeface="Arial"/>
                <a:cs typeface="Arial"/>
              </a:defRPr>
            </a:lvl4pPr>
            <a:lvl5pPr algn="l">
              <a:defRPr sz="1500" b="1">
                <a:solidFill>
                  <a:srgbClr val="D55E00"/>
                </a:solidFill>
                <a:latin typeface="Arial"/>
                <a:ea typeface="Arial"/>
                <a:cs typeface="Arial"/>
              </a:defRPr>
            </a:lvl5pPr>
            <a:lvl6pPr algn="l">
              <a:defRPr sz="1500" b="1">
                <a:solidFill>
                  <a:srgbClr val="D55E00"/>
                </a:solidFill>
                <a:latin typeface="Arial"/>
                <a:ea typeface="Arial"/>
                <a:cs typeface="Arial"/>
              </a:defRPr>
            </a:lvl6pPr>
            <a:lvl7pPr algn="l">
              <a:defRPr sz="1500" b="1">
                <a:solidFill>
                  <a:srgbClr val="D55E00"/>
                </a:solidFill>
                <a:latin typeface="Arial"/>
                <a:ea typeface="Arial"/>
                <a:cs typeface="Arial"/>
              </a:defRPr>
            </a:lvl7pPr>
            <a:lvl8pPr algn="l">
              <a:defRPr sz="1500" b="1">
                <a:solidFill>
                  <a:srgbClr val="D55E00"/>
                </a:solidFill>
                <a:latin typeface="Arial"/>
                <a:ea typeface="Arial"/>
                <a:cs typeface="Arial"/>
              </a:defRPr>
            </a:lvl8pPr>
            <a:lvl9pPr algn="l">
              <a:defRPr sz="1500" b="1">
                <a:solidFill>
                  <a:srgbClr val="D55E00"/>
                </a:solidFill>
                <a:latin typeface="Arial"/>
                <a:ea typeface="Arial"/>
                <a:cs typeface="Arial"/>
              </a:defRPr>
            </a:lvl9pPr>
          </a:lstStyle>
          <a:p xmlns:a="http://schemas.openxmlformats.org/drawingml/2006/main">
            <a:pPr algn="l">
              <a:defRPr sz="1500" b="1">
                <a:solidFill>
                  <a:srgbClr val="D55E00"/>
                </a:solidFill>
                <a:latin typeface="Arial"/>
                <a:ea typeface="Arial"/>
                <a:cs typeface="Arial"/>
              </a:defRPr>
            </a:pPr>
            <a:r>
              <a:rPr sz="1500" b="1">
                <a:solidFill>
                  <a:srgbClr val="D55E00"/>
                </a:solidFill>
                <a:latin typeface="Arial"/>
                <a:ea typeface="Arial"/>
                <a:cs typeface="Arial"/>
              </a:rPr>
              <a:t>B</a:t>
            </a:r>
          </a:p>
        </p:txBody>
      </p:sp>
      <p:sp>
        <p:nvSpPr>
          <p:cNvPr id="123" name="ellipse_122">
            <a:extLst xmlns:a="http://schemas.openxmlformats.org/drawingml/2006/main">
              <a:ext uri="{FF2B5EF4-FFF2-40B4-BE49-F238E27FC236}">
                <a16:creationId xmlns:a16="http://schemas.microsoft.com/office/drawing/2014/main" id="{72D87BDE-9D98-4719-A521-1B8E771995F8}"/>
              </a:ext>
            </a:extLst>
          </p:cNvPr>
          <p:cNvSpPr>
            <a:spLocks xmlns:a="http://schemas.openxmlformats.org/drawingml/2006/main" noGrp="1"/>
          </p:cNvSpPr>
          <p:nvPr/>
        </p:nvSpPr>
        <p:spPr>
          <a:xfrm xmlns:a="http://schemas.openxmlformats.org/drawingml/2006/main" rot="0">
            <a:off x="1314256" y="8333115"/>
            <a:ext cx="114300" cy="114300"/>
          </a:xfrm>
          <a:prstGeom xmlns:a="http://schemas.openxmlformats.org/drawingml/2006/main" prst="ellipse">
            <a:avLst/>
          </a:prstGeom>
          <a:solidFill xmlns:a="http://schemas.openxmlformats.org/drawingml/2006/main">
            <a:srgbClr val="FFFFFF"/>
          </a:solidFill>
          <a:ln xmlns:a="http://schemas.openxmlformats.org/drawingml/2006/main" w="17145">
            <a:solidFill>
              <a:srgbClr val="FFFFFF"/>
            </a:solidFill>
            <a:prstDash val="solid"/>
          </a:ln>
        </p:spPr>
      </p:sp>
      <p:sp>
        <p:nvSpPr>
          <p:cNvPr id="124" name="ellipse_123">
            <a:extLst xmlns:a="http://schemas.openxmlformats.org/drawingml/2006/main">
              <a:ext uri="{FF2B5EF4-FFF2-40B4-BE49-F238E27FC236}">
                <a16:creationId xmlns:a16="http://schemas.microsoft.com/office/drawing/2014/main" id="{44EA6251-5D6C-4879-8352-B05DE4AFB409}"/>
              </a:ext>
            </a:extLst>
          </p:cNvPr>
          <p:cNvSpPr>
            <a:spLocks xmlns:a="http://schemas.openxmlformats.org/drawingml/2006/main" noGrp="1"/>
          </p:cNvSpPr>
          <p:nvPr/>
        </p:nvSpPr>
        <p:spPr>
          <a:xfrm xmlns:a="http://schemas.openxmlformats.org/drawingml/2006/main" rot="0">
            <a:off x="1333306" y="8352165"/>
            <a:ext cx="76200" cy="76200"/>
          </a:xfrm>
          <a:prstGeom xmlns:a="http://schemas.openxmlformats.org/drawingml/2006/main" prst="ellipse">
            <a:avLst/>
          </a:prstGeom>
          <a:solidFill xmlns:a="http://schemas.openxmlformats.org/drawingml/2006/main">
            <a:srgbClr val="FFFFFF"/>
          </a:solidFill>
          <a:ln xmlns:a="http://schemas.openxmlformats.org/drawingml/2006/main" w="17145">
            <a:solidFill>
              <a:srgbClr val="009E73"/>
            </a:solidFill>
            <a:prstDash val="solid"/>
          </a:ln>
        </p:spPr>
      </p:sp>
      <p:sp>
        <p:nvSpPr>
          <p:cNvPr id="125" name="text_124">
            <a:extLst xmlns:a="http://schemas.openxmlformats.org/drawingml/2006/main">
              <a:ext uri="{FF2B5EF4-FFF2-40B4-BE49-F238E27FC236}">
                <a16:creationId xmlns:a16="http://schemas.microsoft.com/office/drawing/2014/main" id="{23A07277-11C7-4F9D-B32C-BEE04822BB5B}"/>
              </a:ext>
            </a:extLst>
          </p:cNvPr>
          <p:cNvSpPr>
            <a:spLocks xmlns:a="http://schemas.openxmlformats.org/drawingml/2006/main" noGrp="1"/>
          </p:cNvSpPr>
          <p:nvPr/>
        </p:nvSpPr>
        <p:spPr>
          <a:xfrm xmlns:a="http://schemas.openxmlformats.org/drawingml/2006/main" rot="0">
            <a:off x="1447606" y="8161665"/>
            <a:ext cx="247650" cy="2476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500" b="1">
                <a:solidFill>
                  <a:srgbClr val="009E73"/>
                </a:solidFill>
                <a:latin typeface="Arial"/>
                <a:ea typeface="Arial"/>
                <a:cs typeface="Arial"/>
              </a:defRPr>
            </a:defPPr>
            <a:lvl1pPr algn="l">
              <a:defRPr sz="1500" b="1">
                <a:solidFill>
                  <a:srgbClr val="009E73"/>
                </a:solidFill>
                <a:latin typeface="Arial"/>
                <a:ea typeface="Arial"/>
                <a:cs typeface="Arial"/>
              </a:defRPr>
            </a:lvl1pPr>
            <a:lvl2pPr algn="l">
              <a:defRPr sz="1500" b="1">
                <a:solidFill>
                  <a:srgbClr val="009E73"/>
                </a:solidFill>
                <a:latin typeface="Arial"/>
                <a:ea typeface="Arial"/>
                <a:cs typeface="Arial"/>
              </a:defRPr>
            </a:lvl2pPr>
            <a:lvl3pPr algn="l">
              <a:defRPr sz="1500" b="1">
                <a:solidFill>
                  <a:srgbClr val="009E73"/>
                </a:solidFill>
                <a:latin typeface="Arial"/>
                <a:ea typeface="Arial"/>
                <a:cs typeface="Arial"/>
              </a:defRPr>
            </a:lvl3pPr>
            <a:lvl4pPr algn="l">
              <a:defRPr sz="1500" b="1">
                <a:solidFill>
                  <a:srgbClr val="009E73"/>
                </a:solidFill>
                <a:latin typeface="Arial"/>
                <a:ea typeface="Arial"/>
                <a:cs typeface="Arial"/>
              </a:defRPr>
            </a:lvl4pPr>
            <a:lvl5pPr algn="l">
              <a:defRPr sz="1500" b="1">
                <a:solidFill>
                  <a:srgbClr val="009E73"/>
                </a:solidFill>
                <a:latin typeface="Arial"/>
                <a:ea typeface="Arial"/>
                <a:cs typeface="Arial"/>
              </a:defRPr>
            </a:lvl5pPr>
            <a:lvl6pPr algn="l">
              <a:defRPr sz="1500" b="1">
                <a:solidFill>
                  <a:srgbClr val="009E73"/>
                </a:solidFill>
                <a:latin typeface="Arial"/>
                <a:ea typeface="Arial"/>
                <a:cs typeface="Arial"/>
              </a:defRPr>
            </a:lvl6pPr>
            <a:lvl7pPr algn="l">
              <a:defRPr sz="1500" b="1">
                <a:solidFill>
                  <a:srgbClr val="009E73"/>
                </a:solidFill>
                <a:latin typeface="Arial"/>
                <a:ea typeface="Arial"/>
                <a:cs typeface="Arial"/>
              </a:defRPr>
            </a:lvl7pPr>
            <a:lvl8pPr algn="l">
              <a:defRPr sz="1500" b="1">
                <a:solidFill>
                  <a:srgbClr val="009E73"/>
                </a:solidFill>
                <a:latin typeface="Arial"/>
                <a:ea typeface="Arial"/>
                <a:cs typeface="Arial"/>
              </a:defRPr>
            </a:lvl8pPr>
            <a:lvl9pPr algn="l">
              <a:defRPr sz="1500" b="1">
                <a:solidFill>
                  <a:srgbClr val="009E73"/>
                </a:solidFill>
                <a:latin typeface="Arial"/>
                <a:ea typeface="Arial"/>
                <a:cs typeface="Arial"/>
              </a:defRPr>
            </a:lvl9pPr>
          </a:lstStyle>
          <a:p xmlns:a="http://schemas.openxmlformats.org/drawingml/2006/main">
            <a:pPr algn="l">
              <a:defRPr sz="1500" b="1">
                <a:solidFill>
                  <a:srgbClr val="009E73"/>
                </a:solidFill>
                <a:latin typeface="Arial"/>
                <a:ea typeface="Arial"/>
                <a:cs typeface="Arial"/>
              </a:defRPr>
            </a:pPr>
            <a:r>
              <a:rPr sz="1500" b="1">
                <a:solidFill>
                  <a:srgbClr val="009E73"/>
                </a:solidFill>
                <a:latin typeface="Arial"/>
                <a:ea typeface="Arial"/>
                <a:cs typeface="Arial"/>
              </a:rPr>
              <a:t>C</a:t>
            </a:r>
          </a:p>
        </p:txBody>
      </p:sp>
      <p:sp>
        <p:nvSpPr>
          <p:cNvPr id="126" name="text_125">
            <a:extLst xmlns:a="http://schemas.openxmlformats.org/drawingml/2006/main">
              <a:ext uri="{FF2B5EF4-FFF2-40B4-BE49-F238E27FC236}">
                <a16:creationId xmlns:a16="http://schemas.microsoft.com/office/drawing/2014/main" id="{31BCCCCC-BC61-4B45-A5CB-5AC31B8E1E32}"/>
              </a:ext>
            </a:extLst>
          </p:cNvPr>
          <p:cNvSpPr>
            <a:spLocks xmlns:a="http://schemas.openxmlformats.org/drawingml/2006/main" noGrp="1"/>
          </p:cNvSpPr>
          <p:nvPr/>
        </p:nvSpPr>
        <p:spPr>
          <a:xfrm xmlns:a="http://schemas.openxmlformats.org/drawingml/2006/main" rot="0">
            <a:off x="3438525" y="6334125"/>
            <a:ext cx="2667000" cy="238125"/>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425" b="1">
                <a:solidFill>
                  <a:srgbClr val="000000"/>
                </a:solidFill>
                <a:latin typeface="Arial"/>
                <a:ea typeface="Arial"/>
                <a:cs typeface="Arial"/>
              </a:defRPr>
            </a:defPPr>
            <a:lvl1pPr algn="ctr">
              <a:defRPr sz="1425" b="1">
                <a:solidFill>
                  <a:srgbClr val="000000"/>
                </a:solidFill>
                <a:latin typeface="Arial"/>
                <a:ea typeface="Arial"/>
                <a:cs typeface="Arial"/>
              </a:defRPr>
            </a:lvl1pPr>
            <a:lvl2pPr algn="ctr">
              <a:defRPr sz="1425" b="1">
                <a:solidFill>
                  <a:srgbClr val="000000"/>
                </a:solidFill>
                <a:latin typeface="Arial"/>
                <a:ea typeface="Arial"/>
                <a:cs typeface="Arial"/>
              </a:defRPr>
            </a:lvl2pPr>
            <a:lvl3pPr algn="ctr">
              <a:defRPr sz="1425" b="1">
                <a:solidFill>
                  <a:srgbClr val="000000"/>
                </a:solidFill>
                <a:latin typeface="Arial"/>
                <a:ea typeface="Arial"/>
                <a:cs typeface="Arial"/>
              </a:defRPr>
            </a:lvl3pPr>
            <a:lvl4pPr algn="ctr">
              <a:defRPr sz="1425" b="1">
                <a:solidFill>
                  <a:srgbClr val="000000"/>
                </a:solidFill>
                <a:latin typeface="Arial"/>
                <a:ea typeface="Arial"/>
                <a:cs typeface="Arial"/>
              </a:defRPr>
            </a:lvl4pPr>
            <a:lvl5pPr algn="ctr">
              <a:defRPr sz="1425" b="1">
                <a:solidFill>
                  <a:srgbClr val="000000"/>
                </a:solidFill>
                <a:latin typeface="Arial"/>
                <a:ea typeface="Arial"/>
                <a:cs typeface="Arial"/>
              </a:defRPr>
            </a:lvl5pPr>
            <a:lvl6pPr algn="ctr">
              <a:defRPr sz="1425" b="1">
                <a:solidFill>
                  <a:srgbClr val="000000"/>
                </a:solidFill>
                <a:latin typeface="Arial"/>
                <a:ea typeface="Arial"/>
                <a:cs typeface="Arial"/>
              </a:defRPr>
            </a:lvl6pPr>
            <a:lvl7pPr algn="ctr">
              <a:defRPr sz="1425" b="1">
                <a:solidFill>
                  <a:srgbClr val="000000"/>
                </a:solidFill>
                <a:latin typeface="Arial"/>
                <a:ea typeface="Arial"/>
                <a:cs typeface="Arial"/>
              </a:defRPr>
            </a:lvl7pPr>
            <a:lvl8pPr algn="ctr">
              <a:defRPr sz="1425" b="1">
                <a:solidFill>
                  <a:srgbClr val="000000"/>
                </a:solidFill>
                <a:latin typeface="Arial"/>
                <a:ea typeface="Arial"/>
                <a:cs typeface="Arial"/>
              </a:defRPr>
            </a:lvl8pPr>
            <a:lvl9pPr algn="ctr">
              <a:defRPr sz="1425" b="1">
                <a:solidFill>
                  <a:srgbClr val="000000"/>
                </a:solidFill>
                <a:latin typeface="Arial"/>
                <a:ea typeface="Arial"/>
                <a:cs typeface="Arial"/>
              </a:defRPr>
            </a:lvl9pPr>
          </a:lstStyle>
          <a:p xmlns:a="http://schemas.openxmlformats.org/drawingml/2006/main">
            <a:pPr algn="ctr">
              <a:defRPr sz="1425" b="1">
                <a:solidFill>
                  <a:srgbClr val="000000"/>
                </a:solidFill>
                <a:latin typeface="Arial"/>
                <a:ea typeface="Arial"/>
                <a:cs typeface="Arial"/>
              </a:defRPr>
            </a:pPr>
            <a:r>
              <a:rPr sz="1425" b="1">
                <a:solidFill>
                  <a:srgbClr val="000000"/>
                </a:solidFill>
                <a:latin typeface="Arial"/>
                <a:ea typeface="Arial"/>
                <a:cs typeface="Arial"/>
              </a:rPr>
              <a:t>Analysis: 100 km smoothing</a:t>
            </a:r>
          </a:p>
        </p:txBody>
      </p:sp>
      <p:pic>
        <p:nvPicPr>
          <p:cNvPr id="127" name="">
            <a:extLst xmlns:a="http://schemas.openxmlformats.org/drawingml/2006/main">
              <a:ext uri="{FF2B5EF4-FFF2-40B4-BE49-F238E27FC236}">
                <a16:creationId xmlns:a16="http://schemas.microsoft.com/office/drawing/2014/main" id="{5FE5EE2C-1B6A-495F-80F0-3B65EDE107D4}"/>
              </a:ext>
            </a:extLst>
          </p:cNvPr>
          <p:cNvPicPr>
            <a:picLocks xmlns:a="http://schemas.openxmlformats.org/drawingml/2006/main" noChangeAspect="1"/>
          </p:cNvPicPr>
          <p:nvPr/>
        </p:nvPicPr>
        <p:blipFill>
          <a:blip xmlns:r="http://schemas.openxmlformats.org/officeDocument/2006/relationships" xmlns:a="http://schemas.openxmlformats.org/drawingml/2006/main" r:embed="R8eccc4fa42544053"/>
          <a:stretch xmlns:a="http://schemas.openxmlformats.org/drawingml/2006/main"/>
        </p:blipFill>
        <p:spPr>
          <a:xfrm xmlns:a="http://schemas.openxmlformats.org/drawingml/2006/main">
            <a:off x="3581538" y="6581775"/>
            <a:ext cx="2380974" cy="2363094"/>
          </a:xfrm>
          <a:prstGeom xmlns:a="http://schemas.openxmlformats.org/drawingml/2006/main" prst="rect">
            <a:avLst/>
          </a:prstGeom>
        </p:spPr>
      </p:pic>
      <p:sp>
        <p:nvSpPr>
          <p:cNvPr id="128" name="rect_127">
            <a:extLst xmlns:a="http://schemas.openxmlformats.org/drawingml/2006/main">
              <a:ext uri="{FF2B5EF4-FFF2-40B4-BE49-F238E27FC236}">
                <a16:creationId xmlns:a16="http://schemas.microsoft.com/office/drawing/2014/main" id="{C32AD2DD-F480-4787-85E7-C72AD7B04B8A}"/>
              </a:ext>
            </a:extLst>
          </p:cNvPr>
          <p:cNvSpPr>
            <a:spLocks xmlns:a="http://schemas.openxmlformats.org/drawingml/2006/main" noGrp="1"/>
          </p:cNvSpPr>
          <p:nvPr/>
        </p:nvSpPr>
        <p:spPr>
          <a:xfrm xmlns:a="http://schemas.openxmlformats.org/drawingml/2006/main" rot="0">
            <a:off x="3581400" y="6581775"/>
            <a:ext cx="2381250" cy="2363094"/>
          </a:xfrm>
          <a:prstGeom xmlns:a="http://schemas.openxmlformats.org/drawingml/2006/main" prst="rect">
            <a:avLst/>
          </a:prstGeom>
          <a:noFill xmlns:a="http://schemas.openxmlformats.org/drawingml/2006/main"/>
          <a:ln xmlns:a="http://schemas.openxmlformats.org/drawingml/2006/main" w="6191">
            <a:solidFill>
              <a:srgbClr val="6A7278"/>
            </a:solidFill>
            <a:prstDash val="solid"/>
          </a:ln>
        </p:spPr>
      </p:sp>
      <p:sp>
        <p:nvSpPr>
          <p:cNvPr id="129" name="text_128">
            <a:extLst xmlns:a="http://schemas.openxmlformats.org/drawingml/2006/main">
              <a:ext uri="{FF2B5EF4-FFF2-40B4-BE49-F238E27FC236}">
                <a16:creationId xmlns:a16="http://schemas.microsoft.com/office/drawing/2014/main" id="{0DA5FD37-4B92-48EF-BE96-A6B3E2D1FCA9}"/>
              </a:ext>
            </a:extLst>
          </p:cNvPr>
          <p:cNvSpPr>
            <a:spLocks xmlns:a="http://schemas.openxmlformats.org/drawingml/2006/main" noGrp="1"/>
          </p:cNvSpPr>
          <p:nvPr/>
        </p:nvSpPr>
        <p:spPr>
          <a:xfrm xmlns:a="http://schemas.openxmlformats.org/drawingml/2006/main" rot="0">
            <a:off x="3343275" y="8992494"/>
            <a:ext cx="47625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xmlns:a="http://schemas.openxmlformats.org/drawingml/2006/main">
            <a:pPr algn="ctr">
              <a:defRPr sz="1125" b="0">
                <a:solidFill>
                  <a:srgbClr val="000000"/>
                </a:solidFill>
                <a:latin typeface="Arial"/>
                <a:ea typeface="Arial"/>
                <a:cs typeface="Arial"/>
              </a:defRPr>
            </a:pPr>
            <a:r>
              <a:rPr sz="1125" b="0">
                <a:solidFill>
                  <a:srgbClr val="000000"/>
                </a:solidFill>
                <a:latin typeface="Arial"/>
                <a:ea typeface="Arial"/>
                <a:cs typeface="Arial"/>
              </a:rPr>
              <a:t>102</a:t>
            </a:r>
          </a:p>
        </p:txBody>
      </p:sp>
      <p:sp>
        <p:nvSpPr>
          <p:cNvPr id="130" name="text_129">
            <a:extLst xmlns:a="http://schemas.openxmlformats.org/drawingml/2006/main">
              <a:ext uri="{FF2B5EF4-FFF2-40B4-BE49-F238E27FC236}">
                <a16:creationId xmlns:a16="http://schemas.microsoft.com/office/drawing/2014/main" id="{BDF373F2-F9A0-474F-82EF-886D4D412BB6}"/>
              </a:ext>
            </a:extLst>
          </p:cNvPr>
          <p:cNvSpPr>
            <a:spLocks xmlns:a="http://schemas.openxmlformats.org/drawingml/2006/main" noGrp="1"/>
          </p:cNvSpPr>
          <p:nvPr/>
        </p:nvSpPr>
        <p:spPr>
          <a:xfrm xmlns:a="http://schemas.openxmlformats.org/drawingml/2006/main" rot="0">
            <a:off x="4533900" y="8992494"/>
            <a:ext cx="47625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xmlns:a="http://schemas.openxmlformats.org/drawingml/2006/main">
            <a:pPr algn="ctr">
              <a:defRPr sz="1125" b="0">
                <a:solidFill>
                  <a:srgbClr val="000000"/>
                </a:solidFill>
                <a:latin typeface="Arial"/>
                <a:ea typeface="Arial"/>
                <a:cs typeface="Arial"/>
              </a:defRPr>
            </a:pPr>
            <a:r>
              <a:rPr sz="1125" b="0">
                <a:solidFill>
                  <a:srgbClr val="000000"/>
                </a:solidFill>
                <a:latin typeface="Arial"/>
                <a:ea typeface="Arial"/>
                <a:cs typeface="Arial"/>
              </a:rPr>
              <a:t>108</a:t>
            </a:r>
          </a:p>
        </p:txBody>
      </p:sp>
      <p:sp>
        <p:nvSpPr>
          <p:cNvPr id="131" name="text_130">
            <a:extLst xmlns:a="http://schemas.openxmlformats.org/drawingml/2006/main">
              <a:ext uri="{FF2B5EF4-FFF2-40B4-BE49-F238E27FC236}">
                <a16:creationId xmlns:a16="http://schemas.microsoft.com/office/drawing/2014/main" id="{FC2E42F3-23D5-458A-969A-62E5EF849CC2}"/>
              </a:ext>
            </a:extLst>
          </p:cNvPr>
          <p:cNvSpPr>
            <a:spLocks xmlns:a="http://schemas.openxmlformats.org/drawingml/2006/main" noGrp="1"/>
          </p:cNvSpPr>
          <p:nvPr/>
        </p:nvSpPr>
        <p:spPr>
          <a:xfrm xmlns:a="http://schemas.openxmlformats.org/drawingml/2006/main" rot="0">
            <a:off x="5724525" y="8992494"/>
            <a:ext cx="47625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xmlns:a="http://schemas.openxmlformats.org/drawingml/2006/main">
            <a:pPr algn="ctr">
              <a:defRPr sz="1125" b="0">
                <a:solidFill>
                  <a:srgbClr val="000000"/>
                </a:solidFill>
                <a:latin typeface="Arial"/>
                <a:ea typeface="Arial"/>
                <a:cs typeface="Arial"/>
              </a:defRPr>
            </a:pPr>
            <a:r>
              <a:rPr sz="1125" b="0">
                <a:solidFill>
                  <a:srgbClr val="000000"/>
                </a:solidFill>
                <a:latin typeface="Arial"/>
                <a:ea typeface="Arial"/>
                <a:cs typeface="Arial"/>
              </a:rPr>
              <a:t>114</a:t>
            </a:r>
          </a:p>
        </p:txBody>
      </p:sp>
      <p:sp>
        <p:nvSpPr>
          <p:cNvPr id="132" name="text_131">
            <a:extLst xmlns:a="http://schemas.openxmlformats.org/drawingml/2006/main">
              <a:ext uri="{FF2B5EF4-FFF2-40B4-BE49-F238E27FC236}">
                <a16:creationId xmlns:a16="http://schemas.microsoft.com/office/drawing/2014/main" id="{4B009EF1-3D8F-479B-B71E-8E49BF87F137}"/>
              </a:ext>
            </a:extLst>
          </p:cNvPr>
          <p:cNvSpPr>
            <a:spLocks xmlns:a="http://schemas.openxmlformats.org/drawingml/2006/main" noGrp="1"/>
          </p:cNvSpPr>
          <p:nvPr/>
        </p:nvSpPr>
        <p:spPr>
          <a:xfrm xmlns:a="http://schemas.openxmlformats.org/drawingml/2006/main" rot="0">
            <a:off x="3228975" y="8849619"/>
            <a:ext cx="28575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r">
              <a:defRPr sz="1125" b="0">
                <a:solidFill>
                  <a:srgbClr val="000000"/>
                </a:solidFill>
                <a:latin typeface="Arial"/>
                <a:ea typeface="Arial"/>
                <a:cs typeface="Arial"/>
              </a:defRPr>
            </a:defPPr>
            <a:lvl1pPr algn="r">
              <a:defRPr sz="1125" b="0">
                <a:solidFill>
                  <a:srgbClr val="000000"/>
                </a:solidFill>
                <a:latin typeface="Arial"/>
                <a:ea typeface="Arial"/>
                <a:cs typeface="Arial"/>
              </a:defRPr>
            </a:lvl1pPr>
            <a:lvl2pPr algn="r">
              <a:defRPr sz="1125" b="0">
                <a:solidFill>
                  <a:srgbClr val="000000"/>
                </a:solidFill>
                <a:latin typeface="Arial"/>
                <a:ea typeface="Arial"/>
                <a:cs typeface="Arial"/>
              </a:defRPr>
            </a:lvl2pPr>
            <a:lvl3pPr algn="r">
              <a:defRPr sz="1125" b="0">
                <a:solidFill>
                  <a:srgbClr val="000000"/>
                </a:solidFill>
                <a:latin typeface="Arial"/>
                <a:ea typeface="Arial"/>
                <a:cs typeface="Arial"/>
              </a:defRPr>
            </a:lvl3pPr>
            <a:lvl4pPr algn="r">
              <a:defRPr sz="1125" b="0">
                <a:solidFill>
                  <a:srgbClr val="000000"/>
                </a:solidFill>
                <a:latin typeface="Arial"/>
                <a:ea typeface="Arial"/>
                <a:cs typeface="Arial"/>
              </a:defRPr>
            </a:lvl4pPr>
            <a:lvl5pPr algn="r">
              <a:defRPr sz="1125" b="0">
                <a:solidFill>
                  <a:srgbClr val="000000"/>
                </a:solidFill>
                <a:latin typeface="Arial"/>
                <a:ea typeface="Arial"/>
                <a:cs typeface="Arial"/>
              </a:defRPr>
            </a:lvl5pPr>
            <a:lvl6pPr algn="r">
              <a:defRPr sz="1125" b="0">
                <a:solidFill>
                  <a:srgbClr val="000000"/>
                </a:solidFill>
                <a:latin typeface="Arial"/>
                <a:ea typeface="Arial"/>
                <a:cs typeface="Arial"/>
              </a:defRPr>
            </a:lvl6pPr>
            <a:lvl7pPr algn="r">
              <a:defRPr sz="1125" b="0">
                <a:solidFill>
                  <a:srgbClr val="000000"/>
                </a:solidFill>
                <a:latin typeface="Arial"/>
                <a:ea typeface="Arial"/>
                <a:cs typeface="Arial"/>
              </a:defRPr>
            </a:lvl7pPr>
            <a:lvl8pPr algn="r">
              <a:defRPr sz="1125" b="0">
                <a:solidFill>
                  <a:srgbClr val="000000"/>
                </a:solidFill>
                <a:latin typeface="Arial"/>
                <a:ea typeface="Arial"/>
                <a:cs typeface="Arial"/>
              </a:defRPr>
            </a:lvl8pPr>
            <a:lvl9pPr algn="r">
              <a:defRPr sz="1125" b="0">
                <a:solidFill>
                  <a:srgbClr val="000000"/>
                </a:solidFill>
                <a:latin typeface="Arial"/>
                <a:ea typeface="Arial"/>
                <a:cs typeface="Arial"/>
              </a:defRPr>
            </a:lvl9pPr>
          </a:lstStyle>
          <a:p xmlns:a="http://schemas.openxmlformats.org/drawingml/2006/main">
            <a:pPr algn="r">
              <a:defRPr sz="1125" b="0">
                <a:solidFill>
                  <a:srgbClr val="000000"/>
                </a:solidFill>
                <a:latin typeface="Arial"/>
                <a:ea typeface="Arial"/>
                <a:cs typeface="Arial"/>
              </a:defRPr>
            </a:pPr>
            <a:r>
              <a:rPr sz="1125" b="0">
                <a:solidFill>
                  <a:srgbClr val="000000"/>
                </a:solidFill>
                <a:latin typeface="Arial"/>
                <a:ea typeface="Arial"/>
                <a:cs typeface="Arial"/>
              </a:rPr>
              <a:t>28</a:t>
            </a:r>
          </a:p>
        </p:txBody>
      </p:sp>
      <p:sp>
        <p:nvSpPr>
          <p:cNvPr id="133" name="text_132">
            <a:extLst xmlns:a="http://schemas.openxmlformats.org/drawingml/2006/main">
              <a:ext uri="{FF2B5EF4-FFF2-40B4-BE49-F238E27FC236}">
                <a16:creationId xmlns:a16="http://schemas.microsoft.com/office/drawing/2014/main" id="{261DB45C-0B98-4E9F-906C-7563C995420B}"/>
              </a:ext>
            </a:extLst>
          </p:cNvPr>
          <p:cNvSpPr>
            <a:spLocks xmlns:a="http://schemas.openxmlformats.org/drawingml/2006/main" noGrp="1"/>
          </p:cNvSpPr>
          <p:nvPr/>
        </p:nvSpPr>
        <p:spPr>
          <a:xfrm xmlns:a="http://schemas.openxmlformats.org/drawingml/2006/main" rot="0">
            <a:off x="3228975" y="7634571"/>
            <a:ext cx="28575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r">
              <a:defRPr sz="1125" b="0">
                <a:solidFill>
                  <a:srgbClr val="000000"/>
                </a:solidFill>
                <a:latin typeface="Arial"/>
                <a:ea typeface="Arial"/>
                <a:cs typeface="Arial"/>
              </a:defRPr>
            </a:defPPr>
            <a:lvl1pPr algn="r">
              <a:defRPr sz="1125" b="0">
                <a:solidFill>
                  <a:srgbClr val="000000"/>
                </a:solidFill>
                <a:latin typeface="Arial"/>
                <a:ea typeface="Arial"/>
                <a:cs typeface="Arial"/>
              </a:defRPr>
            </a:lvl1pPr>
            <a:lvl2pPr algn="r">
              <a:defRPr sz="1125" b="0">
                <a:solidFill>
                  <a:srgbClr val="000000"/>
                </a:solidFill>
                <a:latin typeface="Arial"/>
                <a:ea typeface="Arial"/>
                <a:cs typeface="Arial"/>
              </a:defRPr>
            </a:lvl2pPr>
            <a:lvl3pPr algn="r">
              <a:defRPr sz="1125" b="0">
                <a:solidFill>
                  <a:srgbClr val="000000"/>
                </a:solidFill>
                <a:latin typeface="Arial"/>
                <a:ea typeface="Arial"/>
                <a:cs typeface="Arial"/>
              </a:defRPr>
            </a:lvl3pPr>
            <a:lvl4pPr algn="r">
              <a:defRPr sz="1125" b="0">
                <a:solidFill>
                  <a:srgbClr val="000000"/>
                </a:solidFill>
                <a:latin typeface="Arial"/>
                <a:ea typeface="Arial"/>
                <a:cs typeface="Arial"/>
              </a:defRPr>
            </a:lvl4pPr>
            <a:lvl5pPr algn="r">
              <a:defRPr sz="1125" b="0">
                <a:solidFill>
                  <a:srgbClr val="000000"/>
                </a:solidFill>
                <a:latin typeface="Arial"/>
                <a:ea typeface="Arial"/>
                <a:cs typeface="Arial"/>
              </a:defRPr>
            </a:lvl5pPr>
            <a:lvl6pPr algn="r">
              <a:defRPr sz="1125" b="0">
                <a:solidFill>
                  <a:srgbClr val="000000"/>
                </a:solidFill>
                <a:latin typeface="Arial"/>
                <a:ea typeface="Arial"/>
                <a:cs typeface="Arial"/>
              </a:defRPr>
            </a:lvl6pPr>
            <a:lvl7pPr algn="r">
              <a:defRPr sz="1125" b="0">
                <a:solidFill>
                  <a:srgbClr val="000000"/>
                </a:solidFill>
                <a:latin typeface="Arial"/>
                <a:ea typeface="Arial"/>
                <a:cs typeface="Arial"/>
              </a:defRPr>
            </a:lvl7pPr>
            <a:lvl8pPr algn="r">
              <a:defRPr sz="1125" b="0">
                <a:solidFill>
                  <a:srgbClr val="000000"/>
                </a:solidFill>
                <a:latin typeface="Arial"/>
                <a:ea typeface="Arial"/>
                <a:cs typeface="Arial"/>
              </a:defRPr>
            </a:lvl8pPr>
            <a:lvl9pPr algn="r">
              <a:defRPr sz="1125" b="0">
                <a:solidFill>
                  <a:srgbClr val="000000"/>
                </a:solidFill>
                <a:latin typeface="Arial"/>
                <a:ea typeface="Arial"/>
                <a:cs typeface="Arial"/>
              </a:defRPr>
            </a:lvl9pPr>
          </a:lstStyle>
          <a:p xmlns:a="http://schemas.openxmlformats.org/drawingml/2006/main">
            <a:pPr algn="r">
              <a:defRPr sz="1125" b="0">
                <a:solidFill>
                  <a:srgbClr val="000000"/>
                </a:solidFill>
                <a:latin typeface="Arial"/>
                <a:ea typeface="Arial"/>
                <a:cs typeface="Arial"/>
              </a:defRPr>
            </a:pPr>
            <a:r>
              <a:rPr sz="1125" b="0">
                <a:solidFill>
                  <a:srgbClr val="000000"/>
                </a:solidFill>
                <a:latin typeface="Arial"/>
                <a:ea typeface="Arial"/>
                <a:cs typeface="Arial"/>
              </a:rPr>
              <a:t>33</a:t>
            </a:r>
          </a:p>
        </p:txBody>
      </p:sp>
      <p:sp>
        <p:nvSpPr>
          <p:cNvPr id="134" name="text_133">
            <a:extLst xmlns:a="http://schemas.openxmlformats.org/drawingml/2006/main">
              <a:ext uri="{FF2B5EF4-FFF2-40B4-BE49-F238E27FC236}">
                <a16:creationId xmlns:a16="http://schemas.microsoft.com/office/drawing/2014/main" id="{80EBAC21-1643-496F-B71B-32A9D558ECE6}"/>
              </a:ext>
            </a:extLst>
          </p:cNvPr>
          <p:cNvSpPr>
            <a:spLocks xmlns:a="http://schemas.openxmlformats.org/drawingml/2006/main" noGrp="1"/>
          </p:cNvSpPr>
          <p:nvPr/>
        </p:nvSpPr>
        <p:spPr>
          <a:xfrm xmlns:a="http://schemas.openxmlformats.org/drawingml/2006/main" rot="0">
            <a:off x="3228975" y="6486525"/>
            <a:ext cx="285750"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r">
              <a:defRPr sz="1125" b="0">
                <a:solidFill>
                  <a:srgbClr val="000000"/>
                </a:solidFill>
                <a:latin typeface="Arial"/>
                <a:ea typeface="Arial"/>
                <a:cs typeface="Arial"/>
              </a:defRPr>
            </a:defPPr>
            <a:lvl1pPr algn="r">
              <a:defRPr sz="1125" b="0">
                <a:solidFill>
                  <a:srgbClr val="000000"/>
                </a:solidFill>
                <a:latin typeface="Arial"/>
                <a:ea typeface="Arial"/>
                <a:cs typeface="Arial"/>
              </a:defRPr>
            </a:lvl1pPr>
            <a:lvl2pPr algn="r">
              <a:defRPr sz="1125" b="0">
                <a:solidFill>
                  <a:srgbClr val="000000"/>
                </a:solidFill>
                <a:latin typeface="Arial"/>
                <a:ea typeface="Arial"/>
                <a:cs typeface="Arial"/>
              </a:defRPr>
            </a:lvl2pPr>
            <a:lvl3pPr algn="r">
              <a:defRPr sz="1125" b="0">
                <a:solidFill>
                  <a:srgbClr val="000000"/>
                </a:solidFill>
                <a:latin typeface="Arial"/>
                <a:ea typeface="Arial"/>
                <a:cs typeface="Arial"/>
              </a:defRPr>
            </a:lvl3pPr>
            <a:lvl4pPr algn="r">
              <a:defRPr sz="1125" b="0">
                <a:solidFill>
                  <a:srgbClr val="000000"/>
                </a:solidFill>
                <a:latin typeface="Arial"/>
                <a:ea typeface="Arial"/>
                <a:cs typeface="Arial"/>
              </a:defRPr>
            </a:lvl4pPr>
            <a:lvl5pPr algn="r">
              <a:defRPr sz="1125" b="0">
                <a:solidFill>
                  <a:srgbClr val="000000"/>
                </a:solidFill>
                <a:latin typeface="Arial"/>
                <a:ea typeface="Arial"/>
                <a:cs typeface="Arial"/>
              </a:defRPr>
            </a:lvl5pPr>
            <a:lvl6pPr algn="r">
              <a:defRPr sz="1125" b="0">
                <a:solidFill>
                  <a:srgbClr val="000000"/>
                </a:solidFill>
                <a:latin typeface="Arial"/>
                <a:ea typeface="Arial"/>
                <a:cs typeface="Arial"/>
              </a:defRPr>
            </a:lvl6pPr>
            <a:lvl7pPr algn="r">
              <a:defRPr sz="1125" b="0">
                <a:solidFill>
                  <a:srgbClr val="000000"/>
                </a:solidFill>
                <a:latin typeface="Arial"/>
                <a:ea typeface="Arial"/>
                <a:cs typeface="Arial"/>
              </a:defRPr>
            </a:lvl7pPr>
            <a:lvl8pPr algn="r">
              <a:defRPr sz="1125" b="0">
                <a:solidFill>
                  <a:srgbClr val="000000"/>
                </a:solidFill>
                <a:latin typeface="Arial"/>
                <a:ea typeface="Arial"/>
                <a:cs typeface="Arial"/>
              </a:defRPr>
            </a:lvl8pPr>
            <a:lvl9pPr algn="r">
              <a:defRPr sz="1125" b="0">
                <a:solidFill>
                  <a:srgbClr val="000000"/>
                </a:solidFill>
                <a:latin typeface="Arial"/>
                <a:ea typeface="Arial"/>
                <a:cs typeface="Arial"/>
              </a:defRPr>
            </a:lvl9pPr>
          </a:lstStyle>
          <a:p xmlns:a="http://schemas.openxmlformats.org/drawingml/2006/main">
            <a:pPr algn="r">
              <a:defRPr sz="1125" b="0">
                <a:solidFill>
                  <a:srgbClr val="000000"/>
                </a:solidFill>
                <a:latin typeface="Arial"/>
                <a:ea typeface="Arial"/>
                <a:cs typeface="Arial"/>
              </a:defRPr>
            </a:pPr>
            <a:r>
              <a:rPr sz="1125" b="0">
                <a:solidFill>
                  <a:srgbClr val="000000"/>
                </a:solidFill>
                <a:latin typeface="Arial"/>
                <a:ea typeface="Arial"/>
                <a:cs typeface="Arial"/>
              </a:rPr>
              <a:t>38</a:t>
            </a:r>
          </a:p>
        </p:txBody>
      </p:sp>
      <p:sp>
        <p:nvSpPr>
          <p:cNvPr id="135" name="ellipse_134">
            <a:extLst xmlns:a="http://schemas.openxmlformats.org/drawingml/2006/main">
              <a:ext uri="{FF2B5EF4-FFF2-40B4-BE49-F238E27FC236}">
                <a16:creationId xmlns:a16="http://schemas.microsoft.com/office/drawing/2014/main" id="{204E0AAE-84DA-4780-9F26-AF89AF98BB7D}"/>
              </a:ext>
            </a:extLst>
          </p:cNvPr>
          <p:cNvSpPr>
            <a:spLocks xmlns:a="http://schemas.openxmlformats.org/drawingml/2006/main" noGrp="1"/>
          </p:cNvSpPr>
          <p:nvPr/>
        </p:nvSpPr>
        <p:spPr>
          <a:xfrm xmlns:a="http://schemas.openxmlformats.org/drawingml/2006/main" rot="0">
            <a:off x="5735411" y="8622474"/>
            <a:ext cx="114300" cy="114300"/>
          </a:xfrm>
          <a:prstGeom xmlns:a="http://schemas.openxmlformats.org/drawingml/2006/main" prst="ellipse">
            <a:avLst/>
          </a:prstGeom>
          <a:solidFill xmlns:a="http://schemas.openxmlformats.org/drawingml/2006/main">
            <a:srgbClr val="FFFFFF"/>
          </a:solidFill>
          <a:ln xmlns:a="http://schemas.openxmlformats.org/drawingml/2006/main" w="17145">
            <a:solidFill>
              <a:srgbClr val="FFFFFF"/>
            </a:solidFill>
            <a:prstDash val="solid"/>
          </a:ln>
        </p:spPr>
      </p:sp>
      <p:sp>
        <p:nvSpPr>
          <p:cNvPr id="136" name="ellipse_135">
            <a:extLst xmlns:a="http://schemas.openxmlformats.org/drawingml/2006/main">
              <a:ext uri="{FF2B5EF4-FFF2-40B4-BE49-F238E27FC236}">
                <a16:creationId xmlns:a16="http://schemas.microsoft.com/office/drawing/2014/main" id="{6765B562-CB71-4581-B63B-B0297466CDBB}"/>
              </a:ext>
            </a:extLst>
          </p:cNvPr>
          <p:cNvSpPr>
            <a:spLocks xmlns:a="http://schemas.openxmlformats.org/drawingml/2006/main" noGrp="1"/>
          </p:cNvSpPr>
          <p:nvPr/>
        </p:nvSpPr>
        <p:spPr>
          <a:xfrm xmlns:a="http://schemas.openxmlformats.org/drawingml/2006/main" rot="0">
            <a:off x="5754461" y="8641524"/>
            <a:ext cx="76200" cy="76200"/>
          </a:xfrm>
          <a:prstGeom xmlns:a="http://schemas.openxmlformats.org/drawingml/2006/main" prst="ellipse">
            <a:avLst/>
          </a:prstGeom>
          <a:solidFill xmlns:a="http://schemas.openxmlformats.org/drawingml/2006/main">
            <a:srgbClr val="FFFFFF"/>
          </a:solidFill>
          <a:ln xmlns:a="http://schemas.openxmlformats.org/drawingml/2006/main" w="17145">
            <a:solidFill>
              <a:srgbClr val="0072B2"/>
            </a:solidFill>
            <a:prstDash val="solid"/>
          </a:ln>
        </p:spPr>
      </p:sp>
      <p:sp>
        <p:nvSpPr>
          <p:cNvPr id="137" name="text_136">
            <a:extLst xmlns:a="http://schemas.openxmlformats.org/drawingml/2006/main">
              <a:ext uri="{FF2B5EF4-FFF2-40B4-BE49-F238E27FC236}">
                <a16:creationId xmlns:a16="http://schemas.microsoft.com/office/drawing/2014/main" id="{B58C31BC-29AD-42D9-B00F-85E76550915B}"/>
              </a:ext>
            </a:extLst>
          </p:cNvPr>
          <p:cNvSpPr>
            <a:spLocks xmlns:a="http://schemas.openxmlformats.org/drawingml/2006/main" noGrp="1"/>
          </p:cNvSpPr>
          <p:nvPr/>
        </p:nvSpPr>
        <p:spPr>
          <a:xfrm xmlns:a="http://schemas.openxmlformats.org/drawingml/2006/main" rot="0">
            <a:off x="5563961" y="8451024"/>
            <a:ext cx="247650" cy="2476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500" b="1">
                <a:solidFill>
                  <a:srgbClr val="0072B2"/>
                </a:solidFill>
                <a:latin typeface="Arial"/>
                <a:ea typeface="Arial"/>
                <a:cs typeface="Arial"/>
              </a:defRPr>
            </a:defPPr>
            <a:lvl1pPr algn="l">
              <a:defRPr sz="1500" b="1">
                <a:solidFill>
                  <a:srgbClr val="0072B2"/>
                </a:solidFill>
                <a:latin typeface="Arial"/>
                <a:ea typeface="Arial"/>
                <a:cs typeface="Arial"/>
              </a:defRPr>
            </a:lvl1pPr>
            <a:lvl2pPr algn="l">
              <a:defRPr sz="1500" b="1">
                <a:solidFill>
                  <a:srgbClr val="0072B2"/>
                </a:solidFill>
                <a:latin typeface="Arial"/>
                <a:ea typeface="Arial"/>
                <a:cs typeface="Arial"/>
              </a:defRPr>
            </a:lvl2pPr>
            <a:lvl3pPr algn="l">
              <a:defRPr sz="1500" b="1">
                <a:solidFill>
                  <a:srgbClr val="0072B2"/>
                </a:solidFill>
                <a:latin typeface="Arial"/>
                <a:ea typeface="Arial"/>
                <a:cs typeface="Arial"/>
              </a:defRPr>
            </a:lvl3pPr>
            <a:lvl4pPr algn="l">
              <a:defRPr sz="1500" b="1">
                <a:solidFill>
                  <a:srgbClr val="0072B2"/>
                </a:solidFill>
                <a:latin typeface="Arial"/>
                <a:ea typeface="Arial"/>
                <a:cs typeface="Arial"/>
              </a:defRPr>
            </a:lvl4pPr>
            <a:lvl5pPr algn="l">
              <a:defRPr sz="1500" b="1">
                <a:solidFill>
                  <a:srgbClr val="0072B2"/>
                </a:solidFill>
                <a:latin typeface="Arial"/>
                <a:ea typeface="Arial"/>
                <a:cs typeface="Arial"/>
              </a:defRPr>
            </a:lvl5pPr>
            <a:lvl6pPr algn="l">
              <a:defRPr sz="1500" b="1">
                <a:solidFill>
                  <a:srgbClr val="0072B2"/>
                </a:solidFill>
                <a:latin typeface="Arial"/>
                <a:ea typeface="Arial"/>
                <a:cs typeface="Arial"/>
              </a:defRPr>
            </a:lvl6pPr>
            <a:lvl7pPr algn="l">
              <a:defRPr sz="1500" b="1">
                <a:solidFill>
                  <a:srgbClr val="0072B2"/>
                </a:solidFill>
                <a:latin typeface="Arial"/>
                <a:ea typeface="Arial"/>
                <a:cs typeface="Arial"/>
              </a:defRPr>
            </a:lvl7pPr>
            <a:lvl8pPr algn="l">
              <a:defRPr sz="1500" b="1">
                <a:solidFill>
                  <a:srgbClr val="0072B2"/>
                </a:solidFill>
                <a:latin typeface="Arial"/>
                <a:ea typeface="Arial"/>
                <a:cs typeface="Arial"/>
              </a:defRPr>
            </a:lvl8pPr>
            <a:lvl9pPr algn="l">
              <a:defRPr sz="1500" b="1">
                <a:solidFill>
                  <a:srgbClr val="0072B2"/>
                </a:solidFill>
                <a:latin typeface="Arial"/>
                <a:ea typeface="Arial"/>
                <a:cs typeface="Arial"/>
              </a:defRPr>
            </a:lvl9pPr>
          </a:lstStyle>
          <a:p xmlns:a="http://schemas.openxmlformats.org/drawingml/2006/main">
            <a:pPr algn="l">
              <a:defRPr sz="1500" b="1">
                <a:solidFill>
                  <a:srgbClr val="0072B2"/>
                </a:solidFill>
                <a:latin typeface="Arial"/>
                <a:ea typeface="Arial"/>
                <a:cs typeface="Arial"/>
              </a:defRPr>
            </a:pPr>
            <a:r>
              <a:rPr sz="1500" b="1">
                <a:solidFill>
                  <a:srgbClr val="0072B2"/>
                </a:solidFill>
                <a:latin typeface="Arial"/>
                <a:ea typeface="Arial"/>
                <a:cs typeface="Arial"/>
              </a:rPr>
              <a:t>A</a:t>
            </a:r>
          </a:p>
        </p:txBody>
      </p:sp>
      <p:sp>
        <p:nvSpPr>
          <p:cNvPr id="138" name="ellipse_137">
            <a:extLst xmlns:a="http://schemas.openxmlformats.org/drawingml/2006/main">
              <a:ext uri="{FF2B5EF4-FFF2-40B4-BE49-F238E27FC236}">
                <a16:creationId xmlns:a16="http://schemas.microsoft.com/office/drawing/2014/main" id="{9E3792A7-DDF0-428B-9AE4-147D321B1D1E}"/>
              </a:ext>
            </a:extLst>
          </p:cNvPr>
          <p:cNvSpPr>
            <a:spLocks xmlns:a="http://schemas.openxmlformats.org/drawingml/2006/main" noGrp="1"/>
          </p:cNvSpPr>
          <p:nvPr/>
        </p:nvSpPr>
        <p:spPr>
          <a:xfrm xmlns:a="http://schemas.openxmlformats.org/drawingml/2006/main" rot="0">
            <a:off x="5249441" y="6838097"/>
            <a:ext cx="114300" cy="114300"/>
          </a:xfrm>
          <a:prstGeom xmlns:a="http://schemas.openxmlformats.org/drawingml/2006/main" prst="ellipse">
            <a:avLst/>
          </a:prstGeom>
          <a:solidFill xmlns:a="http://schemas.openxmlformats.org/drawingml/2006/main">
            <a:srgbClr val="FFFFFF"/>
          </a:solidFill>
          <a:ln xmlns:a="http://schemas.openxmlformats.org/drawingml/2006/main" w="17145">
            <a:solidFill>
              <a:srgbClr val="FFFFFF"/>
            </a:solidFill>
            <a:prstDash val="solid"/>
          </a:ln>
        </p:spPr>
      </p:sp>
      <p:sp>
        <p:nvSpPr>
          <p:cNvPr id="139" name="ellipse_138">
            <a:extLst xmlns:a="http://schemas.openxmlformats.org/drawingml/2006/main">
              <a:ext uri="{FF2B5EF4-FFF2-40B4-BE49-F238E27FC236}">
                <a16:creationId xmlns:a16="http://schemas.microsoft.com/office/drawing/2014/main" id="{BFC474CF-E87A-40AD-991C-8A0166624780}"/>
              </a:ext>
            </a:extLst>
          </p:cNvPr>
          <p:cNvSpPr>
            <a:spLocks xmlns:a="http://schemas.openxmlformats.org/drawingml/2006/main" noGrp="1"/>
          </p:cNvSpPr>
          <p:nvPr/>
        </p:nvSpPr>
        <p:spPr>
          <a:xfrm xmlns:a="http://schemas.openxmlformats.org/drawingml/2006/main" rot="0">
            <a:off x="5268491" y="6857147"/>
            <a:ext cx="76200" cy="76200"/>
          </a:xfrm>
          <a:prstGeom xmlns:a="http://schemas.openxmlformats.org/drawingml/2006/main" prst="ellipse">
            <a:avLst/>
          </a:prstGeom>
          <a:solidFill xmlns:a="http://schemas.openxmlformats.org/drawingml/2006/main">
            <a:srgbClr val="FFFFFF"/>
          </a:solidFill>
          <a:ln xmlns:a="http://schemas.openxmlformats.org/drawingml/2006/main" w="17145">
            <a:solidFill>
              <a:srgbClr val="D55E00"/>
            </a:solidFill>
            <a:prstDash val="solid"/>
          </a:ln>
        </p:spPr>
      </p:sp>
      <p:sp>
        <p:nvSpPr>
          <p:cNvPr id="140" name="text_139">
            <a:extLst xmlns:a="http://schemas.openxmlformats.org/drawingml/2006/main">
              <a:ext uri="{FF2B5EF4-FFF2-40B4-BE49-F238E27FC236}">
                <a16:creationId xmlns:a16="http://schemas.microsoft.com/office/drawing/2014/main" id="{130D3F99-2A71-4D24-B323-344B2B30AF3E}"/>
              </a:ext>
            </a:extLst>
          </p:cNvPr>
          <p:cNvSpPr>
            <a:spLocks xmlns:a="http://schemas.openxmlformats.org/drawingml/2006/main" noGrp="1"/>
          </p:cNvSpPr>
          <p:nvPr/>
        </p:nvSpPr>
        <p:spPr>
          <a:xfrm xmlns:a="http://schemas.openxmlformats.org/drawingml/2006/main" rot="0">
            <a:off x="5382791" y="6666647"/>
            <a:ext cx="247650" cy="2476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500" b="1">
                <a:solidFill>
                  <a:srgbClr val="D55E00"/>
                </a:solidFill>
                <a:latin typeface="Arial"/>
                <a:ea typeface="Arial"/>
                <a:cs typeface="Arial"/>
              </a:defRPr>
            </a:defPPr>
            <a:lvl1pPr algn="l">
              <a:defRPr sz="1500" b="1">
                <a:solidFill>
                  <a:srgbClr val="D55E00"/>
                </a:solidFill>
                <a:latin typeface="Arial"/>
                <a:ea typeface="Arial"/>
                <a:cs typeface="Arial"/>
              </a:defRPr>
            </a:lvl1pPr>
            <a:lvl2pPr algn="l">
              <a:defRPr sz="1500" b="1">
                <a:solidFill>
                  <a:srgbClr val="D55E00"/>
                </a:solidFill>
                <a:latin typeface="Arial"/>
                <a:ea typeface="Arial"/>
                <a:cs typeface="Arial"/>
              </a:defRPr>
            </a:lvl2pPr>
            <a:lvl3pPr algn="l">
              <a:defRPr sz="1500" b="1">
                <a:solidFill>
                  <a:srgbClr val="D55E00"/>
                </a:solidFill>
                <a:latin typeface="Arial"/>
                <a:ea typeface="Arial"/>
                <a:cs typeface="Arial"/>
              </a:defRPr>
            </a:lvl3pPr>
            <a:lvl4pPr algn="l">
              <a:defRPr sz="1500" b="1">
                <a:solidFill>
                  <a:srgbClr val="D55E00"/>
                </a:solidFill>
                <a:latin typeface="Arial"/>
                <a:ea typeface="Arial"/>
                <a:cs typeface="Arial"/>
              </a:defRPr>
            </a:lvl4pPr>
            <a:lvl5pPr algn="l">
              <a:defRPr sz="1500" b="1">
                <a:solidFill>
                  <a:srgbClr val="D55E00"/>
                </a:solidFill>
                <a:latin typeface="Arial"/>
                <a:ea typeface="Arial"/>
                <a:cs typeface="Arial"/>
              </a:defRPr>
            </a:lvl5pPr>
            <a:lvl6pPr algn="l">
              <a:defRPr sz="1500" b="1">
                <a:solidFill>
                  <a:srgbClr val="D55E00"/>
                </a:solidFill>
                <a:latin typeface="Arial"/>
                <a:ea typeface="Arial"/>
                <a:cs typeface="Arial"/>
              </a:defRPr>
            </a:lvl6pPr>
            <a:lvl7pPr algn="l">
              <a:defRPr sz="1500" b="1">
                <a:solidFill>
                  <a:srgbClr val="D55E00"/>
                </a:solidFill>
                <a:latin typeface="Arial"/>
                <a:ea typeface="Arial"/>
                <a:cs typeface="Arial"/>
              </a:defRPr>
            </a:lvl7pPr>
            <a:lvl8pPr algn="l">
              <a:defRPr sz="1500" b="1">
                <a:solidFill>
                  <a:srgbClr val="D55E00"/>
                </a:solidFill>
                <a:latin typeface="Arial"/>
                <a:ea typeface="Arial"/>
                <a:cs typeface="Arial"/>
              </a:defRPr>
            </a:lvl8pPr>
            <a:lvl9pPr algn="l">
              <a:defRPr sz="1500" b="1">
                <a:solidFill>
                  <a:srgbClr val="D55E00"/>
                </a:solidFill>
                <a:latin typeface="Arial"/>
                <a:ea typeface="Arial"/>
                <a:cs typeface="Arial"/>
              </a:defRPr>
            </a:lvl9pPr>
          </a:lstStyle>
          <a:p xmlns:a="http://schemas.openxmlformats.org/drawingml/2006/main">
            <a:pPr algn="l">
              <a:defRPr sz="1500" b="1">
                <a:solidFill>
                  <a:srgbClr val="D55E00"/>
                </a:solidFill>
                <a:latin typeface="Arial"/>
                <a:ea typeface="Arial"/>
                <a:cs typeface="Arial"/>
              </a:defRPr>
            </a:pPr>
            <a:r>
              <a:rPr sz="1500" b="1">
                <a:solidFill>
                  <a:srgbClr val="D55E00"/>
                </a:solidFill>
                <a:latin typeface="Arial"/>
                <a:ea typeface="Arial"/>
                <a:cs typeface="Arial"/>
              </a:rPr>
              <a:t>B</a:t>
            </a:r>
          </a:p>
        </p:txBody>
      </p:sp>
      <p:sp>
        <p:nvSpPr>
          <p:cNvPr id="141" name="ellipse_140">
            <a:extLst xmlns:a="http://schemas.openxmlformats.org/drawingml/2006/main">
              <a:ext uri="{FF2B5EF4-FFF2-40B4-BE49-F238E27FC236}">
                <a16:creationId xmlns:a16="http://schemas.microsoft.com/office/drawing/2014/main" id="{9D6C56E4-67A8-43C0-B79B-025B05C56917}"/>
              </a:ext>
            </a:extLst>
          </p:cNvPr>
          <p:cNvSpPr>
            <a:spLocks xmlns:a="http://schemas.openxmlformats.org/drawingml/2006/main" noGrp="1"/>
          </p:cNvSpPr>
          <p:nvPr/>
        </p:nvSpPr>
        <p:spPr>
          <a:xfrm xmlns:a="http://schemas.openxmlformats.org/drawingml/2006/main" rot="0">
            <a:off x="4228906" y="8333115"/>
            <a:ext cx="114300" cy="114300"/>
          </a:xfrm>
          <a:prstGeom xmlns:a="http://schemas.openxmlformats.org/drawingml/2006/main" prst="ellipse">
            <a:avLst/>
          </a:prstGeom>
          <a:solidFill xmlns:a="http://schemas.openxmlformats.org/drawingml/2006/main">
            <a:srgbClr val="FFFFFF"/>
          </a:solidFill>
          <a:ln xmlns:a="http://schemas.openxmlformats.org/drawingml/2006/main" w="17145">
            <a:solidFill>
              <a:srgbClr val="FFFFFF"/>
            </a:solidFill>
            <a:prstDash val="solid"/>
          </a:ln>
        </p:spPr>
      </p:sp>
      <p:sp>
        <p:nvSpPr>
          <p:cNvPr id="142" name="ellipse_141">
            <a:extLst xmlns:a="http://schemas.openxmlformats.org/drawingml/2006/main">
              <a:ext uri="{FF2B5EF4-FFF2-40B4-BE49-F238E27FC236}">
                <a16:creationId xmlns:a16="http://schemas.microsoft.com/office/drawing/2014/main" id="{353A8213-442C-43AC-B228-33631853018E}"/>
              </a:ext>
            </a:extLst>
          </p:cNvPr>
          <p:cNvSpPr>
            <a:spLocks xmlns:a="http://schemas.openxmlformats.org/drawingml/2006/main" noGrp="1"/>
          </p:cNvSpPr>
          <p:nvPr/>
        </p:nvSpPr>
        <p:spPr>
          <a:xfrm xmlns:a="http://schemas.openxmlformats.org/drawingml/2006/main" rot="0">
            <a:off x="4247956" y="8352165"/>
            <a:ext cx="76200" cy="76200"/>
          </a:xfrm>
          <a:prstGeom xmlns:a="http://schemas.openxmlformats.org/drawingml/2006/main" prst="ellipse">
            <a:avLst/>
          </a:prstGeom>
          <a:solidFill xmlns:a="http://schemas.openxmlformats.org/drawingml/2006/main">
            <a:srgbClr val="FFFFFF"/>
          </a:solidFill>
          <a:ln xmlns:a="http://schemas.openxmlformats.org/drawingml/2006/main" w="17145">
            <a:solidFill>
              <a:srgbClr val="009E73"/>
            </a:solidFill>
            <a:prstDash val="solid"/>
          </a:ln>
        </p:spPr>
      </p:sp>
      <p:sp>
        <p:nvSpPr>
          <p:cNvPr id="143" name="text_142">
            <a:extLst xmlns:a="http://schemas.openxmlformats.org/drawingml/2006/main">
              <a:ext uri="{FF2B5EF4-FFF2-40B4-BE49-F238E27FC236}">
                <a16:creationId xmlns:a16="http://schemas.microsoft.com/office/drawing/2014/main" id="{4826A8C5-A686-4EAD-9D05-8A0F49D370B6}"/>
              </a:ext>
            </a:extLst>
          </p:cNvPr>
          <p:cNvSpPr>
            <a:spLocks xmlns:a="http://schemas.openxmlformats.org/drawingml/2006/main" noGrp="1"/>
          </p:cNvSpPr>
          <p:nvPr/>
        </p:nvSpPr>
        <p:spPr>
          <a:xfrm xmlns:a="http://schemas.openxmlformats.org/drawingml/2006/main" rot="0">
            <a:off x="4362256" y="8161665"/>
            <a:ext cx="247650" cy="2476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500" b="1">
                <a:solidFill>
                  <a:srgbClr val="009E73"/>
                </a:solidFill>
                <a:latin typeface="Arial"/>
                <a:ea typeface="Arial"/>
                <a:cs typeface="Arial"/>
              </a:defRPr>
            </a:defPPr>
            <a:lvl1pPr algn="l">
              <a:defRPr sz="1500" b="1">
                <a:solidFill>
                  <a:srgbClr val="009E73"/>
                </a:solidFill>
                <a:latin typeface="Arial"/>
                <a:ea typeface="Arial"/>
                <a:cs typeface="Arial"/>
              </a:defRPr>
            </a:lvl1pPr>
            <a:lvl2pPr algn="l">
              <a:defRPr sz="1500" b="1">
                <a:solidFill>
                  <a:srgbClr val="009E73"/>
                </a:solidFill>
                <a:latin typeface="Arial"/>
                <a:ea typeface="Arial"/>
                <a:cs typeface="Arial"/>
              </a:defRPr>
            </a:lvl2pPr>
            <a:lvl3pPr algn="l">
              <a:defRPr sz="1500" b="1">
                <a:solidFill>
                  <a:srgbClr val="009E73"/>
                </a:solidFill>
                <a:latin typeface="Arial"/>
                <a:ea typeface="Arial"/>
                <a:cs typeface="Arial"/>
              </a:defRPr>
            </a:lvl3pPr>
            <a:lvl4pPr algn="l">
              <a:defRPr sz="1500" b="1">
                <a:solidFill>
                  <a:srgbClr val="009E73"/>
                </a:solidFill>
                <a:latin typeface="Arial"/>
                <a:ea typeface="Arial"/>
                <a:cs typeface="Arial"/>
              </a:defRPr>
            </a:lvl4pPr>
            <a:lvl5pPr algn="l">
              <a:defRPr sz="1500" b="1">
                <a:solidFill>
                  <a:srgbClr val="009E73"/>
                </a:solidFill>
                <a:latin typeface="Arial"/>
                <a:ea typeface="Arial"/>
                <a:cs typeface="Arial"/>
              </a:defRPr>
            </a:lvl5pPr>
            <a:lvl6pPr algn="l">
              <a:defRPr sz="1500" b="1">
                <a:solidFill>
                  <a:srgbClr val="009E73"/>
                </a:solidFill>
                <a:latin typeface="Arial"/>
                <a:ea typeface="Arial"/>
                <a:cs typeface="Arial"/>
              </a:defRPr>
            </a:lvl6pPr>
            <a:lvl7pPr algn="l">
              <a:defRPr sz="1500" b="1">
                <a:solidFill>
                  <a:srgbClr val="009E73"/>
                </a:solidFill>
                <a:latin typeface="Arial"/>
                <a:ea typeface="Arial"/>
                <a:cs typeface="Arial"/>
              </a:defRPr>
            </a:lvl7pPr>
            <a:lvl8pPr algn="l">
              <a:defRPr sz="1500" b="1">
                <a:solidFill>
                  <a:srgbClr val="009E73"/>
                </a:solidFill>
                <a:latin typeface="Arial"/>
                <a:ea typeface="Arial"/>
                <a:cs typeface="Arial"/>
              </a:defRPr>
            </a:lvl8pPr>
            <a:lvl9pPr algn="l">
              <a:defRPr sz="1500" b="1">
                <a:solidFill>
                  <a:srgbClr val="009E73"/>
                </a:solidFill>
                <a:latin typeface="Arial"/>
                <a:ea typeface="Arial"/>
                <a:cs typeface="Arial"/>
              </a:defRPr>
            </a:lvl9pPr>
          </a:lstStyle>
          <a:p xmlns:a="http://schemas.openxmlformats.org/drawingml/2006/main">
            <a:pPr algn="l">
              <a:defRPr sz="1500" b="1">
                <a:solidFill>
                  <a:srgbClr val="009E73"/>
                </a:solidFill>
                <a:latin typeface="Arial"/>
                <a:ea typeface="Arial"/>
                <a:cs typeface="Arial"/>
              </a:defRPr>
            </a:pPr>
            <a:r>
              <a:rPr sz="1500" b="1">
                <a:solidFill>
                  <a:srgbClr val="009E73"/>
                </a:solidFill>
                <a:latin typeface="Arial"/>
                <a:ea typeface="Arial"/>
                <a:cs typeface="Arial"/>
              </a:rPr>
              <a:t>C</a:t>
            </a:r>
          </a:p>
        </p:txBody>
      </p:sp>
      <p:sp>
        <p:nvSpPr>
          <p:cNvPr id="144" name="line_143">
            <a:extLst xmlns:a="http://schemas.openxmlformats.org/drawingml/2006/main">
              <a:ext uri="{FF2B5EF4-FFF2-40B4-BE49-F238E27FC236}">
                <a16:creationId xmlns:a16="http://schemas.microsoft.com/office/drawing/2014/main" id="{8EA5A697-52DC-4928-B9C7-B448B26C543D}"/>
              </a:ext>
            </a:extLst>
          </p:cNvPr>
          <p:cNvSpPr>
            <a:spLocks xmlns:a="http://schemas.openxmlformats.org/drawingml/2006/main" noGrp="1"/>
          </p:cNvSpPr>
          <p:nvPr/>
        </p:nvSpPr>
        <p:spPr>
          <a:xfrm xmlns:a="http://schemas.openxmlformats.org/drawingml/2006/main">
            <a:off x="5170840" y="7983995"/>
            <a:ext cx="267935" cy="393732"/>
          </a:xfrm>
          <a:custGeom xmlns:a="http://schemas.openxmlformats.org/drawingml/2006/main">
            <a:pathLst>
              <a:path w="267935" h="393732">
                <a:moveTo>
                  <a:pt x="267935" y="393732"/>
                </a:moveTo>
                <a:lnTo>
                  <a:pt x="0" y="0"/>
                </a:lnTo>
              </a:path>
            </a:pathLst>
          </a:custGeom>
          <a:noFill xmlns:a="http://schemas.openxmlformats.org/drawingml/2006/main"/>
          <a:ln xmlns:a="http://schemas.openxmlformats.org/drawingml/2006/main" w="19050">
            <a:solidFill>
              <a:srgbClr val="000000"/>
            </a:solidFill>
            <a:prstDash val="solid"/>
          </a:ln>
        </p:spPr>
      </p:sp>
      <p:sp>
        <p:nvSpPr>
          <p:cNvPr id="145" name="line_144">
            <a:extLst xmlns:a="http://schemas.openxmlformats.org/drawingml/2006/main">
              <a:ext uri="{FF2B5EF4-FFF2-40B4-BE49-F238E27FC236}">
                <a16:creationId xmlns:a16="http://schemas.microsoft.com/office/drawing/2014/main" id="{5DCA3818-9FFF-4E45-BEE4-6A947A16AFF5}"/>
              </a:ext>
            </a:extLst>
          </p:cNvPr>
          <p:cNvSpPr>
            <a:spLocks xmlns:a="http://schemas.openxmlformats.org/drawingml/2006/main" noGrp="1"/>
          </p:cNvSpPr>
          <p:nvPr/>
        </p:nvSpPr>
        <p:spPr>
          <a:xfrm xmlns:a="http://schemas.openxmlformats.org/drawingml/2006/main">
            <a:off x="5170840" y="7983995"/>
            <a:ext cx="92960" cy="51953"/>
          </a:xfrm>
          <a:custGeom xmlns:a="http://schemas.openxmlformats.org/drawingml/2006/main">
            <a:pathLst>
              <a:path w="92960" h="51953">
                <a:moveTo>
                  <a:pt x="0" y="0"/>
                </a:moveTo>
                <a:lnTo>
                  <a:pt x="92960" y="51953"/>
                </a:lnTo>
              </a:path>
            </a:pathLst>
          </a:custGeom>
          <a:noFill xmlns:a="http://schemas.openxmlformats.org/drawingml/2006/main"/>
          <a:ln xmlns:a="http://schemas.openxmlformats.org/drawingml/2006/main" w="19050">
            <a:solidFill>
              <a:srgbClr val="000000"/>
            </a:solidFill>
            <a:prstDash val="solid"/>
          </a:ln>
        </p:spPr>
      </p:sp>
      <p:sp>
        <p:nvSpPr>
          <p:cNvPr id="146" name="line_145">
            <a:extLst xmlns:a="http://schemas.openxmlformats.org/drawingml/2006/main">
              <a:ext uri="{FF2B5EF4-FFF2-40B4-BE49-F238E27FC236}">
                <a16:creationId xmlns:a16="http://schemas.microsoft.com/office/drawing/2014/main" id="{298CB40D-3D30-4AB7-AFD8-096D1D7895D5}"/>
              </a:ext>
            </a:extLst>
          </p:cNvPr>
          <p:cNvSpPr>
            <a:spLocks xmlns:a="http://schemas.openxmlformats.org/drawingml/2006/main" noGrp="1"/>
          </p:cNvSpPr>
          <p:nvPr/>
        </p:nvSpPr>
        <p:spPr>
          <a:xfrm xmlns:a="http://schemas.openxmlformats.org/drawingml/2006/main">
            <a:off x="5170840" y="7983995"/>
            <a:ext cx="14214" cy="105540"/>
          </a:xfrm>
          <a:custGeom xmlns:a="http://schemas.openxmlformats.org/drawingml/2006/main">
            <a:pathLst>
              <a:path w="14214" h="105540">
                <a:moveTo>
                  <a:pt x="0" y="0"/>
                </a:moveTo>
                <a:lnTo>
                  <a:pt x="14214" y="105540"/>
                </a:lnTo>
              </a:path>
            </a:pathLst>
          </a:custGeom>
          <a:noFill xmlns:a="http://schemas.openxmlformats.org/drawingml/2006/main"/>
          <a:ln xmlns:a="http://schemas.openxmlformats.org/drawingml/2006/main" w="19050">
            <a:solidFill>
              <a:srgbClr val="000000"/>
            </a:solidFill>
            <a:prstDash val="solid"/>
          </a:ln>
        </p:spPr>
      </p:sp>
      <p:sp>
        <p:nvSpPr>
          <p:cNvPr id="147" name="text_146">
            <a:extLst xmlns:a="http://schemas.openxmlformats.org/drawingml/2006/main">
              <a:ext uri="{FF2B5EF4-FFF2-40B4-BE49-F238E27FC236}">
                <a16:creationId xmlns:a16="http://schemas.microsoft.com/office/drawing/2014/main" id="{805743DE-00A7-4414-A0B9-6295648210C3}"/>
              </a:ext>
            </a:extLst>
          </p:cNvPr>
          <p:cNvSpPr>
            <a:spLocks xmlns:a="http://schemas.openxmlformats.org/drawingml/2006/main" noGrp="1"/>
          </p:cNvSpPr>
          <p:nvPr/>
        </p:nvSpPr>
        <p:spPr>
          <a:xfrm xmlns:a="http://schemas.openxmlformats.org/drawingml/2006/main" rot="0">
            <a:off x="4951765" y="7755395"/>
            <a:ext cx="238125" cy="22860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425" b="1">
                <a:solidFill>
                  <a:srgbClr val="000000"/>
                </a:solidFill>
                <a:latin typeface="Arial"/>
                <a:ea typeface="Arial"/>
                <a:cs typeface="Arial"/>
              </a:defRPr>
            </a:defPPr>
            <a:lvl1pPr algn="l">
              <a:defRPr sz="1425" b="1">
                <a:solidFill>
                  <a:srgbClr val="000000"/>
                </a:solidFill>
                <a:latin typeface="Arial"/>
                <a:ea typeface="Arial"/>
                <a:cs typeface="Arial"/>
              </a:defRPr>
            </a:lvl1pPr>
            <a:lvl2pPr algn="l">
              <a:defRPr sz="1425" b="1">
                <a:solidFill>
                  <a:srgbClr val="000000"/>
                </a:solidFill>
                <a:latin typeface="Arial"/>
                <a:ea typeface="Arial"/>
                <a:cs typeface="Arial"/>
              </a:defRPr>
            </a:lvl2pPr>
            <a:lvl3pPr algn="l">
              <a:defRPr sz="1425" b="1">
                <a:solidFill>
                  <a:srgbClr val="000000"/>
                </a:solidFill>
                <a:latin typeface="Arial"/>
                <a:ea typeface="Arial"/>
                <a:cs typeface="Arial"/>
              </a:defRPr>
            </a:lvl3pPr>
            <a:lvl4pPr algn="l">
              <a:defRPr sz="1425" b="1">
                <a:solidFill>
                  <a:srgbClr val="000000"/>
                </a:solidFill>
                <a:latin typeface="Arial"/>
                <a:ea typeface="Arial"/>
                <a:cs typeface="Arial"/>
              </a:defRPr>
            </a:lvl4pPr>
            <a:lvl5pPr algn="l">
              <a:defRPr sz="1425" b="1">
                <a:solidFill>
                  <a:srgbClr val="000000"/>
                </a:solidFill>
                <a:latin typeface="Arial"/>
                <a:ea typeface="Arial"/>
                <a:cs typeface="Arial"/>
              </a:defRPr>
            </a:lvl5pPr>
            <a:lvl6pPr algn="l">
              <a:defRPr sz="1425" b="1">
                <a:solidFill>
                  <a:srgbClr val="000000"/>
                </a:solidFill>
                <a:latin typeface="Arial"/>
                <a:ea typeface="Arial"/>
                <a:cs typeface="Arial"/>
              </a:defRPr>
            </a:lvl6pPr>
            <a:lvl7pPr algn="l">
              <a:defRPr sz="1425" b="1">
                <a:solidFill>
                  <a:srgbClr val="000000"/>
                </a:solidFill>
                <a:latin typeface="Arial"/>
                <a:ea typeface="Arial"/>
                <a:cs typeface="Arial"/>
              </a:defRPr>
            </a:lvl7pPr>
            <a:lvl8pPr algn="l">
              <a:defRPr sz="1425" b="1">
                <a:solidFill>
                  <a:srgbClr val="000000"/>
                </a:solidFill>
                <a:latin typeface="Arial"/>
                <a:ea typeface="Arial"/>
                <a:cs typeface="Arial"/>
              </a:defRPr>
            </a:lvl8pPr>
            <a:lvl9pPr algn="l">
              <a:defRPr sz="1425" b="1">
                <a:solidFill>
                  <a:srgbClr val="000000"/>
                </a:solidFill>
                <a:latin typeface="Arial"/>
                <a:ea typeface="Arial"/>
                <a:cs typeface="Arial"/>
              </a:defRPr>
            </a:lvl9pPr>
          </a:lstStyle>
          <a:p xmlns:a="http://schemas.openxmlformats.org/drawingml/2006/main">
            <a:pPr algn="l">
              <a:defRPr sz="1425" b="1">
                <a:solidFill>
                  <a:srgbClr val="000000"/>
                </a:solidFill>
                <a:latin typeface="Arial"/>
                <a:ea typeface="Arial"/>
                <a:cs typeface="Arial"/>
              </a:defRPr>
            </a:pPr>
            <a:r>
              <a:rPr sz="1425" b="1">
                <a:solidFill>
                  <a:srgbClr val="000000"/>
                </a:solidFill>
                <a:latin typeface="Arial"/>
                <a:ea typeface="Arial"/>
                <a:cs typeface="Arial"/>
              </a:rPr>
              <a:t>d</a:t>
            </a:r>
          </a:p>
        </p:txBody>
      </p:sp>
      <p:sp>
        <p:nvSpPr>
          <p:cNvPr id="148" name="text_147">
            <a:extLst xmlns:a="http://schemas.openxmlformats.org/drawingml/2006/main">
              <a:ext uri="{FF2B5EF4-FFF2-40B4-BE49-F238E27FC236}">
                <a16:creationId xmlns:a16="http://schemas.microsoft.com/office/drawing/2014/main" id="{6AAC3C0E-24B8-43F5-9193-1E851F25DE5E}"/>
              </a:ext>
            </a:extLst>
          </p:cNvPr>
          <p:cNvSpPr>
            <a:spLocks xmlns:a="http://schemas.openxmlformats.org/drawingml/2006/main" noGrp="1"/>
          </p:cNvSpPr>
          <p:nvPr/>
        </p:nvSpPr>
        <p:spPr>
          <a:xfrm xmlns:a="http://schemas.openxmlformats.org/drawingml/2006/main" rot="0">
            <a:off x="7000875" y="6057900"/>
            <a:ext cx="6667500" cy="2857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800" b="1">
                <a:solidFill>
                  <a:srgbClr val="000000"/>
                </a:solidFill>
                <a:latin typeface="Arial"/>
                <a:ea typeface="Arial"/>
                <a:cs typeface="Arial"/>
              </a:defRPr>
            </a:defPPr>
            <a:lvl1pPr algn="l">
              <a:defRPr sz="1800" b="1">
                <a:solidFill>
                  <a:srgbClr val="000000"/>
                </a:solidFill>
                <a:latin typeface="Arial"/>
                <a:ea typeface="Arial"/>
                <a:cs typeface="Arial"/>
              </a:defRPr>
            </a:lvl1pPr>
            <a:lvl2pPr algn="l">
              <a:defRPr sz="1800" b="1">
                <a:solidFill>
                  <a:srgbClr val="000000"/>
                </a:solidFill>
                <a:latin typeface="Arial"/>
                <a:ea typeface="Arial"/>
                <a:cs typeface="Arial"/>
              </a:defRPr>
            </a:lvl2pPr>
            <a:lvl3pPr algn="l">
              <a:defRPr sz="1800" b="1">
                <a:solidFill>
                  <a:srgbClr val="000000"/>
                </a:solidFill>
                <a:latin typeface="Arial"/>
                <a:ea typeface="Arial"/>
                <a:cs typeface="Arial"/>
              </a:defRPr>
            </a:lvl3pPr>
            <a:lvl4pPr algn="l">
              <a:defRPr sz="1800" b="1">
                <a:solidFill>
                  <a:srgbClr val="000000"/>
                </a:solidFill>
                <a:latin typeface="Arial"/>
                <a:ea typeface="Arial"/>
                <a:cs typeface="Arial"/>
              </a:defRPr>
            </a:lvl4pPr>
            <a:lvl5pPr algn="l">
              <a:defRPr sz="1800" b="1">
                <a:solidFill>
                  <a:srgbClr val="000000"/>
                </a:solidFill>
                <a:latin typeface="Arial"/>
                <a:ea typeface="Arial"/>
                <a:cs typeface="Arial"/>
              </a:defRPr>
            </a:lvl5pPr>
            <a:lvl6pPr algn="l">
              <a:defRPr sz="1800" b="1">
                <a:solidFill>
                  <a:srgbClr val="000000"/>
                </a:solidFill>
                <a:latin typeface="Arial"/>
                <a:ea typeface="Arial"/>
                <a:cs typeface="Arial"/>
              </a:defRPr>
            </a:lvl6pPr>
            <a:lvl7pPr algn="l">
              <a:defRPr sz="1800" b="1">
                <a:solidFill>
                  <a:srgbClr val="000000"/>
                </a:solidFill>
                <a:latin typeface="Arial"/>
                <a:ea typeface="Arial"/>
                <a:cs typeface="Arial"/>
              </a:defRPr>
            </a:lvl7pPr>
            <a:lvl8pPr algn="l">
              <a:defRPr sz="1800" b="1">
                <a:solidFill>
                  <a:srgbClr val="000000"/>
                </a:solidFill>
                <a:latin typeface="Arial"/>
                <a:ea typeface="Arial"/>
                <a:cs typeface="Arial"/>
              </a:defRPr>
            </a:lvl8pPr>
            <a:lvl9pPr algn="l">
              <a:defRPr sz="1800" b="1">
                <a:solidFill>
                  <a:srgbClr val="000000"/>
                </a:solidFill>
                <a:latin typeface="Arial"/>
                <a:ea typeface="Arial"/>
                <a:cs typeface="Arial"/>
              </a:defRPr>
            </a:lvl9pPr>
          </a:lstStyle>
          <a:p xmlns:a="http://schemas.openxmlformats.org/drawingml/2006/main">
            <a:pPr algn="l">
              <a:defRPr sz="1800" b="1">
                <a:solidFill>
                  <a:srgbClr val="000000"/>
                </a:solidFill>
                <a:latin typeface="Arial"/>
                <a:ea typeface="Arial"/>
                <a:cs typeface="Arial"/>
              </a:defRPr>
            </a:pPr>
            <a:r>
              <a:rPr sz="1800" b="1">
                <a:solidFill>
                  <a:srgbClr val="000000"/>
                </a:solidFill>
                <a:latin typeface="Arial"/>
                <a:ea typeface="Arial"/>
                <a:cs typeface="Arial"/>
              </a:rPr>
              <a:t>(d) Jul 10-20: same tracks, same fixed reference</a:t>
            </a:r>
          </a:p>
        </p:txBody>
      </p:sp>
      <p:pic>
        <p:nvPicPr>
          <p:cNvPr id="149" name="">
            <a:extLst xmlns:a="http://schemas.openxmlformats.org/drawingml/2006/main">
              <a:ext uri="{FF2B5EF4-FFF2-40B4-BE49-F238E27FC236}">
                <a16:creationId xmlns:a16="http://schemas.microsoft.com/office/drawing/2014/main" id="{E1E5E7C5-D581-40DE-9161-42BB34B7E78A}"/>
              </a:ext>
            </a:extLst>
          </p:cNvPr>
          <p:cNvPicPr>
            <a:picLocks xmlns:a="http://schemas.openxmlformats.org/drawingml/2006/main" noChangeAspect="1"/>
          </p:cNvPicPr>
          <p:nvPr/>
        </p:nvPicPr>
        <p:blipFill>
          <a:blip xmlns:r="http://schemas.openxmlformats.org/officeDocument/2006/relationships" xmlns:a="http://schemas.openxmlformats.org/drawingml/2006/main" r:embed="Re6a2d988a4c44be7"/>
          <a:stretch xmlns:a="http://schemas.openxmlformats.org/drawingml/2006/main"/>
        </p:blipFill>
        <p:spPr>
          <a:xfrm xmlns:a="http://schemas.openxmlformats.org/drawingml/2006/main">
            <a:off x="7381901" y="6619875"/>
            <a:ext cx="5810199" cy="962025"/>
          </a:xfrm>
          <a:prstGeom xmlns:a="http://schemas.openxmlformats.org/drawingml/2006/main" prst="rect">
            <a:avLst/>
          </a:prstGeom>
        </p:spPr>
      </p:pic>
      <p:sp>
        <p:nvSpPr>
          <p:cNvPr id="150" name="line_149">
            <a:extLst xmlns:a="http://schemas.openxmlformats.org/drawingml/2006/main">
              <a:ext uri="{FF2B5EF4-FFF2-40B4-BE49-F238E27FC236}">
                <a16:creationId xmlns:a16="http://schemas.microsoft.com/office/drawing/2014/main" id="{F3F7481A-1F2A-40DA-BDFE-BBFD6E42D01E}"/>
              </a:ext>
            </a:extLst>
          </p:cNvPr>
          <p:cNvSpPr>
            <a:spLocks xmlns:a="http://schemas.openxmlformats.org/drawingml/2006/main" noGrp="1"/>
          </p:cNvSpPr>
          <p:nvPr/>
        </p:nvSpPr>
        <p:spPr>
          <a:xfrm xmlns:a="http://schemas.openxmlformats.org/drawingml/2006/main">
            <a:off x="7343775" y="7581900"/>
            <a:ext cx="38100" cy="95"/>
          </a:xfrm>
          <a:custGeom xmlns:a="http://schemas.openxmlformats.org/drawingml/2006/main">
            <a:pathLst>
              <a:path w="38100" h="95">
                <a:moveTo>
                  <a:pt x="0" y="0"/>
                </a:moveTo>
                <a:lnTo>
                  <a:pt x="38100" y="0"/>
                </a:lnTo>
              </a:path>
            </a:pathLst>
          </a:custGeom>
          <a:noFill xmlns:a="http://schemas.openxmlformats.org/drawingml/2006/main"/>
          <a:ln xmlns:a="http://schemas.openxmlformats.org/drawingml/2006/main" w="7620">
            <a:solidFill>
              <a:srgbClr val="000000"/>
            </a:solidFill>
            <a:prstDash val="solid"/>
          </a:ln>
        </p:spPr>
      </p:sp>
      <p:sp>
        <p:nvSpPr>
          <p:cNvPr id="151" name="text_150">
            <a:extLst xmlns:a="http://schemas.openxmlformats.org/drawingml/2006/main">
              <a:ext uri="{FF2B5EF4-FFF2-40B4-BE49-F238E27FC236}">
                <a16:creationId xmlns:a16="http://schemas.microsoft.com/office/drawing/2014/main" id="{3D168670-7BC2-41FB-9AA9-3750E06EEF61}"/>
              </a:ext>
            </a:extLst>
          </p:cNvPr>
          <p:cNvSpPr>
            <a:spLocks xmlns:a="http://schemas.openxmlformats.org/drawingml/2006/main" noGrp="1"/>
          </p:cNvSpPr>
          <p:nvPr/>
        </p:nvSpPr>
        <p:spPr>
          <a:xfrm xmlns:a="http://schemas.openxmlformats.org/drawingml/2006/main" rot="0">
            <a:off x="7019925" y="7486650"/>
            <a:ext cx="276225"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r">
              <a:defRPr sz="1200" b="0">
                <a:solidFill>
                  <a:srgbClr val="000000"/>
                </a:solidFill>
                <a:latin typeface="Arial"/>
                <a:ea typeface="Arial"/>
                <a:cs typeface="Arial"/>
              </a:defRPr>
            </a:defPPr>
            <a:lvl1pPr algn="r">
              <a:defRPr sz="1200" b="0">
                <a:solidFill>
                  <a:srgbClr val="000000"/>
                </a:solidFill>
                <a:latin typeface="Arial"/>
                <a:ea typeface="Arial"/>
                <a:cs typeface="Arial"/>
              </a:defRPr>
            </a:lvl1pPr>
            <a:lvl2pPr algn="r">
              <a:defRPr sz="1200" b="0">
                <a:solidFill>
                  <a:srgbClr val="000000"/>
                </a:solidFill>
                <a:latin typeface="Arial"/>
                <a:ea typeface="Arial"/>
                <a:cs typeface="Arial"/>
              </a:defRPr>
            </a:lvl2pPr>
            <a:lvl3pPr algn="r">
              <a:defRPr sz="1200" b="0">
                <a:solidFill>
                  <a:srgbClr val="000000"/>
                </a:solidFill>
                <a:latin typeface="Arial"/>
                <a:ea typeface="Arial"/>
                <a:cs typeface="Arial"/>
              </a:defRPr>
            </a:lvl3pPr>
            <a:lvl4pPr algn="r">
              <a:defRPr sz="1200" b="0">
                <a:solidFill>
                  <a:srgbClr val="000000"/>
                </a:solidFill>
                <a:latin typeface="Arial"/>
                <a:ea typeface="Arial"/>
                <a:cs typeface="Arial"/>
              </a:defRPr>
            </a:lvl4pPr>
            <a:lvl5pPr algn="r">
              <a:defRPr sz="1200" b="0">
                <a:solidFill>
                  <a:srgbClr val="000000"/>
                </a:solidFill>
                <a:latin typeface="Arial"/>
                <a:ea typeface="Arial"/>
                <a:cs typeface="Arial"/>
              </a:defRPr>
            </a:lvl5pPr>
            <a:lvl6pPr algn="r">
              <a:defRPr sz="1200" b="0">
                <a:solidFill>
                  <a:srgbClr val="000000"/>
                </a:solidFill>
                <a:latin typeface="Arial"/>
                <a:ea typeface="Arial"/>
                <a:cs typeface="Arial"/>
              </a:defRPr>
            </a:lvl6pPr>
            <a:lvl7pPr algn="r">
              <a:defRPr sz="1200" b="0">
                <a:solidFill>
                  <a:srgbClr val="000000"/>
                </a:solidFill>
                <a:latin typeface="Arial"/>
                <a:ea typeface="Arial"/>
                <a:cs typeface="Arial"/>
              </a:defRPr>
            </a:lvl7pPr>
            <a:lvl8pPr algn="r">
              <a:defRPr sz="1200" b="0">
                <a:solidFill>
                  <a:srgbClr val="000000"/>
                </a:solidFill>
                <a:latin typeface="Arial"/>
                <a:ea typeface="Arial"/>
                <a:cs typeface="Arial"/>
              </a:defRPr>
            </a:lvl8pPr>
            <a:lvl9pPr algn="r">
              <a:defRPr sz="1200" b="0">
                <a:solidFill>
                  <a:srgbClr val="000000"/>
                </a:solidFill>
                <a:latin typeface="Arial"/>
                <a:ea typeface="Arial"/>
                <a:cs typeface="Arial"/>
              </a:defRPr>
            </a:lvl9pPr>
          </a:lstStyle>
          <a:p xmlns:a="http://schemas.openxmlformats.org/drawingml/2006/main">
            <a:pPr algn="r">
              <a:defRPr sz="1200" b="0">
                <a:solidFill>
                  <a:srgbClr val="000000"/>
                </a:solidFill>
                <a:latin typeface="Arial"/>
                <a:ea typeface="Arial"/>
                <a:cs typeface="Arial"/>
              </a:defRPr>
            </a:pPr>
            <a:r>
              <a:rPr sz="1200" b="0">
                <a:solidFill>
                  <a:srgbClr val="000000"/>
                </a:solidFill>
                <a:latin typeface="Arial"/>
                <a:ea typeface="Arial"/>
                <a:cs typeface="Arial"/>
              </a:rPr>
              <a:t>0</a:t>
            </a:r>
          </a:p>
        </p:txBody>
      </p:sp>
      <p:sp>
        <p:nvSpPr>
          <p:cNvPr id="152" name="line_151">
            <a:extLst xmlns:a="http://schemas.openxmlformats.org/drawingml/2006/main">
              <a:ext uri="{FF2B5EF4-FFF2-40B4-BE49-F238E27FC236}">
                <a16:creationId xmlns:a16="http://schemas.microsoft.com/office/drawing/2014/main" id="{10480758-CD92-4760-B662-0026EAC4931B}"/>
              </a:ext>
            </a:extLst>
          </p:cNvPr>
          <p:cNvSpPr>
            <a:spLocks xmlns:a="http://schemas.openxmlformats.org/drawingml/2006/main" noGrp="1"/>
          </p:cNvSpPr>
          <p:nvPr/>
        </p:nvSpPr>
        <p:spPr>
          <a:xfrm xmlns:a="http://schemas.openxmlformats.org/drawingml/2006/main">
            <a:off x="7343775" y="7100888"/>
            <a:ext cx="38100" cy="95"/>
          </a:xfrm>
          <a:custGeom xmlns:a="http://schemas.openxmlformats.org/drawingml/2006/main">
            <a:pathLst>
              <a:path w="38100" h="95">
                <a:moveTo>
                  <a:pt x="0" y="0"/>
                </a:moveTo>
                <a:lnTo>
                  <a:pt x="38100" y="0"/>
                </a:lnTo>
              </a:path>
            </a:pathLst>
          </a:custGeom>
          <a:noFill xmlns:a="http://schemas.openxmlformats.org/drawingml/2006/main"/>
          <a:ln xmlns:a="http://schemas.openxmlformats.org/drawingml/2006/main" w="7620">
            <a:solidFill>
              <a:srgbClr val="000000"/>
            </a:solidFill>
            <a:prstDash val="solid"/>
          </a:ln>
        </p:spPr>
      </p:sp>
      <p:sp>
        <p:nvSpPr>
          <p:cNvPr id="153" name="text_152">
            <a:extLst xmlns:a="http://schemas.openxmlformats.org/drawingml/2006/main">
              <a:ext uri="{FF2B5EF4-FFF2-40B4-BE49-F238E27FC236}">
                <a16:creationId xmlns:a16="http://schemas.microsoft.com/office/drawing/2014/main" id="{5F528F95-9C8B-4AE0-8FEA-43BB5F3A150B}"/>
              </a:ext>
            </a:extLst>
          </p:cNvPr>
          <p:cNvSpPr>
            <a:spLocks xmlns:a="http://schemas.openxmlformats.org/drawingml/2006/main" noGrp="1"/>
          </p:cNvSpPr>
          <p:nvPr/>
        </p:nvSpPr>
        <p:spPr>
          <a:xfrm xmlns:a="http://schemas.openxmlformats.org/drawingml/2006/main" rot="0">
            <a:off x="7019925" y="7005638"/>
            <a:ext cx="276225"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r">
              <a:defRPr sz="1200" b="0">
                <a:solidFill>
                  <a:srgbClr val="000000"/>
                </a:solidFill>
                <a:latin typeface="Arial"/>
                <a:ea typeface="Arial"/>
                <a:cs typeface="Arial"/>
              </a:defRPr>
            </a:defPPr>
            <a:lvl1pPr algn="r">
              <a:defRPr sz="1200" b="0">
                <a:solidFill>
                  <a:srgbClr val="000000"/>
                </a:solidFill>
                <a:latin typeface="Arial"/>
                <a:ea typeface="Arial"/>
                <a:cs typeface="Arial"/>
              </a:defRPr>
            </a:lvl1pPr>
            <a:lvl2pPr algn="r">
              <a:defRPr sz="1200" b="0">
                <a:solidFill>
                  <a:srgbClr val="000000"/>
                </a:solidFill>
                <a:latin typeface="Arial"/>
                <a:ea typeface="Arial"/>
                <a:cs typeface="Arial"/>
              </a:defRPr>
            </a:lvl2pPr>
            <a:lvl3pPr algn="r">
              <a:defRPr sz="1200" b="0">
                <a:solidFill>
                  <a:srgbClr val="000000"/>
                </a:solidFill>
                <a:latin typeface="Arial"/>
                <a:ea typeface="Arial"/>
                <a:cs typeface="Arial"/>
              </a:defRPr>
            </a:lvl3pPr>
            <a:lvl4pPr algn="r">
              <a:defRPr sz="1200" b="0">
                <a:solidFill>
                  <a:srgbClr val="000000"/>
                </a:solidFill>
                <a:latin typeface="Arial"/>
                <a:ea typeface="Arial"/>
                <a:cs typeface="Arial"/>
              </a:defRPr>
            </a:lvl4pPr>
            <a:lvl5pPr algn="r">
              <a:defRPr sz="1200" b="0">
                <a:solidFill>
                  <a:srgbClr val="000000"/>
                </a:solidFill>
                <a:latin typeface="Arial"/>
                <a:ea typeface="Arial"/>
                <a:cs typeface="Arial"/>
              </a:defRPr>
            </a:lvl5pPr>
            <a:lvl6pPr algn="r">
              <a:defRPr sz="1200" b="0">
                <a:solidFill>
                  <a:srgbClr val="000000"/>
                </a:solidFill>
                <a:latin typeface="Arial"/>
                <a:ea typeface="Arial"/>
                <a:cs typeface="Arial"/>
              </a:defRPr>
            </a:lvl6pPr>
            <a:lvl7pPr algn="r">
              <a:defRPr sz="1200" b="0">
                <a:solidFill>
                  <a:srgbClr val="000000"/>
                </a:solidFill>
                <a:latin typeface="Arial"/>
                <a:ea typeface="Arial"/>
                <a:cs typeface="Arial"/>
              </a:defRPr>
            </a:lvl7pPr>
            <a:lvl8pPr algn="r">
              <a:defRPr sz="1200" b="0">
                <a:solidFill>
                  <a:srgbClr val="000000"/>
                </a:solidFill>
                <a:latin typeface="Arial"/>
                <a:ea typeface="Arial"/>
                <a:cs typeface="Arial"/>
              </a:defRPr>
            </a:lvl8pPr>
            <a:lvl9pPr algn="r">
              <a:defRPr sz="1200" b="0">
                <a:solidFill>
                  <a:srgbClr val="000000"/>
                </a:solidFill>
                <a:latin typeface="Arial"/>
                <a:ea typeface="Arial"/>
                <a:cs typeface="Arial"/>
              </a:defRPr>
            </a:lvl9pPr>
          </a:lstStyle>
          <a:p xmlns:a="http://schemas.openxmlformats.org/drawingml/2006/main">
            <a:pPr algn="r">
              <a:defRPr sz="1200" b="0">
                <a:solidFill>
                  <a:srgbClr val="000000"/>
                </a:solidFill>
                <a:latin typeface="Arial"/>
                <a:ea typeface="Arial"/>
                <a:cs typeface="Arial"/>
              </a:defRPr>
            </a:pPr>
            <a:r>
              <a:rPr sz="1200" b="0">
                <a:solidFill>
                  <a:srgbClr val="000000"/>
                </a:solidFill>
                <a:latin typeface="Arial"/>
                <a:ea typeface="Arial"/>
                <a:cs typeface="Arial"/>
              </a:rPr>
              <a:t>0.5</a:t>
            </a:r>
          </a:p>
        </p:txBody>
      </p:sp>
      <p:sp>
        <p:nvSpPr>
          <p:cNvPr id="154" name="line_153">
            <a:extLst xmlns:a="http://schemas.openxmlformats.org/drawingml/2006/main">
              <a:ext uri="{FF2B5EF4-FFF2-40B4-BE49-F238E27FC236}">
                <a16:creationId xmlns:a16="http://schemas.microsoft.com/office/drawing/2014/main" id="{186FBD19-11C9-4A9F-988F-4FC3BF2BCA42}"/>
              </a:ext>
            </a:extLst>
          </p:cNvPr>
          <p:cNvSpPr>
            <a:spLocks xmlns:a="http://schemas.openxmlformats.org/drawingml/2006/main" noGrp="1"/>
          </p:cNvSpPr>
          <p:nvPr/>
        </p:nvSpPr>
        <p:spPr>
          <a:xfrm xmlns:a="http://schemas.openxmlformats.org/drawingml/2006/main">
            <a:off x="7343775" y="6619875"/>
            <a:ext cx="38100" cy="95"/>
          </a:xfrm>
          <a:custGeom xmlns:a="http://schemas.openxmlformats.org/drawingml/2006/main">
            <a:pathLst>
              <a:path w="38100" h="95">
                <a:moveTo>
                  <a:pt x="0" y="0"/>
                </a:moveTo>
                <a:lnTo>
                  <a:pt x="38100" y="0"/>
                </a:lnTo>
              </a:path>
            </a:pathLst>
          </a:custGeom>
          <a:noFill xmlns:a="http://schemas.openxmlformats.org/drawingml/2006/main"/>
          <a:ln xmlns:a="http://schemas.openxmlformats.org/drawingml/2006/main" w="7620">
            <a:solidFill>
              <a:srgbClr val="000000"/>
            </a:solidFill>
            <a:prstDash val="solid"/>
          </a:ln>
        </p:spPr>
      </p:sp>
      <p:sp>
        <p:nvSpPr>
          <p:cNvPr id="155" name="text_154">
            <a:extLst xmlns:a="http://schemas.openxmlformats.org/drawingml/2006/main">
              <a:ext uri="{FF2B5EF4-FFF2-40B4-BE49-F238E27FC236}">
                <a16:creationId xmlns:a16="http://schemas.microsoft.com/office/drawing/2014/main" id="{94AAFAD9-17C9-4301-9CBA-4D579E233B98}"/>
              </a:ext>
            </a:extLst>
          </p:cNvPr>
          <p:cNvSpPr>
            <a:spLocks xmlns:a="http://schemas.openxmlformats.org/drawingml/2006/main" noGrp="1"/>
          </p:cNvSpPr>
          <p:nvPr/>
        </p:nvSpPr>
        <p:spPr>
          <a:xfrm xmlns:a="http://schemas.openxmlformats.org/drawingml/2006/main" rot="0">
            <a:off x="7019925" y="6524625"/>
            <a:ext cx="276225"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r">
              <a:defRPr sz="1200" b="0">
                <a:solidFill>
                  <a:srgbClr val="000000"/>
                </a:solidFill>
                <a:latin typeface="Arial"/>
                <a:ea typeface="Arial"/>
                <a:cs typeface="Arial"/>
              </a:defRPr>
            </a:defPPr>
            <a:lvl1pPr algn="r">
              <a:defRPr sz="1200" b="0">
                <a:solidFill>
                  <a:srgbClr val="000000"/>
                </a:solidFill>
                <a:latin typeface="Arial"/>
                <a:ea typeface="Arial"/>
                <a:cs typeface="Arial"/>
              </a:defRPr>
            </a:lvl1pPr>
            <a:lvl2pPr algn="r">
              <a:defRPr sz="1200" b="0">
                <a:solidFill>
                  <a:srgbClr val="000000"/>
                </a:solidFill>
                <a:latin typeface="Arial"/>
                <a:ea typeface="Arial"/>
                <a:cs typeface="Arial"/>
              </a:defRPr>
            </a:lvl2pPr>
            <a:lvl3pPr algn="r">
              <a:defRPr sz="1200" b="0">
                <a:solidFill>
                  <a:srgbClr val="000000"/>
                </a:solidFill>
                <a:latin typeface="Arial"/>
                <a:ea typeface="Arial"/>
                <a:cs typeface="Arial"/>
              </a:defRPr>
            </a:lvl3pPr>
            <a:lvl4pPr algn="r">
              <a:defRPr sz="1200" b="0">
                <a:solidFill>
                  <a:srgbClr val="000000"/>
                </a:solidFill>
                <a:latin typeface="Arial"/>
                <a:ea typeface="Arial"/>
                <a:cs typeface="Arial"/>
              </a:defRPr>
            </a:lvl4pPr>
            <a:lvl5pPr algn="r">
              <a:defRPr sz="1200" b="0">
                <a:solidFill>
                  <a:srgbClr val="000000"/>
                </a:solidFill>
                <a:latin typeface="Arial"/>
                <a:ea typeface="Arial"/>
                <a:cs typeface="Arial"/>
              </a:defRPr>
            </a:lvl5pPr>
            <a:lvl6pPr algn="r">
              <a:defRPr sz="1200" b="0">
                <a:solidFill>
                  <a:srgbClr val="000000"/>
                </a:solidFill>
                <a:latin typeface="Arial"/>
                <a:ea typeface="Arial"/>
                <a:cs typeface="Arial"/>
              </a:defRPr>
            </a:lvl6pPr>
            <a:lvl7pPr algn="r">
              <a:defRPr sz="1200" b="0">
                <a:solidFill>
                  <a:srgbClr val="000000"/>
                </a:solidFill>
                <a:latin typeface="Arial"/>
                <a:ea typeface="Arial"/>
                <a:cs typeface="Arial"/>
              </a:defRPr>
            </a:lvl7pPr>
            <a:lvl8pPr algn="r">
              <a:defRPr sz="1200" b="0">
                <a:solidFill>
                  <a:srgbClr val="000000"/>
                </a:solidFill>
                <a:latin typeface="Arial"/>
                <a:ea typeface="Arial"/>
                <a:cs typeface="Arial"/>
              </a:defRPr>
            </a:lvl8pPr>
            <a:lvl9pPr algn="r">
              <a:defRPr sz="1200" b="0">
                <a:solidFill>
                  <a:srgbClr val="000000"/>
                </a:solidFill>
                <a:latin typeface="Arial"/>
                <a:ea typeface="Arial"/>
                <a:cs typeface="Arial"/>
              </a:defRPr>
            </a:lvl9pPr>
          </a:lstStyle>
          <a:p xmlns:a="http://schemas.openxmlformats.org/drawingml/2006/main">
            <a:pPr algn="r">
              <a:defRPr sz="1200" b="0">
                <a:solidFill>
                  <a:srgbClr val="000000"/>
                </a:solidFill>
                <a:latin typeface="Arial"/>
                <a:ea typeface="Arial"/>
                <a:cs typeface="Arial"/>
              </a:defRPr>
            </a:pPr>
            <a:r>
              <a:rPr sz="1200" b="0">
                <a:solidFill>
                  <a:srgbClr val="000000"/>
                </a:solidFill>
                <a:latin typeface="Arial"/>
                <a:ea typeface="Arial"/>
                <a:cs typeface="Arial"/>
              </a:rPr>
              <a:t>1</a:t>
            </a:r>
          </a:p>
        </p:txBody>
      </p:sp>
      <p:sp>
        <p:nvSpPr>
          <p:cNvPr id="156" name="line_155">
            <a:extLst xmlns:a="http://schemas.openxmlformats.org/drawingml/2006/main">
              <a:ext uri="{FF2B5EF4-FFF2-40B4-BE49-F238E27FC236}">
                <a16:creationId xmlns:a16="http://schemas.microsoft.com/office/drawing/2014/main" id="{A438E0A6-39E3-4DDA-830D-4CF33783379D}"/>
              </a:ext>
            </a:extLst>
          </p:cNvPr>
          <p:cNvSpPr>
            <a:spLocks xmlns:a="http://schemas.openxmlformats.org/drawingml/2006/main" noGrp="1"/>
          </p:cNvSpPr>
          <p:nvPr/>
        </p:nvSpPr>
        <p:spPr>
          <a:xfrm xmlns:a="http://schemas.openxmlformats.org/drawingml/2006/main">
            <a:off x="7645977" y="7581900"/>
            <a:ext cx="95" cy="38100"/>
          </a:xfrm>
          <a:custGeom xmlns:a="http://schemas.openxmlformats.org/drawingml/2006/main">
            <a:pathLst>
              <a:path w="95" h="38100">
                <a:moveTo>
                  <a:pt x="0" y="0"/>
                </a:moveTo>
                <a:lnTo>
                  <a:pt x="0" y="38100"/>
                </a:lnTo>
              </a:path>
            </a:pathLst>
          </a:custGeom>
          <a:noFill xmlns:a="http://schemas.openxmlformats.org/drawingml/2006/main"/>
          <a:ln xmlns:a="http://schemas.openxmlformats.org/drawingml/2006/main" w="7620">
            <a:solidFill>
              <a:srgbClr val="000000"/>
            </a:solidFill>
            <a:prstDash val="solid"/>
          </a:ln>
        </p:spPr>
      </p:sp>
      <p:sp>
        <p:nvSpPr>
          <p:cNvPr id="157" name="text_156">
            <a:extLst xmlns:a="http://schemas.openxmlformats.org/drawingml/2006/main">
              <a:ext uri="{FF2B5EF4-FFF2-40B4-BE49-F238E27FC236}">
                <a16:creationId xmlns:a16="http://schemas.microsoft.com/office/drawing/2014/main" id="{6B137E01-6354-4E64-964A-CD534C33BF5D}"/>
              </a:ext>
            </a:extLst>
          </p:cNvPr>
          <p:cNvSpPr>
            <a:spLocks xmlns:a="http://schemas.openxmlformats.org/drawingml/2006/main" noGrp="1"/>
          </p:cNvSpPr>
          <p:nvPr/>
        </p:nvSpPr>
        <p:spPr>
          <a:xfrm xmlns:a="http://schemas.openxmlformats.org/drawingml/2006/main" rot="0">
            <a:off x="7245927" y="7648575"/>
            <a:ext cx="800100" cy="22860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xmlns:a="http://schemas.openxmlformats.org/drawingml/2006/main">
            <a:pPr algn="ctr">
              <a:defRPr sz="1200" b="0">
                <a:solidFill>
                  <a:srgbClr val="000000"/>
                </a:solidFill>
                <a:latin typeface="Arial"/>
                <a:ea typeface="Arial"/>
                <a:cs typeface="Arial"/>
              </a:defRPr>
            </a:pPr>
            <a:r>
              <a:rPr sz="1200" b="0">
                <a:solidFill>
                  <a:srgbClr val="000000"/>
                </a:solidFill>
                <a:latin typeface="Arial"/>
                <a:ea typeface="Arial"/>
                <a:cs typeface="Arial"/>
              </a:rPr>
              <a:t>07-10</a:t>
            </a:r>
          </a:p>
        </p:txBody>
      </p:sp>
      <p:sp>
        <p:nvSpPr>
          <p:cNvPr id="158" name="line_157">
            <a:extLst xmlns:a="http://schemas.openxmlformats.org/drawingml/2006/main">
              <a:ext uri="{FF2B5EF4-FFF2-40B4-BE49-F238E27FC236}">
                <a16:creationId xmlns:a16="http://schemas.microsoft.com/office/drawing/2014/main" id="{2248C4AE-7553-4F16-A37C-4EADA4B21CE6}"/>
              </a:ext>
            </a:extLst>
          </p:cNvPr>
          <p:cNvSpPr>
            <a:spLocks xmlns:a="http://schemas.openxmlformats.org/drawingml/2006/main" noGrp="1"/>
          </p:cNvSpPr>
          <p:nvPr/>
        </p:nvSpPr>
        <p:spPr>
          <a:xfrm xmlns:a="http://schemas.openxmlformats.org/drawingml/2006/main">
            <a:off x="8702386" y="7581900"/>
            <a:ext cx="95" cy="38100"/>
          </a:xfrm>
          <a:custGeom xmlns:a="http://schemas.openxmlformats.org/drawingml/2006/main">
            <a:pathLst>
              <a:path w="95" h="38100">
                <a:moveTo>
                  <a:pt x="0" y="0"/>
                </a:moveTo>
                <a:lnTo>
                  <a:pt x="0" y="38100"/>
                </a:lnTo>
              </a:path>
            </a:pathLst>
          </a:custGeom>
          <a:noFill xmlns:a="http://schemas.openxmlformats.org/drawingml/2006/main"/>
          <a:ln xmlns:a="http://schemas.openxmlformats.org/drawingml/2006/main" w="7620">
            <a:solidFill>
              <a:srgbClr val="000000"/>
            </a:solidFill>
            <a:prstDash val="solid"/>
          </a:ln>
        </p:spPr>
      </p:sp>
      <p:sp>
        <p:nvSpPr>
          <p:cNvPr id="159" name="text_158">
            <a:extLst xmlns:a="http://schemas.openxmlformats.org/drawingml/2006/main">
              <a:ext uri="{FF2B5EF4-FFF2-40B4-BE49-F238E27FC236}">
                <a16:creationId xmlns:a16="http://schemas.microsoft.com/office/drawing/2014/main" id="{58469F42-5B5F-4ABD-A7F3-8676793A8388}"/>
              </a:ext>
            </a:extLst>
          </p:cNvPr>
          <p:cNvSpPr>
            <a:spLocks xmlns:a="http://schemas.openxmlformats.org/drawingml/2006/main" noGrp="1"/>
          </p:cNvSpPr>
          <p:nvPr/>
        </p:nvSpPr>
        <p:spPr>
          <a:xfrm xmlns:a="http://schemas.openxmlformats.org/drawingml/2006/main" rot="0">
            <a:off x="8302336" y="7648575"/>
            <a:ext cx="800100" cy="22860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xmlns:a="http://schemas.openxmlformats.org/drawingml/2006/main">
            <a:pPr algn="ctr">
              <a:defRPr sz="1200" b="0">
                <a:solidFill>
                  <a:srgbClr val="000000"/>
                </a:solidFill>
                <a:latin typeface="Arial"/>
                <a:ea typeface="Arial"/>
                <a:cs typeface="Arial"/>
              </a:defRPr>
            </a:pPr>
            <a:r>
              <a:rPr sz="1200" b="0">
                <a:solidFill>
                  <a:srgbClr val="000000"/>
                </a:solidFill>
                <a:latin typeface="Arial"/>
                <a:ea typeface="Arial"/>
                <a:cs typeface="Arial"/>
              </a:rPr>
              <a:t>07-12</a:t>
            </a:r>
          </a:p>
        </p:txBody>
      </p:sp>
      <p:sp>
        <p:nvSpPr>
          <p:cNvPr id="160" name="line_159">
            <a:extLst xmlns:a="http://schemas.openxmlformats.org/drawingml/2006/main">
              <a:ext uri="{FF2B5EF4-FFF2-40B4-BE49-F238E27FC236}">
                <a16:creationId xmlns:a16="http://schemas.microsoft.com/office/drawing/2014/main" id="{B82C96CF-8CA6-4990-89D4-0AFE70749C93}"/>
              </a:ext>
            </a:extLst>
          </p:cNvPr>
          <p:cNvSpPr>
            <a:spLocks xmlns:a="http://schemas.openxmlformats.org/drawingml/2006/main" noGrp="1"/>
          </p:cNvSpPr>
          <p:nvPr/>
        </p:nvSpPr>
        <p:spPr>
          <a:xfrm xmlns:a="http://schemas.openxmlformats.org/drawingml/2006/main">
            <a:off x="9758795" y="7581900"/>
            <a:ext cx="95" cy="38100"/>
          </a:xfrm>
          <a:custGeom xmlns:a="http://schemas.openxmlformats.org/drawingml/2006/main">
            <a:pathLst>
              <a:path w="95" h="38100">
                <a:moveTo>
                  <a:pt x="0" y="0"/>
                </a:moveTo>
                <a:lnTo>
                  <a:pt x="0" y="38100"/>
                </a:lnTo>
              </a:path>
            </a:pathLst>
          </a:custGeom>
          <a:noFill xmlns:a="http://schemas.openxmlformats.org/drawingml/2006/main"/>
          <a:ln xmlns:a="http://schemas.openxmlformats.org/drawingml/2006/main" w="7620">
            <a:solidFill>
              <a:srgbClr val="000000"/>
            </a:solidFill>
            <a:prstDash val="solid"/>
          </a:ln>
        </p:spPr>
      </p:sp>
      <p:sp>
        <p:nvSpPr>
          <p:cNvPr id="161" name="text_160">
            <a:extLst xmlns:a="http://schemas.openxmlformats.org/drawingml/2006/main">
              <a:ext uri="{FF2B5EF4-FFF2-40B4-BE49-F238E27FC236}">
                <a16:creationId xmlns:a16="http://schemas.microsoft.com/office/drawing/2014/main" id="{D4541297-ACB8-4862-9C62-DB7C1203682D}"/>
              </a:ext>
            </a:extLst>
          </p:cNvPr>
          <p:cNvSpPr>
            <a:spLocks xmlns:a="http://schemas.openxmlformats.org/drawingml/2006/main" noGrp="1"/>
          </p:cNvSpPr>
          <p:nvPr/>
        </p:nvSpPr>
        <p:spPr>
          <a:xfrm xmlns:a="http://schemas.openxmlformats.org/drawingml/2006/main" rot="0">
            <a:off x="9358745" y="7648575"/>
            <a:ext cx="800100" cy="22860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xmlns:a="http://schemas.openxmlformats.org/drawingml/2006/main">
            <a:pPr algn="ctr">
              <a:defRPr sz="1200" b="0">
                <a:solidFill>
                  <a:srgbClr val="000000"/>
                </a:solidFill>
                <a:latin typeface="Arial"/>
                <a:ea typeface="Arial"/>
                <a:cs typeface="Arial"/>
              </a:defRPr>
            </a:pPr>
            <a:r>
              <a:rPr sz="1200" b="0">
                <a:solidFill>
                  <a:srgbClr val="000000"/>
                </a:solidFill>
                <a:latin typeface="Arial"/>
                <a:ea typeface="Arial"/>
                <a:cs typeface="Arial"/>
              </a:rPr>
              <a:t>07-14</a:t>
            </a:r>
          </a:p>
        </p:txBody>
      </p:sp>
      <p:sp>
        <p:nvSpPr>
          <p:cNvPr id="162" name="line_161">
            <a:extLst xmlns:a="http://schemas.openxmlformats.org/drawingml/2006/main">
              <a:ext uri="{FF2B5EF4-FFF2-40B4-BE49-F238E27FC236}">
                <a16:creationId xmlns:a16="http://schemas.microsoft.com/office/drawing/2014/main" id="{EEB72001-7A50-4D57-A767-0AB276D477C5}"/>
              </a:ext>
            </a:extLst>
          </p:cNvPr>
          <p:cNvSpPr>
            <a:spLocks xmlns:a="http://schemas.openxmlformats.org/drawingml/2006/main" noGrp="1"/>
          </p:cNvSpPr>
          <p:nvPr/>
        </p:nvSpPr>
        <p:spPr>
          <a:xfrm xmlns:a="http://schemas.openxmlformats.org/drawingml/2006/main">
            <a:off x="10815205" y="7581900"/>
            <a:ext cx="95" cy="38100"/>
          </a:xfrm>
          <a:custGeom xmlns:a="http://schemas.openxmlformats.org/drawingml/2006/main">
            <a:pathLst>
              <a:path w="95" h="38100">
                <a:moveTo>
                  <a:pt x="0" y="0"/>
                </a:moveTo>
                <a:lnTo>
                  <a:pt x="0" y="38100"/>
                </a:lnTo>
              </a:path>
            </a:pathLst>
          </a:custGeom>
          <a:noFill xmlns:a="http://schemas.openxmlformats.org/drawingml/2006/main"/>
          <a:ln xmlns:a="http://schemas.openxmlformats.org/drawingml/2006/main" w="7620">
            <a:solidFill>
              <a:srgbClr val="000000"/>
            </a:solidFill>
            <a:prstDash val="solid"/>
          </a:ln>
        </p:spPr>
      </p:sp>
      <p:sp>
        <p:nvSpPr>
          <p:cNvPr id="163" name="text_162">
            <a:extLst xmlns:a="http://schemas.openxmlformats.org/drawingml/2006/main">
              <a:ext uri="{FF2B5EF4-FFF2-40B4-BE49-F238E27FC236}">
                <a16:creationId xmlns:a16="http://schemas.microsoft.com/office/drawing/2014/main" id="{3625E43A-C3E2-41DC-9C38-3D439B3F5E27}"/>
              </a:ext>
            </a:extLst>
          </p:cNvPr>
          <p:cNvSpPr>
            <a:spLocks xmlns:a="http://schemas.openxmlformats.org/drawingml/2006/main" noGrp="1"/>
          </p:cNvSpPr>
          <p:nvPr/>
        </p:nvSpPr>
        <p:spPr>
          <a:xfrm xmlns:a="http://schemas.openxmlformats.org/drawingml/2006/main" rot="0">
            <a:off x="10415155" y="7648575"/>
            <a:ext cx="800100" cy="22860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xmlns:a="http://schemas.openxmlformats.org/drawingml/2006/main">
            <a:pPr algn="ctr">
              <a:defRPr sz="1200" b="0">
                <a:solidFill>
                  <a:srgbClr val="000000"/>
                </a:solidFill>
                <a:latin typeface="Arial"/>
                <a:ea typeface="Arial"/>
                <a:cs typeface="Arial"/>
              </a:defRPr>
            </a:pPr>
            <a:r>
              <a:rPr sz="1200" b="0">
                <a:solidFill>
                  <a:srgbClr val="000000"/>
                </a:solidFill>
                <a:latin typeface="Arial"/>
                <a:ea typeface="Arial"/>
                <a:cs typeface="Arial"/>
              </a:rPr>
              <a:t>07-16</a:t>
            </a:r>
          </a:p>
        </p:txBody>
      </p:sp>
      <p:sp>
        <p:nvSpPr>
          <p:cNvPr id="164" name="line_163">
            <a:extLst xmlns:a="http://schemas.openxmlformats.org/drawingml/2006/main">
              <a:ext uri="{FF2B5EF4-FFF2-40B4-BE49-F238E27FC236}">
                <a16:creationId xmlns:a16="http://schemas.microsoft.com/office/drawing/2014/main" id="{39E33497-D6A3-4BDA-9569-D85705F0617D}"/>
              </a:ext>
            </a:extLst>
          </p:cNvPr>
          <p:cNvSpPr>
            <a:spLocks xmlns:a="http://schemas.openxmlformats.org/drawingml/2006/main" noGrp="1"/>
          </p:cNvSpPr>
          <p:nvPr/>
        </p:nvSpPr>
        <p:spPr>
          <a:xfrm xmlns:a="http://schemas.openxmlformats.org/drawingml/2006/main">
            <a:off x="11871614" y="7581900"/>
            <a:ext cx="95" cy="38100"/>
          </a:xfrm>
          <a:custGeom xmlns:a="http://schemas.openxmlformats.org/drawingml/2006/main">
            <a:pathLst>
              <a:path w="95" h="38100">
                <a:moveTo>
                  <a:pt x="0" y="0"/>
                </a:moveTo>
                <a:lnTo>
                  <a:pt x="0" y="38100"/>
                </a:lnTo>
              </a:path>
            </a:pathLst>
          </a:custGeom>
          <a:noFill xmlns:a="http://schemas.openxmlformats.org/drawingml/2006/main"/>
          <a:ln xmlns:a="http://schemas.openxmlformats.org/drawingml/2006/main" w="7620">
            <a:solidFill>
              <a:srgbClr val="000000"/>
            </a:solidFill>
            <a:prstDash val="solid"/>
          </a:ln>
        </p:spPr>
      </p:sp>
      <p:sp>
        <p:nvSpPr>
          <p:cNvPr id="165" name="text_164">
            <a:extLst xmlns:a="http://schemas.openxmlformats.org/drawingml/2006/main">
              <a:ext uri="{FF2B5EF4-FFF2-40B4-BE49-F238E27FC236}">
                <a16:creationId xmlns:a16="http://schemas.microsoft.com/office/drawing/2014/main" id="{1BB88141-FBFD-43A0-8D6A-8B1E14CE1D98}"/>
              </a:ext>
            </a:extLst>
          </p:cNvPr>
          <p:cNvSpPr>
            <a:spLocks xmlns:a="http://schemas.openxmlformats.org/drawingml/2006/main" noGrp="1"/>
          </p:cNvSpPr>
          <p:nvPr/>
        </p:nvSpPr>
        <p:spPr>
          <a:xfrm xmlns:a="http://schemas.openxmlformats.org/drawingml/2006/main" rot="0">
            <a:off x="11471564" y="7648575"/>
            <a:ext cx="800100" cy="22860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xmlns:a="http://schemas.openxmlformats.org/drawingml/2006/main">
            <a:pPr algn="ctr">
              <a:defRPr sz="1200" b="0">
                <a:solidFill>
                  <a:srgbClr val="000000"/>
                </a:solidFill>
                <a:latin typeface="Arial"/>
                <a:ea typeface="Arial"/>
                <a:cs typeface="Arial"/>
              </a:defRPr>
            </a:pPr>
            <a:r>
              <a:rPr sz="1200" b="0">
                <a:solidFill>
                  <a:srgbClr val="000000"/>
                </a:solidFill>
                <a:latin typeface="Arial"/>
                <a:ea typeface="Arial"/>
                <a:cs typeface="Arial"/>
              </a:rPr>
              <a:t>07-18</a:t>
            </a:r>
          </a:p>
        </p:txBody>
      </p:sp>
      <p:sp>
        <p:nvSpPr>
          <p:cNvPr id="166" name="line_165">
            <a:extLst xmlns:a="http://schemas.openxmlformats.org/drawingml/2006/main">
              <a:ext uri="{FF2B5EF4-FFF2-40B4-BE49-F238E27FC236}">
                <a16:creationId xmlns:a16="http://schemas.microsoft.com/office/drawing/2014/main" id="{38144E1F-A3F5-4F69-9202-FD3D63B93304}"/>
              </a:ext>
            </a:extLst>
          </p:cNvPr>
          <p:cNvSpPr>
            <a:spLocks xmlns:a="http://schemas.openxmlformats.org/drawingml/2006/main" noGrp="1"/>
          </p:cNvSpPr>
          <p:nvPr/>
        </p:nvSpPr>
        <p:spPr>
          <a:xfrm xmlns:a="http://schemas.openxmlformats.org/drawingml/2006/main">
            <a:off x="12928023" y="7581900"/>
            <a:ext cx="95" cy="38100"/>
          </a:xfrm>
          <a:custGeom xmlns:a="http://schemas.openxmlformats.org/drawingml/2006/main">
            <a:pathLst>
              <a:path w="95" h="38100">
                <a:moveTo>
                  <a:pt x="0" y="0"/>
                </a:moveTo>
                <a:lnTo>
                  <a:pt x="0" y="38100"/>
                </a:lnTo>
              </a:path>
            </a:pathLst>
          </a:custGeom>
          <a:noFill xmlns:a="http://schemas.openxmlformats.org/drawingml/2006/main"/>
          <a:ln xmlns:a="http://schemas.openxmlformats.org/drawingml/2006/main" w="7620">
            <a:solidFill>
              <a:srgbClr val="000000"/>
            </a:solidFill>
            <a:prstDash val="solid"/>
          </a:ln>
        </p:spPr>
      </p:sp>
      <p:sp>
        <p:nvSpPr>
          <p:cNvPr id="167" name="text_166">
            <a:extLst xmlns:a="http://schemas.openxmlformats.org/drawingml/2006/main">
              <a:ext uri="{FF2B5EF4-FFF2-40B4-BE49-F238E27FC236}">
                <a16:creationId xmlns:a16="http://schemas.microsoft.com/office/drawing/2014/main" id="{CD663FE1-08EA-48D1-A753-3B246CF9527B}"/>
              </a:ext>
            </a:extLst>
          </p:cNvPr>
          <p:cNvSpPr>
            <a:spLocks xmlns:a="http://schemas.openxmlformats.org/drawingml/2006/main" noGrp="1"/>
          </p:cNvSpPr>
          <p:nvPr/>
        </p:nvSpPr>
        <p:spPr>
          <a:xfrm xmlns:a="http://schemas.openxmlformats.org/drawingml/2006/main" rot="0">
            <a:off x="12527973" y="7648575"/>
            <a:ext cx="800100" cy="22860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xmlns:a="http://schemas.openxmlformats.org/drawingml/2006/main">
            <a:pPr algn="ctr">
              <a:defRPr sz="1200" b="0">
                <a:solidFill>
                  <a:srgbClr val="000000"/>
                </a:solidFill>
                <a:latin typeface="Arial"/>
                <a:ea typeface="Arial"/>
                <a:cs typeface="Arial"/>
              </a:defRPr>
            </a:pPr>
            <a:r>
              <a:rPr sz="1200" b="0">
                <a:solidFill>
                  <a:srgbClr val="000000"/>
                </a:solidFill>
                <a:latin typeface="Arial"/>
                <a:ea typeface="Arial"/>
                <a:cs typeface="Arial"/>
              </a:rPr>
              <a:t>07-20</a:t>
            </a:r>
          </a:p>
        </p:txBody>
      </p:sp>
      <p:sp>
        <p:nvSpPr>
          <p:cNvPr id="168" name="rect_167">
            <a:extLst xmlns:a="http://schemas.openxmlformats.org/drawingml/2006/main">
              <a:ext uri="{FF2B5EF4-FFF2-40B4-BE49-F238E27FC236}">
                <a16:creationId xmlns:a16="http://schemas.microsoft.com/office/drawing/2014/main" id="{04ABEB31-BDF5-4C2C-83C6-8BAD70312710}"/>
              </a:ext>
            </a:extLst>
          </p:cNvPr>
          <p:cNvSpPr>
            <a:spLocks xmlns:a="http://schemas.openxmlformats.org/drawingml/2006/main" noGrp="1"/>
          </p:cNvSpPr>
          <p:nvPr/>
        </p:nvSpPr>
        <p:spPr>
          <a:xfrm xmlns:a="http://schemas.openxmlformats.org/drawingml/2006/main" rot="0">
            <a:off x="7381875" y="6619875"/>
            <a:ext cx="5810250" cy="962025"/>
          </a:xfrm>
          <a:prstGeom xmlns:a="http://schemas.openxmlformats.org/drawingml/2006/main" prst="rect">
            <a:avLst/>
          </a:prstGeom>
          <a:noFill xmlns:a="http://schemas.openxmlformats.org/drawingml/2006/main"/>
          <a:ln xmlns:a="http://schemas.openxmlformats.org/drawingml/2006/main" w="6191">
            <a:solidFill>
              <a:srgbClr val="6A7278"/>
            </a:solidFill>
            <a:prstDash val="solid"/>
          </a:ln>
        </p:spPr>
      </p:sp>
      <p:sp>
        <p:nvSpPr>
          <p:cNvPr id="169" name="text_168">
            <a:extLst xmlns:a="http://schemas.openxmlformats.org/drawingml/2006/main">
              <a:ext uri="{FF2B5EF4-FFF2-40B4-BE49-F238E27FC236}">
                <a16:creationId xmlns:a16="http://schemas.microsoft.com/office/drawing/2014/main" id="{36E05C8A-A5EE-4E5A-BF23-752AC311E635}"/>
              </a:ext>
            </a:extLst>
          </p:cNvPr>
          <p:cNvSpPr>
            <a:spLocks xmlns:a="http://schemas.openxmlformats.org/drawingml/2006/main" noGrp="1"/>
          </p:cNvSpPr>
          <p:nvPr/>
        </p:nvSpPr>
        <p:spPr>
          <a:xfrm xmlns:a="http://schemas.openxmlformats.org/drawingml/2006/main" rot="0">
            <a:off x="7381875" y="6343650"/>
            <a:ext cx="5810250" cy="238125"/>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500" b="1">
                <a:solidFill>
                  <a:srgbClr val="000000"/>
                </a:solidFill>
                <a:latin typeface="Arial"/>
                <a:ea typeface="Arial"/>
                <a:cs typeface="Arial"/>
              </a:defRPr>
            </a:defPPr>
            <a:lvl1pPr algn="l">
              <a:defRPr sz="1500" b="1">
                <a:solidFill>
                  <a:srgbClr val="000000"/>
                </a:solidFill>
                <a:latin typeface="Arial"/>
                <a:ea typeface="Arial"/>
                <a:cs typeface="Arial"/>
              </a:defRPr>
            </a:lvl1pPr>
            <a:lvl2pPr algn="l">
              <a:defRPr sz="1500" b="1">
                <a:solidFill>
                  <a:srgbClr val="000000"/>
                </a:solidFill>
                <a:latin typeface="Arial"/>
                <a:ea typeface="Arial"/>
                <a:cs typeface="Arial"/>
              </a:defRPr>
            </a:lvl2pPr>
            <a:lvl3pPr algn="l">
              <a:defRPr sz="1500" b="1">
                <a:solidFill>
                  <a:srgbClr val="000000"/>
                </a:solidFill>
                <a:latin typeface="Arial"/>
                <a:ea typeface="Arial"/>
                <a:cs typeface="Arial"/>
              </a:defRPr>
            </a:lvl3pPr>
            <a:lvl4pPr algn="l">
              <a:defRPr sz="1500" b="1">
                <a:solidFill>
                  <a:srgbClr val="000000"/>
                </a:solidFill>
                <a:latin typeface="Arial"/>
                <a:ea typeface="Arial"/>
                <a:cs typeface="Arial"/>
              </a:defRPr>
            </a:lvl4pPr>
            <a:lvl5pPr algn="l">
              <a:defRPr sz="1500" b="1">
                <a:solidFill>
                  <a:srgbClr val="000000"/>
                </a:solidFill>
                <a:latin typeface="Arial"/>
                <a:ea typeface="Arial"/>
                <a:cs typeface="Arial"/>
              </a:defRPr>
            </a:lvl5pPr>
            <a:lvl6pPr algn="l">
              <a:defRPr sz="1500" b="1">
                <a:solidFill>
                  <a:srgbClr val="000000"/>
                </a:solidFill>
                <a:latin typeface="Arial"/>
                <a:ea typeface="Arial"/>
                <a:cs typeface="Arial"/>
              </a:defRPr>
            </a:lvl6pPr>
            <a:lvl7pPr algn="l">
              <a:defRPr sz="1500" b="1">
                <a:solidFill>
                  <a:srgbClr val="000000"/>
                </a:solidFill>
                <a:latin typeface="Arial"/>
                <a:ea typeface="Arial"/>
                <a:cs typeface="Arial"/>
              </a:defRPr>
            </a:lvl7pPr>
            <a:lvl8pPr algn="l">
              <a:defRPr sz="1500" b="1">
                <a:solidFill>
                  <a:srgbClr val="000000"/>
                </a:solidFill>
                <a:latin typeface="Arial"/>
                <a:ea typeface="Arial"/>
                <a:cs typeface="Arial"/>
              </a:defRPr>
            </a:lvl8pPr>
            <a:lvl9pPr algn="l">
              <a:defRPr sz="1500" b="1">
                <a:solidFill>
                  <a:srgbClr val="000000"/>
                </a:solidFill>
                <a:latin typeface="Arial"/>
                <a:ea typeface="Arial"/>
                <a:cs typeface="Arial"/>
              </a:defRPr>
            </a:lvl9pPr>
          </a:lstStyle>
          <a:p xmlns:a="http://schemas.openxmlformats.org/drawingml/2006/main">
            <a:pPr algn="l">
              <a:defRPr sz="1500" b="1">
                <a:solidFill>
                  <a:srgbClr val="000000"/>
                </a:solidFill>
                <a:latin typeface="Arial"/>
                <a:ea typeface="Arial"/>
                <a:cs typeface="Arial"/>
              </a:defRPr>
            </a:pPr>
            <a:r>
              <a:rPr sz="1500" b="1">
                <a:solidFill>
                  <a:srgbClr val="000000"/>
                </a:solidFill>
                <a:latin typeface="Arial"/>
                <a:ea typeface="Arial"/>
                <a:cs typeface="Arial"/>
              </a:rPr>
              <a:t>RG-MTM-P (source hierarchy)</a:t>
            </a:r>
          </a:p>
        </p:txBody>
      </p:sp>
      <p:sp>
        <p:nvSpPr>
          <p:cNvPr id="170" name="path_169">
            <a:extLst xmlns:a="http://schemas.openxmlformats.org/drawingml/2006/main">
              <a:ext uri="{FF2B5EF4-FFF2-40B4-BE49-F238E27FC236}">
                <a16:creationId xmlns:a16="http://schemas.microsoft.com/office/drawing/2014/main" id="{CB137838-39E0-414C-BE24-C03257DCBB2D}"/>
              </a:ext>
            </a:extLst>
          </p:cNvPr>
          <p:cNvSpPr>
            <a:spLocks xmlns:a="http://schemas.openxmlformats.org/drawingml/2006/main" noGrp="1"/>
          </p:cNvSpPr>
          <p:nvPr/>
        </p:nvSpPr>
        <p:spPr>
          <a:xfrm xmlns:a="http://schemas.openxmlformats.org/drawingml/2006/main">
            <a:off x="9758795" y="7469800"/>
            <a:ext cx="1056409" cy="35668"/>
          </a:xfrm>
          <a:custGeom xmlns:a="http://schemas.openxmlformats.org/drawingml/2006/main">
            <a:pathLst>
              <a:path w="1056409" h="35668">
                <a:moveTo>
                  <a:pt x="0" y="28195"/>
                </a:moveTo>
                <a:lnTo>
                  <a:pt x="528205" y="35668"/>
                </a:lnTo>
                <a:lnTo>
                  <a:pt x="1056409" y="0"/>
                </a:lnTo>
              </a:path>
            </a:pathLst>
          </a:custGeom>
          <a:noFill xmlns:a="http://schemas.openxmlformats.org/drawingml/2006/main"/>
          <a:ln xmlns:a="http://schemas.openxmlformats.org/drawingml/2006/main" w="32861">
            <a:solidFill>
              <a:srgbClr val="FFFFFF"/>
            </a:solidFill>
            <a:prstDash val="dash"/>
          </a:ln>
        </p:spPr>
      </p:sp>
      <p:sp>
        <p:nvSpPr>
          <p:cNvPr id="171" name="path_170">
            <a:extLst xmlns:a="http://schemas.openxmlformats.org/drawingml/2006/main">
              <a:ext uri="{FF2B5EF4-FFF2-40B4-BE49-F238E27FC236}">
                <a16:creationId xmlns:a16="http://schemas.microsoft.com/office/drawing/2014/main" id="{9EC3DC8A-292D-4B48-A1D3-F0DA44730389}"/>
              </a:ext>
            </a:extLst>
          </p:cNvPr>
          <p:cNvSpPr>
            <a:spLocks xmlns:a="http://schemas.openxmlformats.org/drawingml/2006/main" noGrp="1"/>
          </p:cNvSpPr>
          <p:nvPr/>
        </p:nvSpPr>
        <p:spPr>
          <a:xfrm xmlns:a="http://schemas.openxmlformats.org/drawingml/2006/main">
            <a:off x="9758795" y="7469800"/>
            <a:ext cx="1056409" cy="35668"/>
          </a:xfrm>
          <a:custGeom xmlns:a="http://schemas.openxmlformats.org/drawingml/2006/main">
            <a:pathLst>
              <a:path w="1056409" h="35668">
                <a:moveTo>
                  <a:pt x="0" y="28195"/>
                </a:moveTo>
                <a:lnTo>
                  <a:pt x="528205" y="35668"/>
                </a:lnTo>
                <a:lnTo>
                  <a:pt x="1056409" y="0"/>
                </a:lnTo>
              </a:path>
            </a:pathLst>
          </a:custGeom>
          <a:noFill xmlns:a="http://schemas.openxmlformats.org/drawingml/2006/main"/>
          <a:ln xmlns:a="http://schemas.openxmlformats.org/drawingml/2006/main" w="13811">
            <a:solidFill>
              <a:srgbClr val="0072B2"/>
            </a:solidFill>
            <a:prstDash val="dash"/>
          </a:ln>
        </p:spPr>
      </p:sp>
      <p:sp>
        <p:nvSpPr>
          <p:cNvPr id="172" name="path_171">
            <a:extLst xmlns:a="http://schemas.openxmlformats.org/drawingml/2006/main">
              <a:ext uri="{FF2B5EF4-FFF2-40B4-BE49-F238E27FC236}">
                <a16:creationId xmlns:a16="http://schemas.microsoft.com/office/drawing/2014/main" id="{ED9A060B-43C0-4BF0-9CDC-BAC8A79E37A4}"/>
              </a:ext>
            </a:extLst>
          </p:cNvPr>
          <p:cNvSpPr>
            <a:spLocks xmlns:a="http://schemas.openxmlformats.org/drawingml/2006/main" noGrp="1"/>
          </p:cNvSpPr>
          <p:nvPr/>
        </p:nvSpPr>
        <p:spPr>
          <a:xfrm xmlns:a="http://schemas.openxmlformats.org/drawingml/2006/main">
            <a:off x="9758795" y="7295759"/>
            <a:ext cx="1056409" cy="218012"/>
          </a:xfrm>
          <a:custGeom xmlns:a="http://schemas.openxmlformats.org/drawingml/2006/main">
            <a:pathLst>
              <a:path w="1056409" h="218012">
                <a:moveTo>
                  <a:pt x="0" y="218012"/>
                </a:moveTo>
                <a:lnTo>
                  <a:pt x="528205" y="14800"/>
                </a:lnTo>
                <a:lnTo>
                  <a:pt x="1056409" y="0"/>
                </a:lnTo>
              </a:path>
            </a:pathLst>
          </a:custGeom>
          <a:noFill xmlns:a="http://schemas.openxmlformats.org/drawingml/2006/main"/>
          <a:ln xmlns:a="http://schemas.openxmlformats.org/drawingml/2006/main" w="41910">
            <a:solidFill>
              <a:srgbClr val="FFFFFF"/>
            </a:solidFill>
            <a:prstDash val="solid"/>
          </a:ln>
        </p:spPr>
      </p:sp>
      <p:sp>
        <p:nvSpPr>
          <p:cNvPr id="173" name="path_172">
            <a:extLst xmlns:a="http://schemas.openxmlformats.org/drawingml/2006/main">
              <a:ext uri="{FF2B5EF4-FFF2-40B4-BE49-F238E27FC236}">
                <a16:creationId xmlns:a16="http://schemas.microsoft.com/office/drawing/2014/main" id="{E48C8913-05C1-45A6-B3D9-5F585DA336C2}"/>
              </a:ext>
            </a:extLst>
          </p:cNvPr>
          <p:cNvSpPr>
            <a:spLocks xmlns:a="http://schemas.openxmlformats.org/drawingml/2006/main" noGrp="1"/>
          </p:cNvSpPr>
          <p:nvPr/>
        </p:nvSpPr>
        <p:spPr>
          <a:xfrm xmlns:a="http://schemas.openxmlformats.org/drawingml/2006/main">
            <a:off x="9758795" y="7295759"/>
            <a:ext cx="1056409" cy="218012"/>
          </a:xfrm>
          <a:custGeom xmlns:a="http://schemas.openxmlformats.org/drawingml/2006/main">
            <a:pathLst>
              <a:path w="1056409" h="218012">
                <a:moveTo>
                  <a:pt x="0" y="218012"/>
                </a:moveTo>
                <a:lnTo>
                  <a:pt x="528205" y="14800"/>
                </a:lnTo>
                <a:lnTo>
                  <a:pt x="1056409" y="0"/>
                </a:lnTo>
              </a:path>
            </a:pathLst>
          </a:custGeom>
          <a:noFill xmlns:a="http://schemas.openxmlformats.org/drawingml/2006/main"/>
          <a:ln xmlns:a="http://schemas.openxmlformats.org/drawingml/2006/main" w="22860">
            <a:solidFill>
              <a:srgbClr val="0072B2"/>
            </a:solidFill>
            <a:prstDash val="solid"/>
          </a:ln>
        </p:spPr>
      </p:sp>
      <p:sp>
        <p:nvSpPr>
          <p:cNvPr id="174" name="ellipse_173">
            <a:extLst xmlns:a="http://schemas.openxmlformats.org/drawingml/2006/main">
              <a:ext uri="{FF2B5EF4-FFF2-40B4-BE49-F238E27FC236}">
                <a16:creationId xmlns:a16="http://schemas.microsoft.com/office/drawing/2014/main" id="{329E48CF-678C-4391-A08C-3CE52DC2FC30}"/>
              </a:ext>
            </a:extLst>
          </p:cNvPr>
          <p:cNvSpPr>
            <a:spLocks xmlns:a="http://schemas.openxmlformats.org/drawingml/2006/main" noGrp="1"/>
          </p:cNvSpPr>
          <p:nvPr/>
        </p:nvSpPr>
        <p:spPr>
          <a:xfrm xmlns:a="http://schemas.openxmlformats.org/drawingml/2006/main" rot="0">
            <a:off x="9727363" y="7482339"/>
            <a:ext cx="62865" cy="62865"/>
          </a:xfrm>
          <a:prstGeom xmlns:a="http://schemas.openxmlformats.org/drawingml/2006/main" prst="ellipse">
            <a:avLst/>
          </a:prstGeom>
          <a:solidFill xmlns:a="http://schemas.openxmlformats.org/drawingml/2006/main">
            <a:srgbClr val="FFFFFF"/>
          </a:solidFill>
          <a:ln xmlns:a="http://schemas.openxmlformats.org/drawingml/2006/main" w="17145">
            <a:solidFill>
              <a:srgbClr val="0072B2"/>
            </a:solidFill>
            <a:prstDash val="solid"/>
          </a:ln>
        </p:spPr>
      </p:sp>
      <p:sp>
        <p:nvSpPr>
          <p:cNvPr id="175" name="ellipse_174">
            <a:extLst xmlns:a="http://schemas.openxmlformats.org/drawingml/2006/main">
              <a:ext uri="{FF2B5EF4-FFF2-40B4-BE49-F238E27FC236}">
                <a16:creationId xmlns:a16="http://schemas.microsoft.com/office/drawing/2014/main" id="{F2C6E2E9-D2F5-44C0-8917-349BCC7628B9}"/>
              </a:ext>
            </a:extLst>
          </p:cNvPr>
          <p:cNvSpPr>
            <a:spLocks xmlns:a="http://schemas.openxmlformats.org/drawingml/2006/main" noGrp="1"/>
          </p:cNvSpPr>
          <p:nvPr/>
        </p:nvSpPr>
        <p:spPr>
          <a:xfrm xmlns:a="http://schemas.openxmlformats.org/drawingml/2006/main" rot="0">
            <a:off x="10255568" y="7279127"/>
            <a:ext cx="62865" cy="62865"/>
          </a:xfrm>
          <a:prstGeom xmlns:a="http://schemas.openxmlformats.org/drawingml/2006/main" prst="ellipse">
            <a:avLst/>
          </a:prstGeom>
          <a:solidFill xmlns:a="http://schemas.openxmlformats.org/drawingml/2006/main">
            <a:srgbClr val="FFFFFF"/>
          </a:solidFill>
          <a:ln xmlns:a="http://schemas.openxmlformats.org/drawingml/2006/main" w="17145">
            <a:solidFill>
              <a:srgbClr val="0072B2"/>
            </a:solidFill>
            <a:prstDash val="solid"/>
          </a:ln>
        </p:spPr>
      </p:sp>
      <p:sp>
        <p:nvSpPr>
          <p:cNvPr id="176" name="ellipse_175">
            <a:extLst xmlns:a="http://schemas.openxmlformats.org/drawingml/2006/main">
              <a:ext uri="{FF2B5EF4-FFF2-40B4-BE49-F238E27FC236}">
                <a16:creationId xmlns:a16="http://schemas.microsoft.com/office/drawing/2014/main" id="{EFEB1332-AB50-45FC-9C88-3B8BCE21B31E}"/>
              </a:ext>
            </a:extLst>
          </p:cNvPr>
          <p:cNvSpPr>
            <a:spLocks xmlns:a="http://schemas.openxmlformats.org/drawingml/2006/main" noGrp="1"/>
          </p:cNvSpPr>
          <p:nvPr/>
        </p:nvSpPr>
        <p:spPr>
          <a:xfrm xmlns:a="http://schemas.openxmlformats.org/drawingml/2006/main" rot="0">
            <a:off x="10783772" y="7264327"/>
            <a:ext cx="62865" cy="62865"/>
          </a:xfrm>
          <a:prstGeom xmlns:a="http://schemas.openxmlformats.org/drawingml/2006/main" prst="ellipse">
            <a:avLst/>
          </a:prstGeom>
          <a:solidFill xmlns:a="http://schemas.openxmlformats.org/drawingml/2006/main">
            <a:srgbClr val="FFFFFF"/>
          </a:solidFill>
          <a:ln xmlns:a="http://schemas.openxmlformats.org/drawingml/2006/main" w="17145">
            <a:solidFill>
              <a:srgbClr val="0072B2"/>
            </a:solidFill>
            <a:prstDash val="solid"/>
          </a:ln>
        </p:spPr>
      </p:sp>
      <p:sp>
        <p:nvSpPr>
          <p:cNvPr id="177" name="text_176">
            <a:extLst xmlns:a="http://schemas.openxmlformats.org/drawingml/2006/main">
              <a:ext uri="{FF2B5EF4-FFF2-40B4-BE49-F238E27FC236}">
                <a16:creationId xmlns:a16="http://schemas.microsoft.com/office/drawing/2014/main" id="{15BC65FC-8137-41CC-BD4C-503AC2994371}"/>
              </a:ext>
            </a:extLst>
          </p:cNvPr>
          <p:cNvSpPr>
            <a:spLocks xmlns:a="http://schemas.openxmlformats.org/drawingml/2006/main" noGrp="1"/>
          </p:cNvSpPr>
          <p:nvPr/>
        </p:nvSpPr>
        <p:spPr>
          <a:xfrm xmlns:a="http://schemas.openxmlformats.org/drawingml/2006/main" rot="0">
            <a:off x="9530195" y="7256596"/>
            <a:ext cx="238125" cy="2476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425" b="1">
                <a:solidFill>
                  <a:srgbClr val="0072B2"/>
                </a:solidFill>
                <a:latin typeface="Arial"/>
                <a:ea typeface="Arial"/>
                <a:cs typeface="Arial"/>
              </a:defRPr>
            </a:defPPr>
            <a:lvl1pPr algn="l">
              <a:defRPr sz="1425" b="1">
                <a:solidFill>
                  <a:srgbClr val="0072B2"/>
                </a:solidFill>
                <a:latin typeface="Arial"/>
                <a:ea typeface="Arial"/>
                <a:cs typeface="Arial"/>
              </a:defRPr>
            </a:lvl1pPr>
            <a:lvl2pPr algn="l">
              <a:defRPr sz="1425" b="1">
                <a:solidFill>
                  <a:srgbClr val="0072B2"/>
                </a:solidFill>
                <a:latin typeface="Arial"/>
                <a:ea typeface="Arial"/>
                <a:cs typeface="Arial"/>
              </a:defRPr>
            </a:lvl2pPr>
            <a:lvl3pPr algn="l">
              <a:defRPr sz="1425" b="1">
                <a:solidFill>
                  <a:srgbClr val="0072B2"/>
                </a:solidFill>
                <a:latin typeface="Arial"/>
                <a:ea typeface="Arial"/>
                <a:cs typeface="Arial"/>
              </a:defRPr>
            </a:lvl3pPr>
            <a:lvl4pPr algn="l">
              <a:defRPr sz="1425" b="1">
                <a:solidFill>
                  <a:srgbClr val="0072B2"/>
                </a:solidFill>
                <a:latin typeface="Arial"/>
                <a:ea typeface="Arial"/>
                <a:cs typeface="Arial"/>
              </a:defRPr>
            </a:lvl4pPr>
            <a:lvl5pPr algn="l">
              <a:defRPr sz="1425" b="1">
                <a:solidFill>
                  <a:srgbClr val="0072B2"/>
                </a:solidFill>
                <a:latin typeface="Arial"/>
                <a:ea typeface="Arial"/>
                <a:cs typeface="Arial"/>
              </a:defRPr>
            </a:lvl5pPr>
            <a:lvl6pPr algn="l">
              <a:defRPr sz="1425" b="1">
                <a:solidFill>
                  <a:srgbClr val="0072B2"/>
                </a:solidFill>
                <a:latin typeface="Arial"/>
                <a:ea typeface="Arial"/>
                <a:cs typeface="Arial"/>
              </a:defRPr>
            </a:lvl6pPr>
            <a:lvl7pPr algn="l">
              <a:defRPr sz="1425" b="1">
                <a:solidFill>
                  <a:srgbClr val="0072B2"/>
                </a:solidFill>
                <a:latin typeface="Arial"/>
                <a:ea typeface="Arial"/>
                <a:cs typeface="Arial"/>
              </a:defRPr>
            </a:lvl7pPr>
            <a:lvl8pPr algn="l">
              <a:defRPr sz="1425" b="1">
                <a:solidFill>
                  <a:srgbClr val="0072B2"/>
                </a:solidFill>
                <a:latin typeface="Arial"/>
                <a:ea typeface="Arial"/>
                <a:cs typeface="Arial"/>
              </a:defRPr>
            </a:lvl8pPr>
            <a:lvl9pPr algn="l">
              <a:defRPr sz="1425" b="1">
                <a:solidFill>
                  <a:srgbClr val="0072B2"/>
                </a:solidFill>
                <a:latin typeface="Arial"/>
                <a:ea typeface="Arial"/>
                <a:cs typeface="Arial"/>
              </a:defRPr>
            </a:lvl9pPr>
          </a:lstStyle>
          <a:p xmlns:a="http://schemas.openxmlformats.org/drawingml/2006/main">
            <a:pPr algn="l">
              <a:defRPr sz="1425" b="1">
                <a:solidFill>
                  <a:srgbClr val="0072B2"/>
                </a:solidFill>
                <a:latin typeface="Arial"/>
                <a:ea typeface="Arial"/>
                <a:cs typeface="Arial"/>
              </a:defRPr>
            </a:pPr>
            <a:r>
              <a:rPr sz="1425" b="1">
                <a:solidFill>
                  <a:srgbClr val="0072B2"/>
                </a:solidFill>
                <a:latin typeface="Arial"/>
                <a:ea typeface="Arial"/>
                <a:cs typeface="Arial"/>
              </a:rPr>
              <a:t>A</a:t>
            </a:r>
          </a:p>
        </p:txBody>
      </p:sp>
      <p:sp>
        <p:nvSpPr>
          <p:cNvPr id="178" name="path_177">
            <a:extLst xmlns:a="http://schemas.openxmlformats.org/drawingml/2006/main">
              <a:ext uri="{FF2B5EF4-FFF2-40B4-BE49-F238E27FC236}">
                <a16:creationId xmlns:a16="http://schemas.microsoft.com/office/drawing/2014/main" id="{4FC8E5B6-146D-4519-894D-2C9636848DB4}"/>
              </a:ext>
            </a:extLst>
          </p:cNvPr>
          <p:cNvSpPr>
            <a:spLocks xmlns:a="http://schemas.openxmlformats.org/drawingml/2006/main" noGrp="1"/>
          </p:cNvSpPr>
          <p:nvPr/>
        </p:nvSpPr>
        <p:spPr>
          <a:xfrm xmlns:a="http://schemas.openxmlformats.org/drawingml/2006/main">
            <a:off x="7645977" y="6683738"/>
            <a:ext cx="5282045" cy="752090"/>
          </a:xfrm>
          <a:custGeom xmlns:a="http://schemas.openxmlformats.org/drawingml/2006/main">
            <a:pathLst>
              <a:path w="5282045" h="752090">
                <a:moveTo>
                  <a:pt x="0" y="553372"/>
                </a:moveTo>
                <a:lnTo>
                  <a:pt x="528205" y="0"/>
                </a:lnTo>
                <a:lnTo>
                  <a:pt x="1056409" y="619948"/>
                </a:lnTo>
                <a:lnTo>
                  <a:pt x="1584614" y="292823"/>
                </a:lnTo>
                <a:lnTo>
                  <a:pt x="2112818" y="292823"/>
                </a:lnTo>
                <a:lnTo>
                  <a:pt x="2641023" y="24459"/>
                </a:lnTo>
                <a:lnTo>
                  <a:pt x="3169227" y="269045"/>
                </a:lnTo>
                <a:lnTo>
                  <a:pt x="3697432" y="750394"/>
                </a:lnTo>
                <a:lnTo>
                  <a:pt x="4225636" y="752090"/>
                </a:lnTo>
                <a:lnTo>
                  <a:pt x="4753841" y="493238"/>
                </a:lnTo>
                <a:lnTo>
                  <a:pt x="5282045" y="473196"/>
                </a:lnTo>
              </a:path>
            </a:pathLst>
          </a:custGeom>
          <a:noFill xmlns:a="http://schemas.openxmlformats.org/drawingml/2006/main"/>
          <a:ln xmlns:a="http://schemas.openxmlformats.org/drawingml/2006/main" w="32861">
            <a:solidFill>
              <a:srgbClr val="FFFFFF"/>
            </a:solidFill>
            <a:prstDash val="dash"/>
          </a:ln>
        </p:spPr>
      </p:sp>
      <p:sp>
        <p:nvSpPr>
          <p:cNvPr id="179" name="path_178">
            <a:extLst xmlns:a="http://schemas.openxmlformats.org/drawingml/2006/main">
              <a:ext uri="{FF2B5EF4-FFF2-40B4-BE49-F238E27FC236}">
                <a16:creationId xmlns:a16="http://schemas.microsoft.com/office/drawing/2014/main" id="{3CC1E24A-17C2-4CC6-8C28-8BCEBEB2C3B5}"/>
              </a:ext>
            </a:extLst>
          </p:cNvPr>
          <p:cNvSpPr>
            <a:spLocks xmlns:a="http://schemas.openxmlformats.org/drawingml/2006/main" noGrp="1"/>
          </p:cNvSpPr>
          <p:nvPr/>
        </p:nvSpPr>
        <p:spPr>
          <a:xfrm xmlns:a="http://schemas.openxmlformats.org/drawingml/2006/main">
            <a:off x="7645977" y="6683738"/>
            <a:ext cx="5282045" cy="752090"/>
          </a:xfrm>
          <a:custGeom xmlns:a="http://schemas.openxmlformats.org/drawingml/2006/main">
            <a:pathLst>
              <a:path w="5282045" h="752090">
                <a:moveTo>
                  <a:pt x="0" y="553372"/>
                </a:moveTo>
                <a:lnTo>
                  <a:pt x="528205" y="0"/>
                </a:lnTo>
                <a:lnTo>
                  <a:pt x="1056409" y="619948"/>
                </a:lnTo>
                <a:lnTo>
                  <a:pt x="1584614" y="292823"/>
                </a:lnTo>
                <a:lnTo>
                  <a:pt x="2112818" y="292823"/>
                </a:lnTo>
                <a:lnTo>
                  <a:pt x="2641023" y="24459"/>
                </a:lnTo>
                <a:lnTo>
                  <a:pt x="3169227" y="269045"/>
                </a:lnTo>
                <a:lnTo>
                  <a:pt x="3697432" y="750394"/>
                </a:lnTo>
                <a:lnTo>
                  <a:pt x="4225636" y="752090"/>
                </a:lnTo>
                <a:lnTo>
                  <a:pt x="4753841" y="493238"/>
                </a:lnTo>
                <a:lnTo>
                  <a:pt x="5282045" y="473196"/>
                </a:lnTo>
              </a:path>
            </a:pathLst>
          </a:custGeom>
          <a:noFill xmlns:a="http://schemas.openxmlformats.org/drawingml/2006/main"/>
          <a:ln xmlns:a="http://schemas.openxmlformats.org/drawingml/2006/main" w="13811">
            <a:solidFill>
              <a:srgbClr val="D55E00"/>
            </a:solidFill>
            <a:prstDash val="dash"/>
          </a:ln>
        </p:spPr>
      </p:sp>
      <p:sp>
        <p:nvSpPr>
          <p:cNvPr id="180" name="path_179">
            <a:extLst xmlns:a="http://schemas.openxmlformats.org/drawingml/2006/main">
              <a:ext uri="{FF2B5EF4-FFF2-40B4-BE49-F238E27FC236}">
                <a16:creationId xmlns:a16="http://schemas.microsoft.com/office/drawing/2014/main" id="{9234E296-CD09-4FAC-9EB7-441AF5AA37DE}"/>
              </a:ext>
            </a:extLst>
          </p:cNvPr>
          <p:cNvSpPr>
            <a:spLocks xmlns:a="http://schemas.openxmlformats.org/drawingml/2006/main" noGrp="1"/>
          </p:cNvSpPr>
          <p:nvPr/>
        </p:nvSpPr>
        <p:spPr>
          <a:xfrm xmlns:a="http://schemas.openxmlformats.org/drawingml/2006/main">
            <a:off x="7645977" y="6740157"/>
            <a:ext cx="5282045" cy="703606"/>
          </a:xfrm>
          <a:custGeom xmlns:a="http://schemas.openxmlformats.org/drawingml/2006/main">
            <a:pathLst>
              <a:path w="5282045" h="703606">
                <a:moveTo>
                  <a:pt x="0" y="496870"/>
                </a:moveTo>
                <a:lnTo>
                  <a:pt x="528205" y="0"/>
                </a:lnTo>
                <a:lnTo>
                  <a:pt x="1056409" y="571577"/>
                </a:lnTo>
                <a:lnTo>
                  <a:pt x="1584614" y="228349"/>
                </a:lnTo>
                <a:lnTo>
                  <a:pt x="2112818" y="366251"/>
                </a:lnTo>
                <a:lnTo>
                  <a:pt x="2641023" y="24902"/>
                </a:lnTo>
                <a:lnTo>
                  <a:pt x="3169227" y="211199"/>
                </a:lnTo>
                <a:lnTo>
                  <a:pt x="3697432" y="701961"/>
                </a:lnTo>
                <a:lnTo>
                  <a:pt x="4225636" y="703606"/>
                </a:lnTo>
                <a:lnTo>
                  <a:pt x="4753841" y="428741"/>
                </a:lnTo>
                <a:lnTo>
                  <a:pt x="5282045" y="415820"/>
                </a:lnTo>
              </a:path>
            </a:pathLst>
          </a:custGeom>
          <a:noFill xmlns:a="http://schemas.openxmlformats.org/drawingml/2006/main"/>
          <a:ln xmlns:a="http://schemas.openxmlformats.org/drawingml/2006/main" w="41910">
            <a:solidFill>
              <a:srgbClr val="FFFFFF"/>
            </a:solidFill>
            <a:prstDash val="solid"/>
          </a:ln>
        </p:spPr>
      </p:sp>
      <p:sp>
        <p:nvSpPr>
          <p:cNvPr id="181" name="path_180">
            <a:extLst xmlns:a="http://schemas.openxmlformats.org/drawingml/2006/main">
              <a:ext uri="{FF2B5EF4-FFF2-40B4-BE49-F238E27FC236}">
                <a16:creationId xmlns:a16="http://schemas.microsoft.com/office/drawing/2014/main" id="{CF2867C9-E2CE-4893-B340-DF02D9D2EA2C}"/>
              </a:ext>
            </a:extLst>
          </p:cNvPr>
          <p:cNvSpPr>
            <a:spLocks xmlns:a="http://schemas.openxmlformats.org/drawingml/2006/main" noGrp="1"/>
          </p:cNvSpPr>
          <p:nvPr/>
        </p:nvSpPr>
        <p:spPr>
          <a:xfrm xmlns:a="http://schemas.openxmlformats.org/drawingml/2006/main">
            <a:off x="7645977" y="6740157"/>
            <a:ext cx="5282045" cy="703606"/>
          </a:xfrm>
          <a:custGeom xmlns:a="http://schemas.openxmlformats.org/drawingml/2006/main">
            <a:pathLst>
              <a:path w="5282045" h="703606">
                <a:moveTo>
                  <a:pt x="0" y="496870"/>
                </a:moveTo>
                <a:lnTo>
                  <a:pt x="528205" y="0"/>
                </a:lnTo>
                <a:lnTo>
                  <a:pt x="1056409" y="571577"/>
                </a:lnTo>
                <a:lnTo>
                  <a:pt x="1584614" y="228349"/>
                </a:lnTo>
                <a:lnTo>
                  <a:pt x="2112818" y="366251"/>
                </a:lnTo>
                <a:lnTo>
                  <a:pt x="2641023" y="24902"/>
                </a:lnTo>
                <a:lnTo>
                  <a:pt x="3169227" y="211199"/>
                </a:lnTo>
                <a:lnTo>
                  <a:pt x="3697432" y="701961"/>
                </a:lnTo>
                <a:lnTo>
                  <a:pt x="4225636" y="703606"/>
                </a:lnTo>
                <a:lnTo>
                  <a:pt x="4753841" y="428741"/>
                </a:lnTo>
                <a:lnTo>
                  <a:pt x="5282045" y="415820"/>
                </a:lnTo>
              </a:path>
            </a:pathLst>
          </a:custGeom>
          <a:noFill xmlns:a="http://schemas.openxmlformats.org/drawingml/2006/main"/>
          <a:ln xmlns:a="http://schemas.openxmlformats.org/drawingml/2006/main" w="22860">
            <a:solidFill>
              <a:srgbClr val="D55E00"/>
            </a:solidFill>
            <a:prstDash val="solid"/>
          </a:ln>
        </p:spPr>
      </p:sp>
      <p:sp>
        <p:nvSpPr>
          <p:cNvPr id="182" name="ellipse_181">
            <a:extLst xmlns:a="http://schemas.openxmlformats.org/drawingml/2006/main">
              <a:ext uri="{FF2B5EF4-FFF2-40B4-BE49-F238E27FC236}">
                <a16:creationId xmlns:a16="http://schemas.microsoft.com/office/drawing/2014/main" id="{2E9CFD28-AB1F-4FB4-B57C-22748E973876}"/>
              </a:ext>
            </a:extLst>
          </p:cNvPr>
          <p:cNvSpPr>
            <a:spLocks xmlns:a="http://schemas.openxmlformats.org/drawingml/2006/main" noGrp="1"/>
          </p:cNvSpPr>
          <p:nvPr/>
        </p:nvSpPr>
        <p:spPr>
          <a:xfrm xmlns:a="http://schemas.openxmlformats.org/drawingml/2006/main" rot="0">
            <a:off x="9727363" y="7074976"/>
            <a:ext cx="62865" cy="62865"/>
          </a:xfrm>
          <a:prstGeom xmlns:a="http://schemas.openxmlformats.org/drawingml/2006/main" prst="ellipse">
            <a:avLst/>
          </a:prstGeom>
          <a:solidFill xmlns:a="http://schemas.openxmlformats.org/drawingml/2006/main">
            <a:srgbClr val="FFFFFF"/>
          </a:solidFill>
          <a:ln xmlns:a="http://schemas.openxmlformats.org/drawingml/2006/main" w="17145">
            <a:solidFill>
              <a:srgbClr val="D55E00"/>
            </a:solidFill>
            <a:prstDash val="solid"/>
          </a:ln>
        </p:spPr>
      </p:sp>
      <p:sp>
        <p:nvSpPr>
          <p:cNvPr id="183" name="ellipse_182">
            <a:extLst xmlns:a="http://schemas.openxmlformats.org/drawingml/2006/main">
              <a:ext uri="{FF2B5EF4-FFF2-40B4-BE49-F238E27FC236}">
                <a16:creationId xmlns:a16="http://schemas.microsoft.com/office/drawing/2014/main" id="{70FED8E2-E2CD-47BB-8C5F-5EF37EE481E0}"/>
              </a:ext>
            </a:extLst>
          </p:cNvPr>
          <p:cNvSpPr>
            <a:spLocks xmlns:a="http://schemas.openxmlformats.org/drawingml/2006/main" noGrp="1"/>
          </p:cNvSpPr>
          <p:nvPr/>
        </p:nvSpPr>
        <p:spPr>
          <a:xfrm xmlns:a="http://schemas.openxmlformats.org/drawingml/2006/main" rot="0">
            <a:off x="10255568" y="6733627"/>
            <a:ext cx="62865" cy="62865"/>
          </a:xfrm>
          <a:prstGeom xmlns:a="http://schemas.openxmlformats.org/drawingml/2006/main" prst="ellipse">
            <a:avLst/>
          </a:prstGeom>
          <a:solidFill xmlns:a="http://schemas.openxmlformats.org/drawingml/2006/main">
            <a:srgbClr val="FFFFFF"/>
          </a:solidFill>
          <a:ln xmlns:a="http://schemas.openxmlformats.org/drawingml/2006/main" w="17145">
            <a:solidFill>
              <a:srgbClr val="D55E00"/>
            </a:solidFill>
            <a:prstDash val="solid"/>
          </a:ln>
        </p:spPr>
      </p:sp>
      <p:sp>
        <p:nvSpPr>
          <p:cNvPr id="184" name="ellipse_183">
            <a:extLst xmlns:a="http://schemas.openxmlformats.org/drawingml/2006/main">
              <a:ext uri="{FF2B5EF4-FFF2-40B4-BE49-F238E27FC236}">
                <a16:creationId xmlns:a16="http://schemas.microsoft.com/office/drawing/2014/main" id="{5872A21E-5872-4681-B676-654083937B0D}"/>
              </a:ext>
            </a:extLst>
          </p:cNvPr>
          <p:cNvSpPr>
            <a:spLocks xmlns:a="http://schemas.openxmlformats.org/drawingml/2006/main" noGrp="1"/>
          </p:cNvSpPr>
          <p:nvPr/>
        </p:nvSpPr>
        <p:spPr>
          <a:xfrm xmlns:a="http://schemas.openxmlformats.org/drawingml/2006/main" rot="0">
            <a:off x="10783772" y="6919924"/>
            <a:ext cx="62865" cy="62865"/>
          </a:xfrm>
          <a:prstGeom xmlns:a="http://schemas.openxmlformats.org/drawingml/2006/main" prst="ellipse">
            <a:avLst/>
          </a:prstGeom>
          <a:solidFill xmlns:a="http://schemas.openxmlformats.org/drawingml/2006/main">
            <a:srgbClr val="FFFFFF"/>
          </a:solidFill>
          <a:ln xmlns:a="http://schemas.openxmlformats.org/drawingml/2006/main" w="17145">
            <a:solidFill>
              <a:srgbClr val="D55E00"/>
            </a:solidFill>
            <a:prstDash val="solid"/>
          </a:ln>
        </p:spPr>
      </p:sp>
      <p:sp>
        <p:nvSpPr>
          <p:cNvPr id="185" name="text_184">
            <a:extLst xmlns:a="http://schemas.openxmlformats.org/drawingml/2006/main">
              <a:ext uri="{FF2B5EF4-FFF2-40B4-BE49-F238E27FC236}">
                <a16:creationId xmlns:a16="http://schemas.microsoft.com/office/drawing/2014/main" id="{97485937-7278-4005-832B-4AFB59F81FCB}"/>
              </a:ext>
            </a:extLst>
          </p:cNvPr>
          <p:cNvSpPr>
            <a:spLocks xmlns:a="http://schemas.openxmlformats.org/drawingml/2006/main" noGrp="1"/>
          </p:cNvSpPr>
          <p:nvPr/>
        </p:nvSpPr>
        <p:spPr>
          <a:xfrm xmlns:a="http://schemas.openxmlformats.org/drawingml/2006/main" rot="0">
            <a:off x="9854045" y="7058783"/>
            <a:ext cx="238125" cy="2476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425" b="1">
                <a:solidFill>
                  <a:srgbClr val="D55E00"/>
                </a:solidFill>
                <a:latin typeface="Arial"/>
                <a:ea typeface="Arial"/>
                <a:cs typeface="Arial"/>
              </a:defRPr>
            </a:defPPr>
            <a:lvl1pPr algn="l">
              <a:defRPr sz="1425" b="1">
                <a:solidFill>
                  <a:srgbClr val="D55E00"/>
                </a:solidFill>
                <a:latin typeface="Arial"/>
                <a:ea typeface="Arial"/>
                <a:cs typeface="Arial"/>
              </a:defRPr>
            </a:lvl1pPr>
            <a:lvl2pPr algn="l">
              <a:defRPr sz="1425" b="1">
                <a:solidFill>
                  <a:srgbClr val="D55E00"/>
                </a:solidFill>
                <a:latin typeface="Arial"/>
                <a:ea typeface="Arial"/>
                <a:cs typeface="Arial"/>
              </a:defRPr>
            </a:lvl2pPr>
            <a:lvl3pPr algn="l">
              <a:defRPr sz="1425" b="1">
                <a:solidFill>
                  <a:srgbClr val="D55E00"/>
                </a:solidFill>
                <a:latin typeface="Arial"/>
                <a:ea typeface="Arial"/>
                <a:cs typeface="Arial"/>
              </a:defRPr>
            </a:lvl3pPr>
            <a:lvl4pPr algn="l">
              <a:defRPr sz="1425" b="1">
                <a:solidFill>
                  <a:srgbClr val="D55E00"/>
                </a:solidFill>
                <a:latin typeface="Arial"/>
                <a:ea typeface="Arial"/>
                <a:cs typeface="Arial"/>
              </a:defRPr>
            </a:lvl4pPr>
            <a:lvl5pPr algn="l">
              <a:defRPr sz="1425" b="1">
                <a:solidFill>
                  <a:srgbClr val="D55E00"/>
                </a:solidFill>
                <a:latin typeface="Arial"/>
                <a:ea typeface="Arial"/>
                <a:cs typeface="Arial"/>
              </a:defRPr>
            </a:lvl5pPr>
            <a:lvl6pPr algn="l">
              <a:defRPr sz="1425" b="1">
                <a:solidFill>
                  <a:srgbClr val="D55E00"/>
                </a:solidFill>
                <a:latin typeface="Arial"/>
                <a:ea typeface="Arial"/>
                <a:cs typeface="Arial"/>
              </a:defRPr>
            </a:lvl6pPr>
            <a:lvl7pPr algn="l">
              <a:defRPr sz="1425" b="1">
                <a:solidFill>
                  <a:srgbClr val="D55E00"/>
                </a:solidFill>
                <a:latin typeface="Arial"/>
                <a:ea typeface="Arial"/>
                <a:cs typeface="Arial"/>
              </a:defRPr>
            </a:lvl7pPr>
            <a:lvl8pPr algn="l">
              <a:defRPr sz="1425" b="1">
                <a:solidFill>
                  <a:srgbClr val="D55E00"/>
                </a:solidFill>
                <a:latin typeface="Arial"/>
                <a:ea typeface="Arial"/>
                <a:cs typeface="Arial"/>
              </a:defRPr>
            </a:lvl8pPr>
            <a:lvl9pPr algn="l">
              <a:defRPr sz="1425" b="1">
                <a:solidFill>
                  <a:srgbClr val="D55E00"/>
                </a:solidFill>
                <a:latin typeface="Arial"/>
                <a:ea typeface="Arial"/>
                <a:cs typeface="Arial"/>
              </a:defRPr>
            </a:lvl9pPr>
          </a:lstStyle>
          <a:p xmlns:a="http://schemas.openxmlformats.org/drawingml/2006/main">
            <a:pPr algn="l">
              <a:defRPr sz="1425" b="1">
                <a:solidFill>
                  <a:srgbClr val="D55E00"/>
                </a:solidFill>
                <a:latin typeface="Arial"/>
                <a:ea typeface="Arial"/>
                <a:cs typeface="Arial"/>
              </a:defRPr>
            </a:pPr>
            <a:r>
              <a:rPr sz="1425" b="1">
                <a:solidFill>
                  <a:srgbClr val="D55E00"/>
                </a:solidFill>
                <a:latin typeface="Arial"/>
                <a:ea typeface="Arial"/>
                <a:cs typeface="Arial"/>
              </a:rPr>
              <a:t>B</a:t>
            </a:r>
          </a:p>
        </p:txBody>
      </p:sp>
      <p:sp>
        <p:nvSpPr>
          <p:cNvPr id="186" name="path_185">
            <a:extLst xmlns:a="http://schemas.openxmlformats.org/drawingml/2006/main">
              <a:ext uri="{FF2B5EF4-FFF2-40B4-BE49-F238E27FC236}">
                <a16:creationId xmlns:a16="http://schemas.microsoft.com/office/drawing/2014/main" id="{64677322-85B0-433C-ACDC-2671D548E440}"/>
              </a:ext>
            </a:extLst>
          </p:cNvPr>
          <p:cNvSpPr>
            <a:spLocks xmlns:a="http://schemas.openxmlformats.org/drawingml/2006/main" noGrp="1"/>
          </p:cNvSpPr>
          <p:nvPr/>
        </p:nvSpPr>
        <p:spPr>
          <a:xfrm xmlns:a="http://schemas.openxmlformats.org/drawingml/2006/main">
            <a:off x="9230591" y="7133156"/>
            <a:ext cx="2641023" cy="56390"/>
          </a:xfrm>
          <a:custGeom xmlns:a="http://schemas.openxmlformats.org/drawingml/2006/main">
            <a:pathLst>
              <a:path w="2641023" h="56390">
                <a:moveTo>
                  <a:pt x="0" y="56390"/>
                </a:moveTo>
                <a:lnTo>
                  <a:pt x="528205" y="40764"/>
                </a:lnTo>
                <a:lnTo>
                  <a:pt x="1056409" y="25139"/>
                </a:lnTo>
                <a:lnTo>
                  <a:pt x="1584614" y="4416"/>
                </a:lnTo>
                <a:lnTo>
                  <a:pt x="2112818" y="11889"/>
                </a:lnTo>
                <a:lnTo>
                  <a:pt x="2641023" y="0"/>
                </a:lnTo>
              </a:path>
            </a:pathLst>
          </a:custGeom>
          <a:noFill xmlns:a="http://schemas.openxmlformats.org/drawingml/2006/main"/>
          <a:ln xmlns:a="http://schemas.openxmlformats.org/drawingml/2006/main" w="32861">
            <a:solidFill>
              <a:srgbClr val="FFFFFF"/>
            </a:solidFill>
            <a:prstDash val="dash"/>
          </a:ln>
        </p:spPr>
      </p:sp>
      <p:sp>
        <p:nvSpPr>
          <p:cNvPr id="187" name="path_186">
            <a:extLst xmlns:a="http://schemas.openxmlformats.org/drawingml/2006/main">
              <a:ext uri="{FF2B5EF4-FFF2-40B4-BE49-F238E27FC236}">
                <a16:creationId xmlns:a16="http://schemas.microsoft.com/office/drawing/2014/main" id="{DB4FA094-9178-4897-844A-C57B83A41BE0}"/>
              </a:ext>
            </a:extLst>
          </p:cNvPr>
          <p:cNvSpPr>
            <a:spLocks xmlns:a="http://schemas.openxmlformats.org/drawingml/2006/main" noGrp="1"/>
          </p:cNvSpPr>
          <p:nvPr/>
        </p:nvSpPr>
        <p:spPr>
          <a:xfrm xmlns:a="http://schemas.openxmlformats.org/drawingml/2006/main">
            <a:off x="9230591" y="7133156"/>
            <a:ext cx="2641023" cy="56390"/>
          </a:xfrm>
          <a:custGeom xmlns:a="http://schemas.openxmlformats.org/drawingml/2006/main">
            <a:pathLst>
              <a:path w="2641023" h="56390">
                <a:moveTo>
                  <a:pt x="0" y="56390"/>
                </a:moveTo>
                <a:lnTo>
                  <a:pt x="528205" y="40764"/>
                </a:lnTo>
                <a:lnTo>
                  <a:pt x="1056409" y="25139"/>
                </a:lnTo>
                <a:lnTo>
                  <a:pt x="1584614" y="4416"/>
                </a:lnTo>
                <a:lnTo>
                  <a:pt x="2112818" y="11889"/>
                </a:lnTo>
                <a:lnTo>
                  <a:pt x="2641023" y="0"/>
                </a:lnTo>
              </a:path>
            </a:pathLst>
          </a:custGeom>
          <a:noFill xmlns:a="http://schemas.openxmlformats.org/drawingml/2006/main"/>
          <a:ln xmlns:a="http://schemas.openxmlformats.org/drawingml/2006/main" w="13811">
            <a:solidFill>
              <a:srgbClr val="009E73"/>
            </a:solidFill>
            <a:prstDash val="dash"/>
          </a:ln>
        </p:spPr>
      </p:sp>
      <p:sp>
        <p:nvSpPr>
          <p:cNvPr id="188" name="path_187">
            <a:extLst xmlns:a="http://schemas.openxmlformats.org/drawingml/2006/main">
              <a:ext uri="{FF2B5EF4-FFF2-40B4-BE49-F238E27FC236}">
                <a16:creationId xmlns:a16="http://schemas.microsoft.com/office/drawing/2014/main" id="{59D0AF5C-A6B3-4A4F-9538-B1F3D7D03FCF}"/>
              </a:ext>
            </a:extLst>
          </p:cNvPr>
          <p:cNvSpPr>
            <a:spLocks xmlns:a="http://schemas.openxmlformats.org/drawingml/2006/main" noGrp="1"/>
          </p:cNvSpPr>
          <p:nvPr/>
        </p:nvSpPr>
        <p:spPr>
          <a:xfrm xmlns:a="http://schemas.openxmlformats.org/drawingml/2006/main">
            <a:off x="9230591" y="7030762"/>
            <a:ext cx="2641023" cy="306344"/>
          </a:xfrm>
          <a:custGeom xmlns:a="http://schemas.openxmlformats.org/drawingml/2006/main">
            <a:pathLst>
              <a:path w="2641023" h="306344">
                <a:moveTo>
                  <a:pt x="0" y="166798"/>
                </a:moveTo>
                <a:lnTo>
                  <a:pt x="528205" y="0"/>
                </a:lnTo>
                <a:lnTo>
                  <a:pt x="1056409" y="306344"/>
                </a:lnTo>
                <a:lnTo>
                  <a:pt x="1584614" y="296712"/>
                </a:lnTo>
                <a:lnTo>
                  <a:pt x="2112818" y="110181"/>
                </a:lnTo>
                <a:lnTo>
                  <a:pt x="2641023" y="94441"/>
                </a:lnTo>
              </a:path>
            </a:pathLst>
          </a:custGeom>
          <a:noFill xmlns:a="http://schemas.openxmlformats.org/drawingml/2006/main"/>
          <a:ln xmlns:a="http://schemas.openxmlformats.org/drawingml/2006/main" w="41910">
            <a:solidFill>
              <a:srgbClr val="FFFFFF"/>
            </a:solidFill>
            <a:prstDash val="solid"/>
          </a:ln>
        </p:spPr>
      </p:sp>
      <p:sp>
        <p:nvSpPr>
          <p:cNvPr id="189" name="path_188">
            <a:extLst xmlns:a="http://schemas.openxmlformats.org/drawingml/2006/main">
              <a:ext uri="{FF2B5EF4-FFF2-40B4-BE49-F238E27FC236}">
                <a16:creationId xmlns:a16="http://schemas.microsoft.com/office/drawing/2014/main" id="{209480FD-3EE1-44AD-9708-5100ADAB650F}"/>
              </a:ext>
            </a:extLst>
          </p:cNvPr>
          <p:cNvSpPr>
            <a:spLocks xmlns:a="http://schemas.openxmlformats.org/drawingml/2006/main" noGrp="1"/>
          </p:cNvSpPr>
          <p:nvPr/>
        </p:nvSpPr>
        <p:spPr>
          <a:xfrm xmlns:a="http://schemas.openxmlformats.org/drawingml/2006/main">
            <a:off x="9230591" y="7030762"/>
            <a:ext cx="2641023" cy="306344"/>
          </a:xfrm>
          <a:custGeom xmlns:a="http://schemas.openxmlformats.org/drawingml/2006/main">
            <a:pathLst>
              <a:path w="2641023" h="306344">
                <a:moveTo>
                  <a:pt x="0" y="166798"/>
                </a:moveTo>
                <a:lnTo>
                  <a:pt x="528205" y="0"/>
                </a:lnTo>
                <a:lnTo>
                  <a:pt x="1056409" y="306344"/>
                </a:lnTo>
                <a:lnTo>
                  <a:pt x="1584614" y="296712"/>
                </a:lnTo>
                <a:lnTo>
                  <a:pt x="2112818" y="110181"/>
                </a:lnTo>
                <a:lnTo>
                  <a:pt x="2641023" y="94441"/>
                </a:lnTo>
              </a:path>
            </a:pathLst>
          </a:custGeom>
          <a:noFill xmlns:a="http://schemas.openxmlformats.org/drawingml/2006/main"/>
          <a:ln xmlns:a="http://schemas.openxmlformats.org/drawingml/2006/main" w="22860">
            <a:solidFill>
              <a:srgbClr val="009E73"/>
            </a:solidFill>
            <a:prstDash val="solid"/>
          </a:ln>
        </p:spPr>
      </p:sp>
      <p:sp>
        <p:nvSpPr>
          <p:cNvPr id="190" name="ellipse_189">
            <a:extLst xmlns:a="http://schemas.openxmlformats.org/drawingml/2006/main">
              <a:ext uri="{FF2B5EF4-FFF2-40B4-BE49-F238E27FC236}">
                <a16:creationId xmlns:a16="http://schemas.microsoft.com/office/drawing/2014/main" id="{A4DD2A01-5AA3-4BE4-B2A1-2E4292D94392}"/>
              </a:ext>
            </a:extLst>
          </p:cNvPr>
          <p:cNvSpPr>
            <a:spLocks xmlns:a="http://schemas.openxmlformats.org/drawingml/2006/main" noGrp="1"/>
          </p:cNvSpPr>
          <p:nvPr/>
        </p:nvSpPr>
        <p:spPr>
          <a:xfrm xmlns:a="http://schemas.openxmlformats.org/drawingml/2006/main" rot="0">
            <a:off x="9727363" y="6999329"/>
            <a:ext cx="62865" cy="62865"/>
          </a:xfrm>
          <a:prstGeom xmlns:a="http://schemas.openxmlformats.org/drawingml/2006/main" prst="ellipse">
            <a:avLst/>
          </a:prstGeom>
          <a:solidFill xmlns:a="http://schemas.openxmlformats.org/drawingml/2006/main">
            <a:srgbClr val="FFFFFF"/>
          </a:solidFill>
          <a:ln xmlns:a="http://schemas.openxmlformats.org/drawingml/2006/main" w="17145">
            <a:solidFill>
              <a:srgbClr val="009E73"/>
            </a:solidFill>
            <a:prstDash val="solid"/>
          </a:ln>
        </p:spPr>
      </p:sp>
      <p:sp>
        <p:nvSpPr>
          <p:cNvPr id="191" name="ellipse_190">
            <a:extLst xmlns:a="http://schemas.openxmlformats.org/drawingml/2006/main">
              <a:ext uri="{FF2B5EF4-FFF2-40B4-BE49-F238E27FC236}">
                <a16:creationId xmlns:a16="http://schemas.microsoft.com/office/drawing/2014/main" id="{3083BEBA-2488-4606-9A97-913E9C0D86C2}"/>
              </a:ext>
            </a:extLst>
          </p:cNvPr>
          <p:cNvSpPr>
            <a:spLocks xmlns:a="http://schemas.openxmlformats.org/drawingml/2006/main" noGrp="1"/>
          </p:cNvSpPr>
          <p:nvPr/>
        </p:nvSpPr>
        <p:spPr>
          <a:xfrm xmlns:a="http://schemas.openxmlformats.org/drawingml/2006/main" rot="0">
            <a:off x="10255568" y="7305674"/>
            <a:ext cx="62865" cy="62865"/>
          </a:xfrm>
          <a:prstGeom xmlns:a="http://schemas.openxmlformats.org/drawingml/2006/main" prst="ellipse">
            <a:avLst/>
          </a:prstGeom>
          <a:solidFill xmlns:a="http://schemas.openxmlformats.org/drawingml/2006/main">
            <a:srgbClr val="FFFFFF"/>
          </a:solidFill>
          <a:ln xmlns:a="http://schemas.openxmlformats.org/drawingml/2006/main" w="17145">
            <a:solidFill>
              <a:srgbClr val="009E73"/>
            </a:solidFill>
            <a:prstDash val="solid"/>
          </a:ln>
        </p:spPr>
      </p:sp>
      <p:sp>
        <p:nvSpPr>
          <p:cNvPr id="192" name="ellipse_191">
            <a:extLst xmlns:a="http://schemas.openxmlformats.org/drawingml/2006/main">
              <a:ext uri="{FF2B5EF4-FFF2-40B4-BE49-F238E27FC236}">
                <a16:creationId xmlns:a16="http://schemas.microsoft.com/office/drawing/2014/main" id="{76DB68B1-17C3-4123-8AFF-FEF1BAB0C19C}"/>
              </a:ext>
            </a:extLst>
          </p:cNvPr>
          <p:cNvSpPr>
            <a:spLocks xmlns:a="http://schemas.openxmlformats.org/drawingml/2006/main" noGrp="1"/>
          </p:cNvSpPr>
          <p:nvPr/>
        </p:nvSpPr>
        <p:spPr>
          <a:xfrm xmlns:a="http://schemas.openxmlformats.org/drawingml/2006/main" rot="0">
            <a:off x="10783772" y="7296042"/>
            <a:ext cx="62865" cy="62865"/>
          </a:xfrm>
          <a:prstGeom xmlns:a="http://schemas.openxmlformats.org/drawingml/2006/main" prst="ellipse">
            <a:avLst/>
          </a:prstGeom>
          <a:solidFill xmlns:a="http://schemas.openxmlformats.org/drawingml/2006/main">
            <a:srgbClr val="FFFFFF"/>
          </a:solidFill>
          <a:ln xmlns:a="http://schemas.openxmlformats.org/drawingml/2006/main" w="17145">
            <a:solidFill>
              <a:srgbClr val="009E73"/>
            </a:solidFill>
            <a:prstDash val="solid"/>
          </a:ln>
        </p:spPr>
      </p:sp>
      <p:sp>
        <p:nvSpPr>
          <p:cNvPr id="193" name="text_192">
            <a:extLst xmlns:a="http://schemas.openxmlformats.org/drawingml/2006/main">
              <a:ext uri="{FF2B5EF4-FFF2-40B4-BE49-F238E27FC236}">
                <a16:creationId xmlns:a16="http://schemas.microsoft.com/office/drawing/2014/main" id="{93185CD7-20F1-4EDC-B15E-32FE02813CB3}"/>
              </a:ext>
            </a:extLst>
          </p:cNvPr>
          <p:cNvSpPr>
            <a:spLocks xmlns:a="http://schemas.openxmlformats.org/drawingml/2006/main" noGrp="1"/>
          </p:cNvSpPr>
          <p:nvPr/>
        </p:nvSpPr>
        <p:spPr>
          <a:xfrm xmlns:a="http://schemas.openxmlformats.org/drawingml/2006/main" rot="0">
            <a:off x="9530195" y="6773587"/>
            <a:ext cx="238125" cy="2476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425" b="1">
                <a:solidFill>
                  <a:srgbClr val="009E73"/>
                </a:solidFill>
                <a:latin typeface="Arial"/>
                <a:ea typeface="Arial"/>
                <a:cs typeface="Arial"/>
              </a:defRPr>
            </a:defPPr>
            <a:lvl1pPr algn="l">
              <a:defRPr sz="1425" b="1">
                <a:solidFill>
                  <a:srgbClr val="009E73"/>
                </a:solidFill>
                <a:latin typeface="Arial"/>
                <a:ea typeface="Arial"/>
                <a:cs typeface="Arial"/>
              </a:defRPr>
            </a:lvl1pPr>
            <a:lvl2pPr algn="l">
              <a:defRPr sz="1425" b="1">
                <a:solidFill>
                  <a:srgbClr val="009E73"/>
                </a:solidFill>
                <a:latin typeface="Arial"/>
                <a:ea typeface="Arial"/>
                <a:cs typeface="Arial"/>
              </a:defRPr>
            </a:lvl2pPr>
            <a:lvl3pPr algn="l">
              <a:defRPr sz="1425" b="1">
                <a:solidFill>
                  <a:srgbClr val="009E73"/>
                </a:solidFill>
                <a:latin typeface="Arial"/>
                <a:ea typeface="Arial"/>
                <a:cs typeface="Arial"/>
              </a:defRPr>
            </a:lvl3pPr>
            <a:lvl4pPr algn="l">
              <a:defRPr sz="1425" b="1">
                <a:solidFill>
                  <a:srgbClr val="009E73"/>
                </a:solidFill>
                <a:latin typeface="Arial"/>
                <a:ea typeface="Arial"/>
                <a:cs typeface="Arial"/>
              </a:defRPr>
            </a:lvl4pPr>
            <a:lvl5pPr algn="l">
              <a:defRPr sz="1425" b="1">
                <a:solidFill>
                  <a:srgbClr val="009E73"/>
                </a:solidFill>
                <a:latin typeface="Arial"/>
                <a:ea typeface="Arial"/>
                <a:cs typeface="Arial"/>
              </a:defRPr>
            </a:lvl5pPr>
            <a:lvl6pPr algn="l">
              <a:defRPr sz="1425" b="1">
                <a:solidFill>
                  <a:srgbClr val="009E73"/>
                </a:solidFill>
                <a:latin typeface="Arial"/>
                <a:ea typeface="Arial"/>
                <a:cs typeface="Arial"/>
              </a:defRPr>
            </a:lvl6pPr>
            <a:lvl7pPr algn="l">
              <a:defRPr sz="1425" b="1">
                <a:solidFill>
                  <a:srgbClr val="009E73"/>
                </a:solidFill>
                <a:latin typeface="Arial"/>
                <a:ea typeface="Arial"/>
                <a:cs typeface="Arial"/>
              </a:defRPr>
            </a:lvl7pPr>
            <a:lvl8pPr algn="l">
              <a:defRPr sz="1425" b="1">
                <a:solidFill>
                  <a:srgbClr val="009E73"/>
                </a:solidFill>
                <a:latin typeface="Arial"/>
                <a:ea typeface="Arial"/>
                <a:cs typeface="Arial"/>
              </a:defRPr>
            </a:lvl8pPr>
            <a:lvl9pPr algn="l">
              <a:defRPr sz="1425" b="1">
                <a:solidFill>
                  <a:srgbClr val="009E73"/>
                </a:solidFill>
                <a:latin typeface="Arial"/>
                <a:ea typeface="Arial"/>
                <a:cs typeface="Arial"/>
              </a:defRPr>
            </a:lvl9pPr>
          </a:lstStyle>
          <a:p xmlns:a="http://schemas.openxmlformats.org/drawingml/2006/main">
            <a:pPr algn="l">
              <a:defRPr sz="1425" b="1">
                <a:solidFill>
                  <a:srgbClr val="009E73"/>
                </a:solidFill>
                <a:latin typeface="Arial"/>
                <a:ea typeface="Arial"/>
                <a:cs typeface="Arial"/>
              </a:defRPr>
            </a:pPr>
            <a:r>
              <a:rPr sz="1425" b="1">
                <a:solidFill>
                  <a:srgbClr val="009E73"/>
                </a:solidFill>
                <a:latin typeface="Arial"/>
                <a:ea typeface="Arial"/>
                <a:cs typeface="Arial"/>
              </a:rPr>
              <a:t>C</a:t>
            </a:r>
          </a:p>
        </p:txBody>
      </p:sp>
      <p:sp>
        <p:nvSpPr>
          <p:cNvPr id="194" name="line_193">
            <a:extLst xmlns:a="http://schemas.openxmlformats.org/drawingml/2006/main">
              <a:ext uri="{FF2B5EF4-FFF2-40B4-BE49-F238E27FC236}">
                <a16:creationId xmlns:a16="http://schemas.microsoft.com/office/drawing/2014/main" id="{BDA31795-DD98-404A-ABA8-D8816F7E3CE0}"/>
              </a:ext>
            </a:extLst>
          </p:cNvPr>
          <p:cNvSpPr>
            <a:spLocks xmlns:a="http://schemas.openxmlformats.org/drawingml/2006/main" noGrp="1"/>
          </p:cNvSpPr>
          <p:nvPr/>
        </p:nvSpPr>
        <p:spPr>
          <a:xfrm xmlns:a="http://schemas.openxmlformats.org/drawingml/2006/main">
            <a:off x="9758795" y="6619875"/>
            <a:ext cx="95" cy="962025"/>
          </a:xfrm>
          <a:custGeom xmlns:a="http://schemas.openxmlformats.org/drawingml/2006/main">
            <a:pathLst>
              <a:path w="95" h="962025">
                <a:moveTo>
                  <a:pt x="0" y="0"/>
                </a:moveTo>
                <a:lnTo>
                  <a:pt x="0" y="962025"/>
                </a:lnTo>
              </a:path>
            </a:pathLst>
          </a:custGeom>
          <a:noFill xmlns:a="http://schemas.openxmlformats.org/drawingml/2006/main"/>
          <a:ln xmlns:a="http://schemas.openxmlformats.org/drawingml/2006/main" w="8573">
            <a:solidFill>
              <a:srgbClr val="000000"/>
            </a:solidFill>
            <a:prstDash val="dash"/>
          </a:ln>
        </p:spPr>
      </p:sp>
      <p:pic>
        <p:nvPicPr>
          <p:cNvPr id="195" name="">
            <a:extLst xmlns:a="http://schemas.openxmlformats.org/drawingml/2006/main">
              <a:ext uri="{FF2B5EF4-FFF2-40B4-BE49-F238E27FC236}">
                <a16:creationId xmlns:a16="http://schemas.microsoft.com/office/drawing/2014/main" id="{3E0B773E-252F-47BF-BF69-EAC51DE1CC82}"/>
              </a:ext>
            </a:extLst>
          </p:cNvPr>
          <p:cNvPicPr>
            <a:picLocks xmlns:a="http://schemas.openxmlformats.org/drawingml/2006/main" noChangeAspect="1"/>
          </p:cNvPicPr>
          <p:nvPr/>
        </p:nvPicPr>
        <p:blipFill>
          <a:blip xmlns:r="http://schemas.openxmlformats.org/officeDocument/2006/relationships" xmlns:a="http://schemas.openxmlformats.org/drawingml/2006/main" r:embed="Rdf8176ac84734054"/>
          <a:stretch xmlns:a="http://schemas.openxmlformats.org/drawingml/2006/main"/>
        </p:blipFill>
        <p:spPr>
          <a:xfrm xmlns:a="http://schemas.openxmlformats.org/drawingml/2006/main">
            <a:off x="7381901" y="8210550"/>
            <a:ext cx="5810199" cy="962025"/>
          </a:xfrm>
          <a:prstGeom xmlns:a="http://schemas.openxmlformats.org/drawingml/2006/main" prst="rect">
            <a:avLst/>
          </a:prstGeom>
        </p:spPr>
      </p:pic>
      <p:sp>
        <p:nvSpPr>
          <p:cNvPr id="196" name="line_195">
            <a:extLst xmlns:a="http://schemas.openxmlformats.org/drawingml/2006/main">
              <a:ext uri="{FF2B5EF4-FFF2-40B4-BE49-F238E27FC236}">
                <a16:creationId xmlns:a16="http://schemas.microsoft.com/office/drawing/2014/main" id="{4179D573-4E3A-48F1-AD4C-61BFC6063331}"/>
              </a:ext>
            </a:extLst>
          </p:cNvPr>
          <p:cNvSpPr>
            <a:spLocks xmlns:a="http://schemas.openxmlformats.org/drawingml/2006/main" noGrp="1"/>
          </p:cNvSpPr>
          <p:nvPr/>
        </p:nvSpPr>
        <p:spPr>
          <a:xfrm xmlns:a="http://schemas.openxmlformats.org/drawingml/2006/main">
            <a:off x="7343775" y="9172575"/>
            <a:ext cx="38100" cy="95"/>
          </a:xfrm>
          <a:custGeom xmlns:a="http://schemas.openxmlformats.org/drawingml/2006/main">
            <a:pathLst>
              <a:path w="38100" h="95">
                <a:moveTo>
                  <a:pt x="0" y="0"/>
                </a:moveTo>
                <a:lnTo>
                  <a:pt x="38100" y="0"/>
                </a:lnTo>
              </a:path>
            </a:pathLst>
          </a:custGeom>
          <a:noFill xmlns:a="http://schemas.openxmlformats.org/drawingml/2006/main"/>
          <a:ln xmlns:a="http://schemas.openxmlformats.org/drawingml/2006/main" w="7620">
            <a:solidFill>
              <a:srgbClr val="000000"/>
            </a:solidFill>
            <a:prstDash val="solid"/>
          </a:ln>
        </p:spPr>
      </p:sp>
      <p:sp>
        <p:nvSpPr>
          <p:cNvPr id="197" name="text_196">
            <a:extLst xmlns:a="http://schemas.openxmlformats.org/drawingml/2006/main">
              <a:ext uri="{FF2B5EF4-FFF2-40B4-BE49-F238E27FC236}">
                <a16:creationId xmlns:a16="http://schemas.microsoft.com/office/drawing/2014/main" id="{B4479979-B648-4563-B30D-F6222416F984}"/>
              </a:ext>
            </a:extLst>
          </p:cNvPr>
          <p:cNvSpPr>
            <a:spLocks xmlns:a="http://schemas.openxmlformats.org/drawingml/2006/main" noGrp="1"/>
          </p:cNvSpPr>
          <p:nvPr/>
        </p:nvSpPr>
        <p:spPr>
          <a:xfrm xmlns:a="http://schemas.openxmlformats.org/drawingml/2006/main" rot="0">
            <a:off x="7019925" y="9077325"/>
            <a:ext cx="276225"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r">
              <a:defRPr sz="1200" b="0">
                <a:solidFill>
                  <a:srgbClr val="000000"/>
                </a:solidFill>
                <a:latin typeface="Arial"/>
                <a:ea typeface="Arial"/>
                <a:cs typeface="Arial"/>
              </a:defRPr>
            </a:defPPr>
            <a:lvl1pPr algn="r">
              <a:defRPr sz="1200" b="0">
                <a:solidFill>
                  <a:srgbClr val="000000"/>
                </a:solidFill>
                <a:latin typeface="Arial"/>
                <a:ea typeface="Arial"/>
                <a:cs typeface="Arial"/>
              </a:defRPr>
            </a:lvl1pPr>
            <a:lvl2pPr algn="r">
              <a:defRPr sz="1200" b="0">
                <a:solidFill>
                  <a:srgbClr val="000000"/>
                </a:solidFill>
                <a:latin typeface="Arial"/>
                <a:ea typeface="Arial"/>
                <a:cs typeface="Arial"/>
              </a:defRPr>
            </a:lvl2pPr>
            <a:lvl3pPr algn="r">
              <a:defRPr sz="1200" b="0">
                <a:solidFill>
                  <a:srgbClr val="000000"/>
                </a:solidFill>
                <a:latin typeface="Arial"/>
                <a:ea typeface="Arial"/>
                <a:cs typeface="Arial"/>
              </a:defRPr>
            </a:lvl3pPr>
            <a:lvl4pPr algn="r">
              <a:defRPr sz="1200" b="0">
                <a:solidFill>
                  <a:srgbClr val="000000"/>
                </a:solidFill>
                <a:latin typeface="Arial"/>
                <a:ea typeface="Arial"/>
                <a:cs typeface="Arial"/>
              </a:defRPr>
            </a:lvl4pPr>
            <a:lvl5pPr algn="r">
              <a:defRPr sz="1200" b="0">
                <a:solidFill>
                  <a:srgbClr val="000000"/>
                </a:solidFill>
                <a:latin typeface="Arial"/>
                <a:ea typeface="Arial"/>
                <a:cs typeface="Arial"/>
              </a:defRPr>
            </a:lvl5pPr>
            <a:lvl6pPr algn="r">
              <a:defRPr sz="1200" b="0">
                <a:solidFill>
                  <a:srgbClr val="000000"/>
                </a:solidFill>
                <a:latin typeface="Arial"/>
                <a:ea typeface="Arial"/>
                <a:cs typeface="Arial"/>
              </a:defRPr>
            </a:lvl6pPr>
            <a:lvl7pPr algn="r">
              <a:defRPr sz="1200" b="0">
                <a:solidFill>
                  <a:srgbClr val="000000"/>
                </a:solidFill>
                <a:latin typeface="Arial"/>
                <a:ea typeface="Arial"/>
                <a:cs typeface="Arial"/>
              </a:defRPr>
            </a:lvl7pPr>
            <a:lvl8pPr algn="r">
              <a:defRPr sz="1200" b="0">
                <a:solidFill>
                  <a:srgbClr val="000000"/>
                </a:solidFill>
                <a:latin typeface="Arial"/>
                <a:ea typeface="Arial"/>
                <a:cs typeface="Arial"/>
              </a:defRPr>
            </a:lvl8pPr>
            <a:lvl9pPr algn="r">
              <a:defRPr sz="1200" b="0">
                <a:solidFill>
                  <a:srgbClr val="000000"/>
                </a:solidFill>
                <a:latin typeface="Arial"/>
                <a:ea typeface="Arial"/>
                <a:cs typeface="Arial"/>
              </a:defRPr>
            </a:lvl9pPr>
          </a:lstStyle>
          <a:p xmlns:a="http://schemas.openxmlformats.org/drawingml/2006/main">
            <a:pPr algn="r">
              <a:defRPr sz="1200" b="0">
                <a:solidFill>
                  <a:srgbClr val="000000"/>
                </a:solidFill>
                <a:latin typeface="Arial"/>
                <a:ea typeface="Arial"/>
                <a:cs typeface="Arial"/>
              </a:defRPr>
            </a:pPr>
            <a:r>
              <a:rPr sz="1200" b="0">
                <a:solidFill>
                  <a:srgbClr val="000000"/>
                </a:solidFill>
                <a:latin typeface="Arial"/>
                <a:ea typeface="Arial"/>
                <a:cs typeface="Arial"/>
              </a:rPr>
              <a:t>0</a:t>
            </a:r>
          </a:p>
        </p:txBody>
      </p:sp>
      <p:sp>
        <p:nvSpPr>
          <p:cNvPr id="198" name="line_197">
            <a:extLst xmlns:a="http://schemas.openxmlformats.org/drawingml/2006/main">
              <a:ext uri="{FF2B5EF4-FFF2-40B4-BE49-F238E27FC236}">
                <a16:creationId xmlns:a16="http://schemas.microsoft.com/office/drawing/2014/main" id="{49F73766-7C35-430E-A6C9-5AB687E8AF46}"/>
              </a:ext>
            </a:extLst>
          </p:cNvPr>
          <p:cNvSpPr>
            <a:spLocks xmlns:a="http://schemas.openxmlformats.org/drawingml/2006/main" noGrp="1"/>
          </p:cNvSpPr>
          <p:nvPr/>
        </p:nvSpPr>
        <p:spPr>
          <a:xfrm xmlns:a="http://schemas.openxmlformats.org/drawingml/2006/main">
            <a:off x="7343775" y="8691563"/>
            <a:ext cx="38100" cy="95"/>
          </a:xfrm>
          <a:custGeom xmlns:a="http://schemas.openxmlformats.org/drawingml/2006/main">
            <a:pathLst>
              <a:path w="38100" h="95">
                <a:moveTo>
                  <a:pt x="0" y="0"/>
                </a:moveTo>
                <a:lnTo>
                  <a:pt x="38100" y="0"/>
                </a:lnTo>
              </a:path>
            </a:pathLst>
          </a:custGeom>
          <a:noFill xmlns:a="http://schemas.openxmlformats.org/drawingml/2006/main"/>
          <a:ln xmlns:a="http://schemas.openxmlformats.org/drawingml/2006/main" w="7620">
            <a:solidFill>
              <a:srgbClr val="000000"/>
            </a:solidFill>
            <a:prstDash val="solid"/>
          </a:ln>
        </p:spPr>
      </p:sp>
      <p:sp>
        <p:nvSpPr>
          <p:cNvPr id="199" name="text_198">
            <a:extLst xmlns:a="http://schemas.openxmlformats.org/drawingml/2006/main">
              <a:ext uri="{FF2B5EF4-FFF2-40B4-BE49-F238E27FC236}">
                <a16:creationId xmlns:a16="http://schemas.microsoft.com/office/drawing/2014/main" id="{D66F6118-81F9-4D75-B8D9-9A7E0932DB98}"/>
              </a:ext>
            </a:extLst>
          </p:cNvPr>
          <p:cNvSpPr>
            <a:spLocks xmlns:a="http://schemas.openxmlformats.org/drawingml/2006/main" noGrp="1"/>
          </p:cNvSpPr>
          <p:nvPr/>
        </p:nvSpPr>
        <p:spPr>
          <a:xfrm xmlns:a="http://schemas.openxmlformats.org/drawingml/2006/main" rot="0">
            <a:off x="7019925" y="8596313"/>
            <a:ext cx="276225"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r">
              <a:defRPr sz="1200" b="0">
                <a:solidFill>
                  <a:srgbClr val="000000"/>
                </a:solidFill>
                <a:latin typeface="Arial"/>
                <a:ea typeface="Arial"/>
                <a:cs typeface="Arial"/>
              </a:defRPr>
            </a:defPPr>
            <a:lvl1pPr algn="r">
              <a:defRPr sz="1200" b="0">
                <a:solidFill>
                  <a:srgbClr val="000000"/>
                </a:solidFill>
                <a:latin typeface="Arial"/>
                <a:ea typeface="Arial"/>
                <a:cs typeface="Arial"/>
              </a:defRPr>
            </a:lvl1pPr>
            <a:lvl2pPr algn="r">
              <a:defRPr sz="1200" b="0">
                <a:solidFill>
                  <a:srgbClr val="000000"/>
                </a:solidFill>
                <a:latin typeface="Arial"/>
                <a:ea typeface="Arial"/>
                <a:cs typeface="Arial"/>
              </a:defRPr>
            </a:lvl2pPr>
            <a:lvl3pPr algn="r">
              <a:defRPr sz="1200" b="0">
                <a:solidFill>
                  <a:srgbClr val="000000"/>
                </a:solidFill>
                <a:latin typeface="Arial"/>
                <a:ea typeface="Arial"/>
                <a:cs typeface="Arial"/>
              </a:defRPr>
            </a:lvl3pPr>
            <a:lvl4pPr algn="r">
              <a:defRPr sz="1200" b="0">
                <a:solidFill>
                  <a:srgbClr val="000000"/>
                </a:solidFill>
                <a:latin typeface="Arial"/>
                <a:ea typeface="Arial"/>
                <a:cs typeface="Arial"/>
              </a:defRPr>
            </a:lvl4pPr>
            <a:lvl5pPr algn="r">
              <a:defRPr sz="1200" b="0">
                <a:solidFill>
                  <a:srgbClr val="000000"/>
                </a:solidFill>
                <a:latin typeface="Arial"/>
                <a:ea typeface="Arial"/>
                <a:cs typeface="Arial"/>
              </a:defRPr>
            </a:lvl5pPr>
            <a:lvl6pPr algn="r">
              <a:defRPr sz="1200" b="0">
                <a:solidFill>
                  <a:srgbClr val="000000"/>
                </a:solidFill>
                <a:latin typeface="Arial"/>
                <a:ea typeface="Arial"/>
                <a:cs typeface="Arial"/>
              </a:defRPr>
            </a:lvl6pPr>
            <a:lvl7pPr algn="r">
              <a:defRPr sz="1200" b="0">
                <a:solidFill>
                  <a:srgbClr val="000000"/>
                </a:solidFill>
                <a:latin typeface="Arial"/>
                <a:ea typeface="Arial"/>
                <a:cs typeface="Arial"/>
              </a:defRPr>
            </a:lvl7pPr>
            <a:lvl8pPr algn="r">
              <a:defRPr sz="1200" b="0">
                <a:solidFill>
                  <a:srgbClr val="000000"/>
                </a:solidFill>
                <a:latin typeface="Arial"/>
                <a:ea typeface="Arial"/>
                <a:cs typeface="Arial"/>
              </a:defRPr>
            </a:lvl8pPr>
            <a:lvl9pPr algn="r">
              <a:defRPr sz="1200" b="0">
                <a:solidFill>
                  <a:srgbClr val="000000"/>
                </a:solidFill>
                <a:latin typeface="Arial"/>
                <a:ea typeface="Arial"/>
                <a:cs typeface="Arial"/>
              </a:defRPr>
            </a:lvl9pPr>
          </a:lstStyle>
          <a:p xmlns:a="http://schemas.openxmlformats.org/drawingml/2006/main">
            <a:pPr algn="r">
              <a:defRPr sz="1200" b="0">
                <a:solidFill>
                  <a:srgbClr val="000000"/>
                </a:solidFill>
                <a:latin typeface="Arial"/>
                <a:ea typeface="Arial"/>
                <a:cs typeface="Arial"/>
              </a:defRPr>
            </a:pPr>
            <a:r>
              <a:rPr sz="1200" b="0">
                <a:solidFill>
                  <a:srgbClr val="000000"/>
                </a:solidFill>
                <a:latin typeface="Arial"/>
                <a:ea typeface="Arial"/>
                <a:cs typeface="Arial"/>
              </a:rPr>
              <a:t>0.5</a:t>
            </a:r>
          </a:p>
        </p:txBody>
      </p:sp>
      <p:sp>
        <p:nvSpPr>
          <p:cNvPr id="200" name="line_199">
            <a:extLst xmlns:a="http://schemas.openxmlformats.org/drawingml/2006/main">
              <a:ext uri="{FF2B5EF4-FFF2-40B4-BE49-F238E27FC236}">
                <a16:creationId xmlns:a16="http://schemas.microsoft.com/office/drawing/2014/main" id="{B4BB3A4C-F9BC-4E3B-9C15-15B5F3100DE4}"/>
              </a:ext>
            </a:extLst>
          </p:cNvPr>
          <p:cNvSpPr>
            <a:spLocks xmlns:a="http://schemas.openxmlformats.org/drawingml/2006/main" noGrp="1"/>
          </p:cNvSpPr>
          <p:nvPr/>
        </p:nvSpPr>
        <p:spPr>
          <a:xfrm xmlns:a="http://schemas.openxmlformats.org/drawingml/2006/main">
            <a:off x="7343775" y="8210550"/>
            <a:ext cx="38100" cy="95"/>
          </a:xfrm>
          <a:custGeom xmlns:a="http://schemas.openxmlformats.org/drawingml/2006/main">
            <a:pathLst>
              <a:path w="38100" h="95">
                <a:moveTo>
                  <a:pt x="0" y="0"/>
                </a:moveTo>
                <a:lnTo>
                  <a:pt x="38100" y="0"/>
                </a:lnTo>
              </a:path>
            </a:pathLst>
          </a:custGeom>
          <a:noFill xmlns:a="http://schemas.openxmlformats.org/drawingml/2006/main"/>
          <a:ln xmlns:a="http://schemas.openxmlformats.org/drawingml/2006/main" w="7620">
            <a:solidFill>
              <a:srgbClr val="000000"/>
            </a:solidFill>
            <a:prstDash val="solid"/>
          </a:ln>
        </p:spPr>
      </p:sp>
      <p:sp>
        <p:nvSpPr>
          <p:cNvPr id="201" name="text_200">
            <a:extLst xmlns:a="http://schemas.openxmlformats.org/drawingml/2006/main">
              <a:ext uri="{FF2B5EF4-FFF2-40B4-BE49-F238E27FC236}">
                <a16:creationId xmlns:a16="http://schemas.microsoft.com/office/drawing/2014/main" id="{26F76B9A-A2F9-44C2-81B2-2FA3FAE0DF4B}"/>
              </a:ext>
            </a:extLst>
          </p:cNvPr>
          <p:cNvSpPr>
            <a:spLocks xmlns:a="http://schemas.openxmlformats.org/drawingml/2006/main" noGrp="1"/>
          </p:cNvSpPr>
          <p:nvPr/>
        </p:nvSpPr>
        <p:spPr>
          <a:xfrm xmlns:a="http://schemas.openxmlformats.org/drawingml/2006/main" rot="0">
            <a:off x="7019925" y="8115300"/>
            <a:ext cx="276225"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r">
              <a:defRPr sz="1200" b="0">
                <a:solidFill>
                  <a:srgbClr val="000000"/>
                </a:solidFill>
                <a:latin typeface="Arial"/>
                <a:ea typeface="Arial"/>
                <a:cs typeface="Arial"/>
              </a:defRPr>
            </a:defPPr>
            <a:lvl1pPr algn="r">
              <a:defRPr sz="1200" b="0">
                <a:solidFill>
                  <a:srgbClr val="000000"/>
                </a:solidFill>
                <a:latin typeface="Arial"/>
                <a:ea typeface="Arial"/>
                <a:cs typeface="Arial"/>
              </a:defRPr>
            </a:lvl1pPr>
            <a:lvl2pPr algn="r">
              <a:defRPr sz="1200" b="0">
                <a:solidFill>
                  <a:srgbClr val="000000"/>
                </a:solidFill>
                <a:latin typeface="Arial"/>
                <a:ea typeface="Arial"/>
                <a:cs typeface="Arial"/>
              </a:defRPr>
            </a:lvl2pPr>
            <a:lvl3pPr algn="r">
              <a:defRPr sz="1200" b="0">
                <a:solidFill>
                  <a:srgbClr val="000000"/>
                </a:solidFill>
                <a:latin typeface="Arial"/>
                <a:ea typeface="Arial"/>
                <a:cs typeface="Arial"/>
              </a:defRPr>
            </a:lvl3pPr>
            <a:lvl4pPr algn="r">
              <a:defRPr sz="1200" b="0">
                <a:solidFill>
                  <a:srgbClr val="000000"/>
                </a:solidFill>
                <a:latin typeface="Arial"/>
                <a:ea typeface="Arial"/>
                <a:cs typeface="Arial"/>
              </a:defRPr>
            </a:lvl4pPr>
            <a:lvl5pPr algn="r">
              <a:defRPr sz="1200" b="0">
                <a:solidFill>
                  <a:srgbClr val="000000"/>
                </a:solidFill>
                <a:latin typeface="Arial"/>
                <a:ea typeface="Arial"/>
                <a:cs typeface="Arial"/>
              </a:defRPr>
            </a:lvl5pPr>
            <a:lvl6pPr algn="r">
              <a:defRPr sz="1200" b="0">
                <a:solidFill>
                  <a:srgbClr val="000000"/>
                </a:solidFill>
                <a:latin typeface="Arial"/>
                <a:ea typeface="Arial"/>
                <a:cs typeface="Arial"/>
              </a:defRPr>
            </a:lvl6pPr>
            <a:lvl7pPr algn="r">
              <a:defRPr sz="1200" b="0">
                <a:solidFill>
                  <a:srgbClr val="000000"/>
                </a:solidFill>
                <a:latin typeface="Arial"/>
                <a:ea typeface="Arial"/>
                <a:cs typeface="Arial"/>
              </a:defRPr>
            </a:lvl7pPr>
            <a:lvl8pPr algn="r">
              <a:defRPr sz="1200" b="0">
                <a:solidFill>
                  <a:srgbClr val="000000"/>
                </a:solidFill>
                <a:latin typeface="Arial"/>
                <a:ea typeface="Arial"/>
                <a:cs typeface="Arial"/>
              </a:defRPr>
            </a:lvl8pPr>
            <a:lvl9pPr algn="r">
              <a:defRPr sz="1200" b="0">
                <a:solidFill>
                  <a:srgbClr val="000000"/>
                </a:solidFill>
                <a:latin typeface="Arial"/>
                <a:ea typeface="Arial"/>
                <a:cs typeface="Arial"/>
              </a:defRPr>
            </a:lvl9pPr>
          </a:lstStyle>
          <a:p xmlns:a="http://schemas.openxmlformats.org/drawingml/2006/main">
            <a:pPr algn="r">
              <a:defRPr sz="1200" b="0">
                <a:solidFill>
                  <a:srgbClr val="000000"/>
                </a:solidFill>
                <a:latin typeface="Arial"/>
                <a:ea typeface="Arial"/>
                <a:cs typeface="Arial"/>
              </a:defRPr>
            </a:pPr>
            <a:r>
              <a:rPr sz="1200" b="0">
                <a:solidFill>
                  <a:srgbClr val="000000"/>
                </a:solidFill>
                <a:latin typeface="Arial"/>
                <a:ea typeface="Arial"/>
                <a:cs typeface="Arial"/>
              </a:rPr>
              <a:t>1</a:t>
            </a:r>
          </a:p>
        </p:txBody>
      </p:sp>
      <p:sp>
        <p:nvSpPr>
          <p:cNvPr id="202" name="line_201">
            <a:extLst xmlns:a="http://schemas.openxmlformats.org/drawingml/2006/main">
              <a:ext uri="{FF2B5EF4-FFF2-40B4-BE49-F238E27FC236}">
                <a16:creationId xmlns:a16="http://schemas.microsoft.com/office/drawing/2014/main" id="{FBE7AF30-917D-484B-9286-814325A7F046}"/>
              </a:ext>
            </a:extLst>
          </p:cNvPr>
          <p:cNvSpPr>
            <a:spLocks xmlns:a="http://schemas.openxmlformats.org/drawingml/2006/main" noGrp="1"/>
          </p:cNvSpPr>
          <p:nvPr/>
        </p:nvSpPr>
        <p:spPr>
          <a:xfrm xmlns:a="http://schemas.openxmlformats.org/drawingml/2006/main">
            <a:off x="7645977" y="9172575"/>
            <a:ext cx="95" cy="38100"/>
          </a:xfrm>
          <a:custGeom xmlns:a="http://schemas.openxmlformats.org/drawingml/2006/main">
            <a:pathLst>
              <a:path w="95" h="38100">
                <a:moveTo>
                  <a:pt x="0" y="0"/>
                </a:moveTo>
                <a:lnTo>
                  <a:pt x="0" y="38100"/>
                </a:lnTo>
              </a:path>
            </a:pathLst>
          </a:custGeom>
          <a:noFill xmlns:a="http://schemas.openxmlformats.org/drawingml/2006/main"/>
          <a:ln xmlns:a="http://schemas.openxmlformats.org/drawingml/2006/main" w="7620">
            <a:solidFill>
              <a:srgbClr val="000000"/>
            </a:solidFill>
            <a:prstDash val="solid"/>
          </a:ln>
        </p:spPr>
      </p:sp>
      <p:sp>
        <p:nvSpPr>
          <p:cNvPr id="203" name="text_202">
            <a:extLst xmlns:a="http://schemas.openxmlformats.org/drawingml/2006/main">
              <a:ext uri="{FF2B5EF4-FFF2-40B4-BE49-F238E27FC236}">
                <a16:creationId xmlns:a16="http://schemas.microsoft.com/office/drawing/2014/main" id="{1AB708D3-A7D7-4ECB-A180-01D400C52545}"/>
              </a:ext>
            </a:extLst>
          </p:cNvPr>
          <p:cNvSpPr>
            <a:spLocks xmlns:a="http://schemas.openxmlformats.org/drawingml/2006/main" noGrp="1"/>
          </p:cNvSpPr>
          <p:nvPr/>
        </p:nvSpPr>
        <p:spPr>
          <a:xfrm xmlns:a="http://schemas.openxmlformats.org/drawingml/2006/main" rot="0">
            <a:off x="7245927" y="9239250"/>
            <a:ext cx="800100" cy="22860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xmlns:a="http://schemas.openxmlformats.org/drawingml/2006/main">
            <a:pPr algn="ctr">
              <a:defRPr sz="1200" b="0">
                <a:solidFill>
                  <a:srgbClr val="000000"/>
                </a:solidFill>
                <a:latin typeface="Arial"/>
                <a:ea typeface="Arial"/>
                <a:cs typeface="Arial"/>
              </a:defRPr>
            </a:pPr>
            <a:r>
              <a:rPr sz="1200" b="0">
                <a:solidFill>
                  <a:srgbClr val="000000"/>
                </a:solidFill>
                <a:latin typeface="Arial"/>
                <a:ea typeface="Arial"/>
                <a:cs typeface="Arial"/>
              </a:rPr>
              <a:t>07-10</a:t>
            </a:r>
          </a:p>
        </p:txBody>
      </p:sp>
      <p:sp>
        <p:nvSpPr>
          <p:cNvPr id="204" name="line_203">
            <a:extLst xmlns:a="http://schemas.openxmlformats.org/drawingml/2006/main">
              <a:ext uri="{FF2B5EF4-FFF2-40B4-BE49-F238E27FC236}">
                <a16:creationId xmlns:a16="http://schemas.microsoft.com/office/drawing/2014/main" id="{0A2FE326-F90B-41CC-A503-78BB150D7DFB}"/>
              </a:ext>
            </a:extLst>
          </p:cNvPr>
          <p:cNvSpPr>
            <a:spLocks xmlns:a="http://schemas.openxmlformats.org/drawingml/2006/main" noGrp="1"/>
          </p:cNvSpPr>
          <p:nvPr/>
        </p:nvSpPr>
        <p:spPr>
          <a:xfrm xmlns:a="http://schemas.openxmlformats.org/drawingml/2006/main">
            <a:off x="8702386" y="9172575"/>
            <a:ext cx="95" cy="38100"/>
          </a:xfrm>
          <a:custGeom xmlns:a="http://schemas.openxmlformats.org/drawingml/2006/main">
            <a:pathLst>
              <a:path w="95" h="38100">
                <a:moveTo>
                  <a:pt x="0" y="0"/>
                </a:moveTo>
                <a:lnTo>
                  <a:pt x="0" y="38100"/>
                </a:lnTo>
              </a:path>
            </a:pathLst>
          </a:custGeom>
          <a:noFill xmlns:a="http://schemas.openxmlformats.org/drawingml/2006/main"/>
          <a:ln xmlns:a="http://schemas.openxmlformats.org/drawingml/2006/main" w="7620">
            <a:solidFill>
              <a:srgbClr val="000000"/>
            </a:solidFill>
            <a:prstDash val="solid"/>
          </a:ln>
        </p:spPr>
      </p:sp>
      <p:sp>
        <p:nvSpPr>
          <p:cNvPr id="205" name="text_204">
            <a:extLst xmlns:a="http://schemas.openxmlformats.org/drawingml/2006/main">
              <a:ext uri="{FF2B5EF4-FFF2-40B4-BE49-F238E27FC236}">
                <a16:creationId xmlns:a16="http://schemas.microsoft.com/office/drawing/2014/main" id="{EEB3E5E5-6AA5-4F96-9D08-79CC8239C479}"/>
              </a:ext>
            </a:extLst>
          </p:cNvPr>
          <p:cNvSpPr>
            <a:spLocks xmlns:a="http://schemas.openxmlformats.org/drawingml/2006/main" noGrp="1"/>
          </p:cNvSpPr>
          <p:nvPr/>
        </p:nvSpPr>
        <p:spPr>
          <a:xfrm xmlns:a="http://schemas.openxmlformats.org/drawingml/2006/main" rot="0">
            <a:off x="8302336" y="9239250"/>
            <a:ext cx="800100" cy="22860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xmlns:a="http://schemas.openxmlformats.org/drawingml/2006/main">
            <a:pPr algn="ctr">
              <a:defRPr sz="1200" b="0">
                <a:solidFill>
                  <a:srgbClr val="000000"/>
                </a:solidFill>
                <a:latin typeface="Arial"/>
                <a:ea typeface="Arial"/>
                <a:cs typeface="Arial"/>
              </a:defRPr>
            </a:pPr>
            <a:r>
              <a:rPr sz="1200" b="0">
                <a:solidFill>
                  <a:srgbClr val="000000"/>
                </a:solidFill>
                <a:latin typeface="Arial"/>
                <a:ea typeface="Arial"/>
                <a:cs typeface="Arial"/>
              </a:rPr>
              <a:t>07-12</a:t>
            </a:r>
          </a:p>
        </p:txBody>
      </p:sp>
      <p:sp>
        <p:nvSpPr>
          <p:cNvPr id="206" name="line_205">
            <a:extLst xmlns:a="http://schemas.openxmlformats.org/drawingml/2006/main">
              <a:ext uri="{FF2B5EF4-FFF2-40B4-BE49-F238E27FC236}">
                <a16:creationId xmlns:a16="http://schemas.microsoft.com/office/drawing/2014/main" id="{122F8FF8-E9BF-45DB-8DFB-B55E3D1E8CA5}"/>
              </a:ext>
            </a:extLst>
          </p:cNvPr>
          <p:cNvSpPr>
            <a:spLocks xmlns:a="http://schemas.openxmlformats.org/drawingml/2006/main" noGrp="1"/>
          </p:cNvSpPr>
          <p:nvPr/>
        </p:nvSpPr>
        <p:spPr>
          <a:xfrm xmlns:a="http://schemas.openxmlformats.org/drawingml/2006/main">
            <a:off x="9758795" y="9172575"/>
            <a:ext cx="95" cy="38100"/>
          </a:xfrm>
          <a:custGeom xmlns:a="http://schemas.openxmlformats.org/drawingml/2006/main">
            <a:pathLst>
              <a:path w="95" h="38100">
                <a:moveTo>
                  <a:pt x="0" y="0"/>
                </a:moveTo>
                <a:lnTo>
                  <a:pt x="0" y="38100"/>
                </a:lnTo>
              </a:path>
            </a:pathLst>
          </a:custGeom>
          <a:noFill xmlns:a="http://schemas.openxmlformats.org/drawingml/2006/main"/>
          <a:ln xmlns:a="http://schemas.openxmlformats.org/drawingml/2006/main" w="7620">
            <a:solidFill>
              <a:srgbClr val="000000"/>
            </a:solidFill>
            <a:prstDash val="solid"/>
          </a:ln>
        </p:spPr>
      </p:sp>
      <p:sp>
        <p:nvSpPr>
          <p:cNvPr id="207" name="text_206">
            <a:extLst xmlns:a="http://schemas.openxmlformats.org/drawingml/2006/main">
              <a:ext uri="{FF2B5EF4-FFF2-40B4-BE49-F238E27FC236}">
                <a16:creationId xmlns:a16="http://schemas.microsoft.com/office/drawing/2014/main" id="{4F4CC0C3-F32C-4914-A19F-0B49F8AB0B95}"/>
              </a:ext>
            </a:extLst>
          </p:cNvPr>
          <p:cNvSpPr>
            <a:spLocks xmlns:a="http://schemas.openxmlformats.org/drawingml/2006/main" noGrp="1"/>
          </p:cNvSpPr>
          <p:nvPr/>
        </p:nvSpPr>
        <p:spPr>
          <a:xfrm xmlns:a="http://schemas.openxmlformats.org/drawingml/2006/main" rot="0">
            <a:off x="9358745" y="9239250"/>
            <a:ext cx="800100" cy="22860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xmlns:a="http://schemas.openxmlformats.org/drawingml/2006/main">
            <a:pPr algn="ctr">
              <a:defRPr sz="1200" b="0">
                <a:solidFill>
                  <a:srgbClr val="000000"/>
                </a:solidFill>
                <a:latin typeface="Arial"/>
                <a:ea typeface="Arial"/>
                <a:cs typeface="Arial"/>
              </a:defRPr>
            </a:pPr>
            <a:r>
              <a:rPr sz="1200" b="0">
                <a:solidFill>
                  <a:srgbClr val="000000"/>
                </a:solidFill>
                <a:latin typeface="Arial"/>
                <a:ea typeface="Arial"/>
                <a:cs typeface="Arial"/>
              </a:rPr>
              <a:t>07-14</a:t>
            </a:r>
          </a:p>
        </p:txBody>
      </p:sp>
      <p:sp>
        <p:nvSpPr>
          <p:cNvPr id="208" name="line_207">
            <a:extLst xmlns:a="http://schemas.openxmlformats.org/drawingml/2006/main">
              <a:ext uri="{FF2B5EF4-FFF2-40B4-BE49-F238E27FC236}">
                <a16:creationId xmlns:a16="http://schemas.microsoft.com/office/drawing/2014/main" id="{4D6F0CB5-5EC7-47D1-BD93-2B4A133BC092}"/>
              </a:ext>
            </a:extLst>
          </p:cNvPr>
          <p:cNvSpPr>
            <a:spLocks xmlns:a="http://schemas.openxmlformats.org/drawingml/2006/main" noGrp="1"/>
          </p:cNvSpPr>
          <p:nvPr/>
        </p:nvSpPr>
        <p:spPr>
          <a:xfrm xmlns:a="http://schemas.openxmlformats.org/drawingml/2006/main">
            <a:off x="10815205" y="9172575"/>
            <a:ext cx="95" cy="38100"/>
          </a:xfrm>
          <a:custGeom xmlns:a="http://schemas.openxmlformats.org/drawingml/2006/main">
            <a:pathLst>
              <a:path w="95" h="38100">
                <a:moveTo>
                  <a:pt x="0" y="0"/>
                </a:moveTo>
                <a:lnTo>
                  <a:pt x="0" y="38100"/>
                </a:lnTo>
              </a:path>
            </a:pathLst>
          </a:custGeom>
          <a:noFill xmlns:a="http://schemas.openxmlformats.org/drawingml/2006/main"/>
          <a:ln xmlns:a="http://schemas.openxmlformats.org/drawingml/2006/main" w="7620">
            <a:solidFill>
              <a:srgbClr val="000000"/>
            </a:solidFill>
            <a:prstDash val="solid"/>
          </a:ln>
        </p:spPr>
      </p:sp>
      <p:sp>
        <p:nvSpPr>
          <p:cNvPr id="209" name="text_208">
            <a:extLst xmlns:a="http://schemas.openxmlformats.org/drawingml/2006/main">
              <a:ext uri="{FF2B5EF4-FFF2-40B4-BE49-F238E27FC236}">
                <a16:creationId xmlns:a16="http://schemas.microsoft.com/office/drawing/2014/main" id="{DDE2C25D-CD13-4B0B-AC80-C7BD5D15C979}"/>
              </a:ext>
            </a:extLst>
          </p:cNvPr>
          <p:cNvSpPr>
            <a:spLocks xmlns:a="http://schemas.openxmlformats.org/drawingml/2006/main" noGrp="1"/>
          </p:cNvSpPr>
          <p:nvPr/>
        </p:nvSpPr>
        <p:spPr>
          <a:xfrm xmlns:a="http://schemas.openxmlformats.org/drawingml/2006/main" rot="0">
            <a:off x="10415155" y="9239250"/>
            <a:ext cx="800100" cy="22860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xmlns:a="http://schemas.openxmlformats.org/drawingml/2006/main">
            <a:pPr algn="ctr">
              <a:defRPr sz="1200" b="0">
                <a:solidFill>
                  <a:srgbClr val="000000"/>
                </a:solidFill>
                <a:latin typeface="Arial"/>
                <a:ea typeface="Arial"/>
                <a:cs typeface="Arial"/>
              </a:defRPr>
            </a:pPr>
            <a:r>
              <a:rPr sz="1200" b="0">
                <a:solidFill>
                  <a:srgbClr val="000000"/>
                </a:solidFill>
                <a:latin typeface="Arial"/>
                <a:ea typeface="Arial"/>
                <a:cs typeface="Arial"/>
              </a:rPr>
              <a:t>07-16</a:t>
            </a:r>
          </a:p>
        </p:txBody>
      </p:sp>
      <p:sp>
        <p:nvSpPr>
          <p:cNvPr id="210" name="line_209">
            <a:extLst xmlns:a="http://schemas.openxmlformats.org/drawingml/2006/main">
              <a:ext uri="{FF2B5EF4-FFF2-40B4-BE49-F238E27FC236}">
                <a16:creationId xmlns:a16="http://schemas.microsoft.com/office/drawing/2014/main" id="{51E19357-B7D0-43BE-B907-28F99B926233}"/>
              </a:ext>
            </a:extLst>
          </p:cNvPr>
          <p:cNvSpPr>
            <a:spLocks xmlns:a="http://schemas.openxmlformats.org/drawingml/2006/main" noGrp="1"/>
          </p:cNvSpPr>
          <p:nvPr/>
        </p:nvSpPr>
        <p:spPr>
          <a:xfrm xmlns:a="http://schemas.openxmlformats.org/drawingml/2006/main">
            <a:off x="11871614" y="9172575"/>
            <a:ext cx="95" cy="38100"/>
          </a:xfrm>
          <a:custGeom xmlns:a="http://schemas.openxmlformats.org/drawingml/2006/main">
            <a:pathLst>
              <a:path w="95" h="38100">
                <a:moveTo>
                  <a:pt x="0" y="0"/>
                </a:moveTo>
                <a:lnTo>
                  <a:pt x="0" y="38100"/>
                </a:lnTo>
              </a:path>
            </a:pathLst>
          </a:custGeom>
          <a:noFill xmlns:a="http://schemas.openxmlformats.org/drawingml/2006/main"/>
          <a:ln xmlns:a="http://schemas.openxmlformats.org/drawingml/2006/main" w="7620">
            <a:solidFill>
              <a:srgbClr val="000000"/>
            </a:solidFill>
            <a:prstDash val="solid"/>
          </a:ln>
        </p:spPr>
      </p:sp>
      <p:sp>
        <p:nvSpPr>
          <p:cNvPr id="211" name="text_210">
            <a:extLst xmlns:a="http://schemas.openxmlformats.org/drawingml/2006/main">
              <a:ext uri="{FF2B5EF4-FFF2-40B4-BE49-F238E27FC236}">
                <a16:creationId xmlns:a16="http://schemas.microsoft.com/office/drawing/2014/main" id="{1AFE5CCB-DBCE-42F1-90FF-90A2D9559EC0}"/>
              </a:ext>
            </a:extLst>
          </p:cNvPr>
          <p:cNvSpPr>
            <a:spLocks xmlns:a="http://schemas.openxmlformats.org/drawingml/2006/main" noGrp="1"/>
          </p:cNvSpPr>
          <p:nvPr/>
        </p:nvSpPr>
        <p:spPr>
          <a:xfrm xmlns:a="http://schemas.openxmlformats.org/drawingml/2006/main" rot="0">
            <a:off x="11471564" y="9239250"/>
            <a:ext cx="800100" cy="22860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xmlns:a="http://schemas.openxmlformats.org/drawingml/2006/main">
            <a:pPr algn="ctr">
              <a:defRPr sz="1200" b="0">
                <a:solidFill>
                  <a:srgbClr val="000000"/>
                </a:solidFill>
                <a:latin typeface="Arial"/>
                <a:ea typeface="Arial"/>
                <a:cs typeface="Arial"/>
              </a:defRPr>
            </a:pPr>
            <a:r>
              <a:rPr sz="1200" b="0">
                <a:solidFill>
                  <a:srgbClr val="000000"/>
                </a:solidFill>
                <a:latin typeface="Arial"/>
                <a:ea typeface="Arial"/>
                <a:cs typeface="Arial"/>
              </a:rPr>
              <a:t>07-18</a:t>
            </a:r>
          </a:p>
        </p:txBody>
      </p:sp>
      <p:sp>
        <p:nvSpPr>
          <p:cNvPr id="212" name="line_211">
            <a:extLst xmlns:a="http://schemas.openxmlformats.org/drawingml/2006/main">
              <a:ext uri="{FF2B5EF4-FFF2-40B4-BE49-F238E27FC236}">
                <a16:creationId xmlns:a16="http://schemas.microsoft.com/office/drawing/2014/main" id="{EB0315F3-0CFD-4CC4-BF40-B7C91DE842C1}"/>
              </a:ext>
            </a:extLst>
          </p:cNvPr>
          <p:cNvSpPr>
            <a:spLocks xmlns:a="http://schemas.openxmlformats.org/drawingml/2006/main" noGrp="1"/>
          </p:cNvSpPr>
          <p:nvPr/>
        </p:nvSpPr>
        <p:spPr>
          <a:xfrm xmlns:a="http://schemas.openxmlformats.org/drawingml/2006/main">
            <a:off x="12928023" y="9172575"/>
            <a:ext cx="95" cy="38100"/>
          </a:xfrm>
          <a:custGeom xmlns:a="http://schemas.openxmlformats.org/drawingml/2006/main">
            <a:pathLst>
              <a:path w="95" h="38100">
                <a:moveTo>
                  <a:pt x="0" y="0"/>
                </a:moveTo>
                <a:lnTo>
                  <a:pt x="0" y="38100"/>
                </a:lnTo>
              </a:path>
            </a:pathLst>
          </a:custGeom>
          <a:noFill xmlns:a="http://schemas.openxmlformats.org/drawingml/2006/main"/>
          <a:ln xmlns:a="http://schemas.openxmlformats.org/drawingml/2006/main" w="7620">
            <a:solidFill>
              <a:srgbClr val="000000"/>
            </a:solidFill>
            <a:prstDash val="solid"/>
          </a:ln>
        </p:spPr>
      </p:sp>
      <p:sp>
        <p:nvSpPr>
          <p:cNvPr id="213" name="text_212">
            <a:extLst xmlns:a="http://schemas.openxmlformats.org/drawingml/2006/main">
              <a:ext uri="{FF2B5EF4-FFF2-40B4-BE49-F238E27FC236}">
                <a16:creationId xmlns:a16="http://schemas.microsoft.com/office/drawing/2014/main" id="{E1D510EA-C4EF-4D34-8328-2D7F008841D6}"/>
              </a:ext>
            </a:extLst>
          </p:cNvPr>
          <p:cNvSpPr>
            <a:spLocks xmlns:a="http://schemas.openxmlformats.org/drawingml/2006/main" noGrp="1"/>
          </p:cNvSpPr>
          <p:nvPr/>
        </p:nvSpPr>
        <p:spPr>
          <a:xfrm xmlns:a="http://schemas.openxmlformats.org/drawingml/2006/main" rot="0">
            <a:off x="12527973" y="9239250"/>
            <a:ext cx="800100" cy="22860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xmlns:a="http://schemas.openxmlformats.org/drawingml/2006/main">
            <a:pPr algn="ctr">
              <a:defRPr sz="1200" b="0">
                <a:solidFill>
                  <a:srgbClr val="000000"/>
                </a:solidFill>
                <a:latin typeface="Arial"/>
                <a:ea typeface="Arial"/>
                <a:cs typeface="Arial"/>
              </a:defRPr>
            </a:pPr>
            <a:r>
              <a:rPr sz="1200" b="0">
                <a:solidFill>
                  <a:srgbClr val="000000"/>
                </a:solidFill>
                <a:latin typeface="Arial"/>
                <a:ea typeface="Arial"/>
                <a:cs typeface="Arial"/>
              </a:rPr>
              <a:t>07-20</a:t>
            </a:r>
          </a:p>
        </p:txBody>
      </p:sp>
      <p:sp>
        <p:nvSpPr>
          <p:cNvPr id="214" name="rect_213">
            <a:extLst xmlns:a="http://schemas.openxmlformats.org/drawingml/2006/main">
              <a:ext uri="{FF2B5EF4-FFF2-40B4-BE49-F238E27FC236}">
                <a16:creationId xmlns:a16="http://schemas.microsoft.com/office/drawing/2014/main" id="{787CA21D-058D-44FC-AE98-456B9B2871D6}"/>
              </a:ext>
            </a:extLst>
          </p:cNvPr>
          <p:cNvSpPr>
            <a:spLocks xmlns:a="http://schemas.openxmlformats.org/drawingml/2006/main" noGrp="1"/>
          </p:cNvSpPr>
          <p:nvPr/>
        </p:nvSpPr>
        <p:spPr>
          <a:xfrm xmlns:a="http://schemas.openxmlformats.org/drawingml/2006/main" rot="0">
            <a:off x="7381875" y="8210550"/>
            <a:ext cx="5810250" cy="962025"/>
          </a:xfrm>
          <a:prstGeom xmlns:a="http://schemas.openxmlformats.org/drawingml/2006/main" prst="rect">
            <a:avLst/>
          </a:prstGeom>
          <a:noFill xmlns:a="http://schemas.openxmlformats.org/drawingml/2006/main"/>
          <a:ln xmlns:a="http://schemas.openxmlformats.org/drawingml/2006/main" w="6191">
            <a:solidFill>
              <a:srgbClr val="6A7278"/>
            </a:solidFill>
            <a:prstDash val="solid"/>
          </a:ln>
        </p:spPr>
      </p:sp>
      <p:sp>
        <p:nvSpPr>
          <p:cNvPr id="215" name="text_214">
            <a:extLst xmlns:a="http://schemas.openxmlformats.org/drawingml/2006/main">
              <a:ext uri="{FF2B5EF4-FFF2-40B4-BE49-F238E27FC236}">
                <a16:creationId xmlns:a16="http://schemas.microsoft.com/office/drawing/2014/main" id="{545CE4F2-FE22-4F0B-A831-FB4469EA2CAE}"/>
              </a:ext>
            </a:extLst>
          </p:cNvPr>
          <p:cNvSpPr>
            <a:spLocks xmlns:a="http://schemas.openxmlformats.org/drawingml/2006/main" noGrp="1"/>
          </p:cNvSpPr>
          <p:nvPr/>
        </p:nvSpPr>
        <p:spPr>
          <a:xfrm xmlns:a="http://schemas.openxmlformats.org/drawingml/2006/main" rot="0">
            <a:off x="7381875" y="7934325"/>
            <a:ext cx="5810250" cy="238125"/>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500" b="1">
                <a:solidFill>
                  <a:srgbClr val="000000"/>
                </a:solidFill>
                <a:latin typeface="Arial"/>
                <a:ea typeface="Arial"/>
                <a:cs typeface="Arial"/>
              </a:defRPr>
            </a:defPPr>
            <a:lvl1pPr algn="l">
              <a:defRPr sz="1500" b="1">
                <a:solidFill>
                  <a:srgbClr val="000000"/>
                </a:solidFill>
                <a:latin typeface="Arial"/>
                <a:ea typeface="Arial"/>
                <a:cs typeface="Arial"/>
              </a:defRPr>
            </a:lvl1pPr>
            <a:lvl2pPr algn="l">
              <a:defRPr sz="1500" b="1">
                <a:solidFill>
                  <a:srgbClr val="000000"/>
                </a:solidFill>
                <a:latin typeface="Arial"/>
                <a:ea typeface="Arial"/>
                <a:cs typeface="Arial"/>
              </a:defRPr>
            </a:lvl2pPr>
            <a:lvl3pPr algn="l">
              <a:defRPr sz="1500" b="1">
                <a:solidFill>
                  <a:srgbClr val="000000"/>
                </a:solidFill>
                <a:latin typeface="Arial"/>
                <a:ea typeface="Arial"/>
                <a:cs typeface="Arial"/>
              </a:defRPr>
            </a:lvl3pPr>
            <a:lvl4pPr algn="l">
              <a:defRPr sz="1500" b="1">
                <a:solidFill>
                  <a:srgbClr val="000000"/>
                </a:solidFill>
                <a:latin typeface="Arial"/>
                <a:ea typeface="Arial"/>
                <a:cs typeface="Arial"/>
              </a:defRPr>
            </a:lvl4pPr>
            <a:lvl5pPr algn="l">
              <a:defRPr sz="1500" b="1">
                <a:solidFill>
                  <a:srgbClr val="000000"/>
                </a:solidFill>
                <a:latin typeface="Arial"/>
                <a:ea typeface="Arial"/>
                <a:cs typeface="Arial"/>
              </a:defRPr>
            </a:lvl5pPr>
            <a:lvl6pPr algn="l">
              <a:defRPr sz="1500" b="1">
                <a:solidFill>
                  <a:srgbClr val="000000"/>
                </a:solidFill>
                <a:latin typeface="Arial"/>
                <a:ea typeface="Arial"/>
                <a:cs typeface="Arial"/>
              </a:defRPr>
            </a:lvl6pPr>
            <a:lvl7pPr algn="l">
              <a:defRPr sz="1500" b="1">
                <a:solidFill>
                  <a:srgbClr val="000000"/>
                </a:solidFill>
                <a:latin typeface="Arial"/>
                <a:ea typeface="Arial"/>
                <a:cs typeface="Arial"/>
              </a:defRPr>
            </a:lvl7pPr>
            <a:lvl8pPr algn="l">
              <a:defRPr sz="1500" b="1">
                <a:solidFill>
                  <a:srgbClr val="000000"/>
                </a:solidFill>
                <a:latin typeface="Arial"/>
                <a:ea typeface="Arial"/>
                <a:cs typeface="Arial"/>
              </a:defRPr>
            </a:lvl8pPr>
            <a:lvl9pPr algn="l">
              <a:defRPr sz="1500" b="1">
                <a:solidFill>
                  <a:srgbClr val="000000"/>
                </a:solidFill>
                <a:latin typeface="Arial"/>
                <a:ea typeface="Arial"/>
                <a:cs typeface="Arial"/>
              </a:defRPr>
            </a:lvl9pPr>
          </a:lstStyle>
          <a:p xmlns:a="http://schemas.openxmlformats.org/drawingml/2006/main">
            <a:pPr algn="l">
              <a:defRPr sz="1500" b="1">
                <a:solidFill>
                  <a:srgbClr val="000000"/>
                </a:solidFill>
                <a:latin typeface="Arial"/>
                <a:ea typeface="Arial"/>
                <a:cs typeface="Arial"/>
              </a:defRPr>
            </a:pPr>
            <a:r>
              <a:rPr sz="1500" b="1">
                <a:solidFill>
                  <a:srgbClr val="000000"/>
                </a:solidFill>
                <a:latin typeface="Arial"/>
                <a:ea typeface="Arial"/>
                <a:cs typeface="Arial"/>
              </a:rPr>
              <a:t>RG-MTM-R20</a:t>
            </a:r>
          </a:p>
        </p:txBody>
      </p:sp>
      <p:sp>
        <p:nvSpPr>
          <p:cNvPr id="216" name="path_215">
            <a:extLst xmlns:a="http://schemas.openxmlformats.org/drawingml/2006/main">
              <a:ext uri="{FF2B5EF4-FFF2-40B4-BE49-F238E27FC236}">
                <a16:creationId xmlns:a16="http://schemas.microsoft.com/office/drawing/2014/main" id="{5CEC51B0-5BF2-4821-B9F3-71C2C411A11B}"/>
              </a:ext>
            </a:extLst>
          </p:cNvPr>
          <p:cNvSpPr>
            <a:spLocks xmlns:a="http://schemas.openxmlformats.org/drawingml/2006/main" noGrp="1"/>
          </p:cNvSpPr>
          <p:nvPr/>
        </p:nvSpPr>
        <p:spPr>
          <a:xfrm xmlns:a="http://schemas.openxmlformats.org/drawingml/2006/main">
            <a:off x="9758795" y="9060475"/>
            <a:ext cx="1056409" cy="35668"/>
          </a:xfrm>
          <a:custGeom xmlns:a="http://schemas.openxmlformats.org/drawingml/2006/main">
            <a:pathLst>
              <a:path w="1056409" h="35668">
                <a:moveTo>
                  <a:pt x="0" y="28195"/>
                </a:moveTo>
                <a:lnTo>
                  <a:pt x="528205" y="35668"/>
                </a:lnTo>
                <a:lnTo>
                  <a:pt x="1056409" y="0"/>
                </a:lnTo>
              </a:path>
            </a:pathLst>
          </a:custGeom>
          <a:noFill xmlns:a="http://schemas.openxmlformats.org/drawingml/2006/main"/>
          <a:ln xmlns:a="http://schemas.openxmlformats.org/drawingml/2006/main" w="32861">
            <a:solidFill>
              <a:srgbClr val="FFFFFF"/>
            </a:solidFill>
            <a:prstDash val="dash"/>
          </a:ln>
        </p:spPr>
      </p:sp>
      <p:sp>
        <p:nvSpPr>
          <p:cNvPr id="217" name="path_216">
            <a:extLst xmlns:a="http://schemas.openxmlformats.org/drawingml/2006/main">
              <a:ext uri="{FF2B5EF4-FFF2-40B4-BE49-F238E27FC236}">
                <a16:creationId xmlns:a16="http://schemas.microsoft.com/office/drawing/2014/main" id="{714DE3E9-5BC6-4361-AA53-63EBBEBDC5F5}"/>
              </a:ext>
            </a:extLst>
          </p:cNvPr>
          <p:cNvSpPr>
            <a:spLocks xmlns:a="http://schemas.openxmlformats.org/drawingml/2006/main" noGrp="1"/>
          </p:cNvSpPr>
          <p:nvPr/>
        </p:nvSpPr>
        <p:spPr>
          <a:xfrm xmlns:a="http://schemas.openxmlformats.org/drawingml/2006/main">
            <a:off x="9758795" y="9060475"/>
            <a:ext cx="1056409" cy="35668"/>
          </a:xfrm>
          <a:custGeom xmlns:a="http://schemas.openxmlformats.org/drawingml/2006/main">
            <a:pathLst>
              <a:path w="1056409" h="35668">
                <a:moveTo>
                  <a:pt x="0" y="28195"/>
                </a:moveTo>
                <a:lnTo>
                  <a:pt x="528205" y="35668"/>
                </a:lnTo>
                <a:lnTo>
                  <a:pt x="1056409" y="0"/>
                </a:lnTo>
              </a:path>
            </a:pathLst>
          </a:custGeom>
          <a:noFill xmlns:a="http://schemas.openxmlformats.org/drawingml/2006/main"/>
          <a:ln xmlns:a="http://schemas.openxmlformats.org/drawingml/2006/main" w="13811">
            <a:solidFill>
              <a:srgbClr val="0072B2"/>
            </a:solidFill>
            <a:prstDash val="dash"/>
          </a:ln>
        </p:spPr>
      </p:sp>
      <p:sp>
        <p:nvSpPr>
          <p:cNvPr id="218" name="path_217">
            <a:extLst xmlns:a="http://schemas.openxmlformats.org/drawingml/2006/main">
              <a:ext uri="{FF2B5EF4-FFF2-40B4-BE49-F238E27FC236}">
                <a16:creationId xmlns:a16="http://schemas.microsoft.com/office/drawing/2014/main" id="{B527AC6E-B509-47B3-8C0E-C5926D28A0BE}"/>
              </a:ext>
            </a:extLst>
          </p:cNvPr>
          <p:cNvSpPr>
            <a:spLocks xmlns:a="http://schemas.openxmlformats.org/drawingml/2006/main" noGrp="1"/>
          </p:cNvSpPr>
          <p:nvPr/>
        </p:nvSpPr>
        <p:spPr>
          <a:xfrm xmlns:a="http://schemas.openxmlformats.org/drawingml/2006/main">
            <a:off x="9758795" y="9064039"/>
            <a:ext cx="1056409" cy="32655"/>
          </a:xfrm>
          <a:custGeom xmlns:a="http://schemas.openxmlformats.org/drawingml/2006/main">
            <a:pathLst>
              <a:path w="1056409" h="32655">
                <a:moveTo>
                  <a:pt x="0" y="32655"/>
                </a:moveTo>
                <a:lnTo>
                  <a:pt x="528205" y="24197"/>
                </a:lnTo>
                <a:lnTo>
                  <a:pt x="1056409" y="0"/>
                </a:lnTo>
              </a:path>
            </a:pathLst>
          </a:custGeom>
          <a:noFill xmlns:a="http://schemas.openxmlformats.org/drawingml/2006/main"/>
          <a:ln xmlns:a="http://schemas.openxmlformats.org/drawingml/2006/main" w="41910">
            <a:solidFill>
              <a:srgbClr val="FFFFFF"/>
            </a:solidFill>
            <a:prstDash val="solid"/>
          </a:ln>
        </p:spPr>
      </p:sp>
      <p:sp>
        <p:nvSpPr>
          <p:cNvPr id="219" name="path_218">
            <a:extLst xmlns:a="http://schemas.openxmlformats.org/drawingml/2006/main">
              <a:ext uri="{FF2B5EF4-FFF2-40B4-BE49-F238E27FC236}">
                <a16:creationId xmlns:a16="http://schemas.microsoft.com/office/drawing/2014/main" id="{BC00735A-C242-4073-B8CF-8238C85F543D}"/>
              </a:ext>
            </a:extLst>
          </p:cNvPr>
          <p:cNvSpPr>
            <a:spLocks xmlns:a="http://schemas.openxmlformats.org/drawingml/2006/main" noGrp="1"/>
          </p:cNvSpPr>
          <p:nvPr/>
        </p:nvSpPr>
        <p:spPr>
          <a:xfrm xmlns:a="http://schemas.openxmlformats.org/drawingml/2006/main">
            <a:off x="9758795" y="9064039"/>
            <a:ext cx="1056409" cy="32655"/>
          </a:xfrm>
          <a:custGeom xmlns:a="http://schemas.openxmlformats.org/drawingml/2006/main">
            <a:pathLst>
              <a:path w="1056409" h="32655">
                <a:moveTo>
                  <a:pt x="0" y="32655"/>
                </a:moveTo>
                <a:lnTo>
                  <a:pt x="528205" y="24197"/>
                </a:lnTo>
                <a:lnTo>
                  <a:pt x="1056409" y="0"/>
                </a:lnTo>
              </a:path>
            </a:pathLst>
          </a:custGeom>
          <a:noFill xmlns:a="http://schemas.openxmlformats.org/drawingml/2006/main"/>
          <a:ln xmlns:a="http://schemas.openxmlformats.org/drawingml/2006/main" w="22860">
            <a:solidFill>
              <a:srgbClr val="0072B2"/>
            </a:solidFill>
            <a:prstDash val="solid"/>
          </a:ln>
        </p:spPr>
      </p:sp>
      <p:sp>
        <p:nvSpPr>
          <p:cNvPr id="220" name="ellipse_219">
            <a:extLst xmlns:a="http://schemas.openxmlformats.org/drawingml/2006/main">
              <a:ext uri="{FF2B5EF4-FFF2-40B4-BE49-F238E27FC236}">
                <a16:creationId xmlns:a16="http://schemas.microsoft.com/office/drawing/2014/main" id="{8496735F-B0A7-4A81-90DE-C2654FCEFD26}"/>
              </a:ext>
            </a:extLst>
          </p:cNvPr>
          <p:cNvSpPr>
            <a:spLocks xmlns:a="http://schemas.openxmlformats.org/drawingml/2006/main" noGrp="1"/>
          </p:cNvSpPr>
          <p:nvPr/>
        </p:nvSpPr>
        <p:spPr>
          <a:xfrm xmlns:a="http://schemas.openxmlformats.org/drawingml/2006/main" rot="0">
            <a:off x="9727363" y="9065261"/>
            <a:ext cx="62865" cy="62865"/>
          </a:xfrm>
          <a:prstGeom xmlns:a="http://schemas.openxmlformats.org/drawingml/2006/main" prst="ellipse">
            <a:avLst/>
          </a:prstGeom>
          <a:solidFill xmlns:a="http://schemas.openxmlformats.org/drawingml/2006/main">
            <a:srgbClr val="FFFFFF"/>
          </a:solidFill>
          <a:ln xmlns:a="http://schemas.openxmlformats.org/drawingml/2006/main" w="17145">
            <a:solidFill>
              <a:srgbClr val="0072B2"/>
            </a:solidFill>
            <a:prstDash val="solid"/>
          </a:ln>
        </p:spPr>
      </p:sp>
      <p:sp>
        <p:nvSpPr>
          <p:cNvPr id="221" name="ellipse_220">
            <a:extLst xmlns:a="http://schemas.openxmlformats.org/drawingml/2006/main">
              <a:ext uri="{FF2B5EF4-FFF2-40B4-BE49-F238E27FC236}">
                <a16:creationId xmlns:a16="http://schemas.microsoft.com/office/drawing/2014/main" id="{6513A9DA-386B-442F-A2C9-BE3552BCF486}"/>
              </a:ext>
            </a:extLst>
          </p:cNvPr>
          <p:cNvSpPr>
            <a:spLocks xmlns:a="http://schemas.openxmlformats.org/drawingml/2006/main" noGrp="1"/>
          </p:cNvSpPr>
          <p:nvPr/>
        </p:nvSpPr>
        <p:spPr>
          <a:xfrm xmlns:a="http://schemas.openxmlformats.org/drawingml/2006/main" rot="0">
            <a:off x="10255568" y="9056804"/>
            <a:ext cx="62865" cy="62865"/>
          </a:xfrm>
          <a:prstGeom xmlns:a="http://schemas.openxmlformats.org/drawingml/2006/main" prst="ellipse">
            <a:avLst/>
          </a:prstGeom>
          <a:solidFill xmlns:a="http://schemas.openxmlformats.org/drawingml/2006/main">
            <a:srgbClr val="FFFFFF"/>
          </a:solidFill>
          <a:ln xmlns:a="http://schemas.openxmlformats.org/drawingml/2006/main" w="17145">
            <a:solidFill>
              <a:srgbClr val="0072B2"/>
            </a:solidFill>
            <a:prstDash val="solid"/>
          </a:ln>
        </p:spPr>
      </p:sp>
      <p:sp>
        <p:nvSpPr>
          <p:cNvPr id="222" name="ellipse_221">
            <a:extLst xmlns:a="http://schemas.openxmlformats.org/drawingml/2006/main">
              <a:ext uri="{FF2B5EF4-FFF2-40B4-BE49-F238E27FC236}">
                <a16:creationId xmlns:a16="http://schemas.microsoft.com/office/drawing/2014/main" id="{BD017648-F60D-430E-980A-5D160B9D5062}"/>
              </a:ext>
            </a:extLst>
          </p:cNvPr>
          <p:cNvSpPr>
            <a:spLocks xmlns:a="http://schemas.openxmlformats.org/drawingml/2006/main" noGrp="1"/>
          </p:cNvSpPr>
          <p:nvPr/>
        </p:nvSpPr>
        <p:spPr>
          <a:xfrm xmlns:a="http://schemas.openxmlformats.org/drawingml/2006/main" rot="0">
            <a:off x="10783772" y="9032606"/>
            <a:ext cx="62865" cy="62865"/>
          </a:xfrm>
          <a:prstGeom xmlns:a="http://schemas.openxmlformats.org/drawingml/2006/main" prst="ellipse">
            <a:avLst/>
          </a:prstGeom>
          <a:solidFill xmlns:a="http://schemas.openxmlformats.org/drawingml/2006/main">
            <a:srgbClr val="FFFFFF"/>
          </a:solidFill>
          <a:ln xmlns:a="http://schemas.openxmlformats.org/drawingml/2006/main" w="17145">
            <a:solidFill>
              <a:srgbClr val="0072B2"/>
            </a:solidFill>
            <a:prstDash val="solid"/>
          </a:ln>
        </p:spPr>
      </p:sp>
      <p:sp>
        <p:nvSpPr>
          <p:cNvPr id="223" name="text_222">
            <a:extLst xmlns:a="http://schemas.openxmlformats.org/drawingml/2006/main">
              <a:ext uri="{FF2B5EF4-FFF2-40B4-BE49-F238E27FC236}">
                <a16:creationId xmlns:a16="http://schemas.microsoft.com/office/drawing/2014/main" id="{3ADE644B-0872-4677-B8B5-5BDD8EA40C07}"/>
              </a:ext>
            </a:extLst>
          </p:cNvPr>
          <p:cNvSpPr>
            <a:spLocks xmlns:a="http://schemas.openxmlformats.org/drawingml/2006/main" noGrp="1"/>
          </p:cNvSpPr>
          <p:nvPr/>
        </p:nvSpPr>
        <p:spPr>
          <a:xfrm xmlns:a="http://schemas.openxmlformats.org/drawingml/2006/main" rot="0">
            <a:off x="9530195" y="8839519"/>
            <a:ext cx="238125" cy="2476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425" b="1">
                <a:solidFill>
                  <a:srgbClr val="0072B2"/>
                </a:solidFill>
                <a:latin typeface="Arial"/>
                <a:ea typeface="Arial"/>
                <a:cs typeface="Arial"/>
              </a:defRPr>
            </a:defPPr>
            <a:lvl1pPr algn="l">
              <a:defRPr sz="1425" b="1">
                <a:solidFill>
                  <a:srgbClr val="0072B2"/>
                </a:solidFill>
                <a:latin typeface="Arial"/>
                <a:ea typeface="Arial"/>
                <a:cs typeface="Arial"/>
              </a:defRPr>
            </a:lvl1pPr>
            <a:lvl2pPr algn="l">
              <a:defRPr sz="1425" b="1">
                <a:solidFill>
                  <a:srgbClr val="0072B2"/>
                </a:solidFill>
                <a:latin typeface="Arial"/>
                <a:ea typeface="Arial"/>
                <a:cs typeface="Arial"/>
              </a:defRPr>
            </a:lvl2pPr>
            <a:lvl3pPr algn="l">
              <a:defRPr sz="1425" b="1">
                <a:solidFill>
                  <a:srgbClr val="0072B2"/>
                </a:solidFill>
                <a:latin typeface="Arial"/>
                <a:ea typeface="Arial"/>
                <a:cs typeface="Arial"/>
              </a:defRPr>
            </a:lvl3pPr>
            <a:lvl4pPr algn="l">
              <a:defRPr sz="1425" b="1">
                <a:solidFill>
                  <a:srgbClr val="0072B2"/>
                </a:solidFill>
                <a:latin typeface="Arial"/>
                <a:ea typeface="Arial"/>
                <a:cs typeface="Arial"/>
              </a:defRPr>
            </a:lvl4pPr>
            <a:lvl5pPr algn="l">
              <a:defRPr sz="1425" b="1">
                <a:solidFill>
                  <a:srgbClr val="0072B2"/>
                </a:solidFill>
                <a:latin typeface="Arial"/>
                <a:ea typeface="Arial"/>
                <a:cs typeface="Arial"/>
              </a:defRPr>
            </a:lvl5pPr>
            <a:lvl6pPr algn="l">
              <a:defRPr sz="1425" b="1">
                <a:solidFill>
                  <a:srgbClr val="0072B2"/>
                </a:solidFill>
                <a:latin typeface="Arial"/>
                <a:ea typeface="Arial"/>
                <a:cs typeface="Arial"/>
              </a:defRPr>
            </a:lvl6pPr>
            <a:lvl7pPr algn="l">
              <a:defRPr sz="1425" b="1">
                <a:solidFill>
                  <a:srgbClr val="0072B2"/>
                </a:solidFill>
                <a:latin typeface="Arial"/>
                <a:ea typeface="Arial"/>
                <a:cs typeface="Arial"/>
              </a:defRPr>
            </a:lvl7pPr>
            <a:lvl8pPr algn="l">
              <a:defRPr sz="1425" b="1">
                <a:solidFill>
                  <a:srgbClr val="0072B2"/>
                </a:solidFill>
                <a:latin typeface="Arial"/>
                <a:ea typeface="Arial"/>
                <a:cs typeface="Arial"/>
              </a:defRPr>
            </a:lvl8pPr>
            <a:lvl9pPr algn="l">
              <a:defRPr sz="1425" b="1">
                <a:solidFill>
                  <a:srgbClr val="0072B2"/>
                </a:solidFill>
                <a:latin typeface="Arial"/>
                <a:ea typeface="Arial"/>
                <a:cs typeface="Arial"/>
              </a:defRPr>
            </a:lvl9pPr>
          </a:lstStyle>
          <a:p xmlns:a="http://schemas.openxmlformats.org/drawingml/2006/main">
            <a:pPr algn="l">
              <a:defRPr sz="1425" b="1">
                <a:solidFill>
                  <a:srgbClr val="0072B2"/>
                </a:solidFill>
                <a:latin typeface="Arial"/>
                <a:ea typeface="Arial"/>
                <a:cs typeface="Arial"/>
              </a:defRPr>
            </a:pPr>
            <a:r>
              <a:rPr sz="1425" b="1">
                <a:solidFill>
                  <a:srgbClr val="0072B2"/>
                </a:solidFill>
                <a:latin typeface="Arial"/>
                <a:ea typeface="Arial"/>
                <a:cs typeface="Arial"/>
              </a:rPr>
              <a:t>A</a:t>
            </a:r>
          </a:p>
        </p:txBody>
      </p:sp>
      <p:sp>
        <p:nvSpPr>
          <p:cNvPr id="224" name="path_223">
            <a:extLst xmlns:a="http://schemas.openxmlformats.org/drawingml/2006/main">
              <a:ext uri="{FF2B5EF4-FFF2-40B4-BE49-F238E27FC236}">
                <a16:creationId xmlns:a16="http://schemas.microsoft.com/office/drawing/2014/main" id="{4EBF944C-810B-4AD9-B6E6-EE9B9AA0EEC5}"/>
              </a:ext>
            </a:extLst>
          </p:cNvPr>
          <p:cNvSpPr>
            <a:spLocks xmlns:a="http://schemas.openxmlformats.org/drawingml/2006/main" noGrp="1"/>
          </p:cNvSpPr>
          <p:nvPr/>
        </p:nvSpPr>
        <p:spPr>
          <a:xfrm xmlns:a="http://schemas.openxmlformats.org/drawingml/2006/main">
            <a:off x="7645977" y="8274413"/>
            <a:ext cx="5282045" cy="752090"/>
          </a:xfrm>
          <a:custGeom xmlns:a="http://schemas.openxmlformats.org/drawingml/2006/main">
            <a:pathLst>
              <a:path w="5282045" h="752090">
                <a:moveTo>
                  <a:pt x="0" y="553372"/>
                </a:moveTo>
                <a:lnTo>
                  <a:pt x="528205" y="0"/>
                </a:lnTo>
                <a:lnTo>
                  <a:pt x="1056409" y="619948"/>
                </a:lnTo>
                <a:lnTo>
                  <a:pt x="1584614" y="292823"/>
                </a:lnTo>
                <a:lnTo>
                  <a:pt x="2112818" y="292823"/>
                </a:lnTo>
                <a:lnTo>
                  <a:pt x="2641023" y="24459"/>
                </a:lnTo>
                <a:lnTo>
                  <a:pt x="3169227" y="269045"/>
                </a:lnTo>
                <a:lnTo>
                  <a:pt x="3697432" y="750394"/>
                </a:lnTo>
                <a:lnTo>
                  <a:pt x="4225636" y="752090"/>
                </a:lnTo>
                <a:lnTo>
                  <a:pt x="4753841" y="493238"/>
                </a:lnTo>
                <a:lnTo>
                  <a:pt x="5282045" y="473196"/>
                </a:lnTo>
              </a:path>
            </a:pathLst>
          </a:custGeom>
          <a:noFill xmlns:a="http://schemas.openxmlformats.org/drawingml/2006/main"/>
          <a:ln xmlns:a="http://schemas.openxmlformats.org/drawingml/2006/main" w="32861">
            <a:solidFill>
              <a:srgbClr val="FFFFFF"/>
            </a:solidFill>
            <a:prstDash val="dash"/>
          </a:ln>
        </p:spPr>
      </p:sp>
      <p:sp>
        <p:nvSpPr>
          <p:cNvPr id="225" name="path_224">
            <a:extLst xmlns:a="http://schemas.openxmlformats.org/drawingml/2006/main">
              <a:ext uri="{FF2B5EF4-FFF2-40B4-BE49-F238E27FC236}">
                <a16:creationId xmlns:a16="http://schemas.microsoft.com/office/drawing/2014/main" id="{CF4DAC96-9281-43DD-957B-83EABA2F636B}"/>
              </a:ext>
            </a:extLst>
          </p:cNvPr>
          <p:cNvSpPr>
            <a:spLocks xmlns:a="http://schemas.openxmlformats.org/drawingml/2006/main" noGrp="1"/>
          </p:cNvSpPr>
          <p:nvPr/>
        </p:nvSpPr>
        <p:spPr>
          <a:xfrm xmlns:a="http://schemas.openxmlformats.org/drawingml/2006/main">
            <a:off x="7645977" y="8274413"/>
            <a:ext cx="5282045" cy="752090"/>
          </a:xfrm>
          <a:custGeom xmlns:a="http://schemas.openxmlformats.org/drawingml/2006/main">
            <a:pathLst>
              <a:path w="5282045" h="752090">
                <a:moveTo>
                  <a:pt x="0" y="553372"/>
                </a:moveTo>
                <a:lnTo>
                  <a:pt x="528205" y="0"/>
                </a:lnTo>
                <a:lnTo>
                  <a:pt x="1056409" y="619948"/>
                </a:lnTo>
                <a:lnTo>
                  <a:pt x="1584614" y="292823"/>
                </a:lnTo>
                <a:lnTo>
                  <a:pt x="2112818" y="292823"/>
                </a:lnTo>
                <a:lnTo>
                  <a:pt x="2641023" y="24459"/>
                </a:lnTo>
                <a:lnTo>
                  <a:pt x="3169227" y="269045"/>
                </a:lnTo>
                <a:lnTo>
                  <a:pt x="3697432" y="750394"/>
                </a:lnTo>
                <a:lnTo>
                  <a:pt x="4225636" y="752090"/>
                </a:lnTo>
                <a:lnTo>
                  <a:pt x="4753841" y="493238"/>
                </a:lnTo>
                <a:lnTo>
                  <a:pt x="5282045" y="473196"/>
                </a:lnTo>
              </a:path>
            </a:pathLst>
          </a:custGeom>
          <a:noFill xmlns:a="http://schemas.openxmlformats.org/drawingml/2006/main"/>
          <a:ln xmlns:a="http://schemas.openxmlformats.org/drawingml/2006/main" w="13811">
            <a:solidFill>
              <a:srgbClr val="D55E00"/>
            </a:solidFill>
            <a:prstDash val="dash"/>
          </a:ln>
        </p:spPr>
      </p:sp>
      <p:sp>
        <p:nvSpPr>
          <p:cNvPr id="226" name="path_225">
            <a:extLst xmlns:a="http://schemas.openxmlformats.org/drawingml/2006/main">
              <a:ext uri="{FF2B5EF4-FFF2-40B4-BE49-F238E27FC236}">
                <a16:creationId xmlns:a16="http://schemas.microsoft.com/office/drawing/2014/main" id="{2DEFBE2F-199F-42C2-84D2-4E838E036907}"/>
              </a:ext>
            </a:extLst>
          </p:cNvPr>
          <p:cNvSpPr>
            <a:spLocks xmlns:a="http://schemas.openxmlformats.org/drawingml/2006/main" noGrp="1"/>
          </p:cNvSpPr>
          <p:nvPr/>
        </p:nvSpPr>
        <p:spPr>
          <a:xfrm xmlns:a="http://schemas.openxmlformats.org/drawingml/2006/main">
            <a:off x="7645977" y="8306870"/>
            <a:ext cx="5282045" cy="727568"/>
          </a:xfrm>
          <a:custGeom xmlns:a="http://schemas.openxmlformats.org/drawingml/2006/main">
            <a:pathLst>
              <a:path w="5282045" h="727568">
                <a:moveTo>
                  <a:pt x="0" y="520833"/>
                </a:moveTo>
                <a:lnTo>
                  <a:pt x="528205" y="23963"/>
                </a:lnTo>
                <a:lnTo>
                  <a:pt x="1056409" y="595539"/>
                </a:lnTo>
                <a:lnTo>
                  <a:pt x="1584614" y="252311"/>
                </a:lnTo>
                <a:lnTo>
                  <a:pt x="2112818" y="252311"/>
                </a:lnTo>
                <a:lnTo>
                  <a:pt x="2641023" y="0"/>
                </a:lnTo>
                <a:lnTo>
                  <a:pt x="3169227" y="231403"/>
                </a:lnTo>
                <a:lnTo>
                  <a:pt x="3697432" y="725924"/>
                </a:lnTo>
                <a:lnTo>
                  <a:pt x="4225636" y="727568"/>
                </a:lnTo>
                <a:lnTo>
                  <a:pt x="4753841" y="452704"/>
                </a:lnTo>
                <a:lnTo>
                  <a:pt x="5282045" y="439783"/>
                </a:lnTo>
              </a:path>
            </a:pathLst>
          </a:custGeom>
          <a:noFill xmlns:a="http://schemas.openxmlformats.org/drawingml/2006/main"/>
          <a:ln xmlns:a="http://schemas.openxmlformats.org/drawingml/2006/main" w="41910">
            <a:solidFill>
              <a:srgbClr val="FFFFFF"/>
            </a:solidFill>
            <a:prstDash val="solid"/>
          </a:ln>
        </p:spPr>
      </p:sp>
      <p:sp>
        <p:nvSpPr>
          <p:cNvPr id="227" name="path_226">
            <a:extLst xmlns:a="http://schemas.openxmlformats.org/drawingml/2006/main">
              <a:ext uri="{FF2B5EF4-FFF2-40B4-BE49-F238E27FC236}">
                <a16:creationId xmlns:a16="http://schemas.microsoft.com/office/drawing/2014/main" id="{70E1670F-2E92-48B6-BE45-C28F4690478D}"/>
              </a:ext>
            </a:extLst>
          </p:cNvPr>
          <p:cNvSpPr>
            <a:spLocks xmlns:a="http://schemas.openxmlformats.org/drawingml/2006/main" noGrp="1"/>
          </p:cNvSpPr>
          <p:nvPr/>
        </p:nvSpPr>
        <p:spPr>
          <a:xfrm xmlns:a="http://schemas.openxmlformats.org/drawingml/2006/main">
            <a:off x="7645977" y="8306870"/>
            <a:ext cx="5282045" cy="727568"/>
          </a:xfrm>
          <a:custGeom xmlns:a="http://schemas.openxmlformats.org/drawingml/2006/main">
            <a:pathLst>
              <a:path w="5282045" h="727568">
                <a:moveTo>
                  <a:pt x="0" y="520833"/>
                </a:moveTo>
                <a:lnTo>
                  <a:pt x="528205" y="23963"/>
                </a:lnTo>
                <a:lnTo>
                  <a:pt x="1056409" y="595539"/>
                </a:lnTo>
                <a:lnTo>
                  <a:pt x="1584614" y="252311"/>
                </a:lnTo>
                <a:lnTo>
                  <a:pt x="2112818" y="252311"/>
                </a:lnTo>
                <a:lnTo>
                  <a:pt x="2641023" y="0"/>
                </a:lnTo>
                <a:lnTo>
                  <a:pt x="3169227" y="231403"/>
                </a:lnTo>
                <a:lnTo>
                  <a:pt x="3697432" y="725924"/>
                </a:lnTo>
                <a:lnTo>
                  <a:pt x="4225636" y="727568"/>
                </a:lnTo>
                <a:lnTo>
                  <a:pt x="4753841" y="452704"/>
                </a:lnTo>
                <a:lnTo>
                  <a:pt x="5282045" y="439783"/>
                </a:lnTo>
              </a:path>
            </a:pathLst>
          </a:custGeom>
          <a:noFill xmlns:a="http://schemas.openxmlformats.org/drawingml/2006/main"/>
          <a:ln xmlns:a="http://schemas.openxmlformats.org/drawingml/2006/main" w="22860">
            <a:solidFill>
              <a:srgbClr val="D55E00"/>
            </a:solidFill>
            <a:prstDash val="solid"/>
          </a:ln>
        </p:spPr>
      </p:sp>
      <p:sp>
        <p:nvSpPr>
          <p:cNvPr id="228" name="ellipse_227">
            <a:extLst xmlns:a="http://schemas.openxmlformats.org/drawingml/2006/main">
              <a:ext uri="{FF2B5EF4-FFF2-40B4-BE49-F238E27FC236}">
                <a16:creationId xmlns:a16="http://schemas.microsoft.com/office/drawing/2014/main" id="{276DA097-29F9-4DBE-96B1-930C903545B8}"/>
              </a:ext>
            </a:extLst>
          </p:cNvPr>
          <p:cNvSpPr>
            <a:spLocks xmlns:a="http://schemas.openxmlformats.org/drawingml/2006/main" noGrp="1"/>
          </p:cNvSpPr>
          <p:nvPr/>
        </p:nvSpPr>
        <p:spPr>
          <a:xfrm xmlns:a="http://schemas.openxmlformats.org/drawingml/2006/main" rot="0">
            <a:off x="9727363" y="8527749"/>
            <a:ext cx="62865" cy="62865"/>
          </a:xfrm>
          <a:prstGeom xmlns:a="http://schemas.openxmlformats.org/drawingml/2006/main" prst="ellipse">
            <a:avLst/>
          </a:prstGeom>
          <a:solidFill xmlns:a="http://schemas.openxmlformats.org/drawingml/2006/main">
            <a:srgbClr val="FFFFFF"/>
          </a:solidFill>
          <a:ln xmlns:a="http://schemas.openxmlformats.org/drawingml/2006/main" w="17145">
            <a:solidFill>
              <a:srgbClr val="D55E00"/>
            </a:solidFill>
            <a:prstDash val="solid"/>
          </a:ln>
        </p:spPr>
      </p:sp>
      <p:sp>
        <p:nvSpPr>
          <p:cNvPr id="229" name="ellipse_228">
            <a:extLst xmlns:a="http://schemas.openxmlformats.org/drawingml/2006/main">
              <a:ext uri="{FF2B5EF4-FFF2-40B4-BE49-F238E27FC236}">
                <a16:creationId xmlns:a16="http://schemas.microsoft.com/office/drawing/2014/main" id="{EE71417A-3B80-46F0-B584-C239F277CB64}"/>
              </a:ext>
            </a:extLst>
          </p:cNvPr>
          <p:cNvSpPr>
            <a:spLocks xmlns:a="http://schemas.openxmlformats.org/drawingml/2006/main" noGrp="1"/>
          </p:cNvSpPr>
          <p:nvPr/>
        </p:nvSpPr>
        <p:spPr>
          <a:xfrm xmlns:a="http://schemas.openxmlformats.org/drawingml/2006/main" rot="0">
            <a:off x="10255568" y="8275437"/>
            <a:ext cx="62865" cy="62865"/>
          </a:xfrm>
          <a:prstGeom xmlns:a="http://schemas.openxmlformats.org/drawingml/2006/main" prst="ellipse">
            <a:avLst/>
          </a:prstGeom>
          <a:solidFill xmlns:a="http://schemas.openxmlformats.org/drawingml/2006/main">
            <a:srgbClr val="FFFFFF"/>
          </a:solidFill>
          <a:ln xmlns:a="http://schemas.openxmlformats.org/drawingml/2006/main" w="17145">
            <a:solidFill>
              <a:srgbClr val="D55E00"/>
            </a:solidFill>
            <a:prstDash val="solid"/>
          </a:ln>
        </p:spPr>
      </p:sp>
      <p:sp>
        <p:nvSpPr>
          <p:cNvPr id="230" name="ellipse_229">
            <a:extLst xmlns:a="http://schemas.openxmlformats.org/drawingml/2006/main">
              <a:ext uri="{FF2B5EF4-FFF2-40B4-BE49-F238E27FC236}">
                <a16:creationId xmlns:a16="http://schemas.microsoft.com/office/drawing/2014/main" id="{9A652AB8-C60C-4E23-8A20-8AC36925ABDE}"/>
              </a:ext>
            </a:extLst>
          </p:cNvPr>
          <p:cNvSpPr>
            <a:spLocks xmlns:a="http://schemas.openxmlformats.org/drawingml/2006/main" noGrp="1"/>
          </p:cNvSpPr>
          <p:nvPr/>
        </p:nvSpPr>
        <p:spPr>
          <a:xfrm xmlns:a="http://schemas.openxmlformats.org/drawingml/2006/main" rot="0">
            <a:off x="10783772" y="8506840"/>
            <a:ext cx="62865" cy="62865"/>
          </a:xfrm>
          <a:prstGeom xmlns:a="http://schemas.openxmlformats.org/drawingml/2006/main" prst="ellipse">
            <a:avLst/>
          </a:prstGeom>
          <a:solidFill xmlns:a="http://schemas.openxmlformats.org/drawingml/2006/main">
            <a:srgbClr val="FFFFFF"/>
          </a:solidFill>
          <a:ln xmlns:a="http://schemas.openxmlformats.org/drawingml/2006/main" w="17145">
            <a:solidFill>
              <a:srgbClr val="D55E00"/>
            </a:solidFill>
            <a:prstDash val="solid"/>
          </a:ln>
        </p:spPr>
      </p:sp>
      <p:sp>
        <p:nvSpPr>
          <p:cNvPr id="231" name="text_230">
            <a:extLst xmlns:a="http://schemas.openxmlformats.org/drawingml/2006/main">
              <a:ext uri="{FF2B5EF4-FFF2-40B4-BE49-F238E27FC236}">
                <a16:creationId xmlns:a16="http://schemas.microsoft.com/office/drawing/2014/main" id="{C35B1463-BC0C-416F-AC1B-153C6BB3E0D8}"/>
              </a:ext>
            </a:extLst>
          </p:cNvPr>
          <p:cNvSpPr>
            <a:spLocks xmlns:a="http://schemas.openxmlformats.org/drawingml/2006/main" noGrp="1"/>
          </p:cNvSpPr>
          <p:nvPr/>
        </p:nvSpPr>
        <p:spPr>
          <a:xfrm xmlns:a="http://schemas.openxmlformats.org/drawingml/2006/main" rot="0">
            <a:off x="9854045" y="8511556"/>
            <a:ext cx="238125" cy="2476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425" b="1">
                <a:solidFill>
                  <a:srgbClr val="D55E00"/>
                </a:solidFill>
                <a:latin typeface="Arial"/>
                <a:ea typeface="Arial"/>
                <a:cs typeface="Arial"/>
              </a:defRPr>
            </a:defPPr>
            <a:lvl1pPr algn="l">
              <a:defRPr sz="1425" b="1">
                <a:solidFill>
                  <a:srgbClr val="D55E00"/>
                </a:solidFill>
                <a:latin typeface="Arial"/>
                <a:ea typeface="Arial"/>
                <a:cs typeface="Arial"/>
              </a:defRPr>
            </a:lvl1pPr>
            <a:lvl2pPr algn="l">
              <a:defRPr sz="1425" b="1">
                <a:solidFill>
                  <a:srgbClr val="D55E00"/>
                </a:solidFill>
                <a:latin typeface="Arial"/>
                <a:ea typeface="Arial"/>
                <a:cs typeface="Arial"/>
              </a:defRPr>
            </a:lvl2pPr>
            <a:lvl3pPr algn="l">
              <a:defRPr sz="1425" b="1">
                <a:solidFill>
                  <a:srgbClr val="D55E00"/>
                </a:solidFill>
                <a:latin typeface="Arial"/>
                <a:ea typeface="Arial"/>
                <a:cs typeface="Arial"/>
              </a:defRPr>
            </a:lvl3pPr>
            <a:lvl4pPr algn="l">
              <a:defRPr sz="1425" b="1">
                <a:solidFill>
                  <a:srgbClr val="D55E00"/>
                </a:solidFill>
                <a:latin typeface="Arial"/>
                <a:ea typeface="Arial"/>
                <a:cs typeface="Arial"/>
              </a:defRPr>
            </a:lvl4pPr>
            <a:lvl5pPr algn="l">
              <a:defRPr sz="1425" b="1">
                <a:solidFill>
                  <a:srgbClr val="D55E00"/>
                </a:solidFill>
                <a:latin typeface="Arial"/>
                <a:ea typeface="Arial"/>
                <a:cs typeface="Arial"/>
              </a:defRPr>
            </a:lvl5pPr>
            <a:lvl6pPr algn="l">
              <a:defRPr sz="1425" b="1">
                <a:solidFill>
                  <a:srgbClr val="D55E00"/>
                </a:solidFill>
                <a:latin typeface="Arial"/>
                <a:ea typeface="Arial"/>
                <a:cs typeface="Arial"/>
              </a:defRPr>
            </a:lvl6pPr>
            <a:lvl7pPr algn="l">
              <a:defRPr sz="1425" b="1">
                <a:solidFill>
                  <a:srgbClr val="D55E00"/>
                </a:solidFill>
                <a:latin typeface="Arial"/>
                <a:ea typeface="Arial"/>
                <a:cs typeface="Arial"/>
              </a:defRPr>
            </a:lvl7pPr>
            <a:lvl8pPr algn="l">
              <a:defRPr sz="1425" b="1">
                <a:solidFill>
                  <a:srgbClr val="D55E00"/>
                </a:solidFill>
                <a:latin typeface="Arial"/>
                <a:ea typeface="Arial"/>
                <a:cs typeface="Arial"/>
              </a:defRPr>
            </a:lvl8pPr>
            <a:lvl9pPr algn="l">
              <a:defRPr sz="1425" b="1">
                <a:solidFill>
                  <a:srgbClr val="D55E00"/>
                </a:solidFill>
                <a:latin typeface="Arial"/>
                <a:ea typeface="Arial"/>
                <a:cs typeface="Arial"/>
              </a:defRPr>
            </a:lvl9pPr>
          </a:lstStyle>
          <a:p xmlns:a="http://schemas.openxmlformats.org/drawingml/2006/main">
            <a:pPr algn="l">
              <a:defRPr sz="1425" b="1">
                <a:solidFill>
                  <a:srgbClr val="D55E00"/>
                </a:solidFill>
                <a:latin typeface="Arial"/>
                <a:ea typeface="Arial"/>
                <a:cs typeface="Arial"/>
              </a:defRPr>
            </a:pPr>
            <a:r>
              <a:rPr sz="1425" b="1">
                <a:solidFill>
                  <a:srgbClr val="D55E00"/>
                </a:solidFill>
                <a:latin typeface="Arial"/>
                <a:ea typeface="Arial"/>
                <a:cs typeface="Arial"/>
              </a:rPr>
              <a:t>B</a:t>
            </a:r>
          </a:p>
        </p:txBody>
      </p:sp>
      <p:sp>
        <p:nvSpPr>
          <p:cNvPr id="232" name="path_231">
            <a:extLst xmlns:a="http://schemas.openxmlformats.org/drawingml/2006/main">
              <a:ext uri="{FF2B5EF4-FFF2-40B4-BE49-F238E27FC236}">
                <a16:creationId xmlns:a16="http://schemas.microsoft.com/office/drawing/2014/main" id="{43B9DF1C-4C60-499C-AC6C-623D5C6699D7}"/>
              </a:ext>
            </a:extLst>
          </p:cNvPr>
          <p:cNvSpPr>
            <a:spLocks xmlns:a="http://schemas.openxmlformats.org/drawingml/2006/main" noGrp="1"/>
          </p:cNvSpPr>
          <p:nvPr/>
        </p:nvSpPr>
        <p:spPr>
          <a:xfrm xmlns:a="http://schemas.openxmlformats.org/drawingml/2006/main">
            <a:off x="9230591" y="8723831"/>
            <a:ext cx="2641023" cy="56390"/>
          </a:xfrm>
          <a:custGeom xmlns:a="http://schemas.openxmlformats.org/drawingml/2006/main">
            <a:pathLst>
              <a:path w="2641023" h="56390">
                <a:moveTo>
                  <a:pt x="0" y="56390"/>
                </a:moveTo>
                <a:lnTo>
                  <a:pt x="528205" y="40764"/>
                </a:lnTo>
                <a:lnTo>
                  <a:pt x="1056409" y="25139"/>
                </a:lnTo>
                <a:lnTo>
                  <a:pt x="1584614" y="4416"/>
                </a:lnTo>
                <a:lnTo>
                  <a:pt x="2112818" y="11889"/>
                </a:lnTo>
                <a:lnTo>
                  <a:pt x="2641023" y="0"/>
                </a:lnTo>
              </a:path>
            </a:pathLst>
          </a:custGeom>
          <a:noFill xmlns:a="http://schemas.openxmlformats.org/drawingml/2006/main"/>
          <a:ln xmlns:a="http://schemas.openxmlformats.org/drawingml/2006/main" w="32861">
            <a:solidFill>
              <a:srgbClr val="FFFFFF"/>
            </a:solidFill>
            <a:prstDash val="dash"/>
          </a:ln>
        </p:spPr>
      </p:sp>
      <p:sp>
        <p:nvSpPr>
          <p:cNvPr id="233" name="path_232">
            <a:extLst xmlns:a="http://schemas.openxmlformats.org/drawingml/2006/main">
              <a:ext uri="{FF2B5EF4-FFF2-40B4-BE49-F238E27FC236}">
                <a16:creationId xmlns:a16="http://schemas.microsoft.com/office/drawing/2014/main" id="{81E2196F-30F1-4597-9E9D-92C210EBF394}"/>
              </a:ext>
            </a:extLst>
          </p:cNvPr>
          <p:cNvSpPr>
            <a:spLocks xmlns:a="http://schemas.openxmlformats.org/drawingml/2006/main" noGrp="1"/>
          </p:cNvSpPr>
          <p:nvPr/>
        </p:nvSpPr>
        <p:spPr>
          <a:xfrm xmlns:a="http://schemas.openxmlformats.org/drawingml/2006/main">
            <a:off x="9230591" y="8723831"/>
            <a:ext cx="2641023" cy="56390"/>
          </a:xfrm>
          <a:custGeom xmlns:a="http://schemas.openxmlformats.org/drawingml/2006/main">
            <a:pathLst>
              <a:path w="2641023" h="56390">
                <a:moveTo>
                  <a:pt x="0" y="56390"/>
                </a:moveTo>
                <a:lnTo>
                  <a:pt x="528205" y="40764"/>
                </a:lnTo>
                <a:lnTo>
                  <a:pt x="1056409" y="25139"/>
                </a:lnTo>
                <a:lnTo>
                  <a:pt x="1584614" y="4416"/>
                </a:lnTo>
                <a:lnTo>
                  <a:pt x="2112818" y="11889"/>
                </a:lnTo>
                <a:lnTo>
                  <a:pt x="2641023" y="0"/>
                </a:lnTo>
              </a:path>
            </a:pathLst>
          </a:custGeom>
          <a:noFill xmlns:a="http://schemas.openxmlformats.org/drawingml/2006/main"/>
          <a:ln xmlns:a="http://schemas.openxmlformats.org/drawingml/2006/main" w="13811">
            <a:solidFill>
              <a:srgbClr val="009E73"/>
            </a:solidFill>
            <a:prstDash val="dash"/>
          </a:ln>
        </p:spPr>
      </p:sp>
      <p:sp>
        <p:nvSpPr>
          <p:cNvPr id="234" name="path_233">
            <a:extLst xmlns:a="http://schemas.openxmlformats.org/drawingml/2006/main">
              <a:ext uri="{FF2B5EF4-FFF2-40B4-BE49-F238E27FC236}">
                <a16:creationId xmlns:a16="http://schemas.microsoft.com/office/drawing/2014/main" id="{6AF0A5A1-A4D2-4EFB-ADF1-BF94F1B66792}"/>
              </a:ext>
            </a:extLst>
          </p:cNvPr>
          <p:cNvSpPr>
            <a:spLocks xmlns:a="http://schemas.openxmlformats.org/drawingml/2006/main" noGrp="1"/>
          </p:cNvSpPr>
          <p:nvPr/>
        </p:nvSpPr>
        <p:spPr>
          <a:xfrm xmlns:a="http://schemas.openxmlformats.org/drawingml/2006/main">
            <a:off x="9230591" y="8715877"/>
            <a:ext cx="2641023" cy="72357"/>
          </a:xfrm>
          <a:custGeom xmlns:a="http://schemas.openxmlformats.org/drawingml/2006/main">
            <a:pathLst>
              <a:path w="2641023" h="72357">
                <a:moveTo>
                  <a:pt x="0" y="72357"/>
                </a:moveTo>
                <a:lnTo>
                  <a:pt x="528205" y="56617"/>
                </a:lnTo>
                <a:lnTo>
                  <a:pt x="1056409" y="25137"/>
                </a:lnTo>
                <a:lnTo>
                  <a:pt x="1584614" y="20439"/>
                </a:lnTo>
                <a:lnTo>
                  <a:pt x="2112818" y="11746"/>
                </a:lnTo>
                <a:lnTo>
                  <a:pt x="2641023" y="0"/>
                </a:lnTo>
              </a:path>
            </a:pathLst>
          </a:custGeom>
          <a:noFill xmlns:a="http://schemas.openxmlformats.org/drawingml/2006/main"/>
          <a:ln xmlns:a="http://schemas.openxmlformats.org/drawingml/2006/main" w="41910">
            <a:solidFill>
              <a:srgbClr val="FFFFFF"/>
            </a:solidFill>
            <a:prstDash val="solid"/>
          </a:ln>
        </p:spPr>
      </p:sp>
      <p:sp>
        <p:nvSpPr>
          <p:cNvPr id="235" name="path_234">
            <a:extLst xmlns:a="http://schemas.openxmlformats.org/drawingml/2006/main">
              <a:ext uri="{FF2B5EF4-FFF2-40B4-BE49-F238E27FC236}">
                <a16:creationId xmlns:a16="http://schemas.microsoft.com/office/drawing/2014/main" id="{DD2B0530-4F7B-457E-9714-37A1C6274DE5}"/>
              </a:ext>
            </a:extLst>
          </p:cNvPr>
          <p:cNvSpPr>
            <a:spLocks xmlns:a="http://schemas.openxmlformats.org/drawingml/2006/main" noGrp="1"/>
          </p:cNvSpPr>
          <p:nvPr/>
        </p:nvSpPr>
        <p:spPr>
          <a:xfrm xmlns:a="http://schemas.openxmlformats.org/drawingml/2006/main">
            <a:off x="9230591" y="8715877"/>
            <a:ext cx="2641023" cy="72357"/>
          </a:xfrm>
          <a:custGeom xmlns:a="http://schemas.openxmlformats.org/drawingml/2006/main">
            <a:pathLst>
              <a:path w="2641023" h="72357">
                <a:moveTo>
                  <a:pt x="0" y="72357"/>
                </a:moveTo>
                <a:lnTo>
                  <a:pt x="528205" y="56617"/>
                </a:lnTo>
                <a:lnTo>
                  <a:pt x="1056409" y="25137"/>
                </a:lnTo>
                <a:lnTo>
                  <a:pt x="1584614" y="20439"/>
                </a:lnTo>
                <a:lnTo>
                  <a:pt x="2112818" y="11746"/>
                </a:lnTo>
                <a:lnTo>
                  <a:pt x="2641023" y="0"/>
                </a:lnTo>
              </a:path>
            </a:pathLst>
          </a:custGeom>
          <a:noFill xmlns:a="http://schemas.openxmlformats.org/drawingml/2006/main"/>
          <a:ln xmlns:a="http://schemas.openxmlformats.org/drawingml/2006/main" w="22860">
            <a:solidFill>
              <a:srgbClr val="009E73"/>
            </a:solidFill>
            <a:prstDash val="solid"/>
          </a:ln>
        </p:spPr>
      </p:sp>
      <p:sp>
        <p:nvSpPr>
          <p:cNvPr id="236" name="ellipse_235">
            <a:extLst xmlns:a="http://schemas.openxmlformats.org/drawingml/2006/main">
              <a:ext uri="{FF2B5EF4-FFF2-40B4-BE49-F238E27FC236}">
                <a16:creationId xmlns:a16="http://schemas.microsoft.com/office/drawing/2014/main" id="{04C56CA3-775D-446D-B777-F3D8280187CB}"/>
              </a:ext>
            </a:extLst>
          </p:cNvPr>
          <p:cNvSpPr>
            <a:spLocks xmlns:a="http://schemas.openxmlformats.org/drawingml/2006/main" noGrp="1"/>
          </p:cNvSpPr>
          <p:nvPr/>
        </p:nvSpPr>
        <p:spPr>
          <a:xfrm xmlns:a="http://schemas.openxmlformats.org/drawingml/2006/main" rot="0">
            <a:off x="9727363" y="8741062"/>
            <a:ext cx="62865" cy="62865"/>
          </a:xfrm>
          <a:prstGeom xmlns:a="http://schemas.openxmlformats.org/drawingml/2006/main" prst="ellipse">
            <a:avLst/>
          </a:prstGeom>
          <a:solidFill xmlns:a="http://schemas.openxmlformats.org/drawingml/2006/main">
            <a:srgbClr val="FFFFFF"/>
          </a:solidFill>
          <a:ln xmlns:a="http://schemas.openxmlformats.org/drawingml/2006/main" w="17145">
            <a:solidFill>
              <a:srgbClr val="009E73"/>
            </a:solidFill>
            <a:prstDash val="solid"/>
          </a:ln>
        </p:spPr>
      </p:sp>
      <p:sp>
        <p:nvSpPr>
          <p:cNvPr id="237" name="ellipse_236">
            <a:extLst xmlns:a="http://schemas.openxmlformats.org/drawingml/2006/main">
              <a:ext uri="{FF2B5EF4-FFF2-40B4-BE49-F238E27FC236}">
                <a16:creationId xmlns:a16="http://schemas.microsoft.com/office/drawing/2014/main" id="{69F8C03F-5FB1-40C2-98F9-E5C0548E34F7}"/>
              </a:ext>
            </a:extLst>
          </p:cNvPr>
          <p:cNvSpPr>
            <a:spLocks xmlns:a="http://schemas.openxmlformats.org/drawingml/2006/main" noGrp="1"/>
          </p:cNvSpPr>
          <p:nvPr/>
        </p:nvSpPr>
        <p:spPr>
          <a:xfrm xmlns:a="http://schemas.openxmlformats.org/drawingml/2006/main" rot="0">
            <a:off x="10255568" y="8709582"/>
            <a:ext cx="62865" cy="62865"/>
          </a:xfrm>
          <a:prstGeom xmlns:a="http://schemas.openxmlformats.org/drawingml/2006/main" prst="ellipse">
            <a:avLst/>
          </a:prstGeom>
          <a:solidFill xmlns:a="http://schemas.openxmlformats.org/drawingml/2006/main">
            <a:srgbClr val="FFFFFF"/>
          </a:solidFill>
          <a:ln xmlns:a="http://schemas.openxmlformats.org/drawingml/2006/main" w="17145">
            <a:solidFill>
              <a:srgbClr val="009E73"/>
            </a:solidFill>
            <a:prstDash val="solid"/>
          </a:ln>
        </p:spPr>
      </p:sp>
      <p:sp>
        <p:nvSpPr>
          <p:cNvPr id="238" name="ellipse_237">
            <a:extLst xmlns:a="http://schemas.openxmlformats.org/drawingml/2006/main">
              <a:ext uri="{FF2B5EF4-FFF2-40B4-BE49-F238E27FC236}">
                <a16:creationId xmlns:a16="http://schemas.microsoft.com/office/drawing/2014/main" id="{E862B7C0-EB37-4839-B6B9-E27CD674F1D5}"/>
              </a:ext>
            </a:extLst>
          </p:cNvPr>
          <p:cNvSpPr>
            <a:spLocks xmlns:a="http://schemas.openxmlformats.org/drawingml/2006/main" noGrp="1"/>
          </p:cNvSpPr>
          <p:nvPr/>
        </p:nvSpPr>
        <p:spPr>
          <a:xfrm xmlns:a="http://schemas.openxmlformats.org/drawingml/2006/main" rot="0">
            <a:off x="10783772" y="8704884"/>
            <a:ext cx="62865" cy="62865"/>
          </a:xfrm>
          <a:prstGeom xmlns:a="http://schemas.openxmlformats.org/drawingml/2006/main" prst="ellipse">
            <a:avLst/>
          </a:prstGeom>
          <a:solidFill xmlns:a="http://schemas.openxmlformats.org/drawingml/2006/main">
            <a:srgbClr val="FFFFFF"/>
          </a:solidFill>
          <a:ln xmlns:a="http://schemas.openxmlformats.org/drawingml/2006/main" w="17145">
            <a:solidFill>
              <a:srgbClr val="009E73"/>
            </a:solidFill>
            <a:prstDash val="solid"/>
          </a:ln>
        </p:spPr>
      </p:sp>
      <p:sp>
        <p:nvSpPr>
          <p:cNvPr id="239" name="text_238">
            <a:extLst xmlns:a="http://schemas.openxmlformats.org/drawingml/2006/main">
              <a:ext uri="{FF2B5EF4-FFF2-40B4-BE49-F238E27FC236}">
                <a16:creationId xmlns:a16="http://schemas.microsoft.com/office/drawing/2014/main" id="{987A2AA8-E452-45AA-AAFF-FF6058BB5C7F}"/>
              </a:ext>
            </a:extLst>
          </p:cNvPr>
          <p:cNvSpPr>
            <a:spLocks xmlns:a="http://schemas.openxmlformats.org/drawingml/2006/main" noGrp="1"/>
          </p:cNvSpPr>
          <p:nvPr/>
        </p:nvSpPr>
        <p:spPr>
          <a:xfrm xmlns:a="http://schemas.openxmlformats.org/drawingml/2006/main" rot="0">
            <a:off x="9530195" y="8515320"/>
            <a:ext cx="238125" cy="2476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425" b="1">
                <a:solidFill>
                  <a:srgbClr val="009E73"/>
                </a:solidFill>
                <a:latin typeface="Arial"/>
                <a:ea typeface="Arial"/>
                <a:cs typeface="Arial"/>
              </a:defRPr>
            </a:defPPr>
            <a:lvl1pPr algn="l">
              <a:defRPr sz="1425" b="1">
                <a:solidFill>
                  <a:srgbClr val="009E73"/>
                </a:solidFill>
                <a:latin typeface="Arial"/>
                <a:ea typeface="Arial"/>
                <a:cs typeface="Arial"/>
              </a:defRPr>
            </a:lvl1pPr>
            <a:lvl2pPr algn="l">
              <a:defRPr sz="1425" b="1">
                <a:solidFill>
                  <a:srgbClr val="009E73"/>
                </a:solidFill>
                <a:latin typeface="Arial"/>
                <a:ea typeface="Arial"/>
                <a:cs typeface="Arial"/>
              </a:defRPr>
            </a:lvl2pPr>
            <a:lvl3pPr algn="l">
              <a:defRPr sz="1425" b="1">
                <a:solidFill>
                  <a:srgbClr val="009E73"/>
                </a:solidFill>
                <a:latin typeface="Arial"/>
                <a:ea typeface="Arial"/>
                <a:cs typeface="Arial"/>
              </a:defRPr>
            </a:lvl3pPr>
            <a:lvl4pPr algn="l">
              <a:defRPr sz="1425" b="1">
                <a:solidFill>
                  <a:srgbClr val="009E73"/>
                </a:solidFill>
                <a:latin typeface="Arial"/>
                <a:ea typeface="Arial"/>
                <a:cs typeface="Arial"/>
              </a:defRPr>
            </a:lvl4pPr>
            <a:lvl5pPr algn="l">
              <a:defRPr sz="1425" b="1">
                <a:solidFill>
                  <a:srgbClr val="009E73"/>
                </a:solidFill>
                <a:latin typeface="Arial"/>
                <a:ea typeface="Arial"/>
                <a:cs typeface="Arial"/>
              </a:defRPr>
            </a:lvl5pPr>
            <a:lvl6pPr algn="l">
              <a:defRPr sz="1425" b="1">
                <a:solidFill>
                  <a:srgbClr val="009E73"/>
                </a:solidFill>
                <a:latin typeface="Arial"/>
                <a:ea typeface="Arial"/>
                <a:cs typeface="Arial"/>
              </a:defRPr>
            </a:lvl6pPr>
            <a:lvl7pPr algn="l">
              <a:defRPr sz="1425" b="1">
                <a:solidFill>
                  <a:srgbClr val="009E73"/>
                </a:solidFill>
                <a:latin typeface="Arial"/>
                <a:ea typeface="Arial"/>
                <a:cs typeface="Arial"/>
              </a:defRPr>
            </a:lvl7pPr>
            <a:lvl8pPr algn="l">
              <a:defRPr sz="1425" b="1">
                <a:solidFill>
                  <a:srgbClr val="009E73"/>
                </a:solidFill>
                <a:latin typeface="Arial"/>
                <a:ea typeface="Arial"/>
                <a:cs typeface="Arial"/>
              </a:defRPr>
            </a:lvl8pPr>
            <a:lvl9pPr algn="l">
              <a:defRPr sz="1425" b="1">
                <a:solidFill>
                  <a:srgbClr val="009E73"/>
                </a:solidFill>
                <a:latin typeface="Arial"/>
                <a:ea typeface="Arial"/>
                <a:cs typeface="Arial"/>
              </a:defRPr>
            </a:lvl9pPr>
          </a:lstStyle>
          <a:p xmlns:a="http://schemas.openxmlformats.org/drawingml/2006/main">
            <a:pPr algn="l">
              <a:defRPr sz="1425" b="1">
                <a:solidFill>
                  <a:srgbClr val="009E73"/>
                </a:solidFill>
                <a:latin typeface="Arial"/>
                <a:ea typeface="Arial"/>
                <a:cs typeface="Arial"/>
              </a:defRPr>
            </a:pPr>
            <a:r>
              <a:rPr sz="1425" b="1">
                <a:solidFill>
                  <a:srgbClr val="009E73"/>
                </a:solidFill>
                <a:latin typeface="Arial"/>
                <a:ea typeface="Arial"/>
                <a:cs typeface="Arial"/>
              </a:rPr>
              <a:t>C</a:t>
            </a:r>
          </a:p>
        </p:txBody>
      </p:sp>
      <p:sp>
        <p:nvSpPr>
          <p:cNvPr id="240" name="line_239">
            <a:extLst xmlns:a="http://schemas.openxmlformats.org/drawingml/2006/main">
              <a:ext uri="{FF2B5EF4-FFF2-40B4-BE49-F238E27FC236}">
                <a16:creationId xmlns:a16="http://schemas.microsoft.com/office/drawing/2014/main" id="{CD557000-7873-4859-9631-65012C024226}"/>
              </a:ext>
            </a:extLst>
          </p:cNvPr>
          <p:cNvSpPr>
            <a:spLocks xmlns:a="http://schemas.openxmlformats.org/drawingml/2006/main" noGrp="1"/>
          </p:cNvSpPr>
          <p:nvPr/>
        </p:nvSpPr>
        <p:spPr>
          <a:xfrm xmlns:a="http://schemas.openxmlformats.org/drawingml/2006/main">
            <a:off x="9758795" y="8210550"/>
            <a:ext cx="95" cy="962025"/>
          </a:xfrm>
          <a:custGeom xmlns:a="http://schemas.openxmlformats.org/drawingml/2006/main">
            <a:pathLst>
              <a:path w="95" h="962025">
                <a:moveTo>
                  <a:pt x="0" y="0"/>
                </a:moveTo>
                <a:lnTo>
                  <a:pt x="0" y="962025"/>
                </a:lnTo>
              </a:path>
            </a:pathLst>
          </a:custGeom>
          <a:noFill xmlns:a="http://schemas.openxmlformats.org/drawingml/2006/main"/>
          <a:ln xmlns:a="http://schemas.openxmlformats.org/drawingml/2006/main" w="8573">
            <a:solidFill>
              <a:srgbClr val="000000"/>
            </a:solidFill>
            <a:prstDash val="dash"/>
          </a:ln>
        </p:spPr>
      </p:sp>
      <p:pic>
        <p:nvPicPr>
          <p:cNvPr id="241" name="">
            <a:extLst xmlns:a="http://schemas.openxmlformats.org/drawingml/2006/main">
              <a:ext uri="{FF2B5EF4-FFF2-40B4-BE49-F238E27FC236}">
                <a16:creationId xmlns:a16="http://schemas.microsoft.com/office/drawing/2014/main" id="{DC95479B-D94A-4F31-AAB0-FB90C2FBC321}"/>
              </a:ext>
            </a:extLst>
          </p:cNvPr>
          <p:cNvPicPr>
            <a:picLocks xmlns:a="http://schemas.openxmlformats.org/drawingml/2006/main" noChangeAspect="1"/>
          </p:cNvPicPr>
          <p:nvPr/>
        </p:nvPicPr>
        <p:blipFill>
          <a:blip xmlns:r="http://schemas.openxmlformats.org/officeDocument/2006/relationships" xmlns:a="http://schemas.openxmlformats.org/drawingml/2006/main" r:embed="R018e3504b5ad4977"/>
          <a:stretch xmlns:a="http://schemas.openxmlformats.org/drawingml/2006/main"/>
        </p:blipFill>
        <p:spPr>
          <a:xfrm xmlns:a="http://schemas.openxmlformats.org/drawingml/2006/main">
            <a:off x="3333750" y="9725025"/>
            <a:ext cx="6858000" cy="123825"/>
          </a:xfrm>
          <a:prstGeom xmlns:a="http://schemas.openxmlformats.org/drawingml/2006/main" prst="rect">
            <a:avLst/>
          </a:prstGeom>
        </p:spPr>
      </p:pic>
      <p:sp>
        <p:nvSpPr>
          <p:cNvPr id="242" name="text_241">
            <a:extLst xmlns:a="http://schemas.openxmlformats.org/drawingml/2006/main">
              <a:ext uri="{FF2B5EF4-FFF2-40B4-BE49-F238E27FC236}">
                <a16:creationId xmlns:a16="http://schemas.microsoft.com/office/drawing/2014/main" id="{BD4EB667-BE98-4EE4-B9CA-D884C53792B8}"/>
              </a:ext>
            </a:extLst>
          </p:cNvPr>
          <p:cNvSpPr>
            <a:spLocks xmlns:a="http://schemas.openxmlformats.org/drawingml/2006/main" noGrp="1"/>
          </p:cNvSpPr>
          <p:nvPr/>
        </p:nvSpPr>
        <p:spPr>
          <a:xfrm xmlns:a="http://schemas.openxmlformats.org/drawingml/2006/main" rot="0">
            <a:off x="3095625" y="9886950"/>
            <a:ext cx="476250" cy="219075"/>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xmlns:a="http://schemas.openxmlformats.org/drawingml/2006/main">
            <a:pPr algn="ctr">
              <a:defRPr sz="1200" b="0">
                <a:solidFill>
                  <a:srgbClr val="000000"/>
                </a:solidFill>
                <a:latin typeface="Arial"/>
                <a:ea typeface="Arial"/>
                <a:cs typeface="Arial"/>
              </a:defRPr>
            </a:pPr>
            <a:r>
              <a:rPr sz="1200" b="0">
                <a:solidFill>
                  <a:srgbClr val="000000"/>
                </a:solidFill>
                <a:latin typeface="Arial"/>
                <a:ea typeface="Arial"/>
                <a:cs typeface="Arial"/>
              </a:rPr>
              <a:t>0</a:t>
            </a:r>
          </a:p>
        </p:txBody>
      </p:sp>
      <p:sp>
        <p:nvSpPr>
          <p:cNvPr id="243" name="text_242">
            <a:extLst xmlns:a="http://schemas.openxmlformats.org/drawingml/2006/main">
              <a:ext uri="{FF2B5EF4-FFF2-40B4-BE49-F238E27FC236}">
                <a16:creationId xmlns:a16="http://schemas.microsoft.com/office/drawing/2014/main" id="{6FD99CE0-24A6-4395-8076-AE240162B7F3}"/>
              </a:ext>
            </a:extLst>
          </p:cNvPr>
          <p:cNvSpPr>
            <a:spLocks xmlns:a="http://schemas.openxmlformats.org/drawingml/2006/main" noGrp="1"/>
          </p:cNvSpPr>
          <p:nvPr/>
        </p:nvSpPr>
        <p:spPr>
          <a:xfrm xmlns:a="http://schemas.openxmlformats.org/drawingml/2006/main" rot="0">
            <a:off x="4810125" y="9886950"/>
            <a:ext cx="476250" cy="219075"/>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xmlns:a="http://schemas.openxmlformats.org/drawingml/2006/main">
            <a:pPr algn="ctr">
              <a:defRPr sz="1200" b="0">
                <a:solidFill>
                  <a:srgbClr val="000000"/>
                </a:solidFill>
                <a:latin typeface="Arial"/>
                <a:ea typeface="Arial"/>
                <a:cs typeface="Arial"/>
              </a:defRPr>
            </a:pPr>
            <a:r>
              <a:rPr sz="1200" b="0">
                <a:solidFill>
                  <a:srgbClr val="000000"/>
                </a:solidFill>
                <a:latin typeface="Arial"/>
                <a:ea typeface="Arial"/>
                <a:cs typeface="Arial"/>
              </a:rPr>
              <a:t>25</a:t>
            </a:r>
          </a:p>
        </p:txBody>
      </p:sp>
      <p:sp>
        <p:nvSpPr>
          <p:cNvPr id="244" name="text_243">
            <a:extLst xmlns:a="http://schemas.openxmlformats.org/drawingml/2006/main">
              <a:ext uri="{FF2B5EF4-FFF2-40B4-BE49-F238E27FC236}">
                <a16:creationId xmlns:a16="http://schemas.microsoft.com/office/drawing/2014/main" id="{4A9D4F8E-DB50-4C3F-B977-2EF2F1AFD2C3}"/>
              </a:ext>
            </a:extLst>
          </p:cNvPr>
          <p:cNvSpPr>
            <a:spLocks xmlns:a="http://schemas.openxmlformats.org/drawingml/2006/main" noGrp="1"/>
          </p:cNvSpPr>
          <p:nvPr/>
        </p:nvSpPr>
        <p:spPr>
          <a:xfrm xmlns:a="http://schemas.openxmlformats.org/drawingml/2006/main" rot="0">
            <a:off x="6524625" y="9886950"/>
            <a:ext cx="476250" cy="219075"/>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xmlns:a="http://schemas.openxmlformats.org/drawingml/2006/main">
            <a:pPr algn="ctr">
              <a:defRPr sz="1200" b="0">
                <a:solidFill>
                  <a:srgbClr val="000000"/>
                </a:solidFill>
                <a:latin typeface="Arial"/>
                <a:ea typeface="Arial"/>
                <a:cs typeface="Arial"/>
              </a:defRPr>
            </a:pPr>
            <a:r>
              <a:rPr sz="1200" b="0">
                <a:solidFill>
                  <a:srgbClr val="000000"/>
                </a:solidFill>
                <a:latin typeface="Arial"/>
                <a:ea typeface="Arial"/>
                <a:cs typeface="Arial"/>
              </a:rPr>
              <a:t>50</a:t>
            </a:r>
          </a:p>
        </p:txBody>
      </p:sp>
      <p:sp>
        <p:nvSpPr>
          <p:cNvPr id="245" name="text_244">
            <a:extLst xmlns:a="http://schemas.openxmlformats.org/drawingml/2006/main">
              <a:ext uri="{FF2B5EF4-FFF2-40B4-BE49-F238E27FC236}">
                <a16:creationId xmlns:a16="http://schemas.microsoft.com/office/drawing/2014/main" id="{653FF27F-FF99-438A-8412-9C7F321DA3DC}"/>
              </a:ext>
            </a:extLst>
          </p:cNvPr>
          <p:cNvSpPr>
            <a:spLocks xmlns:a="http://schemas.openxmlformats.org/drawingml/2006/main" noGrp="1"/>
          </p:cNvSpPr>
          <p:nvPr/>
        </p:nvSpPr>
        <p:spPr>
          <a:xfrm xmlns:a="http://schemas.openxmlformats.org/drawingml/2006/main" rot="0">
            <a:off x="8239125" y="9886950"/>
            <a:ext cx="476250" cy="219075"/>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xmlns:a="http://schemas.openxmlformats.org/drawingml/2006/main">
            <a:pPr algn="ctr">
              <a:defRPr sz="1200" b="0">
                <a:solidFill>
                  <a:srgbClr val="000000"/>
                </a:solidFill>
                <a:latin typeface="Arial"/>
                <a:ea typeface="Arial"/>
                <a:cs typeface="Arial"/>
              </a:defRPr>
            </a:pPr>
            <a:r>
              <a:rPr sz="1200" b="0">
                <a:solidFill>
                  <a:srgbClr val="000000"/>
                </a:solidFill>
                <a:latin typeface="Arial"/>
                <a:ea typeface="Arial"/>
                <a:cs typeface="Arial"/>
              </a:rPr>
              <a:t>75</a:t>
            </a:r>
          </a:p>
        </p:txBody>
      </p:sp>
      <p:sp>
        <p:nvSpPr>
          <p:cNvPr id="246" name="text_245">
            <a:extLst xmlns:a="http://schemas.openxmlformats.org/drawingml/2006/main">
              <a:ext uri="{FF2B5EF4-FFF2-40B4-BE49-F238E27FC236}">
                <a16:creationId xmlns:a16="http://schemas.microsoft.com/office/drawing/2014/main" id="{A5AA5923-467A-4B8C-8980-F9A5A47696EF}"/>
              </a:ext>
            </a:extLst>
          </p:cNvPr>
          <p:cNvSpPr>
            <a:spLocks xmlns:a="http://schemas.openxmlformats.org/drawingml/2006/main" noGrp="1"/>
          </p:cNvSpPr>
          <p:nvPr/>
        </p:nvSpPr>
        <p:spPr>
          <a:xfrm xmlns:a="http://schemas.openxmlformats.org/drawingml/2006/main" rot="0">
            <a:off x="9953625" y="9886950"/>
            <a:ext cx="476250" cy="219075"/>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xmlns:a="http://schemas.openxmlformats.org/drawingml/2006/main">
            <a:pPr algn="ctr">
              <a:defRPr sz="1200" b="0">
                <a:solidFill>
                  <a:srgbClr val="000000"/>
                </a:solidFill>
                <a:latin typeface="Arial"/>
                <a:ea typeface="Arial"/>
                <a:cs typeface="Arial"/>
              </a:defRPr>
            </a:pPr>
            <a:r>
              <a:rPr sz="1200" b="0">
                <a:solidFill>
                  <a:srgbClr val="000000"/>
                </a:solidFill>
                <a:latin typeface="Arial"/>
                <a:ea typeface="Arial"/>
                <a:cs typeface="Arial"/>
              </a:rPr>
              <a:t>100</a:t>
            </a:r>
          </a:p>
        </p:txBody>
      </p:sp>
      <p:sp>
        <p:nvSpPr>
          <p:cNvPr id="247" name="text_246">
            <a:extLst xmlns:a="http://schemas.openxmlformats.org/drawingml/2006/main">
              <a:ext uri="{FF2B5EF4-FFF2-40B4-BE49-F238E27FC236}">
                <a16:creationId xmlns:a16="http://schemas.microsoft.com/office/drawing/2014/main" id="{4D07B057-FF90-48C8-B2F9-7BD762123B08}"/>
              </a:ext>
            </a:extLst>
          </p:cNvPr>
          <p:cNvSpPr>
            <a:spLocks xmlns:a="http://schemas.openxmlformats.org/drawingml/2006/main" noGrp="1"/>
          </p:cNvSpPr>
          <p:nvPr/>
        </p:nvSpPr>
        <p:spPr>
          <a:xfrm xmlns:a="http://schemas.openxmlformats.org/drawingml/2006/main" rot="0">
            <a:off x="3333750" y="10144125"/>
            <a:ext cx="6858000" cy="219075"/>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ctr">
              <a:defRPr sz="1350" b="0">
                <a:solidFill>
                  <a:srgbClr val="000000"/>
                </a:solidFill>
                <a:latin typeface="Arial"/>
                <a:ea typeface="Arial"/>
                <a:cs typeface="Arial"/>
              </a:defRPr>
            </a:defPPr>
            <a:lvl1pPr algn="ctr">
              <a:defRPr sz="1350" b="0">
                <a:solidFill>
                  <a:srgbClr val="000000"/>
                </a:solidFill>
                <a:latin typeface="Arial"/>
                <a:ea typeface="Arial"/>
                <a:cs typeface="Arial"/>
              </a:defRPr>
            </a:lvl1pPr>
            <a:lvl2pPr algn="ctr">
              <a:defRPr sz="1350" b="0">
                <a:solidFill>
                  <a:srgbClr val="000000"/>
                </a:solidFill>
                <a:latin typeface="Arial"/>
                <a:ea typeface="Arial"/>
                <a:cs typeface="Arial"/>
              </a:defRPr>
            </a:lvl2pPr>
            <a:lvl3pPr algn="ctr">
              <a:defRPr sz="1350" b="0">
                <a:solidFill>
                  <a:srgbClr val="000000"/>
                </a:solidFill>
                <a:latin typeface="Arial"/>
                <a:ea typeface="Arial"/>
                <a:cs typeface="Arial"/>
              </a:defRPr>
            </a:lvl3pPr>
            <a:lvl4pPr algn="ctr">
              <a:defRPr sz="1350" b="0">
                <a:solidFill>
                  <a:srgbClr val="000000"/>
                </a:solidFill>
                <a:latin typeface="Arial"/>
                <a:ea typeface="Arial"/>
                <a:cs typeface="Arial"/>
              </a:defRPr>
            </a:lvl4pPr>
            <a:lvl5pPr algn="ctr">
              <a:defRPr sz="1350" b="0">
                <a:solidFill>
                  <a:srgbClr val="000000"/>
                </a:solidFill>
                <a:latin typeface="Arial"/>
                <a:ea typeface="Arial"/>
                <a:cs typeface="Arial"/>
              </a:defRPr>
            </a:lvl5pPr>
            <a:lvl6pPr algn="ctr">
              <a:defRPr sz="1350" b="0">
                <a:solidFill>
                  <a:srgbClr val="000000"/>
                </a:solidFill>
                <a:latin typeface="Arial"/>
                <a:ea typeface="Arial"/>
                <a:cs typeface="Arial"/>
              </a:defRPr>
            </a:lvl6pPr>
            <a:lvl7pPr algn="ctr">
              <a:defRPr sz="1350" b="0">
                <a:solidFill>
                  <a:srgbClr val="000000"/>
                </a:solidFill>
                <a:latin typeface="Arial"/>
                <a:ea typeface="Arial"/>
                <a:cs typeface="Arial"/>
              </a:defRPr>
            </a:lvl7pPr>
            <a:lvl8pPr algn="ctr">
              <a:defRPr sz="1350" b="0">
                <a:solidFill>
                  <a:srgbClr val="000000"/>
                </a:solidFill>
                <a:latin typeface="Arial"/>
                <a:ea typeface="Arial"/>
                <a:cs typeface="Arial"/>
              </a:defRPr>
            </a:lvl8pPr>
            <a:lvl9pPr algn="ctr">
              <a:defRPr sz="1350" b="0">
                <a:solidFill>
                  <a:srgbClr val="000000"/>
                </a:solidFill>
                <a:latin typeface="Arial"/>
                <a:ea typeface="Arial"/>
                <a:cs typeface="Arial"/>
              </a:defRPr>
            </a:lvl9pPr>
          </a:lstStyle>
          <a:p xmlns:a="http://schemas.openxmlformats.org/drawingml/2006/main">
            <a:pPr algn="ctr">
              <a:defRPr sz="1350" b="0">
                <a:solidFill>
                  <a:srgbClr val="000000"/>
                </a:solidFill>
                <a:latin typeface="Arial"/>
                <a:ea typeface="Arial"/>
                <a:cs typeface="Arial"/>
              </a:defRPr>
            </a:pPr>
            <a:r>
              <a:rPr sz="1350" b="0">
                <a:solidFill>
                  <a:srgbClr val="000000"/>
                </a:solidFill>
                <a:latin typeface="Arial"/>
                <a:ea typeface="Arial"/>
                <a:cs typeface="Arial"/>
              </a:rPr>
              <a:t>Panels (b,c,d): concentration (ug m-3), shared 0-100 scale</a:t>
            </a:r>
          </a:p>
        </p:txBody>
      </p:sp>
      <p:sp>
        <p:nvSpPr>
          <p:cNvPr id="248" name="text_247">
            <a:extLst xmlns:a="http://schemas.openxmlformats.org/drawingml/2006/main">
              <a:ext uri="{FF2B5EF4-FFF2-40B4-BE49-F238E27FC236}">
                <a16:creationId xmlns:a16="http://schemas.microsoft.com/office/drawing/2014/main" id="{1C59B712-BB79-4DC5-BF84-AC4AA12B262C}"/>
              </a:ext>
            </a:extLst>
          </p:cNvPr>
          <p:cNvSpPr>
            <a:spLocks xmlns:a="http://schemas.openxmlformats.org/drawingml/2006/main" noGrp="1"/>
          </p:cNvSpPr>
          <p:nvPr/>
        </p:nvSpPr>
        <p:spPr>
          <a:xfrm xmlns:a="http://schemas.openxmlformats.org/drawingml/2006/main" rot="0">
            <a:off x="666750" y="10391775"/>
            <a:ext cx="12573000" cy="238125"/>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425" b="0">
                <a:solidFill>
                  <a:srgbClr val="000000"/>
                </a:solidFill>
                <a:latin typeface="Arial"/>
                <a:ea typeface="Arial"/>
                <a:cs typeface="Arial"/>
              </a:defRPr>
            </a:defPPr>
            <a:lvl1pPr algn="l">
              <a:defRPr sz="1425" b="0">
                <a:solidFill>
                  <a:srgbClr val="000000"/>
                </a:solidFill>
                <a:latin typeface="Arial"/>
                <a:ea typeface="Arial"/>
                <a:cs typeface="Arial"/>
              </a:defRPr>
            </a:lvl1pPr>
            <a:lvl2pPr algn="l">
              <a:defRPr sz="1425" b="0">
                <a:solidFill>
                  <a:srgbClr val="000000"/>
                </a:solidFill>
                <a:latin typeface="Arial"/>
                <a:ea typeface="Arial"/>
                <a:cs typeface="Arial"/>
              </a:defRPr>
            </a:lvl2pPr>
            <a:lvl3pPr algn="l">
              <a:defRPr sz="1425" b="0">
                <a:solidFill>
                  <a:srgbClr val="000000"/>
                </a:solidFill>
                <a:latin typeface="Arial"/>
                <a:ea typeface="Arial"/>
                <a:cs typeface="Arial"/>
              </a:defRPr>
            </a:lvl3pPr>
            <a:lvl4pPr algn="l">
              <a:defRPr sz="1425" b="0">
                <a:solidFill>
                  <a:srgbClr val="000000"/>
                </a:solidFill>
                <a:latin typeface="Arial"/>
                <a:ea typeface="Arial"/>
                <a:cs typeface="Arial"/>
              </a:defRPr>
            </a:lvl4pPr>
            <a:lvl5pPr algn="l">
              <a:defRPr sz="1425" b="0">
                <a:solidFill>
                  <a:srgbClr val="000000"/>
                </a:solidFill>
                <a:latin typeface="Arial"/>
                <a:ea typeface="Arial"/>
                <a:cs typeface="Arial"/>
              </a:defRPr>
            </a:lvl5pPr>
            <a:lvl6pPr algn="l">
              <a:defRPr sz="1425" b="0">
                <a:solidFill>
                  <a:srgbClr val="000000"/>
                </a:solidFill>
                <a:latin typeface="Arial"/>
                <a:ea typeface="Arial"/>
                <a:cs typeface="Arial"/>
              </a:defRPr>
            </a:lvl6pPr>
            <a:lvl7pPr algn="l">
              <a:defRPr sz="1425" b="0">
                <a:solidFill>
                  <a:srgbClr val="000000"/>
                </a:solidFill>
                <a:latin typeface="Arial"/>
                <a:ea typeface="Arial"/>
                <a:cs typeface="Arial"/>
              </a:defRPr>
            </a:lvl7pPr>
            <a:lvl8pPr algn="l">
              <a:defRPr sz="1425" b="0">
                <a:solidFill>
                  <a:srgbClr val="000000"/>
                </a:solidFill>
                <a:latin typeface="Arial"/>
                <a:ea typeface="Arial"/>
                <a:cs typeface="Arial"/>
              </a:defRPr>
            </a:lvl8pPr>
            <a:lvl9pPr algn="l">
              <a:defRPr sz="1425" b="0">
                <a:solidFill>
                  <a:srgbClr val="000000"/>
                </a:solidFill>
                <a:latin typeface="Arial"/>
                <a:ea typeface="Arial"/>
                <a:cs typeface="Arial"/>
              </a:defRPr>
            </a:lvl9pPr>
          </a:lstStyle>
          <a:p xmlns:a="http://schemas.openxmlformats.org/drawingml/2006/main">
            <a:pPr algn="l">
              <a:defRPr sz="1425" b="0">
                <a:solidFill>
                  <a:srgbClr val="000000"/>
                </a:solidFill>
                <a:latin typeface="Arial"/>
                <a:ea typeface="Arial"/>
                <a:cs typeface="Arial"/>
              </a:defRPr>
            </a:pPr>
            <a:r>
              <a:rPr sz="1425" b="0">
                <a:solidFill>
                  <a:srgbClr val="000000"/>
                </a:solidFill>
                <a:latin typeface="Arial"/>
                <a:ea typeface="Arial"/>
                <a:cs typeface="Arial"/>
              </a:rPr>
              <a:t>A=153, B=146, C=152: extrema of the processed field, projected onto both source views.</a:t>
            </a:r>
          </a:p>
        </p:txBody>
      </p:sp>
      <p:sp>
        <p:nvSpPr>
          <p:cNvPr id="249" name="text_248">
            <a:extLst xmlns:a="http://schemas.openxmlformats.org/drawingml/2006/main">
              <a:ext uri="{FF2B5EF4-FFF2-40B4-BE49-F238E27FC236}">
                <a16:creationId xmlns:a16="http://schemas.microsoft.com/office/drawing/2014/main" id="{35E9AF70-E9FE-4E9B-AA17-08C90A19F89D}"/>
              </a:ext>
            </a:extLst>
          </p:cNvPr>
          <p:cNvSpPr>
            <a:spLocks xmlns:a="http://schemas.openxmlformats.org/drawingml/2006/main" noGrp="1"/>
          </p:cNvSpPr>
          <p:nvPr/>
        </p:nvSpPr>
        <p:spPr>
          <a:xfrm xmlns:a="http://schemas.openxmlformats.org/drawingml/2006/main" rot="0">
            <a:off x="666750" y="10687050"/>
            <a:ext cx="12573000" cy="238125"/>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425" b="0">
                <a:solidFill>
                  <a:srgbClr val="000000"/>
                </a:solidFill>
                <a:latin typeface="Arial"/>
                <a:ea typeface="Arial"/>
                <a:cs typeface="Arial"/>
              </a:defRPr>
            </a:defPPr>
            <a:lvl1pPr algn="l">
              <a:defRPr sz="1425" b="0">
                <a:solidFill>
                  <a:srgbClr val="000000"/>
                </a:solidFill>
                <a:latin typeface="Arial"/>
                <a:ea typeface="Arial"/>
                <a:cs typeface="Arial"/>
              </a:defRPr>
            </a:lvl1pPr>
            <a:lvl2pPr algn="l">
              <a:defRPr sz="1425" b="0">
                <a:solidFill>
                  <a:srgbClr val="000000"/>
                </a:solidFill>
                <a:latin typeface="Arial"/>
                <a:ea typeface="Arial"/>
                <a:cs typeface="Arial"/>
              </a:defRPr>
            </a:lvl2pPr>
            <a:lvl3pPr algn="l">
              <a:defRPr sz="1425" b="0">
                <a:solidFill>
                  <a:srgbClr val="000000"/>
                </a:solidFill>
                <a:latin typeface="Arial"/>
                <a:ea typeface="Arial"/>
                <a:cs typeface="Arial"/>
              </a:defRPr>
            </a:lvl3pPr>
            <a:lvl4pPr algn="l">
              <a:defRPr sz="1425" b="0">
                <a:solidFill>
                  <a:srgbClr val="000000"/>
                </a:solidFill>
                <a:latin typeface="Arial"/>
                <a:ea typeface="Arial"/>
                <a:cs typeface="Arial"/>
              </a:defRPr>
            </a:lvl4pPr>
            <a:lvl5pPr algn="l">
              <a:defRPr sz="1425" b="0">
                <a:solidFill>
                  <a:srgbClr val="000000"/>
                </a:solidFill>
                <a:latin typeface="Arial"/>
                <a:ea typeface="Arial"/>
                <a:cs typeface="Arial"/>
              </a:defRPr>
            </a:lvl5pPr>
            <a:lvl6pPr algn="l">
              <a:defRPr sz="1425" b="0">
                <a:solidFill>
                  <a:srgbClr val="000000"/>
                </a:solidFill>
                <a:latin typeface="Arial"/>
                <a:ea typeface="Arial"/>
                <a:cs typeface="Arial"/>
              </a:defRPr>
            </a:lvl6pPr>
            <a:lvl7pPr algn="l">
              <a:defRPr sz="1425" b="0">
                <a:solidFill>
                  <a:srgbClr val="000000"/>
                </a:solidFill>
                <a:latin typeface="Arial"/>
                <a:ea typeface="Arial"/>
                <a:cs typeface="Arial"/>
              </a:defRPr>
            </a:lvl7pPr>
            <a:lvl8pPr algn="l">
              <a:defRPr sz="1425" b="0">
                <a:solidFill>
                  <a:srgbClr val="000000"/>
                </a:solidFill>
                <a:latin typeface="Arial"/>
                <a:ea typeface="Arial"/>
                <a:cs typeface="Arial"/>
              </a:defRPr>
            </a:lvl8pPr>
            <a:lvl9pPr algn="l">
              <a:defRPr sz="1425" b="0">
                <a:solidFill>
                  <a:srgbClr val="000000"/>
                </a:solidFill>
                <a:latin typeface="Arial"/>
                <a:ea typeface="Arial"/>
                <a:cs typeface="Arial"/>
              </a:defRPr>
            </a:lvl9pPr>
          </a:lstStyle>
          <a:p xmlns:a="http://schemas.openxmlformats.org/drawingml/2006/main">
            <a:pPr algn="l">
              <a:defRPr sz="1425" b="0">
                <a:solidFill>
                  <a:srgbClr val="000000"/>
                </a:solidFill>
                <a:latin typeface="Arial"/>
                <a:ea typeface="Arial"/>
                <a:cs typeface="Arial"/>
              </a:defRPr>
            </a:pPr>
            <a:r>
              <a:rPr sz="1425" b="0">
                <a:solidFill>
                  <a:srgbClr val="000000"/>
                </a:solidFill>
                <a:latin typeface="Arial"/>
                <a:ea typeface="Arial"/>
                <a:cs typeface="Arial"/>
              </a:rPr>
              <a:t>Solid traces: saved anchors. Dashed traces: fixed references. Gaps retain saved births and deaths.</a:t>
            </a:r>
          </a:p>
        </p:txBody>
      </p:sp>
      <p:sp>
        <p:nvSpPr>
          <p:cNvPr id="250" name="text_249">
            <a:extLst xmlns:a="http://schemas.openxmlformats.org/drawingml/2006/main">
              <a:ext uri="{FF2B5EF4-FFF2-40B4-BE49-F238E27FC236}">
                <a16:creationId xmlns:a16="http://schemas.microsoft.com/office/drawing/2014/main" id="{5EA2E7F1-0848-416C-8F7D-E1542D68804B}"/>
              </a:ext>
            </a:extLst>
          </p:cNvPr>
          <p:cNvSpPr>
            <a:spLocks xmlns:a="http://schemas.openxmlformats.org/drawingml/2006/main" noGrp="1"/>
          </p:cNvSpPr>
          <p:nvPr/>
        </p:nvSpPr>
        <p:spPr>
          <a:xfrm xmlns:a="http://schemas.openxmlformats.org/drawingml/2006/main" rot="0">
            <a:off x="666750" y="10982325"/>
            <a:ext cx="12573000" cy="238125"/>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425" b="1">
                <a:solidFill>
                  <a:srgbClr val="000000"/>
                </a:solidFill>
                <a:latin typeface="Arial"/>
                <a:ea typeface="Arial"/>
                <a:cs typeface="Arial"/>
              </a:defRPr>
            </a:defPPr>
            <a:lvl1pPr algn="l">
              <a:defRPr sz="1425" b="1">
                <a:solidFill>
                  <a:srgbClr val="000000"/>
                </a:solidFill>
                <a:latin typeface="Arial"/>
                <a:ea typeface="Arial"/>
                <a:cs typeface="Arial"/>
              </a:defRPr>
            </a:lvl1pPr>
            <a:lvl2pPr algn="l">
              <a:defRPr sz="1425" b="1">
                <a:solidFill>
                  <a:srgbClr val="000000"/>
                </a:solidFill>
                <a:latin typeface="Arial"/>
                <a:ea typeface="Arial"/>
                <a:cs typeface="Arial"/>
              </a:defRPr>
            </a:lvl2pPr>
            <a:lvl3pPr algn="l">
              <a:defRPr sz="1425" b="1">
                <a:solidFill>
                  <a:srgbClr val="000000"/>
                </a:solidFill>
                <a:latin typeface="Arial"/>
                <a:ea typeface="Arial"/>
                <a:cs typeface="Arial"/>
              </a:defRPr>
            </a:lvl3pPr>
            <a:lvl4pPr algn="l">
              <a:defRPr sz="1425" b="1">
                <a:solidFill>
                  <a:srgbClr val="000000"/>
                </a:solidFill>
                <a:latin typeface="Arial"/>
                <a:ea typeface="Arial"/>
                <a:cs typeface="Arial"/>
              </a:defRPr>
            </a:lvl4pPr>
            <a:lvl5pPr algn="l">
              <a:defRPr sz="1425" b="1">
                <a:solidFill>
                  <a:srgbClr val="000000"/>
                </a:solidFill>
                <a:latin typeface="Arial"/>
                <a:ea typeface="Arial"/>
                <a:cs typeface="Arial"/>
              </a:defRPr>
            </a:lvl5pPr>
            <a:lvl6pPr algn="l">
              <a:defRPr sz="1425" b="1">
                <a:solidFill>
                  <a:srgbClr val="000000"/>
                </a:solidFill>
                <a:latin typeface="Arial"/>
                <a:ea typeface="Arial"/>
                <a:cs typeface="Arial"/>
              </a:defRPr>
            </a:lvl6pPr>
            <a:lvl7pPr algn="l">
              <a:defRPr sz="1425" b="1">
                <a:solidFill>
                  <a:srgbClr val="000000"/>
                </a:solidFill>
                <a:latin typeface="Arial"/>
                <a:ea typeface="Arial"/>
                <a:cs typeface="Arial"/>
              </a:defRPr>
            </a:lvl7pPr>
            <a:lvl8pPr algn="l">
              <a:defRPr sz="1425" b="1">
                <a:solidFill>
                  <a:srgbClr val="000000"/>
                </a:solidFill>
                <a:latin typeface="Arial"/>
                <a:ea typeface="Arial"/>
                <a:cs typeface="Arial"/>
              </a:defRPr>
            </a:lvl8pPr>
            <a:lvl9pPr algn="l">
              <a:defRPr sz="1425" b="1">
                <a:solidFill>
                  <a:srgbClr val="000000"/>
                </a:solidFill>
                <a:latin typeface="Arial"/>
                <a:ea typeface="Arial"/>
                <a:cs typeface="Arial"/>
              </a:defRPr>
            </a:lvl9pPr>
          </a:lstStyle>
          <a:p xmlns:a="http://schemas.openxmlformats.org/drawingml/2006/main">
            <a:pPr algn="l">
              <a:defRPr sz="1425" b="1">
                <a:solidFill>
                  <a:srgbClr val="000000"/>
                </a:solidFill>
                <a:latin typeface="Arial"/>
                <a:ea typeface="Arial"/>
                <a:cs typeface="Arial"/>
              </a:defRPr>
            </a:pPr>
            <a:r>
              <a:rPr sz="1425" b="1">
                <a:solidFill>
                  <a:srgbClr val="000000"/>
                </a:solidFill>
                <a:latin typeface="Arial"/>
                <a:ea typeface="Arial"/>
                <a:cs typeface="Arial"/>
              </a:rPr>
              <a:t>Jul 14: max displayed anchor error  P 14.88% L  to  R20 0.84% L; measured NMLE 1.12% (window max 3.33%).</a:t>
            </a:r>
          </a:p>
        </p:txBody>
      </p:sp>
      <p:sp>
        <p:nvSpPr>
          <p:cNvPr id="251" name="text_250">
            <a:extLst xmlns:a="http://schemas.openxmlformats.org/drawingml/2006/main">
              <a:ext uri="{FF2B5EF4-FFF2-40B4-BE49-F238E27FC236}">
                <a16:creationId xmlns:a16="http://schemas.microsoft.com/office/drawing/2014/main" id="{61C8F8A4-5BCA-4ACF-B662-742491377F2A}"/>
              </a:ext>
            </a:extLst>
          </p:cNvPr>
          <p:cNvSpPr>
            <a:spLocks xmlns:a="http://schemas.openxmlformats.org/drawingml/2006/main" noGrp="1"/>
          </p:cNvSpPr>
          <p:nvPr/>
        </p:nvSpPr>
        <p:spPr>
          <a:xfrm xmlns:a="http://schemas.openxmlformats.org/drawingml/2006/main" rot="0">
            <a:off x="666750" y="11277600"/>
            <a:ext cx="12573000" cy="238125"/>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chor="t">
            <a:noAutofit/>
          </a:bodyPr>
          <a:lstStyle xmlns:a="http://schemas.openxmlformats.org/drawingml/2006/main">
            <a:defPPr algn="l">
              <a:defRPr sz="1425" b="0">
                <a:solidFill>
                  <a:srgbClr val="000000"/>
                </a:solidFill>
                <a:latin typeface="Arial"/>
                <a:ea typeface="Arial"/>
                <a:cs typeface="Arial"/>
              </a:defRPr>
            </a:defPPr>
            <a:lvl1pPr algn="l">
              <a:defRPr sz="1425" b="0">
                <a:solidFill>
                  <a:srgbClr val="000000"/>
                </a:solidFill>
                <a:latin typeface="Arial"/>
                <a:ea typeface="Arial"/>
                <a:cs typeface="Arial"/>
              </a:defRPr>
            </a:lvl1pPr>
            <a:lvl2pPr algn="l">
              <a:defRPr sz="1425" b="0">
                <a:solidFill>
                  <a:srgbClr val="000000"/>
                </a:solidFill>
                <a:latin typeface="Arial"/>
                <a:ea typeface="Arial"/>
                <a:cs typeface="Arial"/>
              </a:defRPr>
            </a:lvl2pPr>
            <a:lvl3pPr algn="l">
              <a:defRPr sz="1425" b="0">
                <a:solidFill>
                  <a:srgbClr val="000000"/>
                </a:solidFill>
                <a:latin typeface="Arial"/>
                <a:ea typeface="Arial"/>
                <a:cs typeface="Arial"/>
              </a:defRPr>
            </a:lvl3pPr>
            <a:lvl4pPr algn="l">
              <a:defRPr sz="1425" b="0">
                <a:solidFill>
                  <a:srgbClr val="000000"/>
                </a:solidFill>
                <a:latin typeface="Arial"/>
                <a:ea typeface="Arial"/>
                <a:cs typeface="Arial"/>
              </a:defRPr>
            </a:lvl4pPr>
            <a:lvl5pPr algn="l">
              <a:defRPr sz="1425" b="0">
                <a:solidFill>
                  <a:srgbClr val="000000"/>
                </a:solidFill>
                <a:latin typeface="Arial"/>
                <a:ea typeface="Arial"/>
                <a:cs typeface="Arial"/>
              </a:defRPr>
            </a:lvl5pPr>
            <a:lvl6pPr algn="l">
              <a:defRPr sz="1425" b="0">
                <a:solidFill>
                  <a:srgbClr val="000000"/>
                </a:solidFill>
                <a:latin typeface="Arial"/>
                <a:ea typeface="Arial"/>
                <a:cs typeface="Arial"/>
              </a:defRPr>
            </a:lvl6pPr>
            <a:lvl7pPr algn="l">
              <a:defRPr sz="1425" b="0">
                <a:solidFill>
                  <a:srgbClr val="000000"/>
                </a:solidFill>
                <a:latin typeface="Arial"/>
                <a:ea typeface="Arial"/>
                <a:cs typeface="Arial"/>
              </a:defRPr>
            </a:lvl7pPr>
            <a:lvl8pPr algn="l">
              <a:defRPr sz="1425" b="0">
                <a:solidFill>
                  <a:srgbClr val="000000"/>
                </a:solidFill>
                <a:latin typeface="Arial"/>
                <a:ea typeface="Arial"/>
                <a:cs typeface="Arial"/>
              </a:defRPr>
            </a:lvl8pPr>
            <a:lvl9pPr algn="l">
              <a:defRPr sz="1425" b="0">
                <a:solidFill>
                  <a:srgbClr val="000000"/>
                </a:solidFill>
                <a:latin typeface="Arial"/>
                <a:ea typeface="Arial"/>
                <a:cs typeface="Arial"/>
              </a:defRPr>
            </a:lvl9pPr>
          </a:lstStyle>
          <a:p xmlns:a="http://schemas.openxmlformats.org/drawingml/2006/main">
            <a:pPr algn="l">
              <a:defRPr sz="1425" b="0">
                <a:solidFill>
                  <a:srgbClr val="000000"/>
                </a:solidFill>
                <a:latin typeface="Arial"/>
                <a:ea typeface="Arial"/>
                <a:cs typeface="Arial"/>
              </a:defRPr>
            </a:pPr>
            <a:r>
              <a:rPr sz="1425" b="0">
                <a:solidFill>
                  <a:srgbClr val="000000"/>
                </a:solidFill>
                <a:latin typeface="Arial"/>
                <a:ea typeface="Arial"/>
                <a:cs typeface="Arial"/>
              </a:rPr>
              <a:t>Pair merge levels (ug m-3): source = P  AB 25.94, AC 22.63, BC 22.63; R20  AB = AC = BC = 24.28.</a:t>
            </a:r>
          </a:p>
        </p:txBody>
      </p:sp>
    </p:spTree>
    <p:extLst>
      <p:ext uri="{BB962C8B-B14F-4D97-AF65-F5344CB8AC3E}">
        <p14:creationId xmlns:p14="http://schemas.microsoft.com/office/powerpoint/2010/main" val="73640450"/>
      </p:ext>
    </p:extLst>
  </p:cSld>
</p:sld>
</file>

<file path=ppt/main_figures/Fig13/ppt/tableStyles.xml><?xml version="1.0" encoding="utf-8"?>
<a:tblStyleLst xmlns:a="http://schemas.openxmlformats.org/drawingml/2006/main" def="{5C22544A-7EE6-4342-B048-85BDC9FD1C3A}"/>
</file>

<file path=ppt/main_figures/Fig13/ppt/theme/theme1.xml><?xml version="1.0" encoding="utf-8"?>
<a:theme xmlns:a="http://schemas.openxmlformats.org/drawingml/2006/main" name="ChatGPT">
  <a:themeElements>
    <a:clrScheme name="ChatGPT">
      <a:dk1>
        <a:srgbClr val="000000"/>
      </a:dk1>
      <a:lt1>
        <a:srgbClr val="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
      <a:majorFont>
        <a:latin typeface="Aptos"/>
        <a:ea typeface=""/>
        <a:cs typeface=""/>
      </a:majorFont>
      <a:minorFont>
        <a:latin typeface="Aptos"/>
        <a:ea typeface=""/>
        <a:cs typeface=""/>
      </a:minorFont>
    </a:fontScheme>
    <a:fmtScheme name="ChatGPT">
      <a:fillStyleLst>
        <a:solidFill>
          <a:schemeClr val="phClr"/>
        </a:solidFill>
        <a:gradFill>
          <a:gsLst>
            <a:gs pos="0">
              <a:schemeClr val="phClr">
                <a:tint val="67000"/>
                <a:lumMod val="110000"/>
                <a:satMod val="105000"/>
              </a:schemeClr>
            </a:gs>
            <a:gs pos="50000">
              <a:schemeClr val="phClr">
                <a:tint val="73000"/>
                <a:lumMod val="105000"/>
                <a:satMod val="103000"/>
              </a:schemeClr>
            </a:gs>
            <a:gs pos="100000">
              <a:schemeClr val="phClr">
                <a:tint val="81000"/>
                <a:lumMod val="105000"/>
                <a:satMod val="109000"/>
              </a:schemeClr>
            </a:gs>
          </a:gsLst>
          <a:lin ang="5400000" scaled="0"/>
        </a:gradFill>
        <a:gradFill>
          <a:gsLst>
            <a:gs pos="0">
              <a:schemeClr val="phClr">
                <a:tint val="94000"/>
                <a:lumMod val="102000"/>
                <a:satMod val="103000"/>
              </a:schemeClr>
            </a:gs>
            <a:gs pos="50000">
              <a:schemeClr val="phClr">
                <a:shade val="100000"/>
                <a:lumMod val="100000"/>
                <a:satMod val="110000"/>
              </a:schemeClr>
            </a:gs>
            <a:gs pos="100000">
              <a:schemeClr val="phClr">
                <a:shade val="78000"/>
                <a:lumMod val="99000"/>
                <a:satMod val="120000"/>
              </a:schemeClr>
            </a:gs>
          </a:gsLst>
          <a:lin ang="5400000" scaled="0"/>
        </a:gradFill>
      </a:fillStyleLst>
      <a:lnStyleLst>
        <a:ln w="12700">
          <a:solidFill>
            <a:schemeClr val="phClr"/>
          </a:solidFill>
          <a:prstDash val="solid"/>
        </a:ln>
        <a:ln w="19050">
          <a:solidFill>
            <a:schemeClr val="phClr"/>
          </a:solidFill>
          <a:prstDash val="solid"/>
        </a:ln>
        <a:ln w="25400">
          <a:solidFill>
            <a:schemeClr val="phClr"/>
          </a:solidFill>
          <a:prstDash val="solid"/>
        </a:ln>
      </a:lnStyleLst>
      <a:effectStyleLst>
        <a:effectStyle>
          <a:effectLst/>
        </a:effectStyle>
        <a:effectStyle>
          <a:effectLst/>
        </a:effectStyle>
        <a:effectStyle>
          <a:effectLst>
            <a:outerShdw blurRad="57150" dist="19050" dir="5400000">
              <a:srgbClr val="000000">
                <a:alpha val="16000"/>
              </a:srgbClr>
            </a:outerShdw>
          </a:effectLst>
        </a:effectStyle>
        <a:effectStyle>
          <a:effectLst>
            <a:outerShdw blurRad="19050" dist="9525" dir="5400000">
              <a:srgbClr val="000000">
                <a:alpha val="6000"/>
              </a:srgbClr>
            </a:outerShdw>
          </a:effectLst>
        </a:effectStyle>
        <a:effectStyle>
          <a:effectLst>
            <a:outerShdw blurRad="28575" dist="9525" dir="5400000">
              <a:srgbClr val="000000">
                <a:alpha val="8000"/>
              </a:srgbClr>
            </a:outerShdw>
          </a:effectLst>
        </a:effectStyle>
        <a:effectStyle>
          <a:effectLst>
            <a:outerShdw blurRad="57150" dist="19050" dir="5400000">
              <a:srgbClr val="000000">
                <a:alpha val="10000"/>
              </a:srgbClr>
            </a:outerShdw>
          </a:effectLst>
        </a:effectStyle>
        <a:effectStyle>
          <a:effectLst>
            <a:outerShdw blurRad="114300" dist="38100" dir="5400000">
              <a:srgbClr val="000000">
                <a:alpha val="12000"/>
              </a:srgbClr>
            </a:outerShdw>
          </a:effectLst>
        </a:effectStyle>
        <a:effectStyle>
          <a:effectLst>
            <a:outerShdw blurRad="171450" dist="57150" dir="5400000">
              <a:srgbClr val="000000">
                <a:alpha val="16000"/>
              </a:srgbClr>
            </a:outerShdw>
          </a:effectLst>
        </a:effectStyle>
        <a:effectStyle>
          <a:effectLst>
            <a:outerShdw blurRad="266700" dist="95250" dir="5400000">
              <a:srgbClr val="000000">
                <a:alpha val="24000"/>
              </a:srgbClr>
            </a:outerShdw>
          </a:effectLst>
        </a:effectStyle>
      </a:effectStyleLst>
      <a:bgFillStyleLst>
        <a:solidFill>
          <a:schemeClr val="phClr"/>
        </a:solidFill>
        <a:solidFill>
          <a:schemeClr val="phClr">
            <a:tint val="95000"/>
            <a:satMod val="170000"/>
          </a:schemeClr>
        </a:solidFill>
        <a:gradFill>
          <a:gsLst>
            <a:gs pos="0">
              <a:schemeClr val="phClr">
                <a:tint val="93000"/>
                <a:shade val="98000"/>
                <a:lumMod val="102000"/>
                <a:satMod val="150000"/>
              </a:schemeClr>
            </a:gs>
            <a:gs pos="50000">
              <a:schemeClr val="phClr">
                <a:tint val="98000"/>
                <a:shade val="90000"/>
                <a:lumMod val="103000"/>
                <a:satMod val="130000"/>
              </a:schemeClr>
            </a:gs>
            <a:gs pos="100000">
              <a:schemeClr val="phClr">
                <a:shade val="63000"/>
                <a:satMod val="120000"/>
              </a:schemeClr>
            </a:gs>
          </a:gsLst>
          <a:lin ang="5400000" scaled="0"/>
        </a:gradFill>
      </a:bgFillStyleLst>
    </a:fmtScheme>
  </a:themeElements>
</a:theme>
</file>

<file path=ppt/main_figures/Fig14/docProps/app.xml><?xml version="1.0" encoding="utf-8"?>
<ap:Properties xmlns:ap="http://schemas.openxmlformats.org/officeDocument/2006/extended-properties">
  <ap:Application>Walnut Exporter</ap:Application>
  <ap:PresentationFormat>Converted Presentation</ap:PresentationFormat>
  <ap:Slides>0</ap:Slides>
  <ap:Notes>0</ap:Notes>
  <ap:HiddenSlides>0</ap:HiddenSlides>
  <ap:SharedDoc>false</ap:SharedDoc>
  <ap:DocSecurity>0</ap:DocSecurity>
</ap:Properties>
</file>

<file path=ppt/main_figures/Fig14/docProps/core.xml><?xml version="1.0" encoding="utf-8"?>
<coreProperties xmlns:dc="http://purl.org/dc/elements/1.1/" xmlns:dcterms="http://purl.org/dc/terms/" xmlns:xsi="http://www.w3.org/2001/XMLSchema-instance" xmlns="http://schemas.openxmlformats.org/package/2006/metadata/core-properties">
  <dc:creator>Walnut Exporter</dc:creator>
  <lastModifiedBy>Walnut Exporter</lastModifiedBy>
  <dc:title>Presentation</dc:title>
  <dcterms:created xsi:type="dcterms:W3CDTF">2026-10-22T17:38:38.8850000Z</dcterms:created>
  <dcterms:modified xsi:type="dcterms:W3CDTF">2026-10-22T17:38:38.8850000Z</dcterms:modified>
</coreProperties>
</file>

<file path=ppt/main_figures/Fig14/ppt/_rels/presentation.xml.rels><?xml version='1.0' encoding='utf-8'?>
<Relationships xmlns="http://schemas.openxmlformats.org/package/2006/relationships"><Relationship Type="http://schemas.openxmlformats.org/officeDocument/2006/relationships/theme" Target="/ppt/main_figures/Fig14/ppt/theme/theme1.xml" Id="R0c59bcb7c1c44666" /><Relationship Type="http://schemas.openxmlformats.org/officeDocument/2006/relationships/slideMaster" Target="/ppt/main_figures/Fig14/ppt/slideMasters/slideMaster1.xml" Id="R0a5fbdaa6f984672" /><Relationship Type="http://schemas.openxmlformats.org/officeDocument/2006/relationships/notesMaster" Target="/ppt/main_figures/Fig14/ppt/notesMasters/notesMaster1.xml" Id="Rd6271cbb0e504111" /><Relationship Type="http://schemas.openxmlformats.org/officeDocument/2006/relationships/presProps" Target="/ppt/main_figures/Fig14/ppt/presProps.xml" Id="Rc7614a0b54184201" /><Relationship Type="http://schemas.openxmlformats.org/officeDocument/2006/relationships/tableStyles" Target="/ppt/main_figures/Fig14/ppt/tableStyles.xml" Id="Rf8ec1f1ba86a4f32" /><Relationship Type="http://schemas.openxmlformats.org/officeDocument/2006/relationships/slide" Target="/ppt/main_figures/Fig14/ppt/slides/slide1.xml" Id="R58dd777c66d7461a" /></Relationships>
</file>

<file path=ppt/main_figures/Fig14/ppt/notesMasters/_rels/notesMaster1.xml.rels><?xml version='1.0' encoding='utf-8'?>
<Relationships xmlns="http://schemas.openxmlformats.org/package/2006/relationships"><Relationship Type="http://schemas.openxmlformats.org/officeDocument/2006/relationships/theme" Target="/ppt/main_figures/Fig14/ppt/notesMasters/theme/theme3.xml" Id="R27a8c8aca6944910" /></Relationships>
</file>

<file path=ppt/main_figures/Fig14/ppt/notesMasters/notesMaster1.xml><?xml version="1.0" encoding="utf-8"?>
<p:notesMaster xmlns:p="http://schemas.openxmlformats.org/presentationml/2006/main">
  <p:cSld>
    <p:bg>
      <p:bgRef idx="1001">
        <a:schemeClr xmlns:a="http://schemas.openxmlformats.org/drawingml/2006/main" val="bg1"/>
      </p:bgRef>
    </p:bg>
    <p:spTree>
      <p:nvGrpSpPr>
        <p:cNvPr id="1" name=""/>
        <p:cNvGrpSpPr/>
        <p:nvPr/>
      </p:nvGrpSpPr>
      <p:grpSpPr>
        <a:xfrm xmlns:a="http://schemas.openxmlformats.org/drawingml/2006/main"/>
      </p:grpSpPr>
      <p:sp>
        <p:nvSpPr>
          <p:cNvPr id="2" name="Header Placeholder"/>
          <p:cNvSpPr/>
          <p:nvPr>
            <p:ph type="hdr" sz="quarter"/>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3" name="Date Placeholder"/>
          <p:cNvSpPr/>
          <p:nvPr>
            <p:ph type="dt" sz="quarter" idx="1"/>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4" name="Slide Image Placeholder"/>
          <p:cNvSpPr/>
          <p:nvPr>
            <p:ph type="sldImg" idx="2"/>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5" name="Notes Placeholder"/>
          <p:cNvSpPr/>
          <p:nvPr>
            <p:ph type="body" sz="quarter" idx="3"/>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6" name="Footer Placeholder"/>
          <p:cNvSpPr/>
          <p:nvPr>
            <p:ph type="ftr" sz="quarter" idx="4"/>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7" name="Slide Number Placeholder"/>
          <p:cNvSpPr/>
          <p:nvPr>
            <p:ph type="sldNum" sz="quarter" idx="5"/>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Tree>
  </p:cSld>
  <p:clrMap bg1="lt1" tx1="dk1" bg2="lt2" tx2="dk2" accent1="accent1" accent2="accent2" accent3="accent3" accent4="accent4" accent5="accent5" accent6="accent6" hlink="hlink" folHlink="folHlink"/>
  <p:notesStyle>
    <a:lvl1pPr xmlns:a="http://schemas.openxmlformats.org/drawingml/2006/main" marL="0" algn="l" defTabSz="914400" rtl="0" eaLnBrk="1" latinLnBrk="0" hangingPunct="1">
      <a:defRPr sz="1200" kern="1200"/>
    </a:lvl1pPr>
  </p:notesStyle>
</p:notesMaster>
</file>

<file path=ppt/main_figures/Fig14/ppt/notesMasters/theme/theme3.xml><?xml version="1.0" encoding="utf-8"?>
<a:theme xmlns:a="http://schemas.openxmlformats.org/drawingml/2006/main" name="ChatGPT">
  <a:themeElements>
    <a:clrScheme name="ChatGPT">
      <a:dk1>
        <a:srgbClr val="000000"/>
      </a:dk1>
      <a:lt1>
        <a:srgbClr val="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
      <a:majorFont>
        <a:latin typeface="Arial"/>
        <a:ea typeface=""/>
        <a:cs typeface=""/>
      </a:majorFont>
      <a:minorFont>
        <a:latin typeface="Arial"/>
        <a:ea typeface=""/>
        <a:cs typeface=""/>
      </a:minorFont>
    </a:fontScheme>
    <a:fmtScheme name="ChatGPT">
      <a:fillStyleLst>
        <a:solidFill>
          <a:schemeClr val="phClr"/>
        </a:solidFill>
        <a:gradFill>
          <a:gsLst>
            <a:gs pos="0">
              <a:schemeClr val="phClr">
                <a:tint val="67000"/>
                <a:lumMod val="110000"/>
                <a:satMod val="105000"/>
              </a:schemeClr>
            </a:gs>
            <a:gs pos="50000">
              <a:schemeClr val="phClr">
                <a:tint val="73000"/>
                <a:lumMod val="105000"/>
                <a:satMod val="103000"/>
              </a:schemeClr>
            </a:gs>
            <a:gs pos="100000">
              <a:schemeClr val="phClr">
                <a:tint val="81000"/>
                <a:lumMod val="105000"/>
                <a:satMod val="109000"/>
              </a:schemeClr>
            </a:gs>
          </a:gsLst>
          <a:lin ang="5400000" scaled="0"/>
        </a:gradFill>
        <a:gradFill>
          <a:gsLst>
            <a:gs pos="0">
              <a:schemeClr val="phClr">
                <a:tint val="94000"/>
                <a:lumMod val="102000"/>
                <a:satMod val="103000"/>
              </a:schemeClr>
            </a:gs>
            <a:gs pos="50000">
              <a:schemeClr val="phClr">
                <a:shade val="100000"/>
                <a:lumMod val="100000"/>
                <a:satMod val="110000"/>
              </a:schemeClr>
            </a:gs>
            <a:gs pos="100000">
              <a:schemeClr val="phClr">
                <a:shade val="78000"/>
                <a:lumMod val="99000"/>
                <a:satMod val="120000"/>
              </a:schemeClr>
            </a:gs>
          </a:gsLst>
          <a:lin ang="5400000" scaled="0"/>
        </a:gradFill>
      </a:fillStyleLst>
      <a:lnStyleLst>
        <a:ln w="12700">
          <a:solidFill>
            <a:schemeClr val="phClr"/>
          </a:solidFill>
          <a:prstDash val="solid"/>
        </a:ln>
        <a:ln w="19050">
          <a:solidFill>
            <a:schemeClr val="phClr"/>
          </a:solidFill>
          <a:prstDash val="solid"/>
        </a:ln>
        <a:ln w="25400">
          <a:solidFill>
            <a:schemeClr val="phClr"/>
          </a:solidFill>
          <a:prstDash val="solid"/>
        </a:ln>
      </a:lnStyleLst>
      <a:effectStyleLst>
        <a:effectStyle>
          <a:effectLst/>
        </a:effectStyle>
        <a:effectStyle>
          <a:effectLst/>
        </a:effectStyle>
        <a:effectStyle>
          <a:effectLst>
            <a:outerShdw blurRad="57150" dist="19050" dir="5400000">
              <a:srgbClr val="000000">
                <a:alpha val="16000"/>
              </a:srgbClr>
            </a:outerShdw>
          </a:effectLst>
        </a:effectStyle>
        <a:effectStyle>
          <a:effectLst>
            <a:outerShdw blurRad="19050" dist="9525" dir="5400000">
              <a:srgbClr val="000000">
                <a:alpha val="6000"/>
              </a:srgbClr>
            </a:outerShdw>
          </a:effectLst>
        </a:effectStyle>
        <a:effectStyle>
          <a:effectLst>
            <a:outerShdw blurRad="28575" dist="9525" dir="5400000">
              <a:srgbClr val="000000">
                <a:alpha val="8000"/>
              </a:srgbClr>
            </a:outerShdw>
          </a:effectLst>
        </a:effectStyle>
        <a:effectStyle>
          <a:effectLst>
            <a:outerShdw blurRad="57150" dist="19050" dir="5400000">
              <a:srgbClr val="000000">
                <a:alpha val="10000"/>
              </a:srgbClr>
            </a:outerShdw>
          </a:effectLst>
        </a:effectStyle>
        <a:effectStyle>
          <a:effectLst>
            <a:outerShdw blurRad="114300" dist="38100" dir="5400000">
              <a:srgbClr val="000000">
                <a:alpha val="12000"/>
              </a:srgbClr>
            </a:outerShdw>
          </a:effectLst>
        </a:effectStyle>
        <a:effectStyle>
          <a:effectLst>
            <a:outerShdw blurRad="171450" dist="57150" dir="5400000">
              <a:srgbClr val="000000">
                <a:alpha val="16000"/>
              </a:srgbClr>
            </a:outerShdw>
          </a:effectLst>
        </a:effectStyle>
        <a:effectStyle>
          <a:effectLst>
            <a:outerShdw blurRad="266700" dist="95250" dir="5400000">
              <a:srgbClr val="000000">
                <a:alpha val="24000"/>
              </a:srgbClr>
            </a:outerShdw>
          </a:effectLst>
        </a:effectStyle>
      </a:effectStyleLst>
      <a:bgFillStyleLst>
        <a:solidFill>
          <a:schemeClr val="phClr"/>
        </a:solidFill>
        <a:solidFill>
          <a:schemeClr val="phClr">
            <a:tint val="95000"/>
            <a:satMod val="170000"/>
          </a:schemeClr>
        </a:solidFill>
        <a:gradFill>
          <a:gsLst>
            <a:gs pos="0">
              <a:schemeClr val="phClr">
                <a:tint val="93000"/>
                <a:shade val="98000"/>
                <a:lumMod val="102000"/>
                <a:satMod val="150000"/>
              </a:schemeClr>
            </a:gs>
            <a:gs pos="50000">
              <a:schemeClr val="phClr">
                <a:tint val="98000"/>
                <a:shade val="90000"/>
                <a:lumMod val="103000"/>
                <a:satMod val="130000"/>
              </a:schemeClr>
            </a:gs>
            <a:gs pos="100000">
              <a:schemeClr val="phClr">
                <a:shade val="63000"/>
                <a:satMod val="120000"/>
              </a:schemeClr>
            </a:gs>
          </a:gsLst>
          <a:lin ang="5400000" scaled="0"/>
        </a:gradFill>
      </a:bgFillStyleLst>
    </a:fmtScheme>
  </a:themeElements>
</a:theme>
</file>

<file path=ppt/main_figures/Fig14/ppt/notesSlides/_rels/notesSlide1.xml.rels><?xml version='1.0' encoding='utf-8'?>
<Relationships xmlns="http://schemas.openxmlformats.org/package/2006/relationships"><Relationship Type="http://schemas.openxmlformats.org/officeDocument/2006/relationships/slide" Target="/ppt/main_figures/Fig14/ppt/slides/slide1.xml" Id="R03ff10c15b3d4ec9" /><Relationship Type="http://schemas.openxmlformats.org/officeDocument/2006/relationships/notesMaster" Target="/ppt/main_figures/Fig14/ppt/notesMasters/notesMaster1.xml" Id="R7f4539416e764c2d" /></Relationships>
</file>

<file path=ppt/main_figures/Fig14/ppt/notesSlides/notesSlide1.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Four achieved settings P, R2, R20, R100. NROE is the frame mean. Scalar cost shows the mean and maximum NMLE. Motion error uses spatial and projected clear-event sets separately. Kappa is an eligibility threshold, not a bound on achieved NMLE.</a:t>
            </a:r>
          </a:p>
          <a:p xmlns:a="http://schemas.openxmlformats.org/drawingml/2006/main">
            <a:r>
              <a:t>Caption: Achieved parameter settings in Tangaroa and Cylinder. P preserves the hierarchy, followed by κ=2%, 20%, 100%. The columns report mean NROE, mean and maximum NMLE, and motion error with separate spatial/projected event sets. The dashed gray motion baseline reports the spatial error of exact projection, illustrating the limitation of projection. Tangaroa R20 and R100 coincide. Cylinder R100 increases mean scalar cost without reducing NROE relative to R20.</a:t>
            </a:r>
          </a:p>
          <a:p xmlns:a="http://schemas.openxmlformats.org/drawingml/2006/main">
            <a:r>
              <a:t>Evidence sources and SHA-256: {"code/results/attainable_era5.json":"241a8cc451024eb988030815d85e5978f61d145bce6fa268ddf80ca68bf54342","code/results/attainable_wildfire.json":"6a2fb2a4da5f67bcd962d0692780a1ca16e3646272e5142a515ce6fc828ece68","code/results/attainable_olr.json":"55e624effce24294b3d5649f77de02764d80fda1ed6297a73e7ef102f44abdbc","code/results/attainable_pm25.json":"7d5befd9e1f5424a5f6dfa8e57e2549f3de8c91a94ee7565d204729ceab47613","code/results/attainable_ring.json":"87d9a77042f96407b191fc4e1b3c8c9bdf085e49d68819304d9843e1c463b515","code/results/volume3d/tangaroa-paper-p10-full201/comparison.csv":"3e9daaa12b72c8ae538c5b571ef6a5d3f8db3b2c4c9d4aaa3aee287a80a009bc","code/results/paper1_suite/square-cylinder3d/comparison.csv":"af65a1c1d5cf63afd40739577fce0abd6584295a322f575498d52237d46170f3","code/results/paper1_suite/square-cylinder3d/motion.json":"2377f27f25194970a457945d5fefdb662f2c45cd906501ef944c4f5f9b166135","code/results/eval_projection.json":"f70a343b68ac04531d12480f8e043587b8dd7715ab752b5fd7c4c081d8836cda"}</a:t>
            </a: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main_figures/Fig14/ppt/presProps.xml><?xml version="1.0" encoding="utf-8"?>
<p:presentationPr xmlns:p="http://schemas.openxmlformats.org/presentationml/2006/main">
  <p:extLst>
    <p:ext xmlns:p14="http://schemas.microsoft.com/office/powerpoint/2010/main" uri="{E76CE94A-603C-4142-B9EB-6D1370010A27}">
      <p14:discardImageEditData val="0"/>
    </p:ext>
    <p:ext xmlns:p14="http://schemas.microsoft.com/office/powerpoint/2010/main" uri="{D31A062A-798A-4329-ABDD-BBA856620510}">
      <p14:defaultImageDpi val="32767"/>
    </p:ext>
    <p:ext xmlns:p15="http://schemas.microsoft.com/office/powerpoint/2012/main" uri="{FD5EFAAD-0ECE-453E-9831-46B23BE46B34}">
      <p15:chartTrackingRefBased val="1"/>
    </p:ext>
  </p:extLst>
</p:presentationPr>
</file>

<file path=ppt/main_figures/Fig14/ppt/presentation.xml><?xml version="1.0" encoding="utf-8"?>
<p:presentation xmlns:p="http://schemas.openxmlformats.org/presentationml/2006/main">
  <p:sldMasterIdLst>
    <p:sldMasterId xmlns:r="http://schemas.openxmlformats.org/officeDocument/2006/relationships" id="2147483648" r:id="R0a5fbdaa6f984672"/>
  </p:sldMasterIdLst>
  <p:notesMasterIdLst>
    <p:notesMasterId xmlns:r="http://schemas.openxmlformats.org/officeDocument/2006/relationships" r:id="Rd6271cbb0e504111"/>
  </p:notesMasterIdLst>
  <p:sldIdLst>
    <p:sldId xmlns:r="http://schemas.openxmlformats.org/officeDocument/2006/relationships" id="256" r:id="R58dd777c66d7461a"/>
  </p:sldIdLst>
  <p:sldSz cx="12801600" cy="6953250"/>
  <p:notesSz cx="6858000" cy="9144000"/>
</p:presentation>
</file>

<file path=ppt/main_figures/Fig14/ppt/slideLayouts/_rels/slideLayout1.xml.rels><?xml version='1.0' encoding='utf-8'?>
<Relationships xmlns="http://schemas.openxmlformats.org/package/2006/relationships"><Relationship Type="http://schemas.openxmlformats.org/officeDocument/2006/relationships/slideMaster" Target="/ppt/main_figures/Fig14/ppt/slideMasters/slideMaster1.xml" Id="R3679660fa4a648c3" /></Relationships>
</file>

<file path=ppt/main_figures/Fig14/ppt/slideLayouts/_rels/slideLayout2.xml.rels><?xml version='1.0' encoding='utf-8'?>
<Relationships xmlns="http://schemas.openxmlformats.org/package/2006/relationships"><Relationship Type="http://schemas.openxmlformats.org/officeDocument/2006/relationships/slideMaster" Target="/ppt/main_figures/Fig14/ppt/slideMasters/slideMaster1.xml" Id="R6ec379f00da94358" /></Relationships>
</file>

<file path=ppt/main_figures/Fig14/ppt/slideLayouts/_rels/slideLayout3.xml.rels><?xml version='1.0' encoding='utf-8'?>
<Relationships xmlns="http://schemas.openxmlformats.org/package/2006/relationships"><Relationship Type="http://schemas.openxmlformats.org/officeDocument/2006/relationships/slideMaster" Target="/ppt/main_figures/Fig14/ppt/slideMasters/slideMaster1.xml" Id="R43c4cee4550c4fa5" /></Relationships>
</file>

<file path=ppt/main_figures/Fig14/ppt/slideLayouts/_rels/slideLayout4.xml.rels><?xml version='1.0' encoding='utf-8'?>
<Relationships xmlns="http://schemas.openxmlformats.org/package/2006/relationships"><Relationship Type="http://schemas.openxmlformats.org/officeDocument/2006/relationships/slideMaster" Target="/ppt/main_figures/Fig14/ppt/slideMasters/slideMaster1.xml" Id="Rc99d3e8f8fca4439" /></Relationships>
</file>

<file path=ppt/main_figures/Fig14/ppt/slideLayouts/_rels/slideLayout5.xml.rels><?xml version='1.0' encoding='utf-8'?>
<Relationships xmlns="http://schemas.openxmlformats.org/package/2006/relationships"><Relationship Type="http://schemas.openxmlformats.org/officeDocument/2006/relationships/slideMaster" Target="/ppt/main_figures/Fig14/ppt/slideMasters/slideMaster1.xml" Id="Rd30ad2e3db12488f" /></Relationships>
</file>

<file path=ppt/main_figures/Fig14/ppt/slideLayouts/_rels/slideLayout6.xml.rels><?xml version='1.0' encoding='utf-8'?>
<Relationships xmlns="http://schemas.openxmlformats.org/package/2006/relationships"><Relationship Type="http://schemas.openxmlformats.org/officeDocument/2006/relationships/slideMaster" Target="/ppt/main_figures/Fig14/ppt/slideMasters/slideMaster1.xml" Id="Rea6f2154beee4935" /></Relationships>
</file>

<file path=ppt/main_figures/Fig14/ppt/slideLayouts/slideLayout1.xml><?xml version="1.0" encoding="utf-8"?>
<p:sldLayout xmlns:p="http://schemas.openxmlformats.org/presentationml/2006/main" type="title">
  <p:cSld name="Title Slide">
    <p:spTree>
      <p:nvGrpSpPr>
        <p:cNvPr id="1" name=""/>
        <p:cNvGrpSpPr/>
        <p:nvPr/>
      </p:nvGrpSpPr>
      <p:grpSpPr>
        <a:xfrm xmlns:a="http://schemas.openxmlformats.org/drawingml/2006/main"/>
      </p:grpSpPr>
      <p:sp>
        <p:nvSpPr>
          <p:cNvPr id="3" name="Title">
            <a:extLst xmlns:a="http://schemas.openxmlformats.org/drawingml/2006/main">
              <a:ext uri="{FF2B5EF4-FFF2-40B4-BE49-F238E27FC236}">
                <a16:creationId xmlns:a16="http://schemas.microsoft.com/office/drawing/2014/main" id="{658AE5B0-6B12-4A66-B3A4-9BC183C00E27}"/>
              </a:ext>
            </a:extLst>
          </p:cNvPr>
          <p:cNvSpPr>
            <a:spLocks xmlns:a="http://schemas.openxmlformats.org/drawingml/2006/main" noGrp="1"/>
          </p:cNvSpPr>
          <p:nvPr>
            <p:ph type="title" idx="0"/>
          </p:nvPr>
        </p:nvSpPr>
        <p:spPr>
          <a:xfrm xmlns:a="http://schemas.openxmlformats.org/drawingml/2006/main">
            <a:off x="1280160" y="2626783"/>
            <a:ext cx="10241280" cy="1004358"/>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ctr">
            <a:normAutofit/>
          </a:bodyPr>
          <a:lstStyle xmlns:a="http://schemas.openxmlformats.org/drawingml/2006/main">
            <a:defPPr algn="ctr">
              <a:defRPr sz="4867" b="1">
                <a:solidFill>
                  <a:schemeClr val="tx1"/>
                </a:solidFill>
                <a:latin typeface="+mj-lt"/>
                <a:ea typeface="+mj-lt"/>
                <a:cs typeface="+mj-lt"/>
              </a:defRPr>
            </a:defPPr>
            <a:lvl1pPr marL="0" indent="0" algn="ctr">
              <a:lnSpc>
                <a:spcPct val="110000"/>
              </a:lnSpc>
              <a:spcBef>
                <a:spcPts val="0"/>
              </a:spcBef>
              <a:spcAft>
                <a:spcPts val="0"/>
              </a:spcAft>
              <a:buNone/>
              <a:defRPr sz="4867" b="1">
                <a:solidFill>
                  <a:schemeClr val="tx1"/>
                </a:solidFill>
                <a:latin typeface="+mj-lt"/>
                <a:ea typeface="+mj-lt"/>
                <a:cs typeface="+mj-lt"/>
              </a:defRPr>
            </a:lvl1pPr>
            <a:lvl2pPr marL="0" indent="0" algn="ctr">
              <a:lnSpc>
                <a:spcPct val="110000"/>
              </a:lnSpc>
              <a:spcBef>
                <a:spcPts val="0"/>
              </a:spcBef>
              <a:spcAft>
                <a:spcPts val="0"/>
              </a:spcAft>
              <a:buNone/>
              <a:defRPr sz="4867" b="1">
                <a:solidFill>
                  <a:schemeClr val="tx1"/>
                </a:solidFill>
                <a:latin typeface="+mj-lt"/>
                <a:ea typeface="+mj-lt"/>
                <a:cs typeface="+mj-lt"/>
              </a:defRPr>
            </a:lvl2pPr>
            <a:lvl3pPr marL="0" indent="0" algn="ctr">
              <a:lnSpc>
                <a:spcPct val="110000"/>
              </a:lnSpc>
              <a:spcBef>
                <a:spcPts val="0"/>
              </a:spcBef>
              <a:spcAft>
                <a:spcPts val="0"/>
              </a:spcAft>
              <a:buNone/>
              <a:defRPr sz="4867" b="1">
                <a:solidFill>
                  <a:schemeClr val="tx1"/>
                </a:solidFill>
                <a:latin typeface="+mj-lt"/>
                <a:ea typeface="+mj-lt"/>
                <a:cs typeface="+mj-lt"/>
              </a:defRPr>
            </a:lvl3pPr>
            <a:lvl4pPr marL="0" indent="0" algn="ctr">
              <a:lnSpc>
                <a:spcPct val="110000"/>
              </a:lnSpc>
              <a:spcBef>
                <a:spcPts val="0"/>
              </a:spcBef>
              <a:spcAft>
                <a:spcPts val="0"/>
              </a:spcAft>
              <a:buNone/>
              <a:defRPr sz="4867" b="1">
                <a:solidFill>
                  <a:schemeClr val="tx1"/>
                </a:solidFill>
                <a:latin typeface="+mj-lt"/>
                <a:ea typeface="+mj-lt"/>
                <a:cs typeface="+mj-lt"/>
              </a:defRPr>
            </a:lvl4pPr>
            <a:lvl5pPr marL="0" indent="0" algn="ctr">
              <a:lnSpc>
                <a:spcPct val="110000"/>
              </a:lnSpc>
              <a:spcBef>
                <a:spcPts val="0"/>
              </a:spcBef>
              <a:spcAft>
                <a:spcPts val="0"/>
              </a:spcAft>
              <a:buNone/>
              <a:defRPr sz="4867" b="1">
                <a:solidFill>
                  <a:schemeClr val="tx1"/>
                </a:solidFill>
                <a:latin typeface="+mj-lt"/>
                <a:ea typeface="+mj-lt"/>
                <a:cs typeface="+mj-lt"/>
              </a:defRPr>
            </a:lvl5pPr>
            <a:lvl6pPr marL="0" indent="0" algn="ctr">
              <a:lnSpc>
                <a:spcPct val="110000"/>
              </a:lnSpc>
              <a:spcBef>
                <a:spcPts val="0"/>
              </a:spcBef>
              <a:spcAft>
                <a:spcPts val="0"/>
              </a:spcAft>
              <a:buNone/>
              <a:defRPr sz="4867" b="1">
                <a:solidFill>
                  <a:schemeClr val="tx1"/>
                </a:solidFill>
                <a:latin typeface="+mj-lt"/>
                <a:ea typeface="+mj-lt"/>
                <a:cs typeface="+mj-lt"/>
              </a:defRPr>
            </a:lvl6pPr>
            <a:lvl7pPr marL="0" indent="0" algn="ctr">
              <a:lnSpc>
                <a:spcPct val="110000"/>
              </a:lnSpc>
              <a:spcBef>
                <a:spcPts val="0"/>
              </a:spcBef>
              <a:spcAft>
                <a:spcPts val="0"/>
              </a:spcAft>
              <a:buNone/>
              <a:defRPr sz="4867" b="1">
                <a:solidFill>
                  <a:schemeClr val="tx1"/>
                </a:solidFill>
                <a:latin typeface="+mj-lt"/>
                <a:ea typeface="+mj-lt"/>
                <a:cs typeface="+mj-lt"/>
              </a:defRPr>
            </a:lvl7pPr>
            <a:lvl8pPr marL="0" indent="0" algn="ctr">
              <a:lnSpc>
                <a:spcPct val="110000"/>
              </a:lnSpc>
              <a:spcBef>
                <a:spcPts val="0"/>
              </a:spcBef>
              <a:spcAft>
                <a:spcPts val="0"/>
              </a:spcAft>
              <a:buNone/>
              <a:defRPr sz="4867" b="1">
                <a:solidFill>
                  <a:schemeClr val="tx1"/>
                </a:solidFill>
                <a:latin typeface="+mj-lt"/>
                <a:ea typeface="+mj-lt"/>
                <a:cs typeface="+mj-lt"/>
              </a:defRPr>
            </a:lvl8pPr>
            <a:lvl9pPr marL="0" indent="0" algn="ctr">
              <a:lnSpc>
                <a:spcPct val="110000"/>
              </a:lnSpc>
              <a:spcBef>
                <a:spcPts val="0"/>
              </a:spcBef>
              <a:spcAft>
                <a:spcPts val="0"/>
              </a:spcAft>
              <a:buNone/>
              <a:defRPr sz="4867" b="1">
                <a:solidFill>
                  <a:schemeClr val="tx1"/>
                </a:solidFill>
                <a:latin typeface="+mj-lt"/>
                <a:ea typeface="+mj-lt"/>
                <a:cs typeface="+mj-lt"/>
              </a:defRPr>
            </a:lvl9pPr>
          </a:lstStyle>
          <a:p xmlns:a="http://schemas.openxmlformats.org/drawingml/2006/main"/>
        </p:txBody>
      </p:sp>
      <p:sp>
        <p:nvSpPr>
          <p:cNvPr id="2" name="Subtitle">
            <a:extLst xmlns:a="http://schemas.openxmlformats.org/drawingml/2006/main">
              <a:ext uri="{FF2B5EF4-FFF2-40B4-BE49-F238E27FC236}">
                <a16:creationId xmlns:a16="http://schemas.microsoft.com/office/drawing/2014/main" id="{911C4F7E-2878-4D1A-A16D-6809416EB975}"/>
              </a:ext>
            </a:extLst>
          </p:cNvPr>
          <p:cNvSpPr>
            <a:spLocks xmlns:a="http://schemas.openxmlformats.org/drawingml/2006/main" noGrp="1"/>
          </p:cNvSpPr>
          <p:nvPr>
            <p:ph type="subTitle" idx="1"/>
          </p:nvPr>
        </p:nvSpPr>
        <p:spPr>
          <a:xfrm xmlns:a="http://schemas.openxmlformats.org/drawingml/2006/main">
            <a:off x="1920240" y="3824288"/>
            <a:ext cx="8961120" cy="772583"/>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ctr">
            <a:normAutofit/>
          </a:bodyPr>
          <a:lstStyle xmlns:a="http://schemas.openxmlformats.org/drawingml/2006/main">
            <a:defPPr algn="ctr">
              <a:defRPr sz="2129" b="0">
                <a:solidFill>
                  <a:schemeClr val="tx1"/>
                </a:solidFill>
                <a:latin typeface="+mn-lt"/>
                <a:ea typeface="+mn-lt"/>
                <a:cs typeface="+mn-lt"/>
              </a:defRPr>
            </a:defPPr>
            <a:lvl1pPr marL="0" indent="0" algn="ctr">
              <a:lnSpc>
                <a:spcPct val="110000"/>
              </a:lnSpc>
              <a:spcBef>
                <a:spcPts val="0"/>
              </a:spcBef>
              <a:spcAft>
                <a:spcPts val="0"/>
              </a:spcAft>
              <a:buNone/>
              <a:defRPr sz="2129" b="0">
                <a:solidFill>
                  <a:schemeClr val="tx1"/>
                </a:solidFill>
                <a:latin typeface="+mn-lt"/>
                <a:ea typeface="+mn-lt"/>
                <a:cs typeface="+mn-lt"/>
              </a:defRPr>
            </a:lvl1pPr>
            <a:lvl2pPr marL="0" indent="0" algn="ctr">
              <a:lnSpc>
                <a:spcPct val="110000"/>
              </a:lnSpc>
              <a:spcBef>
                <a:spcPts val="0"/>
              </a:spcBef>
              <a:spcAft>
                <a:spcPts val="0"/>
              </a:spcAft>
              <a:buNone/>
              <a:defRPr sz="2129" b="0">
                <a:solidFill>
                  <a:schemeClr val="tx1"/>
                </a:solidFill>
                <a:latin typeface="+mn-lt"/>
                <a:ea typeface="+mn-lt"/>
                <a:cs typeface="+mn-lt"/>
              </a:defRPr>
            </a:lvl2pPr>
            <a:lvl3pPr marL="0" indent="0" algn="ctr">
              <a:lnSpc>
                <a:spcPct val="110000"/>
              </a:lnSpc>
              <a:spcBef>
                <a:spcPts val="0"/>
              </a:spcBef>
              <a:spcAft>
                <a:spcPts val="0"/>
              </a:spcAft>
              <a:buNone/>
              <a:defRPr sz="2129" b="0">
                <a:solidFill>
                  <a:schemeClr val="tx1"/>
                </a:solidFill>
                <a:latin typeface="+mn-lt"/>
                <a:ea typeface="+mn-lt"/>
                <a:cs typeface="+mn-lt"/>
              </a:defRPr>
            </a:lvl3pPr>
            <a:lvl4pPr marL="0" indent="0" algn="ctr">
              <a:lnSpc>
                <a:spcPct val="110000"/>
              </a:lnSpc>
              <a:spcBef>
                <a:spcPts val="0"/>
              </a:spcBef>
              <a:spcAft>
                <a:spcPts val="0"/>
              </a:spcAft>
              <a:buNone/>
              <a:defRPr sz="2129" b="0">
                <a:solidFill>
                  <a:schemeClr val="tx1"/>
                </a:solidFill>
                <a:latin typeface="+mn-lt"/>
                <a:ea typeface="+mn-lt"/>
                <a:cs typeface="+mn-lt"/>
              </a:defRPr>
            </a:lvl4pPr>
            <a:lvl5pPr marL="0" indent="0" algn="ctr">
              <a:lnSpc>
                <a:spcPct val="110000"/>
              </a:lnSpc>
              <a:spcBef>
                <a:spcPts val="0"/>
              </a:spcBef>
              <a:spcAft>
                <a:spcPts val="0"/>
              </a:spcAft>
              <a:buNone/>
              <a:defRPr sz="2129" b="0">
                <a:solidFill>
                  <a:schemeClr val="tx1"/>
                </a:solidFill>
                <a:latin typeface="+mn-lt"/>
                <a:ea typeface="+mn-lt"/>
                <a:cs typeface="+mn-lt"/>
              </a:defRPr>
            </a:lvl5pPr>
            <a:lvl6pPr marL="0" indent="0" algn="ctr">
              <a:lnSpc>
                <a:spcPct val="110000"/>
              </a:lnSpc>
              <a:spcBef>
                <a:spcPts val="0"/>
              </a:spcBef>
              <a:spcAft>
                <a:spcPts val="0"/>
              </a:spcAft>
              <a:buNone/>
              <a:defRPr sz="2129" b="0">
                <a:solidFill>
                  <a:schemeClr val="tx1"/>
                </a:solidFill>
                <a:latin typeface="+mn-lt"/>
                <a:ea typeface="+mn-lt"/>
                <a:cs typeface="+mn-lt"/>
              </a:defRPr>
            </a:lvl6pPr>
            <a:lvl7pPr marL="0" indent="0" algn="ctr">
              <a:lnSpc>
                <a:spcPct val="110000"/>
              </a:lnSpc>
              <a:spcBef>
                <a:spcPts val="0"/>
              </a:spcBef>
              <a:spcAft>
                <a:spcPts val="0"/>
              </a:spcAft>
              <a:buNone/>
              <a:defRPr sz="2129" b="0">
                <a:solidFill>
                  <a:schemeClr val="tx1"/>
                </a:solidFill>
                <a:latin typeface="+mn-lt"/>
                <a:ea typeface="+mn-lt"/>
                <a:cs typeface="+mn-lt"/>
              </a:defRPr>
            </a:lvl7pPr>
            <a:lvl8pPr marL="0" indent="0" algn="ctr">
              <a:lnSpc>
                <a:spcPct val="110000"/>
              </a:lnSpc>
              <a:spcBef>
                <a:spcPts val="0"/>
              </a:spcBef>
              <a:spcAft>
                <a:spcPts val="0"/>
              </a:spcAft>
              <a:buNone/>
              <a:defRPr sz="2129" b="0">
                <a:solidFill>
                  <a:schemeClr val="tx1"/>
                </a:solidFill>
                <a:latin typeface="+mn-lt"/>
                <a:ea typeface="+mn-lt"/>
                <a:cs typeface="+mn-lt"/>
              </a:defRPr>
            </a:lvl8pPr>
            <a:lvl9pPr marL="0" indent="0" algn="ctr">
              <a:lnSpc>
                <a:spcPct val="110000"/>
              </a:lnSpc>
              <a:spcBef>
                <a:spcPts val="0"/>
              </a:spcBef>
              <a:spcAft>
                <a:spcPts val="0"/>
              </a:spcAft>
              <a:buNone/>
              <a:defRPr sz="2129" b="0">
                <a:solidFill>
                  <a:schemeClr val="tx1"/>
                </a:solidFill>
                <a:latin typeface="+mn-lt"/>
                <a:ea typeface="+mn-lt"/>
                <a:cs typeface="+mn-lt"/>
              </a:defRPr>
            </a:lvl9pPr>
          </a:lstStyle>
          <a:p xmlns:a="http://schemas.openxmlformats.org/drawingml/2006/main"/>
        </p:txBody>
      </p:sp>
    </p:spTree>
  </p:cSld>
</p:sldLayout>
</file>

<file path=ppt/main_figures/Fig14/ppt/slideLayouts/slideLayout2.xml><?xml version="1.0" encoding="utf-8"?>
<p:sldLayout xmlns:p="http://schemas.openxmlformats.org/presentationml/2006/main">
  <p:cSld name="Section Header">
    <p:spTree>
      <p:nvGrpSpPr>
        <p:cNvPr id="1" name=""/>
        <p:cNvGrpSpPr/>
        <p:nvPr/>
      </p:nvGrpSpPr>
      <p:grpSpPr>
        <a:xfrm xmlns:a="http://schemas.openxmlformats.org/drawingml/2006/main"/>
      </p:grpSpPr>
      <p:sp>
        <p:nvSpPr>
          <p:cNvPr id="2" name="Section title">
            <a:extLst xmlns:a="http://schemas.openxmlformats.org/drawingml/2006/main">
              <a:ext uri="{FF2B5EF4-FFF2-40B4-BE49-F238E27FC236}">
                <a16:creationId xmlns:a16="http://schemas.microsoft.com/office/drawing/2014/main" id="{ECE18A75-96FA-4B30-845D-E091DBE4B75E}"/>
              </a:ext>
            </a:extLst>
          </p:cNvPr>
          <p:cNvSpPr>
            <a:spLocks xmlns:a="http://schemas.openxmlformats.org/drawingml/2006/main" noGrp="1"/>
          </p:cNvSpPr>
          <p:nvPr>
            <p:ph type="title" idx="0"/>
          </p:nvPr>
        </p:nvSpPr>
        <p:spPr>
          <a:xfrm xmlns:a="http://schemas.openxmlformats.org/drawingml/2006/main">
            <a:off x="1280160" y="2897187"/>
            <a:ext cx="10241280" cy="1158875"/>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ctr">
            <a:normAutofit/>
          </a:bodyPr>
          <a:lstStyle xmlns:a="http://schemas.openxmlformats.org/drawingml/2006/main">
            <a:defPPr algn="ctr">
              <a:defRPr sz="4258" b="1">
                <a:solidFill>
                  <a:schemeClr val="tx1"/>
                </a:solidFill>
                <a:latin typeface="+mj-lt"/>
                <a:ea typeface="+mj-lt"/>
                <a:cs typeface="+mj-lt"/>
              </a:defRPr>
            </a:defPPr>
            <a:lvl1pPr marL="0" indent="0" algn="ctr">
              <a:lnSpc>
                <a:spcPct val="110000"/>
              </a:lnSpc>
              <a:spcBef>
                <a:spcPts val="0"/>
              </a:spcBef>
              <a:spcAft>
                <a:spcPts val="0"/>
              </a:spcAft>
              <a:buNone/>
              <a:defRPr sz="4258" b="1">
                <a:solidFill>
                  <a:schemeClr val="tx1"/>
                </a:solidFill>
                <a:latin typeface="+mj-lt"/>
                <a:ea typeface="+mj-lt"/>
                <a:cs typeface="+mj-lt"/>
              </a:defRPr>
            </a:lvl1pPr>
            <a:lvl2pPr marL="0" indent="0" algn="ctr">
              <a:lnSpc>
                <a:spcPct val="110000"/>
              </a:lnSpc>
              <a:spcBef>
                <a:spcPts val="0"/>
              </a:spcBef>
              <a:spcAft>
                <a:spcPts val="0"/>
              </a:spcAft>
              <a:buNone/>
              <a:defRPr sz="4258" b="1">
                <a:solidFill>
                  <a:schemeClr val="tx1"/>
                </a:solidFill>
                <a:latin typeface="+mj-lt"/>
                <a:ea typeface="+mj-lt"/>
                <a:cs typeface="+mj-lt"/>
              </a:defRPr>
            </a:lvl2pPr>
            <a:lvl3pPr marL="0" indent="0" algn="ctr">
              <a:lnSpc>
                <a:spcPct val="110000"/>
              </a:lnSpc>
              <a:spcBef>
                <a:spcPts val="0"/>
              </a:spcBef>
              <a:spcAft>
                <a:spcPts val="0"/>
              </a:spcAft>
              <a:buNone/>
              <a:defRPr sz="4258" b="1">
                <a:solidFill>
                  <a:schemeClr val="tx1"/>
                </a:solidFill>
                <a:latin typeface="+mj-lt"/>
                <a:ea typeface="+mj-lt"/>
                <a:cs typeface="+mj-lt"/>
              </a:defRPr>
            </a:lvl3pPr>
            <a:lvl4pPr marL="0" indent="0" algn="ctr">
              <a:lnSpc>
                <a:spcPct val="110000"/>
              </a:lnSpc>
              <a:spcBef>
                <a:spcPts val="0"/>
              </a:spcBef>
              <a:spcAft>
                <a:spcPts val="0"/>
              </a:spcAft>
              <a:buNone/>
              <a:defRPr sz="4258" b="1">
                <a:solidFill>
                  <a:schemeClr val="tx1"/>
                </a:solidFill>
                <a:latin typeface="+mj-lt"/>
                <a:ea typeface="+mj-lt"/>
                <a:cs typeface="+mj-lt"/>
              </a:defRPr>
            </a:lvl4pPr>
            <a:lvl5pPr marL="0" indent="0" algn="ctr">
              <a:lnSpc>
                <a:spcPct val="110000"/>
              </a:lnSpc>
              <a:spcBef>
                <a:spcPts val="0"/>
              </a:spcBef>
              <a:spcAft>
                <a:spcPts val="0"/>
              </a:spcAft>
              <a:buNone/>
              <a:defRPr sz="4258" b="1">
                <a:solidFill>
                  <a:schemeClr val="tx1"/>
                </a:solidFill>
                <a:latin typeface="+mj-lt"/>
                <a:ea typeface="+mj-lt"/>
                <a:cs typeface="+mj-lt"/>
              </a:defRPr>
            </a:lvl5pPr>
            <a:lvl6pPr marL="0" indent="0" algn="ctr">
              <a:lnSpc>
                <a:spcPct val="110000"/>
              </a:lnSpc>
              <a:spcBef>
                <a:spcPts val="0"/>
              </a:spcBef>
              <a:spcAft>
                <a:spcPts val="0"/>
              </a:spcAft>
              <a:buNone/>
              <a:defRPr sz="4258" b="1">
                <a:solidFill>
                  <a:schemeClr val="tx1"/>
                </a:solidFill>
                <a:latin typeface="+mj-lt"/>
                <a:ea typeface="+mj-lt"/>
                <a:cs typeface="+mj-lt"/>
              </a:defRPr>
            </a:lvl6pPr>
            <a:lvl7pPr marL="0" indent="0" algn="ctr">
              <a:lnSpc>
                <a:spcPct val="110000"/>
              </a:lnSpc>
              <a:spcBef>
                <a:spcPts val="0"/>
              </a:spcBef>
              <a:spcAft>
                <a:spcPts val="0"/>
              </a:spcAft>
              <a:buNone/>
              <a:defRPr sz="4258" b="1">
                <a:solidFill>
                  <a:schemeClr val="tx1"/>
                </a:solidFill>
                <a:latin typeface="+mj-lt"/>
                <a:ea typeface="+mj-lt"/>
                <a:cs typeface="+mj-lt"/>
              </a:defRPr>
            </a:lvl7pPr>
            <a:lvl8pPr marL="0" indent="0" algn="ctr">
              <a:lnSpc>
                <a:spcPct val="110000"/>
              </a:lnSpc>
              <a:spcBef>
                <a:spcPts val="0"/>
              </a:spcBef>
              <a:spcAft>
                <a:spcPts val="0"/>
              </a:spcAft>
              <a:buNone/>
              <a:defRPr sz="4258" b="1">
                <a:solidFill>
                  <a:schemeClr val="tx1"/>
                </a:solidFill>
                <a:latin typeface="+mj-lt"/>
                <a:ea typeface="+mj-lt"/>
                <a:cs typeface="+mj-lt"/>
              </a:defRPr>
            </a:lvl8pPr>
            <a:lvl9pPr marL="0" indent="0" algn="ctr">
              <a:lnSpc>
                <a:spcPct val="110000"/>
              </a:lnSpc>
              <a:spcBef>
                <a:spcPts val="0"/>
              </a:spcBef>
              <a:spcAft>
                <a:spcPts val="0"/>
              </a:spcAft>
              <a:buNone/>
              <a:defRPr sz="4258" b="1">
                <a:solidFill>
                  <a:schemeClr val="tx1"/>
                </a:solidFill>
                <a:latin typeface="+mj-lt"/>
                <a:ea typeface="+mj-lt"/>
                <a:cs typeface="+mj-lt"/>
              </a:defRPr>
            </a:lvl9pPr>
          </a:lstStyle>
          <a:p xmlns:a="http://schemas.openxmlformats.org/drawingml/2006/main"/>
        </p:txBody>
      </p:sp>
    </p:spTree>
  </p:cSld>
</p:sldLayout>
</file>

<file path=ppt/main_figures/Fig14/ppt/slideLayouts/slideLayout3.xml><?xml version="1.0" encoding="utf-8"?>
<p:sldLayout xmlns:p="http://schemas.openxmlformats.org/presentationml/2006/main">
  <p:cSld name="Title and Body">
    <p:spTree>
      <p:nvGrpSpPr>
        <p:cNvPr id="1" name=""/>
        <p:cNvGrpSpPr/>
        <p:nvPr/>
      </p:nvGrpSpPr>
      <p:grpSpPr>
        <a:xfrm xmlns:a="http://schemas.openxmlformats.org/drawingml/2006/main"/>
      </p:grpSpPr>
      <p:sp>
        <p:nvSpPr>
          <p:cNvPr id="3" name="Title">
            <a:extLst xmlns:a="http://schemas.openxmlformats.org/drawingml/2006/main">
              <a:ext uri="{FF2B5EF4-FFF2-40B4-BE49-F238E27FC236}">
                <a16:creationId xmlns:a16="http://schemas.microsoft.com/office/drawing/2014/main" id="{F8DDAA98-CF8D-4047-97F0-032A2C2E8C37}"/>
              </a:ext>
            </a:extLst>
          </p:cNvPr>
          <p:cNvSpPr>
            <a:spLocks xmlns:a="http://schemas.openxmlformats.org/drawingml/2006/main" noGrp="1"/>
          </p:cNvSpPr>
          <p:nvPr>
            <p:ph type="title" idx="0"/>
          </p:nvPr>
        </p:nvSpPr>
        <p:spPr>
          <a:xfrm xmlns:a="http://schemas.openxmlformats.org/drawingml/2006/main">
            <a:off x="720090" y="540808"/>
            <a:ext cx="11361420" cy="849842"/>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3346" b="1">
                <a:solidFill>
                  <a:schemeClr val="tx1"/>
                </a:solidFill>
                <a:latin typeface="+mj-lt"/>
                <a:ea typeface="+mj-lt"/>
                <a:cs typeface="+mj-lt"/>
              </a:defRPr>
            </a:defPPr>
            <a:lvl1pPr marL="0" indent="0" algn="l">
              <a:lnSpc>
                <a:spcPct val="110000"/>
              </a:lnSpc>
              <a:spcBef>
                <a:spcPts val="0"/>
              </a:spcBef>
              <a:spcAft>
                <a:spcPts val="0"/>
              </a:spcAft>
              <a:buNone/>
              <a:defRPr sz="3346" b="1">
                <a:solidFill>
                  <a:schemeClr val="tx1"/>
                </a:solidFill>
                <a:latin typeface="+mj-lt"/>
                <a:ea typeface="+mj-lt"/>
                <a:cs typeface="+mj-lt"/>
              </a:defRPr>
            </a:lvl1pPr>
            <a:lvl2pPr marL="0" indent="0" algn="l">
              <a:lnSpc>
                <a:spcPct val="110000"/>
              </a:lnSpc>
              <a:spcBef>
                <a:spcPts val="0"/>
              </a:spcBef>
              <a:spcAft>
                <a:spcPts val="0"/>
              </a:spcAft>
              <a:buNone/>
              <a:defRPr sz="3346" b="1">
                <a:solidFill>
                  <a:schemeClr val="tx1"/>
                </a:solidFill>
                <a:latin typeface="+mj-lt"/>
                <a:ea typeface="+mj-lt"/>
                <a:cs typeface="+mj-lt"/>
              </a:defRPr>
            </a:lvl2pPr>
            <a:lvl3pPr marL="0" indent="0" algn="l">
              <a:lnSpc>
                <a:spcPct val="110000"/>
              </a:lnSpc>
              <a:spcBef>
                <a:spcPts val="0"/>
              </a:spcBef>
              <a:spcAft>
                <a:spcPts val="0"/>
              </a:spcAft>
              <a:buNone/>
              <a:defRPr sz="3346" b="1">
                <a:solidFill>
                  <a:schemeClr val="tx1"/>
                </a:solidFill>
                <a:latin typeface="+mj-lt"/>
                <a:ea typeface="+mj-lt"/>
                <a:cs typeface="+mj-lt"/>
              </a:defRPr>
            </a:lvl3pPr>
            <a:lvl4pPr marL="0" indent="0" algn="l">
              <a:lnSpc>
                <a:spcPct val="110000"/>
              </a:lnSpc>
              <a:spcBef>
                <a:spcPts val="0"/>
              </a:spcBef>
              <a:spcAft>
                <a:spcPts val="0"/>
              </a:spcAft>
              <a:buNone/>
              <a:defRPr sz="3346" b="1">
                <a:solidFill>
                  <a:schemeClr val="tx1"/>
                </a:solidFill>
                <a:latin typeface="+mj-lt"/>
                <a:ea typeface="+mj-lt"/>
                <a:cs typeface="+mj-lt"/>
              </a:defRPr>
            </a:lvl4pPr>
            <a:lvl5pPr marL="0" indent="0" algn="l">
              <a:lnSpc>
                <a:spcPct val="110000"/>
              </a:lnSpc>
              <a:spcBef>
                <a:spcPts val="0"/>
              </a:spcBef>
              <a:spcAft>
                <a:spcPts val="0"/>
              </a:spcAft>
              <a:buNone/>
              <a:defRPr sz="3346" b="1">
                <a:solidFill>
                  <a:schemeClr val="tx1"/>
                </a:solidFill>
                <a:latin typeface="+mj-lt"/>
                <a:ea typeface="+mj-lt"/>
                <a:cs typeface="+mj-lt"/>
              </a:defRPr>
            </a:lvl5pPr>
            <a:lvl6pPr marL="0" indent="0" algn="l">
              <a:lnSpc>
                <a:spcPct val="110000"/>
              </a:lnSpc>
              <a:spcBef>
                <a:spcPts val="0"/>
              </a:spcBef>
              <a:spcAft>
                <a:spcPts val="0"/>
              </a:spcAft>
              <a:buNone/>
              <a:defRPr sz="3346" b="1">
                <a:solidFill>
                  <a:schemeClr val="tx1"/>
                </a:solidFill>
                <a:latin typeface="+mj-lt"/>
                <a:ea typeface="+mj-lt"/>
                <a:cs typeface="+mj-lt"/>
              </a:defRPr>
            </a:lvl6pPr>
            <a:lvl7pPr marL="0" indent="0" algn="l">
              <a:lnSpc>
                <a:spcPct val="110000"/>
              </a:lnSpc>
              <a:spcBef>
                <a:spcPts val="0"/>
              </a:spcBef>
              <a:spcAft>
                <a:spcPts val="0"/>
              </a:spcAft>
              <a:buNone/>
              <a:defRPr sz="3346" b="1">
                <a:solidFill>
                  <a:schemeClr val="tx1"/>
                </a:solidFill>
                <a:latin typeface="+mj-lt"/>
                <a:ea typeface="+mj-lt"/>
                <a:cs typeface="+mj-lt"/>
              </a:defRPr>
            </a:lvl7pPr>
            <a:lvl8pPr marL="0" indent="0" algn="l">
              <a:lnSpc>
                <a:spcPct val="110000"/>
              </a:lnSpc>
              <a:spcBef>
                <a:spcPts val="0"/>
              </a:spcBef>
              <a:spcAft>
                <a:spcPts val="0"/>
              </a:spcAft>
              <a:buNone/>
              <a:defRPr sz="3346" b="1">
                <a:solidFill>
                  <a:schemeClr val="tx1"/>
                </a:solidFill>
                <a:latin typeface="+mj-lt"/>
                <a:ea typeface="+mj-lt"/>
                <a:cs typeface="+mj-lt"/>
              </a:defRPr>
            </a:lvl8pPr>
            <a:lvl9pPr marL="0" indent="0" algn="l">
              <a:lnSpc>
                <a:spcPct val="110000"/>
              </a:lnSpc>
              <a:spcBef>
                <a:spcPts val="0"/>
              </a:spcBef>
              <a:spcAft>
                <a:spcPts val="0"/>
              </a:spcAft>
              <a:buNone/>
              <a:defRPr sz="3346" b="1">
                <a:solidFill>
                  <a:schemeClr val="tx1"/>
                </a:solidFill>
                <a:latin typeface="+mj-lt"/>
                <a:ea typeface="+mj-lt"/>
                <a:cs typeface="+mj-lt"/>
              </a:defRPr>
            </a:lvl9pPr>
          </a:lstStyle>
          <a:p xmlns:a="http://schemas.openxmlformats.org/drawingml/2006/main"/>
        </p:txBody>
      </p:sp>
      <p:sp>
        <p:nvSpPr>
          <p:cNvPr id="2" name="Body">
            <a:extLst xmlns:a="http://schemas.openxmlformats.org/drawingml/2006/main">
              <a:ext uri="{FF2B5EF4-FFF2-40B4-BE49-F238E27FC236}">
                <a16:creationId xmlns:a16="http://schemas.microsoft.com/office/drawing/2014/main" id="{95E3B1FF-16FD-4CE3-9BB0-953C27D1BC2F}"/>
              </a:ext>
            </a:extLst>
          </p:cNvPr>
          <p:cNvSpPr>
            <a:spLocks xmlns:a="http://schemas.openxmlformats.org/drawingml/2006/main" noGrp="1"/>
          </p:cNvSpPr>
          <p:nvPr>
            <p:ph type="body" idx="1"/>
          </p:nvPr>
        </p:nvSpPr>
        <p:spPr>
          <a:xfrm xmlns:a="http://schemas.openxmlformats.org/drawingml/2006/main">
            <a:off x="720090" y="1931458"/>
            <a:ext cx="11361420" cy="43264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281" b="0">
                <a:solidFill>
                  <a:schemeClr val="tx1"/>
                </a:solidFill>
                <a:latin typeface="+mn-lt"/>
                <a:ea typeface="+mn-lt"/>
                <a:cs typeface="+mn-lt"/>
              </a:defRPr>
            </a:defPPr>
            <a:lvl1pPr marL="231775" indent="-231775" algn="l">
              <a:lnSpc>
                <a:spcPct val="110000"/>
              </a:lnSpc>
              <a:spcBef>
                <a:spcPts val="0"/>
              </a:spcBef>
              <a:spcAft>
                <a:spcPts val="1217"/>
              </a:spcAft>
              <a:buChar char="•"/>
              <a:defRPr sz="2281" b="0">
                <a:solidFill>
                  <a:schemeClr val="tx1"/>
                </a:solidFill>
                <a:latin typeface="+mn-lt"/>
                <a:ea typeface="+mn-lt"/>
                <a:cs typeface="+mn-lt"/>
              </a:defRPr>
            </a:lvl1pPr>
            <a:lvl2pPr marL="540808" indent="-231775" algn="l">
              <a:lnSpc>
                <a:spcPct val="110000"/>
              </a:lnSpc>
              <a:spcBef>
                <a:spcPts val="0"/>
              </a:spcBef>
              <a:spcAft>
                <a:spcPts val="1217"/>
              </a:spcAft>
              <a:buChar char="•"/>
              <a:defRPr sz="2281" b="0">
                <a:solidFill>
                  <a:schemeClr val="tx1"/>
                </a:solidFill>
                <a:latin typeface="+mn-lt"/>
                <a:ea typeface="+mn-lt"/>
                <a:cs typeface="+mn-lt"/>
              </a:defRPr>
            </a:lvl2pPr>
            <a:lvl3pPr marL="849842" indent="-231775" algn="l">
              <a:lnSpc>
                <a:spcPct val="110000"/>
              </a:lnSpc>
              <a:spcBef>
                <a:spcPts val="0"/>
              </a:spcBef>
              <a:spcAft>
                <a:spcPts val="1217"/>
              </a:spcAft>
              <a:buChar char="•"/>
              <a:defRPr sz="2281" b="0">
                <a:solidFill>
                  <a:schemeClr val="tx1"/>
                </a:solidFill>
                <a:latin typeface="+mn-lt"/>
                <a:ea typeface="+mn-lt"/>
                <a:cs typeface="+mn-lt"/>
              </a:defRPr>
            </a:lvl3pPr>
            <a:lvl4pPr marL="1158875" indent="-231775" algn="l">
              <a:lnSpc>
                <a:spcPct val="110000"/>
              </a:lnSpc>
              <a:spcBef>
                <a:spcPts val="0"/>
              </a:spcBef>
              <a:spcAft>
                <a:spcPts val="1217"/>
              </a:spcAft>
              <a:buChar char="•"/>
              <a:defRPr sz="2281" b="0">
                <a:solidFill>
                  <a:schemeClr val="tx1"/>
                </a:solidFill>
                <a:latin typeface="+mn-lt"/>
                <a:ea typeface="+mn-lt"/>
                <a:cs typeface="+mn-lt"/>
              </a:defRPr>
            </a:lvl4pPr>
            <a:lvl5pPr marL="1467908" indent="-231775" algn="l">
              <a:lnSpc>
                <a:spcPct val="110000"/>
              </a:lnSpc>
              <a:spcBef>
                <a:spcPts val="0"/>
              </a:spcBef>
              <a:spcAft>
                <a:spcPts val="1217"/>
              </a:spcAft>
              <a:buChar char="•"/>
              <a:defRPr sz="2281" b="0">
                <a:solidFill>
                  <a:schemeClr val="tx1"/>
                </a:solidFill>
                <a:latin typeface="+mn-lt"/>
                <a:ea typeface="+mn-lt"/>
                <a:cs typeface="+mn-lt"/>
              </a:defRPr>
            </a:lvl5pPr>
            <a:lvl6pPr marL="1776942" indent="-231775" algn="l">
              <a:lnSpc>
                <a:spcPct val="110000"/>
              </a:lnSpc>
              <a:spcBef>
                <a:spcPts val="0"/>
              </a:spcBef>
              <a:spcAft>
                <a:spcPts val="1217"/>
              </a:spcAft>
              <a:buChar char="•"/>
              <a:defRPr sz="2281" b="0">
                <a:solidFill>
                  <a:schemeClr val="tx1"/>
                </a:solidFill>
                <a:latin typeface="+mn-lt"/>
                <a:ea typeface="+mn-lt"/>
                <a:cs typeface="+mn-lt"/>
              </a:defRPr>
            </a:lvl6pPr>
            <a:lvl7pPr marL="2085975" indent="-231775" algn="l">
              <a:lnSpc>
                <a:spcPct val="110000"/>
              </a:lnSpc>
              <a:spcBef>
                <a:spcPts val="0"/>
              </a:spcBef>
              <a:spcAft>
                <a:spcPts val="1217"/>
              </a:spcAft>
              <a:buChar char="•"/>
              <a:defRPr sz="2281" b="0">
                <a:solidFill>
                  <a:schemeClr val="tx1"/>
                </a:solidFill>
                <a:latin typeface="+mn-lt"/>
                <a:ea typeface="+mn-lt"/>
                <a:cs typeface="+mn-lt"/>
              </a:defRPr>
            </a:lvl7pPr>
            <a:lvl8pPr marL="2395008" indent="-231775" algn="l">
              <a:lnSpc>
                <a:spcPct val="110000"/>
              </a:lnSpc>
              <a:spcBef>
                <a:spcPts val="0"/>
              </a:spcBef>
              <a:spcAft>
                <a:spcPts val="1217"/>
              </a:spcAft>
              <a:buChar char="•"/>
              <a:defRPr sz="2281" b="0">
                <a:solidFill>
                  <a:schemeClr val="tx1"/>
                </a:solidFill>
                <a:latin typeface="+mn-lt"/>
                <a:ea typeface="+mn-lt"/>
                <a:cs typeface="+mn-lt"/>
              </a:defRPr>
            </a:lvl8pPr>
            <a:lvl9pPr marL="2704042" indent="-231775" algn="l">
              <a:lnSpc>
                <a:spcPct val="110000"/>
              </a:lnSpc>
              <a:spcBef>
                <a:spcPts val="0"/>
              </a:spcBef>
              <a:spcAft>
                <a:spcPts val="1217"/>
              </a:spcAft>
              <a:buChar char="•"/>
              <a:defRPr sz="2281" b="0">
                <a:solidFill>
                  <a:schemeClr val="tx1"/>
                </a:solidFill>
                <a:latin typeface="+mn-lt"/>
                <a:ea typeface="+mn-lt"/>
                <a:cs typeface="+mn-lt"/>
              </a:defRPr>
            </a:lvl9pPr>
          </a:lstStyle>
          <a:p xmlns:a="http://schemas.openxmlformats.org/drawingml/2006/main"/>
        </p:txBody>
      </p:sp>
    </p:spTree>
  </p:cSld>
</p:sldLayout>
</file>

<file path=ppt/main_figures/Fig14/ppt/slideLayouts/slideLayout4.xml><?xml version="1.0" encoding="utf-8"?>
<p:sldLayout xmlns:p="http://schemas.openxmlformats.org/presentationml/2006/main">
  <p:cSld name="Title and Two Column">
    <p:spTree>
      <p:nvGrpSpPr>
        <p:cNvPr id="1" name=""/>
        <p:cNvGrpSpPr/>
        <p:nvPr/>
      </p:nvGrpSpPr>
      <p:grpSpPr>
        <a:xfrm xmlns:a="http://schemas.openxmlformats.org/drawingml/2006/main"/>
      </p:grpSpPr>
      <p:sp>
        <p:nvSpPr>
          <p:cNvPr id="4" name="Title">
            <a:extLst xmlns:a="http://schemas.openxmlformats.org/drawingml/2006/main">
              <a:ext uri="{FF2B5EF4-FFF2-40B4-BE49-F238E27FC236}">
                <a16:creationId xmlns:a16="http://schemas.microsoft.com/office/drawing/2014/main" id="{A961F672-4337-4E31-ADEC-2B10F49BF4E7}"/>
              </a:ext>
            </a:extLst>
          </p:cNvPr>
          <p:cNvSpPr>
            <a:spLocks xmlns:a="http://schemas.openxmlformats.org/drawingml/2006/main" noGrp="1"/>
          </p:cNvSpPr>
          <p:nvPr>
            <p:ph type="title" idx="0"/>
          </p:nvPr>
        </p:nvSpPr>
        <p:spPr>
          <a:xfrm xmlns:a="http://schemas.openxmlformats.org/drawingml/2006/main">
            <a:off x="720090" y="540808"/>
            <a:ext cx="11361420" cy="849842"/>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3346" b="1">
                <a:solidFill>
                  <a:schemeClr val="tx1"/>
                </a:solidFill>
                <a:latin typeface="+mj-lt"/>
                <a:ea typeface="+mj-lt"/>
                <a:cs typeface="+mj-lt"/>
              </a:defRPr>
            </a:defPPr>
            <a:lvl1pPr marL="0" indent="0" algn="l">
              <a:lnSpc>
                <a:spcPct val="110000"/>
              </a:lnSpc>
              <a:spcBef>
                <a:spcPts val="0"/>
              </a:spcBef>
              <a:spcAft>
                <a:spcPts val="0"/>
              </a:spcAft>
              <a:buNone/>
              <a:defRPr sz="3346" b="1">
                <a:solidFill>
                  <a:schemeClr val="tx1"/>
                </a:solidFill>
                <a:latin typeface="+mj-lt"/>
                <a:ea typeface="+mj-lt"/>
                <a:cs typeface="+mj-lt"/>
              </a:defRPr>
            </a:lvl1pPr>
            <a:lvl2pPr marL="0" indent="0" algn="l">
              <a:lnSpc>
                <a:spcPct val="110000"/>
              </a:lnSpc>
              <a:spcBef>
                <a:spcPts val="0"/>
              </a:spcBef>
              <a:spcAft>
                <a:spcPts val="0"/>
              </a:spcAft>
              <a:buNone/>
              <a:defRPr sz="3346" b="1">
                <a:solidFill>
                  <a:schemeClr val="tx1"/>
                </a:solidFill>
                <a:latin typeface="+mj-lt"/>
                <a:ea typeface="+mj-lt"/>
                <a:cs typeface="+mj-lt"/>
              </a:defRPr>
            </a:lvl2pPr>
            <a:lvl3pPr marL="0" indent="0" algn="l">
              <a:lnSpc>
                <a:spcPct val="110000"/>
              </a:lnSpc>
              <a:spcBef>
                <a:spcPts val="0"/>
              </a:spcBef>
              <a:spcAft>
                <a:spcPts val="0"/>
              </a:spcAft>
              <a:buNone/>
              <a:defRPr sz="3346" b="1">
                <a:solidFill>
                  <a:schemeClr val="tx1"/>
                </a:solidFill>
                <a:latin typeface="+mj-lt"/>
                <a:ea typeface="+mj-lt"/>
                <a:cs typeface="+mj-lt"/>
              </a:defRPr>
            </a:lvl3pPr>
            <a:lvl4pPr marL="0" indent="0" algn="l">
              <a:lnSpc>
                <a:spcPct val="110000"/>
              </a:lnSpc>
              <a:spcBef>
                <a:spcPts val="0"/>
              </a:spcBef>
              <a:spcAft>
                <a:spcPts val="0"/>
              </a:spcAft>
              <a:buNone/>
              <a:defRPr sz="3346" b="1">
                <a:solidFill>
                  <a:schemeClr val="tx1"/>
                </a:solidFill>
                <a:latin typeface="+mj-lt"/>
                <a:ea typeface="+mj-lt"/>
                <a:cs typeface="+mj-lt"/>
              </a:defRPr>
            </a:lvl4pPr>
            <a:lvl5pPr marL="0" indent="0" algn="l">
              <a:lnSpc>
                <a:spcPct val="110000"/>
              </a:lnSpc>
              <a:spcBef>
                <a:spcPts val="0"/>
              </a:spcBef>
              <a:spcAft>
                <a:spcPts val="0"/>
              </a:spcAft>
              <a:buNone/>
              <a:defRPr sz="3346" b="1">
                <a:solidFill>
                  <a:schemeClr val="tx1"/>
                </a:solidFill>
                <a:latin typeface="+mj-lt"/>
                <a:ea typeface="+mj-lt"/>
                <a:cs typeface="+mj-lt"/>
              </a:defRPr>
            </a:lvl5pPr>
            <a:lvl6pPr marL="0" indent="0" algn="l">
              <a:lnSpc>
                <a:spcPct val="110000"/>
              </a:lnSpc>
              <a:spcBef>
                <a:spcPts val="0"/>
              </a:spcBef>
              <a:spcAft>
                <a:spcPts val="0"/>
              </a:spcAft>
              <a:buNone/>
              <a:defRPr sz="3346" b="1">
                <a:solidFill>
                  <a:schemeClr val="tx1"/>
                </a:solidFill>
                <a:latin typeface="+mj-lt"/>
                <a:ea typeface="+mj-lt"/>
                <a:cs typeface="+mj-lt"/>
              </a:defRPr>
            </a:lvl6pPr>
            <a:lvl7pPr marL="0" indent="0" algn="l">
              <a:lnSpc>
                <a:spcPct val="110000"/>
              </a:lnSpc>
              <a:spcBef>
                <a:spcPts val="0"/>
              </a:spcBef>
              <a:spcAft>
                <a:spcPts val="0"/>
              </a:spcAft>
              <a:buNone/>
              <a:defRPr sz="3346" b="1">
                <a:solidFill>
                  <a:schemeClr val="tx1"/>
                </a:solidFill>
                <a:latin typeface="+mj-lt"/>
                <a:ea typeface="+mj-lt"/>
                <a:cs typeface="+mj-lt"/>
              </a:defRPr>
            </a:lvl7pPr>
            <a:lvl8pPr marL="0" indent="0" algn="l">
              <a:lnSpc>
                <a:spcPct val="110000"/>
              </a:lnSpc>
              <a:spcBef>
                <a:spcPts val="0"/>
              </a:spcBef>
              <a:spcAft>
                <a:spcPts val="0"/>
              </a:spcAft>
              <a:buNone/>
              <a:defRPr sz="3346" b="1">
                <a:solidFill>
                  <a:schemeClr val="tx1"/>
                </a:solidFill>
                <a:latin typeface="+mj-lt"/>
                <a:ea typeface="+mj-lt"/>
                <a:cs typeface="+mj-lt"/>
              </a:defRPr>
            </a:lvl8pPr>
            <a:lvl9pPr marL="0" indent="0" algn="l">
              <a:lnSpc>
                <a:spcPct val="110000"/>
              </a:lnSpc>
              <a:spcBef>
                <a:spcPts val="0"/>
              </a:spcBef>
              <a:spcAft>
                <a:spcPts val="0"/>
              </a:spcAft>
              <a:buNone/>
              <a:defRPr sz="3346" b="1">
                <a:solidFill>
                  <a:schemeClr val="tx1"/>
                </a:solidFill>
                <a:latin typeface="+mj-lt"/>
                <a:ea typeface="+mj-lt"/>
                <a:cs typeface="+mj-lt"/>
              </a:defRPr>
            </a:lvl9pPr>
          </a:lstStyle>
          <a:p xmlns:a="http://schemas.openxmlformats.org/drawingml/2006/main"/>
        </p:txBody>
      </p:sp>
      <p:sp>
        <p:nvSpPr>
          <p:cNvPr id="2" name="Left column">
            <a:extLst xmlns:a="http://schemas.openxmlformats.org/drawingml/2006/main">
              <a:ext uri="{FF2B5EF4-FFF2-40B4-BE49-F238E27FC236}">
                <a16:creationId xmlns:a16="http://schemas.microsoft.com/office/drawing/2014/main" id="{4762D7DF-34C9-41E9-BE4B-56B20AB48DE4}"/>
              </a:ext>
            </a:extLst>
          </p:cNvPr>
          <p:cNvSpPr>
            <a:spLocks xmlns:a="http://schemas.openxmlformats.org/drawingml/2006/main" noGrp="1"/>
          </p:cNvSpPr>
          <p:nvPr>
            <p:ph type="body" idx="1"/>
          </p:nvPr>
        </p:nvSpPr>
        <p:spPr>
          <a:xfrm xmlns:a="http://schemas.openxmlformats.org/drawingml/2006/main">
            <a:off x="720090" y="1931458"/>
            <a:ext cx="5280660" cy="43264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129" b="0">
                <a:solidFill>
                  <a:schemeClr val="tx1"/>
                </a:solidFill>
                <a:latin typeface="+mn-lt"/>
                <a:ea typeface="+mn-lt"/>
                <a:cs typeface="+mn-lt"/>
              </a:defRPr>
            </a:defPPr>
            <a:lvl1pPr marL="231775" indent="-231775" algn="l">
              <a:lnSpc>
                <a:spcPct val="110000"/>
              </a:lnSpc>
              <a:spcBef>
                <a:spcPts val="0"/>
              </a:spcBef>
              <a:spcAft>
                <a:spcPts val="1217"/>
              </a:spcAft>
              <a:buChar char="•"/>
              <a:defRPr sz="2129" b="0">
                <a:solidFill>
                  <a:schemeClr val="tx1"/>
                </a:solidFill>
                <a:latin typeface="+mn-lt"/>
                <a:ea typeface="+mn-lt"/>
                <a:cs typeface="+mn-lt"/>
              </a:defRPr>
            </a:lvl1pPr>
            <a:lvl2pPr marL="540808" indent="-231775" algn="l">
              <a:lnSpc>
                <a:spcPct val="110000"/>
              </a:lnSpc>
              <a:spcBef>
                <a:spcPts val="0"/>
              </a:spcBef>
              <a:spcAft>
                <a:spcPts val="1217"/>
              </a:spcAft>
              <a:buChar char="•"/>
              <a:defRPr sz="2129" b="0">
                <a:solidFill>
                  <a:schemeClr val="tx1"/>
                </a:solidFill>
                <a:latin typeface="+mn-lt"/>
                <a:ea typeface="+mn-lt"/>
                <a:cs typeface="+mn-lt"/>
              </a:defRPr>
            </a:lvl2pPr>
            <a:lvl3pPr marL="849842" indent="-231775" algn="l">
              <a:lnSpc>
                <a:spcPct val="110000"/>
              </a:lnSpc>
              <a:spcBef>
                <a:spcPts val="0"/>
              </a:spcBef>
              <a:spcAft>
                <a:spcPts val="1217"/>
              </a:spcAft>
              <a:buChar char="•"/>
              <a:defRPr sz="2129" b="0">
                <a:solidFill>
                  <a:schemeClr val="tx1"/>
                </a:solidFill>
                <a:latin typeface="+mn-lt"/>
                <a:ea typeface="+mn-lt"/>
                <a:cs typeface="+mn-lt"/>
              </a:defRPr>
            </a:lvl3pPr>
            <a:lvl4pPr marL="1158875" indent="-231775" algn="l">
              <a:lnSpc>
                <a:spcPct val="110000"/>
              </a:lnSpc>
              <a:spcBef>
                <a:spcPts val="0"/>
              </a:spcBef>
              <a:spcAft>
                <a:spcPts val="1217"/>
              </a:spcAft>
              <a:buChar char="•"/>
              <a:defRPr sz="2129" b="0">
                <a:solidFill>
                  <a:schemeClr val="tx1"/>
                </a:solidFill>
                <a:latin typeface="+mn-lt"/>
                <a:ea typeface="+mn-lt"/>
                <a:cs typeface="+mn-lt"/>
              </a:defRPr>
            </a:lvl4pPr>
            <a:lvl5pPr marL="1467908" indent="-231775" algn="l">
              <a:lnSpc>
                <a:spcPct val="110000"/>
              </a:lnSpc>
              <a:spcBef>
                <a:spcPts val="0"/>
              </a:spcBef>
              <a:spcAft>
                <a:spcPts val="1217"/>
              </a:spcAft>
              <a:buChar char="•"/>
              <a:defRPr sz="2129" b="0">
                <a:solidFill>
                  <a:schemeClr val="tx1"/>
                </a:solidFill>
                <a:latin typeface="+mn-lt"/>
                <a:ea typeface="+mn-lt"/>
                <a:cs typeface="+mn-lt"/>
              </a:defRPr>
            </a:lvl5pPr>
            <a:lvl6pPr marL="1776942" indent="-231775" algn="l">
              <a:lnSpc>
                <a:spcPct val="110000"/>
              </a:lnSpc>
              <a:spcBef>
                <a:spcPts val="0"/>
              </a:spcBef>
              <a:spcAft>
                <a:spcPts val="1217"/>
              </a:spcAft>
              <a:buChar char="•"/>
              <a:defRPr sz="2129" b="0">
                <a:solidFill>
                  <a:schemeClr val="tx1"/>
                </a:solidFill>
                <a:latin typeface="+mn-lt"/>
                <a:ea typeface="+mn-lt"/>
                <a:cs typeface="+mn-lt"/>
              </a:defRPr>
            </a:lvl6pPr>
            <a:lvl7pPr marL="2085975" indent="-231775" algn="l">
              <a:lnSpc>
                <a:spcPct val="110000"/>
              </a:lnSpc>
              <a:spcBef>
                <a:spcPts val="0"/>
              </a:spcBef>
              <a:spcAft>
                <a:spcPts val="1217"/>
              </a:spcAft>
              <a:buChar char="•"/>
              <a:defRPr sz="2129" b="0">
                <a:solidFill>
                  <a:schemeClr val="tx1"/>
                </a:solidFill>
                <a:latin typeface="+mn-lt"/>
                <a:ea typeface="+mn-lt"/>
                <a:cs typeface="+mn-lt"/>
              </a:defRPr>
            </a:lvl7pPr>
            <a:lvl8pPr marL="2395008" indent="-231775" algn="l">
              <a:lnSpc>
                <a:spcPct val="110000"/>
              </a:lnSpc>
              <a:spcBef>
                <a:spcPts val="0"/>
              </a:spcBef>
              <a:spcAft>
                <a:spcPts val="1217"/>
              </a:spcAft>
              <a:buChar char="•"/>
              <a:defRPr sz="2129" b="0">
                <a:solidFill>
                  <a:schemeClr val="tx1"/>
                </a:solidFill>
                <a:latin typeface="+mn-lt"/>
                <a:ea typeface="+mn-lt"/>
                <a:cs typeface="+mn-lt"/>
              </a:defRPr>
            </a:lvl8pPr>
            <a:lvl9pPr marL="2704042" indent="-231775" algn="l">
              <a:lnSpc>
                <a:spcPct val="110000"/>
              </a:lnSpc>
              <a:spcBef>
                <a:spcPts val="0"/>
              </a:spcBef>
              <a:spcAft>
                <a:spcPts val="1217"/>
              </a:spcAft>
              <a:buChar char="•"/>
              <a:defRPr sz="2129" b="0">
                <a:solidFill>
                  <a:schemeClr val="tx1"/>
                </a:solidFill>
                <a:latin typeface="+mn-lt"/>
                <a:ea typeface="+mn-lt"/>
                <a:cs typeface="+mn-lt"/>
              </a:defRPr>
            </a:lvl9pPr>
          </a:lstStyle>
          <a:p xmlns:a="http://schemas.openxmlformats.org/drawingml/2006/main"/>
        </p:txBody>
      </p:sp>
      <p:sp>
        <p:nvSpPr>
          <p:cNvPr id="3" name="Right column">
            <a:extLst xmlns:a="http://schemas.openxmlformats.org/drawingml/2006/main">
              <a:ext uri="{FF2B5EF4-FFF2-40B4-BE49-F238E27FC236}">
                <a16:creationId xmlns:a16="http://schemas.microsoft.com/office/drawing/2014/main" id="{2A07D3D7-44E9-4E3D-93BB-23638F7329C3}"/>
              </a:ext>
            </a:extLst>
          </p:cNvPr>
          <p:cNvSpPr>
            <a:spLocks xmlns:a="http://schemas.openxmlformats.org/drawingml/2006/main" noGrp="1"/>
          </p:cNvSpPr>
          <p:nvPr>
            <p:ph type="body" idx="2"/>
          </p:nvPr>
        </p:nvSpPr>
        <p:spPr>
          <a:xfrm xmlns:a="http://schemas.openxmlformats.org/drawingml/2006/main">
            <a:off x="6800850" y="1931458"/>
            <a:ext cx="5280660" cy="43264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129" b="0">
                <a:solidFill>
                  <a:schemeClr val="tx1"/>
                </a:solidFill>
                <a:latin typeface="+mn-lt"/>
                <a:ea typeface="+mn-lt"/>
                <a:cs typeface="+mn-lt"/>
              </a:defRPr>
            </a:defPPr>
            <a:lvl1pPr marL="231775" indent="-231775" algn="l">
              <a:lnSpc>
                <a:spcPct val="110000"/>
              </a:lnSpc>
              <a:spcBef>
                <a:spcPts val="0"/>
              </a:spcBef>
              <a:spcAft>
                <a:spcPts val="1217"/>
              </a:spcAft>
              <a:buChar char="•"/>
              <a:defRPr sz="2129" b="0">
                <a:solidFill>
                  <a:schemeClr val="tx1"/>
                </a:solidFill>
                <a:latin typeface="+mn-lt"/>
                <a:ea typeface="+mn-lt"/>
                <a:cs typeface="+mn-lt"/>
              </a:defRPr>
            </a:lvl1pPr>
            <a:lvl2pPr marL="540808" indent="-231775" algn="l">
              <a:lnSpc>
                <a:spcPct val="110000"/>
              </a:lnSpc>
              <a:spcBef>
                <a:spcPts val="0"/>
              </a:spcBef>
              <a:spcAft>
                <a:spcPts val="1217"/>
              </a:spcAft>
              <a:buChar char="•"/>
              <a:defRPr sz="2129" b="0">
                <a:solidFill>
                  <a:schemeClr val="tx1"/>
                </a:solidFill>
                <a:latin typeface="+mn-lt"/>
                <a:ea typeface="+mn-lt"/>
                <a:cs typeface="+mn-lt"/>
              </a:defRPr>
            </a:lvl2pPr>
            <a:lvl3pPr marL="849842" indent="-231775" algn="l">
              <a:lnSpc>
                <a:spcPct val="110000"/>
              </a:lnSpc>
              <a:spcBef>
                <a:spcPts val="0"/>
              </a:spcBef>
              <a:spcAft>
                <a:spcPts val="1217"/>
              </a:spcAft>
              <a:buChar char="•"/>
              <a:defRPr sz="2129" b="0">
                <a:solidFill>
                  <a:schemeClr val="tx1"/>
                </a:solidFill>
                <a:latin typeface="+mn-lt"/>
                <a:ea typeface="+mn-lt"/>
                <a:cs typeface="+mn-lt"/>
              </a:defRPr>
            </a:lvl3pPr>
            <a:lvl4pPr marL="1158875" indent="-231775" algn="l">
              <a:lnSpc>
                <a:spcPct val="110000"/>
              </a:lnSpc>
              <a:spcBef>
                <a:spcPts val="0"/>
              </a:spcBef>
              <a:spcAft>
                <a:spcPts val="1217"/>
              </a:spcAft>
              <a:buChar char="•"/>
              <a:defRPr sz="2129" b="0">
                <a:solidFill>
                  <a:schemeClr val="tx1"/>
                </a:solidFill>
                <a:latin typeface="+mn-lt"/>
                <a:ea typeface="+mn-lt"/>
                <a:cs typeface="+mn-lt"/>
              </a:defRPr>
            </a:lvl4pPr>
            <a:lvl5pPr marL="1467908" indent="-231775" algn="l">
              <a:lnSpc>
                <a:spcPct val="110000"/>
              </a:lnSpc>
              <a:spcBef>
                <a:spcPts val="0"/>
              </a:spcBef>
              <a:spcAft>
                <a:spcPts val="1217"/>
              </a:spcAft>
              <a:buChar char="•"/>
              <a:defRPr sz="2129" b="0">
                <a:solidFill>
                  <a:schemeClr val="tx1"/>
                </a:solidFill>
                <a:latin typeface="+mn-lt"/>
                <a:ea typeface="+mn-lt"/>
                <a:cs typeface="+mn-lt"/>
              </a:defRPr>
            </a:lvl5pPr>
            <a:lvl6pPr marL="1776942" indent="-231775" algn="l">
              <a:lnSpc>
                <a:spcPct val="110000"/>
              </a:lnSpc>
              <a:spcBef>
                <a:spcPts val="0"/>
              </a:spcBef>
              <a:spcAft>
                <a:spcPts val="1217"/>
              </a:spcAft>
              <a:buChar char="•"/>
              <a:defRPr sz="2129" b="0">
                <a:solidFill>
                  <a:schemeClr val="tx1"/>
                </a:solidFill>
                <a:latin typeface="+mn-lt"/>
                <a:ea typeface="+mn-lt"/>
                <a:cs typeface="+mn-lt"/>
              </a:defRPr>
            </a:lvl6pPr>
            <a:lvl7pPr marL="2085975" indent="-231775" algn="l">
              <a:lnSpc>
                <a:spcPct val="110000"/>
              </a:lnSpc>
              <a:spcBef>
                <a:spcPts val="0"/>
              </a:spcBef>
              <a:spcAft>
                <a:spcPts val="1217"/>
              </a:spcAft>
              <a:buChar char="•"/>
              <a:defRPr sz="2129" b="0">
                <a:solidFill>
                  <a:schemeClr val="tx1"/>
                </a:solidFill>
                <a:latin typeface="+mn-lt"/>
                <a:ea typeface="+mn-lt"/>
                <a:cs typeface="+mn-lt"/>
              </a:defRPr>
            </a:lvl7pPr>
            <a:lvl8pPr marL="2395008" indent="-231775" algn="l">
              <a:lnSpc>
                <a:spcPct val="110000"/>
              </a:lnSpc>
              <a:spcBef>
                <a:spcPts val="0"/>
              </a:spcBef>
              <a:spcAft>
                <a:spcPts val="1217"/>
              </a:spcAft>
              <a:buChar char="•"/>
              <a:defRPr sz="2129" b="0">
                <a:solidFill>
                  <a:schemeClr val="tx1"/>
                </a:solidFill>
                <a:latin typeface="+mn-lt"/>
                <a:ea typeface="+mn-lt"/>
                <a:cs typeface="+mn-lt"/>
              </a:defRPr>
            </a:lvl8pPr>
            <a:lvl9pPr marL="2704042" indent="-231775" algn="l">
              <a:lnSpc>
                <a:spcPct val="110000"/>
              </a:lnSpc>
              <a:spcBef>
                <a:spcPts val="0"/>
              </a:spcBef>
              <a:spcAft>
                <a:spcPts val="1217"/>
              </a:spcAft>
              <a:buChar char="•"/>
              <a:defRPr sz="2129" b="0">
                <a:solidFill>
                  <a:schemeClr val="tx1"/>
                </a:solidFill>
                <a:latin typeface="+mn-lt"/>
                <a:ea typeface="+mn-lt"/>
                <a:cs typeface="+mn-lt"/>
              </a:defRPr>
            </a:lvl9pPr>
          </a:lstStyle>
          <a:p xmlns:a="http://schemas.openxmlformats.org/drawingml/2006/main"/>
        </p:txBody>
      </p:sp>
    </p:spTree>
  </p:cSld>
</p:sldLayout>
</file>

<file path=ppt/main_figures/Fig14/ppt/slideLayouts/slideLayout5.xml><?xml version="1.0" encoding="utf-8"?>
<p:sldLayout xmlns:p="http://schemas.openxmlformats.org/presentationml/2006/main">
  <p:cSld name="Title and One Column">
    <p:spTree>
      <p:nvGrpSpPr>
        <p:cNvPr id="1" name=""/>
        <p:cNvGrpSpPr/>
        <p:nvPr/>
      </p:nvGrpSpPr>
      <p:grpSpPr>
        <a:xfrm xmlns:a="http://schemas.openxmlformats.org/drawingml/2006/main"/>
      </p:grpSpPr>
      <p:sp>
        <p:nvSpPr>
          <p:cNvPr id="3" name="Title">
            <a:extLst xmlns:a="http://schemas.openxmlformats.org/drawingml/2006/main">
              <a:ext uri="{FF2B5EF4-FFF2-40B4-BE49-F238E27FC236}">
                <a16:creationId xmlns:a16="http://schemas.microsoft.com/office/drawing/2014/main" id="{F2DC0C09-8625-4972-B9FF-E82E73F0CF36}"/>
              </a:ext>
            </a:extLst>
          </p:cNvPr>
          <p:cNvSpPr>
            <a:spLocks xmlns:a="http://schemas.openxmlformats.org/drawingml/2006/main" noGrp="1"/>
          </p:cNvSpPr>
          <p:nvPr>
            <p:ph type="title" idx="0"/>
          </p:nvPr>
        </p:nvSpPr>
        <p:spPr>
          <a:xfrm xmlns:a="http://schemas.openxmlformats.org/drawingml/2006/main">
            <a:off x="720090" y="540808"/>
            <a:ext cx="11361420" cy="849842"/>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3346" b="1">
                <a:solidFill>
                  <a:schemeClr val="tx1"/>
                </a:solidFill>
                <a:latin typeface="+mj-lt"/>
                <a:ea typeface="+mj-lt"/>
                <a:cs typeface="+mj-lt"/>
              </a:defRPr>
            </a:defPPr>
            <a:lvl1pPr marL="0" indent="0" algn="l">
              <a:lnSpc>
                <a:spcPct val="110000"/>
              </a:lnSpc>
              <a:spcBef>
                <a:spcPts val="0"/>
              </a:spcBef>
              <a:spcAft>
                <a:spcPts val="0"/>
              </a:spcAft>
              <a:buNone/>
              <a:defRPr sz="3346" b="1">
                <a:solidFill>
                  <a:schemeClr val="tx1"/>
                </a:solidFill>
                <a:latin typeface="+mj-lt"/>
                <a:ea typeface="+mj-lt"/>
                <a:cs typeface="+mj-lt"/>
              </a:defRPr>
            </a:lvl1pPr>
            <a:lvl2pPr marL="0" indent="0" algn="l">
              <a:lnSpc>
                <a:spcPct val="110000"/>
              </a:lnSpc>
              <a:spcBef>
                <a:spcPts val="0"/>
              </a:spcBef>
              <a:spcAft>
                <a:spcPts val="0"/>
              </a:spcAft>
              <a:buNone/>
              <a:defRPr sz="3346" b="1">
                <a:solidFill>
                  <a:schemeClr val="tx1"/>
                </a:solidFill>
                <a:latin typeface="+mj-lt"/>
                <a:ea typeface="+mj-lt"/>
                <a:cs typeface="+mj-lt"/>
              </a:defRPr>
            </a:lvl2pPr>
            <a:lvl3pPr marL="0" indent="0" algn="l">
              <a:lnSpc>
                <a:spcPct val="110000"/>
              </a:lnSpc>
              <a:spcBef>
                <a:spcPts val="0"/>
              </a:spcBef>
              <a:spcAft>
                <a:spcPts val="0"/>
              </a:spcAft>
              <a:buNone/>
              <a:defRPr sz="3346" b="1">
                <a:solidFill>
                  <a:schemeClr val="tx1"/>
                </a:solidFill>
                <a:latin typeface="+mj-lt"/>
                <a:ea typeface="+mj-lt"/>
                <a:cs typeface="+mj-lt"/>
              </a:defRPr>
            </a:lvl3pPr>
            <a:lvl4pPr marL="0" indent="0" algn="l">
              <a:lnSpc>
                <a:spcPct val="110000"/>
              </a:lnSpc>
              <a:spcBef>
                <a:spcPts val="0"/>
              </a:spcBef>
              <a:spcAft>
                <a:spcPts val="0"/>
              </a:spcAft>
              <a:buNone/>
              <a:defRPr sz="3346" b="1">
                <a:solidFill>
                  <a:schemeClr val="tx1"/>
                </a:solidFill>
                <a:latin typeface="+mj-lt"/>
                <a:ea typeface="+mj-lt"/>
                <a:cs typeface="+mj-lt"/>
              </a:defRPr>
            </a:lvl4pPr>
            <a:lvl5pPr marL="0" indent="0" algn="l">
              <a:lnSpc>
                <a:spcPct val="110000"/>
              </a:lnSpc>
              <a:spcBef>
                <a:spcPts val="0"/>
              </a:spcBef>
              <a:spcAft>
                <a:spcPts val="0"/>
              </a:spcAft>
              <a:buNone/>
              <a:defRPr sz="3346" b="1">
                <a:solidFill>
                  <a:schemeClr val="tx1"/>
                </a:solidFill>
                <a:latin typeface="+mj-lt"/>
                <a:ea typeface="+mj-lt"/>
                <a:cs typeface="+mj-lt"/>
              </a:defRPr>
            </a:lvl5pPr>
            <a:lvl6pPr marL="0" indent="0" algn="l">
              <a:lnSpc>
                <a:spcPct val="110000"/>
              </a:lnSpc>
              <a:spcBef>
                <a:spcPts val="0"/>
              </a:spcBef>
              <a:spcAft>
                <a:spcPts val="0"/>
              </a:spcAft>
              <a:buNone/>
              <a:defRPr sz="3346" b="1">
                <a:solidFill>
                  <a:schemeClr val="tx1"/>
                </a:solidFill>
                <a:latin typeface="+mj-lt"/>
                <a:ea typeface="+mj-lt"/>
                <a:cs typeface="+mj-lt"/>
              </a:defRPr>
            </a:lvl6pPr>
            <a:lvl7pPr marL="0" indent="0" algn="l">
              <a:lnSpc>
                <a:spcPct val="110000"/>
              </a:lnSpc>
              <a:spcBef>
                <a:spcPts val="0"/>
              </a:spcBef>
              <a:spcAft>
                <a:spcPts val="0"/>
              </a:spcAft>
              <a:buNone/>
              <a:defRPr sz="3346" b="1">
                <a:solidFill>
                  <a:schemeClr val="tx1"/>
                </a:solidFill>
                <a:latin typeface="+mj-lt"/>
                <a:ea typeface="+mj-lt"/>
                <a:cs typeface="+mj-lt"/>
              </a:defRPr>
            </a:lvl7pPr>
            <a:lvl8pPr marL="0" indent="0" algn="l">
              <a:lnSpc>
                <a:spcPct val="110000"/>
              </a:lnSpc>
              <a:spcBef>
                <a:spcPts val="0"/>
              </a:spcBef>
              <a:spcAft>
                <a:spcPts val="0"/>
              </a:spcAft>
              <a:buNone/>
              <a:defRPr sz="3346" b="1">
                <a:solidFill>
                  <a:schemeClr val="tx1"/>
                </a:solidFill>
                <a:latin typeface="+mj-lt"/>
                <a:ea typeface="+mj-lt"/>
                <a:cs typeface="+mj-lt"/>
              </a:defRPr>
            </a:lvl8pPr>
            <a:lvl9pPr marL="0" indent="0" algn="l">
              <a:lnSpc>
                <a:spcPct val="110000"/>
              </a:lnSpc>
              <a:spcBef>
                <a:spcPts val="0"/>
              </a:spcBef>
              <a:spcAft>
                <a:spcPts val="0"/>
              </a:spcAft>
              <a:buNone/>
              <a:defRPr sz="3346" b="1">
                <a:solidFill>
                  <a:schemeClr val="tx1"/>
                </a:solidFill>
                <a:latin typeface="+mj-lt"/>
                <a:ea typeface="+mj-lt"/>
                <a:cs typeface="+mj-lt"/>
              </a:defRPr>
            </a:lvl9pPr>
          </a:lstStyle>
          <a:p xmlns:a="http://schemas.openxmlformats.org/drawingml/2006/main"/>
        </p:txBody>
      </p:sp>
      <p:sp>
        <p:nvSpPr>
          <p:cNvPr id="2" name="Left column">
            <a:extLst xmlns:a="http://schemas.openxmlformats.org/drawingml/2006/main">
              <a:ext uri="{FF2B5EF4-FFF2-40B4-BE49-F238E27FC236}">
                <a16:creationId xmlns:a16="http://schemas.microsoft.com/office/drawing/2014/main" id="{310FD946-178C-4ECE-95A5-5CE878910E85}"/>
              </a:ext>
            </a:extLst>
          </p:cNvPr>
          <p:cNvSpPr>
            <a:spLocks xmlns:a="http://schemas.openxmlformats.org/drawingml/2006/main" noGrp="1"/>
          </p:cNvSpPr>
          <p:nvPr>
            <p:ph type="body" idx="1"/>
          </p:nvPr>
        </p:nvSpPr>
        <p:spPr>
          <a:xfrm xmlns:a="http://schemas.openxmlformats.org/drawingml/2006/main">
            <a:off x="720090" y="1931458"/>
            <a:ext cx="5280660" cy="43264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281" b="0">
                <a:solidFill>
                  <a:schemeClr val="tx1"/>
                </a:solidFill>
                <a:latin typeface="+mn-lt"/>
                <a:ea typeface="+mn-lt"/>
                <a:cs typeface="+mn-lt"/>
              </a:defRPr>
            </a:defPPr>
            <a:lvl1pPr marL="231775" indent="-231775" algn="l">
              <a:lnSpc>
                <a:spcPct val="110000"/>
              </a:lnSpc>
              <a:spcBef>
                <a:spcPts val="0"/>
              </a:spcBef>
              <a:spcAft>
                <a:spcPts val="1217"/>
              </a:spcAft>
              <a:buChar char="•"/>
              <a:defRPr sz="2281" b="0">
                <a:solidFill>
                  <a:schemeClr val="tx1"/>
                </a:solidFill>
                <a:latin typeface="+mn-lt"/>
                <a:ea typeface="+mn-lt"/>
                <a:cs typeface="+mn-lt"/>
              </a:defRPr>
            </a:lvl1pPr>
            <a:lvl2pPr marL="540808" indent="-231775" algn="l">
              <a:lnSpc>
                <a:spcPct val="110000"/>
              </a:lnSpc>
              <a:spcBef>
                <a:spcPts val="0"/>
              </a:spcBef>
              <a:spcAft>
                <a:spcPts val="1217"/>
              </a:spcAft>
              <a:buChar char="•"/>
              <a:defRPr sz="2281" b="0">
                <a:solidFill>
                  <a:schemeClr val="tx1"/>
                </a:solidFill>
                <a:latin typeface="+mn-lt"/>
                <a:ea typeface="+mn-lt"/>
                <a:cs typeface="+mn-lt"/>
              </a:defRPr>
            </a:lvl2pPr>
            <a:lvl3pPr marL="849842" indent="-231775" algn="l">
              <a:lnSpc>
                <a:spcPct val="110000"/>
              </a:lnSpc>
              <a:spcBef>
                <a:spcPts val="0"/>
              </a:spcBef>
              <a:spcAft>
                <a:spcPts val="1217"/>
              </a:spcAft>
              <a:buChar char="•"/>
              <a:defRPr sz="2281" b="0">
                <a:solidFill>
                  <a:schemeClr val="tx1"/>
                </a:solidFill>
                <a:latin typeface="+mn-lt"/>
                <a:ea typeface="+mn-lt"/>
                <a:cs typeface="+mn-lt"/>
              </a:defRPr>
            </a:lvl3pPr>
            <a:lvl4pPr marL="1158875" indent="-231775" algn="l">
              <a:lnSpc>
                <a:spcPct val="110000"/>
              </a:lnSpc>
              <a:spcBef>
                <a:spcPts val="0"/>
              </a:spcBef>
              <a:spcAft>
                <a:spcPts val="1217"/>
              </a:spcAft>
              <a:buChar char="•"/>
              <a:defRPr sz="2281" b="0">
                <a:solidFill>
                  <a:schemeClr val="tx1"/>
                </a:solidFill>
                <a:latin typeface="+mn-lt"/>
                <a:ea typeface="+mn-lt"/>
                <a:cs typeface="+mn-lt"/>
              </a:defRPr>
            </a:lvl4pPr>
            <a:lvl5pPr marL="1467908" indent="-231775" algn="l">
              <a:lnSpc>
                <a:spcPct val="110000"/>
              </a:lnSpc>
              <a:spcBef>
                <a:spcPts val="0"/>
              </a:spcBef>
              <a:spcAft>
                <a:spcPts val="1217"/>
              </a:spcAft>
              <a:buChar char="•"/>
              <a:defRPr sz="2281" b="0">
                <a:solidFill>
                  <a:schemeClr val="tx1"/>
                </a:solidFill>
                <a:latin typeface="+mn-lt"/>
                <a:ea typeface="+mn-lt"/>
                <a:cs typeface="+mn-lt"/>
              </a:defRPr>
            </a:lvl5pPr>
            <a:lvl6pPr marL="1776942" indent="-231775" algn="l">
              <a:lnSpc>
                <a:spcPct val="110000"/>
              </a:lnSpc>
              <a:spcBef>
                <a:spcPts val="0"/>
              </a:spcBef>
              <a:spcAft>
                <a:spcPts val="1217"/>
              </a:spcAft>
              <a:buChar char="•"/>
              <a:defRPr sz="2281" b="0">
                <a:solidFill>
                  <a:schemeClr val="tx1"/>
                </a:solidFill>
                <a:latin typeface="+mn-lt"/>
                <a:ea typeface="+mn-lt"/>
                <a:cs typeface="+mn-lt"/>
              </a:defRPr>
            </a:lvl6pPr>
            <a:lvl7pPr marL="2085975" indent="-231775" algn="l">
              <a:lnSpc>
                <a:spcPct val="110000"/>
              </a:lnSpc>
              <a:spcBef>
                <a:spcPts val="0"/>
              </a:spcBef>
              <a:spcAft>
                <a:spcPts val="1217"/>
              </a:spcAft>
              <a:buChar char="•"/>
              <a:defRPr sz="2281" b="0">
                <a:solidFill>
                  <a:schemeClr val="tx1"/>
                </a:solidFill>
                <a:latin typeface="+mn-lt"/>
                <a:ea typeface="+mn-lt"/>
                <a:cs typeface="+mn-lt"/>
              </a:defRPr>
            </a:lvl7pPr>
            <a:lvl8pPr marL="2395008" indent="-231775" algn="l">
              <a:lnSpc>
                <a:spcPct val="110000"/>
              </a:lnSpc>
              <a:spcBef>
                <a:spcPts val="0"/>
              </a:spcBef>
              <a:spcAft>
                <a:spcPts val="1217"/>
              </a:spcAft>
              <a:buChar char="•"/>
              <a:defRPr sz="2281" b="0">
                <a:solidFill>
                  <a:schemeClr val="tx1"/>
                </a:solidFill>
                <a:latin typeface="+mn-lt"/>
                <a:ea typeface="+mn-lt"/>
                <a:cs typeface="+mn-lt"/>
              </a:defRPr>
            </a:lvl8pPr>
            <a:lvl9pPr marL="2704042" indent="-231775" algn="l">
              <a:lnSpc>
                <a:spcPct val="110000"/>
              </a:lnSpc>
              <a:spcBef>
                <a:spcPts val="0"/>
              </a:spcBef>
              <a:spcAft>
                <a:spcPts val="1217"/>
              </a:spcAft>
              <a:buChar char="•"/>
              <a:defRPr sz="2281" b="0">
                <a:solidFill>
                  <a:schemeClr val="tx1"/>
                </a:solidFill>
                <a:latin typeface="+mn-lt"/>
                <a:ea typeface="+mn-lt"/>
                <a:cs typeface="+mn-lt"/>
              </a:defRPr>
            </a:lvl9pPr>
          </a:lstStyle>
          <a:p xmlns:a="http://schemas.openxmlformats.org/drawingml/2006/main"/>
        </p:txBody>
      </p:sp>
    </p:spTree>
  </p:cSld>
</p:sldLayout>
</file>

<file path=ppt/main_figures/Fig14/ppt/slideLayouts/slideLayout6.xml><?xml version="1.0" encoding="utf-8"?>
<p:sldLayout xmlns:p="http://schemas.openxmlformats.org/presentationml/2006/main" type="blank">
  <p:cSld name="Blank">
    <p:spTree>
      <p:nvGrpSpPr>
        <p:cNvPr id="1" name=""/>
        <p:cNvGrpSpPr/>
        <p:nvPr/>
      </p:nvGrpSpPr>
      <p:grpSpPr>
        <a:xfrm xmlns:a="http://schemas.openxmlformats.org/drawingml/2006/main"/>
      </p:grpSpPr>
    </p:spTree>
  </p:cSld>
</p:sldLayout>
</file>

<file path=ppt/main_figures/Fig14/ppt/slideMasters/_rels/slideMaster1.xml.rels><?xml version='1.0' encoding='utf-8'?>
<Relationships xmlns="http://schemas.openxmlformats.org/package/2006/relationships"><Relationship Type="http://schemas.openxmlformats.org/officeDocument/2006/relationships/theme" Target="/ppt/main_figures/Fig14/ppt/slideMasters/theme/theme2.xml" Id="Ra841f283d9db480f" /><Relationship Type="http://schemas.openxmlformats.org/officeDocument/2006/relationships/slideLayout" Target="/ppt/main_figures/Fig14/ppt/slideLayouts/slideLayout1.xml" Id="Raa573f53e7c44239" /><Relationship Type="http://schemas.openxmlformats.org/officeDocument/2006/relationships/slideLayout" Target="/ppt/main_figures/Fig14/ppt/slideLayouts/slideLayout2.xml" Id="R70fd4c83507f4c12" /><Relationship Type="http://schemas.openxmlformats.org/officeDocument/2006/relationships/slideLayout" Target="/ppt/main_figures/Fig14/ppt/slideLayouts/slideLayout3.xml" Id="Rc3f5207a0ad5434b" /><Relationship Type="http://schemas.openxmlformats.org/officeDocument/2006/relationships/slideLayout" Target="/ppt/main_figures/Fig14/ppt/slideLayouts/slideLayout4.xml" Id="R3b667961d5344193" /><Relationship Type="http://schemas.openxmlformats.org/officeDocument/2006/relationships/slideLayout" Target="/ppt/main_figures/Fig14/ppt/slideLayouts/slideLayout5.xml" Id="R86bb963c5f674026" /><Relationship Type="http://schemas.openxmlformats.org/officeDocument/2006/relationships/slideLayout" Target="/ppt/main_figures/Fig14/ppt/slideLayouts/slideLayout6.xml" Id="R016b3ac9c8704507" /></Relationships>
</file>

<file path=ppt/main_figures/Fig14/ppt/slideMasters/slideMaster1.xml><?xml version="1.0" encoding="utf-8"?>
<p:sldMaster xmlns:p="http://schemas.openxmlformats.org/presentationml/2006/main">
  <p:cSld name="Master">
    <p:bg>
      <p:bgRef idx="1001">
        <a:schemeClr xmlns:a="http://schemas.openxmlformats.org/drawingml/2006/main" val="bg1"/>
      </p:bgRef>
    </p:bg>
    <p:spTree>
      <p:nvGrpSpPr>
        <p:cNvPr id="1" name=""/>
        <p:cNvGrpSpPr/>
        <p:nvPr/>
      </p:nvGrpSpPr>
      <p:grpSpPr>
        <a:xfrm xmlns:a="http://schemas.openxmlformats.org/drawingml/2006/main"/>
      </p:grpSpPr>
    </p:spTree>
  </p:cSld>
  <p:clrMap bg1="lt1" tx1="dk1" bg2="lt2" tx2="dk2" accent1="accent1" accent2="accent2" accent3="accent3" accent4="accent4" accent5="accent5" accent6="accent6" hlink="hlink" folHlink="folHlink"/>
  <p:sldLayoutIdLst>
    <p:sldLayoutId xmlns:r="http://schemas.openxmlformats.org/officeDocument/2006/relationships" id="2147483649" r:id="Raa573f53e7c44239"/>
    <p:sldLayoutId xmlns:r="http://schemas.openxmlformats.org/officeDocument/2006/relationships" id="2147483650" r:id="R70fd4c83507f4c12"/>
    <p:sldLayoutId xmlns:r="http://schemas.openxmlformats.org/officeDocument/2006/relationships" id="2147483651" r:id="Rc3f5207a0ad5434b"/>
    <p:sldLayoutId xmlns:r="http://schemas.openxmlformats.org/officeDocument/2006/relationships" id="2147483652" r:id="R3b667961d5344193"/>
    <p:sldLayoutId xmlns:r="http://schemas.openxmlformats.org/officeDocument/2006/relationships" id="2147483653" r:id="R86bb963c5f674026"/>
    <p:sldLayoutId xmlns:r="http://schemas.openxmlformats.org/officeDocument/2006/relationships" id="2147483654" r:id="R016b3ac9c8704507"/>
  </p:sldLayoutIdLst>
  <p:txStyles>
    <p:titleStyle>
      <a:lvl1pPr xmlns:a="http://schemas.openxmlformats.org/drawingml/2006/main" algn="l">
        <a:lnSpc>
          <a:spcPct val="90000"/>
        </a:lnSpc>
        <a:spcBef>
          <a:spcPts val="0"/>
        </a:spcBef>
        <a:buNone/>
        <a:defRPr sz="4400">
          <a:solidFill>
            <a:schemeClr val="tx1"/>
          </a:solidFill>
          <a:latin typeface="+mj-lt"/>
          <a:ea typeface="+mj-lt"/>
          <a:cs typeface="+mj-lt"/>
        </a:defRPr>
      </a:lvl1pPr>
    </p:titleStyle>
    <p:bodyStyle>
      <a:lvl1pPr xmlns:a="http://schemas.openxmlformats.org/drawingml/2006/main" marL="228600" indent="-228600" algn="l">
        <a:lnSpc>
          <a:spcPct val="90000"/>
        </a:lnSpc>
        <a:spcBef>
          <a:spcPts val="1000"/>
        </a:spcBef>
        <a:buChar char="•"/>
        <a:defRPr sz="2800">
          <a:solidFill>
            <a:schemeClr val="tx1"/>
          </a:solidFill>
          <a:latin typeface="+mn-lt"/>
          <a:ea typeface="+mn-lt"/>
          <a:cs typeface="+mn-lt"/>
        </a:defRPr>
      </a:lvl1pPr>
      <a:lvl2pPr xmlns:a="http://schemas.openxmlformats.org/drawingml/2006/main" marL="685800" indent="-228600" algn="l">
        <a:lnSpc>
          <a:spcPct val="90000"/>
        </a:lnSpc>
        <a:spcBef>
          <a:spcPts val="500"/>
        </a:spcBef>
        <a:buChar char="•"/>
        <a:defRPr sz="2400">
          <a:solidFill>
            <a:schemeClr val="tx1"/>
          </a:solidFill>
          <a:latin typeface="+mn-lt"/>
          <a:ea typeface="+mn-lt"/>
          <a:cs typeface="+mn-lt"/>
        </a:defRPr>
      </a:lvl2pPr>
      <a:lvl3pPr xmlns:a="http://schemas.openxmlformats.org/drawingml/2006/main" marL="1143000" indent="-228600" algn="l">
        <a:lnSpc>
          <a:spcPct val="90000"/>
        </a:lnSpc>
        <a:spcBef>
          <a:spcPts val="500"/>
        </a:spcBef>
        <a:buChar char="•"/>
        <a:defRPr sz="2000">
          <a:solidFill>
            <a:schemeClr val="tx1"/>
          </a:solidFill>
          <a:latin typeface="+mn-lt"/>
          <a:ea typeface="+mn-lt"/>
          <a:cs typeface="+mn-lt"/>
        </a:defRPr>
      </a:lvl3pPr>
      <a:lvl4pPr xmlns:a="http://schemas.openxmlformats.org/drawingml/2006/main" marL="1600200" indent="-228600" algn="l">
        <a:lnSpc>
          <a:spcPct val="90000"/>
        </a:lnSpc>
        <a:spcBef>
          <a:spcPts val="500"/>
        </a:spcBef>
        <a:buChar char="•"/>
        <a:defRPr sz="1800">
          <a:solidFill>
            <a:schemeClr val="tx1"/>
          </a:solidFill>
          <a:latin typeface="+mn-lt"/>
          <a:ea typeface="+mn-lt"/>
          <a:cs typeface="+mn-lt"/>
        </a:defRPr>
      </a:lvl4pPr>
      <a:lvl5pPr xmlns:a="http://schemas.openxmlformats.org/drawingml/2006/main" marL="2057400" indent="-228600" algn="l">
        <a:lnSpc>
          <a:spcPct val="90000"/>
        </a:lnSpc>
        <a:spcBef>
          <a:spcPts val="500"/>
        </a:spcBef>
        <a:buChar char="•"/>
        <a:defRPr sz="1800">
          <a:solidFill>
            <a:schemeClr val="tx1"/>
          </a:solidFill>
          <a:latin typeface="+mn-lt"/>
          <a:ea typeface="+mn-lt"/>
          <a:cs typeface="+mn-lt"/>
        </a:defRPr>
      </a:lvl5pPr>
      <a:lvl6pPr xmlns:a="http://schemas.openxmlformats.org/drawingml/2006/main" marL="2514600" indent="-228600" algn="l">
        <a:lnSpc>
          <a:spcPct val="90000"/>
        </a:lnSpc>
        <a:spcBef>
          <a:spcPts val="500"/>
        </a:spcBef>
        <a:buChar char="•"/>
        <a:defRPr sz="1800">
          <a:solidFill>
            <a:schemeClr val="tx1"/>
          </a:solidFill>
          <a:latin typeface="+mn-lt"/>
          <a:ea typeface="+mn-lt"/>
          <a:cs typeface="+mn-lt"/>
        </a:defRPr>
      </a:lvl6pPr>
      <a:lvl7pPr xmlns:a="http://schemas.openxmlformats.org/drawingml/2006/main" marL="2971800" indent="-228600" algn="l">
        <a:lnSpc>
          <a:spcPct val="90000"/>
        </a:lnSpc>
        <a:spcBef>
          <a:spcPts val="500"/>
        </a:spcBef>
        <a:buChar char="•"/>
        <a:defRPr sz="1800">
          <a:solidFill>
            <a:schemeClr val="tx1"/>
          </a:solidFill>
          <a:latin typeface="+mn-lt"/>
          <a:ea typeface="+mn-lt"/>
          <a:cs typeface="+mn-lt"/>
        </a:defRPr>
      </a:lvl7pPr>
      <a:lvl8pPr xmlns:a="http://schemas.openxmlformats.org/drawingml/2006/main" marL="3429000" indent="-228600" algn="l">
        <a:lnSpc>
          <a:spcPct val="90000"/>
        </a:lnSpc>
        <a:spcBef>
          <a:spcPts val="500"/>
        </a:spcBef>
        <a:buChar char="•"/>
        <a:defRPr sz="1800">
          <a:solidFill>
            <a:schemeClr val="tx1"/>
          </a:solidFill>
          <a:latin typeface="+mn-lt"/>
          <a:ea typeface="+mn-lt"/>
          <a:cs typeface="+mn-lt"/>
        </a:defRPr>
      </a:lvl8pPr>
      <a:lvl9pPr xmlns:a="http://schemas.openxmlformats.org/drawingml/2006/main" marL="3886200" indent="-228600" algn="l">
        <a:lnSpc>
          <a:spcPct val="90000"/>
        </a:lnSpc>
        <a:spcBef>
          <a:spcPts val="500"/>
        </a:spcBef>
        <a:buChar char="•"/>
        <a:defRPr sz="1800">
          <a:solidFill>
            <a:schemeClr val="tx1"/>
          </a:solidFill>
          <a:latin typeface="+mn-lt"/>
          <a:ea typeface="+mn-lt"/>
          <a:cs typeface="+mn-lt"/>
        </a:defRPr>
      </a:lvl9pPr>
    </p:bodyStyle>
    <p:otherStyle>
      <a:lvl1pPr xmlns:a="http://schemas.openxmlformats.org/drawingml/2006/main" marL="0" algn="l">
        <a:buNone/>
        <a:defRPr sz="1800">
          <a:solidFill>
            <a:schemeClr val="tx1"/>
          </a:solidFill>
          <a:latin typeface="+mn-lt"/>
          <a:ea typeface="+mn-lt"/>
          <a:cs typeface="+mn-lt"/>
        </a:defRPr>
      </a:lvl1pPr>
      <a:lvl2pPr xmlns:a="http://schemas.openxmlformats.org/drawingml/2006/main" marL="457200" algn="l">
        <a:buNone/>
        <a:defRPr sz="1800">
          <a:solidFill>
            <a:schemeClr val="tx1"/>
          </a:solidFill>
          <a:latin typeface="+mn-lt"/>
          <a:ea typeface="+mn-lt"/>
          <a:cs typeface="+mn-lt"/>
        </a:defRPr>
      </a:lvl2pPr>
      <a:lvl3pPr xmlns:a="http://schemas.openxmlformats.org/drawingml/2006/main" marL="914400" algn="l">
        <a:buNone/>
        <a:defRPr sz="1800">
          <a:solidFill>
            <a:schemeClr val="tx1"/>
          </a:solidFill>
          <a:latin typeface="+mn-lt"/>
          <a:ea typeface="+mn-lt"/>
          <a:cs typeface="+mn-lt"/>
        </a:defRPr>
      </a:lvl3pPr>
      <a:lvl4pPr xmlns:a="http://schemas.openxmlformats.org/drawingml/2006/main" marL="1371600" algn="l">
        <a:buNone/>
        <a:defRPr sz="1800">
          <a:solidFill>
            <a:schemeClr val="tx1"/>
          </a:solidFill>
          <a:latin typeface="+mn-lt"/>
          <a:ea typeface="+mn-lt"/>
          <a:cs typeface="+mn-lt"/>
        </a:defRPr>
      </a:lvl4pPr>
      <a:lvl5pPr xmlns:a="http://schemas.openxmlformats.org/drawingml/2006/main" marL="1828800" algn="l">
        <a:buNone/>
        <a:defRPr sz="1800">
          <a:solidFill>
            <a:schemeClr val="tx1"/>
          </a:solidFill>
          <a:latin typeface="+mn-lt"/>
          <a:ea typeface="+mn-lt"/>
          <a:cs typeface="+mn-lt"/>
        </a:defRPr>
      </a:lvl5pPr>
      <a:lvl6pPr xmlns:a="http://schemas.openxmlformats.org/drawingml/2006/main" marL="2286000" algn="l">
        <a:buNone/>
        <a:defRPr sz="1800">
          <a:solidFill>
            <a:schemeClr val="tx1"/>
          </a:solidFill>
          <a:latin typeface="+mn-lt"/>
          <a:ea typeface="+mn-lt"/>
          <a:cs typeface="+mn-lt"/>
        </a:defRPr>
      </a:lvl6pPr>
      <a:lvl7pPr xmlns:a="http://schemas.openxmlformats.org/drawingml/2006/main" marL="2743200" algn="l">
        <a:buNone/>
        <a:defRPr sz="1800">
          <a:solidFill>
            <a:schemeClr val="tx1"/>
          </a:solidFill>
          <a:latin typeface="+mn-lt"/>
          <a:ea typeface="+mn-lt"/>
          <a:cs typeface="+mn-lt"/>
        </a:defRPr>
      </a:lvl7pPr>
      <a:lvl8pPr xmlns:a="http://schemas.openxmlformats.org/drawingml/2006/main" marL="3200400" algn="l">
        <a:buNone/>
        <a:defRPr sz="1800">
          <a:solidFill>
            <a:schemeClr val="tx1"/>
          </a:solidFill>
          <a:latin typeface="+mn-lt"/>
          <a:ea typeface="+mn-lt"/>
          <a:cs typeface="+mn-lt"/>
        </a:defRPr>
      </a:lvl8pPr>
      <a:lvl9pPr xmlns:a="http://schemas.openxmlformats.org/drawingml/2006/main" marL="3657600" algn="l">
        <a:buNone/>
        <a:defRPr sz="1800">
          <a:solidFill>
            <a:schemeClr val="tx1"/>
          </a:solidFill>
          <a:latin typeface="+mn-lt"/>
          <a:ea typeface="+mn-lt"/>
          <a:cs typeface="+mn-lt"/>
        </a:defRPr>
      </a:lvl9pPr>
    </p:otherStyle>
  </p:txStyles>
</p:sldMaster>
</file>

<file path=ppt/main_figures/Fig14/ppt/slideMasters/theme/theme2.xml><?xml version="1.0" encoding="utf-8"?>
<a:theme xmlns:a="http://schemas.openxmlformats.org/drawingml/2006/main" name="ChatGPT">
  <a:themeElements>
    <a:clrScheme name="ChatGPT">
      <a:dk1>
        <a:srgbClr val="000000"/>
      </a:dk1>
      <a:lt1>
        <a:srgbClr val="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
      <a:majorFont>
        <a:latin typeface="Arial"/>
        <a:ea typeface=""/>
        <a:cs typeface=""/>
      </a:majorFont>
      <a:minorFont>
        <a:latin typeface="Arial"/>
        <a:ea typeface=""/>
        <a:cs typeface=""/>
      </a:minorFont>
    </a:fontScheme>
    <a:fmtScheme name="ChatGPT">
      <a:fillStyleLst>
        <a:solidFill>
          <a:schemeClr val="phClr"/>
        </a:solidFill>
        <a:gradFill>
          <a:gsLst>
            <a:gs pos="0">
              <a:schemeClr val="phClr">
                <a:tint val="67000"/>
                <a:lumMod val="110000"/>
                <a:satMod val="105000"/>
              </a:schemeClr>
            </a:gs>
            <a:gs pos="50000">
              <a:schemeClr val="phClr">
                <a:tint val="73000"/>
                <a:lumMod val="105000"/>
                <a:satMod val="103000"/>
              </a:schemeClr>
            </a:gs>
            <a:gs pos="100000">
              <a:schemeClr val="phClr">
                <a:tint val="81000"/>
                <a:lumMod val="105000"/>
                <a:satMod val="109000"/>
              </a:schemeClr>
            </a:gs>
          </a:gsLst>
          <a:lin ang="5400000" scaled="0"/>
        </a:gradFill>
        <a:gradFill>
          <a:gsLst>
            <a:gs pos="0">
              <a:schemeClr val="phClr">
                <a:tint val="94000"/>
                <a:lumMod val="102000"/>
                <a:satMod val="103000"/>
              </a:schemeClr>
            </a:gs>
            <a:gs pos="50000">
              <a:schemeClr val="phClr">
                <a:shade val="100000"/>
                <a:lumMod val="100000"/>
                <a:satMod val="110000"/>
              </a:schemeClr>
            </a:gs>
            <a:gs pos="100000">
              <a:schemeClr val="phClr">
                <a:shade val="78000"/>
                <a:lumMod val="99000"/>
                <a:satMod val="120000"/>
              </a:schemeClr>
            </a:gs>
          </a:gsLst>
          <a:lin ang="5400000" scaled="0"/>
        </a:gradFill>
      </a:fillStyleLst>
      <a:lnStyleLst>
        <a:ln w="12700">
          <a:solidFill>
            <a:schemeClr val="phClr"/>
          </a:solidFill>
          <a:prstDash val="solid"/>
        </a:ln>
        <a:ln w="19050">
          <a:solidFill>
            <a:schemeClr val="phClr"/>
          </a:solidFill>
          <a:prstDash val="solid"/>
        </a:ln>
        <a:ln w="25400">
          <a:solidFill>
            <a:schemeClr val="phClr"/>
          </a:solidFill>
          <a:prstDash val="solid"/>
        </a:ln>
      </a:lnStyleLst>
      <a:effectStyleLst>
        <a:effectStyle>
          <a:effectLst/>
        </a:effectStyle>
        <a:effectStyle>
          <a:effectLst/>
        </a:effectStyle>
        <a:effectStyle>
          <a:effectLst>
            <a:outerShdw blurRad="57150" dist="19050" dir="5400000">
              <a:srgbClr val="000000">
                <a:alpha val="16000"/>
              </a:srgbClr>
            </a:outerShdw>
          </a:effectLst>
        </a:effectStyle>
        <a:effectStyle>
          <a:effectLst>
            <a:outerShdw blurRad="19050" dist="9525" dir="5400000">
              <a:srgbClr val="000000">
                <a:alpha val="6000"/>
              </a:srgbClr>
            </a:outerShdw>
          </a:effectLst>
        </a:effectStyle>
        <a:effectStyle>
          <a:effectLst>
            <a:outerShdw blurRad="28575" dist="9525" dir="5400000">
              <a:srgbClr val="000000">
                <a:alpha val="8000"/>
              </a:srgbClr>
            </a:outerShdw>
          </a:effectLst>
        </a:effectStyle>
        <a:effectStyle>
          <a:effectLst>
            <a:outerShdw blurRad="57150" dist="19050" dir="5400000">
              <a:srgbClr val="000000">
                <a:alpha val="10000"/>
              </a:srgbClr>
            </a:outerShdw>
          </a:effectLst>
        </a:effectStyle>
        <a:effectStyle>
          <a:effectLst>
            <a:outerShdw blurRad="114300" dist="38100" dir="5400000">
              <a:srgbClr val="000000">
                <a:alpha val="12000"/>
              </a:srgbClr>
            </a:outerShdw>
          </a:effectLst>
        </a:effectStyle>
        <a:effectStyle>
          <a:effectLst>
            <a:outerShdw blurRad="171450" dist="57150" dir="5400000">
              <a:srgbClr val="000000">
                <a:alpha val="16000"/>
              </a:srgbClr>
            </a:outerShdw>
          </a:effectLst>
        </a:effectStyle>
        <a:effectStyle>
          <a:effectLst>
            <a:outerShdw blurRad="266700" dist="95250" dir="5400000">
              <a:srgbClr val="000000">
                <a:alpha val="24000"/>
              </a:srgbClr>
            </a:outerShdw>
          </a:effectLst>
        </a:effectStyle>
      </a:effectStyleLst>
      <a:bgFillStyleLst>
        <a:solidFill>
          <a:schemeClr val="phClr"/>
        </a:solidFill>
        <a:solidFill>
          <a:schemeClr val="phClr">
            <a:tint val="95000"/>
            <a:satMod val="170000"/>
          </a:schemeClr>
        </a:solidFill>
        <a:gradFill>
          <a:gsLst>
            <a:gs pos="0">
              <a:schemeClr val="phClr">
                <a:tint val="93000"/>
                <a:shade val="98000"/>
                <a:lumMod val="102000"/>
                <a:satMod val="150000"/>
              </a:schemeClr>
            </a:gs>
            <a:gs pos="50000">
              <a:schemeClr val="phClr">
                <a:tint val="98000"/>
                <a:shade val="90000"/>
                <a:lumMod val="103000"/>
                <a:satMod val="130000"/>
              </a:schemeClr>
            </a:gs>
            <a:gs pos="100000">
              <a:schemeClr val="phClr">
                <a:shade val="63000"/>
                <a:satMod val="120000"/>
              </a:schemeClr>
            </a:gs>
          </a:gsLst>
          <a:lin ang="5400000" scaled="0"/>
        </a:gradFill>
      </a:bgFillStyleLst>
    </a:fmtScheme>
  </a:themeElements>
</a:theme>
</file>

<file path=ppt/main_figures/Fig14/ppt/slides/_rels/slide1.xml.rels><?xml version='1.0' encoding='utf-8'?>
<Relationships xmlns="http://schemas.openxmlformats.org/package/2006/relationships"><Relationship Type="http://schemas.openxmlformats.org/officeDocument/2006/relationships/slideLayout" Target="/ppt/main_figures/Fig14/ppt/slideLayouts/slideLayout6.xml" Id="R9d9ea59ad84b4199" /><Relationship Type="http://schemas.openxmlformats.org/officeDocument/2006/relationships/chart" Target="/ppt/main_figures/Fig14/ppt/slides/charts/chart1.xml" Id="R7e059928ce994f9f" /><Relationship Type="http://schemas.openxmlformats.org/officeDocument/2006/relationships/chart" Target="/ppt/main_figures/Fig14/ppt/slides/charts/chart2.xml" Id="Rfa5850c507e14a9f" /><Relationship Type="http://schemas.openxmlformats.org/officeDocument/2006/relationships/chart" Target="/ppt/main_figures/Fig14/ppt/slides/charts/chart3.xml" Id="R1a60778a05b04885" /><Relationship Type="http://schemas.openxmlformats.org/officeDocument/2006/relationships/chart" Target="/ppt/main_figures/Fig14/ppt/slides/charts/chart4.xml" Id="R2cdcf40f6fbc40a2" /><Relationship Type="http://schemas.openxmlformats.org/officeDocument/2006/relationships/chart" Target="/ppt/main_figures/Fig14/ppt/slides/charts/chart5.xml" Id="Rd9f894a3aa614369" /><Relationship Type="http://schemas.openxmlformats.org/officeDocument/2006/relationships/chart" Target="/ppt/main_figures/Fig14/ppt/slides/charts/chart6.xml" Id="R18b31092227a46be" /><Relationship Type="http://schemas.openxmlformats.org/officeDocument/2006/relationships/notesSlide" Target="/ppt/main_figures/Fig14/ppt/notesSlides/notesSlide1.xml" Id="R2c2e80cce781492b" /></Relationships>
</file>

<file path=ppt/main_figures/Fig14/ppt/slides/charts/chart1.xml><?xml version="1.0" encoding="utf-8"?>
<c:chartSpace xmlns:c="http://schemas.openxmlformats.org/drawingml/2006/chart">
  <c:lang val="en-US"/>
  <c:chart>
    <c:plotArea>
      <c:lineChart>
        <c:grouping val="standard"/>
        <c:varyColors val="0"/>
        <c:ser>
          <c:idx val="0"/>
          <c:order val="0"/>
          <c:tx>
            <c:v>Mean NROE</c:v>
          </c:tx>
          <c:spPr>
            <a:ln xmlns:a="http://schemas.openxmlformats.org/drawingml/2006/main" w="19050">
              <a:solidFill>
                <a:srgbClr val="0072B2"/>
              </a:solidFill>
              <a:prstDash val="solid"/>
            </a:ln>
          </c:spPr>
          <c:marker>
            <c:symbol val="circle"/>
            <c:size val="7"/>
            <c:spPr>
              <a:solidFill xmlns:a="http://schemas.openxmlformats.org/drawingml/2006/main">
                <a:srgbClr val="0072B2"/>
              </a:solidFill>
            </c:spPr>
          </c:marker>
          <c:dLbls>
            <c:numFmt formatCode="0.00" sourceLinked="0"/>
            <c:txPr>
              <a:bodyPr xmlns:a="http://schemas.openxmlformats.org/drawingml/2006/main" anchorCtr="1"/>
              <a:lstStyle xmlns:a="http://schemas.openxmlformats.org/drawingml/2006/main"/>
              <a:p xmlns:a="http://schemas.openxmlformats.org/drawingml/2006/main">
                <a:pPr>
                  <a:defRPr sz="1125">
                    <a:solidFill>
                      <a:srgbClr val="0072B2"/>
                    </a:solidFill>
                  </a:defRPr>
                </a:pPr>
              </a:p>
            </c:txPr>
            <c:dLblPos val="t"/>
            <c:showLegendKey val="0"/>
            <c:showVal val="1"/>
            <c:showCatName val="0"/>
            <c:showSerName val="0"/>
            <c:showPercent val="0"/>
            <c:showBubbleSize val="0"/>
            <c:showLeaderLines val="0"/>
          </c:dLbls>
          <c:cat>
            <c:strLit>
              <c:ptCount val="4"/>
              <c:pt idx="0">
                <c:v>P</c:v>
              </c:pt>
              <c:pt idx="1">
                <c:v>R2</c:v>
              </c:pt>
              <c:pt idx="2">
                <c:v>R20</c:v>
              </c:pt>
              <c:pt idx="3">
                <c:v>R100</c:v>
              </c:pt>
            </c:strLit>
          </c:cat>
          <c:val>
            <c:numLit>
              <c:formatCode>0</c:formatCode>
              <c:ptCount val="4"/>
              <c:pt idx="0">
                <c:v>9.60801028939496</c:v>
              </c:pt>
              <c:pt idx="1">
                <c:v>8.560305189314619</c:v>
              </c:pt>
              <c:pt idx="2">
                <c:v>0.018944992441107405</c:v>
              </c:pt>
              <c:pt idx="3">
                <c:v>0.018944992441107405</c:v>
              </c:pt>
            </c:numLit>
          </c:val>
          <c:smooth val="0"/>
        </c:ser>
        <c:dLbls>
          <c:txPr>
            <a:bodyPr xmlns:a="http://schemas.openxmlformats.org/drawingml/2006/main" anchorCtr="1"/>
            <a:lstStyle xmlns:a="http://schemas.openxmlformats.org/drawingml/2006/main"/>
            <a:p xmlns:a="http://schemas.openxmlformats.org/drawingml/2006/main">
              <a:pPr>
                <a:defRPr>
                  <a:latin typeface="Arial"/>
                  <a:ea typeface="Arial"/>
                  <a:cs typeface="Arial"/>
                </a:defRPr>
              </a:pPr>
            </a:p>
          </c:txPr>
          <c:showLegendKey val="0"/>
          <c:showVal val="0"/>
          <c:showCatName val="0"/>
          <c:showSerName val="0"/>
          <c:showPercent val="0"/>
          <c:showBubbleSize val="0"/>
          <c:showLeaderLines val="0"/>
        </c:dLbls>
        <c:smooth val="0"/>
        <c:axId val="48650112"/>
        <c:axId val="48672768"/>
      </c:lineChart>
      <c:catAx>
        <c:axId val="48650112"/>
        <c:scaling>
          <c:orientation val="minMax"/>
        </c:scaling>
        <c:delete val="0"/>
        <c:axPos val="b"/>
        <c:numFmt formatCode="General"/>
        <c:majorTickMark val="none"/>
        <c:minorTickMark val="none"/>
        <c:spPr>
          <a:ln xmlns:a="http://schemas.openxmlformats.org/drawingml/2006/main" w="7620">
            <a:solidFill>
              <a:srgbClr val="263238"/>
            </a:solidFill>
            <a:prstDash val="solid"/>
          </a:ln>
        </c:spPr>
        <c:txPr>
          <a:bodyPr xmlns:a="http://schemas.openxmlformats.org/drawingml/2006/main" anchorCtr="1"/>
          <a:lstStyle xmlns:a="http://schemas.openxmlformats.org/drawingml/2006/main"/>
          <a:p xmlns:a="http://schemas.openxmlformats.org/drawingml/2006/main">
            <a:pPr>
              <a:defRPr sz="1275">
                <a:solidFill>
                  <a:srgbClr val="263238"/>
                </a:solidFill>
                <a:latin typeface="Arial"/>
                <a:ea typeface="Arial"/>
                <a:cs typeface="Arial"/>
              </a:defRPr>
            </a:pPr>
          </a:p>
        </c:txPr>
        <c:crossAx val="48672768"/>
      </c:catAx>
      <c:valAx>
        <c:axId val="48672768"/>
        <c:scaling>
          <c:orientation val="minMax"/>
          <c:max val="15"/>
          <c:min val="0"/>
        </c:scaling>
        <c:delete val="0"/>
        <c:axPos val="l"/>
        <c:majorGridlines>
          <c:spPr>
            <a:ln xmlns:a="http://schemas.openxmlformats.org/drawingml/2006/main" w="5715">
              <a:solidFill>
                <a:srgbClr val="D9DFE3"/>
              </a:solidFill>
              <a:prstDash val="solid"/>
            </a:ln>
          </c:spPr>
        </c:majorGridlines>
        <c:title>
          <c:tx>
            <c:rich>
              <a:bodyPr xmlns:a="http://schemas.openxmlformats.org/drawingml/2006/main"/>
              <a:lstStyle xmlns:a="http://schemas.openxmlformats.org/drawingml/2006/main"/>
              <a:p xmlns:a="http://schemas.openxmlformats.org/drawingml/2006/main">
                <a:r>
                  <a:rPr sz="1275">
                    <a:solidFill>
                      <a:srgbClr val="263238"/>
                    </a:solidFill>
                    <a:latin typeface="Arial"/>
                    <a:ea typeface="Arial"/>
                    <a:cs typeface="Arial"/>
                  </a:rPr>
                  <a:t>NROE (% axis)</a:t>
                </a:r>
              </a:p>
            </c:rich>
          </c:tx>
          <c:overlay val="0"/>
          <c:txPr>
            <a:bodyPr xmlns:a="http://schemas.openxmlformats.org/drawingml/2006/main" anchorCtr="1"/>
            <a:lstStyle xmlns:a="http://schemas.openxmlformats.org/drawingml/2006/main"/>
            <a:p xmlns:a="http://schemas.openxmlformats.org/drawingml/2006/main">
              <a:pPr>
                <a:defRPr sz="1275">
                  <a:solidFill>
                    <a:srgbClr val="263238"/>
                  </a:solidFill>
                  <a:latin typeface="Arial"/>
                  <a:ea typeface="Arial"/>
                  <a:cs typeface="Arial"/>
                </a:defRPr>
              </a:pPr>
            </a:p>
          </c:txPr>
        </c:title>
        <c:numFmt formatCode="0"/>
        <c:majorTickMark val="none"/>
        <c:minorTickMark val="none"/>
        <c:spPr>
          <a:ln xmlns:a="http://schemas.openxmlformats.org/drawingml/2006/main" w="7620">
            <a:solidFill>
              <a:srgbClr val="263238"/>
            </a:solidFill>
            <a:prstDash val="solid"/>
          </a:ln>
        </c:spPr>
        <c:txPr>
          <a:bodyPr xmlns:a="http://schemas.openxmlformats.org/drawingml/2006/main" anchorCtr="1"/>
          <a:lstStyle xmlns:a="http://schemas.openxmlformats.org/drawingml/2006/main"/>
          <a:p xmlns:a="http://schemas.openxmlformats.org/drawingml/2006/main">
            <a:pPr>
              <a:defRPr sz="1200">
                <a:solidFill>
                  <a:srgbClr val="263238"/>
                </a:solidFill>
                <a:latin typeface="Arial"/>
                <a:ea typeface="Arial"/>
                <a:cs typeface="Arial"/>
              </a:defRPr>
            </a:pPr>
          </a:p>
        </c:txPr>
        <c:crossAx val="48650112"/>
        <c:crossBetween val="between"/>
        <c:majorUnit val="5"/>
      </c:valAx>
      <c:spPr>
        <a:solidFill xmlns:a="http://schemas.openxmlformats.org/drawingml/2006/main">
          <a:srgbClr val="FFFFFF"/>
        </a:solidFill>
        <a:ln xmlns:a="http://schemas.openxmlformats.org/drawingml/2006/main" w="0">
          <a:noFill/>
          <a:prstDash val="solid"/>
        </a:ln>
      </c:spPr>
    </c:plotArea>
    <c:plotVisOnly val="1"/>
  </c:chart>
  <c:spPr>
    <a:solidFill xmlns:a="http://schemas.openxmlformats.org/drawingml/2006/main">
      <a:srgbClr val="FFFFFF"/>
    </a:solidFill>
    <a:ln xmlns:a="http://schemas.openxmlformats.org/drawingml/2006/main" w="0">
      <a:noFill/>
      <a:prstDash val="solid"/>
    </a:ln>
  </c:spPr>
</c:chartSpace>
</file>

<file path=ppt/main_figures/Fig14/ppt/slides/charts/chart2.xml><?xml version="1.0" encoding="utf-8"?>
<c:chartSpace xmlns:c="http://schemas.openxmlformats.org/drawingml/2006/chart">
  <c:lang val="en-US"/>
  <c:chart>
    <c:plotArea>
      <c:lineChart>
        <c:grouping val="standard"/>
        <c:varyColors val="0"/>
        <c:ser>
          <c:idx val="0"/>
          <c:order val="0"/>
          <c:tx>
            <c:v>Mean</c:v>
          </c:tx>
          <c:spPr>
            <a:ln xmlns:a="http://schemas.openxmlformats.org/drawingml/2006/main" w="19050">
              <a:solidFill>
                <a:srgbClr val="009E73"/>
              </a:solidFill>
              <a:prstDash val="solid"/>
            </a:ln>
          </c:spPr>
          <c:marker>
            <c:symbol val="circle"/>
            <c:size val="7"/>
            <c:spPr>
              <a:solidFill xmlns:a="http://schemas.openxmlformats.org/drawingml/2006/main">
                <a:srgbClr val="009E73"/>
              </a:solidFill>
            </c:spPr>
          </c:marker>
          <c:cat>
            <c:strLit>
              <c:ptCount val="4"/>
              <c:pt idx="0">
                <c:v>P</c:v>
              </c:pt>
              <c:pt idx="1">
                <c:v>R2</c:v>
              </c:pt>
              <c:pt idx="2">
                <c:v>R20</c:v>
              </c:pt>
              <c:pt idx="3">
                <c:v>R100</c:v>
              </c:pt>
            </c:strLit>
          </c:cat>
          <c:val>
            <c:numLit>
              <c:formatCode>0</c:formatCode>
              <c:ptCount val="4"/>
              <c:pt idx="0">
                <c:v>0</c:v>
              </c:pt>
              <c:pt idx="1">
                <c:v>3.5151220098211993</c:v>
              </c:pt>
              <c:pt idx="2">
                <c:v>14.442120575477635</c:v>
              </c:pt>
              <c:pt idx="3">
                <c:v>14.442120575477635</c:v>
              </c:pt>
            </c:numLit>
          </c:val>
          <c:smooth val="0"/>
        </c:ser>
        <c:ser>
          <c:idx val="1"/>
          <c:order val="1"/>
          <c:tx>
            <c:v>Maximum</c:v>
          </c:tx>
          <c:spPr>
            <a:ln xmlns:a="http://schemas.openxmlformats.org/drawingml/2006/main" w="19050">
              <a:solidFill>
                <a:srgbClr val="D55E00"/>
              </a:solidFill>
              <a:prstDash val="dash"/>
            </a:ln>
          </c:spPr>
          <c:marker>
            <c:symbol val="square"/>
            <c:size val="7"/>
            <c:spPr>
              <a:solidFill xmlns:a="http://schemas.openxmlformats.org/drawingml/2006/main">
                <a:srgbClr val="D55E00"/>
              </a:solidFill>
            </c:spPr>
          </c:marker>
          <c:cat>
            <c:strLit>
              <c:ptCount val="4"/>
              <c:pt idx="0">
                <c:v>P</c:v>
              </c:pt>
              <c:pt idx="1">
                <c:v>R2</c:v>
              </c:pt>
              <c:pt idx="2">
                <c:v>R20</c:v>
              </c:pt>
              <c:pt idx="3">
                <c:v>R100</c:v>
              </c:pt>
            </c:strLit>
          </c:cat>
          <c:val>
            <c:numLit>
              <c:formatCode>0</c:formatCode>
              <c:ptCount val="4"/>
              <c:pt idx="0">
                <c:v>0</c:v>
              </c:pt>
              <c:pt idx="1">
                <c:v>11.536592617630959</c:v>
              </c:pt>
              <c:pt idx="2">
                <c:v>31.020512004390362</c:v>
              </c:pt>
              <c:pt idx="3">
                <c:v>31.020512004390362</c:v>
              </c:pt>
            </c:numLit>
          </c:val>
          <c:smooth val="0"/>
        </c:ser>
        <c:dLbls>
          <c:txPr>
            <a:bodyPr xmlns:a="http://schemas.openxmlformats.org/drawingml/2006/main" anchorCtr="1"/>
            <a:lstStyle xmlns:a="http://schemas.openxmlformats.org/drawingml/2006/main"/>
            <a:p xmlns:a="http://schemas.openxmlformats.org/drawingml/2006/main">
              <a:pPr>
                <a:defRPr>
                  <a:latin typeface="Arial"/>
                  <a:ea typeface="Arial"/>
                  <a:cs typeface="Arial"/>
                </a:defRPr>
              </a:pPr>
            </a:p>
          </c:txPr>
          <c:showLegendKey val="0"/>
          <c:showVal val="0"/>
          <c:showCatName val="0"/>
          <c:showSerName val="0"/>
          <c:showPercent val="0"/>
          <c:showBubbleSize val="0"/>
          <c:showLeaderLines val="0"/>
        </c:dLbls>
        <c:smooth val="0"/>
        <c:axId val="48650112"/>
        <c:axId val="48672768"/>
      </c:lineChart>
      <c:catAx>
        <c:axId val="48650112"/>
        <c:scaling>
          <c:orientation val="minMax"/>
        </c:scaling>
        <c:delete val="0"/>
        <c:axPos val="b"/>
        <c:numFmt formatCode="General"/>
        <c:majorTickMark val="none"/>
        <c:minorTickMark val="none"/>
        <c:spPr>
          <a:ln xmlns:a="http://schemas.openxmlformats.org/drawingml/2006/main" w="7620">
            <a:solidFill>
              <a:srgbClr val="263238"/>
            </a:solidFill>
            <a:prstDash val="solid"/>
          </a:ln>
        </c:spPr>
        <c:txPr>
          <a:bodyPr xmlns:a="http://schemas.openxmlformats.org/drawingml/2006/main" anchorCtr="1"/>
          <a:lstStyle xmlns:a="http://schemas.openxmlformats.org/drawingml/2006/main"/>
          <a:p xmlns:a="http://schemas.openxmlformats.org/drawingml/2006/main">
            <a:pPr>
              <a:defRPr sz="1275">
                <a:solidFill>
                  <a:srgbClr val="263238"/>
                </a:solidFill>
                <a:latin typeface="Arial"/>
                <a:ea typeface="Arial"/>
                <a:cs typeface="Arial"/>
              </a:defRPr>
            </a:pPr>
          </a:p>
        </c:txPr>
        <c:crossAx val="48672768"/>
      </c:catAx>
      <c:valAx>
        <c:axId val="48672768"/>
        <c:scaling>
          <c:orientation val="minMax"/>
          <c:max val="35"/>
          <c:min val="0"/>
        </c:scaling>
        <c:delete val="0"/>
        <c:axPos val="l"/>
        <c:majorGridlines>
          <c:spPr>
            <a:ln xmlns:a="http://schemas.openxmlformats.org/drawingml/2006/main" w="5715">
              <a:solidFill>
                <a:srgbClr val="D9DFE3"/>
              </a:solidFill>
              <a:prstDash val="solid"/>
            </a:ln>
          </c:spPr>
        </c:majorGridlines>
        <c:title>
          <c:tx>
            <c:rich>
              <a:bodyPr xmlns:a="http://schemas.openxmlformats.org/drawingml/2006/main"/>
              <a:lstStyle xmlns:a="http://schemas.openxmlformats.org/drawingml/2006/main"/>
              <a:p xmlns:a="http://schemas.openxmlformats.org/drawingml/2006/main">
                <a:r>
                  <a:rPr sz="1275">
                    <a:solidFill>
                      <a:srgbClr val="263238"/>
                    </a:solidFill>
                    <a:latin typeface="Arial"/>
                    <a:ea typeface="Arial"/>
                    <a:cs typeface="Arial"/>
                  </a:rPr>
                  <a:t>NMLE (% scalar range)</a:t>
                </a:r>
              </a:p>
            </c:rich>
          </c:tx>
          <c:overlay val="0"/>
          <c:txPr>
            <a:bodyPr xmlns:a="http://schemas.openxmlformats.org/drawingml/2006/main" anchorCtr="1"/>
            <a:lstStyle xmlns:a="http://schemas.openxmlformats.org/drawingml/2006/main"/>
            <a:p xmlns:a="http://schemas.openxmlformats.org/drawingml/2006/main">
              <a:pPr>
                <a:defRPr sz="1275">
                  <a:solidFill>
                    <a:srgbClr val="263238"/>
                  </a:solidFill>
                  <a:latin typeface="Arial"/>
                  <a:ea typeface="Arial"/>
                  <a:cs typeface="Arial"/>
                </a:defRPr>
              </a:pPr>
            </a:p>
          </c:txPr>
        </c:title>
        <c:numFmt formatCode="0"/>
        <c:majorTickMark val="none"/>
        <c:minorTickMark val="none"/>
        <c:spPr>
          <a:ln xmlns:a="http://schemas.openxmlformats.org/drawingml/2006/main" w="7620">
            <a:solidFill>
              <a:srgbClr val="263238"/>
            </a:solidFill>
            <a:prstDash val="solid"/>
          </a:ln>
        </c:spPr>
        <c:txPr>
          <a:bodyPr xmlns:a="http://schemas.openxmlformats.org/drawingml/2006/main" anchorCtr="1"/>
          <a:lstStyle xmlns:a="http://schemas.openxmlformats.org/drawingml/2006/main"/>
          <a:p xmlns:a="http://schemas.openxmlformats.org/drawingml/2006/main">
            <a:pPr>
              <a:defRPr sz="1200">
                <a:solidFill>
                  <a:srgbClr val="263238"/>
                </a:solidFill>
                <a:latin typeface="Arial"/>
                <a:ea typeface="Arial"/>
                <a:cs typeface="Arial"/>
              </a:defRPr>
            </a:pPr>
          </a:p>
        </c:txPr>
        <c:crossAx val="48650112"/>
        <c:crossBetween val="between"/>
        <c:majorUnit val="10"/>
      </c:valAx>
      <c:spPr>
        <a:solidFill xmlns:a="http://schemas.openxmlformats.org/drawingml/2006/main">
          <a:srgbClr val="FFFFFF"/>
        </a:solidFill>
        <a:ln xmlns:a="http://schemas.openxmlformats.org/drawingml/2006/main" w="0">
          <a:noFill/>
          <a:prstDash val="solid"/>
        </a:ln>
      </c:spPr>
    </c:plotArea>
    <c:legend>
      <c:legendPos val="b"/>
      <c:overlay val="0"/>
      <c:txPr>
        <a:bodyPr xmlns:a="http://schemas.openxmlformats.org/drawingml/2006/main" anchorCtr="1"/>
        <a:lstStyle xmlns:a="http://schemas.openxmlformats.org/drawingml/2006/main"/>
        <a:p xmlns:a="http://schemas.openxmlformats.org/drawingml/2006/main">
          <a:pPr>
            <a:defRPr sz="1200">
              <a:solidFill>
                <a:srgbClr val="263238"/>
              </a:solidFill>
              <a:latin typeface="Arial"/>
              <a:ea typeface="Arial"/>
              <a:cs typeface="Arial"/>
            </a:defRPr>
          </a:pPr>
        </a:p>
      </c:txPr>
    </c:legend>
    <c:plotVisOnly val="1"/>
  </c:chart>
  <c:spPr>
    <a:solidFill xmlns:a="http://schemas.openxmlformats.org/drawingml/2006/main">
      <a:srgbClr val="FFFFFF"/>
    </a:solidFill>
    <a:ln xmlns:a="http://schemas.openxmlformats.org/drawingml/2006/main" w="0">
      <a:noFill/>
      <a:prstDash val="solid"/>
    </a:ln>
  </c:spPr>
</c:chartSpace>
</file>

<file path=ppt/main_figures/Fig14/ppt/slides/charts/chart3.xml><?xml version="1.0" encoding="utf-8"?>
<c:chartSpace xmlns:c="http://schemas.openxmlformats.org/drawingml/2006/chart">
  <c:lang val="en-US"/>
  <c:chart>
    <c:plotArea>
      <c:lineChart>
        <c:grouping val="standard"/>
        <c:varyColors val="0"/>
        <c:ser>
          <c:idx val="0"/>
          <c:order val="0"/>
          <c:tx>
            <c:v>Spatial</c:v>
          </c:tx>
          <c:spPr>
            <a:ln xmlns:a="http://schemas.openxmlformats.org/drawingml/2006/main" w="19050">
              <a:solidFill>
                <a:srgbClr val="D55E00"/>
              </a:solidFill>
              <a:prstDash val="solid"/>
            </a:ln>
          </c:spPr>
          <c:marker>
            <c:symbol val="circle"/>
            <c:size val="7"/>
            <c:spPr>
              <a:solidFill xmlns:a="http://schemas.openxmlformats.org/drawingml/2006/main">
                <a:srgbClr val="D55E00"/>
              </a:solidFill>
            </c:spPr>
          </c:marker>
          <c:cat>
            <c:strLit>
              <c:ptCount val="4"/>
              <c:pt idx="0">
                <c:v>P</c:v>
              </c:pt>
              <c:pt idx="1">
                <c:v>R2</c:v>
              </c:pt>
              <c:pt idx="2">
                <c:v>R20</c:v>
              </c:pt>
              <c:pt idx="3">
                <c:v>R100</c:v>
              </c:pt>
            </c:strLit>
          </c:cat>
          <c:val>
            <c:numLit>
              <c:formatCode>0</c:formatCode>
              <c:ptCount val="4"/>
              <c:pt idx="0">
                <c:v>54.72982975573649</c:v>
              </c:pt>
              <c:pt idx="1">
                <c:v>48.52701702442635</c:v>
              </c:pt>
              <c:pt idx="2">
                <c:v>30.495928941524795</c:v>
              </c:pt>
              <c:pt idx="3">
                <c:v>30.495928941524795</c:v>
              </c:pt>
            </c:numLit>
          </c:val>
          <c:smooth val="0"/>
        </c:ser>
        <c:ser>
          <c:idx val="1"/>
          <c:order val="1"/>
          <c:tx>
            <c:v>Projected</c:v>
          </c:tx>
          <c:spPr>
            <a:ln xmlns:a="http://schemas.openxmlformats.org/drawingml/2006/main" w="19050">
              <a:solidFill>
                <a:srgbClr val="009E73"/>
              </a:solidFill>
              <a:prstDash val="solid"/>
            </a:ln>
          </c:spPr>
          <c:marker>
            <c:symbol val="circle"/>
            <c:size val="7"/>
            <c:spPr>
              <a:solidFill xmlns:a="http://schemas.openxmlformats.org/drawingml/2006/main">
                <a:srgbClr val="009E73"/>
              </a:solidFill>
            </c:spPr>
          </c:marker>
          <c:cat>
            <c:strLit>
              <c:ptCount val="4"/>
              <c:pt idx="0">
                <c:v>P</c:v>
              </c:pt>
              <c:pt idx="1">
                <c:v>R2</c:v>
              </c:pt>
              <c:pt idx="2">
                <c:v>R20</c:v>
              </c:pt>
              <c:pt idx="3">
                <c:v>R100</c:v>
              </c:pt>
            </c:strLit>
          </c:cat>
          <c:val>
            <c:numLit>
              <c:formatCode>0</c:formatCode>
              <c:ptCount val="4"/>
              <c:pt idx="0">
                <c:v>52.38293012148271</c:v>
              </c:pt>
              <c:pt idx="1">
                <c:v>40.73304952756723</c:v>
              </c:pt>
              <c:pt idx="2">
                <c:v>2.491953068217215</c:v>
              </c:pt>
              <c:pt idx="3">
                <c:v>2.491953068217215</c:v>
              </c:pt>
            </c:numLit>
          </c:val>
          <c:smooth val="0"/>
        </c:ser>
        <c:ser>
          <c:idx val="2"/>
          <c:order val="2"/>
          <c:tx>
            <c:v>Exact projection, spatial</c:v>
          </c:tx>
          <c:spPr>
            <a:ln xmlns:a="http://schemas.openxmlformats.org/drawingml/2006/main" w="11430">
              <a:solidFill>
                <a:srgbClr val="7B8790"/>
              </a:solidFill>
              <a:prstDash val="dash"/>
            </a:ln>
          </c:spPr>
          <c:marker>
            <c:symbol val="none"/>
          </c:marker>
          <c:cat>
            <c:strLit>
              <c:ptCount val="4"/>
              <c:pt idx="0">
                <c:v>P</c:v>
              </c:pt>
              <c:pt idx="1">
                <c:v>R2</c:v>
              </c:pt>
              <c:pt idx="2">
                <c:v>R20</c:v>
              </c:pt>
              <c:pt idx="3">
                <c:v>R100</c:v>
              </c:pt>
            </c:strLit>
          </c:cat>
          <c:val>
            <c:numLit>
              <c:formatCode>0</c:formatCode>
              <c:ptCount val="4"/>
              <c:pt idx="0">
                <c:v>30.495928941524795</c:v>
              </c:pt>
              <c:pt idx="1">
                <c:v>30.495928941524795</c:v>
              </c:pt>
              <c:pt idx="2">
                <c:v>30.495928941524795</c:v>
              </c:pt>
              <c:pt idx="3">
                <c:v>30.495928941524795</c:v>
              </c:pt>
            </c:numLit>
          </c:val>
          <c:smooth val="0"/>
        </c:ser>
        <c:dLbls>
          <c:txPr>
            <a:bodyPr xmlns:a="http://schemas.openxmlformats.org/drawingml/2006/main" anchorCtr="1"/>
            <a:lstStyle xmlns:a="http://schemas.openxmlformats.org/drawingml/2006/main"/>
            <a:p xmlns:a="http://schemas.openxmlformats.org/drawingml/2006/main">
              <a:pPr>
                <a:defRPr>
                  <a:latin typeface="Arial"/>
                  <a:ea typeface="Arial"/>
                  <a:cs typeface="Arial"/>
                </a:defRPr>
              </a:pPr>
            </a:p>
          </c:txPr>
          <c:showLegendKey val="0"/>
          <c:showVal val="0"/>
          <c:showCatName val="0"/>
          <c:showSerName val="0"/>
          <c:showPercent val="0"/>
          <c:showBubbleSize val="0"/>
          <c:showLeaderLines val="0"/>
        </c:dLbls>
        <c:smooth val="0"/>
        <c:axId val="48650112"/>
        <c:axId val="48672768"/>
      </c:lineChart>
      <c:catAx>
        <c:axId val="48650112"/>
        <c:scaling>
          <c:orientation val="minMax"/>
        </c:scaling>
        <c:delete val="0"/>
        <c:axPos val="b"/>
        <c:numFmt formatCode="General"/>
        <c:majorTickMark val="none"/>
        <c:minorTickMark val="none"/>
        <c:spPr>
          <a:ln xmlns:a="http://schemas.openxmlformats.org/drawingml/2006/main" w="7620">
            <a:solidFill>
              <a:srgbClr val="263238"/>
            </a:solidFill>
            <a:prstDash val="solid"/>
          </a:ln>
        </c:spPr>
        <c:txPr>
          <a:bodyPr xmlns:a="http://schemas.openxmlformats.org/drawingml/2006/main" anchorCtr="1"/>
          <a:lstStyle xmlns:a="http://schemas.openxmlformats.org/drawingml/2006/main"/>
          <a:p xmlns:a="http://schemas.openxmlformats.org/drawingml/2006/main">
            <a:pPr>
              <a:defRPr sz="1275">
                <a:solidFill>
                  <a:srgbClr val="263238"/>
                </a:solidFill>
                <a:latin typeface="Arial"/>
                <a:ea typeface="Arial"/>
                <a:cs typeface="Arial"/>
              </a:defRPr>
            </a:pPr>
          </a:p>
        </c:txPr>
        <c:crossAx val="48672768"/>
      </c:catAx>
      <c:valAx>
        <c:axId val="48672768"/>
        <c:scaling>
          <c:orientation val="minMax"/>
          <c:max val="60"/>
          <c:min val="0"/>
        </c:scaling>
        <c:delete val="0"/>
        <c:axPos val="l"/>
        <c:majorGridlines>
          <c:spPr>
            <a:ln xmlns:a="http://schemas.openxmlformats.org/drawingml/2006/main" w="5715">
              <a:solidFill>
                <a:srgbClr val="D9DFE3"/>
              </a:solidFill>
              <a:prstDash val="solid"/>
            </a:ln>
          </c:spPr>
        </c:majorGridlines>
        <c:title>
          <c:tx>
            <c:rich>
              <a:bodyPr xmlns:a="http://schemas.openxmlformats.org/drawingml/2006/main"/>
              <a:lstStyle xmlns:a="http://schemas.openxmlformats.org/drawingml/2006/main"/>
              <a:p xmlns:a="http://schemas.openxmlformats.org/drawingml/2006/main">
                <a:r>
                  <a:rPr sz="1275">
                    <a:solidFill>
                      <a:srgbClr val="263238"/>
                    </a:solidFill>
                    <a:latin typeface="Arial"/>
                    <a:ea typeface="Arial"/>
                    <a:cs typeface="Arial"/>
                  </a:rPr>
                  <a:t>ME (% clear events)</a:t>
                </a:r>
              </a:p>
            </c:rich>
          </c:tx>
          <c:overlay val="0"/>
          <c:txPr>
            <a:bodyPr xmlns:a="http://schemas.openxmlformats.org/drawingml/2006/main" anchorCtr="1"/>
            <a:lstStyle xmlns:a="http://schemas.openxmlformats.org/drawingml/2006/main"/>
            <a:p xmlns:a="http://schemas.openxmlformats.org/drawingml/2006/main">
              <a:pPr>
                <a:defRPr sz="1275">
                  <a:solidFill>
                    <a:srgbClr val="263238"/>
                  </a:solidFill>
                  <a:latin typeface="Arial"/>
                  <a:ea typeface="Arial"/>
                  <a:cs typeface="Arial"/>
                </a:defRPr>
              </a:pPr>
            </a:p>
          </c:txPr>
        </c:title>
        <c:numFmt formatCode="0"/>
        <c:majorTickMark val="none"/>
        <c:minorTickMark val="none"/>
        <c:spPr>
          <a:ln xmlns:a="http://schemas.openxmlformats.org/drawingml/2006/main" w="7620">
            <a:solidFill>
              <a:srgbClr val="263238"/>
            </a:solidFill>
            <a:prstDash val="solid"/>
          </a:ln>
        </c:spPr>
        <c:txPr>
          <a:bodyPr xmlns:a="http://schemas.openxmlformats.org/drawingml/2006/main" anchorCtr="1"/>
          <a:lstStyle xmlns:a="http://schemas.openxmlformats.org/drawingml/2006/main"/>
          <a:p xmlns:a="http://schemas.openxmlformats.org/drawingml/2006/main">
            <a:pPr>
              <a:defRPr sz="1200">
                <a:solidFill>
                  <a:srgbClr val="263238"/>
                </a:solidFill>
                <a:latin typeface="Arial"/>
                <a:ea typeface="Arial"/>
                <a:cs typeface="Arial"/>
              </a:defRPr>
            </a:pPr>
          </a:p>
        </c:txPr>
        <c:crossAx val="48650112"/>
        <c:crossBetween val="between"/>
        <c:majorUnit val="20"/>
      </c:valAx>
      <c:spPr>
        <a:solidFill xmlns:a="http://schemas.openxmlformats.org/drawingml/2006/main">
          <a:srgbClr val="FFFFFF"/>
        </a:solidFill>
        <a:ln xmlns:a="http://schemas.openxmlformats.org/drawingml/2006/main" w="0">
          <a:noFill/>
          <a:prstDash val="solid"/>
        </a:ln>
      </c:spPr>
    </c:plotArea>
    <c:legend>
      <c:legendPos val="b"/>
      <c:overlay val="0"/>
      <c:txPr>
        <a:bodyPr xmlns:a="http://schemas.openxmlformats.org/drawingml/2006/main" anchorCtr="1"/>
        <a:lstStyle xmlns:a="http://schemas.openxmlformats.org/drawingml/2006/main"/>
        <a:p xmlns:a="http://schemas.openxmlformats.org/drawingml/2006/main">
          <a:pPr>
            <a:defRPr sz="1200">
              <a:solidFill>
                <a:srgbClr val="263238"/>
              </a:solidFill>
              <a:latin typeface="Arial"/>
              <a:ea typeface="Arial"/>
              <a:cs typeface="Arial"/>
            </a:defRPr>
          </a:pPr>
        </a:p>
      </c:txPr>
    </c:legend>
    <c:plotVisOnly val="1"/>
  </c:chart>
  <c:spPr>
    <a:solidFill xmlns:a="http://schemas.openxmlformats.org/drawingml/2006/main">
      <a:srgbClr val="FFFFFF"/>
    </a:solidFill>
    <a:ln xmlns:a="http://schemas.openxmlformats.org/drawingml/2006/main" w="0">
      <a:noFill/>
      <a:prstDash val="solid"/>
    </a:ln>
  </c:spPr>
</c:chartSpace>
</file>

<file path=ppt/main_figures/Fig14/ppt/slides/charts/chart4.xml><?xml version="1.0" encoding="utf-8"?>
<c:chartSpace xmlns:c="http://schemas.openxmlformats.org/drawingml/2006/chart">
  <c:lang val="en-US"/>
  <c:chart>
    <c:plotArea>
      <c:lineChart>
        <c:grouping val="standard"/>
        <c:varyColors val="0"/>
        <c:ser>
          <c:idx val="0"/>
          <c:order val="0"/>
          <c:tx>
            <c:v>Mean NROE</c:v>
          </c:tx>
          <c:spPr>
            <a:ln xmlns:a="http://schemas.openxmlformats.org/drawingml/2006/main" w="19050">
              <a:solidFill>
                <a:srgbClr val="0072B2"/>
              </a:solidFill>
              <a:prstDash val="solid"/>
            </a:ln>
          </c:spPr>
          <c:marker>
            <c:symbol val="circle"/>
            <c:size val="7"/>
            <c:spPr>
              <a:solidFill xmlns:a="http://schemas.openxmlformats.org/drawingml/2006/main">
                <a:srgbClr val="0072B2"/>
              </a:solidFill>
            </c:spPr>
          </c:marker>
          <c:dLbls>
            <c:numFmt formatCode="0.00" sourceLinked="0"/>
            <c:txPr>
              <a:bodyPr xmlns:a="http://schemas.openxmlformats.org/drawingml/2006/main" anchorCtr="1"/>
              <a:lstStyle xmlns:a="http://schemas.openxmlformats.org/drawingml/2006/main"/>
              <a:p xmlns:a="http://schemas.openxmlformats.org/drawingml/2006/main">
                <a:pPr>
                  <a:defRPr sz="1125">
                    <a:solidFill>
                      <a:srgbClr val="0072B2"/>
                    </a:solidFill>
                  </a:defRPr>
                </a:pPr>
              </a:p>
            </c:txPr>
            <c:dLblPos val="t"/>
            <c:showLegendKey val="0"/>
            <c:showVal val="1"/>
            <c:showCatName val="0"/>
            <c:showSerName val="0"/>
            <c:showPercent val="0"/>
            <c:showBubbleSize val="0"/>
            <c:showLeaderLines val="0"/>
          </c:dLbls>
          <c:cat>
            <c:strLit>
              <c:ptCount val="4"/>
              <c:pt idx="0">
                <c:v>P</c:v>
              </c:pt>
              <c:pt idx="1">
                <c:v>R2</c:v>
              </c:pt>
              <c:pt idx="2">
                <c:v>R20</c:v>
              </c:pt>
              <c:pt idx="3">
                <c:v>R100</c:v>
              </c:pt>
            </c:strLit>
          </c:cat>
          <c:val>
            <c:numLit>
              <c:formatCode>0</c:formatCode>
              <c:ptCount val="4"/>
              <c:pt idx="0">
                <c:v>12.262218320163885</c:v>
              </c:pt>
              <c:pt idx="1">
                <c:v>0.24875621890547256</c:v>
              </c:pt>
              <c:pt idx="2">
                <c:v>0.0841381328650863</c:v>
              </c:pt>
              <c:pt idx="3">
                <c:v>0.0841381328650863</c:v>
              </c:pt>
            </c:numLit>
          </c:val>
          <c:smooth val="0"/>
        </c:ser>
        <c:dLbls>
          <c:txPr>
            <a:bodyPr xmlns:a="http://schemas.openxmlformats.org/drawingml/2006/main" anchorCtr="1"/>
            <a:lstStyle xmlns:a="http://schemas.openxmlformats.org/drawingml/2006/main"/>
            <a:p xmlns:a="http://schemas.openxmlformats.org/drawingml/2006/main">
              <a:pPr>
                <a:defRPr>
                  <a:latin typeface="Arial"/>
                  <a:ea typeface="Arial"/>
                  <a:cs typeface="Arial"/>
                </a:defRPr>
              </a:pPr>
            </a:p>
          </c:txPr>
          <c:showLegendKey val="0"/>
          <c:showVal val="0"/>
          <c:showCatName val="0"/>
          <c:showSerName val="0"/>
          <c:showPercent val="0"/>
          <c:showBubbleSize val="0"/>
          <c:showLeaderLines val="0"/>
        </c:dLbls>
        <c:smooth val="0"/>
        <c:axId val="48650112"/>
        <c:axId val="48672768"/>
      </c:lineChart>
      <c:catAx>
        <c:axId val="48650112"/>
        <c:scaling>
          <c:orientation val="minMax"/>
        </c:scaling>
        <c:delete val="0"/>
        <c:axPos val="b"/>
        <c:numFmt formatCode="General"/>
        <c:majorTickMark val="none"/>
        <c:minorTickMark val="none"/>
        <c:spPr>
          <a:ln xmlns:a="http://schemas.openxmlformats.org/drawingml/2006/main" w="7620">
            <a:solidFill>
              <a:srgbClr val="263238"/>
            </a:solidFill>
            <a:prstDash val="solid"/>
          </a:ln>
        </c:spPr>
        <c:txPr>
          <a:bodyPr xmlns:a="http://schemas.openxmlformats.org/drawingml/2006/main" anchorCtr="1"/>
          <a:lstStyle xmlns:a="http://schemas.openxmlformats.org/drawingml/2006/main"/>
          <a:p xmlns:a="http://schemas.openxmlformats.org/drawingml/2006/main">
            <a:pPr>
              <a:defRPr sz="1275">
                <a:solidFill>
                  <a:srgbClr val="263238"/>
                </a:solidFill>
                <a:latin typeface="Arial"/>
                <a:ea typeface="Arial"/>
                <a:cs typeface="Arial"/>
              </a:defRPr>
            </a:pPr>
          </a:p>
        </c:txPr>
        <c:crossAx val="48672768"/>
      </c:catAx>
      <c:valAx>
        <c:axId val="48672768"/>
        <c:scaling>
          <c:orientation val="minMax"/>
          <c:max val="15"/>
          <c:min val="0"/>
        </c:scaling>
        <c:delete val="0"/>
        <c:axPos val="l"/>
        <c:majorGridlines>
          <c:spPr>
            <a:ln xmlns:a="http://schemas.openxmlformats.org/drawingml/2006/main" w="5715">
              <a:solidFill>
                <a:srgbClr val="D9DFE3"/>
              </a:solidFill>
              <a:prstDash val="solid"/>
            </a:ln>
          </c:spPr>
        </c:majorGridlines>
        <c:title>
          <c:tx>
            <c:rich>
              <a:bodyPr xmlns:a="http://schemas.openxmlformats.org/drawingml/2006/main"/>
              <a:lstStyle xmlns:a="http://schemas.openxmlformats.org/drawingml/2006/main"/>
              <a:p xmlns:a="http://schemas.openxmlformats.org/drawingml/2006/main">
                <a:r>
                  <a:rPr sz="1275">
                    <a:solidFill>
                      <a:srgbClr val="263238"/>
                    </a:solidFill>
                    <a:latin typeface="Arial"/>
                    <a:ea typeface="Arial"/>
                    <a:cs typeface="Arial"/>
                  </a:rPr>
                  <a:t>NROE (% axis)</a:t>
                </a:r>
              </a:p>
            </c:rich>
          </c:tx>
          <c:overlay val="0"/>
          <c:txPr>
            <a:bodyPr xmlns:a="http://schemas.openxmlformats.org/drawingml/2006/main" anchorCtr="1"/>
            <a:lstStyle xmlns:a="http://schemas.openxmlformats.org/drawingml/2006/main"/>
            <a:p xmlns:a="http://schemas.openxmlformats.org/drawingml/2006/main">
              <a:pPr>
                <a:defRPr sz="1275">
                  <a:solidFill>
                    <a:srgbClr val="263238"/>
                  </a:solidFill>
                  <a:latin typeface="Arial"/>
                  <a:ea typeface="Arial"/>
                  <a:cs typeface="Arial"/>
                </a:defRPr>
              </a:pPr>
            </a:p>
          </c:txPr>
        </c:title>
        <c:numFmt formatCode="0"/>
        <c:majorTickMark val="none"/>
        <c:minorTickMark val="none"/>
        <c:spPr>
          <a:ln xmlns:a="http://schemas.openxmlformats.org/drawingml/2006/main" w="7620">
            <a:solidFill>
              <a:srgbClr val="263238"/>
            </a:solidFill>
            <a:prstDash val="solid"/>
          </a:ln>
        </c:spPr>
        <c:txPr>
          <a:bodyPr xmlns:a="http://schemas.openxmlformats.org/drawingml/2006/main" anchorCtr="1"/>
          <a:lstStyle xmlns:a="http://schemas.openxmlformats.org/drawingml/2006/main"/>
          <a:p xmlns:a="http://schemas.openxmlformats.org/drawingml/2006/main">
            <a:pPr>
              <a:defRPr sz="1200">
                <a:solidFill>
                  <a:srgbClr val="263238"/>
                </a:solidFill>
                <a:latin typeface="Arial"/>
                <a:ea typeface="Arial"/>
                <a:cs typeface="Arial"/>
              </a:defRPr>
            </a:pPr>
          </a:p>
        </c:txPr>
        <c:crossAx val="48650112"/>
        <c:crossBetween val="between"/>
        <c:majorUnit val="5"/>
      </c:valAx>
      <c:spPr>
        <a:solidFill xmlns:a="http://schemas.openxmlformats.org/drawingml/2006/main">
          <a:srgbClr val="FFFFFF"/>
        </a:solidFill>
        <a:ln xmlns:a="http://schemas.openxmlformats.org/drawingml/2006/main" w="0">
          <a:noFill/>
          <a:prstDash val="solid"/>
        </a:ln>
      </c:spPr>
    </c:plotArea>
    <c:plotVisOnly val="1"/>
  </c:chart>
  <c:spPr>
    <a:solidFill xmlns:a="http://schemas.openxmlformats.org/drawingml/2006/main">
      <a:srgbClr val="FFFFFF"/>
    </a:solidFill>
    <a:ln xmlns:a="http://schemas.openxmlformats.org/drawingml/2006/main" w="0">
      <a:noFill/>
      <a:prstDash val="solid"/>
    </a:ln>
  </c:spPr>
</c:chartSpace>
</file>

<file path=ppt/main_figures/Fig14/ppt/slides/charts/chart5.xml><?xml version="1.0" encoding="utf-8"?>
<c:chartSpace xmlns:c="http://schemas.openxmlformats.org/drawingml/2006/chart">
  <c:lang val="en-US"/>
  <c:chart>
    <c:plotArea>
      <c:lineChart>
        <c:grouping val="standard"/>
        <c:varyColors val="0"/>
        <c:ser>
          <c:idx val="0"/>
          <c:order val="0"/>
          <c:tx>
            <c:v>Mean</c:v>
          </c:tx>
          <c:spPr>
            <a:ln xmlns:a="http://schemas.openxmlformats.org/drawingml/2006/main" w="19050">
              <a:solidFill>
                <a:srgbClr val="009E73"/>
              </a:solidFill>
              <a:prstDash val="solid"/>
            </a:ln>
          </c:spPr>
          <c:marker>
            <c:symbol val="circle"/>
            <c:size val="7"/>
            <c:spPr>
              <a:solidFill xmlns:a="http://schemas.openxmlformats.org/drawingml/2006/main">
                <a:srgbClr val="009E73"/>
              </a:solidFill>
            </c:spPr>
          </c:marker>
          <c:cat>
            <c:strLit>
              <c:ptCount val="4"/>
              <c:pt idx="0">
                <c:v>P</c:v>
              </c:pt>
              <c:pt idx="1">
                <c:v>R2</c:v>
              </c:pt>
              <c:pt idx="2">
                <c:v>R20</c:v>
              </c:pt>
              <c:pt idx="3">
                <c:v>R100</c:v>
              </c:pt>
            </c:strLit>
          </c:cat>
          <c:val>
            <c:numLit>
              <c:formatCode>0</c:formatCode>
              <c:ptCount val="4"/>
              <c:pt idx="0">
                <c:v>0</c:v>
              </c:pt>
              <c:pt idx="1">
                <c:v>0.6918776439253216</c:v>
              </c:pt>
              <c:pt idx="2">
                <c:v>2.809644830993792</c:v>
              </c:pt>
              <c:pt idx="3">
                <c:v>3.1901284051912193</c:v>
              </c:pt>
            </c:numLit>
          </c:val>
          <c:smooth val="0"/>
        </c:ser>
        <c:ser>
          <c:idx val="1"/>
          <c:order val="1"/>
          <c:tx>
            <c:v>Maximum</c:v>
          </c:tx>
          <c:spPr>
            <a:ln xmlns:a="http://schemas.openxmlformats.org/drawingml/2006/main" w="19050">
              <a:solidFill>
                <a:srgbClr val="D55E00"/>
              </a:solidFill>
              <a:prstDash val="dash"/>
            </a:ln>
          </c:spPr>
          <c:marker>
            <c:symbol val="square"/>
            <c:size val="7"/>
            <c:spPr>
              <a:solidFill xmlns:a="http://schemas.openxmlformats.org/drawingml/2006/main">
                <a:srgbClr val="D55E00"/>
              </a:solidFill>
            </c:spPr>
          </c:marker>
          <c:cat>
            <c:strLit>
              <c:ptCount val="4"/>
              <c:pt idx="0">
                <c:v>P</c:v>
              </c:pt>
              <c:pt idx="1">
                <c:v>R2</c:v>
              </c:pt>
              <c:pt idx="2">
                <c:v>R20</c:v>
              </c:pt>
              <c:pt idx="3">
                <c:v>R100</c:v>
              </c:pt>
            </c:strLit>
          </c:cat>
          <c:val>
            <c:numLit>
              <c:formatCode>0</c:formatCode>
              <c:ptCount val="4"/>
              <c:pt idx="0">
                <c:v>0</c:v>
              </c:pt>
              <c:pt idx="1">
                <c:v>4.8864820122610775</c:v>
              </c:pt>
              <c:pt idx="2">
                <c:v>14.281121194384355</c:v>
              </c:pt>
              <c:pt idx="3">
                <c:v>14.281121194384355</c:v>
              </c:pt>
            </c:numLit>
          </c:val>
          <c:smooth val="0"/>
        </c:ser>
        <c:dLbls>
          <c:txPr>
            <a:bodyPr xmlns:a="http://schemas.openxmlformats.org/drawingml/2006/main" anchorCtr="1"/>
            <a:lstStyle xmlns:a="http://schemas.openxmlformats.org/drawingml/2006/main"/>
            <a:p xmlns:a="http://schemas.openxmlformats.org/drawingml/2006/main">
              <a:pPr>
                <a:defRPr>
                  <a:latin typeface="Arial"/>
                  <a:ea typeface="Arial"/>
                  <a:cs typeface="Arial"/>
                </a:defRPr>
              </a:pPr>
            </a:p>
          </c:txPr>
          <c:showLegendKey val="0"/>
          <c:showVal val="0"/>
          <c:showCatName val="0"/>
          <c:showSerName val="0"/>
          <c:showPercent val="0"/>
          <c:showBubbleSize val="0"/>
          <c:showLeaderLines val="0"/>
        </c:dLbls>
        <c:smooth val="0"/>
        <c:axId val="48650112"/>
        <c:axId val="48672768"/>
      </c:lineChart>
      <c:catAx>
        <c:axId val="48650112"/>
        <c:scaling>
          <c:orientation val="minMax"/>
        </c:scaling>
        <c:delete val="0"/>
        <c:axPos val="b"/>
        <c:numFmt formatCode="General"/>
        <c:majorTickMark val="none"/>
        <c:minorTickMark val="none"/>
        <c:spPr>
          <a:ln xmlns:a="http://schemas.openxmlformats.org/drawingml/2006/main" w="7620">
            <a:solidFill>
              <a:srgbClr val="263238"/>
            </a:solidFill>
            <a:prstDash val="solid"/>
          </a:ln>
        </c:spPr>
        <c:txPr>
          <a:bodyPr xmlns:a="http://schemas.openxmlformats.org/drawingml/2006/main" anchorCtr="1"/>
          <a:lstStyle xmlns:a="http://schemas.openxmlformats.org/drawingml/2006/main"/>
          <a:p xmlns:a="http://schemas.openxmlformats.org/drawingml/2006/main">
            <a:pPr>
              <a:defRPr sz="1275">
                <a:solidFill>
                  <a:srgbClr val="263238"/>
                </a:solidFill>
                <a:latin typeface="Arial"/>
                <a:ea typeface="Arial"/>
                <a:cs typeface="Arial"/>
              </a:defRPr>
            </a:pPr>
          </a:p>
        </c:txPr>
        <c:crossAx val="48672768"/>
      </c:catAx>
      <c:valAx>
        <c:axId val="48672768"/>
        <c:scaling>
          <c:orientation val="minMax"/>
          <c:max val="35"/>
          <c:min val="0"/>
        </c:scaling>
        <c:delete val="0"/>
        <c:axPos val="l"/>
        <c:majorGridlines>
          <c:spPr>
            <a:ln xmlns:a="http://schemas.openxmlformats.org/drawingml/2006/main" w="5715">
              <a:solidFill>
                <a:srgbClr val="D9DFE3"/>
              </a:solidFill>
              <a:prstDash val="solid"/>
            </a:ln>
          </c:spPr>
        </c:majorGridlines>
        <c:title>
          <c:tx>
            <c:rich>
              <a:bodyPr xmlns:a="http://schemas.openxmlformats.org/drawingml/2006/main"/>
              <a:lstStyle xmlns:a="http://schemas.openxmlformats.org/drawingml/2006/main"/>
              <a:p xmlns:a="http://schemas.openxmlformats.org/drawingml/2006/main">
                <a:r>
                  <a:rPr sz="1275">
                    <a:solidFill>
                      <a:srgbClr val="263238"/>
                    </a:solidFill>
                    <a:latin typeface="Arial"/>
                    <a:ea typeface="Arial"/>
                    <a:cs typeface="Arial"/>
                  </a:rPr>
                  <a:t>NMLE (% scalar range)</a:t>
                </a:r>
              </a:p>
            </c:rich>
          </c:tx>
          <c:overlay val="0"/>
          <c:txPr>
            <a:bodyPr xmlns:a="http://schemas.openxmlformats.org/drawingml/2006/main" anchorCtr="1"/>
            <a:lstStyle xmlns:a="http://schemas.openxmlformats.org/drawingml/2006/main"/>
            <a:p xmlns:a="http://schemas.openxmlformats.org/drawingml/2006/main">
              <a:pPr>
                <a:defRPr sz="1275">
                  <a:solidFill>
                    <a:srgbClr val="263238"/>
                  </a:solidFill>
                  <a:latin typeface="Arial"/>
                  <a:ea typeface="Arial"/>
                  <a:cs typeface="Arial"/>
                </a:defRPr>
              </a:pPr>
            </a:p>
          </c:txPr>
        </c:title>
        <c:numFmt formatCode="0"/>
        <c:majorTickMark val="none"/>
        <c:minorTickMark val="none"/>
        <c:spPr>
          <a:ln xmlns:a="http://schemas.openxmlformats.org/drawingml/2006/main" w="7620">
            <a:solidFill>
              <a:srgbClr val="263238"/>
            </a:solidFill>
            <a:prstDash val="solid"/>
          </a:ln>
        </c:spPr>
        <c:txPr>
          <a:bodyPr xmlns:a="http://schemas.openxmlformats.org/drawingml/2006/main" anchorCtr="1"/>
          <a:lstStyle xmlns:a="http://schemas.openxmlformats.org/drawingml/2006/main"/>
          <a:p xmlns:a="http://schemas.openxmlformats.org/drawingml/2006/main">
            <a:pPr>
              <a:defRPr sz="1200">
                <a:solidFill>
                  <a:srgbClr val="263238"/>
                </a:solidFill>
                <a:latin typeface="Arial"/>
                <a:ea typeface="Arial"/>
                <a:cs typeface="Arial"/>
              </a:defRPr>
            </a:pPr>
          </a:p>
        </c:txPr>
        <c:crossAx val="48650112"/>
        <c:crossBetween val="between"/>
        <c:majorUnit val="10"/>
      </c:valAx>
      <c:spPr>
        <a:solidFill xmlns:a="http://schemas.openxmlformats.org/drawingml/2006/main">
          <a:srgbClr val="FFFFFF"/>
        </a:solidFill>
        <a:ln xmlns:a="http://schemas.openxmlformats.org/drawingml/2006/main" w="0">
          <a:noFill/>
          <a:prstDash val="solid"/>
        </a:ln>
      </c:spPr>
    </c:plotArea>
    <c:legend>
      <c:legendPos val="b"/>
      <c:overlay val="0"/>
      <c:txPr>
        <a:bodyPr xmlns:a="http://schemas.openxmlformats.org/drawingml/2006/main" anchorCtr="1"/>
        <a:lstStyle xmlns:a="http://schemas.openxmlformats.org/drawingml/2006/main"/>
        <a:p xmlns:a="http://schemas.openxmlformats.org/drawingml/2006/main">
          <a:pPr>
            <a:defRPr sz="1200">
              <a:solidFill>
                <a:srgbClr val="263238"/>
              </a:solidFill>
              <a:latin typeface="Arial"/>
              <a:ea typeface="Arial"/>
              <a:cs typeface="Arial"/>
            </a:defRPr>
          </a:pPr>
        </a:p>
      </c:txPr>
    </c:legend>
    <c:plotVisOnly val="1"/>
  </c:chart>
  <c:spPr>
    <a:solidFill xmlns:a="http://schemas.openxmlformats.org/drawingml/2006/main">
      <a:srgbClr val="FFFFFF"/>
    </a:solidFill>
    <a:ln xmlns:a="http://schemas.openxmlformats.org/drawingml/2006/main" w="0">
      <a:noFill/>
      <a:prstDash val="solid"/>
    </a:ln>
  </c:spPr>
</c:chartSpace>
</file>

<file path=ppt/main_figures/Fig14/ppt/slides/charts/chart6.xml><?xml version="1.0" encoding="utf-8"?>
<c:chartSpace xmlns:c="http://schemas.openxmlformats.org/drawingml/2006/chart">
  <c:lang val="en-US"/>
  <c:chart>
    <c:plotArea>
      <c:lineChart>
        <c:grouping val="standard"/>
        <c:varyColors val="0"/>
        <c:ser>
          <c:idx val="0"/>
          <c:order val="0"/>
          <c:tx>
            <c:v>Spatial</c:v>
          </c:tx>
          <c:spPr>
            <a:ln xmlns:a="http://schemas.openxmlformats.org/drawingml/2006/main" w="19050">
              <a:solidFill>
                <a:srgbClr val="D55E00"/>
              </a:solidFill>
              <a:prstDash val="solid"/>
            </a:ln>
          </c:spPr>
          <c:marker>
            <c:symbol val="circle"/>
            <c:size val="7"/>
            <c:spPr>
              <a:solidFill xmlns:a="http://schemas.openxmlformats.org/drawingml/2006/main">
                <a:srgbClr val="D55E00"/>
              </a:solidFill>
            </c:spPr>
          </c:marker>
          <c:cat>
            <c:strLit>
              <c:ptCount val="4"/>
              <c:pt idx="0">
                <c:v>P</c:v>
              </c:pt>
              <c:pt idx="1">
                <c:v>R2</c:v>
              </c:pt>
              <c:pt idx="2">
                <c:v>R20</c:v>
              </c:pt>
              <c:pt idx="3">
                <c:v>R100</c:v>
              </c:pt>
            </c:strLit>
          </c:cat>
          <c:val>
            <c:numLit>
              <c:formatCode>0</c:formatCode>
              <c:ptCount val="4"/>
              <c:pt idx="0">
                <c:v>37.26533166458073</c:v>
              </c:pt>
              <c:pt idx="1">
                <c:v>19.30538172715895</c:v>
              </c:pt>
              <c:pt idx="2">
                <c:v>18.92991239048811</c:v>
              </c:pt>
              <c:pt idx="3">
                <c:v>18.961201501877348</c:v>
              </c:pt>
            </c:numLit>
          </c:val>
          <c:smooth val="0"/>
        </c:ser>
        <c:ser>
          <c:idx val="1"/>
          <c:order val="1"/>
          <c:tx>
            <c:v>Projected</c:v>
          </c:tx>
          <c:spPr>
            <a:ln xmlns:a="http://schemas.openxmlformats.org/drawingml/2006/main" w="19050">
              <a:solidFill>
                <a:srgbClr val="009E73"/>
              </a:solidFill>
              <a:prstDash val="solid"/>
            </a:ln>
          </c:spPr>
          <c:marker>
            <c:symbol val="circle"/>
            <c:size val="7"/>
            <c:spPr>
              <a:solidFill xmlns:a="http://schemas.openxmlformats.org/drawingml/2006/main">
                <a:srgbClr val="009E73"/>
              </a:solidFill>
            </c:spPr>
          </c:marker>
          <c:cat>
            <c:strLit>
              <c:ptCount val="4"/>
              <c:pt idx="0">
                <c:v>P</c:v>
              </c:pt>
              <c:pt idx="1">
                <c:v>R2</c:v>
              </c:pt>
              <c:pt idx="2">
                <c:v>R20</c:v>
              </c:pt>
              <c:pt idx="3">
                <c:v>R100</c:v>
              </c:pt>
            </c:strLit>
          </c:cat>
          <c:val>
            <c:numLit>
              <c:formatCode>0</c:formatCode>
              <c:ptCount val="4"/>
              <c:pt idx="0">
                <c:v>29.65235173824131</c:v>
              </c:pt>
              <c:pt idx="1">
                <c:v>4.192229038854806</c:v>
              </c:pt>
              <c:pt idx="2">
                <c:v>3.6809815950920246</c:v>
              </c:pt>
              <c:pt idx="3">
                <c:v>3.6468984321745057</c:v>
              </c:pt>
            </c:numLit>
          </c:val>
          <c:smooth val="0"/>
        </c:ser>
        <c:ser>
          <c:idx val="2"/>
          <c:order val="2"/>
          <c:tx>
            <c:v>Exact projection, spatial</c:v>
          </c:tx>
          <c:spPr>
            <a:ln xmlns:a="http://schemas.openxmlformats.org/drawingml/2006/main" w="11430">
              <a:solidFill>
                <a:srgbClr val="7B8790"/>
              </a:solidFill>
              <a:prstDash val="dash"/>
            </a:ln>
          </c:spPr>
          <c:marker>
            <c:symbol val="none"/>
          </c:marker>
          <c:cat>
            <c:strLit>
              <c:ptCount val="4"/>
              <c:pt idx="0">
                <c:v>P</c:v>
              </c:pt>
              <c:pt idx="1">
                <c:v>R2</c:v>
              </c:pt>
              <c:pt idx="2">
                <c:v>R20</c:v>
              </c:pt>
              <c:pt idx="3">
                <c:v>R100</c:v>
              </c:pt>
            </c:strLit>
          </c:cat>
          <c:val>
            <c:numLit>
              <c:formatCode>0</c:formatCode>
              <c:ptCount val="4"/>
              <c:pt idx="0">
                <c:v>18.867334167709636</c:v>
              </c:pt>
              <c:pt idx="1">
                <c:v>18.867334167709636</c:v>
              </c:pt>
              <c:pt idx="2">
                <c:v>18.867334167709636</c:v>
              </c:pt>
              <c:pt idx="3">
                <c:v>18.867334167709636</c:v>
              </c:pt>
            </c:numLit>
          </c:val>
          <c:smooth val="0"/>
        </c:ser>
        <c:dLbls>
          <c:txPr>
            <a:bodyPr xmlns:a="http://schemas.openxmlformats.org/drawingml/2006/main" anchorCtr="1"/>
            <a:lstStyle xmlns:a="http://schemas.openxmlformats.org/drawingml/2006/main"/>
            <a:p xmlns:a="http://schemas.openxmlformats.org/drawingml/2006/main">
              <a:pPr>
                <a:defRPr>
                  <a:latin typeface="Arial"/>
                  <a:ea typeface="Arial"/>
                  <a:cs typeface="Arial"/>
                </a:defRPr>
              </a:pPr>
            </a:p>
          </c:txPr>
          <c:showLegendKey val="0"/>
          <c:showVal val="0"/>
          <c:showCatName val="0"/>
          <c:showSerName val="0"/>
          <c:showPercent val="0"/>
          <c:showBubbleSize val="0"/>
          <c:showLeaderLines val="0"/>
        </c:dLbls>
        <c:smooth val="0"/>
        <c:axId val="48650112"/>
        <c:axId val="48672768"/>
      </c:lineChart>
      <c:catAx>
        <c:axId val="48650112"/>
        <c:scaling>
          <c:orientation val="minMax"/>
        </c:scaling>
        <c:delete val="0"/>
        <c:axPos val="b"/>
        <c:numFmt formatCode="General"/>
        <c:majorTickMark val="none"/>
        <c:minorTickMark val="none"/>
        <c:spPr>
          <a:ln xmlns:a="http://schemas.openxmlformats.org/drawingml/2006/main" w="7620">
            <a:solidFill>
              <a:srgbClr val="263238"/>
            </a:solidFill>
            <a:prstDash val="solid"/>
          </a:ln>
        </c:spPr>
        <c:txPr>
          <a:bodyPr xmlns:a="http://schemas.openxmlformats.org/drawingml/2006/main" anchorCtr="1"/>
          <a:lstStyle xmlns:a="http://schemas.openxmlformats.org/drawingml/2006/main"/>
          <a:p xmlns:a="http://schemas.openxmlformats.org/drawingml/2006/main">
            <a:pPr>
              <a:defRPr sz="1275">
                <a:solidFill>
                  <a:srgbClr val="263238"/>
                </a:solidFill>
                <a:latin typeface="Arial"/>
                <a:ea typeface="Arial"/>
                <a:cs typeface="Arial"/>
              </a:defRPr>
            </a:pPr>
          </a:p>
        </c:txPr>
        <c:crossAx val="48672768"/>
      </c:catAx>
      <c:valAx>
        <c:axId val="48672768"/>
        <c:scaling>
          <c:orientation val="minMax"/>
          <c:max val="60"/>
          <c:min val="0"/>
        </c:scaling>
        <c:delete val="0"/>
        <c:axPos val="l"/>
        <c:majorGridlines>
          <c:spPr>
            <a:ln xmlns:a="http://schemas.openxmlformats.org/drawingml/2006/main" w="5715">
              <a:solidFill>
                <a:srgbClr val="D9DFE3"/>
              </a:solidFill>
              <a:prstDash val="solid"/>
            </a:ln>
          </c:spPr>
        </c:majorGridlines>
        <c:title>
          <c:tx>
            <c:rich>
              <a:bodyPr xmlns:a="http://schemas.openxmlformats.org/drawingml/2006/main"/>
              <a:lstStyle xmlns:a="http://schemas.openxmlformats.org/drawingml/2006/main"/>
              <a:p xmlns:a="http://schemas.openxmlformats.org/drawingml/2006/main">
                <a:r>
                  <a:rPr sz="1275">
                    <a:solidFill>
                      <a:srgbClr val="263238"/>
                    </a:solidFill>
                    <a:latin typeface="Arial"/>
                    <a:ea typeface="Arial"/>
                    <a:cs typeface="Arial"/>
                  </a:rPr>
                  <a:t>ME (% clear events)</a:t>
                </a:r>
              </a:p>
            </c:rich>
          </c:tx>
          <c:overlay val="0"/>
          <c:txPr>
            <a:bodyPr xmlns:a="http://schemas.openxmlformats.org/drawingml/2006/main" anchorCtr="1"/>
            <a:lstStyle xmlns:a="http://schemas.openxmlformats.org/drawingml/2006/main"/>
            <a:p xmlns:a="http://schemas.openxmlformats.org/drawingml/2006/main">
              <a:pPr>
                <a:defRPr sz="1275">
                  <a:solidFill>
                    <a:srgbClr val="263238"/>
                  </a:solidFill>
                  <a:latin typeface="Arial"/>
                  <a:ea typeface="Arial"/>
                  <a:cs typeface="Arial"/>
                </a:defRPr>
              </a:pPr>
            </a:p>
          </c:txPr>
        </c:title>
        <c:numFmt formatCode="0"/>
        <c:majorTickMark val="none"/>
        <c:minorTickMark val="none"/>
        <c:spPr>
          <a:ln xmlns:a="http://schemas.openxmlformats.org/drawingml/2006/main" w="7620">
            <a:solidFill>
              <a:srgbClr val="263238"/>
            </a:solidFill>
            <a:prstDash val="solid"/>
          </a:ln>
        </c:spPr>
        <c:txPr>
          <a:bodyPr xmlns:a="http://schemas.openxmlformats.org/drawingml/2006/main" anchorCtr="1"/>
          <a:lstStyle xmlns:a="http://schemas.openxmlformats.org/drawingml/2006/main"/>
          <a:p xmlns:a="http://schemas.openxmlformats.org/drawingml/2006/main">
            <a:pPr>
              <a:defRPr sz="1200">
                <a:solidFill>
                  <a:srgbClr val="263238"/>
                </a:solidFill>
                <a:latin typeface="Arial"/>
                <a:ea typeface="Arial"/>
                <a:cs typeface="Arial"/>
              </a:defRPr>
            </a:pPr>
          </a:p>
        </c:txPr>
        <c:crossAx val="48650112"/>
        <c:crossBetween val="between"/>
        <c:majorUnit val="20"/>
      </c:valAx>
      <c:spPr>
        <a:solidFill xmlns:a="http://schemas.openxmlformats.org/drawingml/2006/main">
          <a:srgbClr val="FFFFFF"/>
        </a:solidFill>
        <a:ln xmlns:a="http://schemas.openxmlformats.org/drawingml/2006/main" w="0">
          <a:noFill/>
          <a:prstDash val="solid"/>
        </a:ln>
      </c:spPr>
    </c:plotArea>
    <c:legend>
      <c:legendPos val="b"/>
      <c:overlay val="0"/>
      <c:txPr>
        <a:bodyPr xmlns:a="http://schemas.openxmlformats.org/drawingml/2006/main" anchorCtr="1"/>
        <a:lstStyle xmlns:a="http://schemas.openxmlformats.org/drawingml/2006/main"/>
        <a:p xmlns:a="http://schemas.openxmlformats.org/drawingml/2006/main">
          <a:pPr>
            <a:defRPr sz="1200">
              <a:solidFill>
                <a:srgbClr val="263238"/>
              </a:solidFill>
              <a:latin typeface="Arial"/>
              <a:ea typeface="Arial"/>
              <a:cs typeface="Arial"/>
            </a:defRPr>
          </a:pPr>
        </a:p>
      </c:txPr>
    </c:legend>
    <c:plotVisOnly val="1"/>
  </c:chart>
  <c:spPr>
    <a:solidFill xmlns:a="http://schemas.openxmlformats.org/drawingml/2006/main">
      <a:srgbClr val="FFFFFF"/>
    </a:solidFill>
    <a:ln xmlns:a="http://schemas.openxmlformats.org/drawingml/2006/main" w="0">
      <a:noFill/>
      <a:prstDash val="solid"/>
    </a:ln>
  </c:spPr>
</c:chartSpace>
</file>

<file path=ppt/main_figures/Fig14/ppt/slides/slide1.xml><?xml version="1.0" encoding="utf-8"?>
<p:sld xmlns:p="http://schemas.openxmlformats.org/presentationml/2006/main">
  <p:cSld>
    <p:bg>
      <p:bgPr>
        <a:solidFill xmlns:a="http://schemas.openxmlformats.org/drawingml/2006/main">
          <a:srgbClr val="FFFFFF"/>
        </a:solidFill>
      </p:bgPr>
    </p:bg>
    <p:spTree>
      <p:nvGrpSpPr>
        <p:cNvPr id="1" name=""/>
        <p:cNvGrpSpPr/>
        <p:nvPr/>
      </p:nvGrpSpPr>
      <p:grpSpPr>
        <a:xfrm xmlns:a="http://schemas.openxmlformats.org/drawingml/2006/main"/>
      </p:grpSpPr>
      <p:sp>
        <p:nvSpPr>
          <p:cNvPr id="15" name="(a) Reference order error">
            <a:extLst xmlns:a="http://schemas.openxmlformats.org/drawingml/2006/main">
              <a:ext uri="{FF2B5EF4-FFF2-40B4-BE49-F238E27FC236}">
                <a16:creationId xmlns:a16="http://schemas.microsoft.com/office/drawing/2014/main" id="{C802AD6F-E603-4B8A-B201-D893DF94363D}"/>
              </a:ext>
            </a:extLst>
          </p:cNvPr>
          <p:cNvSpPr>
            <a:spLocks xmlns:a="http://schemas.openxmlformats.org/drawingml/2006/main" noGrp="1"/>
          </p:cNvSpPr>
          <p:nvPr/>
        </p:nvSpPr>
        <p:spPr>
          <a:xfrm xmlns:a="http://schemas.openxmlformats.org/drawingml/2006/main">
            <a:off x="238125" y="38100"/>
            <a:ext cx="4000500" cy="2857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oAutofit/>
          </a:bodyPr>
          <a:lstStyle xmlns:a="http://schemas.openxmlformats.org/drawingml/2006/main">
            <a:defPPr>
              <a:defRPr sz="1725" b="1">
                <a:solidFill>
                  <a:srgbClr val="263238"/>
                </a:solidFill>
                <a:latin typeface="Arial"/>
                <a:ea typeface="Arial"/>
                <a:cs typeface="Arial"/>
              </a:defRPr>
            </a:defPPr>
            <a:lvl1pPr>
              <a:defRPr sz="1725" b="1">
                <a:solidFill>
                  <a:srgbClr val="263238"/>
                </a:solidFill>
                <a:latin typeface="Arial"/>
                <a:ea typeface="Arial"/>
                <a:cs typeface="Arial"/>
              </a:defRPr>
            </a:lvl1pPr>
            <a:lvl2pPr>
              <a:defRPr sz="1725" b="1">
                <a:solidFill>
                  <a:srgbClr val="263238"/>
                </a:solidFill>
                <a:latin typeface="Arial"/>
                <a:ea typeface="Arial"/>
                <a:cs typeface="Arial"/>
              </a:defRPr>
            </a:lvl2pPr>
            <a:lvl3pPr>
              <a:defRPr sz="1725" b="1">
                <a:solidFill>
                  <a:srgbClr val="263238"/>
                </a:solidFill>
                <a:latin typeface="Arial"/>
                <a:ea typeface="Arial"/>
                <a:cs typeface="Arial"/>
              </a:defRPr>
            </a:lvl3pPr>
            <a:lvl4pPr>
              <a:defRPr sz="1725" b="1">
                <a:solidFill>
                  <a:srgbClr val="263238"/>
                </a:solidFill>
                <a:latin typeface="Arial"/>
                <a:ea typeface="Arial"/>
                <a:cs typeface="Arial"/>
              </a:defRPr>
            </a:lvl4pPr>
            <a:lvl5pPr>
              <a:defRPr sz="1725" b="1">
                <a:solidFill>
                  <a:srgbClr val="263238"/>
                </a:solidFill>
                <a:latin typeface="Arial"/>
                <a:ea typeface="Arial"/>
                <a:cs typeface="Arial"/>
              </a:defRPr>
            </a:lvl5pPr>
            <a:lvl6pPr>
              <a:defRPr sz="1725" b="1">
                <a:solidFill>
                  <a:srgbClr val="263238"/>
                </a:solidFill>
                <a:latin typeface="Arial"/>
                <a:ea typeface="Arial"/>
                <a:cs typeface="Arial"/>
              </a:defRPr>
            </a:lvl6pPr>
            <a:lvl7pPr>
              <a:defRPr sz="1725" b="1">
                <a:solidFill>
                  <a:srgbClr val="263238"/>
                </a:solidFill>
                <a:latin typeface="Arial"/>
                <a:ea typeface="Arial"/>
                <a:cs typeface="Arial"/>
              </a:defRPr>
            </a:lvl7pPr>
            <a:lvl8pPr>
              <a:defRPr sz="1725" b="1">
                <a:solidFill>
                  <a:srgbClr val="263238"/>
                </a:solidFill>
                <a:latin typeface="Arial"/>
                <a:ea typeface="Arial"/>
                <a:cs typeface="Arial"/>
              </a:defRPr>
            </a:lvl8pPr>
            <a:lvl9pPr>
              <a:defRPr sz="1725" b="1">
                <a:solidFill>
                  <a:srgbClr val="263238"/>
                </a:solidFill>
                <a:latin typeface="Arial"/>
                <a:ea typeface="Arial"/>
                <a:cs typeface="Arial"/>
              </a:defRPr>
            </a:lvl9pPr>
          </a:lstStyle>
          <a:p xmlns:a="http://schemas.openxmlformats.org/drawingml/2006/main">
            <a:pPr>
              <a:defRPr sz="1725" b="1">
                <a:solidFill>
                  <a:srgbClr val="263238"/>
                </a:solidFill>
                <a:latin typeface="Arial"/>
                <a:ea typeface="Arial"/>
                <a:cs typeface="Arial"/>
              </a:defRPr>
            </a:pPr>
            <a:r>
              <a:rPr sz="1725" b="1">
                <a:solidFill>
                  <a:srgbClr val="263238"/>
                </a:solidFill>
                <a:latin typeface="Arial"/>
                <a:ea typeface="Arial"/>
                <a:cs typeface="Arial"/>
              </a:rPr>
              <a:t>(a) Reference order error</a:t>
            </a:r>
          </a:p>
        </p:txBody>
      </p:sp>
      <p:sp>
        <p:nvSpPr>
          <p:cNvPr id="2" name="(b) Scalar cost">
            <a:extLst xmlns:a="http://schemas.openxmlformats.org/drawingml/2006/main">
              <a:ext uri="{FF2B5EF4-FFF2-40B4-BE49-F238E27FC236}">
                <a16:creationId xmlns:a16="http://schemas.microsoft.com/office/drawing/2014/main" id="{9567A973-3B0D-4B12-BEB5-8267E19D6B54}"/>
              </a:ext>
            </a:extLst>
          </p:cNvPr>
          <p:cNvSpPr>
            <a:spLocks xmlns:a="http://schemas.openxmlformats.org/drawingml/2006/main" noGrp="1"/>
          </p:cNvSpPr>
          <p:nvPr/>
        </p:nvSpPr>
        <p:spPr>
          <a:xfrm xmlns:a="http://schemas.openxmlformats.org/drawingml/2006/main">
            <a:off x="4448175" y="38100"/>
            <a:ext cx="4000500" cy="2857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oAutofit/>
          </a:bodyPr>
          <a:lstStyle xmlns:a="http://schemas.openxmlformats.org/drawingml/2006/main">
            <a:defPPr>
              <a:defRPr sz="1725" b="1">
                <a:solidFill>
                  <a:srgbClr val="263238"/>
                </a:solidFill>
                <a:latin typeface="Arial"/>
                <a:ea typeface="Arial"/>
                <a:cs typeface="Arial"/>
              </a:defRPr>
            </a:defPPr>
            <a:lvl1pPr>
              <a:defRPr sz="1725" b="1">
                <a:solidFill>
                  <a:srgbClr val="263238"/>
                </a:solidFill>
                <a:latin typeface="Arial"/>
                <a:ea typeface="Arial"/>
                <a:cs typeface="Arial"/>
              </a:defRPr>
            </a:lvl1pPr>
            <a:lvl2pPr>
              <a:defRPr sz="1725" b="1">
                <a:solidFill>
                  <a:srgbClr val="263238"/>
                </a:solidFill>
                <a:latin typeface="Arial"/>
                <a:ea typeface="Arial"/>
                <a:cs typeface="Arial"/>
              </a:defRPr>
            </a:lvl2pPr>
            <a:lvl3pPr>
              <a:defRPr sz="1725" b="1">
                <a:solidFill>
                  <a:srgbClr val="263238"/>
                </a:solidFill>
                <a:latin typeface="Arial"/>
                <a:ea typeface="Arial"/>
                <a:cs typeface="Arial"/>
              </a:defRPr>
            </a:lvl3pPr>
            <a:lvl4pPr>
              <a:defRPr sz="1725" b="1">
                <a:solidFill>
                  <a:srgbClr val="263238"/>
                </a:solidFill>
                <a:latin typeface="Arial"/>
                <a:ea typeface="Arial"/>
                <a:cs typeface="Arial"/>
              </a:defRPr>
            </a:lvl4pPr>
            <a:lvl5pPr>
              <a:defRPr sz="1725" b="1">
                <a:solidFill>
                  <a:srgbClr val="263238"/>
                </a:solidFill>
                <a:latin typeface="Arial"/>
                <a:ea typeface="Arial"/>
                <a:cs typeface="Arial"/>
              </a:defRPr>
            </a:lvl5pPr>
            <a:lvl6pPr>
              <a:defRPr sz="1725" b="1">
                <a:solidFill>
                  <a:srgbClr val="263238"/>
                </a:solidFill>
                <a:latin typeface="Arial"/>
                <a:ea typeface="Arial"/>
                <a:cs typeface="Arial"/>
              </a:defRPr>
            </a:lvl6pPr>
            <a:lvl7pPr>
              <a:defRPr sz="1725" b="1">
                <a:solidFill>
                  <a:srgbClr val="263238"/>
                </a:solidFill>
                <a:latin typeface="Arial"/>
                <a:ea typeface="Arial"/>
                <a:cs typeface="Arial"/>
              </a:defRPr>
            </a:lvl7pPr>
            <a:lvl8pPr>
              <a:defRPr sz="1725" b="1">
                <a:solidFill>
                  <a:srgbClr val="263238"/>
                </a:solidFill>
                <a:latin typeface="Arial"/>
                <a:ea typeface="Arial"/>
                <a:cs typeface="Arial"/>
              </a:defRPr>
            </a:lvl8pPr>
            <a:lvl9pPr>
              <a:defRPr sz="1725" b="1">
                <a:solidFill>
                  <a:srgbClr val="263238"/>
                </a:solidFill>
                <a:latin typeface="Arial"/>
                <a:ea typeface="Arial"/>
                <a:cs typeface="Arial"/>
              </a:defRPr>
            </a:lvl9pPr>
          </a:lstStyle>
          <a:p xmlns:a="http://schemas.openxmlformats.org/drawingml/2006/main">
            <a:pPr>
              <a:defRPr sz="1725" b="1">
                <a:solidFill>
                  <a:srgbClr val="263238"/>
                </a:solidFill>
                <a:latin typeface="Arial"/>
                <a:ea typeface="Arial"/>
                <a:cs typeface="Arial"/>
              </a:defRPr>
            </a:pPr>
            <a:r>
              <a:rPr sz="1725" b="1">
                <a:solidFill>
                  <a:srgbClr val="263238"/>
                </a:solidFill>
                <a:latin typeface="Arial"/>
                <a:ea typeface="Arial"/>
                <a:cs typeface="Arial"/>
              </a:rPr>
              <a:t>(b) Scalar cost</a:t>
            </a:r>
          </a:p>
        </p:txBody>
      </p:sp>
      <p:sp>
        <p:nvSpPr>
          <p:cNvPr id="3" name="(c) Motion error">
            <a:extLst xmlns:a="http://schemas.openxmlformats.org/drawingml/2006/main">
              <a:ext uri="{FF2B5EF4-FFF2-40B4-BE49-F238E27FC236}">
                <a16:creationId xmlns:a16="http://schemas.microsoft.com/office/drawing/2014/main" id="{860120D9-5A4B-4A0F-9923-F5F7575F85E4}"/>
              </a:ext>
            </a:extLst>
          </p:cNvPr>
          <p:cNvSpPr>
            <a:spLocks xmlns:a="http://schemas.openxmlformats.org/drawingml/2006/main" noGrp="1"/>
          </p:cNvSpPr>
          <p:nvPr/>
        </p:nvSpPr>
        <p:spPr>
          <a:xfrm xmlns:a="http://schemas.openxmlformats.org/drawingml/2006/main">
            <a:off x="8658225" y="38100"/>
            <a:ext cx="4000500" cy="2857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oAutofit/>
          </a:bodyPr>
          <a:lstStyle xmlns:a="http://schemas.openxmlformats.org/drawingml/2006/main">
            <a:defPPr>
              <a:defRPr sz="1725" b="1">
                <a:solidFill>
                  <a:srgbClr val="263238"/>
                </a:solidFill>
                <a:latin typeface="Arial"/>
                <a:ea typeface="Arial"/>
                <a:cs typeface="Arial"/>
              </a:defRPr>
            </a:defPPr>
            <a:lvl1pPr>
              <a:defRPr sz="1725" b="1">
                <a:solidFill>
                  <a:srgbClr val="263238"/>
                </a:solidFill>
                <a:latin typeface="Arial"/>
                <a:ea typeface="Arial"/>
                <a:cs typeface="Arial"/>
              </a:defRPr>
            </a:lvl1pPr>
            <a:lvl2pPr>
              <a:defRPr sz="1725" b="1">
                <a:solidFill>
                  <a:srgbClr val="263238"/>
                </a:solidFill>
                <a:latin typeface="Arial"/>
                <a:ea typeface="Arial"/>
                <a:cs typeface="Arial"/>
              </a:defRPr>
            </a:lvl2pPr>
            <a:lvl3pPr>
              <a:defRPr sz="1725" b="1">
                <a:solidFill>
                  <a:srgbClr val="263238"/>
                </a:solidFill>
                <a:latin typeface="Arial"/>
                <a:ea typeface="Arial"/>
                <a:cs typeface="Arial"/>
              </a:defRPr>
            </a:lvl3pPr>
            <a:lvl4pPr>
              <a:defRPr sz="1725" b="1">
                <a:solidFill>
                  <a:srgbClr val="263238"/>
                </a:solidFill>
                <a:latin typeface="Arial"/>
                <a:ea typeface="Arial"/>
                <a:cs typeface="Arial"/>
              </a:defRPr>
            </a:lvl4pPr>
            <a:lvl5pPr>
              <a:defRPr sz="1725" b="1">
                <a:solidFill>
                  <a:srgbClr val="263238"/>
                </a:solidFill>
                <a:latin typeface="Arial"/>
                <a:ea typeface="Arial"/>
                <a:cs typeface="Arial"/>
              </a:defRPr>
            </a:lvl5pPr>
            <a:lvl6pPr>
              <a:defRPr sz="1725" b="1">
                <a:solidFill>
                  <a:srgbClr val="263238"/>
                </a:solidFill>
                <a:latin typeface="Arial"/>
                <a:ea typeface="Arial"/>
                <a:cs typeface="Arial"/>
              </a:defRPr>
            </a:lvl6pPr>
            <a:lvl7pPr>
              <a:defRPr sz="1725" b="1">
                <a:solidFill>
                  <a:srgbClr val="263238"/>
                </a:solidFill>
                <a:latin typeface="Arial"/>
                <a:ea typeface="Arial"/>
                <a:cs typeface="Arial"/>
              </a:defRPr>
            </a:lvl7pPr>
            <a:lvl8pPr>
              <a:defRPr sz="1725" b="1">
                <a:solidFill>
                  <a:srgbClr val="263238"/>
                </a:solidFill>
                <a:latin typeface="Arial"/>
                <a:ea typeface="Arial"/>
                <a:cs typeface="Arial"/>
              </a:defRPr>
            </a:lvl8pPr>
            <a:lvl9pPr>
              <a:defRPr sz="1725" b="1">
                <a:solidFill>
                  <a:srgbClr val="263238"/>
                </a:solidFill>
                <a:latin typeface="Arial"/>
                <a:ea typeface="Arial"/>
                <a:cs typeface="Arial"/>
              </a:defRPr>
            </a:lvl9pPr>
          </a:lstStyle>
          <a:p xmlns:a="http://schemas.openxmlformats.org/drawingml/2006/main">
            <a:pPr>
              <a:defRPr sz="1725" b="1">
                <a:solidFill>
                  <a:srgbClr val="263238"/>
                </a:solidFill>
                <a:latin typeface="Arial"/>
                <a:ea typeface="Arial"/>
                <a:cs typeface="Arial"/>
              </a:defRPr>
            </a:pPr>
            <a:r>
              <a:rPr sz="1725" b="1">
                <a:solidFill>
                  <a:srgbClr val="263238"/>
                </a:solidFill>
                <a:latin typeface="Arial"/>
                <a:ea typeface="Arial"/>
                <a:cs typeface="Arial"/>
              </a:rPr>
              <a:t>(c) Motion error</a:t>
            </a:r>
          </a:p>
        </p:txBody>
      </p:sp>
      <p:sp>
        <p:nvSpPr>
          <p:cNvPr id="4" name="Tangaroa (201 frames)">
            <a:extLst xmlns:a="http://schemas.openxmlformats.org/drawingml/2006/main">
              <a:ext uri="{FF2B5EF4-FFF2-40B4-BE49-F238E27FC236}">
                <a16:creationId xmlns:a16="http://schemas.microsoft.com/office/drawing/2014/main" id="{AD6AF818-3FE1-4E25-AE35-37CFB56A2F39}"/>
              </a:ext>
            </a:extLst>
          </p:cNvPr>
          <p:cNvSpPr>
            <a:spLocks xmlns:a="http://schemas.openxmlformats.org/drawingml/2006/main" noGrp="1"/>
          </p:cNvSpPr>
          <p:nvPr/>
        </p:nvSpPr>
        <p:spPr>
          <a:xfrm xmlns:a="http://schemas.openxmlformats.org/drawingml/2006/main">
            <a:off x="228600" y="447675"/>
            <a:ext cx="3810000" cy="238125"/>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oAutofit/>
          </a:bodyPr>
          <a:lstStyle xmlns:a="http://schemas.openxmlformats.org/drawingml/2006/main">
            <a:defPPr>
              <a:defRPr sz="1500" b="1">
                <a:solidFill>
                  <a:srgbClr val="263238"/>
                </a:solidFill>
                <a:latin typeface="Arial"/>
                <a:ea typeface="Arial"/>
                <a:cs typeface="Arial"/>
              </a:defRPr>
            </a:defPPr>
            <a:lvl1pPr>
              <a:defRPr sz="1500" b="1">
                <a:solidFill>
                  <a:srgbClr val="263238"/>
                </a:solidFill>
                <a:latin typeface="Arial"/>
                <a:ea typeface="Arial"/>
                <a:cs typeface="Arial"/>
              </a:defRPr>
            </a:lvl1pPr>
            <a:lvl2pPr>
              <a:defRPr sz="1500" b="1">
                <a:solidFill>
                  <a:srgbClr val="263238"/>
                </a:solidFill>
                <a:latin typeface="Arial"/>
                <a:ea typeface="Arial"/>
                <a:cs typeface="Arial"/>
              </a:defRPr>
            </a:lvl2pPr>
            <a:lvl3pPr>
              <a:defRPr sz="1500" b="1">
                <a:solidFill>
                  <a:srgbClr val="263238"/>
                </a:solidFill>
                <a:latin typeface="Arial"/>
                <a:ea typeface="Arial"/>
                <a:cs typeface="Arial"/>
              </a:defRPr>
            </a:lvl3pPr>
            <a:lvl4pPr>
              <a:defRPr sz="1500" b="1">
                <a:solidFill>
                  <a:srgbClr val="263238"/>
                </a:solidFill>
                <a:latin typeface="Arial"/>
                <a:ea typeface="Arial"/>
                <a:cs typeface="Arial"/>
              </a:defRPr>
            </a:lvl4pPr>
            <a:lvl5pPr>
              <a:defRPr sz="1500" b="1">
                <a:solidFill>
                  <a:srgbClr val="263238"/>
                </a:solidFill>
                <a:latin typeface="Arial"/>
                <a:ea typeface="Arial"/>
                <a:cs typeface="Arial"/>
              </a:defRPr>
            </a:lvl5pPr>
            <a:lvl6pPr>
              <a:defRPr sz="1500" b="1">
                <a:solidFill>
                  <a:srgbClr val="263238"/>
                </a:solidFill>
                <a:latin typeface="Arial"/>
                <a:ea typeface="Arial"/>
                <a:cs typeface="Arial"/>
              </a:defRPr>
            </a:lvl6pPr>
            <a:lvl7pPr>
              <a:defRPr sz="1500" b="1">
                <a:solidFill>
                  <a:srgbClr val="263238"/>
                </a:solidFill>
                <a:latin typeface="Arial"/>
                <a:ea typeface="Arial"/>
                <a:cs typeface="Arial"/>
              </a:defRPr>
            </a:lvl7pPr>
            <a:lvl8pPr>
              <a:defRPr sz="1500" b="1">
                <a:solidFill>
                  <a:srgbClr val="263238"/>
                </a:solidFill>
                <a:latin typeface="Arial"/>
                <a:ea typeface="Arial"/>
                <a:cs typeface="Arial"/>
              </a:defRPr>
            </a:lvl8pPr>
            <a:lvl9pPr>
              <a:defRPr sz="1500" b="1">
                <a:solidFill>
                  <a:srgbClr val="263238"/>
                </a:solidFill>
                <a:latin typeface="Arial"/>
                <a:ea typeface="Arial"/>
                <a:cs typeface="Arial"/>
              </a:defRPr>
            </a:lvl9pPr>
          </a:lstStyle>
          <a:p xmlns:a="http://schemas.openxmlformats.org/drawingml/2006/main">
            <a:pPr>
              <a:defRPr sz="1500" b="1">
                <a:solidFill>
                  <a:srgbClr val="263238"/>
                </a:solidFill>
                <a:latin typeface="Arial"/>
                <a:ea typeface="Arial"/>
                <a:cs typeface="Arial"/>
              </a:defRPr>
            </a:pPr>
            <a:r>
              <a:rPr sz="1500" b="1">
                <a:solidFill>
                  <a:srgbClr val="263238"/>
                </a:solidFill>
                <a:latin typeface="Arial"/>
                <a:ea typeface="Arial"/>
                <a:cs typeface="Arial"/>
              </a:rPr>
              <a:t>Tangaroa (201 frames)</a:t>
            </a:r>
          </a:p>
        </p:txBody>
      </p:sp>
      <p:graphicFrame>
        <p:nvGraphicFramePr>
          <p:cNvPr id="5" name="Chart">
            <a:extLst xmlns:a="http://schemas.openxmlformats.org/drawingml/2006/main">
              <a:ext uri="{FF2B5EF4-FFF2-40B4-BE49-F238E27FC236}">
                <a16:creationId xmlns:a16="http://schemas.microsoft.com/office/drawing/2014/main" id="{40FDEC63-7C24-4C1B-97F5-FB5A071912A2}"/>
              </a:ext>
            </a:extLst>
          </p:cNvPr>
          <p:cNvGraphicFramePr/>
          <p:nvPr/>
        </p:nvGraphicFramePr>
        <p:xfrm>
          <a:off xmlns:a="http://schemas.openxmlformats.org/drawingml/2006/main" x="95250" y="695325"/>
          <a:ext xmlns:a="http://schemas.openxmlformats.org/drawingml/2006/main" cx="4076700" cy="2619375"/>
        </p:xfrm>
        <a:graphic xmlns:a="http://schemas.openxmlformats.org/drawingml/2006/main">
          <a:graphicData uri="http://schemas.openxmlformats.org/drawingml/2006/chart">
            <c:chart xmlns:r="http://schemas.openxmlformats.org/officeDocument/2006/relationships" xmlns:c="http://schemas.openxmlformats.org/drawingml/2006/chart" r:id="R7e059928ce994f9f"/>
          </a:graphicData>
        </a:graphic>
      </p:graphicFrame>
      <p:graphicFrame>
        <p:nvGraphicFramePr>
          <p:cNvPr id="6" name="Chart">
            <a:extLst xmlns:a="http://schemas.openxmlformats.org/drawingml/2006/main">
              <a:ext uri="{FF2B5EF4-FFF2-40B4-BE49-F238E27FC236}">
                <a16:creationId xmlns:a16="http://schemas.microsoft.com/office/drawing/2014/main" id="{F6755AC4-052B-4172-AD97-FB47759B011C}"/>
              </a:ext>
            </a:extLst>
          </p:cNvPr>
          <p:cNvGraphicFramePr/>
          <p:nvPr/>
        </p:nvGraphicFramePr>
        <p:xfrm>
          <a:off xmlns:a="http://schemas.openxmlformats.org/drawingml/2006/main" x="4305300" y="695325"/>
          <a:ext xmlns:a="http://schemas.openxmlformats.org/drawingml/2006/main" cx="4076700" cy="2619375"/>
        </p:xfrm>
        <a:graphic xmlns:a="http://schemas.openxmlformats.org/drawingml/2006/main">
          <a:graphicData uri="http://schemas.openxmlformats.org/drawingml/2006/chart">
            <c:chart xmlns:r="http://schemas.openxmlformats.org/officeDocument/2006/relationships" xmlns:c="http://schemas.openxmlformats.org/drawingml/2006/chart" r:id="Rfa5850c507e14a9f"/>
          </a:graphicData>
        </a:graphic>
      </p:graphicFrame>
      <p:graphicFrame>
        <p:nvGraphicFramePr>
          <p:cNvPr id="7" name="Chart">
            <a:extLst xmlns:a="http://schemas.openxmlformats.org/drawingml/2006/main">
              <a:ext uri="{FF2B5EF4-FFF2-40B4-BE49-F238E27FC236}">
                <a16:creationId xmlns:a16="http://schemas.microsoft.com/office/drawing/2014/main" id="{DABF6072-FE38-4EC9-AA56-BAAD756FED4F}"/>
              </a:ext>
            </a:extLst>
          </p:cNvPr>
          <p:cNvGraphicFramePr/>
          <p:nvPr/>
        </p:nvGraphicFramePr>
        <p:xfrm>
          <a:off xmlns:a="http://schemas.openxmlformats.org/drawingml/2006/main" x="8515350" y="695325"/>
          <a:ext xmlns:a="http://schemas.openxmlformats.org/drawingml/2006/main" cx="4076700" cy="2619375"/>
        </p:xfrm>
        <a:graphic xmlns:a="http://schemas.openxmlformats.org/drawingml/2006/main">
          <a:graphicData uri="http://schemas.openxmlformats.org/drawingml/2006/chart">
            <c:chart xmlns:r="http://schemas.openxmlformats.org/officeDocument/2006/relationships" xmlns:c="http://schemas.openxmlformats.org/drawingml/2006/chart" r:id="R1a60778a05b04885"/>
          </a:graphicData>
        </a:graphic>
      </p:graphicFrame>
      <p:sp>
        <p:nvSpPr>
          <p:cNvPr id="8" name="Clear spatial/projected events: 6755/9631">
            <a:extLst xmlns:a="http://schemas.openxmlformats.org/drawingml/2006/main">
              <a:ext uri="{FF2B5EF4-FFF2-40B4-BE49-F238E27FC236}">
                <a16:creationId xmlns:a16="http://schemas.microsoft.com/office/drawing/2014/main" id="{D74E5EE6-350C-494A-ADD4-FF0F8FECF16D}"/>
              </a:ext>
            </a:extLst>
          </p:cNvPr>
          <p:cNvSpPr>
            <a:spLocks xmlns:a="http://schemas.openxmlformats.org/drawingml/2006/main" noGrp="1"/>
          </p:cNvSpPr>
          <p:nvPr/>
        </p:nvSpPr>
        <p:spPr>
          <a:xfrm xmlns:a="http://schemas.openxmlformats.org/drawingml/2006/main">
            <a:off x="8477250" y="3333750"/>
            <a:ext cx="4238625"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oAutofit/>
          </a:bodyPr>
          <a:lstStyle xmlns:a="http://schemas.openxmlformats.org/drawingml/2006/main">
            <a:defPPr>
              <a:defRPr sz="1125" b="0">
                <a:solidFill>
                  <a:srgbClr val="7B8790"/>
                </a:solidFill>
                <a:latin typeface="Arial"/>
                <a:ea typeface="Arial"/>
                <a:cs typeface="Arial"/>
              </a:defRPr>
            </a:defPPr>
            <a:lvl1pPr>
              <a:defRPr sz="1125" b="0">
                <a:solidFill>
                  <a:srgbClr val="7B8790"/>
                </a:solidFill>
                <a:latin typeface="Arial"/>
                <a:ea typeface="Arial"/>
                <a:cs typeface="Arial"/>
              </a:defRPr>
            </a:lvl1pPr>
            <a:lvl2pPr>
              <a:defRPr sz="1125" b="0">
                <a:solidFill>
                  <a:srgbClr val="7B8790"/>
                </a:solidFill>
                <a:latin typeface="Arial"/>
                <a:ea typeface="Arial"/>
                <a:cs typeface="Arial"/>
              </a:defRPr>
            </a:lvl2pPr>
            <a:lvl3pPr>
              <a:defRPr sz="1125" b="0">
                <a:solidFill>
                  <a:srgbClr val="7B8790"/>
                </a:solidFill>
                <a:latin typeface="Arial"/>
                <a:ea typeface="Arial"/>
                <a:cs typeface="Arial"/>
              </a:defRPr>
            </a:lvl3pPr>
            <a:lvl4pPr>
              <a:defRPr sz="1125" b="0">
                <a:solidFill>
                  <a:srgbClr val="7B8790"/>
                </a:solidFill>
                <a:latin typeface="Arial"/>
                <a:ea typeface="Arial"/>
                <a:cs typeface="Arial"/>
              </a:defRPr>
            </a:lvl4pPr>
            <a:lvl5pPr>
              <a:defRPr sz="1125" b="0">
                <a:solidFill>
                  <a:srgbClr val="7B8790"/>
                </a:solidFill>
                <a:latin typeface="Arial"/>
                <a:ea typeface="Arial"/>
                <a:cs typeface="Arial"/>
              </a:defRPr>
            </a:lvl5pPr>
            <a:lvl6pPr>
              <a:defRPr sz="1125" b="0">
                <a:solidFill>
                  <a:srgbClr val="7B8790"/>
                </a:solidFill>
                <a:latin typeface="Arial"/>
                <a:ea typeface="Arial"/>
                <a:cs typeface="Arial"/>
              </a:defRPr>
            </a:lvl6pPr>
            <a:lvl7pPr>
              <a:defRPr sz="1125" b="0">
                <a:solidFill>
                  <a:srgbClr val="7B8790"/>
                </a:solidFill>
                <a:latin typeface="Arial"/>
                <a:ea typeface="Arial"/>
                <a:cs typeface="Arial"/>
              </a:defRPr>
            </a:lvl7pPr>
            <a:lvl8pPr>
              <a:defRPr sz="1125" b="0">
                <a:solidFill>
                  <a:srgbClr val="7B8790"/>
                </a:solidFill>
                <a:latin typeface="Arial"/>
                <a:ea typeface="Arial"/>
                <a:cs typeface="Arial"/>
              </a:defRPr>
            </a:lvl8pPr>
            <a:lvl9pPr>
              <a:defRPr sz="1125" b="0">
                <a:solidFill>
                  <a:srgbClr val="7B8790"/>
                </a:solidFill>
                <a:latin typeface="Arial"/>
                <a:ea typeface="Arial"/>
                <a:cs typeface="Arial"/>
              </a:defRPr>
            </a:lvl9pPr>
          </a:lstStyle>
          <a:p xmlns:a="http://schemas.openxmlformats.org/drawingml/2006/main">
            <a:pPr>
              <a:defRPr sz="1125" b="0">
                <a:solidFill>
                  <a:srgbClr val="7B8790"/>
                </a:solidFill>
                <a:latin typeface="Arial"/>
                <a:ea typeface="Arial"/>
                <a:cs typeface="Arial"/>
              </a:defRPr>
            </a:pPr>
            <a:r>
              <a:rPr sz="1125" b="0">
                <a:solidFill>
                  <a:srgbClr val="7B8790"/>
                </a:solidFill>
                <a:latin typeface="Arial"/>
                <a:ea typeface="Arial"/>
                <a:cs typeface="Arial"/>
              </a:rPr>
              <a:t>Clear spatial/projected events: 6755/9631</a:t>
            </a:r>
          </a:p>
        </p:txBody>
      </p:sp>
      <p:sp>
        <p:nvSpPr>
          <p:cNvPr id="9" name="Cylinder (102 frames)">
            <a:extLst xmlns:a="http://schemas.openxmlformats.org/drawingml/2006/main">
              <a:ext uri="{FF2B5EF4-FFF2-40B4-BE49-F238E27FC236}">
                <a16:creationId xmlns:a16="http://schemas.microsoft.com/office/drawing/2014/main" id="{934AC033-392E-4FCD-AE9F-BF3732CF12D9}"/>
              </a:ext>
            </a:extLst>
          </p:cNvPr>
          <p:cNvSpPr>
            <a:spLocks xmlns:a="http://schemas.openxmlformats.org/drawingml/2006/main" noGrp="1"/>
          </p:cNvSpPr>
          <p:nvPr/>
        </p:nvSpPr>
        <p:spPr>
          <a:xfrm xmlns:a="http://schemas.openxmlformats.org/drawingml/2006/main">
            <a:off x="228600" y="3486150"/>
            <a:ext cx="3810000" cy="238125"/>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oAutofit/>
          </a:bodyPr>
          <a:lstStyle xmlns:a="http://schemas.openxmlformats.org/drawingml/2006/main">
            <a:defPPr>
              <a:defRPr sz="1500" b="1">
                <a:solidFill>
                  <a:srgbClr val="263238"/>
                </a:solidFill>
                <a:latin typeface="Arial"/>
                <a:ea typeface="Arial"/>
                <a:cs typeface="Arial"/>
              </a:defRPr>
            </a:defPPr>
            <a:lvl1pPr>
              <a:defRPr sz="1500" b="1">
                <a:solidFill>
                  <a:srgbClr val="263238"/>
                </a:solidFill>
                <a:latin typeface="Arial"/>
                <a:ea typeface="Arial"/>
                <a:cs typeface="Arial"/>
              </a:defRPr>
            </a:lvl1pPr>
            <a:lvl2pPr>
              <a:defRPr sz="1500" b="1">
                <a:solidFill>
                  <a:srgbClr val="263238"/>
                </a:solidFill>
                <a:latin typeface="Arial"/>
                <a:ea typeface="Arial"/>
                <a:cs typeface="Arial"/>
              </a:defRPr>
            </a:lvl2pPr>
            <a:lvl3pPr>
              <a:defRPr sz="1500" b="1">
                <a:solidFill>
                  <a:srgbClr val="263238"/>
                </a:solidFill>
                <a:latin typeface="Arial"/>
                <a:ea typeface="Arial"/>
                <a:cs typeface="Arial"/>
              </a:defRPr>
            </a:lvl3pPr>
            <a:lvl4pPr>
              <a:defRPr sz="1500" b="1">
                <a:solidFill>
                  <a:srgbClr val="263238"/>
                </a:solidFill>
                <a:latin typeface="Arial"/>
                <a:ea typeface="Arial"/>
                <a:cs typeface="Arial"/>
              </a:defRPr>
            </a:lvl4pPr>
            <a:lvl5pPr>
              <a:defRPr sz="1500" b="1">
                <a:solidFill>
                  <a:srgbClr val="263238"/>
                </a:solidFill>
                <a:latin typeface="Arial"/>
                <a:ea typeface="Arial"/>
                <a:cs typeface="Arial"/>
              </a:defRPr>
            </a:lvl5pPr>
            <a:lvl6pPr>
              <a:defRPr sz="1500" b="1">
                <a:solidFill>
                  <a:srgbClr val="263238"/>
                </a:solidFill>
                <a:latin typeface="Arial"/>
                <a:ea typeface="Arial"/>
                <a:cs typeface="Arial"/>
              </a:defRPr>
            </a:lvl6pPr>
            <a:lvl7pPr>
              <a:defRPr sz="1500" b="1">
                <a:solidFill>
                  <a:srgbClr val="263238"/>
                </a:solidFill>
                <a:latin typeface="Arial"/>
                <a:ea typeface="Arial"/>
                <a:cs typeface="Arial"/>
              </a:defRPr>
            </a:lvl7pPr>
            <a:lvl8pPr>
              <a:defRPr sz="1500" b="1">
                <a:solidFill>
                  <a:srgbClr val="263238"/>
                </a:solidFill>
                <a:latin typeface="Arial"/>
                <a:ea typeface="Arial"/>
                <a:cs typeface="Arial"/>
              </a:defRPr>
            </a:lvl8pPr>
            <a:lvl9pPr>
              <a:defRPr sz="1500" b="1">
                <a:solidFill>
                  <a:srgbClr val="263238"/>
                </a:solidFill>
                <a:latin typeface="Arial"/>
                <a:ea typeface="Arial"/>
                <a:cs typeface="Arial"/>
              </a:defRPr>
            </a:lvl9pPr>
          </a:lstStyle>
          <a:p xmlns:a="http://schemas.openxmlformats.org/drawingml/2006/main">
            <a:pPr>
              <a:defRPr sz="1500" b="1">
                <a:solidFill>
                  <a:srgbClr val="263238"/>
                </a:solidFill>
                <a:latin typeface="Arial"/>
                <a:ea typeface="Arial"/>
                <a:cs typeface="Arial"/>
              </a:defRPr>
            </a:pPr>
            <a:r>
              <a:rPr sz="1500" b="1">
                <a:solidFill>
                  <a:srgbClr val="263238"/>
                </a:solidFill>
                <a:latin typeface="Arial"/>
                <a:ea typeface="Arial"/>
                <a:cs typeface="Arial"/>
              </a:rPr>
              <a:t>Cylinder (102 frames)</a:t>
            </a:r>
          </a:p>
        </p:txBody>
      </p:sp>
      <p:graphicFrame>
        <p:nvGraphicFramePr>
          <p:cNvPr id="10" name="Chart">
            <a:extLst xmlns:a="http://schemas.openxmlformats.org/drawingml/2006/main">
              <a:ext uri="{FF2B5EF4-FFF2-40B4-BE49-F238E27FC236}">
                <a16:creationId xmlns:a16="http://schemas.microsoft.com/office/drawing/2014/main" id="{EFD519DB-68EA-4B1A-B4F7-EEAB76CF223A}"/>
              </a:ext>
            </a:extLst>
          </p:cNvPr>
          <p:cNvGraphicFramePr/>
          <p:nvPr/>
        </p:nvGraphicFramePr>
        <p:xfrm>
          <a:off xmlns:a="http://schemas.openxmlformats.org/drawingml/2006/main" x="95250" y="3733800"/>
          <a:ext xmlns:a="http://schemas.openxmlformats.org/drawingml/2006/main" cx="4076700" cy="2619375"/>
        </p:xfrm>
        <a:graphic xmlns:a="http://schemas.openxmlformats.org/drawingml/2006/main">
          <a:graphicData uri="http://schemas.openxmlformats.org/drawingml/2006/chart">
            <c:chart xmlns:r="http://schemas.openxmlformats.org/officeDocument/2006/relationships" xmlns:c="http://schemas.openxmlformats.org/drawingml/2006/chart" r:id="R2cdcf40f6fbc40a2"/>
          </a:graphicData>
        </a:graphic>
      </p:graphicFrame>
      <p:graphicFrame>
        <p:nvGraphicFramePr>
          <p:cNvPr id="11" name="Chart">
            <a:extLst xmlns:a="http://schemas.openxmlformats.org/drawingml/2006/main">
              <a:ext uri="{FF2B5EF4-FFF2-40B4-BE49-F238E27FC236}">
                <a16:creationId xmlns:a16="http://schemas.microsoft.com/office/drawing/2014/main" id="{0E1411A2-3318-40A0-95F7-8716AFC4E9C8}"/>
              </a:ext>
            </a:extLst>
          </p:cNvPr>
          <p:cNvGraphicFramePr/>
          <p:nvPr/>
        </p:nvGraphicFramePr>
        <p:xfrm>
          <a:off xmlns:a="http://schemas.openxmlformats.org/drawingml/2006/main" x="4305300" y="3733800"/>
          <a:ext xmlns:a="http://schemas.openxmlformats.org/drawingml/2006/main" cx="4076700" cy="2619375"/>
        </p:xfrm>
        <a:graphic xmlns:a="http://schemas.openxmlformats.org/drawingml/2006/main">
          <a:graphicData uri="http://schemas.openxmlformats.org/drawingml/2006/chart">
            <c:chart xmlns:r="http://schemas.openxmlformats.org/officeDocument/2006/relationships" xmlns:c="http://schemas.openxmlformats.org/drawingml/2006/chart" r:id="Rd9f894a3aa614369"/>
          </a:graphicData>
        </a:graphic>
      </p:graphicFrame>
      <p:graphicFrame>
        <p:nvGraphicFramePr>
          <p:cNvPr id="12" name="Chart">
            <a:extLst xmlns:a="http://schemas.openxmlformats.org/drawingml/2006/main">
              <a:ext uri="{FF2B5EF4-FFF2-40B4-BE49-F238E27FC236}">
                <a16:creationId xmlns:a16="http://schemas.microsoft.com/office/drawing/2014/main" id="{35D481FA-36EF-4BDC-9E7B-5EE27368C7E7}"/>
              </a:ext>
            </a:extLst>
          </p:cNvPr>
          <p:cNvGraphicFramePr/>
          <p:nvPr/>
        </p:nvGraphicFramePr>
        <p:xfrm>
          <a:off xmlns:a="http://schemas.openxmlformats.org/drawingml/2006/main" x="8515350" y="3733800"/>
          <a:ext xmlns:a="http://schemas.openxmlformats.org/drawingml/2006/main" cx="4076700" cy="2619375"/>
        </p:xfrm>
        <a:graphic xmlns:a="http://schemas.openxmlformats.org/drawingml/2006/main">
          <a:graphicData uri="http://schemas.openxmlformats.org/drawingml/2006/chart">
            <c:chart xmlns:r="http://schemas.openxmlformats.org/officeDocument/2006/relationships" xmlns:c="http://schemas.openxmlformats.org/drawingml/2006/chart" r:id="R18b31092227a46be"/>
          </a:graphicData>
        </a:graphic>
      </p:graphicFrame>
      <p:sp>
        <p:nvSpPr>
          <p:cNvPr id="13" name="Clear spatial/projected events: 3196/2934">
            <a:extLst xmlns:a="http://schemas.openxmlformats.org/drawingml/2006/main">
              <a:ext uri="{FF2B5EF4-FFF2-40B4-BE49-F238E27FC236}">
                <a16:creationId xmlns:a16="http://schemas.microsoft.com/office/drawing/2014/main" id="{FC0552EF-696E-4048-A44F-0EED49F1367A}"/>
              </a:ext>
            </a:extLst>
          </p:cNvPr>
          <p:cNvSpPr>
            <a:spLocks xmlns:a="http://schemas.openxmlformats.org/drawingml/2006/main" noGrp="1"/>
          </p:cNvSpPr>
          <p:nvPr/>
        </p:nvSpPr>
        <p:spPr>
          <a:xfrm xmlns:a="http://schemas.openxmlformats.org/drawingml/2006/main">
            <a:off x="8477250" y="6372225"/>
            <a:ext cx="4238625" cy="209550"/>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oAutofit/>
          </a:bodyPr>
          <a:lstStyle xmlns:a="http://schemas.openxmlformats.org/drawingml/2006/main">
            <a:defPPr>
              <a:defRPr sz="1125" b="0">
                <a:solidFill>
                  <a:srgbClr val="7B8790"/>
                </a:solidFill>
                <a:latin typeface="Arial"/>
                <a:ea typeface="Arial"/>
                <a:cs typeface="Arial"/>
              </a:defRPr>
            </a:defPPr>
            <a:lvl1pPr>
              <a:defRPr sz="1125" b="0">
                <a:solidFill>
                  <a:srgbClr val="7B8790"/>
                </a:solidFill>
                <a:latin typeface="Arial"/>
                <a:ea typeface="Arial"/>
                <a:cs typeface="Arial"/>
              </a:defRPr>
            </a:lvl1pPr>
            <a:lvl2pPr>
              <a:defRPr sz="1125" b="0">
                <a:solidFill>
                  <a:srgbClr val="7B8790"/>
                </a:solidFill>
                <a:latin typeface="Arial"/>
                <a:ea typeface="Arial"/>
                <a:cs typeface="Arial"/>
              </a:defRPr>
            </a:lvl2pPr>
            <a:lvl3pPr>
              <a:defRPr sz="1125" b="0">
                <a:solidFill>
                  <a:srgbClr val="7B8790"/>
                </a:solidFill>
                <a:latin typeface="Arial"/>
                <a:ea typeface="Arial"/>
                <a:cs typeface="Arial"/>
              </a:defRPr>
            </a:lvl3pPr>
            <a:lvl4pPr>
              <a:defRPr sz="1125" b="0">
                <a:solidFill>
                  <a:srgbClr val="7B8790"/>
                </a:solidFill>
                <a:latin typeface="Arial"/>
                <a:ea typeface="Arial"/>
                <a:cs typeface="Arial"/>
              </a:defRPr>
            </a:lvl4pPr>
            <a:lvl5pPr>
              <a:defRPr sz="1125" b="0">
                <a:solidFill>
                  <a:srgbClr val="7B8790"/>
                </a:solidFill>
                <a:latin typeface="Arial"/>
                <a:ea typeface="Arial"/>
                <a:cs typeface="Arial"/>
              </a:defRPr>
            </a:lvl5pPr>
            <a:lvl6pPr>
              <a:defRPr sz="1125" b="0">
                <a:solidFill>
                  <a:srgbClr val="7B8790"/>
                </a:solidFill>
                <a:latin typeface="Arial"/>
                <a:ea typeface="Arial"/>
                <a:cs typeface="Arial"/>
              </a:defRPr>
            </a:lvl6pPr>
            <a:lvl7pPr>
              <a:defRPr sz="1125" b="0">
                <a:solidFill>
                  <a:srgbClr val="7B8790"/>
                </a:solidFill>
                <a:latin typeface="Arial"/>
                <a:ea typeface="Arial"/>
                <a:cs typeface="Arial"/>
              </a:defRPr>
            </a:lvl7pPr>
            <a:lvl8pPr>
              <a:defRPr sz="1125" b="0">
                <a:solidFill>
                  <a:srgbClr val="7B8790"/>
                </a:solidFill>
                <a:latin typeface="Arial"/>
                <a:ea typeface="Arial"/>
                <a:cs typeface="Arial"/>
              </a:defRPr>
            </a:lvl8pPr>
            <a:lvl9pPr>
              <a:defRPr sz="1125" b="0">
                <a:solidFill>
                  <a:srgbClr val="7B8790"/>
                </a:solidFill>
                <a:latin typeface="Arial"/>
                <a:ea typeface="Arial"/>
                <a:cs typeface="Arial"/>
              </a:defRPr>
            </a:lvl9pPr>
          </a:lstStyle>
          <a:p xmlns:a="http://schemas.openxmlformats.org/drawingml/2006/main">
            <a:pPr>
              <a:defRPr sz="1125" b="0">
                <a:solidFill>
                  <a:srgbClr val="7B8790"/>
                </a:solidFill>
                <a:latin typeface="Arial"/>
                <a:ea typeface="Arial"/>
                <a:cs typeface="Arial"/>
              </a:defRPr>
            </a:pPr>
            <a:r>
              <a:rPr sz="1125" b="0">
                <a:solidFill>
                  <a:srgbClr val="7B8790"/>
                </a:solidFill>
                <a:latin typeface="Arial"/>
                <a:ea typeface="Arial"/>
                <a:cs typeface="Arial"/>
              </a:rPr>
              <a:t>Clear spatial/projected events: 3196/2934</a:t>
            </a:r>
          </a:p>
        </p:txBody>
      </p:sp>
      <p:sp>
        <p:nvSpPr>
          <p:cNvPr id="14" name="κ = 2%, 20%, 100% controls relaxation eligibility. Curves connect">
            <a:extLst xmlns:a="http://schemas.openxmlformats.org/drawingml/2006/main">
              <a:ext uri="{FF2B5EF4-FFF2-40B4-BE49-F238E27FC236}">
                <a16:creationId xmlns:a16="http://schemas.microsoft.com/office/drawing/2014/main" id="{03C99E64-2437-4387-AE0B-4829A140C999}"/>
              </a:ext>
            </a:extLst>
          </p:cNvPr>
          <p:cNvSpPr>
            <a:spLocks xmlns:a="http://schemas.openxmlformats.org/drawingml/2006/main" noGrp="1"/>
          </p:cNvSpPr>
          <p:nvPr/>
        </p:nvSpPr>
        <p:spPr>
          <a:xfrm xmlns:a="http://schemas.openxmlformats.org/drawingml/2006/main">
            <a:off x="438150" y="6657975"/>
            <a:ext cx="11906250" cy="238125"/>
          </a:xfrm>
          <a:prstGeom xmlns:a="http://schemas.openxmlformats.org/drawingml/2006/main" prst="rect">
            <a:avLst/>
          </a:prstGeom>
          <a:noFill xmlns:a="http://schemas.openxmlformats.org/drawingml/2006/main"/>
          <a:ln xmlns:a="http://schemas.openxmlformats.org/drawingml/2006/main" w="0">
            <a:noFill/>
            <a:prstDash val="solid"/>
          </a:ln>
        </p:spPr>
        <p:txBody>
          <a:bodyPr xmlns:a="http://schemas.openxmlformats.org/drawingml/2006/main" wrap="none" lIns="0" tIns="0" rIns="0" bIns="0">
            <a:noAutofit/>
          </a:bodyPr>
          <a:lstStyle xmlns:a="http://schemas.openxmlformats.org/drawingml/2006/main">
            <a:defPPr>
              <a:defRPr sz="1350" b="0">
                <a:solidFill>
                  <a:srgbClr val="263238"/>
                </a:solidFill>
                <a:latin typeface="Arial"/>
                <a:ea typeface="Arial"/>
                <a:cs typeface="Arial"/>
              </a:defRPr>
            </a:defPPr>
            <a:lvl1pPr>
              <a:defRPr sz="1350" b="0">
                <a:solidFill>
                  <a:srgbClr val="263238"/>
                </a:solidFill>
                <a:latin typeface="Arial"/>
                <a:ea typeface="Arial"/>
                <a:cs typeface="Arial"/>
              </a:defRPr>
            </a:lvl1pPr>
            <a:lvl2pPr>
              <a:defRPr sz="1350" b="0">
                <a:solidFill>
                  <a:srgbClr val="263238"/>
                </a:solidFill>
                <a:latin typeface="Arial"/>
                <a:ea typeface="Arial"/>
                <a:cs typeface="Arial"/>
              </a:defRPr>
            </a:lvl2pPr>
            <a:lvl3pPr>
              <a:defRPr sz="1350" b="0">
                <a:solidFill>
                  <a:srgbClr val="263238"/>
                </a:solidFill>
                <a:latin typeface="Arial"/>
                <a:ea typeface="Arial"/>
                <a:cs typeface="Arial"/>
              </a:defRPr>
            </a:lvl3pPr>
            <a:lvl4pPr>
              <a:defRPr sz="1350" b="0">
                <a:solidFill>
                  <a:srgbClr val="263238"/>
                </a:solidFill>
                <a:latin typeface="Arial"/>
                <a:ea typeface="Arial"/>
                <a:cs typeface="Arial"/>
              </a:defRPr>
            </a:lvl4pPr>
            <a:lvl5pPr>
              <a:defRPr sz="1350" b="0">
                <a:solidFill>
                  <a:srgbClr val="263238"/>
                </a:solidFill>
                <a:latin typeface="Arial"/>
                <a:ea typeface="Arial"/>
                <a:cs typeface="Arial"/>
              </a:defRPr>
            </a:lvl5pPr>
            <a:lvl6pPr>
              <a:defRPr sz="1350" b="0">
                <a:solidFill>
                  <a:srgbClr val="263238"/>
                </a:solidFill>
                <a:latin typeface="Arial"/>
                <a:ea typeface="Arial"/>
                <a:cs typeface="Arial"/>
              </a:defRPr>
            </a:lvl6pPr>
            <a:lvl7pPr>
              <a:defRPr sz="1350" b="0">
                <a:solidFill>
                  <a:srgbClr val="263238"/>
                </a:solidFill>
                <a:latin typeface="Arial"/>
                <a:ea typeface="Arial"/>
                <a:cs typeface="Arial"/>
              </a:defRPr>
            </a:lvl7pPr>
            <a:lvl8pPr>
              <a:defRPr sz="1350" b="0">
                <a:solidFill>
                  <a:srgbClr val="263238"/>
                </a:solidFill>
                <a:latin typeface="Arial"/>
                <a:ea typeface="Arial"/>
                <a:cs typeface="Arial"/>
              </a:defRPr>
            </a:lvl8pPr>
            <a:lvl9pPr>
              <a:defRPr sz="1350" b="0">
                <a:solidFill>
                  <a:srgbClr val="263238"/>
                </a:solidFill>
                <a:latin typeface="Arial"/>
                <a:ea typeface="Arial"/>
                <a:cs typeface="Arial"/>
              </a:defRPr>
            </a:lvl9pPr>
          </a:lstStyle>
          <a:p xmlns:a="http://schemas.openxmlformats.org/drawingml/2006/main">
            <a:pPr>
              <a:defRPr sz="1350" b="0">
                <a:solidFill>
                  <a:srgbClr val="263238"/>
                </a:solidFill>
                <a:latin typeface="Arial"/>
                <a:ea typeface="Arial"/>
                <a:cs typeface="Arial"/>
              </a:defRPr>
            </a:pPr>
            <a:r>
              <a:rPr sz="1350" b="0">
                <a:solidFill>
                  <a:srgbClr val="263238"/>
                </a:solidFill>
                <a:latin typeface="Arial"/>
                <a:ea typeface="Arial"/>
                <a:cs typeface="Arial"/>
              </a:rPr>
              <a:t>κ = 2%, 20%, 100% controls relaxation eligibility. Curves connect achieved settings, not exact frontiers.</a:t>
            </a:r>
          </a:p>
        </p:txBody>
      </p:sp>
    </p:spTree>
    <p:extLst>
      <p:ext uri="{BB962C8B-B14F-4D97-AF65-F5344CB8AC3E}">
        <p14:creationId xmlns:p14="http://schemas.microsoft.com/office/powerpoint/2010/main" val="1539452168"/>
      </p:ext>
    </p:extLst>
  </p:cSld>
</p:sld>
</file>

<file path=ppt/main_figures/Fig14/ppt/tableStyles.xml><?xml version="1.0" encoding="utf-8"?>
<a:tblStyleLst xmlns:a="http://schemas.openxmlformats.org/drawingml/2006/main" def="{5C22544A-7EE6-4342-B048-85BDC9FD1C3A}"/>
</file>

<file path=ppt/main_figures/Fig14/ppt/theme/theme1.xml><?xml version="1.0" encoding="utf-8"?>
<a:theme xmlns:a="http://schemas.openxmlformats.org/drawingml/2006/main" name="ChatGPT">
  <a:themeElements>
    <a:clrScheme name="ChatGPT">
      <a:dk1>
        <a:srgbClr val="000000"/>
      </a:dk1>
      <a:lt1>
        <a:srgbClr val="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
      <a:majorFont>
        <a:latin typeface="Arial"/>
        <a:ea typeface=""/>
        <a:cs typeface=""/>
      </a:majorFont>
      <a:minorFont>
        <a:latin typeface="Arial"/>
        <a:ea typeface=""/>
        <a:cs typeface=""/>
      </a:minorFont>
    </a:fontScheme>
    <a:fmtScheme name="ChatGPT">
      <a:fillStyleLst>
        <a:solidFill>
          <a:schemeClr val="phClr"/>
        </a:solidFill>
        <a:gradFill>
          <a:gsLst>
            <a:gs pos="0">
              <a:schemeClr val="phClr">
                <a:tint val="67000"/>
                <a:lumMod val="110000"/>
                <a:satMod val="105000"/>
              </a:schemeClr>
            </a:gs>
            <a:gs pos="50000">
              <a:schemeClr val="phClr">
                <a:tint val="73000"/>
                <a:lumMod val="105000"/>
                <a:satMod val="103000"/>
              </a:schemeClr>
            </a:gs>
            <a:gs pos="100000">
              <a:schemeClr val="phClr">
                <a:tint val="81000"/>
                <a:lumMod val="105000"/>
                <a:satMod val="109000"/>
              </a:schemeClr>
            </a:gs>
          </a:gsLst>
          <a:lin ang="5400000" scaled="0"/>
        </a:gradFill>
        <a:gradFill>
          <a:gsLst>
            <a:gs pos="0">
              <a:schemeClr val="phClr">
                <a:tint val="94000"/>
                <a:lumMod val="102000"/>
                <a:satMod val="103000"/>
              </a:schemeClr>
            </a:gs>
            <a:gs pos="50000">
              <a:schemeClr val="phClr">
                <a:shade val="100000"/>
                <a:lumMod val="100000"/>
                <a:satMod val="110000"/>
              </a:schemeClr>
            </a:gs>
            <a:gs pos="100000">
              <a:schemeClr val="phClr">
                <a:shade val="78000"/>
                <a:lumMod val="99000"/>
                <a:satMod val="120000"/>
              </a:schemeClr>
            </a:gs>
          </a:gsLst>
          <a:lin ang="5400000" scaled="0"/>
        </a:gradFill>
      </a:fillStyleLst>
      <a:lnStyleLst>
        <a:ln w="12700">
          <a:solidFill>
            <a:schemeClr val="phClr"/>
          </a:solidFill>
          <a:prstDash val="solid"/>
        </a:ln>
        <a:ln w="19050">
          <a:solidFill>
            <a:schemeClr val="phClr"/>
          </a:solidFill>
          <a:prstDash val="solid"/>
        </a:ln>
        <a:ln w="25400">
          <a:solidFill>
            <a:schemeClr val="phClr"/>
          </a:solidFill>
          <a:prstDash val="solid"/>
        </a:ln>
      </a:lnStyleLst>
      <a:effectStyleLst>
        <a:effectStyle>
          <a:effectLst/>
        </a:effectStyle>
        <a:effectStyle>
          <a:effectLst/>
        </a:effectStyle>
        <a:effectStyle>
          <a:effectLst>
            <a:outerShdw blurRad="57150" dist="19050" dir="5400000">
              <a:srgbClr val="000000">
                <a:alpha val="16000"/>
              </a:srgbClr>
            </a:outerShdw>
          </a:effectLst>
        </a:effectStyle>
        <a:effectStyle>
          <a:effectLst>
            <a:outerShdw blurRad="19050" dist="9525" dir="5400000">
              <a:srgbClr val="000000">
                <a:alpha val="6000"/>
              </a:srgbClr>
            </a:outerShdw>
          </a:effectLst>
        </a:effectStyle>
        <a:effectStyle>
          <a:effectLst>
            <a:outerShdw blurRad="28575" dist="9525" dir="5400000">
              <a:srgbClr val="000000">
                <a:alpha val="8000"/>
              </a:srgbClr>
            </a:outerShdw>
          </a:effectLst>
        </a:effectStyle>
        <a:effectStyle>
          <a:effectLst>
            <a:outerShdw blurRad="57150" dist="19050" dir="5400000">
              <a:srgbClr val="000000">
                <a:alpha val="10000"/>
              </a:srgbClr>
            </a:outerShdw>
          </a:effectLst>
        </a:effectStyle>
        <a:effectStyle>
          <a:effectLst>
            <a:outerShdw blurRad="114300" dist="38100" dir="5400000">
              <a:srgbClr val="000000">
                <a:alpha val="12000"/>
              </a:srgbClr>
            </a:outerShdw>
          </a:effectLst>
        </a:effectStyle>
        <a:effectStyle>
          <a:effectLst>
            <a:outerShdw blurRad="171450" dist="57150" dir="5400000">
              <a:srgbClr val="000000">
                <a:alpha val="16000"/>
              </a:srgbClr>
            </a:outerShdw>
          </a:effectLst>
        </a:effectStyle>
        <a:effectStyle>
          <a:effectLst>
            <a:outerShdw blurRad="266700" dist="95250" dir="5400000">
              <a:srgbClr val="000000">
                <a:alpha val="24000"/>
              </a:srgbClr>
            </a:outerShdw>
          </a:effectLst>
        </a:effectStyle>
      </a:effectStyleLst>
      <a:bgFillStyleLst>
        <a:solidFill>
          <a:schemeClr val="phClr"/>
        </a:solidFill>
        <a:solidFill>
          <a:schemeClr val="phClr">
            <a:tint val="95000"/>
            <a:satMod val="170000"/>
          </a:schemeClr>
        </a:solidFill>
        <a:gradFill>
          <a:gsLst>
            <a:gs pos="0">
              <a:schemeClr val="phClr">
                <a:tint val="93000"/>
                <a:shade val="98000"/>
                <a:lumMod val="102000"/>
                <a:satMod val="150000"/>
              </a:schemeClr>
            </a:gs>
            <a:gs pos="50000">
              <a:schemeClr val="phClr">
                <a:tint val="98000"/>
                <a:shade val="90000"/>
                <a:lumMod val="103000"/>
                <a:satMod val="130000"/>
              </a:schemeClr>
            </a:gs>
            <a:gs pos="100000">
              <a:schemeClr val="phClr">
                <a:shade val="63000"/>
                <a:satMod val="120000"/>
              </a:schemeClr>
            </a:gs>
          </a:gsLst>
          <a:lin ang="5400000" scaled="0"/>
        </a:gradFill>
      </a:bgFillStyleLst>
    </a:fmtScheme>
  </a:themeElements>
</a:theme>
</file>

<file path=ppt/notesMasters/_rels/notesMaster1.xml.rels><?xml version='1.0' encoding='utf-8'?>
<Relationships xmlns="http://schemas.openxmlformats.org/package/2006/relationships"><Relationship Type="http://schemas.openxmlformats.org/officeDocument/2006/relationships/theme" Target="/ppt/notesMasters/theme/theme3.xml" Id="R15e7727bbce341a7" /></Relationships>
</file>

<file path=ppt/notesMasters/notesMaster1.xml><?xml version="1.0" encoding="utf-8"?>
<p:notesMaster xmlns:p="http://schemas.openxmlformats.org/presentationml/2006/main">
  <p:cSld>
    <p:bg>
      <p:bgRef idx="1001">
        <a:schemeClr xmlns:a="http://schemas.openxmlformats.org/drawingml/2006/main" val="bg1"/>
      </p:bgRef>
    </p:bg>
    <p:spTree>
      <p:nvGrpSpPr>
        <p:cNvPr id="1" name=""/>
        <p:cNvGrpSpPr/>
        <p:nvPr/>
      </p:nvGrpSpPr>
      <p:grpSpPr>
        <a:xfrm xmlns:a="http://schemas.openxmlformats.org/drawingml/2006/main"/>
      </p:grpSpPr>
      <p:sp>
        <p:nvSpPr>
          <p:cNvPr id="2" name="Header Placeholder"/>
          <p:cNvSpPr/>
          <p:nvPr>
            <p:ph type="hdr" sz="quarter"/>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3" name="Date Placeholder"/>
          <p:cNvSpPr/>
          <p:nvPr>
            <p:ph type="dt" sz="quarter" idx="1"/>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4" name="Slide Image Placeholder"/>
          <p:cNvSpPr/>
          <p:nvPr>
            <p:ph type="sldImg" idx="2"/>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5" name="Notes Placeholder"/>
          <p:cNvSpPr/>
          <p:nvPr>
            <p:ph type="body" sz="quarter" idx="3"/>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6" name="Footer Placeholder"/>
          <p:cNvSpPr/>
          <p:nvPr>
            <p:ph type="ftr" sz="quarter" idx="4"/>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7" name="Slide Number Placeholder"/>
          <p:cNvSpPr/>
          <p:nvPr>
            <p:ph type="sldNum" sz="quarter" idx="5"/>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Tree>
  </p:cSld>
  <p:clrMap bg1="lt1" tx1="dk1" bg2="lt2" tx2="dk2" accent1="accent1" accent2="accent2" accent3="accent3" accent4="accent4" accent5="accent5" accent6="accent6" hlink="hlink" folHlink="folHlink"/>
  <p:notesStyle>
    <a:lvl1pPr xmlns:a="http://schemas.openxmlformats.org/drawingml/2006/main" marL="0" algn="l" defTabSz="914400" rtl="0" eaLnBrk="1" latinLnBrk="0" hangingPunct="1">
      <a:defRPr sz="1200" kern="1200"/>
    </a:lvl1pPr>
  </p:notesStyle>
</p:notesMaster>
</file>

<file path=ppt/notesMasters/theme/theme3.xml><?xml version="1.0" encoding="utf-8"?>
<a:theme xmlns:a="http://schemas.openxmlformats.org/drawingml/2006/main" name="ChatGPT">
  <a:themeElements>
    <a:clrScheme name="ChatGPT">
      <a:dk1>
        <a:srgbClr val="000000"/>
      </a:dk1>
      <a:lt1>
        <a:srgbClr val="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
      <a:majorFont>
        <a:latin typeface="Aptos"/>
        <a:ea typeface=""/>
        <a:cs typeface=""/>
      </a:majorFont>
      <a:minorFont>
        <a:latin typeface="Aptos"/>
        <a:ea typeface=""/>
        <a:cs typeface=""/>
      </a:minorFont>
    </a:fontScheme>
    <a:fmtScheme name="ChatGPT">
      <a:fillStyleLst>
        <a:solidFill>
          <a:schemeClr val="phClr"/>
        </a:solidFill>
        <a:gradFill>
          <a:gsLst>
            <a:gs pos="0">
              <a:schemeClr val="phClr">
                <a:tint val="67000"/>
                <a:lumMod val="110000"/>
                <a:satMod val="105000"/>
              </a:schemeClr>
            </a:gs>
            <a:gs pos="50000">
              <a:schemeClr val="phClr">
                <a:tint val="73000"/>
                <a:lumMod val="105000"/>
                <a:satMod val="103000"/>
              </a:schemeClr>
            </a:gs>
            <a:gs pos="100000">
              <a:schemeClr val="phClr">
                <a:tint val="81000"/>
                <a:lumMod val="105000"/>
                <a:satMod val="109000"/>
              </a:schemeClr>
            </a:gs>
          </a:gsLst>
          <a:lin ang="5400000" scaled="0"/>
        </a:gradFill>
        <a:gradFill>
          <a:gsLst>
            <a:gs pos="0">
              <a:schemeClr val="phClr">
                <a:tint val="94000"/>
                <a:lumMod val="102000"/>
                <a:satMod val="103000"/>
              </a:schemeClr>
            </a:gs>
            <a:gs pos="50000">
              <a:schemeClr val="phClr">
                <a:shade val="100000"/>
                <a:lumMod val="100000"/>
                <a:satMod val="110000"/>
              </a:schemeClr>
            </a:gs>
            <a:gs pos="100000">
              <a:schemeClr val="phClr">
                <a:shade val="78000"/>
                <a:lumMod val="99000"/>
                <a:satMod val="120000"/>
              </a:schemeClr>
            </a:gs>
          </a:gsLst>
          <a:lin ang="5400000" scaled="0"/>
        </a:gradFill>
      </a:fillStyleLst>
      <a:lnStyleLst>
        <a:ln w="12700">
          <a:solidFill>
            <a:schemeClr val="phClr"/>
          </a:solidFill>
          <a:prstDash val="solid"/>
        </a:ln>
        <a:ln w="19050">
          <a:solidFill>
            <a:schemeClr val="phClr"/>
          </a:solidFill>
          <a:prstDash val="solid"/>
        </a:ln>
        <a:ln w="25400">
          <a:solidFill>
            <a:schemeClr val="phClr"/>
          </a:solidFill>
          <a:prstDash val="solid"/>
        </a:ln>
      </a:lnStyleLst>
      <a:effectStyleLst>
        <a:effectStyle>
          <a:effectLst/>
        </a:effectStyle>
        <a:effectStyle>
          <a:effectLst/>
        </a:effectStyle>
        <a:effectStyle>
          <a:effectLst>
            <a:outerShdw blurRad="57150" dist="19050" dir="5400000">
              <a:srgbClr val="000000">
                <a:alpha val="16000"/>
              </a:srgbClr>
            </a:outerShdw>
          </a:effectLst>
        </a:effectStyle>
        <a:effectStyle>
          <a:effectLst>
            <a:outerShdw blurRad="19050" dist="9525" dir="5400000">
              <a:srgbClr val="000000">
                <a:alpha val="6000"/>
              </a:srgbClr>
            </a:outerShdw>
          </a:effectLst>
        </a:effectStyle>
        <a:effectStyle>
          <a:effectLst>
            <a:outerShdw blurRad="28575" dist="9525" dir="5400000">
              <a:srgbClr val="000000">
                <a:alpha val="8000"/>
              </a:srgbClr>
            </a:outerShdw>
          </a:effectLst>
        </a:effectStyle>
        <a:effectStyle>
          <a:effectLst>
            <a:outerShdw blurRad="57150" dist="19050" dir="5400000">
              <a:srgbClr val="000000">
                <a:alpha val="10000"/>
              </a:srgbClr>
            </a:outerShdw>
          </a:effectLst>
        </a:effectStyle>
        <a:effectStyle>
          <a:effectLst>
            <a:outerShdw blurRad="114300" dist="38100" dir="5400000">
              <a:srgbClr val="000000">
                <a:alpha val="12000"/>
              </a:srgbClr>
            </a:outerShdw>
          </a:effectLst>
        </a:effectStyle>
        <a:effectStyle>
          <a:effectLst>
            <a:outerShdw blurRad="171450" dist="57150" dir="5400000">
              <a:srgbClr val="000000">
                <a:alpha val="16000"/>
              </a:srgbClr>
            </a:outerShdw>
          </a:effectLst>
        </a:effectStyle>
        <a:effectStyle>
          <a:effectLst>
            <a:outerShdw blurRad="266700" dist="95250" dir="5400000">
              <a:srgbClr val="000000">
                <a:alpha val="24000"/>
              </a:srgbClr>
            </a:outerShdw>
          </a:effectLst>
        </a:effectStyle>
      </a:effectStyleLst>
      <a:bgFillStyleLst>
        <a:solidFill>
          <a:schemeClr val="phClr"/>
        </a:solidFill>
        <a:solidFill>
          <a:schemeClr val="phClr">
            <a:tint val="95000"/>
            <a:satMod val="170000"/>
          </a:schemeClr>
        </a:solidFill>
        <a:gradFill>
          <a:gsLst>
            <a:gs pos="0">
              <a:schemeClr val="phClr">
                <a:tint val="93000"/>
                <a:shade val="98000"/>
                <a:lumMod val="102000"/>
                <a:satMod val="150000"/>
              </a:schemeClr>
            </a:gs>
            <a:gs pos="50000">
              <a:schemeClr val="phClr">
                <a:tint val="98000"/>
                <a:shade val="90000"/>
                <a:lumMod val="103000"/>
                <a:satMod val="130000"/>
              </a:schemeClr>
            </a:gs>
            <a:gs pos="100000">
              <a:schemeClr val="phClr">
                <a:shade val="63000"/>
                <a:satMod val="120000"/>
              </a:schemeClr>
            </a:gs>
          </a:gsLst>
          <a:lin ang="5400000" scaled="0"/>
        </a:gradFill>
      </a:bgFillStyleLst>
    </a:fmtScheme>
  </a:themeElements>
</a:theme>
</file>

<file path=ppt/notesSlides/_rels/notesSlide1.xml.rels><?xml version='1.0' encoding='utf-8'?>
<Relationships xmlns="http://schemas.openxmlformats.org/package/2006/relationships"><Relationship Type="http://schemas.openxmlformats.org/officeDocument/2006/relationships/slide" Target="/ppt/slides/slide1.xml" Id="R24e8d46a0614491f" /><Relationship Type="http://schemas.openxmlformats.org/officeDocument/2006/relationships/notesMaster" Target="/ppt/notesMasters/notesMaster1.xml" Id="R93c89d17e7e640cb" /></Relationships>
</file>

<file path=ppt/notesSlides/notesSlide1.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New authorized experiment: ERA5 December 1 00:00–December31 23:00 1999, 744 actual hourly observations. d=[0.9478317491832081, -0.3187710388982978], angle=-18.588619 degrees in equal-area coordinates. RG-MTM-R20 recomputed with the existing solver and optimal scalar barriers. Analysis:49x49 grid,250km smoothing,192-hour centered pressure anomaly baseline. This differs from the reference papers spatial preprocessing. Five published event dates/names follow TMTM Fig1, https://www.csc.kth.se/~weinkauf/publications/documents/koepp22.pdf . Annotation targets are actual computed minima nearest the published event region; identities are not independently validated cyclone tracks. Maps are native 0.25degree ERA5 hourly anomaly fields. Intermediate display columns use conservative anchor alignment; original744 scalar columns unchanged. This is an additional experiment; existing manuscript numbers and the118-frame main suite are unchanged. Events: [{"frame": 66, "date": "1999-12-03 18:00", "label": "Cyclone Anatol", "computed_track_id": 10, "computed_minimum_lonlat": [10.714285714285714, 55.898925088212714], "anchor": 0.5083428819489186, "value_hPa": -23.769877835416683, "association": "nearest computed extremum to published event region; no independently verified physical tracking identity"}, {"frame": 405, "date": "1999-12-17 21:00", "label": "Strong storm over Scandinavia", "computed_track_id": 68, "computed_minimum_lonlat": [15.000000000000002, 61.11526665243035], "anchor": 0.5279911954434983, "value_hPa": -26.117821436974296, "association": "nearest computed extremum to published event region; no independently verified physical tracking identity"}, {"frame": 575, "date": "1999-12-24 23:00", "label": "Strong storm over the British Isles and Norway", "computed_track_id": 113, "computed_minimum_lonlat": [-2.142857142857143, 55.898925088212714], "anchor": 0.3747037527199593, "value_hPa": -25.9252721915634, "association": "nearest computed extremum to published event region; no independently verified physical tracking identity"}, {"frame": 610, "date": "1999-12-26 10:00", "label": "Cyclone Lothar", "computed_track_id": 130, "computed_minimum_lonlat": [7.857142857142858, 50.44356386922743], "anchor": 0.517861235120954, "value_hPa": -21.563336802880915, "association": "nearest computed extremum to published event region; no independently verified physical tracking identity"}, {"frame": 645, "date": "1999-12-27 21:00", "label": "Cyclone Martin", "computed_track_id": 141, "computed_minimum_lonlat": [3.5714285714285743, 47.135364049152884], "anchor": 0.48891695139322705, "value_hPa": -27.33887300096107, "association": "nearest computed extremum to published event region; no independently verified physical tracking identity"}] Right panel: {"event_frame": 610, "event_time": "1999-12-26 10:00:00", "local_frames": [600, 623], "labels": {"A": {"track_id": 130, "frame": 610, "lonlat": [7.857142857142858, 50.44356386922743], "actual_anchor": 0.517861235120954, "reference": 0.5095279017876208, "field_hPa": -21.563336802880915, "source_position_px": [1182.5, 171.48021010838522], "samples": [{"frame": 601, "date": "1999-12-26 01:00:00", "actual_anchor": 0.35178230406587174, "reference": 0.3601156373992051, "lonlat": [-6.428571428571429, 49.595639856116314]}, {"frame": 602, "date": "1999-12-26 02:00:00", "actual_anchor": 0.36725917658603074, "reference": 0.37559250991936405, "lonlat": [-5.0, 49.595639856116314]}, {"frame": 603, "date": "1999-12-26 03:00:00", "actual_anchor": 0.3827360491061897, "reference": 0.391069382439523, "lonlat": [-3.571428571428571, 49.595639856116314]}, {"frame": 604, "date": "1999-12-26 04:00:00", "actual_anchor": 0.4083333333333334, "reference": 0.4166666666666667, "lonlat": [-0.7142857142857143, 50.44356386922743]}, {"frame": 605, "date": "1999-12-26 05:00:00", "actual_anchor": 0.4289095314702889, "reference": 0.4375000000000001, "lonlat": [0.7142857142857143, 49.595639856116314]}, {"frame": 606, "date": "1999-12-26 06:00:00", "actual_anchor": 0.4353247828223805, "reference": 0.4476204117069847, "lonlat": [2.142857142857143, 50.44356386922743]}, {"frame": 607, "date": "1999-12-26 07:00:00", "actual_anchor": 0.4732979596213334, "reference": 0.4630972842271438, "lonlat": [3.5714285714285743, 50.44356386922743]}, {"frame": 608, "date": "1999-12-26 08:00:00", "actual_anchor": 0.486907490080636, "reference": 0.47857415674730275, "lonlat": [5.0, 50.44356386922743]}, {"frame": 609, "date": "1999-12-26 09:00:00", "actual_anchor": 0.5023843626007951, "reference": 0.49405102926746164, "lonlat": [6.428571428571424, 50.44356386922743]}, {"frame": 610, "date": "1999-12-26 10:00:00", "actual_anchor": 0.517861235120954, "reference": 0.5095279017876208, "lonlat": [7.857142857142858, 50.44356386922743]}, {"frame": 611, "date": "1999-12-26 11:00:00", "actual_anchor": 0.5333381076411131, "reference": 0.5250047743077797, "lonlat": [9.285714285714288, 50.44356386922743]}, {"frame": 612, "date": "1999-12-26 12:00:00", "actual_anchor": 0.5488149801612721, "reference": 0.5404816468279388, "lonlat": [10.714285714285714, 50.44356386922743]}, {"frame": 613, "date": "1999-12-26 13:00:00", "actual_anchor": 0.564291852681431, "reference": 0.5559585193480976, "lonlat": [12.14285714285714, 50.44356386922743]}, {"frame": 614, "date": "1999-12-26 14:00:00", "actual_anchor": 0.5797687252015901, "reference": 0.5714353918682566, "lonlat": [13.571428571428573, 50.44356386922743]}, {"frame": 615, "date": "1999-12-26 15:00:00", "actual_anchor": 0.5797687252015901, "reference": 0.5714353918682566, "lonlat": [13.571428571428573, 50.44356386922743]}, {"frame": 616, "date": "1999-12-26 16:00:00", "actual_anchor": 0.5952455977217491, "reference": 0.5869122643884157, "lonlat": [15.000000000000002, 50.44356386922743]}, {"frame": 617, "date": "1999-12-26 17:00:00", "actual_anchor": 0.6042516770539847, "reference": 0.6023891369085747, "lonlat": [16.42857142857143, 50.44356386922743]}, {"frame": 618, "date": "1999-12-26 18:00:00", "actual_anchor": 0.6025960858136203, "reference": 0.6023891369085747, "lonlat": [16.42857142857143, 50.44356386922743]}, {"frame": 619, "date": "1999-12-26 19:00:00", "actual_anchor": 0.6184454362433613, "reference": 0.6178660094287336, "lonlat": [17.857142857142858, 50.44356386922743]}, {"frame": 620, "date": "1999-12-26 20:00:00", "actual_anchor": 0.6179303920432164, "reference": 0.6178660094287336, "lonlat": [17.857142857142858, 50.44356386922743]}, {"frame": 621, "date": "1999-12-26 21:00:00", "actual_anchor": 0.6338997982965894, "reference": 0.6333428819488925, "lonlat": [19.285714285714285, 50.44356386922743]}, {"frame": 622, "date": "1999-12-26 22:00:00", "actual_anchor": 0.6334047634070659, "reference": 0.6333428819488925, "lonlat": [19.285714285714285, 50.44356386922743]}, {"frame": 623, "date": "1999-12-26 23:00:00", "actual_anchor": 0.6333497596841358, "reference": 0.6333428819488925, "lonlat": [19.285714285714285, 50.44356386922743]}]}, "B": {"track_id": 113, "frame": 610, "lonlat": [9.285714285714288, 66.01163429921519], "actual_anchor": 0.4363245287768315, "reference": 0.4446578621101648, "field_hPa": -24.47742273730672, "source_position_px": [1187.5, 94.29956856566434], "samples": [{"frame": 600, "date": "1999-12-26 00:00:00", "actual_anchor": 0.4482272445496877, "reference": 0.4398939112163544, "lonlat": [7.857142857142858, 63.4584625831927]}, {"frame": 601, "date": "1999-12-26 01:00:00", "actual_anchor": 0.4482272445496877, "reference": 0.4398939112163544, "lonlat": [7.857142857142858, 63.4584625831927]}, {"frame": 602, "date": "1999-12-26 02:00:00", "actual_anchor": 0.4482272445496877, "reference": 0.4398939112163544, "lonlat": [7.857142857142858, 63.4584625831927]}, {"frame": 603, "date": "1999-12-26 03:00:00", "actual_anchor": 0.4482272445496877, "reference": 0.4398939112163544, "lonlat": [7.857142857142858, 63.4584625831927]}, {"frame": 604, "date": "1999-12-26 04:00:00", "actual_anchor": 0.45834765625667256, "reference": 0.45001432292333915, "lonlat": [9.285714285714288, 64.70493280544402]}, {"frame": 605, "date": "1999-12-26 05:00:00", "actual_anchor": 0.46122818048152253, "reference": 0.45001432292333915, "lonlat": [9.285714285714288, 64.70493280544402]}, {"frame": 606, "date": "1999-12-26 06:00:00", "actual_anchor": 0.465741739104694, "reference": 0.45001432292333915, "lonlat": [9.285714285714288, 64.70493280544402]}, {"frame": 607, "date": "1999-12-26 07:00:00", "actual_anchor": 0.43981364752914953, "reference": 0.45001432292333915, "lonlat": [9.285714285714288, 64.70493280544402]}, {"frame": 608, "date": "1999-12-26 08:00:00", "actual_anchor": 0.44168098959000585, "reference": 0.45001432292333915, "lonlat": [9.285714285714288, 64.70493280544402]}, {"frame": 609, "date": "1999-12-26 09:00:00", "actual_anchor": 0.4363245287768315, "reference": 0.4446578621101648, "lonlat": [9.285714285714288, 66.01163429921519]}, {"frame": 610, "date": "1999-12-26 10:00:00", "actual_anchor": 0.4363245287768315, "reference": 0.4446578621101648, "lonlat": [9.285714285714288, 66.01163429921519]}, {"frame": 611, "date": "1999-12-26 11:00:00", "actual_anchor": 0.4363245287768315, "reference": 0.4446578621101648, "lonlat": [9.285714285714288, 66.01163429921519]}, {"frame": 612, "date": "1999-12-26 12:00:00", "actual_anchor": 0.43096806796365716, "reference": 0.4393014012969904, "lonlat": [9.285714285714288, 67.389044573133]}, {"frame": 613, "date": "1999-12-26 13:00:00", "actual_anchor": 0.41549119544349805, "reference": 0.4238245287768314, "lonlat": [7.857142857142858, 67.389044573133]}, {"frame": 614, "date": "1999-12-26 14:00:00", "actual_anchor": 0.41013473463032374, "reference": 0.4184680679636571, "lonlat": [7.857142857142858, 68.85101425867806]}, {"frame": 615, "date": "1999-12-26 15:00:00", "actual_anchor": 0.3738245287768313, "reference": 0.38215786211016467, "lonlat": [5.0, 70.41651429372894]}, {"frame": 616, "date": "1999-12-26 16:00:00", "actual_anchor": 0.3738245287768313, "reference": 0.38215786211016467, "lonlat": [5.0, 70.41651429372894]}]}, "C": {"track_id": 133, "frame": 610, "lonlat": [-12.142857142857142, 63.4584625831927], "actual_anchor": 0.22061595803349957, "reference": 0.22321769593412838, "field_hPa": -16.075817767216122, "source_position_px": [1112.5, 104.59032077136041], "samples": [{"frame": 605, "date": "1999-12-26 05:00:00", "actual_anchor": 0.21239943480878357, "reference": 0.2130972842271438, "lonlat": [-13.571428571428573, 62.26407095289291]}, {"frame": 606, "date": "1999-12-26 06:00:00", "actual_anchor": 0.21147652876683076, "reference": 0.2130972842271438, "lonlat": [-13.571428571428573, 62.26407095289291]}, {"frame": 607, "date": "1999-12-26 07:00:00", "actual_anchor": 0.21077238416481642, "reference": 0.2130972842271438, "lonlat": [-13.571428571428573, 62.26407095289291]}, {"frame": 608, "date": "1999-12-26 08:00:00", "actual_anchor": 0.2122474103176572, "reference": 0.2130972842271438, "lonlat": [-13.571428571428573, 62.26407095289291]}, {"frame": 609, "date": "1999-12-26 09:00:00", "actual_anchor": 0.22542537481878447, "reference": 0.2285741567473027, "lonlat": [-12.142857142857142, 62.26407095289291]}, {"frame": 610, "date": "1999-12-26 10:00:00", "actual_anchor": 0.22061595803349957, "reference": 0.22321769593412838, "lonlat": [-12.142857142857142, 63.4584625831927]}]}}, "direction": [0.9478317491832081, -0.3187710388982978], "output_anchor_tracks_native": true, "map_and_track_ids_identical": true, "local_raster_is_exact_full_map_crop": true, "crop_pixels": [1800, 0, 1872, 4096], "local_y_limits": [0.0, 1.0], "no_extrapolation": true, "feature_C_exists_only_frames": [605, 610], "track_identity_scope": "computed overlap-linked minima, not independently verified meteorological tracks", "main_window_rectangle_px": {"x": 781.9241935483869, "y": 33.6, "w": 29.67096774193548, "h": 312.0}, "matching_red_window_outlines": true, "complete_output_axis": true, "temporal_selection_only": true, "event_guides": "black dashed; selected source event red dashed"}</a:t>
            </a: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slideLayouts/_rels/slideLayout1.xml.rels><?xml version='1.0' encoding='utf-8'?>
<Relationships xmlns="http://schemas.openxmlformats.org/package/2006/relationships"><Relationship Type="http://schemas.openxmlformats.org/officeDocument/2006/relationships/slideMaster" Target="/ppt/slideMasters/slideMaster1.xml" Id="Ra4009599c3c14fd0" /></Relationships>
</file>

<file path=ppt/slideLayouts/_rels/slideLayout2.xml.rels><?xml version='1.0' encoding='utf-8'?>
<Relationships xmlns="http://schemas.openxmlformats.org/package/2006/relationships"><Relationship Type="http://schemas.openxmlformats.org/officeDocument/2006/relationships/slideMaster" Target="/ppt/slideMasters/slideMaster1.xml" Id="R15fc668908b24e00" /></Relationships>
</file>

<file path=ppt/slideLayouts/_rels/slideLayout3.xml.rels><?xml version='1.0' encoding='utf-8'?>
<Relationships xmlns="http://schemas.openxmlformats.org/package/2006/relationships"><Relationship Type="http://schemas.openxmlformats.org/officeDocument/2006/relationships/slideMaster" Target="/ppt/slideMasters/slideMaster1.xml" Id="Ra749991caf944bda" /></Relationships>
</file>

<file path=ppt/slideLayouts/_rels/slideLayout4.xml.rels><?xml version='1.0' encoding='utf-8'?>
<Relationships xmlns="http://schemas.openxmlformats.org/package/2006/relationships"><Relationship Type="http://schemas.openxmlformats.org/officeDocument/2006/relationships/slideMaster" Target="/ppt/slideMasters/slideMaster1.xml" Id="R02bf4ecdbe884e1f" /></Relationships>
</file>

<file path=ppt/slideLayouts/_rels/slideLayout5.xml.rels><?xml version='1.0' encoding='utf-8'?>
<Relationships xmlns="http://schemas.openxmlformats.org/package/2006/relationships"><Relationship Type="http://schemas.openxmlformats.org/officeDocument/2006/relationships/slideMaster" Target="/ppt/slideMasters/slideMaster1.xml" Id="Rc03a011b13aa43e4" /></Relationships>
</file>

<file path=ppt/slideLayouts/_rels/slideLayout6.xml.rels><?xml version='1.0' encoding='utf-8'?>
<Relationships xmlns="http://schemas.openxmlformats.org/package/2006/relationships"><Relationship Type="http://schemas.openxmlformats.org/officeDocument/2006/relationships/slideMaster" Target="/ppt/slideMasters/slideMaster1.xml" Id="R3539cd2fa4f14890" /></Relationships>
</file>

<file path=ppt/slideLayouts/slideLayout1.xml><?xml version="1.0" encoding="utf-8"?>
<p:sldLayout xmlns:p="http://schemas.openxmlformats.org/presentationml/2006/main" type="title">
  <p:cSld name="Title Slide">
    <p:spTree>
      <p:nvGrpSpPr>
        <p:cNvPr id="1" name=""/>
        <p:cNvGrpSpPr/>
        <p:nvPr/>
      </p:nvGrpSpPr>
      <p:grpSpPr>
        <a:xfrm xmlns:a="http://schemas.openxmlformats.org/drawingml/2006/main"/>
      </p:grpSpPr>
      <p:sp>
        <p:nvSpPr>
          <p:cNvPr id="3" name="Title">
            <a:extLst xmlns:a="http://schemas.openxmlformats.org/drawingml/2006/main">
              <a:ext uri="{FF2B5EF4-FFF2-40B4-BE49-F238E27FC236}">
                <a16:creationId xmlns:a16="http://schemas.microsoft.com/office/drawing/2014/main" id="{8CE2783A-A22D-407D-90B2-487E44ECEE44}"/>
              </a:ext>
            </a:extLst>
          </p:cNvPr>
          <p:cNvSpPr>
            <a:spLocks xmlns:a="http://schemas.openxmlformats.org/drawingml/2006/main" noGrp="1"/>
          </p:cNvSpPr>
          <p:nvPr>
            <p:ph type="title" idx="0"/>
          </p:nvPr>
        </p:nvSpPr>
        <p:spPr>
          <a:xfrm xmlns:a="http://schemas.openxmlformats.org/drawingml/2006/main">
            <a:off x="1280160" y="2302933"/>
            <a:ext cx="10241280" cy="880533"/>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ctr">
            <a:normAutofit/>
          </a:bodyPr>
          <a:lstStyle xmlns:a="http://schemas.openxmlformats.org/drawingml/2006/main">
            <a:defPPr algn="ctr">
              <a:defRPr sz="4267" b="1">
                <a:solidFill>
                  <a:schemeClr val="tx1"/>
                </a:solidFill>
                <a:latin typeface="+mj-lt"/>
                <a:ea typeface="+mj-lt"/>
                <a:cs typeface="+mj-lt"/>
              </a:defRPr>
            </a:defPPr>
            <a:lvl1pPr marL="0" indent="0" algn="ctr">
              <a:lnSpc>
                <a:spcPct val="110000"/>
              </a:lnSpc>
              <a:spcBef>
                <a:spcPts val="0"/>
              </a:spcBef>
              <a:spcAft>
                <a:spcPts val="0"/>
              </a:spcAft>
              <a:buNone/>
              <a:defRPr sz="4267" b="1">
                <a:solidFill>
                  <a:schemeClr val="tx1"/>
                </a:solidFill>
                <a:latin typeface="+mj-lt"/>
                <a:ea typeface="+mj-lt"/>
                <a:cs typeface="+mj-lt"/>
              </a:defRPr>
            </a:lvl1pPr>
            <a:lvl2pPr marL="0" indent="0" algn="ctr">
              <a:lnSpc>
                <a:spcPct val="110000"/>
              </a:lnSpc>
              <a:spcBef>
                <a:spcPts val="0"/>
              </a:spcBef>
              <a:spcAft>
                <a:spcPts val="0"/>
              </a:spcAft>
              <a:buNone/>
              <a:defRPr sz="4267" b="1">
                <a:solidFill>
                  <a:schemeClr val="tx1"/>
                </a:solidFill>
                <a:latin typeface="+mj-lt"/>
                <a:ea typeface="+mj-lt"/>
                <a:cs typeface="+mj-lt"/>
              </a:defRPr>
            </a:lvl2pPr>
            <a:lvl3pPr marL="0" indent="0" algn="ctr">
              <a:lnSpc>
                <a:spcPct val="110000"/>
              </a:lnSpc>
              <a:spcBef>
                <a:spcPts val="0"/>
              </a:spcBef>
              <a:spcAft>
                <a:spcPts val="0"/>
              </a:spcAft>
              <a:buNone/>
              <a:defRPr sz="4267" b="1">
                <a:solidFill>
                  <a:schemeClr val="tx1"/>
                </a:solidFill>
                <a:latin typeface="+mj-lt"/>
                <a:ea typeface="+mj-lt"/>
                <a:cs typeface="+mj-lt"/>
              </a:defRPr>
            </a:lvl3pPr>
            <a:lvl4pPr marL="0" indent="0" algn="ctr">
              <a:lnSpc>
                <a:spcPct val="110000"/>
              </a:lnSpc>
              <a:spcBef>
                <a:spcPts val="0"/>
              </a:spcBef>
              <a:spcAft>
                <a:spcPts val="0"/>
              </a:spcAft>
              <a:buNone/>
              <a:defRPr sz="4267" b="1">
                <a:solidFill>
                  <a:schemeClr val="tx1"/>
                </a:solidFill>
                <a:latin typeface="+mj-lt"/>
                <a:ea typeface="+mj-lt"/>
                <a:cs typeface="+mj-lt"/>
              </a:defRPr>
            </a:lvl4pPr>
            <a:lvl5pPr marL="0" indent="0" algn="ctr">
              <a:lnSpc>
                <a:spcPct val="110000"/>
              </a:lnSpc>
              <a:spcBef>
                <a:spcPts val="0"/>
              </a:spcBef>
              <a:spcAft>
                <a:spcPts val="0"/>
              </a:spcAft>
              <a:buNone/>
              <a:defRPr sz="4267" b="1">
                <a:solidFill>
                  <a:schemeClr val="tx1"/>
                </a:solidFill>
                <a:latin typeface="+mj-lt"/>
                <a:ea typeface="+mj-lt"/>
                <a:cs typeface="+mj-lt"/>
              </a:defRPr>
            </a:lvl5pPr>
            <a:lvl6pPr marL="0" indent="0" algn="ctr">
              <a:lnSpc>
                <a:spcPct val="110000"/>
              </a:lnSpc>
              <a:spcBef>
                <a:spcPts val="0"/>
              </a:spcBef>
              <a:spcAft>
                <a:spcPts val="0"/>
              </a:spcAft>
              <a:buNone/>
              <a:defRPr sz="4267" b="1">
                <a:solidFill>
                  <a:schemeClr val="tx1"/>
                </a:solidFill>
                <a:latin typeface="+mj-lt"/>
                <a:ea typeface="+mj-lt"/>
                <a:cs typeface="+mj-lt"/>
              </a:defRPr>
            </a:lvl6pPr>
            <a:lvl7pPr marL="0" indent="0" algn="ctr">
              <a:lnSpc>
                <a:spcPct val="110000"/>
              </a:lnSpc>
              <a:spcBef>
                <a:spcPts val="0"/>
              </a:spcBef>
              <a:spcAft>
                <a:spcPts val="0"/>
              </a:spcAft>
              <a:buNone/>
              <a:defRPr sz="4267" b="1">
                <a:solidFill>
                  <a:schemeClr val="tx1"/>
                </a:solidFill>
                <a:latin typeface="+mj-lt"/>
                <a:ea typeface="+mj-lt"/>
                <a:cs typeface="+mj-lt"/>
              </a:defRPr>
            </a:lvl7pPr>
            <a:lvl8pPr marL="0" indent="0" algn="ctr">
              <a:lnSpc>
                <a:spcPct val="110000"/>
              </a:lnSpc>
              <a:spcBef>
                <a:spcPts val="0"/>
              </a:spcBef>
              <a:spcAft>
                <a:spcPts val="0"/>
              </a:spcAft>
              <a:buNone/>
              <a:defRPr sz="4267" b="1">
                <a:solidFill>
                  <a:schemeClr val="tx1"/>
                </a:solidFill>
                <a:latin typeface="+mj-lt"/>
                <a:ea typeface="+mj-lt"/>
                <a:cs typeface="+mj-lt"/>
              </a:defRPr>
            </a:lvl8pPr>
            <a:lvl9pPr marL="0" indent="0" algn="ctr">
              <a:lnSpc>
                <a:spcPct val="110000"/>
              </a:lnSpc>
              <a:spcBef>
                <a:spcPts val="0"/>
              </a:spcBef>
              <a:spcAft>
                <a:spcPts val="0"/>
              </a:spcAft>
              <a:buNone/>
              <a:defRPr sz="4267" b="1">
                <a:solidFill>
                  <a:schemeClr val="tx1"/>
                </a:solidFill>
                <a:latin typeface="+mj-lt"/>
                <a:ea typeface="+mj-lt"/>
                <a:cs typeface="+mj-lt"/>
              </a:defRPr>
            </a:lvl9pPr>
          </a:lstStyle>
          <a:p xmlns:a="http://schemas.openxmlformats.org/drawingml/2006/main"/>
        </p:txBody>
      </p:sp>
      <p:sp>
        <p:nvSpPr>
          <p:cNvPr id="2" name="Subtitle">
            <a:extLst xmlns:a="http://schemas.openxmlformats.org/drawingml/2006/main">
              <a:ext uri="{FF2B5EF4-FFF2-40B4-BE49-F238E27FC236}">
                <a16:creationId xmlns:a16="http://schemas.microsoft.com/office/drawing/2014/main" id="{5D276723-F471-4AC2-BCA3-62B257EB67A7}"/>
              </a:ext>
            </a:extLst>
          </p:cNvPr>
          <p:cNvSpPr>
            <a:spLocks xmlns:a="http://schemas.openxmlformats.org/drawingml/2006/main" noGrp="1"/>
          </p:cNvSpPr>
          <p:nvPr>
            <p:ph type="subTitle" idx="1"/>
          </p:nvPr>
        </p:nvSpPr>
        <p:spPr>
          <a:xfrm xmlns:a="http://schemas.openxmlformats.org/drawingml/2006/main">
            <a:off x="1920240" y="3352800"/>
            <a:ext cx="8961120" cy="677333"/>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ctr">
            <a:normAutofit/>
          </a:bodyPr>
          <a:lstStyle xmlns:a="http://schemas.openxmlformats.org/drawingml/2006/main">
            <a:defPPr algn="ctr">
              <a:defRPr sz="1867" b="0">
                <a:solidFill>
                  <a:schemeClr val="tx1"/>
                </a:solidFill>
                <a:latin typeface="+mn-lt"/>
                <a:ea typeface="+mn-lt"/>
                <a:cs typeface="+mn-lt"/>
              </a:defRPr>
            </a:defPPr>
            <a:lvl1pPr marL="0" indent="0" algn="ctr">
              <a:lnSpc>
                <a:spcPct val="110000"/>
              </a:lnSpc>
              <a:spcBef>
                <a:spcPts val="0"/>
              </a:spcBef>
              <a:spcAft>
                <a:spcPts val="0"/>
              </a:spcAft>
              <a:buNone/>
              <a:defRPr sz="1867" b="0">
                <a:solidFill>
                  <a:schemeClr val="tx1"/>
                </a:solidFill>
                <a:latin typeface="+mn-lt"/>
                <a:ea typeface="+mn-lt"/>
                <a:cs typeface="+mn-lt"/>
              </a:defRPr>
            </a:lvl1pPr>
            <a:lvl2pPr marL="0" indent="0" algn="ctr">
              <a:lnSpc>
                <a:spcPct val="110000"/>
              </a:lnSpc>
              <a:spcBef>
                <a:spcPts val="0"/>
              </a:spcBef>
              <a:spcAft>
                <a:spcPts val="0"/>
              </a:spcAft>
              <a:buNone/>
              <a:defRPr sz="1867" b="0">
                <a:solidFill>
                  <a:schemeClr val="tx1"/>
                </a:solidFill>
                <a:latin typeface="+mn-lt"/>
                <a:ea typeface="+mn-lt"/>
                <a:cs typeface="+mn-lt"/>
              </a:defRPr>
            </a:lvl2pPr>
            <a:lvl3pPr marL="0" indent="0" algn="ctr">
              <a:lnSpc>
                <a:spcPct val="110000"/>
              </a:lnSpc>
              <a:spcBef>
                <a:spcPts val="0"/>
              </a:spcBef>
              <a:spcAft>
                <a:spcPts val="0"/>
              </a:spcAft>
              <a:buNone/>
              <a:defRPr sz="1867" b="0">
                <a:solidFill>
                  <a:schemeClr val="tx1"/>
                </a:solidFill>
                <a:latin typeface="+mn-lt"/>
                <a:ea typeface="+mn-lt"/>
                <a:cs typeface="+mn-lt"/>
              </a:defRPr>
            </a:lvl3pPr>
            <a:lvl4pPr marL="0" indent="0" algn="ctr">
              <a:lnSpc>
                <a:spcPct val="110000"/>
              </a:lnSpc>
              <a:spcBef>
                <a:spcPts val="0"/>
              </a:spcBef>
              <a:spcAft>
                <a:spcPts val="0"/>
              </a:spcAft>
              <a:buNone/>
              <a:defRPr sz="1867" b="0">
                <a:solidFill>
                  <a:schemeClr val="tx1"/>
                </a:solidFill>
                <a:latin typeface="+mn-lt"/>
                <a:ea typeface="+mn-lt"/>
                <a:cs typeface="+mn-lt"/>
              </a:defRPr>
            </a:lvl4pPr>
            <a:lvl5pPr marL="0" indent="0" algn="ctr">
              <a:lnSpc>
                <a:spcPct val="110000"/>
              </a:lnSpc>
              <a:spcBef>
                <a:spcPts val="0"/>
              </a:spcBef>
              <a:spcAft>
                <a:spcPts val="0"/>
              </a:spcAft>
              <a:buNone/>
              <a:defRPr sz="1867" b="0">
                <a:solidFill>
                  <a:schemeClr val="tx1"/>
                </a:solidFill>
                <a:latin typeface="+mn-lt"/>
                <a:ea typeface="+mn-lt"/>
                <a:cs typeface="+mn-lt"/>
              </a:defRPr>
            </a:lvl5pPr>
            <a:lvl6pPr marL="0" indent="0" algn="ctr">
              <a:lnSpc>
                <a:spcPct val="110000"/>
              </a:lnSpc>
              <a:spcBef>
                <a:spcPts val="0"/>
              </a:spcBef>
              <a:spcAft>
                <a:spcPts val="0"/>
              </a:spcAft>
              <a:buNone/>
              <a:defRPr sz="1867" b="0">
                <a:solidFill>
                  <a:schemeClr val="tx1"/>
                </a:solidFill>
                <a:latin typeface="+mn-lt"/>
                <a:ea typeface="+mn-lt"/>
                <a:cs typeface="+mn-lt"/>
              </a:defRPr>
            </a:lvl6pPr>
            <a:lvl7pPr marL="0" indent="0" algn="ctr">
              <a:lnSpc>
                <a:spcPct val="110000"/>
              </a:lnSpc>
              <a:spcBef>
                <a:spcPts val="0"/>
              </a:spcBef>
              <a:spcAft>
                <a:spcPts val="0"/>
              </a:spcAft>
              <a:buNone/>
              <a:defRPr sz="1867" b="0">
                <a:solidFill>
                  <a:schemeClr val="tx1"/>
                </a:solidFill>
                <a:latin typeface="+mn-lt"/>
                <a:ea typeface="+mn-lt"/>
                <a:cs typeface="+mn-lt"/>
              </a:defRPr>
            </a:lvl7pPr>
            <a:lvl8pPr marL="0" indent="0" algn="ctr">
              <a:lnSpc>
                <a:spcPct val="110000"/>
              </a:lnSpc>
              <a:spcBef>
                <a:spcPts val="0"/>
              </a:spcBef>
              <a:spcAft>
                <a:spcPts val="0"/>
              </a:spcAft>
              <a:buNone/>
              <a:defRPr sz="1867" b="0">
                <a:solidFill>
                  <a:schemeClr val="tx1"/>
                </a:solidFill>
                <a:latin typeface="+mn-lt"/>
                <a:ea typeface="+mn-lt"/>
                <a:cs typeface="+mn-lt"/>
              </a:defRPr>
            </a:lvl8pPr>
            <a:lvl9pPr marL="0" indent="0" algn="ctr">
              <a:lnSpc>
                <a:spcPct val="110000"/>
              </a:lnSpc>
              <a:spcBef>
                <a:spcPts val="0"/>
              </a:spcBef>
              <a:spcAft>
                <a:spcPts val="0"/>
              </a:spcAft>
              <a:buNone/>
              <a:defRPr sz="1867" b="0">
                <a:solidFill>
                  <a:schemeClr val="tx1"/>
                </a:solidFill>
                <a:latin typeface="+mn-lt"/>
                <a:ea typeface="+mn-lt"/>
                <a:cs typeface="+mn-lt"/>
              </a:defRPr>
            </a:lvl9pPr>
          </a:lstStyle>
          <a:p xmlns:a="http://schemas.openxmlformats.org/drawingml/2006/main"/>
        </p:txBody>
      </p:sp>
    </p:spTree>
  </p:cSld>
</p:sldLayout>
</file>

<file path=ppt/slideLayouts/slideLayout2.xml><?xml version="1.0" encoding="utf-8"?>
<p:sldLayout xmlns:p="http://schemas.openxmlformats.org/presentationml/2006/main">
  <p:cSld name="Section Header">
    <p:spTree>
      <p:nvGrpSpPr>
        <p:cNvPr id="1" name=""/>
        <p:cNvGrpSpPr/>
        <p:nvPr/>
      </p:nvGrpSpPr>
      <p:grpSpPr>
        <a:xfrm xmlns:a="http://schemas.openxmlformats.org/drawingml/2006/main"/>
      </p:grpSpPr>
      <p:sp>
        <p:nvSpPr>
          <p:cNvPr id="2" name="Section title">
            <a:extLst xmlns:a="http://schemas.openxmlformats.org/drawingml/2006/main">
              <a:ext uri="{FF2B5EF4-FFF2-40B4-BE49-F238E27FC236}">
                <a16:creationId xmlns:a16="http://schemas.microsoft.com/office/drawing/2014/main" id="{0311F24E-AFF7-4627-AADD-AE6C924435ED}"/>
              </a:ext>
            </a:extLst>
          </p:cNvPr>
          <p:cNvSpPr>
            <a:spLocks xmlns:a="http://schemas.openxmlformats.org/drawingml/2006/main" noGrp="1"/>
          </p:cNvSpPr>
          <p:nvPr>
            <p:ph type="title" idx="0"/>
          </p:nvPr>
        </p:nvSpPr>
        <p:spPr>
          <a:xfrm xmlns:a="http://schemas.openxmlformats.org/drawingml/2006/main">
            <a:off x="1280160" y="2540000"/>
            <a:ext cx="10241280" cy="1016000"/>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ctr">
            <a:normAutofit/>
          </a:bodyPr>
          <a:lstStyle xmlns:a="http://schemas.openxmlformats.org/drawingml/2006/main">
            <a:defPPr algn="ctr">
              <a:defRPr sz="3733" b="1">
                <a:solidFill>
                  <a:schemeClr val="tx1"/>
                </a:solidFill>
                <a:latin typeface="+mj-lt"/>
                <a:ea typeface="+mj-lt"/>
                <a:cs typeface="+mj-lt"/>
              </a:defRPr>
            </a:defPPr>
            <a:lvl1pPr marL="0" indent="0" algn="ctr">
              <a:lnSpc>
                <a:spcPct val="110000"/>
              </a:lnSpc>
              <a:spcBef>
                <a:spcPts val="0"/>
              </a:spcBef>
              <a:spcAft>
                <a:spcPts val="0"/>
              </a:spcAft>
              <a:buNone/>
              <a:defRPr sz="3733" b="1">
                <a:solidFill>
                  <a:schemeClr val="tx1"/>
                </a:solidFill>
                <a:latin typeface="+mj-lt"/>
                <a:ea typeface="+mj-lt"/>
                <a:cs typeface="+mj-lt"/>
              </a:defRPr>
            </a:lvl1pPr>
            <a:lvl2pPr marL="0" indent="0" algn="ctr">
              <a:lnSpc>
                <a:spcPct val="110000"/>
              </a:lnSpc>
              <a:spcBef>
                <a:spcPts val="0"/>
              </a:spcBef>
              <a:spcAft>
                <a:spcPts val="0"/>
              </a:spcAft>
              <a:buNone/>
              <a:defRPr sz="3733" b="1">
                <a:solidFill>
                  <a:schemeClr val="tx1"/>
                </a:solidFill>
                <a:latin typeface="+mj-lt"/>
                <a:ea typeface="+mj-lt"/>
                <a:cs typeface="+mj-lt"/>
              </a:defRPr>
            </a:lvl2pPr>
            <a:lvl3pPr marL="0" indent="0" algn="ctr">
              <a:lnSpc>
                <a:spcPct val="110000"/>
              </a:lnSpc>
              <a:spcBef>
                <a:spcPts val="0"/>
              </a:spcBef>
              <a:spcAft>
                <a:spcPts val="0"/>
              </a:spcAft>
              <a:buNone/>
              <a:defRPr sz="3733" b="1">
                <a:solidFill>
                  <a:schemeClr val="tx1"/>
                </a:solidFill>
                <a:latin typeface="+mj-lt"/>
                <a:ea typeface="+mj-lt"/>
                <a:cs typeface="+mj-lt"/>
              </a:defRPr>
            </a:lvl3pPr>
            <a:lvl4pPr marL="0" indent="0" algn="ctr">
              <a:lnSpc>
                <a:spcPct val="110000"/>
              </a:lnSpc>
              <a:spcBef>
                <a:spcPts val="0"/>
              </a:spcBef>
              <a:spcAft>
                <a:spcPts val="0"/>
              </a:spcAft>
              <a:buNone/>
              <a:defRPr sz="3733" b="1">
                <a:solidFill>
                  <a:schemeClr val="tx1"/>
                </a:solidFill>
                <a:latin typeface="+mj-lt"/>
                <a:ea typeface="+mj-lt"/>
                <a:cs typeface="+mj-lt"/>
              </a:defRPr>
            </a:lvl4pPr>
            <a:lvl5pPr marL="0" indent="0" algn="ctr">
              <a:lnSpc>
                <a:spcPct val="110000"/>
              </a:lnSpc>
              <a:spcBef>
                <a:spcPts val="0"/>
              </a:spcBef>
              <a:spcAft>
                <a:spcPts val="0"/>
              </a:spcAft>
              <a:buNone/>
              <a:defRPr sz="3733" b="1">
                <a:solidFill>
                  <a:schemeClr val="tx1"/>
                </a:solidFill>
                <a:latin typeface="+mj-lt"/>
                <a:ea typeface="+mj-lt"/>
                <a:cs typeface="+mj-lt"/>
              </a:defRPr>
            </a:lvl5pPr>
            <a:lvl6pPr marL="0" indent="0" algn="ctr">
              <a:lnSpc>
                <a:spcPct val="110000"/>
              </a:lnSpc>
              <a:spcBef>
                <a:spcPts val="0"/>
              </a:spcBef>
              <a:spcAft>
                <a:spcPts val="0"/>
              </a:spcAft>
              <a:buNone/>
              <a:defRPr sz="3733" b="1">
                <a:solidFill>
                  <a:schemeClr val="tx1"/>
                </a:solidFill>
                <a:latin typeface="+mj-lt"/>
                <a:ea typeface="+mj-lt"/>
                <a:cs typeface="+mj-lt"/>
              </a:defRPr>
            </a:lvl6pPr>
            <a:lvl7pPr marL="0" indent="0" algn="ctr">
              <a:lnSpc>
                <a:spcPct val="110000"/>
              </a:lnSpc>
              <a:spcBef>
                <a:spcPts val="0"/>
              </a:spcBef>
              <a:spcAft>
                <a:spcPts val="0"/>
              </a:spcAft>
              <a:buNone/>
              <a:defRPr sz="3733" b="1">
                <a:solidFill>
                  <a:schemeClr val="tx1"/>
                </a:solidFill>
                <a:latin typeface="+mj-lt"/>
                <a:ea typeface="+mj-lt"/>
                <a:cs typeface="+mj-lt"/>
              </a:defRPr>
            </a:lvl7pPr>
            <a:lvl8pPr marL="0" indent="0" algn="ctr">
              <a:lnSpc>
                <a:spcPct val="110000"/>
              </a:lnSpc>
              <a:spcBef>
                <a:spcPts val="0"/>
              </a:spcBef>
              <a:spcAft>
                <a:spcPts val="0"/>
              </a:spcAft>
              <a:buNone/>
              <a:defRPr sz="3733" b="1">
                <a:solidFill>
                  <a:schemeClr val="tx1"/>
                </a:solidFill>
                <a:latin typeface="+mj-lt"/>
                <a:ea typeface="+mj-lt"/>
                <a:cs typeface="+mj-lt"/>
              </a:defRPr>
            </a:lvl8pPr>
            <a:lvl9pPr marL="0" indent="0" algn="ctr">
              <a:lnSpc>
                <a:spcPct val="110000"/>
              </a:lnSpc>
              <a:spcBef>
                <a:spcPts val="0"/>
              </a:spcBef>
              <a:spcAft>
                <a:spcPts val="0"/>
              </a:spcAft>
              <a:buNone/>
              <a:defRPr sz="3733" b="1">
                <a:solidFill>
                  <a:schemeClr val="tx1"/>
                </a:solidFill>
                <a:latin typeface="+mj-lt"/>
                <a:ea typeface="+mj-lt"/>
                <a:cs typeface="+mj-lt"/>
              </a:defRPr>
            </a:lvl9pPr>
          </a:lstStyle>
          <a:p xmlns:a="http://schemas.openxmlformats.org/drawingml/2006/main"/>
        </p:txBody>
      </p:sp>
    </p:spTree>
  </p:cSld>
</p:sldLayout>
</file>

<file path=ppt/slideLayouts/slideLayout3.xml><?xml version="1.0" encoding="utf-8"?>
<p:sldLayout xmlns:p="http://schemas.openxmlformats.org/presentationml/2006/main">
  <p:cSld name="Title and Body">
    <p:spTree>
      <p:nvGrpSpPr>
        <p:cNvPr id="1" name=""/>
        <p:cNvGrpSpPr/>
        <p:nvPr/>
      </p:nvGrpSpPr>
      <p:grpSpPr>
        <a:xfrm xmlns:a="http://schemas.openxmlformats.org/drawingml/2006/main"/>
      </p:grpSpPr>
      <p:sp>
        <p:nvSpPr>
          <p:cNvPr id="3" name="Title">
            <a:extLst xmlns:a="http://schemas.openxmlformats.org/drawingml/2006/main">
              <a:ext uri="{FF2B5EF4-FFF2-40B4-BE49-F238E27FC236}">
                <a16:creationId xmlns:a16="http://schemas.microsoft.com/office/drawing/2014/main" id="{77EF94D9-DB20-4D7D-ADFA-65A6009BAA31}"/>
              </a:ext>
            </a:extLst>
          </p:cNvPr>
          <p:cNvSpPr>
            <a:spLocks xmlns:a="http://schemas.openxmlformats.org/drawingml/2006/main" noGrp="1"/>
          </p:cNvSpPr>
          <p:nvPr>
            <p:ph type="title" idx="0"/>
          </p:nvPr>
        </p:nvSpPr>
        <p:spPr>
          <a:xfrm xmlns:a="http://schemas.openxmlformats.org/drawingml/2006/main">
            <a:off x="720090" y="474133"/>
            <a:ext cx="11361420" cy="7450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933" b="1">
                <a:solidFill>
                  <a:schemeClr val="tx1"/>
                </a:solidFill>
                <a:latin typeface="+mj-lt"/>
                <a:ea typeface="+mj-lt"/>
                <a:cs typeface="+mj-lt"/>
              </a:defRPr>
            </a:defPPr>
            <a:lvl1pPr marL="0" indent="0" algn="l">
              <a:lnSpc>
                <a:spcPct val="110000"/>
              </a:lnSpc>
              <a:spcBef>
                <a:spcPts val="0"/>
              </a:spcBef>
              <a:spcAft>
                <a:spcPts val="0"/>
              </a:spcAft>
              <a:buNone/>
              <a:defRPr sz="2933" b="1">
                <a:solidFill>
                  <a:schemeClr val="tx1"/>
                </a:solidFill>
                <a:latin typeface="+mj-lt"/>
                <a:ea typeface="+mj-lt"/>
                <a:cs typeface="+mj-lt"/>
              </a:defRPr>
            </a:lvl1pPr>
            <a:lvl2pPr marL="0" indent="0" algn="l">
              <a:lnSpc>
                <a:spcPct val="110000"/>
              </a:lnSpc>
              <a:spcBef>
                <a:spcPts val="0"/>
              </a:spcBef>
              <a:spcAft>
                <a:spcPts val="0"/>
              </a:spcAft>
              <a:buNone/>
              <a:defRPr sz="2933" b="1">
                <a:solidFill>
                  <a:schemeClr val="tx1"/>
                </a:solidFill>
                <a:latin typeface="+mj-lt"/>
                <a:ea typeface="+mj-lt"/>
                <a:cs typeface="+mj-lt"/>
              </a:defRPr>
            </a:lvl2pPr>
            <a:lvl3pPr marL="0" indent="0" algn="l">
              <a:lnSpc>
                <a:spcPct val="110000"/>
              </a:lnSpc>
              <a:spcBef>
                <a:spcPts val="0"/>
              </a:spcBef>
              <a:spcAft>
                <a:spcPts val="0"/>
              </a:spcAft>
              <a:buNone/>
              <a:defRPr sz="2933" b="1">
                <a:solidFill>
                  <a:schemeClr val="tx1"/>
                </a:solidFill>
                <a:latin typeface="+mj-lt"/>
                <a:ea typeface="+mj-lt"/>
                <a:cs typeface="+mj-lt"/>
              </a:defRPr>
            </a:lvl3pPr>
            <a:lvl4pPr marL="0" indent="0" algn="l">
              <a:lnSpc>
                <a:spcPct val="110000"/>
              </a:lnSpc>
              <a:spcBef>
                <a:spcPts val="0"/>
              </a:spcBef>
              <a:spcAft>
                <a:spcPts val="0"/>
              </a:spcAft>
              <a:buNone/>
              <a:defRPr sz="2933" b="1">
                <a:solidFill>
                  <a:schemeClr val="tx1"/>
                </a:solidFill>
                <a:latin typeface="+mj-lt"/>
                <a:ea typeface="+mj-lt"/>
                <a:cs typeface="+mj-lt"/>
              </a:defRPr>
            </a:lvl4pPr>
            <a:lvl5pPr marL="0" indent="0" algn="l">
              <a:lnSpc>
                <a:spcPct val="110000"/>
              </a:lnSpc>
              <a:spcBef>
                <a:spcPts val="0"/>
              </a:spcBef>
              <a:spcAft>
                <a:spcPts val="0"/>
              </a:spcAft>
              <a:buNone/>
              <a:defRPr sz="2933" b="1">
                <a:solidFill>
                  <a:schemeClr val="tx1"/>
                </a:solidFill>
                <a:latin typeface="+mj-lt"/>
                <a:ea typeface="+mj-lt"/>
                <a:cs typeface="+mj-lt"/>
              </a:defRPr>
            </a:lvl5pPr>
            <a:lvl6pPr marL="0" indent="0" algn="l">
              <a:lnSpc>
                <a:spcPct val="110000"/>
              </a:lnSpc>
              <a:spcBef>
                <a:spcPts val="0"/>
              </a:spcBef>
              <a:spcAft>
                <a:spcPts val="0"/>
              </a:spcAft>
              <a:buNone/>
              <a:defRPr sz="2933" b="1">
                <a:solidFill>
                  <a:schemeClr val="tx1"/>
                </a:solidFill>
                <a:latin typeface="+mj-lt"/>
                <a:ea typeface="+mj-lt"/>
                <a:cs typeface="+mj-lt"/>
              </a:defRPr>
            </a:lvl6pPr>
            <a:lvl7pPr marL="0" indent="0" algn="l">
              <a:lnSpc>
                <a:spcPct val="110000"/>
              </a:lnSpc>
              <a:spcBef>
                <a:spcPts val="0"/>
              </a:spcBef>
              <a:spcAft>
                <a:spcPts val="0"/>
              </a:spcAft>
              <a:buNone/>
              <a:defRPr sz="2933" b="1">
                <a:solidFill>
                  <a:schemeClr val="tx1"/>
                </a:solidFill>
                <a:latin typeface="+mj-lt"/>
                <a:ea typeface="+mj-lt"/>
                <a:cs typeface="+mj-lt"/>
              </a:defRPr>
            </a:lvl7pPr>
            <a:lvl8pPr marL="0" indent="0" algn="l">
              <a:lnSpc>
                <a:spcPct val="110000"/>
              </a:lnSpc>
              <a:spcBef>
                <a:spcPts val="0"/>
              </a:spcBef>
              <a:spcAft>
                <a:spcPts val="0"/>
              </a:spcAft>
              <a:buNone/>
              <a:defRPr sz="2933" b="1">
                <a:solidFill>
                  <a:schemeClr val="tx1"/>
                </a:solidFill>
                <a:latin typeface="+mj-lt"/>
                <a:ea typeface="+mj-lt"/>
                <a:cs typeface="+mj-lt"/>
              </a:defRPr>
            </a:lvl8pPr>
            <a:lvl9pPr marL="0" indent="0" algn="l">
              <a:lnSpc>
                <a:spcPct val="110000"/>
              </a:lnSpc>
              <a:spcBef>
                <a:spcPts val="0"/>
              </a:spcBef>
              <a:spcAft>
                <a:spcPts val="0"/>
              </a:spcAft>
              <a:buNone/>
              <a:defRPr sz="2933" b="1">
                <a:solidFill>
                  <a:schemeClr val="tx1"/>
                </a:solidFill>
                <a:latin typeface="+mj-lt"/>
                <a:ea typeface="+mj-lt"/>
                <a:cs typeface="+mj-lt"/>
              </a:defRPr>
            </a:lvl9pPr>
          </a:lstStyle>
          <a:p xmlns:a="http://schemas.openxmlformats.org/drawingml/2006/main"/>
        </p:txBody>
      </p:sp>
      <p:sp>
        <p:nvSpPr>
          <p:cNvPr id="2" name="Body">
            <a:extLst xmlns:a="http://schemas.openxmlformats.org/drawingml/2006/main">
              <a:ext uri="{FF2B5EF4-FFF2-40B4-BE49-F238E27FC236}">
                <a16:creationId xmlns:a16="http://schemas.microsoft.com/office/drawing/2014/main" id="{98C1BF66-E484-4457-9C2E-18B55B320236}"/>
              </a:ext>
            </a:extLst>
          </p:cNvPr>
          <p:cNvSpPr>
            <a:spLocks xmlns:a="http://schemas.openxmlformats.org/drawingml/2006/main" noGrp="1"/>
          </p:cNvSpPr>
          <p:nvPr>
            <p:ph type="body" idx="1"/>
          </p:nvPr>
        </p:nvSpPr>
        <p:spPr>
          <a:xfrm xmlns:a="http://schemas.openxmlformats.org/drawingml/2006/main">
            <a:off x="720090" y="1693333"/>
            <a:ext cx="11361420" cy="37930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000" b="0">
                <a:solidFill>
                  <a:schemeClr val="tx1"/>
                </a:solidFill>
                <a:latin typeface="+mn-lt"/>
                <a:ea typeface="+mn-lt"/>
                <a:cs typeface="+mn-lt"/>
              </a:defRPr>
            </a:defPPr>
            <a:lvl1pPr marL="203200" indent="-203200" algn="l">
              <a:lnSpc>
                <a:spcPct val="110000"/>
              </a:lnSpc>
              <a:spcBef>
                <a:spcPts val="0"/>
              </a:spcBef>
              <a:spcAft>
                <a:spcPts val="1067"/>
              </a:spcAft>
              <a:buChar char="•"/>
              <a:defRPr sz="2000" b="0">
                <a:solidFill>
                  <a:schemeClr val="tx1"/>
                </a:solidFill>
                <a:latin typeface="+mn-lt"/>
                <a:ea typeface="+mn-lt"/>
                <a:cs typeface="+mn-lt"/>
              </a:defRPr>
            </a:lvl1pPr>
            <a:lvl2pPr marL="474133" indent="-203200" algn="l">
              <a:lnSpc>
                <a:spcPct val="110000"/>
              </a:lnSpc>
              <a:spcBef>
                <a:spcPts val="0"/>
              </a:spcBef>
              <a:spcAft>
                <a:spcPts val="1067"/>
              </a:spcAft>
              <a:buChar char="•"/>
              <a:defRPr sz="2000" b="0">
                <a:solidFill>
                  <a:schemeClr val="tx1"/>
                </a:solidFill>
                <a:latin typeface="+mn-lt"/>
                <a:ea typeface="+mn-lt"/>
                <a:cs typeface="+mn-lt"/>
              </a:defRPr>
            </a:lvl2pPr>
            <a:lvl3pPr marL="745067" indent="-203200" algn="l">
              <a:lnSpc>
                <a:spcPct val="110000"/>
              </a:lnSpc>
              <a:spcBef>
                <a:spcPts val="0"/>
              </a:spcBef>
              <a:spcAft>
                <a:spcPts val="1067"/>
              </a:spcAft>
              <a:buChar char="•"/>
              <a:defRPr sz="2000" b="0">
                <a:solidFill>
                  <a:schemeClr val="tx1"/>
                </a:solidFill>
                <a:latin typeface="+mn-lt"/>
                <a:ea typeface="+mn-lt"/>
                <a:cs typeface="+mn-lt"/>
              </a:defRPr>
            </a:lvl3pPr>
            <a:lvl4pPr marL="1016000" indent="-203200" algn="l">
              <a:lnSpc>
                <a:spcPct val="110000"/>
              </a:lnSpc>
              <a:spcBef>
                <a:spcPts val="0"/>
              </a:spcBef>
              <a:spcAft>
                <a:spcPts val="1067"/>
              </a:spcAft>
              <a:buChar char="•"/>
              <a:defRPr sz="2000" b="0">
                <a:solidFill>
                  <a:schemeClr val="tx1"/>
                </a:solidFill>
                <a:latin typeface="+mn-lt"/>
                <a:ea typeface="+mn-lt"/>
                <a:cs typeface="+mn-lt"/>
              </a:defRPr>
            </a:lvl4pPr>
            <a:lvl5pPr marL="1286933" indent="-203200" algn="l">
              <a:lnSpc>
                <a:spcPct val="110000"/>
              </a:lnSpc>
              <a:spcBef>
                <a:spcPts val="0"/>
              </a:spcBef>
              <a:spcAft>
                <a:spcPts val="1067"/>
              </a:spcAft>
              <a:buChar char="•"/>
              <a:defRPr sz="2000" b="0">
                <a:solidFill>
                  <a:schemeClr val="tx1"/>
                </a:solidFill>
                <a:latin typeface="+mn-lt"/>
                <a:ea typeface="+mn-lt"/>
                <a:cs typeface="+mn-lt"/>
              </a:defRPr>
            </a:lvl5pPr>
            <a:lvl6pPr marL="1557867" indent="-203200" algn="l">
              <a:lnSpc>
                <a:spcPct val="110000"/>
              </a:lnSpc>
              <a:spcBef>
                <a:spcPts val="0"/>
              </a:spcBef>
              <a:spcAft>
                <a:spcPts val="1067"/>
              </a:spcAft>
              <a:buChar char="•"/>
              <a:defRPr sz="2000" b="0">
                <a:solidFill>
                  <a:schemeClr val="tx1"/>
                </a:solidFill>
                <a:latin typeface="+mn-lt"/>
                <a:ea typeface="+mn-lt"/>
                <a:cs typeface="+mn-lt"/>
              </a:defRPr>
            </a:lvl6pPr>
            <a:lvl7pPr marL="1828800" indent="-203200" algn="l">
              <a:lnSpc>
                <a:spcPct val="110000"/>
              </a:lnSpc>
              <a:spcBef>
                <a:spcPts val="0"/>
              </a:spcBef>
              <a:spcAft>
                <a:spcPts val="1067"/>
              </a:spcAft>
              <a:buChar char="•"/>
              <a:defRPr sz="2000" b="0">
                <a:solidFill>
                  <a:schemeClr val="tx1"/>
                </a:solidFill>
                <a:latin typeface="+mn-lt"/>
                <a:ea typeface="+mn-lt"/>
                <a:cs typeface="+mn-lt"/>
              </a:defRPr>
            </a:lvl7pPr>
            <a:lvl8pPr marL="2099733" indent="-203200" algn="l">
              <a:lnSpc>
                <a:spcPct val="110000"/>
              </a:lnSpc>
              <a:spcBef>
                <a:spcPts val="0"/>
              </a:spcBef>
              <a:spcAft>
                <a:spcPts val="1067"/>
              </a:spcAft>
              <a:buChar char="•"/>
              <a:defRPr sz="2000" b="0">
                <a:solidFill>
                  <a:schemeClr val="tx1"/>
                </a:solidFill>
                <a:latin typeface="+mn-lt"/>
                <a:ea typeface="+mn-lt"/>
                <a:cs typeface="+mn-lt"/>
              </a:defRPr>
            </a:lvl8pPr>
            <a:lvl9pPr marL="2370667" indent="-203200" algn="l">
              <a:lnSpc>
                <a:spcPct val="110000"/>
              </a:lnSpc>
              <a:spcBef>
                <a:spcPts val="0"/>
              </a:spcBef>
              <a:spcAft>
                <a:spcPts val="1067"/>
              </a:spcAft>
              <a:buChar char="•"/>
              <a:defRPr sz="2000" b="0">
                <a:solidFill>
                  <a:schemeClr val="tx1"/>
                </a:solidFill>
                <a:latin typeface="+mn-lt"/>
                <a:ea typeface="+mn-lt"/>
                <a:cs typeface="+mn-lt"/>
              </a:defRPr>
            </a:lvl9pPr>
          </a:lstStyle>
          <a:p xmlns:a="http://schemas.openxmlformats.org/drawingml/2006/main"/>
        </p:txBody>
      </p:sp>
    </p:spTree>
  </p:cSld>
</p:sldLayout>
</file>

<file path=ppt/slideLayouts/slideLayout4.xml><?xml version="1.0" encoding="utf-8"?>
<p:sldLayout xmlns:p="http://schemas.openxmlformats.org/presentationml/2006/main">
  <p:cSld name="Title and Two Column">
    <p:spTree>
      <p:nvGrpSpPr>
        <p:cNvPr id="1" name=""/>
        <p:cNvGrpSpPr/>
        <p:nvPr/>
      </p:nvGrpSpPr>
      <p:grpSpPr>
        <a:xfrm xmlns:a="http://schemas.openxmlformats.org/drawingml/2006/main"/>
      </p:grpSpPr>
      <p:sp>
        <p:nvSpPr>
          <p:cNvPr id="4" name="Title">
            <a:extLst xmlns:a="http://schemas.openxmlformats.org/drawingml/2006/main">
              <a:ext uri="{FF2B5EF4-FFF2-40B4-BE49-F238E27FC236}">
                <a16:creationId xmlns:a16="http://schemas.microsoft.com/office/drawing/2014/main" id="{0F31622C-395C-4372-98FC-81C57F609D28}"/>
              </a:ext>
            </a:extLst>
          </p:cNvPr>
          <p:cNvSpPr>
            <a:spLocks xmlns:a="http://schemas.openxmlformats.org/drawingml/2006/main" noGrp="1"/>
          </p:cNvSpPr>
          <p:nvPr>
            <p:ph type="title" idx="0"/>
          </p:nvPr>
        </p:nvSpPr>
        <p:spPr>
          <a:xfrm xmlns:a="http://schemas.openxmlformats.org/drawingml/2006/main">
            <a:off x="720090" y="474133"/>
            <a:ext cx="11361420" cy="7450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933" b="1">
                <a:solidFill>
                  <a:schemeClr val="tx1"/>
                </a:solidFill>
                <a:latin typeface="+mj-lt"/>
                <a:ea typeface="+mj-lt"/>
                <a:cs typeface="+mj-lt"/>
              </a:defRPr>
            </a:defPPr>
            <a:lvl1pPr marL="0" indent="0" algn="l">
              <a:lnSpc>
                <a:spcPct val="110000"/>
              </a:lnSpc>
              <a:spcBef>
                <a:spcPts val="0"/>
              </a:spcBef>
              <a:spcAft>
                <a:spcPts val="0"/>
              </a:spcAft>
              <a:buNone/>
              <a:defRPr sz="2933" b="1">
                <a:solidFill>
                  <a:schemeClr val="tx1"/>
                </a:solidFill>
                <a:latin typeface="+mj-lt"/>
                <a:ea typeface="+mj-lt"/>
                <a:cs typeface="+mj-lt"/>
              </a:defRPr>
            </a:lvl1pPr>
            <a:lvl2pPr marL="0" indent="0" algn="l">
              <a:lnSpc>
                <a:spcPct val="110000"/>
              </a:lnSpc>
              <a:spcBef>
                <a:spcPts val="0"/>
              </a:spcBef>
              <a:spcAft>
                <a:spcPts val="0"/>
              </a:spcAft>
              <a:buNone/>
              <a:defRPr sz="2933" b="1">
                <a:solidFill>
                  <a:schemeClr val="tx1"/>
                </a:solidFill>
                <a:latin typeface="+mj-lt"/>
                <a:ea typeface="+mj-lt"/>
                <a:cs typeface="+mj-lt"/>
              </a:defRPr>
            </a:lvl2pPr>
            <a:lvl3pPr marL="0" indent="0" algn="l">
              <a:lnSpc>
                <a:spcPct val="110000"/>
              </a:lnSpc>
              <a:spcBef>
                <a:spcPts val="0"/>
              </a:spcBef>
              <a:spcAft>
                <a:spcPts val="0"/>
              </a:spcAft>
              <a:buNone/>
              <a:defRPr sz="2933" b="1">
                <a:solidFill>
                  <a:schemeClr val="tx1"/>
                </a:solidFill>
                <a:latin typeface="+mj-lt"/>
                <a:ea typeface="+mj-lt"/>
                <a:cs typeface="+mj-lt"/>
              </a:defRPr>
            </a:lvl3pPr>
            <a:lvl4pPr marL="0" indent="0" algn="l">
              <a:lnSpc>
                <a:spcPct val="110000"/>
              </a:lnSpc>
              <a:spcBef>
                <a:spcPts val="0"/>
              </a:spcBef>
              <a:spcAft>
                <a:spcPts val="0"/>
              </a:spcAft>
              <a:buNone/>
              <a:defRPr sz="2933" b="1">
                <a:solidFill>
                  <a:schemeClr val="tx1"/>
                </a:solidFill>
                <a:latin typeface="+mj-lt"/>
                <a:ea typeface="+mj-lt"/>
                <a:cs typeface="+mj-lt"/>
              </a:defRPr>
            </a:lvl4pPr>
            <a:lvl5pPr marL="0" indent="0" algn="l">
              <a:lnSpc>
                <a:spcPct val="110000"/>
              </a:lnSpc>
              <a:spcBef>
                <a:spcPts val="0"/>
              </a:spcBef>
              <a:spcAft>
                <a:spcPts val="0"/>
              </a:spcAft>
              <a:buNone/>
              <a:defRPr sz="2933" b="1">
                <a:solidFill>
                  <a:schemeClr val="tx1"/>
                </a:solidFill>
                <a:latin typeface="+mj-lt"/>
                <a:ea typeface="+mj-lt"/>
                <a:cs typeface="+mj-lt"/>
              </a:defRPr>
            </a:lvl5pPr>
            <a:lvl6pPr marL="0" indent="0" algn="l">
              <a:lnSpc>
                <a:spcPct val="110000"/>
              </a:lnSpc>
              <a:spcBef>
                <a:spcPts val="0"/>
              </a:spcBef>
              <a:spcAft>
                <a:spcPts val="0"/>
              </a:spcAft>
              <a:buNone/>
              <a:defRPr sz="2933" b="1">
                <a:solidFill>
                  <a:schemeClr val="tx1"/>
                </a:solidFill>
                <a:latin typeface="+mj-lt"/>
                <a:ea typeface="+mj-lt"/>
                <a:cs typeface="+mj-lt"/>
              </a:defRPr>
            </a:lvl6pPr>
            <a:lvl7pPr marL="0" indent="0" algn="l">
              <a:lnSpc>
                <a:spcPct val="110000"/>
              </a:lnSpc>
              <a:spcBef>
                <a:spcPts val="0"/>
              </a:spcBef>
              <a:spcAft>
                <a:spcPts val="0"/>
              </a:spcAft>
              <a:buNone/>
              <a:defRPr sz="2933" b="1">
                <a:solidFill>
                  <a:schemeClr val="tx1"/>
                </a:solidFill>
                <a:latin typeface="+mj-lt"/>
                <a:ea typeface="+mj-lt"/>
                <a:cs typeface="+mj-lt"/>
              </a:defRPr>
            </a:lvl7pPr>
            <a:lvl8pPr marL="0" indent="0" algn="l">
              <a:lnSpc>
                <a:spcPct val="110000"/>
              </a:lnSpc>
              <a:spcBef>
                <a:spcPts val="0"/>
              </a:spcBef>
              <a:spcAft>
                <a:spcPts val="0"/>
              </a:spcAft>
              <a:buNone/>
              <a:defRPr sz="2933" b="1">
                <a:solidFill>
                  <a:schemeClr val="tx1"/>
                </a:solidFill>
                <a:latin typeface="+mj-lt"/>
                <a:ea typeface="+mj-lt"/>
                <a:cs typeface="+mj-lt"/>
              </a:defRPr>
            </a:lvl8pPr>
            <a:lvl9pPr marL="0" indent="0" algn="l">
              <a:lnSpc>
                <a:spcPct val="110000"/>
              </a:lnSpc>
              <a:spcBef>
                <a:spcPts val="0"/>
              </a:spcBef>
              <a:spcAft>
                <a:spcPts val="0"/>
              </a:spcAft>
              <a:buNone/>
              <a:defRPr sz="2933" b="1">
                <a:solidFill>
                  <a:schemeClr val="tx1"/>
                </a:solidFill>
                <a:latin typeface="+mj-lt"/>
                <a:ea typeface="+mj-lt"/>
                <a:cs typeface="+mj-lt"/>
              </a:defRPr>
            </a:lvl9pPr>
          </a:lstStyle>
          <a:p xmlns:a="http://schemas.openxmlformats.org/drawingml/2006/main"/>
        </p:txBody>
      </p:sp>
      <p:sp>
        <p:nvSpPr>
          <p:cNvPr id="2" name="Left column">
            <a:extLst xmlns:a="http://schemas.openxmlformats.org/drawingml/2006/main">
              <a:ext uri="{FF2B5EF4-FFF2-40B4-BE49-F238E27FC236}">
                <a16:creationId xmlns:a16="http://schemas.microsoft.com/office/drawing/2014/main" id="{EFA90AFC-D2D9-4C3E-AB2D-830971F58C71}"/>
              </a:ext>
            </a:extLst>
          </p:cNvPr>
          <p:cNvSpPr>
            <a:spLocks xmlns:a="http://schemas.openxmlformats.org/drawingml/2006/main" noGrp="1"/>
          </p:cNvSpPr>
          <p:nvPr>
            <p:ph type="body" idx="1"/>
          </p:nvPr>
        </p:nvSpPr>
        <p:spPr>
          <a:xfrm xmlns:a="http://schemas.openxmlformats.org/drawingml/2006/main">
            <a:off x="720090" y="1693333"/>
            <a:ext cx="5280660" cy="37930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1867" b="0">
                <a:solidFill>
                  <a:schemeClr val="tx1"/>
                </a:solidFill>
                <a:latin typeface="+mn-lt"/>
                <a:ea typeface="+mn-lt"/>
                <a:cs typeface="+mn-lt"/>
              </a:defRPr>
            </a:defPPr>
            <a:lvl1pPr marL="203200" indent="-203200" algn="l">
              <a:lnSpc>
                <a:spcPct val="110000"/>
              </a:lnSpc>
              <a:spcBef>
                <a:spcPts val="0"/>
              </a:spcBef>
              <a:spcAft>
                <a:spcPts val="1067"/>
              </a:spcAft>
              <a:buChar char="•"/>
              <a:defRPr sz="1867" b="0">
                <a:solidFill>
                  <a:schemeClr val="tx1"/>
                </a:solidFill>
                <a:latin typeface="+mn-lt"/>
                <a:ea typeface="+mn-lt"/>
                <a:cs typeface="+mn-lt"/>
              </a:defRPr>
            </a:lvl1pPr>
            <a:lvl2pPr marL="474133" indent="-203200" algn="l">
              <a:lnSpc>
                <a:spcPct val="110000"/>
              </a:lnSpc>
              <a:spcBef>
                <a:spcPts val="0"/>
              </a:spcBef>
              <a:spcAft>
                <a:spcPts val="1067"/>
              </a:spcAft>
              <a:buChar char="•"/>
              <a:defRPr sz="1867" b="0">
                <a:solidFill>
                  <a:schemeClr val="tx1"/>
                </a:solidFill>
                <a:latin typeface="+mn-lt"/>
                <a:ea typeface="+mn-lt"/>
                <a:cs typeface="+mn-lt"/>
              </a:defRPr>
            </a:lvl2pPr>
            <a:lvl3pPr marL="745067" indent="-203200" algn="l">
              <a:lnSpc>
                <a:spcPct val="110000"/>
              </a:lnSpc>
              <a:spcBef>
                <a:spcPts val="0"/>
              </a:spcBef>
              <a:spcAft>
                <a:spcPts val="1067"/>
              </a:spcAft>
              <a:buChar char="•"/>
              <a:defRPr sz="1867" b="0">
                <a:solidFill>
                  <a:schemeClr val="tx1"/>
                </a:solidFill>
                <a:latin typeface="+mn-lt"/>
                <a:ea typeface="+mn-lt"/>
                <a:cs typeface="+mn-lt"/>
              </a:defRPr>
            </a:lvl3pPr>
            <a:lvl4pPr marL="1016000" indent="-203200" algn="l">
              <a:lnSpc>
                <a:spcPct val="110000"/>
              </a:lnSpc>
              <a:spcBef>
                <a:spcPts val="0"/>
              </a:spcBef>
              <a:spcAft>
                <a:spcPts val="1067"/>
              </a:spcAft>
              <a:buChar char="•"/>
              <a:defRPr sz="1867" b="0">
                <a:solidFill>
                  <a:schemeClr val="tx1"/>
                </a:solidFill>
                <a:latin typeface="+mn-lt"/>
                <a:ea typeface="+mn-lt"/>
                <a:cs typeface="+mn-lt"/>
              </a:defRPr>
            </a:lvl4pPr>
            <a:lvl5pPr marL="1286933" indent="-203200" algn="l">
              <a:lnSpc>
                <a:spcPct val="110000"/>
              </a:lnSpc>
              <a:spcBef>
                <a:spcPts val="0"/>
              </a:spcBef>
              <a:spcAft>
                <a:spcPts val="1067"/>
              </a:spcAft>
              <a:buChar char="•"/>
              <a:defRPr sz="1867" b="0">
                <a:solidFill>
                  <a:schemeClr val="tx1"/>
                </a:solidFill>
                <a:latin typeface="+mn-lt"/>
                <a:ea typeface="+mn-lt"/>
                <a:cs typeface="+mn-lt"/>
              </a:defRPr>
            </a:lvl5pPr>
            <a:lvl6pPr marL="1557867" indent="-203200" algn="l">
              <a:lnSpc>
                <a:spcPct val="110000"/>
              </a:lnSpc>
              <a:spcBef>
                <a:spcPts val="0"/>
              </a:spcBef>
              <a:spcAft>
                <a:spcPts val="1067"/>
              </a:spcAft>
              <a:buChar char="•"/>
              <a:defRPr sz="1867" b="0">
                <a:solidFill>
                  <a:schemeClr val="tx1"/>
                </a:solidFill>
                <a:latin typeface="+mn-lt"/>
                <a:ea typeface="+mn-lt"/>
                <a:cs typeface="+mn-lt"/>
              </a:defRPr>
            </a:lvl6pPr>
            <a:lvl7pPr marL="1828800" indent="-203200" algn="l">
              <a:lnSpc>
                <a:spcPct val="110000"/>
              </a:lnSpc>
              <a:spcBef>
                <a:spcPts val="0"/>
              </a:spcBef>
              <a:spcAft>
                <a:spcPts val="1067"/>
              </a:spcAft>
              <a:buChar char="•"/>
              <a:defRPr sz="1867" b="0">
                <a:solidFill>
                  <a:schemeClr val="tx1"/>
                </a:solidFill>
                <a:latin typeface="+mn-lt"/>
                <a:ea typeface="+mn-lt"/>
                <a:cs typeface="+mn-lt"/>
              </a:defRPr>
            </a:lvl7pPr>
            <a:lvl8pPr marL="2099733" indent="-203200" algn="l">
              <a:lnSpc>
                <a:spcPct val="110000"/>
              </a:lnSpc>
              <a:spcBef>
                <a:spcPts val="0"/>
              </a:spcBef>
              <a:spcAft>
                <a:spcPts val="1067"/>
              </a:spcAft>
              <a:buChar char="•"/>
              <a:defRPr sz="1867" b="0">
                <a:solidFill>
                  <a:schemeClr val="tx1"/>
                </a:solidFill>
                <a:latin typeface="+mn-lt"/>
                <a:ea typeface="+mn-lt"/>
                <a:cs typeface="+mn-lt"/>
              </a:defRPr>
            </a:lvl8pPr>
            <a:lvl9pPr marL="2370667" indent="-203200" algn="l">
              <a:lnSpc>
                <a:spcPct val="110000"/>
              </a:lnSpc>
              <a:spcBef>
                <a:spcPts val="0"/>
              </a:spcBef>
              <a:spcAft>
                <a:spcPts val="1067"/>
              </a:spcAft>
              <a:buChar char="•"/>
              <a:defRPr sz="1867" b="0">
                <a:solidFill>
                  <a:schemeClr val="tx1"/>
                </a:solidFill>
                <a:latin typeface="+mn-lt"/>
                <a:ea typeface="+mn-lt"/>
                <a:cs typeface="+mn-lt"/>
              </a:defRPr>
            </a:lvl9pPr>
          </a:lstStyle>
          <a:p xmlns:a="http://schemas.openxmlformats.org/drawingml/2006/main"/>
        </p:txBody>
      </p:sp>
      <p:sp>
        <p:nvSpPr>
          <p:cNvPr id="3" name="Right column">
            <a:extLst xmlns:a="http://schemas.openxmlformats.org/drawingml/2006/main">
              <a:ext uri="{FF2B5EF4-FFF2-40B4-BE49-F238E27FC236}">
                <a16:creationId xmlns:a16="http://schemas.microsoft.com/office/drawing/2014/main" id="{92A6B1FA-E87E-4BF1-B85D-DD927C79799D}"/>
              </a:ext>
            </a:extLst>
          </p:cNvPr>
          <p:cNvSpPr>
            <a:spLocks xmlns:a="http://schemas.openxmlformats.org/drawingml/2006/main" noGrp="1"/>
          </p:cNvSpPr>
          <p:nvPr>
            <p:ph type="body" idx="2"/>
          </p:nvPr>
        </p:nvSpPr>
        <p:spPr>
          <a:xfrm xmlns:a="http://schemas.openxmlformats.org/drawingml/2006/main">
            <a:off x="6800850" y="1693333"/>
            <a:ext cx="5280660" cy="37930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1867" b="0">
                <a:solidFill>
                  <a:schemeClr val="tx1"/>
                </a:solidFill>
                <a:latin typeface="+mn-lt"/>
                <a:ea typeface="+mn-lt"/>
                <a:cs typeface="+mn-lt"/>
              </a:defRPr>
            </a:defPPr>
            <a:lvl1pPr marL="203200" indent="-203200" algn="l">
              <a:lnSpc>
                <a:spcPct val="110000"/>
              </a:lnSpc>
              <a:spcBef>
                <a:spcPts val="0"/>
              </a:spcBef>
              <a:spcAft>
                <a:spcPts val="1067"/>
              </a:spcAft>
              <a:buChar char="•"/>
              <a:defRPr sz="1867" b="0">
                <a:solidFill>
                  <a:schemeClr val="tx1"/>
                </a:solidFill>
                <a:latin typeface="+mn-lt"/>
                <a:ea typeface="+mn-lt"/>
                <a:cs typeface="+mn-lt"/>
              </a:defRPr>
            </a:lvl1pPr>
            <a:lvl2pPr marL="474133" indent="-203200" algn="l">
              <a:lnSpc>
                <a:spcPct val="110000"/>
              </a:lnSpc>
              <a:spcBef>
                <a:spcPts val="0"/>
              </a:spcBef>
              <a:spcAft>
                <a:spcPts val="1067"/>
              </a:spcAft>
              <a:buChar char="•"/>
              <a:defRPr sz="1867" b="0">
                <a:solidFill>
                  <a:schemeClr val="tx1"/>
                </a:solidFill>
                <a:latin typeface="+mn-lt"/>
                <a:ea typeface="+mn-lt"/>
                <a:cs typeface="+mn-lt"/>
              </a:defRPr>
            </a:lvl2pPr>
            <a:lvl3pPr marL="745067" indent="-203200" algn="l">
              <a:lnSpc>
                <a:spcPct val="110000"/>
              </a:lnSpc>
              <a:spcBef>
                <a:spcPts val="0"/>
              </a:spcBef>
              <a:spcAft>
                <a:spcPts val="1067"/>
              </a:spcAft>
              <a:buChar char="•"/>
              <a:defRPr sz="1867" b="0">
                <a:solidFill>
                  <a:schemeClr val="tx1"/>
                </a:solidFill>
                <a:latin typeface="+mn-lt"/>
                <a:ea typeface="+mn-lt"/>
                <a:cs typeface="+mn-lt"/>
              </a:defRPr>
            </a:lvl3pPr>
            <a:lvl4pPr marL="1016000" indent="-203200" algn="l">
              <a:lnSpc>
                <a:spcPct val="110000"/>
              </a:lnSpc>
              <a:spcBef>
                <a:spcPts val="0"/>
              </a:spcBef>
              <a:spcAft>
                <a:spcPts val="1067"/>
              </a:spcAft>
              <a:buChar char="•"/>
              <a:defRPr sz="1867" b="0">
                <a:solidFill>
                  <a:schemeClr val="tx1"/>
                </a:solidFill>
                <a:latin typeface="+mn-lt"/>
                <a:ea typeface="+mn-lt"/>
                <a:cs typeface="+mn-lt"/>
              </a:defRPr>
            </a:lvl4pPr>
            <a:lvl5pPr marL="1286933" indent="-203200" algn="l">
              <a:lnSpc>
                <a:spcPct val="110000"/>
              </a:lnSpc>
              <a:spcBef>
                <a:spcPts val="0"/>
              </a:spcBef>
              <a:spcAft>
                <a:spcPts val="1067"/>
              </a:spcAft>
              <a:buChar char="•"/>
              <a:defRPr sz="1867" b="0">
                <a:solidFill>
                  <a:schemeClr val="tx1"/>
                </a:solidFill>
                <a:latin typeface="+mn-lt"/>
                <a:ea typeface="+mn-lt"/>
                <a:cs typeface="+mn-lt"/>
              </a:defRPr>
            </a:lvl5pPr>
            <a:lvl6pPr marL="1557867" indent="-203200" algn="l">
              <a:lnSpc>
                <a:spcPct val="110000"/>
              </a:lnSpc>
              <a:spcBef>
                <a:spcPts val="0"/>
              </a:spcBef>
              <a:spcAft>
                <a:spcPts val="1067"/>
              </a:spcAft>
              <a:buChar char="•"/>
              <a:defRPr sz="1867" b="0">
                <a:solidFill>
                  <a:schemeClr val="tx1"/>
                </a:solidFill>
                <a:latin typeface="+mn-lt"/>
                <a:ea typeface="+mn-lt"/>
                <a:cs typeface="+mn-lt"/>
              </a:defRPr>
            </a:lvl6pPr>
            <a:lvl7pPr marL="1828800" indent="-203200" algn="l">
              <a:lnSpc>
                <a:spcPct val="110000"/>
              </a:lnSpc>
              <a:spcBef>
                <a:spcPts val="0"/>
              </a:spcBef>
              <a:spcAft>
                <a:spcPts val="1067"/>
              </a:spcAft>
              <a:buChar char="•"/>
              <a:defRPr sz="1867" b="0">
                <a:solidFill>
                  <a:schemeClr val="tx1"/>
                </a:solidFill>
                <a:latin typeface="+mn-lt"/>
                <a:ea typeface="+mn-lt"/>
                <a:cs typeface="+mn-lt"/>
              </a:defRPr>
            </a:lvl7pPr>
            <a:lvl8pPr marL="2099733" indent="-203200" algn="l">
              <a:lnSpc>
                <a:spcPct val="110000"/>
              </a:lnSpc>
              <a:spcBef>
                <a:spcPts val="0"/>
              </a:spcBef>
              <a:spcAft>
                <a:spcPts val="1067"/>
              </a:spcAft>
              <a:buChar char="•"/>
              <a:defRPr sz="1867" b="0">
                <a:solidFill>
                  <a:schemeClr val="tx1"/>
                </a:solidFill>
                <a:latin typeface="+mn-lt"/>
                <a:ea typeface="+mn-lt"/>
                <a:cs typeface="+mn-lt"/>
              </a:defRPr>
            </a:lvl8pPr>
            <a:lvl9pPr marL="2370667" indent="-203200" algn="l">
              <a:lnSpc>
                <a:spcPct val="110000"/>
              </a:lnSpc>
              <a:spcBef>
                <a:spcPts val="0"/>
              </a:spcBef>
              <a:spcAft>
                <a:spcPts val="1067"/>
              </a:spcAft>
              <a:buChar char="•"/>
              <a:defRPr sz="1867" b="0">
                <a:solidFill>
                  <a:schemeClr val="tx1"/>
                </a:solidFill>
                <a:latin typeface="+mn-lt"/>
                <a:ea typeface="+mn-lt"/>
                <a:cs typeface="+mn-lt"/>
              </a:defRPr>
            </a:lvl9pPr>
          </a:lstStyle>
          <a:p xmlns:a="http://schemas.openxmlformats.org/drawingml/2006/main"/>
        </p:txBody>
      </p:sp>
    </p:spTree>
  </p:cSld>
</p:sldLayout>
</file>

<file path=ppt/slideLayouts/slideLayout5.xml><?xml version="1.0" encoding="utf-8"?>
<p:sldLayout xmlns:p="http://schemas.openxmlformats.org/presentationml/2006/main">
  <p:cSld name="Title and One Column">
    <p:spTree>
      <p:nvGrpSpPr>
        <p:cNvPr id="1" name=""/>
        <p:cNvGrpSpPr/>
        <p:nvPr/>
      </p:nvGrpSpPr>
      <p:grpSpPr>
        <a:xfrm xmlns:a="http://schemas.openxmlformats.org/drawingml/2006/main"/>
      </p:grpSpPr>
      <p:sp>
        <p:nvSpPr>
          <p:cNvPr id="3" name="Title">
            <a:extLst xmlns:a="http://schemas.openxmlformats.org/drawingml/2006/main">
              <a:ext uri="{FF2B5EF4-FFF2-40B4-BE49-F238E27FC236}">
                <a16:creationId xmlns:a16="http://schemas.microsoft.com/office/drawing/2014/main" id="{117A1F9D-D7F6-4B54-8637-5CDEFDAA7A2F}"/>
              </a:ext>
            </a:extLst>
          </p:cNvPr>
          <p:cNvSpPr>
            <a:spLocks xmlns:a="http://schemas.openxmlformats.org/drawingml/2006/main" noGrp="1"/>
          </p:cNvSpPr>
          <p:nvPr>
            <p:ph type="title" idx="0"/>
          </p:nvPr>
        </p:nvSpPr>
        <p:spPr>
          <a:xfrm xmlns:a="http://schemas.openxmlformats.org/drawingml/2006/main">
            <a:off x="720090" y="474133"/>
            <a:ext cx="11361420" cy="7450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933" b="1">
                <a:solidFill>
                  <a:schemeClr val="tx1"/>
                </a:solidFill>
                <a:latin typeface="+mj-lt"/>
                <a:ea typeface="+mj-lt"/>
                <a:cs typeface="+mj-lt"/>
              </a:defRPr>
            </a:defPPr>
            <a:lvl1pPr marL="0" indent="0" algn="l">
              <a:lnSpc>
                <a:spcPct val="110000"/>
              </a:lnSpc>
              <a:spcBef>
                <a:spcPts val="0"/>
              </a:spcBef>
              <a:spcAft>
                <a:spcPts val="0"/>
              </a:spcAft>
              <a:buNone/>
              <a:defRPr sz="2933" b="1">
                <a:solidFill>
                  <a:schemeClr val="tx1"/>
                </a:solidFill>
                <a:latin typeface="+mj-lt"/>
                <a:ea typeface="+mj-lt"/>
                <a:cs typeface="+mj-lt"/>
              </a:defRPr>
            </a:lvl1pPr>
            <a:lvl2pPr marL="0" indent="0" algn="l">
              <a:lnSpc>
                <a:spcPct val="110000"/>
              </a:lnSpc>
              <a:spcBef>
                <a:spcPts val="0"/>
              </a:spcBef>
              <a:spcAft>
                <a:spcPts val="0"/>
              </a:spcAft>
              <a:buNone/>
              <a:defRPr sz="2933" b="1">
                <a:solidFill>
                  <a:schemeClr val="tx1"/>
                </a:solidFill>
                <a:latin typeface="+mj-lt"/>
                <a:ea typeface="+mj-lt"/>
                <a:cs typeface="+mj-lt"/>
              </a:defRPr>
            </a:lvl2pPr>
            <a:lvl3pPr marL="0" indent="0" algn="l">
              <a:lnSpc>
                <a:spcPct val="110000"/>
              </a:lnSpc>
              <a:spcBef>
                <a:spcPts val="0"/>
              </a:spcBef>
              <a:spcAft>
                <a:spcPts val="0"/>
              </a:spcAft>
              <a:buNone/>
              <a:defRPr sz="2933" b="1">
                <a:solidFill>
                  <a:schemeClr val="tx1"/>
                </a:solidFill>
                <a:latin typeface="+mj-lt"/>
                <a:ea typeface="+mj-lt"/>
                <a:cs typeface="+mj-lt"/>
              </a:defRPr>
            </a:lvl3pPr>
            <a:lvl4pPr marL="0" indent="0" algn="l">
              <a:lnSpc>
                <a:spcPct val="110000"/>
              </a:lnSpc>
              <a:spcBef>
                <a:spcPts val="0"/>
              </a:spcBef>
              <a:spcAft>
                <a:spcPts val="0"/>
              </a:spcAft>
              <a:buNone/>
              <a:defRPr sz="2933" b="1">
                <a:solidFill>
                  <a:schemeClr val="tx1"/>
                </a:solidFill>
                <a:latin typeface="+mj-lt"/>
                <a:ea typeface="+mj-lt"/>
                <a:cs typeface="+mj-lt"/>
              </a:defRPr>
            </a:lvl4pPr>
            <a:lvl5pPr marL="0" indent="0" algn="l">
              <a:lnSpc>
                <a:spcPct val="110000"/>
              </a:lnSpc>
              <a:spcBef>
                <a:spcPts val="0"/>
              </a:spcBef>
              <a:spcAft>
                <a:spcPts val="0"/>
              </a:spcAft>
              <a:buNone/>
              <a:defRPr sz="2933" b="1">
                <a:solidFill>
                  <a:schemeClr val="tx1"/>
                </a:solidFill>
                <a:latin typeface="+mj-lt"/>
                <a:ea typeface="+mj-lt"/>
                <a:cs typeface="+mj-lt"/>
              </a:defRPr>
            </a:lvl5pPr>
            <a:lvl6pPr marL="0" indent="0" algn="l">
              <a:lnSpc>
                <a:spcPct val="110000"/>
              </a:lnSpc>
              <a:spcBef>
                <a:spcPts val="0"/>
              </a:spcBef>
              <a:spcAft>
                <a:spcPts val="0"/>
              </a:spcAft>
              <a:buNone/>
              <a:defRPr sz="2933" b="1">
                <a:solidFill>
                  <a:schemeClr val="tx1"/>
                </a:solidFill>
                <a:latin typeface="+mj-lt"/>
                <a:ea typeface="+mj-lt"/>
                <a:cs typeface="+mj-lt"/>
              </a:defRPr>
            </a:lvl6pPr>
            <a:lvl7pPr marL="0" indent="0" algn="l">
              <a:lnSpc>
                <a:spcPct val="110000"/>
              </a:lnSpc>
              <a:spcBef>
                <a:spcPts val="0"/>
              </a:spcBef>
              <a:spcAft>
                <a:spcPts val="0"/>
              </a:spcAft>
              <a:buNone/>
              <a:defRPr sz="2933" b="1">
                <a:solidFill>
                  <a:schemeClr val="tx1"/>
                </a:solidFill>
                <a:latin typeface="+mj-lt"/>
                <a:ea typeface="+mj-lt"/>
                <a:cs typeface="+mj-lt"/>
              </a:defRPr>
            </a:lvl7pPr>
            <a:lvl8pPr marL="0" indent="0" algn="l">
              <a:lnSpc>
                <a:spcPct val="110000"/>
              </a:lnSpc>
              <a:spcBef>
                <a:spcPts val="0"/>
              </a:spcBef>
              <a:spcAft>
                <a:spcPts val="0"/>
              </a:spcAft>
              <a:buNone/>
              <a:defRPr sz="2933" b="1">
                <a:solidFill>
                  <a:schemeClr val="tx1"/>
                </a:solidFill>
                <a:latin typeface="+mj-lt"/>
                <a:ea typeface="+mj-lt"/>
                <a:cs typeface="+mj-lt"/>
              </a:defRPr>
            </a:lvl8pPr>
            <a:lvl9pPr marL="0" indent="0" algn="l">
              <a:lnSpc>
                <a:spcPct val="110000"/>
              </a:lnSpc>
              <a:spcBef>
                <a:spcPts val="0"/>
              </a:spcBef>
              <a:spcAft>
                <a:spcPts val="0"/>
              </a:spcAft>
              <a:buNone/>
              <a:defRPr sz="2933" b="1">
                <a:solidFill>
                  <a:schemeClr val="tx1"/>
                </a:solidFill>
                <a:latin typeface="+mj-lt"/>
                <a:ea typeface="+mj-lt"/>
                <a:cs typeface="+mj-lt"/>
              </a:defRPr>
            </a:lvl9pPr>
          </a:lstStyle>
          <a:p xmlns:a="http://schemas.openxmlformats.org/drawingml/2006/main"/>
        </p:txBody>
      </p:sp>
      <p:sp>
        <p:nvSpPr>
          <p:cNvPr id="2" name="Left column">
            <a:extLst xmlns:a="http://schemas.openxmlformats.org/drawingml/2006/main">
              <a:ext uri="{FF2B5EF4-FFF2-40B4-BE49-F238E27FC236}">
                <a16:creationId xmlns:a16="http://schemas.microsoft.com/office/drawing/2014/main" id="{22B3194F-35AA-4DE3-AFE4-7BD658C579AD}"/>
              </a:ext>
            </a:extLst>
          </p:cNvPr>
          <p:cNvSpPr>
            <a:spLocks xmlns:a="http://schemas.openxmlformats.org/drawingml/2006/main" noGrp="1"/>
          </p:cNvSpPr>
          <p:nvPr>
            <p:ph type="body" idx="1"/>
          </p:nvPr>
        </p:nvSpPr>
        <p:spPr>
          <a:xfrm xmlns:a="http://schemas.openxmlformats.org/drawingml/2006/main">
            <a:off x="720090" y="1693333"/>
            <a:ext cx="5280660" cy="3793067"/>
          </a:xfrm>
          <a:prstGeom xmlns:a="http://schemas.openxmlformats.org/drawingml/2006/main" prst="rect">
            <a:avLst/>
          </a:prstGeom>
          <a:noFill xmlns:a="http://schemas.openxmlformats.org/drawingml/2006/main"/>
          <a:ln xmlns:a="http://schemas.openxmlformats.org/drawingml/2006/main">
            <a:noFill/>
            <a:prstDash val="solid"/>
          </a:ln>
        </p:spPr>
        <p:txBody>
          <a:bodyPr xmlns:a="http://schemas.openxmlformats.org/drawingml/2006/main" wrap="square" lIns="0" tIns="0" rIns="0" bIns="0" anchor="t">
            <a:normAutofit/>
          </a:bodyPr>
          <a:lstStyle xmlns:a="http://schemas.openxmlformats.org/drawingml/2006/main">
            <a:defPPr algn="l">
              <a:defRPr sz="2000" b="0">
                <a:solidFill>
                  <a:schemeClr val="tx1"/>
                </a:solidFill>
                <a:latin typeface="+mn-lt"/>
                <a:ea typeface="+mn-lt"/>
                <a:cs typeface="+mn-lt"/>
              </a:defRPr>
            </a:defPPr>
            <a:lvl1pPr marL="203200" indent="-203200" algn="l">
              <a:lnSpc>
                <a:spcPct val="110000"/>
              </a:lnSpc>
              <a:spcBef>
                <a:spcPts val="0"/>
              </a:spcBef>
              <a:spcAft>
                <a:spcPts val="1067"/>
              </a:spcAft>
              <a:buChar char="•"/>
              <a:defRPr sz="2000" b="0">
                <a:solidFill>
                  <a:schemeClr val="tx1"/>
                </a:solidFill>
                <a:latin typeface="+mn-lt"/>
                <a:ea typeface="+mn-lt"/>
                <a:cs typeface="+mn-lt"/>
              </a:defRPr>
            </a:lvl1pPr>
            <a:lvl2pPr marL="474133" indent="-203200" algn="l">
              <a:lnSpc>
                <a:spcPct val="110000"/>
              </a:lnSpc>
              <a:spcBef>
                <a:spcPts val="0"/>
              </a:spcBef>
              <a:spcAft>
                <a:spcPts val="1067"/>
              </a:spcAft>
              <a:buChar char="•"/>
              <a:defRPr sz="2000" b="0">
                <a:solidFill>
                  <a:schemeClr val="tx1"/>
                </a:solidFill>
                <a:latin typeface="+mn-lt"/>
                <a:ea typeface="+mn-lt"/>
                <a:cs typeface="+mn-lt"/>
              </a:defRPr>
            </a:lvl2pPr>
            <a:lvl3pPr marL="745067" indent="-203200" algn="l">
              <a:lnSpc>
                <a:spcPct val="110000"/>
              </a:lnSpc>
              <a:spcBef>
                <a:spcPts val="0"/>
              </a:spcBef>
              <a:spcAft>
                <a:spcPts val="1067"/>
              </a:spcAft>
              <a:buChar char="•"/>
              <a:defRPr sz="2000" b="0">
                <a:solidFill>
                  <a:schemeClr val="tx1"/>
                </a:solidFill>
                <a:latin typeface="+mn-lt"/>
                <a:ea typeface="+mn-lt"/>
                <a:cs typeface="+mn-lt"/>
              </a:defRPr>
            </a:lvl3pPr>
            <a:lvl4pPr marL="1016000" indent="-203200" algn="l">
              <a:lnSpc>
                <a:spcPct val="110000"/>
              </a:lnSpc>
              <a:spcBef>
                <a:spcPts val="0"/>
              </a:spcBef>
              <a:spcAft>
                <a:spcPts val="1067"/>
              </a:spcAft>
              <a:buChar char="•"/>
              <a:defRPr sz="2000" b="0">
                <a:solidFill>
                  <a:schemeClr val="tx1"/>
                </a:solidFill>
                <a:latin typeface="+mn-lt"/>
                <a:ea typeface="+mn-lt"/>
                <a:cs typeface="+mn-lt"/>
              </a:defRPr>
            </a:lvl4pPr>
            <a:lvl5pPr marL="1286933" indent="-203200" algn="l">
              <a:lnSpc>
                <a:spcPct val="110000"/>
              </a:lnSpc>
              <a:spcBef>
                <a:spcPts val="0"/>
              </a:spcBef>
              <a:spcAft>
                <a:spcPts val="1067"/>
              </a:spcAft>
              <a:buChar char="•"/>
              <a:defRPr sz="2000" b="0">
                <a:solidFill>
                  <a:schemeClr val="tx1"/>
                </a:solidFill>
                <a:latin typeface="+mn-lt"/>
                <a:ea typeface="+mn-lt"/>
                <a:cs typeface="+mn-lt"/>
              </a:defRPr>
            </a:lvl5pPr>
            <a:lvl6pPr marL="1557867" indent="-203200" algn="l">
              <a:lnSpc>
                <a:spcPct val="110000"/>
              </a:lnSpc>
              <a:spcBef>
                <a:spcPts val="0"/>
              </a:spcBef>
              <a:spcAft>
                <a:spcPts val="1067"/>
              </a:spcAft>
              <a:buChar char="•"/>
              <a:defRPr sz="2000" b="0">
                <a:solidFill>
                  <a:schemeClr val="tx1"/>
                </a:solidFill>
                <a:latin typeface="+mn-lt"/>
                <a:ea typeface="+mn-lt"/>
                <a:cs typeface="+mn-lt"/>
              </a:defRPr>
            </a:lvl6pPr>
            <a:lvl7pPr marL="1828800" indent="-203200" algn="l">
              <a:lnSpc>
                <a:spcPct val="110000"/>
              </a:lnSpc>
              <a:spcBef>
                <a:spcPts val="0"/>
              </a:spcBef>
              <a:spcAft>
                <a:spcPts val="1067"/>
              </a:spcAft>
              <a:buChar char="•"/>
              <a:defRPr sz="2000" b="0">
                <a:solidFill>
                  <a:schemeClr val="tx1"/>
                </a:solidFill>
                <a:latin typeface="+mn-lt"/>
                <a:ea typeface="+mn-lt"/>
                <a:cs typeface="+mn-lt"/>
              </a:defRPr>
            </a:lvl7pPr>
            <a:lvl8pPr marL="2099733" indent="-203200" algn="l">
              <a:lnSpc>
                <a:spcPct val="110000"/>
              </a:lnSpc>
              <a:spcBef>
                <a:spcPts val="0"/>
              </a:spcBef>
              <a:spcAft>
                <a:spcPts val="1067"/>
              </a:spcAft>
              <a:buChar char="•"/>
              <a:defRPr sz="2000" b="0">
                <a:solidFill>
                  <a:schemeClr val="tx1"/>
                </a:solidFill>
                <a:latin typeface="+mn-lt"/>
                <a:ea typeface="+mn-lt"/>
                <a:cs typeface="+mn-lt"/>
              </a:defRPr>
            </a:lvl8pPr>
            <a:lvl9pPr marL="2370667" indent="-203200" algn="l">
              <a:lnSpc>
                <a:spcPct val="110000"/>
              </a:lnSpc>
              <a:spcBef>
                <a:spcPts val="0"/>
              </a:spcBef>
              <a:spcAft>
                <a:spcPts val="1067"/>
              </a:spcAft>
              <a:buChar char="•"/>
              <a:defRPr sz="2000" b="0">
                <a:solidFill>
                  <a:schemeClr val="tx1"/>
                </a:solidFill>
                <a:latin typeface="+mn-lt"/>
                <a:ea typeface="+mn-lt"/>
                <a:cs typeface="+mn-lt"/>
              </a:defRPr>
            </a:lvl9pPr>
          </a:lstStyle>
          <a:p xmlns:a="http://schemas.openxmlformats.org/drawingml/2006/main"/>
        </p:txBody>
      </p:sp>
    </p:spTree>
  </p:cSld>
</p:sldLayout>
</file>

<file path=ppt/slideLayouts/slideLayout6.xml><?xml version="1.0" encoding="utf-8"?>
<p:sldLayout xmlns:p="http://schemas.openxmlformats.org/presentationml/2006/main" type="blank">
  <p:cSld name="Blank">
    <p:spTree>
      <p:nvGrpSpPr>
        <p:cNvPr id="1" name=""/>
        <p:cNvGrpSpPr/>
        <p:nvPr/>
      </p:nvGrpSpPr>
      <p:grpSpPr>
        <a:xfrm xmlns:a="http://schemas.openxmlformats.org/drawingml/2006/main"/>
      </p:grpSpPr>
    </p:spTree>
  </p:cSld>
</p:sldLayout>
</file>

<file path=ppt/slideMasters/_rels/slideMaster1.xml.rels><?xml version='1.0' encoding='utf-8'?>
<Relationships xmlns="http://schemas.openxmlformats.org/package/2006/relationships"><Relationship Type="http://schemas.openxmlformats.org/officeDocument/2006/relationships/theme" Target="/ppt/slideMasters/theme/theme2.xml" Id="R49cfd2acb3ca4ab2" /><Relationship Type="http://schemas.openxmlformats.org/officeDocument/2006/relationships/slideLayout" Target="/ppt/slideLayouts/slideLayout1.xml" Id="Re8a6ba379293463e" /><Relationship Type="http://schemas.openxmlformats.org/officeDocument/2006/relationships/slideLayout" Target="/ppt/slideLayouts/slideLayout2.xml" Id="R4cdcdff83c1a49e9" /><Relationship Type="http://schemas.openxmlformats.org/officeDocument/2006/relationships/slideLayout" Target="/ppt/slideLayouts/slideLayout3.xml" Id="Rd90f57c55fa040df" /><Relationship Type="http://schemas.openxmlformats.org/officeDocument/2006/relationships/slideLayout" Target="/ppt/slideLayouts/slideLayout4.xml" Id="Raef0ac67a71d4c76" /><Relationship Type="http://schemas.openxmlformats.org/officeDocument/2006/relationships/slideLayout" Target="/ppt/slideLayouts/slideLayout5.xml" Id="R387ba0aec79e49ff" /><Relationship Type="http://schemas.openxmlformats.org/officeDocument/2006/relationships/slideLayout" Target="/ppt/slideLayouts/slideLayout6.xml" Id="R31d37b32ae2448c0" /></Relationships>
</file>

<file path=ppt/slideMasters/slideMaster1.xml><?xml version="1.0" encoding="utf-8"?>
<p:sldMaster xmlns:p="http://schemas.openxmlformats.org/presentationml/2006/main">
  <p:cSld name="Master">
    <p:bg>
      <p:bgRef idx="1001">
        <a:schemeClr xmlns:a="http://schemas.openxmlformats.org/drawingml/2006/main" val="bg1"/>
      </p:bgRef>
    </p:bg>
    <p:spTree>
      <p:nvGrpSpPr>
        <p:cNvPr id="1" name=""/>
        <p:cNvGrpSpPr/>
        <p:nvPr/>
      </p:nvGrpSpPr>
      <p:grpSpPr>
        <a:xfrm xmlns:a="http://schemas.openxmlformats.org/drawingml/2006/main"/>
      </p:grpSpPr>
    </p:spTree>
  </p:cSld>
  <p:clrMap bg1="lt1" tx1="dk1" bg2="lt2" tx2="dk2" accent1="accent1" accent2="accent2" accent3="accent3" accent4="accent4" accent5="accent5" accent6="accent6" hlink="hlink" folHlink="folHlink"/>
  <p:sldLayoutIdLst>
    <p:sldLayoutId xmlns:r="http://schemas.openxmlformats.org/officeDocument/2006/relationships" id="2147483649" r:id="Re8a6ba379293463e"/>
    <p:sldLayoutId xmlns:r="http://schemas.openxmlformats.org/officeDocument/2006/relationships" id="2147483650" r:id="R4cdcdff83c1a49e9"/>
    <p:sldLayoutId xmlns:r="http://schemas.openxmlformats.org/officeDocument/2006/relationships" id="2147483651" r:id="Rd90f57c55fa040df"/>
    <p:sldLayoutId xmlns:r="http://schemas.openxmlformats.org/officeDocument/2006/relationships" id="2147483652" r:id="Raef0ac67a71d4c76"/>
    <p:sldLayoutId xmlns:r="http://schemas.openxmlformats.org/officeDocument/2006/relationships" id="2147483653" r:id="R387ba0aec79e49ff"/>
    <p:sldLayoutId xmlns:r="http://schemas.openxmlformats.org/officeDocument/2006/relationships" id="2147483654" r:id="R31d37b32ae2448c0"/>
  </p:sldLayoutIdLst>
  <p:txStyles>
    <p:titleStyle>
      <a:lvl1pPr xmlns:a="http://schemas.openxmlformats.org/drawingml/2006/main" algn="l">
        <a:lnSpc>
          <a:spcPct val="90000"/>
        </a:lnSpc>
        <a:spcBef>
          <a:spcPts val="0"/>
        </a:spcBef>
        <a:buNone/>
        <a:defRPr sz="4400">
          <a:solidFill>
            <a:schemeClr val="tx1"/>
          </a:solidFill>
          <a:latin typeface="+mj-lt"/>
          <a:ea typeface="+mj-lt"/>
          <a:cs typeface="+mj-lt"/>
        </a:defRPr>
      </a:lvl1pPr>
    </p:titleStyle>
    <p:bodyStyle>
      <a:lvl1pPr xmlns:a="http://schemas.openxmlformats.org/drawingml/2006/main" marL="228600" indent="-228600" algn="l">
        <a:lnSpc>
          <a:spcPct val="90000"/>
        </a:lnSpc>
        <a:spcBef>
          <a:spcPts val="1000"/>
        </a:spcBef>
        <a:buChar char="•"/>
        <a:defRPr sz="2800">
          <a:solidFill>
            <a:schemeClr val="tx1"/>
          </a:solidFill>
          <a:latin typeface="+mn-lt"/>
          <a:ea typeface="+mn-lt"/>
          <a:cs typeface="+mn-lt"/>
        </a:defRPr>
      </a:lvl1pPr>
      <a:lvl2pPr xmlns:a="http://schemas.openxmlformats.org/drawingml/2006/main" marL="685800" indent="-228600" algn="l">
        <a:lnSpc>
          <a:spcPct val="90000"/>
        </a:lnSpc>
        <a:spcBef>
          <a:spcPts val="500"/>
        </a:spcBef>
        <a:buChar char="•"/>
        <a:defRPr sz="2400">
          <a:solidFill>
            <a:schemeClr val="tx1"/>
          </a:solidFill>
          <a:latin typeface="+mn-lt"/>
          <a:ea typeface="+mn-lt"/>
          <a:cs typeface="+mn-lt"/>
        </a:defRPr>
      </a:lvl2pPr>
      <a:lvl3pPr xmlns:a="http://schemas.openxmlformats.org/drawingml/2006/main" marL="1143000" indent="-228600" algn="l">
        <a:lnSpc>
          <a:spcPct val="90000"/>
        </a:lnSpc>
        <a:spcBef>
          <a:spcPts val="500"/>
        </a:spcBef>
        <a:buChar char="•"/>
        <a:defRPr sz="2000">
          <a:solidFill>
            <a:schemeClr val="tx1"/>
          </a:solidFill>
          <a:latin typeface="+mn-lt"/>
          <a:ea typeface="+mn-lt"/>
          <a:cs typeface="+mn-lt"/>
        </a:defRPr>
      </a:lvl3pPr>
      <a:lvl4pPr xmlns:a="http://schemas.openxmlformats.org/drawingml/2006/main" marL="1600200" indent="-228600" algn="l">
        <a:lnSpc>
          <a:spcPct val="90000"/>
        </a:lnSpc>
        <a:spcBef>
          <a:spcPts val="500"/>
        </a:spcBef>
        <a:buChar char="•"/>
        <a:defRPr sz="1800">
          <a:solidFill>
            <a:schemeClr val="tx1"/>
          </a:solidFill>
          <a:latin typeface="+mn-lt"/>
          <a:ea typeface="+mn-lt"/>
          <a:cs typeface="+mn-lt"/>
        </a:defRPr>
      </a:lvl4pPr>
      <a:lvl5pPr xmlns:a="http://schemas.openxmlformats.org/drawingml/2006/main" marL="2057400" indent="-228600" algn="l">
        <a:lnSpc>
          <a:spcPct val="90000"/>
        </a:lnSpc>
        <a:spcBef>
          <a:spcPts val="500"/>
        </a:spcBef>
        <a:buChar char="•"/>
        <a:defRPr sz="1800">
          <a:solidFill>
            <a:schemeClr val="tx1"/>
          </a:solidFill>
          <a:latin typeface="+mn-lt"/>
          <a:ea typeface="+mn-lt"/>
          <a:cs typeface="+mn-lt"/>
        </a:defRPr>
      </a:lvl5pPr>
      <a:lvl6pPr xmlns:a="http://schemas.openxmlformats.org/drawingml/2006/main" marL="2514600" indent="-228600" algn="l">
        <a:lnSpc>
          <a:spcPct val="90000"/>
        </a:lnSpc>
        <a:spcBef>
          <a:spcPts val="500"/>
        </a:spcBef>
        <a:buChar char="•"/>
        <a:defRPr sz="1800">
          <a:solidFill>
            <a:schemeClr val="tx1"/>
          </a:solidFill>
          <a:latin typeface="+mn-lt"/>
          <a:ea typeface="+mn-lt"/>
          <a:cs typeface="+mn-lt"/>
        </a:defRPr>
      </a:lvl6pPr>
      <a:lvl7pPr xmlns:a="http://schemas.openxmlformats.org/drawingml/2006/main" marL="2971800" indent="-228600" algn="l">
        <a:lnSpc>
          <a:spcPct val="90000"/>
        </a:lnSpc>
        <a:spcBef>
          <a:spcPts val="500"/>
        </a:spcBef>
        <a:buChar char="•"/>
        <a:defRPr sz="1800">
          <a:solidFill>
            <a:schemeClr val="tx1"/>
          </a:solidFill>
          <a:latin typeface="+mn-lt"/>
          <a:ea typeface="+mn-lt"/>
          <a:cs typeface="+mn-lt"/>
        </a:defRPr>
      </a:lvl7pPr>
      <a:lvl8pPr xmlns:a="http://schemas.openxmlformats.org/drawingml/2006/main" marL="3429000" indent="-228600" algn="l">
        <a:lnSpc>
          <a:spcPct val="90000"/>
        </a:lnSpc>
        <a:spcBef>
          <a:spcPts val="500"/>
        </a:spcBef>
        <a:buChar char="•"/>
        <a:defRPr sz="1800">
          <a:solidFill>
            <a:schemeClr val="tx1"/>
          </a:solidFill>
          <a:latin typeface="+mn-lt"/>
          <a:ea typeface="+mn-lt"/>
          <a:cs typeface="+mn-lt"/>
        </a:defRPr>
      </a:lvl8pPr>
      <a:lvl9pPr xmlns:a="http://schemas.openxmlformats.org/drawingml/2006/main" marL="3886200" indent="-228600" algn="l">
        <a:lnSpc>
          <a:spcPct val="90000"/>
        </a:lnSpc>
        <a:spcBef>
          <a:spcPts val="500"/>
        </a:spcBef>
        <a:buChar char="•"/>
        <a:defRPr sz="1800">
          <a:solidFill>
            <a:schemeClr val="tx1"/>
          </a:solidFill>
          <a:latin typeface="+mn-lt"/>
          <a:ea typeface="+mn-lt"/>
          <a:cs typeface="+mn-lt"/>
        </a:defRPr>
      </a:lvl9pPr>
    </p:bodyStyle>
    <p:otherStyle>
      <a:lvl1pPr xmlns:a="http://schemas.openxmlformats.org/drawingml/2006/main" marL="0" algn="l">
        <a:buNone/>
        <a:defRPr sz="1800">
          <a:solidFill>
            <a:schemeClr val="tx1"/>
          </a:solidFill>
          <a:latin typeface="+mn-lt"/>
          <a:ea typeface="+mn-lt"/>
          <a:cs typeface="+mn-lt"/>
        </a:defRPr>
      </a:lvl1pPr>
      <a:lvl2pPr xmlns:a="http://schemas.openxmlformats.org/drawingml/2006/main" marL="457200" algn="l">
        <a:buNone/>
        <a:defRPr sz="1800">
          <a:solidFill>
            <a:schemeClr val="tx1"/>
          </a:solidFill>
          <a:latin typeface="+mn-lt"/>
          <a:ea typeface="+mn-lt"/>
          <a:cs typeface="+mn-lt"/>
        </a:defRPr>
      </a:lvl2pPr>
      <a:lvl3pPr xmlns:a="http://schemas.openxmlformats.org/drawingml/2006/main" marL="914400" algn="l">
        <a:buNone/>
        <a:defRPr sz="1800">
          <a:solidFill>
            <a:schemeClr val="tx1"/>
          </a:solidFill>
          <a:latin typeface="+mn-lt"/>
          <a:ea typeface="+mn-lt"/>
          <a:cs typeface="+mn-lt"/>
        </a:defRPr>
      </a:lvl3pPr>
      <a:lvl4pPr xmlns:a="http://schemas.openxmlformats.org/drawingml/2006/main" marL="1371600" algn="l">
        <a:buNone/>
        <a:defRPr sz="1800">
          <a:solidFill>
            <a:schemeClr val="tx1"/>
          </a:solidFill>
          <a:latin typeface="+mn-lt"/>
          <a:ea typeface="+mn-lt"/>
          <a:cs typeface="+mn-lt"/>
        </a:defRPr>
      </a:lvl4pPr>
      <a:lvl5pPr xmlns:a="http://schemas.openxmlformats.org/drawingml/2006/main" marL="1828800" algn="l">
        <a:buNone/>
        <a:defRPr sz="1800">
          <a:solidFill>
            <a:schemeClr val="tx1"/>
          </a:solidFill>
          <a:latin typeface="+mn-lt"/>
          <a:ea typeface="+mn-lt"/>
          <a:cs typeface="+mn-lt"/>
        </a:defRPr>
      </a:lvl5pPr>
      <a:lvl6pPr xmlns:a="http://schemas.openxmlformats.org/drawingml/2006/main" marL="2286000" algn="l">
        <a:buNone/>
        <a:defRPr sz="1800">
          <a:solidFill>
            <a:schemeClr val="tx1"/>
          </a:solidFill>
          <a:latin typeface="+mn-lt"/>
          <a:ea typeface="+mn-lt"/>
          <a:cs typeface="+mn-lt"/>
        </a:defRPr>
      </a:lvl6pPr>
      <a:lvl7pPr xmlns:a="http://schemas.openxmlformats.org/drawingml/2006/main" marL="2743200" algn="l">
        <a:buNone/>
        <a:defRPr sz="1800">
          <a:solidFill>
            <a:schemeClr val="tx1"/>
          </a:solidFill>
          <a:latin typeface="+mn-lt"/>
          <a:ea typeface="+mn-lt"/>
          <a:cs typeface="+mn-lt"/>
        </a:defRPr>
      </a:lvl7pPr>
      <a:lvl8pPr xmlns:a="http://schemas.openxmlformats.org/drawingml/2006/main" marL="3200400" algn="l">
        <a:buNone/>
        <a:defRPr sz="1800">
          <a:solidFill>
            <a:schemeClr val="tx1"/>
          </a:solidFill>
          <a:latin typeface="+mn-lt"/>
          <a:ea typeface="+mn-lt"/>
          <a:cs typeface="+mn-lt"/>
        </a:defRPr>
      </a:lvl8pPr>
      <a:lvl9pPr xmlns:a="http://schemas.openxmlformats.org/drawingml/2006/main" marL="3657600" algn="l">
        <a:buNone/>
        <a:defRPr sz="1800">
          <a:solidFill>
            <a:schemeClr val="tx1"/>
          </a:solidFill>
          <a:latin typeface="+mn-lt"/>
          <a:ea typeface="+mn-lt"/>
          <a:cs typeface="+mn-lt"/>
        </a:defRPr>
      </a:lvl9pPr>
    </p:otherStyle>
  </p:txStyles>
</p:sldMaster>
</file>

<file path=ppt/slideMasters/theme/theme2.xml><?xml version="1.0" encoding="utf-8"?>
<a:theme xmlns:a="http://schemas.openxmlformats.org/drawingml/2006/main" name="ChatGPT">
  <a:themeElements>
    <a:clrScheme name="ChatGPT">
      <a:dk1>
        <a:srgbClr val="000000"/>
      </a:dk1>
      <a:lt1>
        <a:srgbClr val="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
      <a:majorFont>
        <a:latin typeface="Aptos"/>
        <a:ea typeface=""/>
        <a:cs typeface=""/>
      </a:majorFont>
      <a:minorFont>
        <a:latin typeface="Aptos"/>
        <a:ea typeface=""/>
        <a:cs typeface=""/>
      </a:minorFont>
    </a:fontScheme>
    <a:fmtScheme name="ChatGPT">
      <a:fillStyleLst>
        <a:solidFill>
          <a:schemeClr val="phClr"/>
        </a:solidFill>
        <a:gradFill>
          <a:gsLst>
            <a:gs pos="0">
              <a:schemeClr val="phClr">
                <a:tint val="67000"/>
                <a:lumMod val="110000"/>
                <a:satMod val="105000"/>
              </a:schemeClr>
            </a:gs>
            <a:gs pos="50000">
              <a:schemeClr val="phClr">
                <a:tint val="73000"/>
                <a:lumMod val="105000"/>
                <a:satMod val="103000"/>
              </a:schemeClr>
            </a:gs>
            <a:gs pos="100000">
              <a:schemeClr val="phClr">
                <a:tint val="81000"/>
                <a:lumMod val="105000"/>
                <a:satMod val="109000"/>
              </a:schemeClr>
            </a:gs>
          </a:gsLst>
          <a:lin ang="5400000" scaled="0"/>
        </a:gradFill>
        <a:gradFill>
          <a:gsLst>
            <a:gs pos="0">
              <a:schemeClr val="phClr">
                <a:tint val="94000"/>
                <a:lumMod val="102000"/>
                <a:satMod val="103000"/>
              </a:schemeClr>
            </a:gs>
            <a:gs pos="50000">
              <a:schemeClr val="phClr">
                <a:shade val="100000"/>
                <a:lumMod val="100000"/>
                <a:satMod val="110000"/>
              </a:schemeClr>
            </a:gs>
            <a:gs pos="100000">
              <a:schemeClr val="phClr">
                <a:shade val="78000"/>
                <a:lumMod val="99000"/>
                <a:satMod val="120000"/>
              </a:schemeClr>
            </a:gs>
          </a:gsLst>
          <a:lin ang="5400000" scaled="0"/>
        </a:gradFill>
      </a:fillStyleLst>
      <a:lnStyleLst>
        <a:ln w="12700">
          <a:solidFill>
            <a:schemeClr val="phClr"/>
          </a:solidFill>
          <a:prstDash val="solid"/>
        </a:ln>
        <a:ln w="19050">
          <a:solidFill>
            <a:schemeClr val="phClr"/>
          </a:solidFill>
          <a:prstDash val="solid"/>
        </a:ln>
        <a:ln w="25400">
          <a:solidFill>
            <a:schemeClr val="phClr"/>
          </a:solidFill>
          <a:prstDash val="solid"/>
        </a:ln>
      </a:lnStyleLst>
      <a:effectStyleLst>
        <a:effectStyle>
          <a:effectLst/>
        </a:effectStyle>
        <a:effectStyle>
          <a:effectLst/>
        </a:effectStyle>
        <a:effectStyle>
          <a:effectLst>
            <a:outerShdw blurRad="57150" dist="19050" dir="5400000">
              <a:srgbClr val="000000">
                <a:alpha val="16000"/>
              </a:srgbClr>
            </a:outerShdw>
          </a:effectLst>
        </a:effectStyle>
        <a:effectStyle>
          <a:effectLst>
            <a:outerShdw blurRad="19050" dist="9525" dir="5400000">
              <a:srgbClr val="000000">
                <a:alpha val="6000"/>
              </a:srgbClr>
            </a:outerShdw>
          </a:effectLst>
        </a:effectStyle>
        <a:effectStyle>
          <a:effectLst>
            <a:outerShdw blurRad="28575" dist="9525" dir="5400000">
              <a:srgbClr val="000000">
                <a:alpha val="8000"/>
              </a:srgbClr>
            </a:outerShdw>
          </a:effectLst>
        </a:effectStyle>
        <a:effectStyle>
          <a:effectLst>
            <a:outerShdw blurRad="57150" dist="19050" dir="5400000">
              <a:srgbClr val="000000">
                <a:alpha val="10000"/>
              </a:srgbClr>
            </a:outerShdw>
          </a:effectLst>
        </a:effectStyle>
        <a:effectStyle>
          <a:effectLst>
            <a:outerShdw blurRad="114300" dist="38100" dir="5400000">
              <a:srgbClr val="000000">
                <a:alpha val="12000"/>
              </a:srgbClr>
            </a:outerShdw>
          </a:effectLst>
        </a:effectStyle>
        <a:effectStyle>
          <a:effectLst>
            <a:outerShdw blurRad="171450" dist="57150" dir="5400000">
              <a:srgbClr val="000000">
                <a:alpha val="16000"/>
              </a:srgbClr>
            </a:outerShdw>
          </a:effectLst>
        </a:effectStyle>
        <a:effectStyle>
          <a:effectLst>
            <a:outerShdw blurRad="266700" dist="95250" dir="5400000">
              <a:srgbClr val="000000">
                <a:alpha val="24000"/>
              </a:srgbClr>
            </a:outerShdw>
          </a:effectLst>
        </a:effectStyle>
      </a:effectStyleLst>
      <a:bgFillStyleLst>
        <a:solidFill>
          <a:schemeClr val="phClr"/>
        </a:solidFill>
        <a:solidFill>
          <a:schemeClr val="phClr">
            <a:tint val="95000"/>
            <a:satMod val="170000"/>
          </a:schemeClr>
        </a:solidFill>
        <a:gradFill>
          <a:gsLst>
            <a:gs pos="0">
              <a:schemeClr val="phClr">
                <a:tint val="93000"/>
                <a:shade val="98000"/>
                <a:lumMod val="102000"/>
                <a:satMod val="150000"/>
              </a:schemeClr>
            </a:gs>
            <a:gs pos="50000">
              <a:schemeClr val="phClr">
                <a:tint val="98000"/>
                <a:shade val="90000"/>
                <a:lumMod val="103000"/>
                <a:satMod val="130000"/>
              </a:schemeClr>
            </a:gs>
            <a:gs pos="100000">
              <a:schemeClr val="phClr">
                <a:shade val="63000"/>
                <a:satMod val="120000"/>
              </a:schemeClr>
            </a:gs>
          </a:gsLst>
          <a:lin ang="5400000" scaled="0"/>
        </a:gradFill>
      </a:bgFillStyleLst>
    </a:fmtScheme>
  </a:themeElements>
</a:theme>
</file>

<file path=ppt/slides/_rels/slide1.xml.rels><?xml version='1.0' encoding='utf-8'?>
<Relationships xmlns="http://schemas.openxmlformats.org/package/2006/relationships"><Relationship Type="http://schemas.openxmlformats.org/officeDocument/2006/relationships/slideLayout" Target="/ppt/main_figures/Fig1/ppt/slideLayouts/slideLayout6.xml" Id="R8ebd4dec5ff045df" /><Relationship Type="http://schemas.openxmlformats.org/officeDocument/2006/relationships/image" Target="/ppt/main_figures/Fig1/ppt/media/image.png" Id="R98137c4fcc2d49d7" /><Relationship Type="http://schemas.openxmlformats.org/officeDocument/2006/relationships/image" Target="/ppt/main_figures/Fig1/ppt/media/image2.png" Id="R40527520ab964fed" /><Relationship Type="http://schemas.openxmlformats.org/officeDocument/2006/relationships/image" Target="/ppt/main_figures/Fig1/ppt/media/image3.png" Id="R6a76214cd59f4e21" /><Relationship Type="http://schemas.openxmlformats.org/officeDocument/2006/relationships/image" Target="/ppt/main_figures/Fig1/ppt/media/image4.png" Id="R866f10fda1b846fe" /><Relationship Type="http://schemas.openxmlformats.org/officeDocument/2006/relationships/image" Target="/ppt/main_figures/Fig1/ppt/media/image5.png" Id="R9222d24ce14d4c21" /><Relationship Type="http://schemas.openxmlformats.org/officeDocument/2006/relationships/image" Target="/ppt/main_figures/Fig1/ppt/media/image6.png" Id="R4d9d3d719a9247d3" /><Relationship Type="http://schemas.openxmlformats.org/officeDocument/2006/relationships/image" Target="/ppt/main_figures/Fig1/ppt/media/image7.png" Id="R9ac765dc614540c1" /><Relationship Type="http://schemas.openxmlformats.org/officeDocument/2006/relationships/image" Target="/ppt/main_figures/Fig1/ppt/media/image8.png" Id="R0ed711b67b7f406a" /><Relationship Type="http://schemas.openxmlformats.org/officeDocument/2006/relationships/image" Target="/ppt/main_figures/Fig1/ppt/media/image9.png" Id="Rb198c50358984de3" /><Relationship Type="http://schemas.openxmlformats.org/officeDocument/2006/relationships/notesSlide" Target="/ppt/main_figures/Fig1/ppt/notesSlides/notesSlide1.xml" Id="Rce35b436a9a84845" /></Relationships>
</file>

<file path=ppt/slides/_rels/slide2.xml.rels><?xml version='1.0' encoding='utf-8'?>
<Relationships xmlns="http://schemas.openxmlformats.org/package/2006/relationships"><Relationship Id="rId2" Type="http://schemas.openxmlformats.org/officeDocument/2006/relationships/notesSlide" Target="/ppt/main_figures/Fig2/ppt/notesSlides/notesSlide1.xml" /><Relationship Id="rId1" Type="http://schemas.openxmlformats.org/officeDocument/2006/relationships/slideLayout" Target="/ppt/main_figures/Fig2/ppt/slideLayouts/slideLayout1.xml" /></Relationships>
</file>

<file path=ppt/slides/_rels/slide3.xml.rels><?xml version='1.0' encoding='utf-8'?>
<Relationships xmlns="http://schemas.openxmlformats.org/package/2006/relationships"><Relationship Type="http://schemas.openxmlformats.org/officeDocument/2006/relationships/slideLayout" Target="/ppt/main_figures/Fig3/ppt/slideLayouts/slideLayout6.xml" Id="Rfbab1be34c7a40f8" /><Relationship Type="http://schemas.openxmlformats.org/officeDocument/2006/relationships/notesSlide" Target="/ppt/main_figures/Fig3/ppt/notesSlides/notesSlide1.xml" Id="Rc07b86c031e342bb" /></Relationships>
</file>

<file path=ppt/slides/_rels/slide4.xml.rels><?xml version='1.0' encoding='utf-8'?>
<Relationships xmlns="http://schemas.openxmlformats.org/package/2006/relationships"><Relationship Type="http://schemas.openxmlformats.org/officeDocument/2006/relationships/slideLayout" Target="/ppt/main_figures/Fig4/ppt/slideLayouts/slideLayout6.xml" Id="R25a3aa16a2fb4fe5" /><Relationship Type="http://schemas.openxmlformats.org/officeDocument/2006/relationships/notesSlide" Target="/ppt/main_figures/Fig4/ppt/notesSlides/notesSlide1.xml" Id="R7ff86239627245c7" /></Relationships>
</file>

<file path=ppt/slides/_rels/slide5.xml.rels><?xml version='1.0' encoding='utf-8'?>
<Relationships xmlns="http://schemas.openxmlformats.org/package/2006/relationships"><Relationship Type="http://schemas.openxmlformats.org/officeDocument/2006/relationships/slideLayout" Target="/ppt/main_figures/Fig5/ppt/slideLayouts/slideLayout6.xml" Id="Re1ef238375454479" /><Relationship Type="http://schemas.openxmlformats.org/officeDocument/2006/relationships/chart" Target="/ppt/main_figures/Fig5/ppt/slides/charts/chart1.xml" Id="R3fe300061d944fd2" /><Relationship Type="http://schemas.openxmlformats.org/officeDocument/2006/relationships/chart" Target="/ppt/main_figures/Fig5/ppt/slides/charts/chart2.xml" Id="R1690172561004f65" /><Relationship Type="http://schemas.openxmlformats.org/officeDocument/2006/relationships/chart" Target="/ppt/main_figures/Fig5/ppt/slides/charts/chart3.xml" Id="Re5b308f6c35844b2" /><Relationship Type="http://schemas.openxmlformats.org/officeDocument/2006/relationships/chart" Target="/ppt/main_figures/Fig5/ppt/slides/charts/chart4.xml" Id="R9d0cbc572bda4ed6" /><Relationship Type="http://schemas.openxmlformats.org/officeDocument/2006/relationships/chart" Target="/ppt/main_figures/Fig5/ppt/slides/charts/chart5.xml" Id="R5b4d00c5d1454383" /><Relationship Type="http://schemas.openxmlformats.org/officeDocument/2006/relationships/notesSlide" Target="/ppt/main_figures/Fig5/ppt/notesSlides/notesSlide1.xml" Id="R1f787ca14de74ad3" /></Relationships>
</file>

<file path=ppt/slides/_rels/slide6.xml.rels><?xml version='1.0' encoding='utf-8'?>
<Relationships xmlns="http://schemas.openxmlformats.org/package/2006/relationships"><Relationship Type="http://schemas.openxmlformats.org/officeDocument/2006/relationships/slideLayout" Target="/ppt/main_figures/Fig6/ppt/slideLayouts/slideLayout6.xml" Id="R840ff16dd25947e8" /><Relationship Type="http://schemas.openxmlformats.org/officeDocument/2006/relationships/image" Target="/ppt/main_figures/Fig6/ppt/media/image.png" Id="Rfa6da8679f214c30" /><Relationship Type="http://schemas.openxmlformats.org/officeDocument/2006/relationships/image" Target="/ppt/main_figures/Fig6/ppt/media/image2.png" Id="Rc911155fc5004465" /><Relationship Type="http://schemas.openxmlformats.org/officeDocument/2006/relationships/image" Target="/ppt/main_figures/Fig6/ppt/media/image3.png" Id="R116cebab8c0b4f41" /><Relationship Type="http://schemas.openxmlformats.org/officeDocument/2006/relationships/image" Target="/ppt/main_figures/Fig6/ppt/media/image4.png" Id="R0a2037ce2a8e4216" /><Relationship Type="http://schemas.openxmlformats.org/officeDocument/2006/relationships/image" Target="/ppt/main_figures/Fig6/ppt/media/image5.png" Id="R4294b00990454514" /><Relationship Type="http://schemas.openxmlformats.org/officeDocument/2006/relationships/image" Target="/ppt/main_figures/Fig6/ppt/media/image6.png" Id="R88659059dc254568" /><Relationship Type="http://schemas.openxmlformats.org/officeDocument/2006/relationships/image" Target="/ppt/main_figures/Fig6/ppt/media/image7.png" Id="R6524a439eacf43db" /><Relationship Type="http://schemas.openxmlformats.org/officeDocument/2006/relationships/image" Target="/ppt/main_figures/Fig6/ppt/media/image8.png" Id="Rb011c2de608f4d09" /><Relationship Type="http://schemas.openxmlformats.org/officeDocument/2006/relationships/image" Target="/ppt/main_figures/Fig6/ppt/media/image9.png" Id="R4eaf2762797f40fe" /><Relationship Type="http://schemas.openxmlformats.org/officeDocument/2006/relationships/image" Target="/ppt/main_figures/Fig6/ppt/media/image10.png" Id="Rb3fbfaa126e04a30" /><Relationship Type="http://schemas.openxmlformats.org/officeDocument/2006/relationships/notesSlide" Target="/ppt/main_figures/Fig6/ppt/notesSlides/notesSlide1.xml" Id="R19fccc24474b40bf" /></Relationships>
</file>

<file path=ppt/slides/_rels/slide7.xml.rels><?xml version='1.0' encoding='utf-8'?>
<Relationships xmlns="http://schemas.openxmlformats.org/package/2006/relationships"><Relationship Type="http://schemas.openxmlformats.org/officeDocument/2006/relationships/slideLayout" Target="/ppt/main_figures/Fig7/ppt/slideLayouts/slideLayout6.xml" Id="Rb7467d7a3dc34bea" /><Relationship Type="http://schemas.openxmlformats.org/officeDocument/2006/relationships/image" Target="/ppt/main_figures/Fig7/ppt/media/image.png" Id="R253f900e88144a64" /><Relationship Type="http://schemas.openxmlformats.org/officeDocument/2006/relationships/image" Target="/ppt/main_figures/Fig7/ppt/media/image2.png" Id="R3f9694ddd87042f0" /><Relationship Type="http://schemas.openxmlformats.org/officeDocument/2006/relationships/image" Target="/ppt/main_figures/Fig7/ppt/media/image3.png" Id="R842c093534944c0a" /><Relationship Type="http://schemas.openxmlformats.org/officeDocument/2006/relationships/image" Target="/ppt/main_figures/Fig7/ppt/media/image4.png" Id="R4c9786d88bc04978" /><Relationship Type="http://schemas.openxmlformats.org/officeDocument/2006/relationships/image" Target="/ppt/main_figures/Fig7/ppt/media/image5.png" Id="R02134ba4bcbe44da" /><Relationship Type="http://schemas.openxmlformats.org/officeDocument/2006/relationships/image" Target="/ppt/main_figures/Fig7/ppt/media/image6.png" Id="Rf7d9d49a9e9648f9" /><Relationship Type="http://schemas.openxmlformats.org/officeDocument/2006/relationships/image" Target="/ppt/main_figures/Fig7/ppt/media/image7.png" Id="R670ed4927ad74cb9" /><Relationship Type="http://schemas.openxmlformats.org/officeDocument/2006/relationships/image" Target="/ppt/main_figures/Fig7/ppt/media/image8.png" Id="R8aa60bd01a5540b4" /><Relationship Type="http://schemas.openxmlformats.org/officeDocument/2006/relationships/notesSlide" Target="/ppt/main_figures/Fig7/ppt/notesSlides/notesSlide1.xml" Id="Rf094d94c42be4df6" /><Relationship Type="http://schemas.openxmlformats.org/officeDocument/2006/relationships/image" Target="/ppt/main_figures/Fig7/ppt/media/preserved_top_50001.png" Id="rId50001" /><Relationship Type="http://schemas.openxmlformats.org/officeDocument/2006/relationships/image" Target="/ppt/main_figures/Fig7/ppt/media/preserved_top_50002.png" Id="rId50002" /><Relationship Type="http://schemas.openxmlformats.org/officeDocument/2006/relationships/image" Target="/ppt/main_figures/Fig7/ppt/media/preserved_top_50003.png" Id="rId50003" /><Relationship Type="http://schemas.openxmlformats.org/officeDocument/2006/relationships/image" Target="/ppt/main_figures/Fig7/ppt/media/preserved_top_50004.png" Id="rId50004" /></Relationships>
</file>

<file path=ppt/slides/_rels/slide8.xml.rels><?xml version='1.0' encoding='utf-8'?>
<Relationships xmlns="http://schemas.openxmlformats.org/package/2006/relationships"><Relationship Type="http://schemas.openxmlformats.org/officeDocument/2006/relationships/slideLayout" Target="/ppt/main_figures/Fig8/ppt/slideLayouts/slideLayout6.xml" Id="Rd4839f1ff92e44f2" /><Relationship Type="http://schemas.openxmlformats.org/officeDocument/2006/relationships/image" Target="/ppt/main_figures/Fig8/ppt/media/image.png" Id="R7909abcff5c7491b" /><Relationship Type="http://schemas.openxmlformats.org/officeDocument/2006/relationships/image" Target="/ppt/main_figures/Fig8/ppt/media/image2.png" Id="R10a23993c09c4cb5" /><Relationship Type="http://schemas.openxmlformats.org/officeDocument/2006/relationships/image" Target="/ppt/main_figures/Fig8/ppt/media/image3.png" Id="R1f30348dfd8d424c" /><Relationship Type="http://schemas.openxmlformats.org/officeDocument/2006/relationships/image" Target="/ppt/main_figures/Fig8/ppt/media/image4.png" Id="R625fa0795ee244fa" /><Relationship Type="http://schemas.openxmlformats.org/officeDocument/2006/relationships/notesSlide" Target="/ppt/main_figures/Fig8/ppt/notesSlides/notesSlide1.xml" Id="R89127701e7614160" /><Relationship Id="addedSource100043" Type="http://schemas.openxmlformats.org/officeDocument/2006/relationships/image" Target="/ppt/main_figures/Fig8/ppt/media/added_source_100043.png" /><Relationship Id="addedSource100053" Type="http://schemas.openxmlformats.org/officeDocument/2006/relationships/image" Target="/ppt/main_figures/Fig8/ppt/media/added_source_100053.png" /></Relationships>
</file>

<file path=ppt/slides/_rels/slide9.xml.rels><?xml version='1.0' encoding='utf-8'?>
<Relationships xmlns="http://schemas.openxmlformats.org/package/2006/relationships"><Relationship Type="http://schemas.openxmlformats.org/officeDocument/2006/relationships/slideLayout" Target="/ppt/main_figures/Fig9/ppt/slideLayouts/slideLayout6.xml" Id="Rd29a73450db741c6" /><Relationship Type="http://schemas.openxmlformats.org/officeDocument/2006/relationships/image" Target="/ppt/main_figures/Fig9/ppt/media/image.png" Id="R9ab9c0fb85204372" /><Relationship Type="http://schemas.openxmlformats.org/officeDocument/2006/relationships/image" Target="/ppt/main_figures/Fig9/ppt/media/image2.png" Id="R78fb98d9a8af476e" /><Relationship Type="http://schemas.openxmlformats.org/officeDocument/2006/relationships/image" Target="/ppt/main_figures/Fig9/ppt/media/image3.png" Id="R407d650ddf1440f5" /><Relationship Type="http://schemas.openxmlformats.org/officeDocument/2006/relationships/image" Target="/ppt/main_figures/Fig9/ppt/media/image4.png" Id="Rca544ad4d86345a5" /><Relationship Type="http://schemas.openxmlformats.org/officeDocument/2006/relationships/image" Target="/ppt/main_figures/Fig9/ppt/media/image5.png" Id="R9ff658b3385f4164" /><Relationship Type="http://schemas.openxmlformats.org/officeDocument/2006/relationships/image" Target="/ppt/main_figures/Fig9/ppt/media/image6.png" Id="R2004a92c0b3a4cac" /><Relationship Type="http://schemas.openxmlformats.org/officeDocument/2006/relationships/image" Target="/ppt/main_figures/Fig9/ppt/media/image7.png" Id="R355e38ca7c6b4f69" /><Relationship Type="http://schemas.openxmlformats.org/officeDocument/2006/relationships/image" Target="/ppt/main_figures/Fig9/ppt/media/image8.png" Id="R010b6224ce034ffe" /><Relationship Type="http://schemas.openxmlformats.org/officeDocument/2006/relationships/image" Target="/ppt/main_figures/Fig9/ppt/media/image9.png" Id="R0171dcdb745a43db" /><Relationship Type="http://schemas.openxmlformats.org/officeDocument/2006/relationships/notesSlide" Target="/ppt/main_figures/Fig9/ppt/notesSlides/notesSlide1.xml" Id="R9a6e1f0861cf459b" /><Relationship Id="addedSource100064" Type="http://schemas.openxmlformats.org/officeDocument/2006/relationships/image" Target="/ppt/main_figures/Fig9/ppt/media/added_source_100064.png" /><Relationship Id="addedSource100073" Type="http://schemas.openxmlformats.org/officeDocument/2006/relationships/image" Target="/ppt/main_figures/Fig9/ppt/media/added_source_100073.png" /><Relationship Id="addedSource100079" Type="http://schemas.openxmlformats.org/officeDocument/2006/relationships/image" Target="/ppt/main_figures/Fig9/ppt/media/added_source_100079.png" /><Relationship Id="addedSource100085" Type="http://schemas.openxmlformats.org/officeDocument/2006/relationships/image" Target="/ppt/main_figures/Fig9/ppt/media/added_source_100085.png" /><Relationship Id="addedSource100091" Type="http://schemas.openxmlformats.org/officeDocument/2006/relationships/image" Target="/ppt/main_figures/Fig9/ppt/media/added_source_100091.png" /></Relationships>
</file>

<file path=ppt/slides/_rels/slide10.xml.rels><?xml version='1.0' encoding='utf-8'?>
<Relationships xmlns="http://schemas.openxmlformats.org/package/2006/relationships"><Relationship Type="http://schemas.openxmlformats.org/officeDocument/2006/relationships/slideLayout" Target="/ppt/main_figures/Fig10/ppt/slideLayouts/slideLayout6.xml" Id="Ra8e1e61b2a014cf7" /><Relationship Type="http://schemas.openxmlformats.org/officeDocument/2006/relationships/image" Target="/ppt/main_figures/Fig10/ppt/media/image.png" Id="R88c82fee6b904343" /><Relationship Type="http://schemas.openxmlformats.org/officeDocument/2006/relationships/image" Target="/ppt/main_figures/Fig10/ppt/media/image2.png" Id="Ref728bb9d1b34a1e" /><Relationship Type="http://schemas.openxmlformats.org/officeDocument/2006/relationships/image" Target="/ppt/main_figures/Fig10/ppt/media/image3.png" Id="R0ba9d93acb0b42af" /><Relationship Type="http://schemas.openxmlformats.org/officeDocument/2006/relationships/image" Target="/ppt/main_figures/Fig10/ppt/media/image4.png" Id="R5b6e7a7ac1cf4fc8" /><Relationship Type="http://schemas.openxmlformats.org/officeDocument/2006/relationships/image" Target="/ppt/main_figures/Fig10/ppt/media/image5.png" Id="Rc2276ab18d354289" /><Relationship Type="http://schemas.openxmlformats.org/officeDocument/2006/relationships/image" Target="/ppt/main_figures/Fig10/ppt/media/image6.png" Id="R6cac25e28d7144ea" /><Relationship Type="http://schemas.openxmlformats.org/officeDocument/2006/relationships/image" Target="/ppt/main_figures/Fig10/ppt/media/image7.png" Id="Rfeafa6675f064b04" /><Relationship Type="http://schemas.openxmlformats.org/officeDocument/2006/relationships/image" Target="/ppt/main_figures/Fig10/ppt/media/image8.png" Id="R577adeaa070c4096" /><Relationship Type="http://schemas.openxmlformats.org/officeDocument/2006/relationships/image" Target="/ppt/main_figures/Fig10/ppt/media/image9.png" Id="R832e4a261b0440af" /><Relationship Type="http://schemas.openxmlformats.org/officeDocument/2006/relationships/image" Target="/ppt/main_figures/Fig10/ppt/media/image10.png" Id="R102eae7f35704adc" /><Relationship Type="http://schemas.openxmlformats.org/officeDocument/2006/relationships/notesSlide" Target="/ppt/main_figures/Fig10/ppt/notesSlides/notesSlide1.xml" Id="R7177761404234967" /><Relationship Id="FrameView_R2a7a041d5050447c" Type="http://schemas.openxmlformats.org/officeDocument/2006/relationships/image" Target="/ppt/main_figures/Fig10/ppt/fig9_frame_media/image.png" /><Relationship Id="FrameView_R83e1c010b825496c" Type="http://schemas.openxmlformats.org/officeDocument/2006/relationships/image" Target="/ppt/main_figures/Fig10/ppt/fig9_frame_media/image2.png" /><Relationship Id="FrameView_Rf17f8bde6fe240f7" Type="http://schemas.openxmlformats.org/officeDocument/2006/relationships/image" Target="/ppt/main_figures/Fig10/ppt/fig9_frame_media/image3.png" /></Relationships>
</file>

<file path=ppt/slides/_rels/slide11.xml.rels><?xml version='1.0' encoding='utf-8'?>
<Relationships xmlns="http://schemas.openxmlformats.org/package/2006/relationships"><Relationship Type="http://schemas.openxmlformats.org/officeDocument/2006/relationships/slideLayout" Target="/ppt/main_figures/Fig11/ppt/slideLayouts/slideLayout6.xml" Id="R9748401bc63240ee" /><Relationship Type="http://schemas.openxmlformats.org/officeDocument/2006/relationships/image" Target="/ppt/main_figures/Fig11/ppt/media/image.png" Id="R8e3dec1e95f9483e" /><Relationship Type="http://schemas.openxmlformats.org/officeDocument/2006/relationships/image" Target="/ppt/main_figures/Fig11/ppt/media/image2.png" Id="Rc89e92be5cdc423c" /><Relationship Type="http://schemas.openxmlformats.org/officeDocument/2006/relationships/image" Target="/ppt/main_figures/Fig11/ppt/media/image3.png" Id="Rb8703c6751794a98" /><Relationship Type="http://schemas.openxmlformats.org/officeDocument/2006/relationships/image" Target="/ppt/main_figures/Fig11/ppt/media/image4.png" Id="R138068ddb6b5406d" /><Relationship Type="http://schemas.openxmlformats.org/officeDocument/2006/relationships/image" Target="/ppt/main_figures/Fig11/ppt/media/image5.png" Id="R2b4eca6935d043f3" /><Relationship Type="http://schemas.openxmlformats.org/officeDocument/2006/relationships/image" Target="/ppt/main_figures/Fig11/ppt/media/image6.png" Id="R17bff3a3749c4f88" /><Relationship Type="http://schemas.openxmlformats.org/officeDocument/2006/relationships/image" Target="/ppt/main_figures/Fig11/ppt/media/image7.png" Id="Re4e1a71f2c4345da" /><Relationship Type="http://schemas.openxmlformats.org/officeDocument/2006/relationships/image" Target="/ppt/main_figures/Fig11/ppt/media/image8.png" Id="R64c7f2824b0b4d00" /><Relationship Type="http://schemas.openxmlformats.org/officeDocument/2006/relationships/notesSlide" Target="/ppt/main_figures/Fig11/ppt/notesSlides/notesSlide1.xml" Id="R7c2aaec7c99f4f08" /><Relationship Type="http://schemas.openxmlformats.org/officeDocument/2006/relationships/image" Target="/ppt/main_figures/Fig11/ppt/submission_case/ppt/media/image.png" Id="submission_R491d89be41e84fb6" /></Relationships>
</file>

<file path=ppt/slides/_rels/slide12.xml.rels><?xml version='1.0' encoding='utf-8'?>
<Relationships xmlns="http://schemas.openxmlformats.org/package/2006/relationships"><Relationship Type="http://schemas.openxmlformats.org/officeDocument/2006/relationships/slideLayout" Target="/ppt/main_figures/Fig12/ppt/slideLayouts/slideLayout6.xml" Id="R09684380c3b24c5a" /><Relationship Type="http://schemas.openxmlformats.org/officeDocument/2006/relationships/image" Target="/ppt/main_figures/Fig12/ppt/media/image.png" Id="R0fc5b50b55af4524" /><Relationship Type="http://schemas.openxmlformats.org/officeDocument/2006/relationships/image" Target="/ppt/main_figures/Fig12/ppt/media/image2.png" Id="R6e518d2b6b834b1c" /><Relationship Type="http://schemas.openxmlformats.org/officeDocument/2006/relationships/image" Target="/ppt/main_figures/Fig12/ppt/media/image3.png" Id="R11a257e058ca462a" /><Relationship Type="http://schemas.openxmlformats.org/officeDocument/2006/relationships/image" Target="/ppt/main_figures/Fig12/ppt/media/image4.png" Id="R0184382966ff4777" /><Relationship Type="http://schemas.openxmlformats.org/officeDocument/2006/relationships/image" Target="/ppt/main_figures/Fig12/ppt/media/image5.png" Id="R3b64e699ba19403d" /><Relationship Type="http://schemas.openxmlformats.org/officeDocument/2006/relationships/image" Target="/ppt/main_figures/Fig12/ppt/media/image6.png" Id="R1e822fd23d7c4ccb" /><Relationship Type="http://schemas.openxmlformats.org/officeDocument/2006/relationships/image" Target="/ppt/main_figures/Fig12/ppt/media/image7.png" Id="Rf842a86af5ac4745" /><Relationship Type="http://schemas.openxmlformats.org/officeDocument/2006/relationships/image" Target="/ppt/main_figures/Fig12/ppt/media/image8.png" Id="Rd142bff20e0e491b" /><Relationship Type="http://schemas.openxmlformats.org/officeDocument/2006/relationships/image" Target="/ppt/main_figures/Fig12/ppt/media/image9.png" Id="Re712989b92464244" /><Relationship Type="http://schemas.openxmlformats.org/officeDocument/2006/relationships/notesSlide" Target="/ppt/main_figures/Fig12/ppt/notesSlides/notesSlide1.xml" Id="Rdd4fc312200748f3" /></Relationships>
</file>

<file path=ppt/slides/_rels/slide13.xml.rels><?xml version='1.0' encoding='utf-8'?>
<Relationships xmlns="http://schemas.openxmlformats.org/package/2006/relationships"><Relationship Type="http://schemas.openxmlformats.org/officeDocument/2006/relationships/slideLayout" Target="/ppt/main_figures/Fig13/ppt/slideLayouts/slideLayout6.xml" Id="Rbcb2768a06334c0d" /><Relationship Type="http://schemas.openxmlformats.org/officeDocument/2006/relationships/image" Target="/ppt/main_figures/Fig13/ppt/media/image.png" Id="R634ec7d678d64150" /><Relationship Type="http://schemas.openxmlformats.org/officeDocument/2006/relationships/image" Target="/ppt/main_figures/Fig13/ppt/media/image2.png" Id="R7d9cede297ea44c0" /><Relationship Type="http://schemas.openxmlformats.org/officeDocument/2006/relationships/image" Target="/ppt/main_figures/Fig13/ppt/media/image3.png" Id="R821bd0b9183f4d2f" /><Relationship Type="http://schemas.openxmlformats.org/officeDocument/2006/relationships/image" Target="/ppt/main_figures/Fig13/ppt/media/image4.png" Id="R2c61afc213a34f18" /><Relationship Type="http://schemas.openxmlformats.org/officeDocument/2006/relationships/image" Target="/ppt/main_figures/Fig13/ppt/media/image5.png" Id="R06ef78ef3ca9405c" /><Relationship Type="http://schemas.openxmlformats.org/officeDocument/2006/relationships/image" Target="/ppt/main_figures/Fig13/ppt/media/image6.png" Id="R64553e667f5b4856" /><Relationship Type="http://schemas.openxmlformats.org/officeDocument/2006/relationships/image" Target="/ppt/main_figures/Fig13/ppt/media/image7.png" Id="R76e2683e934a43b2" /><Relationship Type="http://schemas.openxmlformats.org/officeDocument/2006/relationships/image" Target="/ppt/main_figures/Fig13/ppt/media/image8.png" Id="R3e60a96477bc4da4" /><Relationship Type="http://schemas.openxmlformats.org/officeDocument/2006/relationships/image" Target="/ppt/main_figures/Fig13/ppt/media/image9.png" Id="R8eccc4fa42544053" /><Relationship Type="http://schemas.openxmlformats.org/officeDocument/2006/relationships/image" Target="/ppt/main_figures/Fig13/ppt/media/image10.png" Id="Re6a2d988a4c44be7" /><Relationship Type="http://schemas.openxmlformats.org/officeDocument/2006/relationships/image" Target="/ppt/main_figures/Fig13/ppt/media/image11.png" Id="Rdf8176ac84734054" /><Relationship Type="http://schemas.openxmlformats.org/officeDocument/2006/relationships/image" Target="/ppt/main_figures/Fig13/ppt/media/image12.png" Id="R018e3504b5ad4977" /><Relationship Type="http://schemas.openxmlformats.org/officeDocument/2006/relationships/notesSlide" Target="/ppt/main_figures/Fig13/ppt/notesSlides/notesSlide1.xml" Id="R3dfd93d1f5ad4a4d" /></Relationships>
</file>

<file path=ppt/slides/_rels/slide14.xml.rels><?xml version='1.0' encoding='utf-8'?>
<Relationships xmlns="http://schemas.openxmlformats.org/package/2006/relationships"><Relationship Type="http://schemas.openxmlformats.org/officeDocument/2006/relationships/slideLayout" Target="/ppt/main_figures/Fig14/ppt/slideLayouts/slideLayout6.xml" Id="R9d9ea59ad84b4199" /><Relationship Type="http://schemas.openxmlformats.org/officeDocument/2006/relationships/chart" Target="/ppt/main_figures/Fig14/ppt/slides/charts/chart1.xml" Id="R7e059928ce994f9f" /><Relationship Type="http://schemas.openxmlformats.org/officeDocument/2006/relationships/chart" Target="/ppt/main_figures/Fig14/ppt/slides/charts/chart2.xml" Id="Rfa5850c507e14a9f" /><Relationship Type="http://schemas.openxmlformats.org/officeDocument/2006/relationships/chart" Target="/ppt/main_figures/Fig14/ppt/slides/charts/chart3.xml" Id="R1a60778a05b04885" /><Relationship Type="http://schemas.openxmlformats.org/officeDocument/2006/relationships/chart" Target="/ppt/main_figures/Fig14/ppt/slides/charts/chart4.xml" Id="R2cdcf40f6fbc40a2" /><Relationship Type="http://schemas.openxmlformats.org/officeDocument/2006/relationships/chart" Target="/ppt/main_figures/Fig14/ppt/slides/charts/chart5.xml" Id="Rd9f894a3aa614369" /><Relationship Type="http://schemas.openxmlformats.org/officeDocument/2006/relationships/chart" Target="/ppt/main_figures/Fig14/ppt/slides/charts/chart6.xml" Id="R18b31092227a46be" /><Relationship Type="http://schemas.openxmlformats.org/officeDocument/2006/relationships/notesSlide" Target="/ppt/main_figures/Fig14/ppt/notesSlides/notesSlide1.xml" Id="R2c2e80cce781492b" /></Relationships>
</file>

<file path=ppt/slides/slide1.xml><?xml version="1.0" encoding="utf-8"?>
<p:sld xmlns:a="http://schemas.openxmlformats.org/drawingml/2006/main" xmlns:ns2="http://schemas.microsoft.com/office/drawing/2014/main" xmlns:ns4="http://schemas.microsoft.com/office/powerpoint/2010/main" xmlns:p="http://schemas.openxmlformats.org/presentationml/2006/main" xmlns:r="http://schemas.openxmlformats.org/officeDocument/2006/relationships">
  <p:cSld>
    <p:bg>
      <p:bgPr>
        <a:solidFill>
          <a:srgbClr val="FFFFFF"/>
        </a:solidFill>
      </p:bgPr>
    </p:bg>
    <p:spTree>
      <p:nvGrpSpPr>
        <p:cNvPr id="1" name=""/>
        <p:cNvGrpSpPr/>
        <p:nvPr/>
      </p:nvGrpSpPr>
      <p:grpSpPr>
        <a:xfrm/>
      </p:grpSpPr>
      <p:grpSp>
        <p:nvGrpSpPr>
          <p:cNvPr id="148" name="Manuscript Figure 1: Storms hourly overview, source event and local tracks"/>
          <p:cNvGrpSpPr/>
          <p:nvPr/>
        </p:nvGrpSpPr>
        <p:grpSpPr>
          <a:xfrm>
            <a:off x="0" y="0"/>
            <a:ext cx="12801600" cy="6096000"/>
            <a:chOff x="0" y="0"/>
            <a:chExt cx="12801600" cy="6096000"/>
          </a:xfrm>
        </p:grpSpPr>
        <p:sp>
          <p:nvSpPr>
            <p:cNvPr id="147" name="text_000">
              <a:extLst>
                <a:ext uri="{FF2B5EF4-FFF2-40B4-BE49-F238E27FC236}">
                  <ns2:creationId id="{D66480F9-609D-403A-8667-1D3810A5861B}"/>
                </a:ext>
              </a:extLst>
            </p:cNvPr>
            <p:cNvSpPr>
              <a:spLocks noGrp="1"/>
            </p:cNvSpPr>
            <p:nvPr/>
          </p:nvSpPr>
          <p:spPr>
            <a:xfrm rot="0">
              <a:off x="382429" y="60960"/>
              <a:ext cx="2286000" cy="257175"/>
            </a:xfrm>
            <a:prstGeom prst="rect">
              <a:avLst/>
            </a:prstGeom>
            <a:noFill/>
            <a:ln w="0">
              <a:noFill/>
              <a:prstDash val="solid"/>
            </a:ln>
          </p:spPr>
          <p:txBody>
            <a:bodyPr wrap="none" lIns="0" tIns="0" rIns="0" bIns="0" anchor="t">
              <a:noAutofit/>
            </a:bodyPr>
            <a:lstStyle>
              <a:defPPr algn="l">
                <a:defRPr sz="1500" b="1">
                  <a:solidFill>
                    <a:srgbClr val="000000"/>
                  </a:solidFill>
                  <a:latin typeface="Arial"/>
                  <a:ea typeface="Arial"/>
                  <a:cs typeface="Arial"/>
                </a:defRPr>
              </a:defPPr>
              <a:lvl1pPr algn="l">
                <a:defRPr sz="1500" b="1">
                  <a:solidFill>
                    <a:srgbClr val="000000"/>
                  </a:solidFill>
                  <a:latin typeface="Arial"/>
                  <a:ea typeface="Arial"/>
                  <a:cs typeface="Arial"/>
                </a:defRPr>
              </a:lvl1pPr>
              <a:lvl2pPr algn="l">
                <a:defRPr sz="1500" b="1">
                  <a:solidFill>
                    <a:srgbClr val="000000"/>
                  </a:solidFill>
                  <a:latin typeface="Arial"/>
                  <a:ea typeface="Arial"/>
                  <a:cs typeface="Arial"/>
                </a:defRPr>
              </a:lvl2pPr>
              <a:lvl3pPr algn="l">
                <a:defRPr sz="1500" b="1">
                  <a:solidFill>
                    <a:srgbClr val="000000"/>
                  </a:solidFill>
                  <a:latin typeface="Arial"/>
                  <a:ea typeface="Arial"/>
                  <a:cs typeface="Arial"/>
                </a:defRPr>
              </a:lvl3pPr>
              <a:lvl4pPr algn="l">
                <a:defRPr sz="1500" b="1">
                  <a:solidFill>
                    <a:srgbClr val="000000"/>
                  </a:solidFill>
                  <a:latin typeface="Arial"/>
                  <a:ea typeface="Arial"/>
                  <a:cs typeface="Arial"/>
                </a:defRPr>
              </a:lvl4pPr>
              <a:lvl5pPr algn="l">
                <a:defRPr sz="1500" b="1">
                  <a:solidFill>
                    <a:srgbClr val="000000"/>
                  </a:solidFill>
                  <a:latin typeface="Arial"/>
                  <a:ea typeface="Arial"/>
                  <a:cs typeface="Arial"/>
                </a:defRPr>
              </a:lvl5pPr>
              <a:lvl6pPr algn="l">
                <a:defRPr sz="1500" b="1">
                  <a:solidFill>
                    <a:srgbClr val="000000"/>
                  </a:solidFill>
                  <a:latin typeface="Arial"/>
                  <a:ea typeface="Arial"/>
                  <a:cs typeface="Arial"/>
                </a:defRPr>
              </a:lvl6pPr>
              <a:lvl7pPr algn="l">
                <a:defRPr sz="1500" b="1">
                  <a:solidFill>
                    <a:srgbClr val="000000"/>
                  </a:solidFill>
                  <a:latin typeface="Arial"/>
                  <a:ea typeface="Arial"/>
                  <a:cs typeface="Arial"/>
                </a:defRPr>
              </a:lvl7pPr>
              <a:lvl8pPr algn="l">
                <a:defRPr sz="1500" b="1">
                  <a:solidFill>
                    <a:srgbClr val="000000"/>
                  </a:solidFill>
                  <a:latin typeface="Arial"/>
                  <a:ea typeface="Arial"/>
                  <a:cs typeface="Arial"/>
                </a:defRPr>
              </a:lvl8pPr>
              <a:lvl9pPr algn="l">
                <a:defRPr sz="1500" b="1">
                  <a:solidFill>
                    <a:srgbClr val="000000"/>
                  </a:solidFill>
                  <a:latin typeface="Arial"/>
                  <a:ea typeface="Arial"/>
                  <a:cs typeface="Arial"/>
                </a:defRPr>
              </a:lvl9pPr>
            </a:lstStyle>
            <a:p>
              <a:pPr algn="l">
                <a:defRPr sz="1500" b="1">
                  <a:solidFill>
                    <a:srgbClr val="000000"/>
                  </a:solidFill>
                  <a:latin typeface="Arial"/>
                  <a:ea typeface="Arial"/>
                  <a:cs typeface="Arial"/>
                </a:defRPr>
              </a:pPr>
              <a:r>
                <a:rPr sz="1500" b="1">
                  <a:solidFill>
                    <a:srgbClr val="000000"/>
                  </a:solidFill>
                  <a:latin typeface="Arial"/>
                  <a:ea typeface="Arial"/>
                  <a:cs typeface="Arial"/>
                </a:rPr>
                <a:t>(a) RG-MTM-R20</a:t>
              </a:r>
            </a:p>
          </p:txBody>
        </p:sp>
        <p:sp>
          <p:nvSpPr>
            <p:cNvPr id="2" name="text_001">
              <a:extLst>
                <a:ext uri="{FF2B5EF4-FFF2-40B4-BE49-F238E27FC236}">
                  <ns2:creationId id="{09668DC0-47FD-4BD3-B346-86242C6A1558}"/>
                </a:ext>
              </a:extLst>
            </p:cNvPr>
            <p:cNvSpPr>
              <a:spLocks noGrp="1"/>
            </p:cNvSpPr>
            <p:nvPr/>
          </p:nvSpPr>
          <p:spPr>
            <a:xfrm rot="0">
              <a:off x="5162550" y="60960"/>
              <a:ext cx="3990975" cy="219075"/>
            </a:xfrm>
            <a:prstGeom prst="rect">
              <a:avLst/>
            </a:prstGeom>
            <a:noFill/>
            <a:ln w="0">
              <a:noFill/>
              <a:prstDash val="solid"/>
            </a:ln>
          </p:spPr>
          <p:txBody>
            <a:bodyPr wrap="none" lIns="0" tIns="0" rIns="0" bIns="0" anchor="t">
              <a:noAutofit/>
            </a:bodyPr>
            <a:lstStyle>
              <a:defPPr algn="r">
                <a:defRPr sz="1125" b="0">
                  <a:solidFill>
                    <a:srgbClr val="000000"/>
                  </a:solidFill>
                  <a:latin typeface="Arial"/>
                  <a:ea typeface="Arial"/>
                  <a:cs typeface="Arial"/>
                </a:defRPr>
              </a:defPPr>
              <a:lvl1pPr algn="r">
                <a:defRPr sz="1125" b="0">
                  <a:solidFill>
                    <a:srgbClr val="000000"/>
                  </a:solidFill>
                  <a:latin typeface="Arial"/>
                  <a:ea typeface="Arial"/>
                  <a:cs typeface="Arial"/>
                </a:defRPr>
              </a:lvl1pPr>
              <a:lvl2pPr algn="r">
                <a:defRPr sz="1125" b="0">
                  <a:solidFill>
                    <a:srgbClr val="000000"/>
                  </a:solidFill>
                  <a:latin typeface="Arial"/>
                  <a:ea typeface="Arial"/>
                  <a:cs typeface="Arial"/>
                </a:defRPr>
              </a:lvl2pPr>
              <a:lvl3pPr algn="r">
                <a:defRPr sz="1125" b="0">
                  <a:solidFill>
                    <a:srgbClr val="000000"/>
                  </a:solidFill>
                  <a:latin typeface="Arial"/>
                  <a:ea typeface="Arial"/>
                  <a:cs typeface="Arial"/>
                </a:defRPr>
              </a:lvl3pPr>
              <a:lvl4pPr algn="r">
                <a:defRPr sz="1125" b="0">
                  <a:solidFill>
                    <a:srgbClr val="000000"/>
                  </a:solidFill>
                  <a:latin typeface="Arial"/>
                  <a:ea typeface="Arial"/>
                  <a:cs typeface="Arial"/>
                </a:defRPr>
              </a:lvl4pPr>
              <a:lvl5pPr algn="r">
                <a:defRPr sz="1125" b="0">
                  <a:solidFill>
                    <a:srgbClr val="000000"/>
                  </a:solidFill>
                  <a:latin typeface="Arial"/>
                  <a:ea typeface="Arial"/>
                  <a:cs typeface="Arial"/>
                </a:defRPr>
              </a:lvl5pPr>
              <a:lvl6pPr algn="r">
                <a:defRPr sz="1125" b="0">
                  <a:solidFill>
                    <a:srgbClr val="000000"/>
                  </a:solidFill>
                  <a:latin typeface="Arial"/>
                  <a:ea typeface="Arial"/>
                  <a:cs typeface="Arial"/>
                </a:defRPr>
              </a:lvl6pPr>
              <a:lvl7pPr algn="r">
                <a:defRPr sz="1125" b="0">
                  <a:solidFill>
                    <a:srgbClr val="000000"/>
                  </a:solidFill>
                  <a:latin typeface="Arial"/>
                  <a:ea typeface="Arial"/>
                  <a:cs typeface="Arial"/>
                </a:defRPr>
              </a:lvl7pPr>
              <a:lvl8pPr algn="r">
                <a:defRPr sz="1125" b="0">
                  <a:solidFill>
                    <a:srgbClr val="000000"/>
                  </a:solidFill>
                  <a:latin typeface="Arial"/>
                  <a:ea typeface="Arial"/>
                  <a:cs typeface="Arial"/>
                </a:defRPr>
              </a:lvl8pPr>
              <a:lvl9pPr algn="r">
                <a:defRPr sz="1125" b="0">
                  <a:solidFill>
                    <a:srgbClr val="000000"/>
                  </a:solidFill>
                  <a:latin typeface="Arial"/>
                  <a:ea typeface="Arial"/>
                  <a:cs typeface="Arial"/>
                </a:defRPr>
              </a:lvl9pPr>
            </a:lstStyle>
            <a:p>
              <a:pPr algn="r">
                <a:defRPr sz="1125" b="0">
                  <a:solidFill>
                    <a:srgbClr val="000000"/>
                  </a:solidFill>
                  <a:latin typeface="Arial"/>
                  <a:ea typeface="Arial"/>
                  <a:cs typeface="Arial"/>
                </a:defRPr>
              </a:pPr>
              <a:r>
                <a:rPr sz="1125" b="0">
                  <a:solidFill>
                    <a:srgbClr val="000000"/>
                  </a:solidFill>
                  <a:latin typeface="Arial"/>
                  <a:ea typeface="Arial"/>
                  <a:cs typeface="Arial"/>
                </a:rPr>
                <a:t>d = (0.948, -0.319) · -18.6°</a:t>
              </a:r>
            </a:p>
          </p:txBody>
        </p:sp>
        <p:pic>
          <p:nvPicPr>
            <p:cNvPr id="3" name="">
              <a:extLst>
                <a:ext uri="{FF2B5EF4-FFF2-40B4-BE49-F238E27FC236}">
                  <ns2:creationId id="{CDCD2DA2-DB01-4F7C-A779-C7CA96148FB2}"/>
                </a:ext>
              </a:extLst>
            </p:cNvPr>
            <p:cNvPicPr>
              <a:picLocks noChangeAspect="1"/>
            </p:cNvPicPr>
            <p:nvPr/>
          </p:nvPicPr>
          <p:blipFill>
            <a:blip r:embed="R98137c4fcc2d49d7"/>
            <a:stretch/>
          </p:blipFill>
          <p:spPr>
            <a:xfrm>
              <a:off x="382429" y="320040"/>
              <a:ext cx="8761095" cy="2971800"/>
            </a:xfrm>
            <a:prstGeom prst="rect">
              <a:avLst/>
            </a:prstGeom>
          </p:spPr>
        </p:pic>
        <p:sp>
          <p:nvSpPr>
            <p:cNvPr id="4" name="a_local_window_outline">
              <a:extLst>
                <a:ext uri="{FF2B5EF4-FFF2-40B4-BE49-F238E27FC236}">
                  <ns2:creationId id="{651B8DE7-01B8-45A5-9CFA-7190B7D22A1F}"/>
                </a:ext>
              </a:extLst>
            </p:cNvPr>
            <p:cNvSpPr>
              <a:spLocks noGrp="1"/>
            </p:cNvSpPr>
            <p:nvPr/>
          </p:nvSpPr>
          <p:spPr>
            <a:xfrm>
              <a:off x="7447828" y="320040"/>
              <a:ext cx="282616" cy="2971800"/>
            </a:xfrm>
            <a:custGeom>
              <a:pathLst>
                <a:path w="282616" h="2971800">
                  <a:moveTo>
                    <a:pt x="0" y="0"/>
                  </a:moveTo>
                  <a:lnTo>
                    <a:pt x="282616" y="0"/>
                  </a:lnTo>
                  <a:lnTo>
                    <a:pt x="282616" y="2971800"/>
                  </a:lnTo>
                  <a:lnTo>
                    <a:pt x="0" y="2971800"/>
                  </a:lnTo>
                  <a:lnTo>
                    <a:pt x="0" y="0"/>
                  </a:lnTo>
                </a:path>
              </a:pathLst>
            </a:custGeom>
            <a:noFill/>
            <a:ln w="12859">
              <a:solidFill>
                <a:srgbClr val="C73A37"/>
              </a:solidFill>
              <a:prstDash val="dash"/>
            </a:ln>
          </p:spPr>
        </p:sp>
        <p:sp>
          <p:nvSpPr>
            <p:cNvPr id="5" name="rect_003">
              <a:extLst>
                <a:ext uri="{FF2B5EF4-FFF2-40B4-BE49-F238E27FC236}">
                  <ns2:creationId id="{89E114C7-D563-458B-8C2C-B7D9B77F1169}"/>
                </a:ext>
              </a:extLst>
            </p:cNvPr>
            <p:cNvSpPr>
              <a:spLocks noGrp="1"/>
            </p:cNvSpPr>
            <p:nvPr/>
          </p:nvSpPr>
          <p:spPr>
            <a:xfrm rot="0">
              <a:off x="382429" y="320040"/>
              <a:ext cx="8761095" cy="2971800"/>
            </a:xfrm>
            <a:prstGeom prst="rect">
              <a:avLst/>
            </a:prstGeom>
            <a:noFill/>
            <a:ln w="7715">
              <a:solidFill>
                <a:srgbClr val="000000"/>
              </a:solidFill>
              <a:prstDash val="solid"/>
            </a:ln>
          </p:spPr>
        </p:sp>
        <p:sp>
          <p:nvSpPr>
            <p:cNvPr id="6" name="line_004">
              <a:extLst>
                <a:ext uri="{FF2B5EF4-FFF2-40B4-BE49-F238E27FC236}">
                  <ns2:creationId id="{D9B01A55-925F-468C-AFD4-C7ED1E448D33}"/>
                </a:ext>
              </a:extLst>
            </p:cNvPr>
            <p:cNvSpPr>
              <a:spLocks noGrp="1"/>
            </p:cNvSpPr>
            <p:nvPr/>
          </p:nvSpPr>
          <p:spPr>
            <a:xfrm>
              <a:off x="382429" y="3345180"/>
              <a:ext cx="8788908" cy="95"/>
            </a:xfrm>
            <a:custGeom>
              <a:pathLst>
                <a:path w="8788908" h="95">
                  <a:moveTo>
                    <a:pt x="0" y="0"/>
                  </a:moveTo>
                  <a:lnTo>
                    <a:pt x="8788908" y="0"/>
                  </a:lnTo>
                </a:path>
              </a:pathLst>
            </a:custGeom>
            <a:noFill/>
            <a:ln w="7715">
              <a:solidFill>
                <a:srgbClr val="000000"/>
              </a:solidFill>
              <a:prstDash val="solid"/>
            </a:ln>
          </p:spPr>
        </p:sp>
        <p:sp>
          <p:nvSpPr>
            <p:cNvPr id="7" name="line_005">
              <a:extLst>
                <a:ext uri="{FF2B5EF4-FFF2-40B4-BE49-F238E27FC236}">
                  <ns2:creationId id="{3FBF22AD-6485-4AD2-8E5A-C0DAEDCA015B}"/>
                </a:ext>
              </a:extLst>
            </p:cNvPr>
            <p:cNvSpPr>
              <a:spLocks noGrp="1"/>
            </p:cNvSpPr>
            <p:nvPr/>
          </p:nvSpPr>
          <p:spPr>
            <a:xfrm>
              <a:off x="9122664" y="3322320"/>
              <a:ext cx="48673" cy="22860"/>
            </a:xfrm>
            <a:custGeom>
              <a:pathLst>
                <a:path w="48673" h="22860">
                  <a:moveTo>
                    <a:pt x="0" y="0"/>
                  </a:moveTo>
                  <a:lnTo>
                    <a:pt x="48673" y="22860"/>
                  </a:lnTo>
                </a:path>
              </a:pathLst>
            </a:custGeom>
            <a:noFill/>
            <a:ln w="7715">
              <a:solidFill>
                <a:srgbClr val="000000"/>
              </a:solidFill>
              <a:prstDash val="solid"/>
            </a:ln>
          </p:spPr>
        </p:sp>
        <p:sp>
          <p:nvSpPr>
            <p:cNvPr id="8" name="line_006">
              <a:extLst>
                <a:ext uri="{FF2B5EF4-FFF2-40B4-BE49-F238E27FC236}">
                  <ns2:creationId id="{E87C72A0-19B7-46B4-B1CB-674D411C14B1}"/>
                </a:ext>
              </a:extLst>
            </p:cNvPr>
            <p:cNvSpPr>
              <a:spLocks noGrp="1"/>
            </p:cNvSpPr>
            <p:nvPr/>
          </p:nvSpPr>
          <p:spPr>
            <a:xfrm>
              <a:off x="9122664" y="3345180"/>
              <a:ext cx="48673" cy="22860"/>
            </a:xfrm>
            <a:custGeom>
              <a:pathLst>
                <a:path w="48673" h="22860">
                  <a:moveTo>
                    <a:pt x="0" y="22860"/>
                  </a:moveTo>
                  <a:lnTo>
                    <a:pt x="48673" y="0"/>
                  </a:lnTo>
                </a:path>
              </a:pathLst>
            </a:custGeom>
            <a:noFill/>
            <a:ln w="7715">
              <a:solidFill>
                <a:srgbClr val="000000"/>
              </a:solidFill>
              <a:prstDash val="solid"/>
            </a:ln>
          </p:spPr>
        </p:sp>
        <p:sp>
          <p:nvSpPr>
            <p:cNvPr id="9" name="line_007">
              <a:extLst>
                <a:ext uri="{FF2B5EF4-FFF2-40B4-BE49-F238E27FC236}">
                  <ns2:creationId id="{D8A5117A-29AF-4642-ADD6-BABCE219079C}"/>
                </a:ext>
              </a:extLst>
            </p:cNvPr>
            <p:cNvSpPr>
              <a:spLocks noGrp="1"/>
            </p:cNvSpPr>
            <p:nvPr/>
          </p:nvSpPr>
          <p:spPr>
            <a:xfrm>
              <a:off x="285083" y="259080"/>
              <a:ext cx="95" cy="3032760"/>
            </a:xfrm>
            <a:custGeom>
              <a:pathLst>
                <a:path w="95" h="3032760">
                  <a:moveTo>
                    <a:pt x="0" y="3032760"/>
                  </a:moveTo>
                  <a:lnTo>
                    <a:pt x="0" y="0"/>
                  </a:lnTo>
                </a:path>
              </a:pathLst>
            </a:custGeom>
            <a:noFill/>
            <a:ln w="7715">
              <a:solidFill>
                <a:srgbClr val="000000"/>
              </a:solidFill>
              <a:prstDash val="solid"/>
            </a:ln>
          </p:spPr>
        </p:sp>
        <p:sp>
          <p:nvSpPr>
            <p:cNvPr id="10" name="line_008">
              <a:extLst>
                <a:ext uri="{FF2B5EF4-FFF2-40B4-BE49-F238E27FC236}">
                  <ns2:creationId id="{2EF2BCF6-BD23-4904-9CD9-8A187DE8E205}"/>
                </a:ext>
              </a:extLst>
            </p:cNvPr>
            <p:cNvSpPr>
              <a:spLocks noGrp="1"/>
            </p:cNvSpPr>
            <p:nvPr/>
          </p:nvSpPr>
          <p:spPr>
            <a:xfrm>
              <a:off x="264224" y="259080"/>
              <a:ext cx="20860" cy="53340"/>
            </a:xfrm>
            <a:custGeom>
              <a:pathLst>
                <a:path w="20860" h="53340">
                  <a:moveTo>
                    <a:pt x="0" y="53340"/>
                  </a:moveTo>
                  <a:lnTo>
                    <a:pt x="20860" y="0"/>
                  </a:lnTo>
                </a:path>
              </a:pathLst>
            </a:custGeom>
            <a:noFill/>
            <a:ln w="7715">
              <a:solidFill>
                <a:srgbClr val="000000"/>
              </a:solidFill>
              <a:prstDash val="solid"/>
            </a:ln>
          </p:spPr>
        </p:sp>
        <p:sp>
          <p:nvSpPr>
            <p:cNvPr id="11" name="line_009">
              <a:extLst>
                <a:ext uri="{FF2B5EF4-FFF2-40B4-BE49-F238E27FC236}">
                  <ns2:creationId id="{16903BC1-3B19-4E4D-9D32-4B423B5E17EC}"/>
                </a:ext>
              </a:extLst>
            </p:cNvPr>
            <p:cNvSpPr>
              <a:spLocks noGrp="1"/>
            </p:cNvSpPr>
            <p:nvPr/>
          </p:nvSpPr>
          <p:spPr>
            <a:xfrm>
              <a:off x="285083" y="259080"/>
              <a:ext cx="20860" cy="53340"/>
            </a:xfrm>
            <a:custGeom>
              <a:pathLst>
                <a:path w="20860" h="53340">
                  <a:moveTo>
                    <a:pt x="20860" y="53340"/>
                  </a:moveTo>
                  <a:lnTo>
                    <a:pt x="0" y="0"/>
                  </a:lnTo>
                </a:path>
              </a:pathLst>
            </a:custGeom>
            <a:noFill/>
            <a:ln w="7715">
              <a:solidFill>
                <a:srgbClr val="000000"/>
              </a:solidFill>
              <a:prstDash val="solid"/>
            </a:ln>
          </p:spPr>
        </p:sp>
        <p:sp>
          <p:nvSpPr>
            <p:cNvPr id="12" name="text_010">
              <a:extLst>
                <a:ext uri="{FF2B5EF4-FFF2-40B4-BE49-F238E27FC236}">
                  <ns2:creationId id="{A258748C-709B-406E-94F1-3225CEB85F0C}"/>
                </a:ext>
              </a:extLst>
            </p:cNvPr>
            <p:cNvSpPr>
              <a:spLocks noGrp="1"/>
            </p:cNvSpPr>
            <p:nvPr/>
          </p:nvSpPr>
          <p:spPr>
            <a:xfrm rot="0">
              <a:off x="8795861" y="3638550"/>
              <a:ext cx="451961" cy="228600"/>
            </a:xfrm>
            <a:prstGeom prst="rect">
              <a:avLst/>
            </a:prstGeom>
            <a:noFill/>
            <a:ln w="0">
              <a:noFill/>
              <a:prstDash val="solid"/>
            </a:ln>
          </p:spPr>
          <p:txBody>
            <a:bodyPr wrap="none" lIns="0" tIns="0" rIns="0" bIns="0" anchor="t">
              <a:noAutofit/>
            </a:bodyPr>
            <a:lstStyle>
              <a:defPPr algn="r">
                <a:defRPr sz="1125" b="0">
                  <a:solidFill>
                    <a:srgbClr val="000000"/>
                  </a:solidFill>
                  <a:latin typeface="Arial"/>
                  <a:ea typeface="Arial"/>
                  <a:cs typeface="Arial"/>
                </a:defRPr>
              </a:defPPr>
              <a:lvl1pPr algn="r">
                <a:defRPr sz="1125" b="0">
                  <a:solidFill>
                    <a:srgbClr val="000000"/>
                  </a:solidFill>
                  <a:latin typeface="Arial"/>
                  <a:ea typeface="Arial"/>
                  <a:cs typeface="Arial"/>
                </a:defRPr>
              </a:lvl1pPr>
              <a:lvl2pPr algn="r">
                <a:defRPr sz="1125" b="0">
                  <a:solidFill>
                    <a:srgbClr val="000000"/>
                  </a:solidFill>
                  <a:latin typeface="Arial"/>
                  <a:ea typeface="Arial"/>
                  <a:cs typeface="Arial"/>
                </a:defRPr>
              </a:lvl2pPr>
              <a:lvl3pPr algn="r">
                <a:defRPr sz="1125" b="0">
                  <a:solidFill>
                    <a:srgbClr val="000000"/>
                  </a:solidFill>
                  <a:latin typeface="Arial"/>
                  <a:ea typeface="Arial"/>
                  <a:cs typeface="Arial"/>
                </a:defRPr>
              </a:lvl3pPr>
              <a:lvl4pPr algn="r">
                <a:defRPr sz="1125" b="0">
                  <a:solidFill>
                    <a:srgbClr val="000000"/>
                  </a:solidFill>
                  <a:latin typeface="Arial"/>
                  <a:ea typeface="Arial"/>
                  <a:cs typeface="Arial"/>
                </a:defRPr>
              </a:lvl4pPr>
              <a:lvl5pPr algn="r">
                <a:defRPr sz="1125" b="0">
                  <a:solidFill>
                    <a:srgbClr val="000000"/>
                  </a:solidFill>
                  <a:latin typeface="Arial"/>
                  <a:ea typeface="Arial"/>
                  <a:cs typeface="Arial"/>
                </a:defRPr>
              </a:lvl5pPr>
              <a:lvl6pPr algn="r">
                <a:defRPr sz="1125" b="0">
                  <a:solidFill>
                    <a:srgbClr val="000000"/>
                  </a:solidFill>
                  <a:latin typeface="Arial"/>
                  <a:ea typeface="Arial"/>
                  <a:cs typeface="Arial"/>
                </a:defRPr>
              </a:lvl6pPr>
              <a:lvl7pPr algn="r">
                <a:defRPr sz="1125" b="0">
                  <a:solidFill>
                    <a:srgbClr val="000000"/>
                  </a:solidFill>
                  <a:latin typeface="Arial"/>
                  <a:ea typeface="Arial"/>
                  <a:cs typeface="Arial"/>
                </a:defRPr>
              </a:lvl7pPr>
              <a:lvl8pPr algn="r">
                <a:defRPr sz="1125" b="0">
                  <a:solidFill>
                    <a:srgbClr val="000000"/>
                  </a:solidFill>
                  <a:latin typeface="Arial"/>
                  <a:ea typeface="Arial"/>
                  <a:cs typeface="Arial"/>
                </a:defRPr>
              </a:lvl8pPr>
              <a:lvl9pPr algn="r">
                <a:defRPr sz="1125" b="0">
                  <a:solidFill>
                    <a:srgbClr val="000000"/>
                  </a:solidFill>
                  <a:latin typeface="Arial"/>
                  <a:ea typeface="Arial"/>
                  <a:cs typeface="Arial"/>
                </a:defRPr>
              </a:lvl9pPr>
            </a:lstStyle>
            <a:p>
              <a:pPr algn="r">
                <a:defRPr sz="1125" b="0">
                  <a:solidFill>
                    <a:srgbClr val="000000"/>
                  </a:solidFill>
                  <a:latin typeface="Arial"/>
                  <a:ea typeface="Arial"/>
                  <a:cs typeface="Arial"/>
                </a:defRPr>
              </a:pPr>
              <a:r>
                <a:rPr sz="1125" b="0">
                  <a:solidFill>
                    <a:srgbClr val="000000"/>
                  </a:solidFill>
                  <a:latin typeface="Arial"/>
                  <a:ea typeface="Arial"/>
                  <a:cs typeface="Arial"/>
                </a:rPr>
                <a:t>Time</a:t>
              </a:r>
            </a:p>
          </p:txBody>
        </p:sp>
        <p:sp>
          <p:nvSpPr>
            <p:cNvPr id="13" name="a_reference_axis">
              <a:extLst>
                <a:ext uri="{FF2B5EF4-FFF2-40B4-BE49-F238E27FC236}">
                  <ns2:creationId id="{0A839A38-204A-4BE6-BC24-5315470B6DA5}"/>
                </a:ext>
              </a:extLst>
            </p:cNvPr>
            <p:cNvSpPr>
              <a:spLocks noGrp="1"/>
            </p:cNvSpPr>
            <p:nvPr/>
          </p:nvSpPr>
          <p:spPr>
            <a:xfrm rot="0">
              <a:off x="9525" y="990600"/>
              <a:ext cx="228600" cy="1952625"/>
            </a:xfrm>
            <a:prstGeom prst="rect">
              <a:avLst/>
            </a:prstGeom>
            <a:noFill/>
            <a:ln w="0">
              <a:noFill/>
              <a:prstDash val="solid"/>
            </a:ln>
          </p:spPr>
          <p:txBody>
            <a:bodyPr wrap="none" lIns="0" tIns="0" rIns="0" bIns="0" anchor="ctr" vert="vert270">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Reference position along d</a:t>
              </a:r>
            </a:p>
          </p:txBody>
        </p:sp>
        <p:sp>
          <p:nvSpPr>
            <p:cNvPr id="14" name="line_012">
              <a:extLst>
                <a:ext uri="{FF2B5EF4-FFF2-40B4-BE49-F238E27FC236}">
                  <ns2:creationId id="{D94D9784-7D21-4182-A527-AE3F5B61B870}"/>
                </a:ext>
              </a:extLst>
            </p:cNvPr>
            <p:cNvSpPr>
              <a:spLocks noGrp="1"/>
            </p:cNvSpPr>
            <p:nvPr/>
          </p:nvSpPr>
          <p:spPr>
            <a:xfrm>
              <a:off x="388317" y="3314700"/>
              <a:ext cx="95" cy="60960"/>
            </a:xfrm>
            <a:custGeom>
              <a:pathLst>
                <a:path w="95" h="60960">
                  <a:moveTo>
                    <a:pt x="0" y="0"/>
                  </a:moveTo>
                  <a:lnTo>
                    <a:pt x="0" y="60960"/>
                  </a:lnTo>
                </a:path>
              </a:pathLst>
            </a:custGeom>
            <a:noFill/>
            <a:ln w="7715">
              <a:solidFill>
                <a:srgbClr val="000000"/>
              </a:solidFill>
              <a:prstDash val="solid"/>
            </a:ln>
          </p:spPr>
        </p:sp>
        <p:sp>
          <p:nvSpPr>
            <p:cNvPr id="15" name="text_013">
              <a:extLst>
                <a:ext uri="{FF2B5EF4-FFF2-40B4-BE49-F238E27FC236}">
                  <ns2:creationId id="{DD56E1BE-CABF-44DE-B5AC-D0B6DB3E8552}"/>
                </a:ext>
              </a:extLst>
            </p:cNvPr>
            <p:cNvSpPr>
              <a:spLocks noGrp="1"/>
            </p:cNvSpPr>
            <p:nvPr/>
          </p:nvSpPr>
          <p:spPr>
            <a:xfrm rot="0">
              <a:off x="179719" y="3390900"/>
              <a:ext cx="417195" cy="167640"/>
            </a:xfrm>
            <a:prstGeom prst="rect">
              <a:avLst/>
            </a:prstGeom>
            <a:noFill/>
            <a:ln w="0">
              <a:noFill/>
              <a:prstDash val="solid"/>
            </a:ln>
          </p:spPr>
          <p:txBody>
            <a:bodyPr wrap="none" lIns="0" tIns="0" rIns="0" bIns="0" anchor="t">
              <a:noAutofit/>
            </a:bodyPr>
            <a:lstStyle>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a:pPr algn="ctr">
                <a:defRPr sz="1125" b="0">
                  <a:solidFill>
                    <a:srgbClr val="000000"/>
                  </a:solidFill>
                  <a:latin typeface="Arial"/>
                  <a:ea typeface="Arial"/>
                  <a:cs typeface="Arial"/>
                </a:defRPr>
              </a:pPr>
              <a:r>
                <a:rPr sz="1125" b="0">
                  <a:solidFill>
                    <a:srgbClr val="000000"/>
                  </a:solidFill>
                  <a:latin typeface="Arial"/>
                  <a:ea typeface="Arial"/>
                  <a:cs typeface="Arial"/>
                </a:rPr>
                <a:t>1 Dec</a:t>
              </a:r>
            </a:p>
          </p:txBody>
        </p:sp>
        <p:sp>
          <p:nvSpPr>
            <p:cNvPr id="16" name="line_014">
              <a:extLst>
                <a:ext uri="{FF2B5EF4-FFF2-40B4-BE49-F238E27FC236}">
                  <ns2:creationId id="{9D17FA7E-806A-4A50-ADCC-7DDD99B9ECCD}"/>
                </a:ext>
              </a:extLst>
            </p:cNvPr>
            <p:cNvSpPr>
              <a:spLocks noGrp="1"/>
            </p:cNvSpPr>
            <p:nvPr/>
          </p:nvSpPr>
          <p:spPr>
            <a:xfrm>
              <a:off x="2366628" y="3314700"/>
              <a:ext cx="95" cy="60960"/>
            </a:xfrm>
            <a:custGeom>
              <a:pathLst>
                <a:path w="95" h="60960">
                  <a:moveTo>
                    <a:pt x="0" y="0"/>
                  </a:moveTo>
                  <a:lnTo>
                    <a:pt x="0" y="60960"/>
                  </a:lnTo>
                </a:path>
              </a:pathLst>
            </a:custGeom>
            <a:noFill/>
            <a:ln w="7715">
              <a:solidFill>
                <a:srgbClr val="000000"/>
              </a:solidFill>
              <a:prstDash val="solid"/>
            </a:ln>
          </p:spPr>
        </p:sp>
        <p:sp>
          <p:nvSpPr>
            <p:cNvPr id="17" name="text_015">
              <a:extLst>
                <a:ext uri="{FF2B5EF4-FFF2-40B4-BE49-F238E27FC236}">
                  <ns2:creationId id="{720BAF90-A750-4EF1-96D0-5A483ADE3F4C}"/>
                </a:ext>
              </a:extLst>
            </p:cNvPr>
            <p:cNvSpPr>
              <a:spLocks noGrp="1"/>
            </p:cNvSpPr>
            <p:nvPr/>
          </p:nvSpPr>
          <p:spPr>
            <a:xfrm rot="0">
              <a:off x="2158031" y="3390900"/>
              <a:ext cx="417195" cy="167640"/>
            </a:xfrm>
            <a:prstGeom prst="rect">
              <a:avLst/>
            </a:prstGeom>
            <a:noFill/>
            <a:ln w="0">
              <a:noFill/>
              <a:prstDash val="solid"/>
            </a:ln>
          </p:spPr>
          <p:txBody>
            <a:bodyPr wrap="none" lIns="0" tIns="0" rIns="0" bIns="0" anchor="t">
              <a:noAutofit/>
            </a:bodyPr>
            <a:lstStyle>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a:pPr algn="ctr">
                <a:defRPr sz="1125" b="0">
                  <a:solidFill>
                    <a:srgbClr val="000000"/>
                  </a:solidFill>
                  <a:latin typeface="Arial"/>
                  <a:ea typeface="Arial"/>
                  <a:cs typeface="Arial"/>
                </a:defRPr>
              </a:pPr>
              <a:r>
                <a:rPr sz="1125" b="0">
                  <a:solidFill>
                    <a:srgbClr val="000000"/>
                  </a:solidFill>
                  <a:latin typeface="Arial"/>
                  <a:ea typeface="Arial"/>
                  <a:cs typeface="Arial"/>
                </a:rPr>
                <a:t>8 Dec</a:t>
              </a:r>
            </a:p>
          </p:txBody>
        </p:sp>
        <p:sp>
          <p:nvSpPr>
            <p:cNvPr id="18" name="line_016">
              <a:extLst>
                <a:ext uri="{FF2B5EF4-FFF2-40B4-BE49-F238E27FC236}">
                  <ns2:creationId id="{1934C197-1D40-4E58-B144-08F804E94E20}"/>
                </a:ext>
              </a:extLst>
            </p:cNvPr>
            <p:cNvSpPr>
              <a:spLocks noGrp="1"/>
            </p:cNvSpPr>
            <p:nvPr/>
          </p:nvSpPr>
          <p:spPr>
            <a:xfrm>
              <a:off x="4344940" y="3314700"/>
              <a:ext cx="95" cy="60960"/>
            </a:xfrm>
            <a:custGeom>
              <a:pathLst>
                <a:path w="95" h="60960">
                  <a:moveTo>
                    <a:pt x="0" y="0"/>
                  </a:moveTo>
                  <a:lnTo>
                    <a:pt x="0" y="60960"/>
                  </a:lnTo>
                </a:path>
              </a:pathLst>
            </a:custGeom>
            <a:noFill/>
            <a:ln w="7715">
              <a:solidFill>
                <a:srgbClr val="000000"/>
              </a:solidFill>
              <a:prstDash val="solid"/>
            </a:ln>
          </p:spPr>
        </p:sp>
        <p:sp>
          <p:nvSpPr>
            <p:cNvPr id="19" name="text_017">
              <a:extLst>
                <a:ext uri="{FF2B5EF4-FFF2-40B4-BE49-F238E27FC236}">
                  <ns2:creationId id="{C85AFF0B-710F-4F7F-980A-12D11034F3CB}"/>
                </a:ext>
              </a:extLst>
            </p:cNvPr>
            <p:cNvSpPr>
              <a:spLocks noGrp="1"/>
            </p:cNvSpPr>
            <p:nvPr/>
          </p:nvSpPr>
          <p:spPr>
            <a:xfrm rot="0">
              <a:off x="4136343" y="3390900"/>
              <a:ext cx="417195" cy="167640"/>
            </a:xfrm>
            <a:prstGeom prst="rect">
              <a:avLst/>
            </a:prstGeom>
            <a:noFill/>
            <a:ln w="0">
              <a:noFill/>
              <a:prstDash val="solid"/>
            </a:ln>
          </p:spPr>
          <p:txBody>
            <a:bodyPr wrap="none" lIns="0" tIns="0" rIns="0" bIns="0" anchor="t">
              <a:noAutofit/>
            </a:bodyPr>
            <a:lstStyle>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a:pPr algn="ctr">
                <a:defRPr sz="1125" b="0">
                  <a:solidFill>
                    <a:srgbClr val="000000"/>
                  </a:solidFill>
                  <a:latin typeface="Arial"/>
                  <a:ea typeface="Arial"/>
                  <a:cs typeface="Arial"/>
                </a:defRPr>
              </a:pPr>
              <a:r>
                <a:rPr sz="1125" b="0">
                  <a:solidFill>
                    <a:srgbClr val="000000"/>
                  </a:solidFill>
                  <a:latin typeface="Arial"/>
                  <a:ea typeface="Arial"/>
                  <a:cs typeface="Arial"/>
                </a:rPr>
                <a:t>15 Dec</a:t>
              </a:r>
            </a:p>
          </p:txBody>
        </p:sp>
        <p:sp>
          <p:nvSpPr>
            <p:cNvPr id="20" name="line_018">
              <a:extLst>
                <a:ext uri="{FF2B5EF4-FFF2-40B4-BE49-F238E27FC236}">
                  <ns2:creationId id="{2CD8E7BC-EDB1-454A-8043-5A213F620C31}"/>
                </a:ext>
              </a:extLst>
            </p:cNvPr>
            <p:cNvSpPr>
              <a:spLocks noGrp="1"/>
            </p:cNvSpPr>
            <p:nvPr/>
          </p:nvSpPr>
          <p:spPr>
            <a:xfrm>
              <a:off x="6323252" y="3314700"/>
              <a:ext cx="95" cy="60960"/>
            </a:xfrm>
            <a:custGeom>
              <a:pathLst>
                <a:path w="95" h="60960">
                  <a:moveTo>
                    <a:pt x="0" y="0"/>
                  </a:moveTo>
                  <a:lnTo>
                    <a:pt x="0" y="60960"/>
                  </a:lnTo>
                </a:path>
              </a:pathLst>
            </a:custGeom>
            <a:noFill/>
            <a:ln w="7715">
              <a:solidFill>
                <a:srgbClr val="000000"/>
              </a:solidFill>
              <a:prstDash val="solid"/>
            </a:ln>
          </p:spPr>
        </p:sp>
        <p:sp>
          <p:nvSpPr>
            <p:cNvPr id="21" name="text_019">
              <a:extLst>
                <a:ext uri="{FF2B5EF4-FFF2-40B4-BE49-F238E27FC236}">
                  <ns2:creationId id="{B14F748D-6C51-483A-BCFE-9C30DB79913F}"/>
                </a:ext>
              </a:extLst>
            </p:cNvPr>
            <p:cNvSpPr>
              <a:spLocks noGrp="1"/>
            </p:cNvSpPr>
            <p:nvPr/>
          </p:nvSpPr>
          <p:spPr>
            <a:xfrm rot="0">
              <a:off x="6114654" y="3390900"/>
              <a:ext cx="417195" cy="167640"/>
            </a:xfrm>
            <a:prstGeom prst="rect">
              <a:avLst/>
            </a:prstGeom>
            <a:noFill/>
            <a:ln w="0">
              <a:noFill/>
              <a:prstDash val="solid"/>
            </a:ln>
          </p:spPr>
          <p:txBody>
            <a:bodyPr wrap="none" lIns="0" tIns="0" rIns="0" bIns="0" anchor="t">
              <a:noAutofit/>
            </a:bodyPr>
            <a:lstStyle>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a:pPr algn="ctr">
                <a:defRPr sz="1125" b="0">
                  <a:solidFill>
                    <a:srgbClr val="000000"/>
                  </a:solidFill>
                  <a:latin typeface="Arial"/>
                  <a:ea typeface="Arial"/>
                  <a:cs typeface="Arial"/>
                </a:defRPr>
              </a:pPr>
              <a:r>
                <a:rPr sz="1125" b="0">
                  <a:solidFill>
                    <a:srgbClr val="000000"/>
                  </a:solidFill>
                  <a:latin typeface="Arial"/>
                  <a:ea typeface="Arial"/>
                  <a:cs typeface="Arial"/>
                </a:rPr>
                <a:t>22 Dec</a:t>
              </a:r>
            </a:p>
          </p:txBody>
        </p:sp>
        <p:sp>
          <p:nvSpPr>
            <p:cNvPr id="22" name="line_020">
              <a:extLst>
                <a:ext uri="{FF2B5EF4-FFF2-40B4-BE49-F238E27FC236}">
                  <ns2:creationId id="{9038FBD8-4C5E-433E-A7EF-3D90941EDB08}"/>
                </a:ext>
              </a:extLst>
            </p:cNvPr>
            <p:cNvSpPr>
              <a:spLocks noGrp="1"/>
            </p:cNvSpPr>
            <p:nvPr/>
          </p:nvSpPr>
          <p:spPr>
            <a:xfrm>
              <a:off x="8866796" y="3314700"/>
              <a:ext cx="95" cy="60960"/>
            </a:xfrm>
            <a:custGeom>
              <a:pathLst>
                <a:path w="95" h="60960">
                  <a:moveTo>
                    <a:pt x="0" y="0"/>
                  </a:moveTo>
                  <a:lnTo>
                    <a:pt x="0" y="60960"/>
                  </a:lnTo>
                </a:path>
              </a:pathLst>
            </a:custGeom>
            <a:noFill/>
            <a:ln w="7715">
              <a:solidFill>
                <a:srgbClr val="000000"/>
              </a:solidFill>
              <a:prstDash val="solid"/>
            </a:ln>
          </p:spPr>
        </p:sp>
        <p:sp>
          <p:nvSpPr>
            <p:cNvPr id="23" name="text_021">
              <a:extLst>
                <a:ext uri="{FF2B5EF4-FFF2-40B4-BE49-F238E27FC236}">
                  <ns2:creationId id="{04FFFB15-12C7-4169-A3AB-E4B60F2074DE}"/>
                </a:ext>
              </a:extLst>
            </p:cNvPr>
            <p:cNvSpPr>
              <a:spLocks noGrp="1"/>
            </p:cNvSpPr>
            <p:nvPr/>
          </p:nvSpPr>
          <p:spPr>
            <a:xfrm rot="0">
              <a:off x="8658198" y="3390900"/>
              <a:ext cx="417195" cy="167640"/>
            </a:xfrm>
            <a:prstGeom prst="rect">
              <a:avLst/>
            </a:prstGeom>
            <a:noFill/>
            <a:ln w="0">
              <a:noFill/>
              <a:prstDash val="solid"/>
            </a:ln>
          </p:spPr>
          <p:txBody>
            <a:bodyPr wrap="none" lIns="0" tIns="0" rIns="0" bIns="0" anchor="t">
              <a:noAutofit/>
            </a:bodyPr>
            <a:lstStyle>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a:pPr algn="ctr">
                <a:defRPr sz="1125" b="0">
                  <a:solidFill>
                    <a:srgbClr val="000000"/>
                  </a:solidFill>
                  <a:latin typeface="Arial"/>
                  <a:ea typeface="Arial"/>
                  <a:cs typeface="Arial"/>
                </a:defRPr>
              </a:pPr>
              <a:r>
                <a:rPr sz="1125" b="0">
                  <a:solidFill>
                    <a:srgbClr val="000000"/>
                  </a:solidFill>
                  <a:latin typeface="Arial"/>
                  <a:ea typeface="Arial"/>
                  <a:cs typeface="Arial"/>
                </a:rPr>
                <a:t>31 Dec</a:t>
              </a:r>
            </a:p>
          </p:txBody>
        </p:sp>
        <p:sp>
          <p:nvSpPr>
            <p:cNvPr id="24" name="a_pressure_legend">
              <a:extLst>
                <a:ext uri="{FF2B5EF4-FFF2-40B4-BE49-F238E27FC236}">
                  <ns2:creationId id="{3C45D391-EC2A-4C1A-BE0D-25A481B7A31A}"/>
                </a:ext>
              </a:extLst>
            </p:cNvPr>
            <p:cNvSpPr>
              <a:spLocks noGrp="1"/>
            </p:cNvSpPr>
            <p:nvPr/>
          </p:nvSpPr>
          <p:spPr>
            <a:xfrm rot="0">
              <a:off x="493681" y="434340"/>
              <a:ext cx="1668780" cy="541020"/>
            </a:xfrm>
            <a:prstGeom prst="roundRect">
              <a:avLst>
                <a:gd name="adj" fmla="val 14085"/>
              </a:avLst>
            </a:prstGeom>
            <a:solidFill>
              <a:srgbClr val="FFFFFF">
                <a:alpha val="85000"/>
              </a:srgbClr>
            </a:solidFill>
            <a:ln w="6858">
              <a:solidFill>
                <a:srgbClr val="000000"/>
              </a:solidFill>
              <a:prstDash val="solid"/>
            </a:ln>
          </p:spPr>
        </p:sp>
        <p:sp>
          <p:nvSpPr>
            <p:cNvPr id="25" name="text_023">
              <a:extLst>
                <a:ext uri="{FF2B5EF4-FFF2-40B4-BE49-F238E27FC236}">
                  <ns2:creationId id="{04C3210D-BE17-4BD8-9166-51B2AB2EA680}"/>
                </a:ext>
              </a:extLst>
            </p:cNvPr>
            <p:cNvSpPr>
              <a:spLocks noGrp="1"/>
            </p:cNvSpPr>
            <p:nvPr/>
          </p:nvSpPr>
          <p:spPr>
            <a:xfrm rot="0">
              <a:off x="584073" y="480060"/>
              <a:ext cx="1494949" cy="175260"/>
            </a:xfrm>
            <a:prstGeom prst="rect">
              <a:avLst/>
            </a:prstGeom>
            <a:noFill/>
            <a:ln w="0">
              <a:noFill/>
              <a:prstDash val="solid"/>
            </a:ln>
          </p:spPr>
          <p:txBody>
            <a:bodyPr wrap="none" lIns="0" tIns="0" rIns="0" bIns="0" anchor="t">
              <a:noAutofit/>
            </a:bodyPr>
            <a:lstStyle>
              <a:defPPr algn="l">
                <a:defRPr sz="1200" b="0">
                  <a:solidFill>
                    <a:srgbClr val="000000"/>
                  </a:solidFill>
                  <a:latin typeface="Arial"/>
                  <a:ea typeface="Arial"/>
                  <a:cs typeface="Arial"/>
                </a:defRPr>
              </a:defPPr>
              <a:lvl1pPr algn="l">
                <a:defRPr sz="1200" b="0">
                  <a:solidFill>
                    <a:srgbClr val="000000"/>
                  </a:solidFill>
                  <a:latin typeface="Arial"/>
                  <a:ea typeface="Arial"/>
                  <a:cs typeface="Arial"/>
                </a:defRPr>
              </a:lvl1pPr>
              <a:lvl2pPr algn="l">
                <a:defRPr sz="1200" b="0">
                  <a:solidFill>
                    <a:srgbClr val="000000"/>
                  </a:solidFill>
                  <a:latin typeface="Arial"/>
                  <a:ea typeface="Arial"/>
                  <a:cs typeface="Arial"/>
                </a:defRPr>
              </a:lvl2pPr>
              <a:lvl3pPr algn="l">
                <a:defRPr sz="1200" b="0">
                  <a:solidFill>
                    <a:srgbClr val="000000"/>
                  </a:solidFill>
                  <a:latin typeface="Arial"/>
                  <a:ea typeface="Arial"/>
                  <a:cs typeface="Arial"/>
                </a:defRPr>
              </a:lvl3pPr>
              <a:lvl4pPr algn="l">
                <a:defRPr sz="1200" b="0">
                  <a:solidFill>
                    <a:srgbClr val="000000"/>
                  </a:solidFill>
                  <a:latin typeface="Arial"/>
                  <a:ea typeface="Arial"/>
                  <a:cs typeface="Arial"/>
                </a:defRPr>
              </a:lvl4pPr>
              <a:lvl5pPr algn="l">
                <a:defRPr sz="1200" b="0">
                  <a:solidFill>
                    <a:srgbClr val="000000"/>
                  </a:solidFill>
                  <a:latin typeface="Arial"/>
                  <a:ea typeface="Arial"/>
                  <a:cs typeface="Arial"/>
                </a:defRPr>
              </a:lvl5pPr>
              <a:lvl6pPr algn="l">
                <a:defRPr sz="1200" b="0">
                  <a:solidFill>
                    <a:srgbClr val="000000"/>
                  </a:solidFill>
                  <a:latin typeface="Arial"/>
                  <a:ea typeface="Arial"/>
                  <a:cs typeface="Arial"/>
                </a:defRPr>
              </a:lvl6pPr>
              <a:lvl7pPr algn="l">
                <a:defRPr sz="1200" b="0">
                  <a:solidFill>
                    <a:srgbClr val="000000"/>
                  </a:solidFill>
                  <a:latin typeface="Arial"/>
                  <a:ea typeface="Arial"/>
                  <a:cs typeface="Arial"/>
                </a:defRPr>
              </a:lvl7pPr>
              <a:lvl8pPr algn="l">
                <a:defRPr sz="1200" b="0">
                  <a:solidFill>
                    <a:srgbClr val="000000"/>
                  </a:solidFill>
                  <a:latin typeface="Arial"/>
                  <a:ea typeface="Arial"/>
                  <a:cs typeface="Arial"/>
                </a:defRPr>
              </a:lvl8pPr>
              <a:lvl9pPr algn="l">
                <a:defRPr sz="1200" b="0">
                  <a:solidFill>
                    <a:srgbClr val="000000"/>
                  </a:solidFill>
                  <a:latin typeface="Arial"/>
                  <a:ea typeface="Arial"/>
                  <a:cs typeface="Arial"/>
                </a:defRPr>
              </a:lvl9pPr>
            </a:lstStyle>
            <a:p>
              <a:pPr algn="l">
                <a:defRPr sz="1200" b="0">
                  <a:solidFill>
                    <a:srgbClr val="000000"/>
                  </a:solidFill>
                  <a:latin typeface="Arial"/>
                  <a:ea typeface="Arial"/>
                  <a:cs typeface="Arial"/>
                </a:defRPr>
              </a:pPr>
              <a:r>
                <a:rPr sz="1200" b="0">
                  <a:solidFill>
                    <a:srgbClr val="000000"/>
                  </a:solidFill>
                  <a:latin typeface="Arial"/>
                  <a:ea typeface="Arial"/>
                  <a:cs typeface="Arial"/>
                </a:rPr>
                <a:t>MSLP anomaly [hPa]</a:t>
              </a:r>
            </a:p>
          </p:txBody>
        </p:sp>
        <p:pic>
          <p:nvPicPr>
            <p:cNvPr id="26" name="">
              <a:extLst>
                <a:ext uri="{FF2B5EF4-FFF2-40B4-BE49-F238E27FC236}">
                  <ns2:creationId id="{3D662A5C-9D41-41F7-9BB0-EC0AD01895B4}"/>
                </a:ext>
              </a:extLst>
            </p:cNvPr>
            <p:cNvPicPr>
              <a:picLocks noChangeAspect="1"/>
            </p:cNvPicPr>
            <p:nvPr/>
          </p:nvPicPr>
          <p:blipFill>
            <a:blip r:embed="R40527520ab964fed"/>
            <a:stretch/>
          </p:blipFill>
          <p:spPr>
            <a:xfrm>
              <a:off x="591026" y="701040"/>
              <a:ext cx="1460182" cy="68580"/>
            </a:xfrm>
            <a:prstGeom prst="rect">
              <a:avLst/>
            </a:prstGeom>
          </p:spPr>
        </p:pic>
        <p:sp>
          <p:nvSpPr>
            <p:cNvPr id="27" name="text_025">
              <a:extLst>
                <a:ext uri="{FF2B5EF4-FFF2-40B4-BE49-F238E27FC236}">
                  <ns2:creationId id="{5231693F-2C00-4A86-8100-C6A8E96301BB}"/>
                </a:ext>
              </a:extLst>
            </p:cNvPr>
            <p:cNvSpPr>
              <a:spLocks noGrp="1"/>
            </p:cNvSpPr>
            <p:nvPr/>
          </p:nvSpPr>
          <p:spPr>
            <a:xfrm rot="0">
              <a:off x="500634" y="777240"/>
              <a:ext cx="194691" cy="152400"/>
            </a:xfrm>
            <a:prstGeom prst="rect">
              <a:avLst/>
            </a:prstGeom>
            <a:noFill/>
            <a:ln w="0">
              <a:noFill/>
              <a:prstDash val="solid"/>
            </a:ln>
          </p:spPr>
          <p:txBody>
            <a:bodyPr wrap="none" lIns="0" tIns="0" rIns="0" bIns="0" anchor="t">
              <a:noAutofit/>
            </a:bodyPr>
            <a:lstStyle>
              <a:defPPr algn="ctr">
                <a:defRPr sz="1050" b="0">
                  <a:solidFill>
                    <a:srgbClr val="000000"/>
                  </a:solidFill>
                  <a:latin typeface="Arial"/>
                  <a:ea typeface="Arial"/>
                  <a:cs typeface="Arial"/>
                </a:defRPr>
              </a:defPPr>
              <a:lvl1pPr algn="ctr">
                <a:defRPr sz="1050" b="0">
                  <a:solidFill>
                    <a:srgbClr val="000000"/>
                  </a:solidFill>
                  <a:latin typeface="Arial"/>
                  <a:ea typeface="Arial"/>
                  <a:cs typeface="Arial"/>
                </a:defRPr>
              </a:lvl1pPr>
              <a:lvl2pPr algn="ctr">
                <a:defRPr sz="1050" b="0">
                  <a:solidFill>
                    <a:srgbClr val="000000"/>
                  </a:solidFill>
                  <a:latin typeface="Arial"/>
                  <a:ea typeface="Arial"/>
                  <a:cs typeface="Arial"/>
                </a:defRPr>
              </a:lvl2pPr>
              <a:lvl3pPr algn="ctr">
                <a:defRPr sz="1050" b="0">
                  <a:solidFill>
                    <a:srgbClr val="000000"/>
                  </a:solidFill>
                  <a:latin typeface="Arial"/>
                  <a:ea typeface="Arial"/>
                  <a:cs typeface="Arial"/>
                </a:defRPr>
              </a:lvl3pPr>
              <a:lvl4pPr algn="ctr">
                <a:defRPr sz="1050" b="0">
                  <a:solidFill>
                    <a:srgbClr val="000000"/>
                  </a:solidFill>
                  <a:latin typeface="Arial"/>
                  <a:ea typeface="Arial"/>
                  <a:cs typeface="Arial"/>
                </a:defRPr>
              </a:lvl4pPr>
              <a:lvl5pPr algn="ctr">
                <a:defRPr sz="1050" b="0">
                  <a:solidFill>
                    <a:srgbClr val="000000"/>
                  </a:solidFill>
                  <a:latin typeface="Arial"/>
                  <a:ea typeface="Arial"/>
                  <a:cs typeface="Arial"/>
                </a:defRPr>
              </a:lvl5pPr>
              <a:lvl6pPr algn="ctr">
                <a:defRPr sz="1050" b="0">
                  <a:solidFill>
                    <a:srgbClr val="000000"/>
                  </a:solidFill>
                  <a:latin typeface="Arial"/>
                  <a:ea typeface="Arial"/>
                  <a:cs typeface="Arial"/>
                </a:defRPr>
              </a:lvl6pPr>
              <a:lvl7pPr algn="ctr">
                <a:defRPr sz="1050" b="0">
                  <a:solidFill>
                    <a:srgbClr val="000000"/>
                  </a:solidFill>
                  <a:latin typeface="Arial"/>
                  <a:ea typeface="Arial"/>
                  <a:cs typeface="Arial"/>
                </a:defRPr>
              </a:lvl7pPr>
              <a:lvl8pPr algn="ctr">
                <a:defRPr sz="1050" b="0">
                  <a:solidFill>
                    <a:srgbClr val="000000"/>
                  </a:solidFill>
                  <a:latin typeface="Arial"/>
                  <a:ea typeface="Arial"/>
                  <a:cs typeface="Arial"/>
                </a:defRPr>
              </a:lvl8pPr>
              <a:lvl9pPr algn="ctr">
                <a:defRPr sz="1050" b="0">
                  <a:solidFill>
                    <a:srgbClr val="000000"/>
                  </a:solidFill>
                  <a:latin typeface="Arial"/>
                  <a:ea typeface="Arial"/>
                  <a:cs typeface="Arial"/>
                </a:defRPr>
              </a:lvl9pPr>
            </a:lstStyle>
            <a:p>
              <a:pPr algn="ctr">
                <a:defRPr sz="1050" b="0">
                  <a:solidFill>
                    <a:srgbClr val="000000"/>
                  </a:solidFill>
                  <a:latin typeface="Arial"/>
                  <a:ea typeface="Arial"/>
                  <a:cs typeface="Arial"/>
                </a:defRPr>
              </a:pPr>
              <a:r>
                <a:rPr sz="1050" b="0">
                  <a:solidFill>
                    <a:srgbClr val="000000"/>
                  </a:solidFill>
                  <a:latin typeface="Arial"/>
                  <a:ea typeface="Arial"/>
                  <a:cs typeface="Arial"/>
                </a:rPr>
                <a:t>-35</a:t>
              </a:r>
            </a:p>
          </p:txBody>
        </p:sp>
        <p:sp>
          <p:nvSpPr>
            <p:cNvPr id="28" name="text_026">
              <a:extLst>
                <a:ext uri="{FF2B5EF4-FFF2-40B4-BE49-F238E27FC236}">
                  <ns2:creationId id="{95C96297-B0DB-4183-921C-1A94233A0D27}"/>
                </a:ext>
              </a:extLst>
            </p:cNvPr>
            <p:cNvSpPr>
              <a:spLocks noGrp="1"/>
            </p:cNvSpPr>
            <p:nvPr/>
          </p:nvSpPr>
          <p:spPr>
            <a:xfrm rot="0">
              <a:off x="1230725" y="777240"/>
              <a:ext cx="194691" cy="152400"/>
            </a:xfrm>
            <a:prstGeom prst="rect">
              <a:avLst/>
            </a:prstGeom>
            <a:noFill/>
            <a:ln w="0">
              <a:noFill/>
              <a:prstDash val="solid"/>
            </a:ln>
          </p:spPr>
          <p:txBody>
            <a:bodyPr wrap="none" lIns="0" tIns="0" rIns="0" bIns="0" anchor="t">
              <a:noAutofit/>
            </a:bodyPr>
            <a:lstStyle>
              <a:defPPr algn="ctr">
                <a:defRPr sz="1050" b="0">
                  <a:solidFill>
                    <a:srgbClr val="000000"/>
                  </a:solidFill>
                  <a:latin typeface="Arial"/>
                  <a:ea typeface="Arial"/>
                  <a:cs typeface="Arial"/>
                </a:defRPr>
              </a:defPPr>
              <a:lvl1pPr algn="ctr">
                <a:defRPr sz="1050" b="0">
                  <a:solidFill>
                    <a:srgbClr val="000000"/>
                  </a:solidFill>
                  <a:latin typeface="Arial"/>
                  <a:ea typeface="Arial"/>
                  <a:cs typeface="Arial"/>
                </a:defRPr>
              </a:lvl1pPr>
              <a:lvl2pPr algn="ctr">
                <a:defRPr sz="1050" b="0">
                  <a:solidFill>
                    <a:srgbClr val="000000"/>
                  </a:solidFill>
                  <a:latin typeface="Arial"/>
                  <a:ea typeface="Arial"/>
                  <a:cs typeface="Arial"/>
                </a:defRPr>
              </a:lvl2pPr>
              <a:lvl3pPr algn="ctr">
                <a:defRPr sz="1050" b="0">
                  <a:solidFill>
                    <a:srgbClr val="000000"/>
                  </a:solidFill>
                  <a:latin typeface="Arial"/>
                  <a:ea typeface="Arial"/>
                  <a:cs typeface="Arial"/>
                </a:defRPr>
              </a:lvl3pPr>
              <a:lvl4pPr algn="ctr">
                <a:defRPr sz="1050" b="0">
                  <a:solidFill>
                    <a:srgbClr val="000000"/>
                  </a:solidFill>
                  <a:latin typeface="Arial"/>
                  <a:ea typeface="Arial"/>
                  <a:cs typeface="Arial"/>
                </a:defRPr>
              </a:lvl4pPr>
              <a:lvl5pPr algn="ctr">
                <a:defRPr sz="1050" b="0">
                  <a:solidFill>
                    <a:srgbClr val="000000"/>
                  </a:solidFill>
                  <a:latin typeface="Arial"/>
                  <a:ea typeface="Arial"/>
                  <a:cs typeface="Arial"/>
                </a:defRPr>
              </a:lvl5pPr>
              <a:lvl6pPr algn="ctr">
                <a:defRPr sz="1050" b="0">
                  <a:solidFill>
                    <a:srgbClr val="000000"/>
                  </a:solidFill>
                  <a:latin typeface="Arial"/>
                  <a:ea typeface="Arial"/>
                  <a:cs typeface="Arial"/>
                </a:defRPr>
              </a:lvl6pPr>
              <a:lvl7pPr algn="ctr">
                <a:defRPr sz="1050" b="0">
                  <a:solidFill>
                    <a:srgbClr val="000000"/>
                  </a:solidFill>
                  <a:latin typeface="Arial"/>
                  <a:ea typeface="Arial"/>
                  <a:cs typeface="Arial"/>
                </a:defRPr>
              </a:lvl7pPr>
              <a:lvl8pPr algn="ctr">
                <a:defRPr sz="1050" b="0">
                  <a:solidFill>
                    <a:srgbClr val="000000"/>
                  </a:solidFill>
                  <a:latin typeface="Arial"/>
                  <a:ea typeface="Arial"/>
                  <a:cs typeface="Arial"/>
                </a:defRPr>
              </a:lvl8pPr>
              <a:lvl9pPr algn="ctr">
                <a:defRPr sz="1050" b="0">
                  <a:solidFill>
                    <a:srgbClr val="000000"/>
                  </a:solidFill>
                  <a:latin typeface="Arial"/>
                  <a:ea typeface="Arial"/>
                  <a:cs typeface="Arial"/>
                </a:defRPr>
              </a:lvl9pPr>
            </a:lstStyle>
            <a:p>
              <a:pPr algn="ctr">
                <a:defRPr sz="1050" b="0">
                  <a:solidFill>
                    <a:srgbClr val="000000"/>
                  </a:solidFill>
                  <a:latin typeface="Arial"/>
                  <a:ea typeface="Arial"/>
                  <a:cs typeface="Arial"/>
                </a:defRPr>
              </a:pPr>
              <a:r>
                <a:rPr sz="1050" b="0">
                  <a:solidFill>
                    <a:srgbClr val="000000"/>
                  </a:solidFill>
                  <a:latin typeface="Arial"/>
                  <a:ea typeface="Arial"/>
                  <a:cs typeface="Arial"/>
                </a:rPr>
                <a:t>0</a:t>
              </a:r>
            </a:p>
          </p:txBody>
        </p:sp>
        <p:sp>
          <p:nvSpPr>
            <p:cNvPr id="29" name="text_027">
              <a:extLst>
                <a:ext uri="{FF2B5EF4-FFF2-40B4-BE49-F238E27FC236}">
                  <ns2:creationId id="{8677A8E2-F5B3-4E73-9355-7215C155999E}"/>
                </a:ext>
              </a:extLst>
            </p:cNvPr>
            <p:cNvSpPr>
              <a:spLocks noGrp="1"/>
            </p:cNvSpPr>
            <p:nvPr/>
          </p:nvSpPr>
          <p:spPr>
            <a:xfrm rot="0">
              <a:off x="1891284" y="777240"/>
              <a:ext cx="194691" cy="152400"/>
            </a:xfrm>
            <a:prstGeom prst="rect">
              <a:avLst/>
            </a:prstGeom>
            <a:noFill/>
            <a:ln w="0">
              <a:noFill/>
              <a:prstDash val="solid"/>
            </a:ln>
          </p:spPr>
          <p:txBody>
            <a:bodyPr wrap="none" lIns="0" tIns="0" rIns="0" bIns="0" anchor="t">
              <a:noAutofit/>
            </a:bodyPr>
            <a:lstStyle>
              <a:defPPr algn="ctr">
                <a:defRPr sz="1050" b="0">
                  <a:solidFill>
                    <a:srgbClr val="000000"/>
                  </a:solidFill>
                  <a:latin typeface="Arial"/>
                  <a:ea typeface="Arial"/>
                  <a:cs typeface="Arial"/>
                </a:defRPr>
              </a:defPPr>
              <a:lvl1pPr algn="ctr">
                <a:defRPr sz="1050" b="0">
                  <a:solidFill>
                    <a:srgbClr val="000000"/>
                  </a:solidFill>
                  <a:latin typeface="Arial"/>
                  <a:ea typeface="Arial"/>
                  <a:cs typeface="Arial"/>
                </a:defRPr>
              </a:lvl1pPr>
              <a:lvl2pPr algn="ctr">
                <a:defRPr sz="1050" b="0">
                  <a:solidFill>
                    <a:srgbClr val="000000"/>
                  </a:solidFill>
                  <a:latin typeface="Arial"/>
                  <a:ea typeface="Arial"/>
                  <a:cs typeface="Arial"/>
                </a:defRPr>
              </a:lvl2pPr>
              <a:lvl3pPr algn="ctr">
                <a:defRPr sz="1050" b="0">
                  <a:solidFill>
                    <a:srgbClr val="000000"/>
                  </a:solidFill>
                  <a:latin typeface="Arial"/>
                  <a:ea typeface="Arial"/>
                  <a:cs typeface="Arial"/>
                </a:defRPr>
              </a:lvl3pPr>
              <a:lvl4pPr algn="ctr">
                <a:defRPr sz="1050" b="0">
                  <a:solidFill>
                    <a:srgbClr val="000000"/>
                  </a:solidFill>
                  <a:latin typeface="Arial"/>
                  <a:ea typeface="Arial"/>
                  <a:cs typeface="Arial"/>
                </a:defRPr>
              </a:lvl4pPr>
              <a:lvl5pPr algn="ctr">
                <a:defRPr sz="1050" b="0">
                  <a:solidFill>
                    <a:srgbClr val="000000"/>
                  </a:solidFill>
                  <a:latin typeface="Arial"/>
                  <a:ea typeface="Arial"/>
                  <a:cs typeface="Arial"/>
                </a:defRPr>
              </a:lvl5pPr>
              <a:lvl6pPr algn="ctr">
                <a:defRPr sz="1050" b="0">
                  <a:solidFill>
                    <a:srgbClr val="000000"/>
                  </a:solidFill>
                  <a:latin typeface="Arial"/>
                  <a:ea typeface="Arial"/>
                  <a:cs typeface="Arial"/>
                </a:defRPr>
              </a:lvl6pPr>
              <a:lvl7pPr algn="ctr">
                <a:defRPr sz="1050" b="0">
                  <a:solidFill>
                    <a:srgbClr val="000000"/>
                  </a:solidFill>
                  <a:latin typeface="Arial"/>
                  <a:ea typeface="Arial"/>
                  <a:cs typeface="Arial"/>
                </a:defRPr>
              </a:lvl7pPr>
              <a:lvl8pPr algn="ctr">
                <a:defRPr sz="1050" b="0">
                  <a:solidFill>
                    <a:srgbClr val="000000"/>
                  </a:solidFill>
                  <a:latin typeface="Arial"/>
                  <a:ea typeface="Arial"/>
                  <a:cs typeface="Arial"/>
                </a:defRPr>
              </a:lvl8pPr>
              <a:lvl9pPr algn="ctr">
                <a:defRPr sz="1050" b="0">
                  <a:solidFill>
                    <a:srgbClr val="000000"/>
                  </a:solidFill>
                  <a:latin typeface="Arial"/>
                  <a:ea typeface="Arial"/>
                  <a:cs typeface="Arial"/>
                </a:defRPr>
              </a:lvl9pPr>
            </a:lstStyle>
            <a:p>
              <a:pPr algn="ctr">
                <a:defRPr sz="1050" b="0">
                  <a:solidFill>
                    <a:srgbClr val="000000"/>
                  </a:solidFill>
                  <a:latin typeface="Arial"/>
                  <a:ea typeface="Arial"/>
                  <a:cs typeface="Arial"/>
                </a:defRPr>
              </a:pPr>
              <a:r>
                <a:rPr sz="1050" b="0">
                  <a:solidFill>
                    <a:srgbClr val="000000"/>
                  </a:solidFill>
                  <a:latin typeface="Arial"/>
                  <a:ea typeface="Arial"/>
                  <a:cs typeface="Arial"/>
                </a:rPr>
                <a:t>35</a:t>
              </a:r>
            </a:p>
          </p:txBody>
        </p:sp>
        <p:sp>
          <p:nvSpPr>
            <p:cNvPr id="30" name="a_event_guide_0">
              <a:extLst>
                <a:ext uri="{FF2B5EF4-FFF2-40B4-BE49-F238E27FC236}">
                  <ns2:creationId id="{944095C7-56E0-44C0-B64D-AD9669AA9425}"/>
                </a:ext>
              </a:extLst>
            </p:cNvPr>
            <p:cNvSpPr>
              <a:spLocks noGrp="1"/>
            </p:cNvSpPr>
            <p:nvPr/>
          </p:nvSpPr>
          <p:spPr>
            <a:xfrm>
              <a:off x="1165510" y="320040"/>
              <a:ext cx="95" cy="2971800"/>
            </a:xfrm>
            <a:custGeom>
              <a:pathLst>
                <a:path w="95" h="2971800">
                  <a:moveTo>
                    <a:pt x="0" y="0"/>
                  </a:moveTo>
                  <a:lnTo>
                    <a:pt x="0" y="2971800"/>
                  </a:lnTo>
                </a:path>
              </a:pathLst>
            </a:custGeom>
            <a:noFill/>
            <a:ln w="8573">
              <a:solidFill>
                <a:srgbClr val="000000"/>
              </a:solidFill>
              <a:prstDash val="dash"/>
            </a:ln>
          </p:spPr>
        </p:sp>
        <p:sp>
          <p:nvSpPr>
            <p:cNvPr id="31" name="a_event_box_0">
              <a:extLst>
                <a:ext uri="{FF2B5EF4-FFF2-40B4-BE49-F238E27FC236}">
                  <ns2:creationId id="{81730220-0084-4CAE-8AD7-C517E7BD4023}"/>
                </a:ext>
              </a:extLst>
            </p:cNvPr>
            <p:cNvSpPr>
              <a:spLocks noGrp="1"/>
            </p:cNvSpPr>
            <p:nvPr/>
          </p:nvSpPr>
          <p:spPr>
            <a:xfrm rot="0">
              <a:off x="869156" y="2240280"/>
              <a:ext cx="1119473" cy="228600"/>
            </a:xfrm>
            <a:prstGeom prst="roundRect">
              <a:avLst>
                <a:gd name="adj" fmla="val 33333"/>
              </a:avLst>
            </a:prstGeom>
            <a:solidFill>
              <a:srgbClr val="FFFFFF">
                <a:alpha val="88000"/>
              </a:srgbClr>
            </a:solidFill>
            <a:ln w="6858">
              <a:solidFill>
                <a:srgbClr val="000000"/>
              </a:solidFill>
              <a:prstDash val="solid"/>
            </a:ln>
          </p:spPr>
        </p:sp>
        <p:sp>
          <p:nvSpPr>
            <p:cNvPr id="32" name="text_030">
              <a:extLst>
                <a:ext uri="{FF2B5EF4-FFF2-40B4-BE49-F238E27FC236}">
                  <ns2:creationId id="{12F91A2C-0BB5-4978-95A6-69779907395B}"/>
                </a:ext>
              </a:extLst>
            </p:cNvPr>
            <p:cNvSpPr>
              <a:spLocks noGrp="1"/>
            </p:cNvSpPr>
            <p:nvPr/>
          </p:nvSpPr>
          <p:spPr>
            <a:xfrm rot="0">
              <a:off x="931735" y="2278380"/>
              <a:ext cx="994315" cy="190500"/>
            </a:xfrm>
            <a:prstGeom prst="rect">
              <a:avLst/>
            </a:prstGeom>
            <a:noFill/>
            <a:ln w="0">
              <a:noFill/>
              <a:prstDash val="solid"/>
            </a:ln>
          </p:spPr>
          <p:txBody>
            <a:bodyPr wrap="none" lIns="0" tIns="0" rIns="0" bIns="0" anchor="t">
              <a:noAutofit/>
            </a:bodyPr>
            <a:lstStyle>
              <a:defPPr algn="l">
                <a:defRPr sz="1125" b="0">
                  <a:solidFill>
                    <a:srgbClr val="000000"/>
                  </a:solidFill>
                  <a:latin typeface="Arial"/>
                  <a:ea typeface="Arial"/>
                  <a:cs typeface="Arial"/>
                </a:defRPr>
              </a:defPPr>
              <a:lvl1pPr algn="l">
                <a:defRPr sz="1125" b="0">
                  <a:solidFill>
                    <a:srgbClr val="000000"/>
                  </a:solidFill>
                  <a:latin typeface="Arial"/>
                  <a:ea typeface="Arial"/>
                  <a:cs typeface="Arial"/>
                </a:defRPr>
              </a:lvl1pPr>
              <a:lvl2pPr algn="l">
                <a:defRPr sz="1125" b="0">
                  <a:solidFill>
                    <a:srgbClr val="000000"/>
                  </a:solidFill>
                  <a:latin typeface="Arial"/>
                  <a:ea typeface="Arial"/>
                  <a:cs typeface="Arial"/>
                </a:defRPr>
              </a:lvl2pPr>
              <a:lvl3pPr algn="l">
                <a:defRPr sz="1125" b="0">
                  <a:solidFill>
                    <a:srgbClr val="000000"/>
                  </a:solidFill>
                  <a:latin typeface="Arial"/>
                  <a:ea typeface="Arial"/>
                  <a:cs typeface="Arial"/>
                </a:defRPr>
              </a:lvl3pPr>
              <a:lvl4pPr algn="l">
                <a:defRPr sz="1125" b="0">
                  <a:solidFill>
                    <a:srgbClr val="000000"/>
                  </a:solidFill>
                  <a:latin typeface="Arial"/>
                  <a:ea typeface="Arial"/>
                  <a:cs typeface="Arial"/>
                </a:defRPr>
              </a:lvl4pPr>
              <a:lvl5pPr algn="l">
                <a:defRPr sz="1125" b="0">
                  <a:solidFill>
                    <a:srgbClr val="000000"/>
                  </a:solidFill>
                  <a:latin typeface="Arial"/>
                  <a:ea typeface="Arial"/>
                  <a:cs typeface="Arial"/>
                </a:defRPr>
              </a:lvl5pPr>
              <a:lvl6pPr algn="l">
                <a:defRPr sz="1125" b="0">
                  <a:solidFill>
                    <a:srgbClr val="000000"/>
                  </a:solidFill>
                  <a:latin typeface="Arial"/>
                  <a:ea typeface="Arial"/>
                  <a:cs typeface="Arial"/>
                </a:defRPr>
              </a:lvl6pPr>
              <a:lvl7pPr algn="l">
                <a:defRPr sz="1125" b="0">
                  <a:solidFill>
                    <a:srgbClr val="000000"/>
                  </a:solidFill>
                  <a:latin typeface="Arial"/>
                  <a:ea typeface="Arial"/>
                  <a:cs typeface="Arial"/>
                </a:defRPr>
              </a:lvl7pPr>
              <a:lvl8pPr algn="l">
                <a:defRPr sz="1125" b="0">
                  <a:solidFill>
                    <a:srgbClr val="000000"/>
                  </a:solidFill>
                  <a:latin typeface="Arial"/>
                  <a:ea typeface="Arial"/>
                  <a:cs typeface="Arial"/>
                </a:defRPr>
              </a:lvl8pPr>
              <a:lvl9pPr algn="l">
                <a:defRPr sz="1125" b="0">
                  <a:solidFill>
                    <a:srgbClr val="000000"/>
                  </a:solidFill>
                  <a:latin typeface="Arial"/>
                  <a:ea typeface="Arial"/>
                  <a:cs typeface="Arial"/>
                </a:defRPr>
              </a:lvl9pPr>
            </a:lstStyle>
            <a:p>
              <a:pPr algn="l">
                <a:defRPr sz="1125" b="0">
                  <a:solidFill>
                    <a:srgbClr val="000000"/>
                  </a:solidFill>
                  <a:latin typeface="Arial"/>
                  <a:ea typeface="Arial"/>
                  <a:cs typeface="Arial"/>
                </a:defRPr>
              </a:pPr>
              <a:r>
                <a:rPr sz="1125" b="0">
                  <a:solidFill>
                    <a:srgbClr val="000000"/>
                  </a:solidFill>
                  <a:latin typeface="Arial"/>
                  <a:ea typeface="Arial"/>
                  <a:cs typeface="Arial"/>
                </a:rPr>
                <a:t>Cyclone Anatol</a:t>
              </a:r>
            </a:p>
          </p:txBody>
        </p:sp>
        <p:sp>
          <p:nvSpPr>
            <p:cNvPr id="33" name="line_031">
              <a:extLst>
                <a:ext uri="{FF2B5EF4-FFF2-40B4-BE49-F238E27FC236}">
                  <ns2:creationId id="{8B02F5F3-0ABA-4100-992F-5FDAB720A4F0}"/>
                </a:ext>
              </a:extLst>
            </p:cNvPr>
            <p:cNvSpPr>
              <a:spLocks noGrp="1"/>
            </p:cNvSpPr>
            <p:nvPr/>
          </p:nvSpPr>
          <p:spPr>
            <a:xfrm>
              <a:off x="1165510" y="1781147"/>
              <a:ext cx="95" cy="459133"/>
            </a:xfrm>
            <a:custGeom>
              <a:pathLst>
                <a:path w="95" h="459133">
                  <a:moveTo>
                    <a:pt x="0" y="459133"/>
                  </a:moveTo>
                  <a:lnTo>
                    <a:pt x="0" y="0"/>
                  </a:lnTo>
                </a:path>
              </a:pathLst>
            </a:custGeom>
            <a:noFill/>
            <a:ln w="9430">
              <a:solidFill>
                <a:srgbClr val="000000"/>
              </a:solidFill>
              <a:prstDash val="solid"/>
            </a:ln>
          </p:spPr>
        </p:sp>
        <p:sp>
          <p:nvSpPr>
            <p:cNvPr id="34" name="line_032">
              <a:extLst>
                <a:ext uri="{FF2B5EF4-FFF2-40B4-BE49-F238E27FC236}">
                  <ns2:creationId id="{035552C5-0259-4772-8F7A-2B8F53EB5FE2}"/>
                </a:ext>
              </a:extLst>
            </p:cNvPr>
            <p:cNvSpPr>
              <a:spLocks noGrp="1"/>
            </p:cNvSpPr>
            <p:nvPr/>
          </p:nvSpPr>
          <p:spPr>
            <a:xfrm>
              <a:off x="1144651" y="1781147"/>
              <a:ext cx="20860" cy="53340"/>
            </a:xfrm>
            <a:custGeom>
              <a:pathLst>
                <a:path w="20860" h="53340">
                  <a:moveTo>
                    <a:pt x="0" y="53340"/>
                  </a:moveTo>
                  <a:lnTo>
                    <a:pt x="20860" y="0"/>
                  </a:lnTo>
                </a:path>
              </a:pathLst>
            </a:custGeom>
            <a:noFill/>
            <a:ln w="9430">
              <a:solidFill>
                <a:srgbClr val="000000"/>
              </a:solidFill>
              <a:prstDash val="solid"/>
            </a:ln>
          </p:spPr>
        </p:sp>
        <p:sp>
          <p:nvSpPr>
            <p:cNvPr id="35" name="line_033">
              <a:extLst>
                <a:ext uri="{FF2B5EF4-FFF2-40B4-BE49-F238E27FC236}">
                  <ns2:creationId id="{0E3546DA-1710-4474-9DF2-400F4983EC21}"/>
                </a:ext>
              </a:extLst>
            </p:cNvPr>
            <p:cNvSpPr>
              <a:spLocks noGrp="1"/>
            </p:cNvSpPr>
            <p:nvPr/>
          </p:nvSpPr>
          <p:spPr>
            <a:xfrm>
              <a:off x="1165510" y="1781147"/>
              <a:ext cx="20860" cy="53340"/>
            </a:xfrm>
            <a:custGeom>
              <a:pathLst>
                <a:path w="20860" h="53340">
                  <a:moveTo>
                    <a:pt x="20860" y="53340"/>
                  </a:moveTo>
                  <a:lnTo>
                    <a:pt x="0" y="0"/>
                  </a:lnTo>
                </a:path>
              </a:pathLst>
            </a:custGeom>
            <a:noFill/>
            <a:ln w="9430">
              <a:solidFill>
                <a:srgbClr val="000000"/>
              </a:solidFill>
              <a:prstDash val="solid"/>
            </a:ln>
          </p:spPr>
        </p:sp>
        <p:sp>
          <p:nvSpPr>
            <p:cNvPr id="36" name="path_034">
              <a:extLst>
                <a:ext uri="{FF2B5EF4-FFF2-40B4-BE49-F238E27FC236}">
                  <ns2:creationId id="{78999037-89A1-47A7-B108-E986762A10AB}"/>
                </a:ext>
              </a:extLst>
            </p:cNvPr>
            <p:cNvSpPr>
              <a:spLocks noGrp="1"/>
            </p:cNvSpPr>
            <p:nvPr/>
          </p:nvSpPr>
          <p:spPr>
            <a:xfrm>
              <a:off x="1165510" y="3383280"/>
              <a:ext cx="68691" cy="712470"/>
            </a:xfrm>
            <a:custGeom>
              <a:pathLst>
                <a:path w="68691" h="712470">
                  <a:moveTo>
                    <a:pt x="0" y="0"/>
                  </a:moveTo>
                  <a:lnTo>
                    <a:pt x="0" y="243840"/>
                  </a:lnTo>
                  <a:lnTo>
                    <a:pt x="68691" y="243840"/>
                  </a:lnTo>
                  <a:lnTo>
                    <a:pt x="68691" y="712470"/>
                  </a:lnTo>
                </a:path>
              </a:pathLst>
            </a:custGeom>
            <a:noFill/>
            <a:ln w="6858">
              <a:solidFill>
                <a:srgbClr val="8B8B8B"/>
              </a:solidFill>
              <a:prstDash val="solid"/>
            </a:ln>
          </p:spPr>
        </p:sp>
        <p:pic>
          <p:nvPicPr>
            <p:cNvPr id="37" name="">
              <a:extLst>
                <a:ext uri="{FF2B5EF4-FFF2-40B4-BE49-F238E27FC236}">
                  <ns2:creationId id="{CF1E618A-C13F-4FAD-8544-E9B5CEF5C665}"/>
                </a:ext>
              </a:extLst>
            </p:cNvPr>
            <p:cNvPicPr>
              <a:picLocks noChangeAspect="1"/>
            </p:cNvPicPr>
            <p:nvPr/>
          </p:nvPicPr>
          <p:blipFill>
            <a:blip r:embed="R6a76214cd59f4e21"/>
            <a:stretch/>
          </p:blipFill>
          <p:spPr>
            <a:xfrm>
              <a:off x="451961" y="4095750"/>
              <a:ext cx="1564481" cy="1609969"/>
            </a:xfrm>
            <a:prstGeom prst="rect">
              <a:avLst/>
            </a:prstGeom>
          </p:spPr>
        </p:pic>
        <p:sp>
          <p:nvSpPr>
            <p:cNvPr id="38" name="rect_036">
              <a:extLst>
                <a:ext uri="{FF2B5EF4-FFF2-40B4-BE49-F238E27FC236}">
                  <ns2:creationId id="{75DC5950-B433-422F-B23D-D5CE147DAC71}"/>
                </a:ext>
              </a:extLst>
            </p:cNvPr>
            <p:cNvSpPr>
              <a:spLocks noGrp="1"/>
            </p:cNvSpPr>
            <p:nvPr/>
          </p:nvSpPr>
          <p:spPr>
            <a:xfrm rot="0">
              <a:off x="451961" y="4095750"/>
              <a:ext cx="1564481" cy="1609969"/>
            </a:xfrm>
            <a:prstGeom prst="rect">
              <a:avLst/>
            </a:prstGeom>
            <a:noFill/>
            <a:ln w="7715">
              <a:solidFill>
                <a:srgbClr val="000000"/>
              </a:solidFill>
              <a:prstDash val="solid"/>
            </a:ln>
          </p:spPr>
        </p:sp>
        <p:sp>
          <p:nvSpPr>
            <p:cNvPr id="39" name="text_037">
              <a:extLst>
                <a:ext uri="{FF2B5EF4-FFF2-40B4-BE49-F238E27FC236}">
                  <ns2:creationId id="{8FA85EBF-B5CA-4E51-BCC8-6C349FB44B7E}"/>
                </a:ext>
              </a:extLst>
            </p:cNvPr>
            <p:cNvSpPr>
              <a:spLocks noGrp="1"/>
            </p:cNvSpPr>
            <p:nvPr/>
          </p:nvSpPr>
          <p:spPr>
            <a:xfrm rot="0">
              <a:off x="389382" y="5768298"/>
              <a:ext cx="1689640" cy="238125"/>
            </a:xfrm>
            <a:prstGeom prst="rect">
              <a:avLst/>
            </a:prstGeom>
            <a:noFill/>
            <a:ln w="0">
              <a:noFill/>
              <a:prstDash val="solid"/>
            </a:ln>
          </p:spPr>
          <p:txBody>
            <a:bodyPr wrap="none" lIns="0" tIns="0" rIns="0" bIns="0" anchor="t">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1999-12-03 18:00</a:t>
              </a:r>
            </a:p>
          </p:txBody>
        </p:sp>
        <p:sp>
          <p:nvSpPr>
            <p:cNvPr id="40" name="line_038">
              <a:extLst>
                <a:ext uri="{FF2B5EF4-FFF2-40B4-BE49-F238E27FC236}">
                  <ns2:creationId id="{6346F462-C813-41E9-96E3-3F27D71B0C4F}"/>
                </a:ext>
              </a:extLst>
            </p:cNvPr>
            <p:cNvSpPr>
              <a:spLocks noGrp="1"/>
            </p:cNvSpPr>
            <p:nvPr/>
          </p:nvSpPr>
          <p:spPr>
            <a:xfrm>
              <a:off x="1190561" y="4514541"/>
              <a:ext cx="342707" cy="115258"/>
            </a:xfrm>
            <a:custGeom>
              <a:pathLst>
                <a:path w="342707" h="115258">
                  <a:moveTo>
                    <a:pt x="0" y="0"/>
                  </a:moveTo>
                  <a:lnTo>
                    <a:pt x="342707" y="115258"/>
                  </a:lnTo>
                </a:path>
              </a:pathLst>
            </a:custGeom>
            <a:noFill/>
            <a:ln w="13716">
              <a:solidFill>
                <a:srgbClr val="333333"/>
              </a:solidFill>
              <a:prstDash val="solid"/>
            </a:ln>
          </p:spPr>
        </p:sp>
        <p:sp>
          <p:nvSpPr>
            <p:cNvPr id="41" name="line_039">
              <a:extLst>
                <a:ext uri="{FF2B5EF4-FFF2-40B4-BE49-F238E27FC236}">
                  <ns2:creationId id="{C0E1C947-2385-4F51-99CF-EFF4CF44DF02}"/>
                </a:ext>
              </a:extLst>
            </p:cNvPr>
            <p:cNvSpPr>
              <a:spLocks noGrp="1"/>
            </p:cNvSpPr>
            <p:nvPr/>
          </p:nvSpPr>
          <p:spPr>
            <a:xfrm>
              <a:off x="1493784" y="4594511"/>
              <a:ext cx="39484" cy="35287"/>
            </a:xfrm>
            <a:custGeom>
              <a:pathLst>
                <a:path w="39484" h="35287">
                  <a:moveTo>
                    <a:pt x="0" y="0"/>
                  </a:moveTo>
                  <a:lnTo>
                    <a:pt x="39484" y="35287"/>
                  </a:lnTo>
                </a:path>
              </a:pathLst>
            </a:custGeom>
            <a:noFill/>
            <a:ln w="13716">
              <a:solidFill>
                <a:srgbClr val="333333"/>
              </a:solidFill>
              <a:prstDash val="solid"/>
            </a:ln>
          </p:spPr>
        </p:sp>
        <p:sp>
          <p:nvSpPr>
            <p:cNvPr id="42" name="line_040">
              <a:extLst>
                <a:ext uri="{FF2B5EF4-FFF2-40B4-BE49-F238E27FC236}">
                  <ns2:creationId id="{F9422713-AAFB-40A9-81F4-453D2FE871E2}"/>
                </a:ext>
              </a:extLst>
            </p:cNvPr>
            <p:cNvSpPr>
              <a:spLocks noGrp="1"/>
            </p:cNvSpPr>
            <p:nvPr/>
          </p:nvSpPr>
          <p:spPr>
            <a:xfrm>
              <a:off x="1480485" y="4629798"/>
              <a:ext cx="52783" cy="4256"/>
            </a:xfrm>
            <a:custGeom>
              <a:pathLst>
                <a:path w="52783" h="4256">
                  <a:moveTo>
                    <a:pt x="0" y="4256"/>
                  </a:moveTo>
                  <a:lnTo>
                    <a:pt x="52783" y="0"/>
                  </a:lnTo>
                </a:path>
              </a:pathLst>
            </a:custGeom>
            <a:noFill/>
            <a:ln w="13716">
              <a:solidFill>
                <a:srgbClr val="333333"/>
              </a:solidFill>
              <a:prstDash val="solid"/>
            </a:ln>
          </p:spPr>
        </p:sp>
        <p:sp>
          <p:nvSpPr>
            <p:cNvPr id="43" name="text_041">
              <a:extLst>
                <a:ext uri="{FF2B5EF4-FFF2-40B4-BE49-F238E27FC236}">
                  <ns2:creationId id="{42946281-4C43-4EB6-B9C6-AF43FBD21B74}"/>
                </a:ext>
              </a:extLst>
            </p:cNvPr>
            <p:cNvSpPr>
              <a:spLocks noGrp="1"/>
            </p:cNvSpPr>
            <p:nvPr/>
          </p:nvSpPr>
          <p:spPr>
            <a:xfrm rot="0">
              <a:off x="1561081" y="4553312"/>
              <a:ext cx="139065" cy="166878"/>
            </a:xfrm>
            <a:prstGeom prst="rect">
              <a:avLst/>
            </a:prstGeom>
            <a:noFill/>
            <a:ln w="0">
              <a:noFill/>
              <a:prstDash val="solid"/>
            </a:ln>
          </p:spPr>
          <p:txBody>
            <a:bodyPr wrap="none" lIns="0" tIns="0" rIns="0" bIns="0" anchor="t">
              <a:noAutofit/>
            </a:bodyPr>
            <a:lstStyle>
              <a:defPPr algn="l">
                <a:defRPr sz="1275" b="1">
                  <a:solidFill>
                    <a:srgbClr val="000000"/>
                  </a:solidFill>
                  <a:latin typeface="Arial"/>
                  <a:ea typeface="Arial"/>
                  <a:cs typeface="Arial"/>
                </a:defRPr>
              </a:defPPr>
              <a:lvl1pPr algn="l">
                <a:defRPr sz="1275" b="1">
                  <a:solidFill>
                    <a:srgbClr val="000000"/>
                  </a:solidFill>
                  <a:latin typeface="Arial"/>
                  <a:ea typeface="Arial"/>
                  <a:cs typeface="Arial"/>
                </a:defRPr>
              </a:lvl1pPr>
              <a:lvl2pPr algn="l">
                <a:defRPr sz="1275" b="1">
                  <a:solidFill>
                    <a:srgbClr val="000000"/>
                  </a:solidFill>
                  <a:latin typeface="Arial"/>
                  <a:ea typeface="Arial"/>
                  <a:cs typeface="Arial"/>
                </a:defRPr>
              </a:lvl2pPr>
              <a:lvl3pPr algn="l">
                <a:defRPr sz="1275" b="1">
                  <a:solidFill>
                    <a:srgbClr val="000000"/>
                  </a:solidFill>
                  <a:latin typeface="Arial"/>
                  <a:ea typeface="Arial"/>
                  <a:cs typeface="Arial"/>
                </a:defRPr>
              </a:lvl3pPr>
              <a:lvl4pPr algn="l">
                <a:defRPr sz="1275" b="1">
                  <a:solidFill>
                    <a:srgbClr val="000000"/>
                  </a:solidFill>
                  <a:latin typeface="Arial"/>
                  <a:ea typeface="Arial"/>
                  <a:cs typeface="Arial"/>
                </a:defRPr>
              </a:lvl4pPr>
              <a:lvl5pPr algn="l">
                <a:defRPr sz="1275" b="1">
                  <a:solidFill>
                    <a:srgbClr val="000000"/>
                  </a:solidFill>
                  <a:latin typeface="Arial"/>
                  <a:ea typeface="Arial"/>
                  <a:cs typeface="Arial"/>
                </a:defRPr>
              </a:lvl5pPr>
              <a:lvl6pPr algn="l">
                <a:defRPr sz="1275" b="1">
                  <a:solidFill>
                    <a:srgbClr val="000000"/>
                  </a:solidFill>
                  <a:latin typeface="Arial"/>
                  <a:ea typeface="Arial"/>
                  <a:cs typeface="Arial"/>
                </a:defRPr>
              </a:lvl6pPr>
              <a:lvl7pPr algn="l">
                <a:defRPr sz="1275" b="1">
                  <a:solidFill>
                    <a:srgbClr val="000000"/>
                  </a:solidFill>
                  <a:latin typeface="Arial"/>
                  <a:ea typeface="Arial"/>
                  <a:cs typeface="Arial"/>
                </a:defRPr>
              </a:lvl7pPr>
              <a:lvl8pPr algn="l">
                <a:defRPr sz="1275" b="1">
                  <a:solidFill>
                    <a:srgbClr val="000000"/>
                  </a:solidFill>
                  <a:latin typeface="Arial"/>
                  <a:ea typeface="Arial"/>
                  <a:cs typeface="Arial"/>
                </a:defRPr>
              </a:lvl8pPr>
              <a:lvl9pPr algn="l">
                <a:defRPr sz="1275" b="1">
                  <a:solidFill>
                    <a:srgbClr val="000000"/>
                  </a:solidFill>
                  <a:latin typeface="Arial"/>
                  <a:ea typeface="Arial"/>
                  <a:cs typeface="Arial"/>
                </a:defRPr>
              </a:lvl9pPr>
            </a:lstStyle>
            <a:p>
              <a:pPr algn="l">
                <a:defRPr sz="1275" b="1">
                  <a:solidFill>
                    <a:srgbClr val="000000"/>
                  </a:solidFill>
                  <a:latin typeface="Arial"/>
                  <a:ea typeface="Arial"/>
                  <a:cs typeface="Arial"/>
                </a:defRPr>
              </a:pPr>
              <a:r>
                <a:rPr sz="1275" b="1">
                  <a:solidFill>
                    <a:srgbClr val="000000"/>
                  </a:solidFill>
                  <a:latin typeface="Arial"/>
                  <a:ea typeface="Arial"/>
                  <a:cs typeface="Arial"/>
                </a:rPr>
                <a:t>d</a:t>
              </a:r>
            </a:p>
          </p:txBody>
        </p:sp>
        <p:sp>
          <p:nvSpPr>
            <p:cNvPr id="44" name="a_event_guide_1">
              <a:extLst>
                <a:ext uri="{FF2B5EF4-FFF2-40B4-BE49-F238E27FC236}">
                  <ns2:creationId id="{891A9FE9-EEAC-4622-8B73-251F0D831C4D}"/>
                </a:ext>
              </a:extLst>
            </p:cNvPr>
            <p:cNvSpPr>
              <a:spLocks noGrp="1"/>
            </p:cNvSpPr>
            <p:nvPr/>
          </p:nvSpPr>
          <p:spPr>
            <a:xfrm>
              <a:off x="5157461" y="320040"/>
              <a:ext cx="95" cy="2971800"/>
            </a:xfrm>
            <a:custGeom>
              <a:pathLst>
                <a:path w="95" h="2971800">
                  <a:moveTo>
                    <a:pt x="0" y="0"/>
                  </a:moveTo>
                  <a:lnTo>
                    <a:pt x="0" y="2971800"/>
                  </a:lnTo>
                </a:path>
              </a:pathLst>
            </a:custGeom>
            <a:noFill/>
            <a:ln w="8573">
              <a:solidFill>
                <a:srgbClr val="000000"/>
              </a:solidFill>
              <a:prstDash val="dash"/>
            </a:ln>
          </p:spPr>
        </p:sp>
        <p:sp>
          <p:nvSpPr>
            <p:cNvPr id="45" name="a_event_box_1">
              <a:extLst>
                <a:ext uri="{FF2B5EF4-FFF2-40B4-BE49-F238E27FC236}">
                  <ns2:creationId id="{41CAA042-62B8-46BC-BFBA-93949032D664}"/>
                </a:ext>
              </a:extLst>
            </p:cNvPr>
            <p:cNvSpPr>
              <a:spLocks noGrp="1"/>
            </p:cNvSpPr>
            <p:nvPr/>
          </p:nvSpPr>
          <p:spPr>
            <a:xfrm rot="0">
              <a:off x="3998119" y="792480"/>
              <a:ext cx="2009489" cy="400050"/>
            </a:xfrm>
            <a:prstGeom prst="roundRect">
              <a:avLst>
                <a:gd name="adj" fmla="val 19048"/>
              </a:avLst>
            </a:prstGeom>
            <a:solidFill>
              <a:srgbClr val="FFFFFF">
                <a:alpha val="88000"/>
              </a:srgbClr>
            </a:solidFill>
            <a:ln w="6858">
              <a:solidFill>
                <a:srgbClr val="000000"/>
              </a:solidFill>
              <a:prstDash val="solid"/>
            </a:ln>
          </p:spPr>
        </p:sp>
        <p:sp>
          <p:nvSpPr>
            <p:cNvPr id="46" name="text_044">
              <a:extLst>
                <a:ext uri="{FF2B5EF4-FFF2-40B4-BE49-F238E27FC236}">
                  <ns2:creationId id="{D05CA193-A138-4353-8C40-B11790CBE7D3}"/>
                </a:ext>
              </a:extLst>
            </p:cNvPr>
            <p:cNvSpPr>
              <a:spLocks noGrp="1"/>
            </p:cNvSpPr>
            <p:nvPr/>
          </p:nvSpPr>
          <p:spPr>
            <a:xfrm rot="0">
              <a:off x="4060698" y="821055"/>
              <a:ext cx="1884331" cy="371475"/>
            </a:xfrm>
            <a:prstGeom prst="rect">
              <a:avLst/>
            </a:prstGeom>
            <a:noFill/>
            <a:ln w="0">
              <a:noFill/>
              <a:prstDash val="solid"/>
            </a:ln>
          </p:spPr>
          <p:txBody>
            <a:bodyPr wrap="none" lIns="0" tIns="0" rIns="0" bIns="0" anchor="t">
              <a:noAutofit/>
            </a:bodyPr>
            <a:lstStyle>
              <a:defPPr algn="l">
                <a:defRPr sz="1125" b="0">
                  <a:solidFill>
                    <a:srgbClr val="000000"/>
                  </a:solidFill>
                  <a:latin typeface="Arial"/>
                  <a:ea typeface="Arial"/>
                  <a:cs typeface="Arial"/>
                </a:defRPr>
              </a:defPPr>
              <a:lvl1pPr algn="l">
                <a:defRPr sz="1125" b="0">
                  <a:solidFill>
                    <a:srgbClr val="000000"/>
                  </a:solidFill>
                  <a:latin typeface="Arial"/>
                  <a:ea typeface="Arial"/>
                  <a:cs typeface="Arial"/>
                </a:defRPr>
              </a:lvl1pPr>
              <a:lvl2pPr algn="l">
                <a:defRPr sz="1125" b="0">
                  <a:solidFill>
                    <a:srgbClr val="000000"/>
                  </a:solidFill>
                  <a:latin typeface="Arial"/>
                  <a:ea typeface="Arial"/>
                  <a:cs typeface="Arial"/>
                </a:defRPr>
              </a:lvl2pPr>
              <a:lvl3pPr algn="l">
                <a:defRPr sz="1125" b="0">
                  <a:solidFill>
                    <a:srgbClr val="000000"/>
                  </a:solidFill>
                  <a:latin typeface="Arial"/>
                  <a:ea typeface="Arial"/>
                  <a:cs typeface="Arial"/>
                </a:defRPr>
              </a:lvl3pPr>
              <a:lvl4pPr algn="l">
                <a:defRPr sz="1125" b="0">
                  <a:solidFill>
                    <a:srgbClr val="000000"/>
                  </a:solidFill>
                  <a:latin typeface="Arial"/>
                  <a:ea typeface="Arial"/>
                  <a:cs typeface="Arial"/>
                </a:defRPr>
              </a:lvl4pPr>
              <a:lvl5pPr algn="l">
                <a:defRPr sz="1125" b="0">
                  <a:solidFill>
                    <a:srgbClr val="000000"/>
                  </a:solidFill>
                  <a:latin typeface="Arial"/>
                  <a:ea typeface="Arial"/>
                  <a:cs typeface="Arial"/>
                </a:defRPr>
              </a:lvl5pPr>
              <a:lvl6pPr algn="l">
                <a:defRPr sz="1125" b="0">
                  <a:solidFill>
                    <a:srgbClr val="000000"/>
                  </a:solidFill>
                  <a:latin typeface="Arial"/>
                  <a:ea typeface="Arial"/>
                  <a:cs typeface="Arial"/>
                </a:defRPr>
              </a:lvl6pPr>
              <a:lvl7pPr algn="l">
                <a:defRPr sz="1125" b="0">
                  <a:solidFill>
                    <a:srgbClr val="000000"/>
                  </a:solidFill>
                  <a:latin typeface="Arial"/>
                  <a:ea typeface="Arial"/>
                  <a:cs typeface="Arial"/>
                </a:defRPr>
              </a:lvl7pPr>
              <a:lvl8pPr algn="l">
                <a:defRPr sz="1125" b="0">
                  <a:solidFill>
                    <a:srgbClr val="000000"/>
                  </a:solidFill>
                  <a:latin typeface="Arial"/>
                  <a:ea typeface="Arial"/>
                  <a:cs typeface="Arial"/>
                </a:defRPr>
              </a:lvl8pPr>
              <a:lvl9pPr algn="l">
                <a:defRPr sz="1125" b="0">
                  <a:solidFill>
                    <a:srgbClr val="000000"/>
                  </a:solidFill>
                  <a:latin typeface="Arial"/>
                  <a:ea typeface="Arial"/>
                  <a:cs typeface="Arial"/>
                </a:defRPr>
              </a:lvl9pPr>
            </a:lstStyle>
            <a:p>
              <a:pPr algn="l">
                <a:defRPr sz="1125" b="0">
                  <a:solidFill>
                    <a:srgbClr val="000000"/>
                  </a:solidFill>
                  <a:latin typeface="Arial"/>
                  <a:ea typeface="Arial"/>
                  <a:cs typeface="Arial"/>
                </a:defRPr>
              </a:pPr>
              <a:r>
                <a:rPr sz="1125" b="0">
                  <a:solidFill>
                    <a:srgbClr val="000000"/>
                  </a:solidFill>
                  <a:latin typeface="Arial"/>
                  <a:ea typeface="Arial"/>
                  <a:cs typeface="Arial"/>
                </a:rPr>
                <a:t>Strong storm over</a:t>
              </a:r>
            </a:p>
            <a:p>
              <a:pPr algn="l">
                <a:defRPr sz="1125" b="0">
                  <a:solidFill>
                    <a:srgbClr val="000000"/>
                  </a:solidFill>
                  <a:latin typeface="Arial"/>
                  <a:ea typeface="Arial"/>
                  <a:cs typeface="Arial"/>
                </a:defRPr>
              </a:pPr>
              <a:r>
                <a:rPr sz="1125" b="0">
                  <a:solidFill>
                    <a:srgbClr val="000000"/>
                  </a:solidFill>
                  <a:latin typeface="Arial"/>
                  <a:ea typeface="Arial"/>
                  <a:cs typeface="Arial"/>
                </a:rPr>
                <a:t>Scandinavia</a:t>
              </a:r>
            </a:p>
          </p:txBody>
        </p:sp>
        <p:sp>
          <p:nvSpPr>
            <p:cNvPr id="47" name="line_045">
              <a:extLst>
                <a:ext uri="{FF2B5EF4-FFF2-40B4-BE49-F238E27FC236}">
                  <ns2:creationId id="{37DA1CA6-2A7A-40CA-95AB-B07D504C224F}"/>
                </a:ext>
              </a:extLst>
            </p:cNvPr>
            <p:cNvSpPr>
              <a:spLocks noGrp="1"/>
            </p:cNvSpPr>
            <p:nvPr/>
          </p:nvSpPr>
          <p:spPr>
            <a:xfrm>
              <a:off x="5157461" y="1192530"/>
              <a:ext cx="95" cy="530226"/>
            </a:xfrm>
            <a:custGeom>
              <a:pathLst>
                <a:path w="95" h="530226">
                  <a:moveTo>
                    <a:pt x="0" y="0"/>
                  </a:moveTo>
                  <a:lnTo>
                    <a:pt x="0" y="530226"/>
                  </a:lnTo>
                </a:path>
              </a:pathLst>
            </a:custGeom>
            <a:noFill/>
            <a:ln w="9430">
              <a:solidFill>
                <a:srgbClr val="000000"/>
              </a:solidFill>
              <a:prstDash val="solid"/>
            </a:ln>
          </p:spPr>
        </p:sp>
        <p:sp>
          <p:nvSpPr>
            <p:cNvPr id="48" name="line_046">
              <a:extLst>
                <a:ext uri="{FF2B5EF4-FFF2-40B4-BE49-F238E27FC236}">
                  <ns2:creationId id="{3DE99298-124B-49C0-9830-328FA93FF27D}"/>
                </a:ext>
              </a:extLst>
            </p:cNvPr>
            <p:cNvSpPr>
              <a:spLocks noGrp="1"/>
            </p:cNvSpPr>
            <p:nvPr/>
          </p:nvSpPr>
          <p:spPr>
            <a:xfrm>
              <a:off x="5157461" y="1669416"/>
              <a:ext cx="20860" cy="53340"/>
            </a:xfrm>
            <a:custGeom>
              <a:pathLst>
                <a:path w="20860" h="53340">
                  <a:moveTo>
                    <a:pt x="20860" y="0"/>
                  </a:moveTo>
                  <a:lnTo>
                    <a:pt x="0" y="53340"/>
                  </a:lnTo>
                </a:path>
              </a:pathLst>
            </a:custGeom>
            <a:noFill/>
            <a:ln w="9430">
              <a:solidFill>
                <a:srgbClr val="000000"/>
              </a:solidFill>
              <a:prstDash val="solid"/>
            </a:ln>
          </p:spPr>
        </p:sp>
        <p:sp>
          <p:nvSpPr>
            <p:cNvPr id="49" name="line_047">
              <a:extLst>
                <a:ext uri="{FF2B5EF4-FFF2-40B4-BE49-F238E27FC236}">
                  <ns2:creationId id="{51924981-8348-4B75-BAAC-142A26F2819C}"/>
                </a:ext>
              </a:extLst>
            </p:cNvPr>
            <p:cNvSpPr>
              <a:spLocks noGrp="1"/>
            </p:cNvSpPr>
            <p:nvPr/>
          </p:nvSpPr>
          <p:spPr>
            <a:xfrm>
              <a:off x="5136601" y="1669416"/>
              <a:ext cx="20860" cy="53340"/>
            </a:xfrm>
            <a:custGeom>
              <a:pathLst>
                <a:path w="20860" h="53340">
                  <a:moveTo>
                    <a:pt x="0" y="0"/>
                  </a:moveTo>
                  <a:lnTo>
                    <a:pt x="20860" y="53340"/>
                  </a:lnTo>
                </a:path>
              </a:pathLst>
            </a:custGeom>
            <a:noFill/>
            <a:ln w="9430">
              <a:solidFill>
                <a:srgbClr val="000000"/>
              </a:solidFill>
              <a:prstDash val="solid"/>
            </a:ln>
          </p:spPr>
        </p:sp>
        <p:sp>
          <p:nvSpPr>
            <p:cNvPr id="50" name="path_048">
              <a:extLst>
                <a:ext uri="{FF2B5EF4-FFF2-40B4-BE49-F238E27FC236}">
                  <ns2:creationId id="{4A642D3F-77AC-4BDD-A844-63A21B9B4F5B}"/>
                </a:ext>
              </a:extLst>
            </p:cNvPr>
            <p:cNvSpPr>
              <a:spLocks noGrp="1"/>
            </p:cNvSpPr>
            <p:nvPr/>
          </p:nvSpPr>
          <p:spPr>
            <a:xfrm>
              <a:off x="2993374" y="3383280"/>
              <a:ext cx="2164087" cy="712470"/>
            </a:xfrm>
            <a:custGeom>
              <a:pathLst>
                <a:path w="2164087" h="712470">
                  <a:moveTo>
                    <a:pt x="2164087" y="0"/>
                  </a:moveTo>
                  <a:lnTo>
                    <a:pt x="2164087" y="259080"/>
                  </a:lnTo>
                  <a:lnTo>
                    <a:pt x="0" y="259080"/>
                  </a:lnTo>
                  <a:lnTo>
                    <a:pt x="0" y="712470"/>
                  </a:lnTo>
                </a:path>
              </a:pathLst>
            </a:custGeom>
            <a:noFill/>
            <a:ln w="6858">
              <a:solidFill>
                <a:srgbClr val="8B8B8B"/>
              </a:solidFill>
              <a:prstDash val="solid"/>
            </a:ln>
          </p:spPr>
        </p:sp>
        <p:pic>
          <p:nvPicPr>
            <p:cNvPr id="51" name="">
              <a:extLst>
                <a:ext uri="{FF2B5EF4-FFF2-40B4-BE49-F238E27FC236}">
                  <ns2:creationId id="{AAE9794C-2190-454C-83EB-F54226C63926}"/>
                </a:ext>
              </a:extLst>
            </p:cNvPr>
            <p:cNvPicPr>
              <a:picLocks noChangeAspect="1"/>
            </p:cNvPicPr>
            <p:nvPr/>
          </p:nvPicPr>
          <p:blipFill>
            <a:blip r:embed="R866f10fda1b846fe"/>
            <a:stretch/>
          </p:blipFill>
          <p:spPr>
            <a:xfrm>
              <a:off x="2211134" y="4095750"/>
              <a:ext cx="1564481" cy="1609969"/>
            </a:xfrm>
            <a:prstGeom prst="rect">
              <a:avLst/>
            </a:prstGeom>
          </p:spPr>
        </p:pic>
        <p:sp>
          <p:nvSpPr>
            <p:cNvPr id="52" name="rect_050">
              <a:extLst>
                <a:ext uri="{FF2B5EF4-FFF2-40B4-BE49-F238E27FC236}">
                  <ns2:creationId id="{56834B69-7300-4FE8-AF8C-D2962D7FF6A3}"/>
                </a:ext>
              </a:extLst>
            </p:cNvPr>
            <p:cNvSpPr>
              <a:spLocks noGrp="1"/>
            </p:cNvSpPr>
            <p:nvPr/>
          </p:nvSpPr>
          <p:spPr>
            <a:xfrm rot="0">
              <a:off x="2211134" y="4095750"/>
              <a:ext cx="1564481" cy="1609969"/>
            </a:xfrm>
            <a:prstGeom prst="rect">
              <a:avLst/>
            </a:prstGeom>
            <a:noFill/>
            <a:ln w="7715">
              <a:solidFill>
                <a:srgbClr val="000000"/>
              </a:solidFill>
              <a:prstDash val="solid"/>
            </a:ln>
          </p:spPr>
        </p:sp>
        <p:sp>
          <p:nvSpPr>
            <p:cNvPr id="53" name="text_051">
              <a:extLst>
                <a:ext uri="{FF2B5EF4-FFF2-40B4-BE49-F238E27FC236}">
                  <ns2:creationId id="{CDA422CD-5D66-4902-99F5-A1DB58E1648D}"/>
                </a:ext>
              </a:extLst>
            </p:cNvPr>
            <p:cNvSpPr>
              <a:spLocks noGrp="1"/>
            </p:cNvSpPr>
            <p:nvPr/>
          </p:nvSpPr>
          <p:spPr>
            <a:xfrm rot="0">
              <a:off x="2148554" y="5768298"/>
              <a:ext cx="1689640" cy="238125"/>
            </a:xfrm>
            <a:prstGeom prst="rect">
              <a:avLst/>
            </a:prstGeom>
            <a:noFill/>
            <a:ln w="0">
              <a:noFill/>
              <a:prstDash val="solid"/>
            </a:ln>
          </p:spPr>
          <p:txBody>
            <a:bodyPr wrap="none" lIns="0" tIns="0" rIns="0" bIns="0" anchor="t">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1999-12-17 21:00</a:t>
              </a:r>
            </a:p>
          </p:txBody>
        </p:sp>
        <p:sp>
          <p:nvSpPr>
            <p:cNvPr id="54" name="line_052">
              <a:extLst>
                <a:ext uri="{FF2B5EF4-FFF2-40B4-BE49-F238E27FC236}">
                  <ns2:creationId id="{B8822933-23B0-4473-80F6-6176F29ED8DA}"/>
                </a:ext>
              </a:extLst>
            </p:cNvPr>
            <p:cNvSpPr>
              <a:spLocks noGrp="1"/>
            </p:cNvSpPr>
            <p:nvPr/>
          </p:nvSpPr>
          <p:spPr>
            <a:xfrm>
              <a:off x="3045518" y="4350258"/>
              <a:ext cx="342707" cy="115258"/>
            </a:xfrm>
            <a:custGeom>
              <a:pathLst>
                <a:path w="342707" h="115258">
                  <a:moveTo>
                    <a:pt x="0" y="0"/>
                  </a:moveTo>
                  <a:lnTo>
                    <a:pt x="342707" y="115258"/>
                  </a:lnTo>
                </a:path>
              </a:pathLst>
            </a:custGeom>
            <a:noFill/>
            <a:ln w="13716">
              <a:solidFill>
                <a:srgbClr val="333333"/>
              </a:solidFill>
              <a:prstDash val="solid"/>
            </a:ln>
          </p:spPr>
        </p:sp>
        <p:sp>
          <p:nvSpPr>
            <p:cNvPr id="55" name="line_053">
              <a:extLst>
                <a:ext uri="{FF2B5EF4-FFF2-40B4-BE49-F238E27FC236}">
                  <ns2:creationId id="{8A033FF5-6B2A-4229-A763-252BAA13A4EA}"/>
                </a:ext>
              </a:extLst>
            </p:cNvPr>
            <p:cNvSpPr>
              <a:spLocks noGrp="1"/>
            </p:cNvSpPr>
            <p:nvPr/>
          </p:nvSpPr>
          <p:spPr>
            <a:xfrm>
              <a:off x="3348741" y="4430229"/>
              <a:ext cx="39484" cy="35287"/>
            </a:xfrm>
            <a:custGeom>
              <a:pathLst>
                <a:path w="39484" h="35287">
                  <a:moveTo>
                    <a:pt x="0" y="0"/>
                  </a:moveTo>
                  <a:lnTo>
                    <a:pt x="39484" y="35287"/>
                  </a:lnTo>
                </a:path>
              </a:pathLst>
            </a:custGeom>
            <a:noFill/>
            <a:ln w="13716">
              <a:solidFill>
                <a:srgbClr val="333333"/>
              </a:solidFill>
              <a:prstDash val="solid"/>
            </a:ln>
          </p:spPr>
        </p:sp>
        <p:sp>
          <p:nvSpPr>
            <p:cNvPr id="56" name="line_054">
              <a:extLst>
                <a:ext uri="{FF2B5EF4-FFF2-40B4-BE49-F238E27FC236}">
                  <ns2:creationId id="{DD460354-C5AB-4E3B-A19B-9A9082972751}"/>
                </a:ext>
              </a:extLst>
            </p:cNvPr>
            <p:cNvSpPr>
              <a:spLocks noGrp="1"/>
            </p:cNvSpPr>
            <p:nvPr/>
          </p:nvSpPr>
          <p:spPr>
            <a:xfrm>
              <a:off x="3335442" y="4465516"/>
              <a:ext cx="52783" cy="4256"/>
            </a:xfrm>
            <a:custGeom>
              <a:pathLst>
                <a:path w="52783" h="4256">
                  <a:moveTo>
                    <a:pt x="0" y="4256"/>
                  </a:moveTo>
                  <a:lnTo>
                    <a:pt x="52783" y="0"/>
                  </a:lnTo>
                </a:path>
              </a:pathLst>
            </a:custGeom>
            <a:noFill/>
            <a:ln w="13716">
              <a:solidFill>
                <a:srgbClr val="333333"/>
              </a:solidFill>
              <a:prstDash val="solid"/>
            </a:ln>
          </p:spPr>
        </p:sp>
        <p:sp>
          <p:nvSpPr>
            <p:cNvPr id="57" name="text_055">
              <a:extLst>
                <a:ext uri="{FF2B5EF4-FFF2-40B4-BE49-F238E27FC236}">
                  <ns2:creationId id="{8845366D-D85F-425D-89A3-24317EBC18BB}"/>
                </a:ext>
              </a:extLst>
            </p:cNvPr>
            <p:cNvSpPr>
              <a:spLocks noGrp="1"/>
            </p:cNvSpPr>
            <p:nvPr/>
          </p:nvSpPr>
          <p:spPr>
            <a:xfrm rot="0">
              <a:off x="3416038" y="4389030"/>
              <a:ext cx="139065" cy="166878"/>
            </a:xfrm>
            <a:prstGeom prst="rect">
              <a:avLst/>
            </a:prstGeom>
            <a:noFill/>
            <a:ln w="0">
              <a:noFill/>
              <a:prstDash val="solid"/>
            </a:ln>
          </p:spPr>
          <p:txBody>
            <a:bodyPr wrap="none" lIns="0" tIns="0" rIns="0" bIns="0" anchor="t">
              <a:noAutofit/>
            </a:bodyPr>
            <a:lstStyle>
              <a:defPPr algn="l">
                <a:defRPr sz="1275" b="1">
                  <a:solidFill>
                    <a:srgbClr val="000000"/>
                  </a:solidFill>
                  <a:latin typeface="Arial"/>
                  <a:ea typeface="Arial"/>
                  <a:cs typeface="Arial"/>
                </a:defRPr>
              </a:defPPr>
              <a:lvl1pPr algn="l">
                <a:defRPr sz="1275" b="1">
                  <a:solidFill>
                    <a:srgbClr val="000000"/>
                  </a:solidFill>
                  <a:latin typeface="Arial"/>
                  <a:ea typeface="Arial"/>
                  <a:cs typeface="Arial"/>
                </a:defRPr>
              </a:lvl1pPr>
              <a:lvl2pPr algn="l">
                <a:defRPr sz="1275" b="1">
                  <a:solidFill>
                    <a:srgbClr val="000000"/>
                  </a:solidFill>
                  <a:latin typeface="Arial"/>
                  <a:ea typeface="Arial"/>
                  <a:cs typeface="Arial"/>
                </a:defRPr>
              </a:lvl2pPr>
              <a:lvl3pPr algn="l">
                <a:defRPr sz="1275" b="1">
                  <a:solidFill>
                    <a:srgbClr val="000000"/>
                  </a:solidFill>
                  <a:latin typeface="Arial"/>
                  <a:ea typeface="Arial"/>
                  <a:cs typeface="Arial"/>
                </a:defRPr>
              </a:lvl3pPr>
              <a:lvl4pPr algn="l">
                <a:defRPr sz="1275" b="1">
                  <a:solidFill>
                    <a:srgbClr val="000000"/>
                  </a:solidFill>
                  <a:latin typeface="Arial"/>
                  <a:ea typeface="Arial"/>
                  <a:cs typeface="Arial"/>
                </a:defRPr>
              </a:lvl4pPr>
              <a:lvl5pPr algn="l">
                <a:defRPr sz="1275" b="1">
                  <a:solidFill>
                    <a:srgbClr val="000000"/>
                  </a:solidFill>
                  <a:latin typeface="Arial"/>
                  <a:ea typeface="Arial"/>
                  <a:cs typeface="Arial"/>
                </a:defRPr>
              </a:lvl5pPr>
              <a:lvl6pPr algn="l">
                <a:defRPr sz="1275" b="1">
                  <a:solidFill>
                    <a:srgbClr val="000000"/>
                  </a:solidFill>
                  <a:latin typeface="Arial"/>
                  <a:ea typeface="Arial"/>
                  <a:cs typeface="Arial"/>
                </a:defRPr>
              </a:lvl6pPr>
              <a:lvl7pPr algn="l">
                <a:defRPr sz="1275" b="1">
                  <a:solidFill>
                    <a:srgbClr val="000000"/>
                  </a:solidFill>
                  <a:latin typeface="Arial"/>
                  <a:ea typeface="Arial"/>
                  <a:cs typeface="Arial"/>
                </a:defRPr>
              </a:lvl7pPr>
              <a:lvl8pPr algn="l">
                <a:defRPr sz="1275" b="1">
                  <a:solidFill>
                    <a:srgbClr val="000000"/>
                  </a:solidFill>
                  <a:latin typeface="Arial"/>
                  <a:ea typeface="Arial"/>
                  <a:cs typeface="Arial"/>
                </a:defRPr>
              </a:lvl8pPr>
              <a:lvl9pPr algn="l">
                <a:defRPr sz="1275" b="1">
                  <a:solidFill>
                    <a:srgbClr val="000000"/>
                  </a:solidFill>
                  <a:latin typeface="Arial"/>
                  <a:ea typeface="Arial"/>
                  <a:cs typeface="Arial"/>
                </a:defRPr>
              </a:lvl9pPr>
            </a:lstStyle>
            <a:p>
              <a:pPr algn="l">
                <a:defRPr sz="1275" b="1">
                  <a:solidFill>
                    <a:srgbClr val="000000"/>
                  </a:solidFill>
                  <a:latin typeface="Arial"/>
                  <a:ea typeface="Arial"/>
                  <a:cs typeface="Arial"/>
                </a:defRPr>
              </a:pPr>
              <a:r>
                <a:rPr sz="1275" b="1">
                  <a:solidFill>
                    <a:srgbClr val="000000"/>
                  </a:solidFill>
                  <a:latin typeface="Arial"/>
                  <a:ea typeface="Arial"/>
                  <a:cs typeface="Arial"/>
                </a:rPr>
                <a:t>d</a:t>
              </a:r>
            </a:p>
          </p:txBody>
        </p:sp>
        <p:sp>
          <p:nvSpPr>
            <p:cNvPr id="58" name="a_event_guide_2">
              <a:extLst>
                <a:ext uri="{FF2B5EF4-FFF2-40B4-BE49-F238E27FC236}">
                  <ns2:creationId id="{A6737ED9-D822-4D61-82E8-773282F04C05}"/>
                </a:ext>
              </a:extLst>
            </p:cNvPr>
            <p:cNvSpPr>
              <a:spLocks noGrp="1"/>
            </p:cNvSpPr>
            <p:nvPr/>
          </p:nvSpPr>
          <p:spPr>
            <a:xfrm>
              <a:off x="7159324" y="320040"/>
              <a:ext cx="95" cy="2971800"/>
            </a:xfrm>
            <a:custGeom>
              <a:pathLst>
                <a:path w="95" h="2971800">
                  <a:moveTo>
                    <a:pt x="0" y="0"/>
                  </a:moveTo>
                  <a:lnTo>
                    <a:pt x="0" y="2971800"/>
                  </a:lnTo>
                </a:path>
              </a:pathLst>
            </a:custGeom>
            <a:noFill/>
            <a:ln w="8573">
              <a:solidFill>
                <a:srgbClr val="000000"/>
              </a:solidFill>
              <a:prstDash val="dash"/>
            </a:ln>
          </p:spPr>
        </p:sp>
        <p:sp>
          <p:nvSpPr>
            <p:cNvPr id="59" name="a_event_box_2">
              <a:extLst>
                <a:ext uri="{FF2B5EF4-FFF2-40B4-BE49-F238E27FC236}">
                  <ns2:creationId id="{9BAD42C3-8036-4A93-9E68-07D682D5D68A}"/>
                </a:ext>
              </a:extLst>
            </p:cNvPr>
            <p:cNvSpPr>
              <a:spLocks noGrp="1"/>
            </p:cNvSpPr>
            <p:nvPr/>
          </p:nvSpPr>
          <p:spPr>
            <a:xfrm rot="0">
              <a:off x="4495991" y="2766060"/>
              <a:ext cx="2892552" cy="400050"/>
            </a:xfrm>
            <a:prstGeom prst="roundRect">
              <a:avLst>
                <a:gd name="adj" fmla="val 19048"/>
              </a:avLst>
            </a:prstGeom>
            <a:solidFill>
              <a:srgbClr val="FFFFFF">
                <a:alpha val="88000"/>
              </a:srgbClr>
            </a:solidFill>
            <a:ln w="6858">
              <a:solidFill>
                <a:srgbClr val="000000"/>
              </a:solidFill>
              <a:prstDash val="solid"/>
            </a:ln>
          </p:spPr>
        </p:sp>
        <p:sp>
          <p:nvSpPr>
            <p:cNvPr id="60" name="text_058">
              <a:extLst>
                <a:ext uri="{FF2B5EF4-FFF2-40B4-BE49-F238E27FC236}">
                  <ns2:creationId id="{EF100C27-1069-4F99-9827-EE0E2DBD610F}"/>
                </a:ext>
              </a:extLst>
            </p:cNvPr>
            <p:cNvSpPr>
              <a:spLocks noGrp="1"/>
            </p:cNvSpPr>
            <p:nvPr/>
          </p:nvSpPr>
          <p:spPr>
            <a:xfrm rot="0">
              <a:off x="4558570" y="2794635"/>
              <a:ext cx="2767394" cy="371475"/>
            </a:xfrm>
            <a:prstGeom prst="rect">
              <a:avLst/>
            </a:prstGeom>
            <a:noFill/>
            <a:ln w="0">
              <a:noFill/>
              <a:prstDash val="solid"/>
            </a:ln>
          </p:spPr>
          <p:txBody>
            <a:bodyPr wrap="none" lIns="0" tIns="0" rIns="0" bIns="0" anchor="t">
              <a:noAutofit/>
            </a:bodyPr>
            <a:lstStyle>
              <a:defPPr algn="l">
                <a:defRPr sz="1125" b="0">
                  <a:solidFill>
                    <a:srgbClr val="000000"/>
                  </a:solidFill>
                  <a:latin typeface="Arial"/>
                  <a:ea typeface="Arial"/>
                  <a:cs typeface="Arial"/>
                </a:defRPr>
              </a:defPPr>
              <a:lvl1pPr algn="l">
                <a:defRPr sz="1125" b="0">
                  <a:solidFill>
                    <a:srgbClr val="000000"/>
                  </a:solidFill>
                  <a:latin typeface="Arial"/>
                  <a:ea typeface="Arial"/>
                  <a:cs typeface="Arial"/>
                </a:defRPr>
              </a:lvl1pPr>
              <a:lvl2pPr algn="l">
                <a:defRPr sz="1125" b="0">
                  <a:solidFill>
                    <a:srgbClr val="000000"/>
                  </a:solidFill>
                  <a:latin typeface="Arial"/>
                  <a:ea typeface="Arial"/>
                  <a:cs typeface="Arial"/>
                </a:defRPr>
              </a:lvl2pPr>
              <a:lvl3pPr algn="l">
                <a:defRPr sz="1125" b="0">
                  <a:solidFill>
                    <a:srgbClr val="000000"/>
                  </a:solidFill>
                  <a:latin typeface="Arial"/>
                  <a:ea typeface="Arial"/>
                  <a:cs typeface="Arial"/>
                </a:defRPr>
              </a:lvl3pPr>
              <a:lvl4pPr algn="l">
                <a:defRPr sz="1125" b="0">
                  <a:solidFill>
                    <a:srgbClr val="000000"/>
                  </a:solidFill>
                  <a:latin typeface="Arial"/>
                  <a:ea typeface="Arial"/>
                  <a:cs typeface="Arial"/>
                </a:defRPr>
              </a:lvl4pPr>
              <a:lvl5pPr algn="l">
                <a:defRPr sz="1125" b="0">
                  <a:solidFill>
                    <a:srgbClr val="000000"/>
                  </a:solidFill>
                  <a:latin typeface="Arial"/>
                  <a:ea typeface="Arial"/>
                  <a:cs typeface="Arial"/>
                </a:defRPr>
              </a:lvl5pPr>
              <a:lvl6pPr algn="l">
                <a:defRPr sz="1125" b="0">
                  <a:solidFill>
                    <a:srgbClr val="000000"/>
                  </a:solidFill>
                  <a:latin typeface="Arial"/>
                  <a:ea typeface="Arial"/>
                  <a:cs typeface="Arial"/>
                </a:defRPr>
              </a:lvl6pPr>
              <a:lvl7pPr algn="l">
                <a:defRPr sz="1125" b="0">
                  <a:solidFill>
                    <a:srgbClr val="000000"/>
                  </a:solidFill>
                  <a:latin typeface="Arial"/>
                  <a:ea typeface="Arial"/>
                  <a:cs typeface="Arial"/>
                </a:defRPr>
              </a:lvl7pPr>
              <a:lvl8pPr algn="l">
                <a:defRPr sz="1125" b="0">
                  <a:solidFill>
                    <a:srgbClr val="000000"/>
                  </a:solidFill>
                  <a:latin typeface="Arial"/>
                  <a:ea typeface="Arial"/>
                  <a:cs typeface="Arial"/>
                </a:defRPr>
              </a:lvl8pPr>
              <a:lvl9pPr algn="l">
                <a:defRPr sz="1125" b="0">
                  <a:solidFill>
                    <a:srgbClr val="000000"/>
                  </a:solidFill>
                  <a:latin typeface="Arial"/>
                  <a:ea typeface="Arial"/>
                  <a:cs typeface="Arial"/>
                </a:defRPr>
              </a:lvl9pPr>
            </a:lstStyle>
            <a:p>
              <a:pPr algn="l">
                <a:defRPr sz="1125" b="0">
                  <a:solidFill>
                    <a:srgbClr val="000000"/>
                  </a:solidFill>
                  <a:latin typeface="Arial"/>
                  <a:ea typeface="Arial"/>
                  <a:cs typeface="Arial"/>
                </a:defRPr>
              </a:pPr>
              <a:r>
                <a:rPr sz="1125" b="0">
                  <a:solidFill>
                    <a:srgbClr val="000000"/>
                  </a:solidFill>
                  <a:latin typeface="Arial"/>
                  <a:ea typeface="Arial"/>
                  <a:cs typeface="Arial"/>
                </a:rPr>
                <a:t>Strong storm over the</a:t>
              </a:r>
            </a:p>
            <a:p>
              <a:pPr algn="l">
                <a:defRPr sz="1125" b="0">
                  <a:solidFill>
                    <a:srgbClr val="000000"/>
                  </a:solidFill>
                  <a:latin typeface="Arial"/>
                  <a:ea typeface="Arial"/>
                  <a:cs typeface="Arial"/>
                </a:defRPr>
              </a:pPr>
              <a:r>
                <a:rPr sz="1125" b="0">
                  <a:solidFill>
                    <a:srgbClr val="000000"/>
                  </a:solidFill>
                  <a:latin typeface="Arial"/>
                  <a:ea typeface="Arial"/>
                  <a:cs typeface="Arial"/>
                </a:rPr>
                <a:t>British Isles and Norway</a:t>
              </a:r>
            </a:p>
          </p:txBody>
        </p:sp>
        <p:sp>
          <p:nvSpPr>
            <p:cNvPr id="61" name="line_059">
              <a:extLst>
                <a:ext uri="{FF2B5EF4-FFF2-40B4-BE49-F238E27FC236}">
                  <ns2:creationId id="{A1B41F57-6EA9-46F3-812C-CA084FC2AB70}"/>
                </a:ext>
              </a:extLst>
            </p:cNvPr>
            <p:cNvSpPr>
              <a:spLocks noGrp="1"/>
            </p:cNvSpPr>
            <p:nvPr/>
          </p:nvSpPr>
          <p:spPr>
            <a:xfrm>
              <a:off x="7159324" y="2178295"/>
              <a:ext cx="95" cy="587765"/>
            </a:xfrm>
            <a:custGeom>
              <a:pathLst>
                <a:path w="95" h="587765">
                  <a:moveTo>
                    <a:pt x="0" y="587765"/>
                  </a:moveTo>
                  <a:lnTo>
                    <a:pt x="0" y="0"/>
                  </a:lnTo>
                </a:path>
              </a:pathLst>
            </a:custGeom>
            <a:noFill/>
            <a:ln w="9430">
              <a:solidFill>
                <a:srgbClr val="000000"/>
              </a:solidFill>
              <a:prstDash val="solid"/>
            </a:ln>
          </p:spPr>
        </p:sp>
        <p:sp>
          <p:nvSpPr>
            <p:cNvPr id="62" name="line_060">
              <a:extLst>
                <a:ext uri="{FF2B5EF4-FFF2-40B4-BE49-F238E27FC236}">
                  <ns2:creationId id="{2DFD914B-65E6-4E31-A91D-334A16D0C8D9}"/>
                </a:ext>
              </a:extLst>
            </p:cNvPr>
            <p:cNvSpPr>
              <a:spLocks noGrp="1"/>
            </p:cNvSpPr>
            <p:nvPr/>
          </p:nvSpPr>
          <p:spPr>
            <a:xfrm>
              <a:off x="7138464" y="2178295"/>
              <a:ext cx="20860" cy="53340"/>
            </a:xfrm>
            <a:custGeom>
              <a:pathLst>
                <a:path w="20860" h="53340">
                  <a:moveTo>
                    <a:pt x="0" y="53340"/>
                  </a:moveTo>
                  <a:lnTo>
                    <a:pt x="20860" y="0"/>
                  </a:lnTo>
                </a:path>
              </a:pathLst>
            </a:custGeom>
            <a:noFill/>
            <a:ln w="9430">
              <a:solidFill>
                <a:srgbClr val="000000"/>
              </a:solidFill>
              <a:prstDash val="solid"/>
            </a:ln>
          </p:spPr>
        </p:sp>
        <p:sp>
          <p:nvSpPr>
            <p:cNvPr id="63" name="line_061">
              <a:extLst>
                <a:ext uri="{FF2B5EF4-FFF2-40B4-BE49-F238E27FC236}">
                  <ns2:creationId id="{1D92A189-99BA-438A-90DC-AF3D821237AA}"/>
                </a:ext>
              </a:extLst>
            </p:cNvPr>
            <p:cNvSpPr>
              <a:spLocks noGrp="1"/>
            </p:cNvSpPr>
            <p:nvPr/>
          </p:nvSpPr>
          <p:spPr>
            <a:xfrm>
              <a:off x="7159324" y="2178295"/>
              <a:ext cx="20860" cy="53340"/>
            </a:xfrm>
            <a:custGeom>
              <a:pathLst>
                <a:path w="20860" h="53340">
                  <a:moveTo>
                    <a:pt x="20860" y="53340"/>
                  </a:moveTo>
                  <a:lnTo>
                    <a:pt x="0" y="0"/>
                  </a:lnTo>
                </a:path>
              </a:pathLst>
            </a:custGeom>
            <a:noFill/>
            <a:ln w="9430">
              <a:solidFill>
                <a:srgbClr val="000000"/>
              </a:solidFill>
              <a:prstDash val="solid"/>
            </a:ln>
          </p:spPr>
        </p:sp>
        <p:sp>
          <p:nvSpPr>
            <p:cNvPr id="64" name="path_062">
              <a:extLst>
                <a:ext uri="{FF2B5EF4-FFF2-40B4-BE49-F238E27FC236}">
                  <ns2:creationId id="{437A50D3-7BFD-4231-AD2E-F5E81C6D2750}"/>
                </a:ext>
              </a:extLst>
            </p:cNvPr>
            <p:cNvSpPr>
              <a:spLocks noGrp="1"/>
            </p:cNvSpPr>
            <p:nvPr/>
          </p:nvSpPr>
          <p:spPr>
            <a:xfrm>
              <a:off x="4752546" y="3383280"/>
              <a:ext cx="2406778" cy="712470"/>
            </a:xfrm>
            <a:custGeom>
              <a:pathLst>
                <a:path w="2406778" h="712470">
                  <a:moveTo>
                    <a:pt x="2406778" y="0"/>
                  </a:moveTo>
                  <a:lnTo>
                    <a:pt x="2406778" y="274320"/>
                  </a:lnTo>
                  <a:lnTo>
                    <a:pt x="0" y="274320"/>
                  </a:lnTo>
                  <a:lnTo>
                    <a:pt x="0" y="712470"/>
                  </a:lnTo>
                </a:path>
              </a:pathLst>
            </a:custGeom>
            <a:noFill/>
            <a:ln w="6858">
              <a:solidFill>
                <a:srgbClr val="8B8B8B"/>
              </a:solidFill>
              <a:prstDash val="solid"/>
            </a:ln>
          </p:spPr>
        </p:sp>
        <p:pic>
          <p:nvPicPr>
            <p:cNvPr id="65" name="">
              <a:extLst>
                <a:ext uri="{FF2B5EF4-FFF2-40B4-BE49-F238E27FC236}">
                  <ns2:creationId id="{8C829D06-65F2-4D3E-A5E7-B1AE47035192}"/>
                </a:ext>
              </a:extLst>
            </p:cNvPr>
            <p:cNvPicPr>
              <a:picLocks noChangeAspect="1"/>
            </p:cNvPicPr>
            <p:nvPr/>
          </p:nvPicPr>
          <p:blipFill>
            <a:blip r:embed="R9222d24ce14d4c21"/>
            <a:stretch/>
          </p:blipFill>
          <p:spPr>
            <a:xfrm>
              <a:off x="3970306" y="4095750"/>
              <a:ext cx="1564481" cy="1609969"/>
            </a:xfrm>
            <a:prstGeom prst="rect">
              <a:avLst/>
            </a:prstGeom>
          </p:spPr>
        </p:pic>
        <p:sp>
          <p:nvSpPr>
            <p:cNvPr id="66" name="rect_064">
              <a:extLst>
                <a:ext uri="{FF2B5EF4-FFF2-40B4-BE49-F238E27FC236}">
                  <ns2:creationId id="{644888FF-26A9-4B0B-ADF9-DA2B45B9021D}"/>
                </a:ext>
              </a:extLst>
            </p:cNvPr>
            <p:cNvSpPr>
              <a:spLocks noGrp="1"/>
            </p:cNvSpPr>
            <p:nvPr/>
          </p:nvSpPr>
          <p:spPr>
            <a:xfrm rot="0">
              <a:off x="3970306" y="4095750"/>
              <a:ext cx="1564481" cy="1609969"/>
            </a:xfrm>
            <a:prstGeom prst="rect">
              <a:avLst/>
            </a:prstGeom>
            <a:noFill/>
            <a:ln w="7715">
              <a:solidFill>
                <a:srgbClr val="000000"/>
              </a:solidFill>
              <a:prstDash val="solid"/>
            </a:ln>
          </p:spPr>
        </p:sp>
        <p:sp>
          <p:nvSpPr>
            <p:cNvPr id="67" name="text_065">
              <a:extLst>
                <a:ext uri="{FF2B5EF4-FFF2-40B4-BE49-F238E27FC236}">
                  <ns2:creationId id="{7728044E-1FF6-493D-ACA5-5E2A23244A85}"/>
                </a:ext>
              </a:extLst>
            </p:cNvPr>
            <p:cNvSpPr>
              <a:spLocks noGrp="1"/>
            </p:cNvSpPr>
            <p:nvPr/>
          </p:nvSpPr>
          <p:spPr>
            <a:xfrm rot="0">
              <a:off x="3907727" y="5768298"/>
              <a:ext cx="1689640" cy="238125"/>
            </a:xfrm>
            <a:prstGeom prst="rect">
              <a:avLst/>
            </a:prstGeom>
            <a:noFill/>
            <a:ln w="0">
              <a:noFill/>
              <a:prstDash val="solid"/>
            </a:ln>
          </p:spPr>
          <p:txBody>
            <a:bodyPr wrap="none" lIns="0" tIns="0" rIns="0" bIns="0" anchor="t">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1999-12-24 23:00</a:t>
              </a:r>
            </a:p>
          </p:txBody>
        </p:sp>
        <p:sp>
          <p:nvSpPr>
            <p:cNvPr id="68" name="line_066">
              <a:extLst>
                <a:ext uri="{FF2B5EF4-FFF2-40B4-BE49-F238E27FC236}">
                  <ns2:creationId id="{E3F71738-57E9-454A-A5F3-5B399A9768C8}"/>
                </a:ext>
              </a:extLst>
            </p:cNvPr>
            <p:cNvSpPr>
              <a:spLocks noGrp="1"/>
            </p:cNvSpPr>
            <p:nvPr/>
          </p:nvSpPr>
          <p:spPr>
            <a:xfrm>
              <a:off x="4421552" y="4514541"/>
              <a:ext cx="342707" cy="115258"/>
            </a:xfrm>
            <a:custGeom>
              <a:pathLst>
                <a:path w="342707" h="115258">
                  <a:moveTo>
                    <a:pt x="0" y="0"/>
                  </a:moveTo>
                  <a:lnTo>
                    <a:pt x="342707" y="115258"/>
                  </a:lnTo>
                </a:path>
              </a:pathLst>
            </a:custGeom>
            <a:noFill/>
            <a:ln w="13716">
              <a:solidFill>
                <a:srgbClr val="333333"/>
              </a:solidFill>
              <a:prstDash val="solid"/>
            </a:ln>
          </p:spPr>
        </p:sp>
        <p:sp>
          <p:nvSpPr>
            <p:cNvPr id="69" name="line_067">
              <a:extLst>
                <a:ext uri="{FF2B5EF4-FFF2-40B4-BE49-F238E27FC236}">
                  <ns2:creationId id="{4AA76D13-1E9B-4795-B4B7-16068DBCD7B9}"/>
                </a:ext>
              </a:extLst>
            </p:cNvPr>
            <p:cNvSpPr>
              <a:spLocks noGrp="1"/>
            </p:cNvSpPr>
            <p:nvPr/>
          </p:nvSpPr>
          <p:spPr>
            <a:xfrm>
              <a:off x="4724775" y="4594511"/>
              <a:ext cx="39484" cy="35287"/>
            </a:xfrm>
            <a:custGeom>
              <a:pathLst>
                <a:path w="39484" h="35287">
                  <a:moveTo>
                    <a:pt x="0" y="0"/>
                  </a:moveTo>
                  <a:lnTo>
                    <a:pt x="39484" y="35287"/>
                  </a:lnTo>
                </a:path>
              </a:pathLst>
            </a:custGeom>
            <a:noFill/>
            <a:ln w="13716">
              <a:solidFill>
                <a:srgbClr val="333333"/>
              </a:solidFill>
              <a:prstDash val="solid"/>
            </a:ln>
          </p:spPr>
        </p:sp>
        <p:sp>
          <p:nvSpPr>
            <p:cNvPr id="70" name="line_068">
              <a:extLst>
                <a:ext uri="{FF2B5EF4-FFF2-40B4-BE49-F238E27FC236}">
                  <ns2:creationId id="{25B7CE60-D8BB-4970-AA99-4AA7D3B61773}"/>
                </a:ext>
              </a:extLst>
            </p:cNvPr>
            <p:cNvSpPr>
              <a:spLocks noGrp="1"/>
            </p:cNvSpPr>
            <p:nvPr/>
          </p:nvSpPr>
          <p:spPr>
            <a:xfrm>
              <a:off x="4711476" y="4629798"/>
              <a:ext cx="52783" cy="4256"/>
            </a:xfrm>
            <a:custGeom>
              <a:pathLst>
                <a:path w="52783" h="4256">
                  <a:moveTo>
                    <a:pt x="0" y="4256"/>
                  </a:moveTo>
                  <a:lnTo>
                    <a:pt x="52783" y="0"/>
                  </a:lnTo>
                </a:path>
              </a:pathLst>
            </a:custGeom>
            <a:noFill/>
            <a:ln w="13716">
              <a:solidFill>
                <a:srgbClr val="333333"/>
              </a:solidFill>
              <a:prstDash val="solid"/>
            </a:ln>
          </p:spPr>
        </p:sp>
        <p:sp>
          <p:nvSpPr>
            <p:cNvPr id="71" name="text_069">
              <a:extLst>
                <a:ext uri="{FF2B5EF4-FFF2-40B4-BE49-F238E27FC236}">
                  <ns2:creationId id="{FF5C4BC8-B26E-40CB-8DDC-F9E91CEA26C9}"/>
                </a:ext>
              </a:extLst>
            </p:cNvPr>
            <p:cNvSpPr>
              <a:spLocks noGrp="1"/>
            </p:cNvSpPr>
            <p:nvPr/>
          </p:nvSpPr>
          <p:spPr>
            <a:xfrm rot="0">
              <a:off x="4792072" y="4553312"/>
              <a:ext cx="139065" cy="166878"/>
            </a:xfrm>
            <a:prstGeom prst="rect">
              <a:avLst/>
            </a:prstGeom>
            <a:noFill/>
            <a:ln w="0">
              <a:noFill/>
              <a:prstDash val="solid"/>
            </a:ln>
          </p:spPr>
          <p:txBody>
            <a:bodyPr wrap="none" lIns="0" tIns="0" rIns="0" bIns="0" anchor="t">
              <a:noAutofit/>
            </a:bodyPr>
            <a:lstStyle>
              <a:defPPr algn="l">
                <a:defRPr sz="1275" b="1">
                  <a:solidFill>
                    <a:srgbClr val="000000"/>
                  </a:solidFill>
                  <a:latin typeface="Arial"/>
                  <a:ea typeface="Arial"/>
                  <a:cs typeface="Arial"/>
                </a:defRPr>
              </a:defPPr>
              <a:lvl1pPr algn="l">
                <a:defRPr sz="1275" b="1">
                  <a:solidFill>
                    <a:srgbClr val="000000"/>
                  </a:solidFill>
                  <a:latin typeface="Arial"/>
                  <a:ea typeface="Arial"/>
                  <a:cs typeface="Arial"/>
                </a:defRPr>
              </a:lvl1pPr>
              <a:lvl2pPr algn="l">
                <a:defRPr sz="1275" b="1">
                  <a:solidFill>
                    <a:srgbClr val="000000"/>
                  </a:solidFill>
                  <a:latin typeface="Arial"/>
                  <a:ea typeface="Arial"/>
                  <a:cs typeface="Arial"/>
                </a:defRPr>
              </a:lvl2pPr>
              <a:lvl3pPr algn="l">
                <a:defRPr sz="1275" b="1">
                  <a:solidFill>
                    <a:srgbClr val="000000"/>
                  </a:solidFill>
                  <a:latin typeface="Arial"/>
                  <a:ea typeface="Arial"/>
                  <a:cs typeface="Arial"/>
                </a:defRPr>
              </a:lvl3pPr>
              <a:lvl4pPr algn="l">
                <a:defRPr sz="1275" b="1">
                  <a:solidFill>
                    <a:srgbClr val="000000"/>
                  </a:solidFill>
                  <a:latin typeface="Arial"/>
                  <a:ea typeface="Arial"/>
                  <a:cs typeface="Arial"/>
                </a:defRPr>
              </a:lvl4pPr>
              <a:lvl5pPr algn="l">
                <a:defRPr sz="1275" b="1">
                  <a:solidFill>
                    <a:srgbClr val="000000"/>
                  </a:solidFill>
                  <a:latin typeface="Arial"/>
                  <a:ea typeface="Arial"/>
                  <a:cs typeface="Arial"/>
                </a:defRPr>
              </a:lvl5pPr>
              <a:lvl6pPr algn="l">
                <a:defRPr sz="1275" b="1">
                  <a:solidFill>
                    <a:srgbClr val="000000"/>
                  </a:solidFill>
                  <a:latin typeface="Arial"/>
                  <a:ea typeface="Arial"/>
                  <a:cs typeface="Arial"/>
                </a:defRPr>
              </a:lvl6pPr>
              <a:lvl7pPr algn="l">
                <a:defRPr sz="1275" b="1">
                  <a:solidFill>
                    <a:srgbClr val="000000"/>
                  </a:solidFill>
                  <a:latin typeface="Arial"/>
                  <a:ea typeface="Arial"/>
                  <a:cs typeface="Arial"/>
                </a:defRPr>
              </a:lvl7pPr>
              <a:lvl8pPr algn="l">
                <a:defRPr sz="1275" b="1">
                  <a:solidFill>
                    <a:srgbClr val="000000"/>
                  </a:solidFill>
                  <a:latin typeface="Arial"/>
                  <a:ea typeface="Arial"/>
                  <a:cs typeface="Arial"/>
                </a:defRPr>
              </a:lvl8pPr>
              <a:lvl9pPr algn="l">
                <a:defRPr sz="1275" b="1">
                  <a:solidFill>
                    <a:srgbClr val="000000"/>
                  </a:solidFill>
                  <a:latin typeface="Arial"/>
                  <a:ea typeface="Arial"/>
                  <a:cs typeface="Arial"/>
                </a:defRPr>
              </a:lvl9pPr>
            </a:lstStyle>
            <a:p>
              <a:pPr algn="l">
                <a:defRPr sz="1275" b="1">
                  <a:solidFill>
                    <a:srgbClr val="000000"/>
                  </a:solidFill>
                  <a:latin typeface="Arial"/>
                  <a:ea typeface="Arial"/>
                  <a:cs typeface="Arial"/>
                </a:defRPr>
              </a:pPr>
              <a:r>
                <a:rPr sz="1275" b="1">
                  <a:solidFill>
                    <a:srgbClr val="000000"/>
                  </a:solidFill>
                  <a:latin typeface="Arial"/>
                  <a:ea typeface="Arial"/>
                  <a:cs typeface="Arial"/>
                </a:rPr>
                <a:t>d</a:t>
              </a:r>
            </a:p>
          </p:txBody>
        </p:sp>
        <p:sp>
          <p:nvSpPr>
            <p:cNvPr id="72" name="a_event_guide_3">
              <a:extLst>
                <a:ext uri="{FF2B5EF4-FFF2-40B4-BE49-F238E27FC236}">
                  <ns2:creationId id="{4B1B118E-6714-4E34-81B3-79C5B0505EFD}"/>
                </a:ext>
              </a:extLst>
            </p:cNvPr>
            <p:cNvSpPr>
              <a:spLocks noGrp="1"/>
            </p:cNvSpPr>
            <p:nvPr/>
          </p:nvSpPr>
          <p:spPr>
            <a:xfrm>
              <a:off x="7571472" y="320040"/>
              <a:ext cx="95" cy="2971800"/>
            </a:xfrm>
            <a:custGeom>
              <a:pathLst>
                <a:path w="95" h="2971800">
                  <a:moveTo>
                    <a:pt x="0" y="0"/>
                  </a:moveTo>
                  <a:lnTo>
                    <a:pt x="0" y="2971800"/>
                  </a:lnTo>
                </a:path>
              </a:pathLst>
            </a:custGeom>
            <a:noFill/>
            <a:ln w="10478">
              <a:solidFill>
                <a:srgbClr val="C73A37"/>
              </a:solidFill>
              <a:prstDash val="dash"/>
            </a:ln>
          </p:spPr>
        </p:sp>
        <p:sp>
          <p:nvSpPr>
            <p:cNvPr id="73" name="a_event_box_3">
              <a:extLst>
                <a:ext uri="{FF2B5EF4-FFF2-40B4-BE49-F238E27FC236}">
                  <ns2:creationId id="{FD7109BD-02AB-40B3-A824-59670E05931D}"/>
                </a:ext>
              </a:extLst>
            </p:cNvPr>
            <p:cNvSpPr>
              <a:spLocks noGrp="1"/>
            </p:cNvSpPr>
            <p:nvPr/>
          </p:nvSpPr>
          <p:spPr>
            <a:xfrm rot="0">
              <a:off x="6063234" y="1645920"/>
              <a:ext cx="1077754" cy="228600"/>
            </a:xfrm>
            <a:prstGeom prst="roundRect">
              <a:avLst>
                <a:gd name="adj" fmla="val 33333"/>
              </a:avLst>
            </a:prstGeom>
            <a:solidFill>
              <a:srgbClr val="FFFFFF">
                <a:alpha val="88000"/>
              </a:srgbClr>
            </a:solidFill>
            <a:ln w="6858">
              <a:solidFill>
                <a:srgbClr val="000000"/>
              </a:solidFill>
              <a:prstDash val="solid"/>
            </a:ln>
          </p:spPr>
        </p:sp>
        <p:sp>
          <p:nvSpPr>
            <p:cNvPr id="74" name="text_072">
              <a:extLst>
                <a:ext uri="{FF2B5EF4-FFF2-40B4-BE49-F238E27FC236}">
                  <ns2:creationId id="{F43A0D89-B335-482A-83E1-E257298D7B55}"/>
                </a:ext>
              </a:extLst>
            </p:cNvPr>
            <p:cNvSpPr>
              <a:spLocks noGrp="1"/>
            </p:cNvSpPr>
            <p:nvPr/>
          </p:nvSpPr>
          <p:spPr>
            <a:xfrm rot="0">
              <a:off x="6125813" y="1684020"/>
              <a:ext cx="952595" cy="190500"/>
            </a:xfrm>
            <a:prstGeom prst="rect">
              <a:avLst/>
            </a:prstGeom>
            <a:noFill/>
            <a:ln w="0">
              <a:noFill/>
              <a:prstDash val="solid"/>
            </a:ln>
          </p:spPr>
          <p:txBody>
            <a:bodyPr wrap="none" lIns="0" tIns="0" rIns="0" bIns="0" anchor="t">
              <a:noAutofit/>
            </a:bodyPr>
            <a:lstStyle>
              <a:defPPr algn="l">
                <a:defRPr sz="1125" b="0">
                  <a:solidFill>
                    <a:srgbClr val="000000"/>
                  </a:solidFill>
                  <a:latin typeface="Arial"/>
                  <a:ea typeface="Arial"/>
                  <a:cs typeface="Arial"/>
                </a:defRPr>
              </a:defPPr>
              <a:lvl1pPr algn="l">
                <a:defRPr sz="1125" b="0">
                  <a:solidFill>
                    <a:srgbClr val="000000"/>
                  </a:solidFill>
                  <a:latin typeface="Arial"/>
                  <a:ea typeface="Arial"/>
                  <a:cs typeface="Arial"/>
                </a:defRPr>
              </a:lvl1pPr>
              <a:lvl2pPr algn="l">
                <a:defRPr sz="1125" b="0">
                  <a:solidFill>
                    <a:srgbClr val="000000"/>
                  </a:solidFill>
                  <a:latin typeface="Arial"/>
                  <a:ea typeface="Arial"/>
                  <a:cs typeface="Arial"/>
                </a:defRPr>
              </a:lvl2pPr>
              <a:lvl3pPr algn="l">
                <a:defRPr sz="1125" b="0">
                  <a:solidFill>
                    <a:srgbClr val="000000"/>
                  </a:solidFill>
                  <a:latin typeface="Arial"/>
                  <a:ea typeface="Arial"/>
                  <a:cs typeface="Arial"/>
                </a:defRPr>
              </a:lvl3pPr>
              <a:lvl4pPr algn="l">
                <a:defRPr sz="1125" b="0">
                  <a:solidFill>
                    <a:srgbClr val="000000"/>
                  </a:solidFill>
                  <a:latin typeface="Arial"/>
                  <a:ea typeface="Arial"/>
                  <a:cs typeface="Arial"/>
                </a:defRPr>
              </a:lvl4pPr>
              <a:lvl5pPr algn="l">
                <a:defRPr sz="1125" b="0">
                  <a:solidFill>
                    <a:srgbClr val="000000"/>
                  </a:solidFill>
                  <a:latin typeface="Arial"/>
                  <a:ea typeface="Arial"/>
                  <a:cs typeface="Arial"/>
                </a:defRPr>
              </a:lvl5pPr>
              <a:lvl6pPr algn="l">
                <a:defRPr sz="1125" b="0">
                  <a:solidFill>
                    <a:srgbClr val="000000"/>
                  </a:solidFill>
                  <a:latin typeface="Arial"/>
                  <a:ea typeface="Arial"/>
                  <a:cs typeface="Arial"/>
                </a:defRPr>
              </a:lvl6pPr>
              <a:lvl7pPr algn="l">
                <a:defRPr sz="1125" b="0">
                  <a:solidFill>
                    <a:srgbClr val="000000"/>
                  </a:solidFill>
                  <a:latin typeface="Arial"/>
                  <a:ea typeface="Arial"/>
                  <a:cs typeface="Arial"/>
                </a:defRPr>
              </a:lvl7pPr>
              <a:lvl8pPr algn="l">
                <a:defRPr sz="1125" b="0">
                  <a:solidFill>
                    <a:srgbClr val="000000"/>
                  </a:solidFill>
                  <a:latin typeface="Arial"/>
                  <a:ea typeface="Arial"/>
                  <a:cs typeface="Arial"/>
                </a:defRPr>
              </a:lvl8pPr>
              <a:lvl9pPr algn="l">
                <a:defRPr sz="1125" b="0">
                  <a:solidFill>
                    <a:srgbClr val="000000"/>
                  </a:solidFill>
                  <a:latin typeface="Arial"/>
                  <a:ea typeface="Arial"/>
                  <a:cs typeface="Arial"/>
                </a:defRPr>
              </a:lvl9pPr>
            </a:lstStyle>
            <a:p>
              <a:pPr algn="l">
                <a:defRPr sz="1125" b="0">
                  <a:solidFill>
                    <a:srgbClr val="000000"/>
                  </a:solidFill>
                  <a:latin typeface="Arial"/>
                  <a:ea typeface="Arial"/>
                  <a:cs typeface="Arial"/>
                </a:defRPr>
              </a:pPr>
              <a:r>
                <a:rPr sz="1125" b="0">
                  <a:solidFill>
                    <a:srgbClr val="000000"/>
                  </a:solidFill>
                  <a:latin typeface="Arial"/>
                  <a:ea typeface="Arial"/>
                  <a:cs typeface="Arial"/>
                </a:rPr>
                <a:t>Cyclone Lothar</a:t>
              </a:r>
            </a:p>
          </p:txBody>
        </p:sp>
        <p:sp>
          <p:nvSpPr>
            <p:cNvPr id="75" name="line_073">
              <a:extLst>
                <a:ext uri="{FF2B5EF4-FFF2-40B4-BE49-F238E27FC236}">
                  <ns2:creationId id="{685118E3-5CB8-4F42-8F59-82A36A4C8BBD}"/>
                </a:ext>
              </a:extLst>
            </p:cNvPr>
            <p:cNvSpPr>
              <a:spLocks noGrp="1"/>
            </p:cNvSpPr>
            <p:nvPr/>
          </p:nvSpPr>
          <p:spPr>
            <a:xfrm>
              <a:off x="7078409" y="1645920"/>
              <a:ext cx="493064" cy="106940"/>
            </a:xfrm>
            <a:custGeom>
              <a:pathLst>
                <a:path w="493064" h="106940">
                  <a:moveTo>
                    <a:pt x="0" y="0"/>
                  </a:moveTo>
                  <a:lnTo>
                    <a:pt x="493064" y="106940"/>
                  </a:lnTo>
                </a:path>
              </a:pathLst>
            </a:custGeom>
            <a:noFill/>
            <a:ln w="9430">
              <a:solidFill>
                <a:srgbClr val="000000"/>
              </a:solidFill>
              <a:prstDash val="solid"/>
            </a:ln>
          </p:spPr>
        </p:sp>
        <p:sp>
          <p:nvSpPr>
            <p:cNvPr id="76" name="line_074">
              <a:extLst>
                <a:ext uri="{FF2B5EF4-FFF2-40B4-BE49-F238E27FC236}">
                  <ns2:creationId id="{552CE11F-4565-494B-BDEB-0F7301C97C52}"/>
                </a:ext>
              </a:extLst>
            </p:cNvPr>
            <p:cNvSpPr>
              <a:spLocks noGrp="1"/>
            </p:cNvSpPr>
            <p:nvPr/>
          </p:nvSpPr>
          <p:spPr>
            <a:xfrm>
              <a:off x="7527776" y="1720079"/>
              <a:ext cx="43697" cy="32781"/>
            </a:xfrm>
            <a:custGeom>
              <a:pathLst>
                <a:path w="43697" h="32781">
                  <a:moveTo>
                    <a:pt x="0" y="0"/>
                  </a:moveTo>
                  <a:lnTo>
                    <a:pt x="43697" y="32781"/>
                  </a:lnTo>
                </a:path>
              </a:pathLst>
            </a:custGeom>
            <a:noFill/>
            <a:ln w="9430">
              <a:solidFill>
                <a:srgbClr val="000000"/>
              </a:solidFill>
              <a:prstDash val="solid"/>
            </a:ln>
          </p:spPr>
        </p:sp>
        <p:sp>
          <p:nvSpPr>
            <p:cNvPr id="77" name="line_075">
              <a:extLst>
                <a:ext uri="{FF2B5EF4-FFF2-40B4-BE49-F238E27FC236}">
                  <ns2:creationId id="{409B601A-056C-4F44-93AE-236588B63C63}"/>
                </a:ext>
              </a:extLst>
            </p:cNvPr>
            <p:cNvSpPr>
              <a:spLocks noGrp="1"/>
            </p:cNvSpPr>
            <p:nvPr/>
          </p:nvSpPr>
          <p:spPr>
            <a:xfrm>
              <a:off x="7519676" y="1752860"/>
              <a:ext cx="51796" cy="12069"/>
            </a:xfrm>
            <a:custGeom>
              <a:pathLst>
                <a:path w="51796" h="12069">
                  <a:moveTo>
                    <a:pt x="0" y="12069"/>
                  </a:moveTo>
                  <a:lnTo>
                    <a:pt x="51796" y="0"/>
                  </a:lnTo>
                </a:path>
              </a:pathLst>
            </a:custGeom>
            <a:noFill/>
            <a:ln w="9430">
              <a:solidFill>
                <a:srgbClr val="000000"/>
              </a:solidFill>
              <a:prstDash val="solid"/>
            </a:ln>
          </p:spPr>
        </p:sp>
        <p:sp>
          <p:nvSpPr>
            <p:cNvPr id="78" name="path_076">
              <a:extLst>
                <a:ext uri="{FF2B5EF4-FFF2-40B4-BE49-F238E27FC236}">
                  <ns2:creationId id="{09802CCA-FA06-483B-B2A1-25370807D334}"/>
                </a:ext>
              </a:extLst>
            </p:cNvPr>
            <p:cNvSpPr>
              <a:spLocks noGrp="1"/>
            </p:cNvSpPr>
            <p:nvPr/>
          </p:nvSpPr>
          <p:spPr>
            <a:xfrm>
              <a:off x="6511719" y="3383280"/>
              <a:ext cx="1059754" cy="712470"/>
            </a:xfrm>
            <a:custGeom>
              <a:pathLst>
                <a:path w="1059754" h="712470">
                  <a:moveTo>
                    <a:pt x="1059754" y="0"/>
                  </a:moveTo>
                  <a:lnTo>
                    <a:pt x="1059754" y="289560"/>
                  </a:lnTo>
                  <a:lnTo>
                    <a:pt x="0" y="289560"/>
                  </a:lnTo>
                  <a:lnTo>
                    <a:pt x="0" y="712470"/>
                  </a:lnTo>
                </a:path>
              </a:pathLst>
            </a:custGeom>
            <a:noFill/>
            <a:ln w="6858">
              <a:solidFill>
                <a:srgbClr val="8B8B8B"/>
              </a:solidFill>
              <a:prstDash val="solid"/>
            </a:ln>
          </p:spPr>
        </p:sp>
        <p:pic>
          <p:nvPicPr>
            <p:cNvPr id="79" name="">
              <a:extLst>
                <a:ext uri="{FF2B5EF4-FFF2-40B4-BE49-F238E27FC236}">
                  <ns2:creationId id="{71073253-1170-4ECA-9282-75C9FE9B1323}"/>
                </a:ext>
              </a:extLst>
            </p:cNvPr>
            <p:cNvPicPr>
              <a:picLocks noChangeAspect="1"/>
            </p:cNvPicPr>
            <p:nvPr/>
          </p:nvPicPr>
          <p:blipFill>
            <a:blip r:embed="R4d9d3d719a9247d3"/>
            <a:stretch/>
          </p:blipFill>
          <p:spPr>
            <a:xfrm>
              <a:off x="5729478" y="4095750"/>
              <a:ext cx="1564481" cy="1609969"/>
            </a:xfrm>
            <a:prstGeom prst="rect">
              <a:avLst/>
            </a:prstGeom>
          </p:spPr>
        </p:pic>
        <p:sp>
          <p:nvSpPr>
            <p:cNvPr id="80" name="rect_078">
              <a:extLst>
                <a:ext uri="{FF2B5EF4-FFF2-40B4-BE49-F238E27FC236}">
                  <ns2:creationId id="{35BDFADC-81FC-472A-9C8B-23B8488C8C85}"/>
                </a:ext>
              </a:extLst>
            </p:cNvPr>
            <p:cNvSpPr>
              <a:spLocks noGrp="1"/>
            </p:cNvSpPr>
            <p:nvPr/>
          </p:nvSpPr>
          <p:spPr>
            <a:xfrm rot="0">
              <a:off x="5729478" y="4095750"/>
              <a:ext cx="1564481" cy="1609969"/>
            </a:xfrm>
            <a:prstGeom prst="rect">
              <a:avLst/>
            </a:prstGeom>
            <a:noFill/>
            <a:ln w="11430">
              <a:solidFill>
                <a:srgbClr val="C73A37"/>
              </a:solidFill>
              <a:prstDash val="solid"/>
            </a:ln>
          </p:spPr>
        </p:sp>
        <p:sp>
          <p:nvSpPr>
            <p:cNvPr id="81" name="text_079">
              <a:extLst>
                <a:ext uri="{FF2B5EF4-FFF2-40B4-BE49-F238E27FC236}">
                  <ns2:creationId id="{B5D81EE7-152A-44D8-BA34-F6ACDA55628F}"/>
                </a:ext>
              </a:extLst>
            </p:cNvPr>
            <p:cNvSpPr>
              <a:spLocks noGrp="1"/>
            </p:cNvSpPr>
            <p:nvPr/>
          </p:nvSpPr>
          <p:spPr>
            <a:xfrm rot="0">
              <a:off x="5666899" y="5768298"/>
              <a:ext cx="1689640" cy="238125"/>
            </a:xfrm>
            <a:prstGeom prst="rect">
              <a:avLst/>
            </a:prstGeom>
            <a:noFill/>
            <a:ln w="0">
              <a:noFill/>
              <a:prstDash val="solid"/>
            </a:ln>
          </p:spPr>
          <p:txBody>
            <a:bodyPr wrap="none" lIns="0" tIns="0" rIns="0" bIns="0" anchor="t">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1999-12-26 10:00</a:t>
              </a:r>
            </a:p>
          </p:txBody>
        </p:sp>
        <p:sp>
          <p:nvSpPr>
            <p:cNvPr id="82" name="line_080">
              <a:extLst>
                <a:ext uri="{FF2B5EF4-FFF2-40B4-BE49-F238E27FC236}">
                  <ns2:creationId id="{5DB263CC-0468-4C53-A177-393E29EEADA1}"/>
                </a:ext>
              </a:extLst>
            </p:cNvPr>
            <p:cNvSpPr>
              <a:spLocks noGrp="1"/>
            </p:cNvSpPr>
            <p:nvPr/>
          </p:nvSpPr>
          <p:spPr>
            <a:xfrm>
              <a:off x="6404222" y="4711680"/>
              <a:ext cx="342707" cy="115258"/>
            </a:xfrm>
            <a:custGeom>
              <a:pathLst>
                <a:path w="342707" h="115258">
                  <a:moveTo>
                    <a:pt x="0" y="0"/>
                  </a:moveTo>
                  <a:lnTo>
                    <a:pt x="342707" y="115258"/>
                  </a:lnTo>
                </a:path>
              </a:pathLst>
            </a:custGeom>
            <a:noFill/>
            <a:ln w="13716">
              <a:solidFill>
                <a:srgbClr val="333333"/>
              </a:solidFill>
              <a:prstDash val="solid"/>
            </a:ln>
          </p:spPr>
        </p:sp>
        <p:sp>
          <p:nvSpPr>
            <p:cNvPr id="83" name="line_081">
              <a:extLst>
                <a:ext uri="{FF2B5EF4-FFF2-40B4-BE49-F238E27FC236}">
                  <ns2:creationId id="{BEFB46E8-CEFD-49CA-B1BC-F66DBA5C6CCE}"/>
                </a:ext>
              </a:extLst>
            </p:cNvPr>
            <p:cNvSpPr>
              <a:spLocks noGrp="1"/>
            </p:cNvSpPr>
            <p:nvPr/>
          </p:nvSpPr>
          <p:spPr>
            <a:xfrm>
              <a:off x="6707444" y="4791650"/>
              <a:ext cx="39484" cy="35287"/>
            </a:xfrm>
            <a:custGeom>
              <a:pathLst>
                <a:path w="39484" h="35287">
                  <a:moveTo>
                    <a:pt x="0" y="0"/>
                  </a:moveTo>
                  <a:lnTo>
                    <a:pt x="39484" y="35287"/>
                  </a:lnTo>
                </a:path>
              </a:pathLst>
            </a:custGeom>
            <a:noFill/>
            <a:ln w="13716">
              <a:solidFill>
                <a:srgbClr val="333333"/>
              </a:solidFill>
              <a:prstDash val="solid"/>
            </a:ln>
          </p:spPr>
        </p:sp>
        <p:sp>
          <p:nvSpPr>
            <p:cNvPr id="84" name="line_082">
              <a:extLst>
                <a:ext uri="{FF2B5EF4-FFF2-40B4-BE49-F238E27FC236}">
                  <ns2:creationId id="{8C537DB1-B2E1-4FEF-ACFB-8A7B08258014}"/>
                </a:ext>
              </a:extLst>
            </p:cNvPr>
            <p:cNvSpPr>
              <a:spLocks noGrp="1"/>
            </p:cNvSpPr>
            <p:nvPr/>
          </p:nvSpPr>
          <p:spPr>
            <a:xfrm>
              <a:off x="6694145" y="4826937"/>
              <a:ext cx="52783" cy="4256"/>
            </a:xfrm>
            <a:custGeom>
              <a:pathLst>
                <a:path w="52783" h="4256">
                  <a:moveTo>
                    <a:pt x="0" y="4256"/>
                  </a:moveTo>
                  <a:lnTo>
                    <a:pt x="52783" y="0"/>
                  </a:lnTo>
                </a:path>
              </a:pathLst>
            </a:custGeom>
            <a:noFill/>
            <a:ln w="13716">
              <a:solidFill>
                <a:srgbClr val="333333"/>
              </a:solidFill>
              <a:prstDash val="solid"/>
            </a:ln>
          </p:spPr>
        </p:sp>
        <p:sp>
          <p:nvSpPr>
            <p:cNvPr id="85" name="text_083">
              <a:extLst>
                <a:ext uri="{FF2B5EF4-FFF2-40B4-BE49-F238E27FC236}">
                  <ns2:creationId id="{E39A1115-55DD-4572-A493-74D8A9E81CC8}"/>
                </a:ext>
              </a:extLst>
            </p:cNvPr>
            <p:cNvSpPr>
              <a:spLocks noGrp="1"/>
            </p:cNvSpPr>
            <p:nvPr/>
          </p:nvSpPr>
          <p:spPr>
            <a:xfrm rot="0">
              <a:off x="6774741" y="4750452"/>
              <a:ext cx="139065" cy="166878"/>
            </a:xfrm>
            <a:prstGeom prst="rect">
              <a:avLst/>
            </a:prstGeom>
            <a:noFill/>
            <a:ln w="0">
              <a:noFill/>
              <a:prstDash val="solid"/>
            </a:ln>
          </p:spPr>
          <p:txBody>
            <a:bodyPr wrap="none" lIns="0" tIns="0" rIns="0" bIns="0" anchor="t">
              <a:noAutofit/>
            </a:bodyPr>
            <a:lstStyle>
              <a:defPPr algn="l">
                <a:defRPr sz="1275" b="1">
                  <a:solidFill>
                    <a:srgbClr val="000000"/>
                  </a:solidFill>
                  <a:latin typeface="Arial"/>
                  <a:ea typeface="Arial"/>
                  <a:cs typeface="Arial"/>
                </a:defRPr>
              </a:defPPr>
              <a:lvl1pPr algn="l">
                <a:defRPr sz="1275" b="1">
                  <a:solidFill>
                    <a:srgbClr val="000000"/>
                  </a:solidFill>
                  <a:latin typeface="Arial"/>
                  <a:ea typeface="Arial"/>
                  <a:cs typeface="Arial"/>
                </a:defRPr>
              </a:lvl1pPr>
              <a:lvl2pPr algn="l">
                <a:defRPr sz="1275" b="1">
                  <a:solidFill>
                    <a:srgbClr val="000000"/>
                  </a:solidFill>
                  <a:latin typeface="Arial"/>
                  <a:ea typeface="Arial"/>
                  <a:cs typeface="Arial"/>
                </a:defRPr>
              </a:lvl2pPr>
              <a:lvl3pPr algn="l">
                <a:defRPr sz="1275" b="1">
                  <a:solidFill>
                    <a:srgbClr val="000000"/>
                  </a:solidFill>
                  <a:latin typeface="Arial"/>
                  <a:ea typeface="Arial"/>
                  <a:cs typeface="Arial"/>
                </a:defRPr>
              </a:lvl3pPr>
              <a:lvl4pPr algn="l">
                <a:defRPr sz="1275" b="1">
                  <a:solidFill>
                    <a:srgbClr val="000000"/>
                  </a:solidFill>
                  <a:latin typeface="Arial"/>
                  <a:ea typeface="Arial"/>
                  <a:cs typeface="Arial"/>
                </a:defRPr>
              </a:lvl4pPr>
              <a:lvl5pPr algn="l">
                <a:defRPr sz="1275" b="1">
                  <a:solidFill>
                    <a:srgbClr val="000000"/>
                  </a:solidFill>
                  <a:latin typeface="Arial"/>
                  <a:ea typeface="Arial"/>
                  <a:cs typeface="Arial"/>
                </a:defRPr>
              </a:lvl5pPr>
              <a:lvl6pPr algn="l">
                <a:defRPr sz="1275" b="1">
                  <a:solidFill>
                    <a:srgbClr val="000000"/>
                  </a:solidFill>
                  <a:latin typeface="Arial"/>
                  <a:ea typeface="Arial"/>
                  <a:cs typeface="Arial"/>
                </a:defRPr>
              </a:lvl6pPr>
              <a:lvl7pPr algn="l">
                <a:defRPr sz="1275" b="1">
                  <a:solidFill>
                    <a:srgbClr val="000000"/>
                  </a:solidFill>
                  <a:latin typeface="Arial"/>
                  <a:ea typeface="Arial"/>
                  <a:cs typeface="Arial"/>
                </a:defRPr>
              </a:lvl7pPr>
              <a:lvl8pPr algn="l">
                <a:defRPr sz="1275" b="1">
                  <a:solidFill>
                    <a:srgbClr val="000000"/>
                  </a:solidFill>
                  <a:latin typeface="Arial"/>
                  <a:ea typeface="Arial"/>
                  <a:cs typeface="Arial"/>
                </a:defRPr>
              </a:lvl8pPr>
              <a:lvl9pPr algn="l">
                <a:defRPr sz="1275" b="1">
                  <a:solidFill>
                    <a:srgbClr val="000000"/>
                  </a:solidFill>
                  <a:latin typeface="Arial"/>
                  <a:ea typeface="Arial"/>
                  <a:cs typeface="Arial"/>
                </a:defRPr>
              </a:lvl9pPr>
            </a:lstStyle>
            <a:p>
              <a:pPr algn="l">
                <a:defRPr sz="1275" b="1">
                  <a:solidFill>
                    <a:srgbClr val="000000"/>
                  </a:solidFill>
                  <a:latin typeface="Arial"/>
                  <a:ea typeface="Arial"/>
                  <a:cs typeface="Arial"/>
                </a:defRPr>
              </a:pPr>
              <a:r>
                <a:rPr sz="1275" b="1">
                  <a:solidFill>
                    <a:srgbClr val="000000"/>
                  </a:solidFill>
                  <a:latin typeface="Arial"/>
                  <a:ea typeface="Arial"/>
                  <a:cs typeface="Arial"/>
                </a:rPr>
                <a:t>d</a:t>
              </a:r>
            </a:p>
          </p:txBody>
        </p:sp>
        <p:sp>
          <p:nvSpPr>
            <p:cNvPr id="86" name="a_event_guide_4">
              <a:extLst>
                <a:ext uri="{FF2B5EF4-FFF2-40B4-BE49-F238E27FC236}">
                  <ns2:creationId id="{EF14D915-F406-4BF4-B31D-8745F9C7E20B}"/>
                </a:ext>
              </a:extLst>
            </p:cNvPr>
            <p:cNvSpPr>
              <a:spLocks noGrp="1"/>
            </p:cNvSpPr>
            <p:nvPr/>
          </p:nvSpPr>
          <p:spPr>
            <a:xfrm>
              <a:off x="7983621" y="320040"/>
              <a:ext cx="95" cy="2971800"/>
            </a:xfrm>
            <a:custGeom>
              <a:pathLst>
                <a:path w="95" h="2971800">
                  <a:moveTo>
                    <a:pt x="0" y="0"/>
                  </a:moveTo>
                  <a:lnTo>
                    <a:pt x="0" y="2971800"/>
                  </a:lnTo>
                </a:path>
              </a:pathLst>
            </a:custGeom>
            <a:noFill/>
            <a:ln w="8573">
              <a:solidFill>
                <a:srgbClr val="000000"/>
              </a:solidFill>
              <a:prstDash val="dash"/>
            </a:ln>
          </p:spPr>
        </p:sp>
        <p:sp>
          <p:nvSpPr>
            <p:cNvPr id="87" name="a_event_box_4">
              <a:extLst>
                <a:ext uri="{FF2B5EF4-FFF2-40B4-BE49-F238E27FC236}">
                  <ns2:creationId id="{E74B9826-15ED-481D-9059-3E4C28D35F61}"/>
                </a:ext>
              </a:extLst>
            </p:cNvPr>
            <p:cNvSpPr>
              <a:spLocks noGrp="1"/>
            </p:cNvSpPr>
            <p:nvPr/>
          </p:nvSpPr>
          <p:spPr>
            <a:xfrm rot="0">
              <a:off x="7769542" y="647700"/>
              <a:ext cx="1098614" cy="228600"/>
            </a:xfrm>
            <a:prstGeom prst="roundRect">
              <a:avLst>
                <a:gd name="adj" fmla="val 33333"/>
              </a:avLst>
            </a:prstGeom>
            <a:solidFill>
              <a:srgbClr val="FFFFFF">
                <a:alpha val="88000"/>
              </a:srgbClr>
            </a:solidFill>
            <a:ln w="6858">
              <a:solidFill>
                <a:srgbClr val="000000"/>
              </a:solidFill>
              <a:prstDash val="solid"/>
            </a:ln>
          </p:spPr>
        </p:sp>
        <p:sp>
          <p:nvSpPr>
            <p:cNvPr id="88" name="text_086">
              <a:extLst>
                <a:ext uri="{FF2B5EF4-FFF2-40B4-BE49-F238E27FC236}">
                  <ns2:creationId id="{F10E45BD-D566-47CD-A91A-DF91CA1C5CF6}"/>
                </a:ext>
              </a:extLst>
            </p:cNvPr>
            <p:cNvSpPr>
              <a:spLocks noGrp="1"/>
            </p:cNvSpPr>
            <p:nvPr/>
          </p:nvSpPr>
          <p:spPr>
            <a:xfrm rot="0">
              <a:off x="7832122" y="685800"/>
              <a:ext cx="973455" cy="190500"/>
            </a:xfrm>
            <a:prstGeom prst="rect">
              <a:avLst/>
            </a:prstGeom>
            <a:noFill/>
            <a:ln w="0">
              <a:noFill/>
              <a:prstDash val="solid"/>
            </a:ln>
          </p:spPr>
          <p:txBody>
            <a:bodyPr wrap="none" lIns="0" tIns="0" rIns="0" bIns="0" anchor="t">
              <a:noAutofit/>
            </a:bodyPr>
            <a:lstStyle>
              <a:defPPr algn="l">
                <a:defRPr sz="1125" b="0">
                  <a:solidFill>
                    <a:srgbClr val="000000"/>
                  </a:solidFill>
                  <a:latin typeface="Arial"/>
                  <a:ea typeface="Arial"/>
                  <a:cs typeface="Arial"/>
                </a:defRPr>
              </a:defPPr>
              <a:lvl1pPr algn="l">
                <a:defRPr sz="1125" b="0">
                  <a:solidFill>
                    <a:srgbClr val="000000"/>
                  </a:solidFill>
                  <a:latin typeface="Arial"/>
                  <a:ea typeface="Arial"/>
                  <a:cs typeface="Arial"/>
                </a:defRPr>
              </a:lvl1pPr>
              <a:lvl2pPr algn="l">
                <a:defRPr sz="1125" b="0">
                  <a:solidFill>
                    <a:srgbClr val="000000"/>
                  </a:solidFill>
                  <a:latin typeface="Arial"/>
                  <a:ea typeface="Arial"/>
                  <a:cs typeface="Arial"/>
                </a:defRPr>
              </a:lvl2pPr>
              <a:lvl3pPr algn="l">
                <a:defRPr sz="1125" b="0">
                  <a:solidFill>
                    <a:srgbClr val="000000"/>
                  </a:solidFill>
                  <a:latin typeface="Arial"/>
                  <a:ea typeface="Arial"/>
                  <a:cs typeface="Arial"/>
                </a:defRPr>
              </a:lvl3pPr>
              <a:lvl4pPr algn="l">
                <a:defRPr sz="1125" b="0">
                  <a:solidFill>
                    <a:srgbClr val="000000"/>
                  </a:solidFill>
                  <a:latin typeface="Arial"/>
                  <a:ea typeface="Arial"/>
                  <a:cs typeface="Arial"/>
                </a:defRPr>
              </a:lvl4pPr>
              <a:lvl5pPr algn="l">
                <a:defRPr sz="1125" b="0">
                  <a:solidFill>
                    <a:srgbClr val="000000"/>
                  </a:solidFill>
                  <a:latin typeface="Arial"/>
                  <a:ea typeface="Arial"/>
                  <a:cs typeface="Arial"/>
                </a:defRPr>
              </a:lvl5pPr>
              <a:lvl6pPr algn="l">
                <a:defRPr sz="1125" b="0">
                  <a:solidFill>
                    <a:srgbClr val="000000"/>
                  </a:solidFill>
                  <a:latin typeface="Arial"/>
                  <a:ea typeface="Arial"/>
                  <a:cs typeface="Arial"/>
                </a:defRPr>
              </a:lvl6pPr>
              <a:lvl7pPr algn="l">
                <a:defRPr sz="1125" b="0">
                  <a:solidFill>
                    <a:srgbClr val="000000"/>
                  </a:solidFill>
                  <a:latin typeface="Arial"/>
                  <a:ea typeface="Arial"/>
                  <a:cs typeface="Arial"/>
                </a:defRPr>
              </a:lvl7pPr>
              <a:lvl8pPr algn="l">
                <a:defRPr sz="1125" b="0">
                  <a:solidFill>
                    <a:srgbClr val="000000"/>
                  </a:solidFill>
                  <a:latin typeface="Arial"/>
                  <a:ea typeface="Arial"/>
                  <a:cs typeface="Arial"/>
                </a:defRPr>
              </a:lvl8pPr>
              <a:lvl9pPr algn="l">
                <a:defRPr sz="1125" b="0">
                  <a:solidFill>
                    <a:srgbClr val="000000"/>
                  </a:solidFill>
                  <a:latin typeface="Arial"/>
                  <a:ea typeface="Arial"/>
                  <a:cs typeface="Arial"/>
                </a:defRPr>
              </a:lvl9pPr>
            </a:lstStyle>
            <a:p>
              <a:pPr algn="l">
                <a:defRPr sz="1125" b="0">
                  <a:solidFill>
                    <a:srgbClr val="000000"/>
                  </a:solidFill>
                  <a:latin typeface="Arial"/>
                  <a:ea typeface="Arial"/>
                  <a:cs typeface="Arial"/>
                </a:defRPr>
              </a:pPr>
              <a:r>
                <a:rPr sz="1125" b="0">
                  <a:solidFill>
                    <a:srgbClr val="000000"/>
                  </a:solidFill>
                  <a:latin typeface="Arial"/>
                  <a:ea typeface="Arial"/>
                  <a:cs typeface="Arial"/>
                </a:rPr>
                <a:t>Cyclone Martin</a:t>
              </a:r>
            </a:p>
          </p:txBody>
        </p:sp>
        <p:sp>
          <p:nvSpPr>
            <p:cNvPr id="89" name="line_087">
              <a:extLst>
                <a:ext uri="{FF2B5EF4-FFF2-40B4-BE49-F238E27FC236}">
                  <ns2:creationId id="{81C91A59-AB74-425B-8ED1-9E9FA19E8C4E}"/>
                </a:ext>
              </a:extLst>
            </p:cNvPr>
            <p:cNvSpPr>
              <a:spLocks noGrp="1"/>
            </p:cNvSpPr>
            <p:nvPr/>
          </p:nvSpPr>
          <p:spPr>
            <a:xfrm>
              <a:off x="7983621" y="876300"/>
              <a:ext cx="95" cy="962577"/>
            </a:xfrm>
            <a:custGeom>
              <a:pathLst>
                <a:path w="95" h="962577">
                  <a:moveTo>
                    <a:pt x="0" y="0"/>
                  </a:moveTo>
                  <a:lnTo>
                    <a:pt x="0" y="962577"/>
                  </a:lnTo>
                </a:path>
              </a:pathLst>
            </a:custGeom>
            <a:noFill/>
            <a:ln w="9430">
              <a:solidFill>
                <a:srgbClr val="000000"/>
              </a:solidFill>
              <a:prstDash val="solid"/>
            </a:ln>
          </p:spPr>
        </p:sp>
        <p:sp>
          <p:nvSpPr>
            <p:cNvPr id="90" name="line_088">
              <a:extLst>
                <a:ext uri="{FF2B5EF4-FFF2-40B4-BE49-F238E27FC236}">
                  <ns2:creationId id="{43D87206-11DD-4821-9EB9-EE1040F2B15E}"/>
                </a:ext>
              </a:extLst>
            </p:cNvPr>
            <p:cNvSpPr>
              <a:spLocks noGrp="1"/>
            </p:cNvSpPr>
            <p:nvPr/>
          </p:nvSpPr>
          <p:spPr>
            <a:xfrm>
              <a:off x="7983621" y="1785537"/>
              <a:ext cx="20860" cy="53340"/>
            </a:xfrm>
            <a:custGeom>
              <a:pathLst>
                <a:path w="20860" h="53340">
                  <a:moveTo>
                    <a:pt x="20860" y="0"/>
                  </a:moveTo>
                  <a:lnTo>
                    <a:pt x="0" y="53340"/>
                  </a:lnTo>
                </a:path>
              </a:pathLst>
            </a:custGeom>
            <a:noFill/>
            <a:ln w="9430">
              <a:solidFill>
                <a:srgbClr val="000000"/>
              </a:solidFill>
              <a:prstDash val="solid"/>
            </a:ln>
          </p:spPr>
        </p:sp>
        <p:sp>
          <p:nvSpPr>
            <p:cNvPr id="91" name="line_089">
              <a:extLst>
                <a:ext uri="{FF2B5EF4-FFF2-40B4-BE49-F238E27FC236}">
                  <ns2:creationId id="{53AA9642-2C9C-4ADA-85BF-1EA1BF9CBABA}"/>
                </a:ext>
              </a:extLst>
            </p:cNvPr>
            <p:cNvSpPr>
              <a:spLocks noGrp="1"/>
            </p:cNvSpPr>
            <p:nvPr/>
          </p:nvSpPr>
          <p:spPr>
            <a:xfrm>
              <a:off x="7962761" y="1785537"/>
              <a:ext cx="20860" cy="53340"/>
            </a:xfrm>
            <a:custGeom>
              <a:pathLst>
                <a:path w="20860" h="53340">
                  <a:moveTo>
                    <a:pt x="0" y="0"/>
                  </a:moveTo>
                  <a:lnTo>
                    <a:pt x="20860" y="53340"/>
                  </a:lnTo>
                </a:path>
              </a:pathLst>
            </a:custGeom>
            <a:noFill/>
            <a:ln w="9430">
              <a:solidFill>
                <a:srgbClr val="000000"/>
              </a:solidFill>
              <a:prstDash val="solid"/>
            </a:ln>
          </p:spPr>
        </p:sp>
        <p:sp>
          <p:nvSpPr>
            <p:cNvPr id="92" name="path_090">
              <a:extLst>
                <a:ext uri="{FF2B5EF4-FFF2-40B4-BE49-F238E27FC236}">
                  <ns2:creationId id="{1F2E3B57-9EFA-4E04-B1FA-3D24107BDA89}"/>
                </a:ext>
              </a:extLst>
            </p:cNvPr>
            <p:cNvSpPr>
              <a:spLocks noGrp="1"/>
            </p:cNvSpPr>
            <p:nvPr/>
          </p:nvSpPr>
          <p:spPr>
            <a:xfrm>
              <a:off x="7983621" y="3383280"/>
              <a:ext cx="287270" cy="712470"/>
            </a:xfrm>
            <a:custGeom>
              <a:pathLst>
                <a:path w="287270" h="712470">
                  <a:moveTo>
                    <a:pt x="0" y="0"/>
                  </a:moveTo>
                  <a:lnTo>
                    <a:pt x="0" y="304800"/>
                  </a:lnTo>
                  <a:lnTo>
                    <a:pt x="287270" y="304800"/>
                  </a:lnTo>
                  <a:lnTo>
                    <a:pt x="287270" y="712470"/>
                  </a:lnTo>
                </a:path>
              </a:pathLst>
            </a:custGeom>
            <a:noFill/>
            <a:ln w="6858">
              <a:solidFill>
                <a:srgbClr val="8B8B8B"/>
              </a:solidFill>
              <a:prstDash val="solid"/>
            </a:ln>
          </p:spPr>
        </p:sp>
        <p:pic>
          <p:nvPicPr>
            <p:cNvPr id="93" name="">
              <a:extLst>
                <a:ext uri="{FF2B5EF4-FFF2-40B4-BE49-F238E27FC236}">
                  <ns2:creationId id="{A5CEDAB8-C15C-438B-9F53-E6506A59288D}"/>
                </a:ext>
              </a:extLst>
            </p:cNvPr>
            <p:cNvPicPr>
              <a:picLocks noChangeAspect="1"/>
            </p:cNvPicPr>
            <p:nvPr/>
          </p:nvPicPr>
          <p:blipFill>
            <a:blip r:embed="R9ac765dc614540c1"/>
            <a:stretch/>
          </p:blipFill>
          <p:spPr>
            <a:xfrm>
              <a:off x="7488650" y="4095750"/>
              <a:ext cx="1564481" cy="1609969"/>
            </a:xfrm>
            <a:prstGeom prst="rect">
              <a:avLst/>
            </a:prstGeom>
          </p:spPr>
        </p:pic>
        <p:sp>
          <p:nvSpPr>
            <p:cNvPr id="94" name="rect_092">
              <a:extLst>
                <a:ext uri="{FF2B5EF4-FFF2-40B4-BE49-F238E27FC236}">
                  <ns2:creationId id="{4287C860-8867-4690-9E7A-ED172D8BC849}"/>
                </a:ext>
              </a:extLst>
            </p:cNvPr>
            <p:cNvSpPr>
              <a:spLocks noGrp="1"/>
            </p:cNvSpPr>
            <p:nvPr/>
          </p:nvSpPr>
          <p:spPr>
            <a:xfrm rot="0">
              <a:off x="7488650" y="4095750"/>
              <a:ext cx="1564481" cy="1609969"/>
            </a:xfrm>
            <a:prstGeom prst="rect">
              <a:avLst/>
            </a:prstGeom>
            <a:noFill/>
            <a:ln w="7715">
              <a:solidFill>
                <a:srgbClr val="000000"/>
              </a:solidFill>
              <a:prstDash val="solid"/>
            </a:ln>
          </p:spPr>
        </p:sp>
        <p:sp>
          <p:nvSpPr>
            <p:cNvPr id="95" name="text_093">
              <a:extLst>
                <a:ext uri="{FF2B5EF4-FFF2-40B4-BE49-F238E27FC236}">
                  <ns2:creationId id="{030A4199-D11E-4915-BB44-52309F24E9BA}"/>
                </a:ext>
              </a:extLst>
            </p:cNvPr>
            <p:cNvSpPr>
              <a:spLocks noGrp="1"/>
            </p:cNvSpPr>
            <p:nvPr/>
          </p:nvSpPr>
          <p:spPr>
            <a:xfrm rot="0">
              <a:off x="7426071" y="5768298"/>
              <a:ext cx="1689640" cy="238125"/>
            </a:xfrm>
            <a:prstGeom prst="rect">
              <a:avLst/>
            </a:prstGeom>
            <a:noFill/>
            <a:ln w="0">
              <a:noFill/>
              <a:prstDash val="solid"/>
            </a:ln>
          </p:spPr>
          <p:txBody>
            <a:bodyPr wrap="none" lIns="0" tIns="0" rIns="0" bIns="0" anchor="t">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1999-12-27 21:00</a:t>
              </a:r>
            </a:p>
          </p:txBody>
        </p:sp>
        <p:sp>
          <p:nvSpPr>
            <p:cNvPr id="96" name="line_094">
              <a:extLst>
                <a:ext uri="{FF2B5EF4-FFF2-40B4-BE49-F238E27FC236}">
                  <ns2:creationId id="{24B26DEC-A2F1-405A-99C9-C3D669E583B9}"/>
                </a:ext>
              </a:extLst>
            </p:cNvPr>
            <p:cNvSpPr>
              <a:spLocks noGrp="1"/>
            </p:cNvSpPr>
            <p:nvPr/>
          </p:nvSpPr>
          <p:spPr>
            <a:xfrm>
              <a:off x="8067609" y="4843106"/>
              <a:ext cx="342707" cy="115258"/>
            </a:xfrm>
            <a:custGeom>
              <a:pathLst>
                <a:path w="342707" h="115258">
                  <a:moveTo>
                    <a:pt x="0" y="0"/>
                  </a:moveTo>
                  <a:lnTo>
                    <a:pt x="342707" y="115258"/>
                  </a:lnTo>
                </a:path>
              </a:pathLst>
            </a:custGeom>
            <a:noFill/>
            <a:ln w="13716">
              <a:solidFill>
                <a:srgbClr val="333333"/>
              </a:solidFill>
              <a:prstDash val="solid"/>
            </a:ln>
          </p:spPr>
        </p:sp>
        <p:sp>
          <p:nvSpPr>
            <p:cNvPr id="97" name="line_095">
              <a:extLst>
                <a:ext uri="{FF2B5EF4-FFF2-40B4-BE49-F238E27FC236}">
                  <ns2:creationId id="{A9D7AC8E-4BF0-4092-B4E4-903AD635F2B6}"/>
                </a:ext>
              </a:extLst>
            </p:cNvPr>
            <p:cNvSpPr>
              <a:spLocks noGrp="1"/>
            </p:cNvSpPr>
            <p:nvPr/>
          </p:nvSpPr>
          <p:spPr>
            <a:xfrm>
              <a:off x="8370832" y="4923076"/>
              <a:ext cx="39484" cy="35287"/>
            </a:xfrm>
            <a:custGeom>
              <a:pathLst>
                <a:path w="39484" h="35287">
                  <a:moveTo>
                    <a:pt x="0" y="0"/>
                  </a:moveTo>
                  <a:lnTo>
                    <a:pt x="39484" y="35287"/>
                  </a:lnTo>
                </a:path>
              </a:pathLst>
            </a:custGeom>
            <a:noFill/>
            <a:ln w="13716">
              <a:solidFill>
                <a:srgbClr val="333333"/>
              </a:solidFill>
              <a:prstDash val="solid"/>
            </a:ln>
          </p:spPr>
        </p:sp>
        <p:sp>
          <p:nvSpPr>
            <p:cNvPr id="98" name="line_096">
              <a:extLst>
                <a:ext uri="{FF2B5EF4-FFF2-40B4-BE49-F238E27FC236}">
                  <ns2:creationId id="{EB7D45B3-206F-49B7-800E-7E1D9C413804}"/>
                </a:ext>
              </a:extLst>
            </p:cNvPr>
            <p:cNvSpPr>
              <a:spLocks noGrp="1"/>
            </p:cNvSpPr>
            <p:nvPr/>
          </p:nvSpPr>
          <p:spPr>
            <a:xfrm>
              <a:off x="8357533" y="4958363"/>
              <a:ext cx="52783" cy="4256"/>
            </a:xfrm>
            <a:custGeom>
              <a:pathLst>
                <a:path w="52783" h="4256">
                  <a:moveTo>
                    <a:pt x="0" y="4256"/>
                  </a:moveTo>
                  <a:lnTo>
                    <a:pt x="52783" y="0"/>
                  </a:lnTo>
                </a:path>
              </a:pathLst>
            </a:custGeom>
            <a:noFill/>
            <a:ln w="13716">
              <a:solidFill>
                <a:srgbClr val="333333"/>
              </a:solidFill>
              <a:prstDash val="solid"/>
            </a:ln>
          </p:spPr>
        </p:sp>
        <p:sp>
          <p:nvSpPr>
            <p:cNvPr id="99" name="text_097">
              <a:extLst>
                <a:ext uri="{FF2B5EF4-FFF2-40B4-BE49-F238E27FC236}">
                  <ns2:creationId id="{D04461AD-F892-4146-9BCC-14A3F3C0A592}"/>
                </a:ext>
              </a:extLst>
            </p:cNvPr>
            <p:cNvSpPr>
              <a:spLocks noGrp="1"/>
            </p:cNvSpPr>
            <p:nvPr/>
          </p:nvSpPr>
          <p:spPr>
            <a:xfrm rot="0">
              <a:off x="8438129" y="4881878"/>
              <a:ext cx="139065" cy="166878"/>
            </a:xfrm>
            <a:prstGeom prst="rect">
              <a:avLst/>
            </a:prstGeom>
            <a:noFill/>
            <a:ln w="0">
              <a:noFill/>
              <a:prstDash val="solid"/>
            </a:ln>
          </p:spPr>
          <p:txBody>
            <a:bodyPr wrap="none" lIns="0" tIns="0" rIns="0" bIns="0" anchor="t">
              <a:noAutofit/>
            </a:bodyPr>
            <a:lstStyle>
              <a:defPPr algn="l">
                <a:defRPr sz="1275" b="1">
                  <a:solidFill>
                    <a:srgbClr val="000000"/>
                  </a:solidFill>
                  <a:latin typeface="Arial"/>
                  <a:ea typeface="Arial"/>
                  <a:cs typeface="Arial"/>
                </a:defRPr>
              </a:defPPr>
              <a:lvl1pPr algn="l">
                <a:defRPr sz="1275" b="1">
                  <a:solidFill>
                    <a:srgbClr val="000000"/>
                  </a:solidFill>
                  <a:latin typeface="Arial"/>
                  <a:ea typeface="Arial"/>
                  <a:cs typeface="Arial"/>
                </a:defRPr>
              </a:lvl1pPr>
              <a:lvl2pPr algn="l">
                <a:defRPr sz="1275" b="1">
                  <a:solidFill>
                    <a:srgbClr val="000000"/>
                  </a:solidFill>
                  <a:latin typeface="Arial"/>
                  <a:ea typeface="Arial"/>
                  <a:cs typeface="Arial"/>
                </a:defRPr>
              </a:lvl2pPr>
              <a:lvl3pPr algn="l">
                <a:defRPr sz="1275" b="1">
                  <a:solidFill>
                    <a:srgbClr val="000000"/>
                  </a:solidFill>
                  <a:latin typeface="Arial"/>
                  <a:ea typeface="Arial"/>
                  <a:cs typeface="Arial"/>
                </a:defRPr>
              </a:lvl3pPr>
              <a:lvl4pPr algn="l">
                <a:defRPr sz="1275" b="1">
                  <a:solidFill>
                    <a:srgbClr val="000000"/>
                  </a:solidFill>
                  <a:latin typeface="Arial"/>
                  <a:ea typeface="Arial"/>
                  <a:cs typeface="Arial"/>
                </a:defRPr>
              </a:lvl4pPr>
              <a:lvl5pPr algn="l">
                <a:defRPr sz="1275" b="1">
                  <a:solidFill>
                    <a:srgbClr val="000000"/>
                  </a:solidFill>
                  <a:latin typeface="Arial"/>
                  <a:ea typeface="Arial"/>
                  <a:cs typeface="Arial"/>
                </a:defRPr>
              </a:lvl5pPr>
              <a:lvl6pPr algn="l">
                <a:defRPr sz="1275" b="1">
                  <a:solidFill>
                    <a:srgbClr val="000000"/>
                  </a:solidFill>
                  <a:latin typeface="Arial"/>
                  <a:ea typeface="Arial"/>
                  <a:cs typeface="Arial"/>
                </a:defRPr>
              </a:lvl6pPr>
              <a:lvl7pPr algn="l">
                <a:defRPr sz="1275" b="1">
                  <a:solidFill>
                    <a:srgbClr val="000000"/>
                  </a:solidFill>
                  <a:latin typeface="Arial"/>
                  <a:ea typeface="Arial"/>
                  <a:cs typeface="Arial"/>
                </a:defRPr>
              </a:lvl7pPr>
              <a:lvl8pPr algn="l">
                <a:defRPr sz="1275" b="1">
                  <a:solidFill>
                    <a:srgbClr val="000000"/>
                  </a:solidFill>
                  <a:latin typeface="Arial"/>
                  <a:ea typeface="Arial"/>
                  <a:cs typeface="Arial"/>
                </a:defRPr>
              </a:lvl8pPr>
              <a:lvl9pPr algn="l">
                <a:defRPr sz="1275" b="1">
                  <a:solidFill>
                    <a:srgbClr val="000000"/>
                  </a:solidFill>
                  <a:latin typeface="Arial"/>
                  <a:ea typeface="Arial"/>
                  <a:cs typeface="Arial"/>
                </a:defRPr>
              </a:lvl9pPr>
            </a:lstStyle>
            <a:p>
              <a:pPr algn="l">
                <a:defRPr sz="1275" b="1">
                  <a:solidFill>
                    <a:srgbClr val="000000"/>
                  </a:solidFill>
                  <a:latin typeface="Arial"/>
                  <a:ea typeface="Arial"/>
                  <a:cs typeface="Arial"/>
                </a:defRPr>
              </a:pPr>
              <a:r>
                <a:rPr sz="1275" b="1">
                  <a:solidFill>
                    <a:srgbClr val="000000"/>
                  </a:solidFill>
                  <a:latin typeface="Arial"/>
                  <a:ea typeface="Arial"/>
                  <a:cs typeface="Arial"/>
                </a:rPr>
                <a:t>d</a:t>
              </a:r>
            </a:p>
          </p:txBody>
        </p:sp>
        <p:sp>
          <p:nvSpPr>
            <p:cNvPr id="100" name="text_098">
              <a:extLst>
                <a:ext uri="{FF2B5EF4-FFF2-40B4-BE49-F238E27FC236}">
                  <ns2:creationId id="{6FD57995-5BD6-47FA-8732-82A47AE821E1}"/>
                </a:ext>
              </a:extLst>
            </p:cNvPr>
            <p:cNvSpPr>
              <a:spLocks noGrp="1"/>
            </p:cNvSpPr>
            <p:nvPr/>
          </p:nvSpPr>
          <p:spPr>
            <a:xfrm rot="0">
              <a:off x="9582150" y="57150"/>
              <a:ext cx="3171825" cy="266700"/>
            </a:xfrm>
            <a:prstGeom prst="rect">
              <a:avLst/>
            </a:prstGeom>
            <a:noFill/>
            <a:ln w="0">
              <a:noFill/>
              <a:prstDash val="solid"/>
            </a:ln>
          </p:spPr>
          <p:txBody>
            <a:bodyPr wrap="none" lIns="0" tIns="0" rIns="0" bIns="0" anchor="t">
              <a:noAutofit/>
            </a:bodyPr>
            <a:lstStyle>
              <a:defPPr algn="l">
                <a:defRPr sz="1500" b="1">
                  <a:solidFill>
                    <a:srgbClr val="000000"/>
                  </a:solidFill>
                  <a:latin typeface="Arial"/>
                  <a:ea typeface="Arial"/>
                  <a:cs typeface="Arial"/>
                </a:defRPr>
              </a:defPPr>
              <a:lvl1pPr algn="l">
                <a:defRPr sz="1500" b="1">
                  <a:solidFill>
                    <a:srgbClr val="000000"/>
                  </a:solidFill>
                  <a:latin typeface="Arial"/>
                  <a:ea typeface="Arial"/>
                  <a:cs typeface="Arial"/>
                </a:defRPr>
              </a:lvl1pPr>
              <a:lvl2pPr algn="l">
                <a:defRPr sz="1500" b="1">
                  <a:solidFill>
                    <a:srgbClr val="000000"/>
                  </a:solidFill>
                  <a:latin typeface="Arial"/>
                  <a:ea typeface="Arial"/>
                  <a:cs typeface="Arial"/>
                </a:defRPr>
              </a:lvl2pPr>
              <a:lvl3pPr algn="l">
                <a:defRPr sz="1500" b="1">
                  <a:solidFill>
                    <a:srgbClr val="000000"/>
                  </a:solidFill>
                  <a:latin typeface="Arial"/>
                  <a:ea typeface="Arial"/>
                  <a:cs typeface="Arial"/>
                </a:defRPr>
              </a:lvl3pPr>
              <a:lvl4pPr algn="l">
                <a:defRPr sz="1500" b="1">
                  <a:solidFill>
                    <a:srgbClr val="000000"/>
                  </a:solidFill>
                  <a:latin typeface="Arial"/>
                  <a:ea typeface="Arial"/>
                  <a:cs typeface="Arial"/>
                </a:defRPr>
              </a:lvl4pPr>
              <a:lvl5pPr algn="l">
                <a:defRPr sz="1500" b="1">
                  <a:solidFill>
                    <a:srgbClr val="000000"/>
                  </a:solidFill>
                  <a:latin typeface="Arial"/>
                  <a:ea typeface="Arial"/>
                  <a:cs typeface="Arial"/>
                </a:defRPr>
              </a:lvl5pPr>
              <a:lvl6pPr algn="l">
                <a:defRPr sz="1500" b="1">
                  <a:solidFill>
                    <a:srgbClr val="000000"/>
                  </a:solidFill>
                  <a:latin typeface="Arial"/>
                  <a:ea typeface="Arial"/>
                  <a:cs typeface="Arial"/>
                </a:defRPr>
              </a:lvl6pPr>
              <a:lvl7pPr algn="l">
                <a:defRPr sz="1500" b="1">
                  <a:solidFill>
                    <a:srgbClr val="000000"/>
                  </a:solidFill>
                  <a:latin typeface="Arial"/>
                  <a:ea typeface="Arial"/>
                  <a:cs typeface="Arial"/>
                </a:defRPr>
              </a:lvl7pPr>
              <a:lvl8pPr algn="l">
                <a:defRPr sz="1500" b="1">
                  <a:solidFill>
                    <a:srgbClr val="000000"/>
                  </a:solidFill>
                  <a:latin typeface="Arial"/>
                  <a:ea typeface="Arial"/>
                  <a:cs typeface="Arial"/>
                </a:defRPr>
              </a:lvl8pPr>
              <a:lvl9pPr algn="l">
                <a:defRPr sz="1500" b="1">
                  <a:solidFill>
                    <a:srgbClr val="000000"/>
                  </a:solidFill>
                  <a:latin typeface="Arial"/>
                  <a:ea typeface="Arial"/>
                  <a:cs typeface="Arial"/>
                </a:defRPr>
              </a:lvl9pPr>
            </a:lstStyle>
            <a:p>
              <a:pPr algn="l">
                <a:defRPr sz="1500" b="1">
                  <a:solidFill>
                    <a:srgbClr val="000000"/>
                  </a:solidFill>
                  <a:latin typeface="Arial"/>
                  <a:ea typeface="Arial"/>
                  <a:cs typeface="Arial"/>
                </a:defRPr>
              </a:pPr>
              <a:r>
                <a:rPr sz="1500" b="1">
                  <a:solidFill>
                    <a:srgbClr val="000000"/>
                  </a:solidFill>
                  <a:latin typeface="Arial"/>
                  <a:ea typeface="Arial"/>
                  <a:cs typeface="Arial"/>
                </a:rPr>
                <a:t>(b) Local event and tracks</a:t>
              </a:r>
            </a:p>
          </p:txBody>
        </p:sp>
        <p:sp>
          <p:nvSpPr>
            <p:cNvPr id="101" name="text_099">
              <a:extLst>
                <a:ext uri="{FF2B5EF4-FFF2-40B4-BE49-F238E27FC236}">
                  <ns2:creationId id="{2566003B-BC2F-41DE-AC92-01E4A624C4D3}"/>
                </a:ext>
              </a:extLst>
            </p:cNvPr>
            <p:cNvSpPr>
              <a:spLocks noGrp="1"/>
            </p:cNvSpPr>
            <p:nvPr/>
          </p:nvSpPr>
          <p:spPr>
            <a:xfrm rot="0">
              <a:off x="9620250" y="342900"/>
              <a:ext cx="3086100" cy="228600"/>
            </a:xfrm>
            <a:prstGeom prst="rect">
              <a:avLst/>
            </a:prstGeom>
            <a:noFill/>
            <a:ln w="0">
              <a:noFill/>
              <a:prstDash val="solid"/>
            </a:ln>
          </p:spPr>
          <p:txBody>
            <a:bodyPr wrap="none" lIns="0" tIns="0" rIns="0" bIns="0" anchor="t">
              <a:noAutofit/>
            </a:bodyPr>
            <a:lstStyle>
              <a:defPPr algn="ctr">
                <a:defRPr sz="1200" b="0">
                  <a:solidFill>
                    <a:srgbClr val="000000"/>
                  </a:solidFill>
                  <a:latin typeface="Arial"/>
                  <a:ea typeface="Arial"/>
                  <a:cs typeface="Arial"/>
                </a:defRPr>
              </a:defPPr>
              <a:lvl1pPr algn="ctr">
                <a:defRPr sz="1200" b="0">
                  <a:solidFill>
                    <a:srgbClr val="000000"/>
                  </a:solidFill>
                  <a:latin typeface="Arial"/>
                  <a:ea typeface="Arial"/>
                  <a:cs typeface="Arial"/>
                </a:defRPr>
              </a:lvl1pPr>
              <a:lvl2pPr algn="ctr">
                <a:defRPr sz="1200" b="0">
                  <a:solidFill>
                    <a:srgbClr val="000000"/>
                  </a:solidFill>
                  <a:latin typeface="Arial"/>
                  <a:ea typeface="Arial"/>
                  <a:cs typeface="Arial"/>
                </a:defRPr>
              </a:lvl2pPr>
              <a:lvl3pPr algn="ctr">
                <a:defRPr sz="1200" b="0">
                  <a:solidFill>
                    <a:srgbClr val="000000"/>
                  </a:solidFill>
                  <a:latin typeface="Arial"/>
                  <a:ea typeface="Arial"/>
                  <a:cs typeface="Arial"/>
                </a:defRPr>
              </a:lvl3pPr>
              <a:lvl4pPr algn="ctr">
                <a:defRPr sz="1200" b="0">
                  <a:solidFill>
                    <a:srgbClr val="000000"/>
                  </a:solidFill>
                  <a:latin typeface="Arial"/>
                  <a:ea typeface="Arial"/>
                  <a:cs typeface="Arial"/>
                </a:defRPr>
              </a:lvl4pPr>
              <a:lvl5pPr algn="ctr">
                <a:defRPr sz="1200" b="0">
                  <a:solidFill>
                    <a:srgbClr val="000000"/>
                  </a:solidFill>
                  <a:latin typeface="Arial"/>
                  <a:ea typeface="Arial"/>
                  <a:cs typeface="Arial"/>
                </a:defRPr>
              </a:lvl5pPr>
              <a:lvl6pPr algn="ctr">
                <a:defRPr sz="1200" b="0">
                  <a:solidFill>
                    <a:srgbClr val="000000"/>
                  </a:solidFill>
                  <a:latin typeface="Arial"/>
                  <a:ea typeface="Arial"/>
                  <a:cs typeface="Arial"/>
                </a:defRPr>
              </a:lvl6pPr>
              <a:lvl7pPr algn="ctr">
                <a:defRPr sz="1200" b="0">
                  <a:solidFill>
                    <a:srgbClr val="000000"/>
                  </a:solidFill>
                  <a:latin typeface="Arial"/>
                  <a:ea typeface="Arial"/>
                  <a:cs typeface="Arial"/>
                </a:defRPr>
              </a:lvl7pPr>
              <a:lvl8pPr algn="ctr">
                <a:defRPr sz="1200" b="0">
                  <a:solidFill>
                    <a:srgbClr val="000000"/>
                  </a:solidFill>
                  <a:latin typeface="Arial"/>
                  <a:ea typeface="Arial"/>
                  <a:cs typeface="Arial"/>
                </a:defRPr>
              </a:lvl8pPr>
              <a:lvl9pPr algn="ctr">
                <a:defRPr sz="1200" b="0">
                  <a:solidFill>
                    <a:srgbClr val="000000"/>
                  </a:solidFill>
                  <a:latin typeface="Arial"/>
                  <a:ea typeface="Arial"/>
                  <a:cs typeface="Arial"/>
                </a:defRPr>
              </a:lvl9pPr>
            </a:lstStyle>
            <a:p>
              <a:pPr algn="ctr">
                <a:defRPr sz="1200" b="0">
                  <a:solidFill>
                    <a:srgbClr val="000000"/>
                  </a:solidFill>
                  <a:latin typeface="Arial"/>
                  <a:ea typeface="Arial"/>
                  <a:cs typeface="Arial"/>
                </a:defRPr>
              </a:pPr>
              <a:r>
                <a:rPr sz="1200" b="0">
                  <a:solidFill>
                    <a:srgbClr val="000000"/>
                  </a:solidFill>
                  <a:latin typeface="Arial"/>
                  <a:ea typeface="Arial"/>
                  <a:cs typeface="Arial"/>
                </a:rPr>
                <a:t>26 Dec 1999 10:00 UTC</a:t>
              </a:r>
            </a:p>
          </p:txBody>
        </p:sp>
        <p:pic>
          <p:nvPicPr>
            <p:cNvPr id="102" name="">
              <a:extLst>
                <a:ext uri="{FF2B5EF4-FFF2-40B4-BE49-F238E27FC236}">
                  <ns2:creationId id="{A09A6F51-96E4-4094-8720-4CCF651D2CF5}"/>
                </a:ext>
              </a:extLst>
            </p:cNvPr>
            <p:cNvPicPr>
              <a:picLocks noChangeAspect="1"/>
            </p:cNvPicPr>
            <p:nvPr/>
          </p:nvPicPr>
          <p:blipFill>
            <a:blip r:embed="R0ed711b67b7f406a"/>
            <a:stretch/>
          </p:blipFill>
          <p:spPr>
            <a:xfrm>
              <a:off x="10001250" y="628650"/>
              <a:ext cx="2333625" cy="2401476"/>
            </a:xfrm>
            <a:prstGeom prst="rect">
              <a:avLst/>
            </a:prstGeom>
          </p:spPr>
        </p:pic>
        <p:sp>
          <p:nvSpPr>
            <p:cNvPr id="103" name="rect_101">
              <a:extLst>
                <a:ext uri="{FF2B5EF4-FFF2-40B4-BE49-F238E27FC236}">
                  <ns2:creationId id="{90AF90CF-D055-4414-9CC1-E29F1B22918D}"/>
                </a:ext>
              </a:extLst>
            </p:cNvPr>
            <p:cNvSpPr>
              <a:spLocks noGrp="1"/>
            </p:cNvSpPr>
            <p:nvPr/>
          </p:nvSpPr>
          <p:spPr>
            <a:xfrm rot="0">
              <a:off x="10001250" y="628650"/>
              <a:ext cx="2333625" cy="2401476"/>
            </a:xfrm>
            <a:prstGeom prst="rect">
              <a:avLst/>
            </a:prstGeom>
            <a:noFill/>
            <a:ln w="7144">
              <a:solidFill>
                <a:srgbClr val="B0B0B0"/>
              </a:solidFill>
              <a:prstDash val="solid"/>
            </a:ln>
          </p:spPr>
        </p:sp>
        <p:sp>
          <p:nvSpPr>
            <p:cNvPr id="104" name="b_source_marker_A">
              <a:extLst>
                <a:ext uri="{FF2B5EF4-FFF2-40B4-BE49-F238E27FC236}">
                  <ns2:creationId id="{55D71A42-2F5B-4817-9E08-2D04448D98B6}"/>
                </a:ext>
              </a:extLst>
            </p:cNvPr>
            <p:cNvSpPr>
              <a:spLocks noGrp="1"/>
            </p:cNvSpPr>
            <p:nvPr/>
          </p:nvSpPr>
          <p:spPr>
            <a:xfrm rot="0">
              <a:off x="11220450" y="1590487"/>
              <a:ext cx="85725" cy="85725"/>
            </a:xfrm>
            <a:prstGeom prst="ellipse">
              <a:avLst/>
            </a:prstGeom>
            <a:solidFill>
              <a:srgbClr val="FFFFFF"/>
            </a:solidFill>
            <a:ln w="17145">
              <a:solidFill>
                <a:srgbClr val="000000"/>
              </a:solidFill>
              <a:prstDash val="solid"/>
            </a:ln>
          </p:spPr>
        </p:sp>
        <p:sp>
          <p:nvSpPr>
            <p:cNvPr id="105" name="b_source_label_A">
              <a:extLst>
                <a:ext uri="{FF2B5EF4-FFF2-40B4-BE49-F238E27FC236}">
                  <ns2:creationId id="{C4752237-D7A4-4DEC-A839-B3FD6EE90EB9}"/>
                </a:ext>
              </a:extLst>
            </p:cNvPr>
            <p:cNvSpPr>
              <a:spLocks noGrp="1"/>
            </p:cNvSpPr>
            <p:nvPr/>
          </p:nvSpPr>
          <p:spPr>
            <a:xfrm rot="0">
              <a:off x="11339513" y="1404749"/>
              <a:ext cx="228600" cy="238125"/>
            </a:xfrm>
            <a:prstGeom prst="rect">
              <a:avLst/>
            </a:prstGeom>
            <a:noFill/>
            <a:ln w="0">
              <a:noFill/>
              <a:prstDash val="solid"/>
            </a:ln>
          </p:spPr>
          <p:txBody>
            <a:bodyPr wrap="none" lIns="0" tIns="0" rIns="0" bIns="0" anchor="t">
              <a:noAutofit/>
            </a:bodyPr>
            <a:lstStyle>
              <a:defPPr algn="l">
                <a:defRPr sz="1425" b="1">
                  <a:solidFill>
                    <a:srgbClr val="000000"/>
                  </a:solidFill>
                  <a:latin typeface="Arial"/>
                  <a:ea typeface="Arial"/>
                  <a:cs typeface="Arial"/>
                </a:defRPr>
              </a:defPPr>
              <a:lvl1pPr algn="l">
                <a:defRPr sz="1425" b="1">
                  <a:solidFill>
                    <a:srgbClr val="000000"/>
                  </a:solidFill>
                  <a:latin typeface="Arial"/>
                  <a:ea typeface="Arial"/>
                  <a:cs typeface="Arial"/>
                </a:defRPr>
              </a:lvl1pPr>
              <a:lvl2pPr algn="l">
                <a:defRPr sz="1425" b="1">
                  <a:solidFill>
                    <a:srgbClr val="000000"/>
                  </a:solidFill>
                  <a:latin typeface="Arial"/>
                  <a:ea typeface="Arial"/>
                  <a:cs typeface="Arial"/>
                </a:defRPr>
              </a:lvl2pPr>
              <a:lvl3pPr algn="l">
                <a:defRPr sz="1425" b="1">
                  <a:solidFill>
                    <a:srgbClr val="000000"/>
                  </a:solidFill>
                  <a:latin typeface="Arial"/>
                  <a:ea typeface="Arial"/>
                  <a:cs typeface="Arial"/>
                </a:defRPr>
              </a:lvl3pPr>
              <a:lvl4pPr algn="l">
                <a:defRPr sz="1425" b="1">
                  <a:solidFill>
                    <a:srgbClr val="000000"/>
                  </a:solidFill>
                  <a:latin typeface="Arial"/>
                  <a:ea typeface="Arial"/>
                  <a:cs typeface="Arial"/>
                </a:defRPr>
              </a:lvl4pPr>
              <a:lvl5pPr algn="l">
                <a:defRPr sz="1425" b="1">
                  <a:solidFill>
                    <a:srgbClr val="000000"/>
                  </a:solidFill>
                  <a:latin typeface="Arial"/>
                  <a:ea typeface="Arial"/>
                  <a:cs typeface="Arial"/>
                </a:defRPr>
              </a:lvl5pPr>
              <a:lvl6pPr algn="l">
                <a:defRPr sz="1425" b="1">
                  <a:solidFill>
                    <a:srgbClr val="000000"/>
                  </a:solidFill>
                  <a:latin typeface="Arial"/>
                  <a:ea typeface="Arial"/>
                  <a:cs typeface="Arial"/>
                </a:defRPr>
              </a:lvl6pPr>
              <a:lvl7pPr algn="l">
                <a:defRPr sz="1425" b="1">
                  <a:solidFill>
                    <a:srgbClr val="000000"/>
                  </a:solidFill>
                  <a:latin typeface="Arial"/>
                  <a:ea typeface="Arial"/>
                  <a:cs typeface="Arial"/>
                </a:defRPr>
              </a:lvl7pPr>
              <a:lvl8pPr algn="l">
                <a:defRPr sz="1425" b="1">
                  <a:solidFill>
                    <a:srgbClr val="000000"/>
                  </a:solidFill>
                  <a:latin typeface="Arial"/>
                  <a:ea typeface="Arial"/>
                  <a:cs typeface="Arial"/>
                </a:defRPr>
              </a:lvl8pPr>
              <a:lvl9pPr algn="l">
                <a:defRPr sz="1425" b="1">
                  <a:solidFill>
                    <a:srgbClr val="000000"/>
                  </a:solidFill>
                  <a:latin typeface="Arial"/>
                  <a:ea typeface="Arial"/>
                  <a:cs typeface="Arial"/>
                </a:defRPr>
              </a:lvl9pPr>
            </a:lstStyle>
            <a:p>
              <a:pPr algn="l">
                <a:defRPr sz="1425" b="1">
                  <a:solidFill>
                    <a:srgbClr val="000000"/>
                  </a:solidFill>
                  <a:latin typeface="Arial"/>
                  <a:ea typeface="Arial"/>
                  <a:cs typeface="Arial"/>
                </a:defRPr>
              </a:pPr>
              <a:r>
                <a:rPr sz="1425" b="1">
                  <a:solidFill>
                    <a:srgbClr val="000000"/>
                  </a:solidFill>
                  <a:latin typeface="Arial"/>
                  <a:ea typeface="Arial"/>
                  <a:cs typeface="Arial"/>
                </a:rPr>
                <a:t>A</a:t>
              </a:r>
            </a:p>
          </p:txBody>
        </p:sp>
        <p:sp>
          <p:nvSpPr>
            <p:cNvPr id="106" name="b_source_marker_B">
              <a:extLst>
                <a:ext uri="{FF2B5EF4-FFF2-40B4-BE49-F238E27FC236}">
                  <ns2:creationId id="{D6FEC123-DD70-45E6-B985-4941FA93B4B5}"/>
                </a:ext>
              </a:extLst>
            </p:cNvPr>
            <p:cNvSpPr>
              <a:spLocks noGrp="1"/>
            </p:cNvSpPr>
            <p:nvPr/>
          </p:nvSpPr>
          <p:spPr>
            <a:xfrm rot="0">
              <a:off x="11268075" y="855341"/>
              <a:ext cx="85725" cy="85725"/>
            </a:xfrm>
            <a:prstGeom prst="ellipse">
              <a:avLst/>
            </a:prstGeom>
            <a:solidFill>
              <a:srgbClr val="FFFFFF"/>
            </a:solidFill>
            <a:ln w="17145">
              <a:solidFill>
                <a:srgbClr val="000000"/>
              </a:solidFill>
              <a:prstDash val="solid"/>
            </a:ln>
          </p:spPr>
        </p:sp>
        <p:sp>
          <p:nvSpPr>
            <p:cNvPr id="107" name="b_source_label_B">
              <a:extLst>
                <a:ext uri="{FF2B5EF4-FFF2-40B4-BE49-F238E27FC236}">
                  <ns2:creationId id="{4AB2A898-1037-481E-8D91-EA8A3FEEA680}"/>
                </a:ext>
              </a:extLst>
            </p:cNvPr>
            <p:cNvSpPr>
              <a:spLocks noGrp="1"/>
            </p:cNvSpPr>
            <p:nvPr/>
          </p:nvSpPr>
          <p:spPr>
            <a:xfrm rot="0">
              <a:off x="11387138" y="669603"/>
              <a:ext cx="228600" cy="238125"/>
            </a:xfrm>
            <a:prstGeom prst="rect">
              <a:avLst/>
            </a:prstGeom>
            <a:noFill/>
            <a:ln w="0">
              <a:noFill/>
              <a:prstDash val="solid"/>
            </a:ln>
          </p:spPr>
          <p:txBody>
            <a:bodyPr wrap="none" lIns="0" tIns="0" rIns="0" bIns="0" anchor="t">
              <a:noAutofit/>
            </a:bodyPr>
            <a:lstStyle>
              <a:defPPr algn="l">
                <a:defRPr sz="1425" b="1">
                  <a:solidFill>
                    <a:srgbClr val="000000"/>
                  </a:solidFill>
                  <a:latin typeface="Arial"/>
                  <a:ea typeface="Arial"/>
                  <a:cs typeface="Arial"/>
                </a:defRPr>
              </a:defPPr>
              <a:lvl1pPr algn="l">
                <a:defRPr sz="1425" b="1">
                  <a:solidFill>
                    <a:srgbClr val="000000"/>
                  </a:solidFill>
                  <a:latin typeface="Arial"/>
                  <a:ea typeface="Arial"/>
                  <a:cs typeface="Arial"/>
                </a:defRPr>
              </a:lvl1pPr>
              <a:lvl2pPr algn="l">
                <a:defRPr sz="1425" b="1">
                  <a:solidFill>
                    <a:srgbClr val="000000"/>
                  </a:solidFill>
                  <a:latin typeface="Arial"/>
                  <a:ea typeface="Arial"/>
                  <a:cs typeface="Arial"/>
                </a:defRPr>
              </a:lvl2pPr>
              <a:lvl3pPr algn="l">
                <a:defRPr sz="1425" b="1">
                  <a:solidFill>
                    <a:srgbClr val="000000"/>
                  </a:solidFill>
                  <a:latin typeface="Arial"/>
                  <a:ea typeface="Arial"/>
                  <a:cs typeface="Arial"/>
                </a:defRPr>
              </a:lvl3pPr>
              <a:lvl4pPr algn="l">
                <a:defRPr sz="1425" b="1">
                  <a:solidFill>
                    <a:srgbClr val="000000"/>
                  </a:solidFill>
                  <a:latin typeface="Arial"/>
                  <a:ea typeface="Arial"/>
                  <a:cs typeface="Arial"/>
                </a:defRPr>
              </a:lvl4pPr>
              <a:lvl5pPr algn="l">
                <a:defRPr sz="1425" b="1">
                  <a:solidFill>
                    <a:srgbClr val="000000"/>
                  </a:solidFill>
                  <a:latin typeface="Arial"/>
                  <a:ea typeface="Arial"/>
                  <a:cs typeface="Arial"/>
                </a:defRPr>
              </a:lvl5pPr>
              <a:lvl6pPr algn="l">
                <a:defRPr sz="1425" b="1">
                  <a:solidFill>
                    <a:srgbClr val="000000"/>
                  </a:solidFill>
                  <a:latin typeface="Arial"/>
                  <a:ea typeface="Arial"/>
                  <a:cs typeface="Arial"/>
                </a:defRPr>
              </a:lvl6pPr>
              <a:lvl7pPr algn="l">
                <a:defRPr sz="1425" b="1">
                  <a:solidFill>
                    <a:srgbClr val="000000"/>
                  </a:solidFill>
                  <a:latin typeface="Arial"/>
                  <a:ea typeface="Arial"/>
                  <a:cs typeface="Arial"/>
                </a:defRPr>
              </a:lvl7pPr>
              <a:lvl8pPr algn="l">
                <a:defRPr sz="1425" b="1">
                  <a:solidFill>
                    <a:srgbClr val="000000"/>
                  </a:solidFill>
                  <a:latin typeface="Arial"/>
                  <a:ea typeface="Arial"/>
                  <a:cs typeface="Arial"/>
                </a:defRPr>
              </a:lvl8pPr>
              <a:lvl9pPr algn="l">
                <a:defRPr sz="1425" b="1">
                  <a:solidFill>
                    <a:srgbClr val="000000"/>
                  </a:solidFill>
                  <a:latin typeface="Arial"/>
                  <a:ea typeface="Arial"/>
                  <a:cs typeface="Arial"/>
                </a:defRPr>
              </a:lvl9pPr>
            </a:lstStyle>
            <a:p>
              <a:pPr algn="l">
                <a:defRPr sz="1425" b="1">
                  <a:solidFill>
                    <a:srgbClr val="000000"/>
                  </a:solidFill>
                  <a:latin typeface="Arial"/>
                  <a:ea typeface="Arial"/>
                  <a:cs typeface="Arial"/>
                </a:defRPr>
              </a:pPr>
              <a:r>
                <a:rPr sz="1425" b="1">
                  <a:solidFill>
                    <a:srgbClr val="000000"/>
                  </a:solidFill>
                  <a:latin typeface="Arial"/>
                  <a:ea typeface="Arial"/>
                  <a:cs typeface="Arial"/>
                </a:rPr>
                <a:t>B</a:t>
              </a:r>
            </a:p>
          </p:txBody>
        </p:sp>
        <p:sp>
          <p:nvSpPr>
            <p:cNvPr id="108" name="b_source_marker_C">
              <a:extLst>
                <a:ext uri="{FF2B5EF4-FFF2-40B4-BE49-F238E27FC236}">
                  <ns2:creationId id="{1F928A86-ABD1-4118-B41C-9037F63678CD}"/>
                </a:ext>
              </a:extLst>
            </p:cNvPr>
            <p:cNvSpPr>
              <a:spLocks noGrp="1"/>
            </p:cNvSpPr>
            <p:nvPr/>
          </p:nvSpPr>
          <p:spPr>
            <a:xfrm rot="0">
              <a:off x="10553700" y="953360"/>
              <a:ext cx="85725" cy="85725"/>
            </a:xfrm>
            <a:prstGeom prst="ellipse">
              <a:avLst/>
            </a:prstGeom>
            <a:solidFill>
              <a:srgbClr val="FFFFFF"/>
            </a:solidFill>
            <a:ln w="17145">
              <a:solidFill>
                <a:srgbClr val="000000"/>
              </a:solidFill>
              <a:prstDash val="solid"/>
            </a:ln>
          </p:spPr>
        </p:sp>
        <p:sp>
          <p:nvSpPr>
            <p:cNvPr id="109" name="b_source_label_C">
              <a:extLst>
                <a:ext uri="{FF2B5EF4-FFF2-40B4-BE49-F238E27FC236}">
                  <ns2:creationId id="{2B5C0938-895A-47C4-B013-3BBCAC068FC6}"/>
                </a:ext>
              </a:extLst>
            </p:cNvPr>
            <p:cNvSpPr>
              <a:spLocks noGrp="1"/>
            </p:cNvSpPr>
            <p:nvPr/>
          </p:nvSpPr>
          <p:spPr>
            <a:xfrm rot="0">
              <a:off x="10358438" y="777148"/>
              <a:ext cx="228600" cy="238125"/>
            </a:xfrm>
            <a:prstGeom prst="rect">
              <a:avLst/>
            </a:prstGeom>
            <a:noFill/>
            <a:ln w="0">
              <a:noFill/>
              <a:prstDash val="solid"/>
            </a:ln>
          </p:spPr>
          <p:txBody>
            <a:bodyPr wrap="none" lIns="0" tIns="0" rIns="0" bIns="0" anchor="t">
              <a:noAutofit/>
            </a:bodyPr>
            <a:lstStyle>
              <a:defPPr algn="l">
                <a:defRPr sz="1425" b="1">
                  <a:solidFill>
                    <a:srgbClr val="000000"/>
                  </a:solidFill>
                  <a:latin typeface="Arial"/>
                  <a:ea typeface="Arial"/>
                  <a:cs typeface="Arial"/>
                </a:defRPr>
              </a:defPPr>
              <a:lvl1pPr algn="l">
                <a:defRPr sz="1425" b="1">
                  <a:solidFill>
                    <a:srgbClr val="000000"/>
                  </a:solidFill>
                  <a:latin typeface="Arial"/>
                  <a:ea typeface="Arial"/>
                  <a:cs typeface="Arial"/>
                </a:defRPr>
              </a:lvl1pPr>
              <a:lvl2pPr algn="l">
                <a:defRPr sz="1425" b="1">
                  <a:solidFill>
                    <a:srgbClr val="000000"/>
                  </a:solidFill>
                  <a:latin typeface="Arial"/>
                  <a:ea typeface="Arial"/>
                  <a:cs typeface="Arial"/>
                </a:defRPr>
              </a:lvl2pPr>
              <a:lvl3pPr algn="l">
                <a:defRPr sz="1425" b="1">
                  <a:solidFill>
                    <a:srgbClr val="000000"/>
                  </a:solidFill>
                  <a:latin typeface="Arial"/>
                  <a:ea typeface="Arial"/>
                  <a:cs typeface="Arial"/>
                </a:defRPr>
              </a:lvl3pPr>
              <a:lvl4pPr algn="l">
                <a:defRPr sz="1425" b="1">
                  <a:solidFill>
                    <a:srgbClr val="000000"/>
                  </a:solidFill>
                  <a:latin typeface="Arial"/>
                  <a:ea typeface="Arial"/>
                  <a:cs typeface="Arial"/>
                </a:defRPr>
              </a:lvl4pPr>
              <a:lvl5pPr algn="l">
                <a:defRPr sz="1425" b="1">
                  <a:solidFill>
                    <a:srgbClr val="000000"/>
                  </a:solidFill>
                  <a:latin typeface="Arial"/>
                  <a:ea typeface="Arial"/>
                  <a:cs typeface="Arial"/>
                </a:defRPr>
              </a:lvl5pPr>
              <a:lvl6pPr algn="l">
                <a:defRPr sz="1425" b="1">
                  <a:solidFill>
                    <a:srgbClr val="000000"/>
                  </a:solidFill>
                  <a:latin typeface="Arial"/>
                  <a:ea typeface="Arial"/>
                  <a:cs typeface="Arial"/>
                </a:defRPr>
              </a:lvl6pPr>
              <a:lvl7pPr algn="l">
                <a:defRPr sz="1425" b="1">
                  <a:solidFill>
                    <a:srgbClr val="000000"/>
                  </a:solidFill>
                  <a:latin typeface="Arial"/>
                  <a:ea typeface="Arial"/>
                  <a:cs typeface="Arial"/>
                </a:defRPr>
              </a:lvl7pPr>
              <a:lvl8pPr algn="l">
                <a:defRPr sz="1425" b="1">
                  <a:solidFill>
                    <a:srgbClr val="000000"/>
                  </a:solidFill>
                  <a:latin typeface="Arial"/>
                  <a:ea typeface="Arial"/>
                  <a:cs typeface="Arial"/>
                </a:defRPr>
              </a:lvl8pPr>
              <a:lvl9pPr algn="l">
                <a:defRPr sz="1425" b="1">
                  <a:solidFill>
                    <a:srgbClr val="000000"/>
                  </a:solidFill>
                  <a:latin typeface="Arial"/>
                  <a:ea typeface="Arial"/>
                  <a:cs typeface="Arial"/>
                </a:defRPr>
              </a:lvl9pPr>
            </a:lstStyle>
            <a:p>
              <a:pPr algn="l">
                <a:defRPr sz="1425" b="1">
                  <a:solidFill>
                    <a:srgbClr val="000000"/>
                  </a:solidFill>
                  <a:latin typeface="Arial"/>
                  <a:ea typeface="Arial"/>
                  <a:cs typeface="Arial"/>
                </a:defRPr>
              </a:pPr>
              <a:r>
                <a:rPr sz="1425" b="1">
                  <a:solidFill>
                    <a:srgbClr val="000000"/>
                  </a:solidFill>
                  <a:latin typeface="Arial"/>
                  <a:ea typeface="Arial"/>
                  <a:cs typeface="Arial"/>
                </a:rPr>
                <a:t>C</a:t>
              </a:r>
            </a:p>
          </p:txBody>
        </p:sp>
        <p:sp>
          <p:nvSpPr>
            <p:cNvPr id="110" name="line_108">
              <a:extLst>
                <a:ext uri="{FF2B5EF4-FFF2-40B4-BE49-F238E27FC236}">
                  <ns2:creationId id="{5B652D6D-709A-4A2E-B802-C66A4C535191}"/>
                </a:ext>
              </a:extLst>
            </p:cNvPr>
            <p:cNvSpPr>
              <a:spLocks noGrp="1"/>
            </p:cNvSpPr>
            <p:nvPr/>
          </p:nvSpPr>
          <p:spPr>
            <a:xfrm>
              <a:off x="11046638" y="1560478"/>
              <a:ext cx="433349" cy="145742"/>
            </a:xfrm>
            <a:custGeom>
              <a:pathLst>
                <a:path w="433349" h="145742">
                  <a:moveTo>
                    <a:pt x="0" y="0"/>
                  </a:moveTo>
                  <a:lnTo>
                    <a:pt x="433349" y="145742"/>
                  </a:lnTo>
                </a:path>
              </a:pathLst>
            </a:custGeom>
            <a:noFill/>
            <a:ln w="11430">
              <a:solidFill>
                <a:srgbClr val="333333"/>
              </a:solidFill>
              <a:prstDash val="solid"/>
            </a:ln>
          </p:spPr>
        </p:sp>
        <p:sp>
          <p:nvSpPr>
            <p:cNvPr id="111" name="line_109">
              <a:extLst>
                <a:ext uri="{FF2B5EF4-FFF2-40B4-BE49-F238E27FC236}">
                  <ns2:creationId id="{CBCB214A-AAF5-412B-A7A4-6176D96C1574}"/>
                </a:ext>
              </a:extLst>
            </p:cNvPr>
            <p:cNvSpPr>
              <a:spLocks noGrp="1"/>
            </p:cNvSpPr>
            <p:nvPr/>
          </p:nvSpPr>
          <p:spPr>
            <a:xfrm>
              <a:off x="11425899" y="1657882"/>
              <a:ext cx="54088" cy="48338"/>
            </a:xfrm>
            <a:custGeom>
              <a:pathLst>
                <a:path w="54088" h="48338">
                  <a:moveTo>
                    <a:pt x="0" y="0"/>
                  </a:moveTo>
                  <a:lnTo>
                    <a:pt x="54088" y="48338"/>
                  </a:lnTo>
                </a:path>
              </a:pathLst>
            </a:custGeom>
            <a:noFill/>
            <a:ln w="11430">
              <a:solidFill>
                <a:srgbClr val="333333"/>
              </a:solidFill>
              <a:prstDash val="solid"/>
            </a:ln>
          </p:spPr>
        </p:sp>
        <p:sp>
          <p:nvSpPr>
            <p:cNvPr id="112" name="line_110">
              <a:extLst>
                <a:ext uri="{FF2B5EF4-FFF2-40B4-BE49-F238E27FC236}">
                  <ns2:creationId id="{9264FC1D-1214-4193-85CE-1B288F29C18E}"/>
                </a:ext>
              </a:extLst>
            </p:cNvPr>
            <p:cNvSpPr>
              <a:spLocks noGrp="1"/>
            </p:cNvSpPr>
            <p:nvPr/>
          </p:nvSpPr>
          <p:spPr>
            <a:xfrm>
              <a:off x="11407681" y="1706220"/>
              <a:ext cx="72306" cy="5830"/>
            </a:xfrm>
            <a:custGeom>
              <a:pathLst>
                <a:path w="72306" h="5830">
                  <a:moveTo>
                    <a:pt x="0" y="5830"/>
                  </a:moveTo>
                  <a:lnTo>
                    <a:pt x="72306" y="0"/>
                  </a:lnTo>
                </a:path>
              </a:pathLst>
            </a:custGeom>
            <a:noFill/>
            <a:ln w="11430">
              <a:solidFill>
                <a:srgbClr val="333333"/>
              </a:solidFill>
              <a:prstDash val="solid"/>
            </a:ln>
          </p:spPr>
        </p:sp>
        <p:sp>
          <p:nvSpPr>
            <p:cNvPr id="113" name="b_true_direction_label">
              <a:extLst>
                <a:ext uri="{FF2B5EF4-FFF2-40B4-BE49-F238E27FC236}">
                  <ns2:creationId id="{BC5E72B6-75C7-423F-ADDA-6BC4815E2C73}"/>
                </a:ext>
              </a:extLst>
            </p:cNvPr>
            <p:cNvSpPr>
              <a:spLocks noGrp="1"/>
            </p:cNvSpPr>
            <p:nvPr/>
          </p:nvSpPr>
          <p:spPr>
            <a:xfrm rot="0">
              <a:off x="11537137" y="1668120"/>
              <a:ext cx="190500" cy="219075"/>
            </a:xfrm>
            <a:prstGeom prst="rect">
              <a:avLst/>
            </a:prstGeom>
            <a:noFill/>
            <a:ln w="0">
              <a:noFill/>
              <a:prstDash val="solid"/>
            </a:ln>
          </p:spPr>
          <p:txBody>
            <a:bodyPr wrap="none" lIns="0" tIns="0" rIns="0" bIns="0" anchor="t">
              <a:noAutofit/>
            </a:bodyPr>
            <a:lstStyle>
              <a:defPPr algn="l">
                <a:defRPr sz="1275" b="1">
                  <a:solidFill>
                    <a:srgbClr val="000000"/>
                  </a:solidFill>
                  <a:latin typeface="Arial"/>
                  <a:ea typeface="Arial"/>
                  <a:cs typeface="Arial"/>
                </a:defRPr>
              </a:defPPr>
              <a:lvl1pPr algn="l">
                <a:defRPr sz="1275" b="1">
                  <a:solidFill>
                    <a:srgbClr val="000000"/>
                  </a:solidFill>
                  <a:latin typeface="Arial"/>
                  <a:ea typeface="Arial"/>
                  <a:cs typeface="Arial"/>
                </a:defRPr>
              </a:lvl1pPr>
              <a:lvl2pPr algn="l">
                <a:defRPr sz="1275" b="1">
                  <a:solidFill>
                    <a:srgbClr val="000000"/>
                  </a:solidFill>
                  <a:latin typeface="Arial"/>
                  <a:ea typeface="Arial"/>
                  <a:cs typeface="Arial"/>
                </a:defRPr>
              </a:lvl2pPr>
              <a:lvl3pPr algn="l">
                <a:defRPr sz="1275" b="1">
                  <a:solidFill>
                    <a:srgbClr val="000000"/>
                  </a:solidFill>
                  <a:latin typeface="Arial"/>
                  <a:ea typeface="Arial"/>
                  <a:cs typeface="Arial"/>
                </a:defRPr>
              </a:lvl3pPr>
              <a:lvl4pPr algn="l">
                <a:defRPr sz="1275" b="1">
                  <a:solidFill>
                    <a:srgbClr val="000000"/>
                  </a:solidFill>
                  <a:latin typeface="Arial"/>
                  <a:ea typeface="Arial"/>
                  <a:cs typeface="Arial"/>
                </a:defRPr>
              </a:lvl4pPr>
              <a:lvl5pPr algn="l">
                <a:defRPr sz="1275" b="1">
                  <a:solidFill>
                    <a:srgbClr val="000000"/>
                  </a:solidFill>
                  <a:latin typeface="Arial"/>
                  <a:ea typeface="Arial"/>
                  <a:cs typeface="Arial"/>
                </a:defRPr>
              </a:lvl5pPr>
              <a:lvl6pPr algn="l">
                <a:defRPr sz="1275" b="1">
                  <a:solidFill>
                    <a:srgbClr val="000000"/>
                  </a:solidFill>
                  <a:latin typeface="Arial"/>
                  <a:ea typeface="Arial"/>
                  <a:cs typeface="Arial"/>
                </a:defRPr>
              </a:lvl6pPr>
              <a:lvl7pPr algn="l">
                <a:defRPr sz="1275" b="1">
                  <a:solidFill>
                    <a:srgbClr val="000000"/>
                  </a:solidFill>
                  <a:latin typeface="Arial"/>
                  <a:ea typeface="Arial"/>
                  <a:cs typeface="Arial"/>
                </a:defRPr>
              </a:lvl7pPr>
              <a:lvl8pPr algn="l">
                <a:defRPr sz="1275" b="1">
                  <a:solidFill>
                    <a:srgbClr val="000000"/>
                  </a:solidFill>
                  <a:latin typeface="Arial"/>
                  <a:ea typeface="Arial"/>
                  <a:cs typeface="Arial"/>
                </a:defRPr>
              </a:lvl8pPr>
              <a:lvl9pPr algn="l">
                <a:defRPr sz="1275" b="1">
                  <a:solidFill>
                    <a:srgbClr val="000000"/>
                  </a:solidFill>
                  <a:latin typeface="Arial"/>
                  <a:ea typeface="Arial"/>
                  <a:cs typeface="Arial"/>
                </a:defRPr>
              </a:lvl9pPr>
            </a:lstStyle>
            <a:p>
              <a:pPr algn="l">
                <a:defRPr sz="1275" b="1">
                  <a:solidFill>
                    <a:srgbClr val="000000"/>
                  </a:solidFill>
                  <a:latin typeface="Arial"/>
                  <a:ea typeface="Arial"/>
                  <a:cs typeface="Arial"/>
                </a:defRPr>
              </a:pPr>
              <a:r>
                <a:rPr sz="1275" b="1">
                  <a:solidFill>
                    <a:srgbClr val="000000"/>
                  </a:solidFill>
                  <a:latin typeface="Arial"/>
                  <a:ea typeface="Arial"/>
                  <a:cs typeface="Arial"/>
                </a:rPr>
                <a:t>d</a:t>
              </a:r>
            </a:p>
          </p:txBody>
        </p:sp>
        <p:sp>
          <p:nvSpPr>
            <p:cNvPr id="114" name="b_source_to_local_arrow">
              <a:extLst>
                <a:ext uri="{FF2B5EF4-FFF2-40B4-BE49-F238E27FC236}">
                  <ns2:creationId id="{8EDA536D-D737-42DA-80E4-0F8283DDDECD}"/>
                </a:ext>
              </a:extLst>
            </p:cNvPr>
            <p:cNvSpPr>
              <a:spLocks noGrp="1"/>
            </p:cNvSpPr>
            <p:nvPr/>
          </p:nvSpPr>
          <p:spPr>
            <a:xfrm rot="0">
              <a:off x="11077575" y="3162300"/>
              <a:ext cx="228600" cy="257175"/>
            </a:xfrm>
            <a:prstGeom prst="downArrow">
              <a:avLst/>
            </a:prstGeom>
            <a:solidFill>
              <a:srgbClr val="AAB3BC"/>
            </a:solidFill>
            <a:ln w="0">
              <a:noFill/>
              <a:prstDash val="solid"/>
            </a:ln>
          </p:spPr>
        </p:sp>
        <p:sp>
          <p:nvSpPr>
            <p:cNvPr id="115" name="text_113">
              <a:extLst>
                <a:ext uri="{FF2B5EF4-FFF2-40B4-BE49-F238E27FC236}">
                  <ns2:creationId id="{CDB3FE6D-BA4E-46C4-AAFF-7BA734E433F0}"/>
                </a:ext>
              </a:extLst>
            </p:cNvPr>
            <p:cNvSpPr>
              <a:spLocks noGrp="1"/>
            </p:cNvSpPr>
            <p:nvPr/>
          </p:nvSpPr>
          <p:spPr>
            <a:xfrm rot="0">
              <a:off x="9658350" y="3514725"/>
              <a:ext cx="3028950" cy="228600"/>
            </a:xfrm>
            <a:prstGeom prst="rect">
              <a:avLst/>
            </a:prstGeom>
            <a:noFill/>
            <a:ln w="0">
              <a:noFill/>
              <a:prstDash val="solid"/>
            </a:ln>
          </p:spPr>
          <p:txBody>
            <a:bodyPr wrap="none" lIns="0" tIns="0" rIns="0" bIns="0" anchor="t">
              <a:noAutofit/>
            </a:bodyPr>
            <a:lstStyle>
              <a:defPPr algn="ctr">
                <a:defRPr sz="1275" b="1">
                  <a:solidFill>
                    <a:srgbClr val="000000"/>
                  </a:solidFill>
                  <a:latin typeface="Arial"/>
                  <a:ea typeface="Arial"/>
                  <a:cs typeface="Arial"/>
                </a:defRPr>
              </a:defPPr>
              <a:lvl1pPr algn="ctr">
                <a:defRPr sz="1275" b="1">
                  <a:solidFill>
                    <a:srgbClr val="000000"/>
                  </a:solidFill>
                  <a:latin typeface="Arial"/>
                  <a:ea typeface="Arial"/>
                  <a:cs typeface="Arial"/>
                </a:defRPr>
              </a:lvl1pPr>
              <a:lvl2pPr algn="ctr">
                <a:defRPr sz="1275" b="1">
                  <a:solidFill>
                    <a:srgbClr val="000000"/>
                  </a:solidFill>
                  <a:latin typeface="Arial"/>
                  <a:ea typeface="Arial"/>
                  <a:cs typeface="Arial"/>
                </a:defRPr>
              </a:lvl2pPr>
              <a:lvl3pPr algn="ctr">
                <a:defRPr sz="1275" b="1">
                  <a:solidFill>
                    <a:srgbClr val="000000"/>
                  </a:solidFill>
                  <a:latin typeface="Arial"/>
                  <a:ea typeface="Arial"/>
                  <a:cs typeface="Arial"/>
                </a:defRPr>
              </a:lvl3pPr>
              <a:lvl4pPr algn="ctr">
                <a:defRPr sz="1275" b="1">
                  <a:solidFill>
                    <a:srgbClr val="000000"/>
                  </a:solidFill>
                  <a:latin typeface="Arial"/>
                  <a:ea typeface="Arial"/>
                  <a:cs typeface="Arial"/>
                </a:defRPr>
              </a:lvl4pPr>
              <a:lvl5pPr algn="ctr">
                <a:defRPr sz="1275" b="1">
                  <a:solidFill>
                    <a:srgbClr val="000000"/>
                  </a:solidFill>
                  <a:latin typeface="Arial"/>
                  <a:ea typeface="Arial"/>
                  <a:cs typeface="Arial"/>
                </a:defRPr>
              </a:lvl5pPr>
              <a:lvl6pPr algn="ctr">
                <a:defRPr sz="1275" b="1">
                  <a:solidFill>
                    <a:srgbClr val="000000"/>
                  </a:solidFill>
                  <a:latin typeface="Arial"/>
                  <a:ea typeface="Arial"/>
                  <a:cs typeface="Arial"/>
                </a:defRPr>
              </a:lvl6pPr>
              <a:lvl7pPr algn="ctr">
                <a:defRPr sz="1275" b="1">
                  <a:solidFill>
                    <a:srgbClr val="000000"/>
                  </a:solidFill>
                  <a:latin typeface="Arial"/>
                  <a:ea typeface="Arial"/>
                  <a:cs typeface="Arial"/>
                </a:defRPr>
              </a:lvl7pPr>
              <a:lvl8pPr algn="ctr">
                <a:defRPr sz="1275" b="1">
                  <a:solidFill>
                    <a:srgbClr val="000000"/>
                  </a:solidFill>
                  <a:latin typeface="Arial"/>
                  <a:ea typeface="Arial"/>
                  <a:cs typeface="Arial"/>
                </a:defRPr>
              </a:lvl8pPr>
              <a:lvl9pPr algn="ctr">
                <a:defRPr sz="1275" b="1">
                  <a:solidFill>
                    <a:srgbClr val="000000"/>
                  </a:solidFill>
                  <a:latin typeface="Arial"/>
                  <a:ea typeface="Arial"/>
                  <a:cs typeface="Arial"/>
                </a:defRPr>
              </a:lvl9pPr>
            </a:lstStyle>
            <a:p>
              <a:pPr algn="ctr">
                <a:defRPr sz="1275" b="1">
                  <a:solidFill>
                    <a:srgbClr val="000000"/>
                  </a:solidFill>
                  <a:latin typeface="Arial"/>
                  <a:ea typeface="Arial"/>
                  <a:cs typeface="Arial"/>
                </a:defRPr>
              </a:pPr>
              <a:r>
                <a:rPr sz="1275" b="1">
                  <a:solidFill>
                    <a:srgbClr val="000000"/>
                  </a:solidFill>
                  <a:latin typeface="Arial"/>
                  <a:ea typeface="Arial"/>
                  <a:cs typeface="Arial"/>
                </a:rPr>
                <a:t>Local tracks · 00:00–23:00 UTC</a:t>
              </a:r>
            </a:p>
          </p:txBody>
        </p:sp>
        <p:pic>
          <p:nvPicPr>
            <p:cNvPr id="116" name="">
              <a:extLst>
                <a:ext uri="{FF2B5EF4-FFF2-40B4-BE49-F238E27FC236}">
                  <ns2:creationId id="{B5261130-09CE-458A-B2C5-377672BBB75E}"/>
                </a:ext>
              </a:extLst>
            </p:cNvPr>
            <p:cNvPicPr>
              <a:picLocks noChangeAspect="1"/>
            </p:cNvPicPr>
            <p:nvPr/>
          </p:nvPicPr>
          <p:blipFill>
            <a:blip r:embed="Rb198c50358984de3"/>
            <a:stretch/>
          </p:blipFill>
          <p:spPr>
            <a:xfrm>
              <a:off x="10039350" y="3876675"/>
              <a:ext cx="2514600" cy="1819275"/>
            </a:xfrm>
            <a:prstGeom prst="rect">
              <a:avLst/>
            </a:prstGeom>
          </p:spPr>
        </p:pic>
        <p:sp>
          <p:nvSpPr>
            <p:cNvPr id="117" name="b_local_window_outline">
              <a:extLst>
                <a:ext uri="{FF2B5EF4-FFF2-40B4-BE49-F238E27FC236}">
                  <ns2:creationId id="{7B97CEB8-E162-4A46-955E-6CCC3737F656}"/>
                </a:ext>
              </a:extLst>
            </p:cNvPr>
            <p:cNvSpPr>
              <a:spLocks noGrp="1"/>
            </p:cNvSpPr>
            <p:nvPr/>
          </p:nvSpPr>
          <p:spPr>
            <a:xfrm rot="0">
              <a:off x="10039350" y="3876675"/>
              <a:ext cx="2514600" cy="1819275"/>
            </a:xfrm>
            <a:prstGeom prst="rect">
              <a:avLst/>
            </a:prstGeom>
            <a:noFill/>
            <a:ln w="11430">
              <a:solidFill>
                <a:srgbClr val="C73A37"/>
              </a:solidFill>
              <a:prstDash val="solid"/>
            </a:ln>
          </p:spPr>
        </p:sp>
        <p:sp>
          <p:nvSpPr>
            <p:cNvPr id="118" name="b_local_position_axis">
              <a:extLst>
                <a:ext uri="{FF2B5EF4-FFF2-40B4-BE49-F238E27FC236}">
                  <ns2:creationId id="{AC931A35-1EC0-4F02-BD50-D8B1E1543408}"/>
                </a:ext>
              </a:extLst>
            </p:cNvPr>
            <p:cNvSpPr>
              <a:spLocks noGrp="1"/>
            </p:cNvSpPr>
            <p:nvPr/>
          </p:nvSpPr>
          <p:spPr>
            <a:xfrm rot="0">
              <a:off x="9505950" y="3943350"/>
              <a:ext cx="219075" cy="1714500"/>
            </a:xfrm>
            <a:prstGeom prst="rect">
              <a:avLst/>
            </a:prstGeom>
            <a:noFill/>
            <a:ln w="0">
              <a:noFill/>
              <a:prstDash val="solid"/>
            </a:ln>
          </p:spPr>
          <p:txBody>
            <a:bodyPr wrap="none" lIns="0" tIns="0" rIns="0" bIns="0" anchor="ctr" vert="vert270">
              <a:noAutofit/>
            </a:bodyPr>
            <a:lstStyle>
              <a:defPPr algn="ctr">
                <a:defRPr sz="1125" b="0">
                  <a:solidFill>
                    <a:srgbClr val="000000"/>
                  </a:solidFill>
                  <a:latin typeface="Arial"/>
                  <a:ea typeface="Arial"/>
                  <a:cs typeface="Arial"/>
                </a:defRPr>
              </a:defPPr>
              <a:lvl1pPr algn="ctr">
                <a:defRPr sz="1125" b="0">
                  <a:solidFill>
                    <a:srgbClr val="000000"/>
                  </a:solidFill>
                  <a:latin typeface="Arial"/>
                  <a:ea typeface="Arial"/>
                  <a:cs typeface="Arial"/>
                </a:defRPr>
              </a:lvl1pPr>
              <a:lvl2pPr algn="ctr">
                <a:defRPr sz="1125" b="0">
                  <a:solidFill>
                    <a:srgbClr val="000000"/>
                  </a:solidFill>
                  <a:latin typeface="Arial"/>
                  <a:ea typeface="Arial"/>
                  <a:cs typeface="Arial"/>
                </a:defRPr>
              </a:lvl2pPr>
              <a:lvl3pPr algn="ctr">
                <a:defRPr sz="1125" b="0">
                  <a:solidFill>
                    <a:srgbClr val="000000"/>
                  </a:solidFill>
                  <a:latin typeface="Arial"/>
                  <a:ea typeface="Arial"/>
                  <a:cs typeface="Arial"/>
                </a:defRPr>
              </a:lvl3pPr>
              <a:lvl4pPr algn="ctr">
                <a:defRPr sz="1125" b="0">
                  <a:solidFill>
                    <a:srgbClr val="000000"/>
                  </a:solidFill>
                  <a:latin typeface="Arial"/>
                  <a:ea typeface="Arial"/>
                  <a:cs typeface="Arial"/>
                </a:defRPr>
              </a:lvl4pPr>
              <a:lvl5pPr algn="ctr">
                <a:defRPr sz="1125" b="0">
                  <a:solidFill>
                    <a:srgbClr val="000000"/>
                  </a:solidFill>
                  <a:latin typeface="Arial"/>
                  <a:ea typeface="Arial"/>
                  <a:cs typeface="Arial"/>
                </a:defRPr>
              </a:lvl5pPr>
              <a:lvl6pPr algn="ctr">
                <a:defRPr sz="1125" b="0">
                  <a:solidFill>
                    <a:srgbClr val="000000"/>
                  </a:solidFill>
                  <a:latin typeface="Arial"/>
                  <a:ea typeface="Arial"/>
                  <a:cs typeface="Arial"/>
                </a:defRPr>
              </a:lvl6pPr>
              <a:lvl7pPr algn="ctr">
                <a:defRPr sz="1125" b="0">
                  <a:solidFill>
                    <a:srgbClr val="000000"/>
                  </a:solidFill>
                  <a:latin typeface="Arial"/>
                  <a:ea typeface="Arial"/>
                  <a:cs typeface="Arial"/>
                </a:defRPr>
              </a:lvl7pPr>
              <a:lvl8pPr algn="ctr">
                <a:defRPr sz="1125" b="0">
                  <a:solidFill>
                    <a:srgbClr val="000000"/>
                  </a:solidFill>
                  <a:latin typeface="Arial"/>
                  <a:ea typeface="Arial"/>
                  <a:cs typeface="Arial"/>
                </a:defRPr>
              </a:lvl8pPr>
              <a:lvl9pPr algn="ctr">
                <a:defRPr sz="1125" b="0">
                  <a:solidFill>
                    <a:srgbClr val="000000"/>
                  </a:solidFill>
                  <a:latin typeface="Arial"/>
                  <a:ea typeface="Arial"/>
                  <a:cs typeface="Arial"/>
                </a:defRPr>
              </a:lvl9pPr>
            </a:lstStyle>
            <a:p>
              <a:pPr algn="ctr">
                <a:defRPr sz="1125" b="0">
                  <a:solidFill>
                    <a:srgbClr val="000000"/>
                  </a:solidFill>
                  <a:latin typeface="Arial"/>
                  <a:ea typeface="Arial"/>
                  <a:cs typeface="Arial"/>
                </a:defRPr>
              </a:pPr>
              <a:r>
                <a:rPr sz="1125" b="0">
                  <a:solidFill>
                    <a:srgbClr val="000000"/>
                  </a:solidFill>
                  <a:latin typeface="Arial"/>
                  <a:ea typeface="Arial"/>
                  <a:cs typeface="Arial"/>
                </a:rPr>
                <a:t>Output position</a:t>
              </a:r>
            </a:p>
          </p:txBody>
        </p:sp>
        <p:sp>
          <p:nvSpPr>
            <p:cNvPr id="119" name="line_117">
              <a:extLst>
                <a:ext uri="{FF2B5EF4-FFF2-40B4-BE49-F238E27FC236}">
                  <ns2:creationId id="{98572FC2-8711-4B3D-9509-7AB67F5C553F}"/>
                </a:ext>
              </a:extLst>
            </p:cNvPr>
            <p:cNvSpPr>
              <a:spLocks noGrp="1"/>
            </p:cNvSpPr>
            <p:nvPr/>
          </p:nvSpPr>
          <p:spPr>
            <a:xfrm>
              <a:off x="10001250" y="5695950"/>
              <a:ext cx="38100" cy="95"/>
            </a:xfrm>
            <a:custGeom>
              <a:pathLst>
                <a:path w="38100" h="95">
                  <a:moveTo>
                    <a:pt x="0" y="0"/>
                  </a:moveTo>
                  <a:lnTo>
                    <a:pt x="38100" y="0"/>
                  </a:lnTo>
                </a:path>
              </a:pathLst>
            </a:custGeom>
            <a:noFill/>
            <a:ln w="6668">
              <a:solidFill>
                <a:srgbClr val="000000"/>
              </a:solidFill>
              <a:prstDash val="solid"/>
            </a:ln>
          </p:spPr>
        </p:sp>
        <p:sp>
          <p:nvSpPr>
            <p:cNvPr id="120" name="text_118">
              <a:extLst>
                <a:ext uri="{FF2B5EF4-FFF2-40B4-BE49-F238E27FC236}">
                  <ns2:creationId id="{B9518C6D-6385-4C34-89FC-80B4D943C9F7}"/>
                </a:ext>
              </a:extLst>
            </p:cNvPr>
            <p:cNvSpPr>
              <a:spLocks noGrp="1"/>
            </p:cNvSpPr>
            <p:nvPr/>
          </p:nvSpPr>
          <p:spPr>
            <a:xfrm rot="0">
              <a:off x="9686925" y="5600700"/>
              <a:ext cx="276225" cy="200025"/>
            </a:xfrm>
            <a:prstGeom prst="rect">
              <a:avLst/>
            </a:prstGeom>
            <a:noFill/>
            <a:ln w="0">
              <a:noFill/>
              <a:prstDash val="solid"/>
            </a:ln>
          </p:spPr>
          <p:txBody>
            <a:bodyPr wrap="none" lIns="0" tIns="0" rIns="0" bIns="0" anchor="t">
              <a:noAutofit/>
            </a:bodyPr>
            <a:lstStyle>
              <a:defPPr algn="r">
                <a:defRPr sz="1050" b="0">
                  <a:solidFill>
                    <a:srgbClr val="000000"/>
                  </a:solidFill>
                  <a:latin typeface="Arial"/>
                  <a:ea typeface="Arial"/>
                  <a:cs typeface="Arial"/>
                </a:defRPr>
              </a:defPPr>
              <a:lvl1pPr algn="r">
                <a:defRPr sz="1050" b="0">
                  <a:solidFill>
                    <a:srgbClr val="000000"/>
                  </a:solidFill>
                  <a:latin typeface="Arial"/>
                  <a:ea typeface="Arial"/>
                  <a:cs typeface="Arial"/>
                </a:defRPr>
              </a:lvl1pPr>
              <a:lvl2pPr algn="r">
                <a:defRPr sz="1050" b="0">
                  <a:solidFill>
                    <a:srgbClr val="000000"/>
                  </a:solidFill>
                  <a:latin typeface="Arial"/>
                  <a:ea typeface="Arial"/>
                  <a:cs typeface="Arial"/>
                </a:defRPr>
              </a:lvl2pPr>
              <a:lvl3pPr algn="r">
                <a:defRPr sz="1050" b="0">
                  <a:solidFill>
                    <a:srgbClr val="000000"/>
                  </a:solidFill>
                  <a:latin typeface="Arial"/>
                  <a:ea typeface="Arial"/>
                  <a:cs typeface="Arial"/>
                </a:defRPr>
              </a:lvl3pPr>
              <a:lvl4pPr algn="r">
                <a:defRPr sz="1050" b="0">
                  <a:solidFill>
                    <a:srgbClr val="000000"/>
                  </a:solidFill>
                  <a:latin typeface="Arial"/>
                  <a:ea typeface="Arial"/>
                  <a:cs typeface="Arial"/>
                </a:defRPr>
              </a:lvl4pPr>
              <a:lvl5pPr algn="r">
                <a:defRPr sz="1050" b="0">
                  <a:solidFill>
                    <a:srgbClr val="000000"/>
                  </a:solidFill>
                  <a:latin typeface="Arial"/>
                  <a:ea typeface="Arial"/>
                  <a:cs typeface="Arial"/>
                </a:defRPr>
              </a:lvl5pPr>
              <a:lvl6pPr algn="r">
                <a:defRPr sz="1050" b="0">
                  <a:solidFill>
                    <a:srgbClr val="000000"/>
                  </a:solidFill>
                  <a:latin typeface="Arial"/>
                  <a:ea typeface="Arial"/>
                  <a:cs typeface="Arial"/>
                </a:defRPr>
              </a:lvl6pPr>
              <a:lvl7pPr algn="r">
                <a:defRPr sz="1050" b="0">
                  <a:solidFill>
                    <a:srgbClr val="000000"/>
                  </a:solidFill>
                  <a:latin typeface="Arial"/>
                  <a:ea typeface="Arial"/>
                  <a:cs typeface="Arial"/>
                </a:defRPr>
              </a:lvl7pPr>
              <a:lvl8pPr algn="r">
                <a:defRPr sz="1050" b="0">
                  <a:solidFill>
                    <a:srgbClr val="000000"/>
                  </a:solidFill>
                  <a:latin typeface="Arial"/>
                  <a:ea typeface="Arial"/>
                  <a:cs typeface="Arial"/>
                </a:defRPr>
              </a:lvl8pPr>
              <a:lvl9pPr algn="r">
                <a:defRPr sz="1050" b="0">
                  <a:solidFill>
                    <a:srgbClr val="000000"/>
                  </a:solidFill>
                  <a:latin typeface="Arial"/>
                  <a:ea typeface="Arial"/>
                  <a:cs typeface="Arial"/>
                </a:defRPr>
              </a:lvl9pPr>
            </a:lstStyle>
            <a:p>
              <a:pPr algn="r">
                <a:defRPr sz="1050" b="0">
                  <a:solidFill>
                    <a:srgbClr val="000000"/>
                  </a:solidFill>
                  <a:latin typeface="Arial"/>
                  <a:ea typeface="Arial"/>
                  <a:cs typeface="Arial"/>
                </a:defRPr>
              </a:pPr>
              <a:r>
                <a:rPr sz="1050" b="0">
                  <a:solidFill>
                    <a:srgbClr val="000000"/>
                  </a:solidFill>
                  <a:latin typeface="Arial"/>
                  <a:ea typeface="Arial"/>
                  <a:cs typeface="Arial"/>
                </a:rPr>
                <a:t>0.0</a:t>
              </a:r>
            </a:p>
          </p:txBody>
        </p:sp>
        <p:sp>
          <p:nvSpPr>
            <p:cNvPr id="121" name="line_119">
              <a:extLst>
                <a:ext uri="{FF2B5EF4-FFF2-40B4-BE49-F238E27FC236}">
                  <ns2:creationId id="{98EB44D3-24D2-48F5-A551-3DD90C8D9D2C}"/>
                </a:ext>
              </a:extLst>
            </p:cNvPr>
            <p:cNvSpPr>
              <a:spLocks noGrp="1"/>
            </p:cNvSpPr>
            <p:nvPr/>
          </p:nvSpPr>
          <p:spPr>
            <a:xfrm>
              <a:off x="10001250" y="4786313"/>
              <a:ext cx="38100" cy="95"/>
            </a:xfrm>
            <a:custGeom>
              <a:pathLst>
                <a:path w="38100" h="95">
                  <a:moveTo>
                    <a:pt x="0" y="0"/>
                  </a:moveTo>
                  <a:lnTo>
                    <a:pt x="38100" y="0"/>
                  </a:lnTo>
                </a:path>
              </a:pathLst>
            </a:custGeom>
            <a:noFill/>
            <a:ln w="6668">
              <a:solidFill>
                <a:srgbClr val="000000"/>
              </a:solidFill>
              <a:prstDash val="solid"/>
            </a:ln>
          </p:spPr>
        </p:sp>
        <p:sp>
          <p:nvSpPr>
            <p:cNvPr id="122" name="text_120">
              <a:extLst>
                <a:ext uri="{FF2B5EF4-FFF2-40B4-BE49-F238E27FC236}">
                  <ns2:creationId id="{94CD5A16-179A-4D26-AB8C-D16AC9DFE8C7}"/>
                </a:ext>
              </a:extLst>
            </p:cNvPr>
            <p:cNvSpPr>
              <a:spLocks noGrp="1"/>
            </p:cNvSpPr>
            <p:nvPr/>
          </p:nvSpPr>
          <p:spPr>
            <a:xfrm rot="0">
              <a:off x="9686925" y="4691063"/>
              <a:ext cx="276225" cy="200025"/>
            </a:xfrm>
            <a:prstGeom prst="rect">
              <a:avLst/>
            </a:prstGeom>
            <a:noFill/>
            <a:ln w="0">
              <a:noFill/>
              <a:prstDash val="solid"/>
            </a:ln>
          </p:spPr>
          <p:txBody>
            <a:bodyPr wrap="none" lIns="0" tIns="0" rIns="0" bIns="0" anchor="t">
              <a:noAutofit/>
            </a:bodyPr>
            <a:lstStyle>
              <a:defPPr algn="r">
                <a:defRPr sz="1050" b="0">
                  <a:solidFill>
                    <a:srgbClr val="000000"/>
                  </a:solidFill>
                  <a:latin typeface="Arial"/>
                  <a:ea typeface="Arial"/>
                  <a:cs typeface="Arial"/>
                </a:defRPr>
              </a:defPPr>
              <a:lvl1pPr algn="r">
                <a:defRPr sz="1050" b="0">
                  <a:solidFill>
                    <a:srgbClr val="000000"/>
                  </a:solidFill>
                  <a:latin typeface="Arial"/>
                  <a:ea typeface="Arial"/>
                  <a:cs typeface="Arial"/>
                </a:defRPr>
              </a:lvl1pPr>
              <a:lvl2pPr algn="r">
                <a:defRPr sz="1050" b="0">
                  <a:solidFill>
                    <a:srgbClr val="000000"/>
                  </a:solidFill>
                  <a:latin typeface="Arial"/>
                  <a:ea typeface="Arial"/>
                  <a:cs typeface="Arial"/>
                </a:defRPr>
              </a:lvl2pPr>
              <a:lvl3pPr algn="r">
                <a:defRPr sz="1050" b="0">
                  <a:solidFill>
                    <a:srgbClr val="000000"/>
                  </a:solidFill>
                  <a:latin typeface="Arial"/>
                  <a:ea typeface="Arial"/>
                  <a:cs typeface="Arial"/>
                </a:defRPr>
              </a:lvl3pPr>
              <a:lvl4pPr algn="r">
                <a:defRPr sz="1050" b="0">
                  <a:solidFill>
                    <a:srgbClr val="000000"/>
                  </a:solidFill>
                  <a:latin typeface="Arial"/>
                  <a:ea typeface="Arial"/>
                  <a:cs typeface="Arial"/>
                </a:defRPr>
              </a:lvl4pPr>
              <a:lvl5pPr algn="r">
                <a:defRPr sz="1050" b="0">
                  <a:solidFill>
                    <a:srgbClr val="000000"/>
                  </a:solidFill>
                  <a:latin typeface="Arial"/>
                  <a:ea typeface="Arial"/>
                  <a:cs typeface="Arial"/>
                </a:defRPr>
              </a:lvl5pPr>
              <a:lvl6pPr algn="r">
                <a:defRPr sz="1050" b="0">
                  <a:solidFill>
                    <a:srgbClr val="000000"/>
                  </a:solidFill>
                  <a:latin typeface="Arial"/>
                  <a:ea typeface="Arial"/>
                  <a:cs typeface="Arial"/>
                </a:defRPr>
              </a:lvl6pPr>
              <a:lvl7pPr algn="r">
                <a:defRPr sz="1050" b="0">
                  <a:solidFill>
                    <a:srgbClr val="000000"/>
                  </a:solidFill>
                  <a:latin typeface="Arial"/>
                  <a:ea typeface="Arial"/>
                  <a:cs typeface="Arial"/>
                </a:defRPr>
              </a:lvl7pPr>
              <a:lvl8pPr algn="r">
                <a:defRPr sz="1050" b="0">
                  <a:solidFill>
                    <a:srgbClr val="000000"/>
                  </a:solidFill>
                  <a:latin typeface="Arial"/>
                  <a:ea typeface="Arial"/>
                  <a:cs typeface="Arial"/>
                </a:defRPr>
              </a:lvl8pPr>
              <a:lvl9pPr algn="r">
                <a:defRPr sz="1050" b="0">
                  <a:solidFill>
                    <a:srgbClr val="000000"/>
                  </a:solidFill>
                  <a:latin typeface="Arial"/>
                  <a:ea typeface="Arial"/>
                  <a:cs typeface="Arial"/>
                </a:defRPr>
              </a:lvl9pPr>
            </a:lstStyle>
            <a:p>
              <a:pPr algn="r">
                <a:defRPr sz="1050" b="0">
                  <a:solidFill>
                    <a:srgbClr val="000000"/>
                  </a:solidFill>
                  <a:latin typeface="Arial"/>
                  <a:ea typeface="Arial"/>
                  <a:cs typeface="Arial"/>
                </a:defRPr>
              </a:pPr>
              <a:r>
                <a:rPr sz="1050" b="0">
                  <a:solidFill>
                    <a:srgbClr val="000000"/>
                  </a:solidFill>
                  <a:latin typeface="Arial"/>
                  <a:ea typeface="Arial"/>
                  <a:cs typeface="Arial"/>
                </a:rPr>
                <a:t>0.5</a:t>
              </a:r>
            </a:p>
          </p:txBody>
        </p:sp>
        <p:sp>
          <p:nvSpPr>
            <p:cNvPr id="123" name="line_121">
              <a:extLst>
                <a:ext uri="{FF2B5EF4-FFF2-40B4-BE49-F238E27FC236}">
                  <ns2:creationId id="{6B937DA0-4FD0-459E-A199-1E0159FB5724}"/>
                </a:ext>
              </a:extLst>
            </p:cNvPr>
            <p:cNvSpPr>
              <a:spLocks noGrp="1"/>
            </p:cNvSpPr>
            <p:nvPr/>
          </p:nvSpPr>
          <p:spPr>
            <a:xfrm>
              <a:off x="10001250" y="3876675"/>
              <a:ext cx="38100" cy="95"/>
            </a:xfrm>
            <a:custGeom>
              <a:pathLst>
                <a:path w="38100" h="95">
                  <a:moveTo>
                    <a:pt x="0" y="0"/>
                  </a:moveTo>
                  <a:lnTo>
                    <a:pt x="38100" y="0"/>
                  </a:lnTo>
                </a:path>
              </a:pathLst>
            </a:custGeom>
            <a:noFill/>
            <a:ln w="6668">
              <a:solidFill>
                <a:srgbClr val="000000"/>
              </a:solidFill>
              <a:prstDash val="solid"/>
            </a:ln>
          </p:spPr>
        </p:sp>
        <p:sp>
          <p:nvSpPr>
            <p:cNvPr id="124" name="text_122">
              <a:extLst>
                <a:ext uri="{FF2B5EF4-FFF2-40B4-BE49-F238E27FC236}">
                  <ns2:creationId id="{62131759-05A3-4C4B-BA8C-79993547A924}"/>
                </a:ext>
              </a:extLst>
            </p:cNvPr>
            <p:cNvSpPr>
              <a:spLocks noGrp="1"/>
            </p:cNvSpPr>
            <p:nvPr/>
          </p:nvSpPr>
          <p:spPr>
            <a:xfrm rot="0">
              <a:off x="9686925" y="3781425"/>
              <a:ext cx="276225" cy="200025"/>
            </a:xfrm>
            <a:prstGeom prst="rect">
              <a:avLst/>
            </a:prstGeom>
            <a:noFill/>
            <a:ln w="0">
              <a:noFill/>
              <a:prstDash val="solid"/>
            </a:ln>
          </p:spPr>
          <p:txBody>
            <a:bodyPr wrap="none" lIns="0" tIns="0" rIns="0" bIns="0" anchor="t">
              <a:noAutofit/>
            </a:bodyPr>
            <a:lstStyle>
              <a:defPPr algn="r">
                <a:defRPr sz="1050" b="0">
                  <a:solidFill>
                    <a:srgbClr val="000000"/>
                  </a:solidFill>
                  <a:latin typeface="Arial"/>
                  <a:ea typeface="Arial"/>
                  <a:cs typeface="Arial"/>
                </a:defRPr>
              </a:defPPr>
              <a:lvl1pPr algn="r">
                <a:defRPr sz="1050" b="0">
                  <a:solidFill>
                    <a:srgbClr val="000000"/>
                  </a:solidFill>
                  <a:latin typeface="Arial"/>
                  <a:ea typeface="Arial"/>
                  <a:cs typeface="Arial"/>
                </a:defRPr>
              </a:lvl1pPr>
              <a:lvl2pPr algn="r">
                <a:defRPr sz="1050" b="0">
                  <a:solidFill>
                    <a:srgbClr val="000000"/>
                  </a:solidFill>
                  <a:latin typeface="Arial"/>
                  <a:ea typeface="Arial"/>
                  <a:cs typeface="Arial"/>
                </a:defRPr>
              </a:lvl2pPr>
              <a:lvl3pPr algn="r">
                <a:defRPr sz="1050" b="0">
                  <a:solidFill>
                    <a:srgbClr val="000000"/>
                  </a:solidFill>
                  <a:latin typeface="Arial"/>
                  <a:ea typeface="Arial"/>
                  <a:cs typeface="Arial"/>
                </a:defRPr>
              </a:lvl3pPr>
              <a:lvl4pPr algn="r">
                <a:defRPr sz="1050" b="0">
                  <a:solidFill>
                    <a:srgbClr val="000000"/>
                  </a:solidFill>
                  <a:latin typeface="Arial"/>
                  <a:ea typeface="Arial"/>
                  <a:cs typeface="Arial"/>
                </a:defRPr>
              </a:lvl4pPr>
              <a:lvl5pPr algn="r">
                <a:defRPr sz="1050" b="0">
                  <a:solidFill>
                    <a:srgbClr val="000000"/>
                  </a:solidFill>
                  <a:latin typeface="Arial"/>
                  <a:ea typeface="Arial"/>
                  <a:cs typeface="Arial"/>
                </a:defRPr>
              </a:lvl5pPr>
              <a:lvl6pPr algn="r">
                <a:defRPr sz="1050" b="0">
                  <a:solidFill>
                    <a:srgbClr val="000000"/>
                  </a:solidFill>
                  <a:latin typeface="Arial"/>
                  <a:ea typeface="Arial"/>
                  <a:cs typeface="Arial"/>
                </a:defRPr>
              </a:lvl6pPr>
              <a:lvl7pPr algn="r">
                <a:defRPr sz="1050" b="0">
                  <a:solidFill>
                    <a:srgbClr val="000000"/>
                  </a:solidFill>
                  <a:latin typeface="Arial"/>
                  <a:ea typeface="Arial"/>
                  <a:cs typeface="Arial"/>
                </a:defRPr>
              </a:lvl7pPr>
              <a:lvl8pPr algn="r">
                <a:defRPr sz="1050" b="0">
                  <a:solidFill>
                    <a:srgbClr val="000000"/>
                  </a:solidFill>
                  <a:latin typeface="Arial"/>
                  <a:ea typeface="Arial"/>
                  <a:cs typeface="Arial"/>
                </a:defRPr>
              </a:lvl8pPr>
              <a:lvl9pPr algn="r">
                <a:defRPr sz="1050" b="0">
                  <a:solidFill>
                    <a:srgbClr val="000000"/>
                  </a:solidFill>
                  <a:latin typeface="Arial"/>
                  <a:ea typeface="Arial"/>
                  <a:cs typeface="Arial"/>
                </a:defRPr>
              </a:lvl9pPr>
            </a:lstStyle>
            <a:p>
              <a:pPr algn="r">
                <a:defRPr sz="1050" b="0">
                  <a:solidFill>
                    <a:srgbClr val="000000"/>
                  </a:solidFill>
                  <a:latin typeface="Arial"/>
                  <a:ea typeface="Arial"/>
                  <a:cs typeface="Arial"/>
                </a:defRPr>
              </a:pPr>
              <a:r>
                <a:rPr sz="1050" b="0">
                  <a:solidFill>
                    <a:srgbClr val="000000"/>
                  </a:solidFill>
                  <a:latin typeface="Arial"/>
                  <a:ea typeface="Arial"/>
                  <a:cs typeface="Arial"/>
                </a:rPr>
                <a:t>1.0</a:t>
              </a:r>
            </a:p>
          </p:txBody>
        </p:sp>
        <p:sp>
          <p:nvSpPr>
            <p:cNvPr id="125" name="line_123">
              <a:extLst>
                <a:ext uri="{FF2B5EF4-FFF2-40B4-BE49-F238E27FC236}">
                  <ns2:creationId id="{9D256684-605C-4B6C-8C5E-3A68160BA5D2}"/>
                </a:ext>
              </a:extLst>
            </p:cNvPr>
            <p:cNvSpPr>
              <a:spLocks noGrp="1"/>
            </p:cNvSpPr>
            <p:nvPr/>
          </p:nvSpPr>
          <p:spPr>
            <a:xfrm>
              <a:off x="10091738" y="5695950"/>
              <a:ext cx="95" cy="38100"/>
            </a:xfrm>
            <a:custGeom>
              <a:pathLst>
                <a:path w="95" h="38100">
                  <a:moveTo>
                    <a:pt x="0" y="0"/>
                  </a:moveTo>
                  <a:lnTo>
                    <a:pt x="0" y="38100"/>
                  </a:lnTo>
                </a:path>
              </a:pathLst>
            </a:custGeom>
            <a:noFill/>
            <a:ln w="6668">
              <a:solidFill>
                <a:srgbClr val="000000"/>
              </a:solidFill>
              <a:prstDash val="solid"/>
            </a:ln>
          </p:spPr>
        </p:sp>
        <p:sp>
          <p:nvSpPr>
            <p:cNvPr id="126" name="text_124">
              <a:extLst>
                <a:ext uri="{FF2B5EF4-FFF2-40B4-BE49-F238E27FC236}">
                  <ns2:creationId id="{AA47BCF2-1C51-457A-90E7-BE9359DDDD69}"/>
                </a:ext>
              </a:extLst>
            </p:cNvPr>
            <p:cNvSpPr>
              <a:spLocks noGrp="1"/>
            </p:cNvSpPr>
            <p:nvPr/>
          </p:nvSpPr>
          <p:spPr>
            <a:xfrm rot="0">
              <a:off x="9853613" y="5762625"/>
              <a:ext cx="476250" cy="219075"/>
            </a:xfrm>
            <a:prstGeom prst="rect">
              <a:avLst/>
            </a:prstGeom>
            <a:noFill/>
            <a:ln w="0">
              <a:noFill/>
              <a:prstDash val="solid"/>
            </a:ln>
          </p:spPr>
          <p:txBody>
            <a:bodyPr wrap="none" lIns="0" tIns="0" rIns="0" bIns="0" anchor="t">
              <a:noAutofit/>
            </a:bodyPr>
            <a:lstStyle>
              <a:defPPr algn="ctr">
                <a:defRPr sz="1050" b="0">
                  <a:solidFill>
                    <a:srgbClr val="000000"/>
                  </a:solidFill>
                  <a:latin typeface="Arial"/>
                  <a:ea typeface="Arial"/>
                  <a:cs typeface="Arial"/>
                </a:defRPr>
              </a:defPPr>
              <a:lvl1pPr algn="ctr">
                <a:defRPr sz="1050" b="0">
                  <a:solidFill>
                    <a:srgbClr val="000000"/>
                  </a:solidFill>
                  <a:latin typeface="Arial"/>
                  <a:ea typeface="Arial"/>
                  <a:cs typeface="Arial"/>
                </a:defRPr>
              </a:lvl1pPr>
              <a:lvl2pPr algn="ctr">
                <a:defRPr sz="1050" b="0">
                  <a:solidFill>
                    <a:srgbClr val="000000"/>
                  </a:solidFill>
                  <a:latin typeface="Arial"/>
                  <a:ea typeface="Arial"/>
                  <a:cs typeface="Arial"/>
                </a:defRPr>
              </a:lvl2pPr>
              <a:lvl3pPr algn="ctr">
                <a:defRPr sz="1050" b="0">
                  <a:solidFill>
                    <a:srgbClr val="000000"/>
                  </a:solidFill>
                  <a:latin typeface="Arial"/>
                  <a:ea typeface="Arial"/>
                  <a:cs typeface="Arial"/>
                </a:defRPr>
              </a:lvl3pPr>
              <a:lvl4pPr algn="ctr">
                <a:defRPr sz="1050" b="0">
                  <a:solidFill>
                    <a:srgbClr val="000000"/>
                  </a:solidFill>
                  <a:latin typeface="Arial"/>
                  <a:ea typeface="Arial"/>
                  <a:cs typeface="Arial"/>
                </a:defRPr>
              </a:lvl4pPr>
              <a:lvl5pPr algn="ctr">
                <a:defRPr sz="1050" b="0">
                  <a:solidFill>
                    <a:srgbClr val="000000"/>
                  </a:solidFill>
                  <a:latin typeface="Arial"/>
                  <a:ea typeface="Arial"/>
                  <a:cs typeface="Arial"/>
                </a:defRPr>
              </a:lvl5pPr>
              <a:lvl6pPr algn="ctr">
                <a:defRPr sz="1050" b="0">
                  <a:solidFill>
                    <a:srgbClr val="000000"/>
                  </a:solidFill>
                  <a:latin typeface="Arial"/>
                  <a:ea typeface="Arial"/>
                  <a:cs typeface="Arial"/>
                </a:defRPr>
              </a:lvl6pPr>
              <a:lvl7pPr algn="ctr">
                <a:defRPr sz="1050" b="0">
                  <a:solidFill>
                    <a:srgbClr val="000000"/>
                  </a:solidFill>
                  <a:latin typeface="Arial"/>
                  <a:ea typeface="Arial"/>
                  <a:cs typeface="Arial"/>
                </a:defRPr>
              </a:lvl7pPr>
              <a:lvl8pPr algn="ctr">
                <a:defRPr sz="1050" b="0">
                  <a:solidFill>
                    <a:srgbClr val="000000"/>
                  </a:solidFill>
                  <a:latin typeface="Arial"/>
                  <a:ea typeface="Arial"/>
                  <a:cs typeface="Arial"/>
                </a:defRPr>
              </a:lvl8pPr>
              <a:lvl9pPr algn="ctr">
                <a:defRPr sz="1050" b="0">
                  <a:solidFill>
                    <a:srgbClr val="000000"/>
                  </a:solidFill>
                  <a:latin typeface="Arial"/>
                  <a:ea typeface="Arial"/>
                  <a:cs typeface="Arial"/>
                </a:defRPr>
              </a:lvl9pPr>
            </a:lstStyle>
            <a:p>
              <a:pPr algn="ctr">
                <a:defRPr sz="1050" b="0">
                  <a:solidFill>
                    <a:srgbClr val="000000"/>
                  </a:solidFill>
                  <a:latin typeface="Arial"/>
                  <a:ea typeface="Arial"/>
                  <a:cs typeface="Arial"/>
                </a:defRPr>
              </a:pPr>
              <a:r>
                <a:rPr sz="1050" b="0">
                  <a:solidFill>
                    <a:srgbClr val="000000"/>
                  </a:solidFill>
                  <a:latin typeface="Arial"/>
                  <a:ea typeface="Arial"/>
                  <a:cs typeface="Arial"/>
                </a:rPr>
                <a:t>00:00</a:t>
              </a:r>
            </a:p>
          </p:txBody>
        </p:sp>
        <p:sp>
          <p:nvSpPr>
            <p:cNvPr id="127" name="line_125">
              <a:extLst>
                <a:ext uri="{FF2B5EF4-FFF2-40B4-BE49-F238E27FC236}">
                  <ns2:creationId id="{33B52346-E19C-40E1-ABD6-AF92F673222B}"/>
                </a:ext>
              </a:extLst>
            </p:cNvPr>
            <p:cNvSpPr>
              <a:spLocks noGrp="1"/>
            </p:cNvSpPr>
            <p:nvPr/>
          </p:nvSpPr>
          <p:spPr>
            <a:xfrm>
              <a:off x="11139488" y="5695950"/>
              <a:ext cx="95" cy="38100"/>
            </a:xfrm>
            <a:custGeom>
              <a:pathLst>
                <a:path w="95" h="38100">
                  <a:moveTo>
                    <a:pt x="0" y="0"/>
                  </a:moveTo>
                  <a:lnTo>
                    <a:pt x="0" y="38100"/>
                  </a:lnTo>
                </a:path>
              </a:pathLst>
            </a:custGeom>
            <a:noFill/>
            <a:ln w="6668">
              <a:solidFill>
                <a:srgbClr val="000000"/>
              </a:solidFill>
              <a:prstDash val="solid"/>
            </a:ln>
          </p:spPr>
        </p:sp>
        <p:sp>
          <p:nvSpPr>
            <p:cNvPr id="128" name="text_126">
              <a:extLst>
                <a:ext uri="{FF2B5EF4-FFF2-40B4-BE49-F238E27FC236}">
                  <ns2:creationId id="{27CEF783-A541-416E-99F8-A23CD3CE48E5}"/>
                </a:ext>
              </a:extLst>
            </p:cNvPr>
            <p:cNvSpPr>
              <a:spLocks noGrp="1"/>
            </p:cNvSpPr>
            <p:nvPr/>
          </p:nvSpPr>
          <p:spPr>
            <a:xfrm rot="0">
              <a:off x="10901363" y="5762625"/>
              <a:ext cx="476250" cy="219075"/>
            </a:xfrm>
            <a:prstGeom prst="rect">
              <a:avLst/>
            </a:prstGeom>
            <a:noFill/>
            <a:ln w="0">
              <a:noFill/>
              <a:prstDash val="solid"/>
            </a:ln>
          </p:spPr>
          <p:txBody>
            <a:bodyPr wrap="none" lIns="0" tIns="0" rIns="0" bIns="0" anchor="t">
              <a:noAutofit/>
            </a:bodyPr>
            <a:lstStyle>
              <a:defPPr algn="ctr">
                <a:defRPr sz="1050" b="0">
                  <a:solidFill>
                    <a:srgbClr val="000000"/>
                  </a:solidFill>
                  <a:latin typeface="Arial"/>
                  <a:ea typeface="Arial"/>
                  <a:cs typeface="Arial"/>
                </a:defRPr>
              </a:defPPr>
              <a:lvl1pPr algn="ctr">
                <a:defRPr sz="1050" b="0">
                  <a:solidFill>
                    <a:srgbClr val="000000"/>
                  </a:solidFill>
                  <a:latin typeface="Arial"/>
                  <a:ea typeface="Arial"/>
                  <a:cs typeface="Arial"/>
                </a:defRPr>
              </a:lvl1pPr>
              <a:lvl2pPr algn="ctr">
                <a:defRPr sz="1050" b="0">
                  <a:solidFill>
                    <a:srgbClr val="000000"/>
                  </a:solidFill>
                  <a:latin typeface="Arial"/>
                  <a:ea typeface="Arial"/>
                  <a:cs typeface="Arial"/>
                </a:defRPr>
              </a:lvl2pPr>
              <a:lvl3pPr algn="ctr">
                <a:defRPr sz="1050" b="0">
                  <a:solidFill>
                    <a:srgbClr val="000000"/>
                  </a:solidFill>
                  <a:latin typeface="Arial"/>
                  <a:ea typeface="Arial"/>
                  <a:cs typeface="Arial"/>
                </a:defRPr>
              </a:lvl3pPr>
              <a:lvl4pPr algn="ctr">
                <a:defRPr sz="1050" b="0">
                  <a:solidFill>
                    <a:srgbClr val="000000"/>
                  </a:solidFill>
                  <a:latin typeface="Arial"/>
                  <a:ea typeface="Arial"/>
                  <a:cs typeface="Arial"/>
                </a:defRPr>
              </a:lvl4pPr>
              <a:lvl5pPr algn="ctr">
                <a:defRPr sz="1050" b="0">
                  <a:solidFill>
                    <a:srgbClr val="000000"/>
                  </a:solidFill>
                  <a:latin typeface="Arial"/>
                  <a:ea typeface="Arial"/>
                  <a:cs typeface="Arial"/>
                </a:defRPr>
              </a:lvl5pPr>
              <a:lvl6pPr algn="ctr">
                <a:defRPr sz="1050" b="0">
                  <a:solidFill>
                    <a:srgbClr val="000000"/>
                  </a:solidFill>
                  <a:latin typeface="Arial"/>
                  <a:ea typeface="Arial"/>
                  <a:cs typeface="Arial"/>
                </a:defRPr>
              </a:lvl6pPr>
              <a:lvl7pPr algn="ctr">
                <a:defRPr sz="1050" b="0">
                  <a:solidFill>
                    <a:srgbClr val="000000"/>
                  </a:solidFill>
                  <a:latin typeface="Arial"/>
                  <a:ea typeface="Arial"/>
                  <a:cs typeface="Arial"/>
                </a:defRPr>
              </a:lvl7pPr>
              <a:lvl8pPr algn="ctr">
                <a:defRPr sz="1050" b="0">
                  <a:solidFill>
                    <a:srgbClr val="000000"/>
                  </a:solidFill>
                  <a:latin typeface="Arial"/>
                  <a:ea typeface="Arial"/>
                  <a:cs typeface="Arial"/>
                </a:defRPr>
              </a:lvl8pPr>
              <a:lvl9pPr algn="ctr">
                <a:defRPr sz="1050" b="0">
                  <a:solidFill>
                    <a:srgbClr val="000000"/>
                  </a:solidFill>
                  <a:latin typeface="Arial"/>
                  <a:ea typeface="Arial"/>
                  <a:cs typeface="Arial"/>
                </a:defRPr>
              </a:lvl9pPr>
            </a:lstStyle>
            <a:p>
              <a:pPr algn="ctr">
                <a:defRPr sz="1050" b="0">
                  <a:solidFill>
                    <a:srgbClr val="000000"/>
                  </a:solidFill>
                  <a:latin typeface="Arial"/>
                  <a:ea typeface="Arial"/>
                  <a:cs typeface="Arial"/>
                </a:defRPr>
              </a:pPr>
              <a:r>
                <a:rPr sz="1050" b="0">
                  <a:solidFill>
                    <a:srgbClr val="000000"/>
                  </a:solidFill>
                  <a:latin typeface="Arial"/>
                  <a:ea typeface="Arial"/>
                  <a:cs typeface="Arial"/>
                </a:rPr>
                <a:t>10:00</a:t>
              </a:r>
            </a:p>
          </p:txBody>
        </p:sp>
        <p:sp>
          <p:nvSpPr>
            <p:cNvPr id="129" name="line_127">
              <a:extLst>
                <a:ext uri="{FF2B5EF4-FFF2-40B4-BE49-F238E27FC236}">
                  <ns2:creationId id="{62E0124E-9A9C-4B48-AD5D-31B2B2E70ADD}"/>
                </a:ext>
              </a:extLst>
            </p:cNvPr>
            <p:cNvSpPr>
              <a:spLocks noGrp="1"/>
            </p:cNvSpPr>
            <p:nvPr/>
          </p:nvSpPr>
          <p:spPr>
            <a:xfrm>
              <a:off x="12501563" y="5695950"/>
              <a:ext cx="95" cy="38100"/>
            </a:xfrm>
            <a:custGeom>
              <a:pathLst>
                <a:path w="95" h="38100">
                  <a:moveTo>
                    <a:pt x="0" y="0"/>
                  </a:moveTo>
                  <a:lnTo>
                    <a:pt x="0" y="38100"/>
                  </a:lnTo>
                </a:path>
              </a:pathLst>
            </a:custGeom>
            <a:noFill/>
            <a:ln w="6668">
              <a:solidFill>
                <a:srgbClr val="000000"/>
              </a:solidFill>
              <a:prstDash val="solid"/>
            </a:ln>
          </p:spPr>
        </p:sp>
        <p:sp>
          <p:nvSpPr>
            <p:cNvPr id="130" name="text_128">
              <a:extLst>
                <a:ext uri="{FF2B5EF4-FFF2-40B4-BE49-F238E27FC236}">
                  <ns2:creationId id="{0F9691FA-8E1C-40CE-A474-392E5B2CFBB1}"/>
                </a:ext>
              </a:extLst>
            </p:cNvPr>
            <p:cNvSpPr>
              <a:spLocks noGrp="1"/>
            </p:cNvSpPr>
            <p:nvPr/>
          </p:nvSpPr>
          <p:spPr>
            <a:xfrm rot="0">
              <a:off x="12263438" y="5762625"/>
              <a:ext cx="476250" cy="219075"/>
            </a:xfrm>
            <a:prstGeom prst="rect">
              <a:avLst/>
            </a:prstGeom>
            <a:noFill/>
            <a:ln w="0">
              <a:noFill/>
              <a:prstDash val="solid"/>
            </a:ln>
          </p:spPr>
          <p:txBody>
            <a:bodyPr wrap="none" lIns="0" tIns="0" rIns="0" bIns="0" anchor="t">
              <a:noAutofit/>
            </a:bodyPr>
            <a:lstStyle>
              <a:defPPr algn="ctr">
                <a:defRPr sz="1050" b="0">
                  <a:solidFill>
                    <a:srgbClr val="000000"/>
                  </a:solidFill>
                  <a:latin typeface="Arial"/>
                  <a:ea typeface="Arial"/>
                  <a:cs typeface="Arial"/>
                </a:defRPr>
              </a:defPPr>
              <a:lvl1pPr algn="ctr">
                <a:defRPr sz="1050" b="0">
                  <a:solidFill>
                    <a:srgbClr val="000000"/>
                  </a:solidFill>
                  <a:latin typeface="Arial"/>
                  <a:ea typeface="Arial"/>
                  <a:cs typeface="Arial"/>
                </a:defRPr>
              </a:lvl1pPr>
              <a:lvl2pPr algn="ctr">
                <a:defRPr sz="1050" b="0">
                  <a:solidFill>
                    <a:srgbClr val="000000"/>
                  </a:solidFill>
                  <a:latin typeface="Arial"/>
                  <a:ea typeface="Arial"/>
                  <a:cs typeface="Arial"/>
                </a:defRPr>
              </a:lvl2pPr>
              <a:lvl3pPr algn="ctr">
                <a:defRPr sz="1050" b="0">
                  <a:solidFill>
                    <a:srgbClr val="000000"/>
                  </a:solidFill>
                  <a:latin typeface="Arial"/>
                  <a:ea typeface="Arial"/>
                  <a:cs typeface="Arial"/>
                </a:defRPr>
              </a:lvl3pPr>
              <a:lvl4pPr algn="ctr">
                <a:defRPr sz="1050" b="0">
                  <a:solidFill>
                    <a:srgbClr val="000000"/>
                  </a:solidFill>
                  <a:latin typeface="Arial"/>
                  <a:ea typeface="Arial"/>
                  <a:cs typeface="Arial"/>
                </a:defRPr>
              </a:lvl4pPr>
              <a:lvl5pPr algn="ctr">
                <a:defRPr sz="1050" b="0">
                  <a:solidFill>
                    <a:srgbClr val="000000"/>
                  </a:solidFill>
                  <a:latin typeface="Arial"/>
                  <a:ea typeface="Arial"/>
                  <a:cs typeface="Arial"/>
                </a:defRPr>
              </a:lvl5pPr>
              <a:lvl6pPr algn="ctr">
                <a:defRPr sz="1050" b="0">
                  <a:solidFill>
                    <a:srgbClr val="000000"/>
                  </a:solidFill>
                  <a:latin typeface="Arial"/>
                  <a:ea typeface="Arial"/>
                  <a:cs typeface="Arial"/>
                </a:defRPr>
              </a:lvl6pPr>
              <a:lvl7pPr algn="ctr">
                <a:defRPr sz="1050" b="0">
                  <a:solidFill>
                    <a:srgbClr val="000000"/>
                  </a:solidFill>
                  <a:latin typeface="Arial"/>
                  <a:ea typeface="Arial"/>
                  <a:cs typeface="Arial"/>
                </a:defRPr>
              </a:lvl7pPr>
              <a:lvl8pPr algn="ctr">
                <a:defRPr sz="1050" b="0">
                  <a:solidFill>
                    <a:srgbClr val="000000"/>
                  </a:solidFill>
                  <a:latin typeface="Arial"/>
                  <a:ea typeface="Arial"/>
                  <a:cs typeface="Arial"/>
                </a:defRPr>
              </a:lvl8pPr>
              <a:lvl9pPr algn="ctr">
                <a:defRPr sz="1050" b="0">
                  <a:solidFill>
                    <a:srgbClr val="000000"/>
                  </a:solidFill>
                  <a:latin typeface="Arial"/>
                  <a:ea typeface="Arial"/>
                  <a:cs typeface="Arial"/>
                </a:defRPr>
              </a:lvl9pPr>
            </a:lstStyle>
            <a:p>
              <a:pPr algn="ctr">
                <a:defRPr sz="1050" b="0">
                  <a:solidFill>
                    <a:srgbClr val="000000"/>
                  </a:solidFill>
                  <a:latin typeface="Arial"/>
                  <a:ea typeface="Arial"/>
                  <a:cs typeface="Arial"/>
                </a:defRPr>
              </a:pPr>
              <a:r>
                <a:rPr sz="1050" b="0">
                  <a:solidFill>
                    <a:srgbClr val="000000"/>
                  </a:solidFill>
                  <a:latin typeface="Arial"/>
                  <a:ea typeface="Arial"/>
                  <a:cs typeface="Arial"/>
                </a:rPr>
                <a:t>23:00</a:t>
              </a:r>
            </a:p>
          </p:txBody>
        </p:sp>
        <p:sp>
          <p:nvSpPr>
            <p:cNvPr id="131" name="text_129">
              <a:extLst>
                <a:ext uri="{FF2B5EF4-FFF2-40B4-BE49-F238E27FC236}">
                  <ns2:creationId id="{EA66D4ED-025D-4D26-B5DC-0431EC98637B}"/>
                </a:ext>
              </a:extLst>
            </p:cNvPr>
            <p:cNvSpPr>
              <a:spLocks noGrp="1"/>
            </p:cNvSpPr>
            <p:nvPr/>
          </p:nvSpPr>
          <p:spPr>
            <a:xfrm rot="0">
              <a:off x="10125075" y="5905500"/>
              <a:ext cx="2390775" cy="180975"/>
            </a:xfrm>
            <a:prstGeom prst="rect">
              <a:avLst/>
            </a:prstGeom>
            <a:noFill/>
            <a:ln w="0">
              <a:noFill/>
              <a:prstDash val="solid"/>
            </a:ln>
          </p:spPr>
          <p:txBody>
            <a:bodyPr wrap="none" lIns="0" tIns="0" rIns="0" bIns="0" anchor="t">
              <a:noAutofit/>
            </a:bodyPr>
            <a:lstStyle>
              <a:defPPr algn="ctr">
                <a:defRPr sz="1050" b="0">
                  <a:solidFill>
                    <a:srgbClr val="000000"/>
                  </a:solidFill>
                  <a:latin typeface="Arial"/>
                  <a:ea typeface="Arial"/>
                  <a:cs typeface="Arial"/>
                </a:defRPr>
              </a:defPPr>
              <a:lvl1pPr algn="ctr">
                <a:defRPr sz="1050" b="0">
                  <a:solidFill>
                    <a:srgbClr val="000000"/>
                  </a:solidFill>
                  <a:latin typeface="Arial"/>
                  <a:ea typeface="Arial"/>
                  <a:cs typeface="Arial"/>
                </a:defRPr>
              </a:lvl1pPr>
              <a:lvl2pPr algn="ctr">
                <a:defRPr sz="1050" b="0">
                  <a:solidFill>
                    <a:srgbClr val="000000"/>
                  </a:solidFill>
                  <a:latin typeface="Arial"/>
                  <a:ea typeface="Arial"/>
                  <a:cs typeface="Arial"/>
                </a:defRPr>
              </a:lvl2pPr>
              <a:lvl3pPr algn="ctr">
                <a:defRPr sz="1050" b="0">
                  <a:solidFill>
                    <a:srgbClr val="000000"/>
                  </a:solidFill>
                  <a:latin typeface="Arial"/>
                  <a:ea typeface="Arial"/>
                  <a:cs typeface="Arial"/>
                </a:defRPr>
              </a:lvl3pPr>
              <a:lvl4pPr algn="ctr">
                <a:defRPr sz="1050" b="0">
                  <a:solidFill>
                    <a:srgbClr val="000000"/>
                  </a:solidFill>
                  <a:latin typeface="Arial"/>
                  <a:ea typeface="Arial"/>
                  <a:cs typeface="Arial"/>
                </a:defRPr>
              </a:lvl4pPr>
              <a:lvl5pPr algn="ctr">
                <a:defRPr sz="1050" b="0">
                  <a:solidFill>
                    <a:srgbClr val="000000"/>
                  </a:solidFill>
                  <a:latin typeface="Arial"/>
                  <a:ea typeface="Arial"/>
                  <a:cs typeface="Arial"/>
                </a:defRPr>
              </a:lvl5pPr>
              <a:lvl6pPr algn="ctr">
                <a:defRPr sz="1050" b="0">
                  <a:solidFill>
                    <a:srgbClr val="000000"/>
                  </a:solidFill>
                  <a:latin typeface="Arial"/>
                  <a:ea typeface="Arial"/>
                  <a:cs typeface="Arial"/>
                </a:defRPr>
              </a:lvl6pPr>
              <a:lvl7pPr algn="ctr">
                <a:defRPr sz="1050" b="0">
                  <a:solidFill>
                    <a:srgbClr val="000000"/>
                  </a:solidFill>
                  <a:latin typeface="Arial"/>
                  <a:ea typeface="Arial"/>
                  <a:cs typeface="Arial"/>
                </a:defRPr>
              </a:lvl7pPr>
              <a:lvl8pPr algn="ctr">
                <a:defRPr sz="1050" b="0">
                  <a:solidFill>
                    <a:srgbClr val="000000"/>
                  </a:solidFill>
                  <a:latin typeface="Arial"/>
                  <a:ea typeface="Arial"/>
                  <a:cs typeface="Arial"/>
                </a:defRPr>
              </a:lvl8pPr>
              <a:lvl9pPr algn="ctr">
                <a:defRPr sz="1050" b="0">
                  <a:solidFill>
                    <a:srgbClr val="000000"/>
                  </a:solidFill>
                  <a:latin typeface="Arial"/>
                  <a:ea typeface="Arial"/>
                  <a:cs typeface="Arial"/>
                </a:defRPr>
              </a:lvl9pPr>
            </a:lstStyle>
            <a:p>
              <a:pPr algn="ctr">
                <a:defRPr sz="1050" b="0">
                  <a:solidFill>
                    <a:srgbClr val="000000"/>
                  </a:solidFill>
                  <a:latin typeface="Arial"/>
                  <a:ea typeface="Arial"/>
                  <a:cs typeface="Arial"/>
                </a:defRPr>
              </a:pPr>
              <a:r>
                <a:rPr sz="1050" b="0">
                  <a:solidFill>
                    <a:srgbClr val="000000"/>
                  </a:solidFill>
                  <a:latin typeface="Arial"/>
                  <a:ea typeface="Arial"/>
                  <a:cs typeface="Arial"/>
                </a:rPr>
                <a:t>Time (UTC, 26 Dec)</a:t>
              </a:r>
            </a:p>
          </p:txBody>
        </p:sp>
        <p:sp>
          <p:nvSpPr>
            <p:cNvPr id="132" name="b_local_event_guide_f610">
              <a:extLst>
                <a:ext uri="{FF2B5EF4-FFF2-40B4-BE49-F238E27FC236}">
                  <ns2:creationId id="{2C1A389E-ACD2-47B9-A12D-2026297951A4}"/>
                </a:ext>
              </a:extLst>
            </p:cNvPr>
            <p:cNvSpPr>
              <a:spLocks noGrp="1"/>
            </p:cNvSpPr>
            <p:nvPr/>
          </p:nvSpPr>
          <p:spPr>
            <a:xfrm>
              <a:off x="11139488" y="3876675"/>
              <a:ext cx="95" cy="1819275"/>
            </a:xfrm>
            <a:custGeom>
              <a:pathLst>
                <a:path w="95" h="1819275">
                  <a:moveTo>
                    <a:pt x="0" y="0"/>
                  </a:moveTo>
                  <a:lnTo>
                    <a:pt x="0" y="1819275"/>
                  </a:lnTo>
                </a:path>
              </a:pathLst>
            </a:custGeom>
            <a:noFill/>
            <a:ln w="9525">
              <a:solidFill>
                <a:srgbClr val="C73A37"/>
              </a:solidFill>
              <a:prstDash val="dash"/>
            </a:ln>
          </p:spPr>
        </p:sp>
        <p:sp>
          <p:nvSpPr>
            <p:cNvPr id="133" name="b_local_halo_A_0">
              <a:extLst>
                <a:ext uri="{FF2B5EF4-FFF2-40B4-BE49-F238E27FC236}">
                  <ns2:creationId id="{FE61B6C1-B293-428F-94F4-6332AAE305C9}"/>
                </a:ext>
              </a:extLst>
            </p:cNvPr>
            <p:cNvSpPr>
              <a:spLocks noGrp="1"/>
            </p:cNvSpPr>
            <p:nvPr/>
          </p:nvSpPr>
          <p:spPr>
            <a:xfrm>
              <a:off x="10196513" y="4542712"/>
              <a:ext cx="2305050" cy="513249"/>
            </a:xfrm>
            <a:custGeom>
              <a:pathLst>
                <a:path w="2305050" h="513249">
                  <a:moveTo>
                    <a:pt x="0" y="513249"/>
                  </a:moveTo>
                  <a:lnTo>
                    <a:pt x="104775" y="485093"/>
                  </a:lnTo>
                  <a:lnTo>
                    <a:pt x="209550" y="456936"/>
                  </a:lnTo>
                  <a:lnTo>
                    <a:pt x="314325" y="410367"/>
                  </a:lnTo>
                  <a:lnTo>
                    <a:pt x="419100" y="372934"/>
                  </a:lnTo>
                  <a:lnTo>
                    <a:pt x="523875" y="361263"/>
                  </a:lnTo>
                  <a:lnTo>
                    <a:pt x="628650" y="292179"/>
                  </a:lnTo>
                  <a:lnTo>
                    <a:pt x="733425" y="267419"/>
                  </a:lnTo>
                  <a:lnTo>
                    <a:pt x="838200" y="239263"/>
                  </a:lnTo>
                  <a:lnTo>
                    <a:pt x="942975" y="211106"/>
                  </a:lnTo>
                  <a:lnTo>
                    <a:pt x="1047750" y="182949"/>
                  </a:lnTo>
                  <a:lnTo>
                    <a:pt x="1152525" y="154793"/>
                  </a:lnTo>
                  <a:lnTo>
                    <a:pt x="1257300" y="126636"/>
                  </a:lnTo>
                  <a:lnTo>
                    <a:pt x="1362075" y="98479"/>
                  </a:lnTo>
                  <a:lnTo>
                    <a:pt x="1466850" y="98479"/>
                  </a:lnTo>
                  <a:lnTo>
                    <a:pt x="1571625" y="70323"/>
                  </a:lnTo>
                  <a:lnTo>
                    <a:pt x="1676400" y="53938"/>
                  </a:lnTo>
                  <a:lnTo>
                    <a:pt x="1781175" y="56950"/>
                  </a:lnTo>
                  <a:lnTo>
                    <a:pt x="1885950" y="28116"/>
                  </a:lnTo>
                  <a:lnTo>
                    <a:pt x="1990725" y="29053"/>
                  </a:lnTo>
                  <a:lnTo>
                    <a:pt x="2095500" y="0"/>
                  </a:lnTo>
                  <a:lnTo>
                    <a:pt x="2200275" y="901"/>
                  </a:lnTo>
                  <a:lnTo>
                    <a:pt x="2305050" y="1001"/>
                  </a:lnTo>
                </a:path>
              </a:pathLst>
            </a:custGeom>
            <a:noFill/>
            <a:ln w="40958">
              <a:solidFill>
                <a:srgbClr val="FFFFFF"/>
              </a:solidFill>
              <a:prstDash val="solid"/>
            </a:ln>
          </p:spPr>
        </p:sp>
        <p:sp>
          <p:nvSpPr>
            <p:cNvPr id="134" name="b_local_track_A_0">
              <a:extLst>
                <a:ext uri="{FF2B5EF4-FFF2-40B4-BE49-F238E27FC236}">
                  <ns2:creationId id="{63415C98-9E2B-440B-B16F-E0DE1CD3419C}"/>
                </a:ext>
              </a:extLst>
            </p:cNvPr>
            <p:cNvSpPr>
              <a:spLocks noGrp="1"/>
            </p:cNvSpPr>
            <p:nvPr/>
          </p:nvSpPr>
          <p:spPr>
            <a:xfrm>
              <a:off x="10196513" y="4542712"/>
              <a:ext cx="2305050" cy="513249"/>
            </a:xfrm>
            <a:custGeom>
              <a:pathLst>
                <a:path w="2305050" h="513249">
                  <a:moveTo>
                    <a:pt x="0" y="513249"/>
                  </a:moveTo>
                  <a:lnTo>
                    <a:pt x="104775" y="485093"/>
                  </a:lnTo>
                  <a:lnTo>
                    <a:pt x="209550" y="456936"/>
                  </a:lnTo>
                  <a:lnTo>
                    <a:pt x="314325" y="410367"/>
                  </a:lnTo>
                  <a:lnTo>
                    <a:pt x="419100" y="372934"/>
                  </a:lnTo>
                  <a:lnTo>
                    <a:pt x="523875" y="361263"/>
                  </a:lnTo>
                  <a:lnTo>
                    <a:pt x="628650" y="292179"/>
                  </a:lnTo>
                  <a:lnTo>
                    <a:pt x="733425" y="267419"/>
                  </a:lnTo>
                  <a:lnTo>
                    <a:pt x="838200" y="239263"/>
                  </a:lnTo>
                  <a:lnTo>
                    <a:pt x="942975" y="211106"/>
                  </a:lnTo>
                  <a:lnTo>
                    <a:pt x="1047750" y="182949"/>
                  </a:lnTo>
                  <a:lnTo>
                    <a:pt x="1152525" y="154793"/>
                  </a:lnTo>
                  <a:lnTo>
                    <a:pt x="1257300" y="126636"/>
                  </a:lnTo>
                  <a:lnTo>
                    <a:pt x="1362075" y="98479"/>
                  </a:lnTo>
                  <a:lnTo>
                    <a:pt x="1466850" y="98479"/>
                  </a:lnTo>
                  <a:lnTo>
                    <a:pt x="1571625" y="70323"/>
                  </a:lnTo>
                  <a:lnTo>
                    <a:pt x="1676400" y="53938"/>
                  </a:lnTo>
                  <a:lnTo>
                    <a:pt x="1781175" y="56950"/>
                  </a:lnTo>
                  <a:lnTo>
                    <a:pt x="1885950" y="28116"/>
                  </a:lnTo>
                  <a:lnTo>
                    <a:pt x="1990725" y="29053"/>
                  </a:lnTo>
                  <a:lnTo>
                    <a:pt x="2095500" y="0"/>
                  </a:lnTo>
                  <a:lnTo>
                    <a:pt x="2200275" y="901"/>
                  </a:lnTo>
                  <a:lnTo>
                    <a:pt x="2305050" y="1001"/>
                  </a:lnTo>
                </a:path>
              </a:pathLst>
            </a:custGeom>
            <a:noFill/>
            <a:ln w="17145">
              <a:solidFill>
                <a:srgbClr val="000000"/>
              </a:solidFill>
              <a:prstDash val="solid"/>
            </a:ln>
          </p:spPr>
        </p:sp>
        <p:sp>
          <p:nvSpPr>
            <p:cNvPr id="135" name="b_local_event_marker_A">
              <a:extLst>
                <a:ext uri="{FF2B5EF4-FFF2-40B4-BE49-F238E27FC236}">
                  <ns2:creationId id="{79B30CA6-A812-4A01-A445-743B0FDA6329}"/>
                </a:ext>
              </a:extLst>
            </p:cNvPr>
            <p:cNvSpPr>
              <a:spLocks noGrp="1"/>
            </p:cNvSpPr>
            <p:nvPr/>
          </p:nvSpPr>
          <p:spPr>
            <a:xfrm rot="0">
              <a:off x="11106150" y="4720481"/>
              <a:ext cx="66675" cy="66675"/>
            </a:xfrm>
            <a:prstGeom prst="ellipse">
              <a:avLst/>
            </a:prstGeom>
            <a:solidFill>
              <a:srgbClr val="FFFFFF"/>
            </a:solidFill>
            <a:ln w="17145">
              <a:solidFill>
                <a:srgbClr val="000000"/>
              </a:solidFill>
              <a:prstDash val="solid"/>
            </a:ln>
          </p:spPr>
        </p:sp>
        <p:sp>
          <p:nvSpPr>
            <p:cNvPr id="136" name="b_local_track_label_A">
              <a:extLst>
                <a:ext uri="{FF2B5EF4-FFF2-40B4-BE49-F238E27FC236}">
                  <ns2:creationId id="{DDC18A3E-D0E1-44EB-9B7B-2A8C5432AA1B}"/>
                </a:ext>
              </a:extLst>
            </p:cNvPr>
            <p:cNvSpPr>
              <a:spLocks noGrp="1"/>
            </p:cNvSpPr>
            <p:nvPr/>
          </p:nvSpPr>
          <p:spPr>
            <a:xfrm rot="0">
              <a:off x="12549188" y="4438938"/>
              <a:ext cx="171450" cy="219075"/>
            </a:xfrm>
            <a:prstGeom prst="rect">
              <a:avLst/>
            </a:prstGeom>
            <a:noFill/>
            <a:ln w="0">
              <a:noFill/>
              <a:prstDash val="solid"/>
            </a:ln>
          </p:spPr>
          <p:txBody>
            <a:bodyPr wrap="none" lIns="0" tIns="0" rIns="0" bIns="0" anchor="t">
              <a:noAutofit/>
            </a:bodyPr>
            <a:lstStyle>
              <a:defPPr algn="l">
                <a:defRPr sz="1275" b="1">
                  <a:solidFill>
                    <a:srgbClr val="000000"/>
                  </a:solidFill>
                  <a:latin typeface="Arial"/>
                  <a:ea typeface="Arial"/>
                  <a:cs typeface="Arial"/>
                </a:defRPr>
              </a:defPPr>
              <a:lvl1pPr algn="l">
                <a:defRPr sz="1275" b="1">
                  <a:solidFill>
                    <a:srgbClr val="000000"/>
                  </a:solidFill>
                  <a:latin typeface="Arial"/>
                  <a:ea typeface="Arial"/>
                  <a:cs typeface="Arial"/>
                </a:defRPr>
              </a:lvl1pPr>
              <a:lvl2pPr algn="l">
                <a:defRPr sz="1275" b="1">
                  <a:solidFill>
                    <a:srgbClr val="000000"/>
                  </a:solidFill>
                  <a:latin typeface="Arial"/>
                  <a:ea typeface="Arial"/>
                  <a:cs typeface="Arial"/>
                </a:defRPr>
              </a:lvl2pPr>
              <a:lvl3pPr algn="l">
                <a:defRPr sz="1275" b="1">
                  <a:solidFill>
                    <a:srgbClr val="000000"/>
                  </a:solidFill>
                  <a:latin typeface="Arial"/>
                  <a:ea typeface="Arial"/>
                  <a:cs typeface="Arial"/>
                </a:defRPr>
              </a:lvl3pPr>
              <a:lvl4pPr algn="l">
                <a:defRPr sz="1275" b="1">
                  <a:solidFill>
                    <a:srgbClr val="000000"/>
                  </a:solidFill>
                  <a:latin typeface="Arial"/>
                  <a:ea typeface="Arial"/>
                  <a:cs typeface="Arial"/>
                </a:defRPr>
              </a:lvl4pPr>
              <a:lvl5pPr algn="l">
                <a:defRPr sz="1275" b="1">
                  <a:solidFill>
                    <a:srgbClr val="000000"/>
                  </a:solidFill>
                  <a:latin typeface="Arial"/>
                  <a:ea typeface="Arial"/>
                  <a:cs typeface="Arial"/>
                </a:defRPr>
              </a:lvl5pPr>
              <a:lvl6pPr algn="l">
                <a:defRPr sz="1275" b="1">
                  <a:solidFill>
                    <a:srgbClr val="000000"/>
                  </a:solidFill>
                  <a:latin typeface="Arial"/>
                  <a:ea typeface="Arial"/>
                  <a:cs typeface="Arial"/>
                </a:defRPr>
              </a:lvl6pPr>
              <a:lvl7pPr algn="l">
                <a:defRPr sz="1275" b="1">
                  <a:solidFill>
                    <a:srgbClr val="000000"/>
                  </a:solidFill>
                  <a:latin typeface="Arial"/>
                  <a:ea typeface="Arial"/>
                  <a:cs typeface="Arial"/>
                </a:defRPr>
              </a:lvl7pPr>
              <a:lvl8pPr algn="l">
                <a:defRPr sz="1275" b="1">
                  <a:solidFill>
                    <a:srgbClr val="000000"/>
                  </a:solidFill>
                  <a:latin typeface="Arial"/>
                  <a:ea typeface="Arial"/>
                  <a:cs typeface="Arial"/>
                </a:defRPr>
              </a:lvl8pPr>
              <a:lvl9pPr algn="l">
                <a:defRPr sz="1275" b="1">
                  <a:solidFill>
                    <a:srgbClr val="000000"/>
                  </a:solidFill>
                  <a:latin typeface="Arial"/>
                  <a:ea typeface="Arial"/>
                  <a:cs typeface="Arial"/>
                </a:defRPr>
              </a:lvl9pPr>
            </a:lstStyle>
            <a:p>
              <a:pPr algn="l">
                <a:defRPr sz="1275" b="1">
                  <a:solidFill>
                    <a:srgbClr val="000000"/>
                  </a:solidFill>
                  <a:latin typeface="Arial"/>
                  <a:ea typeface="Arial"/>
                  <a:cs typeface="Arial"/>
                </a:defRPr>
              </a:pPr>
              <a:r>
                <a:rPr sz="1275" b="1">
                  <a:solidFill>
                    <a:srgbClr val="000000"/>
                  </a:solidFill>
                  <a:latin typeface="Arial"/>
                  <a:ea typeface="Arial"/>
                  <a:cs typeface="Arial"/>
                </a:rPr>
                <a:t>A</a:t>
              </a:r>
            </a:p>
          </p:txBody>
        </p:sp>
        <p:sp>
          <p:nvSpPr>
            <p:cNvPr id="137" name="b_local_start_label_A">
              <a:extLst>
                <a:ext uri="{FF2B5EF4-FFF2-40B4-BE49-F238E27FC236}">
                  <ns2:creationId id="{C175E2BD-34AF-498F-B391-BA56DDFAC109}"/>
                </a:ext>
              </a:extLst>
            </p:cNvPr>
            <p:cNvSpPr>
              <a:spLocks noGrp="1"/>
            </p:cNvSpPr>
            <p:nvPr/>
          </p:nvSpPr>
          <p:spPr>
            <a:xfrm rot="0">
              <a:off x="10034588" y="4941661"/>
              <a:ext cx="152400" cy="200025"/>
            </a:xfrm>
            <a:prstGeom prst="rect">
              <a:avLst/>
            </a:prstGeom>
            <a:noFill/>
            <a:ln w="0">
              <a:noFill/>
              <a:prstDash val="solid"/>
            </a:ln>
          </p:spPr>
          <p:txBody>
            <a:bodyPr wrap="none" lIns="0" tIns="0" rIns="0" bIns="0" anchor="t">
              <a:noAutofit/>
            </a:bodyPr>
            <a:lstStyle>
              <a:defPPr algn="l">
                <a:defRPr sz="1050" b="1">
                  <a:solidFill>
                    <a:srgbClr val="000000"/>
                  </a:solidFill>
                  <a:latin typeface="Arial"/>
                  <a:ea typeface="Arial"/>
                  <a:cs typeface="Arial"/>
                </a:defRPr>
              </a:defPPr>
              <a:lvl1pPr algn="l">
                <a:defRPr sz="1050" b="1">
                  <a:solidFill>
                    <a:srgbClr val="000000"/>
                  </a:solidFill>
                  <a:latin typeface="Arial"/>
                  <a:ea typeface="Arial"/>
                  <a:cs typeface="Arial"/>
                </a:defRPr>
              </a:lvl1pPr>
              <a:lvl2pPr algn="l">
                <a:defRPr sz="1050" b="1">
                  <a:solidFill>
                    <a:srgbClr val="000000"/>
                  </a:solidFill>
                  <a:latin typeface="Arial"/>
                  <a:ea typeface="Arial"/>
                  <a:cs typeface="Arial"/>
                </a:defRPr>
              </a:lvl2pPr>
              <a:lvl3pPr algn="l">
                <a:defRPr sz="1050" b="1">
                  <a:solidFill>
                    <a:srgbClr val="000000"/>
                  </a:solidFill>
                  <a:latin typeface="Arial"/>
                  <a:ea typeface="Arial"/>
                  <a:cs typeface="Arial"/>
                </a:defRPr>
              </a:lvl3pPr>
              <a:lvl4pPr algn="l">
                <a:defRPr sz="1050" b="1">
                  <a:solidFill>
                    <a:srgbClr val="000000"/>
                  </a:solidFill>
                  <a:latin typeface="Arial"/>
                  <a:ea typeface="Arial"/>
                  <a:cs typeface="Arial"/>
                </a:defRPr>
              </a:lvl4pPr>
              <a:lvl5pPr algn="l">
                <a:defRPr sz="1050" b="1">
                  <a:solidFill>
                    <a:srgbClr val="000000"/>
                  </a:solidFill>
                  <a:latin typeface="Arial"/>
                  <a:ea typeface="Arial"/>
                  <a:cs typeface="Arial"/>
                </a:defRPr>
              </a:lvl5pPr>
              <a:lvl6pPr algn="l">
                <a:defRPr sz="1050" b="1">
                  <a:solidFill>
                    <a:srgbClr val="000000"/>
                  </a:solidFill>
                  <a:latin typeface="Arial"/>
                  <a:ea typeface="Arial"/>
                  <a:cs typeface="Arial"/>
                </a:defRPr>
              </a:lvl6pPr>
              <a:lvl7pPr algn="l">
                <a:defRPr sz="1050" b="1">
                  <a:solidFill>
                    <a:srgbClr val="000000"/>
                  </a:solidFill>
                  <a:latin typeface="Arial"/>
                  <a:ea typeface="Arial"/>
                  <a:cs typeface="Arial"/>
                </a:defRPr>
              </a:lvl7pPr>
              <a:lvl8pPr algn="l">
                <a:defRPr sz="1050" b="1">
                  <a:solidFill>
                    <a:srgbClr val="000000"/>
                  </a:solidFill>
                  <a:latin typeface="Arial"/>
                  <a:ea typeface="Arial"/>
                  <a:cs typeface="Arial"/>
                </a:defRPr>
              </a:lvl8pPr>
              <a:lvl9pPr algn="l">
                <a:defRPr sz="1050" b="1">
                  <a:solidFill>
                    <a:srgbClr val="000000"/>
                  </a:solidFill>
                  <a:latin typeface="Arial"/>
                  <a:ea typeface="Arial"/>
                  <a:cs typeface="Arial"/>
                </a:defRPr>
              </a:lvl9pPr>
            </a:lstStyle>
            <a:p>
              <a:pPr algn="l">
                <a:defRPr sz="1050" b="1">
                  <a:solidFill>
                    <a:srgbClr val="000000"/>
                  </a:solidFill>
                  <a:latin typeface="Arial"/>
                  <a:ea typeface="Arial"/>
                  <a:cs typeface="Arial"/>
                </a:defRPr>
              </a:pPr>
              <a:r>
                <a:rPr sz="1050" b="1">
                  <a:solidFill>
                    <a:srgbClr val="000000"/>
                  </a:solidFill>
                  <a:latin typeface="Arial"/>
                  <a:ea typeface="Arial"/>
                  <a:cs typeface="Arial"/>
                </a:rPr>
                <a:t>A</a:t>
              </a:r>
            </a:p>
          </p:txBody>
        </p:sp>
        <p:sp>
          <p:nvSpPr>
            <p:cNvPr id="138" name="b_local_halo_B_0">
              <a:extLst>
                <a:ext uri="{FF2B5EF4-FFF2-40B4-BE49-F238E27FC236}">
                  <ns2:creationId id="{A147E743-2CF7-4A8D-9BA8-84BA04869B31}"/>
                </a:ext>
              </a:extLst>
            </p:cNvPr>
            <p:cNvSpPr>
              <a:spLocks noGrp="1"/>
            </p:cNvSpPr>
            <p:nvPr/>
          </p:nvSpPr>
          <p:spPr>
            <a:xfrm>
              <a:off x="10091738" y="4848638"/>
              <a:ext cx="1676400" cy="167223"/>
            </a:xfrm>
            <a:custGeom>
              <a:pathLst>
                <a:path w="1676400" h="167223">
                  <a:moveTo>
                    <a:pt x="0" y="31864"/>
                  </a:moveTo>
                  <a:lnTo>
                    <a:pt x="104775" y="31864"/>
                  </a:lnTo>
                  <a:lnTo>
                    <a:pt x="209550" y="31864"/>
                  </a:lnTo>
                  <a:lnTo>
                    <a:pt x="314325" y="31864"/>
                  </a:lnTo>
                  <a:lnTo>
                    <a:pt x="419100" y="13452"/>
                  </a:lnTo>
                  <a:lnTo>
                    <a:pt x="523875" y="8211"/>
                  </a:lnTo>
                  <a:lnTo>
                    <a:pt x="628650" y="0"/>
                  </a:lnTo>
                  <a:lnTo>
                    <a:pt x="733425" y="47170"/>
                  </a:lnTo>
                  <a:lnTo>
                    <a:pt x="838200" y="43773"/>
                  </a:lnTo>
                  <a:lnTo>
                    <a:pt x="942975" y="53518"/>
                  </a:lnTo>
                  <a:lnTo>
                    <a:pt x="1047750" y="53518"/>
                  </a:lnTo>
                  <a:lnTo>
                    <a:pt x="1152525" y="53518"/>
                  </a:lnTo>
                  <a:lnTo>
                    <a:pt x="1257300" y="63263"/>
                  </a:lnTo>
                  <a:lnTo>
                    <a:pt x="1362075" y="91420"/>
                  </a:lnTo>
                  <a:lnTo>
                    <a:pt x="1466850" y="101164"/>
                  </a:lnTo>
                  <a:lnTo>
                    <a:pt x="1571625" y="167223"/>
                  </a:lnTo>
                  <a:lnTo>
                    <a:pt x="1676400" y="167223"/>
                  </a:lnTo>
                </a:path>
              </a:pathLst>
            </a:custGeom>
            <a:noFill/>
            <a:ln w="40958">
              <a:solidFill>
                <a:srgbClr val="FFFFFF"/>
              </a:solidFill>
              <a:prstDash val="solid"/>
            </a:ln>
          </p:spPr>
        </p:sp>
        <p:sp>
          <p:nvSpPr>
            <p:cNvPr id="139" name="b_local_track_B_0">
              <a:extLst>
                <a:ext uri="{FF2B5EF4-FFF2-40B4-BE49-F238E27FC236}">
                  <ns2:creationId id="{8AE01F12-B742-4A02-86FC-8CD8A360D6B9}"/>
                </a:ext>
              </a:extLst>
            </p:cNvPr>
            <p:cNvSpPr>
              <a:spLocks noGrp="1"/>
            </p:cNvSpPr>
            <p:nvPr/>
          </p:nvSpPr>
          <p:spPr>
            <a:xfrm>
              <a:off x="10091738" y="4848638"/>
              <a:ext cx="1676400" cy="167223"/>
            </a:xfrm>
            <a:custGeom>
              <a:pathLst>
                <a:path w="1676400" h="167223">
                  <a:moveTo>
                    <a:pt x="0" y="31864"/>
                  </a:moveTo>
                  <a:lnTo>
                    <a:pt x="104775" y="31864"/>
                  </a:lnTo>
                  <a:lnTo>
                    <a:pt x="209550" y="31864"/>
                  </a:lnTo>
                  <a:lnTo>
                    <a:pt x="314325" y="31864"/>
                  </a:lnTo>
                  <a:lnTo>
                    <a:pt x="419100" y="13452"/>
                  </a:lnTo>
                  <a:lnTo>
                    <a:pt x="523875" y="8211"/>
                  </a:lnTo>
                  <a:lnTo>
                    <a:pt x="628650" y="0"/>
                  </a:lnTo>
                  <a:lnTo>
                    <a:pt x="733425" y="47170"/>
                  </a:lnTo>
                  <a:lnTo>
                    <a:pt x="838200" y="43773"/>
                  </a:lnTo>
                  <a:lnTo>
                    <a:pt x="942975" y="53518"/>
                  </a:lnTo>
                  <a:lnTo>
                    <a:pt x="1047750" y="53518"/>
                  </a:lnTo>
                  <a:lnTo>
                    <a:pt x="1152525" y="53518"/>
                  </a:lnTo>
                  <a:lnTo>
                    <a:pt x="1257300" y="63263"/>
                  </a:lnTo>
                  <a:lnTo>
                    <a:pt x="1362075" y="91420"/>
                  </a:lnTo>
                  <a:lnTo>
                    <a:pt x="1466850" y="101164"/>
                  </a:lnTo>
                  <a:lnTo>
                    <a:pt x="1571625" y="167223"/>
                  </a:lnTo>
                  <a:lnTo>
                    <a:pt x="1676400" y="167223"/>
                  </a:lnTo>
                </a:path>
              </a:pathLst>
            </a:custGeom>
            <a:noFill/>
            <a:ln w="17145">
              <a:solidFill>
                <a:srgbClr val="000000"/>
              </a:solidFill>
              <a:prstDash val="solid"/>
            </a:ln>
          </p:spPr>
        </p:sp>
        <p:sp>
          <p:nvSpPr>
            <p:cNvPr id="140" name="b_local_event_marker_B">
              <a:extLst>
                <a:ext uri="{FF2B5EF4-FFF2-40B4-BE49-F238E27FC236}">
                  <ns2:creationId id="{D6D5927D-0872-47EB-A93F-D7516005CCC6}"/>
                </a:ext>
              </a:extLst>
            </p:cNvPr>
            <p:cNvSpPr>
              <a:spLocks noGrp="1"/>
            </p:cNvSpPr>
            <p:nvPr/>
          </p:nvSpPr>
          <p:spPr>
            <a:xfrm rot="0">
              <a:off x="11106150" y="4868818"/>
              <a:ext cx="66675" cy="66675"/>
            </a:xfrm>
            <a:prstGeom prst="ellipse">
              <a:avLst/>
            </a:prstGeom>
            <a:solidFill>
              <a:srgbClr val="FFFFFF"/>
            </a:solidFill>
            <a:ln w="17145">
              <a:solidFill>
                <a:srgbClr val="000000"/>
              </a:solidFill>
              <a:prstDash val="solid"/>
            </a:ln>
          </p:spPr>
        </p:sp>
        <p:sp>
          <p:nvSpPr>
            <p:cNvPr id="141" name="b_local_track_label_B">
              <a:extLst>
                <a:ext uri="{FF2B5EF4-FFF2-40B4-BE49-F238E27FC236}">
                  <ns2:creationId id="{67C54238-7119-4B5F-BA13-436041B91E0C}"/>
                </a:ext>
              </a:extLst>
            </p:cNvPr>
            <p:cNvSpPr>
              <a:spLocks noGrp="1"/>
            </p:cNvSpPr>
            <p:nvPr/>
          </p:nvSpPr>
          <p:spPr>
            <a:xfrm rot="0">
              <a:off x="11815763" y="4911085"/>
              <a:ext cx="171450" cy="219075"/>
            </a:xfrm>
            <a:prstGeom prst="rect">
              <a:avLst/>
            </a:prstGeom>
            <a:noFill/>
            <a:ln w="0">
              <a:noFill/>
              <a:prstDash val="solid"/>
            </a:ln>
          </p:spPr>
          <p:txBody>
            <a:bodyPr wrap="none" lIns="0" tIns="0" rIns="0" bIns="0" anchor="t">
              <a:noAutofit/>
            </a:bodyPr>
            <a:lstStyle>
              <a:defPPr algn="l">
                <a:defRPr sz="1275" b="1">
                  <a:solidFill>
                    <a:srgbClr val="000000"/>
                  </a:solidFill>
                  <a:latin typeface="Arial"/>
                  <a:ea typeface="Arial"/>
                  <a:cs typeface="Arial"/>
                </a:defRPr>
              </a:defPPr>
              <a:lvl1pPr algn="l">
                <a:defRPr sz="1275" b="1">
                  <a:solidFill>
                    <a:srgbClr val="000000"/>
                  </a:solidFill>
                  <a:latin typeface="Arial"/>
                  <a:ea typeface="Arial"/>
                  <a:cs typeface="Arial"/>
                </a:defRPr>
              </a:lvl1pPr>
              <a:lvl2pPr algn="l">
                <a:defRPr sz="1275" b="1">
                  <a:solidFill>
                    <a:srgbClr val="000000"/>
                  </a:solidFill>
                  <a:latin typeface="Arial"/>
                  <a:ea typeface="Arial"/>
                  <a:cs typeface="Arial"/>
                </a:defRPr>
              </a:lvl2pPr>
              <a:lvl3pPr algn="l">
                <a:defRPr sz="1275" b="1">
                  <a:solidFill>
                    <a:srgbClr val="000000"/>
                  </a:solidFill>
                  <a:latin typeface="Arial"/>
                  <a:ea typeface="Arial"/>
                  <a:cs typeface="Arial"/>
                </a:defRPr>
              </a:lvl3pPr>
              <a:lvl4pPr algn="l">
                <a:defRPr sz="1275" b="1">
                  <a:solidFill>
                    <a:srgbClr val="000000"/>
                  </a:solidFill>
                  <a:latin typeface="Arial"/>
                  <a:ea typeface="Arial"/>
                  <a:cs typeface="Arial"/>
                </a:defRPr>
              </a:lvl4pPr>
              <a:lvl5pPr algn="l">
                <a:defRPr sz="1275" b="1">
                  <a:solidFill>
                    <a:srgbClr val="000000"/>
                  </a:solidFill>
                  <a:latin typeface="Arial"/>
                  <a:ea typeface="Arial"/>
                  <a:cs typeface="Arial"/>
                </a:defRPr>
              </a:lvl5pPr>
              <a:lvl6pPr algn="l">
                <a:defRPr sz="1275" b="1">
                  <a:solidFill>
                    <a:srgbClr val="000000"/>
                  </a:solidFill>
                  <a:latin typeface="Arial"/>
                  <a:ea typeface="Arial"/>
                  <a:cs typeface="Arial"/>
                </a:defRPr>
              </a:lvl6pPr>
              <a:lvl7pPr algn="l">
                <a:defRPr sz="1275" b="1">
                  <a:solidFill>
                    <a:srgbClr val="000000"/>
                  </a:solidFill>
                  <a:latin typeface="Arial"/>
                  <a:ea typeface="Arial"/>
                  <a:cs typeface="Arial"/>
                </a:defRPr>
              </a:lvl7pPr>
              <a:lvl8pPr algn="l">
                <a:defRPr sz="1275" b="1">
                  <a:solidFill>
                    <a:srgbClr val="000000"/>
                  </a:solidFill>
                  <a:latin typeface="Arial"/>
                  <a:ea typeface="Arial"/>
                  <a:cs typeface="Arial"/>
                </a:defRPr>
              </a:lvl8pPr>
              <a:lvl9pPr algn="l">
                <a:defRPr sz="1275" b="1">
                  <a:solidFill>
                    <a:srgbClr val="000000"/>
                  </a:solidFill>
                  <a:latin typeface="Arial"/>
                  <a:ea typeface="Arial"/>
                  <a:cs typeface="Arial"/>
                </a:defRPr>
              </a:lvl9pPr>
            </a:lstStyle>
            <a:p>
              <a:pPr algn="l">
                <a:defRPr sz="1275" b="1">
                  <a:solidFill>
                    <a:srgbClr val="000000"/>
                  </a:solidFill>
                  <a:latin typeface="Arial"/>
                  <a:ea typeface="Arial"/>
                  <a:cs typeface="Arial"/>
                </a:defRPr>
              </a:pPr>
              <a:r>
                <a:rPr sz="1275" b="1">
                  <a:solidFill>
                    <a:srgbClr val="000000"/>
                  </a:solidFill>
                  <a:latin typeface="Arial"/>
                  <a:ea typeface="Arial"/>
                  <a:cs typeface="Arial"/>
                </a:rPr>
                <a:t>B</a:t>
              </a:r>
            </a:p>
          </p:txBody>
        </p:sp>
        <p:sp>
          <p:nvSpPr>
            <p:cNvPr id="142" name="b_local_start_label_B">
              <a:extLst>
                <a:ext uri="{FF2B5EF4-FFF2-40B4-BE49-F238E27FC236}">
                  <ns2:creationId id="{D2428B19-C7BB-413C-BDA5-2D719DD8098C}"/>
                </a:ext>
              </a:extLst>
            </p:cNvPr>
            <p:cNvSpPr>
              <a:spLocks noGrp="1"/>
            </p:cNvSpPr>
            <p:nvPr/>
          </p:nvSpPr>
          <p:spPr>
            <a:xfrm rot="0">
              <a:off x="9929813" y="4766201"/>
              <a:ext cx="152400" cy="200025"/>
            </a:xfrm>
            <a:prstGeom prst="rect">
              <a:avLst/>
            </a:prstGeom>
            <a:noFill/>
            <a:ln w="0">
              <a:noFill/>
              <a:prstDash val="solid"/>
            </a:ln>
          </p:spPr>
          <p:txBody>
            <a:bodyPr wrap="none" lIns="0" tIns="0" rIns="0" bIns="0" anchor="t">
              <a:noAutofit/>
            </a:bodyPr>
            <a:lstStyle>
              <a:defPPr algn="l">
                <a:defRPr sz="1050" b="1">
                  <a:solidFill>
                    <a:srgbClr val="000000"/>
                  </a:solidFill>
                  <a:latin typeface="Arial"/>
                  <a:ea typeface="Arial"/>
                  <a:cs typeface="Arial"/>
                </a:defRPr>
              </a:defPPr>
              <a:lvl1pPr algn="l">
                <a:defRPr sz="1050" b="1">
                  <a:solidFill>
                    <a:srgbClr val="000000"/>
                  </a:solidFill>
                  <a:latin typeface="Arial"/>
                  <a:ea typeface="Arial"/>
                  <a:cs typeface="Arial"/>
                </a:defRPr>
              </a:lvl1pPr>
              <a:lvl2pPr algn="l">
                <a:defRPr sz="1050" b="1">
                  <a:solidFill>
                    <a:srgbClr val="000000"/>
                  </a:solidFill>
                  <a:latin typeface="Arial"/>
                  <a:ea typeface="Arial"/>
                  <a:cs typeface="Arial"/>
                </a:defRPr>
              </a:lvl2pPr>
              <a:lvl3pPr algn="l">
                <a:defRPr sz="1050" b="1">
                  <a:solidFill>
                    <a:srgbClr val="000000"/>
                  </a:solidFill>
                  <a:latin typeface="Arial"/>
                  <a:ea typeface="Arial"/>
                  <a:cs typeface="Arial"/>
                </a:defRPr>
              </a:lvl3pPr>
              <a:lvl4pPr algn="l">
                <a:defRPr sz="1050" b="1">
                  <a:solidFill>
                    <a:srgbClr val="000000"/>
                  </a:solidFill>
                  <a:latin typeface="Arial"/>
                  <a:ea typeface="Arial"/>
                  <a:cs typeface="Arial"/>
                </a:defRPr>
              </a:lvl4pPr>
              <a:lvl5pPr algn="l">
                <a:defRPr sz="1050" b="1">
                  <a:solidFill>
                    <a:srgbClr val="000000"/>
                  </a:solidFill>
                  <a:latin typeface="Arial"/>
                  <a:ea typeface="Arial"/>
                  <a:cs typeface="Arial"/>
                </a:defRPr>
              </a:lvl5pPr>
              <a:lvl6pPr algn="l">
                <a:defRPr sz="1050" b="1">
                  <a:solidFill>
                    <a:srgbClr val="000000"/>
                  </a:solidFill>
                  <a:latin typeface="Arial"/>
                  <a:ea typeface="Arial"/>
                  <a:cs typeface="Arial"/>
                </a:defRPr>
              </a:lvl6pPr>
              <a:lvl7pPr algn="l">
                <a:defRPr sz="1050" b="1">
                  <a:solidFill>
                    <a:srgbClr val="000000"/>
                  </a:solidFill>
                  <a:latin typeface="Arial"/>
                  <a:ea typeface="Arial"/>
                  <a:cs typeface="Arial"/>
                </a:defRPr>
              </a:lvl7pPr>
              <a:lvl8pPr algn="l">
                <a:defRPr sz="1050" b="1">
                  <a:solidFill>
                    <a:srgbClr val="000000"/>
                  </a:solidFill>
                  <a:latin typeface="Arial"/>
                  <a:ea typeface="Arial"/>
                  <a:cs typeface="Arial"/>
                </a:defRPr>
              </a:lvl8pPr>
              <a:lvl9pPr algn="l">
                <a:defRPr sz="1050" b="1">
                  <a:solidFill>
                    <a:srgbClr val="000000"/>
                  </a:solidFill>
                  <a:latin typeface="Arial"/>
                  <a:ea typeface="Arial"/>
                  <a:cs typeface="Arial"/>
                </a:defRPr>
              </a:lvl9pPr>
            </a:lstStyle>
            <a:p>
              <a:pPr algn="l">
                <a:defRPr sz="1050" b="1">
                  <a:solidFill>
                    <a:srgbClr val="000000"/>
                  </a:solidFill>
                  <a:latin typeface="Arial"/>
                  <a:ea typeface="Arial"/>
                  <a:cs typeface="Arial"/>
                </a:defRPr>
              </a:pPr>
              <a:r>
                <a:rPr sz="1050" b="1">
                  <a:solidFill>
                    <a:srgbClr val="000000"/>
                  </a:solidFill>
                  <a:latin typeface="Arial"/>
                  <a:ea typeface="Arial"/>
                  <a:cs typeface="Arial"/>
                </a:rPr>
                <a:t>B</a:t>
              </a:r>
            </a:p>
          </p:txBody>
        </p:sp>
        <p:sp>
          <p:nvSpPr>
            <p:cNvPr id="143" name="b_local_halo_C_0">
              <a:extLst>
                <a:ext uri="{FF2B5EF4-FFF2-40B4-BE49-F238E27FC236}">
                  <ns2:creationId id="{B799D38C-64DE-4020-A9EA-0A4CDB2DFD20}"/>
                </a:ext>
              </a:extLst>
            </p:cNvPr>
            <p:cNvSpPr>
              <a:spLocks noGrp="1"/>
            </p:cNvSpPr>
            <p:nvPr/>
          </p:nvSpPr>
          <p:spPr>
            <a:xfrm>
              <a:off x="10615613" y="5285839"/>
              <a:ext cx="523875" cy="26658"/>
            </a:xfrm>
            <a:custGeom>
              <a:pathLst>
                <a:path w="523875" h="26658">
                  <a:moveTo>
                    <a:pt x="0" y="23698"/>
                  </a:moveTo>
                  <a:lnTo>
                    <a:pt x="104775" y="25377"/>
                  </a:lnTo>
                  <a:lnTo>
                    <a:pt x="209550" y="26658"/>
                  </a:lnTo>
                  <a:lnTo>
                    <a:pt x="314325" y="23974"/>
                  </a:lnTo>
                  <a:lnTo>
                    <a:pt x="419100" y="0"/>
                  </a:lnTo>
                  <a:lnTo>
                    <a:pt x="523875" y="8750"/>
                  </a:lnTo>
                </a:path>
              </a:pathLst>
            </a:custGeom>
            <a:noFill/>
            <a:ln w="40958">
              <a:solidFill>
                <a:srgbClr val="FFFFFF"/>
              </a:solidFill>
              <a:prstDash val="solid"/>
            </a:ln>
          </p:spPr>
        </p:sp>
        <p:sp>
          <p:nvSpPr>
            <p:cNvPr id="144" name="b_local_track_C_0">
              <a:extLst>
                <a:ext uri="{FF2B5EF4-FFF2-40B4-BE49-F238E27FC236}">
                  <ns2:creationId id="{F15D783F-2D19-46BA-8592-DCD8E728C4A4}"/>
                </a:ext>
              </a:extLst>
            </p:cNvPr>
            <p:cNvSpPr>
              <a:spLocks noGrp="1"/>
            </p:cNvSpPr>
            <p:nvPr/>
          </p:nvSpPr>
          <p:spPr>
            <a:xfrm>
              <a:off x="10615613" y="5285839"/>
              <a:ext cx="523875" cy="26658"/>
            </a:xfrm>
            <a:custGeom>
              <a:pathLst>
                <a:path w="523875" h="26658">
                  <a:moveTo>
                    <a:pt x="0" y="23698"/>
                  </a:moveTo>
                  <a:lnTo>
                    <a:pt x="104775" y="25377"/>
                  </a:lnTo>
                  <a:lnTo>
                    <a:pt x="209550" y="26658"/>
                  </a:lnTo>
                  <a:lnTo>
                    <a:pt x="314325" y="23974"/>
                  </a:lnTo>
                  <a:lnTo>
                    <a:pt x="419100" y="0"/>
                  </a:lnTo>
                  <a:lnTo>
                    <a:pt x="523875" y="8750"/>
                  </a:lnTo>
                </a:path>
              </a:pathLst>
            </a:custGeom>
            <a:noFill/>
            <a:ln w="17145">
              <a:solidFill>
                <a:srgbClr val="000000"/>
              </a:solidFill>
              <a:prstDash val="solid"/>
            </a:ln>
          </p:spPr>
        </p:sp>
        <p:sp>
          <p:nvSpPr>
            <p:cNvPr id="145" name="b_local_event_marker_C">
              <a:extLst>
                <a:ext uri="{FF2B5EF4-FFF2-40B4-BE49-F238E27FC236}">
                  <ns2:creationId id="{352E32F5-E97D-4316-919D-0AF956BF6467}"/>
                </a:ext>
              </a:extLst>
            </p:cNvPr>
            <p:cNvSpPr>
              <a:spLocks noGrp="1"/>
            </p:cNvSpPr>
            <p:nvPr/>
          </p:nvSpPr>
          <p:spPr>
            <a:xfrm rot="0">
              <a:off x="11106150" y="5261251"/>
              <a:ext cx="66675" cy="66675"/>
            </a:xfrm>
            <a:prstGeom prst="ellipse">
              <a:avLst/>
            </a:prstGeom>
            <a:solidFill>
              <a:srgbClr val="FFFFFF"/>
            </a:solidFill>
            <a:ln w="17145">
              <a:solidFill>
                <a:srgbClr val="000000"/>
              </a:solidFill>
              <a:prstDash val="solid"/>
            </a:ln>
          </p:spPr>
        </p:sp>
        <p:sp>
          <p:nvSpPr>
            <p:cNvPr id="146" name="b_local_track_label_C">
              <a:extLst>
                <a:ext uri="{FF2B5EF4-FFF2-40B4-BE49-F238E27FC236}">
                  <ns2:creationId id="{7B2CCD0D-5DE4-40D2-982E-74C8A06BF086}"/>
                </a:ext>
              </a:extLst>
            </p:cNvPr>
            <p:cNvSpPr>
              <a:spLocks noGrp="1"/>
            </p:cNvSpPr>
            <p:nvPr/>
          </p:nvSpPr>
          <p:spPr>
            <a:xfrm rot="0">
              <a:off x="11187113" y="5189814"/>
              <a:ext cx="171450" cy="219075"/>
            </a:xfrm>
            <a:prstGeom prst="rect">
              <a:avLst/>
            </a:prstGeom>
            <a:noFill/>
            <a:ln w="0">
              <a:noFill/>
              <a:prstDash val="solid"/>
            </a:ln>
          </p:spPr>
          <p:txBody>
            <a:bodyPr wrap="none" lIns="0" tIns="0" rIns="0" bIns="0" anchor="t">
              <a:noAutofit/>
            </a:bodyPr>
            <a:lstStyle>
              <a:defPPr algn="l">
                <a:defRPr sz="1275" b="1">
                  <a:solidFill>
                    <a:srgbClr val="000000"/>
                  </a:solidFill>
                  <a:latin typeface="Arial"/>
                  <a:ea typeface="Arial"/>
                  <a:cs typeface="Arial"/>
                </a:defRPr>
              </a:defPPr>
              <a:lvl1pPr algn="l">
                <a:defRPr sz="1275" b="1">
                  <a:solidFill>
                    <a:srgbClr val="000000"/>
                  </a:solidFill>
                  <a:latin typeface="Arial"/>
                  <a:ea typeface="Arial"/>
                  <a:cs typeface="Arial"/>
                </a:defRPr>
              </a:lvl1pPr>
              <a:lvl2pPr algn="l">
                <a:defRPr sz="1275" b="1">
                  <a:solidFill>
                    <a:srgbClr val="000000"/>
                  </a:solidFill>
                  <a:latin typeface="Arial"/>
                  <a:ea typeface="Arial"/>
                  <a:cs typeface="Arial"/>
                </a:defRPr>
              </a:lvl2pPr>
              <a:lvl3pPr algn="l">
                <a:defRPr sz="1275" b="1">
                  <a:solidFill>
                    <a:srgbClr val="000000"/>
                  </a:solidFill>
                  <a:latin typeface="Arial"/>
                  <a:ea typeface="Arial"/>
                  <a:cs typeface="Arial"/>
                </a:defRPr>
              </a:lvl3pPr>
              <a:lvl4pPr algn="l">
                <a:defRPr sz="1275" b="1">
                  <a:solidFill>
                    <a:srgbClr val="000000"/>
                  </a:solidFill>
                  <a:latin typeface="Arial"/>
                  <a:ea typeface="Arial"/>
                  <a:cs typeface="Arial"/>
                </a:defRPr>
              </a:lvl4pPr>
              <a:lvl5pPr algn="l">
                <a:defRPr sz="1275" b="1">
                  <a:solidFill>
                    <a:srgbClr val="000000"/>
                  </a:solidFill>
                  <a:latin typeface="Arial"/>
                  <a:ea typeface="Arial"/>
                  <a:cs typeface="Arial"/>
                </a:defRPr>
              </a:lvl5pPr>
              <a:lvl6pPr algn="l">
                <a:defRPr sz="1275" b="1">
                  <a:solidFill>
                    <a:srgbClr val="000000"/>
                  </a:solidFill>
                  <a:latin typeface="Arial"/>
                  <a:ea typeface="Arial"/>
                  <a:cs typeface="Arial"/>
                </a:defRPr>
              </a:lvl6pPr>
              <a:lvl7pPr algn="l">
                <a:defRPr sz="1275" b="1">
                  <a:solidFill>
                    <a:srgbClr val="000000"/>
                  </a:solidFill>
                  <a:latin typeface="Arial"/>
                  <a:ea typeface="Arial"/>
                  <a:cs typeface="Arial"/>
                </a:defRPr>
              </a:lvl7pPr>
              <a:lvl8pPr algn="l">
                <a:defRPr sz="1275" b="1">
                  <a:solidFill>
                    <a:srgbClr val="000000"/>
                  </a:solidFill>
                  <a:latin typeface="Arial"/>
                  <a:ea typeface="Arial"/>
                  <a:cs typeface="Arial"/>
                </a:defRPr>
              </a:lvl8pPr>
              <a:lvl9pPr algn="l">
                <a:defRPr sz="1275" b="1">
                  <a:solidFill>
                    <a:srgbClr val="000000"/>
                  </a:solidFill>
                  <a:latin typeface="Arial"/>
                  <a:ea typeface="Arial"/>
                  <a:cs typeface="Arial"/>
                </a:defRPr>
              </a:lvl9pPr>
            </a:lstStyle>
            <a:p>
              <a:pPr algn="l">
                <a:defRPr sz="1275" b="1">
                  <a:solidFill>
                    <a:srgbClr val="000000"/>
                  </a:solidFill>
                  <a:latin typeface="Arial"/>
                  <a:ea typeface="Arial"/>
                  <a:cs typeface="Arial"/>
                </a:defRPr>
              </a:pPr>
              <a:r>
                <a:rPr sz="1275" b="1">
                  <a:solidFill>
                    <a:srgbClr val="000000"/>
                  </a:solidFill>
                  <a:latin typeface="Arial"/>
                  <a:ea typeface="Arial"/>
                  <a:cs typeface="Arial"/>
                </a:rPr>
                <a:t>C</a:t>
              </a:r>
            </a:p>
          </p:txBody>
        </p:sp>
      </p:grpSp>
    </p:spTree>
    <p:extLst>
      <p:ext uri="{BB962C8B-B14F-4D97-AF65-F5344CB8AC3E}">
        <ns4:creationId val="823500159"/>
      </p:ext>
    </p:extLst>
  </p:cSld>
</p:sld>
</file>

<file path=ppt/slides/slide2.xml><?xml version="1.0" encoding="utf-8"?>
<p:sld xmlns:a="http://schemas.openxmlformats.org/drawingml/2006/main" xmlns:ns2="http://schemas.microsoft.com/office/drawing/2014/main"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grpSp>
        <p:nvGrpSpPr>
          <p:cNvPr id="11006" name="Manuscript Figure 2: TMTM and ST-MTM prior-work overview"/>
          <p:cNvGrpSpPr/>
          <p:nvPr/>
        </p:nvGrpSpPr>
        <p:grpSpPr>
          <a:xfrm>
            <a:off x="0" y="247650"/>
            <a:ext cx="12801600" cy="5600700"/>
            <a:chOff x="0" y="0"/>
            <a:chExt cx="9144000" cy="4000500"/>
          </a:xfrm>
        </p:grpSpPr>
        <p:sp>
          <p:nvSpPr>
            <p:cNvPr id="10000" name="Input and topology frame">
              <a:extLst>
                <a:ext uri="{FF2B5EF4-FFF2-40B4-BE49-F238E27FC236}">
                  <ns2:creationId id="{C7744F0C-4FD8-4778-A131-8158F785C874}"/>
                </a:ext>
              </a:extLst>
            </p:cNvPr>
            <p:cNvSpPr>
              <a:spLocks noGrp="1"/>
            </p:cNvSpPr>
            <p:nvPr/>
          </p:nvSpPr>
          <p:spPr>
            <a:xfrm>
              <a:off x="76200" y="76200"/>
              <a:ext cx="2076450" cy="3848100"/>
            </a:xfrm>
            <a:custGeom>
              <a:pathLst>
                <a:path w="2076450" h="3848100">
                  <a:moveTo>
                    <a:pt x="114300" y="0"/>
                  </a:moveTo>
                  <a:lnTo>
                    <a:pt x="1962150" y="0"/>
                  </a:lnTo>
                  <a:cubicBezTo>
                    <a:pt x="2025276" y="0"/>
                    <a:pt x="2076450" y="51174"/>
                    <a:pt x="2076450" y="114300"/>
                  </a:cubicBezTo>
                  <a:lnTo>
                    <a:pt x="2076450" y="3733800"/>
                  </a:lnTo>
                  <a:cubicBezTo>
                    <a:pt x="2076450" y="3796926"/>
                    <a:pt x="2025276" y="3848100"/>
                    <a:pt x="1962150" y="3848100"/>
                  </a:cubicBezTo>
                  <a:lnTo>
                    <a:pt x="114300" y="3848100"/>
                  </a:lnTo>
                  <a:cubicBezTo>
                    <a:pt x="51174" y="3848100"/>
                    <a:pt x="0" y="3796926"/>
                    <a:pt x="0" y="3733800"/>
                  </a:cubicBezTo>
                  <a:lnTo>
                    <a:pt x="0" y="114300"/>
                  </a:lnTo>
                  <a:cubicBezTo>
                    <a:pt x="0" y="51174"/>
                    <a:pt x="51174" y="0"/>
                    <a:pt x="114300" y="0"/>
                  </a:cubicBezTo>
                  <a:close/>
                </a:path>
              </a:pathLst>
            </a:custGeom>
            <a:solidFill>
              <a:srgbClr val="FFFFFF"/>
            </a:solidFill>
            <a:ln w="13335">
              <a:solidFill>
                <a:srgbClr val="DFE4E8"/>
              </a:solidFill>
              <a:prstDash val="solid"/>
            </a:ln>
          </p:spPr>
        </p:sp>
        <p:sp>
          <p:nvSpPr>
            <p:cNvPr id="10001" name="Input and topology header">
              <a:extLst>
                <a:ext uri="{FF2B5EF4-FFF2-40B4-BE49-F238E27FC236}">
                  <ns2:creationId id="{7537AB63-A5C5-4B77-8CE8-24FA66625BFD}"/>
                </a:ext>
              </a:extLst>
            </p:cNvPr>
            <p:cNvSpPr>
              <a:spLocks noGrp="1"/>
            </p:cNvSpPr>
            <p:nvPr/>
          </p:nvSpPr>
          <p:spPr>
            <a:xfrm>
              <a:off x="80963" y="80963"/>
              <a:ext cx="2066925" cy="319088"/>
            </a:xfrm>
            <a:custGeom>
              <a:pathLst>
                <a:path w="2066925" h="319088">
                  <a:moveTo>
                    <a:pt x="109538" y="0"/>
                  </a:moveTo>
                  <a:lnTo>
                    <a:pt x="1957388" y="0"/>
                  </a:lnTo>
                  <a:cubicBezTo>
                    <a:pt x="2017883" y="0"/>
                    <a:pt x="2066925" y="49042"/>
                    <a:pt x="2066925" y="109538"/>
                  </a:cubicBezTo>
                  <a:lnTo>
                    <a:pt x="2066925" y="319088"/>
                  </a:lnTo>
                  <a:lnTo>
                    <a:pt x="0" y="319088"/>
                  </a:lnTo>
                  <a:lnTo>
                    <a:pt x="0" y="109538"/>
                  </a:lnTo>
                  <a:cubicBezTo>
                    <a:pt x="0" y="49042"/>
                    <a:pt x="49042" y="0"/>
                    <a:pt x="109538" y="0"/>
                  </a:cubicBezTo>
                  <a:close/>
                </a:path>
              </a:pathLst>
            </a:custGeom>
            <a:solidFill>
              <a:srgbClr val="E7EDF0"/>
            </a:solidFill>
            <a:ln w="0">
              <a:noFill/>
              <a:prstDash val="solid"/>
            </a:ln>
          </p:spPr>
        </p:sp>
        <p:sp>
          <p:nvSpPr>
            <p:cNvPr id="10002" name="Input and topology title">
              <a:extLst>
                <a:ext uri="{FF2B5EF4-FFF2-40B4-BE49-F238E27FC236}">
                  <ns2:creationId id="{862E83A4-3B06-4980-BC93-0FC70EB1389D}"/>
                </a:ext>
              </a:extLst>
            </p:cNvPr>
            <p:cNvSpPr>
              <a:spLocks noGrp="1"/>
            </p:cNvSpPr>
            <p:nvPr/>
          </p:nvSpPr>
          <p:spPr>
            <a:xfrm>
              <a:off x="190500" y="133350"/>
              <a:ext cx="1847850" cy="228600"/>
            </a:xfrm>
            <a:prstGeom prst="rect">
              <a:avLst/>
            </a:prstGeom>
            <a:noFill/>
            <a:ln w="0">
              <a:noFill/>
            </a:ln>
          </p:spPr>
          <p:txBody>
            <a:bodyPr wrap="none" lIns="0" tIns="0" rIns="0" bIns="0" anchor="ctr"/>
            <a:lstStyle>
              <a:defPPr algn="l">
                <a:defRPr sz="1785" b="1">
                  <a:solidFill>
                    <a:srgbClr val="000000"/>
                  </a:solidFill>
                  <a:latin typeface="Arial"/>
                  <a:ea typeface="Arial"/>
                  <a:cs typeface="Arial"/>
                </a:defRPr>
              </a:defPPr>
              <a:lvl1pPr algn="l">
                <a:defRPr sz="1785" b="1">
                  <a:solidFill>
                    <a:srgbClr val="000000"/>
                  </a:solidFill>
                  <a:latin typeface="Arial"/>
                  <a:ea typeface="Arial"/>
                  <a:cs typeface="Arial"/>
                </a:defRPr>
              </a:lvl1pPr>
              <a:lvl2pPr algn="l">
                <a:defRPr sz="1785" b="1">
                  <a:solidFill>
                    <a:srgbClr val="000000"/>
                  </a:solidFill>
                  <a:latin typeface="Arial"/>
                  <a:ea typeface="Arial"/>
                  <a:cs typeface="Arial"/>
                </a:defRPr>
              </a:lvl2pPr>
              <a:lvl3pPr algn="l">
                <a:defRPr sz="1785" b="1">
                  <a:solidFill>
                    <a:srgbClr val="000000"/>
                  </a:solidFill>
                  <a:latin typeface="Arial"/>
                  <a:ea typeface="Arial"/>
                  <a:cs typeface="Arial"/>
                </a:defRPr>
              </a:lvl3pPr>
              <a:lvl4pPr algn="l">
                <a:defRPr sz="1785" b="1">
                  <a:solidFill>
                    <a:srgbClr val="000000"/>
                  </a:solidFill>
                  <a:latin typeface="Arial"/>
                  <a:ea typeface="Arial"/>
                  <a:cs typeface="Arial"/>
                </a:defRPr>
              </a:lvl4pPr>
              <a:lvl5pPr algn="l">
                <a:defRPr sz="1785" b="1">
                  <a:solidFill>
                    <a:srgbClr val="000000"/>
                  </a:solidFill>
                  <a:latin typeface="Arial"/>
                  <a:ea typeface="Arial"/>
                  <a:cs typeface="Arial"/>
                </a:defRPr>
              </a:lvl5pPr>
              <a:lvl6pPr algn="l">
                <a:defRPr sz="1785" b="1">
                  <a:solidFill>
                    <a:srgbClr val="000000"/>
                  </a:solidFill>
                  <a:latin typeface="Arial"/>
                  <a:ea typeface="Arial"/>
                  <a:cs typeface="Arial"/>
                </a:defRPr>
              </a:lvl6pPr>
              <a:lvl7pPr algn="l">
                <a:defRPr sz="1785" b="1">
                  <a:solidFill>
                    <a:srgbClr val="000000"/>
                  </a:solidFill>
                  <a:latin typeface="Arial"/>
                  <a:ea typeface="Arial"/>
                  <a:cs typeface="Arial"/>
                </a:defRPr>
              </a:lvl7pPr>
              <a:lvl8pPr algn="l">
                <a:defRPr sz="1785" b="1">
                  <a:solidFill>
                    <a:srgbClr val="000000"/>
                  </a:solidFill>
                  <a:latin typeface="Arial"/>
                  <a:ea typeface="Arial"/>
                  <a:cs typeface="Arial"/>
                </a:defRPr>
              </a:lvl8pPr>
              <a:lvl9pPr algn="l">
                <a:defRPr sz="1785" b="1">
                  <a:solidFill>
                    <a:srgbClr val="000000"/>
                  </a:solidFill>
                  <a:latin typeface="Arial"/>
                  <a:ea typeface="Arial"/>
                  <a:cs typeface="Arial"/>
                </a:defRPr>
              </a:lvl9pPr>
            </a:lstStyle>
            <a:p>
              <a:pPr algn="l">
                <a:defRPr sz="1785" b="1">
                  <a:solidFill>
                    <a:srgbClr val="000000"/>
                  </a:solidFill>
                  <a:latin typeface="Arial"/>
                  <a:ea typeface="Arial"/>
                  <a:cs typeface="Arial"/>
                </a:defRPr>
              </a:pPr>
              <a:r>
                <a:rPr sz="1785" b="1">
                  <a:solidFill>
                    <a:srgbClr val="000000"/>
                  </a:solidFill>
                  <a:latin typeface="Arial"/>
                  <a:ea typeface="Arial"/>
                  <a:cs typeface="Arial"/>
                </a:rPr>
                <a:t>Input and topology</a:t>
              </a:r>
            </a:p>
          </p:txBody>
        </p:sp>
        <p:sp>
          <p:nvSpPr>
            <p:cNvPr id="10003" name="Scalar field subtitle">
              <a:extLst>
                <a:ext uri="{FF2B5EF4-FFF2-40B4-BE49-F238E27FC236}">
                  <ns2:creationId id="{33180ECA-0E3B-4E5B-BC7B-98735BCE8BE5}"/>
                </a:ext>
              </a:extLst>
            </p:cNvPr>
            <p:cNvSpPr>
              <a:spLocks noGrp="1"/>
            </p:cNvSpPr>
            <p:nvPr/>
          </p:nvSpPr>
          <p:spPr>
            <a:xfrm>
              <a:off x="190500" y="466725"/>
              <a:ext cx="1847850" cy="333375"/>
            </a:xfrm>
            <a:prstGeom prst="rect">
              <a:avLst/>
            </a:prstGeom>
            <a:noFill/>
            <a:ln w="0">
              <a:noFill/>
            </a:ln>
          </p:spPr>
          <p:txBody>
            <a:bodyPr wrap="none" lIns="0" tIns="0" rIns="0" bIns="0" anchor="ctr"/>
            <a:lstStyle>
              <a:defPPr algn="ctr">
                <a:defRPr sz="1680" b="1">
                  <a:solidFill>
                    <a:srgbClr val="000000"/>
                  </a:solidFill>
                  <a:latin typeface="Arial"/>
                  <a:ea typeface="Arial"/>
                  <a:cs typeface="Arial"/>
                </a:defRPr>
              </a:defPPr>
              <a:lvl1pPr algn="ctr">
                <a:defRPr sz="1680" b="1">
                  <a:solidFill>
                    <a:srgbClr val="000000"/>
                  </a:solidFill>
                  <a:latin typeface="Arial"/>
                  <a:ea typeface="Arial"/>
                  <a:cs typeface="Arial"/>
                </a:defRPr>
              </a:lvl1pPr>
              <a:lvl2pPr algn="ctr">
                <a:defRPr sz="1680" b="1">
                  <a:solidFill>
                    <a:srgbClr val="000000"/>
                  </a:solidFill>
                  <a:latin typeface="Arial"/>
                  <a:ea typeface="Arial"/>
                  <a:cs typeface="Arial"/>
                </a:defRPr>
              </a:lvl2pPr>
              <a:lvl3pPr algn="ctr">
                <a:defRPr sz="1680" b="1">
                  <a:solidFill>
                    <a:srgbClr val="000000"/>
                  </a:solidFill>
                  <a:latin typeface="Arial"/>
                  <a:ea typeface="Arial"/>
                  <a:cs typeface="Arial"/>
                </a:defRPr>
              </a:lvl3pPr>
              <a:lvl4pPr algn="ctr">
                <a:defRPr sz="1680" b="1">
                  <a:solidFill>
                    <a:srgbClr val="000000"/>
                  </a:solidFill>
                  <a:latin typeface="Arial"/>
                  <a:ea typeface="Arial"/>
                  <a:cs typeface="Arial"/>
                </a:defRPr>
              </a:lvl4pPr>
              <a:lvl5pPr algn="ctr">
                <a:defRPr sz="1680" b="1">
                  <a:solidFill>
                    <a:srgbClr val="000000"/>
                  </a:solidFill>
                  <a:latin typeface="Arial"/>
                  <a:ea typeface="Arial"/>
                  <a:cs typeface="Arial"/>
                </a:defRPr>
              </a:lvl5pPr>
              <a:lvl6pPr algn="ctr">
                <a:defRPr sz="1680" b="1">
                  <a:solidFill>
                    <a:srgbClr val="000000"/>
                  </a:solidFill>
                  <a:latin typeface="Arial"/>
                  <a:ea typeface="Arial"/>
                  <a:cs typeface="Arial"/>
                </a:defRPr>
              </a:lvl6pPr>
              <a:lvl7pPr algn="ctr">
                <a:defRPr sz="1680" b="1">
                  <a:solidFill>
                    <a:srgbClr val="000000"/>
                  </a:solidFill>
                  <a:latin typeface="Arial"/>
                  <a:ea typeface="Arial"/>
                  <a:cs typeface="Arial"/>
                </a:defRPr>
              </a:lvl7pPr>
              <a:lvl8pPr algn="ctr">
                <a:defRPr sz="1680" b="1">
                  <a:solidFill>
                    <a:srgbClr val="000000"/>
                  </a:solidFill>
                  <a:latin typeface="Arial"/>
                  <a:ea typeface="Arial"/>
                  <a:cs typeface="Arial"/>
                </a:defRPr>
              </a:lvl8pPr>
              <a:lvl9pPr algn="ctr">
                <a:defRPr sz="1680" b="1">
                  <a:solidFill>
                    <a:srgbClr val="000000"/>
                  </a:solidFill>
                  <a:latin typeface="Arial"/>
                  <a:ea typeface="Arial"/>
                  <a:cs typeface="Arial"/>
                </a:defRPr>
              </a:lvl9pPr>
            </a:lstStyle>
            <a:p>
              <a:pPr algn="ctr">
                <a:defRPr sz="1680" b="1">
                  <a:solidFill>
                    <a:srgbClr val="000000"/>
                  </a:solidFill>
                  <a:latin typeface="Arial"/>
                  <a:ea typeface="Arial"/>
                  <a:cs typeface="Arial"/>
                </a:defRPr>
              </a:pPr>
              <a:r>
                <a:rPr sz="1680" b="1">
                  <a:solidFill>
                    <a:srgbClr val="000000"/>
                  </a:solidFill>
                  <a:latin typeface="Arial"/>
                  <a:ea typeface="Arial"/>
                  <a:cs typeface="Arial"/>
                </a:rPr>
                <a:t>Time-varying</a:t>
              </a:r>
            </a:p>
            <a:p>
              <a:pPr algn="ctr">
                <a:defRPr sz="1680" b="1">
                  <a:solidFill>
                    <a:srgbClr val="000000"/>
                  </a:solidFill>
                  <a:latin typeface="Arial"/>
                  <a:ea typeface="Arial"/>
                  <a:cs typeface="Arial"/>
                </a:defRPr>
              </a:pPr>
              <a:r>
                <a:rPr sz="1680" b="1">
                  <a:solidFill>
                    <a:srgbClr val="000000"/>
                  </a:solidFill>
                  <a:latin typeface="Arial"/>
                  <a:ea typeface="Arial"/>
                  <a:cs typeface="Arial"/>
                </a:rPr>
                <a:t>2D scalar field</a:t>
              </a:r>
            </a:p>
          </p:txBody>
        </p:sp>
        <p:sp>
          <p:nvSpPr>
            <p:cNvPr id="10004" name="Time axis upper">
              <a:extLst>
                <a:ext uri="{FF2B5EF4-FFF2-40B4-BE49-F238E27FC236}">
                  <ns2:creationId id="{A40B8F2A-27C1-4A8B-9C77-393CF0DD3E32}"/>
                </a:ext>
              </a:extLst>
            </p:cNvPr>
            <p:cNvSpPr>
              <a:spLocks noGrp="1"/>
            </p:cNvSpPr>
            <p:nvPr/>
          </p:nvSpPr>
          <p:spPr>
            <a:xfrm>
              <a:off x="457200" y="819150"/>
              <a:ext cx="95" cy="495300"/>
            </a:xfrm>
            <a:custGeom>
              <a:pathLst>
                <a:path w="95" h="628650">
                  <a:moveTo>
                    <a:pt x="0" y="0"/>
                  </a:moveTo>
                  <a:lnTo>
                    <a:pt x="0" y="628650"/>
                  </a:lnTo>
                </a:path>
              </a:pathLst>
            </a:custGeom>
            <a:noFill/>
            <a:ln w="20003">
              <a:solidFill>
                <a:srgbClr val="000000"/>
              </a:solidFill>
              <a:prstDash val="solid"/>
            </a:ln>
          </p:spPr>
        </p:sp>
        <p:sp>
          <p:nvSpPr>
            <p:cNvPr id="10005" name="Time axis label">
              <a:extLst>
                <a:ext uri="{FF2B5EF4-FFF2-40B4-BE49-F238E27FC236}">
                  <ns2:creationId id="{CB7D9A9F-5BE8-4A68-9F66-5CCD18591880}"/>
                </a:ext>
              </a:extLst>
            </p:cNvPr>
            <p:cNvSpPr>
              <a:spLocks noGrp="1"/>
            </p:cNvSpPr>
            <p:nvPr/>
          </p:nvSpPr>
          <p:spPr>
            <a:xfrm>
              <a:off x="266700" y="1343025"/>
              <a:ext cx="381000" cy="219075"/>
            </a:xfrm>
            <a:prstGeom prst="rect">
              <a:avLst/>
            </a:prstGeom>
            <a:noFill/>
            <a:ln w="0">
              <a:noFill/>
            </a:ln>
          </p:spPr>
          <p:txBody>
            <a:bodyPr wrap="none" lIns="0" tIns="0" rIns="0" bIns="0" anchor="ctr"/>
            <a:lstStyle>
              <a:defPPr algn="ctr">
                <a:defRPr sz="1680" b="0">
                  <a:solidFill>
                    <a:srgbClr val="000000"/>
                  </a:solidFill>
                  <a:latin typeface="Arial"/>
                  <a:ea typeface="Arial"/>
                  <a:cs typeface="Arial"/>
                </a:defRPr>
              </a:defPPr>
              <a:lvl1pPr algn="ctr">
                <a:defRPr sz="1680" b="0">
                  <a:solidFill>
                    <a:srgbClr val="000000"/>
                  </a:solidFill>
                  <a:latin typeface="Arial"/>
                  <a:ea typeface="Arial"/>
                  <a:cs typeface="Arial"/>
                </a:defRPr>
              </a:lvl1pPr>
              <a:lvl2pPr algn="ctr">
                <a:defRPr sz="1680" b="0">
                  <a:solidFill>
                    <a:srgbClr val="000000"/>
                  </a:solidFill>
                  <a:latin typeface="Arial"/>
                  <a:ea typeface="Arial"/>
                  <a:cs typeface="Arial"/>
                </a:defRPr>
              </a:lvl2pPr>
              <a:lvl3pPr algn="ctr">
                <a:defRPr sz="1680" b="0">
                  <a:solidFill>
                    <a:srgbClr val="000000"/>
                  </a:solidFill>
                  <a:latin typeface="Arial"/>
                  <a:ea typeface="Arial"/>
                  <a:cs typeface="Arial"/>
                </a:defRPr>
              </a:lvl3pPr>
              <a:lvl4pPr algn="ctr">
                <a:defRPr sz="1680" b="0">
                  <a:solidFill>
                    <a:srgbClr val="000000"/>
                  </a:solidFill>
                  <a:latin typeface="Arial"/>
                  <a:ea typeface="Arial"/>
                  <a:cs typeface="Arial"/>
                </a:defRPr>
              </a:lvl4pPr>
              <a:lvl5pPr algn="ctr">
                <a:defRPr sz="1680" b="0">
                  <a:solidFill>
                    <a:srgbClr val="000000"/>
                  </a:solidFill>
                  <a:latin typeface="Arial"/>
                  <a:ea typeface="Arial"/>
                  <a:cs typeface="Arial"/>
                </a:defRPr>
              </a:lvl5pPr>
              <a:lvl6pPr algn="ctr">
                <a:defRPr sz="1680" b="0">
                  <a:solidFill>
                    <a:srgbClr val="000000"/>
                  </a:solidFill>
                  <a:latin typeface="Arial"/>
                  <a:ea typeface="Arial"/>
                  <a:cs typeface="Arial"/>
                </a:defRPr>
              </a:lvl6pPr>
              <a:lvl7pPr algn="ctr">
                <a:defRPr sz="1680" b="0">
                  <a:solidFill>
                    <a:srgbClr val="000000"/>
                  </a:solidFill>
                  <a:latin typeface="Arial"/>
                  <a:ea typeface="Arial"/>
                  <a:cs typeface="Arial"/>
                </a:defRPr>
              </a:lvl7pPr>
              <a:lvl8pPr algn="ctr">
                <a:defRPr sz="1680" b="0">
                  <a:solidFill>
                    <a:srgbClr val="000000"/>
                  </a:solidFill>
                  <a:latin typeface="Arial"/>
                  <a:ea typeface="Arial"/>
                  <a:cs typeface="Arial"/>
                </a:defRPr>
              </a:lvl8pPr>
              <a:lvl9pPr algn="ctr">
                <a:defRPr sz="1680" b="0">
                  <a:solidFill>
                    <a:srgbClr val="000000"/>
                  </a:solidFill>
                  <a:latin typeface="Arial"/>
                  <a:ea typeface="Arial"/>
                  <a:cs typeface="Arial"/>
                </a:defRPr>
              </a:lvl9pPr>
            </a:lstStyle>
            <a:p>
              <a:pPr algn="ctr">
                <a:defRPr sz="1680" b="0">
                  <a:solidFill>
                    <a:srgbClr val="000000"/>
                  </a:solidFill>
                  <a:latin typeface="Arial"/>
                  <a:ea typeface="Arial"/>
                  <a:cs typeface="Arial"/>
                </a:defRPr>
              </a:pPr>
              <a:r>
                <a:rPr sz="1680" b="0">
                  <a:solidFill>
                    <a:srgbClr val="000000"/>
                  </a:solidFill>
                  <a:latin typeface="Arial"/>
                  <a:ea typeface="Arial"/>
                  <a:cs typeface="Arial"/>
                </a:rPr>
                <a:t>time</a:t>
              </a:r>
            </a:p>
          </p:txBody>
        </p:sp>
        <p:sp>
          <p:nvSpPr>
            <p:cNvPr id="10006" name="Time axis lower">
              <a:extLst>
                <a:ext uri="{FF2B5EF4-FFF2-40B4-BE49-F238E27FC236}">
                  <ns2:creationId id="{80F7C04E-CD56-465B-B582-E21789543620}"/>
                </a:ext>
              </a:extLst>
            </p:cNvPr>
            <p:cNvSpPr>
              <a:spLocks noGrp="1"/>
            </p:cNvSpPr>
            <p:nvPr/>
          </p:nvSpPr>
          <p:spPr>
            <a:xfrm>
              <a:off x="457200" y="1581150"/>
              <a:ext cx="95" cy="447675"/>
            </a:xfrm>
            <a:custGeom>
              <a:pathLst>
                <a:path w="95" h="647700">
                  <a:moveTo>
                    <a:pt x="0" y="0"/>
                  </a:moveTo>
                  <a:lnTo>
                    <a:pt x="0" y="647700"/>
                  </a:lnTo>
                </a:path>
              </a:pathLst>
            </a:custGeom>
            <a:noFill/>
            <a:ln w="20003">
              <a:solidFill>
                <a:srgbClr val="000000"/>
              </a:solidFill>
              <a:prstDash val="solid"/>
            </a:ln>
          </p:spPr>
        </p:sp>
        <p:sp>
          <p:nvSpPr>
            <p:cNvPr id="10007" name="Time axis arrow">
              <a:extLst>
                <a:ext uri="{FF2B5EF4-FFF2-40B4-BE49-F238E27FC236}">
                  <ns2:creationId id="{46000FB7-AD46-4365-B2CC-084B5F7BF633}"/>
                </a:ext>
              </a:extLst>
            </p:cNvPr>
            <p:cNvSpPr>
              <a:spLocks noGrp="1"/>
            </p:cNvSpPr>
            <p:nvPr/>
          </p:nvSpPr>
          <p:spPr>
            <a:xfrm>
              <a:off x="419100" y="2019300"/>
              <a:ext cx="76200" cy="76200"/>
            </a:xfrm>
            <a:custGeom>
              <a:pathLst>
                <a:path w="76200" h="76200">
                  <a:moveTo>
                    <a:pt x="0" y="0"/>
                  </a:moveTo>
                  <a:lnTo>
                    <a:pt x="76200" y="0"/>
                  </a:lnTo>
                  <a:lnTo>
                    <a:pt x="38100" y="76200"/>
                  </a:lnTo>
                  <a:close/>
                </a:path>
              </a:pathLst>
            </a:custGeom>
            <a:solidFill>
              <a:srgbClr val="000000"/>
            </a:solidFill>
            <a:ln w="0">
              <a:noFill/>
              <a:prstDash val="solid"/>
            </a:ln>
          </p:spPr>
        </p:sp>
        <p:sp>
          <p:nvSpPr>
            <p:cNvPr id="10008" name="Snapshot time 0">
              <a:extLst>
                <a:ext uri="{FF2B5EF4-FFF2-40B4-BE49-F238E27FC236}">
                  <ns2:creationId id="{C22B1D16-E9AE-4873-9C98-B24C23D44898}"/>
                </a:ext>
              </a:extLst>
            </p:cNvPr>
            <p:cNvSpPr>
              <a:spLocks noGrp="1"/>
            </p:cNvSpPr>
            <p:nvPr/>
          </p:nvSpPr>
          <p:spPr>
            <a:xfrm>
              <a:off x="733425" y="923925"/>
              <a:ext cx="266700" cy="190500"/>
            </a:xfrm>
            <a:prstGeom prst="rect">
              <a:avLst/>
            </a:prstGeom>
            <a:noFill/>
            <a:ln w="0">
              <a:noFill/>
            </a:ln>
          </p:spPr>
          <p:txBody>
            <a:bodyPr wrap="none" lIns="0" tIns="0" rIns="0" bIns="0" anchor="ctr"/>
            <a:lstStyle>
              <a:defPPr algn="l">
                <a:defRPr sz="1365" b="0">
                  <a:solidFill>
                    <a:srgbClr val="000000"/>
                  </a:solidFill>
                  <a:latin typeface="Arial"/>
                  <a:ea typeface="Arial"/>
                  <a:cs typeface="Arial"/>
                </a:defRPr>
              </a:defPPr>
              <a:lvl1pPr algn="l">
                <a:defRPr sz="1365" b="0">
                  <a:solidFill>
                    <a:srgbClr val="000000"/>
                  </a:solidFill>
                  <a:latin typeface="Arial"/>
                  <a:ea typeface="Arial"/>
                  <a:cs typeface="Arial"/>
                </a:defRPr>
              </a:lvl1pPr>
              <a:lvl2pPr algn="l">
                <a:defRPr sz="1365" b="0">
                  <a:solidFill>
                    <a:srgbClr val="000000"/>
                  </a:solidFill>
                  <a:latin typeface="Arial"/>
                  <a:ea typeface="Arial"/>
                  <a:cs typeface="Arial"/>
                </a:defRPr>
              </a:lvl2pPr>
              <a:lvl3pPr algn="l">
                <a:defRPr sz="1365" b="0">
                  <a:solidFill>
                    <a:srgbClr val="000000"/>
                  </a:solidFill>
                  <a:latin typeface="Arial"/>
                  <a:ea typeface="Arial"/>
                  <a:cs typeface="Arial"/>
                </a:defRPr>
              </a:lvl3pPr>
              <a:lvl4pPr algn="l">
                <a:defRPr sz="1365" b="0">
                  <a:solidFill>
                    <a:srgbClr val="000000"/>
                  </a:solidFill>
                  <a:latin typeface="Arial"/>
                  <a:ea typeface="Arial"/>
                  <a:cs typeface="Arial"/>
                </a:defRPr>
              </a:lvl4pPr>
              <a:lvl5pPr algn="l">
                <a:defRPr sz="1365" b="0">
                  <a:solidFill>
                    <a:srgbClr val="000000"/>
                  </a:solidFill>
                  <a:latin typeface="Arial"/>
                  <a:ea typeface="Arial"/>
                  <a:cs typeface="Arial"/>
                </a:defRPr>
              </a:lvl5pPr>
              <a:lvl6pPr algn="l">
                <a:defRPr sz="1365" b="0">
                  <a:solidFill>
                    <a:srgbClr val="000000"/>
                  </a:solidFill>
                  <a:latin typeface="Arial"/>
                  <a:ea typeface="Arial"/>
                  <a:cs typeface="Arial"/>
                </a:defRPr>
              </a:lvl6pPr>
              <a:lvl7pPr algn="l">
                <a:defRPr sz="1365" b="0">
                  <a:solidFill>
                    <a:srgbClr val="000000"/>
                  </a:solidFill>
                  <a:latin typeface="Arial"/>
                  <a:ea typeface="Arial"/>
                  <a:cs typeface="Arial"/>
                </a:defRPr>
              </a:lvl7pPr>
              <a:lvl8pPr algn="l">
                <a:defRPr sz="1365" b="0">
                  <a:solidFill>
                    <a:srgbClr val="000000"/>
                  </a:solidFill>
                  <a:latin typeface="Arial"/>
                  <a:ea typeface="Arial"/>
                  <a:cs typeface="Arial"/>
                </a:defRPr>
              </a:lvl8pPr>
              <a:lvl9pPr algn="l">
                <a:defRPr sz="1365" b="0">
                  <a:solidFill>
                    <a:srgbClr val="000000"/>
                  </a:solidFill>
                  <a:latin typeface="Arial"/>
                  <a:ea typeface="Arial"/>
                  <a:cs typeface="Arial"/>
                </a:defRPr>
              </a:lvl9pPr>
            </a:lstStyle>
            <a:p>
              <a:pPr algn="l">
                <a:defRPr sz="1365" b="0">
                  <a:solidFill>
                    <a:srgbClr val="000000"/>
                  </a:solidFill>
                  <a:latin typeface="Arial"/>
                  <a:ea typeface="Arial"/>
                  <a:cs typeface="Arial"/>
                </a:defRPr>
              </a:pPr>
              <a:r>
                <a:rPr sz="1365" b="0">
                  <a:solidFill>
                    <a:srgbClr val="000000"/>
                  </a:solidFill>
                  <a:latin typeface="Arial"/>
                  <a:ea typeface="Arial"/>
                  <a:cs typeface="Arial"/>
                </a:rPr>
                <a:t>t0</a:t>
              </a:r>
            </a:p>
          </p:txBody>
        </p:sp>
        <p:sp>
          <p:nvSpPr>
            <p:cNvPr id="10009" name="Snapshot time 1">
              <a:extLst>
                <a:ext uri="{FF2B5EF4-FFF2-40B4-BE49-F238E27FC236}">
                  <ns2:creationId id="{891DCD29-8D28-4F5F-881E-7914ED799823}"/>
                </a:ext>
              </a:extLst>
            </p:cNvPr>
            <p:cNvSpPr>
              <a:spLocks noGrp="1"/>
            </p:cNvSpPr>
            <p:nvPr/>
          </p:nvSpPr>
          <p:spPr>
            <a:xfrm>
              <a:off x="733425" y="1352550"/>
              <a:ext cx="266700" cy="190500"/>
            </a:xfrm>
            <a:prstGeom prst="rect">
              <a:avLst/>
            </a:prstGeom>
            <a:noFill/>
            <a:ln w="0">
              <a:noFill/>
            </a:ln>
          </p:spPr>
          <p:txBody>
            <a:bodyPr wrap="none" lIns="0" tIns="0" rIns="0" bIns="0" anchor="ctr"/>
            <a:lstStyle>
              <a:defPPr algn="l">
                <a:defRPr sz="1365" b="0">
                  <a:solidFill>
                    <a:srgbClr val="000000"/>
                  </a:solidFill>
                  <a:latin typeface="Arial"/>
                  <a:ea typeface="Arial"/>
                  <a:cs typeface="Arial"/>
                </a:defRPr>
              </a:defPPr>
              <a:lvl1pPr algn="l">
                <a:defRPr sz="1365" b="0">
                  <a:solidFill>
                    <a:srgbClr val="000000"/>
                  </a:solidFill>
                  <a:latin typeface="Arial"/>
                  <a:ea typeface="Arial"/>
                  <a:cs typeface="Arial"/>
                </a:defRPr>
              </a:lvl1pPr>
              <a:lvl2pPr algn="l">
                <a:defRPr sz="1365" b="0">
                  <a:solidFill>
                    <a:srgbClr val="000000"/>
                  </a:solidFill>
                  <a:latin typeface="Arial"/>
                  <a:ea typeface="Arial"/>
                  <a:cs typeface="Arial"/>
                </a:defRPr>
              </a:lvl2pPr>
              <a:lvl3pPr algn="l">
                <a:defRPr sz="1365" b="0">
                  <a:solidFill>
                    <a:srgbClr val="000000"/>
                  </a:solidFill>
                  <a:latin typeface="Arial"/>
                  <a:ea typeface="Arial"/>
                  <a:cs typeface="Arial"/>
                </a:defRPr>
              </a:lvl3pPr>
              <a:lvl4pPr algn="l">
                <a:defRPr sz="1365" b="0">
                  <a:solidFill>
                    <a:srgbClr val="000000"/>
                  </a:solidFill>
                  <a:latin typeface="Arial"/>
                  <a:ea typeface="Arial"/>
                  <a:cs typeface="Arial"/>
                </a:defRPr>
              </a:lvl4pPr>
              <a:lvl5pPr algn="l">
                <a:defRPr sz="1365" b="0">
                  <a:solidFill>
                    <a:srgbClr val="000000"/>
                  </a:solidFill>
                  <a:latin typeface="Arial"/>
                  <a:ea typeface="Arial"/>
                  <a:cs typeface="Arial"/>
                </a:defRPr>
              </a:lvl5pPr>
              <a:lvl6pPr algn="l">
                <a:defRPr sz="1365" b="0">
                  <a:solidFill>
                    <a:srgbClr val="000000"/>
                  </a:solidFill>
                  <a:latin typeface="Arial"/>
                  <a:ea typeface="Arial"/>
                  <a:cs typeface="Arial"/>
                </a:defRPr>
              </a:lvl6pPr>
              <a:lvl7pPr algn="l">
                <a:defRPr sz="1365" b="0">
                  <a:solidFill>
                    <a:srgbClr val="000000"/>
                  </a:solidFill>
                  <a:latin typeface="Arial"/>
                  <a:ea typeface="Arial"/>
                  <a:cs typeface="Arial"/>
                </a:defRPr>
              </a:lvl7pPr>
              <a:lvl8pPr algn="l">
                <a:defRPr sz="1365" b="0">
                  <a:solidFill>
                    <a:srgbClr val="000000"/>
                  </a:solidFill>
                  <a:latin typeface="Arial"/>
                  <a:ea typeface="Arial"/>
                  <a:cs typeface="Arial"/>
                </a:defRPr>
              </a:lvl8pPr>
              <a:lvl9pPr algn="l">
                <a:defRPr sz="1365" b="0">
                  <a:solidFill>
                    <a:srgbClr val="000000"/>
                  </a:solidFill>
                  <a:latin typeface="Arial"/>
                  <a:ea typeface="Arial"/>
                  <a:cs typeface="Arial"/>
                </a:defRPr>
              </a:lvl9pPr>
            </a:lstStyle>
            <a:p>
              <a:pPr algn="l">
                <a:defRPr sz="1365" b="0">
                  <a:solidFill>
                    <a:srgbClr val="000000"/>
                  </a:solidFill>
                  <a:latin typeface="Arial"/>
                  <a:ea typeface="Arial"/>
                  <a:cs typeface="Arial"/>
                </a:defRPr>
              </a:pPr>
              <a:r>
                <a:rPr sz="1365" b="0">
                  <a:solidFill>
                    <a:srgbClr val="000000"/>
                  </a:solidFill>
                  <a:latin typeface="Arial"/>
                  <a:ea typeface="Arial"/>
                  <a:cs typeface="Arial"/>
                </a:rPr>
                <a:t>t1</a:t>
              </a:r>
            </a:p>
          </p:txBody>
        </p:sp>
        <p:sp>
          <p:nvSpPr>
            <p:cNvPr id="10010" name="Snapshot time 2">
              <a:extLst>
                <a:ext uri="{FF2B5EF4-FFF2-40B4-BE49-F238E27FC236}">
                  <ns2:creationId id="{B5443CC0-01E4-479B-9DF2-94D10FD18564}"/>
                </a:ext>
              </a:extLst>
            </p:cNvPr>
            <p:cNvSpPr>
              <a:spLocks noGrp="1"/>
            </p:cNvSpPr>
            <p:nvPr/>
          </p:nvSpPr>
          <p:spPr>
            <a:xfrm>
              <a:off x="733425" y="1781175"/>
              <a:ext cx="266700" cy="190500"/>
            </a:xfrm>
            <a:prstGeom prst="rect">
              <a:avLst/>
            </a:prstGeom>
            <a:noFill/>
            <a:ln w="0">
              <a:noFill/>
            </a:ln>
          </p:spPr>
          <p:txBody>
            <a:bodyPr wrap="none" lIns="0" tIns="0" rIns="0" bIns="0" anchor="ctr"/>
            <a:lstStyle>
              <a:defPPr algn="l">
                <a:defRPr sz="1365" b="0">
                  <a:solidFill>
                    <a:srgbClr val="000000"/>
                  </a:solidFill>
                  <a:latin typeface="Arial"/>
                  <a:ea typeface="Arial"/>
                  <a:cs typeface="Arial"/>
                </a:defRPr>
              </a:defPPr>
              <a:lvl1pPr algn="l">
                <a:defRPr sz="1365" b="0">
                  <a:solidFill>
                    <a:srgbClr val="000000"/>
                  </a:solidFill>
                  <a:latin typeface="Arial"/>
                  <a:ea typeface="Arial"/>
                  <a:cs typeface="Arial"/>
                </a:defRPr>
              </a:lvl1pPr>
              <a:lvl2pPr algn="l">
                <a:defRPr sz="1365" b="0">
                  <a:solidFill>
                    <a:srgbClr val="000000"/>
                  </a:solidFill>
                  <a:latin typeface="Arial"/>
                  <a:ea typeface="Arial"/>
                  <a:cs typeface="Arial"/>
                </a:defRPr>
              </a:lvl2pPr>
              <a:lvl3pPr algn="l">
                <a:defRPr sz="1365" b="0">
                  <a:solidFill>
                    <a:srgbClr val="000000"/>
                  </a:solidFill>
                  <a:latin typeface="Arial"/>
                  <a:ea typeface="Arial"/>
                  <a:cs typeface="Arial"/>
                </a:defRPr>
              </a:lvl3pPr>
              <a:lvl4pPr algn="l">
                <a:defRPr sz="1365" b="0">
                  <a:solidFill>
                    <a:srgbClr val="000000"/>
                  </a:solidFill>
                  <a:latin typeface="Arial"/>
                  <a:ea typeface="Arial"/>
                  <a:cs typeface="Arial"/>
                </a:defRPr>
              </a:lvl4pPr>
              <a:lvl5pPr algn="l">
                <a:defRPr sz="1365" b="0">
                  <a:solidFill>
                    <a:srgbClr val="000000"/>
                  </a:solidFill>
                  <a:latin typeface="Arial"/>
                  <a:ea typeface="Arial"/>
                  <a:cs typeface="Arial"/>
                </a:defRPr>
              </a:lvl5pPr>
              <a:lvl6pPr algn="l">
                <a:defRPr sz="1365" b="0">
                  <a:solidFill>
                    <a:srgbClr val="000000"/>
                  </a:solidFill>
                  <a:latin typeface="Arial"/>
                  <a:ea typeface="Arial"/>
                  <a:cs typeface="Arial"/>
                </a:defRPr>
              </a:lvl6pPr>
              <a:lvl7pPr algn="l">
                <a:defRPr sz="1365" b="0">
                  <a:solidFill>
                    <a:srgbClr val="000000"/>
                  </a:solidFill>
                  <a:latin typeface="Arial"/>
                  <a:ea typeface="Arial"/>
                  <a:cs typeface="Arial"/>
                </a:defRPr>
              </a:lvl7pPr>
              <a:lvl8pPr algn="l">
                <a:defRPr sz="1365" b="0">
                  <a:solidFill>
                    <a:srgbClr val="000000"/>
                  </a:solidFill>
                  <a:latin typeface="Arial"/>
                  <a:ea typeface="Arial"/>
                  <a:cs typeface="Arial"/>
                </a:defRPr>
              </a:lvl8pPr>
              <a:lvl9pPr algn="l">
                <a:defRPr sz="1365" b="0">
                  <a:solidFill>
                    <a:srgbClr val="000000"/>
                  </a:solidFill>
                  <a:latin typeface="Arial"/>
                  <a:ea typeface="Arial"/>
                  <a:cs typeface="Arial"/>
                </a:defRPr>
              </a:lvl9pPr>
            </a:lstStyle>
            <a:p>
              <a:pPr algn="l">
                <a:defRPr sz="1365" b="0">
                  <a:solidFill>
                    <a:srgbClr val="000000"/>
                  </a:solidFill>
                  <a:latin typeface="Arial"/>
                  <a:ea typeface="Arial"/>
                  <a:cs typeface="Arial"/>
                </a:defRPr>
              </a:pPr>
              <a:r>
                <a:rPr sz="1365" b="0">
                  <a:solidFill>
                    <a:srgbClr val="000000"/>
                  </a:solidFill>
                  <a:latin typeface="Arial"/>
                  <a:ea typeface="Arial"/>
                  <a:cs typeface="Arial"/>
                </a:rPr>
                <a:t>t2</a:t>
              </a:r>
            </a:p>
          </p:txBody>
        </p:sp>
        <p:sp>
          <p:nvSpPr>
            <p:cNvPr id="10011" name="Augmented tree subtitle">
              <a:extLst>
                <a:ext uri="{FF2B5EF4-FFF2-40B4-BE49-F238E27FC236}">
                  <ns2:creationId id="{6584A661-0FED-44AF-B1F4-D54F69AC7DD2}"/>
                </a:ext>
              </a:extLst>
            </p:cNvPr>
            <p:cNvSpPr>
              <a:spLocks noGrp="1"/>
            </p:cNvSpPr>
            <p:nvPr/>
          </p:nvSpPr>
          <p:spPr>
            <a:xfrm>
              <a:off x="180975" y="2133600"/>
              <a:ext cx="1866900" cy="228600"/>
            </a:xfrm>
            <a:prstGeom prst="rect">
              <a:avLst/>
            </a:prstGeom>
            <a:noFill/>
            <a:ln w="0">
              <a:noFill/>
            </a:ln>
          </p:spPr>
          <p:txBody>
            <a:bodyPr wrap="none" lIns="0" tIns="0" rIns="0" bIns="0" anchor="ctr"/>
            <a:lstStyle>
              <a:defPPr algn="ctr">
                <a:defRPr sz="1680" b="1">
                  <a:solidFill>
                    <a:srgbClr val="000000"/>
                  </a:solidFill>
                  <a:latin typeface="Arial"/>
                  <a:ea typeface="Arial"/>
                  <a:cs typeface="Arial"/>
                </a:defRPr>
              </a:defPPr>
              <a:lvl1pPr algn="ctr">
                <a:defRPr sz="1680" b="1">
                  <a:solidFill>
                    <a:srgbClr val="000000"/>
                  </a:solidFill>
                  <a:latin typeface="Arial"/>
                  <a:ea typeface="Arial"/>
                  <a:cs typeface="Arial"/>
                </a:defRPr>
              </a:lvl1pPr>
              <a:lvl2pPr algn="ctr">
                <a:defRPr sz="1680" b="1">
                  <a:solidFill>
                    <a:srgbClr val="000000"/>
                  </a:solidFill>
                  <a:latin typeface="Arial"/>
                  <a:ea typeface="Arial"/>
                  <a:cs typeface="Arial"/>
                </a:defRPr>
              </a:lvl2pPr>
              <a:lvl3pPr algn="ctr">
                <a:defRPr sz="1680" b="1">
                  <a:solidFill>
                    <a:srgbClr val="000000"/>
                  </a:solidFill>
                  <a:latin typeface="Arial"/>
                  <a:ea typeface="Arial"/>
                  <a:cs typeface="Arial"/>
                </a:defRPr>
              </a:lvl3pPr>
              <a:lvl4pPr algn="ctr">
                <a:defRPr sz="1680" b="1">
                  <a:solidFill>
                    <a:srgbClr val="000000"/>
                  </a:solidFill>
                  <a:latin typeface="Arial"/>
                  <a:ea typeface="Arial"/>
                  <a:cs typeface="Arial"/>
                </a:defRPr>
              </a:lvl4pPr>
              <a:lvl5pPr algn="ctr">
                <a:defRPr sz="1680" b="1">
                  <a:solidFill>
                    <a:srgbClr val="000000"/>
                  </a:solidFill>
                  <a:latin typeface="Arial"/>
                  <a:ea typeface="Arial"/>
                  <a:cs typeface="Arial"/>
                </a:defRPr>
              </a:lvl5pPr>
              <a:lvl6pPr algn="ctr">
                <a:defRPr sz="1680" b="1">
                  <a:solidFill>
                    <a:srgbClr val="000000"/>
                  </a:solidFill>
                  <a:latin typeface="Arial"/>
                  <a:ea typeface="Arial"/>
                  <a:cs typeface="Arial"/>
                </a:defRPr>
              </a:lvl6pPr>
              <a:lvl7pPr algn="ctr">
                <a:defRPr sz="1680" b="1">
                  <a:solidFill>
                    <a:srgbClr val="000000"/>
                  </a:solidFill>
                  <a:latin typeface="Arial"/>
                  <a:ea typeface="Arial"/>
                  <a:cs typeface="Arial"/>
                </a:defRPr>
              </a:lvl7pPr>
              <a:lvl8pPr algn="ctr">
                <a:defRPr sz="1680" b="1">
                  <a:solidFill>
                    <a:srgbClr val="000000"/>
                  </a:solidFill>
                  <a:latin typeface="Arial"/>
                  <a:ea typeface="Arial"/>
                  <a:cs typeface="Arial"/>
                </a:defRPr>
              </a:lvl8pPr>
              <a:lvl9pPr algn="ctr">
                <a:defRPr sz="1680" b="1">
                  <a:solidFill>
                    <a:srgbClr val="000000"/>
                  </a:solidFill>
                  <a:latin typeface="Arial"/>
                  <a:ea typeface="Arial"/>
                  <a:cs typeface="Arial"/>
                </a:defRPr>
              </a:lvl9pPr>
            </a:lstStyle>
            <a:p>
              <a:pPr algn="ctr">
                <a:defRPr sz="1680" b="1">
                  <a:solidFill>
                    <a:srgbClr val="000000"/>
                  </a:solidFill>
                  <a:latin typeface="Arial"/>
                  <a:ea typeface="Arial"/>
                  <a:cs typeface="Arial"/>
                </a:defRPr>
              </a:pPr>
              <a:r>
                <a:rPr sz="1680" b="1">
                  <a:solidFill>
                    <a:srgbClr val="000000"/>
                  </a:solidFill>
                  <a:latin typeface="Arial"/>
                  <a:ea typeface="Arial"/>
                  <a:cs typeface="Arial"/>
                </a:rPr>
                <a:t>Augmented merge tree</a:t>
              </a:r>
            </a:p>
          </p:txBody>
        </p:sp>
        <p:sp>
          <p:nvSpPr>
            <p:cNvPr id="10012" name="TMTM frame">
              <a:extLst>
                <a:ext uri="{FF2B5EF4-FFF2-40B4-BE49-F238E27FC236}">
                  <ns2:creationId id="{7F0C8DCC-86CB-4FB6-A305-AB7089AE8FE7}"/>
                </a:ext>
              </a:extLst>
            </p:cNvPr>
            <p:cNvSpPr>
              <a:spLocks noGrp="1"/>
            </p:cNvSpPr>
            <p:nvPr/>
          </p:nvSpPr>
          <p:spPr>
            <a:xfrm>
              <a:off x="2438400" y="76200"/>
              <a:ext cx="6629400" cy="1809750"/>
            </a:xfrm>
            <a:custGeom>
              <a:pathLst>
                <a:path w="6629400" h="1809750">
                  <a:moveTo>
                    <a:pt x="114300" y="0"/>
                  </a:moveTo>
                  <a:lnTo>
                    <a:pt x="6515100" y="0"/>
                  </a:lnTo>
                  <a:cubicBezTo>
                    <a:pt x="6578226" y="0"/>
                    <a:pt x="6629400" y="51174"/>
                    <a:pt x="6629400" y="114300"/>
                  </a:cubicBezTo>
                  <a:lnTo>
                    <a:pt x="6629400" y="1695450"/>
                  </a:lnTo>
                  <a:cubicBezTo>
                    <a:pt x="6629400" y="1758576"/>
                    <a:pt x="6578226" y="1809750"/>
                    <a:pt x="6515100" y="1809750"/>
                  </a:cubicBezTo>
                  <a:lnTo>
                    <a:pt x="114300" y="1809750"/>
                  </a:lnTo>
                  <a:cubicBezTo>
                    <a:pt x="51174" y="1809750"/>
                    <a:pt x="0" y="1758576"/>
                    <a:pt x="0" y="1695450"/>
                  </a:cubicBezTo>
                  <a:lnTo>
                    <a:pt x="0" y="114300"/>
                  </a:lnTo>
                  <a:cubicBezTo>
                    <a:pt x="0" y="51174"/>
                    <a:pt x="51174" y="0"/>
                    <a:pt x="114300" y="0"/>
                  </a:cubicBezTo>
                  <a:close/>
                </a:path>
              </a:pathLst>
            </a:custGeom>
            <a:solidFill>
              <a:srgbClr val="FFFFFF"/>
            </a:solidFill>
            <a:ln w="13335">
              <a:solidFill>
                <a:srgbClr val="DFE4E8"/>
              </a:solidFill>
              <a:prstDash val="solid"/>
            </a:ln>
          </p:spPr>
        </p:sp>
        <p:sp>
          <p:nvSpPr>
            <p:cNvPr id="10013" name="TMTM header">
              <a:extLst>
                <a:ext uri="{FF2B5EF4-FFF2-40B4-BE49-F238E27FC236}">
                  <ns2:creationId id="{577E0C17-BE52-4529-9DCD-935D34E372C3}"/>
                </a:ext>
              </a:extLst>
            </p:cNvPr>
            <p:cNvSpPr>
              <a:spLocks noGrp="1"/>
            </p:cNvSpPr>
            <p:nvPr/>
          </p:nvSpPr>
          <p:spPr>
            <a:xfrm>
              <a:off x="2443163" y="80963"/>
              <a:ext cx="6619875" cy="300038"/>
            </a:xfrm>
            <a:custGeom>
              <a:pathLst>
                <a:path w="6619875" h="300038">
                  <a:moveTo>
                    <a:pt x="109538" y="0"/>
                  </a:moveTo>
                  <a:lnTo>
                    <a:pt x="6510338" y="0"/>
                  </a:lnTo>
                  <a:cubicBezTo>
                    <a:pt x="6570833" y="0"/>
                    <a:pt x="6619875" y="49042"/>
                    <a:pt x="6619875" y="109538"/>
                  </a:cubicBezTo>
                  <a:lnTo>
                    <a:pt x="6619875" y="300038"/>
                  </a:lnTo>
                  <a:lnTo>
                    <a:pt x="0" y="300038"/>
                  </a:lnTo>
                  <a:lnTo>
                    <a:pt x="0" y="109538"/>
                  </a:lnTo>
                  <a:cubicBezTo>
                    <a:pt x="0" y="49042"/>
                    <a:pt x="49042" y="0"/>
                    <a:pt x="109538" y="0"/>
                  </a:cubicBezTo>
                  <a:close/>
                </a:path>
              </a:pathLst>
            </a:custGeom>
            <a:solidFill>
              <a:srgbClr val="E7EDF0"/>
            </a:solidFill>
            <a:ln w="0">
              <a:noFill/>
              <a:prstDash val="solid"/>
            </a:ln>
          </p:spPr>
        </p:sp>
        <p:sp>
          <p:nvSpPr>
            <p:cNvPr id="10014" name="TMTM title">
              <a:extLst>
                <a:ext uri="{FF2B5EF4-FFF2-40B4-BE49-F238E27FC236}">
                  <ns2:creationId id="{693F3D01-F75A-4B6F-917C-B0FE477BC685}"/>
                </a:ext>
              </a:extLst>
            </p:cNvPr>
            <p:cNvSpPr>
              <a:spLocks noGrp="1"/>
            </p:cNvSpPr>
            <p:nvPr/>
          </p:nvSpPr>
          <p:spPr>
            <a:xfrm>
              <a:off x="2571750" y="123825"/>
              <a:ext cx="6362700" cy="238125"/>
            </a:xfrm>
            <a:prstGeom prst="rect">
              <a:avLst/>
            </a:prstGeom>
            <a:noFill/>
            <a:ln w="0">
              <a:noFill/>
            </a:ln>
          </p:spPr>
          <p:txBody>
            <a:bodyPr wrap="none" lIns="0" tIns="0" rIns="0" bIns="0" anchor="ctr"/>
            <a:lstStyle>
              <a:defPPr algn="l">
                <a:defRPr sz="2100" b="1">
                  <a:solidFill>
                    <a:srgbClr val="000000"/>
                  </a:solidFill>
                  <a:latin typeface="Arial"/>
                  <a:ea typeface="Arial"/>
                  <a:cs typeface="Arial"/>
                </a:defRPr>
              </a:defPPr>
              <a:lvl1pPr algn="l">
                <a:defRPr sz="2100" b="1">
                  <a:solidFill>
                    <a:srgbClr val="000000"/>
                  </a:solidFill>
                  <a:latin typeface="Arial"/>
                  <a:ea typeface="Arial"/>
                  <a:cs typeface="Arial"/>
                </a:defRPr>
              </a:lvl1pPr>
              <a:lvl2pPr algn="l">
                <a:defRPr sz="2100" b="1">
                  <a:solidFill>
                    <a:srgbClr val="000000"/>
                  </a:solidFill>
                  <a:latin typeface="Arial"/>
                  <a:ea typeface="Arial"/>
                  <a:cs typeface="Arial"/>
                </a:defRPr>
              </a:lvl2pPr>
              <a:lvl3pPr algn="l">
                <a:defRPr sz="2100" b="1">
                  <a:solidFill>
                    <a:srgbClr val="000000"/>
                  </a:solidFill>
                  <a:latin typeface="Arial"/>
                  <a:ea typeface="Arial"/>
                  <a:cs typeface="Arial"/>
                </a:defRPr>
              </a:lvl3pPr>
              <a:lvl4pPr algn="l">
                <a:defRPr sz="2100" b="1">
                  <a:solidFill>
                    <a:srgbClr val="000000"/>
                  </a:solidFill>
                  <a:latin typeface="Arial"/>
                  <a:ea typeface="Arial"/>
                  <a:cs typeface="Arial"/>
                </a:defRPr>
              </a:lvl4pPr>
              <a:lvl5pPr algn="l">
                <a:defRPr sz="2100" b="1">
                  <a:solidFill>
                    <a:srgbClr val="000000"/>
                  </a:solidFill>
                  <a:latin typeface="Arial"/>
                  <a:ea typeface="Arial"/>
                  <a:cs typeface="Arial"/>
                </a:defRPr>
              </a:lvl5pPr>
              <a:lvl6pPr algn="l">
                <a:defRPr sz="2100" b="1">
                  <a:solidFill>
                    <a:srgbClr val="000000"/>
                  </a:solidFill>
                  <a:latin typeface="Arial"/>
                  <a:ea typeface="Arial"/>
                  <a:cs typeface="Arial"/>
                </a:defRPr>
              </a:lvl6pPr>
              <a:lvl7pPr algn="l">
                <a:defRPr sz="2100" b="1">
                  <a:solidFill>
                    <a:srgbClr val="000000"/>
                  </a:solidFill>
                  <a:latin typeface="Arial"/>
                  <a:ea typeface="Arial"/>
                  <a:cs typeface="Arial"/>
                </a:defRPr>
              </a:lvl7pPr>
              <a:lvl8pPr algn="l">
                <a:defRPr sz="2100" b="1">
                  <a:solidFill>
                    <a:srgbClr val="000000"/>
                  </a:solidFill>
                  <a:latin typeface="Arial"/>
                  <a:ea typeface="Arial"/>
                  <a:cs typeface="Arial"/>
                </a:defRPr>
              </a:lvl8pPr>
              <a:lvl9pPr algn="l">
                <a:defRPr sz="2100" b="1">
                  <a:solidFill>
                    <a:srgbClr val="000000"/>
                  </a:solidFill>
                  <a:latin typeface="Arial"/>
                  <a:ea typeface="Arial"/>
                  <a:cs typeface="Arial"/>
                </a:defRPr>
              </a:lvl9pPr>
            </a:lstStyle>
            <a:p>
              <a:pPr algn="l">
                <a:defRPr sz="2100" b="1">
                  <a:solidFill>
                    <a:srgbClr val="000000"/>
                  </a:solidFill>
                  <a:latin typeface="Arial"/>
                  <a:ea typeface="Arial"/>
                  <a:cs typeface="Arial"/>
                </a:defRPr>
              </a:pPr>
              <a:r>
                <a:rPr sz="2100" b="1">
                  <a:solidFill>
                    <a:srgbClr val="000000"/>
                  </a:solidFill>
                  <a:latin typeface="Arial"/>
                  <a:ea typeface="Arial"/>
                  <a:cs typeface="Arial"/>
                </a:rPr>
                <a:t>(a) TMTM</a:t>
              </a:r>
            </a:p>
          </p:txBody>
        </p:sp>
        <p:sp>
          <p:nvSpPr>
            <p:cNvPr id="10015" name="ST-MTM frame">
              <a:extLst>
                <a:ext uri="{FF2B5EF4-FFF2-40B4-BE49-F238E27FC236}">
                  <ns2:creationId id="{8C4E1A91-2C6B-4538-BA97-DD859A7965FF}"/>
                </a:ext>
              </a:extLst>
            </p:cNvPr>
            <p:cNvSpPr>
              <a:spLocks noGrp="1"/>
            </p:cNvSpPr>
            <p:nvPr/>
          </p:nvSpPr>
          <p:spPr>
            <a:xfrm>
              <a:off x="2438400" y="2000250"/>
              <a:ext cx="6629400" cy="1924050"/>
            </a:xfrm>
            <a:custGeom>
              <a:pathLst>
                <a:path w="6629400" h="1924050">
                  <a:moveTo>
                    <a:pt x="114300" y="0"/>
                  </a:moveTo>
                  <a:lnTo>
                    <a:pt x="6515100" y="0"/>
                  </a:lnTo>
                  <a:cubicBezTo>
                    <a:pt x="6578226" y="0"/>
                    <a:pt x="6629400" y="51174"/>
                    <a:pt x="6629400" y="114300"/>
                  </a:cubicBezTo>
                  <a:lnTo>
                    <a:pt x="6629400" y="1809750"/>
                  </a:lnTo>
                  <a:cubicBezTo>
                    <a:pt x="6629400" y="1872876"/>
                    <a:pt x="6578226" y="1924050"/>
                    <a:pt x="6515100" y="1924050"/>
                  </a:cubicBezTo>
                  <a:lnTo>
                    <a:pt x="114300" y="1924050"/>
                  </a:lnTo>
                  <a:cubicBezTo>
                    <a:pt x="51174" y="1924050"/>
                    <a:pt x="0" y="1872876"/>
                    <a:pt x="0" y="1809750"/>
                  </a:cubicBezTo>
                  <a:lnTo>
                    <a:pt x="0" y="114300"/>
                  </a:lnTo>
                  <a:cubicBezTo>
                    <a:pt x="0" y="51174"/>
                    <a:pt x="51174" y="0"/>
                    <a:pt x="114300" y="0"/>
                  </a:cubicBezTo>
                  <a:close/>
                </a:path>
              </a:pathLst>
            </a:custGeom>
            <a:solidFill>
              <a:srgbClr val="FFFFFF"/>
            </a:solidFill>
            <a:ln w="13335">
              <a:solidFill>
                <a:srgbClr val="DFE4E8"/>
              </a:solidFill>
              <a:prstDash val="solid"/>
            </a:ln>
          </p:spPr>
        </p:sp>
        <p:sp>
          <p:nvSpPr>
            <p:cNvPr id="10016" name="ST-MTM header">
              <a:extLst>
                <a:ext uri="{FF2B5EF4-FFF2-40B4-BE49-F238E27FC236}">
                  <ns2:creationId id="{27898425-1CDB-4E70-9805-22A5E888F93E}"/>
                </a:ext>
              </a:extLst>
            </p:cNvPr>
            <p:cNvSpPr>
              <a:spLocks noGrp="1"/>
            </p:cNvSpPr>
            <p:nvPr/>
          </p:nvSpPr>
          <p:spPr>
            <a:xfrm>
              <a:off x="2443163" y="2005013"/>
              <a:ext cx="6619875" cy="300038"/>
            </a:xfrm>
            <a:custGeom>
              <a:pathLst>
                <a:path w="6619875" h="300038">
                  <a:moveTo>
                    <a:pt x="109538" y="0"/>
                  </a:moveTo>
                  <a:lnTo>
                    <a:pt x="6510338" y="0"/>
                  </a:lnTo>
                  <a:cubicBezTo>
                    <a:pt x="6570833" y="0"/>
                    <a:pt x="6619875" y="49042"/>
                    <a:pt x="6619875" y="109538"/>
                  </a:cubicBezTo>
                  <a:lnTo>
                    <a:pt x="6619875" y="300038"/>
                  </a:lnTo>
                  <a:lnTo>
                    <a:pt x="0" y="300038"/>
                  </a:lnTo>
                  <a:lnTo>
                    <a:pt x="0" y="109538"/>
                  </a:lnTo>
                  <a:cubicBezTo>
                    <a:pt x="0" y="49042"/>
                    <a:pt x="49042" y="0"/>
                    <a:pt x="109538" y="0"/>
                  </a:cubicBezTo>
                  <a:close/>
                </a:path>
              </a:pathLst>
            </a:custGeom>
            <a:solidFill>
              <a:srgbClr val="E7EDF0"/>
            </a:solidFill>
            <a:ln w="0">
              <a:noFill/>
              <a:prstDash val="solid"/>
            </a:ln>
          </p:spPr>
        </p:sp>
        <p:sp>
          <p:nvSpPr>
            <p:cNvPr id="10017" name="ST-MTM title">
              <a:extLst>
                <a:ext uri="{FF2B5EF4-FFF2-40B4-BE49-F238E27FC236}">
                  <ns2:creationId id="{9BC084DD-0346-4BC4-9AA8-96304B8A82C8}"/>
                </a:ext>
              </a:extLst>
            </p:cNvPr>
            <p:cNvSpPr>
              <a:spLocks noGrp="1"/>
            </p:cNvSpPr>
            <p:nvPr/>
          </p:nvSpPr>
          <p:spPr>
            <a:xfrm>
              <a:off x="2571750" y="2047875"/>
              <a:ext cx="6362700" cy="238125"/>
            </a:xfrm>
            <a:prstGeom prst="rect">
              <a:avLst/>
            </a:prstGeom>
            <a:noFill/>
            <a:ln w="0">
              <a:noFill/>
            </a:ln>
          </p:spPr>
          <p:txBody>
            <a:bodyPr wrap="none" lIns="0" tIns="0" rIns="0" bIns="0" anchor="ctr"/>
            <a:lstStyle>
              <a:defPPr algn="l">
                <a:defRPr sz="2100" b="1">
                  <a:solidFill>
                    <a:srgbClr val="000000"/>
                  </a:solidFill>
                  <a:latin typeface="Arial"/>
                  <a:ea typeface="Arial"/>
                  <a:cs typeface="Arial"/>
                </a:defRPr>
              </a:defPPr>
              <a:lvl1pPr algn="l">
                <a:defRPr sz="2100" b="1">
                  <a:solidFill>
                    <a:srgbClr val="000000"/>
                  </a:solidFill>
                  <a:latin typeface="Arial"/>
                  <a:ea typeface="Arial"/>
                  <a:cs typeface="Arial"/>
                </a:defRPr>
              </a:lvl1pPr>
              <a:lvl2pPr algn="l">
                <a:defRPr sz="2100" b="1">
                  <a:solidFill>
                    <a:srgbClr val="000000"/>
                  </a:solidFill>
                  <a:latin typeface="Arial"/>
                  <a:ea typeface="Arial"/>
                  <a:cs typeface="Arial"/>
                </a:defRPr>
              </a:lvl2pPr>
              <a:lvl3pPr algn="l">
                <a:defRPr sz="2100" b="1">
                  <a:solidFill>
                    <a:srgbClr val="000000"/>
                  </a:solidFill>
                  <a:latin typeface="Arial"/>
                  <a:ea typeface="Arial"/>
                  <a:cs typeface="Arial"/>
                </a:defRPr>
              </a:lvl3pPr>
              <a:lvl4pPr algn="l">
                <a:defRPr sz="2100" b="1">
                  <a:solidFill>
                    <a:srgbClr val="000000"/>
                  </a:solidFill>
                  <a:latin typeface="Arial"/>
                  <a:ea typeface="Arial"/>
                  <a:cs typeface="Arial"/>
                </a:defRPr>
              </a:lvl4pPr>
              <a:lvl5pPr algn="l">
                <a:defRPr sz="2100" b="1">
                  <a:solidFill>
                    <a:srgbClr val="000000"/>
                  </a:solidFill>
                  <a:latin typeface="Arial"/>
                  <a:ea typeface="Arial"/>
                  <a:cs typeface="Arial"/>
                </a:defRPr>
              </a:lvl5pPr>
              <a:lvl6pPr algn="l">
                <a:defRPr sz="2100" b="1">
                  <a:solidFill>
                    <a:srgbClr val="000000"/>
                  </a:solidFill>
                  <a:latin typeface="Arial"/>
                  <a:ea typeface="Arial"/>
                  <a:cs typeface="Arial"/>
                </a:defRPr>
              </a:lvl6pPr>
              <a:lvl7pPr algn="l">
                <a:defRPr sz="2100" b="1">
                  <a:solidFill>
                    <a:srgbClr val="000000"/>
                  </a:solidFill>
                  <a:latin typeface="Arial"/>
                  <a:ea typeface="Arial"/>
                  <a:cs typeface="Arial"/>
                </a:defRPr>
              </a:lvl7pPr>
              <a:lvl8pPr algn="l">
                <a:defRPr sz="2100" b="1">
                  <a:solidFill>
                    <a:srgbClr val="000000"/>
                  </a:solidFill>
                  <a:latin typeface="Arial"/>
                  <a:ea typeface="Arial"/>
                  <a:cs typeface="Arial"/>
                </a:defRPr>
              </a:lvl8pPr>
              <a:lvl9pPr algn="l">
                <a:defRPr sz="2100" b="1">
                  <a:solidFill>
                    <a:srgbClr val="000000"/>
                  </a:solidFill>
                  <a:latin typeface="Arial"/>
                  <a:ea typeface="Arial"/>
                  <a:cs typeface="Arial"/>
                </a:defRPr>
              </a:lvl9pPr>
            </a:lstStyle>
            <a:p>
              <a:pPr algn="l">
                <a:defRPr sz="2100" b="1">
                  <a:solidFill>
                    <a:srgbClr val="000000"/>
                  </a:solidFill>
                  <a:latin typeface="Arial"/>
                  <a:ea typeface="Arial"/>
                  <a:cs typeface="Arial"/>
                </a:defRPr>
              </a:pPr>
              <a:r>
                <a:rPr sz="2100" b="1">
                  <a:solidFill>
                    <a:srgbClr val="000000"/>
                  </a:solidFill>
                  <a:latin typeface="Arial"/>
                  <a:ea typeface="Arial"/>
                  <a:cs typeface="Arial"/>
                </a:rPr>
                <a:t>(b) ST-MTM</a:t>
              </a:r>
            </a:p>
          </p:txBody>
        </p:sp>
        <p:sp>
          <p:nvSpPr>
            <p:cNvPr id="10018" name="Single-step linearization frame">
              <a:extLst>
                <a:ext uri="{FF2B5EF4-FFF2-40B4-BE49-F238E27FC236}">
                  <ns2:creationId id="{0B4BD75F-8DEB-406B-ABB4-D3D0FA1D288A}"/>
                </a:ext>
              </a:extLst>
            </p:cNvPr>
            <p:cNvSpPr>
              <a:spLocks noGrp="1"/>
            </p:cNvSpPr>
            <p:nvPr/>
          </p:nvSpPr>
          <p:spPr>
            <a:xfrm>
              <a:off x="2533650" y="457200"/>
              <a:ext cx="2952750" cy="1352550"/>
            </a:xfrm>
            <a:custGeom>
              <a:pathLst>
                <a:path w="2952750" h="1352550">
                  <a:moveTo>
                    <a:pt x="114300" y="0"/>
                  </a:moveTo>
                  <a:lnTo>
                    <a:pt x="2838450" y="0"/>
                  </a:lnTo>
                  <a:cubicBezTo>
                    <a:pt x="2901576" y="0"/>
                    <a:pt x="2952750" y="51174"/>
                    <a:pt x="2952750" y="114300"/>
                  </a:cubicBezTo>
                  <a:lnTo>
                    <a:pt x="2952750" y="1238250"/>
                  </a:lnTo>
                  <a:cubicBezTo>
                    <a:pt x="2952750" y="1301376"/>
                    <a:pt x="2901576" y="1352550"/>
                    <a:pt x="2838450" y="1352550"/>
                  </a:cubicBezTo>
                  <a:lnTo>
                    <a:pt x="114300" y="1352550"/>
                  </a:lnTo>
                  <a:cubicBezTo>
                    <a:pt x="51174" y="1352550"/>
                    <a:pt x="0" y="1301376"/>
                    <a:pt x="0" y="1238250"/>
                  </a:cubicBezTo>
                  <a:lnTo>
                    <a:pt x="0" y="114300"/>
                  </a:lnTo>
                  <a:cubicBezTo>
                    <a:pt x="0" y="51174"/>
                    <a:pt x="51174" y="0"/>
                    <a:pt x="114300" y="0"/>
                  </a:cubicBezTo>
                  <a:close/>
                </a:path>
              </a:pathLst>
            </a:custGeom>
            <a:solidFill>
              <a:srgbClr val="F7F9FA"/>
            </a:solidFill>
            <a:ln w="12002">
              <a:solidFill>
                <a:srgbClr val="DFE4E8"/>
              </a:solidFill>
              <a:prstDash val="solid"/>
            </a:ln>
          </p:spPr>
        </p:sp>
        <p:sp>
          <p:nvSpPr>
            <p:cNvPr id="10019" name="Single-step linearization title">
              <a:extLst>
                <a:ext uri="{FF2B5EF4-FFF2-40B4-BE49-F238E27FC236}">
                  <ns2:creationId id="{9BD3F39B-3496-4F0D-891C-0E20809B618A}"/>
                </a:ext>
              </a:extLst>
            </p:cNvPr>
            <p:cNvSpPr>
              <a:spLocks noGrp="1"/>
            </p:cNvSpPr>
            <p:nvPr/>
          </p:nvSpPr>
          <p:spPr>
            <a:xfrm>
              <a:off x="2600325" y="514350"/>
              <a:ext cx="2819400" cy="257175"/>
            </a:xfrm>
            <a:prstGeom prst="rect">
              <a:avLst/>
            </a:prstGeom>
            <a:noFill/>
            <a:ln w="0">
              <a:noFill/>
            </a:ln>
          </p:spPr>
          <p:txBody>
            <a:bodyPr wrap="none" lIns="0" tIns="0" rIns="0" bIns="0" anchor="ctr"/>
            <a:lstStyle>
              <a:defPPr algn="ctr">
                <a:defRPr sz="1680" b="1">
                  <a:solidFill>
                    <a:srgbClr val="000000"/>
                  </a:solidFill>
                  <a:latin typeface="Arial"/>
                  <a:ea typeface="Arial"/>
                  <a:cs typeface="Arial"/>
                </a:defRPr>
              </a:defPPr>
              <a:lvl1pPr algn="ctr">
                <a:defRPr sz="1680" b="1">
                  <a:solidFill>
                    <a:srgbClr val="000000"/>
                  </a:solidFill>
                  <a:latin typeface="Arial"/>
                  <a:ea typeface="Arial"/>
                  <a:cs typeface="Arial"/>
                </a:defRPr>
              </a:lvl1pPr>
              <a:lvl2pPr algn="ctr">
                <a:defRPr sz="1680" b="1">
                  <a:solidFill>
                    <a:srgbClr val="000000"/>
                  </a:solidFill>
                  <a:latin typeface="Arial"/>
                  <a:ea typeface="Arial"/>
                  <a:cs typeface="Arial"/>
                </a:defRPr>
              </a:lvl2pPr>
              <a:lvl3pPr algn="ctr">
                <a:defRPr sz="1680" b="1">
                  <a:solidFill>
                    <a:srgbClr val="000000"/>
                  </a:solidFill>
                  <a:latin typeface="Arial"/>
                  <a:ea typeface="Arial"/>
                  <a:cs typeface="Arial"/>
                </a:defRPr>
              </a:lvl3pPr>
              <a:lvl4pPr algn="ctr">
                <a:defRPr sz="1680" b="1">
                  <a:solidFill>
                    <a:srgbClr val="000000"/>
                  </a:solidFill>
                  <a:latin typeface="Arial"/>
                  <a:ea typeface="Arial"/>
                  <a:cs typeface="Arial"/>
                </a:defRPr>
              </a:lvl4pPr>
              <a:lvl5pPr algn="ctr">
                <a:defRPr sz="1680" b="1">
                  <a:solidFill>
                    <a:srgbClr val="000000"/>
                  </a:solidFill>
                  <a:latin typeface="Arial"/>
                  <a:ea typeface="Arial"/>
                  <a:cs typeface="Arial"/>
                </a:defRPr>
              </a:lvl5pPr>
              <a:lvl6pPr algn="ctr">
                <a:defRPr sz="1680" b="1">
                  <a:solidFill>
                    <a:srgbClr val="000000"/>
                  </a:solidFill>
                  <a:latin typeface="Arial"/>
                  <a:ea typeface="Arial"/>
                  <a:cs typeface="Arial"/>
                </a:defRPr>
              </a:lvl6pPr>
              <a:lvl7pPr algn="ctr">
                <a:defRPr sz="1680" b="1">
                  <a:solidFill>
                    <a:srgbClr val="000000"/>
                  </a:solidFill>
                  <a:latin typeface="Arial"/>
                  <a:ea typeface="Arial"/>
                  <a:cs typeface="Arial"/>
                </a:defRPr>
              </a:lvl7pPr>
              <a:lvl8pPr algn="ctr">
                <a:defRPr sz="1680" b="1">
                  <a:solidFill>
                    <a:srgbClr val="000000"/>
                  </a:solidFill>
                  <a:latin typeface="Arial"/>
                  <a:ea typeface="Arial"/>
                  <a:cs typeface="Arial"/>
                </a:defRPr>
              </a:lvl8pPr>
              <a:lvl9pPr algn="ctr">
                <a:defRPr sz="1680" b="1">
                  <a:solidFill>
                    <a:srgbClr val="000000"/>
                  </a:solidFill>
                  <a:latin typeface="Arial"/>
                  <a:ea typeface="Arial"/>
                  <a:cs typeface="Arial"/>
                </a:defRPr>
              </a:lvl9pPr>
            </a:lstStyle>
            <a:p>
              <a:pPr algn="ctr">
                <a:defRPr sz="1680" b="1">
                  <a:solidFill>
                    <a:srgbClr val="000000"/>
                  </a:solidFill>
                  <a:latin typeface="Arial"/>
                  <a:ea typeface="Arial"/>
                  <a:cs typeface="Arial"/>
                </a:defRPr>
              </a:pPr>
              <a:r>
                <a:rPr sz="1680" b="1">
                  <a:solidFill>
                    <a:srgbClr val="000000"/>
                  </a:solidFill>
                  <a:latin typeface="Arial"/>
                  <a:ea typeface="Arial"/>
                  <a:cs typeface="Arial"/>
                </a:rPr>
                <a:t>Single-step linearization</a:t>
              </a:r>
            </a:p>
          </p:txBody>
        </p:sp>
        <p:sp>
          <p:nvSpPr>
            <p:cNvPr id="10020" name="Temporal alignment frame">
              <a:extLst>
                <a:ext uri="{FF2B5EF4-FFF2-40B4-BE49-F238E27FC236}">
                  <ns2:creationId id="{27672AFD-68D6-4B73-832D-8399E37F2A28}"/>
                </a:ext>
              </a:extLst>
            </p:cNvPr>
            <p:cNvSpPr>
              <a:spLocks noGrp="1"/>
            </p:cNvSpPr>
            <p:nvPr/>
          </p:nvSpPr>
          <p:spPr>
            <a:xfrm>
              <a:off x="5657850" y="457200"/>
              <a:ext cx="3314700" cy="1352550"/>
            </a:xfrm>
            <a:custGeom>
              <a:pathLst>
                <a:path w="3314700" h="1352550">
                  <a:moveTo>
                    <a:pt x="114300" y="0"/>
                  </a:moveTo>
                  <a:lnTo>
                    <a:pt x="3200400" y="0"/>
                  </a:lnTo>
                  <a:cubicBezTo>
                    <a:pt x="3263526" y="0"/>
                    <a:pt x="3314700" y="51174"/>
                    <a:pt x="3314700" y="114300"/>
                  </a:cubicBezTo>
                  <a:lnTo>
                    <a:pt x="3314700" y="1238250"/>
                  </a:lnTo>
                  <a:cubicBezTo>
                    <a:pt x="3314700" y="1301376"/>
                    <a:pt x="3263526" y="1352550"/>
                    <a:pt x="3200400" y="1352550"/>
                  </a:cubicBezTo>
                  <a:lnTo>
                    <a:pt x="114300" y="1352550"/>
                  </a:lnTo>
                  <a:cubicBezTo>
                    <a:pt x="51174" y="1352550"/>
                    <a:pt x="0" y="1301376"/>
                    <a:pt x="0" y="1238250"/>
                  </a:cubicBezTo>
                  <a:lnTo>
                    <a:pt x="0" y="114300"/>
                  </a:lnTo>
                  <a:cubicBezTo>
                    <a:pt x="0" y="51174"/>
                    <a:pt x="51174" y="0"/>
                    <a:pt x="114300" y="0"/>
                  </a:cubicBezTo>
                  <a:close/>
                </a:path>
              </a:pathLst>
            </a:custGeom>
            <a:solidFill>
              <a:srgbClr val="F7F9FA"/>
            </a:solidFill>
            <a:ln w="12002">
              <a:solidFill>
                <a:srgbClr val="DFE4E8"/>
              </a:solidFill>
              <a:prstDash val="solid"/>
            </a:ln>
          </p:spPr>
        </p:sp>
        <p:sp>
          <p:nvSpPr>
            <p:cNvPr id="10021" name="Temporal alignment title">
              <a:extLst>
                <a:ext uri="{FF2B5EF4-FFF2-40B4-BE49-F238E27FC236}">
                  <ns2:creationId id="{74F0B590-D52D-4C0B-A41F-92D0BEEEF5BE}"/>
                </a:ext>
              </a:extLst>
            </p:cNvPr>
            <p:cNvSpPr>
              <a:spLocks noGrp="1"/>
            </p:cNvSpPr>
            <p:nvPr/>
          </p:nvSpPr>
          <p:spPr>
            <a:xfrm>
              <a:off x="5724525" y="514350"/>
              <a:ext cx="3181350" cy="257175"/>
            </a:xfrm>
            <a:prstGeom prst="rect">
              <a:avLst/>
            </a:prstGeom>
            <a:noFill/>
            <a:ln w="0">
              <a:noFill/>
            </a:ln>
          </p:spPr>
          <p:txBody>
            <a:bodyPr wrap="none" lIns="0" tIns="0" rIns="0" bIns="0" anchor="ctr"/>
            <a:lstStyle>
              <a:defPPr algn="ctr">
                <a:defRPr sz="1680" b="1">
                  <a:solidFill>
                    <a:srgbClr val="000000"/>
                  </a:solidFill>
                  <a:latin typeface="Arial"/>
                  <a:ea typeface="Arial"/>
                  <a:cs typeface="Arial"/>
                </a:defRPr>
              </a:defPPr>
              <a:lvl1pPr algn="ctr">
                <a:defRPr sz="1680" b="1">
                  <a:solidFill>
                    <a:srgbClr val="000000"/>
                  </a:solidFill>
                  <a:latin typeface="Arial"/>
                  <a:ea typeface="Arial"/>
                  <a:cs typeface="Arial"/>
                </a:defRPr>
              </a:lvl1pPr>
              <a:lvl2pPr algn="ctr">
                <a:defRPr sz="1680" b="1">
                  <a:solidFill>
                    <a:srgbClr val="000000"/>
                  </a:solidFill>
                  <a:latin typeface="Arial"/>
                  <a:ea typeface="Arial"/>
                  <a:cs typeface="Arial"/>
                </a:defRPr>
              </a:lvl2pPr>
              <a:lvl3pPr algn="ctr">
                <a:defRPr sz="1680" b="1">
                  <a:solidFill>
                    <a:srgbClr val="000000"/>
                  </a:solidFill>
                  <a:latin typeface="Arial"/>
                  <a:ea typeface="Arial"/>
                  <a:cs typeface="Arial"/>
                </a:defRPr>
              </a:lvl3pPr>
              <a:lvl4pPr algn="ctr">
                <a:defRPr sz="1680" b="1">
                  <a:solidFill>
                    <a:srgbClr val="000000"/>
                  </a:solidFill>
                  <a:latin typeface="Arial"/>
                  <a:ea typeface="Arial"/>
                  <a:cs typeface="Arial"/>
                </a:defRPr>
              </a:lvl4pPr>
              <a:lvl5pPr algn="ctr">
                <a:defRPr sz="1680" b="1">
                  <a:solidFill>
                    <a:srgbClr val="000000"/>
                  </a:solidFill>
                  <a:latin typeface="Arial"/>
                  <a:ea typeface="Arial"/>
                  <a:cs typeface="Arial"/>
                </a:defRPr>
              </a:lvl5pPr>
              <a:lvl6pPr algn="ctr">
                <a:defRPr sz="1680" b="1">
                  <a:solidFill>
                    <a:srgbClr val="000000"/>
                  </a:solidFill>
                  <a:latin typeface="Arial"/>
                  <a:ea typeface="Arial"/>
                  <a:cs typeface="Arial"/>
                </a:defRPr>
              </a:lvl6pPr>
              <a:lvl7pPr algn="ctr">
                <a:defRPr sz="1680" b="1">
                  <a:solidFill>
                    <a:srgbClr val="000000"/>
                  </a:solidFill>
                  <a:latin typeface="Arial"/>
                  <a:ea typeface="Arial"/>
                  <a:cs typeface="Arial"/>
                </a:defRPr>
              </a:lvl7pPr>
              <a:lvl8pPr algn="ctr">
                <a:defRPr sz="1680" b="1">
                  <a:solidFill>
                    <a:srgbClr val="000000"/>
                  </a:solidFill>
                  <a:latin typeface="Arial"/>
                  <a:ea typeface="Arial"/>
                  <a:cs typeface="Arial"/>
                </a:defRPr>
              </a:lvl8pPr>
              <a:lvl9pPr algn="ctr">
                <a:defRPr sz="1680" b="1">
                  <a:solidFill>
                    <a:srgbClr val="000000"/>
                  </a:solidFill>
                  <a:latin typeface="Arial"/>
                  <a:ea typeface="Arial"/>
                  <a:cs typeface="Arial"/>
                </a:defRPr>
              </a:lvl9pPr>
            </a:lstStyle>
            <a:p>
              <a:pPr algn="ctr">
                <a:defRPr sz="1680" b="1">
                  <a:solidFill>
                    <a:srgbClr val="000000"/>
                  </a:solidFill>
                  <a:latin typeface="Arial"/>
                  <a:ea typeface="Arial"/>
                  <a:cs typeface="Arial"/>
                </a:defRPr>
              </a:pPr>
              <a:r>
                <a:rPr sz="1680" b="1">
                  <a:solidFill>
                    <a:srgbClr val="000000"/>
                  </a:solidFill>
                  <a:latin typeface="Arial"/>
                  <a:ea typeface="Arial"/>
                  <a:cs typeface="Arial"/>
                </a:rPr>
                <a:t>Temporal alignment</a:t>
              </a:r>
            </a:p>
          </p:txBody>
        </p:sp>
        <p:sp>
          <p:nvSpPr>
            <p:cNvPr id="10022" name="Spatial leaf ordering frame">
              <a:extLst>
                <a:ext uri="{FF2B5EF4-FFF2-40B4-BE49-F238E27FC236}">
                  <ns2:creationId id="{5BB942DC-BA82-41C2-B68C-0B1144A82AE4}"/>
                </a:ext>
              </a:extLst>
            </p:cNvPr>
            <p:cNvSpPr>
              <a:spLocks noGrp="1"/>
            </p:cNvSpPr>
            <p:nvPr/>
          </p:nvSpPr>
          <p:spPr>
            <a:xfrm>
              <a:off x="2533650" y="2381250"/>
              <a:ext cx="1390650" cy="1466850"/>
            </a:xfrm>
            <a:custGeom>
              <a:pathLst>
                <a:path w="1390650" h="1466850">
                  <a:moveTo>
                    <a:pt x="114300" y="0"/>
                  </a:moveTo>
                  <a:lnTo>
                    <a:pt x="1276350" y="0"/>
                  </a:lnTo>
                  <a:cubicBezTo>
                    <a:pt x="1339476" y="0"/>
                    <a:pt x="1390650" y="51174"/>
                    <a:pt x="1390650" y="114300"/>
                  </a:cubicBezTo>
                  <a:lnTo>
                    <a:pt x="1390650" y="1352550"/>
                  </a:lnTo>
                  <a:cubicBezTo>
                    <a:pt x="1390650" y="1415676"/>
                    <a:pt x="1339476" y="1466850"/>
                    <a:pt x="1276350" y="1466850"/>
                  </a:cubicBezTo>
                  <a:lnTo>
                    <a:pt x="114300" y="1466850"/>
                  </a:lnTo>
                  <a:cubicBezTo>
                    <a:pt x="51174" y="1466850"/>
                    <a:pt x="0" y="1415676"/>
                    <a:pt x="0" y="1352550"/>
                  </a:cubicBezTo>
                  <a:lnTo>
                    <a:pt x="0" y="114300"/>
                  </a:lnTo>
                  <a:cubicBezTo>
                    <a:pt x="0" y="51174"/>
                    <a:pt x="51174" y="0"/>
                    <a:pt x="114300" y="0"/>
                  </a:cubicBezTo>
                  <a:close/>
                </a:path>
              </a:pathLst>
            </a:custGeom>
            <a:solidFill>
              <a:srgbClr val="F7F9FA"/>
            </a:solidFill>
            <a:ln w="12002">
              <a:solidFill>
                <a:srgbClr val="DFE4E8"/>
              </a:solidFill>
              <a:prstDash val="solid"/>
            </a:ln>
          </p:spPr>
        </p:sp>
        <p:sp>
          <p:nvSpPr>
            <p:cNvPr id="10023" name="Spatial leaf ordering title">
              <a:extLst>
                <a:ext uri="{FF2B5EF4-FFF2-40B4-BE49-F238E27FC236}">
                  <ns2:creationId id="{AC2AD192-45B8-4B7A-B42E-7E60FD82DF0D}"/>
                </a:ext>
              </a:extLst>
            </p:cNvPr>
            <p:cNvSpPr>
              <a:spLocks noGrp="1"/>
            </p:cNvSpPr>
            <p:nvPr/>
          </p:nvSpPr>
          <p:spPr>
            <a:xfrm>
              <a:off x="2600325" y="2438400"/>
              <a:ext cx="1257300" cy="342900"/>
            </a:xfrm>
            <a:prstGeom prst="rect">
              <a:avLst/>
            </a:prstGeom>
            <a:noFill/>
            <a:ln w="0">
              <a:noFill/>
            </a:ln>
          </p:spPr>
          <p:txBody>
            <a:bodyPr wrap="none" lIns="0" tIns="0" rIns="0" bIns="0" anchor="ctr"/>
            <a:lstStyle>
              <a:defPPr algn="ctr">
                <a:defRPr sz="1680" b="1">
                  <a:solidFill>
                    <a:srgbClr val="000000"/>
                  </a:solidFill>
                  <a:latin typeface="Arial"/>
                  <a:ea typeface="Arial"/>
                  <a:cs typeface="Arial"/>
                </a:defRPr>
              </a:defPPr>
              <a:lvl1pPr algn="ctr">
                <a:defRPr sz="1680" b="1">
                  <a:solidFill>
                    <a:srgbClr val="000000"/>
                  </a:solidFill>
                  <a:latin typeface="Arial"/>
                  <a:ea typeface="Arial"/>
                  <a:cs typeface="Arial"/>
                </a:defRPr>
              </a:lvl1pPr>
              <a:lvl2pPr algn="ctr">
                <a:defRPr sz="1680" b="1">
                  <a:solidFill>
                    <a:srgbClr val="000000"/>
                  </a:solidFill>
                  <a:latin typeface="Arial"/>
                  <a:ea typeface="Arial"/>
                  <a:cs typeface="Arial"/>
                </a:defRPr>
              </a:lvl2pPr>
              <a:lvl3pPr algn="ctr">
                <a:defRPr sz="1680" b="1">
                  <a:solidFill>
                    <a:srgbClr val="000000"/>
                  </a:solidFill>
                  <a:latin typeface="Arial"/>
                  <a:ea typeface="Arial"/>
                  <a:cs typeface="Arial"/>
                </a:defRPr>
              </a:lvl3pPr>
              <a:lvl4pPr algn="ctr">
                <a:defRPr sz="1680" b="1">
                  <a:solidFill>
                    <a:srgbClr val="000000"/>
                  </a:solidFill>
                  <a:latin typeface="Arial"/>
                  <a:ea typeface="Arial"/>
                  <a:cs typeface="Arial"/>
                </a:defRPr>
              </a:lvl4pPr>
              <a:lvl5pPr algn="ctr">
                <a:defRPr sz="1680" b="1">
                  <a:solidFill>
                    <a:srgbClr val="000000"/>
                  </a:solidFill>
                  <a:latin typeface="Arial"/>
                  <a:ea typeface="Arial"/>
                  <a:cs typeface="Arial"/>
                </a:defRPr>
              </a:lvl5pPr>
              <a:lvl6pPr algn="ctr">
                <a:defRPr sz="1680" b="1">
                  <a:solidFill>
                    <a:srgbClr val="000000"/>
                  </a:solidFill>
                  <a:latin typeface="Arial"/>
                  <a:ea typeface="Arial"/>
                  <a:cs typeface="Arial"/>
                </a:defRPr>
              </a:lvl6pPr>
              <a:lvl7pPr algn="ctr">
                <a:defRPr sz="1680" b="1">
                  <a:solidFill>
                    <a:srgbClr val="000000"/>
                  </a:solidFill>
                  <a:latin typeface="Arial"/>
                  <a:ea typeface="Arial"/>
                  <a:cs typeface="Arial"/>
                </a:defRPr>
              </a:lvl7pPr>
              <a:lvl8pPr algn="ctr">
                <a:defRPr sz="1680" b="1">
                  <a:solidFill>
                    <a:srgbClr val="000000"/>
                  </a:solidFill>
                  <a:latin typeface="Arial"/>
                  <a:ea typeface="Arial"/>
                  <a:cs typeface="Arial"/>
                </a:defRPr>
              </a:lvl8pPr>
              <a:lvl9pPr algn="ctr">
                <a:defRPr sz="1680" b="1">
                  <a:solidFill>
                    <a:srgbClr val="000000"/>
                  </a:solidFill>
                  <a:latin typeface="Arial"/>
                  <a:ea typeface="Arial"/>
                  <a:cs typeface="Arial"/>
                </a:defRPr>
              </a:lvl9pPr>
            </a:lstStyle>
            <a:p>
              <a:pPr algn="ctr">
                <a:defRPr sz="1680" b="1">
                  <a:solidFill>
                    <a:srgbClr val="000000"/>
                  </a:solidFill>
                  <a:latin typeface="Arial"/>
                  <a:ea typeface="Arial"/>
                  <a:cs typeface="Arial"/>
                </a:defRPr>
              </a:pPr>
              <a:r>
                <a:rPr sz="1680" b="1">
                  <a:solidFill>
                    <a:srgbClr val="000000"/>
                  </a:solidFill>
                  <a:latin typeface="Arial"/>
                  <a:ea typeface="Arial"/>
                  <a:cs typeface="Arial"/>
                </a:rPr>
                <a:t>Spatial leaf</a:t>
              </a:r>
            </a:p>
            <a:p>
              <a:pPr algn="ctr">
                <a:defRPr sz="1680" b="1">
                  <a:solidFill>
                    <a:srgbClr val="000000"/>
                  </a:solidFill>
                  <a:latin typeface="Arial"/>
                  <a:ea typeface="Arial"/>
                  <a:cs typeface="Arial"/>
                </a:defRPr>
              </a:pPr>
              <a:r>
                <a:rPr sz="1680" b="1">
                  <a:solidFill>
                    <a:srgbClr val="000000"/>
                  </a:solidFill>
                  <a:latin typeface="Arial"/>
                  <a:ea typeface="Arial"/>
                  <a:cs typeface="Arial"/>
                </a:rPr>
                <a:t>ordering</a:t>
              </a:r>
            </a:p>
          </p:txBody>
        </p:sp>
        <p:sp>
          <p:nvSpPr>
            <p:cNvPr id="10024" name="1D skeleton frame">
              <a:extLst>
                <a:ext uri="{FF2B5EF4-FFF2-40B4-BE49-F238E27FC236}">
                  <ns2:creationId id="{1C75E27D-6B5A-4596-BFD6-8FE02037DAFA}"/>
                </a:ext>
              </a:extLst>
            </p:cNvPr>
            <p:cNvSpPr>
              <a:spLocks noGrp="1"/>
            </p:cNvSpPr>
            <p:nvPr/>
          </p:nvSpPr>
          <p:spPr>
            <a:xfrm>
              <a:off x="4038600" y="2381250"/>
              <a:ext cx="1390650" cy="1466850"/>
            </a:xfrm>
            <a:custGeom>
              <a:pathLst>
                <a:path w="1390650" h="1466850">
                  <a:moveTo>
                    <a:pt x="114300" y="0"/>
                  </a:moveTo>
                  <a:lnTo>
                    <a:pt x="1276350" y="0"/>
                  </a:lnTo>
                  <a:cubicBezTo>
                    <a:pt x="1339476" y="0"/>
                    <a:pt x="1390650" y="51174"/>
                    <a:pt x="1390650" y="114300"/>
                  </a:cubicBezTo>
                  <a:lnTo>
                    <a:pt x="1390650" y="1352550"/>
                  </a:lnTo>
                  <a:cubicBezTo>
                    <a:pt x="1390650" y="1415676"/>
                    <a:pt x="1339476" y="1466850"/>
                    <a:pt x="1276350" y="1466850"/>
                  </a:cubicBezTo>
                  <a:lnTo>
                    <a:pt x="114300" y="1466850"/>
                  </a:lnTo>
                  <a:cubicBezTo>
                    <a:pt x="51174" y="1466850"/>
                    <a:pt x="0" y="1415676"/>
                    <a:pt x="0" y="1352550"/>
                  </a:cubicBezTo>
                  <a:lnTo>
                    <a:pt x="0" y="114300"/>
                  </a:lnTo>
                  <a:cubicBezTo>
                    <a:pt x="0" y="51174"/>
                    <a:pt x="51174" y="0"/>
                    <a:pt x="114300" y="0"/>
                  </a:cubicBezTo>
                  <a:close/>
                </a:path>
              </a:pathLst>
            </a:custGeom>
            <a:solidFill>
              <a:srgbClr val="F7F9FA"/>
            </a:solidFill>
            <a:ln w="12002">
              <a:solidFill>
                <a:srgbClr val="DFE4E8"/>
              </a:solidFill>
              <a:prstDash val="solid"/>
            </a:ln>
          </p:spPr>
        </p:sp>
        <p:sp>
          <p:nvSpPr>
            <p:cNvPr id="10025" name="1D skeleton title">
              <a:extLst>
                <a:ext uri="{FF2B5EF4-FFF2-40B4-BE49-F238E27FC236}">
                  <ns2:creationId id="{3DB9743D-4405-4B6C-BB83-B4E08B1553D3}"/>
                </a:ext>
              </a:extLst>
            </p:cNvPr>
            <p:cNvSpPr>
              <a:spLocks noGrp="1"/>
            </p:cNvSpPr>
            <p:nvPr/>
          </p:nvSpPr>
          <p:spPr>
            <a:xfrm>
              <a:off x="4105275" y="2438400"/>
              <a:ext cx="1257300" cy="257175"/>
            </a:xfrm>
            <a:prstGeom prst="rect">
              <a:avLst/>
            </a:prstGeom>
            <a:noFill/>
            <a:ln w="0">
              <a:noFill/>
            </a:ln>
          </p:spPr>
          <p:txBody>
            <a:bodyPr wrap="none" lIns="0" tIns="0" rIns="0" bIns="0" anchor="ctr"/>
            <a:lstStyle>
              <a:defPPr algn="ctr">
                <a:defRPr sz="1680" b="1">
                  <a:solidFill>
                    <a:srgbClr val="000000"/>
                  </a:solidFill>
                  <a:latin typeface="Arial"/>
                  <a:ea typeface="Arial"/>
                  <a:cs typeface="Arial"/>
                </a:defRPr>
              </a:defPPr>
              <a:lvl1pPr algn="ctr">
                <a:defRPr sz="1680" b="1">
                  <a:solidFill>
                    <a:srgbClr val="000000"/>
                  </a:solidFill>
                  <a:latin typeface="Arial"/>
                  <a:ea typeface="Arial"/>
                  <a:cs typeface="Arial"/>
                </a:defRPr>
              </a:lvl1pPr>
              <a:lvl2pPr algn="ctr">
                <a:defRPr sz="1680" b="1">
                  <a:solidFill>
                    <a:srgbClr val="000000"/>
                  </a:solidFill>
                  <a:latin typeface="Arial"/>
                  <a:ea typeface="Arial"/>
                  <a:cs typeface="Arial"/>
                </a:defRPr>
              </a:lvl2pPr>
              <a:lvl3pPr algn="ctr">
                <a:defRPr sz="1680" b="1">
                  <a:solidFill>
                    <a:srgbClr val="000000"/>
                  </a:solidFill>
                  <a:latin typeface="Arial"/>
                  <a:ea typeface="Arial"/>
                  <a:cs typeface="Arial"/>
                </a:defRPr>
              </a:lvl3pPr>
              <a:lvl4pPr algn="ctr">
                <a:defRPr sz="1680" b="1">
                  <a:solidFill>
                    <a:srgbClr val="000000"/>
                  </a:solidFill>
                  <a:latin typeface="Arial"/>
                  <a:ea typeface="Arial"/>
                  <a:cs typeface="Arial"/>
                </a:defRPr>
              </a:lvl4pPr>
              <a:lvl5pPr algn="ctr">
                <a:defRPr sz="1680" b="1">
                  <a:solidFill>
                    <a:srgbClr val="000000"/>
                  </a:solidFill>
                  <a:latin typeface="Arial"/>
                  <a:ea typeface="Arial"/>
                  <a:cs typeface="Arial"/>
                </a:defRPr>
              </a:lvl5pPr>
              <a:lvl6pPr algn="ctr">
                <a:defRPr sz="1680" b="1">
                  <a:solidFill>
                    <a:srgbClr val="000000"/>
                  </a:solidFill>
                  <a:latin typeface="Arial"/>
                  <a:ea typeface="Arial"/>
                  <a:cs typeface="Arial"/>
                </a:defRPr>
              </a:lvl6pPr>
              <a:lvl7pPr algn="ctr">
                <a:defRPr sz="1680" b="1">
                  <a:solidFill>
                    <a:srgbClr val="000000"/>
                  </a:solidFill>
                  <a:latin typeface="Arial"/>
                  <a:ea typeface="Arial"/>
                  <a:cs typeface="Arial"/>
                </a:defRPr>
              </a:lvl7pPr>
              <a:lvl8pPr algn="ctr">
                <a:defRPr sz="1680" b="1">
                  <a:solidFill>
                    <a:srgbClr val="000000"/>
                  </a:solidFill>
                  <a:latin typeface="Arial"/>
                  <a:ea typeface="Arial"/>
                  <a:cs typeface="Arial"/>
                </a:defRPr>
              </a:lvl8pPr>
              <a:lvl9pPr algn="ctr">
                <a:defRPr sz="1680" b="1">
                  <a:solidFill>
                    <a:srgbClr val="000000"/>
                  </a:solidFill>
                  <a:latin typeface="Arial"/>
                  <a:ea typeface="Arial"/>
                  <a:cs typeface="Arial"/>
                </a:defRPr>
              </a:lvl9pPr>
            </a:lstStyle>
            <a:p>
              <a:pPr algn="ctr">
                <a:defRPr sz="1680" b="1">
                  <a:solidFill>
                    <a:srgbClr val="000000"/>
                  </a:solidFill>
                  <a:latin typeface="Arial"/>
                  <a:ea typeface="Arial"/>
                  <a:cs typeface="Arial"/>
                </a:defRPr>
              </a:pPr>
              <a:r>
                <a:rPr sz="1680" b="1">
                  <a:solidFill>
                    <a:srgbClr val="000000"/>
                  </a:solidFill>
                  <a:latin typeface="Arial"/>
                  <a:ea typeface="Arial"/>
                  <a:cs typeface="Arial"/>
                </a:rPr>
                <a:t>1D skeleton</a:t>
              </a:r>
            </a:p>
          </p:txBody>
        </p:sp>
        <p:sp>
          <p:nvSpPr>
            <p:cNvPr id="10026" name="Hierarchical filling frame">
              <a:extLst>
                <a:ext uri="{FF2B5EF4-FFF2-40B4-BE49-F238E27FC236}">
                  <ns2:creationId id="{F3847F38-C75F-49E3-BF53-5FFA4F18507A}"/>
                </a:ext>
              </a:extLst>
            </p:cNvPr>
            <p:cNvSpPr>
              <a:spLocks noGrp="1"/>
            </p:cNvSpPr>
            <p:nvPr/>
          </p:nvSpPr>
          <p:spPr>
            <a:xfrm>
              <a:off x="5543550" y="2381250"/>
              <a:ext cx="1752600" cy="1466850"/>
            </a:xfrm>
            <a:custGeom>
              <a:pathLst>
                <a:path w="1752600" h="1466850">
                  <a:moveTo>
                    <a:pt x="114300" y="0"/>
                  </a:moveTo>
                  <a:lnTo>
                    <a:pt x="1638300" y="0"/>
                  </a:lnTo>
                  <a:cubicBezTo>
                    <a:pt x="1701426" y="0"/>
                    <a:pt x="1752600" y="51174"/>
                    <a:pt x="1752600" y="114300"/>
                  </a:cubicBezTo>
                  <a:lnTo>
                    <a:pt x="1752600" y="1352550"/>
                  </a:lnTo>
                  <a:cubicBezTo>
                    <a:pt x="1752600" y="1415676"/>
                    <a:pt x="1701426" y="1466850"/>
                    <a:pt x="1638300" y="1466850"/>
                  </a:cubicBezTo>
                  <a:lnTo>
                    <a:pt x="114300" y="1466850"/>
                  </a:lnTo>
                  <a:cubicBezTo>
                    <a:pt x="51174" y="1466850"/>
                    <a:pt x="0" y="1415676"/>
                    <a:pt x="0" y="1352550"/>
                  </a:cubicBezTo>
                  <a:lnTo>
                    <a:pt x="0" y="114300"/>
                  </a:lnTo>
                  <a:cubicBezTo>
                    <a:pt x="0" y="51174"/>
                    <a:pt x="51174" y="0"/>
                    <a:pt x="114300" y="0"/>
                  </a:cubicBezTo>
                  <a:close/>
                </a:path>
              </a:pathLst>
            </a:custGeom>
            <a:solidFill>
              <a:srgbClr val="F7F9FA"/>
            </a:solidFill>
            <a:ln w="12002">
              <a:solidFill>
                <a:srgbClr val="DFE4E8"/>
              </a:solidFill>
              <a:prstDash val="solid"/>
            </a:ln>
          </p:spPr>
        </p:sp>
        <p:sp>
          <p:nvSpPr>
            <p:cNvPr id="10027" name="Hierarchical filling title">
              <a:extLst>
                <a:ext uri="{FF2B5EF4-FFF2-40B4-BE49-F238E27FC236}">
                  <ns2:creationId id="{684E8F21-C5F4-4C40-8A06-CC7488CCDD5C}"/>
                </a:ext>
              </a:extLst>
            </p:cNvPr>
            <p:cNvSpPr>
              <a:spLocks noGrp="1"/>
            </p:cNvSpPr>
            <p:nvPr/>
          </p:nvSpPr>
          <p:spPr>
            <a:xfrm>
              <a:off x="5610225" y="2438400"/>
              <a:ext cx="1619250" cy="257175"/>
            </a:xfrm>
            <a:prstGeom prst="rect">
              <a:avLst/>
            </a:prstGeom>
            <a:noFill/>
            <a:ln w="0">
              <a:noFill/>
            </a:ln>
          </p:spPr>
          <p:txBody>
            <a:bodyPr wrap="none" lIns="0" tIns="0" rIns="0" bIns="0" anchor="ctr"/>
            <a:lstStyle>
              <a:defPPr algn="ctr">
                <a:defRPr sz="1680" b="1">
                  <a:solidFill>
                    <a:srgbClr val="000000"/>
                  </a:solidFill>
                  <a:latin typeface="Arial"/>
                  <a:ea typeface="Arial"/>
                  <a:cs typeface="Arial"/>
                </a:defRPr>
              </a:defPPr>
              <a:lvl1pPr algn="ctr">
                <a:defRPr sz="1680" b="1">
                  <a:solidFill>
                    <a:srgbClr val="000000"/>
                  </a:solidFill>
                  <a:latin typeface="Arial"/>
                  <a:ea typeface="Arial"/>
                  <a:cs typeface="Arial"/>
                </a:defRPr>
              </a:lvl1pPr>
              <a:lvl2pPr algn="ctr">
                <a:defRPr sz="1680" b="1">
                  <a:solidFill>
                    <a:srgbClr val="000000"/>
                  </a:solidFill>
                  <a:latin typeface="Arial"/>
                  <a:ea typeface="Arial"/>
                  <a:cs typeface="Arial"/>
                </a:defRPr>
              </a:lvl2pPr>
              <a:lvl3pPr algn="ctr">
                <a:defRPr sz="1680" b="1">
                  <a:solidFill>
                    <a:srgbClr val="000000"/>
                  </a:solidFill>
                  <a:latin typeface="Arial"/>
                  <a:ea typeface="Arial"/>
                  <a:cs typeface="Arial"/>
                </a:defRPr>
              </a:lvl3pPr>
              <a:lvl4pPr algn="ctr">
                <a:defRPr sz="1680" b="1">
                  <a:solidFill>
                    <a:srgbClr val="000000"/>
                  </a:solidFill>
                  <a:latin typeface="Arial"/>
                  <a:ea typeface="Arial"/>
                  <a:cs typeface="Arial"/>
                </a:defRPr>
              </a:lvl4pPr>
              <a:lvl5pPr algn="ctr">
                <a:defRPr sz="1680" b="1">
                  <a:solidFill>
                    <a:srgbClr val="000000"/>
                  </a:solidFill>
                  <a:latin typeface="Arial"/>
                  <a:ea typeface="Arial"/>
                  <a:cs typeface="Arial"/>
                </a:defRPr>
              </a:lvl5pPr>
              <a:lvl6pPr algn="ctr">
                <a:defRPr sz="1680" b="1">
                  <a:solidFill>
                    <a:srgbClr val="000000"/>
                  </a:solidFill>
                  <a:latin typeface="Arial"/>
                  <a:ea typeface="Arial"/>
                  <a:cs typeface="Arial"/>
                </a:defRPr>
              </a:lvl6pPr>
              <a:lvl7pPr algn="ctr">
                <a:defRPr sz="1680" b="1">
                  <a:solidFill>
                    <a:srgbClr val="000000"/>
                  </a:solidFill>
                  <a:latin typeface="Arial"/>
                  <a:ea typeface="Arial"/>
                  <a:cs typeface="Arial"/>
                </a:defRPr>
              </a:lvl7pPr>
              <a:lvl8pPr algn="ctr">
                <a:defRPr sz="1680" b="1">
                  <a:solidFill>
                    <a:srgbClr val="000000"/>
                  </a:solidFill>
                  <a:latin typeface="Arial"/>
                  <a:ea typeface="Arial"/>
                  <a:cs typeface="Arial"/>
                </a:defRPr>
              </a:lvl8pPr>
              <a:lvl9pPr algn="ctr">
                <a:defRPr sz="1680" b="1">
                  <a:solidFill>
                    <a:srgbClr val="000000"/>
                  </a:solidFill>
                  <a:latin typeface="Arial"/>
                  <a:ea typeface="Arial"/>
                  <a:cs typeface="Arial"/>
                </a:defRPr>
              </a:lvl9pPr>
            </a:lstStyle>
            <a:p>
              <a:pPr algn="ctr">
                <a:defRPr sz="1680" b="1">
                  <a:solidFill>
                    <a:srgbClr val="000000"/>
                  </a:solidFill>
                  <a:latin typeface="Arial"/>
                  <a:ea typeface="Arial"/>
                  <a:cs typeface="Arial"/>
                </a:defRPr>
              </a:pPr>
              <a:r>
                <a:rPr sz="1680" b="1">
                  <a:solidFill>
                    <a:srgbClr val="000000"/>
                  </a:solidFill>
                  <a:latin typeface="Arial"/>
                  <a:ea typeface="Arial"/>
                  <a:cs typeface="Arial"/>
                </a:rPr>
                <a:t>Hierarchical filling</a:t>
              </a:r>
            </a:p>
          </p:txBody>
        </p:sp>
        <p:sp>
          <p:nvSpPr>
            <p:cNvPr id="10028" name="Spatiotemporal map frame">
              <a:extLst>
                <a:ext uri="{FF2B5EF4-FFF2-40B4-BE49-F238E27FC236}">
                  <ns2:creationId id="{3264F0F5-1277-4AF9-9B62-987DA69C0187}"/>
                </a:ext>
              </a:extLst>
            </p:cNvPr>
            <p:cNvSpPr>
              <a:spLocks noGrp="1"/>
            </p:cNvSpPr>
            <p:nvPr/>
          </p:nvSpPr>
          <p:spPr>
            <a:xfrm>
              <a:off x="7410450" y="2381250"/>
              <a:ext cx="1562100" cy="1466850"/>
            </a:xfrm>
            <a:custGeom>
              <a:pathLst>
                <a:path w="1562100" h="1466850">
                  <a:moveTo>
                    <a:pt x="114300" y="0"/>
                  </a:moveTo>
                  <a:lnTo>
                    <a:pt x="1447800" y="0"/>
                  </a:lnTo>
                  <a:cubicBezTo>
                    <a:pt x="1510926" y="0"/>
                    <a:pt x="1562100" y="51174"/>
                    <a:pt x="1562100" y="114300"/>
                  </a:cubicBezTo>
                  <a:lnTo>
                    <a:pt x="1562100" y="1352550"/>
                  </a:lnTo>
                  <a:cubicBezTo>
                    <a:pt x="1562100" y="1415676"/>
                    <a:pt x="1510926" y="1466850"/>
                    <a:pt x="1447800" y="1466850"/>
                  </a:cubicBezTo>
                  <a:lnTo>
                    <a:pt x="114300" y="1466850"/>
                  </a:lnTo>
                  <a:cubicBezTo>
                    <a:pt x="51174" y="1466850"/>
                    <a:pt x="0" y="1415676"/>
                    <a:pt x="0" y="1352550"/>
                  </a:cubicBezTo>
                  <a:lnTo>
                    <a:pt x="0" y="114300"/>
                  </a:lnTo>
                  <a:cubicBezTo>
                    <a:pt x="0" y="51174"/>
                    <a:pt x="51174" y="0"/>
                    <a:pt x="114300" y="0"/>
                  </a:cubicBezTo>
                  <a:close/>
                </a:path>
              </a:pathLst>
            </a:custGeom>
            <a:solidFill>
              <a:srgbClr val="F7F9FA"/>
            </a:solidFill>
            <a:ln w="12002">
              <a:solidFill>
                <a:srgbClr val="DFE4E8"/>
              </a:solidFill>
              <a:prstDash val="solid"/>
            </a:ln>
          </p:spPr>
        </p:sp>
        <p:sp>
          <p:nvSpPr>
            <p:cNvPr id="10029" name="Spatiotemporal map title">
              <a:extLst>
                <a:ext uri="{FF2B5EF4-FFF2-40B4-BE49-F238E27FC236}">
                  <ns2:creationId id="{5CC607D7-66E1-4DDD-ADE1-6C7D2C4AA9D8}"/>
                </a:ext>
              </a:extLst>
            </p:cNvPr>
            <p:cNvSpPr>
              <a:spLocks noGrp="1"/>
            </p:cNvSpPr>
            <p:nvPr/>
          </p:nvSpPr>
          <p:spPr>
            <a:xfrm>
              <a:off x="7477125" y="2438400"/>
              <a:ext cx="1428750" cy="342900"/>
            </a:xfrm>
            <a:prstGeom prst="rect">
              <a:avLst/>
            </a:prstGeom>
            <a:noFill/>
            <a:ln w="0">
              <a:noFill/>
            </a:ln>
          </p:spPr>
          <p:txBody>
            <a:bodyPr wrap="none" lIns="0" tIns="0" rIns="0" bIns="0" anchor="ctr"/>
            <a:lstStyle>
              <a:defPPr algn="ctr">
                <a:defRPr sz="1680" b="1">
                  <a:solidFill>
                    <a:srgbClr val="000000"/>
                  </a:solidFill>
                  <a:latin typeface="Arial"/>
                  <a:ea typeface="Arial"/>
                  <a:cs typeface="Arial"/>
                </a:defRPr>
              </a:defPPr>
              <a:lvl1pPr algn="ctr">
                <a:defRPr sz="1680" b="1">
                  <a:solidFill>
                    <a:srgbClr val="000000"/>
                  </a:solidFill>
                  <a:latin typeface="Arial"/>
                  <a:ea typeface="Arial"/>
                  <a:cs typeface="Arial"/>
                </a:defRPr>
              </a:lvl1pPr>
              <a:lvl2pPr algn="ctr">
                <a:defRPr sz="1680" b="1">
                  <a:solidFill>
                    <a:srgbClr val="000000"/>
                  </a:solidFill>
                  <a:latin typeface="Arial"/>
                  <a:ea typeface="Arial"/>
                  <a:cs typeface="Arial"/>
                </a:defRPr>
              </a:lvl2pPr>
              <a:lvl3pPr algn="ctr">
                <a:defRPr sz="1680" b="1">
                  <a:solidFill>
                    <a:srgbClr val="000000"/>
                  </a:solidFill>
                  <a:latin typeface="Arial"/>
                  <a:ea typeface="Arial"/>
                  <a:cs typeface="Arial"/>
                </a:defRPr>
              </a:lvl3pPr>
              <a:lvl4pPr algn="ctr">
                <a:defRPr sz="1680" b="1">
                  <a:solidFill>
                    <a:srgbClr val="000000"/>
                  </a:solidFill>
                  <a:latin typeface="Arial"/>
                  <a:ea typeface="Arial"/>
                  <a:cs typeface="Arial"/>
                </a:defRPr>
              </a:lvl4pPr>
              <a:lvl5pPr algn="ctr">
                <a:defRPr sz="1680" b="1">
                  <a:solidFill>
                    <a:srgbClr val="000000"/>
                  </a:solidFill>
                  <a:latin typeface="Arial"/>
                  <a:ea typeface="Arial"/>
                  <a:cs typeface="Arial"/>
                </a:defRPr>
              </a:lvl5pPr>
              <a:lvl6pPr algn="ctr">
                <a:defRPr sz="1680" b="1">
                  <a:solidFill>
                    <a:srgbClr val="000000"/>
                  </a:solidFill>
                  <a:latin typeface="Arial"/>
                  <a:ea typeface="Arial"/>
                  <a:cs typeface="Arial"/>
                </a:defRPr>
              </a:lvl6pPr>
              <a:lvl7pPr algn="ctr">
                <a:defRPr sz="1680" b="1">
                  <a:solidFill>
                    <a:srgbClr val="000000"/>
                  </a:solidFill>
                  <a:latin typeface="Arial"/>
                  <a:ea typeface="Arial"/>
                  <a:cs typeface="Arial"/>
                </a:defRPr>
              </a:lvl7pPr>
              <a:lvl8pPr algn="ctr">
                <a:defRPr sz="1680" b="1">
                  <a:solidFill>
                    <a:srgbClr val="000000"/>
                  </a:solidFill>
                  <a:latin typeface="Arial"/>
                  <a:ea typeface="Arial"/>
                  <a:cs typeface="Arial"/>
                </a:defRPr>
              </a:lvl8pPr>
              <a:lvl9pPr algn="ctr">
                <a:defRPr sz="1680" b="1">
                  <a:solidFill>
                    <a:srgbClr val="000000"/>
                  </a:solidFill>
                  <a:latin typeface="Arial"/>
                  <a:ea typeface="Arial"/>
                  <a:cs typeface="Arial"/>
                </a:defRPr>
              </a:lvl9pPr>
            </a:lstStyle>
            <a:p>
              <a:pPr algn="ctr">
                <a:defRPr sz="1680" b="1">
                  <a:solidFill>
                    <a:srgbClr val="000000"/>
                  </a:solidFill>
                  <a:latin typeface="Arial"/>
                  <a:ea typeface="Arial"/>
                  <a:cs typeface="Arial"/>
                </a:defRPr>
              </a:pPr>
              <a:r>
                <a:rPr sz="1680" b="1">
                  <a:solidFill>
                    <a:srgbClr val="000000"/>
                  </a:solidFill>
                  <a:latin typeface="Arial"/>
                  <a:ea typeface="Arial"/>
                  <a:cs typeface="Arial"/>
                </a:rPr>
                <a:t>Spatiotemporal</a:t>
              </a:r>
            </a:p>
            <a:p>
              <a:pPr algn="ctr">
                <a:defRPr sz="1680" b="1">
                  <a:solidFill>
                    <a:srgbClr val="000000"/>
                  </a:solidFill>
                  <a:latin typeface="Arial"/>
                  <a:ea typeface="Arial"/>
                  <a:cs typeface="Arial"/>
                </a:defRPr>
              </a:pPr>
              <a:r>
                <a:rPr sz="1680" b="1">
                  <a:solidFill>
                    <a:srgbClr val="000000"/>
                  </a:solidFill>
                  <a:latin typeface="Arial"/>
                  <a:ea typeface="Arial"/>
                  <a:cs typeface="Arial"/>
                </a:rPr>
                <a:t>map</a:t>
              </a:r>
            </a:p>
          </p:txBody>
        </p:sp>
        <p:sp>
          <p:nvSpPr>
            <p:cNvPr id="10030" name="Shared topology output">
              <a:extLst>
                <a:ext uri="{FF2B5EF4-FFF2-40B4-BE49-F238E27FC236}">
                  <ns2:creationId id="{2C51F7E8-6AB0-4D90-9974-D4F3D571B1EF}"/>
                </a:ext>
              </a:extLst>
            </p:cNvPr>
            <p:cNvSpPr>
              <a:spLocks noGrp="1"/>
            </p:cNvSpPr>
            <p:nvPr/>
          </p:nvSpPr>
          <p:spPr>
            <a:xfrm>
              <a:off x="2152650" y="981075"/>
              <a:ext cx="142875" cy="2276475"/>
            </a:xfrm>
            <a:custGeom>
              <a:pathLst>
                <a:path w="142875" h="2276475">
                  <a:moveTo>
                    <a:pt x="0" y="2276475"/>
                  </a:moveTo>
                  <a:lnTo>
                    <a:pt x="142875" y="2276475"/>
                  </a:lnTo>
                  <a:lnTo>
                    <a:pt x="142875" y="0"/>
                  </a:lnTo>
                </a:path>
              </a:pathLst>
            </a:custGeom>
            <a:noFill/>
            <a:ln w="20003">
              <a:solidFill>
                <a:srgbClr val="7B8790"/>
              </a:solidFill>
              <a:prstDash val="solid"/>
            </a:ln>
          </p:spPr>
        </p:sp>
        <p:sp>
          <p:nvSpPr>
            <p:cNvPr id="10031" name="To TMTM stem">
              <a:extLst>
                <a:ext uri="{FF2B5EF4-FFF2-40B4-BE49-F238E27FC236}">
                  <ns2:creationId id="{EA36A074-6DF5-407F-A35B-FB4B4EBF6BD8}"/>
                </a:ext>
              </a:extLst>
            </p:cNvPr>
            <p:cNvSpPr>
              <a:spLocks noGrp="1"/>
            </p:cNvSpPr>
            <p:nvPr/>
          </p:nvSpPr>
          <p:spPr>
            <a:xfrm>
              <a:off x="2295525" y="981075"/>
              <a:ext cx="85725" cy="95"/>
            </a:xfrm>
            <a:custGeom>
              <a:pathLst>
                <a:path w="85725" h="95">
                  <a:moveTo>
                    <a:pt x="0" y="0"/>
                  </a:moveTo>
                  <a:lnTo>
                    <a:pt x="85725" y="0"/>
                  </a:lnTo>
                </a:path>
              </a:pathLst>
            </a:custGeom>
            <a:noFill/>
            <a:ln w="20003">
              <a:solidFill>
                <a:srgbClr val="7B8790"/>
              </a:solidFill>
              <a:prstDash val="solid"/>
            </a:ln>
          </p:spPr>
        </p:sp>
        <p:sp>
          <p:nvSpPr>
            <p:cNvPr id="10032" name="To TMTM tip">
              <a:extLst>
                <a:ext uri="{FF2B5EF4-FFF2-40B4-BE49-F238E27FC236}">
                  <ns2:creationId id="{854263C9-DC4C-4101-8487-FCD7A614C31F}"/>
                </a:ext>
              </a:extLst>
            </p:cNvPr>
            <p:cNvSpPr>
              <a:spLocks noGrp="1"/>
            </p:cNvSpPr>
            <p:nvPr/>
          </p:nvSpPr>
          <p:spPr>
            <a:xfrm>
              <a:off x="2371725" y="947738"/>
              <a:ext cx="57150" cy="66675"/>
            </a:xfrm>
            <a:custGeom>
              <a:pathLst>
                <a:path w="57150" h="66675">
                  <a:moveTo>
                    <a:pt x="0" y="0"/>
                  </a:moveTo>
                  <a:lnTo>
                    <a:pt x="57150" y="33338"/>
                  </a:lnTo>
                  <a:lnTo>
                    <a:pt x="0" y="66675"/>
                  </a:lnTo>
                  <a:close/>
                </a:path>
              </a:pathLst>
            </a:custGeom>
            <a:solidFill>
              <a:srgbClr val="7B8790"/>
            </a:solidFill>
            <a:ln w="0">
              <a:noFill/>
              <a:prstDash val="solid"/>
            </a:ln>
          </p:spPr>
        </p:sp>
        <p:sp>
          <p:nvSpPr>
            <p:cNvPr id="10033" name="To ST-MTM stem">
              <a:extLst>
                <a:ext uri="{FF2B5EF4-FFF2-40B4-BE49-F238E27FC236}">
                  <ns2:creationId id="{5ADDE1FD-E388-4202-AE77-A219D71522E7}"/>
                </a:ext>
              </a:extLst>
            </p:cNvPr>
            <p:cNvSpPr>
              <a:spLocks noGrp="1"/>
            </p:cNvSpPr>
            <p:nvPr/>
          </p:nvSpPr>
          <p:spPr>
            <a:xfrm>
              <a:off x="2295525" y="3162300"/>
              <a:ext cx="85725" cy="95"/>
            </a:xfrm>
            <a:custGeom>
              <a:pathLst>
                <a:path w="85725" h="95">
                  <a:moveTo>
                    <a:pt x="0" y="0"/>
                  </a:moveTo>
                  <a:lnTo>
                    <a:pt x="85725" y="0"/>
                  </a:lnTo>
                </a:path>
              </a:pathLst>
            </a:custGeom>
            <a:noFill/>
            <a:ln w="20003">
              <a:solidFill>
                <a:srgbClr val="7B8790"/>
              </a:solidFill>
              <a:prstDash val="solid"/>
            </a:ln>
          </p:spPr>
        </p:sp>
        <p:sp>
          <p:nvSpPr>
            <p:cNvPr id="10034" name="To ST-MTM tip">
              <a:extLst>
                <a:ext uri="{FF2B5EF4-FFF2-40B4-BE49-F238E27FC236}">
                  <ns2:creationId id="{14FEA76C-15C2-4901-AAC3-BEADA807F705}"/>
                </a:ext>
              </a:extLst>
            </p:cNvPr>
            <p:cNvSpPr>
              <a:spLocks noGrp="1"/>
            </p:cNvSpPr>
            <p:nvPr/>
          </p:nvSpPr>
          <p:spPr>
            <a:xfrm>
              <a:off x="2371725" y="3128963"/>
              <a:ext cx="57150" cy="66675"/>
            </a:xfrm>
            <a:custGeom>
              <a:pathLst>
                <a:path w="57150" h="66675">
                  <a:moveTo>
                    <a:pt x="0" y="0"/>
                  </a:moveTo>
                  <a:lnTo>
                    <a:pt x="57150" y="33338"/>
                  </a:lnTo>
                  <a:lnTo>
                    <a:pt x="0" y="66675"/>
                  </a:lnTo>
                  <a:close/>
                </a:path>
              </a:pathLst>
            </a:custGeom>
            <a:solidFill>
              <a:srgbClr val="7B8790"/>
            </a:solidFill>
            <a:ln w="0">
              <a:noFill/>
              <a:prstDash val="solid"/>
            </a:ln>
          </p:spPr>
        </p:sp>
        <p:sp>
          <p:nvSpPr>
            <p:cNvPr id="10035" name="TMTM step arrow stem">
              <a:extLst>
                <a:ext uri="{FF2B5EF4-FFF2-40B4-BE49-F238E27FC236}">
                  <ns2:creationId id="{E6EFD3E1-B8CA-4F10-A1E6-DD923DBBF62D}"/>
                </a:ext>
              </a:extLst>
            </p:cNvPr>
            <p:cNvSpPr>
              <a:spLocks noGrp="1"/>
            </p:cNvSpPr>
            <p:nvPr/>
          </p:nvSpPr>
          <p:spPr>
            <a:xfrm>
              <a:off x="5505450" y="1133475"/>
              <a:ext cx="85725" cy="95"/>
            </a:xfrm>
            <a:custGeom>
              <a:pathLst>
                <a:path w="85725" h="95">
                  <a:moveTo>
                    <a:pt x="0" y="0"/>
                  </a:moveTo>
                  <a:lnTo>
                    <a:pt x="85725" y="0"/>
                  </a:lnTo>
                </a:path>
              </a:pathLst>
            </a:custGeom>
            <a:noFill/>
            <a:ln w="20003">
              <a:solidFill>
                <a:srgbClr val="7B8790"/>
              </a:solidFill>
              <a:prstDash val="solid"/>
            </a:ln>
          </p:spPr>
        </p:sp>
        <p:sp>
          <p:nvSpPr>
            <p:cNvPr id="10036" name="TMTM step arrow tip">
              <a:extLst>
                <a:ext uri="{FF2B5EF4-FFF2-40B4-BE49-F238E27FC236}">
                  <ns2:creationId id="{4309376B-FED3-4287-A2A4-1BE19DE7CDEF}"/>
                </a:ext>
              </a:extLst>
            </p:cNvPr>
            <p:cNvSpPr>
              <a:spLocks noGrp="1"/>
            </p:cNvSpPr>
            <p:nvPr/>
          </p:nvSpPr>
          <p:spPr>
            <a:xfrm>
              <a:off x="5581650" y="1100138"/>
              <a:ext cx="57150" cy="66675"/>
            </a:xfrm>
            <a:custGeom>
              <a:pathLst>
                <a:path w="57150" h="66675">
                  <a:moveTo>
                    <a:pt x="0" y="0"/>
                  </a:moveTo>
                  <a:lnTo>
                    <a:pt x="57150" y="33338"/>
                  </a:lnTo>
                  <a:lnTo>
                    <a:pt x="0" y="66675"/>
                  </a:lnTo>
                  <a:close/>
                </a:path>
              </a:pathLst>
            </a:custGeom>
            <a:solidFill>
              <a:srgbClr val="7B8790"/>
            </a:solidFill>
            <a:ln w="0">
              <a:noFill/>
              <a:prstDash val="solid"/>
            </a:ln>
          </p:spPr>
        </p:sp>
        <p:sp>
          <p:nvSpPr>
            <p:cNvPr id="10037" name="ST-MTM arrow 1 stem">
              <a:extLst>
                <a:ext uri="{FF2B5EF4-FFF2-40B4-BE49-F238E27FC236}">
                  <ns2:creationId id="{B59D96CD-8DBC-4D2C-A8CE-A9F3274D6EAB}"/>
                </a:ext>
              </a:extLst>
            </p:cNvPr>
            <p:cNvSpPr>
              <a:spLocks noGrp="1"/>
            </p:cNvSpPr>
            <p:nvPr/>
          </p:nvSpPr>
          <p:spPr>
            <a:xfrm>
              <a:off x="3933825" y="3238500"/>
              <a:ext cx="47625" cy="95"/>
            </a:xfrm>
            <a:custGeom>
              <a:pathLst>
                <a:path w="47625" h="95">
                  <a:moveTo>
                    <a:pt x="0" y="0"/>
                  </a:moveTo>
                  <a:lnTo>
                    <a:pt x="47625" y="0"/>
                  </a:lnTo>
                </a:path>
              </a:pathLst>
            </a:custGeom>
            <a:noFill/>
            <a:ln w="20003">
              <a:solidFill>
                <a:srgbClr val="7B8790"/>
              </a:solidFill>
              <a:prstDash val="solid"/>
            </a:ln>
          </p:spPr>
        </p:sp>
        <p:sp>
          <p:nvSpPr>
            <p:cNvPr id="10038" name="ST-MTM arrow 1 tip">
              <a:extLst>
                <a:ext uri="{FF2B5EF4-FFF2-40B4-BE49-F238E27FC236}">
                  <ns2:creationId id="{BEE4FAAD-A03E-4EE7-814C-138845267545}"/>
                </a:ext>
              </a:extLst>
            </p:cNvPr>
            <p:cNvSpPr>
              <a:spLocks noGrp="1"/>
            </p:cNvSpPr>
            <p:nvPr/>
          </p:nvSpPr>
          <p:spPr>
            <a:xfrm>
              <a:off x="3971925" y="3205163"/>
              <a:ext cx="57150" cy="66675"/>
            </a:xfrm>
            <a:custGeom>
              <a:pathLst>
                <a:path w="57150" h="66675">
                  <a:moveTo>
                    <a:pt x="0" y="0"/>
                  </a:moveTo>
                  <a:lnTo>
                    <a:pt x="57150" y="33338"/>
                  </a:lnTo>
                  <a:lnTo>
                    <a:pt x="0" y="66675"/>
                  </a:lnTo>
                  <a:close/>
                </a:path>
              </a:pathLst>
            </a:custGeom>
            <a:solidFill>
              <a:srgbClr val="7B8790"/>
            </a:solidFill>
            <a:ln w="0">
              <a:noFill/>
              <a:prstDash val="solid"/>
            </a:ln>
          </p:spPr>
        </p:sp>
        <p:sp>
          <p:nvSpPr>
            <p:cNvPr id="10039" name="ST-MTM arrow 2 stem">
              <a:extLst>
                <a:ext uri="{FF2B5EF4-FFF2-40B4-BE49-F238E27FC236}">
                  <ns2:creationId id="{8C0A59B5-E38B-439C-8700-41A5903F7268}"/>
                </a:ext>
              </a:extLst>
            </p:cNvPr>
            <p:cNvSpPr>
              <a:spLocks noGrp="1"/>
            </p:cNvSpPr>
            <p:nvPr/>
          </p:nvSpPr>
          <p:spPr>
            <a:xfrm>
              <a:off x="5438775" y="3238500"/>
              <a:ext cx="47625" cy="95"/>
            </a:xfrm>
            <a:custGeom>
              <a:pathLst>
                <a:path w="47625" h="95">
                  <a:moveTo>
                    <a:pt x="0" y="0"/>
                  </a:moveTo>
                  <a:lnTo>
                    <a:pt x="47625" y="0"/>
                  </a:lnTo>
                </a:path>
              </a:pathLst>
            </a:custGeom>
            <a:noFill/>
            <a:ln w="20003">
              <a:solidFill>
                <a:srgbClr val="7B8790"/>
              </a:solidFill>
              <a:prstDash val="solid"/>
            </a:ln>
          </p:spPr>
        </p:sp>
        <p:sp>
          <p:nvSpPr>
            <p:cNvPr id="10040" name="ST-MTM arrow 2 tip">
              <a:extLst>
                <a:ext uri="{FF2B5EF4-FFF2-40B4-BE49-F238E27FC236}">
                  <ns2:creationId id="{2DAABAA6-C718-4A6F-BA4C-528EF8E2CB73}"/>
                </a:ext>
              </a:extLst>
            </p:cNvPr>
            <p:cNvSpPr>
              <a:spLocks noGrp="1"/>
            </p:cNvSpPr>
            <p:nvPr/>
          </p:nvSpPr>
          <p:spPr>
            <a:xfrm>
              <a:off x="5476875" y="3205163"/>
              <a:ext cx="57150" cy="66675"/>
            </a:xfrm>
            <a:custGeom>
              <a:pathLst>
                <a:path w="57150" h="66675">
                  <a:moveTo>
                    <a:pt x="0" y="0"/>
                  </a:moveTo>
                  <a:lnTo>
                    <a:pt x="57150" y="33338"/>
                  </a:lnTo>
                  <a:lnTo>
                    <a:pt x="0" y="66675"/>
                  </a:lnTo>
                  <a:close/>
                </a:path>
              </a:pathLst>
            </a:custGeom>
            <a:solidFill>
              <a:srgbClr val="7B8790"/>
            </a:solidFill>
            <a:ln w="0">
              <a:noFill/>
              <a:prstDash val="solid"/>
            </a:ln>
          </p:spPr>
        </p:sp>
        <p:sp>
          <p:nvSpPr>
            <p:cNvPr id="10041" name="ST-MTM arrow 3 stem">
              <a:extLst>
                <a:ext uri="{FF2B5EF4-FFF2-40B4-BE49-F238E27FC236}">
                  <ns2:creationId id="{4A6F7660-3F4E-46D9-B116-CDBC6C5B02E1}"/>
                </a:ext>
              </a:extLst>
            </p:cNvPr>
            <p:cNvSpPr>
              <a:spLocks noGrp="1"/>
            </p:cNvSpPr>
            <p:nvPr/>
          </p:nvSpPr>
          <p:spPr>
            <a:xfrm>
              <a:off x="7305675" y="3238500"/>
              <a:ext cx="47625" cy="95"/>
            </a:xfrm>
            <a:custGeom>
              <a:pathLst>
                <a:path w="47625" h="95">
                  <a:moveTo>
                    <a:pt x="0" y="0"/>
                  </a:moveTo>
                  <a:lnTo>
                    <a:pt x="47625" y="0"/>
                  </a:lnTo>
                </a:path>
              </a:pathLst>
            </a:custGeom>
            <a:noFill/>
            <a:ln w="20003">
              <a:solidFill>
                <a:srgbClr val="7B8790"/>
              </a:solidFill>
              <a:prstDash val="solid"/>
            </a:ln>
          </p:spPr>
        </p:sp>
        <p:sp>
          <p:nvSpPr>
            <p:cNvPr id="10042" name="ST-MTM arrow 3 tip">
              <a:extLst>
                <a:ext uri="{FF2B5EF4-FFF2-40B4-BE49-F238E27FC236}">
                  <ns2:creationId id="{A275183E-4174-4A87-AE33-7EC8DD386691}"/>
                </a:ext>
              </a:extLst>
            </p:cNvPr>
            <p:cNvSpPr>
              <a:spLocks noGrp="1"/>
            </p:cNvSpPr>
            <p:nvPr/>
          </p:nvSpPr>
          <p:spPr>
            <a:xfrm>
              <a:off x="7343775" y="3205163"/>
              <a:ext cx="57150" cy="66675"/>
            </a:xfrm>
            <a:custGeom>
              <a:pathLst>
                <a:path w="57150" h="66675">
                  <a:moveTo>
                    <a:pt x="0" y="0"/>
                  </a:moveTo>
                  <a:lnTo>
                    <a:pt x="57150" y="33338"/>
                  </a:lnTo>
                  <a:lnTo>
                    <a:pt x="0" y="66675"/>
                  </a:lnTo>
                  <a:close/>
                </a:path>
              </a:pathLst>
            </a:custGeom>
            <a:solidFill>
              <a:srgbClr val="7B8790"/>
            </a:solidFill>
            <a:ln w="0">
              <a:noFill/>
              <a:prstDash val="solid"/>
            </a:ln>
          </p:spPr>
        </p:sp>
        <p:sp>
          <p:nvSpPr>
            <p:cNvPr id="8" name="Input snapshot 0: source 8"/>
            <p:cNvSpPr/>
            <p:nvPr/>
          </p:nvSpPr>
          <p:spPr>
            <a:xfrm>
              <a:off x="1143000" y="819150"/>
              <a:ext cx="38580" cy="44769"/>
            </a:xfrm>
            <a:prstGeom prst="rect">
              <a:avLst/>
            </a:prstGeom>
            <a:solidFill>
              <a:srgbClr val="EFF2F4"/>
            </a:solidFill>
            <a:ln w="2929">
              <a:solidFill>
                <a:srgbClr val="C6D4E2"/>
              </a:solidFill>
              <a:prstDash val="solid"/>
            </a:ln>
          </p:spPr>
        </p:sp>
        <p:sp>
          <p:nvSpPr>
            <p:cNvPr id="9" name="Input snapshot 0: source 9"/>
            <p:cNvSpPr/>
            <p:nvPr/>
          </p:nvSpPr>
          <p:spPr>
            <a:xfrm>
              <a:off x="1180703" y="819150"/>
              <a:ext cx="38580" cy="44769"/>
            </a:xfrm>
            <a:prstGeom prst="rect">
              <a:avLst/>
            </a:prstGeom>
            <a:solidFill>
              <a:srgbClr val="EFF2F4"/>
            </a:solidFill>
            <a:ln w="2929">
              <a:solidFill>
                <a:srgbClr val="C6D4E2"/>
              </a:solidFill>
              <a:prstDash val="solid"/>
            </a:ln>
          </p:spPr>
        </p:sp>
        <p:sp>
          <p:nvSpPr>
            <p:cNvPr id="10" name="Input snapshot 0: source 10"/>
            <p:cNvSpPr/>
            <p:nvPr/>
          </p:nvSpPr>
          <p:spPr>
            <a:xfrm>
              <a:off x="1218405" y="819150"/>
              <a:ext cx="38580" cy="44769"/>
            </a:xfrm>
            <a:prstGeom prst="rect">
              <a:avLst/>
            </a:prstGeom>
            <a:solidFill>
              <a:srgbClr val="EFF2F4"/>
            </a:solidFill>
            <a:ln w="2929">
              <a:solidFill>
                <a:srgbClr val="C6D4E2"/>
              </a:solidFill>
              <a:prstDash val="solid"/>
            </a:ln>
          </p:spPr>
        </p:sp>
        <p:sp>
          <p:nvSpPr>
            <p:cNvPr id="11" name="Input snapshot 0: source 11"/>
            <p:cNvSpPr/>
            <p:nvPr/>
          </p:nvSpPr>
          <p:spPr>
            <a:xfrm>
              <a:off x="1256108" y="819150"/>
              <a:ext cx="38580" cy="44769"/>
            </a:xfrm>
            <a:prstGeom prst="rect">
              <a:avLst/>
            </a:prstGeom>
            <a:solidFill>
              <a:srgbClr val="EFF2F4"/>
            </a:solidFill>
            <a:ln w="2929">
              <a:solidFill>
                <a:srgbClr val="C6D4E2"/>
              </a:solidFill>
              <a:prstDash val="solid"/>
            </a:ln>
          </p:spPr>
        </p:sp>
        <p:sp>
          <p:nvSpPr>
            <p:cNvPr id="12" name="Input snapshot 0: source 12"/>
            <p:cNvSpPr/>
            <p:nvPr/>
          </p:nvSpPr>
          <p:spPr>
            <a:xfrm>
              <a:off x="1293810" y="819150"/>
              <a:ext cx="38580" cy="44769"/>
            </a:xfrm>
            <a:prstGeom prst="rect">
              <a:avLst/>
            </a:prstGeom>
            <a:solidFill>
              <a:srgbClr val="EFF2F4"/>
            </a:solidFill>
            <a:ln w="2929">
              <a:solidFill>
                <a:srgbClr val="C6D4E2"/>
              </a:solidFill>
              <a:prstDash val="solid"/>
            </a:ln>
          </p:spPr>
        </p:sp>
        <p:sp>
          <p:nvSpPr>
            <p:cNvPr id="13" name="Input snapshot 0: source 13"/>
            <p:cNvSpPr/>
            <p:nvPr/>
          </p:nvSpPr>
          <p:spPr>
            <a:xfrm>
              <a:off x="1331513" y="819150"/>
              <a:ext cx="38580" cy="44769"/>
            </a:xfrm>
            <a:prstGeom prst="rect">
              <a:avLst/>
            </a:prstGeom>
            <a:solidFill>
              <a:srgbClr val="EFF2F4"/>
            </a:solidFill>
            <a:ln w="2929">
              <a:solidFill>
                <a:srgbClr val="C6D4E2"/>
              </a:solidFill>
              <a:prstDash val="solid"/>
            </a:ln>
          </p:spPr>
        </p:sp>
        <p:sp>
          <p:nvSpPr>
            <p:cNvPr id="14" name="Input snapshot 0: source 14"/>
            <p:cNvSpPr/>
            <p:nvPr/>
          </p:nvSpPr>
          <p:spPr>
            <a:xfrm>
              <a:off x="1369215" y="819150"/>
              <a:ext cx="38580" cy="44769"/>
            </a:xfrm>
            <a:prstGeom prst="rect">
              <a:avLst/>
            </a:prstGeom>
            <a:solidFill>
              <a:srgbClr val="EFF2F4"/>
            </a:solidFill>
            <a:ln w="2929">
              <a:solidFill>
                <a:srgbClr val="C6D4E2"/>
              </a:solidFill>
              <a:prstDash val="solid"/>
            </a:ln>
          </p:spPr>
        </p:sp>
        <p:sp>
          <p:nvSpPr>
            <p:cNvPr id="15" name="Input snapshot 0: source 15"/>
            <p:cNvSpPr/>
            <p:nvPr/>
          </p:nvSpPr>
          <p:spPr>
            <a:xfrm>
              <a:off x="1406918" y="819150"/>
              <a:ext cx="38580" cy="44769"/>
            </a:xfrm>
            <a:prstGeom prst="rect">
              <a:avLst/>
            </a:prstGeom>
            <a:solidFill>
              <a:srgbClr val="EFF2F4"/>
            </a:solidFill>
            <a:ln w="2929">
              <a:solidFill>
                <a:srgbClr val="C6D4E2"/>
              </a:solidFill>
              <a:prstDash val="solid"/>
            </a:ln>
          </p:spPr>
        </p:sp>
        <p:sp>
          <p:nvSpPr>
            <p:cNvPr id="16" name="Input snapshot 0: source 16"/>
            <p:cNvSpPr/>
            <p:nvPr/>
          </p:nvSpPr>
          <p:spPr>
            <a:xfrm>
              <a:off x="1444620" y="819150"/>
              <a:ext cx="38580" cy="44769"/>
            </a:xfrm>
            <a:prstGeom prst="rect">
              <a:avLst/>
            </a:prstGeom>
            <a:solidFill>
              <a:srgbClr val="EFF2F4"/>
            </a:solidFill>
            <a:ln w="2929">
              <a:solidFill>
                <a:srgbClr val="C6D4E2"/>
              </a:solidFill>
              <a:prstDash val="solid"/>
            </a:ln>
          </p:spPr>
        </p:sp>
        <p:sp>
          <p:nvSpPr>
            <p:cNvPr id="17" name="Input snapshot 0: source 17"/>
            <p:cNvSpPr/>
            <p:nvPr/>
          </p:nvSpPr>
          <p:spPr>
            <a:xfrm>
              <a:off x="1482323" y="819150"/>
              <a:ext cx="38580" cy="44769"/>
            </a:xfrm>
            <a:prstGeom prst="rect">
              <a:avLst/>
            </a:prstGeom>
            <a:solidFill>
              <a:srgbClr val="EFF2F4"/>
            </a:solidFill>
            <a:ln w="2929">
              <a:solidFill>
                <a:srgbClr val="C6D4E2"/>
              </a:solidFill>
              <a:prstDash val="solid"/>
            </a:ln>
          </p:spPr>
        </p:sp>
        <p:sp>
          <p:nvSpPr>
            <p:cNvPr id="18" name="Input snapshot 0: source 18"/>
            <p:cNvSpPr/>
            <p:nvPr/>
          </p:nvSpPr>
          <p:spPr>
            <a:xfrm>
              <a:off x="1520026" y="819150"/>
              <a:ext cx="38580" cy="44769"/>
            </a:xfrm>
            <a:prstGeom prst="rect">
              <a:avLst/>
            </a:prstGeom>
            <a:solidFill>
              <a:srgbClr val="EFF2F4"/>
            </a:solidFill>
            <a:ln w="2929">
              <a:solidFill>
                <a:srgbClr val="C6D4E2"/>
              </a:solidFill>
              <a:prstDash val="solid"/>
            </a:ln>
          </p:spPr>
        </p:sp>
        <p:sp>
          <p:nvSpPr>
            <p:cNvPr id="19" name="Input snapshot 0: source 19"/>
            <p:cNvSpPr/>
            <p:nvPr/>
          </p:nvSpPr>
          <p:spPr>
            <a:xfrm>
              <a:off x="1557728" y="819150"/>
              <a:ext cx="38580" cy="44769"/>
            </a:xfrm>
            <a:prstGeom prst="rect">
              <a:avLst/>
            </a:prstGeom>
            <a:solidFill>
              <a:srgbClr val="009E73"/>
            </a:solidFill>
            <a:ln w="2929">
              <a:solidFill>
                <a:srgbClr val="C6D4E2"/>
              </a:solidFill>
              <a:prstDash val="solid"/>
            </a:ln>
          </p:spPr>
        </p:sp>
        <p:sp>
          <p:nvSpPr>
            <p:cNvPr id="20" name="Input snapshot 0: source 20"/>
            <p:cNvSpPr/>
            <p:nvPr/>
          </p:nvSpPr>
          <p:spPr>
            <a:xfrm>
              <a:off x="1595431" y="819150"/>
              <a:ext cx="38580" cy="44769"/>
            </a:xfrm>
            <a:prstGeom prst="rect">
              <a:avLst/>
            </a:prstGeom>
            <a:solidFill>
              <a:srgbClr val="009E73"/>
            </a:solidFill>
            <a:ln w="2929">
              <a:solidFill>
                <a:srgbClr val="C6D4E2"/>
              </a:solidFill>
              <a:prstDash val="solid"/>
            </a:ln>
          </p:spPr>
        </p:sp>
        <p:sp>
          <p:nvSpPr>
            <p:cNvPr id="21" name="Input snapshot 0: source 21"/>
            <p:cNvSpPr/>
            <p:nvPr/>
          </p:nvSpPr>
          <p:spPr>
            <a:xfrm>
              <a:off x="1633133" y="819150"/>
              <a:ext cx="38580" cy="44769"/>
            </a:xfrm>
            <a:prstGeom prst="rect">
              <a:avLst/>
            </a:prstGeom>
            <a:solidFill>
              <a:srgbClr val="009E73"/>
            </a:solidFill>
            <a:ln w="2929">
              <a:solidFill>
                <a:srgbClr val="C6D4E2"/>
              </a:solidFill>
              <a:prstDash val="solid"/>
            </a:ln>
          </p:spPr>
        </p:sp>
        <p:sp>
          <p:nvSpPr>
            <p:cNvPr id="22" name="Input snapshot 0: source 22"/>
            <p:cNvSpPr/>
            <p:nvPr/>
          </p:nvSpPr>
          <p:spPr>
            <a:xfrm>
              <a:off x="1143000" y="863041"/>
              <a:ext cx="38580" cy="44769"/>
            </a:xfrm>
            <a:prstGeom prst="rect">
              <a:avLst/>
            </a:prstGeom>
            <a:solidFill>
              <a:srgbClr val="EFF2F4"/>
            </a:solidFill>
            <a:ln w="2929">
              <a:solidFill>
                <a:srgbClr val="C6D4E2"/>
              </a:solidFill>
              <a:prstDash val="solid"/>
            </a:ln>
          </p:spPr>
        </p:sp>
        <p:sp>
          <p:nvSpPr>
            <p:cNvPr id="23" name="Input snapshot 0: source 23"/>
            <p:cNvSpPr/>
            <p:nvPr/>
          </p:nvSpPr>
          <p:spPr>
            <a:xfrm>
              <a:off x="1180703" y="863041"/>
              <a:ext cx="38580" cy="44769"/>
            </a:xfrm>
            <a:prstGeom prst="rect">
              <a:avLst/>
            </a:prstGeom>
            <a:solidFill>
              <a:srgbClr val="EFF2F4"/>
            </a:solidFill>
            <a:ln w="2929">
              <a:solidFill>
                <a:srgbClr val="C6D4E2"/>
              </a:solidFill>
              <a:prstDash val="solid"/>
            </a:ln>
          </p:spPr>
        </p:sp>
        <p:sp>
          <p:nvSpPr>
            <p:cNvPr id="24" name="Input snapshot 0: source 24"/>
            <p:cNvSpPr/>
            <p:nvPr/>
          </p:nvSpPr>
          <p:spPr>
            <a:xfrm>
              <a:off x="1218405" y="863041"/>
              <a:ext cx="38580" cy="44769"/>
            </a:xfrm>
            <a:prstGeom prst="rect">
              <a:avLst/>
            </a:prstGeom>
            <a:solidFill>
              <a:srgbClr val="EFF2F4"/>
            </a:solidFill>
            <a:ln w="2929">
              <a:solidFill>
                <a:srgbClr val="C6D4E2"/>
              </a:solidFill>
              <a:prstDash val="solid"/>
            </a:ln>
          </p:spPr>
        </p:sp>
        <p:sp>
          <p:nvSpPr>
            <p:cNvPr id="25" name="Input snapshot 0: source 25"/>
            <p:cNvSpPr/>
            <p:nvPr/>
          </p:nvSpPr>
          <p:spPr>
            <a:xfrm>
              <a:off x="1256108" y="863041"/>
              <a:ext cx="38580" cy="44769"/>
            </a:xfrm>
            <a:prstGeom prst="rect">
              <a:avLst/>
            </a:prstGeom>
            <a:solidFill>
              <a:srgbClr val="EFF2F4"/>
            </a:solidFill>
            <a:ln w="2929">
              <a:solidFill>
                <a:srgbClr val="C6D4E2"/>
              </a:solidFill>
              <a:prstDash val="solid"/>
            </a:ln>
          </p:spPr>
        </p:sp>
        <p:sp>
          <p:nvSpPr>
            <p:cNvPr id="26" name="Input snapshot 0: source 26"/>
            <p:cNvSpPr/>
            <p:nvPr/>
          </p:nvSpPr>
          <p:spPr>
            <a:xfrm>
              <a:off x="1293810" y="863041"/>
              <a:ext cx="38580" cy="44769"/>
            </a:xfrm>
            <a:prstGeom prst="rect">
              <a:avLst/>
            </a:prstGeom>
            <a:solidFill>
              <a:srgbClr val="EFF2F4"/>
            </a:solidFill>
            <a:ln w="2929">
              <a:solidFill>
                <a:srgbClr val="C6D4E2"/>
              </a:solidFill>
              <a:prstDash val="solid"/>
            </a:ln>
          </p:spPr>
        </p:sp>
        <p:sp>
          <p:nvSpPr>
            <p:cNvPr id="27" name="Input snapshot 0: source 27"/>
            <p:cNvSpPr/>
            <p:nvPr/>
          </p:nvSpPr>
          <p:spPr>
            <a:xfrm>
              <a:off x="1331513" y="863041"/>
              <a:ext cx="38580" cy="44769"/>
            </a:xfrm>
            <a:prstGeom prst="rect">
              <a:avLst/>
            </a:prstGeom>
            <a:solidFill>
              <a:srgbClr val="EFF2F4"/>
            </a:solidFill>
            <a:ln w="2929">
              <a:solidFill>
                <a:srgbClr val="C6D4E2"/>
              </a:solidFill>
              <a:prstDash val="solid"/>
            </a:ln>
          </p:spPr>
        </p:sp>
        <p:sp>
          <p:nvSpPr>
            <p:cNvPr id="28" name="Input snapshot 0: source 28"/>
            <p:cNvSpPr/>
            <p:nvPr/>
          </p:nvSpPr>
          <p:spPr>
            <a:xfrm>
              <a:off x="1369215" y="863041"/>
              <a:ext cx="38580" cy="44769"/>
            </a:xfrm>
            <a:prstGeom prst="rect">
              <a:avLst/>
            </a:prstGeom>
            <a:solidFill>
              <a:srgbClr val="EFF2F4"/>
            </a:solidFill>
            <a:ln w="2929">
              <a:solidFill>
                <a:srgbClr val="C6D4E2"/>
              </a:solidFill>
              <a:prstDash val="solid"/>
            </a:ln>
          </p:spPr>
        </p:sp>
        <p:sp>
          <p:nvSpPr>
            <p:cNvPr id="29" name="Input snapshot 0: source 29"/>
            <p:cNvSpPr/>
            <p:nvPr/>
          </p:nvSpPr>
          <p:spPr>
            <a:xfrm>
              <a:off x="1406918" y="863041"/>
              <a:ext cx="38580" cy="44769"/>
            </a:xfrm>
            <a:prstGeom prst="rect">
              <a:avLst/>
            </a:prstGeom>
            <a:solidFill>
              <a:srgbClr val="EFF2F4"/>
            </a:solidFill>
            <a:ln w="2929">
              <a:solidFill>
                <a:srgbClr val="C6D4E2"/>
              </a:solidFill>
              <a:prstDash val="solid"/>
            </a:ln>
          </p:spPr>
        </p:sp>
        <p:sp>
          <p:nvSpPr>
            <p:cNvPr id="30" name="Input snapshot 0: source 30"/>
            <p:cNvSpPr/>
            <p:nvPr/>
          </p:nvSpPr>
          <p:spPr>
            <a:xfrm>
              <a:off x="1444620" y="863041"/>
              <a:ext cx="38580" cy="44769"/>
            </a:xfrm>
            <a:prstGeom prst="rect">
              <a:avLst/>
            </a:prstGeom>
            <a:solidFill>
              <a:srgbClr val="EFF2F4"/>
            </a:solidFill>
            <a:ln w="2929">
              <a:solidFill>
                <a:srgbClr val="C6D4E2"/>
              </a:solidFill>
              <a:prstDash val="solid"/>
            </a:ln>
          </p:spPr>
        </p:sp>
        <p:sp>
          <p:nvSpPr>
            <p:cNvPr id="31" name="Input snapshot 0: source 31"/>
            <p:cNvSpPr/>
            <p:nvPr/>
          </p:nvSpPr>
          <p:spPr>
            <a:xfrm>
              <a:off x="1482323" y="863041"/>
              <a:ext cx="38580" cy="44769"/>
            </a:xfrm>
            <a:prstGeom prst="rect">
              <a:avLst/>
            </a:prstGeom>
            <a:solidFill>
              <a:srgbClr val="EFF2F4"/>
            </a:solidFill>
            <a:ln w="2929">
              <a:solidFill>
                <a:srgbClr val="C6D4E2"/>
              </a:solidFill>
              <a:prstDash val="solid"/>
            </a:ln>
          </p:spPr>
        </p:sp>
        <p:sp>
          <p:nvSpPr>
            <p:cNvPr id="32" name="Input snapshot 0: source 32"/>
            <p:cNvSpPr/>
            <p:nvPr/>
          </p:nvSpPr>
          <p:spPr>
            <a:xfrm>
              <a:off x="1520026" y="863041"/>
              <a:ext cx="38580" cy="44769"/>
            </a:xfrm>
            <a:prstGeom prst="rect">
              <a:avLst/>
            </a:prstGeom>
            <a:solidFill>
              <a:srgbClr val="009E73"/>
            </a:solidFill>
            <a:ln w="2929">
              <a:solidFill>
                <a:srgbClr val="C6D4E2"/>
              </a:solidFill>
              <a:prstDash val="solid"/>
            </a:ln>
          </p:spPr>
        </p:sp>
        <p:sp>
          <p:nvSpPr>
            <p:cNvPr id="33" name="Input snapshot 0: source 33"/>
            <p:cNvSpPr/>
            <p:nvPr/>
          </p:nvSpPr>
          <p:spPr>
            <a:xfrm>
              <a:off x="1557728" y="863041"/>
              <a:ext cx="38580" cy="44769"/>
            </a:xfrm>
            <a:prstGeom prst="rect">
              <a:avLst/>
            </a:prstGeom>
            <a:solidFill>
              <a:srgbClr val="009E73"/>
            </a:solidFill>
            <a:ln w="2929">
              <a:solidFill>
                <a:srgbClr val="C6D4E2"/>
              </a:solidFill>
              <a:prstDash val="solid"/>
            </a:ln>
          </p:spPr>
        </p:sp>
        <p:sp>
          <p:nvSpPr>
            <p:cNvPr id="34" name="Input snapshot 0: source 34"/>
            <p:cNvSpPr/>
            <p:nvPr/>
          </p:nvSpPr>
          <p:spPr>
            <a:xfrm>
              <a:off x="1595431" y="863041"/>
              <a:ext cx="38580" cy="44769"/>
            </a:xfrm>
            <a:prstGeom prst="rect">
              <a:avLst/>
            </a:prstGeom>
            <a:solidFill>
              <a:srgbClr val="009E73"/>
            </a:solidFill>
            <a:ln w="2929">
              <a:solidFill>
                <a:srgbClr val="C6D4E2"/>
              </a:solidFill>
              <a:prstDash val="solid"/>
            </a:ln>
          </p:spPr>
        </p:sp>
        <p:sp>
          <p:nvSpPr>
            <p:cNvPr id="35" name="Input snapshot 0: source 35"/>
            <p:cNvSpPr/>
            <p:nvPr/>
          </p:nvSpPr>
          <p:spPr>
            <a:xfrm>
              <a:off x="1633133" y="863041"/>
              <a:ext cx="38580" cy="44769"/>
            </a:xfrm>
            <a:prstGeom prst="rect">
              <a:avLst/>
            </a:prstGeom>
            <a:solidFill>
              <a:srgbClr val="009E73"/>
            </a:solidFill>
            <a:ln w="2929">
              <a:solidFill>
                <a:srgbClr val="C6D4E2"/>
              </a:solidFill>
              <a:prstDash val="solid"/>
            </a:ln>
          </p:spPr>
        </p:sp>
        <p:sp>
          <p:nvSpPr>
            <p:cNvPr id="36" name="Input snapshot 0: source 36"/>
            <p:cNvSpPr/>
            <p:nvPr/>
          </p:nvSpPr>
          <p:spPr>
            <a:xfrm>
              <a:off x="1143000" y="906933"/>
              <a:ext cx="38580" cy="44769"/>
            </a:xfrm>
            <a:prstGeom prst="rect">
              <a:avLst/>
            </a:prstGeom>
            <a:solidFill>
              <a:srgbClr val="EFF2F4"/>
            </a:solidFill>
            <a:ln w="2929">
              <a:solidFill>
                <a:srgbClr val="C6D4E2"/>
              </a:solidFill>
              <a:prstDash val="solid"/>
            </a:ln>
          </p:spPr>
        </p:sp>
        <p:sp>
          <p:nvSpPr>
            <p:cNvPr id="37" name="Input snapshot 0: source 37"/>
            <p:cNvSpPr/>
            <p:nvPr/>
          </p:nvSpPr>
          <p:spPr>
            <a:xfrm>
              <a:off x="1180703" y="906933"/>
              <a:ext cx="38580" cy="44769"/>
            </a:xfrm>
            <a:prstGeom prst="rect">
              <a:avLst/>
            </a:prstGeom>
            <a:solidFill>
              <a:srgbClr val="EFF2F4"/>
            </a:solidFill>
            <a:ln w="2929">
              <a:solidFill>
                <a:srgbClr val="C6D4E2"/>
              </a:solidFill>
              <a:prstDash val="solid"/>
            </a:ln>
          </p:spPr>
        </p:sp>
        <p:sp>
          <p:nvSpPr>
            <p:cNvPr id="38" name="Input snapshot 0: source 38"/>
            <p:cNvSpPr/>
            <p:nvPr/>
          </p:nvSpPr>
          <p:spPr>
            <a:xfrm>
              <a:off x="1218405" y="906933"/>
              <a:ext cx="38580" cy="44769"/>
            </a:xfrm>
            <a:prstGeom prst="rect">
              <a:avLst/>
            </a:prstGeom>
            <a:solidFill>
              <a:srgbClr val="EFF2F4"/>
            </a:solidFill>
            <a:ln w="2929">
              <a:solidFill>
                <a:srgbClr val="C6D4E2"/>
              </a:solidFill>
              <a:prstDash val="solid"/>
            </a:ln>
          </p:spPr>
        </p:sp>
        <p:sp>
          <p:nvSpPr>
            <p:cNvPr id="39" name="Input snapshot 0: source 39"/>
            <p:cNvSpPr/>
            <p:nvPr/>
          </p:nvSpPr>
          <p:spPr>
            <a:xfrm>
              <a:off x="1256108" y="906933"/>
              <a:ext cx="38580" cy="44769"/>
            </a:xfrm>
            <a:prstGeom prst="rect">
              <a:avLst/>
            </a:prstGeom>
            <a:solidFill>
              <a:srgbClr val="EFF2F4"/>
            </a:solidFill>
            <a:ln w="2929">
              <a:solidFill>
                <a:srgbClr val="C6D4E2"/>
              </a:solidFill>
              <a:prstDash val="solid"/>
            </a:ln>
          </p:spPr>
        </p:sp>
        <p:sp>
          <p:nvSpPr>
            <p:cNvPr id="40" name="Input snapshot 0: source 40"/>
            <p:cNvSpPr/>
            <p:nvPr/>
          </p:nvSpPr>
          <p:spPr>
            <a:xfrm>
              <a:off x="1293810" y="906933"/>
              <a:ext cx="38580" cy="44769"/>
            </a:xfrm>
            <a:prstGeom prst="rect">
              <a:avLst/>
            </a:prstGeom>
            <a:solidFill>
              <a:srgbClr val="EFF2F4"/>
            </a:solidFill>
            <a:ln w="2929">
              <a:solidFill>
                <a:srgbClr val="C6D4E2"/>
              </a:solidFill>
              <a:prstDash val="solid"/>
            </a:ln>
          </p:spPr>
        </p:sp>
        <p:sp>
          <p:nvSpPr>
            <p:cNvPr id="41" name="Input snapshot 0: source 41"/>
            <p:cNvSpPr/>
            <p:nvPr/>
          </p:nvSpPr>
          <p:spPr>
            <a:xfrm>
              <a:off x="1331513" y="906933"/>
              <a:ext cx="38580" cy="44769"/>
            </a:xfrm>
            <a:prstGeom prst="rect">
              <a:avLst/>
            </a:prstGeom>
            <a:solidFill>
              <a:srgbClr val="B7BEC5"/>
            </a:solidFill>
            <a:ln w="2929">
              <a:solidFill>
                <a:srgbClr val="C6D4E2"/>
              </a:solidFill>
              <a:prstDash val="solid"/>
            </a:ln>
          </p:spPr>
        </p:sp>
        <p:sp>
          <p:nvSpPr>
            <p:cNvPr id="42" name="Input snapshot 0: source 42"/>
            <p:cNvSpPr/>
            <p:nvPr/>
          </p:nvSpPr>
          <p:spPr>
            <a:xfrm>
              <a:off x="1369215" y="906933"/>
              <a:ext cx="38580" cy="44769"/>
            </a:xfrm>
            <a:prstGeom prst="rect">
              <a:avLst/>
            </a:prstGeom>
            <a:solidFill>
              <a:srgbClr val="B7BEC5"/>
            </a:solidFill>
            <a:ln w="2929">
              <a:solidFill>
                <a:srgbClr val="C6D4E2"/>
              </a:solidFill>
              <a:prstDash val="solid"/>
            </a:ln>
          </p:spPr>
        </p:sp>
        <p:sp>
          <p:nvSpPr>
            <p:cNvPr id="43" name="Input snapshot 0: source 43"/>
            <p:cNvSpPr/>
            <p:nvPr/>
          </p:nvSpPr>
          <p:spPr>
            <a:xfrm>
              <a:off x="1406918" y="906933"/>
              <a:ext cx="38580" cy="44769"/>
            </a:xfrm>
            <a:prstGeom prst="rect">
              <a:avLst/>
            </a:prstGeom>
            <a:solidFill>
              <a:srgbClr val="B7BEC5"/>
            </a:solidFill>
            <a:ln w="2929">
              <a:solidFill>
                <a:srgbClr val="C6D4E2"/>
              </a:solidFill>
              <a:prstDash val="solid"/>
            </a:ln>
          </p:spPr>
        </p:sp>
        <p:sp>
          <p:nvSpPr>
            <p:cNvPr id="44" name="Input snapshot 0: source 44"/>
            <p:cNvSpPr/>
            <p:nvPr/>
          </p:nvSpPr>
          <p:spPr>
            <a:xfrm>
              <a:off x="1444620" y="906933"/>
              <a:ext cx="38580" cy="44769"/>
            </a:xfrm>
            <a:prstGeom prst="rect">
              <a:avLst/>
            </a:prstGeom>
            <a:solidFill>
              <a:srgbClr val="B7BEC5"/>
            </a:solidFill>
            <a:ln w="2929">
              <a:solidFill>
                <a:srgbClr val="C6D4E2"/>
              </a:solidFill>
              <a:prstDash val="solid"/>
            </a:ln>
          </p:spPr>
        </p:sp>
        <p:sp>
          <p:nvSpPr>
            <p:cNvPr id="45" name="Input snapshot 0: source 45"/>
            <p:cNvSpPr/>
            <p:nvPr/>
          </p:nvSpPr>
          <p:spPr>
            <a:xfrm>
              <a:off x="1482323" y="906933"/>
              <a:ext cx="38580" cy="44769"/>
            </a:xfrm>
            <a:prstGeom prst="rect">
              <a:avLst/>
            </a:prstGeom>
            <a:solidFill>
              <a:srgbClr val="B7BEC5"/>
            </a:solidFill>
            <a:ln w="2929">
              <a:solidFill>
                <a:srgbClr val="C6D4E2"/>
              </a:solidFill>
              <a:prstDash val="solid"/>
            </a:ln>
          </p:spPr>
        </p:sp>
        <p:sp>
          <p:nvSpPr>
            <p:cNvPr id="46" name="Input snapshot 0: source 46"/>
            <p:cNvSpPr/>
            <p:nvPr/>
          </p:nvSpPr>
          <p:spPr>
            <a:xfrm>
              <a:off x="1520026" y="906933"/>
              <a:ext cx="38580" cy="44769"/>
            </a:xfrm>
            <a:prstGeom prst="rect">
              <a:avLst/>
            </a:prstGeom>
            <a:solidFill>
              <a:srgbClr val="009E73"/>
            </a:solidFill>
            <a:ln w="2929">
              <a:solidFill>
                <a:srgbClr val="C6D4E2"/>
              </a:solidFill>
              <a:prstDash val="solid"/>
            </a:ln>
          </p:spPr>
        </p:sp>
        <p:sp>
          <p:nvSpPr>
            <p:cNvPr id="47" name="Input snapshot 0: source 47"/>
            <p:cNvSpPr/>
            <p:nvPr/>
          </p:nvSpPr>
          <p:spPr>
            <a:xfrm>
              <a:off x="1557728" y="906933"/>
              <a:ext cx="38580" cy="44769"/>
            </a:xfrm>
            <a:prstGeom prst="rect">
              <a:avLst/>
            </a:prstGeom>
            <a:solidFill>
              <a:srgbClr val="009E73"/>
            </a:solidFill>
            <a:ln w="2929">
              <a:solidFill>
                <a:srgbClr val="C6D4E2"/>
              </a:solidFill>
              <a:prstDash val="solid"/>
            </a:ln>
          </p:spPr>
        </p:sp>
        <p:sp>
          <p:nvSpPr>
            <p:cNvPr id="48" name="Input snapshot 0: source 48"/>
            <p:cNvSpPr/>
            <p:nvPr/>
          </p:nvSpPr>
          <p:spPr>
            <a:xfrm>
              <a:off x="1595431" y="906933"/>
              <a:ext cx="38580" cy="44769"/>
            </a:xfrm>
            <a:prstGeom prst="rect">
              <a:avLst/>
            </a:prstGeom>
            <a:solidFill>
              <a:srgbClr val="009E73"/>
            </a:solidFill>
            <a:ln w="2929">
              <a:solidFill>
                <a:srgbClr val="C6D4E2"/>
              </a:solidFill>
              <a:prstDash val="solid"/>
            </a:ln>
          </p:spPr>
        </p:sp>
        <p:sp>
          <p:nvSpPr>
            <p:cNvPr id="49" name="Input snapshot 0: source 49"/>
            <p:cNvSpPr/>
            <p:nvPr/>
          </p:nvSpPr>
          <p:spPr>
            <a:xfrm>
              <a:off x="1633133" y="906933"/>
              <a:ext cx="38580" cy="44769"/>
            </a:xfrm>
            <a:prstGeom prst="rect">
              <a:avLst/>
            </a:prstGeom>
            <a:solidFill>
              <a:srgbClr val="009E73"/>
            </a:solidFill>
            <a:ln w="2929">
              <a:solidFill>
                <a:srgbClr val="C6D4E2"/>
              </a:solidFill>
              <a:prstDash val="solid"/>
            </a:ln>
          </p:spPr>
        </p:sp>
        <p:sp>
          <p:nvSpPr>
            <p:cNvPr id="50" name="Input snapshot 0: source 50"/>
            <p:cNvSpPr/>
            <p:nvPr/>
          </p:nvSpPr>
          <p:spPr>
            <a:xfrm>
              <a:off x="1143000" y="950823"/>
              <a:ext cx="38580" cy="44769"/>
            </a:xfrm>
            <a:prstGeom prst="rect">
              <a:avLst/>
            </a:prstGeom>
            <a:solidFill>
              <a:srgbClr val="EFF2F4"/>
            </a:solidFill>
            <a:ln w="2929">
              <a:solidFill>
                <a:srgbClr val="C6D4E2"/>
              </a:solidFill>
              <a:prstDash val="solid"/>
            </a:ln>
          </p:spPr>
        </p:sp>
        <p:sp>
          <p:nvSpPr>
            <p:cNvPr id="51" name="Input snapshot 0: source 51"/>
            <p:cNvSpPr/>
            <p:nvPr/>
          </p:nvSpPr>
          <p:spPr>
            <a:xfrm>
              <a:off x="1180703" y="950823"/>
              <a:ext cx="38580" cy="44769"/>
            </a:xfrm>
            <a:prstGeom prst="rect">
              <a:avLst/>
            </a:prstGeom>
            <a:solidFill>
              <a:srgbClr val="EFF2F4"/>
            </a:solidFill>
            <a:ln w="2929">
              <a:solidFill>
                <a:srgbClr val="C6D4E2"/>
              </a:solidFill>
              <a:prstDash val="solid"/>
            </a:ln>
          </p:spPr>
        </p:sp>
        <p:sp>
          <p:nvSpPr>
            <p:cNvPr id="52" name="Input snapshot 0: source 52"/>
            <p:cNvSpPr/>
            <p:nvPr/>
          </p:nvSpPr>
          <p:spPr>
            <a:xfrm>
              <a:off x="1218405" y="950823"/>
              <a:ext cx="38580" cy="44769"/>
            </a:xfrm>
            <a:prstGeom prst="rect">
              <a:avLst/>
            </a:prstGeom>
            <a:solidFill>
              <a:srgbClr val="B7BEC5"/>
            </a:solidFill>
            <a:ln w="2929">
              <a:solidFill>
                <a:srgbClr val="C6D4E2"/>
              </a:solidFill>
              <a:prstDash val="solid"/>
            </a:ln>
          </p:spPr>
        </p:sp>
        <p:sp>
          <p:nvSpPr>
            <p:cNvPr id="53" name="Input snapshot 0: source 53"/>
            <p:cNvSpPr/>
            <p:nvPr/>
          </p:nvSpPr>
          <p:spPr>
            <a:xfrm>
              <a:off x="1256108" y="950823"/>
              <a:ext cx="38580" cy="44769"/>
            </a:xfrm>
            <a:prstGeom prst="rect">
              <a:avLst/>
            </a:prstGeom>
            <a:solidFill>
              <a:srgbClr val="B7BEC5"/>
            </a:solidFill>
            <a:ln w="2929">
              <a:solidFill>
                <a:srgbClr val="C6D4E2"/>
              </a:solidFill>
              <a:prstDash val="solid"/>
            </a:ln>
          </p:spPr>
        </p:sp>
        <p:sp>
          <p:nvSpPr>
            <p:cNvPr id="54" name="Input snapshot 0: source 54"/>
            <p:cNvSpPr/>
            <p:nvPr/>
          </p:nvSpPr>
          <p:spPr>
            <a:xfrm>
              <a:off x="1293810" y="950823"/>
              <a:ext cx="38580" cy="44769"/>
            </a:xfrm>
            <a:prstGeom prst="rect">
              <a:avLst/>
            </a:prstGeom>
            <a:solidFill>
              <a:srgbClr val="B7BEC5"/>
            </a:solidFill>
            <a:ln w="2929">
              <a:solidFill>
                <a:srgbClr val="C6D4E2"/>
              </a:solidFill>
              <a:prstDash val="solid"/>
            </a:ln>
          </p:spPr>
        </p:sp>
        <p:sp>
          <p:nvSpPr>
            <p:cNvPr id="55" name="Input snapshot 0: source 55"/>
            <p:cNvSpPr/>
            <p:nvPr/>
          </p:nvSpPr>
          <p:spPr>
            <a:xfrm>
              <a:off x="1331513" y="950823"/>
              <a:ext cx="38580" cy="44769"/>
            </a:xfrm>
            <a:prstGeom prst="rect">
              <a:avLst/>
            </a:prstGeom>
            <a:solidFill>
              <a:srgbClr val="B7BEC5"/>
            </a:solidFill>
            <a:ln w="2929">
              <a:solidFill>
                <a:srgbClr val="C6D4E2"/>
              </a:solidFill>
              <a:prstDash val="solid"/>
            </a:ln>
          </p:spPr>
        </p:sp>
        <p:sp>
          <p:nvSpPr>
            <p:cNvPr id="56" name="Input snapshot 0: source 56"/>
            <p:cNvSpPr/>
            <p:nvPr/>
          </p:nvSpPr>
          <p:spPr>
            <a:xfrm>
              <a:off x="1369215" y="950823"/>
              <a:ext cx="38580" cy="44769"/>
            </a:xfrm>
            <a:prstGeom prst="rect">
              <a:avLst/>
            </a:prstGeom>
            <a:solidFill>
              <a:srgbClr val="B7BEC5"/>
            </a:solidFill>
            <a:ln w="2929">
              <a:solidFill>
                <a:srgbClr val="C6D4E2"/>
              </a:solidFill>
              <a:prstDash val="solid"/>
            </a:ln>
          </p:spPr>
        </p:sp>
        <p:sp>
          <p:nvSpPr>
            <p:cNvPr id="57" name="Input snapshot 0: source 57"/>
            <p:cNvSpPr/>
            <p:nvPr/>
          </p:nvSpPr>
          <p:spPr>
            <a:xfrm>
              <a:off x="1406918" y="950823"/>
              <a:ext cx="38580" cy="44769"/>
            </a:xfrm>
            <a:prstGeom prst="rect">
              <a:avLst/>
            </a:prstGeom>
            <a:solidFill>
              <a:srgbClr val="B7BEC5"/>
            </a:solidFill>
            <a:ln w="2929">
              <a:solidFill>
                <a:srgbClr val="C6D4E2"/>
              </a:solidFill>
              <a:prstDash val="solid"/>
            </a:ln>
          </p:spPr>
        </p:sp>
        <p:sp>
          <p:nvSpPr>
            <p:cNvPr id="58" name="Input snapshot 0: source 58"/>
            <p:cNvSpPr/>
            <p:nvPr/>
          </p:nvSpPr>
          <p:spPr>
            <a:xfrm>
              <a:off x="1444620" y="950823"/>
              <a:ext cx="38580" cy="44769"/>
            </a:xfrm>
            <a:prstGeom prst="rect">
              <a:avLst/>
            </a:prstGeom>
            <a:solidFill>
              <a:srgbClr val="B7BEC5"/>
            </a:solidFill>
            <a:ln w="2929">
              <a:solidFill>
                <a:srgbClr val="C6D4E2"/>
              </a:solidFill>
              <a:prstDash val="solid"/>
            </a:ln>
          </p:spPr>
        </p:sp>
        <p:sp>
          <p:nvSpPr>
            <p:cNvPr id="59" name="Input snapshot 0: source 59"/>
            <p:cNvSpPr/>
            <p:nvPr/>
          </p:nvSpPr>
          <p:spPr>
            <a:xfrm>
              <a:off x="1482323" y="950823"/>
              <a:ext cx="38580" cy="44769"/>
            </a:xfrm>
            <a:prstGeom prst="rect">
              <a:avLst/>
            </a:prstGeom>
            <a:solidFill>
              <a:srgbClr val="B7BEC5"/>
            </a:solidFill>
            <a:ln w="2929">
              <a:solidFill>
                <a:srgbClr val="C6D4E2"/>
              </a:solidFill>
              <a:prstDash val="solid"/>
            </a:ln>
          </p:spPr>
        </p:sp>
        <p:sp>
          <p:nvSpPr>
            <p:cNvPr id="60" name="Input snapshot 0: source 60"/>
            <p:cNvSpPr/>
            <p:nvPr/>
          </p:nvSpPr>
          <p:spPr>
            <a:xfrm>
              <a:off x="1520026" y="950823"/>
              <a:ext cx="38580" cy="44769"/>
            </a:xfrm>
            <a:prstGeom prst="rect">
              <a:avLst/>
            </a:prstGeom>
            <a:solidFill>
              <a:srgbClr val="B7BEC5"/>
            </a:solidFill>
            <a:ln w="2929">
              <a:solidFill>
                <a:srgbClr val="C6D4E2"/>
              </a:solidFill>
              <a:prstDash val="solid"/>
            </a:ln>
          </p:spPr>
        </p:sp>
        <p:sp>
          <p:nvSpPr>
            <p:cNvPr id="61" name="Input snapshot 0: source 61"/>
            <p:cNvSpPr/>
            <p:nvPr/>
          </p:nvSpPr>
          <p:spPr>
            <a:xfrm>
              <a:off x="1557728" y="950823"/>
              <a:ext cx="38580" cy="44769"/>
            </a:xfrm>
            <a:prstGeom prst="rect">
              <a:avLst/>
            </a:prstGeom>
            <a:solidFill>
              <a:srgbClr val="EFF2F4"/>
            </a:solidFill>
            <a:ln w="2929">
              <a:solidFill>
                <a:srgbClr val="C6D4E2"/>
              </a:solidFill>
              <a:prstDash val="solid"/>
            </a:ln>
          </p:spPr>
        </p:sp>
        <p:sp>
          <p:nvSpPr>
            <p:cNvPr id="62" name="Input snapshot 0: source 62"/>
            <p:cNvSpPr/>
            <p:nvPr/>
          </p:nvSpPr>
          <p:spPr>
            <a:xfrm>
              <a:off x="1595431" y="950823"/>
              <a:ext cx="38580" cy="44769"/>
            </a:xfrm>
            <a:prstGeom prst="rect">
              <a:avLst/>
            </a:prstGeom>
            <a:solidFill>
              <a:srgbClr val="EFF2F4"/>
            </a:solidFill>
            <a:ln w="2929">
              <a:solidFill>
                <a:srgbClr val="C6D4E2"/>
              </a:solidFill>
              <a:prstDash val="solid"/>
            </a:ln>
          </p:spPr>
        </p:sp>
        <p:sp>
          <p:nvSpPr>
            <p:cNvPr id="63" name="Input snapshot 0: source 63"/>
            <p:cNvSpPr/>
            <p:nvPr/>
          </p:nvSpPr>
          <p:spPr>
            <a:xfrm>
              <a:off x="1633133" y="950823"/>
              <a:ext cx="38580" cy="44769"/>
            </a:xfrm>
            <a:prstGeom prst="rect">
              <a:avLst/>
            </a:prstGeom>
            <a:solidFill>
              <a:srgbClr val="EFF2F4"/>
            </a:solidFill>
            <a:ln w="2929">
              <a:solidFill>
                <a:srgbClr val="C6D4E2"/>
              </a:solidFill>
              <a:prstDash val="solid"/>
            </a:ln>
          </p:spPr>
        </p:sp>
        <p:sp>
          <p:nvSpPr>
            <p:cNvPr id="64" name="Input snapshot 0: source 64"/>
            <p:cNvSpPr/>
            <p:nvPr/>
          </p:nvSpPr>
          <p:spPr>
            <a:xfrm>
              <a:off x="1143000" y="994715"/>
              <a:ext cx="38580" cy="44769"/>
            </a:xfrm>
            <a:prstGeom prst="rect">
              <a:avLst/>
            </a:prstGeom>
            <a:solidFill>
              <a:srgbClr val="EFF2F4"/>
            </a:solidFill>
            <a:ln w="2929">
              <a:solidFill>
                <a:srgbClr val="C6D4E2"/>
              </a:solidFill>
              <a:prstDash val="solid"/>
            </a:ln>
          </p:spPr>
        </p:sp>
        <p:sp>
          <p:nvSpPr>
            <p:cNvPr id="65" name="Input snapshot 0: source 65"/>
            <p:cNvSpPr/>
            <p:nvPr/>
          </p:nvSpPr>
          <p:spPr>
            <a:xfrm>
              <a:off x="1180703" y="994715"/>
              <a:ext cx="38580" cy="44769"/>
            </a:xfrm>
            <a:prstGeom prst="rect">
              <a:avLst/>
            </a:prstGeom>
            <a:solidFill>
              <a:srgbClr val="B7BEC5"/>
            </a:solidFill>
            <a:ln w="2929">
              <a:solidFill>
                <a:srgbClr val="C6D4E2"/>
              </a:solidFill>
              <a:prstDash val="solid"/>
            </a:ln>
          </p:spPr>
        </p:sp>
        <p:sp>
          <p:nvSpPr>
            <p:cNvPr id="66" name="Input snapshot 0: source 66"/>
            <p:cNvSpPr/>
            <p:nvPr/>
          </p:nvSpPr>
          <p:spPr>
            <a:xfrm>
              <a:off x="1218405" y="994715"/>
              <a:ext cx="38580" cy="44769"/>
            </a:xfrm>
            <a:prstGeom prst="rect">
              <a:avLst/>
            </a:prstGeom>
            <a:solidFill>
              <a:srgbClr val="B7BEC5"/>
            </a:solidFill>
            <a:ln w="2929">
              <a:solidFill>
                <a:srgbClr val="C6D4E2"/>
              </a:solidFill>
              <a:prstDash val="solid"/>
            </a:ln>
          </p:spPr>
        </p:sp>
        <p:sp>
          <p:nvSpPr>
            <p:cNvPr id="67" name="Input snapshot 0: source 67"/>
            <p:cNvSpPr/>
            <p:nvPr/>
          </p:nvSpPr>
          <p:spPr>
            <a:xfrm>
              <a:off x="1256108" y="994715"/>
              <a:ext cx="38580" cy="44769"/>
            </a:xfrm>
            <a:prstGeom prst="rect">
              <a:avLst/>
            </a:prstGeom>
            <a:solidFill>
              <a:srgbClr val="B7BEC5"/>
            </a:solidFill>
            <a:ln w="2929">
              <a:solidFill>
                <a:srgbClr val="C6D4E2"/>
              </a:solidFill>
              <a:prstDash val="solid"/>
            </a:ln>
          </p:spPr>
        </p:sp>
        <p:sp>
          <p:nvSpPr>
            <p:cNvPr id="68" name="Input snapshot 0: source 68"/>
            <p:cNvSpPr/>
            <p:nvPr/>
          </p:nvSpPr>
          <p:spPr>
            <a:xfrm>
              <a:off x="1293810" y="994715"/>
              <a:ext cx="38580" cy="44769"/>
            </a:xfrm>
            <a:prstGeom prst="rect">
              <a:avLst/>
            </a:prstGeom>
            <a:solidFill>
              <a:srgbClr val="B7BEC5"/>
            </a:solidFill>
            <a:ln w="2929">
              <a:solidFill>
                <a:srgbClr val="C6D4E2"/>
              </a:solidFill>
              <a:prstDash val="solid"/>
            </a:ln>
          </p:spPr>
        </p:sp>
        <p:sp>
          <p:nvSpPr>
            <p:cNvPr id="69" name="Input snapshot 0: source 69"/>
            <p:cNvSpPr/>
            <p:nvPr/>
          </p:nvSpPr>
          <p:spPr>
            <a:xfrm>
              <a:off x="1331513" y="994715"/>
              <a:ext cx="38580" cy="44769"/>
            </a:xfrm>
            <a:prstGeom prst="rect">
              <a:avLst/>
            </a:prstGeom>
            <a:solidFill>
              <a:srgbClr val="B7BEC5"/>
            </a:solidFill>
            <a:ln w="2929">
              <a:solidFill>
                <a:srgbClr val="C6D4E2"/>
              </a:solidFill>
              <a:prstDash val="solid"/>
            </a:ln>
          </p:spPr>
        </p:sp>
        <p:sp>
          <p:nvSpPr>
            <p:cNvPr id="70" name="Input snapshot 0: source 70"/>
            <p:cNvSpPr/>
            <p:nvPr/>
          </p:nvSpPr>
          <p:spPr>
            <a:xfrm>
              <a:off x="1369215" y="994715"/>
              <a:ext cx="38580" cy="44769"/>
            </a:xfrm>
            <a:prstGeom prst="rect">
              <a:avLst/>
            </a:prstGeom>
            <a:solidFill>
              <a:srgbClr val="B7BEC5"/>
            </a:solidFill>
            <a:ln w="2929">
              <a:solidFill>
                <a:srgbClr val="C6D4E2"/>
              </a:solidFill>
              <a:prstDash val="solid"/>
            </a:ln>
          </p:spPr>
        </p:sp>
        <p:sp>
          <p:nvSpPr>
            <p:cNvPr id="71" name="Input snapshot 0: source 71"/>
            <p:cNvSpPr/>
            <p:nvPr/>
          </p:nvSpPr>
          <p:spPr>
            <a:xfrm>
              <a:off x="1406918" y="994715"/>
              <a:ext cx="38580" cy="44769"/>
            </a:xfrm>
            <a:prstGeom prst="rect">
              <a:avLst/>
            </a:prstGeom>
            <a:solidFill>
              <a:srgbClr val="D55E00"/>
            </a:solidFill>
            <a:ln w="2929">
              <a:solidFill>
                <a:srgbClr val="C6D4E2"/>
              </a:solidFill>
              <a:prstDash val="solid"/>
            </a:ln>
          </p:spPr>
        </p:sp>
        <p:sp>
          <p:nvSpPr>
            <p:cNvPr id="72" name="Input snapshot 0: source 72"/>
            <p:cNvSpPr/>
            <p:nvPr/>
          </p:nvSpPr>
          <p:spPr>
            <a:xfrm>
              <a:off x="1444620" y="994715"/>
              <a:ext cx="38580" cy="44769"/>
            </a:xfrm>
            <a:prstGeom prst="rect">
              <a:avLst/>
            </a:prstGeom>
            <a:solidFill>
              <a:srgbClr val="D55E00"/>
            </a:solidFill>
            <a:ln w="2929">
              <a:solidFill>
                <a:srgbClr val="C6D4E2"/>
              </a:solidFill>
              <a:prstDash val="solid"/>
            </a:ln>
          </p:spPr>
        </p:sp>
        <p:sp>
          <p:nvSpPr>
            <p:cNvPr id="73" name="Input snapshot 0: source 73"/>
            <p:cNvSpPr/>
            <p:nvPr/>
          </p:nvSpPr>
          <p:spPr>
            <a:xfrm>
              <a:off x="1482323" y="994715"/>
              <a:ext cx="38580" cy="44769"/>
            </a:xfrm>
            <a:prstGeom prst="rect">
              <a:avLst/>
            </a:prstGeom>
            <a:solidFill>
              <a:srgbClr val="D55E00"/>
            </a:solidFill>
            <a:ln w="2929">
              <a:solidFill>
                <a:srgbClr val="C6D4E2"/>
              </a:solidFill>
              <a:prstDash val="solid"/>
            </a:ln>
          </p:spPr>
        </p:sp>
        <p:sp>
          <p:nvSpPr>
            <p:cNvPr id="74" name="Input snapshot 0: source 74"/>
            <p:cNvSpPr/>
            <p:nvPr/>
          </p:nvSpPr>
          <p:spPr>
            <a:xfrm>
              <a:off x="1520026" y="994715"/>
              <a:ext cx="38580" cy="44769"/>
            </a:xfrm>
            <a:prstGeom prst="rect">
              <a:avLst/>
            </a:prstGeom>
            <a:solidFill>
              <a:srgbClr val="B7BEC5"/>
            </a:solidFill>
            <a:ln w="2929">
              <a:solidFill>
                <a:srgbClr val="C6D4E2"/>
              </a:solidFill>
              <a:prstDash val="solid"/>
            </a:ln>
          </p:spPr>
        </p:sp>
        <p:sp>
          <p:nvSpPr>
            <p:cNvPr id="75" name="Input snapshot 0: source 75"/>
            <p:cNvSpPr/>
            <p:nvPr/>
          </p:nvSpPr>
          <p:spPr>
            <a:xfrm>
              <a:off x="1557728" y="994715"/>
              <a:ext cx="38580" cy="44769"/>
            </a:xfrm>
            <a:prstGeom prst="rect">
              <a:avLst/>
            </a:prstGeom>
            <a:solidFill>
              <a:srgbClr val="EFF2F4"/>
            </a:solidFill>
            <a:ln w="2929">
              <a:solidFill>
                <a:srgbClr val="C6D4E2"/>
              </a:solidFill>
              <a:prstDash val="solid"/>
            </a:ln>
          </p:spPr>
        </p:sp>
        <p:sp>
          <p:nvSpPr>
            <p:cNvPr id="76" name="Input snapshot 0: source 76"/>
            <p:cNvSpPr/>
            <p:nvPr/>
          </p:nvSpPr>
          <p:spPr>
            <a:xfrm>
              <a:off x="1595431" y="994715"/>
              <a:ext cx="38580" cy="44769"/>
            </a:xfrm>
            <a:prstGeom prst="rect">
              <a:avLst/>
            </a:prstGeom>
            <a:solidFill>
              <a:srgbClr val="EFF2F4"/>
            </a:solidFill>
            <a:ln w="2929">
              <a:solidFill>
                <a:srgbClr val="C6D4E2"/>
              </a:solidFill>
              <a:prstDash val="solid"/>
            </a:ln>
          </p:spPr>
        </p:sp>
        <p:sp>
          <p:nvSpPr>
            <p:cNvPr id="77" name="Input snapshot 0: source 77"/>
            <p:cNvSpPr/>
            <p:nvPr/>
          </p:nvSpPr>
          <p:spPr>
            <a:xfrm>
              <a:off x="1633133" y="994715"/>
              <a:ext cx="38580" cy="44769"/>
            </a:xfrm>
            <a:prstGeom prst="rect">
              <a:avLst/>
            </a:prstGeom>
            <a:solidFill>
              <a:srgbClr val="EFF2F4"/>
            </a:solidFill>
            <a:ln w="2929">
              <a:solidFill>
                <a:srgbClr val="C6D4E2"/>
              </a:solidFill>
              <a:prstDash val="solid"/>
            </a:ln>
          </p:spPr>
        </p:sp>
        <p:sp>
          <p:nvSpPr>
            <p:cNvPr id="78" name="Input snapshot 0: source 78"/>
            <p:cNvSpPr/>
            <p:nvPr/>
          </p:nvSpPr>
          <p:spPr>
            <a:xfrm>
              <a:off x="1143000" y="1038606"/>
              <a:ext cx="38580" cy="44769"/>
            </a:xfrm>
            <a:prstGeom prst="rect">
              <a:avLst/>
            </a:prstGeom>
            <a:solidFill>
              <a:srgbClr val="EFF2F4"/>
            </a:solidFill>
            <a:ln w="2929">
              <a:solidFill>
                <a:srgbClr val="C6D4E2"/>
              </a:solidFill>
              <a:prstDash val="solid"/>
            </a:ln>
          </p:spPr>
        </p:sp>
        <p:sp>
          <p:nvSpPr>
            <p:cNvPr id="79" name="Input snapshot 0: source 79"/>
            <p:cNvSpPr/>
            <p:nvPr/>
          </p:nvSpPr>
          <p:spPr>
            <a:xfrm>
              <a:off x="1180703" y="1038606"/>
              <a:ext cx="38580" cy="44769"/>
            </a:xfrm>
            <a:prstGeom prst="rect">
              <a:avLst/>
            </a:prstGeom>
            <a:solidFill>
              <a:srgbClr val="B7BEC5"/>
            </a:solidFill>
            <a:ln w="2929">
              <a:solidFill>
                <a:srgbClr val="C6D4E2"/>
              </a:solidFill>
              <a:prstDash val="solid"/>
            </a:ln>
          </p:spPr>
        </p:sp>
        <p:sp>
          <p:nvSpPr>
            <p:cNvPr id="80" name="Input snapshot 0: source 80"/>
            <p:cNvSpPr/>
            <p:nvPr/>
          </p:nvSpPr>
          <p:spPr>
            <a:xfrm>
              <a:off x="1218405" y="1038606"/>
              <a:ext cx="38580" cy="44769"/>
            </a:xfrm>
            <a:prstGeom prst="rect">
              <a:avLst/>
            </a:prstGeom>
            <a:solidFill>
              <a:srgbClr val="B7BEC5"/>
            </a:solidFill>
            <a:ln w="2929">
              <a:solidFill>
                <a:srgbClr val="C6D4E2"/>
              </a:solidFill>
              <a:prstDash val="solid"/>
            </a:ln>
          </p:spPr>
        </p:sp>
        <p:sp>
          <p:nvSpPr>
            <p:cNvPr id="81" name="Input snapshot 0: source 81"/>
            <p:cNvSpPr/>
            <p:nvPr/>
          </p:nvSpPr>
          <p:spPr>
            <a:xfrm>
              <a:off x="1256108" y="1038606"/>
              <a:ext cx="38580" cy="44769"/>
            </a:xfrm>
            <a:prstGeom prst="rect">
              <a:avLst/>
            </a:prstGeom>
            <a:solidFill>
              <a:srgbClr val="B7BEC5"/>
            </a:solidFill>
            <a:ln w="2929">
              <a:solidFill>
                <a:srgbClr val="C6D4E2"/>
              </a:solidFill>
              <a:prstDash val="solid"/>
            </a:ln>
          </p:spPr>
        </p:sp>
        <p:sp>
          <p:nvSpPr>
            <p:cNvPr id="82" name="Input snapshot 0: source 82"/>
            <p:cNvSpPr/>
            <p:nvPr/>
          </p:nvSpPr>
          <p:spPr>
            <a:xfrm>
              <a:off x="1293810" y="1038606"/>
              <a:ext cx="38580" cy="44769"/>
            </a:xfrm>
            <a:prstGeom prst="rect">
              <a:avLst/>
            </a:prstGeom>
            <a:solidFill>
              <a:srgbClr val="B7BEC5"/>
            </a:solidFill>
            <a:ln w="2929">
              <a:solidFill>
                <a:srgbClr val="C6D4E2"/>
              </a:solidFill>
              <a:prstDash val="solid"/>
            </a:ln>
          </p:spPr>
        </p:sp>
        <p:sp>
          <p:nvSpPr>
            <p:cNvPr id="83" name="Input snapshot 0: source 83"/>
            <p:cNvSpPr/>
            <p:nvPr/>
          </p:nvSpPr>
          <p:spPr>
            <a:xfrm>
              <a:off x="1331513" y="1038606"/>
              <a:ext cx="38580" cy="44769"/>
            </a:xfrm>
            <a:prstGeom prst="rect">
              <a:avLst/>
            </a:prstGeom>
            <a:solidFill>
              <a:srgbClr val="B7BEC5"/>
            </a:solidFill>
            <a:ln w="2929">
              <a:solidFill>
                <a:srgbClr val="C6D4E2"/>
              </a:solidFill>
              <a:prstDash val="solid"/>
            </a:ln>
          </p:spPr>
        </p:sp>
        <p:sp>
          <p:nvSpPr>
            <p:cNvPr id="84" name="Input snapshot 0: source 84"/>
            <p:cNvSpPr/>
            <p:nvPr/>
          </p:nvSpPr>
          <p:spPr>
            <a:xfrm>
              <a:off x="1369215" y="1038606"/>
              <a:ext cx="38580" cy="44769"/>
            </a:xfrm>
            <a:prstGeom prst="rect">
              <a:avLst/>
            </a:prstGeom>
            <a:solidFill>
              <a:srgbClr val="B7BEC5"/>
            </a:solidFill>
            <a:ln w="2929">
              <a:solidFill>
                <a:srgbClr val="C6D4E2"/>
              </a:solidFill>
              <a:prstDash val="solid"/>
            </a:ln>
          </p:spPr>
        </p:sp>
        <p:sp>
          <p:nvSpPr>
            <p:cNvPr id="85" name="Input snapshot 0: source 85"/>
            <p:cNvSpPr/>
            <p:nvPr/>
          </p:nvSpPr>
          <p:spPr>
            <a:xfrm>
              <a:off x="1406918" y="1038606"/>
              <a:ext cx="38580" cy="44769"/>
            </a:xfrm>
            <a:prstGeom prst="rect">
              <a:avLst/>
            </a:prstGeom>
            <a:solidFill>
              <a:srgbClr val="D55E00"/>
            </a:solidFill>
            <a:ln w="2929">
              <a:solidFill>
                <a:srgbClr val="C6D4E2"/>
              </a:solidFill>
              <a:prstDash val="solid"/>
            </a:ln>
          </p:spPr>
        </p:sp>
        <p:sp>
          <p:nvSpPr>
            <p:cNvPr id="86" name="Input snapshot 0: source 86"/>
            <p:cNvSpPr/>
            <p:nvPr/>
          </p:nvSpPr>
          <p:spPr>
            <a:xfrm>
              <a:off x="1444620" y="1038606"/>
              <a:ext cx="38580" cy="44769"/>
            </a:xfrm>
            <a:prstGeom prst="rect">
              <a:avLst/>
            </a:prstGeom>
            <a:solidFill>
              <a:srgbClr val="D55E00"/>
            </a:solidFill>
            <a:ln w="2929">
              <a:solidFill>
                <a:srgbClr val="C6D4E2"/>
              </a:solidFill>
              <a:prstDash val="solid"/>
            </a:ln>
          </p:spPr>
        </p:sp>
        <p:sp>
          <p:nvSpPr>
            <p:cNvPr id="87" name="Input snapshot 0: source 87"/>
            <p:cNvSpPr/>
            <p:nvPr/>
          </p:nvSpPr>
          <p:spPr>
            <a:xfrm>
              <a:off x="1482323" y="1038606"/>
              <a:ext cx="38580" cy="44769"/>
            </a:xfrm>
            <a:prstGeom prst="rect">
              <a:avLst/>
            </a:prstGeom>
            <a:solidFill>
              <a:srgbClr val="D55E00"/>
            </a:solidFill>
            <a:ln w="2929">
              <a:solidFill>
                <a:srgbClr val="C6D4E2"/>
              </a:solidFill>
              <a:prstDash val="solid"/>
            </a:ln>
          </p:spPr>
        </p:sp>
        <p:sp>
          <p:nvSpPr>
            <p:cNvPr id="88" name="Input snapshot 0: source 88"/>
            <p:cNvSpPr/>
            <p:nvPr/>
          </p:nvSpPr>
          <p:spPr>
            <a:xfrm>
              <a:off x="1520026" y="1038606"/>
              <a:ext cx="38580" cy="44769"/>
            </a:xfrm>
            <a:prstGeom prst="rect">
              <a:avLst/>
            </a:prstGeom>
            <a:solidFill>
              <a:srgbClr val="B7BEC5"/>
            </a:solidFill>
            <a:ln w="2929">
              <a:solidFill>
                <a:srgbClr val="C6D4E2"/>
              </a:solidFill>
              <a:prstDash val="solid"/>
            </a:ln>
          </p:spPr>
        </p:sp>
        <p:sp>
          <p:nvSpPr>
            <p:cNvPr id="89" name="Input snapshot 0: source 89"/>
            <p:cNvSpPr/>
            <p:nvPr/>
          </p:nvSpPr>
          <p:spPr>
            <a:xfrm>
              <a:off x="1557728" y="1038606"/>
              <a:ext cx="38580" cy="44769"/>
            </a:xfrm>
            <a:prstGeom prst="rect">
              <a:avLst/>
            </a:prstGeom>
            <a:solidFill>
              <a:srgbClr val="EFF2F4"/>
            </a:solidFill>
            <a:ln w="2929">
              <a:solidFill>
                <a:srgbClr val="C6D4E2"/>
              </a:solidFill>
              <a:prstDash val="solid"/>
            </a:ln>
          </p:spPr>
        </p:sp>
        <p:sp>
          <p:nvSpPr>
            <p:cNvPr id="90" name="Input snapshot 0: source 90"/>
            <p:cNvSpPr/>
            <p:nvPr/>
          </p:nvSpPr>
          <p:spPr>
            <a:xfrm>
              <a:off x="1595431" y="1038606"/>
              <a:ext cx="38580" cy="44769"/>
            </a:xfrm>
            <a:prstGeom prst="rect">
              <a:avLst/>
            </a:prstGeom>
            <a:solidFill>
              <a:srgbClr val="EFF2F4"/>
            </a:solidFill>
            <a:ln w="2929">
              <a:solidFill>
                <a:srgbClr val="C6D4E2"/>
              </a:solidFill>
              <a:prstDash val="solid"/>
            </a:ln>
          </p:spPr>
        </p:sp>
        <p:sp>
          <p:nvSpPr>
            <p:cNvPr id="91" name="Input snapshot 0: source 91"/>
            <p:cNvSpPr/>
            <p:nvPr/>
          </p:nvSpPr>
          <p:spPr>
            <a:xfrm>
              <a:off x="1633133" y="1038606"/>
              <a:ext cx="38580" cy="44769"/>
            </a:xfrm>
            <a:prstGeom prst="rect">
              <a:avLst/>
            </a:prstGeom>
            <a:solidFill>
              <a:srgbClr val="EFF2F4"/>
            </a:solidFill>
            <a:ln w="2929">
              <a:solidFill>
                <a:srgbClr val="C6D4E2"/>
              </a:solidFill>
              <a:prstDash val="solid"/>
            </a:ln>
          </p:spPr>
        </p:sp>
        <p:sp>
          <p:nvSpPr>
            <p:cNvPr id="92" name="Input snapshot 0: source 92"/>
            <p:cNvSpPr/>
            <p:nvPr/>
          </p:nvSpPr>
          <p:spPr>
            <a:xfrm>
              <a:off x="1143000" y="1082497"/>
              <a:ext cx="38580" cy="44769"/>
            </a:xfrm>
            <a:prstGeom prst="rect">
              <a:avLst/>
            </a:prstGeom>
            <a:solidFill>
              <a:srgbClr val="EFF2F4"/>
            </a:solidFill>
            <a:ln w="2929">
              <a:solidFill>
                <a:srgbClr val="C6D4E2"/>
              </a:solidFill>
              <a:prstDash val="solid"/>
            </a:ln>
          </p:spPr>
        </p:sp>
        <p:sp>
          <p:nvSpPr>
            <p:cNvPr id="93" name="Input snapshot 0: source 93"/>
            <p:cNvSpPr/>
            <p:nvPr/>
          </p:nvSpPr>
          <p:spPr>
            <a:xfrm>
              <a:off x="1180703" y="1082497"/>
              <a:ext cx="38580" cy="44769"/>
            </a:xfrm>
            <a:prstGeom prst="rect">
              <a:avLst/>
            </a:prstGeom>
            <a:solidFill>
              <a:srgbClr val="0072B2"/>
            </a:solidFill>
            <a:ln w="2929">
              <a:solidFill>
                <a:srgbClr val="C6D4E2"/>
              </a:solidFill>
              <a:prstDash val="solid"/>
            </a:ln>
          </p:spPr>
        </p:sp>
        <p:sp>
          <p:nvSpPr>
            <p:cNvPr id="94" name="Input snapshot 0: source 94"/>
            <p:cNvSpPr/>
            <p:nvPr/>
          </p:nvSpPr>
          <p:spPr>
            <a:xfrm>
              <a:off x="1218405" y="1082497"/>
              <a:ext cx="38580" cy="44769"/>
            </a:xfrm>
            <a:prstGeom prst="rect">
              <a:avLst/>
            </a:prstGeom>
            <a:solidFill>
              <a:srgbClr val="0072B2"/>
            </a:solidFill>
            <a:ln w="2929">
              <a:solidFill>
                <a:srgbClr val="C6D4E2"/>
              </a:solidFill>
              <a:prstDash val="solid"/>
            </a:ln>
          </p:spPr>
        </p:sp>
        <p:sp>
          <p:nvSpPr>
            <p:cNvPr id="95" name="Input snapshot 0: source 95"/>
            <p:cNvSpPr/>
            <p:nvPr/>
          </p:nvSpPr>
          <p:spPr>
            <a:xfrm>
              <a:off x="1256108" y="1082497"/>
              <a:ext cx="38580" cy="44769"/>
            </a:xfrm>
            <a:prstGeom prst="rect">
              <a:avLst/>
            </a:prstGeom>
            <a:solidFill>
              <a:srgbClr val="0072B2"/>
            </a:solidFill>
            <a:ln w="2929">
              <a:solidFill>
                <a:srgbClr val="C6D4E2"/>
              </a:solidFill>
              <a:prstDash val="solid"/>
            </a:ln>
          </p:spPr>
        </p:sp>
        <p:sp>
          <p:nvSpPr>
            <p:cNvPr id="96" name="Input snapshot 0: source 96"/>
            <p:cNvSpPr/>
            <p:nvPr/>
          </p:nvSpPr>
          <p:spPr>
            <a:xfrm>
              <a:off x="1293810" y="1082497"/>
              <a:ext cx="38580" cy="44769"/>
            </a:xfrm>
            <a:prstGeom prst="rect">
              <a:avLst/>
            </a:prstGeom>
            <a:solidFill>
              <a:srgbClr val="0072B2"/>
            </a:solidFill>
            <a:ln w="2929">
              <a:solidFill>
                <a:srgbClr val="C6D4E2"/>
              </a:solidFill>
              <a:prstDash val="solid"/>
            </a:ln>
          </p:spPr>
        </p:sp>
        <p:sp>
          <p:nvSpPr>
            <p:cNvPr id="97" name="Input snapshot 0: source 97"/>
            <p:cNvSpPr/>
            <p:nvPr/>
          </p:nvSpPr>
          <p:spPr>
            <a:xfrm>
              <a:off x="1331513" y="1082497"/>
              <a:ext cx="38580" cy="44769"/>
            </a:xfrm>
            <a:prstGeom prst="rect">
              <a:avLst/>
            </a:prstGeom>
            <a:solidFill>
              <a:srgbClr val="B7BEC5"/>
            </a:solidFill>
            <a:ln w="2929">
              <a:solidFill>
                <a:srgbClr val="C6D4E2"/>
              </a:solidFill>
              <a:prstDash val="solid"/>
            </a:ln>
          </p:spPr>
        </p:sp>
        <p:sp>
          <p:nvSpPr>
            <p:cNvPr id="98" name="Input snapshot 0: source 98"/>
            <p:cNvSpPr/>
            <p:nvPr/>
          </p:nvSpPr>
          <p:spPr>
            <a:xfrm>
              <a:off x="1369215" y="1082497"/>
              <a:ext cx="38580" cy="44769"/>
            </a:xfrm>
            <a:prstGeom prst="rect">
              <a:avLst/>
            </a:prstGeom>
            <a:solidFill>
              <a:srgbClr val="B7BEC5"/>
            </a:solidFill>
            <a:ln w="2929">
              <a:solidFill>
                <a:srgbClr val="C6D4E2"/>
              </a:solidFill>
              <a:prstDash val="solid"/>
            </a:ln>
          </p:spPr>
        </p:sp>
        <p:sp>
          <p:nvSpPr>
            <p:cNvPr id="99" name="Input snapshot 0: source 99"/>
            <p:cNvSpPr/>
            <p:nvPr/>
          </p:nvSpPr>
          <p:spPr>
            <a:xfrm>
              <a:off x="1406918" y="1082497"/>
              <a:ext cx="38580" cy="44769"/>
            </a:xfrm>
            <a:prstGeom prst="rect">
              <a:avLst/>
            </a:prstGeom>
            <a:solidFill>
              <a:srgbClr val="D55E00"/>
            </a:solidFill>
            <a:ln w="2929">
              <a:solidFill>
                <a:srgbClr val="C6D4E2"/>
              </a:solidFill>
              <a:prstDash val="solid"/>
            </a:ln>
          </p:spPr>
        </p:sp>
        <p:sp>
          <p:nvSpPr>
            <p:cNvPr id="100" name="Input snapshot 0: source 100"/>
            <p:cNvSpPr/>
            <p:nvPr/>
          </p:nvSpPr>
          <p:spPr>
            <a:xfrm>
              <a:off x="1444620" y="1082497"/>
              <a:ext cx="38580" cy="44769"/>
            </a:xfrm>
            <a:prstGeom prst="rect">
              <a:avLst/>
            </a:prstGeom>
            <a:solidFill>
              <a:srgbClr val="D55E00"/>
            </a:solidFill>
            <a:ln w="2929">
              <a:solidFill>
                <a:srgbClr val="C6D4E2"/>
              </a:solidFill>
              <a:prstDash val="solid"/>
            </a:ln>
          </p:spPr>
        </p:sp>
        <p:sp>
          <p:nvSpPr>
            <p:cNvPr id="101" name="Input snapshot 0: source 101"/>
            <p:cNvSpPr/>
            <p:nvPr/>
          </p:nvSpPr>
          <p:spPr>
            <a:xfrm>
              <a:off x="1482323" y="1082497"/>
              <a:ext cx="38580" cy="44769"/>
            </a:xfrm>
            <a:prstGeom prst="rect">
              <a:avLst/>
            </a:prstGeom>
            <a:solidFill>
              <a:srgbClr val="D55E00"/>
            </a:solidFill>
            <a:ln w="2929">
              <a:solidFill>
                <a:srgbClr val="C6D4E2"/>
              </a:solidFill>
              <a:prstDash val="solid"/>
            </a:ln>
          </p:spPr>
        </p:sp>
        <p:sp>
          <p:nvSpPr>
            <p:cNvPr id="102" name="Input snapshot 0: source 102"/>
            <p:cNvSpPr/>
            <p:nvPr/>
          </p:nvSpPr>
          <p:spPr>
            <a:xfrm>
              <a:off x="1520026" y="1082497"/>
              <a:ext cx="38580" cy="44769"/>
            </a:xfrm>
            <a:prstGeom prst="rect">
              <a:avLst/>
            </a:prstGeom>
            <a:solidFill>
              <a:srgbClr val="B7BEC5"/>
            </a:solidFill>
            <a:ln w="2929">
              <a:solidFill>
                <a:srgbClr val="C6D4E2"/>
              </a:solidFill>
              <a:prstDash val="solid"/>
            </a:ln>
          </p:spPr>
        </p:sp>
        <p:sp>
          <p:nvSpPr>
            <p:cNvPr id="103" name="Input snapshot 0: source 103"/>
            <p:cNvSpPr/>
            <p:nvPr/>
          </p:nvSpPr>
          <p:spPr>
            <a:xfrm>
              <a:off x="1557728" y="1082497"/>
              <a:ext cx="38580" cy="44769"/>
            </a:xfrm>
            <a:prstGeom prst="rect">
              <a:avLst/>
            </a:prstGeom>
            <a:solidFill>
              <a:srgbClr val="EFF2F4"/>
            </a:solidFill>
            <a:ln w="2929">
              <a:solidFill>
                <a:srgbClr val="C6D4E2"/>
              </a:solidFill>
              <a:prstDash val="solid"/>
            </a:ln>
          </p:spPr>
        </p:sp>
        <p:sp>
          <p:nvSpPr>
            <p:cNvPr id="104" name="Input snapshot 0: source 104"/>
            <p:cNvSpPr/>
            <p:nvPr/>
          </p:nvSpPr>
          <p:spPr>
            <a:xfrm>
              <a:off x="1595431" y="1082497"/>
              <a:ext cx="38580" cy="44769"/>
            </a:xfrm>
            <a:prstGeom prst="rect">
              <a:avLst/>
            </a:prstGeom>
            <a:solidFill>
              <a:srgbClr val="EFF2F4"/>
            </a:solidFill>
            <a:ln w="2929">
              <a:solidFill>
                <a:srgbClr val="C6D4E2"/>
              </a:solidFill>
              <a:prstDash val="solid"/>
            </a:ln>
          </p:spPr>
        </p:sp>
        <p:sp>
          <p:nvSpPr>
            <p:cNvPr id="105" name="Input snapshot 0: source 105"/>
            <p:cNvSpPr/>
            <p:nvPr/>
          </p:nvSpPr>
          <p:spPr>
            <a:xfrm>
              <a:off x="1633133" y="1082497"/>
              <a:ext cx="38580" cy="44769"/>
            </a:xfrm>
            <a:prstGeom prst="rect">
              <a:avLst/>
            </a:prstGeom>
            <a:solidFill>
              <a:srgbClr val="EFF2F4"/>
            </a:solidFill>
            <a:ln w="2929">
              <a:solidFill>
                <a:srgbClr val="C6D4E2"/>
              </a:solidFill>
              <a:prstDash val="solid"/>
            </a:ln>
          </p:spPr>
        </p:sp>
        <p:sp>
          <p:nvSpPr>
            <p:cNvPr id="106" name="Input snapshot 0: source 106"/>
            <p:cNvSpPr/>
            <p:nvPr/>
          </p:nvSpPr>
          <p:spPr>
            <a:xfrm>
              <a:off x="1143000" y="1126389"/>
              <a:ext cx="38580" cy="44769"/>
            </a:xfrm>
            <a:prstGeom prst="rect">
              <a:avLst/>
            </a:prstGeom>
            <a:solidFill>
              <a:srgbClr val="0072B2"/>
            </a:solidFill>
            <a:ln w="2929">
              <a:solidFill>
                <a:srgbClr val="C6D4E2"/>
              </a:solidFill>
              <a:prstDash val="solid"/>
            </a:ln>
          </p:spPr>
        </p:sp>
        <p:sp>
          <p:nvSpPr>
            <p:cNvPr id="107" name="Input snapshot 0: source 107"/>
            <p:cNvSpPr/>
            <p:nvPr/>
          </p:nvSpPr>
          <p:spPr>
            <a:xfrm>
              <a:off x="1180703" y="1126389"/>
              <a:ext cx="38580" cy="44769"/>
            </a:xfrm>
            <a:prstGeom prst="rect">
              <a:avLst/>
            </a:prstGeom>
            <a:solidFill>
              <a:srgbClr val="0072B2"/>
            </a:solidFill>
            <a:ln w="2929">
              <a:solidFill>
                <a:srgbClr val="C6D4E2"/>
              </a:solidFill>
              <a:prstDash val="solid"/>
            </a:ln>
          </p:spPr>
        </p:sp>
        <p:sp>
          <p:nvSpPr>
            <p:cNvPr id="108" name="Input snapshot 0: source 108"/>
            <p:cNvSpPr/>
            <p:nvPr/>
          </p:nvSpPr>
          <p:spPr>
            <a:xfrm>
              <a:off x="1218405" y="1126389"/>
              <a:ext cx="38580" cy="44769"/>
            </a:xfrm>
            <a:prstGeom prst="rect">
              <a:avLst/>
            </a:prstGeom>
            <a:solidFill>
              <a:srgbClr val="0072B2"/>
            </a:solidFill>
            <a:ln w="2929">
              <a:solidFill>
                <a:srgbClr val="C6D4E2"/>
              </a:solidFill>
              <a:prstDash val="solid"/>
            </a:ln>
          </p:spPr>
        </p:sp>
        <p:sp>
          <p:nvSpPr>
            <p:cNvPr id="109" name="Input snapshot 0: source 109"/>
            <p:cNvSpPr/>
            <p:nvPr/>
          </p:nvSpPr>
          <p:spPr>
            <a:xfrm>
              <a:off x="1256108" y="1126389"/>
              <a:ext cx="38580" cy="44769"/>
            </a:xfrm>
            <a:prstGeom prst="rect">
              <a:avLst/>
            </a:prstGeom>
            <a:solidFill>
              <a:srgbClr val="0072B2"/>
            </a:solidFill>
            <a:ln w="2929">
              <a:solidFill>
                <a:srgbClr val="C6D4E2"/>
              </a:solidFill>
              <a:prstDash val="solid"/>
            </a:ln>
          </p:spPr>
        </p:sp>
        <p:sp>
          <p:nvSpPr>
            <p:cNvPr id="110" name="Input snapshot 0: source 110"/>
            <p:cNvSpPr/>
            <p:nvPr/>
          </p:nvSpPr>
          <p:spPr>
            <a:xfrm>
              <a:off x="1293810" y="1126389"/>
              <a:ext cx="38580" cy="44769"/>
            </a:xfrm>
            <a:prstGeom prst="rect">
              <a:avLst/>
            </a:prstGeom>
            <a:solidFill>
              <a:srgbClr val="0072B2"/>
            </a:solidFill>
            <a:ln w="2929">
              <a:solidFill>
                <a:srgbClr val="C6D4E2"/>
              </a:solidFill>
              <a:prstDash val="solid"/>
            </a:ln>
          </p:spPr>
        </p:sp>
        <p:sp>
          <p:nvSpPr>
            <p:cNvPr id="111" name="Input snapshot 0: source 111"/>
            <p:cNvSpPr/>
            <p:nvPr/>
          </p:nvSpPr>
          <p:spPr>
            <a:xfrm>
              <a:off x="1331513" y="1126389"/>
              <a:ext cx="38580" cy="44769"/>
            </a:xfrm>
            <a:prstGeom prst="rect">
              <a:avLst/>
            </a:prstGeom>
            <a:solidFill>
              <a:srgbClr val="B7BEC5"/>
            </a:solidFill>
            <a:ln w="2929">
              <a:solidFill>
                <a:srgbClr val="C6D4E2"/>
              </a:solidFill>
              <a:prstDash val="solid"/>
            </a:ln>
          </p:spPr>
        </p:sp>
        <p:sp>
          <p:nvSpPr>
            <p:cNvPr id="112" name="Input snapshot 0: source 112"/>
            <p:cNvSpPr/>
            <p:nvPr/>
          </p:nvSpPr>
          <p:spPr>
            <a:xfrm>
              <a:off x="1369215" y="1126389"/>
              <a:ext cx="38580" cy="44769"/>
            </a:xfrm>
            <a:prstGeom prst="rect">
              <a:avLst/>
            </a:prstGeom>
            <a:solidFill>
              <a:srgbClr val="B7BEC5"/>
            </a:solidFill>
            <a:ln w="2929">
              <a:solidFill>
                <a:srgbClr val="C6D4E2"/>
              </a:solidFill>
              <a:prstDash val="solid"/>
            </a:ln>
          </p:spPr>
        </p:sp>
        <p:sp>
          <p:nvSpPr>
            <p:cNvPr id="113" name="Input snapshot 0: source 113"/>
            <p:cNvSpPr/>
            <p:nvPr/>
          </p:nvSpPr>
          <p:spPr>
            <a:xfrm>
              <a:off x="1406918" y="1126389"/>
              <a:ext cx="38580" cy="44769"/>
            </a:xfrm>
            <a:prstGeom prst="rect">
              <a:avLst/>
            </a:prstGeom>
            <a:solidFill>
              <a:srgbClr val="B7BEC5"/>
            </a:solidFill>
            <a:ln w="2929">
              <a:solidFill>
                <a:srgbClr val="C6D4E2"/>
              </a:solidFill>
              <a:prstDash val="solid"/>
            </a:ln>
          </p:spPr>
        </p:sp>
        <p:sp>
          <p:nvSpPr>
            <p:cNvPr id="114" name="Input snapshot 0: source 114"/>
            <p:cNvSpPr/>
            <p:nvPr/>
          </p:nvSpPr>
          <p:spPr>
            <a:xfrm>
              <a:off x="1444620" y="1126389"/>
              <a:ext cx="38580" cy="44769"/>
            </a:xfrm>
            <a:prstGeom prst="rect">
              <a:avLst/>
            </a:prstGeom>
            <a:solidFill>
              <a:srgbClr val="B7BEC5"/>
            </a:solidFill>
            <a:ln w="2929">
              <a:solidFill>
                <a:srgbClr val="C6D4E2"/>
              </a:solidFill>
              <a:prstDash val="solid"/>
            </a:ln>
          </p:spPr>
        </p:sp>
        <p:sp>
          <p:nvSpPr>
            <p:cNvPr id="115" name="Input snapshot 0: source 115"/>
            <p:cNvSpPr/>
            <p:nvPr/>
          </p:nvSpPr>
          <p:spPr>
            <a:xfrm>
              <a:off x="1482323" y="1126389"/>
              <a:ext cx="38580" cy="44769"/>
            </a:xfrm>
            <a:prstGeom prst="rect">
              <a:avLst/>
            </a:prstGeom>
            <a:solidFill>
              <a:srgbClr val="B7BEC5"/>
            </a:solidFill>
            <a:ln w="2929">
              <a:solidFill>
                <a:srgbClr val="C6D4E2"/>
              </a:solidFill>
              <a:prstDash val="solid"/>
            </a:ln>
          </p:spPr>
        </p:sp>
        <p:sp>
          <p:nvSpPr>
            <p:cNvPr id="116" name="Input snapshot 0: source 116"/>
            <p:cNvSpPr/>
            <p:nvPr/>
          </p:nvSpPr>
          <p:spPr>
            <a:xfrm>
              <a:off x="1520026" y="1126389"/>
              <a:ext cx="38580" cy="44769"/>
            </a:xfrm>
            <a:prstGeom prst="rect">
              <a:avLst/>
            </a:prstGeom>
            <a:solidFill>
              <a:srgbClr val="B7BEC5"/>
            </a:solidFill>
            <a:ln w="2929">
              <a:solidFill>
                <a:srgbClr val="C6D4E2"/>
              </a:solidFill>
              <a:prstDash val="solid"/>
            </a:ln>
          </p:spPr>
        </p:sp>
        <p:sp>
          <p:nvSpPr>
            <p:cNvPr id="117" name="Input snapshot 0: source 117"/>
            <p:cNvSpPr/>
            <p:nvPr/>
          </p:nvSpPr>
          <p:spPr>
            <a:xfrm>
              <a:off x="1557728" y="1126389"/>
              <a:ext cx="38580" cy="44769"/>
            </a:xfrm>
            <a:prstGeom prst="rect">
              <a:avLst/>
            </a:prstGeom>
            <a:solidFill>
              <a:srgbClr val="EFF2F4"/>
            </a:solidFill>
            <a:ln w="2929">
              <a:solidFill>
                <a:srgbClr val="C6D4E2"/>
              </a:solidFill>
              <a:prstDash val="solid"/>
            </a:ln>
          </p:spPr>
        </p:sp>
        <p:sp>
          <p:nvSpPr>
            <p:cNvPr id="118" name="Input snapshot 0: source 118"/>
            <p:cNvSpPr/>
            <p:nvPr/>
          </p:nvSpPr>
          <p:spPr>
            <a:xfrm>
              <a:off x="1595431" y="1126389"/>
              <a:ext cx="38580" cy="44769"/>
            </a:xfrm>
            <a:prstGeom prst="rect">
              <a:avLst/>
            </a:prstGeom>
            <a:solidFill>
              <a:srgbClr val="EFF2F4"/>
            </a:solidFill>
            <a:ln w="2929">
              <a:solidFill>
                <a:srgbClr val="C6D4E2"/>
              </a:solidFill>
              <a:prstDash val="solid"/>
            </a:ln>
          </p:spPr>
        </p:sp>
        <p:sp>
          <p:nvSpPr>
            <p:cNvPr id="119" name="Input snapshot 0: source 119"/>
            <p:cNvSpPr/>
            <p:nvPr/>
          </p:nvSpPr>
          <p:spPr>
            <a:xfrm>
              <a:off x="1633133" y="1126389"/>
              <a:ext cx="38580" cy="44769"/>
            </a:xfrm>
            <a:prstGeom prst="rect">
              <a:avLst/>
            </a:prstGeom>
            <a:solidFill>
              <a:srgbClr val="EFF2F4"/>
            </a:solidFill>
            <a:ln w="2929">
              <a:solidFill>
                <a:srgbClr val="C6D4E2"/>
              </a:solidFill>
              <a:prstDash val="solid"/>
            </a:ln>
          </p:spPr>
        </p:sp>
        <p:sp>
          <p:nvSpPr>
            <p:cNvPr id="120" name="Input snapshot 0: source 120"/>
            <p:cNvSpPr/>
            <p:nvPr/>
          </p:nvSpPr>
          <p:spPr>
            <a:xfrm>
              <a:off x="1143000" y="1170279"/>
              <a:ext cx="38580" cy="44769"/>
            </a:xfrm>
            <a:prstGeom prst="rect">
              <a:avLst/>
            </a:prstGeom>
            <a:solidFill>
              <a:srgbClr val="EFF2F4"/>
            </a:solidFill>
            <a:ln w="2929">
              <a:solidFill>
                <a:srgbClr val="C6D4E2"/>
              </a:solidFill>
              <a:prstDash val="solid"/>
            </a:ln>
          </p:spPr>
        </p:sp>
        <p:sp>
          <p:nvSpPr>
            <p:cNvPr id="121" name="Input snapshot 0: source 121"/>
            <p:cNvSpPr/>
            <p:nvPr/>
          </p:nvSpPr>
          <p:spPr>
            <a:xfrm>
              <a:off x="1180703" y="1170279"/>
              <a:ext cx="38580" cy="44769"/>
            </a:xfrm>
            <a:prstGeom prst="rect">
              <a:avLst/>
            </a:prstGeom>
            <a:solidFill>
              <a:srgbClr val="0072B2"/>
            </a:solidFill>
            <a:ln w="2929">
              <a:solidFill>
                <a:srgbClr val="C6D4E2"/>
              </a:solidFill>
              <a:prstDash val="solid"/>
            </a:ln>
          </p:spPr>
        </p:sp>
        <p:sp>
          <p:nvSpPr>
            <p:cNvPr id="122" name="Input snapshot 0: source 122"/>
            <p:cNvSpPr/>
            <p:nvPr/>
          </p:nvSpPr>
          <p:spPr>
            <a:xfrm>
              <a:off x="1218405" y="1170279"/>
              <a:ext cx="38580" cy="44769"/>
            </a:xfrm>
            <a:prstGeom prst="rect">
              <a:avLst/>
            </a:prstGeom>
            <a:solidFill>
              <a:srgbClr val="0072B2"/>
            </a:solidFill>
            <a:ln w="2929">
              <a:solidFill>
                <a:srgbClr val="C6D4E2"/>
              </a:solidFill>
              <a:prstDash val="solid"/>
            </a:ln>
          </p:spPr>
        </p:sp>
        <p:sp>
          <p:nvSpPr>
            <p:cNvPr id="123" name="Input snapshot 0: source 123"/>
            <p:cNvSpPr/>
            <p:nvPr/>
          </p:nvSpPr>
          <p:spPr>
            <a:xfrm>
              <a:off x="1256108" y="1170279"/>
              <a:ext cx="38580" cy="44769"/>
            </a:xfrm>
            <a:prstGeom prst="rect">
              <a:avLst/>
            </a:prstGeom>
            <a:solidFill>
              <a:srgbClr val="0072B2"/>
            </a:solidFill>
            <a:ln w="2929">
              <a:solidFill>
                <a:srgbClr val="C6D4E2"/>
              </a:solidFill>
              <a:prstDash val="solid"/>
            </a:ln>
          </p:spPr>
        </p:sp>
        <p:sp>
          <p:nvSpPr>
            <p:cNvPr id="124" name="Input snapshot 0: source 124"/>
            <p:cNvSpPr/>
            <p:nvPr/>
          </p:nvSpPr>
          <p:spPr>
            <a:xfrm>
              <a:off x="1293810" y="1170279"/>
              <a:ext cx="38580" cy="44769"/>
            </a:xfrm>
            <a:prstGeom prst="rect">
              <a:avLst/>
            </a:prstGeom>
            <a:solidFill>
              <a:srgbClr val="0072B2"/>
            </a:solidFill>
            <a:ln w="2929">
              <a:solidFill>
                <a:srgbClr val="C6D4E2"/>
              </a:solidFill>
              <a:prstDash val="solid"/>
            </a:ln>
          </p:spPr>
        </p:sp>
        <p:sp>
          <p:nvSpPr>
            <p:cNvPr id="125" name="Input snapshot 0: source 125"/>
            <p:cNvSpPr/>
            <p:nvPr/>
          </p:nvSpPr>
          <p:spPr>
            <a:xfrm>
              <a:off x="1331513" y="1170279"/>
              <a:ext cx="38580" cy="44769"/>
            </a:xfrm>
            <a:prstGeom prst="rect">
              <a:avLst/>
            </a:prstGeom>
            <a:solidFill>
              <a:srgbClr val="B7BEC5"/>
            </a:solidFill>
            <a:ln w="2929">
              <a:solidFill>
                <a:srgbClr val="C6D4E2"/>
              </a:solidFill>
              <a:prstDash val="solid"/>
            </a:ln>
          </p:spPr>
        </p:sp>
        <p:sp>
          <p:nvSpPr>
            <p:cNvPr id="126" name="Input snapshot 0: source 126"/>
            <p:cNvSpPr/>
            <p:nvPr/>
          </p:nvSpPr>
          <p:spPr>
            <a:xfrm>
              <a:off x="1369215" y="1170279"/>
              <a:ext cx="38580" cy="44769"/>
            </a:xfrm>
            <a:prstGeom prst="rect">
              <a:avLst/>
            </a:prstGeom>
            <a:solidFill>
              <a:srgbClr val="B7BEC5"/>
            </a:solidFill>
            <a:ln w="2929">
              <a:solidFill>
                <a:srgbClr val="C6D4E2"/>
              </a:solidFill>
              <a:prstDash val="solid"/>
            </a:ln>
          </p:spPr>
        </p:sp>
        <p:sp>
          <p:nvSpPr>
            <p:cNvPr id="127" name="Input snapshot 0: source 127"/>
            <p:cNvSpPr/>
            <p:nvPr/>
          </p:nvSpPr>
          <p:spPr>
            <a:xfrm>
              <a:off x="1406918" y="1170279"/>
              <a:ext cx="38580" cy="44769"/>
            </a:xfrm>
            <a:prstGeom prst="rect">
              <a:avLst/>
            </a:prstGeom>
            <a:solidFill>
              <a:srgbClr val="B7BEC5"/>
            </a:solidFill>
            <a:ln w="2929">
              <a:solidFill>
                <a:srgbClr val="C6D4E2"/>
              </a:solidFill>
              <a:prstDash val="solid"/>
            </a:ln>
          </p:spPr>
        </p:sp>
        <p:sp>
          <p:nvSpPr>
            <p:cNvPr id="128" name="Input snapshot 0: source 128"/>
            <p:cNvSpPr/>
            <p:nvPr/>
          </p:nvSpPr>
          <p:spPr>
            <a:xfrm>
              <a:off x="1444620" y="1170279"/>
              <a:ext cx="38580" cy="44769"/>
            </a:xfrm>
            <a:prstGeom prst="rect">
              <a:avLst/>
            </a:prstGeom>
            <a:solidFill>
              <a:srgbClr val="B7BEC5"/>
            </a:solidFill>
            <a:ln w="2929">
              <a:solidFill>
                <a:srgbClr val="C6D4E2"/>
              </a:solidFill>
              <a:prstDash val="solid"/>
            </a:ln>
          </p:spPr>
        </p:sp>
        <p:sp>
          <p:nvSpPr>
            <p:cNvPr id="129" name="Input snapshot 0: source 129"/>
            <p:cNvSpPr/>
            <p:nvPr/>
          </p:nvSpPr>
          <p:spPr>
            <a:xfrm>
              <a:off x="1482323" y="1170279"/>
              <a:ext cx="38580" cy="44769"/>
            </a:xfrm>
            <a:prstGeom prst="rect">
              <a:avLst/>
            </a:prstGeom>
            <a:solidFill>
              <a:srgbClr val="EFF2F4"/>
            </a:solidFill>
            <a:ln w="2929">
              <a:solidFill>
                <a:srgbClr val="C6D4E2"/>
              </a:solidFill>
              <a:prstDash val="solid"/>
            </a:ln>
          </p:spPr>
        </p:sp>
        <p:sp>
          <p:nvSpPr>
            <p:cNvPr id="130" name="Input snapshot 0: source 130"/>
            <p:cNvSpPr/>
            <p:nvPr/>
          </p:nvSpPr>
          <p:spPr>
            <a:xfrm>
              <a:off x="1520026" y="1170279"/>
              <a:ext cx="38580" cy="44769"/>
            </a:xfrm>
            <a:prstGeom prst="rect">
              <a:avLst/>
            </a:prstGeom>
            <a:solidFill>
              <a:srgbClr val="EFF2F4"/>
            </a:solidFill>
            <a:ln w="2929">
              <a:solidFill>
                <a:srgbClr val="C6D4E2"/>
              </a:solidFill>
              <a:prstDash val="solid"/>
            </a:ln>
          </p:spPr>
        </p:sp>
        <p:sp>
          <p:nvSpPr>
            <p:cNvPr id="131" name="Input snapshot 0: source 131"/>
            <p:cNvSpPr/>
            <p:nvPr/>
          </p:nvSpPr>
          <p:spPr>
            <a:xfrm>
              <a:off x="1557728" y="1170279"/>
              <a:ext cx="38580" cy="44769"/>
            </a:xfrm>
            <a:prstGeom prst="rect">
              <a:avLst/>
            </a:prstGeom>
            <a:solidFill>
              <a:srgbClr val="EFF2F4"/>
            </a:solidFill>
            <a:ln w="2929">
              <a:solidFill>
                <a:srgbClr val="C6D4E2"/>
              </a:solidFill>
              <a:prstDash val="solid"/>
            </a:ln>
          </p:spPr>
        </p:sp>
        <p:sp>
          <p:nvSpPr>
            <p:cNvPr id="132" name="Input snapshot 0: source 132"/>
            <p:cNvSpPr/>
            <p:nvPr/>
          </p:nvSpPr>
          <p:spPr>
            <a:xfrm>
              <a:off x="1595431" y="1170279"/>
              <a:ext cx="38580" cy="44769"/>
            </a:xfrm>
            <a:prstGeom prst="rect">
              <a:avLst/>
            </a:prstGeom>
            <a:solidFill>
              <a:srgbClr val="EFF2F4"/>
            </a:solidFill>
            <a:ln w="2929">
              <a:solidFill>
                <a:srgbClr val="C6D4E2"/>
              </a:solidFill>
              <a:prstDash val="solid"/>
            </a:ln>
          </p:spPr>
        </p:sp>
        <p:sp>
          <p:nvSpPr>
            <p:cNvPr id="133" name="Input snapshot 0: source 133"/>
            <p:cNvSpPr/>
            <p:nvPr/>
          </p:nvSpPr>
          <p:spPr>
            <a:xfrm>
              <a:off x="1633133" y="1170279"/>
              <a:ext cx="38580" cy="44769"/>
            </a:xfrm>
            <a:prstGeom prst="rect">
              <a:avLst/>
            </a:prstGeom>
            <a:solidFill>
              <a:srgbClr val="EFF2F4"/>
            </a:solidFill>
            <a:ln w="2929">
              <a:solidFill>
                <a:srgbClr val="C6D4E2"/>
              </a:solidFill>
              <a:prstDash val="solid"/>
            </a:ln>
          </p:spPr>
        </p:sp>
        <p:sp>
          <p:nvSpPr>
            <p:cNvPr id="134" name="Input snapshot 0: source 134"/>
            <p:cNvSpPr/>
            <p:nvPr/>
          </p:nvSpPr>
          <p:spPr>
            <a:xfrm>
              <a:off x="1143000" y="819150"/>
              <a:ext cx="527836" cy="395021"/>
            </a:xfrm>
            <a:prstGeom prst="rect">
              <a:avLst/>
            </a:prstGeom>
            <a:solidFill>
              <a:srgbClr val="FFFFFF">
                <a:alpha val="0"/>
              </a:srgbClr>
            </a:solidFill>
            <a:ln w="6073">
              <a:solidFill>
                <a:srgbClr val="263238"/>
              </a:solidFill>
              <a:prstDash val="solid"/>
            </a:ln>
          </p:spPr>
        </p:sp>
        <p:sp>
          <p:nvSpPr>
            <p:cNvPr id="136" name="Input snapshot 1: source 136"/>
            <p:cNvSpPr/>
            <p:nvPr/>
          </p:nvSpPr>
          <p:spPr>
            <a:xfrm>
              <a:off x="1143000" y="1247775"/>
              <a:ext cx="38580" cy="44769"/>
            </a:xfrm>
            <a:prstGeom prst="rect">
              <a:avLst/>
            </a:prstGeom>
            <a:solidFill>
              <a:srgbClr val="EFF2F4"/>
            </a:solidFill>
            <a:ln w="2929">
              <a:solidFill>
                <a:srgbClr val="C6D4E2"/>
              </a:solidFill>
              <a:prstDash val="solid"/>
            </a:ln>
          </p:spPr>
        </p:sp>
        <p:sp>
          <p:nvSpPr>
            <p:cNvPr id="137" name="Input snapshot 1: source 137"/>
            <p:cNvSpPr/>
            <p:nvPr/>
          </p:nvSpPr>
          <p:spPr>
            <a:xfrm>
              <a:off x="1180703" y="1247775"/>
              <a:ext cx="38580" cy="44769"/>
            </a:xfrm>
            <a:prstGeom prst="rect">
              <a:avLst/>
            </a:prstGeom>
            <a:solidFill>
              <a:srgbClr val="EFF2F4"/>
            </a:solidFill>
            <a:ln w="2929">
              <a:solidFill>
                <a:srgbClr val="C6D4E2"/>
              </a:solidFill>
              <a:prstDash val="solid"/>
            </a:ln>
          </p:spPr>
        </p:sp>
        <p:sp>
          <p:nvSpPr>
            <p:cNvPr id="138" name="Input snapshot 1: source 138"/>
            <p:cNvSpPr/>
            <p:nvPr/>
          </p:nvSpPr>
          <p:spPr>
            <a:xfrm>
              <a:off x="1218405" y="1247775"/>
              <a:ext cx="38580" cy="44769"/>
            </a:xfrm>
            <a:prstGeom prst="rect">
              <a:avLst/>
            </a:prstGeom>
            <a:solidFill>
              <a:srgbClr val="EFF2F4"/>
            </a:solidFill>
            <a:ln w="2929">
              <a:solidFill>
                <a:srgbClr val="C6D4E2"/>
              </a:solidFill>
              <a:prstDash val="solid"/>
            </a:ln>
          </p:spPr>
        </p:sp>
        <p:sp>
          <p:nvSpPr>
            <p:cNvPr id="139" name="Input snapshot 1: source 139"/>
            <p:cNvSpPr/>
            <p:nvPr/>
          </p:nvSpPr>
          <p:spPr>
            <a:xfrm>
              <a:off x="1256108" y="1247775"/>
              <a:ext cx="38580" cy="44769"/>
            </a:xfrm>
            <a:prstGeom prst="rect">
              <a:avLst/>
            </a:prstGeom>
            <a:solidFill>
              <a:srgbClr val="EFF2F4"/>
            </a:solidFill>
            <a:ln w="2929">
              <a:solidFill>
                <a:srgbClr val="C6D4E2"/>
              </a:solidFill>
              <a:prstDash val="solid"/>
            </a:ln>
          </p:spPr>
        </p:sp>
        <p:sp>
          <p:nvSpPr>
            <p:cNvPr id="140" name="Input snapshot 1: source 140"/>
            <p:cNvSpPr/>
            <p:nvPr/>
          </p:nvSpPr>
          <p:spPr>
            <a:xfrm>
              <a:off x="1293810" y="1247775"/>
              <a:ext cx="38580" cy="44769"/>
            </a:xfrm>
            <a:prstGeom prst="rect">
              <a:avLst/>
            </a:prstGeom>
            <a:solidFill>
              <a:srgbClr val="EFF2F4"/>
            </a:solidFill>
            <a:ln w="2929">
              <a:solidFill>
                <a:srgbClr val="C6D4E2"/>
              </a:solidFill>
              <a:prstDash val="solid"/>
            </a:ln>
          </p:spPr>
        </p:sp>
        <p:sp>
          <p:nvSpPr>
            <p:cNvPr id="141" name="Input snapshot 1: source 141"/>
            <p:cNvSpPr/>
            <p:nvPr/>
          </p:nvSpPr>
          <p:spPr>
            <a:xfrm>
              <a:off x="1331513" y="1247775"/>
              <a:ext cx="38580" cy="44769"/>
            </a:xfrm>
            <a:prstGeom prst="rect">
              <a:avLst/>
            </a:prstGeom>
            <a:solidFill>
              <a:srgbClr val="EFF2F4"/>
            </a:solidFill>
            <a:ln w="2929">
              <a:solidFill>
                <a:srgbClr val="C6D4E2"/>
              </a:solidFill>
              <a:prstDash val="solid"/>
            </a:ln>
          </p:spPr>
        </p:sp>
        <p:sp>
          <p:nvSpPr>
            <p:cNvPr id="142" name="Input snapshot 1: source 142"/>
            <p:cNvSpPr/>
            <p:nvPr/>
          </p:nvSpPr>
          <p:spPr>
            <a:xfrm>
              <a:off x="1369215" y="1247775"/>
              <a:ext cx="38580" cy="44769"/>
            </a:xfrm>
            <a:prstGeom prst="rect">
              <a:avLst/>
            </a:prstGeom>
            <a:solidFill>
              <a:srgbClr val="EFF2F4"/>
            </a:solidFill>
            <a:ln w="2929">
              <a:solidFill>
                <a:srgbClr val="C6D4E2"/>
              </a:solidFill>
              <a:prstDash val="solid"/>
            </a:ln>
          </p:spPr>
        </p:sp>
        <p:sp>
          <p:nvSpPr>
            <p:cNvPr id="143" name="Input snapshot 1: source 143"/>
            <p:cNvSpPr/>
            <p:nvPr/>
          </p:nvSpPr>
          <p:spPr>
            <a:xfrm>
              <a:off x="1406918" y="1247775"/>
              <a:ext cx="38580" cy="44769"/>
            </a:xfrm>
            <a:prstGeom prst="rect">
              <a:avLst/>
            </a:prstGeom>
            <a:solidFill>
              <a:srgbClr val="EFF2F4"/>
            </a:solidFill>
            <a:ln w="2929">
              <a:solidFill>
                <a:srgbClr val="C6D4E2"/>
              </a:solidFill>
              <a:prstDash val="solid"/>
            </a:ln>
          </p:spPr>
        </p:sp>
        <p:sp>
          <p:nvSpPr>
            <p:cNvPr id="144" name="Input snapshot 1: source 144"/>
            <p:cNvSpPr/>
            <p:nvPr/>
          </p:nvSpPr>
          <p:spPr>
            <a:xfrm>
              <a:off x="1444620" y="1247775"/>
              <a:ext cx="38580" cy="44769"/>
            </a:xfrm>
            <a:prstGeom prst="rect">
              <a:avLst/>
            </a:prstGeom>
            <a:solidFill>
              <a:srgbClr val="EFF2F4"/>
            </a:solidFill>
            <a:ln w="2929">
              <a:solidFill>
                <a:srgbClr val="C6D4E2"/>
              </a:solidFill>
              <a:prstDash val="solid"/>
            </a:ln>
          </p:spPr>
        </p:sp>
        <p:sp>
          <p:nvSpPr>
            <p:cNvPr id="145" name="Input snapshot 1: source 145"/>
            <p:cNvSpPr/>
            <p:nvPr/>
          </p:nvSpPr>
          <p:spPr>
            <a:xfrm>
              <a:off x="1482323" y="1247775"/>
              <a:ext cx="38580" cy="44769"/>
            </a:xfrm>
            <a:prstGeom prst="rect">
              <a:avLst/>
            </a:prstGeom>
            <a:solidFill>
              <a:srgbClr val="EFF2F4"/>
            </a:solidFill>
            <a:ln w="2929">
              <a:solidFill>
                <a:srgbClr val="C6D4E2"/>
              </a:solidFill>
              <a:prstDash val="solid"/>
            </a:ln>
          </p:spPr>
        </p:sp>
        <p:sp>
          <p:nvSpPr>
            <p:cNvPr id="146" name="Input snapshot 1: source 146"/>
            <p:cNvSpPr/>
            <p:nvPr/>
          </p:nvSpPr>
          <p:spPr>
            <a:xfrm>
              <a:off x="1520026" y="1247775"/>
              <a:ext cx="38580" cy="44769"/>
            </a:xfrm>
            <a:prstGeom prst="rect">
              <a:avLst/>
            </a:prstGeom>
            <a:solidFill>
              <a:srgbClr val="EFF2F4"/>
            </a:solidFill>
            <a:ln w="2929">
              <a:solidFill>
                <a:srgbClr val="C6D4E2"/>
              </a:solidFill>
              <a:prstDash val="solid"/>
            </a:ln>
          </p:spPr>
        </p:sp>
        <p:sp>
          <p:nvSpPr>
            <p:cNvPr id="147" name="Input snapshot 1: source 147"/>
            <p:cNvSpPr/>
            <p:nvPr/>
          </p:nvSpPr>
          <p:spPr>
            <a:xfrm>
              <a:off x="1557728" y="1247775"/>
              <a:ext cx="38580" cy="44769"/>
            </a:xfrm>
            <a:prstGeom prst="rect">
              <a:avLst/>
            </a:prstGeom>
            <a:solidFill>
              <a:srgbClr val="009E73"/>
            </a:solidFill>
            <a:ln w="2929">
              <a:solidFill>
                <a:srgbClr val="C6D4E2"/>
              </a:solidFill>
              <a:prstDash val="solid"/>
            </a:ln>
          </p:spPr>
        </p:sp>
        <p:sp>
          <p:nvSpPr>
            <p:cNvPr id="148" name="Input snapshot 1: source 148"/>
            <p:cNvSpPr/>
            <p:nvPr/>
          </p:nvSpPr>
          <p:spPr>
            <a:xfrm>
              <a:off x="1595431" y="1247775"/>
              <a:ext cx="38580" cy="44769"/>
            </a:xfrm>
            <a:prstGeom prst="rect">
              <a:avLst/>
            </a:prstGeom>
            <a:solidFill>
              <a:srgbClr val="009E73"/>
            </a:solidFill>
            <a:ln w="2929">
              <a:solidFill>
                <a:srgbClr val="C6D4E2"/>
              </a:solidFill>
              <a:prstDash val="solid"/>
            </a:ln>
          </p:spPr>
        </p:sp>
        <p:sp>
          <p:nvSpPr>
            <p:cNvPr id="149" name="Input snapshot 1: source 149"/>
            <p:cNvSpPr/>
            <p:nvPr/>
          </p:nvSpPr>
          <p:spPr>
            <a:xfrm>
              <a:off x="1633133" y="1247775"/>
              <a:ext cx="38580" cy="44769"/>
            </a:xfrm>
            <a:prstGeom prst="rect">
              <a:avLst/>
            </a:prstGeom>
            <a:solidFill>
              <a:srgbClr val="009E73"/>
            </a:solidFill>
            <a:ln w="2929">
              <a:solidFill>
                <a:srgbClr val="C6D4E2"/>
              </a:solidFill>
              <a:prstDash val="solid"/>
            </a:ln>
          </p:spPr>
        </p:sp>
        <p:sp>
          <p:nvSpPr>
            <p:cNvPr id="150" name="Input snapshot 1: source 150"/>
            <p:cNvSpPr/>
            <p:nvPr/>
          </p:nvSpPr>
          <p:spPr>
            <a:xfrm>
              <a:off x="1143000" y="1291666"/>
              <a:ext cx="38580" cy="44769"/>
            </a:xfrm>
            <a:prstGeom prst="rect">
              <a:avLst/>
            </a:prstGeom>
            <a:solidFill>
              <a:srgbClr val="EFF2F4"/>
            </a:solidFill>
            <a:ln w="2929">
              <a:solidFill>
                <a:srgbClr val="C6D4E2"/>
              </a:solidFill>
              <a:prstDash val="solid"/>
            </a:ln>
          </p:spPr>
        </p:sp>
        <p:sp>
          <p:nvSpPr>
            <p:cNvPr id="151" name="Input snapshot 1: source 151"/>
            <p:cNvSpPr/>
            <p:nvPr/>
          </p:nvSpPr>
          <p:spPr>
            <a:xfrm>
              <a:off x="1180703" y="1291666"/>
              <a:ext cx="38580" cy="44769"/>
            </a:xfrm>
            <a:prstGeom prst="rect">
              <a:avLst/>
            </a:prstGeom>
            <a:solidFill>
              <a:srgbClr val="EFF2F4"/>
            </a:solidFill>
            <a:ln w="2929">
              <a:solidFill>
                <a:srgbClr val="C6D4E2"/>
              </a:solidFill>
              <a:prstDash val="solid"/>
            </a:ln>
          </p:spPr>
        </p:sp>
        <p:sp>
          <p:nvSpPr>
            <p:cNvPr id="152" name="Input snapshot 1: source 152"/>
            <p:cNvSpPr/>
            <p:nvPr/>
          </p:nvSpPr>
          <p:spPr>
            <a:xfrm>
              <a:off x="1218405" y="1291666"/>
              <a:ext cx="38580" cy="44769"/>
            </a:xfrm>
            <a:prstGeom prst="rect">
              <a:avLst/>
            </a:prstGeom>
            <a:solidFill>
              <a:srgbClr val="EFF2F4"/>
            </a:solidFill>
            <a:ln w="2929">
              <a:solidFill>
                <a:srgbClr val="C6D4E2"/>
              </a:solidFill>
              <a:prstDash val="solid"/>
            </a:ln>
          </p:spPr>
        </p:sp>
        <p:sp>
          <p:nvSpPr>
            <p:cNvPr id="153" name="Input snapshot 1: source 153"/>
            <p:cNvSpPr/>
            <p:nvPr/>
          </p:nvSpPr>
          <p:spPr>
            <a:xfrm>
              <a:off x="1256108" y="1291666"/>
              <a:ext cx="38580" cy="44769"/>
            </a:xfrm>
            <a:prstGeom prst="rect">
              <a:avLst/>
            </a:prstGeom>
            <a:solidFill>
              <a:srgbClr val="EFF2F4"/>
            </a:solidFill>
            <a:ln w="2929">
              <a:solidFill>
                <a:srgbClr val="C6D4E2"/>
              </a:solidFill>
              <a:prstDash val="solid"/>
            </a:ln>
          </p:spPr>
        </p:sp>
        <p:sp>
          <p:nvSpPr>
            <p:cNvPr id="154" name="Input snapshot 1: source 154"/>
            <p:cNvSpPr/>
            <p:nvPr/>
          </p:nvSpPr>
          <p:spPr>
            <a:xfrm>
              <a:off x="1293810" y="1291666"/>
              <a:ext cx="38580" cy="44769"/>
            </a:xfrm>
            <a:prstGeom prst="rect">
              <a:avLst/>
            </a:prstGeom>
            <a:solidFill>
              <a:srgbClr val="EFF2F4"/>
            </a:solidFill>
            <a:ln w="2929">
              <a:solidFill>
                <a:srgbClr val="C6D4E2"/>
              </a:solidFill>
              <a:prstDash val="solid"/>
            </a:ln>
          </p:spPr>
        </p:sp>
        <p:sp>
          <p:nvSpPr>
            <p:cNvPr id="155" name="Input snapshot 1: source 155"/>
            <p:cNvSpPr/>
            <p:nvPr/>
          </p:nvSpPr>
          <p:spPr>
            <a:xfrm>
              <a:off x="1331513" y="1291666"/>
              <a:ext cx="38580" cy="44769"/>
            </a:xfrm>
            <a:prstGeom prst="rect">
              <a:avLst/>
            </a:prstGeom>
            <a:solidFill>
              <a:srgbClr val="EFF2F4"/>
            </a:solidFill>
            <a:ln w="2929">
              <a:solidFill>
                <a:srgbClr val="C6D4E2"/>
              </a:solidFill>
              <a:prstDash val="solid"/>
            </a:ln>
          </p:spPr>
        </p:sp>
        <p:sp>
          <p:nvSpPr>
            <p:cNvPr id="156" name="Input snapshot 1: source 156"/>
            <p:cNvSpPr/>
            <p:nvPr/>
          </p:nvSpPr>
          <p:spPr>
            <a:xfrm>
              <a:off x="1369215" y="1291666"/>
              <a:ext cx="38580" cy="44769"/>
            </a:xfrm>
            <a:prstGeom prst="rect">
              <a:avLst/>
            </a:prstGeom>
            <a:solidFill>
              <a:srgbClr val="EFF2F4"/>
            </a:solidFill>
            <a:ln w="2929">
              <a:solidFill>
                <a:srgbClr val="C6D4E2"/>
              </a:solidFill>
              <a:prstDash val="solid"/>
            </a:ln>
          </p:spPr>
        </p:sp>
        <p:sp>
          <p:nvSpPr>
            <p:cNvPr id="157" name="Input snapshot 1: source 157"/>
            <p:cNvSpPr/>
            <p:nvPr/>
          </p:nvSpPr>
          <p:spPr>
            <a:xfrm>
              <a:off x="1406918" y="1291666"/>
              <a:ext cx="38580" cy="44769"/>
            </a:xfrm>
            <a:prstGeom prst="rect">
              <a:avLst/>
            </a:prstGeom>
            <a:solidFill>
              <a:srgbClr val="EFF2F4"/>
            </a:solidFill>
            <a:ln w="2929">
              <a:solidFill>
                <a:srgbClr val="C6D4E2"/>
              </a:solidFill>
              <a:prstDash val="solid"/>
            </a:ln>
          </p:spPr>
        </p:sp>
        <p:sp>
          <p:nvSpPr>
            <p:cNvPr id="158" name="Input snapshot 1: source 158"/>
            <p:cNvSpPr/>
            <p:nvPr/>
          </p:nvSpPr>
          <p:spPr>
            <a:xfrm>
              <a:off x="1444620" y="1291666"/>
              <a:ext cx="38580" cy="44769"/>
            </a:xfrm>
            <a:prstGeom prst="rect">
              <a:avLst/>
            </a:prstGeom>
            <a:solidFill>
              <a:srgbClr val="EFF2F4"/>
            </a:solidFill>
            <a:ln w="2929">
              <a:solidFill>
                <a:srgbClr val="C6D4E2"/>
              </a:solidFill>
              <a:prstDash val="solid"/>
            </a:ln>
          </p:spPr>
        </p:sp>
        <p:sp>
          <p:nvSpPr>
            <p:cNvPr id="159" name="Input snapshot 1: source 159"/>
            <p:cNvSpPr/>
            <p:nvPr/>
          </p:nvSpPr>
          <p:spPr>
            <a:xfrm>
              <a:off x="1482323" y="1291666"/>
              <a:ext cx="38580" cy="44769"/>
            </a:xfrm>
            <a:prstGeom prst="rect">
              <a:avLst/>
            </a:prstGeom>
            <a:solidFill>
              <a:srgbClr val="EFF2F4"/>
            </a:solidFill>
            <a:ln w="2929">
              <a:solidFill>
                <a:srgbClr val="C6D4E2"/>
              </a:solidFill>
              <a:prstDash val="solid"/>
            </a:ln>
          </p:spPr>
        </p:sp>
        <p:sp>
          <p:nvSpPr>
            <p:cNvPr id="160" name="Input snapshot 1: source 160"/>
            <p:cNvSpPr/>
            <p:nvPr/>
          </p:nvSpPr>
          <p:spPr>
            <a:xfrm>
              <a:off x="1520026" y="1291666"/>
              <a:ext cx="38580" cy="44769"/>
            </a:xfrm>
            <a:prstGeom prst="rect">
              <a:avLst/>
            </a:prstGeom>
            <a:solidFill>
              <a:srgbClr val="009E73"/>
            </a:solidFill>
            <a:ln w="2929">
              <a:solidFill>
                <a:srgbClr val="C6D4E2"/>
              </a:solidFill>
              <a:prstDash val="solid"/>
            </a:ln>
          </p:spPr>
        </p:sp>
        <p:sp>
          <p:nvSpPr>
            <p:cNvPr id="161" name="Input snapshot 1: source 161"/>
            <p:cNvSpPr/>
            <p:nvPr/>
          </p:nvSpPr>
          <p:spPr>
            <a:xfrm>
              <a:off x="1557728" y="1291666"/>
              <a:ext cx="38580" cy="44769"/>
            </a:xfrm>
            <a:prstGeom prst="rect">
              <a:avLst/>
            </a:prstGeom>
            <a:solidFill>
              <a:srgbClr val="009E73"/>
            </a:solidFill>
            <a:ln w="2929">
              <a:solidFill>
                <a:srgbClr val="C6D4E2"/>
              </a:solidFill>
              <a:prstDash val="solid"/>
            </a:ln>
          </p:spPr>
        </p:sp>
        <p:sp>
          <p:nvSpPr>
            <p:cNvPr id="162" name="Input snapshot 1: source 162"/>
            <p:cNvSpPr/>
            <p:nvPr/>
          </p:nvSpPr>
          <p:spPr>
            <a:xfrm>
              <a:off x="1595431" y="1291666"/>
              <a:ext cx="38580" cy="44769"/>
            </a:xfrm>
            <a:prstGeom prst="rect">
              <a:avLst/>
            </a:prstGeom>
            <a:solidFill>
              <a:srgbClr val="009E73"/>
            </a:solidFill>
            <a:ln w="2929">
              <a:solidFill>
                <a:srgbClr val="C6D4E2"/>
              </a:solidFill>
              <a:prstDash val="solid"/>
            </a:ln>
          </p:spPr>
        </p:sp>
        <p:sp>
          <p:nvSpPr>
            <p:cNvPr id="163" name="Input snapshot 1: source 163"/>
            <p:cNvSpPr/>
            <p:nvPr/>
          </p:nvSpPr>
          <p:spPr>
            <a:xfrm>
              <a:off x="1633133" y="1291666"/>
              <a:ext cx="38580" cy="44769"/>
            </a:xfrm>
            <a:prstGeom prst="rect">
              <a:avLst/>
            </a:prstGeom>
            <a:solidFill>
              <a:srgbClr val="009E73"/>
            </a:solidFill>
            <a:ln w="2929">
              <a:solidFill>
                <a:srgbClr val="C6D4E2"/>
              </a:solidFill>
              <a:prstDash val="solid"/>
            </a:ln>
          </p:spPr>
        </p:sp>
        <p:sp>
          <p:nvSpPr>
            <p:cNvPr id="164" name="Input snapshot 1: source 164"/>
            <p:cNvSpPr/>
            <p:nvPr/>
          </p:nvSpPr>
          <p:spPr>
            <a:xfrm>
              <a:off x="1143000" y="1335558"/>
              <a:ext cx="38580" cy="44769"/>
            </a:xfrm>
            <a:prstGeom prst="rect">
              <a:avLst/>
            </a:prstGeom>
            <a:solidFill>
              <a:srgbClr val="EFF2F4"/>
            </a:solidFill>
            <a:ln w="2929">
              <a:solidFill>
                <a:srgbClr val="C6D4E2"/>
              </a:solidFill>
              <a:prstDash val="solid"/>
            </a:ln>
          </p:spPr>
        </p:sp>
        <p:sp>
          <p:nvSpPr>
            <p:cNvPr id="165" name="Input snapshot 1: source 165"/>
            <p:cNvSpPr/>
            <p:nvPr/>
          </p:nvSpPr>
          <p:spPr>
            <a:xfrm>
              <a:off x="1180703" y="1335558"/>
              <a:ext cx="38580" cy="44769"/>
            </a:xfrm>
            <a:prstGeom prst="rect">
              <a:avLst/>
            </a:prstGeom>
            <a:solidFill>
              <a:srgbClr val="EFF2F4"/>
            </a:solidFill>
            <a:ln w="2929">
              <a:solidFill>
                <a:srgbClr val="C6D4E2"/>
              </a:solidFill>
              <a:prstDash val="solid"/>
            </a:ln>
          </p:spPr>
        </p:sp>
        <p:sp>
          <p:nvSpPr>
            <p:cNvPr id="166" name="Input snapshot 1: source 166"/>
            <p:cNvSpPr/>
            <p:nvPr/>
          </p:nvSpPr>
          <p:spPr>
            <a:xfrm>
              <a:off x="1218405" y="1335558"/>
              <a:ext cx="38580" cy="44769"/>
            </a:xfrm>
            <a:prstGeom prst="rect">
              <a:avLst/>
            </a:prstGeom>
            <a:solidFill>
              <a:srgbClr val="EFF2F4"/>
            </a:solidFill>
            <a:ln w="2929">
              <a:solidFill>
                <a:srgbClr val="C6D4E2"/>
              </a:solidFill>
              <a:prstDash val="solid"/>
            </a:ln>
          </p:spPr>
        </p:sp>
        <p:sp>
          <p:nvSpPr>
            <p:cNvPr id="167" name="Input snapshot 1: source 167"/>
            <p:cNvSpPr/>
            <p:nvPr/>
          </p:nvSpPr>
          <p:spPr>
            <a:xfrm>
              <a:off x="1256108" y="1335558"/>
              <a:ext cx="38580" cy="44769"/>
            </a:xfrm>
            <a:prstGeom prst="rect">
              <a:avLst/>
            </a:prstGeom>
            <a:solidFill>
              <a:srgbClr val="EFF2F4"/>
            </a:solidFill>
            <a:ln w="2929">
              <a:solidFill>
                <a:srgbClr val="C6D4E2"/>
              </a:solidFill>
              <a:prstDash val="solid"/>
            </a:ln>
          </p:spPr>
        </p:sp>
        <p:sp>
          <p:nvSpPr>
            <p:cNvPr id="168" name="Input snapshot 1: source 168"/>
            <p:cNvSpPr/>
            <p:nvPr/>
          </p:nvSpPr>
          <p:spPr>
            <a:xfrm>
              <a:off x="1293810" y="1335558"/>
              <a:ext cx="38580" cy="44769"/>
            </a:xfrm>
            <a:prstGeom prst="rect">
              <a:avLst/>
            </a:prstGeom>
            <a:solidFill>
              <a:srgbClr val="EFF2F4"/>
            </a:solidFill>
            <a:ln w="2929">
              <a:solidFill>
                <a:srgbClr val="C6D4E2"/>
              </a:solidFill>
              <a:prstDash val="solid"/>
            </a:ln>
          </p:spPr>
        </p:sp>
        <p:sp>
          <p:nvSpPr>
            <p:cNvPr id="169" name="Input snapshot 1: source 169"/>
            <p:cNvSpPr/>
            <p:nvPr/>
          </p:nvSpPr>
          <p:spPr>
            <a:xfrm>
              <a:off x="1331513" y="1335558"/>
              <a:ext cx="38580" cy="44769"/>
            </a:xfrm>
            <a:prstGeom prst="rect">
              <a:avLst/>
            </a:prstGeom>
            <a:solidFill>
              <a:srgbClr val="B7BEC5"/>
            </a:solidFill>
            <a:ln w="2929">
              <a:solidFill>
                <a:srgbClr val="C6D4E2"/>
              </a:solidFill>
              <a:prstDash val="solid"/>
            </a:ln>
          </p:spPr>
        </p:sp>
        <p:sp>
          <p:nvSpPr>
            <p:cNvPr id="170" name="Input snapshot 1: source 170"/>
            <p:cNvSpPr/>
            <p:nvPr/>
          </p:nvSpPr>
          <p:spPr>
            <a:xfrm>
              <a:off x="1369215" y="1335558"/>
              <a:ext cx="38580" cy="44769"/>
            </a:xfrm>
            <a:prstGeom prst="rect">
              <a:avLst/>
            </a:prstGeom>
            <a:solidFill>
              <a:srgbClr val="B7BEC5"/>
            </a:solidFill>
            <a:ln w="2929">
              <a:solidFill>
                <a:srgbClr val="C6D4E2"/>
              </a:solidFill>
              <a:prstDash val="solid"/>
            </a:ln>
          </p:spPr>
        </p:sp>
        <p:sp>
          <p:nvSpPr>
            <p:cNvPr id="171" name="Input snapshot 1: source 171"/>
            <p:cNvSpPr/>
            <p:nvPr/>
          </p:nvSpPr>
          <p:spPr>
            <a:xfrm>
              <a:off x="1406918" y="1335558"/>
              <a:ext cx="38580" cy="44769"/>
            </a:xfrm>
            <a:prstGeom prst="rect">
              <a:avLst/>
            </a:prstGeom>
            <a:solidFill>
              <a:srgbClr val="B7BEC5"/>
            </a:solidFill>
            <a:ln w="2929">
              <a:solidFill>
                <a:srgbClr val="C6D4E2"/>
              </a:solidFill>
              <a:prstDash val="solid"/>
            </a:ln>
          </p:spPr>
        </p:sp>
        <p:sp>
          <p:nvSpPr>
            <p:cNvPr id="172" name="Input snapshot 1: source 172"/>
            <p:cNvSpPr/>
            <p:nvPr/>
          </p:nvSpPr>
          <p:spPr>
            <a:xfrm>
              <a:off x="1444620" y="1335558"/>
              <a:ext cx="38580" cy="44769"/>
            </a:xfrm>
            <a:prstGeom prst="rect">
              <a:avLst/>
            </a:prstGeom>
            <a:solidFill>
              <a:srgbClr val="B7BEC5"/>
            </a:solidFill>
            <a:ln w="2929">
              <a:solidFill>
                <a:srgbClr val="C6D4E2"/>
              </a:solidFill>
              <a:prstDash val="solid"/>
            </a:ln>
          </p:spPr>
        </p:sp>
        <p:sp>
          <p:nvSpPr>
            <p:cNvPr id="173" name="Input snapshot 1: source 173"/>
            <p:cNvSpPr/>
            <p:nvPr/>
          </p:nvSpPr>
          <p:spPr>
            <a:xfrm>
              <a:off x="1482323" y="1335558"/>
              <a:ext cx="38580" cy="44769"/>
            </a:xfrm>
            <a:prstGeom prst="rect">
              <a:avLst/>
            </a:prstGeom>
            <a:solidFill>
              <a:srgbClr val="B7BEC5"/>
            </a:solidFill>
            <a:ln w="2929">
              <a:solidFill>
                <a:srgbClr val="C6D4E2"/>
              </a:solidFill>
              <a:prstDash val="solid"/>
            </a:ln>
          </p:spPr>
        </p:sp>
        <p:sp>
          <p:nvSpPr>
            <p:cNvPr id="174" name="Input snapshot 1: source 174"/>
            <p:cNvSpPr/>
            <p:nvPr/>
          </p:nvSpPr>
          <p:spPr>
            <a:xfrm>
              <a:off x="1520026" y="1335558"/>
              <a:ext cx="38580" cy="44769"/>
            </a:xfrm>
            <a:prstGeom prst="rect">
              <a:avLst/>
            </a:prstGeom>
            <a:solidFill>
              <a:srgbClr val="009E73"/>
            </a:solidFill>
            <a:ln w="2929">
              <a:solidFill>
                <a:srgbClr val="C6D4E2"/>
              </a:solidFill>
              <a:prstDash val="solid"/>
            </a:ln>
          </p:spPr>
        </p:sp>
        <p:sp>
          <p:nvSpPr>
            <p:cNvPr id="175" name="Input snapshot 1: source 175"/>
            <p:cNvSpPr/>
            <p:nvPr/>
          </p:nvSpPr>
          <p:spPr>
            <a:xfrm>
              <a:off x="1557728" y="1335558"/>
              <a:ext cx="38580" cy="44769"/>
            </a:xfrm>
            <a:prstGeom prst="rect">
              <a:avLst/>
            </a:prstGeom>
            <a:solidFill>
              <a:srgbClr val="009E73"/>
            </a:solidFill>
            <a:ln w="2929">
              <a:solidFill>
                <a:srgbClr val="C6D4E2"/>
              </a:solidFill>
              <a:prstDash val="solid"/>
            </a:ln>
          </p:spPr>
        </p:sp>
        <p:sp>
          <p:nvSpPr>
            <p:cNvPr id="176" name="Input snapshot 1: source 176"/>
            <p:cNvSpPr/>
            <p:nvPr/>
          </p:nvSpPr>
          <p:spPr>
            <a:xfrm>
              <a:off x="1595431" y="1335558"/>
              <a:ext cx="38580" cy="44769"/>
            </a:xfrm>
            <a:prstGeom prst="rect">
              <a:avLst/>
            </a:prstGeom>
            <a:solidFill>
              <a:srgbClr val="009E73"/>
            </a:solidFill>
            <a:ln w="2929">
              <a:solidFill>
                <a:srgbClr val="C6D4E2"/>
              </a:solidFill>
              <a:prstDash val="solid"/>
            </a:ln>
          </p:spPr>
        </p:sp>
        <p:sp>
          <p:nvSpPr>
            <p:cNvPr id="177" name="Input snapshot 1: source 177"/>
            <p:cNvSpPr/>
            <p:nvPr/>
          </p:nvSpPr>
          <p:spPr>
            <a:xfrm>
              <a:off x="1633133" y="1335558"/>
              <a:ext cx="38580" cy="44769"/>
            </a:xfrm>
            <a:prstGeom prst="rect">
              <a:avLst/>
            </a:prstGeom>
            <a:solidFill>
              <a:srgbClr val="009E73"/>
            </a:solidFill>
            <a:ln w="2929">
              <a:solidFill>
                <a:srgbClr val="C6D4E2"/>
              </a:solidFill>
              <a:prstDash val="solid"/>
            </a:ln>
          </p:spPr>
        </p:sp>
        <p:sp>
          <p:nvSpPr>
            <p:cNvPr id="178" name="Input snapshot 1: source 178"/>
            <p:cNvSpPr/>
            <p:nvPr/>
          </p:nvSpPr>
          <p:spPr>
            <a:xfrm>
              <a:off x="1143000" y="1379448"/>
              <a:ext cx="38580" cy="44769"/>
            </a:xfrm>
            <a:prstGeom prst="rect">
              <a:avLst/>
            </a:prstGeom>
            <a:solidFill>
              <a:srgbClr val="EFF2F4"/>
            </a:solidFill>
            <a:ln w="2929">
              <a:solidFill>
                <a:srgbClr val="C6D4E2"/>
              </a:solidFill>
              <a:prstDash val="solid"/>
            </a:ln>
          </p:spPr>
        </p:sp>
        <p:sp>
          <p:nvSpPr>
            <p:cNvPr id="179" name="Input snapshot 1: source 179"/>
            <p:cNvSpPr/>
            <p:nvPr/>
          </p:nvSpPr>
          <p:spPr>
            <a:xfrm>
              <a:off x="1180703" y="1379448"/>
              <a:ext cx="38580" cy="44769"/>
            </a:xfrm>
            <a:prstGeom prst="rect">
              <a:avLst/>
            </a:prstGeom>
            <a:solidFill>
              <a:srgbClr val="EFF2F4"/>
            </a:solidFill>
            <a:ln w="2929">
              <a:solidFill>
                <a:srgbClr val="C6D4E2"/>
              </a:solidFill>
              <a:prstDash val="solid"/>
            </a:ln>
          </p:spPr>
        </p:sp>
        <p:sp>
          <p:nvSpPr>
            <p:cNvPr id="180" name="Input snapshot 1: source 180"/>
            <p:cNvSpPr/>
            <p:nvPr/>
          </p:nvSpPr>
          <p:spPr>
            <a:xfrm>
              <a:off x="1218405" y="1379448"/>
              <a:ext cx="38580" cy="44769"/>
            </a:xfrm>
            <a:prstGeom prst="rect">
              <a:avLst/>
            </a:prstGeom>
            <a:solidFill>
              <a:srgbClr val="B7BEC5"/>
            </a:solidFill>
            <a:ln w="2929">
              <a:solidFill>
                <a:srgbClr val="C6D4E2"/>
              </a:solidFill>
              <a:prstDash val="solid"/>
            </a:ln>
          </p:spPr>
        </p:sp>
        <p:sp>
          <p:nvSpPr>
            <p:cNvPr id="181" name="Input snapshot 1: source 181"/>
            <p:cNvSpPr/>
            <p:nvPr/>
          </p:nvSpPr>
          <p:spPr>
            <a:xfrm>
              <a:off x="1256108" y="1379448"/>
              <a:ext cx="38580" cy="44769"/>
            </a:xfrm>
            <a:prstGeom prst="rect">
              <a:avLst/>
            </a:prstGeom>
            <a:solidFill>
              <a:srgbClr val="B7BEC5"/>
            </a:solidFill>
            <a:ln w="2929">
              <a:solidFill>
                <a:srgbClr val="C6D4E2"/>
              </a:solidFill>
              <a:prstDash val="solid"/>
            </a:ln>
          </p:spPr>
        </p:sp>
        <p:sp>
          <p:nvSpPr>
            <p:cNvPr id="182" name="Input snapshot 1: source 182"/>
            <p:cNvSpPr/>
            <p:nvPr/>
          </p:nvSpPr>
          <p:spPr>
            <a:xfrm>
              <a:off x="1293810" y="1379448"/>
              <a:ext cx="38580" cy="44769"/>
            </a:xfrm>
            <a:prstGeom prst="rect">
              <a:avLst/>
            </a:prstGeom>
            <a:solidFill>
              <a:srgbClr val="B7BEC5"/>
            </a:solidFill>
            <a:ln w="2929">
              <a:solidFill>
                <a:srgbClr val="C6D4E2"/>
              </a:solidFill>
              <a:prstDash val="solid"/>
            </a:ln>
          </p:spPr>
        </p:sp>
        <p:sp>
          <p:nvSpPr>
            <p:cNvPr id="183" name="Input snapshot 1: source 183"/>
            <p:cNvSpPr/>
            <p:nvPr/>
          </p:nvSpPr>
          <p:spPr>
            <a:xfrm>
              <a:off x="1331513" y="1379448"/>
              <a:ext cx="38580" cy="44769"/>
            </a:xfrm>
            <a:prstGeom prst="rect">
              <a:avLst/>
            </a:prstGeom>
            <a:solidFill>
              <a:srgbClr val="B7BEC5"/>
            </a:solidFill>
            <a:ln w="2929">
              <a:solidFill>
                <a:srgbClr val="C6D4E2"/>
              </a:solidFill>
              <a:prstDash val="solid"/>
            </a:ln>
          </p:spPr>
        </p:sp>
        <p:sp>
          <p:nvSpPr>
            <p:cNvPr id="184" name="Input snapshot 1: source 184"/>
            <p:cNvSpPr/>
            <p:nvPr/>
          </p:nvSpPr>
          <p:spPr>
            <a:xfrm>
              <a:off x="1369215" y="1379448"/>
              <a:ext cx="38580" cy="44769"/>
            </a:xfrm>
            <a:prstGeom prst="rect">
              <a:avLst/>
            </a:prstGeom>
            <a:solidFill>
              <a:srgbClr val="B7BEC5"/>
            </a:solidFill>
            <a:ln w="2929">
              <a:solidFill>
                <a:srgbClr val="C6D4E2"/>
              </a:solidFill>
              <a:prstDash val="solid"/>
            </a:ln>
          </p:spPr>
        </p:sp>
        <p:sp>
          <p:nvSpPr>
            <p:cNvPr id="185" name="Input snapshot 1: source 185"/>
            <p:cNvSpPr/>
            <p:nvPr/>
          </p:nvSpPr>
          <p:spPr>
            <a:xfrm>
              <a:off x="1406918" y="1379448"/>
              <a:ext cx="38580" cy="44769"/>
            </a:xfrm>
            <a:prstGeom prst="rect">
              <a:avLst/>
            </a:prstGeom>
            <a:solidFill>
              <a:srgbClr val="B7BEC5"/>
            </a:solidFill>
            <a:ln w="2929">
              <a:solidFill>
                <a:srgbClr val="C6D4E2"/>
              </a:solidFill>
              <a:prstDash val="solid"/>
            </a:ln>
          </p:spPr>
        </p:sp>
        <p:sp>
          <p:nvSpPr>
            <p:cNvPr id="186" name="Input snapshot 1: source 186"/>
            <p:cNvSpPr/>
            <p:nvPr/>
          </p:nvSpPr>
          <p:spPr>
            <a:xfrm>
              <a:off x="1444620" y="1379448"/>
              <a:ext cx="38580" cy="44769"/>
            </a:xfrm>
            <a:prstGeom prst="rect">
              <a:avLst/>
            </a:prstGeom>
            <a:solidFill>
              <a:srgbClr val="B7BEC5"/>
            </a:solidFill>
            <a:ln w="2929">
              <a:solidFill>
                <a:srgbClr val="C6D4E2"/>
              </a:solidFill>
              <a:prstDash val="solid"/>
            </a:ln>
          </p:spPr>
        </p:sp>
        <p:sp>
          <p:nvSpPr>
            <p:cNvPr id="187" name="Input snapshot 1: source 187"/>
            <p:cNvSpPr/>
            <p:nvPr/>
          </p:nvSpPr>
          <p:spPr>
            <a:xfrm>
              <a:off x="1482323" y="1379448"/>
              <a:ext cx="38580" cy="44769"/>
            </a:xfrm>
            <a:prstGeom prst="rect">
              <a:avLst/>
            </a:prstGeom>
            <a:solidFill>
              <a:srgbClr val="B7BEC5"/>
            </a:solidFill>
            <a:ln w="2929">
              <a:solidFill>
                <a:srgbClr val="C6D4E2"/>
              </a:solidFill>
              <a:prstDash val="solid"/>
            </a:ln>
          </p:spPr>
        </p:sp>
        <p:sp>
          <p:nvSpPr>
            <p:cNvPr id="188" name="Input snapshot 1: source 188"/>
            <p:cNvSpPr/>
            <p:nvPr/>
          </p:nvSpPr>
          <p:spPr>
            <a:xfrm>
              <a:off x="1520026" y="1379448"/>
              <a:ext cx="38580" cy="44769"/>
            </a:xfrm>
            <a:prstGeom prst="rect">
              <a:avLst/>
            </a:prstGeom>
            <a:solidFill>
              <a:srgbClr val="B7BEC5"/>
            </a:solidFill>
            <a:ln w="2929">
              <a:solidFill>
                <a:srgbClr val="C6D4E2"/>
              </a:solidFill>
              <a:prstDash val="solid"/>
            </a:ln>
          </p:spPr>
        </p:sp>
        <p:sp>
          <p:nvSpPr>
            <p:cNvPr id="189" name="Input snapshot 1: source 189"/>
            <p:cNvSpPr/>
            <p:nvPr/>
          </p:nvSpPr>
          <p:spPr>
            <a:xfrm>
              <a:off x="1557728" y="1379448"/>
              <a:ext cx="38580" cy="44769"/>
            </a:xfrm>
            <a:prstGeom prst="rect">
              <a:avLst/>
            </a:prstGeom>
            <a:solidFill>
              <a:srgbClr val="EFF2F4"/>
            </a:solidFill>
            <a:ln w="2929">
              <a:solidFill>
                <a:srgbClr val="C6D4E2"/>
              </a:solidFill>
              <a:prstDash val="solid"/>
            </a:ln>
          </p:spPr>
        </p:sp>
        <p:sp>
          <p:nvSpPr>
            <p:cNvPr id="190" name="Input snapshot 1: source 190"/>
            <p:cNvSpPr/>
            <p:nvPr/>
          </p:nvSpPr>
          <p:spPr>
            <a:xfrm>
              <a:off x="1595431" y="1379448"/>
              <a:ext cx="38580" cy="44769"/>
            </a:xfrm>
            <a:prstGeom prst="rect">
              <a:avLst/>
            </a:prstGeom>
            <a:solidFill>
              <a:srgbClr val="EFF2F4"/>
            </a:solidFill>
            <a:ln w="2929">
              <a:solidFill>
                <a:srgbClr val="C6D4E2"/>
              </a:solidFill>
              <a:prstDash val="solid"/>
            </a:ln>
          </p:spPr>
        </p:sp>
        <p:sp>
          <p:nvSpPr>
            <p:cNvPr id="191" name="Input snapshot 1: source 191"/>
            <p:cNvSpPr/>
            <p:nvPr/>
          </p:nvSpPr>
          <p:spPr>
            <a:xfrm>
              <a:off x="1633133" y="1379448"/>
              <a:ext cx="38580" cy="44769"/>
            </a:xfrm>
            <a:prstGeom prst="rect">
              <a:avLst/>
            </a:prstGeom>
            <a:solidFill>
              <a:srgbClr val="EFF2F4"/>
            </a:solidFill>
            <a:ln w="2929">
              <a:solidFill>
                <a:srgbClr val="C6D4E2"/>
              </a:solidFill>
              <a:prstDash val="solid"/>
            </a:ln>
          </p:spPr>
        </p:sp>
        <p:sp>
          <p:nvSpPr>
            <p:cNvPr id="192" name="Input snapshot 1: source 192"/>
            <p:cNvSpPr/>
            <p:nvPr/>
          </p:nvSpPr>
          <p:spPr>
            <a:xfrm>
              <a:off x="1143000" y="1423340"/>
              <a:ext cx="38580" cy="44769"/>
            </a:xfrm>
            <a:prstGeom prst="rect">
              <a:avLst/>
            </a:prstGeom>
            <a:solidFill>
              <a:srgbClr val="EFF2F4"/>
            </a:solidFill>
            <a:ln w="2929">
              <a:solidFill>
                <a:srgbClr val="C6D4E2"/>
              </a:solidFill>
              <a:prstDash val="solid"/>
            </a:ln>
          </p:spPr>
        </p:sp>
        <p:sp>
          <p:nvSpPr>
            <p:cNvPr id="193" name="Input snapshot 1: source 193"/>
            <p:cNvSpPr/>
            <p:nvPr/>
          </p:nvSpPr>
          <p:spPr>
            <a:xfrm>
              <a:off x="1180703" y="1423340"/>
              <a:ext cx="38580" cy="44769"/>
            </a:xfrm>
            <a:prstGeom prst="rect">
              <a:avLst/>
            </a:prstGeom>
            <a:solidFill>
              <a:srgbClr val="B7BEC5"/>
            </a:solidFill>
            <a:ln w="2929">
              <a:solidFill>
                <a:srgbClr val="C6D4E2"/>
              </a:solidFill>
              <a:prstDash val="solid"/>
            </a:ln>
          </p:spPr>
        </p:sp>
        <p:sp>
          <p:nvSpPr>
            <p:cNvPr id="194" name="Input snapshot 1: source 194"/>
            <p:cNvSpPr/>
            <p:nvPr/>
          </p:nvSpPr>
          <p:spPr>
            <a:xfrm>
              <a:off x="1218405" y="1423340"/>
              <a:ext cx="38580" cy="44769"/>
            </a:xfrm>
            <a:prstGeom prst="rect">
              <a:avLst/>
            </a:prstGeom>
            <a:solidFill>
              <a:srgbClr val="B7BEC5"/>
            </a:solidFill>
            <a:ln w="2929">
              <a:solidFill>
                <a:srgbClr val="C6D4E2"/>
              </a:solidFill>
              <a:prstDash val="solid"/>
            </a:ln>
          </p:spPr>
        </p:sp>
        <p:sp>
          <p:nvSpPr>
            <p:cNvPr id="195" name="Input snapshot 1: source 195"/>
            <p:cNvSpPr/>
            <p:nvPr/>
          </p:nvSpPr>
          <p:spPr>
            <a:xfrm>
              <a:off x="1256108" y="1423340"/>
              <a:ext cx="38580" cy="44769"/>
            </a:xfrm>
            <a:prstGeom prst="rect">
              <a:avLst/>
            </a:prstGeom>
            <a:solidFill>
              <a:srgbClr val="B7BEC5"/>
            </a:solidFill>
            <a:ln w="2929">
              <a:solidFill>
                <a:srgbClr val="C6D4E2"/>
              </a:solidFill>
              <a:prstDash val="solid"/>
            </a:ln>
          </p:spPr>
        </p:sp>
        <p:sp>
          <p:nvSpPr>
            <p:cNvPr id="196" name="Input snapshot 1: source 196"/>
            <p:cNvSpPr/>
            <p:nvPr/>
          </p:nvSpPr>
          <p:spPr>
            <a:xfrm>
              <a:off x="1293810" y="1423340"/>
              <a:ext cx="38580" cy="44769"/>
            </a:xfrm>
            <a:prstGeom prst="rect">
              <a:avLst/>
            </a:prstGeom>
            <a:solidFill>
              <a:srgbClr val="B7BEC5"/>
            </a:solidFill>
            <a:ln w="2929">
              <a:solidFill>
                <a:srgbClr val="C6D4E2"/>
              </a:solidFill>
              <a:prstDash val="solid"/>
            </a:ln>
          </p:spPr>
        </p:sp>
        <p:sp>
          <p:nvSpPr>
            <p:cNvPr id="197" name="Input snapshot 1: source 197"/>
            <p:cNvSpPr/>
            <p:nvPr/>
          </p:nvSpPr>
          <p:spPr>
            <a:xfrm>
              <a:off x="1331513" y="1423340"/>
              <a:ext cx="38580" cy="44769"/>
            </a:xfrm>
            <a:prstGeom prst="rect">
              <a:avLst/>
            </a:prstGeom>
            <a:solidFill>
              <a:srgbClr val="B7BEC5"/>
            </a:solidFill>
            <a:ln w="2929">
              <a:solidFill>
                <a:srgbClr val="C6D4E2"/>
              </a:solidFill>
              <a:prstDash val="solid"/>
            </a:ln>
          </p:spPr>
        </p:sp>
        <p:sp>
          <p:nvSpPr>
            <p:cNvPr id="198" name="Input snapshot 1: source 198"/>
            <p:cNvSpPr/>
            <p:nvPr/>
          </p:nvSpPr>
          <p:spPr>
            <a:xfrm>
              <a:off x="1369215" y="1423340"/>
              <a:ext cx="38580" cy="44769"/>
            </a:xfrm>
            <a:prstGeom prst="rect">
              <a:avLst/>
            </a:prstGeom>
            <a:solidFill>
              <a:srgbClr val="B7BEC5"/>
            </a:solidFill>
            <a:ln w="2929">
              <a:solidFill>
                <a:srgbClr val="C6D4E2"/>
              </a:solidFill>
              <a:prstDash val="solid"/>
            </a:ln>
          </p:spPr>
        </p:sp>
        <p:sp>
          <p:nvSpPr>
            <p:cNvPr id="199" name="Input snapshot 1: source 199"/>
            <p:cNvSpPr/>
            <p:nvPr/>
          </p:nvSpPr>
          <p:spPr>
            <a:xfrm>
              <a:off x="1406918" y="1423340"/>
              <a:ext cx="38580" cy="44769"/>
            </a:xfrm>
            <a:prstGeom prst="rect">
              <a:avLst/>
            </a:prstGeom>
            <a:solidFill>
              <a:srgbClr val="D55E00"/>
            </a:solidFill>
            <a:ln w="2929">
              <a:solidFill>
                <a:srgbClr val="C6D4E2"/>
              </a:solidFill>
              <a:prstDash val="solid"/>
            </a:ln>
          </p:spPr>
        </p:sp>
        <p:sp>
          <p:nvSpPr>
            <p:cNvPr id="200" name="Input snapshot 1: source 200"/>
            <p:cNvSpPr/>
            <p:nvPr/>
          </p:nvSpPr>
          <p:spPr>
            <a:xfrm>
              <a:off x="1444620" y="1423340"/>
              <a:ext cx="38580" cy="44769"/>
            </a:xfrm>
            <a:prstGeom prst="rect">
              <a:avLst/>
            </a:prstGeom>
            <a:solidFill>
              <a:srgbClr val="D55E00"/>
            </a:solidFill>
            <a:ln w="2929">
              <a:solidFill>
                <a:srgbClr val="C6D4E2"/>
              </a:solidFill>
              <a:prstDash val="solid"/>
            </a:ln>
          </p:spPr>
        </p:sp>
        <p:sp>
          <p:nvSpPr>
            <p:cNvPr id="201" name="Input snapshot 1: source 201"/>
            <p:cNvSpPr/>
            <p:nvPr/>
          </p:nvSpPr>
          <p:spPr>
            <a:xfrm>
              <a:off x="1482323" y="1423340"/>
              <a:ext cx="38580" cy="44769"/>
            </a:xfrm>
            <a:prstGeom prst="rect">
              <a:avLst/>
            </a:prstGeom>
            <a:solidFill>
              <a:srgbClr val="D55E00"/>
            </a:solidFill>
            <a:ln w="2929">
              <a:solidFill>
                <a:srgbClr val="C6D4E2"/>
              </a:solidFill>
              <a:prstDash val="solid"/>
            </a:ln>
          </p:spPr>
        </p:sp>
        <p:sp>
          <p:nvSpPr>
            <p:cNvPr id="202" name="Input snapshot 1: source 202"/>
            <p:cNvSpPr/>
            <p:nvPr/>
          </p:nvSpPr>
          <p:spPr>
            <a:xfrm>
              <a:off x="1520026" y="1423340"/>
              <a:ext cx="38580" cy="44769"/>
            </a:xfrm>
            <a:prstGeom prst="rect">
              <a:avLst/>
            </a:prstGeom>
            <a:solidFill>
              <a:srgbClr val="B7BEC5"/>
            </a:solidFill>
            <a:ln w="2929">
              <a:solidFill>
                <a:srgbClr val="C6D4E2"/>
              </a:solidFill>
              <a:prstDash val="solid"/>
            </a:ln>
          </p:spPr>
        </p:sp>
        <p:sp>
          <p:nvSpPr>
            <p:cNvPr id="203" name="Input snapshot 1: source 203"/>
            <p:cNvSpPr/>
            <p:nvPr/>
          </p:nvSpPr>
          <p:spPr>
            <a:xfrm>
              <a:off x="1557728" y="1423340"/>
              <a:ext cx="38580" cy="44769"/>
            </a:xfrm>
            <a:prstGeom prst="rect">
              <a:avLst/>
            </a:prstGeom>
            <a:solidFill>
              <a:srgbClr val="EFF2F4"/>
            </a:solidFill>
            <a:ln w="2929">
              <a:solidFill>
                <a:srgbClr val="C6D4E2"/>
              </a:solidFill>
              <a:prstDash val="solid"/>
            </a:ln>
          </p:spPr>
        </p:sp>
        <p:sp>
          <p:nvSpPr>
            <p:cNvPr id="204" name="Input snapshot 1: source 204"/>
            <p:cNvSpPr/>
            <p:nvPr/>
          </p:nvSpPr>
          <p:spPr>
            <a:xfrm>
              <a:off x="1595431" y="1423340"/>
              <a:ext cx="38580" cy="44769"/>
            </a:xfrm>
            <a:prstGeom prst="rect">
              <a:avLst/>
            </a:prstGeom>
            <a:solidFill>
              <a:srgbClr val="EFF2F4"/>
            </a:solidFill>
            <a:ln w="2929">
              <a:solidFill>
                <a:srgbClr val="C6D4E2"/>
              </a:solidFill>
              <a:prstDash val="solid"/>
            </a:ln>
          </p:spPr>
        </p:sp>
        <p:sp>
          <p:nvSpPr>
            <p:cNvPr id="205" name="Input snapshot 1: source 205"/>
            <p:cNvSpPr/>
            <p:nvPr/>
          </p:nvSpPr>
          <p:spPr>
            <a:xfrm>
              <a:off x="1633133" y="1423340"/>
              <a:ext cx="38580" cy="44769"/>
            </a:xfrm>
            <a:prstGeom prst="rect">
              <a:avLst/>
            </a:prstGeom>
            <a:solidFill>
              <a:srgbClr val="EFF2F4"/>
            </a:solidFill>
            <a:ln w="2929">
              <a:solidFill>
                <a:srgbClr val="C6D4E2"/>
              </a:solidFill>
              <a:prstDash val="solid"/>
            </a:ln>
          </p:spPr>
        </p:sp>
        <p:sp>
          <p:nvSpPr>
            <p:cNvPr id="206" name="Input snapshot 1: source 206"/>
            <p:cNvSpPr/>
            <p:nvPr/>
          </p:nvSpPr>
          <p:spPr>
            <a:xfrm>
              <a:off x="1143000" y="1467231"/>
              <a:ext cx="38580" cy="44769"/>
            </a:xfrm>
            <a:prstGeom prst="rect">
              <a:avLst/>
            </a:prstGeom>
            <a:solidFill>
              <a:srgbClr val="EFF2F4"/>
            </a:solidFill>
            <a:ln w="2929">
              <a:solidFill>
                <a:srgbClr val="C6D4E2"/>
              </a:solidFill>
              <a:prstDash val="solid"/>
            </a:ln>
          </p:spPr>
        </p:sp>
        <p:sp>
          <p:nvSpPr>
            <p:cNvPr id="207" name="Input snapshot 1: source 207"/>
            <p:cNvSpPr/>
            <p:nvPr/>
          </p:nvSpPr>
          <p:spPr>
            <a:xfrm>
              <a:off x="1180703" y="1467231"/>
              <a:ext cx="38580" cy="44769"/>
            </a:xfrm>
            <a:prstGeom prst="rect">
              <a:avLst/>
            </a:prstGeom>
            <a:solidFill>
              <a:srgbClr val="B7BEC5"/>
            </a:solidFill>
            <a:ln w="2929">
              <a:solidFill>
                <a:srgbClr val="C6D4E2"/>
              </a:solidFill>
              <a:prstDash val="solid"/>
            </a:ln>
          </p:spPr>
        </p:sp>
        <p:sp>
          <p:nvSpPr>
            <p:cNvPr id="208" name="Input snapshot 1: source 208"/>
            <p:cNvSpPr/>
            <p:nvPr/>
          </p:nvSpPr>
          <p:spPr>
            <a:xfrm>
              <a:off x="1218405" y="1467231"/>
              <a:ext cx="38580" cy="44769"/>
            </a:xfrm>
            <a:prstGeom prst="rect">
              <a:avLst/>
            </a:prstGeom>
            <a:solidFill>
              <a:srgbClr val="B7BEC5"/>
            </a:solidFill>
            <a:ln w="2929">
              <a:solidFill>
                <a:srgbClr val="C6D4E2"/>
              </a:solidFill>
              <a:prstDash val="solid"/>
            </a:ln>
          </p:spPr>
        </p:sp>
        <p:sp>
          <p:nvSpPr>
            <p:cNvPr id="209" name="Input snapshot 1: source 209"/>
            <p:cNvSpPr/>
            <p:nvPr/>
          </p:nvSpPr>
          <p:spPr>
            <a:xfrm>
              <a:off x="1256108" y="1467231"/>
              <a:ext cx="38580" cy="44769"/>
            </a:xfrm>
            <a:prstGeom prst="rect">
              <a:avLst/>
            </a:prstGeom>
            <a:solidFill>
              <a:srgbClr val="B7BEC5"/>
            </a:solidFill>
            <a:ln w="2929">
              <a:solidFill>
                <a:srgbClr val="C6D4E2"/>
              </a:solidFill>
              <a:prstDash val="solid"/>
            </a:ln>
          </p:spPr>
        </p:sp>
        <p:sp>
          <p:nvSpPr>
            <p:cNvPr id="210" name="Input snapshot 1: source 210"/>
            <p:cNvSpPr/>
            <p:nvPr/>
          </p:nvSpPr>
          <p:spPr>
            <a:xfrm>
              <a:off x="1293810" y="1467231"/>
              <a:ext cx="38580" cy="44769"/>
            </a:xfrm>
            <a:prstGeom prst="rect">
              <a:avLst/>
            </a:prstGeom>
            <a:solidFill>
              <a:srgbClr val="B7BEC5"/>
            </a:solidFill>
            <a:ln w="2929">
              <a:solidFill>
                <a:srgbClr val="C6D4E2"/>
              </a:solidFill>
              <a:prstDash val="solid"/>
            </a:ln>
          </p:spPr>
        </p:sp>
        <p:sp>
          <p:nvSpPr>
            <p:cNvPr id="211" name="Input snapshot 1: source 211"/>
            <p:cNvSpPr/>
            <p:nvPr/>
          </p:nvSpPr>
          <p:spPr>
            <a:xfrm>
              <a:off x="1331513" y="1467231"/>
              <a:ext cx="38580" cy="44769"/>
            </a:xfrm>
            <a:prstGeom prst="rect">
              <a:avLst/>
            </a:prstGeom>
            <a:solidFill>
              <a:srgbClr val="B7BEC5"/>
            </a:solidFill>
            <a:ln w="2929">
              <a:solidFill>
                <a:srgbClr val="C6D4E2"/>
              </a:solidFill>
              <a:prstDash val="solid"/>
            </a:ln>
          </p:spPr>
        </p:sp>
        <p:sp>
          <p:nvSpPr>
            <p:cNvPr id="212" name="Input snapshot 1: source 212"/>
            <p:cNvSpPr/>
            <p:nvPr/>
          </p:nvSpPr>
          <p:spPr>
            <a:xfrm>
              <a:off x="1369215" y="1467231"/>
              <a:ext cx="38580" cy="44769"/>
            </a:xfrm>
            <a:prstGeom prst="rect">
              <a:avLst/>
            </a:prstGeom>
            <a:solidFill>
              <a:srgbClr val="B7BEC5"/>
            </a:solidFill>
            <a:ln w="2929">
              <a:solidFill>
                <a:srgbClr val="C6D4E2"/>
              </a:solidFill>
              <a:prstDash val="solid"/>
            </a:ln>
          </p:spPr>
        </p:sp>
        <p:sp>
          <p:nvSpPr>
            <p:cNvPr id="213" name="Input snapshot 1: source 213"/>
            <p:cNvSpPr/>
            <p:nvPr/>
          </p:nvSpPr>
          <p:spPr>
            <a:xfrm>
              <a:off x="1406918" y="1467231"/>
              <a:ext cx="38580" cy="44769"/>
            </a:xfrm>
            <a:prstGeom prst="rect">
              <a:avLst/>
            </a:prstGeom>
            <a:solidFill>
              <a:srgbClr val="D55E00"/>
            </a:solidFill>
            <a:ln w="2929">
              <a:solidFill>
                <a:srgbClr val="C6D4E2"/>
              </a:solidFill>
              <a:prstDash val="solid"/>
            </a:ln>
          </p:spPr>
        </p:sp>
        <p:sp>
          <p:nvSpPr>
            <p:cNvPr id="214" name="Input snapshot 1: source 214"/>
            <p:cNvSpPr/>
            <p:nvPr/>
          </p:nvSpPr>
          <p:spPr>
            <a:xfrm>
              <a:off x="1444620" y="1467231"/>
              <a:ext cx="38580" cy="44769"/>
            </a:xfrm>
            <a:prstGeom prst="rect">
              <a:avLst/>
            </a:prstGeom>
            <a:solidFill>
              <a:srgbClr val="D55E00"/>
            </a:solidFill>
            <a:ln w="2929">
              <a:solidFill>
                <a:srgbClr val="C6D4E2"/>
              </a:solidFill>
              <a:prstDash val="solid"/>
            </a:ln>
          </p:spPr>
        </p:sp>
        <p:sp>
          <p:nvSpPr>
            <p:cNvPr id="215" name="Input snapshot 1: source 215"/>
            <p:cNvSpPr/>
            <p:nvPr/>
          </p:nvSpPr>
          <p:spPr>
            <a:xfrm>
              <a:off x="1482323" y="1467231"/>
              <a:ext cx="38580" cy="44769"/>
            </a:xfrm>
            <a:prstGeom prst="rect">
              <a:avLst/>
            </a:prstGeom>
            <a:solidFill>
              <a:srgbClr val="D55E00"/>
            </a:solidFill>
            <a:ln w="2929">
              <a:solidFill>
                <a:srgbClr val="C6D4E2"/>
              </a:solidFill>
              <a:prstDash val="solid"/>
            </a:ln>
          </p:spPr>
        </p:sp>
        <p:sp>
          <p:nvSpPr>
            <p:cNvPr id="216" name="Input snapshot 1: source 216"/>
            <p:cNvSpPr/>
            <p:nvPr/>
          </p:nvSpPr>
          <p:spPr>
            <a:xfrm>
              <a:off x="1520026" y="1467231"/>
              <a:ext cx="38580" cy="44769"/>
            </a:xfrm>
            <a:prstGeom prst="rect">
              <a:avLst/>
            </a:prstGeom>
            <a:solidFill>
              <a:srgbClr val="B7BEC5"/>
            </a:solidFill>
            <a:ln w="2929">
              <a:solidFill>
                <a:srgbClr val="C6D4E2"/>
              </a:solidFill>
              <a:prstDash val="solid"/>
            </a:ln>
          </p:spPr>
        </p:sp>
        <p:sp>
          <p:nvSpPr>
            <p:cNvPr id="217" name="Input snapshot 1: source 217"/>
            <p:cNvSpPr/>
            <p:nvPr/>
          </p:nvSpPr>
          <p:spPr>
            <a:xfrm>
              <a:off x="1557728" y="1467231"/>
              <a:ext cx="38580" cy="44769"/>
            </a:xfrm>
            <a:prstGeom prst="rect">
              <a:avLst/>
            </a:prstGeom>
            <a:solidFill>
              <a:srgbClr val="EFF2F4"/>
            </a:solidFill>
            <a:ln w="2929">
              <a:solidFill>
                <a:srgbClr val="C6D4E2"/>
              </a:solidFill>
              <a:prstDash val="solid"/>
            </a:ln>
          </p:spPr>
        </p:sp>
        <p:sp>
          <p:nvSpPr>
            <p:cNvPr id="218" name="Input snapshot 1: source 218"/>
            <p:cNvSpPr/>
            <p:nvPr/>
          </p:nvSpPr>
          <p:spPr>
            <a:xfrm>
              <a:off x="1595431" y="1467231"/>
              <a:ext cx="38580" cy="44769"/>
            </a:xfrm>
            <a:prstGeom prst="rect">
              <a:avLst/>
            </a:prstGeom>
            <a:solidFill>
              <a:srgbClr val="EFF2F4"/>
            </a:solidFill>
            <a:ln w="2929">
              <a:solidFill>
                <a:srgbClr val="C6D4E2"/>
              </a:solidFill>
              <a:prstDash val="solid"/>
            </a:ln>
          </p:spPr>
        </p:sp>
        <p:sp>
          <p:nvSpPr>
            <p:cNvPr id="219" name="Input snapshot 1: source 219"/>
            <p:cNvSpPr/>
            <p:nvPr/>
          </p:nvSpPr>
          <p:spPr>
            <a:xfrm>
              <a:off x="1633133" y="1467231"/>
              <a:ext cx="38580" cy="44769"/>
            </a:xfrm>
            <a:prstGeom prst="rect">
              <a:avLst/>
            </a:prstGeom>
            <a:solidFill>
              <a:srgbClr val="EFF2F4"/>
            </a:solidFill>
            <a:ln w="2929">
              <a:solidFill>
                <a:srgbClr val="C6D4E2"/>
              </a:solidFill>
              <a:prstDash val="solid"/>
            </a:ln>
          </p:spPr>
        </p:sp>
        <p:sp>
          <p:nvSpPr>
            <p:cNvPr id="220" name="Input snapshot 1: source 220"/>
            <p:cNvSpPr/>
            <p:nvPr/>
          </p:nvSpPr>
          <p:spPr>
            <a:xfrm>
              <a:off x="1143000" y="1511122"/>
              <a:ext cx="38580" cy="44769"/>
            </a:xfrm>
            <a:prstGeom prst="rect">
              <a:avLst/>
            </a:prstGeom>
            <a:solidFill>
              <a:srgbClr val="EFF2F4"/>
            </a:solidFill>
            <a:ln w="2929">
              <a:solidFill>
                <a:srgbClr val="C6D4E2"/>
              </a:solidFill>
              <a:prstDash val="solid"/>
            </a:ln>
          </p:spPr>
        </p:sp>
        <p:sp>
          <p:nvSpPr>
            <p:cNvPr id="221" name="Input snapshot 1: source 221"/>
            <p:cNvSpPr/>
            <p:nvPr/>
          </p:nvSpPr>
          <p:spPr>
            <a:xfrm>
              <a:off x="1180703" y="1511122"/>
              <a:ext cx="38580" cy="44769"/>
            </a:xfrm>
            <a:prstGeom prst="rect">
              <a:avLst/>
            </a:prstGeom>
            <a:solidFill>
              <a:srgbClr val="B7BEC5"/>
            </a:solidFill>
            <a:ln w="2929">
              <a:solidFill>
                <a:srgbClr val="C6D4E2"/>
              </a:solidFill>
              <a:prstDash val="solid"/>
            </a:ln>
          </p:spPr>
        </p:sp>
        <p:sp>
          <p:nvSpPr>
            <p:cNvPr id="222" name="Input snapshot 1: source 222"/>
            <p:cNvSpPr/>
            <p:nvPr/>
          </p:nvSpPr>
          <p:spPr>
            <a:xfrm>
              <a:off x="1218405" y="1511122"/>
              <a:ext cx="38580" cy="44769"/>
            </a:xfrm>
            <a:prstGeom prst="rect">
              <a:avLst/>
            </a:prstGeom>
            <a:solidFill>
              <a:srgbClr val="0072B2"/>
            </a:solidFill>
            <a:ln w="2929">
              <a:solidFill>
                <a:srgbClr val="C6D4E2"/>
              </a:solidFill>
              <a:prstDash val="solid"/>
            </a:ln>
          </p:spPr>
        </p:sp>
        <p:sp>
          <p:nvSpPr>
            <p:cNvPr id="223" name="Input snapshot 1: source 223"/>
            <p:cNvSpPr/>
            <p:nvPr/>
          </p:nvSpPr>
          <p:spPr>
            <a:xfrm>
              <a:off x="1256108" y="1511122"/>
              <a:ext cx="38580" cy="44769"/>
            </a:xfrm>
            <a:prstGeom prst="rect">
              <a:avLst/>
            </a:prstGeom>
            <a:solidFill>
              <a:srgbClr val="0072B2"/>
            </a:solidFill>
            <a:ln w="2929">
              <a:solidFill>
                <a:srgbClr val="C6D4E2"/>
              </a:solidFill>
              <a:prstDash val="solid"/>
            </a:ln>
          </p:spPr>
        </p:sp>
        <p:sp>
          <p:nvSpPr>
            <p:cNvPr id="224" name="Input snapshot 1: source 224"/>
            <p:cNvSpPr/>
            <p:nvPr/>
          </p:nvSpPr>
          <p:spPr>
            <a:xfrm>
              <a:off x="1293810" y="1511122"/>
              <a:ext cx="38580" cy="44769"/>
            </a:xfrm>
            <a:prstGeom prst="rect">
              <a:avLst/>
            </a:prstGeom>
            <a:solidFill>
              <a:srgbClr val="0072B2"/>
            </a:solidFill>
            <a:ln w="2929">
              <a:solidFill>
                <a:srgbClr val="C6D4E2"/>
              </a:solidFill>
              <a:prstDash val="solid"/>
            </a:ln>
          </p:spPr>
        </p:sp>
        <p:sp>
          <p:nvSpPr>
            <p:cNvPr id="225" name="Input snapshot 1: source 225"/>
            <p:cNvSpPr/>
            <p:nvPr/>
          </p:nvSpPr>
          <p:spPr>
            <a:xfrm>
              <a:off x="1331513" y="1511122"/>
              <a:ext cx="38580" cy="44769"/>
            </a:xfrm>
            <a:prstGeom prst="rect">
              <a:avLst/>
            </a:prstGeom>
            <a:solidFill>
              <a:srgbClr val="0072B2"/>
            </a:solidFill>
            <a:ln w="2929">
              <a:solidFill>
                <a:srgbClr val="C6D4E2"/>
              </a:solidFill>
              <a:prstDash val="solid"/>
            </a:ln>
          </p:spPr>
        </p:sp>
        <p:sp>
          <p:nvSpPr>
            <p:cNvPr id="226" name="Input snapshot 1: source 226"/>
            <p:cNvSpPr/>
            <p:nvPr/>
          </p:nvSpPr>
          <p:spPr>
            <a:xfrm>
              <a:off x="1369215" y="1511122"/>
              <a:ext cx="38580" cy="44769"/>
            </a:xfrm>
            <a:prstGeom prst="rect">
              <a:avLst/>
            </a:prstGeom>
            <a:solidFill>
              <a:srgbClr val="B7BEC5"/>
            </a:solidFill>
            <a:ln w="2929">
              <a:solidFill>
                <a:srgbClr val="C6D4E2"/>
              </a:solidFill>
              <a:prstDash val="solid"/>
            </a:ln>
          </p:spPr>
        </p:sp>
        <p:sp>
          <p:nvSpPr>
            <p:cNvPr id="227" name="Input snapshot 1: source 227"/>
            <p:cNvSpPr/>
            <p:nvPr/>
          </p:nvSpPr>
          <p:spPr>
            <a:xfrm>
              <a:off x="1406918" y="1511122"/>
              <a:ext cx="38580" cy="44769"/>
            </a:xfrm>
            <a:prstGeom prst="rect">
              <a:avLst/>
            </a:prstGeom>
            <a:solidFill>
              <a:srgbClr val="D55E00"/>
            </a:solidFill>
            <a:ln w="2929">
              <a:solidFill>
                <a:srgbClr val="C6D4E2"/>
              </a:solidFill>
              <a:prstDash val="solid"/>
            </a:ln>
          </p:spPr>
        </p:sp>
        <p:sp>
          <p:nvSpPr>
            <p:cNvPr id="228" name="Input snapshot 1: source 228"/>
            <p:cNvSpPr/>
            <p:nvPr/>
          </p:nvSpPr>
          <p:spPr>
            <a:xfrm>
              <a:off x="1444620" y="1511122"/>
              <a:ext cx="38580" cy="44769"/>
            </a:xfrm>
            <a:prstGeom prst="rect">
              <a:avLst/>
            </a:prstGeom>
            <a:solidFill>
              <a:srgbClr val="D55E00"/>
            </a:solidFill>
            <a:ln w="2929">
              <a:solidFill>
                <a:srgbClr val="C6D4E2"/>
              </a:solidFill>
              <a:prstDash val="solid"/>
            </a:ln>
          </p:spPr>
        </p:sp>
        <p:sp>
          <p:nvSpPr>
            <p:cNvPr id="229" name="Input snapshot 1: source 229"/>
            <p:cNvSpPr/>
            <p:nvPr/>
          </p:nvSpPr>
          <p:spPr>
            <a:xfrm>
              <a:off x="1482323" y="1511122"/>
              <a:ext cx="38580" cy="44769"/>
            </a:xfrm>
            <a:prstGeom prst="rect">
              <a:avLst/>
            </a:prstGeom>
            <a:solidFill>
              <a:srgbClr val="D55E00"/>
            </a:solidFill>
            <a:ln w="2929">
              <a:solidFill>
                <a:srgbClr val="C6D4E2"/>
              </a:solidFill>
              <a:prstDash val="solid"/>
            </a:ln>
          </p:spPr>
        </p:sp>
        <p:sp>
          <p:nvSpPr>
            <p:cNvPr id="230" name="Input snapshot 1: source 230"/>
            <p:cNvSpPr/>
            <p:nvPr/>
          </p:nvSpPr>
          <p:spPr>
            <a:xfrm>
              <a:off x="1520026" y="1511122"/>
              <a:ext cx="38580" cy="44769"/>
            </a:xfrm>
            <a:prstGeom prst="rect">
              <a:avLst/>
            </a:prstGeom>
            <a:solidFill>
              <a:srgbClr val="B7BEC5"/>
            </a:solidFill>
            <a:ln w="2929">
              <a:solidFill>
                <a:srgbClr val="C6D4E2"/>
              </a:solidFill>
              <a:prstDash val="solid"/>
            </a:ln>
          </p:spPr>
        </p:sp>
        <p:sp>
          <p:nvSpPr>
            <p:cNvPr id="231" name="Input snapshot 1: source 231"/>
            <p:cNvSpPr/>
            <p:nvPr/>
          </p:nvSpPr>
          <p:spPr>
            <a:xfrm>
              <a:off x="1557728" y="1511122"/>
              <a:ext cx="38580" cy="44769"/>
            </a:xfrm>
            <a:prstGeom prst="rect">
              <a:avLst/>
            </a:prstGeom>
            <a:solidFill>
              <a:srgbClr val="EFF2F4"/>
            </a:solidFill>
            <a:ln w="2929">
              <a:solidFill>
                <a:srgbClr val="C6D4E2"/>
              </a:solidFill>
              <a:prstDash val="solid"/>
            </a:ln>
          </p:spPr>
        </p:sp>
        <p:sp>
          <p:nvSpPr>
            <p:cNvPr id="232" name="Input snapshot 1: source 232"/>
            <p:cNvSpPr/>
            <p:nvPr/>
          </p:nvSpPr>
          <p:spPr>
            <a:xfrm>
              <a:off x="1595431" y="1511122"/>
              <a:ext cx="38580" cy="44769"/>
            </a:xfrm>
            <a:prstGeom prst="rect">
              <a:avLst/>
            </a:prstGeom>
            <a:solidFill>
              <a:srgbClr val="EFF2F4"/>
            </a:solidFill>
            <a:ln w="2929">
              <a:solidFill>
                <a:srgbClr val="C6D4E2"/>
              </a:solidFill>
              <a:prstDash val="solid"/>
            </a:ln>
          </p:spPr>
        </p:sp>
        <p:sp>
          <p:nvSpPr>
            <p:cNvPr id="233" name="Input snapshot 1: source 233"/>
            <p:cNvSpPr/>
            <p:nvPr/>
          </p:nvSpPr>
          <p:spPr>
            <a:xfrm>
              <a:off x="1633133" y="1511122"/>
              <a:ext cx="38580" cy="44769"/>
            </a:xfrm>
            <a:prstGeom prst="rect">
              <a:avLst/>
            </a:prstGeom>
            <a:solidFill>
              <a:srgbClr val="EFF2F4"/>
            </a:solidFill>
            <a:ln w="2929">
              <a:solidFill>
                <a:srgbClr val="C6D4E2"/>
              </a:solidFill>
              <a:prstDash val="solid"/>
            </a:ln>
          </p:spPr>
        </p:sp>
        <p:sp>
          <p:nvSpPr>
            <p:cNvPr id="234" name="Input snapshot 1: source 234"/>
            <p:cNvSpPr/>
            <p:nvPr/>
          </p:nvSpPr>
          <p:spPr>
            <a:xfrm>
              <a:off x="1143000" y="1555014"/>
              <a:ext cx="38580" cy="44769"/>
            </a:xfrm>
            <a:prstGeom prst="rect">
              <a:avLst/>
            </a:prstGeom>
            <a:solidFill>
              <a:srgbClr val="EFF2F4"/>
            </a:solidFill>
            <a:ln w="2929">
              <a:solidFill>
                <a:srgbClr val="C6D4E2"/>
              </a:solidFill>
              <a:prstDash val="solid"/>
            </a:ln>
          </p:spPr>
        </p:sp>
        <p:sp>
          <p:nvSpPr>
            <p:cNvPr id="235" name="Input snapshot 1: source 235"/>
            <p:cNvSpPr/>
            <p:nvPr/>
          </p:nvSpPr>
          <p:spPr>
            <a:xfrm>
              <a:off x="1180703" y="1555014"/>
              <a:ext cx="38580" cy="44769"/>
            </a:xfrm>
            <a:prstGeom prst="rect">
              <a:avLst/>
            </a:prstGeom>
            <a:solidFill>
              <a:srgbClr val="0072B2"/>
            </a:solidFill>
            <a:ln w="2929">
              <a:solidFill>
                <a:srgbClr val="C6D4E2"/>
              </a:solidFill>
              <a:prstDash val="solid"/>
            </a:ln>
          </p:spPr>
        </p:sp>
        <p:sp>
          <p:nvSpPr>
            <p:cNvPr id="236" name="Input snapshot 1: source 236"/>
            <p:cNvSpPr/>
            <p:nvPr/>
          </p:nvSpPr>
          <p:spPr>
            <a:xfrm>
              <a:off x="1218405" y="1555014"/>
              <a:ext cx="38580" cy="44769"/>
            </a:xfrm>
            <a:prstGeom prst="rect">
              <a:avLst/>
            </a:prstGeom>
            <a:solidFill>
              <a:srgbClr val="0072B2"/>
            </a:solidFill>
            <a:ln w="2929">
              <a:solidFill>
                <a:srgbClr val="C6D4E2"/>
              </a:solidFill>
              <a:prstDash val="solid"/>
            </a:ln>
          </p:spPr>
        </p:sp>
        <p:sp>
          <p:nvSpPr>
            <p:cNvPr id="237" name="Input snapshot 1: source 237"/>
            <p:cNvSpPr/>
            <p:nvPr/>
          </p:nvSpPr>
          <p:spPr>
            <a:xfrm>
              <a:off x="1256108" y="1555014"/>
              <a:ext cx="38580" cy="44769"/>
            </a:xfrm>
            <a:prstGeom prst="rect">
              <a:avLst/>
            </a:prstGeom>
            <a:solidFill>
              <a:srgbClr val="0072B2"/>
            </a:solidFill>
            <a:ln w="2929">
              <a:solidFill>
                <a:srgbClr val="C6D4E2"/>
              </a:solidFill>
              <a:prstDash val="solid"/>
            </a:ln>
          </p:spPr>
        </p:sp>
        <p:sp>
          <p:nvSpPr>
            <p:cNvPr id="238" name="Input snapshot 1: source 238"/>
            <p:cNvSpPr/>
            <p:nvPr/>
          </p:nvSpPr>
          <p:spPr>
            <a:xfrm>
              <a:off x="1293810" y="1555014"/>
              <a:ext cx="38580" cy="44769"/>
            </a:xfrm>
            <a:prstGeom prst="rect">
              <a:avLst/>
            </a:prstGeom>
            <a:solidFill>
              <a:srgbClr val="0072B2"/>
            </a:solidFill>
            <a:ln w="2929">
              <a:solidFill>
                <a:srgbClr val="C6D4E2"/>
              </a:solidFill>
              <a:prstDash val="solid"/>
            </a:ln>
          </p:spPr>
        </p:sp>
        <p:sp>
          <p:nvSpPr>
            <p:cNvPr id="239" name="Input snapshot 1: source 239"/>
            <p:cNvSpPr/>
            <p:nvPr/>
          </p:nvSpPr>
          <p:spPr>
            <a:xfrm>
              <a:off x="1331513" y="1555014"/>
              <a:ext cx="38580" cy="44769"/>
            </a:xfrm>
            <a:prstGeom prst="rect">
              <a:avLst/>
            </a:prstGeom>
            <a:solidFill>
              <a:srgbClr val="0072B2"/>
            </a:solidFill>
            <a:ln w="2929">
              <a:solidFill>
                <a:srgbClr val="C6D4E2"/>
              </a:solidFill>
              <a:prstDash val="solid"/>
            </a:ln>
          </p:spPr>
        </p:sp>
        <p:sp>
          <p:nvSpPr>
            <p:cNvPr id="240" name="Input snapshot 1: source 240"/>
            <p:cNvSpPr/>
            <p:nvPr/>
          </p:nvSpPr>
          <p:spPr>
            <a:xfrm>
              <a:off x="1369215" y="1555014"/>
              <a:ext cx="38580" cy="44769"/>
            </a:xfrm>
            <a:prstGeom prst="rect">
              <a:avLst/>
            </a:prstGeom>
            <a:solidFill>
              <a:srgbClr val="B7BEC5"/>
            </a:solidFill>
            <a:ln w="2929">
              <a:solidFill>
                <a:srgbClr val="C6D4E2"/>
              </a:solidFill>
              <a:prstDash val="solid"/>
            </a:ln>
          </p:spPr>
        </p:sp>
        <p:sp>
          <p:nvSpPr>
            <p:cNvPr id="241" name="Input snapshot 1: source 241"/>
            <p:cNvSpPr/>
            <p:nvPr/>
          </p:nvSpPr>
          <p:spPr>
            <a:xfrm>
              <a:off x="1406918" y="1555014"/>
              <a:ext cx="38580" cy="44769"/>
            </a:xfrm>
            <a:prstGeom prst="rect">
              <a:avLst/>
            </a:prstGeom>
            <a:solidFill>
              <a:srgbClr val="B7BEC5"/>
            </a:solidFill>
            <a:ln w="2929">
              <a:solidFill>
                <a:srgbClr val="C6D4E2"/>
              </a:solidFill>
              <a:prstDash val="solid"/>
            </a:ln>
          </p:spPr>
        </p:sp>
        <p:sp>
          <p:nvSpPr>
            <p:cNvPr id="242" name="Input snapshot 1: source 242"/>
            <p:cNvSpPr/>
            <p:nvPr/>
          </p:nvSpPr>
          <p:spPr>
            <a:xfrm>
              <a:off x="1444620" y="1555014"/>
              <a:ext cx="38580" cy="44769"/>
            </a:xfrm>
            <a:prstGeom prst="rect">
              <a:avLst/>
            </a:prstGeom>
            <a:solidFill>
              <a:srgbClr val="B7BEC5"/>
            </a:solidFill>
            <a:ln w="2929">
              <a:solidFill>
                <a:srgbClr val="C6D4E2"/>
              </a:solidFill>
              <a:prstDash val="solid"/>
            </a:ln>
          </p:spPr>
        </p:sp>
        <p:sp>
          <p:nvSpPr>
            <p:cNvPr id="243" name="Input snapshot 1: source 243"/>
            <p:cNvSpPr/>
            <p:nvPr/>
          </p:nvSpPr>
          <p:spPr>
            <a:xfrm>
              <a:off x="1482323" y="1555014"/>
              <a:ext cx="38580" cy="44769"/>
            </a:xfrm>
            <a:prstGeom prst="rect">
              <a:avLst/>
            </a:prstGeom>
            <a:solidFill>
              <a:srgbClr val="B7BEC5"/>
            </a:solidFill>
            <a:ln w="2929">
              <a:solidFill>
                <a:srgbClr val="C6D4E2"/>
              </a:solidFill>
              <a:prstDash val="solid"/>
            </a:ln>
          </p:spPr>
        </p:sp>
        <p:sp>
          <p:nvSpPr>
            <p:cNvPr id="244" name="Input snapshot 1: source 244"/>
            <p:cNvSpPr/>
            <p:nvPr/>
          </p:nvSpPr>
          <p:spPr>
            <a:xfrm>
              <a:off x="1520026" y="1555014"/>
              <a:ext cx="38580" cy="44769"/>
            </a:xfrm>
            <a:prstGeom prst="rect">
              <a:avLst/>
            </a:prstGeom>
            <a:solidFill>
              <a:srgbClr val="B7BEC5"/>
            </a:solidFill>
            <a:ln w="2929">
              <a:solidFill>
                <a:srgbClr val="C6D4E2"/>
              </a:solidFill>
              <a:prstDash val="solid"/>
            </a:ln>
          </p:spPr>
        </p:sp>
        <p:sp>
          <p:nvSpPr>
            <p:cNvPr id="245" name="Input snapshot 1: source 245"/>
            <p:cNvSpPr/>
            <p:nvPr/>
          </p:nvSpPr>
          <p:spPr>
            <a:xfrm>
              <a:off x="1557728" y="1555014"/>
              <a:ext cx="38580" cy="44769"/>
            </a:xfrm>
            <a:prstGeom prst="rect">
              <a:avLst/>
            </a:prstGeom>
            <a:solidFill>
              <a:srgbClr val="EFF2F4"/>
            </a:solidFill>
            <a:ln w="2929">
              <a:solidFill>
                <a:srgbClr val="C6D4E2"/>
              </a:solidFill>
              <a:prstDash val="solid"/>
            </a:ln>
          </p:spPr>
        </p:sp>
        <p:sp>
          <p:nvSpPr>
            <p:cNvPr id="246" name="Input snapshot 1: source 246"/>
            <p:cNvSpPr/>
            <p:nvPr/>
          </p:nvSpPr>
          <p:spPr>
            <a:xfrm>
              <a:off x="1595431" y="1555014"/>
              <a:ext cx="38580" cy="44769"/>
            </a:xfrm>
            <a:prstGeom prst="rect">
              <a:avLst/>
            </a:prstGeom>
            <a:solidFill>
              <a:srgbClr val="EFF2F4"/>
            </a:solidFill>
            <a:ln w="2929">
              <a:solidFill>
                <a:srgbClr val="C6D4E2"/>
              </a:solidFill>
              <a:prstDash val="solid"/>
            </a:ln>
          </p:spPr>
        </p:sp>
        <p:sp>
          <p:nvSpPr>
            <p:cNvPr id="247" name="Input snapshot 1: source 247"/>
            <p:cNvSpPr/>
            <p:nvPr/>
          </p:nvSpPr>
          <p:spPr>
            <a:xfrm>
              <a:off x="1633133" y="1555014"/>
              <a:ext cx="38580" cy="44769"/>
            </a:xfrm>
            <a:prstGeom prst="rect">
              <a:avLst/>
            </a:prstGeom>
            <a:solidFill>
              <a:srgbClr val="EFF2F4"/>
            </a:solidFill>
            <a:ln w="2929">
              <a:solidFill>
                <a:srgbClr val="C6D4E2"/>
              </a:solidFill>
              <a:prstDash val="solid"/>
            </a:ln>
          </p:spPr>
        </p:sp>
        <p:sp>
          <p:nvSpPr>
            <p:cNvPr id="248" name="Input snapshot 1: source 248"/>
            <p:cNvSpPr/>
            <p:nvPr/>
          </p:nvSpPr>
          <p:spPr>
            <a:xfrm>
              <a:off x="1143000" y="1598904"/>
              <a:ext cx="38580" cy="44769"/>
            </a:xfrm>
            <a:prstGeom prst="rect">
              <a:avLst/>
            </a:prstGeom>
            <a:solidFill>
              <a:srgbClr val="EFF2F4"/>
            </a:solidFill>
            <a:ln w="2929">
              <a:solidFill>
                <a:srgbClr val="C6D4E2"/>
              </a:solidFill>
              <a:prstDash val="solid"/>
            </a:ln>
          </p:spPr>
        </p:sp>
        <p:sp>
          <p:nvSpPr>
            <p:cNvPr id="249" name="Input snapshot 1: source 249"/>
            <p:cNvSpPr/>
            <p:nvPr/>
          </p:nvSpPr>
          <p:spPr>
            <a:xfrm>
              <a:off x="1180703" y="1598904"/>
              <a:ext cx="38580" cy="44769"/>
            </a:xfrm>
            <a:prstGeom prst="rect">
              <a:avLst/>
            </a:prstGeom>
            <a:solidFill>
              <a:srgbClr val="B7BEC5"/>
            </a:solidFill>
            <a:ln w="2929">
              <a:solidFill>
                <a:srgbClr val="C6D4E2"/>
              </a:solidFill>
              <a:prstDash val="solid"/>
            </a:ln>
          </p:spPr>
        </p:sp>
        <p:sp>
          <p:nvSpPr>
            <p:cNvPr id="250" name="Input snapshot 1: source 250"/>
            <p:cNvSpPr/>
            <p:nvPr/>
          </p:nvSpPr>
          <p:spPr>
            <a:xfrm>
              <a:off x="1218405" y="1598904"/>
              <a:ext cx="38580" cy="44769"/>
            </a:xfrm>
            <a:prstGeom prst="rect">
              <a:avLst/>
            </a:prstGeom>
            <a:solidFill>
              <a:srgbClr val="0072B2"/>
            </a:solidFill>
            <a:ln w="2929">
              <a:solidFill>
                <a:srgbClr val="C6D4E2"/>
              </a:solidFill>
              <a:prstDash val="solid"/>
            </a:ln>
          </p:spPr>
        </p:sp>
        <p:sp>
          <p:nvSpPr>
            <p:cNvPr id="251" name="Input snapshot 1: source 251"/>
            <p:cNvSpPr/>
            <p:nvPr/>
          </p:nvSpPr>
          <p:spPr>
            <a:xfrm>
              <a:off x="1256108" y="1598904"/>
              <a:ext cx="38580" cy="44769"/>
            </a:xfrm>
            <a:prstGeom prst="rect">
              <a:avLst/>
            </a:prstGeom>
            <a:solidFill>
              <a:srgbClr val="0072B2"/>
            </a:solidFill>
            <a:ln w="2929">
              <a:solidFill>
                <a:srgbClr val="C6D4E2"/>
              </a:solidFill>
              <a:prstDash val="solid"/>
            </a:ln>
          </p:spPr>
        </p:sp>
        <p:sp>
          <p:nvSpPr>
            <p:cNvPr id="252" name="Input snapshot 1: source 252"/>
            <p:cNvSpPr/>
            <p:nvPr/>
          </p:nvSpPr>
          <p:spPr>
            <a:xfrm>
              <a:off x="1293810" y="1598904"/>
              <a:ext cx="38580" cy="44769"/>
            </a:xfrm>
            <a:prstGeom prst="rect">
              <a:avLst/>
            </a:prstGeom>
            <a:solidFill>
              <a:srgbClr val="0072B2"/>
            </a:solidFill>
            <a:ln w="2929">
              <a:solidFill>
                <a:srgbClr val="C6D4E2"/>
              </a:solidFill>
              <a:prstDash val="solid"/>
            </a:ln>
          </p:spPr>
        </p:sp>
        <p:sp>
          <p:nvSpPr>
            <p:cNvPr id="253" name="Input snapshot 1: source 253"/>
            <p:cNvSpPr/>
            <p:nvPr/>
          </p:nvSpPr>
          <p:spPr>
            <a:xfrm>
              <a:off x="1331513" y="1598904"/>
              <a:ext cx="38580" cy="44769"/>
            </a:xfrm>
            <a:prstGeom prst="rect">
              <a:avLst/>
            </a:prstGeom>
            <a:solidFill>
              <a:srgbClr val="0072B2"/>
            </a:solidFill>
            <a:ln w="2929">
              <a:solidFill>
                <a:srgbClr val="C6D4E2"/>
              </a:solidFill>
              <a:prstDash val="solid"/>
            </a:ln>
          </p:spPr>
        </p:sp>
        <p:sp>
          <p:nvSpPr>
            <p:cNvPr id="254" name="Input snapshot 1: source 254"/>
            <p:cNvSpPr/>
            <p:nvPr/>
          </p:nvSpPr>
          <p:spPr>
            <a:xfrm>
              <a:off x="1369215" y="1598904"/>
              <a:ext cx="38580" cy="44769"/>
            </a:xfrm>
            <a:prstGeom prst="rect">
              <a:avLst/>
            </a:prstGeom>
            <a:solidFill>
              <a:srgbClr val="B7BEC5"/>
            </a:solidFill>
            <a:ln w="2929">
              <a:solidFill>
                <a:srgbClr val="C6D4E2"/>
              </a:solidFill>
              <a:prstDash val="solid"/>
            </a:ln>
          </p:spPr>
        </p:sp>
        <p:sp>
          <p:nvSpPr>
            <p:cNvPr id="255" name="Input snapshot 1: source 255"/>
            <p:cNvSpPr/>
            <p:nvPr/>
          </p:nvSpPr>
          <p:spPr>
            <a:xfrm>
              <a:off x="1406918" y="1598904"/>
              <a:ext cx="38580" cy="44769"/>
            </a:xfrm>
            <a:prstGeom prst="rect">
              <a:avLst/>
            </a:prstGeom>
            <a:solidFill>
              <a:srgbClr val="B7BEC5"/>
            </a:solidFill>
            <a:ln w="2929">
              <a:solidFill>
                <a:srgbClr val="C6D4E2"/>
              </a:solidFill>
              <a:prstDash val="solid"/>
            </a:ln>
          </p:spPr>
        </p:sp>
        <p:sp>
          <p:nvSpPr>
            <p:cNvPr id="256" name="Input snapshot 1: source 256"/>
            <p:cNvSpPr/>
            <p:nvPr/>
          </p:nvSpPr>
          <p:spPr>
            <a:xfrm>
              <a:off x="1444620" y="1598904"/>
              <a:ext cx="38580" cy="44769"/>
            </a:xfrm>
            <a:prstGeom prst="rect">
              <a:avLst/>
            </a:prstGeom>
            <a:solidFill>
              <a:srgbClr val="B7BEC5"/>
            </a:solidFill>
            <a:ln w="2929">
              <a:solidFill>
                <a:srgbClr val="C6D4E2"/>
              </a:solidFill>
              <a:prstDash val="solid"/>
            </a:ln>
          </p:spPr>
        </p:sp>
        <p:sp>
          <p:nvSpPr>
            <p:cNvPr id="257" name="Input snapshot 1: source 257"/>
            <p:cNvSpPr/>
            <p:nvPr/>
          </p:nvSpPr>
          <p:spPr>
            <a:xfrm>
              <a:off x="1482323" y="1598904"/>
              <a:ext cx="38580" cy="44769"/>
            </a:xfrm>
            <a:prstGeom prst="rect">
              <a:avLst/>
            </a:prstGeom>
            <a:solidFill>
              <a:srgbClr val="EFF2F4"/>
            </a:solidFill>
            <a:ln w="2929">
              <a:solidFill>
                <a:srgbClr val="C6D4E2"/>
              </a:solidFill>
              <a:prstDash val="solid"/>
            </a:ln>
          </p:spPr>
        </p:sp>
        <p:sp>
          <p:nvSpPr>
            <p:cNvPr id="258" name="Input snapshot 1: source 258"/>
            <p:cNvSpPr/>
            <p:nvPr/>
          </p:nvSpPr>
          <p:spPr>
            <a:xfrm>
              <a:off x="1520026" y="1598904"/>
              <a:ext cx="38580" cy="44769"/>
            </a:xfrm>
            <a:prstGeom prst="rect">
              <a:avLst/>
            </a:prstGeom>
            <a:solidFill>
              <a:srgbClr val="EFF2F4"/>
            </a:solidFill>
            <a:ln w="2929">
              <a:solidFill>
                <a:srgbClr val="C6D4E2"/>
              </a:solidFill>
              <a:prstDash val="solid"/>
            </a:ln>
          </p:spPr>
        </p:sp>
        <p:sp>
          <p:nvSpPr>
            <p:cNvPr id="259" name="Input snapshot 1: source 259"/>
            <p:cNvSpPr/>
            <p:nvPr/>
          </p:nvSpPr>
          <p:spPr>
            <a:xfrm>
              <a:off x="1557728" y="1598904"/>
              <a:ext cx="38580" cy="44769"/>
            </a:xfrm>
            <a:prstGeom prst="rect">
              <a:avLst/>
            </a:prstGeom>
            <a:solidFill>
              <a:srgbClr val="EFF2F4"/>
            </a:solidFill>
            <a:ln w="2929">
              <a:solidFill>
                <a:srgbClr val="C6D4E2"/>
              </a:solidFill>
              <a:prstDash val="solid"/>
            </a:ln>
          </p:spPr>
        </p:sp>
        <p:sp>
          <p:nvSpPr>
            <p:cNvPr id="260" name="Input snapshot 1: source 260"/>
            <p:cNvSpPr/>
            <p:nvPr/>
          </p:nvSpPr>
          <p:spPr>
            <a:xfrm>
              <a:off x="1595431" y="1598904"/>
              <a:ext cx="38580" cy="44769"/>
            </a:xfrm>
            <a:prstGeom prst="rect">
              <a:avLst/>
            </a:prstGeom>
            <a:solidFill>
              <a:srgbClr val="EFF2F4"/>
            </a:solidFill>
            <a:ln w="2929">
              <a:solidFill>
                <a:srgbClr val="C6D4E2"/>
              </a:solidFill>
              <a:prstDash val="solid"/>
            </a:ln>
          </p:spPr>
        </p:sp>
        <p:sp>
          <p:nvSpPr>
            <p:cNvPr id="261" name="Input snapshot 1: source 261"/>
            <p:cNvSpPr/>
            <p:nvPr/>
          </p:nvSpPr>
          <p:spPr>
            <a:xfrm>
              <a:off x="1633133" y="1598904"/>
              <a:ext cx="38580" cy="44769"/>
            </a:xfrm>
            <a:prstGeom prst="rect">
              <a:avLst/>
            </a:prstGeom>
            <a:solidFill>
              <a:srgbClr val="EFF2F4"/>
            </a:solidFill>
            <a:ln w="2929">
              <a:solidFill>
                <a:srgbClr val="C6D4E2"/>
              </a:solidFill>
              <a:prstDash val="solid"/>
            </a:ln>
          </p:spPr>
        </p:sp>
        <p:sp>
          <p:nvSpPr>
            <p:cNvPr id="262" name="Input snapshot 1: source 262"/>
            <p:cNvSpPr/>
            <p:nvPr/>
          </p:nvSpPr>
          <p:spPr>
            <a:xfrm>
              <a:off x="1143000" y="1247775"/>
              <a:ext cx="527836" cy="395021"/>
            </a:xfrm>
            <a:prstGeom prst="rect">
              <a:avLst/>
            </a:prstGeom>
            <a:solidFill>
              <a:srgbClr val="FFFFFF">
                <a:alpha val="0"/>
              </a:srgbClr>
            </a:solidFill>
            <a:ln w="6073">
              <a:solidFill>
                <a:srgbClr val="263238"/>
              </a:solidFill>
              <a:prstDash val="solid"/>
            </a:ln>
          </p:spPr>
        </p:sp>
        <p:sp>
          <p:nvSpPr>
            <p:cNvPr id="264" name="Input snapshot 2: source 264"/>
            <p:cNvSpPr/>
            <p:nvPr/>
          </p:nvSpPr>
          <p:spPr>
            <a:xfrm>
              <a:off x="1143000" y="1676400"/>
              <a:ext cx="38580" cy="44769"/>
            </a:xfrm>
            <a:prstGeom prst="rect">
              <a:avLst/>
            </a:prstGeom>
            <a:solidFill>
              <a:srgbClr val="EFF2F4"/>
            </a:solidFill>
            <a:ln w="2929">
              <a:solidFill>
                <a:srgbClr val="C6D4E2"/>
              </a:solidFill>
              <a:prstDash val="solid"/>
            </a:ln>
          </p:spPr>
        </p:sp>
        <p:sp>
          <p:nvSpPr>
            <p:cNvPr id="265" name="Input snapshot 2: source 265"/>
            <p:cNvSpPr/>
            <p:nvPr/>
          </p:nvSpPr>
          <p:spPr>
            <a:xfrm>
              <a:off x="1180703" y="1676400"/>
              <a:ext cx="38580" cy="44769"/>
            </a:xfrm>
            <a:prstGeom prst="rect">
              <a:avLst/>
            </a:prstGeom>
            <a:solidFill>
              <a:srgbClr val="EFF2F4"/>
            </a:solidFill>
            <a:ln w="2929">
              <a:solidFill>
                <a:srgbClr val="C6D4E2"/>
              </a:solidFill>
              <a:prstDash val="solid"/>
            </a:ln>
          </p:spPr>
        </p:sp>
        <p:sp>
          <p:nvSpPr>
            <p:cNvPr id="266" name="Input snapshot 2: source 266"/>
            <p:cNvSpPr/>
            <p:nvPr/>
          </p:nvSpPr>
          <p:spPr>
            <a:xfrm>
              <a:off x="1218405" y="1676400"/>
              <a:ext cx="38580" cy="44769"/>
            </a:xfrm>
            <a:prstGeom prst="rect">
              <a:avLst/>
            </a:prstGeom>
            <a:solidFill>
              <a:srgbClr val="EFF2F4"/>
            </a:solidFill>
            <a:ln w="2929">
              <a:solidFill>
                <a:srgbClr val="C6D4E2"/>
              </a:solidFill>
              <a:prstDash val="solid"/>
            </a:ln>
          </p:spPr>
        </p:sp>
        <p:sp>
          <p:nvSpPr>
            <p:cNvPr id="267" name="Input snapshot 2: source 267"/>
            <p:cNvSpPr/>
            <p:nvPr/>
          </p:nvSpPr>
          <p:spPr>
            <a:xfrm>
              <a:off x="1256108" y="1676400"/>
              <a:ext cx="38580" cy="44769"/>
            </a:xfrm>
            <a:prstGeom prst="rect">
              <a:avLst/>
            </a:prstGeom>
            <a:solidFill>
              <a:srgbClr val="EFF2F4"/>
            </a:solidFill>
            <a:ln w="2929">
              <a:solidFill>
                <a:srgbClr val="C6D4E2"/>
              </a:solidFill>
              <a:prstDash val="solid"/>
            </a:ln>
          </p:spPr>
        </p:sp>
        <p:sp>
          <p:nvSpPr>
            <p:cNvPr id="268" name="Input snapshot 2: source 268"/>
            <p:cNvSpPr/>
            <p:nvPr/>
          </p:nvSpPr>
          <p:spPr>
            <a:xfrm>
              <a:off x="1293810" y="1676400"/>
              <a:ext cx="38580" cy="44769"/>
            </a:xfrm>
            <a:prstGeom prst="rect">
              <a:avLst/>
            </a:prstGeom>
            <a:solidFill>
              <a:srgbClr val="EFF2F4"/>
            </a:solidFill>
            <a:ln w="2929">
              <a:solidFill>
                <a:srgbClr val="C6D4E2"/>
              </a:solidFill>
              <a:prstDash val="solid"/>
            </a:ln>
          </p:spPr>
        </p:sp>
        <p:sp>
          <p:nvSpPr>
            <p:cNvPr id="269" name="Input snapshot 2: source 269"/>
            <p:cNvSpPr/>
            <p:nvPr/>
          </p:nvSpPr>
          <p:spPr>
            <a:xfrm>
              <a:off x="1331513" y="1676400"/>
              <a:ext cx="38580" cy="44769"/>
            </a:xfrm>
            <a:prstGeom prst="rect">
              <a:avLst/>
            </a:prstGeom>
            <a:solidFill>
              <a:srgbClr val="EFF2F4"/>
            </a:solidFill>
            <a:ln w="2929">
              <a:solidFill>
                <a:srgbClr val="C6D4E2"/>
              </a:solidFill>
              <a:prstDash val="solid"/>
            </a:ln>
          </p:spPr>
        </p:sp>
        <p:sp>
          <p:nvSpPr>
            <p:cNvPr id="270" name="Input snapshot 2: source 270"/>
            <p:cNvSpPr/>
            <p:nvPr/>
          </p:nvSpPr>
          <p:spPr>
            <a:xfrm>
              <a:off x="1369215" y="1676400"/>
              <a:ext cx="38580" cy="44769"/>
            </a:xfrm>
            <a:prstGeom prst="rect">
              <a:avLst/>
            </a:prstGeom>
            <a:solidFill>
              <a:srgbClr val="EFF2F4"/>
            </a:solidFill>
            <a:ln w="2929">
              <a:solidFill>
                <a:srgbClr val="C6D4E2"/>
              </a:solidFill>
              <a:prstDash val="solid"/>
            </a:ln>
          </p:spPr>
        </p:sp>
        <p:sp>
          <p:nvSpPr>
            <p:cNvPr id="271" name="Input snapshot 2: source 271"/>
            <p:cNvSpPr/>
            <p:nvPr/>
          </p:nvSpPr>
          <p:spPr>
            <a:xfrm>
              <a:off x="1406918" y="1676400"/>
              <a:ext cx="38580" cy="44769"/>
            </a:xfrm>
            <a:prstGeom prst="rect">
              <a:avLst/>
            </a:prstGeom>
            <a:solidFill>
              <a:srgbClr val="EFF2F4"/>
            </a:solidFill>
            <a:ln w="2929">
              <a:solidFill>
                <a:srgbClr val="C6D4E2"/>
              </a:solidFill>
              <a:prstDash val="solid"/>
            </a:ln>
          </p:spPr>
        </p:sp>
        <p:sp>
          <p:nvSpPr>
            <p:cNvPr id="272" name="Input snapshot 2: source 272"/>
            <p:cNvSpPr/>
            <p:nvPr/>
          </p:nvSpPr>
          <p:spPr>
            <a:xfrm>
              <a:off x="1444620" y="1676400"/>
              <a:ext cx="38580" cy="44769"/>
            </a:xfrm>
            <a:prstGeom prst="rect">
              <a:avLst/>
            </a:prstGeom>
            <a:solidFill>
              <a:srgbClr val="EFF2F4"/>
            </a:solidFill>
            <a:ln w="2929">
              <a:solidFill>
                <a:srgbClr val="C6D4E2"/>
              </a:solidFill>
              <a:prstDash val="solid"/>
            </a:ln>
          </p:spPr>
        </p:sp>
        <p:sp>
          <p:nvSpPr>
            <p:cNvPr id="273" name="Input snapshot 2: source 273"/>
            <p:cNvSpPr/>
            <p:nvPr/>
          </p:nvSpPr>
          <p:spPr>
            <a:xfrm>
              <a:off x="1482323" y="1676400"/>
              <a:ext cx="38580" cy="44769"/>
            </a:xfrm>
            <a:prstGeom prst="rect">
              <a:avLst/>
            </a:prstGeom>
            <a:solidFill>
              <a:srgbClr val="EFF2F4"/>
            </a:solidFill>
            <a:ln w="2929">
              <a:solidFill>
                <a:srgbClr val="C6D4E2"/>
              </a:solidFill>
              <a:prstDash val="solid"/>
            </a:ln>
          </p:spPr>
        </p:sp>
        <p:sp>
          <p:nvSpPr>
            <p:cNvPr id="274" name="Input snapshot 2: source 274"/>
            <p:cNvSpPr/>
            <p:nvPr/>
          </p:nvSpPr>
          <p:spPr>
            <a:xfrm>
              <a:off x="1520026" y="1676400"/>
              <a:ext cx="38580" cy="44769"/>
            </a:xfrm>
            <a:prstGeom prst="rect">
              <a:avLst/>
            </a:prstGeom>
            <a:solidFill>
              <a:srgbClr val="EFF2F4"/>
            </a:solidFill>
            <a:ln w="2929">
              <a:solidFill>
                <a:srgbClr val="C6D4E2"/>
              </a:solidFill>
              <a:prstDash val="solid"/>
            </a:ln>
          </p:spPr>
        </p:sp>
        <p:sp>
          <p:nvSpPr>
            <p:cNvPr id="275" name="Input snapshot 2: source 275"/>
            <p:cNvSpPr/>
            <p:nvPr/>
          </p:nvSpPr>
          <p:spPr>
            <a:xfrm>
              <a:off x="1557728" y="1676400"/>
              <a:ext cx="38580" cy="44769"/>
            </a:xfrm>
            <a:prstGeom prst="rect">
              <a:avLst/>
            </a:prstGeom>
            <a:solidFill>
              <a:srgbClr val="009E73"/>
            </a:solidFill>
            <a:ln w="2929">
              <a:solidFill>
                <a:srgbClr val="C6D4E2"/>
              </a:solidFill>
              <a:prstDash val="solid"/>
            </a:ln>
          </p:spPr>
        </p:sp>
        <p:sp>
          <p:nvSpPr>
            <p:cNvPr id="276" name="Input snapshot 2: source 276"/>
            <p:cNvSpPr/>
            <p:nvPr/>
          </p:nvSpPr>
          <p:spPr>
            <a:xfrm>
              <a:off x="1595431" y="1676400"/>
              <a:ext cx="38580" cy="44769"/>
            </a:xfrm>
            <a:prstGeom prst="rect">
              <a:avLst/>
            </a:prstGeom>
            <a:solidFill>
              <a:srgbClr val="009E73"/>
            </a:solidFill>
            <a:ln w="2929">
              <a:solidFill>
                <a:srgbClr val="C6D4E2"/>
              </a:solidFill>
              <a:prstDash val="solid"/>
            </a:ln>
          </p:spPr>
        </p:sp>
        <p:sp>
          <p:nvSpPr>
            <p:cNvPr id="277" name="Input snapshot 2: source 277"/>
            <p:cNvSpPr/>
            <p:nvPr/>
          </p:nvSpPr>
          <p:spPr>
            <a:xfrm>
              <a:off x="1633133" y="1676400"/>
              <a:ext cx="38580" cy="44769"/>
            </a:xfrm>
            <a:prstGeom prst="rect">
              <a:avLst/>
            </a:prstGeom>
            <a:solidFill>
              <a:srgbClr val="009E73"/>
            </a:solidFill>
            <a:ln w="2929">
              <a:solidFill>
                <a:srgbClr val="C6D4E2"/>
              </a:solidFill>
              <a:prstDash val="solid"/>
            </a:ln>
          </p:spPr>
        </p:sp>
        <p:sp>
          <p:nvSpPr>
            <p:cNvPr id="278" name="Input snapshot 2: source 278"/>
            <p:cNvSpPr/>
            <p:nvPr/>
          </p:nvSpPr>
          <p:spPr>
            <a:xfrm>
              <a:off x="1143000" y="1720291"/>
              <a:ext cx="38580" cy="44769"/>
            </a:xfrm>
            <a:prstGeom prst="rect">
              <a:avLst/>
            </a:prstGeom>
            <a:solidFill>
              <a:srgbClr val="EFF2F4"/>
            </a:solidFill>
            <a:ln w="2929">
              <a:solidFill>
                <a:srgbClr val="C6D4E2"/>
              </a:solidFill>
              <a:prstDash val="solid"/>
            </a:ln>
          </p:spPr>
        </p:sp>
        <p:sp>
          <p:nvSpPr>
            <p:cNvPr id="279" name="Input snapshot 2: source 279"/>
            <p:cNvSpPr/>
            <p:nvPr/>
          </p:nvSpPr>
          <p:spPr>
            <a:xfrm>
              <a:off x="1180703" y="1720291"/>
              <a:ext cx="38580" cy="44769"/>
            </a:xfrm>
            <a:prstGeom prst="rect">
              <a:avLst/>
            </a:prstGeom>
            <a:solidFill>
              <a:srgbClr val="EFF2F4"/>
            </a:solidFill>
            <a:ln w="2929">
              <a:solidFill>
                <a:srgbClr val="C6D4E2"/>
              </a:solidFill>
              <a:prstDash val="solid"/>
            </a:ln>
          </p:spPr>
        </p:sp>
        <p:sp>
          <p:nvSpPr>
            <p:cNvPr id="280" name="Input snapshot 2: source 280"/>
            <p:cNvSpPr/>
            <p:nvPr/>
          </p:nvSpPr>
          <p:spPr>
            <a:xfrm>
              <a:off x="1218405" y="1720291"/>
              <a:ext cx="38580" cy="44769"/>
            </a:xfrm>
            <a:prstGeom prst="rect">
              <a:avLst/>
            </a:prstGeom>
            <a:solidFill>
              <a:srgbClr val="EFF2F4"/>
            </a:solidFill>
            <a:ln w="2929">
              <a:solidFill>
                <a:srgbClr val="C6D4E2"/>
              </a:solidFill>
              <a:prstDash val="solid"/>
            </a:ln>
          </p:spPr>
        </p:sp>
        <p:sp>
          <p:nvSpPr>
            <p:cNvPr id="281" name="Input snapshot 2: source 281"/>
            <p:cNvSpPr/>
            <p:nvPr/>
          </p:nvSpPr>
          <p:spPr>
            <a:xfrm>
              <a:off x="1256108" y="1720291"/>
              <a:ext cx="38580" cy="44769"/>
            </a:xfrm>
            <a:prstGeom prst="rect">
              <a:avLst/>
            </a:prstGeom>
            <a:solidFill>
              <a:srgbClr val="EFF2F4"/>
            </a:solidFill>
            <a:ln w="2929">
              <a:solidFill>
                <a:srgbClr val="C6D4E2"/>
              </a:solidFill>
              <a:prstDash val="solid"/>
            </a:ln>
          </p:spPr>
        </p:sp>
        <p:sp>
          <p:nvSpPr>
            <p:cNvPr id="282" name="Input snapshot 2: source 282"/>
            <p:cNvSpPr/>
            <p:nvPr/>
          </p:nvSpPr>
          <p:spPr>
            <a:xfrm>
              <a:off x="1293810" y="1720291"/>
              <a:ext cx="38580" cy="44769"/>
            </a:xfrm>
            <a:prstGeom prst="rect">
              <a:avLst/>
            </a:prstGeom>
            <a:solidFill>
              <a:srgbClr val="EFF2F4"/>
            </a:solidFill>
            <a:ln w="2929">
              <a:solidFill>
                <a:srgbClr val="C6D4E2"/>
              </a:solidFill>
              <a:prstDash val="solid"/>
            </a:ln>
          </p:spPr>
        </p:sp>
        <p:sp>
          <p:nvSpPr>
            <p:cNvPr id="283" name="Input snapshot 2: source 283"/>
            <p:cNvSpPr/>
            <p:nvPr/>
          </p:nvSpPr>
          <p:spPr>
            <a:xfrm>
              <a:off x="1331513" y="1720291"/>
              <a:ext cx="38580" cy="44769"/>
            </a:xfrm>
            <a:prstGeom prst="rect">
              <a:avLst/>
            </a:prstGeom>
            <a:solidFill>
              <a:srgbClr val="EFF2F4"/>
            </a:solidFill>
            <a:ln w="2929">
              <a:solidFill>
                <a:srgbClr val="C6D4E2"/>
              </a:solidFill>
              <a:prstDash val="solid"/>
            </a:ln>
          </p:spPr>
        </p:sp>
        <p:sp>
          <p:nvSpPr>
            <p:cNvPr id="284" name="Input snapshot 2: source 284"/>
            <p:cNvSpPr/>
            <p:nvPr/>
          </p:nvSpPr>
          <p:spPr>
            <a:xfrm>
              <a:off x="1369215" y="1720291"/>
              <a:ext cx="38580" cy="44769"/>
            </a:xfrm>
            <a:prstGeom prst="rect">
              <a:avLst/>
            </a:prstGeom>
            <a:solidFill>
              <a:srgbClr val="EFF2F4"/>
            </a:solidFill>
            <a:ln w="2929">
              <a:solidFill>
                <a:srgbClr val="C6D4E2"/>
              </a:solidFill>
              <a:prstDash val="solid"/>
            </a:ln>
          </p:spPr>
        </p:sp>
        <p:sp>
          <p:nvSpPr>
            <p:cNvPr id="285" name="Input snapshot 2: source 285"/>
            <p:cNvSpPr/>
            <p:nvPr/>
          </p:nvSpPr>
          <p:spPr>
            <a:xfrm>
              <a:off x="1406918" y="1720291"/>
              <a:ext cx="38580" cy="44769"/>
            </a:xfrm>
            <a:prstGeom prst="rect">
              <a:avLst/>
            </a:prstGeom>
            <a:solidFill>
              <a:srgbClr val="EFF2F4"/>
            </a:solidFill>
            <a:ln w="2929">
              <a:solidFill>
                <a:srgbClr val="C6D4E2"/>
              </a:solidFill>
              <a:prstDash val="solid"/>
            </a:ln>
          </p:spPr>
        </p:sp>
        <p:sp>
          <p:nvSpPr>
            <p:cNvPr id="286" name="Input snapshot 2: source 286"/>
            <p:cNvSpPr/>
            <p:nvPr/>
          </p:nvSpPr>
          <p:spPr>
            <a:xfrm>
              <a:off x="1444620" y="1720291"/>
              <a:ext cx="38580" cy="44769"/>
            </a:xfrm>
            <a:prstGeom prst="rect">
              <a:avLst/>
            </a:prstGeom>
            <a:solidFill>
              <a:srgbClr val="EFF2F4"/>
            </a:solidFill>
            <a:ln w="2929">
              <a:solidFill>
                <a:srgbClr val="C6D4E2"/>
              </a:solidFill>
              <a:prstDash val="solid"/>
            </a:ln>
          </p:spPr>
        </p:sp>
        <p:sp>
          <p:nvSpPr>
            <p:cNvPr id="287" name="Input snapshot 2: source 287"/>
            <p:cNvSpPr/>
            <p:nvPr/>
          </p:nvSpPr>
          <p:spPr>
            <a:xfrm>
              <a:off x="1482323" y="1720291"/>
              <a:ext cx="38580" cy="44769"/>
            </a:xfrm>
            <a:prstGeom prst="rect">
              <a:avLst/>
            </a:prstGeom>
            <a:solidFill>
              <a:srgbClr val="EFF2F4"/>
            </a:solidFill>
            <a:ln w="2929">
              <a:solidFill>
                <a:srgbClr val="C6D4E2"/>
              </a:solidFill>
              <a:prstDash val="solid"/>
            </a:ln>
          </p:spPr>
        </p:sp>
        <p:sp>
          <p:nvSpPr>
            <p:cNvPr id="288" name="Input snapshot 2: source 288"/>
            <p:cNvSpPr/>
            <p:nvPr/>
          </p:nvSpPr>
          <p:spPr>
            <a:xfrm>
              <a:off x="1520026" y="1720291"/>
              <a:ext cx="38580" cy="44769"/>
            </a:xfrm>
            <a:prstGeom prst="rect">
              <a:avLst/>
            </a:prstGeom>
            <a:solidFill>
              <a:srgbClr val="009E73"/>
            </a:solidFill>
            <a:ln w="2929">
              <a:solidFill>
                <a:srgbClr val="C6D4E2"/>
              </a:solidFill>
              <a:prstDash val="solid"/>
            </a:ln>
          </p:spPr>
        </p:sp>
        <p:sp>
          <p:nvSpPr>
            <p:cNvPr id="289" name="Input snapshot 2: source 289"/>
            <p:cNvSpPr/>
            <p:nvPr/>
          </p:nvSpPr>
          <p:spPr>
            <a:xfrm>
              <a:off x="1557728" y="1720291"/>
              <a:ext cx="38580" cy="44769"/>
            </a:xfrm>
            <a:prstGeom prst="rect">
              <a:avLst/>
            </a:prstGeom>
            <a:solidFill>
              <a:srgbClr val="009E73"/>
            </a:solidFill>
            <a:ln w="2929">
              <a:solidFill>
                <a:srgbClr val="C6D4E2"/>
              </a:solidFill>
              <a:prstDash val="solid"/>
            </a:ln>
          </p:spPr>
        </p:sp>
        <p:sp>
          <p:nvSpPr>
            <p:cNvPr id="290" name="Input snapshot 2: source 290"/>
            <p:cNvSpPr/>
            <p:nvPr/>
          </p:nvSpPr>
          <p:spPr>
            <a:xfrm>
              <a:off x="1595431" y="1720291"/>
              <a:ext cx="38580" cy="44769"/>
            </a:xfrm>
            <a:prstGeom prst="rect">
              <a:avLst/>
            </a:prstGeom>
            <a:solidFill>
              <a:srgbClr val="009E73"/>
            </a:solidFill>
            <a:ln w="2929">
              <a:solidFill>
                <a:srgbClr val="C6D4E2"/>
              </a:solidFill>
              <a:prstDash val="solid"/>
            </a:ln>
          </p:spPr>
        </p:sp>
        <p:sp>
          <p:nvSpPr>
            <p:cNvPr id="291" name="Input snapshot 2: source 291"/>
            <p:cNvSpPr/>
            <p:nvPr/>
          </p:nvSpPr>
          <p:spPr>
            <a:xfrm>
              <a:off x="1633133" y="1720291"/>
              <a:ext cx="38580" cy="44769"/>
            </a:xfrm>
            <a:prstGeom prst="rect">
              <a:avLst/>
            </a:prstGeom>
            <a:solidFill>
              <a:srgbClr val="009E73"/>
            </a:solidFill>
            <a:ln w="2929">
              <a:solidFill>
                <a:srgbClr val="C6D4E2"/>
              </a:solidFill>
              <a:prstDash val="solid"/>
            </a:ln>
          </p:spPr>
        </p:sp>
        <p:sp>
          <p:nvSpPr>
            <p:cNvPr id="292" name="Input snapshot 2: source 292"/>
            <p:cNvSpPr/>
            <p:nvPr/>
          </p:nvSpPr>
          <p:spPr>
            <a:xfrm>
              <a:off x="1143000" y="1764183"/>
              <a:ext cx="38580" cy="44769"/>
            </a:xfrm>
            <a:prstGeom prst="rect">
              <a:avLst/>
            </a:prstGeom>
            <a:solidFill>
              <a:srgbClr val="EFF2F4"/>
            </a:solidFill>
            <a:ln w="2929">
              <a:solidFill>
                <a:srgbClr val="C6D4E2"/>
              </a:solidFill>
              <a:prstDash val="solid"/>
            </a:ln>
          </p:spPr>
        </p:sp>
        <p:sp>
          <p:nvSpPr>
            <p:cNvPr id="293" name="Input snapshot 2: source 293"/>
            <p:cNvSpPr/>
            <p:nvPr/>
          </p:nvSpPr>
          <p:spPr>
            <a:xfrm>
              <a:off x="1180703" y="1764183"/>
              <a:ext cx="38580" cy="44769"/>
            </a:xfrm>
            <a:prstGeom prst="rect">
              <a:avLst/>
            </a:prstGeom>
            <a:solidFill>
              <a:srgbClr val="EFF2F4"/>
            </a:solidFill>
            <a:ln w="2929">
              <a:solidFill>
                <a:srgbClr val="C6D4E2"/>
              </a:solidFill>
              <a:prstDash val="solid"/>
            </a:ln>
          </p:spPr>
        </p:sp>
        <p:sp>
          <p:nvSpPr>
            <p:cNvPr id="294" name="Input snapshot 2: source 294"/>
            <p:cNvSpPr/>
            <p:nvPr/>
          </p:nvSpPr>
          <p:spPr>
            <a:xfrm>
              <a:off x="1218405" y="1764183"/>
              <a:ext cx="38580" cy="44769"/>
            </a:xfrm>
            <a:prstGeom prst="rect">
              <a:avLst/>
            </a:prstGeom>
            <a:solidFill>
              <a:srgbClr val="EFF2F4"/>
            </a:solidFill>
            <a:ln w="2929">
              <a:solidFill>
                <a:srgbClr val="C6D4E2"/>
              </a:solidFill>
              <a:prstDash val="solid"/>
            </a:ln>
          </p:spPr>
        </p:sp>
        <p:sp>
          <p:nvSpPr>
            <p:cNvPr id="295" name="Input snapshot 2: source 295"/>
            <p:cNvSpPr/>
            <p:nvPr/>
          </p:nvSpPr>
          <p:spPr>
            <a:xfrm>
              <a:off x="1256108" y="1764183"/>
              <a:ext cx="38580" cy="44769"/>
            </a:xfrm>
            <a:prstGeom prst="rect">
              <a:avLst/>
            </a:prstGeom>
            <a:solidFill>
              <a:srgbClr val="EFF2F4"/>
            </a:solidFill>
            <a:ln w="2929">
              <a:solidFill>
                <a:srgbClr val="C6D4E2"/>
              </a:solidFill>
              <a:prstDash val="solid"/>
            </a:ln>
          </p:spPr>
        </p:sp>
        <p:sp>
          <p:nvSpPr>
            <p:cNvPr id="296" name="Input snapshot 2: source 296"/>
            <p:cNvSpPr/>
            <p:nvPr/>
          </p:nvSpPr>
          <p:spPr>
            <a:xfrm>
              <a:off x="1293810" y="1764183"/>
              <a:ext cx="38580" cy="44769"/>
            </a:xfrm>
            <a:prstGeom prst="rect">
              <a:avLst/>
            </a:prstGeom>
            <a:solidFill>
              <a:srgbClr val="EFF2F4"/>
            </a:solidFill>
            <a:ln w="2929">
              <a:solidFill>
                <a:srgbClr val="C6D4E2"/>
              </a:solidFill>
              <a:prstDash val="solid"/>
            </a:ln>
          </p:spPr>
        </p:sp>
        <p:sp>
          <p:nvSpPr>
            <p:cNvPr id="297" name="Input snapshot 2: source 297"/>
            <p:cNvSpPr/>
            <p:nvPr/>
          </p:nvSpPr>
          <p:spPr>
            <a:xfrm>
              <a:off x="1331513" y="1764183"/>
              <a:ext cx="38580" cy="44769"/>
            </a:xfrm>
            <a:prstGeom prst="rect">
              <a:avLst/>
            </a:prstGeom>
            <a:solidFill>
              <a:srgbClr val="B7BEC5"/>
            </a:solidFill>
            <a:ln w="2929">
              <a:solidFill>
                <a:srgbClr val="C6D4E2"/>
              </a:solidFill>
              <a:prstDash val="solid"/>
            </a:ln>
          </p:spPr>
        </p:sp>
        <p:sp>
          <p:nvSpPr>
            <p:cNvPr id="298" name="Input snapshot 2: source 298"/>
            <p:cNvSpPr/>
            <p:nvPr/>
          </p:nvSpPr>
          <p:spPr>
            <a:xfrm>
              <a:off x="1369215" y="1764183"/>
              <a:ext cx="38580" cy="44769"/>
            </a:xfrm>
            <a:prstGeom prst="rect">
              <a:avLst/>
            </a:prstGeom>
            <a:solidFill>
              <a:srgbClr val="B7BEC5"/>
            </a:solidFill>
            <a:ln w="2929">
              <a:solidFill>
                <a:srgbClr val="C6D4E2"/>
              </a:solidFill>
              <a:prstDash val="solid"/>
            </a:ln>
          </p:spPr>
        </p:sp>
        <p:sp>
          <p:nvSpPr>
            <p:cNvPr id="299" name="Input snapshot 2: source 299"/>
            <p:cNvSpPr/>
            <p:nvPr/>
          </p:nvSpPr>
          <p:spPr>
            <a:xfrm>
              <a:off x="1406918" y="1764183"/>
              <a:ext cx="38580" cy="44769"/>
            </a:xfrm>
            <a:prstGeom prst="rect">
              <a:avLst/>
            </a:prstGeom>
            <a:solidFill>
              <a:srgbClr val="B7BEC5"/>
            </a:solidFill>
            <a:ln w="2929">
              <a:solidFill>
                <a:srgbClr val="C6D4E2"/>
              </a:solidFill>
              <a:prstDash val="solid"/>
            </a:ln>
          </p:spPr>
        </p:sp>
        <p:sp>
          <p:nvSpPr>
            <p:cNvPr id="300" name="Input snapshot 2: source 300"/>
            <p:cNvSpPr/>
            <p:nvPr/>
          </p:nvSpPr>
          <p:spPr>
            <a:xfrm>
              <a:off x="1444620" y="1764183"/>
              <a:ext cx="38580" cy="44769"/>
            </a:xfrm>
            <a:prstGeom prst="rect">
              <a:avLst/>
            </a:prstGeom>
            <a:solidFill>
              <a:srgbClr val="B7BEC5"/>
            </a:solidFill>
            <a:ln w="2929">
              <a:solidFill>
                <a:srgbClr val="C6D4E2"/>
              </a:solidFill>
              <a:prstDash val="solid"/>
            </a:ln>
          </p:spPr>
        </p:sp>
        <p:sp>
          <p:nvSpPr>
            <p:cNvPr id="301" name="Input snapshot 2: source 301"/>
            <p:cNvSpPr/>
            <p:nvPr/>
          </p:nvSpPr>
          <p:spPr>
            <a:xfrm>
              <a:off x="1482323" y="1764183"/>
              <a:ext cx="38580" cy="44769"/>
            </a:xfrm>
            <a:prstGeom prst="rect">
              <a:avLst/>
            </a:prstGeom>
            <a:solidFill>
              <a:srgbClr val="B7BEC5"/>
            </a:solidFill>
            <a:ln w="2929">
              <a:solidFill>
                <a:srgbClr val="C6D4E2"/>
              </a:solidFill>
              <a:prstDash val="solid"/>
            </a:ln>
          </p:spPr>
        </p:sp>
        <p:sp>
          <p:nvSpPr>
            <p:cNvPr id="302" name="Input snapshot 2: source 302"/>
            <p:cNvSpPr/>
            <p:nvPr/>
          </p:nvSpPr>
          <p:spPr>
            <a:xfrm>
              <a:off x="1520026" y="1764183"/>
              <a:ext cx="38580" cy="44769"/>
            </a:xfrm>
            <a:prstGeom prst="rect">
              <a:avLst/>
            </a:prstGeom>
            <a:solidFill>
              <a:srgbClr val="009E73"/>
            </a:solidFill>
            <a:ln w="2929">
              <a:solidFill>
                <a:srgbClr val="C6D4E2"/>
              </a:solidFill>
              <a:prstDash val="solid"/>
            </a:ln>
          </p:spPr>
        </p:sp>
        <p:sp>
          <p:nvSpPr>
            <p:cNvPr id="303" name="Input snapshot 2: source 303"/>
            <p:cNvSpPr/>
            <p:nvPr/>
          </p:nvSpPr>
          <p:spPr>
            <a:xfrm>
              <a:off x="1557728" y="1764183"/>
              <a:ext cx="38580" cy="44769"/>
            </a:xfrm>
            <a:prstGeom prst="rect">
              <a:avLst/>
            </a:prstGeom>
            <a:solidFill>
              <a:srgbClr val="009E73"/>
            </a:solidFill>
            <a:ln w="2929">
              <a:solidFill>
                <a:srgbClr val="C6D4E2"/>
              </a:solidFill>
              <a:prstDash val="solid"/>
            </a:ln>
          </p:spPr>
        </p:sp>
        <p:sp>
          <p:nvSpPr>
            <p:cNvPr id="304" name="Input snapshot 2: source 304"/>
            <p:cNvSpPr/>
            <p:nvPr/>
          </p:nvSpPr>
          <p:spPr>
            <a:xfrm>
              <a:off x="1595431" y="1764183"/>
              <a:ext cx="38580" cy="44769"/>
            </a:xfrm>
            <a:prstGeom prst="rect">
              <a:avLst/>
            </a:prstGeom>
            <a:solidFill>
              <a:srgbClr val="009E73"/>
            </a:solidFill>
            <a:ln w="2929">
              <a:solidFill>
                <a:srgbClr val="C6D4E2"/>
              </a:solidFill>
              <a:prstDash val="solid"/>
            </a:ln>
          </p:spPr>
        </p:sp>
        <p:sp>
          <p:nvSpPr>
            <p:cNvPr id="305" name="Input snapshot 2: source 305"/>
            <p:cNvSpPr/>
            <p:nvPr/>
          </p:nvSpPr>
          <p:spPr>
            <a:xfrm>
              <a:off x="1633133" y="1764183"/>
              <a:ext cx="38580" cy="44769"/>
            </a:xfrm>
            <a:prstGeom prst="rect">
              <a:avLst/>
            </a:prstGeom>
            <a:solidFill>
              <a:srgbClr val="009E73"/>
            </a:solidFill>
            <a:ln w="2929">
              <a:solidFill>
                <a:srgbClr val="C6D4E2"/>
              </a:solidFill>
              <a:prstDash val="solid"/>
            </a:ln>
          </p:spPr>
        </p:sp>
        <p:sp>
          <p:nvSpPr>
            <p:cNvPr id="306" name="Input snapshot 2: source 306"/>
            <p:cNvSpPr/>
            <p:nvPr/>
          </p:nvSpPr>
          <p:spPr>
            <a:xfrm>
              <a:off x="1143000" y="1808073"/>
              <a:ext cx="38580" cy="44769"/>
            </a:xfrm>
            <a:prstGeom prst="rect">
              <a:avLst/>
            </a:prstGeom>
            <a:solidFill>
              <a:srgbClr val="EFF2F4"/>
            </a:solidFill>
            <a:ln w="2929">
              <a:solidFill>
                <a:srgbClr val="C6D4E2"/>
              </a:solidFill>
              <a:prstDash val="solid"/>
            </a:ln>
          </p:spPr>
        </p:sp>
        <p:sp>
          <p:nvSpPr>
            <p:cNvPr id="307" name="Input snapshot 2: source 307"/>
            <p:cNvSpPr/>
            <p:nvPr/>
          </p:nvSpPr>
          <p:spPr>
            <a:xfrm>
              <a:off x="1180703" y="1808073"/>
              <a:ext cx="38580" cy="44769"/>
            </a:xfrm>
            <a:prstGeom prst="rect">
              <a:avLst/>
            </a:prstGeom>
            <a:solidFill>
              <a:srgbClr val="EFF2F4"/>
            </a:solidFill>
            <a:ln w="2929">
              <a:solidFill>
                <a:srgbClr val="C6D4E2"/>
              </a:solidFill>
              <a:prstDash val="solid"/>
            </a:ln>
          </p:spPr>
        </p:sp>
        <p:sp>
          <p:nvSpPr>
            <p:cNvPr id="308" name="Input snapshot 2: source 308"/>
            <p:cNvSpPr/>
            <p:nvPr/>
          </p:nvSpPr>
          <p:spPr>
            <a:xfrm>
              <a:off x="1218405" y="1808073"/>
              <a:ext cx="38580" cy="44769"/>
            </a:xfrm>
            <a:prstGeom prst="rect">
              <a:avLst/>
            </a:prstGeom>
            <a:solidFill>
              <a:srgbClr val="B7BEC5"/>
            </a:solidFill>
            <a:ln w="2929">
              <a:solidFill>
                <a:srgbClr val="C6D4E2"/>
              </a:solidFill>
              <a:prstDash val="solid"/>
            </a:ln>
          </p:spPr>
        </p:sp>
        <p:sp>
          <p:nvSpPr>
            <p:cNvPr id="309" name="Input snapshot 2: source 309"/>
            <p:cNvSpPr/>
            <p:nvPr/>
          </p:nvSpPr>
          <p:spPr>
            <a:xfrm>
              <a:off x="1256108" y="1808073"/>
              <a:ext cx="38580" cy="44769"/>
            </a:xfrm>
            <a:prstGeom prst="rect">
              <a:avLst/>
            </a:prstGeom>
            <a:solidFill>
              <a:srgbClr val="B7BEC5"/>
            </a:solidFill>
            <a:ln w="2929">
              <a:solidFill>
                <a:srgbClr val="C6D4E2"/>
              </a:solidFill>
              <a:prstDash val="solid"/>
            </a:ln>
          </p:spPr>
        </p:sp>
        <p:sp>
          <p:nvSpPr>
            <p:cNvPr id="310" name="Input snapshot 2: source 310"/>
            <p:cNvSpPr/>
            <p:nvPr/>
          </p:nvSpPr>
          <p:spPr>
            <a:xfrm>
              <a:off x="1293810" y="1808073"/>
              <a:ext cx="38580" cy="44769"/>
            </a:xfrm>
            <a:prstGeom prst="rect">
              <a:avLst/>
            </a:prstGeom>
            <a:solidFill>
              <a:srgbClr val="B7BEC5"/>
            </a:solidFill>
            <a:ln w="2929">
              <a:solidFill>
                <a:srgbClr val="C6D4E2"/>
              </a:solidFill>
              <a:prstDash val="solid"/>
            </a:ln>
          </p:spPr>
        </p:sp>
        <p:sp>
          <p:nvSpPr>
            <p:cNvPr id="311" name="Input snapshot 2: source 311"/>
            <p:cNvSpPr/>
            <p:nvPr/>
          </p:nvSpPr>
          <p:spPr>
            <a:xfrm>
              <a:off x="1331513" y="1808073"/>
              <a:ext cx="38580" cy="44769"/>
            </a:xfrm>
            <a:prstGeom prst="rect">
              <a:avLst/>
            </a:prstGeom>
            <a:solidFill>
              <a:srgbClr val="B7BEC5"/>
            </a:solidFill>
            <a:ln w="2929">
              <a:solidFill>
                <a:srgbClr val="C6D4E2"/>
              </a:solidFill>
              <a:prstDash val="solid"/>
            </a:ln>
          </p:spPr>
        </p:sp>
        <p:sp>
          <p:nvSpPr>
            <p:cNvPr id="312" name="Input snapshot 2: source 312"/>
            <p:cNvSpPr/>
            <p:nvPr/>
          </p:nvSpPr>
          <p:spPr>
            <a:xfrm>
              <a:off x="1369215" y="1808073"/>
              <a:ext cx="38580" cy="44769"/>
            </a:xfrm>
            <a:prstGeom prst="rect">
              <a:avLst/>
            </a:prstGeom>
            <a:solidFill>
              <a:srgbClr val="B7BEC5"/>
            </a:solidFill>
            <a:ln w="2929">
              <a:solidFill>
                <a:srgbClr val="C6D4E2"/>
              </a:solidFill>
              <a:prstDash val="solid"/>
            </a:ln>
          </p:spPr>
        </p:sp>
        <p:sp>
          <p:nvSpPr>
            <p:cNvPr id="313" name="Input snapshot 2: source 313"/>
            <p:cNvSpPr/>
            <p:nvPr/>
          </p:nvSpPr>
          <p:spPr>
            <a:xfrm>
              <a:off x="1406918" y="1808073"/>
              <a:ext cx="38580" cy="44769"/>
            </a:xfrm>
            <a:prstGeom prst="rect">
              <a:avLst/>
            </a:prstGeom>
            <a:solidFill>
              <a:srgbClr val="B7BEC5"/>
            </a:solidFill>
            <a:ln w="2929">
              <a:solidFill>
                <a:srgbClr val="C6D4E2"/>
              </a:solidFill>
              <a:prstDash val="solid"/>
            </a:ln>
          </p:spPr>
        </p:sp>
        <p:sp>
          <p:nvSpPr>
            <p:cNvPr id="314" name="Input snapshot 2: source 314"/>
            <p:cNvSpPr/>
            <p:nvPr/>
          </p:nvSpPr>
          <p:spPr>
            <a:xfrm>
              <a:off x="1444620" y="1808073"/>
              <a:ext cx="38580" cy="44769"/>
            </a:xfrm>
            <a:prstGeom prst="rect">
              <a:avLst/>
            </a:prstGeom>
            <a:solidFill>
              <a:srgbClr val="B7BEC5"/>
            </a:solidFill>
            <a:ln w="2929">
              <a:solidFill>
                <a:srgbClr val="C6D4E2"/>
              </a:solidFill>
              <a:prstDash val="solid"/>
            </a:ln>
          </p:spPr>
        </p:sp>
        <p:sp>
          <p:nvSpPr>
            <p:cNvPr id="315" name="Input snapshot 2: source 315"/>
            <p:cNvSpPr/>
            <p:nvPr/>
          </p:nvSpPr>
          <p:spPr>
            <a:xfrm>
              <a:off x="1482323" y="1808073"/>
              <a:ext cx="38580" cy="44769"/>
            </a:xfrm>
            <a:prstGeom prst="rect">
              <a:avLst/>
            </a:prstGeom>
            <a:solidFill>
              <a:srgbClr val="B7BEC5"/>
            </a:solidFill>
            <a:ln w="2929">
              <a:solidFill>
                <a:srgbClr val="C6D4E2"/>
              </a:solidFill>
              <a:prstDash val="solid"/>
            </a:ln>
          </p:spPr>
        </p:sp>
        <p:sp>
          <p:nvSpPr>
            <p:cNvPr id="316" name="Input snapshot 2: source 316"/>
            <p:cNvSpPr/>
            <p:nvPr/>
          </p:nvSpPr>
          <p:spPr>
            <a:xfrm>
              <a:off x="1520026" y="1808073"/>
              <a:ext cx="38580" cy="44769"/>
            </a:xfrm>
            <a:prstGeom prst="rect">
              <a:avLst/>
            </a:prstGeom>
            <a:solidFill>
              <a:srgbClr val="B7BEC5"/>
            </a:solidFill>
            <a:ln w="2929">
              <a:solidFill>
                <a:srgbClr val="C6D4E2"/>
              </a:solidFill>
              <a:prstDash val="solid"/>
            </a:ln>
          </p:spPr>
        </p:sp>
        <p:sp>
          <p:nvSpPr>
            <p:cNvPr id="317" name="Input snapshot 2: source 317"/>
            <p:cNvSpPr/>
            <p:nvPr/>
          </p:nvSpPr>
          <p:spPr>
            <a:xfrm>
              <a:off x="1557728" y="1808073"/>
              <a:ext cx="38580" cy="44769"/>
            </a:xfrm>
            <a:prstGeom prst="rect">
              <a:avLst/>
            </a:prstGeom>
            <a:solidFill>
              <a:srgbClr val="EFF2F4"/>
            </a:solidFill>
            <a:ln w="2929">
              <a:solidFill>
                <a:srgbClr val="C6D4E2"/>
              </a:solidFill>
              <a:prstDash val="solid"/>
            </a:ln>
          </p:spPr>
        </p:sp>
        <p:sp>
          <p:nvSpPr>
            <p:cNvPr id="318" name="Input snapshot 2: source 318"/>
            <p:cNvSpPr/>
            <p:nvPr/>
          </p:nvSpPr>
          <p:spPr>
            <a:xfrm>
              <a:off x="1595431" y="1808073"/>
              <a:ext cx="38580" cy="44769"/>
            </a:xfrm>
            <a:prstGeom prst="rect">
              <a:avLst/>
            </a:prstGeom>
            <a:solidFill>
              <a:srgbClr val="EFF2F4"/>
            </a:solidFill>
            <a:ln w="2929">
              <a:solidFill>
                <a:srgbClr val="C6D4E2"/>
              </a:solidFill>
              <a:prstDash val="solid"/>
            </a:ln>
          </p:spPr>
        </p:sp>
        <p:sp>
          <p:nvSpPr>
            <p:cNvPr id="319" name="Input snapshot 2: source 319"/>
            <p:cNvSpPr/>
            <p:nvPr/>
          </p:nvSpPr>
          <p:spPr>
            <a:xfrm>
              <a:off x="1633133" y="1808073"/>
              <a:ext cx="38580" cy="44769"/>
            </a:xfrm>
            <a:prstGeom prst="rect">
              <a:avLst/>
            </a:prstGeom>
            <a:solidFill>
              <a:srgbClr val="EFF2F4"/>
            </a:solidFill>
            <a:ln w="2929">
              <a:solidFill>
                <a:srgbClr val="C6D4E2"/>
              </a:solidFill>
              <a:prstDash val="solid"/>
            </a:ln>
          </p:spPr>
        </p:sp>
        <p:sp>
          <p:nvSpPr>
            <p:cNvPr id="320" name="Input snapshot 2: source 320"/>
            <p:cNvSpPr/>
            <p:nvPr/>
          </p:nvSpPr>
          <p:spPr>
            <a:xfrm>
              <a:off x="1143000" y="1851965"/>
              <a:ext cx="38580" cy="44769"/>
            </a:xfrm>
            <a:prstGeom prst="rect">
              <a:avLst/>
            </a:prstGeom>
            <a:solidFill>
              <a:srgbClr val="EFF2F4"/>
            </a:solidFill>
            <a:ln w="2929">
              <a:solidFill>
                <a:srgbClr val="C6D4E2"/>
              </a:solidFill>
              <a:prstDash val="solid"/>
            </a:ln>
          </p:spPr>
        </p:sp>
        <p:sp>
          <p:nvSpPr>
            <p:cNvPr id="321" name="Input snapshot 2: source 321"/>
            <p:cNvSpPr/>
            <p:nvPr/>
          </p:nvSpPr>
          <p:spPr>
            <a:xfrm>
              <a:off x="1180703" y="1851965"/>
              <a:ext cx="38580" cy="44769"/>
            </a:xfrm>
            <a:prstGeom prst="rect">
              <a:avLst/>
            </a:prstGeom>
            <a:solidFill>
              <a:srgbClr val="B7BEC5"/>
            </a:solidFill>
            <a:ln w="2929">
              <a:solidFill>
                <a:srgbClr val="C6D4E2"/>
              </a:solidFill>
              <a:prstDash val="solid"/>
            </a:ln>
          </p:spPr>
        </p:sp>
        <p:sp>
          <p:nvSpPr>
            <p:cNvPr id="322" name="Input snapshot 2: source 322"/>
            <p:cNvSpPr/>
            <p:nvPr/>
          </p:nvSpPr>
          <p:spPr>
            <a:xfrm>
              <a:off x="1218405" y="1851965"/>
              <a:ext cx="38580" cy="44769"/>
            </a:xfrm>
            <a:prstGeom prst="rect">
              <a:avLst/>
            </a:prstGeom>
            <a:solidFill>
              <a:srgbClr val="B7BEC5"/>
            </a:solidFill>
            <a:ln w="2929">
              <a:solidFill>
                <a:srgbClr val="C6D4E2"/>
              </a:solidFill>
              <a:prstDash val="solid"/>
            </a:ln>
          </p:spPr>
        </p:sp>
        <p:sp>
          <p:nvSpPr>
            <p:cNvPr id="323" name="Input snapshot 2: source 323"/>
            <p:cNvSpPr/>
            <p:nvPr/>
          </p:nvSpPr>
          <p:spPr>
            <a:xfrm>
              <a:off x="1256108" y="1851965"/>
              <a:ext cx="38580" cy="44769"/>
            </a:xfrm>
            <a:prstGeom prst="rect">
              <a:avLst/>
            </a:prstGeom>
            <a:solidFill>
              <a:srgbClr val="B7BEC5"/>
            </a:solidFill>
            <a:ln w="2929">
              <a:solidFill>
                <a:srgbClr val="C6D4E2"/>
              </a:solidFill>
              <a:prstDash val="solid"/>
            </a:ln>
          </p:spPr>
        </p:sp>
        <p:sp>
          <p:nvSpPr>
            <p:cNvPr id="324" name="Input snapshot 2: source 324"/>
            <p:cNvSpPr/>
            <p:nvPr/>
          </p:nvSpPr>
          <p:spPr>
            <a:xfrm>
              <a:off x="1293810" y="1851965"/>
              <a:ext cx="38580" cy="44769"/>
            </a:xfrm>
            <a:prstGeom prst="rect">
              <a:avLst/>
            </a:prstGeom>
            <a:solidFill>
              <a:srgbClr val="B7BEC5"/>
            </a:solidFill>
            <a:ln w="2929">
              <a:solidFill>
                <a:srgbClr val="C6D4E2"/>
              </a:solidFill>
              <a:prstDash val="solid"/>
            </a:ln>
          </p:spPr>
        </p:sp>
        <p:sp>
          <p:nvSpPr>
            <p:cNvPr id="325" name="Input snapshot 2: source 325"/>
            <p:cNvSpPr/>
            <p:nvPr/>
          </p:nvSpPr>
          <p:spPr>
            <a:xfrm>
              <a:off x="1331513" y="1851965"/>
              <a:ext cx="38580" cy="44769"/>
            </a:xfrm>
            <a:prstGeom prst="rect">
              <a:avLst/>
            </a:prstGeom>
            <a:solidFill>
              <a:srgbClr val="B7BEC5"/>
            </a:solidFill>
            <a:ln w="2929">
              <a:solidFill>
                <a:srgbClr val="C6D4E2"/>
              </a:solidFill>
              <a:prstDash val="solid"/>
            </a:ln>
          </p:spPr>
        </p:sp>
        <p:sp>
          <p:nvSpPr>
            <p:cNvPr id="326" name="Input snapshot 2: source 326"/>
            <p:cNvSpPr/>
            <p:nvPr/>
          </p:nvSpPr>
          <p:spPr>
            <a:xfrm>
              <a:off x="1369215" y="1851965"/>
              <a:ext cx="38580" cy="44769"/>
            </a:xfrm>
            <a:prstGeom prst="rect">
              <a:avLst/>
            </a:prstGeom>
            <a:solidFill>
              <a:srgbClr val="B7BEC5"/>
            </a:solidFill>
            <a:ln w="2929">
              <a:solidFill>
                <a:srgbClr val="C6D4E2"/>
              </a:solidFill>
              <a:prstDash val="solid"/>
            </a:ln>
          </p:spPr>
        </p:sp>
        <p:sp>
          <p:nvSpPr>
            <p:cNvPr id="327" name="Input snapshot 2: source 327"/>
            <p:cNvSpPr/>
            <p:nvPr/>
          </p:nvSpPr>
          <p:spPr>
            <a:xfrm>
              <a:off x="1406918" y="1851965"/>
              <a:ext cx="38580" cy="44769"/>
            </a:xfrm>
            <a:prstGeom prst="rect">
              <a:avLst/>
            </a:prstGeom>
            <a:solidFill>
              <a:srgbClr val="B7BEC5"/>
            </a:solidFill>
            <a:ln w="2929">
              <a:solidFill>
                <a:srgbClr val="C6D4E2"/>
              </a:solidFill>
              <a:prstDash val="solid"/>
            </a:ln>
          </p:spPr>
        </p:sp>
        <p:sp>
          <p:nvSpPr>
            <p:cNvPr id="328" name="Input snapshot 2: source 328"/>
            <p:cNvSpPr/>
            <p:nvPr/>
          </p:nvSpPr>
          <p:spPr>
            <a:xfrm>
              <a:off x="1444620" y="1851965"/>
              <a:ext cx="38580" cy="44769"/>
            </a:xfrm>
            <a:prstGeom prst="rect">
              <a:avLst/>
            </a:prstGeom>
            <a:solidFill>
              <a:srgbClr val="D55E00"/>
            </a:solidFill>
            <a:ln w="2929">
              <a:solidFill>
                <a:srgbClr val="C6D4E2"/>
              </a:solidFill>
              <a:prstDash val="solid"/>
            </a:ln>
          </p:spPr>
        </p:sp>
        <p:sp>
          <p:nvSpPr>
            <p:cNvPr id="329" name="Input snapshot 2: source 329"/>
            <p:cNvSpPr/>
            <p:nvPr/>
          </p:nvSpPr>
          <p:spPr>
            <a:xfrm>
              <a:off x="1482323" y="1851965"/>
              <a:ext cx="38580" cy="44769"/>
            </a:xfrm>
            <a:prstGeom prst="rect">
              <a:avLst/>
            </a:prstGeom>
            <a:solidFill>
              <a:srgbClr val="D55E00"/>
            </a:solidFill>
            <a:ln w="2929">
              <a:solidFill>
                <a:srgbClr val="C6D4E2"/>
              </a:solidFill>
              <a:prstDash val="solid"/>
            </a:ln>
          </p:spPr>
        </p:sp>
        <p:sp>
          <p:nvSpPr>
            <p:cNvPr id="330" name="Input snapshot 2: source 330"/>
            <p:cNvSpPr/>
            <p:nvPr/>
          </p:nvSpPr>
          <p:spPr>
            <a:xfrm>
              <a:off x="1520026" y="1851965"/>
              <a:ext cx="38580" cy="44769"/>
            </a:xfrm>
            <a:prstGeom prst="rect">
              <a:avLst/>
            </a:prstGeom>
            <a:solidFill>
              <a:srgbClr val="D55E00"/>
            </a:solidFill>
            <a:ln w="2929">
              <a:solidFill>
                <a:srgbClr val="C6D4E2"/>
              </a:solidFill>
              <a:prstDash val="solid"/>
            </a:ln>
          </p:spPr>
        </p:sp>
        <p:sp>
          <p:nvSpPr>
            <p:cNvPr id="331" name="Input snapshot 2: source 331"/>
            <p:cNvSpPr/>
            <p:nvPr/>
          </p:nvSpPr>
          <p:spPr>
            <a:xfrm>
              <a:off x="1557728" y="1851965"/>
              <a:ext cx="38580" cy="44769"/>
            </a:xfrm>
            <a:prstGeom prst="rect">
              <a:avLst/>
            </a:prstGeom>
            <a:solidFill>
              <a:srgbClr val="EFF2F4"/>
            </a:solidFill>
            <a:ln w="2929">
              <a:solidFill>
                <a:srgbClr val="C6D4E2"/>
              </a:solidFill>
              <a:prstDash val="solid"/>
            </a:ln>
          </p:spPr>
        </p:sp>
        <p:sp>
          <p:nvSpPr>
            <p:cNvPr id="332" name="Input snapshot 2: source 332"/>
            <p:cNvSpPr/>
            <p:nvPr/>
          </p:nvSpPr>
          <p:spPr>
            <a:xfrm>
              <a:off x="1595431" y="1851965"/>
              <a:ext cx="38580" cy="44769"/>
            </a:xfrm>
            <a:prstGeom prst="rect">
              <a:avLst/>
            </a:prstGeom>
            <a:solidFill>
              <a:srgbClr val="EFF2F4"/>
            </a:solidFill>
            <a:ln w="2929">
              <a:solidFill>
                <a:srgbClr val="C6D4E2"/>
              </a:solidFill>
              <a:prstDash val="solid"/>
            </a:ln>
          </p:spPr>
        </p:sp>
        <p:sp>
          <p:nvSpPr>
            <p:cNvPr id="333" name="Input snapshot 2: source 333"/>
            <p:cNvSpPr/>
            <p:nvPr/>
          </p:nvSpPr>
          <p:spPr>
            <a:xfrm>
              <a:off x="1633133" y="1851965"/>
              <a:ext cx="38580" cy="44769"/>
            </a:xfrm>
            <a:prstGeom prst="rect">
              <a:avLst/>
            </a:prstGeom>
            <a:solidFill>
              <a:srgbClr val="EFF2F4"/>
            </a:solidFill>
            <a:ln w="2929">
              <a:solidFill>
                <a:srgbClr val="C6D4E2"/>
              </a:solidFill>
              <a:prstDash val="solid"/>
            </a:ln>
          </p:spPr>
        </p:sp>
        <p:sp>
          <p:nvSpPr>
            <p:cNvPr id="334" name="Input snapshot 2: source 334"/>
            <p:cNvSpPr/>
            <p:nvPr/>
          </p:nvSpPr>
          <p:spPr>
            <a:xfrm>
              <a:off x="1143000" y="1895856"/>
              <a:ext cx="38580" cy="44769"/>
            </a:xfrm>
            <a:prstGeom prst="rect">
              <a:avLst/>
            </a:prstGeom>
            <a:solidFill>
              <a:srgbClr val="EFF2F4"/>
            </a:solidFill>
            <a:ln w="2929">
              <a:solidFill>
                <a:srgbClr val="C6D4E2"/>
              </a:solidFill>
              <a:prstDash val="solid"/>
            </a:ln>
          </p:spPr>
        </p:sp>
        <p:sp>
          <p:nvSpPr>
            <p:cNvPr id="335" name="Input snapshot 2: source 335"/>
            <p:cNvSpPr/>
            <p:nvPr/>
          </p:nvSpPr>
          <p:spPr>
            <a:xfrm>
              <a:off x="1180703" y="1895856"/>
              <a:ext cx="38580" cy="44769"/>
            </a:xfrm>
            <a:prstGeom prst="rect">
              <a:avLst/>
            </a:prstGeom>
            <a:solidFill>
              <a:srgbClr val="B7BEC5"/>
            </a:solidFill>
            <a:ln w="2929">
              <a:solidFill>
                <a:srgbClr val="C6D4E2"/>
              </a:solidFill>
              <a:prstDash val="solid"/>
            </a:ln>
          </p:spPr>
        </p:sp>
        <p:sp>
          <p:nvSpPr>
            <p:cNvPr id="336" name="Input snapshot 2: source 336"/>
            <p:cNvSpPr/>
            <p:nvPr/>
          </p:nvSpPr>
          <p:spPr>
            <a:xfrm>
              <a:off x="1218405" y="1895856"/>
              <a:ext cx="38580" cy="44769"/>
            </a:xfrm>
            <a:prstGeom prst="rect">
              <a:avLst/>
            </a:prstGeom>
            <a:solidFill>
              <a:srgbClr val="B7BEC5"/>
            </a:solidFill>
            <a:ln w="2929">
              <a:solidFill>
                <a:srgbClr val="C6D4E2"/>
              </a:solidFill>
              <a:prstDash val="solid"/>
            </a:ln>
          </p:spPr>
        </p:sp>
        <p:sp>
          <p:nvSpPr>
            <p:cNvPr id="337" name="Input snapshot 2: source 337"/>
            <p:cNvSpPr/>
            <p:nvPr/>
          </p:nvSpPr>
          <p:spPr>
            <a:xfrm>
              <a:off x="1256108" y="1895856"/>
              <a:ext cx="38580" cy="44769"/>
            </a:xfrm>
            <a:prstGeom prst="rect">
              <a:avLst/>
            </a:prstGeom>
            <a:solidFill>
              <a:srgbClr val="B7BEC5"/>
            </a:solidFill>
            <a:ln w="2929">
              <a:solidFill>
                <a:srgbClr val="C6D4E2"/>
              </a:solidFill>
              <a:prstDash val="solid"/>
            </a:ln>
          </p:spPr>
        </p:sp>
        <p:sp>
          <p:nvSpPr>
            <p:cNvPr id="338" name="Input snapshot 2: source 338"/>
            <p:cNvSpPr/>
            <p:nvPr/>
          </p:nvSpPr>
          <p:spPr>
            <a:xfrm>
              <a:off x="1293810" y="1895856"/>
              <a:ext cx="38580" cy="44769"/>
            </a:xfrm>
            <a:prstGeom prst="rect">
              <a:avLst/>
            </a:prstGeom>
            <a:solidFill>
              <a:srgbClr val="B7BEC5"/>
            </a:solidFill>
            <a:ln w="2929">
              <a:solidFill>
                <a:srgbClr val="C6D4E2"/>
              </a:solidFill>
              <a:prstDash val="solid"/>
            </a:ln>
          </p:spPr>
        </p:sp>
        <p:sp>
          <p:nvSpPr>
            <p:cNvPr id="339" name="Input snapshot 2: source 339"/>
            <p:cNvSpPr/>
            <p:nvPr/>
          </p:nvSpPr>
          <p:spPr>
            <a:xfrm>
              <a:off x="1331513" y="1895856"/>
              <a:ext cx="38580" cy="44769"/>
            </a:xfrm>
            <a:prstGeom prst="rect">
              <a:avLst/>
            </a:prstGeom>
            <a:solidFill>
              <a:srgbClr val="B7BEC5"/>
            </a:solidFill>
            <a:ln w="2929">
              <a:solidFill>
                <a:srgbClr val="C6D4E2"/>
              </a:solidFill>
              <a:prstDash val="solid"/>
            </a:ln>
          </p:spPr>
        </p:sp>
        <p:sp>
          <p:nvSpPr>
            <p:cNvPr id="340" name="Input snapshot 2: source 340"/>
            <p:cNvSpPr/>
            <p:nvPr/>
          </p:nvSpPr>
          <p:spPr>
            <a:xfrm>
              <a:off x="1369215" y="1895856"/>
              <a:ext cx="38580" cy="44769"/>
            </a:xfrm>
            <a:prstGeom prst="rect">
              <a:avLst/>
            </a:prstGeom>
            <a:solidFill>
              <a:srgbClr val="B7BEC5"/>
            </a:solidFill>
            <a:ln w="2929">
              <a:solidFill>
                <a:srgbClr val="C6D4E2"/>
              </a:solidFill>
              <a:prstDash val="solid"/>
            </a:ln>
          </p:spPr>
        </p:sp>
        <p:sp>
          <p:nvSpPr>
            <p:cNvPr id="341" name="Input snapshot 2: source 341"/>
            <p:cNvSpPr/>
            <p:nvPr/>
          </p:nvSpPr>
          <p:spPr>
            <a:xfrm>
              <a:off x="1406918" y="1895856"/>
              <a:ext cx="38580" cy="44769"/>
            </a:xfrm>
            <a:prstGeom prst="rect">
              <a:avLst/>
            </a:prstGeom>
            <a:solidFill>
              <a:srgbClr val="B7BEC5"/>
            </a:solidFill>
            <a:ln w="2929">
              <a:solidFill>
                <a:srgbClr val="C6D4E2"/>
              </a:solidFill>
              <a:prstDash val="solid"/>
            </a:ln>
          </p:spPr>
        </p:sp>
        <p:sp>
          <p:nvSpPr>
            <p:cNvPr id="342" name="Input snapshot 2: source 342"/>
            <p:cNvSpPr/>
            <p:nvPr/>
          </p:nvSpPr>
          <p:spPr>
            <a:xfrm>
              <a:off x="1444620" y="1895856"/>
              <a:ext cx="38580" cy="44769"/>
            </a:xfrm>
            <a:prstGeom prst="rect">
              <a:avLst/>
            </a:prstGeom>
            <a:solidFill>
              <a:srgbClr val="D55E00"/>
            </a:solidFill>
            <a:ln w="2929">
              <a:solidFill>
                <a:srgbClr val="C6D4E2"/>
              </a:solidFill>
              <a:prstDash val="solid"/>
            </a:ln>
          </p:spPr>
        </p:sp>
        <p:sp>
          <p:nvSpPr>
            <p:cNvPr id="343" name="Input snapshot 2: source 343"/>
            <p:cNvSpPr/>
            <p:nvPr/>
          </p:nvSpPr>
          <p:spPr>
            <a:xfrm>
              <a:off x="1482323" y="1895856"/>
              <a:ext cx="38580" cy="44769"/>
            </a:xfrm>
            <a:prstGeom prst="rect">
              <a:avLst/>
            </a:prstGeom>
            <a:solidFill>
              <a:srgbClr val="D55E00"/>
            </a:solidFill>
            <a:ln w="2929">
              <a:solidFill>
                <a:srgbClr val="C6D4E2"/>
              </a:solidFill>
              <a:prstDash val="solid"/>
            </a:ln>
          </p:spPr>
        </p:sp>
        <p:sp>
          <p:nvSpPr>
            <p:cNvPr id="344" name="Input snapshot 2: source 344"/>
            <p:cNvSpPr/>
            <p:nvPr/>
          </p:nvSpPr>
          <p:spPr>
            <a:xfrm>
              <a:off x="1520026" y="1895856"/>
              <a:ext cx="38580" cy="44769"/>
            </a:xfrm>
            <a:prstGeom prst="rect">
              <a:avLst/>
            </a:prstGeom>
            <a:solidFill>
              <a:srgbClr val="D55E00"/>
            </a:solidFill>
            <a:ln w="2929">
              <a:solidFill>
                <a:srgbClr val="C6D4E2"/>
              </a:solidFill>
              <a:prstDash val="solid"/>
            </a:ln>
          </p:spPr>
        </p:sp>
        <p:sp>
          <p:nvSpPr>
            <p:cNvPr id="345" name="Input snapshot 2: source 345"/>
            <p:cNvSpPr/>
            <p:nvPr/>
          </p:nvSpPr>
          <p:spPr>
            <a:xfrm>
              <a:off x="1557728" y="1895856"/>
              <a:ext cx="38580" cy="44769"/>
            </a:xfrm>
            <a:prstGeom prst="rect">
              <a:avLst/>
            </a:prstGeom>
            <a:solidFill>
              <a:srgbClr val="EFF2F4"/>
            </a:solidFill>
            <a:ln w="2929">
              <a:solidFill>
                <a:srgbClr val="C6D4E2"/>
              </a:solidFill>
              <a:prstDash val="solid"/>
            </a:ln>
          </p:spPr>
        </p:sp>
        <p:sp>
          <p:nvSpPr>
            <p:cNvPr id="346" name="Input snapshot 2: source 346"/>
            <p:cNvSpPr/>
            <p:nvPr/>
          </p:nvSpPr>
          <p:spPr>
            <a:xfrm>
              <a:off x="1595431" y="1895856"/>
              <a:ext cx="38580" cy="44769"/>
            </a:xfrm>
            <a:prstGeom prst="rect">
              <a:avLst/>
            </a:prstGeom>
            <a:solidFill>
              <a:srgbClr val="EFF2F4"/>
            </a:solidFill>
            <a:ln w="2929">
              <a:solidFill>
                <a:srgbClr val="C6D4E2"/>
              </a:solidFill>
              <a:prstDash val="solid"/>
            </a:ln>
          </p:spPr>
        </p:sp>
        <p:sp>
          <p:nvSpPr>
            <p:cNvPr id="347" name="Input snapshot 2: source 347"/>
            <p:cNvSpPr/>
            <p:nvPr/>
          </p:nvSpPr>
          <p:spPr>
            <a:xfrm>
              <a:off x="1633133" y="1895856"/>
              <a:ext cx="38580" cy="44769"/>
            </a:xfrm>
            <a:prstGeom prst="rect">
              <a:avLst/>
            </a:prstGeom>
            <a:solidFill>
              <a:srgbClr val="EFF2F4"/>
            </a:solidFill>
            <a:ln w="2929">
              <a:solidFill>
                <a:srgbClr val="C6D4E2"/>
              </a:solidFill>
              <a:prstDash val="solid"/>
            </a:ln>
          </p:spPr>
        </p:sp>
        <p:sp>
          <p:nvSpPr>
            <p:cNvPr id="348" name="Input snapshot 2: source 348"/>
            <p:cNvSpPr/>
            <p:nvPr/>
          </p:nvSpPr>
          <p:spPr>
            <a:xfrm>
              <a:off x="1143000" y="1939747"/>
              <a:ext cx="38580" cy="44769"/>
            </a:xfrm>
            <a:prstGeom prst="rect">
              <a:avLst/>
            </a:prstGeom>
            <a:solidFill>
              <a:srgbClr val="EFF2F4"/>
            </a:solidFill>
            <a:ln w="2929">
              <a:solidFill>
                <a:srgbClr val="C6D4E2"/>
              </a:solidFill>
              <a:prstDash val="solid"/>
            </a:ln>
          </p:spPr>
        </p:sp>
        <p:sp>
          <p:nvSpPr>
            <p:cNvPr id="349" name="Input snapshot 2: source 349"/>
            <p:cNvSpPr/>
            <p:nvPr/>
          </p:nvSpPr>
          <p:spPr>
            <a:xfrm>
              <a:off x="1180703" y="1939747"/>
              <a:ext cx="38580" cy="44769"/>
            </a:xfrm>
            <a:prstGeom prst="rect">
              <a:avLst/>
            </a:prstGeom>
            <a:solidFill>
              <a:srgbClr val="0072B2"/>
            </a:solidFill>
            <a:ln w="2929">
              <a:solidFill>
                <a:srgbClr val="C6D4E2"/>
              </a:solidFill>
              <a:prstDash val="solid"/>
            </a:ln>
          </p:spPr>
        </p:sp>
        <p:sp>
          <p:nvSpPr>
            <p:cNvPr id="350" name="Input snapshot 2: source 350"/>
            <p:cNvSpPr/>
            <p:nvPr/>
          </p:nvSpPr>
          <p:spPr>
            <a:xfrm>
              <a:off x="1218405" y="1939747"/>
              <a:ext cx="38580" cy="44769"/>
            </a:xfrm>
            <a:prstGeom prst="rect">
              <a:avLst/>
            </a:prstGeom>
            <a:solidFill>
              <a:srgbClr val="0072B2"/>
            </a:solidFill>
            <a:ln w="2929">
              <a:solidFill>
                <a:srgbClr val="C6D4E2"/>
              </a:solidFill>
              <a:prstDash val="solid"/>
            </a:ln>
          </p:spPr>
        </p:sp>
        <p:sp>
          <p:nvSpPr>
            <p:cNvPr id="351" name="Input snapshot 2: source 351"/>
            <p:cNvSpPr/>
            <p:nvPr/>
          </p:nvSpPr>
          <p:spPr>
            <a:xfrm>
              <a:off x="1256108" y="1939747"/>
              <a:ext cx="38580" cy="44769"/>
            </a:xfrm>
            <a:prstGeom prst="rect">
              <a:avLst/>
            </a:prstGeom>
            <a:solidFill>
              <a:srgbClr val="0072B2"/>
            </a:solidFill>
            <a:ln w="2929">
              <a:solidFill>
                <a:srgbClr val="C6D4E2"/>
              </a:solidFill>
              <a:prstDash val="solid"/>
            </a:ln>
          </p:spPr>
        </p:sp>
        <p:sp>
          <p:nvSpPr>
            <p:cNvPr id="352" name="Input snapshot 2: source 352"/>
            <p:cNvSpPr/>
            <p:nvPr/>
          </p:nvSpPr>
          <p:spPr>
            <a:xfrm>
              <a:off x="1293810" y="1939747"/>
              <a:ext cx="38580" cy="44769"/>
            </a:xfrm>
            <a:prstGeom prst="rect">
              <a:avLst/>
            </a:prstGeom>
            <a:solidFill>
              <a:srgbClr val="0072B2"/>
            </a:solidFill>
            <a:ln w="2929">
              <a:solidFill>
                <a:srgbClr val="C6D4E2"/>
              </a:solidFill>
              <a:prstDash val="solid"/>
            </a:ln>
          </p:spPr>
        </p:sp>
        <p:sp>
          <p:nvSpPr>
            <p:cNvPr id="353" name="Input snapshot 2: source 353"/>
            <p:cNvSpPr/>
            <p:nvPr/>
          </p:nvSpPr>
          <p:spPr>
            <a:xfrm>
              <a:off x="1331513" y="1939747"/>
              <a:ext cx="38580" cy="44769"/>
            </a:xfrm>
            <a:prstGeom prst="rect">
              <a:avLst/>
            </a:prstGeom>
            <a:solidFill>
              <a:srgbClr val="B7BEC5"/>
            </a:solidFill>
            <a:ln w="2929">
              <a:solidFill>
                <a:srgbClr val="C6D4E2"/>
              </a:solidFill>
              <a:prstDash val="solid"/>
            </a:ln>
          </p:spPr>
        </p:sp>
        <p:sp>
          <p:nvSpPr>
            <p:cNvPr id="354" name="Input snapshot 2: source 354"/>
            <p:cNvSpPr/>
            <p:nvPr/>
          </p:nvSpPr>
          <p:spPr>
            <a:xfrm>
              <a:off x="1369215" y="1939747"/>
              <a:ext cx="38580" cy="44769"/>
            </a:xfrm>
            <a:prstGeom prst="rect">
              <a:avLst/>
            </a:prstGeom>
            <a:solidFill>
              <a:srgbClr val="B7BEC5"/>
            </a:solidFill>
            <a:ln w="2929">
              <a:solidFill>
                <a:srgbClr val="C6D4E2"/>
              </a:solidFill>
              <a:prstDash val="solid"/>
            </a:ln>
          </p:spPr>
        </p:sp>
        <p:sp>
          <p:nvSpPr>
            <p:cNvPr id="355" name="Input snapshot 2: source 355"/>
            <p:cNvSpPr/>
            <p:nvPr/>
          </p:nvSpPr>
          <p:spPr>
            <a:xfrm>
              <a:off x="1406918" y="1939747"/>
              <a:ext cx="38580" cy="44769"/>
            </a:xfrm>
            <a:prstGeom prst="rect">
              <a:avLst/>
            </a:prstGeom>
            <a:solidFill>
              <a:srgbClr val="B7BEC5"/>
            </a:solidFill>
            <a:ln w="2929">
              <a:solidFill>
                <a:srgbClr val="C6D4E2"/>
              </a:solidFill>
              <a:prstDash val="solid"/>
            </a:ln>
          </p:spPr>
        </p:sp>
        <p:sp>
          <p:nvSpPr>
            <p:cNvPr id="356" name="Input snapshot 2: source 356"/>
            <p:cNvSpPr/>
            <p:nvPr/>
          </p:nvSpPr>
          <p:spPr>
            <a:xfrm>
              <a:off x="1444620" y="1939747"/>
              <a:ext cx="38580" cy="44769"/>
            </a:xfrm>
            <a:prstGeom prst="rect">
              <a:avLst/>
            </a:prstGeom>
            <a:solidFill>
              <a:srgbClr val="D55E00"/>
            </a:solidFill>
            <a:ln w="2929">
              <a:solidFill>
                <a:srgbClr val="C6D4E2"/>
              </a:solidFill>
              <a:prstDash val="solid"/>
            </a:ln>
          </p:spPr>
        </p:sp>
        <p:sp>
          <p:nvSpPr>
            <p:cNvPr id="357" name="Input snapshot 2: source 357"/>
            <p:cNvSpPr/>
            <p:nvPr/>
          </p:nvSpPr>
          <p:spPr>
            <a:xfrm>
              <a:off x="1482323" y="1939747"/>
              <a:ext cx="38580" cy="44769"/>
            </a:xfrm>
            <a:prstGeom prst="rect">
              <a:avLst/>
            </a:prstGeom>
            <a:solidFill>
              <a:srgbClr val="D55E00"/>
            </a:solidFill>
            <a:ln w="2929">
              <a:solidFill>
                <a:srgbClr val="C6D4E2"/>
              </a:solidFill>
              <a:prstDash val="solid"/>
            </a:ln>
          </p:spPr>
        </p:sp>
        <p:sp>
          <p:nvSpPr>
            <p:cNvPr id="358" name="Input snapshot 2: source 358"/>
            <p:cNvSpPr/>
            <p:nvPr/>
          </p:nvSpPr>
          <p:spPr>
            <a:xfrm>
              <a:off x="1520026" y="1939747"/>
              <a:ext cx="38580" cy="44769"/>
            </a:xfrm>
            <a:prstGeom prst="rect">
              <a:avLst/>
            </a:prstGeom>
            <a:solidFill>
              <a:srgbClr val="D55E00"/>
            </a:solidFill>
            <a:ln w="2929">
              <a:solidFill>
                <a:srgbClr val="C6D4E2"/>
              </a:solidFill>
              <a:prstDash val="solid"/>
            </a:ln>
          </p:spPr>
        </p:sp>
        <p:sp>
          <p:nvSpPr>
            <p:cNvPr id="359" name="Input snapshot 2: source 359"/>
            <p:cNvSpPr/>
            <p:nvPr/>
          </p:nvSpPr>
          <p:spPr>
            <a:xfrm>
              <a:off x="1557728" y="1939747"/>
              <a:ext cx="38580" cy="44769"/>
            </a:xfrm>
            <a:prstGeom prst="rect">
              <a:avLst/>
            </a:prstGeom>
            <a:solidFill>
              <a:srgbClr val="EFF2F4"/>
            </a:solidFill>
            <a:ln w="2929">
              <a:solidFill>
                <a:srgbClr val="C6D4E2"/>
              </a:solidFill>
              <a:prstDash val="solid"/>
            </a:ln>
          </p:spPr>
        </p:sp>
        <p:sp>
          <p:nvSpPr>
            <p:cNvPr id="360" name="Input snapshot 2: source 360"/>
            <p:cNvSpPr/>
            <p:nvPr/>
          </p:nvSpPr>
          <p:spPr>
            <a:xfrm>
              <a:off x="1595431" y="1939747"/>
              <a:ext cx="38580" cy="44769"/>
            </a:xfrm>
            <a:prstGeom prst="rect">
              <a:avLst/>
            </a:prstGeom>
            <a:solidFill>
              <a:srgbClr val="EFF2F4"/>
            </a:solidFill>
            <a:ln w="2929">
              <a:solidFill>
                <a:srgbClr val="C6D4E2"/>
              </a:solidFill>
              <a:prstDash val="solid"/>
            </a:ln>
          </p:spPr>
        </p:sp>
        <p:sp>
          <p:nvSpPr>
            <p:cNvPr id="361" name="Input snapshot 2: source 361"/>
            <p:cNvSpPr/>
            <p:nvPr/>
          </p:nvSpPr>
          <p:spPr>
            <a:xfrm>
              <a:off x="1633133" y="1939747"/>
              <a:ext cx="38580" cy="44769"/>
            </a:xfrm>
            <a:prstGeom prst="rect">
              <a:avLst/>
            </a:prstGeom>
            <a:solidFill>
              <a:srgbClr val="EFF2F4"/>
            </a:solidFill>
            <a:ln w="2929">
              <a:solidFill>
                <a:srgbClr val="C6D4E2"/>
              </a:solidFill>
              <a:prstDash val="solid"/>
            </a:ln>
          </p:spPr>
        </p:sp>
        <p:sp>
          <p:nvSpPr>
            <p:cNvPr id="362" name="Input snapshot 2: source 362"/>
            <p:cNvSpPr/>
            <p:nvPr/>
          </p:nvSpPr>
          <p:spPr>
            <a:xfrm>
              <a:off x="1143000" y="1983639"/>
              <a:ext cx="38580" cy="44769"/>
            </a:xfrm>
            <a:prstGeom prst="rect">
              <a:avLst/>
            </a:prstGeom>
            <a:solidFill>
              <a:srgbClr val="0072B2"/>
            </a:solidFill>
            <a:ln w="2929">
              <a:solidFill>
                <a:srgbClr val="C6D4E2"/>
              </a:solidFill>
              <a:prstDash val="solid"/>
            </a:ln>
          </p:spPr>
        </p:sp>
        <p:sp>
          <p:nvSpPr>
            <p:cNvPr id="363" name="Input snapshot 2: source 363"/>
            <p:cNvSpPr/>
            <p:nvPr/>
          </p:nvSpPr>
          <p:spPr>
            <a:xfrm>
              <a:off x="1180703" y="1983639"/>
              <a:ext cx="38580" cy="44769"/>
            </a:xfrm>
            <a:prstGeom prst="rect">
              <a:avLst/>
            </a:prstGeom>
            <a:solidFill>
              <a:srgbClr val="0072B2"/>
            </a:solidFill>
            <a:ln w="2929">
              <a:solidFill>
                <a:srgbClr val="C6D4E2"/>
              </a:solidFill>
              <a:prstDash val="solid"/>
            </a:ln>
          </p:spPr>
        </p:sp>
        <p:sp>
          <p:nvSpPr>
            <p:cNvPr id="364" name="Input snapshot 2: source 364"/>
            <p:cNvSpPr/>
            <p:nvPr/>
          </p:nvSpPr>
          <p:spPr>
            <a:xfrm>
              <a:off x="1218405" y="1983639"/>
              <a:ext cx="38580" cy="44769"/>
            </a:xfrm>
            <a:prstGeom prst="rect">
              <a:avLst/>
            </a:prstGeom>
            <a:solidFill>
              <a:srgbClr val="0072B2"/>
            </a:solidFill>
            <a:ln w="2929">
              <a:solidFill>
                <a:srgbClr val="C6D4E2"/>
              </a:solidFill>
              <a:prstDash val="solid"/>
            </a:ln>
          </p:spPr>
        </p:sp>
        <p:sp>
          <p:nvSpPr>
            <p:cNvPr id="365" name="Input snapshot 2: source 365"/>
            <p:cNvSpPr/>
            <p:nvPr/>
          </p:nvSpPr>
          <p:spPr>
            <a:xfrm>
              <a:off x="1256108" y="1983639"/>
              <a:ext cx="38580" cy="44769"/>
            </a:xfrm>
            <a:prstGeom prst="rect">
              <a:avLst/>
            </a:prstGeom>
            <a:solidFill>
              <a:srgbClr val="0072B2"/>
            </a:solidFill>
            <a:ln w="2929">
              <a:solidFill>
                <a:srgbClr val="C6D4E2"/>
              </a:solidFill>
              <a:prstDash val="solid"/>
            </a:ln>
          </p:spPr>
        </p:sp>
        <p:sp>
          <p:nvSpPr>
            <p:cNvPr id="366" name="Input snapshot 2: source 366"/>
            <p:cNvSpPr/>
            <p:nvPr/>
          </p:nvSpPr>
          <p:spPr>
            <a:xfrm>
              <a:off x="1293810" y="1983639"/>
              <a:ext cx="38580" cy="44769"/>
            </a:xfrm>
            <a:prstGeom prst="rect">
              <a:avLst/>
            </a:prstGeom>
            <a:solidFill>
              <a:srgbClr val="0072B2"/>
            </a:solidFill>
            <a:ln w="2929">
              <a:solidFill>
                <a:srgbClr val="C6D4E2"/>
              </a:solidFill>
              <a:prstDash val="solid"/>
            </a:ln>
          </p:spPr>
        </p:sp>
        <p:sp>
          <p:nvSpPr>
            <p:cNvPr id="367" name="Input snapshot 2: source 367"/>
            <p:cNvSpPr/>
            <p:nvPr/>
          </p:nvSpPr>
          <p:spPr>
            <a:xfrm>
              <a:off x="1331513" y="1983639"/>
              <a:ext cx="38580" cy="44769"/>
            </a:xfrm>
            <a:prstGeom prst="rect">
              <a:avLst/>
            </a:prstGeom>
            <a:solidFill>
              <a:srgbClr val="B7BEC5"/>
            </a:solidFill>
            <a:ln w="2929">
              <a:solidFill>
                <a:srgbClr val="C6D4E2"/>
              </a:solidFill>
              <a:prstDash val="solid"/>
            </a:ln>
          </p:spPr>
        </p:sp>
        <p:sp>
          <p:nvSpPr>
            <p:cNvPr id="368" name="Input snapshot 2: source 368"/>
            <p:cNvSpPr/>
            <p:nvPr/>
          </p:nvSpPr>
          <p:spPr>
            <a:xfrm>
              <a:off x="1369215" y="1983639"/>
              <a:ext cx="38580" cy="44769"/>
            </a:xfrm>
            <a:prstGeom prst="rect">
              <a:avLst/>
            </a:prstGeom>
            <a:solidFill>
              <a:srgbClr val="B7BEC5"/>
            </a:solidFill>
            <a:ln w="2929">
              <a:solidFill>
                <a:srgbClr val="C6D4E2"/>
              </a:solidFill>
              <a:prstDash val="solid"/>
            </a:ln>
          </p:spPr>
        </p:sp>
        <p:sp>
          <p:nvSpPr>
            <p:cNvPr id="369" name="Input snapshot 2: source 369"/>
            <p:cNvSpPr/>
            <p:nvPr/>
          </p:nvSpPr>
          <p:spPr>
            <a:xfrm>
              <a:off x="1406918" y="1983639"/>
              <a:ext cx="38580" cy="44769"/>
            </a:xfrm>
            <a:prstGeom prst="rect">
              <a:avLst/>
            </a:prstGeom>
            <a:solidFill>
              <a:srgbClr val="B7BEC5"/>
            </a:solidFill>
            <a:ln w="2929">
              <a:solidFill>
                <a:srgbClr val="C6D4E2"/>
              </a:solidFill>
              <a:prstDash val="solid"/>
            </a:ln>
          </p:spPr>
        </p:sp>
        <p:sp>
          <p:nvSpPr>
            <p:cNvPr id="370" name="Input snapshot 2: source 370"/>
            <p:cNvSpPr/>
            <p:nvPr/>
          </p:nvSpPr>
          <p:spPr>
            <a:xfrm>
              <a:off x="1444620" y="1983639"/>
              <a:ext cx="38580" cy="44769"/>
            </a:xfrm>
            <a:prstGeom prst="rect">
              <a:avLst/>
            </a:prstGeom>
            <a:solidFill>
              <a:srgbClr val="B7BEC5"/>
            </a:solidFill>
            <a:ln w="2929">
              <a:solidFill>
                <a:srgbClr val="C6D4E2"/>
              </a:solidFill>
              <a:prstDash val="solid"/>
            </a:ln>
          </p:spPr>
        </p:sp>
        <p:sp>
          <p:nvSpPr>
            <p:cNvPr id="371" name="Input snapshot 2: source 371"/>
            <p:cNvSpPr/>
            <p:nvPr/>
          </p:nvSpPr>
          <p:spPr>
            <a:xfrm>
              <a:off x="1482323" y="1983639"/>
              <a:ext cx="38580" cy="44769"/>
            </a:xfrm>
            <a:prstGeom prst="rect">
              <a:avLst/>
            </a:prstGeom>
            <a:solidFill>
              <a:srgbClr val="B7BEC5"/>
            </a:solidFill>
            <a:ln w="2929">
              <a:solidFill>
                <a:srgbClr val="C6D4E2"/>
              </a:solidFill>
              <a:prstDash val="solid"/>
            </a:ln>
          </p:spPr>
        </p:sp>
        <p:sp>
          <p:nvSpPr>
            <p:cNvPr id="372" name="Input snapshot 2: source 372"/>
            <p:cNvSpPr/>
            <p:nvPr/>
          </p:nvSpPr>
          <p:spPr>
            <a:xfrm>
              <a:off x="1520026" y="1983639"/>
              <a:ext cx="38580" cy="44769"/>
            </a:xfrm>
            <a:prstGeom prst="rect">
              <a:avLst/>
            </a:prstGeom>
            <a:solidFill>
              <a:srgbClr val="B7BEC5"/>
            </a:solidFill>
            <a:ln w="2929">
              <a:solidFill>
                <a:srgbClr val="C6D4E2"/>
              </a:solidFill>
              <a:prstDash val="solid"/>
            </a:ln>
          </p:spPr>
        </p:sp>
        <p:sp>
          <p:nvSpPr>
            <p:cNvPr id="373" name="Input snapshot 2: source 373"/>
            <p:cNvSpPr/>
            <p:nvPr/>
          </p:nvSpPr>
          <p:spPr>
            <a:xfrm>
              <a:off x="1557728" y="1983639"/>
              <a:ext cx="38580" cy="44769"/>
            </a:xfrm>
            <a:prstGeom prst="rect">
              <a:avLst/>
            </a:prstGeom>
            <a:solidFill>
              <a:srgbClr val="EFF2F4"/>
            </a:solidFill>
            <a:ln w="2929">
              <a:solidFill>
                <a:srgbClr val="C6D4E2"/>
              </a:solidFill>
              <a:prstDash val="solid"/>
            </a:ln>
          </p:spPr>
        </p:sp>
        <p:sp>
          <p:nvSpPr>
            <p:cNvPr id="374" name="Input snapshot 2: source 374"/>
            <p:cNvSpPr/>
            <p:nvPr/>
          </p:nvSpPr>
          <p:spPr>
            <a:xfrm>
              <a:off x="1595431" y="1983639"/>
              <a:ext cx="38580" cy="44769"/>
            </a:xfrm>
            <a:prstGeom prst="rect">
              <a:avLst/>
            </a:prstGeom>
            <a:solidFill>
              <a:srgbClr val="EFF2F4"/>
            </a:solidFill>
            <a:ln w="2929">
              <a:solidFill>
                <a:srgbClr val="C6D4E2"/>
              </a:solidFill>
              <a:prstDash val="solid"/>
            </a:ln>
          </p:spPr>
        </p:sp>
        <p:sp>
          <p:nvSpPr>
            <p:cNvPr id="375" name="Input snapshot 2: source 375"/>
            <p:cNvSpPr/>
            <p:nvPr/>
          </p:nvSpPr>
          <p:spPr>
            <a:xfrm>
              <a:off x="1633133" y="1983639"/>
              <a:ext cx="38580" cy="44769"/>
            </a:xfrm>
            <a:prstGeom prst="rect">
              <a:avLst/>
            </a:prstGeom>
            <a:solidFill>
              <a:srgbClr val="EFF2F4"/>
            </a:solidFill>
            <a:ln w="2929">
              <a:solidFill>
                <a:srgbClr val="C6D4E2"/>
              </a:solidFill>
              <a:prstDash val="solid"/>
            </a:ln>
          </p:spPr>
        </p:sp>
        <p:sp>
          <p:nvSpPr>
            <p:cNvPr id="376" name="Input snapshot 2: source 376"/>
            <p:cNvSpPr/>
            <p:nvPr/>
          </p:nvSpPr>
          <p:spPr>
            <a:xfrm>
              <a:off x="1143000" y="2027529"/>
              <a:ext cx="38580" cy="44769"/>
            </a:xfrm>
            <a:prstGeom prst="rect">
              <a:avLst/>
            </a:prstGeom>
            <a:solidFill>
              <a:srgbClr val="EFF2F4"/>
            </a:solidFill>
            <a:ln w="2929">
              <a:solidFill>
                <a:srgbClr val="C6D4E2"/>
              </a:solidFill>
              <a:prstDash val="solid"/>
            </a:ln>
          </p:spPr>
        </p:sp>
        <p:sp>
          <p:nvSpPr>
            <p:cNvPr id="377" name="Input snapshot 2: source 377"/>
            <p:cNvSpPr/>
            <p:nvPr/>
          </p:nvSpPr>
          <p:spPr>
            <a:xfrm>
              <a:off x="1180703" y="2027529"/>
              <a:ext cx="38580" cy="44769"/>
            </a:xfrm>
            <a:prstGeom prst="rect">
              <a:avLst/>
            </a:prstGeom>
            <a:solidFill>
              <a:srgbClr val="0072B2"/>
            </a:solidFill>
            <a:ln w="2929">
              <a:solidFill>
                <a:srgbClr val="C6D4E2"/>
              </a:solidFill>
              <a:prstDash val="solid"/>
            </a:ln>
          </p:spPr>
        </p:sp>
        <p:sp>
          <p:nvSpPr>
            <p:cNvPr id="378" name="Input snapshot 2: source 378"/>
            <p:cNvSpPr/>
            <p:nvPr/>
          </p:nvSpPr>
          <p:spPr>
            <a:xfrm>
              <a:off x="1218405" y="2027529"/>
              <a:ext cx="38580" cy="44769"/>
            </a:xfrm>
            <a:prstGeom prst="rect">
              <a:avLst/>
            </a:prstGeom>
            <a:solidFill>
              <a:srgbClr val="0072B2"/>
            </a:solidFill>
            <a:ln w="2929">
              <a:solidFill>
                <a:srgbClr val="C6D4E2"/>
              </a:solidFill>
              <a:prstDash val="solid"/>
            </a:ln>
          </p:spPr>
        </p:sp>
        <p:sp>
          <p:nvSpPr>
            <p:cNvPr id="379" name="Input snapshot 2: source 379"/>
            <p:cNvSpPr/>
            <p:nvPr/>
          </p:nvSpPr>
          <p:spPr>
            <a:xfrm>
              <a:off x="1256108" y="2027529"/>
              <a:ext cx="38580" cy="44769"/>
            </a:xfrm>
            <a:prstGeom prst="rect">
              <a:avLst/>
            </a:prstGeom>
            <a:solidFill>
              <a:srgbClr val="0072B2"/>
            </a:solidFill>
            <a:ln w="2929">
              <a:solidFill>
                <a:srgbClr val="C6D4E2"/>
              </a:solidFill>
              <a:prstDash val="solid"/>
            </a:ln>
          </p:spPr>
        </p:sp>
        <p:sp>
          <p:nvSpPr>
            <p:cNvPr id="380" name="Input snapshot 2: source 380"/>
            <p:cNvSpPr/>
            <p:nvPr/>
          </p:nvSpPr>
          <p:spPr>
            <a:xfrm>
              <a:off x="1293810" y="2027529"/>
              <a:ext cx="38580" cy="44769"/>
            </a:xfrm>
            <a:prstGeom prst="rect">
              <a:avLst/>
            </a:prstGeom>
            <a:solidFill>
              <a:srgbClr val="0072B2"/>
            </a:solidFill>
            <a:ln w="2929">
              <a:solidFill>
                <a:srgbClr val="C6D4E2"/>
              </a:solidFill>
              <a:prstDash val="solid"/>
            </a:ln>
          </p:spPr>
        </p:sp>
        <p:sp>
          <p:nvSpPr>
            <p:cNvPr id="381" name="Input snapshot 2: source 381"/>
            <p:cNvSpPr/>
            <p:nvPr/>
          </p:nvSpPr>
          <p:spPr>
            <a:xfrm>
              <a:off x="1331513" y="2027529"/>
              <a:ext cx="38580" cy="44769"/>
            </a:xfrm>
            <a:prstGeom prst="rect">
              <a:avLst/>
            </a:prstGeom>
            <a:solidFill>
              <a:srgbClr val="B7BEC5"/>
            </a:solidFill>
            <a:ln w="2929">
              <a:solidFill>
                <a:srgbClr val="C6D4E2"/>
              </a:solidFill>
              <a:prstDash val="solid"/>
            </a:ln>
          </p:spPr>
        </p:sp>
        <p:sp>
          <p:nvSpPr>
            <p:cNvPr id="382" name="Input snapshot 2: source 382"/>
            <p:cNvSpPr/>
            <p:nvPr/>
          </p:nvSpPr>
          <p:spPr>
            <a:xfrm>
              <a:off x="1369215" y="2027529"/>
              <a:ext cx="38580" cy="44769"/>
            </a:xfrm>
            <a:prstGeom prst="rect">
              <a:avLst/>
            </a:prstGeom>
            <a:solidFill>
              <a:srgbClr val="B7BEC5"/>
            </a:solidFill>
            <a:ln w="2929">
              <a:solidFill>
                <a:srgbClr val="C6D4E2"/>
              </a:solidFill>
              <a:prstDash val="solid"/>
            </a:ln>
          </p:spPr>
        </p:sp>
        <p:sp>
          <p:nvSpPr>
            <p:cNvPr id="383" name="Input snapshot 2: source 383"/>
            <p:cNvSpPr/>
            <p:nvPr/>
          </p:nvSpPr>
          <p:spPr>
            <a:xfrm>
              <a:off x="1406918" y="2027529"/>
              <a:ext cx="38580" cy="44769"/>
            </a:xfrm>
            <a:prstGeom prst="rect">
              <a:avLst/>
            </a:prstGeom>
            <a:solidFill>
              <a:srgbClr val="B7BEC5"/>
            </a:solidFill>
            <a:ln w="2929">
              <a:solidFill>
                <a:srgbClr val="C6D4E2"/>
              </a:solidFill>
              <a:prstDash val="solid"/>
            </a:ln>
          </p:spPr>
        </p:sp>
        <p:sp>
          <p:nvSpPr>
            <p:cNvPr id="384" name="Input snapshot 2: source 384"/>
            <p:cNvSpPr/>
            <p:nvPr/>
          </p:nvSpPr>
          <p:spPr>
            <a:xfrm>
              <a:off x="1444620" y="2027529"/>
              <a:ext cx="38580" cy="44769"/>
            </a:xfrm>
            <a:prstGeom prst="rect">
              <a:avLst/>
            </a:prstGeom>
            <a:solidFill>
              <a:srgbClr val="B7BEC5"/>
            </a:solidFill>
            <a:ln w="2929">
              <a:solidFill>
                <a:srgbClr val="C6D4E2"/>
              </a:solidFill>
              <a:prstDash val="solid"/>
            </a:ln>
          </p:spPr>
        </p:sp>
        <p:sp>
          <p:nvSpPr>
            <p:cNvPr id="385" name="Input snapshot 2: source 385"/>
            <p:cNvSpPr/>
            <p:nvPr/>
          </p:nvSpPr>
          <p:spPr>
            <a:xfrm>
              <a:off x="1482323" y="2027529"/>
              <a:ext cx="38580" cy="44769"/>
            </a:xfrm>
            <a:prstGeom prst="rect">
              <a:avLst/>
            </a:prstGeom>
            <a:solidFill>
              <a:srgbClr val="EFF2F4"/>
            </a:solidFill>
            <a:ln w="2929">
              <a:solidFill>
                <a:srgbClr val="C6D4E2"/>
              </a:solidFill>
              <a:prstDash val="solid"/>
            </a:ln>
          </p:spPr>
        </p:sp>
        <p:sp>
          <p:nvSpPr>
            <p:cNvPr id="386" name="Input snapshot 2: source 386"/>
            <p:cNvSpPr/>
            <p:nvPr/>
          </p:nvSpPr>
          <p:spPr>
            <a:xfrm>
              <a:off x="1520026" y="2027529"/>
              <a:ext cx="38580" cy="44769"/>
            </a:xfrm>
            <a:prstGeom prst="rect">
              <a:avLst/>
            </a:prstGeom>
            <a:solidFill>
              <a:srgbClr val="EFF2F4"/>
            </a:solidFill>
            <a:ln w="2929">
              <a:solidFill>
                <a:srgbClr val="C6D4E2"/>
              </a:solidFill>
              <a:prstDash val="solid"/>
            </a:ln>
          </p:spPr>
        </p:sp>
        <p:sp>
          <p:nvSpPr>
            <p:cNvPr id="387" name="Input snapshot 2: source 387"/>
            <p:cNvSpPr/>
            <p:nvPr/>
          </p:nvSpPr>
          <p:spPr>
            <a:xfrm>
              <a:off x="1557728" y="2027529"/>
              <a:ext cx="38580" cy="44769"/>
            </a:xfrm>
            <a:prstGeom prst="rect">
              <a:avLst/>
            </a:prstGeom>
            <a:solidFill>
              <a:srgbClr val="EFF2F4"/>
            </a:solidFill>
            <a:ln w="2929">
              <a:solidFill>
                <a:srgbClr val="C6D4E2"/>
              </a:solidFill>
              <a:prstDash val="solid"/>
            </a:ln>
          </p:spPr>
        </p:sp>
        <p:sp>
          <p:nvSpPr>
            <p:cNvPr id="388" name="Input snapshot 2: source 388"/>
            <p:cNvSpPr/>
            <p:nvPr/>
          </p:nvSpPr>
          <p:spPr>
            <a:xfrm>
              <a:off x="1595431" y="2027529"/>
              <a:ext cx="38580" cy="44769"/>
            </a:xfrm>
            <a:prstGeom prst="rect">
              <a:avLst/>
            </a:prstGeom>
            <a:solidFill>
              <a:srgbClr val="EFF2F4"/>
            </a:solidFill>
            <a:ln w="2929">
              <a:solidFill>
                <a:srgbClr val="C6D4E2"/>
              </a:solidFill>
              <a:prstDash val="solid"/>
            </a:ln>
          </p:spPr>
        </p:sp>
        <p:sp>
          <p:nvSpPr>
            <p:cNvPr id="389" name="Input snapshot 2: source 389"/>
            <p:cNvSpPr/>
            <p:nvPr/>
          </p:nvSpPr>
          <p:spPr>
            <a:xfrm>
              <a:off x="1633133" y="2027529"/>
              <a:ext cx="38580" cy="44769"/>
            </a:xfrm>
            <a:prstGeom prst="rect">
              <a:avLst/>
            </a:prstGeom>
            <a:solidFill>
              <a:srgbClr val="EFF2F4"/>
            </a:solidFill>
            <a:ln w="2929">
              <a:solidFill>
                <a:srgbClr val="C6D4E2"/>
              </a:solidFill>
              <a:prstDash val="solid"/>
            </a:ln>
          </p:spPr>
        </p:sp>
        <p:sp>
          <p:nvSpPr>
            <p:cNvPr id="390" name="Input snapshot 2: source 390"/>
            <p:cNvSpPr/>
            <p:nvPr/>
          </p:nvSpPr>
          <p:spPr>
            <a:xfrm>
              <a:off x="1143000" y="1676400"/>
              <a:ext cx="527836" cy="395021"/>
            </a:xfrm>
            <a:prstGeom prst="rect">
              <a:avLst/>
            </a:prstGeom>
            <a:solidFill>
              <a:srgbClr val="FFFFFF">
                <a:alpha val="0"/>
              </a:srgbClr>
            </a:solidFill>
            <a:ln w="6073">
              <a:solidFill>
                <a:srgbClr val="263238"/>
              </a:solidFill>
              <a:prstDash val="solid"/>
            </a:ln>
          </p:spPr>
        </p:sp>
        <p:sp>
          <p:nvSpPr>
            <p:cNvPr id="399" name="Compact vertical topology edge: source 399"/>
            <p:cNvSpPr/>
            <p:nvPr/>
          </p:nvSpPr>
          <p:spPr>
            <a:xfrm>
              <a:off x="1104900" y="2457450"/>
              <a:ext cx="95" cy="114300"/>
            </a:xfrm>
            <a:prstGeom prst="line">
              <a:avLst/>
            </a:prstGeom>
            <a:solidFill>
              <a:srgbClr val="FFFFFF">
                <a:alpha val="0"/>
              </a:srgbClr>
            </a:solidFill>
            <a:ln w="22758">
              <a:solidFill>
                <a:srgbClr val="263238"/>
              </a:solidFill>
              <a:prstDash val="solid"/>
            </a:ln>
          </p:spPr>
        </p:sp>
        <p:sp>
          <p:nvSpPr>
            <p:cNvPr id="400" name="Compact vertical topology edge: source 400"/>
            <p:cNvSpPr/>
            <p:nvPr/>
          </p:nvSpPr>
          <p:spPr>
            <a:xfrm>
              <a:off x="1104900" y="2571750"/>
              <a:ext cx="95" cy="114300"/>
            </a:xfrm>
            <a:prstGeom prst="line">
              <a:avLst/>
            </a:prstGeom>
            <a:solidFill>
              <a:srgbClr val="FFFFFF">
                <a:alpha val="0"/>
              </a:srgbClr>
            </a:solidFill>
            <a:ln w="22758">
              <a:solidFill>
                <a:srgbClr val="263238"/>
              </a:solidFill>
              <a:prstDash val="solid"/>
            </a:ln>
          </p:spPr>
        </p:sp>
        <p:sp>
          <p:nvSpPr>
            <p:cNvPr id="401" name="Compact vertical topology edge: source 401"/>
            <p:cNvSpPr/>
            <p:nvPr/>
          </p:nvSpPr>
          <p:spPr>
            <a:xfrm>
              <a:off x="1104900" y="2686050"/>
              <a:ext cx="95" cy="133350"/>
            </a:xfrm>
            <a:prstGeom prst="line">
              <a:avLst/>
            </a:prstGeom>
            <a:solidFill>
              <a:srgbClr val="FFFFFF">
                <a:alpha val="0"/>
              </a:srgbClr>
            </a:solidFill>
            <a:ln w="22758">
              <a:solidFill>
                <a:srgbClr val="263238"/>
              </a:solidFill>
              <a:prstDash val="solid"/>
            </a:ln>
          </p:spPr>
        </p:sp>
        <p:sp>
          <p:nvSpPr>
            <p:cNvPr id="402" name="Compact vertical topology edge: source 402"/>
            <p:cNvSpPr/>
            <p:nvPr/>
          </p:nvSpPr>
          <p:spPr>
            <a:xfrm flipV="1">
              <a:off x="917814" y="2819400"/>
              <a:ext cx="187086" cy="133350"/>
            </a:xfrm>
            <a:prstGeom prst="line">
              <a:avLst/>
            </a:prstGeom>
            <a:solidFill>
              <a:srgbClr val="FFFFFF">
                <a:alpha val="0"/>
              </a:srgbClr>
            </a:solidFill>
            <a:ln w="22758">
              <a:solidFill>
                <a:srgbClr val="263238"/>
              </a:solidFill>
              <a:prstDash val="solid"/>
            </a:ln>
          </p:spPr>
        </p:sp>
        <p:sp>
          <p:nvSpPr>
            <p:cNvPr id="403" name="Compact vertical topology edge: source 403"/>
            <p:cNvSpPr/>
            <p:nvPr/>
          </p:nvSpPr>
          <p:spPr>
            <a:xfrm flipV="1">
              <a:off x="779008" y="2952750"/>
              <a:ext cx="138806" cy="133350"/>
            </a:xfrm>
            <a:prstGeom prst="line">
              <a:avLst/>
            </a:prstGeom>
            <a:solidFill>
              <a:srgbClr val="FFFFFF">
                <a:alpha val="0"/>
              </a:srgbClr>
            </a:solidFill>
            <a:ln w="22758">
              <a:solidFill>
                <a:srgbClr val="263238"/>
              </a:solidFill>
              <a:prstDash val="solid"/>
            </a:ln>
          </p:spPr>
        </p:sp>
        <p:sp>
          <p:nvSpPr>
            <p:cNvPr id="404" name="Compact vertical topology edge: source 404"/>
            <p:cNvSpPr/>
            <p:nvPr/>
          </p:nvSpPr>
          <p:spPr>
            <a:xfrm flipV="1">
              <a:off x="688482" y="3086100"/>
              <a:ext cx="90526" cy="133350"/>
            </a:xfrm>
            <a:prstGeom prst="line">
              <a:avLst/>
            </a:prstGeom>
            <a:solidFill>
              <a:srgbClr val="FFFFFF">
                <a:alpha val="0"/>
              </a:srgbClr>
            </a:solidFill>
            <a:ln w="22758">
              <a:solidFill>
                <a:srgbClr val="263238"/>
              </a:solidFill>
              <a:prstDash val="solid"/>
            </a:ln>
          </p:spPr>
        </p:sp>
        <p:sp>
          <p:nvSpPr>
            <p:cNvPr id="405" name="Compact vertical topology edge: source 405"/>
            <p:cNvSpPr/>
            <p:nvPr/>
          </p:nvSpPr>
          <p:spPr>
            <a:xfrm flipV="1">
              <a:off x="561746" y="3219450"/>
              <a:ext cx="126736" cy="133350"/>
            </a:xfrm>
            <a:prstGeom prst="line">
              <a:avLst/>
            </a:prstGeom>
            <a:solidFill>
              <a:srgbClr val="FFFFFF">
                <a:alpha val="0"/>
              </a:srgbClr>
            </a:solidFill>
            <a:ln w="22758">
              <a:solidFill>
                <a:srgbClr val="263238"/>
              </a:solidFill>
              <a:prstDash val="solid"/>
            </a:ln>
          </p:spPr>
        </p:sp>
        <p:sp>
          <p:nvSpPr>
            <p:cNvPr id="406" name="Compact vertical topology edge: source 406"/>
            <p:cNvSpPr/>
            <p:nvPr/>
          </p:nvSpPr>
          <p:spPr>
            <a:xfrm flipV="1">
              <a:off x="501396" y="3352800"/>
              <a:ext cx="60350" cy="133350"/>
            </a:xfrm>
            <a:prstGeom prst="line">
              <a:avLst/>
            </a:prstGeom>
            <a:solidFill>
              <a:srgbClr val="FFFFFF">
                <a:alpha val="0"/>
              </a:srgbClr>
            </a:solidFill>
            <a:ln w="22758">
              <a:solidFill>
                <a:srgbClr val="263238"/>
              </a:solidFill>
              <a:prstDash val="solid"/>
            </a:ln>
          </p:spPr>
        </p:sp>
        <p:sp>
          <p:nvSpPr>
            <p:cNvPr id="407" name="Compact vertical topology edge: source 407"/>
            <p:cNvSpPr/>
            <p:nvPr/>
          </p:nvSpPr>
          <p:spPr>
            <a:xfrm flipV="1">
              <a:off x="465186" y="3486150"/>
              <a:ext cx="36210" cy="133350"/>
            </a:xfrm>
            <a:prstGeom prst="line">
              <a:avLst/>
            </a:prstGeom>
            <a:solidFill>
              <a:srgbClr val="FFFFFF">
                <a:alpha val="0"/>
              </a:srgbClr>
            </a:solidFill>
            <a:ln w="22758">
              <a:solidFill>
                <a:srgbClr val="263238"/>
              </a:solidFill>
              <a:prstDash val="solid"/>
            </a:ln>
          </p:spPr>
        </p:sp>
        <p:sp>
          <p:nvSpPr>
            <p:cNvPr id="408" name="Compact vertical topology edge: source 408"/>
            <p:cNvSpPr/>
            <p:nvPr/>
          </p:nvSpPr>
          <p:spPr>
            <a:xfrm>
              <a:off x="688482" y="3219450"/>
              <a:ext cx="205191" cy="133350"/>
            </a:xfrm>
            <a:prstGeom prst="line">
              <a:avLst/>
            </a:prstGeom>
            <a:solidFill>
              <a:srgbClr val="FFFFFF">
                <a:alpha val="0"/>
              </a:srgbClr>
            </a:solidFill>
            <a:ln w="22758">
              <a:solidFill>
                <a:srgbClr val="263238"/>
              </a:solidFill>
              <a:prstDash val="solid"/>
            </a:ln>
          </p:spPr>
        </p:sp>
        <p:sp>
          <p:nvSpPr>
            <p:cNvPr id="409" name="Compact vertical topology edge: source 409"/>
            <p:cNvSpPr/>
            <p:nvPr/>
          </p:nvSpPr>
          <p:spPr>
            <a:xfrm>
              <a:off x="893674" y="3352800"/>
              <a:ext cx="48280" cy="129931"/>
            </a:xfrm>
            <a:prstGeom prst="line">
              <a:avLst/>
            </a:prstGeom>
            <a:solidFill>
              <a:srgbClr val="FFFFFF">
                <a:alpha val="0"/>
              </a:srgbClr>
            </a:solidFill>
            <a:ln w="22758">
              <a:solidFill>
                <a:srgbClr val="263238"/>
              </a:solidFill>
              <a:prstDash val="solid"/>
            </a:ln>
          </p:spPr>
        </p:sp>
        <p:sp>
          <p:nvSpPr>
            <p:cNvPr id="410" name="Compact vertical topology edge: source 410"/>
            <p:cNvSpPr/>
            <p:nvPr/>
          </p:nvSpPr>
          <p:spPr>
            <a:xfrm>
              <a:off x="941954" y="3482731"/>
              <a:ext cx="48280" cy="136769"/>
            </a:xfrm>
            <a:prstGeom prst="line">
              <a:avLst/>
            </a:prstGeom>
            <a:solidFill>
              <a:srgbClr val="FFFFFF">
                <a:alpha val="0"/>
              </a:srgbClr>
            </a:solidFill>
            <a:ln w="22758">
              <a:solidFill>
                <a:srgbClr val="263238"/>
              </a:solidFill>
              <a:prstDash val="solid"/>
            </a:ln>
          </p:spPr>
        </p:sp>
        <p:sp>
          <p:nvSpPr>
            <p:cNvPr id="411" name="Compact vertical topology edge: source 411"/>
            <p:cNvSpPr/>
            <p:nvPr/>
          </p:nvSpPr>
          <p:spPr>
            <a:xfrm>
              <a:off x="1104900" y="2819400"/>
              <a:ext cx="241402" cy="154405"/>
            </a:xfrm>
            <a:prstGeom prst="line">
              <a:avLst/>
            </a:prstGeom>
            <a:solidFill>
              <a:srgbClr val="FFFFFF">
                <a:alpha val="0"/>
              </a:srgbClr>
            </a:solidFill>
            <a:ln w="22758">
              <a:solidFill>
                <a:srgbClr val="263238"/>
              </a:solidFill>
              <a:prstDash val="solid"/>
            </a:ln>
          </p:spPr>
        </p:sp>
        <p:sp>
          <p:nvSpPr>
            <p:cNvPr id="412" name="Compact vertical topology edge: source 412"/>
            <p:cNvSpPr/>
            <p:nvPr/>
          </p:nvSpPr>
          <p:spPr>
            <a:xfrm>
              <a:off x="1346302" y="2973805"/>
              <a:ext cx="168981" cy="149509"/>
            </a:xfrm>
            <a:prstGeom prst="line">
              <a:avLst/>
            </a:prstGeom>
            <a:solidFill>
              <a:srgbClr val="FFFFFF">
                <a:alpha val="0"/>
              </a:srgbClr>
            </a:solidFill>
            <a:ln w="22758">
              <a:solidFill>
                <a:srgbClr val="263238"/>
              </a:solidFill>
              <a:prstDash val="solid"/>
            </a:ln>
          </p:spPr>
        </p:sp>
        <p:sp>
          <p:nvSpPr>
            <p:cNvPr id="413" name="Compact vertical topology edge: source 413"/>
            <p:cNvSpPr/>
            <p:nvPr/>
          </p:nvSpPr>
          <p:spPr>
            <a:xfrm>
              <a:off x="1515283" y="3123314"/>
              <a:ext cx="95250" cy="152400"/>
            </a:xfrm>
            <a:prstGeom prst="line">
              <a:avLst/>
            </a:prstGeom>
            <a:solidFill>
              <a:srgbClr val="FFFFFF">
                <a:alpha val="0"/>
              </a:srgbClr>
            </a:solidFill>
            <a:ln w="22758">
              <a:solidFill>
                <a:srgbClr val="263238"/>
              </a:solidFill>
              <a:prstDash val="solid"/>
            </a:ln>
          </p:spPr>
        </p:sp>
        <p:sp>
          <p:nvSpPr>
            <p:cNvPr id="414" name="Compact vertical topology: source 414"/>
            <p:cNvSpPr/>
            <p:nvPr/>
          </p:nvSpPr>
          <p:spPr>
            <a:xfrm>
              <a:off x="1039590" y="2392140"/>
              <a:ext cx="130620" cy="130620"/>
            </a:xfrm>
            <a:prstGeom prst="diamond">
              <a:avLst/>
            </a:prstGeom>
            <a:solidFill>
              <a:srgbClr val="7B8790"/>
            </a:solidFill>
            <a:ln w="12090">
              <a:solidFill>
                <a:srgbClr val="263238"/>
              </a:solidFill>
              <a:prstDash val="solid"/>
            </a:ln>
          </p:spPr>
        </p:sp>
        <p:sp>
          <p:nvSpPr>
            <p:cNvPr id="415" name="Compact vertical topology: source 415"/>
            <p:cNvSpPr/>
            <p:nvPr/>
          </p:nvSpPr>
          <p:spPr>
            <a:xfrm>
              <a:off x="1062380" y="2529230"/>
              <a:ext cx="85039" cy="85039"/>
            </a:xfrm>
            <a:prstGeom prst="ellipse">
              <a:avLst/>
            </a:prstGeom>
            <a:solidFill>
              <a:srgbClr val="7B8790"/>
            </a:solidFill>
            <a:ln w="8534">
              <a:solidFill>
                <a:srgbClr val="263238"/>
              </a:solidFill>
              <a:prstDash val="solid"/>
            </a:ln>
          </p:spPr>
        </p:sp>
        <p:sp>
          <p:nvSpPr>
            <p:cNvPr id="416" name="Compact vertical topology: source 416"/>
            <p:cNvSpPr/>
            <p:nvPr/>
          </p:nvSpPr>
          <p:spPr>
            <a:xfrm>
              <a:off x="1062380" y="2643530"/>
              <a:ext cx="85039" cy="85039"/>
            </a:xfrm>
            <a:prstGeom prst="ellipse">
              <a:avLst/>
            </a:prstGeom>
            <a:solidFill>
              <a:srgbClr val="7B8790"/>
            </a:solidFill>
            <a:ln w="8534">
              <a:solidFill>
                <a:srgbClr val="263238"/>
              </a:solidFill>
              <a:prstDash val="solid"/>
            </a:ln>
          </p:spPr>
        </p:sp>
        <p:sp>
          <p:nvSpPr>
            <p:cNvPr id="417" name="Compact vertical topology: source 417"/>
            <p:cNvSpPr/>
            <p:nvPr/>
          </p:nvSpPr>
          <p:spPr>
            <a:xfrm>
              <a:off x="1039590" y="2754090"/>
              <a:ext cx="130620" cy="130620"/>
            </a:xfrm>
            <a:prstGeom prst="diamond">
              <a:avLst/>
            </a:prstGeom>
            <a:solidFill>
              <a:srgbClr val="7B8790"/>
            </a:solidFill>
            <a:ln w="12090">
              <a:solidFill>
                <a:srgbClr val="263238"/>
              </a:solidFill>
              <a:prstDash val="solid"/>
            </a:ln>
          </p:spPr>
        </p:sp>
        <p:sp>
          <p:nvSpPr>
            <p:cNvPr id="418" name="Compact vertical topology: source 418"/>
            <p:cNvSpPr/>
            <p:nvPr/>
          </p:nvSpPr>
          <p:spPr>
            <a:xfrm>
              <a:off x="875294" y="2910230"/>
              <a:ext cx="85039" cy="85039"/>
            </a:xfrm>
            <a:prstGeom prst="ellipse">
              <a:avLst/>
            </a:prstGeom>
            <a:solidFill>
              <a:srgbClr val="B7BEC5"/>
            </a:solidFill>
            <a:ln w="8534">
              <a:solidFill>
                <a:srgbClr val="263238"/>
              </a:solidFill>
              <a:prstDash val="solid"/>
            </a:ln>
          </p:spPr>
        </p:sp>
        <p:sp>
          <p:nvSpPr>
            <p:cNvPr id="419" name="Compact vertical topology: source 419"/>
            <p:cNvSpPr/>
            <p:nvPr/>
          </p:nvSpPr>
          <p:spPr>
            <a:xfrm>
              <a:off x="736488" y="3043580"/>
              <a:ext cx="85039" cy="85039"/>
            </a:xfrm>
            <a:prstGeom prst="ellipse">
              <a:avLst/>
            </a:prstGeom>
            <a:solidFill>
              <a:srgbClr val="B7BEC5"/>
            </a:solidFill>
            <a:ln w="8534">
              <a:solidFill>
                <a:srgbClr val="263238"/>
              </a:solidFill>
              <a:prstDash val="solid"/>
            </a:ln>
          </p:spPr>
        </p:sp>
        <p:sp>
          <p:nvSpPr>
            <p:cNvPr id="420" name="Compact vertical topology: source 420"/>
            <p:cNvSpPr/>
            <p:nvPr/>
          </p:nvSpPr>
          <p:spPr>
            <a:xfrm>
              <a:off x="623172" y="3154140"/>
              <a:ext cx="130620" cy="130620"/>
            </a:xfrm>
            <a:prstGeom prst="diamond">
              <a:avLst/>
            </a:prstGeom>
            <a:solidFill>
              <a:srgbClr val="B7BEC5"/>
            </a:solidFill>
            <a:ln w="12090">
              <a:solidFill>
                <a:srgbClr val="263238"/>
              </a:solidFill>
              <a:prstDash val="solid"/>
            </a:ln>
          </p:spPr>
        </p:sp>
        <p:sp>
          <p:nvSpPr>
            <p:cNvPr id="421" name="Compact vertical topology: source 421"/>
            <p:cNvSpPr/>
            <p:nvPr/>
          </p:nvSpPr>
          <p:spPr>
            <a:xfrm>
              <a:off x="519227" y="3310280"/>
              <a:ext cx="85039" cy="85039"/>
            </a:xfrm>
            <a:prstGeom prst="ellipse">
              <a:avLst/>
            </a:prstGeom>
            <a:solidFill>
              <a:srgbClr val="0072B2"/>
            </a:solidFill>
            <a:ln w="8534">
              <a:solidFill>
                <a:srgbClr val="263238"/>
              </a:solidFill>
              <a:prstDash val="solid"/>
            </a:ln>
          </p:spPr>
        </p:sp>
        <p:sp>
          <p:nvSpPr>
            <p:cNvPr id="422" name="Compact vertical topology: source 422"/>
            <p:cNvSpPr/>
            <p:nvPr/>
          </p:nvSpPr>
          <p:spPr>
            <a:xfrm>
              <a:off x="458876" y="3443630"/>
              <a:ext cx="85039" cy="85039"/>
            </a:xfrm>
            <a:prstGeom prst="ellipse">
              <a:avLst/>
            </a:prstGeom>
            <a:solidFill>
              <a:srgbClr val="0072B2"/>
            </a:solidFill>
            <a:ln w="8534">
              <a:solidFill>
                <a:srgbClr val="263238"/>
              </a:solidFill>
              <a:prstDash val="solid"/>
            </a:ln>
          </p:spPr>
        </p:sp>
        <p:sp>
          <p:nvSpPr>
            <p:cNvPr id="423" name="Compact vertical topology: source 423"/>
            <p:cNvSpPr/>
            <p:nvPr/>
          </p:nvSpPr>
          <p:spPr>
            <a:xfrm>
              <a:off x="399876" y="3554190"/>
              <a:ext cx="130620" cy="130620"/>
            </a:xfrm>
            <a:prstGeom prst="diamond">
              <a:avLst/>
            </a:prstGeom>
            <a:solidFill>
              <a:srgbClr val="0072B2"/>
            </a:solidFill>
            <a:ln w="12090">
              <a:solidFill>
                <a:srgbClr val="263238"/>
              </a:solidFill>
              <a:prstDash val="solid"/>
            </a:ln>
          </p:spPr>
        </p:sp>
        <p:sp>
          <p:nvSpPr>
            <p:cNvPr id="424" name="Compact vertical topology: source 424"/>
            <p:cNvSpPr/>
            <p:nvPr/>
          </p:nvSpPr>
          <p:spPr>
            <a:xfrm>
              <a:off x="851154" y="3310280"/>
              <a:ext cx="85039" cy="85039"/>
            </a:xfrm>
            <a:prstGeom prst="ellipse">
              <a:avLst/>
            </a:prstGeom>
            <a:solidFill>
              <a:srgbClr val="D55E00"/>
            </a:solidFill>
            <a:ln w="8534">
              <a:solidFill>
                <a:srgbClr val="263238"/>
              </a:solidFill>
              <a:prstDash val="solid"/>
            </a:ln>
          </p:spPr>
        </p:sp>
        <p:sp>
          <p:nvSpPr>
            <p:cNvPr id="425" name="Compact vertical topology: source 425"/>
            <p:cNvSpPr/>
            <p:nvPr/>
          </p:nvSpPr>
          <p:spPr>
            <a:xfrm>
              <a:off x="899434" y="3440211"/>
              <a:ext cx="85039" cy="85039"/>
            </a:xfrm>
            <a:prstGeom prst="ellipse">
              <a:avLst/>
            </a:prstGeom>
            <a:solidFill>
              <a:srgbClr val="D55E00"/>
            </a:solidFill>
            <a:ln w="8534">
              <a:solidFill>
                <a:srgbClr val="263238"/>
              </a:solidFill>
              <a:prstDash val="solid"/>
            </a:ln>
          </p:spPr>
        </p:sp>
        <p:sp>
          <p:nvSpPr>
            <p:cNvPr id="426" name="Compact vertical topology: source 426"/>
            <p:cNvSpPr/>
            <p:nvPr/>
          </p:nvSpPr>
          <p:spPr>
            <a:xfrm>
              <a:off x="924924" y="3554190"/>
              <a:ext cx="130620" cy="130620"/>
            </a:xfrm>
            <a:prstGeom prst="diamond">
              <a:avLst/>
            </a:prstGeom>
            <a:solidFill>
              <a:srgbClr val="D55E00"/>
            </a:solidFill>
            <a:ln w="12090">
              <a:solidFill>
                <a:srgbClr val="263238"/>
              </a:solidFill>
              <a:prstDash val="solid"/>
            </a:ln>
          </p:spPr>
        </p:sp>
        <p:sp>
          <p:nvSpPr>
            <p:cNvPr id="427" name="Compact vertical topology: source 427"/>
            <p:cNvSpPr/>
            <p:nvPr/>
          </p:nvSpPr>
          <p:spPr>
            <a:xfrm>
              <a:off x="1303782" y="2931286"/>
              <a:ext cx="85039" cy="85039"/>
            </a:xfrm>
            <a:prstGeom prst="ellipse">
              <a:avLst/>
            </a:prstGeom>
            <a:solidFill>
              <a:srgbClr val="009E73"/>
            </a:solidFill>
            <a:ln w="8534">
              <a:solidFill>
                <a:srgbClr val="263238"/>
              </a:solidFill>
              <a:prstDash val="solid"/>
            </a:ln>
          </p:spPr>
        </p:sp>
        <p:sp>
          <p:nvSpPr>
            <p:cNvPr id="428" name="Compact vertical topology: source 428"/>
            <p:cNvSpPr/>
            <p:nvPr/>
          </p:nvSpPr>
          <p:spPr>
            <a:xfrm>
              <a:off x="1472763" y="3080794"/>
              <a:ext cx="85039" cy="85039"/>
            </a:xfrm>
            <a:prstGeom prst="ellipse">
              <a:avLst/>
            </a:prstGeom>
            <a:solidFill>
              <a:srgbClr val="009E73"/>
            </a:solidFill>
            <a:ln w="8534">
              <a:solidFill>
                <a:srgbClr val="263238"/>
              </a:solidFill>
              <a:prstDash val="solid"/>
            </a:ln>
          </p:spPr>
        </p:sp>
        <p:sp>
          <p:nvSpPr>
            <p:cNvPr id="429" name="Compact vertical topology: source 429"/>
            <p:cNvSpPr/>
            <p:nvPr/>
          </p:nvSpPr>
          <p:spPr>
            <a:xfrm>
              <a:off x="1545223" y="3210404"/>
              <a:ext cx="130620" cy="130620"/>
            </a:xfrm>
            <a:prstGeom prst="diamond">
              <a:avLst/>
            </a:prstGeom>
            <a:solidFill>
              <a:srgbClr val="009E73"/>
            </a:solidFill>
            <a:ln w="12090">
              <a:solidFill>
                <a:srgbClr val="263238"/>
              </a:solidFill>
              <a:prstDash val="solid"/>
            </a:ln>
          </p:spPr>
        </p:sp>
        <p:sp>
          <p:nvSpPr>
            <p:cNvPr id="430" name="Shape 428"/>
            <p:cNvSpPr/>
            <p:nvPr/>
          </p:nvSpPr>
          <p:spPr>
            <a:xfrm>
              <a:off x="238125" y="3762375"/>
              <a:ext cx="85725" cy="85725"/>
            </a:xfrm>
            <a:prstGeom prst="diamond">
              <a:avLst/>
            </a:prstGeom>
            <a:solidFill>
              <a:srgbClr val="7B8790"/>
            </a:solidFill>
            <a:ln w="19202">
              <a:solidFill>
                <a:srgbClr val="263238"/>
              </a:solidFill>
              <a:prstDash val="solid"/>
            </a:ln>
          </p:spPr>
        </p:sp>
        <p:sp>
          <p:nvSpPr>
            <p:cNvPr id="431" name="Text 429"/>
            <p:cNvSpPr/>
            <p:nvPr/>
          </p:nvSpPr>
          <p:spPr>
            <a:xfrm>
              <a:off x="371475" y="3714750"/>
              <a:ext cx="619125" cy="190500"/>
            </a:xfrm>
            <a:prstGeom prst="rect">
              <a:avLst/>
            </a:prstGeom>
            <a:noFill/>
          </p:spPr>
          <p:txBody>
            <a:bodyPr wrap="square" lIns="0" tIns="0" rIns="0" bIns="0" rtlCol="0" anchor="ctr">
              <a:normAutofit/>
            </a:bodyPr>
            <a:lstStyle/>
            <a:p>
              <a:pPr marL="0" indent="0" algn="l">
                <a:buNone/>
              </a:pPr>
              <a:r>
                <a:rPr lang="en-US" sz="1365" dirty="0">
                  <a:solidFill>
                    <a:srgbClr val="000000"/>
                  </a:solidFill>
                  <a:latin typeface="Arial" panose="020B0604020202090204" pitchFamily="34" charset="0"/>
                  <a:ea typeface="Arial" panose="020B0604020202090204" pitchFamily="34" charset="-122"/>
                  <a:cs typeface="Arial" panose="020B0604020202090204" pitchFamily="34" charset="-120"/>
                </a:rPr>
                <a:t>Critical</a:t>
              </a:r>
              <a:endParaRPr lang="en-US" sz="1365" dirty="0"/>
            </a:p>
          </p:txBody>
        </p:sp>
        <p:sp>
          <p:nvSpPr>
            <p:cNvPr id="432" name="Shape 430"/>
            <p:cNvSpPr/>
            <p:nvPr/>
          </p:nvSpPr>
          <p:spPr>
            <a:xfrm>
              <a:off x="1143000" y="3762375"/>
              <a:ext cx="85725" cy="85725"/>
            </a:xfrm>
            <a:prstGeom prst="ellipse">
              <a:avLst/>
            </a:prstGeom>
            <a:solidFill>
              <a:srgbClr val="B7BEC5"/>
            </a:solidFill>
            <a:ln w="17780">
              <a:solidFill>
                <a:srgbClr val="263238"/>
              </a:solidFill>
              <a:prstDash val="solid"/>
            </a:ln>
          </p:spPr>
        </p:sp>
        <p:sp>
          <p:nvSpPr>
            <p:cNvPr id="433" name="Text 431"/>
            <p:cNvSpPr/>
            <p:nvPr/>
          </p:nvSpPr>
          <p:spPr>
            <a:xfrm>
              <a:off x="1285875" y="3714750"/>
              <a:ext cx="628650" cy="190500"/>
            </a:xfrm>
            <a:prstGeom prst="rect">
              <a:avLst/>
            </a:prstGeom>
            <a:noFill/>
          </p:spPr>
          <p:txBody>
            <a:bodyPr wrap="square" lIns="0" tIns="0" rIns="0" bIns="0" rtlCol="0" anchor="ctr">
              <a:normAutofit/>
            </a:bodyPr>
            <a:lstStyle/>
            <a:p>
              <a:pPr marL="0" indent="0" algn="l">
                <a:buNone/>
              </a:pPr>
              <a:r>
                <a:rPr lang="en-US" sz="1365" dirty="0">
                  <a:solidFill>
                    <a:srgbClr val="000000"/>
                  </a:solidFill>
                  <a:latin typeface="Arial" panose="020B0604020202090204" pitchFamily="34" charset="0"/>
                  <a:ea typeface="Arial" panose="020B0604020202090204" pitchFamily="34" charset="-122"/>
                  <a:cs typeface="Arial" panose="020B0604020202090204" pitchFamily="34" charset="-120"/>
                </a:rPr>
                <a:t>Regular</a:t>
              </a:r>
              <a:endParaRPr lang="en-US" sz="1365" dirty="0"/>
            </a:p>
          </p:txBody>
        </p:sp>
        <p:sp>
          <p:nvSpPr>
            <p:cNvPr id="446" name="TMTM linearization: source 446"/>
            <p:cNvSpPr/>
            <p:nvPr/>
          </p:nvSpPr>
          <p:spPr>
            <a:xfrm>
              <a:off x="2714701" y="1057275"/>
              <a:ext cx="2592324" cy="823"/>
            </a:xfrm>
            <a:prstGeom prst="line">
              <a:avLst/>
            </a:prstGeom>
            <a:solidFill>
              <a:srgbClr val="FFFFFF">
                <a:alpha val="0"/>
              </a:srgbClr>
            </a:solidFill>
            <a:ln w="12162">
              <a:solidFill>
                <a:srgbClr val="7B8790"/>
              </a:solidFill>
              <a:prstDash val="solid"/>
            </a:ln>
          </p:spPr>
        </p:sp>
        <p:sp>
          <p:nvSpPr>
            <p:cNvPr id="447" name="TMTM linearization: source 447"/>
            <p:cNvSpPr/>
            <p:nvPr/>
          </p:nvSpPr>
          <p:spPr>
            <a:xfrm>
              <a:off x="2727241" y="988805"/>
              <a:ext cx="136940" cy="136940"/>
            </a:xfrm>
            <a:prstGeom prst="diamond">
              <a:avLst/>
            </a:prstGeom>
            <a:solidFill>
              <a:srgbClr val="7B8790"/>
            </a:solidFill>
            <a:ln w="13602">
              <a:solidFill>
                <a:srgbClr val="263238"/>
              </a:solidFill>
              <a:prstDash val="solid"/>
            </a:ln>
          </p:spPr>
        </p:sp>
        <p:sp>
          <p:nvSpPr>
            <p:cNvPr id="448" name="TMTM linearization: source 448"/>
            <p:cNvSpPr/>
            <p:nvPr/>
          </p:nvSpPr>
          <p:spPr>
            <a:xfrm>
              <a:off x="2904239" y="1003783"/>
              <a:ext cx="106985" cy="106985"/>
            </a:xfrm>
            <a:prstGeom prst="ellipse">
              <a:avLst/>
            </a:prstGeom>
            <a:solidFill>
              <a:srgbClr val="7B8790"/>
            </a:solidFill>
            <a:ln w="9601">
              <a:solidFill>
                <a:srgbClr val="263238"/>
              </a:solidFill>
              <a:prstDash val="solid"/>
            </a:ln>
          </p:spPr>
        </p:sp>
        <p:sp>
          <p:nvSpPr>
            <p:cNvPr id="449" name="TMTM linearization: source 449"/>
            <p:cNvSpPr/>
            <p:nvPr/>
          </p:nvSpPr>
          <p:spPr>
            <a:xfrm>
              <a:off x="3066259" y="1003783"/>
              <a:ext cx="106985" cy="106985"/>
            </a:xfrm>
            <a:prstGeom prst="ellipse">
              <a:avLst/>
            </a:prstGeom>
            <a:solidFill>
              <a:srgbClr val="B7BEC5"/>
            </a:solidFill>
            <a:ln w="9601">
              <a:solidFill>
                <a:srgbClr val="263238"/>
              </a:solidFill>
              <a:prstDash val="solid"/>
            </a:ln>
          </p:spPr>
        </p:sp>
        <p:sp>
          <p:nvSpPr>
            <p:cNvPr id="450" name="TMTM linearization: source 450"/>
            <p:cNvSpPr/>
            <p:nvPr/>
          </p:nvSpPr>
          <p:spPr>
            <a:xfrm>
              <a:off x="3228280" y="1003783"/>
              <a:ext cx="106985" cy="106985"/>
            </a:xfrm>
            <a:prstGeom prst="ellipse">
              <a:avLst/>
            </a:prstGeom>
            <a:solidFill>
              <a:srgbClr val="0072B2"/>
            </a:solidFill>
            <a:ln w="9601">
              <a:solidFill>
                <a:srgbClr val="263238"/>
              </a:solidFill>
              <a:prstDash val="solid"/>
            </a:ln>
          </p:spPr>
        </p:sp>
        <p:sp>
          <p:nvSpPr>
            <p:cNvPr id="451" name="TMTM linearization: source 451"/>
            <p:cNvSpPr/>
            <p:nvPr/>
          </p:nvSpPr>
          <p:spPr>
            <a:xfrm>
              <a:off x="3375322" y="988805"/>
              <a:ext cx="136940" cy="136940"/>
            </a:xfrm>
            <a:prstGeom prst="diamond">
              <a:avLst/>
            </a:prstGeom>
            <a:solidFill>
              <a:srgbClr val="0072B2"/>
            </a:solidFill>
            <a:ln w="13602">
              <a:solidFill>
                <a:srgbClr val="263238"/>
              </a:solidFill>
              <a:prstDash val="solid"/>
            </a:ln>
          </p:spPr>
        </p:sp>
        <p:sp>
          <p:nvSpPr>
            <p:cNvPr id="452" name="TMTM linearization: source 452"/>
            <p:cNvSpPr/>
            <p:nvPr/>
          </p:nvSpPr>
          <p:spPr>
            <a:xfrm>
              <a:off x="3552320" y="1003783"/>
              <a:ext cx="106985" cy="106985"/>
            </a:xfrm>
            <a:prstGeom prst="ellipse">
              <a:avLst/>
            </a:prstGeom>
            <a:solidFill>
              <a:srgbClr val="0072B2"/>
            </a:solidFill>
            <a:ln w="9601">
              <a:solidFill>
                <a:srgbClr val="263238"/>
              </a:solidFill>
              <a:prstDash val="solid"/>
            </a:ln>
          </p:spPr>
        </p:sp>
        <p:sp>
          <p:nvSpPr>
            <p:cNvPr id="453" name="TMTM linearization: source 453"/>
            <p:cNvSpPr/>
            <p:nvPr/>
          </p:nvSpPr>
          <p:spPr>
            <a:xfrm>
              <a:off x="3699362" y="988805"/>
              <a:ext cx="136940" cy="136940"/>
            </a:xfrm>
            <a:prstGeom prst="diamond">
              <a:avLst/>
            </a:prstGeom>
            <a:solidFill>
              <a:srgbClr val="B7BEC5"/>
            </a:solidFill>
            <a:ln w="13602">
              <a:solidFill>
                <a:srgbClr val="263238"/>
              </a:solidFill>
              <a:prstDash val="solid"/>
            </a:ln>
          </p:spPr>
        </p:sp>
        <p:sp>
          <p:nvSpPr>
            <p:cNvPr id="454" name="TMTM linearization: source 454"/>
            <p:cNvSpPr/>
            <p:nvPr/>
          </p:nvSpPr>
          <p:spPr>
            <a:xfrm>
              <a:off x="3876361" y="1003783"/>
              <a:ext cx="106985" cy="106985"/>
            </a:xfrm>
            <a:prstGeom prst="ellipse">
              <a:avLst/>
            </a:prstGeom>
            <a:solidFill>
              <a:srgbClr val="D55E00"/>
            </a:solidFill>
            <a:ln w="9601">
              <a:solidFill>
                <a:srgbClr val="263238"/>
              </a:solidFill>
              <a:prstDash val="solid"/>
            </a:ln>
          </p:spPr>
        </p:sp>
        <p:sp>
          <p:nvSpPr>
            <p:cNvPr id="455" name="TMTM linearization: source 455"/>
            <p:cNvSpPr/>
            <p:nvPr/>
          </p:nvSpPr>
          <p:spPr>
            <a:xfrm>
              <a:off x="4023403" y="988805"/>
              <a:ext cx="136940" cy="136940"/>
            </a:xfrm>
            <a:prstGeom prst="diamond">
              <a:avLst/>
            </a:prstGeom>
            <a:solidFill>
              <a:srgbClr val="D55E00"/>
            </a:solidFill>
            <a:ln w="13602">
              <a:solidFill>
                <a:srgbClr val="263238"/>
              </a:solidFill>
              <a:prstDash val="solid"/>
            </a:ln>
          </p:spPr>
        </p:sp>
        <p:sp>
          <p:nvSpPr>
            <p:cNvPr id="456" name="TMTM linearization: source 456"/>
            <p:cNvSpPr/>
            <p:nvPr/>
          </p:nvSpPr>
          <p:spPr>
            <a:xfrm>
              <a:off x="4200401" y="1003783"/>
              <a:ext cx="106985" cy="106985"/>
            </a:xfrm>
            <a:prstGeom prst="ellipse">
              <a:avLst/>
            </a:prstGeom>
            <a:solidFill>
              <a:srgbClr val="D55E00"/>
            </a:solidFill>
            <a:ln w="9601">
              <a:solidFill>
                <a:srgbClr val="263238"/>
              </a:solidFill>
              <a:prstDash val="solid"/>
            </a:ln>
          </p:spPr>
        </p:sp>
        <p:sp>
          <p:nvSpPr>
            <p:cNvPr id="457" name="TMTM linearization: source 457"/>
            <p:cNvSpPr/>
            <p:nvPr/>
          </p:nvSpPr>
          <p:spPr>
            <a:xfrm>
              <a:off x="4362421" y="1003783"/>
              <a:ext cx="106985" cy="106985"/>
            </a:xfrm>
            <a:prstGeom prst="ellipse">
              <a:avLst/>
            </a:prstGeom>
            <a:solidFill>
              <a:srgbClr val="B7BEC5"/>
            </a:solidFill>
            <a:ln w="9601">
              <a:solidFill>
                <a:srgbClr val="263238"/>
              </a:solidFill>
              <a:prstDash val="solid"/>
            </a:ln>
          </p:spPr>
        </p:sp>
        <p:sp>
          <p:nvSpPr>
            <p:cNvPr id="458" name="TMTM linearization: source 458"/>
            <p:cNvSpPr/>
            <p:nvPr/>
          </p:nvSpPr>
          <p:spPr>
            <a:xfrm>
              <a:off x="4509464" y="988805"/>
              <a:ext cx="136940" cy="136940"/>
            </a:xfrm>
            <a:prstGeom prst="diamond">
              <a:avLst/>
            </a:prstGeom>
            <a:solidFill>
              <a:srgbClr val="7B8790"/>
            </a:solidFill>
            <a:ln w="13602">
              <a:solidFill>
                <a:srgbClr val="263238"/>
              </a:solidFill>
              <a:prstDash val="solid"/>
            </a:ln>
          </p:spPr>
        </p:sp>
        <p:sp>
          <p:nvSpPr>
            <p:cNvPr id="459" name="TMTM linearization: source 459"/>
            <p:cNvSpPr/>
            <p:nvPr/>
          </p:nvSpPr>
          <p:spPr>
            <a:xfrm>
              <a:off x="4686462" y="1003783"/>
              <a:ext cx="106985" cy="106985"/>
            </a:xfrm>
            <a:prstGeom prst="ellipse">
              <a:avLst/>
            </a:prstGeom>
            <a:solidFill>
              <a:srgbClr val="009E73"/>
            </a:solidFill>
            <a:ln w="9601">
              <a:solidFill>
                <a:srgbClr val="263238"/>
              </a:solidFill>
              <a:prstDash val="solid"/>
            </a:ln>
          </p:spPr>
        </p:sp>
        <p:sp>
          <p:nvSpPr>
            <p:cNvPr id="460" name="TMTM linearization: source 460"/>
            <p:cNvSpPr/>
            <p:nvPr/>
          </p:nvSpPr>
          <p:spPr>
            <a:xfrm>
              <a:off x="4833505" y="988805"/>
              <a:ext cx="136940" cy="136940"/>
            </a:xfrm>
            <a:prstGeom prst="diamond">
              <a:avLst/>
            </a:prstGeom>
            <a:solidFill>
              <a:srgbClr val="009E73"/>
            </a:solidFill>
            <a:ln w="13602">
              <a:solidFill>
                <a:srgbClr val="263238"/>
              </a:solidFill>
              <a:prstDash val="solid"/>
            </a:ln>
          </p:spPr>
        </p:sp>
        <p:sp>
          <p:nvSpPr>
            <p:cNvPr id="461" name="TMTM linearization: source 461"/>
            <p:cNvSpPr/>
            <p:nvPr/>
          </p:nvSpPr>
          <p:spPr>
            <a:xfrm>
              <a:off x="5010502" y="1003783"/>
              <a:ext cx="106985" cy="106985"/>
            </a:xfrm>
            <a:prstGeom prst="ellipse">
              <a:avLst/>
            </a:prstGeom>
            <a:solidFill>
              <a:srgbClr val="009E73"/>
            </a:solidFill>
            <a:ln w="9601">
              <a:solidFill>
                <a:srgbClr val="263238"/>
              </a:solidFill>
              <a:prstDash val="solid"/>
            </a:ln>
          </p:spPr>
        </p:sp>
        <p:sp>
          <p:nvSpPr>
            <p:cNvPr id="462" name="TMTM linearization: source 462"/>
            <p:cNvSpPr/>
            <p:nvPr/>
          </p:nvSpPr>
          <p:spPr>
            <a:xfrm>
              <a:off x="5172523" y="1003783"/>
              <a:ext cx="106985" cy="106985"/>
            </a:xfrm>
            <a:prstGeom prst="ellipse">
              <a:avLst/>
            </a:prstGeom>
            <a:solidFill>
              <a:srgbClr val="7B8790"/>
            </a:solidFill>
            <a:ln w="9601">
              <a:solidFill>
                <a:srgbClr val="263238"/>
              </a:solidFill>
              <a:prstDash val="solid"/>
            </a:ln>
          </p:spPr>
        </p:sp>
        <p:sp>
          <p:nvSpPr>
            <p:cNvPr id="463" name="TMTM linearization: source 463"/>
            <p:cNvSpPr/>
            <p:nvPr/>
          </p:nvSpPr>
          <p:spPr>
            <a:xfrm>
              <a:off x="2714701" y="1263015"/>
              <a:ext cx="165312" cy="172822"/>
            </a:xfrm>
            <a:prstGeom prst="rect">
              <a:avLst/>
            </a:prstGeom>
            <a:solidFill>
              <a:srgbClr val="7B8790"/>
            </a:solidFill>
            <a:ln w="5281">
              <a:solidFill>
                <a:srgbClr val="FFFFFF"/>
              </a:solidFill>
              <a:prstDash val="solid"/>
            </a:ln>
          </p:spPr>
        </p:sp>
        <p:sp>
          <p:nvSpPr>
            <p:cNvPr id="464" name="TMTM linearization: source 464"/>
            <p:cNvSpPr/>
            <p:nvPr/>
          </p:nvSpPr>
          <p:spPr>
            <a:xfrm>
              <a:off x="2876722" y="1263015"/>
              <a:ext cx="165312" cy="172822"/>
            </a:xfrm>
            <a:prstGeom prst="rect">
              <a:avLst/>
            </a:prstGeom>
            <a:solidFill>
              <a:srgbClr val="7B8790"/>
            </a:solidFill>
            <a:ln w="5281">
              <a:solidFill>
                <a:srgbClr val="FFFFFF"/>
              </a:solidFill>
              <a:prstDash val="solid"/>
            </a:ln>
          </p:spPr>
        </p:sp>
        <p:sp>
          <p:nvSpPr>
            <p:cNvPr id="465" name="TMTM linearization: source 465"/>
            <p:cNvSpPr/>
            <p:nvPr/>
          </p:nvSpPr>
          <p:spPr>
            <a:xfrm>
              <a:off x="3038742" y="1263015"/>
              <a:ext cx="165312" cy="172822"/>
            </a:xfrm>
            <a:prstGeom prst="rect">
              <a:avLst/>
            </a:prstGeom>
            <a:solidFill>
              <a:srgbClr val="B7BEC5"/>
            </a:solidFill>
            <a:ln w="5281">
              <a:solidFill>
                <a:srgbClr val="FFFFFF"/>
              </a:solidFill>
              <a:prstDash val="solid"/>
            </a:ln>
          </p:spPr>
        </p:sp>
        <p:sp>
          <p:nvSpPr>
            <p:cNvPr id="466" name="TMTM linearization: source 466"/>
            <p:cNvSpPr/>
            <p:nvPr/>
          </p:nvSpPr>
          <p:spPr>
            <a:xfrm>
              <a:off x="3200762" y="1263015"/>
              <a:ext cx="165312" cy="172822"/>
            </a:xfrm>
            <a:prstGeom prst="rect">
              <a:avLst/>
            </a:prstGeom>
            <a:solidFill>
              <a:srgbClr val="0072B2"/>
            </a:solidFill>
            <a:ln w="5281">
              <a:solidFill>
                <a:srgbClr val="FFFFFF"/>
              </a:solidFill>
              <a:prstDash val="solid"/>
            </a:ln>
          </p:spPr>
        </p:sp>
        <p:sp>
          <p:nvSpPr>
            <p:cNvPr id="467" name="TMTM linearization: source 467"/>
            <p:cNvSpPr/>
            <p:nvPr/>
          </p:nvSpPr>
          <p:spPr>
            <a:xfrm>
              <a:off x="3362782" y="1263015"/>
              <a:ext cx="165312" cy="172822"/>
            </a:xfrm>
            <a:prstGeom prst="rect">
              <a:avLst/>
            </a:prstGeom>
            <a:solidFill>
              <a:srgbClr val="0072B2"/>
            </a:solidFill>
            <a:ln w="5281">
              <a:solidFill>
                <a:srgbClr val="FFFFFF"/>
              </a:solidFill>
              <a:prstDash val="solid"/>
            </a:ln>
          </p:spPr>
        </p:sp>
        <p:sp>
          <p:nvSpPr>
            <p:cNvPr id="468" name="TMTM linearization: source 468"/>
            <p:cNvSpPr/>
            <p:nvPr/>
          </p:nvSpPr>
          <p:spPr>
            <a:xfrm>
              <a:off x="3524803" y="1263015"/>
              <a:ext cx="165312" cy="172822"/>
            </a:xfrm>
            <a:prstGeom prst="rect">
              <a:avLst/>
            </a:prstGeom>
            <a:solidFill>
              <a:srgbClr val="0072B2"/>
            </a:solidFill>
            <a:ln w="5281">
              <a:solidFill>
                <a:srgbClr val="FFFFFF"/>
              </a:solidFill>
              <a:prstDash val="solid"/>
            </a:ln>
          </p:spPr>
        </p:sp>
        <p:sp>
          <p:nvSpPr>
            <p:cNvPr id="469" name="TMTM linearization: source 469"/>
            <p:cNvSpPr/>
            <p:nvPr/>
          </p:nvSpPr>
          <p:spPr>
            <a:xfrm>
              <a:off x="3686823" y="1263015"/>
              <a:ext cx="165312" cy="172822"/>
            </a:xfrm>
            <a:prstGeom prst="rect">
              <a:avLst/>
            </a:prstGeom>
            <a:solidFill>
              <a:srgbClr val="B7BEC5"/>
            </a:solidFill>
            <a:ln w="5281">
              <a:solidFill>
                <a:srgbClr val="FFFFFF"/>
              </a:solidFill>
              <a:prstDash val="solid"/>
            </a:ln>
          </p:spPr>
        </p:sp>
        <p:sp>
          <p:nvSpPr>
            <p:cNvPr id="470" name="TMTM linearization: source 470"/>
            <p:cNvSpPr/>
            <p:nvPr/>
          </p:nvSpPr>
          <p:spPr>
            <a:xfrm>
              <a:off x="3848843" y="1263015"/>
              <a:ext cx="165312" cy="172822"/>
            </a:xfrm>
            <a:prstGeom prst="rect">
              <a:avLst/>
            </a:prstGeom>
            <a:solidFill>
              <a:srgbClr val="D55E00"/>
            </a:solidFill>
            <a:ln w="5281">
              <a:solidFill>
                <a:srgbClr val="FFFFFF"/>
              </a:solidFill>
              <a:prstDash val="solid"/>
            </a:ln>
          </p:spPr>
        </p:sp>
        <p:sp>
          <p:nvSpPr>
            <p:cNvPr id="471" name="TMTM linearization: source 471"/>
            <p:cNvSpPr/>
            <p:nvPr/>
          </p:nvSpPr>
          <p:spPr>
            <a:xfrm>
              <a:off x="4010863" y="1263015"/>
              <a:ext cx="165312" cy="172822"/>
            </a:xfrm>
            <a:prstGeom prst="rect">
              <a:avLst/>
            </a:prstGeom>
            <a:solidFill>
              <a:srgbClr val="D55E00"/>
            </a:solidFill>
            <a:ln w="5281">
              <a:solidFill>
                <a:srgbClr val="FFFFFF"/>
              </a:solidFill>
              <a:prstDash val="solid"/>
            </a:ln>
          </p:spPr>
        </p:sp>
        <p:sp>
          <p:nvSpPr>
            <p:cNvPr id="472" name="TMTM linearization: source 472"/>
            <p:cNvSpPr/>
            <p:nvPr/>
          </p:nvSpPr>
          <p:spPr>
            <a:xfrm>
              <a:off x="4172884" y="1263015"/>
              <a:ext cx="165312" cy="172822"/>
            </a:xfrm>
            <a:prstGeom prst="rect">
              <a:avLst/>
            </a:prstGeom>
            <a:solidFill>
              <a:srgbClr val="D55E00"/>
            </a:solidFill>
            <a:ln w="5281">
              <a:solidFill>
                <a:srgbClr val="FFFFFF"/>
              </a:solidFill>
              <a:prstDash val="solid"/>
            </a:ln>
          </p:spPr>
        </p:sp>
        <p:sp>
          <p:nvSpPr>
            <p:cNvPr id="473" name="TMTM linearization: source 473"/>
            <p:cNvSpPr/>
            <p:nvPr/>
          </p:nvSpPr>
          <p:spPr>
            <a:xfrm>
              <a:off x="4334904" y="1263015"/>
              <a:ext cx="165312" cy="172822"/>
            </a:xfrm>
            <a:prstGeom prst="rect">
              <a:avLst/>
            </a:prstGeom>
            <a:solidFill>
              <a:srgbClr val="B7BEC5"/>
            </a:solidFill>
            <a:ln w="5281">
              <a:solidFill>
                <a:srgbClr val="FFFFFF"/>
              </a:solidFill>
              <a:prstDash val="solid"/>
            </a:ln>
          </p:spPr>
        </p:sp>
        <p:sp>
          <p:nvSpPr>
            <p:cNvPr id="474" name="TMTM linearization: source 474"/>
            <p:cNvSpPr/>
            <p:nvPr/>
          </p:nvSpPr>
          <p:spPr>
            <a:xfrm>
              <a:off x="4496924" y="1263015"/>
              <a:ext cx="165312" cy="172822"/>
            </a:xfrm>
            <a:prstGeom prst="rect">
              <a:avLst/>
            </a:prstGeom>
            <a:solidFill>
              <a:srgbClr val="7B8790"/>
            </a:solidFill>
            <a:ln w="5281">
              <a:solidFill>
                <a:srgbClr val="FFFFFF"/>
              </a:solidFill>
              <a:prstDash val="solid"/>
            </a:ln>
          </p:spPr>
        </p:sp>
        <p:sp>
          <p:nvSpPr>
            <p:cNvPr id="475" name="TMTM linearization: source 475"/>
            <p:cNvSpPr/>
            <p:nvPr/>
          </p:nvSpPr>
          <p:spPr>
            <a:xfrm>
              <a:off x="4658944" y="1263015"/>
              <a:ext cx="165312" cy="172822"/>
            </a:xfrm>
            <a:prstGeom prst="rect">
              <a:avLst/>
            </a:prstGeom>
            <a:solidFill>
              <a:srgbClr val="009E73"/>
            </a:solidFill>
            <a:ln w="5281">
              <a:solidFill>
                <a:srgbClr val="FFFFFF"/>
              </a:solidFill>
              <a:prstDash val="solid"/>
            </a:ln>
          </p:spPr>
        </p:sp>
        <p:sp>
          <p:nvSpPr>
            <p:cNvPr id="476" name="TMTM linearization: source 476"/>
            <p:cNvSpPr/>
            <p:nvPr/>
          </p:nvSpPr>
          <p:spPr>
            <a:xfrm>
              <a:off x="4820965" y="1263015"/>
              <a:ext cx="165312" cy="172822"/>
            </a:xfrm>
            <a:prstGeom prst="rect">
              <a:avLst/>
            </a:prstGeom>
            <a:solidFill>
              <a:srgbClr val="009E73"/>
            </a:solidFill>
            <a:ln w="5281">
              <a:solidFill>
                <a:srgbClr val="FFFFFF"/>
              </a:solidFill>
              <a:prstDash val="solid"/>
            </a:ln>
          </p:spPr>
        </p:sp>
        <p:sp>
          <p:nvSpPr>
            <p:cNvPr id="477" name="TMTM linearization: source 477"/>
            <p:cNvSpPr/>
            <p:nvPr/>
          </p:nvSpPr>
          <p:spPr>
            <a:xfrm>
              <a:off x="4982985" y="1263015"/>
              <a:ext cx="165312" cy="172822"/>
            </a:xfrm>
            <a:prstGeom prst="rect">
              <a:avLst/>
            </a:prstGeom>
            <a:solidFill>
              <a:srgbClr val="009E73"/>
            </a:solidFill>
            <a:ln w="5281">
              <a:solidFill>
                <a:srgbClr val="FFFFFF"/>
              </a:solidFill>
              <a:prstDash val="solid"/>
            </a:ln>
          </p:spPr>
        </p:sp>
        <p:sp>
          <p:nvSpPr>
            <p:cNvPr id="478" name="TMTM linearization: source 478"/>
            <p:cNvSpPr/>
            <p:nvPr/>
          </p:nvSpPr>
          <p:spPr>
            <a:xfrm>
              <a:off x="5145005" y="1263015"/>
              <a:ext cx="165312" cy="172822"/>
            </a:xfrm>
            <a:prstGeom prst="rect">
              <a:avLst/>
            </a:prstGeom>
            <a:solidFill>
              <a:srgbClr val="7B8790"/>
            </a:solidFill>
            <a:ln w="5281">
              <a:solidFill>
                <a:srgbClr val="FFFFFF"/>
              </a:solidFill>
              <a:prstDash val="solid"/>
            </a:ln>
          </p:spPr>
        </p:sp>
        <p:sp>
          <p:nvSpPr>
            <p:cNvPr id="479" name="TMTM linearization: source 479"/>
            <p:cNvSpPr/>
            <p:nvPr/>
          </p:nvSpPr>
          <p:spPr>
            <a:xfrm>
              <a:off x="2714701" y="1263015"/>
              <a:ext cx="2592324" cy="172822"/>
            </a:xfrm>
            <a:prstGeom prst="rect">
              <a:avLst/>
            </a:prstGeom>
            <a:solidFill>
              <a:srgbClr val="FFFFFF">
                <a:alpha val="0"/>
              </a:srgbClr>
            </a:solidFill>
            <a:ln w="12321">
              <a:solidFill>
                <a:srgbClr val="263238"/>
              </a:solidFill>
              <a:prstDash val="solid"/>
            </a:ln>
          </p:spPr>
        </p:sp>
        <p:sp>
          <p:nvSpPr>
            <p:cNvPr id="483" name="TMTM temporal row 0: source 483"/>
            <p:cNvSpPr/>
            <p:nvPr/>
          </p:nvSpPr>
          <p:spPr>
            <a:xfrm>
              <a:off x="5884164" y="828675"/>
              <a:ext cx="2839212" cy="279806"/>
            </a:xfrm>
            <a:prstGeom prst="rect">
              <a:avLst/>
            </a:prstGeom>
            <a:solidFill>
              <a:srgbClr val="FFFFFF">
                <a:alpha val="0"/>
              </a:srgbClr>
            </a:solidFill>
            <a:ln w="12001">
              <a:solidFill>
                <a:srgbClr val="DFE4E8"/>
              </a:solidFill>
              <a:prstDash val="solid"/>
            </a:ln>
          </p:spPr>
        </p:sp>
        <p:sp>
          <p:nvSpPr>
            <p:cNvPr id="484" name="TMTM temporal row 0: source 484"/>
            <p:cNvSpPr/>
            <p:nvPr/>
          </p:nvSpPr>
          <p:spPr>
            <a:xfrm>
              <a:off x="5970575" y="976808"/>
              <a:ext cx="2674620" cy="823"/>
            </a:xfrm>
            <a:prstGeom prst="line">
              <a:avLst/>
            </a:prstGeom>
            <a:solidFill>
              <a:srgbClr val="FFFFFF">
                <a:alpha val="0"/>
              </a:srgbClr>
            </a:solidFill>
            <a:ln w="12162">
              <a:solidFill>
                <a:srgbClr val="7B8790"/>
              </a:solidFill>
              <a:prstDash val="solid"/>
            </a:ln>
          </p:spPr>
        </p:sp>
        <p:sp>
          <p:nvSpPr>
            <p:cNvPr id="485" name="TMTM temporal row 0: source 485"/>
            <p:cNvSpPr/>
            <p:nvPr/>
          </p:nvSpPr>
          <p:spPr>
            <a:xfrm>
              <a:off x="5997273" y="919925"/>
              <a:ext cx="113766" cy="113766"/>
            </a:xfrm>
            <a:prstGeom prst="diamond">
              <a:avLst/>
            </a:prstGeom>
            <a:solidFill>
              <a:srgbClr val="7B8790"/>
            </a:solidFill>
            <a:ln w="13602">
              <a:solidFill>
                <a:srgbClr val="263238"/>
              </a:solidFill>
              <a:prstDash val="solid"/>
            </a:ln>
          </p:spPr>
        </p:sp>
        <p:sp>
          <p:nvSpPr>
            <p:cNvPr id="486" name="TMTM temporal row 0: source 486"/>
            <p:cNvSpPr/>
            <p:nvPr/>
          </p:nvSpPr>
          <p:spPr>
            <a:xfrm>
              <a:off x="6176881" y="932368"/>
              <a:ext cx="88880" cy="88880"/>
            </a:xfrm>
            <a:prstGeom prst="ellipse">
              <a:avLst/>
            </a:prstGeom>
            <a:solidFill>
              <a:srgbClr val="7B8790"/>
            </a:solidFill>
            <a:ln w="9601">
              <a:solidFill>
                <a:srgbClr val="263238"/>
              </a:solidFill>
              <a:prstDash val="solid"/>
            </a:ln>
          </p:spPr>
        </p:sp>
        <p:sp>
          <p:nvSpPr>
            <p:cNvPr id="487" name="TMTM temporal row 0: source 487"/>
            <p:cNvSpPr/>
            <p:nvPr/>
          </p:nvSpPr>
          <p:spPr>
            <a:xfrm>
              <a:off x="6344044" y="932368"/>
              <a:ext cx="88880" cy="88880"/>
            </a:xfrm>
            <a:prstGeom prst="ellipse">
              <a:avLst/>
            </a:prstGeom>
            <a:solidFill>
              <a:srgbClr val="B7BEC5"/>
            </a:solidFill>
            <a:ln w="9601">
              <a:solidFill>
                <a:srgbClr val="263238"/>
              </a:solidFill>
              <a:prstDash val="solid"/>
            </a:ln>
          </p:spPr>
        </p:sp>
        <p:sp>
          <p:nvSpPr>
            <p:cNvPr id="488" name="TMTM temporal row 0: source 488"/>
            <p:cNvSpPr/>
            <p:nvPr/>
          </p:nvSpPr>
          <p:spPr>
            <a:xfrm>
              <a:off x="6511208" y="932368"/>
              <a:ext cx="88880" cy="88880"/>
            </a:xfrm>
            <a:prstGeom prst="ellipse">
              <a:avLst/>
            </a:prstGeom>
            <a:solidFill>
              <a:srgbClr val="0072B2"/>
            </a:solidFill>
            <a:ln w="9601">
              <a:solidFill>
                <a:srgbClr val="263238"/>
              </a:solidFill>
              <a:prstDash val="solid"/>
            </a:ln>
          </p:spPr>
        </p:sp>
        <p:sp>
          <p:nvSpPr>
            <p:cNvPr id="489" name="TMTM temporal row 0: source 489"/>
            <p:cNvSpPr/>
            <p:nvPr/>
          </p:nvSpPr>
          <p:spPr>
            <a:xfrm>
              <a:off x="6665928" y="919925"/>
              <a:ext cx="113766" cy="113766"/>
            </a:xfrm>
            <a:prstGeom prst="diamond">
              <a:avLst/>
            </a:prstGeom>
            <a:solidFill>
              <a:srgbClr val="0072B2"/>
            </a:solidFill>
            <a:ln w="13602">
              <a:solidFill>
                <a:srgbClr val="263238"/>
              </a:solidFill>
              <a:prstDash val="solid"/>
            </a:ln>
          </p:spPr>
        </p:sp>
        <p:sp>
          <p:nvSpPr>
            <p:cNvPr id="490" name="TMTM temporal row 0: source 490"/>
            <p:cNvSpPr/>
            <p:nvPr/>
          </p:nvSpPr>
          <p:spPr>
            <a:xfrm>
              <a:off x="6845536" y="932368"/>
              <a:ext cx="88880" cy="88880"/>
            </a:xfrm>
            <a:prstGeom prst="ellipse">
              <a:avLst/>
            </a:prstGeom>
            <a:solidFill>
              <a:srgbClr val="0072B2"/>
            </a:solidFill>
            <a:ln w="9601">
              <a:solidFill>
                <a:srgbClr val="263238"/>
              </a:solidFill>
              <a:prstDash val="solid"/>
            </a:ln>
          </p:spPr>
        </p:sp>
        <p:sp>
          <p:nvSpPr>
            <p:cNvPr id="491" name="TMTM temporal row 0: source 491"/>
            <p:cNvSpPr/>
            <p:nvPr/>
          </p:nvSpPr>
          <p:spPr>
            <a:xfrm>
              <a:off x="7000256" y="919925"/>
              <a:ext cx="113766" cy="113766"/>
            </a:xfrm>
            <a:prstGeom prst="diamond">
              <a:avLst/>
            </a:prstGeom>
            <a:solidFill>
              <a:srgbClr val="B7BEC5"/>
            </a:solidFill>
            <a:ln w="13602">
              <a:solidFill>
                <a:srgbClr val="263238"/>
              </a:solidFill>
              <a:prstDash val="solid"/>
            </a:ln>
          </p:spPr>
        </p:sp>
        <p:sp>
          <p:nvSpPr>
            <p:cNvPr id="492" name="TMTM temporal row 0: source 492"/>
            <p:cNvSpPr/>
            <p:nvPr/>
          </p:nvSpPr>
          <p:spPr>
            <a:xfrm>
              <a:off x="7179863" y="932368"/>
              <a:ext cx="88880" cy="88880"/>
            </a:xfrm>
            <a:prstGeom prst="ellipse">
              <a:avLst/>
            </a:prstGeom>
            <a:solidFill>
              <a:srgbClr val="D55E00"/>
            </a:solidFill>
            <a:ln w="9601">
              <a:solidFill>
                <a:srgbClr val="263238"/>
              </a:solidFill>
              <a:prstDash val="solid"/>
            </a:ln>
          </p:spPr>
        </p:sp>
        <p:sp>
          <p:nvSpPr>
            <p:cNvPr id="493" name="TMTM temporal row 0: source 493"/>
            <p:cNvSpPr/>
            <p:nvPr/>
          </p:nvSpPr>
          <p:spPr>
            <a:xfrm>
              <a:off x="7334583" y="919925"/>
              <a:ext cx="113766" cy="113766"/>
            </a:xfrm>
            <a:prstGeom prst="diamond">
              <a:avLst/>
            </a:prstGeom>
            <a:solidFill>
              <a:srgbClr val="D55E00"/>
            </a:solidFill>
            <a:ln w="13602">
              <a:solidFill>
                <a:srgbClr val="263238"/>
              </a:solidFill>
              <a:prstDash val="solid"/>
            </a:ln>
          </p:spPr>
        </p:sp>
        <p:sp>
          <p:nvSpPr>
            <p:cNvPr id="494" name="TMTM temporal row 0: source 494"/>
            <p:cNvSpPr/>
            <p:nvPr/>
          </p:nvSpPr>
          <p:spPr>
            <a:xfrm>
              <a:off x="7514191" y="932368"/>
              <a:ext cx="88880" cy="88880"/>
            </a:xfrm>
            <a:prstGeom prst="ellipse">
              <a:avLst/>
            </a:prstGeom>
            <a:solidFill>
              <a:srgbClr val="D55E00"/>
            </a:solidFill>
            <a:ln w="9601">
              <a:solidFill>
                <a:srgbClr val="263238"/>
              </a:solidFill>
              <a:prstDash val="solid"/>
            </a:ln>
          </p:spPr>
        </p:sp>
        <p:sp>
          <p:nvSpPr>
            <p:cNvPr id="495" name="TMTM temporal row 0: source 495"/>
            <p:cNvSpPr/>
            <p:nvPr/>
          </p:nvSpPr>
          <p:spPr>
            <a:xfrm>
              <a:off x="7681354" y="932368"/>
              <a:ext cx="88880" cy="88880"/>
            </a:xfrm>
            <a:prstGeom prst="ellipse">
              <a:avLst/>
            </a:prstGeom>
            <a:solidFill>
              <a:srgbClr val="B7BEC5"/>
            </a:solidFill>
            <a:ln w="9601">
              <a:solidFill>
                <a:srgbClr val="263238"/>
              </a:solidFill>
              <a:prstDash val="solid"/>
            </a:ln>
          </p:spPr>
        </p:sp>
        <p:sp>
          <p:nvSpPr>
            <p:cNvPr id="496" name="TMTM temporal row 0: source 496"/>
            <p:cNvSpPr/>
            <p:nvPr/>
          </p:nvSpPr>
          <p:spPr>
            <a:xfrm>
              <a:off x="7836075" y="919925"/>
              <a:ext cx="113766" cy="113766"/>
            </a:xfrm>
            <a:prstGeom prst="diamond">
              <a:avLst/>
            </a:prstGeom>
            <a:solidFill>
              <a:srgbClr val="7B8790"/>
            </a:solidFill>
            <a:ln w="13602">
              <a:solidFill>
                <a:srgbClr val="263238"/>
              </a:solidFill>
              <a:prstDash val="solid"/>
            </a:ln>
          </p:spPr>
        </p:sp>
        <p:sp>
          <p:nvSpPr>
            <p:cNvPr id="497" name="TMTM temporal row 0: source 497"/>
            <p:cNvSpPr/>
            <p:nvPr/>
          </p:nvSpPr>
          <p:spPr>
            <a:xfrm>
              <a:off x="8015682" y="932368"/>
              <a:ext cx="88880" cy="88880"/>
            </a:xfrm>
            <a:prstGeom prst="ellipse">
              <a:avLst/>
            </a:prstGeom>
            <a:solidFill>
              <a:srgbClr val="009E73"/>
            </a:solidFill>
            <a:ln w="9601">
              <a:solidFill>
                <a:srgbClr val="263238"/>
              </a:solidFill>
              <a:prstDash val="solid"/>
            </a:ln>
          </p:spPr>
        </p:sp>
        <p:sp>
          <p:nvSpPr>
            <p:cNvPr id="498" name="TMTM temporal row 0: source 498"/>
            <p:cNvSpPr/>
            <p:nvPr/>
          </p:nvSpPr>
          <p:spPr>
            <a:xfrm>
              <a:off x="8170402" y="919925"/>
              <a:ext cx="113766" cy="113766"/>
            </a:xfrm>
            <a:prstGeom prst="diamond">
              <a:avLst/>
            </a:prstGeom>
            <a:solidFill>
              <a:srgbClr val="009E73"/>
            </a:solidFill>
            <a:ln w="13602">
              <a:solidFill>
                <a:srgbClr val="263238"/>
              </a:solidFill>
              <a:prstDash val="solid"/>
            </a:ln>
          </p:spPr>
        </p:sp>
        <p:sp>
          <p:nvSpPr>
            <p:cNvPr id="499" name="TMTM temporal row 0: source 499"/>
            <p:cNvSpPr/>
            <p:nvPr/>
          </p:nvSpPr>
          <p:spPr>
            <a:xfrm>
              <a:off x="8350009" y="932368"/>
              <a:ext cx="88880" cy="88880"/>
            </a:xfrm>
            <a:prstGeom prst="ellipse">
              <a:avLst/>
            </a:prstGeom>
            <a:solidFill>
              <a:srgbClr val="009E73"/>
            </a:solidFill>
            <a:ln w="9601">
              <a:solidFill>
                <a:srgbClr val="263238"/>
              </a:solidFill>
              <a:prstDash val="solid"/>
            </a:ln>
          </p:spPr>
        </p:sp>
        <p:sp>
          <p:nvSpPr>
            <p:cNvPr id="500" name="TMTM temporal row 0: source 500"/>
            <p:cNvSpPr/>
            <p:nvPr/>
          </p:nvSpPr>
          <p:spPr>
            <a:xfrm>
              <a:off x="8517173" y="932368"/>
              <a:ext cx="88880" cy="88880"/>
            </a:xfrm>
            <a:prstGeom prst="ellipse">
              <a:avLst/>
            </a:prstGeom>
            <a:solidFill>
              <a:srgbClr val="7B8790"/>
            </a:solidFill>
            <a:ln w="9601">
              <a:solidFill>
                <a:srgbClr val="263238"/>
              </a:solidFill>
              <a:prstDash val="solid"/>
            </a:ln>
          </p:spPr>
        </p:sp>
        <p:sp>
          <p:nvSpPr>
            <p:cNvPr id="501" name="TMTM temporal row 0: source 501"/>
            <p:cNvSpPr/>
            <p:nvPr/>
          </p:nvSpPr>
          <p:spPr>
            <a:xfrm>
              <a:off x="5970575" y="1063219"/>
              <a:ext cx="170456" cy="69952"/>
            </a:xfrm>
            <a:prstGeom prst="rect">
              <a:avLst/>
            </a:prstGeom>
            <a:solidFill>
              <a:srgbClr val="7B8790"/>
            </a:solidFill>
            <a:ln w="5281">
              <a:solidFill>
                <a:srgbClr val="FFFFFF"/>
              </a:solidFill>
              <a:prstDash val="solid"/>
            </a:ln>
          </p:spPr>
        </p:sp>
        <p:sp>
          <p:nvSpPr>
            <p:cNvPr id="502" name="TMTM temporal row 0: source 502"/>
            <p:cNvSpPr/>
            <p:nvPr/>
          </p:nvSpPr>
          <p:spPr>
            <a:xfrm>
              <a:off x="6137739" y="1063219"/>
              <a:ext cx="170456" cy="69952"/>
            </a:xfrm>
            <a:prstGeom prst="rect">
              <a:avLst/>
            </a:prstGeom>
            <a:solidFill>
              <a:srgbClr val="7B8790"/>
            </a:solidFill>
            <a:ln w="5281">
              <a:solidFill>
                <a:srgbClr val="FFFFFF"/>
              </a:solidFill>
              <a:prstDash val="solid"/>
            </a:ln>
          </p:spPr>
        </p:sp>
        <p:sp>
          <p:nvSpPr>
            <p:cNvPr id="503" name="TMTM temporal row 0: source 503"/>
            <p:cNvSpPr/>
            <p:nvPr/>
          </p:nvSpPr>
          <p:spPr>
            <a:xfrm>
              <a:off x="6304902" y="1063219"/>
              <a:ext cx="170456" cy="69952"/>
            </a:xfrm>
            <a:prstGeom prst="rect">
              <a:avLst/>
            </a:prstGeom>
            <a:solidFill>
              <a:srgbClr val="B7BEC5"/>
            </a:solidFill>
            <a:ln w="5281">
              <a:solidFill>
                <a:srgbClr val="FFFFFF"/>
              </a:solidFill>
              <a:prstDash val="solid"/>
            </a:ln>
          </p:spPr>
        </p:sp>
        <p:sp>
          <p:nvSpPr>
            <p:cNvPr id="504" name="TMTM temporal row 0: source 504"/>
            <p:cNvSpPr/>
            <p:nvPr/>
          </p:nvSpPr>
          <p:spPr>
            <a:xfrm>
              <a:off x="6472066" y="1063219"/>
              <a:ext cx="170456" cy="69952"/>
            </a:xfrm>
            <a:prstGeom prst="rect">
              <a:avLst/>
            </a:prstGeom>
            <a:solidFill>
              <a:srgbClr val="0072B2"/>
            </a:solidFill>
            <a:ln w="5281">
              <a:solidFill>
                <a:srgbClr val="FFFFFF"/>
              </a:solidFill>
              <a:prstDash val="solid"/>
            </a:ln>
          </p:spPr>
        </p:sp>
        <p:sp>
          <p:nvSpPr>
            <p:cNvPr id="505" name="TMTM temporal row 0: source 505"/>
            <p:cNvSpPr/>
            <p:nvPr/>
          </p:nvSpPr>
          <p:spPr>
            <a:xfrm>
              <a:off x="6639230" y="1063219"/>
              <a:ext cx="170456" cy="69952"/>
            </a:xfrm>
            <a:prstGeom prst="rect">
              <a:avLst/>
            </a:prstGeom>
            <a:solidFill>
              <a:srgbClr val="0072B2"/>
            </a:solidFill>
            <a:ln w="5281">
              <a:solidFill>
                <a:srgbClr val="FFFFFF"/>
              </a:solidFill>
              <a:prstDash val="solid"/>
            </a:ln>
          </p:spPr>
        </p:sp>
        <p:sp>
          <p:nvSpPr>
            <p:cNvPr id="506" name="TMTM temporal row 0: source 506"/>
            <p:cNvSpPr/>
            <p:nvPr/>
          </p:nvSpPr>
          <p:spPr>
            <a:xfrm>
              <a:off x="6806394" y="1063219"/>
              <a:ext cx="170456" cy="69952"/>
            </a:xfrm>
            <a:prstGeom prst="rect">
              <a:avLst/>
            </a:prstGeom>
            <a:solidFill>
              <a:srgbClr val="0072B2"/>
            </a:solidFill>
            <a:ln w="5281">
              <a:solidFill>
                <a:srgbClr val="FFFFFF"/>
              </a:solidFill>
              <a:prstDash val="solid"/>
            </a:ln>
          </p:spPr>
        </p:sp>
        <p:sp>
          <p:nvSpPr>
            <p:cNvPr id="507" name="TMTM temporal row 0: source 507"/>
            <p:cNvSpPr/>
            <p:nvPr/>
          </p:nvSpPr>
          <p:spPr>
            <a:xfrm>
              <a:off x="6973557" y="1063219"/>
              <a:ext cx="170456" cy="69952"/>
            </a:xfrm>
            <a:prstGeom prst="rect">
              <a:avLst/>
            </a:prstGeom>
            <a:solidFill>
              <a:srgbClr val="B7BEC5"/>
            </a:solidFill>
            <a:ln w="5281">
              <a:solidFill>
                <a:srgbClr val="FFFFFF"/>
              </a:solidFill>
              <a:prstDash val="solid"/>
            </a:ln>
          </p:spPr>
        </p:sp>
        <p:sp>
          <p:nvSpPr>
            <p:cNvPr id="508" name="TMTM temporal row 0: source 508"/>
            <p:cNvSpPr/>
            <p:nvPr/>
          </p:nvSpPr>
          <p:spPr>
            <a:xfrm>
              <a:off x="7140722" y="1063219"/>
              <a:ext cx="170456" cy="69952"/>
            </a:xfrm>
            <a:prstGeom prst="rect">
              <a:avLst/>
            </a:prstGeom>
            <a:solidFill>
              <a:srgbClr val="D55E00"/>
            </a:solidFill>
            <a:ln w="5281">
              <a:solidFill>
                <a:srgbClr val="FFFFFF"/>
              </a:solidFill>
              <a:prstDash val="solid"/>
            </a:ln>
          </p:spPr>
        </p:sp>
        <p:sp>
          <p:nvSpPr>
            <p:cNvPr id="509" name="TMTM temporal row 0: source 509"/>
            <p:cNvSpPr/>
            <p:nvPr/>
          </p:nvSpPr>
          <p:spPr>
            <a:xfrm>
              <a:off x="7307885" y="1063219"/>
              <a:ext cx="170456" cy="69952"/>
            </a:xfrm>
            <a:prstGeom prst="rect">
              <a:avLst/>
            </a:prstGeom>
            <a:solidFill>
              <a:srgbClr val="D55E00"/>
            </a:solidFill>
            <a:ln w="5281">
              <a:solidFill>
                <a:srgbClr val="FFFFFF"/>
              </a:solidFill>
              <a:prstDash val="solid"/>
            </a:ln>
          </p:spPr>
        </p:sp>
        <p:sp>
          <p:nvSpPr>
            <p:cNvPr id="510" name="TMTM temporal row 0: source 510"/>
            <p:cNvSpPr/>
            <p:nvPr/>
          </p:nvSpPr>
          <p:spPr>
            <a:xfrm>
              <a:off x="7475049" y="1063219"/>
              <a:ext cx="170456" cy="69952"/>
            </a:xfrm>
            <a:prstGeom prst="rect">
              <a:avLst/>
            </a:prstGeom>
            <a:solidFill>
              <a:srgbClr val="D55E00"/>
            </a:solidFill>
            <a:ln w="5281">
              <a:solidFill>
                <a:srgbClr val="FFFFFF"/>
              </a:solidFill>
              <a:prstDash val="solid"/>
            </a:ln>
          </p:spPr>
        </p:sp>
        <p:sp>
          <p:nvSpPr>
            <p:cNvPr id="511" name="TMTM temporal row 0: source 511"/>
            <p:cNvSpPr/>
            <p:nvPr/>
          </p:nvSpPr>
          <p:spPr>
            <a:xfrm>
              <a:off x="7642212" y="1063219"/>
              <a:ext cx="170456" cy="69952"/>
            </a:xfrm>
            <a:prstGeom prst="rect">
              <a:avLst/>
            </a:prstGeom>
            <a:solidFill>
              <a:srgbClr val="B7BEC5"/>
            </a:solidFill>
            <a:ln w="5281">
              <a:solidFill>
                <a:srgbClr val="FFFFFF"/>
              </a:solidFill>
              <a:prstDash val="solid"/>
            </a:ln>
          </p:spPr>
        </p:sp>
        <p:sp>
          <p:nvSpPr>
            <p:cNvPr id="512" name="TMTM temporal row 0: source 512"/>
            <p:cNvSpPr/>
            <p:nvPr/>
          </p:nvSpPr>
          <p:spPr>
            <a:xfrm>
              <a:off x="7809376" y="1063219"/>
              <a:ext cx="170456" cy="69952"/>
            </a:xfrm>
            <a:prstGeom prst="rect">
              <a:avLst/>
            </a:prstGeom>
            <a:solidFill>
              <a:srgbClr val="7B8790"/>
            </a:solidFill>
            <a:ln w="5281">
              <a:solidFill>
                <a:srgbClr val="FFFFFF"/>
              </a:solidFill>
              <a:prstDash val="solid"/>
            </a:ln>
          </p:spPr>
        </p:sp>
        <p:sp>
          <p:nvSpPr>
            <p:cNvPr id="513" name="TMTM temporal row 0: source 513"/>
            <p:cNvSpPr/>
            <p:nvPr/>
          </p:nvSpPr>
          <p:spPr>
            <a:xfrm>
              <a:off x="7976540" y="1063219"/>
              <a:ext cx="170456" cy="69952"/>
            </a:xfrm>
            <a:prstGeom prst="rect">
              <a:avLst/>
            </a:prstGeom>
            <a:solidFill>
              <a:srgbClr val="009E73"/>
            </a:solidFill>
            <a:ln w="5281">
              <a:solidFill>
                <a:srgbClr val="FFFFFF"/>
              </a:solidFill>
              <a:prstDash val="solid"/>
            </a:ln>
          </p:spPr>
        </p:sp>
        <p:sp>
          <p:nvSpPr>
            <p:cNvPr id="514" name="TMTM temporal row 0: source 514"/>
            <p:cNvSpPr/>
            <p:nvPr/>
          </p:nvSpPr>
          <p:spPr>
            <a:xfrm>
              <a:off x="8143704" y="1063219"/>
              <a:ext cx="170456" cy="69952"/>
            </a:xfrm>
            <a:prstGeom prst="rect">
              <a:avLst/>
            </a:prstGeom>
            <a:solidFill>
              <a:srgbClr val="009E73"/>
            </a:solidFill>
            <a:ln w="5281">
              <a:solidFill>
                <a:srgbClr val="FFFFFF"/>
              </a:solidFill>
              <a:prstDash val="solid"/>
            </a:ln>
          </p:spPr>
        </p:sp>
        <p:sp>
          <p:nvSpPr>
            <p:cNvPr id="515" name="TMTM temporal row 0: source 515"/>
            <p:cNvSpPr/>
            <p:nvPr/>
          </p:nvSpPr>
          <p:spPr>
            <a:xfrm>
              <a:off x="8310867" y="1063219"/>
              <a:ext cx="170456" cy="69952"/>
            </a:xfrm>
            <a:prstGeom prst="rect">
              <a:avLst/>
            </a:prstGeom>
            <a:solidFill>
              <a:srgbClr val="009E73"/>
            </a:solidFill>
            <a:ln w="5281">
              <a:solidFill>
                <a:srgbClr val="FFFFFF"/>
              </a:solidFill>
              <a:prstDash val="solid"/>
            </a:ln>
          </p:spPr>
        </p:sp>
        <p:sp>
          <p:nvSpPr>
            <p:cNvPr id="516" name="TMTM temporal row 0: source 516"/>
            <p:cNvSpPr/>
            <p:nvPr/>
          </p:nvSpPr>
          <p:spPr>
            <a:xfrm>
              <a:off x="8478031" y="1063219"/>
              <a:ext cx="170456" cy="69952"/>
            </a:xfrm>
            <a:prstGeom prst="rect">
              <a:avLst/>
            </a:prstGeom>
            <a:solidFill>
              <a:srgbClr val="7B8790"/>
            </a:solidFill>
            <a:ln w="5281">
              <a:solidFill>
                <a:srgbClr val="FFFFFF"/>
              </a:solidFill>
              <a:prstDash val="solid"/>
            </a:ln>
          </p:spPr>
        </p:sp>
        <p:sp>
          <p:nvSpPr>
            <p:cNvPr id="517" name="TMTM temporal row 0: source 517"/>
            <p:cNvSpPr/>
            <p:nvPr/>
          </p:nvSpPr>
          <p:spPr>
            <a:xfrm>
              <a:off x="5970575" y="1063219"/>
              <a:ext cx="2674620" cy="69952"/>
            </a:xfrm>
            <a:prstGeom prst="rect">
              <a:avLst/>
            </a:prstGeom>
            <a:solidFill>
              <a:srgbClr val="FFFFFF">
                <a:alpha val="0"/>
              </a:srgbClr>
            </a:solidFill>
            <a:ln w="12321">
              <a:solidFill>
                <a:srgbClr val="263238"/>
              </a:solidFill>
              <a:prstDash val="solid"/>
            </a:ln>
          </p:spPr>
        </p:sp>
        <p:sp>
          <p:nvSpPr>
            <p:cNvPr id="518" name="TMTM temporal row 1: source 518"/>
            <p:cNvSpPr/>
            <p:nvPr/>
          </p:nvSpPr>
          <p:spPr>
            <a:xfrm>
              <a:off x="5884164" y="1143000"/>
              <a:ext cx="2839212" cy="279806"/>
            </a:xfrm>
            <a:prstGeom prst="rect">
              <a:avLst/>
            </a:prstGeom>
            <a:solidFill>
              <a:srgbClr val="FFFFFF">
                <a:alpha val="0"/>
              </a:srgbClr>
            </a:solidFill>
            <a:ln w="12001">
              <a:solidFill>
                <a:srgbClr val="DFE4E8"/>
              </a:solidFill>
              <a:prstDash val="solid"/>
            </a:ln>
          </p:spPr>
        </p:sp>
        <p:sp>
          <p:nvSpPr>
            <p:cNvPr id="519" name="TMTM temporal row 1: source 519"/>
            <p:cNvSpPr/>
            <p:nvPr/>
          </p:nvSpPr>
          <p:spPr>
            <a:xfrm>
              <a:off x="5970575" y="1291133"/>
              <a:ext cx="2674620" cy="823"/>
            </a:xfrm>
            <a:prstGeom prst="line">
              <a:avLst/>
            </a:prstGeom>
            <a:solidFill>
              <a:srgbClr val="FFFFFF">
                <a:alpha val="0"/>
              </a:srgbClr>
            </a:solidFill>
            <a:ln w="12162">
              <a:solidFill>
                <a:srgbClr val="7B8790"/>
              </a:solidFill>
              <a:prstDash val="solid"/>
            </a:ln>
          </p:spPr>
        </p:sp>
        <p:sp>
          <p:nvSpPr>
            <p:cNvPr id="520" name="TMTM temporal row 1: source 520"/>
            <p:cNvSpPr/>
            <p:nvPr/>
          </p:nvSpPr>
          <p:spPr>
            <a:xfrm>
              <a:off x="5997273" y="1234250"/>
              <a:ext cx="113766" cy="113766"/>
            </a:xfrm>
            <a:prstGeom prst="diamond">
              <a:avLst/>
            </a:prstGeom>
            <a:solidFill>
              <a:srgbClr val="7B8790"/>
            </a:solidFill>
            <a:ln w="13602">
              <a:solidFill>
                <a:srgbClr val="263238"/>
              </a:solidFill>
              <a:prstDash val="solid"/>
            </a:ln>
          </p:spPr>
        </p:sp>
        <p:sp>
          <p:nvSpPr>
            <p:cNvPr id="521" name="TMTM temporal row 1: source 521"/>
            <p:cNvSpPr/>
            <p:nvPr/>
          </p:nvSpPr>
          <p:spPr>
            <a:xfrm>
              <a:off x="6176881" y="1246693"/>
              <a:ext cx="88880" cy="88880"/>
            </a:xfrm>
            <a:prstGeom prst="ellipse">
              <a:avLst/>
            </a:prstGeom>
            <a:solidFill>
              <a:srgbClr val="7B8790"/>
            </a:solidFill>
            <a:ln w="9601">
              <a:solidFill>
                <a:srgbClr val="263238"/>
              </a:solidFill>
              <a:prstDash val="solid"/>
            </a:ln>
          </p:spPr>
        </p:sp>
        <p:sp>
          <p:nvSpPr>
            <p:cNvPr id="522" name="TMTM temporal row 1: source 522"/>
            <p:cNvSpPr/>
            <p:nvPr/>
          </p:nvSpPr>
          <p:spPr>
            <a:xfrm>
              <a:off x="6344044" y="1246693"/>
              <a:ext cx="88880" cy="88880"/>
            </a:xfrm>
            <a:prstGeom prst="ellipse">
              <a:avLst/>
            </a:prstGeom>
            <a:solidFill>
              <a:srgbClr val="B7BEC5"/>
            </a:solidFill>
            <a:ln w="9601">
              <a:solidFill>
                <a:srgbClr val="263238"/>
              </a:solidFill>
              <a:prstDash val="solid"/>
            </a:ln>
          </p:spPr>
        </p:sp>
        <p:sp>
          <p:nvSpPr>
            <p:cNvPr id="523" name="TMTM temporal row 1: source 523"/>
            <p:cNvSpPr/>
            <p:nvPr/>
          </p:nvSpPr>
          <p:spPr>
            <a:xfrm>
              <a:off x="6511208" y="1246693"/>
              <a:ext cx="88880" cy="88880"/>
            </a:xfrm>
            <a:prstGeom prst="ellipse">
              <a:avLst/>
            </a:prstGeom>
            <a:solidFill>
              <a:srgbClr val="0072B2"/>
            </a:solidFill>
            <a:ln w="9601">
              <a:solidFill>
                <a:srgbClr val="263238"/>
              </a:solidFill>
              <a:prstDash val="solid"/>
            </a:ln>
          </p:spPr>
        </p:sp>
        <p:sp>
          <p:nvSpPr>
            <p:cNvPr id="524" name="TMTM temporal row 1: source 524"/>
            <p:cNvSpPr/>
            <p:nvPr/>
          </p:nvSpPr>
          <p:spPr>
            <a:xfrm>
              <a:off x="6665928" y="1234250"/>
              <a:ext cx="113766" cy="113766"/>
            </a:xfrm>
            <a:prstGeom prst="diamond">
              <a:avLst/>
            </a:prstGeom>
            <a:solidFill>
              <a:srgbClr val="0072B2"/>
            </a:solidFill>
            <a:ln w="13602">
              <a:solidFill>
                <a:srgbClr val="263238"/>
              </a:solidFill>
              <a:prstDash val="solid"/>
            </a:ln>
          </p:spPr>
        </p:sp>
        <p:sp>
          <p:nvSpPr>
            <p:cNvPr id="525" name="TMTM temporal row 1: source 525"/>
            <p:cNvSpPr/>
            <p:nvPr/>
          </p:nvSpPr>
          <p:spPr>
            <a:xfrm>
              <a:off x="6845536" y="1246693"/>
              <a:ext cx="88880" cy="88880"/>
            </a:xfrm>
            <a:prstGeom prst="ellipse">
              <a:avLst/>
            </a:prstGeom>
            <a:solidFill>
              <a:srgbClr val="0072B2"/>
            </a:solidFill>
            <a:ln w="9601">
              <a:solidFill>
                <a:srgbClr val="263238"/>
              </a:solidFill>
              <a:prstDash val="solid"/>
            </a:ln>
          </p:spPr>
        </p:sp>
        <p:sp>
          <p:nvSpPr>
            <p:cNvPr id="526" name="TMTM temporal row 1: source 526"/>
            <p:cNvSpPr/>
            <p:nvPr/>
          </p:nvSpPr>
          <p:spPr>
            <a:xfrm>
              <a:off x="7000256" y="1234250"/>
              <a:ext cx="113766" cy="113766"/>
            </a:xfrm>
            <a:prstGeom prst="diamond">
              <a:avLst/>
            </a:prstGeom>
            <a:solidFill>
              <a:srgbClr val="B7BEC5"/>
            </a:solidFill>
            <a:ln w="13602">
              <a:solidFill>
                <a:srgbClr val="263238"/>
              </a:solidFill>
              <a:prstDash val="solid"/>
            </a:ln>
          </p:spPr>
        </p:sp>
        <p:sp>
          <p:nvSpPr>
            <p:cNvPr id="527" name="TMTM temporal row 1: source 527"/>
            <p:cNvSpPr/>
            <p:nvPr/>
          </p:nvSpPr>
          <p:spPr>
            <a:xfrm>
              <a:off x="7179863" y="1246693"/>
              <a:ext cx="88880" cy="88880"/>
            </a:xfrm>
            <a:prstGeom prst="ellipse">
              <a:avLst/>
            </a:prstGeom>
            <a:solidFill>
              <a:srgbClr val="D55E00"/>
            </a:solidFill>
            <a:ln w="9601">
              <a:solidFill>
                <a:srgbClr val="263238"/>
              </a:solidFill>
              <a:prstDash val="solid"/>
            </a:ln>
          </p:spPr>
        </p:sp>
        <p:sp>
          <p:nvSpPr>
            <p:cNvPr id="528" name="TMTM temporal row 1: source 528"/>
            <p:cNvSpPr/>
            <p:nvPr/>
          </p:nvSpPr>
          <p:spPr>
            <a:xfrm>
              <a:off x="7334583" y="1234250"/>
              <a:ext cx="113766" cy="113766"/>
            </a:xfrm>
            <a:prstGeom prst="diamond">
              <a:avLst/>
            </a:prstGeom>
            <a:solidFill>
              <a:srgbClr val="D55E00"/>
            </a:solidFill>
            <a:ln w="13602">
              <a:solidFill>
                <a:srgbClr val="263238"/>
              </a:solidFill>
              <a:prstDash val="solid"/>
            </a:ln>
          </p:spPr>
        </p:sp>
        <p:sp>
          <p:nvSpPr>
            <p:cNvPr id="529" name="TMTM temporal row 1: source 529"/>
            <p:cNvSpPr/>
            <p:nvPr/>
          </p:nvSpPr>
          <p:spPr>
            <a:xfrm>
              <a:off x="7514191" y="1246693"/>
              <a:ext cx="88880" cy="88880"/>
            </a:xfrm>
            <a:prstGeom prst="ellipse">
              <a:avLst/>
            </a:prstGeom>
            <a:solidFill>
              <a:srgbClr val="D55E00"/>
            </a:solidFill>
            <a:ln w="9601">
              <a:solidFill>
                <a:srgbClr val="263238"/>
              </a:solidFill>
              <a:prstDash val="solid"/>
            </a:ln>
          </p:spPr>
        </p:sp>
        <p:sp>
          <p:nvSpPr>
            <p:cNvPr id="530" name="TMTM temporal row 1: source 530"/>
            <p:cNvSpPr/>
            <p:nvPr/>
          </p:nvSpPr>
          <p:spPr>
            <a:xfrm>
              <a:off x="7681354" y="1246693"/>
              <a:ext cx="88880" cy="88880"/>
            </a:xfrm>
            <a:prstGeom prst="ellipse">
              <a:avLst/>
            </a:prstGeom>
            <a:solidFill>
              <a:srgbClr val="B7BEC5"/>
            </a:solidFill>
            <a:ln w="9601">
              <a:solidFill>
                <a:srgbClr val="263238"/>
              </a:solidFill>
              <a:prstDash val="solid"/>
            </a:ln>
          </p:spPr>
        </p:sp>
        <p:sp>
          <p:nvSpPr>
            <p:cNvPr id="531" name="TMTM temporal row 1: source 531"/>
            <p:cNvSpPr/>
            <p:nvPr/>
          </p:nvSpPr>
          <p:spPr>
            <a:xfrm>
              <a:off x="7836075" y="1234250"/>
              <a:ext cx="113766" cy="113766"/>
            </a:xfrm>
            <a:prstGeom prst="diamond">
              <a:avLst/>
            </a:prstGeom>
            <a:solidFill>
              <a:srgbClr val="7B8790"/>
            </a:solidFill>
            <a:ln w="13602">
              <a:solidFill>
                <a:srgbClr val="263238"/>
              </a:solidFill>
              <a:prstDash val="solid"/>
            </a:ln>
          </p:spPr>
        </p:sp>
        <p:sp>
          <p:nvSpPr>
            <p:cNvPr id="532" name="TMTM temporal row 1: source 532"/>
            <p:cNvSpPr/>
            <p:nvPr/>
          </p:nvSpPr>
          <p:spPr>
            <a:xfrm>
              <a:off x="8015682" y="1246693"/>
              <a:ext cx="88880" cy="88880"/>
            </a:xfrm>
            <a:prstGeom prst="ellipse">
              <a:avLst/>
            </a:prstGeom>
            <a:solidFill>
              <a:srgbClr val="009E73"/>
            </a:solidFill>
            <a:ln w="9601">
              <a:solidFill>
                <a:srgbClr val="263238"/>
              </a:solidFill>
              <a:prstDash val="solid"/>
            </a:ln>
          </p:spPr>
        </p:sp>
        <p:sp>
          <p:nvSpPr>
            <p:cNvPr id="533" name="TMTM temporal row 1: source 533"/>
            <p:cNvSpPr/>
            <p:nvPr/>
          </p:nvSpPr>
          <p:spPr>
            <a:xfrm>
              <a:off x="8170402" y="1234250"/>
              <a:ext cx="113766" cy="113766"/>
            </a:xfrm>
            <a:prstGeom prst="diamond">
              <a:avLst/>
            </a:prstGeom>
            <a:solidFill>
              <a:srgbClr val="009E73"/>
            </a:solidFill>
            <a:ln w="13602">
              <a:solidFill>
                <a:srgbClr val="263238"/>
              </a:solidFill>
              <a:prstDash val="solid"/>
            </a:ln>
          </p:spPr>
        </p:sp>
        <p:sp>
          <p:nvSpPr>
            <p:cNvPr id="534" name="TMTM temporal row 1: source 534"/>
            <p:cNvSpPr/>
            <p:nvPr/>
          </p:nvSpPr>
          <p:spPr>
            <a:xfrm>
              <a:off x="8350009" y="1246693"/>
              <a:ext cx="88880" cy="88880"/>
            </a:xfrm>
            <a:prstGeom prst="ellipse">
              <a:avLst/>
            </a:prstGeom>
            <a:solidFill>
              <a:srgbClr val="009E73"/>
            </a:solidFill>
            <a:ln w="9601">
              <a:solidFill>
                <a:srgbClr val="263238"/>
              </a:solidFill>
              <a:prstDash val="solid"/>
            </a:ln>
          </p:spPr>
        </p:sp>
        <p:sp>
          <p:nvSpPr>
            <p:cNvPr id="535" name="TMTM temporal row 1: source 535"/>
            <p:cNvSpPr/>
            <p:nvPr/>
          </p:nvSpPr>
          <p:spPr>
            <a:xfrm>
              <a:off x="8517173" y="1246693"/>
              <a:ext cx="88880" cy="88880"/>
            </a:xfrm>
            <a:prstGeom prst="ellipse">
              <a:avLst/>
            </a:prstGeom>
            <a:solidFill>
              <a:srgbClr val="7B8790"/>
            </a:solidFill>
            <a:ln w="9601">
              <a:solidFill>
                <a:srgbClr val="263238"/>
              </a:solidFill>
              <a:prstDash val="solid"/>
            </a:ln>
          </p:spPr>
        </p:sp>
        <p:sp>
          <p:nvSpPr>
            <p:cNvPr id="536" name="TMTM temporal row 1: source 536"/>
            <p:cNvSpPr/>
            <p:nvPr/>
          </p:nvSpPr>
          <p:spPr>
            <a:xfrm>
              <a:off x="5970575" y="1377544"/>
              <a:ext cx="170456" cy="69952"/>
            </a:xfrm>
            <a:prstGeom prst="rect">
              <a:avLst/>
            </a:prstGeom>
            <a:solidFill>
              <a:srgbClr val="7B8790"/>
            </a:solidFill>
            <a:ln w="5281">
              <a:solidFill>
                <a:srgbClr val="FFFFFF"/>
              </a:solidFill>
              <a:prstDash val="solid"/>
            </a:ln>
          </p:spPr>
        </p:sp>
        <p:sp>
          <p:nvSpPr>
            <p:cNvPr id="537" name="TMTM temporal row 1: source 537"/>
            <p:cNvSpPr/>
            <p:nvPr/>
          </p:nvSpPr>
          <p:spPr>
            <a:xfrm>
              <a:off x="6137739" y="1377544"/>
              <a:ext cx="170456" cy="69952"/>
            </a:xfrm>
            <a:prstGeom prst="rect">
              <a:avLst/>
            </a:prstGeom>
            <a:solidFill>
              <a:srgbClr val="7B8790"/>
            </a:solidFill>
            <a:ln w="5281">
              <a:solidFill>
                <a:srgbClr val="FFFFFF"/>
              </a:solidFill>
              <a:prstDash val="solid"/>
            </a:ln>
          </p:spPr>
        </p:sp>
        <p:sp>
          <p:nvSpPr>
            <p:cNvPr id="538" name="TMTM temporal row 1: source 538"/>
            <p:cNvSpPr/>
            <p:nvPr/>
          </p:nvSpPr>
          <p:spPr>
            <a:xfrm>
              <a:off x="6304902" y="1377544"/>
              <a:ext cx="170456" cy="69952"/>
            </a:xfrm>
            <a:prstGeom prst="rect">
              <a:avLst/>
            </a:prstGeom>
            <a:solidFill>
              <a:srgbClr val="B7BEC5"/>
            </a:solidFill>
            <a:ln w="5281">
              <a:solidFill>
                <a:srgbClr val="FFFFFF"/>
              </a:solidFill>
              <a:prstDash val="solid"/>
            </a:ln>
          </p:spPr>
        </p:sp>
        <p:sp>
          <p:nvSpPr>
            <p:cNvPr id="539" name="TMTM temporal row 1: source 539"/>
            <p:cNvSpPr/>
            <p:nvPr/>
          </p:nvSpPr>
          <p:spPr>
            <a:xfrm>
              <a:off x="6472066" y="1377544"/>
              <a:ext cx="170456" cy="69952"/>
            </a:xfrm>
            <a:prstGeom prst="rect">
              <a:avLst/>
            </a:prstGeom>
            <a:solidFill>
              <a:srgbClr val="0072B2"/>
            </a:solidFill>
            <a:ln w="5281">
              <a:solidFill>
                <a:srgbClr val="FFFFFF"/>
              </a:solidFill>
              <a:prstDash val="solid"/>
            </a:ln>
          </p:spPr>
        </p:sp>
        <p:sp>
          <p:nvSpPr>
            <p:cNvPr id="540" name="TMTM temporal row 1: source 540"/>
            <p:cNvSpPr/>
            <p:nvPr/>
          </p:nvSpPr>
          <p:spPr>
            <a:xfrm>
              <a:off x="6639230" y="1377544"/>
              <a:ext cx="170456" cy="69952"/>
            </a:xfrm>
            <a:prstGeom prst="rect">
              <a:avLst/>
            </a:prstGeom>
            <a:solidFill>
              <a:srgbClr val="0072B2"/>
            </a:solidFill>
            <a:ln w="5281">
              <a:solidFill>
                <a:srgbClr val="FFFFFF"/>
              </a:solidFill>
              <a:prstDash val="solid"/>
            </a:ln>
          </p:spPr>
        </p:sp>
        <p:sp>
          <p:nvSpPr>
            <p:cNvPr id="541" name="TMTM temporal row 1: source 541"/>
            <p:cNvSpPr/>
            <p:nvPr/>
          </p:nvSpPr>
          <p:spPr>
            <a:xfrm>
              <a:off x="6806394" y="1377544"/>
              <a:ext cx="170456" cy="69952"/>
            </a:xfrm>
            <a:prstGeom prst="rect">
              <a:avLst/>
            </a:prstGeom>
            <a:solidFill>
              <a:srgbClr val="0072B2"/>
            </a:solidFill>
            <a:ln w="5281">
              <a:solidFill>
                <a:srgbClr val="FFFFFF"/>
              </a:solidFill>
              <a:prstDash val="solid"/>
            </a:ln>
          </p:spPr>
        </p:sp>
        <p:sp>
          <p:nvSpPr>
            <p:cNvPr id="542" name="TMTM temporal row 1: source 542"/>
            <p:cNvSpPr/>
            <p:nvPr/>
          </p:nvSpPr>
          <p:spPr>
            <a:xfrm>
              <a:off x="6973557" y="1377544"/>
              <a:ext cx="170456" cy="69952"/>
            </a:xfrm>
            <a:prstGeom prst="rect">
              <a:avLst/>
            </a:prstGeom>
            <a:solidFill>
              <a:srgbClr val="B7BEC5"/>
            </a:solidFill>
            <a:ln w="5281">
              <a:solidFill>
                <a:srgbClr val="FFFFFF"/>
              </a:solidFill>
              <a:prstDash val="solid"/>
            </a:ln>
          </p:spPr>
        </p:sp>
        <p:sp>
          <p:nvSpPr>
            <p:cNvPr id="543" name="TMTM temporal row 1: source 543"/>
            <p:cNvSpPr/>
            <p:nvPr/>
          </p:nvSpPr>
          <p:spPr>
            <a:xfrm>
              <a:off x="7140722" y="1377544"/>
              <a:ext cx="170456" cy="69952"/>
            </a:xfrm>
            <a:prstGeom prst="rect">
              <a:avLst/>
            </a:prstGeom>
            <a:solidFill>
              <a:srgbClr val="D55E00"/>
            </a:solidFill>
            <a:ln w="5281">
              <a:solidFill>
                <a:srgbClr val="FFFFFF"/>
              </a:solidFill>
              <a:prstDash val="solid"/>
            </a:ln>
          </p:spPr>
        </p:sp>
        <p:sp>
          <p:nvSpPr>
            <p:cNvPr id="544" name="TMTM temporal row 1: source 544"/>
            <p:cNvSpPr/>
            <p:nvPr/>
          </p:nvSpPr>
          <p:spPr>
            <a:xfrm>
              <a:off x="7307885" y="1377544"/>
              <a:ext cx="170456" cy="69952"/>
            </a:xfrm>
            <a:prstGeom prst="rect">
              <a:avLst/>
            </a:prstGeom>
            <a:solidFill>
              <a:srgbClr val="D55E00"/>
            </a:solidFill>
            <a:ln w="5281">
              <a:solidFill>
                <a:srgbClr val="FFFFFF"/>
              </a:solidFill>
              <a:prstDash val="solid"/>
            </a:ln>
          </p:spPr>
        </p:sp>
        <p:sp>
          <p:nvSpPr>
            <p:cNvPr id="545" name="TMTM temporal row 1: source 545"/>
            <p:cNvSpPr/>
            <p:nvPr/>
          </p:nvSpPr>
          <p:spPr>
            <a:xfrm>
              <a:off x="7475049" y="1377544"/>
              <a:ext cx="170456" cy="69952"/>
            </a:xfrm>
            <a:prstGeom prst="rect">
              <a:avLst/>
            </a:prstGeom>
            <a:solidFill>
              <a:srgbClr val="D55E00"/>
            </a:solidFill>
            <a:ln w="5281">
              <a:solidFill>
                <a:srgbClr val="FFFFFF"/>
              </a:solidFill>
              <a:prstDash val="solid"/>
            </a:ln>
          </p:spPr>
        </p:sp>
        <p:sp>
          <p:nvSpPr>
            <p:cNvPr id="546" name="TMTM temporal row 1: source 546"/>
            <p:cNvSpPr/>
            <p:nvPr/>
          </p:nvSpPr>
          <p:spPr>
            <a:xfrm>
              <a:off x="7642212" y="1377544"/>
              <a:ext cx="170456" cy="69952"/>
            </a:xfrm>
            <a:prstGeom prst="rect">
              <a:avLst/>
            </a:prstGeom>
            <a:solidFill>
              <a:srgbClr val="B7BEC5"/>
            </a:solidFill>
            <a:ln w="5281">
              <a:solidFill>
                <a:srgbClr val="FFFFFF"/>
              </a:solidFill>
              <a:prstDash val="solid"/>
            </a:ln>
          </p:spPr>
        </p:sp>
        <p:sp>
          <p:nvSpPr>
            <p:cNvPr id="547" name="TMTM temporal row 1: source 547"/>
            <p:cNvSpPr/>
            <p:nvPr/>
          </p:nvSpPr>
          <p:spPr>
            <a:xfrm>
              <a:off x="7809376" y="1377544"/>
              <a:ext cx="170456" cy="69952"/>
            </a:xfrm>
            <a:prstGeom prst="rect">
              <a:avLst/>
            </a:prstGeom>
            <a:solidFill>
              <a:srgbClr val="7B8790"/>
            </a:solidFill>
            <a:ln w="5281">
              <a:solidFill>
                <a:srgbClr val="FFFFFF"/>
              </a:solidFill>
              <a:prstDash val="solid"/>
            </a:ln>
          </p:spPr>
        </p:sp>
        <p:sp>
          <p:nvSpPr>
            <p:cNvPr id="548" name="TMTM temporal row 1: source 548"/>
            <p:cNvSpPr/>
            <p:nvPr/>
          </p:nvSpPr>
          <p:spPr>
            <a:xfrm>
              <a:off x="7976540" y="1377544"/>
              <a:ext cx="170456" cy="69952"/>
            </a:xfrm>
            <a:prstGeom prst="rect">
              <a:avLst/>
            </a:prstGeom>
            <a:solidFill>
              <a:srgbClr val="009E73"/>
            </a:solidFill>
            <a:ln w="5281">
              <a:solidFill>
                <a:srgbClr val="FFFFFF"/>
              </a:solidFill>
              <a:prstDash val="solid"/>
            </a:ln>
          </p:spPr>
        </p:sp>
        <p:sp>
          <p:nvSpPr>
            <p:cNvPr id="549" name="TMTM temporal row 1: source 549"/>
            <p:cNvSpPr/>
            <p:nvPr/>
          </p:nvSpPr>
          <p:spPr>
            <a:xfrm>
              <a:off x="8143704" y="1377544"/>
              <a:ext cx="170456" cy="69952"/>
            </a:xfrm>
            <a:prstGeom prst="rect">
              <a:avLst/>
            </a:prstGeom>
            <a:solidFill>
              <a:srgbClr val="009E73"/>
            </a:solidFill>
            <a:ln w="5281">
              <a:solidFill>
                <a:srgbClr val="FFFFFF"/>
              </a:solidFill>
              <a:prstDash val="solid"/>
            </a:ln>
          </p:spPr>
        </p:sp>
        <p:sp>
          <p:nvSpPr>
            <p:cNvPr id="550" name="TMTM temporal row 1: source 550"/>
            <p:cNvSpPr/>
            <p:nvPr/>
          </p:nvSpPr>
          <p:spPr>
            <a:xfrm>
              <a:off x="8310867" y="1377544"/>
              <a:ext cx="170456" cy="69952"/>
            </a:xfrm>
            <a:prstGeom prst="rect">
              <a:avLst/>
            </a:prstGeom>
            <a:solidFill>
              <a:srgbClr val="009E73"/>
            </a:solidFill>
            <a:ln w="5281">
              <a:solidFill>
                <a:srgbClr val="FFFFFF"/>
              </a:solidFill>
              <a:prstDash val="solid"/>
            </a:ln>
          </p:spPr>
        </p:sp>
        <p:sp>
          <p:nvSpPr>
            <p:cNvPr id="551" name="TMTM temporal row 1: source 551"/>
            <p:cNvSpPr/>
            <p:nvPr/>
          </p:nvSpPr>
          <p:spPr>
            <a:xfrm>
              <a:off x="8478031" y="1377544"/>
              <a:ext cx="170456" cy="69952"/>
            </a:xfrm>
            <a:prstGeom prst="rect">
              <a:avLst/>
            </a:prstGeom>
            <a:solidFill>
              <a:srgbClr val="7B8790"/>
            </a:solidFill>
            <a:ln w="5281">
              <a:solidFill>
                <a:srgbClr val="FFFFFF"/>
              </a:solidFill>
              <a:prstDash val="solid"/>
            </a:ln>
          </p:spPr>
        </p:sp>
        <p:sp>
          <p:nvSpPr>
            <p:cNvPr id="552" name="TMTM temporal row 1: source 552"/>
            <p:cNvSpPr/>
            <p:nvPr/>
          </p:nvSpPr>
          <p:spPr>
            <a:xfrm>
              <a:off x="5970575" y="1377544"/>
              <a:ext cx="2674620" cy="69952"/>
            </a:xfrm>
            <a:prstGeom prst="rect">
              <a:avLst/>
            </a:prstGeom>
            <a:solidFill>
              <a:srgbClr val="FFFFFF">
                <a:alpha val="0"/>
              </a:srgbClr>
            </a:solidFill>
            <a:ln w="12321">
              <a:solidFill>
                <a:srgbClr val="263238"/>
              </a:solidFill>
              <a:prstDash val="solid"/>
            </a:ln>
          </p:spPr>
        </p:sp>
        <p:sp>
          <p:nvSpPr>
            <p:cNvPr id="553" name="TMTM temporal row 2: source 553"/>
            <p:cNvSpPr/>
            <p:nvPr/>
          </p:nvSpPr>
          <p:spPr>
            <a:xfrm>
              <a:off x="5884164" y="1457325"/>
              <a:ext cx="2839212" cy="279806"/>
            </a:xfrm>
            <a:prstGeom prst="rect">
              <a:avLst/>
            </a:prstGeom>
            <a:solidFill>
              <a:srgbClr val="FFFFFF">
                <a:alpha val="0"/>
              </a:srgbClr>
            </a:solidFill>
            <a:ln w="12001">
              <a:solidFill>
                <a:srgbClr val="DFE4E8"/>
              </a:solidFill>
              <a:prstDash val="solid"/>
            </a:ln>
          </p:spPr>
        </p:sp>
        <p:sp>
          <p:nvSpPr>
            <p:cNvPr id="554" name="TMTM temporal row 2: source 554"/>
            <p:cNvSpPr/>
            <p:nvPr/>
          </p:nvSpPr>
          <p:spPr>
            <a:xfrm>
              <a:off x="5970575" y="1605458"/>
              <a:ext cx="2674620" cy="823"/>
            </a:xfrm>
            <a:prstGeom prst="line">
              <a:avLst/>
            </a:prstGeom>
            <a:solidFill>
              <a:srgbClr val="FFFFFF">
                <a:alpha val="0"/>
              </a:srgbClr>
            </a:solidFill>
            <a:ln w="12162">
              <a:solidFill>
                <a:srgbClr val="7B8790"/>
              </a:solidFill>
              <a:prstDash val="solid"/>
            </a:ln>
          </p:spPr>
        </p:sp>
        <p:sp>
          <p:nvSpPr>
            <p:cNvPr id="555" name="TMTM temporal row 2: source 555"/>
            <p:cNvSpPr/>
            <p:nvPr/>
          </p:nvSpPr>
          <p:spPr>
            <a:xfrm>
              <a:off x="5997273" y="1548575"/>
              <a:ext cx="113766" cy="113766"/>
            </a:xfrm>
            <a:prstGeom prst="diamond">
              <a:avLst/>
            </a:prstGeom>
            <a:solidFill>
              <a:srgbClr val="7B8790"/>
            </a:solidFill>
            <a:ln w="13602">
              <a:solidFill>
                <a:srgbClr val="263238"/>
              </a:solidFill>
              <a:prstDash val="solid"/>
            </a:ln>
          </p:spPr>
        </p:sp>
        <p:sp>
          <p:nvSpPr>
            <p:cNvPr id="556" name="TMTM temporal row 2: source 556"/>
            <p:cNvSpPr/>
            <p:nvPr/>
          </p:nvSpPr>
          <p:spPr>
            <a:xfrm>
              <a:off x="6176881" y="1561018"/>
              <a:ext cx="88880" cy="88880"/>
            </a:xfrm>
            <a:prstGeom prst="ellipse">
              <a:avLst/>
            </a:prstGeom>
            <a:solidFill>
              <a:srgbClr val="7B8790"/>
            </a:solidFill>
            <a:ln w="9601">
              <a:solidFill>
                <a:srgbClr val="263238"/>
              </a:solidFill>
              <a:prstDash val="solid"/>
            </a:ln>
          </p:spPr>
        </p:sp>
        <p:sp>
          <p:nvSpPr>
            <p:cNvPr id="557" name="TMTM temporal row 2: source 557"/>
            <p:cNvSpPr/>
            <p:nvPr/>
          </p:nvSpPr>
          <p:spPr>
            <a:xfrm>
              <a:off x="6344044" y="1561018"/>
              <a:ext cx="88880" cy="88880"/>
            </a:xfrm>
            <a:prstGeom prst="ellipse">
              <a:avLst/>
            </a:prstGeom>
            <a:solidFill>
              <a:srgbClr val="B7BEC5"/>
            </a:solidFill>
            <a:ln w="9601">
              <a:solidFill>
                <a:srgbClr val="263238"/>
              </a:solidFill>
              <a:prstDash val="solid"/>
            </a:ln>
          </p:spPr>
        </p:sp>
        <p:sp>
          <p:nvSpPr>
            <p:cNvPr id="558" name="TMTM temporal row 2: source 558"/>
            <p:cNvSpPr/>
            <p:nvPr/>
          </p:nvSpPr>
          <p:spPr>
            <a:xfrm>
              <a:off x="6511208" y="1561018"/>
              <a:ext cx="88880" cy="88880"/>
            </a:xfrm>
            <a:prstGeom prst="ellipse">
              <a:avLst/>
            </a:prstGeom>
            <a:solidFill>
              <a:srgbClr val="0072B2"/>
            </a:solidFill>
            <a:ln w="9601">
              <a:solidFill>
                <a:srgbClr val="263238"/>
              </a:solidFill>
              <a:prstDash val="solid"/>
            </a:ln>
          </p:spPr>
        </p:sp>
        <p:sp>
          <p:nvSpPr>
            <p:cNvPr id="559" name="TMTM temporal row 2: source 559"/>
            <p:cNvSpPr/>
            <p:nvPr/>
          </p:nvSpPr>
          <p:spPr>
            <a:xfrm>
              <a:off x="6665928" y="1548575"/>
              <a:ext cx="113766" cy="113766"/>
            </a:xfrm>
            <a:prstGeom prst="diamond">
              <a:avLst/>
            </a:prstGeom>
            <a:solidFill>
              <a:srgbClr val="0072B2"/>
            </a:solidFill>
            <a:ln w="13602">
              <a:solidFill>
                <a:srgbClr val="263238"/>
              </a:solidFill>
              <a:prstDash val="solid"/>
            </a:ln>
          </p:spPr>
        </p:sp>
        <p:sp>
          <p:nvSpPr>
            <p:cNvPr id="560" name="TMTM temporal row 2: source 560"/>
            <p:cNvSpPr/>
            <p:nvPr/>
          </p:nvSpPr>
          <p:spPr>
            <a:xfrm>
              <a:off x="6845536" y="1561018"/>
              <a:ext cx="88880" cy="88880"/>
            </a:xfrm>
            <a:prstGeom prst="ellipse">
              <a:avLst/>
            </a:prstGeom>
            <a:solidFill>
              <a:srgbClr val="0072B2"/>
            </a:solidFill>
            <a:ln w="9601">
              <a:solidFill>
                <a:srgbClr val="263238"/>
              </a:solidFill>
              <a:prstDash val="solid"/>
            </a:ln>
          </p:spPr>
        </p:sp>
        <p:sp>
          <p:nvSpPr>
            <p:cNvPr id="561" name="TMTM temporal row 2: source 561"/>
            <p:cNvSpPr/>
            <p:nvPr/>
          </p:nvSpPr>
          <p:spPr>
            <a:xfrm>
              <a:off x="7000256" y="1548575"/>
              <a:ext cx="113766" cy="113766"/>
            </a:xfrm>
            <a:prstGeom prst="diamond">
              <a:avLst/>
            </a:prstGeom>
            <a:solidFill>
              <a:srgbClr val="B7BEC5"/>
            </a:solidFill>
            <a:ln w="13602">
              <a:solidFill>
                <a:srgbClr val="263238"/>
              </a:solidFill>
              <a:prstDash val="solid"/>
            </a:ln>
          </p:spPr>
        </p:sp>
        <p:sp>
          <p:nvSpPr>
            <p:cNvPr id="562" name="TMTM temporal row 2: source 562"/>
            <p:cNvSpPr/>
            <p:nvPr/>
          </p:nvSpPr>
          <p:spPr>
            <a:xfrm>
              <a:off x="7179863" y="1561018"/>
              <a:ext cx="88880" cy="88880"/>
            </a:xfrm>
            <a:prstGeom prst="ellipse">
              <a:avLst/>
            </a:prstGeom>
            <a:solidFill>
              <a:srgbClr val="D55E00"/>
            </a:solidFill>
            <a:ln w="9601">
              <a:solidFill>
                <a:srgbClr val="263238"/>
              </a:solidFill>
              <a:prstDash val="solid"/>
            </a:ln>
          </p:spPr>
        </p:sp>
        <p:sp>
          <p:nvSpPr>
            <p:cNvPr id="563" name="TMTM temporal row 2: source 563"/>
            <p:cNvSpPr/>
            <p:nvPr/>
          </p:nvSpPr>
          <p:spPr>
            <a:xfrm>
              <a:off x="7334583" y="1548575"/>
              <a:ext cx="113766" cy="113766"/>
            </a:xfrm>
            <a:prstGeom prst="diamond">
              <a:avLst/>
            </a:prstGeom>
            <a:solidFill>
              <a:srgbClr val="D55E00"/>
            </a:solidFill>
            <a:ln w="13602">
              <a:solidFill>
                <a:srgbClr val="263238"/>
              </a:solidFill>
              <a:prstDash val="solid"/>
            </a:ln>
          </p:spPr>
        </p:sp>
        <p:sp>
          <p:nvSpPr>
            <p:cNvPr id="564" name="TMTM temporal row 2: source 564"/>
            <p:cNvSpPr/>
            <p:nvPr/>
          </p:nvSpPr>
          <p:spPr>
            <a:xfrm>
              <a:off x="7514191" y="1561018"/>
              <a:ext cx="88880" cy="88880"/>
            </a:xfrm>
            <a:prstGeom prst="ellipse">
              <a:avLst/>
            </a:prstGeom>
            <a:solidFill>
              <a:srgbClr val="D55E00"/>
            </a:solidFill>
            <a:ln w="9601">
              <a:solidFill>
                <a:srgbClr val="263238"/>
              </a:solidFill>
              <a:prstDash val="solid"/>
            </a:ln>
          </p:spPr>
        </p:sp>
        <p:sp>
          <p:nvSpPr>
            <p:cNvPr id="565" name="TMTM temporal row 2: source 565"/>
            <p:cNvSpPr/>
            <p:nvPr/>
          </p:nvSpPr>
          <p:spPr>
            <a:xfrm>
              <a:off x="7681354" y="1561018"/>
              <a:ext cx="88880" cy="88880"/>
            </a:xfrm>
            <a:prstGeom prst="ellipse">
              <a:avLst/>
            </a:prstGeom>
            <a:solidFill>
              <a:srgbClr val="B7BEC5"/>
            </a:solidFill>
            <a:ln w="9601">
              <a:solidFill>
                <a:srgbClr val="263238"/>
              </a:solidFill>
              <a:prstDash val="solid"/>
            </a:ln>
          </p:spPr>
        </p:sp>
        <p:sp>
          <p:nvSpPr>
            <p:cNvPr id="566" name="TMTM temporal row 2: source 566"/>
            <p:cNvSpPr/>
            <p:nvPr/>
          </p:nvSpPr>
          <p:spPr>
            <a:xfrm>
              <a:off x="7836075" y="1548575"/>
              <a:ext cx="113766" cy="113766"/>
            </a:xfrm>
            <a:prstGeom prst="diamond">
              <a:avLst/>
            </a:prstGeom>
            <a:solidFill>
              <a:srgbClr val="7B8790"/>
            </a:solidFill>
            <a:ln w="13602">
              <a:solidFill>
                <a:srgbClr val="263238"/>
              </a:solidFill>
              <a:prstDash val="solid"/>
            </a:ln>
          </p:spPr>
        </p:sp>
        <p:sp>
          <p:nvSpPr>
            <p:cNvPr id="567" name="TMTM temporal row 2: source 567"/>
            <p:cNvSpPr/>
            <p:nvPr/>
          </p:nvSpPr>
          <p:spPr>
            <a:xfrm>
              <a:off x="8015682" y="1561018"/>
              <a:ext cx="88880" cy="88880"/>
            </a:xfrm>
            <a:prstGeom prst="ellipse">
              <a:avLst/>
            </a:prstGeom>
            <a:solidFill>
              <a:srgbClr val="009E73"/>
            </a:solidFill>
            <a:ln w="9601">
              <a:solidFill>
                <a:srgbClr val="263238"/>
              </a:solidFill>
              <a:prstDash val="solid"/>
            </a:ln>
          </p:spPr>
        </p:sp>
        <p:sp>
          <p:nvSpPr>
            <p:cNvPr id="568" name="TMTM temporal row 2: source 568"/>
            <p:cNvSpPr/>
            <p:nvPr/>
          </p:nvSpPr>
          <p:spPr>
            <a:xfrm>
              <a:off x="8170402" y="1548575"/>
              <a:ext cx="113766" cy="113766"/>
            </a:xfrm>
            <a:prstGeom prst="diamond">
              <a:avLst/>
            </a:prstGeom>
            <a:solidFill>
              <a:srgbClr val="009E73"/>
            </a:solidFill>
            <a:ln w="13602">
              <a:solidFill>
                <a:srgbClr val="263238"/>
              </a:solidFill>
              <a:prstDash val="solid"/>
            </a:ln>
          </p:spPr>
        </p:sp>
        <p:sp>
          <p:nvSpPr>
            <p:cNvPr id="569" name="TMTM temporal row 2: source 569"/>
            <p:cNvSpPr/>
            <p:nvPr/>
          </p:nvSpPr>
          <p:spPr>
            <a:xfrm>
              <a:off x="8350009" y="1561018"/>
              <a:ext cx="88880" cy="88880"/>
            </a:xfrm>
            <a:prstGeom prst="ellipse">
              <a:avLst/>
            </a:prstGeom>
            <a:solidFill>
              <a:srgbClr val="009E73"/>
            </a:solidFill>
            <a:ln w="9601">
              <a:solidFill>
                <a:srgbClr val="263238"/>
              </a:solidFill>
              <a:prstDash val="solid"/>
            </a:ln>
          </p:spPr>
        </p:sp>
        <p:sp>
          <p:nvSpPr>
            <p:cNvPr id="570" name="TMTM temporal row 2: source 570"/>
            <p:cNvSpPr/>
            <p:nvPr/>
          </p:nvSpPr>
          <p:spPr>
            <a:xfrm>
              <a:off x="8517173" y="1561018"/>
              <a:ext cx="88880" cy="88880"/>
            </a:xfrm>
            <a:prstGeom prst="ellipse">
              <a:avLst/>
            </a:prstGeom>
            <a:solidFill>
              <a:srgbClr val="7B8790"/>
            </a:solidFill>
            <a:ln w="9601">
              <a:solidFill>
                <a:srgbClr val="263238"/>
              </a:solidFill>
              <a:prstDash val="solid"/>
            </a:ln>
          </p:spPr>
        </p:sp>
        <p:sp>
          <p:nvSpPr>
            <p:cNvPr id="571" name="TMTM temporal row 2: source 571"/>
            <p:cNvSpPr/>
            <p:nvPr/>
          </p:nvSpPr>
          <p:spPr>
            <a:xfrm>
              <a:off x="5970575" y="1691869"/>
              <a:ext cx="170456" cy="69952"/>
            </a:xfrm>
            <a:prstGeom prst="rect">
              <a:avLst/>
            </a:prstGeom>
            <a:solidFill>
              <a:srgbClr val="7B8790"/>
            </a:solidFill>
            <a:ln w="5281">
              <a:solidFill>
                <a:srgbClr val="FFFFFF"/>
              </a:solidFill>
              <a:prstDash val="solid"/>
            </a:ln>
          </p:spPr>
        </p:sp>
        <p:sp>
          <p:nvSpPr>
            <p:cNvPr id="572" name="TMTM temporal row 2: source 572"/>
            <p:cNvSpPr/>
            <p:nvPr/>
          </p:nvSpPr>
          <p:spPr>
            <a:xfrm>
              <a:off x="6137739" y="1691869"/>
              <a:ext cx="170456" cy="69952"/>
            </a:xfrm>
            <a:prstGeom prst="rect">
              <a:avLst/>
            </a:prstGeom>
            <a:solidFill>
              <a:srgbClr val="7B8790"/>
            </a:solidFill>
            <a:ln w="5281">
              <a:solidFill>
                <a:srgbClr val="FFFFFF"/>
              </a:solidFill>
              <a:prstDash val="solid"/>
            </a:ln>
          </p:spPr>
        </p:sp>
        <p:sp>
          <p:nvSpPr>
            <p:cNvPr id="573" name="TMTM temporal row 2: source 573"/>
            <p:cNvSpPr/>
            <p:nvPr/>
          </p:nvSpPr>
          <p:spPr>
            <a:xfrm>
              <a:off x="6304902" y="1691869"/>
              <a:ext cx="170456" cy="69952"/>
            </a:xfrm>
            <a:prstGeom prst="rect">
              <a:avLst/>
            </a:prstGeom>
            <a:solidFill>
              <a:srgbClr val="B7BEC5"/>
            </a:solidFill>
            <a:ln w="5281">
              <a:solidFill>
                <a:srgbClr val="FFFFFF"/>
              </a:solidFill>
              <a:prstDash val="solid"/>
            </a:ln>
          </p:spPr>
        </p:sp>
        <p:sp>
          <p:nvSpPr>
            <p:cNvPr id="574" name="TMTM temporal row 2: source 574"/>
            <p:cNvSpPr/>
            <p:nvPr/>
          </p:nvSpPr>
          <p:spPr>
            <a:xfrm>
              <a:off x="6472066" y="1691869"/>
              <a:ext cx="170456" cy="69952"/>
            </a:xfrm>
            <a:prstGeom prst="rect">
              <a:avLst/>
            </a:prstGeom>
            <a:solidFill>
              <a:srgbClr val="0072B2"/>
            </a:solidFill>
            <a:ln w="5281">
              <a:solidFill>
                <a:srgbClr val="FFFFFF"/>
              </a:solidFill>
              <a:prstDash val="solid"/>
            </a:ln>
          </p:spPr>
        </p:sp>
        <p:sp>
          <p:nvSpPr>
            <p:cNvPr id="575" name="TMTM temporal row 2: source 575"/>
            <p:cNvSpPr/>
            <p:nvPr/>
          </p:nvSpPr>
          <p:spPr>
            <a:xfrm>
              <a:off x="6639230" y="1691869"/>
              <a:ext cx="170456" cy="69952"/>
            </a:xfrm>
            <a:prstGeom prst="rect">
              <a:avLst/>
            </a:prstGeom>
            <a:solidFill>
              <a:srgbClr val="0072B2"/>
            </a:solidFill>
            <a:ln w="5281">
              <a:solidFill>
                <a:srgbClr val="FFFFFF"/>
              </a:solidFill>
              <a:prstDash val="solid"/>
            </a:ln>
          </p:spPr>
        </p:sp>
        <p:sp>
          <p:nvSpPr>
            <p:cNvPr id="576" name="TMTM temporal row 2: source 576"/>
            <p:cNvSpPr/>
            <p:nvPr/>
          </p:nvSpPr>
          <p:spPr>
            <a:xfrm>
              <a:off x="6806394" y="1691869"/>
              <a:ext cx="170456" cy="69952"/>
            </a:xfrm>
            <a:prstGeom prst="rect">
              <a:avLst/>
            </a:prstGeom>
            <a:solidFill>
              <a:srgbClr val="0072B2"/>
            </a:solidFill>
            <a:ln w="5281">
              <a:solidFill>
                <a:srgbClr val="FFFFFF"/>
              </a:solidFill>
              <a:prstDash val="solid"/>
            </a:ln>
          </p:spPr>
        </p:sp>
        <p:sp>
          <p:nvSpPr>
            <p:cNvPr id="577" name="TMTM temporal row 2: source 577"/>
            <p:cNvSpPr/>
            <p:nvPr/>
          </p:nvSpPr>
          <p:spPr>
            <a:xfrm>
              <a:off x="6973557" y="1691869"/>
              <a:ext cx="170456" cy="69952"/>
            </a:xfrm>
            <a:prstGeom prst="rect">
              <a:avLst/>
            </a:prstGeom>
            <a:solidFill>
              <a:srgbClr val="B7BEC5"/>
            </a:solidFill>
            <a:ln w="5281">
              <a:solidFill>
                <a:srgbClr val="FFFFFF"/>
              </a:solidFill>
              <a:prstDash val="solid"/>
            </a:ln>
          </p:spPr>
        </p:sp>
        <p:sp>
          <p:nvSpPr>
            <p:cNvPr id="578" name="TMTM temporal row 2: source 578"/>
            <p:cNvSpPr/>
            <p:nvPr/>
          </p:nvSpPr>
          <p:spPr>
            <a:xfrm>
              <a:off x="7140722" y="1691869"/>
              <a:ext cx="170456" cy="69952"/>
            </a:xfrm>
            <a:prstGeom prst="rect">
              <a:avLst/>
            </a:prstGeom>
            <a:solidFill>
              <a:srgbClr val="D55E00"/>
            </a:solidFill>
            <a:ln w="5281">
              <a:solidFill>
                <a:srgbClr val="FFFFFF"/>
              </a:solidFill>
              <a:prstDash val="solid"/>
            </a:ln>
          </p:spPr>
        </p:sp>
        <p:sp>
          <p:nvSpPr>
            <p:cNvPr id="579" name="TMTM temporal row 2: source 579"/>
            <p:cNvSpPr/>
            <p:nvPr/>
          </p:nvSpPr>
          <p:spPr>
            <a:xfrm>
              <a:off x="7307885" y="1691869"/>
              <a:ext cx="170456" cy="69952"/>
            </a:xfrm>
            <a:prstGeom prst="rect">
              <a:avLst/>
            </a:prstGeom>
            <a:solidFill>
              <a:srgbClr val="D55E00"/>
            </a:solidFill>
            <a:ln w="5281">
              <a:solidFill>
                <a:srgbClr val="FFFFFF"/>
              </a:solidFill>
              <a:prstDash val="solid"/>
            </a:ln>
          </p:spPr>
        </p:sp>
        <p:sp>
          <p:nvSpPr>
            <p:cNvPr id="580" name="TMTM temporal row 2: source 580"/>
            <p:cNvSpPr/>
            <p:nvPr/>
          </p:nvSpPr>
          <p:spPr>
            <a:xfrm>
              <a:off x="7475049" y="1691869"/>
              <a:ext cx="170456" cy="69952"/>
            </a:xfrm>
            <a:prstGeom prst="rect">
              <a:avLst/>
            </a:prstGeom>
            <a:solidFill>
              <a:srgbClr val="D55E00"/>
            </a:solidFill>
            <a:ln w="5281">
              <a:solidFill>
                <a:srgbClr val="FFFFFF"/>
              </a:solidFill>
              <a:prstDash val="solid"/>
            </a:ln>
          </p:spPr>
        </p:sp>
        <p:sp>
          <p:nvSpPr>
            <p:cNvPr id="581" name="TMTM temporal row 2: source 581"/>
            <p:cNvSpPr/>
            <p:nvPr/>
          </p:nvSpPr>
          <p:spPr>
            <a:xfrm>
              <a:off x="7642212" y="1691869"/>
              <a:ext cx="170456" cy="69952"/>
            </a:xfrm>
            <a:prstGeom prst="rect">
              <a:avLst/>
            </a:prstGeom>
            <a:solidFill>
              <a:srgbClr val="B7BEC5"/>
            </a:solidFill>
            <a:ln w="5281">
              <a:solidFill>
                <a:srgbClr val="FFFFFF"/>
              </a:solidFill>
              <a:prstDash val="solid"/>
            </a:ln>
          </p:spPr>
        </p:sp>
        <p:sp>
          <p:nvSpPr>
            <p:cNvPr id="582" name="TMTM temporal row 2: source 582"/>
            <p:cNvSpPr/>
            <p:nvPr/>
          </p:nvSpPr>
          <p:spPr>
            <a:xfrm>
              <a:off x="7809376" y="1691869"/>
              <a:ext cx="170456" cy="69952"/>
            </a:xfrm>
            <a:prstGeom prst="rect">
              <a:avLst/>
            </a:prstGeom>
            <a:solidFill>
              <a:srgbClr val="7B8790"/>
            </a:solidFill>
            <a:ln w="5281">
              <a:solidFill>
                <a:srgbClr val="FFFFFF"/>
              </a:solidFill>
              <a:prstDash val="solid"/>
            </a:ln>
          </p:spPr>
        </p:sp>
        <p:sp>
          <p:nvSpPr>
            <p:cNvPr id="583" name="TMTM temporal row 2: source 583"/>
            <p:cNvSpPr/>
            <p:nvPr/>
          </p:nvSpPr>
          <p:spPr>
            <a:xfrm>
              <a:off x="7976540" y="1691869"/>
              <a:ext cx="170456" cy="69952"/>
            </a:xfrm>
            <a:prstGeom prst="rect">
              <a:avLst/>
            </a:prstGeom>
            <a:solidFill>
              <a:srgbClr val="009E73"/>
            </a:solidFill>
            <a:ln w="5281">
              <a:solidFill>
                <a:srgbClr val="FFFFFF"/>
              </a:solidFill>
              <a:prstDash val="solid"/>
            </a:ln>
          </p:spPr>
        </p:sp>
        <p:sp>
          <p:nvSpPr>
            <p:cNvPr id="584" name="TMTM temporal row 2: source 584"/>
            <p:cNvSpPr/>
            <p:nvPr/>
          </p:nvSpPr>
          <p:spPr>
            <a:xfrm>
              <a:off x="8143704" y="1691869"/>
              <a:ext cx="170456" cy="69952"/>
            </a:xfrm>
            <a:prstGeom prst="rect">
              <a:avLst/>
            </a:prstGeom>
            <a:solidFill>
              <a:srgbClr val="009E73"/>
            </a:solidFill>
            <a:ln w="5281">
              <a:solidFill>
                <a:srgbClr val="FFFFFF"/>
              </a:solidFill>
              <a:prstDash val="solid"/>
            </a:ln>
          </p:spPr>
        </p:sp>
        <p:sp>
          <p:nvSpPr>
            <p:cNvPr id="585" name="TMTM temporal row 2: source 585"/>
            <p:cNvSpPr/>
            <p:nvPr/>
          </p:nvSpPr>
          <p:spPr>
            <a:xfrm>
              <a:off x="8310867" y="1691869"/>
              <a:ext cx="170456" cy="69952"/>
            </a:xfrm>
            <a:prstGeom prst="rect">
              <a:avLst/>
            </a:prstGeom>
            <a:solidFill>
              <a:srgbClr val="009E73"/>
            </a:solidFill>
            <a:ln w="5281">
              <a:solidFill>
                <a:srgbClr val="FFFFFF"/>
              </a:solidFill>
              <a:prstDash val="solid"/>
            </a:ln>
          </p:spPr>
        </p:sp>
        <p:sp>
          <p:nvSpPr>
            <p:cNvPr id="586" name="TMTM temporal row 2: source 586"/>
            <p:cNvSpPr/>
            <p:nvPr/>
          </p:nvSpPr>
          <p:spPr>
            <a:xfrm>
              <a:off x="8478031" y="1691869"/>
              <a:ext cx="170456" cy="69952"/>
            </a:xfrm>
            <a:prstGeom prst="rect">
              <a:avLst/>
            </a:prstGeom>
            <a:solidFill>
              <a:srgbClr val="7B8790"/>
            </a:solidFill>
            <a:ln w="5281">
              <a:solidFill>
                <a:srgbClr val="FFFFFF"/>
              </a:solidFill>
              <a:prstDash val="solid"/>
            </a:ln>
          </p:spPr>
        </p:sp>
        <p:sp>
          <p:nvSpPr>
            <p:cNvPr id="587" name="TMTM temporal row 2: source 587"/>
            <p:cNvSpPr/>
            <p:nvPr/>
          </p:nvSpPr>
          <p:spPr>
            <a:xfrm>
              <a:off x="5970575" y="1691869"/>
              <a:ext cx="2674620" cy="69952"/>
            </a:xfrm>
            <a:prstGeom prst="rect">
              <a:avLst/>
            </a:prstGeom>
            <a:solidFill>
              <a:srgbClr val="FFFFFF">
                <a:alpha val="0"/>
              </a:srgbClr>
            </a:solidFill>
            <a:ln w="12321">
              <a:solidFill>
                <a:srgbClr val="263238"/>
              </a:solidFill>
              <a:prstDash val="solid"/>
            </a:ln>
          </p:spPr>
        </p:sp>
        <p:sp>
          <p:nvSpPr>
            <p:cNvPr id="480" name="Shape 478"/>
            <p:cNvSpPr/>
            <p:nvPr/>
          </p:nvSpPr>
          <p:spPr>
            <a:xfrm>
              <a:off x="6639230" y="836905"/>
              <a:ext cx="823" cy="876300"/>
            </a:xfrm>
            <a:prstGeom prst="line">
              <a:avLst/>
            </a:prstGeom>
            <a:solidFill>
              <a:srgbClr val="FFFFFF">
                <a:alpha val="0"/>
              </a:srgbClr>
            </a:solidFill>
            <a:ln w="10402">
              <a:solidFill>
                <a:srgbClr val="C9D9E9"/>
              </a:solidFill>
              <a:prstDash val="dash"/>
            </a:ln>
          </p:spPr>
        </p:sp>
        <p:sp>
          <p:nvSpPr>
            <p:cNvPr id="481" name="Shape 479"/>
            <p:cNvSpPr/>
            <p:nvPr/>
          </p:nvSpPr>
          <p:spPr>
            <a:xfrm>
              <a:off x="7307885" y="836905"/>
              <a:ext cx="823" cy="876300"/>
            </a:xfrm>
            <a:prstGeom prst="line">
              <a:avLst/>
            </a:prstGeom>
            <a:solidFill>
              <a:srgbClr val="FFFFFF">
                <a:alpha val="0"/>
              </a:srgbClr>
            </a:solidFill>
            <a:ln w="10402">
              <a:solidFill>
                <a:srgbClr val="C9D9E9"/>
              </a:solidFill>
              <a:prstDash val="dash"/>
            </a:ln>
          </p:spPr>
        </p:sp>
        <p:sp>
          <p:nvSpPr>
            <p:cNvPr id="482" name="Shape 480"/>
            <p:cNvSpPr/>
            <p:nvPr/>
          </p:nvSpPr>
          <p:spPr>
            <a:xfrm>
              <a:off x="7976540" y="836905"/>
              <a:ext cx="823" cy="876300"/>
            </a:xfrm>
            <a:prstGeom prst="line">
              <a:avLst/>
            </a:prstGeom>
            <a:solidFill>
              <a:srgbClr val="FFFFFF">
                <a:alpha val="0"/>
              </a:srgbClr>
            </a:solidFill>
            <a:ln w="10402">
              <a:solidFill>
                <a:srgbClr val="C9D9E9"/>
              </a:solidFill>
              <a:prstDash val="dash"/>
            </a:ln>
          </p:spPr>
        </p:sp>
        <p:sp>
          <p:nvSpPr>
            <p:cNvPr id="600" name="ST-MTM spatial ordering: source 600"/>
            <p:cNvSpPr/>
            <p:nvPr/>
          </p:nvSpPr>
          <p:spPr>
            <a:xfrm flipV="1">
              <a:off x="2759050" y="3036303"/>
              <a:ext cx="435254" cy="450799"/>
            </a:xfrm>
            <a:prstGeom prst="line">
              <a:avLst/>
            </a:prstGeom>
            <a:solidFill>
              <a:srgbClr val="FFFFFF">
                <a:alpha val="0"/>
              </a:srgbClr>
            </a:solidFill>
            <a:ln w="18892">
              <a:solidFill>
                <a:srgbClr val="7B8790"/>
              </a:solidFill>
              <a:prstDash val="dash"/>
            </a:ln>
          </p:spPr>
        </p:sp>
        <p:sp>
          <p:nvSpPr>
            <p:cNvPr id="601" name="ST-MTM spatial ordering: source 601"/>
            <p:cNvSpPr/>
            <p:nvPr/>
          </p:nvSpPr>
          <p:spPr>
            <a:xfrm>
              <a:off x="3194304" y="3036303"/>
              <a:ext cx="435254" cy="505206"/>
            </a:xfrm>
            <a:prstGeom prst="line">
              <a:avLst/>
            </a:prstGeom>
            <a:solidFill>
              <a:srgbClr val="FFFFFF">
                <a:alpha val="0"/>
              </a:srgbClr>
            </a:solidFill>
            <a:ln w="18892">
              <a:solidFill>
                <a:srgbClr val="7B8790"/>
              </a:solidFill>
              <a:prstDash val="dash"/>
            </a:ln>
          </p:spPr>
        </p:sp>
        <p:sp>
          <p:nvSpPr>
            <p:cNvPr id="602" name="ST-MTM spatial ordering: source 602"/>
            <p:cNvSpPr/>
            <p:nvPr/>
          </p:nvSpPr>
          <p:spPr>
            <a:xfrm>
              <a:off x="2759050" y="3487102"/>
              <a:ext cx="870509" cy="54407"/>
            </a:xfrm>
            <a:prstGeom prst="line">
              <a:avLst/>
            </a:prstGeom>
            <a:solidFill>
              <a:srgbClr val="FFFFFF">
                <a:alpha val="0"/>
              </a:srgbClr>
            </a:solidFill>
            <a:ln w="18892">
              <a:solidFill>
                <a:srgbClr val="7B8790"/>
              </a:solidFill>
              <a:prstDash val="dash"/>
            </a:ln>
          </p:spPr>
        </p:sp>
        <p:sp>
          <p:nvSpPr>
            <p:cNvPr id="603" name="ST-MTM spatial ordering: source 603"/>
            <p:cNvSpPr/>
            <p:nvPr/>
          </p:nvSpPr>
          <p:spPr>
            <a:xfrm>
              <a:off x="2675496" y="3403549"/>
              <a:ext cx="167107" cy="167107"/>
            </a:xfrm>
            <a:prstGeom prst="ellipse">
              <a:avLst/>
            </a:prstGeom>
            <a:solidFill>
              <a:srgbClr val="0072B2"/>
            </a:solidFill>
            <a:ln w="18892">
              <a:solidFill>
                <a:srgbClr val="263238"/>
              </a:solidFill>
              <a:prstDash val="solid"/>
            </a:ln>
          </p:spPr>
        </p:sp>
        <p:sp>
          <p:nvSpPr>
            <p:cNvPr id="604" name="ST-MTM spatial ordering: source 604"/>
            <p:cNvSpPr/>
            <p:nvPr/>
          </p:nvSpPr>
          <p:spPr>
            <a:xfrm>
              <a:off x="3110751" y="2952750"/>
              <a:ext cx="167107" cy="167107"/>
            </a:xfrm>
            <a:prstGeom prst="ellipse">
              <a:avLst/>
            </a:prstGeom>
            <a:solidFill>
              <a:srgbClr val="D55E00"/>
            </a:solidFill>
            <a:ln w="18892">
              <a:solidFill>
                <a:srgbClr val="263238"/>
              </a:solidFill>
              <a:prstDash val="solid"/>
            </a:ln>
          </p:spPr>
        </p:sp>
        <p:sp>
          <p:nvSpPr>
            <p:cNvPr id="605" name="ST-MTM spatial ordering: source 605"/>
            <p:cNvSpPr/>
            <p:nvPr/>
          </p:nvSpPr>
          <p:spPr>
            <a:xfrm>
              <a:off x="3546005" y="3457956"/>
              <a:ext cx="167107" cy="167107"/>
            </a:xfrm>
            <a:prstGeom prst="ellipse">
              <a:avLst/>
            </a:prstGeom>
            <a:solidFill>
              <a:srgbClr val="009E73"/>
            </a:solidFill>
            <a:ln w="18892">
              <a:solidFill>
                <a:srgbClr val="263238"/>
              </a:solidFill>
              <a:prstDash val="solid"/>
            </a:ln>
          </p:spPr>
        </p:sp>
        <p:sp>
          <p:nvSpPr>
            <p:cNvPr id="606" name="ST-MTM skeleton: source 606"/>
            <p:cNvSpPr/>
            <p:nvPr/>
          </p:nvSpPr>
          <p:spPr>
            <a:xfrm>
              <a:off x="4170731" y="3018006"/>
              <a:ext cx="1103681" cy="777"/>
            </a:xfrm>
            <a:prstGeom prst="line">
              <a:avLst/>
            </a:prstGeom>
            <a:solidFill>
              <a:srgbClr val="FFFFFF">
                <a:alpha val="0"/>
              </a:srgbClr>
            </a:solidFill>
            <a:ln w="20100">
              <a:solidFill>
                <a:srgbClr val="263238"/>
              </a:solidFill>
              <a:prstDash val="solid"/>
            </a:ln>
          </p:spPr>
        </p:sp>
        <p:sp>
          <p:nvSpPr>
            <p:cNvPr id="607" name="ST-MTM skeleton: source 607"/>
            <p:cNvSpPr/>
            <p:nvPr/>
          </p:nvSpPr>
          <p:spPr>
            <a:xfrm>
              <a:off x="4183166" y="2952717"/>
              <a:ext cx="130576" cy="130576"/>
            </a:xfrm>
            <a:prstGeom prst="ellipse">
              <a:avLst/>
            </a:prstGeom>
            <a:solidFill>
              <a:srgbClr val="0072B2"/>
            </a:solidFill>
            <a:ln w="18892">
              <a:solidFill>
                <a:srgbClr val="263238"/>
              </a:solidFill>
              <a:prstDash val="solid"/>
            </a:ln>
          </p:spPr>
        </p:sp>
        <p:sp>
          <p:nvSpPr>
            <p:cNvPr id="608" name="ST-MTM skeleton: source 608"/>
            <p:cNvSpPr/>
            <p:nvPr/>
          </p:nvSpPr>
          <p:spPr>
            <a:xfrm>
              <a:off x="4248455" y="3111275"/>
              <a:ext cx="777" cy="279806"/>
            </a:xfrm>
            <a:prstGeom prst="line">
              <a:avLst/>
            </a:prstGeom>
            <a:solidFill>
              <a:srgbClr val="FFFFFF">
                <a:alpha val="0"/>
              </a:srgbClr>
            </a:solidFill>
            <a:ln w="12090">
              <a:solidFill>
                <a:srgbClr val="7692B1"/>
              </a:solidFill>
              <a:prstDash val="dash"/>
            </a:ln>
          </p:spPr>
        </p:sp>
        <p:sp>
          <p:nvSpPr>
            <p:cNvPr id="609" name="ST-MTM skeleton: source 609"/>
            <p:cNvSpPr/>
            <p:nvPr/>
          </p:nvSpPr>
          <p:spPr>
            <a:xfrm>
              <a:off x="4131869" y="3398853"/>
              <a:ext cx="233172" cy="240944"/>
            </a:xfrm>
            <a:prstGeom prst="rect">
              <a:avLst/>
            </a:prstGeom>
            <a:solidFill>
              <a:srgbClr val="0072B2"/>
            </a:solidFill>
            <a:ln w="5289">
              <a:solidFill>
                <a:srgbClr val="FFFFFF"/>
              </a:solidFill>
              <a:prstDash val="solid"/>
            </a:ln>
          </p:spPr>
        </p:sp>
        <p:sp>
          <p:nvSpPr>
            <p:cNvPr id="610" name="ST-MTM skeleton: source 610"/>
            <p:cNvSpPr/>
            <p:nvPr/>
          </p:nvSpPr>
          <p:spPr>
            <a:xfrm>
              <a:off x="4509607" y="2952717"/>
              <a:ext cx="130576" cy="130576"/>
            </a:xfrm>
            <a:prstGeom prst="ellipse">
              <a:avLst/>
            </a:prstGeom>
            <a:solidFill>
              <a:srgbClr val="D55E00"/>
            </a:solidFill>
            <a:ln w="18892">
              <a:solidFill>
                <a:srgbClr val="263238"/>
              </a:solidFill>
              <a:prstDash val="solid"/>
            </a:ln>
          </p:spPr>
        </p:sp>
        <p:sp>
          <p:nvSpPr>
            <p:cNvPr id="611" name="ST-MTM skeleton: source 611"/>
            <p:cNvSpPr/>
            <p:nvPr/>
          </p:nvSpPr>
          <p:spPr>
            <a:xfrm>
              <a:off x="4574896" y="3111275"/>
              <a:ext cx="777" cy="279806"/>
            </a:xfrm>
            <a:prstGeom prst="line">
              <a:avLst/>
            </a:prstGeom>
            <a:solidFill>
              <a:srgbClr val="FFFFFF">
                <a:alpha val="0"/>
              </a:srgbClr>
            </a:solidFill>
            <a:ln w="12090">
              <a:solidFill>
                <a:srgbClr val="7692B1"/>
              </a:solidFill>
              <a:prstDash val="dash"/>
            </a:ln>
          </p:spPr>
        </p:sp>
        <p:sp>
          <p:nvSpPr>
            <p:cNvPr id="612" name="ST-MTM skeleton: source 612"/>
            <p:cNvSpPr/>
            <p:nvPr/>
          </p:nvSpPr>
          <p:spPr>
            <a:xfrm>
              <a:off x="4458310" y="3398853"/>
              <a:ext cx="233172" cy="240944"/>
            </a:xfrm>
            <a:prstGeom prst="rect">
              <a:avLst/>
            </a:prstGeom>
            <a:solidFill>
              <a:srgbClr val="D55E00"/>
            </a:solidFill>
            <a:ln w="5289">
              <a:solidFill>
                <a:srgbClr val="FFFFFF"/>
              </a:solidFill>
              <a:prstDash val="solid"/>
            </a:ln>
          </p:spPr>
        </p:sp>
        <p:sp>
          <p:nvSpPr>
            <p:cNvPr id="613" name="ST-MTM skeleton: source 613"/>
            <p:cNvSpPr/>
            <p:nvPr/>
          </p:nvSpPr>
          <p:spPr>
            <a:xfrm>
              <a:off x="5100310" y="2952717"/>
              <a:ext cx="130576" cy="130576"/>
            </a:xfrm>
            <a:prstGeom prst="ellipse">
              <a:avLst/>
            </a:prstGeom>
            <a:solidFill>
              <a:srgbClr val="009E73"/>
            </a:solidFill>
            <a:ln w="18892">
              <a:solidFill>
                <a:srgbClr val="263238"/>
              </a:solidFill>
              <a:prstDash val="solid"/>
            </a:ln>
          </p:spPr>
        </p:sp>
        <p:sp>
          <p:nvSpPr>
            <p:cNvPr id="614" name="ST-MTM skeleton: source 614"/>
            <p:cNvSpPr/>
            <p:nvPr/>
          </p:nvSpPr>
          <p:spPr>
            <a:xfrm>
              <a:off x="5165598" y="3111275"/>
              <a:ext cx="777" cy="279806"/>
            </a:xfrm>
            <a:prstGeom prst="line">
              <a:avLst/>
            </a:prstGeom>
            <a:solidFill>
              <a:srgbClr val="FFFFFF">
                <a:alpha val="0"/>
              </a:srgbClr>
            </a:solidFill>
            <a:ln w="12090">
              <a:solidFill>
                <a:srgbClr val="7692B1"/>
              </a:solidFill>
              <a:prstDash val="dash"/>
            </a:ln>
          </p:spPr>
        </p:sp>
        <p:sp>
          <p:nvSpPr>
            <p:cNvPr id="615" name="ST-MTM skeleton: source 615"/>
            <p:cNvSpPr/>
            <p:nvPr/>
          </p:nvSpPr>
          <p:spPr>
            <a:xfrm>
              <a:off x="5049012" y="3398853"/>
              <a:ext cx="233172" cy="240944"/>
            </a:xfrm>
            <a:prstGeom prst="rect">
              <a:avLst/>
            </a:prstGeom>
            <a:solidFill>
              <a:srgbClr val="009E73"/>
            </a:solidFill>
            <a:ln w="5289">
              <a:solidFill>
                <a:srgbClr val="FFFFFF"/>
              </a:solidFill>
              <a:prstDash val="solid"/>
            </a:ln>
          </p:spPr>
        </p:sp>
        <p:sp>
          <p:nvSpPr>
            <p:cNvPr id="616" name="ST-MTM hierarchical filling: source 616"/>
            <p:cNvSpPr/>
            <p:nvPr/>
          </p:nvSpPr>
          <p:spPr>
            <a:xfrm>
              <a:off x="5691683" y="3195885"/>
              <a:ext cx="1473098" cy="823"/>
            </a:xfrm>
            <a:prstGeom prst="line">
              <a:avLst/>
            </a:prstGeom>
            <a:solidFill>
              <a:srgbClr val="FFFFFF">
                <a:alpha val="0"/>
              </a:srgbClr>
            </a:solidFill>
            <a:ln w="12162">
              <a:solidFill>
                <a:srgbClr val="7B8790"/>
              </a:solidFill>
              <a:prstDash val="solid"/>
            </a:ln>
          </p:spPr>
        </p:sp>
        <p:sp>
          <p:nvSpPr>
            <p:cNvPr id="617" name="ST-MTM hierarchical filling: source 617"/>
            <p:cNvSpPr/>
            <p:nvPr/>
          </p:nvSpPr>
          <p:spPr>
            <a:xfrm>
              <a:off x="5669745" y="3143215"/>
              <a:ext cx="105339" cy="105339"/>
            </a:xfrm>
            <a:prstGeom prst="diamond">
              <a:avLst/>
            </a:prstGeom>
            <a:solidFill>
              <a:srgbClr val="7B8790"/>
            </a:solidFill>
            <a:ln w="13602">
              <a:solidFill>
                <a:srgbClr val="263238"/>
              </a:solidFill>
              <a:prstDash val="solid"/>
            </a:ln>
          </p:spPr>
        </p:sp>
        <p:sp>
          <p:nvSpPr>
            <p:cNvPr id="618" name="ST-MTM hierarchical filling: source 618"/>
            <p:cNvSpPr/>
            <p:nvPr/>
          </p:nvSpPr>
          <p:spPr>
            <a:xfrm>
              <a:off x="5750415" y="3154737"/>
              <a:ext cx="82296" cy="82296"/>
            </a:xfrm>
            <a:prstGeom prst="ellipse">
              <a:avLst/>
            </a:prstGeom>
            <a:solidFill>
              <a:srgbClr val="0072B2"/>
            </a:solidFill>
            <a:ln w="9601">
              <a:solidFill>
                <a:srgbClr val="263238"/>
              </a:solidFill>
              <a:prstDash val="solid"/>
            </a:ln>
          </p:spPr>
        </p:sp>
        <p:sp>
          <p:nvSpPr>
            <p:cNvPr id="619" name="ST-MTM hierarchical filling: source 619"/>
            <p:cNvSpPr/>
            <p:nvPr/>
          </p:nvSpPr>
          <p:spPr>
            <a:xfrm>
              <a:off x="5816236" y="3143215"/>
              <a:ext cx="105339" cy="105339"/>
            </a:xfrm>
            <a:prstGeom prst="diamond">
              <a:avLst/>
            </a:prstGeom>
            <a:solidFill>
              <a:srgbClr val="0072B2"/>
            </a:solidFill>
            <a:ln w="13602">
              <a:solidFill>
                <a:srgbClr val="263238"/>
              </a:solidFill>
              <a:prstDash val="solid"/>
            </a:ln>
          </p:spPr>
        </p:sp>
        <p:sp>
          <p:nvSpPr>
            <p:cNvPr id="620" name="ST-MTM hierarchical filling: source 620"/>
            <p:cNvSpPr/>
            <p:nvPr/>
          </p:nvSpPr>
          <p:spPr>
            <a:xfrm>
              <a:off x="5905100" y="3154737"/>
              <a:ext cx="82296" cy="82296"/>
            </a:xfrm>
            <a:prstGeom prst="ellipse">
              <a:avLst/>
            </a:prstGeom>
            <a:solidFill>
              <a:srgbClr val="0072B2"/>
            </a:solidFill>
            <a:ln w="9601">
              <a:solidFill>
                <a:srgbClr val="263238"/>
              </a:solidFill>
              <a:prstDash val="solid"/>
            </a:ln>
          </p:spPr>
        </p:sp>
        <p:sp>
          <p:nvSpPr>
            <p:cNvPr id="621" name="ST-MTM hierarchical filling: source 621"/>
            <p:cNvSpPr/>
            <p:nvPr/>
          </p:nvSpPr>
          <p:spPr>
            <a:xfrm>
              <a:off x="5967336" y="3143215"/>
              <a:ext cx="105339" cy="105339"/>
            </a:xfrm>
            <a:prstGeom prst="diamond">
              <a:avLst/>
            </a:prstGeom>
            <a:solidFill>
              <a:srgbClr val="B7BEC5"/>
            </a:solidFill>
            <a:ln w="13602">
              <a:solidFill>
                <a:srgbClr val="263238"/>
              </a:solidFill>
              <a:prstDash val="solid"/>
            </a:ln>
          </p:spPr>
        </p:sp>
        <p:sp>
          <p:nvSpPr>
            <p:cNvPr id="622" name="ST-MTM hierarchical filling: source 622"/>
            <p:cNvSpPr/>
            <p:nvPr/>
          </p:nvSpPr>
          <p:spPr>
            <a:xfrm>
              <a:off x="6057737" y="3154737"/>
              <a:ext cx="82296" cy="82296"/>
            </a:xfrm>
            <a:prstGeom prst="ellipse">
              <a:avLst/>
            </a:prstGeom>
            <a:solidFill>
              <a:srgbClr val="D55E00"/>
            </a:solidFill>
            <a:ln w="9601">
              <a:solidFill>
                <a:srgbClr val="263238"/>
              </a:solidFill>
              <a:prstDash val="solid"/>
            </a:ln>
          </p:spPr>
        </p:sp>
        <p:sp>
          <p:nvSpPr>
            <p:cNvPr id="623" name="ST-MTM hierarchical filling: source 623"/>
            <p:cNvSpPr/>
            <p:nvPr/>
          </p:nvSpPr>
          <p:spPr>
            <a:xfrm>
              <a:off x="6134827" y="3143215"/>
              <a:ext cx="105339" cy="105339"/>
            </a:xfrm>
            <a:prstGeom prst="diamond">
              <a:avLst/>
            </a:prstGeom>
            <a:solidFill>
              <a:srgbClr val="D55E00"/>
            </a:solidFill>
            <a:ln w="13602">
              <a:solidFill>
                <a:srgbClr val="263238"/>
              </a:solidFill>
              <a:prstDash val="solid"/>
            </a:ln>
          </p:spPr>
        </p:sp>
        <p:sp>
          <p:nvSpPr>
            <p:cNvPr id="624" name="ST-MTM hierarchical filling: source 624"/>
            <p:cNvSpPr/>
            <p:nvPr/>
          </p:nvSpPr>
          <p:spPr>
            <a:xfrm>
              <a:off x="6234960" y="3154737"/>
              <a:ext cx="82296" cy="82296"/>
            </a:xfrm>
            <a:prstGeom prst="ellipse">
              <a:avLst/>
            </a:prstGeom>
            <a:solidFill>
              <a:srgbClr val="D55E00"/>
            </a:solidFill>
            <a:ln w="9601">
              <a:solidFill>
                <a:srgbClr val="263238"/>
              </a:solidFill>
              <a:prstDash val="solid"/>
            </a:ln>
          </p:spPr>
        </p:sp>
        <p:sp>
          <p:nvSpPr>
            <p:cNvPr id="625" name="ST-MTM hierarchical filling: source 625"/>
            <p:cNvSpPr/>
            <p:nvPr/>
          </p:nvSpPr>
          <p:spPr>
            <a:xfrm>
              <a:off x="6332279" y="3154737"/>
              <a:ext cx="82296" cy="82296"/>
            </a:xfrm>
            <a:prstGeom prst="ellipse">
              <a:avLst/>
            </a:prstGeom>
            <a:solidFill>
              <a:srgbClr val="B7BEC5"/>
            </a:solidFill>
            <a:ln w="9601">
              <a:solidFill>
                <a:srgbClr val="263238"/>
              </a:solidFill>
              <a:prstDash val="solid"/>
            </a:ln>
          </p:spPr>
        </p:sp>
        <p:sp>
          <p:nvSpPr>
            <p:cNvPr id="626" name="ST-MTM hierarchical filling: source 626"/>
            <p:cNvSpPr/>
            <p:nvPr/>
          </p:nvSpPr>
          <p:spPr>
            <a:xfrm>
              <a:off x="6441377" y="3154737"/>
              <a:ext cx="82296" cy="82296"/>
            </a:xfrm>
            <a:prstGeom prst="ellipse">
              <a:avLst/>
            </a:prstGeom>
            <a:solidFill>
              <a:srgbClr val="B7BEC5"/>
            </a:solidFill>
            <a:ln w="9601">
              <a:solidFill>
                <a:srgbClr val="263238"/>
              </a:solidFill>
              <a:prstDash val="solid"/>
            </a:ln>
          </p:spPr>
        </p:sp>
        <p:sp>
          <p:nvSpPr>
            <p:cNvPr id="627" name="ST-MTM hierarchical filling: source 627"/>
            <p:cNvSpPr/>
            <p:nvPr/>
          </p:nvSpPr>
          <p:spPr>
            <a:xfrm>
              <a:off x="6554322" y="3143215"/>
              <a:ext cx="105339" cy="105339"/>
            </a:xfrm>
            <a:prstGeom prst="diamond">
              <a:avLst/>
            </a:prstGeom>
            <a:solidFill>
              <a:srgbClr val="7B8790"/>
            </a:solidFill>
            <a:ln w="13602">
              <a:solidFill>
                <a:srgbClr val="263238"/>
              </a:solidFill>
              <a:prstDash val="solid"/>
            </a:ln>
          </p:spPr>
        </p:sp>
        <p:sp>
          <p:nvSpPr>
            <p:cNvPr id="628" name="ST-MTM hierarchical filling: source 628"/>
            <p:cNvSpPr/>
            <p:nvPr/>
          </p:nvSpPr>
          <p:spPr>
            <a:xfrm>
              <a:off x="6692358" y="3154737"/>
              <a:ext cx="82296" cy="82296"/>
            </a:xfrm>
            <a:prstGeom prst="ellipse">
              <a:avLst/>
            </a:prstGeom>
            <a:solidFill>
              <a:srgbClr val="009E73"/>
            </a:solidFill>
            <a:ln w="9601">
              <a:solidFill>
                <a:srgbClr val="263238"/>
              </a:solidFill>
              <a:prstDash val="solid"/>
            </a:ln>
          </p:spPr>
        </p:sp>
        <p:sp>
          <p:nvSpPr>
            <p:cNvPr id="629" name="ST-MTM hierarchical filling: source 629"/>
            <p:cNvSpPr/>
            <p:nvPr/>
          </p:nvSpPr>
          <p:spPr>
            <a:xfrm>
              <a:off x="6798643" y="3143215"/>
              <a:ext cx="105339" cy="105339"/>
            </a:xfrm>
            <a:prstGeom prst="diamond">
              <a:avLst/>
            </a:prstGeom>
            <a:solidFill>
              <a:srgbClr val="009E73"/>
            </a:solidFill>
            <a:ln w="13602">
              <a:solidFill>
                <a:srgbClr val="263238"/>
              </a:solidFill>
              <a:prstDash val="solid"/>
            </a:ln>
          </p:spPr>
        </p:sp>
        <p:sp>
          <p:nvSpPr>
            <p:cNvPr id="630" name="ST-MTM hierarchical filling: source 630"/>
            <p:cNvSpPr/>
            <p:nvPr/>
          </p:nvSpPr>
          <p:spPr>
            <a:xfrm>
              <a:off x="6927971" y="3154737"/>
              <a:ext cx="82296" cy="82296"/>
            </a:xfrm>
            <a:prstGeom prst="ellipse">
              <a:avLst/>
            </a:prstGeom>
            <a:solidFill>
              <a:srgbClr val="009E73"/>
            </a:solidFill>
            <a:ln w="9601">
              <a:solidFill>
                <a:srgbClr val="263238"/>
              </a:solidFill>
              <a:prstDash val="solid"/>
            </a:ln>
          </p:spPr>
        </p:sp>
        <p:sp>
          <p:nvSpPr>
            <p:cNvPr id="631" name="ST-MTM hierarchical filling: source 631"/>
            <p:cNvSpPr/>
            <p:nvPr/>
          </p:nvSpPr>
          <p:spPr>
            <a:xfrm>
              <a:off x="7022729" y="3154737"/>
              <a:ext cx="82296" cy="82296"/>
            </a:xfrm>
            <a:prstGeom prst="ellipse">
              <a:avLst/>
            </a:prstGeom>
            <a:solidFill>
              <a:srgbClr val="7B8790"/>
            </a:solidFill>
            <a:ln w="9601">
              <a:solidFill>
                <a:srgbClr val="263238"/>
              </a:solidFill>
              <a:prstDash val="solid"/>
            </a:ln>
          </p:spPr>
        </p:sp>
        <p:sp>
          <p:nvSpPr>
            <p:cNvPr id="632" name="ST-MTM hierarchical filling: source 632"/>
            <p:cNvSpPr/>
            <p:nvPr/>
          </p:nvSpPr>
          <p:spPr>
            <a:xfrm>
              <a:off x="7091877" y="3154737"/>
              <a:ext cx="82296" cy="82296"/>
            </a:xfrm>
            <a:prstGeom prst="ellipse">
              <a:avLst/>
            </a:prstGeom>
            <a:solidFill>
              <a:srgbClr val="7B8790"/>
            </a:solidFill>
            <a:ln w="9601">
              <a:solidFill>
                <a:srgbClr val="263238"/>
              </a:solidFill>
              <a:prstDash val="solid"/>
            </a:ln>
          </p:spPr>
        </p:sp>
        <p:sp>
          <p:nvSpPr>
            <p:cNvPr id="633" name="ST-MTM hierarchical filling: source 633"/>
            <p:cNvSpPr/>
            <p:nvPr/>
          </p:nvSpPr>
          <p:spPr>
            <a:xfrm>
              <a:off x="5691683" y="3348133"/>
              <a:ext cx="64756" cy="164592"/>
            </a:xfrm>
            <a:prstGeom prst="rect">
              <a:avLst/>
            </a:prstGeom>
            <a:solidFill>
              <a:srgbClr val="7B8790"/>
            </a:solidFill>
            <a:ln w="5281">
              <a:solidFill>
                <a:srgbClr val="FFFFFF"/>
              </a:solidFill>
              <a:prstDash val="solid"/>
            </a:ln>
          </p:spPr>
        </p:sp>
        <p:sp>
          <p:nvSpPr>
            <p:cNvPr id="634" name="ST-MTM hierarchical filling: source 634"/>
            <p:cNvSpPr/>
            <p:nvPr/>
          </p:nvSpPr>
          <p:spPr>
            <a:xfrm>
              <a:off x="5753147" y="3348133"/>
              <a:ext cx="80122" cy="164592"/>
            </a:xfrm>
            <a:prstGeom prst="rect">
              <a:avLst/>
            </a:prstGeom>
            <a:solidFill>
              <a:srgbClr val="0072B2"/>
            </a:solidFill>
            <a:ln w="5281">
              <a:solidFill>
                <a:srgbClr val="FFFFFF"/>
              </a:solidFill>
              <a:prstDash val="solid"/>
            </a:ln>
          </p:spPr>
        </p:sp>
        <p:sp>
          <p:nvSpPr>
            <p:cNvPr id="635" name="ST-MTM hierarchical filling: source 635"/>
            <p:cNvSpPr/>
            <p:nvPr/>
          </p:nvSpPr>
          <p:spPr>
            <a:xfrm>
              <a:off x="5829978" y="3348133"/>
              <a:ext cx="81147" cy="164592"/>
            </a:xfrm>
            <a:prstGeom prst="rect">
              <a:avLst/>
            </a:prstGeom>
            <a:solidFill>
              <a:srgbClr val="0072B2"/>
            </a:solidFill>
            <a:ln w="5281">
              <a:solidFill>
                <a:srgbClr val="FFFFFF"/>
              </a:solidFill>
              <a:prstDash val="solid"/>
            </a:ln>
          </p:spPr>
        </p:sp>
        <p:sp>
          <p:nvSpPr>
            <p:cNvPr id="636" name="ST-MTM hierarchical filling: source 636"/>
            <p:cNvSpPr/>
            <p:nvPr/>
          </p:nvSpPr>
          <p:spPr>
            <a:xfrm>
              <a:off x="5907833" y="3348133"/>
              <a:ext cx="80122" cy="164592"/>
            </a:xfrm>
            <a:prstGeom prst="rect">
              <a:avLst/>
            </a:prstGeom>
            <a:solidFill>
              <a:srgbClr val="0072B2"/>
            </a:solidFill>
            <a:ln w="5281">
              <a:solidFill>
                <a:srgbClr val="FFFFFF"/>
              </a:solidFill>
              <a:prstDash val="solid"/>
            </a:ln>
          </p:spPr>
        </p:sp>
        <p:sp>
          <p:nvSpPr>
            <p:cNvPr id="637" name="ST-MTM hierarchical filling: source 637"/>
            <p:cNvSpPr/>
            <p:nvPr/>
          </p:nvSpPr>
          <p:spPr>
            <a:xfrm>
              <a:off x="5984663" y="3348133"/>
              <a:ext cx="73976" cy="164592"/>
            </a:xfrm>
            <a:prstGeom prst="rect">
              <a:avLst/>
            </a:prstGeom>
            <a:solidFill>
              <a:srgbClr val="B7BEC5"/>
            </a:solidFill>
            <a:ln w="5281">
              <a:solidFill>
                <a:srgbClr val="FFFFFF"/>
              </a:solidFill>
              <a:prstDash val="solid"/>
            </a:ln>
          </p:spPr>
        </p:sp>
        <p:sp>
          <p:nvSpPr>
            <p:cNvPr id="638" name="ST-MTM hierarchical filling: source 638"/>
            <p:cNvSpPr/>
            <p:nvPr/>
          </p:nvSpPr>
          <p:spPr>
            <a:xfrm>
              <a:off x="6055348" y="3348133"/>
              <a:ext cx="90366" cy="164592"/>
            </a:xfrm>
            <a:prstGeom prst="rect">
              <a:avLst/>
            </a:prstGeom>
            <a:solidFill>
              <a:srgbClr val="D55E00"/>
            </a:solidFill>
            <a:ln w="5281">
              <a:solidFill>
                <a:srgbClr val="FFFFFF"/>
              </a:solidFill>
              <a:prstDash val="solid"/>
            </a:ln>
          </p:spPr>
        </p:sp>
        <p:sp>
          <p:nvSpPr>
            <p:cNvPr id="639" name="ST-MTM hierarchical filling: source 639"/>
            <p:cNvSpPr/>
            <p:nvPr/>
          </p:nvSpPr>
          <p:spPr>
            <a:xfrm>
              <a:off x="6142423" y="3348133"/>
              <a:ext cx="93440" cy="164592"/>
            </a:xfrm>
            <a:prstGeom prst="rect">
              <a:avLst/>
            </a:prstGeom>
            <a:solidFill>
              <a:srgbClr val="D55E00"/>
            </a:solidFill>
            <a:ln w="5281">
              <a:solidFill>
                <a:srgbClr val="FFFFFF"/>
              </a:solidFill>
              <a:prstDash val="solid"/>
            </a:ln>
          </p:spPr>
        </p:sp>
        <p:sp>
          <p:nvSpPr>
            <p:cNvPr id="640" name="ST-MTM hierarchical filling: source 640"/>
            <p:cNvSpPr/>
            <p:nvPr/>
          </p:nvSpPr>
          <p:spPr>
            <a:xfrm>
              <a:off x="6232570" y="3348133"/>
              <a:ext cx="90366" cy="164592"/>
            </a:xfrm>
            <a:prstGeom prst="rect">
              <a:avLst/>
            </a:prstGeom>
            <a:solidFill>
              <a:srgbClr val="D55E00"/>
            </a:solidFill>
            <a:ln w="5281">
              <a:solidFill>
                <a:srgbClr val="FFFFFF"/>
              </a:solidFill>
              <a:prstDash val="solid"/>
            </a:ln>
          </p:spPr>
        </p:sp>
        <p:sp>
          <p:nvSpPr>
            <p:cNvPr id="641" name="ST-MTM hierarchical filling: source 641"/>
            <p:cNvSpPr/>
            <p:nvPr/>
          </p:nvSpPr>
          <p:spPr>
            <a:xfrm>
              <a:off x="6319645" y="3348133"/>
              <a:ext cx="110855" cy="164592"/>
            </a:xfrm>
            <a:prstGeom prst="rect">
              <a:avLst/>
            </a:prstGeom>
            <a:solidFill>
              <a:srgbClr val="B7BEC5"/>
            </a:solidFill>
            <a:ln w="5281">
              <a:solidFill>
                <a:srgbClr val="FFFFFF"/>
              </a:solidFill>
              <a:prstDash val="solid"/>
            </a:ln>
          </p:spPr>
        </p:sp>
        <p:sp>
          <p:nvSpPr>
            <p:cNvPr id="642" name="ST-MTM hierarchical filling: source 642"/>
            <p:cNvSpPr/>
            <p:nvPr/>
          </p:nvSpPr>
          <p:spPr>
            <a:xfrm>
              <a:off x="6427208" y="3348133"/>
              <a:ext cx="113928" cy="164592"/>
            </a:xfrm>
            <a:prstGeom prst="rect">
              <a:avLst/>
            </a:prstGeom>
            <a:solidFill>
              <a:srgbClr val="B7BEC5"/>
            </a:solidFill>
            <a:ln w="5281">
              <a:solidFill>
                <a:srgbClr val="FFFFFF"/>
              </a:solidFill>
              <a:prstDash val="solid"/>
            </a:ln>
          </p:spPr>
        </p:sp>
        <p:sp>
          <p:nvSpPr>
            <p:cNvPr id="643" name="ST-MTM hierarchical filling: source 643"/>
            <p:cNvSpPr/>
            <p:nvPr/>
          </p:nvSpPr>
          <p:spPr>
            <a:xfrm>
              <a:off x="6537844" y="3348133"/>
              <a:ext cx="141587" cy="164592"/>
            </a:xfrm>
            <a:prstGeom prst="rect">
              <a:avLst/>
            </a:prstGeom>
            <a:solidFill>
              <a:srgbClr val="7B8790"/>
            </a:solidFill>
            <a:ln w="5281">
              <a:solidFill>
                <a:srgbClr val="FFFFFF"/>
              </a:solidFill>
              <a:prstDash val="solid"/>
            </a:ln>
          </p:spPr>
        </p:sp>
        <p:sp>
          <p:nvSpPr>
            <p:cNvPr id="644" name="ST-MTM hierarchical filling: source 644"/>
            <p:cNvSpPr/>
            <p:nvPr/>
          </p:nvSpPr>
          <p:spPr>
            <a:xfrm>
              <a:off x="6676139" y="3348133"/>
              <a:ext cx="118025" cy="164592"/>
            </a:xfrm>
            <a:prstGeom prst="rect">
              <a:avLst/>
            </a:prstGeom>
            <a:solidFill>
              <a:srgbClr val="009E73"/>
            </a:solidFill>
            <a:ln w="5281">
              <a:solidFill>
                <a:srgbClr val="FFFFFF"/>
              </a:solidFill>
              <a:prstDash val="solid"/>
            </a:ln>
          </p:spPr>
        </p:sp>
        <p:sp>
          <p:nvSpPr>
            <p:cNvPr id="645" name="ST-MTM hierarchical filling: source 645"/>
            <p:cNvSpPr/>
            <p:nvPr/>
          </p:nvSpPr>
          <p:spPr>
            <a:xfrm>
              <a:off x="6790873" y="3348133"/>
              <a:ext cx="124172" cy="164592"/>
            </a:xfrm>
            <a:prstGeom prst="rect">
              <a:avLst/>
            </a:prstGeom>
            <a:solidFill>
              <a:srgbClr val="009E73"/>
            </a:solidFill>
            <a:ln w="5281">
              <a:solidFill>
                <a:srgbClr val="FFFFFF"/>
              </a:solidFill>
              <a:prstDash val="solid"/>
            </a:ln>
          </p:spPr>
        </p:sp>
        <p:sp>
          <p:nvSpPr>
            <p:cNvPr id="646" name="ST-MTM hierarchical filling: source 646"/>
            <p:cNvSpPr/>
            <p:nvPr/>
          </p:nvSpPr>
          <p:spPr>
            <a:xfrm>
              <a:off x="6911752" y="3348133"/>
              <a:ext cx="118025" cy="164592"/>
            </a:xfrm>
            <a:prstGeom prst="rect">
              <a:avLst/>
            </a:prstGeom>
            <a:solidFill>
              <a:srgbClr val="009E73"/>
            </a:solidFill>
            <a:ln w="5281">
              <a:solidFill>
                <a:srgbClr val="FFFFFF"/>
              </a:solidFill>
              <a:prstDash val="solid"/>
            </a:ln>
          </p:spPr>
        </p:sp>
        <p:sp>
          <p:nvSpPr>
            <p:cNvPr id="647" name="ST-MTM hierarchical filling: source 647"/>
            <p:cNvSpPr/>
            <p:nvPr/>
          </p:nvSpPr>
          <p:spPr>
            <a:xfrm>
              <a:off x="7026486" y="3348133"/>
              <a:ext cx="78073" cy="164592"/>
            </a:xfrm>
            <a:prstGeom prst="rect">
              <a:avLst/>
            </a:prstGeom>
            <a:solidFill>
              <a:srgbClr val="7B8790"/>
            </a:solidFill>
            <a:ln w="5281">
              <a:solidFill>
                <a:srgbClr val="FFFFFF"/>
              </a:solidFill>
              <a:prstDash val="solid"/>
            </a:ln>
          </p:spPr>
        </p:sp>
        <p:sp>
          <p:nvSpPr>
            <p:cNvPr id="648" name="ST-MTM hierarchical filling: source 648"/>
            <p:cNvSpPr/>
            <p:nvPr/>
          </p:nvSpPr>
          <p:spPr>
            <a:xfrm>
              <a:off x="7101268" y="3348133"/>
              <a:ext cx="66805" cy="164592"/>
            </a:xfrm>
            <a:prstGeom prst="rect">
              <a:avLst/>
            </a:prstGeom>
            <a:solidFill>
              <a:srgbClr val="7B8790"/>
            </a:solidFill>
            <a:ln w="5281">
              <a:solidFill>
                <a:srgbClr val="FFFFFF"/>
              </a:solidFill>
              <a:prstDash val="solid"/>
            </a:ln>
          </p:spPr>
        </p:sp>
        <p:sp>
          <p:nvSpPr>
            <p:cNvPr id="649" name="ST-MTM hierarchical filling: source 649"/>
            <p:cNvSpPr/>
            <p:nvPr/>
          </p:nvSpPr>
          <p:spPr>
            <a:xfrm>
              <a:off x="5691683" y="3348133"/>
              <a:ext cx="1473098" cy="164592"/>
            </a:xfrm>
            <a:prstGeom prst="rect">
              <a:avLst/>
            </a:prstGeom>
            <a:solidFill>
              <a:srgbClr val="FFFFFF">
                <a:alpha val="0"/>
              </a:srgbClr>
            </a:solidFill>
            <a:ln w="12321">
              <a:solidFill>
                <a:srgbClr val="263238"/>
              </a:solidFill>
              <a:prstDash val="solid"/>
            </a:ln>
          </p:spPr>
        </p:sp>
        <p:sp>
          <p:nvSpPr>
            <p:cNvPr id="650" name="ST-MTM temporal row 0: source 650"/>
            <p:cNvSpPr/>
            <p:nvPr/>
          </p:nvSpPr>
          <p:spPr>
            <a:xfrm>
              <a:off x="7513320" y="2857500"/>
              <a:ext cx="1341425" cy="296266"/>
            </a:xfrm>
            <a:prstGeom prst="rect">
              <a:avLst/>
            </a:prstGeom>
            <a:solidFill>
              <a:srgbClr val="FFFFFF">
                <a:alpha val="0"/>
              </a:srgbClr>
            </a:solidFill>
            <a:ln w="10881">
              <a:solidFill>
                <a:srgbClr val="CCDDEC"/>
              </a:solidFill>
              <a:prstDash val="solid"/>
            </a:ln>
          </p:spPr>
        </p:sp>
        <p:sp>
          <p:nvSpPr>
            <p:cNvPr id="651" name="ST-MTM temporal row 0: source 651"/>
            <p:cNvSpPr/>
            <p:nvPr/>
          </p:nvSpPr>
          <p:spPr>
            <a:xfrm>
              <a:off x="7566812" y="2952140"/>
              <a:ext cx="1234440" cy="823"/>
            </a:xfrm>
            <a:prstGeom prst="line">
              <a:avLst/>
            </a:prstGeom>
            <a:solidFill>
              <a:srgbClr val="FFFFFF">
                <a:alpha val="0"/>
              </a:srgbClr>
            </a:solidFill>
            <a:ln w="12162">
              <a:solidFill>
                <a:srgbClr val="7B8790"/>
              </a:solidFill>
              <a:prstDash val="solid"/>
            </a:ln>
          </p:spPr>
        </p:sp>
        <p:sp>
          <p:nvSpPr>
            <p:cNvPr id="652" name="ST-MTM temporal row 0: source 652"/>
            <p:cNvSpPr/>
            <p:nvPr/>
          </p:nvSpPr>
          <p:spPr>
            <a:xfrm>
              <a:off x="7549903" y="2909479"/>
              <a:ext cx="85325" cy="85325"/>
            </a:xfrm>
            <a:prstGeom prst="diamond">
              <a:avLst/>
            </a:prstGeom>
            <a:solidFill>
              <a:srgbClr val="7B8790"/>
            </a:solidFill>
            <a:ln w="13602">
              <a:solidFill>
                <a:srgbClr val="263238"/>
              </a:solidFill>
              <a:prstDash val="solid"/>
            </a:ln>
          </p:spPr>
        </p:sp>
        <p:sp>
          <p:nvSpPr>
            <p:cNvPr id="653" name="ST-MTM temporal row 0: source 653"/>
            <p:cNvSpPr/>
            <p:nvPr/>
          </p:nvSpPr>
          <p:spPr>
            <a:xfrm>
              <a:off x="7617181" y="2918811"/>
              <a:ext cx="66659" cy="66659"/>
            </a:xfrm>
            <a:prstGeom prst="ellipse">
              <a:avLst/>
            </a:prstGeom>
            <a:solidFill>
              <a:srgbClr val="0072B2"/>
            </a:solidFill>
            <a:ln w="9601">
              <a:solidFill>
                <a:srgbClr val="263238"/>
              </a:solidFill>
              <a:prstDash val="solid"/>
            </a:ln>
          </p:spPr>
        </p:sp>
        <p:sp>
          <p:nvSpPr>
            <p:cNvPr id="654" name="ST-MTM temporal row 0: source 654"/>
            <p:cNvSpPr/>
            <p:nvPr/>
          </p:nvSpPr>
          <p:spPr>
            <a:xfrm>
              <a:off x="7672660" y="2909479"/>
              <a:ext cx="85325" cy="85325"/>
            </a:xfrm>
            <a:prstGeom prst="diamond">
              <a:avLst/>
            </a:prstGeom>
            <a:solidFill>
              <a:srgbClr val="0072B2"/>
            </a:solidFill>
            <a:ln w="13602">
              <a:solidFill>
                <a:srgbClr val="263238"/>
              </a:solidFill>
              <a:prstDash val="solid"/>
            </a:ln>
          </p:spPr>
        </p:sp>
        <p:sp>
          <p:nvSpPr>
            <p:cNvPr id="655" name="ST-MTM temporal row 0: source 655"/>
            <p:cNvSpPr/>
            <p:nvPr/>
          </p:nvSpPr>
          <p:spPr>
            <a:xfrm>
              <a:off x="7746805" y="2918811"/>
              <a:ext cx="66659" cy="66659"/>
            </a:xfrm>
            <a:prstGeom prst="ellipse">
              <a:avLst/>
            </a:prstGeom>
            <a:solidFill>
              <a:srgbClr val="0072B2"/>
            </a:solidFill>
            <a:ln w="9601">
              <a:solidFill>
                <a:srgbClr val="263238"/>
              </a:solidFill>
              <a:prstDash val="solid"/>
            </a:ln>
          </p:spPr>
        </p:sp>
        <p:sp>
          <p:nvSpPr>
            <p:cNvPr id="656" name="ST-MTM temporal row 0: source 656"/>
            <p:cNvSpPr/>
            <p:nvPr/>
          </p:nvSpPr>
          <p:spPr>
            <a:xfrm>
              <a:off x="7799281" y="2909479"/>
              <a:ext cx="85325" cy="85325"/>
            </a:xfrm>
            <a:prstGeom prst="diamond">
              <a:avLst/>
            </a:prstGeom>
            <a:solidFill>
              <a:srgbClr val="B7BEC5"/>
            </a:solidFill>
            <a:ln w="13602">
              <a:solidFill>
                <a:srgbClr val="263238"/>
              </a:solidFill>
              <a:prstDash val="solid"/>
            </a:ln>
          </p:spPr>
        </p:sp>
        <p:sp>
          <p:nvSpPr>
            <p:cNvPr id="657" name="ST-MTM temporal row 0: source 657"/>
            <p:cNvSpPr/>
            <p:nvPr/>
          </p:nvSpPr>
          <p:spPr>
            <a:xfrm>
              <a:off x="7874713" y="2918811"/>
              <a:ext cx="66659" cy="66659"/>
            </a:xfrm>
            <a:prstGeom prst="ellipse">
              <a:avLst/>
            </a:prstGeom>
            <a:solidFill>
              <a:srgbClr val="D55E00"/>
            </a:solidFill>
            <a:ln w="9601">
              <a:solidFill>
                <a:srgbClr val="263238"/>
              </a:solidFill>
              <a:prstDash val="solid"/>
            </a:ln>
          </p:spPr>
        </p:sp>
        <p:sp>
          <p:nvSpPr>
            <p:cNvPr id="658" name="ST-MTM temporal row 0: source 658"/>
            <p:cNvSpPr/>
            <p:nvPr/>
          </p:nvSpPr>
          <p:spPr>
            <a:xfrm>
              <a:off x="7939636" y="2909479"/>
              <a:ext cx="85325" cy="85325"/>
            </a:xfrm>
            <a:prstGeom prst="diamond">
              <a:avLst/>
            </a:prstGeom>
            <a:solidFill>
              <a:srgbClr val="D55E00"/>
            </a:solidFill>
            <a:ln w="13602">
              <a:solidFill>
                <a:srgbClr val="263238"/>
              </a:solidFill>
              <a:prstDash val="solid"/>
            </a:ln>
          </p:spPr>
        </p:sp>
        <p:sp>
          <p:nvSpPr>
            <p:cNvPr id="659" name="ST-MTM temporal row 0: source 659"/>
            <p:cNvSpPr/>
            <p:nvPr/>
          </p:nvSpPr>
          <p:spPr>
            <a:xfrm>
              <a:off x="8023224" y="2918811"/>
              <a:ext cx="66659" cy="66659"/>
            </a:xfrm>
            <a:prstGeom prst="ellipse">
              <a:avLst/>
            </a:prstGeom>
            <a:solidFill>
              <a:srgbClr val="D55E00"/>
            </a:solidFill>
            <a:ln w="9601">
              <a:solidFill>
                <a:srgbClr val="263238"/>
              </a:solidFill>
              <a:prstDash val="solid"/>
            </a:ln>
          </p:spPr>
        </p:sp>
        <p:sp>
          <p:nvSpPr>
            <p:cNvPr id="660" name="ST-MTM temporal row 0: source 660"/>
            <p:cNvSpPr/>
            <p:nvPr/>
          </p:nvSpPr>
          <p:spPr>
            <a:xfrm>
              <a:off x="8104776" y="2918811"/>
              <a:ext cx="66659" cy="66659"/>
            </a:xfrm>
            <a:prstGeom prst="ellipse">
              <a:avLst/>
            </a:prstGeom>
            <a:solidFill>
              <a:srgbClr val="B7BEC5"/>
            </a:solidFill>
            <a:ln w="9601">
              <a:solidFill>
                <a:srgbClr val="263238"/>
              </a:solidFill>
              <a:prstDash val="solid"/>
            </a:ln>
          </p:spPr>
        </p:sp>
        <p:sp>
          <p:nvSpPr>
            <p:cNvPr id="661" name="ST-MTM temporal row 0: source 661"/>
            <p:cNvSpPr/>
            <p:nvPr/>
          </p:nvSpPr>
          <p:spPr>
            <a:xfrm>
              <a:off x="8196200" y="2918811"/>
              <a:ext cx="66659" cy="66659"/>
            </a:xfrm>
            <a:prstGeom prst="ellipse">
              <a:avLst/>
            </a:prstGeom>
            <a:solidFill>
              <a:srgbClr val="B7BEC5"/>
            </a:solidFill>
            <a:ln w="9601">
              <a:solidFill>
                <a:srgbClr val="263238"/>
              </a:solidFill>
              <a:prstDash val="solid"/>
            </a:ln>
          </p:spPr>
        </p:sp>
        <p:sp>
          <p:nvSpPr>
            <p:cNvPr id="662" name="ST-MTM temporal row 0: source 662"/>
            <p:cNvSpPr/>
            <p:nvPr/>
          </p:nvSpPr>
          <p:spPr>
            <a:xfrm>
              <a:off x="8291168" y="2909479"/>
              <a:ext cx="85325" cy="85325"/>
            </a:xfrm>
            <a:prstGeom prst="diamond">
              <a:avLst/>
            </a:prstGeom>
            <a:solidFill>
              <a:srgbClr val="7B8790"/>
            </a:solidFill>
            <a:ln w="13602">
              <a:solidFill>
                <a:srgbClr val="263238"/>
              </a:solidFill>
              <a:prstDash val="solid"/>
            </a:ln>
          </p:spPr>
        </p:sp>
        <p:sp>
          <p:nvSpPr>
            <p:cNvPr id="663" name="ST-MTM temporal row 0: source 663"/>
            <p:cNvSpPr/>
            <p:nvPr/>
          </p:nvSpPr>
          <p:spPr>
            <a:xfrm>
              <a:off x="8406519" y="2918811"/>
              <a:ext cx="66659" cy="66659"/>
            </a:xfrm>
            <a:prstGeom prst="ellipse">
              <a:avLst/>
            </a:prstGeom>
            <a:solidFill>
              <a:srgbClr val="009E73"/>
            </a:solidFill>
            <a:ln w="9601">
              <a:solidFill>
                <a:srgbClr val="263238"/>
              </a:solidFill>
              <a:prstDash val="solid"/>
            </a:ln>
          </p:spPr>
        </p:sp>
        <p:sp>
          <p:nvSpPr>
            <p:cNvPr id="664" name="ST-MTM temporal row 0: source 664"/>
            <p:cNvSpPr/>
            <p:nvPr/>
          </p:nvSpPr>
          <p:spPr>
            <a:xfrm>
              <a:off x="8495907" y="2909479"/>
              <a:ext cx="85325" cy="85325"/>
            </a:xfrm>
            <a:prstGeom prst="diamond">
              <a:avLst/>
            </a:prstGeom>
            <a:solidFill>
              <a:srgbClr val="009E73"/>
            </a:solidFill>
            <a:ln w="13602">
              <a:solidFill>
                <a:srgbClr val="263238"/>
              </a:solidFill>
              <a:prstDash val="solid"/>
            </a:ln>
          </p:spPr>
        </p:sp>
        <p:sp>
          <p:nvSpPr>
            <p:cNvPr id="665" name="ST-MTM temporal row 0: source 665"/>
            <p:cNvSpPr/>
            <p:nvPr/>
          </p:nvSpPr>
          <p:spPr>
            <a:xfrm>
              <a:off x="8603960" y="2918811"/>
              <a:ext cx="66659" cy="66659"/>
            </a:xfrm>
            <a:prstGeom prst="ellipse">
              <a:avLst/>
            </a:prstGeom>
            <a:solidFill>
              <a:srgbClr val="009E73"/>
            </a:solidFill>
            <a:ln w="9601">
              <a:solidFill>
                <a:srgbClr val="263238"/>
              </a:solidFill>
              <a:prstDash val="solid"/>
            </a:ln>
          </p:spPr>
        </p:sp>
        <p:sp>
          <p:nvSpPr>
            <p:cNvPr id="666" name="ST-MTM temporal row 0: source 666"/>
            <p:cNvSpPr/>
            <p:nvPr/>
          </p:nvSpPr>
          <p:spPr>
            <a:xfrm>
              <a:off x="8683366" y="2918811"/>
              <a:ext cx="66659" cy="66659"/>
            </a:xfrm>
            <a:prstGeom prst="ellipse">
              <a:avLst/>
            </a:prstGeom>
            <a:solidFill>
              <a:srgbClr val="7B8790"/>
            </a:solidFill>
            <a:ln w="9601">
              <a:solidFill>
                <a:srgbClr val="263238"/>
              </a:solidFill>
              <a:prstDash val="solid"/>
            </a:ln>
          </p:spPr>
        </p:sp>
        <p:sp>
          <p:nvSpPr>
            <p:cNvPr id="667" name="ST-MTM temporal row 0: source 667"/>
            <p:cNvSpPr/>
            <p:nvPr/>
          </p:nvSpPr>
          <p:spPr>
            <a:xfrm>
              <a:off x="8741311" y="2918811"/>
              <a:ext cx="66659" cy="66659"/>
            </a:xfrm>
            <a:prstGeom prst="ellipse">
              <a:avLst/>
            </a:prstGeom>
            <a:solidFill>
              <a:srgbClr val="7B8790"/>
            </a:solidFill>
            <a:ln w="9601">
              <a:solidFill>
                <a:srgbClr val="263238"/>
              </a:solidFill>
              <a:prstDash val="solid"/>
            </a:ln>
          </p:spPr>
        </p:sp>
        <p:sp>
          <p:nvSpPr>
            <p:cNvPr id="668" name="ST-MTM temporal row 0: source 668"/>
            <p:cNvSpPr/>
            <p:nvPr/>
          </p:nvSpPr>
          <p:spPr>
            <a:xfrm>
              <a:off x="7566812" y="3037729"/>
              <a:ext cx="54798" cy="90526"/>
            </a:xfrm>
            <a:prstGeom prst="rect">
              <a:avLst/>
            </a:prstGeom>
            <a:solidFill>
              <a:srgbClr val="7B8790"/>
            </a:solidFill>
            <a:ln w="5281">
              <a:solidFill>
                <a:srgbClr val="FFFFFF"/>
              </a:solidFill>
              <a:prstDash val="solid"/>
            </a:ln>
          </p:spPr>
        </p:sp>
        <p:sp>
          <p:nvSpPr>
            <p:cNvPr id="669" name="ST-MTM temporal row 0: source 669"/>
            <p:cNvSpPr/>
            <p:nvPr/>
          </p:nvSpPr>
          <p:spPr>
            <a:xfrm>
              <a:off x="7618318" y="3037729"/>
              <a:ext cx="67675" cy="90526"/>
            </a:xfrm>
            <a:prstGeom prst="rect">
              <a:avLst/>
            </a:prstGeom>
            <a:solidFill>
              <a:srgbClr val="0072B2"/>
            </a:solidFill>
            <a:ln w="5281">
              <a:solidFill>
                <a:srgbClr val="FFFFFF"/>
              </a:solidFill>
              <a:prstDash val="solid"/>
            </a:ln>
          </p:spPr>
        </p:sp>
        <p:sp>
          <p:nvSpPr>
            <p:cNvPr id="670" name="ST-MTM temporal row 0: source 670"/>
            <p:cNvSpPr/>
            <p:nvPr/>
          </p:nvSpPr>
          <p:spPr>
            <a:xfrm>
              <a:off x="7682702" y="3037729"/>
              <a:ext cx="68533" cy="90526"/>
            </a:xfrm>
            <a:prstGeom prst="rect">
              <a:avLst/>
            </a:prstGeom>
            <a:solidFill>
              <a:srgbClr val="0072B2"/>
            </a:solidFill>
            <a:ln w="5281">
              <a:solidFill>
                <a:srgbClr val="FFFFFF"/>
              </a:solidFill>
              <a:prstDash val="solid"/>
            </a:ln>
          </p:spPr>
        </p:sp>
        <p:sp>
          <p:nvSpPr>
            <p:cNvPr id="671" name="ST-MTM temporal row 0: source 671"/>
            <p:cNvSpPr/>
            <p:nvPr/>
          </p:nvSpPr>
          <p:spPr>
            <a:xfrm>
              <a:off x="7747944" y="3037729"/>
              <a:ext cx="67675" cy="90526"/>
            </a:xfrm>
            <a:prstGeom prst="rect">
              <a:avLst/>
            </a:prstGeom>
            <a:solidFill>
              <a:srgbClr val="0072B2"/>
            </a:solidFill>
            <a:ln w="5281">
              <a:solidFill>
                <a:srgbClr val="FFFFFF"/>
              </a:solidFill>
              <a:prstDash val="solid"/>
            </a:ln>
          </p:spPr>
        </p:sp>
        <p:sp>
          <p:nvSpPr>
            <p:cNvPr id="672" name="ST-MTM temporal row 0: source 672"/>
            <p:cNvSpPr/>
            <p:nvPr/>
          </p:nvSpPr>
          <p:spPr>
            <a:xfrm>
              <a:off x="7812327" y="3037729"/>
              <a:ext cx="62525" cy="90526"/>
            </a:xfrm>
            <a:prstGeom prst="rect">
              <a:avLst/>
            </a:prstGeom>
            <a:solidFill>
              <a:srgbClr val="B7BEC5"/>
            </a:solidFill>
            <a:ln w="5281">
              <a:solidFill>
                <a:srgbClr val="FFFFFF"/>
              </a:solidFill>
              <a:prstDash val="solid"/>
            </a:ln>
          </p:spPr>
        </p:sp>
        <p:sp>
          <p:nvSpPr>
            <p:cNvPr id="673" name="ST-MTM temporal row 0: source 673"/>
            <p:cNvSpPr/>
            <p:nvPr/>
          </p:nvSpPr>
          <p:spPr>
            <a:xfrm>
              <a:off x="7871560" y="3037729"/>
              <a:ext cx="76260" cy="90526"/>
            </a:xfrm>
            <a:prstGeom prst="rect">
              <a:avLst/>
            </a:prstGeom>
            <a:solidFill>
              <a:srgbClr val="D55E00"/>
            </a:solidFill>
            <a:ln w="5281">
              <a:solidFill>
                <a:srgbClr val="FFFFFF"/>
              </a:solidFill>
              <a:prstDash val="solid"/>
            </a:ln>
          </p:spPr>
        </p:sp>
        <p:sp>
          <p:nvSpPr>
            <p:cNvPr id="674" name="ST-MTM temporal row 0: source 674"/>
            <p:cNvSpPr/>
            <p:nvPr/>
          </p:nvSpPr>
          <p:spPr>
            <a:xfrm>
              <a:off x="7944527" y="3037729"/>
              <a:ext cx="78835" cy="90526"/>
            </a:xfrm>
            <a:prstGeom prst="rect">
              <a:avLst/>
            </a:prstGeom>
            <a:solidFill>
              <a:srgbClr val="D55E00"/>
            </a:solidFill>
            <a:ln w="5281">
              <a:solidFill>
                <a:srgbClr val="FFFFFF"/>
              </a:solidFill>
              <a:prstDash val="solid"/>
            </a:ln>
          </p:spPr>
        </p:sp>
        <p:sp>
          <p:nvSpPr>
            <p:cNvPr id="675" name="ST-MTM temporal row 0: source 675"/>
            <p:cNvSpPr/>
            <p:nvPr/>
          </p:nvSpPr>
          <p:spPr>
            <a:xfrm>
              <a:off x="8020069" y="3037729"/>
              <a:ext cx="76260" cy="90526"/>
            </a:xfrm>
            <a:prstGeom prst="rect">
              <a:avLst/>
            </a:prstGeom>
            <a:solidFill>
              <a:srgbClr val="D55E00"/>
            </a:solidFill>
            <a:ln w="5281">
              <a:solidFill>
                <a:srgbClr val="FFFFFF"/>
              </a:solidFill>
              <a:prstDash val="solid"/>
            </a:ln>
          </p:spPr>
        </p:sp>
        <p:sp>
          <p:nvSpPr>
            <p:cNvPr id="676" name="ST-MTM temporal row 0: source 676"/>
            <p:cNvSpPr/>
            <p:nvPr/>
          </p:nvSpPr>
          <p:spPr>
            <a:xfrm>
              <a:off x="8093038" y="3037729"/>
              <a:ext cx="93428" cy="90526"/>
            </a:xfrm>
            <a:prstGeom prst="rect">
              <a:avLst/>
            </a:prstGeom>
            <a:solidFill>
              <a:srgbClr val="B7BEC5"/>
            </a:solidFill>
            <a:ln w="5281">
              <a:solidFill>
                <a:srgbClr val="FFFFFF"/>
              </a:solidFill>
              <a:prstDash val="solid"/>
            </a:ln>
          </p:spPr>
        </p:sp>
        <p:sp>
          <p:nvSpPr>
            <p:cNvPr id="677" name="ST-MTM temporal row 0: source 677"/>
            <p:cNvSpPr/>
            <p:nvPr/>
          </p:nvSpPr>
          <p:spPr>
            <a:xfrm>
              <a:off x="8183174" y="3037729"/>
              <a:ext cx="96004" cy="90526"/>
            </a:xfrm>
            <a:prstGeom prst="rect">
              <a:avLst/>
            </a:prstGeom>
            <a:solidFill>
              <a:srgbClr val="B7BEC5"/>
            </a:solidFill>
            <a:ln w="5281">
              <a:solidFill>
                <a:srgbClr val="FFFFFF"/>
              </a:solidFill>
              <a:prstDash val="solid"/>
            </a:ln>
          </p:spPr>
        </p:sp>
        <p:sp>
          <p:nvSpPr>
            <p:cNvPr id="678" name="ST-MTM temporal row 0: source 678"/>
            <p:cNvSpPr/>
            <p:nvPr/>
          </p:nvSpPr>
          <p:spPr>
            <a:xfrm>
              <a:off x="8275885" y="3037729"/>
              <a:ext cx="119182" cy="90526"/>
            </a:xfrm>
            <a:prstGeom prst="rect">
              <a:avLst/>
            </a:prstGeom>
            <a:solidFill>
              <a:srgbClr val="7B8790"/>
            </a:solidFill>
            <a:ln w="5281">
              <a:solidFill>
                <a:srgbClr val="FFFFFF"/>
              </a:solidFill>
              <a:prstDash val="solid"/>
            </a:ln>
          </p:spPr>
        </p:sp>
        <p:sp>
          <p:nvSpPr>
            <p:cNvPr id="679" name="ST-MTM temporal row 0: source 679"/>
            <p:cNvSpPr/>
            <p:nvPr/>
          </p:nvSpPr>
          <p:spPr>
            <a:xfrm>
              <a:off x="8391776" y="3037729"/>
              <a:ext cx="99437" cy="90526"/>
            </a:xfrm>
            <a:prstGeom prst="rect">
              <a:avLst/>
            </a:prstGeom>
            <a:solidFill>
              <a:srgbClr val="009E73"/>
            </a:solidFill>
            <a:ln w="5281">
              <a:solidFill>
                <a:srgbClr val="FFFFFF"/>
              </a:solidFill>
              <a:prstDash val="solid"/>
            </a:ln>
          </p:spPr>
        </p:sp>
        <p:sp>
          <p:nvSpPr>
            <p:cNvPr id="680" name="ST-MTM temporal row 0: source 680"/>
            <p:cNvSpPr/>
            <p:nvPr/>
          </p:nvSpPr>
          <p:spPr>
            <a:xfrm>
              <a:off x="8487921" y="3037729"/>
              <a:ext cx="104588" cy="90526"/>
            </a:xfrm>
            <a:prstGeom prst="rect">
              <a:avLst/>
            </a:prstGeom>
            <a:solidFill>
              <a:srgbClr val="009E73"/>
            </a:solidFill>
            <a:ln w="5281">
              <a:solidFill>
                <a:srgbClr val="FFFFFF"/>
              </a:solidFill>
              <a:prstDash val="solid"/>
            </a:ln>
          </p:spPr>
        </p:sp>
        <p:sp>
          <p:nvSpPr>
            <p:cNvPr id="681" name="ST-MTM temporal row 0: source 681"/>
            <p:cNvSpPr/>
            <p:nvPr/>
          </p:nvSpPr>
          <p:spPr>
            <a:xfrm>
              <a:off x="8589217" y="3037729"/>
              <a:ext cx="99437" cy="90526"/>
            </a:xfrm>
            <a:prstGeom prst="rect">
              <a:avLst/>
            </a:prstGeom>
            <a:solidFill>
              <a:srgbClr val="009E73"/>
            </a:solidFill>
            <a:ln w="5281">
              <a:solidFill>
                <a:srgbClr val="FFFFFF"/>
              </a:solidFill>
              <a:prstDash val="solid"/>
            </a:ln>
          </p:spPr>
        </p:sp>
        <p:sp>
          <p:nvSpPr>
            <p:cNvPr id="682" name="ST-MTM temporal row 0: source 682"/>
            <p:cNvSpPr/>
            <p:nvPr/>
          </p:nvSpPr>
          <p:spPr>
            <a:xfrm>
              <a:off x="8685363" y="3037729"/>
              <a:ext cx="65958" cy="90526"/>
            </a:xfrm>
            <a:prstGeom prst="rect">
              <a:avLst/>
            </a:prstGeom>
            <a:solidFill>
              <a:srgbClr val="7B8790"/>
            </a:solidFill>
            <a:ln w="5281">
              <a:solidFill>
                <a:srgbClr val="FFFFFF"/>
              </a:solidFill>
              <a:prstDash val="solid"/>
            </a:ln>
          </p:spPr>
        </p:sp>
        <p:sp>
          <p:nvSpPr>
            <p:cNvPr id="683" name="ST-MTM temporal row 0: source 683"/>
            <p:cNvSpPr/>
            <p:nvPr/>
          </p:nvSpPr>
          <p:spPr>
            <a:xfrm>
              <a:off x="8748029" y="3037729"/>
              <a:ext cx="56516" cy="90526"/>
            </a:xfrm>
            <a:prstGeom prst="rect">
              <a:avLst/>
            </a:prstGeom>
            <a:solidFill>
              <a:srgbClr val="7B8790"/>
            </a:solidFill>
            <a:ln w="5281">
              <a:solidFill>
                <a:srgbClr val="FFFFFF"/>
              </a:solidFill>
              <a:prstDash val="solid"/>
            </a:ln>
          </p:spPr>
        </p:sp>
        <p:sp>
          <p:nvSpPr>
            <p:cNvPr id="684" name="ST-MTM temporal row 0: source 684"/>
            <p:cNvSpPr/>
            <p:nvPr/>
          </p:nvSpPr>
          <p:spPr>
            <a:xfrm>
              <a:off x="7566812" y="3037729"/>
              <a:ext cx="1234440" cy="90526"/>
            </a:xfrm>
            <a:prstGeom prst="rect">
              <a:avLst/>
            </a:prstGeom>
            <a:solidFill>
              <a:srgbClr val="FFFFFF">
                <a:alpha val="0"/>
              </a:srgbClr>
            </a:solidFill>
            <a:ln w="12321">
              <a:solidFill>
                <a:srgbClr val="263238"/>
              </a:solidFill>
              <a:prstDash val="solid"/>
            </a:ln>
          </p:spPr>
        </p:sp>
        <p:sp>
          <p:nvSpPr>
            <p:cNvPr id="685" name="ST-MTM temporal row 1: source 685"/>
            <p:cNvSpPr/>
            <p:nvPr/>
          </p:nvSpPr>
          <p:spPr>
            <a:xfrm>
              <a:off x="7513320" y="3181350"/>
              <a:ext cx="1341425" cy="296266"/>
            </a:xfrm>
            <a:prstGeom prst="rect">
              <a:avLst/>
            </a:prstGeom>
            <a:solidFill>
              <a:srgbClr val="FFFFFF">
                <a:alpha val="0"/>
              </a:srgbClr>
            </a:solidFill>
            <a:ln w="10881">
              <a:solidFill>
                <a:srgbClr val="CCDDEC"/>
              </a:solidFill>
              <a:prstDash val="solid"/>
            </a:ln>
          </p:spPr>
        </p:sp>
        <p:sp>
          <p:nvSpPr>
            <p:cNvPr id="686" name="ST-MTM temporal row 1: source 686"/>
            <p:cNvSpPr/>
            <p:nvPr/>
          </p:nvSpPr>
          <p:spPr>
            <a:xfrm>
              <a:off x="7566812" y="3275990"/>
              <a:ext cx="1234440" cy="823"/>
            </a:xfrm>
            <a:prstGeom prst="line">
              <a:avLst/>
            </a:prstGeom>
            <a:solidFill>
              <a:srgbClr val="FFFFFF">
                <a:alpha val="0"/>
              </a:srgbClr>
            </a:solidFill>
            <a:ln w="12162">
              <a:solidFill>
                <a:srgbClr val="7B8790"/>
              </a:solidFill>
              <a:prstDash val="solid"/>
            </a:ln>
          </p:spPr>
        </p:sp>
        <p:sp>
          <p:nvSpPr>
            <p:cNvPr id="687" name="ST-MTM temporal row 1: source 687"/>
            <p:cNvSpPr/>
            <p:nvPr/>
          </p:nvSpPr>
          <p:spPr>
            <a:xfrm>
              <a:off x="7549903" y="3233329"/>
              <a:ext cx="85325" cy="85325"/>
            </a:xfrm>
            <a:prstGeom prst="diamond">
              <a:avLst/>
            </a:prstGeom>
            <a:solidFill>
              <a:srgbClr val="7B8790"/>
            </a:solidFill>
            <a:ln w="13602">
              <a:solidFill>
                <a:srgbClr val="263238"/>
              </a:solidFill>
              <a:prstDash val="solid"/>
            </a:ln>
          </p:spPr>
        </p:sp>
        <p:sp>
          <p:nvSpPr>
            <p:cNvPr id="688" name="ST-MTM temporal row 1: source 688"/>
            <p:cNvSpPr/>
            <p:nvPr/>
          </p:nvSpPr>
          <p:spPr>
            <a:xfrm>
              <a:off x="7617181" y="3242661"/>
              <a:ext cx="66659" cy="66659"/>
            </a:xfrm>
            <a:prstGeom prst="ellipse">
              <a:avLst/>
            </a:prstGeom>
            <a:solidFill>
              <a:srgbClr val="0072B2"/>
            </a:solidFill>
            <a:ln w="9601">
              <a:solidFill>
                <a:srgbClr val="263238"/>
              </a:solidFill>
              <a:prstDash val="solid"/>
            </a:ln>
          </p:spPr>
        </p:sp>
        <p:sp>
          <p:nvSpPr>
            <p:cNvPr id="689" name="ST-MTM temporal row 1: source 689"/>
            <p:cNvSpPr/>
            <p:nvPr/>
          </p:nvSpPr>
          <p:spPr>
            <a:xfrm>
              <a:off x="7672660" y="3233329"/>
              <a:ext cx="85325" cy="85325"/>
            </a:xfrm>
            <a:prstGeom prst="diamond">
              <a:avLst/>
            </a:prstGeom>
            <a:solidFill>
              <a:srgbClr val="0072B2"/>
            </a:solidFill>
            <a:ln w="13602">
              <a:solidFill>
                <a:srgbClr val="263238"/>
              </a:solidFill>
              <a:prstDash val="solid"/>
            </a:ln>
          </p:spPr>
        </p:sp>
        <p:sp>
          <p:nvSpPr>
            <p:cNvPr id="690" name="ST-MTM temporal row 1: source 690"/>
            <p:cNvSpPr/>
            <p:nvPr/>
          </p:nvSpPr>
          <p:spPr>
            <a:xfrm>
              <a:off x="7746805" y="3242661"/>
              <a:ext cx="66659" cy="66659"/>
            </a:xfrm>
            <a:prstGeom prst="ellipse">
              <a:avLst/>
            </a:prstGeom>
            <a:solidFill>
              <a:srgbClr val="0072B2"/>
            </a:solidFill>
            <a:ln w="9601">
              <a:solidFill>
                <a:srgbClr val="263238"/>
              </a:solidFill>
              <a:prstDash val="solid"/>
            </a:ln>
          </p:spPr>
        </p:sp>
        <p:sp>
          <p:nvSpPr>
            <p:cNvPr id="691" name="ST-MTM temporal row 1: source 691"/>
            <p:cNvSpPr/>
            <p:nvPr/>
          </p:nvSpPr>
          <p:spPr>
            <a:xfrm>
              <a:off x="7799281" y="3233329"/>
              <a:ext cx="85325" cy="85325"/>
            </a:xfrm>
            <a:prstGeom prst="diamond">
              <a:avLst/>
            </a:prstGeom>
            <a:solidFill>
              <a:srgbClr val="B7BEC5"/>
            </a:solidFill>
            <a:ln w="13602">
              <a:solidFill>
                <a:srgbClr val="263238"/>
              </a:solidFill>
              <a:prstDash val="solid"/>
            </a:ln>
          </p:spPr>
        </p:sp>
        <p:sp>
          <p:nvSpPr>
            <p:cNvPr id="692" name="ST-MTM temporal row 1: source 692"/>
            <p:cNvSpPr/>
            <p:nvPr/>
          </p:nvSpPr>
          <p:spPr>
            <a:xfrm>
              <a:off x="7874713" y="3242661"/>
              <a:ext cx="66659" cy="66659"/>
            </a:xfrm>
            <a:prstGeom prst="ellipse">
              <a:avLst/>
            </a:prstGeom>
            <a:solidFill>
              <a:srgbClr val="D55E00"/>
            </a:solidFill>
            <a:ln w="9601">
              <a:solidFill>
                <a:srgbClr val="263238"/>
              </a:solidFill>
              <a:prstDash val="solid"/>
            </a:ln>
          </p:spPr>
        </p:sp>
        <p:sp>
          <p:nvSpPr>
            <p:cNvPr id="693" name="ST-MTM temporal row 1: source 693"/>
            <p:cNvSpPr/>
            <p:nvPr/>
          </p:nvSpPr>
          <p:spPr>
            <a:xfrm>
              <a:off x="7939636" y="3233329"/>
              <a:ext cx="85325" cy="85325"/>
            </a:xfrm>
            <a:prstGeom prst="diamond">
              <a:avLst/>
            </a:prstGeom>
            <a:solidFill>
              <a:srgbClr val="D55E00"/>
            </a:solidFill>
            <a:ln w="13602">
              <a:solidFill>
                <a:srgbClr val="263238"/>
              </a:solidFill>
              <a:prstDash val="solid"/>
            </a:ln>
          </p:spPr>
        </p:sp>
        <p:sp>
          <p:nvSpPr>
            <p:cNvPr id="694" name="ST-MTM temporal row 1: source 694"/>
            <p:cNvSpPr/>
            <p:nvPr/>
          </p:nvSpPr>
          <p:spPr>
            <a:xfrm>
              <a:off x="8023224" y="3242661"/>
              <a:ext cx="66659" cy="66659"/>
            </a:xfrm>
            <a:prstGeom prst="ellipse">
              <a:avLst/>
            </a:prstGeom>
            <a:solidFill>
              <a:srgbClr val="D55E00"/>
            </a:solidFill>
            <a:ln w="9601">
              <a:solidFill>
                <a:srgbClr val="263238"/>
              </a:solidFill>
              <a:prstDash val="solid"/>
            </a:ln>
          </p:spPr>
        </p:sp>
        <p:sp>
          <p:nvSpPr>
            <p:cNvPr id="695" name="ST-MTM temporal row 1: source 695"/>
            <p:cNvSpPr/>
            <p:nvPr/>
          </p:nvSpPr>
          <p:spPr>
            <a:xfrm>
              <a:off x="8104776" y="3242661"/>
              <a:ext cx="66659" cy="66659"/>
            </a:xfrm>
            <a:prstGeom prst="ellipse">
              <a:avLst/>
            </a:prstGeom>
            <a:solidFill>
              <a:srgbClr val="B7BEC5"/>
            </a:solidFill>
            <a:ln w="9601">
              <a:solidFill>
                <a:srgbClr val="263238"/>
              </a:solidFill>
              <a:prstDash val="solid"/>
            </a:ln>
          </p:spPr>
        </p:sp>
        <p:sp>
          <p:nvSpPr>
            <p:cNvPr id="696" name="ST-MTM temporal row 1: source 696"/>
            <p:cNvSpPr/>
            <p:nvPr/>
          </p:nvSpPr>
          <p:spPr>
            <a:xfrm>
              <a:off x="8196200" y="3242661"/>
              <a:ext cx="66659" cy="66659"/>
            </a:xfrm>
            <a:prstGeom prst="ellipse">
              <a:avLst/>
            </a:prstGeom>
            <a:solidFill>
              <a:srgbClr val="B7BEC5"/>
            </a:solidFill>
            <a:ln w="9601">
              <a:solidFill>
                <a:srgbClr val="263238"/>
              </a:solidFill>
              <a:prstDash val="solid"/>
            </a:ln>
          </p:spPr>
        </p:sp>
        <p:sp>
          <p:nvSpPr>
            <p:cNvPr id="697" name="ST-MTM temporal row 1: source 697"/>
            <p:cNvSpPr/>
            <p:nvPr/>
          </p:nvSpPr>
          <p:spPr>
            <a:xfrm>
              <a:off x="8291168" y="3233329"/>
              <a:ext cx="85325" cy="85325"/>
            </a:xfrm>
            <a:prstGeom prst="diamond">
              <a:avLst/>
            </a:prstGeom>
            <a:solidFill>
              <a:srgbClr val="7B8790"/>
            </a:solidFill>
            <a:ln w="13602">
              <a:solidFill>
                <a:srgbClr val="263238"/>
              </a:solidFill>
              <a:prstDash val="solid"/>
            </a:ln>
          </p:spPr>
        </p:sp>
        <p:sp>
          <p:nvSpPr>
            <p:cNvPr id="698" name="ST-MTM temporal row 1: source 698"/>
            <p:cNvSpPr/>
            <p:nvPr/>
          </p:nvSpPr>
          <p:spPr>
            <a:xfrm>
              <a:off x="8406519" y="3242661"/>
              <a:ext cx="66659" cy="66659"/>
            </a:xfrm>
            <a:prstGeom prst="ellipse">
              <a:avLst/>
            </a:prstGeom>
            <a:solidFill>
              <a:srgbClr val="009E73"/>
            </a:solidFill>
            <a:ln w="9601">
              <a:solidFill>
                <a:srgbClr val="263238"/>
              </a:solidFill>
              <a:prstDash val="solid"/>
            </a:ln>
          </p:spPr>
        </p:sp>
        <p:sp>
          <p:nvSpPr>
            <p:cNvPr id="699" name="ST-MTM temporal row 1: source 699"/>
            <p:cNvSpPr/>
            <p:nvPr/>
          </p:nvSpPr>
          <p:spPr>
            <a:xfrm>
              <a:off x="8495907" y="3233329"/>
              <a:ext cx="85325" cy="85325"/>
            </a:xfrm>
            <a:prstGeom prst="diamond">
              <a:avLst/>
            </a:prstGeom>
            <a:solidFill>
              <a:srgbClr val="009E73"/>
            </a:solidFill>
            <a:ln w="13602">
              <a:solidFill>
                <a:srgbClr val="263238"/>
              </a:solidFill>
              <a:prstDash val="solid"/>
            </a:ln>
          </p:spPr>
        </p:sp>
        <p:sp>
          <p:nvSpPr>
            <p:cNvPr id="700" name="ST-MTM temporal row 1: source 700"/>
            <p:cNvSpPr/>
            <p:nvPr/>
          </p:nvSpPr>
          <p:spPr>
            <a:xfrm>
              <a:off x="8603960" y="3242661"/>
              <a:ext cx="66659" cy="66659"/>
            </a:xfrm>
            <a:prstGeom prst="ellipse">
              <a:avLst/>
            </a:prstGeom>
            <a:solidFill>
              <a:srgbClr val="009E73"/>
            </a:solidFill>
            <a:ln w="9601">
              <a:solidFill>
                <a:srgbClr val="263238"/>
              </a:solidFill>
              <a:prstDash val="solid"/>
            </a:ln>
          </p:spPr>
        </p:sp>
        <p:sp>
          <p:nvSpPr>
            <p:cNvPr id="701" name="ST-MTM temporal row 1: source 701"/>
            <p:cNvSpPr/>
            <p:nvPr/>
          </p:nvSpPr>
          <p:spPr>
            <a:xfrm>
              <a:off x="8683366" y="3242661"/>
              <a:ext cx="66659" cy="66659"/>
            </a:xfrm>
            <a:prstGeom prst="ellipse">
              <a:avLst/>
            </a:prstGeom>
            <a:solidFill>
              <a:srgbClr val="7B8790"/>
            </a:solidFill>
            <a:ln w="9601">
              <a:solidFill>
                <a:srgbClr val="263238"/>
              </a:solidFill>
              <a:prstDash val="solid"/>
            </a:ln>
          </p:spPr>
        </p:sp>
        <p:sp>
          <p:nvSpPr>
            <p:cNvPr id="702" name="ST-MTM temporal row 1: source 702"/>
            <p:cNvSpPr/>
            <p:nvPr/>
          </p:nvSpPr>
          <p:spPr>
            <a:xfrm>
              <a:off x="8741311" y="3242661"/>
              <a:ext cx="66659" cy="66659"/>
            </a:xfrm>
            <a:prstGeom prst="ellipse">
              <a:avLst/>
            </a:prstGeom>
            <a:solidFill>
              <a:srgbClr val="7B8790"/>
            </a:solidFill>
            <a:ln w="9601">
              <a:solidFill>
                <a:srgbClr val="263238"/>
              </a:solidFill>
              <a:prstDash val="solid"/>
            </a:ln>
          </p:spPr>
        </p:sp>
        <p:sp>
          <p:nvSpPr>
            <p:cNvPr id="703" name="ST-MTM temporal row 1: source 703"/>
            <p:cNvSpPr/>
            <p:nvPr/>
          </p:nvSpPr>
          <p:spPr>
            <a:xfrm>
              <a:off x="7566812" y="3361579"/>
              <a:ext cx="54798" cy="90526"/>
            </a:xfrm>
            <a:prstGeom prst="rect">
              <a:avLst/>
            </a:prstGeom>
            <a:solidFill>
              <a:srgbClr val="7B8790"/>
            </a:solidFill>
            <a:ln w="5281">
              <a:solidFill>
                <a:srgbClr val="FFFFFF"/>
              </a:solidFill>
              <a:prstDash val="solid"/>
            </a:ln>
          </p:spPr>
        </p:sp>
        <p:sp>
          <p:nvSpPr>
            <p:cNvPr id="704" name="ST-MTM temporal row 1: source 704"/>
            <p:cNvSpPr/>
            <p:nvPr/>
          </p:nvSpPr>
          <p:spPr>
            <a:xfrm>
              <a:off x="7618318" y="3361579"/>
              <a:ext cx="67675" cy="90526"/>
            </a:xfrm>
            <a:prstGeom prst="rect">
              <a:avLst/>
            </a:prstGeom>
            <a:solidFill>
              <a:srgbClr val="0072B2"/>
            </a:solidFill>
            <a:ln w="5281">
              <a:solidFill>
                <a:srgbClr val="FFFFFF"/>
              </a:solidFill>
              <a:prstDash val="solid"/>
            </a:ln>
          </p:spPr>
        </p:sp>
        <p:sp>
          <p:nvSpPr>
            <p:cNvPr id="705" name="ST-MTM temporal row 1: source 705"/>
            <p:cNvSpPr/>
            <p:nvPr/>
          </p:nvSpPr>
          <p:spPr>
            <a:xfrm>
              <a:off x="7682702" y="3361579"/>
              <a:ext cx="68533" cy="90526"/>
            </a:xfrm>
            <a:prstGeom prst="rect">
              <a:avLst/>
            </a:prstGeom>
            <a:solidFill>
              <a:srgbClr val="0072B2"/>
            </a:solidFill>
            <a:ln w="5281">
              <a:solidFill>
                <a:srgbClr val="FFFFFF"/>
              </a:solidFill>
              <a:prstDash val="solid"/>
            </a:ln>
          </p:spPr>
        </p:sp>
        <p:sp>
          <p:nvSpPr>
            <p:cNvPr id="706" name="ST-MTM temporal row 1: source 706"/>
            <p:cNvSpPr/>
            <p:nvPr/>
          </p:nvSpPr>
          <p:spPr>
            <a:xfrm>
              <a:off x="7747944" y="3361579"/>
              <a:ext cx="67675" cy="90526"/>
            </a:xfrm>
            <a:prstGeom prst="rect">
              <a:avLst/>
            </a:prstGeom>
            <a:solidFill>
              <a:srgbClr val="0072B2"/>
            </a:solidFill>
            <a:ln w="5281">
              <a:solidFill>
                <a:srgbClr val="FFFFFF"/>
              </a:solidFill>
              <a:prstDash val="solid"/>
            </a:ln>
          </p:spPr>
        </p:sp>
        <p:sp>
          <p:nvSpPr>
            <p:cNvPr id="707" name="ST-MTM temporal row 1: source 707"/>
            <p:cNvSpPr/>
            <p:nvPr/>
          </p:nvSpPr>
          <p:spPr>
            <a:xfrm>
              <a:off x="7812327" y="3361579"/>
              <a:ext cx="62525" cy="90526"/>
            </a:xfrm>
            <a:prstGeom prst="rect">
              <a:avLst/>
            </a:prstGeom>
            <a:solidFill>
              <a:srgbClr val="B7BEC5"/>
            </a:solidFill>
            <a:ln w="5281">
              <a:solidFill>
                <a:srgbClr val="FFFFFF"/>
              </a:solidFill>
              <a:prstDash val="solid"/>
            </a:ln>
          </p:spPr>
        </p:sp>
        <p:sp>
          <p:nvSpPr>
            <p:cNvPr id="708" name="ST-MTM temporal row 1: source 708"/>
            <p:cNvSpPr/>
            <p:nvPr/>
          </p:nvSpPr>
          <p:spPr>
            <a:xfrm>
              <a:off x="7871560" y="3361579"/>
              <a:ext cx="76260" cy="90526"/>
            </a:xfrm>
            <a:prstGeom prst="rect">
              <a:avLst/>
            </a:prstGeom>
            <a:solidFill>
              <a:srgbClr val="D55E00"/>
            </a:solidFill>
            <a:ln w="5281">
              <a:solidFill>
                <a:srgbClr val="FFFFFF"/>
              </a:solidFill>
              <a:prstDash val="solid"/>
            </a:ln>
          </p:spPr>
        </p:sp>
        <p:sp>
          <p:nvSpPr>
            <p:cNvPr id="709" name="ST-MTM temporal row 1: source 709"/>
            <p:cNvSpPr/>
            <p:nvPr/>
          </p:nvSpPr>
          <p:spPr>
            <a:xfrm>
              <a:off x="7944527" y="3361579"/>
              <a:ext cx="78835" cy="90526"/>
            </a:xfrm>
            <a:prstGeom prst="rect">
              <a:avLst/>
            </a:prstGeom>
            <a:solidFill>
              <a:srgbClr val="D55E00"/>
            </a:solidFill>
            <a:ln w="5281">
              <a:solidFill>
                <a:srgbClr val="FFFFFF"/>
              </a:solidFill>
              <a:prstDash val="solid"/>
            </a:ln>
          </p:spPr>
        </p:sp>
        <p:sp>
          <p:nvSpPr>
            <p:cNvPr id="710" name="ST-MTM temporal row 1: source 710"/>
            <p:cNvSpPr/>
            <p:nvPr/>
          </p:nvSpPr>
          <p:spPr>
            <a:xfrm>
              <a:off x="8020069" y="3361579"/>
              <a:ext cx="76260" cy="90526"/>
            </a:xfrm>
            <a:prstGeom prst="rect">
              <a:avLst/>
            </a:prstGeom>
            <a:solidFill>
              <a:srgbClr val="D55E00"/>
            </a:solidFill>
            <a:ln w="5281">
              <a:solidFill>
                <a:srgbClr val="FFFFFF"/>
              </a:solidFill>
              <a:prstDash val="solid"/>
            </a:ln>
          </p:spPr>
        </p:sp>
        <p:sp>
          <p:nvSpPr>
            <p:cNvPr id="711" name="ST-MTM temporal row 1: source 711"/>
            <p:cNvSpPr/>
            <p:nvPr/>
          </p:nvSpPr>
          <p:spPr>
            <a:xfrm>
              <a:off x="8093038" y="3361579"/>
              <a:ext cx="93428" cy="90526"/>
            </a:xfrm>
            <a:prstGeom prst="rect">
              <a:avLst/>
            </a:prstGeom>
            <a:solidFill>
              <a:srgbClr val="B7BEC5"/>
            </a:solidFill>
            <a:ln w="5281">
              <a:solidFill>
                <a:srgbClr val="FFFFFF"/>
              </a:solidFill>
              <a:prstDash val="solid"/>
            </a:ln>
          </p:spPr>
        </p:sp>
        <p:sp>
          <p:nvSpPr>
            <p:cNvPr id="712" name="ST-MTM temporal row 1: source 712"/>
            <p:cNvSpPr/>
            <p:nvPr/>
          </p:nvSpPr>
          <p:spPr>
            <a:xfrm>
              <a:off x="8183174" y="3361579"/>
              <a:ext cx="96004" cy="90526"/>
            </a:xfrm>
            <a:prstGeom prst="rect">
              <a:avLst/>
            </a:prstGeom>
            <a:solidFill>
              <a:srgbClr val="B7BEC5"/>
            </a:solidFill>
            <a:ln w="5281">
              <a:solidFill>
                <a:srgbClr val="FFFFFF"/>
              </a:solidFill>
              <a:prstDash val="solid"/>
            </a:ln>
          </p:spPr>
        </p:sp>
        <p:sp>
          <p:nvSpPr>
            <p:cNvPr id="713" name="ST-MTM temporal row 1: source 713"/>
            <p:cNvSpPr/>
            <p:nvPr/>
          </p:nvSpPr>
          <p:spPr>
            <a:xfrm>
              <a:off x="8275885" y="3361579"/>
              <a:ext cx="119182" cy="90526"/>
            </a:xfrm>
            <a:prstGeom prst="rect">
              <a:avLst/>
            </a:prstGeom>
            <a:solidFill>
              <a:srgbClr val="7B8790"/>
            </a:solidFill>
            <a:ln w="5281">
              <a:solidFill>
                <a:srgbClr val="FFFFFF"/>
              </a:solidFill>
              <a:prstDash val="solid"/>
            </a:ln>
          </p:spPr>
        </p:sp>
        <p:sp>
          <p:nvSpPr>
            <p:cNvPr id="714" name="ST-MTM temporal row 1: source 714"/>
            <p:cNvSpPr/>
            <p:nvPr/>
          </p:nvSpPr>
          <p:spPr>
            <a:xfrm>
              <a:off x="8391776" y="3361579"/>
              <a:ext cx="99437" cy="90526"/>
            </a:xfrm>
            <a:prstGeom prst="rect">
              <a:avLst/>
            </a:prstGeom>
            <a:solidFill>
              <a:srgbClr val="009E73"/>
            </a:solidFill>
            <a:ln w="5281">
              <a:solidFill>
                <a:srgbClr val="FFFFFF"/>
              </a:solidFill>
              <a:prstDash val="solid"/>
            </a:ln>
          </p:spPr>
        </p:sp>
        <p:sp>
          <p:nvSpPr>
            <p:cNvPr id="715" name="ST-MTM temporal row 1: source 715"/>
            <p:cNvSpPr/>
            <p:nvPr/>
          </p:nvSpPr>
          <p:spPr>
            <a:xfrm>
              <a:off x="8487921" y="3361579"/>
              <a:ext cx="104588" cy="90526"/>
            </a:xfrm>
            <a:prstGeom prst="rect">
              <a:avLst/>
            </a:prstGeom>
            <a:solidFill>
              <a:srgbClr val="009E73"/>
            </a:solidFill>
            <a:ln w="5281">
              <a:solidFill>
                <a:srgbClr val="FFFFFF"/>
              </a:solidFill>
              <a:prstDash val="solid"/>
            </a:ln>
          </p:spPr>
        </p:sp>
        <p:sp>
          <p:nvSpPr>
            <p:cNvPr id="716" name="ST-MTM temporal row 1: source 716"/>
            <p:cNvSpPr/>
            <p:nvPr/>
          </p:nvSpPr>
          <p:spPr>
            <a:xfrm>
              <a:off x="8589217" y="3361579"/>
              <a:ext cx="99437" cy="90526"/>
            </a:xfrm>
            <a:prstGeom prst="rect">
              <a:avLst/>
            </a:prstGeom>
            <a:solidFill>
              <a:srgbClr val="009E73"/>
            </a:solidFill>
            <a:ln w="5281">
              <a:solidFill>
                <a:srgbClr val="FFFFFF"/>
              </a:solidFill>
              <a:prstDash val="solid"/>
            </a:ln>
          </p:spPr>
        </p:sp>
        <p:sp>
          <p:nvSpPr>
            <p:cNvPr id="717" name="ST-MTM temporal row 1: source 717"/>
            <p:cNvSpPr/>
            <p:nvPr/>
          </p:nvSpPr>
          <p:spPr>
            <a:xfrm>
              <a:off x="8685363" y="3361579"/>
              <a:ext cx="65958" cy="90526"/>
            </a:xfrm>
            <a:prstGeom prst="rect">
              <a:avLst/>
            </a:prstGeom>
            <a:solidFill>
              <a:srgbClr val="7B8790"/>
            </a:solidFill>
            <a:ln w="5281">
              <a:solidFill>
                <a:srgbClr val="FFFFFF"/>
              </a:solidFill>
              <a:prstDash val="solid"/>
            </a:ln>
          </p:spPr>
        </p:sp>
        <p:sp>
          <p:nvSpPr>
            <p:cNvPr id="718" name="ST-MTM temporal row 1: source 718"/>
            <p:cNvSpPr/>
            <p:nvPr/>
          </p:nvSpPr>
          <p:spPr>
            <a:xfrm>
              <a:off x="8748029" y="3361579"/>
              <a:ext cx="56516" cy="90526"/>
            </a:xfrm>
            <a:prstGeom prst="rect">
              <a:avLst/>
            </a:prstGeom>
            <a:solidFill>
              <a:srgbClr val="7B8790"/>
            </a:solidFill>
            <a:ln w="5281">
              <a:solidFill>
                <a:srgbClr val="FFFFFF"/>
              </a:solidFill>
              <a:prstDash val="solid"/>
            </a:ln>
          </p:spPr>
        </p:sp>
        <p:sp>
          <p:nvSpPr>
            <p:cNvPr id="719" name="ST-MTM temporal row 1: source 719"/>
            <p:cNvSpPr/>
            <p:nvPr/>
          </p:nvSpPr>
          <p:spPr>
            <a:xfrm>
              <a:off x="7566812" y="3361579"/>
              <a:ext cx="1234440" cy="90526"/>
            </a:xfrm>
            <a:prstGeom prst="rect">
              <a:avLst/>
            </a:prstGeom>
            <a:solidFill>
              <a:srgbClr val="FFFFFF">
                <a:alpha val="0"/>
              </a:srgbClr>
            </a:solidFill>
            <a:ln w="12321">
              <a:solidFill>
                <a:srgbClr val="263238"/>
              </a:solidFill>
              <a:prstDash val="solid"/>
            </a:ln>
          </p:spPr>
        </p:sp>
        <p:sp>
          <p:nvSpPr>
            <p:cNvPr id="720" name="ST-MTM temporal row 2: source 720"/>
            <p:cNvSpPr/>
            <p:nvPr/>
          </p:nvSpPr>
          <p:spPr>
            <a:xfrm>
              <a:off x="7513320" y="3505200"/>
              <a:ext cx="1341425" cy="296266"/>
            </a:xfrm>
            <a:prstGeom prst="rect">
              <a:avLst/>
            </a:prstGeom>
            <a:solidFill>
              <a:srgbClr val="FFFFFF">
                <a:alpha val="0"/>
              </a:srgbClr>
            </a:solidFill>
            <a:ln w="10881">
              <a:solidFill>
                <a:srgbClr val="CCDDEC"/>
              </a:solidFill>
              <a:prstDash val="solid"/>
            </a:ln>
          </p:spPr>
        </p:sp>
        <p:sp>
          <p:nvSpPr>
            <p:cNvPr id="721" name="ST-MTM temporal row 2: source 721"/>
            <p:cNvSpPr/>
            <p:nvPr/>
          </p:nvSpPr>
          <p:spPr>
            <a:xfrm>
              <a:off x="7566812" y="3599840"/>
              <a:ext cx="1234440" cy="823"/>
            </a:xfrm>
            <a:prstGeom prst="line">
              <a:avLst/>
            </a:prstGeom>
            <a:solidFill>
              <a:srgbClr val="FFFFFF">
                <a:alpha val="0"/>
              </a:srgbClr>
            </a:solidFill>
            <a:ln w="12162">
              <a:solidFill>
                <a:srgbClr val="7B8790"/>
              </a:solidFill>
              <a:prstDash val="solid"/>
            </a:ln>
          </p:spPr>
        </p:sp>
        <p:sp>
          <p:nvSpPr>
            <p:cNvPr id="722" name="ST-MTM temporal row 2: source 722"/>
            <p:cNvSpPr/>
            <p:nvPr/>
          </p:nvSpPr>
          <p:spPr>
            <a:xfrm>
              <a:off x="7549903" y="3557179"/>
              <a:ext cx="85325" cy="85325"/>
            </a:xfrm>
            <a:prstGeom prst="diamond">
              <a:avLst/>
            </a:prstGeom>
            <a:solidFill>
              <a:srgbClr val="7B8790"/>
            </a:solidFill>
            <a:ln w="13602">
              <a:solidFill>
                <a:srgbClr val="263238"/>
              </a:solidFill>
              <a:prstDash val="solid"/>
            </a:ln>
          </p:spPr>
        </p:sp>
        <p:sp>
          <p:nvSpPr>
            <p:cNvPr id="723" name="ST-MTM temporal row 2: source 723"/>
            <p:cNvSpPr/>
            <p:nvPr/>
          </p:nvSpPr>
          <p:spPr>
            <a:xfrm>
              <a:off x="7617181" y="3566511"/>
              <a:ext cx="66659" cy="66659"/>
            </a:xfrm>
            <a:prstGeom prst="ellipse">
              <a:avLst/>
            </a:prstGeom>
            <a:solidFill>
              <a:srgbClr val="0072B2"/>
            </a:solidFill>
            <a:ln w="9601">
              <a:solidFill>
                <a:srgbClr val="263238"/>
              </a:solidFill>
              <a:prstDash val="solid"/>
            </a:ln>
          </p:spPr>
        </p:sp>
        <p:sp>
          <p:nvSpPr>
            <p:cNvPr id="724" name="ST-MTM temporal row 2: source 724"/>
            <p:cNvSpPr/>
            <p:nvPr/>
          </p:nvSpPr>
          <p:spPr>
            <a:xfrm>
              <a:off x="7672660" y="3557179"/>
              <a:ext cx="85325" cy="85325"/>
            </a:xfrm>
            <a:prstGeom prst="diamond">
              <a:avLst/>
            </a:prstGeom>
            <a:solidFill>
              <a:srgbClr val="0072B2"/>
            </a:solidFill>
            <a:ln w="13602">
              <a:solidFill>
                <a:srgbClr val="263238"/>
              </a:solidFill>
              <a:prstDash val="solid"/>
            </a:ln>
          </p:spPr>
        </p:sp>
        <p:sp>
          <p:nvSpPr>
            <p:cNvPr id="725" name="ST-MTM temporal row 2: source 725"/>
            <p:cNvSpPr/>
            <p:nvPr/>
          </p:nvSpPr>
          <p:spPr>
            <a:xfrm>
              <a:off x="7746805" y="3566511"/>
              <a:ext cx="66659" cy="66659"/>
            </a:xfrm>
            <a:prstGeom prst="ellipse">
              <a:avLst/>
            </a:prstGeom>
            <a:solidFill>
              <a:srgbClr val="0072B2"/>
            </a:solidFill>
            <a:ln w="9601">
              <a:solidFill>
                <a:srgbClr val="263238"/>
              </a:solidFill>
              <a:prstDash val="solid"/>
            </a:ln>
          </p:spPr>
        </p:sp>
        <p:sp>
          <p:nvSpPr>
            <p:cNvPr id="726" name="ST-MTM temporal row 2: source 726"/>
            <p:cNvSpPr/>
            <p:nvPr/>
          </p:nvSpPr>
          <p:spPr>
            <a:xfrm>
              <a:off x="7799281" y="3557179"/>
              <a:ext cx="85325" cy="85325"/>
            </a:xfrm>
            <a:prstGeom prst="diamond">
              <a:avLst/>
            </a:prstGeom>
            <a:solidFill>
              <a:srgbClr val="B7BEC5"/>
            </a:solidFill>
            <a:ln w="13602">
              <a:solidFill>
                <a:srgbClr val="263238"/>
              </a:solidFill>
              <a:prstDash val="solid"/>
            </a:ln>
          </p:spPr>
        </p:sp>
        <p:sp>
          <p:nvSpPr>
            <p:cNvPr id="727" name="ST-MTM temporal row 2: source 727"/>
            <p:cNvSpPr/>
            <p:nvPr/>
          </p:nvSpPr>
          <p:spPr>
            <a:xfrm>
              <a:off x="7874713" y="3566511"/>
              <a:ext cx="66659" cy="66659"/>
            </a:xfrm>
            <a:prstGeom prst="ellipse">
              <a:avLst/>
            </a:prstGeom>
            <a:solidFill>
              <a:srgbClr val="D55E00"/>
            </a:solidFill>
            <a:ln w="9601">
              <a:solidFill>
                <a:srgbClr val="263238"/>
              </a:solidFill>
              <a:prstDash val="solid"/>
            </a:ln>
          </p:spPr>
        </p:sp>
        <p:sp>
          <p:nvSpPr>
            <p:cNvPr id="728" name="ST-MTM temporal row 2: source 728"/>
            <p:cNvSpPr/>
            <p:nvPr/>
          </p:nvSpPr>
          <p:spPr>
            <a:xfrm>
              <a:off x="7939636" y="3557179"/>
              <a:ext cx="85325" cy="85325"/>
            </a:xfrm>
            <a:prstGeom prst="diamond">
              <a:avLst/>
            </a:prstGeom>
            <a:solidFill>
              <a:srgbClr val="D55E00"/>
            </a:solidFill>
            <a:ln w="13602">
              <a:solidFill>
                <a:srgbClr val="263238"/>
              </a:solidFill>
              <a:prstDash val="solid"/>
            </a:ln>
          </p:spPr>
        </p:sp>
        <p:sp>
          <p:nvSpPr>
            <p:cNvPr id="729" name="ST-MTM temporal row 2: source 729"/>
            <p:cNvSpPr/>
            <p:nvPr/>
          </p:nvSpPr>
          <p:spPr>
            <a:xfrm>
              <a:off x="8023224" y="3566511"/>
              <a:ext cx="66659" cy="66659"/>
            </a:xfrm>
            <a:prstGeom prst="ellipse">
              <a:avLst/>
            </a:prstGeom>
            <a:solidFill>
              <a:srgbClr val="D55E00"/>
            </a:solidFill>
            <a:ln w="9601">
              <a:solidFill>
                <a:srgbClr val="263238"/>
              </a:solidFill>
              <a:prstDash val="solid"/>
            </a:ln>
          </p:spPr>
        </p:sp>
        <p:sp>
          <p:nvSpPr>
            <p:cNvPr id="730" name="ST-MTM temporal row 2: source 730"/>
            <p:cNvSpPr/>
            <p:nvPr/>
          </p:nvSpPr>
          <p:spPr>
            <a:xfrm>
              <a:off x="8104776" y="3566511"/>
              <a:ext cx="66659" cy="66659"/>
            </a:xfrm>
            <a:prstGeom prst="ellipse">
              <a:avLst/>
            </a:prstGeom>
            <a:solidFill>
              <a:srgbClr val="B7BEC5"/>
            </a:solidFill>
            <a:ln w="9601">
              <a:solidFill>
                <a:srgbClr val="263238"/>
              </a:solidFill>
              <a:prstDash val="solid"/>
            </a:ln>
          </p:spPr>
        </p:sp>
        <p:sp>
          <p:nvSpPr>
            <p:cNvPr id="731" name="ST-MTM temporal row 2: source 731"/>
            <p:cNvSpPr/>
            <p:nvPr/>
          </p:nvSpPr>
          <p:spPr>
            <a:xfrm>
              <a:off x="8196200" y="3566511"/>
              <a:ext cx="66659" cy="66659"/>
            </a:xfrm>
            <a:prstGeom prst="ellipse">
              <a:avLst/>
            </a:prstGeom>
            <a:solidFill>
              <a:srgbClr val="B7BEC5"/>
            </a:solidFill>
            <a:ln w="9601">
              <a:solidFill>
                <a:srgbClr val="263238"/>
              </a:solidFill>
              <a:prstDash val="solid"/>
            </a:ln>
          </p:spPr>
        </p:sp>
        <p:sp>
          <p:nvSpPr>
            <p:cNvPr id="732" name="ST-MTM temporal row 2: source 732"/>
            <p:cNvSpPr/>
            <p:nvPr/>
          </p:nvSpPr>
          <p:spPr>
            <a:xfrm>
              <a:off x="8291168" y="3557179"/>
              <a:ext cx="85325" cy="85325"/>
            </a:xfrm>
            <a:prstGeom prst="diamond">
              <a:avLst/>
            </a:prstGeom>
            <a:solidFill>
              <a:srgbClr val="7B8790"/>
            </a:solidFill>
            <a:ln w="13602">
              <a:solidFill>
                <a:srgbClr val="263238"/>
              </a:solidFill>
              <a:prstDash val="solid"/>
            </a:ln>
          </p:spPr>
        </p:sp>
        <p:sp>
          <p:nvSpPr>
            <p:cNvPr id="733" name="ST-MTM temporal row 2: source 733"/>
            <p:cNvSpPr/>
            <p:nvPr/>
          </p:nvSpPr>
          <p:spPr>
            <a:xfrm>
              <a:off x="8406519" y="3566511"/>
              <a:ext cx="66659" cy="66659"/>
            </a:xfrm>
            <a:prstGeom prst="ellipse">
              <a:avLst/>
            </a:prstGeom>
            <a:solidFill>
              <a:srgbClr val="009E73"/>
            </a:solidFill>
            <a:ln w="9601">
              <a:solidFill>
                <a:srgbClr val="263238"/>
              </a:solidFill>
              <a:prstDash val="solid"/>
            </a:ln>
          </p:spPr>
        </p:sp>
        <p:sp>
          <p:nvSpPr>
            <p:cNvPr id="734" name="ST-MTM temporal row 2: source 734"/>
            <p:cNvSpPr/>
            <p:nvPr/>
          </p:nvSpPr>
          <p:spPr>
            <a:xfrm>
              <a:off x="8495907" y="3557179"/>
              <a:ext cx="85325" cy="85325"/>
            </a:xfrm>
            <a:prstGeom prst="diamond">
              <a:avLst/>
            </a:prstGeom>
            <a:solidFill>
              <a:srgbClr val="009E73"/>
            </a:solidFill>
            <a:ln w="13602">
              <a:solidFill>
                <a:srgbClr val="263238"/>
              </a:solidFill>
              <a:prstDash val="solid"/>
            </a:ln>
          </p:spPr>
        </p:sp>
        <p:sp>
          <p:nvSpPr>
            <p:cNvPr id="735" name="ST-MTM temporal row 2: source 735"/>
            <p:cNvSpPr/>
            <p:nvPr/>
          </p:nvSpPr>
          <p:spPr>
            <a:xfrm>
              <a:off x="8603960" y="3566511"/>
              <a:ext cx="66659" cy="66659"/>
            </a:xfrm>
            <a:prstGeom prst="ellipse">
              <a:avLst/>
            </a:prstGeom>
            <a:solidFill>
              <a:srgbClr val="009E73"/>
            </a:solidFill>
            <a:ln w="9601">
              <a:solidFill>
                <a:srgbClr val="263238"/>
              </a:solidFill>
              <a:prstDash val="solid"/>
            </a:ln>
          </p:spPr>
        </p:sp>
        <p:sp>
          <p:nvSpPr>
            <p:cNvPr id="736" name="ST-MTM temporal row 2: source 736"/>
            <p:cNvSpPr/>
            <p:nvPr/>
          </p:nvSpPr>
          <p:spPr>
            <a:xfrm>
              <a:off x="8683366" y="3566511"/>
              <a:ext cx="66659" cy="66659"/>
            </a:xfrm>
            <a:prstGeom prst="ellipse">
              <a:avLst/>
            </a:prstGeom>
            <a:solidFill>
              <a:srgbClr val="7B8790"/>
            </a:solidFill>
            <a:ln w="9601">
              <a:solidFill>
                <a:srgbClr val="263238"/>
              </a:solidFill>
              <a:prstDash val="solid"/>
            </a:ln>
          </p:spPr>
        </p:sp>
        <p:sp>
          <p:nvSpPr>
            <p:cNvPr id="737" name="ST-MTM temporal row 2: source 737"/>
            <p:cNvSpPr/>
            <p:nvPr/>
          </p:nvSpPr>
          <p:spPr>
            <a:xfrm>
              <a:off x="8741311" y="3566511"/>
              <a:ext cx="66659" cy="66659"/>
            </a:xfrm>
            <a:prstGeom prst="ellipse">
              <a:avLst/>
            </a:prstGeom>
            <a:solidFill>
              <a:srgbClr val="7B8790"/>
            </a:solidFill>
            <a:ln w="9601">
              <a:solidFill>
                <a:srgbClr val="263238"/>
              </a:solidFill>
              <a:prstDash val="solid"/>
            </a:ln>
          </p:spPr>
        </p:sp>
        <p:sp>
          <p:nvSpPr>
            <p:cNvPr id="738" name="ST-MTM temporal row 2: source 738"/>
            <p:cNvSpPr/>
            <p:nvPr/>
          </p:nvSpPr>
          <p:spPr>
            <a:xfrm>
              <a:off x="7566812" y="3685429"/>
              <a:ext cx="54798" cy="90526"/>
            </a:xfrm>
            <a:prstGeom prst="rect">
              <a:avLst/>
            </a:prstGeom>
            <a:solidFill>
              <a:srgbClr val="7B8790"/>
            </a:solidFill>
            <a:ln w="5281">
              <a:solidFill>
                <a:srgbClr val="FFFFFF"/>
              </a:solidFill>
              <a:prstDash val="solid"/>
            </a:ln>
          </p:spPr>
        </p:sp>
        <p:sp>
          <p:nvSpPr>
            <p:cNvPr id="739" name="ST-MTM temporal row 2: source 739"/>
            <p:cNvSpPr/>
            <p:nvPr/>
          </p:nvSpPr>
          <p:spPr>
            <a:xfrm>
              <a:off x="7618318" y="3685429"/>
              <a:ext cx="67675" cy="90526"/>
            </a:xfrm>
            <a:prstGeom prst="rect">
              <a:avLst/>
            </a:prstGeom>
            <a:solidFill>
              <a:srgbClr val="0072B2"/>
            </a:solidFill>
            <a:ln w="5281">
              <a:solidFill>
                <a:srgbClr val="FFFFFF"/>
              </a:solidFill>
              <a:prstDash val="solid"/>
            </a:ln>
          </p:spPr>
        </p:sp>
        <p:sp>
          <p:nvSpPr>
            <p:cNvPr id="740" name="ST-MTM temporal row 2: source 740"/>
            <p:cNvSpPr/>
            <p:nvPr/>
          </p:nvSpPr>
          <p:spPr>
            <a:xfrm>
              <a:off x="7682702" y="3685429"/>
              <a:ext cx="68533" cy="90526"/>
            </a:xfrm>
            <a:prstGeom prst="rect">
              <a:avLst/>
            </a:prstGeom>
            <a:solidFill>
              <a:srgbClr val="0072B2"/>
            </a:solidFill>
            <a:ln w="5281">
              <a:solidFill>
                <a:srgbClr val="FFFFFF"/>
              </a:solidFill>
              <a:prstDash val="solid"/>
            </a:ln>
          </p:spPr>
        </p:sp>
        <p:sp>
          <p:nvSpPr>
            <p:cNvPr id="741" name="ST-MTM temporal row 2: source 741"/>
            <p:cNvSpPr/>
            <p:nvPr/>
          </p:nvSpPr>
          <p:spPr>
            <a:xfrm>
              <a:off x="7747944" y="3685429"/>
              <a:ext cx="67675" cy="90526"/>
            </a:xfrm>
            <a:prstGeom prst="rect">
              <a:avLst/>
            </a:prstGeom>
            <a:solidFill>
              <a:srgbClr val="0072B2"/>
            </a:solidFill>
            <a:ln w="5281">
              <a:solidFill>
                <a:srgbClr val="FFFFFF"/>
              </a:solidFill>
              <a:prstDash val="solid"/>
            </a:ln>
          </p:spPr>
        </p:sp>
        <p:sp>
          <p:nvSpPr>
            <p:cNvPr id="742" name="ST-MTM temporal row 2: source 742"/>
            <p:cNvSpPr/>
            <p:nvPr/>
          </p:nvSpPr>
          <p:spPr>
            <a:xfrm>
              <a:off x="7812327" y="3685429"/>
              <a:ext cx="62525" cy="90526"/>
            </a:xfrm>
            <a:prstGeom prst="rect">
              <a:avLst/>
            </a:prstGeom>
            <a:solidFill>
              <a:srgbClr val="B7BEC5"/>
            </a:solidFill>
            <a:ln w="5281">
              <a:solidFill>
                <a:srgbClr val="FFFFFF"/>
              </a:solidFill>
              <a:prstDash val="solid"/>
            </a:ln>
          </p:spPr>
        </p:sp>
        <p:sp>
          <p:nvSpPr>
            <p:cNvPr id="743" name="ST-MTM temporal row 2: source 743"/>
            <p:cNvSpPr/>
            <p:nvPr/>
          </p:nvSpPr>
          <p:spPr>
            <a:xfrm>
              <a:off x="7871560" y="3685429"/>
              <a:ext cx="76260" cy="90526"/>
            </a:xfrm>
            <a:prstGeom prst="rect">
              <a:avLst/>
            </a:prstGeom>
            <a:solidFill>
              <a:srgbClr val="D55E00"/>
            </a:solidFill>
            <a:ln w="5281">
              <a:solidFill>
                <a:srgbClr val="FFFFFF"/>
              </a:solidFill>
              <a:prstDash val="solid"/>
            </a:ln>
          </p:spPr>
        </p:sp>
        <p:sp>
          <p:nvSpPr>
            <p:cNvPr id="744" name="ST-MTM temporal row 2: source 744"/>
            <p:cNvSpPr/>
            <p:nvPr/>
          </p:nvSpPr>
          <p:spPr>
            <a:xfrm>
              <a:off x="7944527" y="3685429"/>
              <a:ext cx="78835" cy="90526"/>
            </a:xfrm>
            <a:prstGeom prst="rect">
              <a:avLst/>
            </a:prstGeom>
            <a:solidFill>
              <a:srgbClr val="D55E00"/>
            </a:solidFill>
            <a:ln w="5281">
              <a:solidFill>
                <a:srgbClr val="FFFFFF"/>
              </a:solidFill>
              <a:prstDash val="solid"/>
            </a:ln>
          </p:spPr>
        </p:sp>
        <p:sp>
          <p:nvSpPr>
            <p:cNvPr id="745" name="ST-MTM temporal row 2: source 745"/>
            <p:cNvSpPr/>
            <p:nvPr/>
          </p:nvSpPr>
          <p:spPr>
            <a:xfrm>
              <a:off x="8020069" y="3685429"/>
              <a:ext cx="76260" cy="90526"/>
            </a:xfrm>
            <a:prstGeom prst="rect">
              <a:avLst/>
            </a:prstGeom>
            <a:solidFill>
              <a:srgbClr val="D55E00"/>
            </a:solidFill>
            <a:ln w="5281">
              <a:solidFill>
                <a:srgbClr val="FFFFFF"/>
              </a:solidFill>
              <a:prstDash val="solid"/>
            </a:ln>
          </p:spPr>
        </p:sp>
        <p:sp>
          <p:nvSpPr>
            <p:cNvPr id="746" name="ST-MTM temporal row 2: source 746"/>
            <p:cNvSpPr/>
            <p:nvPr/>
          </p:nvSpPr>
          <p:spPr>
            <a:xfrm>
              <a:off x="8093038" y="3685429"/>
              <a:ext cx="93428" cy="90526"/>
            </a:xfrm>
            <a:prstGeom prst="rect">
              <a:avLst/>
            </a:prstGeom>
            <a:solidFill>
              <a:srgbClr val="B7BEC5"/>
            </a:solidFill>
            <a:ln w="5281">
              <a:solidFill>
                <a:srgbClr val="FFFFFF"/>
              </a:solidFill>
              <a:prstDash val="solid"/>
            </a:ln>
          </p:spPr>
        </p:sp>
        <p:sp>
          <p:nvSpPr>
            <p:cNvPr id="747" name="ST-MTM temporal row 2: source 747"/>
            <p:cNvSpPr/>
            <p:nvPr/>
          </p:nvSpPr>
          <p:spPr>
            <a:xfrm>
              <a:off x="8183174" y="3685429"/>
              <a:ext cx="96004" cy="90526"/>
            </a:xfrm>
            <a:prstGeom prst="rect">
              <a:avLst/>
            </a:prstGeom>
            <a:solidFill>
              <a:srgbClr val="B7BEC5"/>
            </a:solidFill>
            <a:ln w="5281">
              <a:solidFill>
                <a:srgbClr val="FFFFFF"/>
              </a:solidFill>
              <a:prstDash val="solid"/>
            </a:ln>
          </p:spPr>
        </p:sp>
        <p:sp>
          <p:nvSpPr>
            <p:cNvPr id="748" name="ST-MTM temporal row 2: source 748"/>
            <p:cNvSpPr/>
            <p:nvPr/>
          </p:nvSpPr>
          <p:spPr>
            <a:xfrm>
              <a:off x="8275885" y="3685429"/>
              <a:ext cx="119182" cy="90526"/>
            </a:xfrm>
            <a:prstGeom prst="rect">
              <a:avLst/>
            </a:prstGeom>
            <a:solidFill>
              <a:srgbClr val="7B8790"/>
            </a:solidFill>
            <a:ln w="5281">
              <a:solidFill>
                <a:srgbClr val="FFFFFF"/>
              </a:solidFill>
              <a:prstDash val="solid"/>
            </a:ln>
          </p:spPr>
        </p:sp>
        <p:sp>
          <p:nvSpPr>
            <p:cNvPr id="749" name="ST-MTM temporal row 2: source 749"/>
            <p:cNvSpPr/>
            <p:nvPr/>
          </p:nvSpPr>
          <p:spPr>
            <a:xfrm>
              <a:off x="8391776" y="3685429"/>
              <a:ext cx="99437" cy="90526"/>
            </a:xfrm>
            <a:prstGeom prst="rect">
              <a:avLst/>
            </a:prstGeom>
            <a:solidFill>
              <a:srgbClr val="009E73"/>
            </a:solidFill>
            <a:ln w="5281">
              <a:solidFill>
                <a:srgbClr val="FFFFFF"/>
              </a:solidFill>
              <a:prstDash val="solid"/>
            </a:ln>
          </p:spPr>
        </p:sp>
        <p:sp>
          <p:nvSpPr>
            <p:cNvPr id="750" name="ST-MTM temporal row 2: source 750"/>
            <p:cNvSpPr/>
            <p:nvPr/>
          </p:nvSpPr>
          <p:spPr>
            <a:xfrm>
              <a:off x="8487921" y="3685429"/>
              <a:ext cx="104588" cy="90526"/>
            </a:xfrm>
            <a:prstGeom prst="rect">
              <a:avLst/>
            </a:prstGeom>
            <a:solidFill>
              <a:srgbClr val="009E73"/>
            </a:solidFill>
            <a:ln w="5281">
              <a:solidFill>
                <a:srgbClr val="FFFFFF"/>
              </a:solidFill>
              <a:prstDash val="solid"/>
            </a:ln>
          </p:spPr>
        </p:sp>
        <p:sp>
          <p:nvSpPr>
            <p:cNvPr id="751" name="ST-MTM temporal row 2: source 751"/>
            <p:cNvSpPr/>
            <p:nvPr/>
          </p:nvSpPr>
          <p:spPr>
            <a:xfrm>
              <a:off x="8589217" y="3685429"/>
              <a:ext cx="99437" cy="90526"/>
            </a:xfrm>
            <a:prstGeom prst="rect">
              <a:avLst/>
            </a:prstGeom>
            <a:solidFill>
              <a:srgbClr val="009E73"/>
            </a:solidFill>
            <a:ln w="5281">
              <a:solidFill>
                <a:srgbClr val="FFFFFF"/>
              </a:solidFill>
              <a:prstDash val="solid"/>
            </a:ln>
          </p:spPr>
        </p:sp>
        <p:sp>
          <p:nvSpPr>
            <p:cNvPr id="752" name="ST-MTM temporal row 2: source 752"/>
            <p:cNvSpPr/>
            <p:nvPr/>
          </p:nvSpPr>
          <p:spPr>
            <a:xfrm>
              <a:off x="8685363" y="3685429"/>
              <a:ext cx="65958" cy="90526"/>
            </a:xfrm>
            <a:prstGeom prst="rect">
              <a:avLst/>
            </a:prstGeom>
            <a:solidFill>
              <a:srgbClr val="7B8790"/>
            </a:solidFill>
            <a:ln w="5281">
              <a:solidFill>
                <a:srgbClr val="FFFFFF"/>
              </a:solidFill>
              <a:prstDash val="solid"/>
            </a:ln>
          </p:spPr>
        </p:sp>
        <p:sp>
          <p:nvSpPr>
            <p:cNvPr id="753" name="ST-MTM temporal row 2: source 753"/>
            <p:cNvSpPr/>
            <p:nvPr/>
          </p:nvSpPr>
          <p:spPr>
            <a:xfrm>
              <a:off x="8748029" y="3685429"/>
              <a:ext cx="56516" cy="90526"/>
            </a:xfrm>
            <a:prstGeom prst="rect">
              <a:avLst/>
            </a:prstGeom>
            <a:solidFill>
              <a:srgbClr val="7B8790"/>
            </a:solidFill>
            <a:ln w="5281">
              <a:solidFill>
                <a:srgbClr val="FFFFFF"/>
              </a:solidFill>
              <a:prstDash val="solid"/>
            </a:ln>
          </p:spPr>
        </p:sp>
        <p:sp>
          <p:nvSpPr>
            <p:cNvPr id="754" name="ST-MTM temporal row 2: source 754"/>
            <p:cNvSpPr/>
            <p:nvPr/>
          </p:nvSpPr>
          <p:spPr>
            <a:xfrm>
              <a:off x="7566812" y="3685429"/>
              <a:ext cx="1234440" cy="90526"/>
            </a:xfrm>
            <a:prstGeom prst="rect">
              <a:avLst/>
            </a:prstGeom>
            <a:solidFill>
              <a:srgbClr val="FFFFFF">
                <a:alpha val="0"/>
              </a:srgbClr>
            </a:solidFill>
            <a:ln w="12321">
              <a:solidFill>
                <a:srgbClr val="263238"/>
              </a:solidFill>
              <a:prstDash val="solid"/>
            </a:ln>
          </p:spPr>
        </p:sp>
        <p:sp>
          <p:nvSpPr>
            <p:cNvPr id="11000" name="Centroid 1">
              <a:extLst>
                <a:ext uri="{FF2B5EF4-FFF2-40B4-BE49-F238E27FC236}">
                  <ns2:creationId id="{F07B54FB-EB0B-45C3-86DD-B1AAA1E730F7}"/>
                </a:ext>
              </a:extLst>
            </p:cNvPr>
            <p:cNvSpPr>
              <a:spLocks noGrp="1"/>
            </p:cNvSpPr>
            <p:nvPr/>
          </p:nvSpPr>
          <p:spPr>
            <a:xfrm>
              <a:off x="2600325" y="3600450"/>
              <a:ext cx="266700" cy="171450"/>
            </a:xfrm>
            <a:prstGeom prst="rect">
              <a:avLst/>
            </a:prstGeom>
            <a:noFill/>
            <a:ln w="0">
              <a:noFill/>
            </a:ln>
          </p:spPr>
          <p:txBody>
            <a:bodyPr wrap="none" lIns="0" tIns="0" rIns="0" bIns="0" anchor="ctr">
              <a:noAutofit/>
            </a:bodyPr>
            <a:lstStyle>
              <a:defPPr algn="ctr">
                <a:defRPr sz="1365">
                  <a:solidFill>
                    <a:srgbClr val="000000"/>
                  </a:solidFill>
                  <a:latin typeface="Arial"/>
                  <a:ea typeface="Arial"/>
                  <a:cs typeface="Arial"/>
                </a:defRPr>
              </a:defPPr>
              <a:lvl1pPr algn="ctr">
                <a:defRPr sz="1365">
                  <a:solidFill>
                    <a:srgbClr val="000000"/>
                  </a:solidFill>
                  <a:latin typeface="Arial"/>
                  <a:ea typeface="Arial"/>
                  <a:cs typeface="Arial"/>
                </a:defRPr>
              </a:lvl1pPr>
              <a:lvl2pPr algn="ctr">
                <a:defRPr sz="1365">
                  <a:solidFill>
                    <a:srgbClr val="000000"/>
                  </a:solidFill>
                  <a:latin typeface="Arial"/>
                  <a:ea typeface="Arial"/>
                  <a:cs typeface="Arial"/>
                </a:defRPr>
              </a:lvl2pPr>
              <a:lvl3pPr algn="ctr">
                <a:defRPr sz="1365">
                  <a:solidFill>
                    <a:srgbClr val="000000"/>
                  </a:solidFill>
                  <a:latin typeface="Arial"/>
                  <a:ea typeface="Arial"/>
                  <a:cs typeface="Arial"/>
                </a:defRPr>
              </a:lvl3pPr>
              <a:lvl4pPr algn="ctr">
                <a:defRPr sz="1365">
                  <a:solidFill>
                    <a:srgbClr val="000000"/>
                  </a:solidFill>
                  <a:latin typeface="Arial"/>
                  <a:ea typeface="Arial"/>
                  <a:cs typeface="Arial"/>
                </a:defRPr>
              </a:lvl4pPr>
              <a:lvl5pPr algn="ctr">
                <a:defRPr sz="1365">
                  <a:solidFill>
                    <a:srgbClr val="000000"/>
                  </a:solidFill>
                  <a:latin typeface="Arial"/>
                  <a:ea typeface="Arial"/>
                  <a:cs typeface="Arial"/>
                </a:defRPr>
              </a:lvl5pPr>
              <a:lvl6pPr algn="ctr">
                <a:defRPr sz="1365">
                  <a:solidFill>
                    <a:srgbClr val="000000"/>
                  </a:solidFill>
                  <a:latin typeface="Arial"/>
                  <a:ea typeface="Arial"/>
                  <a:cs typeface="Arial"/>
                </a:defRPr>
              </a:lvl6pPr>
              <a:lvl7pPr algn="ctr">
                <a:defRPr sz="1365">
                  <a:solidFill>
                    <a:srgbClr val="000000"/>
                  </a:solidFill>
                  <a:latin typeface="Arial"/>
                  <a:ea typeface="Arial"/>
                  <a:cs typeface="Arial"/>
                </a:defRPr>
              </a:lvl7pPr>
              <a:lvl8pPr algn="ctr">
                <a:defRPr sz="1365">
                  <a:solidFill>
                    <a:srgbClr val="000000"/>
                  </a:solidFill>
                  <a:latin typeface="Arial"/>
                  <a:ea typeface="Arial"/>
                  <a:cs typeface="Arial"/>
                </a:defRPr>
              </a:lvl8pPr>
              <a:lvl9pPr algn="ctr">
                <a:defRPr sz="1365">
                  <a:solidFill>
                    <a:srgbClr val="000000"/>
                  </a:solidFill>
                  <a:latin typeface="Arial"/>
                  <a:ea typeface="Arial"/>
                  <a:cs typeface="Arial"/>
                </a:defRPr>
              </a:lvl9pPr>
            </a:lstStyle>
            <a:p>
              <a:pPr algn="ctr">
                <a:defRPr sz="1365">
                  <a:solidFill>
                    <a:srgbClr val="000000"/>
                  </a:solidFill>
                  <a:latin typeface="Arial"/>
                  <a:ea typeface="Arial"/>
                  <a:cs typeface="Arial"/>
                </a:defRPr>
              </a:pPr>
              <a:r>
                <a:rPr sz="1365">
                  <a:solidFill>
                    <a:srgbClr val="000000"/>
                  </a:solidFill>
                  <a:latin typeface="Arial"/>
                  <a:ea typeface="Arial"/>
                  <a:cs typeface="Arial"/>
                </a:rPr>
                <a:t>G_A</a:t>
              </a:r>
              <a:r>
                <a:rPr sz="983" baseline="-25000">
                  <a:solidFill>
                    <a:srgbClr val="000000"/>
                  </a:solidFill>
                  <a:latin typeface="Arial"/>
                  <a:ea typeface="Arial"/>
                  <a:cs typeface="Arial"/>
                </a:rPr>
                <a:t/>
              </a:r>
            </a:p>
          </p:txBody>
        </p:sp>
        <p:sp>
          <p:nvSpPr>
            <p:cNvPr id="11001" name="Centroid 2">
              <a:extLst>
                <a:ext uri="{FF2B5EF4-FFF2-40B4-BE49-F238E27FC236}">
                  <ns2:creationId id="{D5BC90EF-5C58-4CCD-96CB-43780D74607E}"/>
                </a:ext>
              </a:extLst>
            </p:cNvPr>
            <p:cNvSpPr>
              <a:spLocks noGrp="1"/>
            </p:cNvSpPr>
            <p:nvPr/>
          </p:nvSpPr>
          <p:spPr>
            <a:xfrm>
              <a:off x="3067050" y="2771775"/>
              <a:ext cx="266700" cy="171450"/>
            </a:xfrm>
            <a:prstGeom prst="rect">
              <a:avLst/>
            </a:prstGeom>
            <a:noFill/>
            <a:ln w="0">
              <a:noFill/>
            </a:ln>
          </p:spPr>
          <p:txBody>
            <a:bodyPr wrap="none" lIns="0" tIns="0" rIns="0" bIns="0" anchor="ctr">
              <a:noAutofit/>
            </a:bodyPr>
            <a:lstStyle>
              <a:defPPr algn="ctr">
                <a:defRPr sz="1365">
                  <a:solidFill>
                    <a:srgbClr val="000000"/>
                  </a:solidFill>
                  <a:latin typeface="Arial"/>
                  <a:ea typeface="Arial"/>
                  <a:cs typeface="Arial"/>
                </a:defRPr>
              </a:defPPr>
              <a:lvl1pPr algn="ctr">
                <a:defRPr sz="1365">
                  <a:solidFill>
                    <a:srgbClr val="000000"/>
                  </a:solidFill>
                  <a:latin typeface="Arial"/>
                  <a:ea typeface="Arial"/>
                  <a:cs typeface="Arial"/>
                </a:defRPr>
              </a:lvl1pPr>
              <a:lvl2pPr algn="ctr">
                <a:defRPr sz="1365">
                  <a:solidFill>
                    <a:srgbClr val="000000"/>
                  </a:solidFill>
                  <a:latin typeface="Arial"/>
                  <a:ea typeface="Arial"/>
                  <a:cs typeface="Arial"/>
                </a:defRPr>
              </a:lvl2pPr>
              <a:lvl3pPr algn="ctr">
                <a:defRPr sz="1365">
                  <a:solidFill>
                    <a:srgbClr val="000000"/>
                  </a:solidFill>
                  <a:latin typeface="Arial"/>
                  <a:ea typeface="Arial"/>
                  <a:cs typeface="Arial"/>
                </a:defRPr>
              </a:lvl3pPr>
              <a:lvl4pPr algn="ctr">
                <a:defRPr sz="1365">
                  <a:solidFill>
                    <a:srgbClr val="000000"/>
                  </a:solidFill>
                  <a:latin typeface="Arial"/>
                  <a:ea typeface="Arial"/>
                  <a:cs typeface="Arial"/>
                </a:defRPr>
              </a:lvl4pPr>
              <a:lvl5pPr algn="ctr">
                <a:defRPr sz="1365">
                  <a:solidFill>
                    <a:srgbClr val="000000"/>
                  </a:solidFill>
                  <a:latin typeface="Arial"/>
                  <a:ea typeface="Arial"/>
                  <a:cs typeface="Arial"/>
                </a:defRPr>
              </a:lvl5pPr>
              <a:lvl6pPr algn="ctr">
                <a:defRPr sz="1365">
                  <a:solidFill>
                    <a:srgbClr val="000000"/>
                  </a:solidFill>
                  <a:latin typeface="Arial"/>
                  <a:ea typeface="Arial"/>
                  <a:cs typeface="Arial"/>
                </a:defRPr>
              </a:lvl6pPr>
              <a:lvl7pPr algn="ctr">
                <a:defRPr sz="1365">
                  <a:solidFill>
                    <a:srgbClr val="000000"/>
                  </a:solidFill>
                  <a:latin typeface="Arial"/>
                  <a:ea typeface="Arial"/>
                  <a:cs typeface="Arial"/>
                </a:defRPr>
              </a:lvl7pPr>
              <a:lvl8pPr algn="ctr">
                <a:defRPr sz="1365">
                  <a:solidFill>
                    <a:srgbClr val="000000"/>
                  </a:solidFill>
                  <a:latin typeface="Arial"/>
                  <a:ea typeface="Arial"/>
                  <a:cs typeface="Arial"/>
                </a:defRPr>
              </a:lvl8pPr>
              <a:lvl9pPr algn="ctr">
                <a:defRPr sz="1365">
                  <a:solidFill>
                    <a:srgbClr val="000000"/>
                  </a:solidFill>
                  <a:latin typeface="Arial"/>
                  <a:ea typeface="Arial"/>
                  <a:cs typeface="Arial"/>
                </a:defRPr>
              </a:lvl9pPr>
            </a:lstStyle>
            <a:p>
              <a:pPr algn="ctr">
                <a:defRPr sz="1365">
                  <a:solidFill>
                    <a:srgbClr val="000000"/>
                  </a:solidFill>
                  <a:latin typeface="Arial"/>
                  <a:ea typeface="Arial"/>
                  <a:cs typeface="Arial"/>
                </a:defRPr>
              </a:pPr>
              <a:r>
                <a:rPr sz="1365">
                  <a:solidFill>
                    <a:srgbClr val="000000"/>
                  </a:solidFill>
                  <a:latin typeface="Arial"/>
                  <a:ea typeface="Arial"/>
                  <a:cs typeface="Arial"/>
                </a:rPr>
                <a:t>G_B</a:t>
              </a:r>
              <a:r>
                <a:rPr sz="983" baseline="-25000">
                  <a:solidFill>
                    <a:srgbClr val="000000"/>
                  </a:solidFill>
                  <a:latin typeface="Arial"/>
                  <a:ea typeface="Arial"/>
                  <a:cs typeface="Arial"/>
                </a:rPr>
                <a:t/>
              </a:r>
            </a:p>
          </p:txBody>
        </p:sp>
        <p:sp>
          <p:nvSpPr>
            <p:cNvPr id="11002" name="Centroid 3">
              <a:extLst>
                <a:ext uri="{FF2B5EF4-FFF2-40B4-BE49-F238E27FC236}">
                  <ns2:creationId id="{53BA0AE7-7D5B-4E51-93B4-055859798847}"/>
                </a:ext>
              </a:extLst>
            </p:cNvPr>
            <p:cNvSpPr>
              <a:spLocks noGrp="1"/>
            </p:cNvSpPr>
            <p:nvPr/>
          </p:nvSpPr>
          <p:spPr>
            <a:xfrm>
              <a:off x="3590925" y="3638550"/>
              <a:ext cx="266700" cy="171450"/>
            </a:xfrm>
            <a:prstGeom prst="rect">
              <a:avLst/>
            </a:prstGeom>
            <a:noFill/>
            <a:ln w="0">
              <a:noFill/>
            </a:ln>
          </p:spPr>
          <p:txBody>
            <a:bodyPr wrap="none" lIns="0" tIns="0" rIns="0" bIns="0" anchor="ctr">
              <a:noAutofit/>
            </a:bodyPr>
            <a:lstStyle>
              <a:defPPr algn="ctr">
                <a:defRPr sz="1365">
                  <a:solidFill>
                    <a:srgbClr val="000000"/>
                  </a:solidFill>
                  <a:latin typeface="Arial"/>
                  <a:ea typeface="Arial"/>
                  <a:cs typeface="Arial"/>
                </a:defRPr>
              </a:defPPr>
              <a:lvl1pPr algn="ctr">
                <a:defRPr sz="1365">
                  <a:solidFill>
                    <a:srgbClr val="000000"/>
                  </a:solidFill>
                  <a:latin typeface="Arial"/>
                  <a:ea typeface="Arial"/>
                  <a:cs typeface="Arial"/>
                </a:defRPr>
              </a:lvl1pPr>
              <a:lvl2pPr algn="ctr">
                <a:defRPr sz="1365">
                  <a:solidFill>
                    <a:srgbClr val="000000"/>
                  </a:solidFill>
                  <a:latin typeface="Arial"/>
                  <a:ea typeface="Arial"/>
                  <a:cs typeface="Arial"/>
                </a:defRPr>
              </a:lvl2pPr>
              <a:lvl3pPr algn="ctr">
                <a:defRPr sz="1365">
                  <a:solidFill>
                    <a:srgbClr val="000000"/>
                  </a:solidFill>
                  <a:latin typeface="Arial"/>
                  <a:ea typeface="Arial"/>
                  <a:cs typeface="Arial"/>
                </a:defRPr>
              </a:lvl3pPr>
              <a:lvl4pPr algn="ctr">
                <a:defRPr sz="1365">
                  <a:solidFill>
                    <a:srgbClr val="000000"/>
                  </a:solidFill>
                  <a:latin typeface="Arial"/>
                  <a:ea typeface="Arial"/>
                  <a:cs typeface="Arial"/>
                </a:defRPr>
              </a:lvl4pPr>
              <a:lvl5pPr algn="ctr">
                <a:defRPr sz="1365">
                  <a:solidFill>
                    <a:srgbClr val="000000"/>
                  </a:solidFill>
                  <a:latin typeface="Arial"/>
                  <a:ea typeface="Arial"/>
                  <a:cs typeface="Arial"/>
                </a:defRPr>
              </a:lvl5pPr>
              <a:lvl6pPr algn="ctr">
                <a:defRPr sz="1365">
                  <a:solidFill>
                    <a:srgbClr val="000000"/>
                  </a:solidFill>
                  <a:latin typeface="Arial"/>
                  <a:ea typeface="Arial"/>
                  <a:cs typeface="Arial"/>
                </a:defRPr>
              </a:lvl6pPr>
              <a:lvl7pPr algn="ctr">
                <a:defRPr sz="1365">
                  <a:solidFill>
                    <a:srgbClr val="000000"/>
                  </a:solidFill>
                  <a:latin typeface="Arial"/>
                  <a:ea typeface="Arial"/>
                  <a:cs typeface="Arial"/>
                </a:defRPr>
              </a:lvl7pPr>
              <a:lvl8pPr algn="ctr">
                <a:defRPr sz="1365">
                  <a:solidFill>
                    <a:srgbClr val="000000"/>
                  </a:solidFill>
                  <a:latin typeface="Arial"/>
                  <a:ea typeface="Arial"/>
                  <a:cs typeface="Arial"/>
                </a:defRPr>
              </a:lvl8pPr>
              <a:lvl9pPr algn="ctr">
                <a:defRPr sz="1365">
                  <a:solidFill>
                    <a:srgbClr val="000000"/>
                  </a:solidFill>
                  <a:latin typeface="Arial"/>
                  <a:ea typeface="Arial"/>
                  <a:cs typeface="Arial"/>
                </a:defRPr>
              </a:lvl9pPr>
            </a:lstStyle>
            <a:p>
              <a:pPr algn="ctr">
                <a:defRPr sz="1365">
                  <a:solidFill>
                    <a:srgbClr val="000000"/>
                  </a:solidFill>
                  <a:latin typeface="Arial"/>
                  <a:ea typeface="Arial"/>
                  <a:cs typeface="Arial"/>
                </a:defRPr>
              </a:pPr>
              <a:r>
                <a:rPr sz="1365">
                  <a:solidFill>
                    <a:srgbClr val="000000"/>
                  </a:solidFill>
                  <a:latin typeface="Arial"/>
                  <a:ea typeface="Arial"/>
                  <a:cs typeface="Arial"/>
                </a:rPr>
                <a:t>G_C</a:t>
              </a:r>
              <a:r>
                <a:rPr sz="983" baseline="-25000">
                  <a:solidFill>
                    <a:srgbClr val="000000"/>
                  </a:solidFill>
                  <a:latin typeface="Arial"/>
                  <a:ea typeface="Arial"/>
                  <a:cs typeface="Arial"/>
                </a:rPr>
                <a:t/>
              </a:r>
            </a:p>
          </p:txBody>
        </p:sp>
        <p:sp>
          <p:nvSpPr>
            <p:cNvPr id="11003" name="Distance 1–2">
              <a:extLst>
                <a:ext uri="{FF2B5EF4-FFF2-40B4-BE49-F238E27FC236}">
                  <ns2:creationId id="{A729EF3D-E55D-4776-B41D-342390E3CB98}"/>
                </a:ext>
              </a:extLst>
            </p:cNvPr>
            <p:cNvSpPr>
              <a:spLocks noGrp="1"/>
            </p:cNvSpPr>
            <p:nvPr/>
          </p:nvSpPr>
          <p:spPr>
            <a:xfrm>
              <a:off x="2847975" y="3181350"/>
              <a:ext cx="266700" cy="161925"/>
            </a:xfrm>
            <a:prstGeom prst="rect">
              <a:avLst/>
            </a:prstGeom>
            <a:solidFill>
              <a:srgbClr val="F7F9FA"/>
            </a:solidFill>
            <a:ln w="0">
              <a:noFill/>
            </a:ln>
          </p:spPr>
          <p:txBody>
            <a:bodyPr wrap="none" lIns="0" tIns="0" rIns="0" bIns="0" anchor="ctr">
              <a:noAutofit/>
            </a:bodyPr>
            <a:lstStyle>
              <a:defPPr algn="ctr">
                <a:defRPr sz="1365">
                  <a:solidFill>
                    <a:srgbClr val="000000"/>
                  </a:solidFill>
                  <a:latin typeface="Arial"/>
                  <a:ea typeface="Arial"/>
                  <a:cs typeface="Arial"/>
                </a:defRPr>
              </a:defPPr>
              <a:lvl1pPr algn="ctr">
                <a:defRPr sz="1365">
                  <a:solidFill>
                    <a:srgbClr val="000000"/>
                  </a:solidFill>
                  <a:latin typeface="Arial"/>
                  <a:ea typeface="Arial"/>
                  <a:cs typeface="Arial"/>
                </a:defRPr>
              </a:lvl1pPr>
              <a:lvl2pPr algn="ctr">
                <a:defRPr sz="1365">
                  <a:solidFill>
                    <a:srgbClr val="000000"/>
                  </a:solidFill>
                  <a:latin typeface="Arial"/>
                  <a:ea typeface="Arial"/>
                  <a:cs typeface="Arial"/>
                </a:defRPr>
              </a:lvl2pPr>
              <a:lvl3pPr algn="ctr">
                <a:defRPr sz="1365">
                  <a:solidFill>
                    <a:srgbClr val="000000"/>
                  </a:solidFill>
                  <a:latin typeface="Arial"/>
                  <a:ea typeface="Arial"/>
                  <a:cs typeface="Arial"/>
                </a:defRPr>
              </a:lvl3pPr>
              <a:lvl4pPr algn="ctr">
                <a:defRPr sz="1365">
                  <a:solidFill>
                    <a:srgbClr val="000000"/>
                  </a:solidFill>
                  <a:latin typeface="Arial"/>
                  <a:ea typeface="Arial"/>
                  <a:cs typeface="Arial"/>
                </a:defRPr>
              </a:lvl4pPr>
              <a:lvl5pPr algn="ctr">
                <a:defRPr sz="1365">
                  <a:solidFill>
                    <a:srgbClr val="000000"/>
                  </a:solidFill>
                  <a:latin typeface="Arial"/>
                  <a:ea typeface="Arial"/>
                  <a:cs typeface="Arial"/>
                </a:defRPr>
              </a:lvl5pPr>
              <a:lvl6pPr algn="ctr">
                <a:defRPr sz="1365">
                  <a:solidFill>
                    <a:srgbClr val="000000"/>
                  </a:solidFill>
                  <a:latin typeface="Arial"/>
                  <a:ea typeface="Arial"/>
                  <a:cs typeface="Arial"/>
                </a:defRPr>
              </a:lvl6pPr>
              <a:lvl7pPr algn="ctr">
                <a:defRPr sz="1365">
                  <a:solidFill>
                    <a:srgbClr val="000000"/>
                  </a:solidFill>
                  <a:latin typeface="Arial"/>
                  <a:ea typeface="Arial"/>
                  <a:cs typeface="Arial"/>
                </a:defRPr>
              </a:lvl7pPr>
              <a:lvl8pPr algn="ctr">
                <a:defRPr sz="1365">
                  <a:solidFill>
                    <a:srgbClr val="000000"/>
                  </a:solidFill>
                  <a:latin typeface="Arial"/>
                  <a:ea typeface="Arial"/>
                  <a:cs typeface="Arial"/>
                </a:defRPr>
              </a:lvl8pPr>
              <a:lvl9pPr algn="ctr">
                <a:defRPr sz="1365">
                  <a:solidFill>
                    <a:srgbClr val="000000"/>
                  </a:solidFill>
                  <a:latin typeface="Arial"/>
                  <a:ea typeface="Arial"/>
                  <a:cs typeface="Arial"/>
                </a:defRPr>
              </a:lvl9pPr>
            </a:lstStyle>
            <a:p>
              <a:pPr algn="ctr">
                <a:defRPr sz="1365">
                  <a:solidFill>
                    <a:srgbClr val="000000"/>
                  </a:solidFill>
                  <a:latin typeface="Arial"/>
                  <a:ea typeface="Arial"/>
                  <a:cs typeface="Arial"/>
                </a:defRPr>
              </a:pPr>
              <a:r>
                <a:rPr sz="1365">
                  <a:solidFill>
                    <a:srgbClr val="000000"/>
                  </a:solidFill>
                  <a:latin typeface="Arial"/>
                  <a:ea typeface="Arial"/>
                  <a:cs typeface="Arial"/>
                </a:rPr>
                <a:t>d_AB</a:t>
              </a:r>
              <a:r>
                <a:rPr sz="983" baseline="-25000">
                  <a:solidFill>
                    <a:srgbClr val="000000"/>
                  </a:solidFill>
                  <a:latin typeface="Arial"/>
                  <a:ea typeface="Arial"/>
                  <a:cs typeface="Arial"/>
                </a:rPr>
                <a:t/>
              </a:r>
            </a:p>
          </p:txBody>
        </p:sp>
        <p:sp>
          <p:nvSpPr>
            <p:cNvPr id="11004" name="Distance 2–3">
              <a:extLst>
                <a:ext uri="{FF2B5EF4-FFF2-40B4-BE49-F238E27FC236}">
                  <ns2:creationId id="{768B69FD-F9FC-430F-8C7A-CACF1040FD36}"/>
                </a:ext>
              </a:extLst>
            </p:cNvPr>
            <p:cNvSpPr>
              <a:spLocks noGrp="1"/>
            </p:cNvSpPr>
            <p:nvPr/>
          </p:nvSpPr>
          <p:spPr>
            <a:xfrm>
              <a:off x="3276600" y="3209925"/>
              <a:ext cx="266700" cy="161925"/>
            </a:xfrm>
            <a:prstGeom prst="rect">
              <a:avLst/>
            </a:prstGeom>
            <a:solidFill>
              <a:srgbClr val="F7F9FA"/>
            </a:solidFill>
            <a:ln w="0">
              <a:noFill/>
            </a:ln>
          </p:spPr>
          <p:txBody>
            <a:bodyPr wrap="none" lIns="0" tIns="0" rIns="0" bIns="0" anchor="ctr">
              <a:noAutofit/>
            </a:bodyPr>
            <a:lstStyle>
              <a:defPPr algn="ctr">
                <a:defRPr sz="1365">
                  <a:solidFill>
                    <a:srgbClr val="000000"/>
                  </a:solidFill>
                  <a:latin typeface="Arial"/>
                  <a:ea typeface="Arial"/>
                  <a:cs typeface="Arial"/>
                </a:defRPr>
              </a:defPPr>
              <a:lvl1pPr algn="ctr">
                <a:defRPr sz="1365">
                  <a:solidFill>
                    <a:srgbClr val="000000"/>
                  </a:solidFill>
                  <a:latin typeface="Arial"/>
                  <a:ea typeface="Arial"/>
                  <a:cs typeface="Arial"/>
                </a:defRPr>
              </a:lvl1pPr>
              <a:lvl2pPr algn="ctr">
                <a:defRPr sz="1365">
                  <a:solidFill>
                    <a:srgbClr val="000000"/>
                  </a:solidFill>
                  <a:latin typeface="Arial"/>
                  <a:ea typeface="Arial"/>
                  <a:cs typeface="Arial"/>
                </a:defRPr>
              </a:lvl2pPr>
              <a:lvl3pPr algn="ctr">
                <a:defRPr sz="1365">
                  <a:solidFill>
                    <a:srgbClr val="000000"/>
                  </a:solidFill>
                  <a:latin typeface="Arial"/>
                  <a:ea typeface="Arial"/>
                  <a:cs typeface="Arial"/>
                </a:defRPr>
              </a:lvl3pPr>
              <a:lvl4pPr algn="ctr">
                <a:defRPr sz="1365">
                  <a:solidFill>
                    <a:srgbClr val="000000"/>
                  </a:solidFill>
                  <a:latin typeface="Arial"/>
                  <a:ea typeface="Arial"/>
                  <a:cs typeface="Arial"/>
                </a:defRPr>
              </a:lvl4pPr>
              <a:lvl5pPr algn="ctr">
                <a:defRPr sz="1365">
                  <a:solidFill>
                    <a:srgbClr val="000000"/>
                  </a:solidFill>
                  <a:latin typeface="Arial"/>
                  <a:ea typeface="Arial"/>
                  <a:cs typeface="Arial"/>
                </a:defRPr>
              </a:lvl5pPr>
              <a:lvl6pPr algn="ctr">
                <a:defRPr sz="1365">
                  <a:solidFill>
                    <a:srgbClr val="000000"/>
                  </a:solidFill>
                  <a:latin typeface="Arial"/>
                  <a:ea typeface="Arial"/>
                  <a:cs typeface="Arial"/>
                </a:defRPr>
              </a:lvl6pPr>
              <a:lvl7pPr algn="ctr">
                <a:defRPr sz="1365">
                  <a:solidFill>
                    <a:srgbClr val="000000"/>
                  </a:solidFill>
                  <a:latin typeface="Arial"/>
                  <a:ea typeface="Arial"/>
                  <a:cs typeface="Arial"/>
                </a:defRPr>
              </a:lvl7pPr>
              <a:lvl8pPr algn="ctr">
                <a:defRPr sz="1365">
                  <a:solidFill>
                    <a:srgbClr val="000000"/>
                  </a:solidFill>
                  <a:latin typeface="Arial"/>
                  <a:ea typeface="Arial"/>
                  <a:cs typeface="Arial"/>
                </a:defRPr>
              </a:lvl8pPr>
              <a:lvl9pPr algn="ctr">
                <a:defRPr sz="1365">
                  <a:solidFill>
                    <a:srgbClr val="000000"/>
                  </a:solidFill>
                  <a:latin typeface="Arial"/>
                  <a:ea typeface="Arial"/>
                  <a:cs typeface="Arial"/>
                </a:defRPr>
              </a:lvl9pPr>
            </a:lstStyle>
            <a:p>
              <a:pPr algn="ctr">
                <a:defRPr sz="1365">
                  <a:solidFill>
                    <a:srgbClr val="000000"/>
                  </a:solidFill>
                  <a:latin typeface="Arial"/>
                  <a:ea typeface="Arial"/>
                  <a:cs typeface="Arial"/>
                </a:defRPr>
              </a:pPr>
              <a:r>
                <a:rPr sz="1365">
                  <a:solidFill>
                    <a:srgbClr val="000000"/>
                  </a:solidFill>
                  <a:latin typeface="Arial"/>
                  <a:ea typeface="Arial"/>
                  <a:cs typeface="Arial"/>
                </a:rPr>
                <a:t>d_BC</a:t>
              </a:r>
              <a:r>
                <a:rPr sz="983" baseline="-25000">
                  <a:solidFill>
                    <a:srgbClr val="000000"/>
                  </a:solidFill>
                  <a:latin typeface="Arial"/>
                  <a:ea typeface="Arial"/>
                  <a:cs typeface="Arial"/>
                </a:rPr>
                <a:t/>
              </a:r>
            </a:p>
          </p:txBody>
        </p:sp>
        <p:sp>
          <p:nvSpPr>
            <p:cNvPr id="11005" name="Distance 1–3">
              <a:extLst>
                <a:ext uri="{FF2B5EF4-FFF2-40B4-BE49-F238E27FC236}">
                  <ns2:creationId id="{EAF936F1-72B0-49E5-8BA5-0756666AF281}"/>
                </a:ext>
              </a:extLst>
            </p:cNvPr>
            <p:cNvSpPr>
              <a:spLocks noGrp="1"/>
            </p:cNvSpPr>
            <p:nvPr/>
          </p:nvSpPr>
          <p:spPr>
            <a:xfrm>
              <a:off x="3057525" y="3429000"/>
              <a:ext cx="266700" cy="161925"/>
            </a:xfrm>
            <a:prstGeom prst="rect">
              <a:avLst/>
            </a:prstGeom>
            <a:solidFill>
              <a:srgbClr val="F7F9FA"/>
            </a:solidFill>
            <a:ln w="0">
              <a:noFill/>
            </a:ln>
          </p:spPr>
          <p:txBody>
            <a:bodyPr wrap="none" lIns="0" tIns="0" rIns="0" bIns="0" anchor="ctr">
              <a:noAutofit/>
            </a:bodyPr>
            <a:lstStyle>
              <a:defPPr algn="ctr">
                <a:defRPr sz="1365">
                  <a:solidFill>
                    <a:srgbClr val="000000"/>
                  </a:solidFill>
                  <a:latin typeface="Arial"/>
                  <a:ea typeface="Arial"/>
                  <a:cs typeface="Arial"/>
                </a:defRPr>
              </a:defPPr>
              <a:lvl1pPr algn="ctr">
                <a:defRPr sz="1365">
                  <a:solidFill>
                    <a:srgbClr val="000000"/>
                  </a:solidFill>
                  <a:latin typeface="Arial"/>
                  <a:ea typeface="Arial"/>
                  <a:cs typeface="Arial"/>
                </a:defRPr>
              </a:lvl1pPr>
              <a:lvl2pPr algn="ctr">
                <a:defRPr sz="1365">
                  <a:solidFill>
                    <a:srgbClr val="000000"/>
                  </a:solidFill>
                  <a:latin typeface="Arial"/>
                  <a:ea typeface="Arial"/>
                  <a:cs typeface="Arial"/>
                </a:defRPr>
              </a:lvl2pPr>
              <a:lvl3pPr algn="ctr">
                <a:defRPr sz="1365">
                  <a:solidFill>
                    <a:srgbClr val="000000"/>
                  </a:solidFill>
                  <a:latin typeface="Arial"/>
                  <a:ea typeface="Arial"/>
                  <a:cs typeface="Arial"/>
                </a:defRPr>
              </a:lvl3pPr>
              <a:lvl4pPr algn="ctr">
                <a:defRPr sz="1365">
                  <a:solidFill>
                    <a:srgbClr val="000000"/>
                  </a:solidFill>
                  <a:latin typeface="Arial"/>
                  <a:ea typeface="Arial"/>
                  <a:cs typeface="Arial"/>
                </a:defRPr>
              </a:lvl4pPr>
              <a:lvl5pPr algn="ctr">
                <a:defRPr sz="1365">
                  <a:solidFill>
                    <a:srgbClr val="000000"/>
                  </a:solidFill>
                  <a:latin typeface="Arial"/>
                  <a:ea typeface="Arial"/>
                  <a:cs typeface="Arial"/>
                </a:defRPr>
              </a:lvl5pPr>
              <a:lvl6pPr algn="ctr">
                <a:defRPr sz="1365">
                  <a:solidFill>
                    <a:srgbClr val="000000"/>
                  </a:solidFill>
                  <a:latin typeface="Arial"/>
                  <a:ea typeface="Arial"/>
                  <a:cs typeface="Arial"/>
                </a:defRPr>
              </a:lvl6pPr>
              <a:lvl7pPr algn="ctr">
                <a:defRPr sz="1365">
                  <a:solidFill>
                    <a:srgbClr val="000000"/>
                  </a:solidFill>
                  <a:latin typeface="Arial"/>
                  <a:ea typeface="Arial"/>
                  <a:cs typeface="Arial"/>
                </a:defRPr>
              </a:lvl7pPr>
              <a:lvl8pPr algn="ctr">
                <a:defRPr sz="1365">
                  <a:solidFill>
                    <a:srgbClr val="000000"/>
                  </a:solidFill>
                  <a:latin typeface="Arial"/>
                  <a:ea typeface="Arial"/>
                  <a:cs typeface="Arial"/>
                </a:defRPr>
              </a:lvl8pPr>
              <a:lvl9pPr algn="ctr">
                <a:defRPr sz="1365">
                  <a:solidFill>
                    <a:srgbClr val="000000"/>
                  </a:solidFill>
                  <a:latin typeface="Arial"/>
                  <a:ea typeface="Arial"/>
                  <a:cs typeface="Arial"/>
                </a:defRPr>
              </a:lvl9pPr>
            </a:lstStyle>
            <a:p>
              <a:pPr algn="ctr">
                <a:defRPr sz="1365">
                  <a:solidFill>
                    <a:srgbClr val="000000"/>
                  </a:solidFill>
                  <a:latin typeface="Arial"/>
                  <a:ea typeface="Arial"/>
                  <a:cs typeface="Arial"/>
                </a:defRPr>
              </a:pPr>
              <a:r>
                <a:rPr sz="1365">
                  <a:solidFill>
                    <a:srgbClr val="000000"/>
                  </a:solidFill>
                  <a:latin typeface="Arial"/>
                  <a:ea typeface="Arial"/>
                  <a:cs typeface="Arial"/>
                </a:rPr>
                <a:t>d_AC</a:t>
              </a:r>
              <a:r>
                <a:rPr sz="983" baseline="-25000">
                  <a:solidFill>
                    <a:srgbClr val="000000"/>
                  </a:solidFill>
                  <a:latin typeface="Arial"/>
                  <a:ea typeface="Arial"/>
                  <a:cs typeface="Arial"/>
                </a:rPr>
                <a:t/>
              </a:r>
            </a:p>
          </p:txBody>
        </p:sp>
      </p:grpSp>
    </p:spTree>
  </p:cSld>
  <p:clrMapOvr>
    <a:masterClrMapping/>
  </p:clrMapOvr>
</p:sld>
</file>

<file path=ppt/slides/slide3.xml><?xml version="1.0" encoding="utf-8"?>
<p:sld xmlns:a="http://schemas.openxmlformats.org/drawingml/2006/main" xmlns:ns2="http://schemas.microsoft.com/office/drawing/2014/main" xmlns:ns3="http://schemas.microsoft.com/office/powerpoint/2010/main" xmlns:p="http://schemas.openxmlformats.org/presentationml/2006/main">
  <p:cSld>
    <p:bg>
      <p:bgPr>
        <a:solidFill>
          <a:srgbClr val="FFFFFF"/>
        </a:solidFill>
      </p:bgPr>
    </p:bg>
    <p:spTree>
      <p:nvGrpSpPr>
        <p:cNvPr id="1" name=""/>
        <p:cNvGrpSpPr/>
        <p:nvPr/>
      </p:nvGrpSpPr>
      <p:grpSpPr>
        <a:xfrm/>
      </p:grpSpPr>
      <p:grpSp>
        <p:nvGrpSpPr>
          <p:cNvPr id="22002" name="Manuscript Figure 3: RG-MTM five-stage workflow"/>
          <p:cNvGrpSpPr/>
          <p:nvPr/>
        </p:nvGrpSpPr>
        <p:grpSpPr>
          <a:xfrm>
            <a:off x="0" y="1017823"/>
            <a:ext cx="12801600" cy="4060355"/>
            <a:chOff x="0" y="0"/>
            <a:chExt cx="24955500" cy="7915275"/>
          </a:xfrm>
        </p:grpSpPr>
        <p:grpSp>
          <p:nvGrpSpPr>
            <p:cNvPr id="3174" name="structure"/>
            <p:cNvGrpSpPr/>
            <p:nvPr/>
          </p:nvGrpSpPr>
          <p:grpSpPr>
            <a:xfrm>
              <a:off x="0" y="0"/>
              <a:ext cx="24955500" cy="8572500"/>
              <a:chOff x="0" y="0"/>
              <a:chExt cx="24955500" cy="8572500"/>
            </a:xfrm>
          </p:grpSpPr>
          <p:sp>
            <p:nvSpPr>
              <p:cNvPr id="4" name="four:structure:substep-frame:4">
                <a:extLst>
                  <a:ext uri="{FF2B5EF4-FFF2-40B4-BE49-F238E27FC236}">
                    <ns2:creationId id="{50C07151-B022-41D6-AFE9-1E158BA6CF27}"/>
                  </a:ext>
                </a:extLst>
              </p:cNvPr>
              <p:cNvSpPr>
                <a:spLocks noGrp="1"/>
              </p:cNvSpPr>
              <p:nvPr/>
            </p:nvSpPr>
            <p:spPr>
              <a:xfrm>
                <a:off x="266700" y="209550"/>
                <a:ext cx="2571750" cy="7534275"/>
              </a:xfrm>
              <a:prstGeom prst="roundRect">
                <a:avLst>
                  <a:gd name="adj" fmla="val 4444"/>
                </a:avLst>
              </a:prstGeom>
              <a:solidFill>
                <a:srgbClr val="F7F9FA"/>
              </a:solidFill>
              <a:ln w="6352">
                <a:solidFill>
                  <a:srgbClr val="A9CDDF"/>
                </a:solidFill>
                <a:prstDash val="solid"/>
              </a:ln>
            </p:spPr>
          </p:sp>
          <p:sp>
            <p:nvSpPr>
              <p:cNvPr id="5" name="four:structure:substep-frame:5">
                <a:extLst>
                  <a:ext uri="{FF2B5EF4-FFF2-40B4-BE49-F238E27FC236}">
                    <ns2:creationId id="{B7405416-D0F9-4E32-8791-EB1DA60B04BF}"/>
                  </a:ext>
                </a:extLst>
              </p:cNvPr>
              <p:cNvSpPr>
                <a:spLocks noGrp="1"/>
              </p:cNvSpPr>
              <p:nvPr/>
            </p:nvSpPr>
            <p:spPr>
              <a:xfrm>
                <a:off x="266700" y="209550"/>
                <a:ext cx="2571750" cy="581025"/>
              </a:xfrm>
              <a:prstGeom prst="roundRect">
                <a:avLst>
                  <a:gd name="adj" fmla="val 19672"/>
                </a:avLst>
              </a:prstGeom>
              <a:solidFill>
                <a:srgbClr val="E7EDF0"/>
              </a:solidFill>
              <a:ln w="0">
                <a:noFill/>
                <a:prstDash val="solid"/>
              </a:ln>
            </p:spPr>
          </p:sp>
          <p:sp>
            <p:nvSpPr>
              <p:cNvPr id="6" name="four:structure:rect:6">
                <a:extLst>
                  <a:ext uri="{FF2B5EF4-FFF2-40B4-BE49-F238E27FC236}">
                    <ns2:creationId id="{E1328A12-C1F1-465B-B262-267B25D3BBD3}"/>
                  </a:ext>
                </a:extLst>
              </p:cNvPr>
              <p:cNvSpPr>
                <a:spLocks noGrp="1"/>
              </p:cNvSpPr>
              <p:nvPr/>
            </p:nvSpPr>
            <p:spPr>
              <a:xfrm>
                <a:off x="266700" y="533400"/>
                <a:ext cx="2571750" cy="257175"/>
              </a:xfrm>
              <a:prstGeom prst="rect">
                <a:avLst/>
              </a:prstGeom>
              <a:solidFill>
                <a:srgbClr val="E7EDF0"/>
              </a:solidFill>
              <a:ln w="0">
                <a:noFill/>
                <a:prstDash val="solid"/>
              </a:ln>
            </p:spPr>
          </p:sp>
          <p:sp>
            <p:nvSpPr>
              <p:cNvPr id="7" name="four:structure:regular-node:7">
                <a:extLst>
                  <a:ext uri="{FF2B5EF4-FFF2-40B4-BE49-F238E27FC236}">
                    <ns2:creationId id="{B1E07AA6-84A6-407A-B1CD-F6832E6A220F}"/>
                  </a:ext>
                </a:extLst>
              </p:cNvPr>
              <p:cNvSpPr>
                <a:spLocks noGrp="1"/>
              </p:cNvSpPr>
              <p:nvPr/>
            </p:nvSpPr>
            <p:spPr>
              <a:xfrm>
                <a:off x="352425" y="323850"/>
                <a:ext cx="342900" cy="342900"/>
              </a:xfrm>
              <a:prstGeom prst="ellipse">
                <a:avLst/>
              </a:prstGeom>
              <a:solidFill>
                <a:srgbClr val="E7EDF0"/>
              </a:solidFill>
              <a:ln w="0">
                <a:noFill/>
                <a:prstDash val="solid"/>
              </a:ln>
            </p:spPr>
          </p:sp>
          <p:sp>
            <p:nvSpPr>
              <p:cNvPr id="8" name="four:structure:textbox:8">
                <a:extLst>
                  <a:ext uri="{FF2B5EF4-FFF2-40B4-BE49-F238E27FC236}">
                    <ns2:creationId id="{749A3BA0-6B9D-487B-8E56-D602E7445C70}"/>
                  </a:ext>
                </a:extLst>
              </p:cNvPr>
              <p:cNvSpPr>
                <a:spLocks noGrp="1"/>
              </p:cNvSpPr>
              <p:nvPr/>
            </p:nvSpPr>
            <p:spPr>
              <a:xfrm>
                <a:off x="276225" y="295275"/>
                <a:ext cx="438150" cy="381000"/>
              </a:xfrm>
              <a:prstGeom prst="rect">
                <a:avLst/>
              </a:prstGeom>
              <a:noFill/>
              <a:ln w="0">
                <a:noFill/>
                <a:prstDash val="solid"/>
              </a:ln>
            </p:spPr>
            <p:txBody>
              <a:bodyPr wrap="none" lIns="0" tIns="0" rIns="0" bIns="0" anchor="ctr">
                <a:normAutofit fontScale="100000"/>
              </a:bodyPr>
              <a:lstStyle>
                <a:defPPr algn="ctr">
                  <a:defRPr sz="962" b="1">
                    <a:solidFill>
                      <a:srgbClr val="263238"/>
                    </a:solidFill>
                    <a:latin typeface="Arial"/>
                    <a:ea typeface="Arial"/>
                    <a:cs typeface="Arial"/>
                  </a:defRPr>
                </a:defPPr>
              </a:lstStyle>
              <a:p>
                <a:pPr algn="ctr">
                  <a:defRPr sz="962" b="1">
                    <a:solidFill>
                      <a:srgbClr val="263238"/>
                    </a:solidFill>
                    <a:latin typeface="Arial"/>
                    <a:ea typeface="Arial"/>
                    <a:cs typeface="Arial"/>
                  </a:defRPr>
                </a:pPr>
                <a:r>
                  <a:rPr sz="769" b="1">
                    <a:solidFill>
                      <a:srgbClr val="263238"/>
                    </a:solidFill>
                    <a:latin typeface="Arial"/>
                    <a:ea typeface="Arial"/>
                    <a:cs typeface="Arial"/>
                  </a:rPr>
                  <a:t>(a)</a:t>
                </a:r>
              </a:p>
            </p:txBody>
          </p:sp>
          <p:sp>
            <p:nvSpPr>
              <p:cNvPr id="9" name="four:structure:textbox:9">
                <a:extLst>
                  <a:ext uri="{FF2B5EF4-FFF2-40B4-BE49-F238E27FC236}">
                    <ns2:creationId id="{F202ED58-E0FF-4B6D-B9DE-D1BC15D97F43}"/>
                  </a:ext>
                </a:extLst>
              </p:cNvPr>
              <p:cNvSpPr>
                <a:spLocks noGrp="1"/>
              </p:cNvSpPr>
              <p:nvPr/>
            </p:nvSpPr>
            <p:spPr>
              <a:xfrm>
                <a:off x="781050" y="285750"/>
                <a:ext cx="2103120" cy="409575"/>
              </a:xfrm>
              <a:prstGeom prst="rect">
                <a:avLst/>
              </a:prstGeom>
              <a:noFill/>
              <a:ln w="0">
                <a:noFill/>
                <a:prstDash val="solid"/>
              </a:ln>
            </p:spPr>
            <p:txBody>
              <a:bodyPr wrap="none" lIns="0" tIns="0" rIns="0" bIns="0" anchor="ctr">
                <a:normAutofit fontScale="100000"/>
              </a:bodyPr>
              <a:lstStyle>
                <a:defPPr algn="l">
                  <a:defRPr sz="962" b="1">
                    <a:solidFill>
                      <a:srgbClr val="263238"/>
                    </a:solidFill>
                    <a:latin typeface="Arial"/>
                    <a:ea typeface="Arial"/>
                    <a:cs typeface="Arial"/>
                  </a:defRPr>
                </a:defPPr>
              </a:lstStyle>
              <a:p>
                <a:pPr algn="l">
                  <a:defRPr sz="962" b="1">
                    <a:solidFill>
                      <a:srgbClr val="263238"/>
                    </a:solidFill>
                    <a:latin typeface="Arial"/>
                    <a:ea typeface="Arial"/>
                    <a:cs typeface="Arial"/>
                  </a:defRPr>
                </a:pPr>
                <a:r>
                  <a:rPr sz="769" b="1">
                    <a:solidFill>
                      <a:srgbClr val="263238"/>
                    </a:solidFill>
                    <a:latin typeface="Arial"/>
                    <a:ea typeface="Arial"/>
                    <a:cs typeface="Arial"/>
                  </a:rPr>
                  <a:t>Scalar fields (2D / 3D)</a:t>
                </a:r>
              </a:p>
            </p:txBody>
          </p:sp>
          <p:sp>
            <p:nvSpPr>
              <p:cNvPr id="10" name="four:structure:substep-frame:10">
                <a:extLst>
                  <a:ext uri="{FF2B5EF4-FFF2-40B4-BE49-F238E27FC236}">
                    <ns2:creationId id="{55F16780-7C38-4450-85DD-26DD51AC6079}"/>
                  </a:ext>
                </a:extLst>
              </p:cNvPr>
              <p:cNvSpPr>
                <a:spLocks noGrp="1"/>
              </p:cNvSpPr>
              <p:nvPr/>
            </p:nvSpPr>
            <p:spPr>
              <a:xfrm>
                <a:off x="3162300" y="209550"/>
                <a:ext cx="4762500" cy="7534275"/>
              </a:xfrm>
              <a:prstGeom prst="roundRect">
                <a:avLst>
                  <a:gd name="adj" fmla="val 2400"/>
                </a:avLst>
              </a:prstGeom>
              <a:solidFill>
                <a:srgbClr val="F7F9FA"/>
              </a:solidFill>
              <a:ln w="6352">
                <a:solidFill>
                  <a:srgbClr val="A9CDDF"/>
                </a:solidFill>
                <a:prstDash val="solid"/>
              </a:ln>
            </p:spPr>
          </p:sp>
          <p:sp>
            <p:nvSpPr>
              <p:cNvPr id="11" name="four:structure:substep-frame:11">
                <a:extLst>
                  <a:ext uri="{FF2B5EF4-FFF2-40B4-BE49-F238E27FC236}">
                    <ns2:creationId id="{BE0E5ECA-EF23-4E3C-85F7-E4F8BCA0261A}"/>
                  </a:ext>
                </a:extLst>
              </p:cNvPr>
              <p:cNvSpPr>
                <a:spLocks noGrp="1"/>
              </p:cNvSpPr>
              <p:nvPr/>
            </p:nvSpPr>
            <p:spPr>
              <a:xfrm>
                <a:off x="3162300" y="209550"/>
                <a:ext cx="4762500" cy="581025"/>
              </a:xfrm>
              <a:prstGeom prst="roundRect">
                <a:avLst>
                  <a:gd name="adj" fmla="val 19672"/>
                </a:avLst>
              </a:prstGeom>
              <a:solidFill>
                <a:srgbClr val="E7EDF0"/>
              </a:solidFill>
              <a:ln w="0">
                <a:noFill/>
                <a:prstDash val="solid"/>
              </a:ln>
            </p:spPr>
          </p:sp>
          <p:sp>
            <p:nvSpPr>
              <p:cNvPr id="12" name="four:structure:rect:12">
                <a:extLst>
                  <a:ext uri="{FF2B5EF4-FFF2-40B4-BE49-F238E27FC236}">
                    <ns2:creationId id="{697C04C4-ED5A-44E5-87EE-9DE2E349FD23}"/>
                  </a:ext>
                </a:extLst>
              </p:cNvPr>
              <p:cNvSpPr>
                <a:spLocks noGrp="1"/>
              </p:cNvSpPr>
              <p:nvPr/>
            </p:nvSpPr>
            <p:spPr>
              <a:xfrm>
                <a:off x="3162300" y="533400"/>
                <a:ext cx="4762500" cy="257175"/>
              </a:xfrm>
              <a:prstGeom prst="rect">
                <a:avLst/>
              </a:prstGeom>
              <a:solidFill>
                <a:srgbClr val="E7EDF0"/>
              </a:solidFill>
              <a:ln w="0">
                <a:noFill/>
                <a:prstDash val="solid"/>
              </a:ln>
            </p:spPr>
          </p:sp>
          <p:sp>
            <p:nvSpPr>
              <p:cNvPr id="13" name="four:structure:regular-node:13">
                <a:extLst>
                  <a:ext uri="{FF2B5EF4-FFF2-40B4-BE49-F238E27FC236}">
                    <ns2:creationId id="{D7217266-A055-4B49-8F46-79516131E4CF}"/>
                  </a:ext>
                </a:extLst>
              </p:cNvPr>
              <p:cNvSpPr>
                <a:spLocks noGrp="1"/>
              </p:cNvSpPr>
              <p:nvPr/>
            </p:nvSpPr>
            <p:spPr>
              <a:xfrm>
                <a:off x="3248025" y="323850"/>
                <a:ext cx="342900" cy="342900"/>
              </a:xfrm>
              <a:prstGeom prst="ellipse">
                <a:avLst/>
              </a:prstGeom>
              <a:solidFill>
                <a:srgbClr val="E7EDF0"/>
              </a:solidFill>
              <a:ln w="0">
                <a:noFill/>
                <a:prstDash val="solid"/>
              </a:ln>
            </p:spPr>
          </p:sp>
          <p:sp>
            <p:nvSpPr>
              <p:cNvPr id="14" name="four:structure:textbox:14">
                <a:extLst>
                  <a:ext uri="{FF2B5EF4-FFF2-40B4-BE49-F238E27FC236}">
                    <ns2:creationId id="{32F18FB8-C427-4A77-835B-3EC63557D839}"/>
                  </a:ext>
                </a:extLst>
              </p:cNvPr>
              <p:cNvSpPr>
                <a:spLocks noGrp="1"/>
              </p:cNvSpPr>
              <p:nvPr/>
            </p:nvSpPr>
            <p:spPr>
              <a:xfrm>
                <a:off x="3171825" y="295275"/>
                <a:ext cx="438150" cy="381000"/>
              </a:xfrm>
              <a:prstGeom prst="rect">
                <a:avLst/>
              </a:prstGeom>
              <a:noFill/>
              <a:ln w="0">
                <a:noFill/>
                <a:prstDash val="solid"/>
              </a:ln>
            </p:spPr>
            <p:txBody>
              <a:bodyPr wrap="none" lIns="0" tIns="0" rIns="0" bIns="0" anchor="ctr">
                <a:normAutofit fontScale="100000"/>
              </a:bodyPr>
              <a:lstStyle>
                <a:defPPr algn="ctr">
                  <a:defRPr sz="962" b="1">
                    <a:solidFill>
                      <a:srgbClr val="263238"/>
                    </a:solidFill>
                    <a:latin typeface="Arial"/>
                    <a:ea typeface="Arial"/>
                    <a:cs typeface="Arial"/>
                  </a:defRPr>
                </a:defPPr>
              </a:lstStyle>
              <a:p>
                <a:pPr algn="ctr">
                  <a:defRPr sz="962" b="1">
                    <a:solidFill>
                      <a:srgbClr val="263238"/>
                    </a:solidFill>
                    <a:latin typeface="Arial"/>
                    <a:ea typeface="Arial"/>
                    <a:cs typeface="Arial"/>
                  </a:defRPr>
                </a:pPr>
                <a:r>
                  <a:rPr sz="769" b="1">
                    <a:solidFill>
                      <a:srgbClr val="263238"/>
                    </a:solidFill>
                    <a:latin typeface="Arial"/>
                    <a:ea typeface="Arial"/>
                    <a:cs typeface="Arial"/>
                  </a:rPr>
                  <a:t>(b)</a:t>
                </a:r>
              </a:p>
            </p:txBody>
          </p:sp>
          <p:sp>
            <p:nvSpPr>
              <p:cNvPr id="15" name="four:structure:textbox:15">
                <a:extLst>
                  <a:ext uri="{FF2B5EF4-FFF2-40B4-BE49-F238E27FC236}">
                    <ns2:creationId id="{610B45AF-C30B-403E-8097-9F5FDA9131B8}"/>
                  </a:ext>
                </a:extLst>
              </p:cNvPr>
              <p:cNvSpPr>
                <a:spLocks noGrp="1"/>
              </p:cNvSpPr>
              <p:nvPr/>
            </p:nvSpPr>
            <p:spPr>
              <a:xfrm>
                <a:off x="3676650" y="285750"/>
                <a:ext cx="4171950" cy="409575"/>
              </a:xfrm>
              <a:prstGeom prst="rect">
                <a:avLst/>
              </a:prstGeom>
              <a:noFill/>
              <a:ln w="0">
                <a:noFill/>
                <a:prstDash val="solid"/>
              </a:ln>
            </p:spPr>
            <p:txBody>
              <a:bodyPr wrap="none" lIns="0" tIns="0" rIns="0" bIns="0" anchor="ctr">
                <a:normAutofit fontScale="100000"/>
              </a:bodyPr>
              <a:lstStyle>
                <a:defPPr algn="l">
                  <a:defRPr sz="962" b="1">
                    <a:solidFill>
                      <a:srgbClr val="263238"/>
                    </a:solidFill>
                    <a:latin typeface="Arial"/>
                    <a:ea typeface="Arial"/>
                    <a:cs typeface="Arial"/>
                  </a:defRPr>
                </a:defPPr>
              </a:lstStyle>
              <a:p>
                <a:pPr algn="l">
                  <a:defRPr sz="962" b="1">
                    <a:solidFill>
                      <a:srgbClr val="263238"/>
                    </a:solidFill>
                    <a:latin typeface="Arial"/>
                    <a:ea typeface="Arial"/>
                    <a:cs typeface="Arial"/>
                  </a:defRPr>
                </a:pPr>
                <a:r>
                  <a:rPr sz="962" b="1">
                    <a:solidFill>
                      <a:srgbClr val="263238"/>
                    </a:solidFill>
                    <a:latin typeface="Arial"/>
                    <a:ea typeface="Arial"/>
                    <a:cs typeface="Arial"/>
                  </a:rPr>
                  <a:t>Topology analysis</a:t>
                </a:r>
              </a:p>
            </p:txBody>
          </p:sp>
          <p:sp>
            <p:nvSpPr>
              <p:cNvPr id="16" name="four:structure:substep-frame:16">
                <a:extLst>
                  <a:ext uri="{FF2B5EF4-FFF2-40B4-BE49-F238E27FC236}">
                    <ns2:creationId id="{7439CF37-FE75-4F24-9C32-7ABCCB84C693}"/>
                  </a:ext>
                </a:extLst>
              </p:cNvPr>
              <p:cNvSpPr>
                <a:spLocks noGrp="1"/>
              </p:cNvSpPr>
              <p:nvPr/>
            </p:nvSpPr>
            <p:spPr>
              <a:xfrm>
                <a:off x="8248650" y="209550"/>
                <a:ext cx="6858000" cy="7534275"/>
              </a:xfrm>
              <a:prstGeom prst="roundRect">
                <a:avLst>
                  <a:gd name="adj" fmla="val 1667"/>
                </a:avLst>
              </a:prstGeom>
              <a:solidFill>
                <a:srgbClr val="F7F9FA"/>
              </a:solidFill>
              <a:ln w="6352">
                <a:solidFill>
                  <a:srgbClr val="A9CDDF"/>
                </a:solidFill>
                <a:prstDash val="solid"/>
              </a:ln>
            </p:spPr>
          </p:sp>
          <p:sp>
            <p:nvSpPr>
              <p:cNvPr id="17" name="four:structure:substep-frame:17">
                <a:extLst>
                  <a:ext uri="{FF2B5EF4-FFF2-40B4-BE49-F238E27FC236}">
                    <ns2:creationId id="{FC881934-72DF-4191-A5B4-EABE915EB44B}"/>
                  </a:ext>
                </a:extLst>
              </p:cNvPr>
              <p:cNvSpPr>
                <a:spLocks noGrp="1"/>
              </p:cNvSpPr>
              <p:nvPr/>
            </p:nvSpPr>
            <p:spPr>
              <a:xfrm>
                <a:off x="8248650" y="209550"/>
                <a:ext cx="6858000" cy="581025"/>
              </a:xfrm>
              <a:prstGeom prst="roundRect">
                <a:avLst>
                  <a:gd name="adj" fmla="val 19672"/>
                </a:avLst>
              </a:prstGeom>
              <a:solidFill>
                <a:srgbClr val="E7EDF0"/>
              </a:solidFill>
              <a:ln w="0">
                <a:noFill/>
                <a:prstDash val="solid"/>
              </a:ln>
            </p:spPr>
          </p:sp>
          <p:sp>
            <p:nvSpPr>
              <p:cNvPr id="18" name="four:structure:rect:18">
                <a:extLst>
                  <a:ext uri="{FF2B5EF4-FFF2-40B4-BE49-F238E27FC236}">
                    <ns2:creationId id="{55599256-CDA5-4C6A-BBBC-F002629A7295}"/>
                  </a:ext>
                </a:extLst>
              </p:cNvPr>
              <p:cNvSpPr>
                <a:spLocks noGrp="1"/>
              </p:cNvSpPr>
              <p:nvPr/>
            </p:nvSpPr>
            <p:spPr>
              <a:xfrm>
                <a:off x="8248650" y="533400"/>
                <a:ext cx="6858000" cy="257175"/>
              </a:xfrm>
              <a:prstGeom prst="rect">
                <a:avLst/>
              </a:prstGeom>
              <a:solidFill>
                <a:srgbClr val="E7EDF0"/>
              </a:solidFill>
              <a:ln w="0">
                <a:noFill/>
                <a:prstDash val="solid"/>
              </a:ln>
            </p:spPr>
          </p:sp>
          <p:sp>
            <p:nvSpPr>
              <p:cNvPr id="19" name="four:structure:regular-node:19">
                <a:extLst>
                  <a:ext uri="{FF2B5EF4-FFF2-40B4-BE49-F238E27FC236}">
                    <ns2:creationId id="{19CE0BF8-0A5F-4F2E-AE4B-87F5B9A15114}"/>
                  </a:ext>
                </a:extLst>
              </p:cNvPr>
              <p:cNvSpPr>
                <a:spLocks noGrp="1"/>
              </p:cNvSpPr>
              <p:nvPr/>
            </p:nvSpPr>
            <p:spPr>
              <a:xfrm>
                <a:off x="8334375" y="323850"/>
                <a:ext cx="342900" cy="342900"/>
              </a:xfrm>
              <a:prstGeom prst="ellipse">
                <a:avLst/>
              </a:prstGeom>
              <a:solidFill>
                <a:srgbClr val="E7EDF0"/>
              </a:solidFill>
              <a:ln w="0">
                <a:noFill/>
                <a:prstDash val="solid"/>
              </a:ln>
            </p:spPr>
          </p:sp>
          <p:sp>
            <p:nvSpPr>
              <p:cNvPr id="20" name="four:structure:textbox:20">
                <a:extLst>
                  <a:ext uri="{FF2B5EF4-FFF2-40B4-BE49-F238E27FC236}">
                    <ns2:creationId id="{12E0377F-89B9-42F1-8C40-AF1E11D764AF}"/>
                  </a:ext>
                </a:extLst>
              </p:cNvPr>
              <p:cNvSpPr>
                <a:spLocks noGrp="1"/>
              </p:cNvSpPr>
              <p:nvPr/>
            </p:nvSpPr>
            <p:spPr>
              <a:xfrm>
                <a:off x="8258175" y="295275"/>
                <a:ext cx="438150" cy="381000"/>
              </a:xfrm>
              <a:prstGeom prst="rect">
                <a:avLst/>
              </a:prstGeom>
              <a:noFill/>
              <a:ln w="0">
                <a:noFill/>
                <a:prstDash val="solid"/>
              </a:ln>
            </p:spPr>
            <p:txBody>
              <a:bodyPr wrap="none" lIns="0" tIns="0" rIns="0" bIns="0" anchor="ctr">
                <a:normAutofit fontScale="100000"/>
              </a:bodyPr>
              <a:lstStyle>
                <a:defPPr algn="ctr">
                  <a:defRPr sz="962" b="1">
                    <a:solidFill>
                      <a:srgbClr val="263238"/>
                    </a:solidFill>
                    <a:latin typeface="Arial"/>
                    <a:ea typeface="Arial"/>
                    <a:cs typeface="Arial"/>
                  </a:defRPr>
                </a:defPPr>
              </a:lstStyle>
              <a:p>
                <a:pPr algn="ctr">
                  <a:defRPr sz="962" b="1">
                    <a:solidFill>
                      <a:srgbClr val="263238"/>
                    </a:solidFill>
                    <a:latin typeface="Arial"/>
                    <a:ea typeface="Arial"/>
                    <a:cs typeface="Arial"/>
                  </a:defRPr>
                </a:pPr>
                <a:r>
                  <a:rPr sz="769" b="1">
                    <a:solidFill>
                      <a:srgbClr val="263238"/>
                    </a:solidFill>
                    <a:latin typeface="Arial"/>
                    <a:ea typeface="Arial"/>
                    <a:cs typeface="Arial"/>
                  </a:rPr>
                  <a:t>(c)</a:t>
                </a:r>
              </a:p>
            </p:txBody>
          </p:sp>
          <p:sp>
            <p:nvSpPr>
              <p:cNvPr id="21" name="four:structure:textbox:21">
                <a:extLst>
                  <a:ext uri="{FF2B5EF4-FFF2-40B4-BE49-F238E27FC236}">
                    <ns2:creationId id="{F918938A-82F0-4DF2-86C2-D0F1E838D677}"/>
                  </a:ext>
                </a:extLst>
              </p:cNvPr>
              <p:cNvSpPr>
                <a:spLocks noGrp="1"/>
              </p:cNvSpPr>
              <p:nvPr/>
            </p:nvSpPr>
            <p:spPr>
              <a:xfrm>
                <a:off x="8763000" y="285750"/>
                <a:ext cx="6267450" cy="409575"/>
              </a:xfrm>
              <a:prstGeom prst="rect">
                <a:avLst/>
              </a:prstGeom>
              <a:noFill/>
              <a:ln w="0">
                <a:noFill/>
                <a:prstDash val="solid"/>
              </a:ln>
            </p:spPr>
            <p:txBody>
              <a:bodyPr wrap="none" lIns="0" tIns="0" rIns="0" bIns="0" anchor="ctr">
                <a:normAutofit fontScale="100000"/>
              </a:bodyPr>
              <a:lstStyle>
                <a:defPPr algn="l">
                  <a:defRPr sz="962" b="1">
                    <a:solidFill>
                      <a:srgbClr val="263238"/>
                    </a:solidFill>
                    <a:latin typeface="Arial"/>
                    <a:ea typeface="Arial"/>
                    <a:cs typeface="Arial"/>
                  </a:defRPr>
                </a:defPPr>
              </a:lstStyle>
              <a:p>
                <a:pPr algn="l">
                  <a:defRPr sz="962" b="1">
                    <a:solidFill>
                      <a:srgbClr val="263238"/>
                    </a:solidFill>
                    <a:latin typeface="Arial"/>
                    <a:ea typeface="Arial"/>
                    <a:cs typeface="Arial"/>
                  </a:defRPr>
                </a:pPr>
                <a:r>
                  <a:rPr sz="962" b="1">
                    <a:solidFill>
                      <a:srgbClr val="263238"/>
                    </a:solidFill>
                    <a:latin typeface="Arial"/>
                    <a:ea typeface="Arial"/>
                    <a:cs typeface="Arial"/>
                  </a:rPr>
                  <a:t>Certificate and relaxation</a:t>
                </a:r>
              </a:p>
            </p:txBody>
          </p:sp>
          <p:sp>
            <p:nvSpPr>
              <p:cNvPr id="22" name="four:structure:substep-frame:22">
                <a:extLst>
                  <a:ext uri="{FF2B5EF4-FFF2-40B4-BE49-F238E27FC236}">
                    <ns2:creationId id="{A319FD07-EA23-4B51-B59B-7FBF9AD26522}"/>
                  </a:ext>
                </a:extLst>
              </p:cNvPr>
              <p:cNvSpPr>
                <a:spLocks noGrp="1"/>
              </p:cNvSpPr>
              <p:nvPr/>
            </p:nvSpPr>
            <p:spPr>
              <a:xfrm>
                <a:off x="15430500" y="209550"/>
                <a:ext cx="4762500" cy="7534275"/>
              </a:xfrm>
              <a:prstGeom prst="roundRect">
                <a:avLst>
                  <a:gd name="adj" fmla="val 2400"/>
                </a:avLst>
              </a:prstGeom>
              <a:solidFill>
                <a:srgbClr val="F7F9FA"/>
              </a:solidFill>
              <a:ln w="6352">
                <a:solidFill>
                  <a:srgbClr val="A9CDDF"/>
                </a:solidFill>
                <a:prstDash val="solid"/>
              </a:ln>
            </p:spPr>
          </p:sp>
          <p:sp>
            <p:nvSpPr>
              <p:cNvPr id="23" name="four:structure:substep-frame:23">
                <a:extLst>
                  <a:ext uri="{FF2B5EF4-FFF2-40B4-BE49-F238E27FC236}">
                    <ns2:creationId id="{BECA364F-9AD0-4506-AD81-4C64C3FF1AF2}"/>
                  </a:ext>
                </a:extLst>
              </p:cNvPr>
              <p:cNvSpPr>
                <a:spLocks noGrp="1"/>
              </p:cNvSpPr>
              <p:nvPr/>
            </p:nvSpPr>
            <p:spPr>
              <a:xfrm>
                <a:off x="15430500" y="209550"/>
                <a:ext cx="4762500" cy="581025"/>
              </a:xfrm>
              <a:prstGeom prst="roundRect">
                <a:avLst>
                  <a:gd name="adj" fmla="val 19672"/>
                </a:avLst>
              </a:prstGeom>
              <a:solidFill>
                <a:srgbClr val="E7EDF0"/>
              </a:solidFill>
              <a:ln w="0">
                <a:noFill/>
                <a:prstDash val="solid"/>
              </a:ln>
            </p:spPr>
          </p:sp>
          <p:sp>
            <p:nvSpPr>
              <p:cNvPr id="24" name="four:structure:rect:24">
                <a:extLst>
                  <a:ext uri="{FF2B5EF4-FFF2-40B4-BE49-F238E27FC236}">
                    <ns2:creationId id="{24DCD226-D7DC-42A4-94C2-5C99732CC6ED}"/>
                  </a:ext>
                </a:extLst>
              </p:cNvPr>
              <p:cNvSpPr>
                <a:spLocks noGrp="1"/>
              </p:cNvSpPr>
              <p:nvPr/>
            </p:nvSpPr>
            <p:spPr>
              <a:xfrm>
                <a:off x="15430500" y="533400"/>
                <a:ext cx="4762500" cy="257175"/>
              </a:xfrm>
              <a:prstGeom prst="rect">
                <a:avLst/>
              </a:prstGeom>
              <a:solidFill>
                <a:srgbClr val="E7EDF0"/>
              </a:solidFill>
              <a:ln w="0">
                <a:noFill/>
                <a:prstDash val="solid"/>
              </a:ln>
            </p:spPr>
          </p:sp>
          <p:sp>
            <p:nvSpPr>
              <p:cNvPr id="25" name="four:structure:regular-node:25">
                <a:extLst>
                  <a:ext uri="{FF2B5EF4-FFF2-40B4-BE49-F238E27FC236}">
                    <ns2:creationId id="{7539896E-DD2E-4034-A5D3-29F843F13876}"/>
                  </a:ext>
                </a:extLst>
              </p:cNvPr>
              <p:cNvSpPr>
                <a:spLocks noGrp="1"/>
              </p:cNvSpPr>
              <p:nvPr/>
            </p:nvSpPr>
            <p:spPr>
              <a:xfrm>
                <a:off x="15516225" y="323850"/>
                <a:ext cx="342900" cy="342900"/>
              </a:xfrm>
              <a:prstGeom prst="ellipse">
                <a:avLst/>
              </a:prstGeom>
              <a:solidFill>
                <a:srgbClr val="E7EDF0"/>
              </a:solidFill>
              <a:ln w="0">
                <a:noFill/>
                <a:prstDash val="solid"/>
              </a:ln>
            </p:spPr>
          </p:sp>
          <p:sp>
            <p:nvSpPr>
              <p:cNvPr id="26" name="four:structure:textbox:26">
                <a:extLst>
                  <a:ext uri="{FF2B5EF4-FFF2-40B4-BE49-F238E27FC236}">
                    <ns2:creationId id="{22FDBAFB-E112-4E95-AA6B-B3C9FB1C9BC6}"/>
                  </a:ext>
                </a:extLst>
              </p:cNvPr>
              <p:cNvSpPr>
                <a:spLocks noGrp="1"/>
              </p:cNvSpPr>
              <p:nvPr/>
            </p:nvSpPr>
            <p:spPr>
              <a:xfrm>
                <a:off x="15440025" y="295275"/>
                <a:ext cx="438150" cy="381000"/>
              </a:xfrm>
              <a:prstGeom prst="rect">
                <a:avLst/>
              </a:prstGeom>
              <a:noFill/>
              <a:ln w="0">
                <a:noFill/>
                <a:prstDash val="solid"/>
              </a:ln>
            </p:spPr>
            <p:txBody>
              <a:bodyPr wrap="none" lIns="0" tIns="0" rIns="0" bIns="0" anchor="ctr">
                <a:normAutofit fontScale="100000"/>
              </a:bodyPr>
              <a:lstStyle>
                <a:defPPr algn="ctr">
                  <a:defRPr sz="962" b="1">
                    <a:solidFill>
                      <a:srgbClr val="263238"/>
                    </a:solidFill>
                    <a:latin typeface="Arial"/>
                    <a:ea typeface="Arial"/>
                    <a:cs typeface="Arial"/>
                  </a:defRPr>
                </a:defPPr>
              </a:lstStyle>
              <a:p>
                <a:pPr algn="ctr">
                  <a:defRPr sz="962" b="1">
                    <a:solidFill>
                      <a:srgbClr val="263238"/>
                    </a:solidFill>
                    <a:latin typeface="Arial"/>
                    <a:ea typeface="Arial"/>
                    <a:cs typeface="Arial"/>
                  </a:defRPr>
                </a:pPr>
                <a:r>
                  <a:rPr sz="769" b="1">
                    <a:solidFill>
                      <a:srgbClr val="263238"/>
                    </a:solidFill>
                    <a:latin typeface="Arial"/>
                    <a:ea typeface="Arial"/>
                    <a:cs typeface="Arial"/>
                  </a:rPr>
                  <a:t>(d)</a:t>
                </a:r>
              </a:p>
            </p:txBody>
          </p:sp>
          <p:sp>
            <p:nvSpPr>
              <p:cNvPr id="27" name="four:structure:textbox:27">
                <a:extLst>
                  <a:ext uri="{FF2B5EF4-FFF2-40B4-BE49-F238E27FC236}">
                    <ns2:creationId id="{ACA32001-E2FE-41C2-8780-3AC5D8CA5A09}"/>
                  </a:ext>
                </a:extLst>
              </p:cNvPr>
              <p:cNvSpPr>
                <a:spLocks noGrp="1"/>
              </p:cNvSpPr>
              <p:nvPr/>
            </p:nvSpPr>
            <p:spPr>
              <a:xfrm>
                <a:off x="15944850" y="285750"/>
                <a:ext cx="4171950" cy="409575"/>
              </a:xfrm>
              <a:prstGeom prst="rect">
                <a:avLst/>
              </a:prstGeom>
              <a:noFill/>
              <a:ln w="0">
                <a:noFill/>
                <a:prstDash val="solid"/>
              </a:ln>
            </p:spPr>
            <p:txBody>
              <a:bodyPr wrap="none" lIns="0" tIns="0" rIns="0" bIns="0" anchor="ctr">
                <a:normAutofit fontScale="100000"/>
              </a:bodyPr>
              <a:lstStyle>
                <a:defPPr algn="l">
                  <a:defRPr sz="962" b="1">
                    <a:solidFill>
                      <a:srgbClr val="263238"/>
                    </a:solidFill>
                    <a:latin typeface="Arial"/>
                    <a:ea typeface="Arial"/>
                    <a:cs typeface="Arial"/>
                  </a:defRPr>
                </a:defPPr>
              </a:lstStyle>
              <a:p>
                <a:pPr algn="l">
                  <a:defRPr sz="962" b="1">
                    <a:solidFill>
                      <a:srgbClr val="263238"/>
                    </a:solidFill>
                    <a:latin typeface="Arial"/>
                    <a:ea typeface="Arial"/>
                    <a:cs typeface="Arial"/>
                  </a:defRPr>
                </a:pPr>
                <a:r>
                  <a:rPr sz="962" b="1">
                    <a:solidFill>
                      <a:srgbClr val="263238"/>
                    </a:solidFill>
                    <a:latin typeface="Arial"/>
                    <a:ea typeface="Arial"/>
                    <a:cs typeface="Arial"/>
                  </a:rPr>
                  <a:t>Layout and optimal filling</a:t>
                </a:r>
              </a:p>
            </p:txBody>
          </p:sp>
          <p:sp>
            <p:nvSpPr>
              <p:cNvPr id="28" name="four:structure:substep-frame:28">
                <a:extLst>
                  <a:ext uri="{FF2B5EF4-FFF2-40B4-BE49-F238E27FC236}">
                    <ns2:creationId id="{33B7DDE6-763C-4F23-A738-1CCEA0397328}"/>
                  </a:ext>
                </a:extLst>
              </p:cNvPr>
              <p:cNvSpPr>
                <a:spLocks noGrp="1"/>
              </p:cNvSpPr>
              <p:nvPr/>
            </p:nvSpPr>
            <p:spPr>
              <a:xfrm>
                <a:off x="20516850" y="209550"/>
                <a:ext cx="4171950" cy="7534275"/>
              </a:xfrm>
              <a:prstGeom prst="roundRect">
                <a:avLst>
                  <a:gd name="adj" fmla="val 2740"/>
                </a:avLst>
              </a:prstGeom>
              <a:solidFill>
                <a:srgbClr val="F7F9FA"/>
              </a:solidFill>
              <a:ln w="6352">
                <a:solidFill>
                  <a:srgbClr val="A9CDDF"/>
                </a:solidFill>
                <a:prstDash val="solid"/>
              </a:ln>
            </p:spPr>
          </p:sp>
          <p:sp>
            <p:nvSpPr>
              <p:cNvPr id="29" name="four:structure:substep-frame:29">
                <a:extLst>
                  <a:ext uri="{FF2B5EF4-FFF2-40B4-BE49-F238E27FC236}">
                    <ns2:creationId id="{55E29525-0AD8-488C-85BA-BF033681EE48}"/>
                  </a:ext>
                </a:extLst>
              </p:cNvPr>
              <p:cNvSpPr>
                <a:spLocks noGrp="1"/>
              </p:cNvSpPr>
              <p:nvPr/>
            </p:nvSpPr>
            <p:spPr>
              <a:xfrm>
                <a:off x="20516850" y="209550"/>
                <a:ext cx="4171950" cy="581025"/>
              </a:xfrm>
              <a:prstGeom prst="roundRect">
                <a:avLst>
                  <a:gd name="adj" fmla="val 19672"/>
                </a:avLst>
              </a:prstGeom>
              <a:solidFill>
                <a:srgbClr val="E7EDF0"/>
              </a:solidFill>
              <a:ln w="0">
                <a:noFill/>
                <a:prstDash val="solid"/>
              </a:ln>
            </p:spPr>
          </p:sp>
          <p:sp>
            <p:nvSpPr>
              <p:cNvPr id="30" name="four:structure:rect:30">
                <a:extLst>
                  <a:ext uri="{FF2B5EF4-FFF2-40B4-BE49-F238E27FC236}">
                    <ns2:creationId id="{E687EE42-F41D-4D18-80C4-3AE7F2D09EB9}"/>
                  </a:ext>
                </a:extLst>
              </p:cNvPr>
              <p:cNvSpPr>
                <a:spLocks noGrp="1"/>
              </p:cNvSpPr>
              <p:nvPr/>
            </p:nvSpPr>
            <p:spPr>
              <a:xfrm>
                <a:off x="20516850" y="533400"/>
                <a:ext cx="4171950" cy="257175"/>
              </a:xfrm>
              <a:prstGeom prst="rect">
                <a:avLst/>
              </a:prstGeom>
              <a:solidFill>
                <a:srgbClr val="E7EDF0"/>
              </a:solidFill>
              <a:ln w="0">
                <a:noFill/>
                <a:prstDash val="solid"/>
              </a:ln>
            </p:spPr>
          </p:sp>
          <p:sp>
            <p:nvSpPr>
              <p:cNvPr id="31" name="four:structure:regular-node:31">
                <a:extLst>
                  <a:ext uri="{FF2B5EF4-FFF2-40B4-BE49-F238E27FC236}">
                    <ns2:creationId id="{B8153F25-2E72-4BAE-B747-0EB893EA7324}"/>
                  </a:ext>
                </a:extLst>
              </p:cNvPr>
              <p:cNvSpPr>
                <a:spLocks noGrp="1"/>
              </p:cNvSpPr>
              <p:nvPr/>
            </p:nvSpPr>
            <p:spPr>
              <a:xfrm>
                <a:off x="20602575" y="323850"/>
                <a:ext cx="342900" cy="342900"/>
              </a:xfrm>
              <a:prstGeom prst="ellipse">
                <a:avLst/>
              </a:prstGeom>
              <a:solidFill>
                <a:srgbClr val="E7EDF0"/>
              </a:solidFill>
              <a:ln w="0">
                <a:noFill/>
                <a:prstDash val="solid"/>
              </a:ln>
            </p:spPr>
          </p:sp>
          <p:sp>
            <p:nvSpPr>
              <p:cNvPr id="32" name="four:structure:textbox:32">
                <a:extLst>
                  <a:ext uri="{FF2B5EF4-FFF2-40B4-BE49-F238E27FC236}">
                    <ns2:creationId id="{0E049BE5-1813-4915-884B-988A8C7FE884}"/>
                  </a:ext>
                </a:extLst>
              </p:cNvPr>
              <p:cNvSpPr>
                <a:spLocks noGrp="1"/>
              </p:cNvSpPr>
              <p:nvPr/>
            </p:nvSpPr>
            <p:spPr>
              <a:xfrm>
                <a:off x="20526375" y="295275"/>
                <a:ext cx="438150" cy="381000"/>
              </a:xfrm>
              <a:prstGeom prst="rect">
                <a:avLst/>
              </a:prstGeom>
              <a:noFill/>
              <a:ln w="0">
                <a:noFill/>
                <a:prstDash val="solid"/>
              </a:ln>
            </p:spPr>
            <p:txBody>
              <a:bodyPr wrap="none" lIns="0" tIns="0" rIns="0" bIns="0" anchor="ctr">
                <a:normAutofit fontScale="100000"/>
              </a:bodyPr>
              <a:lstStyle>
                <a:defPPr algn="ctr">
                  <a:defRPr sz="962" b="1">
                    <a:solidFill>
                      <a:srgbClr val="263238"/>
                    </a:solidFill>
                    <a:latin typeface="Arial"/>
                    <a:ea typeface="Arial"/>
                    <a:cs typeface="Arial"/>
                  </a:defRPr>
                </a:defPPr>
              </a:lstStyle>
              <a:p>
                <a:pPr algn="ctr">
                  <a:defRPr sz="962" b="1">
                    <a:solidFill>
                      <a:srgbClr val="263238"/>
                    </a:solidFill>
                    <a:latin typeface="Arial"/>
                    <a:ea typeface="Arial"/>
                    <a:cs typeface="Arial"/>
                  </a:defRPr>
                </a:pPr>
                <a:r>
                  <a:rPr sz="769" b="1">
                    <a:solidFill>
                      <a:srgbClr val="263238"/>
                    </a:solidFill>
                    <a:latin typeface="Arial"/>
                    <a:ea typeface="Arial"/>
                    <a:cs typeface="Arial"/>
                  </a:rPr>
                  <a:t>(e)</a:t>
                </a:r>
              </a:p>
            </p:txBody>
          </p:sp>
          <p:sp>
            <p:nvSpPr>
              <p:cNvPr id="33" name="four:structure:textbox:33">
                <a:extLst>
                  <a:ext uri="{FF2B5EF4-FFF2-40B4-BE49-F238E27FC236}">
                    <ns2:creationId id="{80E93759-A576-4263-9197-FCA21D876E4E}"/>
                  </a:ext>
                </a:extLst>
              </p:cNvPr>
              <p:cNvSpPr>
                <a:spLocks noGrp="1"/>
              </p:cNvSpPr>
              <p:nvPr/>
            </p:nvSpPr>
            <p:spPr>
              <a:xfrm>
                <a:off x="21031200" y="285750"/>
                <a:ext cx="3581400" cy="409575"/>
              </a:xfrm>
              <a:prstGeom prst="rect">
                <a:avLst/>
              </a:prstGeom>
              <a:noFill/>
              <a:ln w="0">
                <a:noFill/>
                <a:prstDash val="solid"/>
              </a:ln>
            </p:spPr>
            <p:txBody>
              <a:bodyPr wrap="none" lIns="0" tIns="0" rIns="0" bIns="0" anchor="ctr">
                <a:normAutofit fontScale="100000"/>
              </a:bodyPr>
              <a:lstStyle>
                <a:defPPr algn="l">
                  <a:defRPr sz="962" b="1">
                    <a:solidFill>
                      <a:srgbClr val="263238"/>
                    </a:solidFill>
                    <a:latin typeface="Arial"/>
                    <a:ea typeface="Arial"/>
                    <a:cs typeface="Arial"/>
                  </a:defRPr>
                </a:defPPr>
              </a:lstStyle>
              <a:p>
                <a:pPr algn="l">
                  <a:defRPr sz="962" b="1">
                    <a:solidFill>
                      <a:srgbClr val="263238"/>
                    </a:solidFill>
                    <a:latin typeface="Arial"/>
                    <a:ea typeface="Arial"/>
                    <a:cs typeface="Arial"/>
                  </a:defRPr>
                </a:pPr>
                <a:r>
                  <a:rPr sz="962" b="1">
                    <a:solidFill>
                      <a:srgbClr val="263238"/>
                    </a:solidFill>
                    <a:latin typeface="Arial"/>
                    <a:ea typeface="Arial"/>
                    <a:cs typeface="Arial"/>
                  </a:rPr>
                  <a:t>Temporal output</a:t>
                </a:r>
              </a:p>
            </p:txBody>
          </p:sp>
          <p:sp>
            <p:nvSpPr>
              <p:cNvPr id="34" name="four:structure:chevron:34">
                <a:extLst>
                  <a:ext uri="{FF2B5EF4-FFF2-40B4-BE49-F238E27FC236}">
                    <ns2:creationId id="{37B86F99-0F3E-4DB4-BBB5-87A0B57FD91C}"/>
                  </a:ext>
                </a:extLst>
              </p:cNvPr>
              <p:cNvSpPr>
                <a:spLocks noGrp="1"/>
              </p:cNvSpPr>
              <p:nvPr/>
            </p:nvSpPr>
            <p:spPr>
              <a:xfrm>
                <a:off x="2924175" y="381000"/>
                <a:ext cx="152400" cy="238125"/>
              </a:xfrm>
              <a:prstGeom prst="chevron">
                <a:avLst/>
              </a:prstGeom>
              <a:solidFill>
                <a:srgbClr val="A3B3BF"/>
              </a:solidFill>
              <a:ln w="0">
                <a:noFill/>
                <a:prstDash val="solid"/>
              </a:ln>
            </p:spPr>
          </p:sp>
          <p:sp>
            <p:nvSpPr>
              <p:cNvPr id="35" name="four:structure:chevron:35">
                <a:extLst>
                  <a:ext uri="{FF2B5EF4-FFF2-40B4-BE49-F238E27FC236}">
                    <ns2:creationId id="{46302622-15BF-4561-A0B4-F514328F2213}"/>
                  </a:ext>
                </a:extLst>
              </p:cNvPr>
              <p:cNvSpPr>
                <a:spLocks noGrp="1"/>
              </p:cNvSpPr>
              <p:nvPr/>
            </p:nvSpPr>
            <p:spPr>
              <a:xfrm>
                <a:off x="8010525" y="381000"/>
                <a:ext cx="152400" cy="238125"/>
              </a:xfrm>
              <a:prstGeom prst="chevron">
                <a:avLst/>
              </a:prstGeom>
              <a:solidFill>
                <a:srgbClr val="A3B3BF"/>
              </a:solidFill>
              <a:ln w="0">
                <a:noFill/>
                <a:prstDash val="solid"/>
              </a:ln>
            </p:spPr>
          </p:sp>
          <p:sp>
            <p:nvSpPr>
              <p:cNvPr id="36" name="four:structure:chevron:36">
                <a:extLst>
                  <a:ext uri="{FF2B5EF4-FFF2-40B4-BE49-F238E27FC236}">
                    <ns2:creationId id="{DF1D6695-D5BE-4AC5-86DE-57A4ECE574F9}"/>
                  </a:ext>
                </a:extLst>
              </p:cNvPr>
              <p:cNvSpPr>
                <a:spLocks noGrp="1"/>
              </p:cNvSpPr>
              <p:nvPr/>
            </p:nvSpPr>
            <p:spPr>
              <a:xfrm>
                <a:off x="15192375" y="381000"/>
                <a:ext cx="152400" cy="238125"/>
              </a:xfrm>
              <a:prstGeom prst="chevron">
                <a:avLst/>
              </a:prstGeom>
              <a:solidFill>
                <a:srgbClr val="A3B3BF"/>
              </a:solidFill>
              <a:ln w="0">
                <a:noFill/>
                <a:prstDash val="solid"/>
              </a:ln>
            </p:spPr>
          </p:sp>
          <p:sp>
            <p:nvSpPr>
              <p:cNvPr id="37" name="four:structure:chevron:37">
                <a:extLst>
                  <a:ext uri="{FF2B5EF4-FFF2-40B4-BE49-F238E27FC236}">
                    <ns2:creationId id="{E17186BA-D593-4D45-8CBB-28A596D72536}"/>
                  </a:ext>
                </a:extLst>
              </p:cNvPr>
              <p:cNvSpPr>
                <a:spLocks noGrp="1"/>
              </p:cNvSpPr>
              <p:nvPr/>
            </p:nvSpPr>
            <p:spPr>
              <a:xfrm>
                <a:off x="20278725" y="381000"/>
                <a:ext cx="152400" cy="238125"/>
              </a:xfrm>
              <a:prstGeom prst="chevron">
                <a:avLst/>
              </a:prstGeom>
              <a:solidFill>
                <a:srgbClr val="A3B3BF"/>
              </a:solidFill>
              <a:ln w="0">
                <a:noFill/>
                <a:prstDash val="solid"/>
              </a:ln>
            </p:spPr>
          </p:sp>
        </p:grpSp>
        <p:grpSp>
          <p:nvGrpSpPr>
            <p:cNvPr id="3175" name="substep-backgrounds"/>
            <p:cNvGrpSpPr/>
            <p:nvPr/>
          </p:nvGrpSpPr>
          <p:grpSpPr>
            <a:xfrm>
              <a:off x="0" y="0"/>
              <a:ext cx="24955500" cy="8572500"/>
              <a:chOff x="0" y="0"/>
              <a:chExt cx="24955500" cy="8572500"/>
            </a:xfrm>
          </p:grpSpPr>
          <p:sp>
            <p:nvSpPr>
              <p:cNvPr id="38" name="four:substep-backgrounds:substep-frame:38">
                <a:extLst>
                  <a:ext uri="{FF2B5EF4-FFF2-40B4-BE49-F238E27FC236}">
                    <ns2:creationId id="{A098F6B7-2FF2-4945-9670-B9360039F1AC}"/>
                  </a:ext>
                </a:extLst>
              </p:cNvPr>
              <p:cNvSpPr>
                <a:spLocks noGrp="1"/>
              </p:cNvSpPr>
              <p:nvPr/>
            </p:nvSpPr>
            <p:spPr>
              <a:xfrm>
                <a:off x="371475" y="1266825"/>
                <a:ext cx="2362200" cy="3019425"/>
              </a:xfrm>
              <a:prstGeom prst="roundRect">
                <a:avLst>
                  <a:gd name="adj" fmla="val 4839"/>
                </a:avLst>
              </a:prstGeom>
              <a:solidFill>
                <a:srgbClr val="FFFFFF"/>
              </a:solidFill>
              <a:ln w="3909">
                <a:solidFill>
                  <a:srgbClr val="D2DFE8"/>
                </a:solidFill>
                <a:prstDash val="solid"/>
              </a:ln>
            </p:spPr>
          </p:sp>
          <p:sp>
            <p:nvSpPr>
              <p:cNvPr id="39" name="four:substep-backgrounds:substep-frame:39">
                <a:extLst>
                  <a:ext uri="{FF2B5EF4-FFF2-40B4-BE49-F238E27FC236}">
                    <ns2:creationId id="{9260A5CE-40F9-49C2-B350-9F4A98F23CAC}"/>
                  </a:ext>
                </a:extLst>
              </p:cNvPr>
              <p:cNvSpPr>
                <a:spLocks noGrp="1"/>
              </p:cNvSpPr>
              <p:nvPr/>
            </p:nvSpPr>
            <p:spPr>
              <a:xfrm>
                <a:off x="3305175" y="4333875"/>
                <a:ext cx="4476750" cy="3333750"/>
              </a:xfrm>
              <a:prstGeom prst="roundRect">
                <a:avLst>
                  <a:gd name="adj" fmla="val 3429"/>
                </a:avLst>
              </a:prstGeom>
              <a:solidFill>
                <a:srgbClr val="FFFFFF"/>
              </a:solidFill>
              <a:ln w="3909">
                <a:solidFill>
                  <a:srgbClr val="D2DFE8"/>
                </a:solidFill>
                <a:prstDash val="solid"/>
              </a:ln>
            </p:spPr>
          </p:sp>
          <p:sp>
            <p:nvSpPr>
              <p:cNvPr id="40" name="four:substep-backgrounds:substep-frame:40">
                <a:extLst>
                  <a:ext uri="{FF2B5EF4-FFF2-40B4-BE49-F238E27FC236}">
                    <ns2:creationId id="{9E91D0BD-7AB0-41FF-B955-50C84F880E85}"/>
                  </a:ext>
                </a:extLst>
              </p:cNvPr>
              <p:cNvSpPr>
                <a:spLocks noGrp="1"/>
              </p:cNvSpPr>
              <p:nvPr/>
            </p:nvSpPr>
            <p:spPr>
              <a:xfrm>
                <a:off x="3324225" y="4714875"/>
                <a:ext cx="1990725" cy="2895600"/>
              </a:xfrm>
              <a:prstGeom prst="roundRect">
                <a:avLst>
                  <a:gd name="adj" fmla="val 5742"/>
                </a:avLst>
              </a:prstGeom>
              <a:solidFill>
                <a:srgbClr val="F7F9FA"/>
              </a:solidFill>
              <a:ln w="3909">
                <a:noFill/>
                <a:prstDash val="solid"/>
              </a:ln>
            </p:spPr>
          </p:sp>
          <p:sp>
            <p:nvSpPr>
              <p:cNvPr id="41" name="four:substep-backgrounds:substep-frame:41">
                <a:extLst>
                  <a:ext uri="{FF2B5EF4-FFF2-40B4-BE49-F238E27FC236}">
                    <ns2:creationId id="{09EF5DFB-0FBF-4269-823D-95D97675E9F4}"/>
                  </a:ext>
                </a:extLst>
              </p:cNvPr>
              <p:cNvSpPr>
                <a:spLocks noGrp="1"/>
              </p:cNvSpPr>
              <p:nvPr/>
            </p:nvSpPr>
            <p:spPr>
              <a:xfrm>
                <a:off x="5705475" y="4714875"/>
                <a:ext cx="2076450" cy="2895600"/>
              </a:xfrm>
              <a:prstGeom prst="roundRect">
                <a:avLst>
                  <a:gd name="adj" fmla="val 5505"/>
                </a:avLst>
              </a:prstGeom>
              <a:solidFill>
                <a:srgbClr val="F7F9FA"/>
              </a:solidFill>
              <a:ln w="3909">
                <a:noFill/>
                <a:prstDash val="solid"/>
              </a:ln>
            </p:spPr>
          </p:sp>
          <p:sp>
            <p:nvSpPr>
              <p:cNvPr id="42" name="four:substep-backgrounds:substep-frame:42">
                <a:extLst>
                  <a:ext uri="{FF2B5EF4-FFF2-40B4-BE49-F238E27FC236}">
                    <ns2:creationId id="{5A73EBEA-89A2-4804-B214-ED56D89E9C3F}"/>
                  </a:ext>
                </a:extLst>
              </p:cNvPr>
              <p:cNvSpPr>
                <a:spLocks noGrp="1"/>
              </p:cNvSpPr>
              <p:nvPr/>
            </p:nvSpPr>
            <p:spPr>
              <a:xfrm>
                <a:off x="3305175" y="962025"/>
                <a:ext cx="4476750" cy="3314700"/>
              </a:xfrm>
              <a:prstGeom prst="roundRect">
                <a:avLst>
                  <a:gd name="adj" fmla="val 3448"/>
                </a:avLst>
              </a:prstGeom>
              <a:solidFill>
                <a:srgbClr val="FFFFFF"/>
              </a:solidFill>
              <a:ln w="3909">
                <a:solidFill>
                  <a:srgbClr val="D2DFE8"/>
                </a:solidFill>
                <a:prstDash val="solid"/>
              </a:ln>
            </p:spPr>
          </p:sp>
          <p:sp>
            <p:nvSpPr>
              <p:cNvPr id="43" name="four:substep-backgrounds:substep-frame:43">
                <a:extLst>
                  <a:ext uri="{FF2B5EF4-FFF2-40B4-BE49-F238E27FC236}">
                    <ns2:creationId id="{25DF0FEB-2F75-4221-A7DA-03CFB04820DB}"/>
                  </a:ext>
                </a:extLst>
              </p:cNvPr>
              <p:cNvSpPr>
                <a:spLocks noGrp="1"/>
              </p:cNvSpPr>
              <p:nvPr/>
            </p:nvSpPr>
            <p:spPr>
              <a:xfrm>
                <a:off x="8401050" y="962025"/>
                <a:ext cx="6553200" cy="3143250"/>
              </a:xfrm>
              <a:prstGeom prst="roundRect">
                <a:avLst>
                  <a:gd name="adj" fmla="val 3636"/>
                </a:avLst>
              </a:prstGeom>
              <a:solidFill>
                <a:srgbClr val="FFFFFF"/>
              </a:solidFill>
              <a:ln w="3909">
                <a:solidFill>
                  <a:srgbClr val="D2DFE8"/>
                </a:solidFill>
                <a:prstDash val="solid"/>
              </a:ln>
            </p:spPr>
          </p:sp>
          <p:sp>
            <p:nvSpPr>
              <p:cNvPr id="44" name="four:substep-backgrounds:substep-frame:44">
                <a:extLst>
                  <a:ext uri="{FF2B5EF4-FFF2-40B4-BE49-F238E27FC236}">
                    <ns2:creationId id="{C39F4A8A-CE42-41E8-929F-A5B54E4AF0D0}"/>
                  </a:ext>
                </a:extLst>
              </p:cNvPr>
              <p:cNvSpPr>
                <a:spLocks noGrp="1"/>
              </p:cNvSpPr>
              <p:nvPr/>
            </p:nvSpPr>
            <p:spPr>
              <a:xfrm>
                <a:off x="8534400" y="1352550"/>
                <a:ext cx="3028950" cy="2219325"/>
              </a:xfrm>
              <a:prstGeom prst="roundRect">
                <a:avLst>
                  <a:gd name="adj" fmla="val 5150"/>
                </a:avLst>
              </a:prstGeom>
              <a:solidFill>
                <a:srgbClr val="F7F9FA"/>
              </a:solidFill>
              <a:ln w="3909">
                <a:noFill/>
                <a:prstDash val="solid"/>
              </a:ln>
            </p:spPr>
          </p:sp>
          <p:sp>
            <p:nvSpPr>
              <p:cNvPr id="45" name="four:substep-backgrounds:substep-frame:45">
                <a:extLst>
                  <a:ext uri="{FF2B5EF4-FFF2-40B4-BE49-F238E27FC236}">
                    <ns2:creationId id="{BE81C804-24D8-490A-862A-5FB7270AB6E3}"/>
                  </a:ext>
                </a:extLst>
              </p:cNvPr>
              <p:cNvSpPr>
                <a:spLocks noGrp="1"/>
              </p:cNvSpPr>
              <p:nvPr/>
            </p:nvSpPr>
            <p:spPr>
              <a:xfrm>
                <a:off x="11811000" y="1352550"/>
                <a:ext cx="3009900" cy="2219325"/>
              </a:xfrm>
              <a:prstGeom prst="roundRect">
                <a:avLst>
                  <a:gd name="adj" fmla="val 5150"/>
                </a:avLst>
              </a:prstGeom>
              <a:solidFill>
                <a:srgbClr val="F7F9FA"/>
              </a:solidFill>
              <a:ln w="3909">
                <a:noFill/>
                <a:prstDash val="solid"/>
              </a:ln>
            </p:spPr>
          </p:sp>
          <p:sp>
            <p:nvSpPr>
              <p:cNvPr id="46" name="four:substep-backgrounds:substep-frame:46">
                <a:extLst>
                  <a:ext uri="{FF2B5EF4-FFF2-40B4-BE49-F238E27FC236}">
                    <ns2:creationId id="{978B766A-12C5-4E42-AB0B-CDCCA849042B}"/>
                  </a:ext>
                </a:extLst>
              </p:cNvPr>
              <p:cNvSpPr>
                <a:spLocks noGrp="1"/>
              </p:cNvSpPr>
              <p:nvPr/>
            </p:nvSpPr>
            <p:spPr>
              <a:xfrm>
                <a:off x="8401050" y="4772025"/>
                <a:ext cx="6553200" cy="2895600"/>
              </a:xfrm>
              <a:prstGeom prst="roundRect">
                <a:avLst>
                  <a:gd name="adj" fmla="val 3947"/>
                </a:avLst>
              </a:prstGeom>
              <a:solidFill>
                <a:srgbClr val="FFFFFF"/>
              </a:solidFill>
              <a:ln w="3909">
                <a:solidFill>
                  <a:srgbClr val="D2DFE8"/>
                </a:solidFill>
                <a:prstDash val="solid"/>
              </a:ln>
            </p:spPr>
          </p:sp>
          <p:sp>
            <p:nvSpPr>
              <p:cNvPr id="47" name="four:substep-backgrounds:substep-frame:47">
                <a:extLst>
                  <a:ext uri="{FF2B5EF4-FFF2-40B4-BE49-F238E27FC236}">
                    <ns2:creationId id="{69E129C9-8CAE-4187-A7A9-BCFC70F037D7}"/>
                  </a:ext>
                </a:extLst>
              </p:cNvPr>
              <p:cNvSpPr>
                <a:spLocks noGrp="1"/>
              </p:cNvSpPr>
              <p:nvPr/>
            </p:nvSpPr>
            <p:spPr>
              <a:xfrm>
                <a:off x="15582900" y="962025"/>
                <a:ext cx="4457700" cy="3076575"/>
              </a:xfrm>
              <a:prstGeom prst="roundRect">
                <a:avLst>
                  <a:gd name="adj" fmla="val 3715"/>
                </a:avLst>
              </a:prstGeom>
              <a:solidFill>
                <a:srgbClr val="FFFFFF"/>
              </a:solidFill>
              <a:ln w="3909">
                <a:solidFill>
                  <a:srgbClr val="D2DFE8"/>
                </a:solidFill>
                <a:prstDash val="solid"/>
              </a:ln>
            </p:spPr>
          </p:sp>
          <p:sp>
            <p:nvSpPr>
              <p:cNvPr id="48" name="four:substep-backgrounds:substep-frame:48">
                <a:extLst>
                  <a:ext uri="{FF2B5EF4-FFF2-40B4-BE49-F238E27FC236}">
                    <ns2:creationId id="{0EA6194F-EA74-43C6-994E-B10EA43DD785}"/>
                  </a:ext>
                </a:extLst>
              </p:cNvPr>
              <p:cNvSpPr>
                <a:spLocks noGrp="1"/>
              </p:cNvSpPr>
              <p:nvPr/>
            </p:nvSpPr>
            <p:spPr>
              <a:xfrm>
                <a:off x="15582900" y="4191000"/>
                <a:ext cx="4457700" cy="3476625"/>
              </a:xfrm>
              <a:prstGeom prst="roundRect">
                <a:avLst>
                  <a:gd name="adj" fmla="val 3288"/>
                </a:avLst>
              </a:prstGeom>
              <a:solidFill>
                <a:srgbClr val="FFFFFF"/>
              </a:solidFill>
              <a:ln w="3909">
                <a:solidFill>
                  <a:srgbClr val="D2DFE8"/>
                </a:solidFill>
                <a:prstDash val="solid"/>
              </a:ln>
            </p:spPr>
          </p:sp>
          <p:sp>
            <p:nvSpPr>
              <p:cNvPr id="49" name="four:substep-backgrounds:substep-frame:49">
                <a:extLst>
                  <a:ext uri="{FF2B5EF4-FFF2-40B4-BE49-F238E27FC236}">
                    <ns2:creationId id="{FE1E02C9-47D3-4552-8786-9D166B42C2B8}"/>
                  </a:ext>
                </a:extLst>
              </p:cNvPr>
              <p:cNvSpPr>
                <a:spLocks noGrp="1"/>
              </p:cNvSpPr>
              <p:nvPr/>
            </p:nvSpPr>
            <p:spPr>
              <a:xfrm>
                <a:off x="20669250" y="962025"/>
                <a:ext cx="3867150" cy="3305175"/>
              </a:xfrm>
              <a:prstGeom prst="roundRect">
                <a:avLst>
                  <a:gd name="adj" fmla="val 3458"/>
                </a:avLst>
              </a:prstGeom>
              <a:solidFill>
                <a:srgbClr val="FFFFFF"/>
              </a:solidFill>
              <a:ln w="3909">
                <a:solidFill>
                  <a:srgbClr val="D2DFE8"/>
                </a:solidFill>
                <a:prstDash val="solid"/>
              </a:ln>
            </p:spPr>
          </p:sp>
          <p:sp>
            <p:nvSpPr>
              <p:cNvPr id="50" name="four:substep-backgrounds:substep-frame:50">
                <a:extLst>
                  <a:ext uri="{FF2B5EF4-FFF2-40B4-BE49-F238E27FC236}">
                    <ns2:creationId id="{E7C547D0-84B4-4EF3-BC23-3E9D1400ECD4}"/>
                  </a:ext>
                </a:extLst>
              </p:cNvPr>
              <p:cNvSpPr>
                <a:spLocks noGrp="1"/>
              </p:cNvSpPr>
              <p:nvPr/>
            </p:nvSpPr>
            <p:spPr>
              <a:xfrm>
                <a:off x="21936075" y="4419600"/>
                <a:ext cx="1428750" cy="704850"/>
              </a:xfrm>
              <a:prstGeom prst="roundRect">
                <a:avLst>
                  <a:gd name="adj" fmla="val 16216"/>
                </a:avLst>
              </a:prstGeom>
              <a:solidFill>
                <a:srgbClr val="F7F9FA"/>
              </a:solidFill>
              <a:ln w="3909">
                <a:noFill/>
                <a:prstDash val="solid"/>
              </a:ln>
            </p:spPr>
          </p:sp>
          <p:sp>
            <p:nvSpPr>
              <p:cNvPr id="51" name="four:substep-backgrounds:substep-frame:51">
                <a:extLst>
                  <a:ext uri="{FF2B5EF4-FFF2-40B4-BE49-F238E27FC236}">
                    <ns2:creationId id="{16EE381B-FA6B-4E97-9272-75A9199DD29E}"/>
                  </a:ext>
                </a:extLst>
              </p:cNvPr>
              <p:cNvSpPr>
                <a:spLocks noGrp="1"/>
              </p:cNvSpPr>
              <p:nvPr/>
            </p:nvSpPr>
            <p:spPr>
              <a:xfrm>
                <a:off x="20669250" y="5334000"/>
                <a:ext cx="3867150" cy="2333625"/>
              </a:xfrm>
              <a:prstGeom prst="roundRect">
                <a:avLst>
                  <a:gd name="adj" fmla="val 4898"/>
                </a:avLst>
              </a:prstGeom>
              <a:solidFill>
                <a:srgbClr val="FFFFFF"/>
              </a:solidFill>
              <a:ln w="3909">
                <a:solidFill>
                  <a:srgbClr val="D2DFE8"/>
                </a:solidFill>
                <a:prstDash val="solid"/>
              </a:ln>
            </p:spPr>
          </p:sp>
        </p:grpSp>
        <p:grpSp>
          <p:nvGrpSpPr>
            <p:cNvPr id="3176" name="scalar-input"/>
            <p:cNvGrpSpPr/>
            <p:nvPr/>
          </p:nvGrpSpPr>
          <p:grpSpPr>
            <a:xfrm>
              <a:off x="0" y="0"/>
              <a:ext cx="24955500" cy="8572500"/>
              <a:chOff x="0" y="0"/>
              <a:chExt cx="24955500" cy="8572500"/>
            </a:xfrm>
          </p:grpSpPr>
          <p:sp>
            <p:nvSpPr>
              <p:cNvPr id="52" name="four:scalar-input:textbox:52">
                <a:extLst>
                  <a:ext uri="{FF2B5EF4-FFF2-40B4-BE49-F238E27FC236}">
                    <ns2:creationId id="{1AFEB1DD-3BFA-4FA6-8350-7863681E2ABD}"/>
                  </a:ext>
                </a:extLst>
              </p:cNvPr>
              <p:cNvSpPr>
                <a:spLocks noGrp="1"/>
              </p:cNvSpPr>
              <p:nvPr/>
            </p:nvSpPr>
            <p:spPr>
              <a:xfrm>
                <a:off x="447675" y="1438275"/>
                <a:ext cx="2190750" cy="304800"/>
              </a:xfrm>
              <a:prstGeom prst="rect">
                <a:avLst/>
              </a:prstGeom>
              <a:noFill/>
              <a:ln w="0">
                <a:noFill/>
                <a:prstDash val="solid"/>
              </a:ln>
            </p:spPr>
            <p:txBody>
              <a:bodyPr wrap="none" lIns="0" tIns="0" rIns="0" bIns="0" anchor="ctr">
                <a:normAutofit fontScale="93672"/>
              </a:bodyPr>
              <a:lstStyle>
                <a:defPPr algn="l">
                  <a:defRPr sz="769" b="1">
                    <a:solidFill>
                      <a:srgbClr val="263238"/>
                    </a:solidFill>
                    <a:latin typeface="Arial"/>
                    <a:ea typeface="Arial"/>
                    <a:cs typeface="Arial"/>
                  </a:defRPr>
                </a:defPPr>
              </a:lstStyle>
              <a:p>
                <a:pPr algn="l">
                  <a:defRPr sz="769" b="1">
                    <a:solidFill>
                      <a:srgbClr val="263238"/>
                    </a:solidFill>
                    <a:latin typeface="Arial"/>
                    <a:ea typeface="Arial"/>
                    <a:cs typeface="Arial"/>
                  </a:defRPr>
                </a:pPr>
                <a:r>
                  <a:rPr sz="635" b="1">
                    <a:solidFill>
                      <a:srgbClr val="263238"/>
                    </a:solidFill>
                    <a:latin typeface="Arial"/>
                    <a:ea typeface="Arial"/>
                    <a:cs typeface="Arial"/>
                  </a:rPr>
                  <a:t>2D time-varying scalar fields</a:t>
                </a:r>
              </a:p>
            </p:txBody>
          </p:sp>
          <p:sp>
            <p:nvSpPr>
              <p:cNvPr id="53" name="four:scalar-input:rect:53">
                <a:extLst>
                  <a:ext uri="{FF2B5EF4-FFF2-40B4-BE49-F238E27FC236}">
                    <ns2:creationId id="{FD233879-9926-412E-9B22-C7FDB7F90121}"/>
                  </a:ext>
                </a:extLst>
              </p:cNvPr>
              <p:cNvSpPr>
                <a:spLocks noGrp="1"/>
              </p:cNvSpPr>
              <p:nvPr/>
            </p:nvSpPr>
            <p:spPr>
              <a:xfrm>
                <a:off x="561975" y="1905000"/>
                <a:ext cx="2095500" cy="1885950"/>
              </a:xfrm>
              <a:prstGeom prst="rect">
                <a:avLst/>
              </a:prstGeom>
              <a:solidFill>
                <a:srgbClr val="E0E1E3"/>
              </a:solidFill>
              <a:ln w="4398">
                <a:solidFill>
                  <a:srgbClr val="263238"/>
                </a:solidFill>
                <a:prstDash val="solid"/>
              </a:ln>
            </p:spPr>
          </p:sp>
          <p:sp>
            <p:nvSpPr>
              <p:cNvPr id="54" name="four:scalar-input:rect:54">
                <a:extLst>
                  <a:ext uri="{FF2B5EF4-FFF2-40B4-BE49-F238E27FC236}">
                    <ns2:creationId id="{CE997959-4B4E-4C08-AE2C-13E5114C4B81}"/>
                  </a:ext>
                </a:extLst>
              </p:cNvPr>
              <p:cNvSpPr>
                <a:spLocks noGrp="1"/>
              </p:cNvSpPr>
              <p:nvPr/>
            </p:nvSpPr>
            <p:spPr>
              <a:xfrm>
                <a:off x="495300" y="1971675"/>
                <a:ext cx="2095500" cy="1885950"/>
              </a:xfrm>
              <a:prstGeom prst="rect">
                <a:avLst/>
              </a:prstGeom>
              <a:solidFill>
                <a:srgbClr val="E0E1E3"/>
              </a:solidFill>
              <a:ln w="4398">
                <a:solidFill>
                  <a:srgbClr val="263238"/>
                </a:solidFill>
                <a:prstDash val="solid"/>
              </a:ln>
            </p:spPr>
          </p:sp>
          <p:sp>
            <p:nvSpPr>
              <p:cNvPr id="55" name="four:scalar-input:rect:55">
                <a:extLst>
                  <a:ext uri="{FF2B5EF4-FFF2-40B4-BE49-F238E27FC236}">
                    <ns2:creationId id="{C430A0DE-375E-43E2-98C3-4A015A8AF99F}"/>
                  </a:ext>
                </a:extLst>
              </p:cNvPr>
              <p:cNvSpPr>
                <a:spLocks noGrp="1"/>
              </p:cNvSpPr>
              <p:nvPr/>
            </p:nvSpPr>
            <p:spPr>
              <a:xfrm>
                <a:off x="428625" y="2038350"/>
                <a:ext cx="2095500" cy="1885950"/>
              </a:xfrm>
              <a:prstGeom prst="rect">
                <a:avLst/>
              </a:prstGeom>
              <a:solidFill>
                <a:srgbClr val="E0E1E3"/>
              </a:solidFill>
              <a:ln w="4398">
                <a:solidFill>
                  <a:srgbClr val="263238"/>
                </a:solidFill>
                <a:prstDash val="solid"/>
              </a:ln>
            </p:spPr>
          </p:sp>
          <p:sp>
            <p:nvSpPr>
              <p:cNvPr id="56" name="four:scalar-input:grid-cell:56">
                <a:extLst>
                  <a:ext uri="{FF2B5EF4-FFF2-40B4-BE49-F238E27FC236}">
                    <ns2:creationId id="{FD93BB8E-F9A6-46B4-811C-9FB599D2FA67}"/>
                  </a:ext>
                </a:extLst>
              </p:cNvPr>
              <p:cNvSpPr>
                <a:spLocks noGrp="1"/>
              </p:cNvSpPr>
              <p:nvPr/>
            </p:nvSpPr>
            <p:spPr>
              <a:xfrm>
                <a:off x="361950" y="2105025"/>
                <a:ext cx="104966" cy="104966"/>
              </a:xfrm>
              <a:prstGeom prst="rect">
                <a:avLst/>
              </a:prstGeom>
              <a:solidFill>
                <a:srgbClr val="DCE8ED"/>
              </a:solidFill>
              <a:ln w="0">
                <a:noFill/>
                <a:prstDash val="solid"/>
              </a:ln>
            </p:spPr>
          </p:sp>
          <p:sp>
            <p:nvSpPr>
              <p:cNvPr id="57" name="four:scalar-input:grid-cell:57">
                <a:extLst>
                  <a:ext uri="{FF2B5EF4-FFF2-40B4-BE49-F238E27FC236}">
                    <ns2:creationId id="{10BF3B58-D8A7-4B36-A3A3-9C5E90D204C1}"/>
                  </a:ext>
                </a:extLst>
              </p:cNvPr>
              <p:cNvSpPr>
                <a:spLocks noGrp="1"/>
              </p:cNvSpPr>
              <p:nvPr/>
            </p:nvSpPr>
            <p:spPr>
              <a:xfrm>
                <a:off x="466725" y="2105025"/>
                <a:ext cx="104966" cy="104966"/>
              </a:xfrm>
              <a:prstGeom prst="rect">
                <a:avLst/>
              </a:prstGeom>
              <a:solidFill>
                <a:srgbClr val="DCE8ED"/>
              </a:solidFill>
              <a:ln w="0">
                <a:noFill/>
                <a:prstDash val="solid"/>
              </a:ln>
            </p:spPr>
          </p:sp>
          <p:sp>
            <p:nvSpPr>
              <p:cNvPr id="58" name="four:scalar-input:grid-cell:58">
                <a:extLst>
                  <a:ext uri="{FF2B5EF4-FFF2-40B4-BE49-F238E27FC236}">
                    <ns2:creationId id="{1FD0AB14-4BD9-4958-B612-988D264F5BD3}"/>
                  </a:ext>
                </a:extLst>
              </p:cNvPr>
              <p:cNvSpPr>
                <a:spLocks noGrp="1"/>
              </p:cNvSpPr>
              <p:nvPr/>
            </p:nvSpPr>
            <p:spPr>
              <a:xfrm>
                <a:off x="571500" y="2105025"/>
                <a:ext cx="104966" cy="104966"/>
              </a:xfrm>
              <a:prstGeom prst="rect">
                <a:avLst/>
              </a:prstGeom>
              <a:solidFill>
                <a:srgbClr val="DCE8ED"/>
              </a:solidFill>
              <a:ln w="0">
                <a:noFill/>
                <a:prstDash val="solid"/>
              </a:ln>
            </p:spPr>
          </p:sp>
          <p:sp>
            <p:nvSpPr>
              <p:cNvPr id="59" name="four:scalar-input:grid-cell:59">
                <a:extLst>
                  <a:ext uri="{FF2B5EF4-FFF2-40B4-BE49-F238E27FC236}">
                    <ns2:creationId id="{20FF655A-E557-45F4-AFB1-3A6388A26B68}"/>
                  </a:ext>
                </a:extLst>
              </p:cNvPr>
              <p:cNvSpPr>
                <a:spLocks noGrp="1"/>
              </p:cNvSpPr>
              <p:nvPr/>
            </p:nvSpPr>
            <p:spPr>
              <a:xfrm>
                <a:off x="676275" y="2105025"/>
                <a:ext cx="104966" cy="104966"/>
              </a:xfrm>
              <a:prstGeom prst="rect">
                <a:avLst/>
              </a:prstGeom>
              <a:solidFill>
                <a:srgbClr val="DCE8ED"/>
              </a:solidFill>
              <a:ln w="0">
                <a:noFill/>
                <a:prstDash val="solid"/>
              </a:ln>
            </p:spPr>
          </p:sp>
          <p:sp>
            <p:nvSpPr>
              <p:cNvPr id="60" name="four:scalar-input:grid-cell:60">
                <a:extLst>
                  <a:ext uri="{FF2B5EF4-FFF2-40B4-BE49-F238E27FC236}">
                    <ns2:creationId id="{E93BD86D-C6FA-4427-A101-1FC11F4967B7}"/>
                  </a:ext>
                </a:extLst>
              </p:cNvPr>
              <p:cNvSpPr>
                <a:spLocks noGrp="1"/>
              </p:cNvSpPr>
              <p:nvPr/>
            </p:nvSpPr>
            <p:spPr>
              <a:xfrm>
                <a:off x="781050" y="2105025"/>
                <a:ext cx="104966" cy="104966"/>
              </a:xfrm>
              <a:prstGeom prst="rect">
                <a:avLst/>
              </a:prstGeom>
              <a:solidFill>
                <a:srgbClr val="DCE8ED"/>
              </a:solidFill>
              <a:ln w="0">
                <a:noFill/>
                <a:prstDash val="solid"/>
              </a:ln>
            </p:spPr>
          </p:sp>
          <p:sp>
            <p:nvSpPr>
              <p:cNvPr id="61" name="four:scalar-input:grid-cell:61">
                <a:extLst>
                  <a:ext uri="{FF2B5EF4-FFF2-40B4-BE49-F238E27FC236}">
                    <ns2:creationId id="{A269F243-D8B1-4CBC-A523-1E7DC5180085}"/>
                  </a:ext>
                </a:extLst>
              </p:cNvPr>
              <p:cNvSpPr>
                <a:spLocks noGrp="1"/>
              </p:cNvSpPr>
              <p:nvPr/>
            </p:nvSpPr>
            <p:spPr>
              <a:xfrm>
                <a:off x="885825" y="2105025"/>
                <a:ext cx="104966" cy="104966"/>
              </a:xfrm>
              <a:prstGeom prst="rect">
                <a:avLst/>
              </a:prstGeom>
              <a:solidFill>
                <a:srgbClr val="DCE8ED"/>
              </a:solidFill>
              <a:ln w="0">
                <a:noFill/>
                <a:prstDash val="solid"/>
              </a:ln>
            </p:spPr>
          </p:sp>
          <p:sp>
            <p:nvSpPr>
              <p:cNvPr id="62" name="four:scalar-input:grid-cell:62">
                <a:extLst>
                  <a:ext uri="{FF2B5EF4-FFF2-40B4-BE49-F238E27FC236}">
                    <ns2:creationId id="{D3BEE0C1-B815-4921-B881-D25A7F6D2AD4}"/>
                  </a:ext>
                </a:extLst>
              </p:cNvPr>
              <p:cNvSpPr>
                <a:spLocks noGrp="1"/>
              </p:cNvSpPr>
              <p:nvPr/>
            </p:nvSpPr>
            <p:spPr>
              <a:xfrm>
                <a:off x="990600" y="2105025"/>
                <a:ext cx="104966" cy="104966"/>
              </a:xfrm>
              <a:prstGeom prst="rect">
                <a:avLst/>
              </a:prstGeom>
              <a:solidFill>
                <a:srgbClr val="DCE8ED"/>
              </a:solidFill>
              <a:ln w="0">
                <a:noFill/>
                <a:prstDash val="solid"/>
              </a:ln>
            </p:spPr>
          </p:sp>
          <p:sp>
            <p:nvSpPr>
              <p:cNvPr id="63" name="four:scalar-input:grid-cell:63">
                <a:extLst>
                  <a:ext uri="{FF2B5EF4-FFF2-40B4-BE49-F238E27FC236}">
                    <ns2:creationId id="{51547EA2-7653-4961-A579-BBE8DFFBED1A}"/>
                  </a:ext>
                </a:extLst>
              </p:cNvPr>
              <p:cNvSpPr>
                <a:spLocks noGrp="1"/>
              </p:cNvSpPr>
              <p:nvPr/>
            </p:nvSpPr>
            <p:spPr>
              <a:xfrm>
                <a:off x="1095375" y="2105025"/>
                <a:ext cx="104966" cy="104966"/>
              </a:xfrm>
              <a:prstGeom prst="rect">
                <a:avLst/>
              </a:prstGeom>
              <a:solidFill>
                <a:srgbClr val="DCE8ED"/>
              </a:solidFill>
              <a:ln w="0">
                <a:noFill/>
                <a:prstDash val="solid"/>
              </a:ln>
            </p:spPr>
          </p:sp>
          <p:sp>
            <p:nvSpPr>
              <p:cNvPr id="64" name="four:scalar-input:grid-cell:64">
                <a:extLst>
                  <a:ext uri="{FF2B5EF4-FFF2-40B4-BE49-F238E27FC236}">
                    <ns2:creationId id="{3F6CAF27-4D75-4BD4-8EF8-99AD3BCDD91A}"/>
                  </a:ext>
                </a:extLst>
              </p:cNvPr>
              <p:cNvSpPr>
                <a:spLocks noGrp="1"/>
              </p:cNvSpPr>
              <p:nvPr/>
            </p:nvSpPr>
            <p:spPr>
              <a:xfrm>
                <a:off x="1200150" y="2105025"/>
                <a:ext cx="104966" cy="104966"/>
              </a:xfrm>
              <a:prstGeom prst="rect">
                <a:avLst/>
              </a:prstGeom>
              <a:solidFill>
                <a:srgbClr val="D4B4CC"/>
              </a:solidFill>
              <a:ln w="0">
                <a:noFill/>
                <a:prstDash val="solid"/>
              </a:ln>
            </p:spPr>
          </p:sp>
          <p:sp>
            <p:nvSpPr>
              <p:cNvPr id="65" name="four:scalar-input:grid-cell:65">
                <a:extLst>
                  <a:ext uri="{FF2B5EF4-FFF2-40B4-BE49-F238E27FC236}">
                    <ns2:creationId id="{3E32C0CC-768A-4DA0-9B69-6DCA21C7F0A3}"/>
                  </a:ext>
                </a:extLst>
              </p:cNvPr>
              <p:cNvSpPr>
                <a:spLocks noGrp="1"/>
              </p:cNvSpPr>
              <p:nvPr/>
            </p:nvSpPr>
            <p:spPr>
              <a:xfrm>
                <a:off x="1304925" y="2105025"/>
                <a:ext cx="104966" cy="104966"/>
              </a:xfrm>
              <a:prstGeom prst="rect">
                <a:avLst/>
              </a:prstGeom>
              <a:solidFill>
                <a:srgbClr val="D4B4CC"/>
              </a:solidFill>
              <a:ln w="0">
                <a:noFill/>
                <a:prstDash val="solid"/>
              </a:ln>
            </p:spPr>
          </p:sp>
          <p:sp>
            <p:nvSpPr>
              <p:cNvPr id="66" name="four:scalar-input:grid-cell:66">
                <a:extLst>
                  <a:ext uri="{FF2B5EF4-FFF2-40B4-BE49-F238E27FC236}">
                    <ns2:creationId id="{A70AF580-F936-4600-89B8-9DB3D3880F8D}"/>
                  </a:ext>
                </a:extLst>
              </p:cNvPr>
              <p:cNvSpPr>
                <a:spLocks noGrp="1"/>
              </p:cNvSpPr>
              <p:nvPr/>
            </p:nvSpPr>
            <p:spPr>
              <a:xfrm>
                <a:off x="1409700" y="2105025"/>
                <a:ext cx="104966" cy="104966"/>
              </a:xfrm>
              <a:prstGeom prst="rect">
                <a:avLst/>
              </a:prstGeom>
              <a:solidFill>
                <a:srgbClr val="D4B4CC"/>
              </a:solidFill>
              <a:ln w="0">
                <a:noFill/>
                <a:prstDash val="solid"/>
              </a:ln>
            </p:spPr>
          </p:sp>
          <p:sp>
            <p:nvSpPr>
              <p:cNvPr id="67" name="four:scalar-input:grid-cell:67">
                <a:extLst>
                  <a:ext uri="{FF2B5EF4-FFF2-40B4-BE49-F238E27FC236}">
                    <ns2:creationId id="{8C8CCAD2-6D83-4C0D-9684-15F41F76F780}"/>
                  </a:ext>
                </a:extLst>
              </p:cNvPr>
              <p:cNvSpPr>
                <a:spLocks noGrp="1"/>
              </p:cNvSpPr>
              <p:nvPr/>
            </p:nvSpPr>
            <p:spPr>
              <a:xfrm>
                <a:off x="1514475" y="2105025"/>
                <a:ext cx="104966" cy="104966"/>
              </a:xfrm>
              <a:prstGeom prst="rect">
                <a:avLst/>
              </a:prstGeom>
              <a:solidFill>
                <a:srgbClr val="CC79A7"/>
              </a:solidFill>
              <a:ln w="0">
                <a:noFill/>
                <a:prstDash val="solid"/>
              </a:ln>
            </p:spPr>
          </p:sp>
          <p:sp>
            <p:nvSpPr>
              <p:cNvPr id="68" name="four:scalar-input:grid-cell:68">
                <a:extLst>
                  <a:ext uri="{FF2B5EF4-FFF2-40B4-BE49-F238E27FC236}">
                    <ns2:creationId id="{64166246-C79B-4F73-9C48-31AB5DD33CFB}"/>
                  </a:ext>
                </a:extLst>
              </p:cNvPr>
              <p:cNvSpPr>
                <a:spLocks noGrp="1"/>
              </p:cNvSpPr>
              <p:nvPr/>
            </p:nvSpPr>
            <p:spPr>
              <a:xfrm>
                <a:off x="1619250" y="2105025"/>
                <a:ext cx="104966" cy="104966"/>
              </a:xfrm>
              <a:prstGeom prst="rect">
                <a:avLst/>
              </a:prstGeom>
              <a:solidFill>
                <a:srgbClr val="CC79A7"/>
              </a:solidFill>
              <a:ln w="0">
                <a:noFill/>
                <a:prstDash val="solid"/>
              </a:ln>
            </p:spPr>
          </p:sp>
          <p:sp>
            <p:nvSpPr>
              <p:cNvPr id="69" name="four:scalar-input:grid-cell:69">
                <a:extLst>
                  <a:ext uri="{FF2B5EF4-FFF2-40B4-BE49-F238E27FC236}">
                    <ns2:creationId id="{208186FD-431A-4592-809D-7D5433CD50B0}"/>
                  </a:ext>
                </a:extLst>
              </p:cNvPr>
              <p:cNvSpPr>
                <a:spLocks noGrp="1"/>
              </p:cNvSpPr>
              <p:nvPr/>
            </p:nvSpPr>
            <p:spPr>
              <a:xfrm>
                <a:off x="1724025" y="2105025"/>
                <a:ext cx="104966" cy="104966"/>
              </a:xfrm>
              <a:prstGeom prst="rect">
                <a:avLst/>
              </a:prstGeom>
              <a:solidFill>
                <a:srgbClr val="CC79A7"/>
              </a:solidFill>
              <a:ln w="0">
                <a:noFill/>
                <a:prstDash val="solid"/>
              </a:ln>
            </p:spPr>
          </p:sp>
          <p:sp>
            <p:nvSpPr>
              <p:cNvPr id="70" name="four:scalar-input:grid-cell:70">
                <a:extLst>
                  <a:ext uri="{FF2B5EF4-FFF2-40B4-BE49-F238E27FC236}">
                    <ns2:creationId id="{F42AA64E-5C6D-4B50-A47D-E1AC0E0B7C46}"/>
                  </a:ext>
                </a:extLst>
              </p:cNvPr>
              <p:cNvSpPr>
                <a:spLocks noGrp="1"/>
              </p:cNvSpPr>
              <p:nvPr/>
            </p:nvSpPr>
            <p:spPr>
              <a:xfrm>
                <a:off x="1828800" y="2105025"/>
                <a:ext cx="104966" cy="104966"/>
              </a:xfrm>
              <a:prstGeom prst="rect">
                <a:avLst/>
              </a:prstGeom>
              <a:solidFill>
                <a:srgbClr val="CC79A7"/>
              </a:solidFill>
              <a:ln w="0">
                <a:noFill/>
                <a:prstDash val="solid"/>
              </a:ln>
            </p:spPr>
          </p:sp>
          <p:sp>
            <p:nvSpPr>
              <p:cNvPr id="71" name="four:scalar-input:grid-cell:71">
                <a:extLst>
                  <a:ext uri="{FF2B5EF4-FFF2-40B4-BE49-F238E27FC236}">
                    <ns2:creationId id="{EC5F60E7-FDEF-4EEF-9366-7A47D7A61910}"/>
                  </a:ext>
                </a:extLst>
              </p:cNvPr>
              <p:cNvSpPr>
                <a:spLocks noGrp="1"/>
              </p:cNvSpPr>
              <p:nvPr/>
            </p:nvSpPr>
            <p:spPr>
              <a:xfrm>
                <a:off x="1933575" y="2105025"/>
                <a:ext cx="104966" cy="104966"/>
              </a:xfrm>
              <a:prstGeom prst="rect">
                <a:avLst/>
              </a:prstGeom>
              <a:solidFill>
                <a:srgbClr val="CC79A7"/>
              </a:solidFill>
              <a:ln w="0">
                <a:noFill/>
                <a:prstDash val="solid"/>
              </a:ln>
            </p:spPr>
          </p:sp>
          <p:sp>
            <p:nvSpPr>
              <p:cNvPr id="72" name="four:scalar-input:grid-cell:72">
                <a:extLst>
                  <a:ext uri="{FF2B5EF4-FFF2-40B4-BE49-F238E27FC236}">
                    <ns2:creationId id="{F1B9E889-2210-4633-A643-30A0835F5089}"/>
                  </a:ext>
                </a:extLst>
              </p:cNvPr>
              <p:cNvSpPr>
                <a:spLocks noGrp="1"/>
              </p:cNvSpPr>
              <p:nvPr/>
            </p:nvSpPr>
            <p:spPr>
              <a:xfrm>
                <a:off x="2038350" y="2105025"/>
                <a:ext cx="104966" cy="104966"/>
              </a:xfrm>
              <a:prstGeom prst="rect">
                <a:avLst/>
              </a:prstGeom>
              <a:solidFill>
                <a:srgbClr val="CC79A7"/>
              </a:solidFill>
              <a:ln w="0">
                <a:noFill/>
                <a:prstDash val="solid"/>
              </a:ln>
            </p:spPr>
          </p:sp>
          <p:sp>
            <p:nvSpPr>
              <p:cNvPr id="73" name="four:scalar-input:grid-cell:73">
                <a:extLst>
                  <a:ext uri="{FF2B5EF4-FFF2-40B4-BE49-F238E27FC236}">
                    <ns2:creationId id="{DCC38584-939B-4637-A3D3-5343A0BA7895}"/>
                  </a:ext>
                </a:extLst>
              </p:cNvPr>
              <p:cNvSpPr>
                <a:spLocks noGrp="1"/>
              </p:cNvSpPr>
              <p:nvPr/>
            </p:nvSpPr>
            <p:spPr>
              <a:xfrm>
                <a:off x="2143125" y="2105025"/>
                <a:ext cx="104966" cy="104966"/>
              </a:xfrm>
              <a:prstGeom prst="rect">
                <a:avLst/>
              </a:prstGeom>
              <a:solidFill>
                <a:srgbClr val="CC79A7"/>
              </a:solidFill>
              <a:ln w="0">
                <a:noFill/>
                <a:prstDash val="solid"/>
              </a:ln>
            </p:spPr>
          </p:sp>
          <p:sp>
            <p:nvSpPr>
              <p:cNvPr id="74" name="four:scalar-input:grid-cell:74">
                <a:extLst>
                  <a:ext uri="{FF2B5EF4-FFF2-40B4-BE49-F238E27FC236}">
                    <ns2:creationId id="{49831C16-48A2-4260-A99B-6DA808C12D58}"/>
                  </a:ext>
                </a:extLst>
              </p:cNvPr>
              <p:cNvSpPr>
                <a:spLocks noGrp="1"/>
              </p:cNvSpPr>
              <p:nvPr/>
            </p:nvSpPr>
            <p:spPr>
              <a:xfrm>
                <a:off x="2247900" y="2105025"/>
                <a:ext cx="104966" cy="104966"/>
              </a:xfrm>
              <a:prstGeom prst="rect">
                <a:avLst/>
              </a:prstGeom>
              <a:solidFill>
                <a:srgbClr val="CC79A7"/>
              </a:solidFill>
              <a:ln w="0">
                <a:noFill/>
                <a:prstDash val="solid"/>
              </a:ln>
            </p:spPr>
          </p:sp>
          <p:sp>
            <p:nvSpPr>
              <p:cNvPr id="75" name="four:scalar-input:grid-cell:75">
                <a:extLst>
                  <a:ext uri="{FF2B5EF4-FFF2-40B4-BE49-F238E27FC236}">
                    <ns2:creationId id="{A4C2798C-26D7-4695-AA4F-DB2DB4821652}"/>
                  </a:ext>
                </a:extLst>
              </p:cNvPr>
              <p:cNvSpPr>
                <a:spLocks noGrp="1"/>
              </p:cNvSpPr>
              <p:nvPr/>
            </p:nvSpPr>
            <p:spPr>
              <a:xfrm>
                <a:off x="2352675" y="2105025"/>
                <a:ext cx="104966" cy="104966"/>
              </a:xfrm>
              <a:prstGeom prst="rect">
                <a:avLst/>
              </a:prstGeom>
              <a:solidFill>
                <a:srgbClr val="CC79A7"/>
              </a:solidFill>
              <a:ln w="0">
                <a:noFill/>
                <a:prstDash val="solid"/>
              </a:ln>
            </p:spPr>
          </p:sp>
          <p:sp>
            <p:nvSpPr>
              <p:cNvPr id="76" name="four:scalar-input:grid-cell:76">
                <a:extLst>
                  <a:ext uri="{FF2B5EF4-FFF2-40B4-BE49-F238E27FC236}">
                    <ns2:creationId id="{D7EF8001-98E8-472E-9B3D-07AC71CD5251}"/>
                  </a:ext>
                </a:extLst>
              </p:cNvPr>
              <p:cNvSpPr>
                <a:spLocks noGrp="1"/>
              </p:cNvSpPr>
              <p:nvPr/>
            </p:nvSpPr>
            <p:spPr>
              <a:xfrm>
                <a:off x="361950" y="2209800"/>
                <a:ext cx="104966" cy="104966"/>
              </a:xfrm>
              <a:prstGeom prst="rect">
                <a:avLst/>
              </a:prstGeom>
              <a:solidFill>
                <a:srgbClr val="DCE8ED"/>
              </a:solidFill>
              <a:ln w="0">
                <a:noFill/>
                <a:prstDash val="solid"/>
              </a:ln>
            </p:spPr>
          </p:sp>
          <p:sp>
            <p:nvSpPr>
              <p:cNvPr id="77" name="four:scalar-input:grid-cell:77">
                <a:extLst>
                  <a:ext uri="{FF2B5EF4-FFF2-40B4-BE49-F238E27FC236}">
                    <ns2:creationId id="{A837D988-5325-46AD-89BD-C4AFB2A3A0A4}"/>
                  </a:ext>
                </a:extLst>
              </p:cNvPr>
              <p:cNvSpPr>
                <a:spLocks noGrp="1"/>
              </p:cNvSpPr>
              <p:nvPr/>
            </p:nvSpPr>
            <p:spPr>
              <a:xfrm>
                <a:off x="466725" y="2209800"/>
                <a:ext cx="104966" cy="104966"/>
              </a:xfrm>
              <a:prstGeom prst="rect">
                <a:avLst/>
              </a:prstGeom>
              <a:solidFill>
                <a:srgbClr val="DCE8ED"/>
              </a:solidFill>
              <a:ln w="0">
                <a:noFill/>
                <a:prstDash val="solid"/>
              </a:ln>
            </p:spPr>
          </p:sp>
          <p:sp>
            <p:nvSpPr>
              <p:cNvPr id="78" name="four:scalar-input:grid-cell:78">
                <a:extLst>
                  <a:ext uri="{FF2B5EF4-FFF2-40B4-BE49-F238E27FC236}">
                    <ns2:creationId id="{F30B495D-3155-4477-8683-69F3038B8D1C}"/>
                  </a:ext>
                </a:extLst>
              </p:cNvPr>
              <p:cNvSpPr>
                <a:spLocks noGrp="1"/>
              </p:cNvSpPr>
              <p:nvPr/>
            </p:nvSpPr>
            <p:spPr>
              <a:xfrm>
                <a:off x="571500" y="2209800"/>
                <a:ext cx="104966" cy="104966"/>
              </a:xfrm>
              <a:prstGeom prst="rect">
                <a:avLst/>
              </a:prstGeom>
              <a:solidFill>
                <a:srgbClr val="DCE8ED"/>
              </a:solidFill>
              <a:ln w="0">
                <a:noFill/>
                <a:prstDash val="solid"/>
              </a:ln>
            </p:spPr>
          </p:sp>
          <p:sp>
            <p:nvSpPr>
              <p:cNvPr id="79" name="four:scalar-input:grid-cell:79">
                <a:extLst>
                  <a:ext uri="{FF2B5EF4-FFF2-40B4-BE49-F238E27FC236}">
                    <ns2:creationId id="{9DE88867-45C8-4140-AD57-BED10CE796C8}"/>
                  </a:ext>
                </a:extLst>
              </p:cNvPr>
              <p:cNvSpPr>
                <a:spLocks noGrp="1"/>
              </p:cNvSpPr>
              <p:nvPr/>
            </p:nvSpPr>
            <p:spPr>
              <a:xfrm>
                <a:off x="676275" y="2209800"/>
                <a:ext cx="104966" cy="104966"/>
              </a:xfrm>
              <a:prstGeom prst="rect">
                <a:avLst/>
              </a:prstGeom>
              <a:solidFill>
                <a:srgbClr val="D4B4CC"/>
              </a:solidFill>
              <a:ln w="0">
                <a:noFill/>
                <a:prstDash val="solid"/>
              </a:ln>
            </p:spPr>
          </p:sp>
          <p:sp>
            <p:nvSpPr>
              <p:cNvPr id="80" name="four:scalar-input:grid-cell:80">
                <a:extLst>
                  <a:ext uri="{FF2B5EF4-FFF2-40B4-BE49-F238E27FC236}">
                    <ns2:creationId id="{373D087F-116B-4479-B5CE-E0A1D809E1E9}"/>
                  </a:ext>
                </a:extLst>
              </p:cNvPr>
              <p:cNvSpPr>
                <a:spLocks noGrp="1"/>
              </p:cNvSpPr>
              <p:nvPr/>
            </p:nvSpPr>
            <p:spPr>
              <a:xfrm>
                <a:off x="781050" y="2209800"/>
                <a:ext cx="104966" cy="104966"/>
              </a:xfrm>
              <a:prstGeom prst="rect">
                <a:avLst/>
              </a:prstGeom>
              <a:solidFill>
                <a:srgbClr val="D4B4CC"/>
              </a:solidFill>
              <a:ln w="0">
                <a:noFill/>
                <a:prstDash val="solid"/>
              </a:ln>
            </p:spPr>
          </p:sp>
          <p:sp>
            <p:nvSpPr>
              <p:cNvPr id="81" name="four:scalar-input:grid-cell:81">
                <a:extLst>
                  <a:ext uri="{FF2B5EF4-FFF2-40B4-BE49-F238E27FC236}">
                    <ns2:creationId id="{84C034D2-57F9-48AE-BF39-AD175FA929C3}"/>
                  </a:ext>
                </a:extLst>
              </p:cNvPr>
              <p:cNvSpPr>
                <a:spLocks noGrp="1"/>
              </p:cNvSpPr>
              <p:nvPr/>
            </p:nvSpPr>
            <p:spPr>
              <a:xfrm>
                <a:off x="885825" y="2209800"/>
                <a:ext cx="104966" cy="104966"/>
              </a:xfrm>
              <a:prstGeom prst="rect">
                <a:avLst/>
              </a:prstGeom>
              <a:solidFill>
                <a:srgbClr val="D4B4CC"/>
              </a:solidFill>
              <a:ln w="0">
                <a:noFill/>
                <a:prstDash val="solid"/>
              </a:ln>
            </p:spPr>
          </p:sp>
          <p:sp>
            <p:nvSpPr>
              <p:cNvPr id="82" name="four:scalar-input:grid-cell:82">
                <a:extLst>
                  <a:ext uri="{FF2B5EF4-FFF2-40B4-BE49-F238E27FC236}">
                    <ns2:creationId id="{A97FCA0E-59AB-4B40-8A0B-3B5D95985B0A}"/>
                  </a:ext>
                </a:extLst>
              </p:cNvPr>
              <p:cNvSpPr>
                <a:spLocks noGrp="1"/>
              </p:cNvSpPr>
              <p:nvPr/>
            </p:nvSpPr>
            <p:spPr>
              <a:xfrm>
                <a:off x="990600" y="2209800"/>
                <a:ext cx="104966" cy="104966"/>
              </a:xfrm>
              <a:prstGeom prst="rect">
                <a:avLst/>
              </a:prstGeom>
              <a:solidFill>
                <a:srgbClr val="D4B4CC"/>
              </a:solidFill>
              <a:ln w="0">
                <a:noFill/>
                <a:prstDash val="solid"/>
              </a:ln>
            </p:spPr>
          </p:sp>
          <p:sp>
            <p:nvSpPr>
              <p:cNvPr id="83" name="four:scalar-input:grid-cell:83">
                <a:extLst>
                  <a:ext uri="{FF2B5EF4-FFF2-40B4-BE49-F238E27FC236}">
                    <ns2:creationId id="{93A550E2-3D5F-4827-938A-91649188F74C}"/>
                  </a:ext>
                </a:extLst>
              </p:cNvPr>
              <p:cNvSpPr>
                <a:spLocks noGrp="1"/>
              </p:cNvSpPr>
              <p:nvPr/>
            </p:nvSpPr>
            <p:spPr>
              <a:xfrm>
                <a:off x="1095375" y="2209800"/>
                <a:ext cx="104966" cy="104966"/>
              </a:xfrm>
              <a:prstGeom prst="rect">
                <a:avLst/>
              </a:prstGeom>
              <a:solidFill>
                <a:srgbClr val="D4B4CC"/>
              </a:solidFill>
              <a:ln w="0">
                <a:noFill/>
                <a:prstDash val="solid"/>
              </a:ln>
            </p:spPr>
          </p:sp>
          <p:sp>
            <p:nvSpPr>
              <p:cNvPr id="84" name="four:scalar-input:grid-cell:84">
                <a:extLst>
                  <a:ext uri="{FF2B5EF4-FFF2-40B4-BE49-F238E27FC236}">
                    <ns2:creationId id="{0C406423-CB08-4897-A899-5B5F50F1B53E}"/>
                  </a:ext>
                </a:extLst>
              </p:cNvPr>
              <p:cNvSpPr>
                <a:spLocks noGrp="1"/>
              </p:cNvSpPr>
              <p:nvPr/>
            </p:nvSpPr>
            <p:spPr>
              <a:xfrm>
                <a:off x="1200150" y="2209800"/>
                <a:ext cx="104966" cy="104966"/>
              </a:xfrm>
              <a:prstGeom prst="rect">
                <a:avLst/>
              </a:prstGeom>
              <a:solidFill>
                <a:srgbClr val="D4B4CC"/>
              </a:solidFill>
              <a:ln w="0">
                <a:noFill/>
                <a:prstDash val="solid"/>
              </a:ln>
            </p:spPr>
          </p:sp>
          <p:sp>
            <p:nvSpPr>
              <p:cNvPr id="85" name="four:scalar-input:grid-cell:85">
                <a:extLst>
                  <a:ext uri="{FF2B5EF4-FFF2-40B4-BE49-F238E27FC236}">
                    <ns2:creationId id="{A50188E0-08C8-4BF1-9BEA-67613B23130B}"/>
                  </a:ext>
                </a:extLst>
              </p:cNvPr>
              <p:cNvSpPr>
                <a:spLocks noGrp="1"/>
              </p:cNvSpPr>
              <p:nvPr/>
            </p:nvSpPr>
            <p:spPr>
              <a:xfrm>
                <a:off x="1304925" y="2209800"/>
                <a:ext cx="104966" cy="104966"/>
              </a:xfrm>
              <a:prstGeom prst="rect">
                <a:avLst/>
              </a:prstGeom>
              <a:solidFill>
                <a:srgbClr val="D4B4CC"/>
              </a:solidFill>
              <a:ln w="0">
                <a:noFill/>
                <a:prstDash val="solid"/>
              </a:ln>
            </p:spPr>
          </p:sp>
          <p:sp>
            <p:nvSpPr>
              <p:cNvPr id="86" name="four:scalar-input:grid-cell:86">
                <a:extLst>
                  <a:ext uri="{FF2B5EF4-FFF2-40B4-BE49-F238E27FC236}">
                    <ns2:creationId id="{5F65C375-A044-4D20-8DC4-586236905523}"/>
                  </a:ext>
                </a:extLst>
              </p:cNvPr>
              <p:cNvSpPr>
                <a:spLocks noGrp="1"/>
              </p:cNvSpPr>
              <p:nvPr/>
            </p:nvSpPr>
            <p:spPr>
              <a:xfrm>
                <a:off x="1409700" y="2209800"/>
                <a:ext cx="104966" cy="104966"/>
              </a:xfrm>
              <a:prstGeom prst="rect">
                <a:avLst/>
              </a:prstGeom>
              <a:solidFill>
                <a:srgbClr val="CC79A7"/>
              </a:solidFill>
              <a:ln w="0">
                <a:noFill/>
                <a:prstDash val="solid"/>
              </a:ln>
            </p:spPr>
          </p:sp>
          <p:sp>
            <p:nvSpPr>
              <p:cNvPr id="87" name="four:scalar-input:grid-cell:87">
                <a:extLst>
                  <a:ext uri="{FF2B5EF4-FFF2-40B4-BE49-F238E27FC236}">
                    <ns2:creationId id="{8F70C817-AEDF-4944-9135-2BF5CB220661}"/>
                  </a:ext>
                </a:extLst>
              </p:cNvPr>
              <p:cNvSpPr>
                <a:spLocks noGrp="1"/>
              </p:cNvSpPr>
              <p:nvPr/>
            </p:nvSpPr>
            <p:spPr>
              <a:xfrm>
                <a:off x="1514475" y="2209800"/>
                <a:ext cx="104966" cy="104966"/>
              </a:xfrm>
              <a:prstGeom prst="rect">
                <a:avLst/>
              </a:prstGeom>
              <a:solidFill>
                <a:srgbClr val="CC79A7"/>
              </a:solidFill>
              <a:ln w="0">
                <a:noFill/>
                <a:prstDash val="solid"/>
              </a:ln>
            </p:spPr>
          </p:sp>
          <p:sp>
            <p:nvSpPr>
              <p:cNvPr id="88" name="four:scalar-input:grid-cell:88">
                <a:extLst>
                  <a:ext uri="{FF2B5EF4-FFF2-40B4-BE49-F238E27FC236}">
                    <ns2:creationId id="{D0388449-BDCC-4559-AEF5-C250D39A2343}"/>
                  </a:ext>
                </a:extLst>
              </p:cNvPr>
              <p:cNvSpPr>
                <a:spLocks noGrp="1"/>
              </p:cNvSpPr>
              <p:nvPr/>
            </p:nvSpPr>
            <p:spPr>
              <a:xfrm>
                <a:off x="1619250" y="2209800"/>
                <a:ext cx="104966" cy="104966"/>
              </a:xfrm>
              <a:prstGeom prst="rect">
                <a:avLst/>
              </a:prstGeom>
              <a:solidFill>
                <a:srgbClr val="CC79A7"/>
              </a:solidFill>
              <a:ln w="0">
                <a:noFill/>
                <a:prstDash val="solid"/>
              </a:ln>
            </p:spPr>
          </p:sp>
          <p:sp>
            <p:nvSpPr>
              <p:cNvPr id="89" name="four:scalar-input:grid-cell:89">
                <a:extLst>
                  <a:ext uri="{FF2B5EF4-FFF2-40B4-BE49-F238E27FC236}">
                    <ns2:creationId id="{2807703C-DFDA-40D6-840D-C50E5A8AEAA6}"/>
                  </a:ext>
                </a:extLst>
              </p:cNvPr>
              <p:cNvSpPr>
                <a:spLocks noGrp="1"/>
              </p:cNvSpPr>
              <p:nvPr/>
            </p:nvSpPr>
            <p:spPr>
              <a:xfrm>
                <a:off x="1724025" y="2209800"/>
                <a:ext cx="104966" cy="104966"/>
              </a:xfrm>
              <a:prstGeom prst="rect">
                <a:avLst/>
              </a:prstGeom>
              <a:solidFill>
                <a:srgbClr val="CC79A7"/>
              </a:solidFill>
              <a:ln w="0">
                <a:noFill/>
                <a:prstDash val="solid"/>
              </a:ln>
            </p:spPr>
          </p:sp>
          <p:sp>
            <p:nvSpPr>
              <p:cNvPr id="90" name="four:scalar-input:grid-cell:90">
                <a:extLst>
                  <a:ext uri="{FF2B5EF4-FFF2-40B4-BE49-F238E27FC236}">
                    <ns2:creationId id="{40574541-CD43-46FC-96B7-BAC869042ACC}"/>
                  </a:ext>
                </a:extLst>
              </p:cNvPr>
              <p:cNvSpPr>
                <a:spLocks noGrp="1"/>
              </p:cNvSpPr>
              <p:nvPr/>
            </p:nvSpPr>
            <p:spPr>
              <a:xfrm>
                <a:off x="1828800" y="2209800"/>
                <a:ext cx="104966" cy="104966"/>
              </a:xfrm>
              <a:prstGeom prst="rect">
                <a:avLst/>
              </a:prstGeom>
              <a:solidFill>
                <a:srgbClr val="CC79A7"/>
              </a:solidFill>
              <a:ln w="0">
                <a:noFill/>
                <a:prstDash val="solid"/>
              </a:ln>
            </p:spPr>
          </p:sp>
          <p:sp>
            <p:nvSpPr>
              <p:cNvPr id="91" name="four:scalar-input:grid-cell:91">
                <a:extLst>
                  <a:ext uri="{FF2B5EF4-FFF2-40B4-BE49-F238E27FC236}">
                    <ns2:creationId id="{8E94FF7B-8CF0-4F7E-9BB5-97FF4C010DD3}"/>
                  </a:ext>
                </a:extLst>
              </p:cNvPr>
              <p:cNvSpPr>
                <a:spLocks noGrp="1"/>
              </p:cNvSpPr>
              <p:nvPr/>
            </p:nvSpPr>
            <p:spPr>
              <a:xfrm>
                <a:off x="1933575" y="2209800"/>
                <a:ext cx="104966" cy="104966"/>
              </a:xfrm>
              <a:prstGeom prst="rect">
                <a:avLst/>
              </a:prstGeom>
              <a:solidFill>
                <a:srgbClr val="CC79A7"/>
              </a:solidFill>
              <a:ln w="0">
                <a:noFill/>
                <a:prstDash val="solid"/>
              </a:ln>
            </p:spPr>
          </p:sp>
          <p:sp>
            <p:nvSpPr>
              <p:cNvPr id="92" name="four:scalar-input:grid-cell:92">
                <a:extLst>
                  <a:ext uri="{FF2B5EF4-FFF2-40B4-BE49-F238E27FC236}">
                    <ns2:creationId id="{F765238E-0C63-46F9-8B20-0AD9E5CEFE76}"/>
                  </a:ext>
                </a:extLst>
              </p:cNvPr>
              <p:cNvSpPr>
                <a:spLocks noGrp="1"/>
              </p:cNvSpPr>
              <p:nvPr/>
            </p:nvSpPr>
            <p:spPr>
              <a:xfrm>
                <a:off x="2038350" y="2209800"/>
                <a:ext cx="104966" cy="104966"/>
              </a:xfrm>
              <a:prstGeom prst="rect">
                <a:avLst/>
              </a:prstGeom>
              <a:solidFill>
                <a:srgbClr val="CC79A7"/>
              </a:solidFill>
              <a:ln w="0">
                <a:noFill/>
                <a:prstDash val="solid"/>
              </a:ln>
            </p:spPr>
          </p:sp>
          <p:sp>
            <p:nvSpPr>
              <p:cNvPr id="93" name="four:scalar-input:grid-cell:93">
                <a:extLst>
                  <a:ext uri="{FF2B5EF4-FFF2-40B4-BE49-F238E27FC236}">
                    <ns2:creationId id="{157B7D03-A1AD-4F03-BDEA-31CC64B4216B}"/>
                  </a:ext>
                </a:extLst>
              </p:cNvPr>
              <p:cNvSpPr>
                <a:spLocks noGrp="1"/>
              </p:cNvSpPr>
              <p:nvPr/>
            </p:nvSpPr>
            <p:spPr>
              <a:xfrm>
                <a:off x="2143125" y="2209800"/>
                <a:ext cx="104966" cy="104966"/>
              </a:xfrm>
              <a:prstGeom prst="rect">
                <a:avLst/>
              </a:prstGeom>
              <a:solidFill>
                <a:srgbClr val="CC79A7"/>
              </a:solidFill>
              <a:ln w="0">
                <a:noFill/>
                <a:prstDash val="solid"/>
              </a:ln>
            </p:spPr>
          </p:sp>
          <p:sp>
            <p:nvSpPr>
              <p:cNvPr id="94" name="four:scalar-input:grid-cell:94">
                <a:extLst>
                  <a:ext uri="{FF2B5EF4-FFF2-40B4-BE49-F238E27FC236}">
                    <ns2:creationId id="{1A04BBF8-D5C9-4385-AAFD-F3AAE7841D56}"/>
                  </a:ext>
                </a:extLst>
              </p:cNvPr>
              <p:cNvSpPr>
                <a:spLocks noGrp="1"/>
              </p:cNvSpPr>
              <p:nvPr/>
            </p:nvSpPr>
            <p:spPr>
              <a:xfrm>
                <a:off x="2247900" y="2209800"/>
                <a:ext cx="104966" cy="104966"/>
              </a:xfrm>
              <a:prstGeom prst="rect">
                <a:avLst/>
              </a:prstGeom>
              <a:solidFill>
                <a:srgbClr val="CC79A7"/>
              </a:solidFill>
              <a:ln w="0">
                <a:noFill/>
                <a:prstDash val="solid"/>
              </a:ln>
            </p:spPr>
          </p:sp>
          <p:sp>
            <p:nvSpPr>
              <p:cNvPr id="95" name="four:scalar-input:grid-cell:95">
                <a:extLst>
                  <a:ext uri="{FF2B5EF4-FFF2-40B4-BE49-F238E27FC236}">
                    <ns2:creationId id="{62ECE1F3-DA21-4841-9F8B-3A5DF4C11D2E}"/>
                  </a:ext>
                </a:extLst>
              </p:cNvPr>
              <p:cNvSpPr>
                <a:spLocks noGrp="1"/>
              </p:cNvSpPr>
              <p:nvPr/>
            </p:nvSpPr>
            <p:spPr>
              <a:xfrm>
                <a:off x="2352675" y="2209800"/>
                <a:ext cx="104966" cy="104966"/>
              </a:xfrm>
              <a:prstGeom prst="rect">
                <a:avLst/>
              </a:prstGeom>
              <a:solidFill>
                <a:srgbClr val="CC79A7"/>
              </a:solidFill>
              <a:ln w="0">
                <a:noFill/>
                <a:prstDash val="solid"/>
              </a:ln>
            </p:spPr>
          </p:sp>
          <p:sp>
            <p:nvSpPr>
              <p:cNvPr id="96" name="four:scalar-input:grid-cell:96">
                <a:extLst>
                  <a:ext uri="{FF2B5EF4-FFF2-40B4-BE49-F238E27FC236}">
                    <ns2:creationId id="{390BE238-CC70-443D-B8C0-C625F7F6771F}"/>
                  </a:ext>
                </a:extLst>
              </p:cNvPr>
              <p:cNvSpPr>
                <a:spLocks noGrp="1"/>
              </p:cNvSpPr>
              <p:nvPr/>
            </p:nvSpPr>
            <p:spPr>
              <a:xfrm>
                <a:off x="361950" y="2314575"/>
                <a:ext cx="104966" cy="104966"/>
              </a:xfrm>
              <a:prstGeom prst="rect">
                <a:avLst/>
              </a:prstGeom>
              <a:solidFill>
                <a:srgbClr val="D4B4CC"/>
              </a:solidFill>
              <a:ln w="0">
                <a:noFill/>
                <a:prstDash val="solid"/>
              </a:ln>
            </p:spPr>
          </p:sp>
          <p:sp>
            <p:nvSpPr>
              <p:cNvPr id="97" name="four:scalar-input:grid-cell:97">
                <a:extLst>
                  <a:ext uri="{FF2B5EF4-FFF2-40B4-BE49-F238E27FC236}">
                    <ns2:creationId id="{7FB055A8-8688-4AB4-9812-20275DBE9271}"/>
                  </a:ext>
                </a:extLst>
              </p:cNvPr>
              <p:cNvSpPr>
                <a:spLocks noGrp="1"/>
              </p:cNvSpPr>
              <p:nvPr/>
            </p:nvSpPr>
            <p:spPr>
              <a:xfrm>
                <a:off x="466725" y="2314575"/>
                <a:ext cx="104966" cy="104966"/>
              </a:xfrm>
              <a:prstGeom prst="rect">
                <a:avLst/>
              </a:prstGeom>
              <a:solidFill>
                <a:srgbClr val="D4B4CC"/>
              </a:solidFill>
              <a:ln w="0">
                <a:noFill/>
                <a:prstDash val="solid"/>
              </a:ln>
            </p:spPr>
          </p:sp>
          <p:sp>
            <p:nvSpPr>
              <p:cNvPr id="98" name="four:scalar-input:grid-cell:98">
                <a:extLst>
                  <a:ext uri="{FF2B5EF4-FFF2-40B4-BE49-F238E27FC236}">
                    <ns2:creationId id="{54C073E4-E43D-4BD2-A98A-FBFE4E7DD10A}"/>
                  </a:ext>
                </a:extLst>
              </p:cNvPr>
              <p:cNvSpPr>
                <a:spLocks noGrp="1"/>
              </p:cNvSpPr>
              <p:nvPr/>
            </p:nvSpPr>
            <p:spPr>
              <a:xfrm>
                <a:off x="571500" y="2314575"/>
                <a:ext cx="104966" cy="104966"/>
              </a:xfrm>
              <a:prstGeom prst="rect">
                <a:avLst/>
              </a:prstGeom>
              <a:solidFill>
                <a:srgbClr val="D4B4CC"/>
              </a:solidFill>
              <a:ln w="0">
                <a:noFill/>
                <a:prstDash val="solid"/>
              </a:ln>
            </p:spPr>
          </p:sp>
          <p:sp>
            <p:nvSpPr>
              <p:cNvPr id="99" name="four:scalar-input:grid-cell:99">
                <a:extLst>
                  <a:ext uri="{FF2B5EF4-FFF2-40B4-BE49-F238E27FC236}">
                    <ns2:creationId id="{76CE0305-CC60-4A2A-A310-3D45F8084C27}"/>
                  </a:ext>
                </a:extLst>
              </p:cNvPr>
              <p:cNvSpPr>
                <a:spLocks noGrp="1"/>
              </p:cNvSpPr>
              <p:nvPr/>
            </p:nvSpPr>
            <p:spPr>
              <a:xfrm>
                <a:off x="676275" y="2314575"/>
                <a:ext cx="104966" cy="104966"/>
              </a:xfrm>
              <a:prstGeom prst="rect">
                <a:avLst/>
              </a:prstGeom>
              <a:solidFill>
                <a:srgbClr val="D4B4CC"/>
              </a:solidFill>
              <a:ln w="0">
                <a:noFill/>
                <a:prstDash val="solid"/>
              </a:ln>
            </p:spPr>
          </p:sp>
          <p:sp>
            <p:nvSpPr>
              <p:cNvPr id="100" name="four:scalar-input:grid-cell:100">
                <a:extLst>
                  <a:ext uri="{FF2B5EF4-FFF2-40B4-BE49-F238E27FC236}">
                    <ns2:creationId id="{40E36A69-98B5-4D8C-956D-FACE53DA7FDD}"/>
                  </a:ext>
                </a:extLst>
              </p:cNvPr>
              <p:cNvSpPr>
                <a:spLocks noGrp="1"/>
              </p:cNvSpPr>
              <p:nvPr/>
            </p:nvSpPr>
            <p:spPr>
              <a:xfrm>
                <a:off x="781050" y="2314575"/>
                <a:ext cx="104966" cy="104966"/>
              </a:xfrm>
              <a:prstGeom prst="rect">
                <a:avLst/>
              </a:prstGeom>
              <a:solidFill>
                <a:srgbClr val="D4B4CC"/>
              </a:solidFill>
              <a:ln w="0">
                <a:noFill/>
                <a:prstDash val="solid"/>
              </a:ln>
            </p:spPr>
          </p:sp>
          <p:sp>
            <p:nvSpPr>
              <p:cNvPr id="101" name="four:scalar-input:grid-cell:101">
                <a:extLst>
                  <a:ext uri="{FF2B5EF4-FFF2-40B4-BE49-F238E27FC236}">
                    <ns2:creationId id="{EF355DE3-94DB-4483-9464-45BAAA0372DB}"/>
                  </a:ext>
                </a:extLst>
              </p:cNvPr>
              <p:cNvSpPr>
                <a:spLocks noGrp="1"/>
              </p:cNvSpPr>
              <p:nvPr/>
            </p:nvSpPr>
            <p:spPr>
              <a:xfrm>
                <a:off x="885825" y="2314575"/>
                <a:ext cx="104966" cy="104966"/>
              </a:xfrm>
              <a:prstGeom prst="rect">
                <a:avLst/>
              </a:prstGeom>
              <a:solidFill>
                <a:srgbClr val="D4B4CC"/>
              </a:solidFill>
              <a:ln w="0">
                <a:noFill/>
                <a:prstDash val="solid"/>
              </a:ln>
            </p:spPr>
          </p:sp>
          <p:sp>
            <p:nvSpPr>
              <p:cNvPr id="102" name="four:scalar-input:grid-cell:102">
                <a:extLst>
                  <a:ext uri="{FF2B5EF4-FFF2-40B4-BE49-F238E27FC236}">
                    <ns2:creationId id="{89BEB788-13C8-487B-A107-3FC937356E23}"/>
                  </a:ext>
                </a:extLst>
              </p:cNvPr>
              <p:cNvSpPr>
                <a:spLocks noGrp="1"/>
              </p:cNvSpPr>
              <p:nvPr/>
            </p:nvSpPr>
            <p:spPr>
              <a:xfrm>
                <a:off x="990600" y="2314575"/>
                <a:ext cx="104966" cy="104966"/>
              </a:xfrm>
              <a:prstGeom prst="rect">
                <a:avLst/>
              </a:prstGeom>
              <a:solidFill>
                <a:srgbClr val="D4B4CC"/>
              </a:solidFill>
              <a:ln w="0">
                <a:noFill/>
                <a:prstDash val="solid"/>
              </a:ln>
            </p:spPr>
          </p:sp>
          <p:sp>
            <p:nvSpPr>
              <p:cNvPr id="103" name="four:scalar-input:grid-cell:103">
                <a:extLst>
                  <a:ext uri="{FF2B5EF4-FFF2-40B4-BE49-F238E27FC236}">
                    <ns2:creationId id="{CE3CFC4A-05FE-45BB-B412-2A619DF608AF}"/>
                  </a:ext>
                </a:extLst>
              </p:cNvPr>
              <p:cNvSpPr>
                <a:spLocks noGrp="1"/>
              </p:cNvSpPr>
              <p:nvPr/>
            </p:nvSpPr>
            <p:spPr>
              <a:xfrm>
                <a:off x="1095375" y="2314575"/>
                <a:ext cx="104966" cy="104966"/>
              </a:xfrm>
              <a:prstGeom prst="rect">
                <a:avLst/>
              </a:prstGeom>
              <a:solidFill>
                <a:srgbClr val="D4B4CC"/>
              </a:solidFill>
              <a:ln w="0">
                <a:noFill/>
                <a:prstDash val="solid"/>
              </a:ln>
            </p:spPr>
          </p:sp>
          <p:sp>
            <p:nvSpPr>
              <p:cNvPr id="104" name="four:scalar-input:grid-cell:104">
                <a:extLst>
                  <a:ext uri="{FF2B5EF4-FFF2-40B4-BE49-F238E27FC236}">
                    <ns2:creationId id="{3A4FE884-5C81-462D-B8DB-39F16842E0BF}"/>
                  </a:ext>
                </a:extLst>
              </p:cNvPr>
              <p:cNvSpPr>
                <a:spLocks noGrp="1"/>
              </p:cNvSpPr>
              <p:nvPr/>
            </p:nvSpPr>
            <p:spPr>
              <a:xfrm>
                <a:off x="1200150" y="2314575"/>
                <a:ext cx="104966" cy="104966"/>
              </a:xfrm>
              <a:prstGeom prst="rect">
                <a:avLst/>
              </a:prstGeom>
              <a:solidFill>
                <a:srgbClr val="D4B4CC"/>
              </a:solidFill>
              <a:ln w="0">
                <a:noFill/>
                <a:prstDash val="solid"/>
              </a:ln>
            </p:spPr>
          </p:sp>
          <p:sp>
            <p:nvSpPr>
              <p:cNvPr id="105" name="four:scalar-input:grid-cell:105">
                <a:extLst>
                  <a:ext uri="{FF2B5EF4-FFF2-40B4-BE49-F238E27FC236}">
                    <ns2:creationId id="{17B5107B-A6E8-43E3-A76C-BC5BF050FB12}"/>
                  </a:ext>
                </a:extLst>
              </p:cNvPr>
              <p:cNvSpPr>
                <a:spLocks noGrp="1"/>
              </p:cNvSpPr>
              <p:nvPr/>
            </p:nvSpPr>
            <p:spPr>
              <a:xfrm>
                <a:off x="1304925" y="2314575"/>
                <a:ext cx="104966" cy="104966"/>
              </a:xfrm>
              <a:prstGeom prst="rect">
                <a:avLst/>
              </a:prstGeom>
              <a:solidFill>
                <a:srgbClr val="CC79A7"/>
              </a:solidFill>
              <a:ln w="0">
                <a:noFill/>
                <a:prstDash val="solid"/>
              </a:ln>
            </p:spPr>
          </p:sp>
          <p:sp>
            <p:nvSpPr>
              <p:cNvPr id="106" name="four:scalar-input:grid-cell:106">
                <a:extLst>
                  <a:ext uri="{FF2B5EF4-FFF2-40B4-BE49-F238E27FC236}">
                    <ns2:creationId id="{A9DAF25A-F1A2-4309-A949-E8B669DD9173}"/>
                  </a:ext>
                </a:extLst>
              </p:cNvPr>
              <p:cNvSpPr>
                <a:spLocks noGrp="1"/>
              </p:cNvSpPr>
              <p:nvPr/>
            </p:nvSpPr>
            <p:spPr>
              <a:xfrm>
                <a:off x="1409700" y="2314575"/>
                <a:ext cx="104966" cy="104966"/>
              </a:xfrm>
              <a:prstGeom prst="rect">
                <a:avLst/>
              </a:prstGeom>
              <a:solidFill>
                <a:srgbClr val="CC79A7"/>
              </a:solidFill>
              <a:ln w="0">
                <a:noFill/>
                <a:prstDash val="solid"/>
              </a:ln>
            </p:spPr>
          </p:sp>
          <p:sp>
            <p:nvSpPr>
              <p:cNvPr id="107" name="four:scalar-input:grid-cell:107">
                <a:extLst>
                  <a:ext uri="{FF2B5EF4-FFF2-40B4-BE49-F238E27FC236}">
                    <ns2:creationId id="{82D07F67-83D8-4234-ACA9-3655DA97E1F2}"/>
                  </a:ext>
                </a:extLst>
              </p:cNvPr>
              <p:cNvSpPr>
                <a:spLocks noGrp="1"/>
              </p:cNvSpPr>
              <p:nvPr/>
            </p:nvSpPr>
            <p:spPr>
              <a:xfrm>
                <a:off x="1514475" y="2314575"/>
                <a:ext cx="104966" cy="104966"/>
              </a:xfrm>
              <a:prstGeom prst="rect">
                <a:avLst/>
              </a:prstGeom>
              <a:solidFill>
                <a:srgbClr val="CC79A7"/>
              </a:solidFill>
              <a:ln w="0">
                <a:noFill/>
                <a:prstDash val="solid"/>
              </a:ln>
            </p:spPr>
          </p:sp>
          <p:sp>
            <p:nvSpPr>
              <p:cNvPr id="108" name="four:scalar-input:grid-cell:108">
                <a:extLst>
                  <a:ext uri="{FF2B5EF4-FFF2-40B4-BE49-F238E27FC236}">
                    <ns2:creationId id="{E1B29D21-A5D3-43AD-9AFB-14996B6E8620}"/>
                  </a:ext>
                </a:extLst>
              </p:cNvPr>
              <p:cNvSpPr>
                <a:spLocks noGrp="1"/>
              </p:cNvSpPr>
              <p:nvPr/>
            </p:nvSpPr>
            <p:spPr>
              <a:xfrm>
                <a:off x="1619250" y="2314575"/>
                <a:ext cx="104966" cy="104966"/>
              </a:xfrm>
              <a:prstGeom prst="rect">
                <a:avLst/>
              </a:prstGeom>
              <a:solidFill>
                <a:srgbClr val="CC79A7"/>
              </a:solidFill>
              <a:ln w="0">
                <a:noFill/>
                <a:prstDash val="solid"/>
              </a:ln>
            </p:spPr>
          </p:sp>
          <p:sp>
            <p:nvSpPr>
              <p:cNvPr id="109" name="four:scalar-input:grid-cell:109">
                <a:extLst>
                  <a:ext uri="{FF2B5EF4-FFF2-40B4-BE49-F238E27FC236}">
                    <ns2:creationId id="{399CC447-AF42-4253-9ACA-8C6E5BC97D74}"/>
                  </a:ext>
                </a:extLst>
              </p:cNvPr>
              <p:cNvSpPr>
                <a:spLocks noGrp="1"/>
              </p:cNvSpPr>
              <p:nvPr/>
            </p:nvSpPr>
            <p:spPr>
              <a:xfrm>
                <a:off x="1724025" y="2314575"/>
                <a:ext cx="104966" cy="104966"/>
              </a:xfrm>
              <a:prstGeom prst="rect">
                <a:avLst/>
              </a:prstGeom>
              <a:solidFill>
                <a:srgbClr val="CC79A7"/>
              </a:solidFill>
              <a:ln w="0">
                <a:noFill/>
                <a:prstDash val="solid"/>
              </a:ln>
            </p:spPr>
          </p:sp>
          <p:sp>
            <p:nvSpPr>
              <p:cNvPr id="110" name="four:scalar-input:grid-cell:110">
                <a:extLst>
                  <a:ext uri="{FF2B5EF4-FFF2-40B4-BE49-F238E27FC236}">
                    <ns2:creationId id="{D2AACD00-4EA2-4293-AA19-CE4A42E70A32}"/>
                  </a:ext>
                </a:extLst>
              </p:cNvPr>
              <p:cNvSpPr>
                <a:spLocks noGrp="1"/>
              </p:cNvSpPr>
              <p:nvPr/>
            </p:nvSpPr>
            <p:spPr>
              <a:xfrm>
                <a:off x="1828800" y="2314575"/>
                <a:ext cx="104966" cy="104966"/>
              </a:xfrm>
              <a:prstGeom prst="rect">
                <a:avLst/>
              </a:prstGeom>
              <a:solidFill>
                <a:srgbClr val="CC79A7"/>
              </a:solidFill>
              <a:ln w="0">
                <a:noFill/>
                <a:prstDash val="solid"/>
              </a:ln>
            </p:spPr>
          </p:sp>
          <p:sp>
            <p:nvSpPr>
              <p:cNvPr id="111" name="four:scalar-input:grid-cell:111">
                <a:extLst>
                  <a:ext uri="{FF2B5EF4-FFF2-40B4-BE49-F238E27FC236}">
                    <ns2:creationId id="{F9AB3C4A-49FD-4664-B957-6330B2A2C8BB}"/>
                  </a:ext>
                </a:extLst>
              </p:cNvPr>
              <p:cNvSpPr>
                <a:spLocks noGrp="1"/>
              </p:cNvSpPr>
              <p:nvPr/>
            </p:nvSpPr>
            <p:spPr>
              <a:xfrm>
                <a:off x="1933575" y="2314575"/>
                <a:ext cx="104966" cy="104966"/>
              </a:xfrm>
              <a:prstGeom prst="rect">
                <a:avLst/>
              </a:prstGeom>
              <a:solidFill>
                <a:srgbClr val="CC79A7"/>
              </a:solidFill>
              <a:ln w="0">
                <a:noFill/>
                <a:prstDash val="solid"/>
              </a:ln>
            </p:spPr>
          </p:sp>
          <p:sp>
            <p:nvSpPr>
              <p:cNvPr id="112" name="four:scalar-input:grid-cell:112">
                <a:extLst>
                  <a:ext uri="{FF2B5EF4-FFF2-40B4-BE49-F238E27FC236}">
                    <ns2:creationId id="{2A97C49E-E1AE-435D-9EC6-550E02AE7F3E}"/>
                  </a:ext>
                </a:extLst>
              </p:cNvPr>
              <p:cNvSpPr>
                <a:spLocks noGrp="1"/>
              </p:cNvSpPr>
              <p:nvPr/>
            </p:nvSpPr>
            <p:spPr>
              <a:xfrm>
                <a:off x="2038350" y="2314575"/>
                <a:ext cx="104966" cy="104966"/>
              </a:xfrm>
              <a:prstGeom prst="rect">
                <a:avLst/>
              </a:prstGeom>
              <a:solidFill>
                <a:srgbClr val="CC79A7"/>
              </a:solidFill>
              <a:ln w="0">
                <a:noFill/>
                <a:prstDash val="solid"/>
              </a:ln>
            </p:spPr>
          </p:sp>
          <p:sp>
            <p:nvSpPr>
              <p:cNvPr id="113" name="four:scalar-input:grid-cell:113">
                <a:extLst>
                  <a:ext uri="{FF2B5EF4-FFF2-40B4-BE49-F238E27FC236}">
                    <ns2:creationId id="{57650AC7-487E-46C3-A1A8-F6E57A6D297D}"/>
                  </a:ext>
                </a:extLst>
              </p:cNvPr>
              <p:cNvSpPr>
                <a:spLocks noGrp="1"/>
              </p:cNvSpPr>
              <p:nvPr/>
            </p:nvSpPr>
            <p:spPr>
              <a:xfrm>
                <a:off x="2143125" y="2314575"/>
                <a:ext cx="104966" cy="104966"/>
              </a:xfrm>
              <a:prstGeom prst="rect">
                <a:avLst/>
              </a:prstGeom>
              <a:solidFill>
                <a:srgbClr val="CC79A7"/>
              </a:solidFill>
              <a:ln w="0">
                <a:noFill/>
                <a:prstDash val="solid"/>
              </a:ln>
            </p:spPr>
          </p:sp>
          <p:sp>
            <p:nvSpPr>
              <p:cNvPr id="114" name="four:scalar-input:grid-cell:114">
                <a:extLst>
                  <a:ext uri="{FF2B5EF4-FFF2-40B4-BE49-F238E27FC236}">
                    <ns2:creationId id="{E36FC381-2F8D-4140-8B6A-57B3BE502646}"/>
                  </a:ext>
                </a:extLst>
              </p:cNvPr>
              <p:cNvSpPr>
                <a:spLocks noGrp="1"/>
              </p:cNvSpPr>
              <p:nvPr/>
            </p:nvSpPr>
            <p:spPr>
              <a:xfrm>
                <a:off x="2247900" y="2314575"/>
                <a:ext cx="104966" cy="104966"/>
              </a:xfrm>
              <a:prstGeom prst="rect">
                <a:avLst/>
              </a:prstGeom>
              <a:solidFill>
                <a:srgbClr val="CC79A7"/>
              </a:solidFill>
              <a:ln w="0">
                <a:noFill/>
                <a:prstDash val="solid"/>
              </a:ln>
            </p:spPr>
          </p:sp>
          <p:sp>
            <p:nvSpPr>
              <p:cNvPr id="115" name="four:scalar-input:grid-cell:115">
                <a:extLst>
                  <a:ext uri="{FF2B5EF4-FFF2-40B4-BE49-F238E27FC236}">
                    <ns2:creationId id="{254CC205-E035-44B1-A555-58704B0E7545}"/>
                  </a:ext>
                </a:extLst>
              </p:cNvPr>
              <p:cNvSpPr>
                <a:spLocks noGrp="1"/>
              </p:cNvSpPr>
              <p:nvPr/>
            </p:nvSpPr>
            <p:spPr>
              <a:xfrm>
                <a:off x="2352675" y="2314575"/>
                <a:ext cx="104966" cy="104966"/>
              </a:xfrm>
              <a:prstGeom prst="rect">
                <a:avLst/>
              </a:prstGeom>
              <a:solidFill>
                <a:srgbClr val="CC79A7"/>
              </a:solidFill>
              <a:ln w="0">
                <a:noFill/>
                <a:prstDash val="solid"/>
              </a:ln>
            </p:spPr>
          </p:sp>
          <p:sp>
            <p:nvSpPr>
              <p:cNvPr id="116" name="four:scalar-input:grid-cell:116">
                <a:extLst>
                  <a:ext uri="{FF2B5EF4-FFF2-40B4-BE49-F238E27FC236}">
                    <ns2:creationId id="{EDFC39D2-6E19-46FA-9F41-9FF5FE1B4BC4}"/>
                  </a:ext>
                </a:extLst>
              </p:cNvPr>
              <p:cNvSpPr>
                <a:spLocks noGrp="1"/>
              </p:cNvSpPr>
              <p:nvPr/>
            </p:nvSpPr>
            <p:spPr>
              <a:xfrm>
                <a:off x="361950" y="2419350"/>
                <a:ext cx="104966" cy="104966"/>
              </a:xfrm>
              <a:prstGeom prst="rect">
                <a:avLst/>
              </a:prstGeom>
              <a:solidFill>
                <a:srgbClr val="D4B4CC"/>
              </a:solidFill>
              <a:ln w="0">
                <a:noFill/>
                <a:prstDash val="solid"/>
              </a:ln>
            </p:spPr>
          </p:sp>
          <p:sp>
            <p:nvSpPr>
              <p:cNvPr id="117" name="four:scalar-input:grid-cell:117">
                <a:extLst>
                  <a:ext uri="{FF2B5EF4-FFF2-40B4-BE49-F238E27FC236}">
                    <ns2:creationId id="{7AA5961E-1EC9-4390-8055-C6906DFCC687}"/>
                  </a:ext>
                </a:extLst>
              </p:cNvPr>
              <p:cNvSpPr>
                <a:spLocks noGrp="1"/>
              </p:cNvSpPr>
              <p:nvPr/>
            </p:nvSpPr>
            <p:spPr>
              <a:xfrm>
                <a:off x="466725" y="2419350"/>
                <a:ext cx="104966" cy="104966"/>
              </a:xfrm>
              <a:prstGeom prst="rect">
                <a:avLst/>
              </a:prstGeom>
              <a:solidFill>
                <a:srgbClr val="D4B4CC"/>
              </a:solidFill>
              <a:ln w="0">
                <a:noFill/>
                <a:prstDash val="solid"/>
              </a:ln>
            </p:spPr>
          </p:sp>
          <p:sp>
            <p:nvSpPr>
              <p:cNvPr id="118" name="four:scalar-input:grid-cell:118">
                <a:extLst>
                  <a:ext uri="{FF2B5EF4-FFF2-40B4-BE49-F238E27FC236}">
                    <ns2:creationId id="{7130E967-86DB-4FC9-B320-2E35EBDE86DF}"/>
                  </a:ext>
                </a:extLst>
              </p:cNvPr>
              <p:cNvSpPr>
                <a:spLocks noGrp="1"/>
              </p:cNvSpPr>
              <p:nvPr/>
            </p:nvSpPr>
            <p:spPr>
              <a:xfrm>
                <a:off x="571500" y="2419350"/>
                <a:ext cx="104966" cy="104966"/>
              </a:xfrm>
              <a:prstGeom prst="rect">
                <a:avLst/>
              </a:prstGeom>
              <a:solidFill>
                <a:srgbClr val="0072B2"/>
              </a:solidFill>
              <a:ln w="0">
                <a:noFill/>
                <a:prstDash val="solid"/>
              </a:ln>
            </p:spPr>
          </p:sp>
          <p:sp>
            <p:nvSpPr>
              <p:cNvPr id="119" name="four:scalar-input:grid-cell:119">
                <a:extLst>
                  <a:ext uri="{FF2B5EF4-FFF2-40B4-BE49-F238E27FC236}">
                    <ns2:creationId id="{89A1DC7F-BD85-4EB2-A677-1BD2EAC0CF76}"/>
                  </a:ext>
                </a:extLst>
              </p:cNvPr>
              <p:cNvSpPr>
                <a:spLocks noGrp="1"/>
              </p:cNvSpPr>
              <p:nvPr/>
            </p:nvSpPr>
            <p:spPr>
              <a:xfrm>
                <a:off x="676275" y="2419350"/>
                <a:ext cx="104966" cy="104966"/>
              </a:xfrm>
              <a:prstGeom prst="rect">
                <a:avLst/>
              </a:prstGeom>
              <a:solidFill>
                <a:srgbClr val="0072B2"/>
              </a:solidFill>
              <a:ln w="0">
                <a:noFill/>
                <a:prstDash val="solid"/>
              </a:ln>
            </p:spPr>
          </p:sp>
          <p:sp>
            <p:nvSpPr>
              <p:cNvPr id="120" name="four:scalar-input:grid-cell:120">
                <a:extLst>
                  <a:ext uri="{FF2B5EF4-FFF2-40B4-BE49-F238E27FC236}">
                    <ns2:creationId id="{6ED05A28-F223-4DE4-BA85-A2414652E607}"/>
                  </a:ext>
                </a:extLst>
              </p:cNvPr>
              <p:cNvSpPr>
                <a:spLocks noGrp="1"/>
              </p:cNvSpPr>
              <p:nvPr/>
            </p:nvSpPr>
            <p:spPr>
              <a:xfrm>
                <a:off x="781050" y="2419350"/>
                <a:ext cx="104966" cy="104966"/>
              </a:xfrm>
              <a:prstGeom prst="rect">
                <a:avLst/>
              </a:prstGeom>
              <a:solidFill>
                <a:srgbClr val="0072B2"/>
              </a:solidFill>
              <a:ln w="0">
                <a:noFill/>
                <a:prstDash val="solid"/>
              </a:ln>
            </p:spPr>
          </p:sp>
          <p:sp>
            <p:nvSpPr>
              <p:cNvPr id="121" name="four:scalar-input:grid-cell:121">
                <a:extLst>
                  <a:ext uri="{FF2B5EF4-FFF2-40B4-BE49-F238E27FC236}">
                    <ns2:creationId id="{AD6BC0B8-D3B4-4344-9E38-D528D68E413B}"/>
                  </a:ext>
                </a:extLst>
              </p:cNvPr>
              <p:cNvSpPr>
                <a:spLocks noGrp="1"/>
              </p:cNvSpPr>
              <p:nvPr/>
            </p:nvSpPr>
            <p:spPr>
              <a:xfrm>
                <a:off x="885825" y="2419350"/>
                <a:ext cx="104966" cy="104966"/>
              </a:xfrm>
              <a:prstGeom prst="rect">
                <a:avLst/>
              </a:prstGeom>
              <a:solidFill>
                <a:srgbClr val="0072B2"/>
              </a:solidFill>
              <a:ln w="0">
                <a:noFill/>
                <a:prstDash val="solid"/>
              </a:ln>
            </p:spPr>
          </p:sp>
          <p:sp>
            <p:nvSpPr>
              <p:cNvPr id="122" name="four:scalar-input:grid-cell:122">
                <a:extLst>
                  <a:ext uri="{FF2B5EF4-FFF2-40B4-BE49-F238E27FC236}">
                    <ns2:creationId id="{424D9DED-FC28-401A-9B88-C0EA468E3307}"/>
                  </a:ext>
                </a:extLst>
              </p:cNvPr>
              <p:cNvSpPr>
                <a:spLocks noGrp="1"/>
              </p:cNvSpPr>
              <p:nvPr/>
            </p:nvSpPr>
            <p:spPr>
              <a:xfrm>
                <a:off x="990600" y="2419350"/>
                <a:ext cx="104966" cy="104966"/>
              </a:xfrm>
              <a:prstGeom prst="rect">
                <a:avLst/>
              </a:prstGeom>
              <a:solidFill>
                <a:srgbClr val="D4B4CC"/>
              </a:solidFill>
              <a:ln w="0">
                <a:noFill/>
                <a:prstDash val="solid"/>
              </a:ln>
            </p:spPr>
          </p:sp>
          <p:sp>
            <p:nvSpPr>
              <p:cNvPr id="123" name="four:scalar-input:grid-cell:123">
                <a:extLst>
                  <a:ext uri="{FF2B5EF4-FFF2-40B4-BE49-F238E27FC236}">
                    <ns2:creationId id="{2329D35A-35AC-47CC-BF67-B1DDF76B340D}"/>
                  </a:ext>
                </a:extLst>
              </p:cNvPr>
              <p:cNvSpPr>
                <a:spLocks noGrp="1"/>
              </p:cNvSpPr>
              <p:nvPr/>
            </p:nvSpPr>
            <p:spPr>
              <a:xfrm>
                <a:off x="1095375" y="2419350"/>
                <a:ext cx="104966" cy="104966"/>
              </a:xfrm>
              <a:prstGeom prst="rect">
                <a:avLst/>
              </a:prstGeom>
              <a:solidFill>
                <a:srgbClr val="D4B4CC"/>
              </a:solidFill>
              <a:ln w="0">
                <a:noFill/>
                <a:prstDash val="solid"/>
              </a:ln>
            </p:spPr>
          </p:sp>
          <p:sp>
            <p:nvSpPr>
              <p:cNvPr id="124" name="four:scalar-input:grid-cell:124">
                <a:extLst>
                  <a:ext uri="{FF2B5EF4-FFF2-40B4-BE49-F238E27FC236}">
                    <ns2:creationId id="{24EFE39E-4BD4-484B-9862-F4B96989F538}"/>
                  </a:ext>
                </a:extLst>
              </p:cNvPr>
              <p:cNvSpPr>
                <a:spLocks noGrp="1"/>
              </p:cNvSpPr>
              <p:nvPr/>
            </p:nvSpPr>
            <p:spPr>
              <a:xfrm>
                <a:off x="1200150" y="2419350"/>
                <a:ext cx="104966" cy="104966"/>
              </a:xfrm>
              <a:prstGeom prst="rect">
                <a:avLst/>
              </a:prstGeom>
              <a:solidFill>
                <a:srgbClr val="CC79A7"/>
              </a:solidFill>
              <a:ln w="0">
                <a:noFill/>
                <a:prstDash val="solid"/>
              </a:ln>
            </p:spPr>
          </p:sp>
          <p:sp>
            <p:nvSpPr>
              <p:cNvPr id="125" name="four:scalar-input:grid-cell:125">
                <a:extLst>
                  <a:ext uri="{FF2B5EF4-FFF2-40B4-BE49-F238E27FC236}">
                    <ns2:creationId id="{A7EF4FD2-39E0-4407-92F4-3243FC3FCF50}"/>
                  </a:ext>
                </a:extLst>
              </p:cNvPr>
              <p:cNvSpPr>
                <a:spLocks noGrp="1"/>
              </p:cNvSpPr>
              <p:nvPr/>
            </p:nvSpPr>
            <p:spPr>
              <a:xfrm>
                <a:off x="1304925" y="2419350"/>
                <a:ext cx="104966" cy="104966"/>
              </a:xfrm>
              <a:prstGeom prst="rect">
                <a:avLst/>
              </a:prstGeom>
              <a:solidFill>
                <a:srgbClr val="CC79A7"/>
              </a:solidFill>
              <a:ln w="0">
                <a:noFill/>
                <a:prstDash val="solid"/>
              </a:ln>
            </p:spPr>
          </p:sp>
          <p:sp>
            <p:nvSpPr>
              <p:cNvPr id="126" name="four:scalar-input:grid-cell:126">
                <a:extLst>
                  <a:ext uri="{FF2B5EF4-FFF2-40B4-BE49-F238E27FC236}">
                    <ns2:creationId id="{6E50179B-0CBB-460F-B50A-53AEE712EE5C}"/>
                  </a:ext>
                </a:extLst>
              </p:cNvPr>
              <p:cNvSpPr>
                <a:spLocks noGrp="1"/>
              </p:cNvSpPr>
              <p:nvPr/>
            </p:nvSpPr>
            <p:spPr>
              <a:xfrm>
                <a:off x="1409700" y="2419350"/>
                <a:ext cx="104966" cy="104966"/>
              </a:xfrm>
              <a:prstGeom prst="rect">
                <a:avLst/>
              </a:prstGeom>
              <a:solidFill>
                <a:srgbClr val="CC79A7"/>
              </a:solidFill>
              <a:ln w="0">
                <a:noFill/>
                <a:prstDash val="solid"/>
              </a:ln>
            </p:spPr>
          </p:sp>
          <p:sp>
            <p:nvSpPr>
              <p:cNvPr id="127" name="four:scalar-input:grid-cell:127">
                <a:extLst>
                  <a:ext uri="{FF2B5EF4-FFF2-40B4-BE49-F238E27FC236}">
                    <ns2:creationId id="{F39F71EA-C7AF-4C7D-996F-7A6645292FE6}"/>
                  </a:ext>
                </a:extLst>
              </p:cNvPr>
              <p:cNvSpPr>
                <a:spLocks noGrp="1"/>
              </p:cNvSpPr>
              <p:nvPr/>
            </p:nvSpPr>
            <p:spPr>
              <a:xfrm>
                <a:off x="1514475" y="2419350"/>
                <a:ext cx="104966" cy="104966"/>
              </a:xfrm>
              <a:prstGeom prst="rect">
                <a:avLst/>
              </a:prstGeom>
              <a:solidFill>
                <a:srgbClr val="CC79A7"/>
              </a:solidFill>
              <a:ln w="0">
                <a:noFill/>
                <a:prstDash val="solid"/>
              </a:ln>
            </p:spPr>
          </p:sp>
          <p:sp>
            <p:nvSpPr>
              <p:cNvPr id="128" name="four:scalar-input:grid-cell:128">
                <a:extLst>
                  <a:ext uri="{FF2B5EF4-FFF2-40B4-BE49-F238E27FC236}">
                    <ns2:creationId id="{986ED279-98A8-4428-87D8-1A4B2C34FEAD}"/>
                  </a:ext>
                </a:extLst>
              </p:cNvPr>
              <p:cNvSpPr>
                <a:spLocks noGrp="1"/>
              </p:cNvSpPr>
              <p:nvPr/>
            </p:nvSpPr>
            <p:spPr>
              <a:xfrm>
                <a:off x="1619250" y="2419350"/>
                <a:ext cx="104966" cy="104966"/>
              </a:xfrm>
              <a:prstGeom prst="rect">
                <a:avLst/>
              </a:prstGeom>
              <a:solidFill>
                <a:srgbClr val="CC79A7"/>
              </a:solidFill>
              <a:ln w="0">
                <a:noFill/>
                <a:prstDash val="solid"/>
              </a:ln>
            </p:spPr>
          </p:sp>
          <p:sp>
            <p:nvSpPr>
              <p:cNvPr id="129" name="four:scalar-input:grid-cell:129">
                <a:extLst>
                  <a:ext uri="{FF2B5EF4-FFF2-40B4-BE49-F238E27FC236}">
                    <ns2:creationId id="{9EA658E5-E577-4C5A-8D11-CFBAD0DBB4CA}"/>
                  </a:ext>
                </a:extLst>
              </p:cNvPr>
              <p:cNvSpPr>
                <a:spLocks noGrp="1"/>
              </p:cNvSpPr>
              <p:nvPr/>
            </p:nvSpPr>
            <p:spPr>
              <a:xfrm>
                <a:off x="1724025" y="2419350"/>
                <a:ext cx="104966" cy="104966"/>
              </a:xfrm>
              <a:prstGeom prst="rect">
                <a:avLst/>
              </a:prstGeom>
              <a:solidFill>
                <a:srgbClr val="CC79A7"/>
              </a:solidFill>
              <a:ln w="0">
                <a:noFill/>
                <a:prstDash val="solid"/>
              </a:ln>
            </p:spPr>
          </p:sp>
          <p:sp>
            <p:nvSpPr>
              <p:cNvPr id="130" name="four:scalar-input:grid-cell:130">
                <a:extLst>
                  <a:ext uri="{FF2B5EF4-FFF2-40B4-BE49-F238E27FC236}">
                    <ns2:creationId id="{739BC15E-45BC-4D41-BE11-B9D1E3DFC650}"/>
                  </a:ext>
                </a:extLst>
              </p:cNvPr>
              <p:cNvSpPr>
                <a:spLocks noGrp="1"/>
              </p:cNvSpPr>
              <p:nvPr/>
            </p:nvSpPr>
            <p:spPr>
              <a:xfrm>
                <a:off x="1828800" y="2419350"/>
                <a:ext cx="104966" cy="104966"/>
              </a:xfrm>
              <a:prstGeom prst="rect">
                <a:avLst/>
              </a:prstGeom>
              <a:solidFill>
                <a:srgbClr val="CC79A7"/>
              </a:solidFill>
              <a:ln w="0">
                <a:noFill/>
                <a:prstDash val="solid"/>
              </a:ln>
            </p:spPr>
          </p:sp>
          <p:sp>
            <p:nvSpPr>
              <p:cNvPr id="131" name="four:scalar-input:grid-cell:131">
                <a:extLst>
                  <a:ext uri="{FF2B5EF4-FFF2-40B4-BE49-F238E27FC236}">
                    <ns2:creationId id="{09744626-9686-48DB-9CAF-54D6F4225D0C}"/>
                  </a:ext>
                </a:extLst>
              </p:cNvPr>
              <p:cNvSpPr>
                <a:spLocks noGrp="1"/>
              </p:cNvSpPr>
              <p:nvPr/>
            </p:nvSpPr>
            <p:spPr>
              <a:xfrm>
                <a:off x="1933575" y="2419350"/>
                <a:ext cx="104966" cy="104966"/>
              </a:xfrm>
              <a:prstGeom prst="rect">
                <a:avLst/>
              </a:prstGeom>
              <a:solidFill>
                <a:srgbClr val="CC79A7"/>
              </a:solidFill>
              <a:ln w="0">
                <a:noFill/>
                <a:prstDash val="solid"/>
              </a:ln>
            </p:spPr>
          </p:sp>
          <p:sp>
            <p:nvSpPr>
              <p:cNvPr id="132" name="four:scalar-input:grid-cell:132">
                <a:extLst>
                  <a:ext uri="{FF2B5EF4-FFF2-40B4-BE49-F238E27FC236}">
                    <ns2:creationId id="{33B1D5CE-3C89-4AD6-8805-74F690B2095E}"/>
                  </a:ext>
                </a:extLst>
              </p:cNvPr>
              <p:cNvSpPr>
                <a:spLocks noGrp="1"/>
              </p:cNvSpPr>
              <p:nvPr/>
            </p:nvSpPr>
            <p:spPr>
              <a:xfrm>
                <a:off x="2038350" y="2419350"/>
                <a:ext cx="104966" cy="104966"/>
              </a:xfrm>
              <a:prstGeom prst="rect">
                <a:avLst/>
              </a:prstGeom>
              <a:solidFill>
                <a:srgbClr val="CC79A7"/>
              </a:solidFill>
              <a:ln w="0">
                <a:noFill/>
                <a:prstDash val="solid"/>
              </a:ln>
            </p:spPr>
          </p:sp>
          <p:sp>
            <p:nvSpPr>
              <p:cNvPr id="133" name="four:scalar-input:grid-cell:133">
                <a:extLst>
                  <a:ext uri="{FF2B5EF4-FFF2-40B4-BE49-F238E27FC236}">
                    <ns2:creationId id="{04BB2E8A-3069-40E4-8C48-7DDD7150F513}"/>
                  </a:ext>
                </a:extLst>
              </p:cNvPr>
              <p:cNvSpPr>
                <a:spLocks noGrp="1"/>
              </p:cNvSpPr>
              <p:nvPr/>
            </p:nvSpPr>
            <p:spPr>
              <a:xfrm>
                <a:off x="2143125" y="2419350"/>
                <a:ext cx="104966" cy="104966"/>
              </a:xfrm>
              <a:prstGeom prst="rect">
                <a:avLst/>
              </a:prstGeom>
              <a:solidFill>
                <a:srgbClr val="CC79A7"/>
              </a:solidFill>
              <a:ln w="0">
                <a:noFill/>
                <a:prstDash val="solid"/>
              </a:ln>
            </p:spPr>
          </p:sp>
          <p:sp>
            <p:nvSpPr>
              <p:cNvPr id="134" name="four:scalar-input:grid-cell:134">
                <a:extLst>
                  <a:ext uri="{FF2B5EF4-FFF2-40B4-BE49-F238E27FC236}">
                    <ns2:creationId id="{C30C2D60-3D70-4C11-846F-E9A851E9C4A0}"/>
                  </a:ext>
                </a:extLst>
              </p:cNvPr>
              <p:cNvSpPr>
                <a:spLocks noGrp="1"/>
              </p:cNvSpPr>
              <p:nvPr/>
            </p:nvSpPr>
            <p:spPr>
              <a:xfrm>
                <a:off x="2247900" y="2419350"/>
                <a:ext cx="104966" cy="104966"/>
              </a:xfrm>
              <a:prstGeom prst="rect">
                <a:avLst/>
              </a:prstGeom>
              <a:solidFill>
                <a:srgbClr val="CC79A7"/>
              </a:solidFill>
              <a:ln w="0">
                <a:noFill/>
                <a:prstDash val="solid"/>
              </a:ln>
            </p:spPr>
          </p:sp>
          <p:sp>
            <p:nvSpPr>
              <p:cNvPr id="135" name="four:scalar-input:grid-cell:135">
                <a:extLst>
                  <a:ext uri="{FF2B5EF4-FFF2-40B4-BE49-F238E27FC236}">
                    <ns2:creationId id="{79B89071-36B2-4186-84C7-9B9C7D10107F}"/>
                  </a:ext>
                </a:extLst>
              </p:cNvPr>
              <p:cNvSpPr>
                <a:spLocks noGrp="1"/>
              </p:cNvSpPr>
              <p:nvPr/>
            </p:nvSpPr>
            <p:spPr>
              <a:xfrm>
                <a:off x="2352675" y="2419350"/>
                <a:ext cx="104966" cy="104966"/>
              </a:xfrm>
              <a:prstGeom prst="rect">
                <a:avLst/>
              </a:prstGeom>
              <a:solidFill>
                <a:srgbClr val="D4B4CC"/>
              </a:solidFill>
              <a:ln w="0">
                <a:noFill/>
                <a:prstDash val="solid"/>
              </a:ln>
            </p:spPr>
          </p:sp>
          <p:sp>
            <p:nvSpPr>
              <p:cNvPr id="136" name="four:scalar-input:grid-cell:136">
                <a:extLst>
                  <a:ext uri="{FF2B5EF4-FFF2-40B4-BE49-F238E27FC236}">
                    <ns2:creationId id="{809FF9FB-8ED3-4EB9-9E5A-B562BD58F5EC}"/>
                  </a:ext>
                </a:extLst>
              </p:cNvPr>
              <p:cNvSpPr>
                <a:spLocks noGrp="1"/>
              </p:cNvSpPr>
              <p:nvPr/>
            </p:nvSpPr>
            <p:spPr>
              <a:xfrm>
                <a:off x="361950" y="2524125"/>
                <a:ext cx="104966" cy="104966"/>
              </a:xfrm>
              <a:prstGeom prst="rect">
                <a:avLst/>
              </a:prstGeom>
              <a:solidFill>
                <a:srgbClr val="D4B4CC"/>
              </a:solidFill>
              <a:ln w="0">
                <a:noFill/>
                <a:prstDash val="solid"/>
              </a:ln>
            </p:spPr>
          </p:sp>
          <p:sp>
            <p:nvSpPr>
              <p:cNvPr id="137" name="four:scalar-input:grid-cell:137">
                <a:extLst>
                  <a:ext uri="{FF2B5EF4-FFF2-40B4-BE49-F238E27FC236}">
                    <ns2:creationId id="{549C9760-77C7-4A9E-A1E3-63910FBF9F41}"/>
                  </a:ext>
                </a:extLst>
              </p:cNvPr>
              <p:cNvSpPr>
                <a:spLocks noGrp="1"/>
              </p:cNvSpPr>
              <p:nvPr/>
            </p:nvSpPr>
            <p:spPr>
              <a:xfrm>
                <a:off x="466725" y="2524125"/>
                <a:ext cx="104966" cy="104966"/>
              </a:xfrm>
              <a:prstGeom prst="rect">
                <a:avLst/>
              </a:prstGeom>
              <a:solidFill>
                <a:srgbClr val="0072B2"/>
              </a:solidFill>
              <a:ln w="0">
                <a:noFill/>
                <a:prstDash val="solid"/>
              </a:ln>
            </p:spPr>
          </p:sp>
          <p:sp>
            <p:nvSpPr>
              <p:cNvPr id="138" name="four:scalar-input:grid-cell:138">
                <a:extLst>
                  <a:ext uri="{FF2B5EF4-FFF2-40B4-BE49-F238E27FC236}">
                    <ns2:creationId id="{26BC7D11-5134-4A32-9DEA-E5F4D9D1826D}"/>
                  </a:ext>
                </a:extLst>
              </p:cNvPr>
              <p:cNvSpPr>
                <a:spLocks noGrp="1"/>
              </p:cNvSpPr>
              <p:nvPr/>
            </p:nvSpPr>
            <p:spPr>
              <a:xfrm>
                <a:off x="571500" y="2524125"/>
                <a:ext cx="104966" cy="104966"/>
              </a:xfrm>
              <a:prstGeom prst="rect">
                <a:avLst/>
              </a:prstGeom>
              <a:solidFill>
                <a:srgbClr val="0072B2"/>
              </a:solidFill>
              <a:ln w="0">
                <a:noFill/>
                <a:prstDash val="solid"/>
              </a:ln>
            </p:spPr>
          </p:sp>
          <p:sp>
            <p:nvSpPr>
              <p:cNvPr id="139" name="four:scalar-input:grid-cell:139">
                <a:extLst>
                  <a:ext uri="{FF2B5EF4-FFF2-40B4-BE49-F238E27FC236}">
                    <ns2:creationId id="{2D22AFA4-88A6-4C9E-BCFC-4FAF0F11F531}"/>
                  </a:ext>
                </a:extLst>
              </p:cNvPr>
              <p:cNvSpPr>
                <a:spLocks noGrp="1"/>
              </p:cNvSpPr>
              <p:nvPr/>
            </p:nvSpPr>
            <p:spPr>
              <a:xfrm>
                <a:off x="676275" y="2524125"/>
                <a:ext cx="104966" cy="104966"/>
              </a:xfrm>
              <a:prstGeom prst="rect">
                <a:avLst/>
              </a:prstGeom>
              <a:solidFill>
                <a:srgbClr val="0072B2"/>
              </a:solidFill>
              <a:ln w="0">
                <a:noFill/>
                <a:prstDash val="solid"/>
              </a:ln>
            </p:spPr>
          </p:sp>
          <p:sp>
            <p:nvSpPr>
              <p:cNvPr id="140" name="four:scalar-input:grid-cell:140">
                <a:extLst>
                  <a:ext uri="{FF2B5EF4-FFF2-40B4-BE49-F238E27FC236}">
                    <ns2:creationId id="{1899B507-C7F5-416A-A8B5-93C9E325259B}"/>
                  </a:ext>
                </a:extLst>
              </p:cNvPr>
              <p:cNvSpPr>
                <a:spLocks noGrp="1"/>
              </p:cNvSpPr>
              <p:nvPr/>
            </p:nvSpPr>
            <p:spPr>
              <a:xfrm>
                <a:off x="781050" y="2524125"/>
                <a:ext cx="104966" cy="104966"/>
              </a:xfrm>
              <a:prstGeom prst="rect">
                <a:avLst/>
              </a:prstGeom>
              <a:solidFill>
                <a:srgbClr val="0072B2"/>
              </a:solidFill>
              <a:ln w="0">
                <a:noFill/>
                <a:prstDash val="solid"/>
              </a:ln>
            </p:spPr>
          </p:sp>
          <p:sp>
            <p:nvSpPr>
              <p:cNvPr id="141" name="four:scalar-input:grid-cell:141">
                <a:extLst>
                  <a:ext uri="{FF2B5EF4-FFF2-40B4-BE49-F238E27FC236}">
                    <ns2:creationId id="{D2B54CA5-669F-4195-B23C-47436505A491}"/>
                  </a:ext>
                </a:extLst>
              </p:cNvPr>
              <p:cNvSpPr>
                <a:spLocks noGrp="1"/>
              </p:cNvSpPr>
              <p:nvPr/>
            </p:nvSpPr>
            <p:spPr>
              <a:xfrm>
                <a:off x="885825" y="2524125"/>
                <a:ext cx="104966" cy="104966"/>
              </a:xfrm>
              <a:prstGeom prst="rect">
                <a:avLst/>
              </a:prstGeom>
              <a:solidFill>
                <a:srgbClr val="0072B2"/>
              </a:solidFill>
              <a:ln w="0">
                <a:noFill/>
                <a:prstDash val="solid"/>
              </a:ln>
            </p:spPr>
          </p:sp>
          <p:sp>
            <p:nvSpPr>
              <p:cNvPr id="142" name="four:scalar-input:grid-cell:142">
                <a:extLst>
                  <a:ext uri="{FF2B5EF4-FFF2-40B4-BE49-F238E27FC236}">
                    <ns2:creationId id="{A108A527-F29B-402C-B68E-D314A7493764}"/>
                  </a:ext>
                </a:extLst>
              </p:cNvPr>
              <p:cNvSpPr>
                <a:spLocks noGrp="1"/>
              </p:cNvSpPr>
              <p:nvPr/>
            </p:nvSpPr>
            <p:spPr>
              <a:xfrm>
                <a:off x="990600" y="2524125"/>
                <a:ext cx="104966" cy="104966"/>
              </a:xfrm>
              <a:prstGeom prst="rect">
                <a:avLst/>
              </a:prstGeom>
              <a:solidFill>
                <a:srgbClr val="0072B2"/>
              </a:solidFill>
              <a:ln w="0">
                <a:noFill/>
                <a:prstDash val="solid"/>
              </a:ln>
            </p:spPr>
          </p:sp>
          <p:sp>
            <p:nvSpPr>
              <p:cNvPr id="143" name="four:scalar-input:grid-cell:143">
                <a:extLst>
                  <a:ext uri="{FF2B5EF4-FFF2-40B4-BE49-F238E27FC236}">
                    <ns2:creationId id="{BDFE608C-C29A-4135-8570-E2D3FF44F58B}"/>
                  </a:ext>
                </a:extLst>
              </p:cNvPr>
              <p:cNvSpPr>
                <a:spLocks noGrp="1"/>
              </p:cNvSpPr>
              <p:nvPr/>
            </p:nvSpPr>
            <p:spPr>
              <a:xfrm>
                <a:off x="1095375" y="2524125"/>
                <a:ext cx="104966" cy="104966"/>
              </a:xfrm>
              <a:prstGeom prst="rect">
                <a:avLst/>
              </a:prstGeom>
              <a:solidFill>
                <a:srgbClr val="D4B4CC"/>
              </a:solidFill>
              <a:ln w="0">
                <a:noFill/>
                <a:prstDash val="solid"/>
              </a:ln>
            </p:spPr>
          </p:sp>
          <p:sp>
            <p:nvSpPr>
              <p:cNvPr id="144" name="four:scalar-input:grid-cell:144">
                <a:extLst>
                  <a:ext uri="{FF2B5EF4-FFF2-40B4-BE49-F238E27FC236}">
                    <ns2:creationId id="{53CC3171-A86C-4142-8BEC-E9443A0DB646}"/>
                  </a:ext>
                </a:extLst>
              </p:cNvPr>
              <p:cNvSpPr>
                <a:spLocks noGrp="1"/>
              </p:cNvSpPr>
              <p:nvPr/>
            </p:nvSpPr>
            <p:spPr>
              <a:xfrm>
                <a:off x="1200150" y="2524125"/>
                <a:ext cx="104966" cy="104966"/>
              </a:xfrm>
              <a:prstGeom prst="rect">
                <a:avLst/>
              </a:prstGeom>
              <a:solidFill>
                <a:srgbClr val="CC79A7"/>
              </a:solidFill>
              <a:ln w="0">
                <a:noFill/>
                <a:prstDash val="solid"/>
              </a:ln>
            </p:spPr>
          </p:sp>
          <p:sp>
            <p:nvSpPr>
              <p:cNvPr id="145" name="four:scalar-input:grid-cell:145">
                <a:extLst>
                  <a:ext uri="{FF2B5EF4-FFF2-40B4-BE49-F238E27FC236}">
                    <ns2:creationId id="{CBDE9386-4310-4135-867D-93B6A957FCF8}"/>
                  </a:ext>
                </a:extLst>
              </p:cNvPr>
              <p:cNvSpPr>
                <a:spLocks noGrp="1"/>
              </p:cNvSpPr>
              <p:nvPr/>
            </p:nvSpPr>
            <p:spPr>
              <a:xfrm>
                <a:off x="1304925" y="2524125"/>
                <a:ext cx="104966" cy="104966"/>
              </a:xfrm>
              <a:prstGeom prst="rect">
                <a:avLst/>
              </a:prstGeom>
              <a:solidFill>
                <a:srgbClr val="CC79A7"/>
              </a:solidFill>
              <a:ln w="0">
                <a:noFill/>
                <a:prstDash val="solid"/>
              </a:ln>
            </p:spPr>
          </p:sp>
          <p:sp>
            <p:nvSpPr>
              <p:cNvPr id="146" name="four:scalar-input:grid-cell:146">
                <a:extLst>
                  <a:ext uri="{FF2B5EF4-FFF2-40B4-BE49-F238E27FC236}">
                    <ns2:creationId id="{FC1750DE-F767-414A-8982-9E33FC320F35}"/>
                  </a:ext>
                </a:extLst>
              </p:cNvPr>
              <p:cNvSpPr>
                <a:spLocks noGrp="1"/>
              </p:cNvSpPr>
              <p:nvPr/>
            </p:nvSpPr>
            <p:spPr>
              <a:xfrm>
                <a:off x="1409700" y="2524125"/>
                <a:ext cx="104966" cy="104966"/>
              </a:xfrm>
              <a:prstGeom prst="rect">
                <a:avLst/>
              </a:prstGeom>
              <a:solidFill>
                <a:srgbClr val="CC79A7"/>
              </a:solidFill>
              <a:ln w="0">
                <a:noFill/>
                <a:prstDash val="solid"/>
              </a:ln>
            </p:spPr>
          </p:sp>
          <p:sp>
            <p:nvSpPr>
              <p:cNvPr id="147" name="four:scalar-input:grid-cell:147">
                <a:extLst>
                  <a:ext uri="{FF2B5EF4-FFF2-40B4-BE49-F238E27FC236}">
                    <ns2:creationId id="{80786BE9-5808-4166-BCCD-CCE0B48BFB0E}"/>
                  </a:ext>
                </a:extLst>
              </p:cNvPr>
              <p:cNvSpPr>
                <a:spLocks noGrp="1"/>
              </p:cNvSpPr>
              <p:nvPr/>
            </p:nvSpPr>
            <p:spPr>
              <a:xfrm>
                <a:off x="1514475" y="2524125"/>
                <a:ext cx="104966" cy="104966"/>
              </a:xfrm>
              <a:prstGeom prst="rect">
                <a:avLst/>
              </a:prstGeom>
              <a:solidFill>
                <a:srgbClr val="CC79A7"/>
              </a:solidFill>
              <a:ln w="0">
                <a:noFill/>
                <a:prstDash val="solid"/>
              </a:ln>
            </p:spPr>
          </p:sp>
          <p:sp>
            <p:nvSpPr>
              <p:cNvPr id="148" name="four:scalar-input:grid-cell:148">
                <a:extLst>
                  <a:ext uri="{FF2B5EF4-FFF2-40B4-BE49-F238E27FC236}">
                    <ns2:creationId id="{18389A65-9014-46CC-85F0-B10C3AB2BB9E}"/>
                  </a:ext>
                </a:extLst>
              </p:cNvPr>
              <p:cNvSpPr>
                <a:spLocks noGrp="1"/>
              </p:cNvSpPr>
              <p:nvPr/>
            </p:nvSpPr>
            <p:spPr>
              <a:xfrm>
                <a:off x="1619250" y="2524125"/>
                <a:ext cx="104966" cy="104966"/>
              </a:xfrm>
              <a:prstGeom prst="rect">
                <a:avLst/>
              </a:prstGeom>
              <a:solidFill>
                <a:srgbClr val="CC79A7"/>
              </a:solidFill>
              <a:ln w="0">
                <a:noFill/>
                <a:prstDash val="solid"/>
              </a:ln>
            </p:spPr>
          </p:sp>
          <p:sp>
            <p:nvSpPr>
              <p:cNvPr id="149" name="four:scalar-input:grid-cell:149">
                <a:extLst>
                  <a:ext uri="{FF2B5EF4-FFF2-40B4-BE49-F238E27FC236}">
                    <ns2:creationId id="{DCF60B14-5C0B-4407-8D22-A56AAD1F3A7A}"/>
                  </a:ext>
                </a:extLst>
              </p:cNvPr>
              <p:cNvSpPr>
                <a:spLocks noGrp="1"/>
              </p:cNvSpPr>
              <p:nvPr/>
            </p:nvSpPr>
            <p:spPr>
              <a:xfrm>
                <a:off x="1724025" y="2524125"/>
                <a:ext cx="104966" cy="104966"/>
              </a:xfrm>
              <a:prstGeom prst="rect">
                <a:avLst/>
              </a:prstGeom>
              <a:solidFill>
                <a:srgbClr val="CC79A7"/>
              </a:solidFill>
              <a:ln w="0">
                <a:noFill/>
                <a:prstDash val="solid"/>
              </a:ln>
            </p:spPr>
          </p:sp>
          <p:sp>
            <p:nvSpPr>
              <p:cNvPr id="150" name="four:scalar-input:grid-cell:150">
                <a:extLst>
                  <a:ext uri="{FF2B5EF4-FFF2-40B4-BE49-F238E27FC236}">
                    <ns2:creationId id="{6A685641-AF79-4A04-9CA8-BA555A0A67BE}"/>
                  </a:ext>
                </a:extLst>
              </p:cNvPr>
              <p:cNvSpPr>
                <a:spLocks noGrp="1"/>
              </p:cNvSpPr>
              <p:nvPr/>
            </p:nvSpPr>
            <p:spPr>
              <a:xfrm>
                <a:off x="1828800" y="2524125"/>
                <a:ext cx="104966" cy="104966"/>
              </a:xfrm>
              <a:prstGeom prst="rect">
                <a:avLst/>
              </a:prstGeom>
              <a:solidFill>
                <a:srgbClr val="CC79A7"/>
              </a:solidFill>
              <a:ln w="0">
                <a:noFill/>
                <a:prstDash val="solid"/>
              </a:ln>
            </p:spPr>
          </p:sp>
          <p:sp>
            <p:nvSpPr>
              <p:cNvPr id="151" name="four:scalar-input:grid-cell:151">
                <a:extLst>
                  <a:ext uri="{FF2B5EF4-FFF2-40B4-BE49-F238E27FC236}">
                    <ns2:creationId id="{F6D24C86-C464-4D65-8664-0F45EA113D5A}"/>
                  </a:ext>
                </a:extLst>
              </p:cNvPr>
              <p:cNvSpPr>
                <a:spLocks noGrp="1"/>
              </p:cNvSpPr>
              <p:nvPr/>
            </p:nvSpPr>
            <p:spPr>
              <a:xfrm>
                <a:off x="1933575" y="2524125"/>
                <a:ext cx="104966" cy="104966"/>
              </a:xfrm>
              <a:prstGeom prst="rect">
                <a:avLst/>
              </a:prstGeom>
              <a:solidFill>
                <a:srgbClr val="CC79A7"/>
              </a:solidFill>
              <a:ln w="0">
                <a:noFill/>
                <a:prstDash val="solid"/>
              </a:ln>
            </p:spPr>
          </p:sp>
          <p:sp>
            <p:nvSpPr>
              <p:cNvPr id="152" name="four:scalar-input:grid-cell:152">
                <a:extLst>
                  <a:ext uri="{FF2B5EF4-FFF2-40B4-BE49-F238E27FC236}">
                    <ns2:creationId id="{61DCDB7A-94B3-47A0-AB5A-47CB5463BB02}"/>
                  </a:ext>
                </a:extLst>
              </p:cNvPr>
              <p:cNvSpPr>
                <a:spLocks noGrp="1"/>
              </p:cNvSpPr>
              <p:nvPr/>
            </p:nvSpPr>
            <p:spPr>
              <a:xfrm>
                <a:off x="2038350" y="2524125"/>
                <a:ext cx="104966" cy="104966"/>
              </a:xfrm>
              <a:prstGeom prst="rect">
                <a:avLst/>
              </a:prstGeom>
              <a:solidFill>
                <a:srgbClr val="CC79A7"/>
              </a:solidFill>
              <a:ln w="0">
                <a:noFill/>
                <a:prstDash val="solid"/>
              </a:ln>
            </p:spPr>
          </p:sp>
          <p:sp>
            <p:nvSpPr>
              <p:cNvPr id="153" name="four:scalar-input:grid-cell:153">
                <a:extLst>
                  <a:ext uri="{FF2B5EF4-FFF2-40B4-BE49-F238E27FC236}">
                    <ns2:creationId id="{01D7BD12-2A8C-4E61-9413-36EB663AE580}"/>
                  </a:ext>
                </a:extLst>
              </p:cNvPr>
              <p:cNvSpPr>
                <a:spLocks noGrp="1"/>
              </p:cNvSpPr>
              <p:nvPr/>
            </p:nvSpPr>
            <p:spPr>
              <a:xfrm>
                <a:off x="2143125" y="2524125"/>
                <a:ext cx="104966" cy="104966"/>
              </a:xfrm>
              <a:prstGeom prst="rect">
                <a:avLst/>
              </a:prstGeom>
              <a:solidFill>
                <a:srgbClr val="CC79A7"/>
              </a:solidFill>
              <a:ln w="0">
                <a:noFill/>
                <a:prstDash val="solid"/>
              </a:ln>
            </p:spPr>
          </p:sp>
          <p:sp>
            <p:nvSpPr>
              <p:cNvPr id="154" name="four:scalar-input:grid-cell:154">
                <a:extLst>
                  <a:ext uri="{FF2B5EF4-FFF2-40B4-BE49-F238E27FC236}">
                    <ns2:creationId id="{EA2A5E8C-18C7-41CC-A2C9-BF13D4D36746}"/>
                  </a:ext>
                </a:extLst>
              </p:cNvPr>
              <p:cNvSpPr>
                <a:spLocks noGrp="1"/>
              </p:cNvSpPr>
              <p:nvPr/>
            </p:nvSpPr>
            <p:spPr>
              <a:xfrm>
                <a:off x="2247900" y="2524125"/>
                <a:ext cx="104966" cy="104966"/>
              </a:xfrm>
              <a:prstGeom prst="rect">
                <a:avLst/>
              </a:prstGeom>
              <a:solidFill>
                <a:srgbClr val="CC79A7"/>
              </a:solidFill>
              <a:ln w="0">
                <a:noFill/>
                <a:prstDash val="solid"/>
              </a:ln>
            </p:spPr>
          </p:sp>
          <p:sp>
            <p:nvSpPr>
              <p:cNvPr id="155" name="four:scalar-input:grid-cell:155">
                <a:extLst>
                  <a:ext uri="{FF2B5EF4-FFF2-40B4-BE49-F238E27FC236}">
                    <ns2:creationId id="{83C371B1-9EF6-4520-BCFF-4BA88E1C57BC}"/>
                  </a:ext>
                </a:extLst>
              </p:cNvPr>
              <p:cNvSpPr>
                <a:spLocks noGrp="1"/>
              </p:cNvSpPr>
              <p:nvPr/>
            </p:nvSpPr>
            <p:spPr>
              <a:xfrm>
                <a:off x="2352675" y="2524125"/>
                <a:ext cx="104966" cy="104966"/>
              </a:xfrm>
              <a:prstGeom prst="rect">
                <a:avLst/>
              </a:prstGeom>
              <a:solidFill>
                <a:srgbClr val="D4B4CC"/>
              </a:solidFill>
              <a:ln w="0">
                <a:noFill/>
                <a:prstDash val="solid"/>
              </a:ln>
            </p:spPr>
          </p:sp>
          <p:sp>
            <p:nvSpPr>
              <p:cNvPr id="156" name="four:scalar-input:grid-cell:156">
                <a:extLst>
                  <a:ext uri="{FF2B5EF4-FFF2-40B4-BE49-F238E27FC236}">
                    <ns2:creationId id="{610D9735-A572-445C-8038-1C964C0C420E}"/>
                  </a:ext>
                </a:extLst>
              </p:cNvPr>
              <p:cNvSpPr>
                <a:spLocks noGrp="1"/>
              </p:cNvSpPr>
              <p:nvPr/>
            </p:nvSpPr>
            <p:spPr>
              <a:xfrm>
                <a:off x="361950" y="2628900"/>
                <a:ext cx="104966" cy="104966"/>
              </a:xfrm>
              <a:prstGeom prst="rect">
                <a:avLst/>
              </a:prstGeom>
              <a:solidFill>
                <a:srgbClr val="0072B2"/>
              </a:solidFill>
              <a:ln w="0">
                <a:noFill/>
                <a:prstDash val="solid"/>
              </a:ln>
            </p:spPr>
          </p:sp>
          <p:sp>
            <p:nvSpPr>
              <p:cNvPr id="157" name="four:scalar-input:grid-cell:157">
                <a:extLst>
                  <a:ext uri="{FF2B5EF4-FFF2-40B4-BE49-F238E27FC236}">
                    <ns2:creationId id="{34A23DF4-6A9D-4861-8956-4667414C038F}"/>
                  </a:ext>
                </a:extLst>
              </p:cNvPr>
              <p:cNvSpPr>
                <a:spLocks noGrp="1"/>
              </p:cNvSpPr>
              <p:nvPr/>
            </p:nvSpPr>
            <p:spPr>
              <a:xfrm>
                <a:off x="466725" y="2628900"/>
                <a:ext cx="104966" cy="104966"/>
              </a:xfrm>
              <a:prstGeom prst="rect">
                <a:avLst/>
              </a:prstGeom>
              <a:solidFill>
                <a:srgbClr val="0072B2"/>
              </a:solidFill>
              <a:ln w="0">
                <a:noFill/>
                <a:prstDash val="solid"/>
              </a:ln>
            </p:spPr>
          </p:sp>
          <p:sp>
            <p:nvSpPr>
              <p:cNvPr id="158" name="four:scalar-input:grid-cell:158">
                <a:extLst>
                  <a:ext uri="{FF2B5EF4-FFF2-40B4-BE49-F238E27FC236}">
                    <ns2:creationId id="{A5CC1F29-9FAA-42D2-AEBB-DA7508DD4E8B}"/>
                  </a:ext>
                </a:extLst>
              </p:cNvPr>
              <p:cNvSpPr>
                <a:spLocks noGrp="1"/>
              </p:cNvSpPr>
              <p:nvPr/>
            </p:nvSpPr>
            <p:spPr>
              <a:xfrm>
                <a:off x="571500" y="2628900"/>
                <a:ext cx="104966" cy="104966"/>
              </a:xfrm>
              <a:prstGeom prst="rect">
                <a:avLst/>
              </a:prstGeom>
              <a:solidFill>
                <a:srgbClr val="0072B2"/>
              </a:solidFill>
              <a:ln w="0">
                <a:noFill/>
                <a:prstDash val="solid"/>
              </a:ln>
            </p:spPr>
          </p:sp>
          <p:sp>
            <p:nvSpPr>
              <p:cNvPr id="159" name="four:scalar-input:grid-cell:159">
                <a:extLst>
                  <a:ext uri="{FF2B5EF4-FFF2-40B4-BE49-F238E27FC236}">
                    <ns2:creationId id="{0D6F8BD7-927C-4B3A-A24D-A86F3FC4441A}"/>
                  </a:ext>
                </a:extLst>
              </p:cNvPr>
              <p:cNvSpPr>
                <a:spLocks noGrp="1"/>
              </p:cNvSpPr>
              <p:nvPr/>
            </p:nvSpPr>
            <p:spPr>
              <a:xfrm>
                <a:off x="676275" y="2628900"/>
                <a:ext cx="104966" cy="104966"/>
              </a:xfrm>
              <a:prstGeom prst="rect">
                <a:avLst/>
              </a:prstGeom>
              <a:solidFill>
                <a:srgbClr val="0072B2"/>
              </a:solidFill>
              <a:ln w="0">
                <a:noFill/>
                <a:prstDash val="solid"/>
              </a:ln>
            </p:spPr>
          </p:sp>
          <p:sp>
            <p:nvSpPr>
              <p:cNvPr id="160" name="four:scalar-input:grid-cell:160">
                <a:extLst>
                  <a:ext uri="{FF2B5EF4-FFF2-40B4-BE49-F238E27FC236}">
                    <ns2:creationId id="{2102CA11-E594-4EC1-9A5A-F7E3FFA94141}"/>
                  </a:ext>
                </a:extLst>
              </p:cNvPr>
              <p:cNvSpPr>
                <a:spLocks noGrp="1"/>
              </p:cNvSpPr>
              <p:nvPr/>
            </p:nvSpPr>
            <p:spPr>
              <a:xfrm>
                <a:off x="781050" y="2628900"/>
                <a:ext cx="104966" cy="104966"/>
              </a:xfrm>
              <a:prstGeom prst="rect">
                <a:avLst/>
              </a:prstGeom>
              <a:solidFill>
                <a:srgbClr val="0072B2"/>
              </a:solidFill>
              <a:ln w="0">
                <a:noFill/>
                <a:prstDash val="solid"/>
              </a:ln>
            </p:spPr>
          </p:sp>
          <p:sp>
            <p:nvSpPr>
              <p:cNvPr id="161" name="four:scalar-input:grid-cell:161">
                <a:extLst>
                  <a:ext uri="{FF2B5EF4-FFF2-40B4-BE49-F238E27FC236}">
                    <ns2:creationId id="{67BF9B88-39D9-4791-B436-FF1F4BA941A3}"/>
                  </a:ext>
                </a:extLst>
              </p:cNvPr>
              <p:cNvSpPr>
                <a:spLocks noGrp="1"/>
              </p:cNvSpPr>
              <p:nvPr/>
            </p:nvSpPr>
            <p:spPr>
              <a:xfrm>
                <a:off x="885825" y="2628900"/>
                <a:ext cx="104966" cy="104966"/>
              </a:xfrm>
              <a:prstGeom prst="rect">
                <a:avLst/>
              </a:prstGeom>
              <a:solidFill>
                <a:srgbClr val="0072B2"/>
              </a:solidFill>
              <a:ln w="0">
                <a:noFill/>
                <a:prstDash val="solid"/>
              </a:ln>
            </p:spPr>
          </p:sp>
          <p:sp>
            <p:nvSpPr>
              <p:cNvPr id="162" name="four:scalar-input:grid-cell:162">
                <a:extLst>
                  <a:ext uri="{FF2B5EF4-FFF2-40B4-BE49-F238E27FC236}">
                    <ns2:creationId id="{2B5A58CC-876A-406D-8C31-4014E409310A}"/>
                  </a:ext>
                </a:extLst>
              </p:cNvPr>
              <p:cNvSpPr>
                <a:spLocks noGrp="1"/>
              </p:cNvSpPr>
              <p:nvPr/>
            </p:nvSpPr>
            <p:spPr>
              <a:xfrm>
                <a:off x="990600" y="2628900"/>
                <a:ext cx="104966" cy="104966"/>
              </a:xfrm>
              <a:prstGeom prst="rect">
                <a:avLst/>
              </a:prstGeom>
              <a:solidFill>
                <a:srgbClr val="0072B2"/>
              </a:solidFill>
              <a:ln w="0">
                <a:noFill/>
                <a:prstDash val="solid"/>
              </a:ln>
            </p:spPr>
          </p:sp>
          <p:sp>
            <p:nvSpPr>
              <p:cNvPr id="163" name="four:scalar-input:grid-cell:163">
                <a:extLst>
                  <a:ext uri="{FF2B5EF4-FFF2-40B4-BE49-F238E27FC236}">
                    <ns2:creationId id="{E2A1AE24-CE93-49FF-8C02-DC4E45F5AC0D}"/>
                  </a:ext>
                </a:extLst>
              </p:cNvPr>
              <p:cNvSpPr>
                <a:spLocks noGrp="1"/>
              </p:cNvSpPr>
              <p:nvPr/>
            </p:nvSpPr>
            <p:spPr>
              <a:xfrm>
                <a:off x="1095375" y="2628900"/>
                <a:ext cx="104966" cy="104966"/>
              </a:xfrm>
              <a:prstGeom prst="rect">
                <a:avLst/>
              </a:prstGeom>
              <a:solidFill>
                <a:srgbClr val="0072B2"/>
              </a:solidFill>
              <a:ln w="0">
                <a:noFill/>
                <a:prstDash val="solid"/>
              </a:ln>
            </p:spPr>
          </p:sp>
          <p:sp>
            <p:nvSpPr>
              <p:cNvPr id="164" name="four:scalar-input:grid-cell:164">
                <a:extLst>
                  <a:ext uri="{FF2B5EF4-FFF2-40B4-BE49-F238E27FC236}">
                    <ns2:creationId id="{749DAB25-482B-41C7-9834-ECBDDA08B2A6}"/>
                  </a:ext>
                </a:extLst>
              </p:cNvPr>
              <p:cNvSpPr>
                <a:spLocks noGrp="1"/>
              </p:cNvSpPr>
              <p:nvPr/>
            </p:nvSpPr>
            <p:spPr>
              <a:xfrm>
                <a:off x="1200150" y="2628900"/>
                <a:ext cx="104966" cy="104966"/>
              </a:xfrm>
              <a:prstGeom prst="rect">
                <a:avLst/>
              </a:prstGeom>
              <a:solidFill>
                <a:srgbClr val="D4B4CC"/>
              </a:solidFill>
              <a:ln w="0">
                <a:noFill/>
                <a:prstDash val="solid"/>
              </a:ln>
            </p:spPr>
          </p:sp>
          <p:sp>
            <p:nvSpPr>
              <p:cNvPr id="165" name="four:scalar-input:grid-cell:165">
                <a:extLst>
                  <a:ext uri="{FF2B5EF4-FFF2-40B4-BE49-F238E27FC236}">
                    <ns2:creationId id="{08E27812-B938-4D7A-8544-34680EE2D5AC}"/>
                  </a:ext>
                </a:extLst>
              </p:cNvPr>
              <p:cNvSpPr>
                <a:spLocks noGrp="1"/>
              </p:cNvSpPr>
              <p:nvPr/>
            </p:nvSpPr>
            <p:spPr>
              <a:xfrm>
                <a:off x="1304925" y="2628900"/>
                <a:ext cx="104966" cy="104966"/>
              </a:xfrm>
              <a:prstGeom prst="rect">
                <a:avLst/>
              </a:prstGeom>
              <a:solidFill>
                <a:srgbClr val="CC79A7"/>
              </a:solidFill>
              <a:ln w="0">
                <a:noFill/>
                <a:prstDash val="solid"/>
              </a:ln>
            </p:spPr>
          </p:sp>
          <p:sp>
            <p:nvSpPr>
              <p:cNvPr id="166" name="four:scalar-input:grid-cell:166">
                <a:extLst>
                  <a:ext uri="{FF2B5EF4-FFF2-40B4-BE49-F238E27FC236}">
                    <ns2:creationId id="{501D29BE-87E5-4B90-BCE8-D6FD0048C3DC}"/>
                  </a:ext>
                </a:extLst>
              </p:cNvPr>
              <p:cNvSpPr>
                <a:spLocks noGrp="1"/>
              </p:cNvSpPr>
              <p:nvPr/>
            </p:nvSpPr>
            <p:spPr>
              <a:xfrm>
                <a:off x="1409700" y="2628900"/>
                <a:ext cx="104966" cy="104966"/>
              </a:xfrm>
              <a:prstGeom prst="rect">
                <a:avLst/>
              </a:prstGeom>
              <a:solidFill>
                <a:srgbClr val="CC79A7"/>
              </a:solidFill>
              <a:ln w="0">
                <a:noFill/>
                <a:prstDash val="solid"/>
              </a:ln>
            </p:spPr>
          </p:sp>
          <p:sp>
            <p:nvSpPr>
              <p:cNvPr id="167" name="four:scalar-input:grid-cell:167">
                <a:extLst>
                  <a:ext uri="{FF2B5EF4-FFF2-40B4-BE49-F238E27FC236}">
                    <ns2:creationId id="{F40DADDE-E0B8-448E-BCC1-E3E405DD0254}"/>
                  </a:ext>
                </a:extLst>
              </p:cNvPr>
              <p:cNvSpPr>
                <a:spLocks noGrp="1"/>
              </p:cNvSpPr>
              <p:nvPr/>
            </p:nvSpPr>
            <p:spPr>
              <a:xfrm>
                <a:off x="1514475" y="2628900"/>
                <a:ext cx="104966" cy="104966"/>
              </a:xfrm>
              <a:prstGeom prst="rect">
                <a:avLst/>
              </a:prstGeom>
              <a:solidFill>
                <a:srgbClr val="CC79A7"/>
              </a:solidFill>
              <a:ln w="0">
                <a:noFill/>
                <a:prstDash val="solid"/>
              </a:ln>
            </p:spPr>
          </p:sp>
          <p:sp>
            <p:nvSpPr>
              <p:cNvPr id="168" name="four:scalar-input:grid-cell:168">
                <a:extLst>
                  <a:ext uri="{FF2B5EF4-FFF2-40B4-BE49-F238E27FC236}">
                    <ns2:creationId id="{64C3FD9E-503C-4603-A216-5FE7884DAB5A}"/>
                  </a:ext>
                </a:extLst>
              </p:cNvPr>
              <p:cNvSpPr>
                <a:spLocks noGrp="1"/>
              </p:cNvSpPr>
              <p:nvPr/>
            </p:nvSpPr>
            <p:spPr>
              <a:xfrm>
                <a:off x="1619250" y="2628900"/>
                <a:ext cx="104966" cy="104966"/>
              </a:xfrm>
              <a:prstGeom prst="rect">
                <a:avLst/>
              </a:prstGeom>
              <a:solidFill>
                <a:srgbClr val="CC79A7"/>
              </a:solidFill>
              <a:ln w="0">
                <a:noFill/>
                <a:prstDash val="solid"/>
              </a:ln>
            </p:spPr>
          </p:sp>
          <p:sp>
            <p:nvSpPr>
              <p:cNvPr id="169" name="four:scalar-input:grid-cell:169">
                <a:extLst>
                  <a:ext uri="{FF2B5EF4-FFF2-40B4-BE49-F238E27FC236}">
                    <ns2:creationId id="{0C847EEF-AD0B-4291-917C-F7E8AB0B642A}"/>
                  </a:ext>
                </a:extLst>
              </p:cNvPr>
              <p:cNvSpPr>
                <a:spLocks noGrp="1"/>
              </p:cNvSpPr>
              <p:nvPr/>
            </p:nvSpPr>
            <p:spPr>
              <a:xfrm>
                <a:off x="1724025" y="2628900"/>
                <a:ext cx="104966" cy="104966"/>
              </a:xfrm>
              <a:prstGeom prst="rect">
                <a:avLst/>
              </a:prstGeom>
              <a:solidFill>
                <a:srgbClr val="CC79A7"/>
              </a:solidFill>
              <a:ln w="0">
                <a:noFill/>
                <a:prstDash val="solid"/>
              </a:ln>
            </p:spPr>
          </p:sp>
          <p:sp>
            <p:nvSpPr>
              <p:cNvPr id="170" name="four:scalar-input:grid-cell:170">
                <a:extLst>
                  <a:ext uri="{FF2B5EF4-FFF2-40B4-BE49-F238E27FC236}">
                    <ns2:creationId id="{1AC9D1BF-0704-4F3C-B39C-C8082BB64851}"/>
                  </a:ext>
                </a:extLst>
              </p:cNvPr>
              <p:cNvSpPr>
                <a:spLocks noGrp="1"/>
              </p:cNvSpPr>
              <p:nvPr/>
            </p:nvSpPr>
            <p:spPr>
              <a:xfrm>
                <a:off x="1828800" y="2628900"/>
                <a:ext cx="104966" cy="104966"/>
              </a:xfrm>
              <a:prstGeom prst="rect">
                <a:avLst/>
              </a:prstGeom>
              <a:solidFill>
                <a:srgbClr val="CC79A7"/>
              </a:solidFill>
              <a:ln w="0">
                <a:noFill/>
                <a:prstDash val="solid"/>
              </a:ln>
            </p:spPr>
          </p:sp>
          <p:sp>
            <p:nvSpPr>
              <p:cNvPr id="171" name="four:scalar-input:grid-cell:171">
                <a:extLst>
                  <a:ext uri="{FF2B5EF4-FFF2-40B4-BE49-F238E27FC236}">
                    <ns2:creationId id="{EECC6C8F-AAB5-4820-A43D-418BCA80A448}"/>
                  </a:ext>
                </a:extLst>
              </p:cNvPr>
              <p:cNvSpPr>
                <a:spLocks noGrp="1"/>
              </p:cNvSpPr>
              <p:nvPr/>
            </p:nvSpPr>
            <p:spPr>
              <a:xfrm>
                <a:off x="1933575" y="2628900"/>
                <a:ext cx="104966" cy="104966"/>
              </a:xfrm>
              <a:prstGeom prst="rect">
                <a:avLst/>
              </a:prstGeom>
              <a:solidFill>
                <a:srgbClr val="CC79A7"/>
              </a:solidFill>
              <a:ln w="0">
                <a:noFill/>
                <a:prstDash val="solid"/>
              </a:ln>
            </p:spPr>
          </p:sp>
          <p:sp>
            <p:nvSpPr>
              <p:cNvPr id="172" name="four:scalar-input:grid-cell:172">
                <a:extLst>
                  <a:ext uri="{FF2B5EF4-FFF2-40B4-BE49-F238E27FC236}">
                    <ns2:creationId id="{4D47CA7D-F691-46FD-9666-E186F57BB0F3}"/>
                  </a:ext>
                </a:extLst>
              </p:cNvPr>
              <p:cNvSpPr>
                <a:spLocks noGrp="1"/>
              </p:cNvSpPr>
              <p:nvPr/>
            </p:nvSpPr>
            <p:spPr>
              <a:xfrm>
                <a:off x="2038350" y="2628900"/>
                <a:ext cx="104966" cy="104966"/>
              </a:xfrm>
              <a:prstGeom prst="rect">
                <a:avLst/>
              </a:prstGeom>
              <a:solidFill>
                <a:srgbClr val="D4B4CC"/>
              </a:solidFill>
              <a:ln w="0">
                <a:noFill/>
                <a:prstDash val="solid"/>
              </a:ln>
            </p:spPr>
          </p:sp>
          <p:sp>
            <p:nvSpPr>
              <p:cNvPr id="173" name="four:scalar-input:grid-cell:173">
                <a:extLst>
                  <a:ext uri="{FF2B5EF4-FFF2-40B4-BE49-F238E27FC236}">
                    <ns2:creationId id="{4D8EFC70-D4B0-4565-B816-34C1E312FB76}"/>
                  </a:ext>
                </a:extLst>
              </p:cNvPr>
              <p:cNvSpPr>
                <a:spLocks noGrp="1"/>
              </p:cNvSpPr>
              <p:nvPr/>
            </p:nvSpPr>
            <p:spPr>
              <a:xfrm>
                <a:off x="2143125" y="2628900"/>
                <a:ext cx="104966" cy="104966"/>
              </a:xfrm>
              <a:prstGeom prst="rect">
                <a:avLst/>
              </a:prstGeom>
              <a:solidFill>
                <a:srgbClr val="D4B4CC"/>
              </a:solidFill>
              <a:ln w="0">
                <a:noFill/>
                <a:prstDash val="solid"/>
              </a:ln>
            </p:spPr>
          </p:sp>
          <p:sp>
            <p:nvSpPr>
              <p:cNvPr id="174" name="four:scalar-input:grid-cell:174">
                <a:extLst>
                  <a:ext uri="{FF2B5EF4-FFF2-40B4-BE49-F238E27FC236}">
                    <ns2:creationId id="{845B41C4-9ED4-4A50-80CA-62ABD484019D}"/>
                  </a:ext>
                </a:extLst>
              </p:cNvPr>
              <p:cNvSpPr>
                <a:spLocks noGrp="1"/>
              </p:cNvSpPr>
              <p:nvPr/>
            </p:nvSpPr>
            <p:spPr>
              <a:xfrm>
                <a:off x="2247900" y="2628900"/>
                <a:ext cx="104966" cy="104966"/>
              </a:xfrm>
              <a:prstGeom prst="rect">
                <a:avLst/>
              </a:prstGeom>
              <a:solidFill>
                <a:srgbClr val="D4B4CC"/>
              </a:solidFill>
              <a:ln w="0">
                <a:noFill/>
                <a:prstDash val="solid"/>
              </a:ln>
            </p:spPr>
          </p:sp>
          <p:sp>
            <p:nvSpPr>
              <p:cNvPr id="175" name="four:scalar-input:grid-cell:175">
                <a:extLst>
                  <a:ext uri="{FF2B5EF4-FFF2-40B4-BE49-F238E27FC236}">
                    <ns2:creationId id="{4E100952-4A6C-4194-B633-8D2AB27D05E0}"/>
                  </a:ext>
                </a:extLst>
              </p:cNvPr>
              <p:cNvSpPr>
                <a:spLocks noGrp="1"/>
              </p:cNvSpPr>
              <p:nvPr/>
            </p:nvSpPr>
            <p:spPr>
              <a:xfrm>
                <a:off x="2352675" y="2628900"/>
                <a:ext cx="104966" cy="104966"/>
              </a:xfrm>
              <a:prstGeom prst="rect">
                <a:avLst/>
              </a:prstGeom>
              <a:solidFill>
                <a:srgbClr val="D4B4CC"/>
              </a:solidFill>
              <a:ln w="0">
                <a:noFill/>
                <a:prstDash val="solid"/>
              </a:ln>
            </p:spPr>
          </p:sp>
          <p:sp>
            <p:nvSpPr>
              <p:cNvPr id="176" name="four:scalar-input:grid-cell:176">
                <a:extLst>
                  <a:ext uri="{FF2B5EF4-FFF2-40B4-BE49-F238E27FC236}">
                    <ns2:creationId id="{3295D975-7FDE-4FC5-8BA0-FEAB378DDC25}"/>
                  </a:ext>
                </a:extLst>
              </p:cNvPr>
              <p:cNvSpPr>
                <a:spLocks noGrp="1"/>
              </p:cNvSpPr>
              <p:nvPr/>
            </p:nvSpPr>
            <p:spPr>
              <a:xfrm>
                <a:off x="361950" y="2733675"/>
                <a:ext cx="104966" cy="104966"/>
              </a:xfrm>
              <a:prstGeom prst="rect">
                <a:avLst/>
              </a:prstGeom>
              <a:solidFill>
                <a:srgbClr val="0072B2"/>
              </a:solidFill>
              <a:ln w="0">
                <a:noFill/>
                <a:prstDash val="solid"/>
              </a:ln>
            </p:spPr>
          </p:sp>
          <p:sp>
            <p:nvSpPr>
              <p:cNvPr id="177" name="four:scalar-input:grid-cell:177">
                <a:extLst>
                  <a:ext uri="{FF2B5EF4-FFF2-40B4-BE49-F238E27FC236}">
                    <ns2:creationId id="{012866ED-1894-425D-A44D-A358529F7A89}"/>
                  </a:ext>
                </a:extLst>
              </p:cNvPr>
              <p:cNvSpPr>
                <a:spLocks noGrp="1"/>
              </p:cNvSpPr>
              <p:nvPr/>
            </p:nvSpPr>
            <p:spPr>
              <a:xfrm>
                <a:off x="466725" y="2733675"/>
                <a:ext cx="104966" cy="104966"/>
              </a:xfrm>
              <a:prstGeom prst="rect">
                <a:avLst/>
              </a:prstGeom>
              <a:solidFill>
                <a:srgbClr val="0072B2"/>
              </a:solidFill>
              <a:ln w="0">
                <a:noFill/>
                <a:prstDash val="solid"/>
              </a:ln>
            </p:spPr>
          </p:sp>
          <p:sp>
            <p:nvSpPr>
              <p:cNvPr id="178" name="four:scalar-input:grid-cell:178">
                <a:extLst>
                  <a:ext uri="{FF2B5EF4-FFF2-40B4-BE49-F238E27FC236}">
                    <ns2:creationId id="{DF40EAA4-F110-4190-900F-5250070F1A0C}"/>
                  </a:ext>
                </a:extLst>
              </p:cNvPr>
              <p:cNvSpPr>
                <a:spLocks noGrp="1"/>
              </p:cNvSpPr>
              <p:nvPr/>
            </p:nvSpPr>
            <p:spPr>
              <a:xfrm>
                <a:off x="571500" y="2733675"/>
                <a:ext cx="104966" cy="104966"/>
              </a:xfrm>
              <a:prstGeom prst="rect">
                <a:avLst/>
              </a:prstGeom>
              <a:solidFill>
                <a:srgbClr val="0072B2"/>
              </a:solidFill>
              <a:ln w="0">
                <a:noFill/>
                <a:prstDash val="solid"/>
              </a:ln>
            </p:spPr>
          </p:sp>
          <p:sp>
            <p:nvSpPr>
              <p:cNvPr id="179" name="four:scalar-input:grid-cell:179">
                <a:extLst>
                  <a:ext uri="{FF2B5EF4-FFF2-40B4-BE49-F238E27FC236}">
                    <ns2:creationId id="{6D8E216C-7CF8-4D31-8BF6-30D978710618}"/>
                  </a:ext>
                </a:extLst>
              </p:cNvPr>
              <p:cNvSpPr>
                <a:spLocks noGrp="1"/>
              </p:cNvSpPr>
              <p:nvPr/>
            </p:nvSpPr>
            <p:spPr>
              <a:xfrm>
                <a:off x="676275" y="2733675"/>
                <a:ext cx="104966" cy="104966"/>
              </a:xfrm>
              <a:prstGeom prst="rect">
                <a:avLst/>
              </a:prstGeom>
              <a:solidFill>
                <a:srgbClr val="0072B2"/>
              </a:solidFill>
              <a:ln w="0">
                <a:noFill/>
                <a:prstDash val="solid"/>
              </a:ln>
            </p:spPr>
          </p:sp>
          <p:sp>
            <p:nvSpPr>
              <p:cNvPr id="180" name="four:scalar-input:grid-cell:180">
                <a:extLst>
                  <a:ext uri="{FF2B5EF4-FFF2-40B4-BE49-F238E27FC236}">
                    <ns2:creationId id="{ECB2D872-A3A3-4685-ADA2-70CA7BFFAB1F}"/>
                  </a:ext>
                </a:extLst>
              </p:cNvPr>
              <p:cNvSpPr>
                <a:spLocks noGrp="1"/>
              </p:cNvSpPr>
              <p:nvPr/>
            </p:nvSpPr>
            <p:spPr>
              <a:xfrm>
                <a:off x="781050" y="2733675"/>
                <a:ext cx="104966" cy="104966"/>
              </a:xfrm>
              <a:prstGeom prst="rect">
                <a:avLst/>
              </a:prstGeom>
              <a:solidFill>
                <a:srgbClr val="0072B2"/>
              </a:solidFill>
              <a:ln w="0">
                <a:noFill/>
                <a:prstDash val="solid"/>
              </a:ln>
            </p:spPr>
          </p:sp>
          <p:sp>
            <p:nvSpPr>
              <p:cNvPr id="181" name="four:scalar-input:grid-cell:181">
                <a:extLst>
                  <a:ext uri="{FF2B5EF4-FFF2-40B4-BE49-F238E27FC236}">
                    <ns2:creationId id="{2436F438-192E-4A42-88B7-1CEB9CADFD3B}"/>
                  </a:ext>
                </a:extLst>
              </p:cNvPr>
              <p:cNvSpPr>
                <a:spLocks noGrp="1"/>
              </p:cNvSpPr>
              <p:nvPr/>
            </p:nvSpPr>
            <p:spPr>
              <a:xfrm>
                <a:off x="885825" y="2733675"/>
                <a:ext cx="104966" cy="104966"/>
              </a:xfrm>
              <a:prstGeom prst="rect">
                <a:avLst/>
              </a:prstGeom>
              <a:solidFill>
                <a:srgbClr val="0072B2"/>
              </a:solidFill>
              <a:ln w="0">
                <a:noFill/>
                <a:prstDash val="solid"/>
              </a:ln>
            </p:spPr>
          </p:sp>
          <p:sp>
            <p:nvSpPr>
              <p:cNvPr id="182" name="four:scalar-input:grid-cell:182">
                <a:extLst>
                  <a:ext uri="{FF2B5EF4-FFF2-40B4-BE49-F238E27FC236}">
                    <ns2:creationId id="{1C5D366E-D7A8-4199-ACBE-A78699E248F8}"/>
                  </a:ext>
                </a:extLst>
              </p:cNvPr>
              <p:cNvSpPr>
                <a:spLocks noGrp="1"/>
              </p:cNvSpPr>
              <p:nvPr/>
            </p:nvSpPr>
            <p:spPr>
              <a:xfrm>
                <a:off x="990600" y="2733675"/>
                <a:ext cx="104966" cy="104966"/>
              </a:xfrm>
              <a:prstGeom prst="rect">
                <a:avLst/>
              </a:prstGeom>
              <a:solidFill>
                <a:srgbClr val="0072B2"/>
              </a:solidFill>
              <a:ln w="0">
                <a:noFill/>
                <a:prstDash val="solid"/>
              </a:ln>
            </p:spPr>
          </p:sp>
          <p:sp>
            <p:nvSpPr>
              <p:cNvPr id="183" name="four:scalar-input:grid-cell:183">
                <a:extLst>
                  <a:ext uri="{FF2B5EF4-FFF2-40B4-BE49-F238E27FC236}">
                    <ns2:creationId id="{4F89119F-0D31-4243-B44E-32417BAA90D0}"/>
                  </a:ext>
                </a:extLst>
              </p:cNvPr>
              <p:cNvSpPr>
                <a:spLocks noGrp="1"/>
              </p:cNvSpPr>
              <p:nvPr/>
            </p:nvSpPr>
            <p:spPr>
              <a:xfrm>
                <a:off x="1095375" y="2733675"/>
                <a:ext cx="104966" cy="104966"/>
              </a:xfrm>
              <a:prstGeom prst="rect">
                <a:avLst/>
              </a:prstGeom>
              <a:solidFill>
                <a:srgbClr val="0072B2"/>
              </a:solidFill>
              <a:ln w="0">
                <a:noFill/>
                <a:prstDash val="solid"/>
              </a:ln>
            </p:spPr>
          </p:sp>
          <p:sp>
            <p:nvSpPr>
              <p:cNvPr id="184" name="four:scalar-input:grid-cell:184">
                <a:extLst>
                  <a:ext uri="{FF2B5EF4-FFF2-40B4-BE49-F238E27FC236}">
                    <ns2:creationId id="{DC8FADD9-D98C-4D10-A7FB-D1CEC44E2E39}"/>
                  </a:ext>
                </a:extLst>
              </p:cNvPr>
              <p:cNvSpPr>
                <a:spLocks noGrp="1"/>
              </p:cNvSpPr>
              <p:nvPr/>
            </p:nvSpPr>
            <p:spPr>
              <a:xfrm>
                <a:off x="1200150" y="2733675"/>
                <a:ext cx="104966" cy="104966"/>
              </a:xfrm>
              <a:prstGeom prst="rect">
                <a:avLst/>
              </a:prstGeom>
              <a:solidFill>
                <a:srgbClr val="D4B4CC"/>
              </a:solidFill>
              <a:ln w="0">
                <a:noFill/>
                <a:prstDash val="solid"/>
              </a:ln>
            </p:spPr>
          </p:sp>
          <p:sp>
            <p:nvSpPr>
              <p:cNvPr id="185" name="four:scalar-input:grid-cell:185">
                <a:extLst>
                  <a:ext uri="{FF2B5EF4-FFF2-40B4-BE49-F238E27FC236}">
                    <ns2:creationId id="{F6C06C84-0BCD-4DDC-8FE3-9CA352AADFE8}"/>
                  </a:ext>
                </a:extLst>
              </p:cNvPr>
              <p:cNvSpPr>
                <a:spLocks noGrp="1"/>
              </p:cNvSpPr>
              <p:nvPr/>
            </p:nvSpPr>
            <p:spPr>
              <a:xfrm>
                <a:off x="1304925" y="2733675"/>
                <a:ext cx="104966" cy="104966"/>
              </a:xfrm>
              <a:prstGeom prst="rect">
                <a:avLst/>
              </a:prstGeom>
              <a:solidFill>
                <a:srgbClr val="D4B4CC"/>
              </a:solidFill>
              <a:ln w="0">
                <a:noFill/>
                <a:prstDash val="solid"/>
              </a:ln>
            </p:spPr>
          </p:sp>
          <p:sp>
            <p:nvSpPr>
              <p:cNvPr id="186" name="four:scalar-input:grid-cell:186">
                <a:extLst>
                  <a:ext uri="{FF2B5EF4-FFF2-40B4-BE49-F238E27FC236}">
                    <ns2:creationId id="{C5A94E88-BCA4-4FD8-860D-89AC84EA7B2C}"/>
                  </a:ext>
                </a:extLst>
              </p:cNvPr>
              <p:cNvSpPr>
                <a:spLocks noGrp="1"/>
              </p:cNvSpPr>
              <p:nvPr/>
            </p:nvSpPr>
            <p:spPr>
              <a:xfrm>
                <a:off x="1409700" y="2733675"/>
                <a:ext cx="104966" cy="104966"/>
              </a:xfrm>
              <a:prstGeom prst="rect">
                <a:avLst/>
              </a:prstGeom>
              <a:solidFill>
                <a:srgbClr val="D4B4CC"/>
              </a:solidFill>
              <a:ln w="0">
                <a:noFill/>
                <a:prstDash val="solid"/>
              </a:ln>
            </p:spPr>
          </p:sp>
          <p:sp>
            <p:nvSpPr>
              <p:cNvPr id="187" name="four:scalar-input:grid-cell:187">
                <a:extLst>
                  <a:ext uri="{FF2B5EF4-FFF2-40B4-BE49-F238E27FC236}">
                    <ns2:creationId id="{3F1810F6-CCED-4A48-B8D1-FF93AEE85445}"/>
                  </a:ext>
                </a:extLst>
              </p:cNvPr>
              <p:cNvSpPr>
                <a:spLocks noGrp="1"/>
              </p:cNvSpPr>
              <p:nvPr/>
            </p:nvSpPr>
            <p:spPr>
              <a:xfrm>
                <a:off x="1514475" y="2733675"/>
                <a:ext cx="104966" cy="104966"/>
              </a:xfrm>
              <a:prstGeom prst="rect">
                <a:avLst/>
              </a:prstGeom>
              <a:solidFill>
                <a:srgbClr val="D4B4CC"/>
              </a:solidFill>
              <a:ln w="0">
                <a:noFill/>
                <a:prstDash val="solid"/>
              </a:ln>
            </p:spPr>
          </p:sp>
          <p:sp>
            <p:nvSpPr>
              <p:cNvPr id="188" name="four:scalar-input:grid-cell:188">
                <a:extLst>
                  <a:ext uri="{FF2B5EF4-FFF2-40B4-BE49-F238E27FC236}">
                    <ns2:creationId id="{D1EC5C42-93B4-45F8-B5FE-EBCAC68AEFFF}"/>
                  </a:ext>
                </a:extLst>
              </p:cNvPr>
              <p:cNvSpPr>
                <a:spLocks noGrp="1"/>
              </p:cNvSpPr>
              <p:nvPr/>
            </p:nvSpPr>
            <p:spPr>
              <a:xfrm>
                <a:off x="1619250" y="2733675"/>
                <a:ext cx="104966" cy="104966"/>
              </a:xfrm>
              <a:prstGeom prst="rect">
                <a:avLst/>
              </a:prstGeom>
              <a:solidFill>
                <a:srgbClr val="D4B4CC"/>
              </a:solidFill>
              <a:ln w="0">
                <a:noFill/>
                <a:prstDash val="solid"/>
              </a:ln>
            </p:spPr>
          </p:sp>
          <p:sp>
            <p:nvSpPr>
              <p:cNvPr id="189" name="four:scalar-input:grid-cell:189">
                <a:extLst>
                  <a:ext uri="{FF2B5EF4-FFF2-40B4-BE49-F238E27FC236}">
                    <ns2:creationId id="{495AD81D-0962-462C-8C65-80F11ECCA034}"/>
                  </a:ext>
                </a:extLst>
              </p:cNvPr>
              <p:cNvSpPr>
                <a:spLocks noGrp="1"/>
              </p:cNvSpPr>
              <p:nvPr/>
            </p:nvSpPr>
            <p:spPr>
              <a:xfrm>
                <a:off x="1724025" y="2733675"/>
                <a:ext cx="104966" cy="104966"/>
              </a:xfrm>
              <a:prstGeom prst="rect">
                <a:avLst/>
              </a:prstGeom>
              <a:solidFill>
                <a:srgbClr val="D4B4CC"/>
              </a:solidFill>
              <a:ln w="0">
                <a:noFill/>
                <a:prstDash val="solid"/>
              </a:ln>
            </p:spPr>
          </p:sp>
          <p:sp>
            <p:nvSpPr>
              <p:cNvPr id="190" name="four:scalar-input:grid-cell:190">
                <a:extLst>
                  <a:ext uri="{FF2B5EF4-FFF2-40B4-BE49-F238E27FC236}">
                    <ns2:creationId id="{00BD98BE-02DF-4BC0-96C0-49B06E7575CE}"/>
                  </a:ext>
                </a:extLst>
              </p:cNvPr>
              <p:cNvSpPr>
                <a:spLocks noGrp="1"/>
              </p:cNvSpPr>
              <p:nvPr/>
            </p:nvSpPr>
            <p:spPr>
              <a:xfrm>
                <a:off x="1828800" y="2733675"/>
                <a:ext cx="104966" cy="104966"/>
              </a:xfrm>
              <a:prstGeom prst="rect">
                <a:avLst/>
              </a:prstGeom>
              <a:solidFill>
                <a:srgbClr val="D4B4CC"/>
              </a:solidFill>
              <a:ln w="0">
                <a:noFill/>
                <a:prstDash val="solid"/>
              </a:ln>
            </p:spPr>
          </p:sp>
          <p:sp>
            <p:nvSpPr>
              <p:cNvPr id="191" name="four:scalar-input:grid-cell:191">
                <a:extLst>
                  <a:ext uri="{FF2B5EF4-FFF2-40B4-BE49-F238E27FC236}">
                    <ns2:creationId id="{99B61795-E620-4F35-A45E-CF3FE5CFE341}"/>
                  </a:ext>
                </a:extLst>
              </p:cNvPr>
              <p:cNvSpPr>
                <a:spLocks noGrp="1"/>
              </p:cNvSpPr>
              <p:nvPr/>
            </p:nvSpPr>
            <p:spPr>
              <a:xfrm>
                <a:off x="1933575" y="2733675"/>
                <a:ext cx="104966" cy="104966"/>
              </a:xfrm>
              <a:prstGeom prst="rect">
                <a:avLst/>
              </a:prstGeom>
              <a:solidFill>
                <a:srgbClr val="D4B4CC"/>
              </a:solidFill>
              <a:ln w="0">
                <a:noFill/>
                <a:prstDash val="solid"/>
              </a:ln>
            </p:spPr>
          </p:sp>
          <p:sp>
            <p:nvSpPr>
              <p:cNvPr id="192" name="four:scalar-input:grid-cell:192">
                <a:extLst>
                  <a:ext uri="{FF2B5EF4-FFF2-40B4-BE49-F238E27FC236}">
                    <ns2:creationId id="{11AB2BDF-0492-44E0-A191-634ADD97BF65}"/>
                  </a:ext>
                </a:extLst>
              </p:cNvPr>
              <p:cNvSpPr>
                <a:spLocks noGrp="1"/>
              </p:cNvSpPr>
              <p:nvPr/>
            </p:nvSpPr>
            <p:spPr>
              <a:xfrm>
                <a:off x="2038350" y="2733675"/>
                <a:ext cx="104966" cy="104966"/>
              </a:xfrm>
              <a:prstGeom prst="rect">
                <a:avLst/>
              </a:prstGeom>
              <a:solidFill>
                <a:srgbClr val="D4B4CC"/>
              </a:solidFill>
              <a:ln w="0">
                <a:noFill/>
                <a:prstDash val="solid"/>
              </a:ln>
            </p:spPr>
          </p:sp>
          <p:sp>
            <p:nvSpPr>
              <p:cNvPr id="193" name="four:scalar-input:grid-cell:193">
                <a:extLst>
                  <a:ext uri="{FF2B5EF4-FFF2-40B4-BE49-F238E27FC236}">
                    <ns2:creationId id="{EB35F9A7-B5C9-4945-96A5-5D71C70F82CF}"/>
                  </a:ext>
                </a:extLst>
              </p:cNvPr>
              <p:cNvSpPr>
                <a:spLocks noGrp="1"/>
              </p:cNvSpPr>
              <p:nvPr/>
            </p:nvSpPr>
            <p:spPr>
              <a:xfrm>
                <a:off x="2143125" y="2733675"/>
                <a:ext cx="104966" cy="104966"/>
              </a:xfrm>
              <a:prstGeom prst="rect">
                <a:avLst/>
              </a:prstGeom>
              <a:solidFill>
                <a:srgbClr val="D4B4CC"/>
              </a:solidFill>
              <a:ln w="0">
                <a:noFill/>
                <a:prstDash val="solid"/>
              </a:ln>
            </p:spPr>
          </p:sp>
          <p:sp>
            <p:nvSpPr>
              <p:cNvPr id="194" name="four:scalar-input:grid-cell:194">
                <a:extLst>
                  <a:ext uri="{FF2B5EF4-FFF2-40B4-BE49-F238E27FC236}">
                    <ns2:creationId id="{82142DC4-3826-4340-AA2D-9588D0782E2E}"/>
                  </a:ext>
                </a:extLst>
              </p:cNvPr>
              <p:cNvSpPr>
                <a:spLocks noGrp="1"/>
              </p:cNvSpPr>
              <p:nvPr/>
            </p:nvSpPr>
            <p:spPr>
              <a:xfrm>
                <a:off x="2247900" y="2733675"/>
                <a:ext cx="104966" cy="104966"/>
              </a:xfrm>
              <a:prstGeom prst="rect">
                <a:avLst/>
              </a:prstGeom>
              <a:solidFill>
                <a:srgbClr val="D4B4CC"/>
              </a:solidFill>
              <a:ln w="0">
                <a:noFill/>
                <a:prstDash val="solid"/>
              </a:ln>
            </p:spPr>
          </p:sp>
          <p:sp>
            <p:nvSpPr>
              <p:cNvPr id="195" name="four:scalar-input:grid-cell:195">
                <a:extLst>
                  <a:ext uri="{FF2B5EF4-FFF2-40B4-BE49-F238E27FC236}">
                    <ns2:creationId id="{BF372761-9A00-4026-B9DC-FA7F148F32AE}"/>
                  </a:ext>
                </a:extLst>
              </p:cNvPr>
              <p:cNvSpPr>
                <a:spLocks noGrp="1"/>
              </p:cNvSpPr>
              <p:nvPr/>
            </p:nvSpPr>
            <p:spPr>
              <a:xfrm>
                <a:off x="2352675" y="2733675"/>
                <a:ext cx="104966" cy="104966"/>
              </a:xfrm>
              <a:prstGeom prst="rect">
                <a:avLst/>
              </a:prstGeom>
              <a:solidFill>
                <a:srgbClr val="DCE8ED"/>
              </a:solidFill>
              <a:ln w="0">
                <a:noFill/>
                <a:prstDash val="solid"/>
              </a:ln>
            </p:spPr>
          </p:sp>
          <p:sp>
            <p:nvSpPr>
              <p:cNvPr id="196" name="four:scalar-input:grid-cell:196">
                <a:extLst>
                  <a:ext uri="{FF2B5EF4-FFF2-40B4-BE49-F238E27FC236}">
                    <ns2:creationId id="{8DE49F79-28AB-44B6-B5D5-710F08545E13}"/>
                  </a:ext>
                </a:extLst>
              </p:cNvPr>
              <p:cNvSpPr>
                <a:spLocks noGrp="1"/>
              </p:cNvSpPr>
              <p:nvPr/>
            </p:nvSpPr>
            <p:spPr>
              <a:xfrm>
                <a:off x="361950" y="2838450"/>
                <a:ext cx="104966" cy="104966"/>
              </a:xfrm>
              <a:prstGeom prst="rect">
                <a:avLst/>
              </a:prstGeom>
              <a:solidFill>
                <a:srgbClr val="0072B2"/>
              </a:solidFill>
              <a:ln w="0">
                <a:noFill/>
                <a:prstDash val="solid"/>
              </a:ln>
            </p:spPr>
          </p:sp>
          <p:sp>
            <p:nvSpPr>
              <p:cNvPr id="197" name="four:scalar-input:grid-cell:197">
                <a:extLst>
                  <a:ext uri="{FF2B5EF4-FFF2-40B4-BE49-F238E27FC236}">
                    <ns2:creationId id="{29D83377-F7A8-4B78-B2A6-D6AE1A46DD35}"/>
                  </a:ext>
                </a:extLst>
              </p:cNvPr>
              <p:cNvSpPr>
                <a:spLocks noGrp="1"/>
              </p:cNvSpPr>
              <p:nvPr/>
            </p:nvSpPr>
            <p:spPr>
              <a:xfrm>
                <a:off x="466725" y="2838450"/>
                <a:ext cx="104966" cy="104966"/>
              </a:xfrm>
              <a:prstGeom prst="rect">
                <a:avLst/>
              </a:prstGeom>
              <a:solidFill>
                <a:srgbClr val="0072B2"/>
              </a:solidFill>
              <a:ln w="0">
                <a:noFill/>
                <a:prstDash val="solid"/>
              </a:ln>
            </p:spPr>
          </p:sp>
          <p:sp>
            <p:nvSpPr>
              <p:cNvPr id="198" name="four:scalar-input:grid-cell:198">
                <a:extLst>
                  <a:ext uri="{FF2B5EF4-FFF2-40B4-BE49-F238E27FC236}">
                    <ns2:creationId id="{6DB7A62C-A255-42AB-B672-451AB73EB499}"/>
                  </a:ext>
                </a:extLst>
              </p:cNvPr>
              <p:cNvSpPr>
                <a:spLocks noGrp="1"/>
              </p:cNvSpPr>
              <p:nvPr/>
            </p:nvSpPr>
            <p:spPr>
              <a:xfrm>
                <a:off x="571500" y="2838450"/>
                <a:ext cx="104966" cy="104966"/>
              </a:xfrm>
              <a:prstGeom prst="rect">
                <a:avLst/>
              </a:prstGeom>
              <a:solidFill>
                <a:srgbClr val="0072B2"/>
              </a:solidFill>
              <a:ln w="0">
                <a:noFill/>
                <a:prstDash val="solid"/>
              </a:ln>
            </p:spPr>
          </p:sp>
          <p:sp>
            <p:nvSpPr>
              <p:cNvPr id="199" name="four:scalar-input:grid-cell:199">
                <a:extLst>
                  <a:ext uri="{FF2B5EF4-FFF2-40B4-BE49-F238E27FC236}">
                    <ns2:creationId id="{2CBE1A42-5711-426E-BAE7-98744BAC8FEC}"/>
                  </a:ext>
                </a:extLst>
              </p:cNvPr>
              <p:cNvSpPr>
                <a:spLocks noGrp="1"/>
              </p:cNvSpPr>
              <p:nvPr/>
            </p:nvSpPr>
            <p:spPr>
              <a:xfrm>
                <a:off x="676275" y="2838450"/>
                <a:ext cx="104966" cy="104966"/>
              </a:xfrm>
              <a:prstGeom prst="rect">
                <a:avLst/>
              </a:prstGeom>
              <a:solidFill>
                <a:srgbClr val="0072B2"/>
              </a:solidFill>
              <a:ln w="0">
                <a:noFill/>
                <a:prstDash val="solid"/>
              </a:ln>
            </p:spPr>
          </p:sp>
          <p:sp>
            <p:nvSpPr>
              <p:cNvPr id="200" name="four:scalar-input:grid-cell:200">
                <a:extLst>
                  <a:ext uri="{FF2B5EF4-FFF2-40B4-BE49-F238E27FC236}">
                    <ns2:creationId id="{63EC83D3-26A5-43DD-9696-11FCB7CE1CC8}"/>
                  </a:ext>
                </a:extLst>
              </p:cNvPr>
              <p:cNvSpPr>
                <a:spLocks noGrp="1"/>
              </p:cNvSpPr>
              <p:nvPr/>
            </p:nvSpPr>
            <p:spPr>
              <a:xfrm>
                <a:off x="781050" y="2838450"/>
                <a:ext cx="104966" cy="104966"/>
              </a:xfrm>
              <a:prstGeom prst="rect">
                <a:avLst/>
              </a:prstGeom>
              <a:solidFill>
                <a:srgbClr val="0072B2"/>
              </a:solidFill>
              <a:ln w="0">
                <a:noFill/>
                <a:prstDash val="solid"/>
              </a:ln>
            </p:spPr>
          </p:sp>
          <p:sp>
            <p:nvSpPr>
              <p:cNvPr id="201" name="four:scalar-input:grid-cell:201">
                <a:extLst>
                  <a:ext uri="{FF2B5EF4-FFF2-40B4-BE49-F238E27FC236}">
                    <ns2:creationId id="{6C59894C-E9A6-41F2-9CC8-CBCFB52ECB9F}"/>
                  </a:ext>
                </a:extLst>
              </p:cNvPr>
              <p:cNvSpPr>
                <a:spLocks noGrp="1"/>
              </p:cNvSpPr>
              <p:nvPr/>
            </p:nvSpPr>
            <p:spPr>
              <a:xfrm>
                <a:off x="885825" y="2838450"/>
                <a:ext cx="104966" cy="104966"/>
              </a:xfrm>
              <a:prstGeom prst="rect">
                <a:avLst/>
              </a:prstGeom>
              <a:solidFill>
                <a:srgbClr val="0072B2"/>
              </a:solidFill>
              <a:ln w="0">
                <a:noFill/>
                <a:prstDash val="solid"/>
              </a:ln>
            </p:spPr>
          </p:sp>
          <p:sp>
            <p:nvSpPr>
              <p:cNvPr id="202" name="four:scalar-input:grid-cell:202">
                <a:extLst>
                  <a:ext uri="{FF2B5EF4-FFF2-40B4-BE49-F238E27FC236}">
                    <ns2:creationId id="{3EBB5C00-5329-496E-8C2A-17C966ABC295}"/>
                  </a:ext>
                </a:extLst>
              </p:cNvPr>
              <p:cNvSpPr>
                <a:spLocks noGrp="1"/>
              </p:cNvSpPr>
              <p:nvPr/>
            </p:nvSpPr>
            <p:spPr>
              <a:xfrm>
                <a:off x="990600" y="2838450"/>
                <a:ext cx="104966" cy="104966"/>
              </a:xfrm>
              <a:prstGeom prst="rect">
                <a:avLst/>
              </a:prstGeom>
              <a:solidFill>
                <a:srgbClr val="0072B2"/>
              </a:solidFill>
              <a:ln w="0">
                <a:noFill/>
                <a:prstDash val="solid"/>
              </a:ln>
            </p:spPr>
          </p:sp>
          <p:sp>
            <p:nvSpPr>
              <p:cNvPr id="203" name="four:scalar-input:grid-cell:203">
                <a:extLst>
                  <a:ext uri="{FF2B5EF4-FFF2-40B4-BE49-F238E27FC236}">
                    <ns2:creationId id="{1F0F8D37-B107-4B9C-BDD5-89E39969BF20}"/>
                  </a:ext>
                </a:extLst>
              </p:cNvPr>
              <p:cNvSpPr>
                <a:spLocks noGrp="1"/>
              </p:cNvSpPr>
              <p:nvPr/>
            </p:nvSpPr>
            <p:spPr>
              <a:xfrm>
                <a:off x="1095375" y="2838450"/>
                <a:ext cx="104966" cy="104966"/>
              </a:xfrm>
              <a:prstGeom prst="rect">
                <a:avLst/>
              </a:prstGeom>
              <a:solidFill>
                <a:srgbClr val="D4B4CC"/>
              </a:solidFill>
              <a:ln w="0">
                <a:noFill/>
                <a:prstDash val="solid"/>
              </a:ln>
            </p:spPr>
          </p:sp>
          <p:sp>
            <p:nvSpPr>
              <p:cNvPr id="204" name="four:scalar-input:grid-cell:204">
                <a:extLst>
                  <a:ext uri="{FF2B5EF4-FFF2-40B4-BE49-F238E27FC236}">
                    <ns2:creationId id="{4B2D7D4B-49DC-441A-9CCC-9CAF43BD7D25}"/>
                  </a:ext>
                </a:extLst>
              </p:cNvPr>
              <p:cNvSpPr>
                <a:spLocks noGrp="1"/>
              </p:cNvSpPr>
              <p:nvPr/>
            </p:nvSpPr>
            <p:spPr>
              <a:xfrm>
                <a:off x="1200150" y="2838450"/>
                <a:ext cx="104966" cy="104966"/>
              </a:xfrm>
              <a:prstGeom prst="rect">
                <a:avLst/>
              </a:prstGeom>
              <a:solidFill>
                <a:srgbClr val="D4B4CC"/>
              </a:solidFill>
              <a:ln w="0">
                <a:noFill/>
                <a:prstDash val="solid"/>
              </a:ln>
            </p:spPr>
          </p:sp>
          <p:sp>
            <p:nvSpPr>
              <p:cNvPr id="205" name="four:scalar-input:grid-cell:205">
                <a:extLst>
                  <a:ext uri="{FF2B5EF4-FFF2-40B4-BE49-F238E27FC236}">
                    <ns2:creationId id="{0EE8B5F7-E770-4786-B218-C76258FAF39D}"/>
                  </a:ext>
                </a:extLst>
              </p:cNvPr>
              <p:cNvSpPr>
                <a:spLocks noGrp="1"/>
              </p:cNvSpPr>
              <p:nvPr/>
            </p:nvSpPr>
            <p:spPr>
              <a:xfrm>
                <a:off x="1304925" y="2838450"/>
                <a:ext cx="104966" cy="104966"/>
              </a:xfrm>
              <a:prstGeom prst="rect">
                <a:avLst/>
              </a:prstGeom>
              <a:solidFill>
                <a:srgbClr val="D4B4CC"/>
              </a:solidFill>
              <a:ln w="0">
                <a:noFill/>
                <a:prstDash val="solid"/>
              </a:ln>
            </p:spPr>
          </p:sp>
          <p:sp>
            <p:nvSpPr>
              <p:cNvPr id="206" name="four:scalar-input:grid-cell:206">
                <a:extLst>
                  <a:ext uri="{FF2B5EF4-FFF2-40B4-BE49-F238E27FC236}">
                    <ns2:creationId id="{42F520D3-51DD-45C7-B2BE-B35308437BCE}"/>
                  </a:ext>
                </a:extLst>
              </p:cNvPr>
              <p:cNvSpPr>
                <a:spLocks noGrp="1"/>
              </p:cNvSpPr>
              <p:nvPr/>
            </p:nvSpPr>
            <p:spPr>
              <a:xfrm>
                <a:off x="1409700" y="2838450"/>
                <a:ext cx="104966" cy="104966"/>
              </a:xfrm>
              <a:prstGeom prst="rect">
                <a:avLst/>
              </a:prstGeom>
              <a:solidFill>
                <a:srgbClr val="D4B4CC"/>
              </a:solidFill>
              <a:ln w="0">
                <a:noFill/>
                <a:prstDash val="solid"/>
              </a:ln>
            </p:spPr>
          </p:sp>
          <p:sp>
            <p:nvSpPr>
              <p:cNvPr id="207" name="four:scalar-input:grid-cell:207">
                <a:extLst>
                  <a:ext uri="{FF2B5EF4-FFF2-40B4-BE49-F238E27FC236}">
                    <ns2:creationId id="{8DB4E560-9125-41C4-97FD-1022196C0318}"/>
                  </a:ext>
                </a:extLst>
              </p:cNvPr>
              <p:cNvSpPr>
                <a:spLocks noGrp="1"/>
              </p:cNvSpPr>
              <p:nvPr/>
            </p:nvSpPr>
            <p:spPr>
              <a:xfrm>
                <a:off x="1514475" y="2838450"/>
                <a:ext cx="104966" cy="104966"/>
              </a:xfrm>
              <a:prstGeom prst="rect">
                <a:avLst/>
              </a:prstGeom>
              <a:solidFill>
                <a:srgbClr val="D4B4CC"/>
              </a:solidFill>
              <a:ln w="0">
                <a:noFill/>
                <a:prstDash val="solid"/>
              </a:ln>
            </p:spPr>
          </p:sp>
          <p:sp>
            <p:nvSpPr>
              <p:cNvPr id="208" name="four:scalar-input:grid-cell:208">
                <a:extLst>
                  <a:ext uri="{FF2B5EF4-FFF2-40B4-BE49-F238E27FC236}">
                    <ns2:creationId id="{462A3642-C09D-4DEE-99A7-D9D92DD097DB}"/>
                  </a:ext>
                </a:extLst>
              </p:cNvPr>
              <p:cNvSpPr>
                <a:spLocks noGrp="1"/>
              </p:cNvSpPr>
              <p:nvPr/>
            </p:nvSpPr>
            <p:spPr>
              <a:xfrm>
                <a:off x="1619250" y="2838450"/>
                <a:ext cx="104966" cy="104966"/>
              </a:xfrm>
              <a:prstGeom prst="rect">
                <a:avLst/>
              </a:prstGeom>
              <a:solidFill>
                <a:srgbClr val="D4B4CC"/>
              </a:solidFill>
              <a:ln w="0">
                <a:noFill/>
                <a:prstDash val="solid"/>
              </a:ln>
            </p:spPr>
          </p:sp>
          <p:sp>
            <p:nvSpPr>
              <p:cNvPr id="209" name="four:scalar-input:grid-cell:209">
                <a:extLst>
                  <a:ext uri="{FF2B5EF4-FFF2-40B4-BE49-F238E27FC236}">
                    <ns2:creationId id="{B66E52C7-627B-4011-AAA2-D27A76AB8371}"/>
                  </a:ext>
                </a:extLst>
              </p:cNvPr>
              <p:cNvSpPr>
                <a:spLocks noGrp="1"/>
              </p:cNvSpPr>
              <p:nvPr/>
            </p:nvSpPr>
            <p:spPr>
              <a:xfrm>
                <a:off x="1724025" y="2838450"/>
                <a:ext cx="104966" cy="104966"/>
              </a:xfrm>
              <a:prstGeom prst="rect">
                <a:avLst/>
              </a:prstGeom>
              <a:solidFill>
                <a:srgbClr val="D4B4CC"/>
              </a:solidFill>
              <a:ln w="0">
                <a:noFill/>
                <a:prstDash val="solid"/>
              </a:ln>
            </p:spPr>
          </p:sp>
          <p:sp>
            <p:nvSpPr>
              <p:cNvPr id="210" name="four:scalar-input:grid-cell:210">
                <a:extLst>
                  <a:ext uri="{FF2B5EF4-FFF2-40B4-BE49-F238E27FC236}">
                    <ns2:creationId id="{73D2688D-04F5-4073-9EFC-E3A3C0E99A0A}"/>
                  </a:ext>
                </a:extLst>
              </p:cNvPr>
              <p:cNvSpPr>
                <a:spLocks noGrp="1"/>
              </p:cNvSpPr>
              <p:nvPr/>
            </p:nvSpPr>
            <p:spPr>
              <a:xfrm>
                <a:off x="1828800" y="2838450"/>
                <a:ext cx="104966" cy="104966"/>
              </a:xfrm>
              <a:prstGeom prst="rect">
                <a:avLst/>
              </a:prstGeom>
              <a:solidFill>
                <a:srgbClr val="D4B4CC"/>
              </a:solidFill>
              <a:ln w="0">
                <a:noFill/>
                <a:prstDash val="solid"/>
              </a:ln>
            </p:spPr>
          </p:sp>
          <p:sp>
            <p:nvSpPr>
              <p:cNvPr id="211" name="four:scalar-input:grid-cell:211">
                <a:extLst>
                  <a:ext uri="{FF2B5EF4-FFF2-40B4-BE49-F238E27FC236}">
                    <ns2:creationId id="{9CB4BA05-FC4F-4815-8F7E-3E29BFB0F4EE}"/>
                  </a:ext>
                </a:extLst>
              </p:cNvPr>
              <p:cNvSpPr>
                <a:spLocks noGrp="1"/>
              </p:cNvSpPr>
              <p:nvPr/>
            </p:nvSpPr>
            <p:spPr>
              <a:xfrm>
                <a:off x="1933575" y="2838450"/>
                <a:ext cx="104966" cy="104966"/>
              </a:xfrm>
              <a:prstGeom prst="rect">
                <a:avLst/>
              </a:prstGeom>
              <a:solidFill>
                <a:srgbClr val="D4B4CC"/>
              </a:solidFill>
              <a:ln w="0">
                <a:noFill/>
                <a:prstDash val="solid"/>
              </a:ln>
            </p:spPr>
          </p:sp>
          <p:sp>
            <p:nvSpPr>
              <p:cNvPr id="212" name="four:scalar-input:grid-cell:212">
                <a:extLst>
                  <a:ext uri="{FF2B5EF4-FFF2-40B4-BE49-F238E27FC236}">
                    <ns2:creationId id="{66EEFE19-4470-4979-BC7F-F13CD27530ED}"/>
                  </a:ext>
                </a:extLst>
              </p:cNvPr>
              <p:cNvSpPr>
                <a:spLocks noGrp="1"/>
              </p:cNvSpPr>
              <p:nvPr/>
            </p:nvSpPr>
            <p:spPr>
              <a:xfrm>
                <a:off x="2038350" y="2838450"/>
                <a:ext cx="104966" cy="104966"/>
              </a:xfrm>
              <a:prstGeom prst="rect">
                <a:avLst/>
              </a:prstGeom>
              <a:solidFill>
                <a:srgbClr val="DCE8ED"/>
              </a:solidFill>
              <a:ln w="0">
                <a:noFill/>
                <a:prstDash val="solid"/>
              </a:ln>
            </p:spPr>
          </p:sp>
          <p:sp>
            <p:nvSpPr>
              <p:cNvPr id="213" name="four:scalar-input:grid-cell:213">
                <a:extLst>
                  <a:ext uri="{FF2B5EF4-FFF2-40B4-BE49-F238E27FC236}">
                    <ns2:creationId id="{24A074E8-93B1-4E8F-B568-D6756AA9C785}"/>
                  </a:ext>
                </a:extLst>
              </p:cNvPr>
              <p:cNvSpPr>
                <a:spLocks noGrp="1"/>
              </p:cNvSpPr>
              <p:nvPr/>
            </p:nvSpPr>
            <p:spPr>
              <a:xfrm>
                <a:off x="2143125" y="2838450"/>
                <a:ext cx="104966" cy="104966"/>
              </a:xfrm>
              <a:prstGeom prst="rect">
                <a:avLst/>
              </a:prstGeom>
              <a:solidFill>
                <a:srgbClr val="DCE8ED"/>
              </a:solidFill>
              <a:ln w="0">
                <a:noFill/>
                <a:prstDash val="solid"/>
              </a:ln>
            </p:spPr>
          </p:sp>
          <p:sp>
            <p:nvSpPr>
              <p:cNvPr id="214" name="four:scalar-input:grid-cell:214">
                <a:extLst>
                  <a:ext uri="{FF2B5EF4-FFF2-40B4-BE49-F238E27FC236}">
                    <ns2:creationId id="{7A3B1D16-B19A-4790-8187-C9C07A6FFF2A}"/>
                  </a:ext>
                </a:extLst>
              </p:cNvPr>
              <p:cNvSpPr>
                <a:spLocks noGrp="1"/>
              </p:cNvSpPr>
              <p:nvPr/>
            </p:nvSpPr>
            <p:spPr>
              <a:xfrm>
                <a:off x="2247900" y="2838450"/>
                <a:ext cx="104966" cy="104966"/>
              </a:xfrm>
              <a:prstGeom prst="rect">
                <a:avLst/>
              </a:prstGeom>
              <a:solidFill>
                <a:srgbClr val="DCE8ED"/>
              </a:solidFill>
              <a:ln w="0">
                <a:noFill/>
                <a:prstDash val="solid"/>
              </a:ln>
            </p:spPr>
          </p:sp>
          <p:sp>
            <p:nvSpPr>
              <p:cNvPr id="215" name="four:scalar-input:grid-cell:215">
                <a:extLst>
                  <a:ext uri="{FF2B5EF4-FFF2-40B4-BE49-F238E27FC236}">
                    <ns2:creationId id="{FB96A717-0425-43D8-B8BA-4FF89E5B075F}"/>
                  </a:ext>
                </a:extLst>
              </p:cNvPr>
              <p:cNvSpPr>
                <a:spLocks noGrp="1"/>
              </p:cNvSpPr>
              <p:nvPr/>
            </p:nvSpPr>
            <p:spPr>
              <a:xfrm>
                <a:off x="2352675" y="2838450"/>
                <a:ext cx="104966" cy="104966"/>
              </a:xfrm>
              <a:prstGeom prst="rect">
                <a:avLst/>
              </a:prstGeom>
              <a:solidFill>
                <a:srgbClr val="DCE8ED"/>
              </a:solidFill>
              <a:ln w="0">
                <a:noFill/>
                <a:prstDash val="solid"/>
              </a:ln>
            </p:spPr>
          </p:sp>
          <p:sp>
            <p:nvSpPr>
              <p:cNvPr id="216" name="four:scalar-input:grid-cell:216">
                <a:extLst>
                  <a:ext uri="{FF2B5EF4-FFF2-40B4-BE49-F238E27FC236}">
                    <ns2:creationId id="{A99E420D-E602-4133-8086-39A1CDE14622}"/>
                  </a:ext>
                </a:extLst>
              </p:cNvPr>
              <p:cNvSpPr>
                <a:spLocks noGrp="1"/>
              </p:cNvSpPr>
              <p:nvPr/>
            </p:nvSpPr>
            <p:spPr>
              <a:xfrm>
                <a:off x="361950" y="2943225"/>
                <a:ext cx="104966" cy="104966"/>
              </a:xfrm>
              <a:prstGeom prst="rect">
                <a:avLst/>
              </a:prstGeom>
              <a:solidFill>
                <a:srgbClr val="0072B2"/>
              </a:solidFill>
              <a:ln w="0">
                <a:noFill/>
                <a:prstDash val="solid"/>
              </a:ln>
            </p:spPr>
          </p:sp>
          <p:sp>
            <p:nvSpPr>
              <p:cNvPr id="217" name="four:scalar-input:grid-cell:217">
                <a:extLst>
                  <a:ext uri="{FF2B5EF4-FFF2-40B4-BE49-F238E27FC236}">
                    <ns2:creationId id="{DC22EA7C-BB94-4DF9-AECE-FA8BD2A7B27A}"/>
                  </a:ext>
                </a:extLst>
              </p:cNvPr>
              <p:cNvSpPr>
                <a:spLocks noGrp="1"/>
              </p:cNvSpPr>
              <p:nvPr/>
            </p:nvSpPr>
            <p:spPr>
              <a:xfrm>
                <a:off x="466725" y="2943225"/>
                <a:ext cx="104966" cy="104966"/>
              </a:xfrm>
              <a:prstGeom prst="rect">
                <a:avLst/>
              </a:prstGeom>
              <a:solidFill>
                <a:srgbClr val="0072B2"/>
              </a:solidFill>
              <a:ln w="0">
                <a:noFill/>
                <a:prstDash val="solid"/>
              </a:ln>
            </p:spPr>
          </p:sp>
          <p:sp>
            <p:nvSpPr>
              <p:cNvPr id="218" name="four:scalar-input:grid-cell:218">
                <a:extLst>
                  <a:ext uri="{FF2B5EF4-FFF2-40B4-BE49-F238E27FC236}">
                    <ns2:creationId id="{B7E512BB-8B1F-4AEE-AC14-747AEBCB8EB0}"/>
                  </a:ext>
                </a:extLst>
              </p:cNvPr>
              <p:cNvSpPr>
                <a:spLocks noGrp="1"/>
              </p:cNvSpPr>
              <p:nvPr/>
            </p:nvSpPr>
            <p:spPr>
              <a:xfrm>
                <a:off x="571500" y="2943225"/>
                <a:ext cx="104966" cy="104966"/>
              </a:xfrm>
              <a:prstGeom prst="rect">
                <a:avLst/>
              </a:prstGeom>
              <a:solidFill>
                <a:srgbClr val="0072B2"/>
              </a:solidFill>
              <a:ln w="0">
                <a:noFill/>
                <a:prstDash val="solid"/>
              </a:ln>
            </p:spPr>
          </p:sp>
          <p:sp>
            <p:nvSpPr>
              <p:cNvPr id="219" name="four:scalar-input:grid-cell:219">
                <a:extLst>
                  <a:ext uri="{FF2B5EF4-FFF2-40B4-BE49-F238E27FC236}">
                    <ns2:creationId id="{711D6071-C7CF-4428-B766-30B79DBC91D0}"/>
                  </a:ext>
                </a:extLst>
              </p:cNvPr>
              <p:cNvSpPr>
                <a:spLocks noGrp="1"/>
              </p:cNvSpPr>
              <p:nvPr/>
            </p:nvSpPr>
            <p:spPr>
              <a:xfrm>
                <a:off x="676275" y="2943225"/>
                <a:ext cx="104966" cy="104966"/>
              </a:xfrm>
              <a:prstGeom prst="rect">
                <a:avLst/>
              </a:prstGeom>
              <a:solidFill>
                <a:srgbClr val="0072B2"/>
              </a:solidFill>
              <a:ln w="0">
                <a:noFill/>
                <a:prstDash val="solid"/>
              </a:ln>
            </p:spPr>
          </p:sp>
          <p:sp>
            <p:nvSpPr>
              <p:cNvPr id="220" name="four:scalar-input:grid-cell:220">
                <a:extLst>
                  <a:ext uri="{FF2B5EF4-FFF2-40B4-BE49-F238E27FC236}">
                    <ns2:creationId id="{937C1D01-B0F9-4A08-82CF-4FCEAB8A3DA7}"/>
                  </a:ext>
                </a:extLst>
              </p:cNvPr>
              <p:cNvSpPr>
                <a:spLocks noGrp="1"/>
              </p:cNvSpPr>
              <p:nvPr/>
            </p:nvSpPr>
            <p:spPr>
              <a:xfrm>
                <a:off x="781050" y="2943225"/>
                <a:ext cx="104966" cy="104966"/>
              </a:xfrm>
              <a:prstGeom prst="rect">
                <a:avLst/>
              </a:prstGeom>
              <a:solidFill>
                <a:srgbClr val="0072B2"/>
              </a:solidFill>
              <a:ln w="0">
                <a:noFill/>
                <a:prstDash val="solid"/>
              </a:ln>
            </p:spPr>
          </p:sp>
          <p:sp>
            <p:nvSpPr>
              <p:cNvPr id="221" name="four:scalar-input:grid-cell:221">
                <a:extLst>
                  <a:ext uri="{FF2B5EF4-FFF2-40B4-BE49-F238E27FC236}">
                    <ns2:creationId id="{E0CEA335-6080-4D82-AD75-04B437469BD8}"/>
                  </a:ext>
                </a:extLst>
              </p:cNvPr>
              <p:cNvSpPr>
                <a:spLocks noGrp="1"/>
              </p:cNvSpPr>
              <p:nvPr/>
            </p:nvSpPr>
            <p:spPr>
              <a:xfrm>
                <a:off x="885825" y="2943225"/>
                <a:ext cx="104966" cy="104966"/>
              </a:xfrm>
              <a:prstGeom prst="rect">
                <a:avLst/>
              </a:prstGeom>
              <a:solidFill>
                <a:srgbClr val="0072B2"/>
              </a:solidFill>
              <a:ln w="0">
                <a:noFill/>
                <a:prstDash val="solid"/>
              </a:ln>
            </p:spPr>
          </p:sp>
          <p:sp>
            <p:nvSpPr>
              <p:cNvPr id="222" name="four:scalar-input:grid-cell:222">
                <a:extLst>
                  <a:ext uri="{FF2B5EF4-FFF2-40B4-BE49-F238E27FC236}">
                    <ns2:creationId id="{9C8E9BCF-195E-4446-9D23-C7D74C5B9BE6}"/>
                  </a:ext>
                </a:extLst>
              </p:cNvPr>
              <p:cNvSpPr>
                <a:spLocks noGrp="1"/>
              </p:cNvSpPr>
              <p:nvPr/>
            </p:nvSpPr>
            <p:spPr>
              <a:xfrm>
                <a:off x="990600" y="2943225"/>
                <a:ext cx="104966" cy="104966"/>
              </a:xfrm>
              <a:prstGeom prst="rect">
                <a:avLst/>
              </a:prstGeom>
              <a:solidFill>
                <a:srgbClr val="D4B4CC"/>
              </a:solidFill>
              <a:ln w="0">
                <a:noFill/>
                <a:prstDash val="solid"/>
              </a:ln>
            </p:spPr>
          </p:sp>
          <p:sp>
            <p:nvSpPr>
              <p:cNvPr id="223" name="four:scalar-input:grid-cell:223">
                <a:extLst>
                  <a:ext uri="{FF2B5EF4-FFF2-40B4-BE49-F238E27FC236}">
                    <ns2:creationId id="{2F90031E-FB0D-4408-9D57-2CAE179D152D}"/>
                  </a:ext>
                </a:extLst>
              </p:cNvPr>
              <p:cNvSpPr>
                <a:spLocks noGrp="1"/>
              </p:cNvSpPr>
              <p:nvPr/>
            </p:nvSpPr>
            <p:spPr>
              <a:xfrm>
                <a:off x="1095375" y="2943225"/>
                <a:ext cx="104966" cy="104966"/>
              </a:xfrm>
              <a:prstGeom prst="rect">
                <a:avLst/>
              </a:prstGeom>
              <a:solidFill>
                <a:srgbClr val="D4B4CC"/>
              </a:solidFill>
              <a:ln w="0">
                <a:noFill/>
                <a:prstDash val="solid"/>
              </a:ln>
            </p:spPr>
          </p:sp>
          <p:sp>
            <p:nvSpPr>
              <p:cNvPr id="224" name="four:scalar-input:grid-cell:224">
                <a:extLst>
                  <a:ext uri="{FF2B5EF4-FFF2-40B4-BE49-F238E27FC236}">
                    <ns2:creationId id="{F30DBA6D-4072-4EA5-8B78-763543027653}"/>
                  </a:ext>
                </a:extLst>
              </p:cNvPr>
              <p:cNvSpPr>
                <a:spLocks noGrp="1"/>
              </p:cNvSpPr>
              <p:nvPr/>
            </p:nvSpPr>
            <p:spPr>
              <a:xfrm>
                <a:off x="1200150" y="2943225"/>
                <a:ext cx="104966" cy="104966"/>
              </a:xfrm>
              <a:prstGeom prst="rect">
                <a:avLst/>
              </a:prstGeom>
              <a:solidFill>
                <a:srgbClr val="D4B4CC"/>
              </a:solidFill>
              <a:ln w="0">
                <a:noFill/>
                <a:prstDash val="solid"/>
              </a:ln>
            </p:spPr>
          </p:sp>
          <p:sp>
            <p:nvSpPr>
              <p:cNvPr id="225" name="four:scalar-input:grid-cell:225">
                <a:extLst>
                  <a:ext uri="{FF2B5EF4-FFF2-40B4-BE49-F238E27FC236}">
                    <ns2:creationId id="{5B74191D-C040-412C-B41D-1D518676E254}"/>
                  </a:ext>
                </a:extLst>
              </p:cNvPr>
              <p:cNvSpPr>
                <a:spLocks noGrp="1"/>
              </p:cNvSpPr>
              <p:nvPr/>
            </p:nvSpPr>
            <p:spPr>
              <a:xfrm>
                <a:off x="1304925" y="2943225"/>
                <a:ext cx="104966" cy="104966"/>
              </a:xfrm>
              <a:prstGeom prst="rect">
                <a:avLst/>
              </a:prstGeom>
              <a:solidFill>
                <a:srgbClr val="D4B4CC"/>
              </a:solidFill>
              <a:ln w="0">
                <a:noFill/>
                <a:prstDash val="solid"/>
              </a:ln>
            </p:spPr>
          </p:sp>
          <p:sp>
            <p:nvSpPr>
              <p:cNvPr id="226" name="four:scalar-input:grid-cell:226">
                <a:extLst>
                  <a:ext uri="{FF2B5EF4-FFF2-40B4-BE49-F238E27FC236}">
                    <ns2:creationId id="{0CA893C6-AD5C-4422-BB9A-D6108118DC55}"/>
                  </a:ext>
                </a:extLst>
              </p:cNvPr>
              <p:cNvSpPr>
                <a:spLocks noGrp="1"/>
              </p:cNvSpPr>
              <p:nvPr/>
            </p:nvSpPr>
            <p:spPr>
              <a:xfrm>
                <a:off x="1409700" y="2943225"/>
                <a:ext cx="104966" cy="104966"/>
              </a:xfrm>
              <a:prstGeom prst="rect">
                <a:avLst/>
              </a:prstGeom>
              <a:solidFill>
                <a:srgbClr val="DCE8ED"/>
              </a:solidFill>
              <a:ln w="0">
                <a:noFill/>
                <a:prstDash val="solid"/>
              </a:ln>
            </p:spPr>
          </p:sp>
          <p:sp>
            <p:nvSpPr>
              <p:cNvPr id="227" name="four:scalar-input:grid-cell:227">
                <a:extLst>
                  <a:ext uri="{FF2B5EF4-FFF2-40B4-BE49-F238E27FC236}">
                    <ns2:creationId id="{E1A35A22-DFEA-4E9E-BB1A-927FD0F0DB98}"/>
                  </a:ext>
                </a:extLst>
              </p:cNvPr>
              <p:cNvSpPr>
                <a:spLocks noGrp="1"/>
              </p:cNvSpPr>
              <p:nvPr/>
            </p:nvSpPr>
            <p:spPr>
              <a:xfrm>
                <a:off x="1514475" y="2943225"/>
                <a:ext cx="104966" cy="104966"/>
              </a:xfrm>
              <a:prstGeom prst="rect">
                <a:avLst/>
              </a:prstGeom>
              <a:solidFill>
                <a:srgbClr val="DCE8ED"/>
              </a:solidFill>
              <a:ln w="0">
                <a:noFill/>
                <a:prstDash val="solid"/>
              </a:ln>
            </p:spPr>
          </p:sp>
          <p:sp>
            <p:nvSpPr>
              <p:cNvPr id="228" name="four:scalar-input:grid-cell:228">
                <a:extLst>
                  <a:ext uri="{FF2B5EF4-FFF2-40B4-BE49-F238E27FC236}">
                    <ns2:creationId id="{34ABB0F9-F5A7-40D0-901B-C20FC94978BA}"/>
                  </a:ext>
                </a:extLst>
              </p:cNvPr>
              <p:cNvSpPr>
                <a:spLocks noGrp="1"/>
              </p:cNvSpPr>
              <p:nvPr/>
            </p:nvSpPr>
            <p:spPr>
              <a:xfrm>
                <a:off x="1619250" y="2943225"/>
                <a:ext cx="104966" cy="104966"/>
              </a:xfrm>
              <a:prstGeom prst="rect">
                <a:avLst/>
              </a:prstGeom>
              <a:solidFill>
                <a:srgbClr val="DCE8ED"/>
              </a:solidFill>
              <a:ln w="0">
                <a:noFill/>
                <a:prstDash val="solid"/>
              </a:ln>
            </p:spPr>
          </p:sp>
          <p:sp>
            <p:nvSpPr>
              <p:cNvPr id="229" name="four:scalar-input:grid-cell:229">
                <a:extLst>
                  <a:ext uri="{FF2B5EF4-FFF2-40B4-BE49-F238E27FC236}">
                    <ns2:creationId id="{3057E3CF-1DD6-43E6-B676-0D9C8B93A349}"/>
                  </a:ext>
                </a:extLst>
              </p:cNvPr>
              <p:cNvSpPr>
                <a:spLocks noGrp="1"/>
              </p:cNvSpPr>
              <p:nvPr/>
            </p:nvSpPr>
            <p:spPr>
              <a:xfrm>
                <a:off x="1724025" y="2943225"/>
                <a:ext cx="104966" cy="104966"/>
              </a:xfrm>
              <a:prstGeom prst="rect">
                <a:avLst/>
              </a:prstGeom>
              <a:solidFill>
                <a:srgbClr val="DCE8ED"/>
              </a:solidFill>
              <a:ln w="0">
                <a:noFill/>
                <a:prstDash val="solid"/>
              </a:ln>
            </p:spPr>
          </p:sp>
          <p:sp>
            <p:nvSpPr>
              <p:cNvPr id="230" name="four:scalar-input:grid-cell:230">
                <a:extLst>
                  <a:ext uri="{FF2B5EF4-FFF2-40B4-BE49-F238E27FC236}">
                    <ns2:creationId id="{5E270D97-7CB9-4053-989B-81C1302BC56C}"/>
                  </a:ext>
                </a:extLst>
              </p:cNvPr>
              <p:cNvSpPr>
                <a:spLocks noGrp="1"/>
              </p:cNvSpPr>
              <p:nvPr/>
            </p:nvSpPr>
            <p:spPr>
              <a:xfrm>
                <a:off x="1828800" y="2943225"/>
                <a:ext cx="104966" cy="104966"/>
              </a:xfrm>
              <a:prstGeom prst="rect">
                <a:avLst/>
              </a:prstGeom>
              <a:solidFill>
                <a:srgbClr val="DCE8ED"/>
              </a:solidFill>
              <a:ln w="0">
                <a:noFill/>
                <a:prstDash val="solid"/>
              </a:ln>
            </p:spPr>
          </p:sp>
          <p:sp>
            <p:nvSpPr>
              <p:cNvPr id="231" name="four:scalar-input:grid-cell:231">
                <a:extLst>
                  <a:ext uri="{FF2B5EF4-FFF2-40B4-BE49-F238E27FC236}">
                    <ns2:creationId id="{035AB8A3-AD80-44D7-AC2A-28062FA94B2D}"/>
                  </a:ext>
                </a:extLst>
              </p:cNvPr>
              <p:cNvSpPr>
                <a:spLocks noGrp="1"/>
              </p:cNvSpPr>
              <p:nvPr/>
            </p:nvSpPr>
            <p:spPr>
              <a:xfrm>
                <a:off x="1933575" y="2943225"/>
                <a:ext cx="104966" cy="104966"/>
              </a:xfrm>
              <a:prstGeom prst="rect">
                <a:avLst/>
              </a:prstGeom>
              <a:solidFill>
                <a:srgbClr val="DCE8ED"/>
              </a:solidFill>
              <a:ln w="0">
                <a:noFill/>
                <a:prstDash val="solid"/>
              </a:ln>
            </p:spPr>
          </p:sp>
          <p:sp>
            <p:nvSpPr>
              <p:cNvPr id="232" name="four:scalar-input:grid-cell:232">
                <a:extLst>
                  <a:ext uri="{FF2B5EF4-FFF2-40B4-BE49-F238E27FC236}">
                    <ns2:creationId id="{25B60161-58F9-429D-9605-5421EC0ADE76}"/>
                  </a:ext>
                </a:extLst>
              </p:cNvPr>
              <p:cNvSpPr>
                <a:spLocks noGrp="1"/>
              </p:cNvSpPr>
              <p:nvPr/>
            </p:nvSpPr>
            <p:spPr>
              <a:xfrm>
                <a:off x="2038350" y="2943225"/>
                <a:ext cx="104966" cy="104966"/>
              </a:xfrm>
              <a:prstGeom prst="rect">
                <a:avLst/>
              </a:prstGeom>
              <a:solidFill>
                <a:srgbClr val="DCE8ED"/>
              </a:solidFill>
              <a:ln w="0">
                <a:noFill/>
                <a:prstDash val="solid"/>
              </a:ln>
            </p:spPr>
          </p:sp>
          <p:sp>
            <p:nvSpPr>
              <p:cNvPr id="233" name="four:scalar-input:grid-cell:233">
                <a:extLst>
                  <a:ext uri="{FF2B5EF4-FFF2-40B4-BE49-F238E27FC236}">
                    <ns2:creationId id="{5D289EDA-2523-448F-A6AC-F262CA806559}"/>
                  </a:ext>
                </a:extLst>
              </p:cNvPr>
              <p:cNvSpPr>
                <a:spLocks noGrp="1"/>
              </p:cNvSpPr>
              <p:nvPr/>
            </p:nvSpPr>
            <p:spPr>
              <a:xfrm>
                <a:off x="2143125" y="2943225"/>
                <a:ext cx="104966" cy="104966"/>
              </a:xfrm>
              <a:prstGeom prst="rect">
                <a:avLst/>
              </a:prstGeom>
              <a:solidFill>
                <a:srgbClr val="DCE8ED"/>
              </a:solidFill>
              <a:ln w="0">
                <a:noFill/>
                <a:prstDash val="solid"/>
              </a:ln>
            </p:spPr>
          </p:sp>
          <p:sp>
            <p:nvSpPr>
              <p:cNvPr id="234" name="four:scalar-input:grid-cell:234">
                <a:extLst>
                  <a:ext uri="{FF2B5EF4-FFF2-40B4-BE49-F238E27FC236}">
                    <ns2:creationId id="{9A2FE317-76AF-4C33-85B2-C4ABDADACC2F}"/>
                  </a:ext>
                </a:extLst>
              </p:cNvPr>
              <p:cNvSpPr>
                <a:spLocks noGrp="1"/>
              </p:cNvSpPr>
              <p:nvPr/>
            </p:nvSpPr>
            <p:spPr>
              <a:xfrm>
                <a:off x="2247900" y="2943225"/>
                <a:ext cx="104966" cy="104966"/>
              </a:xfrm>
              <a:prstGeom prst="rect">
                <a:avLst/>
              </a:prstGeom>
              <a:solidFill>
                <a:srgbClr val="DCE8ED"/>
              </a:solidFill>
              <a:ln w="0">
                <a:noFill/>
                <a:prstDash val="solid"/>
              </a:ln>
            </p:spPr>
          </p:sp>
          <p:sp>
            <p:nvSpPr>
              <p:cNvPr id="235" name="four:scalar-input:grid-cell:235">
                <a:extLst>
                  <a:ext uri="{FF2B5EF4-FFF2-40B4-BE49-F238E27FC236}">
                    <ns2:creationId id="{8C8AABE3-C895-49B4-8E2B-68B3EF4D3E76}"/>
                  </a:ext>
                </a:extLst>
              </p:cNvPr>
              <p:cNvSpPr>
                <a:spLocks noGrp="1"/>
              </p:cNvSpPr>
              <p:nvPr/>
            </p:nvSpPr>
            <p:spPr>
              <a:xfrm>
                <a:off x="2352675" y="2943225"/>
                <a:ext cx="104966" cy="104966"/>
              </a:xfrm>
              <a:prstGeom prst="rect">
                <a:avLst/>
              </a:prstGeom>
              <a:solidFill>
                <a:srgbClr val="DCE8ED"/>
              </a:solidFill>
              <a:ln w="0">
                <a:noFill/>
                <a:prstDash val="solid"/>
              </a:ln>
            </p:spPr>
          </p:sp>
          <p:sp>
            <p:nvSpPr>
              <p:cNvPr id="236" name="four:scalar-input:grid-cell:236">
                <a:extLst>
                  <a:ext uri="{FF2B5EF4-FFF2-40B4-BE49-F238E27FC236}">
                    <ns2:creationId id="{82464255-D8CC-4937-81D9-E4FD51C77F8F}"/>
                  </a:ext>
                </a:extLst>
              </p:cNvPr>
              <p:cNvSpPr>
                <a:spLocks noGrp="1"/>
              </p:cNvSpPr>
              <p:nvPr/>
            </p:nvSpPr>
            <p:spPr>
              <a:xfrm>
                <a:off x="361950" y="3048000"/>
                <a:ext cx="104966" cy="104966"/>
              </a:xfrm>
              <a:prstGeom prst="rect">
                <a:avLst/>
              </a:prstGeom>
              <a:solidFill>
                <a:srgbClr val="0072B2"/>
              </a:solidFill>
              <a:ln w="0">
                <a:noFill/>
                <a:prstDash val="solid"/>
              </a:ln>
            </p:spPr>
          </p:sp>
          <p:sp>
            <p:nvSpPr>
              <p:cNvPr id="237" name="four:scalar-input:grid-cell:237">
                <a:extLst>
                  <a:ext uri="{FF2B5EF4-FFF2-40B4-BE49-F238E27FC236}">
                    <ns2:creationId id="{C6DB368A-A4D4-4ABD-BF24-9972CD1F5E28}"/>
                  </a:ext>
                </a:extLst>
              </p:cNvPr>
              <p:cNvSpPr>
                <a:spLocks noGrp="1"/>
              </p:cNvSpPr>
              <p:nvPr/>
            </p:nvSpPr>
            <p:spPr>
              <a:xfrm>
                <a:off x="466725" y="3048000"/>
                <a:ext cx="104966" cy="104966"/>
              </a:xfrm>
              <a:prstGeom prst="rect">
                <a:avLst/>
              </a:prstGeom>
              <a:solidFill>
                <a:srgbClr val="0072B2"/>
              </a:solidFill>
              <a:ln w="0">
                <a:noFill/>
                <a:prstDash val="solid"/>
              </a:ln>
            </p:spPr>
          </p:sp>
          <p:sp>
            <p:nvSpPr>
              <p:cNvPr id="238" name="four:scalar-input:grid-cell:238">
                <a:extLst>
                  <a:ext uri="{FF2B5EF4-FFF2-40B4-BE49-F238E27FC236}">
                    <ns2:creationId id="{E46A6AA5-C68E-46CC-AE62-BA2F8740F302}"/>
                  </a:ext>
                </a:extLst>
              </p:cNvPr>
              <p:cNvSpPr>
                <a:spLocks noGrp="1"/>
              </p:cNvSpPr>
              <p:nvPr/>
            </p:nvSpPr>
            <p:spPr>
              <a:xfrm>
                <a:off x="571500" y="3048000"/>
                <a:ext cx="104966" cy="104966"/>
              </a:xfrm>
              <a:prstGeom prst="rect">
                <a:avLst/>
              </a:prstGeom>
              <a:solidFill>
                <a:srgbClr val="0072B2"/>
              </a:solidFill>
              <a:ln w="0">
                <a:noFill/>
                <a:prstDash val="solid"/>
              </a:ln>
            </p:spPr>
          </p:sp>
          <p:sp>
            <p:nvSpPr>
              <p:cNvPr id="239" name="four:scalar-input:grid-cell:239">
                <a:extLst>
                  <a:ext uri="{FF2B5EF4-FFF2-40B4-BE49-F238E27FC236}">
                    <ns2:creationId id="{8D1058DC-BCAD-4AC1-8D89-AB792EFE6535}"/>
                  </a:ext>
                </a:extLst>
              </p:cNvPr>
              <p:cNvSpPr>
                <a:spLocks noGrp="1"/>
              </p:cNvSpPr>
              <p:nvPr/>
            </p:nvSpPr>
            <p:spPr>
              <a:xfrm>
                <a:off x="676275" y="3048000"/>
                <a:ext cx="104966" cy="104966"/>
              </a:xfrm>
              <a:prstGeom prst="rect">
                <a:avLst/>
              </a:prstGeom>
              <a:solidFill>
                <a:srgbClr val="0072B2"/>
              </a:solidFill>
              <a:ln w="0">
                <a:noFill/>
                <a:prstDash val="solid"/>
              </a:ln>
            </p:spPr>
          </p:sp>
          <p:sp>
            <p:nvSpPr>
              <p:cNvPr id="240" name="four:scalar-input:grid-cell:240">
                <a:extLst>
                  <a:ext uri="{FF2B5EF4-FFF2-40B4-BE49-F238E27FC236}">
                    <ns2:creationId id="{18935CF2-C76D-42E9-BF1C-C32BACEE4599}"/>
                  </a:ext>
                </a:extLst>
              </p:cNvPr>
              <p:cNvSpPr>
                <a:spLocks noGrp="1"/>
              </p:cNvSpPr>
              <p:nvPr/>
            </p:nvSpPr>
            <p:spPr>
              <a:xfrm>
                <a:off x="781050" y="3048000"/>
                <a:ext cx="104966" cy="104966"/>
              </a:xfrm>
              <a:prstGeom prst="rect">
                <a:avLst/>
              </a:prstGeom>
              <a:solidFill>
                <a:srgbClr val="0072B2"/>
              </a:solidFill>
              <a:ln w="0">
                <a:noFill/>
                <a:prstDash val="solid"/>
              </a:ln>
            </p:spPr>
          </p:sp>
          <p:sp>
            <p:nvSpPr>
              <p:cNvPr id="241" name="four:scalar-input:grid-cell:241">
                <a:extLst>
                  <a:ext uri="{FF2B5EF4-FFF2-40B4-BE49-F238E27FC236}">
                    <ns2:creationId id="{F6114853-9D57-4695-A813-C0E1A15E4385}"/>
                  </a:ext>
                </a:extLst>
              </p:cNvPr>
              <p:cNvSpPr>
                <a:spLocks noGrp="1"/>
              </p:cNvSpPr>
              <p:nvPr/>
            </p:nvSpPr>
            <p:spPr>
              <a:xfrm>
                <a:off x="885825" y="3048000"/>
                <a:ext cx="104966" cy="104966"/>
              </a:xfrm>
              <a:prstGeom prst="rect">
                <a:avLst/>
              </a:prstGeom>
              <a:solidFill>
                <a:srgbClr val="D4B4CC"/>
              </a:solidFill>
              <a:ln w="0">
                <a:noFill/>
                <a:prstDash val="solid"/>
              </a:ln>
            </p:spPr>
          </p:sp>
          <p:sp>
            <p:nvSpPr>
              <p:cNvPr id="242" name="four:scalar-input:grid-cell:242">
                <a:extLst>
                  <a:ext uri="{FF2B5EF4-FFF2-40B4-BE49-F238E27FC236}">
                    <ns2:creationId id="{6C718AB9-EF34-4CBB-870C-776A2D4B3B67}"/>
                  </a:ext>
                </a:extLst>
              </p:cNvPr>
              <p:cNvSpPr>
                <a:spLocks noGrp="1"/>
              </p:cNvSpPr>
              <p:nvPr/>
            </p:nvSpPr>
            <p:spPr>
              <a:xfrm>
                <a:off x="990600" y="3048000"/>
                <a:ext cx="104966" cy="104966"/>
              </a:xfrm>
              <a:prstGeom prst="rect">
                <a:avLst/>
              </a:prstGeom>
              <a:solidFill>
                <a:srgbClr val="D4B4CC"/>
              </a:solidFill>
              <a:ln w="0">
                <a:noFill/>
                <a:prstDash val="solid"/>
              </a:ln>
            </p:spPr>
          </p:sp>
          <p:sp>
            <p:nvSpPr>
              <p:cNvPr id="243" name="four:scalar-input:grid-cell:243">
                <a:extLst>
                  <a:ext uri="{FF2B5EF4-FFF2-40B4-BE49-F238E27FC236}">
                    <ns2:creationId id="{152F4BEB-6F62-46E7-B96A-C9FBB71E4548}"/>
                  </a:ext>
                </a:extLst>
              </p:cNvPr>
              <p:cNvSpPr>
                <a:spLocks noGrp="1"/>
              </p:cNvSpPr>
              <p:nvPr/>
            </p:nvSpPr>
            <p:spPr>
              <a:xfrm>
                <a:off x="1095375" y="3048000"/>
                <a:ext cx="104966" cy="104966"/>
              </a:xfrm>
              <a:prstGeom prst="rect">
                <a:avLst/>
              </a:prstGeom>
              <a:solidFill>
                <a:srgbClr val="D4B4CC"/>
              </a:solidFill>
              <a:ln w="0">
                <a:noFill/>
                <a:prstDash val="solid"/>
              </a:ln>
            </p:spPr>
          </p:sp>
          <p:sp>
            <p:nvSpPr>
              <p:cNvPr id="244" name="four:scalar-input:grid-cell:244">
                <a:extLst>
                  <a:ext uri="{FF2B5EF4-FFF2-40B4-BE49-F238E27FC236}">
                    <ns2:creationId id="{392FCD11-8C8C-42AC-A6CC-3183AAF79D47}"/>
                  </a:ext>
                </a:extLst>
              </p:cNvPr>
              <p:cNvSpPr>
                <a:spLocks noGrp="1"/>
              </p:cNvSpPr>
              <p:nvPr/>
            </p:nvSpPr>
            <p:spPr>
              <a:xfrm>
                <a:off x="1200150" y="3048000"/>
                <a:ext cx="104966" cy="104966"/>
              </a:xfrm>
              <a:prstGeom prst="rect">
                <a:avLst/>
              </a:prstGeom>
              <a:solidFill>
                <a:srgbClr val="DCE8ED"/>
              </a:solidFill>
              <a:ln w="0">
                <a:noFill/>
                <a:prstDash val="solid"/>
              </a:ln>
            </p:spPr>
          </p:sp>
          <p:sp>
            <p:nvSpPr>
              <p:cNvPr id="245" name="four:scalar-input:grid-cell:245">
                <a:extLst>
                  <a:ext uri="{FF2B5EF4-FFF2-40B4-BE49-F238E27FC236}">
                    <ns2:creationId id="{1E6FDEEA-56F1-4739-B2AC-C7892C4F1159}"/>
                  </a:ext>
                </a:extLst>
              </p:cNvPr>
              <p:cNvSpPr>
                <a:spLocks noGrp="1"/>
              </p:cNvSpPr>
              <p:nvPr/>
            </p:nvSpPr>
            <p:spPr>
              <a:xfrm>
                <a:off x="1304925" y="3048000"/>
                <a:ext cx="104966" cy="104966"/>
              </a:xfrm>
              <a:prstGeom prst="rect">
                <a:avLst/>
              </a:prstGeom>
              <a:solidFill>
                <a:srgbClr val="DCE8ED"/>
              </a:solidFill>
              <a:ln w="0">
                <a:noFill/>
                <a:prstDash val="solid"/>
              </a:ln>
            </p:spPr>
          </p:sp>
          <p:sp>
            <p:nvSpPr>
              <p:cNvPr id="246" name="four:scalar-input:grid-cell:246">
                <a:extLst>
                  <a:ext uri="{FF2B5EF4-FFF2-40B4-BE49-F238E27FC236}">
                    <ns2:creationId id="{BAE016AB-7055-4FEA-9945-BA7632740925}"/>
                  </a:ext>
                </a:extLst>
              </p:cNvPr>
              <p:cNvSpPr>
                <a:spLocks noGrp="1"/>
              </p:cNvSpPr>
              <p:nvPr/>
            </p:nvSpPr>
            <p:spPr>
              <a:xfrm>
                <a:off x="1409700" y="3048000"/>
                <a:ext cx="104966" cy="104966"/>
              </a:xfrm>
              <a:prstGeom prst="rect">
                <a:avLst/>
              </a:prstGeom>
              <a:solidFill>
                <a:srgbClr val="DCE8ED"/>
              </a:solidFill>
              <a:ln w="0">
                <a:noFill/>
                <a:prstDash val="solid"/>
              </a:ln>
            </p:spPr>
          </p:sp>
          <p:sp>
            <p:nvSpPr>
              <p:cNvPr id="247" name="four:scalar-input:grid-cell:247">
                <a:extLst>
                  <a:ext uri="{FF2B5EF4-FFF2-40B4-BE49-F238E27FC236}">
                    <ns2:creationId id="{34A88D6E-C774-43DB-8934-4CAF610B7027}"/>
                  </a:ext>
                </a:extLst>
              </p:cNvPr>
              <p:cNvSpPr>
                <a:spLocks noGrp="1"/>
              </p:cNvSpPr>
              <p:nvPr/>
            </p:nvSpPr>
            <p:spPr>
              <a:xfrm>
                <a:off x="1514475" y="3048000"/>
                <a:ext cx="104966" cy="104966"/>
              </a:xfrm>
              <a:prstGeom prst="rect">
                <a:avLst/>
              </a:prstGeom>
              <a:solidFill>
                <a:srgbClr val="DCE8ED"/>
              </a:solidFill>
              <a:ln w="0">
                <a:noFill/>
                <a:prstDash val="solid"/>
              </a:ln>
            </p:spPr>
          </p:sp>
          <p:sp>
            <p:nvSpPr>
              <p:cNvPr id="248" name="four:scalar-input:grid-cell:248">
                <a:extLst>
                  <a:ext uri="{FF2B5EF4-FFF2-40B4-BE49-F238E27FC236}">
                    <ns2:creationId id="{9B92265B-69F9-4FA3-96F6-0E1FD0BC4853}"/>
                  </a:ext>
                </a:extLst>
              </p:cNvPr>
              <p:cNvSpPr>
                <a:spLocks noGrp="1"/>
              </p:cNvSpPr>
              <p:nvPr/>
            </p:nvSpPr>
            <p:spPr>
              <a:xfrm>
                <a:off x="1619250" y="3048000"/>
                <a:ext cx="104966" cy="104966"/>
              </a:xfrm>
              <a:prstGeom prst="rect">
                <a:avLst/>
              </a:prstGeom>
              <a:solidFill>
                <a:srgbClr val="81C9BA"/>
              </a:solidFill>
              <a:ln w="0">
                <a:noFill/>
                <a:prstDash val="solid"/>
              </a:ln>
            </p:spPr>
          </p:sp>
          <p:sp>
            <p:nvSpPr>
              <p:cNvPr id="249" name="four:scalar-input:grid-cell:249">
                <a:extLst>
                  <a:ext uri="{FF2B5EF4-FFF2-40B4-BE49-F238E27FC236}">
                    <ns2:creationId id="{928AD833-32CE-468C-AF37-17CD5468BFA2}"/>
                  </a:ext>
                </a:extLst>
              </p:cNvPr>
              <p:cNvSpPr>
                <a:spLocks noGrp="1"/>
              </p:cNvSpPr>
              <p:nvPr/>
            </p:nvSpPr>
            <p:spPr>
              <a:xfrm>
                <a:off x="1724025" y="3048000"/>
                <a:ext cx="104966" cy="104966"/>
              </a:xfrm>
              <a:prstGeom prst="rect">
                <a:avLst/>
              </a:prstGeom>
              <a:solidFill>
                <a:srgbClr val="81C9BA"/>
              </a:solidFill>
              <a:ln w="0">
                <a:noFill/>
                <a:prstDash val="solid"/>
              </a:ln>
            </p:spPr>
          </p:sp>
          <p:sp>
            <p:nvSpPr>
              <p:cNvPr id="250" name="four:scalar-input:grid-cell:250">
                <a:extLst>
                  <a:ext uri="{FF2B5EF4-FFF2-40B4-BE49-F238E27FC236}">
                    <ns2:creationId id="{78024DA5-E272-4BC5-A930-0B3E5E9D8BA2}"/>
                  </a:ext>
                </a:extLst>
              </p:cNvPr>
              <p:cNvSpPr>
                <a:spLocks noGrp="1"/>
              </p:cNvSpPr>
              <p:nvPr/>
            </p:nvSpPr>
            <p:spPr>
              <a:xfrm>
                <a:off x="1828800" y="3048000"/>
                <a:ext cx="104966" cy="104966"/>
              </a:xfrm>
              <a:prstGeom prst="rect">
                <a:avLst/>
              </a:prstGeom>
              <a:solidFill>
                <a:srgbClr val="81C9BA"/>
              </a:solidFill>
              <a:ln w="0">
                <a:noFill/>
                <a:prstDash val="solid"/>
              </a:ln>
            </p:spPr>
          </p:sp>
          <p:sp>
            <p:nvSpPr>
              <p:cNvPr id="251" name="four:scalar-input:grid-cell:251">
                <a:extLst>
                  <a:ext uri="{FF2B5EF4-FFF2-40B4-BE49-F238E27FC236}">
                    <ns2:creationId id="{F9C575D0-DF6D-422C-9D32-DAF9011BB156}"/>
                  </a:ext>
                </a:extLst>
              </p:cNvPr>
              <p:cNvSpPr>
                <a:spLocks noGrp="1"/>
              </p:cNvSpPr>
              <p:nvPr/>
            </p:nvSpPr>
            <p:spPr>
              <a:xfrm>
                <a:off x="1933575" y="3048000"/>
                <a:ext cx="104966" cy="104966"/>
              </a:xfrm>
              <a:prstGeom prst="rect">
                <a:avLst/>
              </a:prstGeom>
              <a:solidFill>
                <a:srgbClr val="81C9BA"/>
              </a:solidFill>
              <a:ln w="0">
                <a:noFill/>
                <a:prstDash val="solid"/>
              </a:ln>
            </p:spPr>
          </p:sp>
          <p:sp>
            <p:nvSpPr>
              <p:cNvPr id="252" name="four:scalar-input:grid-cell:252">
                <a:extLst>
                  <a:ext uri="{FF2B5EF4-FFF2-40B4-BE49-F238E27FC236}">
                    <ns2:creationId id="{68D42E7F-2E74-4B39-84B2-C4E1969D4508}"/>
                  </a:ext>
                </a:extLst>
              </p:cNvPr>
              <p:cNvSpPr>
                <a:spLocks noGrp="1"/>
              </p:cNvSpPr>
              <p:nvPr/>
            </p:nvSpPr>
            <p:spPr>
              <a:xfrm>
                <a:off x="2038350" y="3048000"/>
                <a:ext cx="104966" cy="104966"/>
              </a:xfrm>
              <a:prstGeom prst="rect">
                <a:avLst/>
              </a:prstGeom>
              <a:solidFill>
                <a:srgbClr val="81C9BA"/>
              </a:solidFill>
              <a:ln w="0">
                <a:noFill/>
                <a:prstDash val="solid"/>
              </a:ln>
            </p:spPr>
          </p:sp>
          <p:sp>
            <p:nvSpPr>
              <p:cNvPr id="253" name="four:scalar-input:grid-cell:253">
                <a:extLst>
                  <a:ext uri="{FF2B5EF4-FFF2-40B4-BE49-F238E27FC236}">
                    <ns2:creationId id="{784B63FD-C183-4C9F-BB5F-7FACC7F383E8}"/>
                  </a:ext>
                </a:extLst>
              </p:cNvPr>
              <p:cNvSpPr>
                <a:spLocks noGrp="1"/>
              </p:cNvSpPr>
              <p:nvPr/>
            </p:nvSpPr>
            <p:spPr>
              <a:xfrm>
                <a:off x="2143125" y="3048000"/>
                <a:ext cx="104966" cy="104966"/>
              </a:xfrm>
              <a:prstGeom prst="rect">
                <a:avLst/>
              </a:prstGeom>
              <a:solidFill>
                <a:srgbClr val="81C9BA"/>
              </a:solidFill>
              <a:ln w="0">
                <a:noFill/>
                <a:prstDash val="solid"/>
              </a:ln>
            </p:spPr>
          </p:sp>
          <p:sp>
            <p:nvSpPr>
              <p:cNvPr id="254" name="four:scalar-input:grid-cell:254">
                <a:extLst>
                  <a:ext uri="{FF2B5EF4-FFF2-40B4-BE49-F238E27FC236}">
                    <ns2:creationId id="{05825FB8-4099-4B65-AFEF-97E67F6031EA}"/>
                  </a:ext>
                </a:extLst>
              </p:cNvPr>
              <p:cNvSpPr>
                <a:spLocks noGrp="1"/>
              </p:cNvSpPr>
              <p:nvPr/>
            </p:nvSpPr>
            <p:spPr>
              <a:xfrm>
                <a:off x="2247900" y="3048000"/>
                <a:ext cx="104966" cy="104966"/>
              </a:xfrm>
              <a:prstGeom prst="rect">
                <a:avLst/>
              </a:prstGeom>
              <a:solidFill>
                <a:srgbClr val="DCE8ED"/>
              </a:solidFill>
              <a:ln w="0">
                <a:noFill/>
                <a:prstDash val="solid"/>
              </a:ln>
            </p:spPr>
          </p:sp>
          <p:sp>
            <p:nvSpPr>
              <p:cNvPr id="255" name="four:scalar-input:grid-cell:255">
                <a:extLst>
                  <a:ext uri="{FF2B5EF4-FFF2-40B4-BE49-F238E27FC236}">
                    <ns2:creationId id="{45F9621A-7446-4D2D-9AF9-E69109EEECE2}"/>
                  </a:ext>
                </a:extLst>
              </p:cNvPr>
              <p:cNvSpPr>
                <a:spLocks noGrp="1"/>
              </p:cNvSpPr>
              <p:nvPr/>
            </p:nvSpPr>
            <p:spPr>
              <a:xfrm>
                <a:off x="2352675" y="3048000"/>
                <a:ext cx="104966" cy="104966"/>
              </a:xfrm>
              <a:prstGeom prst="rect">
                <a:avLst/>
              </a:prstGeom>
              <a:solidFill>
                <a:srgbClr val="DCE8ED"/>
              </a:solidFill>
              <a:ln w="0">
                <a:noFill/>
                <a:prstDash val="solid"/>
              </a:ln>
            </p:spPr>
          </p:sp>
          <p:sp>
            <p:nvSpPr>
              <p:cNvPr id="256" name="four:scalar-input:grid-cell:256">
                <a:extLst>
                  <a:ext uri="{FF2B5EF4-FFF2-40B4-BE49-F238E27FC236}">
                    <ns2:creationId id="{0BC1C154-7005-4C74-AA18-E1DEED17F666}"/>
                  </a:ext>
                </a:extLst>
              </p:cNvPr>
              <p:cNvSpPr>
                <a:spLocks noGrp="1"/>
              </p:cNvSpPr>
              <p:nvPr/>
            </p:nvSpPr>
            <p:spPr>
              <a:xfrm>
                <a:off x="361950" y="3152775"/>
                <a:ext cx="104966" cy="104966"/>
              </a:xfrm>
              <a:prstGeom prst="rect">
                <a:avLst/>
              </a:prstGeom>
              <a:solidFill>
                <a:srgbClr val="D4B4CC"/>
              </a:solidFill>
              <a:ln w="0">
                <a:noFill/>
                <a:prstDash val="solid"/>
              </a:ln>
            </p:spPr>
          </p:sp>
          <p:sp>
            <p:nvSpPr>
              <p:cNvPr id="257" name="four:scalar-input:grid-cell:257">
                <a:extLst>
                  <a:ext uri="{FF2B5EF4-FFF2-40B4-BE49-F238E27FC236}">
                    <ns2:creationId id="{D931A78A-4476-4EB3-BD60-686F279B2E5B}"/>
                  </a:ext>
                </a:extLst>
              </p:cNvPr>
              <p:cNvSpPr>
                <a:spLocks noGrp="1"/>
              </p:cNvSpPr>
              <p:nvPr/>
            </p:nvSpPr>
            <p:spPr>
              <a:xfrm>
                <a:off x="466725" y="3152775"/>
                <a:ext cx="104966" cy="104966"/>
              </a:xfrm>
              <a:prstGeom prst="rect">
                <a:avLst/>
              </a:prstGeom>
              <a:solidFill>
                <a:srgbClr val="0072B2"/>
              </a:solidFill>
              <a:ln w="0">
                <a:noFill/>
                <a:prstDash val="solid"/>
              </a:ln>
            </p:spPr>
          </p:sp>
          <p:sp>
            <p:nvSpPr>
              <p:cNvPr id="258" name="four:scalar-input:grid-cell:258">
                <a:extLst>
                  <a:ext uri="{FF2B5EF4-FFF2-40B4-BE49-F238E27FC236}">
                    <ns2:creationId id="{5426BAB5-797B-4FEB-9286-E0E5824C6E6B}"/>
                  </a:ext>
                </a:extLst>
              </p:cNvPr>
              <p:cNvSpPr>
                <a:spLocks noGrp="1"/>
              </p:cNvSpPr>
              <p:nvPr/>
            </p:nvSpPr>
            <p:spPr>
              <a:xfrm>
                <a:off x="571500" y="3152775"/>
                <a:ext cx="104966" cy="104966"/>
              </a:xfrm>
              <a:prstGeom prst="rect">
                <a:avLst/>
              </a:prstGeom>
              <a:solidFill>
                <a:srgbClr val="0072B2"/>
              </a:solidFill>
              <a:ln w="0">
                <a:noFill/>
                <a:prstDash val="solid"/>
              </a:ln>
            </p:spPr>
          </p:sp>
          <p:sp>
            <p:nvSpPr>
              <p:cNvPr id="259" name="four:scalar-input:grid-cell:259">
                <a:extLst>
                  <a:ext uri="{FF2B5EF4-FFF2-40B4-BE49-F238E27FC236}">
                    <ns2:creationId id="{6C5B8CFE-A8F1-4253-9DFA-721144D0CE5F}"/>
                  </a:ext>
                </a:extLst>
              </p:cNvPr>
              <p:cNvSpPr>
                <a:spLocks noGrp="1"/>
              </p:cNvSpPr>
              <p:nvPr/>
            </p:nvSpPr>
            <p:spPr>
              <a:xfrm>
                <a:off x="676275" y="3152775"/>
                <a:ext cx="104966" cy="104966"/>
              </a:xfrm>
              <a:prstGeom prst="rect">
                <a:avLst/>
              </a:prstGeom>
              <a:solidFill>
                <a:srgbClr val="D4B4CC"/>
              </a:solidFill>
              <a:ln w="0">
                <a:noFill/>
                <a:prstDash val="solid"/>
              </a:ln>
            </p:spPr>
          </p:sp>
          <p:sp>
            <p:nvSpPr>
              <p:cNvPr id="260" name="four:scalar-input:grid-cell:260">
                <a:extLst>
                  <a:ext uri="{FF2B5EF4-FFF2-40B4-BE49-F238E27FC236}">
                    <ns2:creationId id="{A184984D-1740-4D38-B54F-8C20C03DA3D0}"/>
                  </a:ext>
                </a:extLst>
              </p:cNvPr>
              <p:cNvSpPr>
                <a:spLocks noGrp="1"/>
              </p:cNvSpPr>
              <p:nvPr/>
            </p:nvSpPr>
            <p:spPr>
              <a:xfrm>
                <a:off x="781050" y="3152775"/>
                <a:ext cx="104966" cy="104966"/>
              </a:xfrm>
              <a:prstGeom prst="rect">
                <a:avLst/>
              </a:prstGeom>
              <a:solidFill>
                <a:srgbClr val="D4B4CC"/>
              </a:solidFill>
              <a:ln w="0">
                <a:noFill/>
                <a:prstDash val="solid"/>
              </a:ln>
            </p:spPr>
          </p:sp>
          <p:sp>
            <p:nvSpPr>
              <p:cNvPr id="261" name="four:scalar-input:grid-cell:261">
                <a:extLst>
                  <a:ext uri="{FF2B5EF4-FFF2-40B4-BE49-F238E27FC236}">
                    <ns2:creationId id="{9E81B922-076F-4216-96C1-78555EEF04D3}"/>
                  </a:ext>
                </a:extLst>
              </p:cNvPr>
              <p:cNvSpPr>
                <a:spLocks noGrp="1"/>
              </p:cNvSpPr>
              <p:nvPr/>
            </p:nvSpPr>
            <p:spPr>
              <a:xfrm>
                <a:off x="885825" y="3152775"/>
                <a:ext cx="104966" cy="104966"/>
              </a:xfrm>
              <a:prstGeom prst="rect">
                <a:avLst/>
              </a:prstGeom>
              <a:solidFill>
                <a:srgbClr val="D4B4CC"/>
              </a:solidFill>
              <a:ln w="0">
                <a:noFill/>
                <a:prstDash val="solid"/>
              </a:ln>
            </p:spPr>
          </p:sp>
          <p:sp>
            <p:nvSpPr>
              <p:cNvPr id="262" name="four:scalar-input:grid-cell:262">
                <a:extLst>
                  <a:ext uri="{FF2B5EF4-FFF2-40B4-BE49-F238E27FC236}">
                    <ns2:creationId id="{8FD51856-FDA8-4126-8D65-7740B0F13635}"/>
                  </a:ext>
                </a:extLst>
              </p:cNvPr>
              <p:cNvSpPr>
                <a:spLocks noGrp="1"/>
              </p:cNvSpPr>
              <p:nvPr/>
            </p:nvSpPr>
            <p:spPr>
              <a:xfrm>
                <a:off x="990600" y="3152775"/>
                <a:ext cx="104966" cy="104966"/>
              </a:xfrm>
              <a:prstGeom prst="rect">
                <a:avLst/>
              </a:prstGeom>
              <a:solidFill>
                <a:srgbClr val="D4B4CC"/>
              </a:solidFill>
              <a:ln w="0">
                <a:noFill/>
                <a:prstDash val="solid"/>
              </a:ln>
            </p:spPr>
          </p:sp>
          <p:sp>
            <p:nvSpPr>
              <p:cNvPr id="263" name="four:scalar-input:grid-cell:263">
                <a:extLst>
                  <a:ext uri="{FF2B5EF4-FFF2-40B4-BE49-F238E27FC236}">
                    <ns2:creationId id="{A8EB1901-D2E8-41DB-8963-82535FF5A795}"/>
                  </a:ext>
                </a:extLst>
              </p:cNvPr>
              <p:cNvSpPr>
                <a:spLocks noGrp="1"/>
              </p:cNvSpPr>
              <p:nvPr/>
            </p:nvSpPr>
            <p:spPr>
              <a:xfrm>
                <a:off x="1095375" y="3152775"/>
                <a:ext cx="104966" cy="104966"/>
              </a:xfrm>
              <a:prstGeom prst="rect">
                <a:avLst/>
              </a:prstGeom>
              <a:solidFill>
                <a:srgbClr val="DCE8ED"/>
              </a:solidFill>
              <a:ln w="0">
                <a:noFill/>
                <a:prstDash val="solid"/>
              </a:ln>
            </p:spPr>
          </p:sp>
          <p:sp>
            <p:nvSpPr>
              <p:cNvPr id="264" name="four:scalar-input:grid-cell:264">
                <a:extLst>
                  <a:ext uri="{FF2B5EF4-FFF2-40B4-BE49-F238E27FC236}">
                    <ns2:creationId id="{783D71F8-6061-40AB-9074-31ACB9070D4B}"/>
                  </a:ext>
                </a:extLst>
              </p:cNvPr>
              <p:cNvSpPr>
                <a:spLocks noGrp="1"/>
              </p:cNvSpPr>
              <p:nvPr/>
            </p:nvSpPr>
            <p:spPr>
              <a:xfrm>
                <a:off x="1200150" y="3152775"/>
                <a:ext cx="104966" cy="104966"/>
              </a:xfrm>
              <a:prstGeom prst="rect">
                <a:avLst/>
              </a:prstGeom>
              <a:solidFill>
                <a:srgbClr val="DCE8ED"/>
              </a:solidFill>
              <a:ln w="0">
                <a:noFill/>
                <a:prstDash val="solid"/>
              </a:ln>
            </p:spPr>
          </p:sp>
          <p:sp>
            <p:nvSpPr>
              <p:cNvPr id="265" name="four:scalar-input:grid-cell:265">
                <a:extLst>
                  <a:ext uri="{FF2B5EF4-FFF2-40B4-BE49-F238E27FC236}">
                    <ns2:creationId id="{D7FF423F-CD30-4A0F-B27D-4E5554BDA55F}"/>
                  </a:ext>
                </a:extLst>
              </p:cNvPr>
              <p:cNvSpPr>
                <a:spLocks noGrp="1"/>
              </p:cNvSpPr>
              <p:nvPr/>
            </p:nvSpPr>
            <p:spPr>
              <a:xfrm>
                <a:off x="1304925" y="3152775"/>
                <a:ext cx="104966" cy="104966"/>
              </a:xfrm>
              <a:prstGeom prst="rect">
                <a:avLst/>
              </a:prstGeom>
              <a:solidFill>
                <a:srgbClr val="81C9BA"/>
              </a:solidFill>
              <a:ln w="0">
                <a:noFill/>
                <a:prstDash val="solid"/>
              </a:ln>
            </p:spPr>
          </p:sp>
          <p:sp>
            <p:nvSpPr>
              <p:cNvPr id="266" name="four:scalar-input:grid-cell:266">
                <a:extLst>
                  <a:ext uri="{FF2B5EF4-FFF2-40B4-BE49-F238E27FC236}">
                    <ns2:creationId id="{EC4FAE0C-9E8E-4FF0-8A81-B509DAC1C783}"/>
                  </a:ext>
                </a:extLst>
              </p:cNvPr>
              <p:cNvSpPr>
                <a:spLocks noGrp="1"/>
              </p:cNvSpPr>
              <p:nvPr/>
            </p:nvSpPr>
            <p:spPr>
              <a:xfrm>
                <a:off x="1409700" y="3152775"/>
                <a:ext cx="104966" cy="104966"/>
              </a:xfrm>
              <a:prstGeom prst="rect">
                <a:avLst/>
              </a:prstGeom>
              <a:solidFill>
                <a:srgbClr val="81C9BA"/>
              </a:solidFill>
              <a:ln w="0">
                <a:noFill/>
                <a:prstDash val="solid"/>
              </a:ln>
            </p:spPr>
          </p:sp>
          <p:sp>
            <p:nvSpPr>
              <p:cNvPr id="267" name="four:scalar-input:grid-cell:267">
                <a:extLst>
                  <a:ext uri="{FF2B5EF4-FFF2-40B4-BE49-F238E27FC236}">
                    <ns2:creationId id="{535E09D8-5444-4F8A-958F-8456E777AF90}"/>
                  </a:ext>
                </a:extLst>
              </p:cNvPr>
              <p:cNvSpPr>
                <a:spLocks noGrp="1"/>
              </p:cNvSpPr>
              <p:nvPr/>
            </p:nvSpPr>
            <p:spPr>
              <a:xfrm>
                <a:off x="1514475" y="3152775"/>
                <a:ext cx="104966" cy="104966"/>
              </a:xfrm>
              <a:prstGeom prst="rect">
                <a:avLst/>
              </a:prstGeom>
              <a:solidFill>
                <a:srgbClr val="81C9BA"/>
              </a:solidFill>
              <a:ln w="0">
                <a:noFill/>
                <a:prstDash val="solid"/>
              </a:ln>
            </p:spPr>
          </p:sp>
          <p:sp>
            <p:nvSpPr>
              <p:cNvPr id="268" name="four:scalar-input:grid-cell:268">
                <a:extLst>
                  <a:ext uri="{FF2B5EF4-FFF2-40B4-BE49-F238E27FC236}">
                    <ns2:creationId id="{7E161688-92F8-4BC0-A0B0-3D7B6CE14043}"/>
                  </a:ext>
                </a:extLst>
              </p:cNvPr>
              <p:cNvSpPr>
                <a:spLocks noGrp="1"/>
              </p:cNvSpPr>
              <p:nvPr/>
            </p:nvSpPr>
            <p:spPr>
              <a:xfrm>
                <a:off x="1619250" y="3152775"/>
                <a:ext cx="104966" cy="104966"/>
              </a:xfrm>
              <a:prstGeom prst="rect">
                <a:avLst/>
              </a:prstGeom>
              <a:solidFill>
                <a:srgbClr val="81C9BA"/>
              </a:solidFill>
              <a:ln w="0">
                <a:noFill/>
                <a:prstDash val="solid"/>
              </a:ln>
            </p:spPr>
          </p:sp>
          <p:sp>
            <p:nvSpPr>
              <p:cNvPr id="269" name="four:scalar-input:grid-cell:269">
                <a:extLst>
                  <a:ext uri="{FF2B5EF4-FFF2-40B4-BE49-F238E27FC236}">
                    <ns2:creationId id="{FE0A972E-DD35-4959-A988-F2D7B7FB4017}"/>
                  </a:ext>
                </a:extLst>
              </p:cNvPr>
              <p:cNvSpPr>
                <a:spLocks noGrp="1"/>
              </p:cNvSpPr>
              <p:nvPr/>
            </p:nvSpPr>
            <p:spPr>
              <a:xfrm>
                <a:off x="1724025" y="3152775"/>
                <a:ext cx="104966" cy="104966"/>
              </a:xfrm>
              <a:prstGeom prst="rect">
                <a:avLst/>
              </a:prstGeom>
              <a:solidFill>
                <a:srgbClr val="81C9BA"/>
              </a:solidFill>
              <a:ln w="0">
                <a:noFill/>
                <a:prstDash val="solid"/>
              </a:ln>
            </p:spPr>
          </p:sp>
          <p:sp>
            <p:nvSpPr>
              <p:cNvPr id="270" name="four:scalar-input:grid-cell:270">
                <a:extLst>
                  <a:ext uri="{FF2B5EF4-FFF2-40B4-BE49-F238E27FC236}">
                    <ns2:creationId id="{43E59D14-7DD8-47BB-84FE-DF3D5B5BCA5F}"/>
                  </a:ext>
                </a:extLst>
              </p:cNvPr>
              <p:cNvSpPr>
                <a:spLocks noGrp="1"/>
              </p:cNvSpPr>
              <p:nvPr/>
            </p:nvSpPr>
            <p:spPr>
              <a:xfrm>
                <a:off x="1828800" y="3152775"/>
                <a:ext cx="104966" cy="104966"/>
              </a:xfrm>
              <a:prstGeom prst="rect">
                <a:avLst/>
              </a:prstGeom>
              <a:solidFill>
                <a:srgbClr val="81C9BA"/>
              </a:solidFill>
              <a:ln w="0">
                <a:noFill/>
                <a:prstDash val="solid"/>
              </a:ln>
            </p:spPr>
          </p:sp>
          <p:sp>
            <p:nvSpPr>
              <p:cNvPr id="271" name="four:scalar-input:grid-cell:271">
                <a:extLst>
                  <a:ext uri="{FF2B5EF4-FFF2-40B4-BE49-F238E27FC236}">
                    <ns2:creationId id="{48564E94-9F6D-4680-BFEF-F163CBD3326C}"/>
                  </a:ext>
                </a:extLst>
              </p:cNvPr>
              <p:cNvSpPr>
                <a:spLocks noGrp="1"/>
              </p:cNvSpPr>
              <p:nvPr/>
            </p:nvSpPr>
            <p:spPr>
              <a:xfrm>
                <a:off x="1933575" y="3152775"/>
                <a:ext cx="104966" cy="104966"/>
              </a:xfrm>
              <a:prstGeom prst="rect">
                <a:avLst/>
              </a:prstGeom>
              <a:solidFill>
                <a:srgbClr val="81C9BA"/>
              </a:solidFill>
              <a:ln w="0">
                <a:noFill/>
                <a:prstDash val="solid"/>
              </a:ln>
            </p:spPr>
          </p:sp>
          <p:sp>
            <p:nvSpPr>
              <p:cNvPr id="272" name="four:scalar-input:grid-cell:272">
                <a:extLst>
                  <a:ext uri="{FF2B5EF4-FFF2-40B4-BE49-F238E27FC236}">
                    <ns2:creationId id="{5568321B-4994-4658-BF53-B8DBF3D13886}"/>
                  </a:ext>
                </a:extLst>
              </p:cNvPr>
              <p:cNvSpPr>
                <a:spLocks noGrp="1"/>
              </p:cNvSpPr>
              <p:nvPr/>
            </p:nvSpPr>
            <p:spPr>
              <a:xfrm>
                <a:off x="2038350" y="3152775"/>
                <a:ext cx="104966" cy="104966"/>
              </a:xfrm>
              <a:prstGeom prst="rect">
                <a:avLst/>
              </a:prstGeom>
              <a:solidFill>
                <a:srgbClr val="81C9BA"/>
              </a:solidFill>
              <a:ln w="0">
                <a:noFill/>
                <a:prstDash val="solid"/>
              </a:ln>
            </p:spPr>
          </p:sp>
          <p:sp>
            <p:nvSpPr>
              <p:cNvPr id="273" name="four:scalar-input:grid-cell:273">
                <a:extLst>
                  <a:ext uri="{FF2B5EF4-FFF2-40B4-BE49-F238E27FC236}">
                    <ns2:creationId id="{A72ED13D-B44B-4269-AB5E-279FF84189DC}"/>
                  </a:ext>
                </a:extLst>
              </p:cNvPr>
              <p:cNvSpPr>
                <a:spLocks noGrp="1"/>
              </p:cNvSpPr>
              <p:nvPr/>
            </p:nvSpPr>
            <p:spPr>
              <a:xfrm>
                <a:off x="2143125" y="3152775"/>
                <a:ext cx="104966" cy="104966"/>
              </a:xfrm>
              <a:prstGeom prst="rect">
                <a:avLst/>
              </a:prstGeom>
              <a:solidFill>
                <a:srgbClr val="81C9BA"/>
              </a:solidFill>
              <a:ln w="0">
                <a:noFill/>
                <a:prstDash val="solid"/>
              </a:ln>
            </p:spPr>
          </p:sp>
          <p:sp>
            <p:nvSpPr>
              <p:cNvPr id="274" name="four:scalar-input:grid-cell:274">
                <a:extLst>
                  <a:ext uri="{FF2B5EF4-FFF2-40B4-BE49-F238E27FC236}">
                    <ns2:creationId id="{6BCF3558-AEB5-4B56-92F3-0C62C2B9B808}"/>
                  </a:ext>
                </a:extLst>
              </p:cNvPr>
              <p:cNvSpPr>
                <a:spLocks noGrp="1"/>
              </p:cNvSpPr>
              <p:nvPr/>
            </p:nvSpPr>
            <p:spPr>
              <a:xfrm>
                <a:off x="2247900" y="3152775"/>
                <a:ext cx="104966" cy="104966"/>
              </a:xfrm>
              <a:prstGeom prst="rect">
                <a:avLst/>
              </a:prstGeom>
              <a:solidFill>
                <a:srgbClr val="81C9BA"/>
              </a:solidFill>
              <a:ln w="0">
                <a:noFill/>
                <a:prstDash val="solid"/>
              </a:ln>
            </p:spPr>
          </p:sp>
          <p:sp>
            <p:nvSpPr>
              <p:cNvPr id="275" name="four:scalar-input:grid-cell:275">
                <a:extLst>
                  <a:ext uri="{FF2B5EF4-FFF2-40B4-BE49-F238E27FC236}">
                    <ns2:creationId id="{84892BA5-CBD7-4926-86DA-66C3A364FAC2}"/>
                  </a:ext>
                </a:extLst>
              </p:cNvPr>
              <p:cNvSpPr>
                <a:spLocks noGrp="1"/>
              </p:cNvSpPr>
              <p:nvPr/>
            </p:nvSpPr>
            <p:spPr>
              <a:xfrm>
                <a:off x="2352675" y="3152775"/>
                <a:ext cx="104966" cy="104966"/>
              </a:xfrm>
              <a:prstGeom prst="rect">
                <a:avLst/>
              </a:prstGeom>
              <a:solidFill>
                <a:srgbClr val="DCE8ED"/>
              </a:solidFill>
              <a:ln w="0">
                <a:noFill/>
                <a:prstDash val="solid"/>
              </a:ln>
            </p:spPr>
          </p:sp>
          <p:sp>
            <p:nvSpPr>
              <p:cNvPr id="276" name="four:scalar-input:grid-cell:276">
                <a:extLst>
                  <a:ext uri="{FF2B5EF4-FFF2-40B4-BE49-F238E27FC236}">
                    <ns2:creationId id="{8B4C8839-9545-4DC1-B966-61A7D3943BC4}"/>
                  </a:ext>
                </a:extLst>
              </p:cNvPr>
              <p:cNvSpPr>
                <a:spLocks noGrp="1"/>
              </p:cNvSpPr>
              <p:nvPr/>
            </p:nvSpPr>
            <p:spPr>
              <a:xfrm>
                <a:off x="361950" y="3257550"/>
                <a:ext cx="104966" cy="104966"/>
              </a:xfrm>
              <a:prstGeom prst="rect">
                <a:avLst/>
              </a:prstGeom>
              <a:solidFill>
                <a:srgbClr val="D4B4CC"/>
              </a:solidFill>
              <a:ln w="0">
                <a:noFill/>
                <a:prstDash val="solid"/>
              </a:ln>
            </p:spPr>
          </p:sp>
          <p:sp>
            <p:nvSpPr>
              <p:cNvPr id="277" name="four:scalar-input:grid-cell:277">
                <a:extLst>
                  <a:ext uri="{FF2B5EF4-FFF2-40B4-BE49-F238E27FC236}">
                    <ns2:creationId id="{0319A5ED-13D3-4726-BDBC-6927983DC560}"/>
                  </a:ext>
                </a:extLst>
              </p:cNvPr>
              <p:cNvSpPr>
                <a:spLocks noGrp="1"/>
              </p:cNvSpPr>
              <p:nvPr/>
            </p:nvSpPr>
            <p:spPr>
              <a:xfrm>
                <a:off x="466725" y="3257550"/>
                <a:ext cx="104966" cy="104966"/>
              </a:xfrm>
              <a:prstGeom prst="rect">
                <a:avLst/>
              </a:prstGeom>
              <a:solidFill>
                <a:srgbClr val="D4B4CC"/>
              </a:solidFill>
              <a:ln w="0">
                <a:noFill/>
                <a:prstDash val="solid"/>
              </a:ln>
            </p:spPr>
          </p:sp>
          <p:sp>
            <p:nvSpPr>
              <p:cNvPr id="278" name="four:scalar-input:grid-cell:278">
                <a:extLst>
                  <a:ext uri="{FF2B5EF4-FFF2-40B4-BE49-F238E27FC236}">
                    <ns2:creationId id="{9EBF58C5-721A-402C-BD6F-5EBE221F9DF0}"/>
                  </a:ext>
                </a:extLst>
              </p:cNvPr>
              <p:cNvSpPr>
                <a:spLocks noGrp="1"/>
              </p:cNvSpPr>
              <p:nvPr/>
            </p:nvSpPr>
            <p:spPr>
              <a:xfrm>
                <a:off x="571500" y="3257550"/>
                <a:ext cx="104966" cy="104966"/>
              </a:xfrm>
              <a:prstGeom prst="rect">
                <a:avLst/>
              </a:prstGeom>
              <a:solidFill>
                <a:srgbClr val="D4B4CC"/>
              </a:solidFill>
              <a:ln w="0">
                <a:noFill/>
                <a:prstDash val="solid"/>
              </a:ln>
            </p:spPr>
          </p:sp>
          <p:sp>
            <p:nvSpPr>
              <p:cNvPr id="279" name="four:scalar-input:grid-cell:279">
                <a:extLst>
                  <a:ext uri="{FF2B5EF4-FFF2-40B4-BE49-F238E27FC236}">
                    <ns2:creationId id="{2C46DE15-6057-4461-85A7-3A588E133009}"/>
                  </a:ext>
                </a:extLst>
              </p:cNvPr>
              <p:cNvSpPr>
                <a:spLocks noGrp="1"/>
              </p:cNvSpPr>
              <p:nvPr/>
            </p:nvSpPr>
            <p:spPr>
              <a:xfrm>
                <a:off x="676275" y="3257550"/>
                <a:ext cx="104966" cy="104966"/>
              </a:xfrm>
              <a:prstGeom prst="rect">
                <a:avLst/>
              </a:prstGeom>
              <a:solidFill>
                <a:srgbClr val="D4B4CC"/>
              </a:solidFill>
              <a:ln w="0">
                <a:noFill/>
                <a:prstDash val="solid"/>
              </a:ln>
            </p:spPr>
          </p:sp>
          <p:sp>
            <p:nvSpPr>
              <p:cNvPr id="280" name="four:scalar-input:grid-cell:280">
                <a:extLst>
                  <a:ext uri="{FF2B5EF4-FFF2-40B4-BE49-F238E27FC236}">
                    <ns2:creationId id="{22629D66-7D66-4DEB-9496-9775EDFD0FAB}"/>
                  </a:ext>
                </a:extLst>
              </p:cNvPr>
              <p:cNvSpPr>
                <a:spLocks noGrp="1"/>
              </p:cNvSpPr>
              <p:nvPr/>
            </p:nvSpPr>
            <p:spPr>
              <a:xfrm>
                <a:off x="781050" y="3257550"/>
                <a:ext cx="104966" cy="104966"/>
              </a:xfrm>
              <a:prstGeom prst="rect">
                <a:avLst/>
              </a:prstGeom>
              <a:solidFill>
                <a:srgbClr val="D4B4CC"/>
              </a:solidFill>
              <a:ln w="0">
                <a:noFill/>
                <a:prstDash val="solid"/>
              </a:ln>
            </p:spPr>
          </p:sp>
          <p:sp>
            <p:nvSpPr>
              <p:cNvPr id="281" name="four:scalar-input:grid-cell:281">
                <a:extLst>
                  <a:ext uri="{FF2B5EF4-FFF2-40B4-BE49-F238E27FC236}">
                    <ns2:creationId id="{ECD238D5-7D0D-4DC9-A0CC-828E6700815E}"/>
                  </a:ext>
                </a:extLst>
              </p:cNvPr>
              <p:cNvSpPr>
                <a:spLocks noGrp="1"/>
              </p:cNvSpPr>
              <p:nvPr/>
            </p:nvSpPr>
            <p:spPr>
              <a:xfrm>
                <a:off x="885825" y="3257550"/>
                <a:ext cx="104966" cy="104966"/>
              </a:xfrm>
              <a:prstGeom prst="rect">
                <a:avLst/>
              </a:prstGeom>
              <a:solidFill>
                <a:srgbClr val="DCE8ED"/>
              </a:solidFill>
              <a:ln w="0">
                <a:noFill/>
                <a:prstDash val="solid"/>
              </a:ln>
            </p:spPr>
          </p:sp>
          <p:sp>
            <p:nvSpPr>
              <p:cNvPr id="282" name="four:scalar-input:grid-cell:282">
                <a:extLst>
                  <a:ext uri="{FF2B5EF4-FFF2-40B4-BE49-F238E27FC236}">
                    <ns2:creationId id="{D1E6679A-90D6-46FC-B0A1-FF259D418165}"/>
                  </a:ext>
                </a:extLst>
              </p:cNvPr>
              <p:cNvSpPr>
                <a:spLocks noGrp="1"/>
              </p:cNvSpPr>
              <p:nvPr/>
            </p:nvSpPr>
            <p:spPr>
              <a:xfrm>
                <a:off x="990600" y="3257550"/>
                <a:ext cx="104966" cy="104966"/>
              </a:xfrm>
              <a:prstGeom prst="rect">
                <a:avLst/>
              </a:prstGeom>
              <a:solidFill>
                <a:srgbClr val="DCE8ED"/>
              </a:solidFill>
              <a:ln w="0">
                <a:noFill/>
                <a:prstDash val="solid"/>
              </a:ln>
            </p:spPr>
          </p:sp>
          <p:sp>
            <p:nvSpPr>
              <p:cNvPr id="283" name="four:scalar-input:grid-cell:283">
                <a:extLst>
                  <a:ext uri="{FF2B5EF4-FFF2-40B4-BE49-F238E27FC236}">
                    <ns2:creationId id="{33330A21-456F-4D51-97BA-0581E04DF5D0}"/>
                  </a:ext>
                </a:extLst>
              </p:cNvPr>
              <p:cNvSpPr>
                <a:spLocks noGrp="1"/>
              </p:cNvSpPr>
              <p:nvPr/>
            </p:nvSpPr>
            <p:spPr>
              <a:xfrm>
                <a:off x="1095375" y="3257550"/>
                <a:ext cx="104966" cy="104966"/>
              </a:xfrm>
              <a:prstGeom prst="rect">
                <a:avLst/>
              </a:prstGeom>
              <a:solidFill>
                <a:srgbClr val="81C9BA"/>
              </a:solidFill>
              <a:ln w="0">
                <a:noFill/>
                <a:prstDash val="solid"/>
              </a:ln>
            </p:spPr>
          </p:sp>
          <p:sp>
            <p:nvSpPr>
              <p:cNvPr id="284" name="four:scalar-input:grid-cell:284">
                <a:extLst>
                  <a:ext uri="{FF2B5EF4-FFF2-40B4-BE49-F238E27FC236}">
                    <ns2:creationId id="{5CCCF2BC-0AAF-4C01-884E-1707CE20694C}"/>
                  </a:ext>
                </a:extLst>
              </p:cNvPr>
              <p:cNvSpPr>
                <a:spLocks noGrp="1"/>
              </p:cNvSpPr>
              <p:nvPr/>
            </p:nvSpPr>
            <p:spPr>
              <a:xfrm>
                <a:off x="1200150" y="3257550"/>
                <a:ext cx="104966" cy="104966"/>
              </a:xfrm>
              <a:prstGeom prst="rect">
                <a:avLst/>
              </a:prstGeom>
              <a:solidFill>
                <a:srgbClr val="81C9BA"/>
              </a:solidFill>
              <a:ln w="0">
                <a:noFill/>
                <a:prstDash val="solid"/>
              </a:ln>
            </p:spPr>
          </p:sp>
          <p:sp>
            <p:nvSpPr>
              <p:cNvPr id="285" name="four:scalar-input:grid-cell:285">
                <a:extLst>
                  <a:ext uri="{FF2B5EF4-FFF2-40B4-BE49-F238E27FC236}">
                    <ns2:creationId id="{DF0056DF-C60E-4EC3-9098-02B6D4972A6A}"/>
                  </a:ext>
                </a:extLst>
              </p:cNvPr>
              <p:cNvSpPr>
                <a:spLocks noGrp="1"/>
              </p:cNvSpPr>
              <p:nvPr/>
            </p:nvSpPr>
            <p:spPr>
              <a:xfrm>
                <a:off x="1304925" y="3257550"/>
                <a:ext cx="104966" cy="104966"/>
              </a:xfrm>
              <a:prstGeom prst="rect">
                <a:avLst/>
              </a:prstGeom>
              <a:solidFill>
                <a:srgbClr val="81C9BA"/>
              </a:solidFill>
              <a:ln w="0">
                <a:noFill/>
                <a:prstDash val="solid"/>
              </a:ln>
            </p:spPr>
          </p:sp>
          <p:sp>
            <p:nvSpPr>
              <p:cNvPr id="286" name="four:scalar-input:grid-cell:286">
                <a:extLst>
                  <a:ext uri="{FF2B5EF4-FFF2-40B4-BE49-F238E27FC236}">
                    <ns2:creationId id="{91F394C8-0FB2-4CFD-9C20-614D20F00A73}"/>
                  </a:ext>
                </a:extLst>
              </p:cNvPr>
              <p:cNvSpPr>
                <a:spLocks noGrp="1"/>
              </p:cNvSpPr>
              <p:nvPr/>
            </p:nvSpPr>
            <p:spPr>
              <a:xfrm>
                <a:off x="1409700" y="3257550"/>
                <a:ext cx="104966" cy="104966"/>
              </a:xfrm>
              <a:prstGeom prst="rect">
                <a:avLst/>
              </a:prstGeom>
              <a:solidFill>
                <a:srgbClr val="81C9BA"/>
              </a:solidFill>
              <a:ln w="0">
                <a:noFill/>
                <a:prstDash val="solid"/>
              </a:ln>
            </p:spPr>
          </p:sp>
          <p:sp>
            <p:nvSpPr>
              <p:cNvPr id="287" name="four:scalar-input:grid-cell:287">
                <a:extLst>
                  <a:ext uri="{FF2B5EF4-FFF2-40B4-BE49-F238E27FC236}">
                    <ns2:creationId id="{C44FEFD1-5C6B-491D-9B12-7799093C85E9}"/>
                  </a:ext>
                </a:extLst>
              </p:cNvPr>
              <p:cNvSpPr>
                <a:spLocks noGrp="1"/>
              </p:cNvSpPr>
              <p:nvPr/>
            </p:nvSpPr>
            <p:spPr>
              <a:xfrm>
                <a:off x="1514475" y="3257550"/>
                <a:ext cx="104966" cy="104966"/>
              </a:xfrm>
              <a:prstGeom prst="rect">
                <a:avLst/>
              </a:prstGeom>
              <a:solidFill>
                <a:srgbClr val="81C9BA"/>
              </a:solidFill>
              <a:ln w="0">
                <a:noFill/>
                <a:prstDash val="solid"/>
              </a:ln>
            </p:spPr>
          </p:sp>
          <p:sp>
            <p:nvSpPr>
              <p:cNvPr id="288" name="four:scalar-input:grid-cell:288">
                <a:extLst>
                  <a:ext uri="{FF2B5EF4-FFF2-40B4-BE49-F238E27FC236}">
                    <ns2:creationId id="{DF73D6A4-7AA0-465B-A32D-E947B7D1DC57}"/>
                  </a:ext>
                </a:extLst>
              </p:cNvPr>
              <p:cNvSpPr>
                <a:spLocks noGrp="1"/>
              </p:cNvSpPr>
              <p:nvPr/>
            </p:nvSpPr>
            <p:spPr>
              <a:xfrm>
                <a:off x="1619250" y="3257550"/>
                <a:ext cx="104966" cy="104966"/>
              </a:xfrm>
              <a:prstGeom prst="rect">
                <a:avLst/>
              </a:prstGeom>
              <a:solidFill>
                <a:srgbClr val="81C9BA"/>
              </a:solidFill>
              <a:ln w="0">
                <a:noFill/>
                <a:prstDash val="solid"/>
              </a:ln>
            </p:spPr>
          </p:sp>
          <p:sp>
            <p:nvSpPr>
              <p:cNvPr id="289" name="four:scalar-input:grid-cell:289">
                <a:extLst>
                  <a:ext uri="{FF2B5EF4-FFF2-40B4-BE49-F238E27FC236}">
                    <ns2:creationId id="{A67D2106-FF4F-49A2-A893-E18BA6F462A8}"/>
                  </a:ext>
                </a:extLst>
              </p:cNvPr>
              <p:cNvSpPr>
                <a:spLocks noGrp="1"/>
              </p:cNvSpPr>
              <p:nvPr/>
            </p:nvSpPr>
            <p:spPr>
              <a:xfrm>
                <a:off x="1724025" y="3257550"/>
                <a:ext cx="104966" cy="104966"/>
              </a:xfrm>
              <a:prstGeom prst="rect">
                <a:avLst/>
              </a:prstGeom>
              <a:solidFill>
                <a:srgbClr val="81C9BA"/>
              </a:solidFill>
              <a:ln w="0">
                <a:noFill/>
                <a:prstDash val="solid"/>
              </a:ln>
            </p:spPr>
          </p:sp>
          <p:sp>
            <p:nvSpPr>
              <p:cNvPr id="290" name="four:scalar-input:grid-cell:290">
                <a:extLst>
                  <a:ext uri="{FF2B5EF4-FFF2-40B4-BE49-F238E27FC236}">
                    <ns2:creationId id="{09F37743-D16A-4B03-AB0F-ECDE1B3856E4}"/>
                  </a:ext>
                </a:extLst>
              </p:cNvPr>
              <p:cNvSpPr>
                <a:spLocks noGrp="1"/>
              </p:cNvSpPr>
              <p:nvPr/>
            </p:nvSpPr>
            <p:spPr>
              <a:xfrm>
                <a:off x="1828800" y="3257550"/>
                <a:ext cx="104966" cy="104966"/>
              </a:xfrm>
              <a:prstGeom prst="rect">
                <a:avLst/>
              </a:prstGeom>
              <a:solidFill>
                <a:srgbClr val="009E73"/>
              </a:solidFill>
              <a:ln w="0">
                <a:noFill/>
                <a:prstDash val="solid"/>
              </a:ln>
            </p:spPr>
          </p:sp>
          <p:sp>
            <p:nvSpPr>
              <p:cNvPr id="291" name="four:scalar-input:grid-cell:291">
                <a:extLst>
                  <a:ext uri="{FF2B5EF4-FFF2-40B4-BE49-F238E27FC236}">
                    <ns2:creationId id="{D5EFA6D9-D298-4B16-B081-252D5D7E85C7}"/>
                  </a:ext>
                </a:extLst>
              </p:cNvPr>
              <p:cNvSpPr>
                <a:spLocks noGrp="1"/>
              </p:cNvSpPr>
              <p:nvPr/>
            </p:nvSpPr>
            <p:spPr>
              <a:xfrm>
                <a:off x="1933575" y="3257550"/>
                <a:ext cx="104966" cy="104966"/>
              </a:xfrm>
              <a:prstGeom prst="rect">
                <a:avLst/>
              </a:prstGeom>
              <a:solidFill>
                <a:srgbClr val="81C9BA"/>
              </a:solidFill>
              <a:ln w="0">
                <a:noFill/>
                <a:prstDash val="solid"/>
              </a:ln>
            </p:spPr>
          </p:sp>
          <p:sp>
            <p:nvSpPr>
              <p:cNvPr id="292" name="four:scalar-input:grid-cell:292">
                <a:extLst>
                  <a:ext uri="{FF2B5EF4-FFF2-40B4-BE49-F238E27FC236}">
                    <ns2:creationId id="{2DB0298C-3896-4ABB-BF87-7E98583451DE}"/>
                  </a:ext>
                </a:extLst>
              </p:cNvPr>
              <p:cNvSpPr>
                <a:spLocks noGrp="1"/>
              </p:cNvSpPr>
              <p:nvPr/>
            </p:nvSpPr>
            <p:spPr>
              <a:xfrm>
                <a:off x="2038350" y="3257550"/>
                <a:ext cx="104966" cy="104966"/>
              </a:xfrm>
              <a:prstGeom prst="rect">
                <a:avLst/>
              </a:prstGeom>
              <a:solidFill>
                <a:srgbClr val="81C9BA"/>
              </a:solidFill>
              <a:ln w="0">
                <a:noFill/>
                <a:prstDash val="solid"/>
              </a:ln>
            </p:spPr>
          </p:sp>
          <p:sp>
            <p:nvSpPr>
              <p:cNvPr id="293" name="four:scalar-input:grid-cell:293">
                <a:extLst>
                  <a:ext uri="{FF2B5EF4-FFF2-40B4-BE49-F238E27FC236}">
                    <ns2:creationId id="{A851C53C-0654-4AE1-B09C-BE0A0FCF4624}"/>
                  </a:ext>
                </a:extLst>
              </p:cNvPr>
              <p:cNvSpPr>
                <a:spLocks noGrp="1"/>
              </p:cNvSpPr>
              <p:nvPr/>
            </p:nvSpPr>
            <p:spPr>
              <a:xfrm>
                <a:off x="2143125" y="3257550"/>
                <a:ext cx="104966" cy="104966"/>
              </a:xfrm>
              <a:prstGeom prst="rect">
                <a:avLst/>
              </a:prstGeom>
              <a:solidFill>
                <a:srgbClr val="81C9BA"/>
              </a:solidFill>
              <a:ln w="0">
                <a:noFill/>
                <a:prstDash val="solid"/>
              </a:ln>
            </p:spPr>
          </p:sp>
          <p:sp>
            <p:nvSpPr>
              <p:cNvPr id="294" name="four:scalar-input:grid-cell:294">
                <a:extLst>
                  <a:ext uri="{FF2B5EF4-FFF2-40B4-BE49-F238E27FC236}">
                    <ns2:creationId id="{13414A77-C81D-49D7-9133-F6978F7DFC8B}"/>
                  </a:ext>
                </a:extLst>
              </p:cNvPr>
              <p:cNvSpPr>
                <a:spLocks noGrp="1"/>
              </p:cNvSpPr>
              <p:nvPr/>
            </p:nvSpPr>
            <p:spPr>
              <a:xfrm>
                <a:off x="2247900" y="3257550"/>
                <a:ext cx="104966" cy="104966"/>
              </a:xfrm>
              <a:prstGeom prst="rect">
                <a:avLst/>
              </a:prstGeom>
              <a:solidFill>
                <a:srgbClr val="81C9BA"/>
              </a:solidFill>
              <a:ln w="0">
                <a:noFill/>
                <a:prstDash val="solid"/>
              </a:ln>
            </p:spPr>
          </p:sp>
          <p:sp>
            <p:nvSpPr>
              <p:cNvPr id="295" name="four:scalar-input:grid-cell:295">
                <a:extLst>
                  <a:ext uri="{FF2B5EF4-FFF2-40B4-BE49-F238E27FC236}">
                    <ns2:creationId id="{51EB5F5A-5E82-4AB4-A112-1B6DBDC5B510}"/>
                  </a:ext>
                </a:extLst>
              </p:cNvPr>
              <p:cNvSpPr>
                <a:spLocks noGrp="1"/>
              </p:cNvSpPr>
              <p:nvPr/>
            </p:nvSpPr>
            <p:spPr>
              <a:xfrm>
                <a:off x="2352675" y="3257550"/>
                <a:ext cx="104966" cy="104966"/>
              </a:xfrm>
              <a:prstGeom prst="rect">
                <a:avLst/>
              </a:prstGeom>
              <a:solidFill>
                <a:srgbClr val="DCE8ED"/>
              </a:solidFill>
              <a:ln w="0">
                <a:noFill/>
                <a:prstDash val="solid"/>
              </a:ln>
            </p:spPr>
          </p:sp>
          <p:sp>
            <p:nvSpPr>
              <p:cNvPr id="296" name="four:scalar-input:grid-cell:296">
                <a:extLst>
                  <a:ext uri="{FF2B5EF4-FFF2-40B4-BE49-F238E27FC236}">
                    <ns2:creationId id="{680FCD2C-70E8-4501-8868-45453B5B42D6}"/>
                  </a:ext>
                </a:extLst>
              </p:cNvPr>
              <p:cNvSpPr>
                <a:spLocks noGrp="1"/>
              </p:cNvSpPr>
              <p:nvPr/>
            </p:nvSpPr>
            <p:spPr>
              <a:xfrm>
                <a:off x="361950" y="3362325"/>
                <a:ext cx="104966" cy="104966"/>
              </a:xfrm>
              <a:prstGeom prst="rect">
                <a:avLst/>
              </a:prstGeom>
              <a:solidFill>
                <a:srgbClr val="D4B4CC"/>
              </a:solidFill>
              <a:ln w="0">
                <a:noFill/>
                <a:prstDash val="solid"/>
              </a:ln>
            </p:spPr>
          </p:sp>
          <p:sp>
            <p:nvSpPr>
              <p:cNvPr id="297" name="four:scalar-input:grid-cell:297">
                <a:extLst>
                  <a:ext uri="{FF2B5EF4-FFF2-40B4-BE49-F238E27FC236}">
                    <ns2:creationId id="{C7755CA7-E30F-4A59-8E05-00676E797691}"/>
                  </a:ext>
                </a:extLst>
              </p:cNvPr>
              <p:cNvSpPr>
                <a:spLocks noGrp="1"/>
              </p:cNvSpPr>
              <p:nvPr/>
            </p:nvSpPr>
            <p:spPr>
              <a:xfrm>
                <a:off x="466725" y="3362325"/>
                <a:ext cx="104966" cy="104966"/>
              </a:xfrm>
              <a:prstGeom prst="rect">
                <a:avLst/>
              </a:prstGeom>
              <a:solidFill>
                <a:srgbClr val="D4B4CC"/>
              </a:solidFill>
              <a:ln w="0">
                <a:noFill/>
                <a:prstDash val="solid"/>
              </a:ln>
            </p:spPr>
          </p:sp>
          <p:sp>
            <p:nvSpPr>
              <p:cNvPr id="298" name="four:scalar-input:grid-cell:298">
                <a:extLst>
                  <a:ext uri="{FF2B5EF4-FFF2-40B4-BE49-F238E27FC236}">
                    <ns2:creationId id="{D188E46C-3818-45B3-85E1-D62D85B4FFFC}"/>
                  </a:ext>
                </a:extLst>
              </p:cNvPr>
              <p:cNvSpPr>
                <a:spLocks noGrp="1"/>
              </p:cNvSpPr>
              <p:nvPr/>
            </p:nvSpPr>
            <p:spPr>
              <a:xfrm>
                <a:off x="571500" y="3362325"/>
                <a:ext cx="104966" cy="104966"/>
              </a:xfrm>
              <a:prstGeom prst="rect">
                <a:avLst/>
              </a:prstGeom>
              <a:solidFill>
                <a:srgbClr val="D4B4CC"/>
              </a:solidFill>
              <a:ln w="0">
                <a:noFill/>
                <a:prstDash val="solid"/>
              </a:ln>
            </p:spPr>
          </p:sp>
          <p:sp>
            <p:nvSpPr>
              <p:cNvPr id="299" name="four:scalar-input:grid-cell:299">
                <a:extLst>
                  <a:ext uri="{FF2B5EF4-FFF2-40B4-BE49-F238E27FC236}">
                    <ns2:creationId id="{0A1B14AB-FBFC-4B53-80DD-4A64A6522B95}"/>
                  </a:ext>
                </a:extLst>
              </p:cNvPr>
              <p:cNvSpPr>
                <a:spLocks noGrp="1"/>
              </p:cNvSpPr>
              <p:nvPr/>
            </p:nvSpPr>
            <p:spPr>
              <a:xfrm>
                <a:off x="676275" y="3362325"/>
                <a:ext cx="104966" cy="104966"/>
              </a:xfrm>
              <a:prstGeom prst="rect">
                <a:avLst/>
              </a:prstGeom>
              <a:solidFill>
                <a:srgbClr val="DCE8ED"/>
              </a:solidFill>
              <a:ln w="0">
                <a:noFill/>
                <a:prstDash val="solid"/>
              </a:ln>
            </p:spPr>
          </p:sp>
          <p:sp>
            <p:nvSpPr>
              <p:cNvPr id="300" name="four:scalar-input:grid-cell:300">
                <a:extLst>
                  <a:ext uri="{FF2B5EF4-FFF2-40B4-BE49-F238E27FC236}">
                    <ns2:creationId id="{B952CAE6-2C22-4479-8D73-D32801B2411C}"/>
                  </a:ext>
                </a:extLst>
              </p:cNvPr>
              <p:cNvSpPr>
                <a:spLocks noGrp="1"/>
              </p:cNvSpPr>
              <p:nvPr/>
            </p:nvSpPr>
            <p:spPr>
              <a:xfrm>
                <a:off x="781050" y="3362325"/>
                <a:ext cx="104966" cy="104966"/>
              </a:xfrm>
              <a:prstGeom prst="rect">
                <a:avLst/>
              </a:prstGeom>
              <a:solidFill>
                <a:srgbClr val="DCE8ED"/>
              </a:solidFill>
              <a:ln w="0">
                <a:noFill/>
                <a:prstDash val="solid"/>
              </a:ln>
            </p:spPr>
          </p:sp>
          <p:sp>
            <p:nvSpPr>
              <p:cNvPr id="301" name="four:scalar-input:grid-cell:301">
                <a:extLst>
                  <a:ext uri="{FF2B5EF4-FFF2-40B4-BE49-F238E27FC236}">
                    <ns2:creationId id="{2D04AFB0-7CC6-42D1-940C-CA082D96C35F}"/>
                  </a:ext>
                </a:extLst>
              </p:cNvPr>
              <p:cNvSpPr>
                <a:spLocks noGrp="1"/>
              </p:cNvSpPr>
              <p:nvPr/>
            </p:nvSpPr>
            <p:spPr>
              <a:xfrm>
                <a:off x="885825" y="3362325"/>
                <a:ext cx="104966" cy="104966"/>
              </a:xfrm>
              <a:prstGeom prst="rect">
                <a:avLst/>
              </a:prstGeom>
              <a:solidFill>
                <a:srgbClr val="81C9BA"/>
              </a:solidFill>
              <a:ln w="0">
                <a:noFill/>
                <a:prstDash val="solid"/>
              </a:ln>
            </p:spPr>
          </p:sp>
          <p:sp>
            <p:nvSpPr>
              <p:cNvPr id="302" name="four:scalar-input:grid-cell:302">
                <a:extLst>
                  <a:ext uri="{FF2B5EF4-FFF2-40B4-BE49-F238E27FC236}">
                    <ns2:creationId id="{DB076CE3-B836-49BC-A504-7A324C645F9F}"/>
                  </a:ext>
                </a:extLst>
              </p:cNvPr>
              <p:cNvSpPr>
                <a:spLocks noGrp="1"/>
              </p:cNvSpPr>
              <p:nvPr/>
            </p:nvSpPr>
            <p:spPr>
              <a:xfrm>
                <a:off x="990600" y="3362325"/>
                <a:ext cx="104966" cy="104966"/>
              </a:xfrm>
              <a:prstGeom prst="rect">
                <a:avLst/>
              </a:prstGeom>
              <a:solidFill>
                <a:srgbClr val="81C9BA"/>
              </a:solidFill>
              <a:ln w="0">
                <a:noFill/>
                <a:prstDash val="solid"/>
              </a:ln>
            </p:spPr>
          </p:sp>
          <p:sp>
            <p:nvSpPr>
              <p:cNvPr id="303" name="four:scalar-input:grid-cell:303">
                <a:extLst>
                  <a:ext uri="{FF2B5EF4-FFF2-40B4-BE49-F238E27FC236}">
                    <ns2:creationId id="{53031243-CB54-4984-AACA-93D848A43C4A}"/>
                  </a:ext>
                </a:extLst>
              </p:cNvPr>
              <p:cNvSpPr>
                <a:spLocks noGrp="1"/>
              </p:cNvSpPr>
              <p:nvPr/>
            </p:nvSpPr>
            <p:spPr>
              <a:xfrm>
                <a:off x="1095375" y="3362325"/>
                <a:ext cx="104966" cy="104966"/>
              </a:xfrm>
              <a:prstGeom prst="rect">
                <a:avLst/>
              </a:prstGeom>
              <a:solidFill>
                <a:srgbClr val="81C9BA"/>
              </a:solidFill>
              <a:ln w="0">
                <a:noFill/>
                <a:prstDash val="solid"/>
              </a:ln>
            </p:spPr>
          </p:sp>
          <p:sp>
            <p:nvSpPr>
              <p:cNvPr id="304" name="four:scalar-input:grid-cell:304">
                <a:extLst>
                  <a:ext uri="{FF2B5EF4-FFF2-40B4-BE49-F238E27FC236}">
                    <ns2:creationId id="{1A60C70E-D7B4-402C-82B3-D0F5C76FC0D1}"/>
                  </a:ext>
                </a:extLst>
              </p:cNvPr>
              <p:cNvSpPr>
                <a:spLocks noGrp="1"/>
              </p:cNvSpPr>
              <p:nvPr/>
            </p:nvSpPr>
            <p:spPr>
              <a:xfrm>
                <a:off x="1200150" y="3362325"/>
                <a:ext cx="104966" cy="104966"/>
              </a:xfrm>
              <a:prstGeom prst="rect">
                <a:avLst/>
              </a:prstGeom>
              <a:solidFill>
                <a:srgbClr val="81C9BA"/>
              </a:solidFill>
              <a:ln w="0">
                <a:noFill/>
                <a:prstDash val="solid"/>
              </a:ln>
            </p:spPr>
          </p:sp>
          <p:sp>
            <p:nvSpPr>
              <p:cNvPr id="305" name="four:scalar-input:grid-cell:305">
                <a:extLst>
                  <a:ext uri="{FF2B5EF4-FFF2-40B4-BE49-F238E27FC236}">
                    <ns2:creationId id="{0D77F6FE-4CEA-470B-B539-F9CA0196F1E5}"/>
                  </a:ext>
                </a:extLst>
              </p:cNvPr>
              <p:cNvSpPr>
                <a:spLocks noGrp="1"/>
              </p:cNvSpPr>
              <p:nvPr/>
            </p:nvSpPr>
            <p:spPr>
              <a:xfrm>
                <a:off x="1304925" y="3362325"/>
                <a:ext cx="104966" cy="104966"/>
              </a:xfrm>
              <a:prstGeom prst="rect">
                <a:avLst/>
              </a:prstGeom>
              <a:solidFill>
                <a:srgbClr val="81C9BA"/>
              </a:solidFill>
              <a:ln w="0">
                <a:noFill/>
                <a:prstDash val="solid"/>
              </a:ln>
            </p:spPr>
          </p:sp>
          <p:sp>
            <p:nvSpPr>
              <p:cNvPr id="306" name="four:scalar-input:grid-cell:306">
                <a:extLst>
                  <a:ext uri="{FF2B5EF4-FFF2-40B4-BE49-F238E27FC236}">
                    <ns2:creationId id="{9C07961E-2915-420F-9D57-DAAFB1C31825}"/>
                  </a:ext>
                </a:extLst>
              </p:cNvPr>
              <p:cNvSpPr>
                <a:spLocks noGrp="1"/>
              </p:cNvSpPr>
              <p:nvPr/>
            </p:nvSpPr>
            <p:spPr>
              <a:xfrm>
                <a:off x="1409700" y="3362325"/>
                <a:ext cx="104966" cy="104966"/>
              </a:xfrm>
              <a:prstGeom prst="rect">
                <a:avLst/>
              </a:prstGeom>
              <a:solidFill>
                <a:srgbClr val="81C9BA"/>
              </a:solidFill>
              <a:ln w="0">
                <a:noFill/>
                <a:prstDash val="solid"/>
              </a:ln>
            </p:spPr>
          </p:sp>
          <p:sp>
            <p:nvSpPr>
              <p:cNvPr id="307" name="four:scalar-input:grid-cell:307">
                <a:extLst>
                  <a:ext uri="{FF2B5EF4-FFF2-40B4-BE49-F238E27FC236}">
                    <ns2:creationId id="{1F34A9B7-025D-43E4-97CC-D1E1F02B9AE0}"/>
                  </a:ext>
                </a:extLst>
              </p:cNvPr>
              <p:cNvSpPr>
                <a:spLocks noGrp="1"/>
              </p:cNvSpPr>
              <p:nvPr/>
            </p:nvSpPr>
            <p:spPr>
              <a:xfrm>
                <a:off x="1514475" y="3362325"/>
                <a:ext cx="104966" cy="104966"/>
              </a:xfrm>
              <a:prstGeom prst="rect">
                <a:avLst/>
              </a:prstGeom>
              <a:solidFill>
                <a:srgbClr val="81C9BA"/>
              </a:solidFill>
              <a:ln w="0">
                <a:noFill/>
                <a:prstDash val="solid"/>
              </a:ln>
            </p:spPr>
          </p:sp>
          <p:sp>
            <p:nvSpPr>
              <p:cNvPr id="308" name="four:scalar-input:grid-cell:308">
                <a:extLst>
                  <a:ext uri="{FF2B5EF4-FFF2-40B4-BE49-F238E27FC236}">
                    <ns2:creationId id="{A68034A8-DF4B-4FA2-871D-79D29F4A582B}"/>
                  </a:ext>
                </a:extLst>
              </p:cNvPr>
              <p:cNvSpPr>
                <a:spLocks noGrp="1"/>
              </p:cNvSpPr>
              <p:nvPr/>
            </p:nvSpPr>
            <p:spPr>
              <a:xfrm>
                <a:off x="1619250" y="3362325"/>
                <a:ext cx="104966" cy="104966"/>
              </a:xfrm>
              <a:prstGeom prst="rect">
                <a:avLst/>
              </a:prstGeom>
              <a:solidFill>
                <a:srgbClr val="81C9BA"/>
              </a:solidFill>
              <a:ln w="0">
                <a:noFill/>
                <a:prstDash val="solid"/>
              </a:ln>
            </p:spPr>
          </p:sp>
          <p:sp>
            <p:nvSpPr>
              <p:cNvPr id="309" name="four:scalar-input:grid-cell:309">
                <a:extLst>
                  <a:ext uri="{FF2B5EF4-FFF2-40B4-BE49-F238E27FC236}">
                    <ns2:creationId id="{1B9B9A89-7E8B-40E4-B475-35CDE8F71D85}"/>
                  </a:ext>
                </a:extLst>
              </p:cNvPr>
              <p:cNvSpPr>
                <a:spLocks noGrp="1"/>
              </p:cNvSpPr>
              <p:nvPr/>
            </p:nvSpPr>
            <p:spPr>
              <a:xfrm>
                <a:off x="1724025" y="3362325"/>
                <a:ext cx="104966" cy="104966"/>
              </a:xfrm>
              <a:prstGeom prst="rect">
                <a:avLst/>
              </a:prstGeom>
              <a:solidFill>
                <a:srgbClr val="009E73"/>
              </a:solidFill>
              <a:ln w="0">
                <a:noFill/>
                <a:prstDash val="solid"/>
              </a:ln>
            </p:spPr>
          </p:sp>
          <p:sp>
            <p:nvSpPr>
              <p:cNvPr id="310" name="four:scalar-input:grid-cell:310">
                <a:extLst>
                  <a:ext uri="{FF2B5EF4-FFF2-40B4-BE49-F238E27FC236}">
                    <ns2:creationId id="{C33F2390-8C38-41DE-A050-0DBF5C35CB7E}"/>
                  </a:ext>
                </a:extLst>
              </p:cNvPr>
              <p:cNvSpPr>
                <a:spLocks noGrp="1"/>
              </p:cNvSpPr>
              <p:nvPr/>
            </p:nvSpPr>
            <p:spPr>
              <a:xfrm>
                <a:off x="1828800" y="3362325"/>
                <a:ext cx="104966" cy="104966"/>
              </a:xfrm>
              <a:prstGeom prst="rect">
                <a:avLst/>
              </a:prstGeom>
              <a:solidFill>
                <a:srgbClr val="009E73"/>
              </a:solidFill>
              <a:ln w="0">
                <a:noFill/>
                <a:prstDash val="solid"/>
              </a:ln>
            </p:spPr>
          </p:sp>
          <p:sp>
            <p:nvSpPr>
              <p:cNvPr id="311" name="four:scalar-input:grid-cell:311">
                <a:extLst>
                  <a:ext uri="{FF2B5EF4-FFF2-40B4-BE49-F238E27FC236}">
                    <ns2:creationId id="{D1B350C6-C64D-4A1C-8F37-5B4AC5E13160}"/>
                  </a:ext>
                </a:extLst>
              </p:cNvPr>
              <p:cNvSpPr>
                <a:spLocks noGrp="1"/>
              </p:cNvSpPr>
              <p:nvPr/>
            </p:nvSpPr>
            <p:spPr>
              <a:xfrm>
                <a:off x="1933575" y="3362325"/>
                <a:ext cx="104966" cy="104966"/>
              </a:xfrm>
              <a:prstGeom prst="rect">
                <a:avLst/>
              </a:prstGeom>
              <a:solidFill>
                <a:srgbClr val="009E73"/>
              </a:solidFill>
              <a:ln w="0">
                <a:noFill/>
                <a:prstDash val="solid"/>
              </a:ln>
            </p:spPr>
          </p:sp>
          <p:sp>
            <p:nvSpPr>
              <p:cNvPr id="312" name="four:scalar-input:grid-cell:312">
                <a:extLst>
                  <a:ext uri="{FF2B5EF4-FFF2-40B4-BE49-F238E27FC236}">
                    <ns2:creationId id="{023DEAB1-A3AC-4D29-BC28-09772BEEC0CF}"/>
                  </a:ext>
                </a:extLst>
              </p:cNvPr>
              <p:cNvSpPr>
                <a:spLocks noGrp="1"/>
              </p:cNvSpPr>
              <p:nvPr/>
            </p:nvSpPr>
            <p:spPr>
              <a:xfrm>
                <a:off x="2038350" y="3362325"/>
                <a:ext cx="104966" cy="104966"/>
              </a:xfrm>
              <a:prstGeom prst="rect">
                <a:avLst/>
              </a:prstGeom>
              <a:solidFill>
                <a:srgbClr val="009E73"/>
              </a:solidFill>
              <a:ln w="0">
                <a:noFill/>
                <a:prstDash val="solid"/>
              </a:ln>
            </p:spPr>
          </p:sp>
          <p:sp>
            <p:nvSpPr>
              <p:cNvPr id="313" name="four:scalar-input:grid-cell:313">
                <a:extLst>
                  <a:ext uri="{FF2B5EF4-FFF2-40B4-BE49-F238E27FC236}">
                    <ns2:creationId id="{FAEDB05F-455C-4F5C-A575-5CD0EE1D3DDC}"/>
                  </a:ext>
                </a:extLst>
              </p:cNvPr>
              <p:cNvSpPr>
                <a:spLocks noGrp="1"/>
              </p:cNvSpPr>
              <p:nvPr/>
            </p:nvSpPr>
            <p:spPr>
              <a:xfrm>
                <a:off x="2143125" y="3362325"/>
                <a:ext cx="104966" cy="104966"/>
              </a:xfrm>
              <a:prstGeom prst="rect">
                <a:avLst/>
              </a:prstGeom>
              <a:solidFill>
                <a:srgbClr val="81C9BA"/>
              </a:solidFill>
              <a:ln w="0">
                <a:noFill/>
                <a:prstDash val="solid"/>
              </a:ln>
            </p:spPr>
          </p:sp>
          <p:sp>
            <p:nvSpPr>
              <p:cNvPr id="314" name="four:scalar-input:grid-cell:314">
                <a:extLst>
                  <a:ext uri="{FF2B5EF4-FFF2-40B4-BE49-F238E27FC236}">
                    <ns2:creationId id="{2EC8CCE5-E126-44C7-995F-E20E95492E47}"/>
                  </a:ext>
                </a:extLst>
              </p:cNvPr>
              <p:cNvSpPr>
                <a:spLocks noGrp="1"/>
              </p:cNvSpPr>
              <p:nvPr/>
            </p:nvSpPr>
            <p:spPr>
              <a:xfrm>
                <a:off x="2247900" y="3362325"/>
                <a:ext cx="104966" cy="104966"/>
              </a:xfrm>
              <a:prstGeom prst="rect">
                <a:avLst/>
              </a:prstGeom>
              <a:solidFill>
                <a:srgbClr val="81C9BA"/>
              </a:solidFill>
              <a:ln w="0">
                <a:noFill/>
                <a:prstDash val="solid"/>
              </a:ln>
            </p:spPr>
          </p:sp>
          <p:sp>
            <p:nvSpPr>
              <p:cNvPr id="315" name="four:scalar-input:grid-cell:315">
                <a:extLst>
                  <a:ext uri="{FF2B5EF4-FFF2-40B4-BE49-F238E27FC236}">
                    <ns2:creationId id="{DA3EB2CA-8C42-4F37-A0B0-A3792DFAA194}"/>
                  </a:ext>
                </a:extLst>
              </p:cNvPr>
              <p:cNvSpPr>
                <a:spLocks noGrp="1"/>
              </p:cNvSpPr>
              <p:nvPr/>
            </p:nvSpPr>
            <p:spPr>
              <a:xfrm>
                <a:off x="2352675" y="3362325"/>
                <a:ext cx="104966" cy="104966"/>
              </a:xfrm>
              <a:prstGeom prst="rect">
                <a:avLst/>
              </a:prstGeom>
              <a:solidFill>
                <a:srgbClr val="81C9BA"/>
              </a:solidFill>
              <a:ln w="0">
                <a:noFill/>
                <a:prstDash val="solid"/>
              </a:ln>
            </p:spPr>
          </p:sp>
          <p:sp>
            <p:nvSpPr>
              <p:cNvPr id="316" name="four:scalar-input:grid-cell:316">
                <a:extLst>
                  <a:ext uri="{FF2B5EF4-FFF2-40B4-BE49-F238E27FC236}">
                    <ns2:creationId id="{82264597-B348-4584-AA0C-11FAAEEE032D}"/>
                  </a:ext>
                </a:extLst>
              </p:cNvPr>
              <p:cNvSpPr>
                <a:spLocks noGrp="1"/>
              </p:cNvSpPr>
              <p:nvPr/>
            </p:nvSpPr>
            <p:spPr>
              <a:xfrm>
                <a:off x="361950" y="3467100"/>
                <a:ext cx="104966" cy="104966"/>
              </a:xfrm>
              <a:prstGeom prst="rect">
                <a:avLst/>
              </a:prstGeom>
              <a:solidFill>
                <a:srgbClr val="DCE8ED"/>
              </a:solidFill>
              <a:ln w="0">
                <a:noFill/>
                <a:prstDash val="solid"/>
              </a:ln>
            </p:spPr>
          </p:sp>
          <p:sp>
            <p:nvSpPr>
              <p:cNvPr id="317" name="four:scalar-input:grid-cell:317">
                <a:extLst>
                  <a:ext uri="{FF2B5EF4-FFF2-40B4-BE49-F238E27FC236}">
                    <ns2:creationId id="{50DC37C6-4608-40FC-B7C0-8E24B45759A8}"/>
                  </a:ext>
                </a:extLst>
              </p:cNvPr>
              <p:cNvSpPr>
                <a:spLocks noGrp="1"/>
              </p:cNvSpPr>
              <p:nvPr/>
            </p:nvSpPr>
            <p:spPr>
              <a:xfrm>
                <a:off x="466725" y="3467100"/>
                <a:ext cx="104966" cy="104966"/>
              </a:xfrm>
              <a:prstGeom prst="rect">
                <a:avLst/>
              </a:prstGeom>
              <a:solidFill>
                <a:srgbClr val="DCE8ED"/>
              </a:solidFill>
              <a:ln w="0">
                <a:noFill/>
                <a:prstDash val="solid"/>
              </a:ln>
            </p:spPr>
          </p:sp>
          <p:sp>
            <p:nvSpPr>
              <p:cNvPr id="318" name="four:scalar-input:grid-cell:318">
                <a:extLst>
                  <a:ext uri="{FF2B5EF4-FFF2-40B4-BE49-F238E27FC236}">
                    <ns2:creationId id="{EB7436F8-D8CA-4991-B820-83129A42A47B}"/>
                  </a:ext>
                </a:extLst>
              </p:cNvPr>
              <p:cNvSpPr>
                <a:spLocks noGrp="1"/>
              </p:cNvSpPr>
              <p:nvPr/>
            </p:nvSpPr>
            <p:spPr>
              <a:xfrm>
                <a:off x="571500" y="3467100"/>
                <a:ext cx="104966" cy="104966"/>
              </a:xfrm>
              <a:prstGeom prst="rect">
                <a:avLst/>
              </a:prstGeom>
              <a:solidFill>
                <a:srgbClr val="DCE8ED"/>
              </a:solidFill>
              <a:ln w="0">
                <a:noFill/>
                <a:prstDash val="solid"/>
              </a:ln>
            </p:spPr>
          </p:sp>
          <p:sp>
            <p:nvSpPr>
              <p:cNvPr id="319" name="four:scalar-input:grid-cell:319">
                <a:extLst>
                  <a:ext uri="{FF2B5EF4-FFF2-40B4-BE49-F238E27FC236}">
                    <ns2:creationId id="{D15EAE21-307A-4DD8-B618-CB84945822D9}"/>
                  </a:ext>
                </a:extLst>
              </p:cNvPr>
              <p:cNvSpPr>
                <a:spLocks noGrp="1"/>
              </p:cNvSpPr>
              <p:nvPr/>
            </p:nvSpPr>
            <p:spPr>
              <a:xfrm>
                <a:off x="676275" y="3467100"/>
                <a:ext cx="104966" cy="104966"/>
              </a:xfrm>
              <a:prstGeom prst="rect">
                <a:avLst/>
              </a:prstGeom>
              <a:solidFill>
                <a:srgbClr val="DCE8ED"/>
              </a:solidFill>
              <a:ln w="0">
                <a:noFill/>
                <a:prstDash val="solid"/>
              </a:ln>
            </p:spPr>
          </p:sp>
          <p:sp>
            <p:nvSpPr>
              <p:cNvPr id="320" name="four:scalar-input:grid-cell:320">
                <a:extLst>
                  <a:ext uri="{FF2B5EF4-FFF2-40B4-BE49-F238E27FC236}">
                    <ns2:creationId id="{3546EFA1-E5D3-475B-B44B-0C4CD24B822D}"/>
                  </a:ext>
                </a:extLst>
              </p:cNvPr>
              <p:cNvSpPr>
                <a:spLocks noGrp="1"/>
              </p:cNvSpPr>
              <p:nvPr/>
            </p:nvSpPr>
            <p:spPr>
              <a:xfrm>
                <a:off x="781050" y="3467100"/>
                <a:ext cx="104966" cy="104966"/>
              </a:xfrm>
              <a:prstGeom prst="rect">
                <a:avLst/>
              </a:prstGeom>
              <a:solidFill>
                <a:srgbClr val="DCE8ED"/>
              </a:solidFill>
              <a:ln w="0">
                <a:noFill/>
                <a:prstDash val="solid"/>
              </a:ln>
            </p:spPr>
          </p:sp>
          <p:sp>
            <p:nvSpPr>
              <p:cNvPr id="321" name="four:scalar-input:grid-cell:321">
                <a:extLst>
                  <a:ext uri="{FF2B5EF4-FFF2-40B4-BE49-F238E27FC236}">
                    <ns2:creationId id="{82992B67-109D-42D1-85DF-0728EC8CFEBE}"/>
                  </a:ext>
                </a:extLst>
              </p:cNvPr>
              <p:cNvSpPr>
                <a:spLocks noGrp="1"/>
              </p:cNvSpPr>
              <p:nvPr/>
            </p:nvSpPr>
            <p:spPr>
              <a:xfrm>
                <a:off x="885825" y="3467100"/>
                <a:ext cx="104966" cy="104966"/>
              </a:xfrm>
              <a:prstGeom prst="rect">
                <a:avLst/>
              </a:prstGeom>
              <a:solidFill>
                <a:srgbClr val="81C9BA"/>
              </a:solidFill>
              <a:ln w="0">
                <a:noFill/>
                <a:prstDash val="solid"/>
              </a:ln>
            </p:spPr>
          </p:sp>
          <p:sp>
            <p:nvSpPr>
              <p:cNvPr id="322" name="four:scalar-input:grid-cell:322">
                <a:extLst>
                  <a:ext uri="{FF2B5EF4-FFF2-40B4-BE49-F238E27FC236}">
                    <ns2:creationId id="{A871B84C-BAA5-4E64-91DE-F7AC909045BD}"/>
                  </a:ext>
                </a:extLst>
              </p:cNvPr>
              <p:cNvSpPr>
                <a:spLocks noGrp="1"/>
              </p:cNvSpPr>
              <p:nvPr/>
            </p:nvSpPr>
            <p:spPr>
              <a:xfrm>
                <a:off x="990600" y="3467100"/>
                <a:ext cx="104966" cy="104966"/>
              </a:xfrm>
              <a:prstGeom prst="rect">
                <a:avLst/>
              </a:prstGeom>
              <a:solidFill>
                <a:srgbClr val="81C9BA"/>
              </a:solidFill>
              <a:ln w="0">
                <a:noFill/>
                <a:prstDash val="solid"/>
              </a:ln>
            </p:spPr>
          </p:sp>
          <p:sp>
            <p:nvSpPr>
              <p:cNvPr id="323" name="four:scalar-input:grid-cell:323">
                <a:extLst>
                  <a:ext uri="{FF2B5EF4-FFF2-40B4-BE49-F238E27FC236}">
                    <ns2:creationId id="{F1465C06-DACC-4450-AD3F-9B6D01371BFC}"/>
                  </a:ext>
                </a:extLst>
              </p:cNvPr>
              <p:cNvSpPr>
                <a:spLocks noGrp="1"/>
              </p:cNvSpPr>
              <p:nvPr/>
            </p:nvSpPr>
            <p:spPr>
              <a:xfrm>
                <a:off x="1095375" y="3467100"/>
                <a:ext cx="104966" cy="104966"/>
              </a:xfrm>
              <a:prstGeom prst="rect">
                <a:avLst/>
              </a:prstGeom>
              <a:solidFill>
                <a:srgbClr val="81C9BA"/>
              </a:solidFill>
              <a:ln w="0">
                <a:noFill/>
                <a:prstDash val="solid"/>
              </a:ln>
            </p:spPr>
          </p:sp>
          <p:sp>
            <p:nvSpPr>
              <p:cNvPr id="324" name="four:scalar-input:grid-cell:324">
                <a:extLst>
                  <a:ext uri="{FF2B5EF4-FFF2-40B4-BE49-F238E27FC236}">
                    <ns2:creationId id="{82E0D899-15BE-4E97-8ACC-7B5B4457DBEE}"/>
                  </a:ext>
                </a:extLst>
              </p:cNvPr>
              <p:cNvSpPr>
                <a:spLocks noGrp="1"/>
              </p:cNvSpPr>
              <p:nvPr/>
            </p:nvSpPr>
            <p:spPr>
              <a:xfrm>
                <a:off x="1200150" y="3467100"/>
                <a:ext cx="104966" cy="104966"/>
              </a:xfrm>
              <a:prstGeom prst="rect">
                <a:avLst/>
              </a:prstGeom>
              <a:solidFill>
                <a:srgbClr val="81C9BA"/>
              </a:solidFill>
              <a:ln w="0">
                <a:noFill/>
                <a:prstDash val="solid"/>
              </a:ln>
            </p:spPr>
          </p:sp>
          <p:sp>
            <p:nvSpPr>
              <p:cNvPr id="325" name="four:scalar-input:grid-cell:325">
                <a:extLst>
                  <a:ext uri="{FF2B5EF4-FFF2-40B4-BE49-F238E27FC236}">
                    <ns2:creationId id="{8D37D0D0-37D5-4F33-834A-C171A92FC7E7}"/>
                  </a:ext>
                </a:extLst>
              </p:cNvPr>
              <p:cNvSpPr>
                <a:spLocks noGrp="1"/>
              </p:cNvSpPr>
              <p:nvPr/>
            </p:nvSpPr>
            <p:spPr>
              <a:xfrm>
                <a:off x="1304925" y="3467100"/>
                <a:ext cx="104966" cy="104966"/>
              </a:xfrm>
              <a:prstGeom prst="rect">
                <a:avLst/>
              </a:prstGeom>
              <a:solidFill>
                <a:srgbClr val="D55E00"/>
              </a:solidFill>
              <a:ln w="0">
                <a:noFill/>
                <a:prstDash val="solid"/>
              </a:ln>
            </p:spPr>
          </p:sp>
          <p:sp>
            <p:nvSpPr>
              <p:cNvPr id="326" name="four:scalar-input:grid-cell:326">
                <a:extLst>
                  <a:ext uri="{FF2B5EF4-FFF2-40B4-BE49-F238E27FC236}">
                    <ns2:creationId id="{318640AF-7064-44B7-AEF0-E71AFABD3DA9}"/>
                  </a:ext>
                </a:extLst>
              </p:cNvPr>
              <p:cNvSpPr>
                <a:spLocks noGrp="1"/>
              </p:cNvSpPr>
              <p:nvPr/>
            </p:nvSpPr>
            <p:spPr>
              <a:xfrm>
                <a:off x="1409700" y="3467100"/>
                <a:ext cx="104966" cy="104966"/>
              </a:xfrm>
              <a:prstGeom prst="rect">
                <a:avLst/>
              </a:prstGeom>
              <a:solidFill>
                <a:srgbClr val="D55E00"/>
              </a:solidFill>
              <a:ln w="0">
                <a:noFill/>
                <a:prstDash val="solid"/>
              </a:ln>
            </p:spPr>
          </p:sp>
          <p:sp>
            <p:nvSpPr>
              <p:cNvPr id="327" name="four:scalar-input:grid-cell:327">
                <a:extLst>
                  <a:ext uri="{FF2B5EF4-FFF2-40B4-BE49-F238E27FC236}">
                    <ns2:creationId id="{6A90D434-A648-4548-908E-06EF51316431}"/>
                  </a:ext>
                </a:extLst>
              </p:cNvPr>
              <p:cNvSpPr>
                <a:spLocks noGrp="1"/>
              </p:cNvSpPr>
              <p:nvPr/>
            </p:nvSpPr>
            <p:spPr>
              <a:xfrm>
                <a:off x="1514475" y="3467100"/>
                <a:ext cx="104966" cy="104966"/>
              </a:xfrm>
              <a:prstGeom prst="rect">
                <a:avLst/>
              </a:prstGeom>
              <a:solidFill>
                <a:srgbClr val="81C9BA"/>
              </a:solidFill>
              <a:ln w="0">
                <a:noFill/>
                <a:prstDash val="solid"/>
              </a:ln>
            </p:spPr>
          </p:sp>
          <p:sp>
            <p:nvSpPr>
              <p:cNvPr id="328" name="four:scalar-input:grid-cell:328">
                <a:extLst>
                  <a:ext uri="{FF2B5EF4-FFF2-40B4-BE49-F238E27FC236}">
                    <ns2:creationId id="{80281331-7ADF-4F56-B752-982542E25972}"/>
                  </a:ext>
                </a:extLst>
              </p:cNvPr>
              <p:cNvSpPr>
                <a:spLocks noGrp="1"/>
              </p:cNvSpPr>
              <p:nvPr/>
            </p:nvSpPr>
            <p:spPr>
              <a:xfrm>
                <a:off x="1619250" y="3467100"/>
                <a:ext cx="104966" cy="104966"/>
              </a:xfrm>
              <a:prstGeom prst="rect">
                <a:avLst/>
              </a:prstGeom>
              <a:solidFill>
                <a:srgbClr val="009E73"/>
              </a:solidFill>
              <a:ln w="0">
                <a:noFill/>
                <a:prstDash val="solid"/>
              </a:ln>
            </p:spPr>
          </p:sp>
          <p:sp>
            <p:nvSpPr>
              <p:cNvPr id="329" name="four:scalar-input:grid-cell:329">
                <a:extLst>
                  <a:ext uri="{FF2B5EF4-FFF2-40B4-BE49-F238E27FC236}">
                    <ns2:creationId id="{F3BBB1A6-E267-4A14-9FFB-322472AF8023}"/>
                  </a:ext>
                </a:extLst>
              </p:cNvPr>
              <p:cNvSpPr>
                <a:spLocks noGrp="1"/>
              </p:cNvSpPr>
              <p:nvPr/>
            </p:nvSpPr>
            <p:spPr>
              <a:xfrm>
                <a:off x="1724025" y="3467100"/>
                <a:ext cx="104966" cy="104966"/>
              </a:xfrm>
              <a:prstGeom prst="rect">
                <a:avLst/>
              </a:prstGeom>
              <a:solidFill>
                <a:srgbClr val="009E73"/>
              </a:solidFill>
              <a:ln w="0">
                <a:noFill/>
                <a:prstDash val="solid"/>
              </a:ln>
            </p:spPr>
          </p:sp>
          <p:sp>
            <p:nvSpPr>
              <p:cNvPr id="330" name="four:scalar-input:grid-cell:330">
                <a:extLst>
                  <a:ext uri="{FF2B5EF4-FFF2-40B4-BE49-F238E27FC236}">
                    <ns2:creationId id="{0D2D455B-1C75-467A-A3A4-9AE7DA9303BA}"/>
                  </a:ext>
                </a:extLst>
              </p:cNvPr>
              <p:cNvSpPr>
                <a:spLocks noGrp="1"/>
              </p:cNvSpPr>
              <p:nvPr/>
            </p:nvSpPr>
            <p:spPr>
              <a:xfrm>
                <a:off x="1828800" y="3467100"/>
                <a:ext cx="104966" cy="104966"/>
              </a:xfrm>
              <a:prstGeom prst="rect">
                <a:avLst/>
              </a:prstGeom>
              <a:solidFill>
                <a:srgbClr val="009E73"/>
              </a:solidFill>
              <a:ln w="0">
                <a:noFill/>
                <a:prstDash val="solid"/>
              </a:ln>
            </p:spPr>
          </p:sp>
          <p:sp>
            <p:nvSpPr>
              <p:cNvPr id="331" name="four:scalar-input:grid-cell:331">
                <a:extLst>
                  <a:ext uri="{FF2B5EF4-FFF2-40B4-BE49-F238E27FC236}">
                    <ns2:creationId id="{F4E78B17-008E-4134-B192-6E854B9EFC83}"/>
                  </a:ext>
                </a:extLst>
              </p:cNvPr>
              <p:cNvSpPr>
                <a:spLocks noGrp="1"/>
              </p:cNvSpPr>
              <p:nvPr/>
            </p:nvSpPr>
            <p:spPr>
              <a:xfrm>
                <a:off x="1933575" y="3467100"/>
                <a:ext cx="104966" cy="104966"/>
              </a:xfrm>
              <a:prstGeom prst="rect">
                <a:avLst/>
              </a:prstGeom>
              <a:solidFill>
                <a:srgbClr val="009E73"/>
              </a:solidFill>
              <a:ln w="0">
                <a:noFill/>
                <a:prstDash val="solid"/>
              </a:ln>
            </p:spPr>
          </p:sp>
          <p:sp>
            <p:nvSpPr>
              <p:cNvPr id="332" name="four:scalar-input:grid-cell:332">
                <a:extLst>
                  <a:ext uri="{FF2B5EF4-FFF2-40B4-BE49-F238E27FC236}">
                    <ns2:creationId id="{A3E321A0-5D4D-4E0B-9F5A-CC1F91AA4328}"/>
                  </a:ext>
                </a:extLst>
              </p:cNvPr>
              <p:cNvSpPr>
                <a:spLocks noGrp="1"/>
              </p:cNvSpPr>
              <p:nvPr/>
            </p:nvSpPr>
            <p:spPr>
              <a:xfrm>
                <a:off x="2038350" y="3467100"/>
                <a:ext cx="104966" cy="104966"/>
              </a:xfrm>
              <a:prstGeom prst="rect">
                <a:avLst/>
              </a:prstGeom>
              <a:solidFill>
                <a:srgbClr val="009E73"/>
              </a:solidFill>
              <a:ln w="0">
                <a:noFill/>
                <a:prstDash val="solid"/>
              </a:ln>
            </p:spPr>
          </p:sp>
          <p:sp>
            <p:nvSpPr>
              <p:cNvPr id="333" name="four:scalar-input:grid-cell:333">
                <a:extLst>
                  <a:ext uri="{FF2B5EF4-FFF2-40B4-BE49-F238E27FC236}">
                    <ns2:creationId id="{E434C28C-99BD-4D7A-AE34-D28EB1D2A119}"/>
                  </a:ext>
                </a:extLst>
              </p:cNvPr>
              <p:cNvSpPr>
                <a:spLocks noGrp="1"/>
              </p:cNvSpPr>
              <p:nvPr/>
            </p:nvSpPr>
            <p:spPr>
              <a:xfrm>
                <a:off x="2143125" y="3467100"/>
                <a:ext cx="104966" cy="104966"/>
              </a:xfrm>
              <a:prstGeom prst="rect">
                <a:avLst/>
              </a:prstGeom>
              <a:solidFill>
                <a:srgbClr val="81C9BA"/>
              </a:solidFill>
              <a:ln w="0">
                <a:noFill/>
                <a:prstDash val="solid"/>
              </a:ln>
            </p:spPr>
          </p:sp>
          <p:sp>
            <p:nvSpPr>
              <p:cNvPr id="334" name="four:scalar-input:grid-cell:334">
                <a:extLst>
                  <a:ext uri="{FF2B5EF4-FFF2-40B4-BE49-F238E27FC236}">
                    <ns2:creationId id="{2923885A-48BC-42F1-B074-06C267354479}"/>
                  </a:ext>
                </a:extLst>
              </p:cNvPr>
              <p:cNvSpPr>
                <a:spLocks noGrp="1"/>
              </p:cNvSpPr>
              <p:nvPr/>
            </p:nvSpPr>
            <p:spPr>
              <a:xfrm>
                <a:off x="2247900" y="3467100"/>
                <a:ext cx="104966" cy="104966"/>
              </a:xfrm>
              <a:prstGeom prst="rect">
                <a:avLst/>
              </a:prstGeom>
              <a:solidFill>
                <a:srgbClr val="81C9BA"/>
              </a:solidFill>
              <a:ln w="0">
                <a:noFill/>
                <a:prstDash val="solid"/>
              </a:ln>
            </p:spPr>
          </p:sp>
          <p:sp>
            <p:nvSpPr>
              <p:cNvPr id="335" name="four:scalar-input:grid-cell:335">
                <a:extLst>
                  <a:ext uri="{FF2B5EF4-FFF2-40B4-BE49-F238E27FC236}">
                    <ns2:creationId id="{DFBF2E50-5DCC-443D-A05D-7FCB7A012ACB}"/>
                  </a:ext>
                </a:extLst>
              </p:cNvPr>
              <p:cNvSpPr>
                <a:spLocks noGrp="1"/>
              </p:cNvSpPr>
              <p:nvPr/>
            </p:nvSpPr>
            <p:spPr>
              <a:xfrm>
                <a:off x="2352675" y="3467100"/>
                <a:ext cx="104966" cy="104966"/>
              </a:xfrm>
              <a:prstGeom prst="rect">
                <a:avLst/>
              </a:prstGeom>
              <a:solidFill>
                <a:srgbClr val="81C9BA"/>
              </a:solidFill>
              <a:ln w="0">
                <a:noFill/>
                <a:prstDash val="solid"/>
              </a:ln>
            </p:spPr>
          </p:sp>
          <p:sp>
            <p:nvSpPr>
              <p:cNvPr id="336" name="four:scalar-input:grid-cell:336">
                <a:extLst>
                  <a:ext uri="{FF2B5EF4-FFF2-40B4-BE49-F238E27FC236}">
                    <ns2:creationId id="{1F21BCA7-20B6-4133-B40A-255DE0415C68}"/>
                  </a:ext>
                </a:extLst>
              </p:cNvPr>
              <p:cNvSpPr>
                <a:spLocks noGrp="1"/>
              </p:cNvSpPr>
              <p:nvPr/>
            </p:nvSpPr>
            <p:spPr>
              <a:xfrm>
                <a:off x="361950" y="3571875"/>
                <a:ext cx="104966" cy="104966"/>
              </a:xfrm>
              <a:prstGeom prst="rect">
                <a:avLst/>
              </a:prstGeom>
              <a:solidFill>
                <a:srgbClr val="DCE8ED"/>
              </a:solidFill>
              <a:ln w="0">
                <a:noFill/>
                <a:prstDash val="solid"/>
              </a:ln>
            </p:spPr>
          </p:sp>
          <p:sp>
            <p:nvSpPr>
              <p:cNvPr id="337" name="four:scalar-input:grid-cell:337">
                <a:extLst>
                  <a:ext uri="{FF2B5EF4-FFF2-40B4-BE49-F238E27FC236}">
                    <ns2:creationId id="{B7770E85-4CF1-4C89-88FB-5818B156842B}"/>
                  </a:ext>
                </a:extLst>
              </p:cNvPr>
              <p:cNvSpPr>
                <a:spLocks noGrp="1"/>
              </p:cNvSpPr>
              <p:nvPr/>
            </p:nvSpPr>
            <p:spPr>
              <a:xfrm>
                <a:off x="466725" y="3571875"/>
                <a:ext cx="104966" cy="104966"/>
              </a:xfrm>
              <a:prstGeom prst="rect">
                <a:avLst/>
              </a:prstGeom>
              <a:solidFill>
                <a:srgbClr val="DCE8ED"/>
              </a:solidFill>
              <a:ln w="0">
                <a:noFill/>
                <a:prstDash val="solid"/>
              </a:ln>
            </p:spPr>
          </p:sp>
          <p:sp>
            <p:nvSpPr>
              <p:cNvPr id="338" name="four:scalar-input:grid-cell:338">
                <a:extLst>
                  <a:ext uri="{FF2B5EF4-FFF2-40B4-BE49-F238E27FC236}">
                    <ns2:creationId id="{A975EC35-F7FF-4E72-A687-2855C0303667}"/>
                  </a:ext>
                </a:extLst>
              </p:cNvPr>
              <p:cNvSpPr>
                <a:spLocks noGrp="1"/>
              </p:cNvSpPr>
              <p:nvPr/>
            </p:nvSpPr>
            <p:spPr>
              <a:xfrm>
                <a:off x="571500" y="3571875"/>
                <a:ext cx="104966" cy="104966"/>
              </a:xfrm>
              <a:prstGeom prst="rect">
                <a:avLst/>
              </a:prstGeom>
              <a:solidFill>
                <a:srgbClr val="DCE8ED"/>
              </a:solidFill>
              <a:ln w="0">
                <a:noFill/>
                <a:prstDash val="solid"/>
              </a:ln>
            </p:spPr>
          </p:sp>
          <p:sp>
            <p:nvSpPr>
              <p:cNvPr id="339" name="four:scalar-input:grid-cell:339">
                <a:extLst>
                  <a:ext uri="{FF2B5EF4-FFF2-40B4-BE49-F238E27FC236}">
                    <ns2:creationId id="{34F69C66-CDC0-4592-9794-B9DD9D71B213}"/>
                  </a:ext>
                </a:extLst>
              </p:cNvPr>
              <p:cNvSpPr>
                <a:spLocks noGrp="1"/>
              </p:cNvSpPr>
              <p:nvPr/>
            </p:nvSpPr>
            <p:spPr>
              <a:xfrm>
                <a:off x="676275" y="3571875"/>
                <a:ext cx="104966" cy="104966"/>
              </a:xfrm>
              <a:prstGeom prst="rect">
                <a:avLst/>
              </a:prstGeom>
              <a:solidFill>
                <a:srgbClr val="DCE8ED"/>
              </a:solidFill>
              <a:ln w="0">
                <a:noFill/>
                <a:prstDash val="solid"/>
              </a:ln>
            </p:spPr>
          </p:sp>
          <p:sp>
            <p:nvSpPr>
              <p:cNvPr id="340" name="four:scalar-input:grid-cell:340">
                <a:extLst>
                  <a:ext uri="{FF2B5EF4-FFF2-40B4-BE49-F238E27FC236}">
                    <ns2:creationId id="{3949AC06-EF16-4DF6-8C0B-4B891A7C4323}"/>
                  </a:ext>
                </a:extLst>
              </p:cNvPr>
              <p:cNvSpPr>
                <a:spLocks noGrp="1"/>
              </p:cNvSpPr>
              <p:nvPr/>
            </p:nvSpPr>
            <p:spPr>
              <a:xfrm>
                <a:off x="781050" y="3571875"/>
                <a:ext cx="104966" cy="104966"/>
              </a:xfrm>
              <a:prstGeom prst="rect">
                <a:avLst/>
              </a:prstGeom>
              <a:solidFill>
                <a:srgbClr val="81C9BA"/>
              </a:solidFill>
              <a:ln w="0">
                <a:noFill/>
                <a:prstDash val="solid"/>
              </a:ln>
            </p:spPr>
          </p:sp>
          <p:sp>
            <p:nvSpPr>
              <p:cNvPr id="341" name="four:scalar-input:grid-cell:341">
                <a:extLst>
                  <a:ext uri="{FF2B5EF4-FFF2-40B4-BE49-F238E27FC236}">
                    <ns2:creationId id="{B3EF9CD3-671C-4F14-9939-A5FE51BCDBBB}"/>
                  </a:ext>
                </a:extLst>
              </p:cNvPr>
              <p:cNvSpPr>
                <a:spLocks noGrp="1"/>
              </p:cNvSpPr>
              <p:nvPr/>
            </p:nvSpPr>
            <p:spPr>
              <a:xfrm>
                <a:off x="885825" y="3571875"/>
                <a:ext cx="104966" cy="104966"/>
              </a:xfrm>
              <a:prstGeom prst="rect">
                <a:avLst/>
              </a:prstGeom>
              <a:solidFill>
                <a:srgbClr val="81C9BA"/>
              </a:solidFill>
              <a:ln w="0">
                <a:noFill/>
                <a:prstDash val="solid"/>
              </a:ln>
            </p:spPr>
          </p:sp>
          <p:sp>
            <p:nvSpPr>
              <p:cNvPr id="342" name="four:scalar-input:grid-cell:342">
                <a:extLst>
                  <a:ext uri="{FF2B5EF4-FFF2-40B4-BE49-F238E27FC236}">
                    <ns2:creationId id="{10FAB77B-78CA-4165-BE97-744F0A0B4AE1}"/>
                  </a:ext>
                </a:extLst>
              </p:cNvPr>
              <p:cNvSpPr>
                <a:spLocks noGrp="1"/>
              </p:cNvSpPr>
              <p:nvPr/>
            </p:nvSpPr>
            <p:spPr>
              <a:xfrm>
                <a:off x="990600" y="3571875"/>
                <a:ext cx="104966" cy="104966"/>
              </a:xfrm>
              <a:prstGeom prst="rect">
                <a:avLst/>
              </a:prstGeom>
              <a:solidFill>
                <a:srgbClr val="81C9BA"/>
              </a:solidFill>
              <a:ln w="0">
                <a:noFill/>
                <a:prstDash val="solid"/>
              </a:ln>
            </p:spPr>
          </p:sp>
          <p:sp>
            <p:nvSpPr>
              <p:cNvPr id="343" name="four:scalar-input:grid-cell:343">
                <a:extLst>
                  <a:ext uri="{FF2B5EF4-FFF2-40B4-BE49-F238E27FC236}">
                    <ns2:creationId id="{3CABB999-00E4-4660-8B11-CA7A79A0200B}"/>
                  </a:ext>
                </a:extLst>
              </p:cNvPr>
              <p:cNvSpPr>
                <a:spLocks noGrp="1"/>
              </p:cNvSpPr>
              <p:nvPr/>
            </p:nvSpPr>
            <p:spPr>
              <a:xfrm>
                <a:off x="1095375" y="3571875"/>
                <a:ext cx="104966" cy="104966"/>
              </a:xfrm>
              <a:prstGeom prst="rect">
                <a:avLst/>
              </a:prstGeom>
              <a:solidFill>
                <a:srgbClr val="81C9BA"/>
              </a:solidFill>
              <a:ln w="0">
                <a:noFill/>
                <a:prstDash val="solid"/>
              </a:ln>
            </p:spPr>
          </p:sp>
          <p:sp>
            <p:nvSpPr>
              <p:cNvPr id="344" name="four:scalar-input:grid-cell:344">
                <a:extLst>
                  <a:ext uri="{FF2B5EF4-FFF2-40B4-BE49-F238E27FC236}">
                    <ns2:creationId id="{8A356352-0516-43E7-A8FF-9B7E66C69F2A}"/>
                  </a:ext>
                </a:extLst>
              </p:cNvPr>
              <p:cNvSpPr>
                <a:spLocks noGrp="1"/>
              </p:cNvSpPr>
              <p:nvPr/>
            </p:nvSpPr>
            <p:spPr>
              <a:xfrm>
                <a:off x="1200150" y="3571875"/>
                <a:ext cx="104966" cy="104966"/>
              </a:xfrm>
              <a:prstGeom prst="rect">
                <a:avLst/>
              </a:prstGeom>
              <a:solidFill>
                <a:srgbClr val="D55E00"/>
              </a:solidFill>
              <a:ln w="0">
                <a:noFill/>
                <a:prstDash val="solid"/>
              </a:ln>
            </p:spPr>
          </p:sp>
          <p:sp>
            <p:nvSpPr>
              <p:cNvPr id="345" name="four:scalar-input:grid-cell:345">
                <a:extLst>
                  <a:ext uri="{FF2B5EF4-FFF2-40B4-BE49-F238E27FC236}">
                    <ns2:creationId id="{10B45BFB-A94D-4FCE-8865-0B1CEA3167DB}"/>
                  </a:ext>
                </a:extLst>
              </p:cNvPr>
              <p:cNvSpPr>
                <a:spLocks noGrp="1"/>
              </p:cNvSpPr>
              <p:nvPr/>
            </p:nvSpPr>
            <p:spPr>
              <a:xfrm>
                <a:off x="1304925" y="3571875"/>
                <a:ext cx="104966" cy="104966"/>
              </a:xfrm>
              <a:prstGeom prst="rect">
                <a:avLst/>
              </a:prstGeom>
              <a:solidFill>
                <a:srgbClr val="D55E00"/>
              </a:solidFill>
              <a:ln w="0">
                <a:noFill/>
                <a:prstDash val="solid"/>
              </a:ln>
            </p:spPr>
          </p:sp>
          <p:sp>
            <p:nvSpPr>
              <p:cNvPr id="346" name="four:scalar-input:grid-cell:346">
                <a:extLst>
                  <a:ext uri="{FF2B5EF4-FFF2-40B4-BE49-F238E27FC236}">
                    <ns2:creationId id="{7275C653-04BE-4358-8817-772EC7381369}"/>
                  </a:ext>
                </a:extLst>
              </p:cNvPr>
              <p:cNvSpPr>
                <a:spLocks noGrp="1"/>
              </p:cNvSpPr>
              <p:nvPr/>
            </p:nvSpPr>
            <p:spPr>
              <a:xfrm>
                <a:off x="1409700" y="3571875"/>
                <a:ext cx="104966" cy="104966"/>
              </a:xfrm>
              <a:prstGeom prst="rect">
                <a:avLst/>
              </a:prstGeom>
              <a:solidFill>
                <a:srgbClr val="D55E00"/>
              </a:solidFill>
              <a:ln w="0">
                <a:noFill/>
                <a:prstDash val="solid"/>
              </a:ln>
            </p:spPr>
          </p:sp>
          <p:sp>
            <p:nvSpPr>
              <p:cNvPr id="347" name="four:scalar-input:grid-cell:347">
                <a:extLst>
                  <a:ext uri="{FF2B5EF4-FFF2-40B4-BE49-F238E27FC236}">
                    <ns2:creationId id="{8ABF8AD1-79C5-4CF6-8034-70495E25F37C}"/>
                  </a:ext>
                </a:extLst>
              </p:cNvPr>
              <p:cNvSpPr>
                <a:spLocks noGrp="1"/>
              </p:cNvSpPr>
              <p:nvPr/>
            </p:nvSpPr>
            <p:spPr>
              <a:xfrm>
                <a:off x="1514475" y="3571875"/>
                <a:ext cx="104966" cy="104966"/>
              </a:xfrm>
              <a:prstGeom prst="rect">
                <a:avLst/>
              </a:prstGeom>
              <a:solidFill>
                <a:srgbClr val="D55E00"/>
              </a:solidFill>
              <a:ln w="0">
                <a:noFill/>
                <a:prstDash val="solid"/>
              </a:ln>
            </p:spPr>
          </p:sp>
          <p:sp>
            <p:nvSpPr>
              <p:cNvPr id="348" name="four:scalar-input:grid-cell:348">
                <a:extLst>
                  <a:ext uri="{FF2B5EF4-FFF2-40B4-BE49-F238E27FC236}">
                    <ns2:creationId id="{B52CB60E-EBFC-418D-8C57-AD584DBD7BE3}"/>
                  </a:ext>
                </a:extLst>
              </p:cNvPr>
              <p:cNvSpPr>
                <a:spLocks noGrp="1"/>
              </p:cNvSpPr>
              <p:nvPr/>
            </p:nvSpPr>
            <p:spPr>
              <a:xfrm>
                <a:off x="1619250" y="3571875"/>
                <a:ext cx="104966" cy="104966"/>
              </a:xfrm>
              <a:prstGeom prst="rect">
                <a:avLst/>
              </a:prstGeom>
              <a:solidFill>
                <a:srgbClr val="81C9BA"/>
              </a:solidFill>
              <a:ln w="0">
                <a:noFill/>
                <a:prstDash val="solid"/>
              </a:ln>
            </p:spPr>
          </p:sp>
          <p:sp>
            <p:nvSpPr>
              <p:cNvPr id="349" name="four:scalar-input:grid-cell:349">
                <a:extLst>
                  <a:ext uri="{FF2B5EF4-FFF2-40B4-BE49-F238E27FC236}">
                    <ns2:creationId id="{340F11C4-BFD0-4BF2-8D72-E75FB006007F}"/>
                  </a:ext>
                </a:extLst>
              </p:cNvPr>
              <p:cNvSpPr>
                <a:spLocks noGrp="1"/>
              </p:cNvSpPr>
              <p:nvPr/>
            </p:nvSpPr>
            <p:spPr>
              <a:xfrm>
                <a:off x="1724025" y="3571875"/>
                <a:ext cx="104966" cy="104966"/>
              </a:xfrm>
              <a:prstGeom prst="rect">
                <a:avLst/>
              </a:prstGeom>
              <a:solidFill>
                <a:srgbClr val="009E73"/>
              </a:solidFill>
              <a:ln w="0">
                <a:noFill/>
                <a:prstDash val="solid"/>
              </a:ln>
            </p:spPr>
          </p:sp>
          <p:sp>
            <p:nvSpPr>
              <p:cNvPr id="350" name="four:scalar-input:grid-cell:350">
                <a:extLst>
                  <a:ext uri="{FF2B5EF4-FFF2-40B4-BE49-F238E27FC236}">
                    <ns2:creationId id="{75C090D2-8030-45D2-AB28-E6A77B4389E8}"/>
                  </a:ext>
                </a:extLst>
              </p:cNvPr>
              <p:cNvSpPr>
                <a:spLocks noGrp="1"/>
              </p:cNvSpPr>
              <p:nvPr/>
            </p:nvSpPr>
            <p:spPr>
              <a:xfrm>
                <a:off x="1828800" y="3571875"/>
                <a:ext cx="104966" cy="104966"/>
              </a:xfrm>
              <a:prstGeom prst="rect">
                <a:avLst/>
              </a:prstGeom>
              <a:solidFill>
                <a:srgbClr val="009E73"/>
              </a:solidFill>
              <a:ln w="0">
                <a:noFill/>
                <a:prstDash val="solid"/>
              </a:ln>
            </p:spPr>
          </p:sp>
          <p:sp>
            <p:nvSpPr>
              <p:cNvPr id="351" name="four:scalar-input:grid-cell:351">
                <a:extLst>
                  <a:ext uri="{FF2B5EF4-FFF2-40B4-BE49-F238E27FC236}">
                    <ns2:creationId id="{E762D9E8-2344-448F-B778-D4918D67AF5A}"/>
                  </a:ext>
                </a:extLst>
              </p:cNvPr>
              <p:cNvSpPr>
                <a:spLocks noGrp="1"/>
              </p:cNvSpPr>
              <p:nvPr/>
            </p:nvSpPr>
            <p:spPr>
              <a:xfrm>
                <a:off x="1933575" y="3571875"/>
                <a:ext cx="104966" cy="104966"/>
              </a:xfrm>
              <a:prstGeom prst="rect">
                <a:avLst/>
              </a:prstGeom>
              <a:solidFill>
                <a:srgbClr val="009E73"/>
              </a:solidFill>
              <a:ln w="0">
                <a:noFill/>
                <a:prstDash val="solid"/>
              </a:ln>
            </p:spPr>
          </p:sp>
          <p:sp>
            <p:nvSpPr>
              <p:cNvPr id="352" name="four:scalar-input:grid-cell:352">
                <a:extLst>
                  <a:ext uri="{FF2B5EF4-FFF2-40B4-BE49-F238E27FC236}">
                    <ns2:creationId id="{8415F09F-7BA0-45A6-B139-0DEC57BFEE8B}"/>
                  </a:ext>
                </a:extLst>
              </p:cNvPr>
              <p:cNvSpPr>
                <a:spLocks noGrp="1"/>
              </p:cNvSpPr>
              <p:nvPr/>
            </p:nvSpPr>
            <p:spPr>
              <a:xfrm>
                <a:off x="2038350" y="3571875"/>
                <a:ext cx="104966" cy="104966"/>
              </a:xfrm>
              <a:prstGeom prst="rect">
                <a:avLst/>
              </a:prstGeom>
              <a:solidFill>
                <a:srgbClr val="81C9BA"/>
              </a:solidFill>
              <a:ln w="0">
                <a:noFill/>
                <a:prstDash val="solid"/>
              </a:ln>
            </p:spPr>
          </p:sp>
          <p:sp>
            <p:nvSpPr>
              <p:cNvPr id="353" name="four:scalar-input:grid-cell:353">
                <a:extLst>
                  <a:ext uri="{FF2B5EF4-FFF2-40B4-BE49-F238E27FC236}">
                    <ns2:creationId id="{774945EE-166D-4676-B2B7-5B1D60C751E4}"/>
                  </a:ext>
                </a:extLst>
              </p:cNvPr>
              <p:cNvSpPr>
                <a:spLocks noGrp="1"/>
              </p:cNvSpPr>
              <p:nvPr/>
            </p:nvSpPr>
            <p:spPr>
              <a:xfrm>
                <a:off x="2143125" y="3571875"/>
                <a:ext cx="104966" cy="104966"/>
              </a:xfrm>
              <a:prstGeom prst="rect">
                <a:avLst/>
              </a:prstGeom>
              <a:solidFill>
                <a:srgbClr val="81C9BA"/>
              </a:solidFill>
              <a:ln w="0">
                <a:noFill/>
                <a:prstDash val="solid"/>
              </a:ln>
            </p:spPr>
          </p:sp>
          <p:sp>
            <p:nvSpPr>
              <p:cNvPr id="354" name="four:scalar-input:grid-cell:354">
                <a:extLst>
                  <a:ext uri="{FF2B5EF4-FFF2-40B4-BE49-F238E27FC236}">
                    <ns2:creationId id="{7D5CFACD-C8E9-45D5-9AE5-B6106D0FF34C}"/>
                  </a:ext>
                </a:extLst>
              </p:cNvPr>
              <p:cNvSpPr>
                <a:spLocks noGrp="1"/>
              </p:cNvSpPr>
              <p:nvPr/>
            </p:nvSpPr>
            <p:spPr>
              <a:xfrm>
                <a:off x="2247900" y="3571875"/>
                <a:ext cx="104966" cy="104966"/>
              </a:xfrm>
              <a:prstGeom prst="rect">
                <a:avLst/>
              </a:prstGeom>
              <a:solidFill>
                <a:srgbClr val="81C9BA"/>
              </a:solidFill>
              <a:ln w="0">
                <a:noFill/>
                <a:prstDash val="solid"/>
              </a:ln>
            </p:spPr>
          </p:sp>
          <p:sp>
            <p:nvSpPr>
              <p:cNvPr id="355" name="four:scalar-input:grid-cell:355">
                <a:extLst>
                  <a:ext uri="{FF2B5EF4-FFF2-40B4-BE49-F238E27FC236}">
                    <ns2:creationId id="{5B217BAE-A74C-49DD-8D7E-6F100D698278}"/>
                  </a:ext>
                </a:extLst>
              </p:cNvPr>
              <p:cNvSpPr>
                <a:spLocks noGrp="1"/>
              </p:cNvSpPr>
              <p:nvPr/>
            </p:nvSpPr>
            <p:spPr>
              <a:xfrm>
                <a:off x="2352675" y="3571875"/>
                <a:ext cx="104966" cy="104966"/>
              </a:xfrm>
              <a:prstGeom prst="rect">
                <a:avLst/>
              </a:prstGeom>
              <a:solidFill>
                <a:srgbClr val="DCE8ED"/>
              </a:solidFill>
              <a:ln w="0">
                <a:noFill/>
                <a:prstDash val="solid"/>
              </a:ln>
            </p:spPr>
          </p:sp>
          <p:sp>
            <p:nvSpPr>
              <p:cNvPr id="356" name="four:scalar-input:grid-cell:356">
                <a:extLst>
                  <a:ext uri="{FF2B5EF4-FFF2-40B4-BE49-F238E27FC236}">
                    <ns2:creationId id="{F364973E-D6C2-493C-A4D6-A7D1526B9DA6}"/>
                  </a:ext>
                </a:extLst>
              </p:cNvPr>
              <p:cNvSpPr>
                <a:spLocks noGrp="1"/>
              </p:cNvSpPr>
              <p:nvPr/>
            </p:nvSpPr>
            <p:spPr>
              <a:xfrm>
                <a:off x="361950" y="3676650"/>
                <a:ext cx="104966" cy="104966"/>
              </a:xfrm>
              <a:prstGeom prst="rect">
                <a:avLst/>
              </a:prstGeom>
              <a:solidFill>
                <a:srgbClr val="DCE8ED"/>
              </a:solidFill>
              <a:ln w="0">
                <a:noFill/>
                <a:prstDash val="solid"/>
              </a:ln>
            </p:spPr>
          </p:sp>
          <p:sp>
            <p:nvSpPr>
              <p:cNvPr id="357" name="four:scalar-input:grid-cell:357">
                <a:extLst>
                  <a:ext uri="{FF2B5EF4-FFF2-40B4-BE49-F238E27FC236}">
                    <ns2:creationId id="{FB331D9C-0C90-45B0-8D0E-139528398FD4}"/>
                  </a:ext>
                </a:extLst>
              </p:cNvPr>
              <p:cNvSpPr>
                <a:spLocks noGrp="1"/>
              </p:cNvSpPr>
              <p:nvPr/>
            </p:nvSpPr>
            <p:spPr>
              <a:xfrm>
                <a:off x="466725" y="3676650"/>
                <a:ext cx="104966" cy="104966"/>
              </a:xfrm>
              <a:prstGeom prst="rect">
                <a:avLst/>
              </a:prstGeom>
              <a:solidFill>
                <a:srgbClr val="DCE8ED"/>
              </a:solidFill>
              <a:ln w="0">
                <a:noFill/>
                <a:prstDash val="solid"/>
              </a:ln>
            </p:spPr>
          </p:sp>
          <p:sp>
            <p:nvSpPr>
              <p:cNvPr id="358" name="four:scalar-input:grid-cell:358">
                <a:extLst>
                  <a:ext uri="{FF2B5EF4-FFF2-40B4-BE49-F238E27FC236}">
                    <ns2:creationId id="{ECA125B3-E52C-465E-B11D-8B578E0B217E}"/>
                  </a:ext>
                </a:extLst>
              </p:cNvPr>
              <p:cNvSpPr>
                <a:spLocks noGrp="1"/>
              </p:cNvSpPr>
              <p:nvPr/>
            </p:nvSpPr>
            <p:spPr>
              <a:xfrm>
                <a:off x="571500" y="3676650"/>
                <a:ext cx="104966" cy="104966"/>
              </a:xfrm>
              <a:prstGeom prst="rect">
                <a:avLst/>
              </a:prstGeom>
              <a:solidFill>
                <a:srgbClr val="DCE8ED"/>
              </a:solidFill>
              <a:ln w="0">
                <a:noFill/>
                <a:prstDash val="solid"/>
              </a:ln>
            </p:spPr>
          </p:sp>
          <p:sp>
            <p:nvSpPr>
              <p:cNvPr id="359" name="four:scalar-input:grid-cell:359">
                <a:extLst>
                  <a:ext uri="{FF2B5EF4-FFF2-40B4-BE49-F238E27FC236}">
                    <ns2:creationId id="{E5F46F27-A8F2-428A-9A8C-5C233A94D6B4}"/>
                  </a:ext>
                </a:extLst>
              </p:cNvPr>
              <p:cNvSpPr>
                <a:spLocks noGrp="1"/>
              </p:cNvSpPr>
              <p:nvPr/>
            </p:nvSpPr>
            <p:spPr>
              <a:xfrm>
                <a:off x="676275" y="3676650"/>
                <a:ext cx="104966" cy="104966"/>
              </a:xfrm>
              <a:prstGeom prst="rect">
                <a:avLst/>
              </a:prstGeom>
              <a:solidFill>
                <a:srgbClr val="DCE8ED"/>
              </a:solidFill>
              <a:ln w="0">
                <a:noFill/>
                <a:prstDash val="solid"/>
              </a:ln>
            </p:spPr>
          </p:sp>
          <p:sp>
            <p:nvSpPr>
              <p:cNvPr id="360" name="four:scalar-input:grid-cell:360">
                <a:extLst>
                  <a:ext uri="{FF2B5EF4-FFF2-40B4-BE49-F238E27FC236}">
                    <ns2:creationId id="{3C6F979D-1263-4E98-BDDC-5807669113B1}"/>
                  </a:ext>
                </a:extLst>
              </p:cNvPr>
              <p:cNvSpPr>
                <a:spLocks noGrp="1"/>
              </p:cNvSpPr>
              <p:nvPr/>
            </p:nvSpPr>
            <p:spPr>
              <a:xfrm>
                <a:off x="781050" y="3676650"/>
                <a:ext cx="104966" cy="104966"/>
              </a:xfrm>
              <a:prstGeom prst="rect">
                <a:avLst/>
              </a:prstGeom>
              <a:solidFill>
                <a:srgbClr val="81C9BA"/>
              </a:solidFill>
              <a:ln w="0">
                <a:noFill/>
                <a:prstDash val="solid"/>
              </a:ln>
            </p:spPr>
          </p:sp>
          <p:sp>
            <p:nvSpPr>
              <p:cNvPr id="361" name="four:scalar-input:grid-cell:361">
                <a:extLst>
                  <a:ext uri="{FF2B5EF4-FFF2-40B4-BE49-F238E27FC236}">
                    <ns2:creationId id="{B2DD9720-E955-4AE6-8C8B-26B9FA47D035}"/>
                  </a:ext>
                </a:extLst>
              </p:cNvPr>
              <p:cNvSpPr>
                <a:spLocks noGrp="1"/>
              </p:cNvSpPr>
              <p:nvPr/>
            </p:nvSpPr>
            <p:spPr>
              <a:xfrm>
                <a:off x="885825" y="3676650"/>
                <a:ext cx="104966" cy="104966"/>
              </a:xfrm>
              <a:prstGeom prst="rect">
                <a:avLst/>
              </a:prstGeom>
              <a:solidFill>
                <a:srgbClr val="81C9BA"/>
              </a:solidFill>
              <a:ln w="0">
                <a:noFill/>
                <a:prstDash val="solid"/>
              </a:ln>
            </p:spPr>
          </p:sp>
          <p:sp>
            <p:nvSpPr>
              <p:cNvPr id="362" name="four:scalar-input:grid-cell:362">
                <a:extLst>
                  <a:ext uri="{FF2B5EF4-FFF2-40B4-BE49-F238E27FC236}">
                    <ns2:creationId id="{CA5405E8-AA48-4885-B891-E3ED88C5A1F4}"/>
                  </a:ext>
                </a:extLst>
              </p:cNvPr>
              <p:cNvSpPr>
                <a:spLocks noGrp="1"/>
              </p:cNvSpPr>
              <p:nvPr/>
            </p:nvSpPr>
            <p:spPr>
              <a:xfrm>
                <a:off x="990600" y="3676650"/>
                <a:ext cx="104966" cy="104966"/>
              </a:xfrm>
              <a:prstGeom prst="rect">
                <a:avLst/>
              </a:prstGeom>
              <a:solidFill>
                <a:srgbClr val="81C9BA"/>
              </a:solidFill>
              <a:ln w="0">
                <a:noFill/>
                <a:prstDash val="solid"/>
              </a:ln>
            </p:spPr>
          </p:sp>
          <p:sp>
            <p:nvSpPr>
              <p:cNvPr id="363" name="four:scalar-input:grid-cell:363">
                <a:extLst>
                  <a:ext uri="{FF2B5EF4-FFF2-40B4-BE49-F238E27FC236}">
                    <ns2:creationId id="{459AE01D-0119-4829-91B4-9DFBC02E338C}"/>
                  </a:ext>
                </a:extLst>
              </p:cNvPr>
              <p:cNvSpPr>
                <a:spLocks noGrp="1"/>
              </p:cNvSpPr>
              <p:nvPr/>
            </p:nvSpPr>
            <p:spPr>
              <a:xfrm>
                <a:off x="1095375" y="3676650"/>
                <a:ext cx="104966" cy="104966"/>
              </a:xfrm>
              <a:prstGeom prst="rect">
                <a:avLst/>
              </a:prstGeom>
              <a:solidFill>
                <a:srgbClr val="81C9BA"/>
              </a:solidFill>
              <a:ln w="0">
                <a:noFill/>
                <a:prstDash val="solid"/>
              </a:ln>
            </p:spPr>
          </p:sp>
          <p:sp>
            <p:nvSpPr>
              <p:cNvPr id="364" name="four:scalar-input:grid-cell:364">
                <a:extLst>
                  <a:ext uri="{FF2B5EF4-FFF2-40B4-BE49-F238E27FC236}">
                    <ns2:creationId id="{3F371987-CA01-4CFD-8F94-9E90D1E8BC7C}"/>
                  </a:ext>
                </a:extLst>
              </p:cNvPr>
              <p:cNvSpPr>
                <a:spLocks noGrp="1"/>
              </p:cNvSpPr>
              <p:nvPr/>
            </p:nvSpPr>
            <p:spPr>
              <a:xfrm>
                <a:off x="1200150" y="3676650"/>
                <a:ext cx="104966" cy="104966"/>
              </a:xfrm>
              <a:prstGeom prst="rect">
                <a:avLst/>
              </a:prstGeom>
              <a:solidFill>
                <a:srgbClr val="D55E00"/>
              </a:solidFill>
              <a:ln w="0">
                <a:noFill/>
                <a:prstDash val="solid"/>
              </a:ln>
            </p:spPr>
          </p:sp>
          <p:sp>
            <p:nvSpPr>
              <p:cNvPr id="365" name="four:scalar-input:grid-cell:365">
                <a:extLst>
                  <a:ext uri="{FF2B5EF4-FFF2-40B4-BE49-F238E27FC236}">
                    <ns2:creationId id="{D816E11A-6B23-40EC-8ED5-182561C222A2}"/>
                  </a:ext>
                </a:extLst>
              </p:cNvPr>
              <p:cNvSpPr>
                <a:spLocks noGrp="1"/>
              </p:cNvSpPr>
              <p:nvPr/>
            </p:nvSpPr>
            <p:spPr>
              <a:xfrm>
                <a:off x="1304925" y="3676650"/>
                <a:ext cx="104966" cy="104966"/>
              </a:xfrm>
              <a:prstGeom prst="rect">
                <a:avLst/>
              </a:prstGeom>
              <a:solidFill>
                <a:srgbClr val="D55E00"/>
              </a:solidFill>
              <a:ln w="0">
                <a:noFill/>
                <a:prstDash val="solid"/>
              </a:ln>
            </p:spPr>
          </p:sp>
          <p:sp>
            <p:nvSpPr>
              <p:cNvPr id="366" name="four:scalar-input:grid-cell:366">
                <a:extLst>
                  <a:ext uri="{FF2B5EF4-FFF2-40B4-BE49-F238E27FC236}">
                    <ns2:creationId id="{B67A9736-7EDA-43F0-868D-E41F4376B9EE}"/>
                  </a:ext>
                </a:extLst>
              </p:cNvPr>
              <p:cNvSpPr>
                <a:spLocks noGrp="1"/>
              </p:cNvSpPr>
              <p:nvPr/>
            </p:nvSpPr>
            <p:spPr>
              <a:xfrm>
                <a:off x="1409700" y="3676650"/>
                <a:ext cx="104966" cy="104966"/>
              </a:xfrm>
              <a:prstGeom prst="rect">
                <a:avLst/>
              </a:prstGeom>
              <a:solidFill>
                <a:srgbClr val="D55E00"/>
              </a:solidFill>
              <a:ln w="0">
                <a:noFill/>
                <a:prstDash val="solid"/>
              </a:ln>
            </p:spPr>
          </p:sp>
          <p:sp>
            <p:nvSpPr>
              <p:cNvPr id="367" name="four:scalar-input:grid-cell:367">
                <a:extLst>
                  <a:ext uri="{FF2B5EF4-FFF2-40B4-BE49-F238E27FC236}">
                    <ns2:creationId id="{DBFFE4F5-C507-4035-A4F0-9D2FFCB8CA0F}"/>
                  </a:ext>
                </a:extLst>
              </p:cNvPr>
              <p:cNvSpPr>
                <a:spLocks noGrp="1"/>
              </p:cNvSpPr>
              <p:nvPr/>
            </p:nvSpPr>
            <p:spPr>
              <a:xfrm>
                <a:off x="1514475" y="3676650"/>
                <a:ext cx="104966" cy="104966"/>
              </a:xfrm>
              <a:prstGeom prst="rect">
                <a:avLst/>
              </a:prstGeom>
              <a:solidFill>
                <a:srgbClr val="D55E00"/>
              </a:solidFill>
              <a:ln w="0">
                <a:noFill/>
                <a:prstDash val="solid"/>
              </a:ln>
            </p:spPr>
          </p:sp>
          <p:sp>
            <p:nvSpPr>
              <p:cNvPr id="368" name="four:scalar-input:grid-cell:368">
                <a:extLst>
                  <a:ext uri="{FF2B5EF4-FFF2-40B4-BE49-F238E27FC236}">
                    <ns2:creationId id="{CA6F9506-8EA8-40CF-9991-3FAD0D208260}"/>
                  </a:ext>
                </a:extLst>
              </p:cNvPr>
              <p:cNvSpPr>
                <a:spLocks noGrp="1"/>
              </p:cNvSpPr>
              <p:nvPr/>
            </p:nvSpPr>
            <p:spPr>
              <a:xfrm>
                <a:off x="1619250" y="3676650"/>
                <a:ext cx="104966" cy="104966"/>
              </a:xfrm>
              <a:prstGeom prst="rect">
                <a:avLst/>
              </a:prstGeom>
              <a:solidFill>
                <a:srgbClr val="81C9BA"/>
              </a:solidFill>
              <a:ln w="0">
                <a:noFill/>
                <a:prstDash val="solid"/>
              </a:ln>
            </p:spPr>
          </p:sp>
          <p:sp>
            <p:nvSpPr>
              <p:cNvPr id="369" name="four:scalar-input:grid-cell:369">
                <a:extLst>
                  <a:ext uri="{FF2B5EF4-FFF2-40B4-BE49-F238E27FC236}">
                    <ns2:creationId id="{1655E7AD-55A4-424B-88AB-F53A9C6E4C07}"/>
                  </a:ext>
                </a:extLst>
              </p:cNvPr>
              <p:cNvSpPr>
                <a:spLocks noGrp="1"/>
              </p:cNvSpPr>
              <p:nvPr/>
            </p:nvSpPr>
            <p:spPr>
              <a:xfrm>
                <a:off x="1724025" y="3676650"/>
                <a:ext cx="104966" cy="104966"/>
              </a:xfrm>
              <a:prstGeom prst="rect">
                <a:avLst/>
              </a:prstGeom>
              <a:solidFill>
                <a:srgbClr val="81C9BA"/>
              </a:solidFill>
              <a:ln w="0">
                <a:noFill/>
                <a:prstDash val="solid"/>
              </a:ln>
            </p:spPr>
          </p:sp>
          <p:sp>
            <p:nvSpPr>
              <p:cNvPr id="370" name="four:scalar-input:grid-cell:370">
                <a:extLst>
                  <a:ext uri="{FF2B5EF4-FFF2-40B4-BE49-F238E27FC236}">
                    <ns2:creationId id="{9FA15687-3D85-4428-AB0B-0C4491B38287}"/>
                  </a:ext>
                </a:extLst>
              </p:cNvPr>
              <p:cNvSpPr>
                <a:spLocks noGrp="1"/>
              </p:cNvSpPr>
              <p:nvPr/>
            </p:nvSpPr>
            <p:spPr>
              <a:xfrm>
                <a:off x="1828800" y="3676650"/>
                <a:ext cx="104966" cy="104966"/>
              </a:xfrm>
              <a:prstGeom prst="rect">
                <a:avLst/>
              </a:prstGeom>
              <a:solidFill>
                <a:srgbClr val="81C9BA"/>
              </a:solidFill>
              <a:ln w="0">
                <a:noFill/>
                <a:prstDash val="solid"/>
              </a:ln>
            </p:spPr>
          </p:sp>
          <p:sp>
            <p:nvSpPr>
              <p:cNvPr id="371" name="four:scalar-input:grid-cell:371">
                <a:extLst>
                  <a:ext uri="{FF2B5EF4-FFF2-40B4-BE49-F238E27FC236}">
                    <ns2:creationId id="{B7DDE560-5B26-4F74-83A0-63B70E3B2DC6}"/>
                  </a:ext>
                </a:extLst>
              </p:cNvPr>
              <p:cNvSpPr>
                <a:spLocks noGrp="1"/>
              </p:cNvSpPr>
              <p:nvPr/>
            </p:nvSpPr>
            <p:spPr>
              <a:xfrm>
                <a:off x="1933575" y="3676650"/>
                <a:ext cx="104966" cy="104966"/>
              </a:xfrm>
              <a:prstGeom prst="rect">
                <a:avLst/>
              </a:prstGeom>
              <a:solidFill>
                <a:srgbClr val="81C9BA"/>
              </a:solidFill>
              <a:ln w="0">
                <a:noFill/>
                <a:prstDash val="solid"/>
              </a:ln>
            </p:spPr>
          </p:sp>
          <p:sp>
            <p:nvSpPr>
              <p:cNvPr id="372" name="four:scalar-input:grid-cell:372">
                <a:extLst>
                  <a:ext uri="{FF2B5EF4-FFF2-40B4-BE49-F238E27FC236}">
                    <ns2:creationId id="{9CBB06EE-3FF4-4602-A853-D051C6148492}"/>
                  </a:ext>
                </a:extLst>
              </p:cNvPr>
              <p:cNvSpPr>
                <a:spLocks noGrp="1"/>
              </p:cNvSpPr>
              <p:nvPr/>
            </p:nvSpPr>
            <p:spPr>
              <a:xfrm>
                <a:off x="2038350" y="3676650"/>
                <a:ext cx="104966" cy="104966"/>
              </a:xfrm>
              <a:prstGeom prst="rect">
                <a:avLst/>
              </a:prstGeom>
              <a:solidFill>
                <a:srgbClr val="81C9BA"/>
              </a:solidFill>
              <a:ln w="0">
                <a:noFill/>
                <a:prstDash val="solid"/>
              </a:ln>
            </p:spPr>
          </p:sp>
          <p:sp>
            <p:nvSpPr>
              <p:cNvPr id="373" name="four:scalar-input:grid-cell:373">
                <a:extLst>
                  <a:ext uri="{FF2B5EF4-FFF2-40B4-BE49-F238E27FC236}">
                    <ns2:creationId id="{F0486283-A2D6-4827-BB32-E0DD4A66A761}"/>
                  </a:ext>
                </a:extLst>
              </p:cNvPr>
              <p:cNvSpPr>
                <a:spLocks noGrp="1"/>
              </p:cNvSpPr>
              <p:nvPr/>
            </p:nvSpPr>
            <p:spPr>
              <a:xfrm>
                <a:off x="2143125" y="3676650"/>
                <a:ext cx="104966" cy="104966"/>
              </a:xfrm>
              <a:prstGeom prst="rect">
                <a:avLst/>
              </a:prstGeom>
              <a:solidFill>
                <a:srgbClr val="81C9BA"/>
              </a:solidFill>
              <a:ln w="0">
                <a:noFill/>
                <a:prstDash val="solid"/>
              </a:ln>
            </p:spPr>
          </p:sp>
          <p:sp>
            <p:nvSpPr>
              <p:cNvPr id="374" name="four:scalar-input:grid-cell:374">
                <a:extLst>
                  <a:ext uri="{FF2B5EF4-FFF2-40B4-BE49-F238E27FC236}">
                    <ns2:creationId id="{1F79D7A4-E56E-4A5C-861E-79D9C1779906}"/>
                  </a:ext>
                </a:extLst>
              </p:cNvPr>
              <p:cNvSpPr>
                <a:spLocks noGrp="1"/>
              </p:cNvSpPr>
              <p:nvPr/>
            </p:nvSpPr>
            <p:spPr>
              <a:xfrm>
                <a:off x="2247900" y="3676650"/>
                <a:ext cx="104966" cy="104966"/>
              </a:xfrm>
              <a:prstGeom prst="rect">
                <a:avLst/>
              </a:prstGeom>
              <a:solidFill>
                <a:srgbClr val="81C9BA"/>
              </a:solidFill>
              <a:ln w="0">
                <a:noFill/>
                <a:prstDash val="solid"/>
              </a:ln>
            </p:spPr>
          </p:sp>
          <p:sp>
            <p:nvSpPr>
              <p:cNvPr id="375" name="four:scalar-input:grid-cell:375">
                <a:extLst>
                  <a:ext uri="{FF2B5EF4-FFF2-40B4-BE49-F238E27FC236}">
                    <ns2:creationId id="{F634B155-A78E-445E-8DF8-3998F1A70A35}"/>
                  </a:ext>
                </a:extLst>
              </p:cNvPr>
              <p:cNvSpPr>
                <a:spLocks noGrp="1"/>
              </p:cNvSpPr>
              <p:nvPr/>
            </p:nvSpPr>
            <p:spPr>
              <a:xfrm>
                <a:off x="2352675" y="3676650"/>
                <a:ext cx="104966" cy="104966"/>
              </a:xfrm>
              <a:prstGeom prst="rect">
                <a:avLst/>
              </a:prstGeom>
              <a:solidFill>
                <a:srgbClr val="DCE8ED"/>
              </a:solidFill>
              <a:ln w="0">
                <a:noFill/>
                <a:prstDash val="solid"/>
              </a:ln>
            </p:spPr>
          </p:sp>
          <p:sp>
            <p:nvSpPr>
              <p:cNvPr id="376" name="four:scalar-input:grid-cell:376">
                <a:extLst>
                  <a:ext uri="{FF2B5EF4-FFF2-40B4-BE49-F238E27FC236}">
                    <ns2:creationId id="{F4947FEF-DC3D-4F6E-A67B-F03211AC4768}"/>
                  </a:ext>
                </a:extLst>
              </p:cNvPr>
              <p:cNvSpPr>
                <a:spLocks noGrp="1"/>
              </p:cNvSpPr>
              <p:nvPr/>
            </p:nvSpPr>
            <p:spPr>
              <a:xfrm>
                <a:off x="361950" y="3781425"/>
                <a:ext cx="104966" cy="104966"/>
              </a:xfrm>
              <a:prstGeom prst="rect">
                <a:avLst/>
              </a:prstGeom>
              <a:solidFill>
                <a:srgbClr val="DCE8ED"/>
              </a:solidFill>
              <a:ln w="0">
                <a:noFill/>
                <a:prstDash val="solid"/>
              </a:ln>
            </p:spPr>
          </p:sp>
          <p:sp>
            <p:nvSpPr>
              <p:cNvPr id="377" name="four:scalar-input:grid-cell:377">
                <a:extLst>
                  <a:ext uri="{FF2B5EF4-FFF2-40B4-BE49-F238E27FC236}">
                    <ns2:creationId id="{347E7F09-8FD5-4D4A-867E-D234551F3D15}"/>
                  </a:ext>
                </a:extLst>
              </p:cNvPr>
              <p:cNvSpPr>
                <a:spLocks noGrp="1"/>
              </p:cNvSpPr>
              <p:nvPr/>
            </p:nvSpPr>
            <p:spPr>
              <a:xfrm>
                <a:off x="466725" y="3781425"/>
                <a:ext cx="104966" cy="104966"/>
              </a:xfrm>
              <a:prstGeom prst="rect">
                <a:avLst/>
              </a:prstGeom>
              <a:solidFill>
                <a:srgbClr val="DCE8ED"/>
              </a:solidFill>
              <a:ln w="0">
                <a:noFill/>
                <a:prstDash val="solid"/>
              </a:ln>
            </p:spPr>
          </p:sp>
          <p:sp>
            <p:nvSpPr>
              <p:cNvPr id="378" name="four:scalar-input:grid-cell:378">
                <a:extLst>
                  <a:ext uri="{FF2B5EF4-FFF2-40B4-BE49-F238E27FC236}">
                    <ns2:creationId id="{A17D3BB3-3678-4F33-9D31-7AC97E0DEBF5}"/>
                  </a:ext>
                </a:extLst>
              </p:cNvPr>
              <p:cNvSpPr>
                <a:spLocks noGrp="1"/>
              </p:cNvSpPr>
              <p:nvPr/>
            </p:nvSpPr>
            <p:spPr>
              <a:xfrm>
                <a:off x="571500" y="3781425"/>
                <a:ext cx="104966" cy="104966"/>
              </a:xfrm>
              <a:prstGeom prst="rect">
                <a:avLst/>
              </a:prstGeom>
              <a:solidFill>
                <a:srgbClr val="DCE8ED"/>
              </a:solidFill>
              <a:ln w="0">
                <a:noFill/>
                <a:prstDash val="solid"/>
              </a:ln>
            </p:spPr>
          </p:sp>
          <p:sp>
            <p:nvSpPr>
              <p:cNvPr id="379" name="four:scalar-input:grid-cell:379">
                <a:extLst>
                  <a:ext uri="{FF2B5EF4-FFF2-40B4-BE49-F238E27FC236}">
                    <ns2:creationId id="{CEB6BDE0-E0B0-4B50-BE0B-BFE7EDCDED79}"/>
                  </a:ext>
                </a:extLst>
              </p:cNvPr>
              <p:cNvSpPr>
                <a:spLocks noGrp="1"/>
              </p:cNvSpPr>
              <p:nvPr/>
            </p:nvSpPr>
            <p:spPr>
              <a:xfrm>
                <a:off x="676275" y="3781425"/>
                <a:ext cx="104966" cy="104966"/>
              </a:xfrm>
              <a:prstGeom prst="rect">
                <a:avLst/>
              </a:prstGeom>
              <a:solidFill>
                <a:srgbClr val="DCE8ED"/>
              </a:solidFill>
              <a:ln w="0">
                <a:noFill/>
                <a:prstDash val="solid"/>
              </a:ln>
            </p:spPr>
          </p:sp>
          <p:sp>
            <p:nvSpPr>
              <p:cNvPr id="380" name="four:scalar-input:grid-cell:380">
                <a:extLst>
                  <a:ext uri="{FF2B5EF4-FFF2-40B4-BE49-F238E27FC236}">
                    <ns2:creationId id="{2B949346-FD16-4D0B-BFD0-443BA5AC9B3C}"/>
                  </a:ext>
                </a:extLst>
              </p:cNvPr>
              <p:cNvSpPr>
                <a:spLocks noGrp="1"/>
              </p:cNvSpPr>
              <p:nvPr/>
            </p:nvSpPr>
            <p:spPr>
              <a:xfrm>
                <a:off x="781050" y="3781425"/>
                <a:ext cx="104966" cy="104966"/>
              </a:xfrm>
              <a:prstGeom prst="rect">
                <a:avLst/>
              </a:prstGeom>
              <a:solidFill>
                <a:srgbClr val="DCE8ED"/>
              </a:solidFill>
              <a:ln w="0">
                <a:noFill/>
                <a:prstDash val="solid"/>
              </a:ln>
            </p:spPr>
          </p:sp>
          <p:sp>
            <p:nvSpPr>
              <p:cNvPr id="381" name="four:scalar-input:grid-cell:381">
                <a:extLst>
                  <a:ext uri="{FF2B5EF4-FFF2-40B4-BE49-F238E27FC236}">
                    <ns2:creationId id="{6EBB6A83-65F4-43A7-A23D-F3BB0F76D8A5}"/>
                  </a:ext>
                </a:extLst>
              </p:cNvPr>
              <p:cNvSpPr>
                <a:spLocks noGrp="1"/>
              </p:cNvSpPr>
              <p:nvPr/>
            </p:nvSpPr>
            <p:spPr>
              <a:xfrm>
                <a:off x="885825" y="3781425"/>
                <a:ext cx="104966" cy="104966"/>
              </a:xfrm>
              <a:prstGeom prst="rect">
                <a:avLst/>
              </a:prstGeom>
              <a:solidFill>
                <a:srgbClr val="81C9BA"/>
              </a:solidFill>
              <a:ln w="0">
                <a:noFill/>
                <a:prstDash val="solid"/>
              </a:ln>
            </p:spPr>
          </p:sp>
          <p:sp>
            <p:nvSpPr>
              <p:cNvPr id="382" name="four:scalar-input:grid-cell:382">
                <a:extLst>
                  <a:ext uri="{FF2B5EF4-FFF2-40B4-BE49-F238E27FC236}">
                    <ns2:creationId id="{73192BCC-09DE-4D07-AA97-D74D5C204A35}"/>
                  </a:ext>
                </a:extLst>
              </p:cNvPr>
              <p:cNvSpPr>
                <a:spLocks noGrp="1"/>
              </p:cNvSpPr>
              <p:nvPr/>
            </p:nvSpPr>
            <p:spPr>
              <a:xfrm>
                <a:off x="990600" y="3781425"/>
                <a:ext cx="104966" cy="104966"/>
              </a:xfrm>
              <a:prstGeom prst="rect">
                <a:avLst/>
              </a:prstGeom>
              <a:solidFill>
                <a:srgbClr val="81C9BA"/>
              </a:solidFill>
              <a:ln w="0">
                <a:noFill/>
                <a:prstDash val="solid"/>
              </a:ln>
            </p:spPr>
          </p:sp>
          <p:sp>
            <p:nvSpPr>
              <p:cNvPr id="383" name="four:scalar-input:grid-cell:383">
                <a:extLst>
                  <a:ext uri="{FF2B5EF4-FFF2-40B4-BE49-F238E27FC236}">
                    <ns2:creationId id="{C9CEB4B6-6263-4CBD-9ED5-A7FB6FD1EB6E}"/>
                  </a:ext>
                </a:extLst>
              </p:cNvPr>
              <p:cNvSpPr>
                <a:spLocks noGrp="1"/>
              </p:cNvSpPr>
              <p:nvPr/>
            </p:nvSpPr>
            <p:spPr>
              <a:xfrm>
                <a:off x="1095375" y="3781425"/>
                <a:ext cx="104966" cy="104966"/>
              </a:xfrm>
              <a:prstGeom prst="rect">
                <a:avLst/>
              </a:prstGeom>
              <a:solidFill>
                <a:srgbClr val="81C9BA"/>
              </a:solidFill>
              <a:ln w="0">
                <a:noFill/>
                <a:prstDash val="solid"/>
              </a:ln>
            </p:spPr>
          </p:sp>
          <p:sp>
            <p:nvSpPr>
              <p:cNvPr id="384" name="four:scalar-input:grid-cell:384">
                <a:extLst>
                  <a:ext uri="{FF2B5EF4-FFF2-40B4-BE49-F238E27FC236}">
                    <ns2:creationId id="{63098538-2C9B-442D-8467-2EC259B40713}"/>
                  </a:ext>
                </a:extLst>
              </p:cNvPr>
              <p:cNvSpPr>
                <a:spLocks noGrp="1"/>
              </p:cNvSpPr>
              <p:nvPr/>
            </p:nvSpPr>
            <p:spPr>
              <a:xfrm>
                <a:off x="1200150" y="3781425"/>
                <a:ext cx="104966" cy="104966"/>
              </a:xfrm>
              <a:prstGeom prst="rect">
                <a:avLst/>
              </a:prstGeom>
              <a:solidFill>
                <a:srgbClr val="81C9BA"/>
              </a:solidFill>
              <a:ln w="0">
                <a:noFill/>
                <a:prstDash val="solid"/>
              </a:ln>
            </p:spPr>
          </p:sp>
          <p:sp>
            <p:nvSpPr>
              <p:cNvPr id="385" name="four:scalar-input:grid-cell:385">
                <a:extLst>
                  <a:ext uri="{FF2B5EF4-FFF2-40B4-BE49-F238E27FC236}">
                    <ns2:creationId id="{1DF78DD3-36A2-4947-A763-2A23F3B437E5}"/>
                  </a:ext>
                </a:extLst>
              </p:cNvPr>
              <p:cNvSpPr>
                <a:spLocks noGrp="1"/>
              </p:cNvSpPr>
              <p:nvPr/>
            </p:nvSpPr>
            <p:spPr>
              <a:xfrm>
                <a:off x="1304925" y="3781425"/>
                <a:ext cx="104966" cy="104966"/>
              </a:xfrm>
              <a:prstGeom prst="rect">
                <a:avLst/>
              </a:prstGeom>
              <a:solidFill>
                <a:srgbClr val="D55E00"/>
              </a:solidFill>
              <a:ln w="0">
                <a:noFill/>
                <a:prstDash val="solid"/>
              </a:ln>
            </p:spPr>
          </p:sp>
          <p:sp>
            <p:nvSpPr>
              <p:cNvPr id="386" name="four:scalar-input:grid-cell:386">
                <a:extLst>
                  <a:ext uri="{FF2B5EF4-FFF2-40B4-BE49-F238E27FC236}">
                    <ns2:creationId id="{269C6F9A-0778-464B-9CCF-4EAD3A3DD077}"/>
                  </a:ext>
                </a:extLst>
              </p:cNvPr>
              <p:cNvSpPr>
                <a:spLocks noGrp="1"/>
              </p:cNvSpPr>
              <p:nvPr/>
            </p:nvSpPr>
            <p:spPr>
              <a:xfrm>
                <a:off x="1409700" y="3781425"/>
                <a:ext cx="104966" cy="104966"/>
              </a:xfrm>
              <a:prstGeom prst="rect">
                <a:avLst/>
              </a:prstGeom>
              <a:solidFill>
                <a:srgbClr val="D55E00"/>
              </a:solidFill>
              <a:ln w="0">
                <a:noFill/>
                <a:prstDash val="solid"/>
              </a:ln>
            </p:spPr>
          </p:sp>
          <p:sp>
            <p:nvSpPr>
              <p:cNvPr id="387" name="four:scalar-input:grid-cell:387">
                <a:extLst>
                  <a:ext uri="{FF2B5EF4-FFF2-40B4-BE49-F238E27FC236}">
                    <ns2:creationId id="{D0FB09B6-14C6-42C2-8D9A-56E1BFA4F12E}"/>
                  </a:ext>
                </a:extLst>
              </p:cNvPr>
              <p:cNvSpPr>
                <a:spLocks noGrp="1"/>
              </p:cNvSpPr>
              <p:nvPr/>
            </p:nvSpPr>
            <p:spPr>
              <a:xfrm>
                <a:off x="1514475" y="3781425"/>
                <a:ext cx="104966" cy="104966"/>
              </a:xfrm>
              <a:prstGeom prst="rect">
                <a:avLst/>
              </a:prstGeom>
              <a:solidFill>
                <a:srgbClr val="81C9BA"/>
              </a:solidFill>
              <a:ln w="0">
                <a:noFill/>
                <a:prstDash val="solid"/>
              </a:ln>
            </p:spPr>
          </p:sp>
          <p:sp>
            <p:nvSpPr>
              <p:cNvPr id="388" name="four:scalar-input:grid-cell:388">
                <a:extLst>
                  <a:ext uri="{FF2B5EF4-FFF2-40B4-BE49-F238E27FC236}">
                    <ns2:creationId id="{DE5067ED-BFFD-4974-A50F-51B2F01DFB53}"/>
                  </a:ext>
                </a:extLst>
              </p:cNvPr>
              <p:cNvSpPr>
                <a:spLocks noGrp="1"/>
              </p:cNvSpPr>
              <p:nvPr/>
            </p:nvSpPr>
            <p:spPr>
              <a:xfrm>
                <a:off x="1619250" y="3781425"/>
                <a:ext cx="104966" cy="104966"/>
              </a:xfrm>
              <a:prstGeom prst="rect">
                <a:avLst/>
              </a:prstGeom>
              <a:solidFill>
                <a:srgbClr val="81C9BA"/>
              </a:solidFill>
              <a:ln w="0">
                <a:noFill/>
                <a:prstDash val="solid"/>
              </a:ln>
            </p:spPr>
          </p:sp>
          <p:sp>
            <p:nvSpPr>
              <p:cNvPr id="389" name="four:scalar-input:grid-cell:389">
                <a:extLst>
                  <a:ext uri="{FF2B5EF4-FFF2-40B4-BE49-F238E27FC236}">
                    <ns2:creationId id="{91CD1CCF-FA65-4590-8582-42175380F93A}"/>
                  </a:ext>
                </a:extLst>
              </p:cNvPr>
              <p:cNvSpPr>
                <a:spLocks noGrp="1"/>
              </p:cNvSpPr>
              <p:nvPr/>
            </p:nvSpPr>
            <p:spPr>
              <a:xfrm>
                <a:off x="1724025" y="3781425"/>
                <a:ext cx="104966" cy="104966"/>
              </a:xfrm>
              <a:prstGeom prst="rect">
                <a:avLst/>
              </a:prstGeom>
              <a:solidFill>
                <a:srgbClr val="81C9BA"/>
              </a:solidFill>
              <a:ln w="0">
                <a:noFill/>
                <a:prstDash val="solid"/>
              </a:ln>
            </p:spPr>
          </p:sp>
          <p:sp>
            <p:nvSpPr>
              <p:cNvPr id="390" name="four:scalar-input:grid-cell:390">
                <a:extLst>
                  <a:ext uri="{FF2B5EF4-FFF2-40B4-BE49-F238E27FC236}">
                    <ns2:creationId id="{A5D045C5-1C1F-4368-BE24-43F98984A6BC}"/>
                  </a:ext>
                </a:extLst>
              </p:cNvPr>
              <p:cNvSpPr>
                <a:spLocks noGrp="1"/>
              </p:cNvSpPr>
              <p:nvPr/>
            </p:nvSpPr>
            <p:spPr>
              <a:xfrm>
                <a:off x="1828800" y="3781425"/>
                <a:ext cx="104966" cy="104966"/>
              </a:xfrm>
              <a:prstGeom prst="rect">
                <a:avLst/>
              </a:prstGeom>
              <a:solidFill>
                <a:srgbClr val="81C9BA"/>
              </a:solidFill>
              <a:ln w="0">
                <a:noFill/>
                <a:prstDash val="solid"/>
              </a:ln>
            </p:spPr>
          </p:sp>
          <p:sp>
            <p:nvSpPr>
              <p:cNvPr id="391" name="four:scalar-input:grid-cell:391">
                <a:extLst>
                  <a:ext uri="{FF2B5EF4-FFF2-40B4-BE49-F238E27FC236}">
                    <ns2:creationId id="{455AF286-41E7-4910-AF68-E25B6239987C}"/>
                  </a:ext>
                </a:extLst>
              </p:cNvPr>
              <p:cNvSpPr>
                <a:spLocks noGrp="1"/>
              </p:cNvSpPr>
              <p:nvPr/>
            </p:nvSpPr>
            <p:spPr>
              <a:xfrm>
                <a:off x="1933575" y="3781425"/>
                <a:ext cx="104966" cy="104966"/>
              </a:xfrm>
              <a:prstGeom prst="rect">
                <a:avLst/>
              </a:prstGeom>
              <a:solidFill>
                <a:srgbClr val="81C9BA"/>
              </a:solidFill>
              <a:ln w="0">
                <a:noFill/>
                <a:prstDash val="solid"/>
              </a:ln>
            </p:spPr>
          </p:sp>
          <p:sp>
            <p:nvSpPr>
              <p:cNvPr id="392" name="four:scalar-input:grid-cell:392">
                <a:extLst>
                  <a:ext uri="{FF2B5EF4-FFF2-40B4-BE49-F238E27FC236}">
                    <ns2:creationId id="{3A3D0E1F-08BD-49E9-A974-5C6B7CE009BD}"/>
                  </a:ext>
                </a:extLst>
              </p:cNvPr>
              <p:cNvSpPr>
                <a:spLocks noGrp="1"/>
              </p:cNvSpPr>
              <p:nvPr/>
            </p:nvSpPr>
            <p:spPr>
              <a:xfrm>
                <a:off x="2038350" y="3781425"/>
                <a:ext cx="104966" cy="104966"/>
              </a:xfrm>
              <a:prstGeom prst="rect">
                <a:avLst/>
              </a:prstGeom>
              <a:solidFill>
                <a:srgbClr val="81C9BA"/>
              </a:solidFill>
              <a:ln w="0">
                <a:noFill/>
                <a:prstDash val="solid"/>
              </a:ln>
            </p:spPr>
          </p:sp>
          <p:sp>
            <p:nvSpPr>
              <p:cNvPr id="393" name="four:scalar-input:grid-cell:393">
                <a:extLst>
                  <a:ext uri="{FF2B5EF4-FFF2-40B4-BE49-F238E27FC236}">
                    <ns2:creationId id="{C073CD97-F467-478C-ADC2-770DFEDB6D12}"/>
                  </a:ext>
                </a:extLst>
              </p:cNvPr>
              <p:cNvSpPr>
                <a:spLocks noGrp="1"/>
              </p:cNvSpPr>
              <p:nvPr/>
            </p:nvSpPr>
            <p:spPr>
              <a:xfrm>
                <a:off x="2143125" y="3781425"/>
                <a:ext cx="104966" cy="104966"/>
              </a:xfrm>
              <a:prstGeom prst="rect">
                <a:avLst/>
              </a:prstGeom>
              <a:solidFill>
                <a:srgbClr val="81C9BA"/>
              </a:solidFill>
              <a:ln w="0">
                <a:noFill/>
                <a:prstDash val="solid"/>
              </a:ln>
            </p:spPr>
          </p:sp>
          <p:sp>
            <p:nvSpPr>
              <p:cNvPr id="394" name="four:scalar-input:grid-cell:394">
                <a:extLst>
                  <a:ext uri="{FF2B5EF4-FFF2-40B4-BE49-F238E27FC236}">
                    <ns2:creationId id="{F22961C7-2F4B-4C90-9107-D0EB22DEC093}"/>
                  </a:ext>
                </a:extLst>
              </p:cNvPr>
              <p:cNvSpPr>
                <a:spLocks noGrp="1"/>
              </p:cNvSpPr>
              <p:nvPr/>
            </p:nvSpPr>
            <p:spPr>
              <a:xfrm>
                <a:off x="2247900" y="3781425"/>
                <a:ext cx="104966" cy="104966"/>
              </a:xfrm>
              <a:prstGeom prst="rect">
                <a:avLst/>
              </a:prstGeom>
              <a:solidFill>
                <a:srgbClr val="DCE8ED"/>
              </a:solidFill>
              <a:ln w="0">
                <a:noFill/>
                <a:prstDash val="solid"/>
              </a:ln>
            </p:spPr>
          </p:sp>
          <p:sp>
            <p:nvSpPr>
              <p:cNvPr id="395" name="four:scalar-input:grid-cell:395">
                <a:extLst>
                  <a:ext uri="{FF2B5EF4-FFF2-40B4-BE49-F238E27FC236}">
                    <ns2:creationId id="{FD2B2F24-C472-4D1F-9F12-C2040601099D}"/>
                  </a:ext>
                </a:extLst>
              </p:cNvPr>
              <p:cNvSpPr>
                <a:spLocks noGrp="1"/>
              </p:cNvSpPr>
              <p:nvPr/>
            </p:nvSpPr>
            <p:spPr>
              <a:xfrm>
                <a:off x="2352675" y="3781425"/>
                <a:ext cx="104966" cy="104966"/>
              </a:xfrm>
              <a:prstGeom prst="rect">
                <a:avLst/>
              </a:prstGeom>
              <a:solidFill>
                <a:srgbClr val="DCE8ED"/>
              </a:solidFill>
              <a:ln w="0">
                <a:noFill/>
                <a:prstDash val="solid"/>
              </a:ln>
            </p:spPr>
          </p:sp>
          <p:sp>
            <p:nvSpPr>
              <p:cNvPr id="396" name="four:scalar-input:grid-cell:396">
                <a:extLst>
                  <a:ext uri="{FF2B5EF4-FFF2-40B4-BE49-F238E27FC236}">
                    <ns2:creationId id="{3CCC2E63-EAE5-469D-A309-0882D8E03B27}"/>
                  </a:ext>
                </a:extLst>
              </p:cNvPr>
              <p:cNvSpPr>
                <a:spLocks noGrp="1"/>
              </p:cNvSpPr>
              <p:nvPr/>
            </p:nvSpPr>
            <p:spPr>
              <a:xfrm>
                <a:off x="361950" y="3886200"/>
                <a:ext cx="104966" cy="104966"/>
              </a:xfrm>
              <a:prstGeom prst="rect">
                <a:avLst/>
              </a:prstGeom>
              <a:solidFill>
                <a:srgbClr val="DCE8ED"/>
              </a:solidFill>
              <a:ln w="0">
                <a:noFill/>
                <a:prstDash val="solid"/>
              </a:ln>
            </p:spPr>
          </p:sp>
          <p:sp>
            <p:nvSpPr>
              <p:cNvPr id="397" name="four:scalar-input:grid-cell:397">
                <a:extLst>
                  <a:ext uri="{FF2B5EF4-FFF2-40B4-BE49-F238E27FC236}">
                    <ns2:creationId id="{1D1E579F-8574-4398-B4A4-D6854B3C5717}"/>
                  </a:ext>
                </a:extLst>
              </p:cNvPr>
              <p:cNvSpPr>
                <a:spLocks noGrp="1"/>
              </p:cNvSpPr>
              <p:nvPr/>
            </p:nvSpPr>
            <p:spPr>
              <a:xfrm>
                <a:off x="466725" y="3886200"/>
                <a:ext cx="104966" cy="104966"/>
              </a:xfrm>
              <a:prstGeom prst="rect">
                <a:avLst/>
              </a:prstGeom>
              <a:solidFill>
                <a:srgbClr val="DCE8ED"/>
              </a:solidFill>
              <a:ln w="0">
                <a:noFill/>
                <a:prstDash val="solid"/>
              </a:ln>
            </p:spPr>
          </p:sp>
          <p:sp>
            <p:nvSpPr>
              <p:cNvPr id="398" name="four:scalar-input:grid-cell:398">
                <a:extLst>
                  <a:ext uri="{FF2B5EF4-FFF2-40B4-BE49-F238E27FC236}">
                    <ns2:creationId id="{E6B32680-E5BD-4EFD-9113-F49699C4B63B}"/>
                  </a:ext>
                </a:extLst>
              </p:cNvPr>
              <p:cNvSpPr>
                <a:spLocks noGrp="1"/>
              </p:cNvSpPr>
              <p:nvPr/>
            </p:nvSpPr>
            <p:spPr>
              <a:xfrm>
                <a:off x="571500" y="3886200"/>
                <a:ext cx="104966" cy="104966"/>
              </a:xfrm>
              <a:prstGeom prst="rect">
                <a:avLst/>
              </a:prstGeom>
              <a:solidFill>
                <a:srgbClr val="DCE8ED"/>
              </a:solidFill>
              <a:ln w="0">
                <a:noFill/>
                <a:prstDash val="solid"/>
              </a:ln>
            </p:spPr>
          </p:sp>
          <p:sp>
            <p:nvSpPr>
              <p:cNvPr id="399" name="four:scalar-input:grid-cell:399">
                <a:extLst>
                  <a:ext uri="{FF2B5EF4-FFF2-40B4-BE49-F238E27FC236}">
                    <ns2:creationId id="{DEF28C54-C364-46D8-8A10-E9269ACBD249}"/>
                  </a:ext>
                </a:extLst>
              </p:cNvPr>
              <p:cNvSpPr>
                <a:spLocks noGrp="1"/>
              </p:cNvSpPr>
              <p:nvPr/>
            </p:nvSpPr>
            <p:spPr>
              <a:xfrm>
                <a:off x="676275" y="3886200"/>
                <a:ext cx="104966" cy="104966"/>
              </a:xfrm>
              <a:prstGeom prst="rect">
                <a:avLst/>
              </a:prstGeom>
              <a:solidFill>
                <a:srgbClr val="DCE8ED"/>
              </a:solidFill>
              <a:ln w="0">
                <a:noFill/>
                <a:prstDash val="solid"/>
              </a:ln>
            </p:spPr>
          </p:sp>
          <p:sp>
            <p:nvSpPr>
              <p:cNvPr id="400" name="four:scalar-input:grid-cell:400">
                <a:extLst>
                  <a:ext uri="{FF2B5EF4-FFF2-40B4-BE49-F238E27FC236}">
                    <ns2:creationId id="{7F1EF411-D640-445A-95CF-39CF8CDE93CD}"/>
                  </a:ext>
                </a:extLst>
              </p:cNvPr>
              <p:cNvSpPr>
                <a:spLocks noGrp="1"/>
              </p:cNvSpPr>
              <p:nvPr/>
            </p:nvSpPr>
            <p:spPr>
              <a:xfrm>
                <a:off x="781050" y="3886200"/>
                <a:ext cx="104966" cy="104966"/>
              </a:xfrm>
              <a:prstGeom prst="rect">
                <a:avLst/>
              </a:prstGeom>
              <a:solidFill>
                <a:srgbClr val="DCE8ED"/>
              </a:solidFill>
              <a:ln w="0">
                <a:noFill/>
                <a:prstDash val="solid"/>
              </a:ln>
            </p:spPr>
          </p:sp>
          <p:sp>
            <p:nvSpPr>
              <p:cNvPr id="401" name="four:scalar-input:grid-cell:401">
                <a:extLst>
                  <a:ext uri="{FF2B5EF4-FFF2-40B4-BE49-F238E27FC236}">
                    <ns2:creationId id="{E6A3730F-6380-4CF5-9720-CA3DE51985C6}"/>
                  </a:ext>
                </a:extLst>
              </p:cNvPr>
              <p:cNvSpPr>
                <a:spLocks noGrp="1"/>
              </p:cNvSpPr>
              <p:nvPr/>
            </p:nvSpPr>
            <p:spPr>
              <a:xfrm>
                <a:off x="885825" y="3886200"/>
                <a:ext cx="104966" cy="104966"/>
              </a:xfrm>
              <a:prstGeom prst="rect">
                <a:avLst/>
              </a:prstGeom>
              <a:solidFill>
                <a:srgbClr val="81C9BA"/>
              </a:solidFill>
              <a:ln w="0">
                <a:noFill/>
                <a:prstDash val="solid"/>
              </a:ln>
            </p:spPr>
          </p:sp>
          <p:sp>
            <p:nvSpPr>
              <p:cNvPr id="402" name="four:scalar-input:grid-cell:402">
                <a:extLst>
                  <a:ext uri="{FF2B5EF4-FFF2-40B4-BE49-F238E27FC236}">
                    <ns2:creationId id="{4AC14637-547B-4835-AEB3-6A8CE09B067E}"/>
                  </a:ext>
                </a:extLst>
              </p:cNvPr>
              <p:cNvSpPr>
                <a:spLocks noGrp="1"/>
              </p:cNvSpPr>
              <p:nvPr/>
            </p:nvSpPr>
            <p:spPr>
              <a:xfrm>
                <a:off x="990600" y="3886200"/>
                <a:ext cx="104966" cy="104966"/>
              </a:xfrm>
              <a:prstGeom prst="rect">
                <a:avLst/>
              </a:prstGeom>
              <a:solidFill>
                <a:srgbClr val="81C9BA"/>
              </a:solidFill>
              <a:ln w="0">
                <a:noFill/>
                <a:prstDash val="solid"/>
              </a:ln>
            </p:spPr>
          </p:sp>
          <p:sp>
            <p:nvSpPr>
              <p:cNvPr id="403" name="four:scalar-input:grid-cell:403">
                <a:extLst>
                  <a:ext uri="{FF2B5EF4-FFF2-40B4-BE49-F238E27FC236}">
                    <ns2:creationId id="{1EDA3843-5C8D-435F-BD68-1DCF19F706D9}"/>
                  </a:ext>
                </a:extLst>
              </p:cNvPr>
              <p:cNvSpPr>
                <a:spLocks noGrp="1"/>
              </p:cNvSpPr>
              <p:nvPr/>
            </p:nvSpPr>
            <p:spPr>
              <a:xfrm>
                <a:off x="1095375" y="3886200"/>
                <a:ext cx="104966" cy="104966"/>
              </a:xfrm>
              <a:prstGeom prst="rect">
                <a:avLst/>
              </a:prstGeom>
              <a:solidFill>
                <a:srgbClr val="81C9BA"/>
              </a:solidFill>
              <a:ln w="0">
                <a:noFill/>
                <a:prstDash val="solid"/>
              </a:ln>
            </p:spPr>
          </p:sp>
          <p:sp>
            <p:nvSpPr>
              <p:cNvPr id="404" name="four:scalar-input:grid-cell:404">
                <a:extLst>
                  <a:ext uri="{FF2B5EF4-FFF2-40B4-BE49-F238E27FC236}">
                    <ns2:creationId id="{589CDF8B-DBA8-4809-9A0D-F40B1DA1C3F6}"/>
                  </a:ext>
                </a:extLst>
              </p:cNvPr>
              <p:cNvSpPr>
                <a:spLocks noGrp="1"/>
              </p:cNvSpPr>
              <p:nvPr/>
            </p:nvSpPr>
            <p:spPr>
              <a:xfrm>
                <a:off x="1200150" y="3886200"/>
                <a:ext cx="104966" cy="104966"/>
              </a:xfrm>
              <a:prstGeom prst="rect">
                <a:avLst/>
              </a:prstGeom>
              <a:solidFill>
                <a:srgbClr val="81C9BA"/>
              </a:solidFill>
              <a:ln w="0">
                <a:noFill/>
                <a:prstDash val="solid"/>
              </a:ln>
            </p:spPr>
          </p:sp>
          <p:sp>
            <p:nvSpPr>
              <p:cNvPr id="405" name="four:scalar-input:grid-cell:405">
                <a:extLst>
                  <a:ext uri="{FF2B5EF4-FFF2-40B4-BE49-F238E27FC236}">
                    <ns2:creationId id="{3F8E61BA-A0B3-4E43-8970-439FDBFC829B}"/>
                  </a:ext>
                </a:extLst>
              </p:cNvPr>
              <p:cNvSpPr>
                <a:spLocks noGrp="1"/>
              </p:cNvSpPr>
              <p:nvPr/>
            </p:nvSpPr>
            <p:spPr>
              <a:xfrm>
                <a:off x="1304925" y="3886200"/>
                <a:ext cx="104966" cy="104966"/>
              </a:xfrm>
              <a:prstGeom prst="rect">
                <a:avLst/>
              </a:prstGeom>
              <a:solidFill>
                <a:srgbClr val="81C9BA"/>
              </a:solidFill>
              <a:ln w="0">
                <a:noFill/>
                <a:prstDash val="solid"/>
              </a:ln>
            </p:spPr>
          </p:sp>
          <p:sp>
            <p:nvSpPr>
              <p:cNvPr id="406" name="four:scalar-input:grid-cell:406">
                <a:extLst>
                  <a:ext uri="{FF2B5EF4-FFF2-40B4-BE49-F238E27FC236}">
                    <ns2:creationId id="{990F6005-AFF9-4D6A-BD5A-35CC029E1749}"/>
                  </a:ext>
                </a:extLst>
              </p:cNvPr>
              <p:cNvSpPr>
                <a:spLocks noGrp="1"/>
              </p:cNvSpPr>
              <p:nvPr/>
            </p:nvSpPr>
            <p:spPr>
              <a:xfrm>
                <a:off x="1409700" y="3886200"/>
                <a:ext cx="104966" cy="104966"/>
              </a:xfrm>
              <a:prstGeom prst="rect">
                <a:avLst/>
              </a:prstGeom>
              <a:solidFill>
                <a:srgbClr val="81C9BA"/>
              </a:solidFill>
              <a:ln w="0">
                <a:noFill/>
                <a:prstDash val="solid"/>
              </a:ln>
            </p:spPr>
          </p:sp>
          <p:sp>
            <p:nvSpPr>
              <p:cNvPr id="407" name="four:scalar-input:grid-cell:407">
                <a:extLst>
                  <a:ext uri="{FF2B5EF4-FFF2-40B4-BE49-F238E27FC236}">
                    <ns2:creationId id="{F096685B-C4DE-4390-8F7F-3C68D0E996ED}"/>
                  </a:ext>
                </a:extLst>
              </p:cNvPr>
              <p:cNvSpPr>
                <a:spLocks noGrp="1"/>
              </p:cNvSpPr>
              <p:nvPr/>
            </p:nvSpPr>
            <p:spPr>
              <a:xfrm>
                <a:off x="1514475" y="3886200"/>
                <a:ext cx="104966" cy="104966"/>
              </a:xfrm>
              <a:prstGeom prst="rect">
                <a:avLst/>
              </a:prstGeom>
              <a:solidFill>
                <a:srgbClr val="81C9BA"/>
              </a:solidFill>
              <a:ln w="0">
                <a:noFill/>
                <a:prstDash val="solid"/>
              </a:ln>
            </p:spPr>
          </p:sp>
          <p:sp>
            <p:nvSpPr>
              <p:cNvPr id="408" name="four:scalar-input:grid-cell:408">
                <a:extLst>
                  <a:ext uri="{FF2B5EF4-FFF2-40B4-BE49-F238E27FC236}">
                    <ns2:creationId id="{D54A0287-E69C-48F2-BA59-C27602754F7B}"/>
                  </a:ext>
                </a:extLst>
              </p:cNvPr>
              <p:cNvSpPr>
                <a:spLocks noGrp="1"/>
              </p:cNvSpPr>
              <p:nvPr/>
            </p:nvSpPr>
            <p:spPr>
              <a:xfrm>
                <a:off x="1619250" y="3886200"/>
                <a:ext cx="104966" cy="104966"/>
              </a:xfrm>
              <a:prstGeom prst="rect">
                <a:avLst/>
              </a:prstGeom>
              <a:solidFill>
                <a:srgbClr val="81C9BA"/>
              </a:solidFill>
              <a:ln w="0">
                <a:noFill/>
                <a:prstDash val="solid"/>
              </a:ln>
            </p:spPr>
          </p:sp>
          <p:sp>
            <p:nvSpPr>
              <p:cNvPr id="409" name="four:scalar-input:grid-cell:409">
                <a:extLst>
                  <a:ext uri="{FF2B5EF4-FFF2-40B4-BE49-F238E27FC236}">
                    <ns2:creationId id="{D48B41BC-F500-4245-AAEF-0DA56DCDFD97}"/>
                  </a:ext>
                </a:extLst>
              </p:cNvPr>
              <p:cNvSpPr>
                <a:spLocks noGrp="1"/>
              </p:cNvSpPr>
              <p:nvPr/>
            </p:nvSpPr>
            <p:spPr>
              <a:xfrm>
                <a:off x="1724025" y="3886200"/>
                <a:ext cx="104966" cy="104966"/>
              </a:xfrm>
              <a:prstGeom prst="rect">
                <a:avLst/>
              </a:prstGeom>
              <a:solidFill>
                <a:srgbClr val="81C9BA"/>
              </a:solidFill>
              <a:ln w="0">
                <a:noFill/>
                <a:prstDash val="solid"/>
              </a:ln>
            </p:spPr>
          </p:sp>
          <p:sp>
            <p:nvSpPr>
              <p:cNvPr id="410" name="four:scalar-input:grid-cell:410">
                <a:extLst>
                  <a:ext uri="{FF2B5EF4-FFF2-40B4-BE49-F238E27FC236}">
                    <ns2:creationId id="{A920D663-7BB4-4888-A04E-A37C3C069664}"/>
                  </a:ext>
                </a:extLst>
              </p:cNvPr>
              <p:cNvSpPr>
                <a:spLocks noGrp="1"/>
              </p:cNvSpPr>
              <p:nvPr/>
            </p:nvSpPr>
            <p:spPr>
              <a:xfrm>
                <a:off x="1828800" y="3886200"/>
                <a:ext cx="104966" cy="104966"/>
              </a:xfrm>
              <a:prstGeom prst="rect">
                <a:avLst/>
              </a:prstGeom>
              <a:solidFill>
                <a:srgbClr val="81C9BA"/>
              </a:solidFill>
              <a:ln w="0">
                <a:noFill/>
                <a:prstDash val="solid"/>
              </a:ln>
            </p:spPr>
          </p:sp>
          <p:sp>
            <p:nvSpPr>
              <p:cNvPr id="411" name="four:scalar-input:grid-cell:411">
                <a:extLst>
                  <a:ext uri="{FF2B5EF4-FFF2-40B4-BE49-F238E27FC236}">
                    <ns2:creationId id="{2BD94795-8D9D-42B3-9A71-6E5B5A619944}"/>
                  </a:ext>
                </a:extLst>
              </p:cNvPr>
              <p:cNvSpPr>
                <a:spLocks noGrp="1"/>
              </p:cNvSpPr>
              <p:nvPr/>
            </p:nvSpPr>
            <p:spPr>
              <a:xfrm>
                <a:off x="1933575" y="3886200"/>
                <a:ext cx="104966" cy="104966"/>
              </a:xfrm>
              <a:prstGeom prst="rect">
                <a:avLst/>
              </a:prstGeom>
              <a:solidFill>
                <a:srgbClr val="81C9BA"/>
              </a:solidFill>
              <a:ln w="0">
                <a:noFill/>
                <a:prstDash val="solid"/>
              </a:ln>
            </p:spPr>
          </p:sp>
          <p:sp>
            <p:nvSpPr>
              <p:cNvPr id="412" name="four:scalar-input:grid-cell:412">
                <a:extLst>
                  <a:ext uri="{FF2B5EF4-FFF2-40B4-BE49-F238E27FC236}">
                    <ns2:creationId id="{696627DC-214E-4C69-BB28-F237959656C6}"/>
                  </a:ext>
                </a:extLst>
              </p:cNvPr>
              <p:cNvSpPr>
                <a:spLocks noGrp="1"/>
              </p:cNvSpPr>
              <p:nvPr/>
            </p:nvSpPr>
            <p:spPr>
              <a:xfrm>
                <a:off x="2038350" y="3886200"/>
                <a:ext cx="104966" cy="104966"/>
              </a:xfrm>
              <a:prstGeom prst="rect">
                <a:avLst/>
              </a:prstGeom>
              <a:solidFill>
                <a:srgbClr val="DCE8ED"/>
              </a:solidFill>
              <a:ln w="0">
                <a:noFill/>
                <a:prstDash val="solid"/>
              </a:ln>
            </p:spPr>
          </p:sp>
          <p:sp>
            <p:nvSpPr>
              <p:cNvPr id="413" name="four:scalar-input:grid-cell:413">
                <a:extLst>
                  <a:ext uri="{FF2B5EF4-FFF2-40B4-BE49-F238E27FC236}">
                    <ns2:creationId id="{07F89564-5DD6-418D-A585-0FEAC31D83A5}"/>
                  </a:ext>
                </a:extLst>
              </p:cNvPr>
              <p:cNvSpPr>
                <a:spLocks noGrp="1"/>
              </p:cNvSpPr>
              <p:nvPr/>
            </p:nvSpPr>
            <p:spPr>
              <a:xfrm>
                <a:off x="2143125" y="3886200"/>
                <a:ext cx="104966" cy="104966"/>
              </a:xfrm>
              <a:prstGeom prst="rect">
                <a:avLst/>
              </a:prstGeom>
              <a:solidFill>
                <a:srgbClr val="DCE8ED"/>
              </a:solidFill>
              <a:ln w="0">
                <a:noFill/>
                <a:prstDash val="solid"/>
              </a:ln>
            </p:spPr>
          </p:sp>
          <p:sp>
            <p:nvSpPr>
              <p:cNvPr id="414" name="four:scalar-input:grid-cell:414">
                <a:extLst>
                  <a:ext uri="{FF2B5EF4-FFF2-40B4-BE49-F238E27FC236}">
                    <ns2:creationId id="{90CA4286-7F9A-4D93-9920-F439DFBAD84C}"/>
                  </a:ext>
                </a:extLst>
              </p:cNvPr>
              <p:cNvSpPr>
                <a:spLocks noGrp="1"/>
              </p:cNvSpPr>
              <p:nvPr/>
            </p:nvSpPr>
            <p:spPr>
              <a:xfrm>
                <a:off x="2247900" y="3886200"/>
                <a:ext cx="104966" cy="104966"/>
              </a:xfrm>
              <a:prstGeom prst="rect">
                <a:avLst/>
              </a:prstGeom>
              <a:solidFill>
                <a:srgbClr val="DCE8ED"/>
              </a:solidFill>
              <a:ln w="0">
                <a:noFill/>
                <a:prstDash val="solid"/>
              </a:ln>
            </p:spPr>
          </p:sp>
          <p:sp>
            <p:nvSpPr>
              <p:cNvPr id="415" name="four:scalar-input:grid-cell:415">
                <a:extLst>
                  <a:ext uri="{FF2B5EF4-FFF2-40B4-BE49-F238E27FC236}">
                    <ns2:creationId id="{3625BDD5-D51D-4935-AC66-F5DE4309304D}"/>
                  </a:ext>
                </a:extLst>
              </p:cNvPr>
              <p:cNvSpPr>
                <a:spLocks noGrp="1"/>
              </p:cNvSpPr>
              <p:nvPr/>
            </p:nvSpPr>
            <p:spPr>
              <a:xfrm>
                <a:off x="2352675" y="3886200"/>
                <a:ext cx="104966" cy="104966"/>
              </a:xfrm>
              <a:prstGeom prst="rect">
                <a:avLst/>
              </a:prstGeom>
              <a:solidFill>
                <a:srgbClr val="DCE8ED"/>
              </a:solidFill>
              <a:ln w="0">
                <a:noFill/>
                <a:prstDash val="solid"/>
              </a:ln>
            </p:spPr>
          </p:sp>
          <p:sp>
            <p:nvSpPr>
              <p:cNvPr id="416" name="four:scalar-input:line:416">
                <a:extLst>
                  <a:ext uri="{FF2B5EF4-FFF2-40B4-BE49-F238E27FC236}">
                    <ns2:creationId id="{E1694A1D-B49F-4158-872E-C273BBD3AABD}"/>
                  </a:ext>
                </a:extLst>
              </p:cNvPr>
              <p:cNvSpPr>
                <a:spLocks noGrp="1"/>
              </p:cNvSpPr>
              <p:nvPr/>
            </p:nvSpPr>
            <p:spPr>
              <a:xfrm>
                <a:off x="361950" y="2105025"/>
                <a:ext cx="953" cy="1885950"/>
              </a:xfrm>
              <a:custGeom>
                <a:pathLst>
                  <a:path w="953" h="1885950">
                    <a:moveTo>
                      <a:pt x="0" y="0"/>
                    </a:moveTo>
                    <a:lnTo>
                      <a:pt x="0" y="1885950"/>
                    </a:lnTo>
                  </a:path>
                </a:pathLst>
              </a:custGeom>
              <a:noFill/>
              <a:ln w="2199">
                <a:solidFill>
                  <a:srgbClr val="7B8790">
                    <a:alpha val="35000"/>
                  </a:srgbClr>
                </a:solidFill>
                <a:prstDash val="solid"/>
              </a:ln>
            </p:spPr>
          </p:sp>
          <p:sp>
            <p:nvSpPr>
              <p:cNvPr id="417" name="four:scalar-input:line:417">
                <a:extLst>
                  <a:ext uri="{FF2B5EF4-FFF2-40B4-BE49-F238E27FC236}">
                    <ns2:creationId id="{9BEE78BF-38AA-4E7F-A9A0-98529B4053B5}"/>
                  </a:ext>
                </a:extLst>
              </p:cNvPr>
              <p:cNvSpPr>
                <a:spLocks noGrp="1"/>
              </p:cNvSpPr>
              <p:nvPr/>
            </p:nvSpPr>
            <p:spPr>
              <a:xfrm>
                <a:off x="466725" y="2105025"/>
                <a:ext cx="953" cy="1885950"/>
              </a:xfrm>
              <a:custGeom>
                <a:pathLst>
                  <a:path w="953" h="1885950">
                    <a:moveTo>
                      <a:pt x="0" y="0"/>
                    </a:moveTo>
                    <a:lnTo>
                      <a:pt x="0" y="1885950"/>
                    </a:lnTo>
                  </a:path>
                </a:pathLst>
              </a:custGeom>
              <a:noFill/>
              <a:ln w="2199">
                <a:solidFill>
                  <a:srgbClr val="7B8790">
                    <a:alpha val="35000"/>
                  </a:srgbClr>
                </a:solidFill>
                <a:prstDash val="solid"/>
              </a:ln>
            </p:spPr>
          </p:sp>
          <p:sp>
            <p:nvSpPr>
              <p:cNvPr id="418" name="four:scalar-input:line:418">
                <a:extLst>
                  <a:ext uri="{FF2B5EF4-FFF2-40B4-BE49-F238E27FC236}">
                    <ns2:creationId id="{05383442-08E4-408C-A4B8-3FEB5B120D45}"/>
                  </a:ext>
                </a:extLst>
              </p:cNvPr>
              <p:cNvSpPr>
                <a:spLocks noGrp="1"/>
              </p:cNvSpPr>
              <p:nvPr/>
            </p:nvSpPr>
            <p:spPr>
              <a:xfrm>
                <a:off x="571500" y="2105025"/>
                <a:ext cx="953" cy="1885950"/>
              </a:xfrm>
              <a:custGeom>
                <a:pathLst>
                  <a:path w="953" h="1885950">
                    <a:moveTo>
                      <a:pt x="0" y="0"/>
                    </a:moveTo>
                    <a:lnTo>
                      <a:pt x="0" y="1885950"/>
                    </a:lnTo>
                  </a:path>
                </a:pathLst>
              </a:custGeom>
              <a:noFill/>
              <a:ln w="2199">
                <a:solidFill>
                  <a:srgbClr val="7B8790">
                    <a:alpha val="35000"/>
                  </a:srgbClr>
                </a:solidFill>
                <a:prstDash val="solid"/>
              </a:ln>
            </p:spPr>
          </p:sp>
          <p:sp>
            <p:nvSpPr>
              <p:cNvPr id="419" name="four:scalar-input:line:419">
                <a:extLst>
                  <a:ext uri="{FF2B5EF4-FFF2-40B4-BE49-F238E27FC236}">
                    <ns2:creationId id="{C3C7F583-5114-455D-B2D1-AE7AAC0B31E1}"/>
                  </a:ext>
                </a:extLst>
              </p:cNvPr>
              <p:cNvSpPr>
                <a:spLocks noGrp="1"/>
              </p:cNvSpPr>
              <p:nvPr/>
            </p:nvSpPr>
            <p:spPr>
              <a:xfrm>
                <a:off x="676275" y="2105025"/>
                <a:ext cx="953" cy="1885950"/>
              </a:xfrm>
              <a:custGeom>
                <a:pathLst>
                  <a:path w="953" h="1885950">
                    <a:moveTo>
                      <a:pt x="0" y="0"/>
                    </a:moveTo>
                    <a:lnTo>
                      <a:pt x="0" y="1885950"/>
                    </a:lnTo>
                  </a:path>
                </a:pathLst>
              </a:custGeom>
              <a:noFill/>
              <a:ln w="2199">
                <a:solidFill>
                  <a:srgbClr val="7B8790">
                    <a:alpha val="35000"/>
                  </a:srgbClr>
                </a:solidFill>
                <a:prstDash val="solid"/>
              </a:ln>
            </p:spPr>
          </p:sp>
          <p:sp>
            <p:nvSpPr>
              <p:cNvPr id="420" name="four:scalar-input:line:420">
                <a:extLst>
                  <a:ext uri="{FF2B5EF4-FFF2-40B4-BE49-F238E27FC236}">
                    <ns2:creationId id="{6A3A8845-0D0F-479E-813D-1880AB1FC378}"/>
                  </a:ext>
                </a:extLst>
              </p:cNvPr>
              <p:cNvSpPr>
                <a:spLocks noGrp="1"/>
              </p:cNvSpPr>
              <p:nvPr/>
            </p:nvSpPr>
            <p:spPr>
              <a:xfrm>
                <a:off x="781050" y="2105025"/>
                <a:ext cx="953" cy="1885950"/>
              </a:xfrm>
              <a:custGeom>
                <a:pathLst>
                  <a:path w="953" h="1885950">
                    <a:moveTo>
                      <a:pt x="0" y="0"/>
                    </a:moveTo>
                    <a:lnTo>
                      <a:pt x="0" y="1885950"/>
                    </a:lnTo>
                  </a:path>
                </a:pathLst>
              </a:custGeom>
              <a:noFill/>
              <a:ln w="2199">
                <a:solidFill>
                  <a:srgbClr val="7B8790">
                    <a:alpha val="35000"/>
                  </a:srgbClr>
                </a:solidFill>
                <a:prstDash val="solid"/>
              </a:ln>
            </p:spPr>
          </p:sp>
          <p:sp>
            <p:nvSpPr>
              <p:cNvPr id="421" name="four:scalar-input:line:421">
                <a:extLst>
                  <a:ext uri="{FF2B5EF4-FFF2-40B4-BE49-F238E27FC236}">
                    <ns2:creationId id="{48653B72-07C5-46CA-84AA-AB1FB49C34D3}"/>
                  </a:ext>
                </a:extLst>
              </p:cNvPr>
              <p:cNvSpPr>
                <a:spLocks noGrp="1"/>
              </p:cNvSpPr>
              <p:nvPr/>
            </p:nvSpPr>
            <p:spPr>
              <a:xfrm>
                <a:off x="885825" y="2105025"/>
                <a:ext cx="953" cy="1885950"/>
              </a:xfrm>
              <a:custGeom>
                <a:pathLst>
                  <a:path w="953" h="1885950">
                    <a:moveTo>
                      <a:pt x="0" y="0"/>
                    </a:moveTo>
                    <a:lnTo>
                      <a:pt x="0" y="1885950"/>
                    </a:lnTo>
                  </a:path>
                </a:pathLst>
              </a:custGeom>
              <a:noFill/>
              <a:ln w="2199">
                <a:solidFill>
                  <a:srgbClr val="7B8790">
                    <a:alpha val="35000"/>
                  </a:srgbClr>
                </a:solidFill>
                <a:prstDash val="solid"/>
              </a:ln>
            </p:spPr>
          </p:sp>
          <p:sp>
            <p:nvSpPr>
              <p:cNvPr id="422" name="four:scalar-input:line:422">
                <a:extLst>
                  <a:ext uri="{FF2B5EF4-FFF2-40B4-BE49-F238E27FC236}">
                    <ns2:creationId id="{60D07651-BFD2-4846-8267-CF725FA9E00E}"/>
                  </a:ext>
                </a:extLst>
              </p:cNvPr>
              <p:cNvSpPr>
                <a:spLocks noGrp="1"/>
              </p:cNvSpPr>
              <p:nvPr/>
            </p:nvSpPr>
            <p:spPr>
              <a:xfrm>
                <a:off x="990600" y="2105025"/>
                <a:ext cx="953" cy="1885950"/>
              </a:xfrm>
              <a:custGeom>
                <a:pathLst>
                  <a:path w="953" h="1885950">
                    <a:moveTo>
                      <a:pt x="0" y="0"/>
                    </a:moveTo>
                    <a:lnTo>
                      <a:pt x="0" y="1885950"/>
                    </a:lnTo>
                  </a:path>
                </a:pathLst>
              </a:custGeom>
              <a:noFill/>
              <a:ln w="2199">
                <a:solidFill>
                  <a:srgbClr val="7B8790">
                    <a:alpha val="35000"/>
                  </a:srgbClr>
                </a:solidFill>
                <a:prstDash val="solid"/>
              </a:ln>
            </p:spPr>
          </p:sp>
          <p:sp>
            <p:nvSpPr>
              <p:cNvPr id="423" name="four:scalar-input:line:423">
                <a:extLst>
                  <a:ext uri="{FF2B5EF4-FFF2-40B4-BE49-F238E27FC236}">
                    <ns2:creationId id="{A8E7C9D8-E703-4CA8-95E4-3583CB17AD77}"/>
                  </a:ext>
                </a:extLst>
              </p:cNvPr>
              <p:cNvSpPr>
                <a:spLocks noGrp="1"/>
              </p:cNvSpPr>
              <p:nvPr/>
            </p:nvSpPr>
            <p:spPr>
              <a:xfrm>
                <a:off x="1095375" y="2105025"/>
                <a:ext cx="953" cy="1885950"/>
              </a:xfrm>
              <a:custGeom>
                <a:pathLst>
                  <a:path w="953" h="1885950">
                    <a:moveTo>
                      <a:pt x="0" y="0"/>
                    </a:moveTo>
                    <a:lnTo>
                      <a:pt x="0" y="1885950"/>
                    </a:lnTo>
                  </a:path>
                </a:pathLst>
              </a:custGeom>
              <a:noFill/>
              <a:ln w="2199">
                <a:solidFill>
                  <a:srgbClr val="7B8790">
                    <a:alpha val="35000"/>
                  </a:srgbClr>
                </a:solidFill>
                <a:prstDash val="solid"/>
              </a:ln>
            </p:spPr>
          </p:sp>
          <p:sp>
            <p:nvSpPr>
              <p:cNvPr id="424" name="four:scalar-input:line:424">
                <a:extLst>
                  <a:ext uri="{FF2B5EF4-FFF2-40B4-BE49-F238E27FC236}">
                    <ns2:creationId id="{2CE80655-E757-4B5A-9B51-C2D5CE76BFFF}"/>
                  </a:ext>
                </a:extLst>
              </p:cNvPr>
              <p:cNvSpPr>
                <a:spLocks noGrp="1"/>
              </p:cNvSpPr>
              <p:nvPr/>
            </p:nvSpPr>
            <p:spPr>
              <a:xfrm>
                <a:off x="1200150" y="2105025"/>
                <a:ext cx="953" cy="1885950"/>
              </a:xfrm>
              <a:custGeom>
                <a:pathLst>
                  <a:path w="953" h="1885950">
                    <a:moveTo>
                      <a:pt x="0" y="0"/>
                    </a:moveTo>
                    <a:lnTo>
                      <a:pt x="0" y="1885950"/>
                    </a:lnTo>
                  </a:path>
                </a:pathLst>
              </a:custGeom>
              <a:noFill/>
              <a:ln w="2199">
                <a:solidFill>
                  <a:srgbClr val="7B8790">
                    <a:alpha val="35000"/>
                  </a:srgbClr>
                </a:solidFill>
                <a:prstDash val="solid"/>
              </a:ln>
            </p:spPr>
          </p:sp>
          <p:sp>
            <p:nvSpPr>
              <p:cNvPr id="425" name="four:scalar-input:line:425">
                <a:extLst>
                  <a:ext uri="{FF2B5EF4-FFF2-40B4-BE49-F238E27FC236}">
                    <ns2:creationId id="{9191F930-182E-470D-8E34-9842BC5ED567}"/>
                  </a:ext>
                </a:extLst>
              </p:cNvPr>
              <p:cNvSpPr>
                <a:spLocks noGrp="1"/>
              </p:cNvSpPr>
              <p:nvPr/>
            </p:nvSpPr>
            <p:spPr>
              <a:xfrm>
                <a:off x="1304925" y="2105025"/>
                <a:ext cx="953" cy="1885950"/>
              </a:xfrm>
              <a:custGeom>
                <a:pathLst>
                  <a:path w="953" h="1885950">
                    <a:moveTo>
                      <a:pt x="0" y="0"/>
                    </a:moveTo>
                    <a:lnTo>
                      <a:pt x="0" y="1885950"/>
                    </a:lnTo>
                  </a:path>
                </a:pathLst>
              </a:custGeom>
              <a:noFill/>
              <a:ln w="2199">
                <a:solidFill>
                  <a:srgbClr val="7B8790">
                    <a:alpha val="35000"/>
                  </a:srgbClr>
                </a:solidFill>
                <a:prstDash val="solid"/>
              </a:ln>
            </p:spPr>
          </p:sp>
          <p:sp>
            <p:nvSpPr>
              <p:cNvPr id="426" name="four:scalar-input:line:426">
                <a:extLst>
                  <a:ext uri="{FF2B5EF4-FFF2-40B4-BE49-F238E27FC236}">
                    <ns2:creationId id="{03540DBD-3690-4FD7-B4AB-203638917DEF}"/>
                  </a:ext>
                </a:extLst>
              </p:cNvPr>
              <p:cNvSpPr>
                <a:spLocks noGrp="1"/>
              </p:cNvSpPr>
              <p:nvPr/>
            </p:nvSpPr>
            <p:spPr>
              <a:xfrm>
                <a:off x="1409700" y="2105025"/>
                <a:ext cx="953" cy="1885950"/>
              </a:xfrm>
              <a:custGeom>
                <a:pathLst>
                  <a:path w="953" h="1885950">
                    <a:moveTo>
                      <a:pt x="0" y="0"/>
                    </a:moveTo>
                    <a:lnTo>
                      <a:pt x="0" y="1885950"/>
                    </a:lnTo>
                  </a:path>
                </a:pathLst>
              </a:custGeom>
              <a:noFill/>
              <a:ln w="2199">
                <a:solidFill>
                  <a:srgbClr val="7B8790">
                    <a:alpha val="35000"/>
                  </a:srgbClr>
                </a:solidFill>
                <a:prstDash val="solid"/>
              </a:ln>
            </p:spPr>
          </p:sp>
          <p:sp>
            <p:nvSpPr>
              <p:cNvPr id="427" name="four:scalar-input:line:427">
                <a:extLst>
                  <a:ext uri="{FF2B5EF4-FFF2-40B4-BE49-F238E27FC236}">
                    <ns2:creationId id="{1317D071-1659-49A7-A9ED-AD71BFDFB0A3}"/>
                  </a:ext>
                </a:extLst>
              </p:cNvPr>
              <p:cNvSpPr>
                <a:spLocks noGrp="1"/>
              </p:cNvSpPr>
              <p:nvPr/>
            </p:nvSpPr>
            <p:spPr>
              <a:xfrm>
                <a:off x="1514475" y="2105025"/>
                <a:ext cx="953" cy="1885950"/>
              </a:xfrm>
              <a:custGeom>
                <a:pathLst>
                  <a:path w="953" h="1885950">
                    <a:moveTo>
                      <a:pt x="0" y="0"/>
                    </a:moveTo>
                    <a:lnTo>
                      <a:pt x="0" y="1885950"/>
                    </a:lnTo>
                  </a:path>
                </a:pathLst>
              </a:custGeom>
              <a:noFill/>
              <a:ln w="2199">
                <a:solidFill>
                  <a:srgbClr val="7B8790">
                    <a:alpha val="35000"/>
                  </a:srgbClr>
                </a:solidFill>
                <a:prstDash val="solid"/>
              </a:ln>
            </p:spPr>
          </p:sp>
          <p:sp>
            <p:nvSpPr>
              <p:cNvPr id="428" name="four:scalar-input:line:428">
                <a:extLst>
                  <a:ext uri="{FF2B5EF4-FFF2-40B4-BE49-F238E27FC236}">
                    <ns2:creationId id="{26FDE904-024F-47D2-BA88-00408A7CDE8F}"/>
                  </a:ext>
                </a:extLst>
              </p:cNvPr>
              <p:cNvSpPr>
                <a:spLocks noGrp="1"/>
              </p:cNvSpPr>
              <p:nvPr/>
            </p:nvSpPr>
            <p:spPr>
              <a:xfrm>
                <a:off x="1619250" y="2105025"/>
                <a:ext cx="953" cy="1885950"/>
              </a:xfrm>
              <a:custGeom>
                <a:pathLst>
                  <a:path w="953" h="1885950">
                    <a:moveTo>
                      <a:pt x="0" y="0"/>
                    </a:moveTo>
                    <a:lnTo>
                      <a:pt x="0" y="1885950"/>
                    </a:lnTo>
                  </a:path>
                </a:pathLst>
              </a:custGeom>
              <a:noFill/>
              <a:ln w="2199">
                <a:solidFill>
                  <a:srgbClr val="7B8790">
                    <a:alpha val="35000"/>
                  </a:srgbClr>
                </a:solidFill>
                <a:prstDash val="solid"/>
              </a:ln>
            </p:spPr>
          </p:sp>
          <p:sp>
            <p:nvSpPr>
              <p:cNvPr id="429" name="four:scalar-input:line:429">
                <a:extLst>
                  <a:ext uri="{FF2B5EF4-FFF2-40B4-BE49-F238E27FC236}">
                    <ns2:creationId id="{29668944-881E-4246-9600-035613E1AF0B}"/>
                  </a:ext>
                </a:extLst>
              </p:cNvPr>
              <p:cNvSpPr>
                <a:spLocks noGrp="1"/>
              </p:cNvSpPr>
              <p:nvPr/>
            </p:nvSpPr>
            <p:spPr>
              <a:xfrm>
                <a:off x="1724025" y="2105025"/>
                <a:ext cx="953" cy="1885950"/>
              </a:xfrm>
              <a:custGeom>
                <a:pathLst>
                  <a:path w="953" h="1885950">
                    <a:moveTo>
                      <a:pt x="0" y="0"/>
                    </a:moveTo>
                    <a:lnTo>
                      <a:pt x="0" y="1885950"/>
                    </a:lnTo>
                  </a:path>
                </a:pathLst>
              </a:custGeom>
              <a:noFill/>
              <a:ln w="2199">
                <a:solidFill>
                  <a:srgbClr val="7B8790">
                    <a:alpha val="35000"/>
                  </a:srgbClr>
                </a:solidFill>
                <a:prstDash val="solid"/>
              </a:ln>
            </p:spPr>
          </p:sp>
          <p:sp>
            <p:nvSpPr>
              <p:cNvPr id="430" name="four:scalar-input:line:430">
                <a:extLst>
                  <a:ext uri="{FF2B5EF4-FFF2-40B4-BE49-F238E27FC236}">
                    <ns2:creationId id="{AAAF7FDB-9841-4B67-88D0-EEFD3A6AB29C}"/>
                  </a:ext>
                </a:extLst>
              </p:cNvPr>
              <p:cNvSpPr>
                <a:spLocks noGrp="1"/>
              </p:cNvSpPr>
              <p:nvPr/>
            </p:nvSpPr>
            <p:spPr>
              <a:xfrm>
                <a:off x="1828800" y="2105025"/>
                <a:ext cx="953" cy="1885950"/>
              </a:xfrm>
              <a:custGeom>
                <a:pathLst>
                  <a:path w="953" h="1885950">
                    <a:moveTo>
                      <a:pt x="0" y="0"/>
                    </a:moveTo>
                    <a:lnTo>
                      <a:pt x="0" y="1885950"/>
                    </a:lnTo>
                  </a:path>
                </a:pathLst>
              </a:custGeom>
              <a:noFill/>
              <a:ln w="2199">
                <a:solidFill>
                  <a:srgbClr val="7B8790">
                    <a:alpha val="35000"/>
                  </a:srgbClr>
                </a:solidFill>
                <a:prstDash val="solid"/>
              </a:ln>
            </p:spPr>
          </p:sp>
          <p:sp>
            <p:nvSpPr>
              <p:cNvPr id="431" name="four:scalar-input:line:431">
                <a:extLst>
                  <a:ext uri="{FF2B5EF4-FFF2-40B4-BE49-F238E27FC236}">
                    <ns2:creationId id="{4622DD07-138E-410C-893A-268327815FA1}"/>
                  </a:ext>
                </a:extLst>
              </p:cNvPr>
              <p:cNvSpPr>
                <a:spLocks noGrp="1"/>
              </p:cNvSpPr>
              <p:nvPr/>
            </p:nvSpPr>
            <p:spPr>
              <a:xfrm>
                <a:off x="1933575" y="2105025"/>
                <a:ext cx="953" cy="1885950"/>
              </a:xfrm>
              <a:custGeom>
                <a:pathLst>
                  <a:path w="953" h="1885950">
                    <a:moveTo>
                      <a:pt x="0" y="0"/>
                    </a:moveTo>
                    <a:lnTo>
                      <a:pt x="0" y="1885950"/>
                    </a:lnTo>
                  </a:path>
                </a:pathLst>
              </a:custGeom>
              <a:noFill/>
              <a:ln w="2199">
                <a:solidFill>
                  <a:srgbClr val="7B8790">
                    <a:alpha val="35000"/>
                  </a:srgbClr>
                </a:solidFill>
                <a:prstDash val="solid"/>
              </a:ln>
            </p:spPr>
          </p:sp>
          <p:sp>
            <p:nvSpPr>
              <p:cNvPr id="432" name="four:scalar-input:line:432">
                <a:extLst>
                  <a:ext uri="{FF2B5EF4-FFF2-40B4-BE49-F238E27FC236}">
                    <ns2:creationId id="{8E873323-1D84-4951-A1C1-53281A406A7B}"/>
                  </a:ext>
                </a:extLst>
              </p:cNvPr>
              <p:cNvSpPr>
                <a:spLocks noGrp="1"/>
              </p:cNvSpPr>
              <p:nvPr/>
            </p:nvSpPr>
            <p:spPr>
              <a:xfrm>
                <a:off x="2038350" y="2105025"/>
                <a:ext cx="953" cy="1885950"/>
              </a:xfrm>
              <a:custGeom>
                <a:pathLst>
                  <a:path w="953" h="1885950">
                    <a:moveTo>
                      <a:pt x="0" y="0"/>
                    </a:moveTo>
                    <a:lnTo>
                      <a:pt x="0" y="1885950"/>
                    </a:lnTo>
                  </a:path>
                </a:pathLst>
              </a:custGeom>
              <a:noFill/>
              <a:ln w="2199">
                <a:solidFill>
                  <a:srgbClr val="7B8790">
                    <a:alpha val="35000"/>
                  </a:srgbClr>
                </a:solidFill>
                <a:prstDash val="solid"/>
              </a:ln>
            </p:spPr>
          </p:sp>
          <p:sp>
            <p:nvSpPr>
              <p:cNvPr id="433" name="four:scalar-input:line:433">
                <a:extLst>
                  <a:ext uri="{FF2B5EF4-FFF2-40B4-BE49-F238E27FC236}">
                    <ns2:creationId id="{D23D90A9-7190-439B-AE66-15F2058F3925}"/>
                  </a:ext>
                </a:extLst>
              </p:cNvPr>
              <p:cNvSpPr>
                <a:spLocks noGrp="1"/>
              </p:cNvSpPr>
              <p:nvPr/>
            </p:nvSpPr>
            <p:spPr>
              <a:xfrm>
                <a:off x="2143125" y="2105025"/>
                <a:ext cx="953" cy="1885950"/>
              </a:xfrm>
              <a:custGeom>
                <a:pathLst>
                  <a:path w="953" h="1885950">
                    <a:moveTo>
                      <a:pt x="0" y="0"/>
                    </a:moveTo>
                    <a:lnTo>
                      <a:pt x="0" y="1885950"/>
                    </a:lnTo>
                  </a:path>
                </a:pathLst>
              </a:custGeom>
              <a:noFill/>
              <a:ln w="2199">
                <a:solidFill>
                  <a:srgbClr val="7B8790">
                    <a:alpha val="35000"/>
                  </a:srgbClr>
                </a:solidFill>
                <a:prstDash val="solid"/>
              </a:ln>
            </p:spPr>
          </p:sp>
          <p:sp>
            <p:nvSpPr>
              <p:cNvPr id="434" name="four:scalar-input:line:434">
                <a:extLst>
                  <a:ext uri="{FF2B5EF4-FFF2-40B4-BE49-F238E27FC236}">
                    <ns2:creationId id="{44864F66-9DFA-4114-A6DC-8AE92AADF2D5}"/>
                  </a:ext>
                </a:extLst>
              </p:cNvPr>
              <p:cNvSpPr>
                <a:spLocks noGrp="1"/>
              </p:cNvSpPr>
              <p:nvPr/>
            </p:nvSpPr>
            <p:spPr>
              <a:xfrm>
                <a:off x="2247900" y="2105025"/>
                <a:ext cx="953" cy="1885950"/>
              </a:xfrm>
              <a:custGeom>
                <a:pathLst>
                  <a:path w="953" h="1885950">
                    <a:moveTo>
                      <a:pt x="0" y="0"/>
                    </a:moveTo>
                    <a:lnTo>
                      <a:pt x="0" y="1885950"/>
                    </a:lnTo>
                  </a:path>
                </a:pathLst>
              </a:custGeom>
              <a:noFill/>
              <a:ln w="2199">
                <a:solidFill>
                  <a:srgbClr val="7B8790">
                    <a:alpha val="35000"/>
                  </a:srgbClr>
                </a:solidFill>
                <a:prstDash val="solid"/>
              </a:ln>
            </p:spPr>
          </p:sp>
          <p:sp>
            <p:nvSpPr>
              <p:cNvPr id="435" name="four:scalar-input:line:435">
                <a:extLst>
                  <a:ext uri="{FF2B5EF4-FFF2-40B4-BE49-F238E27FC236}">
                    <ns2:creationId id="{E4275A6C-BB2E-482D-A2AB-4A9279DA2AB8}"/>
                  </a:ext>
                </a:extLst>
              </p:cNvPr>
              <p:cNvSpPr>
                <a:spLocks noGrp="1"/>
              </p:cNvSpPr>
              <p:nvPr/>
            </p:nvSpPr>
            <p:spPr>
              <a:xfrm>
                <a:off x="2352675" y="2105025"/>
                <a:ext cx="953" cy="1885950"/>
              </a:xfrm>
              <a:custGeom>
                <a:pathLst>
                  <a:path w="953" h="1885950">
                    <a:moveTo>
                      <a:pt x="0" y="0"/>
                    </a:moveTo>
                    <a:lnTo>
                      <a:pt x="0" y="1885950"/>
                    </a:lnTo>
                  </a:path>
                </a:pathLst>
              </a:custGeom>
              <a:noFill/>
              <a:ln w="2199">
                <a:solidFill>
                  <a:srgbClr val="7B8790">
                    <a:alpha val="35000"/>
                  </a:srgbClr>
                </a:solidFill>
                <a:prstDash val="solid"/>
              </a:ln>
            </p:spPr>
          </p:sp>
          <p:sp>
            <p:nvSpPr>
              <p:cNvPr id="436" name="four:scalar-input:line:436">
                <a:extLst>
                  <a:ext uri="{FF2B5EF4-FFF2-40B4-BE49-F238E27FC236}">
                    <ns2:creationId id="{3E34A664-3E3F-4B38-A51A-5285619941A2}"/>
                  </a:ext>
                </a:extLst>
              </p:cNvPr>
              <p:cNvSpPr>
                <a:spLocks noGrp="1"/>
              </p:cNvSpPr>
              <p:nvPr/>
            </p:nvSpPr>
            <p:spPr>
              <a:xfrm>
                <a:off x="2457450" y="2105025"/>
                <a:ext cx="953" cy="1885950"/>
              </a:xfrm>
              <a:custGeom>
                <a:pathLst>
                  <a:path w="953" h="1885950">
                    <a:moveTo>
                      <a:pt x="0" y="0"/>
                    </a:moveTo>
                    <a:lnTo>
                      <a:pt x="0" y="1885950"/>
                    </a:lnTo>
                  </a:path>
                </a:pathLst>
              </a:custGeom>
              <a:noFill/>
              <a:ln w="2199">
                <a:solidFill>
                  <a:srgbClr val="7B8790">
                    <a:alpha val="35000"/>
                  </a:srgbClr>
                </a:solidFill>
                <a:prstDash val="solid"/>
              </a:ln>
            </p:spPr>
          </p:sp>
          <p:sp>
            <p:nvSpPr>
              <p:cNvPr id="437" name="four:scalar-input:line:437">
                <a:extLst>
                  <a:ext uri="{FF2B5EF4-FFF2-40B4-BE49-F238E27FC236}">
                    <ns2:creationId id="{A5A02DC7-03C0-41FD-8A11-88249D87DF78}"/>
                  </a:ext>
                </a:extLst>
              </p:cNvPr>
              <p:cNvSpPr>
                <a:spLocks noGrp="1"/>
              </p:cNvSpPr>
              <p:nvPr/>
            </p:nvSpPr>
            <p:spPr>
              <a:xfrm>
                <a:off x="361950" y="2105025"/>
                <a:ext cx="2095500" cy="953"/>
              </a:xfrm>
              <a:custGeom>
                <a:pathLst>
                  <a:path w="2095500" h="953">
                    <a:moveTo>
                      <a:pt x="0" y="0"/>
                    </a:moveTo>
                    <a:lnTo>
                      <a:pt x="2095500" y="0"/>
                    </a:lnTo>
                  </a:path>
                </a:pathLst>
              </a:custGeom>
              <a:noFill/>
              <a:ln w="2199">
                <a:solidFill>
                  <a:srgbClr val="7B8790">
                    <a:alpha val="35000"/>
                  </a:srgbClr>
                </a:solidFill>
                <a:prstDash val="solid"/>
              </a:ln>
            </p:spPr>
          </p:sp>
          <p:sp>
            <p:nvSpPr>
              <p:cNvPr id="438" name="four:scalar-input:line:438">
                <a:extLst>
                  <a:ext uri="{FF2B5EF4-FFF2-40B4-BE49-F238E27FC236}">
                    <ns2:creationId id="{885E39EB-D7CD-49FB-A381-89A153732A85}"/>
                  </a:ext>
                </a:extLst>
              </p:cNvPr>
              <p:cNvSpPr>
                <a:spLocks noGrp="1"/>
              </p:cNvSpPr>
              <p:nvPr/>
            </p:nvSpPr>
            <p:spPr>
              <a:xfrm>
                <a:off x="361950" y="2209800"/>
                <a:ext cx="2095500" cy="953"/>
              </a:xfrm>
              <a:custGeom>
                <a:pathLst>
                  <a:path w="2095500" h="953">
                    <a:moveTo>
                      <a:pt x="0" y="0"/>
                    </a:moveTo>
                    <a:lnTo>
                      <a:pt x="2095500" y="0"/>
                    </a:lnTo>
                  </a:path>
                </a:pathLst>
              </a:custGeom>
              <a:noFill/>
              <a:ln w="2199">
                <a:solidFill>
                  <a:srgbClr val="7B8790">
                    <a:alpha val="35000"/>
                  </a:srgbClr>
                </a:solidFill>
                <a:prstDash val="solid"/>
              </a:ln>
            </p:spPr>
          </p:sp>
          <p:sp>
            <p:nvSpPr>
              <p:cNvPr id="439" name="four:scalar-input:line:439">
                <a:extLst>
                  <a:ext uri="{FF2B5EF4-FFF2-40B4-BE49-F238E27FC236}">
                    <ns2:creationId id="{E3837629-8B04-4B65-ABE4-642247CB65D6}"/>
                  </a:ext>
                </a:extLst>
              </p:cNvPr>
              <p:cNvSpPr>
                <a:spLocks noGrp="1"/>
              </p:cNvSpPr>
              <p:nvPr/>
            </p:nvSpPr>
            <p:spPr>
              <a:xfrm>
                <a:off x="361950" y="2314575"/>
                <a:ext cx="2095500" cy="953"/>
              </a:xfrm>
              <a:custGeom>
                <a:pathLst>
                  <a:path w="2095500" h="953">
                    <a:moveTo>
                      <a:pt x="0" y="0"/>
                    </a:moveTo>
                    <a:lnTo>
                      <a:pt x="2095500" y="0"/>
                    </a:lnTo>
                  </a:path>
                </a:pathLst>
              </a:custGeom>
              <a:noFill/>
              <a:ln w="2199">
                <a:solidFill>
                  <a:srgbClr val="7B8790">
                    <a:alpha val="35000"/>
                  </a:srgbClr>
                </a:solidFill>
                <a:prstDash val="solid"/>
              </a:ln>
            </p:spPr>
          </p:sp>
          <p:sp>
            <p:nvSpPr>
              <p:cNvPr id="440" name="four:scalar-input:line:440">
                <a:extLst>
                  <a:ext uri="{FF2B5EF4-FFF2-40B4-BE49-F238E27FC236}">
                    <ns2:creationId id="{96DADD9D-0503-4B55-B39F-A99F3A508947}"/>
                  </a:ext>
                </a:extLst>
              </p:cNvPr>
              <p:cNvSpPr>
                <a:spLocks noGrp="1"/>
              </p:cNvSpPr>
              <p:nvPr/>
            </p:nvSpPr>
            <p:spPr>
              <a:xfrm>
                <a:off x="361950" y="2419350"/>
                <a:ext cx="2095500" cy="953"/>
              </a:xfrm>
              <a:custGeom>
                <a:pathLst>
                  <a:path w="2095500" h="953">
                    <a:moveTo>
                      <a:pt x="0" y="0"/>
                    </a:moveTo>
                    <a:lnTo>
                      <a:pt x="2095500" y="0"/>
                    </a:lnTo>
                  </a:path>
                </a:pathLst>
              </a:custGeom>
              <a:noFill/>
              <a:ln w="2199">
                <a:solidFill>
                  <a:srgbClr val="7B8790">
                    <a:alpha val="35000"/>
                  </a:srgbClr>
                </a:solidFill>
                <a:prstDash val="solid"/>
              </a:ln>
            </p:spPr>
          </p:sp>
          <p:sp>
            <p:nvSpPr>
              <p:cNvPr id="441" name="four:scalar-input:line:441">
                <a:extLst>
                  <a:ext uri="{FF2B5EF4-FFF2-40B4-BE49-F238E27FC236}">
                    <ns2:creationId id="{78464F62-C382-41C2-A9A6-1736E5C782C6}"/>
                  </a:ext>
                </a:extLst>
              </p:cNvPr>
              <p:cNvSpPr>
                <a:spLocks noGrp="1"/>
              </p:cNvSpPr>
              <p:nvPr/>
            </p:nvSpPr>
            <p:spPr>
              <a:xfrm>
                <a:off x="361950" y="2524125"/>
                <a:ext cx="2095500" cy="953"/>
              </a:xfrm>
              <a:custGeom>
                <a:pathLst>
                  <a:path w="2095500" h="953">
                    <a:moveTo>
                      <a:pt x="0" y="0"/>
                    </a:moveTo>
                    <a:lnTo>
                      <a:pt x="2095500" y="0"/>
                    </a:lnTo>
                  </a:path>
                </a:pathLst>
              </a:custGeom>
              <a:noFill/>
              <a:ln w="2199">
                <a:solidFill>
                  <a:srgbClr val="7B8790">
                    <a:alpha val="35000"/>
                  </a:srgbClr>
                </a:solidFill>
                <a:prstDash val="solid"/>
              </a:ln>
            </p:spPr>
          </p:sp>
          <p:sp>
            <p:nvSpPr>
              <p:cNvPr id="442" name="four:scalar-input:line:442">
                <a:extLst>
                  <a:ext uri="{FF2B5EF4-FFF2-40B4-BE49-F238E27FC236}">
                    <ns2:creationId id="{E6DB1C0E-1241-403F-9BEF-7EA3E73354BC}"/>
                  </a:ext>
                </a:extLst>
              </p:cNvPr>
              <p:cNvSpPr>
                <a:spLocks noGrp="1"/>
              </p:cNvSpPr>
              <p:nvPr/>
            </p:nvSpPr>
            <p:spPr>
              <a:xfrm>
                <a:off x="361950" y="2628900"/>
                <a:ext cx="2095500" cy="953"/>
              </a:xfrm>
              <a:custGeom>
                <a:pathLst>
                  <a:path w="2095500" h="953">
                    <a:moveTo>
                      <a:pt x="0" y="0"/>
                    </a:moveTo>
                    <a:lnTo>
                      <a:pt x="2095500" y="0"/>
                    </a:lnTo>
                  </a:path>
                </a:pathLst>
              </a:custGeom>
              <a:noFill/>
              <a:ln w="2199">
                <a:solidFill>
                  <a:srgbClr val="7B8790">
                    <a:alpha val="35000"/>
                  </a:srgbClr>
                </a:solidFill>
                <a:prstDash val="solid"/>
              </a:ln>
            </p:spPr>
          </p:sp>
          <p:sp>
            <p:nvSpPr>
              <p:cNvPr id="443" name="four:scalar-input:line:443">
                <a:extLst>
                  <a:ext uri="{FF2B5EF4-FFF2-40B4-BE49-F238E27FC236}">
                    <ns2:creationId id="{8F527915-F701-4675-AB0D-48E12F9820AF}"/>
                  </a:ext>
                </a:extLst>
              </p:cNvPr>
              <p:cNvSpPr>
                <a:spLocks noGrp="1"/>
              </p:cNvSpPr>
              <p:nvPr/>
            </p:nvSpPr>
            <p:spPr>
              <a:xfrm>
                <a:off x="361950" y="2733675"/>
                <a:ext cx="2095500" cy="953"/>
              </a:xfrm>
              <a:custGeom>
                <a:pathLst>
                  <a:path w="2095500" h="953">
                    <a:moveTo>
                      <a:pt x="0" y="0"/>
                    </a:moveTo>
                    <a:lnTo>
                      <a:pt x="2095500" y="0"/>
                    </a:lnTo>
                  </a:path>
                </a:pathLst>
              </a:custGeom>
              <a:noFill/>
              <a:ln w="2199">
                <a:solidFill>
                  <a:srgbClr val="7B8790">
                    <a:alpha val="35000"/>
                  </a:srgbClr>
                </a:solidFill>
                <a:prstDash val="solid"/>
              </a:ln>
            </p:spPr>
          </p:sp>
          <p:sp>
            <p:nvSpPr>
              <p:cNvPr id="444" name="four:scalar-input:line:444">
                <a:extLst>
                  <a:ext uri="{FF2B5EF4-FFF2-40B4-BE49-F238E27FC236}">
                    <ns2:creationId id="{E8A4B2C0-CBB0-4569-A61E-CCFDDB3CFC9C}"/>
                  </a:ext>
                </a:extLst>
              </p:cNvPr>
              <p:cNvSpPr>
                <a:spLocks noGrp="1"/>
              </p:cNvSpPr>
              <p:nvPr/>
            </p:nvSpPr>
            <p:spPr>
              <a:xfrm>
                <a:off x="361950" y="2838450"/>
                <a:ext cx="2095500" cy="953"/>
              </a:xfrm>
              <a:custGeom>
                <a:pathLst>
                  <a:path w="2095500" h="953">
                    <a:moveTo>
                      <a:pt x="0" y="0"/>
                    </a:moveTo>
                    <a:lnTo>
                      <a:pt x="2095500" y="0"/>
                    </a:lnTo>
                  </a:path>
                </a:pathLst>
              </a:custGeom>
              <a:noFill/>
              <a:ln w="2199">
                <a:solidFill>
                  <a:srgbClr val="7B8790">
                    <a:alpha val="35000"/>
                  </a:srgbClr>
                </a:solidFill>
                <a:prstDash val="solid"/>
              </a:ln>
            </p:spPr>
          </p:sp>
          <p:sp>
            <p:nvSpPr>
              <p:cNvPr id="445" name="four:scalar-input:line:445">
                <a:extLst>
                  <a:ext uri="{FF2B5EF4-FFF2-40B4-BE49-F238E27FC236}">
                    <ns2:creationId id="{6A39966F-3BDB-402C-8D11-1E1E1A4B896D}"/>
                  </a:ext>
                </a:extLst>
              </p:cNvPr>
              <p:cNvSpPr>
                <a:spLocks noGrp="1"/>
              </p:cNvSpPr>
              <p:nvPr/>
            </p:nvSpPr>
            <p:spPr>
              <a:xfrm>
                <a:off x="361950" y="2943225"/>
                <a:ext cx="2095500" cy="953"/>
              </a:xfrm>
              <a:custGeom>
                <a:pathLst>
                  <a:path w="2095500" h="953">
                    <a:moveTo>
                      <a:pt x="0" y="0"/>
                    </a:moveTo>
                    <a:lnTo>
                      <a:pt x="2095500" y="0"/>
                    </a:lnTo>
                  </a:path>
                </a:pathLst>
              </a:custGeom>
              <a:noFill/>
              <a:ln w="2199">
                <a:solidFill>
                  <a:srgbClr val="7B8790">
                    <a:alpha val="35000"/>
                  </a:srgbClr>
                </a:solidFill>
                <a:prstDash val="solid"/>
              </a:ln>
            </p:spPr>
          </p:sp>
          <p:sp>
            <p:nvSpPr>
              <p:cNvPr id="446" name="four:scalar-input:line:446">
                <a:extLst>
                  <a:ext uri="{FF2B5EF4-FFF2-40B4-BE49-F238E27FC236}">
                    <ns2:creationId id="{B1E5ED14-95F1-4DBC-9B90-41C6CAFC927E}"/>
                  </a:ext>
                </a:extLst>
              </p:cNvPr>
              <p:cNvSpPr>
                <a:spLocks noGrp="1"/>
              </p:cNvSpPr>
              <p:nvPr/>
            </p:nvSpPr>
            <p:spPr>
              <a:xfrm>
                <a:off x="361950" y="3048000"/>
                <a:ext cx="2095500" cy="953"/>
              </a:xfrm>
              <a:custGeom>
                <a:pathLst>
                  <a:path w="2095500" h="953">
                    <a:moveTo>
                      <a:pt x="0" y="0"/>
                    </a:moveTo>
                    <a:lnTo>
                      <a:pt x="2095500" y="0"/>
                    </a:lnTo>
                  </a:path>
                </a:pathLst>
              </a:custGeom>
              <a:noFill/>
              <a:ln w="2199">
                <a:solidFill>
                  <a:srgbClr val="7B8790">
                    <a:alpha val="35000"/>
                  </a:srgbClr>
                </a:solidFill>
                <a:prstDash val="solid"/>
              </a:ln>
            </p:spPr>
          </p:sp>
          <p:sp>
            <p:nvSpPr>
              <p:cNvPr id="447" name="four:scalar-input:line:447">
                <a:extLst>
                  <a:ext uri="{FF2B5EF4-FFF2-40B4-BE49-F238E27FC236}">
                    <ns2:creationId id="{DE20B9AD-31F6-4727-8EE7-876523A68F7C}"/>
                  </a:ext>
                </a:extLst>
              </p:cNvPr>
              <p:cNvSpPr>
                <a:spLocks noGrp="1"/>
              </p:cNvSpPr>
              <p:nvPr/>
            </p:nvSpPr>
            <p:spPr>
              <a:xfrm>
                <a:off x="361950" y="3152775"/>
                <a:ext cx="2095500" cy="953"/>
              </a:xfrm>
              <a:custGeom>
                <a:pathLst>
                  <a:path w="2095500" h="953">
                    <a:moveTo>
                      <a:pt x="0" y="0"/>
                    </a:moveTo>
                    <a:lnTo>
                      <a:pt x="2095500" y="0"/>
                    </a:lnTo>
                  </a:path>
                </a:pathLst>
              </a:custGeom>
              <a:noFill/>
              <a:ln w="2199">
                <a:solidFill>
                  <a:srgbClr val="7B8790">
                    <a:alpha val="35000"/>
                  </a:srgbClr>
                </a:solidFill>
                <a:prstDash val="solid"/>
              </a:ln>
            </p:spPr>
          </p:sp>
          <p:sp>
            <p:nvSpPr>
              <p:cNvPr id="448" name="four:scalar-input:line:448">
                <a:extLst>
                  <a:ext uri="{FF2B5EF4-FFF2-40B4-BE49-F238E27FC236}">
                    <ns2:creationId id="{00243685-5D67-46BB-9EC5-1B1666C49180}"/>
                  </a:ext>
                </a:extLst>
              </p:cNvPr>
              <p:cNvSpPr>
                <a:spLocks noGrp="1"/>
              </p:cNvSpPr>
              <p:nvPr/>
            </p:nvSpPr>
            <p:spPr>
              <a:xfrm>
                <a:off x="361950" y="3257550"/>
                <a:ext cx="2095500" cy="953"/>
              </a:xfrm>
              <a:custGeom>
                <a:pathLst>
                  <a:path w="2095500" h="953">
                    <a:moveTo>
                      <a:pt x="0" y="0"/>
                    </a:moveTo>
                    <a:lnTo>
                      <a:pt x="2095500" y="0"/>
                    </a:lnTo>
                  </a:path>
                </a:pathLst>
              </a:custGeom>
              <a:noFill/>
              <a:ln w="2199">
                <a:solidFill>
                  <a:srgbClr val="7B8790">
                    <a:alpha val="35000"/>
                  </a:srgbClr>
                </a:solidFill>
                <a:prstDash val="solid"/>
              </a:ln>
            </p:spPr>
          </p:sp>
          <p:sp>
            <p:nvSpPr>
              <p:cNvPr id="449" name="four:scalar-input:line:449">
                <a:extLst>
                  <a:ext uri="{FF2B5EF4-FFF2-40B4-BE49-F238E27FC236}">
                    <ns2:creationId id="{20B3DA0A-2222-4DA1-A208-EAF801D5B3C0}"/>
                  </a:ext>
                </a:extLst>
              </p:cNvPr>
              <p:cNvSpPr>
                <a:spLocks noGrp="1"/>
              </p:cNvSpPr>
              <p:nvPr/>
            </p:nvSpPr>
            <p:spPr>
              <a:xfrm>
                <a:off x="361950" y="3362325"/>
                <a:ext cx="2095500" cy="953"/>
              </a:xfrm>
              <a:custGeom>
                <a:pathLst>
                  <a:path w="2095500" h="953">
                    <a:moveTo>
                      <a:pt x="0" y="0"/>
                    </a:moveTo>
                    <a:lnTo>
                      <a:pt x="2095500" y="0"/>
                    </a:lnTo>
                  </a:path>
                </a:pathLst>
              </a:custGeom>
              <a:noFill/>
              <a:ln w="2199">
                <a:solidFill>
                  <a:srgbClr val="7B8790">
                    <a:alpha val="35000"/>
                  </a:srgbClr>
                </a:solidFill>
                <a:prstDash val="solid"/>
              </a:ln>
            </p:spPr>
          </p:sp>
          <p:sp>
            <p:nvSpPr>
              <p:cNvPr id="450" name="four:scalar-input:line:450">
                <a:extLst>
                  <a:ext uri="{FF2B5EF4-FFF2-40B4-BE49-F238E27FC236}">
                    <ns2:creationId id="{4663BC96-A50C-4508-B70F-30DF4CCED017}"/>
                  </a:ext>
                </a:extLst>
              </p:cNvPr>
              <p:cNvSpPr>
                <a:spLocks noGrp="1"/>
              </p:cNvSpPr>
              <p:nvPr/>
            </p:nvSpPr>
            <p:spPr>
              <a:xfrm>
                <a:off x="361950" y="3467100"/>
                <a:ext cx="2095500" cy="953"/>
              </a:xfrm>
              <a:custGeom>
                <a:pathLst>
                  <a:path w="2095500" h="953">
                    <a:moveTo>
                      <a:pt x="0" y="0"/>
                    </a:moveTo>
                    <a:lnTo>
                      <a:pt x="2095500" y="0"/>
                    </a:lnTo>
                  </a:path>
                </a:pathLst>
              </a:custGeom>
              <a:noFill/>
              <a:ln w="2199">
                <a:solidFill>
                  <a:srgbClr val="7B8790">
                    <a:alpha val="35000"/>
                  </a:srgbClr>
                </a:solidFill>
                <a:prstDash val="solid"/>
              </a:ln>
            </p:spPr>
          </p:sp>
          <p:sp>
            <p:nvSpPr>
              <p:cNvPr id="451" name="four:scalar-input:line:451">
                <a:extLst>
                  <a:ext uri="{FF2B5EF4-FFF2-40B4-BE49-F238E27FC236}">
                    <ns2:creationId id="{D68E1822-3343-4008-B060-0AC363962A1D}"/>
                  </a:ext>
                </a:extLst>
              </p:cNvPr>
              <p:cNvSpPr>
                <a:spLocks noGrp="1"/>
              </p:cNvSpPr>
              <p:nvPr/>
            </p:nvSpPr>
            <p:spPr>
              <a:xfrm>
                <a:off x="361950" y="3571875"/>
                <a:ext cx="2095500" cy="953"/>
              </a:xfrm>
              <a:custGeom>
                <a:pathLst>
                  <a:path w="2095500" h="953">
                    <a:moveTo>
                      <a:pt x="0" y="0"/>
                    </a:moveTo>
                    <a:lnTo>
                      <a:pt x="2095500" y="0"/>
                    </a:lnTo>
                  </a:path>
                </a:pathLst>
              </a:custGeom>
              <a:noFill/>
              <a:ln w="2199">
                <a:solidFill>
                  <a:srgbClr val="7B8790">
                    <a:alpha val="35000"/>
                  </a:srgbClr>
                </a:solidFill>
                <a:prstDash val="solid"/>
              </a:ln>
            </p:spPr>
          </p:sp>
          <p:sp>
            <p:nvSpPr>
              <p:cNvPr id="452" name="four:scalar-input:line:452">
                <a:extLst>
                  <a:ext uri="{FF2B5EF4-FFF2-40B4-BE49-F238E27FC236}">
                    <ns2:creationId id="{A24E347B-A69D-41C8-AF09-ED5300799DEB}"/>
                  </a:ext>
                </a:extLst>
              </p:cNvPr>
              <p:cNvSpPr>
                <a:spLocks noGrp="1"/>
              </p:cNvSpPr>
              <p:nvPr/>
            </p:nvSpPr>
            <p:spPr>
              <a:xfrm>
                <a:off x="361950" y="3676650"/>
                <a:ext cx="2095500" cy="953"/>
              </a:xfrm>
              <a:custGeom>
                <a:pathLst>
                  <a:path w="2095500" h="953">
                    <a:moveTo>
                      <a:pt x="0" y="0"/>
                    </a:moveTo>
                    <a:lnTo>
                      <a:pt x="2095500" y="0"/>
                    </a:lnTo>
                  </a:path>
                </a:pathLst>
              </a:custGeom>
              <a:noFill/>
              <a:ln w="2199">
                <a:solidFill>
                  <a:srgbClr val="7B8790">
                    <a:alpha val="35000"/>
                  </a:srgbClr>
                </a:solidFill>
                <a:prstDash val="solid"/>
              </a:ln>
            </p:spPr>
          </p:sp>
          <p:sp>
            <p:nvSpPr>
              <p:cNvPr id="453" name="four:scalar-input:line:453">
                <a:extLst>
                  <a:ext uri="{FF2B5EF4-FFF2-40B4-BE49-F238E27FC236}">
                    <ns2:creationId id="{9208CCB9-4C8D-4AC0-AAEB-ADF0C7CF75F0}"/>
                  </a:ext>
                </a:extLst>
              </p:cNvPr>
              <p:cNvSpPr>
                <a:spLocks noGrp="1"/>
              </p:cNvSpPr>
              <p:nvPr/>
            </p:nvSpPr>
            <p:spPr>
              <a:xfrm>
                <a:off x="361950" y="3781425"/>
                <a:ext cx="2095500" cy="953"/>
              </a:xfrm>
              <a:custGeom>
                <a:pathLst>
                  <a:path w="2095500" h="953">
                    <a:moveTo>
                      <a:pt x="0" y="0"/>
                    </a:moveTo>
                    <a:lnTo>
                      <a:pt x="2095500" y="0"/>
                    </a:lnTo>
                  </a:path>
                </a:pathLst>
              </a:custGeom>
              <a:noFill/>
              <a:ln w="2199">
                <a:solidFill>
                  <a:srgbClr val="7B8790">
                    <a:alpha val="35000"/>
                  </a:srgbClr>
                </a:solidFill>
                <a:prstDash val="solid"/>
              </a:ln>
            </p:spPr>
          </p:sp>
          <p:sp>
            <p:nvSpPr>
              <p:cNvPr id="454" name="four:scalar-input:line:454">
                <a:extLst>
                  <a:ext uri="{FF2B5EF4-FFF2-40B4-BE49-F238E27FC236}">
                    <ns2:creationId id="{6F4A534C-0DF0-444B-BA6E-FC4A63EA20CB}"/>
                  </a:ext>
                </a:extLst>
              </p:cNvPr>
              <p:cNvSpPr>
                <a:spLocks noGrp="1"/>
              </p:cNvSpPr>
              <p:nvPr/>
            </p:nvSpPr>
            <p:spPr>
              <a:xfrm>
                <a:off x="361950" y="3886200"/>
                <a:ext cx="2095500" cy="953"/>
              </a:xfrm>
              <a:custGeom>
                <a:pathLst>
                  <a:path w="2095500" h="953">
                    <a:moveTo>
                      <a:pt x="0" y="0"/>
                    </a:moveTo>
                    <a:lnTo>
                      <a:pt x="2095500" y="0"/>
                    </a:lnTo>
                  </a:path>
                </a:pathLst>
              </a:custGeom>
              <a:noFill/>
              <a:ln w="2199">
                <a:solidFill>
                  <a:srgbClr val="7B8790">
                    <a:alpha val="35000"/>
                  </a:srgbClr>
                </a:solidFill>
                <a:prstDash val="solid"/>
              </a:ln>
            </p:spPr>
          </p:sp>
          <p:sp>
            <p:nvSpPr>
              <p:cNvPr id="455" name="four:scalar-input:line:455">
                <a:extLst>
                  <a:ext uri="{FF2B5EF4-FFF2-40B4-BE49-F238E27FC236}">
                    <ns2:creationId id="{D44A7122-DCCC-4041-87B1-72E86079AC2A}"/>
                  </a:ext>
                </a:extLst>
              </p:cNvPr>
              <p:cNvSpPr>
                <a:spLocks noGrp="1"/>
              </p:cNvSpPr>
              <p:nvPr/>
            </p:nvSpPr>
            <p:spPr>
              <a:xfrm>
                <a:off x="361950" y="3990975"/>
                <a:ext cx="2095500" cy="953"/>
              </a:xfrm>
              <a:custGeom>
                <a:pathLst>
                  <a:path w="2095500" h="953">
                    <a:moveTo>
                      <a:pt x="0" y="0"/>
                    </a:moveTo>
                    <a:lnTo>
                      <a:pt x="2095500" y="0"/>
                    </a:lnTo>
                  </a:path>
                </a:pathLst>
              </a:custGeom>
              <a:noFill/>
              <a:ln w="2199">
                <a:solidFill>
                  <a:srgbClr val="7B8790">
                    <a:alpha val="35000"/>
                  </a:srgbClr>
                </a:solidFill>
                <a:prstDash val="solid"/>
              </a:ln>
            </p:spPr>
          </p:sp>
          <p:sp>
            <p:nvSpPr>
              <p:cNvPr id="456" name="four:scalar-input:grid-border:456">
                <a:extLst>
                  <a:ext uri="{FF2B5EF4-FFF2-40B4-BE49-F238E27FC236}">
                    <ns2:creationId id="{ADF6112E-76CD-47CC-9D65-AA63E6F8C368}"/>
                  </a:ext>
                </a:extLst>
              </p:cNvPr>
              <p:cNvSpPr>
                <a:spLocks noGrp="1"/>
              </p:cNvSpPr>
              <p:nvPr/>
            </p:nvSpPr>
            <p:spPr>
              <a:xfrm>
                <a:off x="361950" y="2105025"/>
                <a:ext cx="2095500" cy="1885950"/>
              </a:xfrm>
              <a:prstGeom prst="rect">
                <a:avLst/>
              </a:prstGeom>
              <a:noFill/>
              <a:ln w="6108">
                <a:solidFill>
                  <a:srgbClr val="263238"/>
                </a:solidFill>
                <a:prstDash val="solid"/>
              </a:ln>
            </p:spPr>
          </p:sp>
          <p:sp>
            <p:nvSpPr>
              <p:cNvPr id="457" name="four:scalar-input:regular-node:457">
                <a:extLst>
                  <a:ext uri="{FF2B5EF4-FFF2-40B4-BE49-F238E27FC236}">
                    <ns2:creationId id="{8D6FF616-8504-4E2A-8E17-44A0A81312C7}"/>
                  </a:ext>
                </a:extLst>
              </p:cNvPr>
              <p:cNvSpPr>
                <a:spLocks noGrp="1"/>
              </p:cNvSpPr>
              <p:nvPr/>
            </p:nvSpPr>
            <p:spPr>
              <a:xfrm>
                <a:off x="460095" y="2851013"/>
                <a:ext cx="49530" cy="49530"/>
              </a:xfrm>
              <a:prstGeom prst="ellipse">
                <a:avLst/>
              </a:prstGeom>
              <a:solidFill>
                <a:srgbClr val="263238"/>
              </a:solidFill>
              <a:ln w="0">
                <a:noFill/>
                <a:prstDash val="solid"/>
              </a:ln>
            </p:spPr>
          </p:sp>
          <p:sp>
            <p:nvSpPr>
              <p:cNvPr id="458" name="four:scalar-input:regular-node:458">
                <a:extLst>
                  <a:ext uri="{FF2B5EF4-FFF2-40B4-BE49-F238E27FC236}">
                    <ns2:creationId id="{04A01689-A73A-4B9E-B7D4-49C5E4E4AD6C}"/>
                  </a:ext>
                </a:extLst>
              </p:cNvPr>
              <p:cNvSpPr>
                <a:spLocks noGrp="1"/>
              </p:cNvSpPr>
              <p:nvPr/>
            </p:nvSpPr>
            <p:spPr>
              <a:xfrm>
                <a:off x="1917281" y="2321146"/>
                <a:ext cx="49530" cy="49530"/>
              </a:xfrm>
              <a:prstGeom prst="ellipse">
                <a:avLst/>
              </a:prstGeom>
              <a:solidFill>
                <a:srgbClr val="263238"/>
              </a:solidFill>
              <a:ln w="0">
                <a:noFill/>
                <a:prstDash val="solid"/>
              </a:ln>
            </p:spPr>
          </p:sp>
          <p:sp>
            <p:nvSpPr>
              <p:cNvPr id="459" name="four:scalar-input:regular-node:459">
                <a:extLst>
                  <a:ext uri="{FF2B5EF4-FFF2-40B4-BE49-F238E27FC236}">
                    <ns2:creationId id="{77679DA7-460F-479D-9E26-1B086D320C6A}"/>
                  </a:ext>
                </a:extLst>
              </p:cNvPr>
              <p:cNvSpPr>
                <a:spLocks noGrp="1"/>
              </p:cNvSpPr>
              <p:nvPr/>
            </p:nvSpPr>
            <p:spPr>
              <a:xfrm>
                <a:off x="1381928" y="3645847"/>
                <a:ext cx="49530" cy="49530"/>
              </a:xfrm>
              <a:prstGeom prst="ellipse">
                <a:avLst/>
              </a:prstGeom>
              <a:solidFill>
                <a:srgbClr val="263238"/>
              </a:solidFill>
              <a:ln w="0">
                <a:noFill/>
                <a:prstDash val="solid"/>
              </a:ln>
            </p:spPr>
          </p:sp>
          <p:sp>
            <p:nvSpPr>
              <p:cNvPr id="460" name="four:scalar-input:regular-node:460">
                <a:extLst>
                  <a:ext uri="{FF2B5EF4-FFF2-40B4-BE49-F238E27FC236}">
                    <ns2:creationId id="{A6C4329D-2619-4231-B84B-3CE9EEBAB237}"/>
                  </a:ext>
                </a:extLst>
              </p:cNvPr>
              <p:cNvSpPr>
                <a:spLocks noGrp="1"/>
              </p:cNvSpPr>
              <p:nvPr/>
            </p:nvSpPr>
            <p:spPr>
              <a:xfrm>
                <a:off x="1867657" y="3469225"/>
                <a:ext cx="49530" cy="49530"/>
              </a:xfrm>
              <a:prstGeom prst="ellipse">
                <a:avLst/>
              </a:prstGeom>
              <a:solidFill>
                <a:srgbClr val="263238"/>
              </a:solidFill>
              <a:ln w="0">
                <a:noFill/>
                <a:prstDash val="solid"/>
              </a:ln>
            </p:spPr>
          </p:sp>
          <p:sp>
            <p:nvSpPr>
              <p:cNvPr id="461" name="four:scalar-input:line:461">
                <a:extLst>
                  <a:ext uri="{FF2B5EF4-FFF2-40B4-BE49-F238E27FC236}">
                    <ns2:creationId id="{50CBDD45-6C37-40B6-BFE7-5378699A0303}"/>
                  </a:ext>
                </a:extLst>
              </p:cNvPr>
              <p:cNvSpPr>
                <a:spLocks noGrp="1"/>
              </p:cNvSpPr>
              <p:nvPr/>
            </p:nvSpPr>
            <p:spPr>
              <a:xfrm>
                <a:off x="428625" y="1790700"/>
                <a:ext cx="190500" cy="228600"/>
              </a:xfrm>
              <a:custGeom>
                <a:pathLst>
                  <a:path w="190500" h="228600">
                    <a:moveTo>
                      <a:pt x="0" y="228600"/>
                    </a:moveTo>
                    <a:lnTo>
                      <a:pt x="190500" y="0"/>
                    </a:lnTo>
                  </a:path>
                </a:pathLst>
              </a:custGeom>
              <a:noFill/>
              <a:ln w="7818">
                <a:solidFill>
                  <a:srgbClr val="263238"/>
                </a:solidFill>
                <a:prstDash val="solid"/>
              </a:ln>
            </p:spPr>
          </p:sp>
          <p:sp>
            <p:nvSpPr>
              <p:cNvPr id="462" name="four:scalar-input:polygon:462">
                <a:extLst>
                  <a:ext uri="{FF2B5EF4-FFF2-40B4-BE49-F238E27FC236}">
                    <ns2:creationId id="{85BF9C6F-3813-48C6-99C5-E605EAA1DA1F}"/>
                  </a:ext>
                </a:extLst>
              </p:cNvPr>
              <p:cNvSpPr>
                <a:spLocks noGrp="1"/>
              </p:cNvSpPr>
              <p:nvPr/>
            </p:nvSpPr>
            <p:spPr>
              <a:xfrm>
                <a:off x="535927" y="1790700"/>
                <a:ext cx="83198" cy="89454"/>
              </a:xfrm>
              <a:custGeom>
                <a:pathLst>
                  <a:path w="83198" h="89454">
                    <a:moveTo>
                      <a:pt x="83198" y="0"/>
                    </a:moveTo>
                    <a:lnTo>
                      <a:pt x="0" y="42257"/>
                    </a:lnTo>
                    <a:lnTo>
                      <a:pt x="56636" y="89454"/>
                    </a:lnTo>
                    <a:close/>
                  </a:path>
                </a:pathLst>
              </a:custGeom>
              <a:solidFill>
                <a:srgbClr val="263238"/>
              </a:solidFill>
              <a:ln w="0">
                <a:noFill/>
                <a:prstDash val="solid"/>
              </a:ln>
            </p:spPr>
          </p:sp>
          <p:sp>
            <p:nvSpPr>
              <p:cNvPr id="463" name="four:scalar-input:textbox:463">
                <a:extLst>
                  <a:ext uri="{FF2B5EF4-FFF2-40B4-BE49-F238E27FC236}">
                    <ns2:creationId id="{BC00A6EB-1BFF-4F09-B415-D827F64FCF48}"/>
                  </a:ext>
                </a:extLst>
              </p:cNvPr>
              <p:cNvSpPr>
                <a:spLocks noGrp="1"/>
              </p:cNvSpPr>
              <p:nvPr/>
            </p:nvSpPr>
            <p:spPr>
              <a:xfrm>
                <a:off x="304800" y="1714500"/>
                <a:ext cx="171450" cy="342900"/>
              </a:xfrm>
              <a:prstGeom prst="rect">
                <a:avLst/>
              </a:prstGeom>
              <a:noFill/>
              <a:ln w="0">
                <a:noFill/>
                <a:prstDash val="solid"/>
              </a:ln>
            </p:spPr>
            <p:txBody>
              <a:bodyPr wrap="none" lIns="0" tIns="0" rIns="0" bIns="0" anchor="ctr">
                <a:normAutofit fontScale="100000"/>
              </a:bodyPr>
              <a:lstStyle>
                <a:defPPr algn="ctr">
                  <a:defRPr sz="885" b="0">
                    <a:solidFill>
                      <a:srgbClr val="263238"/>
                    </a:solidFill>
                    <a:latin typeface="Arial"/>
                    <a:ea typeface="Arial"/>
                    <a:cs typeface="Arial"/>
                  </a:defRPr>
                </a:defPPr>
              </a:lstStyle>
              <a:p>
                <a:pPr algn="ctr">
                  <a:defRPr sz="885" b="0">
                    <a:solidFill>
                      <a:srgbClr val="263238"/>
                    </a:solidFill>
                    <a:latin typeface="Arial"/>
                    <a:ea typeface="Arial"/>
                    <a:cs typeface="Arial"/>
                  </a:defRPr>
                </a:pPr>
                <a:r>
                  <a:rPr sz="885" b="0">
                    <a:solidFill>
                      <a:srgbClr val="263238"/>
                    </a:solidFill>
                    <a:latin typeface="Arial"/>
                    <a:ea typeface="Arial"/>
                    <a:cs typeface="Arial"/>
                  </a:rPr>
                  <a:t>t</a:t>
                </a:r>
              </a:p>
            </p:txBody>
          </p:sp>
        </p:grpSp>
        <p:grpSp>
          <p:nvGrpSpPr>
            <p:cNvPr id="3177" name="topology-swaps"/>
            <p:cNvGrpSpPr/>
            <p:nvPr/>
          </p:nvGrpSpPr>
          <p:grpSpPr>
            <a:xfrm>
              <a:off x="0" y="0"/>
              <a:ext cx="24955500" cy="8572500"/>
              <a:chOff x="0" y="0"/>
              <a:chExt cx="24955500" cy="8572500"/>
            </a:xfrm>
          </p:grpSpPr>
          <p:sp>
            <p:nvSpPr>
              <p:cNvPr id="464" name="four:topology-swaps:textbox:464">
                <a:extLst>
                  <a:ext uri="{FF2B5EF4-FFF2-40B4-BE49-F238E27FC236}">
                    <ns2:creationId id="{5471E43B-6417-49CC-B562-E69FB0EA77DE}"/>
                  </a:ext>
                </a:extLst>
              </p:cNvPr>
              <p:cNvSpPr>
                <a:spLocks noGrp="1"/>
              </p:cNvSpPr>
              <p:nvPr/>
            </p:nvSpPr>
            <p:spPr>
              <a:xfrm>
                <a:off x="3371850" y="4371975"/>
                <a:ext cx="4352925" cy="304800"/>
              </a:xfrm>
              <a:prstGeom prst="rect">
                <a:avLst/>
              </a:prstGeom>
              <a:noFill/>
              <a:ln w="0">
                <a:noFill/>
                <a:prstDash val="solid"/>
              </a:ln>
            </p:spPr>
            <p:txBody>
              <a:bodyPr wrap="none" lIns="0" tIns="0" rIns="0" bIns="0" anchor="ctr">
                <a:normAutofit fontScale="100000"/>
              </a:bodyPr>
              <a:lstStyle>
                <a:defPPr algn="l">
                  <a:defRPr sz="923" b="1">
                    <a:solidFill>
                      <a:srgbClr val="263238"/>
                    </a:solidFill>
                    <a:latin typeface="Arial"/>
                    <a:ea typeface="Arial"/>
                    <a:cs typeface="Arial"/>
                  </a:defRPr>
                </a:defPPr>
              </a:lstStyle>
              <a:p>
                <a:pPr algn="l">
                  <a:defRPr sz="923" b="1">
                    <a:solidFill>
                      <a:srgbClr val="263238"/>
                    </a:solidFill>
                    <a:latin typeface="Arial"/>
                    <a:ea typeface="Arial"/>
                    <a:cs typeface="Arial"/>
                  </a:defRPr>
                </a:pPr>
                <a:r>
                  <a:rPr sz="923" b="1">
                    <a:solidFill>
                      <a:srgbClr val="263238"/>
                    </a:solidFill>
                    <a:latin typeface="Arial"/>
                    <a:ea typeface="Arial"/>
                    <a:cs typeface="Arial"/>
                  </a:rPr>
                  <a:t>Topology-preserving reordering</a:t>
                </a:r>
              </a:p>
            </p:txBody>
          </p:sp>
          <p:sp>
            <p:nvSpPr>
              <p:cNvPr id="465" name="four:topology-swaps:textbox:465">
                <a:extLst>
                  <a:ext uri="{FF2B5EF4-FFF2-40B4-BE49-F238E27FC236}">
                    <ns2:creationId id="{FBF8CFFE-27B2-440F-BEE4-4795252E43C3}"/>
                  </a:ext>
                </a:extLst>
              </p:cNvPr>
              <p:cNvSpPr>
                <a:spLocks noGrp="1"/>
              </p:cNvSpPr>
              <p:nvPr/>
            </p:nvSpPr>
            <p:spPr>
              <a:xfrm>
                <a:off x="3352800" y="4724400"/>
                <a:ext cx="1876425" cy="257175"/>
              </a:xfrm>
              <a:prstGeom prst="rect">
                <a:avLst/>
              </a:prstGeom>
              <a:noFill/>
              <a:ln w="0">
                <a:noFill/>
                <a:prstDash val="solid"/>
              </a:ln>
            </p:spPr>
            <p:txBody>
              <a:bodyPr wrap="none" lIns="0" tIns="0" rIns="0" bIns="0" anchor="ctr">
                <a:normAutofit fontScale="100000"/>
              </a:bodyPr>
              <a:lstStyle>
                <a:defPPr algn="ctr">
                  <a:defRPr sz="808" b="0">
                    <a:solidFill>
                      <a:srgbClr val="7B8790"/>
                    </a:solidFill>
                    <a:latin typeface="Arial"/>
                    <a:ea typeface="Arial"/>
                    <a:cs typeface="Arial"/>
                  </a:defRPr>
                </a:defPPr>
              </a:lstStyle>
              <a:p>
                <a:pPr algn="ctr">
                  <a:defRPr sz="808" b="0">
                    <a:solidFill>
                      <a:srgbClr val="7B8790"/>
                    </a:solidFill>
                    <a:latin typeface="Arial"/>
                    <a:ea typeface="Arial"/>
                    <a:cs typeface="Arial"/>
                  </a:defRPr>
                </a:pPr>
                <a:r>
                  <a:rPr sz="808" b="0">
                    <a:solidFill>
                      <a:srgbClr val="7B8790"/>
                    </a:solidFill>
                    <a:latin typeface="Arial"/>
                    <a:ea typeface="Arial"/>
                    <a:cs typeface="Arial"/>
                  </a:rPr>
                  <a:t>Initial</a:t>
                </a:r>
              </a:p>
            </p:txBody>
          </p:sp>
          <p:sp>
            <p:nvSpPr>
              <p:cNvPr id="466" name="four:topology-swaps:textbox:466">
                <a:extLst>
                  <a:ext uri="{FF2B5EF4-FFF2-40B4-BE49-F238E27FC236}">
                    <ns2:creationId id="{22F961C7-95A2-4580-85C7-E662C49C7CB6}"/>
                  </a:ext>
                </a:extLst>
              </p:cNvPr>
              <p:cNvSpPr>
                <a:spLocks noGrp="1"/>
              </p:cNvSpPr>
              <p:nvPr/>
            </p:nvSpPr>
            <p:spPr>
              <a:xfrm>
                <a:off x="5915025" y="4724400"/>
                <a:ext cx="1876425" cy="257175"/>
              </a:xfrm>
              <a:prstGeom prst="rect">
                <a:avLst/>
              </a:prstGeom>
              <a:noFill/>
              <a:ln w="0">
                <a:noFill/>
                <a:prstDash val="solid"/>
              </a:ln>
            </p:spPr>
            <p:txBody>
              <a:bodyPr wrap="none" lIns="0" tIns="0" rIns="0" bIns="0" anchor="ctr">
                <a:normAutofit fontScale="100000"/>
              </a:bodyPr>
              <a:lstStyle>
                <a:defPPr algn="ctr">
                  <a:defRPr sz="808" b="0">
                    <a:solidFill>
                      <a:srgbClr val="7B8790"/>
                    </a:solidFill>
                    <a:latin typeface="Arial"/>
                    <a:ea typeface="Arial"/>
                    <a:cs typeface="Arial"/>
                  </a:defRPr>
                </a:defPPr>
              </a:lstStyle>
              <a:p>
                <a:pPr algn="ctr">
                  <a:defRPr sz="808" b="0">
                    <a:solidFill>
                      <a:srgbClr val="7B8790"/>
                    </a:solidFill>
                    <a:latin typeface="Arial"/>
                    <a:ea typeface="Arial"/>
                    <a:cs typeface="Arial"/>
                  </a:defRPr>
                </a:pPr>
                <a:r>
                  <a:rPr sz="808" b="0">
                    <a:solidFill>
                      <a:srgbClr val="7B8790"/>
                    </a:solidFill>
                    <a:latin typeface="Arial"/>
                    <a:ea typeface="Arial"/>
                    <a:cs typeface="Arial"/>
                  </a:rPr>
                  <a:t>Best under T</a:t>
                </a:r>
              </a:p>
            </p:txBody>
          </p:sp>
          <p:sp>
            <p:nvSpPr>
              <p:cNvPr id="467" name="four:topology-swaps:line:467">
                <a:extLst>
                  <a:ext uri="{FF2B5EF4-FFF2-40B4-BE49-F238E27FC236}">
                    <ns2:creationId id="{2E339F5D-A65D-488B-8EC6-3F3732BF8AE3}"/>
                  </a:ext>
                </a:extLst>
              </p:cNvPr>
              <p:cNvSpPr>
                <a:spLocks noGrp="1"/>
              </p:cNvSpPr>
              <p:nvPr/>
            </p:nvSpPr>
            <p:spPr>
              <a:xfrm>
                <a:off x="4373880" y="5086350"/>
                <a:ext cx="953" cy="282892"/>
              </a:xfrm>
              <a:custGeom>
                <a:pathLst>
                  <a:path w="953" h="282892">
                    <a:moveTo>
                      <a:pt x="0" y="58424"/>
                    </a:moveTo>
                    <a:lnTo>
                      <a:pt x="0" y="224469"/>
                    </a:lnTo>
                  </a:path>
                </a:pathLst>
              </a:custGeom>
              <a:noFill/>
              <a:ln w="5375">
                <a:solidFill>
                  <a:srgbClr val="263238"/>
                </a:solidFill>
                <a:prstDash val="solid"/>
              </a:ln>
            </p:spPr>
          </p:sp>
          <p:sp>
            <p:nvSpPr>
              <p:cNvPr id="468" name="four:topology-swaps:regular-node:468">
                <a:extLst>
                  <a:ext uri="{FF2B5EF4-FFF2-40B4-BE49-F238E27FC236}">
                    <ns2:creationId id="{713BE198-09D0-4B02-83DB-27FE054E42EF}"/>
                  </a:ext>
                </a:extLst>
              </p:cNvPr>
              <p:cNvSpPr>
                <a:spLocks noGrp="1"/>
              </p:cNvSpPr>
              <p:nvPr/>
            </p:nvSpPr>
            <p:spPr>
              <a:xfrm>
                <a:off x="4356135" y="5174240"/>
                <a:ext cx="35490" cy="35490"/>
              </a:xfrm>
              <a:prstGeom prst="ellipse">
                <a:avLst/>
              </a:prstGeom>
              <a:solidFill>
                <a:srgbClr val="DCE8ED"/>
              </a:solidFill>
              <a:ln w="3421">
                <a:solidFill>
                  <a:srgbClr val="263238"/>
                </a:solidFill>
                <a:prstDash val="solid"/>
              </a:ln>
            </p:spPr>
          </p:sp>
          <p:sp>
            <p:nvSpPr>
              <p:cNvPr id="469" name="four:topology-swaps:regular-node:469">
                <a:extLst>
                  <a:ext uri="{FF2B5EF4-FFF2-40B4-BE49-F238E27FC236}">
                    <ns2:creationId id="{CD57C8F5-F28E-4B75-8D35-4AA851D42F03}"/>
                  </a:ext>
                </a:extLst>
              </p:cNvPr>
              <p:cNvSpPr>
                <a:spLocks noGrp="1"/>
              </p:cNvSpPr>
              <p:nvPr/>
            </p:nvSpPr>
            <p:spPr>
              <a:xfrm>
                <a:off x="4356135" y="5245863"/>
                <a:ext cx="35490" cy="35490"/>
              </a:xfrm>
              <a:prstGeom prst="ellipse">
                <a:avLst/>
              </a:prstGeom>
              <a:solidFill>
                <a:srgbClr val="DCE8ED"/>
              </a:solidFill>
              <a:ln w="3421">
                <a:solidFill>
                  <a:srgbClr val="263238"/>
                </a:solidFill>
                <a:prstDash val="solid"/>
              </a:ln>
            </p:spPr>
          </p:sp>
          <p:sp>
            <p:nvSpPr>
              <p:cNvPr id="470" name="four:topology-swaps:critical-node:470">
                <a:extLst>
                  <a:ext uri="{FF2B5EF4-FFF2-40B4-BE49-F238E27FC236}">
                    <ns2:creationId id="{D122837D-40C4-4A79-B566-68C844811321}"/>
                  </a:ext>
                </a:extLst>
              </p:cNvPr>
              <p:cNvSpPr>
                <a:spLocks noGrp="1"/>
              </p:cNvSpPr>
              <p:nvPr/>
            </p:nvSpPr>
            <p:spPr>
              <a:xfrm>
                <a:off x="4322124" y="5034594"/>
                <a:ext cx="103513" cy="103513"/>
              </a:xfrm>
              <a:prstGeom prst="diamond">
                <a:avLst/>
              </a:prstGeom>
              <a:solidFill>
                <a:srgbClr val="DCE8ED"/>
              </a:solidFill>
              <a:ln w="5375">
                <a:solidFill>
                  <a:srgbClr val="263238"/>
                </a:solidFill>
                <a:prstDash val="solid"/>
              </a:ln>
            </p:spPr>
          </p:sp>
          <p:sp>
            <p:nvSpPr>
              <p:cNvPr id="471" name="four:topology-swaps:critical-node:471">
                <a:extLst>
                  <a:ext uri="{FF2B5EF4-FFF2-40B4-BE49-F238E27FC236}">
                    <ns2:creationId id="{D70F1B56-85D3-4212-9F9B-CA514EADD0DA}"/>
                  </a:ext>
                </a:extLst>
              </p:cNvPr>
              <p:cNvSpPr>
                <a:spLocks noGrp="1"/>
              </p:cNvSpPr>
              <p:nvPr/>
            </p:nvSpPr>
            <p:spPr>
              <a:xfrm>
                <a:off x="4322124" y="5317486"/>
                <a:ext cx="103513" cy="103513"/>
              </a:xfrm>
              <a:prstGeom prst="diamond">
                <a:avLst/>
              </a:prstGeom>
              <a:solidFill>
                <a:srgbClr val="DCE8ED"/>
              </a:solidFill>
              <a:ln w="5375">
                <a:solidFill>
                  <a:srgbClr val="263238"/>
                </a:solidFill>
                <a:prstDash val="solid"/>
              </a:ln>
            </p:spPr>
          </p:sp>
          <p:sp>
            <p:nvSpPr>
              <p:cNvPr id="472" name="four:topology-swaps:line:472">
                <a:extLst>
                  <a:ext uri="{FF2B5EF4-FFF2-40B4-BE49-F238E27FC236}">
                    <ns2:creationId id="{D266E1B0-2C4E-4521-835A-3835B5590EDE}"/>
                  </a:ext>
                </a:extLst>
              </p:cNvPr>
              <p:cNvSpPr>
                <a:spLocks noGrp="1"/>
              </p:cNvSpPr>
              <p:nvPr/>
            </p:nvSpPr>
            <p:spPr>
              <a:xfrm>
                <a:off x="3870960" y="5369243"/>
                <a:ext cx="1005840" cy="953"/>
              </a:xfrm>
              <a:custGeom>
                <a:pathLst>
                  <a:path w="1005840" h="953">
                    <a:moveTo>
                      <a:pt x="0" y="0"/>
                    </a:moveTo>
                    <a:lnTo>
                      <a:pt x="444496" y="0"/>
                    </a:lnTo>
                    <a:moveTo>
                      <a:pt x="561344" y="0"/>
                    </a:moveTo>
                    <a:lnTo>
                      <a:pt x="1005840" y="0"/>
                    </a:lnTo>
                  </a:path>
                </a:pathLst>
              </a:custGeom>
              <a:noFill/>
              <a:ln w="5375">
                <a:solidFill>
                  <a:srgbClr val="263238"/>
                </a:solidFill>
                <a:prstDash val="solid"/>
              </a:ln>
            </p:spPr>
          </p:sp>
          <p:sp>
            <p:nvSpPr>
              <p:cNvPr id="473" name="four:topology-swaps:line:473">
                <a:extLst>
                  <a:ext uri="{FF2B5EF4-FFF2-40B4-BE49-F238E27FC236}">
                    <ns2:creationId id="{874CB9E8-E8ED-4221-8437-FF5383BC727A}"/>
                  </a:ext>
                </a:extLst>
              </p:cNvPr>
              <p:cNvSpPr>
                <a:spLocks noGrp="1"/>
              </p:cNvSpPr>
              <p:nvPr/>
            </p:nvSpPr>
            <p:spPr>
              <a:xfrm>
                <a:off x="3870960" y="5369243"/>
                <a:ext cx="953" cy="308610"/>
              </a:xfrm>
              <a:custGeom>
                <a:pathLst>
                  <a:path w="953" h="308610">
                    <a:moveTo>
                      <a:pt x="0" y="0"/>
                    </a:moveTo>
                    <a:lnTo>
                      <a:pt x="0" y="228005"/>
                    </a:lnTo>
                  </a:path>
                </a:pathLst>
              </a:custGeom>
              <a:noFill/>
              <a:ln w="5375">
                <a:solidFill>
                  <a:srgbClr val="263238"/>
                </a:solidFill>
                <a:prstDash val="solid"/>
              </a:ln>
            </p:spPr>
          </p:sp>
          <p:sp>
            <p:nvSpPr>
              <p:cNvPr id="474" name="four:topology-swaps:regular-node:474">
                <a:extLst>
                  <a:ext uri="{FF2B5EF4-FFF2-40B4-BE49-F238E27FC236}">
                    <ns2:creationId id="{07BBAA1E-03EA-40B0-BBC4-95414C890765}"/>
                  </a:ext>
                </a:extLst>
              </p:cNvPr>
              <p:cNvSpPr>
                <a:spLocks noGrp="1"/>
              </p:cNvSpPr>
              <p:nvPr/>
            </p:nvSpPr>
            <p:spPr>
              <a:xfrm>
                <a:off x="3845821" y="5461440"/>
                <a:ext cx="50278" cy="50278"/>
              </a:xfrm>
              <a:prstGeom prst="ellipse">
                <a:avLst/>
              </a:prstGeom>
              <a:solidFill>
                <a:srgbClr val="D4B4CC"/>
              </a:solidFill>
              <a:ln w="3421">
                <a:solidFill>
                  <a:srgbClr val="263238"/>
                </a:solidFill>
                <a:prstDash val="solid"/>
              </a:ln>
            </p:spPr>
          </p:sp>
          <p:sp>
            <p:nvSpPr>
              <p:cNvPr id="475" name="four:topology-swaps:line:475">
                <a:extLst>
                  <a:ext uri="{FF2B5EF4-FFF2-40B4-BE49-F238E27FC236}">
                    <ns2:creationId id="{15873ACD-D9BB-40FD-8778-7DDEBB7B1E9C}"/>
                  </a:ext>
                </a:extLst>
              </p:cNvPr>
              <p:cNvSpPr>
                <a:spLocks noGrp="1"/>
              </p:cNvSpPr>
              <p:nvPr/>
            </p:nvSpPr>
            <p:spPr>
              <a:xfrm>
                <a:off x="4876800" y="5369243"/>
                <a:ext cx="953" cy="745808"/>
              </a:xfrm>
              <a:custGeom>
                <a:pathLst>
                  <a:path w="953" h="745808">
                    <a:moveTo>
                      <a:pt x="0" y="0"/>
                    </a:moveTo>
                    <a:lnTo>
                      <a:pt x="0" y="665202"/>
                    </a:lnTo>
                  </a:path>
                </a:pathLst>
              </a:custGeom>
              <a:noFill/>
              <a:ln w="5375">
                <a:solidFill>
                  <a:srgbClr val="263238"/>
                </a:solidFill>
                <a:prstDash val="solid"/>
              </a:ln>
            </p:spPr>
          </p:sp>
          <p:sp>
            <p:nvSpPr>
              <p:cNvPr id="476" name="four:topology-swaps:regular-node:476">
                <a:extLst>
                  <a:ext uri="{FF2B5EF4-FFF2-40B4-BE49-F238E27FC236}">
                    <ns2:creationId id="{F91D1FEC-2529-42F9-AAC5-D9ABD3CDA240}"/>
                  </a:ext>
                </a:extLst>
              </p:cNvPr>
              <p:cNvSpPr>
                <a:spLocks noGrp="1"/>
              </p:cNvSpPr>
              <p:nvPr/>
            </p:nvSpPr>
            <p:spPr>
              <a:xfrm>
                <a:off x="4851661" y="5559681"/>
                <a:ext cx="50278" cy="50278"/>
              </a:xfrm>
              <a:prstGeom prst="ellipse">
                <a:avLst/>
              </a:prstGeom>
              <a:solidFill>
                <a:srgbClr val="81C9BA"/>
              </a:solidFill>
              <a:ln w="3421">
                <a:solidFill>
                  <a:srgbClr val="263238"/>
                </a:solidFill>
                <a:prstDash val="solid"/>
              </a:ln>
            </p:spPr>
          </p:sp>
          <p:sp>
            <p:nvSpPr>
              <p:cNvPr id="477" name="four:topology-swaps:regular-node:477">
                <a:extLst>
                  <a:ext uri="{FF2B5EF4-FFF2-40B4-BE49-F238E27FC236}">
                    <ns2:creationId id="{ACFDA5A1-3DC9-4F4F-8205-091950196C92}"/>
                  </a:ext>
                </a:extLst>
              </p:cNvPr>
              <p:cNvSpPr>
                <a:spLocks noGrp="1"/>
              </p:cNvSpPr>
              <p:nvPr/>
            </p:nvSpPr>
            <p:spPr>
              <a:xfrm>
                <a:off x="4851661" y="5800396"/>
                <a:ext cx="50278" cy="50278"/>
              </a:xfrm>
              <a:prstGeom prst="ellipse">
                <a:avLst/>
              </a:prstGeom>
              <a:solidFill>
                <a:srgbClr val="81C9BA"/>
              </a:solidFill>
              <a:ln w="3421">
                <a:solidFill>
                  <a:srgbClr val="263238"/>
                </a:solidFill>
                <a:prstDash val="solid"/>
              </a:ln>
            </p:spPr>
          </p:sp>
          <p:sp>
            <p:nvSpPr>
              <p:cNvPr id="478" name="four:topology-swaps:critical-node:478">
                <a:extLst>
                  <a:ext uri="{FF2B5EF4-FFF2-40B4-BE49-F238E27FC236}">
                    <ns2:creationId id="{7036B411-DEC7-4444-AB1B-14245BD50175}"/>
                  </a:ext>
                </a:extLst>
              </p:cNvPr>
              <p:cNvSpPr>
                <a:spLocks noGrp="1"/>
              </p:cNvSpPr>
              <p:nvPr/>
            </p:nvSpPr>
            <p:spPr>
              <a:xfrm>
                <a:off x="3797022" y="5603915"/>
                <a:ext cx="147876" cy="147876"/>
              </a:xfrm>
              <a:prstGeom prst="diamond">
                <a:avLst/>
              </a:prstGeom>
              <a:solidFill>
                <a:srgbClr val="D4B4CC"/>
              </a:solidFill>
              <a:ln w="5375">
                <a:solidFill>
                  <a:srgbClr val="263238"/>
                </a:solidFill>
                <a:prstDash val="solid"/>
              </a:ln>
            </p:spPr>
          </p:sp>
          <p:sp>
            <p:nvSpPr>
              <p:cNvPr id="479" name="four:topology-swaps:critical-node:479">
                <a:extLst>
                  <a:ext uri="{FF2B5EF4-FFF2-40B4-BE49-F238E27FC236}">
                    <ns2:creationId id="{B64D5D5F-671B-448F-8B9F-62B05DE5513B}"/>
                  </a:ext>
                </a:extLst>
              </p:cNvPr>
              <p:cNvSpPr>
                <a:spLocks noGrp="1"/>
              </p:cNvSpPr>
              <p:nvPr/>
            </p:nvSpPr>
            <p:spPr>
              <a:xfrm>
                <a:off x="4802862" y="6041112"/>
                <a:ext cx="147876" cy="147876"/>
              </a:xfrm>
              <a:prstGeom prst="diamond">
                <a:avLst/>
              </a:prstGeom>
              <a:solidFill>
                <a:srgbClr val="81C9BA"/>
              </a:solidFill>
              <a:ln w="5375">
                <a:solidFill>
                  <a:srgbClr val="263238"/>
                </a:solidFill>
                <a:prstDash val="solid"/>
              </a:ln>
            </p:spPr>
          </p:sp>
          <p:sp>
            <p:nvSpPr>
              <p:cNvPr id="480" name="four:topology-swaps:line:480">
                <a:extLst>
                  <a:ext uri="{FF2B5EF4-FFF2-40B4-BE49-F238E27FC236}">
                    <ns2:creationId id="{8D6D85C4-003C-4C90-86FC-5C66E21AC761}"/>
                  </a:ext>
                </a:extLst>
              </p:cNvPr>
              <p:cNvSpPr>
                <a:spLocks noGrp="1"/>
              </p:cNvSpPr>
              <p:nvPr/>
            </p:nvSpPr>
            <p:spPr>
              <a:xfrm>
                <a:off x="3619500" y="5677853"/>
                <a:ext cx="502920" cy="953"/>
              </a:xfrm>
              <a:custGeom>
                <a:pathLst>
                  <a:path w="502920" h="953">
                    <a:moveTo>
                      <a:pt x="0" y="0"/>
                    </a:moveTo>
                    <a:lnTo>
                      <a:pt x="170855" y="0"/>
                    </a:lnTo>
                    <a:moveTo>
                      <a:pt x="332065" y="0"/>
                    </a:moveTo>
                    <a:lnTo>
                      <a:pt x="502920" y="0"/>
                    </a:lnTo>
                  </a:path>
                </a:pathLst>
              </a:custGeom>
              <a:noFill/>
              <a:ln w="5375">
                <a:solidFill>
                  <a:srgbClr val="263238"/>
                </a:solidFill>
                <a:prstDash val="solid"/>
              </a:ln>
            </p:spPr>
          </p:sp>
          <p:sp>
            <p:nvSpPr>
              <p:cNvPr id="481" name="four:topology-swaps:line:481">
                <a:extLst>
                  <a:ext uri="{FF2B5EF4-FFF2-40B4-BE49-F238E27FC236}">
                    <ns2:creationId id="{0118EDFA-7475-4CB6-AD37-6963686EF6DD}"/>
                  </a:ext>
                </a:extLst>
              </p:cNvPr>
              <p:cNvSpPr>
                <a:spLocks noGrp="1"/>
              </p:cNvSpPr>
              <p:nvPr/>
            </p:nvSpPr>
            <p:spPr>
              <a:xfrm>
                <a:off x="4625340" y="6115050"/>
                <a:ext cx="502920" cy="953"/>
              </a:xfrm>
              <a:custGeom>
                <a:pathLst>
                  <a:path w="502920" h="953">
                    <a:moveTo>
                      <a:pt x="0" y="0"/>
                    </a:moveTo>
                    <a:lnTo>
                      <a:pt x="170855" y="0"/>
                    </a:lnTo>
                    <a:moveTo>
                      <a:pt x="332065" y="0"/>
                    </a:moveTo>
                    <a:lnTo>
                      <a:pt x="502920" y="0"/>
                    </a:lnTo>
                  </a:path>
                </a:pathLst>
              </a:custGeom>
              <a:noFill/>
              <a:ln w="5375">
                <a:solidFill>
                  <a:srgbClr val="263238"/>
                </a:solidFill>
                <a:prstDash val="solid"/>
              </a:ln>
            </p:spPr>
          </p:sp>
          <p:sp>
            <p:nvSpPr>
              <p:cNvPr id="482" name="four:topology-swaps:line:482">
                <a:extLst>
                  <a:ext uri="{FF2B5EF4-FFF2-40B4-BE49-F238E27FC236}">
                    <ns2:creationId id="{E8D1F4CB-9C76-4C3A-8A2D-7159B92E89AA}"/>
                  </a:ext>
                </a:extLst>
              </p:cNvPr>
              <p:cNvSpPr>
                <a:spLocks noGrp="1"/>
              </p:cNvSpPr>
              <p:nvPr/>
            </p:nvSpPr>
            <p:spPr>
              <a:xfrm>
                <a:off x="3619500" y="5677853"/>
                <a:ext cx="953" cy="694372"/>
              </a:xfrm>
              <a:custGeom>
                <a:pathLst>
                  <a:path w="953" h="694372">
                    <a:moveTo>
                      <a:pt x="0" y="0"/>
                    </a:moveTo>
                    <a:lnTo>
                      <a:pt x="0" y="613767"/>
                    </a:lnTo>
                  </a:path>
                </a:pathLst>
              </a:custGeom>
              <a:noFill/>
              <a:ln w="5375">
                <a:solidFill>
                  <a:srgbClr val="263238"/>
                </a:solidFill>
                <a:prstDash val="solid"/>
              </a:ln>
            </p:spPr>
          </p:sp>
          <p:sp>
            <p:nvSpPr>
              <p:cNvPr id="483" name="four:topology-swaps:regular-node:483">
                <a:extLst>
                  <a:ext uri="{FF2B5EF4-FFF2-40B4-BE49-F238E27FC236}">
                    <ns2:creationId id="{423D2665-518F-420A-AA88-1DEF70912F95}"/>
                  </a:ext>
                </a:extLst>
              </p:cNvPr>
              <p:cNvSpPr>
                <a:spLocks noGrp="1"/>
              </p:cNvSpPr>
              <p:nvPr/>
            </p:nvSpPr>
            <p:spPr>
              <a:xfrm>
                <a:off x="3594361" y="5851146"/>
                <a:ext cx="50278" cy="50278"/>
              </a:xfrm>
              <a:prstGeom prst="ellipse">
                <a:avLst/>
              </a:prstGeom>
              <a:solidFill>
                <a:srgbClr val="CC79A7"/>
              </a:solidFill>
              <a:ln w="3421">
                <a:solidFill>
                  <a:srgbClr val="263238"/>
                </a:solidFill>
                <a:prstDash val="solid"/>
              </a:ln>
            </p:spPr>
          </p:sp>
          <p:sp>
            <p:nvSpPr>
              <p:cNvPr id="484" name="four:topology-swaps:regular-node:484">
                <a:extLst>
                  <a:ext uri="{FF2B5EF4-FFF2-40B4-BE49-F238E27FC236}">
                    <ns2:creationId id="{BA6DDAC7-16E1-48E5-8FA8-D3AB0E376ADA}"/>
                  </a:ext>
                </a:extLst>
              </p:cNvPr>
              <p:cNvSpPr>
                <a:spLocks noGrp="1"/>
              </p:cNvSpPr>
              <p:nvPr/>
            </p:nvSpPr>
            <p:spPr>
              <a:xfrm>
                <a:off x="3594361" y="6074716"/>
                <a:ext cx="50278" cy="50278"/>
              </a:xfrm>
              <a:prstGeom prst="ellipse">
                <a:avLst/>
              </a:prstGeom>
              <a:solidFill>
                <a:srgbClr val="CC79A7"/>
              </a:solidFill>
              <a:ln w="3421">
                <a:solidFill>
                  <a:srgbClr val="263238"/>
                </a:solidFill>
                <a:prstDash val="solid"/>
              </a:ln>
            </p:spPr>
          </p:sp>
          <p:sp>
            <p:nvSpPr>
              <p:cNvPr id="485" name="four:topology-swaps:critical-node:485">
                <a:extLst>
                  <a:ext uri="{FF2B5EF4-FFF2-40B4-BE49-F238E27FC236}">
                    <ns2:creationId id="{6987A4FB-C09A-48B6-A4D5-582015A0E153}"/>
                  </a:ext>
                </a:extLst>
              </p:cNvPr>
              <p:cNvSpPr>
                <a:spLocks noGrp="1"/>
              </p:cNvSpPr>
              <p:nvPr/>
            </p:nvSpPr>
            <p:spPr>
              <a:xfrm>
                <a:off x="3545562" y="6298287"/>
                <a:ext cx="147876" cy="147876"/>
              </a:xfrm>
              <a:prstGeom prst="diamond">
                <a:avLst/>
              </a:prstGeom>
              <a:solidFill>
                <a:srgbClr val="CC79A7"/>
              </a:solidFill>
              <a:ln w="5375">
                <a:solidFill>
                  <a:srgbClr val="263238"/>
                </a:solidFill>
                <a:prstDash val="solid"/>
              </a:ln>
            </p:spPr>
          </p:sp>
          <p:sp>
            <p:nvSpPr>
              <p:cNvPr id="486" name="four:topology-swaps:line:486">
                <a:extLst>
                  <a:ext uri="{FF2B5EF4-FFF2-40B4-BE49-F238E27FC236}">
                    <ns2:creationId id="{E388419B-8673-430B-9556-FAE4666C8BA8}"/>
                  </a:ext>
                </a:extLst>
              </p:cNvPr>
              <p:cNvSpPr>
                <a:spLocks noGrp="1"/>
              </p:cNvSpPr>
              <p:nvPr/>
            </p:nvSpPr>
            <p:spPr>
              <a:xfrm>
                <a:off x="4122420" y="5677853"/>
                <a:ext cx="953" cy="694372"/>
              </a:xfrm>
              <a:custGeom>
                <a:pathLst>
                  <a:path w="953" h="694372">
                    <a:moveTo>
                      <a:pt x="0" y="0"/>
                    </a:moveTo>
                    <a:lnTo>
                      <a:pt x="0" y="613767"/>
                    </a:lnTo>
                  </a:path>
                </a:pathLst>
              </a:custGeom>
              <a:noFill/>
              <a:ln w="5375">
                <a:solidFill>
                  <a:srgbClr val="263238"/>
                </a:solidFill>
                <a:prstDash val="solid"/>
              </a:ln>
            </p:spPr>
          </p:sp>
          <p:sp>
            <p:nvSpPr>
              <p:cNvPr id="487" name="four:topology-swaps:regular-node:487">
                <a:extLst>
                  <a:ext uri="{FF2B5EF4-FFF2-40B4-BE49-F238E27FC236}">
                    <ns2:creationId id="{EC43801A-43B1-4974-A080-522692E97668}"/>
                  </a:ext>
                </a:extLst>
              </p:cNvPr>
              <p:cNvSpPr>
                <a:spLocks noGrp="1"/>
              </p:cNvSpPr>
              <p:nvPr/>
            </p:nvSpPr>
            <p:spPr>
              <a:xfrm>
                <a:off x="4097281" y="5851146"/>
                <a:ext cx="50278" cy="50278"/>
              </a:xfrm>
              <a:prstGeom prst="ellipse">
                <a:avLst/>
              </a:prstGeom>
              <a:solidFill>
                <a:srgbClr val="0072B2"/>
              </a:solidFill>
              <a:ln w="3421">
                <a:solidFill>
                  <a:srgbClr val="263238"/>
                </a:solidFill>
                <a:prstDash val="solid"/>
              </a:ln>
            </p:spPr>
          </p:sp>
          <p:sp>
            <p:nvSpPr>
              <p:cNvPr id="488" name="four:topology-swaps:regular-node:488">
                <a:extLst>
                  <a:ext uri="{FF2B5EF4-FFF2-40B4-BE49-F238E27FC236}">
                    <ns2:creationId id="{33CF00F7-EC83-401E-A751-CC7432303394}"/>
                  </a:ext>
                </a:extLst>
              </p:cNvPr>
              <p:cNvSpPr>
                <a:spLocks noGrp="1"/>
              </p:cNvSpPr>
              <p:nvPr/>
            </p:nvSpPr>
            <p:spPr>
              <a:xfrm>
                <a:off x="4097281" y="6074716"/>
                <a:ext cx="50278" cy="50278"/>
              </a:xfrm>
              <a:prstGeom prst="ellipse">
                <a:avLst/>
              </a:prstGeom>
              <a:solidFill>
                <a:srgbClr val="0072B2"/>
              </a:solidFill>
              <a:ln w="3421">
                <a:solidFill>
                  <a:srgbClr val="263238"/>
                </a:solidFill>
                <a:prstDash val="solid"/>
              </a:ln>
            </p:spPr>
          </p:sp>
          <p:sp>
            <p:nvSpPr>
              <p:cNvPr id="489" name="four:topology-swaps:critical-node:489">
                <a:extLst>
                  <a:ext uri="{FF2B5EF4-FFF2-40B4-BE49-F238E27FC236}">
                    <ns2:creationId id="{C95E5997-904B-4752-BE28-31BE74FEB48F}"/>
                  </a:ext>
                </a:extLst>
              </p:cNvPr>
              <p:cNvSpPr>
                <a:spLocks noGrp="1"/>
              </p:cNvSpPr>
              <p:nvPr/>
            </p:nvSpPr>
            <p:spPr>
              <a:xfrm>
                <a:off x="4048482" y="6298287"/>
                <a:ext cx="147876" cy="147876"/>
              </a:xfrm>
              <a:prstGeom prst="diamond">
                <a:avLst/>
              </a:prstGeom>
              <a:solidFill>
                <a:srgbClr val="0072B2"/>
              </a:solidFill>
              <a:ln w="5375">
                <a:solidFill>
                  <a:srgbClr val="263238"/>
                </a:solidFill>
                <a:prstDash val="solid"/>
              </a:ln>
            </p:spPr>
          </p:sp>
          <p:sp>
            <p:nvSpPr>
              <p:cNvPr id="490" name="four:topology-swaps:line:490">
                <a:extLst>
                  <a:ext uri="{FF2B5EF4-FFF2-40B4-BE49-F238E27FC236}">
                    <ns2:creationId id="{74833B71-5FD5-49D0-B41A-D6A0E3E11AC6}"/>
                  </a:ext>
                </a:extLst>
              </p:cNvPr>
              <p:cNvSpPr>
                <a:spLocks noGrp="1"/>
              </p:cNvSpPr>
              <p:nvPr/>
            </p:nvSpPr>
            <p:spPr>
              <a:xfrm>
                <a:off x="4625340" y="6115050"/>
                <a:ext cx="953" cy="257175"/>
              </a:xfrm>
              <a:custGeom>
                <a:pathLst>
                  <a:path w="953" h="257175">
                    <a:moveTo>
                      <a:pt x="0" y="0"/>
                    </a:moveTo>
                    <a:lnTo>
                      <a:pt x="0" y="176570"/>
                    </a:lnTo>
                  </a:path>
                </a:pathLst>
              </a:custGeom>
              <a:noFill/>
              <a:ln w="5375">
                <a:solidFill>
                  <a:srgbClr val="263238"/>
                </a:solidFill>
                <a:prstDash val="solid"/>
              </a:ln>
            </p:spPr>
          </p:sp>
          <p:sp>
            <p:nvSpPr>
              <p:cNvPr id="491" name="four:topology-swaps:regular-node:491">
                <a:extLst>
                  <a:ext uri="{FF2B5EF4-FFF2-40B4-BE49-F238E27FC236}">
                    <ns2:creationId id="{A3345CA1-1730-4020-83B0-23F3946F6597}"/>
                  </a:ext>
                </a:extLst>
              </p:cNvPr>
              <p:cNvSpPr>
                <a:spLocks noGrp="1"/>
              </p:cNvSpPr>
              <p:nvPr/>
            </p:nvSpPr>
            <p:spPr>
              <a:xfrm>
                <a:off x="4600201" y="6181530"/>
                <a:ext cx="50278" cy="50278"/>
              </a:xfrm>
              <a:prstGeom prst="ellipse">
                <a:avLst/>
              </a:prstGeom>
              <a:solidFill>
                <a:srgbClr val="009E73"/>
              </a:solidFill>
              <a:ln w="3421">
                <a:solidFill>
                  <a:srgbClr val="263238"/>
                </a:solidFill>
                <a:prstDash val="solid"/>
              </a:ln>
            </p:spPr>
          </p:sp>
          <p:sp>
            <p:nvSpPr>
              <p:cNvPr id="492" name="four:topology-swaps:critical-node:492">
                <a:extLst>
                  <a:ext uri="{FF2B5EF4-FFF2-40B4-BE49-F238E27FC236}">
                    <ns2:creationId id="{7B654EE5-AA1E-4DD7-8E11-88FD62DEDB98}"/>
                  </a:ext>
                </a:extLst>
              </p:cNvPr>
              <p:cNvSpPr>
                <a:spLocks noGrp="1"/>
              </p:cNvSpPr>
              <p:nvPr/>
            </p:nvSpPr>
            <p:spPr>
              <a:xfrm>
                <a:off x="4551402" y="6298287"/>
                <a:ext cx="147876" cy="147876"/>
              </a:xfrm>
              <a:prstGeom prst="diamond">
                <a:avLst/>
              </a:prstGeom>
              <a:solidFill>
                <a:srgbClr val="009E73"/>
              </a:solidFill>
              <a:ln w="5375">
                <a:solidFill>
                  <a:srgbClr val="263238"/>
                </a:solidFill>
                <a:prstDash val="solid"/>
              </a:ln>
            </p:spPr>
          </p:sp>
          <p:sp>
            <p:nvSpPr>
              <p:cNvPr id="493" name="four:topology-swaps:line:493">
                <a:extLst>
                  <a:ext uri="{FF2B5EF4-FFF2-40B4-BE49-F238E27FC236}">
                    <ns2:creationId id="{63190B95-D459-433E-B0E4-83A98AFD7406}"/>
                  </a:ext>
                </a:extLst>
              </p:cNvPr>
              <p:cNvSpPr>
                <a:spLocks noGrp="1"/>
              </p:cNvSpPr>
              <p:nvPr/>
            </p:nvSpPr>
            <p:spPr>
              <a:xfrm>
                <a:off x="5128260" y="6115050"/>
                <a:ext cx="953" cy="257175"/>
              </a:xfrm>
              <a:custGeom>
                <a:pathLst>
                  <a:path w="953" h="257175">
                    <a:moveTo>
                      <a:pt x="0" y="0"/>
                    </a:moveTo>
                    <a:lnTo>
                      <a:pt x="0" y="176570"/>
                    </a:lnTo>
                  </a:path>
                </a:pathLst>
              </a:custGeom>
              <a:noFill/>
              <a:ln w="5375">
                <a:solidFill>
                  <a:srgbClr val="263238"/>
                </a:solidFill>
                <a:prstDash val="solid"/>
              </a:ln>
            </p:spPr>
          </p:sp>
          <p:sp>
            <p:nvSpPr>
              <p:cNvPr id="494" name="four:topology-swaps:regular-node:494">
                <a:extLst>
                  <a:ext uri="{FF2B5EF4-FFF2-40B4-BE49-F238E27FC236}">
                    <ns2:creationId id="{D423F70C-6493-46AC-AFF4-D6D1DE0AB428}"/>
                  </a:ext>
                </a:extLst>
              </p:cNvPr>
              <p:cNvSpPr>
                <a:spLocks noGrp="1"/>
              </p:cNvSpPr>
              <p:nvPr/>
            </p:nvSpPr>
            <p:spPr>
              <a:xfrm>
                <a:off x="5103121" y="6181530"/>
                <a:ext cx="50278" cy="50278"/>
              </a:xfrm>
              <a:prstGeom prst="ellipse">
                <a:avLst/>
              </a:prstGeom>
              <a:solidFill>
                <a:srgbClr val="D55E00"/>
              </a:solidFill>
              <a:ln w="3421">
                <a:solidFill>
                  <a:srgbClr val="263238"/>
                </a:solidFill>
                <a:prstDash val="solid"/>
              </a:ln>
            </p:spPr>
          </p:sp>
          <p:sp>
            <p:nvSpPr>
              <p:cNvPr id="495" name="four:topology-swaps:critical-node:495">
                <a:extLst>
                  <a:ext uri="{FF2B5EF4-FFF2-40B4-BE49-F238E27FC236}">
                    <ns2:creationId id="{13E7BEB8-78F1-4189-B73B-A1C8F531529E}"/>
                  </a:ext>
                </a:extLst>
              </p:cNvPr>
              <p:cNvSpPr>
                <a:spLocks noGrp="1"/>
              </p:cNvSpPr>
              <p:nvPr/>
            </p:nvSpPr>
            <p:spPr>
              <a:xfrm>
                <a:off x="5054322" y="6298287"/>
                <a:ext cx="147876" cy="147876"/>
              </a:xfrm>
              <a:prstGeom prst="diamond">
                <a:avLst/>
              </a:prstGeom>
              <a:solidFill>
                <a:srgbClr val="D55E00"/>
              </a:solidFill>
              <a:ln w="5375">
                <a:solidFill>
                  <a:srgbClr val="263238"/>
                </a:solidFill>
                <a:prstDash val="solid"/>
              </a:ln>
            </p:spPr>
          </p:sp>
          <p:sp>
            <p:nvSpPr>
              <p:cNvPr id="496" name="four:topology-swaps:line:496">
                <a:extLst>
                  <a:ext uri="{FF2B5EF4-FFF2-40B4-BE49-F238E27FC236}">
                    <ns2:creationId id="{E331C4B5-6F4C-4F9E-B22B-9B689724A259}"/>
                  </a:ext>
                </a:extLst>
              </p:cNvPr>
              <p:cNvSpPr>
                <a:spLocks noGrp="1"/>
              </p:cNvSpPr>
              <p:nvPr/>
            </p:nvSpPr>
            <p:spPr>
              <a:xfrm>
                <a:off x="6821805" y="5086350"/>
                <a:ext cx="953" cy="282892"/>
              </a:xfrm>
              <a:custGeom>
                <a:pathLst>
                  <a:path w="953" h="282892">
                    <a:moveTo>
                      <a:pt x="0" y="58424"/>
                    </a:moveTo>
                    <a:lnTo>
                      <a:pt x="0" y="224469"/>
                    </a:lnTo>
                  </a:path>
                </a:pathLst>
              </a:custGeom>
              <a:noFill/>
              <a:ln w="5375">
                <a:solidFill>
                  <a:srgbClr val="263238"/>
                </a:solidFill>
                <a:prstDash val="solid"/>
              </a:ln>
            </p:spPr>
          </p:sp>
          <p:sp>
            <p:nvSpPr>
              <p:cNvPr id="497" name="four:topology-swaps:regular-node:497">
                <a:extLst>
                  <a:ext uri="{FF2B5EF4-FFF2-40B4-BE49-F238E27FC236}">
                    <ns2:creationId id="{F54123A4-8128-47F9-BD26-843E2D4BC544}"/>
                  </a:ext>
                </a:extLst>
              </p:cNvPr>
              <p:cNvSpPr>
                <a:spLocks noGrp="1"/>
              </p:cNvSpPr>
              <p:nvPr/>
            </p:nvSpPr>
            <p:spPr>
              <a:xfrm>
                <a:off x="6804060" y="5174240"/>
                <a:ext cx="35490" cy="35490"/>
              </a:xfrm>
              <a:prstGeom prst="ellipse">
                <a:avLst/>
              </a:prstGeom>
              <a:solidFill>
                <a:srgbClr val="DCE8ED"/>
              </a:solidFill>
              <a:ln w="3421">
                <a:solidFill>
                  <a:srgbClr val="263238"/>
                </a:solidFill>
                <a:prstDash val="solid"/>
              </a:ln>
            </p:spPr>
          </p:sp>
          <p:sp>
            <p:nvSpPr>
              <p:cNvPr id="498" name="four:topology-swaps:regular-node:498">
                <a:extLst>
                  <a:ext uri="{FF2B5EF4-FFF2-40B4-BE49-F238E27FC236}">
                    <ns2:creationId id="{7409274A-14F5-4030-AA16-5E4BAE1E78F4}"/>
                  </a:ext>
                </a:extLst>
              </p:cNvPr>
              <p:cNvSpPr>
                <a:spLocks noGrp="1"/>
              </p:cNvSpPr>
              <p:nvPr/>
            </p:nvSpPr>
            <p:spPr>
              <a:xfrm>
                <a:off x="6804060" y="5245863"/>
                <a:ext cx="35490" cy="35490"/>
              </a:xfrm>
              <a:prstGeom prst="ellipse">
                <a:avLst/>
              </a:prstGeom>
              <a:solidFill>
                <a:srgbClr val="DCE8ED"/>
              </a:solidFill>
              <a:ln w="3421">
                <a:solidFill>
                  <a:srgbClr val="263238"/>
                </a:solidFill>
                <a:prstDash val="solid"/>
              </a:ln>
            </p:spPr>
          </p:sp>
          <p:sp>
            <p:nvSpPr>
              <p:cNvPr id="499" name="four:topology-swaps:critical-node:499">
                <a:extLst>
                  <a:ext uri="{FF2B5EF4-FFF2-40B4-BE49-F238E27FC236}">
                    <ns2:creationId id="{88B0FFF0-DCF6-4FBD-B58F-3DFD75293CBF}"/>
                  </a:ext>
                </a:extLst>
              </p:cNvPr>
              <p:cNvSpPr>
                <a:spLocks noGrp="1"/>
              </p:cNvSpPr>
              <p:nvPr/>
            </p:nvSpPr>
            <p:spPr>
              <a:xfrm>
                <a:off x="6770049" y="5034594"/>
                <a:ext cx="103513" cy="103513"/>
              </a:xfrm>
              <a:prstGeom prst="diamond">
                <a:avLst/>
              </a:prstGeom>
              <a:solidFill>
                <a:srgbClr val="DCE8ED"/>
              </a:solidFill>
              <a:ln w="5375">
                <a:solidFill>
                  <a:srgbClr val="263238"/>
                </a:solidFill>
                <a:prstDash val="solid"/>
              </a:ln>
            </p:spPr>
          </p:sp>
          <p:sp>
            <p:nvSpPr>
              <p:cNvPr id="500" name="four:topology-swaps:critical-node:500">
                <a:extLst>
                  <a:ext uri="{FF2B5EF4-FFF2-40B4-BE49-F238E27FC236}">
                    <ns2:creationId id="{3E045E60-B9E6-4D9E-8451-72B319FC24C0}"/>
                  </a:ext>
                </a:extLst>
              </p:cNvPr>
              <p:cNvSpPr>
                <a:spLocks noGrp="1"/>
              </p:cNvSpPr>
              <p:nvPr/>
            </p:nvSpPr>
            <p:spPr>
              <a:xfrm>
                <a:off x="6770049" y="5317486"/>
                <a:ext cx="103513" cy="103513"/>
              </a:xfrm>
              <a:prstGeom prst="diamond">
                <a:avLst/>
              </a:prstGeom>
              <a:solidFill>
                <a:srgbClr val="DCE8ED"/>
              </a:solidFill>
              <a:ln w="5375">
                <a:solidFill>
                  <a:srgbClr val="263238"/>
                </a:solidFill>
                <a:prstDash val="solid"/>
              </a:ln>
            </p:spPr>
          </p:sp>
          <p:sp>
            <p:nvSpPr>
              <p:cNvPr id="501" name="four:topology-swaps:line:501">
                <a:extLst>
                  <a:ext uri="{FF2B5EF4-FFF2-40B4-BE49-F238E27FC236}">
                    <ns2:creationId id="{CE35ACE9-DBF5-446B-9859-7FCDF2FF0A2A}"/>
                  </a:ext>
                </a:extLst>
              </p:cNvPr>
              <p:cNvSpPr>
                <a:spLocks noGrp="1"/>
              </p:cNvSpPr>
              <p:nvPr/>
            </p:nvSpPr>
            <p:spPr>
              <a:xfrm>
                <a:off x="6318885" y="5369243"/>
                <a:ext cx="1005840" cy="953"/>
              </a:xfrm>
              <a:custGeom>
                <a:pathLst>
                  <a:path w="1005840" h="953">
                    <a:moveTo>
                      <a:pt x="0" y="0"/>
                    </a:moveTo>
                    <a:lnTo>
                      <a:pt x="444496" y="0"/>
                    </a:lnTo>
                    <a:moveTo>
                      <a:pt x="561344" y="0"/>
                    </a:moveTo>
                    <a:lnTo>
                      <a:pt x="1005840" y="0"/>
                    </a:lnTo>
                  </a:path>
                </a:pathLst>
              </a:custGeom>
              <a:noFill/>
              <a:ln w="5375">
                <a:solidFill>
                  <a:srgbClr val="263238"/>
                </a:solidFill>
                <a:prstDash val="solid"/>
              </a:ln>
            </p:spPr>
          </p:sp>
          <p:sp>
            <p:nvSpPr>
              <p:cNvPr id="502" name="four:topology-swaps:line:502">
                <a:extLst>
                  <a:ext uri="{FF2B5EF4-FFF2-40B4-BE49-F238E27FC236}">
                    <ns2:creationId id="{CD328A89-950B-40A0-9418-BB2252997073}"/>
                  </a:ext>
                </a:extLst>
              </p:cNvPr>
              <p:cNvSpPr>
                <a:spLocks noGrp="1"/>
              </p:cNvSpPr>
              <p:nvPr/>
            </p:nvSpPr>
            <p:spPr>
              <a:xfrm>
                <a:off x="6318885" y="5369243"/>
                <a:ext cx="953" cy="308610"/>
              </a:xfrm>
              <a:custGeom>
                <a:pathLst>
                  <a:path w="953" h="308610">
                    <a:moveTo>
                      <a:pt x="0" y="0"/>
                    </a:moveTo>
                    <a:lnTo>
                      <a:pt x="0" y="228005"/>
                    </a:lnTo>
                  </a:path>
                </a:pathLst>
              </a:custGeom>
              <a:noFill/>
              <a:ln w="5375">
                <a:solidFill>
                  <a:srgbClr val="263238"/>
                </a:solidFill>
                <a:prstDash val="solid"/>
              </a:ln>
            </p:spPr>
          </p:sp>
          <p:sp>
            <p:nvSpPr>
              <p:cNvPr id="503" name="four:topology-swaps:regular-node:503">
                <a:extLst>
                  <a:ext uri="{FF2B5EF4-FFF2-40B4-BE49-F238E27FC236}">
                    <ns2:creationId id="{63C0FC0D-48DF-4B3E-809E-CFE66024114C}"/>
                  </a:ext>
                </a:extLst>
              </p:cNvPr>
              <p:cNvSpPr>
                <a:spLocks noGrp="1"/>
              </p:cNvSpPr>
              <p:nvPr/>
            </p:nvSpPr>
            <p:spPr>
              <a:xfrm>
                <a:off x="6293746" y="5461440"/>
                <a:ext cx="50278" cy="50278"/>
              </a:xfrm>
              <a:prstGeom prst="ellipse">
                <a:avLst/>
              </a:prstGeom>
              <a:solidFill>
                <a:srgbClr val="D4B4CC"/>
              </a:solidFill>
              <a:ln w="3421">
                <a:solidFill>
                  <a:srgbClr val="263238"/>
                </a:solidFill>
                <a:prstDash val="solid"/>
              </a:ln>
            </p:spPr>
          </p:sp>
          <p:sp>
            <p:nvSpPr>
              <p:cNvPr id="504" name="four:topology-swaps:line:504">
                <a:extLst>
                  <a:ext uri="{FF2B5EF4-FFF2-40B4-BE49-F238E27FC236}">
                    <ns2:creationId id="{435D3036-981D-4D9C-99FA-A43997CA2671}"/>
                  </a:ext>
                </a:extLst>
              </p:cNvPr>
              <p:cNvSpPr>
                <a:spLocks noGrp="1"/>
              </p:cNvSpPr>
              <p:nvPr/>
            </p:nvSpPr>
            <p:spPr>
              <a:xfrm>
                <a:off x="7324725" y="5369243"/>
                <a:ext cx="953" cy="745808"/>
              </a:xfrm>
              <a:custGeom>
                <a:pathLst>
                  <a:path w="953" h="745808">
                    <a:moveTo>
                      <a:pt x="0" y="0"/>
                    </a:moveTo>
                    <a:lnTo>
                      <a:pt x="0" y="665202"/>
                    </a:lnTo>
                  </a:path>
                </a:pathLst>
              </a:custGeom>
              <a:noFill/>
              <a:ln w="5375">
                <a:solidFill>
                  <a:srgbClr val="263238"/>
                </a:solidFill>
                <a:prstDash val="solid"/>
              </a:ln>
            </p:spPr>
          </p:sp>
          <p:sp>
            <p:nvSpPr>
              <p:cNvPr id="505" name="four:topology-swaps:regular-node:505">
                <a:extLst>
                  <a:ext uri="{FF2B5EF4-FFF2-40B4-BE49-F238E27FC236}">
                    <ns2:creationId id="{AAAEAAA2-2F62-4B54-B94A-CA6935456F04}"/>
                  </a:ext>
                </a:extLst>
              </p:cNvPr>
              <p:cNvSpPr>
                <a:spLocks noGrp="1"/>
              </p:cNvSpPr>
              <p:nvPr/>
            </p:nvSpPr>
            <p:spPr>
              <a:xfrm>
                <a:off x="7299586" y="5559681"/>
                <a:ext cx="50278" cy="50278"/>
              </a:xfrm>
              <a:prstGeom prst="ellipse">
                <a:avLst/>
              </a:prstGeom>
              <a:solidFill>
                <a:srgbClr val="81C9BA"/>
              </a:solidFill>
              <a:ln w="3421">
                <a:solidFill>
                  <a:srgbClr val="263238"/>
                </a:solidFill>
                <a:prstDash val="solid"/>
              </a:ln>
            </p:spPr>
          </p:sp>
          <p:sp>
            <p:nvSpPr>
              <p:cNvPr id="506" name="four:topology-swaps:regular-node:506">
                <a:extLst>
                  <a:ext uri="{FF2B5EF4-FFF2-40B4-BE49-F238E27FC236}">
                    <ns2:creationId id="{F7E9F9DB-0D8B-4810-BFFF-DC3A53E42BBB}"/>
                  </a:ext>
                </a:extLst>
              </p:cNvPr>
              <p:cNvSpPr>
                <a:spLocks noGrp="1"/>
              </p:cNvSpPr>
              <p:nvPr/>
            </p:nvSpPr>
            <p:spPr>
              <a:xfrm>
                <a:off x="7299586" y="5800396"/>
                <a:ext cx="50278" cy="50278"/>
              </a:xfrm>
              <a:prstGeom prst="ellipse">
                <a:avLst/>
              </a:prstGeom>
              <a:solidFill>
                <a:srgbClr val="81C9BA"/>
              </a:solidFill>
              <a:ln w="3421">
                <a:solidFill>
                  <a:srgbClr val="263238"/>
                </a:solidFill>
                <a:prstDash val="solid"/>
              </a:ln>
            </p:spPr>
          </p:sp>
          <p:sp>
            <p:nvSpPr>
              <p:cNvPr id="507" name="four:topology-swaps:critical-node:507">
                <a:extLst>
                  <a:ext uri="{FF2B5EF4-FFF2-40B4-BE49-F238E27FC236}">
                    <ns2:creationId id="{8F30A15D-F352-439B-A9F7-383C4B130171}"/>
                  </a:ext>
                </a:extLst>
              </p:cNvPr>
              <p:cNvSpPr>
                <a:spLocks noGrp="1"/>
              </p:cNvSpPr>
              <p:nvPr/>
            </p:nvSpPr>
            <p:spPr>
              <a:xfrm>
                <a:off x="6244947" y="5603915"/>
                <a:ext cx="147876" cy="147876"/>
              </a:xfrm>
              <a:prstGeom prst="diamond">
                <a:avLst/>
              </a:prstGeom>
              <a:solidFill>
                <a:srgbClr val="D4B4CC"/>
              </a:solidFill>
              <a:ln w="5375">
                <a:solidFill>
                  <a:srgbClr val="263238"/>
                </a:solidFill>
                <a:prstDash val="solid"/>
              </a:ln>
            </p:spPr>
          </p:sp>
          <p:sp>
            <p:nvSpPr>
              <p:cNvPr id="508" name="four:topology-swaps:critical-node:508">
                <a:extLst>
                  <a:ext uri="{FF2B5EF4-FFF2-40B4-BE49-F238E27FC236}">
                    <ns2:creationId id="{B3C95DB4-6538-4E8E-A908-B68DAF5ACEAB}"/>
                  </a:ext>
                </a:extLst>
              </p:cNvPr>
              <p:cNvSpPr>
                <a:spLocks noGrp="1"/>
              </p:cNvSpPr>
              <p:nvPr/>
            </p:nvSpPr>
            <p:spPr>
              <a:xfrm>
                <a:off x="7250787" y="6041112"/>
                <a:ext cx="147876" cy="147876"/>
              </a:xfrm>
              <a:prstGeom prst="diamond">
                <a:avLst/>
              </a:prstGeom>
              <a:solidFill>
                <a:srgbClr val="81C9BA"/>
              </a:solidFill>
              <a:ln w="5375">
                <a:solidFill>
                  <a:srgbClr val="263238"/>
                </a:solidFill>
                <a:prstDash val="solid"/>
              </a:ln>
            </p:spPr>
          </p:sp>
          <p:sp>
            <p:nvSpPr>
              <p:cNvPr id="509" name="four:topology-swaps:line:509">
                <a:extLst>
                  <a:ext uri="{FF2B5EF4-FFF2-40B4-BE49-F238E27FC236}">
                    <ns2:creationId id="{F16FB785-A429-4A93-AA27-3BD5B92DE036}"/>
                  </a:ext>
                </a:extLst>
              </p:cNvPr>
              <p:cNvSpPr>
                <a:spLocks noGrp="1"/>
              </p:cNvSpPr>
              <p:nvPr/>
            </p:nvSpPr>
            <p:spPr>
              <a:xfrm>
                <a:off x="6067425" y="5677853"/>
                <a:ext cx="502920" cy="953"/>
              </a:xfrm>
              <a:custGeom>
                <a:pathLst>
                  <a:path w="502920" h="953">
                    <a:moveTo>
                      <a:pt x="0" y="0"/>
                    </a:moveTo>
                    <a:lnTo>
                      <a:pt x="170855" y="0"/>
                    </a:lnTo>
                    <a:moveTo>
                      <a:pt x="332065" y="0"/>
                    </a:moveTo>
                    <a:lnTo>
                      <a:pt x="502920" y="0"/>
                    </a:lnTo>
                  </a:path>
                </a:pathLst>
              </a:custGeom>
              <a:noFill/>
              <a:ln w="5375">
                <a:solidFill>
                  <a:srgbClr val="263238"/>
                </a:solidFill>
                <a:prstDash val="solid"/>
              </a:ln>
            </p:spPr>
          </p:sp>
          <p:sp>
            <p:nvSpPr>
              <p:cNvPr id="510" name="four:topology-swaps:line:510">
                <a:extLst>
                  <a:ext uri="{FF2B5EF4-FFF2-40B4-BE49-F238E27FC236}">
                    <ns2:creationId id="{0413523D-B54E-4411-A92D-401B18885091}"/>
                  </a:ext>
                </a:extLst>
              </p:cNvPr>
              <p:cNvSpPr>
                <a:spLocks noGrp="1"/>
              </p:cNvSpPr>
              <p:nvPr/>
            </p:nvSpPr>
            <p:spPr>
              <a:xfrm>
                <a:off x="7073265" y="6115050"/>
                <a:ext cx="502920" cy="953"/>
              </a:xfrm>
              <a:custGeom>
                <a:pathLst>
                  <a:path w="502920" h="953">
                    <a:moveTo>
                      <a:pt x="0" y="0"/>
                    </a:moveTo>
                    <a:lnTo>
                      <a:pt x="170855" y="0"/>
                    </a:lnTo>
                    <a:moveTo>
                      <a:pt x="332065" y="0"/>
                    </a:moveTo>
                    <a:lnTo>
                      <a:pt x="502920" y="0"/>
                    </a:lnTo>
                  </a:path>
                </a:pathLst>
              </a:custGeom>
              <a:noFill/>
              <a:ln w="5375">
                <a:solidFill>
                  <a:srgbClr val="263238"/>
                </a:solidFill>
                <a:prstDash val="solid"/>
              </a:ln>
            </p:spPr>
          </p:sp>
          <p:sp>
            <p:nvSpPr>
              <p:cNvPr id="511" name="four:topology-swaps:line:511">
                <a:extLst>
                  <a:ext uri="{FF2B5EF4-FFF2-40B4-BE49-F238E27FC236}">
                    <ns2:creationId id="{0EDAF9A5-B91D-4DDA-A3D4-B8EC448114EA}"/>
                  </a:ext>
                </a:extLst>
              </p:cNvPr>
              <p:cNvSpPr>
                <a:spLocks noGrp="1"/>
              </p:cNvSpPr>
              <p:nvPr/>
            </p:nvSpPr>
            <p:spPr>
              <a:xfrm>
                <a:off x="6067425" y="5677853"/>
                <a:ext cx="953" cy="694372"/>
              </a:xfrm>
              <a:custGeom>
                <a:pathLst>
                  <a:path w="953" h="694372">
                    <a:moveTo>
                      <a:pt x="0" y="0"/>
                    </a:moveTo>
                    <a:lnTo>
                      <a:pt x="0" y="613767"/>
                    </a:lnTo>
                  </a:path>
                </a:pathLst>
              </a:custGeom>
              <a:noFill/>
              <a:ln w="5375">
                <a:solidFill>
                  <a:srgbClr val="263238"/>
                </a:solidFill>
                <a:prstDash val="solid"/>
              </a:ln>
            </p:spPr>
          </p:sp>
          <p:sp>
            <p:nvSpPr>
              <p:cNvPr id="512" name="four:topology-swaps:regular-node:512">
                <a:extLst>
                  <a:ext uri="{FF2B5EF4-FFF2-40B4-BE49-F238E27FC236}">
                    <ns2:creationId id="{7F7D8396-3840-46DB-A676-88A577D139EE}"/>
                  </a:ext>
                </a:extLst>
              </p:cNvPr>
              <p:cNvSpPr>
                <a:spLocks noGrp="1"/>
              </p:cNvSpPr>
              <p:nvPr/>
            </p:nvSpPr>
            <p:spPr>
              <a:xfrm>
                <a:off x="6042286" y="5851146"/>
                <a:ext cx="50278" cy="50278"/>
              </a:xfrm>
              <a:prstGeom prst="ellipse">
                <a:avLst/>
              </a:prstGeom>
              <a:solidFill>
                <a:srgbClr val="0072B2"/>
              </a:solidFill>
              <a:ln w="3421">
                <a:solidFill>
                  <a:srgbClr val="263238"/>
                </a:solidFill>
                <a:prstDash val="solid"/>
              </a:ln>
            </p:spPr>
          </p:sp>
          <p:sp>
            <p:nvSpPr>
              <p:cNvPr id="513" name="four:topology-swaps:regular-node:513">
                <a:extLst>
                  <a:ext uri="{FF2B5EF4-FFF2-40B4-BE49-F238E27FC236}">
                    <ns2:creationId id="{18C9E416-047A-4C29-BA48-41A322645180}"/>
                  </a:ext>
                </a:extLst>
              </p:cNvPr>
              <p:cNvSpPr>
                <a:spLocks noGrp="1"/>
              </p:cNvSpPr>
              <p:nvPr/>
            </p:nvSpPr>
            <p:spPr>
              <a:xfrm>
                <a:off x="6042286" y="6074716"/>
                <a:ext cx="50278" cy="50278"/>
              </a:xfrm>
              <a:prstGeom prst="ellipse">
                <a:avLst/>
              </a:prstGeom>
              <a:solidFill>
                <a:srgbClr val="0072B2"/>
              </a:solidFill>
              <a:ln w="3421">
                <a:solidFill>
                  <a:srgbClr val="263238"/>
                </a:solidFill>
                <a:prstDash val="solid"/>
              </a:ln>
            </p:spPr>
          </p:sp>
          <p:sp>
            <p:nvSpPr>
              <p:cNvPr id="514" name="four:topology-swaps:critical-node:514">
                <a:extLst>
                  <a:ext uri="{FF2B5EF4-FFF2-40B4-BE49-F238E27FC236}">
                    <ns2:creationId id="{47D5D16B-C78C-42BC-BC72-272B2FDEC7A5}"/>
                  </a:ext>
                </a:extLst>
              </p:cNvPr>
              <p:cNvSpPr>
                <a:spLocks noGrp="1"/>
              </p:cNvSpPr>
              <p:nvPr/>
            </p:nvSpPr>
            <p:spPr>
              <a:xfrm>
                <a:off x="5993487" y="6298287"/>
                <a:ext cx="147876" cy="147876"/>
              </a:xfrm>
              <a:prstGeom prst="diamond">
                <a:avLst/>
              </a:prstGeom>
              <a:solidFill>
                <a:srgbClr val="0072B2"/>
              </a:solidFill>
              <a:ln w="5375">
                <a:solidFill>
                  <a:srgbClr val="263238"/>
                </a:solidFill>
                <a:prstDash val="solid"/>
              </a:ln>
            </p:spPr>
          </p:sp>
          <p:sp>
            <p:nvSpPr>
              <p:cNvPr id="515" name="four:topology-swaps:line:515">
                <a:extLst>
                  <a:ext uri="{FF2B5EF4-FFF2-40B4-BE49-F238E27FC236}">
                    <ns2:creationId id="{5740667E-A7E3-4D4D-A770-DEF3F5A883AF}"/>
                  </a:ext>
                </a:extLst>
              </p:cNvPr>
              <p:cNvSpPr>
                <a:spLocks noGrp="1"/>
              </p:cNvSpPr>
              <p:nvPr/>
            </p:nvSpPr>
            <p:spPr>
              <a:xfrm>
                <a:off x="6570345" y="5677853"/>
                <a:ext cx="953" cy="694372"/>
              </a:xfrm>
              <a:custGeom>
                <a:pathLst>
                  <a:path w="953" h="694372">
                    <a:moveTo>
                      <a:pt x="0" y="0"/>
                    </a:moveTo>
                    <a:lnTo>
                      <a:pt x="0" y="613767"/>
                    </a:lnTo>
                  </a:path>
                </a:pathLst>
              </a:custGeom>
              <a:noFill/>
              <a:ln w="5375">
                <a:solidFill>
                  <a:srgbClr val="263238"/>
                </a:solidFill>
                <a:prstDash val="solid"/>
              </a:ln>
            </p:spPr>
          </p:sp>
          <p:sp>
            <p:nvSpPr>
              <p:cNvPr id="516" name="four:topology-swaps:regular-node:516">
                <a:extLst>
                  <a:ext uri="{FF2B5EF4-FFF2-40B4-BE49-F238E27FC236}">
                    <ns2:creationId id="{1D951264-805D-432D-B3F0-F5B3E0338E2A}"/>
                  </a:ext>
                </a:extLst>
              </p:cNvPr>
              <p:cNvSpPr>
                <a:spLocks noGrp="1"/>
              </p:cNvSpPr>
              <p:nvPr/>
            </p:nvSpPr>
            <p:spPr>
              <a:xfrm>
                <a:off x="6545206" y="5851146"/>
                <a:ext cx="50278" cy="50278"/>
              </a:xfrm>
              <a:prstGeom prst="ellipse">
                <a:avLst/>
              </a:prstGeom>
              <a:solidFill>
                <a:srgbClr val="CC79A7"/>
              </a:solidFill>
              <a:ln w="3421">
                <a:solidFill>
                  <a:srgbClr val="263238"/>
                </a:solidFill>
                <a:prstDash val="solid"/>
              </a:ln>
            </p:spPr>
          </p:sp>
          <p:sp>
            <p:nvSpPr>
              <p:cNvPr id="517" name="four:topology-swaps:regular-node:517">
                <a:extLst>
                  <a:ext uri="{FF2B5EF4-FFF2-40B4-BE49-F238E27FC236}">
                    <ns2:creationId id="{0D5DAA63-DF53-4EA4-8654-4C368CED08AE}"/>
                  </a:ext>
                </a:extLst>
              </p:cNvPr>
              <p:cNvSpPr>
                <a:spLocks noGrp="1"/>
              </p:cNvSpPr>
              <p:nvPr/>
            </p:nvSpPr>
            <p:spPr>
              <a:xfrm>
                <a:off x="6545206" y="6074716"/>
                <a:ext cx="50278" cy="50278"/>
              </a:xfrm>
              <a:prstGeom prst="ellipse">
                <a:avLst/>
              </a:prstGeom>
              <a:solidFill>
                <a:srgbClr val="CC79A7"/>
              </a:solidFill>
              <a:ln w="3421">
                <a:solidFill>
                  <a:srgbClr val="263238"/>
                </a:solidFill>
                <a:prstDash val="solid"/>
              </a:ln>
            </p:spPr>
          </p:sp>
          <p:sp>
            <p:nvSpPr>
              <p:cNvPr id="518" name="four:topology-swaps:critical-node:518">
                <a:extLst>
                  <a:ext uri="{FF2B5EF4-FFF2-40B4-BE49-F238E27FC236}">
                    <ns2:creationId id="{5C714A40-8A1E-4CA4-B1FF-6D0702538690}"/>
                  </a:ext>
                </a:extLst>
              </p:cNvPr>
              <p:cNvSpPr>
                <a:spLocks noGrp="1"/>
              </p:cNvSpPr>
              <p:nvPr/>
            </p:nvSpPr>
            <p:spPr>
              <a:xfrm>
                <a:off x="6496407" y="6298287"/>
                <a:ext cx="147876" cy="147876"/>
              </a:xfrm>
              <a:prstGeom prst="diamond">
                <a:avLst/>
              </a:prstGeom>
              <a:solidFill>
                <a:srgbClr val="CC79A7"/>
              </a:solidFill>
              <a:ln w="5375">
                <a:solidFill>
                  <a:srgbClr val="263238"/>
                </a:solidFill>
                <a:prstDash val="solid"/>
              </a:ln>
            </p:spPr>
          </p:sp>
          <p:sp>
            <p:nvSpPr>
              <p:cNvPr id="519" name="four:topology-swaps:line:519">
                <a:extLst>
                  <a:ext uri="{FF2B5EF4-FFF2-40B4-BE49-F238E27FC236}">
                    <ns2:creationId id="{7320AD31-EC1B-4EDA-AD73-2C099A009FF1}"/>
                  </a:ext>
                </a:extLst>
              </p:cNvPr>
              <p:cNvSpPr>
                <a:spLocks noGrp="1"/>
              </p:cNvSpPr>
              <p:nvPr/>
            </p:nvSpPr>
            <p:spPr>
              <a:xfrm>
                <a:off x="7073265" y="6115050"/>
                <a:ext cx="953" cy="257175"/>
              </a:xfrm>
              <a:custGeom>
                <a:pathLst>
                  <a:path w="953" h="257175">
                    <a:moveTo>
                      <a:pt x="0" y="0"/>
                    </a:moveTo>
                    <a:lnTo>
                      <a:pt x="0" y="176570"/>
                    </a:lnTo>
                  </a:path>
                </a:pathLst>
              </a:custGeom>
              <a:noFill/>
              <a:ln w="5375">
                <a:solidFill>
                  <a:srgbClr val="263238"/>
                </a:solidFill>
                <a:prstDash val="solid"/>
              </a:ln>
            </p:spPr>
          </p:sp>
          <p:sp>
            <p:nvSpPr>
              <p:cNvPr id="520" name="four:topology-swaps:regular-node:520">
                <a:extLst>
                  <a:ext uri="{FF2B5EF4-FFF2-40B4-BE49-F238E27FC236}">
                    <ns2:creationId id="{F2E2BF28-4526-488A-9951-F57C4BF1B560}"/>
                  </a:ext>
                </a:extLst>
              </p:cNvPr>
              <p:cNvSpPr>
                <a:spLocks noGrp="1"/>
              </p:cNvSpPr>
              <p:nvPr/>
            </p:nvSpPr>
            <p:spPr>
              <a:xfrm>
                <a:off x="7048126" y="6181530"/>
                <a:ext cx="50278" cy="50278"/>
              </a:xfrm>
              <a:prstGeom prst="ellipse">
                <a:avLst/>
              </a:prstGeom>
              <a:solidFill>
                <a:srgbClr val="D55E00"/>
              </a:solidFill>
              <a:ln w="3421">
                <a:solidFill>
                  <a:srgbClr val="263238"/>
                </a:solidFill>
                <a:prstDash val="solid"/>
              </a:ln>
            </p:spPr>
          </p:sp>
          <p:sp>
            <p:nvSpPr>
              <p:cNvPr id="521" name="four:topology-swaps:critical-node:521">
                <a:extLst>
                  <a:ext uri="{FF2B5EF4-FFF2-40B4-BE49-F238E27FC236}">
                    <ns2:creationId id="{88199C01-939B-4D7A-9706-29BAFBBDC0BC}"/>
                  </a:ext>
                </a:extLst>
              </p:cNvPr>
              <p:cNvSpPr>
                <a:spLocks noGrp="1"/>
              </p:cNvSpPr>
              <p:nvPr/>
            </p:nvSpPr>
            <p:spPr>
              <a:xfrm>
                <a:off x="6999327" y="6298287"/>
                <a:ext cx="147876" cy="147876"/>
              </a:xfrm>
              <a:prstGeom prst="diamond">
                <a:avLst/>
              </a:prstGeom>
              <a:solidFill>
                <a:srgbClr val="D55E00"/>
              </a:solidFill>
              <a:ln w="5375">
                <a:solidFill>
                  <a:srgbClr val="263238"/>
                </a:solidFill>
                <a:prstDash val="solid"/>
              </a:ln>
            </p:spPr>
          </p:sp>
          <p:sp>
            <p:nvSpPr>
              <p:cNvPr id="522" name="four:topology-swaps:line:522">
                <a:extLst>
                  <a:ext uri="{FF2B5EF4-FFF2-40B4-BE49-F238E27FC236}">
                    <ns2:creationId id="{15CE5974-B7AE-4FA2-BFB3-500F583F8BE5}"/>
                  </a:ext>
                </a:extLst>
              </p:cNvPr>
              <p:cNvSpPr>
                <a:spLocks noGrp="1"/>
              </p:cNvSpPr>
              <p:nvPr/>
            </p:nvSpPr>
            <p:spPr>
              <a:xfrm>
                <a:off x="7576185" y="6115050"/>
                <a:ext cx="953" cy="257175"/>
              </a:xfrm>
              <a:custGeom>
                <a:pathLst>
                  <a:path w="953" h="257175">
                    <a:moveTo>
                      <a:pt x="0" y="0"/>
                    </a:moveTo>
                    <a:lnTo>
                      <a:pt x="0" y="176570"/>
                    </a:lnTo>
                  </a:path>
                </a:pathLst>
              </a:custGeom>
              <a:noFill/>
              <a:ln w="5375">
                <a:solidFill>
                  <a:srgbClr val="263238"/>
                </a:solidFill>
                <a:prstDash val="solid"/>
              </a:ln>
            </p:spPr>
          </p:sp>
          <p:sp>
            <p:nvSpPr>
              <p:cNvPr id="523" name="four:topology-swaps:regular-node:523">
                <a:extLst>
                  <a:ext uri="{FF2B5EF4-FFF2-40B4-BE49-F238E27FC236}">
                    <ns2:creationId id="{741DF905-BF67-4928-8ECB-1759414E42F6}"/>
                  </a:ext>
                </a:extLst>
              </p:cNvPr>
              <p:cNvSpPr>
                <a:spLocks noGrp="1"/>
              </p:cNvSpPr>
              <p:nvPr/>
            </p:nvSpPr>
            <p:spPr>
              <a:xfrm>
                <a:off x="7551046" y="6181530"/>
                <a:ext cx="50278" cy="50278"/>
              </a:xfrm>
              <a:prstGeom prst="ellipse">
                <a:avLst/>
              </a:prstGeom>
              <a:solidFill>
                <a:srgbClr val="009E73"/>
              </a:solidFill>
              <a:ln w="3421">
                <a:solidFill>
                  <a:srgbClr val="263238"/>
                </a:solidFill>
                <a:prstDash val="solid"/>
              </a:ln>
            </p:spPr>
          </p:sp>
          <p:sp>
            <p:nvSpPr>
              <p:cNvPr id="524" name="four:topology-swaps:critical-node:524">
                <a:extLst>
                  <a:ext uri="{FF2B5EF4-FFF2-40B4-BE49-F238E27FC236}">
                    <ns2:creationId id="{9F4C15B2-0640-4DA5-A786-3AC20A45E1E7}"/>
                  </a:ext>
                </a:extLst>
              </p:cNvPr>
              <p:cNvSpPr>
                <a:spLocks noGrp="1"/>
              </p:cNvSpPr>
              <p:nvPr/>
            </p:nvSpPr>
            <p:spPr>
              <a:xfrm>
                <a:off x="7502247" y="6298287"/>
                <a:ext cx="147876" cy="147876"/>
              </a:xfrm>
              <a:prstGeom prst="diamond">
                <a:avLst/>
              </a:prstGeom>
              <a:solidFill>
                <a:srgbClr val="009E73"/>
              </a:solidFill>
              <a:ln w="5375">
                <a:solidFill>
                  <a:srgbClr val="263238"/>
                </a:solidFill>
                <a:prstDash val="solid"/>
              </a:ln>
            </p:spPr>
          </p:sp>
          <p:sp>
            <p:nvSpPr>
              <p:cNvPr id="525" name="four:topology-swaps:rightArrow:525">
                <a:extLst>
                  <a:ext uri="{FF2B5EF4-FFF2-40B4-BE49-F238E27FC236}">
                    <ns2:creationId id="{F96A2C23-D76A-4D60-AE0F-8CD1CAAE2530}"/>
                  </a:ext>
                </a:extLst>
              </p:cNvPr>
              <p:cNvSpPr>
                <a:spLocks noGrp="1"/>
              </p:cNvSpPr>
              <p:nvPr/>
            </p:nvSpPr>
            <p:spPr>
              <a:xfrm>
                <a:off x="5381625" y="5610225"/>
                <a:ext cx="371475" cy="276225"/>
              </a:xfrm>
              <a:prstGeom prst="rightArrow">
                <a:avLst/>
              </a:prstGeom>
              <a:solidFill>
                <a:srgbClr val="91A5B4"/>
              </a:solidFill>
              <a:ln w="0">
                <a:noFill/>
                <a:prstDash val="solid"/>
              </a:ln>
            </p:spPr>
          </p:sp>
          <p:sp>
            <p:nvSpPr>
              <p:cNvPr id="526" name="four:topology-swaps:textbox:526">
                <a:extLst>
                  <a:ext uri="{FF2B5EF4-FFF2-40B4-BE49-F238E27FC236}">
                    <ns2:creationId id="{996B31F9-FF3C-4C3D-BCD9-796525D45F78}"/>
                  </a:ext>
                </a:extLst>
              </p:cNvPr>
              <p:cNvSpPr>
                <a:spLocks noGrp="1"/>
              </p:cNvSpPr>
              <p:nvPr/>
            </p:nvSpPr>
            <p:spPr>
              <a:xfrm>
                <a:off x="5238750" y="5257800"/>
                <a:ext cx="657225" cy="257175"/>
              </a:xfrm>
              <a:prstGeom prst="rect">
                <a:avLst/>
              </a:prstGeom>
              <a:noFill/>
              <a:ln w="0">
                <a:noFill/>
                <a:prstDash val="solid"/>
              </a:ln>
            </p:spPr>
            <p:txBody>
              <a:bodyPr wrap="none" lIns="0" tIns="0" rIns="0" bIns="0" anchor="ctr">
                <a:normAutofit fontScale="100000"/>
              </a:bodyPr>
              <a:lstStyle>
                <a:defPPr algn="ctr">
                  <a:defRPr sz="769" b="1">
                    <a:solidFill>
                      <a:srgbClr val="7B8790"/>
                    </a:solidFill>
                    <a:latin typeface="Arial"/>
                    <a:ea typeface="Arial"/>
                    <a:cs typeface="Arial"/>
                  </a:defRPr>
                </a:defPPr>
              </a:lstStyle>
              <a:p>
                <a:pPr algn="ctr">
                  <a:defRPr sz="769" b="1">
                    <a:solidFill>
                      <a:srgbClr val="7B8790"/>
                    </a:solidFill>
                    <a:latin typeface="Arial"/>
                    <a:ea typeface="Arial"/>
                    <a:cs typeface="Arial"/>
                  </a:defRPr>
                </a:pPr>
                <a:r>
                  <a:rPr sz="769" b="1">
                    <a:solidFill>
                      <a:srgbClr val="7B8790"/>
                    </a:solidFill>
                    <a:latin typeface="Arial"/>
                    <a:ea typeface="Arial"/>
                    <a:cs typeface="Arial"/>
                  </a:rPr>
                  <a:t>Swap</a:t>
                </a:r>
              </a:p>
            </p:txBody>
          </p:sp>
          <p:sp>
            <p:nvSpPr>
              <p:cNvPr id="527" name="four:topology-swaps:line:527">
                <a:extLst>
                  <a:ext uri="{FF2B5EF4-FFF2-40B4-BE49-F238E27FC236}">
                    <ns2:creationId id="{069A5B73-BE68-44A8-847F-10F177863BEC}"/>
                  </a:ext>
                </a:extLst>
              </p:cNvPr>
              <p:cNvSpPr>
                <a:spLocks noGrp="1"/>
              </p:cNvSpPr>
              <p:nvPr/>
            </p:nvSpPr>
            <p:spPr>
              <a:xfrm>
                <a:off x="3505200" y="6581775"/>
                <a:ext cx="1733550" cy="953"/>
              </a:xfrm>
              <a:custGeom>
                <a:pathLst>
                  <a:path w="1733550" h="953">
                    <a:moveTo>
                      <a:pt x="0" y="0"/>
                    </a:moveTo>
                    <a:lnTo>
                      <a:pt x="1733550" y="0"/>
                    </a:lnTo>
                  </a:path>
                </a:pathLst>
              </a:custGeom>
              <a:noFill/>
              <a:ln w="5375">
                <a:solidFill>
                  <a:srgbClr val="263238"/>
                </a:solidFill>
                <a:prstDash val="dash"/>
              </a:ln>
            </p:spPr>
          </p:sp>
          <p:sp>
            <p:nvSpPr>
              <p:cNvPr id="528" name="four:topology-swaps:polygon:528">
                <a:extLst>
                  <a:ext uri="{FF2B5EF4-FFF2-40B4-BE49-F238E27FC236}">
                    <ns2:creationId id="{1AC765BC-BF9E-4999-91C9-4AF6AFFFF705}"/>
                  </a:ext>
                </a:extLst>
              </p:cNvPr>
              <p:cNvSpPr>
                <a:spLocks noGrp="1"/>
              </p:cNvSpPr>
              <p:nvPr/>
            </p:nvSpPr>
            <p:spPr>
              <a:xfrm>
                <a:off x="5181600" y="6557201"/>
                <a:ext cx="57150" cy="49149"/>
              </a:xfrm>
              <a:custGeom>
                <a:pathLst>
                  <a:path w="57150" h="49149">
                    <a:moveTo>
                      <a:pt x="57150" y="24574"/>
                    </a:moveTo>
                    <a:lnTo>
                      <a:pt x="0" y="0"/>
                    </a:lnTo>
                    <a:lnTo>
                      <a:pt x="0" y="49149"/>
                    </a:lnTo>
                    <a:close/>
                  </a:path>
                </a:pathLst>
              </a:custGeom>
              <a:solidFill>
                <a:srgbClr val="263238"/>
              </a:solidFill>
              <a:ln w="0">
                <a:noFill/>
                <a:prstDash val="solid"/>
              </a:ln>
            </p:spPr>
          </p:sp>
          <p:sp>
            <p:nvSpPr>
              <p:cNvPr id="529" name="four:topology-swaps:textbox:529">
                <a:extLst>
                  <a:ext uri="{FF2B5EF4-FFF2-40B4-BE49-F238E27FC236}">
                    <ns2:creationId id="{F44E340B-2828-44D5-97CC-8E55522B2DC7}"/>
                  </a:ext>
                </a:extLst>
              </p:cNvPr>
              <p:cNvSpPr>
                <a:spLocks noGrp="1"/>
              </p:cNvSpPr>
              <p:nvPr/>
            </p:nvSpPr>
            <p:spPr>
              <a:xfrm>
                <a:off x="3324225" y="6391275"/>
                <a:ext cx="266700" cy="342900"/>
              </a:xfrm>
              <a:prstGeom prst="rect">
                <a:avLst/>
              </a:prstGeom>
              <a:noFill/>
              <a:ln w="0">
                <a:noFill/>
                <a:prstDash val="solid"/>
              </a:ln>
            </p:spPr>
            <p:txBody>
              <a:bodyPr wrap="none" lIns="0" tIns="0" rIns="0" bIns="0" anchor="ctr">
                <a:normAutofit fontScale="100000"/>
              </a:bodyPr>
              <a:lstStyle>
                <a:defPPr algn="ctr">
                  <a:defRPr sz="846" b="0">
                    <a:solidFill>
                      <a:srgbClr val="7B8790"/>
                    </a:solidFill>
                    <a:latin typeface="Arial"/>
                    <a:ea typeface="Arial"/>
                    <a:cs typeface="Arial"/>
                  </a:defRPr>
                </a:defPPr>
              </a:lstStyle>
              <a:p>
                <a:pPr algn="ctr">
                  <a:defRPr sz="846" b="0">
                    <a:solidFill>
                      <a:srgbClr val="7B8790"/>
                    </a:solidFill>
                    <a:latin typeface="Arial"/>
                    <a:ea typeface="Arial"/>
                    <a:cs typeface="Arial"/>
                  </a:defRPr>
                </a:pPr>
                <a:r>
                  <a:rPr sz="846" b="0">
                    <a:solidFill>
                      <a:srgbClr val="7B8790"/>
                    </a:solidFill>
                    <a:latin typeface="Arial"/>
                    <a:ea typeface="Arial"/>
                    <a:cs typeface="Arial"/>
                  </a:rPr>
                  <a:t>u</a:t>
                </a:r>
                <a:r>
                  <a:rPr sz="609" b="0" baseline="-25000">
                    <a:solidFill>
                      <a:srgbClr val="7B8790"/>
                    </a:solidFill>
                    <a:latin typeface="Arial"/>
                    <a:ea typeface="Arial"/>
                    <a:cs typeface="Arial"/>
                  </a:rPr>
                  <a:t>i</a:t>
                </a:r>
              </a:p>
            </p:txBody>
          </p:sp>
          <p:sp>
            <p:nvSpPr>
              <p:cNvPr id="530" name="four:topology-swaps:line:530">
                <a:extLst>
                  <a:ext uri="{FF2B5EF4-FFF2-40B4-BE49-F238E27FC236}">
                    <ns2:creationId id="{97FCFA4F-0461-45E7-B18C-05A794362E06}"/>
                  </a:ext>
                </a:extLst>
              </p:cNvPr>
              <p:cNvSpPr>
                <a:spLocks noGrp="1"/>
              </p:cNvSpPr>
              <p:nvPr/>
            </p:nvSpPr>
            <p:spPr>
              <a:xfrm>
                <a:off x="4122420" y="6448425"/>
                <a:ext cx="953" cy="228600"/>
              </a:xfrm>
              <a:custGeom>
                <a:pathLst>
                  <a:path w="953" h="228600">
                    <a:moveTo>
                      <a:pt x="0" y="4405"/>
                    </a:moveTo>
                    <a:lnTo>
                      <a:pt x="0" y="228600"/>
                    </a:lnTo>
                  </a:path>
                </a:pathLst>
              </a:custGeom>
              <a:noFill/>
              <a:ln w="6841">
                <a:solidFill>
                  <a:srgbClr val="0072B2"/>
                </a:solidFill>
                <a:prstDash val="dash"/>
              </a:ln>
            </p:spPr>
          </p:sp>
          <p:sp>
            <p:nvSpPr>
              <p:cNvPr id="531" name="four:topology-swaps:line:531">
                <a:extLst>
                  <a:ext uri="{FF2B5EF4-FFF2-40B4-BE49-F238E27FC236}">
                    <ns2:creationId id="{D375D91F-A330-44D2-9806-3F81181D9E92}"/>
                  </a:ext>
                </a:extLst>
              </p:cNvPr>
              <p:cNvSpPr>
                <a:spLocks noGrp="1"/>
              </p:cNvSpPr>
              <p:nvPr/>
            </p:nvSpPr>
            <p:spPr>
              <a:xfrm>
                <a:off x="4093845" y="6486525"/>
                <a:ext cx="57150" cy="953"/>
              </a:xfrm>
              <a:custGeom>
                <a:pathLst>
                  <a:path w="57150" h="953">
                    <a:moveTo>
                      <a:pt x="0" y="0"/>
                    </a:moveTo>
                    <a:lnTo>
                      <a:pt x="57150" y="0"/>
                    </a:lnTo>
                  </a:path>
                </a:pathLst>
              </a:custGeom>
              <a:noFill/>
              <a:ln w="7329">
                <a:solidFill>
                  <a:srgbClr val="0072B2"/>
                </a:solidFill>
                <a:prstDash val="solid"/>
              </a:ln>
            </p:spPr>
          </p:sp>
          <p:sp>
            <p:nvSpPr>
              <p:cNvPr id="532" name="four:topology-swaps:regular-node:532">
                <a:extLst>
                  <a:ext uri="{FF2B5EF4-FFF2-40B4-BE49-F238E27FC236}">
                    <ns2:creationId id="{952C0BBE-36F5-4F42-881C-939927CE85F9}"/>
                  </a:ext>
                </a:extLst>
              </p:cNvPr>
              <p:cNvSpPr>
                <a:spLocks noGrp="1"/>
              </p:cNvSpPr>
              <p:nvPr/>
            </p:nvSpPr>
            <p:spPr>
              <a:xfrm>
                <a:off x="4104323" y="6563678"/>
                <a:ext cx="36195" cy="36195"/>
              </a:xfrm>
              <a:prstGeom prst="ellipse">
                <a:avLst/>
              </a:prstGeom>
              <a:solidFill>
                <a:srgbClr val="0072B2"/>
              </a:solidFill>
              <a:ln w="0">
                <a:noFill/>
                <a:prstDash val="solid"/>
              </a:ln>
            </p:spPr>
          </p:sp>
          <p:sp>
            <p:nvSpPr>
              <p:cNvPr id="533" name="four:topology-swaps:line:533">
                <a:extLst>
                  <a:ext uri="{FF2B5EF4-FFF2-40B4-BE49-F238E27FC236}">
                    <ns2:creationId id="{67E3EA2C-3F29-4C7F-9FF5-6AA738C89F8E}"/>
                  </a:ext>
                </a:extLst>
              </p:cNvPr>
              <p:cNvSpPr>
                <a:spLocks noGrp="1"/>
              </p:cNvSpPr>
              <p:nvPr/>
            </p:nvSpPr>
            <p:spPr>
              <a:xfrm>
                <a:off x="3619500" y="6696075"/>
                <a:ext cx="502920" cy="200025"/>
              </a:xfrm>
              <a:custGeom>
                <a:pathLst>
                  <a:path w="502920" h="200025">
                    <a:moveTo>
                      <a:pt x="502920" y="0"/>
                    </a:moveTo>
                    <a:lnTo>
                      <a:pt x="0" y="200025"/>
                    </a:lnTo>
                  </a:path>
                </a:pathLst>
              </a:custGeom>
              <a:noFill/>
              <a:ln w="5375">
                <a:solidFill>
                  <a:srgbClr val="0072B2">
                    <a:alpha val="60000"/>
                  </a:srgbClr>
                </a:solidFill>
                <a:prstDash val="solid"/>
              </a:ln>
            </p:spPr>
          </p:sp>
          <p:sp>
            <p:nvSpPr>
              <p:cNvPr id="534" name="four:topology-swaps:line:534">
                <a:extLst>
                  <a:ext uri="{FF2B5EF4-FFF2-40B4-BE49-F238E27FC236}">
                    <ns2:creationId id="{A4DFEA4D-50F8-4477-9284-E4DE350FCBD6}"/>
                  </a:ext>
                </a:extLst>
              </p:cNvPr>
              <p:cNvSpPr>
                <a:spLocks noGrp="1"/>
              </p:cNvSpPr>
              <p:nvPr/>
            </p:nvSpPr>
            <p:spPr>
              <a:xfrm>
                <a:off x="5128260" y="6448425"/>
                <a:ext cx="953" cy="228600"/>
              </a:xfrm>
              <a:custGeom>
                <a:pathLst>
                  <a:path w="953" h="228600">
                    <a:moveTo>
                      <a:pt x="0" y="4405"/>
                    </a:moveTo>
                    <a:lnTo>
                      <a:pt x="0" y="228600"/>
                    </a:lnTo>
                  </a:path>
                </a:pathLst>
              </a:custGeom>
              <a:noFill/>
              <a:ln w="6841">
                <a:solidFill>
                  <a:srgbClr val="D55E00"/>
                </a:solidFill>
                <a:prstDash val="dash"/>
              </a:ln>
            </p:spPr>
          </p:sp>
          <p:sp>
            <p:nvSpPr>
              <p:cNvPr id="535" name="four:topology-swaps:line:535">
                <a:extLst>
                  <a:ext uri="{FF2B5EF4-FFF2-40B4-BE49-F238E27FC236}">
                    <ns2:creationId id="{F33B5478-661B-4446-814C-73775A3A421C}"/>
                  </a:ext>
                </a:extLst>
              </p:cNvPr>
              <p:cNvSpPr>
                <a:spLocks noGrp="1"/>
              </p:cNvSpPr>
              <p:nvPr/>
            </p:nvSpPr>
            <p:spPr>
              <a:xfrm>
                <a:off x="5099685" y="6486525"/>
                <a:ext cx="57150" cy="953"/>
              </a:xfrm>
              <a:custGeom>
                <a:pathLst>
                  <a:path w="57150" h="953">
                    <a:moveTo>
                      <a:pt x="0" y="0"/>
                    </a:moveTo>
                    <a:lnTo>
                      <a:pt x="57150" y="0"/>
                    </a:lnTo>
                  </a:path>
                </a:pathLst>
              </a:custGeom>
              <a:noFill/>
              <a:ln w="7329">
                <a:solidFill>
                  <a:srgbClr val="D55E00"/>
                </a:solidFill>
                <a:prstDash val="solid"/>
              </a:ln>
            </p:spPr>
          </p:sp>
          <p:sp>
            <p:nvSpPr>
              <p:cNvPr id="536" name="four:topology-swaps:regular-node:536">
                <a:extLst>
                  <a:ext uri="{FF2B5EF4-FFF2-40B4-BE49-F238E27FC236}">
                    <ns2:creationId id="{9A797C43-2115-4FCF-970D-ED1C65663313}"/>
                  </a:ext>
                </a:extLst>
              </p:cNvPr>
              <p:cNvSpPr>
                <a:spLocks noGrp="1"/>
              </p:cNvSpPr>
              <p:nvPr/>
            </p:nvSpPr>
            <p:spPr>
              <a:xfrm>
                <a:off x="5110163" y="6563678"/>
                <a:ext cx="36195" cy="36195"/>
              </a:xfrm>
              <a:prstGeom prst="ellipse">
                <a:avLst/>
              </a:prstGeom>
              <a:solidFill>
                <a:srgbClr val="D55E00"/>
              </a:solidFill>
              <a:ln w="0">
                <a:noFill/>
                <a:prstDash val="solid"/>
              </a:ln>
            </p:spPr>
          </p:sp>
          <p:sp>
            <p:nvSpPr>
              <p:cNvPr id="537" name="four:topology-swaps:line:537">
                <a:extLst>
                  <a:ext uri="{FF2B5EF4-FFF2-40B4-BE49-F238E27FC236}">
                    <ns2:creationId id="{BFCB1C2A-2C85-4324-B04A-9E6978062B98}"/>
                  </a:ext>
                </a:extLst>
              </p:cNvPr>
              <p:cNvSpPr>
                <a:spLocks noGrp="1"/>
              </p:cNvSpPr>
              <p:nvPr/>
            </p:nvSpPr>
            <p:spPr>
              <a:xfrm>
                <a:off x="4076700" y="6696075"/>
                <a:ext cx="1051560" cy="200025"/>
              </a:xfrm>
              <a:custGeom>
                <a:pathLst>
                  <a:path w="1051560" h="200025">
                    <a:moveTo>
                      <a:pt x="1051560" y="0"/>
                    </a:moveTo>
                    <a:lnTo>
                      <a:pt x="0" y="200025"/>
                    </a:lnTo>
                  </a:path>
                </a:pathLst>
              </a:custGeom>
              <a:noFill/>
              <a:ln w="5375">
                <a:solidFill>
                  <a:srgbClr val="D55E00">
                    <a:alpha val="60000"/>
                  </a:srgbClr>
                </a:solidFill>
                <a:prstDash val="solid"/>
              </a:ln>
            </p:spPr>
          </p:sp>
          <p:sp>
            <p:nvSpPr>
              <p:cNvPr id="538" name="four:topology-swaps:line:538">
                <a:extLst>
                  <a:ext uri="{FF2B5EF4-FFF2-40B4-BE49-F238E27FC236}">
                    <ns2:creationId id="{B3DF5743-4FCC-4966-B1B3-C0528125A0CF}"/>
                  </a:ext>
                </a:extLst>
              </p:cNvPr>
              <p:cNvSpPr>
                <a:spLocks noGrp="1"/>
              </p:cNvSpPr>
              <p:nvPr/>
            </p:nvSpPr>
            <p:spPr>
              <a:xfrm>
                <a:off x="4625340" y="6448425"/>
                <a:ext cx="953" cy="228600"/>
              </a:xfrm>
              <a:custGeom>
                <a:pathLst>
                  <a:path w="953" h="228600">
                    <a:moveTo>
                      <a:pt x="0" y="4405"/>
                    </a:moveTo>
                    <a:lnTo>
                      <a:pt x="0" y="228600"/>
                    </a:lnTo>
                  </a:path>
                </a:pathLst>
              </a:custGeom>
              <a:noFill/>
              <a:ln w="6841">
                <a:solidFill>
                  <a:srgbClr val="009E73"/>
                </a:solidFill>
                <a:prstDash val="dash"/>
              </a:ln>
            </p:spPr>
          </p:sp>
          <p:sp>
            <p:nvSpPr>
              <p:cNvPr id="539" name="four:topology-swaps:line:539">
                <a:extLst>
                  <a:ext uri="{FF2B5EF4-FFF2-40B4-BE49-F238E27FC236}">
                    <ns2:creationId id="{1AAEA9CF-54DE-467B-B72E-9F653ABECA08}"/>
                  </a:ext>
                </a:extLst>
              </p:cNvPr>
              <p:cNvSpPr>
                <a:spLocks noGrp="1"/>
              </p:cNvSpPr>
              <p:nvPr/>
            </p:nvSpPr>
            <p:spPr>
              <a:xfrm>
                <a:off x="4596765" y="6486525"/>
                <a:ext cx="57150" cy="953"/>
              </a:xfrm>
              <a:custGeom>
                <a:pathLst>
                  <a:path w="57150" h="953">
                    <a:moveTo>
                      <a:pt x="0" y="0"/>
                    </a:moveTo>
                    <a:lnTo>
                      <a:pt x="57150" y="0"/>
                    </a:lnTo>
                  </a:path>
                </a:pathLst>
              </a:custGeom>
              <a:noFill/>
              <a:ln w="7329">
                <a:solidFill>
                  <a:srgbClr val="009E73"/>
                </a:solidFill>
                <a:prstDash val="solid"/>
              </a:ln>
            </p:spPr>
          </p:sp>
          <p:sp>
            <p:nvSpPr>
              <p:cNvPr id="540" name="four:topology-swaps:regular-node:540">
                <a:extLst>
                  <a:ext uri="{FF2B5EF4-FFF2-40B4-BE49-F238E27FC236}">
                    <ns2:creationId id="{586F46FB-B191-4B88-BBB6-11C112301AF9}"/>
                  </a:ext>
                </a:extLst>
              </p:cNvPr>
              <p:cNvSpPr>
                <a:spLocks noGrp="1"/>
              </p:cNvSpPr>
              <p:nvPr/>
            </p:nvSpPr>
            <p:spPr>
              <a:xfrm>
                <a:off x="4607243" y="6563678"/>
                <a:ext cx="36195" cy="36195"/>
              </a:xfrm>
              <a:prstGeom prst="ellipse">
                <a:avLst/>
              </a:prstGeom>
              <a:solidFill>
                <a:srgbClr val="009E73"/>
              </a:solidFill>
              <a:ln w="0">
                <a:noFill/>
                <a:prstDash val="solid"/>
              </a:ln>
            </p:spPr>
          </p:sp>
          <p:sp>
            <p:nvSpPr>
              <p:cNvPr id="541" name="four:topology-swaps:line:541">
                <a:extLst>
                  <a:ext uri="{FF2B5EF4-FFF2-40B4-BE49-F238E27FC236}">
                    <ns2:creationId id="{68BF0628-67E8-4620-BBD5-1AFC12C0511D}"/>
                  </a:ext>
                </a:extLst>
              </p:cNvPr>
              <p:cNvSpPr>
                <a:spLocks noGrp="1"/>
              </p:cNvSpPr>
              <p:nvPr/>
            </p:nvSpPr>
            <p:spPr>
              <a:xfrm>
                <a:off x="4533900" y="6696075"/>
                <a:ext cx="91440" cy="200025"/>
              </a:xfrm>
              <a:custGeom>
                <a:pathLst>
                  <a:path w="91440" h="200025">
                    <a:moveTo>
                      <a:pt x="91440" y="0"/>
                    </a:moveTo>
                    <a:lnTo>
                      <a:pt x="0" y="200025"/>
                    </a:lnTo>
                  </a:path>
                </a:pathLst>
              </a:custGeom>
              <a:noFill/>
              <a:ln w="5375">
                <a:solidFill>
                  <a:srgbClr val="009E73">
                    <a:alpha val="60000"/>
                  </a:srgbClr>
                </a:solidFill>
                <a:prstDash val="solid"/>
              </a:ln>
            </p:spPr>
          </p:sp>
          <p:sp>
            <p:nvSpPr>
              <p:cNvPr id="542" name="four:topology-swaps:line:542">
                <a:extLst>
                  <a:ext uri="{FF2B5EF4-FFF2-40B4-BE49-F238E27FC236}">
                    <ns2:creationId id="{A49A8796-261B-4EF7-B504-658AADDC7BF9}"/>
                  </a:ext>
                </a:extLst>
              </p:cNvPr>
              <p:cNvSpPr>
                <a:spLocks noGrp="1"/>
              </p:cNvSpPr>
              <p:nvPr/>
            </p:nvSpPr>
            <p:spPr>
              <a:xfrm>
                <a:off x="3619500" y="6448425"/>
                <a:ext cx="953" cy="228600"/>
              </a:xfrm>
              <a:custGeom>
                <a:pathLst>
                  <a:path w="953" h="228600">
                    <a:moveTo>
                      <a:pt x="0" y="4405"/>
                    </a:moveTo>
                    <a:lnTo>
                      <a:pt x="0" y="228600"/>
                    </a:lnTo>
                  </a:path>
                </a:pathLst>
              </a:custGeom>
              <a:noFill/>
              <a:ln w="6841">
                <a:solidFill>
                  <a:srgbClr val="CC79A7"/>
                </a:solidFill>
                <a:prstDash val="dash"/>
              </a:ln>
            </p:spPr>
          </p:sp>
          <p:sp>
            <p:nvSpPr>
              <p:cNvPr id="543" name="four:topology-swaps:line:543">
                <a:extLst>
                  <a:ext uri="{FF2B5EF4-FFF2-40B4-BE49-F238E27FC236}">
                    <ns2:creationId id="{663C9CCA-1496-49AA-850E-2EA635706BD5}"/>
                  </a:ext>
                </a:extLst>
              </p:cNvPr>
              <p:cNvSpPr>
                <a:spLocks noGrp="1"/>
              </p:cNvSpPr>
              <p:nvPr/>
            </p:nvSpPr>
            <p:spPr>
              <a:xfrm>
                <a:off x="3590925" y="6486525"/>
                <a:ext cx="57150" cy="953"/>
              </a:xfrm>
              <a:custGeom>
                <a:pathLst>
                  <a:path w="57150" h="953">
                    <a:moveTo>
                      <a:pt x="0" y="0"/>
                    </a:moveTo>
                    <a:lnTo>
                      <a:pt x="57150" y="0"/>
                    </a:lnTo>
                  </a:path>
                </a:pathLst>
              </a:custGeom>
              <a:noFill/>
              <a:ln w="7329">
                <a:solidFill>
                  <a:srgbClr val="CC79A7"/>
                </a:solidFill>
                <a:prstDash val="solid"/>
              </a:ln>
            </p:spPr>
          </p:sp>
          <p:sp>
            <p:nvSpPr>
              <p:cNvPr id="544" name="four:topology-swaps:regular-node:544">
                <a:extLst>
                  <a:ext uri="{FF2B5EF4-FFF2-40B4-BE49-F238E27FC236}">
                    <ns2:creationId id="{AF020A12-926F-4DAC-8553-4F86C3575D92}"/>
                  </a:ext>
                </a:extLst>
              </p:cNvPr>
              <p:cNvSpPr>
                <a:spLocks noGrp="1"/>
              </p:cNvSpPr>
              <p:nvPr/>
            </p:nvSpPr>
            <p:spPr>
              <a:xfrm>
                <a:off x="3601403" y="6563678"/>
                <a:ext cx="36195" cy="36195"/>
              </a:xfrm>
              <a:prstGeom prst="ellipse">
                <a:avLst/>
              </a:prstGeom>
              <a:solidFill>
                <a:srgbClr val="CC79A7"/>
              </a:solidFill>
              <a:ln w="0">
                <a:noFill/>
                <a:prstDash val="solid"/>
              </a:ln>
            </p:spPr>
          </p:sp>
          <p:sp>
            <p:nvSpPr>
              <p:cNvPr id="545" name="four:topology-swaps:line:545">
                <a:extLst>
                  <a:ext uri="{FF2B5EF4-FFF2-40B4-BE49-F238E27FC236}">
                    <ns2:creationId id="{A9F14AD1-28D7-4A8A-8434-D98652E45CE4}"/>
                  </a:ext>
                </a:extLst>
              </p:cNvPr>
              <p:cNvSpPr>
                <a:spLocks noGrp="1"/>
              </p:cNvSpPr>
              <p:nvPr/>
            </p:nvSpPr>
            <p:spPr>
              <a:xfrm>
                <a:off x="3619500" y="6696075"/>
                <a:ext cx="1371600" cy="200025"/>
              </a:xfrm>
              <a:custGeom>
                <a:pathLst>
                  <a:path w="1371600" h="200025">
                    <a:moveTo>
                      <a:pt x="0" y="0"/>
                    </a:moveTo>
                    <a:lnTo>
                      <a:pt x="1371600" y="200025"/>
                    </a:lnTo>
                  </a:path>
                </a:pathLst>
              </a:custGeom>
              <a:noFill/>
              <a:ln w="5375">
                <a:solidFill>
                  <a:srgbClr val="CC79A7">
                    <a:alpha val="60000"/>
                  </a:srgbClr>
                </a:solidFill>
                <a:prstDash val="solid"/>
              </a:ln>
            </p:spPr>
          </p:sp>
          <p:sp>
            <p:nvSpPr>
              <p:cNvPr id="546" name="four:topology-swaps:line:546">
                <a:extLst>
                  <a:ext uri="{FF2B5EF4-FFF2-40B4-BE49-F238E27FC236}">
                    <ns2:creationId id="{15655E97-48C6-43E2-B2DC-26F6759B6623}"/>
                  </a:ext>
                </a:extLst>
              </p:cNvPr>
              <p:cNvSpPr>
                <a:spLocks noGrp="1"/>
              </p:cNvSpPr>
              <p:nvPr/>
            </p:nvSpPr>
            <p:spPr>
              <a:xfrm>
                <a:off x="3505200" y="7010400"/>
                <a:ext cx="1733550" cy="953"/>
              </a:xfrm>
              <a:custGeom>
                <a:pathLst>
                  <a:path w="1733550" h="953">
                    <a:moveTo>
                      <a:pt x="0" y="0"/>
                    </a:moveTo>
                    <a:lnTo>
                      <a:pt x="1733550" y="0"/>
                    </a:lnTo>
                  </a:path>
                </a:pathLst>
              </a:custGeom>
              <a:noFill/>
              <a:ln w="6352">
                <a:solidFill>
                  <a:srgbClr val="263238"/>
                </a:solidFill>
                <a:prstDash val="solid"/>
              </a:ln>
            </p:spPr>
          </p:sp>
          <p:sp>
            <p:nvSpPr>
              <p:cNvPr id="547" name="four:topology-swaps:polygon:547">
                <a:extLst>
                  <a:ext uri="{FF2B5EF4-FFF2-40B4-BE49-F238E27FC236}">
                    <ns2:creationId id="{DB31AC0F-35CA-40E0-8A40-569989AD6638}"/>
                  </a:ext>
                </a:extLst>
              </p:cNvPr>
              <p:cNvSpPr>
                <a:spLocks noGrp="1"/>
              </p:cNvSpPr>
              <p:nvPr/>
            </p:nvSpPr>
            <p:spPr>
              <a:xfrm>
                <a:off x="5181600" y="6985826"/>
                <a:ext cx="57150" cy="49149"/>
              </a:xfrm>
              <a:custGeom>
                <a:pathLst>
                  <a:path w="57150" h="49149">
                    <a:moveTo>
                      <a:pt x="57150" y="24574"/>
                    </a:moveTo>
                    <a:lnTo>
                      <a:pt x="0" y="0"/>
                    </a:lnTo>
                    <a:lnTo>
                      <a:pt x="0" y="49149"/>
                    </a:lnTo>
                    <a:close/>
                  </a:path>
                </a:pathLst>
              </a:custGeom>
              <a:solidFill>
                <a:srgbClr val="263238"/>
              </a:solidFill>
              <a:ln w="0">
                <a:noFill/>
                <a:prstDash val="solid"/>
              </a:ln>
            </p:spPr>
          </p:sp>
          <p:sp>
            <p:nvSpPr>
              <p:cNvPr id="548" name="four:topology-swaps:textbox:548">
                <a:extLst>
                  <a:ext uri="{FF2B5EF4-FFF2-40B4-BE49-F238E27FC236}">
                    <ns2:creationId id="{19962A8A-5CF8-4EBF-B6CC-089002C27B87}"/>
                  </a:ext>
                </a:extLst>
              </p:cNvPr>
              <p:cNvSpPr>
                <a:spLocks noGrp="1"/>
              </p:cNvSpPr>
              <p:nvPr/>
            </p:nvSpPr>
            <p:spPr>
              <a:xfrm>
                <a:off x="3324225" y="6819900"/>
                <a:ext cx="266700" cy="342900"/>
              </a:xfrm>
              <a:prstGeom prst="rect">
                <a:avLst/>
              </a:prstGeom>
              <a:noFill/>
              <a:ln w="0">
                <a:noFill/>
                <a:prstDash val="solid"/>
              </a:ln>
            </p:spPr>
            <p:txBody>
              <a:bodyPr wrap="none" lIns="0" tIns="0" rIns="0" bIns="0" anchor="ctr">
                <a:normAutofit fontScale="100000"/>
              </a:bodyPr>
              <a:lstStyle>
                <a:defPPr algn="ctr">
                  <a:defRPr sz="846" b="0">
                    <a:solidFill>
                      <a:srgbClr val="7B8790"/>
                    </a:solidFill>
                    <a:latin typeface="Arial"/>
                    <a:ea typeface="Arial"/>
                    <a:cs typeface="Arial"/>
                  </a:defRPr>
                </a:defPPr>
              </a:lstStyle>
              <a:p>
                <a:pPr algn="ctr">
                  <a:defRPr sz="846" b="0">
                    <a:solidFill>
                      <a:srgbClr val="7B8790"/>
                    </a:solidFill>
                    <a:latin typeface="Arial"/>
                    <a:ea typeface="Arial"/>
                    <a:cs typeface="Arial"/>
                  </a:defRPr>
                </a:pPr>
                <a:r>
                  <a:rPr sz="846" b="0">
                    <a:solidFill>
                      <a:srgbClr val="7B8790"/>
                    </a:solidFill>
                    <a:latin typeface="Arial"/>
                    <a:ea typeface="Arial"/>
                    <a:cs typeface="Arial"/>
                  </a:rPr>
                  <a:t>q</a:t>
                </a:r>
                <a:r>
                  <a:rPr sz="609" b="0" baseline="-25000">
                    <a:solidFill>
                      <a:srgbClr val="7B8790"/>
                    </a:solidFill>
                    <a:latin typeface="Arial"/>
                    <a:ea typeface="Arial"/>
                    <a:cs typeface="Arial"/>
                  </a:rPr>
                  <a:t>i</a:t>
                </a:r>
              </a:p>
            </p:txBody>
          </p:sp>
          <p:sp>
            <p:nvSpPr>
              <p:cNvPr id="549" name="four:topology-swaps:interval-A:549">
                <a:extLst>
                  <a:ext uri="{FF2B5EF4-FFF2-40B4-BE49-F238E27FC236}">
                    <ns2:creationId id="{DC090E75-218D-4475-9319-F248224A09C2}"/>
                  </a:ext>
                </a:extLst>
              </p:cNvPr>
              <p:cNvSpPr>
                <a:spLocks noGrp="1"/>
              </p:cNvSpPr>
              <p:nvPr/>
            </p:nvSpPr>
            <p:spPr>
              <a:xfrm>
                <a:off x="3528060" y="6905625"/>
                <a:ext cx="182880" cy="209550"/>
              </a:xfrm>
              <a:prstGeom prst="rect">
                <a:avLst/>
              </a:prstGeom>
              <a:solidFill>
                <a:srgbClr val="0072B2"/>
              </a:solidFill>
              <a:ln w="3909">
                <a:solidFill>
                  <a:srgbClr val="263238"/>
                </a:solidFill>
                <a:prstDash val="solid"/>
              </a:ln>
            </p:spPr>
          </p:sp>
          <p:sp>
            <p:nvSpPr>
              <p:cNvPr id="550" name="four:topology-swaps:regular-node:550">
                <a:extLst>
                  <a:ext uri="{FF2B5EF4-FFF2-40B4-BE49-F238E27FC236}">
                    <ns2:creationId id="{FC7E749B-D7F4-4AD3-8F18-5F353E6589ED}"/>
                  </a:ext>
                </a:extLst>
              </p:cNvPr>
              <p:cNvSpPr>
                <a:spLocks noGrp="1"/>
              </p:cNvSpPr>
              <p:nvPr/>
            </p:nvSpPr>
            <p:spPr>
              <a:xfrm>
                <a:off x="3599498" y="6990398"/>
                <a:ext cx="40005" cy="40005"/>
              </a:xfrm>
              <a:prstGeom prst="ellipse">
                <a:avLst/>
              </a:prstGeom>
              <a:solidFill>
                <a:srgbClr val="263238"/>
              </a:solidFill>
              <a:ln w="0">
                <a:noFill/>
                <a:prstDash val="solid"/>
              </a:ln>
            </p:spPr>
          </p:sp>
          <p:sp>
            <p:nvSpPr>
              <p:cNvPr id="551" name="four:topology-swaps:interval-C:551">
                <a:extLst>
                  <a:ext uri="{FF2B5EF4-FFF2-40B4-BE49-F238E27FC236}">
                    <ns2:creationId id="{1AE37BBD-A54B-4122-BE13-44A27194D014}"/>
                  </a:ext>
                </a:extLst>
              </p:cNvPr>
              <p:cNvSpPr>
                <a:spLocks noGrp="1"/>
              </p:cNvSpPr>
              <p:nvPr/>
            </p:nvSpPr>
            <p:spPr>
              <a:xfrm>
                <a:off x="3985260" y="6905625"/>
                <a:ext cx="182880" cy="209550"/>
              </a:xfrm>
              <a:prstGeom prst="rect">
                <a:avLst/>
              </a:prstGeom>
              <a:solidFill>
                <a:srgbClr val="D55E00"/>
              </a:solidFill>
              <a:ln w="3909">
                <a:solidFill>
                  <a:srgbClr val="263238"/>
                </a:solidFill>
                <a:prstDash val="solid"/>
              </a:ln>
            </p:spPr>
          </p:sp>
          <p:sp>
            <p:nvSpPr>
              <p:cNvPr id="552" name="four:topology-swaps:regular-node:552">
                <a:extLst>
                  <a:ext uri="{FF2B5EF4-FFF2-40B4-BE49-F238E27FC236}">
                    <ns2:creationId id="{D87732C7-2771-48F2-91D5-19CE43169F0A}"/>
                  </a:ext>
                </a:extLst>
              </p:cNvPr>
              <p:cNvSpPr>
                <a:spLocks noGrp="1"/>
              </p:cNvSpPr>
              <p:nvPr/>
            </p:nvSpPr>
            <p:spPr>
              <a:xfrm>
                <a:off x="4056698" y="6990398"/>
                <a:ext cx="40005" cy="40005"/>
              </a:xfrm>
              <a:prstGeom prst="ellipse">
                <a:avLst/>
              </a:prstGeom>
              <a:solidFill>
                <a:srgbClr val="263238"/>
              </a:solidFill>
              <a:ln w="0">
                <a:noFill/>
                <a:prstDash val="solid"/>
              </a:ln>
            </p:spPr>
          </p:sp>
          <p:sp>
            <p:nvSpPr>
              <p:cNvPr id="553" name="four:topology-swaps:interval-D:553">
                <a:extLst>
                  <a:ext uri="{FF2B5EF4-FFF2-40B4-BE49-F238E27FC236}">
                    <ns2:creationId id="{3A53FB43-8CF1-481A-8193-E46894F0ACD8}"/>
                  </a:ext>
                </a:extLst>
              </p:cNvPr>
              <p:cNvSpPr>
                <a:spLocks noGrp="1"/>
              </p:cNvSpPr>
              <p:nvPr/>
            </p:nvSpPr>
            <p:spPr>
              <a:xfrm>
                <a:off x="4442460" y="6905625"/>
                <a:ext cx="182880" cy="209550"/>
              </a:xfrm>
              <a:prstGeom prst="rect">
                <a:avLst/>
              </a:prstGeom>
              <a:solidFill>
                <a:srgbClr val="009E73"/>
              </a:solidFill>
              <a:ln w="3909">
                <a:solidFill>
                  <a:srgbClr val="263238"/>
                </a:solidFill>
                <a:prstDash val="solid"/>
              </a:ln>
            </p:spPr>
          </p:sp>
          <p:sp>
            <p:nvSpPr>
              <p:cNvPr id="554" name="four:topology-swaps:regular-node:554">
                <a:extLst>
                  <a:ext uri="{FF2B5EF4-FFF2-40B4-BE49-F238E27FC236}">
                    <ns2:creationId id="{D84A2958-709B-4523-9E30-7E8A68ECFE09}"/>
                  </a:ext>
                </a:extLst>
              </p:cNvPr>
              <p:cNvSpPr>
                <a:spLocks noGrp="1"/>
              </p:cNvSpPr>
              <p:nvPr/>
            </p:nvSpPr>
            <p:spPr>
              <a:xfrm>
                <a:off x="4513898" y="6990398"/>
                <a:ext cx="40005" cy="40005"/>
              </a:xfrm>
              <a:prstGeom prst="ellipse">
                <a:avLst/>
              </a:prstGeom>
              <a:solidFill>
                <a:srgbClr val="263238"/>
              </a:solidFill>
              <a:ln w="0">
                <a:noFill/>
                <a:prstDash val="solid"/>
              </a:ln>
            </p:spPr>
          </p:sp>
          <p:sp>
            <p:nvSpPr>
              <p:cNvPr id="555" name="four:topology-swaps:interval-B:555">
                <a:extLst>
                  <a:ext uri="{FF2B5EF4-FFF2-40B4-BE49-F238E27FC236}">
                    <ns2:creationId id="{D4C45A56-CAB4-4006-8416-6AA116830D30}"/>
                  </a:ext>
                </a:extLst>
              </p:cNvPr>
              <p:cNvSpPr>
                <a:spLocks noGrp="1"/>
              </p:cNvSpPr>
              <p:nvPr/>
            </p:nvSpPr>
            <p:spPr>
              <a:xfrm>
                <a:off x="4899660" y="6905625"/>
                <a:ext cx="182880" cy="209550"/>
              </a:xfrm>
              <a:prstGeom prst="rect">
                <a:avLst/>
              </a:prstGeom>
              <a:solidFill>
                <a:srgbClr val="CC79A7"/>
              </a:solidFill>
              <a:ln w="3909">
                <a:solidFill>
                  <a:srgbClr val="263238"/>
                </a:solidFill>
                <a:prstDash val="solid"/>
              </a:ln>
            </p:spPr>
          </p:sp>
          <p:sp>
            <p:nvSpPr>
              <p:cNvPr id="556" name="four:topology-swaps:regular-node:556">
                <a:extLst>
                  <a:ext uri="{FF2B5EF4-FFF2-40B4-BE49-F238E27FC236}">
                    <ns2:creationId id="{321DCF64-E61F-45C8-9FFC-46F690738D59}"/>
                  </a:ext>
                </a:extLst>
              </p:cNvPr>
              <p:cNvSpPr>
                <a:spLocks noGrp="1"/>
              </p:cNvSpPr>
              <p:nvPr/>
            </p:nvSpPr>
            <p:spPr>
              <a:xfrm>
                <a:off x="4971098" y="6990398"/>
                <a:ext cx="40005" cy="40005"/>
              </a:xfrm>
              <a:prstGeom prst="ellipse">
                <a:avLst/>
              </a:prstGeom>
              <a:solidFill>
                <a:srgbClr val="263238"/>
              </a:solidFill>
              <a:ln w="0">
                <a:noFill/>
                <a:prstDash val="solid"/>
              </a:ln>
            </p:spPr>
          </p:sp>
          <p:sp>
            <p:nvSpPr>
              <p:cNvPr id="557" name="four:topology-swaps:line:557">
                <a:extLst>
                  <a:ext uri="{FF2B5EF4-FFF2-40B4-BE49-F238E27FC236}">
                    <ns2:creationId id="{A1160E21-2319-407E-B530-45D9E95CE058}"/>
                  </a:ext>
                </a:extLst>
              </p:cNvPr>
              <p:cNvSpPr>
                <a:spLocks noGrp="1"/>
              </p:cNvSpPr>
              <p:nvPr/>
            </p:nvSpPr>
            <p:spPr>
              <a:xfrm>
                <a:off x="3619500" y="6696075"/>
                <a:ext cx="953" cy="171450"/>
              </a:xfrm>
              <a:custGeom>
                <a:pathLst>
                  <a:path w="953" h="171450">
                    <a:moveTo>
                      <a:pt x="0" y="0"/>
                    </a:moveTo>
                    <a:lnTo>
                      <a:pt x="0" y="171450"/>
                    </a:lnTo>
                  </a:path>
                </a:pathLst>
              </a:custGeom>
              <a:noFill/>
              <a:ln w="4886">
                <a:solidFill>
                  <a:srgbClr val="CC79A7">
                    <a:alpha val="85000"/>
                  </a:srgbClr>
                </a:solidFill>
                <a:prstDash val="dash"/>
              </a:ln>
            </p:spPr>
          </p:sp>
          <p:sp>
            <p:nvSpPr>
              <p:cNvPr id="558" name="four:topology-swaps:line:558">
                <a:extLst>
                  <a:ext uri="{FF2B5EF4-FFF2-40B4-BE49-F238E27FC236}">
                    <ns2:creationId id="{1D37C885-7F78-4A4A-8C08-E92ECAE80071}"/>
                  </a:ext>
                </a:extLst>
              </p:cNvPr>
              <p:cNvSpPr>
                <a:spLocks noGrp="1"/>
              </p:cNvSpPr>
              <p:nvPr/>
            </p:nvSpPr>
            <p:spPr>
              <a:xfrm>
                <a:off x="3619500" y="7153275"/>
                <a:ext cx="953" cy="266700"/>
              </a:xfrm>
              <a:custGeom>
                <a:pathLst>
                  <a:path w="953" h="266700">
                    <a:moveTo>
                      <a:pt x="0" y="0"/>
                    </a:moveTo>
                    <a:lnTo>
                      <a:pt x="0" y="266700"/>
                    </a:lnTo>
                  </a:path>
                </a:pathLst>
              </a:custGeom>
              <a:noFill/>
              <a:ln w="4886">
                <a:solidFill>
                  <a:srgbClr val="CC79A7">
                    <a:alpha val="85000"/>
                  </a:srgbClr>
                </a:solidFill>
                <a:prstDash val="dash"/>
              </a:ln>
            </p:spPr>
          </p:sp>
          <p:sp>
            <p:nvSpPr>
              <p:cNvPr id="559" name="four:topology-swaps:line:559">
                <a:extLst>
                  <a:ext uri="{FF2B5EF4-FFF2-40B4-BE49-F238E27FC236}">
                    <ns2:creationId id="{511EE3A6-8BC3-44C8-BB2A-BF3CEA1E6AF6}"/>
                  </a:ext>
                </a:extLst>
              </p:cNvPr>
              <p:cNvSpPr>
                <a:spLocks noGrp="1"/>
              </p:cNvSpPr>
              <p:nvPr/>
            </p:nvSpPr>
            <p:spPr>
              <a:xfrm>
                <a:off x="4991100" y="7124700"/>
                <a:ext cx="953" cy="295275"/>
              </a:xfrm>
              <a:custGeom>
                <a:pathLst>
                  <a:path w="953" h="295275">
                    <a:moveTo>
                      <a:pt x="0" y="0"/>
                    </a:moveTo>
                    <a:lnTo>
                      <a:pt x="0" y="295275"/>
                    </a:lnTo>
                  </a:path>
                </a:pathLst>
              </a:custGeom>
              <a:noFill/>
              <a:ln w="4886">
                <a:solidFill>
                  <a:srgbClr val="CC79A7"/>
                </a:solidFill>
                <a:prstDash val="solid"/>
              </a:ln>
            </p:spPr>
          </p:sp>
          <p:sp>
            <p:nvSpPr>
              <p:cNvPr id="560" name="four:topology-swaps:line:560">
                <a:extLst>
                  <a:ext uri="{FF2B5EF4-FFF2-40B4-BE49-F238E27FC236}">
                    <ns2:creationId id="{1AEE84CE-8CBD-4A3C-9A78-DF9BDBA7CFB8}"/>
                  </a:ext>
                </a:extLst>
              </p:cNvPr>
              <p:cNvSpPr>
                <a:spLocks noGrp="1"/>
              </p:cNvSpPr>
              <p:nvPr/>
            </p:nvSpPr>
            <p:spPr>
              <a:xfrm>
                <a:off x="3619500" y="7419975"/>
                <a:ext cx="1371600" cy="953"/>
              </a:xfrm>
              <a:custGeom>
                <a:pathLst>
                  <a:path w="1371600" h="953">
                    <a:moveTo>
                      <a:pt x="0" y="0"/>
                    </a:moveTo>
                    <a:lnTo>
                      <a:pt x="1371600" y="0"/>
                    </a:lnTo>
                  </a:path>
                </a:pathLst>
              </a:custGeom>
              <a:noFill/>
              <a:ln w="8795">
                <a:solidFill>
                  <a:srgbClr val="CC79A7"/>
                </a:solidFill>
                <a:prstDash val="solid"/>
              </a:ln>
            </p:spPr>
          </p:sp>
          <p:sp>
            <p:nvSpPr>
              <p:cNvPr id="561" name="four:topology-swaps:polygon:561">
                <a:extLst>
                  <a:ext uri="{FF2B5EF4-FFF2-40B4-BE49-F238E27FC236}">
                    <ns2:creationId id="{CB8F9689-303F-4E5F-89C9-982E229DC309}"/>
                  </a:ext>
                </a:extLst>
              </p:cNvPr>
              <p:cNvSpPr>
                <a:spLocks noGrp="1"/>
              </p:cNvSpPr>
              <p:nvPr/>
            </p:nvSpPr>
            <p:spPr>
              <a:xfrm>
                <a:off x="4933950" y="7395401"/>
                <a:ext cx="57150" cy="49149"/>
              </a:xfrm>
              <a:custGeom>
                <a:pathLst>
                  <a:path w="57150" h="49149">
                    <a:moveTo>
                      <a:pt x="57150" y="24574"/>
                    </a:moveTo>
                    <a:lnTo>
                      <a:pt x="0" y="0"/>
                    </a:lnTo>
                    <a:lnTo>
                      <a:pt x="0" y="49149"/>
                    </a:lnTo>
                    <a:close/>
                  </a:path>
                </a:pathLst>
              </a:custGeom>
              <a:solidFill>
                <a:srgbClr val="CC79A7"/>
              </a:solidFill>
              <a:ln w="0">
                <a:noFill/>
                <a:prstDash val="solid"/>
              </a:ln>
            </p:spPr>
          </p:sp>
          <p:sp>
            <p:nvSpPr>
              <p:cNvPr id="562" name="four:topology-swaps:polygon:562">
                <a:extLst>
                  <a:ext uri="{FF2B5EF4-FFF2-40B4-BE49-F238E27FC236}">
                    <ns2:creationId id="{271E17C8-8BDE-47BB-89DE-7AFCCD79053C}"/>
                  </a:ext>
                </a:extLst>
              </p:cNvPr>
              <p:cNvSpPr>
                <a:spLocks noGrp="1"/>
              </p:cNvSpPr>
              <p:nvPr/>
            </p:nvSpPr>
            <p:spPr>
              <a:xfrm>
                <a:off x="3619500" y="7395401"/>
                <a:ext cx="57150" cy="49149"/>
              </a:xfrm>
              <a:custGeom>
                <a:pathLst>
                  <a:path w="57150" h="49149">
                    <a:moveTo>
                      <a:pt x="0" y="24574"/>
                    </a:moveTo>
                    <a:lnTo>
                      <a:pt x="57150" y="49149"/>
                    </a:lnTo>
                    <a:lnTo>
                      <a:pt x="57150" y="0"/>
                    </a:lnTo>
                    <a:close/>
                  </a:path>
                </a:pathLst>
              </a:custGeom>
              <a:solidFill>
                <a:srgbClr val="CC79A7"/>
              </a:solidFill>
              <a:ln w="0">
                <a:noFill/>
                <a:prstDash val="solid"/>
              </a:ln>
            </p:spPr>
          </p:sp>
          <p:sp>
            <p:nvSpPr>
              <p:cNvPr id="563" name="four:topology-swaps:textbox:563">
                <a:extLst>
                  <a:ext uri="{FF2B5EF4-FFF2-40B4-BE49-F238E27FC236}">
                    <ns2:creationId id="{E86E127E-EDBD-421D-A3E4-B25808B76B2D}"/>
                  </a:ext>
                </a:extLst>
              </p:cNvPr>
              <p:cNvSpPr>
                <a:spLocks noGrp="1"/>
              </p:cNvSpPr>
              <p:nvPr/>
            </p:nvSpPr>
            <p:spPr>
              <a:xfrm>
                <a:off x="3876675" y="7086600"/>
                <a:ext cx="857250" cy="342900"/>
              </a:xfrm>
              <a:prstGeom prst="rect">
                <a:avLst/>
              </a:prstGeom>
              <a:noFill/>
              <a:ln w="0">
                <a:noFill/>
                <a:prstDash val="solid"/>
              </a:ln>
            </p:spPr>
            <p:txBody>
              <a:bodyPr wrap="none" lIns="0" tIns="0" rIns="0" bIns="0" anchor="ctr">
                <a:normAutofit fontScale="100000"/>
              </a:bodyPr>
              <a:lstStyle>
                <a:defPPr algn="ctr">
                  <a:defRPr sz="923" b="0">
                    <a:solidFill>
                      <a:srgbClr val="CC79A7"/>
                    </a:solidFill>
                    <a:latin typeface="Arial"/>
                    <a:ea typeface="Arial"/>
                    <a:cs typeface="Arial"/>
                  </a:defRPr>
                </a:defPPr>
              </a:lstStyle>
              <a:p>
                <a:pPr algn="ctr">
                  <a:defRPr sz="923" b="0">
                    <a:solidFill>
                      <a:srgbClr val="CC79A7"/>
                    </a:solidFill>
                    <a:latin typeface="Arial"/>
                    <a:ea typeface="Arial"/>
                    <a:cs typeface="Arial"/>
                  </a:defRPr>
                </a:pPr>
                <a:r>
                  <a:rPr sz="923" b="0">
                    <a:solidFill>
                      <a:srgbClr val="CC79A7"/>
                    </a:solidFill>
                    <a:latin typeface="Arial"/>
                    <a:ea typeface="Arial"/>
                    <a:cs typeface="Arial"/>
                  </a:rPr>
                  <a:t>τ(π)</a:t>
                </a:r>
              </a:p>
            </p:txBody>
          </p:sp>
          <p:sp>
            <p:nvSpPr>
              <p:cNvPr id="564" name="four:topology-swaps:line:564">
                <a:extLst>
                  <a:ext uri="{FF2B5EF4-FFF2-40B4-BE49-F238E27FC236}">
                    <ns2:creationId id="{2FED49A5-DA84-4ED1-84CB-0D25440BBA0D}"/>
                  </a:ext>
                </a:extLst>
              </p:cNvPr>
              <p:cNvSpPr>
                <a:spLocks noGrp="1"/>
              </p:cNvSpPr>
              <p:nvPr/>
            </p:nvSpPr>
            <p:spPr>
              <a:xfrm>
                <a:off x="5953125" y="6581775"/>
                <a:ext cx="1733550" cy="953"/>
              </a:xfrm>
              <a:custGeom>
                <a:pathLst>
                  <a:path w="1733550" h="953">
                    <a:moveTo>
                      <a:pt x="0" y="0"/>
                    </a:moveTo>
                    <a:lnTo>
                      <a:pt x="1733550" y="0"/>
                    </a:lnTo>
                  </a:path>
                </a:pathLst>
              </a:custGeom>
              <a:noFill/>
              <a:ln w="5375">
                <a:solidFill>
                  <a:srgbClr val="263238"/>
                </a:solidFill>
                <a:prstDash val="dash"/>
              </a:ln>
            </p:spPr>
          </p:sp>
          <p:sp>
            <p:nvSpPr>
              <p:cNvPr id="565" name="four:topology-swaps:polygon:565">
                <a:extLst>
                  <a:ext uri="{FF2B5EF4-FFF2-40B4-BE49-F238E27FC236}">
                    <ns2:creationId id="{5F99A159-154F-4E35-B266-96D8CFF7E76F}"/>
                  </a:ext>
                </a:extLst>
              </p:cNvPr>
              <p:cNvSpPr>
                <a:spLocks noGrp="1"/>
              </p:cNvSpPr>
              <p:nvPr/>
            </p:nvSpPr>
            <p:spPr>
              <a:xfrm>
                <a:off x="7629525" y="6557201"/>
                <a:ext cx="57150" cy="49149"/>
              </a:xfrm>
              <a:custGeom>
                <a:pathLst>
                  <a:path w="57150" h="49149">
                    <a:moveTo>
                      <a:pt x="57150" y="24574"/>
                    </a:moveTo>
                    <a:lnTo>
                      <a:pt x="0" y="0"/>
                    </a:lnTo>
                    <a:lnTo>
                      <a:pt x="0" y="49149"/>
                    </a:lnTo>
                    <a:close/>
                  </a:path>
                </a:pathLst>
              </a:custGeom>
              <a:solidFill>
                <a:srgbClr val="263238"/>
              </a:solidFill>
              <a:ln w="0">
                <a:noFill/>
                <a:prstDash val="solid"/>
              </a:ln>
            </p:spPr>
          </p:sp>
          <p:sp>
            <p:nvSpPr>
              <p:cNvPr id="566" name="four:topology-swaps:textbox:566">
                <a:extLst>
                  <a:ext uri="{FF2B5EF4-FFF2-40B4-BE49-F238E27FC236}">
                    <ns2:creationId id="{85F463AA-42FA-4D2A-9A89-098520B1CFB7}"/>
                  </a:ext>
                </a:extLst>
              </p:cNvPr>
              <p:cNvSpPr>
                <a:spLocks noGrp="1"/>
              </p:cNvSpPr>
              <p:nvPr/>
            </p:nvSpPr>
            <p:spPr>
              <a:xfrm>
                <a:off x="5772150" y="6391275"/>
                <a:ext cx="266700" cy="342900"/>
              </a:xfrm>
              <a:prstGeom prst="rect">
                <a:avLst/>
              </a:prstGeom>
              <a:noFill/>
              <a:ln w="0">
                <a:noFill/>
                <a:prstDash val="solid"/>
              </a:ln>
            </p:spPr>
            <p:txBody>
              <a:bodyPr wrap="none" lIns="0" tIns="0" rIns="0" bIns="0" anchor="ctr">
                <a:normAutofit fontScale="100000"/>
              </a:bodyPr>
              <a:lstStyle>
                <a:defPPr algn="ctr">
                  <a:defRPr sz="846" b="0">
                    <a:solidFill>
                      <a:srgbClr val="7B8790"/>
                    </a:solidFill>
                    <a:latin typeface="Arial"/>
                    <a:ea typeface="Arial"/>
                    <a:cs typeface="Arial"/>
                  </a:defRPr>
                </a:defPPr>
              </a:lstStyle>
              <a:p>
                <a:pPr algn="ctr">
                  <a:defRPr sz="846" b="0">
                    <a:solidFill>
                      <a:srgbClr val="7B8790"/>
                    </a:solidFill>
                    <a:latin typeface="Arial"/>
                    <a:ea typeface="Arial"/>
                    <a:cs typeface="Arial"/>
                  </a:defRPr>
                </a:pPr>
                <a:r>
                  <a:rPr sz="846" b="0">
                    <a:solidFill>
                      <a:srgbClr val="7B8790"/>
                    </a:solidFill>
                    <a:latin typeface="Arial"/>
                    <a:ea typeface="Arial"/>
                    <a:cs typeface="Arial"/>
                  </a:rPr>
                  <a:t>u</a:t>
                </a:r>
                <a:r>
                  <a:rPr sz="609" b="0" baseline="-25000">
                    <a:solidFill>
                      <a:srgbClr val="7B8790"/>
                    </a:solidFill>
                    <a:latin typeface="Arial"/>
                    <a:ea typeface="Arial"/>
                    <a:cs typeface="Arial"/>
                  </a:rPr>
                  <a:t>i</a:t>
                </a:r>
              </a:p>
            </p:txBody>
          </p:sp>
          <p:sp>
            <p:nvSpPr>
              <p:cNvPr id="567" name="four:topology-swaps:line:567">
                <a:extLst>
                  <a:ext uri="{FF2B5EF4-FFF2-40B4-BE49-F238E27FC236}">
                    <ns2:creationId id="{076C0CAB-651A-4B25-91A2-FC0CA2D93A90}"/>
                  </a:ext>
                </a:extLst>
              </p:cNvPr>
              <p:cNvSpPr>
                <a:spLocks noGrp="1"/>
              </p:cNvSpPr>
              <p:nvPr/>
            </p:nvSpPr>
            <p:spPr>
              <a:xfrm>
                <a:off x="6067425" y="6448425"/>
                <a:ext cx="953" cy="228600"/>
              </a:xfrm>
              <a:custGeom>
                <a:pathLst>
                  <a:path w="953" h="228600">
                    <a:moveTo>
                      <a:pt x="0" y="4405"/>
                    </a:moveTo>
                    <a:lnTo>
                      <a:pt x="0" y="228600"/>
                    </a:lnTo>
                  </a:path>
                </a:pathLst>
              </a:custGeom>
              <a:noFill/>
              <a:ln w="6841">
                <a:solidFill>
                  <a:srgbClr val="0072B2"/>
                </a:solidFill>
                <a:prstDash val="dash"/>
              </a:ln>
            </p:spPr>
          </p:sp>
          <p:sp>
            <p:nvSpPr>
              <p:cNvPr id="568" name="four:topology-swaps:line:568">
                <a:extLst>
                  <a:ext uri="{FF2B5EF4-FFF2-40B4-BE49-F238E27FC236}">
                    <ns2:creationId id="{12A56326-4ED9-4067-9C3F-E0F489D2D291}"/>
                  </a:ext>
                </a:extLst>
              </p:cNvPr>
              <p:cNvSpPr>
                <a:spLocks noGrp="1"/>
              </p:cNvSpPr>
              <p:nvPr/>
            </p:nvSpPr>
            <p:spPr>
              <a:xfrm>
                <a:off x="6038850" y="6486525"/>
                <a:ext cx="57150" cy="953"/>
              </a:xfrm>
              <a:custGeom>
                <a:pathLst>
                  <a:path w="57150" h="953">
                    <a:moveTo>
                      <a:pt x="0" y="0"/>
                    </a:moveTo>
                    <a:lnTo>
                      <a:pt x="57150" y="0"/>
                    </a:lnTo>
                  </a:path>
                </a:pathLst>
              </a:custGeom>
              <a:noFill/>
              <a:ln w="7329">
                <a:solidFill>
                  <a:srgbClr val="0072B2"/>
                </a:solidFill>
                <a:prstDash val="solid"/>
              </a:ln>
            </p:spPr>
          </p:sp>
          <p:sp>
            <p:nvSpPr>
              <p:cNvPr id="569" name="four:topology-swaps:regular-node:569">
                <a:extLst>
                  <a:ext uri="{FF2B5EF4-FFF2-40B4-BE49-F238E27FC236}">
                    <ns2:creationId id="{29F8EA87-C15F-4638-8883-F2BEA50649B2}"/>
                  </a:ext>
                </a:extLst>
              </p:cNvPr>
              <p:cNvSpPr>
                <a:spLocks noGrp="1"/>
              </p:cNvSpPr>
              <p:nvPr/>
            </p:nvSpPr>
            <p:spPr>
              <a:xfrm>
                <a:off x="6049328" y="6563678"/>
                <a:ext cx="36195" cy="36195"/>
              </a:xfrm>
              <a:prstGeom prst="ellipse">
                <a:avLst/>
              </a:prstGeom>
              <a:solidFill>
                <a:srgbClr val="0072B2"/>
              </a:solidFill>
              <a:ln w="0">
                <a:noFill/>
                <a:prstDash val="solid"/>
              </a:ln>
            </p:spPr>
          </p:sp>
          <p:sp>
            <p:nvSpPr>
              <p:cNvPr id="570" name="four:topology-swaps:line:570">
                <a:extLst>
                  <a:ext uri="{FF2B5EF4-FFF2-40B4-BE49-F238E27FC236}">
                    <ns2:creationId id="{00A043B2-B669-4CDB-B203-0F2330FB08F7}"/>
                  </a:ext>
                </a:extLst>
              </p:cNvPr>
              <p:cNvSpPr>
                <a:spLocks noGrp="1"/>
              </p:cNvSpPr>
              <p:nvPr/>
            </p:nvSpPr>
            <p:spPr>
              <a:xfrm>
                <a:off x="6067425" y="6696075"/>
                <a:ext cx="953" cy="200025"/>
              </a:xfrm>
              <a:custGeom>
                <a:pathLst>
                  <a:path w="953" h="200025">
                    <a:moveTo>
                      <a:pt x="0" y="0"/>
                    </a:moveTo>
                    <a:lnTo>
                      <a:pt x="0" y="200025"/>
                    </a:lnTo>
                  </a:path>
                </a:pathLst>
              </a:custGeom>
              <a:noFill/>
              <a:ln w="5375">
                <a:solidFill>
                  <a:srgbClr val="0072B2">
                    <a:alpha val="60000"/>
                  </a:srgbClr>
                </a:solidFill>
                <a:prstDash val="solid"/>
              </a:ln>
            </p:spPr>
          </p:sp>
          <p:sp>
            <p:nvSpPr>
              <p:cNvPr id="571" name="four:topology-swaps:line:571">
                <a:extLst>
                  <a:ext uri="{FF2B5EF4-FFF2-40B4-BE49-F238E27FC236}">
                    <ns2:creationId id="{E89217B3-AD4F-46DB-B814-DD51BB8823C1}"/>
                  </a:ext>
                </a:extLst>
              </p:cNvPr>
              <p:cNvSpPr>
                <a:spLocks noGrp="1"/>
              </p:cNvSpPr>
              <p:nvPr/>
            </p:nvSpPr>
            <p:spPr>
              <a:xfrm>
                <a:off x="7073265" y="6448425"/>
                <a:ext cx="953" cy="228600"/>
              </a:xfrm>
              <a:custGeom>
                <a:pathLst>
                  <a:path w="953" h="228600">
                    <a:moveTo>
                      <a:pt x="0" y="4405"/>
                    </a:moveTo>
                    <a:lnTo>
                      <a:pt x="0" y="228600"/>
                    </a:lnTo>
                  </a:path>
                </a:pathLst>
              </a:custGeom>
              <a:noFill/>
              <a:ln w="6841">
                <a:solidFill>
                  <a:srgbClr val="D55E00"/>
                </a:solidFill>
                <a:prstDash val="dash"/>
              </a:ln>
            </p:spPr>
          </p:sp>
          <p:sp>
            <p:nvSpPr>
              <p:cNvPr id="572" name="four:topology-swaps:line:572">
                <a:extLst>
                  <a:ext uri="{FF2B5EF4-FFF2-40B4-BE49-F238E27FC236}">
                    <ns2:creationId id="{F05B27E0-24E3-4844-A4A2-14EED66BB35B}"/>
                  </a:ext>
                </a:extLst>
              </p:cNvPr>
              <p:cNvSpPr>
                <a:spLocks noGrp="1"/>
              </p:cNvSpPr>
              <p:nvPr/>
            </p:nvSpPr>
            <p:spPr>
              <a:xfrm>
                <a:off x="7044690" y="6486525"/>
                <a:ext cx="57150" cy="953"/>
              </a:xfrm>
              <a:custGeom>
                <a:pathLst>
                  <a:path w="57150" h="953">
                    <a:moveTo>
                      <a:pt x="0" y="0"/>
                    </a:moveTo>
                    <a:lnTo>
                      <a:pt x="57150" y="0"/>
                    </a:lnTo>
                  </a:path>
                </a:pathLst>
              </a:custGeom>
              <a:noFill/>
              <a:ln w="7329">
                <a:solidFill>
                  <a:srgbClr val="D55E00"/>
                </a:solidFill>
                <a:prstDash val="solid"/>
              </a:ln>
            </p:spPr>
          </p:sp>
          <p:sp>
            <p:nvSpPr>
              <p:cNvPr id="573" name="four:topology-swaps:regular-node:573">
                <a:extLst>
                  <a:ext uri="{FF2B5EF4-FFF2-40B4-BE49-F238E27FC236}">
                    <ns2:creationId id="{5A38E0EF-51D7-4E3B-8109-FCD1BAE1351E}"/>
                  </a:ext>
                </a:extLst>
              </p:cNvPr>
              <p:cNvSpPr>
                <a:spLocks noGrp="1"/>
              </p:cNvSpPr>
              <p:nvPr/>
            </p:nvSpPr>
            <p:spPr>
              <a:xfrm>
                <a:off x="7055168" y="6563678"/>
                <a:ext cx="36195" cy="36195"/>
              </a:xfrm>
              <a:prstGeom prst="ellipse">
                <a:avLst/>
              </a:prstGeom>
              <a:solidFill>
                <a:srgbClr val="D55E00"/>
              </a:solidFill>
              <a:ln w="0">
                <a:noFill/>
                <a:prstDash val="solid"/>
              </a:ln>
            </p:spPr>
          </p:sp>
          <p:sp>
            <p:nvSpPr>
              <p:cNvPr id="574" name="four:topology-swaps:line:574">
                <a:extLst>
                  <a:ext uri="{FF2B5EF4-FFF2-40B4-BE49-F238E27FC236}">
                    <ns2:creationId id="{0E1851A0-E571-4B9B-9130-E2EE5CC80A0A}"/>
                  </a:ext>
                </a:extLst>
              </p:cNvPr>
              <p:cNvSpPr>
                <a:spLocks noGrp="1"/>
              </p:cNvSpPr>
              <p:nvPr/>
            </p:nvSpPr>
            <p:spPr>
              <a:xfrm>
                <a:off x="6524625" y="6696075"/>
                <a:ext cx="548640" cy="200025"/>
              </a:xfrm>
              <a:custGeom>
                <a:pathLst>
                  <a:path w="548640" h="200025">
                    <a:moveTo>
                      <a:pt x="548640" y="0"/>
                    </a:moveTo>
                    <a:lnTo>
                      <a:pt x="0" y="200025"/>
                    </a:lnTo>
                  </a:path>
                </a:pathLst>
              </a:custGeom>
              <a:noFill/>
              <a:ln w="5375">
                <a:solidFill>
                  <a:srgbClr val="D55E00">
                    <a:alpha val="60000"/>
                  </a:srgbClr>
                </a:solidFill>
                <a:prstDash val="solid"/>
              </a:ln>
            </p:spPr>
          </p:sp>
          <p:sp>
            <p:nvSpPr>
              <p:cNvPr id="575" name="four:topology-swaps:line:575">
                <a:extLst>
                  <a:ext uri="{FF2B5EF4-FFF2-40B4-BE49-F238E27FC236}">
                    <ns2:creationId id="{A0143798-1229-42E5-B82C-A3F85B41DDCC}"/>
                  </a:ext>
                </a:extLst>
              </p:cNvPr>
              <p:cNvSpPr>
                <a:spLocks noGrp="1"/>
              </p:cNvSpPr>
              <p:nvPr/>
            </p:nvSpPr>
            <p:spPr>
              <a:xfrm>
                <a:off x="7576185" y="6448425"/>
                <a:ext cx="953" cy="228600"/>
              </a:xfrm>
              <a:custGeom>
                <a:pathLst>
                  <a:path w="953" h="228600">
                    <a:moveTo>
                      <a:pt x="0" y="4405"/>
                    </a:moveTo>
                    <a:lnTo>
                      <a:pt x="0" y="228600"/>
                    </a:lnTo>
                  </a:path>
                </a:pathLst>
              </a:custGeom>
              <a:noFill/>
              <a:ln w="6841">
                <a:solidFill>
                  <a:srgbClr val="009E73"/>
                </a:solidFill>
                <a:prstDash val="dash"/>
              </a:ln>
            </p:spPr>
          </p:sp>
          <p:sp>
            <p:nvSpPr>
              <p:cNvPr id="576" name="four:topology-swaps:line:576">
                <a:extLst>
                  <a:ext uri="{FF2B5EF4-FFF2-40B4-BE49-F238E27FC236}">
                    <ns2:creationId id="{953FDCB1-2B36-4F80-96AE-78FA56F85C0B}"/>
                  </a:ext>
                </a:extLst>
              </p:cNvPr>
              <p:cNvSpPr>
                <a:spLocks noGrp="1"/>
              </p:cNvSpPr>
              <p:nvPr/>
            </p:nvSpPr>
            <p:spPr>
              <a:xfrm>
                <a:off x="7547610" y="6486525"/>
                <a:ext cx="57150" cy="953"/>
              </a:xfrm>
              <a:custGeom>
                <a:pathLst>
                  <a:path w="57150" h="953">
                    <a:moveTo>
                      <a:pt x="0" y="0"/>
                    </a:moveTo>
                    <a:lnTo>
                      <a:pt x="57150" y="0"/>
                    </a:lnTo>
                  </a:path>
                </a:pathLst>
              </a:custGeom>
              <a:noFill/>
              <a:ln w="7329">
                <a:solidFill>
                  <a:srgbClr val="009E73"/>
                </a:solidFill>
                <a:prstDash val="solid"/>
              </a:ln>
            </p:spPr>
          </p:sp>
          <p:sp>
            <p:nvSpPr>
              <p:cNvPr id="577" name="four:topology-swaps:regular-node:577">
                <a:extLst>
                  <a:ext uri="{FF2B5EF4-FFF2-40B4-BE49-F238E27FC236}">
                    <ns2:creationId id="{96D1C70E-EFC4-4A96-9A5B-D5D676FBFEC4}"/>
                  </a:ext>
                </a:extLst>
              </p:cNvPr>
              <p:cNvSpPr>
                <a:spLocks noGrp="1"/>
              </p:cNvSpPr>
              <p:nvPr/>
            </p:nvSpPr>
            <p:spPr>
              <a:xfrm>
                <a:off x="7558088" y="6563678"/>
                <a:ext cx="36195" cy="36195"/>
              </a:xfrm>
              <a:prstGeom prst="ellipse">
                <a:avLst/>
              </a:prstGeom>
              <a:solidFill>
                <a:srgbClr val="009E73"/>
              </a:solidFill>
              <a:ln w="0">
                <a:noFill/>
                <a:prstDash val="solid"/>
              </a:ln>
            </p:spPr>
          </p:sp>
          <p:sp>
            <p:nvSpPr>
              <p:cNvPr id="578" name="four:topology-swaps:line:578">
                <a:extLst>
                  <a:ext uri="{FF2B5EF4-FFF2-40B4-BE49-F238E27FC236}">
                    <ns2:creationId id="{0D94359F-5203-42AC-A3FB-219975E6306A}"/>
                  </a:ext>
                </a:extLst>
              </p:cNvPr>
              <p:cNvSpPr>
                <a:spLocks noGrp="1"/>
              </p:cNvSpPr>
              <p:nvPr/>
            </p:nvSpPr>
            <p:spPr>
              <a:xfrm>
                <a:off x="6981825" y="6696075"/>
                <a:ext cx="594360" cy="200025"/>
              </a:xfrm>
              <a:custGeom>
                <a:pathLst>
                  <a:path w="594360" h="200025">
                    <a:moveTo>
                      <a:pt x="594360" y="0"/>
                    </a:moveTo>
                    <a:lnTo>
                      <a:pt x="0" y="200025"/>
                    </a:lnTo>
                  </a:path>
                </a:pathLst>
              </a:custGeom>
              <a:noFill/>
              <a:ln w="5375">
                <a:solidFill>
                  <a:srgbClr val="009E73">
                    <a:alpha val="60000"/>
                  </a:srgbClr>
                </a:solidFill>
                <a:prstDash val="solid"/>
              </a:ln>
            </p:spPr>
          </p:sp>
          <p:sp>
            <p:nvSpPr>
              <p:cNvPr id="579" name="four:topology-swaps:line:579">
                <a:extLst>
                  <a:ext uri="{FF2B5EF4-FFF2-40B4-BE49-F238E27FC236}">
                    <ns2:creationId id="{051DDEB7-2F92-4637-B280-BAF9B5389FF4}"/>
                  </a:ext>
                </a:extLst>
              </p:cNvPr>
              <p:cNvSpPr>
                <a:spLocks noGrp="1"/>
              </p:cNvSpPr>
              <p:nvPr/>
            </p:nvSpPr>
            <p:spPr>
              <a:xfrm>
                <a:off x="6570345" y="6448425"/>
                <a:ext cx="953" cy="228600"/>
              </a:xfrm>
              <a:custGeom>
                <a:pathLst>
                  <a:path w="953" h="228600">
                    <a:moveTo>
                      <a:pt x="0" y="4405"/>
                    </a:moveTo>
                    <a:lnTo>
                      <a:pt x="0" y="228600"/>
                    </a:lnTo>
                  </a:path>
                </a:pathLst>
              </a:custGeom>
              <a:noFill/>
              <a:ln w="6841">
                <a:solidFill>
                  <a:srgbClr val="CC79A7"/>
                </a:solidFill>
                <a:prstDash val="dash"/>
              </a:ln>
            </p:spPr>
          </p:sp>
          <p:sp>
            <p:nvSpPr>
              <p:cNvPr id="580" name="four:topology-swaps:line:580">
                <a:extLst>
                  <a:ext uri="{FF2B5EF4-FFF2-40B4-BE49-F238E27FC236}">
                    <ns2:creationId id="{A0440337-B082-4251-B9F0-41734509D3F8}"/>
                  </a:ext>
                </a:extLst>
              </p:cNvPr>
              <p:cNvSpPr>
                <a:spLocks noGrp="1"/>
              </p:cNvSpPr>
              <p:nvPr/>
            </p:nvSpPr>
            <p:spPr>
              <a:xfrm>
                <a:off x="6541770" y="6486525"/>
                <a:ext cx="57150" cy="953"/>
              </a:xfrm>
              <a:custGeom>
                <a:pathLst>
                  <a:path w="57150" h="953">
                    <a:moveTo>
                      <a:pt x="0" y="0"/>
                    </a:moveTo>
                    <a:lnTo>
                      <a:pt x="57150" y="0"/>
                    </a:lnTo>
                  </a:path>
                </a:pathLst>
              </a:custGeom>
              <a:noFill/>
              <a:ln w="7329">
                <a:solidFill>
                  <a:srgbClr val="CC79A7"/>
                </a:solidFill>
                <a:prstDash val="solid"/>
              </a:ln>
            </p:spPr>
          </p:sp>
          <p:sp>
            <p:nvSpPr>
              <p:cNvPr id="581" name="four:topology-swaps:regular-node:581">
                <a:extLst>
                  <a:ext uri="{FF2B5EF4-FFF2-40B4-BE49-F238E27FC236}">
                    <ns2:creationId id="{0F849EBE-6DAE-4C5C-871E-BA4E7D17803B}"/>
                  </a:ext>
                </a:extLst>
              </p:cNvPr>
              <p:cNvSpPr>
                <a:spLocks noGrp="1"/>
              </p:cNvSpPr>
              <p:nvPr/>
            </p:nvSpPr>
            <p:spPr>
              <a:xfrm>
                <a:off x="6552248" y="6563678"/>
                <a:ext cx="36195" cy="36195"/>
              </a:xfrm>
              <a:prstGeom prst="ellipse">
                <a:avLst/>
              </a:prstGeom>
              <a:solidFill>
                <a:srgbClr val="CC79A7"/>
              </a:solidFill>
              <a:ln w="0">
                <a:noFill/>
                <a:prstDash val="solid"/>
              </a:ln>
            </p:spPr>
          </p:sp>
          <p:sp>
            <p:nvSpPr>
              <p:cNvPr id="582" name="four:topology-swaps:line:582">
                <a:extLst>
                  <a:ext uri="{FF2B5EF4-FFF2-40B4-BE49-F238E27FC236}">
                    <ns2:creationId id="{277726B3-A941-447B-9198-274E84A3A9F9}"/>
                  </a:ext>
                </a:extLst>
              </p:cNvPr>
              <p:cNvSpPr>
                <a:spLocks noGrp="1"/>
              </p:cNvSpPr>
              <p:nvPr/>
            </p:nvSpPr>
            <p:spPr>
              <a:xfrm>
                <a:off x="6570345" y="6696075"/>
                <a:ext cx="868680" cy="200025"/>
              </a:xfrm>
              <a:custGeom>
                <a:pathLst>
                  <a:path w="868680" h="200025">
                    <a:moveTo>
                      <a:pt x="0" y="0"/>
                    </a:moveTo>
                    <a:lnTo>
                      <a:pt x="868680" y="200025"/>
                    </a:lnTo>
                  </a:path>
                </a:pathLst>
              </a:custGeom>
              <a:noFill/>
              <a:ln w="5375">
                <a:solidFill>
                  <a:srgbClr val="CC79A7">
                    <a:alpha val="60000"/>
                  </a:srgbClr>
                </a:solidFill>
                <a:prstDash val="solid"/>
              </a:ln>
            </p:spPr>
          </p:sp>
          <p:sp>
            <p:nvSpPr>
              <p:cNvPr id="583" name="four:topology-swaps:line:583">
                <a:extLst>
                  <a:ext uri="{FF2B5EF4-FFF2-40B4-BE49-F238E27FC236}">
                    <ns2:creationId id="{017F5B65-359C-4C2A-A279-F6B3718520BA}"/>
                  </a:ext>
                </a:extLst>
              </p:cNvPr>
              <p:cNvSpPr>
                <a:spLocks noGrp="1"/>
              </p:cNvSpPr>
              <p:nvPr/>
            </p:nvSpPr>
            <p:spPr>
              <a:xfrm>
                <a:off x="5953125" y="7010400"/>
                <a:ext cx="1733550" cy="953"/>
              </a:xfrm>
              <a:custGeom>
                <a:pathLst>
                  <a:path w="1733550" h="953">
                    <a:moveTo>
                      <a:pt x="0" y="0"/>
                    </a:moveTo>
                    <a:lnTo>
                      <a:pt x="1733550" y="0"/>
                    </a:lnTo>
                  </a:path>
                </a:pathLst>
              </a:custGeom>
              <a:noFill/>
              <a:ln w="6352">
                <a:solidFill>
                  <a:srgbClr val="263238"/>
                </a:solidFill>
                <a:prstDash val="solid"/>
              </a:ln>
            </p:spPr>
          </p:sp>
          <p:sp>
            <p:nvSpPr>
              <p:cNvPr id="584" name="four:topology-swaps:polygon:584">
                <a:extLst>
                  <a:ext uri="{FF2B5EF4-FFF2-40B4-BE49-F238E27FC236}">
                    <ns2:creationId id="{E2A855C9-C663-4FBE-A7B1-C97B54E6D3BE}"/>
                  </a:ext>
                </a:extLst>
              </p:cNvPr>
              <p:cNvSpPr>
                <a:spLocks noGrp="1"/>
              </p:cNvSpPr>
              <p:nvPr/>
            </p:nvSpPr>
            <p:spPr>
              <a:xfrm>
                <a:off x="7629525" y="6985826"/>
                <a:ext cx="57150" cy="49149"/>
              </a:xfrm>
              <a:custGeom>
                <a:pathLst>
                  <a:path w="57150" h="49149">
                    <a:moveTo>
                      <a:pt x="57150" y="24574"/>
                    </a:moveTo>
                    <a:lnTo>
                      <a:pt x="0" y="0"/>
                    </a:lnTo>
                    <a:lnTo>
                      <a:pt x="0" y="49149"/>
                    </a:lnTo>
                    <a:close/>
                  </a:path>
                </a:pathLst>
              </a:custGeom>
              <a:solidFill>
                <a:srgbClr val="263238"/>
              </a:solidFill>
              <a:ln w="0">
                <a:noFill/>
                <a:prstDash val="solid"/>
              </a:ln>
            </p:spPr>
          </p:sp>
          <p:sp>
            <p:nvSpPr>
              <p:cNvPr id="585" name="four:topology-swaps:textbox:585">
                <a:extLst>
                  <a:ext uri="{FF2B5EF4-FFF2-40B4-BE49-F238E27FC236}">
                    <ns2:creationId id="{D861A542-F694-4429-AEAA-499CDD150C5D}"/>
                  </a:ext>
                </a:extLst>
              </p:cNvPr>
              <p:cNvSpPr>
                <a:spLocks noGrp="1"/>
              </p:cNvSpPr>
              <p:nvPr/>
            </p:nvSpPr>
            <p:spPr>
              <a:xfrm>
                <a:off x="5772150" y="6819900"/>
                <a:ext cx="266700" cy="342900"/>
              </a:xfrm>
              <a:prstGeom prst="rect">
                <a:avLst/>
              </a:prstGeom>
              <a:noFill/>
              <a:ln w="0">
                <a:noFill/>
                <a:prstDash val="solid"/>
              </a:ln>
            </p:spPr>
            <p:txBody>
              <a:bodyPr wrap="none" lIns="0" tIns="0" rIns="0" bIns="0" anchor="ctr">
                <a:normAutofit fontScale="100000"/>
              </a:bodyPr>
              <a:lstStyle>
                <a:defPPr algn="ctr">
                  <a:defRPr sz="846" b="0">
                    <a:solidFill>
                      <a:srgbClr val="7B8790"/>
                    </a:solidFill>
                    <a:latin typeface="Arial"/>
                    <a:ea typeface="Arial"/>
                    <a:cs typeface="Arial"/>
                  </a:defRPr>
                </a:defPPr>
              </a:lstStyle>
              <a:p>
                <a:pPr algn="ctr">
                  <a:defRPr sz="846" b="0">
                    <a:solidFill>
                      <a:srgbClr val="7B8790"/>
                    </a:solidFill>
                    <a:latin typeface="Arial"/>
                    <a:ea typeface="Arial"/>
                    <a:cs typeface="Arial"/>
                  </a:defRPr>
                </a:pPr>
                <a:r>
                  <a:rPr sz="846" b="0">
                    <a:solidFill>
                      <a:srgbClr val="7B8790"/>
                    </a:solidFill>
                    <a:latin typeface="Arial"/>
                    <a:ea typeface="Arial"/>
                    <a:cs typeface="Arial"/>
                  </a:rPr>
                  <a:t>q</a:t>
                </a:r>
                <a:r>
                  <a:rPr sz="609" b="0" baseline="-25000">
                    <a:solidFill>
                      <a:srgbClr val="7B8790"/>
                    </a:solidFill>
                    <a:latin typeface="Arial"/>
                    <a:ea typeface="Arial"/>
                    <a:cs typeface="Arial"/>
                  </a:rPr>
                  <a:t>i</a:t>
                </a:r>
              </a:p>
            </p:txBody>
          </p:sp>
          <p:sp>
            <p:nvSpPr>
              <p:cNvPr id="586" name="four:topology-swaps:interval-A:586">
                <a:extLst>
                  <a:ext uri="{FF2B5EF4-FFF2-40B4-BE49-F238E27FC236}">
                    <ns2:creationId id="{E500E38B-BBB6-4362-AD39-CDE11E15AAF6}"/>
                  </a:ext>
                </a:extLst>
              </p:cNvPr>
              <p:cNvSpPr>
                <a:spLocks noGrp="1"/>
              </p:cNvSpPr>
              <p:nvPr/>
            </p:nvSpPr>
            <p:spPr>
              <a:xfrm>
                <a:off x="5975985" y="6905625"/>
                <a:ext cx="182880" cy="209550"/>
              </a:xfrm>
              <a:prstGeom prst="rect">
                <a:avLst/>
              </a:prstGeom>
              <a:solidFill>
                <a:srgbClr val="0072B2"/>
              </a:solidFill>
              <a:ln w="3909">
                <a:solidFill>
                  <a:srgbClr val="263238"/>
                </a:solidFill>
                <a:prstDash val="solid"/>
              </a:ln>
            </p:spPr>
          </p:sp>
          <p:sp>
            <p:nvSpPr>
              <p:cNvPr id="587" name="four:topology-swaps:regular-node:587">
                <a:extLst>
                  <a:ext uri="{FF2B5EF4-FFF2-40B4-BE49-F238E27FC236}">
                    <ns2:creationId id="{BFFD8992-A9F1-4650-B5ED-4A1B2B412551}"/>
                  </a:ext>
                </a:extLst>
              </p:cNvPr>
              <p:cNvSpPr>
                <a:spLocks noGrp="1"/>
              </p:cNvSpPr>
              <p:nvPr/>
            </p:nvSpPr>
            <p:spPr>
              <a:xfrm>
                <a:off x="6047423" y="6990398"/>
                <a:ext cx="40005" cy="40005"/>
              </a:xfrm>
              <a:prstGeom prst="ellipse">
                <a:avLst/>
              </a:prstGeom>
              <a:solidFill>
                <a:srgbClr val="263238"/>
              </a:solidFill>
              <a:ln w="0">
                <a:noFill/>
                <a:prstDash val="solid"/>
              </a:ln>
            </p:spPr>
          </p:sp>
          <p:sp>
            <p:nvSpPr>
              <p:cNvPr id="588" name="four:topology-swaps:interval-C:588">
                <a:extLst>
                  <a:ext uri="{FF2B5EF4-FFF2-40B4-BE49-F238E27FC236}">
                    <ns2:creationId id="{F87C7322-43DD-4335-B6CD-A6C3CBA43DD7}"/>
                  </a:ext>
                </a:extLst>
              </p:cNvPr>
              <p:cNvSpPr>
                <a:spLocks noGrp="1"/>
              </p:cNvSpPr>
              <p:nvPr/>
            </p:nvSpPr>
            <p:spPr>
              <a:xfrm>
                <a:off x="6433185" y="6905625"/>
                <a:ext cx="182880" cy="209550"/>
              </a:xfrm>
              <a:prstGeom prst="rect">
                <a:avLst/>
              </a:prstGeom>
              <a:solidFill>
                <a:srgbClr val="D55E00"/>
              </a:solidFill>
              <a:ln w="3909">
                <a:solidFill>
                  <a:srgbClr val="263238"/>
                </a:solidFill>
                <a:prstDash val="solid"/>
              </a:ln>
            </p:spPr>
          </p:sp>
          <p:sp>
            <p:nvSpPr>
              <p:cNvPr id="589" name="four:topology-swaps:regular-node:589">
                <a:extLst>
                  <a:ext uri="{FF2B5EF4-FFF2-40B4-BE49-F238E27FC236}">
                    <ns2:creationId id="{8D8EA13E-D95F-4DB0-A149-33A1B94FE87C}"/>
                  </a:ext>
                </a:extLst>
              </p:cNvPr>
              <p:cNvSpPr>
                <a:spLocks noGrp="1"/>
              </p:cNvSpPr>
              <p:nvPr/>
            </p:nvSpPr>
            <p:spPr>
              <a:xfrm>
                <a:off x="6504623" y="6990398"/>
                <a:ext cx="40005" cy="40005"/>
              </a:xfrm>
              <a:prstGeom prst="ellipse">
                <a:avLst/>
              </a:prstGeom>
              <a:solidFill>
                <a:srgbClr val="263238"/>
              </a:solidFill>
              <a:ln w="0">
                <a:noFill/>
                <a:prstDash val="solid"/>
              </a:ln>
            </p:spPr>
          </p:sp>
          <p:sp>
            <p:nvSpPr>
              <p:cNvPr id="590" name="four:topology-swaps:interval-D:590">
                <a:extLst>
                  <a:ext uri="{FF2B5EF4-FFF2-40B4-BE49-F238E27FC236}">
                    <ns2:creationId id="{7E730C98-C510-4AE8-9EEF-9F50F7EE7D16}"/>
                  </a:ext>
                </a:extLst>
              </p:cNvPr>
              <p:cNvSpPr>
                <a:spLocks noGrp="1"/>
              </p:cNvSpPr>
              <p:nvPr/>
            </p:nvSpPr>
            <p:spPr>
              <a:xfrm>
                <a:off x="6890385" y="6905625"/>
                <a:ext cx="182880" cy="209550"/>
              </a:xfrm>
              <a:prstGeom prst="rect">
                <a:avLst/>
              </a:prstGeom>
              <a:solidFill>
                <a:srgbClr val="009E73"/>
              </a:solidFill>
              <a:ln w="3909">
                <a:solidFill>
                  <a:srgbClr val="263238"/>
                </a:solidFill>
                <a:prstDash val="solid"/>
              </a:ln>
            </p:spPr>
          </p:sp>
          <p:sp>
            <p:nvSpPr>
              <p:cNvPr id="591" name="four:topology-swaps:regular-node:591">
                <a:extLst>
                  <a:ext uri="{FF2B5EF4-FFF2-40B4-BE49-F238E27FC236}">
                    <ns2:creationId id="{D9A0EA35-D5FA-46BA-8105-03465767685A}"/>
                  </a:ext>
                </a:extLst>
              </p:cNvPr>
              <p:cNvSpPr>
                <a:spLocks noGrp="1"/>
              </p:cNvSpPr>
              <p:nvPr/>
            </p:nvSpPr>
            <p:spPr>
              <a:xfrm>
                <a:off x="6961823" y="6990398"/>
                <a:ext cx="40005" cy="40005"/>
              </a:xfrm>
              <a:prstGeom prst="ellipse">
                <a:avLst/>
              </a:prstGeom>
              <a:solidFill>
                <a:srgbClr val="263238"/>
              </a:solidFill>
              <a:ln w="0">
                <a:noFill/>
                <a:prstDash val="solid"/>
              </a:ln>
            </p:spPr>
          </p:sp>
          <p:sp>
            <p:nvSpPr>
              <p:cNvPr id="592" name="four:topology-swaps:interval-B:592">
                <a:extLst>
                  <a:ext uri="{FF2B5EF4-FFF2-40B4-BE49-F238E27FC236}">
                    <ns2:creationId id="{A89FC01E-4AEA-4F52-A095-EB8DD8B3176A}"/>
                  </a:ext>
                </a:extLst>
              </p:cNvPr>
              <p:cNvSpPr>
                <a:spLocks noGrp="1"/>
              </p:cNvSpPr>
              <p:nvPr/>
            </p:nvSpPr>
            <p:spPr>
              <a:xfrm>
                <a:off x="7347585" y="6905625"/>
                <a:ext cx="182880" cy="209550"/>
              </a:xfrm>
              <a:prstGeom prst="rect">
                <a:avLst/>
              </a:prstGeom>
              <a:solidFill>
                <a:srgbClr val="CC79A7"/>
              </a:solidFill>
              <a:ln w="3909">
                <a:solidFill>
                  <a:srgbClr val="263238"/>
                </a:solidFill>
                <a:prstDash val="solid"/>
              </a:ln>
            </p:spPr>
          </p:sp>
          <p:sp>
            <p:nvSpPr>
              <p:cNvPr id="593" name="four:topology-swaps:regular-node:593">
                <a:extLst>
                  <a:ext uri="{FF2B5EF4-FFF2-40B4-BE49-F238E27FC236}">
                    <ns2:creationId id="{265A6F03-C15E-4DF6-B49B-1F5575C52DB8}"/>
                  </a:ext>
                </a:extLst>
              </p:cNvPr>
              <p:cNvSpPr>
                <a:spLocks noGrp="1"/>
              </p:cNvSpPr>
              <p:nvPr/>
            </p:nvSpPr>
            <p:spPr>
              <a:xfrm>
                <a:off x="7419023" y="6990398"/>
                <a:ext cx="40005" cy="40005"/>
              </a:xfrm>
              <a:prstGeom prst="ellipse">
                <a:avLst/>
              </a:prstGeom>
              <a:solidFill>
                <a:srgbClr val="263238"/>
              </a:solidFill>
              <a:ln w="0">
                <a:noFill/>
                <a:prstDash val="solid"/>
              </a:ln>
            </p:spPr>
          </p:sp>
          <p:sp>
            <p:nvSpPr>
              <p:cNvPr id="594" name="four:topology-swaps:line:594">
                <a:extLst>
                  <a:ext uri="{FF2B5EF4-FFF2-40B4-BE49-F238E27FC236}">
                    <ns2:creationId id="{EF73CD57-F685-4738-887E-6AFC5262229E}"/>
                  </a:ext>
                </a:extLst>
              </p:cNvPr>
              <p:cNvSpPr>
                <a:spLocks noGrp="1"/>
              </p:cNvSpPr>
              <p:nvPr/>
            </p:nvSpPr>
            <p:spPr>
              <a:xfrm>
                <a:off x="6570345" y="6696075"/>
                <a:ext cx="953" cy="171450"/>
              </a:xfrm>
              <a:custGeom>
                <a:pathLst>
                  <a:path w="953" h="171450">
                    <a:moveTo>
                      <a:pt x="0" y="0"/>
                    </a:moveTo>
                    <a:lnTo>
                      <a:pt x="0" y="171450"/>
                    </a:lnTo>
                  </a:path>
                </a:pathLst>
              </a:custGeom>
              <a:noFill/>
              <a:ln w="4886">
                <a:solidFill>
                  <a:srgbClr val="CC79A7">
                    <a:alpha val="85000"/>
                  </a:srgbClr>
                </a:solidFill>
                <a:prstDash val="dash"/>
              </a:ln>
            </p:spPr>
          </p:sp>
          <p:sp>
            <p:nvSpPr>
              <p:cNvPr id="595" name="four:topology-swaps:line:595">
                <a:extLst>
                  <a:ext uri="{FF2B5EF4-FFF2-40B4-BE49-F238E27FC236}">
                    <ns2:creationId id="{C2DEEC99-E2EF-4071-9E7E-A3C8D861B630}"/>
                  </a:ext>
                </a:extLst>
              </p:cNvPr>
              <p:cNvSpPr>
                <a:spLocks noGrp="1"/>
              </p:cNvSpPr>
              <p:nvPr/>
            </p:nvSpPr>
            <p:spPr>
              <a:xfrm>
                <a:off x="6570345" y="7153275"/>
                <a:ext cx="953" cy="266700"/>
              </a:xfrm>
              <a:custGeom>
                <a:pathLst>
                  <a:path w="953" h="266700">
                    <a:moveTo>
                      <a:pt x="0" y="0"/>
                    </a:moveTo>
                    <a:lnTo>
                      <a:pt x="0" y="266700"/>
                    </a:lnTo>
                  </a:path>
                </a:pathLst>
              </a:custGeom>
              <a:noFill/>
              <a:ln w="4886">
                <a:solidFill>
                  <a:srgbClr val="CC79A7">
                    <a:alpha val="85000"/>
                  </a:srgbClr>
                </a:solidFill>
                <a:prstDash val="dash"/>
              </a:ln>
            </p:spPr>
          </p:sp>
          <p:sp>
            <p:nvSpPr>
              <p:cNvPr id="596" name="four:topology-swaps:line:596">
                <a:extLst>
                  <a:ext uri="{FF2B5EF4-FFF2-40B4-BE49-F238E27FC236}">
                    <ns2:creationId id="{3C9B4786-E0BA-49FE-8E98-1C0E3AD028B3}"/>
                  </a:ext>
                </a:extLst>
              </p:cNvPr>
              <p:cNvSpPr>
                <a:spLocks noGrp="1"/>
              </p:cNvSpPr>
              <p:nvPr/>
            </p:nvSpPr>
            <p:spPr>
              <a:xfrm>
                <a:off x="7439025" y="7124700"/>
                <a:ext cx="953" cy="295275"/>
              </a:xfrm>
              <a:custGeom>
                <a:pathLst>
                  <a:path w="953" h="295275">
                    <a:moveTo>
                      <a:pt x="0" y="0"/>
                    </a:moveTo>
                    <a:lnTo>
                      <a:pt x="0" y="295275"/>
                    </a:lnTo>
                  </a:path>
                </a:pathLst>
              </a:custGeom>
              <a:noFill/>
              <a:ln w="4886">
                <a:solidFill>
                  <a:srgbClr val="CC79A7"/>
                </a:solidFill>
                <a:prstDash val="solid"/>
              </a:ln>
            </p:spPr>
          </p:sp>
          <p:sp>
            <p:nvSpPr>
              <p:cNvPr id="597" name="four:topology-swaps:line:597">
                <a:extLst>
                  <a:ext uri="{FF2B5EF4-FFF2-40B4-BE49-F238E27FC236}">
                    <ns2:creationId id="{E36C53C2-6995-4B3C-B156-CC879E4044EB}"/>
                  </a:ext>
                </a:extLst>
              </p:cNvPr>
              <p:cNvSpPr>
                <a:spLocks noGrp="1"/>
              </p:cNvSpPr>
              <p:nvPr/>
            </p:nvSpPr>
            <p:spPr>
              <a:xfrm>
                <a:off x="6570345" y="7419975"/>
                <a:ext cx="868680" cy="953"/>
              </a:xfrm>
              <a:custGeom>
                <a:pathLst>
                  <a:path w="868680" h="953">
                    <a:moveTo>
                      <a:pt x="0" y="0"/>
                    </a:moveTo>
                    <a:lnTo>
                      <a:pt x="868680" y="0"/>
                    </a:lnTo>
                  </a:path>
                </a:pathLst>
              </a:custGeom>
              <a:noFill/>
              <a:ln w="8795">
                <a:solidFill>
                  <a:srgbClr val="CC79A7"/>
                </a:solidFill>
                <a:prstDash val="solid"/>
              </a:ln>
            </p:spPr>
          </p:sp>
          <p:sp>
            <p:nvSpPr>
              <p:cNvPr id="598" name="four:topology-swaps:polygon:598">
                <a:extLst>
                  <a:ext uri="{FF2B5EF4-FFF2-40B4-BE49-F238E27FC236}">
                    <ns2:creationId id="{5F39B2EF-F08E-4A7E-952E-E912E6437770}"/>
                  </a:ext>
                </a:extLst>
              </p:cNvPr>
              <p:cNvSpPr>
                <a:spLocks noGrp="1"/>
              </p:cNvSpPr>
              <p:nvPr/>
            </p:nvSpPr>
            <p:spPr>
              <a:xfrm>
                <a:off x="7381875" y="7395401"/>
                <a:ext cx="57150" cy="49149"/>
              </a:xfrm>
              <a:custGeom>
                <a:pathLst>
                  <a:path w="57150" h="49149">
                    <a:moveTo>
                      <a:pt x="57150" y="24574"/>
                    </a:moveTo>
                    <a:lnTo>
                      <a:pt x="0" y="0"/>
                    </a:lnTo>
                    <a:lnTo>
                      <a:pt x="0" y="49149"/>
                    </a:lnTo>
                    <a:close/>
                  </a:path>
                </a:pathLst>
              </a:custGeom>
              <a:solidFill>
                <a:srgbClr val="CC79A7"/>
              </a:solidFill>
              <a:ln w="0">
                <a:noFill/>
                <a:prstDash val="solid"/>
              </a:ln>
            </p:spPr>
          </p:sp>
          <p:sp>
            <p:nvSpPr>
              <p:cNvPr id="599" name="four:topology-swaps:polygon:599">
                <a:extLst>
                  <a:ext uri="{FF2B5EF4-FFF2-40B4-BE49-F238E27FC236}">
                    <ns2:creationId id="{267755E4-623B-4E51-B971-008CD654703D}"/>
                  </a:ext>
                </a:extLst>
              </p:cNvPr>
              <p:cNvSpPr>
                <a:spLocks noGrp="1"/>
              </p:cNvSpPr>
              <p:nvPr/>
            </p:nvSpPr>
            <p:spPr>
              <a:xfrm>
                <a:off x="6570345" y="7395401"/>
                <a:ext cx="57150" cy="49149"/>
              </a:xfrm>
              <a:custGeom>
                <a:pathLst>
                  <a:path w="57150" h="49149">
                    <a:moveTo>
                      <a:pt x="0" y="24574"/>
                    </a:moveTo>
                    <a:lnTo>
                      <a:pt x="57150" y="49149"/>
                    </a:lnTo>
                    <a:lnTo>
                      <a:pt x="57150" y="0"/>
                    </a:lnTo>
                    <a:close/>
                  </a:path>
                </a:pathLst>
              </a:custGeom>
              <a:solidFill>
                <a:srgbClr val="CC79A7"/>
              </a:solidFill>
              <a:ln w="0">
                <a:noFill/>
                <a:prstDash val="solid"/>
              </a:ln>
            </p:spPr>
          </p:sp>
          <p:sp>
            <p:nvSpPr>
              <p:cNvPr id="600" name="four:topology-swaps:textbox:600">
                <a:extLst>
                  <a:ext uri="{FF2B5EF4-FFF2-40B4-BE49-F238E27FC236}">
                    <ns2:creationId id="{DA7DE16B-E2FD-4F2A-B79D-81F0138BBDCD}"/>
                  </a:ext>
                </a:extLst>
              </p:cNvPr>
              <p:cNvSpPr>
                <a:spLocks noGrp="1"/>
              </p:cNvSpPr>
              <p:nvPr/>
            </p:nvSpPr>
            <p:spPr>
              <a:xfrm>
                <a:off x="6576060" y="7086600"/>
                <a:ext cx="857250" cy="342900"/>
              </a:xfrm>
              <a:prstGeom prst="rect">
                <a:avLst/>
              </a:prstGeom>
              <a:noFill/>
              <a:ln w="0">
                <a:noFill/>
                <a:prstDash val="solid"/>
              </a:ln>
            </p:spPr>
            <p:txBody>
              <a:bodyPr wrap="none" lIns="0" tIns="0" rIns="0" bIns="0" anchor="ctr">
                <a:normAutofit fontScale="100000"/>
              </a:bodyPr>
              <a:lstStyle>
                <a:defPPr algn="ctr">
                  <a:defRPr sz="923" b="0">
                    <a:solidFill>
                      <a:srgbClr val="CC79A7"/>
                    </a:solidFill>
                    <a:latin typeface="Arial"/>
                    <a:ea typeface="Arial"/>
                    <a:cs typeface="Arial"/>
                  </a:defRPr>
                </a:defPPr>
              </a:lstStyle>
              <a:p>
                <a:pPr algn="ctr">
                  <a:defRPr sz="923" b="0">
                    <a:solidFill>
                      <a:srgbClr val="CC79A7"/>
                    </a:solidFill>
                    <a:latin typeface="Arial"/>
                    <a:ea typeface="Arial"/>
                    <a:cs typeface="Arial"/>
                  </a:defRPr>
                </a:pPr>
                <a:r>
                  <a:rPr sz="923" b="0">
                    <a:solidFill>
                      <a:srgbClr val="CC79A7"/>
                    </a:solidFill>
                    <a:latin typeface="Arial"/>
                    <a:ea typeface="Arial"/>
                    <a:cs typeface="Arial"/>
                  </a:rPr>
                  <a:t>τ</a:t>
                </a:r>
                <a:r>
                  <a:rPr sz="665" b="0" baseline="32000">
                    <a:solidFill>
                      <a:srgbClr val="CC79A7"/>
                    </a:solidFill>
                    <a:latin typeface="Arial"/>
                    <a:ea typeface="Arial"/>
                    <a:cs typeface="Arial"/>
                  </a:rPr>
                  <a:t>*</a:t>
                </a:r>
              </a:p>
            </p:txBody>
          </p:sp>
        </p:grpSp>
        <p:grpSp>
          <p:nvGrpSpPr>
            <p:cNvPr id="6000" name="空间投影：2D与3D（可编辑）"/>
            <p:cNvGrpSpPr/>
            <p:nvPr/>
          </p:nvGrpSpPr>
          <p:grpSpPr>
            <a:xfrm>
              <a:off x="0" y="0"/>
              <a:ext cx="24955500" cy="8572500"/>
              <a:chOff x="0" y="0"/>
              <a:chExt cx="24955500" cy="8572500"/>
            </a:xfrm>
          </p:grpSpPr>
          <p:sp>
            <p:nvSpPr>
              <p:cNvPr id="7242" name="addition:spatial:3257">
                <a:extLst>
                  <a:ext uri="{FF2B5EF4-FFF2-40B4-BE49-F238E27FC236}">
                    <ns2:creationId id="{3B3B40E1-2C91-458C-95D9-A06BDEEC4BE1}"/>
                  </a:ext>
                </a:extLst>
              </p:cNvPr>
              <p:cNvSpPr>
                <a:spLocks noGrp="1"/>
              </p:cNvSpPr>
              <p:nvPr/>
            </p:nvSpPr>
            <p:spPr>
              <a:xfrm>
                <a:off x="3374136" y="1006983"/>
                <a:ext cx="3931920" cy="320040"/>
              </a:xfrm>
              <a:prstGeom prst="rect">
                <a:avLst/>
              </a:prstGeom>
              <a:noFill/>
            </p:spPr>
            <p:txBody>
              <a:bodyPr wrap="none" lIns="0" tIns="0" rIns="0" bIns="0">
                <a:spAutoFit/>
              </a:bodyPr>
              <a:lstStyle/>
              <a:p>
                <a:r>
                  <a:rPr sz="821" b="1">
                    <a:solidFill>
                      <a:srgbClr val="263238"/>
                    </a:solidFill>
                    <a:latin typeface="Arial"/>
                    <a:ea typeface="Arial"/>
                    <a:cs typeface="Arial"/>
                  </a:rPr>
                  <a:t>Spatial projection</a:t>
                </a:r>
              </a:p>
            </p:txBody>
          </p:sp>
          <p:sp>
            <p:nvSpPr>
              <p:cNvPr id="7243" name="addition:spatial:3258">
                <a:extLst>
                  <a:ext uri="{FF2B5EF4-FFF2-40B4-BE49-F238E27FC236}">
                    <ns2:creationId id="{78475BC7-78E6-43F3-B5C7-9129E246B357}"/>
                  </a:ext>
                </a:extLst>
              </p:cNvPr>
              <p:cNvSpPr>
                <a:spLocks noGrp="1"/>
              </p:cNvSpPr>
              <p:nvPr/>
            </p:nvSpPr>
            <p:spPr>
              <a:xfrm>
                <a:off x="3566160" y="1327023"/>
                <a:ext cx="1664208" cy="228600"/>
              </a:xfrm>
              <a:prstGeom prst="rect">
                <a:avLst/>
              </a:prstGeom>
              <a:noFill/>
            </p:spPr>
            <p:txBody>
              <a:bodyPr wrap="none" lIns="0" tIns="0" rIns="0" bIns="0">
                <a:spAutoFit/>
              </a:bodyPr>
              <a:lstStyle/>
              <a:p>
                <a:pPr algn="ctr">
                  <a:buNone/>
                </a:pPr>
                <a:r>
                  <a:rPr sz="605" b="1">
                    <a:solidFill>
                      <a:srgbClr val="263238"/>
                    </a:solidFill>
                    <a:latin typeface="Arial"/>
                    <a:ea typeface="Arial"/>
                    <a:cs typeface="Arial"/>
                  </a:rPr>
                  <a:t>2D projection</a:t>
                </a:r>
              </a:p>
            </p:txBody>
          </p:sp>
          <p:sp>
            <p:nvSpPr>
              <p:cNvPr id="7244" name="addition:spatial:3259">
                <a:extLst>
                  <a:ext uri="{FF2B5EF4-FFF2-40B4-BE49-F238E27FC236}">
                    <ns2:creationId id="{FAC08C72-6E89-412B-A5BE-87714D85DB46}"/>
                  </a:ext>
                </a:extLst>
              </p:cNvPr>
              <p:cNvSpPr>
                <a:spLocks noGrp="1"/>
              </p:cNvSpPr>
              <p:nvPr/>
            </p:nvSpPr>
            <p:spPr>
              <a:xfrm>
                <a:off x="5833872" y="1327023"/>
                <a:ext cx="1664208" cy="228600"/>
              </a:xfrm>
              <a:prstGeom prst="rect">
                <a:avLst/>
              </a:prstGeom>
              <a:noFill/>
            </p:spPr>
            <p:txBody>
              <a:bodyPr wrap="none" lIns="0" tIns="0" rIns="0" bIns="0">
                <a:spAutoFit/>
              </a:bodyPr>
              <a:lstStyle/>
              <a:p>
                <a:pPr algn="ctr">
                  <a:buNone/>
                </a:pPr>
                <a:r>
                  <a:rPr sz="605" b="1">
                    <a:solidFill>
                      <a:srgbClr val="263238"/>
                    </a:solidFill>
                    <a:latin typeface="Arial"/>
                    <a:ea typeface="Arial"/>
                    <a:cs typeface="Arial"/>
                  </a:rPr>
                  <a:t>3D projection</a:t>
                </a:r>
              </a:p>
            </p:txBody>
          </p:sp>
          <p:sp>
            <p:nvSpPr>
              <p:cNvPr id="7245" name="addition:spatial:3260">
                <a:extLst>
                  <a:ext uri="{FF2B5EF4-FFF2-40B4-BE49-F238E27FC236}">
                    <ns2:creationId id="{2A9896A9-3DB6-4A9E-8E8E-59059F7F29C6}"/>
                  </a:ext>
                </a:extLst>
              </p:cNvPr>
              <p:cNvSpPr>
                <a:spLocks noGrp="1"/>
              </p:cNvSpPr>
              <p:nvPr/>
            </p:nvSpPr>
            <p:spPr>
              <a:xfrm>
                <a:off x="5550408" y="1345311"/>
                <a:ext cx="0" cy="2798064"/>
              </a:xfrm>
              <a:prstGeom prst="line">
                <a:avLst/>
              </a:prstGeom>
              <a:ln w="6841">
                <a:solidFill>
                  <a:srgbClr val="87BBD6"/>
                </a:solidFill>
                <a:prstDash val="dash"/>
              </a:ln>
            </p:spPr>
          </p:sp>
          <p:sp>
            <p:nvSpPr>
              <p:cNvPr id="7501" name="addition:spatial:3572">
                <a:extLst>
                  <a:ext uri="{FF2B5EF4-FFF2-40B4-BE49-F238E27FC236}">
                    <ns2:creationId id="{005B8530-AB44-4D1E-BE68-729BF57995A8}"/>
                  </a:ext>
                </a:extLst>
              </p:cNvPr>
              <p:cNvSpPr>
                <a:spLocks noGrp="1"/>
              </p:cNvSpPr>
              <p:nvPr/>
            </p:nvSpPr>
            <p:spPr>
              <a:xfrm>
                <a:off x="5715000" y="3878199"/>
                <a:ext cx="1783079" cy="0"/>
              </a:xfrm>
              <a:prstGeom prst="line">
                <a:avLst/>
              </a:prstGeom>
              <a:ln w="7361">
                <a:solidFill>
                  <a:srgbClr val="263238"/>
                </a:solidFill>
              </a:ln>
            </p:spPr>
          </p:sp>
          <p:sp>
            <p:nvSpPr>
              <p:cNvPr id="7502" name="addition:spatial:3573">
                <a:extLst>
                  <a:ext uri="{FF2B5EF4-FFF2-40B4-BE49-F238E27FC236}">
                    <ns2:creationId id="{B22D75E3-2F23-4601-85AC-F6FD60764501}"/>
                  </a:ext>
                </a:extLst>
              </p:cNvPr>
              <p:cNvSpPr>
                <a:spLocks noGrp="1"/>
              </p:cNvSpPr>
              <p:nvPr/>
            </p:nvSpPr>
            <p:spPr>
              <a:xfrm flipH="1" flipV="1">
                <a:off x="7415783" y="3837051"/>
                <a:ext cx="82296" cy="41148"/>
              </a:xfrm>
              <a:prstGeom prst="line">
                <a:avLst/>
              </a:prstGeom>
              <a:ln w="5733">
                <a:solidFill>
                  <a:srgbClr val="263238"/>
                </a:solidFill>
              </a:ln>
            </p:spPr>
          </p:sp>
          <p:sp>
            <p:nvSpPr>
              <p:cNvPr id="7503" name="addition:spatial:3574">
                <a:extLst>
                  <a:ext uri="{FF2B5EF4-FFF2-40B4-BE49-F238E27FC236}">
                    <ns2:creationId id="{594691F1-8EA9-45D4-B165-2D3030429719}"/>
                  </a:ext>
                </a:extLst>
              </p:cNvPr>
              <p:cNvSpPr>
                <a:spLocks noGrp="1"/>
              </p:cNvSpPr>
              <p:nvPr/>
            </p:nvSpPr>
            <p:spPr>
              <a:xfrm flipH="1">
                <a:off x="7415783" y="3878199"/>
                <a:ext cx="82296" cy="41148"/>
              </a:xfrm>
              <a:prstGeom prst="line">
                <a:avLst/>
              </a:prstGeom>
              <a:ln w="5733">
                <a:solidFill>
                  <a:srgbClr val="263238"/>
                </a:solidFill>
              </a:ln>
            </p:spPr>
          </p:sp>
          <p:sp>
            <p:nvSpPr>
              <p:cNvPr id="7504" name="addition:spatial:3575">
                <a:extLst>
                  <a:ext uri="{FF2B5EF4-FFF2-40B4-BE49-F238E27FC236}">
                    <ns2:creationId id="{943B9E8C-FA00-4BE0-A76F-3C920B2A8265}"/>
                  </a:ext>
                </a:extLst>
              </p:cNvPr>
              <p:cNvSpPr>
                <a:spLocks noGrp="1"/>
              </p:cNvSpPr>
              <p:nvPr/>
            </p:nvSpPr>
            <p:spPr>
              <a:xfrm>
                <a:off x="5833872" y="3731895"/>
                <a:ext cx="274320" cy="274320"/>
              </a:xfrm>
              <a:prstGeom prst="rect">
                <a:avLst/>
              </a:prstGeom>
              <a:solidFill>
                <a:srgbClr val="0977B4"/>
              </a:solidFill>
              <a:ln w="4430">
                <a:solidFill>
                  <a:srgbClr val="263238"/>
                </a:solidFill>
              </a:ln>
            </p:spPr>
            <p:txBody>
              <a:bodyPr anchor="ctr"/>
              <a:lstStyle/>
              <a:p>
                <a:pPr algn="ctr">
                  <a:buNone/>
                </a:pPr>
              </a:p>
            </p:txBody>
          </p:sp>
          <p:sp>
            <p:nvSpPr>
              <p:cNvPr id="7505" name="addition:spatial:3576">
                <a:extLst>
                  <a:ext uri="{FF2B5EF4-FFF2-40B4-BE49-F238E27FC236}">
                    <ns2:creationId id="{F5A8BB2A-5813-4A4A-80DF-CB358968D34D}"/>
                  </a:ext>
                </a:extLst>
              </p:cNvPr>
              <p:cNvSpPr>
                <a:spLocks noGrp="1"/>
              </p:cNvSpPr>
              <p:nvPr/>
            </p:nvSpPr>
            <p:spPr>
              <a:xfrm>
                <a:off x="5950915" y="3848938"/>
                <a:ext cx="40233" cy="40233"/>
              </a:xfrm>
              <a:prstGeom prst="ellipse">
                <a:avLst/>
              </a:prstGeom>
              <a:solidFill>
                <a:srgbClr val="263238"/>
              </a:solidFill>
              <a:ln>
                <a:noFill/>
              </a:ln>
            </p:spPr>
            <p:txBody>
              <a:bodyPr anchor="ctr"/>
              <a:lstStyle/>
              <a:p>
                <a:pPr algn="ctr">
                  <a:buNone/>
                </a:pPr>
              </a:p>
            </p:txBody>
          </p:sp>
          <p:sp>
            <p:nvSpPr>
              <p:cNvPr id="7506" name="addition:spatial:3577">
                <a:extLst>
                  <a:ext uri="{FF2B5EF4-FFF2-40B4-BE49-F238E27FC236}">
                    <ns2:creationId id="{1CE468E3-34F5-470A-BC3C-1DD050F2E5F2}"/>
                  </a:ext>
                </a:extLst>
              </p:cNvPr>
              <p:cNvSpPr>
                <a:spLocks noGrp="1"/>
              </p:cNvSpPr>
              <p:nvPr/>
            </p:nvSpPr>
            <p:spPr>
              <a:xfrm>
                <a:off x="6245352" y="3731895"/>
                <a:ext cx="274320" cy="274320"/>
              </a:xfrm>
              <a:prstGeom prst="rect">
                <a:avLst/>
              </a:prstGeom>
              <a:solidFill>
                <a:srgbClr val="EEBF99"/>
              </a:solidFill>
              <a:ln w="4430">
                <a:solidFill>
                  <a:srgbClr val="263238"/>
                </a:solidFill>
              </a:ln>
            </p:spPr>
            <p:txBody>
              <a:bodyPr anchor="ctr"/>
              <a:lstStyle/>
              <a:p>
                <a:pPr algn="ctr">
                  <a:buNone/>
                </a:pPr>
              </a:p>
            </p:txBody>
          </p:sp>
          <p:sp>
            <p:nvSpPr>
              <p:cNvPr id="7507" name="addition:spatial:3578">
                <a:extLst>
                  <a:ext uri="{FF2B5EF4-FFF2-40B4-BE49-F238E27FC236}">
                    <ns2:creationId id="{2994AD5C-C6B9-4097-A797-67CE09AE2AFA}"/>
                  </a:ext>
                </a:extLst>
              </p:cNvPr>
              <p:cNvSpPr>
                <a:spLocks noGrp="1"/>
              </p:cNvSpPr>
              <p:nvPr/>
            </p:nvSpPr>
            <p:spPr>
              <a:xfrm>
                <a:off x="6362395" y="3848938"/>
                <a:ext cx="40233" cy="40233"/>
              </a:xfrm>
              <a:prstGeom prst="ellipse">
                <a:avLst/>
              </a:prstGeom>
              <a:solidFill>
                <a:srgbClr val="263238"/>
              </a:solidFill>
              <a:ln>
                <a:noFill/>
              </a:ln>
            </p:spPr>
            <p:txBody>
              <a:bodyPr anchor="ctr"/>
              <a:lstStyle/>
              <a:p>
                <a:pPr algn="ctr">
                  <a:buNone/>
                </a:pPr>
              </a:p>
            </p:txBody>
          </p:sp>
          <p:sp>
            <p:nvSpPr>
              <p:cNvPr id="7508" name="addition:spatial:3579">
                <a:extLst>
                  <a:ext uri="{FF2B5EF4-FFF2-40B4-BE49-F238E27FC236}">
                    <ns2:creationId id="{697F1D43-EAD6-4C6D-BB36-771306DB8328}"/>
                  </a:ext>
                </a:extLst>
              </p:cNvPr>
              <p:cNvSpPr>
                <a:spLocks noGrp="1"/>
              </p:cNvSpPr>
              <p:nvPr/>
            </p:nvSpPr>
            <p:spPr>
              <a:xfrm>
                <a:off x="6656832" y="3731895"/>
                <a:ext cx="274320" cy="274320"/>
              </a:xfrm>
              <a:prstGeom prst="rect">
                <a:avLst/>
              </a:prstGeom>
              <a:solidFill>
                <a:srgbClr val="9EDAC9"/>
              </a:solidFill>
              <a:ln w="4430">
                <a:solidFill>
                  <a:srgbClr val="263238"/>
                </a:solidFill>
              </a:ln>
            </p:spPr>
            <p:txBody>
              <a:bodyPr anchor="ctr"/>
              <a:lstStyle/>
              <a:p>
                <a:pPr algn="ctr">
                  <a:buNone/>
                </a:pPr>
              </a:p>
            </p:txBody>
          </p:sp>
          <p:sp>
            <p:nvSpPr>
              <p:cNvPr id="7509" name="addition:spatial:3580">
                <a:extLst>
                  <a:ext uri="{FF2B5EF4-FFF2-40B4-BE49-F238E27FC236}">
                    <ns2:creationId id="{E7CA877E-AFCF-47D0-AC23-8B60FAC80C99}"/>
                  </a:ext>
                </a:extLst>
              </p:cNvPr>
              <p:cNvSpPr>
                <a:spLocks noGrp="1"/>
              </p:cNvSpPr>
              <p:nvPr/>
            </p:nvSpPr>
            <p:spPr>
              <a:xfrm>
                <a:off x="6773875" y="3848938"/>
                <a:ext cx="40233" cy="40233"/>
              </a:xfrm>
              <a:prstGeom prst="ellipse">
                <a:avLst/>
              </a:prstGeom>
              <a:solidFill>
                <a:srgbClr val="263238"/>
              </a:solidFill>
              <a:ln>
                <a:noFill/>
              </a:ln>
            </p:spPr>
            <p:txBody>
              <a:bodyPr anchor="ctr"/>
              <a:lstStyle/>
              <a:p>
                <a:pPr algn="ctr">
                  <a:buNone/>
                </a:pPr>
              </a:p>
            </p:txBody>
          </p:sp>
          <p:sp>
            <p:nvSpPr>
              <p:cNvPr id="7510" name="addition:spatial:3581">
                <a:extLst>
                  <a:ext uri="{FF2B5EF4-FFF2-40B4-BE49-F238E27FC236}">
                    <ns2:creationId id="{9C5711F4-178A-45EB-AFA0-D8B3575D193E}"/>
                  </a:ext>
                </a:extLst>
              </p:cNvPr>
              <p:cNvSpPr>
                <a:spLocks noGrp="1"/>
              </p:cNvSpPr>
              <p:nvPr/>
            </p:nvSpPr>
            <p:spPr>
              <a:xfrm>
                <a:off x="7068312" y="3731895"/>
                <a:ext cx="274320" cy="274320"/>
              </a:xfrm>
              <a:prstGeom prst="rect">
                <a:avLst/>
              </a:prstGeom>
              <a:solidFill>
                <a:srgbClr val="CD7EAA"/>
              </a:solidFill>
              <a:ln w="4430">
                <a:solidFill>
                  <a:srgbClr val="263238"/>
                </a:solidFill>
              </a:ln>
            </p:spPr>
            <p:txBody>
              <a:bodyPr anchor="ctr"/>
              <a:lstStyle/>
              <a:p>
                <a:pPr algn="ctr">
                  <a:buNone/>
                </a:pPr>
              </a:p>
            </p:txBody>
          </p:sp>
          <p:sp>
            <p:nvSpPr>
              <p:cNvPr id="7511" name="addition:spatial:3582">
                <a:extLst>
                  <a:ext uri="{FF2B5EF4-FFF2-40B4-BE49-F238E27FC236}">
                    <ns2:creationId id="{95BE2A47-79A0-4C6F-99EC-162C28AA4119}"/>
                  </a:ext>
                </a:extLst>
              </p:cNvPr>
              <p:cNvSpPr>
                <a:spLocks noGrp="1"/>
              </p:cNvSpPr>
              <p:nvPr/>
            </p:nvSpPr>
            <p:spPr>
              <a:xfrm>
                <a:off x="7185355" y="3848938"/>
                <a:ext cx="40233" cy="40233"/>
              </a:xfrm>
              <a:prstGeom prst="ellipse">
                <a:avLst/>
              </a:prstGeom>
              <a:solidFill>
                <a:srgbClr val="263238"/>
              </a:solidFill>
              <a:ln>
                <a:noFill/>
              </a:ln>
            </p:spPr>
            <p:txBody>
              <a:bodyPr anchor="ctr"/>
              <a:lstStyle/>
              <a:p>
                <a:pPr algn="ctr">
                  <a:buNone/>
                </a:pPr>
              </a:p>
            </p:txBody>
          </p:sp>
          <p:sp>
            <p:nvSpPr>
              <p:cNvPr id="7512" name="addition:spatial:3583">
                <a:extLst>
                  <a:ext uri="{FF2B5EF4-FFF2-40B4-BE49-F238E27FC236}">
                    <ns2:creationId id="{BE1327D3-67F4-4FC2-8138-DDB0D6C287F0}"/>
                  </a:ext>
                </a:extLst>
              </p:cNvPr>
              <p:cNvSpPr>
                <a:spLocks noGrp="1"/>
              </p:cNvSpPr>
              <p:nvPr/>
            </p:nvSpPr>
            <p:spPr>
              <a:xfrm>
                <a:off x="7488936" y="3759327"/>
                <a:ext cx="182880" cy="310896"/>
              </a:xfrm>
              <a:prstGeom prst="rect">
                <a:avLst/>
              </a:prstGeom>
              <a:noFill/>
            </p:spPr>
            <p:txBody>
              <a:bodyPr wrap="none" lIns="0" tIns="0" rIns="0" bIns="0">
                <a:spAutoFit/>
              </a:bodyPr>
              <a:lstStyle/>
              <a:p>
                <a:r>
                  <a:rPr sz="769" b="0">
                    <a:solidFill>
                      <a:srgbClr val="263238"/>
                    </a:solidFill>
                    <a:latin typeface="Arial"/>
                    <a:ea typeface="Arial"/>
                    <a:cs typeface="Arial"/>
                  </a:rPr>
                  <a:t>d</a:t>
                </a:r>
              </a:p>
            </p:txBody>
          </p:sp>
          <p:sp>
            <p:nvSpPr>
              <p:cNvPr id="7513" name="addition:spatial:2">
                <a:extLst>
                  <a:ext uri="{FF2B5EF4-FFF2-40B4-BE49-F238E27FC236}">
                    <ns2:creationId id="{2196ACBF-0366-486C-98A2-AE3A48B4E891}"/>
                  </a:ext>
                </a:extLst>
              </p:cNvPr>
              <p:cNvSpPr>
                <a:spLocks noGrp="1"/>
              </p:cNvSpPr>
              <p:nvPr/>
            </p:nvSpPr>
            <p:spPr>
              <a:xfrm>
                <a:off x="5648325" y="1666875"/>
                <a:ext cx="1922526" cy="1525859"/>
              </a:xfrm>
              <a:custGeom>
                <a:rect l="l" t="t" r="r" b="b"/>
                <a:pathLst>
                  <a:path w="1450" h="902">
                    <a:moveTo>
                      <a:pt x="0" y="0"/>
                    </a:moveTo>
                    <a:moveTo>
                      <a:pt x="109" y="817"/>
                    </a:moveTo>
                    <a:lnTo>
                      <a:pt x="969" y="902"/>
                    </a:lnTo>
                    <a:lnTo>
                      <a:pt x="1450" y="513"/>
                    </a:lnTo>
                    <a:lnTo>
                      <a:pt x="645" y="542"/>
                    </a:lnTo>
                    <a:close/>
                  </a:path>
                </a:pathLst>
              </a:custGeom>
              <a:solidFill>
                <a:srgbClr val="D3EAFC">
                  <a:alpha val="19000"/>
                </a:srgbClr>
              </a:solidFill>
              <a:ln>
                <a:noFill/>
              </a:ln>
            </p:spPr>
            <p:txBody>
              <a:bodyPr anchor="ctr"/>
              <a:lstStyle/>
              <a:p>
                <a:pPr algn="ctr">
                  <a:buNone/>
                </a:pPr>
              </a:p>
            </p:txBody>
          </p:sp>
          <p:sp>
            <p:nvSpPr>
              <p:cNvPr id="7514" name="addition:spatial:3">
                <a:extLst>
                  <a:ext uri="{FF2B5EF4-FFF2-40B4-BE49-F238E27FC236}">
                    <ns2:creationId id="{D4219740-61DB-478B-8378-0ED34F6B8D99}"/>
                  </a:ext>
                </a:extLst>
              </p:cNvPr>
              <p:cNvSpPr>
                <a:spLocks noGrp="1"/>
              </p:cNvSpPr>
              <p:nvPr/>
            </p:nvSpPr>
            <p:spPr>
              <a:xfrm>
                <a:off x="5648325" y="1666875"/>
                <a:ext cx="1922526" cy="544708"/>
              </a:xfrm>
              <a:custGeom>
                <a:rect l="l" t="t" r="r" b="b"/>
                <a:pathLst>
                  <a:path w="1450" h="322">
                    <a:moveTo>
                      <a:pt x="0" y="0"/>
                    </a:moveTo>
                    <a:moveTo>
                      <a:pt x="109" y="322"/>
                    </a:moveTo>
                    <a:lnTo>
                      <a:pt x="967" y="322"/>
                    </a:lnTo>
                    <a:lnTo>
                      <a:pt x="1450" y="47"/>
                    </a:lnTo>
                    <a:lnTo>
                      <a:pt x="645" y="47"/>
                    </a:lnTo>
                    <a:close/>
                  </a:path>
                </a:pathLst>
              </a:custGeom>
              <a:solidFill>
                <a:srgbClr val="D7ECFD">
                  <a:alpha val="15000"/>
                </a:srgbClr>
              </a:solidFill>
              <a:ln>
                <a:noFill/>
              </a:ln>
            </p:spPr>
            <p:txBody>
              <a:bodyPr anchor="ctr"/>
              <a:lstStyle/>
              <a:p>
                <a:pPr algn="ctr">
                  <a:buNone/>
                </a:pPr>
              </a:p>
            </p:txBody>
          </p:sp>
          <p:sp>
            <p:nvSpPr>
              <p:cNvPr id="7515" name="addition:spatial:4">
                <a:extLst>
                  <a:ext uri="{FF2B5EF4-FFF2-40B4-BE49-F238E27FC236}">
                    <ns2:creationId id="{E7643543-25E1-4BAA-BDD0-B0038739F01A}"/>
                  </a:ext>
                </a:extLst>
              </p:cNvPr>
              <p:cNvSpPr>
                <a:spLocks noGrp="1"/>
              </p:cNvSpPr>
              <p:nvPr/>
            </p:nvSpPr>
            <p:spPr>
              <a:xfrm>
                <a:off x="5648325" y="1666875"/>
                <a:ext cx="1922526" cy="1529243"/>
              </a:xfrm>
              <a:custGeom>
                <a:rect l="l" t="t" r="r" b="b"/>
                <a:pathLst>
                  <a:path w="1450" h="904">
                    <a:moveTo>
                      <a:pt x="0" y="0"/>
                    </a:moveTo>
                    <a:moveTo>
                      <a:pt x="968" y="323"/>
                    </a:moveTo>
                    <a:lnTo>
                      <a:pt x="1450" y="47"/>
                    </a:lnTo>
                    <a:lnTo>
                      <a:pt x="1450" y="512"/>
                    </a:lnTo>
                    <a:lnTo>
                      <a:pt x="968" y="904"/>
                    </a:lnTo>
                    <a:close/>
                  </a:path>
                </a:pathLst>
              </a:custGeom>
              <a:solidFill>
                <a:srgbClr val="DDEEFF">
                  <a:alpha val="20000"/>
                </a:srgbClr>
              </a:solidFill>
              <a:ln>
                <a:noFill/>
              </a:ln>
            </p:spPr>
            <p:txBody>
              <a:bodyPr anchor="ctr"/>
              <a:lstStyle/>
              <a:p>
                <a:pPr algn="ctr">
                  <a:buNone/>
                </a:pPr>
              </a:p>
            </p:txBody>
          </p:sp>
          <p:sp>
            <p:nvSpPr>
              <p:cNvPr id="7516" name="addition:spatial:5">
                <a:extLst>
                  <a:ext uri="{FF2B5EF4-FFF2-40B4-BE49-F238E27FC236}">
                    <ns2:creationId id="{01070E34-7AF5-4032-A6C6-D9495C076404}"/>
                  </a:ext>
                </a:extLst>
              </p:cNvPr>
              <p:cNvSpPr>
                <a:spLocks noGrp="1"/>
              </p:cNvSpPr>
              <p:nvPr/>
            </p:nvSpPr>
            <p:spPr>
              <a:xfrm>
                <a:off x="5648325" y="1666875"/>
                <a:ext cx="885688" cy="796762"/>
              </a:xfrm>
              <a:custGeom>
                <a:rect l="l" t="t" r="r" b="b"/>
                <a:pathLst>
                  <a:path w="668" h="471">
                    <a:moveTo>
                      <a:pt x="0" y="0"/>
                    </a:moveTo>
                    <a:moveTo>
                      <a:pt x="665" y="378"/>
                    </a:moveTo>
                    <a:lnTo>
                      <a:pt x="660" y="385"/>
                    </a:lnTo>
                    <a:lnTo>
                      <a:pt x="658" y="392"/>
                    </a:lnTo>
                    <a:lnTo>
                      <a:pt x="663" y="400"/>
                    </a:lnTo>
                    <a:lnTo>
                      <a:pt x="668" y="409"/>
                    </a:lnTo>
                    <a:lnTo>
                      <a:pt x="667" y="418"/>
                    </a:lnTo>
                    <a:lnTo>
                      <a:pt x="656" y="423"/>
                    </a:lnTo>
                    <a:lnTo>
                      <a:pt x="639" y="424"/>
                    </a:lnTo>
                    <a:lnTo>
                      <a:pt x="624" y="425"/>
                    </a:lnTo>
                    <a:lnTo>
                      <a:pt x="615" y="428"/>
                    </a:lnTo>
                    <a:lnTo>
                      <a:pt x="610" y="434"/>
                    </a:lnTo>
                    <a:lnTo>
                      <a:pt x="604" y="441"/>
                    </a:lnTo>
                    <a:lnTo>
                      <a:pt x="596" y="447"/>
                    </a:lnTo>
                    <a:lnTo>
                      <a:pt x="587" y="453"/>
                    </a:lnTo>
                    <a:lnTo>
                      <a:pt x="578" y="460"/>
                    </a:lnTo>
                    <a:lnTo>
                      <a:pt x="567" y="467"/>
                    </a:lnTo>
                    <a:lnTo>
                      <a:pt x="555" y="471"/>
                    </a:lnTo>
                    <a:lnTo>
                      <a:pt x="541" y="469"/>
                    </a:lnTo>
                    <a:lnTo>
                      <a:pt x="528" y="460"/>
                    </a:lnTo>
                    <a:lnTo>
                      <a:pt x="518" y="452"/>
                    </a:lnTo>
                    <a:lnTo>
                      <a:pt x="508" y="449"/>
                    </a:lnTo>
                    <a:lnTo>
                      <a:pt x="496" y="451"/>
                    </a:lnTo>
                    <a:lnTo>
                      <a:pt x="484" y="453"/>
                    </a:lnTo>
                    <a:lnTo>
                      <a:pt x="474" y="450"/>
                    </a:lnTo>
                    <a:lnTo>
                      <a:pt x="468" y="443"/>
                    </a:lnTo>
                    <a:lnTo>
                      <a:pt x="464" y="436"/>
                    </a:lnTo>
                    <a:lnTo>
                      <a:pt x="458" y="431"/>
                    </a:lnTo>
                    <a:lnTo>
                      <a:pt x="448" y="429"/>
                    </a:lnTo>
                    <a:lnTo>
                      <a:pt x="436" y="427"/>
                    </a:lnTo>
                    <a:lnTo>
                      <a:pt x="427" y="423"/>
                    </a:lnTo>
                    <a:lnTo>
                      <a:pt x="423" y="416"/>
                    </a:lnTo>
                    <a:lnTo>
                      <a:pt x="420" y="409"/>
                    </a:lnTo>
                    <a:lnTo>
                      <a:pt x="416" y="402"/>
                    </a:lnTo>
                    <a:lnTo>
                      <a:pt x="415" y="394"/>
                    </a:lnTo>
                    <a:lnTo>
                      <a:pt x="421" y="386"/>
                    </a:lnTo>
                    <a:lnTo>
                      <a:pt x="434" y="378"/>
                    </a:lnTo>
                    <a:lnTo>
                      <a:pt x="448" y="372"/>
                    </a:lnTo>
                    <a:lnTo>
                      <a:pt x="455" y="366"/>
                    </a:lnTo>
                    <a:lnTo>
                      <a:pt x="451" y="359"/>
                    </a:lnTo>
                    <a:lnTo>
                      <a:pt x="442" y="350"/>
                    </a:lnTo>
                    <a:lnTo>
                      <a:pt x="436" y="340"/>
                    </a:lnTo>
                    <a:lnTo>
                      <a:pt x="439" y="332"/>
                    </a:lnTo>
                    <a:lnTo>
                      <a:pt x="448" y="327"/>
                    </a:lnTo>
                    <a:lnTo>
                      <a:pt x="458" y="323"/>
                    </a:lnTo>
                    <a:lnTo>
                      <a:pt x="464" y="318"/>
                    </a:lnTo>
                    <a:lnTo>
                      <a:pt x="469" y="311"/>
                    </a:lnTo>
                    <a:lnTo>
                      <a:pt x="477" y="306"/>
                    </a:lnTo>
                    <a:lnTo>
                      <a:pt x="486" y="305"/>
                    </a:lnTo>
                    <a:lnTo>
                      <a:pt x="497" y="305"/>
                    </a:lnTo>
                    <a:lnTo>
                      <a:pt x="505" y="304"/>
                    </a:lnTo>
                    <a:lnTo>
                      <a:pt x="513" y="301"/>
                    </a:lnTo>
                    <a:lnTo>
                      <a:pt x="521" y="299"/>
                    </a:lnTo>
                    <a:lnTo>
                      <a:pt x="530" y="301"/>
                    </a:lnTo>
                    <a:lnTo>
                      <a:pt x="538" y="306"/>
                    </a:lnTo>
                    <a:lnTo>
                      <a:pt x="546" y="309"/>
                    </a:lnTo>
                    <a:lnTo>
                      <a:pt x="555" y="306"/>
                    </a:lnTo>
                    <a:lnTo>
                      <a:pt x="568" y="298"/>
                    </a:lnTo>
                    <a:lnTo>
                      <a:pt x="583" y="292"/>
                    </a:lnTo>
                    <a:lnTo>
                      <a:pt x="595" y="293"/>
                    </a:lnTo>
                    <a:lnTo>
                      <a:pt x="603" y="301"/>
                    </a:lnTo>
                    <a:lnTo>
                      <a:pt x="606" y="312"/>
                    </a:lnTo>
                    <a:lnTo>
                      <a:pt x="609" y="321"/>
                    </a:lnTo>
                    <a:lnTo>
                      <a:pt x="614" y="328"/>
                    </a:lnTo>
                    <a:lnTo>
                      <a:pt x="621" y="333"/>
                    </a:lnTo>
                    <a:lnTo>
                      <a:pt x="626" y="340"/>
                    </a:lnTo>
                    <a:lnTo>
                      <a:pt x="630" y="346"/>
                    </a:lnTo>
                    <a:lnTo>
                      <a:pt x="637" y="352"/>
                    </a:lnTo>
                    <a:lnTo>
                      <a:pt x="647" y="357"/>
                    </a:lnTo>
                    <a:lnTo>
                      <a:pt x="659" y="363"/>
                    </a:lnTo>
                    <a:lnTo>
                      <a:pt x="666" y="370"/>
                    </a:lnTo>
                    <a:close/>
                  </a:path>
                </a:pathLst>
              </a:custGeom>
              <a:solidFill>
                <a:srgbClr val="A7CEE4">
                  <a:alpha val="12900"/>
                </a:srgbClr>
              </a:solidFill>
              <a:ln>
                <a:noFill/>
              </a:ln>
            </p:spPr>
            <p:txBody>
              <a:bodyPr anchor="ctr"/>
              <a:lstStyle/>
              <a:p>
                <a:pPr algn="ctr">
                  <a:buNone/>
                </a:pPr>
              </a:p>
            </p:txBody>
          </p:sp>
          <p:sp>
            <p:nvSpPr>
              <p:cNvPr id="7517" name="addition:spatial:6">
                <a:extLst>
                  <a:ext uri="{FF2B5EF4-FFF2-40B4-BE49-F238E27FC236}">
                    <ns2:creationId id="{021314A4-8B25-485F-B997-6224EBBFF5F3}"/>
                  </a:ext>
                </a:extLst>
              </p:cNvPr>
              <p:cNvSpPr>
                <a:spLocks noGrp="1"/>
              </p:cNvSpPr>
              <p:nvPr/>
            </p:nvSpPr>
            <p:spPr>
              <a:xfrm>
                <a:off x="5648325" y="1666875"/>
                <a:ext cx="845911" cy="778154"/>
              </a:xfrm>
              <a:custGeom>
                <a:rect l="l" t="t" r="r" b="b"/>
                <a:pathLst>
                  <a:path w="638" h="460">
                    <a:moveTo>
                      <a:pt x="0" y="0"/>
                    </a:moveTo>
                    <a:moveTo>
                      <a:pt x="629" y="383"/>
                    </a:moveTo>
                    <a:lnTo>
                      <a:pt x="630" y="389"/>
                    </a:lnTo>
                    <a:lnTo>
                      <a:pt x="629" y="395"/>
                    </a:lnTo>
                    <a:lnTo>
                      <a:pt x="629" y="401"/>
                    </a:lnTo>
                    <a:lnTo>
                      <a:pt x="633" y="409"/>
                    </a:lnTo>
                    <a:lnTo>
                      <a:pt x="638" y="417"/>
                    </a:lnTo>
                    <a:lnTo>
                      <a:pt x="637" y="425"/>
                    </a:lnTo>
                    <a:lnTo>
                      <a:pt x="628" y="428"/>
                    </a:lnTo>
                    <a:lnTo>
                      <a:pt x="613" y="428"/>
                    </a:lnTo>
                    <a:lnTo>
                      <a:pt x="599" y="426"/>
                    </a:lnTo>
                    <a:lnTo>
                      <a:pt x="591" y="428"/>
                    </a:lnTo>
                    <a:lnTo>
                      <a:pt x="587" y="433"/>
                    </a:lnTo>
                    <a:lnTo>
                      <a:pt x="583" y="440"/>
                    </a:lnTo>
                    <a:lnTo>
                      <a:pt x="577" y="446"/>
                    </a:lnTo>
                    <a:lnTo>
                      <a:pt x="569" y="449"/>
                    </a:lnTo>
                    <a:lnTo>
                      <a:pt x="560" y="453"/>
                    </a:lnTo>
                    <a:lnTo>
                      <a:pt x="550" y="457"/>
                    </a:lnTo>
                    <a:lnTo>
                      <a:pt x="540" y="460"/>
                    </a:lnTo>
                    <a:lnTo>
                      <a:pt x="528" y="459"/>
                    </a:lnTo>
                    <a:lnTo>
                      <a:pt x="518" y="454"/>
                    </a:lnTo>
                    <a:lnTo>
                      <a:pt x="509" y="448"/>
                    </a:lnTo>
                    <a:lnTo>
                      <a:pt x="500" y="446"/>
                    </a:lnTo>
                    <a:lnTo>
                      <a:pt x="489" y="446"/>
                    </a:lnTo>
                    <a:lnTo>
                      <a:pt x="478" y="446"/>
                    </a:lnTo>
                    <a:lnTo>
                      <a:pt x="469" y="442"/>
                    </a:lnTo>
                    <a:lnTo>
                      <a:pt x="466" y="435"/>
                    </a:lnTo>
                    <a:lnTo>
                      <a:pt x="465" y="427"/>
                    </a:lnTo>
                    <a:lnTo>
                      <a:pt x="461" y="422"/>
                    </a:lnTo>
                    <a:lnTo>
                      <a:pt x="451" y="420"/>
                    </a:lnTo>
                    <a:lnTo>
                      <a:pt x="439" y="419"/>
                    </a:lnTo>
                    <a:lnTo>
                      <a:pt x="427" y="416"/>
                    </a:lnTo>
                    <a:lnTo>
                      <a:pt x="422" y="410"/>
                    </a:lnTo>
                    <a:lnTo>
                      <a:pt x="420" y="403"/>
                    </a:lnTo>
                    <a:lnTo>
                      <a:pt x="420" y="397"/>
                    </a:lnTo>
                    <a:lnTo>
                      <a:pt x="422" y="390"/>
                    </a:lnTo>
                    <a:lnTo>
                      <a:pt x="426" y="383"/>
                    </a:lnTo>
                    <a:lnTo>
                      <a:pt x="436" y="377"/>
                    </a:lnTo>
                    <a:lnTo>
                      <a:pt x="448" y="372"/>
                    </a:lnTo>
                    <a:lnTo>
                      <a:pt x="455" y="368"/>
                    </a:lnTo>
                    <a:lnTo>
                      <a:pt x="455" y="362"/>
                    </a:lnTo>
                    <a:lnTo>
                      <a:pt x="450" y="354"/>
                    </a:lnTo>
                    <a:lnTo>
                      <a:pt x="448" y="346"/>
                    </a:lnTo>
                    <a:lnTo>
                      <a:pt x="453" y="340"/>
                    </a:lnTo>
                    <a:lnTo>
                      <a:pt x="463" y="337"/>
                    </a:lnTo>
                    <a:lnTo>
                      <a:pt x="473" y="334"/>
                    </a:lnTo>
                    <a:lnTo>
                      <a:pt x="479" y="330"/>
                    </a:lnTo>
                    <a:lnTo>
                      <a:pt x="483" y="323"/>
                    </a:lnTo>
                    <a:lnTo>
                      <a:pt x="488" y="316"/>
                    </a:lnTo>
                    <a:lnTo>
                      <a:pt x="496" y="313"/>
                    </a:lnTo>
                    <a:lnTo>
                      <a:pt x="506" y="314"/>
                    </a:lnTo>
                    <a:lnTo>
                      <a:pt x="515" y="316"/>
                    </a:lnTo>
                    <a:lnTo>
                      <a:pt x="523" y="317"/>
                    </a:lnTo>
                    <a:lnTo>
                      <a:pt x="530" y="317"/>
                    </a:lnTo>
                    <a:lnTo>
                      <a:pt x="537" y="319"/>
                    </a:lnTo>
                    <a:lnTo>
                      <a:pt x="543" y="323"/>
                    </a:lnTo>
                    <a:lnTo>
                      <a:pt x="549" y="325"/>
                    </a:lnTo>
                    <a:lnTo>
                      <a:pt x="557" y="323"/>
                    </a:lnTo>
                    <a:lnTo>
                      <a:pt x="568" y="318"/>
                    </a:lnTo>
                    <a:lnTo>
                      <a:pt x="581" y="313"/>
                    </a:lnTo>
                    <a:lnTo>
                      <a:pt x="591" y="314"/>
                    </a:lnTo>
                    <a:lnTo>
                      <a:pt x="595" y="321"/>
                    </a:lnTo>
                    <a:lnTo>
                      <a:pt x="595" y="331"/>
                    </a:lnTo>
                    <a:lnTo>
                      <a:pt x="596" y="339"/>
                    </a:lnTo>
                    <a:lnTo>
                      <a:pt x="600" y="344"/>
                    </a:lnTo>
                    <a:lnTo>
                      <a:pt x="607" y="349"/>
                    </a:lnTo>
                    <a:lnTo>
                      <a:pt x="612" y="354"/>
                    </a:lnTo>
                    <a:lnTo>
                      <a:pt x="614" y="360"/>
                    </a:lnTo>
                    <a:lnTo>
                      <a:pt x="615" y="366"/>
                    </a:lnTo>
                    <a:lnTo>
                      <a:pt x="619" y="371"/>
                    </a:lnTo>
                    <a:lnTo>
                      <a:pt x="624" y="377"/>
                    </a:lnTo>
                    <a:close/>
                  </a:path>
                </a:pathLst>
              </a:custGeom>
              <a:solidFill>
                <a:srgbClr val="59A3CD">
                  <a:alpha val="12900"/>
                </a:srgbClr>
              </a:solidFill>
              <a:ln>
                <a:noFill/>
              </a:ln>
            </p:spPr>
            <p:txBody>
              <a:bodyPr anchor="ctr"/>
              <a:lstStyle/>
              <a:p>
                <a:pPr algn="ctr">
                  <a:buNone/>
                </a:pPr>
              </a:p>
            </p:txBody>
          </p:sp>
          <p:sp>
            <p:nvSpPr>
              <p:cNvPr id="7518" name="addition:spatial:7">
                <a:extLst>
                  <a:ext uri="{FF2B5EF4-FFF2-40B4-BE49-F238E27FC236}">
                    <ns2:creationId id="{A984CB78-1148-47E5-AC6A-ECD3E43F97F7}"/>
                  </a:ext>
                </a:extLst>
              </p:cNvPr>
              <p:cNvSpPr>
                <a:spLocks noGrp="1"/>
              </p:cNvSpPr>
              <p:nvPr/>
            </p:nvSpPr>
            <p:spPr>
              <a:xfrm>
                <a:off x="5648325" y="1666875"/>
                <a:ext cx="827349" cy="771388"/>
              </a:xfrm>
              <a:custGeom>
                <a:rect l="l" t="t" r="r" b="b"/>
                <a:pathLst>
                  <a:path w="624" h="456">
                    <a:moveTo>
                      <a:pt x="0" y="0"/>
                    </a:moveTo>
                    <a:moveTo>
                      <a:pt x="610" y="388"/>
                    </a:moveTo>
                    <a:lnTo>
                      <a:pt x="609" y="393"/>
                    </a:lnTo>
                    <a:lnTo>
                      <a:pt x="614" y="399"/>
                    </a:lnTo>
                    <a:lnTo>
                      <a:pt x="621" y="406"/>
                    </a:lnTo>
                    <a:lnTo>
                      <a:pt x="624" y="412"/>
                    </a:lnTo>
                    <a:lnTo>
                      <a:pt x="620" y="418"/>
                    </a:lnTo>
                    <a:lnTo>
                      <a:pt x="609" y="420"/>
                    </a:lnTo>
                    <a:lnTo>
                      <a:pt x="598" y="422"/>
                    </a:lnTo>
                    <a:lnTo>
                      <a:pt x="590" y="424"/>
                    </a:lnTo>
                    <a:lnTo>
                      <a:pt x="585" y="427"/>
                    </a:lnTo>
                    <a:lnTo>
                      <a:pt x="579" y="430"/>
                    </a:lnTo>
                    <a:lnTo>
                      <a:pt x="573" y="433"/>
                    </a:lnTo>
                    <a:lnTo>
                      <a:pt x="567" y="436"/>
                    </a:lnTo>
                    <a:lnTo>
                      <a:pt x="562" y="442"/>
                    </a:lnTo>
                    <a:lnTo>
                      <a:pt x="556" y="450"/>
                    </a:lnTo>
                    <a:lnTo>
                      <a:pt x="548" y="456"/>
                    </a:lnTo>
                    <a:lnTo>
                      <a:pt x="538" y="456"/>
                    </a:lnTo>
                    <a:lnTo>
                      <a:pt x="528" y="452"/>
                    </a:lnTo>
                    <a:lnTo>
                      <a:pt x="519" y="447"/>
                    </a:lnTo>
                    <a:lnTo>
                      <a:pt x="510" y="444"/>
                    </a:lnTo>
                    <a:lnTo>
                      <a:pt x="502" y="445"/>
                    </a:lnTo>
                    <a:lnTo>
                      <a:pt x="492" y="447"/>
                    </a:lnTo>
                    <a:lnTo>
                      <a:pt x="484" y="445"/>
                    </a:lnTo>
                    <a:lnTo>
                      <a:pt x="478" y="440"/>
                    </a:lnTo>
                    <a:lnTo>
                      <a:pt x="475" y="434"/>
                    </a:lnTo>
                    <a:lnTo>
                      <a:pt x="470" y="430"/>
                    </a:lnTo>
                    <a:lnTo>
                      <a:pt x="464" y="428"/>
                    </a:lnTo>
                    <a:lnTo>
                      <a:pt x="456" y="426"/>
                    </a:lnTo>
                    <a:lnTo>
                      <a:pt x="449" y="423"/>
                    </a:lnTo>
                    <a:lnTo>
                      <a:pt x="444" y="420"/>
                    </a:lnTo>
                    <a:lnTo>
                      <a:pt x="439" y="416"/>
                    </a:lnTo>
                    <a:lnTo>
                      <a:pt x="433" y="411"/>
                    </a:lnTo>
                    <a:lnTo>
                      <a:pt x="427" y="407"/>
                    </a:lnTo>
                    <a:lnTo>
                      <a:pt x="428" y="400"/>
                    </a:lnTo>
                    <a:lnTo>
                      <a:pt x="436" y="394"/>
                    </a:lnTo>
                    <a:lnTo>
                      <a:pt x="449" y="388"/>
                    </a:lnTo>
                    <a:lnTo>
                      <a:pt x="457" y="384"/>
                    </a:lnTo>
                    <a:lnTo>
                      <a:pt x="458" y="379"/>
                    </a:lnTo>
                    <a:lnTo>
                      <a:pt x="454" y="373"/>
                    </a:lnTo>
                    <a:lnTo>
                      <a:pt x="450" y="367"/>
                    </a:lnTo>
                    <a:lnTo>
                      <a:pt x="451" y="361"/>
                    </a:lnTo>
                    <a:lnTo>
                      <a:pt x="457" y="357"/>
                    </a:lnTo>
                    <a:lnTo>
                      <a:pt x="462" y="353"/>
                    </a:lnTo>
                    <a:lnTo>
                      <a:pt x="465" y="348"/>
                    </a:lnTo>
                    <a:lnTo>
                      <a:pt x="468" y="342"/>
                    </a:lnTo>
                    <a:lnTo>
                      <a:pt x="473" y="338"/>
                    </a:lnTo>
                    <a:lnTo>
                      <a:pt x="481" y="335"/>
                    </a:lnTo>
                    <a:lnTo>
                      <a:pt x="488" y="334"/>
                    </a:lnTo>
                    <a:lnTo>
                      <a:pt x="494" y="332"/>
                    </a:lnTo>
                    <a:lnTo>
                      <a:pt x="500" y="329"/>
                    </a:lnTo>
                    <a:lnTo>
                      <a:pt x="506" y="328"/>
                    </a:lnTo>
                    <a:lnTo>
                      <a:pt x="514" y="330"/>
                    </a:lnTo>
                    <a:lnTo>
                      <a:pt x="520" y="335"/>
                    </a:lnTo>
                    <a:lnTo>
                      <a:pt x="526" y="339"/>
                    </a:lnTo>
                    <a:lnTo>
                      <a:pt x="531" y="338"/>
                    </a:lnTo>
                    <a:lnTo>
                      <a:pt x="539" y="333"/>
                    </a:lnTo>
                    <a:lnTo>
                      <a:pt x="548" y="326"/>
                    </a:lnTo>
                    <a:lnTo>
                      <a:pt x="558" y="324"/>
                    </a:lnTo>
                    <a:lnTo>
                      <a:pt x="565" y="327"/>
                    </a:lnTo>
                    <a:lnTo>
                      <a:pt x="570" y="333"/>
                    </a:lnTo>
                    <a:lnTo>
                      <a:pt x="574" y="339"/>
                    </a:lnTo>
                    <a:lnTo>
                      <a:pt x="579" y="344"/>
                    </a:lnTo>
                    <a:lnTo>
                      <a:pt x="583" y="349"/>
                    </a:lnTo>
                    <a:lnTo>
                      <a:pt x="586" y="354"/>
                    </a:lnTo>
                    <a:lnTo>
                      <a:pt x="587" y="360"/>
                    </a:lnTo>
                    <a:lnTo>
                      <a:pt x="590" y="365"/>
                    </a:lnTo>
                    <a:lnTo>
                      <a:pt x="597" y="368"/>
                    </a:lnTo>
                    <a:lnTo>
                      <a:pt x="606" y="372"/>
                    </a:lnTo>
                    <a:lnTo>
                      <a:pt x="612" y="377"/>
                    </a:lnTo>
                    <a:lnTo>
                      <a:pt x="612" y="383"/>
                    </a:lnTo>
                    <a:close/>
                  </a:path>
                </a:pathLst>
              </a:custGeom>
              <a:solidFill>
                <a:srgbClr val="0675B4">
                  <a:alpha val="10500"/>
                </a:srgbClr>
              </a:solidFill>
              <a:ln>
                <a:noFill/>
              </a:ln>
            </p:spPr>
            <p:txBody>
              <a:bodyPr anchor="ctr"/>
              <a:lstStyle/>
              <a:p>
                <a:pPr algn="ctr">
                  <a:buNone/>
                </a:pPr>
              </a:p>
            </p:txBody>
          </p:sp>
          <p:sp>
            <p:nvSpPr>
              <p:cNvPr id="7519" name="addition:spatial:8">
                <a:extLst>
                  <a:ext uri="{FF2B5EF4-FFF2-40B4-BE49-F238E27FC236}">
                    <ns2:creationId id="{A042D9E7-8977-4D04-B1F2-1D82343C6029}"/>
                  </a:ext>
                </a:extLst>
              </p:cNvPr>
              <p:cNvSpPr>
                <a:spLocks noGrp="1"/>
              </p:cNvSpPr>
              <p:nvPr/>
            </p:nvSpPr>
            <p:spPr>
              <a:xfrm>
                <a:off x="5648325" y="1666875"/>
                <a:ext cx="698739" cy="671581"/>
              </a:xfrm>
              <a:custGeom>
                <a:rect l="l" t="t" r="r" b="b"/>
                <a:pathLst>
                  <a:path w="527" h="397">
                    <a:moveTo>
                      <a:pt x="0" y="0"/>
                    </a:moveTo>
                    <a:moveTo>
                      <a:pt x="518" y="368"/>
                    </a:moveTo>
                    <a:lnTo>
                      <a:pt x="520" y="370"/>
                    </a:lnTo>
                    <a:lnTo>
                      <a:pt x="523" y="373"/>
                    </a:lnTo>
                    <a:lnTo>
                      <a:pt x="523" y="375"/>
                    </a:lnTo>
                    <a:lnTo>
                      <a:pt x="522" y="377"/>
                    </a:lnTo>
                    <a:lnTo>
                      <a:pt x="521" y="379"/>
                    </a:lnTo>
                    <a:lnTo>
                      <a:pt x="520" y="382"/>
                    </a:lnTo>
                    <a:lnTo>
                      <a:pt x="520" y="384"/>
                    </a:lnTo>
                    <a:lnTo>
                      <a:pt x="518" y="386"/>
                    </a:lnTo>
                    <a:lnTo>
                      <a:pt x="515" y="387"/>
                    </a:lnTo>
                    <a:lnTo>
                      <a:pt x="512" y="388"/>
                    </a:lnTo>
                    <a:lnTo>
                      <a:pt x="510" y="389"/>
                    </a:lnTo>
                    <a:lnTo>
                      <a:pt x="508" y="391"/>
                    </a:lnTo>
                    <a:lnTo>
                      <a:pt x="506" y="392"/>
                    </a:lnTo>
                    <a:lnTo>
                      <a:pt x="503" y="392"/>
                    </a:lnTo>
                    <a:lnTo>
                      <a:pt x="499" y="390"/>
                    </a:lnTo>
                    <a:lnTo>
                      <a:pt x="496" y="389"/>
                    </a:lnTo>
                    <a:lnTo>
                      <a:pt x="494" y="390"/>
                    </a:lnTo>
                    <a:lnTo>
                      <a:pt x="491" y="393"/>
                    </a:lnTo>
                    <a:lnTo>
                      <a:pt x="488" y="396"/>
                    </a:lnTo>
                    <a:lnTo>
                      <a:pt x="484" y="397"/>
                    </a:lnTo>
                    <a:lnTo>
                      <a:pt x="480" y="395"/>
                    </a:lnTo>
                    <a:lnTo>
                      <a:pt x="477" y="394"/>
                    </a:lnTo>
                    <a:lnTo>
                      <a:pt x="474" y="392"/>
                    </a:lnTo>
                    <a:lnTo>
                      <a:pt x="471" y="390"/>
                    </a:lnTo>
                    <a:lnTo>
                      <a:pt x="469" y="388"/>
                    </a:lnTo>
                    <a:lnTo>
                      <a:pt x="468" y="385"/>
                    </a:lnTo>
                    <a:lnTo>
                      <a:pt x="466" y="383"/>
                    </a:lnTo>
                    <a:lnTo>
                      <a:pt x="464" y="381"/>
                    </a:lnTo>
                    <a:lnTo>
                      <a:pt x="460" y="380"/>
                    </a:lnTo>
                    <a:lnTo>
                      <a:pt x="456" y="379"/>
                    </a:lnTo>
                    <a:lnTo>
                      <a:pt x="453" y="378"/>
                    </a:lnTo>
                    <a:lnTo>
                      <a:pt x="453" y="375"/>
                    </a:lnTo>
                    <a:lnTo>
                      <a:pt x="454" y="373"/>
                    </a:lnTo>
                    <a:lnTo>
                      <a:pt x="453" y="370"/>
                    </a:lnTo>
                    <a:lnTo>
                      <a:pt x="451" y="368"/>
                    </a:lnTo>
                    <a:lnTo>
                      <a:pt x="447" y="366"/>
                    </a:lnTo>
                    <a:lnTo>
                      <a:pt x="446" y="363"/>
                    </a:lnTo>
                    <a:lnTo>
                      <a:pt x="448" y="361"/>
                    </a:lnTo>
                    <a:lnTo>
                      <a:pt x="453" y="359"/>
                    </a:lnTo>
                    <a:lnTo>
                      <a:pt x="457" y="358"/>
                    </a:lnTo>
                    <a:lnTo>
                      <a:pt x="460" y="357"/>
                    </a:lnTo>
                    <a:lnTo>
                      <a:pt x="462" y="355"/>
                    </a:lnTo>
                    <a:lnTo>
                      <a:pt x="465" y="354"/>
                    </a:lnTo>
                    <a:lnTo>
                      <a:pt x="467" y="352"/>
                    </a:lnTo>
                    <a:lnTo>
                      <a:pt x="469" y="350"/>
                    </a:lnTo>
                    <a:lnTo>
                      <a:pt x="471" y="348"/>
                    </a:lnTo>
                    <a:lnTo>
                      <a:pt x="472" y="344"/>
                    </a:lnTo>
                    <a:lnTo>
                      <a:pt x="475" y="341"/>
                    </a:lnTo>
                    <a:lnTo>
                      <a:pt x="479" y="341"/>
                    </a:lnTo>
                    <a:lnTo>
                      <a:pt x="484" y="342"/>
                    </a:lnTo>
                    <a:lnTo>
                      <a:pt x="488" y="344"/>
                    </a:lnTo>
                    <a:lnTo>
                      <a:pt x="491" y="345"/>
                    </a:lnTo>
                    <a:lnTo>
                      <a:pt x="494" y="344"/>
                    </a:lnTo>
                    <a:lnTo>
                      <a:pt x="498" y="343"/>
                    </a:lnTo>
                    <a:lnTo>
                      <a:pt x="501" y="343"/>
                    </a:lnTo>
                    <a:lnTo>
                      <a:pt x="503" y="345"/>
                    </a:lnTo>
                    <a:lnTo>
                      <a:pt x="505" y="347"/>
                    </a:lnTo>
                    <a:lnTo>
                      <a:pt x="508" y="348"/>
                    </a:lnTo>
                    <a:lnTo>
                      <a:pt x="510" y="349"/>
                    </a:lnTo>
                    <a:lnTo>
                      <a:pt x="513" y="349"/>
                    </a:lnTo>
                    <a:lnTo>
                      <a:pt x="516" y="350"/>
                    </a:lnTo>
                    <a:lnTo>
                      <a:pt x="518" y="352"/>
                    </a:lnTo>
                    <a:lnTo>
                      <a:pt x="521" y="353"/>
                    </a:lnTo>
                    <a:lnTo>
                      <a:pt x="524" y="354"/>
                    </a:lnTo>
                    <a:lnTo>
                      <a:pt x="527" y="356"/>
                    </a:lnTo>
                    <a:lnTo>
                      <a:pt x="527" y="358"/>
                    </a:lnTo>
                    <a:lnTo>
                      <a:pt x="523" y="361"/>
                    </a:lnTo>
                    <a:lnTo>
                      <a:pt x="519" y="364"/>
                    </a:lnTo>
                    <a:lnTo>
                      <a:pt x="517" y="366"/>
                    </a:lnTo>
                    <a:close/>
                  </a:path>
                </a:pathLst>
              </a:custGeom>
              <a:solidFill>
                <a:srgbClr val="59A3CD">
                  <a:alpha val="9600"/>
                </a:srgbClr>
              </a:solidFill>
              <a:ln>
                <a:noFill/>
              </a:ln>
            </p:spPr>
            <p:txBody>
              <a:bodyPr anchor="ctr"/>
              <a:lstStyle/>
              <a:p>
                <a:pPr algn="ctr">
                  <a:buNone/>
                </a:pPr>
              </a:p>
            </p:txBody>
          </p:sp>
          <p:sp>
            <p:nvSpPr>
              <p:cNvPr id="7520" name="addition:spatial:9">
                <a:extLst>
                  <a:ext uri="{FF2B5EF4-FFF2-40B4-BE49-F238E27FC236}">
                    <ns2:creationId id="{FCDAEEBC-8746-46DE-A08F-65A1DC36C294}"/>
                  </a:ext>
                </a:extLst>
              </p:cNvPr>
              <p:cNvSpPr>
                <a:spLocks noGrp="1"/>
              </p:cNvSpPr>
              <p:nvPr/>
            </p:nvSpPr>
            <p:spPr>
              <a:xfrm>
                <a:off x="5648325" y="1666875"/>
                <a:ext cx="735863" cy="636057"/>
              </a:xfrm>
              <a:custGeom>
                <a:rect l="l" t="t" r="r" b="b"/>
                <a:pathLst>
                  <a:path w="555" h="376">
                    <a:moveTo>
                      <a:pt x="0" y="0"/>
                    </a:moveTo>
                    <a:moveTo>
                      <a:pt x="555" y="348"/>
                    </a:moveTo>
                    <a:lnTo>
                      <a:pt x="555" y="350"/>
                    </a:lnTo>
                    <a:lnTo>
                      <a:pt x="554" y="353"/>
                    </a:lnTo>
                    <a:lnTo>
                      <a:pt x="552" y="354"/>
                    </a:lnTo>
                    <a:lnTo>
                      <a:pt x="552" y="357"/>
                    </a:lnTo>
                    <a:lnTo>
                      <a:pt x="553" y="359"/>
                    </a:lnTo>
                    <a:lnTo>
                      <a:pt x="554" y="362"/>
                    </a:lnTo>
                    <a:lnTo>
                      <a:pt x="552" y="364"/>
                    </a:lnTo>
                    <a:lnTo>
                      <a:pt x="548" y="365"/>
                    </a:lnTo>
                    <a:lnTo>
                      <a:pt x="543" y="364"/>
                    </a:lnTo>
                    <a:lnTo>
                      <a:pt x="540" y="365"/>
                    </a:lnTo>
                    <a:lnTo>
                      <a:pt x="538" y="366"/>
                    </a:lnTo>
                    <a:lnTo>
                      <a:pt x="536" y="368"/>
                    </a:lnTo>
                    <a:lnTo>
                      <a:pt x="534" y="369"/>
                    </a:lnTo>
                    <a:lnTo>
                      <a:pt x="531" y="371"/>
                    </a:lnTo>
                    <a:lnTo>
                      <a:pt x="528" y="372"/>
                    </a:lnTo>
                    <a:lnTo>
                      <a:pt x="525" y="375"/>
                    </a:lnTo>
                    <a:lnTo>
                      <a:pt x="521" y="376"/>
                    </a:lnTo>
                    <a:lnTo>
                      <a:pt x="517" y="376"/>
                    </a:lnTo>
                    <a:lnTo>
                      <a:pt x="514" y="374"/>
                    </a:lnTo>
                    <a:lnTo>
                      <a:pt x="511" y="371"/>
                    </a:lnTo>
                    <a:lnTo>
                      <a:pt x="508" y="369"/>
                    </a:lnTo>
                    <a:lnTo>
                      <a:pt x="505" y="369"/>
                    </a:lnTo>
                    <a:lnTo>
                      <a:pt x="501" y="369"/>
                    </a:lnTo>
                    <a:lnTo>
                      <a:pt x="498" y="369"/>
                    </a:lnTo>
                    <a:lnTo>
                      <a:pt x="495" y="367"/>
                    </a:lnTo>
                    <a:lnTo>
                      <a:pt x="494" y="365"/>
                    </a:lnTo>
                    <a:lnTo>
                      <a:pt x="493" y="363"/>
                    </a:lnTo>
                    <a:lnTo>
                      <a:pt x="491" y="362"/>
                    </a:lnTo>
                    <a:lnTo>
                      <a:pt x="487" y="361"/>
                    </a:lnTo>
                    <a:lnTo>
                      <a:pt x="484" y="359"/>
                    </a:lnTo>
                    <a:lnTo>
                      <a:pt x="483" y="357"/>
                    </a:lnTo>
                    <a:lnTo>
                      <a:pt x="482" y="355"/>
                    </a:lnTo>
                    <a:lnTo>
                      <a:pt x="481" y="353"/>
                    </a:lnTo>
                    <a:lnTo>
                      <a:pt x="481" y="351"/>
                    </a:lnTo>
                    <a:lnTo>
                      <a:pt x="481" y="348"/>
                    </a:lnTo>
                    <a:lnTo>
                      <a:pt x="485" y="346"/>
                    </a:lnTo>
                    <a:lnTo>
                      <a:pt x="490" y="344"/>
                    </a:lnTo>
                    <a:lnTo>
                      <a:pt x="494" y="343"/>
                    </a:lnTo>
                    <a:lnTo>
                      <a:pt x="495" y="341"/>
                    </a:lnTo>
                    <a:lnTo>
                      <a:pt x="493" y="338"/>
                    </a:lnTo>
                    <a:lnTo>
                      <a:pt x="491" y="335"/>
                    </a:lnTo>
                    <a:lnTo>
                      <a:pt x="491" y="332"/>
                    </a:lnTo>
                    <a:lnTo>
                      <a:pt x="494" y="331"/>
                    </a:lnTo>
                    <a:lnTo>
                      <a:pt x="497" y="330"/>
                    </a:lnTo>
                    <a:lnTo>
                      <a:pt x="500" y="328"/>
                    </a:lnTo>
                    <a:lnTo>
                      <a:pt x="502" y="327"/>
                    </a:lnTo>
                    <a:lnTo>
                      <a:pt x="504" y="325"/>
                    </a:lnTo>
                    <a:lnTo>
                      <a:pt x="507" y="325"/>
                    </a:lnTo>
                    <a:lnTo>
                      <a:pt x="510" y="325"/>
                    </a:lnTo>
                    <a:lnTo>
                      <a:pt x="513" y="325"/>
                    </a:lnTo>
                    <a:lnTo>
                      <a:pt x="516" y="325"/>
                    </a:lnTo>
                    <a:lnTo>
                      <a:pt x="518" y="324"/>
                    </a:lnTo>
                    <a:lnTo>
                      <a:pt x="521" y="324"/>
                    </a:lnTo>
                    <a:lnTo>
                      <a:pt x="523" y="326"/>
                    </a:lnTo>
                    <a:lnTo>
                      <a:pt x="525" y="327"/>
                    </a:lnTo>
                    <a:lnTo>
                      <a:pt x="527" y="328"/>
                    </a:lnTo>
                    <a:lnTo>
                      <a:pt x="530" y="326"/>
                    </a:lnTo>
                    <a:lnTo>
                      <a:pt x="535" y="324"/>
                    </a:lnTo>
                    <a:lnTo>
                      <a:pt x="539" y="324"/>
                    </a:lnTo>
                    <a:lnTo>
                      <a:pt x="541" y="326"/>
                    </a:lnTo>
                    <a:lnTo>
                      <a:pt x="542" y="329"/>
                    </a:lnTo>
                    <a:lnTo>
                      <a:pt x="542" y="332"/>
                    </a:lnTo>
                    <a:lnTo>
                      <a:pt x="543" y="334"/>
                    </a:lnTo>
                    <a:lnTo>
                      <a:pt x="544" y="336"/>
                    </a:lnTo>
                    <a:lnTo>
                      <a:pt x="545" y="338"/>
                    </a:lnTo>
                    <a:lnTo>
                      <a:pt x="546" y="340"/>
                    </a:lnTo>
                    <a:lnTo>
                      <a:pt x="547" y="342"/>
                    </a:lnTo>
                    <a:lnTo>
                      <a:pt x="549" y="344"/>
                    </a:lnTo>
                    <a:lnTo>
                      <a:pt x="552" y="346"/>
                    </a:lnTo>
                    <a:close/>
                  </a:path>
                </a:pathLst>
              </a:custGeom>
              <a:solidFill>
                <a:srgbClr val="59A3CD">
                  <a:alpha val="9600"/>
                </a:srgbClr>
              </a:solidFill>
              <a:ln>
                <a:noFill/>
              </a:ln>
            </p:spPr>
            <p:txBody>
              <a:bodyPr anchor="ctr"/>
              <a:lstStyle/>
              <a:p>
                <a:pPr algn="ctr">
                  <a:buNone/>
                </a:pPr>
              </a:p>
            </p:txBody>
          </p:sp>
          <p:sp>
            <p:nvSpPr>
              <p:cNvPr id="7521" name="addition:spatial:10">
                <a:extLst>
                  <a:ext uri="{FF2B5EF4-FFF2-40B4-BE49-F238E27FC236}">
                    <ns2:creationId id="{58EE5529-EF3D-4B2D-8B41-03BD15351A4F}"/>
                  </a:ext>
                </a:extLst>
              </p:cNvPr>
              <p:cNvSpPr>
                <a:spLocks noGrp="1"/>
              </p:cNvSpPr>
              <p:nvPr/>
            </p:nvSpPr>
            <p:spPr>
              <a:xfrm>
                <a:off x="5648325" y="1666875"/>
                <a:ext cx="786247" cy="651281"/>
              </a:xfrm>
              <a:custGeom>
                <a:rect l="l" t="t" r="r" b="b"/>
                <a:pathLst>
                  <a:path w="593" h="385">
                    <a:moveTo>
                      <a:pt x="0" y="0"/>
                    </a:moveTo>
                    <a:moveTo>
                      <a:pt x="592" y="354"/>
                    </a:moveTo>
                    <a:lnTo>
                      <a:pt x="593" y="356"/>
                    </a:lnTo>
                    <a:lnTo>
                      <a:pt x="593" y="359"/>
                    </a:lnTo>
                    <a:lnTo>
                      <a:pt x="591" y="361"/>
                    </a:lnTo>
                    <a:lnTo>
                      <a:pt x="590" y="364"/>
                    </a:lnTo>
                    <a:lnTo>
                      <a:pt x="589" y="366"/>
                    </a:lnTo>
                    <a:lnTo>
                      <a:pt x="587" y="368"/>
                    </a:lnTo>
                    <a:lnTo>
                      <a:pt x="584" y="369"/>
                    </a:lnTo>
                    <a:lnTo>
                      <a:pt x="581" y="370"/>
                    </a:lnTo>
                    <a:lnTo>
                      <a:pt x="579" y="371"/>
                    </a:lnTo>
                    <a:lnTo>
                      <a:pt x="578" y="374"/>
                    </a:lnTo>
                    <a:lnTo>
                      <a:pt x="576" y="376"/>
                    </a:lnTo>
                    <a:lnTo>
                      <a:pt x="573" y="377"/>
                    </a:lnTo>
                    <a:lnTo>
                      <a:pt x="569" y="377"/>
                    </a:lnTo>
                    <a:lnTo>
                      <a:pt x="565" y="376"/>
                    </a:lnTo>
                    <a:lnTo>
                      <a:pt x="563" y="378"/>
                    </a:lnTo>
                    <a:lnTo>
                      <a:pt x="560" y="381"/>
                    </a:lnTo>
                    <a:lnTo>
                      <a:pt x="556" y="384"/>
                    </a:lnTo>
                    <a:lnTo>
                      <a:pt x="552" y="385"/>
                    </a:lnTo>
                    <a:lnTo>
                      <a:pt x="548" y="383"/>
                    </a:lnTo>
                    <a:lnTo>
                      <a:pt x="545" y="381"/>
                    </a:lnTo>
                    <a:lnTo>
                      <a:pt x="542" y="378"/>
                    </a:lnTo>
                    <a:lnTo>
                      <a:pt x="539" y="377"/>
                    </a:lnTo>
                    <a:lnTo>
                      <a:pt x="537" y="375"/>
                    </a:lnTo>
                    <a:lnTo>
                      <a:pt x="534" y="373"/>
                    </a:lnTo>
                    <a:lnTo>
                      <a:pt x="532" y="372"/>
                    </a:lnTo>
                    <a:lnTo>
                      <a:pt x="530" y="371"/>
                    </a:lnTo>
                    <a:lnTo>
                      <a:pt x="525" y="371"/>
                    </a:lnTo>
                    <a:lnTo>
                      <a:pt x="521" y="370"/>
                    </a:lnTo>
                    <a:lnTo>
                      <a:pt x="518" y="369"/>
                    </a:lnTo>
                    <a:lnTo>
                      <a:pt x="517" y="366"/>
                    </a:lnTo>
                    <a:lnTo>
                      <a:pt x="519" y="363"/>
                    </a:lnTo>
                    <a:lnTo>
                      <a:pt x="520" y="361"/>
                    </a:lnTo>
                    <a:lnTo>
                      <a:pt x="519" y="358"/>
                    </a:lnTo>
                    <a:lnTo>
                      <a:pt x="517" y="356"/>
                    </a:lnTo>
                    <a:lnTo>
                      <a:pt x="516" y="354"/>
                    </a:lnTo>
                    <a:lnTo>
                      <a:pt x="518" y="351"/>
                    </a:lnTo>
                    <a:lnTo>
                      <a:pt x="522" y="349"/>
                    </a:lnTo>
                    <a:lnTo>
                      <a:pt x="525" y="347"/>
                    </a:lnTo>
                    <a:lnTo>
                      <a:pt x="527" y="345"/>
                    </a:lnTo>
                    <a:lnTo>
                      <a:pt x="527" y="343"/>
                    </a:lnTo>
                    <a:lnTo>
                      <a:pt x="528" y="341"/>
                    </a:lnTo>
                    <a:lnTo>
                      <a:pt x="529" y="339"/>
                    </a:lnTo>
                    <a:lnTo>
                      <a:pt x="531" y="336"/>
                    </a:lnTo>
                    <a:lnTo>
                      <a:pt x="531" y="333"/>
                    </a:lnTo>
                    <a:lnTo>
                      <a:pt x="532" y="330"/>
                    </a:lnTo>
                    <a:lnTo>
                      <a:pt x="534" y="327"/>
                    </a:lnTo>
                    <a:lnTo>
                      <a:pt x="538" y="327"/>
                    </a:lnTo>
                    <a:lnTo>
                      <a:pt x="542" y="329"/>
                    </a:lnTo>
                    <a:lnTo>
                      <a:pt x="546" y="331"/>
                    </a:lnTo>
                    <a:lnTo>
                      <a:pt x="549" y="331"/>
                    </a:lnTo>
                    <a:lnTo>
                      <a:pt x="551" y="330"/>
                    </a:lnTo>
                    <a:lnTo>
                      <a:pt x="553" y="328"/>
                    </a:lnTo>
                    <a:lnTo>
                      <a:pt x="555" y="327"/>
                    </a:lnTo>
                    <a:lnTo>
                      <a:pt x="558" y="328"/>
                    </a:lnTo>
                    <a:lnTo>
                      <a:pt x="560" y="329"/>
                    </a:lnTo>
                    <a:lnTo>
                      <a:pt x="563" y="329"/>
                    </a:lnTo>
                    <a:lnTo>
                      <a:pt x="566" y="329"/>
                    </a:lnTo>
                    <a:lnTo>
                      <a:pt x="569" y="329"/>
                    </a:lnTo>
                    <a:lnTo>
                      <a:pt x="572" y="330"/>
                    </a:lnTo>
                    <a:lnTo>
                      <a:pt x="574" y="332"/>
                    </a:lnTo>
                    <a:lnTo>
                      <a:pt x="576" y="334"/>
                    </a:lnTo>
                    <a:lnTo>
                      <a:pt x="579" y="335"/>
                    </a:lnTo>
                    <a:lnTo>
                      <a:pt x="582" y="337"/>
                    </a:lnTo>
                    <a:lnTo>
                      <a:pt x="583" y="339"/>
                    </a:lnTo>
                    <a:lnTo>
                      <a:pt x="582" y="343"/>
                    </a:lnTo>
                    <a:lnTo>
                      <a:pt x="580" y="346"/>
                    </a:lnTo>
                    <a:lnTo>
                      <a:pt x="579" y="348"/>
                    </a:lnTo>
                    <a:lnTo>
                      <a:pt x="582" y="350"/>
                    </a:lnTo>
                    <a:lnTo>
                      <a:pt x="587" y="351"/>
                    </a:lnTo>
                    <a:close/>
                  </a:path>
                </a:pathLst>
              </a:custGeom>
              <a:solidFill>
                <a:srgbClr val="59A3CD">
                  <a:alpha val="9600"/>
                </a:srgbClr>
              </a:solidFill>
              <a:ln>
                <a:noFill/>
              </a:ln>
            </p:spPr>
            <p:txBody>
              <a:bodyPr anchor="ctr"/>
              <a:lstStyle/>
              <a:p>
                <a:pPr algn="ctr">
                  <a:buNone/>
                </a:pPr>
              </a:p>
            </p:txBody>
          </p:sp>
          <p:sp>
            <p:nvSpPr>
              <p:cNvPr id="7522" name="addition:spatial:11">
                <a:extLst>
                  <a:ext uri="{FF2B5EF4-FFF2-40B4-BE49-F238E27FC236}">
                    <ns2:creationId id="{826D0339-C9D6-450D-8941-04C67B5A3D81}"/>
                  </a:ext>
                </a:extLst>
              </p:cNvPr>
              <p:cNvSpPr>
                <a:spLocks noGrp="1"/>
              </p:cNvSpPr>
              <p:nvPr/>
            </p:nvSpPr>
            <p:spPr>
              <a:xfrm>
                <a:off x="5648325" y="1666875"/>
                <a:ext cx="828675" cy="686806"/>
              </a:xfrm>
              <a:custGeom>
                <a:rect l="l" t="t" r="r" b="b"/>
                <a:pathLst>
                  <a:path w="625" h="406">
                    <a:moveTo>
                      <a:pt x="0" y="0"/>
                    </a:moveTo>
                    <a:moveTo>
                      <a:pt x="625" y="376"/>
                    </a:moveTo>
                    <a:lnTo>
                      <a:pt x="625" y="379"/>
                    </a:lnTo>
                    <a:lnTo>
                      <a:pt x="624" y="382"/>
                    </a:lnTo>
                    <a:lnTo>
                      <a:pt x="623" y="384"/>
                    </a:lnTo>
                    <a:lnTo>
                      <a:pt x="622" y="387"/>
                    </a:lnTo>
                    <a:lnTo>
                      <a:pt x="618" y="389"/>
                    </a:lnTo>
                    <a:lnTo>
                      <a:pt x="613" y="390"/>
                    </a:lnTo>
                    <a:lnTo>
                      <a:pt x="608" y="390"/>
                    </a:lnTo>
                    <a:lnTo>
                      <a:pt x="605" y="391"/>
                    </a:lnTo>
                    <a:lnTo>
                      <a:pt x="605" y="394"/>
                    </a:lnTo>
                    <a:lnTo>
                      <a:pt x="605" y="399"/>
                    </a:lnTo>
                    <a:lnTo>
                      <a:pt x="604" y="402"/>
                    </a:lnTo>
                    <a:lnTo>
                      <a:pt x="600" y="404"/>
                    </a:lnTo>
                    <a:lnTo>
                      <a:pt x="596" y="404"/>
                    </a:lnTo>
                    <a:lnTo>
                      <a:pt x="591" y="404"/>
                    </a:lnTo>
                    <a:lnTo>
                      <a:pt x="587" y="405"/>
                    </a:lnTo>
                    <a:lnTo>
                      <a:pt x="584" y="406"/>
                    </a:lnTo>
                    <a:lnTo>
                      <a:pt x="580" y="406"/>
                    </a:lnTo>
                    <a:lnTo>
                      <a:pt x="576" y="405"/>
                    </a:lnTo>
                    <a:lnTo>
                      <a:pt x="573" y="403"/>
                    </a:lnTo>
                    <a:lnTo>
                      <a:pt x="570" y="403"/>
                    </a:lnTo>
                    <a:lnTo>
                      <a:pt x="567" y="402"/>
                    </a:lnTo>
                    <a:lnTo>
                      <a:pt x="564" y="402"/>
                    </a:lnTo>
                    <a:lnTo>
                      <a:pt x="562" y="400"/>
                    </a:lnTo>
                    <a:lnTo>
                      <a:pt x="560" y="398"/>
                    </a:lnTo>
                    <a:lnTo>
                      <a:pt x="558" y="396"/>
                    </a:lnTo>
                    <a:lnTo>
                      <a:pt x="555" y="396"/>
                    </a:lnTo>
                    <a:lnTo>
                      <a:pt x="550" y="396"/>
                    </a:lnTo>
                    <a:lnTo>
                      <a:pt x="545" y="396"/>
                    </a:lnTo>
                    <a:lnTo>
                      <a:pt x="543" y="394"/>
                    </a:lnTo>
                    <a:lnTo>
                      <a:pt x="544" y="390"/>
                    </a:lnTo>
                    <a:lnTo>
                      <a:pt x="547" y="386"/>
                    </a:lnTo>
                    <a:lnTo>
                      <a:pt x="549" y="383"/>
                    </a:lnTo>
                    <a:lnTo>
                      <a:pt x="549" y="381"/>
                    </a:lnTo>
                    <a:lnTo>
                      <a:pt x="549" y="378"/>
                    </a:lnTo>
                    <a:lnTo>
                      <a:pt x="549" y="376"/>
                    </a:lnTo>
                    <a:lnTo>
                      <a:pt x="550" y="374"/>
                    </a:lnTo>
                    <a:lnTo>
                      <a:pt x="549" y="371"/>
                    </a:lnTo>
                    <a:lnTo>
                      <a:pt x="548" y="368"/>
                    </a:lnTo>
                    <a:lnTo>
                      <a:pt x="546" y="365"/>
                    </a:lnTo>
                    <a:lnTo>
                      <a:pt x="546" y="363"/>
                    </a:lnTo>
                    <a:lnTo>
                      <a:pt x="549" y="361"/>
                    </a:lnTo>
                    <a:lnTo>
                      <a:pt x="552" y="359"/>
                    </a:lnTo>
                    <a:lnTo>
                      <a:pt x="554" y="357"/>
                    </a:lnTo>
                    <a:lnTo>
                      <a:pt x="555" y="355"/>
                    </a:lnTo>
                    <a:lnTo>
                      <a:pt x="555" y="351"/>
                    </a:lnTo>
                    <a:lnTo>
                      <a:pt x="557" y="349"/>
                    </a:lnTo>
                    <a:lnTo>
                      <a:pt x="561" y="350"/>
                    </a:lnTo>
                    <a:lnTo>
                      <a:pt x="566" y="351"/>
                    </a:lnTo>
                    <a:lnTo>
                      <a:pt x="569" y="353"/>
                    </a:lnTo>
                    <a:lnTo>
                      <a:pt x="572" y="352"/>
                    </a:lnTo>
                    <a:lnTo>
                      <a:pt x="574" y="351"/>
                    </a:lnTo>
                    <a:lnTo>
                      <a:pt x="577" y="349"/>
                    </a:lnTo>
                    <a:lnTo>
                      <a:pt x="580" y="347"/>
                    </a:lnTo>
                    <a:lnTo>
                      <a:pt x="583" y="347"/>
                    </a:lnTo>
                    <a:lnTo>
                      <a:pt x="587" y="346"/>
                    </a:lnTo>
                    <a:lnTo>
                      <a:pt x="592" y="345"/>
                    </a:lnTo>
                    <a:lnTo>
                      <a:pt x="596" y="346"/>
                    </a:lnTo>
                    <a:lnTo>
                      <a:pt x="599" y="348"/>
                    </a:lnTo>
                    <a:lnTo>
                      <a:pt x="600" y="352"/>
                    </a:lnTo>
                    <a:lnTo>
                      <a:pt x="601" y="356"/>
                    </a:lnTo>
                    <a:lnTo>
                      <a:pt x="603" y="358"/>
                    </a:lnTo>
                    <a:lnTo>
                      <a:pt x="607" y="358"/>
                    </a:lnTo>
                    <a:lnTo>
                      <a:pt x="612" y="359"/>
                    </a:lnTo>
                    <a:lnTo>
                      <a:pt x="615" y="361"/>
                    </a:lnTo>
                    <a:lnTo>
                      <a:pt x="615" y="364"/>
                    </a:lnTo>
                    <a:lnTo>
                      <a:pt x="616" y="367"/>
                    </a:lnTo>
                    <a:lnTo>
                      <a:pt x="617" y="369"/>
                    </a:lnTo>
                    <a:lnTo>
                      <a:pt x="620" y="371"/>
                    </a:lnTo>
                    <a:lnTo>
                      <a:pt x="624" y="373"/>
                    </a:lnTo>
                    <a:close/>
                  </a:path>
                </a:pathLst>
              </a:custGeom>
              <a:solidFill>
                <a:srgbClr val="59A3CD">
                  <a:alpha val="9600"/>
                </a:srgbClr>
              </a:solidFill>
              <a:ln>
                <a:noFill/>
              </a:ln>
            </p:spPr>
            <p:txBody>
              <a:bodyPr anchor="ctr"/>
              <a:lstStyle/>
              <a:p>
                <a:pPr algn="ctr">
                  <a:buNone/>
                </a:pPr>
              </a:p>
            </p:txBody>
          </p:sp>
          <p:sp>
            <p:nvSpPr>
              <p:cNvPr id="7523" name="addition:spatial:12">
                <a:extLst>
                  <a:ext uri="{FF2B5EF4-FFF2-40B4-BE49-F238E27FC236}">
                    <ns2:creationId id="{99D62477-2815-46C1-8819-6E3564238AF5}"/>
                  </a:ext>
                </a:extLst>
              </p:cNvPr>
              <p:cNvSpPr>
                <a:spLocks noGrp="1"/>
              </p:cNvSpPr>
              <p:nvPr/>
            </p:nvSpPr>
            <p:spPr>
              <a:xfrm>
                <a:off x="5648325" y="1666875"/>
                <a:ext cx="806135" cy="727405"/>
              </a:xfrm>
              <a:custGeom>
                <a:rect l="l" t="t" r="r" b="b"/>
                <a:pathLst>
                  <a:path w="608" h="430">
                    <a:moveTo>
                      <a:pt x="0" y="0"/>
                    </a:moveTo>
                    <a:moveTo>
                      <a:pt x="596" y="400"/>
                    </a:moveTo>
                    <a:lnTo>
                      <a:pt x="595" y="403"/>
                    </a:lnTo>
                    <a:lnTo>
                      <a:pt x="594" y="405"/>
                    </a:lnTo>
                    <a:lnTo>
                      <a:pt x="593" y="407"/>
                    </a:lnTo>
                    <a:lnTo>
                      <a:pt x="592" y="410"/>
                    </a:lnTo>
                    <a:lnTo>
                      <a:pt x="592" y="413"/>
                    </a:lnTo>
                    <a:lnTo>
                      <a:pt x="594" y="416"/>
                    </a:lnTo>
                    <a:lnTo>
                      <a:pt x="594" y="420"/>
                    </a:lnTo>
                    <a:lnTo>
                      <a:pt x="592" y="422"/>
                    </a:lnTo>
                    <a:lnTo>
                      <a:pt x="587" y="423"/>
                    </a:lnTo>
                    <a:lnTo>
                      <a:pt x="582" y="423"/>
                    </a:lnTo>
                    <a:lnTo>
                      <a:pt x="578" y="424"/>
                    </a:lnTo>
                    <a:lnTo>
                      <a:pt x="576" y="426"/>
                    </a:lnTo>
                    <a:lnTo>
                      <a:pt x="574" y="429"/>
                    </a:lnTo>
                    <a:lnTo>
                      <a:pt x="571" y="430"/>
                    </a:lnTo>
                    <a:lnTo>
                      <a:pt x="567" y="429"/>
                    </a:lnTo>
                    <a:lnTo>
                      <a:pt x="563" y="427"/>
                    </a:lnTo>
                    <a:lnTo>
                      <a:pt x="559" y="426"/>
                    </a:lnTo>
                    <a:lnTo>
                      <a:pt x="556" y="427"/>
                    </a:lnTo>
                    <a:lnTo>
                      <a:pt x="553" y="428"/>
                    </a:lnTo>
                    <a:lnTo>
                      <a:pt x="549" y="429"/>
                    </a:lnTo>
                    <a:lnTo>
                      <a:pt x="545" y="429"/>
                    </a:lnTo>
                    <a:lnTo>
                      <a:pt x="541" y="429"/>
                    </a:lnTo>
                    <a:lnTo>
                      <a:pt x="536" y="429"/>
                    </a:lnTo>
                    <a:lnTo>
                      <a:pt x="530" y="429"/>
                    </a:lnTo>
                    <a:lnTo>
                      <a:pt x="527" y="427"/>
                    </a:lnTo>
                    <a:lnTo>
                      <a:pt x="525" y="423"/>
                    </a:lnTo>
                    <a:lnTo>
                      <a:pt x="526" y="419"/>
                    </a:lnTo>
                    <a:lnTo>
                      <a:pt x="527" y="415"/>
                    </a:lnTo>
                    <a:lnTo>
                      <a:pt x="525" y="413"/>
                    </a:lnTo>
                    <a:lnTo>
                      <a:pt x="520" y="412"/>
                    </a:lnTo>
                    <a:lnTo>
                      <a:pt x="514" y="411"/>
                    </a:lnTo>
                    <a:lnTo>
                      <a:pt x="510" y="408"/>
                    </a:lnTo>
                    <a:lnTo>
                      <a:pt x="510" y="406"/>
                    </a:lnTo>
                    <a:lnTo>
                      <a:pt x="510" y="403"/>
                    </a:lnTo>
                    <a:lnTo>
                      <a:pt x="508" y="400"/>
                    </a:lnTo>
                    <a:lnTo>
                      <a:pt x="506" y="398"/>
                    </a:lnTo>
                    <a:lnTo>
                      <a:pt x="505" y="395"/>
                    </a:lnTo>
                    <a:lnTo>
                      <a:pt x="505" y="392"/>
                    </a:lnTo>
                    <a:lnTo>
                      <a:pt x="508" y="390"/>
                    </a:lnTo>
                    <a:lnTo>
                      <a:pt x="510" y="387"/>
                    </a:lnTo>
                    <a:lnTo>
                      <a:pt x="511" y="385"/>
                    </a:lnTo>
                    <a:lnTo>
                      <a:pt x="514" y="383"/>
                    </a:lnTo>
                    <a:lnTo>
                      <a:pt x="518" y="381"/>
                    </a:lnTo>
                    <a:lnTo>
                      <a:pt x="524" y="381"/>
                    </a:lnTo>
                    <a:lnTo>
                      <a:pt x="530" y="382"/>
                    </a:lnTo>
                    <a:lnTo>
                      <a:pt x="533" y="380"/>
                    </a:lnTo>
                    <a:lnTo>
                      <a:pt x="534" y="377"/>
                    </a:lnTo>
                    <a:lnTo>
                      <a:pt x="536" y="372"/>
                    </a:lnTo>
                    <a:lnTo>
                      <a:pt x="539" y="369"/>
                    </a:lnTo>
                    <a:lnTo>
                      <a:pt x="544" y="368"/>
                    </a:lnTo>
                    <a:lnTo>
                      <a:pt x="550" y="369"/>
                    </a:lnTo>
                    <a:lnTo>
                      <a:pt x="555" y="370"/>
                    </a:lnTo>
                    <a:lnTo>
                      <a:pt x="560" y="370"/>
                    </a:lnTo>
                    <a:lnTo>
                      <a:pt x="565" y="371"/>
                    </a:lnTo>
                    <a:lnTo>
                      <a:pt x="569" y="372"/>
                    </a:lnTo>
                    <a:lnTo>
                      <a:pt x="573" y="374"/>
                    </a:lnTo>
                    <a:lnTo>
                      <a:pt x="576" y="376"/>
                    </a:lnTo>
                    <a:lnTo>
                      <a:pt x="580" y="377"/>
                    </a:lnTo>
                    <a:lnTo>
                      <a:pt x="585" y="376"/>
                    </a:lnTo>
                    <a:lnTo>
                      <a:pt x="589" y="377"/>
                    </a:lnTo>
                    <a:lnTo>
                      <a:pt x="591" y="379"/>
                    </a:lnTo>
                    <a:lnTo>
                      <a:pt x="592" y="382"/>
                    </a:lnTo>
                    <a:lnTo>
                      <a:pt x="593" y="384"/>
                    </a:lnTo>
                    <a:lnTo>
                      <a:pt x="597" y="386"/>
                    </a:lnTo>
                    <a:lnTo>
                      <a:pt x="603" y="387"/>
                    </a:lnTo>
                    <a:lnTo>
                      <a:pt x="607" y="388"/>
                    </a:lnTo>
                    <a:lnTo>
                      <a:pt x="608" y="391"/>
                    </a:lnTo>
                    <a:lnTo>
                      <a:pt x="604" y="395"/>
                    </a:lnTo>
                    <a:lnTo>
                      <a:pt x="600" y="398"/>
                    </a:lnTo>
                    <a:close/>
                  </a:path>
                </a:pathLst>
              </a:custGeom>
              <a:solidFill>
                <a:srgbClr val="59A3CD">
                  <a:alpha val="9600"/>
                </a:srgbClr>
              </a:solidFill>
              <a:ln>
                <a:noFill/>
              </a:ln>
            </p:spPr>
            <p:txBody>
              <a:bodyPr anchor="ctr"/>
              <a:lstStyle/>
              <a:p>
                <a:pPr algn="ctr">
                  <a:buNone/>
                </a:pPr>
              </a:p>
            </p:txBody>
          </p:sp>
          <p:sp>
            <p:nvSpPr>
              <p:cNvPr id="7524" name="addition:spatial:13">
                <a:extLst>
                  <a:ext uri="{FF2B5EF4-FFF2-40B4-BE49-F238E27FC236}">
                    <ns2:creationId id="{A9A4020B-C9F1-4490-AA0D-025DDA660408}"/>
                  </a:ext>
                </a:extLst>
              </p:cNvPr>
              <p:cNvSpPr>
                <a:spLocks noGrp="1"/>
              </p:cNvSpPr>
              <p:nvPr/>
            </p:nvSpPr>
            <p:spPr>
              <a:xfrm>
                <a:off x="5648325" y="1666875"/>
                <a:ext cx="737189" cy="732480"/>
              </a:xfrm>
              <a:custGeom>
                <a:rect l="l" t="t" r="r" b="b"/>
                <a:pathLst>
                  <a:path w="556" h="433">
                    <a:moveTo>
                      <a:pt x="0" y="0"/>
                    </a:moveTo>
                    <a:moveTo>
                      <a:pt x="553" y="403"/>
                    </a:moveTo>
                    <a:lnTo>
                      <a:pt x="551" y="406"/>
                    </a:lnTo>
                    <a:lnTo>
                      <a:pt x="549" y="408"/>
                    </a:lnTo>
                    <a:lnTo>
                      <a:pt x="546" y="410"/>
                    </a:lnTo>
                    <a:lnTo>
                      <a:pt x="545" y="413"/>
                    </a:lnTo>
                    <a:lnTo>
                      <a:pt x="545" y="415"/>
                    </a:lnTo>
                    <a:lnTo>
                      <a:pt x="543" y="418"/>
                    </a:lnTo>
                    <a:lnTo>
                      <a:pt x="540" y="419"/>
                    </a:lnTo>
                    <a:lnTo>
                      <a:pt x="537" y="421"/>
                    </a:lnTo>
                    <a:lnTo>
                      <a:pt x="536" y="424"/>
                    </a:lnTo>
                    <a:lnTo>
                      <a:pt x="536" y="428"/>
                    </a:lnTo>
                    <a:lnTo>
                      <a:pt x="535" y="431"/>
                    </a:lnTo>
                    <a:lnTo>
                      <a:pt x="532" y="433"/>
                    </a:lnTo>
                    <a:lnTo>
                      <a:pt x="527" y="432"/>
                    </a:lnTo>
                    <a:lnTo>
                      <a:pt x="522" y="430"/>
                    </a:lnTo>
                    <a:lnTo>
                      <a:pt x="518" y="428"/>
                    </a:lnTo>
                    <a:lnTo>
                      <a:pt x="516" y="428"/>
                    </a:lnTo>
                    <a:lnTo>
                      <a:pt x="513" y="429"/>
                    </a:lnTo>
                    <a:lnTo>
                      <a:pt x="510" y="430"/>
                    </a:lnTo>
                    <a:lnTo>
                      <a:pt x="508" y="430"/>
                    </a:lnTo>
                    <a:lnTo>
                      <a:pt x="505" y="430"/>
                    </a:lnTo>
                    <a:lnTo>
                      <a:pt x="501" y="431"/>
                    </a:lnTo>
                    <a:lnTo>
                      <a:pt x="497" y="432"/>
                    </a:lnTo>
                    <a:lnTo>
                      <a:pt x="494" y="431"/>
                    </a:lnTo>
                    <a:lnTo>
                      <a:pt x="491" y="429"/>
                    </a:lnTo>
                    <a:lnTo>
                      <a:pt x="490" y="426"/>
                    </a:lnTo>
                    <a:lnTo>
                      <a:pt x="488" y="423"/>
                    </a:lnTo>
                    <a:lnTo>
                      <a:pt x="485" y="422"/>
                    </a:lnTo>
                    <a:lnTo>
                      <a:pt x="481" y="421"/>
                    </a:lnTo>
                    <a:lnTo>
                      <a:pt x="478" y="419"/>
                    </a:lnTo>
                    <a:lnTo>
                      <a:pt x="478" y="416"/>
                    </a:lnTo>
                    <a:lnTo>
                      <a:pt x="480" y="413"/>
                    </a:lnTo>
                    <a:lnTo>
                      <a:pt x="481" y="410"/>
                    </a:lnTo>
                    <a:lnTo>
                      <a:pt x="480" y="408"/>
                    </a:lnTo>
                    <a:lnTo>
                      <a:pt x="476" y="406"/>
                    </a:lnTo>
                    <a:lnTo>
                      <a:pt x="472" y="403"/>
                    </a:lnTo>
                    <a:lnTo>
                      <a:pt x="469" y="401"/>
                    </a:lnTo>
                    <a:lnTo>
                      <a:pt x="468" y="398"/>
                    </a:lnTo>
                    <a:lnTo>
                      <a:pt x="468" y="395"/>
                    </a:lnTo>
                    <a:lnTo>
                      <a:pt x="468" y="392"/>
                    </a:lnTo>
                    <a:lnTo>
                      <a:pt x="469" y="389"/>
                    </a:lnTo>
                    <a:lnTo>
                      <a:pt x="473" y="388"/>
                    </a:lnTo>
                    <a:lnTo>
                      <a:pt x="478" y="387"/>
                    </a:lnTo>
                    <a:lnTo>
                      <a:pt x="483" y="387"/>
                    </a:lnTo>
                    <a:lnTo>
                      <a:pt x="485" y="386"/>
                    </a:lnTo>
                    <a:lnTo>
                      <a:pt x="486" y="383"/>
                    </a:lnTo>
                    <a:lnTo>
                      <a:pt x="487" y="379"/>
                    </a:lnTo>
                    <a:lnTo>
                      <a:pt x="490" y="377"/>
                    </a:lnTo>
                    <a:lnTo>
                      <a:pt x="494" y="377"/>
                    </a:lnTo>
                    <a:lnTo>
                      <a:pt x="498" y="377"/>
                    </a:lnTo>
                    <a:lnTo>
                      <a:pt x="502" y="377"/>
                    </a:lnTo>
                    <a:lnTo>
                      <a:pt x="506" y="375"/>
                    </a:lnTo>
                    <a:lnTo>
                      <a:pt x="510" y="373"/>
                    </a:lnTo>
                    <a:lnTo>
                      <a:pt x="514" y="371"/>
                    </a:lnTo>
                    <a:lnTo>
                      <a:pt x="518" y="372"/>
                    </a:lnTo>
                    <a:lnTo>
                      <a:pt x="523" y="374"/>
                    </a:lnTo>
                    <a:lnTo>
                      <a:pt x="526" y="375"/>
                    </a:lnTo>
                    <a:lnTo>
                      <a:pt x="530" y="377"/>
                    </a:lnTo>
                    <a:lnTo>
                      <a:pt x="533" y="379"/>
                    </a:lnTo>
                    <a:lnTo>
                      <a:pt x="535" y="382"/>
                    </a:lnTo>
                    <a:lnTo>
                      <a:pt x="536" y="385"/>
                    </a:lnTo>
                    <a:lnTo>
                      <a:pt x="538" y="386"/>
                    </a:lnTo>
                    <a:lnTo>
                      <a:pt x="543" y="386"/>
                    </a:lnTo>
                    <a:lnTo>
                      <a:pt x="549" y="386"/>
                    </a:lnTo>
                    <a:lnTo>
                      <a:pt x="554" y="386"/>
                    </a:lnTo>
                    <a:lnTo>
                      <a:pt x="556" y="389"/>
                    </a:lnTo>
                    <a:lnTo>
                      <a:pt x="555" y="392"/>
                    </a:lnTo>
                    <a:lnTo>
                      <a:pt x="553" y="395"/>
                    </a:lnTo>
                    <a:lnTo>
                      <a:pt x="552" y="398"/>
                    </a:lnTo>
                    <a:lnTo>
                      <a:pt x="553" y="401"/>
                    </a:lnTo>
                    <a:close/>
                  </a:path>
                </a:pathLst>
              </a:custGeom>
              <a:solidFill>
                <a:srgbClr val="59A3CD">
                  <a:alpha val="9600"/>
                </a:srgbClr>
              </a:solidFill>
              <a:ln>
                <a:noFill/>
              </a:ln>
            </p:spPr>
            <p:txBody>
              <a:bodyPr anchor="ctr"/>
              <a:lstStyle/>
              <a:p>
                <a:pPr algn="ctr">
                  <a:buNone/>
                </a:pPr>
              </a:p>
            </p:txBody>
          </p:sp>
          <p:sp>
            <p:nvSpPr>
              <p:cNvPr id="7525" name="addition:spatial:14">
                <a:extLst>
                  <a:ext uri="{FF2B5EF4-FFF2-40B4-BE49-F238E27FC236}">
                    <ns2:creationId id="{C131F144-F499-4CE3-ABF8-CE0B719C717F}"/>
                  </a:ext>
                </a:extLst>
              </p:cNvPr>
              <p:cNvSpPr>
                <a:spLocks noGrp="1"/>
              </p:cNvSpPr>
              <p:nvPr/>
            </p:nvSpPr>
            <p:spPr>
              <a:xfrm>
                <a:off x="5648325" y="1666875"/>
                <a:ext cx="674873" cy="708797"/>
              </a:xfrm>
              <a:custGeom>
                <a:rect l="l" t="t" r="r" b="b"/>
                <a:pathLst>
                  <a:path w="509" h="419">
                    <a:moveTo>
                      <a:pt x="0" y="0"/>
                    </a:moveTo>
                    <a:moveTo>
                      <a:pt x="508" y="393"/>
                    </a:moveTo>
                    <a:lnTo>
                      <a:pt x="507" y="395"/>
                    </a:lnTo>
                    <a:lnTo>
                      <a:pt x="505" y="397"/>
                    </a:lnTo>
                    <a:lnTo>
                      <a:pt x="502" y="399"/>
                    </a:lnTo>
                    <a:lnTo>
                      <a:pt x="500" y="400"/>
                    </a:lnTo>
                    <a:lnTo>
                      <a:pt x="500" y="402"/>
                    </a:lnTo>
                    <a:lnTo>
                      <a:pt x="502" y="405"/>
                    </a:lnTo>
                    <a:lnTo>
                      <a:pt x="504" y="409"/>
                    </a:lnTo>
                    <a:lnTo>
                      <a:pt x="503" y="412"/>
                    </a:lnTo>
                    <a:lnTo>
                      <a:pt x="500" y="413"/>
                    </a:lnTo>
                    <a:lnTo>
                      <a:pt x="497" y="413"/>
                    </a:lnTo>
                    <a:lnTo>
                      <a:pt x="494" y="414"/>
                    </a:lnTo>
                    <a:lnTo>
                      <a:pt x="491" y="414"/>
                    </a:lnTo>
                    <a:lnTo>
                      <a:pt x="489" y="414"/>
                    </a:lnTo>
                    <a:lnTo>
                      <a:pt x="486" y="414"/>
                    </a:lnTo>
                    <a:lnTo>
                      <a:pt x="484" y="413"/>
                    </a:lnTo>
                    <a:lnTo>
                      <a:pt x="482" y="414"/>
                    </a:lnTo>
                    <a:lnTo>
                      <a:pt x="480" y="416"/>
                    </a:lnTo>
                    <a:lnTo>
                      <a:pt x="477" y="418"/>
                    </a:lnTo>
                    <a:lnTo>
                      <a:pt x="474" y="419"/>
                    </a:lnTo>
                    <a:lnTo>
                      <a:pt x="472" y="417"/>
                    </a:lnTo>
                    <a:lnTo>
                      <a:pt x="470" y="416"/>
                    </a:lnTo>
                    <a:lnTo>
                      <a:pt x="467" y="415"/>
                    </a:lnTo>
                    <a:lnTo>
                      <a:pt x="464" y="415"/>
                    </a:lnTo>
                    <a:lnTo>
                      <a:pt x="460" y="415"/>
                    </a:lnTo>
                    <a:lnTo>
                      <a:pt x="457" y="414"/>
                    </a:lnTo>
                    <a:lnTo>
                      <a:pt x="455" y="412"/>
                    </a:lnTo>
                    <a:lnTo>
                      <a:pt x="455" y="409"/>
                    </a:lnTo>
                    <a:lnTo>
                      <a:pt x="454" y="406"/>
                    </a:lnTo>
                    <a:lnTo>
                      <a:pt x="453" y="404"/>
                    </a:lnTo>
                    <a:lnTo>
                      <a:pt x="452" y="402"/>
                    </a:lnTo>
                    <a:lnTo>
                      <a:pt x="450" y="401"/>
                    </a:lnTo>
                    <a:lnTo>
                      <a:pt x="449" y="399"/>
                    </a:lnTo>
                    <a:lnTo>
                      <a:pt x="447" y="397"/>
                    </a:lnTo>
                    <a:lnTo>
                      <a:pt x="443" y="395"/>
                    </a:lnTo>
                    <a:lnTo>
                      <a:pt x="439" y="393"/>
                    </a:lnTo>
                    <a:lnTo>
                      <a:pt x="437" y="390"/>
                    </a:lnTo>
                    <a:lnTo>
                      <a:pt x="439" y="388"/>
                    </a:lnTo>
                    <a:lnTo>
                      <a:pt x="442" y="386"/>
                    </a:lnTo>
                    <a:lnTo>
                      <a:pt x="446" y="385"/>
                    </a:lnTo>
                    <a:lnTo>
                      <a:pt x="448" y="383"/>
                    </a:lnTo>
                    <a:lnTo>
                      <a:pt x="448" y="381"/>
                    </a:lnTo>
                    <a:lnTo>
                      <a:pt x="449" y="378"/>
                    </a:lnTo>
                    <a:lnTo>
                      <a:pt x="451" y="377"/>
                    </a:lnTo>
                    <a:lnTo>
                      <a:pt x="454" y="376"/>
                    </a:lnTo>
                    <a:lnTo>
                      <a:pt x="457" y="375"/>
                    </a:lnTo>
                    <a:lnTo>
                      <a:pt x="459" y="374"/>
                    </a:lnTo>
                    <a:lnTo>
                      <a:pt x="462" y="372"/>
                    </a:lnTo>
                    <a:lnTo>
                      <a:pt x="464" y="370"/>
                    </a:lnTo>
                    <a:lnTo>
                      <a:pt x="467" y="369"/>
                    </a:lnTo>
                    <a:lnTo>
                      <a:pt x="470" y="368"/>
                    </a:lnTo>
                    <a:lnTo>
                      <a:pt x="473" y="367"/>
                    </a:lnTo>
                    <a:lnTo>
                      <a:pt x="477" y="366"/>
                    </a:lnTo>
                    <a:lnTo>
                      <a:pt x="480" y="365"/>
                    </a:lnTo>
                    <a:lnTo>
                      <a:pt x="484" y="366"/>
                    </a:lnTo>
                    <a:lnTo>
                      <a:pt x="486" y="369"/>
                    </a:lnTo>
                    <a:lnTo>
                      <a:pt x="488" y="373"/>
                    </a:lnTo>
                    <a:lnTo>
                      <a:pt x="490" y="375"/>
                    </a:lnTo>
                    <a:lnTo>
                      <a:pt x="492" y="375"/>
                    </a:lnTo>
                    <a:lnTo>
                      <a:pt x="496" y="374"/>
                    </a:lnTo>
                    <a:lnTo>
                      <a:pt x="500" y="373"/>
                    </a:lnTo>
                    <a:lnTo>
                      <a:pt x="502" y="374"/>
                    </a:lnTo>
                    <a:lnTo>
                      <a:pt x="504" y="376"/>
                    </a:lnTo>
                    <a:lnTo>
                      <a:pt x="505" y="378"/>
                    </a:lnTo>
                    <a:lnTo>
                      <a:pt x="507" y="379"/>
                    </a:lnTo>
                    <a:lnTo>
                      <a:pt x="509" y="381"/>
                    </a:lnTo>
                    <a:lnTo>
                      <a:pt x="509" y="384"/>
                    </a:lnTo>
                    <a:lnTo>
                      <a:pt x="508" y="386"/>
                    </a:lnTo>
                    <a:lnTo>
                      <a:pt x="507" y="389"/>
                    </a:lnTo>
                    <a:lnTo>
                      <a:pt x="507" y="391"/>
                    </a:lnTo>
                    <a:close/>
                  </a:path>
                </a:pathLst>
              </a:custGeom>
              <a:solidFill>
                <a:srgbClr val="59A3CD">
                  <a:alpha val="9600"/>
                </a:srgbClr>
              </a:solidFill>
              <a:ln>
                <a:noFill/>
              </a:ln>
            </p:spPr>
            <p:txBody>
              <a:bodyPr anchor="ctr"/>
              <a:lstStyle/>
              <a:p>
                <a:pPr algn="ctr">
                  <a:buNone/>
                </a:pPr>
              </a:p>
            </p:txBody>
          </p:sp>
          <p:sp>
            <p:nvSpPr>
              <p:cNvPr id="7526" name="addition:spatial:15">
                <a:extLst>
                  <a:ext uri="{FF2B5EF4-FFF2-40B4-BE49-F238E27FC236}">
                    <ns2:creationId id="{4925AD1B-8655-41BB-B19C-E51F7F618E83}"/>
                  </a:ext>
                </a:extLst>
              </p:cNvPr>
              <p:cNvSpPr>
                <a:spLocks noGrp="1"/>
              </p:cNvSpPr>
              <p:nvPr/>
            </p:nvSpPr>
            <p:spPr>
              <a:xfrm>
                <a:off x="5648325" y="1666875"/>
                <a:ext cx="771662" cy="717255"/>
              </a:xfrm>
              <a:custGeom>
                <a:rect l="l" t="t" r="r" b="b"/>
                <a:pathLst>
                  <a:path w="582" h="424">
                    <a:moveTo>
                      <a:pt x="0" y="0"/>
                    </a:moveTo>
                    <a:moveTo>
                      <a:pt x="574" y="389"/>
                    </a:moveTo>
                    <a:lnTo>
                      <a:pt x="577" y="391"/>
                    </a:lnTo>
                    <a:lnTo>
                      <a:pt x="579" y="394"/>
                    </a:lnTo>
                    <a:lnTo>
                      <a:pt x="577" y="397"/>
                    </a:lnTo>
                    <a:lnTo>
                      <a:pt x="574" y="399"/>
                    </a:lnTo>
                    <a:lnTo>
                      <a:pt x="572" y="402"/>
                    </a:lnTo>
                    <a:lnTo>
                      <a:pt x="572" y="405"/>
                    </a:lnTo>
                    <a:lnTo>
                      <a:pt x="573" y="408"/>
                    </a:lnTo>
                    <a:lnTo>
                      <a:pt x="572" y="411"/>
                    </a:lnTo>
                    <a:lnTo>
                      <a:pt x="569" y="413"/>
                    </a:lnTo>
                    <a:lnTo>
                      <a:pt x="565" y="415"/>
                    </a:lnTo>
                    <a:lnTo>
                      <a:pt x="561" y="416"/>
                    </a:lnTo>
                    <a:lnTo>
                      <a:pt x="558" y="417"/>
                    </a:lnTo>
                    <a:lnTo>
                      <a:pt x="554" y="417"/>
                    </a:lnTo>
                    <a:lnTo>
                      <a:pt x="550" y="416"/>
                    </a:lnTo>
                    <a:lnTo>
                      <a:pt x="546" y="414"/>
                    </a:lnTo>
                    <a:lnTo>
                      <a:pt x="542" y="414"/>
                    </a:lnTo>
                    <a:lnTo>
                      <a:pt x="539" y="416"/>
                    </a:lnTo>
                    <a:lnTo>
                      <a:pt x="535" y="420"/>
                    </a:lnTo>
                    <a:lnTo>
                      <a:pt x="531" y="424"/>
                    </a:lnTo>
                    <a:lnTo>
                      <a:pt x="525" y="424"/>
                    </a:lnTo>
                    <a:lnTo>
                      <a:pt x="521" y="422"/>
                    </a:lnTo>
                    <a:lnTo>
                      <a:pt x="518" y="419"/>
                    </a:lnTo>
                    <a:lnTo>
                      <a:pt x="514" y="416"/>
                    </a:lnTo>
                    <a:lnTo>
                      <a:pt x="510" y="415"/>
                    </a:lnTo>
                    <a:lnTo>
                      <a:pt x="506" y="414"/>
                    </a:lnTo>
                    <a:lnTo>
                      <a:pt x="503" y="411"/>
                    </a:lnTo>
                    <a:lnTo>
                      <a:pt x="501" y="408"/>
                    </a:lnTo>
                    <a:lnTo>
                      <a:pt x="498" y="406"/>
                    </a:lnTo>
                    <a:lnTo>
                      <a:pt x="495" y="404"/>
                    </a:lnTo>
                    <a:lnTo>
                      <a:pt x="491" y="402"/>
                    </a:lnTo>
                    <a:lnTo>
                      <a:pt x="488" y="399"/>
                    </a:lnTo>
                    <a:lnTo>
                      <a:pt x="488" y="397"/>
                    </a:lnTo>
                    <a:lnTo>
                      <a:pt x="487" y="394"/>
                    </a:lnTo>
                    <a:lnTo>
                      <a:pt x="485" y="391"/>
                    </a:lnTo>
                    <a:lnTo>
                      <a:pt x="480" y="389"/>
                    </a:lnTo>
                    <a:lnTo>
                      <a:pt x="475" y="385"/>
                    </a:lnTo>
                    <a:lnTo>
                      <a:pt x="474" y="382"/>
                    </a:lnTo>
                    <a:lnTo>
                      <a:pt x="478" y="379"/>
                    </a:lnTo>
                    <a:lnTo>
                      <a:pt x="485" y="378"/>
                    </a:lnTo>
                    <a:lnTo>
                      <a:pt x="492" y="376"/>
                    </a:lnTo>
                    <a:lnTo>
                      <a:pt x="495" y="375"/>
                    </a:lnTo>
                    <a:lnTo>
                      <a:pt x="497" y="372"/>
                    </a:lnTo>
                    <a:lnTo>
                      <a:pt x="499" y="370"/>
                    </a:lnTo>
                    <a:lnTo>
                      <a:pt x="502" y="367"/>
                    </a:lnTo>
                    <a:lnTo>
                      <a:pt x="505" y="365"/>
                    </a:lnTo>
                    <a:lnTo>
                      <a:pt x="507" y="362"/>
                    </a:lnTo>
                    <a:lnTo>
                      <a:pt x="510" y="359"/>
                    </a:lnTo>
                    <a:lnTo>
                      <a:pt x="514" y="357"/>
                    </a:lnTo>
                    <a:lnTo>
                      <a:pt x="520" y="356"/>
                    </a:lnTo>
                    <a:lnTo>
                      <a:pt x="526" y="357"/>
                    </a:lnTo>
                    <a:lnTo>
                      <a:pt x="531" y="358"/>
                    </a:lnTo>
                    <a:lnTo>
                      <a:pt x="535" y="358"/>
                    </a:lnTo>
                    <a:lnTo>
                      <a:pt x="540" y="356"/>
                    </a:lnTo>
                    <a:lnTo>
                      <a:pt x="545" y="355"/>
                    </a:lnTo>
                    <a:lnTo>
                      <a:pt x="549" y="357"/>
                    </a:lnTo>
                    <a:lnTo>
                      <a:pt x="552" y="360"/>
                    </a:lnTo>
                    <a:lnTo>
                      <a:pt x="554" y="364"/>
                    </a:lnTo>
                    <a:lnTo>
                      <a:pt x="556" y="365"/>
                    </a:lnTo>
                    <a:lnTo>
                      <a:pt x="561" y="365"/>
                    </a:lnTo>
                    <a:lnTo>
                      <a:pt x="566" y="365"/>
                    </a:lnTo>
                    <a:lnTo>
                      <a:pt x="570" y="365"/>
                    </a:lnTo>
                    <a:lnTo>
                      <a:pt x="574" y="366"/>
                    </a:lnTo>
                    <a:lnTo>
                      <a:pt x="577" y="368"/>
                    </a:lnTo>
                    <a:lnTo>
                      <a:pt x="580" y="370"/>
                    </a:lnTo>
                    <a:lnTo>
                      <a:pt x="582" y="373"/>
                    </a:lnTo>
                    <a:lnTo>
                      <a:pt x="581" y="377"/>
                    </a:lnTo>
                    <a:lnTo>
                      <a:pt x="578" y="380"/>
                    </a:lnTo>
                    <a:lnTo>
                      <a:pt x="573" y="384"/>
                    </a:lnTo>
                    <a:lnTo>
                      <a:pt x="571" y="386"/>
                    </a:lnTo>
                    <a:close/>
                  </a:path>
                </a:pathLst>
              </a:custGeom>
              <a:solidFill>
                <a:srgbClr val="59A3CD">
                  <a:alpha val="9600"/>
                </a:srgbClr>
              </a:solidFill>
              <a:ln>
                <a:noFill/>
              </a:ln>
            </p:spPr>
            <p:txBody>
              <a:bodyPr anchor="ctr"/>
              <a:lstStyle/>
              <a:p>
                <a:pPr algn="ctr">
                  <a:buNone/>
                </a:pPr>
              </a:p>
            </p:txBody>
          </p:sp>
          <p:sp>
            <p:nvSpPr>
              <p:cNvPr id="7527" name="addition:spatial:16">
                <a:extLst>
                  <a:ext uri="{FF2B5EF4-FFF2-40B4-BE49-F238E27FC236}">
                    <ns2:creationId id="{57B71D9A-8CA2-4E50-B4AD-E043CDD0098F}"/>
                  </a:ext>
                </a:extLst>
              </p:cNvPr>
              <p:cNvSpPr>
                <a:spLocks noGrp="1"/>
              </p:cNvSpPr>
              <p:nvPr/>
            </p:nvSpPr>
            <p:spPr>
              <a:xfrm>
                <a:off x="5648325" y="1666875"/>
                <a:ext cx="800832" cy="729097"/>
              </a:xfrm>
              <a:custGeom>
                <a:rect l="l" t="t" r="r" b="b"/>
                <a:pathLst>
                  <a:path w="604" h="431">
                    <a:moveTo>
                      <a:pt x="0" y="0"/>
                    </a:moveTo>
                    <a:moveTo>
                      <a:pt x="598" y="383"/>
                    </a:moveTo>
                    <a:lnTo>
                      <a:pt x="603" y="387"/>
                    </a:lnTo>
                    <a:lnTo>
                      <a:pt x="604" y="392"/>
                    </a:lnTo>
                    <a:lnTo>
                      <a:pt x="604" y="396"/>
                    </a:lnTo>
                    <a:lnTo>
                      <a:pt x="603" y="400"/>
                    </a:lnTo>
                    <a:lnTo>
                      <a:pt x="601" y="405"/>
                    </a:lnTo>
                    <a:lnTo>
                      <a:pt x="598" y="408"/>
                    </a:lnTo>
                    <a:lnTo>
                      <a:pt x="591" y="410"/>
                    </a:lnTo>
                    <a:lnTo>
                      <a:pt x="581" y="410"/>
                    </a:lnTo>
                    <a:lnTo>
                      <a:pt x="573" y="410"/>
                    </a:lnTo>
                    <a:lnTo>
                      <a:pt x="569" y="412"/>
                    </a:lnTo>
                    <a:lnTo>
                      <a:pt x="568" y="417"/>
                    </a:lnTo>
                    <a:lnTo>
                      <a:pt x="567" y="424"/>
                    </a:lnTo>
                    <a:lnTo>
                      <a:pt x="562" y="429"/>
                    </a:lnTo>
                    <a:lnTo>
                      <a:pt x="555" y="430"/>
                    </a:lnTo>
                    <a:lnTo>
                      <a:pt x="548" y="429"/>
                    </a:lnTo>
                    <a:lnTo>
                      <a:pt x="541" y="429"/>
                    </a:lnTo>
                    <a:lnTo>
                      <a:pt x="534" y="430"/>
                    </a:lnTo>
                    <a:lnTo>
                      <a:pt x="527" y="431"/>
                    </a:lnTo>
                    <a:lnTo>
                      <a:pt x="520" y="430"/>
                    </a:lnTo>
                    <a:lnTo>
                      <a:pt x="514" y="427"/>
                    </a:lnTo>
                    <a:lnTo>
                      <a:pt x="508" y="425"/>
                    </a:lnTo>
                    <a:lnTo>
                      <a:pt x="503" y="423"/>
                    </a:lnTo>
                    <a:lnTo>
                      <a:pt x="497" y="422"/>
                    </a:lnTo>
                    <a:lnTo>
                      <a:pt x="492" y="420"/>
                    </a:lnTo>
                    <a:lnTo>
                      <a:pt x="489" y="416"/>
                    </a:lnTo>
                    <a:lnTo>
                      <a:pt x="488" y="412"/>
                    </a:lnTo>
                    <a:lnTo>
                      <a:pt x="484" y="409"/>
                    </a:lnTo>
                    <a:lnTo>
                      <a:pt x="477" y="409"/>
                    </a:lnTo>
                    <a:lnTo>
                      <a:pt x="467" y="409"/>
                    </a:lnTo>
                    <a:lnTo>
                      <a:pt x="460" y="406"/>
                    </a:lnTo>
                    <a:lnTo>
                      <a:pt x="458" y="402"/>
                    </a:lnTo>
                    <a:lnTo>
                      <a:pt x="462" y="396"/>
                    </a:lnTo>
                    <a:lnTo>
                      <a:pt x="468" y="391"/>
                    </a:lnTo>
                    <a:lnTo>
                      <a:pt x="471" y="387"/>
                    </a:lnTo>
                    <a:lnTo>
                      <a:pt x="473" y="383"/>
                    </a:lnTo>
                    <a:lnTo>
                      <a:pt x="474" y="379"/>
                    </a:lnTo>
                    <a:lnTo>
                      <a:pt x="477" y="376"/>
                    </a:lnTo>
                    <a:lnTo>
                      <a:pt x="480" y="372"/>
                    </a:lnTo>
                    <a:lnTo>
                      <a:pt x="480" y="368"/>
                    </a:lnTo>
                    <a:lnTo>
                      <a:pt x="478" y="363"/>
                    </a:lnTo>
                    <a:lnTo>
                      <a:pt x="478" y="358"/>
                    </a:lnTo>
                    <a:lnTo>
                      <a:pt x="481" y="354"/>
                    </a:lnTo>
                    <a:lnTo>
                      <a:pt x="487" y="352"/>
                    </a:lnTo>
                    <a:lnTo>
                      <a:pt x="493" y="351"/>
                    </a:lnTo>
                    <a:lnTo>
                      <a:pt x="496" y="348"/>
                    </a:lnTo>
                    <a:lnTo>
                      <a:pt x="498" y="343"/>
                    </a:lnTo>
                    <a:lnTo>
                      <a:pt x="501" y="338"/>
                    </a:lnTo>
                    <a:lnTo>
                      <a:pt x="506" y="336"/>
                    </a:lnTo>
                    <a:lnTo>
                      <a:pt x="513" y="339"/>
                    </a:lnTo>
                    <a:lnTo>
                      <a:pt x="519" y="342"/>
                    </a:lnTo>
                    <a:lnTo>
                      <a:pt x="524" y="344"/>
                    </a:lnTo>
                    <a:lnTo>
                      <a:pt x="528" y="344"/>
                    </a:lnTo>
                    <a:lnTo>
                      <a:pt x="533" y="342"/>
                    </a:lnTo>
                    <a:lnTo>
                      <a:pt x="537" y="340"/>
                    </a:lnTo>
                    <a:lnTo>
                      <a:pt x="543" y="340"/>
                    </a:lnTo>
                    <a:lnTo>
                      <a:pt x="548" y="339"/>
                    </a:lnTo>
                    <a:lnTo>
                      <a:pt x="555" y="337"/>
                    </a:lnTo>
                    <a:lnTo>
                      <a:pt x="563" y="337"/>
                    </a:lnTo>
                    <a:lnTo>
                      <a:pt x="568" y="339"/>
                    </a:lnTo>
                    <a:lnTo>
                      <a:pt x="571" y="345"/>
                    </a:lnTo>
                    <a:lnTo>
                      <a:pt x="571" y="351"/>
                    </a:lnTo>
                    <a:lnTo>
                      <a:pt x="571" y="356"/>
                    </a:lnTo>
                    <a:lnTo>
                      <a:pt x="576" y="359"/>
                    </a:lnTo>
                    <a:lnTo>
                      <a:pt x="583" y="360"/>
                    </a:lnTo>
                    <a:lnTo>
                      <a:pt x="589" y="363"/>
                    </a:lnTo>
                    <a:lnTo>
                      <a:pt x="591" y="367"/>
                    </a:lnTo>
                    <a:lnTo>
                      <a:pt x="590" y="372"/>
                    </a:lnTo>
                    <a:lnTo>
                      <a:pt x="590" y="376"/>
                    </a:lnTo>
                    <a:lnTo>
                      <a:pt x="593" y="379"/>
                    </a:lnTo>
                    <a:close/>
                  </a:path>
                </a:pathLst>
              </a:custGeom>
              <a:solidFill>
                <a:srgbClr val="0675B4">
                  <a:alpha val="11100"/>
                </a:srgbClr>
              </a:solidFill>
              <a:ln>
                <a:noFill/>
              </a:ln>
            </p:spPr>
            <p:txBody>
              <a:bodyPr anchor="ctr"/>
              <a:lstStyle/>
              <a:p>
                <a:pPr algn="ctr">
                  <a:buNone/>
                </a:pPr>
              </a:p>
            </p:txBody>
          </p:sp>
          <p:sp>
            <p:nvSpPr>
              <p:cNvPr id="7528" name="addition:spatial:17">
                <a:extLst>
                  <a:ext uri="{FF2B5EF4-FFF2-40B4-BE49-F238E27FC236}">
                    <ns2:creationId id="{7077C94F-00BE-42BB-8766-7E166CC20DC8}"/>
                  </a:ext>
                </a:extLst>
              </p:cNvPr>
              <p:cNvSpPr>
                <a:spLocks noGrp="1"/>
              </p:cNvSpPr>
              <p:nvPr/>
            </p:nvSpPr>
            <p:spPr>
              <a:xfrm>
                <a:off x="5648325" y="1666875"/>
                <a:ext cx="719953" cy="668198"/>
              </a:xfrm>
              <a:custGeom>
                <a:rect l="l" t="t" r="r" b="b"/>
                <a:pathLst>
                  <a:path w="543" h="395">
                    <a:moveTo>
                      <a:pt x="0" y="0"/>
                    </a:moveTo>
                    <a:moveTo>
                      <a:pt x="543" y="370"/>
                    </a:moveTo>
                    <a:lnTo>
                      <a:pt x="542" y="373"/>
                    </a:lnTo>
                    <a:lnTo>
                      <a:pt x="539" y="375"/>
                    </a:lnTo>
                    <a:lnTo>
                      <a:pt x="536" y="377"/>
                    </a:lnTo>
                    <a:lnTo>
                      <a:pt x="534" y="378"/>
                    </a:lnTo>
                    <a:lnTo>
                      <a:pt x="532" y="380"/>
                    </a:lnTo>
                    <a:lnTo>
                      <a:pt x="529" y="381"/>
                    </a:lnTo>
                    <a:lnTo>
                      <a:pt x="527" y="382"/>
                    </a:lnTo>
                    <a:lnTo>
                      <a:pt x="525" y="384"/>
                    </a:lnTo>
                    <a:lnTo>
                      <a:pt x="524" y="386"/>
                    </a:lnTo>
                    <a:lnTo>
                      <a:pt x="524" y="389"/>
                    </a:lnTo>
                    <a:lnTo>
                      <a:pt x="523" y="392"/>
                    </a:lnTo>
                    <a:lnTo>
                      <a:pt x="520" y="393"/>
                    </a:lnTo>
                    <a:lnTo>
                      <a:pt x="516" y="393"/>
                    </a:lnTo>
                    <a:lnTo>
                      <a:pt x="512" y="392"/>
                    </a:lnTo>
                    <a:lnTo>
                      <a:pt x="509" y="392"/>
                    </a:lnTo>
                    <a:lnTo>
                      <a:pt x="507" y="394"/>
                    </a:lnTo>
                    <a:lnTo>
                      <a:pt x="504" y="395"/>
                    </a:lnTo>
                    <a:lnTo>
                      <a:pt x="501" y="395"/>
                    </a:lnTo>
                    <a:lnTo>
                      <a:pt x="499" y="393"/>
                    </a:lnTo>
                    <a:lnTo>
                      <a:pt x="497" y="391"/>
                    </a:lnTo>
                    <a:lnTo>
                      <a:pt x="495" y="390"/>
                    </a:lnTo>
                    <a:lnTo>
                      <a:pt x="493" y="389"/>
                    </a:lnTo>
                    <a:lnTo>
                      <a:pt x="490" y="389"/>
                    </a:lnTo>
                    <a:lnTo>
                      <a:pt x="488" y="389"/>
                    </a:lnTo>
                    <a:lnTo>
                      <a:pt x="486" y="388"/>
                    </a:lnTo>
                    <a:lnTo>
                      <a:pt x="483" y="388"/>
                    </a:lnTo>
                    <a:lnTo>
                      <a:pt x="480" y="387"/>
                    </a:lnTo>
                    <a:lnTo>
                      <a:pt x="477" y="386"/>
                    </a:lnTo>
                    <a:lnTo>
                      <a:pt x="476" y="384"/>
                    </a:lnTo>
                    <a:lnTo>
                      <a:pt x="477" y="381"/>
                    </a:lnTo>
                    <a:lnTo>
                      <a:pt x="480" y="378"/>
                    </a:lnTo>
                    <a:lnTo>
                      <a:pt x="482" y="376"/>
                    </a:lnTo>
                    <a:lnTo>
                      <a:pt x="481" y="374"/>
                    </a:lnTo>
                    <a:lnTo>
                      <a:pt x="479" y="372"/>
                    </a:lnTo>
                    <a:lnTo>
                      <a:pt x="478" y="370"/>
                    </a:lnTo>
                    <a:lnTo>
                      <a:pt x="478" y="368"/>
                    </a:lnTo>
                    <a:lnTo>
                      <a:pt x="479" y="366"/>
                    </a:lnTo>
                    <a:lnTo>
                      <a:pt x="479" y="365"/>
                    </a:lnTo>
                    <a:lnTo>
                      <a:pt x="479" y="362"/>
                    </a:lnTo>
                    <a:lnTo>
                      <a:pt x="478" y="360"/>
                    </a:lnTo>
                    <a:lnTo>
                      <a:pt x="479" y="358"/>
                    </a:lnTo>
                    <a:lnTo>
                      <a:pt x="480" y="356"/>
                    </a:lnTo>
                    <a:lnTo>
                      <a:pt x="482" y="355"/>
                    </a:lnTo>
                    <a:lnTo>
                      <a:pt x="483" y="353"/>
                    </a:lnTo>
                    <a:lnTo>
                      <a:pt x="484" y="351"/>
                    </a:lnTo>
                    <a:lnTo>
                      <a:pt x="486" y="350"/>
                    </a:lnTo>
                    <a:lnTo>
                      <a:pt x="489" y="350"/>
                    </a:lnTo>
                    <a:lnTo>
                      <a:pt x="493" y="352"/>
                    </a:lnTo>
                    <a:lnTo>
                      <a:pt x="496" y="353"/>
                    </a:lnTo>
                    <a:lnTo>
                      <a:pt x="497" y="352"/>
                    </a:lnTo>
                    <a:lnTo>
                      <a:pt x="499" y="349"/>
                    </a:lnTo>
                    <a:lnTo>
                      <a:pt x="501" y="347"/>
                    </a:lnTo>
                    <a:lnTo>
                      <a:pt x="504" y="345"/>
                    </a:lnTo>
                    <a:lnTo>
                      <a:pt x="507" y="345"/>
                    </a:lnTo>
                    <a:lnTo>
                      <a:pt x="510" y="346"/>
                    </a:lnTo>
                    <a:lnTo>
                      <a:pt x="513" y="347"/>
                    </a:lnTo>
                    <a:lnTo>
                      <a:pt x="516" y="348"/>
                    </a:lnTo>
                    <a:lnTo>
                      <a:pt x="518" y="349"/>
                    </a:lnTo>
                    <a:lnTo>
                      <a:pt x="520" y="351"/>
                    </a:lnTo>
                    <a:lnTo>
                      <a:pt x="522" y="353"/>
                    </a:lnTo>
                    <a:lnTo>
                      <a:pt x="524" y="355"/>
                    </a:lnTo>
                    <a:lnTo>
                      <a:pt x="527" y="356"/>
                    </a:lnTo>
                    <a:lnTo>
                      <a:pt x="530" y="357"/>
                    </a:lnTo>
                    <a:lnTo>
                      <a:pt x="532" y="359"/>
                    </a:lnTo>
                    <a:lnTo>
                      <a:pt x="532" y="361"/>
                    </a:lnTo>
                    <a:lnTo>
                      <a:pt x="532" y="363"/>
                    </a:lnTo>
                    <a:lnTo>
                      <a:pt x="533" y="365"/>
                    </a:lnTo>
                    <a:lnTo>
                      <a:pt x="536" y="366"/>
                    </a:lnTo>
                    <a:lnTo>
                      <a:pt x="540" y="368"/>
                    </a:lnTo>
                    <a:close/>
                  </a:path>
                </a:pathLst>
              </a:custGeom>
              <a:solidFill>
                <a:srgbClr val="0072B2">
                  <a:alpha val="10800"/>
                </a:srgbClr>
              </a:solidFill>
              <a:ln>
                <a:noFill/>
              </a:ln>
            </p:spPr>
            <p:txBody>
              <a:bodyPr anchor="ctr"/>
              <a:lstStyle/>
              <a:p>
                <a:pPr algn="ctr">
                  <a:buNone/>
                </a:pPr>
              </a:p>
            </p:txBody>
          </p:sp>
          <p:sp>
            <p:nvSpPr>
              <p:cNvPr id="7529" name="addition:spatial:18">
                <a:extLst>
                  <a:ext uri="{FF2B5EF4-FFF2-40B4-BE49-F238E27FC236}">
                    <ns2:creationId id="{60E7A19E-4520-4673-B140-40C4B1F891FD}"/>
                  </a:ext>
                </a:extLst>
              </p:cNvPr>
              <p:cNvSpPr>
                <a:spLocks noGrp="1"/>
              </p:cNvSpPr>
              <p:nvPr/>
            </p:nvSpPr>
            <p:spPr>
              <a:xfrm>
                <a:off x="5648325" y="1666875"/>
                <a:ext cx="757077" cy="647898"/>
              </a:xfrm>
              <a:custGeom>
                <a:rect l="l" t="t" r="r" b="b"/>
                <a:pathLst>
                  <a:path w="571" h="383">
                    <a:moveTo>
                      <a:pt x="0" y="0"/>
                    </a:moveTo>
                    <a:moveTo>
                      <a:pt x="571" y="363"/>
                    </a:moveTo>
                    <a:lnTo>
                      <a:pt x="570" y="365"/>
                    </a:lnTo>
                    <a:lnTo>
                      <a:pt x="568" y="366"/>
                    </a:lnTo>
                    <a:lnTo>
                      <a:pt x="568" y="368"/>
                    </a:lnTo>
                    <a:lnTo>
                      <a:pt x="569" y="369"/>
                    </a:lnTo>
                    <a:lnTo>
                      <a:pt x="570" y="371"/>
                    </a:lnTo>
                    <a:lnTo>
                      <a:pt x="570" y="373"/>
                    </a:lnTo>
                    <a:lnTo>
                      <a:pt x="569" y="375"/>
                    </a:lnTo>
                    <a:lnTo>
                      <a:pt x="568" y="376"/>
                    </a:lnTo>
                    <a:lnTo>
                      <a:pt x="566" y="377"/>
                    </a:lnTo>
                    <a:lnTo>
                      <a:pt x="565" y="378"/>
                    </a:lnTo>
                    <a:lnTo>
                      <a:pt x="562" y="378"/>
                    </a:lnTo>
                    <a:lnTo>
                      <a:pt x="560" y="378"/>
                    </a:lnTo>
                    <a:lnTo>
                      <a:pt x="557" y="377"/>
                    </a:lnTo>
                    <a:lnTo>
                      <a:pt x="556" y="377"/>
                    </a:lnTo>
                    <a:lnTo>
                      <a:pt x="555" y="378"/>
                    </a:lnTo>
                    <a:lnTo>
                      <a:pt x="553" y="381"/>
                    </a:lnTo>
                    <a:lnTo>
                      <a:pt x="551" y="383"/>
                    </a:lnTo>
                    <a:lnTo>
                      <a:pt x="549" y="383"/>
                    </a:lnTo>
                    <a:lnTo>
                      <a:pt x="546" y="382"/>
                    </a:lnTo>
                    <a:lnTo>
                      <a:pt x="544" y="381"/>
                    </a:lnTo>
                    <a:lnTo>
                      <a:pt x="542" y="380"/>
                    </a:lnTo>
                    <a:lnTo>
                      <a:pt x="539" y="380"/>
                    </a:lnTo>
                    <a:lnTo>
                      <a:pt x="537" y="379"/>
                    </a:lnTo>
                    <a:lnTo>
                      <a:pt x="535" y="378"/>
                    </a:lnTo>
                    <a:lnTo>
                      <a:pt x="534" y="377"/>
                    </a:lnTo>
                    <a:lnTo>
                      <a:pt x="532" y="375"/>
                    </a:lnTo>
                    <a:lnTo>
                      <a:pt x="530" y="374"/>
                    </a:lnTo>
                    <a:lnTo>
                      <a:pt x="528" y="373"/>
                    </a:lnTo>
                    <a:lnTo>
                      <a:pt x="527" y="372"/>
                    </a:lnTo>
                    <a:lnTo>
                      <a:pt x="527" y="370"/>
                    </a:lnTo>
                    <a:lnTo>
                      <a:pt x="526" y="369"/>
                    </a:lnTo>
                    <a:lnTo>
                      <a:pt x="524" y="368"/>
                    </a:lnTo>
                    <a:lnTo>
                      <a:pt x="521" y="367"/>
                    </a:lnTo>
                    <a:lnTo>
                      <a:pt x="518" y="365"/>
                    </a:lnTo>
                    <a:lnTo>
                      <a:pt x="517" y="363"/>
                    </a:lnTo>
                    <a:lnTo>
                      <a:pt x="519" y="362"/>
                    </a:lnTo>
                    <a:lnTo>
                      <a:pt x="522" y="360"/>
                    </a:lnTo>
                    <a:lnTo>
                      <a:pt x="525" y="359"/>
                    </a:lnTo>
                    <a:lnTo>
                      <a:pt x="527" y="358"/>
                    </a:lnTo>
                    <a:lnTo>
                      <a:pt x="527" y="357"/>
                    </a:lnTo>
                    <a:lnTo>
                      <a:pt x="528" y="355"/>
                    </a:lnTo>
                    <a:lnTo>
                      <a:pt x="530" y="354"/>
                    </a:lnTo>
                    <a:lnTo>
                      <a:pt x="531" y="353"/>
                    </a:lnTo>
                    <a:lnTo>
                      <a:pt x="532" y="351"/>
                    </a:lnTo>
                    <a:lnTo>
                      <a:pt x="533" y="349"/>
                    </a:lnTo>
                    <a:lnTo>
                      <a:pt x="535" y="348"/>
                    </a:lnTo>
                    <a:lnTo>
                      <a:pt x="537" y="347"/>
                    </a:lnTo>
                    <a:lnTo>
                      <a:pt x="540" y="347"/>
                    </a:lnTo>
                    <a:lnTo>
                      <a:pt x="542" y="347"/>
                    </a:lnTo>
                    <a:lnTo>
                      <a:pt x="544" y="346"/>
                    </a:lnTo>
                    <a:lnTo>
                      <a:pt x="546" y="345"/>
                    </a:lnTo>
                    <a:lnTo>
                      <a:pt x="549" y="344"/>
                    </a:lnTo>
                    <a:lnTo>
                      <a:pt x="551" y="345"/>
                    </a:lnTo>
                    <a:lnTo>
                      <a:pt x="553" y="347"/>
                    </a:lnTo>
                    <a:lnTo>
                      <a:pt x="554" y="349"/>
                    </a:lnTo>
                    <a:lnTo>
                      <a:pt x="556" y="350"/>
                    </a:lnTo>
                    <a:lnTo>
                      <a:pt x="557" y="349"/>
                    </a:lnTo>
                    <a:lnTo>
                      <a:pt x="560" y="349"/>
                    </a:lnTo>
                    <a:lnTo>
                      <a:pt x="562" y="349"/>
                    </a:lnTo>
                    <a:lnTo>
                      <a:pt x="564" y="349"/>
                    </a:lnTo>
                    <a:lnTo>
                      <a:pt x="566" y="350"/>
                    </a:lnTo>
                    <a:lnTo>
                      <a:pt x="568" y="351"/>
                    </a:lnTo>
                    <a:lnTo>
                      <a:pt x="569" y="352"/>
                    </a:lnTo>
                    <a:lnTo>
                      <a:pt x="570" y="354"/>
                    </a:lnTo>
                    <a:lnTo>
                      <a:pt x="568" y="356"/>
                    </a:lnTo>
                    <a:lnTo>
                      <a:pt x="567" y="358"/>
                    </a:lnTo>
                    <a:lnTo>
                      <a:pt x="566" y="359"/>
                    </a:lnTo>
                    <a:lnTo>
                      <a:pt x="568" y="361"/>
                    </a:lnTo>
                    <a:lnTo>
                      <a:pt x="570" y="362"/>
                    </a:lnTo>
                    <a:close/>
                  </a:path>
                </a:pathLst>
              </a:custGeom>
              <a:solidFill>
                <a:srgbClr val="0072B2">
                  <a:alpha val="10800"/>
                </a:srgbClr>
              </a:solidFill>
              <a:ln>
                <a:noFill/>
              </a:ln>
            </p:spPr>
            <p:txBody>
              <a:bodyPr anchor="ctr"/>
              <a:lstStyle/>
              <a:p>
                <a:pPr algn="ctr">
                  <a:buNone/>
                </a:pPr>
              </a:p>
            </p:txBody>
          </p:sp>
          <p:sp>
            <p:nvSpPr>
              <p:cNvPr id="7530" name="addition:spatial:19">
                <a:extLst>
                  <a:ext uri="{FF2B5EF4-FFF2-40B4-BE49-F238E27FC236}">
                    <ns2:creationId id="{F4F4A94C-0746-4E6E-9BBE-BC1EC2F86B52}"/>
                  </a:ext>
                </a:extLst>
              </p:cNvPr>
              <p:cNvSpPr>
                <a:spLocks noGrp="1"/>
              </p:cNvSpPr>
              <p:nvPr/>
            </p:nvSpPr>
            <p:spPr>
              <a:xfrm>
                <a:off x="5648325" y="1666875"/>
                <a:ext cx="806135" cy="710489"/>
              </a:xfrm>
              <a:custGeom>
                <a:rect l="l" t="t" r="r" b="b"/>
                <a:pathLst>
                  <a:path w="608" h="420">
                    <a:moveTo>
                      <a:pt x="0" y="0"/>
                    </a:moveTo>
                    <a:moveTo>
                      <a:pt x="606" y="394"/>
                    </a:moveTo>
                    <a:lnTo>
                      <a:pt x="601" y="396"/>
                    </a:lnTo>
                    <a:lnTo>
                      <a:pt x="597" y="398"/>
                    </a:lnTo>
                    <a:lnTo>
                      <a:pt x="596" y="400"/>
                    </a:lnTo>
                    <a:lnTo>
                      <a:pt x="596" y="402"/>
                    </a:lnTo>
                    <a:lnTo>
                      <a:pt x="595" y="404"/>
                    </a:lnTo>
                    <a:lnTo>
                      <a:pt x="594" y="406"/>
                    </a:lnTo>
                    <a:lnTo>
                      <a:pt x="591" y="407"/>
                    </a:lnTo>
                    <a:lnTo>
                      <a:pt x="589" y="409"/>
                    </a:lnTo>
                    <a:lnTo>
                      <a:pt x="587" y="410"/>
                    </a:lnTo>
                    <a:lnTo>
                      <a:pt x="586" y="413"/>
                    </a:lnTo>
                    <a:lnTo>
                      <a:pt x="583" y="414"/>
                    </a:lnTo>
                    <a:lnTo>
                      <a:pt x="581" y="415"/>
                    </a:lnTo>
                    <a:lnTo>
                      <a:pt x="577" y="416"/>
                    </a:lnTo>
                    <a:lnTo>
                      <a:pt x="575" y="417"/>
                    </a:lnTo>
                    <a:lnTo>
                      <a:pt x="572" y="419"/>
                    </a:lnTo>
                    <a:lnTo>
                      <a:pt x="569" y="420"/>
                    </a:lnTo>
                    <a:lnTo>
                      <a:pt x="566" y="419"/>
                    </a:lnTo>
                    <a:lnTo>
                      <a:pt x="564" y="416"/>
                    </a:lnTo>
                    <a:lnTo>
                      <a:pt x="562" y="413"/>
                    </a:lnTo>
                    <a:lnTo>
                      <a:pt x="560" y="412"/>
                    </a:lnTo>
                    <a:lnTo>
                      <a:pt x="557" y="413"/>
                    </a:lnTo>
                    <a:lnTo>
                      <a:pt x="554" y="415"/>
                    </a:lnTo>
                    <a:lnTo>
                      <a:pt x="551" y="416"/>
                    </a:lnTo>
                    <a:lnTo>
                      <a:pt x="548" y="415"/>
                    </a:lnTo>
                    <a:lnTo>
                      <a:pt x="546" y="414"/>
                    </a:lnTo>
                    <a:lnTo>
                      <a:pt x="544" y="412"/>
                    </a:lnTo>
                    <a:lnTo>
                      <a:pt x="542" y="411"/>
                    </a:lnTo>
                    <a:lnTo>
                      <a:pt x="541" y="409"/>
                    </a:lnTo>
                    <a:lnTo>
                      <a:pt x="541" y="406"/>
                    </a:lnTo>
                    <a:lnTo>
                      <a:pt x="542" y="404"/>
                    </a:lnTo>
                    <a:lnTo>
                      <a:pt x="542" y="402"/>
                    </a:lnTo>
                    <a:lnTo>
                      <a:pt x="541" y="400"/>
                    </a:lnTo>
                    <a:lnTo>
                      <a:pt x="538" y="398"/>
                    </a:lnTo>
                    <a:lnTo>
                      <a:pt x="537" y="396"/>
                    </a:lnTo>
                    <a:lnTo>
                      <a:pt x="538" y="394"/>
                    </a:lnTo>
                    <a:lnTo>
                      <a:pt x="540" y="392"/>
                    </a:lnTo>
                    <a:lnTo>
                      <a:pt x="541" y="391"/>
                    </a:lnTo>
                    <a:lnTo>
                      <a:pt x="539" y="388"/>
                    </a:lnTo>
                    <a:lnTo>
                      <a:pt x="537" y="386"/>
                    </a:lnTo>
                    <a:lnTo>
                      <a:pt x="535" y="383"/>
                    </a:lnTo>
                    <a:lnTo>
                      <a:pt x="535" y="380"/>
                    </a:lnTo>
                    <a:lnTo>
                      <a:pt x="538" y="379"/>
                    </a:lnTo>
                    <a:lnTo>
                      <a:pt x="541" y="378"/>
                    </a:lnTo>
                    <a:lnTo>
                      <a:pt x="543" y="377"/>
                    </a:lnTo>
                    <a:lnTo>
                      <a:pt x="546" y="377"/>
                    </a:lnTo>
                    <a:lnTo>
                      <a:pt x="549" y="376"/>
                    </a:lnTo>
                    <a:lnTo>
                      <a:pt x="552" y="376"/>
                    </a:lnTo>
                    <a:lnTo>
                      <a:pt x="554" y="376"/>
                    </a:lnTo>
                    <a:lnTo>
                      <a:pt x="556" y="375"/>
                    </a:lnTo>
                    <a:lnTo>
                      <a:pt x="557" y="372"/>
                    </a:lnTo>
                    <a:lnTo>
                      <a:pt x="560" y="369"/>
                    </a:lnTo>
                    <a:lnTo>
                      <a:pt x="563" y="368"/>
                    </a:lnTo>
                    <a:lnTo>
                      <a:pt x="566" y="370"/>
                    </a:lnTo>
                    <a:lnTo>
                      <a:pt x="570" y="371"/>
                    </a:lnTo>
                    <a:lnTo>
                      <a:pt x="573" y="372"/>
                    </a:lnTo>
                    <a:lnTo>
                      <a:pt x="576" y="372"/>
                    </a:lnTo>
                    <a:lnTo>
                      <a:pt x="580" y="371"/>
                    </a:lnTo>
                    <a:lnTo>
                      <a:pt x="583" y="372"/>
                    </a:lnTo>
                    <a:lnTo>
                      <a:pt x="586" y="374"/>
                    </a:lnTo>
                    <a:lnTo>
                      <a:pt x="587" y="377"/>
                    </a:lnTo>
                    <a:lnTo>
                      <a:pt x="588" y="379"/>
                    </a:lnTo>
                    <a:lnTo>
                      <a:pt x="590" y="380"/>
                    </a:lnTo>
                    <a:lnTo>
                      <a:pt x="593" y="382"/>
                    </a:lnTo>
                    <a:lnTo>
                      <a:pt x="595" y="383"/>
                    </a:lnTo>
                    <a:lnTo>
                      <a:pt x="596" y="385"/>
                    </a:lnTo>
                    <a:lnTo>
                      <a:pt x="599" y="386"/>
                    </a:lnTo>
                    <a:lnTo>
                      <a:pt x="602" y="388"/>
                    </a:lnTo>
                    <a:lnTo>
                      <a:pt x="606" y="389"/>
                    </a:lnTo>
                    <a:lnTo>
                      <a:pt x="608" y="392"/>
                    </a:lnTo>
                    <a:close/>
                  </a:path>
                </a:pathLst>
              </a:custGeom>
              <a:solidFill>
                <a:srgbClr val="0072B2">
                  <a:alpha val="10800"/>
                </a:srgbClr>
              </a:solidFill>
              <a:ln>
                <a:noFill/>
              </a:ln>
            </p:spPr>
            <p:txBody>
              <a:bodyPr anchor="ctr"/>
              <a:lstStyle/>
              <a:p>
                <a:pPr algn="ctr">
                  <a:buNone/>
                </a:pPr>
              </a:p>
            </p:txBody>
          </p:sp>
          <p:sp>
            <p:nvSpPr>
              <p:cNvPr id="7531" name="addition:spatial:20">
                <a:extLst>
                  <a:ext uri="{FF2B5EF4-FFF2-40B4-BE49-F238E27FC236}">
                    <ns2:creationId id="{DC5CEC48-30A7-42CB-B31B-19D59AEC788D}"/>
                  </a:ext>
                </a:extLst>
              </p:cNvPr>
              <p:cNvSpPr>
                <a:spLocks noGrp="1"/>
              </p:cNvSpPr>
              <p:nvPr/>
            </p:nvSpPr>
            <p:spPr>
              <a:xfrm>
                <a:off x="5648325" y="1666875"/>
                <a:ext cx="737189" cy="729097"/>
              </a:xfrm>
              <a:custGeom>
                <a:rect l="l" t="t" r="r" b="b"/>
                <a:pathLst>
                  <a:path w="556" h="431">
                    <a:moveTo>
                      <a:pt x="0" y="0"/>
                    </a:moveTo>
                    <a:moveTo>
                      <a:pt x="554" y="407"/>
                    </a:moveTo>
                    <a:lnTo>
                      <a:pt x="556" y="410"/>
                    </a:lnTo>
                    <a:lnTo>
                      <a:pt x="555" y="411"/>
                    </a:lnTo>
                    <a:lnTo>
                      <a:pt x="552" y="413"/>
                    </a:lnTo>
                    <a:lnTo>
                      <a:pt x="549" y="414"/>
                    </a:lnTo>
                    <a:lnTo>
                      <a:pt x="548" y="416"/>
                    </a:lnTo>
                    <a:lnTo>
                      <a:pt x="548" y="417"/>
                    </a:lnTo>
                    <a:lnTo>
                      <a:pt x="547" y="419"/>
                    </a:lnTo>
                    <a:lnTo>
                      <a:pt x="545" y="420"/>
                    </a:lnTo>
                    <a:lnTo>
                      <a:pt x="542" y="421"/>
                    </a:lnTo>
                    <a:lnTo>
                      <a:pt x="540" y="422"/>
                    </a:lnTo>
                    <a:lnTo>
                      <a:pt x="538" y="423"/>
                    </a:lnTo>
                    <a:lnTo>
                      <a:pt x="536" y="424"/>
                    </a:lnTo>
                    <a:lnTo>
                      <a:pt x="534" y="425"/>
                    </a:lnTo>
                    <a:lnTo>
                      <a:pt x="531" y="426"/>
                    </a:lnTo>
                    <a:lnTo>
                      <a:pt x="528" y="426"/>
                    </a:lnTo>
                    <a:lnTo>
                      <a:pt x="526" y="428"/>
                    </a:lnTo>
                    <a:lnTo>
                      <a:pt x="523" y="430"/>
                    </a:lnTo>
                    <a:lnTo>
                      <a:pt x="519" y="431"/>
                    </a:lnTo>
                    <a:lnTo>
                      <a:pt x="516" y="429"/>
                    </a:lnTo>
                    <a:lnTo>
                      <a:pt x="514" y="427"/>
                    </a:lnTo>
                    <a:lnTo>
                      <a:pt x="512" y="424"/>
                    </a:lnTo>
                    <a:lnTo>
                      <a:pt x="511" y="422"/>
                    </a:lnTo>
                    <a:lnTo>
                      <a:pt x="508" y="422"/>
                    </a:lnTo>
                    <a:lnTo>
                      <a:pt x="505" y="423"/>
                    </a:lnTo>
                    <a:lnTo>
                      <a:pt x="503" y="422"/>
                    </a:lnTo>
                    <a:lnTo>
                      <a:pt x="500" y="422"/>
                    </a:lnTo>
                    <a:lnTo>
                      <a:pt x="499" y="420"/>
                    </a:lnTo>
                    <a:lnTo>
                      <a:pt x="497" y="419"/>
                    </a:lnTo>
                    <a:lnTo>
                      <a:pt x="495" y="418"/>
                    </a:lnTo>
                    <a:lnTo>
                      <a:pt x="493" y="417"/>
                    </a:lnTo>
                    <a:lnTo>
                      <a:pt x="494" y="415"/>
                    </a:lnTo>
                    <a:lnTo>
                      <a:pt x="495" y="413"/>
                    </a:lnTo>
                    <a:lnTo>
                      <a:pt x="495" y="411"/>
                    </a:lnTo>
                    <a:lnTo>
                      <a:pt x="494" y="409"/>
                    </a:lnTo>
                    <a:lnTo>
                      <a:pt x="493" y="407"/>
                    </a:lnTo>
                    <a:lnTo>
                      <a:pt x="494" y="406"/>
                    </a:lnTo>
                    <a:lnTo>
                      <a:pt x="497" y="404"/>
                    </a:lnTo>
                    <a:lnTo>
                      <a:pt x="500" y="403"/>
                    </a:lnTo>
                    <a:lnTo>
                      <a:pt x="502" y="402"/>
                    </a:lnTo>
                    <a:lnTo>
                      <a:pt x="502" y="400"/>
                    </a:lnTo>
                    <a:lnTo>
                      <a:pt x="501" y="398"/>
                    </a:lnTo>
                    <a:lnTo>
                      <a:pt x="500" y="395"/>
                    </a:lnTo>
                    <a:lnTo>
                      <a:pt x="500" y="393"/>
                    </a:lnTo>
                    <a:lnTo>
                      <a:pt x="502" y="392"/>
                    </a:lnTo>
                    <a:lnTo>
                      <a:pt x="505" y="391"/>
                    </a:lnTo>
                    <a:lnTo>
                      <a:pt x="507" y="390"/>
                    </a:lnTo>
                    <a:lnTo>
                      <a:pt x="509" y="389"/>
                    </a:lnTo>
                    <a:lnTo>
                      <a:pt x="512" y="390"/>
                    </a:lnTo>
                    <a:lnTo>
                      <a:pt x="515" y="391"/>
                    </a:lnTo>
                    <a:lnTo>
                      <a:pt x="517" y="391"/>
                    </a:lnTo>
                    <a:lnTo>
                      <a:pt x="518" y="390"/>
                    </a:lnTo>
                    <a:lnTo>
                      <a:pt x="520" y="389"/>
                    </a:lnTo>
                    <a:lnTo>
                      <a:pt x="522" y="387"/>
                    </a:lnTo>
                    <a:lnTo>
                      <a:pt x="525" y="387"/>
                    </a:lnTo>
                    <a:lnTo>
                      <a:pt x="527" y="388"/>
                    </a:lnTo>
                    <a:lnTo>
                      <a:pt x="528" y="390"/>
                    </a:lnTo>
                    <a:lnTo>
                      <a:pt x="531" y="390"/>
                    </a:lnTo>
                    <a:lnTo>
                      <a:pt x="534" y="390"/>
                    </a:lnTo>
                    <a:lnTo>
                      <a:pt x="537" y="389"/>
                    </a:lnTo>
                    <a:lnTo>
                      <a:pt x="540" y="390"/>
                    </a:lnTo>
                    <a:lnTo>
                      <a:pt x="541" y="392"/>
                    </a:lnTo>
                    <a:lnTo>
                      <a:pt x="542" y="394"/>
                    </a:lnTo>
                    <a:lnTo>
                      <a:pt x="542" y="396"/>
                    </a:lnTo>
                    <a:lnTo>
                      <a:pt x="543" y="398"/>
                    </a:lnTo>
                    <a:lnTo>
                      <a:pt x="544" y="400"/>
                    </a:lnTo>
                    <a:lnTo>
                      <a:pt x="544" y="401"/>
                    </a:lnTo>
                    <a:lnTo>
                      <a:pt x="545" y="403"/>
                    </a:lnTo>
                    <a:lnTo>
                      <a:pt x="547" y="404"/>
                    </a:lnTo>
                    <a:lnTo>
                      <a:pt x="550" y="406"/>
                    </a:lnTo>
                    <a:close/>
                  </a:path>
                </a:pathLst>
              </a:custGeom>
              <a:solidFill>
                <a:srgbClr val="0072B2">
                  <a:alpha val="10800"/>
                </a:srgbClr>
              </a:solidFill>
              <a:ln>
                <a:noFill/>
              </a:ln>
            </p:spPr>
            <p:txBody>
              <a:bodyPr anchor="ctr"/>
              <a:lstStyle/>
              <a:p>
                <a:pPr algn="ctr">
                  <a:buNone/>
                </a:pPr>
              </a:p>
            </p:txBody>
          </p:sp>
          <p:sp>
            <p:nvSpPr>
              <p:cNvPr id="7532" name="addition:spatial:21">
                <a:extLst>
                  <a:ext uri="{FF2B5EF4-FFF2-40B4-BE49-F238E27FC236}">
                    <ns2:creationId id="{B0A2CA2D-0DF1-4BA3-8FCA-0E6832735F36}"/>
                  </a:ext>
                </a:extLst>
              </p:cNvPr>
              <p:cNvSpPr>
                <a:spLocks noGrp="1"/>
              </p:cNvSpPr>
              <p:nvPr/>
            </p:nvSpPr>
            <p:spPr>
              <a:xfrm>
                <a:off x="5648325" y="1666875"/>
                <a:ext cx="1360353" cy="1080958"/>
              </a:xfrm>
              <a:custGeom>
                <a:rect l="l" t="t" r="r" b="b"/>
                <a:pathLst>
                  <a:path w="1026" h="639">
                    <a:moveTo>
                      <a:pt x="0" y="0"/>
                    </a:moveTo>
                    <a:moveTo>
                      <a:pt x="1004" y="555"/>
                    </a:moveTo>
                    <a:lnTo>
                      <a:pt x="1010" y="562"/>
                    </a:lnTo>
                    <a:lnTo>
                      <a:pt x="1019" y="570"/>
                    </a:lnTo>
                    <a:lnTo>
                      <a:pt x="1026" y="580"/>
                    </a:lnTo>
                    <a:lnTo>
                      <a:pt x="1023" y="587"/>
                    </a:lnTo>
                    <a:lnTo>
                      <a:pt x="1009" y="592"/>
                    </a:lnTo>
                    <a:lnTo>
                      <a:pt x="991" y="593"/>
                    </a:lnTo>
                    <a:lnTo>
                      <a:pt x="978" y="594"/>
                    </a:lnTo>
                    <a:lnTo>
                      <a:pt x="972" y="599"/>
                    </a:lnTo>
                    <a:lnTo>
                      <a:pt x="970" y="606"/>
                    </a:lnTo>
                    <a:lnTo>
                      <a:pt x="966" y="614"/>
                    </a:lnTo>
                    <a:lnTo>
                      <a:pt x="958" y="619"/>
                    </a:lnTo>
                    <a:lnTo>
                      <a:pt x="950" y="624"/>
                    </a:lnTo>
                    <a:lnTo>
                      <a:pt x="941" y="629"/>
                    </a:lnTo>
                    <a:lnTo>
                      <a:pt x="931" y="635"/>
                    </a:lnTo>
                    <a:lnTo>
                      <a:pt x="920" y="639"/>
                    </a:lnTo>
                    <a:lnTo>
                      <a:pt x="908" y="639"/>
                    </a:lnTo>
                    <a:lnTo>
                      <a:pt x="896" y="635"/>
                    </a:lnTo>
                    <a:lnTo>
                      <a:pt x="885" y="632"/>
                    </a:lnTo>
                    <a:lnTo>
                      <a:pt x="874" y="632"/>
                    </a:lnTo>
                    <a:lnTo>
                      <a:pt x="862" y="635"/>
                    </a:lnTo>
                    <a:lnTo>
                      <a:pt x="851" y="634"/>
                    </a:lnTo>
                    <a:lnTo>
                      <a:pt x="843" y="628"/>
                    </a:lnTo>
                    <a:lnTo>
                      <a:pt x="840" y="618"/>
                    </a:lnTo>
                    <a:lnTo>
                      <a:pt x="837" y="610"/>
                    </a:lnTo>
                    <a:lnTo>
                      <a:pt x="830" y="607"/>
                    </a:lnTo>
                    <a:lnTo>
                      <a:pt x="818" y="608"/>
                    </a:lnTo>
                    <a:lnTo>
                      <a:pt x="804" y="608"/>
                    </a:lnTo>
                    <a:lnTo>
                      <a:pt x="793" y="606"/>
                    </a:lnTo>
                    <a:lnTo>
                      <a:pt x="787" y="600"/>
                    </a:lnTo>
                    <a:lnTo>
                      <a:pt x="784" y="593"/>
                    </a:lnTo>
                    <a:lnTo>
                      <a:pt x="782" y="585"/>
                    </a:lnTo>
                    <a:lnTo>
                      <a:pt x="781" y="578"/>
                    </a:lnTo>
                    <a:lnTo>
                      <a:pt x="786" y="570"/>
                    </a:lnTo>
                    <a:lnTo>
                      <a:pt x="796" y="562"/>
                    </a:lnTo>
                    <a:lnTo>
                      <a:pt x="805" y="555"/>
                    </a:lnTo>
                    <a:lnTo>
                      <a:pt x="808" y="549"/>
                    </a:lnTo>
                    <a:lnTo>
                      <a:pt x="804" y="542"/>
                    </a:lnTo>
                    <a:lnTo>
                      <a:pt x="797" y="534"/>
                    </a:lnTo>
                    <a:lnTo>
                      <a:pt x="797" y="526"/>
                    </a:lnTo>
                    <a:lnTo>
                      <a:pt x="804" y="520"/>
                    </a:lnTo>
                    <a:lnTo>
                      <a:pt x="814" y="516"/>
                    </a:lnTo>
                    <a:lnTo>
                      <a:pt x="820" y="511"/>
                    </a:lnTo>
                    <a:lnTo>
                      <a:pt x="821" y="503"/>
                    </a:lnTo>
                    <a:lnTo>
                      <a:pt x="821" y="494"/>
                    </a:lnTo>
                    <a:lnTo>
                      <a:pt x="825" y="486"/>
                    </a:lnTo>
                    <a:lnTo>
                      <a:pt x="834" y="483"/>
                    </a:lnTo>
                    <a:lnTo>
                      <a:pt x="844" y="482"/>
                    </a:lnTo>
                    <a:lnTo>
                      <a:pt x="854" y="483"/>
                    </a:lnTo>
                    <a:lnTo>
                      <a:pt x="863" y="482"/>
                    </a:lnTo>
                    <a:lnTo>
                      <a:pt x="871" y="483"/>
                    </a:lnTo>
                    <a:lnTo>
                      <a:pt x="879" y="485"/>
                    </a:lnTo>
                    <a:lnTo>
                      <a:pt x="887" y="489"/>
                    </a:lnTo>
                    <a:lnTo>
                      <a:pt x="894" y="488"/>
                    </a:lnTo>
                    <a:lnTo>
                      <a:pt x="902" y="482"/>
                    </a:lnTo>
                    <a:lnTo>
                      <a:pt x="913" y="473"/>
                    </a:lnTo>
                    <a:lnTo>
                      <a:pt x="926" y="468"/>
                    </a:lnTo>
                    <a:lnTo>
                      <a:pt x="936" y="471"/>
                    </a:lnTo>
                    <a:lnTo>
                      <a:pt x="942" y="480"/>
                    </a:lnTo>
                    <a:lnTo>
                      <a:pt x="946" y="489"/>
                    </a:lnTo>
                    <a:lnTo>
                      <a:pt x="952" y="496"/>
                    </a:lnTo>
                    <a:lnTo>
                      <a:pt x="962" y="499"/>
                    </a:lnTo>
                    <a:lnTo>
                      <a:pt x="971" y="503"/>
                    </a:lnTo>
                    <a:lnTo>
                      <a:pt x="977" y="509"/>
                    </a:lnTo>
                    <a:lnTo>
                      <a:pt x="980" y="517"/>
                    </a:lnTo>
                    <a:lnTo>
                      <a:pt x="983" y="523"/>
                    </a:lnTo>
                    <a:lnTo>
                      <a:pt x="989" y="529"/>
                    </a:lnTo>
                    <a:lnTo>
                      <a:pt x="996" y="535"/>
                    </a:lnTo>
                    <a:lnTo>
                      <a:pt x="1001" y="541"/>
                    </a:lnTo>
                    <a:lnTo>
                      <a:pt x="1003" y="548"/>
                    </a:lnTo>
                    <a:close/>
                  </a:path>
                </a:pathLst>
              </a:custGeom>
              <a:solidFill>
                <a:srgbClr val="F5DAC5">
                  <a:alpha val="12900"/>
                </a:srgbClr>
              </a:solidFill>
              <a:ln>
                <a:noFill/>
              </a:ln>
            </p:spPr>
            <p:txBody>
              <a:bodyPr anchor="ctr"/>
              <a:lstStyle/>
              <a:p>
                <a:pPr algn="ctr">
                  <a:buNone/>
                </a:pPr>
              </a:p>
            </p:txBody>
          </p:sp>
          <p:sp>
            <p:nvSpPr>
              <p:cNvPr id="7533" name="addition:spatial:22">
                <a:extLst>
                  <a:ext uri="{FF2B5EF4-FFF2-40B4-BE49-F238E27FC236}">
                    <ns2:creationId id="{453B1DC6-88B7-4F3E-96B3-5BB951C9E267}"/>
                  </a:ext>
                </a:extLst>
              </p:cNvPr>
              <p:cNvSpPr>
                <a:spLocks noGrp="1"/>
              </p:cNvSpPr>
              <p:nvPr/>
            </p:nvSpPr>
            <p:spPr>
              <a:xfrm>
                <a:off x="5648325" y="1666875"/>
                <a:ext cx="1312621" cy="1074191"/>
              </a:xfrm>
              <a:custGeom>
                <a:rect l="l" t="t" r="r" b="b"/>
                <a:pathLst>
                  <a:path w="990" h="635">
                    <a:moveTo>
                      <a:pt x="0" y="0"/>
                    </a:moveTo>
                    <a:moveTo>
                      <a:pt x="983" y="560"/>
                    </a:moveTo>
                    <a:lnTo>
                      <a:pt x="986" y="566"/>
                    </a:lnTo>
                    <a:lnTo>
                      <a:pt x="990" y="573"/>
                    </a:lnTo>
                    <a:lnTo>
                      <a:pt x="989" y="579"/>
                    </a:lnTo>
                    <a:lnTo>
                      <a:pt x="984" y="585"/>
                    </a:lnTo>
                    <a:lnTo>
                      <a:pt x="977" y="589"/>
                    </a:lnTo>
                    <a:lnTo>
                      <a:pt x="973" y="594"/>
                    </a:lnTo>
                    <a:lnTo>
                      <a:pt x="971" y="600"/>
                    </a:lnTo>
                    <a:lnTo>
                      <a:pt x="969" y="606"/>
                    </a:lnTo>
                    <a:lnTo>
                      <a:pt x="961" y="610"/>
                    </a:lnTo>
                    <a:lnTo>
                      <a:pt x="950" y="610"/>
                    </a:lnTo>
                    <a:lnTo>
                      <a:pt x="938" y="608"/>
                    </a:lnTo>
                    <a:lnTo>
                      <a:pt x="930" y="609"/>
                    </a:lnTo>
                    <a:lnTo>
                      <a:pt x="926" y="615"/>
                    </a:lnTo>
                    <a:lnTo>
                      <a:pt x="921" y="624"/>
                    </a:lnTo>
                    <a:lnTo>
                      <a:pt x="913" y="632"/>
                    </a:lnTo>
                    <a:lnTo>
                      <a:pt x="904" y="635"/>
                    </a:lnTo>
                    <a:lnTo>
                      <a:pt x="893" y="635"/>
                    </a:lnTo>
                    <a:lnTo>
                      <a:pt x="882" y="633"/>
                    </a:lnTo>
                    <a:lnTo>
                      <a:pt x="872" y="631"/>
                    </a:lnTo>
                    <a:lnTo>
                      <a:pt x="863" y="628"/>
                    </a:lnTo>
                    <a:lnTo>
                      <a:pt x="855" y="622"/>
                    </a:lnTo>
                    <a:lnTo>
                      <a:pt x="850" y="615"/>
                    </a:lnTo>
                    <a:lnTo>
                      <a:pt x="844" y="610"/>
                    </a:lnTo>
                    <a:lnTo>
                      <a:pt x="836" y="610"/>
                    </a:lnTo>
                    <a:lnTo>
                      <a:pt x="824" y="611"/>
                    </a:lnTo>
                    <a:lnTo>
                      <a:pt x="814" y="611"/>
                    </a:lnTo>
                    <a:lnTo>
                      <a:pt x="808" y="606"/>
                    </a:lnTo>
                    <a:lnTo>
                      <a:pt x="807" y="599"/>
                    </a:lnTo>
                    <a:lnTo>
                      <a:pt x="806" y="593"/>
                    </a:lnTo>
                    <a:lnTo>
                      <a:pt x="801" y="588"/>
                    </a:lnTo>
                    <a:lnTo>
                      <a:pt x="792" y="585"/>
                    </a:lnTo>
                    <a:lnTo>
                      <a:pt x="784" y="580"/>
                    </a:lnTo>
                    <a:lnTo>
                      <a:pt x="783" y="573"/>
                    </a:lnTo>
                    <a:lnTo>
                      <a:pt x="788" y="566"/>
                    </a:lnTo>
                    <a:lnTo>
                      <a:pt x="795" y="560"/>
                    </a:lnTo>
                    <a:lnTo>
                      <a:pt x="801" y="554"/>
                    </a:lnTo>
                    <a:lnTo>
                      <a:pt x="806" y="549"/>
                    </a:lnTo>
                    <a:lnTo>
                      <a:pt x="811" y="544"/>
                    </a:lnTo>
                    <a:lnTo>
                      <a:pt x="817" y="539"/>
                    </a:lnTo>
                    <a:lnTo>
                      <a:pt x="822" y="535"/>
                    </a:lnTo>
                    <a:lnTo>
                      <a:pt x="822" y="529"/>
                    </a:lnTo>
                    <a:lnTo>
                      <a:pt x="818" y="520"/>
                    </a:lnTo>
                    <a:lnTo>
                      <a:pt x="816" y="510"/>
                    </a:lnTo>
                    <a:lnTo>
                      <a:pt x="820" y="503"/>
                    </a:lnTo>
                    <a:lnTo>
                      <a:pt x="830" y="501"/>
                    </a:lnTo>
                    <a:lnTo>
                      <a:pt x="842" y="503"/>
                    </a:lnTo>
                    <a:lnTo>
                      <a:pt x="852" y="503"/>
                    </a:lnTo>
                    <a:lnTo>
                      <a:pt x="858" y="501"/>
                    </a:lnTo>
                    <a:lnTo>
                      <a:pt x="863" y="497"/>
                    </a:lnTo>
                    <a:lnTo>
                      <a:pt x="870" y="494"/>
                    </a:lnTo>
                    <a:lnTo>
                      <a:pt x="877" y="495"/>
                    </a:lnTo>
                    <a:lnTo>
                      <a:pt x="884" y="497"/>
                    </a:lnTo>
                    <a:lnTo>
                      <a:pt x="891" y="499"/>
                    </a:lnTo>
                    <a:lnTo>
                      <a:pt x="897" y="498"/>
                    </a:lnTo>
                    <a:lnTo>
                      <a:pt x="904" y="496"/>
                    </a:lnTo>
                    <a:lnTo>
                      <a:pt x="912" y="497"/>
                    </a:lnTo>
                    <a:lnTo>
                      <a:pt x="918" y="499"/>
                    </a:lnTo>
                    <a:lnTo>
                      <a:pt x="926" y="501"/>
                    </a:lnTo>
                    <a:lnTo>
                      <a:pt x="936" y="500"/>
                    </a:lnTo>
                    <a:lnTo>
                      <a:pt x="947" y="500"/>
                    </a:lnTo>
                    <a:lnTo>
                      <a:pt x="956" y="503"/>
                    </a:lnTo>
                    <a:lnTo>
                      <a:pt x="958" y="511"/>
                    </a:lnTo>
                    <a:lnTo>
                      <a:pt x="955" y="521"/>
                    </a:lnTo>
                    <a:lnTo>
                      <a:pt x="950" y="530"/>
                    </a:lnTo>
                    <a:lnTo>
                      <a:pt x="952" y="536"/>
                    </a:lnTo>
                    <a:lnTo>
                      <a:pt x="959" y="539"/>
                    </a:lnTo>
                    <a:lnTo>
                      <a:pt x="969" y="543"/>
                    </a:lnTo>
                    <a:lnTo>
                      <a:pt x="976" y="548"/>
                    </a:lnTo>
                    <a:lnTo>
                      <a:pt x="980" y="554"/>
                    </a:lnTo>
                    <a:close/>
                  </a:path>
                </a:pathLst>
              </a:custGeom>
              <a:solidFill>
                <a:srgbClr val="ECB78D">
                  <a:alpha val="12900"/>
                </a:srgbClr>
              </a:solidFill>
              <a:ln>
                <a:noFill/>
              </a:ln>
            </p:spPr>
            <p:txBody>
              <a:bodyPr anchor="ctr"/>
              <a:lstStyle/>
              <a:p>
                <a:pPr algn="ctr">
                  <a:buNone/>
                </a:pPr>
              </a:p>
            </p:txBody>
          </p:sp>
          <p:sp>
            <p:nvSpPr>
              <p:cNvPr id="7534" name="addition:spatial:23">
                <a:extLst>
                  <a:ext uri="{FF2B5EF4-FFF2-40B4-BE49-F238E27FC236}">
                    <ns2:creationId id="{BB1883EA-C2D2-4882-8ABC-4B3E392859C0}"/>
                  </a:ext>
                </a:extLst>
              </p:cNvPr>
              <p:cNvSpPr>
                <a:spLocks noGrp="1"/>
              </p:cNvSpPr>
              <p:nvPr/>
            </p:nvSpPr>
            <p:spPr>
              <a:xfrm>
                <a:off x="5648325" y="1666875"/>
                <a:ext cx="1282126" cy="1058967"/>
              </a:xfrm>
              <a:custGeom>
                <a:rect l="l" t="t" r="r" b="b"/>
                <a:pathLst>
                  <a:path w="967" h="626">
                    <a:moveTo>
                      <a:pt x="0" y="0"/>
                    </a:moveTo>
                    <a:moveTo>
                      <a:pt x="957" y="565"/>
                    </a:moveTo>
                    <a:lnTo>
                      <a:pt x="960" y="570"/>
                    </a:lnTo>
                    <a:lnTo>
                      <a:pt x="958" y="576"/>
                    </a:lnTo>
                    <a:lnTo>
                      <a:pt x="951" y="580"/>
                    </a:lnTo>
                    <a:lnTo>
                      <a:pt x="943" y="583"/>
                    </a:lnTo>
                    <a:lnTo>
                      <a:pt x="938" y="587"/>
                    </a:lnTo>
                    <a:lnTo>
                      <a:pt x="939" y="593"/>
                    </a:lnTo>
                    <a:lnTo>
                      <a:pt x="941" y="600"/>
                    </a:lnTo>
                    <a:lnTo>
                      <a:pt x="940" y="606"/>
                    </a:lnTo>
                    <a:lnTo>
                      <a:pt x="936" y="611"/>
                    </a:lnTo>
                    <a:lnTo>
                      <a:pt x="931" y="615"/>
                    </a:lnTo>
                    <a:lnTo>
                      <a:pt x="925" y="618"/>
                    </a:lnTo>
                    <a:lnTo>
                      <a:pt x="919" y="621"/>
                    </a:lnTo>
                    <a:lnTo>
                      <a:pt x="911" y="621"/>
                    </a:lnTo>
                    <a:lnTo>
                      <a:pt x="903" y="618"/>
                    </a:lnTo>
                    <a:lnTo>
                      <a:pt x="896" y="614"/>
                    </a:lnTo>
                    <a:lnTo>
                      <a:pt x="890" y="612"/>
                    </a:lnTo>
                    <a:lnTo>
                      <a:pt x="886" y="615"/>
                    </a:lnTo>
                    <a:lnTo>
                      <a:pt x="880" y="622"/>
                    </a:lnTo>
                    <a:lnTo>
                      <a:pt x="873" y="626"/>
                    </a:lnTo>
                    <a:lnTo>
                      <a:pt x="866" y="626"/>
                    </a:lnTo>
                    <a:lnTo>
                      <a:pt x="860" y="623"/>
                    </a:lnTo>
                    <a:lnTo>
                      <a:pt x="855" y="619"/>
                    </a:lnTo>
                    <a:lnTo>
                      <a:pt x="849" y="617"/>
                    </a:lnTo>
                    <a:lnTo>
                      <a:pt x="841" y="616"/>
                    </a:lnTo>
                    <a:lnTo>
                      <a:pt x="833" y="614"/>
                    </a:lnTo>
                    <a:lnTo>
                      <a:pt x="828" y="610"/>
                    </a:lnTo>
                    <a:lnTo>
                      <a:pt x="825" y="604"/>
                    </a:lnTo>
                    <a:lnTo>
                      <a:pt x="822" y="599"/>
                    </a:lnTo>
                    <a:lnTo>
                      <a:pt x="818" y="594"/>
                    </a:lnTo>
                    <a:lnTo>
                      <a:pt x="814" y="589"/>
                    </a:lnTo>
                    <a:lnTo>
                      <a:pt x="813" y="584"/>
                    </a:lnTo>
                    <a:lnTo>
                      <a:pt x="814" y="579"/>
                    </a:lnTo>
                    <a:lnTo>
                      <a:pt x="813" y="574"/>
                    </a:lnTo>
                    <a:lnTo>
                      <a:pt x="807" y="570"/>
                    </a:lnTo>
                    <a:lnTo>
                      <a:pt x="796" y="565"/>
                    </a:lnTo>
                    <a:lnTo>
                      <a:pt x="785" y="559"/>
                    </a:lnTo>
                    <a:lnTo>
                      <a:pt x="782" y="553"/>
                    </a:lnTo>
                    <a:lnTo>
                      <a:pt x="787" y="547"/>
                    </a:lnTo>
                    <a:lnTo>
                      <a:pt x="797" y="544"/>
                    </a:lnTo>
                    <a:lnTo>
                      <a:pt x="805" y="541"/>
                    </a:lnTo>
                    <a:lnTo>
                      <a:pt x="809" y="537"/>
                    </a:lnTo>
                    <a:lnTo>
                      <a:pt x="812" y="532"/>
                    </a:lnTo>
                    <a:lnTo>
                      <a:pt x="817" y="529"/>
                    </a:lnTo>
                    <a:lnTo>
                      <a:pt x="823" y="526"/>
                    </a:lnTo>
                    <a:lnTo>
                      <a:pt x="829" y="523"/>
                    </a:lnTo>
                    <a:lnTo>
                      <a:pt x="834" y="519"/>
                    </a:lnTo>
                    <a:lnTo>
                      <a:pt x="839" y="514"/>
                    </a:lnTo>
                    <a:lnTo>
                      <a:pt x="845" y="510"/>
                    </a:lnTo>
                    <a:lnTo>
                      <a:pt x="854" y="508"/>
                    </a:lnTo>
                    <a:lnTo>
                      <a:pt x="863" y="509"/>
                    </a:lnTo>
                    <a:lnTo>
                      <a:pt x="871" y="508"/>
                    </a:lnTo>
                    <a:lnTo>
                      <a:pt x="879" y="504"/>
                    </a:lnTo>
                    <a:lnTo>
                      <a:pt x="888" y="500"/>
                    </a:lnTo>
                    <a:lnTo>
                      <a:pt x="897" y="498"/>
                    </a:lnTo>
                    <a:lnTo>
                      <a:pt x="905" y="503"/>
                    </a:lnTo>
                    <a:lnTo>
                      <a:pt x="911" y="511"/>
                    </a:lnTo>
                    <a:lnTo>
                      <a:pt x="914" y="518"/>
                    </a:lnTo>
                    <a:lnTo>
                      <a:pt x="919" y="522"/>
                    </a:lnTo>
                    <a:lnTo>
                      <a:pt x="926" y="523"/>
                    </a:lnTo>
                    <a:lnTo>
                      <a:pt x="934" y="523"/>
                    </a:lnTo>
                    <a:lnTo>
                      <a:pt x="941" y="524"/>
                    </a:lnTo>
                    <a:lnTo>
                      <a:pt x="948" y="527"/>
                    </a:lnTo>
                    <a:lnTo>
                      <a:pt x="954" y="529"/>
                    </a:lnTo>
                    <a:lnTo>
                      <a:pt x="961" y="532"/>
                    </a:lnTo>
                    <a:lnTo>
                      <a:pt x="967" y="536"/>
                    </a:lnTo>
                    <a:lnTo>
                      <a:pt x="967" y="542"/>
                    </a:lnTo>
                    <a:lnTo>
                      <a:pt x="962" y="549"/>
                    </a:lnTo>
                    <a:lnTo>
                      <a:pt x="956" y="555"/>
                    </a:lnTo>
                    <a:lnTo>
                      <a:pt x="954" y="560"/>
                    </a:lnTo>
                    <a:close/>
                  </a:path>
                </a:pathLst>
              </a:custGeom>
              <a:solidFill>
                <a:srgbClr val="E18B48">
                  <a:alpha val="10500"/>
                </a:srgbClr>
              </a:solidFill>
              <a:ln>
                <a:noFill/>
              </a:ln>
            </p:spPr>
            <p:txBody>
              <a:bodyPr anchor="ctr"/>
              <a:lstStyle/>
              <a:p>
                <a:pPr algn="ctr">
                  <a:buNone/>
                </a:pPr>
              </a:p>
            </p:txBody>
          </p:sp>
          <p:sp>
            <p:nvSpPr>
              <p:cNvPr id="7535" name="addition:spatial:24">
                <a:extLst>
                  <a:ext uri="{FF2B5EF4-FFF2-40B4-BE49-F238E27FC236}">
                    <ns2:creationId id="{C28BBD9E-8137-4687-AB5B-1B7D53389894}"/>
                  </a:ext>
                </a:extLst>
              </p:cNvPr>
              <p:cNvSpPr>
                <a:spLocks noGrp="1"/>
              </p:cNvSpPr>
              <p:nvPr/>
            </p:nvSpPr>
            <p:spPr>
              <a:xfrm>
                <a:off x="5648325" y="1666875"/>
                <a:ext cx="1169426" cy="967618"/>
              </a:xfrm>
              <a:custGeom>
                <a:rect l="l" t="t" r="r" b="b"/>
                <a:pathLst>
                  <a:path w="882" h="572">
                    <a:moveTo>
                      <a:pt x="0" y="0"/>
                    </a:moveTo>
                    <a:moveTo>
                      <a:pt x="875" y="546"/>
                    </a:moveTo>
                    <a:lnTo>
                      <a:pt x="873" y="548"/>
                    </a:lnTo>
                    <a:lnTo>
                      <a:pt x="874" y="549"/>
                    </a:lnTo>
                    <a:lnTo>
                      <a:pt x="877" y="552"/>
                    </a:lnTo>
                    <a:lnTo>
                      <a:pt x="880" y="555"/>
                    </a:lnTo>
                    <a:lnTo>
                      <a:pt x="880" y="558"/>
                    </a:lnTo>
                    <a:lnTo>
                      <a:pt x="878" y="560"/>
                    </a:lnTo>
                    <a:lnTo>
                      <a:pt x="876" y="561"/>
                    </a:lnTo>
                    <a:lnTo>
                      <a:pt x="874" y="562"/>
                    </a:lnTo>
                    <a:lnTo>
                      <a:pt x="872" y="564"/>
                    </a:lnTo>
                    <a:lnTo>
                      <a:pt x="870" y="566"/>
                    </a:lnTo>
                    <a:lnTo>
                      <a:pt x="867" y="566"/>
                    </a:lnTo>
                    <a:lnTo>
                      <a:pt x="864" y="566"/>
                    </a:lnTo>
                    <a:lnTo>
                      <a:pt x="862" y="567"/>
                    </a:lnTo>
                    <a:lnTo>
                      <a:pt x="860" y="568"/>
                    </a:lnTo>
                    <a:lnTo>
                      <a:pt x="858" y="569"/>
                    </a:lnTo>
                    <a:lnTo>
                      <a:pt x="855" y="570"/>
                    </a:lnTo>
                    <a:lnTo>
                      <a:pt x="852" y="569"/>
                    </a:lnTo>
                    <a:lnTo>
                      <a:pt x="850" y="567"/>
                    </a:lnTo>
                    <a:lnTo>
                      <a:pt x="847" y="568"/>
                    </a:lnTo>
                    <a:lnTo>
                      <a:pt x="844" y="570"/>
                    </a:lnTo>
                    <a:lnTo>
                      <a:pt x="840" y="572"/>
                    </a:lnTo>
                    <a:lnTo>
                      <a:pt x="835" y="572"/>
                    </a:lnTo>
                    <a:lnTo>
                      <a:pt x="833" y="571"/>
                    </a:lnTo>
                    <a:lnTo>
                      <a:pt x="831" y="567"/>
                    </a:lnTo>
                    <a:lnTo>
                      <a:pt x="830" y="564"/>
                    </a:lnTo>
                    <a:lnTo>
                      <a:pt x="828" y="562"/>
                    </a:lnTo>
                    <a:lnTo>
                      <a:pt x="826" y="561"/>
                    </a:lnTo>
                    <a:lnTo>
                      <a:pt x="824" y="559"/>
                    </a:lnTo>
                    <a:lnTo>
                      <a:pt x="823" y="557"/>
                    </a:lnTo>
                    <a:lnTo>
                      <a:pt x="821" y="555"/>
                    </a:lnTo>
                    <a:lnTo>
                      <a:pt x="817" y="554"/>
                    </a:lnTo>
                    <a:lnTo>
                      <a:pt x="813" y="553"/>
                    </a:lnTo>
                    <a:lnTo>
                      <a:pt x="810" y="551"/>
                    </a:lnTo>
                    <a:lnTo>
                      <a:pt x="810" y="548"/>
                    </a:lnTo>
                    <a:lnTo>
                      <a:pt x="812" y="546"/>
                    </a:lnTo>
                    <a:lnTo>
                      <a:pt x="813" y="544"/>
                    </a:lnTo>
                    <a:lnTo>
                      <a:pt x="813" y="541"/>
                    </a:lnTo>
                    <a:lnTo>
                      <a:pt x="812" y="539"/>
                    </a:lnTo>
                    <a:lnTo>
                      <a:pt x="811" y="536"/>
                    </a:lnTo>
                    <a:lnTo>
                      <a:pt x="814" y="534"/>
                    </a:lnTo>
                    <a:lnTo>
                      <a:pt x="818" y="533"/>
                    </a:lnTo>
                    <a:lnTo>
                      <a:pt x="822" y="533"/>
                    </a:lnTo>
                    <a:lnTo>
                      <a:pt x="825" y="532"/>
                    </a:lnTo>
                    <a:lnTo>
                      <a:pt x="827" y="530"/>
                    </a:lnTo>
                    <a:lnTo>
                      <a:pt x="829" y="528"/>
                    </a:lnTo>
                    <a:lnTo>
                      <a:pt x="831" y="526"/>
                    </a:lnTo>
                    <a:lnTo>
                      <a:pt x="833" y="524"/>
                    </a:lnTo>
                    <a:lnTo>
                      <a:pt x="836" y="522"/>
                    </a:lnTo>
                    <a:lnTo>
                      <a:pt x="838" y="520"/>
                    </a:lnTo>
                    <a:lnTo>
                      <a:pt x="842" y="518"/>
                    </a:lnTo>
                    <a:lnTo>
                      <a:pt x="846" y="518"/>
                    </a:lnTo>
                    <a:lnTo>
                      <a:pt x="849" y="520"/>
                    </a:lnTo>
                    <a:lnTo>
                      <a:pt x="853" y="523"/>
                    </a:lnTo>
                    <a:lnTo>
                      <a:pt x="855" y="525"/>
                    </a:lnTo>
                    <a:lnTo>
                      <a:pt x="858" y="525"/>
                    </a:lnTo>
                    <a:lnTo>
                      <a:pt x="861" y="523"/>
                    </a:lnTo>
                    <a:lnTo>
                      <a:pt x="865" y="523"/>
                    </a:lnTo>
                    <a:lnTo>
                      <a:pt x="867" y="524"/>
                    </a:lnTo>
                    <a:lnTo>
                      <a:pt x="868" y="526"/>
                    </a:lnTo>
                    <a:lnTo>
                      <a:pt x="870" y="528"/>
                    </a:lnTo>
                    <a:lnTo>
                      <a:pt x="873" y="529"/>
                    </a:lnTo>
                    <a:lnTo>
                      <a:pt x="876" y="529"/>
                    </a:lnTo>
                    <a:lnTo>
                      <a:pt x="878" y="530"/>
                    </a:lnTo>
                    <a:lnTo>
                      <a:pt x="879" y="532"/>
                    </a:lnTo>
                    <a:lnTo>
                      <a:pt x="880" y="535"/>
                    </a:lnTo>
                    <a:lnTo>
                      <a:pt x="881" y="537"/>
                    </a:lnTo>
                    <a:lnTo>
                      <a:pt x="882" y="539"/>
                    </a:lnTo>
                    <a:lnTo>
                      <a:pt x="882" y="541"/>
                    </a:lnTo>
                    <a:lnTo>
                      <a:pt x="879" y="544"/>
                    </a:lnTo>
                    <a:close/>
                  </a:path>
                </a:pathLst>
              </a:custGeom>
              <a:solidFill>
                <a:srgbClr val="ECB78D">
                  <a:alpha val="9600"/>
                </a:srgbClr>
              </a:solidFill>
              <a:ln>
                <a:noFill/>
              </a:ln>
            </p:spPr>
            <p:txBody>
              <a:bodyPr anchor="ctr"/>
              <a:lstStyle/>
              <a:p>
                <a:pPr algn="ctr">
                  <a:buNone/>
                </a:pPr>
              </a:p>
            </p:txBody>
          </p:sp>
          <p:sp>
            <p:nvSpPr>
              <p:cNvPr id="7536" name="addition:spatial:25">
                <a:extLst>
                  <a:ext uri="{FF2B5EF4-FFF2-40B4-BE49-F238E27FC236}">
                    <ns2:creationId id="{19BB1987-8633-42C1-8B65-8A23841D430F}"/>
                  </a:ext>
                </a:extLst>
              </p:cNvPr>
              <p:cNvSpPr>
                <a:spLocks noGrp="1"/>
              </p:cNvSpPr>
              <p:nvPr/>
            </p:nvSpPr>
            <p:spPr>
              <a:xfrm>
                <a:off x="5648325" y="1666875"/>
                <a:ext cx="1209203" cy="933785"/>
              </a:xfrm>
              <a:custGeom>
                <a:rect l="l" t="t" r="r" b="b"/>
                <a:pathLst>
                  <a:path w="912" h="552">
                    <a:moveTo>
                      <a:pt x="0" y="0"/>
                    </a:moveTo>
                    <a:moveTo>
                      <a:pt x="909" y="526"/>
                    </a:moveTo>
                    <a:lnTo>
                      <a:pt x="911" y="528"/>
                    </a:lnTo>
                    <a:lnTo>
                      <a:pt x="912" y="531"/>
                    </a:lnTo>
                    <a:lnTo>
                      <a:pt x="910" y="533"/>
                    </a:lnTo>
                    <a:lnTo>
                      <a:pt x="906" y="534"/>
                    </a:lnTo>
                    <a:lnTo>
                      <a:pt x="902" y="535"/>
                    </a:lnTo>
                    <a:lnTo>
                      <a:pt x="899" y="537"/>
                    </a:lnTo>
                    <a:lnTo>
                      <a:pt x="898" y="539"/>
                    </a:lnTo>
                    <a:lnTo>
                      <a:pt x="897" y="541"/>
                    </a:lnTo>
                    <a:lnTo>
                      <a:pt x="896" y="543"/>
                    </a:lnTo>
                    <a:lnTo>
                      <a:pt x="894" y="545"/>
                    </a:lnTo>
                    <a:lnTo>
                      <a:pt x="892" y="547"/>
                    </a:lnTo>
                    <a:lnTo>
                      <a:pt x="890" y="550"/>
                    </a:lnTo>
                    <a:lnTo>
                      <a:pt x="888" y="552"/>
                    </a:lnTo>
                    <a:lnTo>
                      <a:pt x="884" y="552"/>
                    </a:lnTo>
                    <a:lnTo>
                      <a:pt x="881" y="550"/>
                    </a:lnTo>
                    <a:lnTo>
                      <a:pt x="877" y="548"/>
                    </a:lnTo>
                    <a:lnTo>
                      <a:pt x="875" y="546"/>
                    </a:lnTo>
                    <a:lnTo>
                      <a:pt x="873" y="547"/>
                    </a:lnTo>
                    <a:lnTo>
                      <a:pt x="870" y="549"/>
                    </a:lnTo>
                    <a:lnTo>
                      <a:pt x="867" y="550"/>
                    </a:lnTo>
                    <a:lnTo>
                      <a:pt x="865" y="549"/>
                    </a:lnTo>
                    <a:lnTo>
                      <a:pt x="863" y="547"/>
                    </a:lnTo>
                    <a:lnTo>
                      <a:pt x="862" y="546"/>
                    </a:lnTo>
                    <a:lnTo>
                      <a:pt x="859" y="546"/>
                    </a:lnTo>
                    <a:lnTo>
                      <a:pt x="856" y="545"/>
                    </a:lnTo>
                    <a:lnTo>
                      <a:pt x="853" y="545"/>
                    </a:lnTo>
                    <a:lnTo>
                      <a:pt x="852" y="543"/>
                    </a:lnTo>
                    <a:lnTo>
                      <a:pt x="851" y="541"/>
                    </a:lnTo>
                    <a:lnTo>
                      <a:pt x="849" y="539"/>
                    </a:lnTo>
                    <a:lnTo>
                      <a:pt x="848" y="537"/>
                    </a:lnTo>
                    <a:lnTo>
                      <a:pt x="847" y="535"/>
                    </a:lnTo>
                    <a:lnTo>
                      <a:pt x="849" y="532"/>
                    </a:lnTo>
                    <a:lnTo>
                      <a:pt x="851" y="530"/>
                    </a:lnTo>
                    <a:lnTo>
                      <a:pt x="853" y="528"/>
                    </a:lnTo>
                    <a:lnTo>
                      <a:pt x="851" y="526"/>
                    </a:lnTo>
                    <a:lnTo>
                      <a:pt x="847" y="524"/>
                    </a:lnTo>
                    <a:lnTo>
                      <a:pt x="844" y="522"/>
                    </a:lnTo>
                    <a:lnTo>
                      <a:pt x="842" y="519"/>
                    </a:lnTo>
                    <a:lnTo>
                      <a:pt x="843" y="517"/>
                    </a:lnTo>
                    <a:lnTo>
                      <a:pt x="846" y="515"/>
                    </a:lnTo>
                    <a:lnTo>
                      <a:pt x="847" y="514"/>
                    </a:lnTo>
                    <a:lnTo>
                      <a:pt x="848" y="512"/>
                    </a:lnTo>
                    <a:lnTo>
                      <a:pt x="850" y="510"/>
                    </a:lnTo>
                    <a:lnTo>
                      <a:pt x="852" y="509"/>
                    </a:lnTo>
                    <a:lnTo>
                      <a:pt x="855" y="509"/>
                    </a:lnTo>
                    <a:lnTo>
                      <a:pt x="857" y="508"/>
                    </a:lnTo>
                    <a:lnTo>
                      <a:pt x="859" y="506"/>
                    </a:lnTo>
                    <a:lnTo>
                      <a:pt x="861" y="505"/>
                    </a:lnTo>
                    <a:lnTo>
                      <a:pt x="864" y="504"/>
                    </a:lnTo>
                    <a:lnTo>
                      <a:pt x="867" y="504"/>
                    </a:lnTo>
                    <a:lnTo>
                      <a:pt x="870" y="505"/>
                    </a:lnTo>
                    <a:lnTo>
                      <a:pt x="872" y="504"/>
                    </a:lnTo>
                    <a:lnTo>
                      <a:pt x="875" y="502"/>
                    </a:lnTo>
                    <a:lnTo>
                      <a:pt x="879" y="500"/>
                    </a:lnTo>
                    <a:lnTo>
                      <a:pt x="883" y="499"/>
                    </a:lnTo>
                    <a:lnTo>
                      <a:pt x="886" y="500"/>
                    </a:lnTo>
                    <a:lnTo>
                      <a:pt x="889" y="503"/>
                    </a:lnTo>
                    <a:lnTo>
                      <a:pt x="890" y="506"/>
                    </a:lnTo>
                    <a:lnTo>
                      <a:pt x="892" y="508"/>
                    </a:lnTo>
                    <a:lnTo>
                      <a:pt x="895" y="509"/>
                    </a:lnTo>
                    <a:lnTo>
                      <a:pt x="897" y="511"/>
                    </a:lnTo>
                    <a:lnTo>
                      <a:pt x="899" y="512"/>
                    </a:lnTo>
                    <a:lnTo>
                      <a:pt x="901" y="514"/>
                    </a:lnTo>
                    <a:lnTo>
                      <a:pt x="905" y="514"/>
                    </a:lnTo>
                    <a:lnTo>
                      <a:pt x="908" y="515"/>
                    </a:lnTo>
                    <a:lnTo>
                      <a:pt x="911" y="517"/>
                    </a:lnTo>
                    <a:lnTo>
                      <a:pt x="912" y="519"/>
                    </a:lnTo>
                    <a:lnTo>
                      <a:pt x="911" y="522"/>
                    </a:lnTo>
                    <a:lnTo>
                      <a:pt x="909" y="524"/>
                    </a:lnTo>
                    <a:close/>
                  </a:path>
                </a:pathLst>
              </a:custGeom>
              <a:solidFill>
                <a:srgbClr val="ECB78D">
                  <a:alpha val="9600"/>
                </a:srgbClr>
              </a:solidFill>
              <a:ln>
                <a:noFill/>
              </a:ln>
            </p:spPr>
            <p:txBody>
              <a:bodyPr anchor="ctr"/>
              <a:lstStyle/>
              <a:p>
                <a:pPr algn="ctr">
                  <a:buNone/>
                </a:pPr>
              </a:p>
            </p:txBody>
          </p:sp>
          <p:sp>
            <p:nvSpPr>
              <p:cNvPr id="7537" name="addition:spatial:26">
                <a:extLst>
                  <a:ext uri="{FF2B5EF4-FFF2-40B4-BE49-F238E27FC236}">
                    <ns2:creationId id="{1A99B178-6DAD-47BB-B1AC-C2CFFB17AFDB}"/>
                  </a:ext>
                </a:extLst>
              </p:cNvPr>
              <p:cNvSpPr>
                <a:spLocks noGrp="1"/>
              </p:cNvSpPr>
              <p:nvPr/>
            </p:nvSpPr>
            <p:spPr>
              <a:xfrm>
                <a:off x="5648325" y="1666875"/>
                <a:ext cx="1255608" cy="945627"/>
              </a:xfrm>
              <a:custGeom>
                <a:rect l="l" t="t" r="r" b="b"/>
                <a:pathLst>
                  <a:path w="947" h="559">
                    <a:moveTo>
                      <a:pt x="0" y="0"/>
                    </a:moveTo>
                    <a:moveTo>
                      <a:pt x="946" y="532"/>
                    </a:moveTo>
                    <a:lnTo>
                      <a:pt x="945" y="534"/>
                    </a:lnTo>
                    <a:lnTo>
                      <a:pt x="942" y="536"/>
                    </a:lnTo>
                    <a:lnTo>
                      <a:pt x="938" y="538"/>
                    </a:lnTo>
                    <a:lnTo>
                      <a:pt x="936" y="539"/>
                    </a:lnTo>
                    <a:lnTo>
                      <a:pt x="936" y="542"/>
                    </a:lnTo>
                    <a:lnTo>
                      <a:pt x="936" y="545"/>
                    </a:lnTo>
                    <a:lnTo>
                      <a:pt x="935" y="547"/>
                    </a:lnTo>
                    <a:lnTo>
                      <a:pt x="932" y="549"/>
                    </a:lnTo>
                    <a:lnTo>
                      <a:pt x="929" y="549"/>
                    </a:lnTo>
                    <a:lnTo>
                      <a:pt x="926" y="550"/>
                    </a:lnTo>
                    <a:lnTo>
                      <a:pt x="924" y="553"/>
                    </a:lnTo>
                    <a:lnTo>
                      <a:pt x="923" y="556"/>
                    </a:lnTo>
                    <a:lnTo>
                      <a:pt x="921" y="559"/>
                    </a:lnTo>
                    <a:lnTo>
                      <a:pt x="917" y="559"/>
                    </a:lnTo>
                    <a:lnTo>
                      <a:pt x="914" y="559"/>
                    </a:lnTo>
                    <a:lnTo>
                      <a:pt x="911" y="557"/>
                    </a:lnTo>
                    <a:lnTo>
                      <a:pt x="908" y="556"/>
                    </a:lnTo>
                    <a:lnTo>
                      <a:pt x="905" y="556"/>
                    </a:lnTo>
                    <a:lnTo>
                      <a:pt x="903" y="555"/>
                    </a:lnTo>
                    <a:lnTo>
                      <a:pt x="901" y="553"/>
                    </a:lnTo>
                    <a:lnTo>
                      <a:pt x="899" y="552"/>
                    </a:lnTo>
                    <a:lnTo>
                      <a:pt x="896" y="553"/>
                    </a:lnTo>
                    <a:lnTo>
                      <a:pt x="893" y="555"/>
                    </a:lnTo>
                    <a:lnTo>
                      <a:pt x="889" y="556"/>
                    </a:lnTo>
                    <a:lnTo>
                      <a:pt x="886" y="555"/>
                    </a:lnTo>
                    <a:lnTo>
                      <a:pt x="885" y="552"/>
                    </a:lnTo>
                    <a:lnTo>
                      <a:pt x="886" y="549"/>
                    </a:lnTo>
                    <a:lnTo>
                      <a:pt x="885" y="546"/>
                    </a:lnTo>
                    <a:lnTo>
                      <a:pt x="883" y="545"/>
                    </a:lnTo>
                    <a:lnTo>
                      <a:pt x="881" y="543"/>
                    </a:lnTo>
                    <a:lnTo>
                      <a:pt x="880" y="541"/>
                    </a:lnTo>
                    <a:lnTo>
                      <a:pt x="880" y="538"/>
                    </a:lnTo>
                    <a:lnTo>
                      <a:pt x="881" y="536"/>
                    </a:lnTo>
                    <a:lnTo>
                      <a:pt x="881" y="534"/>
                    </a:lnTo>
                    <a:lnTo>
                      <a:pt x="880" y="532"/>
                    </a:lnTo>
                    <a:lnTo>
                      <a:pt x="879" y="529"/>
                    </a:lnTo>
                    <a:lnTo>
                      <a:pt x="879" y="527"/>
                    </a:lnTo>
                    <a:lnTo>
                      <a:pt x="879" y="525"/>
                    </a:lnTo>
                    <a:lnTo>
                      <a:pt x="878" y="522"/>
                    </a:lnTo>
                    <a:lnTo>
                      <a:pt x="877" y="519"/>
                    </a:lnTo>
                    <a:lnTo>
                      <a:pt x="875" y="516"/>
                    </a:lnTo>
                    <a:lnTo>
                      <a:pt x="876" y="514"/>
                    </a:lnTo>
                    <a:lnTo>
                      <a:pt x="880" y="513"/>
                    </a:lnTo>
                    <a:lnTo>
                      <a:pt x="885" y="514"/>
                    </a:lnTo>
                    <a:lnTo>
                      <a:pt x="889" y="514"/>
                    </a:lnTo>
                    <a:lnTo>
                      <a:pt x="891" y="513"/>
                    </a:lnTo>
                    <a:lnTo>
                      <a:pt x="892" y="511"/>
                    </a:lnTo>
                    <a:lnTo>
                      <a:pt x="894" y="509"/>
                    </a:lnTo>
                    <a:lnTo>
                      <a:pt x="896" y="507"/>
                    </a:lnTo>
                    <a:lnTo>
                      <a:pt x="899" y="507"/>
                    </a:lnTo>
                    <a:lnTo>
                      <a:pt x="902" y="506"/>
                    </a:lnTo>
                    <a:lnTo>
                      <a:pt x="905" y="505"/>
                    </a:lnTo>
                    <a:lnTo>
                      <a:pt x="908" y="504"/>
                    </a:lnTo>
                    <a:lnTo>
                      <a:pt x="912" y="504"/>
                    </a:lnTo>
                    <a:lnTo>
                      <a:pt x="915" y="506"/>
                    </a:lnTo>
                    <a:lnTo>
                      <a:pt x="918" y="507"/>
                    </a:lnTo>
                    <a:lnTo>
                      <a:pt x="921" y="508"/>
                    </a:lnTo>
                    <a:lnTo>
                      <a:pt x="925" y="508"/>
                    </a:lnTo>
                    <a:lnTo>
                      <a:pt x="928" y="509"/>
                    </a:lnTo>
                    <a:lnTo>
                      <a:pt x="931" y="511"/>
                    </a:lnTo>
                    <a:lnTo>
                      <a:pt x="931" y="514"/>
                    </a:lnTo>
                    <a:lnTo>
                      <a:pt x="931" y="518"/>
                    </a:lnTo>
                    <a:lnTo>
                      <a:pt x="932" y="519"/>
                    </a:lnTo>
                    <a:lnTo>
                      <a:pt x="936" y="520"/>
                    </a:lnTo>
                    <a:lnTo>
                      <a:pt x="941" y="520"/>
                    </a:lnTo>
                    <a:lnTo>
                      <a:pt x="945" y="522"/>
                    </a:lnTo>
                    <a:lnTo>
                      <a:pt x="946" y="524"/>
                    </a:lnTo>
                    <a:lnTo>
                      <a:pt x="947" y="527"/>
                    </a:lnTo>
                    <a:lnTo>
                      <a:pt x="947" y="529"/>
                    </a:lnTo>
                    <a:close/>
                  </a:path>
                </a:pathLst>
              </a:custGeom>
              <a:solidFill>
                <a:srgbClr val="ECB78D">
                  <a:alpha val="9600"/>
                </a:srgbClr>
              </a:solidFill>
              <a:ln>
                <a:noFill/>
              </a:ln>
            </p:spPr>
            <p:txBody>
              <a:bodyPr anchor="ctr"/>
              <a:lstStyle/>
              <a:p>
                <a:pPr algn="ctr">
                  <a:buNone/>
                </a:pPr>
              </a:p>
            </p:txBody>
          </p:sp>
          <p:sp>
            <p:nvSpPr>
              <p:cNvPr id="7538" name="addition:spatial:27">
                <a:extLst>
                  <a:ext uri="{FF2B5EF4-FFF2-40B4-BE49-F238E27FC236}">
                    <ns2:creationId id="{D69B5D72-2844-4D78-B991-76567106D94E}"/>
                  </a:ext>
                </a:extLst>
              </p:cNvPr>
              <p:cNvSpPr>
                <a:spLocks noGrp="1"/>
              </p:cNvSpPr>
              <p:nvPr/>
            </p:nvSpPr>
            <p:spPr>
              <a:xfrm>
                <a:off x="5648325" y="1666875"/>
                <a:ext cx="1287429" cy="984534"/>
              </a:xfrm>
              <a:custGeom>
                <a:rect l="l" t="t" r="r" b="b"/>
                <a:pathLst>
                  <a:path w="971" h="582">
                    <a:moveTo>
                      <a:pt x="0" y="0"/>
                    </a:moveTo>
                    <a:moveTo>
                      <a:pt x="962" y="553"/>
                    </a:moveTo>
                    <a:lnTo>
                      <a:pt x="961" y="555"/>
                    </a:lnTo>
                    <a:lnTo>
                      <a:pt x="962" y="558"/>
                    </a:lnTo>
                    <a:lnTo>
                      <a:pt x="963" y="560"/>
                    </a:lnTo>
                    <a:lnTo>
                      <a:pt x="964" y="563"/>
                    </a:lnTo>
                    <a:lnTo>
                      <a:pt x="964" y="565"/>
                    </a:lnTo>
                    <a:lnTo>
                      <a:pt x="964" y="568"/>
                    </a:lnTo>
                    <a:lnTo>
                      <a:pt x="964" y="572"/>
                    </a:lnTo>
                    <a:lnTo>
                      <a:pt x="963" y="574"/>
                    </a:lnTo>
                    <a:lnTo>
                      <a:pt x="960" y="576"/>
                    </a:lnTo>
                    <a:lnTo>
                      <a:pt x="956" y="575"/>
                    </a:lnTo>
                    <a:lnTo>
                      <a:pt x="952" y="575"/>
                    </a:lnTo>
                    <a:lnTo>
                      <a:pt x="949" y="575"/>
                    </a:lnTo>
                    <a:lnTo>
                      <a:pt x="948" y="577"/>
                    </a:lnTo>
                    <a:lnTo>
                      <a:pt x="946" y="579"/>
                    </a:lnTo>
                    <a:lnTo>
                      <a:pt x="944" y="581"/>
                    </a:lnTo>
                    <a:lnTo>
                      <a:pt x="941" y="580"/>
                    </a:lnTo>
                    <a:lnTo>
                      <a:pt x="938" y="579"/>
                    </a:lnTo>
                    <a:lnTo>
                      <a:pt x="935" y="578"/>
                    </a:lnTo>
                    <a:lnTo>
                      <a:pt x="932" y="580"/>
                    </a:lnTo>
                    <a:lnTo>
                      <a:pt x="929" y="581"/>
                    </a:lnTo>
                    <a:lnTo>
                      <a:pt x="925" y="582"/>
                    </a:lnTo>
                    <a:lnTo>
                      <a:pt x="921" y="581"/>
                    </a:lnTo>
                    <a:lnTo>
                      <a:pt x="918" y="580"/>
                    </a:lnTo>
                    <a:lnTo>
                      <a:pt x="915" y="578"/>
                    </a:lnTo>
                    <a:lnTo>
                      <a:pt x="912" y="577"/>
                    </a:lnTo>
                    <a:lnTo>
                      <a:pt x="910" y="574"/>
                    </a:lnTo>
                    <a:lnTo>
                      <a:pt x="909" y="571"/>
                    </a:lnTo>
                    <a:lnTo>
                      <a:pt x="910" y="567"/>
                    </a:lnTo>
                    <a:lnTo>
                      <a:pt x="909" y="565"/>
                    </a:lnTo>
                    <a:lnTo>
                      <a:pt x="906" y="563"/>
                    </a:lnTo>
                    <a:lnTo>
                      <a:pt x="900" y="563"/>
                    </a:lnTo>
                    <a:lnTo>
                      <a:pt x="895" y="561"/>
                    </a:lnTo>
                    <a:lnTo>
                      <a:pt x="893" y="559"/>
                    </a:lnTo>
                    <a:lnTo>
                      <a:pt x="893" y="556"/>
                    </a:lnTo>
                    <a:lnTo>
                      <a:pt x="895" y="553"/>
                    </a:lnTo>
                    <a:lnTo>
                      <a:pt x="895" y="551"/>
                    </a:lnTo>
                    <a:lnTo>
                      <a:pt x="895" y="548"/>
                    </a:lnTo>
                    <a:lnTo>
                      <a:pt x="895" y="545"/>
                    </a:lnTo>
                    <a:lnTo>
                      <a:pt x="897" y="543"/>
                    </a:lnTo>
                    <a:lnTo>
                      <a:pt x="900" y="541"/>
                    </a:lnTo>
                    <a:lnTo>
                      <a:pt x="902" y="540"/>
                    </a:lnTo>
                    <a:lnTo>
                      <a:pt x="904" y="538"/>
                    </a:lnTo>
                    <a:lnTo>
                      <a:pt x="906" y="535"/>
                    </a:lnTo>
                    <a:lnTo>
                      <a:pt x="909" y="534"/>
                    </a:lnTo>
                    <a:lnTo>
                      <a:pt x="913" y="534"/>
                    </a:lnTo>
                    <a:lnTo>
                      <a:pt x="916" y="533"/>
                    </a:lnTo>
                    <a:lnTo>
                      <a:pt x="919" y="531"/>
                    </a:lnTo>
                    <a:lnTo>
                      <a:pt x="920" y="527"/>
                    </a:lnTo>
                    <a:lnTo>
                      <a:pt x="922" y="523"/>
                    </a:lnTo>
                    <a:lnTo>
                      <a:pt x="926" y="521"/>
                    </a:lnTo>
                    <a:lnTo>
                      <a:pt x="930" y="522"/>
                    </a:lnTo>
                    <a:lnTo>
                      <a:pt x="935" y="524"/>
                    </a:lnTo>
                    <a:lnTo>
                      <a:pt x="938" y="527"/>
                    </a:lnTo>
                    <a:lnTo>
                      <a:pt x="941" y="528"/>
                    </a:lnTo>
                    <a:lnTo>
                      <a:pt x="944" y="528"/>
                    </a:lnTo>
                    <a:lnTo>
                      <a:pt x="947" y="529"/>
                    </a:lnTo>
                    <a:lnTo>
                      <a:pt x="949" y="530"/>
                    </a:lnTo>
                    <a:lnTo>
                      <a:pt x="952" y="531"/>
                    </a:lnTo>
                    <a:lnTo>
                      <a:pt x="955" y="531"/>
                    </a:lnTo>
                    <a:lnTo>
                      <a:pt x="959" y="531"/>
                    </a:lnTo>
                    <a:lnTo>
                      <a:pt x="962" y="532"/>
                    </a:lnTo>
                    <a:lnTo>
                      <a:pt x="963" y="534"/>
                    </a:lnTo>
                    <a:lnTo>
                      <a:pt x="963" y="537"/>
                    </a:lnTo>
                    <a:lnTo>
                      <a:pt x="964" y="539"/>
                    </a:lnTo>
                    <a:lnTo>
                      <a:pt x="966" y="541"/>
                    </a:lnTo>
                    <a:lnTo>
                      <a:pt x="969" y="543"/>
                    </a:lnTo>
                    <a:lnTo>
                      <a:pt x="971" y="545"/>
                    </a:lnTo>
                    <a:lnTo>
                      <a:pt x="970" y="548"/>
                    </a:lnTo>
                    <a:lnTo>
                      <a:pt x="966" y="551"/>
                    </a:lnTo>
                    <a:close/>
                  </a:path>
                </a:pathLst>
              </a:custGeom>
              <a:solidFill>
                <a:srgbClr val="ECB78D">
                  <a:alpha val="9600"/>
                </a:srgbClr>
              </a:solidFill>
              <a:ln>
                <a:noFill/>
              </a:ln>
            </p:spPr>
            <p:txBody>
              <a:bodyPr anchor="ctr"/>
              <a:lstStyle/>
              <a:p>
                <a:pPr algn="ctr">
                  <a:buNone/>
                </a:pPr>
              </a:p>
            </p:txBody>
          </p:sp>
          <p:sp>
            <p:nvSpPr>
              <p:cNvPr id="7539" name="addition:spatial:28">
                <a:extLst>
                  <a:ext uri="{FF2B5EF4-FFF2-40B4-BE49-F238E27FC236}">
                    <ns2:creationId id="{8D36C791-5D55-4BAD-951E-687F2B42BC8C}"/>
                  </a:ext>
                </a:extLst>
              </p:cNvPr>
              <p:cNvSpPr>
                <a:spLocks noGrp="1"/>
              </p:cNvSpPr>
              <p:nvPr/>
            </p:nvSpPr>
            <p:spPr>
              <a:xfrm>
                <a:off x="5648325" y="1666875"/>
                <a:ext cx="1268867" cy="1028517"/>
              </a:xfrm>
              <a:custGeom>
                <a:rect l="l" t="t" r="r" b="b"/>
                <a:pathLst>
                  <a:path w="957" h="608">
                    <a:moveTo>
                      <a:pt x="0" y="0"/>
                    </a:moveTo>
                    <a:moveTo>
                      <a:pt x="946" y="577"/>
                    </a:moveTo>
                    <a:lnTo>
                      <a:pt x="949" y="579"/>
                    </a:lnTo>
                    <a:lnTo>
                      <a:pt x="950" y="582"/>
                    </a:lnTo>
                    <a:lnTo>
                      <a:pt x="948" y="584"/>
                    </a:lnTo>
                    <a:lnTo>
                      <a:pt x="946" y="586"/>
                    </a:lnTo>
                    <a:lnTo>
                      <a:pt x="944" y="589"/>
                    </a:lnTo>
                    <a:lnTo>
                      <a:pt x="944" y="591"/>
                    </a:lnTo>
                    <a:lnTo>
                      <a:pt x="944" y="594"/>
                    </a:lnTo>
                    <a:lnTo>
                      <a:pt x="942" y="597"/>
                    </a:lnTo>
                    <a:lnTo>
                      <a:pt x="940" y="599"/>
                    </a:lnTo>
                    <a:lnTo>
                      <a:pt x="937" y="600"/>
                    </a:lnTo>
                    <a:lnTo>
                      <a:pt x="934" y="602"/>
                    </a:lnTo>
                    <a:lnTo>
                      <a:pt x="932" y="604"/>
                    </a:lnTo>
                    <a:lnTo>
                      <a:pt x="928" y="605"/>
                    </a:lnTo>
                    <a:lnTo>
                      <a:pt x="924" y="603"/>
                    </a:lnTo>
                    <a:lnTo>
                      <a:pt x="920" y="601"/>
                    </a:lnTo>
                    <a:lnTo>
                      <a:pt x="917" y="599"/>
                    </a:lnTo>
                    <a:lnTo>
                      <a:pt x="914" y="601"/>
                    </a:lnTo>
                    <a:lnTo>
                      <a:pt x="911" y="604"/>
                    </a:lnTo>
                    <a:lnTo>
                      <a:pt x="907" y="607"/>
                    </a:lnTo>
                    <a:lnTo>
                      <a:pt x="903" y="608"/>
                    </a:lnTo>
                    <a:lnTo>
                      <a:pt x="899" y="607"/>
                    </a:lnTo>
                    <a:lnTo>
                      <a:pt x="896" y="605"/>
                    </a:lnTo>
                    <a:lnTo>
                      <a:pt x="892" y="603"/>
                    </a:lnTo>
                    <a:lnTo>
                      <a:pt x="889" y="602"/>
                    </a:lnTo>
                    <a:lnTo>
                      <a:pt x="886" y="600"/>
                    </a:lnTo>
                    <a:lnTo>
                      <a:pt x="884" y="597"/>
                    </a:lnTo>
                    <a:lnTo>
                      <a:pt x="882" y="594"/>
                    </a:lnTo>
                    <a:lnTo>
                      <a:pt x="880" y="592"/>
                    </a:lnTo>
                    <a:lnTo>
                      <a:pt x="876" y="591"/>
                    </a:lnTo>
                    <a:lnTo>
                      <a:pt x="872" y="589"/>
                    </a:lnTo>
                    <a:lnTo>
                      <a:pt x="870" y="587"/>
                    </a:lnTo>
                    <a:lnTo>
                      <a:pt x="871" y="584"/>
                    </a:lnTo>
                    <a:lnTo>
                      <a:pt x="871" y="581"/>
                    </a:lnTo>
                    <a:lnTo>
                      <a:pt x="869" y="579"/>
                    </a:lnTo>
                    <a:lnTo>
                      <a:pt x="864" y="577"/>
                    </a:lnTo>
                    <a:lnTo>
                      <a:pt x="859" y="574"/>
                    </a:lnTo>
                    <a:lnTo>
                      <a:pt x="857" y="571"/>
                    </a:lnTo>
                    <a:lnTo>
                      <a:pt x="860" y="568"/>
                    </a:lnTo>
                    <a:lnTo>
                      <a:pt x="864" y="566"/>
                    </a:lnTo>
                    <a:lnTo>
                      <a:pt x="869" y="565"/>
                    </a:lnTo>
                    <a:lnTo>
                      <a:pt x="873" y="563"/>
                    </a:lnTo>
                    <a:lnTo>
                      <a:pt x="875" y="562"/>
                    </a:lnTo>
                    <a:lnTo>
                      <a:pt x="879" y="560"/>
                    </a:lnTo>
                    <a:lnTo>
                      <a:pt x="882" y="559"/>
                    </a:lnTo>
                    <a:lnTo>
                      <a:pt x="885" y="557"/>
                    </a:lnTo>
                    <a:lnTo>
                      <a:pt x="886" y="554"/>
                    </a:lnTo>
                    <a:lnTo>
                      <a:pt x="888" y="550"/>
                    </a:lnTo>
                    <a:lnTo>
                      <a:pt x="891" y="548"/>
                    </a:lnTo>
                    <a:lnTo>
                      <a:pt x="896" y="547"/>
                    </a:lnTo>
                    <a:lnTo>
                      <a:pt x="902" y="548"/>
                    </a:lnTo>
                    <a:lnTo>
                      <a:pt x="906" y="549"/>
                    </a:lnTo>
                    <a:lnTo>
                      <a:pt x="911" y="549"/>
                    </a:lnTo>
                    <a:lnTo>
                      <a:pt x="915" y="547"/>
                    </a:lnTo>
                    <a:lnTo>
                      <a:pt x="920" y="546"/>
                    </a:lnTo>
                    <a:lnTo>
                      <a:pt x="924" y="547"/>
                    </a:lnTo>
                    <a:lnTo>
                      <a:pt x="927" y="551"/>
                    </a:lnTo>
                    <a:lnTo>
                      <a:pt x="929" y="553"/>
                    </a:lnTo>
                    <a:lnTo>
                      <a:pt x="932" y="555"/>
                    </a:lnTo>
                    <a:lnTo>
                      <a:pt x="935" y="556"/>
                    </a:lnTo>
                    <a:lnTo>
                      <a:pt x="939" y="556"/>
                    </a:lnTo>
                    <a:lnTo>
                      <a:pt x="942" y="557"/>
                    </a:lnTo>
                    <a:lnTo>
                      <a:pt x="945" y="558"/>
                    </a:lnTo>
                    <a:lnTo>
                      <a:pt x="949" y="559"/>
                    </a:lnTo>
                    <a:lnTo>
                      <a:pt x="953" y="560"/>
                    </a:lnTo>
                    <a:lnTo>
                      <a:pt x="957" y="562"/>
                    </a:lnTo>
                    <a:lnTo>
                      <a:pt x="957" y="565"/>
                    </a:lnTo>
                    <a:lnTo>
                      <a:pt x="953" y="569"/>
                    </a:lnTo>
                    <a:lnTo>
                      <a:pt x="948" y="572"/>
                    </a:lnTo>
                    <a:lnTo>
                      <a:pt x="945" y="575"/>
                    </a:lnTo>
                    <a:close/>
                  </a:path>
                </a:pathLst>
              </a:custGeom>
              <a:solidFill>
                <a:srgbClr val="ECB78D">
                  <a:alpha val="9600"/>
                </a:srgbClr>
              </a:solidFill>
              <a:ln>
                <a:noFill/>
              </a:ln>
            </p:spPr>
            <p:txBody>
              <a:bodyPr anchor="ctr"/>
              <a:lstStyle/>
              <a:p>
                <a:pPr algn="ctr">
                  <a:buNone/>
                </a:pPr>
              </a:p>
            </p:txBody>
          </p:sp>
          <p:sp>
            <p:nvSpPr>
              <p:cNvPr id="7540" name="addition:spatial:29">
                <a:extLst>
                  <a:ext uri="{FF2B5EF4-FFF2-40B4-BE49-F238E27FC236}">
                    <ns2:creationId id="{9E7EB54F-3858-4E62-8BDE-D1C245E04719}"/>
                  </a:ext>
                </a:extLst>
              </p:cNvPr>
              <p:cNvSpPr>
                <a:spLocks noGrp="1"/>
              </p:cNvSpPr>
              <p:nvPr/>
            </p:nvSpPr>
            <p:spPr>
              <a:xfrm>
                <a:off x="5648325" y="1666875"/>
                <a:ext cx="1201247" cy="1033592"/>
              </a:xfrm>
              <a:custGeom>
                <a:rect l="l" t="t" r="r" b="b"/>
                <a:pathLst>
                  <a:path w="906" h="611">
                    <a:moveTo>
                      <a:pt x="0" y="0"/>
                    </a:moveTo>
                    <a:moveTo>
                      <a:pt x="900" y="580"/>
                    </a:moveTo>
                    <a:lnTo>
                      <a:pt x="903" y="582"/>
                    </a:lnTo>
                    <a:lnTo>
                      <a:pt x="905" y="585"/>
                    </a:lnTo>
                    <a:lnTo>
                      <a:pt x="906" y="588"/>
                    </a:lnTo>
                    <a:lnTo>
                      <a:pt x="905" y="590"/>
                    </a:lnTo>
                    <a:lnTo>
                      <a:pt x="902" y="592"/>
                    </a:lnTo>
                    <a:lnTo>
                      <a:pt x="900" y="593"/>
                    </a:lnTo>
                    <a:lnTo>
                      <a:pt x="900" y="596"/>
                    </a:lnTo>
                    <a:lnTo>
                      <a:pt x="901" y="600"/>
                    </a:lnTo>
                    <a:lnTo>
                      <a:pt x="899" y="602"/>
                    </a:lnTo>
                    <a:lnTo>
                      <a:pt x="896" y="603"/>
                    </a:lnTo>
                    <a:lnTo>
                      <a:pt x="891" y="602"/>
                    </a:lnTo>
                    <a:lnTo>
                      <a:pt x="887" y="601"/>
                    </a:lnTo>
                    <a:lnTo>
                      <a:pt x="885" y="602"/>
                    </a:lnTo>
                    <a:lnTo>
                      <a:pt x="882" y="603"/>
                    </a:lnTo>
                    <a:lnTo>
                      <a:pt x="880" y="605"/>
                    </a:lnTo>
                    <a:lnTo>
                      <a:pt x="877" y="606"/>
                    </a:lnTo>
                    <a:lnTo>
                      <a:pt x="874" y="607"/>
                    </a:lnTo>
                    <a:lnTo>
                      <a:pt x="870" y="609"/>
                    </a:lnTo>
                    <a:lnTo>
                      <a:pt x="866" y="611"/>
                    </a:lnTo>
                    <a:lnTo>
                      <a:pt x="862" y="611"/>
                    </a:lnTo>
                    <a:lnTo>
                      <a:pt x="858" y="610"/>
                    </a:lnTo>
                    <a:lnTo>
                      <a:pt x="855" y="606"/>
                    </a:lnTo>
                    <a:lnTo>
                      <a:pt x="854" y="602"/>
                    </a:lnTo>
                    <a:lnTo>
                      <a:pt x="851" y="600"/>
                    </a:lnTo>
                    <a:lnTo>
                      <a:pt x="847" y="600"/>
                    </a:lnTo>
                    <a:lnTo>
                      <a:pt x="843" y="600"/>
                    </a:lnTo>
                    <a:lnTo>
                      <a:pt x="840" y="598"/>
                    </a:lnTo>
                    <a:lnTo>
                      <a:pt x="838" y="595"/>
                    </a:lnTo>
                    <a:lnTo>
                      <a:pt x="837" y="593"/>
                    </a:lnTo>
                    <a:lnTo>
                      <a:pt x="836" y="591"/>
                    </a:lnTo>
                    <a:lnTo>
                      <a:pt x="833" y="589"/>
                    </a:lnTo>
                    <a:lnTo>
                      <a:pt x="829" y="587"/>
                    </a:lnTo>
                    <a:lnTo>
                      <a:pt x="827" y="585"/>
                    </a:lnTo>
                    <a:lnTo>
                      <a:pt x="827" y="582"/>
                    </a:lnTo>
                    <a:lnTo>
                      <a:pt x="826" y="580"/>
                    </a:lnTo>
                    <a:lnTo>
                      <a:pt x="826" y="577"/>
                    </a:lnTo>
                    <a:lnTo>
                      <a:pt x="826" y="574"/>
                    </a:lnTo>
                    <a:lnTo>
                      <a:pt x="829" y="572"/>
                    </a:lnTo>
                    <a:lnTo>
                      <a:pt x="834" y="570"/>
                    </a:lnTo>
                    <a:lnTo>
                      <a:pt x="840" y="569"/>
                    </a:lnTo>
                    <a:lnTo>
                      <a:pt x="843" y="568"/>
                    </a:lnTo>
                    <a:lnTo>
                      <a:pt x="844" y="566"/>
                    </a:lnTo>
                    <a:lnTo>
                      <a:pt x="843" y="562"/>
                    </a:lnTo>
                    <a:lnTo>
                      <a:pt x="843" y="558"/>
                    </a:lnTo>
                    <a:lnTo>
                      <a:pt x="845" y="556"/>
                    </a:lnTo>
                    <a:lnTo>
                      <a:pt x="849" y="555"/>
                    </a:lnTo>
                    <a:lnTo>
                      <a:pt x="853" y="554"/>
                    </a:lnTo>
                    <a:lnTo>
                      <a:pt x="857" y="553"/>
                    </a:lnTo>
                    <a:lnTo>
                      <a:pt x="860" y="552"/>
                    </a:lnTo>
                    <a:lnTo>
                      <a:pt x="863" y="551"/>
                    </a:lnTo>
                    <a:lnTo>
                      <a:pt x="867" y="552"/>
                    </a:lnTo>
                    <a:lnTo>
                      <a:pt x="871" y="553"/>
                    </a:lnTo>
                    <a:lnTo>
                      <a:pt x="874" y="553"/>
                    </a:lnTo>
                    <a:lnTo>
                      <a:pt x="877" y="553"/>
                    </a:lnTo>
                    <a:lnTo>
                      <a:pt x="880" y="553"/>
                    </a:lnTo>
                    <a:lnTo>
                      <a:pt x="882" y="554"/>
                    </a:lnTo>
                    <a:lnTo>
                      <a:pt x="884" y="557"/>
                    </a:lnTo>
                    <a:lnTo>
                      <a:pt x="885" y="559"/>
                    </a:lnTo>
                    <a:lnTo>
                      <a:pt x="888" y="559"/>
                    </a:lnTo>
                    <a:lnTo>
                      <a:pt x="893" y="557"/>
                    </a:lnTo>
                    <a:lnTo>
                      <a:pt x="898" y="557"/>
                    </a:lnTo>
                    <a:lnTo>
                      <a:pt x="902" y="558"/>
                    </a:lnTo>
                    <a:lnTo>
                      <a:pt x="902" y="561"/>
                    </a:lnTo>
                    <a:lnTo>
                      <a:pt x="901" y="565"/>
                    </a:lnTo>
                    <a:lnTo>
                      <a:pt x="900" y="568"/>
                    </a:lnTo>
                    <a:lnTo>
                      <a:pt x="900" y="570"/>
                    </a:lnTo>
                    <a:lnTo>
                      <a:pt x="900" y="573"/>
                    </a:lnTo>
                    <a:lnTo>
                      <a:pt x="900" y="575"/>
                    </a:lnTo>
                    <a:lnTo>
                      <a:pt x="899" y="577"/>
                    </a:lnTo>
                    <a:close/>
                  </a:path>
                </a:pathLst>
              </a:custGeom>
              <a:solidFill>
                <a:srgbClr val="ECB78D">
                  <a:alpha val="9600"/>
                </a:srgbClr>
              </a:solidFill>
              <a:ln>
                <a:noFill/>
              </a:ln>
            </p:spPr>
            <p:txBody>
              <a:bodyPr anchor="ctr"/>
              <a:lstStyle/>
              <a:p>
                <a:pPr algn="ctr">
                  <a:buNone/>
                </a:pPr>
              </a:p>
            </p:txBody>
          </p:sp>
          <p:sp>
            <p:nvSpPr>
              <p:cNvPr id="7541" name="addition:spatial:30">
                <a:extLst>
                  <a:ext uri="{FF2B5EF4-FFF2-40B4-BE49-F238E27FC236}">
                    <ns2:creationId id="{81813D8E-6800-42EC-8A38-7D0262A2D146}"/>
                  </a:ext>
                </a:extLst>
              </p:cNvPr>
              <p:cNvSpPr>
                <a:spLocks noGrp="1"/>
              </p:cNvSpPr>
              <p:nvPr/>
            </p:nvSpPr>
            <p:spPr>
              <a:xfrm>
                <a:off x="5648325" y="1666875"/>
                <a:ext cx="1156167" cy="1006526"/>
              </a:xfrm>
              <a:custGeom>
                <a:rect l="l" t="t" r="r" b="b"/>
                <a:pathLst>
                  <a:path w="872" h="595">
                    <a:moveTo>
                      <a:pt x="0" y="0"/>
                    </a:moveTo>
                    <a:moveTo>
                      <a:pt x="869" y="569"/>
                    </a:moveTo>
                    <a:lnTo>
                      <a:pt x="871" y="572"/>
                    </a:lnTo>
                    <a:lnTo>
                      <a:pt x="872" y="574"/>
                    </a:lnTo>
                    <a:lnTo>
                      <a:pt x="870" y="576"/>
                    </a:lnTo>
                    <a:lnTo>
                      <a:pt x="869" y="578"/>
                    </a:lnTo>
                    <a:lnTo>
                      <a:pt x="867" y="580"/>
                    </a:lnTo>
                    <a:lnTo>
                      <a:pt x="865" y="582"/>
                    </a:lnTo>
                    <a:lnTo>
                      <a:pt x="861" y="582"/>
                    </a:lnTo>
                    <a:lnTo>
                      <a:pt x="858" y="583"/>
                    </a:lnTo>
                    <a:lnTo>
                      <a:pt x="855" y="583"/>
                    </a:lnTo>
                    <a:lnTo>
                      <a:pt x="854" y="586"/>
                    </a:lnTo>
                    <a:lnTo>
                      <a:pt x="854" y="589"/>
                    </a:lnTo>
                    <a:lnTo>
                      <a:pt x="853" y="592"/>
                    </a:lnTo>
                    <a:lnTo>
                      <a:pt x="850" y="594"/>
                    </a:lnTo>
                    <a:lnTo>
                      <a:pt x="846" y="594"/>
                    </a:lnTo>
                    <a:lnTo>
                      <a:pt x="843" y="593"/>
                    </a:lnTo>
                    <a:lnTo>
                      <a:pt x="839" y="593"/>
                    </a:lnTo>
                    <a:lnTo>
                      <a:pt x="836" y="594"/>
                    </a:lnTo>
                    <a:lnTo>
                      <a:pt x="833" y="595"/>
                    </a:lnTo>
                    <a:lnTo>
                      <a:pt x="830" y="594"/>
                    </a:lnTo>
                    <a:lnTo>
                      <a:pt x="828" y="592"/>
                    </a:lnTo>
                    <a:lnTo>
                      <a:pt x="825" y="591"/>
                    </a:lnTo>
                    <a:lnTo>
                      <a:pt x="823" y="590"/>
                    </a:lnTo>
                    <a:lnTo>
                      <a:pt x="821" y="589"/>
                    </a:lnTo>
                    <a:lnTo>
                      <a:pt x="819" y="588"/>
                    </a:lnTo>
                    <a:lnTo>
                      <a:pt x="817" y="586"/>
                    </a:lnTo>
                    <a:lnTo>
                      <a:pt x="816" y="585"/>
                    </a:lnTo>
                    <a:lnTo>
                      <a:pt x="814" y="584"/>
                    </a:lnTo>
                    <a:lnTo>
                      <a:pt x="810" y="584"/>
                    </a:lnTo>
                    <a:lnTo>
                      <a:pt x="806" y="584"/>
                    </a:lnTo>
                    <a:lnTo>
                      <a:pt x="804" y="582"/>
                    </a:lnTo>
                    <a:lnTo>
                      <a:pt x="805" y="579"/>
                    </a:lnTo>
                    <a:lnTo>
                      <a:pt x="808" y="576"/>
                    </a:lnTo>
                    <a:lnTo>
                      <a:pt x="810" y="573"/>
                    </a:lnTo>
                    <a:lnTo>
                      <a:pt x="811" y="571"/>
                    </a:lnTo>
                    <a:lnTo>
                      <a:pt x="811" y="569"/>
                    </a:lnTo>
                    <a:lnTo>
                      <a:pt x="810" y="567"/>
                    </a:lnTo>
                    <a:lnTo>
                      <a:pt x="811" y="566"/>
                    </a:lnTo>
                    <a:lnTo>
                      <a:pt x="812" y="564"/>
                    </a:lnTo>
                    <a:lnTo>
                      <a:pt x="812" y="561"/>
                    </a:lnTo>
                    <a:lnTo>
                      <a:pt x="811" y="559"/>
                    </a:lnTo>
                    <a:lnTo>
                      <a:pt x="811" y="557"/>
                    </a:lnTo>
                    <a:lnTo>
                      <a:pt x="813" y="555"/>
                    </a:lnTo>
                    <a:lnTo>
                      <a:pt x="816" y="554"/>
                    </a:lnTo>
                    <a:lnTo>
                      <a:pt x="818" y="552"/>
                    </a:lnTo>
                    <a:lnTo>
                      <a:pt x="819" y="550"/>
                    </a:lnTo>
                    <a:lnTo>
                      <a:pt x="819" y="548"/>
                    </a:lnTo>
                    <a:lnTo>
                      <a:pt x="821" y="546"/>
                    </a:lnTo>
                    <a:lnTo>
                      <a:pt x="824" y="546"/>
                    </a:lnTo>
                    <a:lnTo>
                      <a:pt x="827" y="548"/>
                    </a:lnTo>
                    <a:lnTo>
                      <a:pt x="830" y="550"/>
                    </a:lnTo>
                    <a:lnTo>
                      <a:pt x="832" y="550"/>
                    </a:lnTo>
                    <a:lnTo>
                      <a:pt x="834" y="549"/>
                    </a:lnTo>
                    <a:lnTo>
                      <a:pt x="836" y="547"/>
                    </a:lnTo>
                    <a:lnTo>
                      <a:pt x="839" y="546"/>
                    </a:lnTo>
                    <a:lnTo>
                      <a:pt x="841" y="545"/>
                    </a:lnTo>
                    <a:lnTo>
                      <a:pt x="844" y="545"/>
                    </a:lnTo>
                    <a:lnTo>
                      <a:pt x="847" y="545"/>
                    </a:lnTo>
                    <a:lnTo>
                      <a:pt x="850" y="546"/>
                    </a:lnTo>
                    <a:lnTo>
                      <a:pt x="852" y="548"/>
                    </a:lnTo>
                    <a:lnTo>
                      <a:pt x="853" y="551"/>
                    </a:lnTo>
                    <a:lnTo>
                      <a:pt x="854" y="554"/>
                    </a:lnTo>
                    <a:lnTo>
                      <a:pt x="855" y="556"/>
                    </a:lnTo>
                    <a:lnTo>
                      <a:pt x="858" y="556"/>
                    </a:lnTo>
                    <a:lnTo>
                      <a:pt x="861" y="557"/>
                    </a:lnTo>
                    <a:lnTo>
                      <a:pt x="864" y="559"/>
                    </a:lnTo>
                    <a:lnTo>
                      <a:pt x="864" y="561"/>
                    </a:lnTo>
                    <a:lnTo>
                      <a:pt x="864" y="564"/>
                    </a:lnTo>
                    <a:lnTo>
                      <a:pt x="864" y="566"/>
                    </a:lnTo>
                    <a:lnTo>
                      <a:pt x="866" y="567"/>
                    </a:lnTo>
                    <a:close/>
                  </a:path>
                </a:pathLst>
              </a:custGeom>
              <a:solidFill>
                <a:srgbClr val="ECB78D">
                  <a:alpha val="9600"/>
                </a:srgbClr>
              </a:solidFill>
              <a:ln>
                <a:noFill/>
              </a:ln>
            </p:spPr>
            <p:txBody>
              <a:bodyPr anchor="ctr"/>
              <a:lstStyle/>
              <a:p>
                <a:pPr algn="ctr">
                  <a:buNone/>
                </a:pPr>
              </a:p>
            </p:txBody>
          </p:sp>
          <p:sp>
            <p:nvSpPr>
              <p:cNvPr id="7542" name="addition:spatial:31">
                <a:extLst>
                  <a:ext uri="{FF2B5EF4-FFF2-40B4-BE49-F238E27FC236}">
                    <ns2:creationId id="{A3DE80BD-1233-4F7B-B79F-975FD75477AE}"/>
                  </a:ext>
                </a:extLst>
              </p:cNvPr>
              <p:cNvSpPr>
                <a:spLocks noGrp="1"/>
              </p:cNvSpPr>
              <p:nvPr/>
            </p:nvSpPr>
            <p:spPr>
              <a:xfrm>
                <a:off x="5648325" y="1666875"/>
                <a:ext cx="1242350" cy="1018367"/>
              </a:xfrm>
              <a:custGeom>
                <a:rect l="l" t="t" r="r" b="b"/>
                <a:pathLst>
                  <a:path w="937" h="602">
                    <a:moveTo>
                      <a:pt x="0" y="0"/>
                    </a:moveTo>
                    <a:moveTo>
                      <a:pt x="929" y="565"/>
                    </a:moveTo>
                    <a:lnTo>
                      <a:pt x="935" y="568"/>
                    </a:lnTo>
                    <a:lnTo>
                      <a:pt x="937" y="571"/>
                    </a:lnTo>
                    <a:lnTo>
                      <a:pt x="936" y="574"/>
                    </a:lnTo>
                    <a:lnTo>
                      <a:pt x="933" y="576"/>
                    </a:lnTo>
                    <a:lnTo>
                      <a:pt x="930" y="579"/>
                    </a:lnTo>
                    <a:lnTo>
                      <a:pt x="930" y="581"/>
                    </a:lnTo>
                    <a:lnTo>
                      <a:pt x="930" y="584"/>
                    </a:lnTo>
                    <a:lnTo>
                      <a:pt x="928" y="587"/>
                    </a:lnTo>
                    <a:lnTo>
                      <a:pt x="924" y="588"/>
                    </a:lnTo>
                    <a:lnTo>
                      <a:pt x="920" y="589"/>
                    </a:lnTo>
                    <a:lnTo>
                      <a:pt x="916" y="589"/>
                    </a:lnTo>
                    <a:lnTo>
                      <a:pt x="913" y="591"/>
                    </a:lnTo>
                    <a:lnTo>
                      <a:pt x="910" y="592"/>
                    </a:lnTo>
                    <a:lnTo>
                      <a:pt x="906" y="592"/>
                    </a:lnTo>
                    <a:lnTo>
                      <a:pt x="902" y="592"/>
                    </a:lnTo>
                    <a:lnTo>
                      <a:pt x="899" y="593"/>
                    </a:lnTo>
                    <a:lnTo>
                      <a:pt x="895" y="596"/>
                    </a:lnTo>
                    <a:lnTo>
                      <a:pt x="890" y="600"/>
                    </a:lnTo>
                    <a:lnTo>
                      <a:pt x="885" y="602"/>
                    </a:lnTo>
                    <a:lnTo>
                      <a:pt x="880" y="600"/>
                    </a:lnTo>
                    <a:lnTo>
                      <a:pt x="876" y="596"/>
                    </a:lnTo>
                    <a:lnTo>
                      <a:pt x="873" y="592"/>
                    </a:lnTo>
                    <a:lnTo>
                      <a:pt x="870" y="590"/>
                    </a:lnTo>
                    <a:lnTo>
                      <a:pt x="866" y="589"/>
                    </a:lnTo>
                    <a:lnTo>
                      <a:pt x="862" y="588"/>
                    </a:lnTo>
                    <a:lnTo>
                      <a:pt x="858" y="586"/>
                    </a:lnTo>
                    <a:lnTo>
                      <a:pt x="855" y="584"/>
                    </a:lnTo>
                    <a:lnTo>
                      <a:pt x="852" y="582"/>
                    </a:lnTo>
                    <a:lnTo>
                      <a:pt x="848" y="581"/>
                    </a:lnTo>
                    <a:lnTo>
                      <a:pt x="844" y="579"/>
                    </a:lnTo>
                    <a:lnTo>
                      <a:pt x="842" y="577"/>
                    </a:lnTo>
                    <a:lnTo>
                      <a:pt x="842" y="574"/>
                    </a:lnTo>
                    <a:lnTo>
                      <a:pt x="842" y="571"/>
                    </a:lnTo>
                    <a:lnTo>
                      <a:pt x="841" y="568"/>
                    </a:lnTo>
                    <a:lnTo>
                      <a:pt x="839" y="565"/>
                    </a:lnTo>
                    <a:lnTo>
                      <a:pt x="837" y="562"/>
                    </a:lnTo>
                    <a:lnTo>
                      <a:pt x="839" y="559"/>
                    </a:lnTo>
                    <a:lnTo>
                      <a:pt x="845" y="557"/>
                    </a:lnTo>
                    <a:lnTo>
                      <a:pt x="852" y="556"/>
                    </a:lnTo>
                    <a:lnTo>
                      <a:pt x="857" y="555"/>
                    </a:lnTo>
                    <a:lnTo>
                      <a:pt x="858" y="552"/>
                    </a:lnTo>
                    <a:lnTo>
                      <a:pt x="858" y="549"/>
                    </a:lnTo>
                    <a:lnTo>
                      <a:pt x="858" y="545"/>
                    </a:lnTo>
                    <a:lnTo>
                      <a:pt x="860" y="543"/>
                    </a:lnTo>
                    <a:lnTo>
                      <a:pt x="863" y="540"/>
                    </a:lnTo>
                    <a:lnTo>
                      <a:pt x="866" y="538"/>
                    </a:lnTo>
                    <a:lnTo>
                      <a:pt x="869" y="535"/>
                    </a:lnTo>
                    <a:lnTo>
                      <a:pt x="874" y="534"/>
                    </a:lnTo>
                    <a:lnTo>
                      <a:pt x="879" y="535"/>
                    </a:lnTo>
                    <a:lnTo>
                      <a:pt x="884" y="537"/>
                    </a:lnTo>
                    <a:lnTo>
                      <a:pt x="888" y="538"/>
                    </a:lnTo>
                    <a:lnTo>
                      <a:pt x="891" y="537"/>
                    </a:lnTo>
                    <a:lnTo>
                      <a:pt x="894" y="536"/>
                    </a:lnTo>
                    <a:lnTo>
                      <a:pt x="898" y="534"/>
                    </a:lnTo>
                    <a:lnTo>
                      <a:pt x="901" y="536"/>
                    </a:lnTo>
                    <a:lnTo>
                      <a:pt x="904" y="538"/>
                    </a:lnTo>
                    <a:lnTo>
                      <a:pt x="906" y="541"/>
                    </a:lnTo>
                    <a:lnTo>
                      <a:pt x="909" y="541"/>
                    </a:lnTo>
                    <a:lnTo>
                      <a:pt x="914" y="540"/>
                    </a:lnTo>
                    <a:lnTo>
                      <a:pt x="919" y="539"/>
                    </a:lnTo>
                    <a:lnTo>
                      <a:pt x="923" y="541"/>
                    </a:lnTo>
                    <a:lnTo>
                      <a:pt x="925" y="543"/>
                    </a:lnTo>
                    <a:lnTo>
                      <a:pt x="926" y="546"/>
                    </a:lnTo>
                    <a:lnTo>
                      <a:pt x="927" y="549"/>
                    </a:lnTo>
                    <a:lnTo>
                      <a:pt x="928" y="552"/>
                    </a:lnTo>
                    <a:lnTo>
                      <a:pt x="927" y="555"/>
                    </a:lnTo>
                    <a:lnTo>
                      <a:pt x="925" y="558"/>
                    </a:lnTo>
                    <a:lnTo>
                      <a:pt x="923" y="561"/>
                    </a:lnTo>
                    <a:lnTo>
                      <a:pt x="924" y="563"/>
                    </a:lnTo>
                    <a:close/>
                  </a:path>
                </a:pathLst>
              </a:custGeom>
              <a:solidFill>
                <a:srgbClr val="ECB78D">
                  <a:alpha val="9600"/>
                </a:srgbClr>
              </a:solidFill>
              <a:ln>
                <a:noFill/>
              </a:ln>
            </p:spPr>
            <p:txBody>
              <a:bodyPr anchor="ctr"/>
              <a:lstStyle/>
              <a:p>
                <a:pPr algn="ctr">
                  <a:buNone/>
                </a:pPr>
              </a:p>
            </p:txBody>
          </p:sp>
          <p:sp>
            <p:nvSpPr>
              <p:cNvPr id="7543" name="addition:spatial:32">
                <a:extLst>
                  <a:ext uri="{FF2B5EF4-FFF2-40B4-BE49-F238E27FC236}">
                    <ns2:creationId id="{EBA845DD-6DBF-4D12-8096-FA18D6A48A6E}"/>
                  </a:ext>
                </a:extLst>
              </p:cNvPr>
              <p:cNvSpPr>
                <a:spLocks noGrp="1"/>
              </p:cNvSpPr>
              <p:nvPr/>
            </p:nvSpPr>
            <p:spPr>
              <a:xfrm>
                <a:off x="5648325" y="1666875"/>
                <a:ext cx="1272845" cy="1031900"/>
              </a:xfrm>
              <a:custGeom>
                <a:rect l="l" t="t" r="r" b="b"/>
                <a:pathLst>
                  <a:path w="960" h="610">
                    <a:moveTo>
                      <a:pt x="0" y="0"/>
                    </a:moveTo>
                    <a:moveTo>
                      <a:pt x="953" y="560"/>
                    </a:moveTo>
                    <a:lnTo>
                      <a:pt x="954" y="564"/>
                    </a:lnTo>
                    <a:lnTo>
                      <a:pt x="953" y="568"/>
                    </a:lnTo>
                    <a:lnTo>
                      <a:pt x="950" y="572"/>
                    </a:lnTo>
                    <a:lnTo>
                      <a:pt x="945" y="575"/>
                    </a:lnTo>
                    <a:lnTo>
                      <a:pt x="941" y="578"/>
                    </a:lnTo>
                    <a:lnTo>
                      <a:pt x="938" y="581"/>
                    </a:lnTo>
                    <a:lnTo>
                      <a:pt x="935" y="585"/>
                    </a:lnTo>
                    <a:lnTo>
                      <a:pt x="931" y="588"/>
                    </a:lnTo>
                    <a:lnTo>
                      <a:pt x="925" y="590"/>
                    </a:lnTo>
                    <a:lnTo>
                      <a:pt x="920" y="592"/>
                    </a:lnTo>
                    <a:lnTo>
                      <a:pt x="917" y="596"/>
                    </a:lnTo>
                    <a:lnTo>
                      <a:pt x="915" y="602"/>
                    </a:lnTo>
                    <a:lnTo>
                      <a:pt x="912" y="608"/>
                    </a:lnTo>
                    <a:lnTo>
                      <a:pt x="906" y="610"/>
                    </a:lnTo>
                    <a:lnTo>
                      <a:pt x="898" y="608"/>
                    </a:lnTo>
                    <a:lnTo>
                      <a:pt x="891" y="603"/>
                    </a:lnTo>
                    <a:lnTo>
                      <a:pt x="886" y="600"/>
                    </a:lnTo>
                    <a:lnTo>
                      <a:pt x="881" y="599"/>
                    </a:lnTo>
                    <a:lnTo>
                      <a:pt x="877" y="599"/>
                    </a:lnTo>
                    <a:lnTo>
                      <a:pt x="872" y="600"/>
                    </a:lnTo>
                    <a:lnTo>
                      <a:pt x="868" y="599"/>
                    </a:lnTo>
                    <a:lnTo>
                      <a:pt x="863" y="599"/>
                    </a:lnTo>
                    <a:lnTo>
                      <a:pt x="858" y="599"/>
                    </a:lnTo>
                    <a:lnTo>
                      <a:pt x="852" y="599"/>
                    </a:lnTo>
                    <a:lnTo>
                      <a:pt x="847" y="598"/>
                    </a:lnTo>
                    <a:lnTo>
                      <a:pt x="845" y="594"/>
                    </a:lnTo>
                    <a:lnTo>
                      <a:pt x="844" y="589"/>
                    </a:lnTo>
                    <a:lnTo>
                      <a:pt x="843" y="585"/>
                    </a:lnTo>
                    <a:lnTo>
                      <a:pt x="839" y="583"/>
                    </a:lnTo>
                    <a:lnTo>
                      <a:pt x="833" y="580"/>
                    </a:lnTo>
                    <a:lnTo>
                      <a:pt x="830" y="577"/>
                    </a:lnTo>
                    <a:lnTo>
                      <a:pt x="832" y="572"/>
                    </a:lnTo>
                    <a:lnTo>
                      <a:pt x="837" y="567"/>
                    </a:lnTo>
                    <a:lnTo>
                      <a:pt x="842" y="563"/>
                    </a:lnTo>
                    <a:lnTo>
                      <a:pt x="842" y="560"/>
                    </a:lnTo>
                    <a:lnTo>
                      <a:pt x="838" y="556"/>
                    </a:lnTo>
                    <a:lnTo>
                      <a:pt x="833" y="552"/>
                    </a:lnTo>
                    <a:lnTo>
                      <a:pt x="830" y="548"/>
                    </a:lnTo>
                    <a:lnTo>
                      <a:pt x="829" y="543"/>
                    </a:lnTo>
                    <a:lnTo>
                      <a:pt x="830" y="539"/>
                    </a:lnTo>
                    <a:lnTo>
                      <a:pt x="830" y="535"/>
                    </a:lnTo>
                    <a:lnTo>
                      <a:pt x="832" y="531"/>
                    </a:lnTo>
                    <a:lnTo>
                      <a:pt x="837" y="529"/>
                    </a:lnTo>
                    <a:lnTo>
                      <a:pt x="845" y="529"/>
                    </a:lnTo>
                    <a:lnTo>
                      <a:pt x="851" y="529"/>
                    </a:lnTo>
                    <a:lnTo>
                      <a:pt x="856" y="528"/>
                    </a:lnTo>
                    <a:lnTo>
                      <a:pt x="858" y="524"/>
                    </a:lnTo>
                    <a:lnTo>
                      <a:pt x="860" y="520"/>
                    </a:lnTo>
                    <a:lnTo>
                      <a:pt x="864" y="517"/>
                    </a:lnTo>
                    <a:lnTo>
                      <a:pt x="870" y="517"/>
                    </a:lnTo>
                    <a:lnTo>
                      <a:pt x="875" y="519"/>
                    </a:lnTo>
                    <a:lnTo>
                      <a:pt x="881" y="519"/>
                    </a:lnTo>
                    <a:lnTo>
                      <a:pt x="886" y="517"/>
                    </a:lnTo>
                    <a:lnTo>
                      <a:pt x="893" y="514"/>
                    </a:lnTo>
                    <a:lnTo>
                      <a:pt x="900" y="512"/>
                    </a:lnTo>
                    <a:lnTo>
                      <a:pt x="906" y="514"/>
                    </a:lnTo>
                    <a:lnTo>
                      <a:pt x="912" y="517"/>
                    </a:lnTo>
                    <a:lnTo>
                      <a:pt x="917" y="519"/>
                    </a:lnTo>
                    <a:lnTo>
                      <a:pt x="922" y="522"/>
                    </a:lnTo>
                    <a:lnTo>
                      <a:pt x="926" y="526"/>
                    </a:lnTo>
                    <a:lnTo>
                      <a:pt x="928" y="531"/>
                    </a:lnTo>
                    <a:lnTo>
                      <a:pt x="929" y="536"/>
                    </a:lnTo>
                    <a:lnTo>
                      <a:pt x="931" y="539"/>
                    </a:lnTo>
                    <a:lnTo>
                      <a:pt x="938" y="540"/>
                    </a:lnTo>
                    <a:lnTo>
                      <a:pt x="948" y="541"/>
                    </a:lnTo>
                    <a:lnTo>
                      <a:pt x="957" y="543"/>
                    </a:lnTo>
                    <a:lnTo>
                      <a:pt x="960" y="547"/>
                    </a:lnTo>
                    <a:lnTo>
                      <a:pt x="958" y="551"/>
                    </a:lnTo>
                    <a:lnTo>
                      <a:pt x="955" y="556"/>
                    </a:lnTo>
                    <a:close/>
                  </a:path>
                </a:pathLst>
              </a:custGeom>
              <a:solidFill>
                <a:srgbClr val="E18B48">
                  <a:alpha val="11100"/>
                </a:srgbClr>
              </a:solidFill>
              <a:ln>
                <a:noFill/>
              </a:ln>
            </p:spPr>
            <p:txBody>
              <a:bodyPr anchor="ctr"/>
              <a:lstStyle/>
              <a:p>
                <a:pPr algn="ctr">
                  <a:buNone/>
                </a:pPr>
              </a:p>
            </p:txBody>
          </p:sp>
          <p:sp>
            <p:nvSpPr>
              <p:cNvPr id="7544" name="addition:spatial:33">
                <a:extLst>
                  <a:ext uri="{FF2B5EF4-FFF2-40B4-BE49-F238E27FC236}">
                    <ns2:creationId id="{A2FDDEF5-9709-44DB-9B37-5FB4EABC1219}"/>
                  </a:ext>
                </a:extLst>
              </p:cNvPr>
              <p:cNvSpPr>
                <a:spLocks noGrp="1"/>
              </p:cNvSpPr>
              <p:nvPr/>
            </p:nvSpPr>
            <p:spPr>
              <a:xfrm>
                <a:off x="5648325" y="1666875"/>
                <a:ext cx="1186663" cy="969310"/>
              </a:xfrm>
              <a:custGeom>
                <a:rect l="l" t="t" r="r" b="b"/>
                <a:pathLst>
                  <a:path w="895" h="573">
                    <a:moveTo>
                      <a:pt x="0" y="0"/>
                    </a:moveTo>
                    <a:moveTo>
                      <a:pt x="893" y="548"/>
                    </a:moveTo>
                    <a:lnTo>
                      <a:pt x="895" y="550"/>
                    </a:lnTo>
                    <a:lnTo>
                      <a:pt x="895" y="552"/>
                    </a:lnTo>
                    <a:lnTo>
                      <a:pt x="894" y="554"/>
                    </a:lnTo>
                    <a:lnTo>
                      <a:pt x="893" y="556"/>
                    </a:lnTo>
                    <a:lnTo>
                      <a:pt x="891" y="558"/>
                    </a:lnTo>
                    <a:lnTo>
                      <a:pt x="889" y="559"/>
                    </a:lnTo>
                    <a:lnTo>
                      <a:pt x="887" y="560"/>
                    </a:lnTo>
                    <a:lnTo>
                      <a:pt x="884" y="561"/>
                    </a:lnTo>
                    <a:lnTo>
                      <a:pt x="882" y="562"/>
                    </a:lnTo>
                    <a:lnTo>
                      <a:pt x="881" y="564"/>
                    </a:lnTo>
                    <a:lnTo>
                      <a:pt x="880" y="567"/>
                    </a:lnTo>
                    <a:lnTo>
                      <a:pt x="878" y="568"/>
                    </a:lnTo>
                    <a:lnTo>
                      <a:pt x="875" y="569"/>
                    </a:lnTo>
                    <a:lnTo>
                      <a:pt x="872" y="568"/>
                    </a:lnTo>
                    <a:lnTo>
                      <a:pt x="869" y="568"/>
                    </a:lnTo>
                    <a:lnTo>
                      <a:pt x="867" y="570"/>
                    </a:lnTo>
                    <a:lnTo>
                      <a:pt x="864" y="572"/>
                    </a:lnTo>
                    <a:lnTo>
                      <a:pt x="861" y="573"/>
                    </a:lnTo>
                    <a:lnTo>
                      <a:pt x="857" y="573"/>
                    </a:lnTo>
                    <a:lnTo>
                      <a:pt x="855" y="571"/>
                    </a:lnTo>
                    <a:lnTo>
                      <a:pt x="853" y="569"/>
                    </a:lnTo>
                    <a:lnTo>
                      <a:pt x="850" y="567"/>
                    </a:lnTo>
                    <a:lnTo>
                      <a:pt x="848" y="566"/>
                    </a:lnTo>
                    <a:lnTo>
                      <a:pt x="847" y="564"/>
                    </a:lnTo>
                    <a:lnTo>
                      <a:pt x="845" y="563"/>
                    </a:lnTo>
                    <a:lnTo>
                      <a:pt x="843" y="562"/>
                    </a:lnTo>
                    <a:lnTo>
                      <a:pt x="840" y="562"/>
                    </a:lnTo>
                    <a:lnTo>
                      <a:pt x="836" y="562"/>
                    </a:lnTo>
                    <a:lnTo>
                      <a:pt x="833" y="561"/>
                    </a:lnTo>
                    <a:lnTo>
                      <a:pt x="832" y="559"/>
                    </a:lnTo>
                    <a:lnTo>
                      <a:pt x="833" y="556"/>
                    </a:lnTo>
                    <a:lnTo>
                      <a:pt x="835" y="554"/>
                    </a:lnTo>
                    <a:lnTo>
                      <a:pt x="836" y="552"/>
                    </a:lnTo>
                    <a:lnTo>
                      <a:pt x="835" y="550"/>
                    </a:lnTo>
                    <a:lnTo>
                      <a:pt x="835" y="548"/>
                    </a:lnTo>
                    <a:lnTo>
                      <a:pt x="835" y="546"/>
                    </a:lnTo>
                    <a:lnTo>
                      <a:pt x="837" y="544"/>
                    </a:lnTo>
                    <a:lnTo>
                      <a:pt x="839" y="542"/>
                    </a:lnTo>
                    <a:lnTo>
                      <a:pt x="841" y="541"/>
                    </a:lnTo>
                    <a:lnTo>
                      <a:pt x="841" y="539"/>
                    </a:lnTo>
                    <a:lnTo>
                      <a:pt x="841" y="537"/>
                    </a:lnTo>
                    <a:lnTo>
                      <a:pt x="843" y="535"/>
                    </a:lnTo>
                    <a:lnTo>
                      <a:pt x="844" y="533"/>
                    </a:lnTo>
                    <a:lnTo>
                      <a:pt x="845" y="531"/>
                    </a:lnTo>
                    <a:lnTo>
                      <a:pt x="845" y="529"/>
                    </a:lnTo>
                    <a:lnTo>
                      <a:pt x="846" y="526"/>
                    </a:lnTo>
                    <a:lnTo>
                      <a:pt x="849" y="525"/>
                    </a:lnTo>
                    <a:lnTo>
                      <a:pt x="852" y="526"/>
                    </a:lnTo>
                    <a:lnTo>
                      <a:pt x="856" y="528"/>
                    </a:lnTo>
                    <a:lnTo>
                      <a:pt x="858" y="530"/>
                    </a:lnTo>
                    <a:lnTo>
                      <a:pt x="860" y="529"/>
                    </a:lnTo>
                    <a:lnTo>
                      <a:pt x="861" y="528"/>
                    </a:lnTo>
                    <a:lnTo>
                      <a:pt x="863" y="526"/>
                    </a:lnTo>
                    <a:lnTo>
                      <a:pt x="866" y="526"/>
                    </a:lnTo>
                    <a:lnTo>
                      <a:pt x="868" y="526"/>
                    </a:lnTo>
                    <a:lnTo>
                      <a:pt x="870" y="526"/>
                    </a:lnTo>
                    <a:lnTo>
                      <a:pt x="872" y="526"/>
                    </a:lnTo>
                    <a:lnTo>
                      <a:pt x="875" y="527"/>
                    </a:lnTo>
                    <a:lnTo>
                      <a:pt x="877" y="528"/>
                    </a:lnTo>
                    <a:lnTo>
                      <a:pt x="879" y="530"/>
                    </a:lnTo>
                    <a:lnTo>
                      <a:pt x="880" y="532"/>
                    </a:lnTo>
                    <a:lnTo>
                      <a:pt x="882" y="533"/>
                    </a:lnTo>
                    <a:lnTo>
                      <a:pt x="884" y="534"/>
                    </a:lnTo>
                    <a:lnTo>
                      <a:pt x="886" y="536"/>
                    </a:lnTo>
                    <a:lnTo>
                      <a:pt x="887" y="538"/>
                    </a:lnTo>
                    <a:lnTo>
                      <a:pt x="885" y="541"/>
                    </a:lnTo>
                    <a:lnTo>
                      <a:pt x="884" y="543"/>
                    </a:lnTo>
                    <a:lnTo>
                      <a:pt x="885" y="544"/>
                    </a:lnTo>
                    <a:lnTo>
                      <a:pt x="889" y="546"/>
                    </a:lnTo>
                    <a:close/>
                  </a:path>
                </a:pathLst>
              </a:custGeom>
              <a:solidFill>
                <a:srgbClr val="DE8036">
                  <a:alpha val="10800"/>
                </a:srgbClr>
              </a:solidFill>
              <a:ln>
                <a:noFill/>
              </a:ln>
            </p:spPr>
            <p:txBody>
              <a:bodyPr anchor="ctr"/>
              <a:lstStyle/>
              <a:p>
                <a:pPr algn="ctr">
                  <a:buNone/>
                </a:pPr>
              </a:p>
            </p:txBody>
          </p:sp>
          <p:sp>
            <p:nvSpPr>
              <p:cNvPr id="7545" name="addition:spatial:34">
                <a:extLst>
                  <a:ext uri="{FF2B5EF4-FFF2-40B4-BE49-F238E27FC236}">
                    <ns2:creationId id="{4361E185-C914-41A2-8847-2022C62E5505}"/>
                  </a:ext>
                </a:extLst>
              </p:cNvPr>
              <p:cNvSpPr>
                <a:spLocks noGrp="1"/>
              </p:cNvSpPr>
              <p:nvPr/>
            </p:nvSpPr>
            <p:spPr>
              <a:xfrm>
                <a:off x="5648325" y="1666875"/>
                <a:ext cx="1231743" cy="947318"/>
              </a:xfrm>
              <a:custGeom>
                <a:rect l="l" t="t" r="r" b="b"/>
                <a:pathLst>
                  <a:path w="929" h="560">
                    <a:moveTo>
                      <a:pt x="0" y="0"/>
                    </a:moveTo>
                    <a:moveTo>
                      <a:pt x="928" y="541"/>
                    </a:moveTo>
                    <a:lnTo>
                      <a:pt x="929" y="543"/>
                    </a:lnTo>
                    <a:lnTo>
                      <a:pt x="929" y="544"/>
                    </a:lnTo>
                    <a:lnTo>
                      <a:pt x="927" y="546"/>
                    </a:lnTo>
                    <a:lnTo>
                      <a:pt x="926" y="547"/>
                    </a:lnTo>
                    <a:lnTo>
                      <a:pt x="924" y="548"/>
                    </a:lnTo>
                    <a:lnTo>
                      <a:pt x="923" y="550"/>
                    </a:lnTo>
                    <a:lnTo>
                      <a:pt x="923" y="551"/>
                    </a:lnTo>
                    <a:lnTo>
                      <a:pt x="922" y="552"/>
                    </a:lnTo>
                    <a:lnTo>
                      <a:pt x="919" y="553"/>
                    </a:lnTo>
                    <a:lnTo>
                      <a:pt x="916" y="553"/>
                    </a:lnTo>
                    <a:lnTo>
                      <a:pt x="914" y="553"/>
                    </a:lnTo>
                    <a:lnTo>
                      <a:pt x="913" y="555"/>
                    </a:lnTo>
                    <a:lnTo>
                      <a:pt x="912" y="557"/>
                    </a:lnTo>
                    <a:lnTo>
                      <a:pt x="910" y="559"/>
                    </a:lnTo>
                    <a:lnTo>
                      <a:pt x="908" y="560"/>
                    </a:lnTo>
                    <a:lnTo>
                      <a:pt x="905" y="560"/>
                    </a:lnTo>
                    <a:lnTo>
                      <a:pt x="903" y="559"/>
                    </a:lnTo>
                    <a:lnTo>
                      <a:pt x="900" y="558"/>
                    </a:lnTo>
                    <a:lnTo>
                      <a:pt x="898" y="558"/>
                    </a:lnTo>
                    <a:lnTo>
                      <a:pt x="896" y="557"/>
                    </a:lnTo>
                    <a:lnTo>
                      <a:pt x="895" y="555"/>
                    </a:lnTo>
                    <a:lnTo>
                      <a:pt x="894" y="554"/>
                    </a:lnTo>
                    <a:lnTo>
                      <a:pt x="892" y="554"/>
                    </a:lnTo>
                    <a:lnTo>
                      <a:pt x="889" y="555"/>
                    </a:lnTo>
                    <a:lnTo>
                      <a:pt x="887" y="555"/>
                    </a:lnTo>
                    <a:lnTo>
                      <a:pt x="885" y="554"/>
                    </a:lnTo>
                    <a:lnTo>
                      <a:pt x="884" y="553"/>
                    </a:lnTo>
                    <a:lnTo>
                      <a:pt x="884" y="551"/>
                    </a:lnTo>
                    <a:lnTo>
                      <a:pt x="884" y="550"/>
                    </a:lnTo>
                    <a:lnTo>
                      <a:pt x="882" y="549"/>
                    </a:lnTo>
                    <a:lnTo>
                      <a:pt x="880" y="548"/>
                    </a:lnTo>
                    <a:lnTo>
                      <a:pt x="879" y="546"/>
                    </a:lnTo>
                    <a:lnTo>
                      <a:pt x="880" y="544"/>
                    </a:lnTo>
                    <a:lnTo>
                      <a:pt x="882" y="543"/>
                    </a:lnTo>
                    <a:lnTo>
                      <a:pt x="884" y="541"/>
                    </a:lnTo>
                    <a:lnTo>
                      <a:pt x="884" y="540"/>
                    </a:lnTo>
                    <a:lnTo>
                      <a:pt x="885" y="538"/>
                    </a:lnTo>
                    <a:lnTo>
                      <a:pt x="885" y="537"/>
                    </a:lnTo>
                    <a:lnTo>
                      <a:pt x="886" y="536"/>
                    </a:lnTo>
                    <a:lnTo>
                      <a:pt x="886" y="534"/>
                    </a:lnTo>
                    <a:lnTo>
                      <a:pt x="885" y="532"/>
                    </a:lnTo>
                    <a:lnTo>
                      <a:pt x="884" y="530"/>
                    </a:lnTo>
                    <a:lnTo>
                      <a:pt x="884" y="528"/>
                    </a:lnTo>
                    <a:lnTo>
                      <a:pt x="886" y="527"/>
                    </a:lnTo>
                    <a:lnTo>
                      <a:pt x="889" y="527"/>
                    </a:lnTo>
                    <a:lnTo>
                      <a:pt x="892" y="528"/>
                    </a:lnTo>
                    <a:lnTo>
                      <a:pt x="893" y="527"/>
                    </a:lnTo>
                    <a:lnTo>
                      <a:pt x="894" y="526"/>
                    </a:lnTo>
                    <a:lnTo>
                      <a:pt x="896" y="525"/>
                    </a:lnTo>
                    <a:lnTo>
                      <a:pt x="897" y="525"/>
                    </a:lnTo>
                    <a:lnTo>
                      <a:pt x="899" y="525"/>
                    </a:lnTo>
                    <a:lnTo>
                      <a:pt x="901" y="525"/>
                    </a:lnTo>
                    <a:lnTo>
                      <a:pt x="902" y="525"/>
                    </a:lnTo>
                    <a:lnTo>
                      <a:pt x="904" y="524"/>
                    </a:lnTo>
                    <a:lnTo>
                      <a:pt x="906" y="524"/>
                    </a:lnTo>
                    <a:lnTo>
                      <a:pt x="908" y="525"/>
                    </a:lnTo>
                    <a:lnTo>
                      <a:pt x="910" y="525"/>
                    </a:lnTo>
                    <a:lnTo>
                      <a:pt x="913" y="525"/>
                    </a:lnTo>
                    <a:lnTo>
                      <a:pt x="915" y="525"/>
                    </a:lnTo>
                    <a:lnTo>
                      <a:pt x="918" y="526"/>
                    </a:lnTo>
                    <a:lnTo>
                      <a:pt x="919" y="528"/>
                    </a:lnTo>
                    <a:lnTo>
                      <a:pt x="918" y="530"/>
                    </a:lnTo>
                    <a:lnTo>
                      <a:pt x="918" y="533"/>
                    </a:lnTo>
                    <a:lnTo>
                      <a:pt x="918" y="534"/>
                    </a:lnTo>
                    <a:lnTo>
                      <a:pt x="920" y="535"/>
                    </a:lnTo>
                    <a:lnTo>
                      <a:pt x="923" y="535"/>
                    </a:lnTo>
                    <a:lnTo>
                      <a:pt x="926" y="536"/>
                    </a:lnTo>
                    <a:lnTo>
                      <a:pt x="927" y="538"/>
                    </a:lnTo>
                    <a:lnTo>
                      <a:pt x="928" y="539"/>
                    </a:lnTo>
                    <a:close/>
                  </a:path>
                </a:pathLst>
              </a:custGeom>
              <a:solidFill>
                <a:srgbClr val="DE8036">
                  <a:alpha val="10800"/>
                </a:srgbClr>
              </a:solidFill>
              <a:ln>
                <a:noFill/>
              </a:ln>
            </p:spPr>
            <p:txBody>
              <a:bodyPr anchor="ctr"/>
              <a:lstStyle/>
              <a:p>
                <a:pPr algn="ctr">
                  <a:buNone/>
                </a:pPr>
              </a:p>
            </p:txBody>
          </p:sp>
          <p:sp>
            <p:nvSpPr>
              <p:cNvPr id="7546" name="addition:spatial:35">
                <a:extLst>
                  <a:ext uri="{FF2B5EF4-FFF2-40B4-BE49-F238E27FC236}">
                    <ns2:creationId id="{24E21E8A-1C2F-42F1-A8CD-121134E8A825}"/>
                  </a:ext>
                </a:extLst>
              </p:cNvPr>
              <p:cNvSpPr>
                <a:spLocks noGrp="1"/>
              </p:cNvSpPr>
              <p:nvPr/>
            </p:nvSpPr>
            <p:spPr>
              <a:xfrm>
                <a:off x="5648325" y="1666875"/>
                <a:ext cx="1267541" cy="1009909"/>
              </a:xfrm>
              <a:custGeom>
                <a:rect l="l" t="t" r="r" b="b"/>
                <a:pathLst>
                  <a:path w="956" h="597">
                    <a:moveTo>
                      <a:pt x="0" y="0"/>
                    </a:moveTo>
                    <a:moveTo>
                      <a:pt x="953" y="571"/>
                    </a:moveTo>
                    <a:lnTo>
                      <a:pt x="952" y="573"/>
                    </a:lnTo>
                    <a:lnTo>
                      <a:pt x="953" y="575"/>
                    </a:lnTo>
                    <a:lnTo>
                      <a:pt x="954" y="577"/>
                    </a:lnTo>
                    <a:lnTo>
                      <a:pt x="953" y="579"/>
                    </a:lnTo>
                    <a:lnTo>
                      <a:pt x="951" y="581"/>
                    </a:lnTo>
                    <a:lnTo>
                      <a:pt x="947" y="582"/>
                    </a:lnTo>
                    <a:lnTo>
                      <a:pt x="945" y="583"/>
                    </a:lnTo>
                    <a:lnTo>
                      <a:pt x="943" y="584"/>
                    </a:lnTo>
                    <a:lnTo>
                      <a:pt x="941" y="586"/>
                    </a:lnTo>
                    <a:lnTo>
                      <a:pt x="938" y="587"/>
                    </a:lnTo>
                    <a:lnTo>
                      <a:pt x="936" y="588"/>
                    </a:lnTo>
                    <a:lnTo>
                      <a:pt x="934" y="590"/>
                    </a:lnTo>
                    <a:lnTo>
                      <a:pt x="932" y="592"/>
                    </a:lnTo>
                    <a:lnTo>
                      <a:pt x="930" y="595"/>
                    </a:lnTo>
                    <a:lnTo>
                      <a:pt x="927" y="597"/>
                    </a:lnTo>
                    <a:lnTo>
                      <a:pt x="924" y="596"/>
                    </a:lnTo>
                    <a:lnTo>
                      <a:pt x="920" y="594"/>
                    </a:lnTo>
                    <a:lnTo>
                      <a:pt x="917" y="591"/>
                    </a:lnTo>
                    <a:lnTo>
                      <a:pt x="915" y="590"/>
                    </a:lnTo>
                    <a:lnTo>
                      <a:pt x="912" y="591"/>
                    </a:lnTo>
                    <a:lnTo>
                      <a:pt x="910" y="591"/>
                    </a:lnTo>
                    <a:lnTo>
                      <a:pt x="907" y="591"/>
                    </a:lnTo>
                    <a:lnTo>
                      <a:pt x="905" y="590"/>
                    </a:lnTo>
                    <a:lnTo>
                      <a:pt x="903" y="589"/>
                    </a:lnTo>
                    <a:lnTo>
                      <a:pt x="901" y="588"/>
                    </a:lnTo>
                    <a:lnTo>
                      <a:pt x="898" y="588"/>
                    </a:lnTo>
                    <a:lnTo>
                      <a:pt x="896" y="586"/>
                    </a:lnTo>
                    <a:lnTo>
                      <a:pt x="895" y="584"/>
                    </a:lnTo>
                    <a:lnTo>
                      <a:pt x="895" y="582"/>
                    </a:lnTo>
                    <a:lnTo>
                      <a:pt x="894" y="581"/>
                    </a:lnTo>
                    <a:lnTo>
                      <a:pt x="892" y="579"/>
                    </a:lnTo>
                    <a:lnTo>
                      <a:pt x="890" y="577"/>
                    </a:lnTo>
                    <a:lnTo>
                      <a:pt x="891" y="575"/>
                    </a:lnTo>
                    <a:lnTo>
                      <a:pt x="894" y="573"/>
                    </a:lnTo>
                    <a:lnTo>
                      <a:pt x="897" y="571"/>
                    </a:lnTo>
                    <a:lnTo>
                      <a:pt x="899" y="569"/>
                    </a:lnTo>
                    <a:lnTo>
                      <a:pt x="898" y="567"/>
                    </a:lnTo>
                    <a:lnTo>
                      <a:pt x="896" y="565"/>
                    </a:lnTo>
                    <a:lnTo>
                      <a:pt x="894" y="563"/>
                    </a:lnTo>
                    <a:lnTo>
                      <a:pt x="894" y="560"/>
                    </a:lnTo>
                    <a:lnTo>
                      <a:pt x="895" y="558"/>
                    </a:lnTo>
                    <a:lnTo>
                      <a:pt x="896" y="557"/>
                    </a:lnTo>
                    <a:lnTo>
                      <a:pt x="897" y="555"/>
                    </a:lnTo>
                    <a:lnTo>
                      <a:pt x="899" y="553"/>
                    </a:lnTo>
                    <a:lnTo>
                      <a:pt x="902" y="553"/>
                    </a:lnTo>
                    <a:lnTo>
                      <a:pt x="905" y="553"/>
                    </a:lnTo>
                    <a:lnTo>
                      <a:pt x="908" y="553"/>
                    </a:lnTo>
                    <a:lnTo>
                      <a:pt x="909" y="552"/>
                    </a:lnTo>
                    <a:lnTo>
                      <a:pt x="910" y="550"/>
                    </a:lnTo>
                    <a:lnTo>
                      <a:pt x="912" y="549"/>
                    </a:lnTo>
                    <a:lnTo>
                      <a:pt x="915" y="549"/>
                    </a:lnTo>
                    <a:lnTo>
                      <a:pt x="917" y="550"/>
                    </a:lnTo>
                    <a:lnTo>
                      <a:pt x="920" y="551"/>
                    </a:lnTo>
                    <a:lnTo>
                      <a:pt x="922" y="550"/>
                    </a:lnTo>
                    <a:lnTo>
                      <a:pt x="925" y="549"/>
                    </a:lnTo>
                    <a:lnTo>
                      <a:pt x="929" y="547"/>
                    </a:lnTo>
                    <a:lnTo>
                      <a:pt x="932" y="547"/>
                    </a:lnTo>
                    <a:lnTo>
                      <a:pt x="935" y="549"/>
                    </a:lnTo>
                    <a:lnTo>
                      <a:pt x="937" y="551"/>
                    </a:lnTo>
                    <a:lnTo>
                      <a:pt x="938" y="553"/>
                    </a:lnTo>
                    <a:lnTo>
                      <a:pt x="940" y="555"/>
                    </a:lnTo>
                    <a:lnTo>
                      <a:pt x="941" y="557"/>
                    </a:lnTo>
                    <a:lnTo>
                      <a:pt x="942" y="559"/>
                    </a:lnTo>
                    <a:lnTo>
                      <a:pt x="942" y="561"/>
                    </a:lnTo>
                    <a:lnTo>
                      <a:pt x="945" y="562"/>
                    </a:lnTo>
                    <a:lnTo>
                      <a:pt x="949" y="563"/>
                    </a:lnTo>
                    <a:lnTo>
                      <a:pt x="953" y="564"/>
                    </a:lnTo>
                    <a:lnTo>
                      <a:pt x="956" y="566"/>
                    </a:lnTo>
                    <a:lnTo>
                      <a:pt x="955" y="569"/>
                    </a:lnTo>
                    <a:close/>
                  </a:path>
                </a:pathLst>
              </a:custGeom>
              <a:solidFill>
                <a:srgbClr val="DE8036">
                  <a:alpha val="10800"/>
                </a:srgbClr>
              </a:solidFill>
              <a:ln>
                <a:noFill/>
              </a:ln>
            </p:spPr>
            <p:txBody>
              <a:bodyPr anchor="ctr"/>
              <a:lstStyle/>
              <a:p>
                <a:pPr algn="ctr">
                  <a:buNone/>
                </a:pPr>
              </a:p>
            </p:txBody>
          </p:sp>
          <p:sp>
            <p:nvSpPr>
              <p:cNvPr id="7547" name="addition:spatial:36">
                <a:extLst>
                  <a:ext uri="{FF2B5EF4-FFF2-40B4-BE49-F238E27FC236}">
                    <ns2:creationId id="{5984F8E3-CC68-42A4-89FC-EB64B98FDBFF}"/>
                  </a:ext>
                </a:extLst>
              </p:cNvPr>
              <p:cNvSpPr>
                <a:spLocks noGrp="1"/>
              </p:cNvSpPr>
              <p:nvPr/>
            </p:nvSpPr>
            <p:spPr>
              <a:xfrm>
                <a:off x="5648325" y="1666875"/>
                <a:ext cx="1205225" cy="1020059"/>
              </a:xfrm>
              <a:custGeom>
                <a:rect l="l" t="t" r="r" b="b"/>
                <a:pathLst>
                  <a:path w="909" h="603">
                    <a:moveTo>
                      <a:pt x="0" y="0"/>
                    </a:moveTo>
                    <a:moveTo>
                      <a:pt x="908" y="584"/>
                    </a:moveTo>
                    <a:lnTo>
                      <a:pt x="905" y="585"/>
                    </a:lnTo>
                    <a:lnTo>
                      <a:pt x="902" y="587"/>
                    </a:lnTo>
                    <a:lnTo>
                      <a:pt x="899" y="588"/>
                    </a:lnTo>
                    <a:lnTo>
                      <a:pt x="899" y="589"/>
                    </a:lnTo>
                    <a:lnTo>
                      <a:pt x="900" y="592"/>
                    </a:lnTo>
                    <a:lnTo>
                      <a:pt x="901" y="594"/>
                    </a:lnTo>
                    <a:lnTo>
                      <a:pt x="899" y="595"/>
                    </a:lnTo>
                    <a:lnTo>
                      <a:pt x="897" y="596"/>
                    </a:lnTo>
                    <a:lnTo>
                      <a:pt x="894" y="597"/>
                    </a:lnTo>
                    <a:lnTo>
                      <a:pt x="893" y="598"/>
                    </a:lnTo>
                    <a:lnTo>
                      <a:pt x="892" y="600"/>
                    </a:lnTo>
                    <a:lnTo>
                      <a:pt x="890" y="602"/>
                    </a:lnTo>
                    <a:lnTo>
                      <a:pt x="888" y="603"/>
                    </a:lnTo>
                    <a:lnTo>
                      <a:pt x="885" y="603"/>
                    </a:lnTo>
                    <a:lnTo>
                      <a:pt x="883" y="602"/>
                    </a:lnTo>
                    <a:lnTo>
                      <a:pt x="881" y="602"/>
                    </a:lnTo>
                    <a:lnTo>
                      <a:pt x="879" y="602"/>
                    </a:lnTo>
                    <a:lnTo>
                      <a:pt x="877" y="601"/>
                    </a:lnTo>
                    <a:lnTo>
                      <a:pt x="875" y="600"/>
                    </a:lnTo>
                    <a:lnTo>
                      <a:pt x="874" y="599"/>
                    </a:lnTo>
                    <a:lnTo>
                      <a:pt x="872" y="600"/>
                    </a:lnTo>
                    <a:lnTo>
                      <a:pt x="869" y="601"/>
                    </a:lnTo>
                    <a:lnTo>
                      <a:pt x="866" y="603"/>
                    </a:lnTo>
                    <a:lnTo>
                      <a:pt x="863" y="602"/>
                    </a:lnTo>
                    <a:lnTo>
                      <a:pt x="862" y="601"/>
                    </a:lnTo>
                    <a:lnTo>
                      <a:pt x="861" y="598"/>
                    </a:lnTo>
                    <a:lnTo>
                      <a:pt x="861" y="596"/>
                    </a:lnTo>
                    <a:lnTo>
                      <a:pt x="860" y="595"/>
                    </a:lnTo>
                    <a:lnTo>
                      <a:pt x="859" y="593"/>
                    </a:lnTo>
                    <a:lnTo>
                      <a:pt x="857" y="592"/>
                    </a:lnTo>
                    <a:lnTo>
                      <a:pt x="857" y="590"/>
                    </a:lnTo>
                    <a:lnTo>
                      <a:pt x="857" y="588"/>
                    </a:lnTo>
                    <a:lnTo>
                      <a:pt x="856" y="587"/>
                    </a:lnTo>
                    <a:lnTo>
                      <a:pt x="855" y="585"/>
                    </a:lnTo>
                    <a:lnTo>
                      <a:pt x="853" y="584"/>
                    </a:lnTo>
                    <a:lnTo>
                      <a:pt x="853" y="582"/>
                    </a:lnTo>
                    <a:lnTo>
                      <a:pt x="854" y="580"/>
                    </a:lnTo>
                    <a:lnTo>
                      <a:pt x="854" y="579"/>
                    </a:lnTo>
                    <a:lnTo>
                      <a:pt x="852" y="577"/>
                    </a:lnTo>
                    <a:lnTo>
                      <a:pt x="851" y="574"/>
                    </a:lnTo>
                    <a:lnTo>
                      <a:pt x="851" y="572"/>
                    </a:lnTo>
                    <a:lnTo>
                      <a:pt x="853" y="571"/>
                    </a:lnTo>
                    <a:lnTo>
                      <a:pt x="857" y="571"/>
                    </a:lnTo>
                    <a:lnTo>
                      <a:pt x="861" y="572"/>
                    </a:lnTo>
                    <a:lnTo>
                      <a:pt x="863" y="571"/>
                    </a:lnTo>
                    <a:lnTo>
                      <a:pt x="864" y="570"/>
                    </a:lnTo>
                    <a:lnTo>
                      <a:pt x="865" y="568"/>
                    </a:lnTo>
                    <a:lnTo>
                      <a:pt x="867" y="567"/>
                    </a:lnTo>
                    <a:lnTo>
                      <a:pt x="869" y="566"/>
                    </a:lnTo>
                    <a:lnTo>
                      <a:pt x="871" y="565"/>
                    </a:lnTo>
                    <a:lnTo>
                      <a:pt x="874" y="564"/>
                    </a:lnTo>
                    <a:lnTo>
                      <a:pt x="876" y="563"/>
                    </a:lnTo>
                    <a:lnTo>
                      <a:pt x="879" y="563"/>
                    </a:lnTo>
                    <a:lnTo>
                      <a:pt x="882" y="564"/>
                    </a:lnTo>
                    <a:lnTo>
                      <a:pt x="884" y="566"/>
                    </a:lnTo>
                    <a:lnTo>
                      <a:pt x="887" y="566"/>
                    </a:lnTo>
                    <a:lnTo>
                      <a:pt x="890" y="566"/>
                    </a:lnTo>
                    <a:lnTo>
                      <a:pt x="893" y="566"/>
                    </a:lnTo>
                    <a:lnTo>
                      <a:pt x="895" y="567"/>
                    </a:lnTo>
                    <a:lnTo>
                      <a:pt x="896" y="569"/>
                    </a:lnTo>
                    <a:lnTo>
                      <a:pt x="896" y="572"/>
                    </a:lnTo>
                    <a:lnTo>
                      <a:pt x="897" y="573"/>
                    </a:lnTo>
                    <a:lnTo>
                      <a:pt x="900" y="574"/>
                    </a:lnTo>
                    <a:lnTo>
                      <a:pt x="903" y="574"/>
                    </a:lnTo>
                    <a:lnTo>
                      <a:pt x="906" y="575"/>
                    </a:lnTo>
                    <a:lnTo>
                      <a:pt x="907" y="576"/>
                    </a:lnTo>
                    <a:lnTo>
                      <a:pt x="908" y="578"/>
                    </a:lnTo>
                    <a:lnTo>
                      <a:pt x="909" y="580"/>
                    </a:lnTo>
                    <a:lnTo>
                      <a:pt x="909" y="582"/>
                    </a:lnTo>
                    <a:close/>
                  </a:path>
                </a:pathLst>
              </a:custGeom>
              <a:solidFill>
                <a:srgbClr val="DE8036">
                  <a:alpha val="10800"/>
                </a:srgbClr>
              </a:solidFill>
              <a:ln>
                <a:noFill/>
              </a:ln>
            </p:spPr>
            <p:txBody>
              <a:bodyPr anchor="ctr"/>
              <a:lstStyle/>
              <a:p>
                <a:pPr algn="ctr">
                  <a:buNone/>
                </a:pPr>
              </a:p>
            </p:txBody>
          </p:sp>
          <p:sp>
            <p:nvSpPr>
              <p:cNvPr id="7548" name="addition:spatial:37">
                <a:extLst>
                  <a:ext uri="{FF2B5EF4-FFF2-40B4-BE49-F238E27FC236}">
                    <ns2:creationId id="{A854B92A-511A-4F61-A9B1-8B84D4059050}"/>
                  </a:ext>
                </a:extLst>
              </p:cNvPr>
              <p:cNvSpPr>
                <a:spLocks noGrp="1"/>
              </p:cNvSpPr>
              <p:nvPr/>
            </p:nvSpPr>
            <p:spPr>
              <a:xfrm>
                <a:off x="5648325" y="1666875"/>
                <a:ext cx="1868165" cy="612374"/>
              </a:xfrm>
              <a:custGeom>
                <a:rect l="l" t="t" r="r" b="b"/>
                <a:pathLst>
                  <a:path w="1409" h="362">
                    <a:moveTo>
                      <a:pt x="0" y="0"/>
                    </a:moveTo>
                    <a:moveTo>
                      <a:pt x="1405" y="262"/>
                    </a:moveTo>
                    <a:lnTo>
                      <a:pt x="1409" y="271"/>
                    </a:lnTo>
                    <a:lnTo>
                      <a:pt x="1409" y="279"/>
                    </a:lnTo>
                    <a:lnTo>
                      <a:pt x="1402" y="287"/>
                    </a:lnTo>
                    <a:lnTo>
                      <a:pt x="1391" y="293"/>
                    </a:lnTo>
                    <a:lnTo>
                      <a:pt x="1383" y="299"/>
                    </a:lnTo>
                    <a:lnTo>
                      <a:pt x="1379" y="306"/>
                    </a:lnTo>
                    <a:lnTo>
                      <a:pt x="1376" y="315"/>
                    </a:lnTo>
                    <a:lnTo>
                      <a:pt x="1368" y="321"/>
                    </a:lnTo>
                    <a:lnTo>
                      <a:pt x="1354" y="323"/>
                    </a:lnTo>
                    <a:lnTo>
                      <a:pt x="1337" y="323"/>
                    </a:lnTo>
                    <a:lnTo>
                      <a:pt x="1325" y="325"/>
                    </a:lnTo>
                    <a:lnTo>
                      <a:pt x="1319" y="333"/>
                    </a:lnTo>
                    <a:lnTo>
                      <a:pt x="1313" y="345"/>
                    </a:lnTo>
                    <a:lnTo>
                      <a:pt x="1305" y="357"/>
                    </a:lnTo>
                    <a:lnTo>
                      <a:pt x="1291" y="362"/>
                    </a:lnTo>
                    <a:lnTo>
                      <a:pt x="1276" y="361"/>
                    </a:lnTo>
                    <a:lnTo>
                      <a:pt x="1261" y="357"/>
                    </a:lnTo>
                    <a:lnTo>
                      <a:pt x="1248" y="353"/>
                    </a:lnTo>
                    <a:lnTo>
                      <a:pt x="1236" y="350"/>
                    </a:lnTo>
                    <a:lnTo>
                      <a:pt x="1225" y="344"/>
                    </a:lnTo>
                    <a:lnTo>
                      <a:pt x="1216" y="337"/>
                    </a:lnTo>
                    <a:lnTo>
                      <a:pt x="1209" y="332"/>
                    </a:lnTo>
                    <a:lnTo>
                      <a:pt x="1198" y="331"/>
                    </a:lnTo>
                    <a:lnTo>
                      <a:pt x="1184" y="334"/>
                    </a:lnTo>
                    <a:lnTo>
                      <a:pt x="1169" y="335"/>
                    </a:lnTo>
                    <a:lnTo>
                      <a:pt x="1159" y="331"/>
                    </a:lnTo>
                    <a:lnTo>
                      <a:pt x="1156" y="322"/>
                    </a:lnTo>
                    <a:lnTo>
                      <a:pt x="1156" y="313"/>
                    </a:lnTo>
                    <a:lnTo>
                      <a:pt x="1152" y="306"/>
                    </a:lnTo>
                    <a:lnTo>
                      <a:pt x="1141" y="302"/>
                    </a:lnTo>
                    <a:lnTo>
                      <a:pt x="1130" y="296"/>
                    </a:lnTo>
                    <a:lnTo>
                      <a:pt x="1126" y="288"/>
                    </a:lnTo>
                    <a:lnTo>
                      <a:pt x="1132" y="279"/>
                    </a:lnTo>
                    <a:lnTo>
                      <a:pt x="1143" y="270"/>
                    </a:lnTo>
                    <a:lnTo>
                      <a:pt x="1151" y="262"/>
                    </a:lnTo>
                    <a:lnTo>
                      <a:pt x="1155" y="255"/>
                    </a:lnTo>
                    <a:lnTo>
                      <a:pt x="1157" y="248"/>
                    </a:lnTo>
                    <a:lnTo>
                      <a:pt x="1161" y="241"/>
                    </a:lnTo>
                    <a:lnTo>
                      <a:pt x="1164" y="234"/>
                    </a:lnTo>
                    <a:lnTo>
                      <a:pt x="1163" y="226"/>
                    </a:lnTo>
                    <a:lnTo>
                      <a:pt x="1157" y="215"/>
                    </a:lnTo>
                    <a:lnTo>
                      <a:pt x="1151" y="202"/>
                    </a:lnTo>
                    <a:lnTo>
                      <a:pt x="1155" y="193"/>
                    </a:lnTo>
                    <a:lnTo>
                      <a:pt x="1167" y="189"/>
                    </a:lnTo>
                    <a:lnTo>
                      <a:pt x="1185" y="191"/>
                    </a:lnTo>
                    <a:lnTo>
                      <a:pt x="1199" y="193"/>
                    </a:lnTo>
                    <a:lnTo>
                      <a:pt x="1208" y="191"/>
                    </a:lnTo>
                    <a:lnTo>
                      <a:pt x="1213" y="184"/>
                    </a:lnTo>
                    <a:lnTo>
                      <a:pt x="1220" y="178"/>
                    </a:lnTo>
                    <a:lnTo>
                      <a:pt x="1230" y="177"/>
                    </a:lnTo>
                    <a:lnTo>
                      <a:pt x="1240" y="179"/>
                    </a:lnTo>
                    <a:lnTo>
                      <a:pt x="1250" y="180"/>
                    </a:lnTo>
                    <a:lnTo>
                      <a:pt x="1259" y="179"/>
                    </a:lnTo>
                    <a:lnTo>
                      <a:pt x="1270" y="175"/>
                    </a:lnTo>
                    <a:lnTo>
                      <a:pt x="1281" y="174"/>
                    </a:lnTo>
                    <a:lnTo>
                      <a:pt x="1292" y="176"/>
                    </a:lnTo>
                    <a:lnTo>
                      <a:pt x="1304" y="178"/>
                    </a:lnTo>
                    <a:lnTo>
                      <a:pt x="1317" y="179"/>
                    </a:lnTo>
                    <a:lnTo>
                      <a:pt x="1332" y="179"/>
                    </a:lnTo>
                    <a:lnTo>
                      <a:pt x="1345" y="183"/>
                    </a:lnTo>
                    <a:lnTo>
                      <a:pt x="1352" y="192"/>
                    </a:lnTo>
                    <a:lnTo>
                      <a:pt x="1350" y="206"/>
                    </a:lnTo>
                    <a:lnTo>
                      <a:pt x="1346" y="218"/>
                    </a:lnTo>
                    <a:lnTo>
                      <a:pt x="1348" y="225"/>
                    </a:lnTo>
                    <a:lnTo>
                      <a:pt x="1361" y="229"/>
                    </a:lnTo>
                    <a:lnTo>
                      <a:pt x="1379" y="232"/>
                    </a:lnTo>
                    <a:lnTo>
                      <a:pt x="1393" y="238"/>
                    </a:lnTo>
                    <a:lnTo>
                      <a:pt x="1400" y="245"/>
                    </a:lnTo>
                    <a:lnTo>
                      <a:pt x="1403" y="254"/>
                    </a:lnTo>
                    <a:close/>
                  </a:path>
                </a:pathLst>
              </a:custGeom>
              <a:solidFill>
                <a:srgbClr val="C5E9DF">
                  <a:alpha val="12900"/>
                </a:srgbClr>
              </a:solidFill>
              <a:ln>
                <a:noFill/>
              </a:ln>
            </p:spPr>
            <p:txBody>
              <a:bodyPr anchor="ctr"/>
              <a:lstStyle/>
              <a:p>
                <a:pPr algn="ctr">
                  <a:buNone/>
                </a:pPr>
              </a:p>
            </p:txBody>
          </p:sp>
          <p:sp>
            <p:nvSpPr>
              <p:cNvPr id="7549" name="addition:spatial:38">
                <a:extLst>
                  <a:ext uri="{FF2B5EF4-FFF2-40B4-BE49-F238E27FC236}">
                    <ns2:creationId id="{81EAEBC3-1A65-44E9-88EE-43E5388F954A}"/>
                  </a:ext>
                </a:extLst>
              </p:cNvPr>
              <p:cNvSpPr>
                <a:spLocks noGrp="1"/>
              </p:cNvSpPr>
              <p:nvPr/>
            </p:nvSpPr>
            <p:spPr>
              <a:xfrm>
                <a:off x="5648325" y="1666875"/>
                <a:ext cx="1812478" cy="580233"/>
              </a:xfrm>
              <a:custGeom>
                <a:rect l="l" t="t" r="r" b="b"/>
                <a:pathLst>
                  <a:path w="1367" h="343">
                    <a:moveTo>
                      <a:pt x="0" y="0"/>
                    </a:moveTo>
                    <a:moveTo>
                      <a:pt x="1352" y="267"/>
                    </a:moveTo>
                    <a:lnTo>
                      <a:pt x="1347" y="273"/>
                    </a:lnTo>
                    <a:lnTo>
                      <a:pt x="1345" y="279"/>
                    </a:lnTo>
                    <a:lnTo>
                      <a:pt x="1344" y="286"/>
                    </a:lnTo>
                    <a:lnTo>
                      <a:pt x="1342" y="292"/>
                    </a:lnTo>
                    <a:lnTo>
                      <a:pt x="1339" y="298"/>
                    </a:lnTo>
                    <a:lnTo>
                      <a:pt x="1339" y="305"/>
                    </a:lnTo>
                    <a:lnTo>
                      <a:pt x="1343" y="315"/>
                    </a:lnTo>
                    <a:lnTo>
                      <a:pt x="1345" y="325"/>
                    </a:lnTo>
                    <a:lnTo>
                      <a:pt x="1340" y="332"/>
                    </a:lnTo>
                    <a:lnTo>
                      <a:pt x="1328" y="333"/>
                    </a:lnTo>
                    <a:lnTo>
                      <a:pt x="1313" y="330"/>
                    </a:lnTo>
                    <a:lnTo>
                      <a:pt x="1301" y="327"/>
                    </a:lnTo>
                    <a:lnTo>
                      <a:pt x="1293" y="328"/>
                    </a:lnTo>
                    <a:lnTo>
                      <a:pt x="1288" y="333"/>
                    </a:lnTo>
                    <a:lnTo>
                      <a:pt x="1282" y="338"/>
                    </a:lnTo>
                    <a:lnTo>
                      <a:pt x="1274" y="340"/>
                    </a:lnTo>
                    <a:lnTo>
                      <a:pt x="1266" y="340"/>
                    </a:lnTo>
                    <a:lnTo>
                      <a:pt x="1257" y="339"/>
                    </a:lnTo>
                    <a:lnTo>
                      <a:pt x="1248" y="341"/>
                    </a:lnTo>
                    <a:lnTo>
                      <a:pt x="1238" y="343"/>
                    </a:lnTo>
                    <a:lnTo>
                      <a:pt x="1228" y="343"/>
                    </a:lnTo>
                    <a:lnTo>
                      <a:pt x="1219" y="339"/>
                    </a:lnTo>
                    <a:lnTo>
                      <a:pt x="1210" y="335"/>
                    </a:lnTo>
                    <a:lnTo>
                      <a:pt x="1200" y="333"/>
                    </a:lnTo>
                    <a:lnTo>
                      <a:pt x="1187" y="331"/>
                    </a:lnTo>
                    <a:lnTo>
                      <a:pt x="1177" y="327"/>
                    </a:lnTo>
                    <a:lnTo>
                      <a:pt x="1173" y="319"/>
                    </a:lnTo>
                    <a:lnTo>
                      <a:pt x="1175" y="308"/>
                    </a:lnTo>
                    <a:lnTo>
                      <a:pt x="1179" y="299"/>
                    </a:lnTo>
                    <a:lnTo>
                      <a:pt x="1176" y="293"/>
                    </a:lnTo>
                    <a:lnTo>
                      <a:pt x="1164" y="290"/>
                    </a:lnTo>
                    <a:lnTo>
                      <a:pt x="1148" y="287"/>
                    </a:lnTo>
                    <a:lnTo>
                      <a:pt x="1136" y="281"/>
                    </a:lnTo>
                    <a:lnTo>
                      <a:pt x="1130" y="274"/>
                    </a:lnTo>
                    <a:lnTo>
                      <a:pt x="1129" y="267"/>
                    </a:lnTo>
                    <a:lnTo>
                      <a:pt x="1129" y="260"/>
                    </a:lnTo>
                    <a:lnTo>
                      <a:pt x="1129" y="252"/>
                    </a:lnTo>
                    <a:lnTo>
                      <a:pt x="1133" y="246"/>
                    </a:lnTo>
                    <a:lnTo>
                      <a:pt x="1142" y="240"/>
                    </a:lnTo>
                    <a:lnTo>
                      <a:pt x="1153" y="236"/>
                    </a:lnTo>
                    <a:lnTo>
                      <a:pt x="1161" y="232"/>
                    </a:lnTo>
                    <a:lnTo>
                      <a:pt x="1164" y="225"/>
                    </a:lnTo>
                    <a:lnTo>
                      <a:pt x="1166" y="217"/>
                    </a:lnTo>
                    <a:lnTo>
                      <a:pt x="1172" y="211"/>
                    </a:lnTo>
                    <a:lnTo>
                      <a:pt x="1184" y="209"/>
                    </a:lnTo>
                    <a:lnTo>
                      <a:pt x="1197" y="210"/>
                    </a:lnTo>
                    <a:lnTo>
                      <a:pt x="1208" y="208"/>
                    </a:lnTo>
                    <a:lnTo>
                      <a:pt x="1215" y="201"/>
                    </a:lnTo>
                    <a:lnTo>
                      <a:pt x="1221" y="191"/>
                    </a:lnTo>
                    <a:lnTo>
                      <a:pt x="1231" y="183"/>
                    </a:lnTo>
                    <a:lnTo>
                      <a:pt x="1243" y="181"/>
                    </a:lnTo>
                    <a:lnTo>
                      <a:pt x="1256" y="184"/>
                    </a:lnTo>
                    <a:lnTo>
                      <a:pt x="1267" y="188"/>
                    </a:lnTo>
                    <a:lnTo>
                      <a:pt x="1278" y="192"/>
                    </a:lnTo>
                    <a:lnTo>
                      <a:pt x="1287" y="196"/>
                    </a:lnTo>
                    <a:lnTo>
                      <a:pt x="1295" y="201"/>
                    </a:lnTo>
                    <a:lnTo>
                      <a:pt x="1301" y="207"/>
                    </a:lnTo>
                    <a:lnTo>
                      <a:pt x="1307" y="211"/>
                    </a:lnTo>
                    <a:lnTo>
                      <a:pt x="1317" y="210"/>
                    </a:lnTo>
                    <a:lnTo>
                      <a:pt x="1331" y="208"/>
                    </a:lnTo>
                    <a:lnTo>
                      <a:pt x="1345" y="207"/>
                    </a:lnTo>
                    <a:lnTo>
                      <a:pt x="1353" y="211"/>
                    </a:lnTo>
                    <a:lnTo>
                      <a:pt x="1353" y="219"/>
                    </a:lnTo>
                    <a:lnTo>
                      <a:pt x="1351" y="228"/>
                    </a:lnTo>
                    <a:lnTo>
                      <a:pt x="1352" y="235"/>
                    </a:lnTo>
                    <a:lnTo>
                      <a:pt x="1359" y="240"/>
                    </a:lnTo>
                    <a:lnTo>
                      <a:pt x="1365" y="246"/>
                    </a:lnTo>
                    <a:lnTo>
                      <a:pt x="1367" y="253"/>
                    </a:lnTo>
                    <a:lnTo>
                      <a:pt x="1361" y="260"/>
                    </a:lnTo>
                    <a:close/>
                  </a:path>
                </a:pathLst>
              </a:custGeom>
              <a:solidFill>
                <a:srgbClr val="86D1BC">
                  <a:alpha val="12900"/>
                </a:srgbClr>
              </a:solidFill>
              <a:ln>
                <a:noFill/>
              </a:ln>
            </p:spPr>
            <p:txBody>
              <a:bodyPr anchor="ctr"/>
              <a:lstStyle/>
              <a:p>
                <a:pPr algn="ctr">
                  <a:buNone/>
                </a:pPr>
              </a:p>
            </p:txBody>
          </p:sp>
          <p:sp>
            <p:nvSpPr>
              <p:cNvPr id="7550" name="addition:spatial:39">
                <a:extLst>
                  <a:ext uri="{FF2B5EF4-FFF2-40B4-BE49-F238E27FC236}">
                    <ns2:creationId id="{35643DA8-7345-4F3E-A76E-FD761A146283}"/>
                  </a:ext>
                </a:extLst>
              </p:cNvPr>
              <p:cNvSpPr>
                <a:spLocks noGrp="1"/>
              </p:cNvSpPr>
              <p:nvPr/>
            </p:nvSpPr>
            <p:spPr>
              <a:xfrm>
                <a:off x="5648325" y="1666875"/>
                <a:ext cx="1788612" cy="573466"/>
              </a:xfrm>
              <a:custGeom>
                <a:rect l="l" t="t" r="r" b="b"/>
                <a:pathLst>
                  <a:path w="1349" h="339">
                    <a:moveTo>
                      <a:pt x="0" y="0"/>
                    </a:moveTo>
                    <a:moveTo>
                      <a:pt x="1349" y="272"/>
                    </a:moveTo>
                    <a:lnTo>
                      <a:pt x="1341" y="278"/>
                    </a:lnTo>
                    <a:lnTo>
                      <a:pt x="1329" y="283"/>
                    </a:lnTo>
                    <a:lnTo>
                      <a:pt x="1320" y="287"/>
                    </a:lnTo>
                    <a:lnTo>
                      <a:pt x="1318" y="292"/>
                    </a:lnTo>
                    <a:lnTo>
                      <a:pt x="1320" y="298"/>
                    </a:lnTo>
                    <a:lnTo>
                      <a:pt x="1322" y="305"/>
                    </a:lnTo>
                    <a:lnTo>
                      <a:pt x="1320" y="312"/>
                    </a:lnTo>
                    <a:lnTo>
                      <a:pt x="1317" y="318"/>
                    </a:lnTo>
                    <a:lnTo>
                      <a:pt x="1313" y="324"/>
                    </a:lnTo>
                    <a:lnTo>
                      <a:pt x="1309" y="330"/>
                    </a:lnTo>
                    <a:lnTo>
                      <a:pt x="1302" y="334"/>
                    </a:lnTo>
                    <a:lnTo>
                      <a:pt x="1292" y="334"/>
                    </a:lnTo>
                    <a:lnTo>
                      <a:pt x="1280" y="330"/>
                    </a:lnTo>
                    <a:lnTo>
                      <a:pt x="1271" y="326"/>
                    </a:lnTo>
                    <a:lnTo>
                      <a:pt x="1265" y="327"/>
                    </a:lnTo>
                    <a:lnTo>
                      <a:pt x="1260" y="332"/>
                    </a:lnTo>
                    <a:lnTo>
                      <a:pt x="1254" y="338"/>
                    </a:lnTo>
                    <a:lnTo>
                      <a:pt x="1247" y="339"/>
                    </a:lnTo>
                    <a:lnTo>
                      <a:pt x="1240" y="337"/>
                    </a:lnTo>
                    <a:lnTo>
                      <a:pt x="1233" y="333"/>
                    </a:lnTo>
                    <a:lnTo>
                      <a:pt x="1226" y="332"/>
                    </a:lnTo>
                    <a:lnTo>
                      <a:pt x="1217" y="333"/>
                    </a:lnTo>
                    <a:lnTo>
                      <a:pt x="1207" y="334"/>
                    </a:lnTo>
                    <a:lnTo>
                      <a:pt x="1198" y="332"/>
                    </a:lnTo>
                    <a:lnTo>
                      <a:pt x="1191" y="327"/>
                    </a:lnTo>
                    <a:lnTo>
                      <a:pt x="1186" y="322"/>
                    </a:lnTo>
                    <a:lnTo>
                      <a:pt x="1180" y="317"/>
                    </a:lnTo>
                    <a:lnTo>
                      <a:pt x="1175" y="312"/>
                    </a:lnTo>
                    <a:lnTo>
                      <a:pt x="1173" y="305"/>
                    </a:lnTo>
                    <a:lnTo>
                      <a:pt x="1175" y="298"/>
                    </a:lnTo>
                    <a:lnTo>
                      <a:pt x="1177" y="291"/>
                    </a:lnTo>
                    <a:lnTo>
                      <a:pt x="1174" y="286"/>
                    </a:lnTo>
                    <a:lnTo>
                      <a:pt x="1163" y="283"/>
                    </a:lnTo>
                    <a:lnTo>
                      <a:pt x="1148" y="278"/>
                    </a:lnTo>
                    <a:lnTo>
                      <a:pt x="1137" y="272"/>
                    </a:lnTo>
                    <a:lnTo>
                      <a:pt x="1136" y="265"/>
                    </a:lnTo>
                    <a:lnTo>
                      <a:pt x="1141" y="259"/>
                    </a:lnTo>
                    <a:lnTo>
                      <a:pt x="1148" y="254"/>
                    </a:lnTo>
                    <a:lnTo>
                      <a:pt x="1151" y="249"/>
                    </a:lnTo>
                    <a:lnTo>
                      <a:pt x="1153" y="243"/>
                    </a:lnTo>
                    <a:lnTo>
                      <a:pt x="1157" y="238"/>
                    </a:lnTo>
                    <a:lnTo>
                      <a:pt x="1165" y="234"/>
                    </a:lnTo>
                    <a:lnTo>
                      <a:pt x="1173" y="231"/>
                    </a:lnTo>
                    <a:lnTo>
                      <a:pt x="1179" y="228"/>
                    </a:lnTo>
                    <a:lnTo>
                      <a:pt x="1184" y="223"/>
                    </a:lnTo>
                    <a:lnTo>
                      <a:pt x="1191" y="218"/>
                    </a:lnTo>
                    <a:lnTo>
                      <a:pt x="1199" y="216"/>
                    </a:lnTo>
                    <a:lnTo>
                      <a:pt x="1209" y="216"/>
                    </a:lnTo>
                    <a:lnTo>
                      <a:pt x="1218" y="214"/>
                    </a:lnTo>
                    <a:lnTo>
                      <a:pt x="1226" y="209"/>
                    </a:lnTo>
                    <a:lnTo>
                      <a:pt x="1234" y="201"/>
                    </a:lnTo>
                    <a:lnTo>
                      <a:pt x="1245" y="195"/>
                    </a:lnTo>
                    <a:lnTo>
                      <a:pt x="1256" y="194"/>
                    </a:lnTo>
                    <a:lnTo>
                      <a:pt x="1266" y="201"/>
                    </a:lnTo>
                    <a:lnTo>
                      <a:pt x="1274" y="210"/>
                    </a:lnTo>
                    <a:lnTo>
                      <a:pt x="1281" y="216"/>
                    </a:lnTo>
                    <a:lnTo>
                      <a:pt x="1288" y="219"/>
                    </a:lnTo>
                    <a:lnTo>
                      <a:pt x="1296" y="220"/>
                    </a:lnTo>
                    <a:lnTo>
                      <a:pt x="1304" y="222"/>
                    </a:lnTo>
                    <a:lnTo>
                      <a:pt x="1311" y="224"/>
                    </a:lnTo>
                    <a:lnTo>
                      <a:pt x="1318" y="227"/>
                    </a:lnTo>
                    <a:lnTo>
                      <a:pt x="1328" y="228"/>
                    </a:lnTo>
                    <a:lnTo>
                      <a:pt x="1338" y="230"/>
                    </a:lnTo>
                    <a:lnTo>
                      <a:pt x="1344" y="235"/>
                    </a:lnTo>
                    <a:lnTo>
                      <a:pt x="1344" y="242"/>
                    </a:lnTo>
                    <a:lnTo>
                      <a:pt x="1340" y="249"/>
                    </a:lnTo>
                    <a:lnTo>
                      <a:pt x="1339" y="255"/>
                    </a:lnTo>
                    <a:lnTo>
                      <a:pt x="1343" y="260"/>
                    </a:lnTo>
                    <a:lnTo>
                      <a:pt x="1348" y="266"/>
                    </a:lnTo>
                    <a:close/>
                  </a:path>
                </a:pathLst>
              </a:custGeom>
              <a:solidFill>
                <a:srgbClr val="56BFA2">
                  <a:alpha val="10500"/>
                </a:srgbClr>
              </a:solidFill>
              <a:ln>
                <a:noFill/>
              </a:ln>
            </p:spPr>
            <p:txBody>
              <a:bodyPr anchor="ctr"/>
              <a:lstStyle/>
              <a:p>
                <a:pPr algn="ctr">
                  <a:buNone/>
                </a:pPr>
              </a:p>
            </p:txBody>
          </p:sp>
          <p:sp>
            <p:nvSpPr>
              <p:cNvPr id="7551" name="addition:spatial:40">
                <a:extLst>
                  <a:ext uri="{FF2B5EF4-FFF2-40B4-BE49-F238E27FC236}">
                    <ns2:creationId id="{271AFB51-8D04-4EC5-B455-4CA65100738A}"/>
                  </a:ext>
                </a:extLst>
              </p:cNvPr>
              <p:cNvSpPr>
                <a:spLocks noGrp="1"/>
              </p:cNvSpPr>
              <p:nvPr/>
            </p:nvSpPr>
            <p:spPr>
              <a:xfrm>
                <a:off x="5648325" y="1666875"/>
                <a:ext cx="1656024" cy="473659"/>
              </a:xfrm>
              <a:custGeom>
                <a:rect l="l" t="t" r="r" b="b"/>
                <a:pathLst>
                  <a:path w="1249" h="280">
                    <a:moveTo>
                      <a:pt x="0" y="0"/>
                    </a:moveTo>
                    <a:moveTo>
                      <a:pt x="1243" y="251"/>
                    </a:moveTo>
                    <a:lnTo>
                      <a:pt x="1246" y="253"/>
                    </a:lnTo>
                    <a:lnTo>
                      <a:pt x="1248" y="256"/>
                    </a:lnTo>
                    <a:lnTo>
                      <a:pt x="1249" y="259"/>
                    </a:lnTo>
                    <a:lnTo>
                      <a:pt x="1249" y="261"/>
                    </a:lnTo>
                    <a:lnTo>
                      <a:pt x="1249" y="264"/>
                    </a:lnTo>
                    <a:lnTo>
                      <a:pt x="1248" y="267"/>
                    </a:lnTo>
                    <a:lnTo>
                      <a:pt x="1247" y="269"/>
                    </a:lnTo>
                    <a:lnTo>
                      <a:pt x="1243" y="270"/>
                    </a:lnTo>
                    <a:lnTo>
                      <a:pt x="1238" y="270"/>
                    </a:lnTo>
                    <a:lnTo>
                      <a:pt x="1232" y="269"/>
                    </a:lnTo>
                    <a:lnTo>
                      <a:pt x="1229" y="269"/>
                    </a:lnTo>
                    <a:lnTo>
                      <a:pt x="1228" y="272"/>
                    </a:lnTo>
                    <a:lnTo>
                      <a:pt x="1227" y="276"/>
                    </a:lnTo>
                    <a:lnTo>
                      <a:pt x="1224" y="279"/>
                    </a:lnTo>
                    <a:lnTo>
                      <a:pt x="1220" y="280"/>
                    </a:lnTo>
                    <a:lnTo>
                      <a:pt x="1216" y="279"/>
                    </a:lnTo>
                    <a:lnTo>
                      <a:pt x="1212" y="279"/>
                    </a:lnTo>
                    <a:lnTo>
                      <a:pt x="1208" y="280"/>
                    </a:lnTo>
                    <a:lnTo>
                      <a:pt x="1203" y="280"/>
                    </a:lnTo>
                    <a:lnTo>
                      <a:pt x="1199" y="279"/>
                    </a:lnTo>
                    <a:lnTo>
                      <a:pt x="1195" y="278"/>
                    </a:lnTo>
                    <a:lnTo>
                      <a:pt x="1192" y="276"/>
                    </a:lnTo>
                    <a:lnTo>
                      <a:pt x="1188" y="275"/>
                    </a:lnTo>
                    <a:lnTo>
                      <a:pt x="1184" y="274"/>
                    </a:lnTo>
                    <a:lnTo>
                      <a:pt x="1181" y="272"/>
                    </a:lnTo>
                    <a:lnTo>
                      <a:pt x="1180" y="270"/>
                    </a:lnTo>
                    <a:lnTo>
                      <a:pt x="1179" y="267"/>
                    </a:lnTo>
                    <a:lnTo>
                      <a:pt x="1178" y="265"/>
                    </a:lnTo>
                    <a:lnTo>
                      <a:pt x="1174" y="264"/>
                    </a:lnTo>
                    <a:lnTo>
                      <a:pt x="1168" y="263"/>
                    </a:lnTo>
                    <a:lnTo>
                      <a:pt x="1162" y="262"/>
                    </a:lnTo>
                    <a:lnTo>
                      <a:pt x="1160" y="260"/>
                    </a:lnTo>
                    <a:lnTo>
                      <a:pt x="1162" y="257"/>
                    </a:lnTo>
                    <a:lnTo>
                      <a:pt x="1165" y="254"/>
                    </a:lnTo>
                    <a:lnTo>
                      <a:pt x="1167" y="251"/>
                    </a:lnTo>
                    <a:lnTo>
                      <a:pt x="1169" y="249"/>
                    </a:lnTo>
                    <a:lnTo>
                      <a:pt x="1171" y="246"/>
                    </a:lnTo>
                    <a:lnTo>
                      <a:pt x="1173" y="244"/>
                    </a:lnTo>
                    <a:lnTo>
                      <a:pt x="1176" y="242"/>
                    </a:lnTo>
                    <a:lnTo>
                      <a:pt x="1177" y="240"/>
                    </a:lnTo>
                    <a:lnTo>
                      <a:pt x="1177" y="237"/>
                    </a:lnTo>
                    <a:lnTo>
                      <a:pt x="1177" y="234"/>
                    </a:lnTo>
                    <a:lnTo>
                      <a:pt x="1179" y="232"/>
                    </a:lnTo>
                    <a:lnTo>
                      <a:pt x="1183" y="231"/>
                    </a:lnTo>
                    <a:lnTo>
                      <a:pt x="1187" y="230"/>
                    </a:lnTo>
                    <a:lnTo>
                      <a:pt x="1190" y="229"/>
                    </a:lnTo>
                    <a:lnTo>
                      <a:pt x="1192" y="226"/>
                    </a:lnTo>
                    <a:lnTo>
                      <a:pt x="1194" y="223"/>
                    </a:lnTo>
                    <a:lnTo>
                      <a:pt x="1197" y="221"/>
                    </a:lnTo>
                    <a:lnTo>
                      <a:pt x="1201" y="222"/>
                    </a:lnTo>
                    <a:lnTo>
                      <a:pt x="1205" y="225"/>
                    </a:lnTo>
                    <a:lnTo>
                      <a:pt x="1209" y="227"/>
                    </a:lnTo>
                    <a:lnTo>
                      <a:pt x="1211" y="227"/>
                    </a:lnTo>
                    <a:lnTo>
                      <a:pt x="1214" y="227"/>
                    </a:lnTo>
                    <a:lnTo>
                      <a:pt x="1217" y="226"/>
                    </a:lnTo>
                    <a:lnTo>
                      <a:pt x="1220" y="226"/>
                    </a:lnTo>
                    <a:lnTo>
                      <a:pt x="1223" y="226"/>
                    </a:lnTo>
                    <a:lnTo>
                      <a:pt x="1227" y="225"/>
                    </a:lnTo>
                    <a:lnTo>
                      <a:pt x="1231" y="225"/>
                    </a:lnTo>
                    <a:lnTo>
                      <a:pt x="1235" y="226"/>
                    </a:lnTo>
                    <a:lnTo>
                      <a:pt x="1236" y="229"/>
                    </a:lnTo>
                    <a:lnTo>
                      <a:pt x="1236" y="233"/>
                    </a:lnTo>
                    <a:lnTo>
                      <a:pt x="1235" y="236"/>
                    </a:lnTo>
                    <a:lnTo>
                      <a:pt x="1237" y="238"/>
                    </a:lnTo>
                    <a:lnTo>
                      <a:pt x="1240" y="239"/>
                    </a:lnTo>
                    <a:lnTo>
                      <a:pt x="1243" y="241"/>
                    </a:lnTo>
                    <a:lnTo>
                      <a:pt x="1245" y="244"/>
                    </a:lnTo>
                    <a:lnTo>
                      <a:pt x="1243" y="246"/>
                    </a:lnTo>
                    <a:lnTo>
                      <a:pt x="1242" y="249"/>
                    </a:lnTo>
                    <a:close/>
                  </a:path>
                </a:pathLst>
              </a:custGeom>
              <a:solidFill>
                <a:srgbClr val="86D1BC">
                  <a:alpha val="9600"/>
                </a:srgbClr>
              </a:solidFill>
              <a:ln>
                <a:noFill/>
              </a:ln>
            </p:spPr>
            <p:txBody>
              <a:bodyPr anchor="ctr"/>
              <a:lstStyle/>
              <a:p>
                <a:pPr algn="ctr">
                  <a:buNone/>
                </a:pPr>
              </a:p>
            </p:txBody>
          </p:sp>
          <p:sp>
            <p:nvSpPr>
              <p:cNvPr id="7552" name="addition:spatial:41">
                <a:extLst>
                  <a:ext uri="{FF2B5EF4-FFF2-40B4-BE49-F238E27FC236}">
                    <ns2:creationId id="{95948A18-F7C5-40D3-AA23-014F5772D96F}"/>
                  </a:ext>
                </a:extLst>
              </p:cNvPr>
              <p:cNvSpPr>
                <a:spLocks noGrp="1"/>
              </p:cNvSpPr>
              <p:nvPr/>
            </p:nvSpPr>
            <p:spPr>
              <a:xfrm>
                <a:off x="5648325" y="1666875"/>
                <a:ext cx="1703756" cy="436443"/>
              </a:xfrm>
              <a:custGeom>
                <a:rect l="l" t="t" r="r" b="b"/>
                <a:pathLst>
                  <a:path w="1285" h="258">
                    <a:moveTo>
                      <a:pt x="0" y="0"/>
                    </a:moveTo>
                    <a:moveTo>
                      <a:pt x="1280" y="229"/>
                    </a:moveTo>
                    <a:lnTo>
                      <a:pt x="1281" y="231"/>
                    </a:lnTo>
                    <a:lnTo>
                      <a:pt x="1283" y="234"/>
                    </a:lnTo>
                    <a:lnTo>
                      <a:pt x="1285" y="237"/>
                    </a:lnTo>
                    <a:lnTo>
                      <a:pt x="1284" y="240"/>
                    </a:lnTo>
                    <a:lnTo>
                      <a:pt x="1280" y="241"/>
                    </a:lnTo>
                    <a:lnTo>
                      <a:pt x="1274" y="242"/>
                    </a:lnTo>
                    <a:lnTo>
                      <a:pt x="1269" y="242"/>
                    </a:lnTo>
                    <a:lnTo>
                      <a:pt x="1266" y="243"/>
                    </a:lnTo>
                    <a:lnTo>
                      <a:pt x="1265" y="246"/>
                    </a:lnTo>
                    <a:lnTo>
                      <a:pt x="1264" y="249"/>
                    </a:lnTo>
                    <a:lnTo>
                      <a:pt x="1262" y="251"/>
                    </a:lnTo>
                    <a:lnTo>
                      <a:pt x="1259" y="253"/>
                    </a:lnTo>
                    <a:lnTo>
                      <a:pt x="1256" y="255"/>
                    </a:lnTo>
                    <a:lnTo>
                      <a:pt x="1253" y="257"/>
                    </a:lnTo>
                    <a:lnTo>
                      <a:pt x="1249" y="258"/>
                    </a:lnTo>
                    <a:lnTo>
                      <a:pt x="1244" y="258"/>
                    </a:lnTo>
                    <a:lnTo>
                      <a:pt x="1240" y="256"/>
                    </a:lnTo>
                    <a:lnTo>
                      <a:pt x="1236" y="254"/>
                    </a:lnTo>
                    <a:lnTo>
                      <a:pt x="1233" y="253"/>
                    </a:lnTo>
                    <a:lnTo>
                      <a:pt x="1229" y="254"/>
                    </a:lnTo>
                    <a:lnTo>
                      <a:pt x="1226" y="255"/>
                    </a:lnTo>
                    <a:lnTo>
                      <a:pt x="1222" y="254"/>
                    </a:lnTo>
                    <a:lnTo>
                      <a:pt x="1221" y="251"/>
                    </a:lnTo>
                    <a:lnTo>
                      <a:pt x="1220" y="249"/>
                    </a:lnTo>
                    <a:lnTo>
                      <a:pt x="1218" y="247"/>
                    </a:lnTo>
                    <a:lnTo>
                      <a:pt x="1214" y="247"/>
                    </a:lnTo>
                    <a:lnTo>
                      <a:pt x="1210" y="247"/>
                    </a:lnTo>
                    <a:lnTo>
                      <a:pt x="1206" y="246"/>
                    </a:lnTo>
                    <a:lnTo>
                      <a:pt x="1204" y="244"/>
                    </a:lnTo>
                    <a:lnTo>
                      <a:pt x="1203" y="242"/>
                    </a:lnTo>
                    <a:lnTo>
                      <a:pt x="1203" y="239"/>
                    </a:lnTo>
                    <a:lnTo>
                      <a:pt x="1203" y="236"/>
                    </a:lnTo>
                    <a:lnTo>
                      <a:pt x="1204" y="234"/>
                    </a:lnTo>
                    <a:lnTo>
                      <a:pt x="1207" y="231"/>
                    </a:lnTo>
                    <a:lnTo>
                      <a:pt x="1211" y="229"/>
                    </a:lnTo>
                    <a:lnTo>
                      <a:pt x="1212" y="227"/>
                    </a:lnTo>
                    <a:lnTo>
                      <a:pt x="1211" y="225"/>
                    </a:lnTo>
                    <a:lnTo>
                      <a:pt x="1208" y="222"/>
                    </a:lnTo>
                    <a:lnTo>
                      <a:pt x="1206" y="219"/>
                    </a:lnTo>
                    <a:lnTo>
                      <a:pt x="1207" y="216"/>
                    </a:lnTo>
                    <a:lnTo>
                      <a:pt x="1210" y="215"/>
                    </a:lnTo>
                    <a:lnTo>
                      <a:pt x="1213" y="213"/>
                    </a:lnTo>
                    <a:lnTo>
                      <a:pt x="1214" y="211"/>
                    </a:lnTo>
                    <a:lnTo>
                      <a:pt x="1215" y="209"/>
                    </a:lnTo>
                    <a:lnTo>
                      <a:pt x="1216" y="206"/>
                    </a:lnTo>
                    <a:lnTo>
                      <a:pt x="1219" y="205"/>
                    </a:lnTo>
                    <a:lnTo>
                      <a:pt x="1223" y="205"/>
                    </a:lnTo>
                    <a:lnTo>
                      <a:pt x="1226" y="205"/>
                    </a:lnTo>
                    <a:lnTo>
                      <a:pt x="1229" y="205"/>
                    </a:lnTo>
                    <a:lnTo>
                      <a:pt x="1231" y="204"/>
                    </a:lnTo>
                    <a:lnTo>
                      <a:pt x="1234" y="204"/>
                    </a:lnTo>
                    <a:lnTo>
                      <a:pt x="1237" y="205"/>
                    </a:lnTo>
                    <a:lnTo>
                      <a:pt x="1240" y="206"/>
                    </a:lnTo>
                    <a:lnTo>
                      <a:pt x="1243" y="204"/>
                    </a:lnTo>
                    <a:lnTo>
                      <a:pt x="1246" y="201"/>
                    </a:lnTo>
                    <a:lnTo>
                      <a:pt x="1251" y="199"/>
                    </a:lnTo>
                    <a:lnTo>
                      <a:pt x="1255" y="199"/>
                    </a:lnTo>
                    <a:lnTo>
                      <a:pt x="1258" y="202"/>
                    </a:lnTo>
                    <a:lnTo>
                      <a:pt x="1259" y="206"/>
                    </a:lnTo>
                    <a:lnTo>
                      <a:pt x="1260" y="209"/>
                    </a:lnTo>
                    <a:lnTo>
                      <a:pt x="1263" y="211"/>
                    </a:lnTo>
                    <a:lnTo>
                      <a:pt x="1266" y="212"/>
                    </a:lnTo>
                    <a:lnTo>
                      <a:pt x="1269" y="214"/>
                    </a:lnTo>
                    <a:lnTo>
                      <a:pt x="1271" y="216"/>
                    </a:lnTo>
                    <a:lnTo>
                      <a:pt x="1272" y="218"/>
                    </a:lnTo>
                    <a:lnTo>
                      <a:pt x="1275" y="220"/>
                    </a:lnTo>
                    <a:lnTo>
                      <a:pt x="1278" y="222"/>
                    </a:lnTo>
                    <a:lnTo>
                      <a:pt x="1280" y="224"/>
                    </a:lnTo>
                    <a:lnTo>
                      <a:pt x="1281" y="226"/>
                    </a:lnTo>
                    <a:close/>
                  </a:path>
                </a:pathLst>
              </a:custGeom>
              <a:solidFill>
                <a:srgbClr val="86D1BC">
                  <a:alpha val="9600"/>
                </a:srgbClr>
              </a:solidFill>
              <a:ln>
                <a:noFill/>
              </a:ln>
            </p:spPr>
            <p:txBody>
              <a:bodyPr anchor="ctr"/>
              <a:lstStyle/>
              <a:p>
                <a:pPr algn="ctr">
                  <a:buNone/>
                </a:pPr>
              </a:p>
            </p:txBody>
          </p:sp>
          <p:sp>
            <p:nvSpPr>
              <p:cNvPr id="7553" name="addition:spatial:42">
                <a:extLst>
                  <a:ext uri="{FF2B5EF4-FFF2-40B4-BE49-F238E27FC236}">
                    <ns2:creationId id="{7EFEC853-255E-4563-986E-D073BAB705F7}"/>
                  </a:ext>
                </a:extLst>
              </p:cNvPr>
              <p:cNvSpPr>
                <a:spLocks noGrp="1"/>
              </p:cNvSpPr>
              <p:nvPr/>
            </p:nvSpPr>
            <p:spPr>
              <a:xfrm>
                <a:off x="5648325" y="1666875"/>
                <a:ext cx="1755465" cy="449976"/>
              </a:xfrm>
              <a:custGeom>
                <a:rect l="l" t="t" r="r" b="b"/>
                <a:pathLst>
                  <a:path w="1324" h="266">
                    <a:moveTo>
                      <a:pt x="0" y="0"/>
                    </a:moveTo>
                    <a:moveTo>
                      <a:pt x="1315" y="235"/>
                    </a:moveTo>
                    <a:lnTo>
                      <a:pt x="1319" y="238"/>
                    </a:lnTo>
                    <a:lnTo>
                      <a:pt x="1323" y="241"/>
                    </a:lnTo>
                    <a:lnTo>
                      <a:pt x="1324" y="244"/>
                    </a:lnTo>
                    <a:lnTo>
                      <a:pt x="1322" y="246"/>
                    </a:lnTo>
                    <a:lnTo>
                      <a:pt x="1320" y="248"/>
                    </a:lnTo>
                    <a:lnTo>
                      <a:pt x="1317" y="250"/>
                    </a:lnTo>
                    <a:lnTo>
                      <a:pt x="1314" y="252"/>
                    </a:lnTo>
                    <a:lnTo>
                      <a:pt x="1310" y="253"/>
                    </a:lnTo>
                    <a:lnTo>
                      <a:pt x="1306" y="253"/>
                    </a:lnTo>
                    <a:lnTo>
                      <a:pt x="1303" y="254"/>
                    </a:lnTo>
                    <a:lnTo>
                      <a:pt x="1301" y="256"/>
                    </a:lnTo>
                    <a:lnTo>
                      <a:pt x="1300" y="260"/>
                    </a:lnTo>
                    <a:lnTo>
                      <a:pt x="1298" y="263"/>
                    </a:lnTo>
                    <a:lnTo>
                      <a:pt x="1294" y="265"/>
                    </a:lnTo>
                    <a:lnTo>
                      <a:pt x="1290" y="265"/>
                    </a:lnTo>
                    <a:lnTo>
                      <a:pt x="1285" y="264"/>
                    </a:lnTo>
                    <a:lnTo>
                      <a:pt x="1281" y="263"/>
                    </a:lnTo>
                    <a:lnTo>
                      <a:pt x="1277" y="265"/>
                    </a:lnTo>
                    <a:lnTo>
                      <a:pt x="1273" y="266"/>
                    </a:lnTo>
                    <a:lnTo>
                      <a:pt x="1269" y="266"/>
                    </a:lnTo>
                    <a:lnTo>
                      <a:pt x="1265" y="264"/>
                    </a:lnTo>
                    <a:lnTo>
                      <a:pt x="1262" y="261"/>
                    </a:lnTo>
                    <a:lnTo>
                      <a:pt x="1260" y="259"/>
                    </a:lnTo>
                    <a:lnTo>
                      <a:pt x="1257" y="257"/>
                    </a:lnTo>
                    <a:lnTo>
                      <a:pt x="1254" y="256"/>
                    </a:lnTo>
                    <a:lnTo>
                      <a:pt x="1252" y="254"/>
                    </a:lnTo>
                    <a:lnTo>
                      <a:pt x="1250" y="252"/>
                    </a:lnTo>
                    <a:lnTo>
                      <a:pt x="1247" y="251"/>
                    </a:lnTo>
                    <a:lnTo>
                      <a:pt x="1242" y="250"/>
                    </a:lnTo>
                    <a:lnTo>
                      <a:pt x="1237" y="249"/>
                    </a:lnTo>
                    <a:lnTo>
                      <a:pt x="1234" y="247"/>
                    </a:lnTo>
                    <a:lnTo>
                      <a:pt x="1235" y="244"/>
                    </a:lnTo>
                    <a:lnTo>
                      <a:pt x="1239" y="240"/>
                    </a:lnTo>
                    <a:lnTo>
                      <a:pt x="1243" y="237"/>
                    </a:lnTo>
                    <a:lnTo>
                      <a:pt x="1244" y="235"/>
                    </a:lnTo>
                    <a:lnTo>
                      <a:pt x="1244" y="233"/>
                    </a:lnTo>
                    <a:lnTo>
                      <a:pt x="1244" y="230"/>
                    </a:lnTo>
                    <a:lnTo>
                      <a:pt x="1245" y="227"/>
                    </a:lnTo>
                    <a:lnTo>
                      <a:pt x="1247" y="225"/>
                    </a:lnTo>
                    <a:lnTo>
                      <a:pt x="1249" y="223"/>
                    </a:lnTo>
                    <a:lnTo>
                      <a:pt x="1250" y="220"/>
                    </a:lnTo>
                    <a:lnTo>
                      <a:pt x="1250" y="218"/>
                    </a:lnTo>
                    <a:lnTo>
                      <a:pt x="1252" y="215"/>
                    </a:lnTo>
                    <a:lnTo>
                      <a:pt x="1255" y="214"/>
                    </a:lnTo>
                    <a:lnTo>
                      <a:pt x="1258" y="212"/>
                    </a:lnTo>
                    <a:lnTo>
                      <a:pt x="1260" y="210"/>
                    </a:lnTo>
                    <a:lnTo>
                      <a:pt x="1262" y="207"/>
                    </a:lnTo>
                    <a:lnTo>
                      <a:pt x="1264" y="205"/>
                    </a:lnTo>
                    <a:lnTo>
                      <a:pt x="1268" y="205"/>
                    </a:lnTo>
                    <a:lnTo>
                      <a:pt x="1272" y="207"/>
                    </a:lnTo>
                    <a:lnTo>
                      <a:pt x="1276" y="210"/>
                    </a:lnTo>
                    <a:lnTo>
                      <a:pt x="1278" y="212"/>
                    </a:lnTo>
                    <a:lnTo>
                      <a:pt x="1280" y="210"/>
                    </a:lnTo>
                    <a:lnTo>
                      <a:pt x="1283" y="208"/>
                    </a:lnTo>
                    <a:lnTo>
                      <a:pt x="1287" y="206"/>
                    </a:lnTo>
                    <a:lnTo>
                      <a:pt x="1290" y="206"/>
                    </a:lnTo>
                    <a:lnTo>
                      <a:pt x="1293" y="207"/>
                    </a:lnTo>
                    <a:lnTo>
                      <a:pt x="1297" y="207"/>
                    </a:lnTo>
                    <a:lnTo>
                      <a:pt x="1300" y="208"/>
                    </a:lnTo>
                    <a:lnTo>
                      <a:pt x="1303" y="210"/>
                    </a:lnTo>
                    <a:lnTo>
                      <a:pt x="1304" y="213"/>
                    </a:lnTo>
                    <a:lnTo>
                      <a:pt x="1305" y="217"/>
                    </a:lnTo>
                    <a:lnTo>
                      <a:pt x="1306" y="219"/>
                    </a:lnTo>
                    <a:lnTo>
                      <a:pt x="1308" y="221"/>
                    </a:lnTo>
                    <a:lnTo>
                      <a:pt x="1312" y="222"/>
                    </a:lnTo>
                    <a:lnTo>
                      <a:pt x="1315" y="225"/>
                    </a:lnTo>
                    <a:lnTo>
                      <a:pt x="1315" y="227"/>
                    </a:lnTo>
                    <a:lnTo>
                      <a:pt x="1313" y="230"/>
                    </a:lnTo>
                    <a:lnTo>
                      <a:pt x="1312" y="233"/>
                    </a:lnTo>
                    <a:close/>
                  </a:path>
                </a:pathLst>
              </a:custGeom>
              <a:solidFill>
                <a:srgbClr val="86D1BC">
                  <a:alpha val="9600"/>
                </a:srgbClr>
              </a:solidFill>
              <a:ln>
                <a:noFill/>
              </a:ln>
            </p:spPr>
            <p:txBody>
              <a:bodyPr anchor="ctr"/>
              <a:lstStyle/>
              <a:p>
                <a:pPr algn="ctr">
                  <a:buNone/>
                </a:pPr>
              </a:p>
            </p:txBody>
          </p:sp>
          <p:sp>
            <p:nvSpPr>
              <p:cNvPr id="7554" name="addition:spatial:43">
                <a:extLst>
                  <a:ext uri="{FF2B5EF4-FFF2-40B4-BE49-F238E27FC236}">
                    <ns2:creationId id="{AF478530-FD04-49C6-988E-9604852DFD48}"/>
                  </a:ext>
                </a:extLst>
              </p:cNvPr>
              <p:cNvSpPr>
                <a:spLocks noGrp="1"/>
              </p:cNvSpPr>
              <p:nvPr/>
            </p:nvSpPr>
            <p:spPr>
              <a:xfrm>
                <a:off x="5648325" y="1666875"/>
                <a:ext cx="1800545" cy="493959"/>
              </a:xfrm>
              <a:custGeom>
                <a:rect l="l" t="t" r="r" b="b"/>
                <a:pathLst>
                  <a:path w="1358" h="292">
                    <a:moveTo>
                      <a:pt x="0" y="0"/>
                    </a:moveTo>
                    <a:moveTo>
                      <a:pt x="1358" y="259"/>
                    </a:moveTo>
                    <a:lnTo>
                      <a:pt x="1357" y="262"/>
                    </a:lnTo>
                    <a:lnTo>
                      <a:pt x="1356" y="265"/>
                    </a:lnTo>
                    <a:lnTo>
                      <a:pt x="1356" y="268"/>
                    </a:lnTo>
                    <a:lnTo>
                      <a:pt x="1355" y="271"/>
                    </a:lnTo>
                    <a:lnTo>
                      <a:pt x="1352" y="274"/>
                    </a:lnTo>
                    <a:lnTo>
                      <a:pt x="1346" y="275"/>
                    </a:lnTo>
                    <a:lnTo>
                      <a:pt x="1340" y="275"/>
                    </a:lnTo>
                    <a:lnTo>
                      <a:pt x="1336" y="276"/>
                    </a:lnTo>
                    <a:lnTo>
                      <a:pt x="1335" y="279"/>
                    </a:lnTo>
                    <a:lnTo>
                      <a:pt x="1335" y="283"/>
                    </a:lnTo>
                    <a:lnTo>
                      <a:pt x="1334" y="288"/>
                    </a:lnTo>
                    <a:lnTo>
                      <a:pt x="1331" y="290"/>
                    </a:lnTo>
                    <a:lnTo>
                      <a:pt x="1326" y="291"/>
                    </a:lnTo>
                    <a:lnTo>
                      <a:pt x="1321" y="291"/>
                    </a:lnTo>
                    <a:lnTo>
                      <a:pt x="1317" y="291"/>
                    </a:lnTo>
                    <a:lnTo>
                      <a:pt x="1312" y="292"/>
                    </a:lnTo>
                    <a:lnTo>
                      <a:pt x="1308" y="292"/>
                    </a:lnTo>
                    <a:lnTo>
                      <a:pt x="1304" y="290"/>
                    </a:lnTo>
                    <a:lnTo>
                      <a:pt x="1301" y="288"/>
                    </a:lnTo>
                    <a:lnTo>
                      <a:pt x="1297" y="288"/>
                    </a:lnTo>
                    <a:lnTo>
                      <a:pt x="1294" y="288"/>
                    </a:lnTo>
                    <a:lnTo>
                      <a:pt x="1290" y="288"/>
                    </a:lnTo>
                    <a:lnTo>
                      <a:pt x="1287" y="287"/>
                    </a:lnTo>
                    <a:lnTo>
                      <a:pt x="1286" y="284"/>
                    </a:lnTo>
                    <a:lnTo>
                      <a:pt x="1284" y="281"/>
                    </a:lnTo>
                    <a:lnTo>
                      <a:pt x="1281" y="280"/>
                    </a:lnTo>
                    <a:lnTo>
                      <a:pt x="1276" y="281"/>
                    </a:lnTo>
                    <a:lnTo>
                      <a:pt x="1270" y="280"/>
                    </a:lnTo>
                    <a:lnTo>
                      <a:pt x="1267" y="278"/>
                    </a:lnTo>
                    <a:lnTo>
                      <a:pt x="1267" y="275"/>
                    </a:lnTo>
                    <a:lnTo>
                      <a:pt x="1270" y="271"/>
                    </a:lnTo>
                    <a:lnTo>
                      <a:pt x="1272" y="267"/>
                    </a:lnTo>
                    <a:lnTo>
                      <a:pt x="1273" y="265"/>
                    </a:lnTo>
                    <a:lnTo>
                      <a:pt x="1274" y="262"/>
                    </a:lnTo>
                    <a:lnTo>
                      <a:pt x="1275" y="259"/>
                    </a:lnTo>
                    <a:lnTo>
                      <a:pt x="1276" y="257"/>
                    </a:lnTo>
                    <a:lnTo>
                      <a:pt x="1275" y="254"/>
                    </a:lnTo>
                    <a:lnTo>
                      <a:pt x="1273" y="251"/>
                    </a:lnTo>
                    <a:lnTo>
                      <a:pt x="1270" y="248"/>
                    </a:lnTo>
                    <a:lnTo>
                      <a:pt x="1270" y="244"/>
                    </a:lnTo>
                    <a:lnTo>
                      <a:pt x="1272" y="242"/>
                    </a:lnTo>
                    <a:lnTo>
                      <a:pt x="1277" y="241"/>
                    </a:lnTo>
                    <a:lnTo>
                      <a:pt x="1280" y="239"/>
                    </a:lnTo>
                    <a:lnTo>
                      <a:pt x="1281" y="237"/>
                    </a:lnTo>
                    <a:lnTo>
                      <a:pt x="1282" y="233"/>
                    </a:lnTo>
                    <a:lnTo>
                      <a:pt x="1284" y="231"/>
                    </a:lnTo>
                    <a:lnTo>
                      <a:pt x="1287" y="230"/>
                    </a:lnTo>
                    <a:lnTo>
                      <a:pt x="1292" y="232"/>
                    </a:lnTo>
                    <a:lnTo>
                      <a:pt x="1296" y="233"/>
                    </a:lnTo>
                    <a:lnTo>
                      <a:pt x="1299" y="233"/>
                    </a:lnTo>
                    <a:lnTo>
                      <a:pt x="1301" y="231"/>
                    </a:lnTo>
                    <a:lnTo>
                      <a:pt x="1304" y="230"/>
                    </a:lnTo>
                    <a:lnTo>
                      <a:pt x="1308" y="229"/>
                    </a:lnTo>
                    <a:lnTo>
                      <a:pt x="1312" y="228"/>
                    </a:lnTo>
                    <a:lnTo>
                      <a:pt x="1316" y="227"/>
                    </a:lnTo>
                    <a:lnTo>
                      <a:pt x="1321" y="225"/>
                    </a:lnTo>
                    <a:lnTo>
                      <a:pt x="1326" y="225"/>
                    </a:lnTo>
                    <a:lnTo>
                      <a:pt x="1329" y="228"/>
                    </a:lnTo>
                    <a:lnTo>
                      <a:pt x="1331" y="233"/>
                    </a:lnTo>
                    <a:lnTo>
                      <a:pt x="1331" y="237"/>
                    </a:lnTo>
                    <a:lnTo>
                      <a:pt x="1333" y="240"/>
                    </a:lnTo>
                    <a:lnTo>
                      <a:pt x="1337" y="241"/>
                    </a:lnTo>
                    <a:lnTo>
                      <a:pt x="1343" y="241"/>
                    </a:lnTo>
                    <a:lnTo>
                      <a:pt x="1346" y="243"/>
                    </a:lnTo>
                    <a:lnTo>
                      <a:pt x="1348" y="246"/>
                    </a:lnTo>
                    <a:lnTo>
                      <a:pt x="1349" y="249"/>
                    </a:lnTo>
                    <a:lnTo>
                      <a:pt x="1350" y="251"/>
                    </a:lnTo>
                    <a:lnTo>
                      <a:pt x="1353" y="254"/>
                    </a:lnTo>
                    <a:lnTo>
                      <a:pt x="1356" y="256"/>
                    </a:lnTo>
                    <a:close/>
                  </a:path>
                </a:pathLst>
              </a:custGeom>
              <a:solidFill>
                <a:srgbClr val="86D1BC">
                  <a:alpha val="9600"/>
                </a:srgbClr>
              </a:solidFill>
              <a:ln>
                <a:noFill/>
              </a:ln>
            </p:spPr>
            <p:txBody>
              <a:bodyPr anchor="ctr"/>
              <a:lstStyle/>
              <a:p>
                <a:pPr algn="ctr">
                  <a:buNone/>
                </a:pPr>
              </a:p>
            </p:txBody>
          </p:sp>
          <p:sp>
            <p:nvSpPr>
              <p:cNvPr id="7555" name="addition:spatial:44">
                <a:extLst>
                  <a:ext uri="{FF2B5EF4-FFF2-40B4-BE49-F238E27FC236}">
                    <ns2:creationId id="{4899FA95-3EB3-4B5B-A9E1-26DC132560A2}"/>
                  </a:ext>
                </a:extLst>
              </p:cNvPr>
              <p:cNvSpPr>
                <a:spLocks noGrp="1"/>
              </p:cNvSpPr>
              <p:nvPr/>
            </p:nvSpPr>
            <p:spPr>
              <a:xfrm>
                <a:off x="5648325" y="1666875"/>
                <a:ext cx="1778005" cy="548091"/>
              </a:xfrm>
              <a:custGeom>
                <a:rect l="l" t="t" r="r" b="b"/>
                <a:pathLst>
                  <a:path w="1341" h="324">
                    <a:moveTo>
                      <a:pt x="0" y="0"/>
                    </a:moveTo>
                    <a:moveTo>
                      <a:pt x="1341" y="286"/>
                    </a:moveTo>
                    <a:lnTo>
                      <a:pt x="1339" y="289"/>
                    </a:lnTo>
                    <a:lnTo>
                      <a:pt x="1338" y="292"/>
                    </a:lnTo>
                    <a:lnTo>
                      <a:pt x="1337" y="295"/>
                    </a:lnTo>
                    <a:lnTo>
                      <a:pt x="1335" y="298"/>
                    </a:lnTo>
                    <a:lnTo>
                      <a:pt x="1332" y="300"/>
                    </a:lnTo>
                    <a:lnTo>
                      <a:pt x="1328" y="302"/>
                    </a:lnTo>
                    <a:lnTo>
                      <a:pt x="1324" y="304"/>
                    </a:lnTo>
                    <a:lnTo>
                      <a:pt x="1321" y="306"/>
                    </a:lnTo>
                    <a:lnTo>
                      <a:pt x="1319" y="309"/>
                    </a:lnTo>
                    <a:lnTo>
                      <a:pt x="1316" y="311"/>
                    </a:lnTo>
                    <a:lnTo>
                      <a:pt x="1311" y="312"/>
                    </a:lnTo>
                    <a:lnTo>
                      <a:pt x="1305" y="312"/>
                    </a:lnTo>
                    <a:lnTo>
                      <a:pt x="1300" y="313"/>
                    </a:lnTo>
                    <a:lnTo>
                      <a:pt x="1297" y="316"/>
                    </a:lnTo>
                    <a:lnTo>
                      <a:pt x="1293" y="320"/>
                    </a:lnTo>
                    <a:lnTo>
                      <a:pt x="1288" y="324"/>
                    </a:lnTo>
                    <a:lnTo>
                      <a:pt x="1282" y="324"/>
                    </a:lnTo>
                    <a:lnTo>
                      <a:pt x="1276" y="321"/>
                    </a:lnTo>
                    <a:lnTo>
                      <a:pt x="1272" y="317"/>
                    </a:lnTo>
                    <a:lnTo>
                      <a:pt x="1267" y="315"/>
                    </a:lnTo>
                    <a:lnTo>
                      <a:pt x="1263" y="314"/>
                    </a:lnTo>
                    <a:lnTo>
                      <a:pt x="1259" y="313"/>
                    </a:lnTo>
                    <a:lnTo>
                      <a:pt x="1256" y="311"/>
                    </a:lnTo>
                    <a:lnTo>
                      <a:pt x="1252" y="310"/>
                    </a:lnTo>
                    <a:lnTo>
                      <a:pt x="1248" y="310"/>
                    </a:lnTo>
                    <a:lnTo>
                      <a:pt x="1242" y="310"/>
                    </a:lnTo>
                    <a:lnTo>
                      <a:pt x="1236" y="309"/>
                    </a:lnTo>
                    <a:lnTo>
                      <a:pt x="1233" y="307"/>
                    </a:lnTo>
                    <a:lnTo>
                      <a:pt x="1234" y="303"/>
                    </a:lnTo>
                    <a:lnTo>
                      <a:pt x="1235" y="300"/>
                    </a:lnTo>
                    <a:lnTo>
                      <a:pt x="1235" y="297"/>
                    </a:lnTo>
                    <a:lnTo>
                      <a:pt x="1232" y="295"/>
                    </a:lnTo>
                    <a:lnTo>
                      <a:pt x="1229" y="292"/>
                    </a:lnTo>
                    <a:lnTo>
                      <a:pt x="1229" y="289"/>
                    </a:lnTo>
                    <a:lnTo>
                      <a:pt x="1233" y="286"/>
                    </a:lnTo>
                    <a:lnTo>
                      <a:pt x="1238" y="283"/>
                    </a:lnTo>
                    <a:lnTo>
                      <a:pt x="1242" y="281"/>
                    </a:lnTo>
                    <a:lnTo>
                      <a:pt x="1242" y="279"/>
                    </a:lnTo>
                    <a:lnTo>
                      <a:pt x="1241" y="276"/>
                    </a:lnTo>
                    <a:lnTo>
                      <a:pt x="1241" y="273"/>
                    </a:lnTo>
                    <a:lnTo>
                      <a:pt x="1242" y="270"/>
                    </a:lnTo>
                    <a:lnTo>
                      <a:pt x="1242" y="266"/>
                    </a:lnTo>
                    <a:lnTo>
                      <a:pt x="1243" y="263"/>
                    </a:lnTo>
                    <a:lnTo>
                      <a:pt x="1244" y="259"/>
                    </a:lnTo>
                    <a:lnTo>
                      <a:pt x="1247" y="257"/>
                    </a:lnTo>
                    <a:lnTo>
                      <a:pt x="1253" y="257"/>
                    </a:lnTo>
                    <a:lnTo>
                      <a:pt x="1260" y="259"/>
                    </a:lnTo>
                    <a:lnTo>
                      <a:pt x="1265" y="261"/>
                    </a:lnTo>
                    <a:lnTo>
                      <a:pt x="1268" y="260"/>
                    </a:lnTo>
                    <a:lnTo>
                      <a:pt x="1270" y="257"/>
                    </a:lnTo>
                    <a:lnTo>
                      <a:pt x="1273" y="254"/>
                    </a:lnTo>
                    <a:lnTo>
                      <a:pt x="1277" y="254"/>
                    </a:lnTo>
                    <a:lnTo>
                      <a:pt x="1281" y="255"/>
                    </a:lnTo>
                    <a:lnTo>
                      <a:pt x="1285" y="256"/>
                    </a:lnTo>
                    <a:lnTo>
                      <a:pt x="1289" y="256"/>
                    </a:lnTo>
                    <a:lnTo>
                      <a:pt x="1294" y="255"/>
                    </a:lnTo>
                    <a:lnTo>
                      <a:pt x="1299" y="255"/>
                    </a:lnTo>
                    <a:lnTo>
                      <a:pt x="1304" y="256"/>
                    </a:lnTo>
                    <a:lnTo>
                      <a:pt x="1307" y="258"/>
                    </a:lnTo>
                    <a:lnTo>
                      <a:pt x="1312" y="260"/>
                    </a:lnTo>
                    <a:lnTo>
                      <a:pt x="1316" y="261"/>
                    </a:lnTo>
                    <a:lnTo>
                      <a:pt x="1320" y="264"/>
                    </a:lnTo>
                    <a:lnTo>
                      <a:pt x="1321" y="267"/>
                    </a:lnTo>
                    <a:lnTo>
                      <a:pt x="1319" y="271"/>
                    </a:lnTo>
                    <a:lnTo>
                      <a:pt x="1318" y="275"/>
                    </a:lnTo>
                    <a:lnTo>
                      <a:pt x="1320" y="277"/>
                    </a:lnTo>
                    <a:lnTo>
                      <a:pt x="1327" y="278"/>
                    </a:lnTo>
                    <a:lnTo>
                      <a:pt x="1335" y="280"/>
                    </a:lnTo>
                    <a:lnTo>
                      <a:pt x="1341" y="283"/>
                    </a:lnTo>
                    <a:close/>
                  </a:path>
                </a:pathLst>
              </a:custGeom>
              <a:solidFill>
                <a:srgbClr val="86D1BC">
                  <a:alpha val="9600"/>
                </a:srgbClr>
              </a:solidFill>
              <a:ln>
                <a:noFill/>
              </a:ln>
            </p:spPr>
            <p:txBody>
              <a:bodyPr anchor="ctr"/>
              <a:lstStyle/>
              <a:p>
                <a:pPr algn="ctr">
                  <a:buNone/>
                </a:pPr>
              </a:p>
            </p:txBody>
          </p:sp>
          <p:sp>
            <p:nvSpPr>
              <p:cNvPr id="7556" name="addition:spatial:45">
                <a:extLst>
                  <a:ext uri="{FF2B5EF4-FFF2-40B4-BE49-F238E27FC236}">
                    <ns2:creationId id="{943EECAD-98D7-4ACC-85D7-351EA3837B96}"/>
                  </a:ext>
                </a:extLst>
              </p:cNvPr>
              <p:cNvSpPr>
                <a:spLocks noGrp="1"/>
              </p:cNvSpPr>
              <p:nvPr/>
            </p:nvSpPr>
            <p:spPr>
              <a:xfrm>
                <a:off x="5648325" y="1666875"/>
                <a:ext cx="1705082" cy="544708"/>
              </a:xfrm>
              <a:custGeom>
                <a:rect l="l" t="t" r="r" b="b"/>
                <a:pathLst>
                  <a:path w="1286" h="322">
                    <a:moveTo>
                      <a:pt x="0" y="0"/>
                    </a:moveTo>
                    <a:moveTo>
                      <a:pt x="1281" y="289"/>
                    </a:moveTo>
                    <a:lnTo>
                      <a:pt x="1284" y="292"/>
                    </a:lnTo>
                    <a:lnTo>
                      <a:pt x="1286" y="296"/>
                    </a:lnTo>
                    <a:lnTo>
                      <a:pt x="1286" y="299"/>
                    </a:lnTo>
                    <a:lnTo>
                      <a:pt x="1282" y="301"/>
                    </a:lnTo>
                    <a:lnTo>
                      <a:pt x="1276" y="302"/>
                    </a:lnTo>
                    <a:lnTo>
                      <a:pt x="1269" y="303"/>
                    </a:lnTo>
                    <a:lnTo>
                      <a:pt x="1265" y="304"/>
                    </a:lnTo>
                    <a:lnTo>
                      <a:pt x="1265" y="307"/>
                    </a:lnTo>
                    <a:lnTo>
                      <a:pt x="1264" y="311"/>
                    </a:lnTo>
                    <a:lnTo>
                      <a:pt x="1262" y="314"/>
                    </a:lnTo>
                    <a:lnTo>
                      <a:pt x="1259" y="316"/>
                    </a:lnTo>
                    <a:lnTo>
                      <a:pt x="1254" y="317"/>
                    </a:lnTo>
                    <a:lnTo>
                      <a:pt x="1250" y="318"/>
                    </a:lnTo>
                    <a:lnTo>
                      <a:pt x="1246" y="320"/>
                    </a:lnTo>
                    <a:lnTo>
                      <a:pt x="1242" y="322"/>
                    </a:lnTo>
                    <a:lnTo>
                      <a:pt x="1237" y="322"/>
                    </a:lnTo>
                    <a:lnTo>
                      <a:pt x="1232" y="321"/>
                    </a:lnTo>
                    <a:lnTo>
                      <a:pt x="1228" y="321"/>
                    </a:lnTo>
                    <a:lnTo>
                      <a:pt x="1223" y="321"/>
                    </a:lnTo>
                    <a:lnTo>
                      <a:pt x="1219" y="321"/>
                    </a:lnTo>
                    <a:lnTo>
                      <a:pt x="1215" y="320"/>
                    </a:lnTo>
                    <a:lnTo>
                      <a:pt x="1213" y="316"/>
                    </a:lnTo>
                    <a:lnTo>
                      <a:pt x="1212" y="312"/>
                    </a:lnTo>
                    <a:lnTo>
                      <a:pt x="1210" y="310"/>
                    </a:lnTo>
                    <a:lnTo>
                      <a:pt x="1206" y="311"/>
                    </a:lnTo>
                    <a:lnTo>
                      <a:pt x="1200" y="312"/>
                    </a:lnTo>
                    <a:lnTo>
                      <a:pt x="1194" y="312"/>
                    </a:lnTo>
                    <a:lnTo>
                      <a:pt x="1190" y="310"/>
                    </a:lnTo>
                    <a:lnTo>
                      <a:pt x="1190" y="307"/>
                    </a:lnTo>
                    <a:lnTo>
                      <a:pt x="1190" y="304"/>
                    </a:lnTo>
                    <a:lnTo>
                      <a:pt x="1190" y="301"/>
                    </a:lnTo>
                    <a:lnTo>
                      <a:pt x="1190" y="298"/>
                    </a:lnTo>
                    <a:lnTo>
                      <a:pt x="1192" y="295"/>
                    </a:lnTo>
                    <a:lnTo>
                      <a:pt x="1194" y="292"/>
                    </a:lnTo>
                    <a:lnTo>
                      <a:pt x="1196" y="289"/>
                    </a:lnTo>
                    <a:lnTo>
                      <a:pt x="1196" y="287"/>
                    </a:lnTo>
                    <a:lnTo>
                      <a:pt x="1194" y="284"/>
                    </a:lnTo>
                    <a:lnTo>
                      <a:pt x="1192" y="281"/>
                    </a:lnTo>
                    <a:lnTo>
                      <a:pt x="1194" y="278"/>
                    </a:lnTo>
                    <a:lnTo>
                      <a:pt x="1197" y="276"/>
                    </a:lnTo>
                    <a:lnTo>
                      <a:pt x="1200" y="274"/>
                    </a:lnTo>
                    <a:lnTo>
                      <a:pt x="1201" y="271"/>
                    </a:lnTo>
                    <a:lnTo>
                      <a:pt x="1200" y="267"/>
                    </a:lnTo>
                    <a:lnTo>
                      <a:pt x="1200" y="263"/>
                    </a:lnTo>
                    <a:lnTo>
                      <a:pt x="1202" y="261"/>
                    </a:lnTo>
                    <a:lnTo>
                      <a:pt x="1207" y="260"/>
                    </a:lnTo>
                    <a:lnTo>
                      <a:pt x="1212" y="261"/>
                    </a:lnTo>
                    <a:lnTo>
                      <a:pt x="1216" y="262"/>
                    </a:lnTo>
                    <a:lnTo>
                      <a:pt x="1219" y="262"/>
                    </a:lnTo>
                    <a:lnTo>
                      <a:pt x="1222" y="262"/>
                    </a:lnTo>
                    <a:lnTo>
                      <a:pt x="1226" y="262"/>
                    </a:lnTo>
                    <a:lnTo>
                      <a:pt x="1229" y="262"/>
                    </a:lnTo>
                    <a:lnTo>
                      <a:pt x="1232" y="260"/>
                    </a:lnTo>
                    <a:lnTo>
                      <a:pt x="1236" y="257"/>
                    </a:lnTo>
                    <a:lnTo>
                      <a:pt x="1240" y="255"/>
                    </a:lnTo>
                    <a:lnTo>
                      <a:pt x="1245" y="254"/>
                    </a:lnTo>
                    <a:lnTo>
                      <a:pt x="1249" y="257"/>
                    </a:lnTo>
                    <a:lnTo>
                      <a:pt x="1251" y="261"/>
                    </a:lnTo>
                    <a:lnTo>
                      <a:pt x="1253" y="264"/>
                    </a:lnTo>
                    <a:lnTo>
                      <a:pt x="1257" y="266"/>
                    </a:lnTo>
                    <a:lnTo>
                      <a:pt x="1261" y="266"/>
                    </a:lnTo>
                    <a:lnTo>
                      <a:pt x="1266" y="268"/>
                    </a:lnTo>
                    <a:lnTo>
                      <a:pt x="1268" y="271"/>
                    </a:lnTo>
                    <a:lnTo>
                      <a:pt x="1268" y="274"/>
                    </a:lnTo>
                    <a:lnTo>
                      <a:pt x="1269" y="277"/>
                    </a:lnTo>
                    <a:lnTo>
                      <a:pt x="1271" y="279"/>
                    </a:lnTo>
                    <a:lnTo>
                      <a:pt x="1275" y="281"/>
                    </a:lnTo>
                    <a:lnTo>
                      <a:pt x="1277" y="284"/>
                    </a:lnTo>
                    <a:lnTo>
                      <a:pt x="1279" y="286"/>
                    </a:lnTo>
                    <a:close/>
                  </a:path>
                </a:pathLst>
              </a:custGeom>
              <a:solidFill>
                <a:srgbClr val="86D1BC">
                  <a:alpha val="9600"/>
                </a:srgbClr>
              </a:solidFill>
              <a:ln>
                <a:noFill/>
              </a:ln>
            </p:spPr>
            <p:txBody>
              <a:bodyPr anchor="ctr"/>
              <a:lstStyle/>
              <a:p>
                <a:pPr algn="ctr">
                  <a:buNone/>
                </a:pPr>
              </a:p>
            </p:txBody>
          </p:sp>
          <p:sp>
            <p:nvSpPr>
              <p:cNvPr id="7557" name="addition:spatial:46">
                <a:extLst>
                  <a:ext uri="{FF2B5EF4-FFF2-40B4-BE49-F238E27FC236}">
                    <ns2:creationId id="{C2D3D597-6C81-4529-A5F1-B84CEF5F0181}"/>
                  </a:ext>
                </a:extLst>
              </p:cNvPr>
              <p:cNvSpPr>
                <a:spLocks noGrp="1"/>
              </p:cNvSpPr>
              <p:nvPr/>
            </p:nvSpPr>
            <p:spPr>
              <a:xfrm>
                <a:off x="5648325" y="1666875"/>
                <a:ext cx="1637462" cy="514259"/>
              </a:xfrm>
              <a:custGeom>
                <a:rect l="l" t="t" r="r" b="b"/>
                <a:pathLst>
                  <a:path w="1235" h="304">
                    <a:moveTo>
                      <a:pt x="0" y="0"/>
                    </a:moveTo>
                    <a:moveTo>
                      <a:pt x="1234" y="278"/>
                    </a:moveTo>
                    <a:lnTo>
                      <a:pt x="1232" y="280"/>
                    </a:lnTo>
                    <a:lnTo>
                      <a:pt x="1230" y="282"/>
                    </a:lnTo>
                    <a:lnTo>
                      <a:pt x="1228" y="285"/>
                    </a:lnTo>
                    <a:lnTo>
                      <a:pt x="1225" y="287"/>
                    </a:lnTo>
                    <a:lnTo>
                      <a:pt x="1222" y="288"/>
                    </a:lnTo>
                    <a:lnTo>
                      <a:pt x="1218" y="289"/>
                    </a:lnTo>
                    <a:lnTo>
                      <a:pt x="1217" y="291"/>
                    </a:lnTo>
                    <a:lnTo>
                      <a:pt x="1218" y="295"/>
                    </a:lnTo>
                    <a:lnTo>
                      <a:pt x="1218" y="299"/>
                    </a:lnTo>
                    <a:lnTo>
                      <a:pt x="1217" y="302"/>
                    </a:lnTo>
                    <a:lnTo>
                      <a:pt x="1214" y="304"/>
                    </a:lnTo>
                    <a:lnTo>
                      <a:pt x="1209" y="303"/>
                    </a:lnTo>
                    <a:lnTo>
                      <a:pt x="1205" y="302"/>
                    </a:lnTo>
                    <a:lnTo>
                      <a:pt x="1202" y="302"/>
                    </a:lnTo>
                    <a:lnTo>
                      <a:pt x="1199" y="303"/>
                    </a:lnTo>
                    <a:lnTo>
                      <a:pt x="1197" y="304"/>
                    </a:lnTo>
                    <a:lnTo>
                      <a:pt x="1194" y="304"/>
                    </a:lnTo>
                    <a:lnTo>
                      <a:pt x="1191" y="303"/>
                    </a:lnTo>
                    <a:lnTo>
                      <a:pt x="1189" y="302"/>
                    </a:lnTo>
                    <a:lnTo>
                      <a:pt x="1186" y="302"/>
                    </a:lnTo>
                    <a:lnTo>
                      <a:pt x="1183" y="303"/>
                    </a:lnTo>
                    <a:lnTo>
                      <a:pt x="1181" y="302"/>
                    </a:lnTo>
                    <a:lnTo>
                      <a:pt x="1179" y="300"/>
                    </a:lnTo>
                    <a:lnTo>
                      <a:pt x="1177" y="299"/>
                    </a:lnTo>
                    <a:lnTo>
                      <a:pt x="1173" y="299"/>
                    </a:lnTo>
                    <a:lnTo>
                      <a:pt x="1169" y="299"/>
                    </a:lnTo>
                    <a:lnTo>
                      <a:pt x="1165" y="298"/>
                    </a:lnTo>
                    <a:lnTo>
                      <a:pt x="1163" y="296"/>
                    </a:lnTo>
                    <a:lnTo>
                      <a:pt x="1165" y="292"/>
                    </a:lnTo>
                    <a:lnTo>
                      <a:pt x="1167" y="288"/>
                    </a:lnTo>
                    <a:lnTo>
                      <a:pt x="1169" y="286"/>
                    </a:lnTo>
                    <a:lnTo>
                      <a:pt x="1167" y="284"/>
                    </a:lnTo>
                    <a:lnTo>
                      <a:pt x="1165" y="282"/>
                    </a:lnTo>
                    <a:lnTo>
                      <a:pt x="1162" y="280"/>
                    </a:lnTo>
                    <a:lnTo>
                      <a:pt x="1161" y="278"/>
                    </a:lnTo>
                    <a:lnTo>
                      <a:pt x="1160" y="275"/>
                    </a:lnTo>
                    <a:lnTo>
                      <a:pt x="1158" y="273"/>
                    </a:lnTo>
                    <a:lnTo>
                      <a:pt x="1157" y="270"/>
                    </a:lnTo>
                    <a:lnTo>
                      <a:pt x="1157" y="267"/>
                    </a:lnTo>
                    <a:lnTo>
                      <a:pt x="1159" y="265"/>
                    </a:lnTo>
                    <a:lnTo>
                      <a:pt x="1162" y="264"/>
                    </a:lnTo>
                    <a:lnTo>
                      <a:pt x="1165" y="263"/>
                    </a:lnTo>
                    <a:lnTo>
                      <a:pt x="1166" y="260"/>
                    </a:lnTo>
                    <a:lnTo>
                      <a:pt x="1166" y="258"/>
                    </a:lnTo>
                    <a:lnTo>
                      <a:pt x="1168" y="256"/>
                    </a:lnTo>
                    <a:lnTo>
                      <a:pt x="1172" y="256"/>
                    </a:lnTo>
                    <a:lnTo>
                      <a:pt x="1176" y="257"/>
                    </a:lnTo>
                    <a:lnTo>
                      <a:pt x="1179" y="257"/>
                    </a:lnTo>
                    <a:lnTo>
                      <a:pt x="1182" y="256"/>
                    </a:lnTo>
                    <a:lnTo>
                      <a:pt x="1184" y="253"/>
                    </a:lnTo>
                    <a:lnTo>
                      <a:pt x="1187" y="250"/>
                    </a:lnTo>
                    <a:lnTo>
                      <a:pt x="1190" y="249"/>
                    </a:lnTo>
                    <a:lnTo>
                      <a:pt x="1194" y="248"/>
                    </a:lnTo>
                    <a:lnTo>
                      <a:pt x="1198" y="248"/>
                    </a:lnTo>
                    <a:lnTo>
                      <a:pt x="1202" y="249"/>
                    </a:lnTo>
                    <a:lnTo>
                      <a:pt x="1206" y="250"/>
                    </a:lnTo>
                    <a:lnTo>
                      <a:pt x="1209" y="253"/>
                    </a:lnTo>
                    <a:lnTo>
                      <a:pt x="1210" y="256"/>
                    </a:lnTo>
                    <a:lnTo>
                      <a:pt x="1212" y="259"/>
                    </a:lnTo>
                    <a:lnTo>
                      <a:pt x="1215" y="260"/>
                    </a:lnTo>
                    <a:lnTo>
                      <a:pt x="1219" y="260"/>
                    </a:lnTo>
                    <a:lnTo>
                      <a:pt x="1224" y="260"/>
                    </a:lnTo>
                    <a:lnTo>
                      <a:pt x="1227" y="261"/>
                    </a:lnTo>
                    <a:lnTo>
                      <a:pt x="1228" y="264"/>
                    </a:lnTo>
                    <a:lnTo>
                      <a:pt x="1228" y="266"/>
                    </a:lnTo>
                    <a:lnTo>
                      <a:pt x="1229" y="269"/>
                    </a:lnTo>
                    <a:lnTo>
                      <a:pt x="1232" y="270"/>
                    </a:lnTo>
                    <a:lnTo>
                      <a:pt x="1234" y="272"/>
                    </a:lnTo>
                    <a:lnTo>
                      <a:pt x="1235" y="275"/>
                    </a:lnTo>
                    <a:close/>
                  </a:path>
                </a:pathLst>
              </a:custGeom>
              <a:solidFill>
                <a:srgbClr val="86D1BC">
                  <a:alpha val="9600"/>
                </a:srgbClr>
              </a:solidFill>
              <a:ln>
                <a:noFill/>
              </a:ln>
            </p:spPr>
            <p:txBody>
              <a:bodyPr anchor="ctr"/>
              <a:lstStyle/>
              <a:p>
                <a:pPr algn="ctr">
                  <a:buNone/>
                </a:pPr>
              </a:p>
            </p:txBody>
          </p:sp>
          <p:sp>
            <p:nvSpPr>
              <p:cNvPr id="7558" name="addition:spatial:47">
                <a:extLst>
                  <a:ext uri="{FF2B5EF4-FFF2-40B4-BE49-F238E27FC236}">
                    <ns2:creationId id="{90AEF6EA-4281-4EBA-AE39-1AECA87E5581}"/>
                  </a:ext>
                </a:extLst>
              </p:cNvPr>
              <p:cNvSpPr>
                <a:spLocks noGrp="1"/>
              </p:cNvSpPr>
              <p:nvPr/>
            </p:nvSpPr>
            <p:spPr>
              <a:xfrm>
                <a:off x="5648325" y="1666875"/>
                <a:ext cx="1743532" cy="522717"/>
              </a:xfrm>
              <a:custGeom>
                <a:rect l="l" t="t" r="r" b="b"/>
                <a:pathLst>
                  <a:path w="1315" h="309">
                    <a:moveTo>
                      <a:pt x="0" y="0"/>
                    </a:moveTo>
                    <a:moveTo>
                      <a:pt x="1307" y="273"/>
                    </a:moveTo>
                    <a:lnTo>
                      <a:pt x="1303" y="276"/>
                    </a:lnTo>
                    <a:lnTo>
                      <a:pt x="1299" y="278"/>
                    </a:lnTo>
                    <a:lnTo>
                      <a:pt x="1296" y="281"/>
                    </a:lnTo>
                    <a:lnTo>
                      <a:pt x="1298" y="284"/>
                    </a:lnTo>
                    <a:lnTo>
                      <a:pt x="1302" y="288"/>
                    </a:lnTo>
                    <a:lnTo>
                      <a:pt x="1304" y="293"/>
                    </a:lnTo>
                    <a:lnTo>
                      <a:pt x="1302" y="296"/>
                    </a:lnTo>
                    <a:lnTo>
                      <a:pt x="1296" y="297"/>
                    </a:lnTo>
                    <a:lnTo>
                      <a:pt x="1291" y="298"/>
                    </a:lnTo>
                    <a:lnTo>
                      <a:pt x="1287" y="300"/>
                    </a:lnTo>
                    <a:lnTo>
                      <a:pt x="1285" y="302"/>
                    </a:lnTo>
                    <a:lnTo>
                      <a:pt x="1282" y="305"/>
                    </a:lnTo>
                    <a:lnTo>
                      <a:pt x="1278" y="306"/>
                    </a:lnTo>
                    <a:lnTo>
                      <a:pt x="1273" y="306"/>
                    </a:lnTo>
                    <a:lnTo>
                      <a:pt x="1269" y="305"/>
                    </a:lnTo>
                    <a:lnTo>
                      <a:pt x="1265" y="304"/>
                    </a:lnTo>
                    <a:lnTo>
                      <a:pt x="1261" y="305"/>
                    </a:lnTo>
                    <a:lnTo>
                      <a:pt x="1257" y="305"/>
                    </a:lnTo>
                    <a:lnTo>
                      <a:pt x="1254" y="305"/>
                    </a:lnTo>
                    <a:lnTo>
                      <a:pt x="1250" y="304"/>
                    </a:lnTo>
                    <a:lnTo>
                      <a:pt x="1245" y="305"/>
                    </a:lnTo>
                    <a:lnTo>
                      <a:pt x="1239" y="307"/>
                    </a:lnTo>
                    <a:lnTo>
                      <a:pt x="1232" y="309"/>
                    </a:lnTo>
                    <a:lnTo>
                      <a:pt x="1226" y="307"/>
                    </a:lnTo>
                    <a:lnTo>
                      <a:pt x="1224" y="303"/>
                    </a:lnTo>
                    <a:lnTo>
                      <a:pt x="1225" y="298"/>
                    </a:lnTo>
                    <a:lnTo>
                      <a:pt x="1225" y="293"/>
                    </a:lnTo>
                    <a:lnTo>
                      <a:pt x="1222" y="291"/>
                    </a:lnTo>
                    <a:lnTo>
                      <a:pt x="1218" y="289"/>
                    </a:lnTo>
                    <a:lnTo>
                      <a:pt x="1213" y="287"/>
                    </a:lnTo>
                    <a:lnTo>
                      <a:pt x="1210" y="285"/>
                    </a:lnTo>
                    <a:lnTo>
                      <a:pt x="1208" y="282"/>
                    </a:lnTo>
                    <a:lnTo>
                      <a:pt x="1206" y="279"/>
                    </a:lnTo>
                    <a:lnTo>
                      <a:pt x="1202" y="276"/>
                    </a:lnTo>
                    <a:lnTo>
                      <a:pt x="1199" y="273"/>
                    </a:lnTo>
                    <a:lnTo>
                      <a:pt x="1198" y="270"/>
                    </a:lnTo>
                    <a:lnTo>
                      <a:pt x="1200" y="267"/>
                    </a:lnTo>
                    <a:lnTo>
                      <a:pt x="1202" y="264"/>
                    </a:lnTo>
                    <a:lnTo>
                      <a:pt x="1202" y="261"/>
                    </a:lnTo>
                    <a:lnTo>
                      <a:pt x="1201" y="257"/>
                    </a:lnTo>
                    <a:lnTo>
                      <a:pt x="1203" y="254"/>
                    </a:lnTo>
                    <a:lnTo>
                      <a:pt x="1208" y="252"/>
                    </a:lnTo>
                    <a:lnTo>
                      <a:pt x="1216" y="252"/>
                    </a:lnTo>
                    <a:lnTo>
                      <a:pt x="1223" y="253"/>
                    </a:lnTo>
                    <a:lnTo>
                      <a:pt x="1227" y="251"/>
                    </a:lnTo>
                    <a:lnTo>
                      <a:pt x="1229" y="248"/>
                    </a:lnTo>
                    <a:lnTo>
                      <a:pt x="1230" y="243"/>
                    </a:lnTo>
                    <a:lnTo>
                      <a:pt x="1234" y="240"/>
                    </a:lnTo>
                    <a:lnTo>
                      <a:pt x="1239" y="238"/>
                    </a:lnTo>
                    <a:lnTo>
                      <a:pt x="1245" y="237"/>
                    </a:lnTo>
                    <a:lnTo>
                      <a:pt x="1250" y="236"/>
                    </a:lnTo>
                    <a:lnTo>
                      <a:pt x="1256" y="235"/>
                    </a:lnTo>
                    <a:lnTo>
                      <a:pt x="1262" y="236"/>
                    </a:lnTo>
                    <a:lnTo>
                      <a:pt x="1267" y="239"/>
                    </a:lnTo>
                    <a:lnTo>
                      <a:pt x="1272" y="242"/>
                    </a:lnTo>
                    <a:lnTo>
                      <a:pt x="1276" y="244"/>
                    </a:lnTo>
                    <a:lnTo>
                      <a:pt x="1281" y="244"/>
                    </a:lnTo>
                    <a:lnTo>
                      <a:pt x="1287" y="243"/>
                    </a:lnTo>
                    <a:lnTo>
                      <a:pt x="1291" y="244"/>
                    </a:lnTo>
                    <a:lnTo>
                      <a:pt x="1294" y="247"/>
                    </a:lnTo>
                    <a:lnTo>
                      <a:pt x="1295" y="250"/>
                    </a:lnTo>
                    <a:lnTo>
                      <a:pt x="1297" y="253"/>
                    </a:lnTo>
                    <a:lnTo>
                      <a:pt x="1302" y="254"/>
                    </a:lnTo>
                    <a:lnTo>
                      <a:pt x="1308" y="254"/>
                    </a:lnTo>
                    <a:lnTo>
                      <a:pt x="1313" y="256"/>
                    </a:lnTo>
                    <a:lnTo>
                      <a:pt x="1315" y="259"/>
                    </a:lnTo>
                    <a:lnTo>
                      <a:pt x="1313" y="263"/>
                    </a:lnTo>
                    <a:lnTo>
                      <a:pt x="1311" y="267"/>
                    </a:lnTo>
                    <a:lnTo>
                      <a:pt x="1309" y="270"/>
                    </a:lnTo>
                    <a:close/>
                  </a:path>
                </a:pathLst>
              </a:custGeom>
              <a:solidFill>
                <a:srgbClr val="86D1BC">
                  <a:alpha val="9600"/>
                </a:srgbClr>
              </a:solidFill>
              <a:ln>
                <a:noFill/>
              </a:ln>
            </p:spPr>
            <p:txBody>
              <a:bodyPr anchor="ctr"/>
              <a:lstStyle/>
              <a:p>
                <a:pPr algn="ctr">
                  <a:buNone/>
                </a:pPr>
              </a:p>
            </p:txBody>
          </p:sp>
          <p:sp>
            <p:nvSpPr>
              <p:cNvPr id="7559" name="addition:spatial:48">
                <a:extLst>
                  <a:ext uri="{FF2B5EF4-FFF2-40B4-BE49-F238E27FC236}">
                    <ns2:creationId id="{86CB225A-C4D1-46F1-9B9D-096179F804C0}"/>
                  </a:ext>
                </a:extLst>
              </p:cNvPr>
              <p:cNvSpPr>
                <a:spLocks noGrp="1"/>
              </p:cNvSpPr>
              <p:nvPr/>
            </p:nvSpPr>
            <p:spPr>
              <a:xfrm>
                <a:off x="5648325" y="1666875"/>
                <a:ext cx="1770050" cy="537942"/>
              </a:xfrm>
              <a:custGeom>
                <a:rect l="l" t="t" r="r" b="b"/>
                <a:pathLst>
                  <a:path w="1335" h="318">
                    <a:moveTo>
                      <a:pt x="0" y="0"/>
                    </a:moveTo>
                    <a:moveTo>
                      <a:pt x="1329" y="267"/>
                    </a:moveTo>
                    <a:lnTo>
                      <a:pt x="1330" y="272"/>
                    </a:lnTo>
                    <a:lnTo>
                      <a:pt x="1327" y="276"/>
                    </a:lnTo>
                    <a:lnTo>
                      <a:pt x="1320" y="280"/>
                    </a:lnTo>
                    <a:lnTo>
                      <a:pt x="1312" y="282"/>
                    </a:lnTo>
                    <a:lnTo>
                      <a:pt x="1308" y="286"/>
                    </a:lnTo>
                    <a:lnTo>
                      <a:pt x="1307" y="290"/>
                    </a:lnTo>
                    <a:lnTo>
                      <a:pt x="1307" y="295"/>
                    </a:lnTo>
                    <a:lnTo>
                      <a:pt x="1305" y="300"/>
                    </a:lnTo>
                    <a:lnTo>
                      <a:pt x="1301" y="304"/>
                    </a:lnTo>
                    <a:lnTo>
                      <a:pt x="1298" y="309"/>
                    </a:lnTo>
                    <a:lnTo>
                      <a:pt x="1294" y="314"/>
                    </a:lnTo>
                    <a:lnTo>
                      <a:pt x="1289" y="318"/>
                    </a:lnTo>
                    <a:lnTo>
                      <a:pt x="1282" y="318"/>
                    </a:lnTo>
                    <a:lnTo>
                      <a:pt x="1273" y="314"/>
                    </a:lnTo>
                    <a:lnTo>
                      <a:pt x="1266" y="310"/>
                    </a:lnTo>
                    <a:lnTo>
                      <a:pt x="1261" y="308"/>
                    </a:lnTo>
                    <a:lnTo>
                      <a:pt x="1257" y="310"/>
                    </a:lnTo>
                    <a:lnTo>
                      <a:pt x="1252" y="314"/>
                    </a:lnTo>
                    <a:lnTo>
                      <a:pt x="1246" y="317"/>
                    </a:lnTo>
                    <a:lnTo>
                      <a:pt x="1240" y="317"/>
                    </a:lnTo>
                    <a:lnTo>
                      <a:pt x="1236" y="314"/>
                    </a:lnTo>
                    <a:lnTo>
                      <a:pt x="1231" y="312"/>
                    </a:lnTo>
                    <a:lnTo>
                      <a:pt x="1225" y="311"/>
                    </a:lnTo>
                    <a:lnTo>
                      <a:pt x="1218" y="311"/>
                    </a:lnTo>
                    <a:lnTo>
                      <a:pt x="1212" y="309"/>
                    </a:lnTo>
                    <a:lnTo>
                      <a:pt x="1208" y="305"/>
                    </a:lnTo>
                    <a:lnTo>
                      <a:pt x="1205" y="301"/>
                    </a:lnTo>
                    <a:lnTo>
                      <a:pt x="1201" y="297"/>
                    </a:lnTo>
                    <a:lnTo>
                      <a:pt x="1196" y="293"/>
                    </a:lnTo>
                    <a:lnTo>
                      <a:pt x="1194" y="289"/>
                    </a:lnTo>
                    <a:lnTo>
                      <a:pt x="1195" y="284"/>
                    </a:lnTo>
                    <a:lnTo>
                      <a:pt x="1199" y="278"/>
                    </a:lnTo>
                    <a:lnTo>
                      <a:pt x="1200" y="274"/>
                    </a:lnTo>
                    <a:lnTo>
                      <a:pt x="1195" y="271"/>
                    </a:lnTo>
                    <a:lnTo>
                      <a:pt x="1185" y="267"/>
                    </a:lnTo>
                    <a:lnTo>
                      <a:pt x="1175" y="262"/>
                    </a:lnTo>
                    <a:lnTo>
                      <a:pt x="1171" y="257"/>
                    </a:lnTo>
                    <a:lnTo>
                      <a:pt x="1174" y="252"/>
                    </a:lnTo>
                    <a:lnTo>
                      <a:pt x="1180" y="248"/>
                    </a:lnTo>
                    <a:lnTo>
                      <a:pt x="1184" y="245"/>
                    </a:lnTo>
                    <a:lnTo>
                      <a:pt x="1188" y="241"/>
                    </a:lnTo>
                    <a:lnTo>
                      <a:pt x="1192" y="238"/>
                    </a:lnTo>
                    <a:lnTo>
                      <a:pt x="1197" y="236"/>
                    </a:lnTo>
                    <a:lnTo>
                      <a:pt x="1204" y="234"/>
                    </a:lnTo>
                    <a:lnTo>
                      <a:pt x="1208" y="232"/>
                    </a:lnTo>
                    <a:lnTo>
                      <a:pt x="1212" y="228"/>
                    </a:lnTo>
                    <a:lnTo>
                      <a:pt x="1216" y="223"/>
                    </a:lnTo>
                    <a:lnTo>
                      <a:pt x="1222" y="221"/>
                    </a:lnTo>
                    <a:lnTo>
                      <a:pt x="1229" y="221"/>
                    </a:lnTo>
                    <a:lnTo>
                      <a:pt x="1237" y="222"/>
                    </a:lnTo>
                    <a:lnTo>
                      <a:pt x="1244" y="220"/>
                    </a:lnTo>
                    <a:lnTo>
                      <a:pt x="1250" y="216"/>
                    </a:lnTo>
                    <a:lnTo>
                      <a:pt x="1258" y="211"/>
                    </a:lnTo>
                    <a:lnTo>
                      <a:pt x="1267" y="209"/>
                    </a:lnTo>
                    <a:lnTo>
                      <a:pt x="1275" y="212"/>
                    </a:lnTo>
                    <a:lnTo>
                      <a:pt x="1281" y="219"/>
                    </a:lnTo>
                    <a:lnTo>
                      <a:pt x="1285" y="225"/>
                    </a:lnTo>
                    <a:lnTo>
                      <a:pt x="1290" y="228"/>
                    </a:lnTo>
                    <a:lnTo>
                      <a:pt x="1295" y="230"/>
                    </a:lnTo>
                    <a:lnTo>
                      <a:pt x="1301" y="232"/>
                    </a:lnTo>
                    <a:lnTo>
                      <a:pt x="1306" y="235"/>
                    </a:lnTo>
                    <a:lnTo>
                      <a:pt x="1311" y="237"/>
                    </a:lnTo>
                    <a:lnTo>
                      <a:pt x="1319" y="238"/>
                    </a:lnTo>
                    <a:lnTo>
                      <a:pt x="1328" y="239"/>
                    </a:lnTo>
                    <a:lnTo>
                      <a:pt x="1334" y="242"/>
                    </a:lnTo>
                    <a:lnTo>
                      <a:pt x="1335" y="247"/>
                    </a:lnTo>
                    <a:lnTo>
                      <a:pt x="1331" y="253"/>
                    </a:lnTo>
                    <a:lnTo>
                      <a:pt x="1326" y="258"/>
                    </a:lnTo>
                    <a:lnTo>
                      <a:pt x="1326" y="263"/>
                    </a:lnTo>
                    <a:close/>
                  </a:path>
                </a:pathLst>
              </a:custGeom>
              <a:solidFill>
                <a:srgbClr val="56BFA2">
                  <a:alpha val="11100"/>
                </a:srgbClr>
              </a:solidFill>
              <a:ln>
                <a:noFill/>
              </a:ln>
            </p:spPr>
            <p:txBody>
              <a:bodyPr anchor="ctr"/>
              <a:lstStyle/>
              <a:p>
                <a:pPr algn="ctr">
                  <a:buNone/>
                </a:pPr>
              </a:p>
            </p:txBody>
          </p:sp>
          <p:sp>
            <p:nvSpPr>
              <p:cNvPr id="7560" name="addition:spatial:49">
                <a:extLst>
                  <a:ext uri="{FF2B5EF4-FFF2-40B4-BE49-F238E27FC236}">
                    <ns2:creationId id="{3BB02949-CBD7-49CA-B56E-294CB07043E2}"/>
                  </a:ext>
                </a:extLst>
              </p:cNvPr>
              <p:cNvSpPr>
                <a:spLocks noGrp="1"/>
              </p:cNvSpPr>
              <p:nvPr/>
            </p:nvSpPr>
            <p:spPr>
              <a:xfrm>
                <a:off x="5648325" y="1666875"/>
                <a:ext cx="1675912" cy="475351"/>
              </a:xfrm>
              <a:custGeom>
                <a:rect l="l" t="t" r="r" b="b"/>
                <a:pathLst>
                  <a:path w="1264" h="281">
                    <a:moveTo>
                      <a:pt x="0" y="0"/>
                    </a:moveTo>
                    <a:moveTo>
                      <a:pt x="1263" y="253"/>
                    </a:moveTo>
                    <a:lnTo>
                      <a:pt x="1264" y="256"/>
                    </a:lnTo>
                    <a:lnTo>
                      <a:pt x="1263" y="258"/>
                    </a:lnTo>
                    <a:lnTo>
                      <a:pt x="1260" y="260"/>
                    </a:lnTo>
                    <a:lnTo>
                      <a:pt x="1258" y="262"/>
                    </a:lnTo>
                    <a:lnTo>
                      <a:pt x="1257" y="264"/>
                    </a:lnTo>
                    <a:lnTo>
                      <a:pt x="1257" y="267"/>
                    </a:lnTo>
                    <a:lnTo>
                      <a:pt x="1256" y="269"/>
                    </a:lnTo>
                    <a:lnTo>
                      <a:pt x="1253" y="270"/>
                    </a:lnTo>
                    <a:lnTo>
                      <a:pt x="1248" y="270"/>
                    </a:lnTo>
                    <a:lnTo>
                      <a:pt x="1245" y="270"/>
                    </a:lnTo>
                    <a:lnTo>
                      <a:pt x="1242" y="271"/>
                    </a:lnTo>
                    <a:lnTo>
                      <a:pt x="1241" y="274"/>
                    </a:lnTo>
                    <a:lnTo>
                      <a:pt x="1239" y="277"/>
                    </a:lnTo>
                    <a:lnTo>
                      <a:pt x="1236" y="279"/>
                    </a:lnTo>
                    <a:lnTo>
                      <a:pt x="1233" y="280"/>
                    </a:lnTo>
                    <a:lnTo>
                      <a:pt x="1229" y="281"/>
                    </a:lnTo>
                    <a:lnTo>
                      <a:pt x="1226" y="281"/>
                    </a:lnTo>
                    <a:lnTo>
                      <a:pt x="1222" y="281"/>
                    </a:lnTo>
                    <a:lnTo>
                      <a:pt x="1218" y="279"/>
                    </a:lnTo>
                    <a:lnTo>
                      <a:pt x="1216" y="277"/>
                    </a:lnTo>
                    <a:lnTo>
                      <a:pt x="1214" y="274"/>
                    </a:lnTo>
                    <a:lnTo>
                      <a:pt x="1211" y="273"/>
                    </a:lnTo>
                    <a:lnTo>
                      <a:pt x="1208" y="273"/>
                    </a:lnTo>
                    <a:lnTo>
                      <a:pt x="1204" y="274"/>
                    </a:lnTo>
                    <a:lnTo>
                      <a:pt x="1201" y="274"/>
                    </a:lnTo>
                    <a:lnTo>
                      <a:pt x="1199" y="272"/>
                    </a:lnTo>
                    <a:lnTo>
                      <a:pt x="1199" y="269"/>
                    </a:lnTo>
                    <a:lnTo>
                      <a:pt x="1198" y="267"/>
                    </a:lnTo>
                    <a:lnTo>
                      <a:pt x="1195" y="266"/>
                    </a:lnTo>
                    <a:lnTo>
                      <a:pt x="1192" y="265"/>
                    </a:lnTo>
                    <a:lnTo>
                      <a:pt x="1190" y="263"/>
                    </a:lnTo>
                    <a:lnTo>
                      <a:pt x="1190" y="261"/>
                    </a:lnTo>
                    <a:lnTo>
                      <a:pt x="1191" y="258"/>
                    </a:lnTo>
                    <a:lnTo>
                      <a:pt x="1193" y="256"/>
                    </a:lnTo>
                    <a:lnTo>
                      <a:pt x="1194" y="253"/>
                    </a:lnTo>
                    <a:lnTo>
                      <a:pt x="1195" y="251"/>
                    </a:lnTo>
                    <a:lnTo>
                      <a:pt x="1198" y="249"/>
                    </a:lnTo>
                    <a:lnTo>
                      <a:pt x="1200" y="248"/>
                    </a:lnTo>
                    <a:lnTo>
                      <a:pt x="1201" y="246"/>
                    </a:lnTo>
                    <a:lnTo>
                      <a:pt x="1200" y="243"/>
                    </a:lnTo>
                    <a:lnTo>
                      <a:pt x="1198" y="240"/>
                    </a:lnTo>
                    <a:lnTo>
                      <a:pt x="1197" y="236"/>
                    </a:lnTo>
                    <a:lnTo>
                      <a:pt x="1198" y="234"/>
                    </a:lnTo>
                    <a:lnTo>
                      <a:pt x="1202" y="233"/>
                    </a:lnTo>
                    <a:lnTo>
                      <a:pt x="1206" y="233"/>
                    </a:lnTo>
                    <a:lnTo>
                      <a:pt x="1209" y="233"/>
                    </a:lnTo>
                    <a:lnTo>
                      <a:pt x="1211" y="231"/>
                    </a:lnTo>
                    <a:lnTo>
                      <a:pt x="1213" y="230"/>
                    </a:lnTo>
                    <a:lnTo>
                      <a:pt x="1215" y="230"/>
                    </a:lnTo>
                    <a:lnTo>
                      <a:pt x="1218" y="230"/>
                    </a:lnTo>
                    <a:lnTo>
                      <a:pt x="1220" y="230"/>
                    </a:lnTo>
                    <a:lnTo>
                      <a:pt x="1222" y="230"/>
                    </a:lnTo>
                    <a:lnTo>
                      <a:pt x="1225" y="229"/>
                    </a:lnTo>
                    <a:lnTo>
                      <a:pt x="1228" y="229"/>
                    </a:lnTo>
                    <a:lnTo>
                      <a:pt x="1230" y="229"/>
                    </a:lnTo>
                    <a:lnTo>
                      <a:pt x="1232" y="230"/>
                    </a:lnTo>
                    <a:lnTo>
                      <a:pt x="1235" y="230"/>
                    </a:lnTo>
                    <a:lnTo>
                      <a:pt x="1240" y="229"/>
                    </a:lnTo>
                    <a:lnTo>
                      <a:pt x="1244" y="229"/>
                    </a:lnTo>
                    <a:lnTo>
                      <a:pt x="1247" y="230"/>
                    </a:lnTo>
                    <a:lnTo>
                      <a:pt x="1248" y="233"/>
                    </a:lnTo>
                    <a:lnTo>
                      <a:pt x="1247" y="237"/>
                    </a:lnTo>
                    <a:lnTo>
                      <a:pt x="1247" y="240"/>
                    </a:lnTo>
                    <a:lnTo>
                      <a:pt x="1248" y="242"/>
                    </a:lnTo>
                    <a:lnTo>
                      <a:pt x="1251" y="243"/>
                    </a:lnTo>
                    <a:lnTo>
                      <a:pt x="1254" y="245"/>
                    </a:lnTo>
                    <a:lnTo>
                      <a:pt x="1256" y="247"/>
                    </a:lnTo>
                    <a:lnTo>
                      <a:pt x="1258" y="249"/>
                    </a:lnTo>
                    <a:lnTo>
                      <a:pt x="1260" y="251"/>
                    </a:lnTo>
                    <a:close/>
                  </a:path>
                </a:pathLst>
              </a:custGeom>
              <a:solidFill>
                <a:srgbClr val="41B796">
                  <a:alpha val="10800"/>
                </a:srgbClr>
              </a:solidFill>
              <a:ln>
                <a:noFill/>
              </a:ln>
            </p:spPr>
            <p:txBody>
              <a:bodyPr anchor="ctr"/>
              <a:lstStyle/>
              <a:p>
                <a:pPr algn="ctr">
                  <a:buNone/>
                </a:pPr>
              </a:p>
            </p:txBody>
          </p:sp>
          <p:sp>
            <p:nvSpPr>
              <p:cNvPr id="7561" name="addition:spatial:50">
                <a:extLst>
                  <a:ext uri="{FF2B5EF4-FFF2-40B4-BE49-F238E27FC236}">
                    <ns2:creationId id="{9BF1472B-3398-46B4-A19D-4DDE70F68529}"/>
                  </a:ext>
                </a:extLst>
              </p:cNvPr>
              <p:cNvSpPr>
                <a:spLocks noGrp="1"/>
              </p:cNvSpPr>
              <p:nvPr/>
            </p:nvSpPr>
            <p:spPr>
              <a:xfrm>
                <a:off x="5648325" y="1666875"/>
                <a:ext cx="1730273" cy="449976"/>
              </a:xfrm>
              <a:custGeom>
                <a:rect l="l" t="t" r="r" b="b"/>
                <a:pathLst>
                  <a:path w="1305" h="266">
                    <a:moveTo>
                      <a:pt x="0" y="0"/>
                    </a:moveTo>
                    <a:moveTo>
                      <a:pt x="1299" y="246"/>
                    </a:moveTo>
                    <a:lnTo>
                      <a:pt x="1302" y="247"/>
                    </a:lnTo>
                    <a:lnTo>
                      <a:pt x="1304" y="250"/>
                    </a:lnTo>
                    <a:lnTo>
                      <a:pt x="1305" y="252"/>
                    </a:lnTo>
                    <a:lnTo>
                      <a:pt x="1303" y="253"/>
                    </a:lnTo>
                    <a:lnTo>
                      <a:pt x="1299" y="254"/>
                    </a:lnTo>
                    <a:lnTo>
                      <a:pt x="1296" y="255"/>
                    </a:lnTo>
                    <a:lnTo>
                      <a:pt x="1294" y="256"/>
                    </a:lnTo>
                    <a:lnTo>
                      <a:pt x="1293" y="257"/>
                    </a:lnTo>
                    <a:lnTo>
                      <a:pt x="1293" y="259"/>
                    </a:lnTo>
                    <a:lnTo>
                      <a:pt x="1291" y="260"/>
                    </a:lnTo>
                    <a:lnTo>
                      <a:pt x="1288" y="261"/>
                    </a:lnTo>
                    <a:lnTo>
                      <a:pt x="1286" y="262"/>
                    </a:lnTo>
                    <a:lnTo>
                      <a:pt x="1284" y="263"/>
                    </a:lnTo>
                    <a:lnTo>
                      <a:pt x="1282" y="264"/>
                    </a:lnTo>
                    <a:lnTo>
                      <a:pt x="1279" y="265"/>
                    </a:lnTo>
                    <a:lnTo>
                      <a:pt x="1276" y="265"/>
                    </a:lnTo>
                    <a:lnTo>
                      <a:pt x="1274" y="265"/>
                    </a:lnTo>
                    <a:lnTo>
                      <a:pt x="1271" y="265"/>
                    </a:lnTo>
                    <a:lnTo>
                      <a:pt x="1268" y="266"/>
                    </a:lnTo>
                    <a:lnTo>
                      <a:pt x="1265" y="266"/>
                    </a:lnTo>
                    <a:lnTo>
                      <a:pt x="1262" y="265"/>
                    </a:lnTo>
                    <a:lnTo>
                      <a:pt x="1261" y="262"/>
                    </a:lnTo>
                    <a:lnTo>
                      <a:pt x="1260" y="260"/>
                    </a:lnTo>
                    <a:lnTo>
                      <a:pt x="1259" y="258"/>
                    </a:lnTo>
                    <a:lnTo>
                      <a:pt x="1256" y="259"/>
                    </a:lnTo>
                    <a:lnTo>
                      <a:pt x="1253" y="259"/>
                    </a:lnTo>
                    <a:lnTo>
                      <a:pt x="1250" y="259"/>
                    </a:lnTo>
                    <a:lnTo>
                      <a:pt x="1248" y="258"/>
                    </a:lnTo>
                    <a:lnTo>
                      <a:pt x="1247" y="256"/>
                    </a:lnTo>
                    <a:lnTo>
                      <a:pt x="1245" y="255"/>
                    </a:lnTo>
                    <a:lnTo>
                      <a:pt x="1244" y="253"/>
                    </a:lnTo>
                    <a:lnTo>
                      <a:pt x="1244" y="251"/>
                    </a:lnTo>
                    <a:lnTo>
                      <a:pt x="1246" y="249"/>
                    </a:lnTo>
                    <a:lnTo>
                      <a:pt x="1248" y="247"/>
                    </a:lnTo>
                    <a:lnTo>
                      <a:pt x="1249" y="246"/>
                    </a:lnTo>
                    <a:lnTo>
                      <a:pt x="1249" y="244"/>
                    </a:lnTo>
                    <a:lnTo>
                      <a:pt x="1248" y="242"/>
                    </a:lnTo>
                    <a:lnTo>
                      <a:pt x="1248" y="240"/>
                    </a:lnTo>
                    <a:lnTo>
                      <a:pt x="1250" y="239"/>
                    </a:lnTo>
                    <a:lnTo>
                      <a:pt x="1253" y="238"/>
                    </a:lnTo>
                    <a:lnTo>
                      <a:pt x="1255" y="237"/>
                    </a:lnTo>
                    <a:lnTo>
                      <a:pt x="1255" y="235"/>
                    </a:lnTo>
                    <a:lnTo>
                      <a:pt x="1254" y="233"/>
                    </a:lnTo>
                    <a:lnTo>
                      <a:pt x="1254" y="230"/>
                    </a:lnTo>
                    <a:lnTo>
                      <a:pt x="1256" y="228"/>
                    </a:lnTo>
                    <a:lnTo>
                      <a:pt x="1258" y="228"/>
                    </a:lnTo>
                    <a:lnTo>
                      <a:pt x="1261" y="228"/>
                    </a:lnTo>
                    <a:lnTo>
                      <a:pt x="1263" y="228"/>
                    </a:lnTo>
                    <a:lnTo>
                      <a:pt x="1265" y="228"/>
                    </a:lnTo>
                    <a:lnTo>
                      <a:pt x="1268" y="228"/>
                    </a:lnTo>
                    <a:lnTo>
                      <a:pt x="1270" y="229"/>
                    </a:lnTo>
                    <a:lnTo>
                      <a:pt x="1271" y="230"/>
                    </a:lnTo>
                    <a:lnTo>
                      <a:pt x="1273" y="229"/>
                    </a:lnTo>
                    <a:lnTo>
                      <a:pt x="1275" y="227"/>
                    </a:lnTo>
                    <a:lnTo>
                      <a:pt x="1278" y="225"/>
                    </a:lnTo>
                    <a:lnTo>
                      <a:pt x="1280" y="225"/>
                    </a:lnTo>
                    <a:lnTo>
                      <a:pt x="1282" y="227"/>
                    </a:lnTo>
                    <a:lnTo>
                      <a:pt x="1283" y="229"/>
                    </a:lnTo>
                    <a:lnTo>
                      <a:pt x="1285" y="230"/>
                    </a:lnTo>
                    <a:lnTo>
                      <a:pt x="1288" y="230"/>
                    </a:lnTo>
                    <a:lnTo>
                      <a:pt x="1290" y="231"/>
                    </a:lnTo>
                    <a:lnTo>
                      <a:pt x="1292" y="232"/>
                    </a:lnTo>
                    <a:lnTo>
                      <a:pt x="1293" y="234"/>
                    </a:lnTo>
                    <a:lnTo>
                      <a:pt x="1293" y="236"/>
                    </a:lnTo>
                    <a:lnTo>
                      <a:pt x="1294" y="238"/>
                    </a:lnTo>
                    <a:lnTo>
                      <a:pt x="1295" y="239"/>
                    </a:lnTo>
                    <a:lnTo>
                      <a:pt x="1296" y="241"/>
                    </a:lnTo>
                    <a:lnTo>
                      <a:pt x="1297" y="243"/>
                    </a:lnTo>
                    <a:lnTo>
                      <a:pt x="1297" y="244"/>
                    </a:lnTo>
                    <a:close/>
                  </a:path>
                </a:pathLst>
              </a:custGeom>
              <a:solidFill>
                <a:srgbClr val="41B796">
                  <a:alpha val="10800"/>
                </a:srgbClr>
              </a:solidFill>
              <a:ln>
                <a:noFill/>
              </a:ln>
            </p:spPr>
            <p:txBody>
              <a:bodyPr anchor="ctr"/>
              <a:lstStyle/>
              <a:p>
                <a:pPr algn="ctr">
                  <a:buNone/>
                </a:pPr>
              </a:p>
            </p:txBody>
          </p:sp>
          <p:sp>
            <p:nvSpPr>
              <p:cNvPr id="7562" name="addition:spatial:51">
                <a:extLst>
                  <a:ext uri="{FF2B5EF4-FFF2-40B4-BE49-F238E27FC236}">
                    <ns2:creationId id="{0C8A8684-92AE-4CEE-A81C-73ACDC7260DD}"/>
                  </a:ext>
                </a:extLst>
              </p:cNvPr>
              <p:cNvSpPr>
                <a:spLocks noGrp="1"/>
              </p:cNvSpPr>
              <p:nvPr/>
            </p:nvSpPr>
            <p:spPr>
              <a:xfrm>
                <a:off x="5648325" y="1666875"/>
                <a:ext cx="1772702" cy="517642"/>
              </a:xfrm>
              <a:custGeom>
                <a:rect l="l" t="t" r="r" b="b"/>
                <a:pathLst>
                  <a:path w="1337" h="306">
                    <a:moveTo>
                      <a:pt x="0" y="0"/>
                    </a:moveTo>
                    <a:moveTo>
                      <a:pt x="1334" y="279"/>
                    </a:moveTo>
                    <a:lnTo>
                      <a:pt x="1329" y="281"/>
                    </a:lnTo>
                    <a:lnTo>
                      <a:pt x="1324" y="283"/>
                    </a:lnTo>
                    <a:lnTo>
                      <a:pt x="1322" y="285"/>
                    </a:lnTo>
                    <a:lnTo>
                      <a:pt x="1323" y="287"/>
                    </a:lnTo>
                    <a:lnTo>
                      <a:pt x="1323" y="290"/>
                    </a:lnTo>
                    <a:lnTo>
                      <a:pt x="1322" y="292"/>
                    </a:lnTo>
                    <a:lnTo>
                      <a:pt x="1320" y="294"/>
                    </a:lnTo>
                    <a:lnTo>
                      <a:pt x="1318" y="296"/>
                    </a:lnTo>
                    <a:lnTo>
                      <a:pt x="1317" y="298"/>
                    </a:lnTo>
                    <a:lnTo>
                      <a:pt x="1315" y="300"/>
                    </a:lnTo>
                    <a:lnTo>
                      <a:pt x="1312" y="302"/>
                    </a:lnTo>
                    <a:lnTo>
                      <a:pt x="1308" y="302"/>
                    </a:lnTo>
                    <a:lnTo>
                      <a:pt x="1305" y="302"/>
                    </a:lnTo>
                    <a:lnTo>
                      <a:pt x="1302" y="303"/>
                    </a:lnTo>
                    <a:lnTo>
                      <a:pt x="1300" y="305"/>
                    </a:lnTo>
                    <a:lnTo>
                      <a:pt x="1297" y="306"/>
                    </a:lnTo>
                    <a:lnTo>
                      <a:pt x="1294" y="305"/>
                    </a:lnTo>
                    <a:lnTo>
                      <a:pt x="1291" y="303"/>
                    </a:lnTo>
                    <a:lnTo>
                      <a:pt x="1289" y="300"/>
                    </a:lnTo>
                    <a:lnTo>
                      <a:pt x="1287" y="299"/>
                    </a:lnTo>
                    <a:lnTo>
                      <a:pt x="1284" y="301"/>
                    </a:lnTo>
                    <a:lnTo>
                      <a:pt x="1281" y="303"/>
                    </a:lnTo>
                    <a:lnTo>
                      <a:pt x="1277" y="304"/>
                    </a:lnTo>
                    <a:lnTo>
                      <a:pt x="1274" y="303"/>
                    </a:lnTo>
                    <a:lnTo>
                      <a:pt x="1271" y="301"/>
                    </a:lnTo>
                    <a:lnTo>
                      <a:pt x="1270" y="299"/>
                    </a:lnTo>
                    <a:lnTo>
                      <a:pt x="1268" y="297"/>
                    </a:lnTo>
                    <a:lnTo>
                      <a:pt x="1267" y="295"/>
                    </a:lnTo>
                    <a:lnTo>
                      <a:pt x="1267" y="292"/>
                    </a:lnTo>
                    <a:lnTo>
                      <a:pt x="1268" y="289"/>
                    </a:lnTo>
                    <a:lnTo>
                      <a:pt x="1268" y="287"/>
                    </a:lnTo>
                    <a:lnTo>
                      <a:pt x="1265" y="285"/>
                    </a:lnTo>
                    <a:lnTo>
                      <a:pt x="1261" y="284"/>
                    </a:lnTo>
                    <a:lnTo>
                      <a:pt x="1259" y="282"/>
                    </a:lnTo>
                    <a:lnTo>
                      <a:pt x="1259" y="279"/>
                    </a:lnTo>
                    <a:lnTo>
                      <a:pt x="1261" y="277"/>
                    </a:lnTo>
                    <a:lnTo>
                      <a:pt x="1262" y="275"/>
                    </a:lnTo>
                    <a:lnTo>
                      <a:pt x="1260" y="273"/>
                    </a:lnTo>
                    <a:lnTo>
                      <a:pt x="1258" y="270"/>
                    </a:lnTo>
                    <a:lnTo>
                      <a:pt x="1256" y="267"/>
                    </a:lnTo>
                    <a:lnTo>
                      <a:pt x="1258" y="265"/>
                    </a:lnTo>
                    <a:lnTo>
                      <a:pt x="1261" y="263"/>
                    </a:lnTo>
                    <a:lnTo>
                      <a:pt x="1264" y="262"/>
                    </a:lnTo>
                    <a:lnTo>
                      <a:pt x="1268" y="262"/>
                    </a:lnTo>
                    <a:lnTo>
                      <a:pt x="1270" y="261"/>
                    </a:lnTo>
                    <a:lnTo>
                      <a:pt x="1273" y="260"/>
                    </a:lnTo>
                    <a:lnTo>
                      <a:pt x="1276" y="260"/>
                    </a:lnTo>
                    <a:lnTo>
                      <a:pt x="1279" y="259"/>
                    </a:lnTo>
                    <a:lnTo>
                      <a:pt x="1281" y="257"/>
                    </a:lnTo>
                    <a:lnTo>
                      <a:pt x="1283" y="254"/>
                    </a:lnTo>
                    <a:lnTo>
                      <a:pt x="1286" y="251"/>
                    </a:lnTo>
                    <a:lnTo>
                      <a:pt x="1290" y="250"/>
                    </a:lnTo>
                    <a:lnTo>
                      <a:pt x="1294" y="251"/>
                    </a:lnTo>
                    <a:lnTo>
                      <a:pt x="1298" y="254"/>
                    </a:lnTo>
                    <a:lnTo>
                      <a:pt x="1301" y="255"/>
                    </a:lnTo>
                    <a:lnTo>
                      <a:pt x="1305" y="256"/>
                    </a:lnTo>
                    <a:lnTo>
                      <a:pt x="1309" y="256"/>
                    </a:lnTo>
                    <a:lnTo>
                      <a:pt x="1312" y="256"/>
                    </a:lnTo>
                    <a:lnTo>
                      <a:pt x="1315" y="259"/>
                    </a:lnTo>
                    <a:lnTo>
                      <a:pt x="1317" y="261"/>
                    </a:lnTo>
                    <a:lnTo>
                      <a:pt x="1319" y="263"/>
                    </a:lnTo>
                    <a:lnTo>
                      <a:pt x="1321" y="264"/>
                    </a:lnTo>
                    <a:lnTo>
                      <a:pt x="1324" y="265"/>
                    </a:lnTo>
                    <a:lnTo>
                      <a:pt x="1326" y="267"/>
                    </a:lnTo>
                    <a:lnTo>
                      <a:pt x="1328" y="269"/>
                    </a:lnTo>
                    <a:lnTo>
                      <a:pt x="1330" y="270"/>
                    </a:lnTo>
                    <a:lnTo>
                      <a:pt x="1333" y="272"/>
                    </a:lnTo>
                    <a:lnTo>
                      <a:pt x="1337" y="274"/>
                    </a:lnTo>
                    <a:lnTo>
                      <a:pt x="1337" y="277"/>
                    </a:lnTo>
                    <a:close/>
                  </a:path>
                </a:pathLst>
              </a:custGeom>
              <a:solidFill>
                <a:srgbClr val="41B796">
                  <a:alpha val="10800"/>
                </a:srgbClr>
              </a:solidFill>
              <a:ln>
                <a:noFill/>
              </a:ln>
            </p:spPr>
            <p:txBody>
              <a:bodyPr anchor="ctr"/>
              <a:lstStyle/>
              <a:p>
                <a:pPr algn="ctr">
                  <a:buNone/>
                </a:pPr>
              </a:p>
            </p:txBody>
          </p:sp>
          <p:sp>
            <p:nvSpPr>
              <p:cNvPr id="7563" name="addition:spatial:52">
                <a:extLst>
                  <a:ext uri="{FF2B5EF4-FFF2-40B4-BE49-F238E27FC236}">
                    <ns2:creationId id="{633DD5AD-BBC9-4A30-909F-24008C076705}"/>
                  </a:ext>
                </a:extLst>
              </p:cNvPr>
              <p:cNvSpPr>
                <a:spLocks noGrp="1"/>
              </p:cNvSpPr>
              <p:nvPr/>
            </p:nvSpPr>
            <p:spPr>
              <a:xfrm>
                <a:off x="5648325" y="1666875"/>
                <a:ext cx="1689171" cy="536250"/>
              </a:xfrm>
              <a:custGeom>
                <a:rect l="l" t="t" r="r" b="b"/>
                <a:pathLst>
                  <a:path w="1274" h="317">
                    <a:moveTo>
                      <a:pt x="0" y="0"/>
                    </a:moveTo>
                    <a:moveTo>
                      <a:pt x="1270" y="294"/>
                    </a:moveTo>
                    <a:lnTo>
                      <a:pt x="1272" y="296"/>
                    </a:lnTo>
                    <a:lnTo>
                      <a:pt x="1272" y="298"/>
                    </a:lnTo>
                    <a:lnTo>
                      <a:pt x="1271" y="299"/>
                    </a:lnTo>
                    <a:lnTo>
                      <a:pt x="1269" y="301"/>
                    </a:lnTo>
                    <a:lnTo>
                      <a:pt x="1267" y="302"/>
                    </a:lnTo>
                    <a:lnTo>
                      <a:pt x="1267" y="304"/>
                    </a:lnTo>
                    <a:lnTo>
                      <a:pt x="1268" y="307"/>
                    </a:lnTo>
                    <a:lnTo>
                      <a:pt x="1269" y="310"/>
                    </a:lnTo>
                    <a:lnTo>
                      <a:pt x="1268" y="312"/>
                    </a:lnTo>
                    <a:lnTo>
                      <a:pt x="1265" y="312"/>
                    </a:lnTo>
                    <a:lnTo>
                      <a:pt x="1261" y="312"/>
                    </a:lnTo>
                    <a:lnTo>
                      <a:pt x="1258" y="312"/>
                    </a:lnTo>
                    <a:lnTo>
                      <a:pt x="1256" y="312"/>
                    </a:lnTo>
                    <a:lnTo>
                      <a:pt x="1254" y="312"/>
                    </a:lnTo>
                    <a:lnTo>
                      <a:pt x="1251" y="312"/>
                    </a:lnTo>
                    <a:lnTo>
                      <a:pt x="1249" y="312"/>
                    </a:lnTo>
                    <a:lnTo>
                      <a:pt x="1247" y="313"/>
                    </a:lnTo>
                    <a:lnTo>
                      <a:pt x="1245" y="315"/>
                    </a:lnTo>
                    <a:lnTo>
                      <a:pt x="1242" y="317"/>
                    </a:lnTo>
                    <a:lnTo>
                      <a:pt x="1239" y="317"/>
                    </a:lnTo>
                    <a:lnTo>
                      <a:pt x="1236" y="316"/>
                    </a:lnTo>
                    <a:lnTo>
                      <a:pt x="1234" y="314"/>
                    </a:lnTo>
                    <a:lnTo>
                      <a:pt x="1232" y="312"/>
                    </a:lnTo>
                    <a:lnTo>
                      <a:pt x="1229" y="311"/>
                    </a:lnTo>
                    <a:lnTo>
                      <a:pt x="1225" y="311"/>
                    </a:lnTo>
                    <a:lnTo>
                      <a:pt x="1222" y="310"/>
                    </a:lnTo>
                    <a:lnTo>
                      <a:pt x="1221" y="308"/>
                    </a:lnTo>
                    <a:lnTo>
                      <a:pt x="1221" y="306"/>
                    </a:lnTo>
                    <a:lnTo>
                      <a:pt x="1220" y="304"/>
                    </a:lnTo>
                    <a:lnTo>
                      <a:pt x="1219" y="302"/>
                    </a:lnTo>
                    <a:lnTo>
                      <a:pt x="1216" y="301"/>
                    </a:lnTo>
                    <a:lnTo>
                      <a:pt x="1214" y="299"/>
                    </a:lnTo>
                    <a:lnTo>
                      <a:pt x="1213" y="297"/>
                    </a:lnTo>
                    <a:lnTo>
                      <a:pt x="1211" y="296"/>
                    </a:lnTo>
                    <a:lnTo>
                      <a:pt x="1209" y="294"/>
                    </a:lnTo>
                    <a:lnTo>
                      <a:pt x="1206" y="292"/>
                    </a:lnTo>
                    <a:lnTo>
                      <a:pt x="1205" y="289"/>
                    </a:lnTo>
                    <a:lnTo>
                      <a:pt x="1208" y="287"/>
                    </a:lnTo>
                    <a:lnTo>
                      <a:pt x="1212" y="286"/>
                    </a:lnTo>
                    <a:lnTo>
                      <a:pt x="1217" y="285"/>
                    </a:lnTo>
                    <a:lnTo>
                      <a:pt x="1219" y="284"/>
                    </a:lnTo>
                    <a:lnTo>
                      <a:pt x="1220" y="282"/>
                    </a:lnTo>
                    <a:lnTo>
                      <a:pt x="1220" y="280"/>
                    </a:lnTo>
                    <a:lnTo>
                      <a:pt x="1221" y="278"/>
                    </a:lnTo>
                    <a:lnTo>
                      <a:pt x="1224" y="277"/>
                    </a:lnTo>
                    <a:lnTo>
                      <a:pt x="1227" y="276"/>
                    </a:lnTo>
                    <a:lnTo>
                      <a:pt x="1229" y="275"/>
                    </a:lnTo>
                    <a:lnTo>
                      <a:pt x="1232" y="274"/>
                    </a:lnTo>
                    <a:lnTo>
                      <a:pt x="1235" y="272"/>
                    </a:lnTo>
                    <a:lnTo>
                      <a:pt x="1238" y="272"/>
                    </a:lnTo>
                    <a:lnTo>
                      <a:pt x="1241" y="272"/>
                    </a:lnTo>
                    <a:lnTo>
                      <a:pt x="1244" y="272"/>
                    </a:lnTo>
                    <a:lnTo>
                      <a:pt x="1248" y="271"/>
                    </a:lnTo>
                    <a:lnTo>
                      <a:pt x="1251" y="271"/>
                    </a:lnTo>
                    <a:lnTo>
                      <a:pt x="1254" y="272"/>
                    </a:lnTo>
                    <a:lnTo>
                      <a:pt x="1255" y="274"/>
                    </a:lnTo>
                    <a:lnTo>
                      <a:pt x="1257" y="277"/>
                    </a:lnTo>
                    <a:lnTo>
                      <a:pt x="1258" y="279"/>
                    </a:lnTo>
                    <a:lnTo>
                      <a:pt x="1261" y="278"/>
                    </a:lnTo>
                    <a:lnTo>
                      <a:pt x="1265" y="277"/>
                    </a:lnTo>
                    <a:lnTo>
                      <a:pt x="1269" y="277"/>
                    </a:lnTo>
                    <a:lnTo>
                      <a:pt x="1271" y="278"/>
                    </a:lnTo>
                    <a:lnTo>
                      <a:pt x="1272" y="280"/>
                    </a:lnTo>
                    <a:lnTo>
                      <a:pt x="1273" y="282"/>
                    </a:lnTo>
                    <a:lnTo>
                      <a:pt x="1273" y="284"/>
                    </a:lnTo>
                    <a:lnTo>
                      <a:pt x="1274" y="286"/>
                    </a:lnTo>
                    <a:lnTo>
                      <a:pt x="1273" y="288"/>
                    </a:lnTo>
                    <a:lnTo>
                      <a:pt x="1272" y="290"/>
                    </a:lnTo>
                    <a:lnTo>
                      <a:pt x="1270" y="292"/>
                    </a:lnTo>
                    <a:close/>
                  </a:path>
                </a:pathLst>
              </a:custGeom>
              <a:solidFill>
                <a:srgbClr val="41B796">
                  <a:alpha val="10800"/>
                </a:srgbClr>
              </a:solidFill>
              <a:ln>
                <a:noFill/>
              </a:ln>
            </p:spPr>
            <p:txBody>
              <a:bodyPr anchor="ctr"/>
              <a:lstStyle/>
              <a:p>
                <a:pPr algn="ctr">
                  <a:buNone/>
                </a:pPr>
              </a:p>
            </p:txBody>
          </p:sp>
          <p:sp>
            <p:nvSpPr>
              <p:cNvPr id="7564" name="addition:spatial:53">
                <a:extLst>
                  <a:ext uri="{FF2B5EF4-FFF2-40B4-BE49-F238E27FC236}">
                    <ns2:creationId id="{4711063A-1E0A-41FC-8ACB-B4C1D90EE53D}"/>
                  </a:ext>
                </a:extLst>
              </p:cNvPr>
              <p:cNvSpPr>
                <a:spLocks noGrp="1"/>
              </p:cNvSpPr>
              <p:nvPr/>
            </p:nvSpPr>
            <p:spPr>
              <a:xfrm>
                <a:off x="5648325" y="1666875"/>
                <a:ext cx="1921200" cy="740938"/>
              </a:xfrm>
              <a:custGeom>
                <a:rect l="l" t="t" r="r" b="b"/>
                <a:pathLst>
                  <a:path w="1449" h="438">
                    <a:moveTo>
                      <a:pt x="0" y="0"/>
                    </a:moveTo>
                    <a:moveTo>
                      <a:pt x="1422" y="349"/>
                    </a:moveTo>
                    <a:lnTo>
                      <a:pt x="1435" y="357"/>
                    </a:lnTo>
                    <a:lnTo>
                      <a:pt x="1446" y="366"/>
                    </a:lnTo>
                    <a:lnTo>
                      <a:pt x="1449" y="375"/>
                    </a:lnTo>
                    <a:lnTo>
                      <a:pt x="1439" y="382"/>
                    </a:lnTo>
                    <a:lnTo>
                      <a:pt x="1423" y="385"/>
                    </a:lnTo>
                    <a:lnTo>
                      <a:pt x="1408" y="387"/>
                    </a:lnTo>
                    <a:lnTo>
                      <a:pt x="1401" y="392"/>
                    </a:lnTo>
                    <a:lnTo>
                      <a:pt x="1398" y="399"/>
                    </a:lnTo>
                    <a:lnTo>
                      <a:pt x="1395" y="406"/>
                    </a:lnTo>
                    <a:lnTo>
                      <a:pt x="1387" y="411"/>
                    </a:lnTo>
                    <a:lnTo>
                      <a:pt x="1377" y="414"/>
                    </a:lnTo>
                    <a:lnTo>
                      <a:pt x="1367" y="418"/>
                    </a:lnTo>
                    <a:lnTo>
                      <a:pt x="1358" y="423"/>
                    </a:lnTo>
                    <a:lnTo>
                      <a:pt x="1349" y="429"/>
                    </a:lnTo>
                    <a:lnTo>
                      <a:pt x="1338" y="433"/>
                    </a:lnTo>
                    <a:lnTo>
                      <a:pt x="1325" y="433"/>
                    </a:lnTo>
                    <a:lnTo>
                      <a:pt x="1313" y="432"/>
                    </a:lnTo>
                    <a:lnTo>
                      <a:pt x="1300" y="434"/>
                    </a:lnTo>
                    <a:lnTo>
                      <a:pt x="1287" y="438"/>
                    </a:lnTo>
                    <a:lnTo>
                      <a:pt x="1274" y="438"/>
                    </a:lnTo>
                    <a:lnTo>
                      <a:pt x="1264" y="432"/>
                    </a:lnTo>
                    <a:lnTo>
                      <a:pt x="1258" y="421"/>
                    </a:lnTo>
                    <a:lnTo>
                      <a:pt x="1254" y="409"/>
                    </a:lnTo>
                    <a:lnTo>
                      <a:pt x="1249" y="404"/>
                    </a:lnTo>
                    <a:lnTo>
                      <a:pt x="1238" y="404"/>
                    </a:lnTo>
                    <a:lnTo>
                      <a:pt x="1223" y="406"/>
                    </a:lnTo>
                    <a:lnTo>
                      <a:pt x="1210" y="405"/>
                    </a:lnTo>
                    <a:lnTo>
                      <a:pt x="1201" y="401"/>
                    </a:lnTo>
                    <a:lnTo>
                      <a:pt x="1196" y="394"/>
                    </a:lnTo>
                    <a:lnTo>
                      <a:pt x="1191" y="388"/>
                    </a:lnTo>
                    <a:lnTo>
                      <a:pt x="1187" y="381"/>
                    </a:lnTo>
                    <a:lnTo>
                      <a:pt x="1186" y="373"/>
                    </a:lnTo>
                    <a:lnTo>
                      <a:pt x="1192" y="364"/>
                    </a:lnTo>
                    <a:lnTo>
                      <a:pt x="1201" y="356"/>
                    </a:lnTo>
                    <a:lnTo>
                      <a:pt x="1206" y="349"/>
                    </a:lnTo>
                    <a:lnTo>
                      <a:pt x="1205" y="342"/>
                    </a:lnTo>
                    <a:lnTo>
                      <a:pt x="1201" y="334"/>
                    </a:lnTo>
                    <a:lnTo>
                      <a:pt x="1202" y="327"/>
                    </a:lnTo>
                    <a:lnTo>
                      <a:pt x="1211" y="321"/>
                    </a:lnTo>
                    <a:lnTo>
                      <a:pt x="1223" y="317"/>
                    </a:lnTo>
                    <a:lnTo>
                      <a:pt x="1231" y="312"/>
                    </a:lnTo>
                    <a:lnTo>
                      <a:pt x="1231" y="304"/>
                    </a:lnTo>
                    <a:lnTo>
                      <a:pt x="1228" y="293"/>
                    </a:lnTo>
                    <a:lnTo>
                      <a:pt x="1228" y="282"/>
                    </a:lnTo>
                    <a:lnTo>
                      <a:pt x="1234" y="275"/>
                    </a:lnTo>
                    <a:lnTo>
                      <a:pt x="1246" y="273"/>
                    </a:lnTo>
                    <a:lnTo>
                      <a:pt x="1257" y="273"/>
                    </a:lnTo>
                    <a:lnTo>
                      <a:pt x="1268" y="272"/>
                    </a:lnTo>
                    <a:lnTo>
                      <a:pt x="1277" y="272"/>
                    </a:lnTo>
                    <a:lnTo>
                      <a:pt x="1287" y="275"/>
                    </a:lnTo>
                    <a:lnTo>
                      <a:pt x="1296" y="279"/>
                    </a:lnTo>
                    <a:lnTo>
                      <a:pt x="1303" y="281"/>
                    </a:lnTo>
                    <a:lnTo>
                      <a:pt x="1310" y="277"/>
                    </a:lnTo>
                    <a:lnTo>
                      <a:pt x="1320" y="269"/>
                    </a:lnTo>
                    <a:lnTo>
                      <a:pt x="1331" y="262"/>
                    </a:lnTo>
                    <a:lnTo>
                      <a:pt x="1342" y="262"/>
                    </a:lnTo>
                    <a:lnTo>
                      <a:pt x="1349" y="269"/>
                    </a:lnTo>
                    <a:lnTo>
                      <a:pt x="1355" y="277"/>
                    </a:lnTo>
                    <a:lnTo>
                      <a:pt x="1362" y="282"/>
                    </a:lnTo>
                    <a:lnTo>
                      <a:pt x="1373" y="284"/>
                    </a:lnTo>
                    <a:lnTo>
                      <a:pt x="1386" y="286"/>
                    </a:lnTo>
                    <a:lnTo>
                      <a:pt x="1394" y="291"/>
                    </a:lnTo>
                    <a:lnTo>
                      <a:pt x="1397" y="300"/>
                    </a:lnTo>
                    <a:lnTo>
                      <a:pt x="1397" y="309"/>
                    </a:lnTo>
                    <a:lnTo>
                      <a:pt x="1399" y="316"/>
                    </a:lnTo>
                    <a:lnTo>
                      <a:pt x="1404" y="323"/>
                    </a:lnTo>
                    <a:lnTo>
                      <a:pt x="1409" y="329"/>
                    </a:lnTo>
                    <a:lnTo>
                      <a:pt x="1412" y="336"/>
                    </a:lnTo>
                    <a:lnTo>
                      <a:pt x="1415" y="342"/>
                    </a:lnTo>
                    <a:close/>
                  </a:path>
                </a:pathLst>
              </a:custGeom>
              <a:solidFill>
                <a:srgbClr val="EFD4E3">
                  <a:alpha val="12900"/>
                </a:srgbClr>
              </a:solidFill>
              <a:ln>
                <a:noFill/>
              </a:ln>
            </p:spPr>
            <p:txBody>
              <a:bodyPr anchor="ctr"/>
              <a:lstStyle/>
              <a:p>
                <a:pPr algn="ctr">
                  <a:buNone/>
                </a:pPr>
              </a:p>
            </p:txBody>
          </p:sp>
          <p:sp>
            <p:nvSpPr>
              <p:cNvPr id="7565" name="addition:spatial:54">
                <a:extLst>
                  <a:ext uri="{FF2B5EF4-FFF2-40B4-BE49-F238E27FC236}">
                    <ns2:creationId id="{A66A51C1-B2DC-474F-B2BB-516C2AB38302}"/>
                  </a:ext>
                </a:extLst>
              </p:cNvPr>
              <p:cNvSpPr>
                <a:spLocks noGrp="1"/>
              </p:cNvSpPr>
              <p:nvPr/>
            </p:nvSpPr>
            <p:spPr>
              <a:xfrm>
                <a:off x="5648325" y="1666875"/>
                <a:ext cx="1852254" cy="725714"/>
              </a:xfrm>
              <a:custGeom>
                <a:rect l="l" t="t" r="r" b="b"/>
                <a:pathLst>
                  <a:path w="1397" h="429">
                    <a:moveTo>
                      <a:pt x="0" y="0"/>
                    </a:moveTo>
                    <a:moveTo>
                      <a:pt x="1385" y="354"/>
                    </a:moveTo>
                    <a:lnTo>
                      <a:pt x="1388" y="360"/>
                    </a:lnTo>
                    <a:lnTo>
                      <a:pt x="1389" y="366"/>
                    </a:lnTo>
                    <a:lnTo>
                      <a:pt x="1388" y="372"/>
                    </a:lnTo>
                    <a:lnTo>
                      <a:pt x="1387" y="378"/>
                    </a:lnTo>
                    <a:lnTo>
                      <a:pt x="1391" y="385"/>
                    </a:lnTo>
                    <a:lnTo>
                      <a:pt x="1396" y="394"/>
                    </a:lnTo>
                    <a:lnTo>
                      <a:pt x="1397" y="403"/>
                    </a:lnTo>
                    <a:lnTo>
                      <a:pt x="1389" y="407"/>
                    </a:lnTo>
                    <a:lnTo>
                      <a:pt x="1376" y="407"/>
                    </a:lnTo>
                    <a:lnTo>
                      <a:pt x="1362" y="404"/>
                    </a:lnTo>
                    <a:lnTo>
                      <a:pt x="1353" y="403"/>
                    </a:lnTo>
                    <a:lnTo>
                      <a:pt x="1348" y="407"/>
                    </a:lnTo>
                    <a:lnTo>
                      <a:pt x="1345" y="413"/>
                    </a:lnTo>
                    <a:lnTo>
                      <a:pt x="1339" y="419"/>
                    </a:lnTo>
                    <a:lnTo>
                      <a:pt x="1331" y="421"/>
                    </a:lnTo>
                    <a:lnTo>
                      <a:pt x="1323" y="422"/>
                    </a:lnTo>
                    <a:lnTo>
                      <a:pt x="1314" y="425"/>
                    </a:lnTo>
                    <a:lnTo>
                      <a:pt x="1305" y="428"/>
                    </a:lnTo>
                    <a:lnTo>
                      <a:pt x="1294" y="429"/>
                    </a:lnTo>
                    <a:lnTo>
                      <a:pt x="1285" y="426"/>
                    </a:lnTo>
                    <a:lnTo>
                      <a:pt x="1276" y="422"/>
                    </a:lnTo>
                    <a:lnTo>
                      <a:pt x="1267" y="418"/>
                    </a:lnTo>
                    <a:lnTo>
                      <a:pt x="1256" y="417"/>
                    </a:lnTo>
                    <a:lnTo>
                      <a:pt x="1245" y="416"/>
                    </a:lnTo>
                    <a:lnTo>
                      <a:pt x="1236" y="412"/>
                    </a:lnTo>
                    <a:lnTo>
                      <a:pt x="1233" y="404"/>
                    </a:lnTo>
                    <a:lnTo>
                      <a:pt x="1234" y="394"/>
                    </a:lnTo>
                    <a:lnTo>
                      <a:pt x="1233" y="387"/>
                    </a:lnTo>
                    <a:lnTo>
                      <a:pt x="1225" y="384"/>
                    </a:lnTo>
                    <a:lnTo>
                      <a:pt x="1212" y="383"/>
                    </a:lnTo>
                    <a:lnTo>
                      <a:pt x="1198" y="380"/>
                    </a:lnTo>
                    <a:lnTo>
                      <a:pt x="1190" y="375"/>
                    </a:lnTo>
                    <a:lnTo>
                      <a:pt x="1187" y="368"/>
                    </a:lnTo>
                    <a:lnTo>
                      <a:pt x="1187" y="361"/>
                    </a:lnTo>
                    <a:lnTo>
                      <a:pt x="1187" y="354"/>
                    </a:lnTo>
                    <a:lnTo>
                      <a:pt x="1190" y="347"/>
                    </a:lnTo>
                    <a:lnTo>
                      <a:pt x="1197" y="341"/>
                    </a:lnTo>
                    <a:lnTo>
                      <a:pt x="1207" y="336"/>
                    </a:lnTo>
                    <a:lnTo>
                      <a:pt x="1217" y="332"/>
                    </a:lnTo>
                    <a:lnTo>
                      <a:pt x="1221" y="327"/>
                    </a:lnTo>
                    <a:lnTo>
                      <a:pt x="1220" y="320"/>
                    </a:lnTo>
                    <a:lnTo>
                      <a:pt x="1221" y="312"/>
                    </a:lnTo>
                    <a:lnTo>
                      <a:pt x="1227" y="307"/>
                    </a:lnTo>
                    <a:lnTo>
                      <a:pt x="1238" y="304"/>
                    </a:lnTo>
                    <a:lnTo>
                      <a:pt x="1249" y="303"/>
                    </a:lnTo>
                    <a:lnTo>
                      <a:pt x="1256" y="299"/>
                    </a:lnTo>
                    <a:lnTo>
                      <a:pt x="1261" y="292"/>
                    </a:lnTo>
                    <a:lnTo>
                      <a:pt x="1266" y="283"/>
                    </a:lnTo>
                    <a:lnTo>
                      <a:pt x="1275" y="278"/>
                    </a:lnTo>
                    <a:lnTo>
                      <a:pt x="1285" y="278"/>
                    </a:lnTo>
                    <a:lnTo>
                      <a:pt x="1296" y="281"/>
                    </a:lnTo>
                    <a:lnTo>
                      <a:pt x="1305" y="284"/>
                    </a:lnTo>
                    <a:lnTo>
                      <a:pt x="1314" y="287"/>
                    </a:lnTo>
                    <a:lnTo>
                      <a:pt x="1321" y="290"/>
                    </a:lnTo>
                    <a:lnTo>
                      <a:pt x="1327" y="294"/>
                    </a:lnTo>
                    <a:lnTo>
                      <a:pt x="1332" y="298"/>
                    </a:lnTo>
                    <a:lnTo>
                      <a:pt x="1339" y="298"/>
                    </a:lnTo>
                    <a:lnTo>
                      <a:pt x="1349" y="295"/>
                    </a:lnTo>
                    <a:lnTo>
                      <a:pt x="1362" y="291"/>
                    </a:lnTo>
                    <a:lnTo>
                      <a:pt x="1372" y="291"/>
                    </a:lnTo>
                    <a:lnTo>
                      <a:pt x="1377" y="297"/>
                    </a:lnTo>
                    <a:lnTo>
                      <a:pt x="1377" y="305"/>
                    </a:lnTo>
                    <a:lnTo>
                      <a:pt x="1376" y="314"/>
                    </a:lnTo>
                    <a:lnTo>
                      <a:pt x="1379" y="319"/>
                    </a:lnTo>
                    <a:lnTo>
                      <a:pt x="1385" y="323"/>
                    </a:lnTo>
                    <a:lnTo>
                      <a:pt x="1390" y="329"/>
                    </a:lnTo>
                    <a:lnTo>
                      <a:pt x="1390" y="335"/>
                    </a:lnTo>
                    <a:lnTo>
                      <a:pt x="1387" y="342"/>
                    </a:lnTo>
                    <a:lnTo>
                      <a:pt x="1384" y="348"/>
                    </a:lnTo>
                    <a:close/>
                  </a:path>
                </a:pathLst>
              </a:custGeom>
              <a:solidFill>
                <a:srgbClr val="DA9FC0">
                  <a:alpha val="12900"/>
                </a:srgbClr>
              </a:solidFill>
              <a:ln>
                <a:noFill/>
              </a:ln>
            </p:spPr>
            <p:txBody>
              <a:bodyPr anchor="ctr"/>
              <a:lstStyle/>
              <a:p>
                <a:pPr algn="ctr">
                  <a:buNone/>
                </a:pPr>
              </a:p>
            </p:txBody>
          </p:sp>
          <p:sp>
            <p:nvSpPr>
              <p:cNvPr id="7566" name="addition:spatial:55">
                <a:extLst>
                  <a:ext uri="{FF2B5EF4-FFF2-40B4-BE49-F238E27FC236}">
                    <ns2:creationId id="{9515F256-F6A7-4B98-B41F-A5AB72612EDE}"/>
                  </a:ext>
                </a:extLst>
              </p:cNvPr>
              <p:cNvSpPr>
                <a:spLocks noGrp="1"/>
              </p:cNvSpPr>
              <p:nvPr/>
            </p:nvSpPr>
            <p:spPr>
              <a:xfrm>
                <a:off x="5648325" y="1666875"/>
                <a:ext cx="1856232" cy="725714"/>
              </a:xfrm>
              <a:custGeom>
                <a:rect l="l" t="t" r="r" b="b"/>
                <a:pathLst>
                  <a:path w="1400" h="429">
                    <a:moveTo>
                      <a:pt x="0" y="0"/>
                    </a:moveTo>
                    <a:moveTo>
                      <a:pt x="1397" y="359"/>
                    </a:moveTo>
                    <a:lnTo>
                      <a:pt x="1392" y="365"/>
                    </a:lnTo>
                    <a:lnTo>
                      <a:pt x="1388" y="370"/>
                    </a:lnTo>
                    <a:lnTo>
                      <a:pt x="1385" y="375"/>
                    </a:lnTo>
                    <a:lnTo>
                      <a:pt x="1380" y="380"/>
                    </a:lnTo>
                    <a:lnTo>
                      <a:pt x="1372" y="384"/>
                    </a:lnTo>
                    <a:lnTo>
                      <a:pt x="1365" y="387"/>
                    </a:lnTo>
                    <a:lnTo>
                      <a:pt x="1361" y="392"/>
                    </a:lnTo>
                    <a:lnTo>
                      <a:pt x="1360" y="398"/>
                    </a:lnTo>
                    <a:lnTo>
                      <a:pt x="1356" y="404"/>
                    </a:lnTo>
                    <a:lnTo>
                      <a:pt x="1349" y="407"/>
                    </a:lnTo>
                    <a:lnTo>
                      <a:pt x="1339" y="408"/>
                    </a:lnTo>
                    <a:lnTo>
                      <a:pt x="1330" y="409"/>
                    </a:lnTo>
                    <a:lnTo>
                      <a:pt x="1324" y="413"/>
                    </a:lnTo>
                    <a:lnTo>
                      <a:pt x="1318" y="420"/>
                    </a:lnTo>
                    <a:lnTo>
                      <a:pt x="1311" y="427"/>
                    </a:lnTo>
                    <a:lnTo>
                      <a:pt x="1302" y="429"/>
                    </a:lnTo>
                    <a:lnTo>
                      <a:pt x="1293" y="425"/>
                    </a:lnTo>
                    <a:lnTo>
                      <a:pt x="1284" y="419"/>
                    </a:lnTo>
                    <a:lnTo>
                      <a:pt x="1278" y="414"/>
                    </a:lnTo>
                    <a:lnTo>
                      <a:pt x="1271" y="412"/>
                    </a:lnTo>
                    <a:lnTo>
                      <a:pt x="1265" y="411"/>
                    </a:lnTo>
                    <a:lnTo>
                      <a:pt x="1259" y="409"/>
                    </a:lnTo>
                    <a:lnTo>
                      <a:pt x="1254" y="407"/>
                    </a:lnTo>
                    <a:lnTo>
                      <a:pt x="1247" y="407"/>
                    </a:lnTo>
                    <a:lnTo>
                      <a:pt x="1237" y="408"/>
                    </a:lnTo>
                    <a:lnTo>
                      <a:pt x="1227" y="408"/>
                    </a:lnTo>
                    <a:lnTo>
                      <a:pt x="1220" y="405"/>
                    </a:lnTo>
                    <a:lnTo>
                      <a:pt x="1219" y="398"/>
                    </a:lnTo>
                    <a:lnTo>
                      <a:pt x="1223" y="391"/>
                    </a:lnTo>
                    <a:lnTo>
                      <a:pt x="1225" y="384"/>
                    </a:lnTo>
                    <a:lnTo>
                      <a:pt x="1222" y="380"/>
                    </a:lnTo>
                    <a:lnTo>
                      <a:pt x="1216" y="375"/>
                    </a:lnTo>
                    <a:lnTo>
                      <a:pt x="1213" y="370"/>
                    </a:lnTo>
                    <a:lnTo>
                      <a:pt x="1215" y="365"/>
                    </a:lnTo>
                    <a:lnTo>
                      <a:pt x="1221" y="359"/>
                    </a:lnTo>
                    <a:lnTo>
                      <a:pt x="1226" y="354"/>
                    </a:lnTo>
                    <a:lnTo>
                      <a:pt x="1227" y="349"/>
                    </a:lnTo>
                    <a:lnTo>
                      <a:pt x="1224" y="344"/>
                    </a:lnTo>
                    <a:lnTo>
                      <a:pt x="1222" y="338"/>
                    </a:lnTo>
                    <a:lnTo>
                      <a:pt x="1222" y="332"/>
                    </a:lnTo>
                    <a:lnTo>
                      <a:pt x="1223" y="327"/>
                    </a:lnTo>
                    <a:lnTo>
                      <a:pt x="1223" y="320"/>
                    </a:lnTo>
                    <a:lnTo>
                      <a:pt x="1224" y="313"/>
                    </a:lnTo>
                    <a:lnTo>
                      <a:pt x="1228" y="308"/>
                    </a:lnTo>
                    <a:lnTo>
                      <a:pt x="1237" y="307"/>
                    </a:lnTo>
                    <a:lnTo>
                      <a:pt x="1248" y="310"/>
                    </a:lnTo>
                    <a:lnTo>
                      <a:pt x="1258" y="313"/>
                    </a:lnTo>
                    <a:lnTo>
                      <a:pt x="1264" y="313"/>
                    </a:lnTo>
                    <a:lnTo>
                      <a:pt x="1267" y="308"/>
                    </a:lnTo>
                    <a:lnTo>
                      <a:pt x="1271" y="301"/>
                    </a:lnTo>
                    <a:lnTo>
                      <a:pt x="1277" y="297"/>
                    </a:lnTo>
                    <a:lnTo>
                      <a:pt x="1285" y="297"/>
                    </a:lnTo>
                    <a:lnTo>
                      <a:pt x="1292" y="298"/>
                    </a:lnTo>
                    <a:lnTo>
                      <a:pt x="1300" y="299"/>
                    </a:lnTo>
                    <a:lnTo>
                      <a:pt x="1308" y="298"/>
                    </a:lnTo>
                    <a:lnTo>
                      <a:pt x="1317" y="297"/>
                    </a:lnTo>
                    <a:lnTo>
                      <a:pt x="1325" y="299"/>
                    </a:lnTo>
                    <a:lnTo>
                      <a:pt x="1332" y="304"/>
                    </a:lnTo>
                    <a:lnTo>
                      <a:pt x="1339" y="308"/>
                    </a:lnTo>
                    <a:lnTo>
                      <a:pt x="1347" y="310"/>
                    </a:lnTo>
                    <a:lnTo>
                      <a:pt x="1355" y="313"/>
                    </a:lnTo>
                    <a:lnTo>
                      <a:pt x="1360" y="319"/>
                    </a:lnTo>
                    <a:lnTo>
                      <a:pt x="1360" y="326"/>
                    </a:lnTo>
                    <a:lnTo>
                      <a:pt x="1358" y="333"/>
                    </a:lnTo>
                    <a:lnTo>
                      <a:pt x="1361" y="338"/>
                    </a:lnTo>
                    <a:lnTo>
                      <a:pt x="1370" y="340"/>
                    </a:lnTo>
                    <a:lnTo>
                      <a:pt x="1384" y="343"/>
                    </a:lnTo>
                    <a:lnTo>
                      <a:pt x="1396" y="347"/>
                    </a:lnTo>
                    <a:lnTo>
                      <a:pt x="1400" y="353"/>
                    </a:lnTo>
                    <a:close/>
                  </a:path>
                </a:pathLst>
              </a:custGeom>
              <a:solidFill>
                <a:srgbClr val="CC79A7">
                  <a:alpha val="10500"/>
                </a:srgbClr>
              </a:solidFill>
              <a:ln>
                <a:noFill/>
              </a:ln>
            </p:spPr>
            <p:txBody>
              <a:bodyPr anchor="ctr"/>
              <a:lstStyle/>
              <a:p>
                <a:pPr algn="ctr">
                  <a:buNone/>
                </a:pPr>
              </a:p>
            </p:txBody>
          </p:sp>
          <p:sp>
            <p:nvSpPr>
              <p:cNvPr id="7567" name="addition:spatial:56">
                <a:extLst>
                  <a:ext uri="{FF2B5EF4-FFF2-40B4-BE49-F238E27FC236}">
                    <ns2:creationId id="{069E4EE8-305A-452C-95A3-33B25EAA942B}"/>
                  </a:ext>
                </a:extLst>
              </p:cNvPr>
              <p:cNvSpPr>
                <a:spLocks noGrp="1"/>
              </p:cNvSpPr>
              <p:nvPr/>
            </p:nvSpPr>
            <p:spPr>
              <a:xfrm>
                <a:off x="5648325" y="1666875"/>
                <a:ext cx="1726296" cy="619140"/>
              </a:xfrm>
              <a:custGeom>
                <a:rect l="l" t="t" r="r" b="b"/>
                <a:pathLst>
                  <a:path w="1302" h="366">
                    <a:moveTo>
                      <a:pt x="0" y="0"/>
                    </a:moveTo>
                    <a:moveTo>
                      <a:pt x="1294" y="339"/>
                    </a:moveTo>
                    <a:lnTo>
                      <a:pt x="1295" y="341"/>
                    </a:lnTo>
                    <a:lnTo>
                      <a:pt x="1298" y="344"/>
                    </a:lnTo>
                    <a:lnTo>
                      <a:pt x="1301" y="347"/>
                    </a:lnTo>
                    <a:lnTo>
                      <a:pt x="1302" y="350"/>
                    </a:lnTo>
                    <a:lnTo>
                      <a:pt x="1299" y="352"/>
                    </a:lnTo>
                    <a:lnTo>
                      <a:pt x="1294" y="352"/>
                    </a:lnTo>
                    <a:lnTo>
                      <a:pt x="1289" y="353"/>
                    </a:lnTo>
                    <a:lnTo>
                      <a:pt x="1287" y="354"/>
                    </a:lnTo>
                    <a:lnTo>
                      <a:pt x="1286" y="356"/>
                    </a:lnTo>
                    <a:lnTo>
                      <a:pt x="1285" y="358"/>
                    </a:lnTo>
                    <a:lnTo>
                      <a:pt x="1282" y="360"/>
                    </a:lnTo>
                    <a:lnTo>
                      <a:pt x="1279" y="361"/>
                    </a:lnTo>
                    <a:lnTo>
                      <a:pt x="1276" y="362"/>
                    </a:lnTo>
                    <a:lnTo>
                      <a:pt x="1273" y="363"/>
                    </a:lnTo>
                    <a:lnTo>
                      <a:pt x="1270" y="365"/>
                    </a:lnTo>
                    <a:lnTo>
                      <a:pt x="1266" y="366"/>
                    </a:lnTo>
                    <a:lnTo>
                      <a:pt x="1262" y="366"/>
                    </a:lnTo>
                    <a:lnTo>
                      <a:pt x="1259" y="365"/>
                    </a:lnTo>
                    <a:lnTo>
                      <a:pt x="1255" y="365"/>
                    </a:lnTo>
                    <a:lnTo>
                      <a:pt x="1251" y="366"/>
                    </a:lnTo>
                    <a:lnTo>
                      <a:pt x="1247" y="366"/>
                    </a:lnTo>
                    <a:lnTo>
                      <a:pt x="1243" y="364"/>
                    </a:lnTo>
                    <a:lnTo>
                      <a:pt x="1242" y="360"/>
                    </a:lnTo>
                    <a:lnTo>
                      <a:pt x="1241" y="357"/>
                    </a:lnTo>
                    <a:lnTo>
                      <a:pt x="1240" y="355"/>
                    </a:lnTo>
                    <a:lnTo>
                      <a:pt x="1236" y="355"/>
                    </a:lnTo>
                    <a:lnTo>
                      <a:pt x="1231" y="355"/>
                    </a:lnTo>
                    <a:lnTo>
                      <a:pt x="1227" y="355"/>
                    </a:lnTo>
                    <a:lnTo>
                      <a:pt x="1224" y="353"/>
                    </a:lnTo>
                    <a:lnTo>
                      <a:pt x="1223" y="351"/>
                    </a:lnTo>
                    <a:lnTo>
                      <a:pt x="1222" y="349"/>
                    </a:lnTo>
                    <a:lnTo>
                      <a:pt x="1221" y="346"/>
                    </a:lnTo>
                    <a:lnTo>
                      <a:pt x="1221" y="344"/>
                    </a:lnTo>
                    <a:lnTo>
                      <a:pt x="1223" y="342"/>
                    </a:lnTo>
                    <a:lnTo>
                      <a:pt x="1226" y="339"/>
                    </a:lnTo>
                    <a:lnTo>
                      <a:pt x="1228" y="337"/>
                    </a:lnTo>
                    <a:lnTo>
                      <a:pt x="1228" y="335"/>
                    </a:lnTo>
                    <a:lnTo>
                      <a:pt x="1227" y="333"/>
                    </a:lnTo>
                    <a:lnTo>
                      <a:pt x="1228" y="330"/>
                    </a:lnTo>
                    <a:lnTo>
                      <a:pt x="1231" y="328"/>
                    </a:lnTo>
                    <a:lnTo>
                      <a:pt x="1234" y="327"/>
                    </a:lnTo>
                    <a:lnTo>
                      <a:pt x="1237" y="326"/>
                    </a:lnTo>
                    <a:lnTo>
                      <a:pt x="1238" y="324"/>
                    </a:lnTo>
                    <a:lnTo>
                      <a:pt x="1237" y="320"/>
                    </a:lnTo>
                    <a:lnTo>
                      <a:pt x="1238" y="317"/>
                    </a:lnTo>
                    <a:lnTo>
                      <a:pt x="1240" y="315"/>
                    </a:lnTo>
                    <a:lnTo>
                      <a:pt x="1244" y="314"/>
                    </a:lnTo>
                    <a:lnTo>
                      <a:pt x="1248" y="315"/>
                    </a:lnTo>
                    <a:lnTo>
                      <a:pt x="1251" y="315"/>
                    </a:lnTo>
                    <a:lnTo>
                      <a:pt x="1254" y="315"/>
                    </a:lnTo>
                    <a:lnTo>
                      <a:pt x="1257" y="316"/>
                    </a:lnTo>
                    <a:lnTo>
                      <a:pt x="1259" y="317"/>
                    </a:lnTo>
                    <a:lnTo>
                      <a:pt x="1262" y="318"/>
                    </a:lnTo>
                    <a:lnTo>
                      <a:pt x="1264" y="317"/>
                    </a:lnTo>
                    <a:lnTo>
                      <a:pt x="1267" y="315"/>
                    </a:lnTo>
                    <a:lnTo>
                      <a:pt x="1271" y="313"/>
                    </a:lnTo>
                    <a:lnTo>
                      <a:pt x="1274" y="313"/>
                    </a:lnTo>
                    <a:lnTo>
                      <a:pt x="1276" y="315"/>
                    </a:lnTo>
                    <a:lnTo>
                      <a:pt x="1278" y="318"/>
                    </a:lnTo>
                    <a:lnTo>
                      <a:pt x="1279" y="320"/>
                    </a:lnTo>
                    <a:lnTo>
                      <a:pt x="1282" y="321"/>
                    </a:lnTo>
                    <a:lnTo>
                      <a:pt x="1286" y="321"/>
                    </a:lnTo>
                    <a:lnTo>
                      <a:pt x="1289" y="323"/>
                    </a:lnTo>
                    <a:lnTo>
                      <a:pt x="1289" y="326"/>
                    </a:lnTo>
                    <a:lnTo>
                      <a:pt x="1289" y="329"/>
                    </a:lnTo>
                    <a:lnTo>
                      <a:pt x="1289" y="331"/>
                    </a:lnTo>
                    <a:lnTo>
                      <a:pt x="1290" y="333"/>
                    </a:lnTo>
                    <a:lnTo>
                      <a:pt x="1291" y="335"/>
                    </a:lnTo>
                    <a:lnTo>
                      <a:pt x="1293" y="337"/>
                    </a:lnTo>
                    <a:close/>
                  </a:path>
                </a:pathLst>
              </a:custGeom>
              <a:solidFill>
                <a:srgbClr val="DA9FC0">
                  <a:alpha val="9600"/>
                </a:srgbClr>
              </a:solidFill>
              <a:ln>
                <a:noFill/>
              </a:ln>
            </p:spPr>
            <p:txBody>
              <a:bodyPr anchor="ctr"/>
              <a:lstStyle/>
              <a:p>
                <a:pPr algn="ctr">
                  <a:buNone/>
                </a:pPr>
              </a:p>
            </p:txBody>
          </p:sp>
          <p:sp>
            <p:nvSpPr>
              <p:cNvPr id="7568" name="addition:spatial:57">
                <a:extLst>
                  <a:ext uri="{FF2B5EF4-FFF2-40B4-BE49-F238E27FC236}">
                    <ns2:creationId id="{FE4A7659-6E53-4CDB-A8C5-A6021DF155F6}"/>
                  </a:ext>
                </a:extLst>
              </p:cNvPr>
              <p:cNvSpPr>
                <a:spLocks noGrp="1"/>
              </p:cNvSpPr>
              <p:nvPr/>
            </p:nvSpPr>
            <p:spPr>
              <a:xfrm>
                <a:off x="5648325" y="1666875"/>
                <a:ext cx="1758117" cy="583616"/>
              </a:xfrm>
              <a:custGeom>
                <a:rect l="l" t="t" r="r" b="b"/>
                <a:pathLst>
                  <a:path w="1326" h="345">
                    <a:moveTo>
                      <a:pt x="0" y="0"/>
                    </a:moveTo>
                    <a:moveTo>
                      <a:pt x="1326" y="319"/>
                    </a:moveTo>
                    <a:lnTo>
                      <a:pt x="1325" y="321"/>
                    </a:lnTo>
                    <a:lnTo>
                      <a:pt x="1322" y="323"/>
                    </a:lnTo>
                    <a:lnTo>
                      <a:pt x="1320" y="325"/>
                    </a:lnTo>
                    <a:lnTo>
                      <a:pt x="1320" y="327"/>
                    </a:lnTo>
                    <a:lnTo>
                      <a:pt x="1319" y="329"/>
                    </a:lnTo>
                    <a:lnTo>
                      <a:pt x="1317" y="331"/>
                    </a:lnTo>
                    <a:lnTo>
                      <a:pt x="1313" y="332"/>
                    </a:lnTo>
                    <a:lnTo>
                      <a:pt x="1310" y="333"/>
                    </a:lnTo>
                    <a:lnTo>
                      <a:pt x="1308" y="335"/>
                    </a:lnTo>
                    <a:lnTo>
                      <a:pt x="1308" y="338"/>
                    </a:lnTo>
                    <a:lnTo>
                      <a:pt x="1307" y="342"/>
                    </a:lnTo>
                    <a:lnTo>
                      <a:pt x="1305" y="345"/>
                    </a:lnTo>
                    <a:lnTo>
                      <a:pt x="1302" y="345"/>
                    </a:lnTo>
                    <a:lnTo>
                      <a:pt x="1298" y="344"/>
                    </a:lnTo>
                    <a:lnTo>
                      <a:pt x="1294" y="342"/>
                    </a:lnTo>
                    <a:lnTo>
                      <a:pt x="1291" y="342"/>
                    </a:lnTo>
                    <a:lnTo>
                      <a:pt x="1288" y="342"/>
                    </a:lnTo>
                    <a:lnTo>
                      <a:pt x="1286" y="341"/>
                    </a:lnTo>
                    <a:lnTo>
                      <a:pt x="1284" y="341"/>
                    </a:lnTo>
                    <a:lnTo>
                      <a:pt x="1282" y="340"/>
                    </a:lnTo>
                    <a:lnTo>
                      <a:pt x="1279" y="341"/>
                    </a:lnTo>
                    <a:lnTo>
                      <a:pt x="1275" y="342"/>
                    </a:lnTo>
                    <a:lnTo>
                      <a:pt x="1272" y="343"/>
                    </a:lnTo>
                    <a:lnTo>
                      <a:pt x="1270" y="341"/>
                    </a:lnTo>
                    <a:lnTo>
                      <a:pt x="1269" y="339"/>
                    </a:lnTo>
                    <a:lnTo>
                      <a:pt x="1268" y="336"/>
                    </a:lnTo>
                    <a:lnTo>
                      <a:pt x="1266" y="335"/>
                    </a:lnTo>
                    <a:lnTo>
                      <a:pt x="1263" y="334"/>
                    </a:lnTo>
                    <a:lnTo>
                      <a:pt x="1260" y="333"/>
                    </a:lnTo>
                    <a:lnTo>
                      <a:pt x="1259" y="330"/>
                    </a:lnTo>
                    <a:lnTo>
                      <a:pt x="1260" y="327"/>
                    </a:lnTo>
                    <a:lnTo>
                      <a:pt x="1262" y="325"/>
                    </a:lnTo>
                    <a:lnTo>
                      <a:pt x="1263" y="323"/>
                    </a:lnTo>
                    <a:lnTo>
                      <a:pt x="1262" y="321"/>
                    </a:lnTo>
                    <a:lnTo>
                      <a:pt x="1260" y="319"/>
                    </a:lnTo>
                    <a:lnTo>
                      <a:pt x="1258" y="317"/>
                    </a:lnTo>
                    <a:lnTo>
                      <a:pt x="1257" y="314"/>
                    </a:lnTo>
                    <a:lnTo>
                      <a:pt x="1256" y="312"/>
                    </a:lnTo>
                    <a:lnTo>
                      <a:pt x="1254" y="309"/>
                    </a:lnTo>
                    <a:lnTo>
                      <a:pt x="1253" y="306"/>
                    </a:lnTo>
                    <a:lnTo>
                      <a:pt x="1255" y="304"/>
                    </a:lnTo>
                    <a:lnTo>
                      <a:pt x="1259" y="303"/>
                    </a:lnTo>
                    <a:lnTo>
                      <a:pt x="1264" y="304"/>
                    </a:lnTo>
                    <a:lnTo>
                      <a:pt x="1267" y="303"/>
                    </a:lnTo>
                    <a:lnTo>
                      <a:pt x="1268" y="301"/>
                    </a:lnTo>
                    <a:lnTo>
                      <a:pt x="1268" y="299"/>
                    </a:lnTo>
                    <a:lnTo>
                      <a:pt x="1270" y="297"/>
                    </a:lnTo>
                    <a:lnTo>
                      <a:pt x="1273" y="296"/>
                    </a:lnTo>
                    <a:lnTo>
                      <a:pt x="1277" y="296"/>
                    </a:lnTo>
                    <a:lnTo>
                      <a:pt x="1280" y="296"/>
                    </a:lnTo>
                    <a:lnTo>
                      <a:pt x="1282" y="295"/>
                    </a:lnTo>
                    <a:lnTo>
                      <a:pt x="1286" y="293"/>
                    </a:lnTo>
                    <a:lnTo>
                      <a:pt x="1289" y="292"/>
                    </a:lnTo>
                    <a:lnTo>
                      <a:pt x="1293" y="292"/>
                    </a:lnTo>
                    <a:lnTo>
                      <a:pt x="1296" y="293"/>
                    </a:lnTo>
                    <a:lnTo>
                      <a:pt x="1300" y="293"/>
                    </a:lnTo>
                    <a:lnTo>
                      <a:pt x="1304" y="294"/>
                    </a:lnTo>
                    <a:lnTo>
                      <a:pt x="1307" y="296"/>
                    </a:lnTo>
                    <a:lnTo>
                      <a:pt x="1308" y="298"/>
                    </a:lnTo>
                    <a:lnTo>
                      <a:pt x="1309" y="302"/>
                    </a:lnTo>
                    <a:lnTo>
                      <a:pt x="1310" y="304"/>
                    </a:lnTo>
                    <a:lnTo>
                      <a:pt x="1312" y="305"/>
                    </a:lnTo>
                    <a:lnTo>
                      <a:pt x="1317" y="305"/>
                    </a:lnTo>
                    <a:lnTo>
                      <a:pt x="1322" y="305"/>
                    </a:lnTo>
                    <a:lnTo>
                      <a:pt x="1326" y="307"/>
                    </a:lnTo>
                    <a:lnTo>
                      <a:pt x="1326" y="309"/>
                    </a:lnTo>
                    <a:lnTo>
                      <a:pt x="1326" y="312"/>
                    </a:lnTo>
                    <a:lnTo>
                      <a:pt x="1326" y="314"/>
                    </a:lnTo>
                    <a:lnTo>
                      <a:pt x="1326" y="316"/>
                    </a:lnTo>
                    <a:close/>
                  </a:path>
                </a:pathLst>
              </a:custGeom>
              <a:solidFill>
                <a:srgbClr val="DA9FC0">
                  <a:alpha val="9600"/>
                </a:srgbClr>
              </a:solidFill>
              <a:ln>
                <a:noFill/>
              </a:ln>
            </p:spPr>
            <p:txBody>
              <a:bodyPr anchor="ctr"/>
              <a:lstStyle/>
              <a:p>
                <a:pPr algn="ctr">
                  <a:buNone/>
                </a:pPr>
              </a:p>
            </p:txBody>
          </p:sp>
          <p:sp>
            <p:nvSpPr>
              <p:cNvPr id="7569" name="addition:spatial:58">
                <a:extLst>
                  <a:ext uri="{FF2B5EF4-FFF2-40B4-BE49-F238E27FC236}">
                    <ns2:creationId id="{1E5B8C33-F117-423A-BBEF-2FE34C195F42}"/>
                  </a:ext>
                </a:extLst>
              </p:cNvPr>
              <p:cNvSpPr>
                <a:spLocks noGrp="1"/>
              </p:cNvSpPr>
              <p:nvPr/>
            </p:nvSpPr>
            <p:spPr>
              <a:xfrm>
                <a:off x="5648325" y="1666875"/>
                <a:ext cx="1804523" cy="595457"/>
              </a:xfrm>
              <a:custGeom>
                <a:rect l="l" t="t" r="r" b="b"/>
                <a:pathLst>
                  <a:path w="1361" h="352">
                    <a:moveTo>
                      <a:pt x="0" y="0"/>
                    </a:moveTo>
                    <a:moveTo>
                      <a:pt x="1359" y="324"/>
                    </a:moveTo>
                    <a:lnTo>
                      <a:pt x="1359" y="327"/>
                    </a:lnTo>
                    <a:lnTo>
                      <a:pt x="1357" y="329"/>
                    </a:lnTo>
                    <a:lnTo>
                      <a:pt x="1353" y="331"/>
                    </a:lnTo>
                    <a:lnTo>
                      <a:pt x="1349" y="332"/>
                    </a:lnTo>
                    <a:lnTo>
                      <a:pt x="1348" y="334"/>
                    </a:lnTo>
                    <a:lnTo>
                      <a:pt x="1349" y="337"/>
                    </a:lnTo>
                    <a:lnTo>
                      <a:pt x="1350" y="341"/>
                    </a:lnTo>
                    <a:lnTo>
                      <a:pt x="1350" y="344"/>
                    </a:lnTo>
                    <a:lnTo>
                      <a:pt x="1348" y="346"/>
                    </a:lnTo>
                    <a:lnTo>
                      <a:pt x="1345" y="348"/>
                    </a:lnTo>
                    <a:lnTo>
                      <a:pt x="1343" y="349"/>
                    </a:lnTo>
                    <a:lnTo>
                      <a:pt x="1340" y="350"/>
                    </a:lnTo>
                    <a:lnTo>
                      <a:pt x="1336" y="350"/>
                    </a:lnTo>
                    <a:lnTo>
                      <a:pt x="1333" y="348"/>
                    </a:lnTo>
                    <a:lnTo>
                      <a:pt x="1330" y="347"/>
                    </a:lnTo>
                    <a:lnTo>
                      <a:pt x="1328" y="347"/>
                    </a:lnTo>
                    <a:lnTo>
                      <a:pt x="1326" y="349"/>
                    </a:lnTo>
                    <a:lnTo>
                      <a:pt x="1323" y="351"/>
                    </a:lnTo>
                    <a:lnTo>
                      <a:pt x="1320" y="352"/>
                    </a:lnTo>
                    <a:lnTo>
                      <a:pt x="1318" y="351"/>
                    </a:lnTo>
                    <a:lnTo>
                      <a:pt x="1315" y="349"/>
                    </a:lnTo>
                    <a:lnTo>
                      <a:pt x="1313" y="348"/>
                    </a:lnTo>
                    <a:lnTo>
                      <a:pt x="1310" y="348"/>
                    </a:lnTo>
                    <a:lnTo>
                      <a:pt x="1306" y="348"/>
                    </a:lnTo>
                    <a:lnTo>
                      <a:pt x="1303" y="348"/>
                    </a:lnTo>
                    <a:lnTo>
                      <a:pt x="1300" y="346"/>
                    </a:lnTo>
                    <a:lnTo>
                      <a:pt x="1299" y="343"/>
                    </a:lnTo>
                    <a:lnTo>
                      <a:pt x="1298" y="340"/>
                    </a:lnTo>
                    <a:lnTo>
                      <a:pt x="1297" y="338"/>
                    </a:lnTo>
                    <a:lnTo>
                      <a:pt x="1296" y="335"/>
                    </a:lnTo>
                    <a:lnTo>
                      <a:pt x="1296" y="333"/>
                    </a:lnTo>
                    <a:lnTo>
                      <a:pt x="1296" y="330"/>
                    </a:lnTo>
                    <a:lnTo>
                      <a:pt x="1295" y="328"/>
                    </a:lnTo>
                    <a:lnTo>
                      <a:pt x="1292" y="327"/>
                    </a:lnTo>
                    <a:lnTo>
                      <a:pt x="1286" y="324"/>
                    </a:lnTo>
                    <a:lnTo>
                      <a:pt x="1283" y="322"/>
                    </a:lnTo>
                    <a:lnTo>
                      <a:pt x="1282" y="319"/>
                    </a:lnTo>
                    <a:lnTo>
                      <a:pt x="1285" y="317"/>
                    </a:lnTo>
                    <a:lnTo>
                      <a:pt x="1289" y="315"/>
                    </a:lnTo>
                    <a:lnTo>
                      <a:pt x="1291" y="313"/>
                    </a:lnTo>
                    <a:lnTo>
                      <a:pt x="1292" y="311"/>
                    </a:lnTo>
                    <a:lnTo>
                      <a:pt x="1293" y="309"/>
                    </a:lnTo>
                    <a:lnTo>
                      <a:pt x="1295" y="307"/>
                    </a:lnTo>
                    <a:lnTo>
                      <a:pt x="1298" y="306"/>
                    </a:lnTo>
                    <a:lnTo>
                      <a:pt x="1301" y="305"/>
                    </a:lnTo>
                    <a:lnTo>
                      <a:pt x="1303" y="303"/>
                    </a:lnTo>
                    <a:lnTo>
                      <a:pt x="1306" y="301"/>
                    </a:lnTo>
                    <a:lnTo>
                      <a:pt x="1309" y="300"/>
                    </a:lnTo>
                    <a:lnTo>
                      <a:pt x="1312" y="299"/>
                    </a:lnTo>
                    <a:lnTo>
                      <a:pt x="1316" y="299"/>
                    </a:lnTo>
                    <a:lnTo>
                      <a:pt x="1319" y="298"/>
                    </a:lnTo>
                    <a:lnTo>
                      <a:pt x="1322" y="295"/>
                    </a:lnTo>
                    <a:lnTo>
                      <a:pt x="1326" y="293"/>
                    </a:lnTo>
                    <a:lnTo>
                      <a:pt x="1331" y="293"/>
                    </a:lnTo>
                    <a:lnTo>
                      <a:pt x="1334" y="296"/>
                    </a:lnTo>
                    <a:lnTo>
                      <a:pt x="1336" y="300"/>
                    </a:lnTo>
                    <a:lnTo>
                      <a:pt x="1338" y="303"/>
                    </a:lnTo>
                    <a:lnTo>
                      <a:pt x="1340" y="304"/>
                    </a:lnTo>
                    <a:lnTo>
                      <a:pt x="1344" y="304"/>
                    </a:lnTo>
                    <a:lnTo>
                      <a:pt x="1347" y="305"/>
                    </a:lnTo>
                    <a:lnTo>
                      <a:pt x="1350" y="305"/>
                    </a:lnTo>
                    <a:lnTo>
                      <a:pt x="1353" y="307"/>
                    </a:lnTo>
                    <a:lnTo>
                      <a:pt x="1355" y="308"/>
                    </a:lnTo>
                    <a:lnTo>
                      <a:pt x="1358" y="309"/>
                    </a:lnTo>
                    <a:lnTo>
                      <a:pt x="1361" y="311"/>
                    </a:lnTo>
                    <a:lnTo>
                      <a:pt x="1360" y="314"/>
                    </a:lnTo>
                    <a:lnTo>
                      <a:pt x="1359" y="317"/>
                    </a:lnTo>
                    <a:lnTo>
                      <a:pt x="1357" y="320"/>
                    </a:lnTo>
                    <a:lnTo>
                      <a:pt x="1358" y="322"/>
                    </a:lnTo>
                    <a:close/>
                  </a:path>
                </a:pathLst>
              </a:custGeom>
              <a:solidFill>
                <a:srgbClr val="DA9FC0">
                  <a:alpha val="9600"/>
                </a:srgbClr>
              </a:solidFill>
              <a:ln>
                <a:noFill/>
              </a:ln>
            </p:spPr>
            <p:txBody>
              <a:bodyPr anchor="ctr"/>
              <a:lstStyle/>
              <a:p>
                <a:pPr algn="ctr">
                  <a:buNone/>
                </a:pPr>
              </a:p>
            </p:txBody>
          </p:sp>
          <p:sp>
            <p:nvSpPr>
              <p:cNvPr id="7570" name="addition:spatial:59">
                <a:extLst>
                  <a:ext uri="{FF2B5EF4-FFF2-40B4-BE49-F238E27FC236}">
                    <ns2:creationId id="{07676A55-69BF-47D7-8B05-10ACF685E7F3}"/>
                  </a:ext>
                </a:extLst>
              </p:cNvPr>
              <p:cNvSpPr>
                <a:spLocks noGrp="1"/>
              </p:cNvSpPr>
              <p:nvPr/>
            </p:nvSpPr>
            <p:spPr>
              <a:xfrm>
                <a:off x="5648325" y="1666875"/>
                <a:ext cx="1846951" cy="642823"/>
              </a:xfrm>
              <a:custGeom>
                <a:rect l="l" t="t" r="r" b="b"/>
                <a:pathLst>
                  <a:path w="1393" h="380">
                    <a:moveTo>
                      <a:pt x="0" y="0"/>
                    </a:moveTo>
                    <a:moveTo>
                      <a:pt x="1392" y="347"/>
                    </a:moveTo>
                    <a:lnTo>
                      <a:pt x="1393" y="350"/>
                    </a:lnTo>
                    <a:lnTo>
                      <a:pt x="1393" y="352"/>
                    </a:lnTo>
                    <a:lnTo>
                      <a:pt x="1392" y="355"/>
                    </a:lnTo>
                    <a:lnTo>
                      <a:pt x="1389" y="357"/>
                    </a:lnTo>
                    <a:lnTo>
                      <a:pt x="1386" y="359"/>
                    </a:lnTo>
                    <a:lnTo>
                      <a:pt x="1384" y="361"/>
                    </a:lnTo>
                    <a:lnTo>
                      <a:pt x="1382" y="364"/>
                    </a:lnTo>
                    <a:lnTo>
                      <a:pt x="1379" y="365"/>
                    </a:lnTo>
                    <a:lnTo>
                      <a:pt x="1375" y="366"/>
                    </a:lnTo>
                    <a:lnTo>
                      <a:pt x="1371" y="367"/>
                    </a:lnTo>
                    <a:lnTo>
                      <a:pt x="1369" y="368"/>
                    </a:lnTo>
                    <a:lnTo>
                      <a:pt x="1367" y="372"/>
                    </a:lnTo>
                    <a:lnTo>
                      <a:pt x="1366" y="377"/>
                    </a:lnTo>
                    <a:lnTo>
                      <a:pt x="1363" y="380"/>
                    </a:lnTo>
                    <a:lnTo>
                      <a:pt x="1358" y="380"/>
                    </a:lnTo>
                    <a:lnTo>
                      <a:pt x="1354" y="378"/>
                    </a:lnTo>
                    <a:lnTo>
                      <a:pt x="1350" y="375"/>
                    </a:lnTo>
                    <a:lnTo>
                      <a:pt x="1346" y="374"/>
                    </a:lnTo>
                    <a:lnTo>
                      <a:pt x="1343" y="374"/>
                    </a:lnTo>
                    <a:lnTo>
                      <a:pt x="1340" y="373"/>
                    </a:lnTo>
                    <a:lnTo>
                      <a:pt x="1337" y="372"/>
                    </a:lnTo>
                    <a:lnTo>
                      <a:pt x="1335" y="371"/>
                    </a:lnTo>
                    <a:lnTo>
                      <a:pt x="1332" y="371"/>
                    </a:lnTo>
                    <a:lnTo>
                      <a:pt x="1328" y="371"/>
                    </a:lnTo>
                    <a:lnTo>
                      <a:pt x="1324" y="371"/>
                    </a:lnTo>
                    <a:lnTo>
                      <a:pt x="1322" y="369"/>
                    </a:lnTo>
                    <a:lnTo>
                      <a:pt x="1321" y="366"/>
                    </a:lnTo>
                    <a:lnTo>
                      <a:pt x="1321" y="364"/>
                    </a:lnTo>
                    <a:lnTo>
                      <a:pt x="1319" y="362"/>
                    </a:lnTo>
                    <a:lnTo>
                      <a:pt x="1315" y="360"/>
                    </a:lnTo>
                    <a:lnTo>
                      <a:pt x="1312" y="358"/>
                    </a:lnTo>
                    <a:lnTo>
                      <a:pt x="1312" y="355"/>
                    </a:lnTo>
                    <a:lnTo>
                      <a:pt x="1316" y="352"/>
                    </a:lnTo>
                    <a:lnTo>
                      <a:pt x="1320" y="349"/>
                    </a:lnTo>
                    <a:lnTo>
                      <a:pt x="1322" y="347"/>
                    </a:lnTo>
                    <a:lnTo>
                      <a:pt x="1321" y="345"/>
                    </a:lnTo>
                    <a:lnTo>
                      <a:pt x="1320" y="342"/>
                    </a:lnTo>
                    <a:lnTo>
                      <a:pt x="1319" y="340"/>
                    </a:lnTo>
                    <a:lnTo>
                      <a:pt x="1318" y="337"/>
                    </a:lnTo>
                    <a:lnTo>
                      <a:pt x="1318" y="334"/>
                    </a:lnTo>
                    <a:lnTo>
                      <a:pt x="1317" y="331"/>
                    </a:lnTo>
                    <a:lnTo>
                      <a:pt x="1317" y="327"/>
                    </a:lnTo>
                    <a:lnTo>
                      <a:pt x="1319" y="325"/>
                    </a:lnTo>
                    <a:lnTo>
                      <a:pt x="1324" y="325"/>
                    </a:lnTo>
                    <a:lnTo>
                      <a:pt x="1328" y="325"/>
                    </a:lnTo>
                    <a:lnTo>
                      <a:pt x="1332" y="325"/>
                    </a:lnTo>
                    <a:lnTo>
                      <a:pt x="1333" y="324"/>
                    </a:lnTo>
                    <a:lnTo>
                      <a:pt x="1335" y="321"/>
                    </a:lnTo>
                    <a:lnTo>
                      <a:pt x="1337" y="319"/>
                    </a:lnTo>
                    <a:lnTo>
                      <a:pt x="1340" y="319"/>
                    </a:lnTo>
                    <a:lnTo>
                      <a:pt x="1343" y="320"/>
                    </a:lnTo>
                    <a:lnTo>
                      <a:pt x="1346" y="321"/>
                    </a:lnTo>
                    <a:lnTo>
                      <a:pt x="1349" y="320"/>
                    </a:lnTo>
                    <a:lnTo>
                      <a:pt x="1353" y="318"/>
                    </a:lnTo>
                    <a:lnTo>
                      <a:pt x="1357" y="317"/>
                    </a:lnTo>
                    <a:lnTo>
                      <a:pt x="1361" y="317"/>
                    </a:lnTo>
                    <a:lnTo>
                      <a:pt x="1364" y="318"/>
                    </a:lnTo>
                    <a:lnTo>
                      <a:pt x="1368" y="319"/>
                    </a:lnTo>
                    <a:lnTo>
                      <a:pt x="1372" y="321"/>
                    </a:lnTo>
                    <a:lnTo>
                      <a:pt x="1374" y="323"/>
                    </a:lnTo>
                    <a:lnTo>
                      <a:pt x="1376" y="326"/>
                    </a:lnTo>
                    <a:lnTo>
                      <a:pt x="1375" y="330"/>
                    </a:lnTo>
                    <a:lnTo>
                      <a:pt x="1375" y="333"/>
                    </a:lnTo>
                    <a:lnTo>
                      <a:pt x="1378" y="335"/>
                    </a:lnTo>
                    <a:lnTo>
                      <a:pt x="1384" y="335"/>
                    </a:lnTo>
                    <a:lnTo>
                      <a:pt x="1389" y="336"/>
                    </a:lnTo>
                    <a:lnTo>
                      <a:pt x="1393" y="338"/>
                    </a:lnTo>
                    <a:lnTo>
                      <a:pt x="1393" y="341"/>
                    </a:lnTo>
                    <a:lnTo>
                      <a:pt x="1392" y="344"/>
                    </a:lnTo>
                    <a:close/>
                  </a:path>
                </a:pathLst>
              </a:custGeom>
              <a:solidFill>
                <a:srgbClr val="DA9FC0">
                  <a:alpha val="9600"/>
                </a:srgbClr>
              </a:solidFill>
              <a:ln>
                <a:noFill/>
              </a:ln>
            </p:spPr>
            <p:txBody>
              <a:bodyPr anchor="ctr"/>
              <a:lstStyle/>
              <a:p>
                <a:pPr algn="ctr">
                  <a:buNone/>
                </a:pPr>
              </a:p>
            </p:txBody>
          </p:sp>
          <p:sp>
            <p:nvSpPr>
              <p:cNvPr id="7571" name="addition:spatial:60">
                <a:extLst>
                  <a:ext uri="{FF2B5EF4-FFF2-40B4-BE49-F238E27FC236}">
                    <ns2:creationId id="{FA31FA21-92EE-459E-8218-932A5EB74FA3}"/>
                  </a:ext>
                </a:extLst>
              </p:cNvPr>
              <p:cNvSpPr>
                <a:spLocks noGrp="1"/>
              </p:cNvSpPr>
              <p:nvPr/>
            </p:nvSpPr>
            <p:spPr>
              <a:xfrm>
                <a:off x="5648325" y="1666875"/>
                <a:ext cx="1832366" cy="681731"/>
              </a:xfrm>
              <a:custGeom>
                <a:rect l="l" t="t" r="r" b="b"/>
                <a:pathLst>
                  <a:path w="1382" h="403">
                    <a:moveTo>
                      <a:pt x="0" y="0"/>
                    </a:moveTo>
                    <a:moveTo>
                      <a:pt x="1381" y="372"/>
                    </a:moveTo>
                    <a:lnTo>
                      <a:pt x="1376" y="374"/>
                    </a:lnTo>
                    <a:lnTo>
                      <a:pt x="1368" y="377"/>
                    </a:lnTo>
                    <a:lnTo>
                      <a:pt x="1363" y="378"/>
                    </a:lnTo>
                    <a:lnTo>
                      <a:pt x="1361" y="380"/>
                    </a:lnTo>
                    <a:lnTo>
                      <a:pt x="1362" y="383"/>
                    </a:lnTo>
                    <a:lnTo>
                      <a:pt x="1362" y="386"/>
                    </a:lnTo>
                    <a:lnTo>
                      <a:pt x="1361" y="389"/>
                    </a:lnTo>
                    <a:lnTo>
                      <a:pt x="1358" y="391"/>
                    </a:lnTo>
                    <a:lnTo>
                      <a:pt x="1355" y="394"/>
                    </a:lnTo>
                    <a:lnTo>
                      <a:pt x="1353" y="397"/>
                    </a:lnTo>
                    <a:lnTo>
                      <a:pt x="1350" y="399"/>
                    </a:lnTo>
                    <a:lnTo>
                      <a:pt x="1345" y="400"/>
                    </a:lnTo>
                    <a:lnTo>
                      <a:pt x="1340" y="399"/>
                    </a:lnTo>
                    <a:lnTo>
                      <a:pt x="1336" y="399"/>
                    </a:lnTo>
                    <a:lnTo>
                      <a:pt x="1333" y="400"/>
                    </a:lnTo>
                    <a:lnTo>
                      <a:pt x="1329" y="402"/>
                    </a:lnTo>
                    <a:lnTo>
                      <a:pt x="1326" y="403"/>
                    </a:lnTo>
                    <a:lnTo>
                      <a:pt x="1322" y="401"/>
                    </a:lnTo>
                    <a:lnTo>
                      <a:pt x="1319" y="398"/>
                    </a:lnTo>
                    <a:lnTo>
                      <a:pt x="1317" y="396"/>
                    </a:lnTo>
                    <a:lnTo>
                      <a:pt x="1314" y="396"/>
                    </a:lnTo>
                    <a:lnTo>
                      <a:pt x="1310" y="397"/>
                    </a:lnTo>
                    <a:lnTo>
                      <a:pt x="1304" y="399"/>
                    </a:lnTo>
                    <a:lnTo>
                      <a:pt x="1300" y="399"/>
                    </a:lnTo>
                    <a:lnTo>
                      <a:pt x="1296" y="398"/>
                    </a:lnTo>
                    <a:lnTo>
                      <a:pt x="1294" y="395"/>
                    </a:lnTo>
                    <a:lnTo>
                      <a:pt x="1292" y="393"/>
                    </a:lnTo>
                    <a:lnTo>
                      <a:pt x="1290" y="390"/>
                    </a:lnTo>
                    <a:lnTo>
                      <a:pt x="1290" y="387"/>
                    </a:lnTo>
                    <a:lnTo>
                      <a:pt x="1291" y="384"/>
                    </a:lnTo>
                    <a:lnTo>
                      <a:pt x="1293" y="381"/>
                    </a:lnTo>
                    <a:lnTo>
                      <a:pt x="1292" y="378"/>
                    </a:lnTo>
                    <a:lnTo>
                      <a:pt x="1287" y="377"/>
                    </a:lnTo>
                    <a:lnTo>
                      <a:pt x="1282" y="374"/>
                    </a:lnTo>
                    <a:lnTo>
                      <a:pt x="1280" y="372"/>
                    </a:lnTo>
                    <a:lnTo>
                      <a:pt x="1280" y="369"/>
                    </a:lnTo>
                    <a:lnTo>
                      <a:pt x="1283" y="366"/>
                    </a:lnTo>
                    <a:lnTo>
                      <a:pt x="1284" y="364"/>
                    </a:lnTo>
                    <a:lnTo>
                      <a:pt x="1282" y="361"/>
                    </a:lnTo>
                    <a:lnTo>
                      <a:pt x="1280" y="358"/>
                    </a:lnTo>
                    <a:lnTo>
                      <a:pt x="1280" y="355"/>
                    </a:lnTo>
                    <a:lnTo>
                      <a:pt x="1283" y="352"/>
                    </a:lnTo>
                    <a:lnTo>
                      <a:pt x="1287" y="351"/>
                    </a:lnTo>
                    <a:lnTo>
                      <a:pt x="1292" y="351"/>
                    </a:lnTo>
                    <a:lnTo>
                      <a:pt x="1295" y="350"/>
                    </a:lnTo>
                    <a:lnTo>
                      <a:pt x="1299" y="349"/>
                    </a:lnTo>
                    <a:lnTo>
                      <a:pt x="1303" y="348"/>
                    </a:lnTo>
                    <a:lnTo>
                      <a:pt x="1307" y="348"/>
                    </a:lnTo>
                    <a:lnTo>
                      <a:pt x="1310" y="347"/>
                    </a:lnTo>
                    <a:lnTo>
                      <a:pt x="1313" y="344"/>
                    </a:lnTo>
                    <a:lnTo>
                      <a:pt x="1316" y="340"/>
                    </a:lnTo>
                    <a:lnTo>
                      <a:pt x="1321" y="337"/>
                    </a:lnTo>
                    <a:lnTo>
                      <a:pt x="1326" y="337"/>
                    </a:lnTo>
                    <a:lnTo>
                      <a:pt x="1331" y="340"/>
                    </a:lnTo>
                    <a:lnTo>
                      <a:pt x="1335" y="343"/>
                    </a:lnTo>
                    <a:lnTo>
                      <a:pt x="1339" y="345"/>
                    </a:lnTo>
                    <a:lnTo>
                      <a:pt x="1344" y="345"/>
                    </a:lnTo>
                    <a:lnTo>
                      <a:pt x="1349" y="346"/>
                    </a:lnTo>
                    <a:lnTo>
                      <a:pt x="1353" y="347"/>
                    </a:lnTo>
                    <a:lnTo>
                      <a:pt x="1356" y="350"/>
                    </a:lnTo>
                    <a:lnTo>
                      <a:pt x="1358" y="352"/>
                    </a:lnTo>
                    <a:lnTo>
                      <a:pt x="1361" y="353"/>
                    </a:lnTo>
                    <a:lnTo>
                      <a:pt x="1365" y="355"/>
                    </a:lnTo>
                    <a:lnTo>
                      <a:pt x="1368" y="357"/>
                    </a:lnTo>
                    <a:lnTo>
                      <a:pt x="1370" y="359"/>
                    </a:lnTo>
                    <a:lnTo>
                      <a:pt x="1371" y="361"/>
                    </a:lnTo>
                    <a:lnTo>
                      <a:pt x="1374" y="364"/>
                    </a:lnTo>
                    <a:lnTo>
                      <a:pt x="1378" y="366"/>
                    </a:lnTo>
                    <a:lnTo>
                      <a:pt x="1382" y="369"/>
                    </a:lnTo>
                    <a:close/>
                  </a:path>
                </a:pathLst>
              </a:custGeom>
              <a:solidFill>
                <a:srgbClr val="DA9FC0">
                  <a:alpha val="9600"/>
                </a:srgbClr>
              </a:solidFill>
              <a:ln>
                <a:noFill/>
              </a:ln>
            </p:spPr>
            <p:txBody>
              <a:bodyPr anchor="ctr"/>
              <a:lstStyle/>
              <a:p>
                <a:pPr algn="ctr">
                  <a:buNone/>
                </a:pPr>
              </a:p>
            </p:txBody>
          </p:sp>
          <p:sp>
            <p:nvSpPr>
              <p:cNvPr id="7572" name="addition:spatial:61">
                <a:extLst>
                  <a:ext uri="{FF2B5EF4-FFF2-40B4-BE49-F238E27FC236}">
                    <ns2:creationId id="{F569A77F-653A-4AD4-BCD4-516256493571}"/>
                  </a:ext>
                </a:extLst>
              </p:cNvPr>
              <p:cNvSpPr>
                <a:spLocks noGrp="1"/>
              </p:cNvSpPr>
              <p:nvPr/>
            </p:nvSpPr>
            <p:spPr>
              <a:xfrm>
                <a:off x="5648325" y="1666875"/>
                <a:ext cx="1763420" cy="688497"/>
              </a:xfrm>
              <a:custGeom>
                <a:rect l="l" t="t" r="r" b="b"/>
                <a:pathLst>
                  <a:path w="1330" h="407">
                    <a:moveTo>
                      <a:pt x="0" y="0"/>
                    </a:moveTo>
                    <a:moveTo>
                      <a:pt x="1330" y="374"/>
                    </a:moveTo>
                    <a:lnTo>
                      <a:pt x="1330" y="377"/>
                    </a:lnTo>
                    <a:lnTo>
                      <a:pt x="1328" y="380"/>
                    </a:lnTo>
                    <a:lnTo>
                      <a:pt x="1326" y="383"/>
                    </a:lnTo>
                    <a:lnTo>
                      <a:pt x="1324" y="385"/>
                    </a:lnTo>
                    <a:lnTo>
                      <a:pt x="1321" y="387"/>
                    </a:lnTo>
                    <a:lnTo>
                      <a:pt x="1318" y="389"/>
                    </a:lnTo>
                    <a:lnTo>
                      <a:pt x="1314" y="390"/>
                    </a:lnTo>
                    <a:lnTo>
                      <a:pt x="1311" y="391"/>
                    </a:lnTo>
                    <a:lnTo>
                      <a:pt x="1309" y="394"/>
                    </a:lnTo>
                    <a:lnTo>
                      <a:pt x="1308" y="397"/>
                    </a:lnTo>
                    <a:lnTo>
                      <a:pt x="1306" y="400"/>
                    </a:lnTo>
                    <a:lnTo>
                      <a:pt x="1302" y="401"/>
                    </a:lnTo>
                    <a:lnTo>
                      <a:pt x="1298" y="401"/>
                    </a:lnTo>
                    <a:lnTo>
                      <a:pt x="1293" y="401"/>
                    </a:lnTo>
                    <a:lnTo>
                      <a:pt x="1290" y="402"/>
                    </a:lnTo>
                    <a:lnTo>
                      <a:pt x="1286" y="405"/>
                    </a:lnTo>
                    <a:lnTo>
                      <a:pt x="1282" y="407"/>
                    </a:lnTo>
                    <a:lnTo>
                      <a:pt x="1278" y="407"/>
                    </a:lnTo>
                    <a:lnTo>
                      <a:pt x="1274" y="405"/>
                    </a:lnTo>
                    <a:lnTo>
                      <a:pt x="1271" y="402"/>
                    </a:lnTo>
                    <a:lnTo>
                      <a:pt x="1268" y="400"/>
                    </a:lnTo>
                    <a:lnTo>
                      <a:pt x="1265" y="398"/>
                    </a:lnTo>
                    <a:lnTo>
                      <a:pt x="1262" y="397"/>
                    </a:lnTo>
                    <a:lnTo>
                      <a:pt x="1260" y="396"/>
                    </a:lnTo>
                    <a:lnTo>
                      <a:pt x="1257" y="395"/>
                    </a:lnTo>
                    <a:lnTo>
                      <a:pt x="1253" y="395"/>
                    </a:lnTo>
                    <a:lnTo>
                      <a:pt x="1248" y="395"/>
                    </a:lnTo>
                    <a:lnTo>
                      <a:pt x="1243" y="394"/>
                    </a:lnTo>
                    <a:lnTo>
                      <a:pt x="1241" y="392"/>
                    </a:lnTo>
                    <a:lnTo>
                      <a:pt x="1242" y="388"/>
                    </a:lnTo>
                    <a:lnTo>
                      <a:pt x="1245" y="385"/>
                    </a:lnTo>
                    <a:lnTo>
                      <a:pt x="1247" y="382"/>
                    </a:lnTo>
                    <a:lnTo>
                      <a:pt x="1246" y="379"/>
                    </a:lnTo>
                    <a:lnTo>
                      <a:pt x="1245" y="377"/>
                    </a:lnTo>
                    <a:lnTo>
                      <a:pt x="1244" y="374"/>
                    </a:lnTo>
                    <a:lnTo>
                      <a:pt x="1246" y="372"/>
                    </a:lnTo>
                    <a:lnTo>
                      <a:pt x="1249" y="370"/>
                    </a:lnTo>
                    <a:lnTo>
                      <a:pt x="1250" y="367"/>
                    </a:lnTo>
                    <a:lnTo>
                      <a:pt x="1251" y="365"/>
                    </a:lnTo>
                    <a:lnTo>
                      <a:pt x="1250" y="362"/>
                    </a:lnTo>
                    <a:lnTo>
                      <a:pt x="1251" y="359"/>
                    </a:lnTo>
                    <a:lnTo>
                      <a:pt x="1252" y="357"/>
                    </a:lnTo>
                    <a:lnTo>
                      <a:pt x="1254" y="355"/>
                    </a:lnTo>
                    <a:lnTo>
                      <a:pt x="1254" y="352"/>
                    </a:lnTo>
                    <a:lnTo>
                      <a:pt x="1255" y="349"/>
                    </a:lnTo>
                    <a:lnTo>
                      <a:pt x="1258" y="347"/>
                    </a:lnTo>
                    <a:lnTo>
                      <a:pt x="1263" y="347"/>
                    </a:lnTo>
                    <a:lnTo>
                      <a:pt x="1268" y="350"/>
                    </a:lnTo>
                    <a:lnTo>
                      <a:pt x="1271" y="352"/>
                    </a:lnTo>
                    <a:lnTo>
                      <a:pt x="1274" y="351"/>
                    </a:lnTo>
                    <a:lnTo>
                      <a:pt x="1276" y="349"/>
                    </a:lnTo>
                    <a:lnTo>
                      <a:pt x="1278" y="346"/>
                    </a:lnTo>
                    <a:lnTo>
                      <a:pt x="1282" y="345"/>
                    </a:lnTo>
                    <a:lnTo>
                      <a:pt x="1285" y="345"/>
                    </a:lnTo>
                    <a:lnTo>
                      <a:pt x="1288" y="345"/>
                    </a:lnTo>
                    <a:lnTo>
                      <a:pt x="1292" y="346"/>
                    </a:lnTo>
                    <a:lnTo>
                      <a:pt x="1296" y="346"/>
                    </a:lnTo>
                    <a:lnTo>
                      <a:pt x="1299" y="347"/>
                    </a:lnTo>
                    <a:lnTo>
                      <a:pt x="1302" y="349"/>
                    </a:lnTo>
                    <a:lnTo>
                      <a:pt x="1304" y="352"/>
                    </a:lnTo>
                    <a:lnTo>
                      <a:pt x="1307" y="354"/>
                    </a:lnTo>
                    <a:lnTo>
                      <a:pt x="1310" y="355"/>
                    </a:lnTo>
                    <a:lnTo>
                      <a:pt x="1314" y="357"/>
                    </a:lnTo>
                    <a:lnTo>
                      <a:pt x="1315" y="360"/>
                    </a:lnTo>
                    <a:lnTo>
                      <a:pt x="1315" y="363"/>
                    </a:lnTo>
                    <a:lnTo>
                      <a:pt x="1314" y="366"/>
                    </a:lnTo>
                    <a:lnTo>
                      <a:pt x="1315" y="368"/>
                    </a:lnTo>
                    <a:lnTo>
                      <a:pt x="1320" y="370"/>
                    </a:lnTo>
                    <a:lnTo>
                      <a:pt x="1326" y="372"/>
                    </a:lnTo>
                    <a:close/>
                  </a:path>
                </a:pathLst>
              </a:custGeom>
              <a:solidFill>
                <a:srgbClr val="DA9FC0">
                  <a:alpha val="9600"/>
                </a:srgbClr>
              </a:solidFill>
              <a:ln>
                <a:noFill/>
              </a:ln>
            </p:spPr>
            <p:txBody>
              <a:bodyPr anchor="ctr"/>
              <a:lstStyle/>
              <a:p>
                <a:pPr algn="ctr">
                  <a:buNone/>
                </a:pPr>
              </a:p>
            </p:txBody>
          </p:sp>
          <p:sp>
            <p:nvSpPr>
              <p:cNvPr id="7573" name="addition:spatial:62">
                <a:extLst>
                  <a:ext uri="{FF2B5EF4-FFF2-40B4-BE49-F238E27FC236}">
                    <ns2:creationId id="{9DDC8B98-1520-4E2B-B4B0-7E08620FC47D}"/>
                  </a:ext>
                </a:extLst>
              </p:cNvPr>
              <p:cNvSpPr>
                <a:spLocks noGrp="1"/>
              </p:cNvSpPr>
              <p:nvPr/>
            </p:nvSpPr>
            <p:spPr>
              <a:xfrm>
                <a:off x="5648325" y="1666875"/>
                <a:ext cx="1703756" cy="661431"/>
              </a:xfrm>
              <a:custGeom>
                <a:rect l="l" t="t" r="r" b="b"/>
                <a:pathLst>
                  <a:path w="1285" h="391">
                    <a:moveTo>
                      <a:pt x="0" y="0"/>
                    </a:moveTo>
                    <a:moveTo>
                      <a:pt x="1281" y="364"/>
                    </a:moveTo>
                    <a:lnTo>
                      <a:pt x="1282" y="366"/>
                    </a:lnTo>
                    <a:lnTo>
                      <a:pt x="1284" y="369"/>
                    </a:lnTo>
                    <a:lnTo>
                      <a:pt x="1285" y="371"/>
                    </a:lnTo>
                    <a:lnTo>
                      <a:pt x="1283" y="374"/>
                    </a:lnTo>
                    <a:lnTo>
                      <a:pt x="1279" y="375"/>
                    </a:lnTo>
                    <a:lnTo>
                      <a:pt x="1274" y="375"/>
                    </a:lnTo>
                    <a:lnTo>
                      <a:pt x="1271" y="376"/>
                    </a:lnTo>
                    <a:lnTo>
                      <a:pt x="1270" y="378"/>
                    </a:lnTo>
                    <a:lnTo>
                      <a:pt x="1268" y="380"/>
                    </a:lnTo>
                    <a:lnTo>
                      <a:pt x="1267" y="382"/>
                    </a:lnTo>
                    <a:lnTo>
                      <a:pt x="1265" y="384"/>
                    </a:lnTo>
                    <a:lnTo>
                      <a:pt x="1263" y="386"/>
                    </a:lnTo>
                    <a:lnTo>
                      <a:pt x="1260" y="389"/>
                    </a:lnTo>
                    <a:lnTo>
                      <a:pt x="1257" y="391"/>
                    </a:lnTo>
                    <a:lnTo>
                      <a:pt x="1254" y="391"/>
                    </a:lnTo>
                    <a:lnTo>
                      <a:pt x="1250" y="390"/>
                    </a:lnTo>
                    <a:lnTo>
                      <a:pt x="1247" y="388"/>
                    </a:lnTo>
                    <a:lnTo>
                      <a:pt x="1244" y="387"/>
                    </a:lnTo>
                    <a:lnTo>
                      <a:pt x="1241" y="387"/>
                    </a:lnTo>
                    <a:lnTo>
                      <a:pt x="1238" y="388"/>
                    </a:lnTo>
                    <a:lnTo>
                      <a:pt x="1235" y="388"/>
                    </a:lnTo>
                    <a:lnTo>
                      <a:pt x="1233" y="386"/>
                    </a:lnTo>
                    <a:lnTo>
                      <a:pt x="1231" y="384"/>
                    </a:lnTo>
                    <a:lnTo>
                      <a:pt x="1230" y="382"/>
                    </a:lnTo>
                    <a:lnTo>
                      <a:pt x="1228" y="382"/>
                    </a:lnTo>
                    <a:lnTo>
                      <a:pt x="1224" y="382"/>
                    </a:lnTo>
                    <a:lnTo>
                      <a:pt x="1221" y="381"/>
                    </a:lnTo>
                    <a:lnTo>
                      <a:pt x="1219" y="380"/>
                    </a:lnTo>
                    <a:lnTo>
                      <a:pt x="1218" y="378"/>
                    </a:lnTo>
                    <a:lnTo>
                      <a:pt x="1216" y="376"/>
                    </a:lnTo>
                    <a:lnTo>
                      <a:pt x="1215" y="374"/>
                    </a:lnTo>
                    <a:lnTo>
                      <a:pt x="1216" y="371"/>
                    </a:lnTo>
                    <a:lnTo>
                      <a:pt x="1218" y="368"/>
                    </a:lnTo>
                    <a:lnTo>
                      <a:pt x="1222" y="366"/>
                    </a:lnTo>
                    <a:lnTo>
                      <a:pt x="1224" y="364"/>
                    </a:lnTo>
                    <a:lnTo>
                      <a:pt x="1223" y="362"/>
                    </a:lnTo>
                    <a:lnTo>
                      <a:pt x="1220" y="360"/>
                    </a:lnTo>
                    <a:lnTo>
                      <a:pt x="1218" y="357"/>
                    </a:lnTo>
                    <a:lnTo>
                      <a:pt x="1218" y="355"/>
                    </a:lnTo>
                    <a:lnTo>
                      <a:pt x="1220" y="353"/>
                    </a:lnTo>
                    <a:lnTo>
                      <a:pt x="1222" y="351"/>
                    </a:lnTo>
                    <a:lnTo>
                      <a:pt x="1223" y="349"/>
                    </a:lnTo>
                    <a:lnTo>
                      <a:pt x="1224" y="347"/>
                    </a:lnTo>
                    <a:lnTo>
                      <a:pt x="1225" y="345"/>
                    </a:lnTo>
                    <a:lnTo>
                      <a:pt x="1227" y="343"/>
                    </a:lnTo>
                    <a:lnTo>
                      <a:pt x="1230" y="343"/>
                    </a:lnTo>
                    <a:lnTo>
                      <a:pt x="1232" y="342"/>
                    </a:lnTo>
                    <a:lnTo>
                      <a:pt x="1234" y="342"/>
                    </a:lnTo>
                    <a:lnTo>
                      <a:pt x="1236" y="341"/>
                    </a:lnTo>
                    <a:lnTo>
                      <a:pt x="1239" y="341"/>
                    </a:lnTo>
                    <a:lnTo>
                      <a:pt x="1242" y="342"/>
                    </a:lnTo>
                    <a:lnTo>
                      <a:pt x="1244" y="343"/>
                    </a:lnTo>
                    <a:lnTo>
                      <a:pt x="1246" y="342"/>
                    </a:lnTo>
                    <a:lnTo>
                      <a:pt x="1249" y="340"/>
                    </a:lnTo>
                    <a:lnTo>
                      <a:pt x="1253" y="337"/>
                    </a:lnTo>
                    <a:lnTo>
                      <a:pt x="1257" y="336"/>
                    </a:lnTo>
                    <a:lnTo>
                      <a:pt x="1259" y="338"/>
                    </a:lnTo>
                    <a:lnTo>
                      <a:pt x="1261" y="341"/>
                    </a:lnTo>
                    <a:lnTo>
                      <a:pt x="1263" y="343"/>
                    </a:lnTo>
                    <a:lnTo>
                      <a:pt x="1265" y="345"/>
                    </a:lnTo>
                    <a:lnTo>
                      <a:pt x="1267" y="347"/>
                    </a:lnTo>
                    <a:lnTo>
                      <a:pt x="1269" y="348"/>
                    </a:lnTo>
                    <a:lnTo>
                      <a:pt x="1271" y="350"/>
                    </a:lnTo>
                    <a:lnTo>
                      <a:pt x="1272" y="352"/>
                    </a:lnTo>
                    <a:lnTo>
                      <a:pt x="1275" y="354"/>
                    </a:lnTo>
                    <a:lnTo>
                      <a:pt x="1278" y="355"/>
                    </a:lnTo>
                    <a:lnTo>
                      <a:pt x="1281" y="357"/>
                    </a:lnTo>
                    <a:lnTo>
                      <a:pt x="1281" y="359"/>
                    </a:lnTo>
                    <a:lnTo>
                      <a:pt x="1281" y="362"/>
                    </a:lnTo>
                    <a:close/>
                  </a:path>
                </a:pathLst>
              </a:custGeom>
              <a:solidFill>
                <a:srgbClr val="DA9FC0">
                  <a:alpha val="9600"/>
                </a:srgbClr>
              </a:solidFill>
              <a:ln>
                <a:noFill/>
              </a:ln>
            </p:spPr>
            <p:txBody>
              <a:bodyPr anchor="ctr"/>
              <a:lstStyle/>
              <a:p>
                <a:pPr algn="ctr">
                  <a:buNone/>
                </a:pPr>
              </a:p>
            </p:txBody>
          </p:sp>
          <p:sp>
            <p:nvSpPr>
              <p:cNvPr id="7574" name="addition:spatial:63">
                <a:extLst>
                  <a:ext uri="{FF2B5EF4-FFF2-40B4-BE49-F238E27FC236}">
                    <ns2:creationId id="{7865B26A-F6F1-4370-BE9C-C5435B8AF533}"/>
                  </a:ext>
                </a:extLst>
              </p:cNvPr>
              <p:cNvSpPr>
                <a:spLocks noGrp="1"/>
              </p:cNvSpPr>
              <p:nvPr/>
            </p:nvSpPr>
            <p:spPr>
              <a:xfrm>
                <a:off x="5648325" y="1666875"/>
                <a:ext cx="1808500" cy="666506"/>
              </a:xfrm>
              <a:custGeom>
                <a:rect l="l" t="t" r="r" b="b"/>
                <a:pathLst>
                  <a:path w="1364" h="394">
                    <a:moveTo>
                      <a:pt x="0" y="0"/>
                    </a:moveTo>
                    <a:moveTo>
                      <a:pt x="1359" y="360"/>
                    </a:moveTo>
                    <a:lnTo>
                      <a:pt x="1353" y="362"/>
                    </a:lnTo>
                    <a:lnTo>
                      <a:pt x="1347" y="365"/>
                    </a:lnTo>
                    <a:lnTo>
                      <a:pt x="1346" y="367"/>
                    </a:lnTo>
                    <a:lnTo>
                      <a:pt x="1346" y="370"/>
                    </a:lnTo>
                    <a:lnTo>
                      <a:pt x="1345" y="373"/>
                    </a:lnTo>
                    <a:lnTo>
                      <a:pt x="1343" y="375"/>
                    </a:lnTo>
                    <a:lnTo>
                      <a:pt x="1339" y="378"/>
                    </a:lnTo>
                    <a:lnTo>
                      <a:pt x="1337" y="380"/>
                    </a:lnTo>
                    <a:lnTo>
                      <a:pt x="1335" y="383"/>
                    </a:lnTo>
                    <a:lnTo>
                      <a:pt x="1332" y="386"/>
                    </a:lnTo>
                    <a:lnTo>
                      <a:pt x="1328" y="388"/>
                    </a:lnTo>
                    <a:lnTo>
                      <a:pt x="1324" y="388"/>
                    </a:lnTo>
                    <a:lnTo>
                      <a:pt x="1319" y="389"/>
                    </a:lnTo>
                    <a:lnTo>
                      <a:pt x="1316" y="391"/>
                    </a:lnTo>
                    <a:lnTo>
                      <a:pt x="1312" y="394"/>
                    </a:lnTo>
                    <a:lnTo>
                      <a:pt x="1308" y="394"/>
                    </a:lnTo>
                    <a:lnTo>
                      <a:pt x="1303" y="393"/>
                    </a:lnTo>
                    <a:lnTo>
                      <a:pt x="1299" y="389"/>
                    </a:lnTo>
                    <a:lnTo>
                      <a:pt x="1297" y="385"/>
                    </a:lnTo>
                    <a:lnTo>
                      <a:pt x="1294" y="385"/>
                    </a:lnTo>
                    <a:lnTo>
                      <a:pt x="1290" y="387"/>
                    </a:lnTo>
                    <a:lnTo>
                      <a:pt x="1285" y="389"/>
                    </a:lnTo>
                    <a:lnTo>
                      <a:pt x="1280" y="389"/>
                    </a:lnTo>
                    <a:lnTo>
                      <a:pt x="1277" y="388"/>
                    </a:lnTo>
                    <a:lnTo>
                      <a:pt x="1274" y="387"/>
                    </a:lnTo>
                    <a:lnTo>
                      <a:pt x="1270" y="385"/>
                    </a:lnTo>
                    <a:lnTo>
                      <a:pt x="1267" y="383"/>
                    </a:lnTo>
                    <a:lnTo>
                      <a:pt x="1266" y="380"/>
                    </a:lnTo>
                    <a:lnTo>
                      <a:pt x="1267" y="376"/>
                    </a:lnTo>
                    <a:lnTo>
                      <a:pt x="1268" y="372"/>
                    </a:lnTo>
                    <a:lnTo>
                      <a:pt x="1268" y="370"/>
                    </a:lnTo>
                    <a:lnTo>
                      <a:pt x="1264" y="368"/>
                    </a:lnTo>
                    <a:lnTo>
                      <a:pt x="1260" y="365"/>
                    </a:lnTo>
                    <a:lnTo>
                      <a:pt x="1259" y="363"/>
                    </a:lnTo>
                    <a:lnTo>
                      <a:pt x="1261" y="360"/>
                    </a:lnTo>
                    <a:lnTo>
                      <a:pt x="1263" y="357"/>
                    </a:lnTo>
                    <a:lnTo>
                      <a:pt x="1264" y="355"/>
                    </a:lnTo>
                    <a:lnTo>
                      <a:pt x="1261" y="351"/>
                    </a:lnTo>
                    <a:lnTo>
                      <a:pt x="1257" y="348"/>
                    </a:lnTo>
                    <a:lnTo>
                      <a:pt x="1255" y="344"/>
                    </a:lnTo>
                    <a:lnTo>
                      <a:pt x="1256" y="341"/>
                    </a:lnTo>
                    <a:lnTo>
                      <a:pt x="1260" y="339"/>
                    </a:lnTo>
                    <a:lnTo>
                      <a:pt x="1265" y="338"/>
                    </a:lnTo>
                    <a:lnTo>
                      <a:pt x="1268" y="337"/>
                    </a:lnTo>
                    <a:lnTo>
                      <a:pt x="1272" y="336"/>
                    </a:lnTo>
                    <a:lnTo>
                      <a:pt x="1277" y="336"/>
                    </a:lnTo>
                    <a:lnTo>
                      <a:pt x="1281" y="336"/>
                    </a:lnTo>
                    <a:lnTo>
                      <a:pt x="1284" y="335"/>
                    </a:lnTo>
                    <a:lnTo>
                      <a:pt x="1287" y="332"/>
                    </a:lnTo>
                    <a:lnTo>
                      <a:pt x="1289" y="328"/>
                    </a:lnTo>
                    <a:lnTo>
                      <a:pt x="1293" y="325"/>
                    </a:lnTo>
                    <a:lnTo>
                      <a:pt x="1299" y="324"/>
                    </a:lnTo>
                    <a:lnTo>
                      <a:pt x="1304" y="326"/>
                    </a:lnTo>
                    <a:lnTo>
                      <a:pt x="1308" y="328"/>
                    </a:lnTo>
                    <a:lnTo>
                      <a:pt x="1313" y="329"/>
                    </a:lnTo>
                    <a:lnTo>
                      <a:pt x="1318" y="329"/>
                    </a:lnTo>
                    <a:lnTo>
                      <a:pt x="1324" y="328"/>
                    </a:lnTo>
                    <a:lnTo>
                      <a:pt x="1328" y="330"/>
                    </a:lnTo>
                    <a:lnTo>
                      <a:pt x="1331" y="333"/>
                    </a:lnTo>
                    <a:lnTo>
                      <a:pt x="1334" y="336"/>
                    </a:lnTo>
                    <a:lnTo>
                      <a:pt x="1337" y="339"/>
                    </a:lnTo>
                    <a:lnTo>
                      <a:pt x="1340" y="340"/>
                    </a:lnTo>
                    <a:lnTo>
                      <a:pt x="1343" y="342"/>
                    </a:lnTo>
                    <a:lnTo>
                      <a:pt x="1345" y="345"/>
                    </a:lnTo>
                    <a:lnTo>
                      <a:pt x="1348" y="347"/>
                    </a:lnTo>
                    <a:lnTo>
                      <a:pt x="1352" y="349"/>
                    </a:lnTo>
                    <a:lnTo>
                      <a:pt x="1358" y="350"/>
                    </a:lnTo>
                    <a:lnTo>
                      <a:pt x="1363" y="353"/>
                    </a:lnTo>
                    <a:lnTo>
                      <a:pt x="1364" y="356"/>
                    </a:lnTo>
                    <a:close/>
                  </a:path>
                </a:pathLst>
              </a:custGeom>
              <a:solidFill>
                <a:srgbClr val="DA9FC0">
                  <a:alpha val="9600"/>
                </a:srgbClr>
              </a:solidFill>
              <a:ln>
                <a:noFill/>
              </a:ln>
            </p:spPr>
            <p:txBody>
              <a:bodyPr anchor="ctr"/>
              <a:lstStyle/>
              <a:p>
                <a:pPr algn="ctr">
                  <a:buNone/>
                </a:pPr>
              </a:p>
            </p:txBody>
          </p:sp>
          <p:sp>
            <p:nvSpPr>
              <p:cNvPr id="7575" name="addition:spatial:64">
                <a:extLst>
                  <a:ext uri="{FF2B5EF4-FFF2-40B4-BE49-F238E27FC236}">
                    <ns2:creationId id="{C7B914C8-8422-4C43-BDBA-99B4E7E1DF9D}"/>
                  </a:ext>
                </a:extLst>
              </p:cNvPr>
              <p:cNvSpPr>
                <a:spLocks noGrp="1"/>
              </p:cNvSpPr>
              <p:nvPr/>
            </p:nvSpPr>
            <p:spPr>
              <a:xfrm>
                <a:off x="5648325" y="1666875"/>
                <a:ext cx="1823085" cy="678348"/>
              </a:xfrm>
              <a:custGeom>
                <a:rect l="l" t="t" r="r" b="b"/>
                <a:pathLst>
                  <a:path w="1375" h="401">
                    <a:moveTo>
                      <a:pt x="0" y="0"/>
                    </a:moveTo>
                    <a:moveTo>
                      <a:pt x="1371" y="354"/>
                    </a:moveTo>
                    <a:lnTo>
                      <a:pt x="1362" y="358"/>
                    </a:lnTo>
                    <a:lnTo>
                      <a:pt x="1354" y="361"/>
                    </a:lnTo>
                    <a:lnTo>
                      <a:pt x="1351" y="364"/>
                    </a:lnTo>
                    <a:lnTo>
                      <a:pt x="1351" y="368"/>
                    </a:lnTo>
                    <a:lnTo>
                      <a:pt x="1352" y="373"/>
                    </a:lnTo>
                    <a:lnTo>
                      <a:pt x="1352" y="377"/>
                    </a:lnTo>
                    <a:lnTo>
                      <a:pt x="1350" y="381"/>
                    </a:lnTo>
                    <a:lnTo>
                      <a:pt x="1349" y="386"/>
                    </a:lnTo>
                    <a:lnTo>
                      <a:pt x="1347" y="391"/>
                    </a:lnTo>
                    <a:lnTo>
                      <a:pt x="1343" y="395"/>
                    </a:lnTo>
                    <a:lnTo>
                      <a:pt x="1337" y="396"/>
                    </a:lnTo>
                    <a:lnTo>
                      <a:pt x="1329" y="395"/>
                    </a:lnTo>
                    <a:lnTo>
                      <a:pt x="1322" y="393"/>
                    </a:lnTo>
                    <a:lnTo>
                      <a:pt x="1318" y="393"/>
                    </a:lnTo>
                    <a:lnTo>
                      <a:pt x="1314" y="397"/>
                    </a:lnTo>
                    <a:lnTo>
                      <a:pt x="1310" y="400"/>
                    </a:lnTo>
                    <a:lnTo>
                      <a:pt x="1305" y="401"/>
                    </a:lnTo>
                    <a:lnTo>
                      <a:pt x="1300" y="398"/>
                    </a:lnTo>
                    <a:lnTo>
                      <a:pt x="1296" y="395"/>
                    </a:lnTo>
                    <a:lnTo>
                      <a:pt x="1292" y="394"/>
                    </a:lnTo>
                    <a:lnTo>
                      <a:pt x="1286" y="396"/>
                    </a:lnTo>
                    <a:lnTo>
                      <a:pt x="1280" y="398"/>
                    </a:lnTo>
                    <a:lnTo>
                      <a:pt x="1273" y="398"/>
                    </a:lnTo>
                    <a:lnTo>
                      <a:pt x="1268" y="396"/>
                    </a:lnTo>
                    <a:lnTo>
                      <a:pt x="1263" y="393"/>
                    </a:lnTo>
                    <a:lnTo>
                      <a:pt x="1258" y="390"/>
                    </a:lnTo>
                    <a:lnTo>
                      <a:pt x="1254" y="387"/>
                    </a:lnTo>
                    <a:lnTo>
                      <a:pt x="1252" y="382"/>
                    </a:lnTo>
                    <a:lnTo>
                      <a:pt x="1254" y="376"/>
                    </a:lnTo>
                    <a:lnTo>
                      <a:pt x="1257" y="371"/>
                    </a:lnTo>
                    <a:lnTo>
                      <a:pt x="1256" y="367"/>
                    </a:lnTo>
                    <a:lnTo>
                      <a:pt x="1250" y="365"/>
                    </a:lnTo>
                    <a:lnTo>
                      <a:pt x="1240" y="362"/>
                    </a:lnTo>
                    <a:lnTo>
                      <a:pt x="1233" y="358"/>
                    </a:lnTo>
                    <a:lnTo>
                      <a:pt x="1230" y="354"/>
                    </a:lnTo>
                    <a:lnTo>
                      <a:pt x="1232" y="350"/>
                    </a:lnTo>
                    <a:lnTo>
                      <a:pt x="1235" y="346"/>
                    </a:lnTo>
                    <a:lnTo>
                      <a:pt x="1235" y="342"/>
                    </a:lnTo>
                    <a:lnTo>
                      <a:pt x="1235" y="337"/>
                    </a:lnTo>
                    <a:lnTo>
                      <a:pt x="1236" y="333"/>
                    </a:lnTo>
                    <a:lnTo>
                      <a:pt x="1240" y="330"/>
                    </a:lnTo>
                    <a:lnTo>
                      <a:pt x="1245" y="327"/>
                    </a:lnTo>
                    <a:lnTo>
                      <a:pt x="1250" y="325"/>
                    </a:lnTo>
                    <a:lnTo>
                      <a:pt x="1254" y="322"/>
                    </a:lnTo>
                    <a:lnTo>
                      <a:pt x="1258" y="319"/>
                    </a:lnTo>
                    <a:lnTo>
                      <a:pt x="1264" y="318"/>
                    </a:lnTo>
                    <a:lnTo>
                      <a:pt x="1271" y="318"/>
                    </a:lnTo>
                    <a:lnTo>
                      <a:pt x="1277" y="317"/>
                    </a:lnTo>
                    <a:lnTo>
                      <a:pt x="1281" y="314"/>
                    </a:lnTo>
                    <a:lnTo>
                      <a:pt x="1285" y="307"/>
                    </a:lnTo>
                    <a:lnTo>
                      <a:pt x="1291" y="301"/>
                    </a:lnTo>
                    <a:lnTo>
                      <a:pt x="1299" y="299"/>
                    </a:lnTo>
                    <a:lnTo>
                      <a:pt x="1306" y="302"/>
                    </a:lnTo>
                    <a:lnTo>
                      <a:pt x="1313" y="307"/>
                    </a:lnTo>
                    <a:lnTo>
                      <a:pt x="1319" y="311"/>
                    </a:lnTo>
                    <a:lnTo>
                      <a:pt x="1324" y="313"/>
                    </a:lnTo>
                    <a:lnTo>
                      <a:pt x="1330" y="314"/>
                    </a:lnTo>
                    <a:lnTo>
                      <a:pt x="1335" y="316"/>
                    </a:lnTo>
                    <a:lnTo>
                      <a:pt x="1340" y="319"/>
                    </a:lnTo>
                    <a:lnTo>
                      <a:pt x="1344" y="321"/>
                    </a:lnTo>
                    <a:lnTo>
                      <a:pt x="1350" y="322"/>
                    </a:lnTo>
                    <a:lnTo>
                      <a:pt x="1357" y="323"/>
                    </a:lnTo>
                    <a:lnTo>
                      <a:pt x="1362" y="325"/>
                    </a:lnTo>
                    <a:lnTo>
                      <a:pt x="1364" y="330"/>
                    </a:lnTo>
                    <a:lnTo>
                      <a:pt x="1363" y="334"/>
                    </a:lnTo>
                    <a:lnTo>
                      <a:pt x="1364" y="338"/>
                    </a:lnTo>
                    <a:lnTo>
                      <a:pt x="1369" y="341"/>
                    </a:lnTo>
                    <a:lnTo>
                      <a:pt x="1374" y="345"/>
                    </a:lnTo>
                    <a:lnTo>
                      <a:pt x="1375" y="349"/>
                    </a:lnTo>
                    <a:close/>
                  </a:path>
                </a:pathLst>
              </a:custGeom>
              <a:solidFill>
                <a:srgbClr val="CC79A7">
                  <a:alpha val="11100"/>
                </a:srgbClr>
              </a:solidFill>
              <a:ln>
                <a:noFill/>
              </a:ln>
            </p:spPr>
            <p:txBody>
              <a:bodyPr anchor="ctr"/>
              <a:lstStyle/>
              <a:p>
                <a:pPr algn="ctr">
                  <a:buNone/>
                </a:pPr>
              </a:p>
            </p:txBody>
          </p:sp>
          <p:sp>
            <p:nvSpPr>
              <p:cNvPr id="7576" name="addition:spatial:65">
                <a:extLst>
                  <a:ext uri="{FF2B5EF4-FFF2-40B4-BE49-F238E27FC236}">
                    <ns2:creationId id="{5761F253-FBFD-4BEB-A467-26735C42C818}"/>
                  </a:ext>
                </a:extLst>
              </p:cNvPr>
              <p:cNvSpPr>
                <a:spLocks noGrp="1"/>
              </p:cNvSpPr>
              <p:nvPr/>
            </p:nvSpPr>
            <p:spPr>
              <a:xfrm>
                <a:off x="5648325" y="1666875"/>
                <a:ext cx="1736903" cy="619140"/>
              </a:xfrm>
              <a:custGeom>
                <a:rect l="l" t="t" r="r" b="b"/>
                <a:pathLst>
                  <a:path w="1310" h="366">
                    <a:moveTo>
                      <a:pt x="0" y="0"/>
                    </a:moveTo>
                    <a:moveTo>
                      <a:pt x="1309" y="341"/>
                    </a:moveTo>
                    <a:lnTo>
                      <a:pt x="1310" y="344"/>
                    </a:lnTo>
                    <a:lnTo>
                      <a:pt x="1309" y="346"/>
                    </a:lnTo>
                    <a:lnTo>
                      <a:pt x="1309" y="348"/>
                    </a:lnTo>
                    <a:lnTo>
                      <a:pt x="1308" y="350"/>
                    </a:lnTo>
                    <a:lnTo>
                      <a:pt x="1306" y="352"/>
                    </a:lnTo>
                    <a:lnTo>
                      <a:pt x="1303" y="353"/>
                    </a:lnTo>
                    <a:lnTo>
                      <a:pt x="1298" y="353"/>
                    </a:lnTo>
                    <a:lnTo>
                      <a:pt x="1295" y="354"/>
                    </a:lnTo>
                    <a:lnTo>
                      <a:pt x="1293" y="355"/>
                    </a:lnTo>
                    <a:lnTo>
                      <a:pt x="1293" y="358"/>
                    </a:lnTo>
                    <a:lnTo>
                      <a:pt x="1293" y="362"/>
                    </a:lnTo>
                    <a:lnTo>
                      <a:pt x="1291" y="364"/>
                    </a:lnTo>
                    <a:lnTo>
                      <a:pt x="1288" y="365"/>
                    </a:lnTo>
                    <a:lnTo>
                      <a:pt x="1284" y="365"/>
                    </a:lnTo>
                    <a:lnTo>
                      <a:pt x="1281" y="365"/>
                    </a:lnTo>
                    <a:lnTo>
                      <a:pt x="1278" y="365"/>
                    </a:lnTo>
                    <a:lnTo>
                      <a:pt x="1275" y="366"/>
                    </a:lnTo>
                    <a:lnTo>
                      <a:pt x="1272" y="365"/>
                    </a:lnTo>
                    <a:lnTo>
                      <a:pt x="1269" y="364"/>
                    </a:lnTo>
                    <a:lnTo>
                      <a:pt x="1266" y="363"/>
                    </a:lnTo>
                    <a:lnTo>
                      <a:pt x="1264" y="363"/>
                    </a:lnTo>
                    <a:lnTo>
                      <a:pt x="1261" y="362"/>
                    </a:lnTo>
                    <a:lnTo>
                      <a:pt x="1259" y="361"/>
                    </a:lnTo>
                    <a:lnTo>
                      <a:pt x="1258" y="359"/>
                    </a:lnTo>
                    <a:lnTo>
                      <a:pt x="1257" y="357"/>
                    </a:lnTo>
                    <a:lnTo>
                      <a:pt x="1255" y="356"/>
                    </a:lnTo>
                    <a:lnTo>
                      <a:pt x="1252" y="356"/>
                    </a:lnTo>
                    <a:lnTo>
                      <a:pt x="1248" y="357"/>
                    </a:lnTo>
                    <a:lnTo>
                      <a:pt x="1244" y="356"/>
                    </a:lnTo>
                    <a:lnTo>
                      <a:pt x="1244" y="353"/>
                    </a:lnTo>
                    <a:lnTo>
                      <a:pt x="1245" y="350"/>
                    </a:lnTo>
                    <a:lnTo>
                      <a:pt x="1248" y="347"/>
                    </a:lnTo>
                    <a:lnTo>
                      <a:pt x="1249" y="345"/>
                    </a:lnTo>
                    <a:lnTo>
                      <a:pt x="1249" y="343"/>
                    </a:lnTo>
                    <a:lnTo>
                      <a:pt x="1250" y="341"/>
                    </a:lnTo>
                    <a:lnTo>
                      <a:pt x="1250" y="339"/>
                    </a:lnTo>
                    <a:lnTo>
                      <a:pt x="1251" y="338"/>
                    </a:lnTo>
                    <a:lnTo>
                      <a:pt x="1250" y="335"/>
                    </a:lnTo>
                    <a:lnTo>
                      <a:pt x="1249" y="333"/>
                    </a:lnTo>
                    <a:lnTo>
                      <a:pt x="1249" y="330"/>
                    </a:lnTo>
                    <a:lnTo>
                      <a:pt x="1250" y="328"/>
                    </a:lnTo>
                    <a:lnTo>
                      <a:pt x="1252" y="327"/>
                    </a:lnTo>
                    <a:lnTo>
                      <a:pt x="1255" y="326"/>
                    </a:lnTo>
                    <a:lnTo>
                      <a:pt x="1256" y="325"/>
                    </a:lnTo>
                    <a:lnTo>
                      <a:pt x="1256" y="322"/>
                    </a:lnTo>
                    <a:lnTo>
                      <a:pt x="1257" y="320"/>
                    </a:lnTo>
                    <a:lnTo>
                      <a:pt x="1260" y="319"/>
                    </a:lnTo>
                    <a:lnTo>
                      <a:pt x="1263" y="320"/>
                    </a:lnTo>
                    <a:lnTo>
                      <a:pt x="1266" y="321"/>
                    </a:lnTo>
                    <a:lnTo>
                      <a:pt x="1268" y="322"/>
                    </a:lnTo>
                    <a:lnTo>
                      <a:pt x="1270" y="321"/>
                    </a:lnTo>
                    <a:lnTo>
                      <a:pt x="1272" y="320"/>
                    </a:lnTo>
                    <a:lnTo>
                      <a:pt x="1274" y="319"/>
                    </a:lnTo>
                    <a:lnTo>
                      <a:pt x="1277" y="318"/>
                    </a:lnTo>
                    <a:lnTo>
                      <a:pt x="1280" y="318"/>
                    </a:lnTo>
                    <a:lnTo>
                      <a:pt x="1283" y="317"/>
                    </a:lnTo>
                    <a:lnTo>
                      <a:pt x="1286" y="317"/>
                    </a:lnTo>
                    <a:lnTo>
                      <a:pt x="1289" y="318"/>
                    </a:lnTo>
                    <a:lnTo>
                      <a:pt x="1291" y="321"/>
                    </a:lnTo>
                    <a:lnTo>
                      <a:pt x="1291" y="324"/>
                    </a:lnTo>
                    <a:lnTo>
                      <a:pt x="1292" y="326"/>
                    </a:lnTo>
                    <a:lnTo>
                      <a:pt x="1294" y="327"/>
                    </a:lnTo>
                    <a:lnTo>
                      <a:pt x="1298" y="328"/>
                    </a:lnTo>
                    <a:lnTo>
                      <a:pt x="1301" y="329"/>
                    </a:lnTo>
                    <a:lnTo>
                      <a:pt x="1302" y="331"/>
                    </a:lnTo>
                    <a:lnTo>
                      <a:pt x="1302" y="334"/>
                    </a:lnTo>
                    <a:lnTo>
                      <a:pt x="1302" y="336"/>
                    </a:lnTo>
                    <a:lnTo>
                      <a:pt x="1304" y="337"/>
                    </a:lnTo>
                    <a:lnTo>
                      <a:pt x="1307" y="339"/>
                    </a:lnTo>
                    <a:close/>
                  </a:path>
                </a:pathLst>
              </a:custGeom>
              <a:solidFill>
                <a:srgbClr val="CC79A7">
                  <a:alpha val="10800"/>
                </a:srgbClr>
              </a:solidFill>
              <a:ln>
                <a:noFill/>
              </a:ln>
            </p:spPr>
            <p:txBody>
              <a:bodyPr anchor="ctr"/>
              <a:lstStyle/>
              <a:p>
                <a:pPr algn="ctr">
                  <a:buNone/>
                </a:pPr>
              </a:p>
            </p:txBody>
          </p:sp>
          <p:sp>
            <p:nvSpPr>
              <p:cNvPr id="7577" name="addition:spatial:66">
                <a:extLst>
                  <a:ext uri="{FF2B5EF4-FFF2-40B4-BE49-F238E27FC236}">
                    <ns2:creationId id="{88CF5A87-62A8-43BD-B00D-6A937F4E2317}"/>
                  </a:ext>
                </a:extLst>
              </p:cNvPr>
              <p:cNvSpPr>
                <a:spLocks noGrp="1"/>
              </p:cNvSpPr>
              <p:nvPr/>
            </p:nvSpPr>
            <p:spPr>
              <a:xfrm>
                <a:off x="5648325" y="1666875"/>
                <a:ext cx="1778005" cy="597149"/>
              </a:xfrm>
              <a:custGeom>
                <a:rect l="l" t="t" r="r" b="b"/>
                <a:pathLst>
                  <a:path w="1341" h="353">
                    <a:moveTo>
                      <a:pt x="0" y="0"/>
                    </a:moveTo>
                    <a:moveTo>
                      <a:pt x="1339" y="334"/>
                    </a:moveTo>
                    <a:lnTo>
                      <a:pt x="1337" y="336"/>
                    </a:lnTo>
                    <a:lnTo>
                      <a:pt x="1336" y="337"/>
                    </a:lnTo>
                    <a:lnTo>
                      <a:pt x="1337" y="338"/>
                    </a:lnTo>
                    <a:lnTo>
                      <a:pt x="1339" y="341"/>
                    </a:lnTo>
                    <a:lnTo>
                      <a:pt x="1341" y="343"/>
                    </a:lnTo>
                    <a:lnTo>
                      <a:pt x="1341" y="345"/>
                    </a:lnTo>
                    <a:lnTo>
                      <a:pt x="1339" y="346"/>
                    </a:lnTo>
                    <a:lnTo>
                      <a:pt x="1337" y="347"/>
                    </a:lnTo>
                    <a:lnTo>
                      <a:pt x="1335" y="347"/>
                    </a:lnTo>
                    <a:lnTo>
                      <a:pt x="1333" y="348"/>
                    </a:lnTo>
                    <a:lnTo>
                      <a:pt x="1331" y="348"/>
                    </a:lnTo>
                    <a:lnTo>
                      <a:pt x="1329" y="348"/>
                    </a:lnTo>
                    <a:lnTo>
                      <a:pt x="1327" y="348"/>
                    </a:lnTo>
                    <a:lnTo>
                      <a:pt x="1326" y="349"/>
                    </a:lnTo>
                    <a:lnTo>
                      <a:pt x="1325" y="351"/>
                    </a:lnTo>
                    <a:lnTo>
                      <a:pt x="1323" y="352"/>
                    </a:lnTo>
                    <a:lnTo>
                      <a:pt x="1321" y="353"/>
                    </a:lnTo>
                    <a:lnTo>
                      <a:pt x="1319" y="352"/>
                    </a:lnTo>
                    <a:lnTo>
                      <a:pt x="1317" y="351"/>
                    </a:lnTo>
                    <a:lnTo>
                      <a:pt x="1314" y="351"/>
                    </a:lnTo>
                    <a:lnTo>
                      <a:pt x="1312" y="352"/>
                    </a:lnTo>
                    <a:lnTo>
                      <a:pt x="1309" y="352"/>
                    </a:lnTo>
                    <a:lnTo>
                      <a:pt x="1306" y="352"/>
                    </a:lnTo>
                    <a:lnTo>
                      <a:pt x="1304" y="350"/>
                    </a:lnTo>
                    <a:lnTo>
                      <a:pt x="1304" y="348"/>
                    </a:lnTo>
                    <a:lnTo>
                      <a:pt x="1303" y="346"/>
                    </a:lnTo>
                    <a:lnTo>
                      <a:pt x="1302" y="345"/>
                    </a:lnTo>
                    <a:lnTo>
                      <a:pt x="1300" y="344"/>
                    </a:lnTo>
                    <a:lnTo>
                      <a:pt x="1299" y="342"/>
                    </a:lnTo>
                    <a:lnTo>
                      <a:pt x="1297" y="341"/>
                    </a:lnTo>
                    <a:lnTo>
                      <a:pt x="1295" y="340"/>
                    </a:lnTo>
                    <a:lnTo>
                      <a:pt x="1292" y="339"/>
                    </a:lnTo>
                    <a:lnTo>
                      <a:pt x="1289" y="338"/>
                    </a:lnTo>
                    <a:lnTo>
                      <a:pt x="1288" y="336"/>
                    </a:lnTo>
                    <a:lnTo>
                      <a:pt x="1289" y="334"/>
                    </a:lnTo>
                    <a:lnTo>
                      <a:pt x="1292" y="333"/>
                    </a:lnTo>
                    <a:lnTo>
                      <a:pt x="1294" y="331"/>
                    </a:lnTo>
                    <a:lnTo>
                      <a:pt x="1295" y="330"/>
                    </a:lnTo>
                    <a:lnTo>
                      <a:pt x="1295" y="328"/>
                    </a:lnTo>
                    <a:lnTo>
                      <a:pt x="1295" y="326"/>
                    </a:lnTo>
                    <a:lnTo>
                      <a:pt x="1297" y="325"/>
                    </a:lnTo>
                    <a:lnTo>
                      <a:pt x="1299" y="324"/>
                    </a:lnTo>
                    <a:lnTo>
                      <a:pt x="1301" y="324"/>
                    </a:lnTo>
                    <a:lnTo>
                      <a:pt x="1303" y="323"/>
                    </a:lnTo>
                    <a:lnTo>
                      <a:pt x="1304" y="321"/>
                    </a:lnTo>
                    <a:lnTo>
                      <a:pt x="1305" y="319"/>
                    </a:lnTo>
                    <a:lnTo>
                      <a:pt x="1307" y="318"/>
                    </a:lnTo>
                    <a:lnTo>
                      <a:pt x="1310" y="317"/>
                    </a:lnTo>
                    <a:lnTo>
                      <a:pt x="1312" y="316"/>
                    </a:lnTo>
                    <a:lnTo>
                      <a:pt x="1314" y="315"/>
                    </a:lnTo>
                    <a:lnTo>
                      <a:pt x="1316" y="314"/>
                    </a:lnTo>
                    <a:lnTo>
                      <a:pt x="1319" y="315"/>
                    </a:lnTo>
                    <a:lnTo>
                      <a:pt x="1321" y="317"/>
                    </a:lnTo>
                    <a:lnTo>
                      <a:pt x="1322" y="319"/>
                    </a:lnTo>
                    <a:lnTo>
                      <a:pt x="1324" y="320"/>
                    </a:lnTo>
                    <a:lnTo>
                      <a:pt x="1326" y="320"/>
                    </a:lnTo>
                    <a:lnTo>
                      <a:pt x="1328" y="319"/>
                    </a:lnTo>
                    <a:lnTo>
                      <a:pt x="1331" y="318"/>
                    </a:lnTo>
                    <a:lnTo>
                      <a:pt x="1332" y="319"/>
                    </a:lnTo>
                    <a:lnTo>
                      <a:pt x="1334" y="320"/>
                    </a:lnTo>
                    <a:lnTo>
                      <a:pt x="1335" y="321"/>
                    </a:lnTo>
                    <a:lnTo>
                      <a:pt x="1337" y="322"/>
                    </a:lnTo>
                    <a:lnTo>
                      <a:pt x="1338" y="323"/>
                    </a:lnTo>
                    <a:lnTo>
                      <a:pt x="1339" y="325"/>
                    </a:lnTo>
                    <a:lnTo>
                      <a:pt x="1338" y="326"/>
                    </a:lnTo>
                    <a:lnTo>
                      <a:pt x="1338" y="328"/>
                    </a:lnTo>
                    <a:lnTo>
                      <a:pt x="1339" y="330"/>
                    </a:lnTo>
                    <a:lnTo>
                      <a:pt x="1340" y="331"/>
                    </a:lnTo>
                    <a:lnTo>
                      <a:pt x="1340" y="333"/>
                    </a:lnTo>
                    <a:close/>
                  </a:path>
                </a:pathLst>
              </a:custGeom>
              <a:solidFill>
                <a:srgbClr val="CC79A7">
                  <a:alpha val="10800"/>
                </a:srgbClr>
              </a:solidFill>
              <a:ln>
                <a:noFill/>
              </a:ln>
            </p:spPr>
            <p:txBody>
              <a:bodyPr anchor="ctr"/>
              <a:lstStyle/>
              <a:p>
                <a:pPr algn="ctr">
                  <a:buNone/>
                </a:pPr>
              </a:p>
            </p:txBody>
          </p:sp>
          <p:sp>
            <p:nvSpPr>
              <p:cNvPr id="7578" name="addition:spatial:67">
                <a:extLst>
                  <a:ext uri="{FF2B5EF4-FFF2-40B4-BE49-F238E27FC236}">
                    <ns2:creationId id="{72BCD400-E664-4FEB-BAF8-B669A27F95EE}"/>
                  </a:ext>
                </a:extLst>
              </p:cNvPr>
              <p:cNvSpPr>
                <a:spLocks noGrp="1"/>
              </p:cNvSpPr>
              <p:nvPr/>
            </p:nvSpPr>
            <p:spPr>
              <a:xfrm>
                <a:off x="5648325" y="1666875"/>
                <a:ext cx="1821759" cy="659740"/>
              </a:xfrm>
              <a:custGeom>
                <a:rect l="l" t="t" r="r" b="b"/>
                <a:pathLst>
                  <a:path w="1374" h="390">
                    <a:moveTo>
                      <a:pt x="0" y="0"/>
                    </a:moveTo>
                    <a:moveTo>
                      <a:pt x="1367" y="365"/>
                    </a:moveTo>
                    <a:lnTo>
                      <a:pt x="1366" y="367"/>
                    </a:lnTo>
                    <a:lnTo>
                      <a:pt x="1365" y="369"/>
                    </a:lnTo>
                    <a:lnTo>
                      <a:pt x="1364" y="371"/>
                    </a:lnTo>
                    <a:lnTo>
                      <a:pt x="1362" y="373"/>
                    </a:lnTo>
                    <a:lnTo>
                      <a:pt x="1362" y="375"/>
                    </a:lnTo>
                    <a:lnTo>
                      <a:pt x="1362" y="377"/>
                    </a:lnTo>
                    <a:lnTo>
                      <a:pt x="1362" y="380"/>
                    </a:lnTo>
                    <a:lnTo>
                      <a:pt x="1360" y="382"/>
                    </a:lnTo>
                    <a:lnTo>
                      <a:pt x="1357" y="382"/>
                    </a:lnTo>
                    <a:lnTo>
                      <a:pt x="1354" y="383"/>
                    </a:lnTo>
                    <a:lnTo>
                      <a:pt x="1352" y="385"/>
                    </a:lnTo>
                    <a:lnTo>
                      <a:pt x="1351" y="387"/>
                    </a:lnTo>
                    <a:lnTo>
                      <a:pt x="1349" y="390"/>
                    </a:lnTo>
                    <a:lnTo>
                      <a:pt x="1346" y="390"/>
                    </a:lnTo>
                    <a:lnTo>
                      <a:pt x="1343" y="388"/>
                    </a:lnTo>
                    <a:lnTo>
                      <a:pt x="1340" y="386"/>
                    </a:lnTo>
                    <a:lnTo>
                      <a:pt x="1337" y="385"/>
                    </a:lnTo>
                    <a:lnTo>
                      <a:pt x="1335" y="385"/>
                    </a:lnTo>
                    <a:lnTo>
                      <a:pt x="1333" y="386"/>
                    </a:lnTo>
                    <a:lnTo>
                      <a:pt x="1331" y="387"/>
                    </a:lnTo>
                    <a:lnTo>
                      <a:pt x="1328" y="387"/>
                    </a:lnTo>
                    <a:lnTo>
                      <a:pt x="1326" y="387"/>
                    </a:lnTo>
                    <a:lnTo>
                      <a:pt x="1322" y="388"/>
                    </a:lnTo>
                    <a:lnTo>
                      <a:pt x="1319" y="388"/>
                    </a:lnTo>
                    <a:lnTo>
                      <a:pt x="1316" y="386"/>
                    </a:lnTo>
                    <a:lnTo>
                      <a:pt x="1316" y="383"/>
                    </a:lnTo>
                    <a:lnTo>
                      <a:pt x="1316" y="380"/>
                    </a:lnTo>
                    <a:lnTo>
                      <a:pt x="1316" y="378"/>
                    </a:lnTo>
                    <a:lnTo>
                      <a:pt x="1314" y="376"/>
                    </a:lnTo>
                    <a:lnTo>
                      <a:pt x="1311" y="375"/>
                    </a:lnTo>
                    <a:lnTo>
                      <a:pt x="1308" y="374"/>
                    </a:lnTo>
                    <a:lnTo>
                      <a:pt x="1308" y="371"/>
                    </a:lnTo>
                    <a:lnTo>
                      <a:pt x="1309" y="369"/>
                    </a:lnTo>
                    <a:lnTo>
                      <a:pt x="1309" y="367"/>
                    </a:lnTo>
                    <a:lnTo>
                      <a:pt x="1308" y="365"/>
                    </a:lnTo>
                    <a:lnTo>
                      <a:pt x="1305" y="363"/>
                    </a:lnTo>
                    <a:lnTo>
                      <a:pt x="1303" y="361"/>
                    </a:lnTo>
                    <a:lnTo>
                      <a:pt x="1303" y="359"/>
                    </a:lnTo>
                    <a:lnTo>
                      <a:pt x="1303" y="356"/>
                    </a:lnTo>
                    <a:lnTo>
                      <a:pt x="1304" y="354"/>
                    </a:lnTo>
                    <a:lnTo>
                      <a:pt x="1305" y="352"/>
                    </a:lnTo>
                    <a:lnTo>
                      <a:pt x="1307" y="350"/>
                    </a:lnTo>
                    <a:lnTo>
                      <a:pt x="1310" y="350"/>
                    </a:lnTo>
                    <a:lnTo>
                      <a:pt x="1315" y="350"/>
                    </a:lnTo>
                    <a:lnTo>
                      <a:pt x="1318" y="351"/>
                    </a:lnTo>
                    <a:lnTo>
                      <a:pt x="1320" y="349"/>
                    </a:lnTo>
                    <a:lnTo>
                      <a:pt x="1321" y="346"/>
                    </a:lnTo>
                    <a:lnTo>
                      <a:pt x="1322" y="343"/>
                    </a:lnTo>
                    <a:lnTo>
                      <a:pt x="1324" y="341"/>
                    </a:lnTo>
                    <a:lnTo>
                      <a:pt x="1328" y="341"/>
                    </a:lnTo>
                    <a:lnTo>
                      <a:pt x="1331" y="341"/>
                    </a:lnTo>
                    <a:lnTo>
                      <a:pt x="1335" y="342"/>
                    </a:lnTo>
                    <a:lnTo>
                      <a:pt x="1338" y="341"/>
                    </a:lnTo>
                    <a:lnTo>
                      <a:pt x="1342" y="341"/>
                    </a:lnTo>
                    <a:lnTo>
                      <a:pt x="1345" y="342"/>
                    </a:lnTo>
                    <a:lnTo>
                      <a:pt x="1348" y="343"/>
                    </a:lnTo>
                    <a:lnTo>
                      <a:pt x="1351" y="345"/>
                    </a:lnTo>
                    <a:lnTo>
                      <a:pt x="1353" y="345"/>
                    </a:lnTo>
                    <a:lnTo>
                      <a:pt x="1356" y="346"/>
                    </a:lnTo>
                    <a:lnTo>
                      <a:pt x="1358" y="348"/>
                    </a:lnTo>
                    <a:lnTo>
                      <a:pt x="1359" y="350"/>
                    </a:lnTo>
                    <a:lnTo>
                      <a:pt x="1360" y="352"/>
                    </a:lnTo>
                    <a:lnTo>
                      <a:pt x="1362" y="353"/>
                    </a:lnTo>
                    <a:lnTo>
                      <a:pt x="1366" y="354"/>
                    </a:lnTo>
                    <a:lnTo>
                      <a:pt x="1371" y="354"/>
                    </a:lnTo>
                    <a:lnTo>
                      <a:pt x="1374" y="356"/>
                    </a:lnTo>
                    <a:lnTo>
                      <a:pt x="1374" y="358"/>
                    </a:lnTo>
                    <a:lnTo>
                      <a:pt x="1372" y="361"/>
                    </a:lnTo>
                    <a:lnTo>
                      <a:pt x="1369" y="363"/>
                    </a:lnTo>
                    <a:close/>
                  </a:path>
                </a:pathLst>
              </a:custGeom>
              <a:solidFill>
                <a:srgbClr val="CC79A7">
                  <a:alpha val="10800"/>
                </a:srgbClr>
              </a:solidFill>
              <a:ln>
                <a:noFill/>
              </a:ln>
            </p:spPr>
            <p:txBody>
              <a:bodyPr anchor="ctr"/>
              <a:lstStyle/>
              <a:p>
                <a:pPr algn="ctr">
                  <a:buNone/>
                </a:pPr>
              </a:p>
            </p:txBody>
          </p:sp>
          <p:sp>
            <p:nvSpPr>
              <p:cNvPr id="7579" name="addition:spatial:68">
                <a:extLst>
                  <a:ext uri="{FF2B5EF4-FFF2-40B4-BE49-F238E27FC236}">
                    <ns2:creationId id="{676DFCFA-5228-42F1-8A6F-A994696B359A}"/>
                  </a:ext>
                </a:extLst>
              </p:cNvPr>
              <p:cNvSpPr>
                <a:spLocks noGrp="1"/>
              </p:cNvSpPr>
              <p:nvPr/>
            </p:nvSpPr>
            <p:spPr>
              <a:xfrm>
                <a:off x="5648325" y="1666875"/>
                <a:ext cx="1754139" cy="676656"/>
              </a:xfrm>
              <a:custGeom>
                <a:rect l="l" t="t" r="r" b="b"/>
                <a:pathLst>
                  <a:path w="1323" h="400">
                    <a:moveTo>
                      <a:pt x="0" y="0"/>
                    </a:moveTo>
                    <a:moveTo>
                      <a:pt x="1317" y="379"/>
                    </a:moveTo>
                    <a:lnTo>
                      <a:pt x="1314" y="380"/>
                    </a:lnTo>
                    <a:lnTo>
                      <a:pt x="1314" y="382"/>
                    </a:lnTo>
                    <a:lnTo>
                      <a:pt x="1315" y="384"/>
                    </a:lnTo>
                    <a:lnTo>
                      <a:pt x="1317" y="386"/>
                    </a:lnTo>
                    <a:lnTo>
                      <a:pt x="1316" y="388"/>
                    </a:lnTo>
                    <a:lnTo>
                      <a:pt x="1314" y="389"/>
                    </a:lnTo>
                    <a:lnTo>
                      <a:pt x="1312" y="390"/>
                    </a:lnTo>
                    <a:lnTo>
                      <a:pt x="1311" y="392"/>
                    </a:lnTo>
                    <a:lnTo>
                      <a:pt x="1310" y="393"/>
                    </a:lnTo>
                    <a:lnTo>
                      <a:pt x="1309" y="395"/>
                    </a:lnTo>
                    <a:lnTo>
                      <a:pt x="1307" y="397"/>
                    </a:lnTo>
                    <a:lnTo>
                      <a:pt x="1304" y="397"/>
                    </a:lnTo>
                    <a:lnTo>
                      <a:pt x="1302" y="397"/>
                    </a:lnTo>
                    <a:lnTo>
                      <a:pt x="1300" y="398"/>
                    </a:lnTo>
                    <a:lnTo>
                      <a:pt x="1298" y="398"/>
                    </a:lnTo>
                    <a:lnTo>
                      <a:pt x="1296" y="398"/>
                    </a:lnTo>
                    <a:lnTo>
                      <a:pt x="1294" y="396"/>
                    </a:lnTo>
                    <a:lnTo>
                      <a:pt x="1292" y="395"/>
                    </a:lnTo>
                    <a:lnTo>
                      <a:pt x="1290" y="395"/>
                    </a:lnTo>
                    <a:lnTo>
                      <a:pt x="1288" y="397"/>
                    </a:lnTo>
                    <a:lnTo>
                      <a:pt x="1285" y="399"/>
                    </a:lnTo>
                    <a:lnTo>
                      <a:pt x="1281" y="400"/>
                    </a:lnTo>
                    <a:lnTo>
                      <a:pt x="1279" y="399"/>
                    </a:lnTo>
                    <a:lnTo>
                      <a:pt x="1277" y="397"/>
                    </a:lnTo>
                    <a:lnTo>
                      <a:pt x="1277" y="394"/>
                    </a:lnTo>
                    <a:lnTo>
                      <a:pt x="1275" y="393"/>
                    </a:lnTo>
                    <a:lnTo>
                      <a:pt x="1273" y="392"/>
                    </a:lnTo>
                    <a:lnTo>
                      <a:pt x="1272" y="390"/>
                    </a:lnTo>
                    <a:lnTo>
                      <a:pt x="1271" y="388"/>
                    </a:lnTo>
                    <a:lnTo>
                      <a:pt x="1270" y="387"/>
                    </a:lnTo>
                    <a:lnTo>
                      <a:pt x="1269" y="385"/>
                    </a:lnTo>
                    <a:lnTo>
                      <a:pt x="1267" y="384"/>
                    </a:lnTo>
                    <a:lnTo>
                      <a:pt x="1265" y="382"/>
                    </a:lnTo>
                    <a:lnTo>
                      <a:pt x="1264" y="380"/>
                    </a:lnTo>
                    <a:lnTo>
                      <a:pt x="1265" y="379"/>
                    </a:lnTo>
                    <a:lnTo>
                      <a:pt x="1265" y="377"/>
                    </a:lnTo>
                    <a:lnTo>
                      <a:pt x="1263" y="375"/>
                    </a:lnTo>
                    <a:lnTo>
                      <a:pt x="1261" y="373"/>
                    </a:lnTo>
                    <a:lnTo>
                      <a:pt x="1260" y="371"/>
                    </a:lnTo>
                    <a:lnTo>
                      <a:pt x="1261" y="369"/>
                    </a:lnTo>
                    <a:lnTo>
                      <a:pt x="1265" y="368"/>
                    </a:lnTo>
                    <a:lnTo>
                      <a:pt x="1269" y="368"/>
                    </a:lnTo>
                    <a:lnTo>
                      <a:pt x="1272" y="367"/>
                    </a:lnTo>
                    <a:lnTo>
                      <a:pt x="1273" y="366"/>
                    </a:lnTo>
                    <a:lnTo>
                      <a:pt x="1275" y="365"/>
                    </a:lnTo>
                    <a:lnTo>
                      <a:pt x="1276" y="363"/>
                    </a:lnTo>
                    <a:lnTo>
                      <a:pt x="1278" y="362"/>
                    </a:lnTo>
                    <a:lnTo>
                      <a:pt x="1280" y="361"/>
                    </a:lnTo>
                    <a:lnTo>
                      <a:pt x="1282" y="359"/>
                    </a:lnTo>
                    <a:lnTo>
                      <a:pt x="1285" y="357"/>
                    </a:lnTo>
                    <a:lnTo>
                      <a:pt x="1288" y="356"/>
                    </a:lnTo>
                    <a:lnTo>
                      <a:pt x="1291" y="357"/>
                    </a:lnTo>
                    <a:lnTo>
                      <a:pt x="1294" y="359"/>
                    </a:lnTo>
                    <a:lnTo>
                      <a:pt x="1297" y="360"/>
                    </a:lnTo>
                    <a:lnTo>
                      <a:pt x="1300" y="360"/>
                    </a:lnTo>
                    <a:lnTo>
                      <a:pt x="1303" y="359"/>
                    </a:lnTo>
                    <a:lnTo>
                      <a:pt x="1305" y="360"/>
                    </a:lnTo>
                    <a:lnTo>
                      <a:pt x="1307" y="361"/>
                    </a:lnTo>
                    <a:lnTo>
                      <a:pt x="1308" y="364"/>
                    </a:lnTo>
                    <a:lnTo>
                      <a:pt x="1309" y="365"/>
                    </a:lnTo>
                    <a:lnTo>
                      <a:pt x="1311" y="366"/>
                    </a:lnTo>
                    <a:lnTo>
                      <a:pt x="1314" y="366"/>
                    </a:lnTo>
                    <a:lnTo>
                      <a:pt x="1317" y="367"/>
                    </a:lnTo>
                    <a:lnTo>
                      <a:pt x="1319" y="368"/>
                    </a:lnTo>
                    <a:lnTo>
                      <a:pt x="1320" y="369"/>
                    </a:lnTo>
                    <a:lnTo>
                      <a:pt x="1322" y="371"/>
                    </a:lnTo>
                    <a:lnTo>
                      <a:pt x="1323" y="373"/>
                    </a:lnTo>
                    <a:lnTo>
                      <a:pt x="1323" y="375"/>
                    </a:lnTo>
                    <a:lnTo>
                      <a:pt x="1321" y="377"/>
                    </a:lnTo>
                    <a:close/>
                  </a:path>
                </a:pathLst>
              </a:custGeom>
              <a:solidFill>
                <a:srgbClr val="CC79A7">
                  <a:alpha val="10800"/>
                </a:srgbClr>
              </a:solidFill>
              <a:ln>
                <a:noFill/>
              </a:ln>
            </p:spPr>
            <p:txBody>
              <a:bodyPr anchor="ctr"/>
              <a:lstStyle/>
              <a:p>
                <a:pPr algn="ctr">
                  <a:buNone/>
                </a:pPr>
              </a:p>
            </p:txBody>
          </p:sp>
          <p:sp>
            <p:nvSpPr>
              <p:cNvPr id="7580" name="addition:spatial:69">
                <a:extLst>
                  <a:ext uri="{FF2B5EF4-FFF2-40B4-BE49-F238E27FC236}">
                    <ns2:creationId id="{29C94469-AC00-4B74-9165-7C1EE1AAD1FE}"/>
                  </a:ext>
                </a:extLst>
              </p:cNvPr>
              <p:cNvSpPr>
                <a:spLocks noGrp="1"/>
              </p:cNvSpPr>
              <p:nvPr/>
            </p:nvSpPr>
            <p:spPr>
              <a:xfrm>
                <a:off x="5648325" y="1666875"/>
                <a:ext cx="892317" cy="979460"/>
              </a:xfrm>
              <a:custGeom>
                <a:rect l="l" t="t" r="r" b="b"/>
                <a:pathLst>
                  <a:path w="673" h="579">
                    <a:moveTo>
                      <a:pt x="0" y="0"/>
                    </a:moveTo>
                    <a:moveTo>
                      <a:pt x="662" y="506"/>
                    </a:moveTo>
                    <a:lnTo>
                      <a:pt x="650" y="512"/>
                    </a:lnTo>
                    <a:lnTo>
                      <a:pt x="640" y="516"/>
                    </a:lnTo>
                    <a:lnTo>
                      <a:pt x="639" y="522"/>
                    </a:lnTo>
                    <a:lnTo>
                      <a:pt x="644" y="529"/>
                    </a:lnTo>
                    <a:lnTo>
                      <a:pt x="649" y="537"/>
                    </a:lnTo>
                    <a:lnTo>
                      <a:pt x="647" y="544"/>
                    </a:lnTo>
                    <a:lnTo>
                      <a:pt x="639" y="549"/>
                    </a:lnTo>
                    <a:lnTo>
                      <a:pt x="629" y="551"/>
                    </a:lnTo>
                    <a:lnTo>
                      <a:pt x="622" y="555"/>
                    </a:lnTo>
                    <a:lnTo>
                      <a:pt x="619" y="562"/>
                    </a:lnTo>
                    <a:lnTo>
                      <a:pt x="615" y="569"/>
                    </a:lnTo>
                    <a:lnTo>
                      <a:pt x="607" y="573"/>
                    </a:lnTo>
                    <a:lnTo>
                      <a:pt x="598" y="573"/>
                    </a:lnTo>
                    <a:lnTo>
                      <a:pt x="589" y="572"/>
                    </a:lnTo>
                    <a:lnTo>
                      <a:pt x="581" y="572"/>
                    </a:lnTo>
                    <a:lnTo>
                      <a:pt x="573" y="573"/>
                    </a:lnTo>
                    <a:lnTo>
                      <a:pt x="566" y="571"/>
                    </a:lnTo>
                    <a:lnTo>
                      <a:pt x="559" y="568"/>
                    </a:lnTo>
                    <a:lnTo>
                      <a:pt x="553" y="564"/>
                    </a:lnTo>
                    <a:lnTo>
                      <a:pt x="546" y="565"/>
                    </a:lnTo>
                    <a:lnTo>
                      <a:pt x="537" y="570"/>
                    </a:lnTo>
                    <a:lnTo>
                      <a:pt x="524" y="577"/>
                    </a:lnTo>
                    <a:lnTo>
                      <a:pt x="513" y="579"/>
                    </a:lnTo>
                    <a:lnTo>
                      <a:pt x="505" y="574"/>
                    </a:lnTo>
                    <a:lnTo>
                      <a:pt x="503" y="564"/>
                    </a:lnTo>
                    <a:lnTo>
                      <a:pt x="501" y="556"/>
                    </a:lnTo>
                    <a:lnTo>
                      <a:pt x="498" y="549"/>
                    </a:lnTo>
                    <a:lnTo>
                      <a:pt x="491" y="545"/>
                    </a:lnTo>
                    <a:lnTo>
                      <a:pt x="485" y="541"/>
                    </a:lnTo>
                    <a:lnTo>
                      <a:pt x="482" y="535"/>
                    </a:lnTo>
                    <a:lnTo>
                      <a:pt x="480" y="529"/>
                    </a:lnTo>
                    <a:lnTo>
                      <a:pt x="476" y="523"/>
                    </a:lnTo>
                    <a:lnTo>
                      <a:pt x="469" y="518"/>
                    </a:lnTo>
                    <a:lnTo>
                      <a:pt x="462" y="512"/>
                    </a:lnTo>
                    <a:lnTo>
                      <a:pt x="460" y="506"/>
                    </a:lnTo>
                    <a:lnTo>
                      <a:pt x="461" y="500"/>
                    </a:lnTo>
                    <a:lnTo>
                      <a:pt x="462" y="494"/>
                    </a:lnTo>
                    <a:lnTo>
                      <a:pt x="459" y="487"/>
                    </a:lnTo>
                    <a:lnTo>
                      <a:pt x="453" y="479"/>
                    </a:lnTo>
                    <a:lnTo>
                      <a:pt x="450" y="471"/>
                    </a:lnTo>
                    <a:lnTo>
                      <a:pt x="457" y="465"/>
                    </a:lnTo>
                    <a:lnTo>
                      <a:pt x="470" y="464"/>
                    </a:lnTo>
                    <a:lnTo>
                      <a:pt x="486" y="465"/>
                    </a:lnTo>
                    <a:lnTo>
                      <a:pt x="496" y="464"/>
                    </a:lnTo>
                    <a:lnTo>
                      <a:pt x="501" y="460"/>
                    </a:lnTo>
                    <a:lnTo>
                      <a:pt x="505" y="453"/>
                    </a:lnTo>
                    <a:lnTo>
                      <a:pt x="510" y="447"/>
                    </a:lnTo>
                    <a:lnTo>
                      <a:pt x="518" y="443"/>
                    </a:lnTo>
                    <a:lnTo>
                      <a:pt x="526" y="439"/>
                    </a:lnTo>
                    <a:lnTo>
                      <a:pt x="535" y="434"/>
                    </a:lnTo>
                    <a:lnTo>
                      <a:pt x="545" y="429"/>
                    </a:lnTo>
                    <a:lnTo>
                      <a:pt x="557" y="428"/>
                    </a:lnTo>
                    <a:lnTo>
                      <a:pt x="568" y="432"/>
                    </a:lnTo>
                    <a:lnTo>
                      <a:pt x="578" y="438"/>
                    </a:lnTo>
                    <a:lnTo>
                      <a:pt x="587" y="442"/>
                    </a:lnTo>
                    <a:lnTo>
                      <a:pt x="597" y="442"/>
                    </a:lnTo>
                    <a:lnTo>
                      <a:pt x="608" y="441"/>
                    </a:lnTo>
                    <a:lnTo>
                      <a:pt x="618" y="442"/>
                    </a:lnTo>
                    <a:lnTo>
                      <a:pt x="624" y="449"/>
                    </a:lnTo>
                    <a:lnTo>
                      <a:pt x="627" y="457"/>
                    </a:lnTo>
                    <a:lnTo>
                      <a:pt x="629" y="463"/>
                    </a:lnTo>
                    <a:lnTo>
                      <a:pt x="637" y="466"/>
                    </a:lnTo>
                    <a:lnTo>
                      <a:pt x="648" y="466"/>
                    </a:lnTo>
                    <a:lnTo>
                      <a:pt x="660" y="468"/>
                    </a:lnTo>
                    <a:lnTo>
                      <a:pt x="667" y="473"/>
                    </a:lnTo>
                    <a:lnTo>
                      <a:pt x="671" y="479"/>
                    </a:lnTo>
                    <a:lnTo>
                      <a:pt x="672" y="486"/>
                    </a:lnTo>
                    <a:lnTo>
                      <a:pt x="673" y="492"/>
                    </a:lnTo>
                    <a:lnTo>
                      <a:pt x="670" y="499"/>
                    </a:lnTo>
                    <a:close/>
                  </a:path>
                </a:pathLst>
              </a:custGeom>
              <a:solidFill>
                <a:srgbClr val="A7CEE4">
                  <a:alpha val="12900"/>
                </a:srgbClr>
              </a:solidFill>
              <a:ln>
                <a:noFill/>
              </a:ln>
            </p:spPr>
            <p:txBody>
              <a:bodyPr anchor="ctr"/>
              <a:lstStyle/>
              <a:p>
                <a:pPr algn="ctr">
                  <a:buNone/>
                </a:pPr>
              </a:p>
            </p:txBody>
          </p:sp>
          <p:sp>
            <p:nvSpPr>
              <p:cNvPr id="7581" name="addition:spatial:70">
                <a:extLst>
                  <a:ext uri="{FF2B5EF4-FFF2-40B4-BE49-F238E27FC236}">
                    <ns2:creationId id="{89147615-E212-488D-BA8D-AE573FC72543}"/>
                  </a:ext>
                </a:extLst>
              </p:cNvPr>
              <p:cNvSpPr>
                <a:spLocks noGrp="1"/>
              </p:cNvSpPr>
              <p:nvPr/>
            </p:nvSpPr>
            <p:spPr>
              <a:xfrm>
                <a:off x="5648325" y="1666875"/>
                <a:ext cx="853867" cy="977768"/>
              </a:xfrm>
              <a:custGeom>
                <a:rect l="l" t="t" r="r" b="b"/>
                <a:pathLst>
                  <a:path w="644" h="578">
                    <a:moveTo>
                      <a:pt x="0" y="0"/>
                    </a:moveTo>
                    <a:moveTo>
                      <a:pt x="633" y="511"/>
                    </a:moveTo>
                    <a:lnTo>
                      <a:pt x="640" y="516"/>
                    </a:lnTo>
                    <a:lnTo>
                      <a:pt x="644" y="522"/>
                    </a:lnTo>
                    <a:lnTo>
                      <a:pt x="643" y="528"/>
                    </a:lnTo>
                    <a:lnTo>
                      <a:pt x="638" y="532"/>
                    </a:lnTo>
                    <a:lnTo>
                      <a:pt x="633" y="536"/>
                    </a:lnTo>
                    <a:lnTo>
                      <a:pt x="631" y="541"/>
                    </a:lnTo>
                    <a:lnTo>
                      <a:pt x="633" y="548"/>
                    </a:lnTo>
                    <a:lnTo>
                      <a:pt x="631" y="554"/>
                    </a:lnTo>
                    <a:lnTo>
                      <a:pt x="625" y="557"/>
                    </a:lnTo>
                    <a:lnTo>
                      <a:pt x="614" y="556"/>
                    </a:lnTo>
                    <a:lnTo>
                      <a:pt x="603" y="554"/>
                    </a:lnTo>
                    <a:lnTo>
                      <a:pt x="596" y="555"/>
                    </a:lnTo>
                    <a:lnTo>
                      <a:pt x="591" y="558"/>
                    </a:lnTo>
                    <a:lnTo>
                      <a:pt x="586" y="564"/>
                    </a:lnTo>
                    <a:lnTo>
                      <a:pt x="580" y="568"/>
                    </a:lnTo>
                    <a:lnTo>
                      <a:pt x="572" y="571"/>
                    </a:lnTo>
                    <a:lnTo>
                      <a:pt x="564" y="574"/>
                    </a:lnTo>
                    <a:lnTo>
                      <a:pt x="554" y="577"/>
                    </a:lnTo>
                    <a:lnTo>
                      <a:pt x="544" y="578"/>
                    </a:lnTo>
                    <a:lnTo>
                      <a:pt x="535" y="576"/>
                    </a:lnTo>
                    <a:lnTo>
                      <a:pt x="528" y="569"/>
                    </a:lnTo>
                    <a:lnTo>
                      <a:pt x="523" y="561"/>
                    </a:lnTo>
                    <a:lnTo>
                      <a:pt x="517" y="557"/>
                    </a:lnTo>
                    <a:lnTo>
                      <a:pt x="509" y="556"/>
                    </a:lnTo>
                    <a:lnTo>
                      <a:pt x="498" y="556"/>
                    </a:lnTo>
                    <a:lnTo>
                      <a:pt x="489" y="555"/>
                    </a:lnTo>
                    <a:lnTo>
                      <a:pt x="485" y="550"/>
                    </a:lnTo>
                    <a:lnTo>
                      <a:pt x="483" y="544"/>
                    </a:lnTo>
                    <a:lnTo>
                      <a:pt x="481" y="539"/>
                    </a:lnTo>
                    <a:lnTo>
                      <a:pt x="474" y="536"/>
                    </a:lnTo>
                    <a:lnTo>
                      <a:pt x="466" y="532"/>
                    </a:lnTo>
                    <a:lnTo>
                      <a:pt x="459" y="528"/>
                    </a:lnTo>
                    <a:lnTo>
                      <a:pt x="457" y="523"/>
                    </a:lnTo>
                    <a:lnTo>
                      <a:pt x="458" y="517"/>
                    </a:lnTo>
                    <a:lnTo>
                      <a:pt x="459" y="511"/>
                    </a:lnTo>
                    <a:lnTo>
                      <a:pt x="461" y="505"/>
                    </a:lnTo>
                    <a:lnTo>
                      <a:pt x="466" y="500"/>
                    </a:lnTo>
                    <a:lnTo>
                      <a:pt x="475" y="496"/>
                    </a:lnTo>
                    <a:lnTo>
                      <a:pt x="487" y="493"/>
                    </a:lnTo>
                    <a:lnTo>
                      <a:pt x="495" y="490"/>
                    </a:lnTo>
                    <a:lnTo>
                      <a:pt x="496" y="485"/>
                    </a:lnTo>
                    <a:lnTo>
                      <a:pt x="493" y="478"/>
                    </a:lnTo>
                    <a:lnTo>
                      <a:pt x="490" y="469"/>
                    </a:lnTo>
                    <a:lnTo>
                      <a:pt x="494" y="463"/>
                    </a:lnTo>
                    <a:lnTo>
                      <a:pt x="503" y="460"/>
                    </a:lnTo>
                    <a:lnTo>
                      <a:pt x="512" y="459"/>
                    </a:lnTo>
                    <a:lnTo>
                      <a:pt x="521" y="458"/>
                    </a:lnTo>
                    <a:lnTo>
                      <a:pt x="527" y="455"/>
                    </a:lnTo>
                    <a:lnTo>
                      <a:pt x="534" y="452"/>
                    </a:lnTo>
                    <a:lnTo>
                      <a:pt x="542" y="452"/>
                    </a:lnTo>
                    <a:lnTo>
                      <a:pt x="549" y="453"/>
                    </a:lnTo>
                    <a:lnTo>
                      <a:pt x="556" y="455"/>
                    </a:lnTo>
                    <a:lnTo>
                      <a:pt x="562" y="455"/>
                    </a:lnTo>
                    <a:lnTo>
                      <a:pt x="569" y="454"/>
                    </a:lnTo>
                    <a:lnTo>
                      <a:pt x="575" y="455"/>
                    </a:lnTo>
                    <a:lnTo>
                      <a:pt x="580" y="459"/>
                    </a:lnTo>
                    <a:lnTo>
                      <a:pt x="584" y="462"/>
                    </a:lnTo>
                    <a:lnTo>
                      <a:pt x="590" y="463"/>
                    </a:lnTo>
                    <a:lnTo>
                      <a:pt x="600" y="461"/>
                    </a:lnTo>
                    <a:lnTo>
                      <a:pt x="611" y="458"/>
                    </a:lnTo>
                    <a:lnTo>
                      <a:pt x="621" y="460"/>
                    </a:lnTo>
                    <a:lnTo>
                      <a:pt x="624" y="466"/>
                    </a:lnTo>
                    <a:lnTo>
                      <a:pt x="621" y="474"/>
                    </a:lnTo>
                    <a:lnTo>
                      <a:pt x="618" y="482"/>
                    </a:lnTo>
                    <a:lnTo>
                      <a:pt x="618" y="488"/>
                    </a:lnTo>
                    <a:lnTo>
                      <a:pt x="621" y="492"/>
                    </a:lnTo>
                    <a:lnTo>
                      <a:pt x="625" y="497"/>
                    </a:lnTo>
                    <a:lnTo>
                      <a:pt x="627" y="501"/>
                    </a:lnTo>
                    <a:lnTo>
                      <a:pt x="629" y="506"/>
                    </a:lnTo>
                    <a:close/>
                  </a:path>
                </a:pathLst>
              </a:custGeom>
              <a:solidFill>
                <a:srgbClr val="59A3CD">
                  <a:alpha val="12900"/>
                </a:srgbClr>
              </a:solidFill>
              <a:ln>
                <a:noFill/>
              </a:ln>
            </p:spPr>
            <p:txBody>
              <a:bodyPr anchor="ctr"/>
              <a:lstStyle/>
              <a:p>
                <a:pPr algn="ctr">
                  <a:buNone/>
                </a:pPr>
              </a:p>
            </p:txBody>
          </p:sp>
          <p:sp>
            <p:nvSpPr>
              <p:cNvPr id="7582" name="addition:spatial:71">
                <a:extLst>
                  <a:ext uri="{FF2B5EF4-FFF2-40B4-BE49-F238E27FC236}">
                    <ns2:creationId id="{953EDF0E-B14F-477F-B120-97BA10C93EA2}"/>
                  </a:ext>
                </a:extLst>
              </p:cNvPr>
              <p:cNvSpPr>
                <a:spLocks noGrp="1"/>
              </p:cNvSpPr>
              <p:nvPr/>
            </p:nvSpPr>
            <p:spPr>
              <a:xfrm>
                <a:off x="5648325" y="1666875"/>
                <a:ext cx="828675" cy="972693"/>
              </a:xfrm>
              <a:custGeom>
                <a:rect l="l" t="t" r="r" b="b"/>
                <a:pathLst>
                  <a:path w="625" h="575">
                    <a:moveTo>
                      <a:pt x="0" y="0"/>
                    </a:moveTo>
                    <a:moveTo>
                      <a:pt x="622" y="516"/>
                    </a:moveTo>
                    <a:lnTo>
                      <a:pt x="622" y="521"/>
                    </a:lnTo>
                    <a:lnTo>
                      <a:pt x="622" y="525"/>
                    </a:lnTo>
                    <a:lnTo>
                      <a:pt x="624" y="530"/>
                    </a:lnTo>
                    <a:lnTo>
                      <a:pt x="625" y="535"/>
                    </a:lnTo>
                    <a:lnTo>
                      <a:pt x="622" y="540"/>
                    </a:lnTo>
                    <a:lnTo>
                      <a:pt x="617" y="543"/>
                    </a:lnTo>
                    <a:lnTo>
                      <a:pt x="613" y="546"/>
                    </a:lnTo>
                    <a:lnTo>
                      <a:pt x="610" y="550"/>
                    </a:lnTo>
                    <a:lnTo>
                      <a:pt x="607" y="555"/>
                    </a:lnTo>
                    <a:lnTo>
                      <a:pt x="601" y="557"/>
                    </a:lnTo>
                    <a:lnTo>
                      <a:pt x="593" y="556"/>
                    </a:lnTo>
                    <a:lnTo>
                      <a:pt x="584" y="555"/>
                    </a:lnTo>
                    <a:lnTo>
                      <a:pt x="577" y="555"/>
                    </a:lnTo>
                    <a:lnTo>
                      <a:pt x="573" y="559"/>
                    </a:lnTo>
                    <a:lnTo>
                      <a:pt x="569" y="567"/>
                    </a:lnTo>
                    <a:lnTo>
                      <a:pt x="563" y="573"/>
                    </a:lnTo>
                    <a:lnTo>
                      <a:pt x="555" y="575"/>
                    </a:lnTo>
                    <a:lnTo>
                      <a:pt x="546" y="574"/>
                    </a:lnTo>
                    <a:lnTo>
                      <a:pt x="538" y="571"/>
                    </a:lnTo>
                    <a:lnTo>
                      <a:pt x="530" y="568"/>
                    </a:lnTo>
                    <a:lnTo>
                      <a:pt x="523" y="566"/>
                    </a:lnTo>
                    <a:lnTo>
                      <a:pt x="517" y="562"/>
                    </a:lnTo>
                    <a:lnTo>
                      <a:pt x="512" y="558"/>
                    </a:lnTo>
                    <a:lnTo>
                      <a:pt x="508" y="554"/>
                    </a:lnTo>
                    <a:lnTo>
                      <a:pt x="501" y="552"/>
                    </a:lnTo>
                    <a:lnTo>
                      <a:pt x="493" y="552"/>
                    </a:lnTo>
                    <a:lnTo>
                      <a:pt x="485" y="551"/>
                    </a:lnTo>
                    <a:lnTo>
                      <a:pt x="480" y="547"/>
                    </a:lnTo>
                    <a:lnTo>
                      <a:pt x="479" y="542"/>
                    </a:lnTo>
                    <a:lnTo>
                      <a:pt x="479" y="537"/>
                    </a:lnTo>
                    <a:lnTo>
                      <a:pt x="476" y="533"/>
                    </a:lnTo>
                    <a:lnTo>
                      <a:pt x="468" y="530"/>
                    </a:lnTo>
                    <a:lnTo>
                      <a:pt x="461" y="526"/>
                    </a:lnTo>
                    <a:lnTo>
                      <a:pt x="459" y="521"/>
                    </a:lnTo>
                    <a:lnTo>
                      <a:pt x="465" y="516"/>
                    </a:lnTo>
                    <a:lnTo>
                      <a:pt x="473" y="511"/>
                    </a:lnTo>
                    <a:lnTo>
                      <a:pt x="480" y="507"/>
                    </a:lnTo>
                    <a:lnTo>
                      <a:pt x="484" y="504"/>
                    </a:lnTo>
                    <a:lnTo>
                      <a:pt x="488" y="500"/>
                    </a:lnTo>
                    <a:lnTo>
                      <a:pt x="491" y="496"/>
                    </a:lnTo>
                    <a:lnTo>
                      <a:pt x="495" y="493"/>
                    </a:lnTo>
                    <a:lnTo>
                      <a:pt x="496" y="488"/>
                    </a:lnTo>
                    <a:lnTo>
                      <a:pt x="496" y="481"/>
                    </a:lnTo>
                    <a:lnTo>
                      <a:pt x="496" y="474"/>
                    </a:lnTo>
                    <a:lnTo>
                      <a:pt x="500" y="469"/>
                    </a:lnTo>
                    <a:lnTo>
                      <a:pt x="508" y="468"/>
                    </a:lnTo>
                    <a:lnTo>
                      <a:pt x="518" y="470"/>
                    </a:lnTo>
                    <a:lnTo>
                      <a:pt x="526" y="471"/>
                    </a:lnTo>
                    <a:lnTo>
                      <a:pt x="531" y="470"/>
                    </a:lnTo>
                    <a:lnTo>
                      <a:pt x="536" y="466"/>
                    </a:lnTo>
                    <a:lnTo>
                      <a:pt x="541" y="463"/>
                    </a:lnTo>
                    <a:lnTo>
                      <a:pt x="547" y="464"/>
                    </a:lnTo>
                    <a:lnTo>
                      <a:pt x="553" y="467"/>
                    </a:lnTo>
                    <a:lnTo>
                      <a:pt x="558" y="470"/>
                    </a:lnTo>
                    <a:lnTo>
                      <a:pt x="563" y="471"/>
                    </a:lnTo>
                    <a:lnTo>
                      <a:pt x="568" y="470"/>
                    </a:lnTo>
                    <a:lnTo>
                      <a:pt x="574" y="469"/>
                    </a:lnTo>
                    <a:lnTo>
                      <a:pt x="580" y="470"/>
                    </a:lnTo>
                    <a:lnTo>
                      <a:pt x="586" y="472"/>
                    </a:lnTo>
                    <a:lnTo>
                      <a:pt x="593" y="473"/>
                    </a:lnTo>
                    <a:lnTo>
                      <a:pt x="601" y="474"/>
                    </a:lnTo>
                    <a:lnTo>
                      <a:pt x="607" y="477"/>
                    </a:lnTo>
                    <a:lnTo>
                      <a:pt x="608" y="483"/>
                    </a:lnTo>
                    <a:lnTo>
                      <a:pt x="605" y="490"/>
                    </a:lnTo>
                    <a:lnTo>
                      <a:pt x="600" y="497"/>
                    </a:lnTo>
                    <a:lnTo>
                      <a:pt x="600" y="501"/>
                    </a:lnTo>
                    <a:lnTo>
                      <a:pt x="606" y="504"/>
                    </a:lnTo>
                    <a:lnTo>
                      <a:pt x="614" y="507"/>
                    </a:lnTo>
                    <a:lnTo>
                      <a:pt x="620" y="511"/>
                    </a:lnTo>
                    <a:close/>
                  </a:path>
                </a:pathLst>
              </a:custGeom>
              <a:solidFill>
                <a:srgbClr val="0675B4">
                  <a:alpha val="10500"/>
                </a:srgbClr>
              </a:solidFill>
              <a:ln>
                <a:noFill/>
              </a:ln>
            </p:spPr>
            <p:txBody>
              <a:bodyPr anchor="ctr"/>
              <a:lstStyle/>
              <a:p>
                <a:pPr algn="ctr">
                  <a:buNone/>
                </a:pPr>
              </a:p>
            </p:txBody>
          </p:sp>
          <p:sp>
            <p:nvSpPr>
              <p:cNvPr id="7583" name="addition:spatial:72">
                <a:extLst>
                  <a:ext uri="{FF2B5EF4-FFF2-40B4-BE49-F238E27FC236}">
                    <ns2:creationId id="{3D6F8ECB-C6F9-4C28-9562-CF9E94C42F51}"/>
                  </a:ext>
                </a:extLst>
              </p:cNvPr>
              <p:cNvSpPr>
                <a:spLocks noGrp="1"/>
              </p:cNvSpPr>
              <p:nvPr/>
            </p:nvSpPr>
            <p:spPr>
              <a:xfrm>
                <a:off x="5648325" y="1666875"/>
                <a:ext cx="731886" cy="884728"/>
              </a:xfrm>
              <a:custGeom>
                <a:rect l="l" t="t" r="r" b="b"/>
                <a:pathLst>
                  <a:path w="552" h="523">
                    <a:moveTo>
                      <a:pt x="0" y="0"/>
                    </a:moveTo>
                    <a:moveTo>
                      <a:pt x="552" y="498"/>
                    </a:moveTo>
                    <a:lnTo>
                      <a:pt x="552" y="501"/>
                    </a:lnTo>
                    <a:lnTo>
                      <a:pt x="550" y="502"/>
                    </a:lnTo>
                    <a:lnTo>
                      <a:pt x="549" y="504"/>
                    </a:lnTo>
                    <a:lnTo>
                      <a:pt x="549" y="506"/>
                    </a:lnTo>
                    <a:lnTo>
                      <a:pt x="550" y="508"/>
                    </a:lnTo>
                    <a:lnTo>
                      <a:pt x="551" y="511"/>
                    </a:lnTo>
                    <a:lnTo>
                      <a:pt x="549" y="513"/>
                    </a:lnTo>
                    <a:lnTo>
                      <a:pt x="545" y="513"/>
                    </a:lnTo>
                    <a:lnTo>
                      <a:pt x="541" y="513"/>
                    </a:lnTo>
                    <a:lnTo>
                      <a:pt x="538" y="513"/>
                    </a:lnTo>
                    <a:lnTo>
                      <a:pt x="536" y="514"/>
                    </a:lnTo>
                    <a:lnTo>
                      <a:pt x="534" y="516"/>
                    </a:lnTo>
                    <a:lnTo>
                      <a:pt x="532" y="517"/>
                    </a:lnTo>
                    <a:lnTo>
                      <a:pt x="530" y="518"/>
                    </a:lnTo>
                    <a:lnTo>
                      <a:pt x="527" y="520"/>
                    </a:lnTo>
                    <a:lnTo>
                      <a:pt x="524" y="522"/>
                    </a:lnTo>
                    <a:lnTo>
                      <a:pt x="521" y="523"/>
                    </a:lnTo>
                    <a:lnTo>
                      <a:pt x="517" y="523"/>
                    </a:lnTo>
                    <a:lnTo>
                      <a:pt x="514" y="521"/>
                    </a:lnTo>
                    <a:lnTo>
                      <a:pt x="511" y="519"/>
                    </a:lnTo>
                    <a:lnTo>
                      <a:pt x="509" y="517"/>
                    </a:lnTo>
                    <a:lnTo>
                      <a:pt x="506" y="516"/>
                    </a:lnTo>
                    <a:lnTo>
                      <a:pt x="503" y="517"/>
                    </a:lnTo>
                    <a:lnTo>
                      <a:pt x="499" y="517"/>
                    </a:lnTo>
                    <a:lnTo>
                      <a:pt x="497" y="515"/>
                    </a:lnTo>
                    <a:lnTo>
                      <a:pt x="496" y="513"/>
                    </a:lnTo>
                    <a:lnTo>
                      <a:pt x="495" y="511"/>
                    </a:lnTo>
                    <a:lnTo>
                      <a:pt x="493" y="510"/>
                    </a:lnTo>
                    <a:lnTo>
                      <a:pt x="490" y="509"/>
                    </a:lnTo>
                    <a:lnTo>
                      <a:pt x="487" y="508"/>
                    </a:lnTo>
                    <a:lnTo>
                      <a:pt x="486" y="507"/>
                    </a:lnTo>
                    <a:lnTo>
                      <a:pt x="485" y="505"/>
                    </a:lnTo>
                    <a:lnTo>
                      <a:pt x="484" y="503"/>
                    </a:lnTo>
                    <a:lnTo>
                      <a:pt x="484" y="501"/>
                    </a:lnTo>
                    <a:lnTo>
                      <a:pt x="484" y="498"/>
                    </a:lnTo>
                    <a:lnTo>
                      <a:pt x="487" y="496"/>
                    </a:lnTo>
                    <a:lnTo>
                      <a:pt x="492" y="495"/>
                    </a:lnTo>
                    <a:lnTo>
                      <a:pt x="495" y="494"/>
                    </a:lnTo>
                    <a:lnTo>
                      <a:pt x="496" y="492"/>
                    </a:lnTo>
                    <a:lnTo>
                      <a:pt x="495" y="490"/>
                    </a:lnTo>
                    <a:lnTo>
                      <a:pt x="493" y="487"/>
                    </a:lnTo>
                    <a:lnTo>
                      <a:pt x="494" y="485"/>
                    </a:lnTo>
                    <a:lnTo>
                      <a:pt x="496" y="483"/>
                    </a:lnTo>
                    <a:lnTo>
                      <a:pt x="499" y="482"/>
                    </a:lnTo>
                    <a:lnTo>
                      <a:pt x="501" y="481"/>
                    </a:lnTo>
                    <a:lnTo>
                      <a:pt x="503" y="480"/>
                    </a:lnTo>
                    <a:lnTo>
                      <a:pt x="505" y="478"/>
                    </a:lnTo>
                    <a:lnTo>
                      <a:pt x="508" y="478"/>
                    </a:lnTo>
                    <a:lnTo>
                      <a:pt x="511" y="478"/>
                    </a:lnTo>
                    <a:lnTo>
                      <a:pt x="513" y="478"/>
                    </a:lnTo>
                    <a:lnTo>
                      <a:pt x="516" y="478"/>
                    </a:lnTo>
                    <a:lnTo>
                      <a:pt x="518" y="477"/>
                    </a:lnTo>
                    <a:lnTo>
                      <a:pt x="520" y="477"/>
                    </a:lnTo>
                    <a:lnTo>
                      <a:pt x="522" y="479"/>
                    </a:lnTo>
                    <a:lnTo>
                      <a:pt x="524" y="480"/>
                    </a:lnTo>
                    <a:lnTo>
                      <a:pt x="526" y="481"/>
                    </a:lnTo>
                    <a:lnTo>
                      <a:pt x="529" y="479"/>
                    </a:lnTo>
                    <a:lnTo>
                      <a:pt x="533" y="478"/>
                    </a:lnTo>
                    <a:lnTo>
                      <a:pt x="537" y="477"/>
                    </a:lnTo>
                    <a:lnTo>
                      <a:pt x="539" y="479"/>
                    </a:lnTo>
                    <a:lnTo>
                      <a:pt x="540" y="481"/>
                    </a:lnTo>
                    <a:lnTo>
                      <a:pt x="540" y="484"/>
                    </a:lnTo>
                    <a:lnTo>
                      <a:pt x="540" y="486"/>
                    </a:lnTo>
                    <a:lnTo>
                      <a:pt x="542" y="488"/>
                    </a:lnTo>
                    <a:lnTo>
                      <a:pt x="543" y="490"/>
                    </a:lnTo>
                    <a:lnTo>
                      <a:pt x="543" y="492"/>
                    </a:lnTo>
                    <a:lnTo>
                      <a:pt x="544" y="493"/>
                    </a:lnTo>
                    <a:lnTo>
                      <a:pt x="546" y="495"/>
                    </a:lnTo>
                    <a:lnTo>
                      <a:pt x="549" y="497"/>
                    </a:lnTo>
                    <a:close/>
                  </a:path>
                </a:pathLst>
              </a:custGeom>
              <a:solidFill>
                <a:srgbClr val="59A3CD">
                  <a:alpha val="9600"/>
                </a:srgbClr>
              </a:solidFill>
              <a:ln>
                <a:noFill/>
              </a:ln>
            </p:spPr>
            <p:txBody>
              <a:bodyPr anchor="ctr"/>
              <a:lstStyle/>
              <a:p>
                <a:pPr algn="ctr">
                  <a:buNone/>
                </a:pPr>
              </a:p>
            </p:txBody>
          </p:sp>
          <p:sp>
            <p:nvSpPr>
              <p:cNvPr id="7584" name="addition:spatial:73">
                <a:extLst>
                  <a:ext uri="{FF2B5EF4-FFF2-40B4-BE49-F238E27FC236}">
                    <ns2:creationId id="{26529071-E318-45BF-B4A6-C403F5281DB3}"/>
                  </a:ext>
                </a:extLst>
              </p:cNvPr>
              <p:cNvSpPr>
                <a:spLocks noGrp="1"/>
              </p:cNvSpPr>
              <p:nvPr/>
            </p:nvSpPr>
            <p:spPr>
              <a:xfrm>
                <a:off x="5648325" y="1666875"/>
                <a:ext cx="765033" cy="855970"/>
              </a:xfrm>
              <a:custGeom>
                <a:rect l="l" t="t" r="r" b="b"/>
                <a:pathLst>
                  <a:path w="577" h="506">
                    <a:moveTo>
                      <a:pt x="0" y="0"/>
                    </a:moveTo>
                    <a:moveTo>
                      <a:pt x="575" y="481"/>
                    </a:moveTo>
                    <a:lnTo>
                      <a:pt x="577" y="483"/>
                    </a:lnTo>
                    <a:lnTo>
                      <a:pt x="576" y="485"/>
                    </a:lnTo>
                    <a:lnTo>
                      <a:pt x="575" y="487"/>
                    </a:lnTo>
                    <a:lnTo>
                      <a:pt x="574" y="489"/>
                    </a:lnTo>
                    <a:lnTo>
                      <a:pt x="573" y="491"/>
                    </a:lnTo>
                    <a:lnTo>
                      <a:pt x="572" y="492"/>
                    </a:lnTo>
                    <a:lnTo>
                      <a:pt x="569" y="493"/>
                    </a:lnTo>
                    <a:lnTo>
                      <a:pt x="567" y="494"/>
                    </a:lnTo>
                    <a:lnTo>
                      <a:pt x="565" y="495"/>
                    </a:lnTo>
                    <a:lnTo>
                      <a:pt x="564" y="497"/>
                    </a:lnTo>
                    <a:lnTo>
                      <a:pt x="562" y="499"/>
                    </a:lnTo>
                    <a:lnTo>
                      <a:pt x="560" y="499"/>
                    </a:lnTo>
                    <a:lnTo>
                      <a:pt x="556" y="499"/>
                    </a:lnTo>
                    <a:lnTo>
                      <a:pt x="553" y="499"/>
                    </a:lnTo>
                    <a:lnTo>
                      <a:pt x="551" y="500"/>
                    </a:lnTo>
                    <a:lnTo>
                      <a:pt x="549" y="503"/>
                    </a:lnTo>
                    <a:lnTo>
                      <a:pt x="546" y="505"/>
                    </a:lnTo>
                    <a:lnTo>
                      <a:pt x="542" y="506"/>
                    </a:lnTo>
                    <a:lnTo>
                      <a:pt x="539" y="505"/>
                    </a:lnTo>
                    <a:lnTo>
                      <a:pt x="536" y="502"/>
                    </a:lnTo>
                    <a:lnTo>
                      <a:pt x="534" y="501"/>
                    </a:lnTo>
                    <a:lnTo>
                      <a:pt x="531" y="499"/>
                    </a:lnTo>
                    <a:lnTo>
                      <a:pt x="529" y="498"/>
                    </a:lnTo>
                    <a:lnTo>
                      <a:pt x="527" y="497"/>
                    </a:lnTo>
                    <a:lnTo>
                      <a:pt x="526" y="495"/>
                    </a:lnTo>
                    <a:lnTo>
                      <a:pt x="523" y="495"/>
                    </a:lnTo>
                    <a:lnTo>
                      <a:pt x="520" y="495"/>
                    </a:lnTo>
                    <a:lnTo>
                      <a:pt x="516" y="494"/>
                    </a:lnTo>
                    <a:lnTo>
                      <a:pt x="513" y="493"/>
                    </a:lnTo>
                    <a:lnTo>
                      <a:pt x="513" y="491"/>
                    </a:lnTo>
                    <a:lnTo>
                      <a:pt x="514" y="489"/>
                    </a:lnTo>
                    <a:lnTo>
                      <a:pt x="515" y="487"/>
                    </a:lnTo>
                    <a:lnTo>
                      <a:pt x="514" y="485"/>
                    </a:lnTo>
                    <a:lnTo>
                      <a:pt x="512" y="483"/>
                    </a:lnTo>
                    <a:lnTo>
                      <a:pt x="512" y="481"/>
                    </a:lnTo>
                    <a:lnTo>
                      <a:pt x="513" y="479"/>
                    </a:lnTo>
                    <a:lnTo>
                      <a:pt x="517" y="478"/>
                    </a:lnTo>
                    <a:lnTo>
                      <a:pt x="520" y="476"/>
                    </a:lnTo>
                    <a:lnTo>
                      <a:pt x="521" y="475"/>
                    </a:lnTo>
                    <a:lnTo>
                      <a:pt x="521" y="473"/>
                    </a:lnTo>
                    <a:lnTo>
                      <a:pt x="522" y="471"/>
                    </a:lnTo>
                    <a:lnTo>
                      <a:pt x="523" y="469"/>
                    </a:lnTo>
                    <a:lnTo>
                      <a:pt x="524" y="467"/>
                    </a:lnTo>
                    <a:lnTo>
                      <a:pt x="525" y="465"/>
                    </a:lnTo>
                    <a:lnTo>
                      <a:pt x="525" y="462"/>
                    </a:lnTo>
                    <a:lnTo>
                      <a:pt x="527" y="460"/>
                    </a:lnTo>
                    <a:lnTo>
                      <a:pt x="530" y="460"/>
                    </a:lnTo>
                    <a:lnTo>
                      <a:pt x="534" y="461"/>
                    </a:lnTo>
                    <a:lnTo>
                      <a:pt x="537" y="463"/>
                    </a:lnTo>
                    <a:lnTo>
                      <a:pt x="539" y="464"/>
                    </a:lnTo>
                    <a:lnTo>
                      <a:pt x="541" y="463"/>
                    </a:lnTo>
                    <a:lnTo>
                      <a:pt x="543" y="461"/>
                    </a:lnTo>
                    <a:lnTo>
                      <a:pt x="545" y="460"/>
                    </a:lnTo>
                    <a:lnTo>
                      <a:pt x="547" y="461"/>
                    </a:lnTo>
                    <a:lnTo>
                      <a:pt x="549" y="462"/>
                    </a:lnTo>
                    <a:lnTo>
                      <a:pt x="551" y="462"/>
                    </a:lnTo>
                    <a:lnTo>
                      <a:pt x="554" y="462"/>
                    </a:lnTo>
                    <a:lnTo>
                      <a:pt x="557" y="462"/>
                    </a:lnTo>
                    <a:lnTo>
                      <a:pt x="559" y="463"/>
                    </a:lnTo>
                    <a:lnTo>
                      <a:pt x="561" y="464"/>
                    </a:lnTo>
                    <a:lnTo>
                      <a:pt x="563" y="465"/>
                    </a:lnTo>
                    <a:lnTo>
                      <a:pt x="565" y="466"/>
                    </a:lnTo>
                    <a:lnTo>
                      <a:pt x="567" y="468"/>
                    </a:lnTo>
                    <a:lnTo>
                      <a:pt x="568" y="470"/>
                    </a:lnTo>
                    <a:lnTo>
                      <a:pt x="567" y="472"/>
                    </a:lnTo>
                    <a:lnTo>
                      <a:pt x="565" y="475"/>
                    </a:lnTo>
                    <a:lnTo>
                      <a:pt x="565" y="477"/>
                    </a:lnTo>
                    <a:lnTo>
                      <a:pt x="567" y="478"/>
                    </a:lnTo>
                    <a:lnTo>
                      <a:pt x="572" y="479"/>
                    </a:lnTo>
                    <a:close/>
                  </a:path>
                </a:pathLst>
              </a:custGeom>
              <a:solidFill>
                <a:srgbClr val="59A3CD">
                  <a:alpha val="9600"/>
                </a:srgbClr>
              </a:solidFill>
              <a:ln>
                <a:noFill/>
              </a:ln>
            </p:spPr>
            <p:txBody>
              <a:bodyPr anchor="ctr"/>
              <a:lstStyle/>
              <a:p>
                <a:pPr algn="ctr">
                  <a:buNone/>
                </a:pPr>
              </a:p>
            </p:txBody>
          </p:sp>
          <p:sp>
            <p:nvSpPr>
              <p:cNvPr id="7585" name="addition:spatial:74">
                <a:extLst>
                  <a:ext uri="{FF2B5EF4-FFF2-40B4-BE49-F238E27FC236}">
                    <ns2:creationId id="{2535E9CB-0182-4495-B06F-2429E0EECB3F}"/>
                  </a:ext>
                </a:extLst>
              </p:cNvPr>
              <p:cNvSpPr>
                <a:spLocks noGrp="1"/>
              </p:cNvSpPr>
              <p:nvPr/>
            </p:nvSpPr>
            <p:spPr>
              <a:xfrm>
                <a:off x="5648325" y="1666875"/>
                <a:ext cx="807461" cy="862736"/>
              </a:xfrm>
              <a:custGeom>
                <a:rect l="l" t="t" r="r" b="b"/>
                <a:pathLst>
                  <a:path w="609" h="510">
                    <a:moveTo>
                      <a:pt x="0" y="0"/>
                    </a:moveTo>
                    <a:moveTo>
                      <a:pt x="609" y="486"/>
                    </a:moveTo>
                    <a:lnTo>
                      <a:pt x="609" y="488"/>
                    </a:lnTo>
                    <a:lnTo>
                      <a:pt x="608" y="490"/>
                    </a:lnTo>
                    <a:lnTo>
                      <a:pt x="608" y="492"/>
                    </a:lnTo>
                    <a:lnTo>
                      <a:pt x="607" y="494"/>
                    </a:lnTo>
                    <a:lnTo>
                      <a:pt x="604" y="496"/>
                    </a:lnTo>
                    <a:lnTo>
                      <a:pt x="600" y="497"/>
                    </a:lnTo>
                    <a:lnTo>
                      <a:pt x="596" y="497"/>
                    </a:lnTo>
                    <a:lnTo>
                      <a:pt x="593" y="498"/>
                    </a:lnTo>
                    <a:lnTo>
                      <a:pt x="593" y="500"/>
                    </a:lnTo>
                    <a:lnTo>
                      <a:pt x="593" y="504"/>
                    </a:lnTo>
                    <a:lnTo>
                      <a:pt x="592" y="507"/>
                    </a:lnTo>
                    <a:lnTo>
                      <a:pt x="589" y="508"/>
                    </a:lnTo>
                    <a:lnTo>
                      <a:pt x="586" y="508"/>
                    </a:lnTo>
                    <a:lnTo>
                      <a:pt x="582" y="508"/>
                    </a:lnTo>
                    <a:lnTo>
                      <a:pt x="579" y="509"/>
                    </a:lnTo>
                    <a:lnTo>
                      <a:pt x="576" y="509"/>
                    </a:lnTo>
                    <a:lnTo>
                      <a:pt x="573" y="510"/>
                    </a:lnTo>
                    <a:lnTo>
                      <a:pt x="570" y="509"/>
                    </a:lnTo>
                    <a:lnTo>
                      <a:pt x="568" y="508"/>
                    </a:lnTo>
                    <a:lnTo>
                      <a:pt x="565" y="507"/>
                    </a:lnTo>
                    <a:lnTo>
                      <a:pt x="563" y="507"/>
                    </a:lnTo>
                    <a:lnTo>
                      <a:pt x="560" y="506"/>
                    </a:lnTo>
                    <a:lnTo>
                      <a:pt x="559" y="505"/>
                    </a:lnTo>
                    <a:lnTo>
                      <a:pt x="557" y="503"/>
                    </a:lnTo>
                    <a:lnTo>
                      <a:pt x="556" y="502"/>
                    </a:lnTo>
                    <a:lnTo>
                      <a:pt x="553" y="501"/>
                    </a:lnTo>
                    <a:lnTo>
                      <a:pt x="549" y="502"/>
                    </a:lnTo>
                    <a:lnTo>
                      <a:pt x="545" y="502"/>
                    </a:lnTo>
                    <a:lnTo>
                      <a:pt x="543" y="500"/>
                    </a:lnTo>
                    <a:lnTo>
                      <a:pt x="544" y="497"/>
                    </a:lnTo>
                    <a:lnTo>
                      <a:pt x="547" y="494"/>
                    </a:lnTo>
                    <a:lnTo>
                      <a:pt x="548" y="492"/>
                    </a:lnTo>
                    <a:lnTo>
                      <a:pt x="549" y="490"/>
                    </a:lnTo>
                    <a:lnTo>
                      <a:pt x="548" y="488"/>
                    </a:lnTo>
                    <a:lnTo>
                      <a:pt x="549" y="486"/>
                    </a:lnTo>
                    <a:lnTo>
                      <a:pt x="549" y="484"/>
                    </a:lnTo>
                    <a:lnTo>
                      <a:pt x="549" y="482"/>
                    </a:lnTo>
                    <a:lnTo>
                      <a:pt x="548" y="480"/>
                    </a:lnTo>
                    <a:lnTo>
                      <a:pt x="546" y="477"/>
                    </a:lnTo>
                    <a:lnTo>
                      <a:pt x="546" y="475"/>
                    </a:lnTo>
                    <a:lnTo>
                      <a:pt x="548" y="474"/>
                    </a:lnTo>
                    <a:lnTo>
                      <a:pt x="551" y="473"/>
                    </a:lnTo>
                    <a:lnTo>
                      <a:pt x="553" y="471"/>
                    </a:lnTo>
                    <a:lnTo>
                      <a:pt x="553" y="469"/>
                    </a:lnTo>
                    <a:lnTo>
                      <a:pt x="553" y="466"/>
                    </a:lnTo>
                    <a:lnTo>
                      <a:pt x="555" y="465"/>
                    </a:lnTo>
                    <a:lnTo>
                      <a:pt x="558" y="465"/>
                    </a:lnTo>
                    <a:lnTo>
                      <a:pt x="562" y="466"/>
                    </a:lnTo>
                    <a:lnTo>
                      <a:pt x="565" y="467"/>
                    </a:lnTo>
                    <a:lnTo>
                      <a:pt x="567" y="467"/>
                    </a:lnTo>
                    <a:lnTo>
                      <a:pt x="568" y="466"/>
                    </a:lnTo>
                    <a:lnTo>
                      <a:pt x="570" y="464"/>
                    </a:lnTo>
                    <a:lnTo>
                      <a:pt x="573" y="463"/>
                    </a:lnTo>
                    <a:lnTo>
                      <a:pt x="576" y="463"/>
                    </a:lnTo>
                    <a:lnTo>
                      <a:pt x="579" y="462"/>
                    </a:lnTo>
                    <a:lnTo>
                      <a:pt x="582" y="461"/>
                    </a:lnTo>
                    <a:lnTo>
                      <a:pt x="586" y="462"/>
                    </a:lnTo>
                    <a:lnTo>
                      <a:pt x="588" y="464"/>
                    </a:lnTo>
                    <a:lnTo>
                      <a:pt x="589" y="467"/>
                    </a:lnTo>
                    <a:lnTo>
                      <a:pt x="590" y="470"/>
                    </a:lnTo>
                    <a:lnTo>
                      <a:pt x="592" y="471"/>
                    </a:lnTo>
                    <a:lnTo>
                      <a:pt x="595" y="472"/>
                    </a:lnTo>
                    <a:lnTo>
                      <a:pt x="599" y="473"/>
                    </a:lnTo>
                    <a:lnTo>
                      <a:pt x="601" y="474"/>
                    </a:lnTo>
                    <a:lnTo>
                      <a:pt x="601" y="476"/>
                    </a:lnTo>
                    <a:lnTo>
                      <a:pt x="601" y="479"/>
                    </a:lnTo>
                    <a:lnTo>
                      <a:pt x="603" y="480"/>
                    </a:lnTo>
                    <a:lnTo>
                      <a:pt x="605" y="482"/>
                    </a:lnTo>
                    <a:lnTo>
                      <a:pt x="608" y="484"/>
                    </a:lnTo>
                    <a:close/>
                  </a:path>
                </a:pathLst>
              </a:custGeom>
              <a:solidFill>
                <a:srgbClr val="59A3CD">
                  <a:alpha val="9600"/>
                </a:srgbClr>
              </a:solidFill>
              <a:ln>
                <a:noFill/>
              </a:ln>
            </p:spPr>
            <p:txBody>
              <a:bodyPr anchor="ctr"/>
              <a:lstStyle/>
              <a:p>
                <a:pPr algn="ctr">
                  <a:buNone/>
                </a:pPr>
              </a:p>
            </p:txBody>
          </p:sp>
          <p:sp>
            <p:nvSpPr>
              <p:cNvPr id="7586" name="addition:spatial:75">
                <a:extLst>
                  <a:ext uri="{FF2B5EF4-FFF2-40B4-BE49-F238E27FC236}">
                    <ns2:creationId id="{B46CAA47-33B0-4F09-A0C7-5BC0BE9AA581}"/>
                  </a:ext>
                </a:extLst>
              </p:cNvPr>
              <p:cNvSpPr>
                <a:spLocks noGrp="1"/>
              </p:cNvSpPr>
              <p:nvPr/>
            </p:nvSpPr>
            <p:spPr>
              <a:xfrm>
                <a:off x="5648325" y="1666875"/>
                <a:ext cx="840608" cy="896569"/>
              </a:xfrm>
              <a:custGeom>
                <a:rect l="l" t="t" r="r" b="b"/>
                <a:pathLst>
                  <a:path w="634" h="530">
                    <a:moveTo>
                      <a:pt x="0" y="0"/>
                    </a:moveTo>
                    <a:moveTo>
                      <a:pt x="626" y="505"/>
                    </a:moveTo>
                    <a:lnTo>
                      <a:pt x="625" y="507"/>
                    </a:lnTo>
                    <a:lnTo>
                      <a:pt x="624" y="509"/>
                    </a:lnTo>
                    <a:lnTo>
                      <a:pt x="623" y="511"/>
                    </a:lnTo>
                    <a:lnTo>
                      <a:pt x="623" y="513"/>
                    </a:lnTo>
                    <a:lnTo>
                      <a:pt x="623" y="515"/>
                    </a:lnTo>
                    <a:lnTo>
                      <a:pt x="624" y="518"/>
                    </a:lnTo>
                    <a:lnTo>
                      <a:pt x="625" y="521"/>
                    </a:lnTo>
                    <a:lnTo>
                      <a:pt x="623" y="523"/>
                    </a:lnTo>
                    <a:lnTo>
                      <a:pt x="620" y="524"/>
                    </a:lnTo>
                    <a:lnTo>
                      <a:pt x="616" y="524"/>
                    </a:lnTo>
                    <a:lnTo>
                      <a:pt x="613" y="525"/>
                    </a:lnTo>
                    <a:lnTo>
                      <a:pt x="611" y="526"/>
                    </a:lnTo>
                    <a:lnTo>
                      <a:pt x="610" y="528"/>
                    </a:lnTo>
                    <a:lnTo>
                      <a:pt x="608" y="530"/>
                    </a:lnTo>
                    <a:lnTo>
                      <a:pt x="605" y="529"/>
                    </a:lnTo>
                    <a:lnTo>
                      <a:pt x="602" y="527"/>
                    </a:lnTo>
                    <a:lnTo>
                      <a:pt x="600" y="526"/>
                    </a:lnTo>
                    <a:lnTo>
                      <a:pt x="598" y="527"/>
                    </a:lnTo>
                    <a:lnTo>
                      <a:pt x="595" y="528"/>
                    </a:lnTo>
                    <a:lnTo>
                      <a:pt x="592" y="529"/>
                    </a:lnTo>
                    <a:lnTo>
                      <a:pt x="589" y="529"/>
                    </a:lnTo>
                    <a:lnTo>
                      <a:pt x="586" y="529"/>
                    </a:lnTo>
                    <a:lnTo>
                      <a:pt x="583" y="529"/>
                    </a:lnTo>
                    <a:lnTo>
                      <a:pt x="579" y="529"/>
                    </a:lnTo>
                    <a:lnTo>
                      <a:pt x="576" y="527"/>
                    </a:lnTo>
                    <a:lnTo>
                      <a:pt x="575" y="524"/>
                    </a:lnTo>
                    <a:lnTo>
                      <a:pt x="576" y="520"/>
                    </a:lnTo>
                    <a:lnTo>
                      <a:pt x="577" y="517"/>
                    </a:lnTo>
                    <a:lnTo>
                      <a:pt x="575" y="516"/>
                    </a:lnTo>
                    <a:lnTo>
                      <a:pt x="571" y="515"/>
                    </a:lnTo>
                    <a:lnTo>
                      <a:pt x="567" y="514"/>
                    </a:lnTo>
                    <a:lnTo>
                      <a:pt x="565" y="512"/>
                    </a:lnTo>
                    <a:lnTo>
                      <a:pt x="564" y="509"/>
                    </a:lnTo>
                    <a:lnTo>
                      <a:pt x="564" y="507"/>
                    </a:lnTo>
                    <a:lnTo>
                      <a:pt x="563" y="505"/>
                    </a:lnTo>
                    <a:lnTo>
                      <a:pt x="562" y="503"/>
                    </a:lnTo>
                    <a:lnTo>
                      <a:pt x="561" y="500"/>
                    </a:lnTo>
                    <a:lnTo>
                      <a:pt x="561" y="498"/>
                    </a:lnTo>
                    <a:lnTo>
                      <a:pt x="563" y="496"/>
                    </a:lnTo>
                    <a:lnTo>
                      <a:pt x="564" y="494"/>
                    </a:lnTo>
                    <a:lnTo>
                      <a:pt x="566" y="492"/>
                    </a:lnTo>
                    <a:lnTo>
                      <a:pt x="567" y="490"/>
                    </a:lnTo>
                    <a:lnTo>
                      <a:pt x="570" y="489"/>
                    </a:lnTo>
                    <a:lnTo>
                      <a:pt x="575" y="489"/>
                    </a:lnTo>
                    <a:lnTo>
                      <a:pt x="579" y="489"/>
                    </a:lnTo>
                    <a:lnTo>
                      <a:pt x="581" y="488"/>
                    </a:lnTo>
                    <a:lnTo>
                      <a:pt x="582" y="485"/>
                    </a:lnTo>
                    <a:lnTo>
                      <a:pt x="583" y="481"/>
                    </a:lnTo>
                    <a:lnTo>
                      <a:pt x="585" y="478"/>
                    </a:lnTo>
                    <a:lnTo>
                      <a:pt x="589" y="478"/>
                    </a:lnTo>
                    <a:lnTo>
                      <a:pt x="593" y="478"/>
                    </a:lnTo>
                    <a:lnTo>
                      <a:pt x="597" y="479"/>
                    </a:lnTo>
                    <a:lnTo>
                      <a:pt x="600" y="480"/>
                    </a:lnTo>
                    <a:lnTo>
                      <a:pt x="604" y="480"/>
                    </a:lnTo>
                    <a:lnTo>
                      <a:pt x="607" y="482"/>
                    </a:lnTo>
                    <a:lnTo>
                      <a:pt x="609" y="483"/>
                    </a:lnTo>
                    <a:lnTo>
                      <a:pt x="612" y="485"/>
                    </a:lnTo>
                    <a:lnTo>
                      <a:pt x="614" y="485"/>
                    </a:lnTo>
                    <a:lnTo>
                      <a:pt x="618" y="485"/>
                    </a:lnTo>
                    <a:lnTo>
                      <a:pt x="621" y="486"/>
                    </a:lnTo>
                    <a:lnTo>
                      <a:pt x="622" y="487"/>
                    </a:lnTo>
                    <a:lnTo>
                      <a:pt x="623" y="490"/>
                    </a:lnTo>
                    <a:lnTo>
                      <a:pt x="624" y="492"/>
                    </a:lnTo>
                    <a:lnTo>
                      <a:pt x="626" y="493"/>
                    </a:lnTo>
                    <a:lnTo>
                      <a:pt x="630" y="493"/>
                    </a:lnTo>
                    <a:lnTo>
                      <a:pt x="634" y="495"/>
                    </a:lnTo>
                    <a:lnTo>
                      <a:pt x="634" y="497"/>
                    </a:lnTo>
                    <a:lnTo>
                      <a:pt x="632" y="500"/>
                    </a:lnTo>
                    <a:lnTo>
                      <a:pt x="628" y="503"/>
                    </a:lnTo>
                    <a:close/>
                  </a:path>
                </a:pathLst>
              </a:custGeom>
              <a:solidFill>
                <a:srgbClr val="59A3CD">
                  <a:alpha val="9600"/>
                </a:srgbClr>
              </a:solidFill>
              <a:ln>
                <a:noFill/>
              </a:ln>
            </p:spPr>
            <p:txBody>
              <a:bodyPr anchor="ctr"/>
              <a:lstStyle/>
              <a:p>
                <a:pPr algn="ctr">
                  <a:buNone/>
                </a:pPr>
              </a:p>
            </p:txBody>
          </p:sp>
          <p:sp>
            <p:nvSpPr>
              <p:cNvPr id="7587" name="addition:spatial:76">
                <a:extLst>
                  <a:ext uri="{FF2B5EF4-FFF2-40B4-BE49-F238E27FC236}">
                    <ns2:creationId id="{2B1DD9E5-6E03-4F14-952E-9489438B5F0C}"/>
                  </a:ext>
                </a:extLst>
              </p:cNvPr>
              <p:cNvSpPr>
                <a:spLocks noGrp="1"/>
              </p:cNvSpPr>
              <p:nvPr/>
            </p:nvSpPr>
            <p:spPr>
              <a:xfrm>
                <a:off x="5648325" y="1666875"/>
                <a:ext cx="822046" cy="933785"/>
              </a:xfrm>
              <a:custGeom>
                <a:rect l="l" t="t" r="r" b="b"/>
                <a:pathLst>
                  <a:path w="620" h="552">
                    <a:moveTo>
                      <a:pt x="0" y="0"/>
                    </a:moveTo>
                    <a:moveTo>
                      <a:pt x="616" y="526"/>
                    </a:moveTo>
                    <a:lnTo>
                      <a:pt x="615" y="528"/>
                    </a:lnTo>
                    <a:lnTo>
                      <a:pt x="612" y="530"/>
                    </a:lnTo>
                    <a:lnTo>
                      <a:pt x="610" y="532"/>
                    </a:lnTo>
                    <a:lnTo>
                      <a:pt x="609" y="534"/>
                    </a:lnTo>
                    <a:lnTo>
                      <a:pt x="608" y="537"/>
                    </a:lnTo>
                    <a:lnTo>
                      <a:pt x="606" y="538"/>
                    </a:lnTo>
                    <a:lnTo>
                      <a:pt x="603" y="540"/>
                    </a:lnTo>
                    <a:lnTo>
                      <a:pt x="601" y="541"/>
                    </a:lnTo>
                    <a:lnTo>
                      <a:pt x="600" y="544"/>
                    </a:lnTo>
                    <a:lnTo>
                      <a:pt x="600" y="547"/>
                    </a:lnTo>
                    <a:lnTo>
                      <a:pt x="599" y="551"/>
                    </a:lnTo>
                    <a:lnTo>
                      <a:pt x="595" y="552"/>
                    </a:lnTo>
                    <a:lnTo>
                      <a:pt x="590" y="551"/>
                    </a:lnTo>
                    <a:lnTo>
                      <a:pt x="586" y="549"/>
                    </a:lnTo>
                    <a:lnTo>
                      <a:pt x="582" y="548"/>
                    </a:lnTo>
                    <a:lnTo>
                      <a:pt x="579" y="548"/>
                    </a:lnTo>
                    <a:lnTo>
                      <a:pt x="577" y="549"/>
                    </a:lnTo>
                    <a:lnTo>
                      <a:pt x="574" y="549"/>
                    </a:lnTo>
                    <a:lnTo>
                      <a:pt x="571" y="550"/>
                    </a:lnTo>
                    <a:lnTo>
                      <a:pt x="568" y="550"/>
                    </a:lnTo>
                    <a:lnTo>
                      <a:pt x="565" y="550"/>
                    </a:lnTo>
                    <a:lnTo>
                      <a:pt x="561" y="551"/>
                    </a:lnTo>
                    <a:lnTo>
                      <a:pt x="557" y="550"/>
                    </a:lnTo>
                    <a:lnTo>
                      <a:pt x="555" y="548"/>
                    </a:lnTo>
                    <a:lnTo>
                      <a:pt x="554" y="546"/>
                    </a:lnTo>
                    <a:lnTo>
                      <a:pt x="552" y="544"/>
                    </a:lnTo>
                    <a:lnTo>
                      <a:pt x="549" y="542"/>
                    </a:lnTo>
                    <a:lnTo>
                      <a:pt x="545" y="542"/>
                    </a:lnTo>
                    <a:lnTo>
                      <a:pt x="542" y="540"/>
                    </a:lnTo>
                    <a:lnTo>
                      <a:pt x="542" y="537"/>
                    </a:lnTo>
                    <a:lnTo>
                      <a:pt x="544" y="534"/>
                    </a:lnTo>
                    <a:lnTo>
                      <a:pt x="545" y="532"/>
                    </a:lnTo>
                    <a:lnTo>
                      <a:pt x="544" y="530"/>
                    </a:lnTo>
                    <a:lnTo>
                      <a:pt x="540" y="528"/>
                    </a:lnTo>
                    <a:lnTo>
                      <a:pt x="536" y="526"/>
                    </a:lnTo>
                    <a:lnTo>
                      <a:pt x="534" y="524"/>
                    </a:lnTo>
                    <a:lnTo>
                      <a:pt x="533" y="521"/>
                    </a:lnTo>
                    <a:lnTo>
                      <a:pt x="532" y="519"/>
                    </a:lnTo>
                    <a:lnTo>
                      <a:pt x="532" y="516"/>
                    </a:lnTo>
                    <a:lnTo>
                      <a:pt x="533" y="514"/>
                    </a:lnTo>
                    <a:lnTo>
                      <a:pt x="537" y="512"/>
                    </a:lnTo>
                    <a:lnTo>
                      <a:pt x="542" y="512"/>
                    </a:lnTo>
                    <a:lnTo>
                      <a:pt x="547" y="512"/>
                    </a:lnTo>
                    <a:lnTo>
                      <a:pt x="549" y="510"/>
                    </a:lnTo>
                    <a:lnTo>
                      <a:pt x="550" y="508"/>
                    </a:lnTo>
                    <a:lnTo>
                      <a:pt x="551" y="505"/>
                    </a:lnTo>
                    <a:lnTo>
                      <a:pt x="553" y="503"/>
                    </a:lnTo>
                    <a:lnTo>
                      <a:pt x="558" y="503"/>
                    </a:lnTo>
                    <a:lnTo>
                      <a:pt x="562" y="503"/>
                    </a:lnTo>
                    <a:lnTo>
                      <a:pt x="566" y="503"/>
                    </a:lnTo>
                    <a:lnTo>
                      <a:pt x="569" y="501"/>
                    </a:lnTo>
                    <a:lnTo>
                      <a:pt x="573" y="499"/>
                    </a:lnTo>
                    <a:lnTo>
                      <a:pt x="578" y="498"/>
                    </a:lnTo>
                    <a:lnTo>
                      <a:pt x="582" y="499"/>
                    </a:lnTo>
                    <a:lnTo>
                      <a:pt x="586" y="500"/>
                    </a:lnTo>
                    <a:lnTo>
                      <a:pt x="590" y="501"/>
                    </a:lnTo>
                    <a:lnTo>
                      <a:pt x="594" y="503"/>
                    </a:lnTo>
                    <a:lnTo>
                      <a:pt x="597" y="504"/>
                    </a:lnTo>
                    <a:lnTo>
                      <a:pt x="598" y="507"/>
                    </a:lnTo>
                    <a:lnTo>
                      <a:pt x="599" y="510"/>
                    </a:lnTo>
                    <a:lnTo>
                      <a:pt x="602" y="511"/>
                    </a:lnTo>
                    <a:lnTo>
                      <a:pt x="606" y="511"/>
                    </a:lnTo>
                    <a:lnTo>
                      <a:pt x="612" y="511"/>
                    </a:lnTo>
                    <a:lnTo>
                      <a:pt x="618" y="511"/>
                    </a:lnTo>
                    <a:lnTo>
                      <a:pt x="620" y="513"/>
                    </a:lnTo>
                    <a:lnTo>
                      <a:pt x="619" y="516"/>
                    </a:lnTo>
                    <a:lnTo>
                      <a:pt x="617" y="519"/>
                    </a:lnTo>
                    <a:lnTo>
                      <a:pt x="616" y="521"/>
                    </a:lnTo>
                    <a:lnTo>
                      <a:pt x="616" y="524"/>
                    </a:lnTo>
                    <a:close/>
                  </a:path>
                </a:pathLst>
              </a:custGeom>
              <a:solidFill>
                <a:srgbClr val="59A3CD">
                  <a:alpha val="9600"/>
                </a:srgbClr>
              </a:solidFill>
              <a:ln>
                <a:noFill/>
              </a:ln>
            </p:spPr>
            <p:txBody>
              <a:bodyPr anchor="ctr"/>
              <a:lstStyle/>
              <a:p>
                <a:pPr algn="ctr">
                  <a:buNone/>
                </a:pPr>
              </a:p>
            </p:txBody>
          </p:sp>
          <p:sp>
            <p:nvSpPr>
              <p:cNvPr id="7588" name="addition:spatial:77">
                <a:extLst>
                  <a:ext uri="{FF2B5EF4-FFF2-40B4-BE49-F238E27FC236}">
                    <ns2:creationId id="{B4021880-D64D-4559-9EE4-0D4F155F5B88}"/>
                  </a:ext>
                </a:extLst>
              </p:cNvPr>
              <p:cNvSpPr>
                <a:spLocks noGrp="1"/>
              </p:cNvSpPr>
              <p:nvPr/>
            </p:nvSpPr>
            <p:spPr>
              <a:xfrm>
                <a:off x="5648325" y="1666875"/>
                <a:ext cx="758403" cy="937169"/>
              </a:xfrm>
              <a:custGeom>
                <a:rect l="l" t="t" r="r" b="b"/>
                <a:pathLst>
                  <a:path w="572" h="554">
                    <a:moveTo>
                      <a:pt x="0" y="0"/>
                    </a:moveTo>
                    <a:moveTo>
                      <a:pt x="571" y="528"/>
                    </a:moveTo>
                    <a:lnTo>
                      <a:pt x="571" y="531"/>
                    </a:lnTo>
                    <a:lnTo>
                      <a:pt x="568" y="533"/>
                    </a:lnTo>
                    <a:lnTo>
                      <a:pt x="565" y="534"/>
                    </a:lnTo>
                    <a:lnTo>
                      <a:pt x="562" y="536"/>
                    </a:lnTo>
                    <a:lnTo>
                      <a:pt x="562" y="538"/>
                    </a:lnTo>
                    <a:lnTo>
                      <a:pt x="565" y="541"/>
                    </a:lnTo>
                    <a:lnTo>
                      <a:pt x="566" y="544"/>
                    </a:lnTo>
                    <a:lnTo>
                      <a:pt x="566" y="547"/>
                    </a:lnTo>
                    <a:lnTo>
                      <a:pt x="563" y="548"/>
                    </a:lnTo>
                    <a:lnTo>
                      <a:pt x="559" y="549"/>
                    </a:lnTo>
                    <a:lnTo>
                      <a:pt x="556" y="549"/>
                    </a:lnTo>
                    <a:lnTo>
                      <a:pt x="553" y="550"/>
                    </a:lnTo>
                    <a:lnTo>
                      <a:pt x="551" y="550"/>
                    </a:lnTo>
                    <a:lnTo>
                      <a:pt x="548" y="550"/>
                    </a:lnTo>
                    <a:lnTo>
                      <a:pt x="545" y="549"/>
                    </a:lnTo>
                    <a:lnTo>
                      <a:pt x="543" y="550"/>
                    </a:lnTo>
                    <a:lnTo>
                      <a:pt x="541" y="552"/>
                    </a:lnTo>
                    <a:lnTo>
                      <a:pt x="538" y="554"/>
                    </a:lnTo>
                    <a:lnTo>
                      <a:pt x="535" y="554"/>
                    </a:lnTo>
                    <a:lnTo>
                      <a:pt x="532" y="553"/>
                    </a:lnTo>
                    <a:lnTo>
                      <a:pt x="530" y="551"/>
                    </a:lnTo>
                    <a:lnTo>
                      <a:pt x="527" y="550"/>
                    </a:lnTo>
                    <a:lnTo>
                      <a:pt x="524" y="550"/>
                    </a:lnTo>
                    <a:lnTo>
                      <a:pt x="519" y="551"/>
                    </a:lnTo>
                    <a:lnTo>
                      <a:pt x="516" y="550"/>
                    </a:lnTo>
                    <a:lnTo>
                      <a:pt x="514" y="548"/>
                    </a:lnTo>
                    <a:lnTo>
                      <a:pt x="514" y="544"/>
                    </a:lnTo>
                    <a:lnTo>
                      <a:pt x="513" y="542"/>
                    </a:lnTo>
                    <a:lnTo>
                      <a:pt x="512" y="540"/>
                    </a:lnTo>
                    <a:lnTo>
                      <a:pt x="510" y="538"/>
                    </a:lnTo>
                    <a:lnTo>
                      <a:pt x="509" y="536"/>
                    </a:lnTo>
                    <a:lnTo>
                      <a:pt x="507" y="534"/>
                    </a:lnTo>
                    <a:lnTo>
                      <a:pt x="505" y="532"/>
                    </a:lnTo>
                    <a:lnTo>
                      <a:pt x="501" y="531"/>
                    </a:lnTo>
                    <a:lnTo>
                      <a:pt x="497" y="528"/>
                    </a:lnTo>
                    <a:lnTo>
                      <a:pt x="495" y="526"/>
                    </a:lnTo>
                    <a:lnTo>
                      <a:pt x="496" y="523"/>
                    </a:lnTo>
                    <a:lnTo>
                      <a:pt x="500" y="522"/>
                    </a:lnTo>
                    <a:lnTo>
                      <a:pt x="504" y="520"/>
                    </a:lnTo>
                    <a:lnTo>
                      <a:pt x="506" y="519"/>
                    </a:lnTo>
                    <a:lnTo>
                      <a:pt x="507" y="516"/>
                    </a:lnTo>
                    <a:lnTo>
                      <a:pt x="507" y="514"/>
                    </a:lnTo>
                    <a:lnTo>
                      <a:pt x="509" y="512"/>
                    </a:lnTo>
                    <a:lnTo>
                      <a:pt x="513" y="511"/>
                    </a:lnTo>
                    <a:lnTo>
                      <a:pt x="516" y="511"/>
                    </a:lnTo>
                    <a:lnTo>
                      <a:pt x="519" y="509"/>
                    </a:lnTo>
                    <a:lnTo>
                      <a:pt x="521" y="507"/>
                    </a:lnTo>
                    <a:lnTo>
                      <a:pt x="524" y="506"/>
                    </a:lnTo>
                    <a:lnTo>
                      <a:pt x="527" y="504"/>
                    </a:lnTo>
                    <a:lnTo>
                      <a:pt x="530" y="504"/>
                    </a:lnTo>
                    <a:lnTo>
                      <a:pt x="534" y="503"/>
                    </a:lnTo>
                    <a:lnTo>
                      <a:pt x="538" y="501"/>
                    </a:lnTo>
                    <a:lnTo>
                      <a:pt x="541" y="500"/>
                    </a:lnTo>
                    <a:lnTo>
                      <a:pt x="545" y="501"/>
                    </a:lnTo>
                    <a:lnTo>
                      <a:pt x="548" y="505"/>
                    </a:lnTo>
                    <a:lnTo>
                      <a:pt x="550" y="508"/>
                    </a:lnTo>
                    <a:lnTo>
                      <a:pt x="551" y="510"/>
                    </a:lnTo>
                    <a:lnTo>
                      <a:pt x="554" y="510"/>
                    </a:lnTo>
                    <a:lnTo>
                      <a:pt x="558" y="509"/>
                    </a:lnTo>
                    <a:lnTo>
                      <a:pt x="562" y="509"/>
                    </a:lnTo>
                    <a:lnTo>
                      <a:pt x="565" y="510"/>
                    </a:lnTo>
                    <a:lnTo>
                      <a:pt x="567" y="512"/>
                    </a:lnTo>
                    <a:lnTo>
                      <a:pt x="568" y="513"/>
                    </a:lnTo>
                    <a:lnTo>
                      <a:pt x="570" y="515"/>
                    </a:lnTo>
                    <a:lnTo>
                      <a:pt x="572" y="517"/>
                    </a:lnTo>
                    <a:lnTo>
                      <a:pt x="572" y="519"/>
                    </a:lnTo>
                    <a:lnTo>
                      <a:pt x="571" y="522"/>
                    </a:lnTo>
                    <a:lnTo>
                      <a:pt x="570" y="524"/>
                    </a:lnTo>
                    <a:lnTo>
                      <a:pt x="570" y="526"/>
                    </a:lnTo>
                    <a:close/>
                  </a:path>
                </a:pathLst>
              </a:custGeom>
              <a:solidFill>
                <a:srgbClr val="59A3CD">
                  <a:alpha val="9600"/>
                </a:srgbClr>
              </a:solidFill>
              <a:ln>
                <a:noFill/>
              </a:ln>
            </p:spPr>
            <p:txBody>
              <a:bodyPr anchor="ctr"/>
              <a:lstStyle/>
              <a:p>
                <a:pPr algn="ctr">
                  <a:buNone/>
                </a:pPr>
              </a:p>
            </p:txBody>
          </p:sp>
          <p:sp>
            <p:nvSpPr>
              <p:cNvPr id="7589" name="addition:spatial:78">
                <a:extLst>
                  <a:ext uri="{FF2B5EF4-FFF2-40B4-BE49-F238E27FC236}">
                    <ns2:creationId id="{69A57AC7-C95E-46DC-9989-4933887F86B9}"/>
                  </a:ext>
                </a:extLst>
              </p:cNvPr>
              <p:cNvSpPr>
                <a:spLocks noGrp="1"/>
              </p:cNvSpPr>
              <p:nvPr/>
            </p:nvSpPr>
            <p:spPr>
              <a:xfrm>
                <a:off x="5648325" y="1666875"/>
                <a:ext cx="709346" cy="918561"/>
              </a:xfrm>
              <a:custGeom>
                <a:rect l="l" t="t" r="r" b="b"/>
                <a:pathLst>
                  <a:path w="535" h="543">
                    <a:moveTo>
                      <a:pt x="0" y="0"/>
                    </a:moveTo>
                    <a:moveTo>
                      <a:pt x="530" y="519"/>
                    </a:moveTo>
                    <a:lnTo>
                      <a:pt x="532" y="521"/>
                    </a:lnTo>
                    <a:lnTo>
                      <a:pt x="533" y="523"/>
                    </a:lnTo>
                    <a:lnTo>
                      <a:pt x="532" y="525"/>
                    </a:lnTo>
                    <a:lnTo>
                      <a:pt x="530" y="526"/>
                    </a:lnTo>
                    <a:lnTo>
                      <a:pt x="529" y="528"/>
                    </a:lnTo>
                    <a:lnTo>
                      <a:pt x="529" y="530"/>
                    </a:lnTo>
                    <a:lnTo>
                      <a:pt x="530" y="532"/>
                    </a:lnTo>
                    <a:lnTo>
                      <a:pt x="529" y="535"/>
                    </a:lnTo>
                    <a:lnTo>
                      <a:pt x="528" y="536"/>
                    </a:lnTo>
                    <a:lnTo>
                      <a:pt x="525" y="537"/>
                    </a:lnTo>
                    <a:lnTo>
                      <a:pt x="523" y="537"/>
                    </a:lnTo>
                    <a:lnTo>
                      <a:pt x="521" y="538"/>
                    </a:lnTo>
                    <a:lnTo>
                      <a:pt x="519" y="538"/>
                    </a:lnTo>
                    <a:lnTo>
                      <a:pt x="516" y="538"/>
                    </a:lnTo>
                    <a:lnTo>
                      <a:pt x="514" y="537"/>
                    </a:lnTo>
                    <a:lnTo>
                      <a:pt x="512" y="536"/>
                    </a:lnTo>
                    <a:lnTo>
                      <a:pt x="511" y="538"/>
                    </a:lnTo>
                    <a:lnTo>
                      <a:pt x="508" y="540"/>
                    </a:lnTo>
                    <a:lnTo>
                      <a:pt x="505" y="543"/>
                    </a:lnTo>
                    <a:lnTo>
                      <a:pt x="503" y="543"/>
                    </a:lnTo>
                    <a:lnTo>
                      <a:pt x="500" y="541"/>
                    </a:lnTo>
                    <a:lnTo>
                      <a:pt x="498" y="539"/>
                    </a:lnTo>
                    <a:lnTo>
                      <a:pt x="496" y="538"/>
                    </a:lnTo>
                    <a:lnTo>
                      <a:pt x="494" y="537"/>
                    </a:lnTo>
                    <a:lnTo>
                      <a:pt x="491" y="536"/>
                    </a:lnTo>
                    <a:lnTo>
                      <a:pt x="489" y="534"/>
                    </a:lnTo>
                    <a:lnTo>
                      <a:pt x="488" y="532"/>
                    </a:lnTo>
                    <a:lnTo>
                      <a:pt x="487" y="531"/>
                    </a:lnTo>
                    <a:lnTo>
                      <a:pt x="485" y="529"/>
                    </a:lnTo>
                    <a:lnTo>
                      <a:pt x="483" y="528"/>
                    </a:lnTo>
                    <a:lnTo>
                      <a:pt x="481" y="527"/>
                    </a:lnTo>
                    <a:lnTo>
                      <a:pt x="481" y="525"/>
                    </a:lnTo>
                    <a:lnTo>
                      <a:pt x="481" y="523"/>
                    </a:lnTo>
                    <a:lnTo>
                      <a:pt x="479" y="521"/>
                    </a:lnTo>
                    <a:lnTo>
                      <a:pt x="476" y="519"/>
                    </a:lnTo>
                    <a:lnTo>
                      <a:pt x="473" y="517"/>
                    </a:lnTo>
                    <a:lnTo>
                      <a:pt x="473" y="515"/>
                    </a:lnTo>
                    <a:lnTo>
                      <a:pt x="475" y="513"/>
                    </a:lnTo>
                    <a:lnTo>
                      <a:pt x="479" y="512"/>
                    </a:lnTo>
                    <a:lnTo>
                      <a:pt x="483" y="511"/>
                    </a:lnTo>
                    <a:lnTo>
                      <a:pt x="485" y="510"/>
                    </a:lnTo>
                    <a:lnTo>
                      <a:pt x="486" y="508"/>
                    </a:lnTo>
                    <a:lnTo>
                      <a:pt x="487" y="507"/>
                    </a:lnTo>
                    <a:lnTo>
                      <a:pt x="489" y="505"/>
                    </a:lnTo>
                    <a:lnTo>
                      <a:pt x="491" y="504"/>
                    </a:lnTo>
                    <a:lnTo>
                      <a:pt x="492" y="502"/>
                    </a:lnTo>
                    <a:lnTo>
                      <a:pt x="494" y="500"/>
                    </a:lnTo>
                    <a:lnTo>
                      <a:pt x="496" y="498"/>
                    </a:lnTo>
                    <a:lnTo>
                      <a:pt x="499" y="498"/>
                    </a:lnTo>
                    <a:lnTo>
                      <a:pt x="503" y="498"/>
                    </a:lnTo>
                    <a:lnTo>
                      <a:pt x="506" y="499"/>
                    </a:lnTo>
                    <a:lnTo>
                      <a:pt x="508" y="499"/>
                    </a:lnTo>
                    <a:lnTo>
                      <a:pt x="511" y="498"/>
                    </a:lnTo>
                    <a:lnTo>
                      <a:pt x="514" y="497"/>
                    </a:lnTo>
                    <a:lnTo>
                      <a:pt x="516" y="498"/>
                    </a:lnTo>
                    <a:lnTo>
                      <a:pt x="518" y="501"/>
                    </a:lnTo>
                    <a:lnTo>
                      <a:pt x="519" y="503"/>
                    </a:lnTo>
                    <a:lnTo>
                      <a:pt x="520" y="504"/>
                    </a:lnTo>
                    <a:lnTo>
                      <a:pt x="523" y="504"/>
                    </a:lnTo>
                    <a:lnTo>
                      <a:pt x="526" y="503"/>
                    </a:lnTo>
                    <a:lnTo>
                      <a:pt x="528" y="504"/>
                    </a:lnTo>
                    <a:lnTo>
                      <a:pt x="530" y="505"/>
                    </a:lnTo>
                    <a:lnTo>
                      <a:pt x="532" y="506"/>
                    </a:lnTo>
                    <a:lnTo>
                      <a:pt x="534" y="507"/>
                    </a:lnTo>
                    <a:lnTo>
                      <a:pt x="535" y="509"/>
                    </a:lnTo>
                    <a:lnTo>
                      <a:pt x="535" y="511"/>
                    </a:lnTo>
                    <a:lnTo>
                      <a:pt x="533" y="514"/>
                    </a:lnTo>
                    <a:lnTo>
                      <a:pt x="530" y="516"/>
                    </a:lnTo>
                    <a:lnTo>
                      <a:pt x="529" y="518"/>
                    </a:lnTo>
                    <a:close/>
                  </a:path>
                </a:pathLst>
              </a:custGeom>
              <a:solidFill>
                <a:srgbClr val="59A3CD">
                  <a:alpha val="9600"/>
                </a:srgbClr>
              </a:solidFill>
              <a:ln>
                <a:noFill/>
              </a:ln>
            </p:spPr>
            <p:txBody>
              <a:bodyPr anchor="ctr"/>
              <a:lstStyle/>
              <a:p>
                <a:pPr algn="ctr">
                  <a:buNone/>
                </a:pPr>
              </a:p>
            </p:txBody>
          </p:sp>
          <p:sp>
            <p:nvSpPr>
              <p:cNvPr id="7590" name="addition:spatial:79">
                <a:extLst>
                  <a:ext uri="{FF2B5EF4-FFF2-40B4-BE49-F238E27FC236}">
                    <ns2:creationId id="{5F90D072-DE85-48FD-A454-0BB71C4FC8F4}"/>
                  </a:ext>
                </a:extLst>
              </p:cNvPr>
              <p:cNvSpPr>
                <a:spLocks noGrp="1"/>
              </p:cNvSpPr>
              <p:nvPr/>
            </p:nvSpPr>
            <p:spPr>
              <a:xfrm>
                <a:off x="5648325" y="1666875"/>
                <a:ext cx="800832" cy="920252"/>
              </a:xfrm>
              <a:custGeom>
                <a:rect l="l" t="t" r="r" b="b"/>
                <a:pathLst>
                  <a:path w="604" h="544">
                    <a:moveTo>
                      <a:pt x="0" y="0"/>
                    </a:moveTo>
                    <a:moveTo>
                      <a:pt x="602" y="516"/>
                    </a:moveTo>
                    <a:lnTo>
                      <a:pt x="599" y="518"/>
                    </a:lnTo>
                    <a:lnTo>
                      <a:pt x="595" y="520"/>
                    </a:lnTo>
                    <a:lnTo>
                      <a:pt x="593" y="522"/>
                    </a:lnTo>
                    <a:lnTo>
                      <a:pt x="593" y="525"/>
                    </a:lnTo>
                    <a:lnTo>
                      <a:pt x="593" y="528"/>
                    </a:lnTo>
                    <a:lnTo>
                      <a:pt x="592" y="530"/>
                    </a:lnTo>
                    <a:lnTo>
                      <a:pt x="588" y="531"/>
                    </a:lnTo>
                    <a:lnTo>
                      <a:pt x="583" y="532"/>
                    </a:lnTo>
                    <a:lnTo>
                      <a:pt x="580" y="533"/>
                    </a:lnTo>
                    <a:lnTo>
                      <a:pt x="579" y="536"/>
                    </a:lnTo>
                    <a:lnTo>
                      <a:pt x="578" y="540"/>
                    </a:lnTo>
                    <a:lnTo>
                      <a:pt x="576" y="543"/>
                    </a:lnTo>
                    <a:lnTo>
                      <a:pt x="572" y="544"/>
                    </a:lnTo>
                    <a:lnTo>
                      <a:pt x="567" y="543"/>
                    </a:lnTo>
                    <a:lnTo>
                      <a:pt x="563" y="542"/>
                    </a:lnTo>
                    <a:lnTo>
                      <a:pt x="559" y="542"/>
                    </a:lnTo>
                    <a:lnTo>
                      <a:pt x="556" y="541"/>
                    </a:lnTo>
                    <a:lnTo>
                      <a:pt x="553" y="540"/>
                    </a:lnTo>
                    <a:lnTo>
                      <a:pt x="551" y="539"/>
                    </a:lnTo>
                    <a:lnTo>
                      <a:pt x="548" y="538"/>
                    </a:lnTo>
                    <a:lnTo>
                      <a:pt x="545" y="540"/>
                    </a:lnTo>
                    <a:lnTo>
                      <a:pt x="540" y="542"/>
                    </a:lnTo>
                    <a:lnTo>
                      <a:pt x="536" y="543"/>
                    </a:lnTo>
                    <a:lnTo>
                      <a:pt x="533" y="541"/>
                    </a:lnTo>
                    <a:lnTo>
                      <a:pt x="531" y="538"/>
                    </a:lnTo>
                    <a:lnTo>
                      <a:pt x="531" y="535"/>
                    </a:lnTo>
                    <a:lnTo>
                      <a:pt x="529" y="533"/>
                    </a:lnTo>
                    <a:lnTo>
                      <a:pt x="526" y="532"/>
                    </a:lnTo>
                    <a:lnTo>
                      <a:pt x="522" y="530"/>
                    </a:lnTo>
                    <a:lnTo>
                      <a:pt x="521" y="528"/>
                    </a:lnTo>
                    <a:lnTo>
                      <a:pt x="522" y="525"/>
                    </a:lnTo>
                    <a:lnTo>
                      <a:pt x="523" y="522"/>
                    </a:lnTo>
                    <a:lnTo>
                      <a:pt x="523" y="520"/>
                    </a:lnTo>
                    <a:lnTo>
                      <a:pt x="521" y="518"/>
                    </a:lnTo>
                    <a:lnTo>
                      <a:pt x="520" y="516"/>
                    </a:lnTo>
                    <a:lnTo>
                      <a:pt x="519" y="514"/>
                    </a:lnTo>
                    <a:lnTo>
                      <a:pt x="519" y="511"/>
                    </a:lnTo>
                    <a:lnTo>
                      <a:pt x="517" y="509"/>
                    </a:lnTo>
                    <a:lnTo>
                      <a:pt x="514" y="505"/>
                    </a:lnTo>
                    <a:lnTo>
                      <a:pt x="512" y="502"/>
                    </a:lnTo>
                    <a:lnTo>
                      <a:pt x="513" y="499"/>
                    </a:lnTo>
                    <a:lnTo>
                      <a:pt x="519" y="499"/>
                    </a:lnTo>
                    <a:lnTo>
                      <a:pt x="525" y="499"/>
                    </a:lnTo>
                    <a:lnTo>
                      <a:pt x="529" y="499"/>
                    </a:lnTo>
                    <a:lnTo>
                      <a:pt x="531" y="497"/>
                    </a:lnTo>
                    <a:lnTo>
                      <a:pt x="532" y="495"/>
                    </a:lnTo>
                    <a:lnTo>
                      <a:pt x="534" y="493"/>
                    </a:lnTo>
                    <a:lnTo>
                      <a:pt x="537" y="491"/>
                    </a:lnTo>
                    <a:lnTo>
                      <a:pt x="541" y="491"/>
                    </a:lnTo>
                    <a:lnTo>
                      <a:pt x="545" y="490"/>
                    </a:lnTo>
                    <a:lnTo>
                      <a:pt x="548" y="489"/>
                    </a:lnTo>
                    <a:lnTo>
                      <a:pt x="552" y="487"/>
                    </a:lnTo>
                    <a:lnTo>
                      <a:pt x="557" y="487"/>
                    </a:lnTo>
                    <a:lnTo>
                      <a:pt x="561" y="488"/>
                    </a:lnTo>
                    <a:lnTo>
                      <a:pt x="565" y="489"/>
                    </a:lnTo>
                    <a:lnTo>
                      <a:pt x="570" y="489"/>
                    </a:lnTo>
                    <a:lnTo>
                      <a:pt x="575" y="489"/>
                    </a:lnTo>
                    <a:lnTo>
                      <a:pt x="579" y="490"/>
                    </a:lnTo>
                    <a:lnTo>
                      <a:pt x="582" y="493"/>
                    </a:lnTo>
                    <a:lnTo>
                      <a:pt x="582" y="497"/>
                    </a:lnTo>
                    <a:lnTo>
                      <a:pt x="582" y="500"/>
                    </a:lnTo>
                    <a:lnTo>
                      <a:pt x="585" y="501"/>
                    </a:lnTo>
                    <a:lnTo>
                      <a:pt x="590" y="501"/>
                    </a:lnTo>
                    <a:lnTo>
                      <a:pt x="596" y="502"/>
                    </a:lnTo>
                    <a:lnTo>
                      <a:pt x="601" y="503"/>
                    </a:lnTo>
                    <a:lnTo>
                      <a:pt x="603" y="505"/>
                    </a:lnTo>
                    <a:lnTo>
                      <a:pt x="603" y="508"/>
                    </a:lnTo>
                    <a:lnTo>
                      <a:pt x="604" y="511"/>
                    </a:lnTo>
                    <a:lnTo>
                      <a:pt x="604" y="513"/>
                    </a:lnTo>
                    <a:close/>
                  </a:path>
                </a:pathLst>
              </a:custGeom>
              <a:solidFill>
                <a:srgbClr val="59A3CD">
                  <a:alpha val="9600"/>
                </a:srgbClr>
              </a:solidFill>
              <a:ln>
                <a:noFill/>
              </a:ln>
            </p:spPr>
            <p:txBody>
              <a:bodyPr anchor="ctr"/>
              <a:lstStyle/>
              <a:p>
                <a:pPr algn="ctr">
                  <a:buNone/>
                </a:pPr>
              </a:p>
            </p:txBody>
          </p:sp>
          <p:sp>
            <p:nvSpPr>
              <p:cNvPr id="7591" name="addition:spatial:80">
                <a:extLst>
                  <a:ext uri="{FF2B5EF4-FFF2-40B4-BE49-F238E27FC236}">
                    <ns2:creationId id="{26A0085A-718F-4647-972D-28A2F3DB0B66}"/>
                  </a:ext>
                </a:extLst>
              </p:cNvPr>
              <p:cNvSpPr>
                <a:spLocks noGrp="1"/>
              </p:cNvSpPr>
              <p:nvPr/>
            </p:nvSpPr>
            <p:spPr>
              <a:xfrm>
                <a:off x="5648325" y="1666875"/>
                <a:ext cx="828675" cy="935477"/>
              </a:xfrm>
              <a:custGeom>
                <a:rect l="l" t="t" r="r" b="b"/>
                <a:pathLst>
                  <a:path w="625" h="553">
                    <a:moveTo>
                      <a:pt x="0" y="0"/>
                    </a:moveTo>
                    <a:moveTo>
                      <a:pt x="624" y="511"/>
                    </a:moveTo>
                    <a:lnTo>
                      <a:pt x="617" y="515"/>
                    </a:lnTo>
                    <a:lnTo>
                      <a:pt x="609" y="517"/>
                    </a:lnTo>
                    <a:lnTo>
                      <a:pt x="603" y="520"/>
                    </a:lnTo>
                    <a:lnTo>
                      <a:pt x="602" y="523"/>
                    </a:lnTo>
                    <a:lnTo>
                      <a:pt x="603" y="527"/>
                    </a:lnTo>
                    <a:lnTo>
                      <a:pt x="602" y="531"/>
                    </a:lnTo>
                    <a:lnTo>
                      <a:pt x="599" y="534"/>
                    </a:lnTo>
                    <a:lnTo>
                      <a:pt x="594" y="536"/>
                    </a:lnTo>
                    <a:lnTo>
                      <a:pt x="590" y="538"/>
                    </a:lnTo>
                    <a:lnTo>
                      <a:pt x="587" y="542"/>
                    </a:lnTo>
                    <a:lnTo>
                      <a:pt x="584" y="545"/>
                    </a:lnTo>
                    <a:lnTo>
                      <a:pt x="579" y="547"/>
                    </a:lnTo>
                    <a:lnTo>
                      <a:pt x="574" y="548"/>
                    </a:lnTo>
                    <a:lnTo>
                      <a:pt x="568" y="549"/>
                    </a:lnTo>
                    <a:lnTo>
                      <a:pt x="564" y="551"/>
                    </a:lnTo>
                    <a:lnTo>
                      <a:pt x="559" y="552"/>
                    </a:lnTo>
                    <a:lnTo>
                      <a:pt x="554" y="553"/>
                    </a:lnTo>
                    <a:lnTo>
                      <a:pt x="549" y="550"/>
                    </a:lnTo>
                    <a:lnTo>
                      <a:pt x="545" y="545"/>
                    </a:lnTo>
                    <a:lnTo>
                      <a:pt x="543" y="541"/>
                    </a:lnTo>
                    <a:lnTo>
                      <a:pt x="539" y="542"/>
                    </a:lnTo>
                    <a:lnTo>
                      <a:pt x="534" y="544"/>
                    </a:lnTo>
                    <a:lnTo>
                      <a:pt x="527" y="547"/>
                    </a:lnTo>
                    <a:lnTo>
                      <a:pt x="521" y="547"/>
                    </a:lnTo>
                    <a:lnTo>
                      <a:pt x="518" y="545"/>
                    </a:lnTo>
                    <a:lnTo>
                      <a:pt x="515" y="541"/>
                    </a:lnTo>
                    <a:lnTo>
                      <a:pt x="513" y="538"/>
                    </a:lnTo>
                    <a:lnTo>
                      <a:pt x="510" y="535"/>
                    </a:lnTo>
                    <a:lnTo>
                      <a:pt x="509" y="532"/>
                    </a:lnTo>
                    <a:lnTo>
                      <a:pt x="510" y="527"/>
                    </a:lnTo>
                    <a:lnTo>
                      <a:pt x="511" y="523"/>
                    </a:lnTo>
                    <a:lnTo>
                      <a:pt x="511" y="520"/>
                    </a:lnTo>
                    <a:lnTo>
                      <a:pt x="507" y="518"/>
                    </a:lnTo>
                    <a:lnTo>
                      <a:pt x="503" y="515"/>
                    </a:lnTo>
                    <a:lnTo>
                      <a:pt x="502" y="511"/>
                    </a:lnTo>
                    <a:lnTo>
                      <a:pt x="504" y="508"/>
                    </a:lnTo>
                    <a:lnTo>
                      <a:pt x="507" y="505"/>
                    </a:lnTo>
                    <a:lnTo>
                      <a:pt x="507" y="502"/>
                    </a:lnTo>
                    <a:lnTo>
                      <a:pt x="504" y="497"/>
                    </a:lnTo>
                    <a:lnTo>
                      <a:pt x="499" y="492"/>
                    </a:lnTo>
                    <a:lnTo>
                      <a:pt x="498" y="488"/>
                    </a:lnTo>
                    <a:lnTo>
                      <a:pt x="502" y="485"/>
                    </a:lnTo>
                    <a:lnTo>
                      <a:pt x="508" y="484"/>
                    </a:lnTo>
                    <a:lnTo>
                      <a:pt x="514" y="483"/>
                    </a:lnTo>
                    <a:lnTo>
                      <a:pt x="518" y="482"/>
                    </a:lnTo>
                    <a:lnTo>
                      <a:pt x="523" y="481"/>
                    </a:lnTo>
                    <a:lnTo>
                      <a:pt x="527" y="480"/>
                    </a:lnTo>
                    <a:lnTo>
                      <a:pt x="532" y="480"/>
                    </a:lnTo>
                    <a:lnTo>
                      <a:pt x="535" y="479"/>
                    </a:lnTo>
                    <a:lnTo>
                      <a:pt x="539" y="475"/>
                    </a:lnTo>
                    <a:lnTo>
                      <a:pt x="543" y="470"/>
                    </a:lnTo>
                    <a:lnTo>
                      <a:pt x="548" y="467"/>
                    </a:lnTo>
                    <a:lnTo>
                      <a:pt x="554" y="467"/>
                    </a:lnTo>
                    <a:lnTo>
                      <a:pt x="560" y="471"/>
                    </a:lnTo>
                    <a:lnTo>
                      <a:pt x="565" y="474"/>
                    </a:lnTo>
                    <a:lnTo>
                      <a:pt x="570" y="475"/>
                    </a:lnTo>
                    <a:lnTo>
                      <a:pt x="577" y="474"/>
                    </a:lnTo>
                    <a:lnTo>
                      <a:pt x="583" y="475"/>
                    </a:lnTo>
                    <a:lnTo>
                      <a:pt x="588" y="477"/>
                    </a:lnTo>
                    <a:lnTo>
                      <a:pt x="591" y="481"/>
                    </a:lnTo>
                    <a:lnTo>
                      <a:pt x="593" y="485"/>
                    </a:lnTo>
                    <a:lnTo>
                      <a:pt x="596" y="488"/>
                    </a:lnTo>
                    <a:lnTo>
                      <a:pt x="600" y="490"/>
                    </a:lnTo>
                    <a:lnTo>
                      <a:pt x="604" y="492"/>
                    </a:lnTo>
                    <a:lnTo>
                      <a:pt x="608" y="495"/>
                    </a:lnTo>
                    <a:lnTo>
                      <a:pt x="611" y="498"/>
                    </a:lnTo>
                    <a:lnTo>
                      <a:pt x="616" y="500"/>
                    </a:lnTo>
                    <a:lnTo>
                      <a:pt x="621" y="503"/>
                    </a:lnTo>
                    <a:lnTo>
                      <a:pt x="625" y="507"/>
                    </a:lnTo>
                    <a:close/>
                  </a:path>
                </a:pathLst>
              </a:custGeom>
              <a:solidFill>
                <a:srgbClr val="0675B4">
                  <a:alpha val="11100"/>
                </a:srgbClr>
              </a:solidFill>
              <a:ln>
                <a:noFill/>
              </a:ln>
            </p:spPr>
            <p:txBody>
              <a:bodyPr anchor="ctr"/>
              <a:lstStyle/>
              <a:p>
                <a:pPr algn="ctr">
                  <a:buNone/>
                </a:pPr>
              </a:p>
            </p:txBody>
          </p:sp>
          <p:sp>
            <p:nvSpPr>
              <p:cNvPr id="7592" name="addition:spatial:81">
                <a:extLst>
                  <a:ext uri="{FF2B5EF4-FFF2-40B4-BE49-F238E27FC236}">
                    <ns2:creationId id="{81C914B7-9119-4EF4-8C76-D2650EC703BF}"/>
                  </a:ext>
                </a:extLst>
              </p:cNvPr>
              <p:cNvSpPr>
                <a:spLocks noGrp="1"/>
              </p:cNvSpPr>
              <p:nvPr/>
            </p:nvSpPr>
            <p:spPr>
              <a:xfrm>
                <a:off x="5648325" y="1666875"/>
                <a:ext cx="737189" cy="883036"/>
              </a:xfrm>
              <a:custGeom>
                <a:rect l="l" t="t" r="r" b="b"/>
                <a:pathLst>
                  <a:path w="556" h="522">
                    <a:moveTo>
                      <a:pt x="0" y="0"/>
                    </a:moveTo>
                    <a:moveTo>
                      <a:pt x="556" y="500"/>
                    </a:moveTo>
                    <a:lnTo>
                      <a:pt x="555" y="502"/>
                    </a:lnTo>
                    <a:lnTo>
                      <a:pt x="554" y="504"/>
                    </a:lnTo>
                    <a:lnTo>
                      <a:pt x="553" y="505"/>
                    </a:lnTo>
                    <a:lnTo>
                      <a:pt x="554" y="507"/>
                    </a:lnTo>
                    <a:lnTo>
                      <a:pt x="555" y="509"/>
                    </a:lnTo>
                    <a:lnTo>
                      <a:pt x="555" y="511"/>
                    </a:lnTo>
                    <a:lnTo>
                      <a:pt x="554" y="513"/>
                    </a:lnTo>
                    <a:lnTo>
                      <a:pt x="553" y="514"/>
                    </a:lnTo>
                    <a:lnTo>
                      <a:pt x="551" y="515"/>
                    </a:lnTo>
                    <a:lnTo>
                      <a:pt x="550" y="517"/>
                    </a:lnTo>
                    <a:lnTo>
                      <a:pt x="547" y="517"/>
                    </a:lnTo>
                    <a:lnTo>
                      <a:pt x="545" y="516"/>
                    </a:lnTo>
                    <a:lnTo>
                      <a:pt x="542" y="515"/>
                    </a:lnTo>
                    <a:lnTo>
                      <a:pt x="540" y="515"/>
                    </a:lnTo>
                    <a:lnTo>
                      <a:pt x="539" y="517"/>
                    </a:lnTo>
                    <a:lnTo>
                      <a:pt x="537" y="520"/>
                    </a:lnTo>
                    <a:lnTo>
                      <a:pt x="535" y="522"/>
                    </a:lnTo>
                    <a:lnTo>
                      <a:pt x="532" y="522"/>
                    </a:lnTo>
                    <a:lnTo>
                      <a:pt x="530" y="521"/>
                    </a:lnTo>
                    <a:lnTo>
                      <a:pt x="527" y="520"/>
                    </a:lnTo>
                    <a:lnTo>
                      <a:pt x="525" y="519"/>
                    </a:lnTo>
                    <a:lnTo>
                      <a:pt x="522" y="519"/>
                    </a:lnTo>
                    <a:lnTo>
                      <a:pt x="520" y="518"/>
                    </a:lnTo>
                    <a:lnTo>
                      <a:pt x="518" y="517"/>
                    </a:lnTo>
                    <a:lnTo>
                      <a:pt x="516" y="515"/>
                    </a:lnTo>
                    <a:lnTo>
                      <a:pt x="514" y="514"/>
                    </a:lnTo>
                    <a:lnTo>
                      <a:pt x="512" y="513"/>
                    </a:lnTo>
                    <a:lnTo>
                      <a:pt x="510" y="511"/>
                    </a:lnTo>
                    <a:lnTo>
                      <a:pt x="509" y="510"/>
                    </a:lnTo>
                    <a:lnTo>
                      <a:pt x="509" y="508"/>
                    </a:lnTo>
                    <a:lnTo>
                      <a:pt x="508" y="506"/>
                    </a:lnTo>
                    <a:lnTo>
                      <a:pt x="506" y="505"/>
                    </a:lnTo>
                    <a:lnTo>
                      <a:pt x="503" y="504"/>
                    </a:lnTo>
                    <a:lnTo>
                      <a:pt x="499" y="502"/>
                    </a:lnTo>
                    <a:lnTo>
                      <a:pt x="499" y="500"/>
                    </a:lnTo>
                    <a:lnTo>
                      <a:pt x="500" y="498"/>
                    </a:lnTo>
                    <a:lnTo>
                      <a:pt x="504" y="497"/>
                    </a:lnTo>
                    <a:lnTo>
                      <a:pt x="507" y="495"/>
                    </a:lnTo>
                    <a:lnTo>
                      <a:pt x="509" y="494"/>
                    </a:lnTo>
                    <a:lnTo>
                      <a:pt x="509" y="492"/>
                    </a:lnTo>
                    <a:lnTo>
                      <a:pt x="510" y="491"/>
                    </a:lnTo>
                    <a:lnTo>
                      <a:pt x="512" y="490"/>
                    </a:lnTo>
                    <a:lnTo>
                      <a:pt x="514" y="488"/>
                    </a:lnTo>
                    <a:lnTo>
                      <a:pt x="515" y="486"/>
                    </a:lnTo>
                    <a:lnTo>
                      <a:pt x="516" y="484"/>
                    </a:lnTo>
                    <a:lnTo>
                      <a:pt x="517" y="482"/>
                    </a:lnTo>
                    <a:lnTo>
                      <a:pt x="520" y="482"/>
                    </a:lnTo>
                    <a:lnTo>
                      <a:pt x="523" y="482"/>
                    </a:lnTo>
                    <a:lnTo>
                      <a:pt x="526" y="482"/>
                    </a:lnTo>
                    <a:lnTo>
                      <a:pt x="528" y="481"/>
                    </a:lnTo>
                    <a:lnTo>
                      <a:pt x="530" y="479"/>
                    </a:lnTo>
                    <a:lnTo>
                      <a:pt x="532" y="478"/>
                    </a:lnTo>
                    <a:lnTo>
                      <a:pt x="535" y="479"/>
                    </a:lnTo>
                    <a:lnTo>
                      <a:pt x="537" y="482"/>
                    </a:lnTo>
                    <a:lnTo>
                      <a:pt x="538" y="484"/>
                    </a:lnTo>
                    <a:lnTo>
                      <a:pt x="540" y="485"/>
                    </a:lnTo>
                    <a:lnTo>
                      <a:pt x="542" y="484"/>
                    </a:lnTo>
                    <a:lnTo>
                      <a:pt x="544" y="484"/>
                    </a:lnTo>
                    <a:lnTo>
                      <a:pt x="547" y="484"/>
                    </a:lnTo>
                    <a:lnTo>
                      <a:pt x="549" y="484"/>
                    </a:lnTo>
                    <a:lnTo>
                      <a:pt x="551" y="485"/>
                    </a:lnTo>
                    <a:lnTo>
                      <a:pt x="553" y="486"/>
                    </a:lnTo>
                    <a:lnTo>
                      <a:pt x="555" y="487"/>
                    </a:lnTo>
                    <a:lnTo>
                      <a:pt x="555" y="489"/>
                    </a:lnTo>
                    <a:lnTo>
                      <a:pt x="554" y="492"/>
                    </a:lnTo>
                    <a:lnTo>
                      <a:pt x="552" y="494"/>
                    </a:lnTo>
                    <a:lnTo>
                      <a:pt x="552" y="496"/>
                    </a:lnTo>
                    <a:lnTo>
                      <a:pt x="553" y="497"/>
                    </a:lnTo>
                    <a:lnTo>
                      <a:pt x="555" y="498"/>
                    </a:lnTo>
                    <a:close/>
                  </a:path>
                </a:pathLst>
              </a:custGeom>
              <a:solidFill>
                <a:srgbClr val="0072B2">
                  <a:alpha val="10800"/>
                </a:srgbClr>
              </a:solidFill>
              <a:ln>
                <a:noFill/>
              </a:ln>
            </p:spPr>
            <p:txBody>
              <a:bodyPr anchor="ctr"/>
              <a:lstStyle/>
              <a:p>
                <a:pPr algn="ctr">
                  <a:buNone/>
                </a:pPr>
              </a:p>
            </p:txBody>
          </p:sp>
          <p:sp>
            <p:nvSpPr>
              <p:cNvPr id="7593" name="addition:spatial:82">
                <a:extLst>
                  <a:ext uri="{FF2B5EF4-FFF2-40B4-BE49-F238E27FC236}">
                    <ns2:creationId id="{52C56A88-6671-4203-A0BA-B2662B6CCC96}"/>
                  </a:ext>
                </a:extLst>
              </p:cNvPr>
              <p:cNvSpPr>
                <a:spLocks noGrp="1"/>
              </p:cNvSpPr>
              <p:nvPr/>
            </p:nvSpPr>
            <p:spPr>
              <a:xfrm>
                <a:off x="5648325" y="1666875"/>
                <a:ext cx="788899" cy="864428"/>
              </a:xfrm>
              <a:custGeom>
                <a:rect l="l" t="t" r="r" b="b"/>
                <a:pathLst>
                  <a:path w="595" h="511">
                    <a:moveTo>
                      <a:pt x="0" y="0"/>
                    </a:moveTo>
                    <a:moveTo>
                      <a:pt x="594" y="494"/>
                    </a:moveTo>
                    <a:lnTo>
                      <a:pt x="591" y="496"/>
                    </a:lnTo>
                    <a:lnTo>
                      <a:pt x="588" y="497"/>
                    </a:lnTo>
                    <a:lnTo>
                      <a:pt x="587" y="498"/>
                    </a:lnTo>
                    <a:lnTo>
                      <a:pt x="587" y="499"/>
                    </a:lnTo>
                    <a:lnTo>
                      <a:pt x="587" y="501"/>
                    </a:lnTo>
                    <a:lnTo>
                      <a:pt x="586" y="502"/>
                    </a:lnTo>
                    <a:lnTo>
                      <a:pt x="585" y="503"/>
                    </a:lnTo>
                    <a:lnTo>
                      <a:pt x="583" y="504"/>
                    </a:lnTo>
                    <a:lnTo>
                      <a:pt x="582" y="505"/>
                    </a:lnTo>
                    <a:lnTo>
                      <a:pt x="581" y="506"/>
                    </a:lnTo>
                    <a:lnTo>
                      <a:pt x="579" y="507"/>
                    </a:lnTo>
                    <a:lnTo>
                      <a:pt x="578" y="508"/>
                    </a:lnTo>
                    <a:lnTo>
                      <a:pt x="576" y="508"/>
                    </a:lnTo>
                    <a:lnTo>
                      <a:pt x="574" y="509"/>
                    </a:lnTo>
                    <a:lnTo>
                      <a:pt x="572" y="510"/>
                    </a:lnTo>
                    <a:lnTo>
                      <a:pt x="570" y="511"/>
                    </a:lnTo>
                    <a:lnTo>
                      <a:pt x="568" y="510"/>
                    </a:lnTo>
                    <a:lnTo>
                      <a:pt x="567" y="508"/>
                    </a:lnTo>
                    <a:lnTo>
                      <a:pt x="565" y="507"/>
                    </a:lnTo>
                    <a:lnTo>
                      <a:pt x="564" y="506"/>
                    </a:lnTo>
                    <a:lnTo>
                      <a:pt x="563" y="507"/>
                    </a:lnTo>
                    <a:lnTo>
                      <a:pt x="560" y="508"/>
                    </a:lnTo>
                    <a:lnTo>
                      <a:pt x="558" y="508"/>
                    </a:lnTo>
                    <a:lnTo>
                      <a:pt x="557" y="508"/>
                    </a:lnTo>
                    <a:lnTo>
                      <a:pt x="555" y="507"/>
                    </a:lnTo>
                    <a:lnTo>
                      <a:pt x="554" y="506"/>
                    </a:lnTo>
                    <a:lnTo>
                      <a:pt x="553" y="505"/>
                    </a:lnTo>
                    <a:lnTo>
                      <a:pt x="552" y="504"/>
                    </a:lnTo>
                    <a:lnTo>
                      <a:pt x="552" y="502"/>
                    </a:lnTo>
                    <a:lnTo>
                      <a:pt x="553" y="500"/>
                    </a:lnTo>
                    <a:lnTo>
                      <a:pt x="553" y="499"/>
                    </a:lnTo>
                    <a:lnTo>
                      <a:pt x="552" y="498"/>
                    </a:lnTo>
                    <a:lnTo>
                      <a:pt x="550" y="497"/>
                    </a:lnTo>
                    <a:lnTo>
                      <a:pt x="549" y="496"/>
                    </a:lnTo>
                    <a:lnTo>
                      <a:pt x="550" y="494"/>
                    </a:lnTo>
                    <a:lnTo>
                      <a:pt x="551" y="493"/>
                    </a:lnTo>
                    <a:lnTo>
                      <a:pt x="552" y="492"/>
                    </a:lnTo>
                    <a:lnTo>
                      <a:pt x="551" y="491"/>
                    </a:lnTo>
                    <a:lnTo>
                      <a:pt x="549" y="489"/>
                    </a:lnTo>
                    <a:lnTo>
                      <a:pt x="548" y="487"/>
                    </a:lnTo>
                    <a:lnTo>
                      <a:pt x="548" y="485"/>
                    </a:lnTo>
                    <a:lnTo>
                      <a:pt x="550" y="484"/>
                    </a:lnTo>
                    <a:lnTo>
                      <a:pt x="552" y="484"/>
                    </a:lnTo>
                    <a:lnTo>
                      <a:pt x="554" y="483"/>
                    </a:lnTo>
                    <a:lnTo>
                      <a:pt x="555" y="483"/>
                    </a:lnTo>
                    <a:lnTo>
                      <a:pt x="557" y="483"/>
                    </a:lnTo>
                    <a:lnTo>
                      <a:pt x="559" y="483"/>
                    </a:lnTo>
                    <a:lnTo>
                      <a:pt x="560" y="483"/>
                    </a:lnTo>
                    <a:lnTo>
                      <a:pt x="561" y="482"/>
                    </a:lnTo>
                    <a:lnTo>
                      <a:pt x="563" y="480"/>
                    </a:lnTo>
                    <a:lnTo>
                      <a:pt x="564" y="478"/>
                    </a:lnTo>
                    <a:lnTo>
                      <a:pt x="566" y="478"/>
                    </a:lnTo>
                    <a:lnTo>
                      <a:pt x="568" y="478"/>
                    </a:lnTo>
                    <a:lnTo>
                      <a:pt x="570" y="479"/>
                    </a:lnTo>
                    <a:lnTo>
                      <a:pt x="572" y="480"/>
                    </a:lnTo>
                    <a:lnTo>
                      <a:pt x="575" y="480"/>
                    </a:lnTo>
                    <a:lnTo>
                      <a:pt x="577" y="479"/>
                    </a:lnTo>
                    <a:lnTo>
                      <a:pt x="579" y="480"/>
                    </a:lnTo>
                    <a:lnTo>
                      <a:pt x="581" y="481"/>
                    </a:lnTo>
                    <a:lnTo>
                      <a:pt x="582" y="483"/>
                    </a:lnTo>
                    <a:lnTo>
                      <a:pt x="583" y="484"/>
                    </a:lnTo>
                    <a:lnTo>
                      <a:pt x="584" y="485"/>
                    </a:lnTo>
                    <a:lnTo>
                      <a:pt x="585" y="486"/>
                    </a:lnTo>
                    <a:lnTo>
                      <a:pt x="587" y="487"/>
                    </a:lnTo>
                    <a:lnTo>
                      <a:pt x="588" y="488"/>
                    </a:lnTo>
                    <a:lnTo>
                      <a:pt x="589" y="489"/>
                    </a:lnTo>
                    <a:lnTo>
                      <a:pt x="592" y="490"/>
                    </a:lnTo>
                    <a:lnTo>
                      <a:pt x="594" y="491"/>
                    </a:lnTo>
                    <a:lnTo>
                      <a:pt x="595" y="493"/>
                    </a:lnTo>
                    <a:close/>
                  </a:path>
                </a:pathLst>
              </a:custGeom>
              <a:solidFill>
                <a:srgbClr val="0072B2">
                  <a:alpha val="10800"/>
                </a:srgbClr>
              </a:solidFill>
              <a:ln>
                <a:noFill/>
              </a:ln>
            </p:spPr>
            <p:txBody>
              <a:bodyPr anchor="ctr"/>
              <a:lstStyle/>
              <a:p>
                <a:pPr algn="ctr">
                  <a:buNone/>
                </a:pPr>
              </a:p>
            </p:txBody>
          </p:sp>
          <p:sp>
            <p:nvSpPr>
              <p:cNvPr id="7594" name="addition:spatial:83">
                <a:extLst>
                  <a:ext uri="{FF2B5EF4-FFF2-40B4-BE49-F238E27FC236}">
                    <ns2:creationId id="{DD152F32-C3DE-49D9-B638-F9864275E1E8}"/>
                  </a:ext>
                </a:extLst>
              </p:cNvPr>
              <p:cNvSpPr>
                <a:spLocks noGrp="1"/>
              </p:cNvSpPr>
              <p:nvPr/>
            </p:nvSpPr>
            <p:spPr>
              <a:xfrm>
                <a:off x="5648325" y="1666875"/>
                <a:ext cx="820720" cy="920252"/>
              </a:xfrm>
              <a:custGeom>
                <a:rect l="l" t="t" r="r" b="b"/>
                <a:pathLst>
                  <a:path w="619" h="544">
                    <a:moveTo>
                      <a:pt x="0" y="0"/>
                    </a:moveTo>
                    <a:moveTo>
                      <a:pt x="617" y="521"/>
                    </a:moveTo>
                    <a:lnTo>
                      <a:pt x="619" y="523"/>
                    </a:lnTo>
                    <a:lnTo>
                      <a:pt x="618" y="525"/>
                    </a:lnTo>
                    <a:lnTo>
                      <a:pt x="615" y="526"/>
                    </a:lnTo>
                    <a:lnTo>
                      <a:pt x="612" y="527"/>
                    </a:lnTo>
                    <a:lnTo>
                      <a:pt x="611" y="529"/>
                    </a:lnTo>
                    <a:lnTo>
                      <a:pt x="611" y="531"/>
                    </a:lnTo>
                    <a:lnTo>
                      <a:pt x="610" y="532"/>
                    </a:lnTo>
                    <a:lnTo>
                      <a:pt x="608" y="533"/>
                    </a:lnTo>
                    <a:lnTo>
                      <a:pt x="605" y="534"/>
                    </a:lnTo>
                    <a:lnTo>
                      <a:pt x="603" y="535"/>
                    </a:lnTo>
                    <a:lnTo>
                      <a:pt x="601" y="536"/>
                    </a:lnTo>
                    <a:lnTo>
                      <a:pt x="599" y="537"/>
                    </a:lnTo>
                    <a:lnTo>
                      <a:pt x="597" y="538"/>
                    </a:lnTo>
                    <a:lnTo>
                      <a:pt x="594" y="539"/>
                    </a:lnTo>
                    <a:lnTo>
                      <a:pt x="591" y="540"/>
                    </a:lnTo>
                    <a:lnTo>
                      <a:pt x="589" y="541"/>
                    </a:lnTo>
                    <a:lnTo>
                      <a:pt x="586" y="543"/>
                    </a:lnTo>
                    <a:lnTo>
                      <a:pt x="583" y="544"/>
                    </a:lnTo>
                    <a:lnTo>
                      <a:pt x="580" y="543"/>
                    </a:lnTo>
                    <a:lnTo>
                      <a:pt x="577" y="540"/>
                    </a:lnTo>
                    <a:lnTo>
                      <a:pt x="576" y="537"/>
                    </a:lnTo>
                    <a:lnTo>
                      <a:pt x="574" y="536"/>
                    </a:lnTo>
                    <a:lnTo>
                      <a:pt x="572" y="536"/>
                    </a:lnTo>
                    <a:lnTo>
                      <a:pt x="569" y="536"/>
                    </a:lnTo>
                    <a:lnTo>
                      <a:pt x="566" y="536"/>
                    </a:lnTo>
                    <a:lnTo>
                      <a:pt x="564" y="535"/>
                    </a:lnTo>
                    <a:lnTo>
                      <a:pt x="562" y="534"/>
                    </a:lnTo>
                    <a:lnTo>
                      <a:pt x="560" y="533"/>
                    </a:lnTo>
                    <a:lnTo>
                      <a:pt x="558" y="531"/>
                    </a:lnTo>
                    <a:lnTo>
                      <a:pt x="557" y="530"/>
                    </a:lnTo>
                    <a:lnTo>
                      <a:pt x="557" y="528"/>
                    </a:lnTo>
                    <a:lnTo>
                      <a:pt x="558" y="526"/>
                    </a:lnTo>
                    <a:lnTo>
                      <a:pt x="559" y="524"/>
                    </a:lnTo>
                    <a:lnTo>
                      <a:pt x="558" y="522"/>
                    </a:lnTo>
                    <a:lnTo>
                      <a:pt x="557" y="521"/>
                    </a:lnTo>
                    <a:lnTo>
                      <a:pt x="558" y="519"/>
                    </a:lnTo>
                    <a:lnTo>
                      <a:pt x="560" y="517"/>
                    </a:lnTo>
                    <a:lnTo>
                      <a:pt x="564" y="516"/>
                    </a:lnTo>
                    <a:lnTo>
                      <a:pt x="566" y="515"/>
                    </a:lnTo>
                    <a:lnTo>
                      <a:pt x="566" y="513"/>
                    </a:lnTo>
                    <a:lnTo>
                      <a:pt x="564" y="511"/>
                    </a:lnTo>
                    <a:lnTo>
                      <a:pt x="563" y="508"/>
                    </a:lnTo>
                    <a:lnTo>
                      <a:pt x="564" y="506"/>
                    </a:lnTo>
                    <a:lnTo>
                      <a:pt x="566" y="505"/>
                    </a:lnTo>
                    <a:lnTo>
                      <a:pt x="568" y="504"/>
                    </a:lnTo>
                    <a:lnTo>
                      <a:pt x="570" y="503"/>
                    </a:lnTo>
                    <a:lnTo>
                      <a:pt x="573" y="502"/>
                    </a:lnTo>
                    <a:lnTo>
                      <a:pt x="575" y="503"/>
                    </a:lnTo>
                    <a:lnTo>
                      <a:pt x="578" y="504"/>
                    </a:lnTo>
                    <a:lnTo>
                      <a:pt x="580" y="504"/>
                    </a:lnTo>
                    <a:lnTo>
                      <a:pt x="582" y="503"/>
                    </a:lnTo>
                    <a:lnTo>
                      <a:pt x="583" y="502"/>
                    </a:lnTo>
                    <a:lnTo>
                      <a:pt x="585" y="500"/>
                    </a:lnTo>
                    <a:lnTo>
                      <a:pt x="588" y="500"/>
                    </a:lnTo>
                    <a:lnTo>
                      <a:pt x="590" y="501"/>
                    </a:lnTo>
                    <a:lnTo>
                      <a:pt x="592" y="503"/>
                    </a:lnTo>
                    <a:lnTo>
                      <a:pt x="594" y="503"/>
                    </a:lnTo>
                    <a:lnTo>
                      <a:pt x="597" y="503"/>
                    </a:lnTo>
                    <a:lnTo>
                      <a:pt x="600" y="502"/>
                    </a:lnTo>
                    <a:lnTo>
                      <a:pt x="603" y="503"/>
                    </a:lnTo>
                    <a:lnTo>
                      <a:pt x="604" y="505"/>
                    </a:lnTo>
                    <a:lnTo>
                      <a:pt x="605" y="507"/>
                    </a:lnTo>
                    <a:lnTo>
                      <a:pt x="605" y="509"/>
                    </a:lnTo>
                    <a:lnTo>
                      <a:pt x="606" y="511"/>
                    </a:lnTo>
                    <a:lnTo>
                      <a:pt x="607" y="513"/>
                    </a:lnTo>
                    <a:lnTo>
                      <a:pt x="607" y="514"/>
                    </a:lnTo>
                    <a:lnTo>
                      <a:pt x="608" y="516"/>
                    </a:lnTo>
                    <a:lnTo>
                      <a:pt x="610" y="517"/>
                    </a:lnTo>
                    <a:lnTo>
                      <a:pt x="613" y="519"/>
                    </a:lnTo>
                    <a:close/>
                  </a:path>
                </a:pathLst>
              </a:custGeom>
              <a:solidFill>
                <a:srgbClr val="0072B2">
                  <a:alpha val="10800"/>
                </a:srgbClr>
              </a:solidFill>
              <a:ln>
                <a:noFill/>
              </a:ln>
            </p:spPr>
            <p:txBody>
              <a:bodyPr anchor="ctr"/>
              <a:lstStyle/>
              <a:p>
                <a:pPr algn="ctr">
                  <a:buNone/>
                </a:pPr>
              </a:p>
            </p:txBody>
          </p:sp>
          <p:sp>
            <p:nvSpPr>
              <p:cNvPr id="7595" name="addition:spatial:84">
                <a:extLst>
                  <a:ext uri="{FF2B5EF4-FFF2-40B4-BE49-F238E27FC236}">
                    <ns2:creationId id="{94CE2A62-2AB4-4236-B516-E293F62CF023}"/>
                  </a:ext>
                </a:extLst>
              </p:cNvPr>
              <p:cNvSpPr>
                <a:spLocks noGrp="1"/>
              </p:cNvSpPr>
              <p:nvPr/>
            </p:nvSpPr>
            <p:spPr>
              <a:xfrm>
                <a:off x="5648325" y="1666875"/>
                <a:ext cx="754426" cy="930402"/>
              </a:xfrm>
              <a:custGeom>
                <a:rect l="l" t="t" r="r" b="b"/>
                <a:pathLst>
                  <a:path w="569" h="550">
                    <a:moveTo>
                      <a:pt x="0" y="0"/>
                    </a:moveTo>
                    <a:moveTo>
                      <a:pt x="567" y="532"/>
                    </a:moveTo>
                    <a:lnTo>
                      <a:pt x="567" y="533"/>
                    </a:lnTo>
                    <a:lnTo>
                      <a:pt x="567" y="535"/>
                    </a:lnTo>
                    <a:lnTo>
                      <a:pt x="567" y="536"/>
                    </a:lnTo>
                    <a:lnTo>
                      <a:pt x="566" y="538"/>
                    </a:lnTo>
                    <a:lnTo>
                      <a:pt x="565" y="539"/>
                    </a:lnTo>
                    <a:lnTo>
                      <a:pt x="565" y="540"/>
                    </a:lnTo>
                    <a:lnTo>
                      <a:pt x="566" y="543"/>
                    </a:lnTo>
                    <a:lnTo>
                      <a:pt x="567" y="545"/>
                    </a:lnTo>
                    <a:lnTo>
                      <a:pt x="566" y="546"/>
                    </a:lnTo>
                    <a:lnTo>
                      <a:pt x="563" y="546"/>
                    </a:lnTo>
                    <a:lnTo>
                      <a:pt x="560" y="546"/>
                    </a:lnTo>
                    <a:lnTo>
                      <a:pt x="557" y="545"/>
                    </a:lnTo>
                    <a:lnTo>
                      <a:pt x="555" y="545"/>
                    </a:lnTo>
                    <a:lnTo>
                      <a:pt x="554" y="546"/>
                    </a:lnTo>
                    <a:lnTo>
                      <a:pt x="553" y="547"/>
                    </a:lnTo>
                    <a:lnTo>
                      <a:pt x="551" y="548"/>
                    </a:lnTo>
                    <a:lnTo>
                      <a:pt x="549" y="548"/>
                    </a:lnTo>
                    <a:lnTo>
                      <a:pt x="547" y="549"/>
                    </a:lnTo>
                    <a:lnTo>
                      <a:pt x="545" y="550"/>
                    </a:lnTo>
                    <a:lnTo>
                      <a:pt x="542" y="550"/>
                    </a:lnTo>
                    <a:lnTo>
                      <a:pt x="540" y="549"/>
                    </a:lnTo>
                    <a:lnTo>
                      <a:pt x="538" y="548"/>
                    </a:lnTo>
                    <a:lnTo>
                      <a:pt x="537" y="546"/>
                    </a:lnTo>
                    <a:lnTo>
                      <a:pt x="534" y="546"/>
                    </a:lnTo>
                    <a:lnTo>
                      <a:pt x="532" y="546"/>
                    </a:lnTo>
                    <a:lnTo>
                      <a:pt x="529" y="545"/>
                    </a:lnTo>
                    <a:lnTo>
                      <a:pt x="528" y="543"/>
                    </a:lnTo>
                    <a:lnTo>
                      <a:pt x="528" y="541"/>
                    </a:lnTo>
                    <a:lnTo>
                      <a:pt x="529" y="539"/>
                    </a:lnTo>
                    <a:lnTo>
                      <a:pt x="528" y="538"/>
                    </a:lnTo>
                    <a:lnTo>
                      <a:pt x="525" y="537"/>
                    </a:lnTo>
                    <a:lnTo>
                      <a:pt x="522" y="536"/>
                    </a:lnTo>
                    <a:lnTo>
                      <a:pt x="519" y="535"/>
                    </a:lnTo>
                    <a:lnTo>
                      <a:pt x="518" y="534"/>
                    </a:lnTo>
                    <a:lnTo>
                      <a:pt x="518" y="532"/>
                    </a:lnTo>
                    <a:lnTo>
                      <a:pt x="518" y="530"/>
                    </a:lnTo>
                    <a:lnTo>
                      <a:pt x="518" y="529"/>
                    </a:lnTo>
                    <a:lnTo>
                      <a:pt x="520" y="527"/>
                    </a:lnTo>
                    <a:lnTo>
                      <a:pt x="523" y="526"/>
                    </a:lnTo>
                    <a:lnTo>
                      <a:pt x="526" y="526"/>
                    </a:lnTo>
                    <a:lnTo>
                      <a:pt x="527" y="525"/>
                    </a:lnTo>
                    <a:lnTo>
                      <a:pt x="527" y="523"/>
                    </a:lnTo>
                    <a:lnTo>
                      <a:pt x="527" y="521"/>
                    </a:lnTo>
                    <a:lnTo>
                      <a:pt x="528" y="519"/>
                    </a:lnTo>
                    <a:lnTo>
                      <a:pt x="531" y="519"/>
                    </a:lnTo>
                    <a:lnTo>
                      <a:pt x="534" y="519"/>
                    </a:lnTo>
                    <a:lnTo>
                      <a:pt x="536" y="518"/>
                    </a:lnTo>
                    <a:lnTo>
                      <a:pt x="538" y="517"/>
                    </a:lnTo>
                    <a:lnTo>
                      <a:pt x="540" y="515"/>
                    </a:lnTo>
                    <a:lnTo>
                      <a:pt x="542" y="514"/>
                    </a:lnTo>
                    <a:lnTo>
                      <a:pt x="544" y="513"/>
                    </a:lnTo>
                    <a:lnTo>
                      <a:pt x="547" y="514"/>
                    </a:lnTo>
                    <a:lnTo>
                      <a:pt x="549" y="515"/>
                    </a:lnTo>
                    <a:lnTo>
                      <a:pt x="552" y="515"/>
                    </a:lnTo>
                    <a:lnTo>
                      <a:pt x="553" y="516"/>
                    </a:lnTo>
                    <a:lnTo>
                      <a:pt x="555" y="517"/>
                    </a:lnTo>
                    <a:lnTo>
                      <a:pt x="556" y="519"/>
                    </a:lnTo>
                    <a:lnTo>
                      <a:pt x="557" y="520"/>
                    </a:lnTo>
                    <a:lnTo>
                      <a:pt x="560" y="519"/>
                    </a:lnTo>
                    <a:lnTo>
                      <a:pt x="563" y="518"/>
                    </a:lnTo>
                    <a:lnTo>
                      <a:pt x="566" y="518"/>
                    </a:lnTo>
                    <a:lnTo>
                      <a:pt x="568" y="519"/>
                    </a:lnTo>
                    <a:lnTo>
                      <a:pt x="568" y="521"/>
                    </a:lnTo>
                    <a:lnTo>
                      <a:pt x="567" y="523"/>
                    </a:lnTo>
                    <a:lnTo>
                      <a:pt x="567" y="525"/>
                    </a:lnTo>
                    <a:lnTo>
                      <a:pt x="568" y="526"/>
                    </a:lnTo>
                    <a:lnTo>
                      <a:pt x="569" y="527"/>
                    </a:lnTo>
                    <a:lnTo>
                      <a:pt x="569" y="529"/>
                    </a:lnTo>
                    <a:lnTo>
                      <a:pt x="568" y="530"/>
                    </a:lnTo>
                    <a:close/>
                  </a:path>
                </a:pathLst>
              </a:custGeom>
              <a:solidFill>
                <a:srgbClr val="0072B2">
                  <a:alpha val="10800"/>
                </a:srgbClr>
              </a:solidFill>
              <a:ln>
                <a:noFill/>
              </a:ln>
            </p:spPr>
            <p:txBody>
              <a:bodyPr anchor="ctr"/>
              <a:lstStyle/>
              <a:p>
                <a:pPr algn="ctr">
                  <a:buNone/>
                </a:pPr>
              </a:p>
            </p:txBody>
          </p:sp>
          <p:sp>
            <p:nvSpPr>
              <p:cNvPr id="7596" name="addition:spatial:85">
                <a:extLst>
                  <a:ext uri="{FF2B5EF4-FFF2-40B4-BE49-F238E27FC236}">
                    <ns2:creationId id="{B6A815A4-9667-4F16-9DDD-B5E5F9BD8202}"/>
                  </a:ext>
                </a:extLst>
              </p:cNvPr>
              <p:cNvSpPr>
                <a:spLocks noGrp="1"/>
              </p:cNvSpPr>
              <p:nvPr/>
            </p:nvSpPr>
            <p:spPr>
              <a:xfrm>
                <a:off x="5648325" y="1666875"/>
                <a:ext cx="1569842" cy="950702"/>
              </a:xfrm>
              <a:custGeom>
                <a:rect l="l" t="t" r="r" b="b"/>
                <a:pathLst>
                  <a:path w="1184" h="562">
                    <a:moveTo>
                      <a:pt x="0" y="0"/>
                    </a:moveTo>
                    <a:moveTo>
                      <a:pt x="1181" y="505"/>
                    </a:moveTo>
                    <a:lnTo>
                      <a:pt x="1176" y="510"/>
                    </a:lnTo>
                    <a:lnTo>
                      <a:pt x="1172" y="516"/>
                    </a:lnTo>
                    <a:lnTo>
                      <a:pt x="1168" y="521"/>
                    </a:lnTo>
                    <a:lnTo>
                      <a:pt x="1159" y="525"/>
                    </a:lnTo>
                    <a:lnTo>
                      <a:pt x="1148" y="527"/>
                    </a:lnTo>
                    <a:lnTo>
                      <a:pt x="1139" y="530"/>
                    </a:lnTo>
                    <a:lnTo>
                      <a:pt x="1136" y="534"/>
                    </a:lnTo>
                    <a:lnTo>
                      <a:pt x="1139" y="542"/>
                    </a:lnTo>
                    <a:lnTo>
                      <a:pt x="1141" y="552"/>
                    </a:lnTo>
                    <a:lnTo>
                      <a:pt x="1138" y="558"/>
                    </a:lnTo>
                    <a:lnTo>
                      <a:pt x="1128" y="561"/>
                    </a:lnTo>
                    <a:lnTo>
                      <a:pt x="1116" y="560"/>
                    </a:lnTo>
                    <a:lnTo>
                      <a:pt x="1105" y="559"/>
                    </a:lnTo>
                    <a:lnTo>
                      <a:pt x="1097" y="560"/>
                    </a:lnTo>
                    <a:lnTo>
                      <a:pt x="1089" y="562"/>
                    </a:lnTo>
                    <a:lnTo>
                      <a:pt x="1082" y="562"/>
                    </a:lnTo>
                    <a:lnTo>
                      <a:pt x="1074" y="561"/>
                    </a:lnTo>
                    <a:lnTo>
                      <a:pt x="1067" y="559"/>
                    </a:lnTo>
                    <a:lnTo>
                      <a:pt x="1060" y="559"/>
                    </a:lnTo>
                    <a:lnTo>
                      <a:pt x="1053" y="560"/>
                    </a:lnTo>
                    <a:lnTo>
                      <a:pt x="1046" y="560"/>
                    </a:lnTo>
                    <a:lnTo>
                      <a:pt x="1039" y="558"/>
                    </a:lnTo>
                    <a:lnTo>
                      <a:pt x="1035" y="554"/>
                    </a:lnTo>
                    <a:lnTo>
                      <a:pt x="1029" y="552"/>
                    </a:lnTo>
                    <a:lnTo>
                      <a:pt x="1019" y="552"/>
                    </a:lnTo>
                    <a:lnTo>
                      <a:pt x="1007" y="553"/>
                    </a:lnTo>
                    <a:lnTo>
                      <a:pt x="997" y="551"/>
                    </a:lnTo>
                    <a:lnTo>
                      <a:pt x="994" y="545"/>
                    </a:lnTo>
                    <a:lnTo>
                      <a:pt x="998" y="536"/>
                    </a:lnTo>
                    <a:lnTo>
                      <a:pt x="1003" y="528"/>
                    </a:lnTo>
                    <a:lnTo>
                      <a:pt x="1005" y="523"/>
                    </a:lnTo>
                    <a:lnTo>
                      <a:pt x="1002" y="519"/>
                    </a:lnTo>
                    <a:lnTo>
                      <a:pt x="996" y="514"/>
                    </a:lnTo>
                    <a:lnTo>
                      <a:pt x="992" y="510"/>
                    </a:lnTo>
                    <a:lnTo>
                      <a:pt x="989" y="505"/>
                    </a:lnTo>
                    <a:lnTo>
                      <a:pt x="984" y="500"/>
                    </a:lnTo>
                    <a:lnTo>
                      <a:pt x="978" y="494"/>
                    </a:lnTo>
                    <a:lnTo>
                      <a:pt x="973" y="488"/>
                    </a:lnTo>
                    <a:lnTo>
                      <a:pt x="975" y="482"/>
                    </a:lnTo>
                    <a:lnTo>
                      <a:pt x="983" y="478"/>
                    </a:lnTo>
                    <a:lnTo>
                      <a:pt x="991" y="476"/>
                    </a:lnTo>
                    <a:lnTo>
                      <a:pt x="996" y="472"/>
                    </a:lnTo>
                    <a:lnTo>
                      <a:pt x="998" y="466"/>
                    </a:lnTo>
                    <a:lnTo>
                      <a:pt x="999" y="460"/>
                    </a:lnTo>
                    <a:lnTo>
                      <a:pt x="1005" y="457"/>
                    </a:lnTo>
                    <a:lnTo>
                      <a:pt x="1016" y="457"/>
                    </a:lnTo>
                    <a:lnTo>
                      <a:pt x="1027" y="459"/>
                    </a:lnTo>
                    <a:lnTo>
                      <a:pt x="1036" y="460"/>
                    </a:lnTo>
                    <a:lnTo>
                      <a:pt x="1042" y="456"/>
                    </a:lnTo>
                    <a:lnTo>
                      <a:pt x="1048" y="450"/>
                    </a:lnTo>
                    <a:lnTo>
                      <a:pt x="1056" y="445"/>
                    </a:lnTo>
                    <a:lnTo>
                      <a:pt x="1065" y="443"/>
                    </a:lnTo>
                    <a:lnTo>
                      <a:pt x="1076" y="441"/>
                    </a:lnTo>
                    <a:lnTo>
                      <a:pt x="1086" y="441"/>
                    </a:lnTo>
                    <a:lnTo>
                      <a:pt x="1097" y="441"/>
                    </a:lnTo>
                    <a:lnTo>
                      <a:pt x="1107" y="444"/>
                    </a:lnTo>
                    <a:lnTo>
                      <a:pt x="1114" y="450"/>
                    </a:lnTo>
                    <a:lnTo>
                      <a:pt x="1118" y="458"/>
                    </a:lnTo>
                    <a:lnTo>
                      <a:pt x="1123" y="464"/>
                    </a:lnTo>
                    <a:lnTo>
                      <a:pt x="1131" y="466"/>
                    </a:lnTo>
                    <a:lnTo>
                      <a:pt x="1143" y="465"/>
                    </a:lnTo>
                    <a:lnTo>
                      <a:pt x="1155" y="466"/>
                    </a:lnTo>
                    <a:lnTo>
                      <a:pt x="1162" y="469"/>
                    </a:lnTo>
                    <a:lnTo>
                      <a:pt x="1165" y="475"/>
                    </a:lnTo>
                    <a:lnTo>
                      <a:pt x="1166" y="480"/>
                    </a:lnTo>
                    <a:lnTo>
                      <a:pt x="1170" y="485"/>
                    </a:lnTo>
                    <a:lnTo>
                      <a:pt x="1177" y="489"/>
                    </a:lnTo>
                    <a:lnTo>
                      <a:pt x="1183" y="494"/>
                    </a:lnTo>
                    <a:lnTo>
                      <a:pt x="1184" y="499"/>
                    </a:lnTo>
                    <a:close/>
                  </a:path>
                </a:pathLst>
              </a:custGeom>
              <a:solidFill>
                <a:srgbClr val="F5DAC5">
                  <a:alpha val="12900"/>
                </a:srgbClr>
              </a:solidFill>
              <a:ln>
                <a:noFill/>
              </a:ln>
            </p:spPr>
            <p:txBody>
              <a:bodyPr anchor="ctr"/>
              <a:lstStyle/>
              <a:p>
                <a:pPr algn="ctr">
                  <a:buNone/>
                </a:pPr>
              </a:p>
            </p:txBody>
          </p:sp>
          <p:sp>
            <p:nvSpPr>
              <p:cNvPr id="7597" name="addition:spatial:86">
                <a:extLst>
                  <a:ext uri="{FF2B5EF4-FFF2-40B4-BE49-F238E27FC236}">
                    <ns2:creationId id="{0B92CFB0-9AE3-44A9-A79B-8187E653BCFF}"/>
                  </a:ext>
                </a:extLst>
              </p:cNvPr>
              <p:cNvSpPr>
                <a:spLocks noGrp="1"/>
              </p:cNvSpPr>
              <p:nvPr/>
            </p:nvSpPr>
            <p:spPr>
              <a:xfrm>
                <a:off x="5648325" y="1666875"/>
                <a:ext cx="1543324" cy="952393"/>
              </a:xfrm>
              <a:custGeom>
                <a:rect l="l" t="t" r="r" b="b"/>
                <a:pathLst>
                  <a:path w="1164" h="563">
                    <a:moveTo>
                      <a:pt x="0" y="0"/>
                    </a:moveTo>
                    <a:moveTo>
                      <a:pt x="1141" y="510"/>
                    </a:moveTo>
                    <a:lnTo>
                      <a:pt x="1140" y="514"/>
                    </a:lnTo>
                    <a:lnTo>
                      <a:pt x="1140" y="518"/>
                    </a:lnTo>
                    <a:lnTo>
                      <a:pt x="1139" y="523"/>
                    </a:lnTo>
                    <a:lnTo>
                      <a:pt x="1136" y="527"/>
                    </a:lnTo>
                    <a:lnTo>
                      <a:pt x="1132" y="531"/>
                    </a:lnTo>
                    <a:lnTo>
                      <a:pt x="1131" y="535"/>
                    </a:lnTo>
                    <a:lnTo>
                      <a:pt x="1130" y="540"/>
                    </a:lnTo>
                    <a:lnTo>
                      <a:pt x="1126" y="545"/>
                    </a:lnTo>
                    <a:lnTo>
                      <a:pt x="1120" y="548"/>
                    </a:lnTo>
                    <a:lnTo>
                      <a:pt x="1113" y="549"/>
                    </a:lnTo>
                    <a:lnTo>
                      <a:pt x="1107" y="552"/>
                    </a:lnTo>
                    <a:lnTo>
                      <a:pt x="1103" y="556"/>
                    </a:lnTo>
                    <a:lnTo>
                      <a:pt x="1099" y="561"/>
                    </a:lnTo>
                    <a:lnTo>
                      <a:pt x="1092" y="563"/>
                    </a:lnTo>
                    <a:lnTo>
                      <a:pt x="1084" y="560"/>
                    </a:lnTo>
                    <a:lnTo>
                      <a:pt x="1076" y="555"/>
                    </a:lnTo>
                    <a:lnTo>
                      <a:pt x="1071" y="551"/>
                    </a:lnTo>
                    <a:lnTo>
                      <a:pt x="1066" y="551"/>
                    </a:lnTo>
                    <a:lnTo>
                      <a:pt x="1060" y="555"/>
                    </a:lnTo>
                    <a:lnTo>
                      <a:pt x="1053" y="558"/>
                    </a:lnTo>
                    <a:lnTo>
                      <a:pt x="1046" y="560"/>
                    </a:lnTo>
                    <a:lnTo>
                      <a:pt x="1039" y="559"/>
                    </a:lnTo>
                    <a:lnTo>
                      <a:pt x="1032" y="558"/>
                    </a:lnTo>
                    <a:lnTo>
                      <a:pt x="1024" y="556"/>
                    </a:lnTo>
                    <a:lnTo>
                      <a:pt x="1018" y="553"/>
                    </a:lnTo>
                    <a:lnTo>
                      <a:pt x="1015" y="548"/>
                    </a:lnTo>
                    <a:lnTo>
                      <a:pt x="1015" y="542"/>
                    </a:lnTo>
                    <a:lnTo>
                      <a:pt x="1014" y="537"/>
                    </a:lnTo>
                    <a:lnTo>
                      <a:pt x="1010" y="533"/>
                    </a:lnTo>
                    <a:lnTo>
                      <a:pt x="1002" y="531"/>
                    </a:lnTo>
                    <a:lnTo>
                      <a:pt x="995" y="528"/>
                    </a:lnTo>
                    <a:lnTo>
                      <a:pt x="992" y="523"/>
                    </a:lnTo>
                    <a:lnTo>
                      <a:pt x="994" y="518"/>
                    </a:lnTo>
                    <a:lnTo>
                      <a:pt x="996" y="514"/>
                    </a:lnTo>
                    <a:lnTo>
                      <a:pt x="994" y="510"/>
                    </a:lnTo>
                    <a:lnTo>
                      <a:pt x="987" y="506"/>
                    </a:lnTo>
                    <a:lnTo>
                      <a:pt x="979" y="500"/>
                    </a:lnTo>
                    <a:lnTo>
                      <a:pt x="976" y="495"/>
                    </a:lnTo>
                    <a:lnTo>
                      <a:pt x="978" y="490"/>
                    </a:lnTo>
                    <a:lnTo>
                      <a:pt x="983" y="487"/>
                    </a:lnTo>
                    <a:lnTo>
                      <a:pt x="989" y="483"/>
                    </a:lnTo>
                    <a:lnTo>
                      <a:pt x="994" y="480"/>
                    </a:lnTo>
                    <a:lnTo>
                      <a:pt x="1002" y="478"/>
                    </a:lnTo>
                    <a:lnTo>
                      <a:pt x="1011" y="478"/>
                    </a:lnTo>
                    <a:lnTo>
                      <a:pt x="1020" y="478"/>
                    </a:lnTo>
                    <a:lnTo>
                      <a:pt x="1025" y="475"/>
                    </a:lnTo>
                    <a:lnTo>
                      <a:pt x="1027" y="470"/>
                    </a:lnTo>
                    <a:lnTo>
                      <a:pt x="1030" y="462"/>
                    </a:lnTo>
                    <a:lnTo>
                      <a:pt x="1036" y="457"/>
                    </a:lnTo>
                    <a:lnTo>
                      <a:pt x="1045" y="456"/>
                    </a:lnTo>
                    <a:lnTo>
                      <a:pt x="1055" y="458"/>
                    </a:lnTo>
                    <a:lnTo>
                      <a:pt x="1064" y="460"/>
                    </a:lnTo>
                    <a:lnTo>
                      <a:pt x="1072" y="460"/>
                    </a:lnTo>
                    <a:lnTo>
                      <a:pt x="1081" y="458"/>
                    </a:lnTo>
                    <a:lnTo>
                      <a:pt x="1090" y="458"/>
                    </a:lnTo>
                    <a:lnTo>
                      <a:pt x="1098" y="461"/>
                    </a:lnTo>
                    <a:lnTo>
                      <a:pt x="1104" y="465"/>
                    </a:lnTo>
                    <a:lnTo>
                      <a:pt x="1110" y="469"/>
                    </a:lnTo>
                    <a:lnTo>
                      <a:pt x="1116" y="471"/>
                    </a:lnTo>
                    <a:lnTo>
                      <a:pt x="1122" y="473"/>
                    </a:lnTo>
                    <a:lnTo>
                      <a:pt x="1127" y="477"/>
                    </a:lnTo>
                    <a:lnTo>
                      <a:pt x="1130" y="480"/>
                    </a:lnTo>
                    <a:lnTo>
                      <a:pt x="1134" y="483"/>
                    </a:lnTo>
                    <a:lnTo>
                      <a:pt x="1143" y="485"/>
                    </a:lnTo>
                    <a:lnTo>
                      <a:pt x="1154" y="486"/>
                    </a:lnTo>
                    <a:lnTo>
                      <a:pt x="1163" y="489"/>
                    </a:lnTo>
                    <a:lnTo>
                      <a:pt x="1164" y="494"/>
                    </a:lnTo>
                    <a:lnTo>
                      <a:pt x="1157" y="500"/>
                    </a:lnTo>
                    <a:lnTo>
                      <a:pt x="1147" y="506"/>
                    </a:lnTo>
                    <a:close/>
                  </a:path>
                </a:pathLst>
              </a:custGeom>
              <a:solidFill>
                <a:srgbClr val="ECB78D">
                  <a:alpha val="12900"/>
                </a:srgbClr>
              </a:solidFill>
              <a:ln>
                <a:noFill/>
              </a:ln>
            </p:spPr>
            <p:txBody>
              <a:bodyPr anchor="ctr"/>
              <a:lstStyle/>
              <a:p>
                <a:pPr algn="ctr">
                  <a:buNone/>
                </a:pPr>
              </a:p>
            </p:txBody>
          </p:sp>
          <p:sp>
            <p:nvSpPr>
              <p:cNvPr id="7598" name="addition:spatial:87">
                <a:extLst>
                  <a:ext uri="{FF2B5EF4-FFF2-40B4-BE49-F238E27FC236}">
                    <ns2:creationId id="{81A9CAAE-A640-4154-BE7F-63D009A58DCD}"/>
                  </a:ext>
                </a:extLst>
              </p:cNvPr>
              <p:cNvSpPr>
                <a:spLocks noGrp="1"/>
              </p:cNvSpPr>
              <p:nvPr/>
            </p:nvSpPr>
            <p:spPr>
              <a:xfrm>
                <a:off x="5648325" y="1666875"/>
                <a:ext cx="1520784" cy="952393"/>
              </a:xfrm>
              <a:custGeom>
                <a:rect l="l" t="t" r="r" b="b"/>
                <a:pathLst>
                  <a:path w="1147" h="563">
                    <a:moveTo>
                      <a:pt x="0" y="0"/>
                    </a:moveTo>
                    <a:moveTo>
                      <a:pt x="1132" y="515"/>
                    </a:moveTo>
                    <a:lnTo>
                      <a:pt x="1129" y="519"/>
                    </a:lnTo>
                    <a:lnTo>
                      <a:pt x="1130" y="523"/>
                    </a:lnTo>
                    <a:lnTo>
                      <a:pt x="1131" y="527"/>
                    </a:lnTo>
                    <a:lnTo>
                      <a:pt x="1127" y="530"/>
                    </a:lnTo>
                    <a:lnTo>
                      <a:pt x="1120" y="533"/>
                    </a:lnTo>
                    <a:lnTo>
                      <a:pt x="1115" y="535"/>
                    </a:lnTo>
                    <a:lnTo>
                      <a:pt x="1111" y="539"/>
                    </a:lnTo>
                    <a:lnTo>
                      <a:pt x="1109" y="543"/>
                    </a:lnTo>
                    <a:lnTo>
                      <a:pt x="1105" y="546"/>
                    </a:lnTo>
                    <a:lnTo>
                      <a:pt x="1101" y="549"/>
                    </a:lnTo>
                    <a:lnTo>
                      <a:pt x="1095" y="552"/>
                    </a:lnTo>
                    <a:lnTo>
                      <a:pt x="1091" y="556"/>
                    </a:lnTo>
                    <a:lnTo>
                      <a:pt x="1087" y="560"/>
                    </a:lnTo>
                    <a:lnTo>
                      <a:pt x="1081" y="563"/>
                    </a:lnTo>
                    <a:lnTo>
                      <a:pt x="1073" y="562"/>
                    </a:lnTo>
                    <a:lnTo>
                      <a:pt x="1066" y="558"/>
                    </a:lnTo>
                    <a:lnTo>
                      <a:pt x="1060" y="552"/>
                    </a:lnTo>
                    <a:lnTo>
                      <a:pt x="1055" y="550"/>
                    </a:lnTo>
                    <a:lnTo>
                      <a:pt x="1050" y="552"/>
                    </a:lnTo>
                    <a:lnTo>
                      <a:pt x="1045" y="555"/>
                    </a:lnTo>
                    <a:lnTo>
                      <a:pt x="1038" y="557"/>
                    </a:lnTo>
                    <a:lnTo>
                      <a:pt x="1033" y="556"/>
                    </a:lnTo>
                    <a:lnTo>
                      <a:pt x="1028" y="554"/>
                    </a:lnTo>
                    <a:lnTo>
                      <a:pt x="1023" y="553"/>
                    </a:lnTo>
                    <a:lnTo>
                      <a:pt x="1017" y="551"/>
                    </a:lnTo>
                    <a:lnTo>
                      <a:pt x="1012" y="549"/>
                    </a:lnTo>
                    <a:lnTo>
                      <a:pt x="1009" y="545"/>
                    </a:lnTo>
                    <a:lnTo>
                      <a:pt x="1009" y="541"/>
                    </a:lnTo>
                    <a:lnTo>
                      <a:pt x="1007" y="537"/>
                    </a:lnTo>
                    <a:lnTo>
                      <a:pt x="1004" y="534"/>
                    </a:lnTo>
                    <a:lnTo>
                      <a:pt x="999" y="531"/>
                    </a:lnTo>
                    <a:lnTo>
                      <a:pt x="997" y="527"/>
                    </a:lnTo>
                    <a:lnTo>
                      <a:pt x="999" y="522"/>
                    </a:lnTo>
                    <a:lnTo>
                      <a:pt x="1004" y="518"/>
                    </a:lnTo>
                    <a:lnTo>
                      <a:pt x="1006" y="515"/>
                    </a:lnTo>
                    <a:lnTo>
                      <a:pt x="1002" y="512"/>
                    </a:lnTo>
                    <a:lnTo>
                      <a:pt x="993" y="507"/>
                    </a:lnTo>
                    <a:lnTo>
                      <a:pt x="986" y="502"/>
                    </a:lnTo>
                    <a:lnTo>
                      <a:pt x="985" y="497"/>
                    </a:lnTo>
                    <a:lnTo>
                      <a:pt x="988" y="494"/>
                    </a:lnTo>
                    <a:lnTo>
                      <a:pt x="994" y="491"/>
                    </a:lnTo>
                    <a:lnTo>
                      <a:pt x="998" y="488"/>
                    </a:lnTo>
                    <a:lnTo>
                      <a:pt x="1003" y="486"/>
                    </a:lnTo>
                    <a:lnTo>
                      <a:pt x="1009" y="485"/>
                    </a:lnTo>
                    <a:lnTo>
                      <a:pt x="1016" y="484"/>
                    </a:lnTo>
                    <a:lnTo>
                      <a:pt x="1022" y="484"/>
                    </a:lnTo>
                    <a:lnTo>
                      <a:pt x="1026" y="481"/>
                    </a:lnTo>
                    <a:lnTo>
                      <a:pt x="1029" y="477"/>
                    </a:lnTo>
                    <a:lnTo>
                      <a:pt x="1033" y="472"/>
                    </a:lnTo>
                    <a:lnTo>
                      <a:pt x="1039" y="470"/>
                    </a:lnTo>
                    <a:lnTo>
                      <a:pt x="1047" y="471"/>
                    </a:lnTo>
                    <a:lnTo>
                      <a:pt x="1054" y="473"/>
                    </a:lnTo>
                    <a:lnTo>
                      <a:pt x="1061" y="473"/>
                    </a:lnTo>
                    <a:lnTo>
                      <a:pt x="1068" y="471"/>
                    </a:lnTo>
                    <a:lnTo>
                      <a:pt x="1077" y="468"/>
                    </a:lnTo>
                    <a:lnTo>
                      <a:pt x="1085" y="468"/>
                    </a:lnTo>
                    <a:lnTo>
                      <a:pt x="1092" y="472"/>
                    </a:lnTo>
                    <a:lnTo>
                      <a:pt x="1096" y="477"/>
                    </a:lnTo>
                    <a:lnTo>
                      <a:pt x="1100" y="481"/>
                    </a:lnTo>
                    <a:lnTo>
                      <a:pt x="1104" y="484"/>
                    </a:lnTo>
                    <a:lnTo>
                      <a:pt x="1109" y="487"/>
                    </a:lnTo>
                    <a:lnTo>
                      <a:pt x="1113" y="490"/>
                    </a:lnTo>
                    <a:lnTo>
                      <a:pt x="1117" y="492"/>
                    </a:lnTo>
                    <a:lnTo>
                      <a:pt x="1123" y="494"/>
                    </a:lnTo>
                    <a:lnTo>
                      <a:pt x="1132" y="496"/>
                    </a:lnTo>
                    <a:lnTo>
                      <a:pt x="1141" y="498"/>
                    </a:lnTo>
                    <a:lnTo>
                      <a:pt x="1147" y="501"/>
                    </a:lnTo>
                    <a:lnTo>
                      <a:pt x="1145" y="506"/>
                    </a:lnTo>
                    <a:lnTo>
                      <a:pt x="1139" y="511"/>
                    </a:lnTo>
                    <a:close/>
                  </a:path>
                </a:pathLst>
              </a:custGeom>
              <a:solidFill>
                <a:srgbClr val="E18B48">
                  <a:alpha val="10500"/>
                </a:srgbClr>
              </a:solidFill>
              <a:ln>
                <a:noFill/>
              </a:ln>
            </p:spPr>
            <p:txBody>
              <a:bodyPr anchor="ctr"/>
              <a:lstStyle/>
              <a:p>
                <a:pPr algn="ctr">
                  <a:buNone/>
                </a:pPr>
              </a:p>
            </p:txBody>
          </p:sp>
          <p:sp>
            <p:nvSpPr>
              <p:cNvPr id="7599" name="addition:spatial:88">
                <a:extLst>
                  <a:ext uri="{FF2B5EF4-FFF2-40B4-BE49-F238E27FC236}">
                    <ns2:creationId id="{92A85871-9A5F-41BD-85C9-5AB31C51701E}"/>
                  </a:ext>
                </a:extLst>
              </p:cNvPr>
              <p:cNvSpPr>
                <a:spLocks noGrp="1"/>
              </p:cNvSpPr>
              <p:nvPr/>
            </p:nvSpPr>
            <p:spPr>
              <a:xfrm>
                <a:off x="5648325" y="1666875"/>
                <a:ext cx="1414714" cy="877961"/>
              </a:xfrm>
              <a:custGeom>
                <a:rect l="l" t="t" r="r" b="b"/>
                <a:pathLst>
                  <a:path w="1067" h="519">
                    <a:moveTo>
                      <a:pt x="0" y="0"/>
                    </a:moveTo>
                    <a:moveTo>
                      <a:pt x="1065" y="499"/>
                    </a:moveTo>
                    <a:lnTo>
                      <a:pt x="1066" y="501"/>
                    </a:lnTo>
                    <a:lnTo>
                      <a:pt x="1067" y="503"/>
                    </a:lnTo>
                    <a:lnTo>
                      <a:pt x="1065" y="505"/>
                    </a:lnTo>
                    <a:lnTo>
                      <a:pt x="1061" y="506"/>
                    </a:lnTo>
                    <a:lnTo>
                      <a:pt x="1057" y="506"/>
                    </a:lnTo>
                    <a:lnTo>
                      <a:pt x="1055" y="507"/>
                    </a:lnTo>
                    <a:lnTo>
                      <a:pt x="1054" y="509"/>
                    </a:lnTo>
                    <a:lnTo>
                      <a:pt x="1053" y="511"/>
                    </a:lnTo>
                    <a:lnTo>
                      <a:pt x="1052" y="512"/>
                    </a:lnTo>
                    <a:lnTo>
                      <a:pt x="1050" y="514"/>
                    </a:lnTo>
                    <a:lnTo>
                      <a:pt x="1049" y="515"/>
                    </a:lnTo>
                    <a:lnTo>
                      <a:pt x="1047" y="517"/>
                    </a:lnTo>
                    <a:lnTo>
                      <a:pt x="1045" y="519"/>
                    </a:lnTo>
                    <a:lnTo>
                      <a:pt x="1042" y="519"/>
                    </a:lnTo>
                    <a:lnTo>
                      <a:pt x="1038" y="518"/>
                    </a:lnTo>
                    <a:lnTo>
                      <a:pt x="1035" y="516"/>
                    </a:lnTo>
                    <a:lnTo>
                      <a:pt x="1033" y="515"/>
                    </a:lnTo>
                    <a:lnTo>
                      <a:pt x="1030" y="516"/>
                    </a:lnTo>
                    <a:lnTo>
                      <a:pt x="1028" y="517"/>
                    </a:lnTo>
                    <a:lnTo>
                      <a:pt x="1026" y="517"/>
                    </a:lnTo>
                    <a:lnTo>
                      <a:pt x="1024" y="517"/>
                    </a:lnTo>
                    <a:lnTo>
                      <a:pt x="1022" y="515"/>
                    </a:lnTo>
                    <a:lnTo>
                      <a:pt x="1020" y="515"/>
                    </a:lnTo>
                    <a:lnTo>
                      <a:pt x="1018" y="514"/>
                    </a:lnTo>
                    <a:lnTo>
                      <a:pt x="1015" y="514"/>
                    </a:lnTo>
                    <a:lnTo>
                      <a:pt x="1013" y="514"/>
                    </a:lnTo>
                    <a:lnTo>
                      <a:pt x="1011" y="512"/>
                    </a:lnTo>
                    <a:lnTo>
                      <a:pt x="1010" y="511"/>
                    </a:lnTo>
                    <a:lnTo>
                      <a:pt x="1009" y="509"/>
                    </a:lnTo>
                    <a:lnTo>
                      <a:pt x="1007" y="508"/>
                    </a:lnTo>
                    <a:lnTo>
                      <a:pt x="1007" y="506"/>
                    </a:lnTo>
                    <a:lnTo>
                      <a:pt x="1008" y="504"/>
                    </a:lnTo>
                    <a:lnTo>
                      <a:pt x="1011" y="502"/>
                    </a:lnTo>
                    <a:lnTo>
                      <a:pt x="1012" y="501"/>
                    </a:lnTo>
                    <a:lnTo>
                      <a:pt x="1011" y="499"/>
                    </a:lnTo>
                    <a:lnTo>
                      <a:pt x="1007" y="498"/>
                    </a:lnTo>
                    <a:lnTo>
                      <a:pt x="1004" y="496"/>
                    </a:lnTo>
                    <a:lnTo>
                      <a:pt x="1002" y="494"/>
                    </a:lnTo>
                    <a:lnTo>
                      <a:pt x="1003" y="492"/>
                    </a:lnTo>
                    <a:lnTo>
                      <a:pt x="1005" y="491"/>
                    </a:lnTo>
                    <a:lnTo>
                      <a:pt x="1007" y="490"/>
                    </a:lnTo>
                    <a:lnTo>
                      <a:pt x="1008" y="488"/>
                    </a:lnTo>
                    <a:lnTo>
                      <a:pt x="1010" y="487"/>
                    </a:lnTo>
                    <a:lnTo>
                      <a:pt x="1012" y="486"/>
                    </a:lnTo>
                    <a:lnTo>
                      <a:pt x="1014" y="486"/>
                    </a:lnTo>
                    <a:lnTo>
                      <a:pt x="1016" y="485"/>
                    </a:lnTo>
                    <a:lnTo>
                      <a:pt x="1018" y="484"/>
                    </a:lnTo>
                    <a:lnTo>
                      <a:pt x="1020" y="483"/>
                    </a:lnTo>
                    <a:lnTo>
                      <a:pt x="1022" y="482"/>
                    </a:lnTo>
                    <a:lnTo>
                      <a:pt x="1025" y="483"/>
                    </a:lnTo>
                    <a:lnTo>
                      <a:pt x="1028" y="483"/>
                    </a:lnTo>
                    <a:lnTo>
                      <a:pt x="1030" y="483"/>
                    </a:lnTo>
                    <a:lnTo>
                      <a:pt x="1033" y="481"/>
                    </a:lnTo>
                    <a:lnTo>
                      <a:pt x="1036" y="479"/>
                    </a:lnTo>
                    <a:lnTo>
                      <a:pt x="1040" y="478"/>
                    </a:lnTo>
                    <a:lnTo>
                      <a:pt x="1043" y="480"/>
                    </a:lnTo>
                    <a:lnTo>
                      <a:pt x="1045" y="482"/>
                    </a:lnTo>
                    <a:lnTo>
                      <a:pt x="1047" y="484"/>
                    </a:lnTo>
                    <a:lnTo>
                      <a:pt x="1049" y="485"/>
                    </a:lnTo>
                    <a:lnTo>
                      <a:pt x="1051" y="486"/>
                    </a:lnTo>
                    <a:lnTo>
                      <a:pt x="1053" y="488"/>
                    </a:lnTo>
                    <a:lnTo>
                      <a:pt x="1055" y="489"/>
                    </a:lnTo>
                    <a:lnTo>
                      <a:pt x="1057" y="490"/>
                    </a:lnTo>
                    <a:lnTo>
                      <a:pt x="1060" y="490"/>
                    </a:lnTo>
                    <a:lnTo>
                      <a:pt x="1064" y="491"/>
                    </a:lnTo>
                    <a:lnTo>
                      <a:pt x="1067" y="492"/>
                    </a:lnTo>
                    <a:lnTo>
                      <a:pt x="1067" y="494"/>
                    </a:lnTo>
                    <a:lnTo>
                      <a:pt x="1066" y="496"/>
                    </a:lnTo>
                    <a:lnTo>
                      <a:pt x="1064" y="498"/>
                    </a:lnTo>
                    <a:close/>
                  </a:path>
                </a:pathLst>
              </a:custGeom>
              <a:solidFill>
                <a:srgbClr val="ECB78D">
                  <a:alpha val="9600"/>
                </a:srgbClr>
              </a:solidFill>
              <a:ln>
                <a:noFill/>
              </a:ln>
            </p:spPr>
            <p:txBody>
              <a:bodyPr anchor="ctr"/>
              <a:lstStyle/>
              <a:p>
                <a:pPr algn="ctr">
                  <a:buNone/>
                </a:pPr>
              </a:p>
            </p:txBody>
          </p:sp>
          <p:sp>
            <p:nvSpPr>
              <p:cNvPr id="7600" name="addition:spatial:89">
                <a:extLst>
                  <a:ext uri="{FF2B5EF4-FFF2-40B4-BE49-F238E27FC236}">
                    <ns2:creationId id="{39041C5C-E7AC-4B0B-9213-7C300A7E656E}"/>
                  </a:ext>
                </a:extLst>
              </p:cNvPr>
              <p:cNvSpPr>
                <a:spLocks noGrp="1"/>
              </p:cNvSpPr>
              <p:nvPr/>
            </p:nvSpPr>
            <p:spPr>
              <a:xfrm>
                <a:off x="5648325" y="1666875"/>
                <a:ext cx="1445209" cy="852587"/>
              </a:xfrm>
              <a:custGeom>
                <a:rect l="l" t="t" r="r" b="b"/>
                <a:pathLst>
                  <a:path w="1090" h="504">
                    <a:moveTo>
                      <a:pt x="0" y="0"/>
                    </a:moveTo>
                    <a:moveTo>
                      <a:pt x="1089" y="485"/>
                    </a:moveTo>
                    <a:lnTo>
                      <a:pt x="1088" y="486"/>
                    </a:lnTo>
                    <a:lnTo>
                      <a:pt x="1085" y="488"/>
                    </a:lnTo>
                    <a:lnTo>
                      <a:pt x="1082" y="489"/>
                    </a:lnTo>
                    <a:lnTo>
                      <a:pt x="1081" y="490"/>
                    </a:lnTo>
                    <a:lnTo>
                      <a:pt x="1081" y="492"/>
                    </a:lnTo>
                    <a:lnTo>
                      <a:pt x="1081" y="494"/>
                    </a:lnTo>
                    <a:lnTo>
                      <a:pt x="1080" y="496"/>
                    </a:lnTo>
                    <a:lnTo>
                      <a:pt x="1078" y="497"/>
                    </a:lnTo>
                    <a:lnTo>
                      <a:pt x="1074" y="497"/>
                    </a:lnTo>
                    <a:lnTo>
                      <a:pt x="1072" y="498"/>
                    </a:lnTo>
                    <a:lnTo>
                      <a:pt x="1070" y="499"/>
                    </a:lnTo>
                    <a:lnTo>
                      <a:pt x="1069" y="501"/>
                    </a:lnTo>
                    <a:lnTo>
                      <a:pt x="1068" y="503"/>
                    </a:lnTo>
                    <a:lnTo>
                      <a:pt x="1065" y="504"/>
                    </a:lnTo>
                    <a:lnTo>
                      <a:pt x="1062" y="503"/>
                    </a:lnTo>
                    <a:lnTo>
                      <a:pt x="1059" y="502"/>
                    </a:lnTo>
                    <a:lnTo>
                      <a:pt x="1057" y="502"/>
                    </a:lnTo>
                    <a:lnTo>
                      <a:pt x="1054" y="501"/>
                    </a:lnTo>
                    <a:lnTo>
                      <a:pt x="1053" y="501"/>
                    </a:lnTo>
                    <a:lnTo>
                      <a:pt x="1051" y="500"/>
                    </a:lnTo>
                    <a:lnTo>
                      <a:pt x="1049" y="499"/>
                    </a:lnTo>
                    <a:lnTo>
                      <a:pt x="1047" y="500"/>
                    </a:lnTo>
                    <a:lnTo>
                      <a:pt x="1044" y="501"/>
                    </a:lnTo>
                    <a:lnTo>
                      <a:pt x="1040" y="502"/>
                    </a:lnTo>
                    <a:lnTo>
                      <a:pt x="1038" y="501"/>
                    </a:lnTo>
                    <a:lnTo>
                      <a:pt x="1037" y="499"/>
                    </a:lnTo>
                    <a:lnTo>
                      <a:pt x="1038" y="496"/>
                    </a:lnTo>
                    <a:lnTo>
                      <a:pt x="1037" y="495"/>
                    </a:lnTo>
                    <a:lnTo>
                      <a:pt x="1036" y="494"/>
                    </a:lnTo>
                    <a:lnTo>
                      <a:pt x="1034" y="493"/>
                    </a:lnTo>
                    <a:lnTo>
                      <a:pt x="1033" y="491"/>
                    </a:lnTo>
                    <a:lnTo>
                      <a:pt x="1033" y="489"/>
                    </a:lnTo>
                    <a:lnTo>
                      <a:pt x="1034" y="488"/>
                    </a:lnTo>
                    <a:lnTo>
                      <a:pt x="1034" y="486"/>
                    </a:lnTo>
                    <a:lnTo>
                      <a:pt x="1033" y="485"/>
                    </a:lnTo>
                    <a:lnTo>
                      <a:pt x="1032" y="483"/>
                    </a:lnTo>
                    <a:lnTo>
                      <a:pt x="1032" y="482"/>
                    </a:lnTo>
                    <a:lnTo>
                      <a:pt x="1032" y="480"/>
                    </a:lnTo>
                    <a:lnTo>
                      <a:pt x="1032" y="479"/>
                    </a:lnTo>
                    <a:lnTo>
                      <a:pt x="1030" y="476"/>
                    </a:lnTo>
                    <a:lnTo>
                      <a:pt x="1029" y="474"/>
                    </a:lnTo>
                    <a:lnTo>
                      <a:pt x="1030" y="473"/>
                    </a:lnTo>
                    <a:lnTo>
                      <a:pt x="1033" y="472"/>
                    </a:lnTo>
                    <a:lnTo>
                      <a:pt x="1037" y="473"/>
                    </a:lnTo>
                    <a:lnTo>
                      <a:pt x="1041" y="473"/>
                    </a:lnTo>
                    <a:lnTo>
                      <a:pt x="1042" y="472"/>
                    </a:lnTo>
                    <a:lnTo>
                      <a:pt x="1043" y="471"/>
                    </a:lnTo>
                    <a:lnTo>
                      <a:pt x="1045" y="469"/>
                    </a:lnTo>
                    <a:lnTo>
                      <a:pt x="1047" y="468"/>
                    </a:lnTo>
                    <a:lnTo>
                      <a:pt x="1049" y="468"/>
                    </a:lnTo>
                    <a:lnTo>
                      <a:pt x="1051" y="467"/>
                    </a:lnTo>
                    <a:lnTo>
                      <a:pt x="1054" y="467"/>
                    </a:lnTo>
                    <a:lnTo>
                      <a:pt x="1057" y="466"/>
                    </a:lnTo>
                    <a:lnTo>
                      <a:pt x="1060" y="466"/>
                    </a:lnTo>
                    <a:lnTo>
                      <a:pt x="1063" y="467"/>
                    </a:lnTo>
                    <a:lnTo>
                      <a:pt x="1065" y="468"/>
                    </a:lnTo>
                    <a:lnTo>
                      <a:pt x="1068" y="468"/>
                    </a:lnTo>
                    <a:lnTo>
                      <a:pt x="1071" y="468"/>
                    </a:lnTo>
                    <a:lnTo>
                      <a:pt x="1074" y="469"/>
                    </a:lnTo>
                    <a:lnTo>
                      <a:pt x="1076" y="471"/>
                    </a:lnTo>
                    <a:lnTo>
                      <a:pt x="1076" y="473"/>
                    </a:lnTo>
                    <a:lnTo>
                      <a:pt x="1076" y="475"/>
                    </a:lnTo>
                    <a:lnTo>
                      <a:pt x="1078" y="476"/>
                    </a:lnTo>
                    <a:lnTo>
                      <a:pt x="1081" y="477"/>
                    </a:lnTo>
                    <a:lnTo>
                      <a:pt x="1085" y="477"/>
                    </a:lnTo>
                    <a:lnTo>
                      <a:pt x="1088" y="478"/>
                    </a:lnTo>
                    <a:lnTo>
                      <a:pt x="1090" y="480"/>
                    </a:lnTo>
                    <a:lnTo>
                      <a:pt x="1090" y="481"/>
                    </a:lnTo>
                    <a:lnTo>
                      <a:pt x="1090" y="483"/>
                    </a:lnTo>
                    <a:close/>
                  </a:path>
                </a:pathLst>
              </a:custGeom>
              <a:solidFill>
                <a:srgbClr val="ECB78D">
                  <a:alpha val="9600"/>
                </a:srgbClr>
              </a:solidFill>
              <a:ln>
                <a:noFill/>
              </a:ln>
            </p:spPr>
            <p:txBody>
              <a:bodyPr anchor="ctr"/>
              <a:lstStyle/>
              <a:p>
                <a:pPr algn="ctr">
                  <a:buNone/>
                </a:pPr>
              </a:p>
            </p:txBody>
          </p:sp>
          <p:sp>
            <p:nvSpPr>
              <p:cNvPr id="7601" name="addition:spatial:90">
                <a:extLst>
                  <a:ext uri="{FF2B5EF4-FFF2-40B4-BE49-F238E27FC236}">
                    <ns2:creationId id="{C4BB8E9A-12C3-421C-8EF2-8E1D0A2E544D}"/>
                  </a:ext>
                </a:extLst>
              </p:cNvPr>
              <p:cNvSpPr>
                <a:spLocks noGrp="1"/>
              </p:cNvSpPr>
              <p:nvPr/>
            </p:nvSpPr>
            <p:spPr>
              <a:xfrm>
                <a:off x="5648325" y="1666875"/>
                <a:ext cx="1479682" cy="861045"/>
              </a:xfrm>
              <a:custGeom>
                <a:rect l="l" t="t" r="r" b="b"/>
                <a:pathLst>
                  <a:path w="1116" h="509">
                    <a:moveTo>
                      <a:pt x="0" y="0"/>
                    </a:moveTo>
                    <a:moveTo>
                      <a:pt x="1109" y="489"/>
                    </a:moveTo>
                    <a:lnTo>
                      <a:pt x="1108" y="490"/>
                    </a:lnTo>
                    <a:lnTo>
                      <a:pt x="1109" y="492"/>
                    </a:lnTo>
                    <a:lnTo>
                      <a:pt x="1110" y="494"/>
                    </a:lnTo>
                    <a:lnTo>
                      <a:pt x="1110" y="495"/>
                    </a:lnTo>
                    <a:lnTo>
                      <a:pt x="1110" y="497"/>
                    </a:lnTo>
                    <a:lnTo>
                      <a:pt x="1110" y="499"/>
                    </a:lnTo>
                    <a:lnTo>
                      <a:pt x="1110" y="501"/>
                    </a:lnTo>
                    <a:lnTo>
                      <a:pt x="1110" y="503"/>
                    </a:lnTo>
                    <a:lnTo>
                      <a:pt x="1107" y="504"/>
                    </a:lnTo>
                    <a:lnTo>
                      <a:pt x="1104" y="504"/>
                    </a:lnTo>
                    <a:lnTo>
                      <a:pt x="1101" y="504"/>
                    </a:lnTo>
                    <a:lnTo>
                      <a:pt x="1098" y="504"/>
                    </a:lnTo>
                    <a:lnTo>
                      <a:pt x="1097" y="505"/>
                    </a:lnTo>
                    <a:lnTo>
                      <a:pt x="1096" y="507"/>
                    </a:lnTo>
                    <a:lnTo>
                      <a:pt x="1094" y="508"/>
                    </a:lnTo>
                    <a:lnTo>
                      <a:pt x="1092" y="507"/>
                    </a:lnTo>
                    <a:lnTo>
                      <a:pt x="1089" y="507"/>
                    </a:lnTo>
                    <a:lnTo>
                      <a:pt x="1087" y="506"/>
                    </a:lnTo>
                    <a:lnTo>
                      <a:pt x="1085" y="507"/>
                    </a:lnTo>
                    <a:lnTo>
                      <a:pt x="1082" y="508"/>
                    </a:lnTo>
                    <a:lnTo>
                      <a:pt x="1079" y="509"/>
                    </a:lnTo>
                    <a:lnTo>
                      <a:pt x="1076" y="508"/>
                    </a:lnTo>
                    <a:lnTo>
                      <a:pt x="1073" y="507"/>
                    </a:lnTo>
                    <a:lnTo>
                      <a:pt x="1071" y="506"/>
                    </a:lnTo>
                    <a:lnTo>
                      <a:pt x="1068" y="505"/>
                    </a:lnTo>
                    <a:lnTo>
                      <a:pt x="1067" y="503"/>
                    </a:lnTo>
                    <a:lnTo>
                      <a:pt x="1066" y="501"/>
                    </a:lnTo>
                    <a:lnTo>
                      <a:pt x="1067" y="498"/>
                    </a:lnTo>
                    <a:lnTo>
                      <a:pt x="1066" y="497"/>
                    </a:lnTo>
                    <a:lnTo>
                      <a:pt x="1064" y="496"/>
                    </a:lnTo>
                    <a:lnTo>
                      <a:pt x="1059" y="495"/>
                    </a:lnTo>
                    <a:lnTo>
                      <a:pt x="1055" y="494"/>
                    </a:lnTo>
                    <a:lnTo>
                      <a:pt x="1053" y="493"/>
                    </a:lnTo>
                    <a:lnTo>
                      <a:pt x="1053" y="491"/>
                    </a:lnTo>
                    <a:lnTo>
                      <a:pt x="1054" y="489"/>
                    </a:lnTo>
                    <a:lnTo>
                      <a:pt x="1055" y="487"/>
                    </a:lnTo>
                    <a:lnTo>
                      <a:pt x="1054" y="485"/>
                    </a:lnTo>
                    <a:lnTo>
                      <a:pt x="1055" y="483"/>
                    </a:lnTo>
                    <a:lnTo>
                      <a:pt x="1056" y="482"/>
                    </a:lnTo>
                    <a:lnTo>
                      <a:pt x="1059" y="481"/>
                    </a:lnTo>
                    <a:lnTo>
                      <a:pt x="1061" y="479"/>
                    </a:lnTo>
                    <a:lnTo>
                      <a:pt x="1062" y="478"/>
                    </a:lnTo>
                    <a:lnTo>
                      <a:pt x="1064" y="477"/>
                    </a:lnTo>
                    <a:lnTo>
                      <a:pt x="1066" y="476"/>
                    </a:lnTo>
                    <a:lnTo>
                      <a:pt x="1069" y="475"/>
                    </a:lnTo>
                    <a:lnTo>
                      <a:pt x="1072" y="475"/>
                    </a:lnTo>
                    <a:lnTo>
                      <a:pt x="1074" y="473"/>
                    </a:lnTo>
                    <a:lnTo>
                      <a:pt x="1075" y="471"/>
                    </a:lnTo>
                    <a:lnTo>
                      <a:pt x="1077" y="468"/>
                    </a:lnTo>
                    <a:lnTo>
                      <a:pt x="1080" y="466"/>
                    </a:lnTo>
                    <a:lnTo>
                      <a:pt x="1083" y="467"/>
                    </a:lnTo>
                    <a:lnTo>
                      <a:pt x="1087" y="469"/>
                    </a:lnTo>
                    <a:lnTo>
                      <a:pt x="1089" y="471"/>
                    </a:lnTo>
                    <a:lnTo>
                      <a:pt x="1092" y="471"/>
                    </a:lnTo>
                    <a:lnTo>
                      <a:pt x="1094" y="472"/>
                    </a:lnTo>
                    <a:lnTo>
                      <a:pt x="1097" y="472"/>
                    </a:lnTo>
                    <a:lnTo>
                      <a:pt x="1099" y="473"/>
                    </a:lnTo>
                    <a:lnTo>
                      <a:pt x="1101" y="473"/>
                    </a:lnTo>
                    <a:lnTo>
                      <a:pt x="1103" y="473"/>
                    </a:lnTo>
                    <a:lnTo>
                      <a:pt x="1106" y="473"/>
                    </a:lnTo>
                    <a:lnTo>
                      <a:pt x="1109" y="474"/>
                    </a:lnTo>
                    <a:lnTo>
                      <a:pt x="1110" y="475"/>
                    </a:lnTo>
                    <a:lnTo>
                      <a:pt x="1110" y="477"/>
                    </a:lnTo>
                    <a:lnTo>
                      <a:pt x="1110" y="479"/>
                    </a:lnTo>
                    <a:lnTo>
                      <a:pt x="1112" y="480"/>
                    </a:lnTo>
                    <a:lnTo>
                      <a:pt x="1114" y="482"/>
                    </a:lnTo>
                    <a:lnTo>
                      <a:pt x="1116" y="483"/>
                    </a:lnTo>
                    <a:lnTo>
                      <a:pt x="1115" y="485"/>
                    </a:lnTo>
                    <a:lnTo>
                      <a:pt x="1112" y="487"/>
                    </a:lnTo>
                    <a:close/>
                  </a:path>
                </a:pathLst>
              </a:custGeom>
              <a:solidFill>
                <a:srgbClr val="ECB78D">
                  <a:alpha val="9600"/>
                </a:srgbClr>
              </a:solidFill>
              <a:ln>
                <a:noFill/>
              </a:ln>
            </p:spPr>
            <p:txBody>
              <a:bodyPr anchor="ctr"/>
              <a:lstStyle/>
              <a:p>
                <a:pPr algn="ctr">
                  <a:buNone/>
                </a:pPr>
              </a:p>
            </p:txBody>
          </p:sp>
          <p:sp>
            <p:nvSpPr>
              <p:cNvPr id="7602" name="addition:spatial:91">
                <a:extLst>
                  <a:ext uri="{FF2B5EF4-FFF2-40B4-BE49-F238E27FC236}">
                    <ns2:creationId id="{857D6A58-A98C-418F-9DF4-A88B4E3F4538}"/>
                  </a:ext>
                </a:extLst>
              </p:cNvPr>
              <p:cNvSpPr>
                <a:spLocks noGrp="1"/>
              </p:cNvSpPr>
              <p:nvPr/>
            </p:nvSpPr>
            <p:spPr>
              <a:xfrm>
                <a:off x="5648325" y="1666875"/>
                <a:ext cx="1514155" cy="891494"/>
              </a:xfrm>
              <a:custGeom>
                <a:rect l="l" t="t" r="r" b="b"/>
                <a:pathLst>
                  <a:path w="1142" h="527">
                    <a:moveTo>
                      <a:pt x="0" y="0"/>
                    </a:moveTo>
                    <a:moveTo>
                      <a:pt x="1134" y="505"/>
                    </a:moveTo>
                    <a:lnTo>
                      <a:pt x="1136" y="507"/>
                    </a:lnTo>
                    <a:lnTo>
                      <a:pt x="1137" y="509"/>
                    </a:lnTo>
                    <a:lnTo>
                      <a:pt x="1136" y="510"/>
                    </a:lnTo>
                    <a:lnTo>
                      <a:pt x="1134" y="512"/>
                    </a:lnTo>
                    <a:lnTo>
                      <a:pt x="1133" y="514"/>
                    </a:lnTo>
                    <a:lnTo>
                      <a:pt x="1132" y="515"/>
                    </a:lnTo>
                    <a:lnTo>
                      <a:pt x="1132" y="518"/>
                    </a:lnTo>
                    <a:lnTo>
                      <a:pt x="1131" y="519"/>
                    </a:lnTo>
                    <a:lnTo>
                      <a:pt x="1129" y="521"/>
                    </a:lnTo>
                    <a:lnTo>
                      <a:pt x="1127" y="522"/>
                    </a:lnTo>
                    <a:lnTo>
                      <a:pt x="1126" y="523"/>
                    </a:lnTo>
                    <a:lnTo>
                      <a:pt x="1124" y="525"/>
                    </a:lnTo>
                    <a:lnTo>
                      <a:pt x="1121" y="525"/>
                    </a:lnTo>
                    <a:lnTo>
                      <a:pt x="1118" y="524"/>
                    </a:lnTo>
                    <a:lnTo>
                      <a:pt x="1115" y="522"/>
                    </a:lnTo>
                    <a:lnTo>
                      <a:pt x="1113" y="521"/>
                    </a:lnTo>
                    <a:lnTo>
                      <a:pt x="1111" y="522"/>
                    </a:lnTo>
                    <a:lnTo>
                      <a:pt x="1109" y="525"/>
                    </a:lnTo>
                    <a:lnTo>
                      <a:pt x="1106" y="527"/>
                    </a:lnTo>
                    <a:lnTo>
                      <a:pt x="1103" y="527"/>
                    </a:lnTo>
                    <a:lnTo>
                      <a:pt x="1100" y="527"/>
                    </a:lnTo>
                    <a:lnTo>
                      <a:pt x="1098" y="525"/>
                    </a:lnTo>
                    <a:lnTo>
                      <a:pt x="1095" y="524"/>
                    </a:lnTo>
                    <a:lnTo>
                      <a:pt x="1093" y="523"/>
                    </a:lnTo>
                    <a:lnTo>
                      <a:pt x="1090" y="522"/>
                    </a:lnTo>
                    <a:lnTo>
                      <a:pt x="1089" y="520"/>
                    </a:lnTo>
                    <a:lnTo>
                      <a:pt x="1088" y="518"/>
                    </a:lnTo>
                    <a:lnTo>
                      <a:pt x="1086" y="516"/>
                    </a:lnTo>
                    <a:lnTo>
                      <a:pt x="1083" y="515"/>
                    </a:lnTo>
                    <a:lnTo>
                      <a:pt x="1080" y="514"/>
                    </a:lnTo>
                    <a:lnTo>
                      <a:pt x="1079" y="512"/>
                    </a:lnTo>
                    <a:lnTo>
                      <a:pt x="1079" y="510"/>
                    </a:lnTo>
                    <a:lnTo>
                      <a:pt x="1080" y="508"/>
                    </a:lnTo>
                    <a:lnTo>
                      <a:pt x="1078" y="507"/>
                    </a:lnTo>
                    <a:lnTo>
                      <a:pt x="1075" y="505"/>
                    </a:lnTo>
                    <a:lnTo>
                      <a:pt x="1071" y="503"/>
                    </a:lnTo>
                    <a:lnTo>
                      <a:pt x="1070" y="501"/>
                    </a:lnTo>
                    <a:lnTo>
                      <a:pt x="1071" y="499"/>
                    </a:lnTo>
                    <a:lnTo>
                      <a:pt x="1075" y="497"/>
                    </a:lnTo>
                    <a:lnTo>
                      <a:pt x="1078" y="496"/>
                    </a:lnTo>
                    <a:lnTo>
                      <a:pt x="1081" y="495"/>
                    </a:lnTo>
                    <a:lnTo>
                      <a:pt x="1083" y="494"/>
                    </a:lnTo>
                    <a:lnTo>
                      <a:pt x="1085" y="493"/>
                    </a:lnTo>
                    <a:lnTo>
                      <a:pt x="1088" y="492"/>
                    </a:lnTo>
                    <a:lnTo>
                      <a:pt x="1089" y="490"/>
                    </a:lnTo>
                    <a:lnTo>
                      <a:pt x="1091" y="488"/>
                    </a:lnTo>
                    <a:lnTo>
                      <a:pt x="1092" y="486"/>
                    </a:lnTo>
                    <a:lnTo>
                      <a:pt x="1094" y="484"/>
                    </a:lnTo>
                    <a:lnTo>
                      <a:pt x="1098" y="483"/>
                    </a:lnTo>
                    <a:lnTo>
                      <a:pt x="1102" y="484"/>
                    </a:lnTo>
                    <a:lnTo>
                      <a:pt x="1105" y="485"/>
                    </a:lnTo>
                    <a:lnTo>
                      <a:pt x="1108" y="485"/>
                    </a:lnTo>
                    <a:lnTo>
                      <a:pt x="1112" y="483"/>
                    </a:lnTo>
                    <a:lnTo>
                      <a:pt x="1115" y="483"/>
                    </a:lnTo>
                    <a:lnTo>
                      <a:pt x="1118" y="484"/>
                    </a:lnTo>
                    <a:lnTo>
                      <a:pt x="1120" y="486"/>
                    </a:lnTo>
                    <a:lnTo>
                      <a:pt x="1122" y="488"/>
                    </a:lnTo>
                    <a:lnTo>
                      <a:pt x="1124" y="489"/>
                    </a:lnTo>
                    <a:lnTo>
                      <a:pt x="1126" y="490"/>
                    </a:lnTo>
                    <a:lnTo>
                      <a:pt x="1129" y="490"/>
                    </a:lnTo>
                    <a:lnTo>
                      <a:pt x="1131" y="491"/>
                    </a:lnTo>
                    <a:lnTo>
                      <a:pt x="1133" y="491"/>
                    </a:lnTo>
                    <a:lnTo>
                      <a:pt x="1136" y="492"/>
                    </a:lnTo>
                    <a:lnTo>
                      <a:pt x="1139" y="493"/>
                    </a:lnTo>
                    <a:lnTo>
                      <a:pt x="1142" y="494"/>
                    </a:lnTo>
                    <a:lnTo>
                      <a:pt x="1142" y="497"/>
                    </a:lnTo>
                    <a:lnTo>
                      <a:pt x="1139" y="499"/>
                    </a:lnTo>
                    <a:lnTo>
                      <a:pt x="1135" y="502"/>
                    </a:lnTo>
                    <a:lnTo>
                      <a:pt x="1134" y="503"/>
                    </a:lnTo>
                    <a:close/>
                  </a:path>
                </a:pathLst>
              </a:custGeom>
              <a:solidFill>
                <a:srgbClr val="ECB78D">
                  <a:alpha val="9600"/>
                </a:srgbClr>
              </a:solidFill>
              <a:ln>
                <a:noFill/>
              </a:ln>
            </p:spPr>
            <p:txBody>
              <a:bodyPr anchor="ctr"/>
              <a:lstStyle/>
              <a:p>
                <a:pPr algn="ctr">
                  <a:buNone/>
                </a:pPr>
              </a:p>
            </p:txBody>
          </p:sp>
          <p:sp>
            <p:nvSpPr>
              <p:cNvPr id="7603" name="addition:spatial:92">
                <a:extLst>
                  <a:ext uri="{FF2B5EF4-FFF2-40B4-BE49-F238E27FC236}">
                    <ns2:creationId id="{DFB579C5-825C-4F1F-B989-B4999A870361}"/>
                  </a:ext>
                </a:extLst>
              </p:cNvPr>
              <p:cNvSpPr>
                <a:spLocks noGrp="1"/>
              </p:cNvSpPr>
              <p:nvPr/>
            </p:nvSpPr>
            <p:spPr>
              <a:xfrm>
                <a:off x="5648325" y="1666875"/>
                <a:ext cx="1491615" cy="925327"/>
              </a:xfrm>
              <a:custGeom>
                <a:rect l="l" t="t" r="r" b="b"/>
                <a:pathLst>
                  <a:path w="1125" h="547">
                    <a:moveTo>
                      <a:pt x="0" y="0"/>
                    </a:moveTo>
                    <a:moveTo>
                      <a:pt x="1119" y="523"/>
                    </a:moveTo>
                    <a:lnTo>
                      <a:pt x="1121" y="524"/>
                    </a:lnTo>
                    <a:lnTo>
                      <a:pt x="1124" y="527"/>
                    </a:lnTo>
                    <a:lnTo>
                      <a:pt x="1125" y="529"/>
                    </a:lnTo>
                    <a:lnTo>
                      <a:pt x="1123" y="530"/>
                    </a:lnTo>
                    <a:lnTo>
                      <a:pt x="1120" y="532"/>
                    </a:lnTo>
                    <a:lnTo>
                      <a:pt x="1119" y="533"/>
                    </a:lnTo>
                    <a:lnTo>
                      <a:pt x="1119" y="535"/>
                    </a:lnTo>
                    <a:lnTo>
                      <a:pt x="1119" y="538"/>
                    </a:lnTo>
                    <a:lnTo>
                      <a:pt x="1118" y="540"/>
                    </a:lnTo>
                    <a:lnTo>
                      <a:pt x="1115" y="540"/>
                    </a:lnTo>
                    <a:lnTo>
                      <a:pt x="1110" y="540"/>
                    </a:lnTo>
                    <a:lnTo>
                      <a:pt x="1106" y="539"/>
                    </a:lnTo>
                    <a:lnTo>
                      <a:pt x="1103" y="539"/>
                    </a:lnTo>
                    <a:lnTo>
                      <a:pt x="1101" y="540"/>
                    </a:lnTo>
                    <a:lnTo>
                      <a:pt x="1098" y="542"/>
                    </a:lnTo>
                    <a:lnTo>
                      <a:pt x="1096" y="542"/>
                    </a:lnTo>
                    <a:lnTo>
                      <a:pt x="1092" y="543"/>
                    </a:lnTo>
                    <a:lnTo>
                      <a:pt x="1089" y="545"/>
                    </a:lnTo>
                    <a:lnTo>
                      <a:pt x="1085" y="546"/>
                    </a:lnTo>
                    <a:lnTo>
                      <a:pt x="1080" y="547"/>
                    </a:lnTo>
                    <a:lnTo>
                      <a:pt x="1076" y="545"/>
                    </a:lnTo>
                    <a:lnTo>
                      <a:pt x="1074" y="543"/>
                    </a:lnTo>
                    <a:lnTo>
                      <a:pt x="1072" y="540"/>
                    </a:lnTo>
                    <a:lnTo>
                      <a:pt x="1069" y="538"/>
                    </a:lnTo>
                    <a:lnTo>
                      <a:pt x="1065" y="538"/>
                    </a:lnTo>
                    <a:lnTo>
                      <a:pt x="1061" y="538"/>
                    </a:lnTo>
                    <a:lnTo>
                      <a:pt x="1058" y="537"/>
                    </a:lnTo>
                    <a:lnTo>
                      <a:pt x="1056" y="535"/>
                    </a:lnTo>
                    <a:lnTo>
                      <a:pt x="1056" y="533"/>
                    </a:lnTo>
                    <a:lnTo>
                      <a:pt x="1054" y="531"/>
                    </a:lnTo>
                    <a:lnTo>
                      <a:pt x="1051" y="530"/>
                    </a:lnTo>
                    <a:lnTo>
                      <a:pt x="1047" y="528"/>
                    </a:lnTo>
                    <a:lnTo>
                      <a:pt x="1045" y="527"/>
                    </a:lnTo>
                    <a:lnTo>
                      <a:pt x="1045" y="525"/>
                    </a:lnTo>
                    <a:lnTo>
                      <a:pt x="1044" y="523"/>
                    </a:lnTo>
                    <a:lnTo>
                      <a:pt x="1044" y="521"/>
                    </a:lnTo>
                    <a:lnTo>
                      <a:pt x="1044" y="518"/>
                    </a:lnTo>
                    <a:lnTo>
                      <a:pt x="1047" y="517"/>
                    </a:lnTo>
                    <a:lnTo>
                      <a:pt x="1052" y="515"/>
                    </a:lnTo>
                    <a:lnTo>
                      <a:pt x="1058" y="515"/>
                    </a:lnTo>
                    <a:lnTo>
                      <a:pt x="1061" y="514"/>
                    </a:lnTo>
                    <a:lnTo>
                      <a:pt x="1062" y="512"/>
                    </a:lnTo>
                    <a:lnTo>
                      <a:pt x="1061" y="509"/>
                    </a:lnTo>
                    <a:lnTo>
                      <a:pt x="1061" y="506"/>
                    </a:lnTo>
                    <a:lnTo>
                      <a:pt x="1064" y="505"/>
                    </a:lnTo>
                    <a:lnTo>
                      <a:pt x="1067" y="504"/>
                    </a:lnTo>
                    <a:lnTo>
                      <a:pt x="1071" y="503"/>
                    </a:lnTo>
                    <a:lnTo>
                      <a:pt x="1075" y="502"/>
                    </a:lnTo>
                    <a:lnTo>
                      <a:pt x="1078" y="501"/>
                    </a:lnTo>
                    <a:lnTo>
                      <a:pt x="1082" y="501"/>
                    </a:lnTo>
                    <a:lnTo>
                      <a:pt x="1086" y="501"/>
                    </a:lnTo>
                    <a:lnTo>
                      <a:pt x="1089" y="502"/>
                    </a:lnTo>
                    <a:lnTo>
                      <a:pt x="1092" y="502"/>
                    </a:lnTo>
                    <a:lnTo>
                      <a:pt x="1095" y="502"/>
                    </a:lnTo>
                    <a:lnTo>
                      <a:pt x="1098" y="502"/>
                    </a:lnTo>
                    <a:lnTo>
                      <a:pt x="1101" y="503"/>
                    </a:lnTo>
                    <a:lnTo>
                      <a:pt x="1102" y="505"/>
                    </a:lnTo>
                    <a:lnTo>
                      <a:pt x="1104" y="507"/>
                    </a:lnTo>
                    <a:lnTo>
                      <a:pt x="1107" y="507"/>
                    </a:lnTo>
                    <a:lnTo>
                      <a:pt x="1112" y="506"/>
                    </a:lnTo>
                    <a:lnTo>
                      <a:pt x="1117" y="505"/>
                    </a:lnTo>
                    <a:lnTo>
                      <a:pt x="1120" y="506"/>
                    </a:lnTo>
                    <a:lnTo>
                      <a:pt x="1121" y="508"/>
                    </a:lnTo>
                    <a:lnTo>
                      <a:pt x="1120" y="511"/>
                    </a:lnTo>
                    <a:lnTo>
                      <a:pt x="1119" y="514"/>
                    </a:lnTo>
                    <a:lnTo>
                      <a:pt x="1119" y="515"/>
                    </a:lnTo>
                    <a:lnTo>
                      <a:pt x="1119" y="517"/>
                    </a:lnTo>
                    <a:lnTo>
                      <a:pt x="1119" y="519"/>
                    </a:lnTo>
                    <a:lnTo>
                      <a:pt x="1118" y="521"/>
                    </a:lnTo>
                    <a:close/>
                  </a:path>
                </a:pathLst>
              </a:custGeom>
              <a:solidFill>
                <a:srgbClr val="ECB78D">
                  <a:alpha val="9600"/>
                </a:srgbClr>
              </a:solidFill>
              <a:ln>
                <a:noFill/>
              </a:ln>
            </p:spPr>
            <p:txBody>
              <a:bodyPr anchor="ctr"/>
              <a:lstStyle/>
              <a:p>
                <a:pPr algn="ctr">
                  <a:buNone/>
                </a:pPr>
              </a:p>
            </p:txBody>
          </p:sp>
          <p:sp>
            <p:nvSpPr>
              <p:cNvPr id="7604" name="addition:spatial:93">
                <a:extLst>
                  <a:ext uri="{FF2B5EF4-FFF2-40B4-BE49-F238E27FC236}">
                    <ns2:creationId id="{EA4D248D-6703-434A-B9A5-A17688D41D16}"/>
                  </a:ext>
                </a:extLst>
              </p:cNvPr>
              <p:cNvSpPr>
                <a:spLocks noGrp="1"/>
              </p:cNvSpPr>
              <p:nvPr/>
            </p:nvSpPr>
            <p:spPr>
              <a:xfrm>
                <a:off x="5648325" y="1666875"/>
                <a:ext cx="1445209" cy="923635"/>
              </a:xfrm>
              <a:custGeom>
                <a:rect l="l" t="t" r="r" b="b"/>
                <a:pathLst>
                  <a:path w="1090" h="546">
                    <a:moveTo>
                      <a:pt x="0" y="0"/>
                    </a:moveTo>
                    <a:moveTo>
                      <a:pt x="1088" y="525"/>
                    </a:moveTo>
                    <a:lnTo>
                      <a:pt x="1090" y="527"/>
                    </a:lnTo>
                    <a:lnTo>
                      <a:pt x="1090" y="529"/>
                    </a:lnTo>
                    <a:lnTo>
                      <a:pt x="1089" y="531"/>
                    </a:lnTo>
                    <a:lnTo>
                      <a:pt x="1087" y="532"/>
                    </a:lnTo>
                    <a:lnTo>
                      <a:pt x="1085" y="534"/>
                    </a:lnTo>
                    <a:lnTo>
                      <a:pt x="1083" y="535"/>
                    </a:lnTo>
                    <a:lnTo>
                      <a:pt x="1079" y="536"/>
                    </a:lnTo>
                    <a:lnTo>
                      <a:pt x="1075" y="536"/>
                    </a:lnTo>
                    <a:lnTo>
                      <a:pt x="1072" y="537"/>
                    </a:lnTo>
                    <a:lnTo>
                      <a:pt x="1071" y="539"/>
                    </a:lnTo>
                    <a:lnTo>
                      <a:pt x="1071" y="542"/>
                    </a:lnTo>
                    <a:lnTo>
                      <a:pt x="1069" y="545"/>
                    </a:lnTo>
                    <a:lnTo>
                      <a:pt x="1066" y="546"/>
                    </a:lnTo>
                    <a:lnTo>
                      <a:pt x="1062" y="546"/>
                    </a:lnTo>
                    <a:lnTo>
                      <a:pt x="1058" y="545"/>
                    </a:lnTo>
                    <a:lnTo>
                      <a:pt x="1055" y="545"/>
                    </a:lnTo>
                    <a:lnTo>
                      <a:pt x="1052" y="546"/>
                    </a:lnTo>
                    <a:lnTo>
                      <a:pt x="1048" y="546"/>
                    </a:lnTo>
                    <a:lnTo>
                      <a:pt x="1045" y="546"/>
                    </a:lnTo>
                    <a:lnTo>
                      <a:pt x="1042" y="545"/>
                    </a:lnTo>
                    <a:lnTo>
                      <a:pt x="1039" y="543"/>
                    </a:lnTo>
                    <a:lnTo>
                      <a:pt x="1037" y="543"/>
                    </a:lnTo>
                    <a:lnTo>
                      <a:pt x="1034" y="542"/>
                    </a:lnTo>
                    <a:lnTo>
                      <a:pt x="1032" y="541"/>
                    </a:lnTo>
                    <a:lnTo>
                      <a:pt x="1031" y="539"/>
                    </a:lnTo>
                    <a:lnTo>
                      <a:pt x="1029" y="538"/>
                    </a:lnTo>
                    <a:lnTo>
                      <a:pt x="1027" y="537"/>
                    </a:lnTo>
                    <a:lnTo>
                      <a:pt x="1022" y="537"/>
                    </a:lnTo>
                    <a:lnTo>
                      <a:pt x="1018" y="537"/>
                    </a:lnTo>
                    <a:lnTo>
                      <a:pt x="1016" y="535"/>
                    </a:lnTo>
                    <a:lnTo>
                      <a:pt x="1017" y="533"/>
                    </a:lnTo>
                    <a:lnTo>
                      <a:pt x="1020" y="530"/>
                    </a:lnTo>
                    <a:lnTo>
                      <a:pt x="1023" y="528"/>
                    </a:lnTo>
                    <a:lnTo>
                      <a:pt x="1023" y="526"/>
                    </a:lnTo>
                    <a:lnTo>
                      <a:pt x="1023" y="525"/>
                    </a:lnTo>
                    <a:lnTo>
                      <a:pt x="1023" y="523"/>
                    </a:lnTo>
                    <a:lnTo>
                      <a:pt x="1024" y="521"/>
                    </a:lnTo>
                    <a:lnTo>
                      <a:pt x="1024" y="519"/>
                    </a:lnTo>
                    <a:lnTo>
                      <a:pt x="1024" y="518"/>
                    </a:lnTo>
                    <a:lnTo>
                      <a:pt x="1024" y="515"/>
                    </a:lnTo>
                    <a:lnTo>
                      <a:pt x="1024" y="513"/>
                    </a:lnTo>
                    <a:lnTo>
                      <a:pt x="1026" y="512"/>
                    </a:lnTo>
                    <a:lnTo>
                      <a:pt x="1029" y="511"/>
                    </a:lnTo>
                    <a:lnTo>
                      <a:pt x="1031" y="510"/>
                    </a:lnTo>
                    <a:lnTo>
                      <a:pt x="1032" y="508"/>
                    </a:lnTo>
                    <a:lnTo>
                      <a:pt x="1033" y="506"/>
                    </a:lnTo>
                    <a:lnTo>
                      <a:pt x="1035" y="504"/>
                    </a:lnTo>
                    <a:lnTo>
                      <a:pt x="1038" y="504"/>
                    </a:lnTo>
                    <a:lnTo>
                      <a:pt x="1042" y="506"/>
                    </a:lnTo>
                    <a:lnTo>
                      <a:pt x="1045" y="507"/>
                    </a:lnTo>
                    <a:lnTo>
                      <a:pt x="1047" y="508"/>
                    </a:lnTo>
                    <a:lnTo>
                      <a:pt x="1049" y="507"/>
                    </a:lnTo>
                    <a:lnTo>
                      <a:pt x="1051" y="505"/>
                    </a:lnTo>
                    <a:lnTo>
                      <a:pt x="1054" y="504"/>
                    </a:lnTo>
                    <a:lnTo>
                      <a:pt x="1057" y="504"/>
                    </a:lnTo>
                    <a:lnTo>
                      <a:pt x="1060" y="503"/>
                    </a:lnTo>
                    <a:lnTo>
                      <a:pt x="1063" y="503"/>
                    </a:lnTo>
                    <a:lnTo>
                      <a:pt x="1067" y="504"/>
                    </a:lnTo>
                    <a:lnTo>
                      <a:pt x="1069" y="506"/>
                    </a:lnTo>
                    <a:lnTo>
                      <a:pt x="1070" y="508"/>
                    </a:lnTo>
                    <a:lnTo>
                      <a:pt x="1070" y="511"/>
                    </a:lnTo>
                    <a:lnTo>
                      <a:pt x="1072" y="513"/>
                    </a:lnTo>
                    <a:lnTo>
                      <a:pt x="1075" y="513"/>
                    </a:lnTo>
                    <a:lnTo>
                      <a:pt x="1079" y="514"/>
                    </a:lnTo>
                    <a:lnTo>
                      <a:pt x="1081" y="515"/>
                    </a:lnTo>
                    <a:lnTo>
                      <a:pt x="1082" y="517"/>
                    </a:lnTo>
                    <a:lnTo>
                      <a:pt x="1081" y="520"/>
                    </a:lnTo>
                    <a:lnTo>
                      <a:pt x="1082" y="521"/>
                    </a:lnTo>
                    <a:lnTo>
                      <a:pt x="1084" y="523"/>
                    </a:lnTo>
                    <a:close/>
                  </a:path>
                </a:pathLst>
              </a:custGeom>
              <a:solidFill>
                <a:srgbClr val="ECB78D">
                  <a:alpha val="9600"/>
                </a:srgbClr>
              </a:solidFill>
              <a:ln>
                <a:noFill/>
              </a:ln>
            </p:spPr>
            <p:txBody>
              <a:bodyPr anchor="ctr"/>
              <a:lstStyle/>
              <a:p>
                <a:pPr algn="ctr">
                  <a:buNone/>
                </a:pPr>
              </a:p>
            </p:txBody>
          </p:sp>
          <p:sp>
            <p:nvSpPr>
              <p:cNvPr id="7605" name="addition:spatial:94">
                <a:extLst>
                  <a:ext uri="{FF2B5EF4-FFF2-40B4-BE49-F238E27FC236}">
                    <ns2:creationId id="{536F2F18-CE5B-4461-A74B-5BCADD187430}"/>
                  </a:ext>
                </a:extLst>
              </p:cNvPr>
              <p:cNvSpPr>
                <a:spLocks noGrp="1"/>
              </p:cNvSpPr>
              <p:nvPr/>
            </p:nvSpPr>
            <p:spPr>
              <a:xfrm>
                <a:off x="5648325" y="1666875"/>
                <a:ext cx="1393500" cy="910102"/>
              </a:xfrm>
              <a:custGeom>
                <a:rect l="l" t="t" r="r" b="b"/>
                <a:pathLst>
                  <a:path w="1051" h="538">
                    <a:moveTo>
                      <a:pt x="0" y="0"/>
                    </a:moveTo>
                    <a:moveTo>
                      <a:pt x="1046" y="517"/>
                    </a:moveTo>
                    <a:lnTo>
                      <a:pt x="1049" y="519"/>
                    </a:lnTo>
                    <a:lnTo>
                      <a:pt x="1051" y="521"/>
                    </a:lnTo>
                    <a:lnTo>
                      <a:pt x="1050" y="522"/>
                    </a:lnTo>
                    <a:lnTo>
                      <a:pt x="1048" y="523"/>
                    </a:lnTo>
                    <a:lnTo>
                      <a:pt x="1046" y="525"/>
                    </a:lnTo>
                    <a:lnTo>
                      <a:pt x="1046" y="526"/>
                    </a:lnTo>
                    <a:lnTo>
                      <a:pt x="1046" y="528"/>
                    </a:lnTo>
                    <a:lnTo>
                      <a:pt x="1045" y="529"/>
                    </a:lnTo>
                    <a:lnTo>
                      <a:pt x="1043" y="530"/>
                    </a:lnTo>
                    <a:lnTo>
                      <a:pt x="1041" y="531"/>
                    </a:lnTo>
                    <a:lnTo>
                      <a:pt x="1038" y="531"/>
                    </a:lnTo>
                    <a:lnTo>
                      <a:pt x="1037" y="532"/>
                    </a:lnTo>
                    <a:lnTo>
                      <a:pt x="1035" y="532"/>
                    </a:lnTo>
                    <a:lnTo>
                      <a:pt x="1032" y="532"/>
                    </a:lnTo>
                    <a:lnTo>
                      <a:pt x="1030" y="532"/>
                    </a:lnTo>
                    <a:lnTo>
                      <a:pt x="1028" y="533"/>
                    </a:lnTo>
                    <a:lnTo>
                      <a:pt x="1026" y="535"/>
                    </a:lnTo>
                    <a:lnTo>
                      <a:pt x="1023" y="537"/>
                    </a:lnTo>
                    <a:lnTo>
                      <a:pt x="1020" y="538"/>
                    </a:lnTo>
                    <a:lnTo>
                      <a:pt x="1017" y="537"/>
                    </a:lnTo>
                    <a:lnTo>
                      <a:pt x="1015" y="535"/>
                    </a:lnTo>
                    <a:lnTo>
                      <a:pt x="1013" y="533"/>
                    </a:lnTo>
                    <a:lnTo>
                      <a:pt x="1011" y="531"/>
                    </a:lnTo>
                    <a:lnTo>
                      <a:pt x="1009" y="531"/>
                    </a:lnTo>
                    <a:lnTo>
                      <a:pt x="1006" y="530"/>
                    </a:lnTo>
                    <a:lnTo>
                      <a:pt x="1004" y="529"/>
                    </a:lnTo>
                    <a:lnTo>
                      <a:pt x="1003" y="528"/>
                    </a:lnTo>
                    <a:lnTo>
                      <a:pt x="1001" y="527"/>
                    </a:lnTo>
                    <a:lnTo>
                      <a:pt x="999" y="526"/>
                    </a:lnTo>
                    <a:lnTo>
                      <a:pt x="996" y="525"/>
                    </a:lnTo>
                    <a:lnTo>
                      <a:pt x="995" y="524"/>
                    </a:lnTo>
                    <a:lnTo>
                      <a:pt x="995" y="522"/>
                    </a:lnTo>
                    <a:lnTo>
                      <a:pt x="995" y="520"/>
                    </a:lnTo>
                    <a:lnTo>
                      <a:pt x="994" y="519"/>
                    </a:lnTo>
                    <a:lnTo>
                      <a:pt x="993" y="517"/>
                    </a:lnTo>
                    <a:lnTo>
                      <a:pt x="992" y="515"/>
                    </a:lnTo>
                    <a:lnTo>
                      <a:pt x="993" y="514"/>
                    </a:lnTo>
                    <a:lnTo>
                      <a:pt x="997" y="512"/>
                    </a:lnTo>
                    <a:lnTo>
                      <a:pt x="1001" y="512"/>
                    </a:lnTo>
                    <a:lnTo>
                      <a:pt x="1004" y="511"/>
                    </a:lnTo>
                    <a:lnTo>
                      <a:pt x="1004" y="509"/>
                    </a:lnTo>
                    <a:lnTo>
                      <a:pt x="1004" y="507"/>
                    </a:lnTo>
                    <a:lnTo>
                      <a:pt x="1004" y="505"/>
                    </a:lnTo>
                    <a:lnTo>
                      <a:pt x="1005" y="504"/>
                    </a:lnTo>
                    <a:lnTo>
                      <a:pt x="1007" y="502"/>
                    </a:lnTo>
                    <a:lnTo>
                      <a:pt x="1009" y="501"/>
                    </a:lnTo>
                    <a:lnTo>
                      <a:pt x="1011" y="500"/>
                    </a:lnTo>
                    <a:lnTo>
                      <a:pt x="1013" y="499"/>
                    </a:lnTo>
                    <a:lnTo>
                      <a:pt x="1016" y="499"/>
                    </a:lnTo>
                    <a:lnTo>
                      <a:pt x="1019" y="500"/>
                    </a:lnTo>
                    <a:lnTo>
                      <a:pt x="1022" y="501"/>
                    </a:lnTo>
                    <a:lnTo>
                      <a:pt x="1023" y="501"/>
                    </a:lnTo>
                    <a:lnTo>
                      <a:pt x="1025" y="500"/>
                    </a:lnTo>
                    <a:lnTo>
                      <a:pt x="1028" y="499"/>
                    </a:lnTo>
                    <a:lnTo>
                      <a:pt x="1030" y="500"/>
                    </a:lnTo>
                    <a:lnTo>
                      <a:pt x="1031" y="501"/>
                    </a:lnTo>
                    <a:lnTo>
                      <a:pt x="1032" y="503"/>
                    </a:lnTo>
                    <a:lnTo>
                      <a:pt x="1034" y="503"/>
                    </a:lnTo>
                    <a:lnTo>
                      <a:pt x="1037" y="502"/>
                    </a:lnTo>
                    <a:lnTo>
                      <a:pt x="1040" y="502"/>
                    </a:lnTo>
                    <a:lnTo>
                      <a:pt x="1042" y="503"/>
                    </a:lnTo>
                    <a:lnTo>
                      <a:pt x="1043" y="504"/>
                    </a:lnTo>
                    <a:lnTo>
                      <a:pt x="1044" y="506"/>
                    </a:lnTo>
                    <a:lnTo>
                      <a:pt x="1045" y="507"/>
                    </a:lnTo>
                    <a:lnTo>
                      <a:pt x="1045" y="509"/>
                    </a:lnTo>
                    <a:lnTo>
                      <a:pt x="1045" y="511"/>
                    </a:lnTo>
                    <a:lnTo>
                      <a:pt x="1043" y="513"/>
                    </a:lnTo>
                    <a:lnTo>
                      <a:pt x="1042" y="514"/>
                    </a:lnTo>
                    <a:lnTo>
                      <a:pt x="1043" y="516"/>
                    </a:lnTo>
                    <a:close/>
                  </a:path>
                </a:pathLst>
              </a:custGeom>
              <a:solidFill>
                <a:srgbClr val="ECB78D">
                  <a:alpha val="9600"/>
                </a:srgbClr>
              </a:solidFill>
              <a:ln>
                <a:noFill/>
              </a:ln>
            </p:spPr>
            <p:txBody>
              <a:bodyPr anchor="ctr"/>
              <a:lstStyle/>
              <a:p>
                <a:pPr algn="ctr">
                  <a:buNone/>
                </a:pPr>
              </a:p>
            </p:txBody>
          </p:sp>
          <p:sp>
            <p:nvSpPr>
              <p:cNvPr id="7606" name="addition:spatial:95">
                <a:extLst>
                  <a:ext uri="{FF2B5EF4-FFF2-40B4-BE49-F238E27FC236}">
                    <ns2:creationId id="{9B429DC4-6C6C-4486-9884-ED09A24136BF}"/>
                  </a:ext>
                </a:extLst>
              </p:cNvPr>
              <p:cNvSpPr>
                <a:spLocks noGrp="1"/>
              </p:cNvSpPr>
              <p:nvPr/>
            </p:nvSpPr>
            <p:spPr>
              <a:xfrm>
                <a:off x="5648325" y="1666875"/>
                <a:ext cx="1470401" cy="911794"/>
              </a:xfrm>
              <a:custGeom>
                <a:rect l="l" t="t" r="r" b="b"/>
                <a:pathLst>
                  <a:path w="1109" h="539">
                    <a:moveTo>
                      <a:pt x="0" y="0"/>
                    </a:moveTo>
                    <a:moveTo>
                      <a:pt x="1102" y="514"/>
                    </a:moveTo>
                    <a:lnTo>
                      <a:pt x="1100" y="516"/>
                    </a:lnTo>
                    <a:lnTo>
                      <a:pt x="1100" y="518"/>
                    </a:lnTo>
                    <a:lnTo>
                      <a:pt x="1103" y="520"/>
                    </a:lnTo>
                    <a:lnTo>
                      <a:pt x="1106" y="522"/>
                    </a:lnTo>
                    <a:lnTo>
                      <a:pt x="1107" y="525"/>
                    </a:lnTo>
                    <a:lnTo>
                      <a:pt x="1105" y="527"/>
                    </a:lnTo>
                    <a:lnTo>
                      <a:pt x="1101" y="528"/>
                    </a:lnTo>
                    <a:lnTo>
                      <a:pt x="1097" y="529"/>
                    </a:lnTo>
                    <a:lnTo>
                      <a:pt x="1095" y="530"/>
                    </a:lnTo>
                    <a:lnTo>
                      <a:pt x="1095" y="532"/>
                    </a:lnTo>
                    <a:lnTo>
                      <a:pt x="1093" y="534"/>
                    </a:lnTo>
                    <a:lnTo>
                      <a:pt x="1090" y="535"/>
                    </a:lnTo>
                    <a:lnTo>
                      <a:pt x="1086" y="534"/>
                    </a:lnTo>
                    <a:lnTo>
                      <a:pt x="1082" y="534"/>
                    </a:lnTo>
                    <a:lnTo>
                      <a:pt x="1080" y="534"/>
                    </a:lnTo>
                    <a:lnTo>
                      <a:pt x="1077" y="535"/>
                    </a:lnTo>
                    <a:lnTo>
                      <a:pt x="1074" y="535"/>
                    </a:lnTo>
                    <a:lnTo>
                      <a:pt x="1071" y="535"/>
                    </a:lnTo>
                    <a:lnTo>
                      <a:pt x="1068" y="536"/>
                    </a:lnTo>
                    <a:lnTo>
                      <a:pt x="1064" y="537"/>
                    </a:lnTo>
                    <a:lnTo>
                      <a:pt x="1059" y="538"/>
                    </a:lnTo>
                    <a:lnTo>
                      <a:pt x="1054" y="539"/>
                    </a:lnTo>
                    <a:lnTo>
                      <a:pt x="1050" y="537"/>
                    </a:lnTo>
                    <a:lnTo>
                      <a:pt x="1049" y="534"/>
                    </a:lnTo>
                    <a:lnTo>
                      <a:pt x="1048" y="531"/>
                    </a:lnTo>
                    <a:lnTo>
                      <a:pt x="1047" y="528"/>
                    </a:lnTo>
                    <a:lnTo>
                      <a:pt x="1044" y="527"/>
                    </a:lnTo>
                    <a:lnTo>
                      <a:pt x="1040" y="527"/>
                    </a:lnTo>
                    <a:lnTo>
                      <a:pt x="1036" y="525"/>
                    </a:lnTo>
                    <a:lnTo>
                      <a:pt x="1034" y="524"/>
                    </a:lnTo>
                    <a:lnTo>
                      <a:pt x="1033" y="522"/>
                    </a:lnTo>
                    <a:lnTo>
                      <a:pt x="1031" y="520"/>
                    </a:lnTo>
                    <a:lnTo>
                      <a:pt x="1028" y="518"/>
                    </a:lnTo>
                    <a:lnTo>
                      <a:pt x="1026" y="516"/>
                    </a:lnTo>
                    <a:lnTo>
                      <a:pt x="1025" y="514"/>
                    </a:lnTo>
                    <a:lnTo>
                      <a:pt x="1026" y="512"/>
                    </a:lnTo>
                    <a:lnTo>
                      <a:pt x="1027" y="510"/>
                    </a:lnTo>
                    <a:lnTo>
                      <a:pt x="1027" y="508"/>
                    </a:lnTo>
                    <a:lnTo>
                      <a:pt x="1026" y="505"/>
                    </a:lnTo>
                    <a:lnTo>
                      <a:pt x="1029" y="503"/>
                    </a:lnTo>
                    <a:lnTo>
                      <a:pt x="1033" y="502"/>
                    </a:lnTo>
                    <a:lnTo>
                      <a:pt x="1040" y="502"/>
                    </a:lnTo>
                    <a:lnTo>
                      <a:pt x="1044" y="502"/>
                    </a:lnTo>
                    <a:lnTo>
                      <a:pt x="1046" y="500"/>
                    </a:lnTo>
                    <a:lnTo>
                      <a:pt x="1046" y="498"/>
                    </a:lnTo>
                    <a:lnTo>
                      <a:pt x="1047" y="494"/>
                    </a:lnTo>
                    <a:lnTo>
                      <a:pt x="1050" y="492"/>
                    </a:lnTo>
                    <a:lnTo>
                      <a:pt x="1054" y="491"/>
                    </a:lnTo>
                    <a:lnTo>
                      <a:pt x="1058" y="491"/>
                    </a:lnTo>
                    <a:lnTo>
                      <a:pt x="1062" y="490"/>
                    </a:lnTo>
                    <a:lnTo>
                      <a:pt x="1066" y="490"/>
                    </a:lnTo>
                    <a:lnTo>
                      <a:pt x="1071" y="490"/>
                    </a:lnTo>
                    <a:lnTo>
                      <a:pt x="1074" y="492"/>
                    </a:lnTo>
                    <a:lnTo>
                      <a:pt x="1078" y="494"/>
                    </a:lnTo>
                    <a:lnTo>
                      <a:pt x="1081" y="494"/>
                    </a:lnTo>
                    <a:lnTo>
                      <a:pt x="1084" y="493"/>
                    </a:lnTo>
                    <a:lnTo>
                      <a:pt x="1088" y="493"/>
                    </a:lnTo>
                    <a:lnTo>
                      <a:pt x="1091" y="494"/>
                    </a:lnTo>
                    <a:lnTo>
                      <a:pt x="1093" y="496"/>
                    </a:lnTo>
                    <a:lnTo>
                      <a:pt x="1094" y="498"/>
                    </a:lnTo>
                    <a:lnTo>
                      <a:pt x="1096" y="499"/>
                    </a:lnTo>
                    <a:lnTo>
                      <a:pt x="1100" y="499"/>
                    </a:lnTo>
                    <a:lnTo>
                      <a:pt x="1105" y="499"/>
                    </a:lnTo>
                    <a:lnTo>
                      <a:pt x="1109" y="501"/>
                    </a:lnTo>
                    <a:lnTo>
                      <a:pt x="1109" y="503"/>
                    </a:lnTo>
                    <a:lnTo>
                      <a:pt x="1108" y="506"/>
                    </a:lnTo>
                    <a:lnTo>
                      <a:pt x="1106" y="508"/>
                    </a:lnTo>
                    <a:lnTo>
                      <a:pt x="1105" y="510"/>
                    </a:lnTo>
                    <a:lnTo>
                      <a:pt x="1104" y="512"/>
                    </a:lnTo>
                    <a:close/>
                  </a:path>
                </a:pathLst>
              </a:custGeom>
              <a:solidFill>
                <a:srgbClr val="ECB78D">
                  <a:alpha val="9600"/>
                </a:srgbClr>
              </a:solidFill>
              <a:ln>
                <a:noFill/>
              </a:ln>
            </p:spPr>
            <p:txBody>
              <a:bodyPr anchor="ctr"/>
              <a:lstStyle/>
              <a:p>
                <a:pPr algn="ctr">
                  <a:buNone/>
                </a:pPr>
              </a:p>
            </p:txBody>
          </p:sp>
          <p:sp>
            <p:nvSpPr>
              <p:cNvPr id="7607" name="addition:spatial:96">
                <a:extLst>
                  <a:ext uri="{FF2B5EF4-FFF2-40B4-BE49-F238E27FC236}">
                    <ns2:creationId id="{6544998E-E363-42AA-9F60-C74F61081F86}"/>
                  </a:ext>
                </a:extLst>
              </p:cNvPr>
              <p:cNvSpPr>
                <a:spLocks noGrp="1"/>
              </p:cNvSpPr>
              <p:nvPr/>
            </p:nvSpPr>
            <p:spPr>
              <a:xfrm>
                <a:off x="5648325" y="1666875"/>
                <a:ext cx="1494267" cy="928710"/>
              </a:xfrm>
              <a:custGeom>
                <a:rect l="l" t="t" r="r" b="b"/>
                <a:pathLst>
                  <a:path w="1127" h="549">
                    <a:moveTo>
                      <a:pt x="0" y="0"/>
                    </a:moveTo>
                    <a:moveTo>
                      <a:pt x="1127" y="510"/>
                    </a:moveTo>
                    <a:lnTo>
                      <a:pt x="1126" y="513"/>
                    </a:lnTo>
                    <a:lnTo>
                      <a:pt x="1124" y="516"/>
                    </a:lnTo>
                    <a:lnTo>
                      <a:pt x="1124" y="519"/>
                    </a:lnTo>
                    <a:lnTo>
                      <a:pt x="1124" y="522"/>
                    </a:lnTo>
                    <a:lnTo>
                      <a:pt x="1122" y="525"/>
                    </a:lnTo>
                    <a:lnTo>
                      <a:pt x="1118" y="527"/>
                    </a:lnTo>
                    <a:lnTo>
                      <a:pt x="1114" y="529"/>
                    </a:lnTo>
                    <a:lnTo>
                      <a:pt x="1111" y="531"/>
                    </a:lnTo>
                    <a:lnTo>
                      <a:pt x="1108" y="533"/>
                    </a:lnTo>
                    <a:lnTo>
                      <a:pt x="1105" y="535"/>
                    </a:lnTo>
                    <a:lnTo>
                      <a:pt x="1100" y="536"/>
                    </a:lnTo>
                    <a:lnTo>
                      <a:pt x="1094" y="536"/>
                    </a:lnTo>
                    <a:lnTo>
                      <a:pt x="1089" y="536"/>
                    </a:lnTo>
                    <a:lnTo>
                      <a:pt x="1085" y="539"/>
                    </a:lnTo>
                    <a:lnTo>
                      <a:pt x="1082" y="543"/>
                    </a:lnTo>
                    <a:lnTo>
                      <a:pt x="1077" y="547"/>
                    </a:lnTo>
                    <a:lnTo>
                      <a:pt x="1071" y="549"/>
                    </a:lnTo>
                    <a:lnTo>
                      <a:pt x="1064" y="547"/>
                    </a:lnTo>
                    <a:lnTo>
                      <a:pt x="1059" y="544"/>
                    </a:lnTo>
                    <a:lnTo>
                      <a:pt x="1054" y="541"/>
                    </a:lnTo>
                    <a:lnTo>
                      <a:pt x="1049" y="540"/>
                    </a:lnTo>
                    <a:lnTo>
                      <a:pt x="1045" y="538"/>
                    </a:lnTo>
                    <a:lnTo>
                      <a:pt x="1041" y="536"/>
                    </a:lnTo>
                    <a:lnTo>
                      <a:pt x="1038" y="534"/>
                    </a:lnTo>
                    <a:lnTo>
                      <a:pt x="1034" y="533"/>
                    </a:lnTo>
                    <a:lnTo>
                      <a:pt x="1028" y="533"/>
                    </a:lnTo>
                    <a:lnTo>
                      <a:pt x="1022" y="533"/>
                    </a:lnTo>
                    <a:lnTo>
                      <a:pt x="1018" y="531"/>
                    </a:lnTo>
                    <a:lnTo>
                      <a:pt x="1017" y="528"/>
                    </a:lnTo>
                    <a:lnTo>
                      <a:pt x="1017" y="524"/>
                    </a:lnTo>
                    <a:lnTo>
                      <a:pt x="1017" y="521"/>
                    </a:lnTo>
                    <a:lnTo>
                      <a:pt x="1013" y="519"/>
                    </a:lnTo>
                    <a:lnTo>
                      <a:pt x="1009" y="516"/>
                    </a:lnTo>
                    <a:lnTo>
                      <a:pt x="1008" y="513"/>
                    </a:lnTo>
                    <a:lnTo>
                      <a:pt x="1011" y="510"/>
                    </a:lnTo>
                    <a:lnTo>
                      <a:pt x="1018" y="507"/>
                    </a:lnTo>
                    <a:lnTo>
                      <a:pt x="1024" y="505"/>
                    </a:lnTo>
                    <a:lnTo>
                      <a:pt x="1026" y="502"/>
                    </a:lnTo>
                    <a:lnTo>
                      <a:pt x="1027" y="500"/>
                    </a:lnTo>
                    <a:lnTo>
                      <a:pt x="1027" y="497"/>
                    </a:lnTo>
                    <a:lnTo>
                      <a:pt x="1028" y="494"/>
                    </a:lnTo>
                    <a:lnTo>
                      <a:pt x="1029" y="491"/>
                    </a:lnTo>
                    <a:lnTo>
                      <a:pt x="1030" y="487"/>
                    </a:lnTo>
                    <a:lnTo>
                      <a:pt x="1030" y="483"/>
                    </a:lnTo>
                    <a:lnTo>
                      <a:pt x="1033" y="480"/>
                    </a:lnTo>
                    <a:lnTo>
                      <a:pt x="1039" y="479"/>
                    </a:lnTo>
                    <a:lnTo>
                      <a:pt x="1046" y="481"/>
                    </a:lnTo>
                    <a:lnTo>
                      <a:pt x="1051" y="482"/>
                    </a:lnTo>
                    <a:lnTo>
                      <a:pt x="1055" y="482"/>
                    </a:lnTo>
                    <a:lnTo>
                      <a:pt x="1058" y="480"/>
                    </a:lnTo>
                    <a:lnTo>
                      <a:pt x="1061" y="477"/>
                    </a:lnTo>
                    <a:lnTo>
                      <a:pt x="1065" y="477"/>
                    </a:lnTo>
                    <a:lnTo>
                      <a:pt x="1069" y="478"/>
                    </a:lnTo>
                    <a:lnTo>
                      <a:pt x="1073" y="480"/>
                    </a:lnTo>
                    <a:lnTo>
                      <a:pt x="1077" y="481"/>
                    </a:lnTo>
                    <a:lnTo>
                      <a:pt x="1081" y="480"/>
                    </a:lnTo>
                    <a:lnTo>
                      <a:pt x="1086" y="479"/>
                    </a:lnTo>
                    <a:lnTo>
                      <a:pt x="1091" y="479"/>
                    </a:lnTo>
                    <a:lnTo>
                      <a:pt x="1095" y="481"/>
                    </a:lnTo>
                    <a:lnTo>
                      <a:pt x="1100" y="482"/>
                    </a:lnTo>
                    <a:lnTo>
                      <a:pt x="1104" y="484"/>
                    </a:lnTo>
                    <a:lnTo>
                      <a:pt x="1108" y="486"/>
                    </a:lnTo>
                    <a:lnTo>
                      <a:pt x="1110" y="490"/>
                    </a:lnTo>
                    <a:lnTo>
                      <a:pt x="1108" y="494"/>
                    </a:lnTo>
                    <a:lnTo>
                      <a:pt x="1105" y="498"/>
                    </a:lnTo>
                    <a:lnTo>
                      <a:pt x="1105" y="501"/>
                    </a:lnTo>
                    <a:lnTo>
                      <a:pt x="1110" y="503"/>
                    </a:lnTo>
                    <a:lnTo>
                      <a:pt x="1118" y="504"/>
                    </a:lnTo>
                    <a:lnTo>
                      <a:pt x="1125" y="507"/>
                    </a:lnTo>
                    <a:close/>
                  </a:path>
                </a:pathLst>
              </a:custGeom>
              <a:solidFill>
                <a:srgbClr val="E18B48">
                  <a:alpha val="11100"/>
                </a:srgbClr>
              </a:solidFill>
              <a:ln>
                <a:noFill/>
              </a:ln>
            </p:spPr>
            <p:txBody>
              <a:bodyPr anchor="ctr"/>
              <a:lstStyle/>
              <a:p>
                <a:pPr algn="ctr">
                  <a:buNone/>
                </a:pPr>
              </a:p>
            </p:txBody>
          </p:sp>
          <p:sp>
            <p:nvSpPr>
              <p:cNvPr id="7608" name="addition:spatial:97">
                <a:extLst>
                  <a:ext uri="{FF2B5EF4-FFF2-40B4-BE49-F238E27FC236}">
                    <ns2:creationId id="{72F648AB-0DD8-473A-80D9-744257CE3366}"/>
                  </a:ext>
                </a:extLst>
              </p:cNvPr>
              <p:cNvSpPr>
                <a:spLocks noGrp="1"/>
              </p:cNvSpPr>
              <p:nvPr/>
            </p:nvSpPr>
            <p:spPr>
              <a:xfrm>
                <a:off x="5648325" y="1666875"/>
                <a:ext cx="1423995" cy="879653"/>
              </a:xfrm>
              <a:custGeom>
                <a:rect l="l" t="t" r="r" b="b"/>
                <a:pathLst>
                  <a:path w="1074" h="520">
                    <a:moveTo>
                      <a:pt x="0" y="0"/>
                    </a:moveTo>
                    <a:moveTo>
                      <a:pt x="1073" y="501"/>
                    </a:moveTo>
                    <a:lnTo>
                      <a:pt x="1074" y="503"/>
                    </a:lnTo>
                    <a:lnTo>
                      <a:pt x="1074" y="504"/>
                    </a:lnTo>
                    <a:lnTo>
                      <a:pt x="1073" y="506"/>
                    </a:lnTo>
                    <a:lnTo>
                      <a:pt x="1071" y="507"/>
                    </a:lnTo>
                    <a:lnTo>
                      <a:pt x="1069" y="508"/>
                    </a:lnTo>
                    <a:lnTo>
                      <a:pt x="1068" y="509"/>
                    </a:lnTo>
                    <a:lnTo>
                      <a:pt x="1068" y="511"/>
                    </a:lnTo>
                    <a:lnTo>
                      <a:pt x="1066" y="512"/>
                    </a:lnTo>
                    <a:lnTo>
                      <a:pt x="1063" y="512"/>
                    </a:lnTo>
                    <a:lnTo>
                      <a:pt x="1060" y="512"/>
                    </a:lnTo>
                    <a:lnTo>
                      <a:pt x="1058" y="513"/>
                    </a:lnTo>
                    <a:lnTo>
                      <a:pt x="1057" y="514"/>
                    </a:lnTo>
                    <a:lnTo>
                      <a:pt x="1056" y="517"/>
                    </a:lnTo>
                    <a:lnTo>
                      <a:pt x="1054" y="519"/>
                    </a:lnTo>
                    <a:lnTo>
                      <a:pt x="1051" y="520"/>
                    </a:lnTo>
                    <a:lnTo>
                      <a:pt x="1048" y="519"/>
                    </a:lnTo>
                    <a:lnTo>
                      <a:pt x="1046" y="519"/>
                    </a:lnTo>
                    <a:lnTo>
                      <a:pt x="1043" y="518"/>
                    </a:lnTo>
                    <a:lnTo>
                      <a:pt x="1041" y="517"/>
                    </a:lnTo>
                    <a:lnTo>
                      <a:pt x="1039" y="516"/>
                    </a:lnTo>
                    <a:lnTo>
                      <a:pt x="1037" y="515"/>
                    </a:lnTo>
                    <a:lnTo>
                      <a:pt x="1036" y="514"/>
                    </a:lnTo>
                    <a:lnTo>
                      <a:pt x="1034" y="514"/>
                    </a:lnTo>
                    <a:lnTo>
                      <a:pt x="1031" y="514"/>
                    </a:lnTo>
                    <a:lnTo>
                      <a:pt x="1028" y="515"/>
                    </a:lnTo>
                    <a:lnTo>
                      <a:pt x="1026" y="514"/>
                    </a:lnTo>
                    <a:lnTo>
                      <a:pt x="1026" y="512"/>
                    </a:lnTo>
                    <a:lnTo>
                      <a:pt x="1026" y="511"/>
                    </a:lnTo>
                    <a:lnTo>
                      <a:pt x="1025" y="509"/>
                    </a:lnTo>
                    <a:lnTo>
                      <a:pt x="1023" y="508"/>
                    </a:lnTo>
                    <a:lnTo>
                      <a:pt x="1021" y="507"/>
                    </a:lnTo>
                    <a:lnTo>
                      <a:pt x="1020" y="506"/>
                    </a:lnTo>
                    <a:lnTo>
                      <a:pt x="1021" y="504"/>
                    </a:lnTo>
                    <a:lnTo>
                      <a:pt x="1023" y="502"/>
                    </a:lnTo>
                    <a:lnTo>
                      <a:pt x="1025" y="501"/>
                    </a:lnTo>
                    <a:lnTo>
                      <a:pt x="1025" y="500"/>
                    </a:lnTo>
                    <a:lnTo>
                      <a:pt x="1026" y="498"/>
                    </a:lnTo>
                    <a:lnTo>
                      <a:pt x="1026" y="497"/>
                    </a:lnTo>
                    <a:lnTo>
                      <a:pt x="1027" y="496"/>
                    </a:lnTo>
                    <a:lnTo>
                      <a:pt x="1027" y="494"/>
                    </a:lnTo>
                    <a:lnTo>
                      <a:pt x="1026" y="492"/>
                    </a:lnTo>
                    <a:lnTo>
                      <a:pt x="1025" y="490"/>
                    </a:lnTo>
                    <a:lnTo>
                      <a:pt x="1025" y="488"/>
                    </a:lnTo>
                    <a:lnTo>
                      <a:pt x="1028" y="487"/>
                    </a:lnTo>
                    <a:lnTo>
                      <a:pt x="1031" y="488"/>
                    </a:lnTo>
                    <a:lnTo>
                      <a:pt x="1034" y="488"/>
                    </a:lnTo>
                    <a:lnTo>
                      <a:pt x="1035" y="488"/>
                    </a:lnTo>
                    <a:lnTo>
                      <a:pt x="1037" y="486"/>
                    </a:lnTo>
                    <a:lnTo>
                      <a:pt x="1038" y="485"/>
                    </a:lnTo>
                    <a:lnTo>
                      <a:pt x="1040" y="485"/>
                    </a:lnTo>
                    <a:lnTo>
                      <a:pt x="1042" y="485"/>
                    </a:lnTo>
                    <a:lnTo>
                      <a:pt x="1043" y="486"/>
                    </a:lnTo>
                    <a:lnTo>
                      <a:pt x="1045" y="485"/>
                    </a:lnTo>
                    <a:lnTo>
                      <a:pt x="1047" y="485"/>
                    </a:lnTo>
                    <a:lnTo>
                      <a:pt x="1050" y="484"/>
                    </a:lnTo>
                    <a:lnTo>
                      <a:pt x="1052" y="485"/>
                    </a:lnTo>
                    <a:lnTo>
                      <a:pt x="1054" y="485"/>
                    </a:lnTo>
                    <a:lnTo>
                      <a:pt x="1056" y="485"/>
                    </a:lnTo>
                    <a:lnTo>
                      <a:pt x="1059" y="485"/>
                    </a:lnTo>
                    <a:lnTo>
                      <a:pt x="1062" y="486"/>
                    </a:lnTo>
                    <a:lnTo>
                      <a:pt x="1063" y="488"/>
                    </a:lnTo>
                    <a:lnTo>
                      <a:pt x="1063" y="490"/>
                    </a:lnTo>
                    <a:lnTo>
                      <a:pt x="1062" y="493"/>
                    </a:lnTo>
                    <a:lnTo>
                      <a:pt x="1062" y="494"/>
                    </a:lnTo>
                    <a:lnTo>
                      <a:pt x="1065" y="495"/>
                    </a:lnTo>
                    <a:lnTo>
                      <a:pt x="1068" y="495"/>
                    </a:lnTo>
                    <a:lnTo>
                      <a:pt x="1071" y="496"/>
                    </a:lnTo>
                    <a:lnTo>
                      <a:pt x="1072" y="498"/>
                    </a:lnTo>
                    <a:lnTo>
                      <a:pt x="1073" y="499"/>
                    </a:lnTo>
                    <a:close/>
                  </a:path>
                </a:pathLst>
              </a:custGeom>
              <a:solidFill>
                <a:srgbClr val="DE8036">
                  <a:alpha val="10800"/>
                </a:srgbClr>
              </a:solidFill>
              <a:ln>
                <a:noFill/>
              </a:ln>
            </p:spPr>
            <p:txBody>
              <a:bodyPr anchor="ctr"/>
              <a:lstStyle/>
              <a:p>
                <a:pPr algn="ctr">
                  <a:buNone/>
                </a:pPr>
              </a:p>
            </p:txBody>
          </p:sp>
          <p:sp>
            <p:nvSpPr>
              <p:cNvPr id="7609" name="addition:spatial:98">
                <a:extLst>
                  <a:ext uri="{FF2B5EF4-FFF2-40B4-BE49-F238E27FC236}">
                    <ns2:creationId id="{868118D0-11B8-4F5A-BB3F-BB68F59703FA}"/>
                  </a:ext>
                </a:extLst>
              </p:cNvPr>
              <p:cNvSpPr>
                <a:spLocks noGrp="1"/>
              </p:cNvSpPr>
              <p:nvPr/>
            </p:nvSpPr>
            <p:spPr>
              <a:xfrm>
                <a:off x="5648325" y="1666875"/>
                <a:ext cx="1463772" cy="864428"/>
              </a:xfrm>
              <a:custGeom>
                <a:rect l="l" t="t" r="r" b="b"/>
                <a:pathLst>
                  <a:path w="1104" h="511">
                    <a:moveTo>
                      <a:pt x="0" y="0"/>
                    </a:moveTo>
                    <a:moveTo>
                      <a:pt x="1103" y="496"/>
                    </a:moveTo>
                    <a:lnTo>
                      <a:pt x="1102" y="497"/>
                    </a:lnTo>
                    <a:lnTo>
                      <a:pt x="1102" y="498"/>
                    </a:lnTo>
                    <a:lnTo>
                      <a:pt x="1103" y="499"/>
                    </a:lnTo>
                    <a:lnTo>
                      <a:pt x="1102" y="501"/>
                    </a:lnTo>
                    <a:lnTo>
                      <a:pt x="1101" y="502"/>
                    </a:lnTo>
                    <a:lnTo>
                      <a:pt x="1099" y="502"/>
                    </a:lnTo>
                    <a:lnTo>
                      <a:pt x="1097" y="503"/>
                    </a:lnTo>
                    <a:lnTo>
                      <a:pt x="1096" y="504"/>
                    </a:lnTo>
                    <a:lnTo>
                      <a:pt x="1094" y="504"/>
                    </a:lnTo>
                    <a:lnTo>
                      <a:pt x="1093" y="505"/>
                    </a:lnTo>
                    <a:lnTo>
                      <a:pt x="1091" y="506"/>
                    </a:lnTo>
                    <a:lnTo>
                      <a:pt x="1090" y="506"/>
                    </a:lnTo>
                    <a:lnTo>
                      <a:pt x="1089" y="508"/>
                    </a:lnTo>
                    <a:lnTo>
                      <a:pt x="1087" y="510"/>
                    </a:lnTo>
                    <a:lnTo>
                      <a:pt x="1085" y="511"/>
                    </a:lnTo>
                    <a:lnTo>
                      <a:pt x="1083" y="510"/>
                    </a:lnTo>
                    <a:lnTo>
                      <a:pt x="1081" y="509"/>
                    </a:lnTo>
                    <a:lnTo>
                      <a:pt x="1079" y="508"/>
                    </a:lnTo>
                    <a:lnTo>
                      <a:pt x="1077" y="507"/>
                    </a:lnTo>
                    <a:lnTo>
                      <a:pt x="1076" y="507"/>
                    </a:lnTo>
                    <a:lnTo>
                      <a:pt x="1074" y="507"/>
                    </a:lnTo>
                    <a:lnTo>
                      <a:pt x="1072" y="507"/>
                    </a:lnTo>
                    <a:lnTo>
                      <a:pt x="1071" y="507"/>
                    </a:lnTo>
                    <a:lnTo>
                      <a:pt x="1070" y="506"/>
                    </a:lnTo>
                    <a:lnTo>
                      <a:pt x="1068" y="506"/>
                    </a:lnTo>
                    <a:lnTo>
                      <a:pt x="1066" y="505"/>
                    </a:lnTo>
                    <a:lnTo>
                      <a:pt x="1065" y="505"/>
                    </a:lnTo>
                    <a:lnTo>
                      <a:pt x="1064" y="504"/>
                    </a:lnTo>
                    <a:lnTo>
                      <a:pt x="1064" y="502"/>
                    </a:lnTo>
                    <a:lnTo>
                      <a:pt x="1063" y="502"/>
                    </a:lnTo>
                    <a:lnTo>
                      <a:pt x="1062" y="501"/>
                    </a:lnTo>
                    <a:lnTo>
                      <a:pt x="1061" y="500"/>
                    </a:lnTo>
                    <a:lnTo>
                      <a:pt x="1061" y="498"/>
                    </a:lnTo>
                    <a:lnTo>
                      <a:pt x="1063" y="497"/>
                    </a:lnTo>
                    <a:lnTo>
                      <a:pt x="1066" y="496"/>
                    </a:lnTo>
                    <a:lnTo>
                      <a:pt x="1067" y="495"/>
                    </a:lnTo>
                    <a:lnTo>
                      <a:pt x="1066" y="494"/>
                    </a:lnTo>
                    <a:lnTo>
                      <a:pt x="1065" y="493"/>
                    </a:lnTo>
                    <a:lnTo>
                      <a:pt x="1064" y="491"/>
                    </a:lnTo>
                    <a:lnTo>
                      <a:pt x="1063" y="490"/>
                    </a:lnTo>
                    <a:lnTo>
                      <a:pt x="1064" y="489"/>
                    </a:lnTo>
                    <a:lnTo>
                      <a:pt x="1065" y="488"/>
                    </a:lnTo>
                    <a:lnTo>
                      <a:pt x="1066" y="487"/>
                    </a:lnTo>
                    <a:lnTo>
                      <a:pt x="1067" y="486"/>
                    </a:lnTo>
                    <a:lnTo>
                      <a:pt x="1069" y="486"/>
                    </a:lnTo>
                    <a:lnTo>
                      <a:pt x="1071" y="486"/>
                    </a:lnTo>
                    <a:lnTo>
                      <a:pt x="1072" y="486"/>
                    </a:lnTo>
                    <a:lnTo>
                      <a:pt x="1073" y="485"/>
                    </a:lnTo>
                    <a:lnTo>
                      <a:pt x="1074" y="484"/>
                    </a:lnTo>
                    <a:lnTo>
                      <a:pt x="1076" y="483"/>
                    </a:lnTo>
                    <a:lnTo>
                      <a:pt x="1077" y="483"/>
                    </a:lnTo>
                    <a:lnTo>
                      <a:pt x="1079" y="484"/>
                    </a:lnTo>
                    <a:lnTo>
                      <a:pt x="1080" y="485"/>
                    </a:lnTo>
                    <a:lnTo>
                      <a:pt x="1082" y="484"/>
                    </a:lnTo>
                    <a:lnTo>
                      <a:pt x="1084" y="483"/>
                    </a:lnTo>
                    <a:lnTo>
                      <a:pt x="1086" y="482"/>
                    </a:lnTo>
                    <a:lnTo>
                      <a:pt x="1089" y="483"/>
                    </a:lnTo>
                    <a:lnTo>
                      <a:pt x="1090" y="483"/>
                    </a:lnTo>
                    <a:lnTo>
                      <a:pt x="1092" y="485"/>
                    </a:lnTo>
                    <a:lnTo>
                      <a:pt x="1093" y="486"/>
                    </a:lnTo>
                    <a:lnTo>
                      <a:pt x="1094" y="487"/>
                    </a:lnTo>
                    <a:lnTo>
                      <a:pt x="1095" y="488"/>
                    </a:lnTo>
                    <a:lnTo>
                      <a:pt x="1095" y="489"/>
                    </a:lnTo>
                    <a:lnTo>
                      <a:pt x="1095" y="490"/>
                    </a:lnTo>
                    <a:lnTo>
                      <a:pt x="1097" y="491"/>
                    </a:lnTo>
                    <a:lnTo>
                      <a:pt x="1100" y="492"/>
                    </a:lnTo>
                    <a:lnTo>
                      <a:pt x="1103" y="492"/>
                    </a:lnTo>
                    <a:lnTo>
                      <a:pt x="1104" y="493"/>
                    </a:lnTo>
                    <a:lnTo>
                      <a:pt x="1104" y="495"/>
                    </a:lnTo>
                    <a:close/>
                  </a:path>
                </a:pathLst>
              </a:custGeom>
              <a:solidFill>
                <a:srgbClr val="DE8036">
                  <a:alpha val="10800"/>
                </a:srgbClr>
              </a:solidFill>
              <a:ln>
                <a:noFill/>
              </a:ln>
            </p:spPr>
            <p:txBody>
              <a:bodyPr anchor="ctr"/>
              <a:lstStyle/>
              <a:p>
                <a:pPr algn="ctr">
                  <a:buNone/>
                </a:pPr>
              </a:p>
            </p:txBody>
          </p:sp>
          <p:sp>
            <p:nvSpPr>
              <p:cNvPr id="7610" name="addition:spatial:99">
                <a:extLst>
                  <a:ext uri="{FF2B5EF4-FFF2-40B4-BE49-F238E27FC236}">
                    <ns2:creationId id="{705EFBFF-E600-4B9D-9F46-36DCD5E7BF87}"/>
                  </a:ext>
                </a:extLst>
              </p:cNvPr>
              <p:cNvSpPr>
                <a:spLocks noGrp="1"/>
              </p:cNvSpPr>
              <p:nvPr/>
            </p:nvSpPr>
            <p:spPr>
              <a:xfrm>
                <a:off x="5648325" y="1666875"/>
                <a:ext cx="1494267" cy="905027"/>
              </a:xfrm>
              <a:custGeom>
                <a:rect l="l" t="t" r="r" b="b"/>
                <a:pathLst>
                  <a:path w="1127" h="535">
                    <a:moveTo>
                      <a:pt x="0" y="0"/>
                    </a:moveTo>
                    <a:moveTo>
                      <a:pt x="1126" y="518"/>
                    </a:moveTo>
                    <a:lnTo>
                      <a:pt x="1123" y="520"/>
                    </a:lnTo>
                    <a:lnTo>
                      <a:pt x="1120" y="521"/>
                    </a:lnTo>
                    <a:lnTo>
                      <a:pt x="1118" y="522"/>
                    </a:lnTo>
                    <a:lnTo>
                      <a:pt x="1118" y="523"/>
                    </a:lnTo>
                    <a:lnTo>
                      <a:pt x="1119" y="525"/>
                    </a:lnTo>
                    <a:lnTo>
                      <a:pt x="1119" y="527"/>
                    </a:lnTo>
                    <a:lnTo>
                      <a:pt x="1118" y="528"/>
                    </a:lnTo>
                    <a:lnTo>
                      <a:pt x="1115" y="529"/>
                    </a:lnTo>
                    <a:lnTo>
                      <a:pt x="1112" y="530"/>
                    </a:lnTo>
                    <a:lnTo>
                      <a:pt x="1111" y="531"/>
                    </a:lnTo>
                    <a:lnTo>
                      <a:pt x="1110" y="533"/>
                    </a:lnTo>
                    <a:lnTo>
                      <a:pt x="1108" y="534"/>
                    </a:lnTo>
                    <a:lnTo>
                      <a:pt x="1106" y="535"/>
                    </a:lnTo>
                    <a:lnTo>
                      <a:pt x="1103" y="535"/>
                    </a:lnTo>
                    <a:lnTo>
                      <a:pt x="1101" y="535"/>
                    </a:lnTo>
                    <a:lnTo>
                      <a:pt x="1099" y="534"/>
                    </a:lnTo>
                    <a:lnTo>
                      <a:pt x="1097" y="534"/>
                    </a:lnTo>
                    <a:lnTo>
                      <a:pt x="1095" y="534"/>
                    </a:lnTo>
                    <a:lnTo>
                      <a:pt x="1093" y="532"/>
                    </a:lnTo>
                    <a:lnTo>
                      <a:pt x="1092" y="532"/>
                    </a:lnTo>
                    <a:lnTo>
                      <a:pt x="1090" y="532"/>
                    </a:lnTo>
                    <a:lnTo>
                      <a:pt x="1087" y="533"/>
                    </a:lnTo>
                    <a:lnTo>
                      <a:pt x="1084" y="535"/>
                    </a:lnTo>
                    <a:lnTo>
                      <a:pt x="1081" y="534"/>
                    </a:lnTo>
                    <a:lnTo>
                      <a:pt x="1080" y="533"/>
                    </a:lnTo>
                    <a:lnTo>
                      <a:pt x="1080" y="531"/>
                    </a:lnTo>
                    <a:lnTo>
                      <a:pt x="1079" y="529"/>
                    </a:lnTo>
                    <a:lnTo>
                      <a:pt x="1078" y="528"/>
                    </a:lnTo>
                    <a:lnTo>
                      <a:pt x="1077" y="526"/>
                    </a:lnTo>
                    <a:lnTo>
                      <a:pt x="1075" y="525"/>
                    </a:lnTo>
                    <a:lnTo>
                      <a:pt x="1075" y="524"/>
                    </a:lnTo>
                    <a:lnTo>
                      <a:pt x="1075" y="522"/>
                    </a:lnTo>
                    <a:lnTo>
                      <a:pt x="1074" y="521"/>
                    </a:lnTo>
                    <a:lnTo>
                      <a:pt x="1073" y="520"/>
                    </a:lnTo>
                    <a:lnTo>
                      <a:pt x="1071" y="518"/>
                    </a:lnTo>
                    <a:lnTo>
                      <a:pt x="1071" y="517"/>
                    </a:lnTo>
                    <a:lnTo>
                      <a:pt x="1072" y="515"/>
                    </a:lnTo>
                    <a:lnTo>
                      <a:pt x="1072" y="514"/>
                    </a:lnTo>
                    <a:lnTo>
                      <a:pt x="1070" y="512"/>
                    </a:lnTo>
                    <a:lnTo>
                      <a:pt x="1069" y="510"/>
                    </a:lnTo>
                    <a:lnTo>
                      <a:pt x="1069" y="508"/>
                    </a:lnTo>
                    <a:lnTo>
                      <a:pt x="1071" y="507"/>
                    </a:lnTo>
                    <a:lnTo>
                      <a:pt x="1075" y="507"/>
                    </a:lnTo>
                    <a:lnTo>
                      <a:pt x="1079" y="507"/>
                    </a:lnTo>
                    <a:lnTo>
                      <a:pt x="1081" y="507"/>
                    </a:lnTo>
                    <a:lnTo>
                      <a:pt x="1082" y="506"/>
                    </a:lnTo>
                    <a:lnTo>
                      <a:pt x="1083" y="505"/>
                    </a:lnTo>
                    <a:lnTo>
                      <a:pt x="1085" y="503"/>
                    </a:lnTo>
                    <a:lnTo>
                      <a:pt x="1087" y="503"/>
                    </a:lnTo>
                    <a:lnTo>
                      <a:pt x="1089" y="502"/>
                    </a:lnTo>
                    <a:lnTo>
                      <a:pt x="1092" y="500"/>
                    </a:lnTo>
                    <a:lnTo>
                      <a:pt x="1094" y="500"/>
                    </a:lnTo>
                    <a:lnTo>
                      <a:pt x="1097" y="500"/>
                    </a:lnTo>
                    <a:lnTo>
                      <a:pt x="1100" y="501"/>
                    </a:lnTo>
                    <a:lnTo>
                      <a:pt x="1102" y="502"/>
                    </a:lnTo>
                    <a:lnTo>
                      <a:pt x="1105" y="503"/>
                    </a:lnTo>
                    <a:lnTo>
                      <a:pt x="1108" y="503"/>
                    </a:lnTo>
                    <a:lnTo>
                      <a:pt x="1111" y="503"/>
                    </a:lnTo>
                    <a:lnTo>
                      <a:pt x="1113" y="504"/>
                    </a:lnTo>
                    <a:lnTo>
                      <a:pt x="1114" y="506"/>
                    </a:lnTo>
                    <a:lnTo>
                      <a:pt x="1114" y="508"/>
                    </a:lnTo>
                    <a:lnTo>
                      <a:pt x="1115" y="509"/>
                    </a:lnTo>
                    <a:lnTo>
                      <a:pt x="1118" y="509"/>
                    </a:lnTo>
                    <a:lnTo>
                      <a:pt x="1121" y="510"/>
                    </a:lnTo>
                    <a:lnTo>
                      <a:pt x="1124" y="510"/>
                    </a:lnTo>
                    <a:lnTo>
                      <a:pt x="1126" y="512"/>
                    </a:lnTo>
                    <a:lnTo>
                      <a:pt x="1126" y="513"/>
                    </a:lnTo>
                    <a:lnTo>
                      <a:pt x="1127" y="515"/>
                    </a:lnTo>
                    <a:lnTo>
                      <a:pt x="1127" y="516"/>
                    </a:lnTo>
                    <a:close/>
                  </a:path>
                </a:pathLst>
              </a:custGeom>
              <a:solidFill>
                <a:srgbClr val="DE8036">
                  <a:alpha val="10800"/>
                </a:srgbClr>
              </a:solidFill>
              <a:ln>
                <a:noFill/>
              </a:ln>
            </p:spPr>
            <p:txBody>
              <a:bodyPr anchor="ctr"/>
              <a:lstStyle/>
              <a:p>
                <a:pPr algn="ctr">
                  <a:buNone/>
                </a:pPr>
              </a:p>
            </p:txBody>
          </p:sp>
          <p:sp>
            <p:nvSpPr>
              <p:cNvPr id="7611" name="addition:spatial:100">
                <a:extLst>
                  <a:ext uri="{FF2B5EF4-FFF2-40B4-BE49-F238E27FC236}">
                    <ns2:creationId id="{EC96EF09-18D0-4556-868C-76F6EDBC784E}"/>
                  </a:ext>
                </a:extLst>
              </p:cNvPr>
              <p:cNvSpPr>
                <a:spLocks noGrp="1"/>
              </p:cNvSpPr>
              <p:nvPr/>
            </p:nvSpPr>
            <p:spPr>
              <a:xfrm>
                <a:off x="5648325" y="1666875"/>
                <a:ext cx="1435928" cy="916869"/>
              </a:xfrm>
              <a:custGeom>
                <a:rect l="l" t="t" r="r" b="b"/>
                <a:pathLst>
                  <a:path w="1083" h="542">
                    <a:moveTo>
                      <a:pt x="0" y="0"/>
                    </a:moveTo>
                    <a:moveTo>
                      <a:pt x="1080" y="528"/>
                    </a:moveTo>
                    <a:lnTo>
                      <a:pt x="1079" y="529"/>
                    </a:lnTo>
                    <a:lnTo>
                      <a:pt x="1079" y="530"/>
                    </a:lnTo>
                    <a:lnTo>
                      <a:pt x="1078" y="531"/>
                    </a:lnTo>
                    <a:lnTo>
                      <a:pt x="1078" y="532"/>
                    </a:lnTo>
                    <a:lnTo>
                      <a:pt x="1077" y="533"/>
                    </a:lnTo>
                    <a:lnTo>
                      <a:pt x="1077" y="535"/>
                    </a:lnTo>
                    <a:lnTo>
                      <a:pt x="1078" y="537"/>
                    </a:lnTo>
                    <a:lnTo>
                      <a:pt x="1079" y="539"/>
                    </a:lnTo>
                    <a:lnTo>
                      <a:pt x="1078" y="540"/>
                    </a:lnTo>
                    <a:lnTo>
                      <a:pt x="1075" y="540"/>
                    </a:lnTo>
                    <a:lnTo>
                      <a:pt x="1072" y="539"/>
                    </a:lnTo>
                    <a:lnTo>
                      <a:pt x="1069" y="539"/>
                    </a:lnTo>
                    <a:lnTo>
                      <a:pt x="1068" y="539"/>
                    </a:lnTo>
                    <a:lnTo>
                      <a:pt x="1067" y="540"/>
                    </a:lnTo>
                    <a:lnTo>
                      <a:pt x="1065" y="541"/>
                    </a:lnTo>
                    <a:lnTo>
                      <a:pt x="1064" y="541"/>
                    </a:lnTo>
                    <a:lnTo>
                      <a:pt x="1062" y="541"/>
                    </a:lnTo>
                    <a:lnTo>
                      <a:pt x="1060" y="541"/>
                    </a:lnTo>
                    <a:lnTo>
                      <a:pt x="1058" y="542"/>
                    </a:lnTo>
                    <a:lnTo>
                      <a:pt x="1056" y="542"/>
                    </a:lnTo>
                    <a:lnTo>
                      <a:pt x="1054" y="542"/>
                    </a:lnTo>
                    <a:lnTo>
                      <a:pt x="1052" y="541"/>
                    </a:lnTo>
                    <a:lnTo>
                      <a:pt x="1050" y="540"/>
                    </a:lnTo>
                    <a:lnTo>
                      <a:pt x="1048" y="540"/>
                    </a:lnTo>
                    <a:lnTo>
                      <a:pt x="1046" y="540"/>
                    </a:lnTo>
                    <a:lnTo>
                      <a:pt x="1043" y="539"/>
                    </a:lnTo>
                    <a:lnTo>
                      <a:pt x="1043" y="537"/>
                    </a:lnTo>
                    <a:lnTo>
                      <a:pt x="1043" y="535"/>
                    </a:lnTo>
                    <a:lnTo>
                      <a:pt x="1044" y="534"/>
                    </a:lnTo>
                    <a:lnTo>
                      <a:pt x="1043" y="533"/>
                    </a:lnTo>
                    <a:lnTo>
                      <a:pt x="1041" y="532"/>
                    </a:lnTo>
                    <a:lnTo>
                      <a:pt x="1037" y="531"/>
                    </a:lnTo>
                    <a:lnTo>
                      <a:pt x="1035" y="530"/>
                    </a:lnTo>
                    <a:lnTo>
                      <a:pt x="1034" y="529"/>
                    </a:lnTo>
                    <a:lnTo>
                      <a:pt x="1033" y="528"/>
                    </a:lnTo>
                    <a:lnTo>
                      <a:pt x="1033" y="526"/>
                    </a:lnTo>
                    <a:lnTo>
                      <a:pt x="1033" y="525"/>
                    </a:lnTo>
                    <a:lnTo>
                      <a:pt x="1034" y="524"/>
                    </a:lnTo>
                    <a:lnTo>
                      <a:pt x="1036" y="523"/>
                    </a:lnTo>
                    <a:lnTo>
                      <a:pt x="1039" y="522"/>
                    </a:lnTo>
                    <a:lnTo>
                      <a:pt x="1040" y="521"/>
                    </a:lnTo>
                    <a:lnTo>
                      <a:pt x="1041" y="520"/>
                    </a:lnTo>
                    <a:lnTo>
                      <a:pt x="1041" y="518"/>
                    </a:lnTo>
                    <a:lnTo>
                      <a:pt x="1042" y="517"/>
                    </a:lnTo>
                    <a:lnTo>
                      <a:pt x="1045" y="517"/>
                    </a:lnTo>
                    <a:lnTo>
                      <a:pt x="1048" y="517"/>
                    </a:lnTo>
                    <a:lnTo>
                      <a:pt x="1050" y="517"/>
                    </a:lnTo>
                    <a:lnTo>
                      <a:pt x="1051" y="515"/>
                    </a:lnTo>
                    <a:lnTo>
                      <a:pt x="1053" y="513"/>
                    </a:lnTo>
                    <a:lnTo>
                      <a:pt x="1055" y="512"/>
                    </a:lnTo>
                    <a:lnTo>
                      <a:pt x="1057" y="511"/>
                    </a:lnTo>
                    <a:lnTo>
                      <a:pt x="1060" y="512"/>
                    </a:lnTo>
                    <a:lnTo>
                      <a:pt x="1062" y="513"/>
                    </a:lnTo>
                    <a:lnTo>
                      <a:pt x="1065" y="514"/>
                    </a:lnTo>
                    <a:lnTo>
                      <a:pt x="1067" y="514"/>
                    </a:lnTo>
                    <a:lnTo>
                      <a:pt x="1068" y="515"/>
                    </a:lnTo>
                    <a:lnTo>
                      <a:pt x="1069" y="516"/>
                    </a:lnTo>
                    <a:lnTo>
                      <a:pt x="1071" y="517"/>
                    </a:lnTo>
                    <a:lnTo>
                      <a:pt x="1073" y="517"/>
                    </a:lnTo>
                    <a:lnTo>
                      <a:pt x="1076" y="517"/>
                    </a:lnTo>
                    <a:lnTo>
                      <a:pt x="1079" y="516"/>
                    </a:lnTo>
                    <a:lnTo>
                      <a:pt x="1080" y="517"/>
                    </a:lnTo>
                    <a:lnTo>
                      <a:pt x="1080" y="519"/>
                    </a:lnTo>
                    <a:lnTo>
                      <a:pt x="1080" y="520"/>
                    </a:lnTo>
                    <a:lnTo>
                      <a:pt x="1080" y="522"/>
                    </a:lnTo>
                    <a:lnTo>
                      <a:pt x="1081" y="523"/>
                    </a:lnTo>
                    <a:lnTo>
                      <a:pt x="1083" y="524"/>
                    </a:lnTo>
                    <a:lnTo>
                      <a:pt x="1083" y="525"/>
                    </a:lnTo>
                    <a:lnTo>
                      <a:pt x="1082" y="526"/>
                    </a:lnTo>
                    <a:close/>
                  </a:path>
                </a:pathLst>
              </a:custGeom>
              <a:solidFill>
                <a:srgbClr val="DE8036">
                  <a:alpha val="10800"/>
                </a:srgbClr>
              </a:solidFill>
              <a:ln>
                <a:noFill/>
              </a:ln>
            </p:spPr>
            <p:txBody>
              <a:bodyPr anchor="ctr"/>
              <a:lstStyle/>
              <a:p>
                <a:pPr algn="ctr">
                  <a:buNone/>
                </a:pPr>
              </a:p>
            </p:txBody>
          </p:sp>
          <p:sp>
            <p:nvSpPr>
              <p:cNvPr id="7612" name="addition:spatial:101">
                <a:extLst>
                  <a:ext uri="{FF2B5EF4-FFF2-40B4-BE49-F238E27FC236}">
                    <ns2:creationId id="{1DD75F3C-744A-46E1-BAE2-B050669EEDCD}"/>
                  </a:ext>
                </a:extLst>
              </p:cNvPr>
              <p:cNvSpPr>
                <a:spLocks noGrp="1"/>
              </p:cNvSpPr>
              <p:nvPr/>
            </p:nvSpPr>
            <p:spPr>
              <a:xfrm>
                <a:off x="5648325" y="1666875"/>
                <a:ext cx="1412062" cy="1434511"/>
              </a:xfrm>
              <a:custGeom>
                <a:rect l="l" t="t" r="r" b="b"/>
                <a:pathLst>
                  <a:path w="1065" h="848">
                    <a:moveTo>
                      <a:pt x="0" y="0"/>
                    </a:moveTo>
                    <a:moveTo>
                      <a:pt x="203" y="266"/>
                    </a:moveTo>
                    <a:lnTo>
                      <a:pt x="1065" y="266"/>
                    </a:lnTo>
                    <a:lnTo>
                      <a:pt x="1065" y="848"/>
                    </a:lnTo>
                    <a:lnTo>
                      <a:pt x="203" y="762"/>
                    </a:lnTo>
                    <a:close/>
                  </a:path>
                </a:pathLst>
              </a:custGeom>
              <a:solidFill>
                <a:srgbClr val="7AB5D7">
                  <a:alpha val="4500"/>
                </a:srgbClr>
              </a:solidFill>
              <a:ln w="2199">
                <a:solidFill>
                  <a:srgbClr val="338EC1">
                    <a:alpha val="28000"/>
                  </a:srgbClr>
                </a:solidFill>
              </a:ln>
            </p:spPr>
            <p:txBody>
              <a:bodyPr anchor="ctr"/>
              <a:lstStyle/>
              <a:p>
                <a:pPr algn="ctr">
                  <a:buNone/>
                </a:pPr>
              </a:p>
            </p:txBody>
          </p:sp>
          <p:sp>
            <p:nvSpPr>
              <p:cNvPr id="7613" name="addition:spatial:102">
                <a:extLst>
                  <a:ext uri="{FF2B5EF4-FFF2-40B4-BE49-F238E27FC236}">
                    <ns2:creationId id="{D6BFE459-8587-4BC0-BF93-38CF5AA21A0B}"/>
                  </a:ext>
                </a:extLst>
              </p:cNvPr>
              <p:cNvSpPr>
                <a:spLocks noGrp="1"/>
              </p:cNvSpPr>
              <p:nvPr/>
            </p:nvSpPr>
            <p:spPr>
              <a:xfrm>
                <a:off x="5648325" y="1666875"/>
                <a:ext cx="1539347" cy="1341471"/>
              </a:xfrm>
              <a:custGeom>
                <a:rect l="l" t="t" r="r" b="b"/>
                <a:pathLst>
                  <a:path w="1161" h="793">
                    <a:moveTo>
                      <a:pt x="0" y="0"/>
                    </a:moveTo>
                    <a:moveTo>
                      <a:pt x="299" y="211"/>
                    </a:moveTo>
                    <a:lnTo>
                      <a:pt x="1161" y="211"/>
                    </a:lnTo>
                    <a:lnTo>
                      <a:pt x="1161" y="793"/>
                    </a:lnTo>
                    <a:lnTo>
                      <a:pt x="299" y="707"/>
                    </a:lnTo>
                    <a:close/>
                  </a:path>
                </a:pathLst>
              </a:custGeom>
              <a:solidFill>
                <a:srgbClr val="7AB5D7">
                  <a:alpha val="4500"/>
                </a:srgbClr>
              </a:solidFill>
              <a:ln w="2199">
                <a:solidFill>
                  <a:srgbClr val="338EC1">
                    <a:alpha val="28000"/>
                  </a:srgbClr>
                </a:solidFill>
              </a:ln>
            </p:spPr>
            <p:txBody>
              <a:bodyPr anchor="ctr"/>
              <a:lstStyle/>
              <a:p>
                <a:pPr algn="ctr">
                  <a:buNone/>
                </a:pPr>
              </a:p>
            </p:txBody>
          </p:sp>
          <p:sp>
            <p:nvSpPr>
              <p:cNvPr id="7614" name="addition:spatial:103">
                <a:extLst>
                  <a:ext uri="{FF2B5EF4-FFF2-40B4-BE49-F238E27FC236}">
                    <ns2:creationId id="{BCFA4C7A-3ABB-43A6-84DA-C3D42739CC35}"/>
                  </a:ext>
                </a:extLst>
              </p:cNvPr>
              <p:cNvSpPr>
                <a:spLocks noGrp="1"/>
              </p:cNvSpPr>
              <p:nvPr/>
            </p:nvSpPr>
            <p:spPr>
              <a:xfrm>
                <a:off x="5648325" y="1666875"/>
                <a:ext cx="1667957" cy="1246739"/>
              </a:xfrm>
              <a:custGeom>
                <a:rect l="l" t="t" r="r" b="b"/>
                <a:pathLst>
                  <a:path w="1258" h="737">
                    <a:moveTo>
                      <a:pt x="0" y="0"/>
                    </a:moveTo>
                    <a:moveTo>
                      <a:pt x="396" y="155"/>
                    </a:moveTo>
                    <a:lnTo>
                      <a:pt x="1258" y="155"/>
                    </a:lnTo>
                    <a:lnTo>
                      <a:pt x="1258" y="737"/>
                    </a:lnTo>
                    <a:lnTo>
                      <a:pt x="396" y="651"/>
                    </a:lnTo>
                    <a:close/>
                  </a:path>
                </a:pathLst>
              </a:custGeom>
              <a:solidFill>
                <a:srgbClr val="7AB5D7">
                  <a:alpha val="4500"/>
                </a:srgbClr>
              </a:solidFill>
              <a:ln w="2199">
                <a:solidFill>
                  <a:srgbClr val="338EC1">
                    <a:alpha val="28000"/>
                  </a:srgbClr>
                </a:solidFill>
              </a:ln>
            </p:spPr>
            <p:txBody>
              <a:bodyPr anchor="ctr"/>
              <a:lstStyle/>
              <a:p>
                <a:pPr algn="ctr">
                  <a:buNone/>
                </a:pPr>
              </a:p>
            </p:txBody>
          </p:sp>
          <p:sp>
            <p:nvSpPr>
              <p:cNvPr id="7615" name="addition:spatial:104">
                <a:extLst>
                  <a:ext uri="{FF2B5EF4-FFF2-40B4-BE49-F238E27FC236}">
                    <ns2:creationId id="{6F39E000-800B-4762-8BBA-BF722845928A}"/>
                  </a:ext>
                </a:extLst>
              </p:cNvPr>
              <p:cNvSpPr>
                <a:spLocks noGrp="1"/>
              </p:cNvSpPr>
              <p:nvPr/>
            </p:nvSpPr>
            <p:spPr>
              <a:xfrm>
                <a:off x="5648325" y="1666875"/>
                <a:ext cx="1795242" cy="1153698"/>
              </a:xfrm>
              <a:custGeom>
                <a:rect l="l" t="t" r="r" b="b"/>
                <a:pathLst>
                  <a:path w="1354" h="682">
                    <a:moveTo>
                      <a:pt x="0" y="0"/>
                    </a:moveTo>
                    <a:moveTo>
                      <a:pt x="492" y="100"/>
                    </a:moveTo>
                    <a:lnTo>
                      <a:pt x="1354" y="100"/>
                    </a:lnTo>
                    <a:lnTo>
                      <a:pt x="1354" y="682"/>
                    </a:lnTo>
                    <a:lnTo>
                      <a:pt x="492" y="596"/>
                    </a:lnTo>
                    <a:close/>
                  </a:path>
                </a:pathLst>
              </a:custGeom>
              <a:solidFill>
                <a:srgbClr val="7AB5D7">
                  <a:alpha val="4500"/>
                </a:srgbClr>
              </a:solidFill>
              <a:ln w="2199">
                <a:solidFill>
                  <a:srgbClr val="338EC1">
                    <a:alpha val="28000"/>
                  </a:srgbClr>
                </a:solidFill>
              </a:ln>
            </p:spPr>
            <p:txBody>
              <a:bodyPr anchor="ctr"/>
              <a:lstStyle/>
              <a:p>
                <a:pPr algn="ctr">
                  <a:buNone/>
                </a:pPr>
              </a:p>
            </p:txBody>
          </p:sp>
          <p:sp>
            <p:nvSpPr>
              <p:cNvPr id="7616" name="addition:spatial:105">
                <a:extLst>
                  <a:ext uri="{FF2B5EF4-FFF2-40B4-BE49-F238E27FC236}">
                    <ns2:creationId id="{AB32BD32-CC8A-4D45-878F-BA7E0B004F90}"/>
                  </a:ext>
                </a:extLst>
              </p:cNvPr>
              <p:cNvSpPr>
                <a:spLocks noGrp="1"/>
              </p:cNvSpPr>
              <p:nvPr/>
            </p:nvSpPr>
            <p:spPr>
              <a:xfrm>
                <a:off x="5648325" y="1666875"/>
                <a:ext cx="701391" cy="1256889"/>
              </a:xfrm>
              <a:custGeom>
                <a:rect l="l" t="t" r="r" b="b"/>
                <a:pathLst>
                  <a:path w="529" h="743">
                    <a:moveTo>
                      <a:pt x="0" y="0"/>
                    </a:moveTo>
                    <a:moveTo>
                      <a:pt x="529" y="580"/>
                    </a:moveTo>
                    <a:lnTo>
                      <a:pt x="518" y="596"/>
                    </a:lnTo>
                    <a:lnTo>
                      <a:pt x="493" y="608"/>
                    </a:lnTo>
                    <a:lnTo>
                      <a:pt x="467" y="617"/>
                    </a:lnTo>
                    <a:lnTo>
                      <a:pt x="451" y="626"/>
                    </a:lnTo>
                    <a:lnTo>
                      <a:pt x="449" y="639"/>
                    </a:lnTo>
                    <a:lnTo>
                      <a:pt x="452" y="655"/>
                    </a:lnTo>
                    <a:lnTo>
                      <a:pt x="450" y="672"/>
                    </a:lnTo>
                    <a:lnTo>
                      <a:pt x="441" y="685"/>
                    </a:lnTo>
                    <a:lnTo>
                      <a:pt x="431" y="697"/>
                    </a:lnTo>
                    <a:lnTo>
                      <a:pt x="421" y="711"/>
                    </a:lnTo>
                    <a:lnTo>
                      <a:pt x="410" y="725"/>
                    </a:lnTo>
                    <a:lnTo>
                      <a:pt x="395" y="733"/>
                    </a:lnTo>
                    <a:lnTo>
                      <a:pt x="376" y="732"/>
                    </a:lnTo>
                    <a:lnTo>
                      <a:pt x="358" y="728"/>
                    </a:lnTo>
                    <a:lnTo>
                      <a:pt x="343" y="727"/>
                    </a:lnTo>
                    <a:lnTo>
                      <a:pt x="330" y="734"/>
                    </a:lnTo>
                    <a:lnTo>
                      <a:pt x="317" y="743"/>
                    </a:lnTo>
                    <a:lnTo>
                      <a:pt x="303" y="743"/>
                    </a:lnTo>
                    <a:lnTo>
                      <a:pt x="290" y="732"/>
                    </a:lnTo>
                    <a:lnTo>
                      <a:pt x="281" y="716"/>
                    </a:lnTo>
                    <a:lnTo>
                      <a:pt x="273" y="706"/>
                    </a:lnTo>
                    <a:lnTo>
                      <a:pt x="260" y="709"/>
                    </a:lnTo>
                    <a:lnTo>
                      <a:pt x="241" y="718"/>
                    </a:lnTo>
                    <a:lnTo>
                      <a:pt x="222" y="723"/>
                    </a:lnTo>
                    <a:lnTo>
                      <a:pt x="206" y="719"/>
                    </a:lnTo>
                    <a:lnTo>
                      <a:pt x="196" y="707"/>
                    </a:lnTo>
                    <a:lnTo>
                      <a:pt x="189" y="694"/>
                    </a:lnTo>
                    <a:lnTo>
                      <a:pt x="182" y="680"/>
                    </a:lnTo>
                    <a:lnTo>
                      <a:pt x="178" y="665"/>
                    </a:lnTo>
                    <a:lnTo>
                      <a:pt x="181" y="647"/>
                    </a:lnTo>
                    <a:lnTo>
                      <a:pt x="189" y="629"/>
                    </a:lnTo>
                    <a:lnTo>
                      <a:pt x="193" y="615"/>
                    </a:lnTo>
                    <a:lnTo>
                      <a:pt x="185" y="604"/>
                    </a:lnTo>
                    <a:lnTo>
                      <a:pt x="166" y="594"/>
                    </a:lnTo>
                    <a:lnTo>
                      <a:pt x="149" y="580"/>
                    </a:lnTo>
                    <a:lnTo>
                      <a:pt x="143" y="565"/>
                    </a:lnTo>
                    <a:lnTo>
                      <a:pt x="151" y="551"/>
                    </a:lnTo>
                    <a:lnTo>
                      <a:pt x="160" y="539"/>
                    </a:lnTo>
                    <a:lnTo>
                      <a:pt x="162" y="526"/>
                    </a:lnTo>
                    <a:lnTo>
                      <a:pt x="157" y="509"/>
                    </a:lnTo>
                    <a:lnTo>
                      <a:pt x="153" y="491"/>
                    </a:lnTo>
                    <a:lnTo>
                      <a:pt x="158" y="477"/>
                    </a:lnTo>
                    <a:lnTo>
                      <a:pt x="172" y="469"/>
                    </a:lnTo>
                    <a:lnTo>
                      <a:pt x="190" y="466"/>
                    </a:lnTo>
                    <a:lnTo>
                      <a:pt x="204" y="461"/>
                    </a:lnTo>
                    <a:lnTo>
                      <a:pt x="217" y="456"/>
                    </a:lnTo>
                    <a:lnTo>
                      <a:pt x="231" y="452"/>
                    </a:lnTo>
                    <a:lnTo>
                      <a:pt x="246" y="452"/>
                    </a:lnTo>
                    <a:lnTo>
                      <a:pt x="260" y="451"/>
                    </a:lnTo>
                    <a:lnTo>
                      <a:pt x="272" y="441"/>
                    </a:lnTo>
                    <a:lnTo>
                      <a:pt x="284" y="422"/>
                    </a:lnTo>
                    <a:lnTo>
                      <a:pt x="300" y="402"/>
                    </a:lnTo>
                    <a:lnTo>
                      <a:pt x="320" y="392"/>
                    </a:lnTo>
                    <a:lnTo>
                      <a:pt x="339" y="400"/>
                    </a:lnTo>
                    <a:lnTo>
                      <a:pt x="355" y="419"/>
                    </a:lnTo>
                    <a:lnTo>
                      <a:pt x="369" y="435"/>
                    </a:lnTo>
                    <a:lnTo>
                      <a:pt x="383" y="443"/>
                    </a:lnTo>
                    <a:lnTo>
                      <a:pt x="401" y="446"/>
                    </a:lnTo>
                    <a:lnTo>
                      <a:pt x="418" y="450"/>
                    </a:lnTo>
                    <a:lnTo>
                      <a:pt x="431" y="460"/>
                    </a:lnTo>
                    <a:lnTo>
                      <a:pt x="440" y="473"/>
                    </a:lnTo>
                    <a:lnTo>
                      <a:pt x="450" y="484"/>
                    </a:lnTo>
                    <a:lnTo>
                      <a:pt x="464" y="491"/>
                    </a:lnTo>
                    <a:lnTo>
                      <a:pt x="479" y="500"/>
                    </a:lnTo>
                    <a:lnTo>
                      <a:pt x="488" y="511"/>
                    </a:lnTo>
                    <a:lnTo>
                      <a:pt x="492" y="525"/>
                    </a:lnTo>
                    <a:lnTo>
                      <a:pt x="497" y="538"/>
                    </a:lnTo>
                    <a:lnTo>
                      <a:pt x="508" y="551"/>
                    </a:lnTo>
                    <a:lnTo>
                      <a:pt x="522" y="564"/>
                    </a:lnTo>
                    <a:close/>
                  </a:path>
                </a:pathLst>
              </a:custGeom>
              <a:solidFill>
                <a:srgbClr val="A7CEE4">
                  <a:alpha val="43000"/>
                </a:srgbClr>
              </a:solidFill>
              <a:ln>
                <a:noFill/>
              </a:ln>
            </p:spPr>
            <p:txBody>
              <a:bodyPr anchor="ctr"/>
              <a:lstStyle/>
              <a:p>
                <a:pPr algn="ctr">
                  <a:buNone/>
                </a:pPr>
              </a:p>
            </p:txBody>
          </p:sp>
          <p:sp>
            <p:nvSpPr>
              <p:cNvPr id="7617" name="addition:spatial:106">
                <a:extLst>
                  <a:ext uri="{FF2B5EF4-FFF2-40B4-BE49-F238E27FC236}">
                    <ns2:creationId id="{9FF8699C-C7BE-4552-9CBF-3F05BB5C312A}"/>
                  </a:ext>
                </a:extLst>
              </p:cNvPr>
              <p:cNvSpPr>
                <a:spLocks noGrp="1"/>
              </p:cNvSpPr>
              <p:nvPr/>
            </p:nvSpPr>
            <p:spPr>
              <a:xfrm>
                <a:off x="5648325" y="1666875"/>
                <a:ext cx="649681" cy="1238280"/>
              </a:xfrm>
              <a:custGeom>
                <a:rect l="l" t="t" r="r" b="b"/>
                <a:pathLst>
                  <a:path w="490" h="732">
                    <a:moveTo>
                      <a:pt x="0" y="0"/>
                    </a:moveTo>
                    <a:moveTo>
                      <a:pt x="464" y="585"/>
                    </a:moveTo>
                    <a:lnTo>
                      <a:pt x="458" y="597"/>
                    </a:lnTo>
                    <a:lnTo>
                      <a:pt x="452" y="608"/>
                    </a:lnTo>
                    <a:lnTo>
                      <a:pt x="444" y="618"/>
                    </a:lnTo>
                    <a:lnTo>
                      <a:pt x="434" y="628"/>
                    </a:lnTo>
                    <a:lnTo>
                      <a:pt x="428" y="638"/>
                    </a:lnTo>
                    <a:lnTo>
                      <a:pt x="427" y="651"/>
                    </a:lnTo>
                    <a:lnTo>
                      <a:pt x="426" y="666"/>
                    </a:lnTo>
                    <a:lnTo>
                      <a:pt x="420" y="679"/>
                    </a:lnTo>
                    <a:lnTo>
                      <a:pt x="406" y="685"/>
                    </a:lnTo>
                    <a:lnTo>
                      <a:pt x="391" y="688"/>
                    </a:lnTo>
                    <a:lnTo>
                      <a:pt x="379" y="694"/>
                    </a:lnTo>
                    <a:lnTo>
                      <a:pt x="372" y="707"/>
                    </a:lnTo>
                    <a:lnTo>
                      <a:pt x="365" y="723"/>
                    </a:lnTo>
                    <a:lnTo>
                      <a:pt x="353" y="732"/>
                    </a:lnTo>
                    <a:lnTo>
                      <a:pt x="338" y="729"/>
                    </a:lnTo>
                    <a:lnTo>
                      <a:pt x="323" y="717"/>
                    </a:lnTo>
                    <a:lnTo>
                      <a:pt x="311" y="705"/>
                    </a:lnTo>
                    <a:lnTo>
                      <a:pt x="301" y="701"/>
                    </a:lnTo>
                    <a:lnTo>
                      <a:pt x="291" y="703"/>
                    </a:lnTo>
                    <a:lnTo>
                      <a:pt x="281" y="705"/>
                    </a:lnTo>
                    <a:lnTo>
                      <a:pt x="270" y="705"/>
                    </a:lnTo>
                    <a:lnTo>
                      <a:pt x="259" y="706"/>
                    </a:lnTo>
                    <a:lnTo>
                      <a:pt x="245" y="708"/>
                    </a:lnTo>
                    <a:lnTo>
                      <a:pt x="228" y="711"/>
                    </a:lnTo>
                    <a:lnTo>
                      <a:pt x="214" y="707"/>
                    </a:lnTo>
                    <a:lnTo>
                      <a:pt x="207" y="695"/>
                    </a:lnTo>
                    <a:lnTo>
                      <a:pt x="209" y="677"/>
                    </a:lnTo>
                    <a:lnTo>
                      <a:pt x="212" y="660"/>
                    </a:lnTo>
                    <a:lnTo>
                      <a:pt x="208" y="648"/>
                    </a:lnTo>
                    <a:lnTo>
                      <a:pt x="197" y="641"/>
                    </a:lnTo>
                    <a:lnTo>
                      <a:pt x="184" y="633"/>
                    </a:lnTo>
                    <a:lnTo>
                      <a:pt x="179" y="621"/>
                    </a:lnTo>
                    <a:lnTo>
                      <a:pt x="182" y="608"/>
                    </a:lnTo>
                    <a:lnTo>
                      <a:pt x="188" y="596"/>
                    </a:lnTo>
                    <a:lnTo>
                      <a:pt x="187" y="585"/>
                    </a:lnTo>
                    <a:lnTo>
                      <a:pt x="179" y="574"/>
                    </a:lnTo>
                    <a:lnTo>
                      <a:pt x="169" y="561"/>
                    </a:lnTo>
                    <a:lnTo>
                      <a:pt x="163" y="547"/>
                    </a:lnTo>
                    <a:lnTo>
                      <a:pt x="164" y="534"/>
                    </a:lnTo>
                    <a:lnTo>
                      <a:pt x="165" y="522"/>
                    </a:lnTo>
                    <a:lnTo>
                      <a:pt x="167" y="508"/>
                    </a:lnTo>
                    <a:lnTo>
                      <a:pt x="172" y="496"/>
                    </a:lnTo>
                    <a:lnTo>
                      <a:pt x="184" y="489"/>
                    </a:lnTo>
                    <a:lnTo>
                      <a:pt x="203" y="490"/>
                    </a:lnTo>
                    <a:lnTo>
                      <a:pt x="223" y="495"/>
                    </a:lnTo>
                    <a:lnTo>
                      <a:pt x="236" y="495"/>
                    </a:lnTo>
                    <a:lnTo>
                      <a:pt x="241" y="484"/>
                    </a:lnTo>
                    <a:lnTo>
                      <a:pt x="245" y="466"/>
                    </a:lnTo>
                    <a:lnTo>
                      <a:pt x="253" y="450"/>
                    </a:lnTo>
                    <a:lnTo>
                      <a:pt x="267" y="444"/>
                    </a:lnTo>
                    <a:lnTo>
                      <a:pt x="283" y="446"/>
                    </a:lnTo>
                    <a:lnTo>
                      <a:pt x="298" y="448"/>
                    </a:lnTo>
                    <a:lnTo>
                      <a:pt x="313" y="446"/>
                    </a:lnTo>
                    <a:lnTo>
                      <a:pt x="329" y="444"/>
                    </a:lnTo>
                    <a:lnTo>
                      <a:pt x="345" y="445"/>
                    </a:lnTo>
                    <a:lnTo>
                      <a:pt x="360" y="452"/>
                    </a:lnTo>
                    <a:lnTo>
                      <a:pt x="372" y="462"/>
                    </a:lnTo>
                    <a:lnTo>
                      <a:pt x="385" y="469"/>
                    </a:lnTo>
                    <a:lnTo>
                      <a:pt x="399" y="473"/>
                    </a:lnTo>
                    <a:lnTo>
                      <a:pt x="411" y="480"/>
                    </a:lnTo>
                    <a:lnTo>
                      <a:pt x="418" y="493"/>
                    </a:lnTo>
                    <a:lnTo>
                      <a:pt x="420" y="507"/>
                    </a:lnTo>
                    <a:lnTo>
                      <a:pt x="423" y="518"/>
                    </a:lnTo>
                    <a:lnTo>
                      <a:pt x="436" y="523"/>
                    </a:lnTo>
                    <a:lnTo>
                      <a:pt x="458" y="526"/>
                    </a:lnTo>
                    <a:lnTo>
                      <a:pt x="480" y="531"/>
                    </a:lnTo>
                    <a:lnTo>
                      <a:pt x="490" y="542"/>
                    </a:lnTo>
                    <a:lnTo>
                      <a:pt x="486" y="558"/>
                    </a:lnTo>
                    <a:lnTo>
                      <a:pt x="475" y="572"/>
                    </a:lnTo>
                    <a:close/>
                  </a:path>
                </a:pathLst>
              </a:custGeom>
              <a:solidFill>
                <a:srgbClr val="59A3CD">
                  <a:alpha val="43000"/>
                </a:srgbClr>
              </a:solidFill>
              <a:ln>
                <a:noFill/>
              </a:ln>
            </p:spPr>
            <p:txBody>
              <a:bodyPr anchor="ctr"/>
              <a:lstStyle/>
              <a:p>
                <a:pPr algn="ctr">
                  <a:buNone/>
                </a:pPr>
              </a:p>
            </p:txBody>
          </p:sp>
          <p:sp>
            <p:nvSpPr>
              <p:cNvPr id="7618" name="addition:spatial:107">
                <a:extLst>
                  <a:ext uri="{FF2B5EF4-FFF2-40B4-BE49-F238E27FC236}">
                    <ns2:creationId id="{E1DDB591-E371-44E0-B60D-CDB4DBED3F78}"/>
                  </a:ext>
                </a:extLst>
              </p:cNvPr>
              <p:cNvSpPr>
                <a:spLocks noGrp="1"/>
              </p:cNvSpPr>
              <p:nvPr/>
            </p:nvSpPr>
            <p:spPr>
              <a:xfrm>
                <a:off x="5648325" y="1666875"/>
                <a:ext cx="617860" cy="1216289"/>
              </a:xfrm>
              <a:custGeom>
                <a:rect l="l" t="t" r="r" b="b"/>
                <a:pathLst>
                  <a:path w="466" h="719">
                    <a:moveTo>
                      <a:pt x="0" y="0"/>
                    </a:moveTo>
                    <a:moveTo>
                      <a:pt x="455" y="590"/>
                    </a:moveTo>
                    <a:lnTo>
                      <a:pt x="437" y="600"/>
                    </a:lnTo>
                    <a:lnTo>
                      <a:pt x="423" y="609"/>
                    </a:lnTo>
                    <a:lnTo>
                      <a:pt x="418" y="618"/>
                    </a:lnTo>
                    <a:lnTo>
                      <a:pt x="418" y="628"/>
                    </a:lnTo>
                    <a:lnTo>
                      <a:pt x="415" y="639"/>
                    </a:lnTo>
                    <a:lnTo>
                      <a:pt x="408" y="648"/>
                    </a:lnTo>
                    <a:lnTo>
                      <a:pt x="400" y="655"/>
                    </a:lnTo>
                    <a:lnTo>
                      <a:pt x="393" y="664"/>
                    </a:lnTo>
                    <a:lnTo>
                      <a:pt x="388" y="676"/>
                    </a:lnTo>
                    <a:lnTo>
                      <a:pt x="381" y="686"/>
                    </a:lnTo>
                    <a:lnTo>
                      <a:pt x="370" y="693"/>
                    </a:lnTo>
                    <a:lnTo>
                      <a:pt x="357" y="695"/>
                    </a:lnTo>
                    <a:lnTo>
                      <a:pt x="345" y="699"/>
                    </a:lnTo>
                    <a:lnTo>
                      <a:pt x="336" y="706"/>
                    </a:lnTo>
                    <a:lnTo>
                      <a:pt x="326" y="716"/>
                    </a:lnTo>
                    <a:lnTo>
                      <a:pt x="315" y="719"/>
                    </a:lnTo>
                    <a:lnTo>
                      <a:pt x="302" y="712"/>
                    </a:lnTo>
                    <a:lnTo>
                      <a:pt x="292" y="698"/>
                    </a:lnTo>
                    <a:lnTo>
                      <a:pt x="285" y="686"/>
                    </a:lnTo>
                    <a:lnTo>
                      <a:pt x="277" y="683"/>
                    </a:lnTo>
                    <a:lnTo>
                      <a:pt x="267" y="689"/>
                    </a:lnTo>
                    <a:lnTo>
                      <a:pt x="254" y="696"/>
                    </a:lnTo>
                    <a:lnTo>
                      <a:pt x="242" y="698"/>
                    </a:lnTo>
                    <a:lnTo>
                      <a:pt x="232" y="695"/>
                    </a:lnTo>
                    <a:lnTo>
                      <a:pt x="223" y="689"/>
                    </a:lnTo>
                    <a:lnTo>
                      <a:pt x="214" y="683"/>
                    </a:lnTo>
                    <a:lnTo>
                      <a:pt x="206" y="675"/>
                    </a:lnTo>
                    <a:lnTo>
                      <a:pt x="203" y="664"/>
                    </a:lnTo>
                    <a:lnTo>
                      <a:pt x="205" y="650"/>
                    </a:lnTo>
                    <a:lnTo>
                      <a:pt x="209" y="637"/>
                    </a:lnTo>
                    <a:lnTo>
                      <a:pt x="208" y="627"/>
                    </a:lnTo>
                    <a:lnTo>
                      <a:pt x="199" y="619"/>
                    </a:lnTo>
                    <a:lnTo>
                      <a:pt x="189" y="611"/>
                    </a:lnTo>
                    <a:lnTo>
                      <a:pt x="185" y="601"/>
                    </a:lnTo>
                    <a:lnTo>
                      <a:pt x="190" y="590"/>
                    </a:lnTo>
                    <a:lnTo>
                      <a:pt x="197" y="581"/>
                    </a:lnTo>
                    <a:lnTo>
                      <a:pt x="198" y="571"/>
                    </a:lnTo>
                    <a:lnTo>
                      <a:pt x="191" y="560"/>
                    </a:lnTo>
                    <a:lnTo>
                      <a:pt x="180" y="546"/>
                    </a:lnTo>
                    <a:lnTo>
                      <a:pt x="175" y="532"/>
                    </a:lnTo>
                    <a:lnTo>
                      <a:pt x="179" y="522"/>
                    </a:lnTo>
                    <a:lnTo>
                      <a:pt x="189" y="515"/>
                    </a:lnTo>
                    <a:lnTo>
                      <a:pt x="199" y="509"/>
                    </a:lnTo>
                    <a:lnTo>
                      <a:pt x="209" y="504"/>
                    </a:lnTo>
                    <a:lnTo>
                      <a:pt x="220" y="501"/>
                    </a:lnTo>
                    <a:lnTo>
                      <a:pt x="232" y="501"/>
                    </a:lnTo>
                    <a:lnTo>
                      <a:pt x="244" y="503"/>
                    </a:lnTo>
                    <a:lnTo>
                      <a:pt x="253" y="500"/>
                    </a:lnTo>
                    <a:lnTo>
                      <a:pt x="259" y="490"/>
                    </a:lnTo>
                    <a:lnTo>
                      <a:pt x="266" y="474"/>
                    </a:lnTo>
                    <a:lnTo>
                      <a:pt x="277" y="461"/>
                    </a:lnTo>
                    <a:lnTo>
                      <a:pt x="290" y="459"/>
                    </a:lnTo>
                    <a:lnTo>
                      <a:pt x="303" y="466"/>
                    </a:lnTo>
                    <a:lnTo>
                      <a:pt x="316" y="474"/>
                    </a:lnTo>
                    <a:lnTo>
                      <a:pt x="328" y="477"/>
                    </a:lnTo>
                    <a:lnTo>
                      <a:pt x="343" y="475"/>
                    </a:lnTo>
                    <a:lnTo>
                      <a:pt x="357" y="475"/>
                    </a:lnTo>
                    <a:lnTo>
                      <a:pt x="369" y="481"/>
                    </a:lnTo>
                    <a:lnTo>
                      <a:pt x="378" y="492"/>
                    </a:lnTo>
                    <a:lnTo>
                      <a:pt x="384" y="504"/>
                    </a:lnTo>
                    <a:lnTo>
                      <a:pt x="392" y="512"/>
                    </a:lnTo>
                    <a:lnTo>
                      <a:pt x="401" y="518"/>
                    </a:lnTo>
                    <a:lnTo>
                      <a:pt x="409" y="526"/>
                    </a:lnTo>
                    <a:lnTo>
                      <a:pt x="414" y="535"/>
                    </a:lnTo>
                    <a:lnTo>
                      <a:pt x="420" y="543"/>
                    </a:lnTo>
                    <a:lnTo>
                      <a:pt x="431" y="550"/>
                    </a:lnTo>
                    <a:lnTo>
                      <a:pt x="448" y="556"/>
                    </a:lnTo>
                    <a:lnTo>
                      <a:pt x="463" y="565"/>
                    </a:lnTo>
                    <a:lnTo>
                      <a:pt x="466" y="577"/>
                    </a:lnTo>
                    <a:close/>
                  </a:path>
                </a:pathLst>
              </a:custGeom>
              <a:solidFill>
                <a:srgbClr val="0675B4">
                  <a:alpha val="35000"/>
                </a:srgbClr>
              </a:solidFill>
              <a:ln>
                <a:noFill/>
              </a:ln>
            </p:spPr>
            <p:txBody>
              <a:bodyPr anchor="ctr"/>
              <a:lstStyle/>
              <a:p>
                <a:pPr algn="ctr">
                  <a:buNone/>
                </a:pPr>
              </a:p>
            </p:txBody>
          </p:sp>
          <p:sp>
            <p:nvSpPr>
              <p:cNvPr id="7619" name="addition:spatial:108">
                <a:extLst>
                  <a:ext uri="{FF2B5EF4-FFF2-40B4-BE49-F238E27FC236}">
                    <ns2:creationId id="{0F4300F1-66A8-4151-ADE2-D4697BB75621}"/>
                  </a:ext>
                </a:extLst>
              </p:cNvPr>
              <p:cNvSpPr>
                <a:spLocks noGrp="1"/>
              </p:cNvSpPr>
              <p:nvPr/>
            </p:nvSpPr>
            <p:spPr>
              <a:xfrm>
                <a:off x="5648325" y="1666875"/>
                <a:ext cx="413675" cy="1033592"/>
              </a:xfrm>
              <a:custGeom>
                <a:rect l="l" t="t" r="r" b="b"/>
                <a:pathLst>
                  <a:path w="312" h="611">
                    <a:moveTo>
                      <a:pt x="0" y="0"/>
                    </a:moveTo>
                    <a:moveTo>
                      <a:pt x="309" y="556"/>
                    </a:moveTo>
                    <a:lnTo>
                      <a:pt x="308" y="561"/>
                    </a:lnTo>
                    <a:lnTo>
                      <a:pt x="305" y="565"/>
                    </a:lnTo>
                    <a:lnTo>
                      <a:pt x="301" y="569"/>
                    </a:lnTo>
                    <a:lnTo>
                      <a:pt x="298" y="572"/>
                    </a:lnTo>
                    <a:lnTo>
                      <a:pt x="296" y="576"/>
                    </a:lnTo>
                    <a:lnTo>
                      <a:pt x="295" y="581"/>
                    </a:lnTo>
                    <a:lnTo>
                      <a:pt x="292" y="585"/>
                    </a:lnTo>
                    <a:lnTo>
                      <a:pt x="287" y="588"/>
                    </a:lnTo>
                    <a:lnTo>
                      <a:pt x="281" y="589"/>
                    </a:lnTo>
                    <a:lnTo>
                      <a:pt x="277" y="591"/>
                    </a:lnTo>
                    <a:lnTo>
                      <a:pt x="275" y="597"/>
                    </a:lnTo>
                    <a:lnTo>
                      <a:pt x="274" y="604"/>
                    </a:lnTo>
                    <a:lnTo>
                      <a:pt x="271" y="610"/>
                    </a:lnTo>
                    <a:lnTo>
                      <a:pt x="265" y="611"/>
                    </a:lnTo>
                    <a:lnTo>
                      <a:pt x="258" y="608"/>
                    </a:lnTo>
                    <a:lnTo>
                      <a:pt x="253" y="604"/>
                    </a:lnTo>
                    <a:lnTo>
                      <a:pt x="248" y="602"/>
                    </a:lnTo>
                    <a:lnTo>
                      <a:pt x="244" y="601"/>
                    </a:lnTo>
                    <a:lnTo>
                      <a:pt x="240" y="600"/>
                    </a:lnTo>
                    <a:lnTo>
                      <a:pt x="237" y="599"/>
                    </a:lnTo>
                    <a:lnTo>
                      <a:pt x="233" y="598"/>
                    </a:lnTo>
                    <a:lnTo>
                      <a:pt x="229" y="599"/>
                    </a:lnTo>
                    <a:lnTo>
                      <a:pt x="223" y="601"/>
                    </a:lnTo>
                    <a:lnTo>
                      <a:pt x="218" y="602"/>
                    </a:lnTo>
                    <a:lnTo>
                      <a:pt x="214" y="599"/>
                    </a:lnTo>
                    <a:lnTo>
                      <a:pt x="213" y="594"/>
                    </a:lnTo>
                    <a:lnTo>
                      <a:pt x="213" y="588"/>
                    </a:lnTo>
                    <a:lnTo>
                      <a:pt x="211" y="584"/>
                    </a:lnTo>
                    <a:lnTo>
                      <a:pt x="207" y="582"/>
                    </a:lnTo>
                    <a:lnTo>
                      <a:pt x="202" y="579"/>
                    </a:lnTo>
                    <a:lnTo>
                      <a:pt x="200" y="575"/>
                    </a:lnTo>
                    <a:lnTo>
                      <a:pt x="202" y="570"/>
                    </a:lnTo>
                    <a:lnTo>
                      <a:pt x="206" y="564"/>
                    </a:lnTo>
                    <a:lnTo>
                      <a:pt x="208" y="560"/>
                    </a:lnTo>
                    <a:lnTo>
                      <a:pt x="207" y="556"/>
                    </a:lnTo>
                    <a:lnTo>
                      <a:pt x="204" y="552"/>
                    </a:lnTo>
                    <a:lnTo>
                      <a:pt x="202" y="548"/>
                    </a:lnTo>
                    <a:lnTo>
                      <a:pt x="201" y="543"/>
                    </a:lnTo>
                    <a:lnTo>
                      <a:pt x="200" y="539"/>
                    </a:lnTo>
                    <a:lnTo>
                      <a:pt x="198" y="533"/>
                    </a:lnTo>
                    <a:lnTo>
                      <a:pt x="197" y="527"/>
                    </a:lnTo>
                    <a:lnTo>
                      <a:pt x="199" y="523"/>
                    </a:lnTo>
                    <a:lnTo>
                      <a:pt x="205" y="522"/>
                    </a:lnTo>
                    <a:lnTo>
                      <a:pt x="213" y="523"/>
                    </a:lnTo>
                    <a:lnTo>
                      <a:pt x="218" y="523"/>
                    </a:lnTo>
                    <a:lnTo>
                      <a:pt x="221" y="521"/>
                    </a:lnTo>
                    <a:lnTo>
                      <a:pt x="223" y="516"/>
                    </a:lnTo>
                    <a:lnTo>
                      <a:pt x="225" y="511"/>
                    </a:lnTo>
                    <a:lnTo>
                      <a:pt x="229" y="509"/>
                    </a:lnTo>
                    <a:lnTo>
                      <a:pt x="234" y="510"/>
                    </a:lnTo>
                    <a:lnTo>
                      <a:pt x="239" y="510"/>
                    </a:lnTo>
                    <a:lnTo>
                      <a:pt x="244" y="509"/>
                    </a:lnTo>
                    <a:lnTo>
                      <a:pt x="249" y="506"/>
                    </a:lnTo>
                    <a:lnTo>
                      <a:pt x="254" y="505"/>
                    </a:lnTo>
                    <a:lnTo>
                      <a:pt x="260" y="505"/>
                    </a:lnTo>
                    <a:lnTo>
                      <a:pt x="265" y="507"/>
                    </a:lnTo>
                    <a:lnTo>
                      <a:pt x="271" y="509"/>
                    </a:lnTo>
                    <a:lnTo>
                      <a:pt x="276" y="510"/>
                    </a:lnTo>
                    <a:lnTo>
                      <a:pt x="281" y="513"/>
                    </a:lnTo>
                    <a:lnTo>
                      <a:pt x="284" y="518"/>
                    </a:lnTo>
                    <a:lnTo>
                      <a:pt x="284" y="525"/>
                    </a:lnTo>
                    <a:lnTo>
                      <a:pt x="285" y="530"/>
                    </a:lnTo>
                    <a:lnTo>
                      <a:pt x="288" y="533"/>
                    </a:lnTo>
                    <a:lnTo>
                      <a:pt x="295" y="534"/>
                    </a:lnTo>
                    <a:lnTo>
                      <a:pt x="304" y="534"/>
                    </a:lnTo>
                    <a:lnTo>
                      <a:pt x="310" y="537"/>
                    </a:lnTo>
                    <a:lnTo>
                      <a:pt x="312" y="542"/>
                    </a:lnTo>
                    <a:lnTo>
                      <a:pt x="311" y="547"/>
                    </a:lnTo>
                    <a:lnTo>
                      <a:pt x="309" y="552"/>
                    </a:lnTo>
                    <a:close/>
                  </a:path>
                </a:pathLst>
              </a:custGeom>
              <a:solidFill>
                <a:srgbClr val="59A3CD">
                  <a:alpha val="32000"/>
                </a:srgbClr>
              </a:solidFill>
              <a:ln>
                <a:noFill/>
              </a:ln>
            </p:spPr>
            <p:txBody>
              <a:bodyPr anchor="ctr"/>
              <a:lstStyle/>
              <a:p>
                <a:pPr algn="ctr">
                  <a:buNone/>
                </a:pPr>
              </a:p>
            </p:txBody>
          </p:sp>
          <p:sp>
            <p:nvSpPr>
              <p:cNvPr id="7620" name="addition:spatial:109">
                <a:extLst>
                  <a:ext uri="{FF2B5EF4-FFF2-40B4-BE49-F238E27FC236}">
                    <ns2:creationId id="{F91077AE-96BD-4B6E-B241-54B2503E8F0C}"/>
                  </a:ext>
                </a:extLst>
              </p:cNvPr>
              <p:cNvSpPr>
                <a:spLocks noGrp="1"/>
              </p:cNvSpPr>
              <p:nvPr/>
            </p:nvSpPr>
            <p:spPr>
              <a:xfrm>
                <a:off x="5648325" y="1666875"/>
                <a:ext cx="462732" cy="962543"/>
              </a:xfrm>
              <a:custGeom>
                <a:rect l="l" t="t" r="r" b="b"/>
                <a:pathLst>
                  <a:path w="349" h="569">
                    <a:moveTo>
                      <a:pt x="0" y="0"/>
                    </a:moveTo>
                    <a:moveTo>
                      <a:pt x="345" y="517"/>
                    </a:moveTo>
                    <a:lnTo>
                      <a:pt x="348" y="521"/>
                    </a:lnTo>
                    <a:lnTo>
                      <a:pt x="349" y="526"/>
                    </a:lnTo>
                    <a:lnTo>
                      <a:pt x="348" y="530"/>
                    </a:lnTo>
                    <a:lnTo>
                      <a:pt x="346" y="534"/>
                    </a:lnTo>
                    <a:lnTo>
                      <a:pt x="344" y="539"/>
                    </a:lnTo>
                    <a:lnTo>
                      <a:pt x="343" y="543"/>
                    </a:lnTo>
                    <a:lnTo>
                      <a:pt x="339" y="546"/>
                    </a:lnTo>
                    <a:lnTo>
                      <a:pt x="333" y="547"/>
                    </a:lnTo>
                    <a:lnTo>
                      <a:pt x="326" y="546"/>
                    </a:lnTo>
                    <a:lnTo>
                      <a:pt x="321" y="547"/>
                    </a:lnTo>
                    <a:lnTo>
                      <a:pt x="319" y="550"/>
                    </a:lnTo>
                    <a:lnTo>
                      <a:pt x="318" y="557"/>
                    </a:lnTo>
                    <a:lnTo>
                      <a:pt x="316" y="564"/>
                    </a:lnTo>
                    <a:lnTo>
                      <a:pt x="311" y="568"/>
                    </a:lnTo>
                    <a:lnTo>
                      <a:pt x="305" y="569"/>
                    </a:lnTo>
                    <a:lnTo>
                      <a:pt x="299" y="567"/>
                    </a:lnTo>
                    <a:lnTo>
                      <a:pt x="294" y="567"/>
                    </a:lnTo>
                    <a:lnTo>
                      <a:pt x="288" y="566"/>
                    </a:lnTo>
                    <a:lnTo>
                      <a:pt x="283" y="565"/>
                    </a:lnTo>
                    <a:lnTo>
                      <a:pt x="279" y="562"/>
                    </a:lnTo>
                    <a:lnTo>
                      <a:pt x="275" y="559"/>
                    </a:lnTo>
                    <a:lnTo>
                      <a:pt x="271" y="557"/>
                    </a:lnTo>
                    <a:lnTo>
                      <a:pt x="266" y="557"/>
                    </a:lnTo>
                    <a:lnTo>
                      <a:pt x="261" y="557"/>
                    </a:lnTo>
                    <a:lnTo>
                      <a:pt x="257" y="554"/>
                    </a:lnTo>
                    <a:lnTo>
                      <a:pt x="256" y="550"/>
                    </a:lnTo>
                    <a:lnTo>
                      <a:pt x="255" y="545"/>
                    </a:lnTo>
                    <a:lnTo>
                      <a:pt x="252" y="543"/>
                    </a:lnTo>
                    <a:lnTo>
                      <a:pt x="246" y="542"/>
                    </a:lnTo>
                    <a:lnTo>
                      <a:pt x="240" y="540"/>
                    </a:lnTo>
                    <a:lnTo>
                      <a:pt x="236" y="537"/>
                    </a:lnTo>
                    <a:lnTo>
                      <a:pt x="237" y="531"/>
                    </a:lnTo>
                    <a:lnTo>
                      <a:pt x="241" y="526"/>
                    </a:lnTo>
                    <a:lnTo>
                      <a:pt x="246" y="521"/>
                    </a:lnTo>
                    <a:lnTo>
                      <a:pt x="248" y="517"/>
                    </a:lnTo>
                    <a:lnTo>
                      <a:pt x="250" y="513"/>
                    </a:lnTo>
                    <a:lnTo>
                      <a:pt x="251" y="509"/>
                    </a:lnTo>
                    <a:lnTo>
                      <a:pt x="253" y="506"/>
                    </a:lnTo>
                    <a:lnTo>
                      <a:pt x="254" y="502"/>
                    </a:lnTo>
                    <a:lnTo>
                      <a:pt x="252" y="497"/>
                    </a:lnTo>
                    <a:lnTo>
                      <a:pt x="251" y="491"/>
                    </a:lnTo>
                    <a:lnTo>
                      <a:pt x="251" y="485"/>
                    </a:lnTo>
                    <a:lnTo>
                      <a:pt x="255" y="482"/>
                    </a:lnTo>
                    <a:lnTo>
                      <a:pt x="260" y="481"/>
                    </a:lnTo>
                    <a:lnTo>
                      <a:pt x="265" y="481"/>
                    </a:lnTo>
                    <a:lnTo>
                      <a:pt x="268" y="478"/>
                    </a:lnTo>
                    <a:lnTo>
                      <a:pt x="270" y="473"/>
                    </a:lnTo>
                    <a:lnTo>
                      <a:pt x="273" y="470"/>
                    </a:lnTo>
                    <a:lnTo>
                      <a:pt x="277" y="469"/>
                    </a:lnTo>
                    <a:lnTo>
                      <a:pt x="282" y="472"/>
                    </a:lnTo>
                    <a:lnTo>
                      <a:pt x="286" y="475"/>
                    </a:lnTo>
                    <a:lnTo>
                      <a:pt x="289" y="476"/>
                    </a:lnTo>
                    <a:lnTo>
                      <a:pt x="293" y="474"/>
                    </a:lnTo>
                    <a:lnTo>
                      <a:pt x="296" y="472"/>
                    </a:lnTo>
                    <a:lnTo>
                      <a:pt x="301" y="471"/>
                    </a:lnTo>
                    <a:lnTo>
                      <a:pt x="305" y="471"/>
                    </a:lnTo>
                    <a:lnTo>
                      <a:pt x="310" y="471"/>
                    </a:lnTo>
                    <a:lnTo>
                      <a:pt x="316" y="470"/>
                    </a:lnTo>
                    <a:lnTo>
                      <a:pt x="321" y="470"/>
                    </a:lnTo>
                    <a:lnTo>
                      <a:pt x="325" y="475"/>
                    </a:lnTo>
                    <a:lnTo>
                      <a:pt x="325" y="482"/>
                    </a:lnTo>
                    <a:lnTo>
                      <a:pt x="324" y="489"/>
                    </a:lnTo>
                    <a:lnTo>
                      <a:pt x="324" y="493"/>
                    </a:lnTo>
                    <a:lnTo>
                      <a:pt x="329" y="495"/>
                    </a:lnTo>
                    <a:lnTo>
                      <a:pt x="335" y="497"/>
                    </a:lnTo>
                    <a:lnTo>
                      <a:pt x="339" y="500"/>
                    </a:lnTo>
                    <a:lnTo>
                      <a:pt x="341" y="504"/>
                    </a:lnTo>
                    <a:lnTo>
                      <a:pt x="341" y="509"/>
                    </a:lnTo>
                    <a:lnTo>
                      <a:pt x="342" y="513"/>
                    </a:lnTo>
                    <a:close/>
                  </a:path>
                </a:pathLst>
              </a:custGeom>
              <a:solidFill>
                <a:srgbClr val="59A3CD">
                  <a:alpha val="32000"/>
                </a:srgbClr>
              </a:solidFill>
              <a:ln>
                <a:noFill/>
              </a:ln>
            </p:spPr>
            <p:txBody>
              <a:bodyPr anchor="ctr"/>
              <a:lstStyle/>
              <a:p>
                <a:pPr algn="ctr">
                  <a:buNone/>
                </a:pPr>
              </a:p>
            </p:txBody>
          </p:sp>
          <p:sp>
            <p:nvSpPr>
              <p:cNvPr id="7621" name="addition:spatial:110">
                <a:extLst>
                  <a:ext uri="{FF2B5EF4-FFF2-40B4-BE49-F238E27FC236}">
                    <ns2:creationId id="{F850C276-91B2-4E47-82A3-F957D52AF869}"/>
                  </a:ext>
                </a:extLst>
              </p:cNvPr>
              <p:cNvSpPr>
                <a:spLocks noGrp="1"/>
              </p:cNvSpPr>
              <p:nvPr/>
            </p:nvSpPr>
            <p:spPr>
              <a:xfrm>
                <a:off x="5648325" y="1666875"/>
                <a:ext cx="542285" cy="992993"/>
              </a:xfrm>
              <a:custGeom>
                <a:rect l="l" t="t" r="r" b="b"/>
                <a:pathLst>
                  <a:path w="409" h="587">
                    <a:moveTo>
                      <a:pt x="0" y="0"/>
                    </a:moveTo>
                    <a:moveTo>
                      <a:pt x="404" y="528"/>
                    </a:moveTo>
                    <a:lnTo>
                      <a:pt x="399" y="532"/>
                    </a:lnTo>
                    <a:lnTo>
                      <a:pt x="397" y="537"/>
                    </a:lnTo>
                    <a:lnTo>
                      <a:pt x="396" y="541"/>
                    </a:lnTo>
                    <a:lnTo>
                      <a:pt x="395" y="546"/>
                    </a:lnTo>
                    <a:lnTo>
                      <a:pt x="392" y="550"/>
                    </a:lnTo>
                    <a:lnTo>
                      <a:pt x="388" y="553"/>
                    </a:lnTo>
                    <a:lnTo>
                      <a:pt x="384" y="556"/>
                    </a:lnTo>
                    <a:lnTo>
                      <a:pt x="381" y="560"/>
                    </a:lnTo>
                    <a:lnTo>
                      <a:pt x="379" y="564"/>
                    </a:lnTo>
                    <a:lnTo>
                      <a:pt x="375" y="568"/>
                    </a:lnTo>
                    <a:lnTo>
                      <a:pt x="370" y="570"/>
                    </a:lnTo>
                    <a:lnTo>
                      <a:pt x="366" y="573"/>
                    </a:lnTo>
                    <a:lnTo>
                      <a:pt x="362" y="577"/>
                    </a:lnTo>
                    <a:lnTo>
                      <a:pt x="359" y="583"/>
                    </a:lnTo>
                    <a:lnTo>
                      <a:pt x="354" y="587"/>
                    </a:lnTo>
                    <a:lnTo>
                      <a:pt x="348" y="587"/>
                    </a:lnTo>
                    <a:lnTo>
                      <a:pt x="343" y="581"/>
                    </a:lnTo>
                    <a:lnTo>
                      <a:pt x="338" y="574"/>
                    </a:lnTo>
                    <a:lnTo>
                      <a:pt x="335" y="570"/>
                    </a:lnTo>
                    <a:lnTo>
                      <a:pt x="331" y="571"/>
                    </a:lnTo>
                    <a:lnTo>
                      <a:pt x="327" y="573"/>
                    </a:lnTo>
                    <a:lnTo>
                      <a:pt x="322" y="574"/>
                    </a:lnTo>
                    <a:lnTo>
                      <a:pt x="318" y="574"/>
                    </a:lnTo>
                    <a:lnTo>
                      <a:pt x="315" y="572"/>
                    </a:lnTo>
                    <a:lnTo>
                      <a:pt x="311" y="570"/>
                    </a:lnTo>
                    <a:lnTo>
                      <a:pt x="306" y="568"/>
                    </a:lnTo>
                    <a:lnTo>
                      <a:pt x="303" y="565"/>
                    </a:lnTo>
                    <a:lnTo>
                      <a:pt x="302" y="560"/>
                    </a:lnTo>
                    <a:lnTo>
                      <a:pt x="303" y="554"/>
                    </a:lnTo>
                    <a:lnTo>
                      <a:pt x="303" y="550"/>
                    </a:lnTo>
                    <a:lnTo>
                      <a:pt x="300" y="546"/>
                    </a:lnTo>
                    <a:lnTo>
                      <a:pt x="297" y="542"/>
                    </a:lnTo>
                    <a:lnTo>
                      <a:pt x="295" y="538"/>
                    </a:lnTo>
                    <a:lnTo>
                      <a:pt x="298" y="532"/>
                    </a:lnTo>
                    <a:lnTo>
                      <a:pt x="302" y="528"/>
                    </a:lnTo>
                    <a:lnTo>
                      <a:pt x="305" y="524"/>
                    </a:lnTo>
                    <a:lnTo>
                      <a:pt x="304" y="520"/>
                    </a:lnTo>
                    <a:lnTo>
                      <a:pt x="299" y="515"/>
                    </a:lnTo>
                    <a:lnTo>
                      <a:pt x="295" y="508"/>
                    </a:lnTo>
                    <a:lnTo>
                      <a:pt x="294" y="503"/>
                    </a:lnTo>
                    <a:lnTo>
                      <a:pt x="296" y="498"/>
                    </a:lnTo>
                    <a:lnTo>
                      <a:pt x="299" y="494"/>
                    </a:lnTo>
                    <a:lnTo>
                      <a:pt x="302" y="491"/>
                    </a:lnTo>
                    <a:lnTo>
                      <a:pt x="306" y="488"/>
                    </a:lnTo>
                    <a:lnTo>
                      <a:pt x="311" y="487"/>
                    </a:lnTo>
                    <a:lnTo>
                      <a:pt x="316" y="488"/>
                    </a:lnTo>
                    <a:lnTo>
                      <a:pt x="321" y="489"/>
                    </a:lnTo>
                    <a:lnTo>
                      <a:pt x="324" y="487"/>
                    </a:lnTo>
                    <a:lnTo>
                      <a:pt x="326" y="482"/>
                    </a:lnTo>
                    <a:lnTo>
                      <a:pt x="329" y="476"/>
                    </a:lnTo>
                    <a:lnTo>
                      <a:pt x="333" y="474"/>
                    </a:lnTo>
                    <a:lnTo>
                      <a:pt x="338" y="475"/>
                    </a:lnTo>
                    <a:lnTo>
                      <a:pt x="343" y="478"/>
                    </a:lnTo>
                    <a:lnTo>
                      <a:pt x="348" y="478"/>
                    </a:lnTo>
                    <a:lnTo>
                      <a:pt x="353" y="476"/>
                    </a:lnTo>
                    <a:lnTo>
                      <a:pt x="359" y="474"/>
                    </a:lnTo>
                    <a:lnTo>
                      <a:pt x="365" y="475"/>
                    </a:lnTo>
                    <a:lnTo>
                      <a:pt x="370" y="478"/>
                    </a:lnTo>
                    <a:lnTo>
                      <a:pt x="373" y="484"/>
                    </a:lnTo>
                    <a:lnTo>
                      <a:pt x="376" y="489"/>
                    </a:lnTo>
                    <a:lnTo>
                      <a:pt x="379" y="492"/>
                    </a:lnTo>
                    <a:lnTo>
                      <a:pt x="382" y="496"/>
                    </a:lnTo>
                    <a:lnTo>
                      <a:pt x="384" y="501"/>
                    </a:lnTo>
                    <a:lnTo>
                      <a:pt x="385" y="505"/>
                    </a:lnTo>
                    <a:lnTo>
                      <a:pt x="389" y="508"/>
                    </a:lnTo>
                    <a:lnTo>
                      <a:pt x="396" y="510"/>
                    </a:lnTo>
                    <a:lnTo>
                      <a:pt x="404" y="513"/>
                    </a:lnTo>
                    <a:lnTo>
                      <a:pt x="409" y="517"/>
                    </a:lnTo>
                    <a:lnTo>
                      <a:pt x="409" y="523"/>
                    </a:lnTo>
                    <a:close/>
                  </a:path>
                </a:pathLst>
              </a:custGeom>
              <a:solidFill>
                <a:srgbClr val="59A3CD">
                  <a:alpha val="32000"/>
                </a:srgbClr>
              </a:solidFill>
              <a:ln>
                <a:noFill/>
              </a:ln>
            </p:spPr>
            <p:txBody>
              <a:bodyPr anchor="ctr"/>
              <a:lstStyle/>
              <a:p>
                <a:pPr algn="ctr">
                  <a:buNone/>
                </a:pPr>
              </a:p>
            </p:txBody>
          </p:sp>
          <p:sp>
            <p:nvSpPr>
              <p:cNvPr id="7622" name="addition:spatial:111">
                <a:extLst>
                  <a:ext uri="{FF2B5EF4-FFF2-40B4-BE49-F238E27FC236}">
                    <ns2:creationId id="{41DFA4BD-21B8-4CF8-9BCA-9D3174BA5E74}"/>
                  </a:ext>
                </a:extLst>
              </p:cNvPr>
              <p:cNvSpPr>
                <a:spLocks noGrp="1"/>
              </p:cNvSpPr>
              <p:nvPr/>
            </p:nvSpPr>
            <p:spPr>
              <a:xfrm>
                <a:off x="5648325" y="1666875"/>
                <a:ext cx="587365" cy="1069116"/>
              </a:xfrm>
              <a:custGeom>
                <a:rect l="l" t="t" r="r" b="b"/>
                <a:pathLst>
                  <a:path w="443" h="632">
                    <a:moveTo>
                      <a:pt x="0" y="0"/>
                    </a:moveTo>
                    <a:moveTo>
                      <a:pt x="435" y="571"/>
                    </a:moveTo>
                    <a:lnTo>
                      <a:pt x="436" y="576"/>
                    </a:lnTo>
                    <a:lnTo>
                      <a:pt x="435" y="581"/>
                    </a:lnTo>
                    <a:lnTo>
                      <a:pt x="435" y="586"/>
                    </a:lnTo>
                    <a:lnTo>
                      <a:pt x="437" y="591"/>
                    </a:lnTo>
                    <a:lnTo>
                      <a:pt x="441" y="598"/>
                    </a:lnTo>
                    <a:lnTo>
                      <a:pt x="443" y="605"/>
                    </a:lnTo>
                    <a:lnTo>
                      <a:pt x="440" y="610"/>
                    </a:lnTo>
                    <a:lnTo>
                      <a:pt x="432" y="611"/>
                    </a:lnTo>
                    <a:lnTo>
                      <a:pt x="424" y="609"/>
                    </a:lnTo>
                    <a:lnTo>
                      <a:pt x="418" y="609"/>
                    </a:lnTo>
                    <a:lnTo>
                      <a:pt x="415" y="612"/>
                    </a:lnTo>
                    <a:lnTo>
                      <a:pt x="413" y="616"/>
                    </a:lnTo>
                    <a:lnTo>
                      <a:pt x="410" y="620"/>
                    </a:lnTo>
                    <a:lnTo>
                      <a:pt x="406" y="623"/>
                    </a:lnTo>
                    <a:lnTo>
                      <a:pt x="401" y="625"/>
                    </a:lnTo>
                    <a:lnTo>
                      <a:pt x="396" y="628"/>
                    </a:lnTo>
                    <a:lnTo>
                      <a:pt x="391" y="631"/>
                    </a:lnTo>
                    <a:lnTo>
                      <a:pt x="385" y="632"/>
                    </a:lnTo>
                    <a:lnTo>
                      <a:pt x="379" y="630"/>
                    </a:lnTo>
                    <a:lnTo>
                      <a:pt x="374" y="626"/>
                    </a:lnTo>
                    <a:lnTo>
                      <a:pt x="368" y="624"/>
                    </a:lnTo>
                    <a:lnTo>
                      <a:pt x="362" y="624"/>
                    </a:lnTo>
                    <a:lnTo>
                      <a:pt x="356" y="624"/>
                    </a:lnTo>
                    <a:lnTo>
                      <a:pt x="350" y="621"/>
                    </a:lnTo>
                    <a:lnTo>
                      <a:pt x="347" y="615"/>
                    </a:lnTo>
                    <a:lnTo>
                      <a:pt x="347" y="608"/>
                    </a:lnTo>
                    <a:lnTo>
                      <a:pt x="346" y="602"/>
                    </a:lnTo>
                    <a:lnTo>
                      <a:pt x="342" y="599"/>
                    </a:lnTo>
                    <a:lnTo>
                      <a:pt x="335" y="598"/>
                    </a:lnTo>
                    <a:lnTo>
                      <a:pt x="328" y="596"/>
                    </a:lnTo>
                    <a:lnTo>
                      <a:pt x="323" y="593"/>
                    </a:lnTo>
                    <a:lnTo>
                      <a:pt x="320" y="588"/>
                    </a:lnTo>
                    <a:lnTo>
                      <a:pt x="319" y="582"/>
                    </a:lnTo>
                    <a:lnTo>
                      <a:pt x="319" y="577"/>
                    </a:lnTo>
                    <a:lnTo>
                      <a:pt x="319" y="571"/>
                    </a:lnTo>
                    <a:lnTo>
                      <a:pt x="323" y="566"/>
                    </a:lnTo>
                    <a:lnTo>
                      <a:pt x="330" y="562"/>
                    </a:lnTo>
                    <a:lnTo>
                      <a:pt x="336" y="558"/>
                    </a:lnTo>
                    <a:lnTo>
                      <a:pt x="338" y="554"/>
                    </a:lnTo>
                    <a:lnTo>
                      <a:pt x="337" y="549"/>
                    </a:lnTo>
                    <a:lnTo>
                      <a:pt x="336" y="542"/>
                    </a:lnTo>
                    <a:lnTo>
                      <a:pt x="339" y="537"/>
                    </a:lnTo>
                    <a:lnTo>
                      <a:pt x="345" y="535"/>
                    </a:lnTo>
                    <a:lnTo>
                      <a:pt x="351" y="533"/>
                    </a:lnTo>
                    <a:lnTo>
                      <a:pt x="355" y="530"/>
                    </a:lnTo>
                    <a:lnTo>
                      <a:pt x="357" y="525"/>
                    </a:lnTo>
                    <a:lnTo>
                      <a:pt x="360" y="518"/>
                    </a:lnTo>
                    <a:lnTo>
                      <a:pt x="364" y="513"/>
                    </a:lnTo>
                    <a:lnTo>
                      <a:pt x="370" y="513"/>
                    </a:lnTo>
                    <a:lnTo>
                      <a:pt x="376" y="514"/>
                    </a:lnTo>
                    <a:lnTo>
                      <a:pt x="381" y="515"/>
                    </a:lnTo>
                    <a:lnTo>
                      <a:pt x="386" y="517"/>
                    </a:lnTo>
                    <a:lnTo>
                      <a:pt x="390" y="519"/>
                    </a:lnTo>
                    <a:lnTo>
                      <a:pt x="394" y="522"/>
                    </a:lnTo>
                    <a:lnTo>
                      <a:pt x="397" y="526"/>
                    </a:lnTo>
                    <a:lnTo>
                      <a:pt x="400" y="526"/>
                    </a:lnTo>
                    <a:lnTo>
                      <a:pt x="406" y="523"/>
                    </a:lnTo>
                    <a:lnTo>
                      <a:pt x="413" y="519"/>
                    </a:lnTo>
                    <a:lnTo>
                      <a:pt x="419" y="518"/>
                    </a:lnTo>
                    <a:lnTo>
                      <a:pt x="423" y="521"/>
                    </a:lnTo>
                    <a:lnTo>
                      <a:pt x="423" y="528"/>
                    </a:lnTo>
                    <a:lnTo>
                      <a:pt x="424" y="535"/>
                    </a:lnTo>
                    <a:lnTo>
                      <a:pt x="425" y="539"/>
                    </a:lnTo>
                    <a:lnTo>
                      <a:pt x="429" y="543"/>
                    </a:lnTo>
                    <a:lnTo>
                      <a:pt x="432" y="547"/>
                    </a:lnTo>
                    <a:lnTo>
                      <a:pt x="433" y="552"/>
                    </a:lnTo>
                    <a:lnTo>
                      <a:pt x="432" y="557"/>
                    </a:lnTo>
                    <a:lnTo>
                      <a:pt x="431" y="562"/>
                    </a:lnTo>
                    <a:lnTo>
                      <a:pt x="433" y="567"/>
                    </a:lnTo>
                    <a:close/>
                  </a:path>
                </a:pathLst>
              </a:custGeom>
              <a:solidFill>
                <a:srgbClr val="59A3CD">
                  <a:alpha val="32000"/>
                </a:srgbClr>
              </a:solidFill>
              <a:ln>
                <a:noFill/>
              </a:ln>
            </p:spPr>
            <p:txBody>
              <a:bodyPr anchor="ctr"/>
              <a:lstStyle/>
              <a:p>
                <a:pPr algn="ctr">
                  <a:buNone/>
                </a:pPr>
              </a:p>
            </p:txBody>
          </p:sp>
          <p:sp>
            <p:nvSpPr>
              <p:cNvPr id="7623" name="addition:spatial:112">
                <a:extLst>
                  <a:ext uri="{FF2B5EF4-FFF2-40B4-BE49-F238E27FC236}">
                    <ns2:creationId id="{FF3D91C0-B2E2-4706-B5BA-CE3970E9BE20}"/>
                  </a:ext>
                </a:extLst>
              </p:cNvPr>
              <p:cNvSpPr>
                <a:spLocks noGrp="1"/>
              </p:cNvSpPr>
              <p:nvPr/>
            </p:nvSpPr>
            <p:spPr>
              <a:xfrm>
                <a:off x="5648325" y="1666875"/>
                <a:ext cx="563499" cy="1145240"/>
              </a:xfrm>
              <a:custGeom>
                <a:rect l="l" t="t" r="r" b="b"/>
                <a:pathLst>
                  <a:path w="425" h="677">
                    <a:moveTo>
                      <a:pt x="0" y="0"/>
                    </a:moveTo>
                    <a:moveTo>
                      <a:pt x="422" y="619"/>
                    </a:moveTo>
                    <a:lnTo>
                      <a:pt x="417" y="624"/>
                    </a:lnTo>
                    <a:lnTo>
                      <a:pt x="409" y="628"/>
                    </a:lnTo>
                    <a:lnTo>
                      <a:pt x="401" y="632"/>
                    </a:lnTo>
                    <a:lnTo>
                      <a:pt x="398" y="635"/>
                    </a:lnTo>
                    <a:lnTo>
                      <a:pt x="399" y="641"/>
                    </a:lnTo>
                    <a:lnTo>
                      <a:pt x="402" y="648"/>
                    </a:lnTo>
                    <a:lnTo>
                      <a:pt x="403" y="656"/>
                    </a:lnTo>
                    <a:lnTo>
                      <a:pt x="399" y="660"/>
                    </a:lnTo>
                    <a:lnTo>
                      <a:pt x="391" y="662"/>
                    </a:lnTo>
                    <a:lnTo>
                      <a:pt x="384" y="663"/>
                    </a:lnTo>
                    <a:lnTo>
                      <a:pt x="380" y="667"/>
                    </a:lnTo>
                    <a:lnTo>
                      <a:pt x="376" y="672"/>
                    </a:lnTo>
                    <a:lnTo>
                      <a:pt x="372" y="676"/>
                    </a:lnTo>
                    <a:lnTo>
                      <a:pt x="365" y="677"/>
                    </a:lnTo>
                    <a:lnTo>
                      <a:pt x="359" y="675"/>
                    </a:lnTo>
                    <a:lnTo>
                      <a:pt x="353" y="674"/>
                    </a:lnTo>
                    <a:lnTo>
                      <a:pt x="348" y="673"/>
                    </a:lnTo>
                    <a:lnTo>
                      <a:pt x="343" y="673"/>
                    </a:lnTo>
                    <a:lnTo>
                      <a:pt x="339" y="671"/>
                    </a:lnTo>
                    <a:lnTo>
                      <a:pt x="335" y="668"/>
                    </a:lnTo>
                    <a:lnTo>
                      <a:pt x="331" y="667"/>
                    </a:lnTo>
                    <a:lnTo>
                      <a:pt x="325" y="669"/>
                    </a:lnTo>
                    <a:lnTo>
                      <a:pt x="316" y="673"/>
                    </a:lnTo>
                    <a:lnTo>
                      <a:pt x="307" y="675"/>
                    </a:lnTo>
                    <a:lnTo>
                      <a:pt x="301" y="672"/>
                    </a:lnTo>
                    <a:lnTo>
                      <a:pt x="300" y="665"/>
                    </a:lnTo>
                    <a:lnTo>
                      <a:pt x="301" y="657"/>
                    </a:lnTo>
                    <a:lnTo>
                      <a:pt x="301" y="650"/>
                    </a:lnTo>
                    <a:lnTo>
                      <a:pt x="299" y="646"/>
                    </a:lnTo>
                    <a:lnTo>
                      <a:pt x="295" y="642"/>
                    </a:lnTo>
                    <a:lnTo>
                      <a:pt x="291" y="638"/>
                    </a:lnTo>
                    <a:lnTo>
                      <a:pt x="290" y="633"/>
                    </a:lnTo>
                    <a:lnTo>
                      <a:pt x="289" y="628"/>
                    </a:lnTo>
                    <a:lnTo>
                      <a:pt x="285" y="624"/>
                    </a:lnTo>
                    <a:lnTo>
                      <a:pt x="280" y="619"/>
                    </a:lnTo>
                    <a:lnTo>
                      <a:pt x="278" y="614"/>
                    </a:lnTo>
                    <a:lnTo>
                      <a:pt x="278" y="609"/>
                    </a:lnTo>
                    <a:lnTo>
                      <a:pt x="281" y="604"/>
                    </a:lnTo>
                    <a:lnTo>
                      <a:pt x="282" y="599"/>
                    </a:lnTo>
                    <a:lnTo>
                      <a:pt x="280" y="593"/>
                    </a:lnTo>
                    <a:lnTo>
                      <a:pt x="278" y="586"/>
                    </a:lnTo>
                    <a:lnTo>
                      <a:pt x="280" y="581"/>
                    </a:lnTo>
                    <a:lnTo>
                      <a:pt x="288" y="579"/>
                    </a:lnTo>
                    <a:lnTo>
                      <a:pt x="298" y="580"/>
                    </a:lnTo>
                    <a:lnTo>
                      <a:pt x="306" y="581"/>
                    </a:lnTo>
                    <a:lnTo>
                      <a:pt x="311" y="580"/>
                    </a:lnTo>
                    <a:lnTo>
                      <a:pt x="314" y="575"/>
                    </a:lnTo>
                    <a:lnTo>
                      <a:pt x="317" y="569"/>
                    </a:lnTo>
                    <a:lnTo>
                      <a:pt x="322" y="564"/>
                    </a:lnTo>
                    <a:lnTo>
                      <a:pt x="328" y="561"/>
                    </a:lnTo>
                    <a:lnTo>
                      <a:pt x="335" y="559"/>
                    </a:lnTo>
                    <a:lnTo>
                      <a:pt x="342" y="556"/>
                    </a:lnTo>
                    <a:lnTo>
                      <a:pt x="350" y="555"/>
                    </a:lnTo>
                    <a:lnTo>
                      <a:pt x="357" y="557"/>
                    </a:lnTo>
                    <a:lnTo>
                      <a:pt x="364" y="563"/>
                    </a:lnTo>
                    <a:lnTo>
                      <a:pt x="369" y="568"/>
                    </a:lnTo>
                    <a:lnTo>
                      <a:pt x="375" y="571"/>
                    </a:lnTo>
                    <a:lnTo>
                      <a:pt x="382" y="570"/>
                    </a:lnTo>
                    <a:lnTo>
                      <a:pt x="390" y="570"/>
                    </a:lnTo>
                    <a:lnTo>
                      <a:pt x="395" y="574"/>
                    </a:lnTo>
                    <a:lnTo>
                      <a:pt x="397" y="580"/>
                    </a:lnTo>
                    <a:lnTo>
                      <a:pt x="398" y="586"/>
                    </a:lnTo>
                    <a:lnTo>
                      <a:pt x="402" y="589"/>
                    </a:lnTo>
                    <a:lnTo>
                      <a:pt x="408" y="591"/>
                    </a:lnTo>
                    <a:lnTo>
                      <a:pt x="417" y="593"/>
                    </a:lnTo>
                    <a:lnTo>
                      <a:pt x="423" y="597"/>
                    </a:lnTo>
                    <a:lnTo>
                      <a:pt x="425" y="602"/>
                    </a:lnTo>
                    <a:lnTo>
                      <a:pt x="425" y="608"/>
                    </a:lnTo>
                    <a:lnTo>
                      <a:pt x="424" y="613"/>
                    </a:lnTo>
                    <a:close/>
                  </a:path>
                </a:pathLst>
              </a:custGeom>
              <a:solidFill>
                <a:srgbClr val="59A3CD">
                  <a:alpha val="32000"/>
                </a:srgbClr>
              </a:solidFill>
              <a:ln>
                <a:noFill/>
              </a:ln>
            </p:spPr>
            <p:txBody>
              <a:bodyPr anchor="ctr"/>
              <a:lstStyle/>
              <a:p>
                <a:pPr algn="ctr">
                  <a:buNone/>
                </a:pPr>
              </a:p>
            </p:txBody>
          </p:sp>
          <p:sp>
            <p:nvSpPr>
              <p:cNvPr id="7624" name="addition:spatial:113">
                <a:extLst>
                  <a:ext uri="{FF2B5EF4-FFF2-40B4-BE49-F238E27FC236}">
                    <ns2:creationId id="{AAA2CA26-9B0A-43BC-B6A2-389E03D1EDC6}"/>
                  </a:ext>
                </a:extLst>
              </p:cNvPr>
              <p:cNvSpPr>
                <a:spLocks noGrp="1"/>
              </p:cNvSpPr>
              <p:nvPr/>
            </p:nvSpPr>
            <p:spPr>
              <a:xfrm>
                <a:off x="5648325" y="1666875"/>
                <a:ext cx="465384" cy="1155390"/>
              </a:xfrm>
              <a:custGeom>
                <a:rect l="l" t="t" r="r" b="b"/>
                <a:pathLst>
                  <a:path w="351" h="683">
                    <a:moveTo>
                      <a:pt x="0" y="0"/>
                    </a:moveTo>
                    <a:moveTo>
                      <a:pt x="351" y="624"/>
                    </a:moveTo>
                    <a:lnTo>
                      <a:pt x="350" y="630"/>
                    </a:lnTo>
                    <a:lnTo>
                      <a:pt x="345" y="635"/>
                    </a:lnTo>
                    <a:lnTo>
                      <a:pt x="339" y="639"/>
                    </a:lnTo>
                    <a:lnTo>
                      <a:pt x="334" y="643"/>
                    </a:lnTo>
                    <a:lnTo>
                      <a:pt x="331" y="647"/>
                    </a:lnTo>
                    <a:lnTo>
                      <a:pt x="328" y="651"/>
                    </a:lnTo>
                    <a:lnTo>
                      <a:pt x="323" y="654"/>
                    </a:lnTo>
                    <a:lnTo>
                      <a:pt x="320" y="657"/>
                    </a:lnTo>
                    <a:lnTo>
                      <a:pt x="318" y="663"/>
                    </a:lnTo>
                    <a:lnTo>
                      <a:pt x="317" y="670"/>
                    </a:lnTo>
                    <a:lnTo>
                      <a:pt x="316" y="679"/>
                    </a:lnTo>
                    <a:lnTo>
                      <a:pt x="311" y="683"/>
                    </a:lnTo>
                    <a:lnTo>
                      <a:pt x="304" y="683"/>
                    </a:lnTo>
                    <a:lnTo>
                      <a:pt x="296" y="678"/>
                    </a:lnTo>
                    <a:lnTo>
                      <a:pt x="290" y="675"/>
                    </a:lnTo>
                    <a:lnTo>
                      <a:pt x="285" y="675"/>
                    </a:lnTo>
                    <a:lnTo>
                      <a:pt x="281" y="677"/>
                    </a:lnTo>
                    <a:lnTo>
                      <a:pt x="277" y="679"/>
                    </a:lnTo>
                    <a:lnTo>
                      <a:pt x="272" y="678"/>
                    </a:lnTo>
                    <a:lnTo>
                      <a:pt x="268" y="676"/>
                    </a:lnTo>
                    <a:lnTo>
                      <a:pt x="264" y="674"/>
                    </a:lnTo>
                    <a:lnTo>
                      <a:pt x="260" y="674"/>
                    </a:lnTo>
                    <a:lnTo>
                      <a:pt x="255" y="674"/>
                    </a:lnTo>
                    <a:lnTo>
                      <a:pt x="250" y="672"/>
                    </a:lnTo>
                    <a:lnTo>
                      <a:pt x="247" y="669"/>
                    </a:lnTo>
                    <a:lnTo>
                      <a:pt x="244" y="665"/>
                    </a:lnTo>
                    <a:lnTo>
                      <a:pt x="239" y="663"/>
                    </a:lnTo>
                    <a:lnTo>
                      <a:pt x="233" y="661"/>
                    </a:lnTo>
                    <a:lnTo>
                      <a:pt x="229" y="657"/>
                    </a:lnTo>
                    <a:lnTo>
                      <a:pt x="230" y="651"/>
                    </a:lnTo>
                    <a:lnTo>
                      <a:pt x="234" y="643"/>
                    </a:lnTo>
                    <a:lnTo>
                      <a:pt x="239" y="637"/>
                    </a:lnTo>
                    <a:lnTo>
                      <a:pt x="240" y="632"/>
                    </a:lnTo>
                    <a:lnTo>
                      <a:pt x="235" y="629"/>
                    </a:lnTo>
                    <a:lnTo>
                      <a:pt x="229" y="624"/>
                    </a:lnTo>
                    <a:lnTo>
                      <a:pt x="224" y="619"/>
                    </a:lnTo>
                    <a:lnTo>
                      <a:pt x="223" y="614"/>
                    </a:lnTo>
                    <a:lnTo>
                      <a:pt x="223" y="609"/>
                    </a:lnTo>
                    <a:lnTo>
                      <a:pt x="223" y="603"/>
                    </a:lnTo>
                    <a:lnTo>
                      <a:pt x="223" y="598"/>
                    </a:lnTo>
                    <a:lnTo>
                      <a:pt x="226" y="593"/>
                    </a:lnTo>
                    <a:lnTo>
                      <a:pt x="231" y="591"/>
                    </a:lnTo>
                    <a:lnTo>
                      <a:pt x="237" y="589"/>
                    </a:lnTo>
                    <a:lnTo>
                      <a:pt x="241" y="587"/>
                    </a:lnTo>
                    <a:lnTo>
                      <a:pt x="243" y="582"/>
                    </a:lnTo>
                    <a:lnTo>
                      <a:pt x="245" y="577"/>
                    </a:lnTo>
                    <a:lnTo>
                      <a:pt x="249" y="574"/>
                    </a:lnTo>
                    <a:lnTo>
                      <a:pt x="255" y="575"/>
                    </a:lnTo>
                    <a:lnTo>
                      <a:pt x="262" y="578"/>
                    </a:lnTo>
                    <a:lnTo>
                      <a:pt x="267" y="578"/>
                    </a:lnTo>
                    <a:lnTo>
                      <a:pt x="271" y="573"/>
                    </a:lnTo>
                    <a:lnTo>
                      <a:pt x="276" y="567"/>
                    </a:lnTo>
                    <a:lnTo>
                      <a:pt x="282" y="562"/>
                    </a:lnTo>
                    <a:lnTo>
                      <a:pt x="289" y="561"/>
                    </a:lnTo>
                    <a:lnTo>
                      <a:pt x="295" y="564"/>
                    </a:lnTo>
                    <a:lnTo>
                      <a:pt x="301" y="568"/>
                    </a:lnTo>
                    <a:lnTo>
                      <a:pt x="307" y="571"/>
                    </a:lnTo>
                    <a:lnTo>
                      <a:pt x="311" y="575"/>
                    </a:lnTo>
                    <a:lnTo>
                      <a:pt x="315" y="581"/>
                    </a:lnTo>
                    <a:lnTo>
                      <a:pt x="317" y="587"/>
                    </a:lnTo>
                    <a:lnTo>
                      <a:pt x="320" y="591"/>
                    </a:lnTo>
                    <a:lnTo>
                      <a:pt x="326" y="592"/>
                    </a:lnTo>
                    <a:lnTo>
                      <a:pt x="334" y="592"/>
                    </a:lnTo>
                    <a:lnTo>
                      <a:pt x="342" y="594"/>
                    </a:lnTo>
                    <a:lnTo>
                      <a:pt x="345" y="598"/>
                    </a:lnTo>
                    <a:lnTo>
                      <a:pt x="345" y="604"/>
                    </a:lnTo>
                    <a:lnTo>
                      <a:pt x="343" y="610"/>
                    </a:lnTo>
                    <a:lnTo>
                      <a:pt x="344" y="615"/>
                    </a:lnTo>
                    <a:lnTo>
                      <a:pt x="348" y="619"/>
                    </a:lnTo>
                    <a:close/>
                  </a:path>
                </a:pathLst>
              </a:custGeom>
              <a:solidFill>
                <a:srgbClr val="59A3CD">
                  <a:alpha val="32000"/>
                </a:srgbClr>
              </a:solidFill>
              <a:ln>
                <a:noFill/>
              </a:ln>
            </p:spPr>
            <p:txBody>
              <a:bodyPr anchor="ctr"/>
              <a:lstStyle/>
              <a:p>
                <a:pPr algn="ctr">
                  <a:buNone/>
                </a:pPr>
              </a:p>
            </p:txBody>
          </p:sp>
          <p:sp>
            <p:nvSpPr>
              <p:cNvPr id="7625" name="addition:spatial:114">
                <a:extLst>
                  <a:ext uri="{FF2B5EF4-FFF2-40B4-BE49-F238E27FC236}">
                    <ns2:creationId id="{F1A7F8D6-AD46-4B5D-92E3-FBA71C9F77A5}"/>
                  </a:ext>
                </a:extLst>
              </p:cNvPr>
              <p:cNvSpPr>
                <a:spLocks noGrp="1"/>
              </p:cNvSpPr>
              <p:nvPr/>
            </p:nvSpPr>
            <p:spPr>
              <a:xfrm>
                <a:off x="5648325" y="1666875"/>
                <a:ext cx="365943" cy="1113099"/>
              </a:xfrm>
              <a:custGeom>
                <a:rect l="l" t="t" r="r" b="b"/>
                <a:pathLst>
                  <a:path w="276" h="658">
                    <a:moveTo>
                      <a:pt x="0" y="0"/>
                    </a:moveTo>
                    <a:moveTo>
                      <a:pt x="275" y="604"/>
                    </a:moveTo>
                    <a:lnTo>
                      <a:pt x="274" y="608"/>
                    </a:lnTo>
                    <a:lnTo>
                      <a:pt x="271" y="612"/>
                    </a:lnTo>
                    <a:lnTo>
                      <a:pt x="269" y="615"/>
                    </a:lnTo>
                    <a:lnTo>
                      <a:pt x="271" y="620"/>
                    </a:lnTo>
                    <a:lnTo>
                      <a:pt x="275" y="626"/>
                    </a:lnTo>
                    <a:lnTo>
                      <a:pt x="276" y="632"/>
                    </a:lnTo>
                    <a:lnTo>
                      <a:pt x="275" y="636"/>
                    </a:lnTo>
                    <a:lnTo>
                      <a:pt x="270" y="638"/>
                    </a:lnTo>
                    <a:lnTo>
                      <a:pt x="266" y="640"/>
                    </a:lnTo>
                    <a:lnTo>
                      <a:pt x="262" y="641"/>
                    </a:lnTo>
                    <a:lnTo>
                      <a:pt x="258" y="642"/>
                    </a:lnTo>
                    <a:lnTo>
                      <a:pt x="254" y="642"/>
                    </a:lnTo>
                    <a:lnTo>
                      <a:pt x="250" y="642"/>
                    </a:lnTo>
                    <a:lnTo>
                      <a:pt x="247" y="642"/>
                    </a:lnTo>
                    <a:lnTo>
                      <a:pt x="244" y="646"/>
                    </a:lnTo>
                    <a:lnTo>
                      <a:pt x="241" y="652"/>
                    </a:lnTo>
                    <a:lnTo>
                      <a:pt x="237" y="657"/>
                    </a:lnTo>
                    <a:lnTo>
                      <a:pt x="232" y="658"/>
                    </a:lnTo>
                    <a:lnTo>
                      <a:pt x="227" y="655"/>
                    </a:lnTo>
                    <a:lnTo>
                      <a:pt x="223" y="651"/>
                    </a:lnTo>
                    <a:lnTo>
                      <a:pt x="219" y="648"/>
                    </a:lnTo>
                    <a:lnTo>
                      <a:pt x="213" y="648"/>
                    </a:lnTo>
                    <a:lnTo>
                      <a:pt x="208" y="648"/>
                    </a:lnTo>
                    <a:lnTo>
                      <a:pt x="203" y="646"/>
                    </a:lnTo>
                    <a:lnTo>
                      <a:pt x="201" y="641"/>
                    </a:lnTo>
                    <a:lnTo>
                      <a:pt x="199" y="636"/>
                    </a:lnTo>
                    <a:lnTo>
                      <a:pt x="197" y="632"/>
                    </a:lnTo>
                    <a:lnTo>
                      <a:pt x="193" y="630"/>
                    </a:lnTo>
                    <a:lnTo>
                      <a:pt x="190" y="627"/>
                    </a:lnTo>
                    <a:lnTo>
                      <a:pt x="187" y="623"/>
                    </a:lnTo>
                    <a:lnTo>
                      <a:pt x="185" y="620"/>
                    </a:lnTo>
                    <a:lnTo>
                      <a:pt x="182" y="617"/>
                    </a:lnTo>
                    <a:lnTo>
                      <a:pt x="176" y="613"/>
                    </a:lnTo>
                    <a:lnTo>
                      <a:pt x="172" y="609"/>
                    </a:lnTo>
                    <a:lnTo>
                      <a:pt x="170" y="604"/>
                    </a:lnTo>
                    <a:lnTo>
                      <a:pt x="175" y="599"/>
                    </a:lnTo>
                    <a:lnTo>
                      <a:pt x="182" y="596"/>
                    </a:lnTo>
                    <a:lnTo>
                      <a:pt x="188" y="593"/>
                    </a:lnTo>
                    <a:lnTo>
                      <a:pt x="190" y="590"/>
                    </a:lnTo>
                    <a:lnTo>
                      <a:pt x="190" y="585"/>
                    </a:lnTo>
                    <a:lnTo>
                      <a:pt x="191" y="580"/>
                    </a:lnTo>
                    <a:lnTo>
                      <a:pt x="193" y="577"/>
                    </a:lnTo>
                    <a:lnTo>
                      <a:pt x="197" y="574"/>
                    </a:lnTo>
                    <a:lnTo>
                      <a:pt x="200" y="571"/>
                    </a:lnTo>
                    <a:lnTo>
                      <a:pt x="203" y="567"/>
                    </a:lnTo>
                    <a:lnTo>
                      <a:pt x="206" y="562"/>
                    </a:lnTo>
                    <a:lnTo>
                      <a:pt x="210" y="560"/>
                    </a:lnTo>
                    <a:lnTo>
                      <a:pt x="215" y="559"/>
                    </a:lnTo>
                    <a:lnTo>
                      <a:pt x="219" y="558"/>
                    </a:lnTo>
                    <a:lnTo>
                      <a:pt x="223" y="556"/>
                    </a:lnTo>
                    <a:lnTo>
                      <a:pt x="228" y="553"/>
                    </a:lnTo>
                    <a:lnTo>
                      <a:pt x="232" y="552"/>
                    </a:lnTo>
                    <a:lnTo>
                      <a:pt x="236" y="554"/>
                    </a:lnTo>
                    <a:lnTo>
                      <a:pt x="240" y="560"/>
                    </a:lnTo>
                    <a:lnTo>
                      <a:pt x="242" y="566"/>
                    </a:lnTo>
                    <a:lnTo>
                      <a:pt x="245" y="567"/>
                    </a:lnTo>
                    <a:lnTo>
                      <a:pt x="249" y="565"/>
                    </a:lnTo>
                    <a:lnTo>
                      <a:pt x="254" y="562"/>
                    </a:lnTo>
                    <a:lnTo>
                      <a:pt x="259" y="561"/>
                    </a:lnTo>
                    <a:lnTo>
                      <a:pt x="263" y="563"/>
                    </a:lnTo>
                    <a:lnTo>
                      <a:pt x="265" y="567"/>
                    </a:lnTo>
                    <a:lnTo>
                      <a:pt x="268" y="570"/>
                    </a:lnTo>
                    <a:lnTo>
                      <a:pt x="270" y="574"/>
                    </a:lnTo>
                    <a:lnTo>
                      <a:pt x="271" y="578"/>
                    </a:lnTo>
                    <a:lnTo>
                      <a:pt x="270" y="583"/>
                    </a:lnTo>
                    <a:lnTo>
                      <a:pt x="268" y="589"/>
                    </a:lnTo>
                    <a:lnTo>
                      <a:pt x="268" y="593"/>
                    </a:lnTo>
                    <a:lnTo>
                      <a:pt x="270" y="596"/>
                    </a:lnTo>
                    <a:lnTo>
                      <a:pt x="274" y="600"/>
                    </a:lnTo>
                    <a:close/>
                  </a:path>
                </a:pathLst>
              </a:custGeom>
              <a:solidFill>
                <a:srgbClr val="59A3CD">
                  <a:alpha val="32000"/>
                </a:srgbClr>
              </a:solidFill>
              <a:ln>
                <a:noFill/>
              </a:ln>
            </p:spPr>
            <p:txBody>
              <a:bodyPr anchor="ctr"/>
              <a:lstStyle/>
              <a:p>
                <a:pPr algn="ctr">
                  <a:buNone/>
                </a:pPr>
              </a:p>
            </p:txBody>
          </p:sp>
          <p:sp>
            <p:nvSpPr>
              <p:cNvPr id="7626" name="addition:spatial:115">
                <a:extLst>
                  <a:ext uri="{FF2B5EF4-FFF2-40B4-BE49-F238E27FC236}">
                    <ns2:creationId id="{337F3112-5291-405E-856C-7CE2BC642578}"/>
                  </a:ext>
                </a:extLst>
              </p:cNvPr>
              <p:cNvSpPr>
                <a:spLocks noGrp="1"/>
              </p:cNvSpPr>
              <p:nvPr/>
            </p:nvSpPr>
            <p:spPr>
              <a:xfrm>
                <a:off x="5648325" y="1666875"/>
                <a:ext cx="513116" cy="1130016"/>
              </a:xfrm>
              <a:custGeom>
                <a:rect l="l" t="t" r="r" b="b"/>
                <a:pathLst>
                  <a:path w="387" h="668">
                    <a:moveTo>
                      <a:pt x="0" y="0"/>
                    </a:moveTo>
                    <a:moveTo>
                      <a:pt x="376" y="596"/>
                    </a:moveTo>
                    <a:lnTo>
                      <a:pt x="383" y="602"/>
                    </a:lnTo>
                    <a:lnTo>
                      <a:pt x="387" y="608"/>
                    </a:lnTo>
                    <a:lnTo>
                      <a:pt x="384" y="613"/>
                    </a:lnTo>
                    <a:lnTo>
                      <a:pt x="379" y="617"/>
                    </a:lnTo>
                    <a:lnTo>
                      <a:pt x="376" y="622"/>
                    </a:lnTo>
                    <a:lnTo>
                      <a:pt x="376" y="628"/>
                    </a:lnTo>
                    <a:lnTo>
                      <a:pt x="377" y="635"/>
                    </a:lnTo>
                    <a:lnTo>
                      <a:pt x="376" y="641"/>
                    </a:lnTo>
                    <a:lnTo>
                      <a:pt x="370" y="644"/>
                    </a:lnTo>
                    <a:lnTo>
                      <a:pt x="363" y="644"/>
                    </a:lnTo>
                    <a:lnTo>
                      <a:pt x="356" y="645"/>
                    </a:lnTo>
                    <a:lnTo>
                      <a:pt x="351" y="646"/>
                    </a:lnTo>
                    <a:lnTo>
                      <a:pt x="346" y="648"/>
                    </a:lnTo>
                    <a:lnTo>
                      <a:pt x="340" y="648"/>
                    </a:lnTo>
                    <a:lnTo>
                      <a:pt x="335" y="648"/>
                    </a:lnTo>
                    <a:lnTo>
                      <a:pt x="329" y="651"/>
                    </a:lnTo>
                    <a:lnTo>
                      <a:pt x="324" y="656"/>
                    </a:lnTo>
                    <a:lnTo>
                      <a:pt x="316" y="664"/>
                    </a:lnTo>
                    <a:lnTo>
                      <a:pt x="308" y="668"/>
                    </a:lnTo>
                    <a:lnTo>
                      <a:pt x="300" y="666"/>
                    </a:lnTo>
                    <a:lnTo>
                      <a:pt x="294" y="659"/>
                    </a:lnTo>
                    <a:lnTo>
                      <a:pt x="290" y="650"/>
                    </a:lnTo>
                    <a:lnTo>
                      <a:pt x="285" y="646"/>
                    </a:lnTo>
                    <a:lnTo>
                      <a:pt x="278" y="644"/>
                    </a:lnTo>
                    <a:lnTo>
                      <a:pt x="271" y="643"/>
                    </a:lnTo>
                    <a:lnTo>
                      <a:pt x="265" y="639"/>
                    </a:lnTo>
                    <a:lnTo>
                      <a:pt x="261" y="634"/>
                    </a:lnTo>
                    <a:lnTo>
                      <a:pt x="258" y="629"/>
                    </a:lnTo>
                    <a:lnTo>
                      <a:pt x="253" y="626"/>
                    </a:lnTo>
                    <a:lnTo>
                      <a:pt x="247" y="622"/>
                    </a:lnTo>
                    <a:lnTo>
                      <a:pt x="242" y="618"/>
                    </a:lnTo>
                    <a:lnTo>
                      <a:pt x="240" y="612"/>
                    </a:lnTo>
                    <a:lnTo>
                      <a:pt x="239" y="607"/>
                    </a:lnTo>
                    <a:lnTo>
                      <a:pt x="236" y="602"/>
                    </a:lnTo>
                    <a:lnTo>
                      <a:pt x="232" y="596"/>
                    </a:lnTo>
                    <a:lnTo>
                      <a:pt x="229" y="590"/>
                    </a:lnTo>
                    <a:lnTo>
                      <a:pt x="232" y="584"/>
                    </a:lnTo>
                    <a:lnTo>
                      <a:pt x="241" y="579"/>
                    </a:lnTo>
                    <a:lnTo>
                      <a:pt x="253" y="577"/>
                    </a:lnTo>
                    <a:lnTo>
                      <a:pt x="261" y="574"/>
                    </a:lnTo>
                    <a:lnTo>
                      <a:pt x="264" y="570"/>
                    </a:lnTo>
                    <a:lnTo>
                      <a:pt x="263" y="563"/>
                    </a:lnTo>
                    <a:lnTo>
                      <a:pt x="263" y="556"/>
                    </a:lnTo>
                    <a:lnTo>
                      <a:pt x="267" y="550"/>
                    </a:lnTo>
                    <a:lnTo>
                      <a:pt x="272" y="546"/>
                    </a:lnTo>
                    <a:lnTo>
                      <a:pt x="278" y="542"/>
                    </a:lnTo>
                    <a:lnTo>
                      <a:pt x="283" y="537"/>
                    </a:lnTo>
                    <a:lnTo>
                      <a:pt x="290" y="534"/>
                    </a:lnTo>
                    <a:lnTo>
                      <a:pt x="297" y="534"/>
                    </a:lnTo>
                    <a:lnTo>
                      <a:pt x="305" y="536"/>
                    </a:lnTo>
                    <a:lnTo>
                      <a:pt x="312" y="538"/>
                    </a:lnTo>
                    <a:lnTo>
                      <a:pt x="317" y="537"/>
                    </a:lnTo>
                    <a:lnTo>
                      <a:pt x="323" y="535"/>
                    </a:lnTo>
                    <a:lnTo>
                      <a:pt x="329" y="533"/>
                    </a:lnTo>
                    <a:lnTo>
                      <a:pt x="334" y="537"/>
                    </a:lnTo>
                    <a:lnTo>
                      <a:pt x="338" y="543"/>
                    </a:lnTo>
                    <a:lnTo>
                      <a:pt x="341" y="548"/>
                    </a:lnTo>
                    <a:lnTo>
                      <a:pt x="345" y="549"/>
                    </a:lnTo>
                    <a:lnTo>
                      <a:pt x="353" y="546"/>
                    </a:lnTo>
                    <a:lnTo>
                      <a:pt x="362" y="544"/>
                    </a:lnTo>
                    <a:lnTo>
                      <a:pt x="369" y="545"/>
                    </a:lnTo>
                    <a:lnTo>
                      <a:pt x="373" y="550"/>
                    </a:lnTo>
                    <a:lnTo>
                      <a:pt x="374" y="556"/>
                    </a:lnTo>
                    <a:lnTo>
                      <a:pt x="375" y="562"/>
                    </a:lnTo>
                    <a:lnTo>
                      <a:pt x="376" y="568"/>
                    </a:lnTo>
                    <a:lnTo>
                      <a:pt x="375" y="575"/>
                    </a:lnTo>
                    <a:lnTo>
                      <a:pt x="372" y="581"/>
                    </a:lnTo>
                    <a:lnTo>
                      <a:pt x="369" y="587"/>
                    </a:lnTo>
                    <a:lnTo>
                      <a:pt x="370" y="591"/>
                    </a:lnTo>
                    <a:close/>
                  </a:path>
                </a:pathLst>
              </a:custGeom>
              <a:solidFill>
                <a:srgbClr val="59A3CD">
                  <a:alpha val="32000"/>
                </a:srgbClr>
              </a:solidFill>
              <a:ln>
                <a:noFill/>
              </a:ln>
            </p:spPr>
            <p:txBody>
              <a:bodyPr anchor="ctr"/>
              <a:lstStyle/>
              <a:p>
                <a:pPr algn="ctr">
                  <a:buNone/>
                </a:pPr>
              </a:p>
            </p:txBody>
          </p:sp>
          <p:sp>
            <p:nvSpPr>
              <p:cNvPr id="7627" name="addition:spatial:116">
                <a:extLst>
                  <a:ext uri="{FF2B5EF4-FFF2-40B4-BE49-F238E27FC236}">
                    <ns2:creationId id="{BD91A85D-D800-4773-870E-442E34CB4CD5}"/>
                  </a:ext>
                </a:extLst>
              </p:cNvPr>
              <p:cNvSpPr>
                <a:spLocks noGrp="1"/>
              </p:cNvSpPr>
              <p:nvPr/>
            </p:nvSpPr>
            <p:spPr>
              <a:xfrm>
                <a:off x="5648325" y="1666875"/>
                <a:ext cx="550240" cy="1180765"/>
              </a:xfrm>
              <a:custGeom>
                <a:rect l="l" t="t" r="r" b="b"/>
                <a:pathLst>
                  <a:path w="415" h="698">
                    <a:moveTo>
                      <a:pt x="0" y="0"/>
                    </a:moveTo>
                    <a:moveTo>
                      <a:pt x="413" y="585"/>
                    </a:moveTo>
                    <a:lnTo>
                      <a:pt x="415" y="594"/>
                    </a:lnTo>
                    <a:lnTo>
                      <a:pt x="409" y="603"/>
                    </a:lnTo>
                    <a:lnTo>
                      <a:pt x="400" y="610"/>
                    </a:lnTo>
                    <a:lnTo>
                      <a:pt x="396" y="617"/>
                    </a:lnTo>
                    <a:lnTo>
                      <a:pt x="400" y="627"/>
                    </a:lnTo>
                    <a:lnTo>
                      <a:pt x="405" y="640"/>
                    </a:lnTo>
                    <a:lnTo>
                      <a:pt x="407" y="652"/>
                    </a:lnTo>
                    <a:lnTo>
                      <a:pt x="402" y="660"/>
                    </a:lnTo>
                    <a:lnTo>
                      <a:pt x="393" y="665"/>
                    </a:lnTo>
                    <a:lnTo>
                      <a:pt x="384" y="668"/>
                    </a:lnTo>
                    <a:lnTo>
                      <a:pt x="375" y="671"/>
                    </a:lnTo>
                    <a:lnTo>
                      <a:pt x="366" y="672"/>
                    </a:lnTo>
                    <a:lnTo>
                      <a:pt x="356" y="670"/>
                    </a:lnTo>
                    <a:lnTo>
                      <a:pt x="346" y="666"/>
                    </a:lnTo>
                    <a:lnTo>
                      <a:pt x="339" y="666"/>
                    </a:lnTo>
                    <a:lnTo>
                      <a:pt x="333" y="674"/>
                    </a:lnTo>
                    <a:lnTo>
                      <a:pt x="325" y="686"/>
                    </a:lnTo>
                    <a:lnTo>
                      <a:pt x="315" y="696"/>
                    </a:lnTo>
                    <a:lnTo>
                      <a:pt x="304" y="698"/>
                    </a:lnTo>
                    <a:lnTo>
                      <a:pt x="294" y="690"/>
                    </a:lnTo>
                    <a:lnTo>
                      <a:pt x="286" y="681"/>
                    </a:lnTo>
                    <a:lnTo>
                      <a:pt x="277" y="677"/>
                    </a:lnTo>
                    <a:lnTo>
                      <a:pt x="265" y="676"/>
                    </a:lnTo>
                    <a:lnTo>
                      <a:pt x="253" y="674"/>
                    </a:lnTo>
                    <a:lnTo>
                      <a:pt x="244" y="668"/>
                    </a:lnTo>
                    <a:lnTo>
                      <a:pt x="239" y="658"/>
                    </a:lnTo>
                    <a:lnTo>
                      <a:pt x="235" y="648"/>
                    </a:lnTo>
                    <a:lnTo>
                      <a:pt x="229" y="640"/>
                    </a:lnTo>
                    <a:lnTo>
                      <a:pt x="222" y="633"/>
                    </a:lnTo>
                    <a:lnTo>
                      <a:pt x="216" y="626"/>
                    </a:lnTo>
                    <a:lnTo>
                      <a:pt x="213" y="618"/>
                    </a:lnTo>
                    <a:lnTo>
                      <a:pt x="209" y="610"/>
                    </a:lnTo>
                    <a:lnTo>
                      <a:pt x="200" y="602"/>
                    </a:lnTo>
                    <a:lnTo>
                      <a:pt x="187" y="595"/>
                    </a:lnTo>
                    <a:lnTo>
                      <a:pt x="175" y="585"/>
                    </a:lnTo>
                    <a:lnTo>
                      <a:pt x="172" y="574"/>
                    </a:lnTo>
                    <a:lnTo>
                      <a:pt x="182" y="565"/>
                    </a:lnTo>
                    <a:lnTo>
                      <a:pt x="198" y="558"/>
                    </a:lnTo>
                    <a:lnTo>
                      <a:pt x="212" y="553"/>
                    </a:lnTo>
                    <a:lnTo>
                      <a:pt x="218" y="546"/>
                    </a:lnTo>
                    <a:lnTo>
                      <a:pt x="220" y="538"/>
                    </a:lnTo>
                    <a:lnTo>
                      <a:pt x="223" y="529"/>
                    </a:lnTo>
                    <a:lnTo>
                      <a:pt x="230" y="522"/>
                    </a:lnTo>
                    <a:lnTo>
                      <a:pt x="238" y="516"/>
                    </a:lnTo>
                    <a:lnTo>
                      <a:pt x="246" y="509"/>
                    </a:lnTo>
                    <a:lnTo>
                      <a:pt x="252" y="500"/>
                    </a:lnTo>
                    <a:lnTo>
                      <a:pt x="260" y="491"/>
                    </a:lnTo>
                    <a:lnTo>
                      <a:pt x="271" y="487"/>
                    </a:lnTo>
                    <a:lnTo>
                      <a:pt x="283" y="487"/>
                    </a:lnTo>
                    <a:lnTo>
                      <a:pt x="294" y="486"/>
                    </a:lnTo>
                    <a:lnTo>
                      <a:pt x="304" y="482"/>
                    </a:lnTo>
                    <a:lnTo>
                      <a:pt x="315" y="475"/>
                    </a:lnTo>
                    <a:lnTo>
                      <a:pt x="326" y="473"/>
                    </a:lnTo>
                    <a:lnTo>
                      <a:pt x="336" y="480"/>
                    </a:lnTo>
                    <a:lnTo>
                      <a:pt x="343" y="493"/>
                    </a:lnTo>
                    <a:lnTo>
                      <a:pt x="348" y="505"/>
                    </a:lnTo>
                    <a:lnTo>
                      <a:pt x="354" y="510"/>
                    </a:lnTo>
                    <a:lnTo>
                      <a:pt x="364" y="507"/>
                    </a:lnTo>
                    <a:lnTo>
                      <a:pt x="376" y="503"/>
                    </a:lnTo>
                    <a:lnTo>
                      <a:pt x="387" y="503"/>
                    </a:lnTo>
                    <a:lnTo>
                      <a:pt x="396" y="507"/>
                    </a:lnTo>
                    <a:lnTo>
                      <a:pt x="402" y="513"/>
                    </a:lnTo>
                    <a:lnTo>
                      <a:pt x="409" y="520"/>
                    </a:lnTo>
                    <a:lnTo>
                      <a:pt x="414" y="528"/>
                    </a:lnTo>
                    <a:lnTo>
                      <a:pt x="415" y="538"/>
                    </a:lnTo>
                    <a:lnTo>
                      <a:pt x="410" y="550"/>
                    </a:lnTo>
                    <a:lnTo>
                      <a:pt x="403" y="560"/>
                    </a:lnTo>
                    <a:lnTo>
                      <a:pt x="401" y="569"/>
                    </a:lnTo>
                    <a:lnTo>
                      <a:pt x="406" y="577"/>
                    </a:lnTo>
                    <a:close/>
                  </a:path>
                </a:pathLst>
              </a:custGeom>
              <a:solidFill>
                <a:srgbClr val="0675B4">
                  <a:alpha val="37000"/>
                </a:srgbClr>
              </a:solidFill>
              <a:ln>
                <a:noFill/>
              </a:ln>
            </p:spPr>
            <p:txBody>
              <a:bodyPr anchor="ctr"/>
              <a:lstStyle/>
              <a:p>
                <a:pPr algn="ctr">
                  <a:buNone/>
                </a:pPr>
              </a:p>
            </p:txBody>
          </p:sp>
          <p:sp>
            <p:nvSpPr>
              <p:cNvPr id="7628" name="addition:spatial:117">
                <a:extLst>
                  <a:ext uri="{FF2B5EF4-FFF2-40B4-BE49-F238E27FC236}">
                    <ns2:creationId id="{69243848-2CDA-4C2D-906F-7FE621B9E570}"/>
                  </a:ext>
                </a:extLst>
              </p:cNvPr>
              <p:cNvSpPr>
                <a:spLocks noGrp="1"/>
              </p:cNvSpPr>
              <p:nvPr/>
            </p:nvSpPr>
            <p:spPr>
              <a:xfrm>
                <a:off x="5648325" y="1666875"/>
                <a:ext cx="424282" cy="1028517"/>
              </a:xfrm>
              <a:custGeom>
                <a:rect l="l" t="t" r="r" b="b"/>
                <a:pathLst>
                  <a:path w="320" h="608">
                    <a:moveTo>
                      <a:pt x="0" y="0"/>
                    </a:moveTo>
                    <a:moveTo>
                      <a:pt x="314" y="561"/>
                    </a:moveTo>
                    <a:lnTo>
                      <a:pt x="315" y="565"/>
                    </a:lnTo>
                    <a:lnTo>
                      <a:pt x="315" y="569"/>
                    </a:lnTo>
                    <a:lnTo>
                      <a:pt x="313" y="573"/>
                    </a:lnTo>
                    <a:lnTo>
                      <a:pt x="308" y="575"/>
                    </a:lnTo>
                    <a:lnTo>
                      <a:pt x="303" y="577"/>
                    </a:lnTo>
                    <a:lnTo>
                      <a:pt x="302" y="580"/>
                    </a:lnTo>
                    <a:lnTo>
                      <a:pt x="303" y="586"/>
                    </a:lnTo>
                    <a:lnTo>
                      <a:pt x="304" y="592"/>
                    </a:lnTo>
                    <a:lnTo>
                      <a:pt x="304" y="598"/>
                    </a:lnTo>
                    <a:lnTo>
                      <a:pt x="300" y="601"/>
                    </a:lnTo>
                    <a:lnTo>
                      <a:pt x="296" y="602"/>
                    </a:lnTo>
                    <a:lnTo>
                      <a:pt x="292" y="602"/>
                    </a:lnTo>
                    <a:lnTo>
                      <a:pt x="288" y="603"/>
                    </a:lnTo>
                    <a:lnTo>
                      <a:pt x="284" y="603"/>
                    </a:lnTo>
                    <a:lnTo>
                      <a:pt x="280" y="601"/>
                    </a:lnTo>
                    <a:lnTo>
                      <a:pt x="277" y="599"/>
                    </a:lnTo>
                    <a:lnTo>
                      <a:pt x="274" y="599"/>
                    </a:lnTo>
                    <a:lnTo>
                      <a:pt x="271" y="601"/>
                    </a:lnTo>
                    <a:lnTo>
                      <a:pt x="267" y="605"/>
                    </a:lnTo>
                    <a:lnTo>
                      <a:pt x="263" y="608"/>
                    </a:lnTo>
                    <a:lnTo>
                      <a:pt x="260" y="606"/>
                    </a:lnTo>
                    <a:lnTo>
                      <a:pt x="257" y="602"/>
                    </a:lnTo>
                    <a:lnTo>
                      <a:pt x="255" y="599"/>
                    </a:lnTo>
                    <a:lnTo>
                      <a:pt x="251" y="598"/>
                    </a:lnTo>
                    <a:lnTo>
                      <a:pt x="246" y="598"/>
                    </a:lnTo>
                    <a:lnTo>
                      <a:pt x="241" y="597"/>
                    </a:lnTo>
                    <a:lnTo>
                      <a:pt x="239" y="593"/>
                    </a:lnTo>
                    <a:lnTo>
                      <a:pt x="238" y="588"/>
                    </a:lnTo>
                    <a:lnTo>
                      <a:pt x="239" y="583"/>
                    </a:lnTo>
                    <a:lnTo>
                      <a:pt x="238" y="578"/>
                    </a:lnTo>
                    <a:lnTo>
                      <a:pt x="236" y="575"/>
                    </a:lnTo>
                    <a:lnTo>
                      <a:pt x="235" y="571"/>
                    </a:lnTo>
                    <a:lnTo>
                      <a:pt x="234" y="568"/>
                    </a:lnTo>
                    <a:lnTo>
                      <a:pt x="232" y="564"/>
                    </a:lnTo>
                    <a:lnTo>
                      <a:pt x="228" y="561"/>
                    </a:lnTo>
                    <a:lnTo>
                      <a:pt x="223" y="556"/>
                    </a:lnTo>
                    <a:lnTo>
                      <a:pt x="219" y="551"/>
                    </a:lnTo>
                    <a:lnTo>
                      <a:pt x="219" y="546"/>
                    </a:lnTo>
                    <a:lnTo>
                      <a:pt x="224" y="543"/>
                    </a:lnTo>
                    <a:lnTo>
                      <a:pt x="230" y="541"/>
                    </a:lnTo>
                    <a:lnTo>
                      <a:pt x="234" y="539"/>
                    </a:lnTo>
                    <a:lnTo>
                      <a:pt x="235" y="536"/>
                    </a:lnTo>
                    <a:lnTo>
                      <a:pt x="236" y="532"/>
                    </a:lnTo>
                    <a:lnTo>
                      <a:pt x="238" y="528"/>
                    </a:lnTo>
                    <a:lnTo>
                      <a:pt x="242" y="527"/>
                    </a:lnTo>
                    <a:lnTo>
                      <a:pt x="246" y="526"/>
                    </a:lnTo>
                    <a:lnTo>
                      <a:pt x="250" y="524"/>
                    </a:lnTo>
                    <a:lnTo>
                      <a:pt x="253" y="521"/>
                    </a:lnTo>
                    <a:lnTo>
                      <a:pt x="256" y="517"/>
                    </a:lnTo>
                    <a:lnTo>
                      <a:pt x="261" y="516"/>
                    </a:lnTo>
                    <a:lnTo>
                      <a:pt x="265" y="515"/>
                    </a:lnTo>
                    <a:lnTo>
                      <a:pt x="270" y="514"/>
                    </a:lnTo>
                    <a:lnTo>
                      <a:pt x="275" y="512"/>
                    </a:lnTo>
                    <a:lnTo>
                      <a:pt x="280" y="510"/>
                    </a:lnTo>
                    <a:lnTo>
                      <a:pt x="285" y="511"/>
                    </a:lnTo>
                    <a:lnTo>
                      <a:pt x="289" y="516"/>
                    </a:lnTo>
                    <a:lnTo>
                      <a:pt x="291" y="523"/>
                    </a:lnTo>
                    <a:lnTo>
                      <a:pt x="292" y="528"/>
                    </a:lnTo>
                    <a:lnTo>
                      <a:pt x="295" y="530"/>
                    </a:lnTo>
                    <a:lnTo>
                      <a:pt x="300" y="529"/>
                    </a:lnTo>
                    <a:lnTo>
                      <a:pt x="306" y="529"/>
                    </a:lnTo>
                    <a:lnTo>
                      <a:pt x="310" y="530"/>
                    </a:lnTo>
                    <a:lnTo>
                      <a:pt x="313" y="533"/>
                    </a:lnTo>
                    <a:lnTo>
                      <a:pt x="315" y="536"/>
                    </a:lnTo>
                    <a:lnTo>
                      <a:pt x="317" y="540"/>
                    </a:lnTo>
                    <a:lnTo>
                      <a:pt x="319" y="543"/>
                    </a:lnTo>
                    <a:lnTo>
                      <a:pt x="320" y="548"/>
                    </a:lnTo>
                    <a:lnTo>
                      <a:pt x="317" y="552"/>
                    </a:lnTo>
                    <a:lnTo>
                      <a:pt x="315" y="557"/>
                    </a:lnTo>
                    <a:close/>
                  </a:path>
                </a:pathLst>
              </a:custGeom>
              <a:solidFill>
                <a:srgbClr val="0072B2">
                  <a:alpha val="36000"/>
                </a:srgbClr>
              </a:solidFill>
              <a:ln>
                <a:noFill/>
              </a:ln>
            </p:spPr>
            <p:txBody>
              <a:bodyPr anchor="ctr"/>
              <a:lstStyle/>
              <a:p>
                <a:pPr algn="ctr">
                  <a:buNone/>
                </a:pPr>
              </a:p>
            </p:txBody>
          </p:sp>
          <p:sp>
            <p:nvSpPr>
              <p:cNvPr id="7629" name="addition:spatial:118">
                <a:extLst>
                  <a:ext uri="{FF2B5EF4-FFF2-40B4-BE49-F238E27FC236}">
                    <ns2:creationId id="{0722FB03-9E30-49DF-A567-575B93E8C16C}"/>
                  </a:ext>
                </a:extLst>
              </p:cNvPr>
              <p:cNvSpPr>
                <a:spLocks noGrp="1"/>
              </p:cNvSpPr>
              <p:nvPr/>
            </p:nvSpPr>
            <p:spPr>
              <a:xfrm>
                <a:off x="5648325" y="1666875"/>
                <a:ext cx="495879" cy="987918"/>
              </a:xfrm>
              <a:custGeom>
                <a:rect l="l" t="t" r="r" b="b"/>
                <a:pathLst>
                  <a:path w="374" h="584">
                    <a:moveTo>
                      <a:pt x="0" y="0"/>
                    </a:moveTo>
                    <a:moveTo>
                      <a:pt x="366" y="547"/>
                    </a:moveTo>
                    <a:lnTo>
                      <a:pt x="363" y="549"/>
                    </a:lnTo>
                    <a:lnTo>
                      <a:pt x="363" y="552"/>
                    </a:lnTo>
                    <a:lnTo>
                      <a:pt x="365" y="555"/>
                    </a:lnTo>
                    <a:lnTo>
                      <a:pt x="367" y="559"/>
                    </a:lnTo>
                    <a:lnTo>
                      <a:pt x="367" y="563"/>
                    </a:lnTo>
                    <a:lnTo>
                      <a:pt x="365" y="565"/>
                    </a:lnTo>
                    <a:lnTo>
                      <a:pt x="362" y="567"/>
                    </a:lnTo>
                    <a:lnTo>
                      <a:pt x="360" y="569"/>
                    </a:lnTo>
                    <a:lnTo>
                      <a:pt x="359" y="572"/>
                    </a:lnTo>
                    <a:lnTo>
                      <a:pt x="357" y="576"/>
                    </a:lnTo>
                    <a:lnTo>
                      <a:pt x="355" y="577"/>
                    </a:lnTo>
                    <a:lnTo>
                      <a:pt x="352" y="578"/>
                    </a:lnTo>
                    <a:lnTo>
                      <a:pt x="349" y="578"/>
                    </a:lnTo>
                    <a:lnTo>
                      <a:pt x="346" y="579"/>
                    </a:lnTo>
                    <a:lnTo>
                      <a:pt x="344" y="580"/>
                    </a:lnTo>
                    <a:lnTo>
                      <a:pt x="341" y="579"/>
                    </a:lnTo>
                    <a:lnTo>
                      <a:pt x="338" y="577"/>
                    </a:lnTo>
                    <a:lnTo>
                      <a:pt x="336" y="576"/>
                    </a:lnTo>
                    <a:lnTo>
                      <a:pt x="334" y="576"/>
                    </a:lnTo>
                    <a:lnTo>
                      <a:pt x="330" y="579"/>
                    </a:lnTo>
                    <a:lnTo>
                      <a:pt x="326" y="583"/>
                    </a:lnTo>
                    <a:lnTo>
                      <a:pt x="322" y="584"/>
                    </a:lnTo>
                    <a:lnTo>
                      <a:pt x="319" y="582"/>
                    </a:lnTo>
                    <a:lnTo>
                      <a:pt x="317" y="578"/>
                    </a:lnTo>
                    <a:lnTo>
                      <a:pt x="316" y="574"/>
                    </a:lnTo>
                    <a:lnTo>
                      <a:pt x="315" y="571"/>
                    </a:lnTo>
                    <a:lnTo>
                      <a:pt x="312" y="568"/>
                    </a:lnTo>
                    <a:lnTo>
                      <a:pt x="310" y="566"/>
                    </a:lnTo>
                    <a:lnTo>
                      <a:pt x="309" y="563"/>
                    </a:lnTo>
                    <a:lnTo>
                      <a:pt x="307" y="560"/>
                    </a:lnTo>
                    <a:lnTo>
                      <a:pt x="305" y="558"/>
                    </a:lnTo>
                    <a:lnTo>
                      <a:pt x="302" y="556"/>
                    </a:lnTo>
                    <a:lnTo>
                      <a:pt x="299" y="553"/>
                    </a:lnTo>
                    <a:lnTo>
                      <a:pt x="298" y="550"/>
                    </a:lnTo>
                    <a:lnTo>
                      <a:pt x="299" y="547"/>
                    </a:lnTo>
                    <a:lnTo>
                      <a:pt x="300" y="544"/>
                    </a:lnTo>
                    <a:lnTo>
                      <a:pt x="298" y="541"/>
                    </a:lnTo>
                    <a:lnTo>
                      <a:pt x="296" y="537"/>
                    </a:lnTo>
                    <a:lnTo>
                      <a:pt x="294" y="533"/>
                    </a:lnTo>
                    <a:lnTo>
                      <a:pt x="296" y="530"/>
                    </a:lnTo>
                    <a:lnTo>
                      <a:pt x="301" y="529"/>
                    </a:lnTo>
                    <a:lnTo>
                      <a:pt x="307" y="529"/>
                    </a:lnTo>
                    <a:lnTo>
                      <a:pt x="310" y="528"/>
                    </a:lnTo>
                    <a:lnTo>
                      <a:pt x="312" y="526"/>
                    </a:lnTo>
                    <a:lnTo>
                      <a:pt x="314" y="523"/>
                    </a:lnTo>
                    <a:lnTo>
                      <a:pt x="315" y="520"/>
                    </a:lnTo>
                    <a:lnTo>
                      <a:pt x="318" y="518"/>
                    </a:lnTo>
                    <a:lnTo>
                      <a:pt x="321" y="515"/>
                    </a:lnTo>
                    <a:lnTo>
                      <a:pt x="324" y="512"/>
                    </a:lnTo>
                    <a:lnTo>
                      <a:pt x="327" y="509"/>
                    </a:lnTo>
                    <a:lnTo>
                      <a:pt x="331" y="509"/>
                    </a:lnTo>
                    <a:lnTo>
                      <a:pt x="335" y="511"/>
                    </a:lnTo>
                    <a:lnTo>
                      <a:pt x="339" y="514"/>
                    </a:lnTo>
                    <a:lnTo>
                      <a:pt x="342" y="516"/>
                    </a:lnTo>
                    <a:lnTo>
                      <a:pt x="346" y="515"/>
                    </a:lnTo>
                    <a:lnTo>
                      <a:pt x="349" y="514"/>
                    </a:lnTo>
                    <a:lnTo>
                      <a:pt x="353" y="515"/>
                    </a:lnTo>
                    <a:lnTo>
                      <a:pt x="355" y="517"/>
                    </a:lnTo>
                    <a:lnTo>
                      <a:pt x="356" y="521"/>
                    </a:lnTo>
                    <a:lnTo>
                      <a:pt x="358" y="524"/>
                    </a:lnTo>
                    <a:lnTo>
                      <a:pt x="360" y="525"/>
                    </a:lnTo>
                    <a:lnTo>
                      <a:pt x="364" y="525"/>
                    </a:lnTo>
                    <a:lnTo>
                      <a:pt x="368" y="526"/>
                    </a:lnTo>
                    <a:lnTo>
                      <a:pt x="370" y="528"/>
                    </a:lnTo>
                    <a:lnTo>
                      <a:pt x="372" y="531"/>
                    </a:lnTo>
                    <a:lnTo>
                      <a:pt x="373" y="534"/>
                    </a:lnTo>
                    <a:lnTo>
                      <a:pt x="374" y="537"/>
                    </a:lnTo>
                    <a:lnTo>
                      <a:pt x="373" y="540"/>
                    </a:lnTo>
                    <a:lnTo>
                      <a:pt x="371" y="544"/>
                    </a:lnTo>
                    <a:close/>
                  </a:path>
                </a:pathLst>
              </a:custGeom>
              <a:solidFill>
                <a:srgbClr val="0072B2">
                  <a:alpha val="36000"/>
                </a:srgbClr>
              </a:solidFill>
              <a:ln>
                <a:noFill/>
              </a:ln>
            </p:spPr>
            <p:txBody>
              <a:bodyPr anchor="ctr"/>
              <a:lstStyle/>
              <a:p>
                <a:pPr algn="ctr">
                  <a:buNone/>
                </a:pPr>
              </a:p>
            </p:txBody>
          </p:sp>
          <p:sp>
            <p:nvSpPr>
              <p:cNvPr id="7630" name="addition:spatial:119">
                <a:extLst>
                  <a:ext uri="{FF2B5EF4-FFF2-40B4-BE49-F238E27FC236}">
                    <ns2:creationId id="{0E8A4EAD-69D5-41B6-A292-34FC208BF2B4}"/>
                  </a:ext>
                </a:extLst>
              </p:cNvPr>
              <p:cNvSpPr>
                <a:spLocks noGrp="1"/>
              </p:cNvSpPr>
              <p:nvPr/>
            </p:nvSpPr>
            <p:spPr>
              <a:xfrm>
                <a:off x="5648325" y="1666875"/>
                <a:ext cx="548914" cy="1113099"/>
              </a:xfrm>
              <a:custGeom>
                <a:rect l="l" t="t" r="r" b="b"/>
                <a:pathLst>
                  <a:path w="414" h="658">
                    <a:moveTo>
                      <a:pt x="0" y="0"/>
                    </a:moveTo>
                    <a:moveTo>
                      <a:pt x="405" y="607"/>
                    </a:moveTo>
                    <a:lnTo>
                      <a:pt x="411" y="611"/>
                    </a:lnTo>
                    <a:lnTo>
                      <a:pt x="414" y="616"/>
                    </a:lnTo>
                    <a:lnTo>
                      <a:pt x="414" y="620"/>
                    </a:lnTo>
                    <a:lnTo>
                      <a:pt x="413" y="624"/>
                    </a:lnTo>
                    <a:lnTo>
                      <a:pt x="412" y="628"/>
                    </a:lnTo>
                    <a:lnTo>
                      <a:pt x="410" y="632"/>
                    </a:lnTo>
                    <a:lnTo>
                      <a:pt x="406" y="634"/>
                    </a:lnTo>
                    <a:lnTo>
                      <a:pt x="401" y="635"/>
                    </a:lnTo>
                    <a:lnTo>
                      <a:pt x="397" y="636"/>
                    </a:lnTo>
                    <a:lnTo>
                      <a:pt x="393" y="638"/>
                    </a:lnTo>
                    <a:lnTo>
                      <a:pt x="392" y="642"/>
                    </a:lnTo>
                    <a:lnTo>
                      <a:pt x="390" y="646"/>
                    </a:lnTo>
                    <a:lnTo>
                      <a:pt x="387" y="649"/>
                    </a:lnTo>
                    <a:lnTo>
                      <a:pt x="382" y="649"/>
                    </a:lnTo>
                    <a:lnTo>
                      <a:pt x="377" y="647"/>
                    </a:lnTo>
                    <a:lnTo>
                      <a:pt x="373" y="648"/>
                    </a:lnTo>
                    <a:lnTo>
                      <a:pt x="368" y="651"/>
                    </a:lnTo>
                    <a:lnTo>
                      <a:pt x="363" y="655"/>
                    </a:lnTo>
                    <a:lnTo>
                      <a:pt x="358" y="658"/>
                    </a:lnTo>
                    <a:lnTo>
                      <a:pt x="352" y="656"/>
                    </a:lnTo>
                    <a:lnTo>
                      <a:pt x="348" y="653"/>
                    </a:lnTo>
                    <a:lnTo>
                      <a:pt x="344" y="649"/>
                    </a:lnTo>
                    <a:lnTo>
                      <a:pt x="340" y="645"/>
                    </a:lnTo>
                    <a:lnTo>
                      <a:pt x="337" y="642"/>
                    </a:lnTo>
                    <a:lnTo>
                      <a:pt x="335" y="638"/>
                    </a:lnTo>
                    <a:lnTo>
                      <a:pt x="333" y="634"/>
                    </a:lnTo>
                    <a:lnTo>
                      <a:pt x="330" y="632"/>
                    </a:lnTo>
                    <a:lnTo>
                      <a:pt x="325" y="631"/>
                    </a:lnTo>
                    <a:lnTo>
                      <a:pt x="317" y="631"/>
                    </a:lnTo>
                    <a:lnTo>
                      <a:pt x="311" y="629"/>
                    </a:lnTo>
                    <a:lnTo>
                      <a:pt x="310" y="625"/>
                    </a:lnTo>
                    <a:lnTo>
                      <a:pt x="311" y="620"/>
                    </a:lnTo>
                    <a:lnTo>
                      <a:pt x="314" y="615"/>
                    </a:lnTo>
                    <a:lnTo>
                      <a:pt x="315" y="611"/>
                    </a:lnTo>
                    <a:lnTo>
                      <a:pt x="314" y="607"/>
                    </a:lnTo>
                    <a:lnTo>
                      <a:pt x="313" y="603"/>
                    </a:lnTo>
                    <a:lnTo>
                      <a:pt x="315" y="598"/>
                    </a:lnTo>
                    <a:lnTo>
                      <a:pt x="319" y="595"/>
                    </a:lnTo>
                    <a:lnTo>
                      <a:pt x="323" y="592"/>
                    </a:lnTo>
                    <a:lnTo>
                      <a:pt x="326" y="589"/>
                    </a:lnTo>
                    <a:lnTo>
                      <a:pt x="328" y="585"/>
                    </a:lnTo>
                    <a:lnTo>
                      <a:pt x="330" y="582"/>
                    </a:lnTo>
                    <a:lnTo>
                      <a:pt x="333" y="579"/>
                    </a:lnTo>
                    <a:lnTo>
                      <a:pt x="336" y="576"/>
                    </a:lnTo>
                    <a:lnTo>
                      <a:pt x="338" y="571"/>
                    </a:lnTo>
                    <a:lnTo>
                      <a:pt x="339" y="565"/>
                    </a:lnTo>
                    <a:lnTo>
                      <a:pt x="341" y="560"/>
                    </a:lnTo>
                    <a:lnTo>
                      <a:pt x="346" y="558"/>
                    </a:lnTo>
                    <a:lnTo>
                      <a:pt x="351" y="560"/>
                    </a:lnTo>
                    <a:lnTo>
                      <a:pt x="357" y="565"/>
                    </a:lnTo>
                    <a:lnTo>
                      <a:pt x="361" y="568"/>
                    </a:lnTo>
                    <a:lnTo>
                      <a:pt x="364" y="568"/>
                    </a:lnTo>
                    <a:lnTo>
                      <a:pt x="368" y="566"/>
                    </a:lnTo>
                    <a:lnTo>
                      <a:pt x="371" y="564"/>
                    </a:lnTo>
                    <a:lnTo>
                      <a:pt x="375" y="564"/>
                    </a:lnTo>
                    <a:lnTo>
                      <a:pt x="378" y="565"/>
                    </a:lnTo>
                    <a:lnTo>
                      <a:pt x="381" y="566"/>
                    </a:lnTo>
                    <a:lnTo>
                      <a:pt x="385" y="566"/>
                    </a:lnTo>
                    <a:lnTo>
                      <a:pt x="390" y="567"/>
                    </a:lnTo>
                    <a:lnTo>
                      <a:pt x="393" y="569"/>
                    </a:lnTo>
                    <a:lnTo>
                      <a:pt x="394" y="573"/>
                    </a:lnTo>
                    <a:lnTo>
                      <a:pt x="396" y="577"/>
                    </a:lnTo>
                    <a:lnTo>
                      <a:pt x="400" y="580"/>
                    </a:lnTo>
                    <a:lnTo>
                      <a:pt x="404" y="582"/>
                    </a:lnTo>
                    <a:lnTo>
                      <a:pt x="406" y="586"/>
                    </a:lnTo>
                    <a:lnTo>
                      <a:pt x="405" y="591"/>
                    </a:lnTo>
                    <a:lnTo>
                      <a:pt x="402" y="596"/>
                    </a:lnTo>
                    <a:lnTo>
                      <a:pt x="399" y="600"/>
                    </a:lnTo>
                    <a:lnTo>
                      <a:pt x="400" y="603"/>
                    </a:lnTo>
                    <a:close/>
                  </a:path>
                </a:pathLst>
              </a:custGeom>
              <a:solidFill>
                <a:srgbClr val="0072B2">
                  <a:alpha val="36000"/>
                </a:srgbClr>
              </a:solidFill>
              <a:ln>
                <a:noFill/>
              </a:ln>
            </p:spPr>
            <p:txBody>
              <a:bodyPr anchor="ctr"/>
              <a:lstStyle/>
              <a:p>
                <a:pPr algn="ctr">
                  <a:buNone/>
                </a:pPr>
              </a:p>
            </p:txBody>
          </p:sp>
          <p:sp>
            <p:nvSpPr>
              <p:cNvPr id="7631" name="addition:spatial:120">
                <a:extLst>
                  <a:ext uri="{FF2B5EF4-FFF2-40B4-BE49-F238E27FC236}">
                    <ns2:creationId id="{58B769EA-8075-4A73-AB0D-148D7214094D}"/>
                  </a:ext>
                </a:extLst>
              </p:cNvPr>
              <p:cNvSpPr>
                <a:spLocks noGrp="1"/>
              </p:cNvSpPr>
              <p:nvPr/>
            </p:nvSpPr>
            <p:spPr>
              <a:xfrm>
                <a:off x="5648325" y="1666875"/>
                <a:ext cx="458754" cy="1136782"/>
              </a:xfrm>
              <a:custGeom>
                <a:rect l="l" t="t" r="r" b="b"/>
                <a:pathLst>
                  <a:path w="346" h="672">
                    <a:moveTo>
                      <a:pt x="0" y="0"/>
                    </a:moveTo>
                    <a:moveTo>
                      <a:pt x="341" y="633"/>
                    </a:moveTo>
                    <a:lnTo>
                      <a:pt x="339" y="636"/>
                    </a:lnTo>
                    <a:lnTo>
                      <a:pt x="335" y="639"/>
                    </a:lnTo>
                    <a:lnTo>
                      <a:pt x="331" y="641"/>
                    </a:lnTo>
                    <a:lnTo>
                      <a:pt x="329" y="644"/>
                    </a:lnTo>
                    <a:lnTo>
                      <a:pt x="328" y="647"/>
                    </a:lnTo>
                    <a:lnTo>
                      <a:pt x="330" y="652"/>
                    </a:lnTo>
                    <a:lnTo>
                      <a:pt x="331" y="657"/>
                    </a:lnTo>
                    <a:lnTo>
                      <a:pt x="329" y="660"/>
                    </a:lnTo>
                    <a:lnTo>
                      <a:pt x="324" y="662"/>
                    </a:lnTo>
                    <a:lnTo>
                      <a:pt x="320" y="662"/>
                    </a:lnTo>
                    <a:lnTo>
                      <a:pt x="316" y="664"/>
                    </a:lnTo>
                    <a:lnTo>
                      <a:pt x="314" y="667"/>
                    </a:lnTo>
                    <a:lnTo>
                      <a:pt x="312" y="671"/>
                    </a:lnTo>
                    <a:lnTo>
                      <a:pt x="308" y="672"/>
                    </a:lnTo>
                    <a:lnTo>
                      <a:pt x="304" y="671"/>
                    </a:lnTo>
                    <a:lnTo>
                      <a:pt x="301" y="669"/>
                    </a:lnTo>
                    <a:lnTo>
                      <a:pt x="298" y="668"/>
                    </a:lnTo>
                    <a:lnTo>
                      <a:pt x="295" y="667"/>
                    </a:lnTo>
                    <a:lnTo>
                      <a:pt x="292" y="667"/>
                    </a:lnTo>
                    <a:lnTo>
                      <a:pt x="289" y="666"/>
                    </a:lnTo>
                    <a:lnTo>
                      <a:pt x="287" y="665"/>
                    </a:lnTo>
                    <a:lnTo>
                      <a:pt x="283" y="666"/>
                    </a:lnTo>
                    <a:lnTo>
                      <a:pt x="279" y="668"/>
                    </a:lnTo>
                    <a:lnTo>
                      <a:pt x="273" y="669"/>
                    </a:lnTo>
                    <a:lnTo>
                      <a:pt x="269" y="668"/>
                    </a:lnTo>
                    <a:lnTo>
                      <a:pt x="268" y="664"/>
                    </a:lnTo>
                    <a:lnTo>
                      <a:pt x="268" y="658"/>
                    </a:lnTo>
                    <a:lnTo>
                      <a:pt x="269" y="653"/>
                    </a:lnTo>
                    <a:lnTo>
                      <a:pt x="268" y="650"/>
                    </a:lnTo>
                    <a:lnTo>
                      <a:pt x="265" y="648"/>
                    </a:lnTo>
                    <a:lnTo>
                      <a:pt x="262" y="646"/>
                    </a:lnTo>
                    <a:lnTo>
                      <a:pt x="261" y="642"/>
                    </a:lnTo>
                    <a:lnTo>
                      <a:pt x="261" y="639"/>
                    </a:lnTo>
                    <a:lnTo>
                      <a:pt x="260" y="636"/>
                    </a:lnTo>
                    <a:lnTo>
                      <a:pt x="258" y="633"/>
                    </a:lnTo>
                    <a:lnTo>
                      <a:pt x="256" y="629"/>
                    </a:lnTo>
                    <a:lnTo>
                      <a:pt x="255" y="626"/>
                    </a:lnTo>
                    <a:lnTo>
                      <a:pt x="255" y="622"/>
                    </a:lnTo>
                    <a:lnTo>
                      <a:pt x="256" y="619"/>
                    </a:lnTo>
                    <a:lnTo>
                      <a:pt x="256" y="615"/>
                    </a:lnTo>
                    <a:lnTo>
                      <a:pt x="256" y="611"/>
                    </a:lnTo>
                    <a:lnTo>
                      <a:pt x="257" y="607"/>
                    </a:lnTo>
                    <a:lnTo>
                      <a:pt x="260" y="605"/>
                    </a:lnTo>
                    <a:lnTo>
                      <a:pt x="266" y="606"/>
                    </a:lnTo>
                    <a:lnTo>
                      <a:pt x="272" y="607"/>
                    </a:lnTo>
                    <a:lnTo>
                      <a:pt x="276" y="607"/>
                    </a:lnTo>
                    <a:lnTo>
                      <a:pt x="277" y="604"/>
                    </a:lnTo>
                    <a:lnTo>
                      <a:pt x="279" y="599"/>
                    </a:lnTo>
                    <a:lnTo>
                      <a:pt x="281" y="595"/>
                    </a:lnTo>
                    <a:lnTo>
                      <a:pt x="285" y="593"/>
                    </a:lnTo>
                    <a:lnTo>
                      <a:pt x="289" y="592"/>
                    </a:lnTo>
                    <a:lnTo>
                      <a:pt x="294" y="592"/>
                    </a:lnTo>
                    <a:lnTo>
                      <a:pt x="298" y="591"/>
                    </a:lnTo>
                    <a:lnTo>
                      <a:pt x="303" y="592"/>
                    </a:lnTo>
                    <a:lnTo>
                      <a:pt x="307" y="594"/>
                    </a:lnTo>
                    <a:lnTo>
                      <a:pt x="311" y="598"/>
                    </a:lnTo>
                    <a:lnTo>
                      <a:pt x="314" y="600"/>
                    </a:lnTo>
                    <a:lnTo>
                      <a:pt x="318" y="601"/>
                    </a:lnTo>
                    <a:lnTo>
                      <a:pt x="323" y="601"/>
                    </a:lnTo>
                    <a:lnTo>
                      <a:pt x="326" y="602"/>
                    </a:lnTo>
                    <a:lnTo>
                      <a:pt x="328" y="606"/>
                    </a:lnTo>
                    <a:lnTo>
                      <a:pt x="328" y="610"/>
                    </a:lnTo>
                    <a:lnTo>
                      <a:pt x="330" y="613"/>
                    </a:lnTo>
                    <a:lnTo>
                      <a:pt x="333" y="615"/>
                    </a:lnTo>
                    <a:lnTo>
                      <a:pt x="339" y="616"/>
                    </a:lnTo>
                    <a:lnTo>
                      <a:pt x="344" y="618"/>
                    </a:lnTo>
                    <a:lnTo>
                      <a:pt x="346" y="621"/>
                    </a:lnTo>
                    <a:lnTo>
                      <a:pt x="345" y="625"/>
                    </a:lnTo>
                    <a:lnTo>
                      <a:pt x="343" y="629"/>
                    </a:lnTo>
                    <a:close/>
                  </a:path>
                </a:pathLst>
              </a:custGeom>
              <a:solidFill>
                <a:srgbClr val="0072B2">
                  <a:alpha val="36000"/>
                </a:srgbClr>
              </a:solidFill>
              <a:ln>
                <a:noFill/>
              </a:ln>
            </p:spPr>
            <p:txBody>
              <a:bodyPr anchor="ctr"/>
              <a:lstStyle/>
              <a:p>
                <a:pPr algn="ctr">
                  <a:buNone/>
                </a:pPr>
              </a:p>
            </p:txBody>
          </p:sp>
          <p:sp>
            <p:nvSpPr>
              <p:cNvPr id="7632" name="addition:spatial:121">
                <a:extLst>
                  <a:ext uri="{FF2B5EF4-FFF2-40B4-BE49-F238E27FC236}">
                    <ns2:creationId id="{E70BC3DF-C681-4BD4-AF35-FA424FA712A1}"/>
                  </a:ext>
                </a:extLst>
              </p:cNvPr>
              <p:cNvSpPr>
                <a:spLocks noGrp="1"/>
              </p:cNvSpPr>
              <p:nvPr/>
            </p:nvSpPr>
            <p:spPr>
              <a:xfrm>
                <a:off x="5648325" y="1666875"/>
                <a:ext cx="412349" cy="1021751"/>
              </a:xfrm>
              <a:custGeom>
                <a:rect l="l" t="t" r="r" b="b"/>
                <a:pathLst>
                  <a:path w="311" h="604">
                    <a:moveTo>
                      <a:pt x="0" y="0"/>
                    </a:moveTo>
                    <a:moveTo>
                      <a:pt x="303" y="565"/>
                    </a:moveTo>
                    <a:lnTo>
                      <a:pt x="307" y="568"/>
                    </a:lnTo>
                    <a:lnTo>
                      <a:pt x="310" y="571"/>
                    </a:lnTo>
                    <a:lnTo>
                      <a:pt x="311" y="575"/>
                    </a:lnTo>
                    <a:lnTo>
                      <a:pt x="309" y="578"/>
                    </a:lnTo>
                    <a:lnTo>
                      <a:pt x="307" y="580"/>
                    </a:lnTo>
                    <a:lnTo>
                      <a:pt x="305" y="582"/>
                    </a:lnTo>
                    <a:lnTo>
                      <a:pt x="304" y="585"/>
                    </a:lnTo>
                    <a:lnTo>
                      <a:pt x="303" y="588"/>
                    </a:lnTo>
                    <a:lnTo>
                      <a:pt x="301" y="590"/>
                    </a:lnTo>
                    <a:lnTo>
                      <a:pt x="299" y="591"/>
                    </a:lnTo>
                    <a:lnTo>
                      <a:pt x="296" y="591"/>
                    </a:lnTo>
                    <a:lnTo>
                      <a:pt x="293" y="593"/>
                    </a:lnTo>
                    <a:lnTo>
                      <a:pt x="291" y="594"/>
                    </a:lnTo>
                    <a:lnTo>
                      <a:pt x="289" y="595"/>
                    </a:lnTo>
                    <a:lnTo>
                      <a:pt x="286" y="596"/>
                    </a:lnTo>
                    <a:lnTo>
                      <a:pt x="283" y="595"/>
                    </a:lnTo>
                    <a:lnTo>
                      <a:pt x="280" y="597"/>
                    </a:lnTo>
                    <a:lnTo>
                      <a:pt x="277" y="600"/>
                    </a:lnTo>
                    <a:lnTo>
                      <a:pt x="273" y="604"/>
                    </a:lnTo>
                    <a:lnTo>
                      <a:pt x="269" y="604"/>
                    </a:lnTo>
                    <a:lnTo>
                      <a:pt x="266" y="602"/>
                    </a:lnTo>
                    <a:lnTo>
                      <a:pt x="264" y="597"/>
                    </a:lnTo>
                    <a:lnTo>
                      <a:pt x="262" y="592"/>
                    </a:lnTo>
                    <a:lnTo>
                      <a:pt x="260" y="590"/>
                    </a:lnTo>
                    <a:lnTo>
                      <a:pt x="257" y="589"/>
                    </a:lnTo>
                    <a:lnTo>
                      <a:pt x="254" y="588"/>
                    </a:lnTo>
                    <a:lnTo>
                      <a:pt x="251" y="586"/>
                    </a:lnTo>
                    <a:lnTo>
                      <a:pt x="249" y="584"/>
                    </a:lnTo>
                    <a:lnTo>
                      <a:pt x="247" y="582"/>
                    </a:lnTo>
                    <a:lnTo>
                      <a:pt x="244" y="580"/>
                    </a:lnTo>
                    <a:lnTo>
                      <a:pt x="241" y="577"/>
                    </a:lnTo>
                    <a:lnTo>
                      <a:pt x="240" y="574"/>
                    </a:lnTo>
                    <a:lnTo>
                      <a:pt x="241" y="571"/>
                    </a:lnTo>
                    <a:lnTo>
                      <a:pt x="242" y="568"/>
                    </a:lnTo>
                    <a:lnTo>
                      <a:pt x="241" y="565"/>
                    </a:lnTo>
                    <a:lnTo>
                      <a:pt x="240" y="561"/>
                    </a:lnTo>
                    <a:lnTo>
                      <a:pt x="240" y="558"/>
                    </a:lnTo>
                    <a:lnTo>
                      <a:pt x="242" y="555"/>
                    </a:lnTo>
                    <a:lnTo>
                      <a:pt x="247" y="553"/>
                    </a:lnTo>
                    <a:lnTo>
                      <a:pt x="251" y="552"/>
                    </a:lnTo>
                    <a:lnTo>
                      <a:pt x="254" y="550"/>
                    </a:lnTo>
                    <a:lnTo>
                      <a:pt x="254" y="547"/>
                    </a:lnTo>
                    <a:lnTo>
                      <a:pt x="254" y="543"/>
                    </a:lnTo>
                    <a:lnTo>
                      <a:pt x="255" y="539"/>
                    </a:lnTo>
                    <a:lnTo>
                      <a:pt x="257" y="536"/>
                    </a:lnTo>
                    <a:lnTo>
                      <a:pt x="259" y="534"/>
                    </a:lnTo>
                    <a:lnTo>
                      <a:pt x="262" y="531"/>
                    </a:lnTo>
                    <a:lnTo>
                      <a:pt x="265" y="529"/>
                    </a:lnTo>
                    <a:lnTo>
                      <a:pt x="268" y="529"/>
                    </a:lnTo>
                    <a:lnTo>
                      <a:pt x="272" y="531"/>
                    </a:lnTo>
                    <a:lnTo>
                      <a:pt x="275" y="534"/>
                    </a:lnTo>
                    <a:lnTo>
                      <a:pt x="277" y="535"/>
                    </a:lnTo>
                    <a:lnTo>
                      <a:pt x="280" y="534"/>
                    </a:lnTo>
                    <a:lnTo>
                      <a:pt x="282" y="531"/>
                    </a:lnTo>
                    <a:lnTo>
                      <a:pt x="285" y="531"/>
                    </a:lnTo>
                    <a:lnTo>
                      <a:pt x="287" y="532"/>
                    </a:lnTo>
                    <a:lnTo>
                      <a:pt x="289" y="535"/>
                    </a:lnTo>
                    <a:lnTo>
                      <a:pt x="290" y="537"/>
                    </a:lnTo>
                    <a:lnTo>
                      <a:pt x="293" y="537"/>
                    </a:lnTo>
                    <a:lnTo>
                      <a:pt x="297" y="537"/>
                    </a:lnTo>
                    <a:lnTo>
                      <a:pt x="300" y="537"/>
                    </a:lnTo>
                    <a:lnTo>
                      <a:pt x="302" y="539"/>
                    </a:lnTo>
                    <a:lnTo>
                      <a:pt x="303" y="543"/>
                    </a:lnTo>
                    <a:lnTo>
                      <a:pt x="304" y="546"/>
                    </a:lnTo>
                    <a:lnTo>
                      <a:pt x="304" y="549"/>
                    </a:lnTo>
                    <a:lnTo>
                      <a:pt x="304" y="553"/>
                    </a:lnTo>
                    <a:lnTo>
                      <a:pt x="303" y="556"/>
                    </a:lnTo>
                    <a:lnTo>
                      <a:pt x="301" y="559"/>
                    </a:lnTo>
                    <a:lnTo>
                      <a:pt x="301" y="562"/>
                    </a:lnTo>
                    <a:close/>
                  </a:path>
                </a:pathLst>
              </a:custGeom>
              <a:solidFill>
                <a:srgbClr val="0F7AB7">
                  <a:alpha val="32000"/>
                </a:srgbClr>
              </a:solidFill>
              <a:ln>
                <a:noFill/>
              </a:ln>
            </p:spPr>
            <p:txBody>
              <a:bodyPr anchor="ctr"/>
              <a:lstStyle/>
              <a:p>
                <a:pPr algn="ctr">
                  <a:buNone/>
                </a:pPr>
              </a:p>
            </p:txBody>
          </p:sp>
          <p:sp>
            <p:nvSpPr>
              <p:cNvPr id="7633" name="addition:spatial:122">
                <a:extLst>
                  <a:ext uri="{FF2B5EF4-FFF2-40B4-BE49-F238E27FC236}">
                    <ns2:creationId id="{C2EF0486-1518-4CA1-AAAA-5E098680028C}"/>
                  </a:ext>
                </a:extLst>
              </p:cNvPr>
              <p:cNvSpPr>
                <a:spLocks noGrp="1"/>
              </p:cNvSpPr>
              <p:nvPr/>
            </p:nvSpPr>
            <p:spPr>
              <a:xfrm>
                <a:off x="5648325" y="1666875"/>
                <a:ext cx="518419" cy="1094491"/>
              </a:xfrm>
              <a:custGeom>
                <a:rect l="l" t="t" r="r" b="b"/>
                <a:pathLst>
                  <a:path w="391" h="647">
                    <a:moveTo>
                      <a:pt x="0" y="0"/>
                    </a:moveTo>
                    <a:moveTo>
                      <a:pt x="391" y="615"/>
                    </a:moveTo>
                    <a:lnTo>
                      <a:pt x="391" y="618"/>
                    </a:lnTo>
                    <a:lnTo>
                      <a:pt x="387" y="621"/>
                    </a:lnTo>
                    <a:lnTo>
                      <a:pt x="382" y="622"/>
                    </a:lnTo>
                    <a:lnTo>
                      <a:pt x="378" y="624"/>
                    </a:lnTo>
                    <a:lnTo>
                      <a:pt x="377" y="626"/>
                    </a:lnTo>
                    <a:lnTo>
                      <a:pt x="377" y="629"/>
                    </a:lnTo>
                    <a:lnTo>
                      <a:pt x="376" y="632"/>
                    </a:lnTo>
                    <a:lnTo>
                      <a:pt x="375" y="635"/>
                    </a:lnTo>
                    <a:lnTo>
                      <a:pt x="372" y="636"/>
                    </a:lnTo>
                    <a:lnTo>
                      <a:pt x="370" y="638"/>
                    </a:lnTo>
                    <a:lnTo>
                      <a:pt x="367" y="641"/>
                    </a:lnTo>
                    <a:lnTo>
                      <a:pt x="365" y="643"/>
                    </a:lnTo>
                    <a:lnTo>
                      <a:pt x="362" y="644"/>
                    </a:lnTo>
                    <a:lnTo>
                      <a:pt x="359" y="644"/>
                    </a:lnTo>
                    <a:lnTo>
                      <a:pt x="355" y="644"/>
                    </a:lnTo>
                    <a:lnTo>
                      <a:pt x="352" y="645"/>
                    </a:lnTo>
                    <a:lnTo>
                      <a:pt x="349" y="647"/>
                    </a:lnTo>
                    <a:lnTo>
                      <a:pt x="346" y="647"/>
                    </a:lnTo>
                    <a:lnTo>
                      <a:pt x="344" y="645"/>
                    </a:lnTo>
                    <a:lnTo>
                      <a:pt x="342" y="641"/>
                    </a:lnTo>
                    <a:lnTo>
                      <a:pt x="340" y="638"/>
                    </a:lnTo>
                    <a:lnTo>
                      <a:pt x="339" y="638"/>
                    </a:lnTo>
                    <a:lnTo>
                      <a:pt x="335" y="639"/>
                    </a:lnTo>
                    <a:lnTo>
                      <a:pt x="331" y="641"/>
                    </a:lnTo>
                    <a:lnTo>
                      <a:pt x="328" y="641"/>
                    </a:lnTo>
                    <a:lnTo>
                      <a:pt x="326" y="639"/>
                    </a:lnTo>
                    <a:lnTo>
                      <a:pt x="324" y="637"/>
                    </a:lnTo>
                    <a:lnTo>
                      <a:pt x="323" y="634"/>
                    </a:lnTo>
                    <a:lnTo>
                      <a:pt x="322" y="631"/>
                    </a:lnTo>
                    <a:lnTo>
                      <a:pt x="322" y="628"/>
                    </a:lnTo>
                    <a:lnTo>
                      <a:pt x="323" y="625"/>
                    </a:lnTo>
                    <a:lnTo>
                      <a:pt x="325" y="622"/>
                    </a:lnTo>
                    <a:lnTo>
                      <a:pt x="325" y="620"/>
                    </a:lnTo>
                    <a:lnTo>
                      <a:pt x="323" y="617"/>
                    </a:lnTo>
                    <a:lnTo>
                      <a:pt x="320" y="615"/>
                    </a:lnTo>
                    <a:lnTo>
                      <a:pt x="319" y="612"/>
                    </a:lnTo>
                    <a:lnTo>
                      <a:pt x="321" y="610"/>
                    </a:lnTo>
                    <a:lnTo>
                      <a:pt x="323" y="607"/>
                    </a:lnTo>
                    <a:lnTo>
                      <a:pt x="324" y="605"/>
                    </a:lnTo>
                    <a:lnTo>
                      <a:pt x="323" y="602"/>
                    </a:lnTo>
                    <a:lnTo>
                      <a:pt x="321" y="598"/>
                    </a:lnTo>
                    <a:lnTo>
                      <a:pt x="320" y="595"/>
                    </a:lnTo>
                    <a:lnTo>
                      <a:pt x="322" y="593"/>
                    </a:lnTo>
                    <a:lnTo>
                      <a:pt x="326" y="592"/>
                    </a:lnTo>
                    <a:lnTo>
                      <a:pt x="329" y="592"/>
                    </a:lnTo>
                    <a:lnTo>
                      <a:pt x="332" y="591"/>
                    </a:lnTo>
                    <a:lnTo>
                      <a:pt x="334" y="590"/>
                    </a:lnTo>
                    <a:lnTo>
                      <a:pt x="337" y="590"/>
                    </a:lnTo>
                    <a:lnTo>
                      <a:pt x="339" y="590"/>
                    </a:lnTo>
                    <a:lnTo>
                      <a:pt x="342" y="590"/>
                    </a:lnTo>
                    <a:lnTo>
                      <a:pt x="344" y="587"/>
                    </a:lnTo>
                    <a:lnTo>
                      <a:pt x="346" y="583"/>
                    </a:lnTo>
                    <a:lnTo>
                      <a:pt x="350" y="581"/>
                    </a:lnTo>
                    <a:lnTo>
                      <a:pt x="353" y="581"/>
                    </a:lnTo>
                    <a:lnTo>
                      <a:pt x="356" y="584"/>
                    </a:lnTo>
                    <a:lnTo>
                      <a:pt x="359" y="587"/>
                    </a:lnTo>
                    <a:lnTo>
                      <a:pt x="361" y="588"/>
                    </a:lnTo>
                    <a:lnTo>
                      <a:pt x="365" y="589"/>
                    </a:lnTo>
                    <a:lnTo>
                      <a:pt x="369" y="589"/>
                    </a:lnTo>
                    <a:lnTo>
                      <a:pt x="371" y="591"/>
                    </a:lnTo>
                    <a:lnTo>
                      <a:pt x="373" y="594"/>
                    </a:lnTo>
                    <a:lnTo>
                      <a:pt x="374" y="597"/>
                    </a:lnTo>
                    <a:lnTo>
                      <a:pt x="376" y="599"/>
                    </a:lnTo>
                    <a:lnTo>
                      <a:pt x="378" y="601"/>
                    </a:lnTo>
                    <a:lnTo>
                      <a:pt x="380" y="603"/>
                    </a:lnTo>
                    <a:lnTo>
                      <a:pt x="382" y="605"/>
                    </a:lnTo>
                    <a:lnTo>
                      <a:pt x="384" y="607"/>
                    </a:lnTo>
                    <a:lnTo>
                      <a:pt x="386" y="609"/>
                    </a:lnTo>
                    <a:lnTo>
                      <a:pt x="389" y="612"/>
                    </a:lnTo>
                    <a:close/>
                  </a:path>
                </a:pathLst>
              </a:custGeom>
              <a:solidFill>
                <a:srgbClr val="0F7AB7">
                  <a:alpha val="32000"/>
                </a:srgbClr>
              </a:solidFill>
              <a:ln>
                <a:noFill/>
              </a:ln>
            </p:spPr>
            <p:txBody>
              <a:bodyPr anchor="ctr"/>
              <a:lstStyle/>
              <a:p>
                <a:pPr algn="ctr">
                  <a:buNone/>
                </a:pPr>
              </a:p>
            </p:txBody>
          </p:sp>
          <p:sp>
            <p:nvSpPr>
              <p:cNvPr id="7634" name="addition:spatial:123">
                <a:extLst>
                  <a:ext uri="{FF2B5EF4-FFF2-40B4-BE49-F238E27FC236}">
                    <ns2:creationId id="{D8434E82-0713-4453-BD96-7ADE79534A90}"/>
                  </a:ext>
                </a:extLst>
              </p:cNvPr>
              <p:cNvSpPr>
                <a:spLocks noGrp="1"/>
              </p:cNvSpPr>
              <p:nvPr/>
            </p:nvSpPr>
            <p:spPr>
              <a:xfrm>
                <a:off x="5648325" y="1666875"/>
                <a:ext cx="582061" cy="1052200"/>
              </a:xfrm>
              <a:custGeom>
                <a:rect l="l" t="t" r="r" b="b"/>
                <a:pathLst>
                  <a:path w="439" h="622">
                    <a:moveTo>
                      <a:pt x="0" y="0"/>
                    </a:moveTo>
                    <a:moveTo>
                      <a:pt x="439" y="594"/>
                    </a:moveTo>
                    <a:lnTo>
                      <a:pt x="439" y="597"/>
                    </a:lnTo>
                    <a:lnTo>
                      <a:pt x="437" y="599"/>
                    </a:lnTo>
                    <a:lnTo>
                      <a:pt x="434" y="601"/>
                    </a:lnTo>
                    <a:lnTo>
                      <a:pt x="432" y="603"/>
                    </a:lnTo>
                    <a:lnTo>
                      <a:pt x="431" y="605"/>
                    </a:lnTo>
                    <a:lnTo>
                      <a:pt x="430" y="607"/>
                    </a:lnTo>
                    <a:lnTo>
                      <a:pt x="429" y="609"/>
                    </a:lnTo>
                    <a:lnTo>
                      <a:pt x="428" y="611"/>
                    </a:lnTo>
                    <a:lnTo>
                      <a:pt x="428" y="614"/>
                    </a:lnTo>
                    <a:lnTo>
                      <a:pt x="427" y="617"/>
                    </a:lnTo>
                    <a:lnTo>
                      <a:pt x="426" y="621"/>
                    </a:lnTo>
                    <a:lnTo>
                      <a:pt x="424" y="622"/>
                    </a:lnTo>
                    <a:lnTo>
                      <a:pt x="422" y="622"/>
                    </a:lnTo>
                    <a:lnTo>
                      <a:pt x="419" y="619"/>
                    </a:lnTo>
                    <a:lnTo>
                      <a:pt x="416" y="617"/>
                    </a:lnTo>
                    <a:lnTo>
                      <a:pt x="415" y="618"/>
                    </a:lnTo>
                    <a:lnTo>
                      <a:pt x="413" y="619"/>
                    </a:lnTo>
                    <a:lnTo>
                      <a:pt x="412" y="621"/>
                    </a:lnTo>
                    <a:lnTo>
                      <a:pt x="410" y="621"/>
                    </a:lnTo>
                    <a:lnTo>
                      <a:pt x="408" y="619"/>
                    </a:lnTo>
                    <a:lnTo>
                      <a:pt x="407" y="619"/>
                    </a:lnTo>
                    <a:lnTo>
                      <a:pt x="405" y="618"/>
                    </a:lnTo>
                    <a:lnTo>
                      <a:pt x="403" y="619"/>
                    </a:lnTo>
                    <a:lnTo>
                      <a:pt x="401" y="618"/>
                    </a:lnTo>
                    <a:lnTo>
                      <a:pt x="400" y="616"/>
                    </a:lnTo>
                    <a:lnTo>
                      <a:pt x="398" y="614"/>
                    </a:lnTo>
                    <a:lnTo>
                      <a:pt x="397" y="613"/>
                    </a:lnTo>
                    <a:lnTo>
                      <a:pt x="395" y="611"/>
                    </a:lnTo>
                    <a:lnTo>
                      <a:pt x="393" y="609"/>
                    </a:lnTo>
                    <a:lnTo>
                      <a:pt x="394" y="606"/>
                    </a:lnTo>
                    <a:lnTo>
                      <a:pt x="395" y="603"/>
                    </a:lnTo>
                    <a:lnTo>
                      <a:pt x="397" y="600"/>
                    </a:lnTo>
                    <a:lnTo>
                      <a:pt x="396" y="598"/>
                    </a:lnTo>
                    <a:lnTo>
                      <a:pt x="394" y="596"/>
                    </a:lnTo>
                    <a:lnTo>
                      <a:pt x="391" y="594"/>
                    </a:lnTo>
                    <a:lnTo>
                      <a:pt x="389" y="592"/>
                    </a:lnTo>
                    <a:lnTo>
                      <a:pt x="388" y="589"/>
                    </a:lnTo>
                    <a:lnTo>
                      <a:pt x="389" y="587"/>
                    </a:lnTo>
                    <a:lnTo>
                      <a:pt x="390" y="584"/>
                    </a:lnTo>
                    <a:lnTo>
                      <a:pt x="390" y="582"/>
                    </a:lnTo>
                    <a:lnTo>
                      <a:pt x="391" y="580"/>
                    </a:lnTo>
                    <a:lnTo>
                      <a:pt x="393" y="578"/>
                    </a:lnTo>
                    <a:lnTo>
                      <a:pt x="395" y="578"/>
                    </a:lnTo>
                    <a:lnTo>
                      <a:pt x="397" y="577"/>
                    </a:lnTo>
                    <a:lnTo>
                      <a:pt x="398" y="575"/>
                    </a:lnTo>
                    <a:lnTo>
                      <a:pt x="399" y="572"/>
                    </a:lnTo>
                    <a:lnTo>
                      <a:pt x="400" y="571"/>
                    </a:lnTo>
                    <a:lnTo>
                      <a:pt x="403" y="571"/>
                    </a:lnTo>
                    <a:lnTo>
                      <a:pt x="405" y="571"/>
                    </a:lnTo>
                    <a:lnTo>
                      <a:pt x="407" y="571"/>
                    </a:lnTo>
                    <a:lnTo>
                      <a:pt x="409" y="569"/>
                    </a:lnTo>
                    <a:lnTo>
                      <a:pt x="411" y="566"/>
                    </a:lnTo>
                    <a:lnTo>
                      <a:pt x="414" y="563"/>
                    </a:lnTo>
                    <a:lnTo>
                      <a:pt x="417" y="563"/>
                    </a:lnTo>
                    <a:lnTo>
                      <a:pt x="419" y="566"/>
                    </a:lnTo>
                    <a:lnTo>
                      <a:pt x="421" y="568"/>
                    </a:lnTo>
                    <a:lnTo>
                      <a:pt x="423" y="570"/>
                    </a:lnTo>
                    <a:lnTo>
                      <a:pt x="425" y="572"/>
                    </a:lnTo>
                    <a:lnTo>
                      <a:pt x="426" y="574"/>
                    </a:lnTo>
                    <a:lnTo>
                      <a:pt x="427" y="576"/>
                    </a:lnTo>
                    <a:lnTo>
                      <a:pt x="429" y="578"/>
                    </a:lnTo>
                    <a:lnTo>
                      <a:pt x="431" y="578"/>
                    </a:lnTo>
                    <a:lnTo>
                      <a:pt x="434" y="578"/>
                    </a:lnTo>
                    <a:lnTo>
                      <a:pt x="437" y="579"/>
                    </a:lnTo>
                    <a:lnTo>
                      <a:pt x="438" y="581"/>
                    </a:lnTo>
                    <a:lnTo>
                      <a:pt x="438" y="584"/>
                    </a:lnTo>
                    <a:lnTo>
                      <a:pt x="437" y="587"/>
                    </a:lnTo>
                    <a:lnTo>
                      <a:pt x="437" y="590"/>
                    </a:lnTo>
                    <a:lnTo>
                      <a:pt x="438" y="592"/>
                    </a:lnTo>
                    <a:close/>
                  </a:path>
                </a:pathLst>
              </a:custGeom>
              <a:solidFill>
                <a:srgbClr val="59A3CD">
                  <a:alpha val="24000"/>
                </a:srgbClr>
              </a:solidFill>
              <a:ln>
                <a:noFill/>
              </a:ln>
            </p:spPr>
            <p:txBody>
              <a:bodyPr anchor="ctr"/>
              <a:lstStyle/>
              <a:p>
                <a:pPr algn="ctr">
                  <a:buNone/>
                </a:pPr>
              </a:p>
            </p:txBody>
          </p:sp>
          <p:sp>
            <p:nvSpPr>
              <p:cNvPr id="7635" name="addition:spatial:124">
                <a:extLst>
                  <a:ext uri="{FF2B5EF4-FFF2-40B4-BE49-F238E27FC236}">
                    <ns2:creationId id="{4EA50210-DC3D-4ACE-B33E-087925ED6A68}"/>
                  </a:ext>
                </a:extLst>
              </p:cNvPr>
              <p:cNvSpPr>
                <a:spLocks noGrp="1"/>
              </p:cNvSpPr>
              <p:nvPr/>
            </p:nvSpPr>
            <p:spPr>
              <a:xfrm>
                <a:off x="5648325" y="1666875"/>
                <a:ext cx="550240" cy="1177381"/>
              </a:xfrm>
              <a:custGeom>
                <a:rect l="l" t="t" r="r" b="b"/>
                <a:pathLst>
                  <a:path w="415" h="696">
                    <a:moveTo>
                      <a:pt x="0" y="0"/>
                    </a:moveTo>
                    <a:moveTo>
                      <a:pt x="412" y="663"/>
                    </a:moveTo>
                    <a:lnTo>
                      <a:pt x="409" y="666"/>
                    </a:lnTo>
                    <a:lnTo>
                      <a:pt x="407" y="668"/>
                    </a:lnTo>
                    <a:lnTo>
                      <a:pt x="407" y="670"/>
                    </a:lnTo>
                    <a:lnTo>
                      <a:pt x="407" y="673"/>
                    </a:lnTo>
                    <a:lnTo>
                      <a:pt x="406" y="676"/>
                    </a:lnTo>
                    <a:lnTo>
                      <a:pt x="404" y="678"/>
                    </a:lnTo>
                    <a:lnTo>
                      <a:pt x="401" y="679"/>
                    </a:lnTo>
                    <a:lnTo>
                      <a:pt x="399" y="681"/>
                    </a:lnTo>
                    <a:lnTo>
                      <a:pt x="398" y="683"/>
                    </a:lnTo>
                    <a:lnTo>
                      <a:pt x="397" y="686"/>
                    </a:lnTo>
                    <a:lnTo>
                      <a:pt x="395" y="688"/>
                    </a:lnTo>
                    <a:lnTo>
                      <a:pt x="393" y="690"/>
                    </a:lnTo>
                    <a:lnTo>
                      <a:pt x="391" y="692"/>
                    </a:lnTo>
                    <a:lnTo>
                      <a:pt x="388" y="694"/>
                    </a:lnTo>
                    <a:lnTo>
                      <a:pt x="386" y="696"/>
                    </a:lnTo>
                    <a:lnTo>
                      <a:pt x="383" y="696"/>
                    </a:lnTo>
                    <a:lnTo>
                      <a:pt x="381" y="693"/>
                    </a:lnTo>
                    <a:lnTo>
                      <a:pt x="378" y="690"/>
                    </a:lnTo>
                    <a:lnTo>
                      <a:pt x="377" y="687"/>
                    </a:lnTo>
                    <a:lnTo>
                      <a:pt x="375" y="687"/>
                    </a:lnTo>
                    <a:lnTo>
                      <a:pt x="373" y="689"/>
                    </a:lnTo>
                    <a:lnTo>
                      <a:pt x="370" y="691"/>
                    </a:lnTo>
                    <a:lnTo>
                      <a:pt x="368" y="691"/>
                    </a:lnTo>
                    <a:lnTo>
                      <a:pt x="366" y="689"/>
                    </a:lnTo>
                    <a:lnTo>
                      <a:pt x="364" y="687"/>
                    </a:lnTo>
                    <a:lnTo>
                      <a:pt x="363" y="686"/>
                    </a:lnTo>
                    <a:lnTo>
                      <a:pt x="361" y="684"/>
                    </a:lnTo>
                    <a:lnTo>
                      <a:pt x="360" y="682"/>
                    </a:lnTo>
                    <a:lnTo>
                      <a:pt x="360" y="679"/>
                    </a:lnTo>
                    <a:lnTo>
                      <a:pt x="360" y="676"/>
                    </a:lnTo>
                    <a:lnTo>
                      <a:pt x="359" y="673"/>
                    </a:lnTo>
                    <a:lnTo>
                      <a:pt x="358" y="671"/>
                    </a:lnTo>
                    <a:lnTo>
                      <a:pt x="357" y="668"/>
                    </a:lnTo>
                    <a:lnTo>
                      <a:pt x="357" y="666"/>
                    </a:lnTo>
                    <a:lnTo>
                      <a:pt x="359" y="663"/>
                    </a:lnTo>
                    <a:lnTo>
                      <a:pt x="361" y="661"/>
                    </a:lnTo>
                    <a:lnTo>
                      <a:pt x="360" y="658"/>
                    </a:lnTo>
                    <a:lnTo>
                      <a:pt x="358" y="655"/>
                    </a:lnTo>
                    <a:lnTo>
                      <a:pt x="355" y="652"/>
                    </a:lnTo>
                    <a:lnTo>
                      <a:pt x="354" y="648"/>
                    </a:lnTo>
                    <a:lnTo>
                      <a:pt x="355" y="646"/>
                    </a:lnTo>
                    <a:lnTo>
                      <a:pt x="358" y="644"/>
                    </a:lnTo>
                    <a:lnTo>
                      <a:pt x="360" y="643"/>
                    </a:lnTo>
                    <a:lnTo>
                      <a:pt x="362" y="642"/>
                    </a:lnTo>
                    <a:lnTo>
                      <a:pt x="364" y="641"/>
                    </a:lnTo>
                    <a:lnTo>
                      <a:pt x="366" y="640"/>
                    </a:lnTo>
                    <a:lnTo>
                      <a:pt x="369" y="640"/>
                    </a:lnTo>
                    <a:lnTo>
                      <a:pt x="370" y="639"/>
                    </a:lnTo>
                    <a:lnTo>
                      <a:pt x="372" y="637"/>
                    </a:lnTo>
                    <a:lnTo>
                      <a:pt x="373" y="634"/>
                    </a:lnTo>
                    <a:lnTo>
                      <a:pt x="375" y="632"/>
                    </a:lnTo>
                    <a:lnTo>
                      <a:pt x="378" y="632"/>
                    </a:lnTo>
                    <a:lnTo>
                      <a:pt x="381" y="633"/>
                    </a:lnTo>
                    <a:lnTo>
                      <a:pt x="383" y="635"/>
                    </a:lnTo>
                    <a:lnTo>
                      <a:pt x="386" y="634"/>
                    </a:lnTo>
                    <a:lnTo>
                      <a:pt x="389" y="633"/>
                    </a:lnTo>
                    <a:lnTo>
                      <a:pt x="393" y="632"/>
                    </a:lnTo>
                    <a:lnTo>
                      <a:pt x="395" y="634"/>
                    </a:lnTo>
                    <a:lnTo>
                      <a:pt x="397" y="638"/>
                    </a:lnTo>
                    <a:lnTo>
                      <a:pt x="397" y="641"/>
                    </a:lnTo>
                    <a:lnTo>
                      <a:pt x="399" y="644"/>
                    </a:lnTo>
                    <a:lnTo>
                      <a:pt x="401" y="646"/>
                    </a:lnTo>
                    <a:lnTo>
                      <a:pt x="402" y="647"/>
                    </a:lnTo>
                    <a:lnTo>
                      <a:pt x="404" y="649"/>
                    </a:lnTo>
                    <a:lnTo>
                      <a:pt x="406" y="651"/>
                    </a:lnTo>
                    <a:lnTo>
                      <a:pt x="408" y="653"/>
                    </a:lnTo>
                    <a:lnTo>
                      <a:pt x="412" y="654"/>
                    </a:lnTo>
                    <a:lnTo>
                      <a:pt x="414" y="657"/>
                    </a:lnTo>
                    <a:lnTo>
                      <a:pt x="415" y="660"/>
                    </a:lnTo>
                    <a:close/>
                  </a:path>
                </a:pathLst>
              </a:custGeom>
              <a:solidFill>
                <a:srgbClr val="59A3CD">
                  <a:alpha val="24000"/>
                </a:srgbClr>
              </a:solidFill>
              <a:ln>
                <a:noFill/>
              </a:ln>
            </p:spPr>
            <p:txBody>
              <a:bodyPr anchor="ctr"/>
              <a:lstStyle/>
              <a:p>
                <a:pPr algn="ctr">
                  <a:buNone/>
                </a:pPr>
              </a:p>
            </p:txBody>
          </p:sp>
          <p:sp>
            <p:nvSpPr>
              <p:cNvPr id="7636" name="addition:spatial:125">
                <a:extLst>
                  <a:ext uri="{FF2B5EF4-FFF2-40B4-BE49-F238E27FC236}">
                    <ns2:creationId id="{E1143367-070E-4D0E-AFA0-D148AD7F97A6}"/>
                  </a:ext>
                </a:extLst>
              </p:cNvPr>
              <p:cNvSpPr>
                <a:spLocks noGrp="1"/>
              </p:cNvSpPr>
              <p:nvPr/>
            </p:nvSpPr>
            <p:spPr>
              <a:xfrm>
                <a:off x="5648325" y="1666875"/>
                <a:ext cx="432237" cy="1207831"/>
              </a:xfrm>
              <a:custGeom>
                <a:rect l="l" t="t" r="r" b="b"/>
                <a:pathLst>
                  <a:path w="326" h="714">
                    <a:moveTo>
                      <a:pt x="0" y="0"/>
                    </a:moveTo>
                    <a:moveTo>
                      <a:pt x="320" y="680"/>
                    </a:moveTo>
                    <a:lnTo>
                      <a:pt x="323" y="683"/>
                    </a:lnTo>
                    <a:lnTo>
                      <a:pt x="324" y="686"/>
                    </a:lnTo>
                    <a:lnTo>
                      <a:pt x="325" y="689"/>
                    </a:lnTo>
                    <a:lnTo>
                      <a:pt x="324" y="691"/>
                    </a:lnTo>
                    <a:lnTo>
                      <a:pt x="324" y="694"/>
                    </a:lnTo>
                    <a:lnTo>
                      <a:pt x="323" y="697"/>
                    </a:lnTo>
                    <a:lnTo>
                      <a:pt x="323" y="699"/>
                    </a:lnTo>
                    <a:lnTo>
                      <a:pt x="321" y="701"/>
                    </a:lnTo>
                    <a:lnTo>
                      <a:pt x="319" y="702"/>
                    </a:lnTo>
                    <a:lnTo>
                      <a:pt x="317" y="703"/>
                    </a:lnTo>
                    <a:lnTo>
                      <a:pt x="316" y="705"/>
                    </a:lnTo>
                    <a:lnTo>
                      <a:pt x="314" y="707"/>
                    </a:lnTo>
                    <a:lnTo>
                      <a:pt x="313" y="709"/>
                    </a:lnTo>
                    <a:lnTo>
                      <a:pt x="311" y="708"/>
                    </a:lnTo>
                    <a:lnTo>
                      <a:pt x="308" y="706"/>
                    </a:lnTo>
                    <a:lnTo>
                      <a:pt x="306" y="705"/>
                    </a:lnTo>
                    <a:lnTo>
                      <a:pt x="305" y="707"/>
                    </a:lnTo>
                    <a:lnTo>
                      <a:pt x="302" y="710"/>
                    </a:lnTo>
                    <a:lnTo>
                      <a:pt x="300" y="713"/>
                    </a:lnTo>
                    <a:lnTo>
                      <a:pt x="297" y="714"/>
                    </a:lnTo>
                    <a:lnTo>
                      <a:pt x="295" y="713"/>
                    </a:lnTo>
                    <a:lnTo>
                      <a:pt x="292" y="710"/>
                    </a:lnTo>
                    <a:lnTo>
                      <a:pt x="290" y="708"/>
                    </a:lnTo>
                    <a:lnTo>
                      <a:pt x="289" y="706"/>
                    </a:lnTo>
                    <a:lnTo>
                      <a:pt x="287" y="703"/>
                    </a:lnTo>
                    <a:lnTo>
                      <a:pt x="286" y="700"/>
                    </a:lnTo>
                    <a:lnTo>
                      <a:pt x="285" y="697"/>
                    </a:lnTo>
                    <a:lnTo>
                      <a:pt x="284" y="696"/>
                    </a:lnTo>
                    <a:lnTo>
                      <a:pt x="281" y="695"/>
                    </a:lnTo>
                    <a:lnTo>
                      <a:pt x="277" y="694"/>
                    </a:lnTo>
                    <a:lnTo>
                      <a:pt x="275" y="692"/>
                    </a:lnTo>
                    <a:lnTo>
                      <a:pt x="275" y="689"/>
                    </a:lnTo>
                    <a:lnTo>
                      <a:pt x="276" y="686"/>
                    </a:lnTo>
                    <a:lnTo>
                      <a:pt x="276" y="683"/>
                    </a:lnTo>
                    <a:lnTo>
                      <a:pt x="274" y="680"/>
                    </a:lnTo>
                    <a:lnTo>
                      <a:pt x="273" y="678"/>
                    </a:lnTo>
                    <a:lnTo>
                      <a:pt x="272" y="674"/>
                    </a:lnTo>
                    <a:lnTo>
                      <a:pt x="274" y="672"/>
                    </a:lnTo>
                    <a:lnTo>
                      <a:pt x="277" y="670"/>
                    </a:lnTo>
                    <a:lnTo>
                      <a:pt x="279" y="668"/>
                    </a:lnTo>
                    <a:lnTo>
                      <a:pt x="281" y="666"/>
                    </a:lnTo>
                    <a:lnTo>
                      <a:pt x="283" y="665"/>
                    </a:lnTo>
                    <a:lnTo>
                      <a:pt x="285" y="663"/>
                    </a:lnTo>
                    <a:lnTo>
                      <a:pt x="286" y="661"/>
                    </a:lnTo>
                    <a:lnTo>
                      <a:pt x="288" y="659"/>
                    </a:lnTo>
                    <a:lnTo>
                      <a:pt x="289" y="655"/>
                    </a:lnTo>
                    <a:lnTo>
                      <a:pt x="289" y="651"/>
                    </a:lnTo>
                    <a:lnTo>
                      <a:pt x="291" y="648"/>
                    </a:lnTo>
                    <a:lnTo>
                      <a:pt x="294" y="648"/>
                    </a:lnTo>
                    <a:lnTo>
                      <a:pt x="298" y="650"/>
                    </a:lnTo>
                    <a:lnTo>
                      <a:pt x="300" y="652"/>
                    </a:lnTo>
                    <a:lnTo>
                      <a:pt x="303" y="653"/>
                    </a:lnTo>
                    <a:lnTo>
                      <a:pt x="305" y="652"/>
                    </a:lnTo>
                    <a:lnTo>
                      <a:pt x="307" y="651"/>
                    </a:lnTo>
                    <a:lnTo>
                      <a:pt x="309" y="652"/>
                    </a:lnTo>
                    <a:lnTo>
                      <a:pt x="311" y="653"/>
                    </a:lnTo>
                    <a:lnTo>
                      <a:pt x="312" y="655"/>
                    </a:lnTo>
                    <a:lnTo>
                      <a:pt x="314" y="656"/>
                    </a:lnTo>
                    <a:lnTo>
                      <a:pt x="316" y="656"/>
                    </a:lnTo>
                    <a:lnTo>
                      <a:pt x="318" y="657"/>
                    </a:lnTo>
                    <a:lnTo>
                      <a:pt x="319" y="659"/>
                    </a:lnTo>
                    <a:lnTo>
                      <a:pt x="320" y="660"/>
                    </a:lnTo>
                    <a:lnTo>
                      <a:pt x="322" y="662"/>
                    </a:lnTo>
                    <a:lnTo>
                      <a:pt x="324" y="663"/>
                    </a:lnTo>
                    <a:lnTo>
                      <a:pt x="326" y="665"/>
                    </a:lnTo>
                    <a:lnTo>
                      <a:pt x="326" y="669"/>
                    </a:lnTo>
                    <a:lnTo>
                      <a:pt x="324" y="672"/>
                    </a:lnTo>
                    <a:lnTo>
                      <a:pt x="321" y="676"/>
                    </a:lnTo>
                    <a:lnTo>
                      <a:pt x="320" y="678"/>
                    </a:lnTo>
                    <a:close/>
                  </a:path>
                </a:pathLst>
              </a:custGeom>
              <a:solidFill>
                <a:srgbClr val="59A3CD">
                  <a:alpha val="24000"/>
                </a:srgbClr>
              </a:solidFill>
              <a:ln>
                <a:noFill/>
              </a:ln>
            </p:spPr>
            <p:txBody>
              <a:bodyPr anchor="ctr"/>
              <a:lstStyle/>
              <a:p>
                <a:pPr algn="ctr">
                  <a:buNone/>
                </a:pPr>
              </a:p>
            </p:txBody>
          </p:sp>
          <p:sp>
            <p:nvSpPr>
              <p:cNvPr id="7637" name="addition:spatial:126">
                <a:extLst>
                  <a:ext uri="{FF2B5EF4-FFF2-40B4-BE49-F238E27FC236}">
                    <ns2:creationId id="{B2C7AB47-B9D9-4322-A3B7-75922D5A1312}"/>
                  </a:ext>
                </a:extLst>
              </p:cNvPr>
              <p:cNvSpPr>
                <a:spLocks noGrp="1"/>
              </p:cNvSpPr>
              <p:nvPr/>
            </p:nvSpPr>
            <p:spPr>
              <a:xfrm>
                <a:off x="5648325" y="1666875"/>
                <a:ext cx="346055" cy="1146932"/>
              </a:xfrm>
              <a:custGeom>
                <a:rect l="l" t="t" r="r" b="b"/>
                <a:pathLst>
                  <a:path w="261" h="678">
                    <a:moveTo>
                      <a:pt x="0" y="0"/>
                    </a:moveTo>
                    <a:moveTo>
                      <a:pt x="254" y="646"/>
                    </a:moveTo>
                    <a:lnTo>
                      <a:pt x="252" y="648"/>
                    </a:lnTo>
                    <a:lnTo>
                      <a:pt x="253" y="650"/>
                    </a:lnTo>
                    <a:lnTo>
                      <a:pt x="255" y="653"/>
                    </a:lnTo>
                    <a:lnTo>
                      <a:pt x="257" y="657"/>
                    </a:lnTo>
                    <a:lnTo>
                      <a:pt x="257" y="660"/>
                    </a:lnTo>
                    <a:lnTo>
                      <a:pt x="255" y="662"/>
                    </a:lnTo>
                    <a:lnTo>
                      <a:pt x="253" y="664"/>
                    </a:lnTo>
                    <a:lnTo>
                      <a:pt x="251" y="666"/>
                    </a:lnTo>
                    <a:lnTo>
                      <a:pt x="250" y="668"/>
                    </a:lnTo>
                    <a:lnTo>
                      <a:pt x="249" y="670"/>
                    </a:lnTo>
                    <a:lnTo>
                      <a:pt x="247" y="672"/>
                    </a:lnTo>
                    <a:lnTo>
                      <a:pt x="244" y="672"/>
                    </a:lnTo>
                    <a:lnTo>
                      <a:pt x="242" y="672"/>
                    </a:lnTo>
                    <a:lnTo>
                      <a:pt x="240" y="674"/>
                    </a:lnTo>
                    <a:lnTo>
                      <a:pt x="238" y="674"/>
                    </a:lnTo>
                    <a:lnTo>
                      <a:pt x="236" y="674"/>
                    </a:lnTo>
                    <a:lnTo>
                      <a:pt x="234" y="672"/>
                    </a:lnTo>
                    <a:lnTo>
                      <a:pt x="232" y="671"/>
                    </a:lnTo>
                    <a:lnTo>
                      <a:pt x="229" y="672"/>
                    </a:lnTo>
                    <a:lnTo>
                      <a:pt x="227" y="675"/>
                    </a:lnTo>
                    <a:lnTo>
                      <a:pt x="223" y="678"/>
                    </a:lnTo>
                    <a:lnTo>
                      <a:pt x="220" y="678"/>
                    </a:lnTo>
                    <a:lnTo>
                      <a:pt x="217" y="676"/>
                    </a:lnTo>
                    <a:lnTo>
                      <a:pt x="216" y="672"/>
                    </a:lnTo>
                    <a:lnTo>
                      <a:pt x="215" y="669"/>
                    </a:lnTo>
                    <a:lnTo>
                      <a:pt x="214" y="666"/>
                    </a:lnTo>
                    <a:lnTo>
                      <a:pt x="212" y="664"/>
                    </a:lnTo>
                    <a:lnTo>
                      <a:pt x="210" y="662"/>
                    </a:lnTo>
                    <a:lnTo>
                      <a:pt x="209" y="660"/>
                    </a:lnTo>
                    <a:lnTo>
                      <a:pt x="208" y="657"/>
                    </a:lnTo>
                    <a:lnTo>
                      <a:pt x="205" y="656"/>
                    </a:lnTo>
                    <a:lnTo>
                      <a:pt x="202" y="654"/>
                    </a:lnTo>
                    <a:lnTo>
                      <a:pt x="200" y="651"/>
                    </a:lnTo>
                    <a:lnTo>
                      <a:pt x="200" y="649"/>
                    </a:lnTo>
                    <a:lnTo>
                      <a:pt x="201" y="646"/>
                    </a:lnTo>
                    <a:lnTo>
                      <a:pt x="201" y="643"/>
                    </a:lnTo>
                    <a:lnTo>
                      <a:pt x="200" y="641"/>
                    </a:lnTo>
                    <a:lnTo>
                      <a:pt x="198" y="637"/>
                    </a:lnTo>
                    <a:lnTo>
                      <a:pt x="198" y="634"/>
                    </a:lnTo>
                    <a:lnTo>
                      <a:pt x="200" y="632"/>
                    </a:lnTo>
                    <a:lnTo>
                      <a:pt x="204" y="631"/>
                    </a:lnTo>
                    <a:lnTo>
                      <a:pt x="208" y="630"/>
                    </a:lnTo>
                    <a:lnTo>
                      <a:pt x="210" y="629"/>
                    </a:lnTo>
                    <a:lnTo>
                      <a:pt x="212" y="627"/>
                    </a:lnTo>
                    <a:lnTo>
                      <a:pt x="213" y="625"/>
                    </a:lnTo>
                    <a:lnTo>
                      <a:pt x="215" y="623"/>
                    </a:lnTo>
                    <a:lnTo>
                      <a:pt x="217" y="621"/>
                    </a:lnTo>
                    <a:lnTo>
                      <a:pt x="219" y="618"/>
                    </a:lnTo>
                    <a:lnTo>
                      <a:pt x="221" y="615"/>
                    </a:lnTo>
                    <a:lnTo>
                      <a:pt x="224" y="613"/>
                    </a:lnTo>
                    <a:lnTo>
                      <a:pt x="228" y="613"/>
                    </a:lnTo>
                    <a:lnTo>
                      <a:pt x="231" y="615"/>
                    </a:lnTo>
                    <a:lnTo>
                      <a:pt x="234" y="618"/>
                    </a:lnTo>
                    <a:lnTo>
                      <a:pt x="236" y="619"/>
                    </a:lnTo>
                    <a:lnTo>
                      <a:pt x="239" y="619"/>
                    </a:lnTo>
                    <a:lnTo>
                      <a:pt x="242" y="618"/>
                    </a:lnTo>
                    <a:lnTo>
                      <a:pt x="245" y="618"/>
                    </a:lnTo>
                    <a:lnTo>
                      <a:pt x="247" y="621"/>
                    </a:lnTo>
                    <a:lnTo>
                      <a:pt x="248" y="623"/>
                    </a:lnTo>
                    <a:lnTo>
                      <a:pt x="249" y="625"/>
                    </a:lnTo>
                    <a:lnTo>
                      <a:pt x="251" y="626"/>
                    </a:lnTo>
                    <a:lnTo>
                      <a:pt x="254" y="626"/>
                    </a:lnTo>
                    <a:lnTo>
                      <a:pt x="257" y="628"/>
                    </a:lnTo>
                    <a:lnTo>
                      <a:pt x="258" y="630"/>
                    </a:lnTo>
                    <a:lnTo>
                      <a:pt x="259" y="632"/>
                    </a:lnTo>
                    <a:lnTo>
                      <a:pt x="261" y="635"/>
                    </a:lnTo>
                    <a:lnTo>
                      <a:pt x="261" y="637"/>
                    </a:lnTo>
                    <a:lnTo>
                      <a:pt x="261" y="640"/>
                    </a:lnTo>
                    <a:lnTo>
                      <a:pt x="258" y="643"/>
                    </a:lnTo>
                    <a:close/>
                  </a:path>
                </a:pathLst>
              </a:custGeom>
              <a:solidFill>
                <a:srgbClr val="59A3CD">
                  <a:alpha val="24000"/>
                </a:srgbClr>
              </a:solidFill>
              <a:ln>
                <a:noFill/>
              </a:ln>
            </p:spPr>
            <p:txBody>
              <a:bodyPr anchor="ctr"/>
              <a:lstStyle/>
              <a:p>
                <a:pPr algn="ctr">
                  <a:buNone/>
                </a:pPr>
              </a:p>
            </p:txBody>
          </p:sp>
          <p:sp>
            <p:nvSpPr>
              <p:cNvPr id="7638" name="addition:spatial:127">
                <a:extLst>
                  <a:ext uri="{FF2B5EF4-FFF2-40B4-BE49-F238E27FC236}">
                    <ns2:creationId id="{672D2FFF-9DD1-493C-8020-5EFF27B3A724}"/>
                  </a:ext>
                </a:extLst>
              </p:cNvPr>
              <p:cNvSpPr>
                <a:spLocks noGrp="1"/>
              </p:cNvSpPr>
              <p:nvPr/>
            </p:nvSpPr>
            <p:spPr>
              <a:xfrm>
                <a:off x="5648325" y="1666875"/>
                <a:ext cx="303627" cy="1021751"/>
              </a:xfrm>
              <a:custGeom>
                <a:rect l="l" t="t" r="r" b="b"/>
                <a:pathLst>
                  <a:path w="229" h="604">
                    <a:moveTo>
                      <a:pt x="0" y="0"/>
                    </a:moveTo>
                    <a:moveTo>
                      <a:pt x="227" y="575"/>
                    </a:moveTo>
                    <a:lnTo>
                      <a:pt x="225" y="577"/>
                    </a:lnTo>
                    <a:lnTo>
                      <a:pt x="224" y="579"/>
                    </a:lnTo>
                    <a:lnTo>
                      <a:pt x="225" y="581"/>
                    </a:lnTo>
                    <a:lnTo>
                      <a:pt x="227" y="585"/>
                    </a:lnTo>
                    <a:lnTo>
                      <a:pt x="229" y="588"/>
                    </a:lnTo>
                    <a:lnTo>
                      <a:pt x="229" y="591"/>
                    </a:lnTo>
                    <a:lnTo>
                      <a:pt x="227" y="593"/>
                    </a:lnTo>
                    <a:lnTo>
                      <a:pt x="224" y="594"/>
                    </a:lnTo>
                    <a:lnTo>
                      <a:pt x="222" y="594"/>
                    </a:lnTo>
                    <a:lnTo>
                      <a:pt x="220" y="595"/>
                    </a:lnTo>
                    <a:lnTo>
                      <a:pt x="218" y="596"/>
                    </a:lnTo>
                    <a:lnTo>
                      <a:pt x="216" y="596"/>
                    </a:lnTo>
                    <a:lnTo>
                      <a:pt x="215" y="597"/>
                    </a:lnTo>
                    <a:lnTo>
                      <a:pt x="213" y="598"/>
                    </a:lnTo>
                    <a:lnTo>
                      <a:pt x="211" y="600"/>
                    </a:lnTo>
                    <a:lnTo>
                      <a:pt x="210" y="603"/>
                    </a:lnTo>
                    <a:lnTo>
                      <a:pt x="207" y="604"/>
                    </a:lnTo>
                    <a:lnTo>
                      <a:pt x="205" y="603"/>
                    </a:lnTo>
                    <a:lnTo>
                      <a:pt x="202" y="602"/>
                    </a:lnTo>
                    <a:lnTo>
                      <a:pt x="200" y="600"/>
                    </a:lnTo>
                    <a:lnTo>
                      <a:pt x="197" y="601"/>
                    </a:lnTo>
                    <a:lnTo>
                      <a:pt x="194" y="602"/>
                    </a:lnTo>
                    <a:lnTo>
                      <a:pt x="191" y="601"/>
                    </a:lnTo>
                    <a:lnTo>
                      <a:pt x="189" y="599"/>
                    </a:lnTo>
                    <a:lnTo>
                      <a:pt x="188" y="595"/>
                    </a:lnTo>
                    <a:lnTo>
                      <a:pt x="188" y="592"/>
                    </a:lnTo>
                    <a:lnTo>
                      <a:pt x="186" y="590"/>
                    </a:lnTo>
                    <a:lnTo>
                      <a:pt x="184" y="589"/>
                    </a:lnTo>
                    <a:lnTo>
                      <a:pt x="182" y="588"/>
                    </a:lnTo>
                    <a:lnTo>
                      <a:pt x="181" y="586"/>
                    </a:lnTo>
                    <a:lnTo>
                      <a:pt x="179" y="584"/>
                    </a:lnTo>
                    <a:lnTo>
                      <a:pt x="176" y="583"/>
                    </a:lnTo>
                    <a:lnTo>
                      <a:pt x="174" y="580"/>
                    </a:lnTo>
                    <a:lnTo>
                      <a:pt x="172" y="578"/>
                    </a:lnTo>
                    <a:lnTo>
                      <a:pt x="173" y="575"/>
                    </a:lnTo>
                    <a:lnTo>
                      <a:pt x="176" y="573"/>
                    </a:lnTo>
                    <a:lnTo>
                      <a:pt x="179" y="571"/>
                    </a:lnTo>
                    <a:lnTo>
                      <a:pt x="181" y="569"/>
                    </a:lnTo>
                    <a:lnTo>
                      <a:pt x="181" y="566"/>
                    </a:lnTo>
                    <a:lnTo>
                      <a:pt x="181" y="564"/>
                    </a:lnTo>
                    <a:lnTo>
                      <a:pt x="182" y="561"/>
                    </a:lnTo>
                    <a:lnTo>
                      <a:pt x="184" y="560"/>
                    </a:lnTo>
                    <a:lnTo>
                      <a:pt x="187" y="559"/>
                    </a:lnTo>
                    <a:lnTo>
                      <a:pt x="188" y="557"/>
                    </a:lnTo>
                    <a:lnTo>
                      <a:pt x="190" y="555"/>
                    </a:lnTo>
                    <a:lnTo>
                      <a:pt x="191" y="552"/>
                    </a:lnTo>
                    <a:lnTo>
                      <a:pt x="193" y="550"/>
                    </a:lnTo>
                    <a:lnTo>
                      <a:pt x="195" y="549"/>
                    </a:lnTo>
                    <a:lnTo>
                      <a:pt x="198" y="548"/>
                    </a:lnTo>
                    <a:lnTo>
                      <a:pt x="200" y="547"/>
                    </a:lnTo>
                    <a:lnTo>
                      <a:pt x="202" y="546"/>
                    </a:lnTo>
                    <a:lnTo>
                      <a:pt x="205" y="547"/>
                    </a:lnTo>
                    <a:lnTo>
                      <a:pt x="207" y="549"/>
                    </a:lnTo>
                    <a:lnTo>
                      <a:pt x="208" y="553"/>
                    </a:lnTo>
                    <a:lnTo>
                      <a:pt x="210" y="554"/>
                    </a:lnTo>
                    <a:lnTo>
                      <a:pt x="212" y="554"/>
                    </a:lnTo>
                    <a:lnTo>
                      <a:pt x="214" y="551"/>
                    </a:lnTo>
                    <a:lnTo>
                      <a:pt x="217" y="550"/>
                    </a:lnTo>
                    <a:lnTo>
                      <a:pt x="219" y="551"/>
                    </a:lnTo>
                    <a:lnTo>
                      <a:pt x="221" y="553"/>
                    </a:lnTo>
                    <a:lnTo>
                      <a:pt x="222" y="555"/>
                    </a:lnTo>
                    <a:lnTo>
                      <a:pt x="223" y="557"/>
                    </a:lnTo>
                    <a:lnTo>
                      <a:pt x="224" y="558"/>
                    </a:lnTo>
                    <a:lnTo>
                      <a:pt x="225" y="561"/>
                    </a:lnTo>
                    <a:lnTo>
                      <a:pt x="225" y="563"/>
                    </a:lnTo>
                    <a:lnTo>
                      <a:pt x="225" y="566"/>
                    </a:lnTo>
                    <a:lnTo>
                      <a:pt x="225" y="568"/>
                    </a:lnTo>
                    <a:lnTo>
                      <a:pt x="226" y="570"/>
                    </a:lnTo>
                    <a:lnTo>
                      <a:pt x="227" y="573"/>
                    </a:lnTo>
                    <a:close/>
                  </a:path>
                </a:pathLst>
              </a:custGeom>
              <a:solidFill>
                <a:srgbClr val="59A3CD">
                  <a:alpha val="24000"/>
                </a:srgbClr>
              </a:solidFill>
              <a:ln>
                <a:noFill/>
              </a:ln>
            </p:spPr>
            <p:txBody>
              <a:bodyPr anchor="ctr"/>
              <a:lstStyle/>
              <a:p>
                <a:pPr algn="ctr">
                  <a:buNone/>
                </a:pPr>
              </a:p>
            </p:txBody>
          </p:sp>
          <p:sp>
            <p:nvSpPr>
              <p:cNvPr id="7639" name="addition:spatial:128">
                <a:extLst>
                  <a:ext uri="{FF2B5EF4-FFF2-40B4-BE49-F238E27FC236}">
                    <ns2:creationId id="{F10DEC53-1B39-4848-ABF8-79D3CC5DEA23}"/>
                  </a:ext>
                </a:extLst>
              </p:cNvPr>
              <p:cNvSpPr>
                <a:spLocks noGrp="1"/>
              </p:cNvSpPr>
              <p:nvPr/>
            </p:nvSpPr>
            <p:spPr>
              <a:xfrm>
                <a:off x="5648325" y="1666875"/>
                <a:ext cx="372572" cy="921944"/>
              </a:xfrm>
              <a:custGeom>
                <a:rect l="l" t="t" r="r" b="b"/>
                <a:pathLst>
                  <a:path w="281" h="545">
                    <a:moveTo>
                      <a:pt x="0" y="0"/>
                    </a:moveTo>
                    <a:moveTo>
                      <a:pt x="275" y="515"/>
                    </a:moveTo>
                    <a:lnTo>
                      <a:pt x="276" y="517"/>
                    </a:lnTo>
                    <a:lnTo>
                      <a:pt x="278" y="520"/>
                    </a:lnTo>
                    <a:lnTo>
                      <a:pt x="280" y="523"/>
                    </a:lnTo>
                    <a:lnTo>
                      <a:pt x="281" y="526"/>
                    </a:lnTo>
                    <a:lnTo>
                      <a:pt x="279" y="528"/>
                    </a:lnTo>
                    <a:lnTo>
                      <a:pt x="277" y="530"/>
                    </a:lnTo>
                    <a:lnTo>
                      <a:pt x="275" y="531"/>
                    </a:lnTo>
                    <a:lnTo>
                      <a:pt x="273" y="533"/>
                    </a:lnTo>
                    <a:lnTo>
                      <a:pt x="271" y="534"/>
                    </a:lnTo>
                    <a:lnTo>
                      <a:pt x="268" y="534"/>
                    </a:lnTo>
                    <a:lnTo>
                      <a:pt x="265" y="534"/>
                    </a:lnTo>
                    <a:lnTo>
                      <a:pt x="263" y="535"/>
                    </a:lnTo>
                    <a:lnTo>
                      <a:pt x="262" y="538"/>
                    </a:lnTo>
                    <a:lnTo>
                      <a:pt x="261" y="542"/>
                    </a:lnTo>
                    <a:lnTo>
                      <a:pt x="258" y="545"/>
                    </a:lnTo>
                    <a:lnTo>
                      <a:pt x="255" y="545"/>
                    </a:lnTo>
                    <a:lnTo>
                      <a:pt x="252" y="543"/>
                    </a:lnTo>
                    <a:lnTo>
                      <a:pt x="249" y="542"/>
                    </a:lnTo>
                    <a:lnTo>
                      <a:pt x="246" y="541"/>
                    </a:lnTo>
                    <a:lnTo>
                      <a:pt x="243" y="542"/>
                    </a:lnTo>
                    <a:lnTo>
                      <a:pt x="240" y="542"/>
                    </a:lnTo>
                    <a:lnTo>
                      <a:pt x="237" y="540"/>
                    </a:lnTo>
                    <a:lnTo>
                      <a:pt x="235" y="538"/>
                    </a:lnTo>
                    <a:lnTo>
                      <a:pt x="233" y="536"/>
                    </a:lnTo>
                    <a:lnTo>
                      <a:pt x="231" y="535"/>
                    </a:lnTo>
                    <a:lnTo>
                      <a:pt x="229" y="533"/>
                    </a:lnTo>
                    <a:lnTo>
                      <a:pt x="227" y="532"/>
                    </a:lnTo>
                    <a:lnTo>
                      <a:pt x="226" y="530"/>
                    </a:lnTo>
                    <a:lnTo>
                      <a:pt x="225" y="528"/>
                    </a:lnTo>
                    <a:lnTo>
                      <a:pt x="222" y="527"/>
                    </a:lnTo>
                    <a:lnTo>
                      <a:pt x="219" y="525"/>
                    </a:lnTo>
                    <a:lnTo>
                      <a:pt x="216" y="523"/>
                    </a:lnTo>
                    <a:lnTo>
                      <a:pt x="216" y="521"/>
                    </a:lnTo>
                    <a:lnTo>
                      <a:pt x="218" y="518"/>
                    </a:lnTo>
                    <a:lnTo>
                      <a:pt x="222" y="515"/>
                    </a:lnTo>
                    <a:lnTo>
                      <a:pt x="225" y="513"/>
                    </a:lnTo>
                    <a:lnTo>
                      <a:pt x="225" y="511"/>
                    </a:lnTo>
                    <a:lnTo>
                      <a:pt x="225" y="508"/>
                    </a:lnTo>
                    <a:lnTo>
                      <a:pt x="226" y="506"/>
                    </a:lnTo>
                    <a:lnTo>
                      <a:pt x="227" y="504"/>
                    </a:lnTo>
                    <a:lnTo>
                      <a:pt x="228" y="502"/>
                    </a:lnTo>
                    <a:lnTo>
                      <a:pt x="229" y="499"/>
                    </a:lnTo>
                    <a:lnTo>
                      <a:pt x="229" y="496"/>
                    </a:lnTo>
                    <a:lnTo>
                      <a:pt x="231" y="494"/>
                    </a:lnTo>
                    <a:lnTo>
                      <a:pt x="233" y="493"/>
                    </a:lnTo>
                    <a:lnTo>
                      <a:pt x="236" y="492"/>
                    </a:lnTo>
                    <a:lnTo>
                      <a:pt x="238" y="491"/>
                    </a:lnTo>
                    <a:lnTo>
                      <a:pt x="240" y="489"/>
                    </a:lnTo>
                    <a:lnTo>
                      <a:pt x="242" y="487"/>
                    </a:lnTo>
                    <a:lnTo>
                      <a:pt x="244" y="486"/>
                    </a:lnTo>
                    <a:lnTo>
                      <a:pt x="247" y="488"/>
                    </a:lnTo>
                    <a:lnTo>
                      <a:pt x="249" y="491"/>
                    </a:lnTo>
                    <a:lnTo>
                      <a:pt x="251" y="493"/>
                    </a:lnTo>
                    <a:lnTo>
                      <a:pt x="253" y="493"/>
                    </a:lnTo>
                    <a:lnTo>
                      <a:pt x="255" y="491"/>
                    </a:lnTo>
                    <a:lnTo>
                      <a:pt x="258" y="489"/>
                    </a:lnTo>
                    <a:lnTo>
                      <a:pt x="260" y="489"/>
                    </a:lnTo>
                    <a:lnTo>
                      <a:pt x="263" y="490"/>
                    </a:lnTo>
                    <a:lnTo>
                      <a:pt x="265" y="491"/>
                    </a:lnTo>
                    <a:lnTo>
                      <a:pt x="267" y="492"/>
                    </a:lnTo>
                    <a:lnTo>
                      <a:pt x="269" y="493"/>
                    </a:lnTo>
                    <a:lnTo>
                      <a:pt x="270" y="496"/>
                    </a:lnTo>
                    <a:lnTo>
                      <a:pt x="269" y="500"/>
                    </a:lnTo>
                    <a:lnTo>
                      <a:pt x="269" y="503"/>
                    </a:lnTo>
                    <a:lnTo>
                      <a:pt x="270" y="505"/>
                    </a:lnTo>
                    <a:lnTo>
                      <a:pt x="273" y="506"/>
                    </a:lnTo>
                    <a:lnTo>
                      <a:pt x="276" y="508"/>
                    </a:lnTo>
                    <a:lnTo>
                      <a:pt x="277" y="510"/>
                    </a:lnTo>
                    <a:lnTo>
                      <a:pt x="276" y="513"/>
                    </a:lnTo>
                    <a:close/>
                  </a:path>
                </a:pathLst>
              </a:custGeom>
              <a:solidFill>
                <a:srgbClr val="59A3CD">
                  <a:alpha val="24000"/>
                </a:srgbClr>
              </a:solidFill>
              <a:ln>
                <a:noFill/>
              </a:ln>
            </p:spPr>
            <p:txBody>
              <a:bodyPr anchor="ctr"/>
              <a:lstStyle/>
              <a:p>
                <a:pPr algn="ctr">
                  <a:buNone/>
                </a:pPr>
              </a:p>
            </p:txBody>
          </p:sp>
          <p:sp>
            <p:nvSpPr>
              <p:cNvPr id="7640" name="addition:spatial:129">
                <a:extLst>
                  <a:ext uri="{FF2B5EF4-FFF2-40B4-BE49-F238E27FC236}">
                    <ns2:creationId id="{14FC19F3-447A-426A-BB4A-132AD4A7C694}"/>
                  </a:ext>
                </a:extLst>
              </p:cNvPr>
              <p:cNvSpPr>
                <a:spLocks noGrp="1"/>
              </p:cNvSpPr>
              <p:nvPr/>
            </p:nvSpPr>
            <p:spPr>
              <a:xfrm>
                <a:off x="5648325" y="1666875"/>
                <a:ext cx="472013" cy="876270"/>
              </a:xfrm>
              <a:custGeom>
                <a:rect l="l" t="t" r="r" b="b"/>
                <a:pathLst>
                  <a:path w="356" h="518">
                    <a:moveTo>
                      <a:pt x="0" y="0"/>
                    </a:moveTo>
                    <a:moveTo>
                      <a:pt x="356" y="488"/>
                    </a:moveTo>
                    <a:lnTo>
                      <a:pt x="353" y="491"/>
                    </a:lnTo>
                    <a:lnTo>
                      <a:pt x="351" y="493"/>
                    </a:lnTo>
                    <a:lnTo>
                      <a:pt x="349" y="495"/>
                    </a:lnTo>
                    <a:lnTo>
                      <a:pt x="350" y="497"/>
                    </a:lnTo>
                    <a:lnTo>
                      <a:pt x="349" y="500"/>
                    </a:lnTo>
                    <a:lnTo>
                      <a:pt x="348" y="502"/>
                    </a:lnTo>
                    <a:lnTo>
                      <a:pt x="345" y="503"/>
                    </a:lnTo>
                    <a:lnTo>
                      <a:pt x="342" y="504"/>
                    </a:lnTo>
                    <a:lnTo>
                      <a:pt x="340" y="505"/>
                    </a:lnTo>
                    <a:lnTo>
                      <a:pt x="339" y="507"/>
                    </a:lnTo>
                    <a:lnTo>
                      <a:pt x="337" y="510"/>
                    </a:lnTo>
                    <a:lnTo>
                      <a:pt x="335" y="511"/>
                    </a:lnTo>
                    <a:lnTo>
                      <a:pt x="332" y="513"/>
                    </a:lnTo>
                    <a:lnTo>
                      <a:pt x="330" y="514"/>
                    </a:lnTo>
                    <a:lnTo>
                      <a:pt x="328" y="517"/>
                    </a:lnTo>
                    <a:lnTo>
                      <a:pt x="325" y="518"/>
                    </a:lnTo>
                    <a:lnTo>
                      <a:pt x="322" y="518"/>
                    </a:lnTo>
                    <a:lnTo>
                      <a:pt x="319" y="515"/>
                    </a:lnTo>
                    <a:lnTo>
                      <a:pt x="317" y="511"/>
                    </a:lnTo>
                    <a:lnTo>
                      <a:pt x="315" y="509"/>
                    </a:lnTo>
                    <a:lnTo>
                      <a:pt x="313" y="509"/>
                    </a:lnTo>
                    <a:lnTo>
                      <a:pt x="311" y="510"/>
                    </a:lnTo>
                    <a:lnTo>
                      <a:pt x="308" y="511"/>
                    </a:lnTo>
                    <a:lnTo>
                      <a:pt x="306" y="511"/>
                    </a:lnTo>
                    <a:lnTo>
                      <a:pt x="304" y="509"/>
                    </a:lnTo>
                    <a:lnTo>
                      <a:pt x="303" y="507"/>
                    </a:lnTo>
                    <a:lnTo>
                      <a:pt x="301" y="506"/>
                    </a:lnTo>
                    <a:lnTo>
                      <a:pt x="299" y="505"/>
                    </a:lnTo>
                    <a:lnTo>
                      <a:pt x="298" y="503"/>
                    </a:lnTo>
                    <a:lnTo>
                      <a:pt x="298" y="500"/>
                    </a:lnTo>
                    <a:lnTo>
                      <a:pt x="298" y="497"/>
                    </a:lnTo>
                    <a:lnTo>
                      <a:pt x="298" y="495"/>
                    </a:lnTo>
                    <a:lnTo>
                      <a:pt x="297" y="493"/>
                    </a:lnTo>
                    <a:lnTo>
                      <a:pt x="296" y="491"/>
                    </a:lnTo>
                    <a:lnTo>
                      <a:pt x="298" y="488"/>
                    </a:lnTo>
                    <a:lnTo>
                      <a:pt x="301" y="486"/>
                    </a:lnTo>
                    <a:lnTo>
                      <a:pt x="303" y="484"/>
                    </a:lnTo>
                    <a:lnTo>
                      <a:pt x="302" y="482"/>
                    </a:lnTo>
                    <a:lnTo>
                      <a:pt x="300" y="479"/>
                    </a:lnTo>
                    <a:lnTo>
                      <a:pt x="298" y="476"/>
                    </a:lnTo>
                    <a:lnTo>
                      <a:pt x="297" y="473"/>
                    </a:lnTo>
                    <a:lnTo>
                      <a:pt x="299" y="471"/>
                    </a:lnTo>
                    <a:lnTo>
                      <a:pt x="301" y="469"/>
                    </a:lnTo>
                    <a:lnTo>
                      <a:pt x="303" y="468"/>
                    </a:lnTo>
                    <a:lnTo>
                      <a:pt x="305" y="467"/>
                    </a:lnTo>
                    <a:lnTo>
                      <a:pt x="307" y="466"/>
                    </a:lnTo>
                    <a:lnTo>
                      <a:pt x="310" y="467"/>
                    </a:lnTo>
                    <a:lnTo>
                      <a:pt x="312" y="467"/>
                    </a:lnTo>
                    <a:lnTo>
                      <a:pt x="314" y="466"/>
                    </a:lnTo>
                    <a:lnTo>
                      <a:pt x="315" y="464"/>
                    </a:lnTo>
                    <a:lnTo>
                      <a:pt x="317" y="462"/>
                    </a:lnTo>
                    <a:lnTo>
                      <a:pt x="319" y="461"/>
                    </a:lnTo>
                    <a:lnTo>
                      <a:pt x="322" y="462"/>
                    </a:lnTo>
                    <a:lnTo>
                      <a:pt x="324" y="463"/>
                    </a:lnTo>
                    <a:lnTo>
                      <a:pt x="326" y="464"/>
                    </a:lnTo>
                    <a:lnTo>
                      <a:pt x="329" y="463"/>
                    </a:lnTo>
                    <a:lnTo>
                      <a:pt x="332" y="462"/>
                    </a:lnTo>
                    <a:lnTo>
                      <a:pt x="336" y="462"/>
                    </a:lnTo>
                    <a:lnTo>
                      <a:pt x="338" y="464"/>
                    </a:lnTo>
                    <a:lnTo>
                      <a:pt x="339" y="467"/>
                    </a:lnTo>
                    <a:lnTo>
                      <a:pt x="340" y="470"/>
                    </a:lnTo>
                    <a:lnTo>
                      <a:pt x="341" y="472"/>
                    </a:lnTo>
                    <a:lnTo>
                      <a:pt x="342" y="474"/>
                    </a:lnTo>
                    <a:lnTo>
                      <a:pt x="344" y="476"/>
                    </a:lnTo>
                    <a:lnTo>
                      <a:pt x="345" y="478"/>
                    </a:lnTo>
                    <a:lnTo>
                      <a:pt x="347" y="480"/>
                    </a:lnTo>
                    <a:lnTo>
                      <a:pt x="350" y="481"/>
                    </a:lnTo>
                    <a:lnTo>
                      <a:pt x="353" y="483"/>
                    </a:lnTo>
                    <a:lnTo>
                      <a:pt x="356" y="485"/>
                    </a:lnTo>
                    <a:close/>
                  </a:path>
                </a:pathLst>
              </a:custGeom>
              <a:solidFill>
                <a:srgbClr val="59A3CD">
                  <a:alpha val="24000"/>
                </a:srgbClr>
              </a:solidFill>
              <a:ln>
                <a:noFill/>
              </a:ln>
            </p:spPr>
            <p:txBody>
              <a:bodyPr anchor="ctr"/>
              <a:lstStyle/>
              <a:p>
                <a:pPr algn="ctr">
                  <a:buNone/>
                </a:pPr>
              </a:p>
            </p:txBody>
          </p:sp>
          <p:sp>
            <p:nvSpPr>
              <p:cNvPr id="7641" name="addition:spatial:130">
                <a:extLst>
                  <a:ext uri="{FF2B5EF4-FFF2-40B4-BE49-F238E27FC236}">
                    <ns2:creationId id="{B70C570B-2161-40B7-98FA-B33423DFEAFD}"/>
                  </a:ext>
                </a:extLst>
              </p:cNvPr>
              <p:cNvSpPr>
                <a:spLocks noGrp="1"/>
              </p:cNvSpPr>
              <p:nvPr/>
            </p:nvSpPr>
            <p:spPr>
              <a:xfrm>
                <a:off x="5648325" y="1666875"/>
                <a:ext cx="551566" cy="937169"/>
              </a:xfrm>
              <a:custGeom>
                <a:rect l="l" t="t" r="r" b="b"/>
                <a:pathLst>
                  <a:path w="416" h="554">
                    <a:moveTo>
                      <a:pt x="0" y="0"/>
                    </a:moveTo>
                    <a:moveTo>
                      <a:pt x="414" y="522"/>
                    </a:moveTo>
                    <a:lnTo>
                      <a:pt x="412" y="525"/>
                    </a:lnTo>
                    <a:lnTo>
                      <a:pt x="411" y="527"/>
                    </a:lnTo>
                    <a:lnTo>
                      <a:pt x="412" y="530"/>
                    </a:lnTo>
                    <a:lnTo>
                      <a:pt x="414" y="533"/>
                    </a:lnTo>
                    <a:lnTo>
                      <a:pt x="416" y="537"/>
                    </a:lnTo>
                    <a:lnTo>
                      <a:pt x="416" y="541"/>
                    </a:lnTo>
                    <a:lnTo>
                      <a:pt x="414" y="543"/>
                    </a:lnTo>
                    <a:lnTo>
                      <a:pt x="412" y="543"/>
                    </a:lnTo>
                    <a:lnTo>
                      <a:pt x="410" y="544"/>
                    </a:lnTo>
                    <a:lnTo>
                      <a:pt x="409" y="545"/>
                    </a:lnTo>
                    <a:lnTo>
                      <a:pt x="407" y="547"/>
                    </a:lnTo>
                    <a:lnTo>
                      <a:pt x="406" y="548"/>
                    </a:lnTo>
                    <a:lnTo>
                      <a:pt x="404" y="548"/>
                    </a:lnTo>
                    <a:lnTo>
                      <a:pt x="403" y="549"/>
                    </a:lnTo>
                    <a:lnTo>
                      <a:pt x="401" y="551"/>
                    </a:lnTo>
                    <a:lnTo>
                      <a:pt x="400" y="553"/>
                    </a:lnTo>
                    <a:lnTo>
                      <a:pt x="398" y="554"/>
                    </a:lnTo>
                    <a:lnTo>
                      <a:pt x="396" y="553"/>
                    </a:lnTo>
                    <a:lnTo>
                      <a:pt x="394" y="552"/>
                    </a:lnTo>
                    <a:lnTo>
                      <a:pt x="392" y="551"/>
                    </a:lnTo>
                    <a:lnTo>
                      <a:pt x="390" y="552"/>
                    </a:lnTo>
                    <a:lnTo>
                      <a:pt x="387" y="554"/>
                    </a:lnTo>
                    <a:lnTo>
                      <a:pt x="385" y="553"/>
                    </a:lnTo>
                    <a:lnTo>
                      <a:pt x="383" y="550"/>
                    </a:lnTo>
                    <a:lnTo>
                      <a:pt x="383" y="546"/>
                    </a:lnTo>
                    <a:lnTo>
                      <a:pt x="383" y="542"/>
                    </a:lnTo>
                    <a:lnTo>
                      <a:pt x="382" y="540"/>
                    </a:lnTo>
                    <a:lnTo>
                      <a:pt x="380" y="538"/>
                    </a:lnTo>
                    <a:lnTo>
                      <a:pt x="378" y="537"/>
                    </a:lnTo>
                    <a:lnTo>
                      <a:pt x="376" y="535"/>
                    </a:lnTo>
                    <a:lnTo>
                      <a:pt x="375" y="533"/>
                    </a:lnTo>
                    <a:lnTo>
                      <a:pt x="373" y="531"/>
                    </a:lnTo>
                    <a:lnTo>
                      <a:pt x="371" y="528"/>
                    </a:lnTo>
                    <a:lnTo>
                      <a:pt x="370" y="525"/>
                    </a:lnTo>
                    <a:lnTo>
                      <a:pt x="370" y="522"/>
                    </a:lnTo>
                    <a:lnTo>
                      <a:pt x="372" y="519"/>
                    </a:lnTo>
                    <a:lnTo>
                      <a:pt x="374" y="517"/>
                    </a:lnTo>
                    <a:lnTo>
                      <a:pt x="375" y="515"/>
                    </a:lnTo>
                    <a:lnTo>
                      <a:pt x="375" y="512"/>
                    </a:lnTo>
                    <a:lnTo>
                      <a:pt x="375" y="509"/>
                    </a:lnTo>
                    <a:lnTo>
                      <a:pt x="376" y="506"/>
                    </a:lnTo>
                    <a:lnTo>
                      <a:pt x="379" y="505"/>
                    </a:lnTo>
                    <a:lnTo>
                      <a:pt x="381" y="504"/>
                    </a:lnTo>
                    <a:lnTo>
                      <a:pt x="383" y="503"/>
                    </a:lnTo>
                    <a:lnTo>
                      <a:pt x="384" y="500"/>
                    </a:lnTo>
                    <a:lnTo>
                      <a:pt x="384" y="497"/>
                    </a:lnTo>
                    <a:lnTo>
                      <a:pt x="386" y="494"/>
                    </a:lnTo>
                    <a:lnTo>
                      <a:pt x="388" y="492"/>
                    </a:lnTo>
                    <a:lnTo>
                      <a:pt x="390" y="491"/>
                    </a:lnTo>
                    <a:lnTo>
                      <a:pt x="392" y="489"/>
                    </a:lnTo>
                    <a:lnTo>
                      <a:pt x="394" y="488"/>
                    </a:lnTo>
                    <a:lnTo>
                      <a:pt x="396" y="489"/>
                    </a:lnTo>
                    <a:lnTo>
                      <a:pt x="398" y="493"/>
                    </a:lnTo>
                    <a:lnTo>
                      <a:pt x="399" y="496"/>
                    </a:lnTo>
                    <a:lnTo>
                      <a:pt x="401" y="498"/>
                    </a:lnTo>
                    <a:lnTo>
                      <a:pt x="402" y="497"/>
                    </a:lnTo>
                    <a:lnTo>
                      <a:pt x="405" y="495"/>
                    </a:lnTo>
                    <a:lnTo>
                      <a:pt x="407" y="494"/>
                    </a:lnTo>
                    <a:lnTo>
                      <a:pt x="408" y="495"/>
                    </a:lnTo>
                    <a:lnTo>
                      <a:pt x="409" y="498"/>
                    </a:lnTo>
                    <a:lnTo>
                      <a:pt x="410" y="500"/>
                    </a:lnTo>
                    <a:lnTo>
                      <a:pt x="411" y="502"/>
                    </a:lnTo>
                    <a:lnTo>
                      <a:pt x="413" y="503"/>
                    </a:lnTo>
                    <a:lnTo>
                      <a:pt x="414" y="505"/>
                    </a:lnTo>
                    <a:lnTo>
                      <a:pt x="414" y="508"/>
                    </a:lnTo>
                    <a:lnTo>
                      <a:pt x="414" y="511"/>
                    </a:lnTo>
                    <a:lnTo>
                      <a:pt x="414" y="514"/>
                    </a:lnTo>
                    <a:lnTo>
                      <a:pt x="414" y="517"/>
                    </a:lnTo>
                    <a:lnTo>
                      <a:pt x="415" y="520"/>
                    </a:lnTo>
                    <a:close/>
                  </a:path>
                </a:pathLst>
              </a:custGeom>
              <a:solidFill>
                <a:srgbClr val="59A3CD">
                  <a:alpha val="24000"/>
                </a:srgbClr>
              </a:solidFill>
              <a:ln>
                <a:noFill/>
              </a:ln>
            </p:spPr>
            <p:txBody>
              <a:bodyPr anchor="ctr"/>
              <a:lstStyle/>
              <a:p>
                <a:pPr algn="ctr">
                  <a:buNone/>
                </a:pPr>
              </a:p>
            </p:txBody>
          </p:sp>
          <p:sp>
            <p:nvSpPr>
              <p:cNvPr id="7642" name="addition:spatial:131">
                <a:extLst>
                  <a:ext uri="{FF2B5EF4-FFF2-40B4-BE49-F238E27FC236}">
                    <ns2:creationId id="{45D1E39F-F12E-4719-860E-A6CE8012163B}"/>
                  </a:ext>
                </a:extLst>
              </p:cNvPr>
              <p:cNvSpPr>
                <a:spLocks noGrp="1"/>
              </p:cNvSpPr>
              <p:nvPr/>
            </p:nvSpPr>
            <p:spPr>
              <a:xfrm>
                <a:off x="5648325" y="1666875"/>
                <a:ext cx="1111087" cy="1260272"/>
              </a:xfrm>
              <a:custGeom>
                <a:rect l="l" t="t" r="r" b="b"/>
                <a:pathLst>
                  <a:path w="838" h="745">
                    <a:moveTo>
                      <a:pt x="0" y="0"/>
                    </a:moveTo>
                    <a:moveTo>
                      <a:pt x="820" y="596"/>
                    </a:moveTo>
                    <a:lnTo>
                      <a:pt x="825" y="608"/>
                    </a:lnTo>
                    <a:lnTo>
                      <a:pt x="832" y="621"/>
                    </a:lnTo>
                    <a:lnTo>
                      <a:pt x="838" y="635"/>
                    </a:lnTo>
                    <a:lnTo>
                      <a:pt x="836" y="648"/>
                    </a:lnTo>
                    <a:lnTo>
                      <a:pt x="825" y="657"/>
                    </a:lnTo>
                    <a:lnTo>
                      <a:pt x="811" y="664"/>
                    </a:lnTo>
                    <a:lnTo>
                      <a:pt x="802" y="673"/>
                    </a:lnTo>
                    <a:lnTo>
                      <a:pt x="799" y="685"/>
                    </a:lnTo>
                    <a:lnTo>
                      <a:pt x="795" y="699"/>
                    </a:lnTo>
                    <a:lnTo>
                      <a:pt x="784" y="706"/>
                    </a:lnTo>
                    <a:lnTo>
                      <a:pt x="765" y="705"/>
                    </a:lnTo>
                    <a:lnTo>
                      <a:pt x="745" y="700"/>
                    </a:lnTo>
                    <a:lnTo>
                      <a:pt x="730" y="699"/>
                    </a:lnTo>
                    <a:lnTo>
                      <a:pt x="720" y="708"/>
                    </a:lnTo>
                    <a:lnTo>
                      <a:pt x="710" y="724"/>
                    </a:lnTo>
                    <a:lnTo>
                      <a:pt x="696" y="738"/>
                    </a:lnTo>
                    <a:lnTo>
                      <a:pt x="679" y="745"/>
                    </a:lnTo>
                    <a:lnTo>
                      <a:pt x="661" y="745"/>
                    </a:lnTo>
                    <a:lnTo>
                      <a:pt x="642" y="743"/>
                    </a:lnTo>
                    <a:lnTo>
                      <a:pt x="624" y="740"/>
                    </a:lnTo>
                    <a:lnTo>
                      <a:pt x="607" y="733"/>
                    </a:lnTo>
                    <a:lnTo>
                      <a:pt x="594" y="720"/>
                    </a:lnTo>
                    <a:lnTo>
                      <a:pt x="586" y="703"/>
                    </a:lnTo>
                    <a:lnTo>
                      <a:pt x="578" y="691"/>
                    </a:lnTo>
                    <a:lnTo>
                      <a:pt x="563" y="688"/>
                    </a:lnTo>
                    <a:lnTo>
                      <a:pt x="542" y="689"/>
                    </a:lnTo>
                    <a:lnTo>
                      <a:pt x="522" y="688"/>
                    </a:lnTo>
                    <a:lnTo>
                      <a:pt x="509" y="679"/>
                    </a:lnTo>
                    <a:lnTo>
                      <a:pt x="507" y="665"/>
                    </a:lnTo>
                    <a:lnTo>
                      <a:pt x="507" y="652"/>
                    </a:lnTo>
                    <a:lnTo>
                      <a:pt x="500" y="642"/>
                    </a:lnTo>
                    <a:lnTo>
                      <a:pt x="486" y="633"/>
                    </a:lnTo>
                    <a:lnTo>
                      <a:pt x="473" y="622"/>
                    </a:lnTo>
                    <a:lnTo>
                      <a:pt x="470" y="609"/>
                    </a:lnTo>
                    <a:lnTo>
                      <a:pt x="477" y="596"/>
                    </a:lnTo>
                    <a:lnTo>
                      <a:pt x="489" y="584"/>
                    </a:lnTo>
                    <a:lnTo>
                      <a:pt x="499" y="572"/>
                    </a:lnTo>
                    <a:lnTo>
                      <a:pt x="509" y="561"/>
                    </a:lnTo>
                    <a:lnTo>
                      <a:pt x="521" y="552"/>
                    </a:lnTo>
                    <a:lnTo>
                      <a:pt x="537" y="545"/>
                    </a:lnTo>
                    <a:lnTo>
                      <a:pt x="550" y="538"/>
                    </a:lnTo>
                    <a:lnTo>
                      <a:pt x="554" y="527"/>
                    </a:lnTo>
                    <a:lnTo>
                      <a:pt x="550" y="508"/>
                    </a:lnTo>
                    <a:lnTo>
                      <a:pt x="547" y="487"/>
                    </a:lnTo>
                    <a:lnTo>
                      <a:pt x="554" y="472"/>
                    </a:lnTo>
                    <a:lnTo>
                      <a:pt x="572" y="468"/>
                    </a:lnTo>
                    <a:lnTo>
                      <a:pt x="593" y="471"/>
                    </a:lnTo>
                    <a:lnTo>
                      <a:pt x="612" y="475"/>
                    </a:lnTo>
                    <a:lnTo>
                      <a:pt x="626" y="472"/>
                    </a:lnTo>
                    <a:lnTo>
                      <a:pt x="637" y="466"/>
                    </a:lnTo>
                    <a:lnTo>
                      <a:pt x="650" y="462"/>
                    </a:lnTo>
                    <a:lnTo>
                      <a:pt x="664" y="465"/>
                    </a:lnTo>
                    <a:lnTo>
                      <a:pt x="676" y="470"/>
                    </a:lnTo>
                    <a:lnTo>
                      <a:pt x="687" y="473"/>
                    </a:lnTo>
                    <a:lnTo>
                      <a:pt x="699" y="471"/>
                    </a:lnTo>
                    <a:lnTo>
                      <a:pt x="712" y="471"/>
                    </a:lnTo>
                    <a:lnTo>
                      <a:pt x="724" y="474"/>
                    </a:lnTo>
                    <a:lnTo>
                      <a:pt x="733" y="481"/>
                    </a:lnTo>
                    <a:lnTo>
                      <a:pt x="744" y="486"/>
                    </a:lnTo>
                    <a:lnTo>
                      <a:pt x="761" y="486"/>
                    </a:lnTo>
                    <a:lnTo>
                      <a:pt x="782" y="486"/>
                    </a:lnTo>
                    <a:lnTo>
                      <a:pt x="799" y="491"/>
                    </a:lnTo>
                    <a:lnTo>
                      <a:pt x="803" y="506"/>
                    </a:lnTo>
                    <a:lnTo>
                      <a:pt x="795" y="526"/>
                    </a:lnTo>
                    <a:lnTo>
                      <a:pt x="784" y="544"/>
                    </a:lnTo>
                    <a:lnTo>
                      <a:pt x="781" y="556"/>
                    </a:lnTo>
                    <a:lnTo>
                      <a:pt x="790" y="565"/>
                    </a:lnTo>
                    <a:lnTo>
                      <a:pt x="803" y="574"/>
                    </a:lnTo>
                    <a:lnTo>
                      <a:pt x="814" y="584"/>
                    </a:lnTo>
                    <a:close/>
                  </a:path>
                </a:pathLst>
              </a:custGeom>
              <a:solidFill>
                <a:srgbClr val="F5DAC5">
                  <a:alpha val="43000"/>
                </a:srgbClr>
              </a:solidFill>
              <a:ln>
                <a:noFill/>
              </a:ln>
            </p:spPr>
            <p:txBody>
              <a:bodyPr anchor="ctr"/>
              <a:lstStyle/>
              <a:p>
                <a:pPr algn="ctr">
                  <a:buNone/>
                </a:pPr>
              </a:p>
            </p:txBody>
          </p:sp>
          <p:sp>
            <p:nvSpPr>
              <p:cNvPr id="7643" name="addition:spatial:132">
                <a:extLst>
                  <a:ext uri="{FF2B5EF4-FFF2-40B4-BE49-F238E27FC236}">
                    <ns2:creationId id="{9F084676-6C6D-4A4A-9816-5EFD5E296332}"/>
                  </a:ext>
                </a:extLst>
              </p:cNvPr>
              <p:cNvSpPr>
                <a:spLocks noGrp="1"/>
              </p:cNvSpPr>
              <p:nvPr/>
            </p:nvSpPr>
            <p:spPr>
              <a:xfrm>
                <a:off x="5648325" y="1666875"/>
                <a:ext cx="1075289" cy="1223056"/>
              </a:xfrm>
              <a:custGeom>
                <a:rect l="l" t="t" r="r" b="b"/>
                <a:pathLst>
                  <a:path w="811" h="723">
                    <a:moveTo>
                      <a:pt x="0" y="0"/>
                    </a:moveTo>
                    <a:moveTo>
                      <a:pt x="800" y="601"/>
                    </a:moveTo>
                    <a:lnTo>
                      <a:pt x="808" y="612"/>
                    </a:lnTo>
                    <a:lnTo>
                      <a:pt x="811" y="623"/>
                    </a:lnTo>
                    <a:lnTo>
                      <a:pt x="808" y="633"/>
                    </a:lnTo>
                    <a:lnTo>
                      <a:pt x="805" y="643"/>
                    </a:lnTo>
                    <a:lnTo>
                      <a:pt x="803" y="654"/>
                    </a:lnTo>
                    <a:lnTo>
                      <a:pt x="800" y="666"/>
                    </a:lnTo>
                    <a:lnTo>
                      <a:pt x="789" y="673"/>
                    </a:lnTo>
                    <a:lnTo>
                      <a:pt x="771" y="674"/>
                    </a:lnTo>
                    <a:lnTo>
                      <a:pt x="750" y="672"/>
                    </a:lnTo>
                    <a:lnTo>
                      <a:pt x="736" y="672"/>
                    </a:lnTo>
                    <a:lnTo>
                      <a:pt x="730" y="681"/>
                    </a:lnTo>
                    <a:lnTo>
                      <a:pt x="727" y="698"/>
                    </a:lnTo>
                    <a:lnTo>
                      <a:pt x="721" y="713"/>
                    </a:lnTo>
                    <a:lnTo>
                      <a:pt x="708" y="722"/>
                    </a:lnTo>
                    <a:lnTo>
                      <a:pt x="692" y="723"/>
                    </a:lnTo>
                    <a:lnTo>
                      <a:pt x="676" y="722"/>
                    </a:lnTo>
                    <a:lnTo>
                      <a:pt x="661" y="722"/>
                    </a:lnTo>
                    <a:lnTo>
                      <a:pt x="645" y="722"/>
                    </a:lnTo>
                    <a:lnTo>
                      <a:pt x="630" y="719"/>
                    </a:lnTo>
                    <a:lnTo>
                      <a:pt x="617" y="711"/>
                    </a:lnTo>
                    <a:lnTo>
                      <a:pt x="606" y="703"/>
                    </a:lnTo>
                    <a:lnTo>
                      <a:pt x="594" y="699"/>
                    </a:lnTo>
                    <a:lnTo>
                      <a:pt x="580" y="699"/>
                    </a:lnTo>
                    <a:lnTo>
                      <a:pt x="566" y="697"/>
                    </a:lnTo>
                    <a:lnTo>
                      <a:pt x="557" y="690"/>
                    </a:lnTo>
                    <a:lnTo>
                      <a:pt x="554" y="678"/>
                    </a:lnTo>
                    <a:lnTo>
                      <a:pt x="551" y="668"/>
                    </a:lnTo>
                    <a:lnTo>
                      <a:pt x="542" y="663"/>
                    </a:lnTo>
                    <a:lnTo>
                      <a:pt x="524" y="661"/>
                    </a:lnTo>
                    <a:lnTo>
                      <a:pt x="505" y="657"/>
                    </a:lnTo>
                    <a:lnTo>
                      <a:pt x="494" y="649"/>
                    </a:lnTo>
                    <a:lnTo>
                      <a:pt x="497" y="636"/>
                    </a:lnTo>
                    <a:lnTo>
                      <a:pt x="508" y="623"/>
                    </a:lnTo>
                    <a:lnTo>
                      <a:pt x="518" y="611"/>
                    </a:lnTo>
                    <a:lnTo>
                      <a:pt x="525" y="601"/>
                    </a:lnTo>
                    <a:lnTo>
                      <a:pt x="530" y="591"/>
                    </a:lnTo>
                    <a:lnTo>
                      <a:pt x="538" y="583"/>
                    </a:lnTo>
                    <a:lnTo>
                      <a:pt x="545" y="574"/>
                    </a:lnTo>
                    <a:lnTo>
                      <a:pt x="547" y="565"/>
                    </a:lnTo>
                    <a:lnTo>
                      <a:pt x="543" y="553"/>
                    </a:lnTo>
                    <a:lnTo>
                      <a:pt x="538" y="538"/>
                    </a:lnTo>
                    <a:lnTo>
                      <a:pt x="540" y="526"/>
                    </a:lnTo>
                    <a:lnTo>
                      <a:pt x="551" y="519"/>
                    </a:lnTo>
                    <a:lnTo>
                      <a:pt x="567" y="516"/>
                    </a:lnTo>
                    <a:lnTo>
                      <a:pt x="580" y="513"/>
                    </a:lnTo>
                    <a:lnTo>
                      <a:pt x="587" y="505"/>
                    </a:lnTo>
                    <a:lnTo>
                      <a:pt x="592" y="494"/>
                    </a:lnTo>
                    <a:lnTo>
                      <a:pt x="601" y="485"/>
                    </a:lnTo>
                    <a:lnTo>
                      <a:pt x="614" y="485"/>
                    </a:lnTo>
                    <a:lnTo>
                      <a:pt x="627" y="492"/>
                    </a:lnTo>
                    <a:lnTo>
                      <a:pt x="639" y="499"/>
                    </a:lnTo>
                    <a:lnTo>
                      <a:pt x="648" y="500"/>
                    </a:lnTo>
                    <a:lnTo>
                      <a:pt x="658" y="498"/>
                    </a:lnTo>
                    <a:lnTo>
                      <a:pt x="668" y="495"/>
                    </a:lnTo>
                    <a:lnTo>
                      <a:pt x="679" y="494"/>
                    </a:lnTo>
                    <a:lnTo>
                      <a:pt x="690" y="493"/>
                    </a:lnTo>
                    <a:lnTo>
                      <a:pt x="704" y="490"/>
                    </a:lnTo>
                    <a:lnTo>
                      <a:pt x="721" y="486"/>
                    </a:lnTo>
                    <a:lnTo>
                      <a:pt x="737" y="488"/>
                    </a:lnTo>
                    <a:lnTo>
                      <a:pt x="746" y="498"/>
                    </a:lnTo>
                    <a:lnTo>
                      <a:pt x="746" y="515"/>
                    </a:lnTo>
                    <a:lnTo>
                      <a:pt x="743" y="532"/>
                    </a:lnTo>
                    <a:lnTo>
                      <a:pt x="746" y="542"/>
                    </a:lnTo>
                    <a:lnTo>
                      <a:pt x="757" y="548"/>
                    </a:lnTo>
                    <a:lnTo>
                      <a:pt x="773" y="553"/>
                    </a:lnTo>
                    <a:lnTo>
                      <a:pt x="784" y="561"/>
                    </a:lnTo>
                    <a:lnTo>
                      <a:pt x="787" y="571"/>
                    </a:lnTo>
                    <a:lnTo>
                      <a:pt x="788" y="581"/>
                    </a:lnTo>
                    <a:lnTo>
                      <a:pt x="791" y="591"/>
                    </a:lnTo>
                    <a:close/>
                  </a:path>
                </a:pathLst>
              </a:custGeom>
              <a:solidFill>
                <a:srgbClr val="ECB78D">
                  <a:alpha val="43000"/>
                </a:srgbClr>
              </a:solidFill>
              <a:ln>
                <a:noFill/>
              </a:ln>
            </p:spPr>
            <p:txBody>
              <a:bodyPr anchor="ctr"/>
              <a:lstStyle/>
              <a:p>
                <a:pPr algn="ctr">
                  <a:buNone/>
                </a:pPr>
              </a:p>
            </p:txBody>
          </p:sp>
          <p:sp>
            <p:nvSpPr>
              <p:cNvPr id="7644" name="addition:spatial:133">
                <a:extLst>
                  <a:ext uri="{FF2B5EF4-FFF2-40B4-BE49-F238E27FC236}">
                    <ns2:creationId id="{E3E35318-D859-440B-85A1-AC9770CCB88F}"/>
                  </a:ext>
                </a:extLst>
              </p:cNvPr>
              <p:cNvSpPr>
                <a:spLocks noGrp="1"/>
              </p:cNvSpPr>
              <p:nvPr/>
            </p:nvSpPr>
            <p:spPr>
              <a:xfrm>
                <a:off x="5648325" y="1666875"/>
                <a:ext cx="1056726" cy="1202756"/>
              </a:xfrm>
              <a:custGeom>
                <a:rect l="l" t="t" r="r" b="b"/>
                <a:pathLst>
                  <a:path w="797" h="711">
                    <a:moveTo>
                      <a:pt x="0" y="0"/>
                    </a:moveTo>
                    <a:moveTo>
                      <a:pt x="794" y="606"/>
                    </a:moveTo>
                    <a:lnTo>
                      <a:pt x="782" y="615"/>
                    </a:lnTo>
                    <a:lnTo>
                      <a:pt x="770" y="623"/>
                    </a:lnTo>
                    <a:lnTo>
                      <a:pt x="763" y="630"/>
                    </a:lnTo>
                    <a:lnTo>
                      <a:pt x="763" y="639"/>
                    </a:lnTo>
                    <a:lnTo>
                      <a:pt x="764" y="650"/>
                    </a:lnTo>
                    <a:lnTo>
                      <a:pt x="758" y="658"/>
                    </a:lnTo>
                    <a:lnTo>
                      <a:pt x="745" y="663"/>
                    </a:lnTo>
                    <a:lnTo>
                      <a:pt x="730" y="665"/>
                    </a:lnTo>
                    <a:lnTo>
                      <a:pt x="720" y="670"/>
                    </a:lnTo>
                    <a:lnTo>
                      <a:pt x="716" y="679"/>
                    </a:lnTo>
                    <a:lnTo>
                      <a:pt x="712" y="692"/>
                    </a:lnTo>
                    <a:lnTo>
                      <a:pt x="705" y="703"/>
                    </a:lnTo>
                    <a:lnTo>
                      <a:pt x="694" y="708"/>
                    </a:lnTo>
                    <a:lnTo>
                      <a:pt x="681" y="710"/>
                    </a:lnTo>
                    <a:lnTo>
                      <a:pt x="669" y="711"/>
                    </a:lnTo>
                    <a:lnTo>
                      <a:pt x="657" y="711"/>
                    </a:lnTo>
                    <a:lnTo>
                      <a:pt x="645" y="708"/>
                    </a:lnTo>
                    <a:lnTo>
                      <a:pt x="635" y="700"/>
                    </a:lnTo>
                    <a:lnTo>
                      <a:pt x="627" y="690"/>
                    </a:lnTo>
                    <a:lnTo>
                      <a:pt x="620" y="685"/>
                    </a:lnTo>
                    <a:lnTo>
                      <a:pt x="611" y="688"/>
                    </a:lnTo>
                    <a:lnTo>
                      <a:pt x="598" y="696"/>
                    </a:lnTo>
                    <a:lnTo>
                      <a:pt x="584" y="701"/>
                    </a:lnTo>
                    <a:lnTo>
                      <a:pt x="574" y="698"/>
                    </a:lnTo>
                    <a:lnTo>
                      <a:pt x="569" y="689"/>
                    </a:lnTo>
                    <a:lnTo>
                      <a:pt x="566" y="679"/>
                    </a:lnTo>
                    <a:lnTo>
                      <a:pt x="561" y="672"/>
                    </a:lnTo>
                    <a:lnTo>
                      <a:pt x="552" y="667"/>
                    </a:lnTo>
                    <a:lnTo>
                      <a:pt x="543" y="661"/>
                    </a:lnTo>
                    <a:lnTo>
                      <a:pt x="540" y="652"/>
                    </a:lnTo>
                    <a:lnTo>
                      <a:pt x="542" y="641"/>
                    </a:lnTo>
                    <a:lnTo>
                      <a:pt x="544" y="632"/>
                    </a:lnTo>
                    <a:lnTo>
                      <a:pt x="544" y="623"/>
                    </a:lnTo>
                    <a:lnTo>
                      <a:pt x="542" y="615"/>
                    </a:lnTo>
                    <a:lnTo>
                      <a:pt x="543" y="606"/>
                    </a:lnTo>
                    <a:lnTo>
                      <a:pt x="548" y="598"/>
                    </a:lnTo>
                    <a:lnTo>
                      <a:pt x="550" y="590"/>
                    </a:lnTo>
                    <a:lnTo>
                      <a:pt x="545" y="581"/>
                    </a:lnTo>
                    <a:lnTo>
                      <a:pt x="533" y="569"/>
                    </a:lnTo>
                    <a:lnTo>
                      <a:pt x="523" y="556"/>
                    </a:lnTo>
                    <a:lnTo>
                      <a:pt x="523" y="544"/>
                    </a:lnTo>
                    <a:lnTo>
                      <a:pt x="535" y="539"/>
                    </a:lnTo>
                    <a:lnTo>
                      <a:pt x="552" y="539"/>
                    </a:lnTo>
                    <a:lnTo>
                      <a:pt x="565" y="538"/>
                    </a:lnTo>
                    <a:lnTo>
                      <a:pt x="573" y="534"/>
                    </a:lnTo>
                    <a:lnTo>
                      <a:pt x="579" y="528"/>
                    </a:lnTo>
                    <a:lnTo>
                      <a:pt x="586" y="523"/>
                    </a:lnTo>
                    <a:lnTo>
                      <a:pt x="595" y="520"/>
                    </a:lnTo>
                    <a:lnTo>
                      <a:pt x="604" y="518"/>
                    </a:lnTo>
                    <a:lnTo>
                      <a:pt x="613" y="513"/>
                    </a:lnTo>
                    <a:lnTo>
                      <a:pt x="623" y="506"/>
                    </a:lnTo>
                    <a:lnTo>
                      <a:pt x="634" y="501"/>
                    </a:lnTo>
                    <a:lnTo>
                      <a:pt x="646" y="502"/>
                    </a:lnTo>
                    <a:lnTo>
                      <a:pt x="658" y="507"/>
                    </a:lnTo>
                    <a:lnTo>
                      <a:pt x="669" y="509"/>
                    </a:lnTo>
                    <a:lnTo>
                      <a:pt x="683" y="508"/>
                    </a:lnTo>
                    <a:lnTo>
                      <a:pt x="699" y="504"/>
                    </a:lnTo>
                    <a:lnTo>
                      <a:pt x="713" y="506"/>
                    </a:lnTo>
                    <a:lnTo>
                      <a:pt x="722" y="516"/>
                    </a:lnTo>
                    <a:lnTo>
                      <a:pt x="724" y="531"/>
                    </a:lnTo>
                    <a:lnTo>
                      <a:pt x="725" y="544"/>
                    </a:lnTo>
                    <a:lnTo>
                      <a:pt x="730" y="552"/>
                    </a:lnTo>
                    <a:lnTo>
                      <a:pt x="742" y="555"/>
                    </a:lnTo>
                    <a:lnTo>
                      <a:pt x="756" y="558"/>
                    </a:lnTo>
                    <a:lnTo>
                      <a:pt x="769" y="563"/>
                    </a:lnTo>
                    <a:lnTo>
                      <a:pt x="777" y="570"/>
                    </a:lnTo>
                    <a:lnTo>
                      <a:pt x="785" y="578"/>
                    </a:lnTo>
                    <a:lnTo>
                      <a:pt x="793" y="586"/>
                    </a:lnTo>
                    <a:lnTo>
                      <a:pt x="797" y="596"/>
                    </a:lnTo>
                    <a:close/>
                  </a:path>
                </a:pathLst>
              </a:custGeom>
              <a:solidFill>
                <a:srgbClr val="E18B48">
                  <a:alpha val="35000"/>
                </a:srgbClr>
              </a:solidFill>
              <a:ln>
                <a:noFill/>
              </a:ln>
            </p:spPr>
            <p:txBody>
              <a:bodyPr anchor="ctr"/>
              <a:lstStyle/>
              <a:p>
                <a:pPr algn="ctr">
                  <a:buNone/>
                </a:pPr>
              </a:p>
            </p:txBody>
          </p:sp>
          <p:sp>
            <p:nvSpPr>
              <p:cNvPr id="7645" name="addition:spatial:134">
                <a:extLst>
                  <a:ext uri="{FF2B5EF4-FFF2-40B4-BE49-F238E27FC236}">
                    <ns2:creationId id="{7DFF71C9-458C-483B-893B-06E8F9CCDC3D}"/>
                  </a:ext>
                </a:extLst>
              </p:cNvPr>
              <p:cNvSpPr>
                <a:spLocks noGrp="1"/>
              </p:cNvSpPr>
              <p:nvPr/>
            </p:nvSpPr>
            <p:spPr>
              <a:xfrm>
                <a:off x="5648325" y="1666875"/>
                <a:ext cx="859170" cy="1053892"/>
              </a:xfrm>
              <a:custGeom>
                <a:rect l="l" t="t" r="r" b="b"/>
                <a:pathLst>
                  <a:path w="648" h="623">
                    <a:moveTo>
                      <a:pt x="0" y="0"/>
                    </a:moveTo>
                    <a:moveTo>
                      <a:pt x="638" y="577"/>
                    </a:moveTo>
                    <a:lnTo>
                      <a:pt x="642" y="580"/>
                    </a:lnTo>
                    <a:lnTo>
                      <a:pt x="644" y="584"/>
                    </a:lnTo>
                    <a:lnTo>
                      <a:pt x="643" y="588"/>
                    </a:lnTo>
                    <a:lnTo>
                      <a:pt x="641" y="591"/>
                    </a:lnTo>
                    <a:lnTo>
                      <a:pt x="640" y="595"/>
                    </a:lnTo>
                    <a:lnTo>
                      <a:pt x="640" y="599"/>
                    </a:lnTo>
                    <a:lnTo>
                      <a:pt x="639" y="603"/>
                    </a:lnTo>
                    <a:lnTo>
                      <a:pt x="636" y="606"/>
                    </a:lnTo>
                    <a:lnTo>
                      <a:pt x="632" y="607"/>
                    </a:lnTo>
                    <a:lnTo>
                      <a:pt x="629" y="609"/>
                    </a:lnTo>
                    <a:lnTo>
                      <a:pt x="626" y="612"/>
                    </a:lnTo>
                    <a:lnTo>
                      <a:pt x="623" y="615"/>
                    </a:lnTo>
                    <a:lnTo>
                      <a:pt x="619" y="616"/>
                    </a:lnTo>
                    <a:lnTo>
                      <a:pt x="614" y="613"/>
                    </a:lnTo>
                    <a:lnTo>
                      <a:pt x="609" y="611"/>
                    </a:lnTo>
                    <a:lnTo>
                      <a:pt x="605" y="611"/>
                    </a:lnTo>
                    <a:lnTo>
                      <a:pt x="602" y="614"/>
                    </a:lnTo>
                    <a:lnTo>
                      <a:pt x="598" y="620"/>
                    </a:lnTo>
                    <a:lnTo>
                      <a:pt x="592" y="623"/>
                    </a:lnTo>
                    <a:lnTo>
                      <a:pt x="587" y="623"/>
                    </a:lnTo>
                    <a:lnTo>
                      <a:pt x="582" y="621"/>
                    </a:lnTo>
                    <a:lnTo>
                      <a:pt x="578" y="618"/>
                    </a:lnTo>
                    <a:lnTo>
                      <a:pt x="573" y="615"/>
                    </a:lnTo>
                    <a:lnTo>
                      <a:pt x="569" y="612"/>
                    </a:lnTo>
                    <a:lnTo>
                      <a:pt x="566" y="608"/>
                    </a:lnTo>
                    <a:lnTo>
                      <a:pt x="564" y="604"/>
                    </a:lnTo>
                    <a:lnTo>
                      <a:pt x="562" y="601"/>
                    </a:lnTo>
                    <a:lnTo>
                      <a:pt x="557" y="599"/>
                    </a:lnTo>
                    <a:lnTo>
                      <a:pt x="551" y="598"/>
                    </a:lnTo>
                    <a:lnTo>
                      <a:pt x="546" y="595"/>
                    </a:lnTo>
                    <a:lnTo>
                      <a:pt x="544" y="592"/>
                    </a:lnTo>
                    <a:lnTo>
                      <a:pt x="544" y="587"/>
                    </a:lnTo>
                    <a:lnTo>
                      <a:pt x="545" y="584"/>
                    </a:lnTo>
                    <a:lnTo>
                      <a:pt x="542" y="580"/>
                    </a:lnTo>
                    <a:lnTo>
                      <a:pt x="537" y="577"/>
                    </a:lnTo>
                    <a:lnTo>
                      <a:pt x="533" y="572"/>
                    </a:lnTo>
                    <a:lnTo>
                      <a:pt x="534" y="568"/>
                    </a:lnTo>
                    <a:lnTo>
                      <a:pt x="539" y="565"/>
                    </a:lnTo>
                    <a:lnTo>
                      <a:pt x="545" y="562"/>
                    </a:lnTo>
                    <a:lnTo>
                      <a:pt x="550" y="560"/>
                    </a:lnTo>
                    <a:lnTo>
                      <a:pt x="554" y="557"/>
                    </a:lnTo>
                    <a:lnTo>
                      <a:pt x="557" y="555"/>
                    </a:lnTo>
                    <a:lnTo>
                      <a:pt x="561" y="552"/>
                    </a:lnTo>
                    <a:lnTo>
                      <a:pt x="564" y="550"/>
                    </a:lnTo>
                    <a:lnTo>
                      <a:pt x="566" y="546"/>
                    </a:lnTo>
                    <a:lnTo>
                      <a:pt x="568" y="540"/>
                    </a:lnTo>
                    <a:lnTo>
                      <a:pt x="570" y="535"/>
                    </a:lnTo>
                    <a:lnTo>
                      <a:pt x="575" y="532"/>
                    </a:lnTo>
                    <a:lnTo>
                      <a:pt x="581" y="533"/>
                    </a:lnTo>
                    <a:lnTo>
                      <a:pt x="588" y="536"/>
                    </a:lnTo>
                    <a:lnTo>
                      <a:pt x="593" y="537"/>
                    </a:lnTo>
                    <a:lnTo>
                      <a:pt x="598" y="536"/>
                    </a:lnTo>
                    <a:lnTo>
                      <a:pt x="602" y="534"/>
                    </a:lnTo>
                    <a:lnTo>
                      <a:pt x="607" y="534"/>
                    </a:lnTo>
                    <a:lnTo>
                      <a:pt x="611" y="536"/>
                    </a:lnTo>
                    <a:lnTo>
                      <a:pt x="614" y="540"/>
                    </a:lnTo>
                    <a:lnTo>
                      <a:pt x="617" y="542"/>
                    </a:lnTo>
                    <a:lnTo>
                      <a:pt x="621" y="543"/>
                    </a:lnTo>
                    <a:lnTo>
                      <a:pt x="625" y="543"/>
                    </a:lnTo>
                    <a:lnTo>
                      <a:pt x="629" y="544"/>
                    </a:lnTo>
                    <a:lnTo>
                      <a:pt x="632" y="546"/>
                    </a:lnTo>
                    <a:lnTo>
                      <a:pt x="636" y="548"/>
                    </a:lnTo>
                    <a:lnTo>
                      <a:pt x="641" y="550"/>
                    </a:lnTo>
                    <a:lnTo>
                      <a:pt x="645" y="552"/>
                    </a:lnTo>
                    <a:lnTo>
                      <a:pt x="648" y="556"/>
                    </a:lnTo>
                    <a:lnTo>
                      <a:pt x="646" y="561"/>
                    </a:lnTo>
                    <a:lnTo>
                      <a:pt x="640" y="566"/>
                    </a:lnTo>
                    <a:lnTo>
                      <a:pt x="635" y="570"/>
                    </a:lnTo>
                    <a:lnTo>
                      <a:pt x="634" y="574"/>
                    </a:lnTo>
                    <a:close/>
                  </a:path>
                </a:pathLst>
              </a:custGeom>
              <a:solidFill>
                <a:srgbClr val="ECB78D">
                  <a:alpha val="32000"/>
                </a:srgbClr>
              </a:solidFill>
              <a:ln>
                <a:noFill/>
              </a:ln>
            </p:spPr>
            <p:txBody>
              <a:bodyPr anchor="ctr"/>
              <a:lstStyle/>
              <a:p>
                <a:pPr algn="ctr">
                  <a:buNone/>
                </a:pPr>
              </a:p>
            </p:txBody>
          </p:sp>
          <p:sp>
            <p:nvSpPr>
              <p:cNvPr id="7646" name="addition:spatial:135">
                <a:extLst>
                  <a:ext uri="{FF2B5EF4-FFF2-40B4-BE49-F238E27FC236}">
                    <ns2:creationId id="{433AEE80-1171-4C34-AAB4-B8E519E496BB}"/>
                  </a:ext>
                </a:extLst>
              </p:cNvPr>
              <p:cNvSpPr>
                <a:spLocks noGrp="1"/>
              </p:cNvSpPr>
              <p:nvPr/>
            </p:nvSpPr>
            <p:spPr>
              <a:xfrm>
                <a:off x="5648325" y="1666875"/>
                <a:ext cx="918835" cy="992993"/>
              </a:xfrm>
              <a:custGeom>
                <a:rect l="l" t="t" r="r" b="b"/>
                <a:pathLst>
                  <a:path w="693" h="587">
                    <a:moveTo>
                      <a:pt x="0" y="0"/>
                    </a:moveTo>
                    <a:moveTo>
                      <a:pt x="693" y="543"/>
                    </a:moveTo>
                    <a:lnTo>
                      <a:pt x="693" y="547"/>
                    </a:lnTo>
                    <a:lnTo>
                      <a:pt x="691" y="551"/>
                    </a:lnTo>
                    <a:lnTo>
                      <a:pt x="688" y="554"/>
                    </a:lnTo>
                    <a:lnTo>
                      <a:pt x="686" y="557"/>
                    </a:lnTo>
                    <a:lnTo>
                      <a:pt x="685" y="561"/>
                    </a:lnTo>
                    <a:lnTo>
                      <a:pt x="683" y="565"/>
                    </a:lnTo>
                    <a:lnTo>
                      <a:pt x="679" y="567"/>
                    </a:lnTo>
                    <a:lnTo>
                      <a:pt x="672" y="567"/>
                    </a:lnTo>
                    <a:lnTo>
                      <a:pt x="666" y="567"/>
                    </a:lnTo>
                    <a:lnTo>
                      <a:pt x="663" y="570"/>
                    </a:lnTo>
                    <a:lnTo>
                      <a:pt x="662" y="575"/>
                    </a:lnTo>
                    <a:lnTo>
                      <a:pt x="661" y="581"/>
                    </a:lnTo>
                    <a:lnTo>
                      <a:pt x="658" y="586"/>
                    </a:lnTo>
                    <a:lnTo>
                      <a:pt x="652" y="587"/>
                    </a:lnTo>
                    <a:lnTo>
                      <a:pt x="647" y="587"/>
                    </a:lnTo>
                    <a:lnTo>
                      <a:pt x="641" y="586"/>
                    </a:lnTo>
                    <a:lnTo>
                      <a:pt x="636" y="585"/>
                    </a:lnTo>
                    <a:lnTo>
                      <a:pt x="631" y="583"/>
                    </a:lnTo>
                    <a:lnTo>
                      <a:pt x="627" y="581"/>
                    </a:lnTo>
                    <a:lnTo>
                      <a:pt x="624" y="578"/>
                    </a:lnTo>
                    <a:lnTo>
                      <a:pt x="621" y="577"/>
                    </a:lnTo>
                    <a:lnTo>
                      <a:pt x="616" y="577"/>
                    </a:lnTo>
                    <a:lnTo>
                      <a:pt x="611" y="579"/>
                    </a:lnTo>
                    <a:lnTo>
                      <a:pt x="607" y="579"/>
                    </a:lnTo>
                    <a:lnTo>
                      <a:pt x="604" y="576"/>
                    </a:lnTo>
                    <a:lnTo>
                      <a:pt x="603" y="572"/>
                    </a:lnTo>
                    <a:lnTo>
                      <a:pt x="602" y="568"/>
                    </a:lnTo>
                    <a:lnTo>
                      <a:pt x="598" y="567"/>
                    </a:lnTo>
                    <a:lnTo>
                      <a:pt x="593" y="566"/>
                    </a:lnTo>
                    <a:lnTo>
                      <a:pt x="589" y="563"/>
                    </a:lnTo>
                    <a:lnTo>
                      <a:pt x="588" y="559"/>
                    </a:lnTo>
                    <a:lnTo>
                      <a:pt x="591" y="554"/>
                    </a:lnTo>
                    <a:lnTo>
                      <a:pt x="594" y="550"/>
                    </a:lnTo>
                    <a:lnTo>
                      <a:pt x="597" y="546"/>
                    </a:lnTo>
                    <a:lnTo>
                      <a:pt x="597" y="543"/>
                    </a:lnTo>
                    <a:lnTo>
                      <a:pt x="598" y="540"/>
                    </a:lnTo>
                    <a:lnTo>
                      <a:pt x="599" y="537"/>
                    </a:lnTo>
                    <a:lnTo>
                      <a:pt x="599" y="533"/>
                    </a:lnTo>
                    <a:lnTo>
                      <a:pt x="597" y="529"/>
                    </a:lnTo>
                    <a:lnTo>
                      <a:pt x="593" y="524"/>
                    </a:lnTo>
                    <a:lnTo>
                      <a:pt x="592" y="519"/>
                    </a:lnTo>
                    <a:lnTo>
                      <a:pt x="594" y="515"/>
                    </a:lnTo>
                    <a:lnTo>
                      <a:pt x="599" y="514"/>
                    </a:lnTo>
                    <a:lnTo>
                      <a:pt x="605" y="514"/>
                    </a:lnTo>
                    <a:lnTo>
                      <a:pt x="609" y="513"/>
                    </a:lnTo>
                    <a:lnTo>
                      <a:pt x="611" y="510"/>
                    </a:lnTo>
                    <a:lnTo>
                      <a:pt x="613" y="507"/>
                    </a:lnTo>
                    <a:lnTo>
                      <a:pt x="616" y="505"/>
                    </a:lnTo>
                    <a:lnTo>
                      <a:pt x="620" y="505"/>
                    </a:lnTo>
                    <a:lnTo>
                      <a:pt x="625" y="506"/>
                    </a:lnTo>
                    <a:lnTo>
                      <a:pt x="628" y="507"/>
                    </a:lnTo>
                    <a:lnTo>
                      <a:pt x="632" y="505"/>
                    </a:lnTo>
                    <a:lnTo>
                      <a:pt x="636" y="503"/>
                    </a:lnTo>
                    <a:lnTo>
                      <a:pt x="640" y="503"/>
                    </a:lnTo>
                    <a:lnTo>
                      <a:pt x="645" y="503"/>
                    </a:lnTo>
                    <a:lnTo>
                      <a:pt x="649" y="503"/>
                    </a:lnTo>
                    <a:lnTo>
                      <a:pt x="655" y="502"/>
                    </a:lnTo>
                    <a:lnTo>
                      <a:pt x="661" y="502"/>
                    </a:lnTo>
                    <a:lnTo>
                      <a:pt x="666" y="504"/>
                    </a:lnTo>
                    <a:lnTo>
                      <a:pt x="667" y="510"/>
                    </a:lnTo>
                    <a:lnTo>
                      <a:pt x="667" y="516"/>
                    </a:lnTo>
                    <a:lnTo>
                      <a:pt x="667" y="521"/>
                    </a:lnTo>
                    <a:lnTo>
                      <a:pt x="670" y="523"/>
                    </a:lnTo>
                    <a:lnTo>
                      <a:pt x="676" y="524"/>
                    </a:lnTo>
                    <a:lnTo>
                      <a:pt x="682" y="526"/>
                    </a:lnTo>
                    <a:lnTo>
                      <a:pt x="686" y="528"/>
                    </a:lnTo>
                    <a:lnTo>
                      <a:pt x="688" y="532"/>
                    </a:lnTo>
                    <a:lnTo>
                      <a:pt x="689" y="536"/>
                    </a:lnTo>
                    <a:lnTo>
                      <a:pt x="691" y="539"/>
                    </a:lnTo>
                    <a:close/>
                  </a:path>
                </a:pathLst>
              </a:custGeom>
              <a:solidFill>
                <a:srgbClr val="ECB78D">
                  <a:alpha val="32000"/>
                </a:srgbClr>
              </a:solidFill>
              <a:ln>
                <a:noFill/>
              </a:ln>
            </p:spPr>
            <p:txBody>
              <a:bodyPr anchor="ctr"/>
              <a:lstStyle/>
              <a:p>
                <a:pPr algn="ctr">
                  <a:buNone/>
                </a:pPr>
              </a:p>
            </p:txBody>
          </p:sp>
          <p:sp>
            <p:nvSpPr>
              <p:cNvPr id="7647" name="addition:spatial:136">
                <a:extLst>
                  <a:ext uri="{FF2B5EF4-FFF2-40B4-BE49-F238E27FC236}">
                    <ns2:creationId id="{20780FDD-1333-42BA-B991-A5876F4BF1E5}"/>
                  </a:ext>
                </a:extLst>
              </p:cNvPr>
              <p:cNvSpPr>
                <a:spLocks noGrp="1"/>
              </p:cNvSpPr>
              <p:nvPr/>
            </p:nvSpPr>
            <p:spPr>
              <a:xfrm>
                <a:off x="5648325" y="1666875"/>
                <a:ext cx="977174" cy="1021751"/>
              </a:xfrm>
              <a:custGeom>
                <a:rect l="l" t="t" r="r" b="b"/>
                <a:pathLst>
                  <a:path w="737" h="604">
                    <a:moveTo>
                      <a:pt x="0" y="0"/>
                    </a:moveTo>
                    <a:moveTo>
                      <a:pt x="728" y="552"/>
                    </a:moveTo>
                    <a:lnTo>
                      <a:pt x="733" y="556"/>
                    </a:lnTo>
                    <a:lnTo>
                      <a:pt x="737" y="561"/>
                    </a:lnTo>
                    <a:lnTo>
                      <a:pt x="737" y="565"/>
                    </a:lnTo>
                    <a:lnTo>
                      <a:pt x="734" y="568"/>
                    </a:lnTo>
                    <a:lnTo>
                      <a:pt x="730" y="571"/>
                    </a:lnTo>
                    <a:lnTo>
                      <a:pt x="729" y="575"/>
                    </a:lnTo>
                    <a:lnTo>
                      <a:pt x="729" y="579"/>
                    </a:lnTo>
                    <a:lnTo>
                      <a:pt x="729" y="584"/>
                    </a:lnTo>
                    <a:lnTo>
                      <a:pt x="727" y="587"/>
                    </a:lnTo>
                    <a:lnTo>
                      <a:pt x="722" y="588"/>
                    </a:lnTo>
                    <a:lnTo>
                      <a:pt x="717" y="588"/>
                    </a:lnTo>
                    <a:lnTo>
                      <a:pt x="713" y="589"/>
                    </a:lnTo>
                    <a:lnTo>
                      <a:pt x="709" y="590"/>
                    </a:lnTo>
                    <a:lnTo>
                      <a:pt x="705" y="591"/>
                    </a:lnTo>
                    <a:lnTo>
                      <a:pt x="701" y="591"/>
                    </a:lnTo>
                    <a:lnTo>
                      <a:pt x="697" y="591"/>
                    </a:lnTo>
                    <a:lnTo>
                      <a:pt x="694" y="594"/>
                    </a:lnTo>
                    <a:lnTo>
                      <a:pt x="689" y="599"/>
                    </a:lnTo>
                    <a:lnTo>
                      <a:pt x="683" y="603"/>
                    </a:lnTo>
                    <a:lnTo>
                      <a:pt x="677" y="604"/>
                    </a:lnTo>
                    <a:lnTo>
                      <a:pt x="672" y="600"/>
                    </a:lnTo>
                    <a:lnTo>
                      <a:pt x="669" y="594"/>
                    </a:lnTo>
                    <a:lnTo>
                      <a:pt x="667" y="588"/>
                    </a:lnTo>
                    <a:lnTo>
                      <a:pt x="663" y="586"/>
                    </a:lnTo>
                    <a:lnTo>
                      <a:pt x="658" y="585"/>
                    </a:lnTo>
                    <a:lnTo>
                      <a:pt x="653" y="583"/>
                    </a:lnTo>
                    <a:lnTo>
                      <a:pt x="650" y="580"/>
                    </a:lnTo>
                    <a:lnTo>
                      <a:pt x="647" y="577"/>
                    </a:lnTo>
                    <a:lnTo>
                      <a:pt x="644" y="574"/>
                    </a:lnTo>
                    <a:lnTo>
                      <a:pt x="640" y="571"/>
                    </a:lnTo>
                    <a:lnTo>
                      <a:pt x="636" y="568"/>
                    </a:lnTo>
                    <a:lnTo>
                      <a:pt x="634" y="564"/>
                    </a:lnTo>
                    <a:lnTo>
                      <a:pt x="634" y="560"/>
                    </a:lnTo>
                    <a:lnTo>
                      <a:pt x="633" y="556"/>
                    </a:lnTo>
                    <a:lnTo>
                      <a:pt x="631" y="552"/>
                    </a:lnTo>
                    <a:lnTo>
                      <a:pt x="628" y="548"/>
                    </a:lnTo>
                    <a:lnTo>
                      <a:pt x="628" y="543"/>
                    </a:lnTo>
                    <a:lnTo>
                      <a:pt x="632" y="540"/>
                    </a:lnTo>
                    <a:lnTo>
                      <a:pt x="640" y="537"/>
                    </a:lnTo>
                    <a:lnTo>
                      <a:pt x="648" y="536"/>
                    </a:lnTo>
                    <a:lnTo>
                      <a:pt x="652" y="534"/>
                    </a:lnTo>
                    <a:lnTo>
                      <a:pt x="652" y="530"/>
                    </a:lnTo>
                    <a:lnTo>
                      <a:pt x="652" y="524"/>
                    </a:lnTo>
                    <a:lnTo>
                      <a:pt x="653" y="520"/>
                    </a:lnTo>
                    <a:lnTo>
                      <a:pt x="657" y="516"/>
                    </a:lnTo>
                    <a:lnTo>
                      <a:pt x="661" y="513"/>
                    </a:lnTo>
                    <a:lnTo>
                      <a:pt x="665" y="510"/>
                    </a:lnTo>
                    <a:lnTo>
                      <a:pt x="669" y="508"/>
                    </a:lnTo>
                    <a:lnTo>
                      <a:pt x="674" y="507"/>
                    </a:lnTo>
                    <a:lnTo>
                      <a:pt x="680" y="508"/>
                    </a:lnTo>
                    <a:lnTo>
                      <a:pt x="685" y="510"/>
                    </a:lnTo>
                    <a:lnTo>
                      <a:pt x="689" y="511"/>
                    </a:lnTo>
                    <a:lnTo>
                      <a:pt x="693" y="510"/>
                    </a:lnTo>
                    <a:lnTo>
                      <a:pt x="698" y="508"/>
                    </a:lnTo>
                    <a:lnTo>
                      <a:pt x="702" y="508"/>
                    </a:lnTo>
                    <a:lnTo>
                      <a:pt x="705" y="512"/>
                    </a:lnTo>
                    <a:lnTo>
                      <a:pt x="707" y="517"/>
                    </a:lnTo>
                    <a:lnTo>
                      <a:pt x="709" y="519"/>
                    </a:lnTo>
                    <a:lnTo>
                      <a:pt x="714" y="518"/>
                    </a:lnTo>
                    <a:lnTo>
                      <a:pt x="720" y="517"/>
                    </a:lnTo>
                    <a:lnTo>
                      <a:pt x="725" y="517"/>
                    </a:lnTo>
                    <a:lnTo>
                      <a:pt x="729" y="519"/>
                    </a:lnTo>
                    <a:lnTo>
                      <a:pt x="730" y="523"/>
                    </a:lnTo>
                    <a:lnTo>
                      <a:pt x="731" y="528"/>
                    </a:lnTo>
                    <a:lnTo>
                      <a:pt x="731" y="532"/>
                    </a:lnTo>
                    <a:lnTo>
                      <a:pt x="731" y="537"/>
                    </a:lnTo>
                    <a:lnTo>
                      <a:pt x="729" y="541"/>
                    </a:lnTo>
                    <a:lnTo>
                      <a:pt x="726" y="545"/>
                    </a:lnTo>
                    <a:lnTo>
                      <a:pt x="725" y="549"/>
                    </a:lnTo>
                    <a:close/>
                  </a:path>
                </a:pathLst>
              </a:custGeom>
              <a:solidFill>
                <a:srgbClr val="ECB78D">
                  <a:alpha val="32000"/>
                </a:srgbClr>
              </a:solidFill>
              <a:ln>
                <a:noFill/>
              </a:ln>
            </p:spPr>
            <p:txBody>
              <a:bodyPr anchor="ctr"/>
              <a:lstStyle/>
              <a:p>
                <a:pPr algn="ctr">
                  <a:buNone/>
                </a:pPr>
              </a:p>
            </p:txBody>
          </p:sp>
          <p:sp>
            <p:nvSpPr>
              <p:cNvPr id="7648" name="addition:spatial:137">
                <a:extLst>
                  <a:ext uri="{FF2B5EF4-FFF2-40B4-BE49-F238E27FC236}">
                    <ns2:creationId id="{2EA53674-824A-4339-ADAC-2FEBE4B492A4}"/>
                  </a:ext>
                </a:extLst>
              </p:cNvPr>
              <p:cNvSpPr>
                <a:spLocks noGrp="1"/>
              </p:cNvSpPr>
              <p:nvPr/>
            </p:nvSpPr>
            <p:spPr>
              <a:xfrm>
                <a:off x="5648325" y="1666875"/>
                <a:ext cx="1051423" cy="1084341"/>
              </a:xfrm>
              <a:custGeom>
                <a:rect l="l" t="t" r="r" b="b"/>
                <a:pathLst>
                  <a:path w="793" h="641">
                    <a:moveTo>
                      <a:pt x="0" y="0"/>
                    </a:moveTo>
                    <a:moveTo>
                      <a:pt x="789" y="589"/>
                    </a:moveTo>
                    <a:lnTo>
                      <a:pt x="792" y="594"/>
                    </a:lnTo>
                    <a:lnTo>
                      <a:pt x="793" y="599"/>
                    </a:lnTo>
                    <a:lnTo>
                      <a:pt x="788" y="603"/>
                    </a:lnTo>
                    <a:lnTo>
                      <a:pt x="780" y="606"/>
                    </a:lnTo>
                    <a:lnTo>
                      <a:pt x="774" y="608"/>
                    </a:lnTo>
                    <a:lnTo>
                      <a:pt x="771" y="611"/>
                    </a:lnTo>
                    <a:lnTo>
                      <a:pt x="771" y="616"/>
                    </a:lnTo>
                    <a:lnTo>
                      <a:pt x="770" y="621"/>
                    </a:lnTo>
                    <a:lnTo>
                      <a:pt x="766" y="624"/>
                    </a:lnTo>
                    <a:lnTo>
                      <a:pt x="761" y="625"/>
                    </a:lnTo>
                    <a:lnTo>
                      <a:pt x="755" y="626"/>
                    </a:lnTo>
                    <a:lnTo>
                      <a:pt x="751" y="629"/>
                    </a:lnTo>
                    <a:lnTo>
                      <a:pt x="747" y="633"/>
                    </a:lnTo>
                    <a:lnTo>
                      <a:pt x="743" y="637"/>
                    </a:lnTo>
                    <a:lnTo>
                      <a:pt x="737" y="639"/>
                    </a:lnTo>
                    <a:lnTo>
                      <a:pt x="731" y="640"/>
                    </a:lnTo>
                    <a:lnTo>
                      <a:pt x="725" y="640"/>
                    </a:lnTo>
                    <a:lnTo>
                      <a:pt x="720" y="641"/>
                    </a:lnTo>
                    <a:lnTo>
                      <a:pt x="714" y="640"/>
                    </a:lnTo>
                    <a:lnTo>
                      <a:pt x="709" y="637"/>
                    </a:lnTo>
                    <a:lnTo>
                      <a:pt x="706" y="631"/>
                    </a:lnTo>
                    <a:lnTo>
                      <a:pt x="704" y="625"/>
                    </a:lnTo>
                    <a:lnTo>
                      <a:pt x="701" y="623"/>
                    </a:lnTo>
                    <a:lnTo>
                      <a:pt x="696" y="625"/>
                    </a:lnTo>
                    <a:lnTo>
                      <a:pt x="688" y="627"/>
                    </a:lnTo>
                    <a:lnTo>
                      <a:pt x="682" y="627"/>
                    </a:lnTo>
                    <a:lnTo>
                      <a:pt x="678" y="624"/>
                    </a:lnTo>
                    <a:lnTo>
                      <a:pt x="677" y="619"/>
                    </a:lnTo>
                    <a:lnTo>
                      <a:pt x="677" y="615"/>
                    </a:lnTo>
                    <a:lnTo>
                      <a:pt x="675" y="611"/>
                    </a:lnTo>
                    <a:lnTo>
                      <a:pt x="674" y="607"/>
                    </a:lnTo>
                    <a:lnTo>
                      <a:pt x="674" y="602"/>
                    </a:lnTo>
                    <a:lnTo>
                      <a:pt x="676" y="598"/>
                    </a:lnTo>
                    <a:lnTo>
                      <a:pt x="678" y="593"/>
                    </a:lnTo>
                    <a:lnTo>
                      <a:pt x="678" y="589"/>
                    </a:lnTo>
                    <a:lnTo>
                      <a:pt x="677" y="585"/>
                    </a:lnTo>
                    <a:lnTo>
                      <a:pt x="677" y="581"/>
                    </a:lnTo>
                    <a:lnTo>
                      <a:pt x="680" y="577"/>
                    </a:lnTo>
                    <a:lnTo>
                      <a:pt x="684" y="574"/>
                    </a:lnTo>
                    <a:lnTo>
                      <a:pt x="687" y="571"/>
                    </a:lnTo>
                    <a:lnTo>
                      <a:pt x="685" y="566"/>
                    </a:lnTo>
                    <a:lnTo>
                      <a:pt x="682" y="559"/>
                    </a:lnTo>
                    <a:lnTo>
                      <a:pt x="681" y="553"/>
                    </a:lnTo>
                    <a:lnTo>
                      <a:pt x="684" y="549"/>
                    </a:lnTo>
                    <a:lnTo>
                      <a:pt x="690" y="548"/>
                    </a:lnTo>
                    <a:lnTo>
                      <a:pt x="697" y="549"/>
                    </a:lnTo>
                    <a:lnTo>
                      <a:pt x="702" y="550"/>
                    </a:lnTo>
                    <a:lnTo>
                      <a:pt x="706" y="549"/>
                    </a:lnTo>
                    <a:lnTo>
                      <a:pt x="709" y="548"/>
                    </a:lnTo>
                    <a:lnTo>
                      <a:pt x="713" y="548"/>
                    </a:lnTo>
                    <a:lnTo>
                      <a:pt x="717" y="547"/>
                    </a:lnTo>
                    <a:lnTo>
                      <a:pt x="721" y="545"/>
                    </a:lnTo>
                    <a:lnTo>
                      <a:pt x="725" y="542"/>
                    </a:lnTo>
                    <a:lnTo>
                      <a:pt x="730" y="538"/>
                    </a:lnTo>
                    <a:lnTo>
                      <a:pt x="735" y="538"/>
                    </a:lnTo>
                    <a:lnTo>
                      <a:pt x="739" y="542"/>
                    </a:lnTo>
                    <a:lnTo>
                      <a:pt x="743" y="546"/>
                    </a:lnTo>
                    <a:lnTo>
                      <a:pt x="747" y="548"/>
                    </a:lnTo>
                    <a:lnTo>
                      <a:pt x="753" y="549"/>
                    </a:lnTo>
                    <a:lnTo>
                      <a:pt x="760" y="549"/>
                    </a:lnTo>
                    <a:lnTo>
                      <a:pt x="765" y="552"/>
                    </a:lnTo>
                    <a:lnTo>
                      <a:pt x="766" y="557"/>
                    </a:lnTo>
                    <a:lnTo>
                      <a:pt x="766" y="563"/>
                    </a:lnTo>
                    <a:lnTo>
                      <a:pt x="766" y="568"/>
                    </a:lnTo>
                    <a:lnTo>
                      <a:pt x="768" y="572"/>
                    </a:lnTo>
                    <a:lnTo>
                      <a:pt x="773" y="574"/>
                    </a:lnTo>
                    <a:lnTo>
                      <a:pt x="778" y="577"/>
                    </a:lnTo>
                    <a:lnTo>
                      <a:pt x="781" y="581"/>
                    </a:lnTo>
                    <a:lnTo>
                      <a:pt x="785" y="585"/>
                    </a:lnTo>
                    <a:close/>
                  </a:path>
                </a:pathLst>
              </a:custGeom>
              <a:solidFill>
                <a:srgbClr val="ECB78D">
                  <a:alpha val="32000"/>
                </a:srgbClr>
              </a:solidFill>
              <a:ln>
                <a:noFill/>
              </a:ln>
            </p:spPr>
            <p:txBody>
              <a:bodyPr anchor="ctr"/>
              <a:lstStyle/>
              <a:p>
                <a:pPr algn="ctr">
                  <a:buNone/>
                </a:pPr>
              </a:p>
            </p:txBody>
          </p:sp>
          <p:sp>
            <p:nvSpPr>
              <p:cNvPr id="7649" name="addition:spatial:138">
                <a:extLst>
                  <a:ext uri="{FF2B5EF4-FFF2-40B4-BE49-F238E27FC236}">
                    <ns2:creationId id="{E98B83EB-CD7D-4BB3-BA4A-A04BBBF8C671}"/>
                  </a:ext>
                </a:extLst>
              </p:cNvPr>
              <p:cNvSpPr>
                <a:spLocks noGrp="1"/>
              </p:cNvSpPr>
              <p:nvPr/>
            </p:nvSpPr>
            <p:spPr>
              <a:xfrm>
                <a:off x="5648325" y="1666875"/>
                <a:ext cx="1014298" cy="1146932"/>
              </a:xfrm>
              <a:custGeom>
                <a:rect l="l" t="t" r="r" b="b"/>
                <a:pathLst>
                  <a:path w="765" h="678">
                    <a:moveTo>
                      <a:pt x="0" y="0"/>
                    </a:moveTo>
                    <a:moveTo>
                      <a:pt x="765" y="630"/>
                    </a:moveTo>
                    <a:lnTo>
                      <a:pt x="765" y="635"/>
                    </a:lnTo>
                    <a:lnTo>
                      <a:pt x="760" y="639"/>
                    </a:lnTo>
                    <a:lnTo>
                      <a:pt x="751" y="642"/>
                    </a:lnTo>
                    <a:lnTo>
                      <a:pt x="742" y="644"/>
                    </a:lnTo>
                    <a:lnTo>
                      <a:pt x="736" y="647"/>
                    </a:lnTo>
                    <a:lnTo>
                      <a:pt x="736" y="651"/>
                    </a:lnTo>
                    <a:lnTo>
                      <a:pt x="739" y="658"/>
                    </a:lnTo>
                    <a:lnTo>
                      <a:pt x="740" y="664"/>
                    </a:lnTo>
                    <a:lnTo>
                      <a:pt x="736" y="669"/>
                    </a:lnTo>
                    <a:lnTo>
                      <a:pt x="730" y="671"/>
                    </a:lnTo>
                    <a:lnTo>
                      <a:pt x="723" y="673"/>
                    </a:lnTo>
                    <a:lnTo>
                      <a:pt x="718" y="675"/>
                    </a:lnTo>
                    <a:lnTo>
                      <a:pt x="712" y="677"/>
                    </a:lnTo>
                    <a:lnTo>
                      <a:pt x="706" y="678"/>
                    </a:lnTo>
                    <a:lnTo>
                      <a:pt x="700" y="677"/>
                    </a:lnTo>
                    <a:lnTo>
                      <a:pt x="695" y="676"/>
                    </a:lnTo>
                    <a:lnTo>
                      <a:pt x="690" y="676"/>
                    </a:lnTo>
                    <a:lnTo>
                      <a:pt x="685" y="678"/>
                    </a:lnTo>
                    <a:lnTo>
                      <a:pt x="680" y="678"/>
                    </a:lnTo>
                    <a:lnTo>
                      <a:pt x="675" y="676"/>
                    </a:lnTo>
                    <a:lnTo>
                      <a:pt x="672" y="672"/>
                    </a:lnTo>
                    <a:lnTo>
                      <a:pt x="669" y="669"/>
                    </a:lnTo>
                    <a:lnTo>
                      <a:pt x="663" y="670"/>
                    </a:lnTo>
                    <a:lnTo>
                      <a:pt x="655" y="672"/>
                    </a:lnTo>
                    <a:lnTo>
                      <a:pt x="647" y="674"/>
                    </a:lnTo>
                    <a:lnTo>
                      <a:pt x="641" y="672"/>
                    </a:lnTo>
                    <a:lnTo>
                      <a:pt x="639" y="666"/>
                    </a:lnTo>
                    <a:lnTo>
                      <a:pt x="640" y="660"/>
                    </a:lnTo>
                    <a:lnTo>
                      <a:pt x="640" y="654"/>
                    </a:lnTo>
                    <a:lnTo>
                      <a:pt x="639" y="650"/>
                    </a:lnTo>
                    <a:lnTo>
                      <a:pt x="638" y="646"/>
                    </a:lnTo>
                    <a:lnTo>
                      <a:pt x="638" y="642"/>
                    </a:lnTo>
                    <a:lnTo>
                      <a:pt x="638" y="638"/>
                    </a:lnTo>
                    <a:lnTo>
                      <a:pt x="635" y="634"/>
                    </a:lnTo>
                    <a:lnTo>
                      <a:pt x="629" y="630"/>
                    </a:lnTo>
                    <a:lnTo>
                      <a:pt x="623" y="625"/>
                    </a:lnTo>
                    <a:lnTo>
                      <a:pt x="620" y="620"/>
                    </a:lnTo>
                    <a:lnTo>
                      <a:pt x="623" y="616"/>
                    </a:lnTo>
                    <a:lnTo>
                      <a:pt x="628" y="613"/>
                    </a:lnTo>
                    <a:lnTo>
                      <a:pt x="631" y="609"/>
                    </a:lnTo>
                    <a:lnTo>
                      <a:pt x="631" y="605"/>
                    </a:lnTo>
                    <a:lnTo>
                      <a:pt x="630" y="599"/>
                    </a:lnTo>
                    <a:lnTo>
                      <a:pt x="632" y="595"/>
                    </a:lnTo>
                    <a:lnTo>
                      <a:pt x="638" y="593"/>
                    </a:lnTo>
                    <a:lnTo>
                      <a:pt x="646" y="593"/>
                    </a:lnTo>
                    <a:lnTo>
                      <a:pt x="653" y="594"/>
                    </a:lnTo>
                    <a:lnTo>
                      <a:pt x="658" y="593"/>
                    </a:lnTo>
                    <a:lnTo>
                      <a:pt x="662" y="590"/>
                    </a:lnTo>
                    <a:lnTo>
                      <a:pt x="666" y="587"/>
                    </a:lnTo>
                    <a:lnTo>
                      <a:pt x="672" y="585"/>
                    </a:lnTo>
                    <a:lnTo>
                      <a:pt x="677" y="582"/>
                    </a:lnTo>
                    <a:lnTo>
                      <a:pt x="684" y="578"/>
                    </a:lnTo>
                    <a:lnTo>
                      <a:pt x="691" y="574"/>
                    </a:lnTo>
                    <a:lnTo>
                      <a:pt x="699" y="573"/>
                    </a:lnTo>
                    <a:lnTo>
                      <a:pt x="706" y="576"/>
                    </a:lnTo>
                    <a:lnTo>
                      <a:pt x="711" y="583"/>
                    </a:lnTo>
                    <a:lnTo>
                      <a:pt x="715" y="589"/>
                    </a:lnTo>
                    <a:lnTo>
                      <a:pt x="719" y="592"/>
                    </a:lnTo>
                    <a:lnTo>
                      <a:pt x="726" y="593"/>
                    </a:lnTo>
                    <a:lnTo>
                      <a:pt x="734" y="593"/>
                    </a:lnTo>
                    <a:lnTo>
                      <a:pt x="740" y="595"/>
                    </a:lnTo>
                    <a:lnTo>
                      <a:pt x="743" y="599"/>
                    </a:lnTo>
                    <a:lnTo>
                      <a:pt x="745" y="603"/>
                    </a:lnTo>
                    <a:lnTo>
                      <a:pt x="749" y="606"/>
                    </a:lnTo>
                    <a:lnTo>
                      <a:pt x="754" y="609"/>
                    </a:lnTo>
                    <a:lnTo>
                      <a:pt x="760" y="612"/>
                    </a:lnTo>
                    <a:lnTo>
                      <a:pt x="762" y="616"/>
                    </a:lnTo>
                    <a:lnTo>
                      <a:pt x="763" y="621"/>
                    </a:lnTo>
                    <a:lnTo>
                      <a:pt x="764" y="625"/>
                    </a:lnTo>
                    <a:close/>
                  </a:path>
                </a:pathLst>
              </a:custGeom>
              <a:solidFill>
                <a:srgbClr val="ECB78D">
                  <a:alpha val="32000"/>
                </a:srgbClr>
              </a:solidFill>
              <a:ln>
                <a:noFill/>
              </a:ln>
            </p:spPr>
            <p:txBody>
              <a:bodyPr anchor="ctr"/>
              <a:lstStyle/>
              <a:p>
                <a:pPr algn="ctr">
                  <a:buNone/>
                </a:pPr>
              </a:p>
            </p:txBody>
          </p:sp>
          <p:sp>
            <p:nvSpPr>
              <p:cNvPr id="7650" name="addition:spatial:139">
                <a:extLst>
                  <a:ext uri="{FF2B5EF4-FFF2-40B4-BE49-F238E27FC236}">
                    <ns2:creationId id="{44B5262E-A867-4BFB-86D2-B7419C0BD90B}"/>
                  </a:ext>
                </a:extLst>
              </p:cNvPr>
              <p:cNvSpPr>
                <a:spLocks noGrp="1"/>
              </p:cNvSpPr>
              <p:nvPr/>
            </p:nvSpPr>
            <p:spPr>
              <a:xfrm>
                <a:off x="5648325" y="1666875"/>
                <a:ext cx="916183" cy="1160465"/>
              </a:xfrm>
              <a:custGeom>
                <a:rect l="l" t="t" r="r" b="b"/>
                <a:pathLst>
                  <a:path w="691" h="686">
                    <a:moveTo>
                      <a:pt x="0" y="0"/>
                    </a:moveTo>
                    <a:moveTo>
                      <a:pt x="687" y="635"/>
                    </a:moveTo>
                    <a:lnTo>
                      <a:pt x="690" y="639"/>
                    </a:lnTo>
                    <a:lnTo>
                      <a:pt x="691" y="644"/>
                    </a:lnTo>
                    <a:lnTo>
                      <a:pt x="690" y="648"/>
                    </a:lnTo>
                    <a:lnTo>
                      <a:pt x="688" y="652"/>
                    </a:lnTo>
                    <a:lnTo>
                      <a:pt x="686" y="656"/>
                    </a:lnTo>
                    <a:lnTo>
                      <a:pt x="684" y="661"/>
                    </a:lnTo>
                    <a:lnTo>
                      <a:pt x="680" y="664"/>
                    </a:lnTo>
                    <a:lnTo>
                      <a:pt x="673" y="665"/>
                    </a:lnTo>
                    <a:lnTo>
                      <a:pt x="665" y="664"/>
                    </a:lnTo>
                    <a:lnTo>
                      <a:pt x="659" y="664"/>
                    </a:lnTo>
                    <a:lnTo>
                      <a:pt x="657" y="668"/>
                    </a:lnTo>
                    <a:lnTo>
                      <a:pt x="656" y="675"/>
                    </a:lnTo>
                    <a:lnTo>
                      <a:pt x="653" y="682"/>
                    </a:lnTo>
                    <a:lnTo>
                      <a:pt x="648" y="686"/>
                    </a:lnTo>
                    <a:lnTo>
                      <a:pt x="641" y="686"/>
                    </a:lnTo>
                    <a:lnTo>
                      <a:pt x="634" y="685"/>
                    </a:lnTo>
                    <a:lnTo>
                      <a:pt x="628" y="684"/>
                    </a:lnTo>
                    <a:lnTo>
                      <a:pt x="622" y="684"/>
                    </a:lnTo>
                    <a:lnTo>
                      <a:pt x="616" y="683"/>
                    </a:lnTo>
                    <a:lnTo>
                      <a:pt x="611" y="680"/>
                    </a:lnTo>
                    <a:lnTo>
                      <a:pt x="607" y="677"/>
                    </a:lnTo>
                    <a:lnTo>
                      <a:pt x="602" y="675"/>
                    </a:lnTo>
                    <a:lnTo>
                      <a:pt x="597" y="675"/>
                    </a:lnTo>
                    <a:lnTo>
                      <a:pt x="591" y="674"/>
                    </a:lnTo>
                    <a:lnTo>
                      <a:pt x="587" y="672"/>
                    </a:lnTo>
                    <a:lnTo>
                      <a:pt x="586" y="667"/>
                    </a:lnTo>
                    <a:lnTo>
                      <a:pt x="585" y="663"/>
                    </a:lnTo>
                    <a:lnTo>
                      <a:pt x="581" y="661"/>
                    </a:lnTo>
                    <a:lnTo>
                      <a:pt x="574" y="660"/>
                    </a:lnTo>
                    <a:lnTo>
                      <a:pt x="567" y="658"/>
                    </a:lnTo>
                    <a:lnTo>
                      <a:pt x="563" y="654"/>
                    </a:lnTo>
                    <a:lnTo>
                      <a:pt x="565" y="649"/>
                    </a:lnTo>
                    <a:lnTo>
                      <a:pt x="570" y="643"/>
                    </a:lnTo>
                    <a:lnTo>
                      <a:pt x="575" y="639"/>
                    </a:lnTo>
                    <a:lnTo>
                      <a:pt x="577" y="635"/>
                    </a:lnTo>
                    <a:lnTo>
                      <a:pt x="579" y="631"/>
                    </a:lnTo>
                    <a:lnTo>
                      <a:pt x="580" y="627"/>
                    </a:lnTo>
                    <a:lnTo>
                      <a:pt x="582" y="623"/>
                    </a:lnTo>
                    <a:lnTo>
                      <a:pt x="583" y="619"/>
                    </a:lnTo>
                    <a:lnTo>
                      <a:pt x="581" y="614"/>
                    </a:lnTo>
                    <a:lnTo>
                      <a:pt x="579" y="608"/>
                    </a:lnTo>
                    <a:lnTo>
                      <a:pt x="580" y="603"/>
                    </a:lnTo>
                    <a:lnTo>
                      <a:pt x="584" y="600"/>
                    </a:lnTo>
                    <a:lnTo>
                      <a:pt x="591" y="599"/>
                    </a:lnTo>
                    <a:lnTo>
                      <a:pt x="596" y="598"/>
                    </a:lnTo>
                    <a:lnTo>
                      <a:pt x="599" y="596"/>
                    </a:lnTo>
                    <a:lnTo>
                      <a:pt x="601" y="591"/>
                    </a:lnTo>
                    <a:lnTo>
                      <a:pt x="604" y="587"/>
                    </a:lnTo>
                    <a:lnTo>
                      <a:pt x="609" y="587"/>
                    </a:lnTo>
                    <a:lnTo>
                      <a:pt x="615" y="590"/>
                    </a:lnTo>
                    <a:lnTo>
                      <a:pt x="620" y="593"/>
                    </a:lnTo>
                    <a:lnTo>
                      <a:pt x="623" y="593"/>
                    </a:lnTo>
                    <a:lnTo>
                      <a:pt x="627" y="592"/>
                    </a:lnTo>
                    <a:lnTo>
                      <a:pt x="631" y="590"/>
                    </a:lnTo>
                    <a:lnTo>
                      <a:pt x="636" y="589"/>
                    </a:lnTo>
                    <a:lnTo>
                      <a:pt x="641" y="589"/>
                    </a:lnTo>
                    <a:lnTo>
                      <a:pt x="647" y="588"/>
                    </a:lnTo>
                    <a:lnTo>
                      <a:pt x="654" y="587"/>
                    </a:lnTo>
                    <a:lnTo>
                      <a:pt x="660" y="588"/>
                    </a:lnTo>
                    <a:lnTo>
                      <a:pt x="663" y="593"/>
                    </a:lnTo>
                    <a:lnTo>
                      <a:pt x="664" y="600"/>
                    </a:lnTo>
                    <a:lnTo>
                      <a:pt x="662" y="607"/>
                    </a:lnTo>
                    <a:lnTo>
                      <a:pt x="664" y="611"/>
                    </a:lnTo>
                    <a:lnTo>
                      <a:pt x="668" y="613"/>
                    </a:lnTo>
                    <a:lnTo>
                      <a:pt x="675" y="615"/>
                    </a:lnTo>
                    <a:lnTo>
                      <a:pt x="681" y="618"/>
                    </a:lnTo>
                    <a:lnTo>
                      <a:pt x="683" y="622"/>
                    </a:lnTo>
                    <a:lnTo>
                      <a:pt x="683" y="626"/>
                    </a:lnTo>
                    <a:lnTo>
                      <a:pt x="684" y="631"/>
                    </a:lnTo>
                    <a:close/>
                  </a:path>
                </a:pathLst>
              </a:custGeom>
              <a:solidFill>
                <a:srgbClr val="ECB78D">
                  <a:alpha val="32000"/>
                </a:srgbClr>
              </a:solidFill>
              <a:ln>
                <a:noFill/>
              </a:ln>
            </p:spPr>
            <p:txBody>
              <a:bodyPr anchor="ctr"/>
              <a:lstStyle/>
              <a:p>
                <a:pPr algn="ctr">
                  <a:buNone/>
                </a:pPr>
              </a:p>
            </p:txBody>
          </p:sp>
          <p:sp>
            <p:nvSpPr>
              <p:cNvPr id="7651" name="addition:spatial:140">
                <a:extLst>
                  <a:ext uri="{FF2B5EF4-FFF2-40B4-BE49-F238E27FC236}">
                    <ns2:creationId id="{80B318A3-3D92-4569-A8D0-59851B6984F9}"/>
                  </a:ext>
                </a:extLst>
              </p:cNvPr>
              <p:cNvSpPr>
                <a:spLocks noGrp="1"/>
              </p:cNvSpPr>
              <p:nvPr/>
            </p:nvSpPr>
            <p:spPr>
              <a:xfrm>
                <a:off x="5648325" y="1666875"/>
                <a:ext cx="837956" cy="1116482"/>
              </a:xfrm>
              <a:custGeom>
                <a:rect l="l" t="t" r="r" b="b"/>
                <a:pathLst>
                  <a:path w="632" h="660">
                    <a:moveTo>
                      <a:pt x="0" y="0"/>
                    </a:moveTo>
                    <a:moveTo>
                      <a:pt x="630" y="617"/>
                    </a:moveTo>
                    <a:lnTo>
                      <a:pt x="631" y="621"/>
                    </a:lnTo>
                    <a:lnTo>
                      <a:pt x="632" y="625"/>
                    </a:lnTo>
                    <a:lnTo>
                      <a:pt x="630" y="629"/>
                    </a:lnTo>
                    <a:lnTo>
                      <a:pt x="625" y="632"/>
                    </a:lnTo>
                    <a:lnTo>
                      <a:pt x="618" y="633"/>
                    </a:lnTo>
                    <a:lnTo>
                      <a:pt x="612" y="634"/>
                    </a:lnTo>
                    <a:lnTo>
                      <a:pt x="610" y="637"/>
                    </a:lnTo>
                    <a:lnTo>
                      <a:pt x="611" y="642"/>
                    </a:lnTo>
                    <a:lnTo>
                      <a:pt x="610" y="647"/>
                    </a:lnTo>
                    <a:lnTo>
                      <a:pt x="608" y="651"/>
                    </a:lnTo>
                    <a:lnTo>
                      <a:pt x="603" y="652"/>
                    </a:lnTo>
                    <a:lnTo>
                      <a:pt x="598" y="653"/>
                    </a:lnTo>
                    <a:lnTo>
                      <a:pt x="594" y="655"/>
                    </a:lnTo>
                    <a:lnTo>
                      <a:pt x="590" y="658"/>
                    </a:lnTo>
                    <a:lnTo>
                      <a:pt x="586" y="660"/>
                    </a:lnTo>
                    <a:lnTo>
                      <a:pt x="581" y="660"/>
                    </a:lnTo>
                    <a:lnTo>
                      <a:pt x="576" y="659"/>
                    </a:lnTo>
                    <a:lnTo>
                      <a:pt x="572" y="658"/>
                    </a:lnTo>
                    <a:lnTo>
                      <a:pt x="568" y="658"/>
                    </a:lnTo>
                    <a:lnTo>
                      <a:pt x="564" y="657"/>
                    </a:lnTo>
                    <a:lnTo>
                      <a:pt x="560" y="655"/>
                    </a:lnTo>
                    <a:lnTo>
                      <a:pt x="558" y="651"/>
                    </a:lnTo>
                    <a:lnTo>
                      <a:pt x="556" y="647"/>
                    </a:lnTo>
                    <a:lnTo>
                      <a:pt x="554" y="646"/>
                    </a:lnTo>
                    <a:lnTo>
                      <a:pt x="548" y="648"/>
                    </a:lnTo>
                    <a:lnTo>
                      <a:pt x="542" y="649"/>
                    </a:lnTo>
                    <a:lnTo>
                      <a:pt x="536" y="649"/>
                    </a:lnTo>
                    <a:lnTo>
                      <a:pt x="534" y="645"/>
                    </a:lnTo>
                    <a:lnTo>
                      <a:pt x="535" y="640"/>
                    </a:lnTo>
                    <a:lnTo>
                      <a:pt x="537" y="635"/>
                    </a:lnTo>
                    <a:lnTo>
                      <a:pt x="537" y="631"/>
                    </a:lnTo>
                    <a:lnTo>
                      <a:pt x="537" y="628"/>
                    </a:lnTo>
                    <a:lnTo>
                      <a:pt x="537" y="624"/>
                    </a:lnTo>
                    <a:lnTo>
                      <a:pt x="538" y="621"/>
                    </a:lnTo>
                    <a:lnTo>
                      <a:pt x="539" y="617"/>
                    </a:lnTo>
                    <a:lnTo>
                      <a:pt x="539" y="614"/>
                    </a:lnTo>
                    <a:lnTo>
                      <a:pt x="537" y="610"/>
                    </a:lnTo>
                    <a:lnTo>
                      <a:pt x="536" y="606"/>
                    </a:lnTo>
                    <a:lnTo>
                      <a:pt x="537" y="603"/>
                    </a:lnTo>
                    <a:lnTo>
                      <a:pt x="540" y="600"/>
                    </a:lnTo>
                    <a:lnTo>
                      <a:pt x="542" y="597"/>
                    </a:lnTo>
                    <a:lnTo>
                      <a:pt x="542" y="593"/>
                    </a:lnTo>
                    <a:lnTo>
                      <a:pt x="541" y="588"/>
                    </a:lnTo>
                    <a:lnTo>
                      <a:pt x="541" y="583"/>
                    </a:lnTo>
                    <a:lnTo>
                      <a:pt x="545" y="581"/>
                    </a:lnTo>
                    <a:lnTo>
                      <a:pt x="551" y="582"/>
                    </a:lnTo>
                    <a:lnTo>
                      <a:pt x="556" y="584"/>
                    </a:lnTo>
                    <a:lnTo>
                      <a:pt x="560" y="585"/>
                    </a:lnTo>
                    <a:lnTo>
                      <a:pt x="563" y="584"/>
                    </a:lnTo>
                    <a:lnTo>
                      <a:pt x="565" y="582"/>
                    </a:lnTo>
                    <a:lnTo>
                      <a:pt x="569" y="580"/>
                    </a:lnTo>
                    <a:lnTo>
                      <a:pt x="572" y="579"/>
                    </a:lnTo>
                    <a:lnTo>
                      <a:pt x="576" y="577"/>
                    </a:lnTo>
                    <a:lnTo>
                      <a:pt x="580" y="574"/>
                    </a:lnTo>
                    <a:lnTo>
                      <a:pt x="585" y="572"/>
                    </a:lnTo>
                    <a:lnTo>
                      <a:pt x="590" y="573"/>
                    </a:lnTo>
                    <a:lnTo>
                      <a:pt x="593" y="577"/>
                    </a:lnTo>
                    <a:lnTo>
                      <a:pt x="596" y="582"/>
                    </a:lnTo>
                    <a:lnTo>
                      <a:pt x="599" y="585"/>
                    </a:lnTo>
                    <a:lnTo>
                      <a:pt x="603" y="586"/>
                    </a:lnTo>
                    <a:lnTo>
                      <a:pt x="609" y="587"/>
                    </a:lnTo>
                    <a:lnTo>
                      <a:pt x="613" y="589"/>
                    </a:lnTo>
                    <a:lnTo>
                      <a:pt x="614" y="594"/>
                    </a:lnTo>
                    <a:lnTo>
                      <a:pt x="614" y="598"/>
                    </a:lnTo>
                    <a:lnTo>
                      <a:pt x="615" y="602"/>
                    </a:lnTo>
                    <a:lnTo>
                      <a:pt x="618" y="604"/>
                    </a:lnTo>
                    <a:lnTo>
                      <a:pt x="623" y="607"/>
                    </a:lnTo>
                    <a:lnTo>
                      <a:pt x="627" y="610"/>
                    </a:lnTo>
                    <a:lnTo>
                      <a:pt x="629" y="613"/>
                    </a:lnTo>
                    <a:close/>
                  </a:path>
                </a:pathLst>
              </a:custGeom>
              <a:solidFill>
                <a:srgbClr val="ECB78D">
                  <a:alpha val="32000"/>
                </a:srgbClr>
              </a:solidFill>
              <a:ln>
                <a:noFill/>
              </a:ln>
            </p:spPr>
            <p:txBody>
              <a:bodyPr anchor="ctr"/>
              <a:lstStyle/>
              <a:p>
                <a:pPr algn="ctr">
                  <a:buNone/>
                </a:pPr>
              </a:p>
            </p:txBody>
          </p:sp>
          <p:sp>
            <p:nvSpPr>
              <p:cNvPr id="7652" name="addition:spatial:141">
                <a:extLst>
                  <a:ext uri="{FF2B5EF4-FFF2-40B4-BE49-F238E27FC236}">
                    <ns2:creationId id="{B31E5A0D-0979-41E6-84BD-ABD6081FC2D4}"/>
                  </a:ext>
                </a:extLst>
              </p:cNvPr>
              <p:cNvSpPr>
                <a:spLocks noGrp="1"/>
              </p:cNvSpPr>
              <p:nvPr/>
            </p:nvSpPr>
            <p:spPr>
              <a:xfrm>
                <a:off x="5648325" y="1666875"/>
                <a:ext cx="981151" cy="1130016"/>
              </a:xfrm>
              <a:custGeom>
                <a:rect l="l" t="t" r="r" b="b"/>
                <a:pathLst>
                  <a:path w="740" h="668">
                    <a:moveTo>
                      <a:pt x="0" y="0"/>
                    </a:moveTo>
                    <a:moveTo>
                      <a:pt x="734" y="610"/>
                    </a:moveTo>
                    <a:lnTo>
                      <a:pt x="737" y="615"/>
                    </a:lnTo>
                    <a:lnTo>
                      <a:pt x="740" y="621"/>
                    </a:lnTo>
                    <a:lnTo>
                      <a:pt x="738" y="626"/>
                    </a:lnTo>
                    <a:lnTo>
                      <a:pt x="732" y="630"/>
                    </a:lnTo>
                    <a:lnTo>
                      <a:pt x="723" y="632"/>
                    </a:lnTo>
                    <a:lnTo>
                      <a:pt x="717" y="634"/>
                    </a:lnTo>
                    <a:lnTo>
                      <a:pt x="715" y="638"/>
                    </a:lnTo>
                    <a:lnTo>
                      <a:pt x="714" y="644"/>
                    </a:lnTo>
                    <a:lnTo>
                      <a:pt x="712" y="649"/>
                    </a:lnTo>
                    <a:lnTo>
                      <a:pt x="706" y="651"/>
                    </a:lnTo>
                    <a:lnTo>
                      <a:pt x="698" y="651"/>
                    </a:lnTo>
                    <a:lnTo>
                      <a:pt x="691" y="652"/>
                    </a:lnTo>
                    <a:lnTo>
                      <a:pt x="685" y="655"/>
                    </a:lnTo>
                    <a:lnTo>
                      <a:pt x="681" y="660"/>
                    </a:lnTo>
                    <a:lnTo>
                      <a:pt x="675" y="665"/>
                    </a:lnTo>
                    <a:lnTo>
                      <a:pt x="668" y="668"/>
                    </a:lnTo>
                    <a:lnTo>
                      <a:pt x="660" y="668"/>
                    </a:lnTo>
                    <a:lnTo>
                      <a:pt x="652" y="667"/>
                    </a:lnTo>
                    <a:lnTo>
                      <a:pt x="645" y="666"/>
                    </a:lnTo>
                    <a:lnTo>
                      <a:pt x="638" y="663"/>
                    </a:lnTo>
                    <a:lnTo>
                      <a:pt x="633" y="659"/>
                    </a:lnTo>
                    <a:lnTo>
                      <a:pt x="630" y="652"/>
                    </a:lnTo>
                    <a:lnTo>
                      <a:pt x="627" y="648"/>
                    </a:lnTo>
                    <a:lnTo>
                      <a:pt x="622" y="647"/>
                    </a:lnTo>
                    <a:lnTo>
                      <a:pt x="614" y="649"/>
                    </a:lnTo>
                    <a:lnTo>
                      <a:pt x="604" y="650"/>
                    </a:lnTo>
                    <a:lnTo>
                      <a:pt x="597" y="649"/>
                    </a:lnTo>
                    <a:lnTo>
                      <a:pt x="594" y="644"/>
                    </a:lnTo>
                    <a:lnTo>
                      <a:pt x="595" y="638"/>
                    </a:lnTo>
                    <a:lnTo>
                      <a:pt x="595" y="633"/>
                    </a:lnTo>
                    <a:lnTo>
                      <a:pt x="592" y="629"/>
                    </a:lnTo>
                    <a:lnTo>
                      <a:pt x="589" y="625"/>
                    </a:lnTo>
                    <a:lnTo>
                      <a:pt x="589" y="620"/>
                    </a:lnTo>
                    <a:lnTo>
                      <a:pt x="592" y="615"/>
                    </a:lnTo>
                    <a:lnTo>
                      <a:pt x="595" y="610"/>
                    </a:lnTo>
                    <a:lnTo>
                      <a:pt x="598" y="606"/>
                    </a:lnTo>
                    <a:lnTo>
                      <a:pt x="598" y="601"/>
                    </a:lnTo>
                    <a:lnTo>
                      <a:pt x="600" y="597"/>
                    </a:lnTo>
                    <a:lnTo>
                      <a:pt x="605" y="593"/>
                    </a:lnTo>
                    <a:lnTo>
                      <a:pt x="609" y="590"/>
                    </a:lnTo>
                    <a:lnTo>
                      <a:pt x="611" y="586"/>
                    </a:lnTo>
                    <a:lnTo>
                      <a:pt x="609" y="580"/>
                    </a:lnTo>
                    <a:lnTo>
                      <a:pt x="606" y="572"/>
                    </a:lnTo>
                    <a:lnTo>
                      <a:pt x="607" y="565"/>
                    </a:lnTo>
                    <a:lnTo>
                      <a:pt x="613" y="562"/>
                    </a:lnTo>
                    <a:lnTo>
                      <a:pt x="622" y="564"/>
                    </a:lnTo>
                    <a:lnTo>
                      <a:pt x="630" y="566"/>
                    </a:lnTo>
                    <a:lnTo>
                      <a:pt x="636" y="566"/>
                    </a:lnTo>
                    <a:lnTo>
                      <a:pt x="640" y="565"/>
                    </a:lnTo>
                    <a:lnTo>
                      <a:pt x="644" y="563"/>
                    </a:lnTo>
                    <a:lnTo>
                      <a:pt x="649" y="562"/>
                    </a:lnTo>
                    <a:lnTo>
                      <a:pt x="654" y="562"/>
                    </a:lnTo>
                    <a:lnTo>
                      <a:pt x="659" y="561"/>
                    </a:lnTo>
                    <a:lnTo>
                      <a:pt x="664" y="558"/>
                    </a:lnTo>
                    <a:lnTo>
                      <a:pt x="670" y="557"/>
                    </a:lnTo>
                    <a:lnTo>
                      <a:pt x="676" y="557"/>
                    </a:lnTo>
                    <a:lnTo>
                      <a:pt x="681" y="561"/>
                    </a:lnTo>
                    <a:lnTo>
                      <a:pt x="686" y="565"/>
                    </a:lnTo>
                    <a:lnTo>
                      <a:pt x="691" y="566"/>
                    </a:lnTo>
                    <a:lnTo>
                      <a:pt x="699" y="567"/>
                    </a:lnTo>
                    <a:lnTo>
                      <a:pt x="707" y="568"/>
                    </a:lnTo>
                    <a:lnTo>
                      <a:pt x="712" y="572"/>
                    </a:lnTo>
                    <a:lnTo>
                      <a:pt x="711" y="579"/>
                    </a:lnTo>
                    <a:lnTo>
                      <a:pt x="708" y="586"/>
                    </a:lnTo>
                    <a:lnTo>
                      <a:pt x="708" y="592"/>
                    </a:lnTo>
                    <a:lnTo>
                      <a:pt x="712" y="595"/>
                    </a:lnTo>
                    <a:lnTo>
                      <a:pt x="720" y="597"/>
                    </a:lnTo>
                    <a:lnTo>
                      <a:pt x="726" y="601"/>
                    </a:lnTo>
                    <a:lnTo>
                      <a:pt x="731" y="605"/>
                    </a:lnTo>
                    <a:close/>
                  </a:path>
                </a:pathLst>
              </a:custGeom>
              <a:solidFill>
                <a:srgbClr val="ECB78D">
                  <a:alpha val="32000"/>
                </a:srgbClr>
              </a:solidFill>
              <a:ln>
                <a:noFill/>
              </a:ln>
            </p:spPr>
            <p:txBody>
              <a:bodyPr anchor="ctr"/>
              <a:lstStyle/>
              <a:p>
                <a:pPr algn="ctr">
                  <a:buNone/>
                </a:pPr>
              </a:p>
            </p:txBody>
          </p:sp>
          <p:sp>
            <p:nvSpPr>
              <p:cNvPr id="7653" name="addition:spatial:142">
                <a:extLst>
                  <a:ext uri="{FF2B5EF4-FFF2-40B4-BE49-F238E27FC236}">
                    <ns2:creationId id="{D917248B-2573-436A-9E68-BCEE8913D478}"/>
                  </a:ext>
                </a:extLst>
              </p:cNvPr>
              <p:cNvSpPr>
                <a:spLocks noGrp="1"/>
              </p:cNvSpPr>
              <p:nvPr/>
            </p:nvSpPr>
            <p:spPr>
              <a:xfrm>
                <a:off x="5648325" y="1666875"/>
                <a:ext cx="1027557" cy="1177381"/>
              </a:xfrm>
              <a:custGeom>
                <a:rect l="l" t="t" r="r" b="b"/>
                <a:pathLst>
                  <a:path w="775" h="696">
                    <a:moveTo>
                      <a:pt x="0" y="0"/>
                    </a:moveTo>
                    <a:moveTo>
                      <a:pt x="774" y="601"/>
                    </a:moveTo>
                    <a:lnTo>
                      <a:pt x="775" y="609"/>
                    </a:lnTo>
                    <a:lnTo>
                      <a:pt x="771" y="617"/>
                    </a:lnTo>
                    <a:lnTo>
                      <a:pt x="762" y="624"/>
                    </a:lnTo>
                    <a:lnTo>
                      <a:pt x="755" y="630"/>
                    </a:lnTo>
                    <a:lnTo>
                      <a:pt x="750" y="637"/>
                    </a:lnTo>
                    <a:lnTo>
                      <a:pt x="744" y="643"/>
                    </a:lnTo>
                    <a:lnTo>
                      <a:pt x="736" y="648"/>
                    </a:lnTo>
                    <a:lnTo>
                      <a:pt x="725" y="652"/>
                    </a:lnTo>
                    <a:lnTo>
                      <a:pt x="716" y="655"/>
                    </a:lnTo>
                    <a:lnTo>
                      <a:pt x="713" y="664"/>
                    </a:lnTo>
                    <a:lnTo>
                      <a:pt x="711" y="677"/>
                    </a:lnTo>
                    <a:lnTo>
                      <a:pt x="708" y="689"/>
                    </a:lnTo>
                    <a:lnTo>
                      <a:pt x="698" y="696"/>
                    </a:lnTo>
                    <a:lnTo>
                      <a:pt x="685" y="694"/>
                    </a:lnTo>
                    <a:lnTo>
                      <a:pt x="672" y="687"/>
                    </a:lnTo>
                    <a:lnTo>
                      <a:pt x="661" y="681"/>
                    </a:lnTo>
                    <a:lnTo>
                      <a:pt x="652" y="680"/>
                    </a:lnTo>
                    <a:lnTo>
                      <a:pt x="644" y="681"/>
                    </a:lnTo>
                    <a:lnTo>
                      <a:pt x="636" y="681"/>
                    </a:lnTo>
                    <a:lnTo>
                      <a:pt x="629" y="679"/>
                    </a:lnTo>
                    <a:lnTo>
                      <a:pt x="621" y="677"/>
                    </a:lnTo>
                    <a:lnTo>
                      <a:pt x="613" y="677"/>
                    </a:lnTo>
                    <a:lnTo>
                      <a:pt x="603" y="678"/>
                    </a:lnTo>
                    <a:lnTo>
                      <a:pt x="594" y="677"/>
                    </a:lnTo>
                    <a:lnTo>
                      <a:pt x="589" y="671"/>
                    </a:lnTo>
                    <a:lnTo>
                      <a:pt x="586" y="663"/>
                    </a:lnTo>
                    <a:lnTo>
                      <a:pt x="582" y="657"/>
                    </a:lnTo>
                    <a:lnTo>
                      <a:pt x="573" y="653"/>
                    </a:lnTo>
                    <a:lnTo>
                      <a:pt x="562" y="650"/>
                    </a:lnTo>
                    <a:lnTo>
                      <a:pt x="555" y="643"/>
                    </a:lnTo>
                    <a:lnTo>
                      <a:pt x="558" y="633"/>
                    </a:lnTo>
                    <a:lnTo>
                      <a:pt x="567" y="623"/>
                    </a:lnTo>
                    <a:lnTo>
                      <a:pt x="576" y="614"/>
                    </a:lnTo>
                    <a:lnTo>
                      <a:pt x="577" y="607"/>
                    </a:lnTo>
                    <a:lnTo>
                      <a:pt x="571" y="601"/>
                    </a:lnTo>
                    <a:lnTo>
                      <a:pt x="563" y="594"/>
                    </a:lnTo>
                    <a:lnTo>
                      <a:pt x="558" y="586"/>
                    </a:lnTo>
                    <a:lnTo>
                      <a:pt x="556" y="577"/>
                    </a:lnTo>
                    <a:lnTo>
                      <a:pt x="554" y="569"/>
                    </a:lnTo>
                    <a:lnTo>
                      <a:pt x="552" y="559"/>
                    </a:lnTo>
                    <a:lnTo>
                      <a:pt x="553" y="551"/>
                    </a:lnTo>
                    <a:lnTo>
                      <a:pt x="561" y="545"/>
                    </a:lnTo>
                    <a:lnTo>
                      <a:pt x="573" y="544"/>
                    </a:lnTo>
                    <a:lnTo>
                      <a:pt x="585" y="544"/>
                    </a:lnTo>
                    <a:lnTo>
                      <a:pt x="591" y="540"/>
                    </a:lnTo>
                    <a:lnTo>
                      <a:pt x="595" y="533"/>
                    </a:lnTo>
                    <a:lnTo>
                      <a:pt x="598" y="525"/>
                    </a:lnTo>
                    <a:lnTo>
                      <a:pt x="606" y="520"/>
                    </a:lnTo>
                    <a:lnTo>
                      <a:pt x="616" y="522"/>
                    </a:lnTo>
                    <a:lnTo>
                      <a:pt x="626" y="525"/>
                    </a:lnTo>
                    <a:lnTo>
                      <a:pt x="635" y="525"/>
                    </a:lnTo>
                    <a:lnTo>
                      <a:pt x="643" y="519"/>
                    </a:lnTo>
                    <a:lnTo>
                      <a:pt x="654" y="512"/>
                    </a:lnTo>
                    <a:lnTo>
                      <a:pt x="665" y="508"/>
                    </a:lnTo>
                    <a:lnTo>
                      <a:pt x="677" y="508"/>
                    </a:lnTo>
                    <a:lnTo>
                      <a:pt x="687" y="512"/>
                    </a:lnTo>
                    <a:lnTo>
                      <a:pt x="698" y="515"/>
                    </a:lnTo>
                    <a:lnTo>
                      <a:pt x="708" y="520"/>
                    </a:lnTo>
                    <a:lnTo>
                      <a:pt x="716" y="528"/>
                    </a:lnTo>
                    <a:lnTo>
                      <a:pt x="719" y="538"/>
                    </a:lnTo>
                    <a:lnTo>
                      <a:pt x="721" y="549"/>
                    </a:lnTo>
                    <a:lnTo>
                      <a:pt x="725" y="555"/>
                    </a:lnTo>
                    <a:lnTo>
                      <a:pt x="736" y="557"/>
                    </a:lnTo>
                    <a:lnTo>
                      <a:pt x="753" y="557"/>
                    </a:lnTo>
                    <a:lnTo>
                      <a:pt x="767" y="560"/>
                    </a:lnTo>
                    <a:lnTo>
                      <a:pt x="774" y="568"/>
                    </a:lnTo>
                    <a:lnTo>
                      <a:pt x="773" y="577"/>
                    </a:lnTo>
                    <a:lnTo>
                      <a:pt x="770" y="585"/>
                    </a:lnTo>
                    <a:lnTo>
                      <a:pt x="771" y="593"/>
                    </a:lnTo>
                    <a:close/>
                  </a:path>
                </a:pathLst>
              </a:custGeom>
              <a:solidFill>
                <a:srgbClr val="E18B48">
                  <a:alpha val="37000"/>
                </a:srgbClr>
              </a:solidFill>
              <a:ln>
                <a:noFill/>
              </a:ln>
            </p:spPr>
            <p:txBody>
              <a:bodyPr anchor="ctr"/>
              <a:lstStyle/>
              <a:p>
                <a:pPr algn="ctr">
                  <a:buNone/>
                </a:pPr>
              </a:p>
            </p:txBody>
          </p:sp>
          <p:sp>
            <p:nvSpPr>
              <p:cNvPr id="7654" name="addition:spatial:143">
                <a:extLst>
                  <a:ext uri="{FF2B5EF4-FFF2-40B4-BE49-F238E27FC236}">
                    <ns2:creationId id="{B9CDBC1C-4445-4F00-9AC7-C3307A7B864C}"/>
                  </a:ext>
                </a:extLst>
              </p:cNvPr>
              <p:cNvSpPr>
                <a:spLocks noGrp="1"/>
              </p:cNvSpPr>
              <p:nvPr/>
            </p:nvSpPr>
            <p:spPr>
              <a:xfrm>
                <a:off x="5648325" y="1666875"/>
                <a:ext cx="884362" cy="1048817"/>
              </a:xfrm>
              <a:custGeom>
                <a:rect l="l" t="t" r="r" b="b"/>
                <a:pathLst>
                  <a:path w="667" h="620">
                    <a:moveTo>
                      <a:pt x="0" y="0"/>
                    </a:moveTo>
                    <a:moveTo>
                      <a:pt x="667" y="580"/>
                    </a:moveTo>
                    <a:lnTo>
                      <a:pt x="667" y="584"/>
                    </a:lnTo>
                    <a:lnTo>
                      <a:pt x="666" y="587"/>
                    </a:lnTo>
                    <a:lnTo>
                      <a:pt x="665" y="591"/>
                    </a:lnTo>
                    <a:lnTo>
                      <a:pt x="663" y="595"/>
                    </a:lnTo>
                    <a:lnTo>
                      <a:pt x="660" y="597"/>
                    </a:lnTo>
                    <a:lnTo>
                      <a:pt x="654" y="598"/>
                    </a:lnTo>
                    <a:lnTo>
                      <a:pt x="648" y="599"/>
                    </a:lnTo>
                    <a:lnTo>
                      <a:pt x="645" y="600"/>
                    </a:lnTo>
                    <a:lnTo>
                      <a:pt x="644" y="605"/>
                    </a:lnTo>
                    <a:lnTo>
                      <a:pt x="645" y="610"/>
                    </a:lnTo>
                    <a:lnTo>
                      <a:pt x="643" y="615"/>
                    </a:lnTo>
                    <a:lnTo>
                      <a:pt x="639" y="618"/>
                    </a:lnTo>
                    <a:lnTo>
                      <a:pt x="634" y="618"/>
                    </a:lnTo>
                    <a:lnTo>
                      <a:pt x="629" y="618"/>
                    </a:lnTo>
                    <a:lnTo>
                      <a:pt x="625" y="618"/>
                    </a:lnTo>
                    <a:lnTo>
                      <a:pt x="620" y="620"/>
                    </a:lnTo>
                    <a:lnTo>
                      <a:pt x="616" y="620"/>
                    </a:lnTo>
                    <a:lnTo>
                      <a:pt x="612" y="619"/>
                    </a:lnTo>
                    <a:lnTo>
                      <a:pt x="608" y="617"/>
                    </a:lnTo>
                    <a:lnTo>
                      <a:pt x="605" y="616"/>
                    </a:lnTo>
                    <a:lnTo>
                      <a:pt x="601" y="615"/>
                    </a:lnTo>
                    <a:lnTo>
                      <a:pt x="598" y="614"/>
                    </a:lnTo>
                    <a:lnTo>
                      <a:pt x="595" y="612"/>
                    </a:lnTo>
                    <a:lnTo>
                      <a:pt x="594" y="609"/>
                    </a:lnTo>
                    <a:lnTo>
                      <a:pt x="592" y="607"/>
                    </a:lnTo>
                    <a:lnTo>
                      <a:pt x="588" y="606"/>
                    </a:lnTo>
                    <a:lnTo>
                      <a:pt x="582" y="607"/>
                    </a:lnTo>
                    <a:lnTo>
                      <a:pt x="577" y="607"/>
                    </a:lnTo>
                    <a:lnTo>
                      <a:pt x="574" y="604"/>
                    </a:lnTo>
                    <a:lnTo>
                      <a:pt x="575" y="599"/>
                    </a:lnTo>
                    <a:lnTo>
                      <a:pt x="579" y="594"/>
                    </a:lnTo>
                    <a:lnTo>
                      <a:pt x="581" y="590"/>
                    </a:lnTo>
                    <a:lnTo>
                      <a:pt x="581" y="586"/>
                    </a:lnTo>
                    <a:lnTo>
                      <a:pt x="581" y="583"/>
                    </a:lnTo>
                    <a:lnTo>
                      <a:pt x="581" y="580"/>
                    </a:lnTo>
                    <a:lnTo>
                      <a:pt x="582" y="577"/>
                    </a:lnTo>
                    <a:lnTo>
                      <a:pt x="582" y="574"/>
                    </a:lnTo>
                    <a:lnTo>
                      <a:pt x="580" y="570"/>
                    </a:lnTo>
                    <a:lnTo>
                      <a:pt x="578" y="566"/>
                    </a:lnTo>
                    <a:lnTo>
                      <a:pt x="578" y="562"/>
                    </a:lnTo>
                    <a:lnTo>
                      <a:pt x="581" y="559"/>
                    </a:lnTo>
                    <a:lnTo>
                      <a:pt x="585" y="558"/>
                    </a:lnTo>
                    <a:lnTo>
                      <a:pt x="587" y="555"/>
                    </a:lnTo>
                    <a:lnTo>
                      <a:pt x="588" y="552"/>
                    </a:lnTo>
                    <a:lnTo>
                      <a:pt x="588" y="547"/>
                    </a:lnTo>
                    <a:lnTo>
                      <a:pt x="591" y="545"/>
                    </a:lnTo>
                    <a:lnTo>
                      <a:pt x="595" y="545"/>
                    </a:lnTo>
                    <a:lnTo>
                      <a:pt x="600" y="547"/>
                    </a:lnTo>
                    <a:lnTo>
                      <a:pt x="604" y="549"/>
                    </a:lnTo>
                    <a:lnTo>
                      <a:pt x="607" y="549"/>
                    </a:lnTo>
                    <a:lnTo>
                      <a:pt x="609" y="546"/>
                    </a:lnTo>
                    <a:lnTo>
                      <a:pt x="612" y="544"/>
                    </a:lnTo>
                    <a:lnTo>
                      <a:pt x="616" y="542"/>
                    </a:lnTo>
                    <a:lnTo>
                      <a:pt x="620" y="541"/>
                    </a:lnTo>
                    <a:lnTo>
                      <a:pt x="624" y="540"/>
                    </a:lnTo>
                    <a:lnTo>
                      <a:pt x="629" y="539"/>
                    </a:lnTo>
                    <a:lnTo>
                      <a:pt x="634" y="539"/>
                    </a:lnTo>
                    <a:lnTo>
                      <a:pt x="637" y="543"/>
                    </a:lnTo>
                    <a:lnTo>
                      <a:pt x="639" y="548"/>
                    </a:lnTo>
                    <a:lnTo>
                      <a:pt x="640" y="553"/>
                    </a:lnTo>
                    <a:lnTo>
                      <a:pt x="642" y="556"/>
                    </a:lnTo>
                    <a:lnTo>
                      <a:pt x="647" y="556"/>
                    </a:lnTo>
                    <a:lnTo>
                      <a:pt x="652" y="558"/>
                    </a:lnTo>
                    <a:lnTo>
                      <a:pt x="656" y="560"/>
                    </a:lnTo>
                    <a:lnTo>
                      <a:pt x="656" y="564"/>
                    </a:lnTo>
                    <a:lnTo>
                      <a:pt x="656" y="568"/>
                    </a:lnTo>
                    <a:lnTo>
                      <a:pt x="658" y="571"/>
                    </a:lnTo>
                    <a:lnTo>
                      <a:pt x="662" y="573"/>
                    </a:lnTo>
                    <a:lnTo>
                      <a:pt x="665" y="577"/>
                    </a:lnTo>
                    <a:close/>
                  </a:path>
                </a:pathLst>
              </a:custGeom>
              <a:solidFill>
                <a:srgbClr val="DE8036">
                  <a:alpha val="36000"/>
                </a:srgbClr>
              </a:solidFill>
              <a:ln>
                <a:noFill/>
              </a:ln>
            </p:spPr>
            <p:txBody>
              <a:bodyPr anchor="ctr"/>
              <a:lstStyle/>
              <a:p>
                <a:pPr algn="ctr">
                  <a:buNone/>
                </a:pPr>
              </a:p>
            </p:txBody>
          </p:sp>
          <p:sp>
            <p:nvSpPr>
              <p:cNvPr id="7655" name="addition:spatial:144">
                <a:extLst>
                  <a:ext uri="{FF2B5EF4-FFF2-40B4-BE49-F238E27FC236}">
                    <ns2:creationId id="{9F44BD2B-A9F1-45A5-9C97-41BB8D7A3A41}"/>
                  </a:ext>
                </a:extLst>
              </p:cNvPr>
              <p:cNvSpPr>
                <a:spLocks noGrp="1"/>
              </p:cNvSpPr>
              <p:nvPr/>
            </p:nvSpPr>
            <p:spPr>
              <a:xfrm>
                <a:off x="5648325" y="1666875"/>
                <a:ext cx="950656" cy="1011601"/>
              </a:xfrm>
              <a:custGeom>
                <a:rect l="l" t="t" r="r" b="b"/>
                <a:pathLst>
                  <a:path w="717" h="598">
                    <a:moveTo>
                      <a:pt x="0" y="0"/>
                    </a:moveTo>
                    <a:moveTo>
                      <a:pt x="709" y="569"/>
                    </a:moveTo>
                    <a:lnTo>
                      <a:pt x="708" y="571"/>
                    </a:lnTo>
                    <a:lnTo>
                      <a:pt x="707" y="573"/>
                    </a:lnTo>
                    <a:lnTo>
                      <a:pt x="706" y="575"/>
                    </a:lnTo>
                    <a:lnTo>
                      <a:pt x="705" y="578"/>
                    </a:lnTo>
                    <a:lnTo>
                      <a:pt x="706" y="581"/>
                    </a:lnTo>
                    <a:lnTo>
                      <a:pt x="707" y="584"/>
                    </a:lnTo>
                    <a:lnTo>
                      <a:pt x="707" y="588"/>
                    </a:lnTo>
                    <a:lnTo>
                      <a:pt x="706" y="590"/>
                    </a:lnTo>
                    <a:lnTo>
                      <a:pt x="702" y="591"/>
                    </a:lnTo>
                    <a:lnTo>
                      <a:pt x="698" y="591"/>
                    </a:lnTo>
                    <a:lnTo>
                      <a:pt x="695" y="592"/>
                    </a:lnTo>
                    <a:lnTo>
                      <a:pt x="694" y="594"/>
                    </a:lnTo>
                    <a:lnTo>
                      <a:pt x="692" y="596"/>
                    </a:lnTo>
                    <a:lnTo>
                      <a:pt x="690" y="598"/>
                    </a:lnTo>
                    <a:lnTo>
                      <a:pt x="687" y="597"/>
                    </a:lnTo>
                    <a:lnTo>
                      <a:pt x="684" y="595"/>
                    </a:lnTo>
                    <a:lnTo>
                      <a:pt x="681" y="594"/>
                    </a:lnTo>
                    <a:lnTo>
                      <a:pt x="679" y="594"/>
                    </a:lnTo>
                    <a:lnTo>
                      <a:pt x="676" y="596"/>
                    </a:lnTo>
                    <a:lnTo>
                      <a:pt x="674" y="597"/>
                    </a:lnTo>
                    <a:lnTo>
                      <a:pt x="671" y="597"/>
                    </a:lnTo>
                    <a:lnTo>
                      <a:pt x="667" y="597"/>
                    </a:lnTo>
                    <a:lnTo>
                      <a:pt x="664" y="597"/>
                    </a:lnTo>
                    <a:lnTo>
                      <a:pt x="660" y="596"/>
                    </a:lnTo>
                    <a:lnTo>
                      <a:pt x="657" y="595"/>
                    </a:lnTo>
                    <a:lnTo>
                      <a:pt x="656" y="591"/>
                    </a:lnTo>
                    <a:lnTo>
                      <a:pt x="657" y="586"/>
                    </a:lnTo>
                    <a:lnTo>
                      <a:pt x="657" y="583"/>
                    </a:lnTo>
                    <a:lnTo>
                      <a:pt x="656" y="581"/>
                    </a:lnTo>
                    <a:lnTo>
                      <a:pt x="652" y="580"/>
                    </a:lnTo>
                    <a:lnTo>
                      <a:pt x="648" y="579"/>
                    </a:lnTo>
                    <a:lnTo>
                      <a:pt x="645" y="576"/>
                    </a:lnTo>
                    <a:lnTo>
                      <a:pt x="644" y="574"/>
                    </a:lnTo>
                    <a:lnTo>
                      <a:pt x="644" y="571"/>
                    </a:lnTo>
                    <a:lnTo>
                      <a:pt x="643" y="569"/>
                    </a:lnTo>
                    <a:lnTo>
                      <a:pt x="642" y="566"/>
                    </a:lnTo>
                    <a:lnTo>
                      <a:pt x="641" y="563"/>
                    </a:lnTo>
                    <a:lnTo>
                      <a:pt x="641" y="560"/>
                    </a:lnTo>
                    <a:lnTo>
                      <a:pt x="643" y="558"/>
                    </a:lnTo>
                    <a:lnTo>
                      <a:pt x="644" y="556"/>
                    </a:lnTo>
                    <a:lnTo>
                      <a:pt x="646" y="553"/>
                    </a:lnTo>
                    <a:lnTo>
                      <a:pt x="647" y="551"/>
                    </a:lnTo>
                    <a:lnTo>
                      <a:pt x="651" y="550"/>
                    </a:lnTo>
                    <a:lnTo>
                      <a:pt x="655" y="550"/>
                    </a:lnTo>
                    <a:lnTo>
                      <a:pt x="659" y="550"/>
                    </a:lnTo>
                    <a:lnTo>
                      <a:pt x="662" y="549"/>
                    </a:lnTo>
                    <a:lnTo>
                      <a:pt x="663" y="545"/>
                    </a:lnTo>
                    <a:lnTo>
                      <a:pt x="664" y="541"/>
                    </a:lnTo>
                    <a:lnTo>
                      <a:pt x="666" y="537"/>
                    </a:lnTo>
                    <a:lnTo>
                      <a:pt x="670" y="536"/>
                    </a:lnTo>
                    <a:lnTo>
                      <a:pt x="674" y="537"/>
                    </a:lnTo>
                    <a:lnTo>
                      <a:pt x="678" y="538"/>
                    </a:lnTo>
                    <a:lnTo>
                      <a:pt x="682" y="539"/>
                    </a:lnTo>
                    <a:lnTo>
                      <a:pt x="685" y="539"/>
                    </a:lnTo>
                    <a:lnTo>
                      <a:pt x="689" y="541"/>
                    </a:lnTo>
                    <a:lnTo>
                      <a:pt x="691" y="543"/>
                    </a:lnTo>
                    <a:lnTo>
                      <a:pt x="694" y="544"/>
                    </a:lnTo>
                    <a:lnTo>
                      <a:pt x="697" y="545"/>
                    </a:lnTo>
                    <a:lnTo>
                      <a:pt x="700" y="545"/>
                    </a:lnTo>
                    <a:lnTo>
                      <a:pt x="703" y="545"/>
                    </a:lnTo>
                    <a:lnTo>
                      <a:pt x="705" y="548"/>
                    </a:lnTo>
                    <a:lnTo>
                      <a:pt x="706" y="550"/>
                    </a:lnTo>
                    <a:lnTo>
                      <a:pt x="707" y="553"/>
                    </a:lnTo>
                    <a:lnTo>
                      <a:pt x="709" y="554"/>
                    </a:lnTo>
                    <a:lnTo>
                      <a:pt x="714" y="555"/>
                    </a:lnTo>
                    <a:lnTo>
                      <a:pt x="717" y="557"/>
                    </a:lnTo>
                    <a:lnTo>
                      <a:pt x="717" y="560"/>
                    </a:lnTo>
                    <a:lnTo>
                      <a:pt x="715" y="563"/>
                    </a:lnTo>
                    <a:lnTo>
                      <a:pt x="711" y="566"/>
                    </a:lnTo>
                    <a:close/>
                  </a:path>
                </a:pathLst>
              </a:custGeom>
              <a:solidFill>
                <a:srgbClr val="DE8036">
                  <a:alpha val="36000"/>
                </a:srgbClr>
              </a:solidFill>
              <a:ln>
                <a:noFill/>
              </a:ln>
            </p:spPr>
            <p:txBody>
              <a:bodyPr anchor="ctr"/>
              <a:lstStyle/>
              <a:p>
                <a:pPr algn="ctr">
                  <a:buNone/>
                </a:pPr>
              </a:p>
            </p:txBody>
          </p:sp>
          <p:sp>
            <p:nvSpPr>
              <p:cNvPr id="7656" name="addition:spatial:145">
                <a:extLst>
                  <a:ext uri="{FF2B5EF4-FFF2-40B4-BE49-F238E27FC236}">
                    <ns2:creationId id="{27A0AB1E-6A55-4A74-8D90-CA6B15B71F1B}"/>
                  </a:ext>
                </a:extLst>
              </p:cNvPr>
              <p:cNvSpPr>
                <a:spLocks noGrp="1"/>
              </p:cNvSpPr>
              <p:nvPr/>
            </p:nvSpPr>
            <p:spPr>
              <a:xfrm>
                <a:off x="5648325" y="1666875"/>
                <a:ext cx="1003691" cy="1116482"/>
              </a:xfrm>
              <a:custGeom>
                <a:rect l="l" t="t" r="r" b="b"/>
                <a:pathLst>
                  <a:path w="757" h="660">
                    <a:moveTo>
                      <a:pt x="0" y="0"/>
                    </a:moveTo>
                    <a:moveTo>
                      <a:pt x="753" y="620"/>
                    </a:moveTo>
                    <a:lnTo>
                      <a:pt x="751" y="623"/>
                    </a:lnTo>
                    <a:lnTo>
                      <a:pt x="748" y="626"/>
                    </a:lnTo>
                    <a:lnTo>
                      <a:pt x="745" y="629"/>
                    </a:lnTo>
                    <a:lnTo>
                      <a:pt x="744" y="632"/>
                    </a:lnTo>
                    <a:lnTo>
                      <a:pt x="743" y="636"/>
                    </a:lnTo>
                    <a:lnTo>
                      <a:pt x="741" y="639"/>
                    </a:lnTo>
                    <a:lnTo>
                      <a:pt x="738" y="641"/>
                    </a:lnTo>
                    <a:lnTo>
                      <a:pt x="735" y="643"/>
                    </a:lnTo>
                    <a:lnTo>
                      <a:pt x="734" y="647"/>
                    </a:lnTo>
                    <a:lnTo>
                      <a:pt x="733" y="652"/>
                    </a:lnTo>
                    <a:lnTo>
                      <a:pt x="732" y="657"/>
                    </a:lnTo>
                    <a:lnTo>
                      <a:pt x="729" y="660"/>
                    </a:lnTo>
                    <a:lnTo>
                      <a:pt x="723" y="658"/>
                    </a:lnTo>
                    <a:lnTo>
                      <a:pt x="717" y="655"/>
                    </a:lnTo>
                    <a:lnTo>
                      <a:pt x="713" y="653"/>
                    </a:lnTo>
                    <a:lnTo>
                      <a:pt x="710" y="652"/>
                    </a:lnTo>
                    <a:lnTo>
                      <a:pt x="707" y="654"/>
                    </a:lnTo>
                    <a:lnTo>
                      <a:pt x="704" y="655"/>
                    </a:lnTo>
                    <a:lnTo>
                      <a:pt x="701" y="656"/>
                    </a:lnTo>
                    <a:lnTo>
                      <a:pt x="698" y="656"/>
                    </a:lnTo>
                    <a:lnTo>
                      <a:pt x="694" y="657"/>
                    </a:lnTo>
                    <a:lnTo>
                      <a:pt x="689" y="657"/>
                    </a:lnTo>
                    <a:lnTo>
                      <a:pt x="685" y="657"/>
                    </a:lnTo>
                    <a:lnTo>
                      <a:pt x="682" y="654"/>
                    </a:lnTo>
                    <a:lnTo>
                      <a:pt x="681" y="650"/>
                    </a:lnTo>
                    <a:lnTo>
                      <a:pt x="679" y="647"/>
                    </a:lnTo>
                    <a:lnTo>
                      <a:pt x="675" y="645"/>
                    </a:lnTo>
                    <a:lnTo>
                      <a:pt x="671" y="643"/>
                    </a:lnTo>
                    <a:lnTo>
                      <a:pt x="667" y="641"/>
                    </a:lnTo>
                    <a:lnTo>
                      <a:pt x="667" y="637"/>
                    </a:lnTo>
                    <a:lnTo>
                      <a:pt x="669" y="632"/>
                    </a:lnTo>
                    <a:lnTo>
                      <a:pt x="671" y="628"/>
                    </a:lnTo>
                    <a:lnTo>
                      <a:pt x="670" y="625"/>
                    </a:lnTo>
                    <a:lnTo>
                      <a:pt x="665" y="623"/>
                    </a:lnTo>
                    <a:lnTo>
                      <a:pt x="661" y="620"/>
                    </a:lnTo>
                    <a:lnTo>
                      <a:pt x="657" y="616"/>
                    </a:lnTo>
                    <a:lnTo>
                      <a:pt x="656" y="612"/>
                    </a:lnTo>
                    <a:lnTo>
                      <a:pt x="656" y="608"/>
                    </a:lnTo>
                    <a:lnTo>
                      <a:pt x="656" y="604"/>
                    </a:lnTo>
                    <a:lnTo>
                      <a:pt x="657" y="601"/>
                    </a:lnTo>
                    <a:lnTo>
                      <a:pt x="661" y="599"/>
                    </a:lnTo>
                    <a:lnTo>
                      <a:pt x="667" y="598"/>
                    </a:lnTo>
                    <a:lnTo>
                      <a:pt x="672" y="598"/>
                    </a:lnTo>
                    <a:lnTo>
                      <a:pt x="675" y="596"/>
                    </a:lnTo>
                    <a:lnTo>
                      <a:pt x="676" y="592"/>
                    </a:lnTo>
                    <a:lnTo>
                      <a:pt x="677" y="588"/>
                    </a:lnTo>
                    <a:lnTo>
                      <a:pt x="680" y="585"/>
                    </a:lnTo>
                    <a:lnTo>
                      <a:pt x="685" y="584"/>
                    </a:lnTo>
                    <a:lnTo>
                      <a:pt x="690" y="585"/>
                    </a:lnTo>
                    <a:lnTo>
                      <a:pt x="695" y="584"/>
                    </a:lnTo>
                    <a:lnTo>
                      <a:pt x="699" y="582"/>
                    </a:lnTo>
                    <a:lnTo>
                      <a:pt x="703" y="579"/>
                    </a:lnTo>
                    <a:lnTo>
                      <a:pt x="708" y="577"/>
                    </a:lnTo>
                    <a:lnTo>
                      <a:pt x="713" y="578"/>
                    </a:lnTo>
                    <a:lnTo>
                      <a:pt x="718" y="580"/>
                    </a:lnTo>
                    <a:lnTo>
                      <a:pt x="723" y="582"/>
                    </a:lnTo>
                    <a:lnTo>
                      <a:pt x="727" y="584"/>
                    </a:lnTo>
                    <a:lnTo>
                      <a:pt x="730" y="587"/>
                    </a:lnTo>
                    <a:lnTo>
                      <a:pt x="732" y="591"/>
                    </a:lnTo>
                    <a:lnTo>
                      <a:pt x="733" y="595"/>
                    </a:lnTo>
                    <a:lnTo>
                      <a:pt x="736" y="597"/>
                    </a:lnTo>
                    <a:lnTo>
                      <a:pt x="741" y="597"/>
                    </a:lnTo>
                    <a:lnTo>
                      <a:pt x="748" y="596"/>
                    </a:lnTo>
                    <a:lnTo>
                      <a:pt x="754" y="597"/>
                    </a:lnTo>
                    <a:lnTo>
                      <a:pt x="757" y="600"/>
                    </a:lnTo>
                    <a:lnTo>
                      <a:pt x="756" y="605"/>
                    </a:lnTo>
                    <a:lnTo>
                      <a:pt x="753" y="609"/>
                    </a:lnTo>
                    <a:lnTo>
                      <a:pt x="752" y="613"/>
                    </a:lnTo>
                    <a:lnTo>
                      <a:pt x="753" y="616"/>
                    </a:lnTo>
                    <a:close/>
                  </a:path>
                </a:pathLst>
              </a:custGeom>
              <a:solidFill>
                <a:srgbClr val="DE8036">
                  <a:alpha val="36000"/>
                </a:srgbClr>
              </a:solidFill>
              <a:ln>
                <a:noFill/>
              </a:ln>
            </p:spPr>
            <p:txBody>
              <a:bodyPr anchor="ctr"/>
              <a:lstStyle/>
              <a:p>
                <a:pPr algn="ctr">
                  <a:buNone/>
                </a:pPr>
              </a:p>
            </p:txBody>
          </p:sp>
          <p:sp>
            <p:nvSpPr>
              <p:cNvPr id="7657" name="addition:spatial:146">
                <a:extLst>
                  <a:ext uri="{FF2B5EF4-FFF2-40B4-BE49-F238E27FC236}">
                    <ns2:creationId id="{C6C47C44-EFF7-4243-B2E0-5AF64A6C735F}"/>
                  </a:ext>
                </a:extLst>
              </p:cNvPr>
              <p:cNvSpPr>
                <a:spLocks noGrp="1"/>
              </p:cNvSpPr>
              <p:nvPr/>
            </p:nvSpPr>
            <p:spPr>
              <a:xfrm>
                <a:off x="5648325" y="1666875"/>
                <a:ext cx="902924" cy="1143549"/>
              </a:xfrm>
              <a:custGeom>
                <a:rect l="l" t="t" r="r" b="b"/>
                <a:pathLst>
                  <a:path w="681" h="676">
                    <a:moveTo>
                      <a:pt x="0" y="0"/>
                    </a:moveTo>
                    <a:moveTo>
                      <a:pt x="680" y="642"/>
                    </a:moveTo>
                    <a:lnTo>
                      <a:pt x="680" y="645"/>
                    </a:lnTo>
                    <a:lnTo>
                      <a:pt x="677" y="647"/>
                    </a:lnTo>
                    <a:lnTo>
                      <a:pt x="673" y="649"/>
                    </a:lnTo>
                    <a:lnTo>
                      <a:pt x="670" y="651"/>
                    </a:lnTo>
                    <a:lnTo>
                      <a:pt x="670" y="654"/>
                    </a:lnTo>
                    <a:lnTo>
                      <a:pt x="673" y="658"/>
                    </a:lnTo>
                    <a:lnTo>
                      <a:pt x="675" y="663"/>
                    </a:lnTo>
                    <a:lnTo>
                      <a:pt x="674" y="666"/>
                    </a:lnTo>
                    <a:lnTo>
                      <a:pt x="671" y="668"/>
                    </a:lnTo>
                    <a:lnTo>
                      <a:pt x="667" y="669"/>
                    </a:lnTo>
                    <a:lnTo>
                      <a:pt x="663" y="670"/>
                    </a:lnTo>
                    <a:lnTo>
                      <a:pt x="660" y="670"/>
                    </a:lnTo>
                    <a:lnTo>
                      <a:pt x="657" y="670"/>
                    </a:lnTo>
                    <a:lnTo>
                      <a:pt x="653" y="670"/>
                    </a:lnTo>
                    <a:lnTo>
                      <a:pt x="650" y="669"/>
                    </a:lnTo>
                    <a:lnTo>
                      <a:pt x="648" y="670"/>
                    </a:lnTo>
                    <a:lnTo>
                      <a:pt x="645" y="673"/>
                    </a:lnTo>
                    <a:lnTo>
                      <a:pt x="642" y="675"/>
                    </a:lnTo>
                    <a:lnTo>
                      <a:pt x="639" y="676"/>
                    </a:lnTo>
                    <a:lnTo>
                      <a:pt x="635" y="674"/>
                    </a:lnTo>
                    <a:lnTo>
                      <a:pt x="633" y="672"/>
                    </a:lnTo>
                    <a:lnTo>
                      <a:pt x="630" y="671"/>
                    </a:lnTo>
                    <a:lnTo>
                      <a:pt x="625" y="671"/>
                    </a:lnTo>
                    <a:lnTo>
                      <a:pt x="620" y="672"/>
                    </a:lnTo>
                    <a:lnTo>
                      <a:pt x="616" y="670"/>
                    </a:lnTo>
                    <a:lnTo>
                      <a:pt x="614" y="667"/>
                    </a:lnTo>
                    <a:lnTo>
                      <a:pt x="614" y="663"/>
                    </a:lnTo>
                    <a:lnTo>
                      <a:pt x="613" y="659"/>
                    </a:lnTo>
                    <a:lnTo>
                      <a:pt x="612" y="657"/>
                    </a:lnTo>
                    <a:lnTo>
                      <a:pt x="610" y="654"/>
                    </a:lnTo>
                    <a:lnTo>
                      <a:pt x="608" y="652"/>
                    </a:lnTo>
                    <a:lnTo>
                      <a:pt x="606" y="649"/>
                    </a:lnTo>
                    <a:lnTo>
                      <a:pt x="604" y="647"/>
                    </a:lnTo>
                    <a:lnTo>
                      <a:pt x="599" y="645"/>
                    </a:lnTo>
                    <a:lnTo>
                      <a:pt x="594" y="642"/>
                    </a:lnTo>
                    <a:lnTo>
                      <a:pt x="592" y="638"/>
                    </a:lnTo>
                    <a:lnTo>
                      <a:pt x="594" y="635"/>
                    </a:lnTo>
                    <a:lnTo>
                      <a:pt x="598" y="633"/>
                    </a:lnTo>
                    <a:lnTo>
                      <a:pt x="603" y="631"/>
                    </a:lnTo>
                    <a:lnTo>
                      <a:pt x="605" y="629"/>
                    </a:lnTo>
                    <a:lnTo>
                      <a:pt x="606" y="626"/>
                    </a:lnTo>
                    <a:lnTo>
                      <a:pt x="606" y="622"/>
                    </a:lnTo>
                    <a:lnTo>
                      <a:pt x="609" y="620"/>
                    </a:lnTo>
                    <a:lnTo>
                      <a:pt x="613" y="619"/>
                    </a:lnTo>
                    <a:lnTo>
                      <a:pt x="617" y="618"/>
                    </a:lnTo>
                    <a:lnTo>
                      <a:pt x="620" y="617"/>
                    </a:lnTo>
                    <a:lnTo>
                      <a:pt x="622" y="614"/>
                    </a:lnTo>
                    <a:lnTo>
                      <a:pt x="625" y="611"/>
                    </a:lnTo>
                    <a:lnTo>
                      <a:pt x="629" y="610"/>
                    </a:lnTo>
                    <a:lnTo>
                      <a:pt x="633" y="609"/>
                    </a:lnTo>
                    <a:lnTo>
                      <a:pt x="637" y="607"/>
                    </a:lnTo>
                    <a:lnTo>
                      <a:pt x="642" y="605"/>
                    </a:lnTo>
                    <a:lnTo>
                      <a:pt x="646" y="604"/>
                    </a:lnTo>
                    <a:lnTo>
                      <a:pt x="650" y="606"/>
                    </a:lnTo>
                    <a:lnTo>
                      <a:pt x="653" y="610"/>
                    </a:lnTo>
                    <a:lnTo>
                      <a:pt x="655" y="615"/>
                    </a:lnTo>
                    <a:lnTo>
                      <a:pt x="658" y="618"/>
                    </a:lnTo>
                    <a:lnTo>
                      <a:pt x="661" y="617"/>
                    </a:lnTo>
                    <a:lnTo>
                      <a:pt x="666" y="616"/>
                    </a:lnTo>
                    <a:lnTo>
                      <a:pt x="670" y="616"/>
                    </a:lnTo>
                    <a:lnTo>
                      <a:pt x="673" y="617"/>
                    </a:lnTo>
                    <a:lnTo>
                      <a:pt x="675" y="619"/>
                    </a:lnTo>
                    <a:lnTo>
                      <a:pt x="677" y="622"/>
                    </a:lnTo>
                    <a:lnTo>
                      <a:pt x="679" y="624"/>
                    </a:lnTo>
                    <a:lnTo>
                      <a:pt x="681" y="626"/>
                    </a:lnTo>
                    <a:lnTo>
                      <a:pt x="681" y="630"/>
                    </a:lnTo>
                    <a:lnTo>
                      <a:pt x="680" y="633"/>
                    </a:lnTo>
                    <a:lnTo>
                      <a:pt x="679" y="636"/>
                    </a:lnTo>
                    <a:lnTo>
                      <a:pt x="679" y="639"/>
                    </a:lnTo>
                    <a:close/>
                  </a:path>
                </a:pathLst>
              </a:custGeom>
              <a:solidFill>
                <a:srgbClr val="DE8036">
                  <a:alpha val="36000"/>
                </a:srgbClr>
              </a:solidFill>
              <a:ln>
                <a:noFill/>
              </a:ln>
            </p:spPr>
            <p:txBody>
              <a:bodyPr anchor="ctr"/>
              <a:lstStyle/>
              <a:p>
                <a:pPr algn="ctr">
                  <a:buNone/>
                </a:pPr>
              </a:p>
            </p:txBody>
          </p:sp>
          <p:sp>
            <p:nvSpPr>
              <p:cNvPr id="7658" name="addition:spatial:147">
                <a:extLst>
                  <a:ext uri="{FF2B5EF4-FFF2-40B4-BE49-F238E27FC236}">
                    <ns2:creationId id="{FD2A5F25-2D5E-436A-A3C9-948AB298D1EE}"/>
                  </a:ext>
                </a:extLst>
              </p:cNvPr>
              <p:cNvSpPr>
                <a:spLocks noGrp="1"/>
              </p:cNvSpPr>
              <p:nvPr/>
            </p:nvSpPr>
            <p:spPr>
              <a:xfrm>
                <a:off x="5648325" y="1666875"/>
                <a:ext cx="872429" cy="1040359"/>
              </a:xfrm>
              <a:custGeom>
                <a:rect l="l" t="t" r="r" b="b"/>
                <a:pathLst>
                  <a:path w="658" h="615">
                    <a:moveTo>
                      <a:pt x="0" y="0"/>
                    </a:moveTo>
                    <a:moveTo>
                      <a:pt x="648" y="584"/>
                    </a:moveTo>
                    <a:lnTo>
                      <a:pt x="651" y="586"/>
                    </a:lnTo>
                    <a:lnTo>
                      <a:pt x="655" y="589"/>
                    </a:lnTo>
                    <a:lnTo>
                      <a:pt x="658" y="593"/>
                    </a:lnTo>
                    <a:lnTo>
                      <a:pt x="658" y="596"/>
                    </a:lnTo>
                    <a:lnTo>
                      <a:pt x="655" y="598"/>
                    </a:lnTo>
                    <a:lnTo>
                      <a:pt x="651" y="599"/>
                    </a:lnTo>
                    <a:lnTo>
                      <a:pt x="648" y="600"/>
                    </a:lnTo>
                    <a:lnTo>
                      <a:pt x="646" y="602"/>
                    </a:lnTo>
                    <a:lnTo>
                      <a:pt x="645" y="603"/>
                    </a:lnTo>
                    <a:lnTo>
                      <a:pt x="642" y="605"/>
                    </a:lnTo>
                    <a:lnTo>
                      <a:pt x="640" y="606"/>
                    </a:lnTo>
                    <a:lnTo>
                      <a:pt x="638" y="607"/>
                    </a:lnTo>
                    <a:lnTo>
                      <a:pt x="636" y="610"/>
                    </a:lnTo>
                    <a:lnTo>
                      <a:pt x="634" y="612"/>
                    </a:lnTo>
                    <a:lnTo>
                      <a:pt x="631" y="614"/>
                    </a:lnTo>
                    <a:lnTo>
                      <a:pt x="627" y="613"/>
                    </a:lnTo>
                    <a:lnTo>
                      <a:pt x="624" y="612"/>
                    </a:lnTo>
                    <a:lnTo>
                      <a:pt x="621" y="612"/>
                    </a:lnTo>
                    <a:lnTo>
                      <a:pt x="617" y="614"/>
                    </a:lnTo>
                    <a:lnTo>
                      <a:pt x="614" y="615"/>
                    </a:lnTo>
                    <a:lnTo>
                      <a:pt x="610" y="615"/>
                    </a:lnTo>
                    <a:lnTo>
                      <a:pt x="607" y="612"/>
                    </a:lnTo>
                    <a:lnTo>
                      <a:pt x="606" y="608"/>
                    </a:lnTo>
                    <a:lnTo>
                      <a:pt x="605" y="604"/>
                    </a:lnTo>
                    <a:lnTo>
                      <a:pt x="603" y="603"/>
                    </a:lnTo>
                    <a:lnTo>
                      <a:pt x="600" y="602"/>
                    </a:lnTo>
                    <a:lnTo>
                      <a:pt x="597" y="601"/>
                    </a:lnTo>
                    <a:lnTo>
                      <a:pt x="594" y="600"/>
                    </a:lnTo>
                    <a:lnTo>
                      <a:pt x="592" y="599"/>
                    </a:lnTo>
                    <a:lnTo>
                      <a:pt x="589" y="597"/>
                    </a:lnTo>
                    <a:lnTo>
                      <a:pt x="586" y="595"/>
                    </a:lnTo>
                    <a:lnTo>
                      <a:pt x="585" y="593"/>
                    </a:lnTo>
                    <a:lnTo>
                      <a:pt x="586" y="589"/>
                    </a:lnTo>
                    <a:lnTo>
                      <a:pt x="589" y="586"/>
                    </a:lnTo>
                    <a:lnTo>
                      <a:pt x="592" y="584"/>
                    </a:lnTo>
                    <a:lnTo>
                      <a:pt x="593" y="581"/>
                    </a:lnTo>
                    <a:lnTo>
                      <a:pt x="592" y="579"/>
                    </a:lnTo>
                    <a:lnTo>
                      <a:pt x="591" y="576"/>
                    </a:lnTo>
                    <a:lnTo>
                      <a:pt x="593" y="573"/>
                    </a:lnTo>
                    <a:lnTo>
                      <a:pt x="596" y="572"/>
                    </a:lnTo>
                    <a:lnTo>
                      <a:pt x="599" y="570"/>
                    </a:lnTo>
                    <a:lnTo>
                      <a:pt x="601" y="568"/>
                    </a:lnTo>
                    <a:lnTo>
                      <a:pt x="601" y="565"/>
                    </a:lnTo>
                    <a:lnTo>
                      <a:pt x="602" y="562"/>
                    </a:lnTo>
                    <a:lnTo>
                      <a:pt x="603" y="559"/>
                    </a:lnTo>
                    <a:lnTo>
                      <a:pt x="605" y="557"/>
                    </a:lnTo>
                    <a:lnTo>
                      <a:pt x="608" y="556"/>
                    </a:lnTo>
                    <a:lnTo>
                      <a:pt x="610" y="554"/>
                    </a:lnTo>
                    <a:lnTo>
                      <a:pt x="613" y="553"/>
                    </a:lnTo>
                    <a:lnTo>
                      <a:pt x="616" y="554"/>
                    </a:lnTo>
                    <a:lnTo>
                      <a:pt x="619" y="557"/>
                    </a:lnTo>
                    <a:lnTo>
                      <a:pt x="622" y="560"/>
                    </a:lnTo>
                    <a:lnTo>
                      <a:pt x="623" y="560"/>
                    </a:lnTo>
                    <a:lnTo>
                      <a:pt x="626" y="558"/>
                    </a:lnTo>
                    <a:lnTo>
                      <a:pt x="628" y="555"/>
                    </a:lnTo>
                    <a:lnTo>
                      <a:pt x="631" y="554"/>
                    </a:lnTo>
                    <a:lnTo>
                      <a:pt x="634" y="555"/>
                    </a:lnTo>
                    <a:lnTo>
                      <a:pt x="636" y="557"/>
                    </a:lnTo>
                    <a:lnTo>
                      <a:pt x="637" y="559"/>
                    </a:lnTo>
                    <a:lnTo>
                      <a:pt x="640" y="560"/>
                    </a:lnTo>
                    <a:lnTo>
                      <a:pt x="642" y="561"/>
                    </a:lnTo>
                    <a:lnTo>
                      <a:pt x="644" y="563"/>
                    </a:lnTo>
                    <a:lnTo>
                      <a:pt x="645" y="566"/>
                    </a:lnTo>
                    <a:lnTo>
                      <a:pt x="646" y="569"/>
                    </a:lnTo>
                    <a:lnTo>
                      <a:pt x="647" y="571"/>
                    </a:lnTo>
                    <a:lnTo>
                      <a:pt x="648" y="574"/>
                    </a:lnTo>
                    <a:lnTo>
                      <a:pt x="649" y="576"/>
                    </a:lnTo>
                    <a:lnTo>
                      <a:pt x="649" y="579"/>
                    </a:lnTo>
                    <a:lnTo>
                      <a:pt x="648" y="581"/>
                    </a:lnTo>
                    <a:close/>
                  </a:path>
                </a:pathLst>
              </a:custGeom>
              <a:solidFill>
                <a:srgbClr val="E8A571">
                  <a:alpha val="32000"/>
                </a:srgbClr>
              </a:solidFill>
              <a:ln>
                <a:noFill/>
              </a:ln>
            </p:spPr>
            <p:txBody>
              <a:bodyPr anchor="ctr"/>
              <a:lstStyle/>
              <a:p>
                <a:pPr algn="ctr">
                  <a:buNone/>
                </a:pPr>
              </a:p>
            </p:txBody>
          </p:sp>
          <p:sp>
            <p:nvSpPr>
              <p:cNvPr id="7659" name="addition:spatial:148">
                <a:extLst>
                  <a:ext uri="{FF2B5EF4-FFF2-40B4-BE49-F238E27FC236}">
                    <ns2:creationId id="{23935014-55BA-4D3A-9B1E-8D3AFBC5F9EC}"/>
                  </a:ext>
                </a:extLst>
              </p:cNvPr>
              <p:cNvSpPr>
                <a:spLocks noGrp="1"/>
              </p:cNvSpPr>
              <p:nvPr/>
            </p:nvSpPr>
            <p:spPr>
              <a:xfrm>
                <a:off x="5648325" y="1666875"/>
                <a:ext cx="967892" cy="1111407"/>
              </a:xfrm>
              <a:custGeom>
                <a:rect l="l" t="t" r="r" b="b"/>
                <a:pathLst>
                  <a:path w="730" h="657">
                    <a:moveTo>
                      <a:pt x="0" y="0"/>
                    </a:moveTo>
                    <a:moveTo>
                      <a:pt x="729" y="627"/>
                    </a:moveTo>
                    <a:lnTo>
                      <a:pt x="727" y="629"/>
                    </a:lnTo>
                    <a:lnTo>
                      <a:pt x="726" y="631"/>
                    </a:lnTo>
                    <a:lnTo>
                      <a:pt x="726" y="633"/>
                    </a:lnTo>
                    <a:lnTo>
                      <a:pt x="727" y="636"/>
                    </a:lnTo>
                    <a:lnTo>
                      <a:pt x="726" y="638"/>
                    </a:lnTo>
                    <a:lnTo>
                      <a:pt x="723" y="640"/>
                    </a:lnTo>
                    <a:lnTo>
                      <a:pt x="720" y="641"/>
                    </a:lnTo>
                    <a:lnTo>
                      <a:pt x="717" y="642"/>
                    </a:lnTo>
                    <a:lnTo>
                      <a:pt x="715" y="643"/>
                    </a:lnTo>
                    <a:lnTo>
                      <a:pt x="713" y="645"/>
                    </a:lnTo>
                    <a:lnTo>
                      <a:pt x="710" y="646"/>
                    </a:lnTo>
                    <a:lnTo>
                      <a:pt x="708" y="647"/>
                    </a:lnTo>
                    <a:lnTo>
                      <a:pt x="705" y="649"/>
                    </a:lnTo>
                    <a:lnTo>
                      <a:pt x="703" y="652"/>
                    </a:lnTo>
                    <a:lnTo>
                      <a:pt x="700" y="655"/>
                    </a:lnTo>
                    <a:lnTo>
                      <a:pt x="697" y="657"/>
                    </a:lnTo>
                    <a:lnTo>
                      <a:pt x="693" y="656"/>
                    </a:lnTo>
                    <a:lnTo>
                      <a:pt x="690" y="653"/>
                    </a:lnTo>
                    <a:lnTo>
                      <a:pt x="687" y="650"/>
                    </a:lnTo>
                    <a:lnTo>
                      <a:pt x="685" y="648"/>
                    </a:lnTo>
                    <a:lnTo>
                      <a:pt x="682" y="648"/>
                    </a:lnTo>
                    <a:lnTo>
                      <a:pt x="679" y="649"/>
                    </a:lnTo>
                    <a:lnTo>
                      <a:pt x="676" y="649"/>
                    </a:lnTo>
                    <a:lnTo>
                      <a:pt x="674" y="647"/>
                    </a:lnTo>
                    <a:lnTo>
                      <a:pt x="672" y="646"/>
                    </a:lnTo>
                    <a:lnTo>
                      <a:pt x="670" y="645"/>
                    </a:lnTo>
                    <a:lnTo>
                      <a:pt x="667" y="644"/>
                    </a:lnTo>
                    <a:lnTo>
                      <a:pt x="665" y="642"/>
                    </a:lnTo>
                    <a:lnTo>
                      <a:pt x="664" y="640"/>
                    </a:lnTo>
                    <a:lnTo>
                      <a:pt x="664" y="638"/>
                    </a:lnTo>
                    <a:lnTo>
                      <a:pt x="663" y="636"/>
                    </a:lnTo>
                    <a:lnTo>
                      <a:pt x="661" y="634"/>
                    </a:lnTo>
                    <a:lnTo>
                      <a:pt x="660" y="632"/>
                    </a:lnTo>
                    <a:lnTo>
                      <a:pt x="661" y="629"/>
                    </a:lnTo>
                    <a:lnTo>
                      <a:pt x="665" y="627"/>
                    </a:lnTo>
                    <a:lnTo>
                      <a:pt x="669" y="625"/>
                    </a:lnTo>
                    <a:lnTo>
                      <a:pt x="671" y="623"/>
                    </a:lnTo>
                    <a:lnTo>
                      <a:pt x="670" y="621"/>
                    </a:lnTo>
                    <a:lnTo>
                      <a:pt x="667" y="618"/>
                    </a:lnTo>
                    <a:lnTo>
                      <a:pt x="666" y="615"/>
                    </a:lnTo>
                    <a:lnTo>
                      <a:pt x="666" y="612"/>
                    </a:lnTo>
                    <a:lnTo>
                      <a:pt x="668" y="610"/>
                    </a:lnTo>
                    <a:lnTo>
                      <a:pt x="670" y="608"/>
                    </a:lnTo>
                    <a:lnTo>
                      <a:pt x="671" y="606"/>
                    </a:lnTo>
                    <a:lnTo>
                      <a:pt x="673" y="605"/>
                    </a:lnTo>
                    <a:lnTo>
                      <a:pt x="676" y="605"/>
                    </a:lnTo>
                    <a:lnTo>
                      <a:pt x="679" y="605"/>
                    </a:lnTo>
                    <a:lnTo>
                      <a:pt x="682" y="605"/>
                    </a:lnTo>
                    <a:lnTo>
                      <a:pt x="684" y="604"/>
                    </a:lnTo>
                    <a:lnTo>
                      <a:pt x="685" y="602"/>
                    </a:lnTo>
                    <a:lnTo>
                      <a:pt x="688" y="601"/>
                    </a:lnTo>
                    <a:lnTo>
                      <a:pt x="690" y="601"/>
                    </a:lnTo>
                    <a:lnTo>
                      <a:pt x="693" y="603"/>
                    </a:lnTo>
                    <a:lnTo>
                      <a:pt x="695" y="604"/>
                    </a:lnTo>
                    <a:lnTo>
                      <a:pt x="697" y="603"/>
                    </a:lnTo>
                    <a:lnTo>
                      <a:pt x="701" y="601"/>
                    </a:lnTo>
                    <a:lnTo>
                      <a:pt x="705" y="600"/>
                    </a:lnTo>
                    <a:lnTo>
                      <a:pt x="708" y="600"/>
                    </a:lnTo>
                    <a:lnTo>
                      <a:pt x="710" y="603"/>
                    </a:lnTo>
                    <a:lnTo>
                      <a:pt x="712" y="605"/>
                    </a:lnTo>
                    <a:lnTo>
                      <a:pt x="713" y="608"/>
                    </a:lnTo>
                    <a:lnTo>
                      <a:pt x="715" y="610"/>
                    </a:lnTo>
                    <a:lnTo>
                      <a:pt x="716" y="613"/>
                    </a:lnTo>
                    <a:lnTo>
                      <a:pt x="716" y="615"/>
                    </a:lnTo>
                    <a:lnTo>
                      <a:pt x="717" y="617"/>
                    </a:lnTo>
                    <a:lnTo>
                      <a:pt x="719" y="619"/>
                    </a:lnTo>
                    <a:lnTo>
                      <a:pt x="724" y="620"/>
                    </a:lnTo>
                    <a:lnTo>
                      <a:pt x="728" y="622"/>
                    </a:lnTo>
                    <a:lnTo>
                      <a:pt x="730" y="624"/>
                    </a:lnTo>
                    <a:close/>
                  </a:path>
                </a:pathLst>
              </a:custGeom>
              <a:solidFill>
                <a:srgbClr val="E8A571">
                  <a:alpha val="32000"/>
                </a:srgbClr>
              </a:solidFill>
              <a:ln>
                <a:noFill/>
              </a:ln>
            </p:spPr>
            <p:txBody>
              <a:bodyPr anchor="ctr"/>
              <a:lstStyle/>
              <a:p>
                <a:pPr algn="ctr">
                  <a:buNone/>
                </a:pPr>
              </a:p>
            </p:txBody>
          </p:sp>
          <p:sp>
            <p:nvSpPr>
              <p:cNvPr id="7660" name="addition:spatial:149">
                <a:extLst>
                  <a:ext uri="{FF2B5EF4-FFF2-40B4-BE49-F238E27FC236}">
                    <ns2:creationId id="{8E6A655D-E6D5-480F-897D-B96E7B746DBB}"/>
                  </a:ext>
                </a:extLst>
              </p:cNvPr>
              <p:cNvSpPr>
                <a:spLocks noGrp="1"/>
              </p:cNvSpPr>
              <p:nvPr/>
            </p:nvSpPr>
            <p:spPr>
              <a:xfrm>
                <a:off x="5648325" y="1666875"/>
                <a:ext cx="1043468" cy="1077575"/>
              </a:xfrm>
              <a:custGeom>
                <a:rect l="l" t="t" r="r" b="b"/>
                <a:pathLst>
                  <a:path w="787" h="637">
                    <a:moveTo>
                      <a:pt x="0" y="0"/>
                    </a:moveTo>
                    <a:moveTo>
                      <a:pt x="787" y="610"/>
                    </a:moveTo>
                    <a:lnTo>
                      <a:pt x="787" y="612"/>
                    </a:lnTo>
                    <a:lnTo>
                      <a:pt x="786" y="614"/>
                    </a:lnTo>
                    <a:lnTo>
                      <a:pt x="784" y="616"/>
                    </a:lnTo>
                    <a:lnTo>
                      <a:pt x="782" y="618"/>
                    </a:lnTo>
                    <a:lnTo>
                      <a:pt x="781" y="620"/>
                    </a:lnTo>
                    <a:lnTo>
                      <a:pt x="781" y="622"/>
                    </a:lnTo>
                    <a:lnTo>
                      <a:pt x="781" y="625"/>
                    </a:lnTo>
                    <a:lnTo>
                      <a:pt x="779" y="626"/>
                    </a:lnTo>
                    <a:lnTo>
                      <a:pt x="776" y="626"/>
                    </a:lnTo>
                    <a:lnTo>
                      <a:pt x="774" y="626"/>
                    </a:lnTo>
                    <a:lnTo>
                      <a:pt x="772" y="628"/>
                    </a:lnTo>
                    <a:lnTo>
                      <a:pt x="771" y="631"/>
                    </a:lnTo>
                    <a:lnTo>
                      <a:pt x="770" y="633"/>
                    </a:lnTo>
                    <a:lnTo>
                      <a:pt x="768" y="635"/>
                    </a:lnTo>
                    <a:lnTo>
                      <a:pt x="766" y="636"/>
                    </a:lnTo>
                    <a:lnTo>
                      <a:pt x="764" y="636"/>
                    </a:lnTo>
                    <a:lnTo>
                      <a:pt x="761" y="637"/>
                    </a:lnTo>
                    <a:lnTo>
                      <a:pt x="759" y="637"/>
                    </a:lnTo>
                    <a:lnTo>
                      <a:pt x="757" y="635"/>
                    </a:lnTo>
                    <a:lnTo>
                      <a:pt x="755" y="632"/>
                    </a:lnTo>
                    <a:lnTo>
                      <a:pt x="754" y="629"/>
                    </a:lnTo>
                    <a:lnTo>
                      <a:pt x="753" y="628"/>
                    </a:lnTo>
                    <a:lnTo>
                      <a:pt x="751" y="629"/>
                    </a:lnTo>
                    <a:lnTo>
                      <a:pt x="748" y="630"/>
                    </a:lnTo>
                    <a:lnTo>
                      <a:pt x="746" y="630"/>
                    </a:lnTo>
                    <a:lnTo>
                      <a:pt x="745" y="628"/>
                    </a:lnTo>
                    <a:lnTo>
                      <a:pt x="744" y="626"/>
                    </a:lnTo>
                    <a:lnTo>
                      <a:pt x="744" y="624"/>
                    </a:lnTo>
                    <a:lnTo>
                      <a:pt x="742" y="623"/>
                    </a:lnTo>
                    <a:lnTo>
                      <a:pt x="741" y="621"/>
                    </a:lnTo>
                    <a:lnTo>
                      <a:pt x="740" y="619"/>
                    </a:lnTo>
                    <a:lnTo>
                      <a:pt x="741" y="616"/>
                    </a:lnTo>
                    <a:lnTo>
                      <a:pt x="741" y="614"/>
                    </a:lnTo>
                    <a:lnTo>
                      <a:pt x="742" y="612"/>
                    </a:lnTo>
                    <a:lnTo>
                      <a:pt x="742" y="610"/>
                    </a:lnTo>
                    <a:lnTo>
                      <a:pt x="742" y="607"/>
                    </a:lnTo>
                    <a:lnTo>
                      <a:pt x="744" y="606"/>
                    </a:lnTo>
                    <a:lnTo>
                      <a:pt x="746" y="604"/>
                    </a:lnTo>
                    <a:lnTo>
                      <a:pt x="746" y="602"/>
                    </a:lnTo>
                    <a:lnTo>
                      <a:pt x="745" y="599"/>
                    </a:lnTo>
                    <a:lnTo>
                      <a:pt x="743" y="596"/>
                    </a:lnTo>
                    <a:lnTo>
                      <a:pt x="743" y="593"/>
                    </a:lnTo>
                    <a:lnTo>
                      <a:pt x="744" y="591"/>
                    </a:lnTo>
                    <a:lnTo>
                      <a:pt x="746" y="590"/>
                    </a:lnTo>
                    <a:lnTo>
                      <a:pt x="749" y="590"/>
                    </a:lnTo>
                    <a:lnTo>
                      <a:pt x="750" y="590"/>
                    </a:lnTo>
                    <a:lnTo>
                      <a:pt x="752" y="589"/>
                    </a:lnTo>
                    <a:lnTo>
                      <a:pt x="753" y="588"/>
                    </a:lnTo>
                    <a:lnTo>
                      <a:pt x="755" y="588"/>
                    </a:lnTo>
                    <a:lnTo>
                      <a:pt x="756" y="588"/>
                    </a:lnTo>
                    <a:lnTo>
                      <a:pt x="758" y="587"/>
                    </a:lnTo>
                    <a:lnTo>
                      <a:pt x="759" y="586"/>
                    </a:lnTo>
                    <a:lnTo>
                      <a:pt x="761" y="584"/>
                    </a:lnTo>
                    <a:lnTo>
                      <a:pt x="763" y="584"/>
                    </a:lnTo>
                    <a:lnTo>
                      <a:pt x="765" y="586"/>
                    </a:lnTo>
                    <a:lnTo>
                      <a:pt x="766" y="587"/>
                    </a:lnTo>
                    <a:lnTo>
                      <a:pt x="768" y="587"/>
                    </a:lnTo>
                    <a:lnTo>
                      <a:pt x="771" y="586"/>
                    </a:lnTo>
                    <a:lnTo>
                      <a:pt x="774" y="586"/>
                    </a:lnTo>
                    <a:lnTo>
                      <a:pt x="775" y="588"/>
                    </a:lnTo>
                    <a:lnTo>
                      <a:pt x="776" y="591"/>
                    </a:lnTo>
                    <a:lnTo>
                      <a:pt x="776" y="594"/>
                    </a:lnTo>
                    <a:lnTo>
                      <a:pt x="776" y="597"/>
                    </a:lnTo>
                    <a:lnTo>
                      <a:pt x="777" y="599"/>
                    </a:lnTo>
                    <a:lnTo>
                      <a:pt x="779" y="600"/>
                    </a:lnTo>
                    <a:lnTo>
                      <a:pt x="781" y="601"/>
                    </a:lnTo>
                    <a:lnTo>
                      <a:pt x="782" y="603"/>
                    </a:lnTo>
                    <a:lnTo>
                      <a:pt x="784" y="605"/>
                    </a:lnTo>
                    <a:lnTo>
                      <a:pt x="785" y="607"/>
                    </a:lnTo>
                    <a:close/>
                  </a:path>
                </a:pathLst>
              </a:custGeom>
              <a:solidFill>
                <a:srgbClr val="ECB78D">
                  <a:alpha val="24000"/>
                </a:srgbClr>
              </a:solidFill>
              <a:ln>
                <a:noFill/>
              </a:ln>
            </p:spPr>
            <p:txBody>
              <a:bodyPr anchor="ctr"/>
              <a:lstStyle/>
              <a:p>
                <a:pPr algn="ctr">
                  <a:buNone/>
                </a:pPr>
              </a:p>
            </p:txBody>
          </p:sp>
          <p:sp>
            <p:nvSpPr>
              <p:cNvPr id="7661" name="addition:spatial:150">
                <a:extLst>
                  <a:ext uri="{FF2B5EF4-FFF2-40B4-BE49-F238E27FC236}">
                    <ns2:creationId id="{9A209EEE-0BFB-4BC1-9072-54530B926FE3}"/>
                  </a:ext>
                </a:extLst>
              </p:cNvPr>
              <p:cNvSpPr>
                <a:spLocks noGrp="1"/>
              </p:cNvSpPr>
              <p:nvPr/>
            </p:nvSpPr>
            <p:spPr>
              <a:xfrm>
                <a:off x="5648325" y="1666875"/>
                <a:ext cx="993084" cy="1168923"/>
              </a:xfrm>
              <a:custGeom>
                <a:rect l="l" t="t" r="r" b="b"/>
                <a:pathLst>
                  <a:path w="749" h="691">
                    <a:moveTo>
                      <a:pt x="0" y="0"/>
                    </a:moveTo>
                    <a:moveTo>
                      <a:pt x="741" y="664"/>
                    </a:moveTo>
                    <a:lnTo>
                      <a:pt x="742" y="666"/>
                    </a:lnTo>
                    <a:lnTo>
                      <a:pt x="745" y="668"/>
                    </a:lnTo>
                    <a:lnTo>
                      <a:pt x="748" y="670"/>
                    </a:lnTo>
                    <a:lnTo>
                      <a:pt x="749" y="673"/>
                    </a:lnTo>
                    <a:lnTo>
                      <a:pt x="748" y="675"/>
                    </a:lnTo>
                    <a:lnTo>
                      <a:pt x="745" y="677"/>
                    </a:lnTo>
                    <a:lnTo>
                      <a:pt x="742" y="678"/>
                    </a:lnTo>
                    <a:lnTo>
                      <a:pt x="741" y="679"/>
                    </a:lnTo>
                    <a:lnTo>
                      <a:pt x="741" y="681"/>
                    </a:lnTo>
                    <a:lnTo>
                      <a:pt x="739" y="683"/>
                    </a:lnTo>
                    <a:lnTo>
                      <a:pt x="737" y="684"/>
                    </a:lnTo>
                    <a:lnTo>
                      <a:pt x="734" y="684"/>
                    </a:lnTo>
                    <a:lnTo>
                      <a:pt x="732" y="684"/>
                    </a:lnTo>
                    <a:lnTo>
                      <a:pt x="730" y="685"/>
                    </a:lnTo>
                    <a:lnTo>
                      <a:pt x="728" y="686"/>
                    </a:lnTo>
                    <a:lnTo>
                      <a:pt x="725" y="686"/>
                    </a:lnTo>
                    <a:lnTo>
                      <a:pt x="723" y="686"/>
                    </a:lnTo>
                    <a:lnTo>
                      <a:pt x="720" y="686"/>
                    </a:lnTo>
                    <a:lnTo>
                      <a:pt x="717" y="688"/>
                    </a:lnTo>
                    <a:lnTo>
                      <a:pt x="714" y="690"/>
                    </a:lnTo>
                    <a:lnTo>
                      <a:pt x="710" y="691"/>
                    </a:lnTo>
                    <a:lnTo>
                      <a:pt x="707" y="689"/>
                    </a:lnTo>
                    <a:lnTo>
                      <a:pt x="705" y="686"/>
                    </a:lnTo>
                    <a:lnTo>
                      <a:pt x="705" y="682"/>
                    </a:lnTo>
                    <a:lnTo>
                      <a:pt x="703" y="680"/>
                    </a:lnTo>
                    <a:lnTo>
                      <a:pt x="701" y="679"/>
                    </a:lnTo>
                    <a:lnTo>
                      <a:pt x="698" y="678"/>
                    </a:lnTo>
                    <a:lnTo>
                      <a:pt x="695" y="677"/>
                    </a:lnTo>
                    <a:lnTo>
                      <a:pt x="694" y="675"/>
                    </a:lnTo>
                    <a:lnTo>
                      <a:pt x="692" y="674"/>
                    </a:lnTo>
                    <a:lnTo>
                      <a:pt x="690" y="672"/>
                    </a:lnTo>
                    <a:lnTo>
                      <a:pt x="687" y="670"/>
                    </a:lnTo>
                    <a:lnTo>
                      <a:pt x="686" y="668"/>
                    </a:lnTo>
                    <a:lnTo>
                      <a:pt x="686" y="666"/>
                    </a:lnTo>
                    <a:lnTo>
                      <a:pt x="687" y="664"/>
                    </a:lnTo>
                    <a:lnTo>
                      <a:pt x="687" y="662"/>
                    </a:lnTo>
                    <a:lnTo>
                      <a:pt x="686" y="659"/>
                    </a:lnTo>
                    <a:lnTo>
                      <a:pt x="686" y="657"/>
                    </a:lnTo>
                    <a:lnTo>
                      <a:pt x="687" y="655"/>
                    </a:lnTo>
                    <a:lnTo>
                      <a:pt x="691" y="653"/>
                    </a:lnTo>
                    <a:lnTo>
                      <a:pt x="696" y="653"/>
                    </a:lnTo>
                    <a:lnTo>
                      <a:pt x="699" y="652"/>
                    </a:lnTo>
                    <a:lnTo>
                      <a:pt x="700" y="651"/>
                    </a:lnTo>
                    <a:lnTo>
                      <a:pt x="700" y="648"/>
                    </a:lnTo>
                    <a:lnTo>
                      <a:pt x="701" y="645"/>
                    </a:lnTo>
                    <a:lnTo>
                      <a:pt x="703" y="642"/>
                    </a:lnTo>
                    <a:lnTo>
                      <a:pt x="705" y="641"/>
                    </a:lnTo>
                    <a:lnTo>
                      <a:pt x="708" y="640"/>
                    </a:lnTo>
                    <a:lnTo>
                      <a:pt x="711" y="639"/>
                    </a:lnTo>
                    <a:lnTo>
                      <a:pt x="714" y="638"/>
                    </a:lnTo>
                    <a:lnTo>
                      <a:pt x="717" y="639"/>
                    </a:lnTo>
                    <a:lnTo>
                      <a:pt x="720" y="641"/>
                    </a:lnTo>
                    <a:lnTo>
                      <a:pt x="723" y="643"/>
                    </a:lnTo>
                    <a:lnTo>
                      <a:pt x="725" y="643"/>
                    </a:lnTo>
                    <a:lnTo>
                      <a:pt x="728" y="641"/>
                    </a:lnTo>
                    <a:lnTo>
                      <a:pt x="730" y="641"/>
                    </a:lnTo>
                    <a:lnTo>
                      <a:pt x="733" y="641"/>
                    </a:lnTo>
                    <a:lnTo>
                      <a:pt x="734" y="644"/>
                    </a:lnTo>
                    <a:lnTo>
                      <a:pt x="735" y="646"/>
                    </a:lnTo>
                    <a:lnTo>
                      <a:pt x="737" y="646"/>
                    </a:lnTo>
                    <a:lnTo>
                      <a:pt x="740" y="646"/>
                    </a:lnTo>
                    <a:lnTo>
                      <a:pt x="743" y="647"/>
                    </a:lnTo>
                    <a:lnTo>
                      <a:pt x="746" y="648"/>
                    </a:lnTo>
                    <a:lnTo>
                      <a:pt x="746" y="650"/>
                    </a:lnTo>
                    <a:lnTo>
                      <a:pt x="746" y="653"/>
                    </a:lnTo>
                    <a:lnTo>
                      <a:pt x="746" y="655"/>
                    </a:lnTo>
                    <a:lnTo>
                      <a:pt x="746" y="657"/>
                    </a:lnTo>
                    <a:lnTo>
                      <a:pt x="745" y="660"/>
                    </a:lnTo>
                    <a:lnTo>
                      <a:pt x="743" y="662"/>
                    </a:lnTo>
                    <a:close/>
                  </a:path>
                </a:pathLst>
              </a:custGeom>
              <a:solidFill>
                <a:srgbClr val="ECB78D">
                  <a:alpha val="24000"/>
                </a:srgbClr>
              </a:solidFill>
              <a:ln>
                <a:noFill/>
              </a:ln>
            </p:spPr>
            <p:txBody>
              <a:bodyPr anchor="ctr"/>
              <a:lstStyle/>
              <a:p>
                <a:pPr algn="ctr">
                  <a:buNone/>
                </a:pPr>
              </a:p>
            </p:txBody>
          </p:sp>
          <p:sp>
            <p:nvSpPr>
              <p:cNvPr id="7662" name="addition:spatial:151">
                <a:extLst>
                  <a:ext uri="{FF2B5EF4-FFF2-40B4-BE49-F238E27FC236}">
                    <ns2:creationId id="{031E4CF9-E83F-4C90-81E6-D6B9F7CA44A0}"/>
                  </a:ext>
                </a:extLst>
              </p:cNvPr>
              <p:cNvSpPr>
                <a:spLocks noGrp="1"/>
              </p:cNvSpPr>
              <p:nvPr/>
            </p:nvSpPr>
            <p:spPr>
              <a:xfrm>
                <a:off x="5648325" y="1666875"/>
                <a:ext cx="896295" cy="1192606"/>
              </a:xfrm>
              <a:custGeom>
                <a:rect l="l" t="t" r="r" b="b"/>
                <a:pathLst>
                  <a:path w="676" h="705">
                    <a:moveTo>
                      <a:pt x="0" y="0"/>
                    </a:moveTo>
                    <a:moveTo>
                      <a:pt x="675" y="681"/>
                    </a:moveTo>
                    <a:lnTo>
                      <a:pt x="675" y="683"/>
                    </a:lnTo>
                    <a:lnTo>
                      <a:pt x="674" y="686"/>
                    </a:lnTo>
                    <a:lnTo>
                      <a:pt x="671" y="687"/>
                    </a:lnTo>
                    <a:lnTo>
                      <a:pt x="668" y="689"/>
                    </a:lnTo>
                    <a:lnTo>
                      <a:pt x="665" y="690"/>
                    </a:lnTo>
                    <a:lnTo>
                      <a:pt x="664" y="691"/>
                    </a:lnTo>
                    <a:lnTo>
                      <a:pt x="664" y="694"/>
                    </a:lnTo>
                    <a:lnTo>
                      <a:pt x="665" y="698"/>
                    </a:lnTo>
                    <a:lnTo>
                      <a:pt x="665" y="700"/>
                    </a:lnTo>
                    <a:lnTo>
                      <a:pt x="662" y="702"/>
                    </a:lnTo>
                    <a:lnTo>
                      <a:pt x="659" y="702"/>
                    </a:lnTo>
                    <a:lnTo>
                      <a:pt x="656" y="702"/>
                    </a:lnTo>
                    <a:lnTo>
                      <a:pt x="654" y="704"/>
                    </a:lnTo>
                    <a:lnTo>
                      <a:pt x="652" y="705"/>
                    </a:lnTo>
                    <a:lnTo>
                      <a:pt x="650" y="705"/>
                    </a:lnTo>
                    <a:lnTo>
                      <a:pt x="648" y="705"/>
                    </a:lnTo>
                    <a:lnTo>
                      <a:pt x="646" y="704"/>
                    </a:lnTo>
                    <a:lnTo>
                      <a:pt x="644" y="704"/>
                    </a:lnTo>
                    <a:lnTo>
                      <a:pt x="642" y="704"/>
                    </a:lnTo>
                    <a:lnTo>
                      <a:pt x="640" y="704"/>
                    </a:lnTo>
                    <a:lnTo>
                      <a:pt x="638" y="702"/>
                    </a:lnTo>
                    <a:lnTo>
                      <a:pt x="637" y="701"/>
                    </a:lnTo>
                    <a:lnTo>
                      <a:pt x="635" y="700"/>
                    </a:lnTo>
                    <a:lnTo>
                      <a:pt x="633" y="701"/>
                    </a:lnTo>
                    <a:lnTo>
                      <a:pt x="629" y="702"/>
                    </a:lnTo>
                    <a:lnTo>
                      <a:pt x="626" y="702"/>
                    </a:lnTo>
                    <a:lnTo>
                      <a:pt x="625" y="700"/>
                    </a:lnTo>
                    <a:lnTo>
                      <a:pt x="625" y="696"/>
                    </a:lnTo>
                    <a:lnTo>
                      <a:pt x="626" y="693"/>
                    </a:lnTo>
                    <a:lnTo>
                      <a:pt x="627" y="691"/>
                    </a:lnTo>
                    <a:lnTo>
                      <a:pt x="626" y="689"/>
                    </a:lnTo>
                    <a:lnTo>
                      <a:pt x="625" y="687"/>
                    </a:lnTo>
                    <a:lnTo>
                      <a:pt x="625" y="685"/>
                    </a:lnTo>
                    <a:lnTo>
                      <a:pt x="624" y="683"/>
                    </a:lnTo>
                    <a:lnTo>
                      <a:pt x="623" y="681"/>
                    </a:lnTo>
                    <a:lnTo>
                      <a:pt x="621" y="679"/>
                    </a:lnTo>
                    <a:lnTo>
                      <a:pt x="620" y="677"/>
                    </a:lnTo>
                    <a:lnTo>
                      <a:pt x="620" y="674"/>
                    </a:lnTo>
                    <a:lnTo>
                      <a:pt x="621" y="672"/>
                    </a:lnTo>
                    <a:lnTo>
                      <a:pt x="623" y="671"/>
                    </a:lnTo>
                    <a:lnTo>
                      <a:pt x="624" y="669"/>
                    </a:lnTo>
                    <a:lnTo>
                      <a:pt x="623" y="666"/>
                    </a:lnTo>
                    <a:lnTo>
                      <a:pt x="623" y="664"/>
                    </a:lnTo>
                    <a:lnTo>
                      <a:pt x="625" y="662"/>
                    </a:lnTo>
                    <a:lnTo>
                      <a:pt x="628" y="662"/>
                    </a:lnTo>
                    <a:lnTo>
                      <a:pt x="631" y="663"/>
                    </a:lnTo>
                    <a:lnTo>
                      <a:pt x="634" y="664"/>
                    </a:lnTo>
                    <a:lnTo>
                      <a:pt x="635" y="663"/>
                    </a:lnTo>
                    <a:lnTo>
                      <a:pt x="637" y="660"/>
                    </a:lnTo>
                    <a:lnTo>
                      <a:pt x="639" y="658"/>
                    </a:lnTo>
                    <a:lnTo>
                      <a:pt x="641" y="657"/>
                    </a:lnTo>
                    <a:lnTo>
                      <a:pt x="643" y="656"/>
                    </a:lnTo>
                    <a:lnTo>
                      <a:pt x="646" y="655"/>
                    </a:lnTo>
                    <a:lnTo>
                      <a:pt x="649" y="654"/>
                    </a:lnTo>
                    <a:lnTo>
                      <a:pt x="652" y="655"/>
                    </a:lnTo>
                    <a:lnTo>
                      <a:pt x="654" y="657"/>
                    </a:lnTo>
                    <a:lnTo>
                      <a:pt x="656" y="660"/>
                    </a:lnTo>
                    <a:lnTo>
                      <a:pt x="657" y="663"/>
                    </a:lnTo>
                    <a:lnTo>
                      <a:pt x="660" y="663"/>
                    </a:lnTo>
                    <a:lnTo>
                      <a:pt x="663" y="663"/>
                    </a:lnTo>
                    <a:lnTo>
                      <a:pt x="666" y="664"/>
                    </a:lnTo>
                    <a:lnTo>
                      <a:pt x="667" y="665"/>
                    </a:lnTo>
                    <a:lnTo>
                      <a:pt x="668" y="668"/>
                    </a:lnTo>
                    <a:lnTo>
                      <a:pt x="668" y="670"/>
                    </a:lnTo>
                    <a:lnTo>
                      <a:pt x="670" y="672"/>
                    </a:lnTo>
                    <a:lnTo>
                      <a:pt x="672" y="673"/>
                    </a:lnTo>
                    <a:lnTo>
                      <a:pt x="675" y="674"/>
                    </a:lnTo>
                    <a:lnTo>
                      <a:pt x="676" y="676"/>
                    </a:lnTo>
                    <a:lnTo>
                      <a:pt x="676" y="679"/>
                    </a:lnTo>
                    <a:close/>
                  </a:path>
                </a:pathLst>
              </a:custGeom>
              <a:solidFill>
                <a:srgbClr val="ECB78D">
                  <a:alpha val="24000"/>
                </a:srgbClr>
              </a:solidFill>
              <a:ln>
                <a:noFill/>
              </a:ln>
            </p:spPr>
            <p:txBody>
              <a:bodyPr anchor="ctr"/>
              <a:lstStyle/>
              <a:p>
                <a:pPr algn="ctr">
                  <a:buNone/>
                </a:pPr>
              </a:p>
            </p:txBody>
          </p:sp>
          <p:sp>
            <p:nvSpPr>
              <p:cNvPr id="7663" name="addition:spatial:152">
                <a:extLst>
                  <a:ext uri="{FF2B5EF4-FFF2-40B4-BE49-F238E27FC236}">
                    <ns2:creationId id="{A979E6EB-6D7F-422B-9C2D-E7E3D48D37BD}"/>
                  </a:ext>
                </a:extLst>
              </p:cNvPr>
              <p:cNvSpPr>
                <a:spLocks noGrp="1"/>
              </p:cNvSpPr>
              <p:nvPr/>
            </p:nvSpPr>
            <p:spPr>
              <a:xfrm>
                <a:off x="5648325" y="1666875"/>
                <a:ext cx="800832" cy="1157082"/>
              </a:xfrm>
              <a:custGeom>
                <a:rect l="l" t="t" r="r" b="b"/>
                <a:pathLst>
                  <a:path w="604" h="684">
                    <a:moveTo>
                      <a:pt x="0" y="0"/>
                    </a:moveTo>
                    <a:moveTo>
                      <a:pt x="600" y="655"/>
                    </a:moveTo>
                    <a:lnTo>
                      <a:pt x="603" y="658"/>
                    </a:lnTo>
                    <a:lnTo>
                      <a:pt x="603" y="660"/>
                    </a:lnTo>
                    <a:lnTo>
                      <a:pt x="604" y="663"/>
                    </a:lnTo>
                    <a:lnTo>
                      <a:pt x="604" y="665"/>
                    </a:lnTo>
                    <a:lnTo>
                      <a:pt x="604" y="668"/>
                    </a:lnTo>
                    <a:lnTo>
                      <a:pt x="602" y="670"/>
                    </a:lnTo>
                    <a:lnTo>
                      <a:pt x="599" y="671"/>
                    </a:lnTo>
                    <a:lnTo>
                      <a:pt x="596" y="671"/>
                    </a:lnTo>
                    <a:lnTo>
                      <a:pt x="594" y="672"/>
                    </a:lnTo>
                    <a:lnTo>
                      <a:pt x="593" y="674"/>
                    </a:lnTo>
                    <a:lnTo>
                      <a:pt x="592" y="677"/>
                    </a:lnTo>
                    <a:lnTo>
                      <a:pt x="590" y="678"/>
                    </a:lnTo>
                    <a:lnTo>
                      <a:pt x="587" y="678"/>
                    </a:lnTo>
                    <a:lnTo>
                      <a:pt x="584" y="677"/>
                    </a:lnTo>
                    <a:lnTo>
                      <a:pt x="582" y="677"/>
                    </a:lnTo>
                    <a:lnTo>
                      <a:pt x="579" y="679"/>
                    </a:lnTo>
                    <a:lnTo>
                      <a:pt x="577" y="682"/>
                    </a:lnTo>
                    <a:lnTo>
                      <a:pt x="574" y="684"/>
                    </a:lnTo>
                    <a:lnTo>
                      <a:pt x="570" y="684"/>
                    </a:lnTo>
                    <a:lnTo>
                      <a:pt x="567" y="683"/>
                    </a:lnTo>
                    <a:lnTo>
                      <a:pt x="564" y="681"/>
                    </a:lnTo>
                    <a:lnTo>
                      <a:pt x="562" y="680"/>
                    </a:lnTo>
                    <a:lnTo>
                      <a:pt x="559" y="678"/>
                    </a:lnTo>
                    <a:lnTo>
                      <a:pt x="558" y="675"/>
                    </a:lnTo>
                    <a:lnTo>
                      <a:pt x="557" y="672"/>
                    </a:lnTo>
                    <a:lnTo>
                      <a:pt x="556" y="671"/>
                    </a:lnTo>
                    <a:lnTo>
                      <a:pt x="553" y="670"/>
                    </a:lnTo>
                    <a:lnTo>
                      <a:pt x="548" y="670"/>
                    </a:lnTo>
                    <a:lnTo>
                      <a:pt x="545" y="670"/>
                    </a:lnTo>
                    <a:lnTo>
                      <a:pt x="543" y="668"/>
                    </a:lnTo>
                    <a:lnTo>
                      <a:pt x="543" y="665"/>
                    </a:lnTo>
                    <a:lnTo>
                      <a:pt x="544" y="662"/>
                    </a:lnTo>
                    <a:lnTo>
                      <a:pt x="544" y="660"/>
                    </a:lnTo>
                    <a:lnTo>
                      <a:pt x="543" y="658"/>
                    </a:lnTo>
                    <a:lnTo>
                      <a:pt x="542" y="655"/>
                    </a:lnTo>
                    <a:lnTo>
                      <a:pt x="543" y="653"/>
                    </a:lnTo>
                    <a:lnTo>
                      <a:pt x="545" y="651"/>
                    </a:lnTo>
                    <a:lnTo>
                      <a:pt x="547" y="649"/>
                    </a:lnTo>
                    <a:lnTo>
                      <a:pt x="549" y="647"/>
                    </a:lnTo>
                    <a:lnTo>
                      <a:pt x="550" y="645"/>
                    </a:lnTo>
                    <a:lnTo>
                      <a:pt x="552" y="643"/>
                    </a:lnTo>
                    <a:lnTo>
                      <a:pt x="554" y="642"/>
                    </a:lnTo>
                    <a:lnTo>
                      <a:pt x="556" y="640"/>
                    </a:lnTo>
                    <a:lnTo>
                      <a:pt x="557" y="638"/>
                    </a:lnTo>
                    <a:lnTo>
                      <a:pt x="557" y="634"/>
                    </a:lnTo>
                    <a:lnTo>
                      <a:pt x="558" y="631"/>
                    </a:lnTo>
                    <a:lnTo>
                      <a:pt x="560" y="629"/>
                    </a:lnTo>
                    <a:lnTo>
                      <a:pt x="563" y="629"/>
                    </a:lnTo>
                    <a:lnTo>
                      <a:pt x="567" y="631"/>
                    </a:lnTo>
                    <a:lnTo>
                      <a:pt x="570" y="633"/>
                    </a:lnTo>
                    <a:lnTo>
                      <a:pt x="572" y="633"/>
                    </a:lnTo>
                    <a:lnTo>
                      <a:pt x="574" y="632"/>
                    </a:lnTo>
                    <a:lnTo>
                      <a:pt x="576" y="631"/>
                    </a:lnTo>
                    <a:lnTo>
                      <a:pt x="578" y="631"/>
                    </a:lnTo>
                    <a:lnTo>
                      <a:pt x="580" y="632"/>
                    </a:lnTo>
                    <a:lnTo>
                      <a:pt x="582" y="632"/>
                    </a:lnTo>
                    <a:lnTo>
                      <a:pt x="585" y="632"/>
                    </a:lnTo>
                    <a:lnTo>
                      <a:pt x="587" y="632"/>
                    </a:lnTo>
                    <a:lnTo>
                      <a:pt x="589" y="633"/>
                    </a:lnTo>
                    <a:lnTo>
                      <a:pt x="591" y="635"/>
                    </a:lnTo>
                    <a:lnTo>
                      <a:pt x="592" y="637"/>
                    </a:lnTo>
                    <a:lnTo>
                      <a:pt x="594" y="638"/>
                    </a:lnTo>
                    <a:lnTo>
                      <a:pt x="597" y="639"/>
                    </a:lnTo>
                    <a:lnTo>
                      <a:pt x="600" y="641"/>
                    </a:lnTo>
                    <a:lnTo>
                      <a:pt x="599" y="644"/>
                    </a:lnTo>
                    <a:lnTo>
                      <a:pt x="597" y="647"/>
                    </a:lnTo>
                    <a:lnTo>
                      <a:pt x="595" y="650"/>
                    </a:lnTo>
                    <a:lnTo>
                      <a:pt x="595" y="652"/>
                    </a:lnTo>
                    <a:lnTo>
                      <a:pt x="597" y="653"/>
                    </a:lnTo>
                    <a:close/>
                  </a:path>
                </a:pathLst>
              </a:custGeom>
              <a:solidFill>
                <a:srgbClr val="ECB78D">
                  <a:alpha val="24000"/>
                </a:srgbClr>
              </a:solidFill>
              <a:ln>
                <a:noFill/>
              </a:ln>
            </p:spPr>
            <p:txBody>
              <a:bodyPr anchor="ctr"/>
              <a:lstStyle/>
              <a:p>
                <a:pPr algn="ctr">
                  <a:buNone/>
                </a:pPr>
              </a:p>
            </p:txBody>
          </p:sp>
          <p:sp>
            <p:nvSpPr>
              <p:cNvPr id="7664" name="addition:spatial:153">
                <a:extLst>
                  <a:ext uri="{FF2B5EF4-FFF2-40B4-BE49-F238E27FC236}">
                    <ns2:creationId id="{54B7FB0C-9F7D-416D-A32F-05BF201A035F}"/>
                  </a:ext>
                </a:extLst>
              </p:cNvPr>
              <p:cNvSpPr>
                <a:spLocks noGrp="1"/>
              </p:cNvSpPr>
              <p:nvPr/>
            </p:nvSpPr>
            <p:spPr>
              <a:xfrm>
                <a:off x="5648325" y="1666875"/>
                <a:ext cx="787573" cy="1048817"/>
              </a:xfrm>
              <a:custGeom>
                <a:rect l="l" t="t" r="r" b="b"/>
                <a:pathLst>
                  <a:path w="594" h="620">
                    <a:moveTo>
                      <a:pt x="0" y="0"/>
                    </a:moveTo>
                    <a:moveTo>
                      <a:pt x="590" y="593"/>
                    </a:moveTo>
                    <a:lnTo>
                      <a:pt x="591" y="596"/>
                    </a:lnTo>
                    <a:lnTo>
                      <a:pt x="592" y="598"/>
                    </a:lnTo>
                    <a:lnTo>
                      <a:pt x="591" y="600"/>
                    </a:lnTo>
                    <a:lnTo>
                      <a:pt x="592" y="602"/>
                    </a:lnTo>
                    <a:lnTo>
                      <a:pt x="593" y="605"/>
                    </a:lnTo>
                    <a:lnTo>
                      <a:pt x="594" y="608"/>
                    </a:lnTo>
                    <a:lnTo>
                      <a:pt x="592" y="610"/>
                    </a:lnTo>
                    <a:lnTo>
                      <a:pt x="589" y="611"/>
                    </a:lnTo>
                    <a:lnTo>
                      <a:pt x="584" y="610"/>
                    </a:lnTo>
                    <a:lnTo>
                      <a:pt x="581" y="610"/>
                    </a:lnTo>
                    <a:lnTo>
                      <a:pt x="579" y="610"/>
                    </a:lnTo>
                    <a:lnTo>
                      <a:pt x="578" y="613"/>
                    </a:lnTo>
                    <a:lnTo>
                      <a:pt x="576" y="615"/>
                    </a:lnTo>
                    <a:lnTo>
                      <a:pt x="574" y="617"/>
                    </a:lnTo>
                    <a:lnTo>
                      <a:pt x="572" y="618"/>
                    </a:lnTo>
                    <a:lnTo>
                      <a:pt x="569" y="619"/>
                    </a:lnTo>
                    <a:lnTo>
                      <a:pt x="566" y="620"/>
                    </a:lnTo>
                    <a:lnTo>
                      <a:pt x="562" y="620"/>
                    </a:lnTo>
                    <a:lnTo>
                      <a:pt x="559" y="620"/>
                    </a:lnTo>
                    <a:lnTo>
                      <a:pt x="556" y="618"/>
                    </a:lnTo>
                    <a:lnTo>
                      <a:pt x="554" y="616"/>
                    </a:lnTo>
                    <a:lnTo>
                      <a:pt x="551" y="615"/>
                    </a:lnTo>
                    <a:lnTo>
                      <a:pt x="547" y="615"/>
                    </a:lnTo>
                    <a:lnTo>
                      <a:pt x="544" y="615"/>
                    </a:lnTo>
                    <a:lnTo>
                      <a:pt x="542" y="613"/>
                    </a:lnTo>
                    <a:lnTo>
                      <a:pt x="542" y="610"/>
                    </a:lnTo>
                    <a:lnTo>
                      <a:pt x="541" y="607"/>
                    </a:lnTo>
                    <a:lnTo>
                      <a:pt x="540" y="606"/>
                    </a:lnTo>
                    <a:lnTo>
                      <a:pt x="536" y="605"/>
                    </a:lnTo>
                    <a:lnTo>
                      <a:pt x="532" y="605"/>
                    </a:lnTo>
                    <a:lnTo>
                      <a:pt x="529" y="603"/>
                    </a:lnTo>
                    <a:lnTo>
                      <a:pt x="528" y="601"/>
                    </a:lnTo>
                    <a:lnTo>
                      <a:pt x="528" y="598"/>
                    </a:lnTo>
                    <a:lnTo>
                      <a:pt x="529" y="596"/>
                    </a:lnTo>
                    <a:lnTo>
                      <a:pt x="530" y="593"/>
                    </a:lnTo>
                    <a:lnTo>
                      <a:pt x="531" y="591"/>
                    </a:lnTo>
                    <a:lnTo>
                      <a:pt x="534" y="589"/>
                    </a:lnTo>
                    <a:lnTo>
                      <a:pt x="538" y="588"/>
                    </a:lnTo>
                    <a:lnTo>
                      <a:pt x="539" y="586"/>
                    </a:lnTo>
                    <a:lnTo>
                      <a:pt x="539" y="584"/>
                    </a:lnTo>
                    <a:lnTo>
                      <a:pt x="538" y="581"/>
                    </a:lnTo>
                    <a:lnTo>
                      <a:pt x="538" y="578"/>
                    </a:lnTo>
                    <a:lnTo>
                      <a:pt x="541" y="576"/>
                    </a:lnTo>
                    <a:lnTo>
                      <a:pt x="544" y="576"/>
                    </a:lnTo>
                    <a:lnTo>
                      <a:pt x="547" y="575"/>
                    </a:lnTo>
                    <a:lnTo>
                      <a:pt x="549" y="573"/>
                    </a:lnTo>
                    <a:lnTo>
                      <a:pt x="550" y="570"/>
                    </a:lnTo>
                    <a:lnTo>
                      <a:pt x="552" y="568"/>
                    </a:lnTo>
                    <a:lnTo>
                      <a:pt x="555" y="568"/>
                    </a:lnTo>
                    <a:lnTo>
                      <a:pt x="558" y="568"/>
                    </a:lnTo>
                    <a:lnTo>
                      <a:pt x="561" y="570"/>
                    </a:lnTo>
                    <a:lnTo>
                      <a:pt x="563" y="570"/>
                    </a:lnTo>
                    <a:lnTo>
                      <a:pt x="565" y="571"/>
                    </a:lnTo>
                    <a:lnTo>
                      <a:pt x="567" y="571"/>
                    </a:lnTo>
                    <a:lnTo>
                      <a:pt x="569" y="573"/>
                    </a:lnTo>
                    <a:lnTo>
                      <a:pt x="571" y="573"/>
                    </a:lnTo>
                    <a:lnTo>
                      <a:pt x="573" y="572"/>
                    </a:lnTo>
                    <a:lnTo>
                      <a:pt x="577" y="570"/>
                    </a:lnTo>
                    <a:lnTo>
                      <a:pt x="581" y="569"/>
                    </a:lnTo>
                    <a:lnTo>
                      <a:pt x="583" y="571"/>
                    </a:lnTo>
                    <a:lnTo>
                      <a:pt x="584" y="574"/>
                    </a:lnTo>
                    <a:lnTo>
                      <a:pt x="583" y="577"/>
                    </a:lnTo>
                    <a:lnTo>
                      <a:pt x="583" y="580"/>
                    </a:lnTo>
                    <a:lnTo>
                      <a:pt x="585" y="581"/>
                    </a:lnTo>
                    <a:lnTo>
                      <a:pt x="587" y="583"/>
                    </a:lnTo>
                    <a:lnTo>
                      <a:pt x="588" y="585"/>
                    </a:lnTo>
                    <a:lnTo>
                      <a:pt x="588" y="587"/>
                    </a:lnTo>
                    <a:lnTo>
                      <a:pt x="588" y="589"/>
                    </a:lnTo>
                    <a:lnTo>
                      <a:pt x="589" y="591"/>
                    </a:lnTo>
                    <a:close/>
                  </a:path>
                </a:pathLst>
              </a:custGeom>
              <a:solidFill>
                <a:srgbClr val="ECB78D">
                  <a:alpha val="24000"/>
                </a:srgbClr>
              </a:solidFill>
              <a:ln>
                <a:noFill/>
              </a:ln>
            </p:spPr>
            <p:txBody>
              <a:bodyPr anchor="ctr"/>
              <a:lstStyle/>
              <a:p>
                <a:pPr algn="ctr">
                  <a:buNone/>
                </a:pPr>
              </a:p>
            </p:txBody>
          </p:sp>
          <p:sp>
            <p:nvSpPr>
              <p:cNvPr id="7665" name="addition:spatial:154">
                <a:extLst>
                  <a:ext uri="{FF2B5EF4-FFF2-40B4-BE49-F238E27FC236}">
                    <ns2:creationId id="{B75B299F-EB9F-4609-9CEA-2D679E7B6088}"/>
                  </a:ext>
                </a:extLst>
              </p:cNvPr>
              <p:cNvSpPr>
                <a:spLocks noGrp="1"/>
              </p:cNvSpPr>
              <p:nvPr/>
            </p:nvSpPr>
            <p:spPr>
              <a:xfrm>
                <a:off x="5648325" y="1666875"/>
                <a:ext cx="823371" cy="954085"/>
              </a:xfrm>
              <a:custGeom>
                <a:rect l="l" t="t" r="r" b="b"/>
                <a:pathLst>
                  <a:path w="621" h="564">
                    <a:moveTo>
                      <a:pt x="0" y="0"/>
                    </a:moveTo>
                    <a:moveTo>
                      <a:pt x="618" y="537"/>
                    </a:moveTo>
                    <a:lnTo>
                      <a:pt x="618" y="539"/>
                    </a:lnTo>
                    <a:lnTo>
                      <a:pt x="617" y="542"/>
                    </a:lnTo>
                    <a:lnTo>
                      <a:pt x="615" y="544"/>
                    </a:lnTo>
                    <a:lnTo>
                      <a:pt x="614" y="545"/>
                    </a:lnTo>
                    <a:lnTo>
                      <a:pt x="612" y="547"/>
                    </a:lnTo>
                    <a:lnTo>
                      <a:pt x="612" y="549"/>
                    </a:lnTo>
                    <a:lnTo>
                      <a:pt x="610" y="551"/>
                    </a:lnTo>
                    <a:lnTo>
                      <a:pt x="608" y="553"/>
                    </a:lnTo>
                    <a:lnTo>
                      <a:pt x="607" y="554"/>
                    </a:lnTo>
                    <a:lnTo>
                      <a:pt x="605" y="556"/>
                    </a:lnTo>
                    <a:lnTo>
                      <a:pt x="605" y="559"/>
                    </a:lnTo>
                    <a:lnTo>
                      <a:pt x="604" y="563"/>
                    </a:lnTo>
                    <a:lnTo>
                      <a:pt x="602" y="564"/>
                    </a:lnTo>
                    <a:lnTo>
                      <a:pt x="599" y="563"/>
                    </a:lnTo>
                    <a:lnTo>
                      <a:pt x="596" y="560"/>
                    </a:lnTo>
                    <a:lnTo>
                      <a:pt x="593" y="559"/>
                    </a:lnTo>
                    <a:lnTo>
                      <a:pt x="592" y="558"/>
                    </a:lnTo>
                    <a:lnTo>
                      <a:pt x="590" y="559"/>
                    </a:lnTo>
                    <a:lnTo>
                      <a:pt x="588" y="560"/>
                    </a:lnTo>
                    <a:lnTo>
                      <a:pt x="586" y="560"/>
                    </a:lnTo>
                    <a:lnTo>
                      <a:pt x="584" y="560"/>
                    </a:lnTo>
                    <a:lnTo>
                      <a:pt x="582" y="560"/>
                    </a:lnTo>
                    <a:lnTo>
                      <a:pt x="580" y="560"/>
                    </a:lnTo>
                    <a:lnTo>
                      <a:pt x="578" y="560"/>
                    </a:lnTo>
                    <a:lnTo>
                      <a:pt x="576" y="558"/>
                    </a:lnTo>
                    <a:lnTo>
                      <a:pt x="575" y="555"/>
                    </a:lnTo>
                    <a:lnTo>
                      <a:pt x="575" y="553"/>
                    </a:lnTo>
                    <a:lnTo>
                      <a:pt x="573" y="552"/>
                    </a:lnTo>
                    <a:lnTo>
                      <a:pt x="571" y="550"/>
                    </a:lnTo>
                    <a:lnTo>
                      <a:pt x="569" y="549"/>
                    </a:lnTo>
                    <a:lnTo>
                      <a:pt x="569" y="546"/>
                    </a:lnTo>
                    <a:lnTo>
                      <a:pt x="571" y="543"/>
                    </a:lnTo>
                    <a:lnTo>
                      <a:pt x="572" y="541"/>
                    </a:lnTo>
                    <a:lnTo>
                      <a:pt x="572" y="539"/>
                    </a:lnTo>
                    <a:lnTo>
                      <a:pt x="570" y="537"/>
                    </a:lnTo>
                    <a:lnTo>
                      <a:pt x="567" y="535"/>
                    </a:lnTo>
                    <a:lnTo>
                      <a:pt x="565" y="533"/>
                    </a:lnTo>
                    <a:lnTo>
                      <a:pt x="565" y="530"/>
                    </a:lnTo>
                    <a:lnTo>
                      <a:pt x="565" y="528"/>
                    </a:lnTo>
                    <a:lnTo>
                      <a:pt x="566" y="525"/>
                    </a:lnTo>
                    <a:lnTo>
                      <a:pt x="566" y="523"/>
                    </a:lnTo>
                    <a:lnTo>
                      <a:pt x="569" y="522"/>
                    </a:lnTo>
                    <a:lnTo>
                      <a:pt x="572" y="522"/>
                    </a:lnTo>
                    <a:lnTo>
                      <a:pt x="574" y="522"/>
                    </a:lnTo>
                    <a:lnTo>
                      <a:pt x="576" y="521"/>
                    </a:lnTo>
                    <a:lnTo>
                      <a:pt x="577" y="519"/>
                    </a:lnTo>
                    <a:lnTo>
                      <a:pt x="578" y="516"/>
                    </a:lnTo>
                    <a:lnTo>
                      <a:pt x="579" y="514"/>
                    </a:lnTo>
                    <a:lnTo>
                      <a:pt x="582" y="514"/>
                    </a:lnTo>
                    <a:lnTo>
                      <a:pt x="585" y="515"/>
                    </a:lnTo>
                    <a:lnTo>
                      <a:pt x="587" y="515"/>
                    </a:lnTo>
                    <a:lnTo>
                      <a:pt x="589" y="513"/>
                    </a:lnTo>
                    <a:lnTo>
                      <a:pt x="592" y="511"/>
                    </a:lnTo>
                    <a:lnTo>
                      <a:pt x="595" y="510"/>
                    </a:lnTo>
                    <a:lnTo>
                      <a:pt x="598" y="511"/>
                    </a:lnTo>
                    <a:lnTo>
                      <a:pt x="600" y="512"/>
                    </a:lnTo>
                    <a:lnTo>
                      <a:pt x="603" y="514"/>
                    </a:lnTo>
                    <a:lnTo>
                      <a:pt x="605" y="516"/>
                    </a:lnTo>
                    <a:lnTo>
                      <a:pt x="606" y="518"/>
                    </a:lnTo>
                    <a:lnTo>
                      <a:pt x="608" y="520"/>
                    </a:lnTo>
                    <a:lnTo>
                      <a:pt x="608" y="522"/>
                    </a:lnTo>
                    <a:lnTo>
                      <a:pt x="610" y="524"/>
                    </a:lnTo>
                    <a:lnTo>
                      <a:pt x="612" y="524"/>
                    </a:lnTo>
                    <a:lnTo>
                      <a:pt x="616" y="524"/>
                    </a:lnTo>
                    <a:lnTo>
                      <a:pt x="620" y="525"/>
                    </a:lnTo>
                    <a:lnTo>
                      <a:pt x="621" y="527"/>
                    </a:lnTo>
                    <a:lnTo>
                      <a:pt x="620" y="530"/>
                    </a:lnTo>
                    <a:lnTo>
                      <a:pt x="619" y="533"/>
                    </a:lnTo>
                    <a:lnTo>
                      <a:pt x="618" y="535"/>
                    </a:lnTo>
                    <a:close/>
                  </a:path>
                </a:pathLst>
              </a:custGeom>
              <a:solidFill>
                <a:srgbClr val="ECB78D">
                  <a:alpha val="24000"/>
                </a:srgbClr>
              </a:solidFill>
              <a:ln>
                <a:noFill/>
              </a:ln>
            </p:spPr>
            <p:txBody>
              <a:bodyPr anchor="ctr"/>
              <a:lstStyle/>
              <a:p>
                <a:pPr algn="ctr">
                  <a:buNone/>
                </a:pPr>
              </a:p>
            </p:txBody>
          </p:sp>
          <p:sp>
            <p:nvSpPr>
              <p:cNvPr id="7666" name="addition:spatial:155">
                <a:extLst>
                  <a:ext uri="{FF2B5EF4-FFF2-40B4-BE49-F238E27FC236}">
                    <ns2:creationId id="{621BA8BC-36D0-47E6-A9EA-F0F2CB35A995}"/>
                  </a:ext>
                </a:extLst>
              </p:cNvPr>
              <p:cNvSpPr>
                <a:spLocks noGrp="1"/>
              </p:cNvSpPr>
              <p:nvPr/>
            </p:nvSpPr>
            <p:spPr>
              <a:xfrm>
                <a:off x="5648325" y="1666875"/>
                <a:ext cx="920161" cy="915177"/>
              </a:xfrm>
              <a:custGeom>
                <a:rect l="l" t="t" r="r" b="b"/>
                <a:pathLst>
                  <a:path w="694" h="541">
                    <a:moveTo>
                      <a:pt x="0" y="0"/>
                    </a:moveTo>
                    <a:moveTo>
                      <a:pt x="691" y="515"/>
                    </a:moveTo>
                    <a:lnTo>
                      <a:pt x="691" y="517"/>
                    </a:lnTo>
                    <a:lnTo>
                      <a:pt x="691" y="519"/>
                    </a:lnTo>
                    <a:lnTo>
                      <a:pt x="690" y="521"/>
                    </a:lnTo>
                    <a:lnTo>
                      <a:pt x="688" y="523"/>
                    </a:lnTo>
                    <a:lnTo>
                      <a:pt x="686" y="524"/>
                    </a:lnTo>
                    <a:lnTo>
                      <a:pt x="685" y="526"/>
                    </a:lnTo>
                    <a:lnTo>
                      <a:pt x="684" y="528"/>
                    </a:lnTo>
                    <a:lnTo>
                      <a:pt x="683" y="530"/>
                    </a:lnTo>
                    <a:lnTo>
                      <a:pt x="681" y="531"/>
                    </a:lnTo>
                    <a:lnTo>
                      <a:pt x="679" y="532"/>
                    </a:lnTo>
                    <a:lnTo>
                      <a:pt x="677" y="534"/>
                    </a:lnTo>
                    <a:lnTo>
                      <a:pt x="677" y="537"/>
                    </a:lnTo>
                    <a:lnTo>
                      <a:pt x="675" y="540"/>
                    </a:lnTo>
                    <a:lnTo>
                      <a:pt x="673" y="541"/>
                    </a:lnTo>
                    <a:lnTo>
                      <a:pt x="670" y="540"/>
                    </a:lnTo>
                    <a:lnTo>
                      <a:pt x="668" y="538"/>
                    </a:lnTo>
                    <a:lnTo>
                      <a:pt x="666" y="536"/>
                    </a:lnTo>
                    <a:lnTo>
                      <a:pt x="664" y="535"/>
                    </a:lnTo>
                    <a:lnTo>
                      <a:pt x="662" y="536"/>
                    </a:lnTo>
                    <a:lnTo>
                      <a:pt x="661" y="536"/>
                    </a:lnTo>
                    <a:lnTo>
                      <a:pt x="659" y="536"/>
                    </a:lnTo>
                    <a:lnTo>
                      <a:pt x="657" y="535"/>
                    </a:lnTo>
                    <a:lnTo>
                      <a:pt x="656" y="535"/>
                    </a:lnTo>
                    <a:lnTo>
                      <a:pt x="653" y="535"/>
                    </a:lnTo>
                    <a:lnTo>
                      <a:pt x="651" y="535"/>
                    </a:lnTo>
                    <a:lnTo>
                      <a:pt x="650" y="533"/>
                    </a:lnTo>
                    <a:lnTo>
                      <a:pt x="650" y="530"/>
                    </a:lnTo>
                    <a:lnTo>
                      <a:pt x="650" y="528"/>
                    </a:lnTo>
                    <a:lnTo>
                      <a:pt x="648" y="527"/>
                    </a:lnTo>
                    <a:lnTo>
                      <a:pt x="646" y="526"/>
                    </a:lnTo>
                    <a:lnTo>
                      <a:pt x="645" y="524"/>
                    </a:lnTo>
                    <a:lnTo>
                      <a:pt x="646" y="522"/>
                    </a:lnTo>
                    <a:lnTo>
                      <a:pt x="648" y="519"/>
                    </a:lnTo>
                    <a:lnTo>
                      <a:pt x="649" y="517"/>
                    </a:lnTo>
                    <a:lnTo>
                      <a:pt x="649" y="515"/>
                    </a:lnTo>
                    <a:lnTo>
                      <a:pt x="648" y="513"/>
                    </a:lnTo>
                    <a:lnTo>
                      <a:pt x="646" y="511"/>
                    </a:lnTo>
                    <a:lnTo>
                      <a:pt x="645" y="509"/>
                    </a:lnTo>
                    <a:lnTo>
                      <a:pt x="645" y="507"/>
                    </a:lnTo>
                    <a:lnTo>
                      <a:pt x="645" y="504"/>
                    </a:lnTo>
                    <a:lnTo>
                      <a:pt x="645" y="502"/>
                    </a:lnTo>
                    <a:lnTo>
                      <a:pt x="646" y="500"/>
                    </a:lnTo>
                    <a:lnTo>
                      <a:pt x="648" y="499"/>
                    </a:lnTo>
                    <a:lnTo>
                      <a:pt x="650" y="499"/>
                    </a:lnTo>
                    <a:lnTo>
                      <a:pt x="653" y="499"/>
                    </a:lnTo>
                    <a:lnTo>
                      <a:pt x="654" y="499"/>
                    </a:lnTo>
                    <a:lnTo>
                      <a:pt x="655" y="497"/>
                    </a:lnTo>
                    <a:lnTo>
                      <a:pt x="656" y="494"/>
                    </a:lnTo>
                    <a:lnTo>
                      <a:pt x="658" y="493"/>
                    </a:lnTo>
                    <a:lnTo>
                      <a:pt x="660" y="493"/>
                    </a:lnTo>
                    <a:lnTo>
                      <a:pt x="662" y="494"/>
                    </a:lnTo>
                    <a:lnTo>
                      <a:pt x="664" y="494"/>
                    </a:lnTo>
                    <a:lnTo>
                      <a:pt x="666" y="493"/>
                    </a:lnTo>
                    <a:lnTo>
                      <a:pt x="668" y="491"/>
                    </a:lnTo>
                    <a:lnTo>
                      <a:pt x="671" y="491"/>
                    </a:lnTo>
                    <a:lnTo>
                      <a:pt x="673" y="491"/>
                    </a:lnTo>
                    <a:lnTo>
                      <a:pt x="676" y="493"/>
                    </a:lnTo>
                    <a:lnTo>
                      <a:pt x="678" y="494"/>
                    </a:lnTo>
                    <a:lnTo>
                      <a:pt x="679" y="496"/>
                    </a:lnTo>
                    <a:lnTo>
                      <a:pt x="681" y="498"/>
                    </a:lnTo>
                    <a:lnTo>
                      <a:pt x="682" y="500"/>
                    </a:lnTo>
                    <a:lnTo>
                      <a:pt x="682" y="503"/>
                    </a:lnTo>
                    <a:lnTo>
                      <a:pt x="683" y="504"/>
                    </a:lnTo>
                    <a:lnTo>
                      <a:pt x="685" y="505"/>
                    </a:lnTo>
                    <a:lnTo>
                      <a:pt x="689" y="505"/>
                    </a:lnTo>
                    <a:lnTo>
                      <a:pt x="692" y="506"/>
                    </a:lnTo>
                    <a:lnTo>
                      <a:pt x="694" y="508"/>
                    </a:lnTo>
                    <a:lnTo>
                      <a:pt x="693" y="511"/>
                    </a:lnTo>
                    <a:lnTo>
                      <a:pt x="692" y="513"/>
                    </a:lnTo>
                    <a:close/>
                  </a:path>
                </a:pathLst>
              </a:custGeom>
              <a:solidFill>
                <a:srgbClr val="ECB78D">
                  <a:alpha val="24000"/>
                </a:srgbClr>
              </a:solidFill>
              <a:ln>
                <a:noFill/>
              </a:ln>
            </p:spPr>
            <p:txBody>
              <a:bodyPr anchor="ctr"/>
              <a:lstStyle/>
              <a:p>
                <a:pPr algn="ctr">
                  <a:buNone/>
                </a:pPr>
              </a:p>
            </p:txBody>
          </p:sp>
          <p:sp>
            <p:nvSpPr>
              <p:cNvPr id="7667" name="addition:spatial:156">
                <a:extLst>
                  <a:ext uri="{FF2B5EF4-FFF2-40B4-BE49-F238E27FC236}">
                    <ns2:creationId id="{6DF907D6-37C2-4D26-BA8F-D37EDB59C5FB}"/>
                  </a:ext>
                </a:extLst>
              </p:cNvPr>
              <p:cNvSpPr>
                <a:spLocks noGrp="1"/>
              </p:cNvSpPr>
              <p:nvPr/>
            </p:nvSpPr>
            <p:spPr>
              <a:xfrm>
                <a:off x="5648325" y="1666875"/>
                <a:ext cx="1012972" cy="971001"/>
              </a:xfrm>
              <a:custGeom>
                <a:rect l="l" t="t" r="r" b="b"/>
                <a:pathLst>
                  <a:path w="764" h="574">
                    <a:moveTo>
                      <a:pt x="0" y="0"/>
                    </a:moveTo>
                    <a:moveTo>
                      <a:pt x="764" y="546"/>
                    </a:moveTo>
                    <a:lnTo>
                      <a:pt x="764" y="548"/>
                    </a:lnTo>
                    <a:lnTo>
                      <a:pt x="763" y="550"/>
                    </a:lnTo>
                    <a:lnTo>
                      <a:pt x="763" y="552"/>
                    </a:lnTo>
                    <a:lnTo>
                      <a:pt x="763" y="555"/>
                    </a:lnTo>
                    <a:lnTo>
                      <a:pt x="762" y="557"/>
                    </a:lnTo>
                    <a:lnTo>
                      <a:pt x="760" y="558"/>
                    </a:lnTo>
                    <a:lnTo>
                      <a:pt x="759" y="559"/>
                    </a:lnTo>
                    <a:lnTo>
                      <a:pt x="757" y="561"/>
                    </a:lnTo>
                    <a:lnTo>
                      <a:pt x="756" y="563"/>
                    </a:lnTo>
                    <a:lnTo>
                      <a:pt x="755" y="564"/>
                    </a:lnTo>
                    <a:lnTo>
                      <a:pt x="752" y="565"/>
                    </a:lnTo>
                    <a:lnTo>
                      <a:pt x="750" y="564"/>
                    </a:lnTo>
                    <a:lnTo>
                      <a:pt x="748" y="564"/>
                    </a:lnTo>
                    <a:lnTo>
                      <a:pt x="746" y="566"/>
                    </a:lnTo>
                    <a:lnTo>
                      <a:pt x="745" y="570"/>
                    </a:lnTo>
                    <a:lnTo>
                      <a:pt x="743" y="573"/>
                    </a:lnTo>
                    <a:lnTo>
                      <a:pt x="740" y="574"/>
                    </a:lnTo>
                    <a:lnTo>
                      <a:pt x="737" y="572"/>
                    </a:lnTo>
                    <a:lnTo>
                      <a:pt x="735" y="570"/>
                    </a:lnTo>
                    <a:lnTo>
                      <a:pt x="733" y="568"/>
                    </a:lnTo>
                    <a:lnTo>
                      <a:pt x="731" y="567"/>
                    </a:lnTo>
                    <a:lnTo>
                      <a:pt x="729" y="566"/>
                    </a:lnTo>
                    <a:lnTo>
                      <a:pt x="728" y="565"/>
                    </a:lnTo>
                    <a:lnTo>
                      <a:pt x="726" y="563"/>
                    </a:lnTo>
                    <a:lnTo>
                      <a:pt x="724" y="562"/>
                    </a:lnTo>
                    <a:lnTo>
                      <a:pt x="722" y="562"/>
                    </a:lnTo>
                    <a:lnTo>
                      <a:pt x="719" y="562"/>
                    </a:lnTo>
                    <a:lnTo>
                      <a:pt x="718" y="561"/>
                    </a:lnTo>
                    <a:lnTo>
                      <a:pt x="717" y="558"/>
                    </a:lnTo>
                    <a:lnTo>
                      <a:pt x="718" y="556"/>
                    </a:lnTo>
                    <a:lnTo>
                      <a:pt x="717" y="554"/>
                    </a:lnTo>
                    <a:lnTo>
                      <a:pt x="716" y="552"/>
                    </a:lnTo>
                    <a:lnTo>
                      <a:pt x="714" y="551"/>
                    </a:lnTo>
                    <a:lnTo>
                      <a:pt x="714" y="548"/>
                    </a:lnTo>
                    <a:lnTo>
                      <a:pt x="715" y="546"/>
                    </a:lnTo>
                    <a:lnTo>
                      <a:pt x="718" y="544"/>
                    </a:lnTo>
                    <a:lnTo>
                      <a:pt x="720" y="542"/>
                    </a:lnTo>
                    <a:lnTo>
                      <a:pt x="721" y="541"/>
                    </a:lnTo>
                    <a:lnTo>
                      <a:pt x="722" y="539"/>
                    </a:lnTo>
                    <a:lnTo>
                      <a:pt x="722" y="537"/>
                    </a:lnTo>
                    <a:lnTo>
                      <a:pt x="722" y="535"/>
                    </a:lnTo>
                    <a:lnTo>
                      <a:pt x="723" y="532"/>
                    </a:lnTo>
                    <a:lnTo>
                      <a:pt x="723" y="530"/>
                    </a:lnTo>
                    <a:lnTo>
                      <a:pt x="723" y="527"/>
                    </a:lnTo>
                    <a:lnTo>
                      <a:pt x="724" y="525"/>
                    </a:lnTo>
                    <a:lnTo>
                      <a:pt x="727" y="524"/>
                    </a:lnTo>
                    <a:lnTo>
                      <a:pt x="730" y="525"/>
                    </a:lnTo>
                    <a:lnTo>
                      <a:pt x="732" y="526"/>
                    </a:lnTo>
                    <a:lnTo>
                      <a:pt x="734" y="526"/>
                    </a:lnTo>
                    <a:lnTo>
                      <a:pt x="735" y="524"/>
                    </a:lnTo>
                    <a:lnTo>
                      <a:pt x="736" y="523"/>
                    </a:lnTo>
                    <a:lnTo>
                      <a:pt x="738" y="522"/>
                    </a:lnTo>
                    <a:lnTo>
                      <a:pt x="740" y="523"/>
                    </a:lnTo>
                    <a:lnTo>
                      <a:pt x="741" y="525"/>
                    </a:lnTo>
                    <a:lnTo>
                      <a:pt x="743" y="525"/>
                    </a:lnTo>
                    <a:lnTo>
                      <a:pt x="745" y="524"/>
                    </a:lnTo>
                    <a:lnTo>
                      <a:pt x="747" y="524"/>
                    </a:lnTo>
                    <a:lnTo>
                      <a:pt x="749" y="524"/>
                    </a:lnTo>
                    <a:lnTo>
                      <a:pt x="751" y="525"/>
                    </a:lnTo>
                    <a:lnTo>
                      <a:pt x="752" y="526"/>
                    </a:lnTo>
                    <a:lnTo>
                      <a:pt x="754" y="527"/>
                    </a:lnTo>
                    <a:lnTo>
                      <a:pt x="756" y="529"/>
                    </a:lnTo>
                    <a:lnTo>
                      <a:pt x="757" y="531"/>
                    </a:lnTo>
                    <a:lnTo>
                      <a:pt x="756" y="535"/>
                    </a:lnTo>
                    <a:lnTo>
                      <a:pt x="755" y="537"/>
                    </a:lnTo>
                    <a:lnTo>
                      <a:pt x="755" y="539"/>
                    </a:lnTo>
                    <a:lnTo>
                      <a:pt x="757" y="541"/>
                    </a:lnTo>
                    <a:lnTo>
                      <a:pt x="760" y="542"/>
                    </a:lnTo>
                    <a:lnTo>
                      <a:pt x="763" y="544"/>
                    </a:lnTo>
                    <a:close/>
                  </a:path>
                </a:pathLst>
              </a:custGeom>
              <a:solidFill>
                <a:srgbClr val="ECB78D">
                  <a:alpha val="24000"/>
                </a:srgbClr>
              </a:solidFill>
              <a:ln>
                <a:noFill/>
              </a:ln>
            </p:spPr>
            <p:txBody>
              <a:bodyPr anchor="ctr"/>
              <a:lstStyle/>
              <a:p>
                <a:pPr algn="ctr">
                  <a:buNone/>
                </a:pPr>
              </a:p>
            </p:txBody>
          </p:sp>
          <p:sp>
            <p:nvSpPr>
              <p:cNvPr id="7668" name="addition:spatial:157">
                <a:extLst>
                  <a:ext uri="{FF2B5EF4-FFF2-40B4-BE49-F238E27FC236}">
                    <ns2:creationId id="{500ED7E8-9448-4549-9611-9C1E3713638F}"/>
                  </a:ext>
                </a:extLst>
              </p:cNvPr>
              <p:cNvSpPr>
                <a:spLocks noGrp="1"/>
              </p:cNvSpPr>
              <p:nvPr/>
            </p:nvSpPr>
            <p:spPr>
              <a:xfrm>
                <a:off x="5648325" y="1666875"/>
                <a:ext cx="1341791" cy="752780"/>
              </a:xfrm>
              <a:custGeom>
                <a:rect l="l" t="t" r="r" b="b"/>
                <a:pathLst>
                  <a:path w="1012" h="445">
                    <a:moveTo>
                      <a:pt x="0" y="0"/>
                    </a:moveTo>
                    <a:moveTo>
                      <a:pt x="1007" y="309"/>
                    </a:moveTo>
                    <a:lnTo>
                      <a:pt x="1001" y="322"/>
                    </a:lnTo>
                    <a:lnTo>
                      <a:pt x="987" y="333"/>
                    </a:lnTo>
                    <a:lnTo>
                      <a:pt x="966" y="342"/>
                    </a:lnTo>
                    <a:lnTo>
                      <a:pt x="947" y="349"/>
                    </a:lnTo>
                    <a:lnTo>
                      <a:pt x="940" y="358"/>
                    </a:lnTo>
                    <a:lnTo>
                      <a:pt x="945" y="373"/>
                    </a:lnTo>
                    <a:lnTo>
                      <a:pt x="954" y="393"/>
                    </a:lnTo>
                    <a:lnTo>
                      <a:pt x="953" y="411"/>
                    </a:lnTo>
                    <a:lnTo>
                      <a:pt x="940" y="421"/>
                    </a:lnTo>
                    <a:lnTo>
                      <a:pt x="921" y="424"/>
                    </a:lnTo>
                    <a:lnTo>
                      <a:pt x="904" y="427"/>
                    </a:lnTo>
                    <a:lnTo>
                      <a:pt x="891" y="433"/>
                    </a:lnTo>
                    <a:lnTo>
                      <a:pt x="879" y="441"/>
                    </a:lnTo>
                    <a:lnTo>
                      <a:pt x="866" y="445"/>
                    </a:lnTo>
                    <a:lnTo>
                      <a:pt x="851" y="444"/>
                    </a:lnTo>
                    <a:lnTo>
                      <a:pt x="837" y="440"/>
                    </a:lnTo>
                    <a:lnTo>
                      <a:pt x="824" y="439"/>
                    </a:lnTo>
                    <a:lnTo>
                      <a:pt x="812" y="442"/>
                    </a:lnTo>
                    <a:lnTo>
                      <a:pt x="800" y="442"/>
                    </a:lnTo>
                    <a:lnTo>
                      <a:pt x="789" y="436"/>
                    </a:lnTo>
                    <a:lnTo>
                      <a:pt x="780" y="428"/>
                    </a:lnTo>
                    <a:lnTo>
                      <a:pt x="769" y="424"/>
                    </a:lnTo>
                    <a:lnTo>
                      <a:pt x="753" y="428"/>
                    </a:lnTo>
                    <a:lnTo>
                      <a:pt x="731" y="436"/>
                    </a:lnTo>
                    <a:lnTo>
                      <a:pt x="710" y="437"/>
                    </a:lnTo>
                    <a:lnTo>
                      <a:pt x="697" y="427"/>
                    </a:lnTo>
                    <a:lnTo>
                      <a:pt x="697" y="409"/>
                    </a:lnTo>
                    <a:lnTo>
                      <a:pt x="702" y="389"/>
                    </a:lnTo>
                    <a:lnTo>
                      <a:pt x="704" y="374"/>
                    </a:lnTo>
                    <a:lnTo>
                      <a:pt x="699" y="363"/>
                    </a:lnTo>
                    <a:lnTo>
                      <a:pt x="690" y="354"/>
                    </a:lnTo>
                    <a:lnTo>
                      <a:pt x="684" y="343"/>
                    </a:lnTo>
                    <a:lnTo>
                      <a:pt x="679" y="332"/>
                    </a:lnTo>
                    <a:lnTo>
                      <a:pt x="671" y="321"/>
                    </a:lnTo>
                    <a:lnTo>
                      <a:pt x="658" y="309"/>
                    </a:lnTo>
                    <a:lnTo>
                      <a:pt x="646" y="296"/>
                    </a:lnTo>
                    <a:lnTo>
                      <a:pt x="643" y="282"/>
                    </a:lnTo>
                    <a:lnTo>
                      <a:pt x="650" y="270"/>
                    </a:lnTo>
                    <a:lnTo>
                      <a:pt x="661" y="261"/>
                    </a:lnTo>
                    <a:lnTo>
                      <a:pt x="666" y="250"/>
                    </a:lnTo>
                    <a:lnTo>
                      <a:pt x="664" y="236"/>
                    </a:lnTo>
                    <a:lnTo>
                      <a:pt x="663" y="220"/>
                    </a:lnTo>
                    <a:lnTo>
                      <a:pt x="671" y="209"/>
                    </a:lnTo>
                    <a:lnTo>
                      <a:pt x="691" y="207"/>
                    </a:lnTo>
                    <a:lnTo>
                      <a:pt x="714" y="210"/>
                    </a:lnTo>
                    <a:lnTo>
                      <a:pt x="732" y="212"/>
                    </a:lnTo>
                    <a:lnTo>
                      <a:pt x="742" y="206"/>
                    </a:lnTo>
                    <a:lnTo>
                      <a:pt x="751" y="193"/>
                    </a:lnTo>
                    <a:lnTo>
                      <a:pt x="761" y="181"/>
                    </a:lnTo>
                    <a:lnTo>
                      <a:pt x="775" y="172"/>
                    </a:lnTo>
                    <a:lnTo>
                      <a:pt x="792" y="165"/>
                    </a:lnTo>
                    <a:lnTo>
                      <a:pt x="809" y="158"/>
                    </a:lnTo>
                    <a:lnTo>
                      <a:pt x="828" y="152"/>
                    </a:lnTo>
                    <a:lnTo>
                      <a:pt x="848" y="153"/>
                    </a:lnTo>
                    <a:lnTo>
                      <a:pt x="865" y="164"/>
                    </a:lnTo>
                    <a:lnTo>
                      <a:pt x="877" y="182"/>
                    </a:lnTo>
                    <a:lnTo>
                      <a:pt x="887" y="197"/>
                    </a:lnTo>
                    <a:lnTo>
                      <a:pt x="901" y="202"/>
                    </a:lnTo>
                    <a:lnTo>
                      <a:pt x="921" y="200"/>
                    </a:lnTo>
                    <a:lnTo>
                      <a:pt x="940" y="200"/>
                    </a:lnTo>
                    <a:lnTo>
                      <a:pt x="954" y="208"/>
                    </a:lnTo>
                    <a:lnTo>
                      <a:pt x="959" y="221"/>
                    </a:lnTo>
                    <a:lnTo>
                      <a:pt x="962" y="234"/>
                    </a:lnTo>
                    <a:lnTo>
                      <a:pt x="971" y="243"/>
                    </a:lnTo>
                    <a:lnTo>
                      <a:pt x="987" y="249"/>
                    </a:lnTo>
                    <a:lnTo>
                      <a:pt x="1003" y="257"/>
                    </a:lnTo>
                    <a:lnTo>
                      <a:pt x="1012" y="269"/>
                    </a:lnTo>
                    <a:lnTo>
                      <a:pt x="1012" y="282"/>
                    </a:lnTo>
                    <a:lnTo>
                      <a:pt x="1010" y="296"/>
                    </a:lnTo>
                    <a:close/>
                  </a:path>
                </a:pathLst>
              </a:custGeom>
              <a:solidFill>
                <a:srgbClr val="C5E9DF">
                  <a:alpha val="43000"/>
                </a:srgbClr>
              </a:solidFill>
              <a:ln>
                <a:noFill/>
              </a:ln>
            </p:spPr>
            <p:txBody>
              <a:bodyPr anchor="ctr"/>
              <a:lstStyle/>
              <a:p>
                <a:pPr algn="ctr">
                  <a:buNone/>
                </a:pPr>
              </a:p>
            </p:txBody>
          </p:sp>
          <p:sp>
            <p:nvSpPr>
              <p:cNvPr id="7669" name="addition:spatial:158">
                <a:extLst>
                  <a:ext uri="{FF2B5EF4-FFF2-40B4-BE49-F238E27FC236}">
                    <ns2:creationId id="{503D0EFF-5AF5-471E-9BB1-8BCA4951F75D}"/>
                  </a:ext>
                </a:extLst>
              </p:cNvPr>
              <p:cNvSpPr>
                <a:spLocks noGrp="1"/>
              </p:cNvSpPr>
              <p:nvPr/>
            </p:nvSpPr>
            <p:spPr>
              <a:xfrm>
                <a:off x="5648325" y="1666875"/>
                <a:ext cx="1300688" cy="764621"/>
              </a:xfrm>
              <a:custGeom>
                <a:rect l="l" t="t" r="r" b="b"/>
                <a:pathLst>
                  <a:path w="981" h="452">
                    <a:moveTo>
                      <a:pt x="0" y="0"/>
                    </a:moveTo>
                    <a:moveTo>
                      <a:pt x="981" y="314"/>
                    </a:moveTo>
                    <a:lnTo>
                      <a:pt x="976" y="325"/>
                    </a:lnTo>
                    <a:lnTo>
                      <a:pt x="966" y="335"/>
                    </a:lnTo>
                    <a:lnTo>
                      <a:pt x="960" y="345"/>
                    </a:lnTo>
                    <a:lnTo>
                      <a:pt x="962" y="356"/>
                    </a:lnTo>
                    <a:lnTo>
                      <a:pt x="966" y="369"/>
                    </a:lnTo>
                    <a:lnTo>
                      <a:pt x="962" y="380"/>
                    </a:lnTo>
                    <a:lnTo>
                      <a:pt x="948" y="386"/>
                    </a:lnTo>
                    <a:lnTo>
                      <a:pt x="930" y="388"/>
                    </a:lnTo>
                    <a:lnTo>
                      <a:pt x="913" y="389"/>
                    </a:lnTo>
                    <a:lnTo>
                      <a:pt x="903" y="394"/>
                    </a:lnTo>
                    <a:lnTo>
                      <a:pt x="895" y="403"/>
                    </a:lnTo>
                    <a:lnTo>
                      <a:pt x="886" y="412"/>
                    </a:lnTo>
                    <a:lnTo>
                      <a:pt x="875" y="420"/>
                    </a:lnTo>
                    <a:lnTo>
                      <a:pt x="863" y="428"/>
                    </a:lnTo>
                    <a:lnTo>
                      <a:pt x="850" y="438"/>
                    </a:lnTo>
                    <a:lnTo>
                      <a:pt x="836" y="448"/>
                    </a:lnTo>
                    <a:lnTo>
                      <a:pt x="820" y="452"/>
                    </a:lnTo>
                    <a:lnTo>
                      <a:pt x="803" y="446"/>
                    </a:lnTo>
                    <a:lnTo>
                      <a:pt x="789" y="431"/>
                    </a:lnTo>
                    <a:lnTo>
                      <a:pt x="779" y="416"/>
                    </a:lnTo>
                    <a:lnTo>
                      <a:pt x="768" y="411"/>
                    </a:lnTo>
                    <a:lnTo>
                      <a:pt x="753" y="413"/>
                    </a:lnTo>
                    <a:lnTo>
                      <a:pt x="738" y="416"/>
                    </a:lnTo>
                    <a:lnTo>
                      <a:pt x="725" y="413"/>
                    </a:lnTo>
                    <a:lnTo>
                      <a:pt x="717" y="404"/>
                    </a:lnTo>
                    <a:lnTo>
                      <a:pt x="711" y="395"/>
                    </a:lnTo>
                    <a:lnTo>
                      <a:pt x="703" y="388"/>
                    </a:lnTo>
                    <a:lnTo>
                      <a:pt x="691" y="384"/>
                    </a:lnTo>
                    <a:lnTo>
                      <a:pt x="679" y="378"/>
                    </a:lnTo>
                    <a:lnTo>
                      <a:pt x="673" y="369"/>
                    </a:lnTo>
                    <a:lnTo>
                      <a:pt x="670" y="358"/>
                    </a:lnTo>
                    <a:lnTo>
                      <a:pt x="669" y="347"/>
                    </a:lnTo>
                    <a:lnTo>
                      <a:pt x="665" y="337"/>
                    </a:lnTo>
                    <a:lnTo>
                      <a:pt x="664" y="325"/>
                    </a:lnTo>
                    <a:lnTo>
                      <a:pt x="672" y="314"/>
                    </a:lnTo>
                    <a:lnTo>
                      <a:pt x="689" y="304"/>
                    </a:lnTo>
                    <a:lnTo>
                      <a:pt x="707" y="297"/>
                    </a:lnTo>
                    <a:lnTo>
                      <a:pt x="715" y="289"/>
                    </a:lnTo>
                    <a:lnTo>
                      <a:pt x="710" y="278"/>
                    </a:lnTo>
                    <a:lnTo>
                      <a:pt x="699" y="263"/>
                    </a:lnTo>
                    <a:lnTo>
                      <a:pt x="693" y="248"/>
                    </a:lnTo>
                    <a:lnTo>
                      <a:pt x="697" y="236"/>
                    </a:lnTo>
                    <a:lnTo>
                      <a:pt x="709" y="230"/>
                    </a:lnTo>
                    <a:lnTo>
                      <a:pt x="722" y="224"/>
                    </a:lnTo>
                    <a:lnTo>
                      <a:pt x="731" y="218"/>
                    </a:lnTo>
                    <a:lnTo>
                      <a:pt x="741" y="211"/>
                    </a:lnTo>
                    <a:lnTo>
                      <a:pt x="752" y="208"/>
                    </a:lnTo>
                    <a:lnTo>
                      <a:pt x="765" y="208"/>
                    </a:lnTo>
                    <a:lnTo>
                      <a:pt x="777" y="209"/>
                    </a:lnTo>
                    <a:lnTo>
                      <a:pt x="786" y="206"/>
                    </a:lnTo>
                    <a:lnTo>
                      <a:pt x="795" y="200"/>
                    </a:lnTo>
                    <a:lnTo>
                      <a:pt x="806" y="196"/>
                    </a:lnTo>
                    <a:lnTo>
                      <a:pt x="816" y="199"/>
                    </a:lnTo>
                    <a:lnTo>
                      <a:pt x="826" y="207"/>
                    </a:lnTo>
                    <a:lnTo>
                      <a:pt x="836" y="212"/>
                    </a:lnTo>
                    <a:lnTo>
                      <a:pt x="848" y="209"/>
                    </a:lnTo>
                    <a:lnTo>
                      <a:pt x="865" y="200"/>
                    </a:lnTo>
                    <a:lnTo>
                      <a:pt x="883" y="194"/>
                    </a:lnTo>
                    <a:lnTo>
                      <a:pt x="898" y="198"/>
                    </a:lnTo>
                    <a:lnTo>
                      <a:pt x="905" y="211"/>
                    </a:lnTo>
                    <a:lnTo>
                      <a:pt x="907" y="226"/>
                    </a:lnTo>
                    <a:lnTo>
                      <a:pt x="910" y="240"/>
                    </a:lnTo>
                    <a:lnTo>
                      <a:pt x="915" y="250"/>
                    </a:lnTo>
                    <a:lnTo>
                      <a:pt x="922" y="259"/>
                    </a:lnTo>
                    <a:lnTo>
                      <a:pt x="927" y="268"/>
                    </a:lnTo>
                    <a:lnTo>
                      <a:pt x="932" y="277"/>
                    </a:lnTo>
                    <a:lnTo>
                      <a:pt x="942" y="285"/>
                    </a:lnTo>
                    <a:lnTo>
                      <a:pt x="957" y="293"/>
                    </a:lnTo>
                    <a:lnTo>
                      <a:pt x="974" y="303"/>
                    </a:lnTo>
                    <a:close/>
                  </a:path>
                </a:pathLst>
              </a:custGeom>
              <a:solidFill>
                <a:srgbClr val="86D1BC">
                  <a:alpha val="43000"/>
                </a:srgbClr>
              </a:solidFill>
              <a:ln>
                <a:noFill/>
              </a:ln>
            </p:spPr>
            <p:txBody>
              <a:bodyPr anchor="ctr"/>
              <a:lstStyle/>
              <a:p>
                <a:pPr algn="ctr">
                  <a:buNone/>
                </a:pPr>
              </a:p>
            </p:txBody>
          </p:sp>
          <p:sp>
            <p:nvSpPr>
              <p:cNvPr id="7670" name="addition:spatial:159">
                <a:extLst>
                  <a:ext uri="{FF2B5EF4-FFF2-40B4-BE49-F238E27FC236}">
                    <ns2:creationId id="{00FE05B6-471B-4923-B1E2-30A19313D4D4}"/>
                  </a:ext>
                </a:extLst>
              </p:cNvPr>
              <p:cNvSpPr>
                <a:spLocks noGrp="1"/>
              </p:cNvSpPr>
              <p:nvPr/>
            </p:nvSpPr>
            <p:spPr>
              <a:xfrm>
                <a:off x="5648325" y="1666875"/>
                <a:ext cx="1237046" cy="730788"/>
              </a:xfrm>
              <a:custGeom>
                <a:rect l="l" t="t" r="r" b="b"/>
                <a:pathLst>
                  <a:path w="933" h="432">
                    <a:moveTo>
                      <a:pt x="0" y="0"/>
                    </a:moveTo>
                    <a:moveTo>
                      <a:pt x="924" y="319"/>
                    </a:moveTo>
                    <a:lnTo>
                      <a:pt x="925" y="328"/>
                    </a:lnTo>
                    <a:lnTo>
                      <a:pt x="919" y="337"/>
                    </a:lnTo>
                    <a:lnTo>
                      <a:pt x="910" y="344"/>
                    </a:lnTo>
                    <a:lnTo>
                      <a:pt x="907" y="352"/>
                    </a:lnTo>
                    <a:lnTo>
                      <a:pt x="910" y="362"/>
                    </a:lnTo>
                    <a:lnTo>
                      <a:pt x="913" y="374"/>
                    </a:lnTo>
                    <a:lnTo>
                      <a:pt x="911" y="384"/>
                    </a:lnTo>
                    <a:lnTo>
                      <a:pt x="905" y="392"/>
                    </a:lnTo>
                    <a:lnTo>
                      <a:pt x="898" y="399"/>
                    </a:lnTo>
                    <a:lnTo>
                      <a:pt x="891" y="406"/>
                    </a:lnTo>
                    <a:lnTo>
                      <a:pt x="883" y="412"/>
                    </a:lnTo>
                    <a:lnTo>
                      <a:pt x="872" y="413"/>
                    </a:lnTo>
                    <a:lnTo>
                      <a:pt x="858" y="407"/>
                    </a:lnTo>
                    <a:lnTo>
                      <a:pt x="846" y="400"/>
                    </a:lnTo>
                    <a:lnTo>
                      <a:pt x="838" y="399"/>
                    </a:lnTo>
                    <a:lnTo>
                      <a:pt x="831" y="407"/>
                    </a:lnTo>
                    <a:lnTo>
                      <a:pt x="823" y="420"/>
                    </a:lnTo>
                    <a:lnTo>
                      <a:pt x="812" y="430"/>
                    </a:lnTo>
                    <a:lnTo>
                      <a:pt x="800" y="432"/>
                    </a:lnTo>
                    <a:lnTo>
                      <a:pt x="789" y="426"/>
                    </a:lnTo>
                    <a:lnTo>
                      <a:pt x="779" y="420"/>
                    </a:lnTo>
                    <a:lnTo>
                      <a:pt x="768" y="416"/>
                    </a:lnTo>
                    <a:lnTo>
                      <a:pt x="755" y="413"/>
                    </a:lnTo>
                    <a:lnTo>
                      <a:pt x="744" y="408"/>
                    </a:lnTo>
                    <a:lnTo>
                      <a:pt x="736" y="400"/>
                    </a:lnTo>
                    <a:lnTo>
                      <a:pt x="730" y="391"/>
                    </a:lnTo>
                    <a:lnTo>
                      <a:pt x="722" y="383"/>
                    </a:lnTo>
                    <a:lnTo>
                      <a:pt x="712" y="377"/>
                    </a:lnTo>
                    <a:lnTo>
                      <a:pt x="703" y="371"/>
                    </a:lnTo>
                    <a:lnTo>
                      <a:pt x="699" y="361"/>
                    </a:lnTo>
                    <a:lnTo>
                      <a:pt x="699" y="351"/>
                    </a:lnTo>
                    <a:lnTo>
                      <a:pt x="698" y="343"/>
                    </a:lnTo>
                    <a:lnTo>
                      <a:pt x="688" y="336"/>
                    </a:lnTo>
                    <a:lnTo>
                      <a:pt x="670" y="329"/>
                    </a:lnTo>
                    <a:lnTo>
                      <a:pt x="655" y="319"/>
                    </a:lnTo>
                    <a:lnTo>
                      <a:pt x="651" y="308"/>
                    </a:lnTo>
                    <a:lnTo>
                      <a:pt x="660" y="298"/>
                    </a:lnTo>
                    <a:lnTo>
                      <a:pt x="675" y="291"/>
                    </a:lnTo>
                    <a:lnTo>
                      <a:pt x="688" y="285"/>
                    </a:lnTo>
                    <a:lnTo>
                      <a:pt x="696" y="278"/>
                    </a:lnTo>
                    <a:lnTo>
                      <a:pt x="702" y="270"/>
                    </a:lnTo>
                    <a:lnTo>
                      <a:pt x="710" y="264"/>
                    </a:lnTo>
                    <a:lnTo>
                      <a:pt x="719" y="258"/>
                    </a:lnTo>
                    <a:lnTo>
                      <a:pt x="726" y="251"/>
                    </a:lnTo>
                    <a:lnTo>
                      <a:pt x="731" y="241"/>
                    </a:lnTo>
                    <a:lnTo>
                      <a:pt x="737" y="229"/>
                    </a:lnTo>
                    <a:lnTo>
                      <a:pt x="747" y="221"/>
                    </a:lnTo>
                    <a:lnTo>
                      <a:pt x="761" y="220"/>
                    </a:lnTo>
                    <a:lnTo>
                      <a:pt x="775" y="222"/>
                    </a:lnTo>
                    <a:lnTo>
                      <a:pt x="788" y="221"/>
                    </a:lnTo>
                    <a:lnTo>
                      <a:pt x="800" y="215"/>
                    </a:lnTo>
                    <a:lnTo>
                      <a:pt x="812" y="207"/>
                    </a:lnTo>
                    <a:lnTo>
                      <a:pt x="825" y="204"/>
                    </a:lnTo>
                    <a:lnTo>
                      <a:pt x="837" y="211"/>
                    </a:lnTo>
                    <a:lnTo>
                      <a:pt x="846" y="223"/>
                    </a:lnTo>
                    <a:lnTo>
                      <a:pt x="852" y="234"/>
                    </a:lnTo>
                    <a:lnTo>
                      <a:pt x="860" y="239"/>
                    </a:lnTo>
                    <a:lnTo>
                      <a:pt x="870" y="239"/>
                    </a:lnTo>
                    <a:lnTo>
                      <a:pt x="881" y="239"/>
                    </a:lnTo>
                    <a:lnTo>
                      <a:pt x="891" y="241"/>
                    </a:lnTo>
                    <a:lnTo>
                      <a:pt x="901" y="244"/>
                    </a:lnTo>
                    <a:lnTo>
                      <a:pt x="912" y="247"/>
                    </a:lnTo>
                    <a:lnTo>
                      <a:pt x="924" y="251"/>
                    </a:lnTo>
                    <a:lnTo>
                      <a:pt x="933" y="258"/>
                    </a:lnTo>
                    <a:lnTo>
                      <a:pt x="932" y="269"/>
                    </a:lnTo>
                    <a:lnTo>
                      <a:pt x="923" y="283"/>
                    </a:lnTo>
                    <a:lnTo>
                      <a:pt x="913" y="294"/>
                    </a:lnTo>
                    <a:lnTo>
                      <a:pt x="910" y="303"/>
                    </a:lnTo>
                    <a:lnTo>
                      <a:pt x="917" y="310"/>
                    </a:lnTo>
                    <a:close/>
                  </a:path>
                </a:pathLst>
              </a:custGeom>
              <a:solidFill>
                <a:srgbClr val="56BFA2">
                  <a:alpha val="35000"/>
                </a:srgbClr>
              </a:solidFill>
              <a:ln>
                <a:noFill/>
              </a:ln>
            </p:spPr>
            <p:txBody>
              <a:bodyPr anchor="ctr"/>
              <a:lstStyle/>
              <a:p>
                <a:pPr algn="ctr">
                  <a:buNone/>
                </a:pPr>
              </a:p>
            </p:txBody>
          </p:sp>
          <p:sp>
            <p:nvSpPr>
              <p:cNvPr id="7671" name="addition:spatial:160">
                <a:extLst>
                  <a:ext uri="{FF2B5EF4-FFF2-40B4-BE49-F238E27FC236}">
                    <ns2:creationId id="{A2C6E4AE-2B75-4285-B37B-038F05B5EF12}"/>
                  </a:ext>
                </a:extLst>
              </p:cNvPr>
              <p:cNvSpPr>
                <a:spLocks noGrp="1"/>
              </p:cNvSpPr>
              <p:nvPr/>
            </p:nvSpPr>
            <p:spPr>
              <a:xfrm>
                <a:off x="5648325" y="1666875"/>
                <a:ext cx="1073963" cy="570083"/>
              </a:xfrm>
              <a:custGeom>
                <a:rect l="l" t="t" r="r" b="b"/>
                <a:pathLst>
                  <a:path w="810" h="337">
                    <a:moveTo>
                      <a:pt x="0" y="0"/>
                    </a:moveTo>
                    <a:moveTo>
                      <a:pt x="802" y="289"/>
                    </a:moveTo>
                    <a:lnTo>
                      <a:pt x="800" y="292"/>
                    </a:lnTo>
                    <a:lnTo>
                      <a:pt x="803" y="296"/>
                    </a:lnTo>
                    <a:lnTo>
                      <a:pt x="807" y="301"/>
                    </a:lnTo>
                    <a:lnTo>
                      <a:pt x="810" y="306"/>
                    </a:lnTo>
                    <a:lnTo>
                      <a:pt x="810" y="310"/>
                    </a:lnTo>
                    <a:lnTo>
                      <a:pt x="807" y="313"/>
                    </a:lnTo>
                    <a:lnTo>
                      <a:pt x="803" y="316"/>
                    </a:lnTo>
                    <a:lnTo>
                      <a:pt x="799" y="318"/>
                    </a:lnTo>
                    <a:lnTo>
                      <a:pt x="795" y="320"/>
                    </a:lnTo>
                    <a:lnTo>
                      <a:pt x="790" y="320"/>
                    </a:lnTo>
                    <a:lnTo>
                      <a:pt x="784" y="320"/>
                    </a:lnTo>
                    <a:lnTo>
                      <a:pt x="780" y="320"/>
                    </a:lnTo>
                    <a:lnTo>
                      <a:pt x="777" y="323"/>
                    </a:lnTo>
                    <a:lnTo>
                      <a:pt x="775" y="329"/>
                    </a:lnTo>
                    <a:lnTo>
                      <a:pt x="771" y="335"/>
                    </a:lnTo>
                    <a:lnTo>
                      <a:pt x="766" y="337"/>
                    </a:lnTo>
                    <a:lnTo>
                      <a:pt x="760" y="336"/>
                    </a:lnTo>
                    <a:lnTo>
                      <a:pt x="755" y="333"/>
                    </a:lnTo>
                    <a:lnTo>
                      <a:pt x="749" y="331"/>
                    </a:lnTo>
                    <a:lnTo>
                      <a:pt x="744" y="331"/>
                    </a:lnTo>
                    <a:lnTo>
                      <a:pt x="738" y="332"/>
                    </a:lnTo>
                    <a:lnTo>
                      <a:pt x="732" y="331"/>
                    </a:lnTo>
                    <a:lnTo>
                      <a:pt x="728" y="327"/>
                    </a:lnTo>
                    <a:lnTo>
                      <a:pt x="725" y="323"/>
                    </a:lnTo>
                    <a:lnTo>
                      <a:pt x="722" y="320"/>
                    </a:lnTo>
                    <a:lnTo>
                      <a:pt x="718" y="318"/>
                    </a:lnTo>
                    <a:lnTo>
                      <a:pt x="714" y="316"/>
                    </a:lnTo>
                    <a:lnTo>
                      <a:pt x="712" y="312"/>
                    </a:lnTo>
                    <a:lnTo>
                      <a:pt x="710" y="309"/>
                    </a:lnTo>
                    <a:lnTo>
                      <a:pt x="706" y="307"/>
                    </a:lnTo>
                    <a:lnTo>
                      <a:pt x="700" y="305"/>
                    </a:lnTo>
                    <a:lnTo>
                      <a:pt x="693" y="302"/>
                    </a:lnTo>
                    <a:lnTo>
                      <a:pt x="690" y="298"/>
                    </a:lnTo>
                    <a:lnTo>
                      <a:pt x="692" y="293"/>
                    </a:lnTo>
                    <a:lnTo>
                      <a:pt x="699" y="289"/>
                    </a:lnTo>
                    <a:lnTo>
                      <a:pt x="706" y="285"/>
                    </a:lnTo>
                    <a:lnTo>
                      <a:pt x="709" y="282"/>
                    </a:lnTo>
                    <a:lnTo>
                      <a:pt x="710" y="279"/>
                    </a:lnTo>
                    <a:lnTo>
                      <a:pt x="710" y="275"/>
                    </a:lnTo>
                    <a:lnTo>
                      <a:pt x="711" y="271"/>
                    </a:lnTo>
                    <a:lnTo>
                      <a:pt x="714" y="268"/>
                    </a:lnTo>
                    <a:lnTo>
                      <a:pt x="717" y="265"/>
                    </a:lnTo>
                    <a:lnTo>
                      <a:pt x="719" y="261"/>
                    </a:lnTo>
                    <a:lnTo>
                      <a:pt x="721" y="256"/>
                    </a:lnTo>
                    <a:lnTo>
                      <a:pt x="724" y="253"/>
                    </a:lnTo>
                    <a:lnTo>
                      <a:pt x="729" y="252"/>
                    </a:lnTo>
                    <a:lnTo>
                      <a:pt x="734" y="251"/>
                    </a:lnTo>
                    <a:lnTo>
                      <a:pt x="738" y="249"/>
                    </a:lnTo>
                    <a:lnTo>
                      <a:pt x="742" y="245"/>
                    </a:lnTo>
                    <a:lnTo>
                      <a:pt x="746" y="243"/>
                    </a:lnTo>
                    <a:lnTo>
                      <a:pt x="751" y="243"/>
                    </a:lnTo>
                    <a:lnTo>
                      <a:pt x="755" y="248"/>
                    </a:lnTo>
                    <a:lnTo>
                      <a:pt x="759" y="252"/>
                    </a:lnTo>
                    <a:lnTo>
                      <a:pt x="762" y="255"/>
                    </a:lnTo>
                    <a:lnTo>
                      <a:pt x="765" y="253"/>
                    </a:lnTo>
                    <a:lnTo>
                      <a:pt x="770" y="250"/>
                    </a:lnTo>
                    <a:lnTo>
                      <a:pt x="775" y="248"/>
                    </a:lnTo>
                    <a:lnTo>
                      <a:pt x="780" y="249"/>
                    </a:lnTo>
                    <a:lnTo>
                      <a:pt x="784" y="250"/>
                    </a:lnTo>
                    <a:lnTo>
                      <a:pt x="788" y="252"/>
                    </a:lnTo>
                    <a:lnTo>
                      <a:pt x="792" y="255"/>
                    </a:lnTo>
                    <a:lnTo>
                      <a:pt x="794" y="258"/>
                    </a:lnTo>
                    <a:lnTo>
                      <a:pt x="794" y="263"/>
                    </a:lnTo>
                    <a:lnTo>
                      <a:pt x="793" y="268"/>
                    </a:lnTo>
                    <a:lnTo>
                      <a:pt x="793" y="272"/>
                    </a:lnTo>
                    <a:lnTo>
                      <a:pt x="796" y="275"/>
                    </a:lnTo>
                    <a:lnTo>
                      <a:pt x="801" y="278"/>
                    </a:lnTo>
                    <a:lnTo>
                      <a:pt x="804" y="281"/>
                    </a:lnTo>
                    <a:lnTo>
                      <a:pt x="804" y="285"/>
                    </a:lnTo>
                    <a:close/>
                  </a:path>
                </a:pathLst>
              </a:custGeom>
              <a:solidFill>
                <a:srgbClr val="86D1BC">
                  <a:alpha val="32000"/>
                </a:srgbClr>
              </a:solidFill>
              <a:ln>
                <a:noFill/>
              </a:ln>
            </p:spPr>
            <p:txBody>
              <a:bodyPr anchor="ctr"/>
              <a:lstStyle/>
              <a:p>
                <a:pPr algn="ctr">
                  <a:buNone/>
                </a:pPr>
              </a:p>
            </p:txBody>
          </p:sp>
          <p:sp>
            <p:nvSpPr>
              <p:cNvPr id="7672" name="addition:spatial:161">
                <a:extLst>
                  <a:ext uri="{FF2B5EF4-FFF2-40B4-BE49-F238E27FC236}">
                    <ns2:creationId id="{0C85B61B-98D6-41D5-A0E2-6682E282E070}"/>
                  </a:ext>
                </a:extLst>
              </p:cNvPr>
              <p:cNvSpPr>
                <a:spLocks noGrp="1"/>
              </p:cNvSpPr>
              <p:nvPr/>
            </p:nvSpPr>
            <p:spPr>
              <a:xfrm>
                <a:off x="5648325" y="1666875"/>
                <a:ext cx="1125672" cy="502417"/>
              </a:xfrm>
              <a:custGeom>
                <a:rect l="l" t="t" r="r" b="b"/>
                <a:pathLst>
                  <a:path w="849" h="297">
                    <a:moveTo>
                      <a:pt x="0" y="0"/>
                    </a:moveTo>
                    <a:moveTo>
                      <a:pt x="849" y="254"/>
                    </a:moveTo>
                    <a:lnTo>
                      <a:pt x="845" y="258"/>
                    </a:lnTo>
                    <a:lnTo>
                      <a:pt x="840" y="261"/>
                    </a:lnTo>
                    <a:lnTo>
                      <a:pt x="836" y="264"/>
                    </a:lnTo>
                    <a:lnTo>
                      <a:pt x="834" y="267"/>
                    </a:lnTo>
                    <a:lnTo>
                      <a:pt x="835" y="271"/>
                    </a:lnTo>
                    <a:lnTo>
                      <a:pt x="834" y="275"/>
                    </a:lnTo>
                    <a:lnTo>
                      <a:pt x="833" y="279"/>
                    </a:lnTo>
                    <a:lnTo>
                      <a:pt x="832" y="283"/>
                    </a:lnTo>
                    <a:lnTo>
                      <a:pt x="831" y="287"/>
                    </a:lnTo>
                    <a:lnTo>
                      <a:pt x="829" y="292"/>
                    </a:lnTo>
                    <a:lnTo>
                      <a:pt x="826" y="295"/>
                    </a:lnTo>
                    <a:lnTo>
                      <a:pt x="820" y="295"/>
                    </a:lnTo>
                    <a:lnTo>
                      <a:pt x="814" y="292"/>
                    </a:lnTo>
                    <a:lnTo>
                      <a:pt x="809" y="289"/>
                    </a:lnTo>
                    <a:lnTo>
                      <a:pt x="806" y="289"/>
                    </a:lnTo>
                    <a:lnTo>
                      <a:pt x="803" y="292"/>
                    </a:lnTo>
                    <a:lnTo>
                      <a:pt x="800" y="295"/>
                    </a:lnTo>
                    <a:lnTo>
                      <a:pt x="796" y="297"/>
                    </a:lnTo>
                    <a:lnTo>
                      <a:pt x="793" y="296"/>
                    </a:lnTo>
                    <a:lnTo>
                      <a:pt x="789" y="294"/>
                    </a:lnTo>
                    <a:lnTo>
                      <a:pt x="785" y="293"/>
                    </a:lnTo>
                    <a:lnTo>
                      <a:pt x="781" y="294"/>
                    </a:lnTo>
                    <a:lnTo>
                      <a:pt x="776" y="294"/>
                    </a:lnTo>
                    <a:lnTo>
                      <a:pt x="772" y="292"/>
                    </a:lnTo>
                    <a:lnTo>
                      <a:pt x="769" y="289"/>
                    </a:lnTo>
                    <a:lnTo>
                      <a:pt x="766" y="286"/>
                    </a:lnTo>
                    <a:lnTo>
                      <a:pt x="762" y="283"/>
                    </a:lnTo>
                    <a:lnTo>
                      <a:pt x="758" y="280"/>
                    </a:lnTo>
                    <a:lnTo>
                      <a:pt x="757" y="276"/>
                    </a:lnTo>
                    <a:lnTo>
                      <a:pt x="759" y="271"/>
                    </a:lnTo>
                    <a:lnTo>
                      <a:pt x="761" y="267"/>
                    </a:lnTo>
                    <a:lnTo>
                      <a:pt x="760" y="263"/>
                    </a:lnTo>
                    <a:lnTo>
                      <a:pt x="754" y="261"/>
                    </a:lnTo>
                    <a:lnTo>
                      <a:pt x="747" y="258"/>
                    </a:lnTo>
                    <a:lnTo>
                      <a:pt x="741" y="254"/>
                    </a:lnTo>
                    <a:lnTo>
                      <a:pt x="739" y="250"/>
                    </a:lnTo>
                    <a:lnTo>
                      <a:pt x="741" y="246"/>
                    </a:lnTo>
                    <a:lnTo>
                      <a:pt x="744" y="243"/>
                    </a:lnTo>
                    <a:lnTo>
                      <a:pt x="746" y="239"/>
                    </a:lnTo>
                    <a:lnTo>
                      <a:pt x="748" y="236"/>
                    </a:lnTo>
                    <a:lnTo>
                      <a:pt x="751" y="233"/>
                    </a:lnTo>
                    <a:lnTo>
                      <a:pt x="755" y="231"/>
                    </a:lnTo>
                    <a:lnTo>
                      <a:pt x="759" y="229"/>
                    </a:lnTo>
                    <a:lnTo>
                      <a:pt x="762" y="227"/>
                    </a:lnTo>
                    <a:lnTo>
                      <a:pt x="764" y="223"/>
                    </a:lnTo>
                    <a:lnTo>
                      <a:pt x="767" y="219"/>
                    </a:lnTo>
                    <a:lnTo>
                      <a:pt x="771" y="218"/>
                    </a:lnTo>
                    <a:lnTo>
                      <a:pt x="777" y="218"/>
                    </a:lnTo>
                    <a:lnTo>
                      <a:pt x="782" y="218"/>
                    </a:lnTo>
                    <a:lnTo>
                      <a:pt x="786" y="215"/>
                    </a:lnTo>
                    <a:lnTo>
                      <a:pt x="790" y="210"/>
                    </a:lnTo>
                    <a:lnTo>
                      <a:pt x="795" y="206"/>
                    </a:lnTo>
                    <a:lnTo>
                      <a:pt x="801" y="206"/>
                    </a:lnTo>
                    <a:lnTo>
                      <a:pt x="807" y="209"/>
                    </a:lnTo>
                    <a:lnTo>
                      <a:pt x="811" y="214"/>
                    </a:lnTo>
                    <a:lnTo>
                      <a:pt x="814" y="218"/>
                    </a:lnTo>
                    <a:lnTo>
                      <a:pt x="818" y="220"/>
                    </a:lnTo>
                    <a:lnTo>
                      <a:pt x="822" y="221"/>
                    </a:lnTo>
                    <a:lnTo>
                      <a:pt x="825" y="223"/>
                    </a:lnTo>
                    <a:lnTo>
                      <a:pt x="829" y="225"/>
                    </a:lnTo>
                    <a:lnTo>
                      <a:pt x="833" y="226"/>
                    </a:lnTo>
                    <a:lnTo>
                      <a:pt x="839" y="226"/>
                    </a:lnTo>
                    <a:lnTo>
                      <a:pt x="845" y="227"/>
                    </a:lnTo>
                    <a:lnTo>
                      <a:pt x="848" y="230"/>
                    </a:lnTo>
                    <a:lnTo>
                      <a:pt x="848" y="235"/>
                    </a:lnTo>
                    <a:lnTo>
                      <a:pt x="845" y="240"/>
                    </a:lnTo>
                    <a:lnTo>
                      <a:pt x="844" y="244"/>
                    </a:lnTo>
                    <a:lnTo>
                      <a:pt x="846" y="247"/>
                    </a:lnTo>
                    <a:lnTo>
                      <a:pt x="848" y="251"/>
                    </a:lnTo>
                    <a:close/>
                  </a:path>
                </a:pathLst>
              </a:custGeom>
              <a:solidFill>
                <a:srgbClr val="86D1BC">
                  <a:alpha val="32000"/>
                </a:srgbClr>
              </a:solidFill>
              <a:ln>
                <a:noFill/>
              </a:ln>
            </p:spPr>
            <p:txBody>
              <a:bodyPr anchor="ctr"/>
              <a:lstStyle/>
              <a:p>
                <a:pPr algn="ctr">
                  <a:buNone/>
                </a:pPr>
              </a:p>
            </p:txBody>
          </p:sp>
          <p:sp>
            <p:nvSpPr>
              <p:cNvPr id="7673" name="addition:spatial:162">
                <a:extLst>
                  <a:ext uri="{FF2B5EF4-FFF2-40B4-BE49-F238E27FC236}">
                    <ns2:creationId id="{2231AB7C-6314-4145-8152-33E5187D4EEA}"/>
                  </a:ext>
                </a:extLst>
              </p:cNvPr>
              <p:cNvSpPr>
                <a:spLocks noGrp="1"/>
              </p:cNvSpPr>
              <p:nvPr/>
            </p:nvSpPr>
            <p:spPr>
              <a:xfrm>
                <a:off x="5648325" y="1666875"/>
                <a:ext cx="1187988" cy="526100"/>
              </a:xfrm>
              <a:custGeom>
                <a:rect l="l" t="t" r="r" b="b"/>
                <a:pathLst>
                  <a:path w="896" h="311">
                    <a:moveTo>
                      <a:pt x="0" y="0"/>
                    </a:moveTo>
                    <a:moveTo>
                      <a:pt x="890" y="264"/>
                    </a:moveTo>
                    <a:lnTo>
                      <a:pt x="890" y="268"/>
                    </a:lnTo>
                    <a:lnTo>
                      <a:pt x="890" y="271"/>
                    </a:lnTo>
                    <a:lnTo>
                      <a:pt x="890" y="275"/>
                    </a:lnTo>
                    <a:lnTo>
                      <a:pt x="891" y="279"/>
                    </a:lnTo>
                    <a:lnTo>
                      <a:pt x="894" y="285"/>
                    </a:lnTo>
                    <a:lnTo>
                      <a:pt x="896" y="291"/>
                    </a:lnTo>
                    <a:lnTo>
                      <a:pt x="896" y="296"/>
                    </a:lnTo>
                    <a:lnTo>
                      <a:pt x="891" y="298"/>
                    </a:lnTo>
                    <a:lnTo>
                      <a:pt x="884" y="297"/>
                    </a:lnTo>
                    <a:lnTo>
                      <a:pt x="878" y="296"/>
                    </a:lnTo>
                    <a:lnTo>
                      <a:pt x="874" y="297"/>
                    </a:lnTo>
                    <a:lnTo>
                      <a:pt x="872" y="300"/>
                    </a:lnTo>
                    <a:lnTo>
                      <a:pt x="870" y="304"/>
                    </a:lnTo>
                    <a:lnTo>
                      <a:pt x="867" y="306"/>
                    </a:lnTo>
                    <a:lnTo>
                      <a:pt x="863" y="307"/>
                    </a:lnTo>
                    <a:lnTo>
                      <a:pt x="858" y="307"/>
                    </a:lnTo>
                    <a:lnTo>
                      <a:pt x="854" y="308"/>
                    </a:lnTo>
                    <a:lnTo>
                      <a:pt x="850" y="310"/>
                    </a:lnTo>
                    <a:lnTo>
                      <a:pt x="845" y="311"/>
                    </a:lnTo>
                    <a:lnTo>
                      <a:pt x="840" y="310"/>
                    </a:lnTo>
                    <a:lnTo>
                      <a:pt x="835" y="308"/>
                    </a:lnTo>
                    <a:lnTo>
                      <a:pt x="830" y="307"/>
                    </a:lnTo>
                    <a:lnTo>
                      <a:pt x="824" y="307"/>
                    </a:lnTo>
                    <a:lnTo>
                      <a:pt x="818" y="306"/>
                    </a:lnTo>
                    <a:lnTo>
                      <a:pt x="815" y="302"/>
                    </a:lnTo>
                    <a:lnTo>
                      <a:pt x="814" y="295"/>
                    </a:lnTo>
                    <a:lnTo>
                      <a:pt x="815" y="289"/>
                    </a:lnTo>
                    <a:lnTo>
                      <a:pt x="814" y="285"/>
                    </a:lnTo>
                    <a:lnTo>
                      <a:pt x="809" y="284"/>
                    </a:lnTo>
                    <a:lnTo>
                      <a:pt x="801" y="283"/>
                    </a:lnTo>
                    <a:lnTo>
                      <a:pt x="795" y="281"/>
                    </a:lnTo>
                    <a:lnTo>
                      <a:pt x="791" y="277"/>
                    </a:lnTo>
                    <a:lnTo>
                      <a:pt x="790" y="273"/>
                    </a:lnTo>
                    <a:lnTo>
                      <a:pt x="789" y="268"/>
                    </a:lnTo>
                    <a:lnTo>
                      <a:pt x="789" y="264"/>
                    </a:lnTo>
                    <a:lnTo>
                      <a:pt x="790" y="260"/>
                    </a:lnTo>
                    <a:lnTo>
                      <a:pt x="793" y="256"/>
                    </a:lnTo>
                    <a:lnTo>
                      <a:pt x="798" y="252"/>
                    </a:lnTo>
                    <a:lnTo>
                      <a:pt x="801" y="249"/>
                    </a:lnTo>
                    <a:lnTo>
                      <a:pt x="803" y="246"/>
                    </a:lnTo>
                    <a:lnTo>
                      <a:pt x="803" y="241"/>
                    </a:lnTo>
                    <a:lnTo>
                      <a:pt x="805" y="237"/>
                    </a:lnTo>
                    <a:lnTo>
                      <a:pt x="810" y="235"/>
                    </a:lnTo>
                    <a:lnTo>
                      <a:pt x="816" y="234"/>
                    </a:lnTo>
                    <a:lnTo>
                      <a:pt x="821" y="233"/>
                    </a:lnTo>
                    <a:lnTo>
                      <a:pt x="824" y="229"/>
                    </a:lnTo>
                    <a:lnTo>
                      <a:pt x="825" y="223"/>
                    </a:lnTo>
                    <a:lnTo>
                      <a:pt x="828" y="217"/>
                    </a:lnTo>
                    <a:lnTo>
                      <a:pt x="833" y="214"/>
                    </a:lnTo>
                    <a:lnTo>
                      <a:pt x="839" y="215"/>
                    </a:lnTo>
                    <a:lnTo>
                      <a:pt x="845" y="217"/>
                    </a:lnTo>
                    <a:lnTo>
                      <a:pt x="850" y="219"/>
                    </a:lnTo>
                    <a:lnTo>
                      <a:pt x="854" y="220"/>
                    </a:lnTo>
                    <a:lnTo>
                      <a:pt x="858" y="222"/>
                    </a:lnTo>
                    <a:lnTo>
                      <a:pt x="861" y="225"/>
                    </a:lnTo>
                    <a:lnTo>
                      <a:pt x="864" y="228"/>
                    </a:lnTo>
                    <a:lnTo>
                      <a:pt x="868" y="227"/>
                    </a:lnTo>
                    <a:lnTo>
                      <a:pt x="874" y="225"/>
                    </a:lnTo>
                    <a:lnTo>
                      <a:pt x="880" y="223"/>
                    </a:lnTo>
                    <a:lnTo>
                      <a:pt x="884" y="224"/>
                    </a:lnTo>
                    <a:lnTo>
                      <a:pt x="886" y="229"/>
                    </a:lnTo>
                    <a:lnTo>
                      <a:pt x="886" y="234"/>
                    </a:lnTo>
                    <a:lnTo>
                      <a:pt x="887" y="238"/>
                    </a:lnTo>
                    <a:lnTo>
                      <a:pt x="890" y="241"/>
                    </a:lnTo>
                    <a:lnTo>
                      <a:pt x="894" y="243"/>
                    </a:lnTo>
                    <a:lnTo>
                      <a:pt x="896" y="247"/>
                    </a:lnTo>
                    <a:lnTo>
                      <a:pt x="895" y="252"/>
                    </a:lnTo>
                    <a:lnTo>
                      <a:pt x="892" y="256"/>
                    </a:lnTo>
                    <a:lnTo>
                      <a:pt x="890" y="260"/>
                    </a:lnTo>
                    <a:close/>
                  </a:path>
                </a:pathLst>
              </a:custGeom>
              <a:solidFill>
                <a:srgbClr val="86D1BC">
                  <a:alpha val="32000"/>
                </a:srgbClr>
              </a:solidFill>
              <a:ln>
                <a:noFill/>
              </a:ln>
            </p:spPr>
            <p:txBody>
              <a:bodyPr anchor="ctr"/>
              <a:lstStyle/>
              <a:p>
                <a:pPr algn="ctr">
                  <a:buNone/>
                </a:pPr>
              </a:p>
            </p:txBody>
          </p:sp>
          <p:sp>
            <p:nvSpPr>
              <p:cNvPr id="7674" name="addition:spatial:163">
                <a:extLst>
                  <a:ext uri="{FF2B5EF4-FFF2-40B4-BE49-F238E27FC236}">
                    <ns2:creationId id="{51DFFA23-3F77-4BA0-9D2C-3D15ECA45DA9}"/>
                  </a:ext>
                </a:extLst>
              </p:cNvPr>
              <p:cNvSpPr>
                <a:spLocks noGrp="1"/>
              </p:cNvSpPr>
              <p:nvPr/>
            </p:nvSpPr>
            <p:spPr>
              <a:xfrm>
                <a:off x="5648325" y="1666875"/>
                <a:ext cx="1259586" cy="595457"/>
              </a:xfrm>
              <a:custGeom>
                <a:rect l="l" t="t" r="r" b="b"/>
                <a:pathLst>
                  <a:path w="950" h="352">
                    <a:moveTo>
                      <a:pt x="0" y="0"/>
                    </a:moveTo>
                    <a:moveTo>
                      <a:pt x="949" y="302"/>
                    </a:moveTo>
                    <a:lnTo>
                      <a:pt x="946" y="307"/>
                    </a:lnTo>
                    <a:lnTo>
                      <a:pt x="943" y="311"/>
                    </a:lnTo>
                    <a:lnTo>
                      <a:pt x="941" y="315"/>
                    </a:lnTo>
                    <a:lnTo>
                      <a:pt x="939" y="319"/>
                    </a:lnTo>
                    <a:lnTo>
                      <a:pt x="935" y="323"/>
                    </a:lnTo>
                    <a:lnTo>
                      <a:pt x="929" y="325"/>
                    </a:lnTo>
                    <a:lnTo>
                      <a:pt x="923" y="326"/>
                    </a:lnTo>
                    <a:lnTo>
                      <a:pt x="920" y="330"/>
                    </a:lnTo>
                    <a:lnTo>
                      <a:pt x="921" y="336"/>
                    </a:lnTo>
                    <a:lnTo>
                      <a:pt x="921" y="344"/>
                    </a:lnTo>
                    <a:lnTo>
                      <a:pt x="919" y="350"/>
                    </a:lnTo>
                    <a:lnTo>
                      <a:pt x="913" y="352"/>
                    </a:lnTo>
                    <a:lnTo>
                      <a:pt x="906" y="351"/>
                    </a:lnTo>
                    <a:lnTo>
                      <a:pt x="900" y="349"/>
                    </a:lnTo>
                    <a:lnTo>
                      <a:pt x="895" y="349"/>
                    </a:lnTo>
                    <a:lnTo>
                      <a:pt x="890" y="349"/>
                    </a:lnTo>
                    <a:lnTo>
                      <a:pt x="886" y="348"/>
                    </a:lnTo>
                    <a:lnTo>
                      <a:pt x="882" y="347"/>
                    </a:lnTo>
                    <a:lnTo>
                      <a:pt x="878" y="346"/>
                    </a:lnTo>
                    <a:lnTo>
                      <a:pt x="874" y="346"/>
                    </a:lnTo>
                    <a:lnTo>
                      <a:pt x="869" y="348"/>
                    </a:lnTo>
                    <a:lnTo>
                      <a:pt x="864" y="349"/>
                    </a:lnTo>
                    <a:lnTo>
                      <a:pt x="861" y="347"/>
                    </a:lnTo>
                    <a:lnTo>
                      <a:pt x="859" y="342"/>
                    </a:lnTo>
                    <a:lnTo>
                      <a:pt x="856" y="339"/>
                    </a:lnTo>
                    <a:lnTo>
                      <a:pt x="852" y="338"/>
                    </a:lnTo>
                    <a:lnTo>
                      <a:pt x="845" y="337"/>
                    </a:lnTo>
                    <a:lnTo>
                      <a:pt x="840" y="335"/>
                    </a:lnTo>
                    <a:lnTo>
                      <a:pt x="838" y="330"/>
                    </a:lnTo>
                    <a:lnTo>
                      <a:pt x="840" y="324"/>
                    </a:lnTo>
                    <a:lnTo>
                      <a:pt x="844" y="318"/>
                    </a:lnTo>
                    <a:lnTo>
                      <a:pt x="845" y="313"/>
                    </a:lnTo>
                    <a:lnTo>
                      <a:pt x="844" y="310"/>
                    </a:lnTo>
                    <a:lnTo>
                      <a:pt x="841" y="306"/>
                    </a:lnTo>
                    <a:lnTo>
                      <a:pt x="839" y="302"/>
                    </a:lnTo>
                    <a:lnTo>
                      <a:pt x="837" y="298"/>
                    </a:lnTo>
                    <a:lnTo>
                      <a:pt x="834" y="293"/>
                    </a:lnTo>
                    <a:lnTo>
                      <a:pt x="831" y="288"/>
                    </a:lnTo>
                    <a:lnTo>
                      <a:pt x="828" y="282"/>
                    </a:lnTo>
                    <a:lnTo>
                      <a:pt x="830" y="278"/>
                    </a:lnTo>
                    <a:lnTo>
                      <a:pt x="835" y="275"/>
                    </a:lnTo>
                    <a:lnTo>
                      <a:pt x="842" y="274"/>
                    </a:lnTo>
                    <a:lnTo>
                      <a:pt x="846" y="272"/>
                    </a:lnTo>
                    <a:lnTo>
                      <a:pt x="848" y="269"/>
                    </a:lnTo>
                    <a:lnTo>
                      <a:pt x="849" y="264"/>
                    </a:lnTo>
                    <a:lnTo>
                      <a:pt x="852" y="260"/>
                    </a:lnTo>
                    <a:lnTo>
                      <a:pt x="857" y="260"/>
                    </a:lnTo>
                    <a:lnTo>
                      <a:pt x="863" y="261"/>
                    </a:lnTo>
                    <a:lnTo>
                      <a:pt x="868" y="261"/>
                    </a:lnTo>
                    <a:lnTo>
                      <a:pt x="872" y="259"/>
                    </a:lnTo>
                    <a:lnTo>
                      <a:pt x="876" y="255"/>
                    </a:lnTo>
                    <a:lnTo>
                      <a:pt x="881" y="251"/>
                    </a:lnTo>
                    <a:lnTo>
                      <a:pt x="887" y="250"/>
                    </a:lnTo>
                    <a:lnTo>
                      <a:pt x="893" y="250"/>
                    </a:lnTo>
                    <a:lnTo>
                      <a:pt x="899" y="250"/>
                    </a:lnTo>
                    <a:lnTo>
                      <a:pt x="905" y="250"/>
                    </a:lnTo>
                    <a:lnTo>
                      <a:pt x="911" y="252"/>
                    </a:lnTo>
                    <a:lnTo>
                      <a:pt x="914" y="258"/>
                    </a:lnTo>
                    <a:lnTo>
                      <a:pt x="916" y="266"/>
                    </a:lnTo>
                    <a:lnTo>
                      <a:pt x="917" y="271"/>
                    </a:lnTo>
                    <a:lnTo>
                      <a:pt x="921" y="273"/>
                    </a:lnTo>
                    <a:lnTo>
                      <a:pt x="929" y="273"/>
                    </a:lnTo>
                    <a:lnTo>
                      <a:pt x="936" y="273"/>
                    </a:lnTo>
                    <a:lnTo>
                      <a:pt x="942" y="275"/>
                    </a:lnTo>
                    <a:lnTo>
                      <a:pt x="944" y="280"/>
                    </a:lnTo>
                    <a:lnTo>
                      <a:pt x="944" y="285"/>
                    </a:lnTo>
                    <a:lnTo>
                      <a:pt x="945" y="289"/>
                    </a:lnTo>
                    <a:lnTo>
                      <a:pt x="948" y="293"/>
                    </a:lnTo>
                    <a:lnTo>
                      <a:pt x="950" y="297"/>
                    </a:lnTo>
                    <a:close/>
                  </a:path>
                </a:pathLst>
              </a:custGeom>
              <a:solidFill>
                <a:srgbClr val="86D1BC">
                  <a:alpha val="32000"/>
                </a:srgbClr>
              </a:solidFill>
              <a:ln>
                <a:noFill/>
              </a:ln>
            </p:spPr>
            <p:txBody>
              <a:bodyPr anchor="ctr"/>
              <a:lstStyle/>
              <a:p>
                <a:pPr algn="ctr">
                  <a:buNone/>
                </a:pPr>
              </a:p>
            </p:txBody>
          </p:sp>
          <p:sp>
            <p:nvSpPr>
              <p:cNvPr id="7675" name="addition:spatial:164">
                <a:extLst>
                  <a:ext uri="{FF2B5EF4-FFF2-40B4-BE49-F238E27FC236}">
                    <ns2:creationId id="{33D7AD70-5209-466D-A4B6-2B268BEBB4FA}"/>
                  </a:ext>
                </a:extLst>
              </p:cNvPr>
              <p:cNvSpPr>
                <a:spLocks noGrp="1"/>
              </p:cNvSpPr>
              <p:nvPr/>
            </p:nvSpPr>
            <p:spPr>
              <a:xfrm>
                <a:off x="5648325" y="1666875"/>
                <a:ext cx="1227765" cy="669889"/>
              </a:xfrm>
              <a:custGeom>
                <a:rect l="l" t="t" r="r" b="b"/>
                <a:pathLst>
                  <a:path w="926" h="396">
                    <a:moveTo>
                      <a:pt x="0" y="0"/>
                    </a:moveTo>
                    <a:moveTo>
                      <a:pt x="926" y="344"/>
                    </a:moveTo>
                    <a:lnTo>
                      <a:pt x="925" y="348"/>
                    </a:lnTo>
                    <a:lnTo>
                      <a:pt x="925" y="353"/>
                    </a:lnTo>
                    <a:lnTo>
                      <a:pt x="925" y="358"/>
                    </a:lnTo>
                    <a:lnTo>
                      <a:pt x="924" y="363"/>
                    </a:lnTo>
                    <a:lnTo>
                      <a:pt x="919" y="367"/>
                    </a:lnTo>
                    <a:lnTo>
                      <a:pt x="910" y="369"/>
                    </a:lnTo>
                    <a:lnTo>
                      <a:pt x="900" y="369"/>
                    </a:lnTo>
                    <a:lnTo>
                      <a:pt x="893" y="370"/>
                    </a:lnTo>
                    <a:lnTo>
                      <a:pt x="891" y="374"/>
                    </a:lnTo>
                    <a:lnTo>
                      <a:pt x="891" y="381"/>
                    </a:lnTo>
                    <a:lnTo>
                      <a:pt x="890" y="388"/>
                    </a:lnTo>
                    <a:lnTo>
                      <a:pt x="885" y="393"/>
                    </a:lnTo>
                    <a:lnTo>
                      <a:pt x="877" y="394"/>
                    </a:lnTo>
                    <a:lnTo>
                      <a:pt x="870" y="395"/>
                    </a:lnTo>
                    <a:lnTo>
                      <a:pt x="863" y="396"/>
                    </a:lnTo>
                    <a:lnTo>
                      <a:pt x="856" y="396"/>
                    </a:lnTo>
                    <a:lnTo>
                      <a:pt x="849" y="395"/>
                    </a:lnTo>
                    <a:lnTo>
                      <a:pt x="843" y="392"/>
                    </a:lnTo>
                    <a:lnTo>
                      <a:pt x="837" y="390"/>
                    </a:lnTo>
                    <a:lnTo>
                      <a:pt x="832" y="389"/>
                    </a:lnTo>
                    <a:lnTo>
                      <a:pt x="826" y="390"/>
                    </a:lnTo>
                    <a:lnTo>
                      <a:pt x="820" y="390"/>
                    </a:lnTo>
                    <a:lnTo>
                      <a:pt x="815" y="388"/>
                    </a:lnTo>
                    <a:lnTo>
                      <a:pt x="813" y="383"/>
                    </a:lnTo>
                    <a:lnTo>
                      <a:pt x="811" y="379"/>
                    </a:lnTo>
                    <a:lnTo>
                      <a:pt x="806" y="377"/>
                    </a:lnTo>
                    <a:lnTo>
                      <a:pt x="798" y="377"/>
                    </a:lnTo>
                    <a:lnTo>
                      <a:pt x="790" y="377"/>
                    </a:lnTo>
                    <a:lnTo>
                      <a:pt x="784" y="374"/>
                    </a:lnTo>
                    <a:lnTo>
                      <a:pt x="784" y="368"/>
                    </a:lnTo>
                    <a:lnTo>
                      <a:pt x="787" y="362"/>
                    </a:lnTo>
                    <a:lnTo>
                      <a:pt x="791" y="357"/>
                    </a:lnTo>
                    <a:lnTo>
                      <a:pt x="793" y="352"/>
                    </a:lnTo>
                    <a:lnTo>
                      <a:pt x="794" y="348"/>
                    </a:lnTo>
                    <a:lnTo>
                      <a:pt x="796" y="344"/>
                    </a:lnTo>
                    <a:lnTo>
                      <a:pt x="799" y="340"/>
                    </a:lnTo>
                    <a:lnTo>
                      <a:pt x="798" y="336"/>
                    </a:lnTo>
                    <a:lnTo>
                      <a:pt x="794" y="331"/>
                    </a:lnTo>
                    <a:lnTo>
                      <a:pt x="789" y="325"/>
                    </a:lnTo>
                    <a:lnTo>
                      <a:pt x="788" y="319"/>
                    </a:lnTo>
                    <a:lnTo>
                      <a:pt x="792" y="316"/>
                    </a:lnTo>
                    <a:lnTo>
                      <a:pt x="799" y="314"/>
                    </a:lnTo>
                    <a:lnTo>
                      <a:pt x="804" y="312"/>
                    </a:lnTo>
                    <a:lnTo>
                      <a:pt x="807" y="308"/>
                    </a:lnTo>
                    <a:lnTo>
                      <a:pt x="808" y="303"/>
                    </a:lnTo>
                    <a:lnTo>
                      <a:pt x="811" y="298"/>
                    </a:lnTo>
                    <a:lnTo>
                      <a:pt x="816" y="297"/>
                    </a:lnTo>
                    <a:lnTo>
                      <a:pt x="823" y="299"/>
                    </a:lnTo>
                    <a:lnTo>
                      <a:pt x="829" y="301"/>
                    </a:lnTo>
                    <a:lnTo>
                      <a:pt x="834" y="301"/>
                    </a:lnTo>
                    <a:lnTo>
                      <a:pt x="838" y="299"/>
                    </a:lnTo>
                    <a:lnTo>
                      <a:pt x="843" y="297"/>
                    </a:lnTo>
                    <a:lnTo>
                      <a:pt x="848" y="296"/>
                    </a:lnTo>
                    <a:lnTo>
                      <a:pt x="854" y="295"/>
                    </a:lnTo>
                    <a:lnTo>
                      <a:pt x="861" y="293"/>
                    </a:lnTo>
                    <a:lnTo>
                      <a:pt x="869" y="290"/>
                    </a:lnTo>
                    <a:lnTo>
                      <a:pt x="877" y="289"/>
                    </a:lnTo>
                    <a:lnTo>
                      <a:pt x="883" y="293"/>
                    </a:lnTo>
                    <a:lnTo>
                      <a:pt x="885" y="301"/>
                    </a:lnTo>
                    <a:lnTo>
                      <a:pt x="886" y="308"/>
                    </a:lnTo>
                    <a:lnTo>
                      <a:pt x="889" y="313"/>
                    </a:lnTo>
                    <a:lnTo>
                      <a:pt x="895" y="314"/>
                    </a:lnTo>
                    <a:lnTo>
                      <a:pt x="903" y="315"/>
                    </a:lnTo>
                    <a:lnTo>
                      <a:pt x="909" y="318"/>
                    </a:lnTo>
                    <a:lnTo>
                      <a:pt x="912" y="322"/>
                    </a:lnTo>
                    <a:lnTo>
                      <a:pt x="913" y="327"/>
                    </a:lnTo>
                    <a:lnTo>
                      <a:pt x="916" y="331"/>
                    </a:lnTo>
                    <a:lnTo>
                      <a:pt x="921" y="335"/>
                    </a:lnTo>
                    <a:lnTo>
                      <a:pt x="925" y="339"/>
                    </a:lnTo>
                    <a:close/>
                  </a:path>
                </a:pathLst>
              </a:custGeom>
              <a:solidFill>
                <a:srgbClr val="86D1BC">
                  <a:alpha val="32000"/>
                </a:srgbClr>
              </a:solidFill>
              <a:ln>
                <a:noFill/>
              </a:ln>
            </p:spPr>
            <p:txBody>
              <a:bodyPr anchor="ctr"/>
              <a:lstStyle/>
              <a:p>
                <a:pPr algn="ctr">
                  <a:buNone/>
                </a:pPr>
              </a:p>
            </p:txBody>
          </p:sp>
          <p:sp>
            <p:nvSpPr>
              <p:cNvPr id="7676" name="addition:spatial:165">
                <a:extLst>
                  <a:ext uri="{FF2B5EF4-FFF2-40B4-BE49-F238E27FC236}">
                    <ns2:creationId id="{549F0587-486B-4CC1-8AD6-0C45C0846D32}"/>
                  </a:ext>
                </a:extLst>
              </p:cNvPr>
              <p:cNvSpPr>
                <a:spLocks noGrp="1"/>
              </p:cNvSpPr>
              <p:nvPr/>
            </p:nvSpPr>
            <p:spPr>
              <a:xfrm>
                <a:off x="5648325" y="1666875"/>
                <a:ext cx="1130976" cy="674964"/>
              </a:xfrm>
              <a:custGeom>
                <a:rect l="l" t="t" r="r" b="b"/>
                <a:pathLst>
                  <a:path w="853" h="399">
                    <a:moveTo>
                      <a:pt x="0" y="0"/>
                    </a:moveTo>
                    <a:moveTo>
                      <a:pt x="852" y="349"/>
                    </a:moveTo>
                    <a:lnTo>
                      <a:pt x="848" y="353"/>
                    </a:lnTo>
                    <a:lnTo>
                      <a:pt x="845" y="357"/>
                    </a:lnTo>
                    <a:lnTo>
                      <a:pt x="844" y="361"/>
                    </a:lnTo>
                    <a:lnTo>
                      <a:pt x="842" y="366"/>
                    </a:lnTo>
                    <a:lnTo>
                      <a:pt x="839" y="370"/>
                    </a:lnTo>
                    <a:lnTo>
                      <a:pt x="833" y="372"/>
                    </a:lnTo>
                    <a:lnTo>
                      <a:pt x="826" y="373"/>
                    </a:lnTo>
                    <a:lnTo>
                      <a:pt x="822" y="376"/>
                    </a:lnTo>
                    <a:lnTo>
                      <a:pt x="821" y="381"/>
                    </a:lnTo>
                    <a:lnTo>
                      <a:pt x="821" y="389"/>
                    </a:lnTo>
                    <a:lnTo>
                      <a:pt x="820" y="396"/>
                    </a:lnTo>
                    <a:lnTo>
                      <a:pt x="815" y="399"/>
                    </a:lnTo>
                    <a:lnTo>
                      <a:pt x="808" y="399"/>
                    </a:lnTo>
                    <a:lnTo>
                      <a:pt x="801" y="397"/>
                    </a:lnTo>
                    <a:lnTo>
                      <a:pt x="795" y="396"/>
                    </a:lnTo>
                    <a:lnTo>
                      <a:pt x="790" y="396"/>
                    </a:lnTo>
                    <a:lnTo>
                      <a:pt x="786" y="395"/>
                    </a:lnTo>
                    <a:lnTo>
                      <a:pt x="781" y="393"/>
                    </a:lnTo>
                    <a:lnTo>
                      <a:pt x="777" y="391"/>
                    </a:lnTo>
                    <a:lnTo>
                      <a:pt x="773" y="392"/>
                    </a:lnTo>
                    <a:lnTo>
                      <a:pt x="768" y="394"/>
                    </a:lnTo>
                    <a:lnTo>
                      <a:pt x="763" y="396"/>
                    </a:lnTo>
                    <a:lnTo>
                      <a:pt x="758" y="394"/>
                    </a:lnTo>
                    <a:lnTo>
                      <a:pt x="756" y="390"/>
                    </a:lnTo>
                    <a:lnTo>
                      <a:pt x="754" y="386"/>
                    </a:lnTo>
                    <a:lnTo>
                      <a:pt x="750" y="383"/>
                    </a:lnTo>
                    <a:lnTo>
                      <a:pt x="745" y="382"/>
                    </a:lnTo>
                    <a:lnTo>
                      <a:pt x="738" y="381"/>
                    </a:lnTo>
                    <a:lnTo>
                      <a:pt x="735" y="377"/>
                    </a:lnTo>
                    <a:lnTo>
                      <a:pt x="736" y="371"/>
                    </a:lnTo>
                    <a:lnTo>
                      <a:pt x="739" y="365"/>
                    </a:lnTo>
                    <a:lnTo>
                      <a:pt x="742" y="360"/>
                    </a:lnTo>
                    <a:lnTo>
                      <a:pt x="741" y="356"/>
                    </a:lnTo>
                    <a:lnTo>
                      <a:pt x="739" y="352"/>
                    </a:lnTo>
                    <a:lnTo>
                      <a:pt x="738" y="349"/>
                    </a:lnTo>
                    <a:lnTo>
                      <a:pt x="736" y="344"/>
                    </a:lnTo>
                    <a:lnTo>
                      <a:pt x="734" y="340"/>
                    </a:lnTo>
                    <a:lnTo>
                      <a:pt x="729" y="335"/>
                    </a:lnTo>
                    <a:lnTo>
                      <a:pt x="726" y="329"/>
                    </a:lnTo>
                    <a:lnTo>
                      <a:pt x="726" y="324"/>
                    </a:lnTo>
                    <a:lnTo>
                      <a:pt x="731" y="321"/>
                    </a:lnTo>
                    <a:lnTo>
                      <a:pt x="738" y="320"/>
                    </a:lnTo>
                    <a:lnTo>
                      <a:pt x="744" y="319"/>
                    </a:lnTo>
                    <a:lnTo>
                      <a:pt x="747" y="316"/>
                    </a:lnTo>
                    <a:lnTo>
                      <a:pt x="748" y="311"/>
                    </a:lnTo>
                    <a:lnTo>
                      <a:pt x="751" y="307"/>
                    </a:lnTo>
                    <a:lnTo>
                      <a:pt x="755" y="305"/>
                    </a:lnTo>
                    <a:lnTo>
                      <a:pt x="761" y="306"/>
                    </a:lnTo>
                    <a:lnTo>
                      <a:pt x="766" y="306"/>
                    </a:lnTo>
                    <a:lnTo>
                      <a:pt x="771" y="305"/>
                    </a:lnTo>
                    <a:lnTo>
                      <a:pt x="775" y="301"/>
                    </a:lnTo>
                    <a:lnTo>
                      <a:pt x="780" y="299"/>
                    </a:lnTo>
                    <a:lnTo>
                      <a:pt x="786" y="297"/>
                    </a:lnTo>
                    <a:lnTo>
                      <a:pt x="792" y="297"/>
                    </a:lnTo>
                    <a:lnTo>
                      <a:pt x="799" y="297"/>
                    </a:lnTo>
                    <a:lnTo>
                      <a:pt x="806" y="297"/>
                    </a:lnTo>
                    <a:lnTo>
                      <a:pt x="812" y="298"/>
                    </a:lnTo>
                    <a:lnTo>
                      <a:pt x="817" y="303"/>
                    </a:lnTo>
                    <a:lnTo>
                      <a:pt x="818" y="310"/>
                    </a:lnTo>
                    <a:lnTo>
                      <a:pt x="819" y="317"/>
                    </a:lnTo>
                    <a:lnTo>
                      <a:pt x="822" y="320"/>
                    </a:lnTo>
                    <a:lnTo>
                      <a:pt x="829" y="320"/>
                    </a:lnTo>
                    <a:lnTo>
                      <a:pt x="837" y="320"/>
                    </a:lnTo>
                    <a:lnTo>
                      <a:pt x="844" y="322"/>
                    </a:lnTo>
                    <a:lnTo>
                      <a:pt x="847" y="326"/>
                    </a:lnTo>
                    <a:lnTo>
                      <a:pt x="848" y="331"/>
                    </a:lnTo>
                    <a:lnTo>
                      <a:pt x="849" y="335"/>
                    </a:lnTo>
                    <a:lnTo>
                      <a:pt x="851" y="339"/>
                    </a:lnTo>
                    <a:lnTo>
                      <a:pt x="853" y="344"/>
                    </a:lnTo>
                    <a:close/>
                  </a:path>
                </a:pathLst>
              </a:custGeom>
              <a:solidFill>
                <a:srgbClr val="86D1BC">
                  <a:alpha val="32000"/>
                </a:srgbClr>
              </a:solidFill>
              <a:ln>
                <a:noFill/>
              </a:ln>
            </p:spPr>
            <p:txBody>
              <a:bodyPr anchor="ctr"/>
              <a:lstStyle/>
              <a:p>
                <a:pPr algn="ctr">
                  <a:buNone/>
                </a:pPr>
              </a:p>
            </p:txBody>
          </p:sp>
          <p:sp>
            <p:nvSpPr>
              <p:cNvPr id="7677" name="addition:spatial:166">
                <a:extLst>
                  <a:ext uri="{FF2B5EF4-FFF2-40B4-BE49-F238E27FC236}">
                    <ns2:creationId id="{7309E084-1ED0-41B4-8229-6420FB4AA3B5}"/>
                  </a:ext>
                </a:extLst>
              </p:cNvPr>
              <p:cNvSpPr>
                <a:spLocks noGrp="1"/>
              </p:cNvSpPr>
              <p:nvPr/>
            </p:nvSpPr>
            <p:spPr>
              <a:xfrm>
                <a:off x="5648325" y="1666875"/>
                <a:ext cx="1050097" cy="632673"/>
              </a:xfrm>
              <a:custGeom>
                <a:rect l="l" t="t" r="r" b="b"/>
                <a:pathLst>
                  <a:path w="792" h="374">
                    <a:moveTo>
                      <a:pt x="0" y="0"/>
                    </a:moveTo>
                    <a:moveTo>
                      <a:pt x="792" y="331"/>
                    </a:moveTo>
                    <a:lnTo>
                      <a:pt x="789" y="335"/>
                    </a:lnTo>
                    <a:lnTo>
                      <a:pt x="783" y="338"/>
                    </a:lnTo>
                    <a:lnTo>
                      <a:pt x="776" y="340"/>
                    </a:lnTo>
                    <a:lnTo>
                      <a:pt x="772" y="343"/>
                    </a:lnTo>
                    <a:lnTo>
                      <a:pt x="771" y="346"/>
                    </a:lnTo>
                    <a:lnTo>
                      <a:pt x="771" y="350"/>
                    </a:lnTo>
                    <a:lnTo>
                      <a:pt x="771" y="355"/>
                    </a:lnTo>
                    <a:lnTo>
                      <a:pt x="769" y="358"/>
                    </a:lnTo>
                    <a:lnTo>
                      <a:pt x="766" y="362"/>
                    </a:lnTo>
                    <a:lnTo>
                      <a:pt x="764" y="366"/>
                    </a:lnTo>
                    <a:lnTo>
                      <a:pt x="761" y="370"/>
                    </a:lnTo>
                    <a:lnTo>
                      <a:pt x="757" y="371"/>
                    </a:lnTo>
                    <a:lnTo>
                      <a:pt x="752" y="371"/>
                    </a:lnTo>
                    <a:lnTo>
                      <a:pt x="747" y="369"/>
                    </a:lnTo>
                    <a:lnTo>
                      <a:pt x="743" y="368"/>
                    </a:lnTo>
                    <a:lnTo>
                      <a:pt x="739" y="370"/>
                    </a:lnTo>
                    <a:lnTo>
                      <a:pt x="736" y="373"/>
                    </a:lnTo>
                    <a:lnTo>
                      <a:pt x="732" y="374"/>
                    </a:lnTo>
                    <a:lnTo>
                      <a:pt x="729" y="371"/>
                    </a:lnTo>
                    <a:lnTo>
                      <a:pt x="726" y="367"/>
                    </a:lnTo>
                    <a:lnTo>
                      <a:pt x="724" y="365"/>
                    </a:lnTo>
                    <a:lnTo>
                      <a:pt x="720" y="365"/>
                    </a:lnTo>
                    <a:lnTo>
                      <a:pt x="716" y="367"/>
                    </a:lnTo>
                    <a:lnTo>
                      <a:pt x="710" y="368"/>
                    </a:lnTo>
                    <a:lnTo>
                      <a:pt x="706" y="367"/>
                    </a:lnTo>
                    <a:lnTo>
                      <a:pt x="704" y="364"/>
                    </a:lnTo>
                    <a:lnTo>
                      <a:pt x="701" y="361"/>
                    </a:lnTo>
                    <a:lnTo>
                      <a:pt x="699" y="357"/>
                    </a:lnTo>
                    <a:lnTo>
                      <a:pt x="698" y="353"/>
                    </a:lnTo>
                    <a:lnTo>
                      <a:pt x="699" y="348"/>
                    </a:lnTo>
                    <a:lnTo>
                      <a:pt x="702" y="343"/>
                    </a:lnTo>
                    <a:lnTo>
                      <a:pt x="703" y="340"/>
                    </a:lnTo>
                    <a:lnTo>
                      <a:pt x="700" y="337"/>
                    </a:lnTo>
                    <a:lnTo>
                      <a:pt x="695" y="334"/>
                    </a:lnTo>
                    <a:lnTo>
                      <a:pt x="689" y="331"/>
                    </a:lnTo>
                    <a:lnTo>
                      <a:pt x="688" y="327"/>
                    </a:lnTo>
                    <a:lnTo>
                      <a:pt x="689" y="323"/>
                    </a:lnTo>
                    <a:lnTo>
                      <a:pt x="692" y="320"/>
                    </a:lnTo>
                    <a:lnTo>
                      <a:pt x="693" y="316"/>
                    </a:lnTo>
                    <a:lnTo>
                      <a:pt x="692" y="312"/>
                    </a:lnTo>
                    <a:lnTo>
                      <a:pt x="691" y="308"/>
                    </a:lnTo>
                    <a:lnTo>
                      <a:pt x="693" y="304"/>
                    </a:lnTo>
                    <a:lnTo>
                      <a:pt x="697" y="302"/>
                    </a:lnTo>
                    <a:lnTo>
                      <a:pt x="701" y="301"/>
                    </a:lnTo>
                    <a:lnTo>
                      <a:pt x="705" y="299"/>
                    </a:lnTo>
                    <a:lnTo>
                      <a:pt x="708" y="298"/>
                    </a:lnTo>
                    <a:lnTo>
                      <a:pt x="712" y="296"/>
                    </a:lnTo>
                    <a:lnTo>
                      <a:pt x="716" y="297"/>
                    </a:lnTo>
                    <a:lnTo>
                      <a:pt x="720" y="296"/>
                    </a:lnTo>
                    <a:lnTo>
                      <a:pt x="724" y="294"/>
                    </a:lnTo>
                    <a:lnTo>
                      <a:pt x="727" y="289"/>
                    </a:lnTo>
                    <a:lnTo>
                      <a:pt x="732" y="283"/>
                    </a:lnTo>
                    <a:lnTo>
                      <a:pt x="737" y="281"/>
                    </a:lnTo>
                    <a:lnTo>
                      <a:pt x="742" y="283"/>
                    </a:lnTo>
                    <a:lnTo>
                      <a:pt x="747" y="288"/>
                    </a:lnTo>
                    <a:lnTo>
                      <a:pt x="750" y="292"/>
                    </a:lnTo>
                    <a:lnTo>
                      <a:pt x="754" y="295"/>
                    </a:lnTo>
                    <a:lnTo>
                      <a:pt x="759" y="296"/>
                    </a:lnTo>
                    <a:lnTo>
                      <a:pt x="763" y="297"/>
                    </a:lnTo>
                    <a:lnTo>
                      <a:pt x="766" y="300"/>
                    </a:lnTo>
                    <a:lnTo>
                      <a:pt x="769" y="303"/>
                    </a:lnTo>
                    <a:lnTo>
                      <a:pt x="772" y="305"/>
                    </a:lnTo>
                    <a:lnTo>
                      <a:pt x="777" y="307"/>
                    </a:lnTo>
                    <a:lnTo>
                      <a:pt x="781" y="309"/>
                    </a:lnTo>
                    <a:lnTo>
                      <a:pt x="783" y="312"/>
                    </a:lnTo>
                    <a:lnTo>
                      <a:pt x="783" y="316"/>
                    </a:lnTo>
                    <a:lnTo>
                      <a:pt x="784" y="320"/>
                    </a:lnTo>
                    <a:lnTo>
                      <a:pt x="787" y="323"/>
                    </a:lnTo>
                    <a:lnTo>
                      <a:pt x="790" y="327"/>
                    </a:lnTo>
                    <a:close/>
                  </a:path>
                </a:pathLst>
              </a:custGeom>
              <a:solidFill>
                <a:srgbClr val="86D1BC">
                  <a:alpha val="32000"/>
                </a:srgbClr>
              </a:solidFill>
              <a:ln>
                <a:noFill/>
              </a:ln>
            </p:spPr>
            <p:txBody>
              <a:bodyPr anchor="ctr"/>
              <a:lstStyle/>
              <a:p>
                <a:pPr algn="ctr">
                  <a:buNone/>
                </a:pPr>
              </a:p>
            </p:txBody>
          </p:sp>
          <p:sp>
            <p:nvSpPr>
              <p:cNvPr id="7678" name="addition:spatial:167">
                <a:extLst>
                  <a:ext uri="{FF2B5EF4-FFF2-40B4-BE49-F238E27FC236}">
                    <ns2:creationId id="{EC911FF9-6B30-4222-8EE9-0E9845F003A7}"/>
                  </a:ext>
                </a:extLst>
              </p:cNvPr>
              <p:cNvSpPr>
                <a:spLocks noGrp="1"/>
              </p:cNvSpPr>
              <p:nvPr/>
            </p:nvSpPr>
            <p:spPr>
              <a:xfrm>
                <a:off x="5648325" y="1666875"/>
                <a:ext cx="1189314" cy="651281"/>
              </a:xfrm>
              <a:custGeom>
                <a:rect l="l" t="t" r="r" b="b"/>
                <a:pathLst>
                  <a:path w="897" h="385">
                    <a:moveTo>
                      <a:pt x="0" y="0"/>
                    </a:moveTo>
                    <a:moveTo>
                      <a:pt x="896" y="324"/>
                    </a:moveTo>
                    <a:lnTo>
                      <a:pt x="896" y="329"/>
                    </a:lnTo>
                    <a:lnTo>
                      <a:pt x="897" y="334"/>
                    </a:lnTo>
                    <a:lnTo>
                      <a:pt x="895" y="339"/>
                    </a:lnTo>
                    <a:lnTo>
                      <a:pt x="891" y="343"/>
                    </a:lnTo>
                    <a:lnTo>
                      <a:pt x="885" y="346"/>
                    </a:lnTo>
                    <a:lnTo>
                      <a:pt x="881" y="350"/>
                    </a:lnTo>
                    <a:lnTo>
                      <a:pt x="879" y="355"/>
                    </a:lnTo>
                    <a:lnTo>
                      <a:pt x="875" y="359"/>
                    </a:lnTo>
                    <a:lnTo>
                      <a:pt x="869" y="361"/>
                    </a:lnTo>
                    <a:lnTo>
                      <a:pt x="860" y="361"/>
                    </a:lnTo>
                    <a:lnTo>
                      <a:pt x="853" y="362"/>
                    </a:lnTo>
                    <a:lnTo>
                      <a:pt x="849" y="366"/>
                    </a:lnTo>
                    <a:lnTo>
                      <a:pt x="846" y="374"/>
                    </a:lnTo>
                    <a:lnTo>
                      <a:pt x="842" y="381"/>
                    </a:lnTo>
                    <a:lnTo>
                      <a:pt x="835" y="385"/>
                    </a:lnTo>
                    <a:lnTo>
                      <a:pt x="826" y="384"/>
                    </a:lnTo>
                    <a:lnTo>
                      <a:pt x="818" y="380"/>
                    </a:lnTo>
                    <a:lnTo>
                      <a:pt x="811" y="377"/>
                    </a:lnTo>
                    <a:lnTo>
                      <a:pt x="805" y="375"/>
                    </a:lnTo>
                    <a:lnTo>
                      <a:pt x="799" y="373"/>
                    </a:lnTo>
                    <a:lnTo>
                      <a:pt x="794" y="370"/>
                    </a:lnTo>
                    <a:lnTo>
                      <a:pt x="789" y="367"/>
                    </a:lnTo>
                    <a:lnTo>
                      <a:pt x="784" y="366"/>
                    </a:lnTo>
                    <a:lnTo>
                      <a:pt x="777" y="366"/>
                    </a:lnTo>
                    <a:lnTo>
                      <a:pt x="769" y="367"/>
                    </a:lnTo>
                    <a:lnTo>
                      <a:pt x="763" y="365"/>
                    </a:lnTo>
                    <a:lnTo>
                      <a:pt x="761" y="361"/>
                    </a:lnTo>
                    <a:lnTo>
                      <a:pt x="761" y="355"/>
                    </a:lnTo>
                    <a:lnTo>
                      <a:pt x="760" y="350"/>
                    </a:lnTo>
                    <a:lnTo>
                      <a:pt x="755" y="347"/>
                    </a:lnTo>
                    <a:lnTo>
                      <a:pt x="749" y="344"/>
                    </a:lnTo>
                    <a:lnTo>
                      <a:pt x="745" y="340"/>
                    </a:lnTo>
                    <a:lnTo>
                      <a:pt x="748" y="334"/>
                    </a:lnTo>
                    <a:lnTo>
                      <a:pt x="754" y="328"/>
                    </a:lnTo>
                    <a:lnTo>
                      <a:pt x="761" y="324"/>
                    </a:lnTo>
                    <a:lnTo>
                      <a:pt x="764" y="319"/>
                    </a:lnTo>
                    <a:lnTo>
                      <a:pt x="764" y="315"/>
                    </a:lnTo>
                    <a:lnTo>
                      <a:pt x="763" y="310"/>
                    </a:lnTo>
                    <a:lnTo>
                      <a:pt x="763" y="306"/>
                    </a:lnTo>
                    <a:lnTo>
                      <a:pt x="763" y="301"/>
                    </a:lnTo>
                    <a:lnTo>
                      <a:pt x="762" y="295"/>
                    </a:lnTo>
                    <a:lnTo>
                      <a:pt x="760" y="288"/>
                    </a:lnTo>
                    <a:lnTo>
                      <a:pt x="761" y="282"/>
                    </a:lnTo>
                    <a:lnTo>
                      <a:pt x="767" y="279"/>
                    </a:lnTo>
                    <a:lnTo>
                      <a:pt x="776" y="280"/>
                    </a:lnTo>
                    <a:lnTo>
                      <a:pt x="785" y="282"/>
                    </a:lnTo>
                    <a:lnTo>
                      <a:pt x="790" y="281"/>
                    </a:lnTo>
                    <a:lnTo>
                      <a:pt x="793" y="277"/>
                    </a:lnTo>
                    <a:lnTo>
                      <a:pt x="796" y="273"/>
                    </a:lnTo>
                    <a:lnTo>
                      <a:pt x="801" y="271"/>
                    </a:lnTo>
                    <a:lnTo>
                      <a:pt x="806" y="272"/>
                    </a:lnTo>
                    <a:lnTo>
                      <a:pt x="812" y="274"/>
                    </a:lnTo>
                    <a:lnTo>
                      <a:pt x="817" y="274"/>
                    </a:lnTo>
                    <a:lnTo>
                      <a:pt x="823" y="272"/>
                    </a:lnTo>
                    <a:lnTo>
                      <a:pt x="829" y="270"/>
                    </a:lnTo>
                    <a:lnTo>
                      <a:pt x="836" y="270"/>
                    </a:lnTo>
                    <a:lnTo>
                      <a:pt x="842" y="271"/>
                    </a:lnTo>
                    <a:lnTo>
                      <a:pt x="849" y="273"/>
                    </a:lnTo>
                    <a:lnTo>
                      <a:pt x="856" y="274"/>
                    </a:lnTo>
                    <a:lnTo>
                      <a:pt x="863" y="277"/>
                    </a:lnTo>
                    <a:lnTo>
                      <a:pt x="867" y="282"/>
                    </a:lnTo>
                    <a:lnTo>
                      <a:pt x="867" y="289"/>
                    </a:lnTo>
                    <a:lnTo>
                      <a:pt x="865" y="297"/>
                    </a:lnTo>
                    <a:lnTo>
                      <a:pt x="866" y="302"/>
                    </a:lnTo>
                    <a:lnTo>
                      <a:pt x="872" y="304"/>
                    </a:lnTo>
                    <a:lnTo>
                      <a:pt x="882" y="306"/>
                    </a:lnTo>
                    <a:lnTo>
                      <a:pt x="892" y="308"/>
                    </a:lnTo>
                    <a:lnTo>
                      <a:pt x="896" y="313"/>
                    </a:lnTo>
                    <a:lnTo>
                      <a:pt x="897" y="318"/>
                    </a:lnTo>
                    <a:close/>
                  </a:path>
                </a:pathLst>
              </a:custGeom>
              <a:solidFill>
                <a:srgbClr val="86D1BC">
                  <a:alpha val="32000"/>
                </a:srgbClr>
              </a:solidFill>
              <a:ln>
                <a:noFill/>
              </a:ln>
            </p:spPr>
            <p:txBody>
              <a:bodyPr anchor="ctr"/>
              <a:lstStyle/>
              <a:p>
                <a:pPr algn="ctr">
                  <a:buNone/>
                </a:pPr>
              </a:p>
            </p:txBody>
          </p:sp>
          <p:sp>
            <p:nvSpPr>
              <p:cNvPr id="7679" name="addition:spatial:168">
                <a:extLst>
                  <a:ext uri="{FF2B5EF4-FFF2-40B4-BE49-F238E27FC236}">
                    <ns2:creationId id="{6F5C2413-9760-44C1-A779-B309D45D7C1D}"/>
                  </a:ext>
                </a:extLst>
              </p:cNvPr>
              <p:cNvSpPr>
                <a:spLocks noGrp="1"/>
              </p:cNvSpPr>
              <p:nvPr/>
            </p:nvSpPr>
            <p:spPr>
              <a:xfrm>
                <a:off x="5648325" y="1666875"/>
                <a:ext cx="1217158" cy="698647"/>
              </a:xfrm>
              <a:custGeom>
                <a:rect l="l" t="t" r="r" b="b"/>
                <a:pathLst>
                  <a:path w="918" h="413">
                    <a:moveTo>
                      <a:pt x="0" y="0"/>
                    </a:moveTo>
                    <a:moveTo>
                      <a:pt x="914" y="314"/>
                    </a:moveTo>
                    <a:lnTo>
                      <a:pt x="915" y="322"/>
                    </a:lnTo>
                    <a:lnTo>
                      <a:pt x="912" y="329"/>
                    </a:lnTo>
                    <a:lnTo>
                      <a:pt x="909" y="337"/>
                    </a:lnTo>
                    <a:lnTo>
                      <a:pt x="910" y="345"/>
                    </a:lnTo>
                    <a:lnTo>
                      <a:pt x="913" y="354"/>
                    </a:lnTo>
                    <a:lnTo>
                      <a:pt x="912" y="362"/>
                    </a:lnTo>
                    <a:lnTo>
                      <a:pt x="906" y="369"/>
                    </a:lnTo>
                    <a:lnTo>
                      <a:pt x="900" y="374"/>
                    </a:lnTo>
                    <a:lnTo>
                      <a:pt x="895" y="381"/>
                    </a:lnTo>
                    <a:lnTo>
                      <a:pt x="890" y="387"/>
                    </a:lnTo>
                    <a:lnTo>
                      <a:pt x="883" y="392"/>
                    </a:lnTo>
                    <a:lnTo>
                      <a:pt x="872" y="391"/>
                    </a:lnTo>
                    <a:lnTo>
                      <a:pt x="860" y="386"/>
                    </a:lnTo>
                    <a:lnTo>
                      <a:pt x="850" y="382"/>
                    </a:lnTo>
                    <a:lnTo>
                      <a:pt x="844" y="385"/>
                    </a:lnTo>
                    <a:lnTo>
                      <a:pt x="838" y="395"/>
                    </a:lnTo>
                    <a:lnTo>
                      <a:pt x="830" y="407"/>
                    </a:lnTo>
                    <a:lnTo>
                      <a:pt x="819" y="413"/>
                    </a:lnTo>
                    <a:lnTo>
                      <a:pt x="808" y="412"/>
                    </a:lnTo>
                    <a:lnTo>
                      <a:pt x="797" y="407"/>
                    </a:lnTo>
                    <a:lnTo>
                      <a:pt x="787" y="402"/>
                    </a:lnTo>
                    <a:lnTo>
                      <a:pt x="777" y="399"/>
                    </a:lnTo>
                    <a:lnTo>
                      <a:pt x="767" y="394"/>
                    </a:lnTo>
                    <a:lnTo>
                      <a:pt x="760" y="387"/>
                    </a:lnTo>
                    <a:lnTo>
                      <a:pt x="754" y="378"/>
                    </a:lnTo>
                    <a:lnTo>
                      <a:pt x="748" y="372"/>
                    </a:lnTo>
                    <a:lnTo>
                      <a:pt x="738" y="369"/>
                    </a:lnTo>
                    <a:lnTo>
                      <a:pt x="726" y="365"/>
                    </a:lnTo>
                    <a:lnTo>
                      <a:pt x="718" y="360"/>
                    </a:lnTo>
                    <a:lnTo>
                      <a:pt x="716" y="351"/>
                    </a:lnTo>
                    <a:lnTo>
                      <a:pt x="717" y="342"/>
                    </a:lnTo>
                    <a:lnTo>
                      <a:pt x="713" y="335"/>
                    </a:lnTo>
                    <a:lnTo>
                      <a:pt x="703" y="330"/>
                    </a:lnTo>
                    <a:lnTo>
                      <a:pt x="689" y="323"/>
                    </a:lnTo>
                    <a:lnTo>
                      <a:pt x="681" y="314"/>
                    </a:lnTo>
                    <a:lnTo>
                      <a:pt x="684" y="305"/>
                    </a:lnTo>
                    <a:lnTo>
                      <a:pt x="695" y="297"/>
                    </a:lnTo>
                    <a:lnTo>
                      <a:pt x="708" y="291"/>
                    </a:lnTo>
                    <a:lnTo>
                      <a:pt x="717" y="285"/>
                    </a:lnTo>
                    <a:lnTo>
                      <a:pt x="723" y="279"/>
                    </a:lnTo>
                    <a:lnTo>
                      <a:pt x="730" y="273"/>
                    </a:lnTo>
                    <a:lnTo>
                      <a:pt x="738" y="268"/>
                    </a:lnTo>
                    <a:lnTo>
                      <a:pt x="744" y="262"/>
                    </a:lnTo>
                    <a:lnTo>
                      <a:pt x="747" y="253"/>
                    </a:lnTo>
                    <a:lnTo>
                      <a:pt x="749" y="242"/>
                    </a:lnTo>
                    <a:lnTo>
                      <a:pt x="754" y="231"/>
                    </a:lnTo>
                    <a:lnTo>
                      <a:pt x="765" y="227"/>
                    </a:lnTo>
                    <a:lnTo>
                      <a:pt x="778" y="229"/>
                    </a:lnTo>
                    <a:lnTo>
                      <a:pt x="791" y="232"/>
                    </a:lnTo>
                    <a:lnTo>
                      <a:pt x="801" y="231"/>
                    </a:lnTo>
                    <a:lnTo>
                      <a:pt x="810" y="225"/>
                    </a:lnTo>
                    <a:lnTo>
                      <a:pt x="819" y="220"/>
                    </a:lnTo>
                    <a:lnTo>
                      <a:pt x="829" y="221"/>
                    </a:lnTo>
                    <a:lnTo>
                      <a:pt x="838" y="227"/>
                    </a:lnTo>
                    <a:lnTo>
                      <a:pt x="845" y="236"/>
                    </a:lnTo>
                    <a:lnTo>
                      <a:pt x="851" y="241"/>
                    </a:lnTo>
                    <a:lnTo>
                      <a:pt x="859" y="241"/>
                    </a:lnTo>
                    <a:lnTo>
                      <a:pt x="867" y="241"/>
                    </a:lnTo>
                    <a:lnTo>
                      <a:pt x="876" y="243"/>
                    </a:lnTo>
                    <a:lnTo>
                      <a:pt x="883" y="245"/>
                    </a:lnTo>
                    <a:lnTo>
                      <a:pt x="892" y="248"/>
                    </a:lnTo>
                    <a:lnTo>
                      <a:pt x="904" y="249"/>
                    </a:lnTo>
                    <a:lnTo>
                      <a:pt x="914" y="253"/>
                    </a:lnTo>
                    <a:lnTo>
                      <a:pt x="918" y="262"/>
                    </a:lnTo>
                    <a:lnTo>
                      <a:pt x="913" y="273"/>
                    </a:lnTo>
                    <a:lnTo>
                      <a:pt x="903" y="285"/>
                    </a:lnTo>
                    <a:lnTo>
                      <a:pt x="896" y="294"/>
                    </a:lnTo>
                    <a:lnTo>
                      <a:pt x="899" y="300"/>
                    </a:lnTo>
                    <a:lnTo>
                      <a:pt x="907" y="307"/>
                    </a:lnTo>
                    <a:close/>
                  </a:path>
                </a:pathLst>
              </a:custGeom>
              <a:solidFill>
                <a:srgbClr val="56BFA2">
                  <a:alpha val="37000"/>
                </a:srgbClr>
              </a:solidFill>
              <a:ln>
                <a:noFill/>
              </a:ln>
            </p:spPr>
            <p:txBody>
              <a:bodyPr anchor="ctr"/>
              <a:lstStyle/>
              <a:p>
                <a:pPr algn="ctr">
                  <a:buNone/>
                </a:pPr>
              </a:p>
            </p:txBody>
          </p:sp>
          <p:sp>
            <p:nvSpPr>
              <p:cNvPr id="7680" name="addition:spatial:169">
                <a:extLst>
                  <a:ext uri="{FF2B5EF4-FFF2-40B4-BE49-F238E27FC236}">
                    <ns2:creationId id="{39F2CD40-FDC9-4DEF-8869-FF8194498F90}"/>
                  </a:ext>
                </a:extLst>
              </p:cNvPr>
              <p:cNvSpPr>
                <a:spLocks noGrp="1"/>
              </p:cNvSpPr>
              <p:nvPr/>
            </p:nvSpPr>
            <p:spPr>
              <a:xfrm>
                <a:off x="5648325" y="1666875"/>
                <a:ext cx="1096503" cy="561624"/>
              </a:xfrm>
              <a:custGeom>
                <a:rect l="l" t="t" r="r" b="b"/>
                <a:pathLst>
                  <a:path w="827" h="332">
                    <a:moveTo>
                      <a:pt x="0" y="0"/>
                    </a:moveTo>
                    <a:moveTo>
                      <a:pt x="818" y="293"/>
                    </a:moveTo>
                    <a:lnTo>
                      <a:pt x="813" y="296"/>
                    </a:lnTo>
                    <a:lnTo>
                      <a:pt x="811" y="298"/>
                    </a:lnTo>
                    <a:lnTo>
                      <a:pt x="811" y="302"/>
                    </a:lnTo>
                    <a:lnTo>
                      <a:pt x="812" y="306"/>
                    </a:lnTo>
                    <a:lnTo>
                      <a:pt x="812" y="309"/>
                    </a:lnTo>
                    <a:lnTo>
                      <a:pt x="811" y="313"/>
                    </a:lnTo>
                    <a:lnTo>
                      <a:pt x="810" y="317"/>
                    </a:lnTo>
                    <a:lnTo>
                      <a:pt x="809" y="321"/>
                    </a:lnTo>
                    <a:lnTo>
                      <a:pt x="807" y="324"/>
                    </a:lnTo>
                    <a:lnTo>
                      <a:pt x="804" y="326"/>
                    </a:lnTo>
                    <a:lnTo>
                      <a:pt x="799" y="326"/>
                    </a:lnTo>
                    <a:lnTo>
                      <a:pt x="794" y="326"/>
                    </a:lnTo>
                    <a:lnTo>
                      <a:pt x="791" y="327"/>
                    </a:lnTo>
                    <a:lnTo>
                      <a:pt x="789" y="330"/>
                    </a:lnTo>
                    <a:lnTo>
                      <a:pt x="786" y="332"/>
                    </a:lnTo>
                    <a:lnTo>
                      <a:pt x="783" y="332"/>
                    </a:lnTo>
                    <a:lnTo>
                      <a:pt x="779" y="330"/>
                    </a:lnTo>
                    <a:lnTo>
                      <a:pt x="776" y="327"/>
                    </a:lnTo>
                    <a:lnTo>
                      <a:pt x="774" y="326"/>
                    </a:lnTo>
                    <a:lnTo>
                      <a:pt x="770" y="328"/>
                    </a:lnTo>
                    <a:lnTo>
                      <a:pt x="766" y="331"/>
                    </a:lnTo>
                    <a:lnTo>
                      <a:pt x="761" y="332"/>
                    </a:lnTo>
                    <a:lnTo>
                      <a:pt x="757" y="331"/>
                    </a:lnTo>
                    <a:lnTo>
                      <a:pt x="754" y="329"/>
                    </a:lnTo>
                    <a:lnTo>
                      <a:pt x="750" y="326"/>
                    </a:lnTo>
                    <a:lnTo>
                      <a:pt x="747" y="324"/>
                    </a:lnTo>
                    <a:lnTo>
                      <a:pt x="746" y="320"/>
                    </a:lnTo>
                    <a:lnTo>
                      <a:pt x="746" y="315"/>
                    </a:lnTo>
                    <a:lnTo>
                      <a:pt x="747" y="310"/>
                    </a:lnTo>
                    <a:lnTo>
                      <a:pt x="747" y="307"/>
                    </a:lnTo>
                    <a:lnTo>
                      <a:pt x="743" y="305"/>
                    </a:lnTo>
                    <a:lnTo>
                      <a:pt x="737" y="303"/>
                    </a:lnTo>
                    <a:lnTo>
                      <a:pt x="732" y="300"/>
                    </a:lnTo>
                    <a:lnTo>
                      <a:pt x="730" y="296"/>
                    </a:lnTo>
                    <a:lnTo>
                      <a:pt x="732" y="293"/>
                    </a:lnTo>
                    <a:lnTo>
                      <a:pt x="733" y="289"/>
                    </a:lnTo>
                    <a:lnTo>
                      <a:pt x="732" y="286"/>
                    </a:lnTo>
                    <a:lnTo>
                      <a:pt x="730" y="282"/>
                    </a:lnTo>
                    <a:lnTo>
                      <a:pt x="729" y="277"/>
                    </a:lnTo>
                    <a:lnTo>
                      <a:pt x="731" y="274"/>
                    </a:lnTo>
                    <a:lnTo>
                      <a:pt x="735" y="272"/>
                    </a:lnTo>
                    <a:lnTo>
                      <a:pt x="738" y="270"/>
                    </a:lnTo>
                    <a:lnTo>
                      <a:pt x="741" y="267"/>
                    </a:lnTo>
                    <a:lnTo>
                      <a:pt x="745" y="265"/>
                    </a:lnTo>
                    <a:lnTo>
                      <a:pt x="749" y="264"/>
                    </a:lnTo>
                    <a:lnTo>
                      <a:pt x="753" y="264"/>
                    </a:lnTo>
                    <a:lnTo>
                      <a:pt x="757" y="263"/>
                    </a:lnTo>
                    <a:lnTo>
                      <a:pt x="759" y="260"/>
                    </a:lnTo>
                    <a:lnTo>
                      <a:pt x="762" y="254"/>
                    </a:lnTo>
                    <a:lnTo>
                      <a:pt x="765" y="248"/>
                    </a:lnTo>
                    <a:lnTo>
                      <a:pt x="770" y="246"/>
                    </a:lnTo>
                    <a:lnTo>
                      <a:pt x="775" y="248"/>
                    </a:lnTo>
                    <a:lnTo>
                      <a:pt x="780" y="252"/>
                    </a:lnTo>
                    <a:lnTo>
                      <a:pt x="784" y="255"/>
                    </a:lnTo>
                    <a:lnTo>
                      <a:pt x="788" y="256"/>
                    </a:lnTo>
                    <a:lnTo>
                      <a:pt x="793" y="256"/>
                    </a:lnTo>
                    <a:lnTo>
                      <a:pt x="796" y="258"/>
                    </a:lnTo>
                    <a:lnTo>
                      <a:pt x="800" y="260"/>
                    </a:lnTo>
                    <a:lnTo>
                      <a:pt x="802" y="262"/>
                    </a:lnTo>
                    <a:lnTo>
                      <a:pt x="806" y="264"/>
                    </a:lnTo>
                    <a:lnTo>
                      <a:pt x="810" y="265"/>
                    </a:lnTo>
                    <a:lnTo>
                      <a:pt x="813" y="266"/>
                    </a:lnTo>
                    <a:lnTo>
                      <a:pt x="815" y="269"/>
                    </a:lnTo>
                    <a:lnTo>
                      <a:pt x="816" y="273"/>
                    </a:lnTo>
                    <a:lnTo>
                      <a:pt x="818" y="276"/>
                    </a:lnTo>
                    <a:lnTo>
                      <a:pt x="822" y="278"/>
                    </a:lnTo>
                    <a:lnTo>
                      <a:pt x="826" y="281"/>
                    </a:lnTo>
                    <a:lnTo>
                      <a:pt x="827" y="284"/>
                    </a:lnTo>
                    <a:lnTo>
                      <a:pt x="824" y="289"/>
                    </a:lnTo>
                    <a:close/>
                  </a:path>
                </a:pathLst>
              </a:custGeom>
              <a:solidFill>
                <a:srgbClr val="41B796">
                  <a:alpha val="36000"/>
                </a:srgbClr>
              </a:solidFill>
              <a:ln>
                <a:noFill/>
              </a:ln>
            </p:spPr>
            <p:txBody>
              <a:bodyPr anchor="ctr"/>
              <a:lstStyle/>
              <a:p>
                <a:pPr algn="ctr">
                  <a:buNone/>
                </a:pPr>
              </a:p>
            </p:txBody>
          </p:sp>
          <p:sp>
            <p:nvSpPr>
              <p:cNvPr id="7681" name="addition:spatial:170">
                <a:extLst>
                  <a:ext uri="{FF2B5EF4-FFF2-40B4-BE49-F238E27FC236}">
                    <ns2:creationId id="{9E20BCA3-C396-463E-BFE5-40764CA4C30C}"/>
                  </a:ext>
                </a:extLst>
              </p:cNvPr>
              <p:cNvSpPr>
                <a:spLocks noGrp="1"/>
              </p:cNvSpPr>
              <p:nvPr/>
            </p:nvSpPr>
            <p:spPr>
              <a:xfrm>
                <a:off x="5648325" y="1666875"/>
                <a:ext cx="1168100" cy="531175"/>
              </a:xfrm>
              <a:custGeom>
                <a:rect l="l" t="t" r="r" b="b"/>
                <a:pathLst>
                  <a:path w="881" h="314">
                    <a:moveTo>
                      <a:pt x="0" y="0"/>
                    </a:moveTo>
                    <a:moveTo>
                      <a:pt x="879" y="281"/>
                    </a:moveTo>
                    <a:lnTo>
                      <a:pt x="881" y="284"/>
                    </a:lnTo>
                    <a:lnTo>
                      <a:pt x="880" y="287"/>
                    </a:lnTo>
                    <a:lnTo>
                      <a:pt x="877" y="289"/>
                    </a:lnTo>
                    <a:lnTo>
                      <a:pt x="873" y="291"/>
                    </a:lnTo>
                    <a:lnTo>
                      <a:pt x="871" y="293"/>
                    </a:lnTo>
                    <a:lnTo>
                      <a:pt x="871" y="296"/>
                    </a:lnTo>
                    <a:lnTo>
                      <a:pt x="871" y="299"/>
                    </a:lnTo>
                    <a:lnTo>
                      <a:pt x="869" y="301"/>
                    </a:lnTo>
                    <a:lnTo>
                      <a:pt x="865" y="302"/>
                    </a:lnTo>
                    <a:lnTo>
                      <a:pt x="861" y="302"/>
                    </a:lnTo>
                    <a:lnTo>
                      <a:pt x="857" y="302"/>
                    </a:lnTo>
                    <a:lnTo>
                      <a:pt x="855" y="305"/>
                    </a:lnTo>
                    <a:lnTo>
                      <a:pt x="853" y="308"/>
                    </a:lnTo>
                    <a:lnTo>
                      <a:pt x="851" y="311"/>
                    </a:lnTo>
                    <a:lnTo>
                      <a:pt x="847" y="312"/>
                    </a:lnTo>
                    <a:lnTo>
                      <a:pt x="843" y="313"/>
                    </a:lnTo>
                    <a:lnTo>
                      <a:pt x="840" y="314"/>
                    </a:lnTo>
                    <a:lnTo>
                      <a:pt x="836" y="314"/>
                    </a:lnTo>
                    <a:lnTo>
                      <a:pt x="832" y="313"/>
                    </a:lnTo>
                    <a:lnTo>
                      <a:pt x="829" y="309"/>
                    </a:lnTo>
                    <a:lnTo>
                      <a:pt x="827" y="305"/>
                    </a:lnTo>
                    <a:lnTo>
                      <a:pt x="825" y="303"/>
                    </a:lnTo>
                    <a:lnTo>
                      <a:pt x="822" y="303"/>
                    </a:lnTo>
                    <a:lnTo>
                      <a:pt x="818" y="304"/>
                    </a:lnTo>
                    <a:lnTo>
                      <a:pt x="814" y="305"/>
                    </a:lnTo>
                    <a:lnTo>
                      <a:pt x="811" y="304"/>
                    </a:lnTo>
                    <a:lnTo>
                      <a:pt x="810" y="301"/>
                    </a:lnTo>
                    <a:lnTo>
                      <a:pt x="809" y="298"/>
                    </a:lnTo>
                    <a:lnTo>
                      <a:pt x="808" y="296"/>
                    </a:lnTo>
                    <a:lnTo>
                      <a:pt x="805" y="294"/>
                    </a:lnTo>
                    <a:lnTo>
                      <a:pt x="804" y="292"/>
                    </a:lnTo>
                    <a:lnTo>
                      <a:pt x="804" y="289"/>
                    </a:lnTo>
                    <a:lnTo>
                      <a:pt x="805" y="286"/>
                    </a:lnTo>
                    <a:lnTo>
                      <a:pt x="806" y="283"/>
                    </a:lnTo>
                    <a:lnTo>
                      <a:pt x="806" y="281"/>
                    </a:lnTo>
                    <a:lnTo>
                      <a:pt x="807" y="278"/>
                    </a:lnTo>
                    <a:lnTo>
                      <a:pt x="809" y="276"/>
                    </a:lnTo>
                    <a:lnTo>
                      <a:pt x="812" y="274"/>
                    </a:lnTo>
                    <a:lnTo>
                      <a:pt x="815" y="272"/>
                    </a:lnTo>
                    <a:lnTo>
                      <a:pt x="814" y="269"/>
                    </a:lnTo>
                    <a:lnTo>
                      <a:pt x="812" y="265"/>
                    </a:lnTo>
                    <a:lnTo>
                      <a:pt x="810" y="261"/>
                    </a:lnTo>
                    <a:lnTo>
                      <a:pt x="811" y="257"/>
                    </a:lnTo>
                    <a:lnTo>
                      <a:pt x="814" y="256"/>
                    </a:lnTo>
                    <a:lnTo>
                      <a:pt x="818" y="256"/>
                    </a:lnTo>
                    <a:lnTo>
                      <a:pt x="822" y="256"/>
                    </a:lnTo>
                    <a:lnTo>
                      <a:pt x="824" y="255"/>
                    </a:lnTo>
                    <a:lnTo>
                      <a:pt x="827" y="254"/>
                    </a:lnTo>
                    <a:lnTo>
                      <a:pt x="829" y="254"/>
                    </a:lnTo>
                    <a:lnTo>
                      <a:pt x="832" y="254"/>
                    </a:lnTo>
                    <a:lnTo>
                      <a:pt x="834" y="254"/>
                    </a:lnTo>
                    <a:lnTo>
                      <a:pt x="836" y="253"/>
                    </a:lnTo>
                    <a:lnTo>
                      <a:pt x="839" y="251"/>
                    </a:lnTo>
                    <a:lnTo>
                      <a:pt x="842" y="250"/>
                    </a:lnTo>
                    <a:lnTo>
                      <a:pt x="845" y="251"/>
                    </a:lnTo>
                    <a:lnTo>
                      <a:pt x="847" y="253"/>
                    </a:lnTo>
                    <a:lnTo>
                      <a:pt x="850" y="254"/>
                    </a:lnTo>
                    <a:lnTo>
                      <a:pt x="853" y="254"/>
                    </a:lnTo>
                    <a:lnTo>
                      <a:pt x="858" y="253"/>
                    </a:lnTo>
                    <a:lnTo>
                      <a:pt x="862" y="254"/>
                    </a:lnTo>
                    <a:lnTo>
                      <a:pt x="864" y="257"/>
                    </a:lnTo>
                    <a:lnTo>
                      <a:pt x="864" y="261"/>
                    </a:lnTo>
                    <a:lnTo>
                      <a:pt x="863" y="265"/>
                    </a:lnTo>
                    <a:lnTo>
                      <a:pt x="863" y="268"/>
                    </a:lnTo>
                    <a:lnTo>
                      <a:pt x="866" y="269"/>
                    </a:lnTo>
                    <a:lnTo>
                      <a:pt x="869" y="271"/>
                    </a:lnTo>
                    <a:lnTo>
                      <a:pt x="871" y="273"/>
                    </a:lnTo>
                    <a:lnTo>
                      <a:pt x="873" y="276"/>
                    </a:lnTo>
                    <a:lnTo>
                      <a:pt x="876" y="278"/>
                    </a:lnTo>
                    <a:close/>
                  </a:path>
                </a:pathLst>
              </a:custGeom>
              <a:solidFill>
                <a:srgbClr val="41B796">
                  <a:alpha val="36000"/>
                </a:srgbClr>
              </a:solidFill>
              <a:ln>
                <a:noFill/>
              </a:ln>
            </p:spPr>
            <p:txBody>
              <a:bodyPr anchor="ctr"/>
              <a:lstStyle/>
              <a:p>
                <a:pPr algn="ctr">
                  <a:buNone/>
                </a:pPr>
              </a:p>
            </p:txBody>
          </p:sp>
          <p:sp>
            <p:nvSpPr>
              <p:cNvPr id="7682" name="addition:spatial:171">
                <a:extLst>
                  <a:ext uri="{FF2B5EF4-FFF2-40B4-BE49-F238E27FC236}">
                    <ns2:creationId id="{15CF2AE9-3E54-4E5C-96B2-698C4F2F7283}"/>
                  </a:ext>
                </a:extLst>
              </p:cNvPr>
              <p:cNvSpPr>
                <a:spLocks noGrp="1"/>
              </p:cNvSpPr>
              <p:nvPr/>
            </p:nvSpPr>
            <p:spPr>
              <a:xfrm>
                <a:off x="5648325" y="1666875"/>
                <a:ext cx="1223787" cy="639440"/>
              </a:xfrm>
              <a:custGeom>
                <a:rect l="l" t="t" r="r" b="b"/>
                <a:pathLst>
                  <a:path w="923" h="378">
                    <a:moveTo>
                      <a:pt x="0" y="0"/>
                    </a:moveTo>
                    <a:moveTo>
                      <a:pt x="912" y="333"/>
                    </a:moveTo>
                    <a:lnTo>
                      <a:pt x="918" y="337"/>
                    </a:lnTo>
                    <a:lnTo>
                      <a:pt x="923" y="341"/>
                    </a:lnTo>
                    <a:lnTo>
                      <a:pt x="922" y="345"/>
                    </a:lnTo>
                    <a:lnTo>
                      <a:pt x="917" y="348"/>
                    </a:lnTo>
                    <a:lnTo>
                      <a:pt x="912" y="350"/>
                    </a:lnTo>
                    <a:lnTo>
                      <a:pt x="908" y="352"/>
                    </a:lnTo>
                    <a:lnTo>
                      <a:pt x="906" y="355"/>
                    </a:lnTo>
                    <a:lnTo>
                      <a:pt x="904" y="358"/>
                    </a:lnTo>
                    <a:lnTo>
                      <a:pt x="901" y="360"/>
                    </a:lnTo>
                    <a:lnTo>
                      <a:pt x="897" y="361"/>
                    </a:lnTo>
                    <a:lnTo>
                      <a:pt x="894" y="363"/>
                    </a:lnTo>
                    <a:lnTo>
                      <a:pt x="891" y="367"/>
                    </a:lnTo>
                    <a:lnTo>
                      <a:pt x="888" y="370"/>
                    </a:lnTo>
                    <a:lnTo>
                      <a:pt x="883" y="372"/>
                    </a:lnTo>
                    <a:lnTo>
                      <a:pt x="878" y="371"/>
                    </a:lnTo>
                    <a:lnTo>
                      <a:pt x="873" y="371"/>
                    </a:lnTo>
                    <a:lnTo>
                      <a:pt x="869" y="372"/>
                    </a:lnTo>
                    <a:lnTo>
                      <a:pt x="864" y="376"/>
                    </a:lnTo>
                    <a:lnTo>
                      <a:pt x="858" y="378"/>
                    </a:lnTo>
                    <a:lnTo>
                      <a:pt x="853" y="377"/>
                    </a:lnTo>
                    <a:lnTo>
                      <a:pt x="849" y="372"/>
                    </a:lnTo>
                    <a:lnTo>
                      <a:pt x="847" y="366"/>
                    </a:lnTo>
                    <a:lnTo>
                      <a:pt x="845" y="362"/>
                    </a:lnTo>
                    <a:lnTo>
                      <a:pt x="841" y="361"/>
                    </a:lnTo>
                    <a:lnTo>
                      <a:pt x="837" y="361"/>
                    </a:lnTo>
                    <a:lnTo>
                      <a:pt x="833" y="360"/>
                    </a:lnTo>
                    <a:lnTo>
                      <a:pt x="829" y="358"/>
                    </a:lnTo>
                    <a:lnTo>
                      <a:pt x="825" y="357"/>
                    </a:lnTo>
                    <a:lnTo>
                      <a:pt x="821" y="355"/>
                    </a:lnTo>
                    <a:lnTo>
                      <a:pt x="817" y="352"/>
                    </a:lnTo>
                    <a:lnTo>
                      <a:pt x="815" y="349"/>
                    </a:lnTo>
                    <a:lnTo>
                      <a:pt x="817" y="344"/>
                    </a:lnTo>
                    <a:lnTo>
                      <a:pt x="821" y="340"/>
                    </a:lnTo>
                    <a:lnTo>
                      <a:pt x="824" y="336"/>
                    </a:lnTo>
                    <a:lnTo>
                      <a:pt x="823" y="333"/>
                    </a:lnTo>
                    <a:lnTo>
                      <a:pt x="821" y="330"/>
                    </a:lnTo>
                    <a:lnTo>
                      <a:pt x="821" y="326"/>
                    </a:lnTo>
                    <a:lnTo>
                      <a:pt x="824" y="323"/>
                    </a:lnTo>
                    <a:lnTo>
                      <a:pt x="829" y="320"/>
                    </a:lnTo>
                    <a:lnTo>
                      <a:pt x="833" y="318"/>
                    </a:lnTo>
                    <a:lnTo>
                      <a:pt x="835" y="315"/>
                    </a:lnTo>
                    <a:lnTo>
                      <a:pt x="834" y="311"/>
                    </a:lnTo>
                    <a:lnTo>
                      <a:pt x="834" y="306"/>
                    </a:lnTo>
                    <a:lnTo>
                      <a:pt x="835" y="302"/>
                    </a:lnTo>
                    <a:lnTo>
                      <a:pt x="838" y="299"/>
                    </a:lnTo>
                    <a:lnTo>
                      <a:pt x="842" y="297"/>
                    </a:lnTo>
                    <a:lnTo>
                      <a:pt x="845" y="295"/>
                    </a:lnTo>
                    <a:lnTo>
                      <a:pt x="849" y="294"/>
                    </a:lnTo>
                    <a:lnTo>
                      <a:pt x="854" y="295"/>
                    </a:lnTo>
                    <a:lnTo>
                      <a:pt x="859" y="298"/>
                    </a:lnTo>
                    <a:lnTo>
                      <a:pt x="862" y="301"/>
                    </a:lnTo>
                    <a:lnTo>
                      <a:pt x="865" y="301"/>
                    </a:lnTo>
                    <a:lnTo>
                      <a:pt x="868" y="297"/>
                    </a:lnTo>
                    <a:lnTo>
                      <a:pt x="872" y="293"/>
                    </a:lnTo>
                    <a:lnTo>
                      <a:pt x="876" y="292"/>
                    </a:lnTo>
                    <a:lnTo>
                      <a:pt x="879" y="293"/>
                    </a:lnTo>
                    <a:lnTo>
                      <a:pt x="882" y="296"/>
                    </a:lnTo>
                    <a:lnTo>
                      <a:pt x="885" y="299"/>
                    </a:lnTo>
                    <a:lnTo>
                      <a:pt x="890" y="299"/>
                    </a:lnTo>
                    <a:lnTo>
                      <a:pt x="894" y="300"/>
                    </a:lnTo>
                    <a:lnTo>
                      <a:pt x="898" y="302"/>
                    </a:lnTo>
                    <a:lnTo>
                      <a:pt x="900" y="306"/>
                    </a:lnTo>
                    <a:lnTo>
                      <a:pt x="901" y="310"/>
                    </a:lnTo>
                    <a:lnTo>
                      <a:pt x="903" y="313"/>
                    </a:lnTo>
                    <a:lnTo>
                      <a:pt x="905" y="316"/>
                    </a:lnTo>
                    <a:lnTo>
                      <a:pt x="906" y="320"/>
                    </a:lnTo>
                    <a:lnTo>
                      <a:pt x="906" y="324"/>
                    </a:lnTo>
                    <a:lnTo>
                      <a:pt x="905" y="327"/>
                    </a:lnTo>
                    <a:lnTo>
                      <a:pt x="907" y="330"/>
                    </a:lnTo>
                    <a:close/>
                  </a:path>
                </a:pathLst>
              </a:custGeom>
              <a:solidFill>
                <a:srgbClr val="41B796">
                  <a:alpha val="36000"/>
                </a:srgbClr>
              </a:solidFill>
              <a:ln>
                <a:noFill/>
              </a:ln>
            </p:spPr>
            <p:txBody>
              <a:bodyPr anchor="ctr"/>
              <a:lstStyle/>
              <a:p>
                <a:pPr algn="ctr">
                  <a:buNone/>
                </a:pPr>
              </a:p>
            </p:txBody>
          </p:sp>
          <p:sp>
            <p:nvSpPr>
              <p:cNvPr id="7683" name="addition:spatial:172">
                <a:extLst>
                  <a:ext uri="{FF2B5EF4-FFF2-40B4-BE49-F238E27FC236}">
                    <ns2:creationId id="{927ABEFE-3D37-43C9-B39E-640A3474A71A}"/>
                  </a:ext>
                </a:extLst>
              </p:cNvPr>
              <p:cNvSpPr>
                <a:spLocks noGrp="1"/>
              </p:cNvSpPr>
              <p:nvPr/>
            </p:nvSpPr>
            <p:spPr>
              <a:xfrm>
                <a:off x="5648325" y="1666875"/>
                <a:ext cx="1125672" cy="666506"/>
              </a:xfrm>
              <a:custGeom>
                <a:rect l="l" t="t" r="r" b="b"/>
                <a:pathLst>
                  <a:path w="849" h="394">
                    <a:moveTo>
                      <a:pt x="0" y="0"/>
                    </a:moveTo>
                    <a:moveTo>
                      <a:pt x="848" y="356"/>
                    </a:moveTo>
                    <a:lnTo>
                      <a:pt x="845" y="359"/>
                    </a:lnTo>
                    <a:lnTo>
                      <a:pt x="844" y="361"/>
                    </a:lnTo>
                    <a:lnTo>
                      <a:pt x="845" y="365"/>
                    </a:lnTo>
                    <a:lnTo>
                      <a:pt x="846" y="368"/>
                    </a:lnTo>
                    <a:lnTo>
                      <a:pt x="844" y="371"/>
                    </a:lnTo>
                    <a:lnTo>
                      <a:pt x="840" y="373"/>
                    </a:lnTo>
                    <a:lnTo>
                      <a:pt x="834" y="374"/>
                    </a:lnTo>
                    <a:lnTo>
                      <a:pt x="829" y="374"/>
                    </a:lnTo>
                    <a:lnTo>
                      <a:pt x="827" y="376"/>
                    </a:lnTo>
                    <a:lnTo>
                      <a:pt x="825" y="380"/>
                    </a:lnTo>
                    <a:lnTo>
                      <a:pt x="823" y="383"/>
                    </a:lnTo>
                    <a:lnTo>
                      <a:pt x="821" y="385"/>
                    </a:lnTo>
                    <a:lnTo>
                      <a:pt x="817" y="388"/>
                    </a:lnTo>
                    <a:lnTo>
                      <a:pt x="814" y="390"/>
                    </a:lnTo>
                    <a:lnTo>
                      <a:pt x="810" y="393"/>
                    </a:lnTo>
                    <a:lnTo>
                      <a:pt x="805" y="394"/>
                    </a:lnTo>
                    <a:lnTo>
                      <a:pt x="801" y="392"/>
                    </a:lnTo>
                    <a:lnTo>
                      <a:pt x="797" y="388"/>
                    </a:lnTo>
                    <a:lnTo>
                      <a:pt x="794" y="384"/>
                    </a:lnTo>
                    <a:lnTo>
                      <a:pt x="790" y="384"/>
                    </a:lnTo>
                    <a:lnTo>
                      <a:pt x="787" y="385"/>
                    </a:lnTo>
                    <a:lnTo>
                      <a:pt x="782" y="386"/>
                    </a:lnTo>
                    <a:lnTo>
                      <a:pt x="779" y="386"/>
                    </a:lnTo>
                    <a:lnTo>
                      <a:pt x="777" y="383"/>
                    </a:lnTo>
                    <a:lnTo>
                      <a:pt x="775" y="380"/>
                    </a:lnTo>
                    <a:lnTo>
                      <a:pt x="773" y="379"/>
                    </a:lnTo>
                    <a:lnTo>
                      <a:pt x="770" y="378"/>
                    </a:lnTo>
                    <a:lnTo>
                      <a:pt x="766" y="377"/>
                    </a:lnTo>
                    <a:lnTo>
                      <a:pt x="764" y="374"/>
                    </a:lnTo>
                    <a:lnTo>
                      <a:pt x="763" y="371"/>
                    </a:lnTo>
                    <a:lnTo>
                      <a:pt x="763" y="368"/>
                    </a:lnTo>
                    <a:lnTo>
                      <a:pt x="762" y="365"/>
                    </a:lnTo>
                    <a:lnTo>
                      <a:pt x="762" y="362"/>
                    </a:lnTo>
                    <a:lnTo>
                      <a:pt x="764" y="359"/>
                    </a:lnTo>
                    <a:lnTo>
                      <a:pt x="768" y="356"/>
                    </a:lnTo>
                    <a:lnTo>
                      <a:pt x="772" y="353"/>
                    </a:lnTo>
                    <a:lnTo>
                      <a:pt x="772" y="351"/>
                    </a:lnTo>
                    <a:lnTo>
                      <a:pt x="769" y="348"/>
                    </a:lnTo>
                    <a:lnTo>
                      <a:pt x="765" y="344"/>
                    </a:lnTo>
                    <a:lnTo>
                      <a:pt x="763" y="339"/>
                    </a:lnTo>
                    <a:lnTo>
                      <a:pt x="765" y="336"/>
                    </a:lnTo>
                    <a:lnTo>
                      <a:pt x="768" y="334"/>
                    </a:lnTo>
                    <a:lnTo>
                      <a:pt x="772" y="333"/>
                    </a:lnTo>
                    <a:lnTo>
                      <a:pt x="774" y="331"/>
                    </a:lnTo>
                    <a:lnTo>
                      <a:pt x="776" y="329"/>
                    </a:lnTo>
                    <a:lnTo>
                      <a:pt x="779" y="327"/>
                    </a:lnTo>
                    <a:lnTo>
                      <a:pt x="782" y="327"/>
                    </a:lnTo>
                    <a:lnTo>
                      <a:pt x="786" y="327"/>
                    </a:lnTo>
                    <a:lnTo>
                      <a:pt x="788" y="326"/>
                    </a:lnTo>
                    <a:lnTo>
                      <a:pt x="791" y="324"/>
                    </a:lnTo>
                    <a:lnTo>
                      <a:pt x="794" y="323"/>
                    </a:lnTo>
                    <a:lnTo>
                      <a:pt x="797" y="323"/>
                    </a:lnTo>
                    <a:lnTo>
                      <a:pt x="800" y="325"/>
                    </a:lnTo>
                    <a:lnTo>
                      <a:pt x="803" y="326"/>
                    </a:lnTo>
                    <a:lnTo>
                      <a:pt x="807" y="324"/>
                    </a:lnTo>
                    <a:lnTo>
                      <a:pt x="812" y="321"/>
                    </a:lnTo>
                    <a:lnTo>
                      <a:pt x="817" y="319"/>
                    </a:lnTo>
                    <a:lnTo>
                      <a:pt x="821" y="321"/>
                    </a:lnTo>
                    <a:lnTo>
                      <a:pt x="824" y="325"/>
                    </a:lnTo>
                    <a:lnTo>
                      <a:pt x="824" y="330"/>
                    </a:lnTo>
                    <a:lnTo>
                      <a:pt x="826" y="334"/>
                    </a:lnTo>
                    <a:lnTo>
                      <a:pt x="828" y="336"/>
                    </a:lnTo>
                    <a:lnTo>
                      <a:pt x="831" y="338"/>
                    </a:lnTo>
                    <a:lnTo>
                      <a:pt x="833" y="340"/>
                    </a:lnTo>
                    <a:lnTo>
                      <a:pt x="836" y="342"/>
                    </a:lnTo>
                    <a:lnTo>
                      <a:pt x="839" y="345"/>
                    </a:lnTo>
                    <a:lnTo>
                      <a:pt x="843" y="347"/>
                    </a:lnTo>
                    <a:lnTo>
                      <a:pt x="847" y="349"/>
                    </a:lnTo>
                    <a:lnTo>
                      <a:pt x="849" y="352"/>
                    </a:lnTo>
                    <a:close/>
                  </a:path>
                </a:pathLst>
              </a:custGeom>
              <a:solidFill>
                <a:srgbClr val="41B796">
                  <a:alpha val="36000"/>
                </a:srgbClr>
              </a:solidFill>
              <a:ln>
                <a:noFill/>
              </a:ln>
            </p:spPr>
            <p:txBody>
              <a:bodyPr anchor="ctr"/>
              <a:lstStyle/>
              <a:p>
                <a:pPr algn="ctr">
                  <a:buNone/>
                </a:pPr>
              </a:p>
            </p:txBody>
          </p:sp>
          <p:sp>
            <p:nvSpPr>
              <p:cNvPr id="7684" name="addition:spatial:173">
                <a:extLst>
                  <a:ext uri="{FF2B5EF4-FFF2-40B4-BE49-F238E27FC236}">
                    <ns2:creationId id="{696846AE-292E-4307-8CC9-36E70ABA1F7E}"/>
                  </a:ext>
                </a:extLst>
              </p:cNvPr>
              <p:cNvSpPr>
                <a:spLocks noGrp="1"/>
              </p:cNvSpPr>
              <p:nvPr/>
            </p:nvSpPr>
            <p:spPr>
              <a:xfrm>
                <a:off x="5648325" y="1666875"/>
                <a:ext cx="1083244" cy="549783"/>
              </a:xfrm>
              <a:custGeom>
                <a:rect l="l" t="t" r="r" b="b"/>
                <a:pathLst>
                  <a:path w="817" h="325">
                    <a:moveTo>
                      <a:pt x="0" y="0"/>
                    </a:moveTo>
                    <a:moveTo>
                      <a:pt x="812" y="296"/>
                    </a:moveTo>
                    <a:lnTo>
                      <a:pt x="811" y="299"/>
                    </a:lnTo>
                    <a:lnTo>
                      <a:pt x="809" y="301"/>
                    </a:lnTo>
                    <a:lnTo>
                      <a:pt x="806" y="303"/>
                    </a:lnTo>
                    <a:lnTo>
                      <a:pt x="804" y="305"/>
                    </a:lnTo>
                    <a:lnTo>
                      <a:pt x="804" y="307"/>
                    </a:lnTo>
                    <a:lnTo>
                      <a:pt x="805" y="311"/>
                    </a:lnTo>
                    <a:lnTo>
                      <a:pt x="807" y="315"/>
                    </a:lnTo>
                    <a:lnTo>
                      <a:pt x="807" y="319"/>
                    </a:lnTo>
                    <a:lnTo>
                      <a:pt x="804" y="321"/>
                    </a:lnTo>
                    <a:lnTo>
                      <a:pt x="800" y="321"/>
                    </a:lnTo>
                    <a:lnTo>
                      <a:pt x="796" y="320"/>
                    </a:lnTo>
                    <a:lnTo>
                      <a:pt x="794" y="321"/>
                    </a:lnTo>
                    <a:lnTo>
                      <a:pt x="792" y="323"/>
                    </a:lnTo>
                    <a:lnTo>
                      <a:pt x="790" y="325"/>
                    </a:lnTo>
                    <a:lnTo>
                      <a:pt x="788" y="325"/>
                    </a:lnTo>
                    <a:lnTo>
                      <a:pt x="785" y="324"/>
                    </a:lnTo>
                    <a:lnTo>
                      <a:pt x="783" y="323"/>
                    </a:lnTo>
                    <a:lnTo>
                      <a:pt x="781" y="324"/>
                    </a:lnTo>
                    <a:lnTo>
                      <a:pt x="778" y="324"/>
                    </a:lnTo>
                    <a:lnTo>
                      <a:pt x="776" y="324"/>
                    </a:lnTo>
                    <a:lnTo>
                      <a:pt x="774" y="324"/>
                    </a:lnTo>
                    <a:lnTo>
                      <a:pt x="771" y="323"/>
                    </a:lnTo>
                    <a:lnTo>
                      <a:pt x="768" y="323"/>
                    </a:lnTo>
                    <a:lnTo>
                      <a:pt x="764" y="324"/>
                    </a:lnTo>
                    <a:lnTo>
                      <a:pt x="760" y="324"/>
                    </a:lnTo>
                    <a:lnTo>
                      <a:pt x="758" y="321"/>
                    </a:lnTo>
                    <a:lnTo>
                      <a:pt x="759" y="316"/>
                    </a:lnTo>
                    <a:lnTo>
                      <a:pt x="760" y="312"/>
                    </a:lnTo>
                    <a:lnTo>
                      <a:pt x="760" y="309"/>
                    </a:lnTo>
                    <a:lnTo>
                      <a:pt x="758" y="307"/>
                    </a:lnTo>
                    <a:lnTo>
                      <a:pt x="755" y="306"/>
                    </a:lnTo>
                    <a:lnTo>
                      <a:pt x="752" y="304"/>
                    </a:lnTo>
                    <a:lnTo>
                      <a:pt x="750" y="301"/>
                    </a:lnTo>
                    <a:lnTo>
                      <a:pt x="749" y="299"/>
                    </a:lnTo>
                    <a:lnTo>
                      <a:pt x="748" y="296"/>
                    </a:lnTo>
                    <a:lnTo>
                      <a:pt x="746" y="293"/>
                    </a:lnTo>
                    <a:lnTo>
                      <a:pt x="746" y="290"/>
                    </a:lnTo>
                    <a:lnTo>
                      <a:pt x="747" y="288"/>
                    </a:lnTo>
                    <a:lnTo>
                      <a:pt x="749" y="286"/>
                    </a:lnTo>
                    <a:lnTo>
                      <a:pt x="751" y="283"/>
                    </a:lnTo>
                    <a:lnTo>
                      <a:pt x="751" y="281"/>
                    </a:lnTo>
                    <a:lnTo>
                      <a:pt x="751" y="278"/>
                    </a:lnTo>
                    <a:lnTo>
                      <a:pt x="753" y="276"/>
                    </a:lnTo>
                    <a:lnTo>
                      <a:pt x="757" y="275"/>
                    </a:lnTo>
                    <a:lnTo>
                      <a:pt x="761" y="276"/>
                    </a:lnTo>
                    <a:lnTo>
                      <a:pt x="765" y="276"/>
                    </a:lnTo>
                    <a:lnTo>
                      <a:pt x="767" y="274"/>
                    </a:lnTo>
                    <a:lnTo>
                      <a:pt x="768" y="270"/>
                    </a:lnTo>
                    <a:lnTo>
                      <a:pt x="770" y="266"/>
                    </a:lnTo>
                    <a:lnTo>
                      <a:pt x="773" y="264"/>
                    </a:lnTo>
                    <a:lnTo>
                      <a:pt x="776" y="263"/>
                    </a:lnTo>
                    <a:lnTo>
                      <a:pt x="780" y="263"/>
                    </a:lnTo>
                    <a:lnTo>
                      <a:pt x="784" y="264"/>
                    </a:lnTo>
                    <a:lnTo>
                      <a:pt x="787" y="265"/>
                    </a:lnTo>
                    <a:lnTo>
                      <a:pt x="790" y="267"/>
                    </a:lnTo>
                    <a:lnTo>
                      <a:pt x="792" y="270"/>
                    </a:lnTo>
                    <a:lnTo>
                      <a:pt x="794" y="272"/>
                    </a:lnTo>
                    <a:lnTo>
                      <a:pt x="797" y="273"/>
                    </a:lnTo>
                    <a:lnTo>
                      <a:pt x="800" y="273"/>
                    </a:lnTo>
                    <a:lnTo>
                      <a:pt x="804" y="272"/>
                    </a:lnTo>
                    <a:lnTo>
                      <a:pt x="807" y="274"/>
                    </a:lnTo>
                    <a:lnTo>
                      <a:pt x="808" y="277"/>
                    </a:lnTo>
                    <a:lnTo>
                      <a:pt x="808" y="280"/>
                    </a:lnTo>
                    <a:lnTo>
                      <a:pt x="809" y="282"/>
                    </a:lnTo>
                    <a:lnTo>
                      <a:pt x="812" y="283"/>
                    </a:lnTo>
                    <a:lnTo>
                      <a:pt x="815" y="285"/>
                    </a:lnTo>
                    <a:lnTo>
                      <a:pt x="817" y="287"/>
                    </a:lnTo>
                    <a:lnTo>
                      <a:pt x="816" y="290"/>
                    </a:lnTo>
                    <a:lnTo>
                      <a:pt x="814" y="293"/>
                    </a:lnTo>
                    <a:close/>
                  </a:path>
                </a:pathLst>
              </a:custGeom>
              <a:solidFill>
                <a:srgbClr val="69C6AD">
                  <a:alpha val="32000"/>
                </a:srgbClr>
              </a:solidFill>
              <a:ln>
                <a:noFill/>
              </a:ln>
            </p:spPr>
            <p:txBody>
              <a:bodyPr anchor="ctr"/>
              <a:lstStyle/>
              <a:p>
                <a:pPr algn="ctr">
                  <a:buNone/>
                </a:pPr>
              </a:p>
            </p:txBody>
          </p:sp>
          <p:sp>
            <p:nvSpPr>
              <p:cNvPr id="7685" name="addition:spatial:174">
                <a:extLst>
                  <a:ext uri="{FF2B5EF4-FFF2-40B4-BE49-F238E27FC236}">
                    <ns2:creationId id="{FEA65563-8CBE-4A0F-814B-6120C7921C90}"/>
                  </a:ext>
                </a:extLst>
              </p:cNvPr>
              <p:cNvSpPr>
                <a:spLocks noGrp="1"/>
              </p:cNvSpPr>
              <p:nvPr/>
            </p:nvSpPr>
            <p:spPr>
              <a:xfrm>
                <a:off x="5648325" y="1666875"/>
                <a:ext cx="1182685" cy="620832"/>
              </a:xfrm>
              <a:custGeom>
                <a:rect l="l" t="t" r="r" b="b"/>
                <a:pathLst>
                  <a:path w="892" h="367">
                    <a:moveTo>
                      <a:pt x="0" y="0"/>
                    </a:moveTo>
                    <a:moveTo>
                      <a:pt x="890" y="340"/>
                    </a:moveTo>
                    <a:lnTo>
                      <a:pt x="888" y="343"/>
                    </a:lnTo>
                    <a:lnTo>
                      <a:pt x="886" y="345"/>
                    </a:lnTo>
                    <a:lnTo>
                      <a:pt x="884" y="347"/>
                    </a:lnTo>
                    <a:lnTo>
                      <a:pt x="881" y="348"/>
                    </a:lnTo>
                    <a:lnTo>
                      <a:pt x="878" y="350"/>
                    </a:lnTo>
                    <a:lnTo>
                      <a:pt x="876" y="352"/>
                    </a:lnTo>
                    <a:lnTo>
                      <a:pt x="876" y="354"/>
                    </a:lnTo>
                    <a:lnTo>
                      <a:pt x="877" y="358"/>
                    </a:lnTo>
                    <a:lnTo>
                      <a:pt x="877" y="361"/>
                    </a:lnTo>
                    <a:lnTo>
                      <a:pt x="874" y="363"/>
                    </a:lnTo>
                    <a:lnTo>
                      <a:pt x="870" y="363"/>
                    </a:lnTo>
                    <a:lnTo>
                      <a:pt x="866" y="363"/>
                    </a:lnTo>
                    <a:lnTo>
                      <a:pt x="864" y="364"/>
                    </a:lnTo>
                    <a:lnTo>
                      <a:pt x="861" y="366"/>
                    </a:lnTo>
                    <a:lnTo>
                      <a:pt x="859" y="367"/>
                    </a:lnTo>
                    <a:lnTo>
                      <a:pt x="856" y="367"/>
                    </a:lnTo>
                    <a:lnTo>
                      <a:pt x="853" y="366"/>
                    </a:lnTo>
                    <a:lnTo>
                      <a:pt x="851" y="365"/>
                    </a:lnTo>
                    <a:lnTo>
                      <a:pt x="849" y="364"/>
                    </a:lnTo>
                    <a:lnTo>
                      <a:pt x="846" y="364"/>
                    </a:lnTo>
                    <a:lnTo>
                      <a:pt x="844" y="363"/>
                    </a:lnTo>
                    <a:lnTo>
                      <a:pt x="842" y="362"/>
                    </a:lnTo>
                    <a:lnTo>
                      <a:pt x="840" y="362"/>
                    </a:lnTo>
                    <a:lnTo>
                      <a:pt x="837" y="362"/>
                    </a:lnTo>
                    <a:lnTo>
                      <a:pt x="833" y="363"/>
                    </a:lnTo>
                    <a:lnTo>
                      <a:pt x="829" y="363"/>
                    </a:lnTo>
                    <a:lnTo>
                      <a:pt x="827" y="361"/>
                    </a:lnTo>
                    <a:lnTo>
                      <a:pt x="828" y="357"/>
                    </a:lnTo>
                    <a:lnTo>
                      <a:pt x="830" y="353"/>
                    </a:lnTo>
                    <a:lnTo>
                      <a:pt x="831" y="350"/>
                    </a:lnTo>
                    <a:lnTo>
                      <a:pt x="830" y="348"/>
                    </a:lnTo>
                    <a:lnTo>
                      <a:pt x="828" y="347"/>
                    </a:lnTo>
                    <a:lnTo>
                      <a:pt x="826" y="345"/>
                    </a:lnTo>
                    <a:lnTo>
                      <a:pt x="825" y="342"/>
                    </a:lnTo>
                    <a:lnTo>
                      <a:pt x="825" y="340"/>
                    </a:lnTo>
                    <a:lnTo>
                      <a:pt x="824" y="338"/>
                    </a:lnTo>
                    <a:lnTo>
                      <a:pt x="823" y="335"/>
                    </a:lnTo>
                    <a:lnTo>
                      <a:pt x="822" y="333"/>
                    </a:lnTo>
                    <a:lnTo>
                      <a:pt x="822" y="330"/>
                    </a:lnTo>
                    <a:lnTo>
                      <a:pt x="824" y="329"/>
                    </a:lnTo>
                    <a:lnTo>
                      <a:pt x="825" y="327"/>
                    </a:lnTo>
                    <a:lnTo>
                      <a:pt x="826" y="324"/>
                    </a:lnTo>
                    <a:lnTo>
                      <a:pt x="826" y="321"/>
                    </a:lnTo>
                    <a:lnTo>
                      <a:pt x="828" y="319"/>
                    </a:lnTo>
                    <a:lnTo>
                      <a:pt x="831" y="319"/>
                    </a:lnTo>
                    <a:lnTo>
                      <a:pt x="835" y="320"/>
                    </a:lnTo>
                    <a:lnTo>
                      <a:pt x="839" y="321"/>
                    </a:lnTo>
                    <a:lnTo>
                      <a:pt x="841" y="320"/>
                    </a:lnTo>
                    <a:lnTo>
                      <a:pt x="842" y="318"/>
                    </a:lnTo>
                    <a:lnTo>
                      <a:pt x="844" y="315"/>
                    </a:lnTo>
                    <a:lnTo>
                      <a:pt x="847" y="312"/>
                    </a:lnTo>
                    <a:lnTo>
                      <a:pt x="850" y="312"/>
                    </a:lnTo>
                    <a:lnTo>
                      <a:pt x="854" y="312"/>
                    </a:lnTo>
                    <a:lnTo>
                      <a:pt x="857" y="312"/>
                    </a:lnTo>
                    <a:lnTo>
                      <a:pt x="861" y="312"/>
                    </a:lnTo>
                    <a:lnTo>
                      <a:pt x="864" y="314"/>
                    </a:lnTo>
                    <a:lnTo>
                      <a:pt x="866" y="316"/>
                    </a:lnTo>
                    <a:lnTo>
                      <a:pt x="868" y="319"/>
                    </a:lnTo>
                    <a:lnTo>
                      <a:pt x="870" y="321"/>
                    </a:lnTo>
                    <a:lnTo>
                      <a:pt x="874" y="321"/>
                    </a:lnTo>
                    <a:lnTo>
                      <a:pt x="878" y="321"/>
                    </a:lnTo>
                    <a:lnTo>
                      <a:pt x="880" y="323"/>
                    </a:lnTo>
                    <a:lnTo>
                      <a:pt x="881" y="325"/>
                    </a:lnTo>
                    <a:lnTo>
                      <a:pt x="881" y="328"/>
                    </a:lnTo>
                    <a:lnTo>
                      <a:pt x="882" y="330"/>
                    </a:lnTo>
                    <a:lnTo>
                      <a:pt x="885" y="331"/>
                    </a:lnTo>
                    <a:lnTo>
                      <a:pt x="889" y="333"/>
                    </a:lnTo>
                    <a:lnTo>
                      <a:pt x="892" y="335"/>
                    </a:lnTo>
                    <a:lnTo>
                      <a:pt x="892" y="338"/>
                    </a:lnTo>
                    <a:close/>
                  </a:path>
                </a:pathLst>
              </a:custGeom>
              <a:solidFill>
                <a:srgbClr val="69C6AD">
                  <a:alpha val="32000"/>
                </a:srgbClr>
              </a:solidFill>
              <a:ln>
                <a:noFill/>
              </a:ln>
            </p:spPr>
            <p:txBody>
              <a:bodyPr anchor="ctr"/>
              <a:lstStyle/>
              <a:p>
                <a:pPr algn="ctr">
                  <a:buNone/>
                </a:pPr>
              </a:p>
            </p:txBody>
          </p:sp>
          <p:sp>
            <p:nvSpPr>
              <p:cNvPr id="7686" name="addition:spatial:175">
                <a:extLst>
                  <a:ext uri="{FF2B5EF4-FFF2-40B4-BE49-F238E27FC236}">
                    <ns2:creationId id="{8F07C556-898D-4C16-B440-878164801CE1}"/>
                  </a:ext>
                </a:extLst>
              </p:cNvPr>
              <p:cNvSpPr>
                <a:spLocks noGrp="1"/>
              </p:cNvSpPr>
              <p:nvPr/>
            </p:nvSpPr>
            <p:spPr>
              <a:xfrm>
                <a:off x="5648325" y="1666875"/>
                <a:ext cx="1243675" cy="593766"/>
              </a:xfrm>
              <a:custGeom>
                <a:rect l="l" t="t" r="r" b="b"/>
                <a:pathLst>
                  <a:path w="938" h="351">
                    <a:moveTo>
                      <a:pt x="0" y="0"/>
                    </a:moveTo>
                    <a:moveTo>
                      <a:pt x="937" y="322"/>
                    </a:moveTo>
                    <a:lnTo>
                      <a:pt x="936" y="324"/>
                    </a:lnTo>
                    <a:lnTo>
                      <a:pt x="936" y="327"/>
                    </a:lnTo>
                    <a:lnTo>
                      <a:pt x="937" y="329"/>
                    </a:lnTo>
                    <a:lnTo>
                      <a:pt x="937" y="332"/>
                    </a:lnTo>
                    <a:lnTo>
                      <a:pt x="936" y="334"/>
                    </a:lnTo>
                    <a:lnTo>
                      <a:pt x="935" y="336"/>
                    </a:lnTo>
                    <a:lnTo>
                      <a:pt x="934" y="338"/>
                    </a:lnTo>
                    <a:lnTo>
                      <a:pt x="935" y="341"/>
                    </a:lnTo>
                    <a:lnTo>
                      <a:pt x="934" y="345"/>
                    </a:lnTo>
                    <a:lnTo>
                      <a:pt x="933" y="346"/>
                    </a:lnTo>
                    <a:lnTo>
                      <a:pt x="930" y="346"/>
                    </a:lnTo>
                    <a:lnTo>
                      <a:pt x="927" y="344"/>
                    </a:lnTo>
                    <a:lnTo>
                      <a:pt x="925" y="343"/>
                    </a:lnTo>
                    <a:lnTo>
                      <a:pt x="923" y="343"/>
                    </a:lnTo>
                    <a:lnTo>
                      <a:pt x="922" y="346"/>
                    </a:lnTo>
                    <a:lnTo>
                      <a:pt x="921" y="348"/>
                    </a:lnTo>
                    <a:lnTo>
                      <a:pt x="919" y="350"/>
                    </a:lnTo>
                    <a:lnTo>
                      <a:pt x="917" y="350"/>
                    </a:lnTo>
                    <a:lnTo>
                      <a:pt x="915" y="350"/>
                    </a:lnTo>
                    <a:lnTo>
                      <a:pt x="912" y="351"/>
                    </a:lnTo>
                    <a:lnTo>
                      <a:pt x="910" y="351"/>
                    </a:lnTo>
                    <a:lnTo>
                      <a:pt x="908" y="349"/>
                    </a:lnTo>
                    <a:lnTo>
                      <a:pt x="906" y="346"/>
                    </a:lnTo>
                    <a:lnTo>
                      <a:pt x="905" y="344"/>
                    </a:lnTo>
                    <a:lnTo>
                      <a:pt x="903" y="342"/>
                    </a:lnTo>
                    <a:lnTo>
                      <a:pt x="901" y="342"/>
                    </a:lnTo>
                    <a:lnTo>
                      <a:pt x="898" y="341"/>
                    </a:lnTo>
                    <a:lnTo>
                      <a:pt x="897" y="338"/>
                    </a:lnTo>
                    <a:lnTo>
                      <a:pt x="897" y="335"/>
                    </a:lnTo>
                    <a:lnTo>
                      <a:pt x="897" y="332"/>
                    </a:lnTo>
                    <a:lnTo>
                      <a:pt x="896" y="330"/>
                    </a:lnTo>
                    <a:lnTo>
                      <a:pt x="893" y="329"/>
                    </a:lnTo>
                    <a:lnTo>
                      <a:pt x="890" y="327"/>
                    </a:lnTo>
                    <a:lnTo>
                      <a:pt x="888" y="325"/>
                    </a:lnTo>
                    <a:lnTo>
                      <a:pt x="888" y="322"/>
                    </a:lnTo>
                    <a:lnTo>
                      <a:pt x="889" y="320"/>
                    </a:lnTo>
                    <a:lnTo>
                      <a:pt x="890" y="317"/>
                    </a:lnTo>
                    <a:lnTo>
                      <a:pt x="891" y="315"/>
                    </a:lnTo>
                    <a:lnTo>
                      <a:pt x="893" y="313"/>
                    </a:lnTo>
                    <a:lnTo>
                      <a:pt x="895" y="311"/>
                    </a:lnTo>
                    <a:lnTo>
                      <a:pt x="898" y="311"/>
                    </a:lnTo>
                    <a:lnTo>
                      <a:pt x="900" y="309"/>
                    </a:lnTo>
                    <a:lnTo>
                      <a:pt x="900" y="306"/>
                    </a:lnTo>
                    <a:lnTo>
                      <a:pt x="900" y="303"/>
                    </a:lnTo>
                    <a:lnTo>
                      <a:pt x="901" y="299"/>
                    </a:lnTo>
                    <a:lnTo>
                      <a:pt x="903" y="298"/>
                    </a:lnTo>
                    <a:lnTo>
                      <a:pt x="906" y="298"/>
                    </a:lnTo>
                    <a:lnTo>
                      <a:pt x="908" y="298"/>
                    </a:lnTo>
                    <a:lnTo>
                      <a:pt x="910" y="297"/>
                    </a:lnTo>
                    <a:lnTo>
                      <a:pt x="912" y="294"/>
                    </a:lnTo>
                    <a:lnTo>
                      <a:pt x="914" y="293"/>
                    </a:lnTo>
                    <a:lnTo>
                      <a:pt x="917" y="293"/>
                    </a:lnTo>
                    <a:lnTo>
                      <a:pt x="919" y="295"/>
                    </a:lnTo>
                    <a:lnTo>
                      <a:pt x="921" y="296"/>
                    </a:lnTo>
                    <a:lnTo>
                      <a:pt x="923" y="297"/>
                    </a:lnTo>
                    <a:lnTo>
                      <a:pt x="925" y="298"/>
                    </a:lnTo>
                    <a:lnTo>
                      <a:pt x="926" y="300"/>
                    </a:lnTo>
                    <a:lnTo>
                      <a:pt x="927" y="301"/>
                    </a:lnTo>
                    <a:lnTo>
                      <a:pt x="929" y="302"/>
                    </a:lnTo>
                    <a:lnTo>
                      <a:pt x="931" y="302"/>
                    </a:lnTo>
                    <a:lnTo>
                      <a:pt x="934" y="301"/>
                    </a:lnTo>
                    <a:lnTo>
                      <a:pt x="937" y="301"/>
                    </a:lnTo>
                    <a:lnTo>
                      <a:pt x="938" y="303"/>
                    </a:lnTo>
                    <a:lnTo>
                      <a:pt x="938" y="307"/>
                    </a:lnTo>
                    <a:lnTo>
                      <a:pt x="936" y="311"/>
                    </a:lnTo>
                    <a:lnTo>
                      <a:pt x="935" y="313"/>
                    </a:lnTo>
                    <a:lnTo>
                      <a:pt x="936" y="316"/>
                    </a:lnTo>
                    <a:lnTo>
                      <a:pt x="937" y="318"/>
                    </a:lnTo>
                    <a:lnTo>
                      <a:pt x="937" y="320"/>
                    </a:lnTo>
                    <a:close/>
                  </a:path>
                </a:pathLst>
              </a:custGeom>
              <a:solidFill>
                <a:srgbClr val="86D1BC">
                  <a:alpha val="24000"/>
                </a:srgbClr>
              </a:solidFill>
              <a:ln>
                <a:noFill/>
              </a:ln>
            </p:spPr>
            <p:txBody>
              <a:bodyPr anchor="ctr"/>
              <a:lstStyle/>
              <a:p>
                <a:pPr algn="ctr">
                  <a:buNone/>
                </a:pPr>
              </a:p>
            </p:txBody>
          </p:sp>
          <p:sp>
            <p:nvSpPr>
              <p:cNvPr id="7687" name="addition:spatial:176">
                <a:extLst>
                  <a:ext uri="{FF2B5EF4-FFF2-40B4-BE49-F238E27FC236}">
                    <ns2:creationId id="{CF98E8FA-489A-4D5E-B7CF-FE1D0ADB97DF}"/>
                  </a:ext>
                </a:extLst>
              </p:cNvPr>
              <p:cNvSpPr>
                <a:spLocks noGrp="1"/>
              </p:cNvSpPr>
              <p:nvPr/>
            </p:nvSpPr>
            <p:spPr>
              <a:xfrm>
                <a:off x="5648325" y="1666875"/>
                <a:ext cx="1199921" cy="691881"/>
              </a:xfrm>
              <a:custGeom>
                <a:rect l="l" t="t" r="r" b="b"/>
                <a:pathLst>
                  <a:path w="905" h="409">
                    <a:moveTo>
                      <a:pt x="0" y="0"/>
                    </a:moveTo>
                    <a:moveTo>
                      <a:pt x="904" y="378"/>
                    </a:moveTo>
                    <a:lnTo>
                      <a:pt x="905" y="381"/>
                    </a:lnTo>
                    <a:lnTo>
                      <a:pt x="904" y="383"/>
                    </a:lnTo>
                    <a:lnTo>
                      <a:pt x="902" y="385"/>
                    </a:lnTo>
                    <a:lnTo>
                      <a:pt x="901" y="387"/>
                    </a:lnTo>
                    <a:lnTo>
                      <a:pt x="901" y="390"/>
                    </a:lnTo>
                    <a:lnTo>
                      <a:pt x="901" y="392"/>
                    </a:lnTo>
                    <a:lnTo>
                      <a:pt x="900" y="395"/>
                    </a:lnTo>
                    <a:lnTo>
                      <a:pt x="898" y="396"/>
                    </a:lnTo>
                    <a:lnTo>
                      <a:pt x="896" y="396"/>
                    </a:lnTo>
                    <a:lnTo>
                      <a:pt x="893" y="397"/>
                    </a:lnTo>
                    <a:lnTo>
                      <a:pt x="892" y="398"/>
                    </a:lnTo>
                    <a:lnTo>
                      <a:pt x="891" y="400"/>
                    </a:lnTo>
                    <a:lnTo>
                      <a:pt x="889" y="401"/>
                    </a:lnTo>
                    <a:lnTo>
                      <a:pt x="887" y="403"/>
                    </a:lnTo>
                    <a:lnTo>
                      <a:pt x="885" y="404"/>
                    </a:lnTo>
                    <a:lnTo>
                      <a:pt x="883" y="406"/>
                    </a:lnTo>
                    <a:lnTo>
                      <a:pt x="881" y="409"/>
                    </a:lnTo>
                    <a:lnTo>
                      <a:pt x="878" y="409"/>
                    </a:lnTo>
                    <a:lnTo>
                      <a:pt x="876" y="407"/>
                    </a:lnTo>
                    <a:lnTo>
                      <a:pt x="874" y="404"/>
                    </a:lnTo>
                    <a:lnTo>
                      <a:pt x="873" y="400"/>
                    </a:lnTo>
                    <a:lnTo>
                      <a:pt x="872" y="399"/>
                    </a:lnTo>
                    <a:lnTo>
                      <a:pt x="870" y="399"/>
                    </a:lnTo>
                    <a:lnTo>
                      <a:pt x="867" y="399"/>
                    </a:lnTo>
                    <a:lnTo>
                      <a:pt x="865" y="399"/>
                    </a:lnTo>
                    <a:lnTo>
                      <a:pt x="864" y="397"/>
                    </a:lnTo>
                    <a:lnTo>
                      <a:pt x="863" y="395"/>
                    </a:lnTo>
                    <a:lnTo>
                      <a:pt x="862" y="394"/>
                    </a:lnTo>
                    <a:lnTo>
                      <a:pt x="860" y="392"/>
                    </a:lnTo>
                    <a:lnTo>
                      <a:pt x="859" y="390"/>
                    </a:lnTo>
                    <a:lnTo>
                      <a:pt x="858" y="388"/>
                    </a:lnTo>
                    <a:lnTo>
                      <a:pt x="859" y="386"/>
                    </a:lnTo>
                    <a:lnTo>
                      <a:pt x="858" y="383"/>
                    </a:lnTo>
                    <a:lnTo>
                      <a:pt x="858" y="381"/>
                    </a:lnTo>
                    <a:lnTo>
                      <a:pt x="858" y="378"/>
                    </a:lnTo>
                    <a:lnTo>
                      <a:pt x="859" y="376"/>
                    </a:lnTo>
                    <a:lnTo>
                      <a:pt x="862" y="374"/>
                    </a:lnTo>
                    <a:lnTo>
                      <a:pt x="864" y="373"/>
                    </a:lnTo>
                    <a:lnTo>
                      <a:pt x="865" y="371"/>
                    </a:lnTo>
                    <a:lnTo>
                      <a:pt x="865" y="368"/>
                    </a:lnTo>
                    <a:lnTo>
                      <a:pt x="864" y="365"/>
                    </a:lnTo>
                    <a:lnTo>
                      <a:pt x="863" y="361"/>
                    </a:lnTo>
                    <a:lnTo>
                      <a:pt x="864" y="359"/>
                    </a:lnTo>
                    <a:lnTo>
                      <a:pt x="866" y="357"/>
                    </a:lnTo>
                    <a:lnTo>
                      <a:pt x="867" y="356"/>
                    </a:lnTo>
                    <a:lnTo>
                      <a:pt x="869" y="355"/>
                    </a:lnTo>
                    <a:lnTo>
                      <a:pt x="871" y="354"/>
                    </a:lnTo>
                    <a:lnTo>
                      <a:pt x="873" y="354"/>
                    </a:lnTo>
                    <a:lnTo>
                      <a:pt x="875" y="355"/>
                    </a:lnTo>
                    <a:lnTo>
                      <a:pt x="876" y="355"/>
                    </a:lnTo>
                    <a:lnTo>
                      <a:pt x="878" y="355"/>
                    </a:lnTo>
                    <a:lnTo>
                      <a:pt x="879" y="353"/>
                    </a:lnTo>
                    <a:lnTo>
                      <a:pt x="881" y="352"/>
                    </a:lnTo>
                    <a:lnTo>
                      <a:pt x="882" y="352"/>
                    </a:lnTo>
                    <a:lnTo>
                      <a:pt x="884" y="354"/>
                    </a:lnTo>
                    <a:lnTo>
                      <a:pt x="885" y="356"/>
                    </a:lnTo>
                    <a:lnTo>
                      <a:pt x="887" y="355"/>
                    </a:lnTo>
                    <a:lnTo>
                      <a:pt x="889" y="354"/>
                    </a:lnTo>
                    <a:lnTo>
                      <a:pt x="892" y="353"/>
                    </a:lnTo>
                    <a:lnTo>
                      <a:pt x="894" y="355"/>
                    </a:lnTo>
                    <a:lnTo>
                      <a:pt x="895" y="357"/>
                    </a:lnTo>
                    <a:lnTo>
                      <a:pt x="895" y="361"/>
                    </a:lnTo>
                    <a:lnTo>
                      <a:pt x="895" y="364"/>
                    </a:lnTo>
                    <a:lnTo>
                      <a:pt x="896" y="366"/>
                    </a:lnTo>
                    <a:lnTo>
                      <a:pt x="896" y="368"/>
                    </a:lnTo>
                    <a:lnTo>
                      <a:pt x="897" y="370"/>
                    </a:lnTo>
                    <a:lnTo>
                      <a:pt x="897" y="372"/>
                    </a:lnTo>
                    <a:lnTo>
                      <a:pt x="899" y="374"/>
                    </a:lnTo>
                    <a:lnTo>
                      <a:pt x="902" y="376"/>
                    </a:lnTo>
                    <a:close/>
                  </a:path>
                </a:pathLst>
              </a:custGeom>
              <a:solidFill>
                <a:srgbClr val="86D1BC">
                  <a:alpha val="24000"/>
                </a:srgbClr>
              </a:solidFill>
              <a:ln>
                <a:noFill/>
              </a:ln>
            </p:spPr>
            <p:txBody>
              <a:bodyPr anchor="ctr"/>
              <a:lstStyle/>
              <a:p>
                <a:pPr algn="ctr">
                  <a:buNone/>
                </a:pPr>
              </a:p>
            </p:txBody>
          </p:sp>
          <p:sp>
            <p:nvSpPr>
              <p:cNvPr id="7688" name="addition:spatial:177">
                <a:extLst>
                  <a:ext uri="{FF2B5EF4-FFF2-40B4-BE49-F238E27FC236}">
                    <ns2:creationId id="{98EE6D96-7061-4789-9AA1-F058DF37A76E}"/>
                  </a:ext>
                </a:extLst>
              </p:cNvPr>
              <p:cNvSpPr>
                <a:spLocks noGrp="1"/>
              </p:cNvSpPr>
              <p:nvPr/>
            </p:nvSpPr>
            <p:spPr>
              <a:xfrm>
                <a:off x="5648325" y="1666875"/>
                <a:ext cx="1101806" cy="702031"/>
              </a:xfrm>
              <a:custGeom>
                <a:rect l="l" t="t" r="r" b="b"/>
                <a:pathLst>
                  <a:path w="831" h="415">
                    <a:moveTo>
                      <a:pt x="0" y="0"/>
                    </a:moveTo>
                    <a:moveTo>
                      <a:pt x="827" y="392"/>
                    </a:moveTo>
                    <a:lnTo>
                      <a:pt x="825" y="394"/>
                    </a:lnTo>
                    <a:lnTo>
                      <a:pt x="824" y="395"/>
                    </a:lnTo>
                    <a:lnTo>
                      <a:pt x="824" y="397"/>
                    </a:lnTo>
                    <a:lnTo>
                      <a:pt x="824" y="399"/>
                    </a:lnTo>
                    <a:lnTo>
                      <a:pt x="824" y="401"/>
                    </a:lnTo>
                    <a:lnTo>
                      <a:pt x="824" y="404"/>
                    </a:lnTo>
                    <a:lnTo>
                      <a:pt x="824" y="406"/>
                    </a:lnTo>
                    <a:lnTo>
                      <a:pt x="824" y="409"/>
                    </a:lnTo>
                    <a:lnTo>
                      <a:pt x="823" y="411"/>
                    </a:lnTo>
                    <a:lnTo>
                      <a:pt x="821" y="412"/>
                    </a:lnTo>
                    <a:lnTo>
                      <a:pt x="818" y="411"/>
                    </a:lnTo>
                    <a:lnTo>
                      <a:pt x="816" y="411"/>
                    </a:lnTo>
                    <a:lnTo>
                      <a:pt x="814" y="411"/>
                    </a:lnTo>
                    <a:lnTo>
                      <a:pt x="813" y="413"/>
                    </a:lnTo>
                    <a:lnTo>
                      <a:pt x="812" y="414"/>
                    </a:lnTo>
                    <a:lnTo>
                      <a:pt x="810" y="415"/>
                    </a:lnTo>
                    <a:lnTo>
                      <a:pt x="808" y="414"/>
                    </a:lnTo>
                    <a:lnTo>
                      <a:pt x="807" y="413"/>
                    </a:lnTo>
                    <a:lnTo>
                      <a:pt x="805" y="412"/>
                    </a:lnTo>
                    <a:lnTo>
                      <a:pt x="803" y="413"/>
                    </a:lnTo>
                    <a:lnTo>
                      <a:pt x="801" y="414"/>
                    </a:lnTo>
                    <a:lnTo>
                      <a:pt x="799" y="415"/>
                    </a:lnTo>
                    <a:lnTo>
                      <a:pt x="797" y="414"/>
                    </a:lnTo>
                    <a:lnTo>
                      <a:pt x="795" y="413"/>
                    </a:lnTo>
                    <a:lnTo>
                      <a:pt x="793" y="412"/>
                    </a:lnTo>
                    <a:lnTo>
                      <a:pt x="791" y="410"/>
                    </a:lnTo>
                    <a:lnTo>
                      <a:pt x="790" y="408"/>
                    </a:lnTo>
                    <a:lnTo>
                      <a:pt x="790" y="405"/>
                    </a:lnTo>
                    <a:lnTo>
                      <a:pt x="791" y="402"/>
                    </a:lnTo>
                    <a:lnTo>
                      <a:pt x="791" y="400"/>
                    </a:lnTo>
                    <a:lnTo>
                      <a:pt x="789" y="399"/>
                    </a:lnTo>
                    <a:lnTo>
                      <a:pt x="786" y="398"/>
                    </a:lnTo>
                    <a:lnTo>
                      <a:pt x="783" y="396"/>
                    </a:lnTo>
                    <a:lnTo>
                      <a:pt x="782" y="394"/>
                    </a:lnTo>
                    <a:lnTo>
                      <a:pt x="782" y="392"/>
                    </a:lnTo>
                    <a:lnTo>
                      <a:pt x="783" y="390"/>
                    </a:lnTo>
                    <a:lnTo>
                      <a:pt x="783" y="388"/>
                    </a:lnTo>
                    <a:lnTo>
                      <a:pt x="782" y="385"/>
                    </a:lnTo>
                    <a:lnTo>
                      <a:pt x="783" y="383"/>
                    </a:lnTo>
                    <a:lnTo>
                      <a:pt x="784" y="382"/>
                    </a:lnTo>
                    <a:lnTo>
                      <a:pt x="786" y="380"/>
                    </a:lnTo>
                    <a:lnTo>
                      <a:pt x="787" y="379"/>
                    </a:lnTo>
                    <a:lnTo>
                      <a:pt x="788" y="377"/>
                    </a:lnTo>
                    <a:lnTo>
                      <a:pt x="790" y="376"/>
                    </a:lnTo>
                    <a:lnTo>
                      <a:pt x="792" y="375"/>
                    </a:lnTo>
                    <a:lnTo>
                      <a:pt x="794" y="375"/>
                    </a:lnTo>
                    <a:lnTo>
                      <a:pt x="797" y="374"/>
                    </a:lnTo>
                    <a:lnTo>
                      <a:pt x="798" y="373"/>
                    </a:lnTo>
                    <a:lnTo>
                      <a:pt x="799" y="369"/>
                    </a:lnTo>
                    <a:lnTo>
                      <a:pt x="801" y="366"/>
                    </a:lnTo>
                    <a:lnTo>
                      <a:pt x="803" y="365"/>
                    </a:lnTo>
                    <a:lnTo>
                      <a:pt x="806" y="366"/>
                    </a:lnTo>
                    <a:lnTo>
                      <a:pt x="809" y="368"/>
                    </a:lnTo>
                    <a:lnTo>
                      <a:pt x="811" y="370"/>
                    </a:lnTo>
                    <a:lnTo>
                      <a:pt x="813" y="371"/>
                    </a:lnTo>
                    <a:lnTo>
                      <a:pt x="815" y="371"/>
                    </a:lnTo>
                    <a:lnTo>
                      <a:pt x="816" y="372"/>
                    </a:lnTo>
                    <a:lnTo>
                      <a:pt x="818" y="373"/>
                    </a:lnTo>
                    <a:lnTo>
                      <a:pt x="820" y="374"/>
                    </a:lnTo>
                    <a:lnTo>
                      <a:pt x="822" y="375"/>
                    </a:lnTo>
                    <a:lnTo>
                      <a:pt x="824" y="375"/>
                    </a:lnTo>
                    <a:lnTo>
                      <a:pt x="826" y="376"/>
                    </a:lnTo>
                    <a:lnTo>
                      <a:pt x="827" y="378"/>
                    </a:lnTo>
                    <a:lnTo>
                      <a:pt x="827" y="380"/>
                    </a:lnTo>
                    <a:lnTo>
                      <a:pt x="827" y="382"/>
                    </a:lnTo>
                    <a:lnTo>
                      <a:pt x="828" y="384"/>
                    </a:lnTo>
                    <a:lnTo>
                      <a:pt x="830" y="385"/>
                    </a:lnTo>
                    <a:lnTo>
                      <a:pt x="831" y="387"/>
                    </a:lnTo>
                    <a:lnTo>
                      <a:pt x="830" y="390"/>
                    </a:lnTo>
                    <a:close/>
                  </a:path>
                </a:pathLst>
              </a:custGeom>
              <a:solidFill>
                <a:srgbClr val="86D1BC">
                  <a:alpha val="24000"/>
                </a:srgbClr>
              </a:solidFill>
              <a:ln>
                <a:noFill/>
              </a:ln>
            </p:spPr>
            <p:txBody>
              <a:bodyPr anchor="ctr"/>
              <a:lstStyle/>
              <a:p>
                <a:pPr algn="ctr">
                  <a:buNone/>
                </a:pPr>
              </a:p>
            </p:txBody>
          </p:sp>
          <p:sp>
            <p:nvSpPr>
              <p:cNvPr id="7689" name="addition:spatial:178">
                <a:extLst>
                  <a:ext uri="{FF2B5EF4-FFF2-40B4-BE49-F238E27FC236}">
                    <ns2:creationId id="{14AE7EE5-9B34-4505-B8DE-FFF411F6C407}"/>
                  </a:ext>
                </a:extLst>
              </p:cNvPr>
              <p:cNvSpPr>
                <a:spLocks noGrp="1"/>
              </p:cNvSpPr>
              <p:nvPr/>
            </p:nvSpPr>
            <p:spPr>
              <a:xfrm>
                <a:off x="5648325" y="1666875"/>
                <a:ext cx="1016950" cy="664815"/>
              </a:xfrm>
              <a:custGeom>
                <a:rect l="l" t="t" r="r" b="b"/>
                <a:pathLst>
                  <a:path w="767" h="393">
                    <a:moveTo>
                      <a:pt x="0" y="0"/>
                    </a:moveTo>
                    <a:moveTo>
                      <a:pt x="767" y="368"/>
                    </a:moveTo>
                    <a:lnTo>
                      <a:pt x="766" y="370"/>
                    </a:lnTo>
                    <a:lnTo>
                      <a:pt x="762" y="372"/>
                    </a:lnTo>
                    <a:lnTo>
                      <a:pt x="758" y="373"/>
                    </a:lnTo>
                    <a:lnTo>
                      <a:pt x="756" y="375"/>
                    </a:lnTo>
                    <a:lnTo>
                      <a:pt x="757" y="377"/>
                    </a:lnTo>
                    <a:lnTo>
                      <a:pt x="758" y="381"/>
                    </a:lnTo>
                    <a:lnTo>
                      <a:pt x="759" y="384"/>
                    </a:lnTo>
                    <a:lnTo>
                      <a:pt x="758" y="386"/>
                    </a:lnTo>
                    <a:lnTo>
                      <a:pt x="755" y="388"/>
                    </a:lnTo>
                    <a:lnTo>
                      <a:pt x="753" y="389"/>
                    </a:lnTo>
                    <a:lnTo>
                      <a:pt x="750" y="390"/>
                    </a:lnTo>
                    <a:lnTo>
                      <a:pt x="748" y="391"/>
                    </a:lnTo>
                    <a:lnTo>
                      <a:pt x="746" y="392"/>
                    </a:lnTo>
                    <a:lnTo>
                      <a:pt x="743" y="392"/>
                    </a:lnTo>
                    <a:lnTo>
                      <a:pt x="741" y="391"/>
                    </a:lnTo>
                    <a:lnTo>
                      <a:pt x="739" y="391"/>
                    </a:lnTo>
                    <a:lnTo>
                      <a:pt x="737" y="393"/>
                    </a:lnTo>
                    <a:lnTo>
                      <a:pt x="735" y="393"/>
                    </a:lnTo>
                    <a:lnTo>
                      <a:pt x="733" y="392"/>
                    </a:lnTo>
                    <a:lnTo>
                      <a:pt x="731" y="391"/>
                    </a:lnTo>
                    <a:lnTo>
                      <a:pt x="729" y="389"/>
                    </a:lnTo>
                    <a:lnTo>
                      <a:pt x="727" y="390"/>
                    </a:lnTo>
                    <a:lnTo>
                      <a:pt x="723" y="391"/>
                    </a:lnTo>
                    <a:lnTo>
                      <a:pt x="720" y="392"/>
                    </a:lnTo>
                    <a:lnTo>
                      <a:pt x="717" y="391"/>
                    </a:lnTo>
                    <a:lnTo>
                      <a:pt x="716" y="388"/>
                    </a:lnTo>
                    <a:lnTo>
                      <a:pt x="716" y="385"/>
                    </a:lnTo>
                    <a:lnTo>
                      <a:pt x="716" y="382"/>
                    </a:lnTo>
                    <a:lnTo>
                      <a:pt x="715" y="380"/>
                    </a:lnTo>
                    <a:lnTo>
                      <a:pt x="714" y="378"/>
                    </a:lnTo>
                    <a:lnTo>
                      <a:pt x="713" y="376"/>
                    </a:lnTo>
                    <a:lnTo>
                      <a:pt x="713" y="374"/>
                    </a:lnTo>
                    <a:lnTo>
                      <a:pt x="711" y="372"/>
                    </a:lnTo>
                    <a:lnTo>
                      <a:pt x="708" y="370"/>
                    </a:lnTo>
                    <a:lnTo>
                      <a:pt x="705" y="368"/>
                    </a:lnTo>
                    <a:lnTo>
                      <a:pt x="704" y="365"/>
                    </a:lnTo>
                    <a:lnTo>
                      <a:pt x="705" y="363"/>
                    </a:lnTo>
                    <a:lnTo>
                      <a:pt x="707" y="361"/>
                    </a:lnTo>
                    <a:lnTo>
                      <a:pt x="708" y="359"/>
                    </a:lnTo>
                    <a:lnTo>
                      <a:pt x="708" y="357"/>
                    </a:lnTo>
                    <a:lnTo>
                      <a:pt x="707" y="354"/>
                    </a:lnTo>
                    <a:lnTo>
                      <a:pt x="708" y="351"/>
                    </a:lnTo>
                    <a:lnTo>
                      <a:pt x="711" y="350"/>
                    </a:lnTo>
                    <a:lnTo>
                      <a:pt x="715" y="350"/>
                    </a:lnTo>
                    <a:lnTo>
                      <a:pt x="718" y="350"/>
                    </a:lnTo>
                    <a:lnTo>
                      <a:pt x="720" y="349"/>
                    </a:lnTo>
                    <a:lnTo>
                      <a:pt x="722" y="347"/>
                    </a:lnTo>
                    <a:lnTo>
                      <a:pt x="724" y="346"/>
                    </a:lnTo>
                    <a:lnTo>
                      <a:pt x="726" y="344"/>
                    </a:lnTo>
                    <a:lnTo>
                      <a:pt x="728" y="343"/>
                    </a:lnTo>
                    <a:lnTo>
                      <a:pt x="731" y="341"/>
                    </a:lnTo>
                    <a:lnTo>
                      <a:pt x="734" y="338"/>
                    </a:lnTo>
                    <a:lnTo>
                      <a:pt x="738" y="338"/>
                    </a:lnTo>
                    <a:lnTo>
                      <a:pt x="741" y="339"/>
                    </a:lnTo>
                    <a:lnTo>
                      <a:pt x="743" y="343"/>
                    </a:lnTo>
                    <a:lnTo>
                      <a:pt x="745" y="346"/>
                    </a:lnTo>
                    <a:lnTo>
                      <a:pt x="747" y="347"/>
                    </a:lnTo>
                    <a:lnTo>
                      <a:pt x="750" y="347"/>
                    </a:lnTo>
                    <a:lnTo>
                      <a:pt x="754" y="347"/>
                    </a:lnTo>
                    <a:lnTo>
                      <a:pt x="756" y="348"/>
                    </a:lnTo>
                    <a:lnTo>
                      <a:pt x="758" y="350"/>
                    </a:lnTo>
                    <a:lnTo>
                      <a:pt x="759" y="352"/>
                    </a:lnTo>
                    <a:lnTo>
                      <a:pt x="760" y="353"/>
                    </a:lnTo>
                    <a:lnTo>
                      <a:pt x="763" y="355"/>
                    </a:lnTo>
                    <a:lnTo>
                      <a:pt x="765" y="356"/>
                    </a:lnTo>
                    <a:lnTo>
                      <a:pt x="766" y="358"/>
                    </a:lnTo>
                    <a:lnTo>
                      <a:pt x="767" y="360"/>
                    </a:lnTo>
                    <a:lnTo>
                      <a:pt x="767" y="363"/>
                    </a:lnTo>
                    <a:lnTo>
                      <a:pt x="767" y="365"/>
                    </a:lnTo>
                    <a:close/>
                  </a:path>
                </a:pathLst>
              </a:custGeom>
              <a:solidFill>
                <a:srgbClr val="86D1BC">
                  <a:alpha val="24000"/>
                </a:srgbClr>
              </a:solidFill>
              <a:ln>
                <a:noFill/>
              </a:ln>
            </p:spPr>
            <p:txBody>
              <a:bodyPr anchor="ctr"/>
              <a:lstStyle/>
              <a:p>
                <a:pPr algn="ctr">
                  <a:buNone/>
                </a:pPr>
              </a:p>
            </p:txBody>
          </p:sp>
          <p:sp>
            <p:nvSpPr>
              <p:cNvPr id="7690" name="addition:spatial:179">
                <a:extLst>
                  <a:ext uri="{FF2B5EF4-FFF2-40B4-BE49-F238E27FC236}">
                    <ns2:creationId id="{19B87D93-1444-4D31-AF81-23112A35FE78}"/>
                  </a:ext>
                </a:extLst>
              </p:cNvPr>
              <p:cNvSpPr>
                <a:spLocks noGrp="1"/>
              </p:cNvSpPr>
              <p:nvPr/>
            </p:nvSpPr>
            <p:spPr>
              <a:xfrm>
                <a:off x="5648325" y="1666875"/>
                <a:ext cx="993084" cy="563316"/>
              </a:xfrm>
              <a:custGeom>
                <a:rect l="l" t="t" r="r" b="b"/>
                <a:pathLst>
                  <a:path w="749" h="333">
                    <a:moveTo>
                      <a:pt x="0" y="0"/>
                    </a:moveTo>
                    <a:moveTo>
                      <a:pt x="749" y="306"/>
                    </a:moveTo>
                    <a:lnTo>
                      <a:pt x="747" y="308"/>
                    </a:lnTo>
                    <a:lnTo>
                      <a:pt x="743" y="310"/>
                    </a:lnTo>
                    <a:lnTo>
                      <a:pt x="740" y="312"/>
                    </a:lnTo>
                    <a:lnTo>
                      <a:pt x="739" y="314"/>
                    </a:lnTo>
                    <a:lnTo>
                      <a:pt x="740" y="316"/>
                    </a:lnTo>
                    <a:lnTo>
                      <a:pt x="742" y="320"/>
                    </a:lnTo>
                    <a:lnTo>
                      <a:pt x="743" y="324"/>
                    </a:lnTo>
                    <a:lnTo>
                      <a:pt x="741" y="326"/>
                    </a:lnTo>
                    <a:lnTo>
                      <a:pt x="739" y="327"/>
                    </a:lnTo>
                    <a:lnTo>
                      <a:pt x="736" y="328"/>
                    </a:lnTo>
                    <a:lnTo>
                      <a:pt x="734" y="329"/>
                    </a:lnTo>
                    <a:lnTo>
                      <a:pt x="732" y="330"/>
                    </a:lnTo>
                    <a:lnTo>
                      <a:pt x="729" y="330"/>
                    </a:lnTo>
                    <a:lnTo>
                      <a:pt x="727" y="330"/>
                    </a:lnTo>
                    <a:lnTo>
                      <a:pt x="725" y="329"/>
                    </a:lnTo>
                    <a:lnTo>
                      <a:pt x="723" y="331"/>
                    </a:lnTo>
                    <a:lnTo>
                      <a:pt x="721" y="332"/>
                    </a:lnTo>
                    <a:lnTo>
                      <a:pt x="719" y="333"/>
                    </a:lnTo>
                    <a:lnTo>
                      <a:pt x="717" y="332"/>
                    </a:lnTo>
                    <a:lnTo>
                      <a:pt x="715" y="330"/>
                    </a:lnTo>
                    <a:lnTo>
                      <a:pt x="713" y="329"/>
                    </a:lnTo>
                    <a:lnTo>
                      <a:pt x="710" y="330"/>
                    </a:lnTo>
                    <a:lnTo>
                      <a:pt x="706" y="331"/>
                    </a:lnTo>
                    <a:lnTo>
                      <a:pt x="703" y="332"/>
                    </a:lnTo>
                    <a:lnTo>
                      <a:pt x="700" y="330"/>
                    </a:lnTo>
                    <a:lnTo>
                      <a:pt x="700" y="327"/>
                    </a:lnTo>
                    <a:lnTo>
                      <a:pt x="699" y="324"/>
                    </a:lnTo>
                    <a:lnTo>
                      <a:pt x="699" y="321"/>
                    </a:lnTo>
                    <a:lnTo>
                      <a:pt x="698" y="319"/>
                    </a:lnTo>
                    <a:lnTo>
                      <a:pt x="697" y="316"/>
                    </a:lnTo>
                    <a:lnTo>
                      <a:pt x="696" y="314"/>
                    </a:lnTo>
                    <a:lnTo>
                      <a:pt x="695" y="312"/>
                    </a:lnTo>
                    <a:lnTo>
                      <a:pt x="692" y="310"/>
                    </a:lnTo>
                    <a:lnTo>
                      <a:pt x="689" y="309"/>
                    </a:lnTo>
                    <a:lnTo>
                      <a:pt x="686" y="306"/>
                    </a:lnTo>
                    <a:lnTo>
                      <a:pt x="685" y="303"/>
                    </a:lnTo>
                    <a:lnTo>
                      <a:pt x="687" y="301"/>
                    </a:lnTo>
                    <a:lnTo>
                      <a:pt x="689" y="299"/>
                    </a:lnTo>
                    <a:lnTo>
                      <a:pt x="691" y="297"/>
                    </a:lnTo>
                    <a:lnTo>
                      <a:pt x="691" y="294"/>
                    </a:lnTo>
                    <a:lnTo>
                      <a:pt x="691" y="292"/>
                    </a:lnTo>
                    <a:lnTo>
                      <a:pt x="692" y="289"/>
                    </a:lnTo>
                    <a:lnTo>
                      <a:pt x="695" y="288"/>
                    </a:lnTo>
                    <a:lnTo>
                      <a:pt x="698" y="288"/>
                    </a:lnTo>
                    <a:lnTo>
                      <a:pt x="701" y="287"/>
                    </a:lnTo>
                    <a:lnTo>
                      <a:pt x="703" y="286"/>
                    </a:lnTo>
                    <a:lnTo>
                      <a:pt x="705" y="284"/>
                    </a:lnTo>
                    <a:lnTo>
                      <a:pt x="707" y="282"/>
                    </a:lnTo>
                    <a:lnTo>
                      <a:pt x="710" y="281"/>
                    </a:lnTo>
                    <a:lnTo>
                      <a:pt x="712" y="279"/>
                    </a:lnTo>
                    <a:lnTo>
                      <a:pt x="715" y="277"/>
                    </a:lnTo>
                    <a:lnTo>
                      <a:pt x="718" y="275"/>
                    </a:lnTo>
                    <a:lnTo>
                      <a:pt x="722" y="275"/>
                    </a:lnTo>
                    <a:lnTo>
                      <a:pt x="725" y="277"/>
                    </a:lnTo>
                    <a:lnTo>
                      <a:pt x="727" y="281"/>
                    </a:lnTo>
                    <a:lnTo>
                      <a:pt x="729" y="284"/>
                    </a:lnTo>
                    <a:lnTo>
                      <a:pt x="731" y="285"/>
                    </a:lnTo>
                    <a:lnTo>
                      <a:pt x="734" y="285"/>
                    </a:lnTo>
                    <a:lnTo>
                      <a:pt x="737" y="284"/>
                    </a:lnTo>
                    <a:lnTo>
                      <a:pt x="739" y="285"/>
                    </a:lnTo>
                    <a:lnTo>
                      <a:pt x="741" y="287"/>
                    </a:lnTo>
                    <a:lnTo>
                      <a:pt x="742" y="289"/>
                    </a:lnTo>
                    <a:lnTo>
                      <a:pt x="744" y="290"/>
                    </a:lnTo>
                    <a:lnTo>
                      <a:pt x="746" y="292"/>
                    </a:lnTo>
                    <a:lnTo>
                      <a:pt x="748" y="294"/>
                    </a:lnTo>
                    <a:lnTo>
                      <a:pt x="748" y="296"/>
                    </a:lnTo>
                    <a:lnTo>
                      <a:pt x="748" y="299"/>
                    </a:lnTo>
                    <a:lnTo>
                      <a:pt x="748" y="301"/>
                    </a:lnTo>
                    <a:lnTo>
                      <a:pt x="749" y="303"/>
                    </a:lnTo>
                    <a:close/>
                  </a:path>
                </a:pathLst>
              </a:custGeom>
              <a:solidFill>
                <a:srgbClr val="86D1BC">
                  <a:alpha val="24000"/>
                </a:srgbClr>
              </a:solidFill>
              <a:ln>
                <a:noFill/>
              </a:ln>
            </p:spPr>
            <p:txBody>
              <a:bodyPr anchor="ctr"/>
              <a:lstStyle/>
              <a:p>
                <a:pPr algn="ctr">
                  <a:buNone/>
                </a:pPr>
              </a:p>
            </p:txBody>
          </p:sp>
          <p:sp>
            <p:nvSpPr>
              <p:cNvPr id="7691" name="addition:spatial:180">
                <a:extLst>
                  <a:ext uri="{FF2B5EF4-FFF2-40B4-BE49-F238E27FC236}">
                    <ns2:creationId id="{411E91A0-544D-4455-9CB5-342549890EA8}"/>
                  </a:ext>
                </a:extLst>
              </p:cNvPr>
              <p:cNvSpPr>
                <a:spLocks noGrp="1"/>
              </p:cNvSpPr>
              <p:nvPr/>
            </p:nvSpPr>
            <p:spPr>
              <a:xfrm>
                <a:off x="5648325" y="1666875"/>
                <a:ext cx="1030209" cy="475351"/>
              </a:xfrm>
              <a:custGeom>
                <a:rect l="l" t="t" r="r" b="b"/>
                <a:pathLst>
                  <a:path w="777" h="281">
                    <a:moveTo>
                      <a:pt x="0" y="0"/>
                    </a:moveTo>
                    <a:moveTo>
                      <a:pt x="776" y="251"/>
                    </a:moveTo>
                    <a:lnTo>
                      <a:pt x="776" y="253"/>
                    </a:lnTo>
                    <a:lnTo>
                      <a:pt x="776" y="256"/>
                    </a:lnTo>
                    <a:lnTo>
                      <a:pt x="776" y="258"/>
                    </a:lnTo>
                    <a:lnTo>
                      <a:pt x="777" y="261"/>
                    </a:lnTo>
                    <a:lnTo>
                      <a:pt x="777" y="263"/>
                    </a:lnTo>
                    <a:lnTo>
                      <a:pt x="775" y="265"/>
                    </a:lnTo>
                    <a:lnTo>
                      <a:pt x="774" y="267"/>
                    </a:lnTo>
                    <a:lnTo>
                      <a:pt x="773" y="268"/>
                    </a:lnTo>
                    <a:lnTo>
                      <a:pt x="771" y="270"/>
                    </a:lnTo>
                    <a:lnTo>
                      <a:pt x="770" y="271"/>
                    </a:lnTo>
                    <a:lnTo>
                      <a:pt x="767" y="271"/>
                    </a:lnTo>
                    <a:lnTo>
                      <a:pt x="764" y="270"/>
                    </a:lnTo>
                    <a:lnTo>
                      <a:pt x="762" y="271"/>
                    </a:lnTo>
                    <a:lnTo>
                      <a:pt x="761" y="273"/>
                    </a:lnTo>
                    <a:lnTo>
                      <a:pt x="760" y="277"/>
                    </a:lnTo>
                    <a:lnTo>
                      <a:pt x="758" y="280"/>
                    </a:lnTo>
                    <a:lnTo>
                      <a:pt x="755" y="281"/>
                    </a:lnTo>
                    <a:lnTo>
                      <a:pt x="753" y="280"/>
                    </a:lnTo>
                    <a:lnTo>
                      <a:pt x="750" y="278"/>
                    </a:lnTo>
                    <a:lnTo>
                      <a:pt x="748" y="277"/>
                    </a:lnTo>
                    <a:lnTo>
                      <a:pt x="746" y="276"/>
                    </a:lnTo>
                    <a:lnTo>
                      <a:pt x="744" y="274"/>
                    </a:lnTo>
                    <a:lnTo>
                      <a:pt x="742" y="273"/>
                    </a:lnTo>
                    <a:lnTo>
                      <a:pt x="741" y="271"/>
                    </a:lnTo>
                    <a:lnTo>
                      <a:pt x="739" y="270"/>
                    </a:lnTo>
                    <a:lnTo>
                      <a:pt x="736" y="269"/>
                    </a:lnTo>
                    <a:lnTo>
                      <a:pt x="734" y="268"/>
                    </a:lnTo>
                    <a:lnTo>
                      <a:pt x="732" y="267"/>
                    </a:lnTo>
                    <a:lnTo>
                      <a:pt x="732" y="264"/>
                    </a:lnTo>
                    <a:lnTo>
                      <a:pt x="732" y="262"/>
                    </a:lnTo>
                    <a:lnTo>
                      <a:pt x="731" y="260"/>
                    </a:lnTo>
                    <a:lnTo>
                      <a:pt x="728" y="258"/>
                    </a:lnTo>
                    <a:lnTo>
                      <a:pt x="726" y="256"/>
                    </a:lnTo>
                    <a:lnTo>
                      <a:pt x="725" y="254"/>
                    </a:lnTo>
                    <a:lnTo>
                      <a:pt x="727" y="251"/>
                    </a:lnTo>
                    <a:lnTo>
                      <a:pt x="730" y="249"/>
                    </a:lnTo>
                    <a:lnTo>
                      <a:pt x="733" y="247"/>
                    </a:lnTo>
                    <a:lnTo>
                      <a:pt x="734" y="245"/>
                    </a:lnTo>
                    <a:lnTo>
                      <a:pt x="735" y="243"/>
                    </a:lnTo>
                    <a:lnTo>
                      <a:pt x="735" y="241"/>
                    </a:lnTo>
                    <a:lnTo>
                      <a:pt x="736" y="239"/>
                    </a:lnTo>
                    <a:lnTo>
                      <a:pt x="737" y="237"/>
                    </a:lnTo>
                    <a:lnTo>
                      <a:pt x="737" y="234"/>
                    </a:lnTo>
                    <a:lnTo>
                      <a:pt x="737" y="230"/>
                    </a:lnTo>
                    <a:lnTo>
                      <a:pt x="739" y="228"/>
                    </a:lnTo>
                    <a:lnTo>
                      <a:pt x="741" y="227"/>
                    </a:lnTo>
                    <a:lnTo>
                      <a:pt x="744" y="228"/>
                    </a:lnTo>
                    <a:lnTo>
                      <a:pt x="746" y="228"/>
                    </a:lnTo>
                    <a:lnTo>
                      <a:pt x="748" y="228"/>
                    </a:lnTo>
                    <a:lnTo>
                      <a:pt x="750" y="226"/>
                    </a:lnTo>
                    <a:lnTo>
                      <a:pt x="751" y="224"/>
                    </a:lnTo>
                    <a:lnTo>
                      <a:pt x="753" y="225"/>
                    </a:lnTo>
                    <a:lnTo>
                      <a:pt x="755" y="227"/>
                    </a:lnTo>
                    <a:lnTo>
                      <a:pt x="756" y="229"/>
                    </a:lnTo>
                    <a:lnTo>
                      <a:pt x="758" y="229"/>
                    </a:lnTo>
                    <a:lnTo>
                      <a:pt x="760" y="228"/>
                    </a:lnTo>
                    <a:lnTo>
                      <a:pt x="762" y="228"/>
                    </a:lnTo>
                    <a:lnTo>
                      <a:pt x="764" y="228"/>
                    </a:lnTo>
                    <a:lnTo>
                      <a:pt x="765" y="228"/>
                    </a:lnTo>
                    <a:lnTo>
                      <a:pt x="768" y="229"/>
                    </a:lnTo>
                    <a:lnTo>
                      <a:pt x="770" y="230"/>
                    </a:lnTo>
                    <a:lnTo>
                      <a:pt x="772" y="232"/>
                    </a:lnTo>
                    <a:lnTo>
                      <a:pt x="772" y="235"/>
                    </a:lnTo>
                    <a:lnTo>
                      <a:pt x="771" y="238"/>
                    </a:lnTo>
                    <a:lnTo>
                      <a:pt x="769" y="241"/>
                    </a:lnTo>
                    <a:lnTo>
                      <a:pt x="769" y="244"/>
                    </a:lnTo>
                    <a:lnTo>
                      <a:pt x="771" y="245"/>
                    </a:lnTo>
                    <a:lnTo>
                      <a:pt x="774" y="247"/>
                    </a:lnTo>
                    <a:lnTo>
                      <a:pt x="776" y="249"/>
                    </a:lnTo>
                    <a:close/>
                  </a:path>
                </a:pathLst>
              </a:custGeom>
              <a:solidFill>
                <a:srgbClr val="86D1BC">
                  <a:alpha val="24000"/>
                </a:srgbClr>
              </a:solidFill>
              <a:ln>
                <a:noFill/>
              </a:ln>
            </p:spPr>
            <p:txBody>
              <a:bodyPr anchor="ctr"/>
              <a:lstStyle/>
              <a:p>
                <a:pPr algn="ctr">
                  <a:buNone/>
                </a:pPr>
              </a:p>
            </p:txBody>
          </p:sp>
          <p:sp>
            <p:nvSpPr>
              <p:cNvPr id="7692" name="addition:spatial:181">
                <a:extLst>
                  <a:ext uri="{FF2B5EF4-FFF2-40B4-BE49-F238E27FC236}">
                    <ns2:creationId id="{75FC5B9E-D0F4-41E7-85B2-34EDA6A01035}"/>
                  </a:ext>
                </a:extLst>
              </p:cNvPr>
              <p:cNvSpPr>
                <a:spLocks noGrp="1"/>
              </p:cNvSpPr>
              <p:nvPr/>
            </p:nvSpPr>
            <p:spPr>
              <a:xfrm>
                <a:off x="5648325" y="1666875"/>
                <a:ext cx="1134953" cy="431368"/>
              </a:xfrm>
              <a:custGeom>
                <a:rect l="l" t="t" r="r" b="b"/>
                <a:pathLst>
                  <a:path w="856" h="255">
                    <a:moveTo>
                      <a:pt x="0" y="0"/>
                    </a:moveTo>
                    <a:moveTo>
                      <a:pt x="853" y="226"/>
                    </a:moveTo>
                    <a:lnTo>
                      <a:pt x="853" y="228"/>
                    </a:lnTo>
                    <a:lnTo>
                      <a:pt x="855" y="230"/>
                    </a:lnTo>
                    <a:lnTo>
                      <a:pt x="856" y="233"/>
                    </a:lnTo>
                    <a:lnTo>
                      <a:pt x="855" y="235"/>
                    </a:lnTo>
                    <a:lnTo>
                      <a:pt x="854" y="237"/>
                    </a:lnTo>
                    <a:lnTo>
                      <a:pt x="853" y="240"/>
                    </a:lnTo>
                    <a:lnTo>
                      <a:pt x="853" y="242"/>
                    </a:lnTo>
                    <a:lnTo>
                      <a:pt x="853" y="245"/>
                    </a:lnTo>
                    <a:lnTo>
                      <a:pt x="851" y="247"/>
                    </a:lnTo>
                    <a:lnTo>
                      <a:pt x="848" y="247"/>
                    </a:lnTo>
                    <a:lnTo>
                      <a:pt x="843" y="246"/>
                    </a:lnTo>
                    <a:lnTo>
                      <a:pt x="840" y="245"/>
                    </a:lnTo>
                    <a:lnTo>
                      <a:pt x="839" y="246"/>
                    </a:lnTo>
                    <a:lnTo>
                      <a:pt x="837" y="249"/>
                    </a:lnTo>
                    <a:lnTo>
                      <a:pt x="836" y="252"/>
                    </a:lnTo>
                    <a:lnTo>
                      <a:pt x="833" y="254"/>
                    </a:lnTo>
                    <a:lnTo>
                      <a:pt x="830" y="254"/>
                    </a:lnTo>
                    <a:lnTo>
                      <a:pt x="827" y="254"/>
                    </a:lnTo>
                    <a:lnTo>
                      <a:pt x="824" y="255"/>
                    </a:lnTo>
                    <a:lnTo>
                      <a:pt x="821" y="254"/>
                    </a:lnTo>
                    <a:lnTo>
                      <a:pt x="818" y="253"/>
                    </a:lnTo>
                    <a:lnTo>
                      <a:pt x="816" y="250"/>
                    </a:lnTo>
                    <a:lnTo>
                      <a:pt x="814" y="247"/>
                    </a:lnTo>
                    <a:lnTo>
                      <a:pt x="811" y="246"/>
                    </a:lnTo>
                    <a:lnTo>
                      <a:pt x="808" y="246"/>
                    </a:lnTo>
                    <a:lnTo>
                      <a:pt x="805" y="245"/>
                    </a:lnTo>
                    <a:lnTo>
                      <a:pt x="803" y="243"/>
                    </a:lnTo>
                    <a:lnTo>
                      <a:pt x="802" y="240"/>
                    </a:lnTo>
                    <a:lnTo>
                      <a:pt x="802" y="238"/>
                    </a:lnTo>
                    <a:lnTo>
                      <a:pt x="801" y="236"/>
                    </a:lnTo>
                    <a:lnTo>
                      <a:pt x="797" y="235"/>
                    </a:lnTo>
                    <a:lnTo>
                      <a:pt x="794" y="233"/>
                    </a:lnTo>
                    <a:lnTo>
                      <a:pt x="791" y="231"/>
                    </a:lnTo>
                    <a:lnTo>
                      <a:pt x="791" y="228"/>
                    </a:lnTo>
                    <a:lnTo>
                      <a:pt x="793" y="226"/>
                    </a:lnTo>
                    <a:lnTo>
                      <a:pt x="794" y="223"/>
                    </a:lnTo>
                    <a:lnTo>
                      <a:pt x="796" y="221"/>
                    </a:lnTo>
                    <a:lnTo>
                      <a:pt x="798" y="219"/>
                    </a:lnTo>
                    <a:lnTo>
                      <a:pt x="801" y="217"/>
                    </a:lnTo>
                    <a:lnTo>
                      <a:pt x="804" y="216"/>
                    </a:lnTo>
                    <a:lnTo>
                      <a:pt x="806" y="214"/>
                    </a:lnTo>
                    <a:lnTo>
                      <a:pt x="805" y="211"/>
                    </a:lnTo>
                    <a:lnTo>
                      <a:pt x="805" y="207"/>
                    </a:lnTo>
                    <a:lnTo>
                      <a:pt x="806" y="204"/>
                    </a:lnTo>
                    <a:lnTo>
                      <a:pt x="808" y="203"/>
                    </a:lnTo>
                    <a:lnTo>
                      <a:pt x="812" y="202"/>
                    </a:lnTo>
                    <a:lnTo>
                      <a:pt x="815" y="202"/>
                    </a:lnTo>
                    <a:lnTo>
                      <a:pt x="818" y="201"/>
                    </a:lnTo>
                    <a:lnTo>
                      <a:pt x="820" y="199"/>
                    </a:lnTo>
                    <a:lnTo>
                      <a:pt x="822" y="197"/>
                    </a:lnTo>
                    <a:lnTo>
                      <a:pt x="825" y="197"/>
                    </a:lnTo>
                    <a:lnTo>
                      <a:pt x="828" y="199"/>
                    </a:lnTo>
                    <a:lnTo>
                      <a:pt x="830" y="200"/>
                    </a:lnTo>
                    <a:lnTo>
                      <a:pt x="832" y="201"/>
                    </a:lnTo>
                    <a:lnTo>
                      <a:pt x="834" y="201"/>
                    </a:lnTo>
                    <a:lnTo>
                      <a:pt x="836" y="202"/>
                    </a:lnTo>
                    <a:lnTo>
                      <a:pt x="838" y="203"/>
                    </a:lnTo>
                    <a:lnTo>
                      <a:pt x="840" y="204"/>
                    </a:lnTo>
                    <a:lnTo>
                      <a:pt x="842" y="203"/>
                    </a:lnTo>
                    <a:lnTo>
                      <a:pt x="846" y="202"/>
                    </a:lnTo>
                    <a:lnTo>
                      <a:pt x="850" y="202"/>
                    </a:lnTo>
                    <a:lnTo>
                      <a:pt x="852" y="205"/>
                    </a:lnTo>
                    <a:lnTo>
                      <a:pt x="851" y="208"/>
                    </a:lnTo>
                    <a:lnTo>
                      <a:pt x="849" y="212"/>
                    </a:lnTo>
                    <a:lnTo>
                      <a:pt x="848" y="215"/>
                    </a:lnTo>
                    <a:lnTo>
                      <a:pt x="850" y="217"/>
                    </a:lnTo>
                    <a:lnTo>
                      <a:pt x="852" y="219"/>
                    </a:lnTo>
                    <a:lnTo>
                      <a:pt x="853" y="221"/>
                    </a:lnTo>
                    <a:lnTo>
                      <a:pt x="853" y="223"/>
                    </a:lnTo>
                    <a:close/>
                  </a:path>
                </a:pathLst>
              </a:custGeom>
              <a:solidFill>
                <a:srgbClr val="86D1BC">
                  <a:alpha val="24000"/>
                </a:srgbClr>
              </a:solidFill>
              <a:ln>
                <a:noFill/>
              </a:ln>
            </p:spPr>
            <p:txBody>
              <a:bodyPr anchor="ctr"/>
              <a:lstStyle/>
              <a:p>
                <a:pPr algn="ctr">
                  <a:buNone/>
                </a:pPr>
              </a:p>
            </p:txBody>
          </p:sp>
          <p:sp>
            <p:nvSpPr>
              <p:cNvPr id="7693" name="addition:spatial:182">
                <a:extLst>
                  <a:ext uri="{FF2B5EF4-FFF2-40B4-BE49-F238E27FC236}">
                    <ns2:creationId id="{ADDF6FF6-C341-4143-9813-31339FF5ECF5}"/>
                  </a:ext>
                </a:extLst>
              </p:cNvPr>
              <p:cNvSpPr>
                <a:spLocks noGrp="1"/>
              </p:cNvSpPr>
              <p:nvPr/>
            </p:nvSpPr>
            <p:spPr>
              <a:xfrm>
                <a:off x="5648325" y="1666875"/>
                <a:ext cx="1222461" cy="483809"/>
              </a:xfrm>
              <a:custGeom>
                <a:rect l="l" t="t" r="r" b="b"/>
                <a:pathLst>
                  <a:path w="922" h="286">
                    <a:moveTo>
                      <a:pt x="0" y="0"/>
                    </a:moveTo>
                    <a:moveTo>
                      <a:pt x="920" y="260"/>
                    </a:moveTo>
                    <a:lnTo>
                      <a:pt x="917" y="262"/>
                    </a:lnTo>
                    <a:lnTo>
                      <a:pt x="915" y="264"/>
                    </a:lnTo>
                    <a:lnTo>
                      <a:pt x="914" y="265"/>
                    </a:lnTo>
                    <a:lnTo>
                      <a:pt x="915" y="268"/>
                    </a:lnTo>
                    <a:lnTo>
                      <a:pt x="915" y="270"/>
                    </a:lnTo>
                    <a:lnTo>
                      <a:pt x="914" y="273"/>
                    </a:lnTo>
                    <a:lnTo>
                      <a:pt x="914" y="275"/>
                    </a:lnTo>
                    <a:lnTo>
                      <a:pt x="914" y="278"/>
                    </a:lnTo>
                    <a:lnTo>
                      <a:pt x="913" y="281"/>
                    </a:lnTo>
                    <a:lnTo>
                      <a:pt x="912" y="283"/>
                    </a:lnTo>
                    <a:lnTo>
                      <a:pt x="909" y="283"/>
                    </a:lnTo>
                    <a:lnTo>
                      <a:pt x="906" y="282"/>
                    </a:lnTo>
                    <a:lnTo>
                      <a:pt x="904" y="281"/>
                    </a:lnTo>
                    <a:lnTo>
                      <a:pt x="903" y="282"/>
                    </a:lnTo>
                    <a:lnTo>
                      <a:pt x="902" y="284"/>
                    </a:lnTo>
                    <a:lnTo>
                      <a:pt x="900" y="286"/>
                    </a:lnTo>
                    <a:lnTo>
                      <a:pt x="898" y="285"/>
                    </a:lnTo>
                    <a:lnTo>
                      <a:pt x="897" y="284"/>
                    </a:lnTo>
                    <a:lnTo>
                      <a:pt x="895" y="282"/>
                    </a:lnTo>
                    <a:lnTo>
                      <a:pt x="894" y="282"/>
                    </a:lnTo>
                    <a:lnTo>
                      <a:pt x="892" y="284"/>
                    </a:lnTo>
                    <a:lnTo>
                      <a:pt x="889" y="284"/>
                    </a:lnTo>
                    <a:lnTo>
                      <a:pt x="887" y="284"/>
                    </a:lnTo>
                    <a:lnTo>
                      <a:pt x="885" y="283"/>
                    </a:lnTo>
                    <a:lnTo>
                      <a:pt x="883" y="281"/>
                    </a:lnTo>
                    <a:lnTo>
                      <a:pt x="882" y="280"/>
                    </a:lnTo>
                    <a:lnTo>
                      <a:pt x="880" y="278"/>
                    </a:lnTo>
                    <a:lnTo>
                      <a:pt x="880" y="275"/>
                    </a:lnTo>
                    <a:lnTo>
                      <a:pt x="881" y="271"/>
                    </a:lnTo>
                    <a:lnTo>
                      <a:pt x="881" y="269"/>
                    </a:lnTo>
                    <a:lnTo>
                      <a:pt x="880" y="267"/>
                    </a:lnTo>
                    <a:lnTo>
                      <a:pt x="878" y="266"/>
                    </a:lnTo>
                    <a:lnTo>
                      <a:pt x="874" y="264"/>
                    </a:lnTo>
                    <a:lnTo>
                      <a:pt x="872" y="262"/>
                    </a:lnTo>
                    <a:lnTo>
                      <a:pt x="872" y="260"/>
                    </a:lnTo>
                    <a:lnTo>
                      <a:pt x="873" y="257"/>
                    </a:lnTo>
                    <a:lnTo>
                      <a:pt x="873" y="255"/>
                    </a:lnTo>
                    <a:lnTo>
                      <a:pt x="873" y="253"/>
                    </a:lnTo>
                    <a:lnTo>
                      <a:pt x="873" y="250"/>
                    </a:lnTo>
                    <a:lnTo>
                      <a:pt x="874" y="248"/>
                    </a:lnTo>
                    <a:lnTo>
                      <a:pt x="875" y="246"/>
                    </a:lnTo>
                    <a:lnTo>
                      <a:pt x="877" y="245"/>
                    </a:lnTo>
                    <a:lnTo>
                      <a:pt x="879" y="243"/>
                    </a:lnTo>
                    <a:lnTo>
                      <a:pt x="880" y="242"/>
                    </a:lnTo>
                    <a:lnTo>
                      <a:pt x="882" y="240"/>
                    </a:lnTo>
                    <a:lnTo>
                      <a:pt x="884" y="240"/>
                    </a:lnTo>
                    <a:lnTo>
                      <a:pt x="886" y="240"/>
                    </a:lnTo>
                    <a:lnTo>
                      <a:pt x="888" y="239"/>
                    </a:lnTo>
                    <a:lnTo>
                      <a:pt x="890" y="236"/>
                    </a:lnTo>
                    <a:lnTo>
                      <a:pt x="891" y="232"/>
                    </a:lnTo>
                    <a:lnTo>
                      <a:pt x="893" y="230"/>
                    </a:lnTo>
                    <a:lnTo>
                      <a:pt x="896" y="230"/>
                    </a:lnTo>
                    <a:lnTo>
                      <a:pt x="899" y="232"/>
                    </a:lnTo>
                    <a:lnTo>
                      <a:pt x="901" y="234"/>
                    </a:lnTo>
                    <a:lnTo>
                      <a:pt x="903" y="236"/>
                    </a:lnTo>
                    <a:lnTo>
                      <a:pt x="905" y="237"/>
                    </a:lnTo>
                    <a:lnTo>
                      <a:pt x="907" y="238"/>
                    </a:lnTo>
                    <a:lnTo>
                      <a:pt x="909" y="239"/>
                    </a:lnTo>
                    <a:lnTo>
                      <a:pt x="910" y="240"/>
                    </a:lnTo>
                    <a:lnTo>
                      <a:pt x="912" y="241"/>
                    </a:lnTo>
                    <a:lnTo>
                      <a:pt x="914" y="241"/>
                    </a:lnTo>
                    <a:lnTo>
                      <a:pt x="917" y="242"/>
                    </a:lnTo>
                    <a:lnTo>
                      <a:pt x="918" y="244"/>
                    </a:lnTo>
                    <a:lnTo>
                      <a:pt x="918" y="246"/>
                    </a:lnTo>
                    <a:lnTo>
                      <a:pt x="918" y="249"/>
                    </a:lnTo>
                    <a:lnTo>
                      <a:pt x="919" y="251"/>
                    </a:lnTo>
                    <a:lnTo>
                      <a:pt x="921" y="252"/>
                    </a:lnTo>
                    <a:lnTo>
                      <a:pt x="922" y="254"/>
                    </a:lnTo>
                    <a:lnTo>
                      <a:pt x="922" y="257"/>
                    </a:lnTo>
                    <a:close/>
                  </a:path>
                </a:pathLst>
              </a:custGeom>
              <a:solidFill>
                <a:srgbClr val="86D1BC">
                  <a:alpha val="24000"/>
                </a:srgbClr>
              </a:solidFill>
              <a:ln>
                <a:noFill/>
              </a:ln>
            </p:spPr>
            <p:txBody>
              <a:bodyPr anchor="ctr"/>
              <a:lstStyle/>
              <a:p>
                <a:pPr algn="ctr">
                  <a:buNone/>
                </a:pPr>
              </a:p>
            </p:txBody>
          </p:sp>
          <p:sp>
            <p:nvSpPr>
              <p:cNvPr id="7694" name="addition:spatial:183">
                <a:extLst>
                  <a:ext uri="{FF2B5EF4-FFF2-40B4-BE49-F238E27FC236}">
                    <ns2:creationId id="{E7386AC6-7438-4295-B63F-2191C0FCDC34}"/>
                  </a:ext>
                </a:extLst>
              </p:cNvPr>
              <p:cNvSpPr>
                <a:spLocks noGrp="1"/>
              </p:cNvSpPr>
              <p:nvPr/>
            </p:nvSpPr>
            <p:spPr>
              <a:xfrm>
                <a:off x="5648325" y="1666875"/>
                <a:ext cx="1689171" cy="833979"/>
              </a:xfrm>
              <a:custGeom>
                <a:rect l="l" t="t" r="r" b="b"/>
                <a:pathLst>
                  <a:path w="1274" h="493">
                    <a:moveTo>
                      <a:pt x="0" y="0"/>
                    </a:moveTo>
                    <a:moveTo>
                      <a:pt x="1267" y="354"/>
                    </a:moveTo>
                    <a:lnTo>
                      <a:pt x="1255" y="367"/>
                    </a:lnTo>
                    <a:lnTo>
                      <a:pt x="1237" y="377"/>
                    </a:lnTo>
                    <a:lnTo>
                      <a:pt x="1218" y="385"/>
                    </a:lnTo>
                    <a:lnTo>
                      <a:pt x="1208" y="394"/>
                    </a:lnTo>
                    <a:lnTo>
                      <a:pt x="1212" y="407"/>
                    </a:lnTo>
                    <a:lnTo>
                      <a:pt x="1220" y="425"/>
                    </a:lnTo>
                    <a:lnTo>
                      <a:pt x="1221" y="442"/>
                    </a:lnTo>
                    <a:lnTo>
                      <a:pt x="1210" y="453"/>
                    </a:lnTo>
                    <a:lnTo>
                      <a:pt x="1193" y="458"/>
                    </a:lnTo>
                    <a:lnTo>
                      <a:pt x="1176" y="462"/>
                    </a:lnTo>
                    <a:lnTo>
                      <a:pt x="1165" y="470"/>
                    </a:lnTo>
                    <a:lnTo>
                      <a:pt x="1156" y="482"/>
                    </a:lnTo>
                    <a:lnTo>
                      <a:pt x="1145" y="491"/>
                    </a:lnTo>
                    <a:lnTo>
                      <a:pt x="1130" y="493"/>
                    </a:lnTo>
                    <a:lnTo>
                      <a:pt x="1115" y="490"/>
                    </a:lnTo>
                    <a:lnTo>
                      <a:pt x="1101" y="486"/>
                    </a:lnTo>
                    <a:lnTo>
                      <a:pt x="1089" y="485"/>
                    </a:lnTo>
                    <a:lnTo>
                      <a:pt x="1077" y="485"/>
                    </a:lnTo>
                    <a:lnTo>
                      <a:pt x="1066" y="480"/>
                    </a:lnTo>
                    <a:lnTo>
                      <a:pt x="1056" y="473"/>
                    </a:lnTo>
                    <a:lnTo>
                      <a:pt x="1046" y="469"/>
                    </a:lnTo>
                    <a:lnTo>
                      <a:pt x="1032" y="474"/>
                    </a:lnTo>
                    <a:lnTo>
                      <a:pt x="1012" y="484"/>
                    </a:lnTo>
                    <a:lnTo>
                      <a:pt x="990" y="490"/>
                    </a:lnTo>
                    <a:lnTo>
                      <a:pt x="975" y="483"/>
                    </a:lnTo>
                    <a:lnTo>
                      <a:pt x="972" y="466"/>
                    </a:lnTo>
                    <a:lnTo>
                      <a:pt x="975" y="446"/>
                    </a:lnTo>
                    <a:lnTo>
                      <a:pt x="975" y="430"/>
                    </a:lnTo>
                    <a:lnTo>
                      <a:pt x="969" y="420"/>
                    </a:lnTo>
                    <a:lnTo>
                      <a:pt x="959" y="411"/>
                    </a:lnTo>
                    <a:lnTo>
                      <a:pt x="951" y="400"/>
                    </a:lnTo>
                    <a:lnTo>
                      <a:pt x="948" y="388"/>
                    </a:lnTo>
                    <a:lnTo>
                      <a:pt x="944" y="377"/>
                    </a:lnTo>
                    <a:lnTo>
                      <a:pt x="936" y="366"/>
                    </a:lnTo>
                    <a:lnTo>
                      <a:pt x="925" y="354"/>
                    </a:lnTo>
                    <a:lnTo>
                      <a:pt x="918" y="341"/>
                    </a:lnTo>
                    <a:lnTo>
                      <a:pt x="920" y="329"/>
                    </a:lnTo>
                    <a:lnTo>
                      <a:pt x="926" y="317"/>
                    </a:lnTo>
                    <a:lnTo>
                      <a:pt x="928" y="305"/>
                    </a:lnTo>
                    <a:lnTo>
                      <a:pt x="923" y="291"/>
                    </a:lnTo>
                    <a:lnTo>
                      <a:pt x="918" y="274"/>
                    </a:lnTo>
                    <a:lnTo>
                      <a:pt x="924" y="261"/>
                    </a:lnTo>
                    <a:lnTo>
                      <a:pt x="943" y="257"/>
                    </a:lnTo>
                    <a:lnTo>
                      <a:pt x="967" y="260"/>
                    </a:lnTo>
                    <a:lnTo>
                      <a:pt x="987" y="263"/>
                    </a:lnTo>
                    <a:lnTo>
                      <a:pt x="999" y="259"/>
                    </a:lnTo>
                    <a:lnTo>
                      <a:pt x="1005" y="247"/>
                    </a:lnTo>
                    <a:lnTo>
                      <a:pt x="1013" y="232"/>
                    </a:lnTo>
                    <a:lnTo>
                      <a:pt x="1025" y="222"/>
                    </a:lnTo>
                    <a:lnTo>
                      <a:pt x="1040" y="215"/>
                    </a:lnTo>
                    <a:lnTo>
                      <a:pt x="1056" y="208"/>
                    </a:lnTo>
                    <a:lnTo>
                      <a:pt x="1074" y="201"/>
                    </a:lnTo>
                    <a:lnTo>
                      <a:pt x="1092" y="198"/>
                    </a:lnTo>
                    <a:lnTo>
                      <a:pt x="1111" y="205"/>
                    </a:lnTo>
                    <a:lnTo>
                      <a:pt x="1126" y="218"/>
                    </a:lnTo>
                    <a:lnTo>
                      <a:pt x="1139" y="232"/>
                    </a:lnTo>
                    <a:lnTo>
                      <a:pt x="1153" y="237"/>
                    </a:lnTo>
                    <a:lnTo>
                      <a:pt x="1171" y="236"/>
                    </a:lnTo>
                    <a:lnTo>
                      <a:pt x="1190" y="236"/>
                    </a:lnTo>
                    <a:lnTo>
                      <a:pt x="1203" y="244"/>
                    </a:lnTo>
                    <a:lnTo>
                      <a:pt x="1208" y="259"/>
                    </a:lnTo>
                    <a:lnTo>
                      <a:pt x="1210" y="274"/>
                    </a:lnTo>
                    <a:lnTo>
                      <a:pt x="1218" y="282"/>
                    </a:lnTo>
                    <a:lnTo>
                      <a:pt x="1235" y="287"/>
                    </a:lnTo>
                    <a:lnTo>
                      <a:pt x="1255" y="291"/>
                    </a:lnTo>
                    <a:lnTo>
                      <a:pt x="1269" y="300"/>
                    </a:lnTo>
                    <a:lnTo>
                      <a:pt x="1274" y="313"/>
                    </a:lnTo>
                    <a:lnTo>
                      <a:pt x="1273" y="327"/>
                    </a:lnTo>
                    <a:lnTo>
                      <a:pt x="1271" y="341"/>
                    </a:lnTo>
                    <a:close/>
                  </a:path>
                </a:pathLst>
              </a:custGeom>
              <a:solidFill>
                <a:srgbClr val="EFD4E3">
                  <a:alpha val="43000"/>
                </a:srgbClr>
              </a:solidFill>
              <a:ln>
                <a:noFill/>
              </a:ln>
            </p:spPr>
            <p:txBody>
              <a:bodyPr anchor="ctr"/>
              <a:lstStyle/>
              <a:p>
                <a:pPr algn="ctr">
                  <a:buNone/>
                </a:pPr>
              </a:p>
            </p:txBody>
          </p:sp>
          <p:sp>
            <p:nvSpPr>
              <p:cNvPr id="7695" name="addition:spatial:184">
                <a:extLst>
                  <a:ext uri="{FF2B5EF4-FFF2-40B4-BE49-F238E27FC236}">
                    <ns2:creationId id="{3D88671D-D008-4476-BD49-18DB613DD48C}"/>
                  </a:ext>
                </a:extLst>
              </p:cNvPr>
              <p:cNvSpPr>
                <a:spLocks noGrp="1"/>
              </p:cNvSpPr>
              <p:nvPr/>
            </p:nvSpPr>
            <p:spPr>
              <a:xfrm>
                <a:off x="5648325" y="1666875"/>
                <a:ext cx="1620225" cy="842437"/>
              </a:xfrm>
              <a:custGeom>
                <a:rect l="l" t="t" r="r" b="b"/>
                <a:pathLst>
                  <a:path w="1222" h="498">
                    <a:moveTo>
                      <a:pt x="0" y="0"/>
                    </a:moveTo>
                    <a:moveTo>
                      <a:pt x="1201" y="359"/>
                    </a:moveTo>
                    <a:lnTo>
                      <a:pt x="1215" y="370"/>
                    </a:lnTo>
                    <a:lnTo>
                      <a:pt x="1222" y="382"/>
                    </a:lnTo>
                    <a:lnTo>
                      <a:pt x="1217" y="392"/>
                    </a:lnTo>
                    <a:lnTo>
                      <a:pt x="1207" y="400"/>
                    </a:lnTo>
                    <a:lnTo>
                      <a:pt x="1200" y="409"/>
                    </a:lnTo>
                    <a:lnTo>
                      <a:pt x="1201" y="420"/>
                    </a:lnTo>
                    <a:lnTo>
                      <a:pt x="1204" y="434"/>
                    </a:lnTo>
                    <a:lnTo>
                      <a:pt x="1201" y="445"/>
                    </a:lnTo>
                    <a:lnTo>
                      <a:pt x="1190" y="451"/>
                    </a:lnTo>
                    <a:lnTo>
                      <a:pt x="1175" y="452"/>
                    </a:lnTo>
                    <a:lnTo>
                      <a:pt x="1162" y="453"/>
                    </a:lnTo>
                    <a:lnTo>
                      <a:pt x="1151" y="455"/>
                    </a:lnTo>
                    <a:lnTo>
                      <a:pt x="1141" y="459"/>
                    </a:lnTo>
                    <a:lnTo>
                      <a:pt x="1130" y="460"/>
                    </a:lnTo>
                    <a:lnTo>
                      <a:pt x="1119" y="460"/>
                    </a:lnTo>
                    <a:lnTo>
                      <a:pt x="1108" y="464"/>
                    </a:lnTo>
                    <a:lnTo>
                      <a:pt x="1097" y="475"/>
                    </a:lnTo>
                    <a:lnTo>
                      <a:pt x="1083" y="490"/>
                    </a:lnTo>
                    <a:lnTo>
                      <a:pt x="1066" y="498"/>
                    </a:lnTo>
                    <a:lnTo>
                      <a:pt x="1051" y="494"/>
                    </a:lnTo>
                    <a:lnTo>
                      <a:pt x="1039" y="480"/>
                    </a:lnTo>
                    <a:lnTo>
                      <a:pt x="1030" y="464"/>
                    </a:lnTo>
                    <a:lnTo>
                      <a:pt x="1021" y="455"/>
                    </a:lnTo>
                    <a:lnTo>
                      <a:pt x="1007" y="451"/>
                    </a:lnTo>
                    <a:lnTo>
                      <a:pt x="992" y="449"/>
                    </a:lnTo>
                    <a:lnTo>
                      <a:pt x="981" y="443"/>
                    </a:lnTo>
                    <a:lnTo>
                      <a:pt x="973" y="433"/>
                    </a:lnTo>
                    <a:lnTo>
                      <a:pt x="967" y="423"/>
                    </a:lnTo>
                    <a:lnTo>
                      <a:pt x="957" y="416"/>
                    </a:lnTo>
                    <a:lnTo>
                      <a:pt x="945" y="409"/>
                    </a:lnTo>
                    <a:lnTo>
                      <a:pt x="936" y="401"/>
                    </a:lnTo>
                    <a:lnTo>
                      <a:pt x="931" y="391"/>
                    </a:lnTo>
                    <a:lnTo>
                      <a:pt x="930" y="380"/>
                    </a:lnTo>
                    <a:lnTo>
                      <a:pt x="924" y="370"/>
                    </a:lnTo>
                    <a:lnTo>
                      <a:pt x="915" y="359"/>
                    </a:lnTo>
                    <a:lnTo>
                      <a:pt x="910" y="347"/>
                    </a:lnTo>
                    <a:lnTo>
                      <a:pt x="915" y="335"/>
                    </a:lnTo>
                    <a:lnTo>
                      <a:pt x="934" y="327"/>
                    </a:lnTo>
                    <a:lnTo>
                      <a:pt x="957" y="322"/>
                    </a:lnTo>
                    <a:lnTo>
                      <a:pt x="974" y="317"/>
                    </a:lnTo>
                    <a:lnTo>
                      <a:pt x="979" y="309"/>
                    </a:lnTo>
                    <a:lnTo>
                      <a:pt x="977" y="296"/>
                    </a:lnTo>
                    <a:lnTo>
                      <a:pt x="978" y="282"/>
                    </a:lnTo>
                    <a:lnTo>
                      <a:pt x="985" y="271"/>
                    </a:lnTo>
                    <a:lnTo>
                      <a:pt x="995" y="263"/>
                    </a:lnTo>
                    <a:lnTo>
                      <a:pt x="1006" y="255"/>
                    </a:lnTo>
                    <a:lnTo>
                      <a:pt x="1017" y="246"/>
                    </a:lnTo>
                    <a:lnTo>
                      <a:pt x="1030" y="240"/>
                    </a:lnTo>
                    <a:lnTo>
                      <a:pt x="1045" y="240"/>
                    </a:lnTo>
                    <a:lnTo>
                      <a:pt x="1060" y="244"/>
                    </a:lnTo>
                    <a:lnTo>
                      <a:pt x="1073" y="248"/>
                    </a:lnTo>
                    <a:lnTo>
                      <a:pt x="1085" y="246"/>
                    </a:lnTo>
                    <a:lnTo>
                      <a:pt x="1096" y="241"/>
                    </a:lnTo>
                    <a:lnTo>
                      <a:pt x="1108" y="239"/>
                    </a:lnTo>
                    <a:lnTo>
                      <a:pt x="1118" y="245"/>
                    </a:lnTo>
                    <a:lnTo>
                      <a:pt x="1125" y="257"/>
                    </a:lnTo>
                    <a:lnTo>
                      <a:pt x="1131" y="267"/>
                    </a:lnTo>
                    <a:lnTo>
                      <a:pt x="1140" y="268"/>
                    </a:lnTo>
                    <a:lnTo>
                      <a:pt x="1155" y="263"/>
                    </a:lnTo>
                    <a:lnTo>
                      <a:pt x="1173" y="259"/>
                    </a:lnTo>
                    <a:lnTo>
                      <a:pt x="1187" y="262"/>
                    </a:lnTo>
                    <a:lnTo>
                      <a:pt x="1194" y="271"/>
                    </a:lnTo>
                    <a:lnTo>
                      <a:pt x="1197" y="283"/>
                    </a:lnTo>
                    <a:lnTo>
                      <a:pt x="1200" y="295"/>
                    </a:lnTo>
                    <a:lnTo>
                      <a:pt x="1201" y="306"/>
                    </a:lnTo>
                    <a:lnTo>
                      <a:pt x="1199" y="318"/>
                    </a:lnTo>
                    <a:lnTo>
                      <a:pt x="1192" y="331"/>
                    </a:lnTo>
                    <a:lnTo>
                      <a:pt x="1186" y="341"/>
                    </a:lnTo>
                    <a:lnTo>
                      <a:pt x="1188" y="350"/>
                    </a:lnTo>
                    <a:close/>
                  </a:path>
                </a:pathLst>
              </a:custGeom>
              <a:solidFill>
                <a:srgbClr val="DA9FC0">
                  <a:alpha val="43000"/>
                </a:srgbClr>
              </a:solidFill>
              <a:ln>
                <a:noFill/>
              </a:ln>
            </p:spPr>
            <p:txBody>
              <a:bodyPr anchor="ctr"/>
              <a:lstStyle/>
              <a:p>
                <a:pPr algn="ctr">
                  <a:buNone/>
                </a:pPr>
              </a:p>
            </p:txBody>
          </p:sp>
          <p:sp>
            <p:nvSpPr>
              <p:cNvPr id="7696" name="addition:spatial:185">
                <a:extLst>
                  <a:ext uri="{FF2B5EF4-FFF2-40B4-BE49-F238E27FC236}">
                    <ns2:creationId id="{85C39FE4-7C4B-403C-BD72-390151F72A51}"/>
                  </a:ext>
                </a:extLst>
              </p:cNvPr>
              <p:cNvSpPr>
                <a:spLocks noGrp="1"/>
              </p:cNvSpPr>
              <p:nvPr/>
            </p:nvSpPr>
            <p:spPr>
              <a:xfrm>
                <a:off x="5648325" y="1666875"/>
                <a:ext cx="1614922" cy="793379"/>
              </a:xfrm>
              <a:custGeom>
                <a:rect l="l" t="t" r="r" b="b"/>
                <a:pathLst>
                  <a:path w="1218" h="469">
                    <a:moveTo>
                      <a:pt x="0" y="0"/>
                    </a:moveTo>
                    <a:moveTo>
                      <a:pt x="1194" y="364"/>
                    </a:moveTo>
                    <a:lnTo>
                      <a:pt x="1178" y="372"/>
                    </a:lnTo>
                    <a:lnTo>
                      <a:pt x="1170" y="379"/>
                    </a:lnTo>
                    <a:lnTo>
                      <a:pt x="1170" y="388"/>
                    </a:lnTo>
                    <a:lnTo>
                      <a:pt x="1172" y="397"/>
                    </a:lnTo>
                    <a:lnTo>
                      <a:pt x="1172" y="407"/>
                    </a:lnTo>
                    <a:lnTo>
                      <a:pt x="1168" y="416"/>
                    </a:lnTo>
                    <a:lnTo>
                      <a:pt x="1164" y="425"/>
                    </a:lnTo>
                    <a:lnTo>
                      <a:pt x="1162" y="436"/>
                    </a:lnTo>
                    <a:lnTo>
                      <a:pt x="1157" y="446"/>
                    </a:lnTo>
                    <a:lnTo>
                      <a:pt x="1147" y="452"/>
                    </a:lnTo>
                    <a:lnTo>
                      <a:pt x="1134" y="453"/>
                    </a:lnTo>
                    <a:lnTo>
                      <a:pt x="1122" y="452"/>
                    </a:lnTo>
                    <a:lnTo>
                      <a:pt x="1112" y="455"/>
                    </a:lnTo>
                    <a:lnTo>
                      <a:pt x="1105" y="462"/>
                    </a:lnTo>
                    <a:lnTo>
                      <a:pt x="1098" y="469"/>
                    </a:lnTo>
                    <a:lnTo>
                      <a:pt x="1088" y="469"/>
                    </a:lnTo>
                    <a:lnTo>
                      <a:pt x="1078" y="462"/>
                    </a:lnTo>
                    <a:lnTo>
                      <a:pt x="1069" y="453"/>
                    </a:lnTo>
                    <a:lnTo>
                      <a:pt x="1062" y="449"/>
                    </a:lnTo>
                    <a:lnTo>
                      <a:pt x="1053" y="453"/>
                    </a:lnTo>
                    <a:lnTo>
                      <a:pt x="1042" y="461"/>
                    </a:lnTo>
                    <a:lnTo>
                      <a:pt x="1029" y="465"/>
                    </a:lnTo>
                    <a:lnTo>
                      <a:pt x="1017" y="464"/>
                    </a:lnTo>
                    <a:lnTo>
                      <a:pt x="1008" y="458"/>
                    </a:lnTo>
                    <a:lnTo>
                      <a:pt x="998" y="452"/>
                    </a:lnTo>
                    <a:lnTo>
                      <a:pt x="990" y="446"/>
                    </a:lnTo>
                    <a:lnTo>
                      <a:pt x="985" y="436"/>
                    </a:lnTo>
                    <a:lnTo>
                      <a:pt x="985" y="423"/>
                    </a:lnTo>
                    <a:lnTo>
                      <a:pt x="989" y="410"/>
                    </a:lnTo>
                    <a:lnTo>
                      <a:pt x="988" y="401"/>
                    </a:lnTo>
                    <a:lnTo>
                      <a:pt x="979" y="395"/>
                    </a:lnTo>
                    <a:lnTo>
                      <a:pt x="964" y="390"/>
                    </a:lnTo>
                    <a:lnTo>
                      <a:pt x="951" y="383"/>
                    </a:lnTo>
                    <a:lnTo>
                      <a:pt x="946" y="374"/>
                    </a:lnTo>
                    <a:lnTo>
                      <a:pt x="950" y="364"/>
                    </a:lnTo>
                    <a:lnTo>
                      <a:pt x="953" y="355"/>
                    </a:lnTo>
                    <a:lnTo>
                      <a:pt x="951" y="346"/>
                    </a:lnTo>
                    <a:lnTo>
                      <a:pt x="944" y="335"/>
                    </a:lnTo>
                    <a:lnTo>
                      <a:pt x="940" y="324"/>
                    </a:lnTo>
                    <a:lnTo>
                      <a:pt x="944" y="315"/>
                    </a:lnTo>
                    <a:lnTo>
                      <a:pt x="953" y="308"/>
                    </a:lnTo>
                    <a:lnTo>
                      <a:pt x="964" y="303"/>
                    </a:lnTo>
                    <a:lnTo>
                      <a:pt x="973" y="298"/>
                    </a:lnTo>
                    <a:lnTo>
                      <a:pt x="982" y="293"/>
                    </a:lnTo>
                    <a:lnTo>
                      <a:pt x="993" y="290"/>
                    </a:lnTo>
                    <a:lnTo>
                      <a:pt x="1006" y="290"/>
                    </a:lnTo>
                    <a:lnTo>
                      <a:pt x="1016" y="288"/>
                    </a:lnTo>
                    <a:lnTo>
                      <a:pt x="1023" y="280"/>
                    </a:lnTo>
                    <a:lnTo>
                      <a:pt x="1029" y="266"/>
                    </a:lnTo>
                    <a:lnTo>
                      <a:pt x="1038" y="251"/>
                    </a:lnTo>
                    <a:lnTo>
                      <a:pt x="1051" y="244"/>
                    </a:lnTo>
                    <a:lnTo>
                      <a:pt x="1066" y="248"/>
                    </a:lnTo>
                    <a:lnTo>
                      <a:pt x="1080" y="257"/>
                    </a:lnTo>
                    <a:lnTo>
                      <a:pt x="1092" y="265"/>
                    </a:lnTo>
                    <a:lnTo>
                      <a:pt x="1104" y="268"/>
                    </a:lnTo>
                    <a:lnTo>
                      <a:pt x="1116" y="268"/>
                    </a:lnTo>
                    <a:lnTo>
                      <a:pt x="1128" y="271"/>
                    </a:lnTo>
                    <a:lnTo>
                      <a:pt x="1137" y="278"/>
                    </a:lnTo>
                    <a:lnTo>
                      <a:pt x="1145" y="285"/>
                    </a:lnTo>
                    <a:lnTo>
                      <a:pt x="1154" y="289"/>
                    </a:lnTo>
                    <a:lnTo>
                      <a:pt x="1164" y="293"/>
                    </a:lnTo>
                    <a:lnTo>
                      <a:pt x="1174" y="297"/>
                    </a:lnTo>
                    <a:lnTo>
                      <a:pt x="1180" y="305"/>
                    </a:lnTo>
                    <a:lnTo>
                      <a:pt x="1183" y="313"/>
                    </a:lnTo>
                    <a:lnTo>
                      <a:pt x="1188" y="320"/>
                    </a:lnTo>
                    <a:lnTo>
                      <a:pt x="1199" y="326"/>
                    </a:lnTo>
                    <a:lnTo>
                      <a:pt x="1212" y="333"/>
                    </a:lnTo>
                    <a:lnTo>
                      <a:pt x="1218" y="342"/>
                    </a:lnTo>
                    <a:lnTo>
                      <a:pt x="1211" y="354"/>
                    </a:lnTo>
                    <a:close/>
                  </a:path>
                </a:pathLst>
              </a:custGeom>
              <a:solidFill>
                <a:srgbClr val="CC79A7">
                  <a:alpha val="35000"/>
                </a:srgbClr>
              </a:solidFill>
              <a:ln>
                <a:noFill/>
              </a:ln>
            </p:spPr>
            <p:txBody>
              <a:bodyPr anchor="ctr"/>
              <a:lstStyle/>
              <a:p>
                <a:pPr algn="ctr">
                  <a:buNone/>
                </a:pPr>
              </a:p>
            </p:txBody>
          </p:sp>
          <p:sp>
            <p:nvSpPr>
              <p:cNvPr id="7697" name="addition:spatial:186">
                <a:extLst>
                  <a:ext uri="{FF2B5EF4-FFF2-40B4-BE49-F238E27FC236}">
                    <ns2:creationId id="{4662E673-62C0-41C4-B9D2-0FC976063719}"/>
                  </a:ext>
                </a:extLst>
              </p:cNvPr>
              <p:cNvSpPr>
                <a:spLocks noGrp="1"/>
              </p:cNvSpPr>
              <p:nvPr/>
            </p:nvSpPr>
            <p:spPr>
              <a:xfrm>
                <a:off x="5648325" y="1666875"/>
                <a:ext cx="1418692" cy="644515"/>
              </a:xfrm>
              <a:custGeom>
                <a:rect l="l" t="t" r="r" b="b"/>
                <a:pathLst>
                  <a:path w="1070" h="381">
                    <a:moveTo>
                      <a:pt x="0" y="0"/>
                    </a:moveTo>
                    <a:moveTo>
                      <a:pt x="1066" y="334"/>
                    </a:moveTo>
                    <a:lnTo>
                      <a:pt x="1068" y="338"/>
                    </a:lnTo>
                    <a:lnTo>
                      <a:pt x="1070" y="342"/>
                    </a:lnTo>
                    <a:lnTo>
                      <a:pt x="1070" y="346"/>
                    </a:lnTo>
                    <a:lnTo>
                      <a:pt x="1069" y="349"/>
                    </a:lnTo>
                    <a:lnTo>
                      <a:pt x="1068" y="353"/>
                    </a:lnTo>
                    <a:lnTo>
                      <a:pt x="1068" y="357"/>
                    </a:lnTo>
                    <a:lnTo>
                      <a:pt x="1068" y="362"/>
                    </a:lnTo>
                    <a:lnTo>
                      <a:pt x="1067" y="366"/>
                    </a:lnTo>
                    <a:lnTo>
                      <a:pt x="1061" y="367"/>
                    </a:lnTo>
                    <a:lnTo>
                      <a:pt x="1054" y="366"/>
                    </a:lnTo>
                    <a:lnTo>
                      <a:pt x="1048" y="364"/>
                    </a:lnTo>
                    <a:lnTo>
                      <a:pt x="1044" y="364"/>
                    </a:lnTo>
                    <a:lnTo>
                      <a:pt x="1042" y="368"/>
                    </a:lnTo>
                    <a:lnTo>
                      <a:pt x="1040" y="373"/>
                    </a:lnTo>
                    <a:lnTo>
                      <a:pt x="1036" y="377"/>
                    </a:lnTo>
                    <a:lnTo>
                      <a:pt x="1031" y="379"/>
                    </a:lnTo>
                    <a:lnTo>
                      <a:pt x="1026" y="380"/>
                    </a:lnTo>
                    <a:lnTo>
                      <a:pt x="1020" y="380"/>
                    </a:lnTo>
                    <a:lnTo>
                      <a:pt x="1015" y="381"/>
                    </a:lnTo>
                    <a:lnTo>
                      <a:pt x="1009" y="379"/>
                    </a:lnTo>
                    <a:lnTo>
                      <a:pt x="1005" y="376"/>
                    </a:lnTo>
                    <a:lnTo>
                      <a:pt x="1001" y="372"/>
                    </a:lnTo>
                    <a:lnTo>
                      <a:pt x="997" y="369"/>
                    </a:lnTo>
                    <a:lnTo>
                      <a:pt x="992" y="368"/>
                    </a:lnTo>
                    <a:lnTo>
                      <a:pt x="986" y="368"/>
                    </a:lnTo>
                    <a:lnTo>
                      <a:pt x="982" y="366"/>
                    </a:lnTo>
                    <a:lnTo>
                      <a:pt x="980" y="361"/>
                    </a:lnTo>
                    <a:lnTo>
                      <a:pt x="980" y="356"/>
                    </a:lnTo>
                    <a:lnTo>
                      <a:pt x="978" y="353"/>
                    </a:lnTo>
                    <a:lnTo>
                      <a:pt x="974" y="351"/>
                    </a:lnTo>
                    <a:lnTo>
                      <a:pt x="967" y="350"/>
                    </a:lnTo>
                    <a:lnTo>
                      <a:pt x="961" y="347"/>
                    </a:lnTo>
                    <a:lnTo>
                      <a:pt x="959" y="343"/>
                    </a:lnTo>
                    <a:lnTo>
                      <a:pt x="960" y="338"/>
                    </a:lnTo>
                    <a:lnTo>
                      <a:pt x="963" y="334"/>
                    </a:lnTo>
                    <a:lnTo>
                      <a:pt x="966" y="330"/>
                    </a:lnTo>
                    <a:lnTo>
                      <a:pt x="969" y="326"/>
                    </a:lnTo>
                    <a:lnTo>
                      <a:pt x="973" y="323"/>
                    </a:lnTo>
                    <a:lnTo>
                      <a:pt x="979" y="321"/>
                    </a:lnTo>
                    <a:lnTo>
                      <a:pt x="982" y="318"/>
                    </a:lnTo>
                    <a:lnTo>
                      <a:pt x="983" y="315"/>
                    </a:lnTo>
                    <a:lnTo>
                      <a:pt x="981" y="309"/>
                    </a:lnTo>
                    <a:lnTo>
                      <a:pt x="981" y="304"/>
                    </a:lnTo>
                    <a:lnTo>
                      <a:pt x="985" y="300"/>
                    </a:lnTo>
                    <a:lnTo>
                      <a:pt x="990" y="299"/>
                    </a:lnTo>
                    <a:lnTo>
                      <a:pt x="996" y="299"/>
                    </a:lnTo>
                    <a:lnTo>
                      <a:pt x="1001" y="297"/>
                    </a:lnTo>
                    <a:lnTo>
                      <a:pt x="1004" y="293"/>
                    </a:lnTo>
                    <a:lnTo>
                      <a:pt x="1007" y="290"/>
                    </a:lnTo>
                    <a:lnTo>
                      <a:pt x="1012" y="288"/>
                    </a:lnTo>
                    <a:lnTo>
                      <a:pt x="1017" y="290"/>
                    </a:lnTo>
                    <a:lnTo>
                      <a:pt x="1021" y="293"/>
                    </a:lnTo>
                    <a:lnTo>
                      <a:pt x="1025" y="294"/>
                    </a:lnTo>
                    <a:lnTo>
                      <a:pt x="1029" y="295"/>
                    </a:lnTo>
                    <a:lnTo>
                      <a:pt x="1032" y="296"/>
                    </a:lnTo>
                    <a:lnTo>
                      <a:pt x="1035" y="297"/>
                    </a:lnTo>
                    <a:lnTo>
                      <a:pt x="1038" y="298"/>
                    </a:lnTo>
                    <a:lnTo>
                      <a:pt x="1043" y="298"/>
                    </a:lnTo>
                    <a:lnTo>
                      <a:pt x="1049" y="296"/>
                    </a:lnTo>
                    <a:lnTo>
                      <a:pt x="1055" y="295"/>
                    </a:lnTo>
                    <a:lnTo>
                      <a:pt x="1060" y="297"/>
                    </a:lnTo>
                    <a:lnTo>
                      <a:pt x="1061" y="302"/>
                    </a:lnTo>
                    <a:lnTo>
                      <a:pt x="1059" y="308"/>
                    </a:lnTo>
                    <a:lnTo>
                      <a:pt x="1057" y="314"/>
                    </a:lnTo>
                    <a:lnTo>
                      <a:pt x="1058" y="317"/>
                    </a:lnTo>
                    <a:lnTo>
                      <a:pt x="1061" y="320"/>
                    </a:lnTo>
                    <a:lnTo>
                      <a:pt x="1064" y="323"/>
                    </a:lnTo>
                    <a:lnTo>
                      <a:pt x="1066" y="327"/>
                    </a:lnTo>
                    <a:lnTo>
                      <a:pt x="1065" y="330"/>
                    </a:lnTo>
                    <a:close/>
                  </a:path>
                </a:pathLst>
              </a:custGeom>
              <a:solidFill>
                <a:srgbClr val="DA9FC0">
                  <a:alpha val="32000"/>
                </a:srgbClr>
              </a:solidFill>
              <a:ln>
                <a:noFill/>
              </a:ln>
            </p:spPr>
            <p:txBody>
              <a:bodyPr anchor="ctr"/>
              <a:lstStyle/>
              <a:p>
                <a:pPr algn="ctr">
                  <a:buNone/>
                </a:pPr>
              </a:p>
            </p:txBody>
          </p:sp>
          <p:sp>
            <p:nvSpPr>
              <p:cNvPr id="7698" name="addition:spatial:187">
                <a:extLst>
                  <a:ext uri="{FF2B5EF4-FFF2-40B4-BE49-F238E27FC236}">
                    <ns2:creationId id="{AE3D757A-0FBC-4D47-91C5-03238630366C}"/>
                  </a:ext>
                </a:extLst>
              </p:cNvPr>
              <p:cNvSpPr>
                <a:spLocks noGrp="1"/>
              </p:cNvSpPr>
              <p:nvPr/>
            </p:nvSpPr>
            <p:spPr>
              <a:xfrm>
                <a:off x="5648325" y="1666875"/>
                <a:ext cx="1473053" cy="585307"/>
              </a:xfrm>
              <a:custGeom>
                <a:rect l="l" t="t" r="r" b="b"/>
                <a:pathLst>
                  <a:path w="1111" h="346">
                    <a:moveTo>
                      <a:pt x="0" y="0"/>
                    </a:moveTo>
                    <a:moveTo>
                      <a:pt x="1100" y="300"/>
                    </a:moveTo>
                    <a:lnTo>
                      <a:pt x="1104" y="303"/>
                    </a:lnTo>
                    <a:lnTo>
                      <a:pt x="1106" y="307"/>
                    </a:lnTo>
                    <a:lnTo>
                      <a:pt x="1105" y="311"/>
                    </a:lnTo>
                    <a:lnTo>
                      <a:pt x="1103" y="314"/>
                    </a:lnTo>
                    <a:lnTo>
                      <a:pt x="1103" y="318"/>
                    </a:lnTo>
                    <a:lnTo>
                      <a:pt x="1102" y="322"/>
                    </a:lnTo>
                    <a:lnTo>
                      <a:pt x="1101" y="326"/>
                    </a:lnTo>
                    <a:lnTo>
                      <a:pt x="1099" y="329"/>
                    </a:lnTo>
                    <a:lnTo>
                      <a:pt x="1095" y="330"/>
                    </a:lnTo>
                    <a:lnTo>
                      <a:pt x="1092" y="332"/>
                    </a:lnTo>
                    <a:lnTo>
                      <a:pt x="1089" y="335"/>
                    </a:lnTo>
                    <a:lnTo>
                      <a:pt x="1087" y="338"/>
                    </a:lnTo>
                    <a:lnTo>
                      <a:pt x="1083" y="339"/>
                    </a:lnTo>
                    <a:lnTo>
                      <a:pt x="1078" y="337"/>
                    </a:lnTo>
                    <a:lnTo>
                      <a:pt x="1074" y="334"/>
                    </a:lnTo>
                    <a:lnTo>
                      <a:pt x="1070" y="333"/>
                    </a:lnTo>
                    <a:lnTo>
                      <a:pt x="1067" y="336"/>
                    </a:lnTo>
                    <a:lnTo>
                      <a:pt x="1063" y="342"/>
                    </a:lnTo>
                    <a:lnTo>
                      <a:pt x="1058" y="346"/>
                    </a:lnTo>
                    <a:lnTo>
                      <a:pt x="1053" y="346"/>
                    </a:lnTo>
                    <a:lnTo>
                      <a:pt x="1048" y="344"/>
                    </a:lnTo>
                    <a:lnTo>
                      <a:pt x="1044" y="341"/>
                    </a:lnTo>
                    <a:lnTo>
                      <a:pt x="1040" y="338"/>
                    </a:lnTo>
                    <a:lnTo>
                      <a:pt x="1037" y="335"/>
                    </a:lnTo>
                    <a:lnTo>
                      <a:pt x="1034" y="332"/>
                    </a:lnTo>
                    <a:lnTo>
                      <a:pt x="1032" y="327"/>
                    </a:lnTo>
                    <a:lnTo>
                      <a:pt x="1030" y="324"/>
                    </a:lnTo>
                    <a:lnTo>
                      <a:pt x="1026" y="322"/>
                    </a:lnTo>
                    <a:lnTo>
                      <a:pt x="1020" y="320"/>
                    </a:lnTo>
                    <a:lnTo>
                      <a:pt x="1015" y="318"/>
                    </a:lnTo>
                    <a:lnTo>
                      <a:pt x="1013" y="315"/>
                    </a:lnTo>
                    <a:lnTo>
                      <a:pt x="1013" y="310"/>
                    </a:lnTo>
                    <a:lnTo>
                      <a:pt x="1014" y="306"/>
                    </a:lnTo>
                    <a:lnTo>
                      <a:pt x="1012" y="303"/>
                    </a:lnTo>
                    <a:lnTo>
                      <a:pt x="1007" y="300"/>
                    </a:lnTo>
                    <a:lnTo>
                      <a:pt x="1003" y="295"/>
                    </a:lnTo>
                    <a:lnTo>
                      <a:pt x="1003" y="291"/>
                    </a:lnTo>
                    <a:lnTo>
                      <a:pt x="1007" y="287"/>
                    </a:lnTo>
                    <a:lnTo>
                      <a:pt x="1013" y="285"/>
                    </a:lnTo>
                    <a:lnTo>
                      <a:pt x="1018" y="283"/>
                    </a:lnTo>
                    <a:lnTo>
                      <a:pt x="1021" y="280"/>
                    </a:lnTo>
                    <a:lnTo>
                      <a:pt x="1024" y="277"/>
                    </a:lnTo>
                    <a:lnTo>
                      <a:pt x="1028" y="275"/>
                    </a:lnTo>
                    <a:lnTo>
                      <a:pt x="1031" y="273"/>
                    </a:lnTo>
                    <a:lnTo>
                      <a:pt x="1034" y="269"/>
                    </a:lnTo>
                    <a:lnTo>
                      <a:pt x="1035" y="264"/>
                    </a:lnTo>
                    <a:lnTo>
                      <a:pt x="1037" y="258"/>
                    </a:lnTo>
                    <a:lnTo>
                      <a:pt x="1041" y="255"/>
                    </a:lnTo>
                    <a:lnTo>
                      <a:pt x="1047" y="255"/>
                    </a:lnTo>
                    <a:lnTo>
                      <a:pt x="1054" y="258"/>
                    </a:lnTo>
                    <a:lnTo>
                      <a:pt x="1059" y="260"/>
                    </a:lnTo>
                    <a:lnTo>
                      <a:pt x="1063" y="259"/>
                    </a:lnTo>
                    <a:lnTo>
                      <a:pt x="1068" y="257"/>
                    </a:lnTo>
                    <a:lnTo>
                      <a:pt x="1072" y="257"/>
                    </a:lnTo>
                    <a:lnTo>
                      <a:pt x="1076" y="259"/>
                    </a:lnTo>
                    <a:lnTo>
                      <a:pt x="1079" y="262"/>
                    </a:lnTo>
                    <a:lnTo>
                      <a:pt x="1082" y="265"/>
                    </a:lnTo>
                    <a:lnTo>
                      <a:pt x="1085" y="266"/>
                    </a:lnTo>
                    <a:lnTo>
                      <a:pt x="1089" y="267"/>
                    </a:lnTo>
                    <a:lnTo>
                      <a:pt x="1093" y="268"/>
                    </a:lnTo>
                    <a:lnTo>
                      <a:pt x="1096" y="269"/>
                    </a:lnTo>
                    <a:lnTo>
                      <a:pt x="1099" y="271"/>
                    </a:lnTo>
                    <a:lnTo>
                      <a:pt x="1103" y="273"/>
                    </a:lnTo>
                    <a:lnTo>
                      <a:pt x="1108" y="275"/>
                    </a:lnTo>
                    <a:lnTo>
                      <a:pt x="1111" y="278"/>
                    </a:lnTo>
                    <a:lnTo>
                      <a:pt x="1109" y="283"/>
                    </a:lnTo>
                    <a:lnTo>
                      <a:pt x="1104" y="289"/>
                    </a:lnTo>
                    <a:lnTo>
                      <a:pt x="1099" y="293"/>
                    </a:lnTo>
                    <a:lnTo>
                      <a:pt x="1098" y="296"/>
                    </a:lnTo>
                    <a:close/>
                  </a:path>
                </a:pathLst>
              </a:custGeom>
              <a:solidFill>
                <a:srgbClr val="DA9FC0">
                  <a:alpha val="32000"/>
                </a:srgbClr>
              </a:solidFill>
              <a:ln>
                <a:noFill/>
              </a:ln>
            </p:spPr>
            <p:txBody>
              <a:bodyPr anchor="ctr"/>
              <a:lstStyle/>
              <a:p>
                <a:pPr algn="ctr">
                  <a:buNone/>
                </a:pPr>
              </a:p>
            </p:txBody>
          </p:sp>
          <p:sp>
            <p:nvSpPr>
              <p:cNvPr id="7699" name="addition:spatial:188">
                <a:extLst>
                  <a:ext uri="{FF2B5EF4-FFF2-40B4-BE49-F238E27FC236}">
                    <ns2:creationId id="{11F05947-4FFC-4B90-BD18-B5109A3733C3}"/>
                  </a:ext>
                </a:extLst>
              </p:cNvPr>
              <p:cNvSpPr>
                <a:spLocks noGrp="1"/>
              </p:cNvSpPr>
              <p:nvPr/>
            </p:nvSpPr>
            <p:spPr>
              <a:xfrm>
                <a:off x="5648325" y="1666875"/>
                <a:ext cx="1548628" cy="608990"/>
              </a:xfrm>
              <a:custGeom>
                <a:rect l="l" t="t" r="r" b="b"/>
                <a:pathLst>
                  <a:path w="1168" h="360">
                    <a:moveTo>
                      <a:pt x="0" y="0"/>
                    </a:moveTo>
                    <a:moveTo>
                      <a:pt x="1167" y="309"/>
                    </a:moveTo>
                    <a:lnTo>
                      <a:pt x="1168" y="313"/>
                    </a:lnTo>
                    <a:lnTo>
                      <a:pt x="1166" y="317"/>
                    </a:lnTo>
                    <a:lnTo>
                      <a:pt x="1162" y="321"/>
                    </a:lnTo>
                    <a:lnTo>
                      <a:pt x="1159" y="324"/>
                    </a:lnTo>
                    <a:lnTo>
                      <a:pt x="1157" y="328"/>
                    </a:lnTo>
                    <a:lnTo>
                      <a:pt x="1155" y="332"/>
                    </a:lnTo>
                    <a:lnTo>
                      <a:pt x="1153" y="336"/>
                    </a:lnTo>
                    <a:lnTo>
                      <a:pt x="1148" y="338"/>
                    </a:lnTo>
                    <a:lnTo>
                      <a:pt x="1142" y="338"/>
                    </a:lnTo>
                    <a:lnTo>
                      <a:pt x="1137" y="340"/>
                    </a:lnTo>
                    <a:lnTo>
                      <a:pt x="1135" y="344"/>
                    </a:lnTo>
                    <a:lnTo>
                      <a:pt x="1134" y="351"/>
                    </a:lnTo>
                    <a:lnTo>
                      <a:pt x="1131" y="357"/>
                    </a:lnTo>
                    <a:lnTo>
                      <a:pt x="1126" y="360"/>
                    </a:lnTo>
                    <a:lnTo>
                      <a:pt x="1120" y="359"/>
                    </a:lnTo>
                    <a:lnTo>
                      <a:pt x="1114" y="356"/>
                    </a:lnTo>
                    <a:lnTo>
                      <a:pt x="1109" y="353"/>
                    </a:lnTo>
                    <a:lnTo>
                      <a:pt x="1105" y="352"/>
                    </a:lnTo>
                    <a:lnTo>
                      <a:pt x="1101" y="351"/>
                    </a:lnTo>
                    <a:lnTo>
                      <a:pt x="1098" y="349"/>
                    </a:lnTo>
                    <a:lnTo>
                      <a:pt x="1094" y="347"/>
                    </a:lnTo>
                    <a:lnTo>
                      <a:pt x="1091" y="347"/>
                    </a:lnTo>
                    <a:lnTo>
                      <a:pt x="1086" y="348"/>
                    </a:lnTo>
                    <a:lnTo>
                      <a:pt x="1081" y="349"/>
                    </a:lnTo>
                    <a:lnTo>
                      <a:pt x="1076" y="348"/>
                    </a:lnTo>
                    <a:lnTo>
                      <a:pt x="1075" y="343"/>
                    </a:lnTo>
                    <a:lnTo>
                      <a:pt x="1074" y="339"/>
                    </a:lnTo>
                    <a:lnTo>
                      <a:pt x="1073" y="335"/>
                    </a:lnTo>
                    <a:lnTo>
                      <a:pt x="1069" y="333"/>
                    </a:lnTo>
                    <a:lnTo>
                      <a:pt x="1065" y="330"/>
                    </a:lnTo>
                    <a:lnTo>
                      <a:pt x="1062" y="327"/>
                    </a:lnTo>
                    <a:lnTo>
                      <a:pt x="1064" y="322"/>
                    </a:lnTo>
                    <a:lnTo>
                      <a:pt x="1068" y="317"/>
                    </a:lnTo>
                    <a:lnTo>
                      <a:pt x="1071" y="313"/>
                    </a:lnTo>
                    <a:lnTo>
                      <a:pt x="1072" y="309"/>
                    </a:lnTo>
                    <a:lnTo>
                      <a:pt x="1071" y="305"/>
                    </a:lnTo>
                    <a:lnTo>
                      <a:pt x="1070" y="302"/>
                    </a:lnTo>
                    <a:lnTo>
                      <a:pt x="1069" y="298"/>
                    </a:lnTo>
                    <a:lnTo>
                      <a:pt x="1068" y="293"/>
                    </a:lnTo>
                    <a:lnTo>
                      <a:pt x="1066" y="288"/>
                    </a:lnTo>
                    <a:lnTo>
                      <a:pt x="1064" y="282"/>
                    </a:lnTo>
                    <a:lnTo>
                      <a:pt x="1065" y="278"/>
                    </a:lnTo>
                    <a:lnTo>
                      <a:pt x="1070" y="276"/>
                    </a:lnTo>
                    <a:lnTo>
                      <a:pt x="1076" y="276"/>
                    </a:lnTo>
                    <a:lnTo>
                      <a:pt x="1082" y="277"/>
                    </a:lnTo>
                    <a:lnTo>
                      <a:pt x="1085" y="276"/>
                    </a:lnTo>
                    <a:lnTo>
                      <a:pt x="1087" y="272"/>
                    </a:lnTo>
                    <a:lnTo>
                      <a:pt x="1089" y="268"/>
                    </a:lnTo>
                    <a:lnTo>
                      <a:pt x="1093" y="266"/>
                    </a:lnTo>
                    <a:lnTo>
                      <a:pt x="1097" y="266"/>
                    </a:lnTo>
                    <a:lnTo>
                      <a:pt x="1101" y="267"/>
                    </a:lnTo>
                    <a:lnTo>
                      <a:pt x="1105" y="267"/>
                    </a:lnTo>
                    <a:lnTo>
                      <a:pt x="1109" y="264"/>
                    </a:lnTo>
                    <a:lnTo>
                      <a:pt x="1114" y="262"/>
                    </a:lnTo>
                    <a:lnTo>
                      <a:pt x="1119" y="262"/>
                    </a:lnTo>
                    <a:lnTo>
                      <a:pt x="1124" y="263"/>
                    </a:lnTo>
                    <a:lnTo>
                      <a:pt x="1129" y="265"/>
                    </a:lnTo>
                    <a:lnTo>
                      <a:pt x="1135" y="265"/>
                    </a:lnTo>
                    <a:lnTo>
                      <a:pt x="1140" y="267"/>
                    </a:lnTo>
                    <a:lnTo>
                      <a:pt x="1143" y="272"/>
                    </a:lnTo>
                    <a:lnTo>
                      <a:pt x="1143" y="278"/>
                    </a:lnTo>
                    <a:lnTo>
                      <a:pt x="1143" y="284"/>
                    </a:lnTo>
                    <a:lnTo>
                      <a:pt x="1144" y="288"/>
                    </a:lnTo>
                    <a:lnTo>
                      <a:pt x="1150" y="289"/>
                    </a:lnTo>
                    <a:lnTo>
                      <a:pt x="1158" y="290"/>
                    </a:lnTo>
                    <a:lnTo>
                      <a:pt x="1164" y="292"/>
                    </a:lnTo>
                    <a:lnTo>
                      <a:pt x="1167" y="296"/>
                    </a:lnTo>
                    <a:lnTo>
                      <a:pt x="1167" y="300"/>
                    </a:lnTo>
                    <a:lnTo>
                      <a:pt x="1167" y="305"/>
                    </a:lnTo>
                    <a:close/>
                  </a:path>
                </a:pathLst>
              </a:custGeom>
              <a:solidFill>
                <a:srgbClr val="DA9FC0">
                  <a:alpha val="32000"/>
                </a:srgbClr>
              </a:solidFill>
              <a:ln>
                <a:noFill/>
              </a:ln>
            </p:spPr>
            <p:txBody>
              <a:bodyPr anchor="ctr"/>
              <a:lstStyle/>
              <a:p>
                <a:pPr algn="ctr">
                  <a:buNone/>
                </a:pPr>
              </a:p>
            </p:txBody>
          </p:sp>
          <p:sp>
            <p:nvSpPr>
              <p:cNvPr id="7700" name="addition:spatial:189">
                <a:extLst>
                  <a:ext uri="{FF2B5EF4-FFF2-40B4-BE49-F238E27FC236}">
                    <ns2:creationId id="{7AEB84F9-DCC5-40DD-ADC6-52A4C9213F39}"/>
                  </a:ext>
                </a:extLst>
              </p:cNvPr>
              <p:cNvSpPr>
                <a:spLocks noGrp="1"/>
              </p:cNvSpPr>
              <p:nvPr/>
            </p:nvSpPr>
            <p:spPr>
              <a:xfrm>
                <a:off x="5648325" y="1666875"/>
                <a:ext cx="1610944" cy="676656"/>
              </a:xfrm>
              <a:custGeom>
                <a:rect l="l" t="t" r="r" b="b"/>
                <a:pathLst>
                  <a:path w="1215" h="400">
                    <a:moveTo>
                      <a:pt x="0" y="0"/>
                    </a:moveTo>
                    <a:moveTo>
                      <a:pt x="1205" y="347"/>
                    </a:moveTo>
                    <a:lnTo>
                      <a:pt x="1211" y="352"/>
                    </a:lnTo>
                    <a:lnTo>
                      <a:pt x="1215" y="357"/>
                    </a:lnTo>
                    <a:lnTo>
                      <a:pt x="1214" y="362"/>
                    </a:lnTo>
                    <a:lnTo>
                      <a:pt x="1209" y="366"/>
                    </a:lnTo>
                    <a:lnTo>
                      <a:pt x="1202" y="368"/>
                    </a:lnTo>
                    <a:lnTo>
                      <a:pt x="1197" y="371"/>
                    </a:lnTo>
                    <a:lnTo>
                      <a:pt x="1193" y="373"/>
                    </a:lnTo>
                    <a:lnTo>
                      <a:pt x="1189" y="376"/>
                    </a:lnTo>
                    <a:lnTo>
                      <a:pt x="1185" y="378"/>
                    </a:lnTo>
                    <a:lnTo>
                      <a:pt x="1181" y="381"/>
                    </a:lnTo>
                    <a:lnTo>
                      <a:pt x="1179" y="385"/>
                    </a:lnTo>
                    <a:lnTo>
                      <a:pt x="1177" y="392"/>
                    </a:lnTo>
                    <a:lnTo>
                      <a:pt x="1173" y="398"/>
                    </a:lnTo>
                    <a:lnTo>
                      <a:pt x="1168" y="400"/>
                    </a:lnTo>
                    <a:lnTo>
                      <a:pt x="1161" y="399"/>
                    </a:lnTo>
                    <a:lnTo>
                      <a:pt x="1155" y="396"/>
                    </a:lnTo>
                    <a:lnTo>
                      <a:pt x="1149" y="394"/>
                    </a:lnTo>
                    <a:lnTo>
                      <a:pt x="1144" y="395"/>
                    </a:lnTo>
                    <a:lnTo>
                      <a:pt x="1138" y="397"/>
                    </a:lnTo>
                    <a:lnTo>
                      <a:pt x="1133" y="397"/>
                    </a:lnTo>
                    <a:lnTo>
                      <a:pt x="1129" y="394"/>
                    </a:lnTo>
                    <a:lnTo>
                      <a:pt x="1126" y="389"/>
                    </a:lnTo>
                    <a:lnTo>
                      <a:pt x="1123" y="385"/>
                    </a:lnTo>
                    <a:lnTo>
                      <a:pt x="1119" y="384"/>
                    </a:lnTo>
                    <a:lnTo>
                      <a:pt x="1114" y="383"/>
                    </a:lnTo>
                    <a:lnTo>
                      <a:pt x="1110" y="381"/>
                    </a:lnTo>
                    <a:lnTo>
                      <a:pt x="1107" y="379"/>
                    </a:lnTo>
                    <a:lnTo>
                      <a:pt x="1103" y="377"/>
                    </a:lnTo>
                    <a:lnTo>
                      <a:pt x="1098" y="374"/>
                    </a:lnTo>
                    <a:lnTo>
                      <a:pt x="1093" y="372"/>
                    </a:lnTo>
                    <a:lnTo>
                      <a:pt x="1091" y="367"/>
                    </a:lnTo>
                    <a:lnTo>
                      <a:pt x="1094" y="361"/>
                    </a:lnTo>
                    <a:lnTo>
                      <a:pt x="1100" y="355"/>
                    </a:lnTo>
                    <a:lnTo>
                      <a:pt x="1106" y="351"/>
                    </a:lnTo>
                    <a:lnTo>
                      <a:pt x="1107" y="347"/>
                    </a:lnTo>
                    <a:lnTo>
                      <a:pt x="1105" y="343"/>
                    </a:lnTo>
                    <a:lnTo>
                      <a:pt x="1102" y="339"/>
                    </a:lnTo>
                    <a:lnTo>
                      <a:pt x="1101" y="334"/>
                    </a:lnTo>
                    <a:lnTo>
                      <a:pt x="1103" y="330"/>
                    </a:lnTo>
                    <a:lnTo>
                      <a:pt x="1106" y="326"/>
                    </a:lnTo>
                    <a:lnTo>
                      <a:pt x="1107" y="322"/>
                    </a:lnTo>
                    <a:lnTo>
                      <a:pt x="1108" y="317"/>
                    </a:lnTo>
                    <a:lnTo>
                      <a:pt x="1109" y="313"/>
                    </a:lnTo>
                    <a:lnTo>
                      <a:pt x="1113" y="310"/>
                    </a:lnTo>
                    <a:lnTo>
                      <a:pt x="1117" y="308"/>
                    </a:lnTo>
                    <a:lnTo>
                      <a:pt x="1121" y="305"/>
                    </a:lnTo>
                    <a:lnTo>
                      <a:pt x="1124" y="302"/>
                    </a:lnTo>
                    <a:lnTo>
                      <a:pt x="1127" y="300"/>
                    </a:lnTo>
                    <a:lnTo>
                      <a:pt x="1132" y="300"/>
                    </a:lnTo>
                    <a:lnTo>
                      <a:pt x="1137" y="303"/>
                    </a:lnTo>
                    <a:lnTo>
                      <a:pt x="1141" y="307"/>
                    </a:lnTo>
                    <a:lnTo>
                      <a:pt x="1145" y="307"/>
                    </a:lnTo>
                    <a:lnTo>
                      <a:pt x="1148" y="303"/>
                    </a:lnTo>
                    <a:lnTo>
                      <a:pt x="1153" y="298"/>
                    </a:lnTo>
                    <a:lnTo>
                      <a:pt x="1159" y="294"/>
                    </a:lnTo>
                    <a:lnTo>
                      <a:pt x="1164" y="294"/>
                    </a:lnTo>
                    <a:lnTo>
                      <a:pt x="1169" y="298"/>
                    </a:lnTo>
                    <a:lnTo>
                      <a:pt x="1173" y="301"/>
                    </a:lnTo>
                    <a:lnTo>
                      <a:pt x="1177" y="304"/>
                    </a:lnTo>
                    <a:lnTo>
                      <a:pt x="1181" y="308"/>
                    </a:lnTo>
                    <a:lnTo>
                      <a:pt x="1183" y="312"/>
                    </a:lnTo>
                    <a:lnTo>
                      <a:pt x="1185" y="317"/>
                    </a:lnTo>
                    <a:lnTo>
                      <a:pt x="1187" y="321"/>
                    </a:lnTo>
                    <a:lnTo>
                      <a:pt x="1191" y="324"/>
                    </a:lnTo>
                    <a:lnTo>
                      <a:pt x="1197" y="326"/>
                    </a:lnTo>
                    <a:lnTo>
                      <a:pt x="1202" y="330"/>
                    </a:lnTo>
                    <a:lnTo>
                      <a:pt x="1203" y="334"/>
                    </a:lnTo>
                    <a:lnTo>
                      <a:pt x="1202" y="339"/>
                    </a:lnTo>
                    <a:lnTo>
                      <a:pt x="1202" y="343"/>
                    </a:lnTo>
                    <a:close/>
                  </a:path>
                </a:pathLst>
              </a:custGeom>
              <a:solidFill>
                <a:srgbClr val="DA9FC0">
                  <a:alpha val="32000"/>
                </a:srgbClr>
              </a:solidFill>
              <a:ln>
                <a:noFill/>
              </a:ln>
            </p:spPr>
            <p:txBody>
              <a:bodyPr anchor="ctr"/>
              <a:lstStyle/>
              <a:p>
                <a:pPr algn="ctr">
                  <a:buNone/>
                </a:pPr>
              </a:p>
            </p:txBody>
          </p:sp>
          <p:sp>
            <p:nvSpPr>
              <p:cNvPr id="7701" name="addition:spatial:190">
                <a:extLst>
                  <a:ext uri="{FF2B5EF4-FFF2-40B4-BE49-F238E27FC236}">
                    <ns2:creationId id="{11C069C2-521D-4676-9496-0B220A603230}"/>
                  </a:ext>
                </a:extLst>
              </p:cNvPr>
              <p:cNvSpPr>
                <a:spLocks noGrp="1"/>
              </p:cNvSpPr>
              <p:nvPr/>
            </p:nvSpPr>
            <p:spPr>
              <a:xfrm>
                <a:off x="5648325" y="1666875"/>
                <a:ext cx="1585752" cy="754471"/>
              </a:xfrm>
              <a:custGeom>
                <a:rect l="l" t="t" r="r" b="b"/>
                <a:pathLst>
                  <a:path w="1196" h="446">
                    <a:moveTo>
                      <a:pt x="0" y="0"/>
                    </a:moveTo>
                    <a:moveTo>
                      <a:pt x="1190" y="389"/>
                    </a:moveTo>
                    <a:lnTo>
                      <a:pt x="1184" y="393"/>
                    </a:lnTo>
                    <a:lnTo>
                      <a:pt x="1180" y="397"/>
                    </a:lnTo>
                    <a:lnTo>
                      <a:pt x="1178" y="402"/>
                    </a:lnTo>
                    <a:lnTo>
                      <a:pt x="1177" y="406"/>
                    </a:lnTo>
                    <a:lnTo>
                      <a:pt x="1174" y="410"/>
                    </a:lnTo>
                    <a:lnTo>
                      <a:pt x="1168" y="413"/>
                    </a:lnTo>
                    <a:lnTo>
                      <a:pt x="1164" y="416"/>
                    </a:lnTo>
                    <a:lnTo>
                      <a:pt x="1161" y="420"/>
                    </a:lnTo>
                    <a:lnTo>
                      <a:pt x="1158" y="425"/>
                    </a:lnTo>
                    <a:lnTo>
                      <a:pt x="1153" y="428"/>
                    </a:lnTo>
                    <a:lnTo>
                      <a:pt x="1147" y="430"/>
                    </a:lnTo>
                    <a:lnTo>
                      <a:pt x="1141" y="432"/>
                    </a:lnTo>
                    <a:lnTo>
                      <a:pt x="1136" y="435"/>
                    </a:lnTo>
                    <a:lnTo>
                      <a:pt x="1131" y="441"/>
                    </a:lnTo>
                    <a:lnTo>
                      <a:pt x="1126" y="445"/>
                    </a:lnTo>
                    <a:lnTo>
                      <a:pt x="1119" y="446"/>
                    </a:lnTo>
                    <a:lnTo>
                      <a:pt x="1112" y="441"/>
                    </a:lnTo>
                    <a:lnTo>
                      <a:pt x="1106" y="435"/>
                    </a:lnTo>
                    <a:lnTo>
                      <a:pt x="1102" y="430"/>
                    </a:lnTo>
                    <a:lnTo>
                      <a:pt x="1098" y="430"/>
                    </a:lnTo>
                    <a:lnTo>
                      <a:pt x="1092" y="432"/>
                    </a:lnTo>
                    <a:lnTo>
                      <a:pt x="1087" y="433"/>
                    </a:lnTo>
                    <a:lnTo>
                      <a:pt x="1081" y="433"/>
                    </a:lnTo>
                    <a:lnTo>
                      <a:pt x="1076" y="431"/>
                    </a:lnTo>
                    <a:lnTo>
                      <a:pt x="1071" y="430"/>
                    </a:lnTo>
                    <a:lnTo>
                      <a:pt x="1065" y="428"/>
                    </a:lnTo>
                    <a:lnTo>
                      <a:pt x="1061" y="425"/>
                    </a:lnTo>
                    <a:lnTo>
                      <a:pt x="1060" y="420"/>
                    </a:lnTo>
                    <a:lnTo>
                      <a:pt x="1061" y="414"/>
                    </a:lnTo>
                    <a:lnTo>
                      <a:pt x="1062" y="409"/>
                    </a:lnTo>
                    <a:lnTo>
                      <a:pt x="1060" y="406"/>
                    </a:lnTo>
                    <a:lnTo>
                      <a:pt x="1055" y="402"/>
                    </a:lnTo>
                    <a:lnTo>
                      <a:pt x="1052" y="398"/>
                    </a:lnTo>
                    <a:lnTo>
                      <a:pt x="1054" y="393"/>
                    </a:lnTo>
                    <a:lnTo>
                      <a:pt x="1060" y="389"/>
                    </a:lnTo>
                    <a:lnTo>
                      <a:pt x="1064" y="385"/>
                    </a:lnTo>
                    <a:lnTo>
                      <a:pt x="1063" y="381"/>
                    </a:lnTo>
                    <a:lnTo>
                      <a:pt x="1058" y="376"/>
                    </a:lnTo>
                    <a:lnTo>
                      <a:pt x="1053" y="370"/>
                    </a:lnTo>
                    <a:lnTo>
                      <a:pt x="1051" y="365"/>
                    </a:lnTo>
                    <a:lnTo>
                      <a:pt x="1053" y="360"/>
                    </a:lnTo>
                    <a:lnTo>
                      <a:pt x="1056" y="356"/>
                    </a:lnTo>
                    <a:lnTo>
                      <a:pt x="1060" y="353"/>
                    </a:lnTo>
                    <a:lnTo>
                      <a:pt x="1064" y="350"/>
                    </a:lnTo>
                    <a:lnTo>
                      <a:pt x="1071" y="349"/>
                    </a:lnTo>
                    <a:lnTo>
                      <a:pt x="1078" y="350"/>
                    </a:lnTo>
                    <a:lnTo>
                      <a:pt x="1084" y="352"/>
                    </a:lnTo>
                    <a:lnTo>
                      <a:pt x="1088" y="350"/>
                    </a:lnTo>
                    <a:lnTo>
                      <a:pt x="1091" y="345"/>
                    </a:lnTo>
                    <a:lnTo>
                      <a:pt x="1094" y="339"/>
                    </a:lnTo>
                    <a:lnTo>
                      <a:pt x="1099" y="336"/>
                    </a:lnTo>
                    <a:lnTo>
                      <a:pt x="1106" y="337"/>
                    </a:lnTo>
                    <a:lnTo>
                      <a:pt x="1112" y="339"/>
                    </a:lnTo>
                    <a:lnTo>
                      <a:pt x="1118" y="341"/>
                    </a:lnTo>
                    <a:lnTo>
                      <a:pt x="1125" y="339"/>
                    </a:lnTo>
                    <a:lnTo>
                      <a:pt x="1132" y="338"/>
                    </a:lnTo>
                    <a:lnTo>
                      <a:pt x="1140" y="338"/>
                    </a:lnTo>
                    <a:lnTo>
                      <a:pt x="1145" y="341"/>
                    </a:lnTo>
                    <a:lnTo>
                      <a:pt x="1150" y="346"/>
                    </a:lnTo>
                    <a:lnTo>
                      <a:pt x="1154" y="350"/>
                    </a:lnTo>
                    <a:lnTo>
                      <a:pt x="1158" y="354"/>
                    </a:lnTo>
                    <a:lnTo>
                      <a:pt x="1162" y="358"/>
                    </a:lnTo>
                    <a:lnTo>
                      <a:pt x="1164" y="362"/>
                    </a:lnTo>
                    <a:lnTo>
                      <a:pt x="1165" y="367"/>
                    </a:lnTo>
                    <a:lnTo>
                      <a:pt x="1169" y="370"/>
                    </a:lnTo>
                    <a:lnTo>
                      <a:pt x="1177" y="372"/>
                    </a:lnTo>
                    <a:lnTo>
                      <a:pt x="1188" y="374"/>
                    </a:lnTo>
                    <a:lnTo>
                      <a:pt x="1195" y="378"/>
                    </a:lnTo>
                    <a:lnTo>
                      <a:pt x="1196" y="383"/>
                    </a:lnTo>
                    <a:close/>
                  </a:path>
                </a:pathLst>
              </a:custGeom>
              <a:solidFill>
                <a:srgbClr val="DA9FC0">
                  <a:alpha val="32000"/>
                </a:srgbClr>
              </a:solidFill>
              <a:ln>
                <a:noFill/>
              </a:ln>
            </p:spPr>
            <p:txBody>
              <a:bodyPr anchor="ctr"/>
              <a:lstStyle/>
              <a:p>
                <a:pPr algn="ctr">
                  <a:buNone/>
                </a:pPr>
              </a:p>
            </p:txBody>
          </p:sp>
          <p:sp>
            <p:nvSpPr>
              <p:cNvPr id="7702" name="addition:spatial:191">
                <a:extLst>
                  <a:ext uri="{FF2B5EF4-FFF2-40B4-BE49-F238E27FC236}">
                    <ns2:creationId id="{1DBDE440-B4C6-4400-B901-21F697FFF29F}"/>
                  </a:ext>
                </a:extLst>
              </p:cNvPr>
              <p:cNvSpPr>
                <a:spLocks noGrp="1"/>
              </p:cNvSpPr>
              <p:nvPr/>
            </p:nvSpPr>
            <p:spPr>
              <a:xfrm>
                <a:off x="5648325" y="1666875"/>
                <a:ext cx="1471727" cy="754471"/>
              </a:xfrm>
              <a:custGeom>
                <a:rect l="l" t="t" r="r" b="b"/>
                <a:pathLst>
                  <a:path w="1110" h="446">
                    <a:moveTo>
                      <a:pt x="0" y="0"/>
                    </a:moveTo>
                    <a:moveTo>
                      <a:pt x="1104" y="394"/>
                    </a:moveTo>
                    <a:lnTo>
                      <a:pt x="1107" y="398"/>
                    </a:lnTo>
                    <a:lnTo>
                      <a:pt x="1110" y="403"/>
                    </a:lnTo>
                    <a:lnTo>
                      <a:pt x="1110" y="407"/>
                    </a:lnTo>
                    <a:lnTo>
                      <a:pt x="1108" y="411"/>
                    </a:lnTo>
                    <a:lnTo>
                      <a:pt x="1106" y="415"/>
                    </a:lnTo>
                    <a:lnTo>
                      <a:pt x="1106" y="420"/>
                    </a:lnTo>
                    <a:lnTo>
                      <a:pt x="1106" y="425"/>
                    </a:lnTo>
                    <a:lnTo>
                      <a:pt x="1103" y="429"/>
                    </a:lnTo>
                    <a:lnTo>
                      <a:pt x="1096" y="430"/>
                    </a:lnTo>
                    <a:lnTo>
                      <a:pt x="1088" y="428"/>
                    </a:lnTo>
                    <a:lnTo>
                      <a:pt x="1082" y="427"/>
                    </a:lnTo>
                    <a:lnTo>
                      <a:pt x="1078" y="428"/>
                    </a:lnTo>
                    <a:lnTo>
                      <a:pt x="1076" y="434"/>
                    </a:lnTo>
                    <a:lnTo>
                      <a:pt x="1073" y="440"/>
                    </a:lnTo>
                    <a:lnTo>
                      <a:pt x="1069" y="445"/>
                    </a:lnTo>
                    <a:lnTo>
                      <a:pt x="1063" y="446"/>
                    </a:lnTo>
                    <a:lnTo>
                      <a:pt x="1057" y="446"/>
                    </a:lnTo>
                    <a:lnTo>
                      <a:pt x="1050" y="446"/>
                    </a:lnTo>
                    <a:lnTo>
                      <a:pt x="1044" y="446"/>
                    </a:lnTo>
                    <a:lnTo>
                      <a:pt x="1038" y="444"/>
                    </a:lnTo>
                    <a:lnTo>
                      <a:pt x="1033" y="440"/>
                    </a:lnTo>
                    <a:lnTo>
                      <a:pt x="1029" y="435"/>
                    </a:lnTo>
                    <a:lnTo>
                      <a:pt x="1025" y="433"/>
                    </a:lnTo>
                    <a:lnTo>
                      <a:pt x="1019" y="432"/>
                    </a:lnTo>
                    <a:lnTo>
                      <a:pt x="1012" y="432"/>
                    </a:lnTo>
                    <a:lnTo>
                      <a:pt x="1008" y="429"/>
                    </a:lnTo>
                    <a:lnTo>
                      <a:pt x="1006" y="424"/>
                    </a:lnTo>
                    <a:lnTo>
                      <a:pt x="1006" y="419"/>
                    </a:lnTo>
                    <a:lnTo>
                      <a:pt x="1004" y="416"/>
                    </a:lnTo>
                    <a:lnTo>
                      <a:pt x="997" y="414"/>
                    </a:lnTo>
                    <a:lnTo>
                      <a:pt x="990" y="412"/>
                    </a:lnTo>
                    <a:lnTo>
                      <a:pt x="985" y="408"/>
                    </a:lnTo>
                    <a:lnTo>
                      <a:pt x="984" y="404"/>
                    </a:lnTo>
                    <a:lnTo>
                      <a:pt x="987" y="398"/>
                    </a:lnTo>
                    <a:lnTo>
                      <a:pt x="991" y="394"/>
                    </a:lnTo>
                    <a:lnTo>
                      <a:pt x="994" y="389"/>
                    </a:lnTo>
                    <a:lnTo>
                      <a:pt x="998" y="385"/>
                    </a:lnTo>
                    <a:lnTo>
                      <a:pt x="1003" y="382"/>
                    </a:lnTo>
                    <a:lnTo>
                      <a:pt x="1007" y="379"/>
                    </a:lnTo>
                    <a:lnTo>
                      <a:pt x="1010" y="375"/>
                    </a:lnTo>
                    <a:lnTo>
                      <a:pt x="1010" y="370"/>
                    </a:lnTo>
                    <a:lnTo>
                      <a:pt x="1008" y="364"/>
                    </a:lnTo>
                    <a:lnTo>
                      <a:pt x="1008" y="358"/>
                    </a:lnTo>
                    <a:lnTo>
                      <a:pt x="1012" y="354"/>
                    </a:lnTo>
                    <a:lnTo>
                      <a:pt x="1019" y="354"/>
                    </a:lnTo>
                    <a:lnTo>
                      <a:pt x="1025" y="353"/>
                    </a:lnTo>
                    <a:lnTo>
                      <a:pt x="1029" y="351"/>
                    </a:lnTo>
                    <a:lnTo>
                      <a:pt x="1033" y="347"/>
                    </a:lnTo>
                    <a:lnTo>
                      <a:pt x="1037" y="343"/>
                    </a:lnTo>
                    <a:lnTo>
                      <a:pt x="1042" y="343"/>
                    </a:lnTo>
                    <a:lnTo>
                      <a:pt x="1047" y="345"/>
                    </a:lnTo>
                    <a:lnTo>
                      <a:pt x="1051" y="348"/>
                    </a:lnTo>
                    <a:lnTo>
                      <a:pt x="1055" y="349"/>
                    </a:lnTo>
                    <a:lnTo>
                      <a:pt x="1059" y="349"/>
                    </a:lnTo>
                    <a:lnTo>
                      <a:pt x="1063" y="350"/>
                    </a:lnTo>
                    <a:lnTo>
                      <a:pt x="1067" y="351"/>
                    </a:lnTo>
                    <a:lnTo>
                      <a:pt x="1071" y="351"/>
                    </a:lnTo>
                    <a:lnTo>
                      <a:pt x="1076" y="351"/>
                    </a:lnTo>
                    <a:lnTo>
                      <a:pt x="1083" y="349"/>
                    </a:lnTo>
                    <a:lnTo>
                      <a:pt x="1090" y="348"/>
                    </a:lnTo>
                    <a:lnTo>
                      <a:pt x="1094" y="352"/>
                    </a:lnTo>
                    <a:lnTo>
                      <a:pt x="1094" y="358"/>
                    </a:lnTo>
                    <a:lnTo>
                      <a:pt x="1092" y="366"/>
                    </a:lnTo>
                    <a:lnTo>
                      <a:pt x="1090" y="371"/>
                    </a:lnTo>
                    <a:lnTo>
                      <a:pt x="1093" y="375"/>
                    </a:lnTo>
                    <a:lnTo>
                      <a:pt x="1097" y="377"/>
                    </a:lnTo>
                    <a:lnTo>
                      <a:pt x="1101" y="381"/>
                    </a:lnTo>
                    <a:lnTo>
                      <a:pt x="1103" y="385"/>
                    </a:lnTo>
                    <a:lnTo>
                      <a:pt x="1103" y="389"/>
                    </a:lnTo>
                    <a:close/>
                  </a:path>
                </a:pathLst>
              </a:custGeom>
              <a:solidFill>
                <a:srgbClr val="DA9FC0">
                  <a:alpha val="32000"/>
                </a:srgbClr>
              </a:solidFill>
              <a:ln>
                <a:noFill/>
              </a:ln>
            </p:spPr>
            <p:txBody>
              <a:bodyPr anchor="ctr"/>
              <a:lstStyle/>
              <a:p>
                <a:pPr algn="ctr">
                  <a:buNone/>
                </a:pPr>
              </a:p>
            </p:txBody>
          </p:sp>
          <p:sp>
            <p:nvSpPr>
              <p:cNvPr id="7703" name="addition:spatial:192">
                <a:extLst>
                  <a:ext uri="{FF2B5EF4-FFF2-40B4-BE49-F238E27FC236}">
                    <ns2:creationId id="{76AE9260-12EB-4CC7-BE8D-C1ACCBF1135A}"/>
                  </a:ext>
                </a:extLst>
              </p:cNvPr>
              <p:cNvSpPr>
                <a:spLocks noGrp="1"/>
              </p:cNvSpPr>
              <p:nvPr/>
            </p:nvSpPr>
            <p:spPr>
              <a:xfrm>
                <a:off x="5648325" y="1666875"/>
                <a:ext cx="1388196" cy="717255"/>
              </a:xfrm>
              <a:custGeom>
                <a:rect l="l" t="t" r="r" b="b"/>
                <a:pathLst>
                  <a:path w="1047" h="424">
                    <a:moveTo>
                      <a:pt x="0" y="0"/>
                    </a:moveTo>
                    <a:moveTo>
                      <a:pt x="1043" y="376"/>
                    </a:moveTo>
                    <a:lnTo>
                      <a:pt x="1046" y="380"/>
                    </a:lnTo>
                    <a:lnTo>
                      <a:pt x="1047" y="384"/>
                    </a:lnTo>
                    <a:lnTo>
                      <a:pt x="1044" y="387"/>
                    </a:lnTo>
                    <a:lnTo>
                      <a:pt x="1042" y="390"/>
                    </a:lnTo>
                    <a:lnTo>
                      <a:pt x="1041" y="393"/>
                    </a:lnTo>
                    <a:lnTo>
                      <a:pt x="1043" y="398"/>
                    </a:lnTo>
                    <a:lnTo>
                      <a:pt x="1044" y="403"/>
                    </a:lnTo>
                    <a:lnTo>
                      <a:pt x="1042" y="407"/>
                    </a:lnTo>
                    <a:lnTo>
                      <a:pt x="1038" y="408"/>
                    </a:lnTo>
                    <a:lnTo>
                      <a:pt x="1032" y="408"/>
                    </a:lnTo>
                    <a:lnTo>
                      <a:pt x="1027" y="407"/>
                    </a:lnTo>
                    <a:lnTo>
                      <a:pt x="1024" y="408"/>
                    </a:lnTo>
                    <a:lnTo>
                      <a:pt x="1021" y="410"/>
                    </a:lnTo>
                    <a:lnTo>
                      <a:pt x="1018" y="411"/>
                    </a:lnTo>
                    <a:lnTo>
                      <a:pt x="1015" y="413"/>
                    </a:lnTo>
                    <a:lnTo>
                      <a:pt x="1011" y="415"/>
                    </a:lnTo>
                    <a:lnTo>
                      <a:pt x="1007" y="419"/>
                    </a:lnTo>
                    <a:lnTo>
                      <a:pt x="1003" y="423"/>
                    </a:lnTo>
                    <a:lnTo>
                      <a:pt x="997" y="424"/>
                    </a:lnTo>
                    <a:lnTo>
                      <a:pt x="993" y="421"/>
                    </a:lnTo>
                    <a:lnTo>
                      <a:pt x="989" y="416"/>
                    </a:lnTo>
                    <a:lnTo>
                      <a:pt x="986" y="412"/>
                    </a:lnTo>
                    <a:lnTo>
                      <a:pt x="982" y="410"/>
                    </a:lnTo>
                    <a:lnTo>
                      <a:pt x="977" y="410"/>
                    </a:lnTo>
                    <a:lnTo>
                      <a:pt x="972" y="409"/>
                    </a:lnTo>
                    <a:lnTo>
                      <a:pt x="969" y="406"/>
                    </a:lnTo>
                    <a:lnTo>
                      <a:pt x="967" y="402"/>
                    </a:lnTo>
                    <a:lnTo>
                      <a:pt x="966" y="398"/>
                    </a:lnTo>
                    <a:lnTo>
                      <a:pt x="963" y="395"/>
                    </a:lnTo>
                    <a:lnTo>
                      <a:pt x="959" y="393"/>
                    </a:lnTo>
                    <a:lnTo>
                      <a:pt x="955" y="390"/>
                    </a:lnTo>
                    <a:lnTo>
                      <a:pt x="953" y="387"/>
                    </a:lnTo>
                    <a:lnTo>
                      <a:pt x="951" y="383"/>
                    </a:lnTo>
                    <a:lnTo>
                      <a:pt x="950" y="380"/>
                    </a:lnTo>
                    <a:lnTo>
                      <a:pt x="948" y="376"/>
                    </a:lnTo>
                    <a:lnTo>
                      <a:pt x="947" y="371"/>
                    </a:lnTo>
                    <a:lnTo>
                      <a:pt x="951" y="368"/>
                    </a:lnTo>
                    <a:lnTo>
                      <a:pt x="958" y="365"/>
                    </a:lnTo>
                    <a:lnTo>
                      <a:pt x="964" y="363"/>
                    </a:lnTo>
                    <a:lnTo>
                      <a:pt x="968" y="361"/>
                    </a:lnTo>
                    <a:lnTo>
                      <a:pt x="968" y="357"/>
                    </a:lnTo>
                    <a:lnTo>
                      <a:pt x="967" y="352"/>
                    </a:lnTo>
                    <a:lnTo>
                      <a:pt x="968" y="347"/>
                    </a:lnTo>
                    <a:lnTo>
                      <a:pt x="971" y="344"/>
                    </a:lnTo>
                    <a:lnTo>
                      <a:pt x="975" y="342"/>
                    </a:lnTo>
                    <a:lnTo>
                      <a:pt x="979" y="340"/>
                    </a:lnTo>
                    <a:lnTo>
                      <a:pt x="982" y="337"/>
                    </a:lnTo>
                    <a:lnTo>
                      <a:pt x="986" y="335"/>
                    </a:lnTo>
                    <a:lnTo>
                      <a:pt x="991" y="334"/>
                    </a:lnTo>
                    <a:lnTo>
                      <a:pt x="995" y="334"/>
                    </a:lnTo>
                    <a:lnTo>
                      <a:pt x="999" y="335"/>
                    </a:lnTo>
                    <a:lnTo>
                      <a:pt x="1003" y="334"/>
                    </a:lnTo>
                    <a:lnTo>
                      <a:pt x="1007" y="333"/>
                    </a:lnTo>
                    <a:lnTo>
                      <a:pt x="1011" y="334"/>
                    </a:lnTo>
                    <a:lnTo>
                      <a:pt x="1014" y="337"/>
                    </a:lnTo>
                    <a:lnTo>
                      <a:pt x="1016" y="341"/>
                    </a:lnTo>
                    <a:lnTo>
                      <a:pt x="1018" y="344"/>
                    </a:lnTo>
                    <a:lnTo>
                      <a:pt x="1022" y="343"/>
                    </a:lnTo>
                    <a:lnTo>
                      <a:pt x="1027" y="340"/>
                    </a:lnTo>
                    <a:lnTo>
                      <a:pt x="1033" y="339"/>
                    </a:lnTo>
                    <a:lnTo>
                      <a:pt x="1037" y="340"/>
                    </a:lnTo>
                    <a:lnTo>
                      <a:pt x="1038" y="345"/>
                    </a:lnTo>
                    <a:lnTo>
                      <a:pt x="1038" y="350"/>
                    </a:lnTo>
                    <a:lnTo>
                      <a:pt x="1039" y="354"/>
                    </a:lnTo>
                    <a:lnTo>
                      <a:pt x="1039" y="358"/>
                    </a:lnTo>
                    <a:lnTo>
                      <a:pt x="1039" y="362"/>
                    </a:lnTo>
                    <a:lnTo>
                      <a:pt x="1038" y="366"/>
                    </a:lnTo>
                    <a:lnTo>
                      <a:pt x="1038" y="369"/>
                    </a:lnTo>
                    <a:lnTo>
                      <a:pt x="1039" y="372"/>
                    </a:lnTo>
                    <a:close/>
                  </a:path>
                </a:pathLst>
              </a:custGeom>
              <a:solidFill>
                <a:srgbClr val="DA9FC0">
                  <a:alpha val="32000"/>
                </a:srgbClr>
              </a:solidFill>
              <a:ln>
                <a:noFill/>
              </a:ln>
            </p:spPr>
            <p:txBody>
              <a:bodyPr anchor="ctr"/>
              <a:lstStyle/>
              <a:p>
                <a:pPr algn="ctr">
                  <a:buNone/>
                </a:pPr>
              </a:p>
            </p:txBody>
          </p:sp>
          <p:sp>
            <p:nvSpPr>
              <p:cNvPr id="7704" name="addition:spatial:193">
                <a:extLst>
                  <a:ext uri="{FF2B5EF4-FFF2-40B4-BE49-F238E27FC236}">
                    <ns2:creationId id="{7F2E0169-D50B-4BE9-9AF7-D75C26DFD1B7}"/>
                  </a:ext>
                </a:extLst>
              </p:cNvPr>
              <p:cNvSpPr>
                <a:spLocks noGrp="1"/>
              </p:cNvSpPr>
              <p:nvPr/>
            </p:nvSpPr>
            <p:spPr>
              <a:xfrm>
                <a:off x="5648325" y="1666875"/>
                <a:ext cx="1543324" cy="717255"/>
              </a:xfrm>
              <a:custGeom>
                <a:rect l="l" t="t" r="r" b="b"/>
                <a:pathLst>
                  <a:path w="1164" h="424">
                    <a:moveTo>
                      <a:pt x="0" y="0"/>
                    </a:moveTo>
                    <a:moveTo>
                      <a:pt x="1146" y="369"/>
                    </a:moveTo>
                    <a:lnTo>
                      <a:pt x="1141" y="373"/>
                    </a:lnTo>
                    <a:lnTo>
                      <a:pt x="1141" y="377"/>
                    </a:lnTo>
                    <a:lnTo>
                      <a:pt x="1143" y="382"/>
                    </a:lnTo>
                    <a:lnTo>
                      <a:pt x="1144" y="387"/>
                    </a:lnTo>
                    <a:lnTo>
                      <a:pt x="1140" y="392"/>
                    </a:lnTo>
                    <a:lnTo>
                      <a:pt x="1135" y="395"/>
                    </a:lnTo>
                    <a:lnTo>
                      <a:pt x="1131" y="399"/>
                    </a:lnTo>
                    <a:lnTo>
                      <a:pt x="1129" y="404"/>
                    </a:lnTo>
                    <a:lnTo>
                      <a:pt x="1127" y="409"/>
                    </a:lnTo>
                    <a:lnTo>
                      <a:pt x="1123" y="413"/>
                    </a:lnTo>
                    <a:lnTo>
                      <a:pt x="1117" y="416"/>
                    </a:lnTo>
                    <a:lnTo>
                      <a:pt x="1112" y="418"/>
                    </a:lnTo>
                    <a:lnTo>
                      <a:pt x="1107" y="421"/>
                    </a:lnTo>
                    <a:lnTo>
                      <a:pt x="1102" y="424"/>
                    </a:lnTo>
                    <a:lnTo>
                      <a:pt x="1096" y="424"/>
                    </a:lnTo>
                    <a:lnTo>
                      <a:pt x="1090" y="420"/>
                    </a:lnTo>
                    <a:lnTo>
                      <a:pt x="1084" y="415"/>
                    </a:lnTo>
                    <a:lnTo>
                      <a:pt x="1080" y="411"/>
                    </a:lnTo>
                    <a:lnTo>
                      <a:pt x="1076" y="413"/>
                    </a:lnTo>
                    <a:lnTo>
                      <a:pt x="1070" y="418"/>
                    </a:lnTo>
                    <a:lnTo>
                      <a:pt x="1063" y="423"/>
                    </a:lnTo>
                    <a:lnTo>
                      <a:pt x="1056" y="424"/>
                    </a:lnTo>
                    <a:lnTo>
                      <a:pt x="1051" y="421"/>
                    </a:lnTo>
                    <a:lnTo>
                      <a:pt x="1047" y="416"/>
                    </a:lnTo>
                    <a:lnTo>
                      <a:pt x="1043" y="413"/>
                    </a:lnTo>
                    <a:lnTo>
                      <a:pt x="1039" y="409"/>
                    </a:lnTo>
                    <a:lnTo>
                      <a:pt x="1035" y="405"/>
                    </a:lnTo>
                    <a:lnTo>
                      <a:pt x="1034" y="400"/>
                    </a:lnTo>
                    <a:lnTo>
                      <a:pt x="1033" y="394"/>
                    </a:lnTo>
                    <a:lnTo>
                      <a:pt x="1031" y="390"/>
                    </a:lnTo>
                    <a:lnTo>
                      <a:pt x="1026" y="387"/>
                    </a:lnTo>
                    <a:lnTo>
                      <a:pt x="1020" y="383"/>
                    </a:lnTo>
                    <a:lnTo>
                      <a:pt x="1018" y="378"/>
                    </a:lnTo>
                    <a:lnTo>
                      <a:pt x="1020" y="373"/>
                    </a:lnTo>
                    <a:lnTo>
                      <a:pt x="1022" y="369"/>
                    </a:lnTo>
                    <a:lnTo>
                      <a:pt x="1020" y="364"/>
                    </a:lnTo>
                    <a:lnTo>
                      <a:pt x="1014" y="359"/>
                    </a:lnTo>
                    <a:lnTo>
                      <a:pt x="1007" y="352"/>
                    </a:lnTo>
                    <a:lnTo>
                      <a:pt x="1004" y="346"/>
                    </a:lnTo>
                    <a:lnTo>
                      <a:pt x="1008" y="342"/>
                    </a:lnTo>
                    <a:lnTo>
                      <a:pt x="1016" y="339"/>
                    </a:lnTo>
                    <a:lnTo>
                      <a:pt x="1024" y="338"/>
                    </a:lnTo>
                    <a:lnTo>
                      <a:pt x="1029" y="336"/>
                    </a:lnTo>
                    <a:lnTo>
                      <a:pt x="1034" y="333"/>
                    </a:lnTo>
                    <a:lnTo>
                      <a:pt x="1039" y="331"/>
                    </a:lnTo>
                    <a:lnTo>
                      <a:pt x="1045" y="329"/>
                    </a:lnTo>
                    <a:lnTo>
                      <a:pt x="1049" y="326"/>
                    </a:lnTo>
                    <a:lnTo>
                      <a:pt x="1053" y="321"/>
                    </a:lnTo>
                    <a:lnTo>
                      <a:pt x="1057" y="315"/>
                    </a:lnTo>
                    <a:lnTo>
                      <a:pt x="1063" y="310"/>
                    </a:lnTo>
                    <a:lnTo>
                      <a:pt x="1071" y="310"/>
                    </a:lnTo>
                    <a:lnTo>
                      <a:pt x="1079" y="313"/>
                    </a:lnTo>
                    <a:lnTo>
                      <a:pt x="1086" y="316"/>
                    </a:lnTo>
                    <a:lnTo>
                      <a:pt x="1093" y="316"/>
                    </a:lnTo>
                    <a:lnTo>
                      <a:pt x="1100" y="314"/>
                    </a:lnTo>
                    <a:lnTo>
                      <a:pt x="1108" y="313"/>
                    </a:lnTo>
                    <a:lnTo>
                      <a:pt x="1115" y="316"/>
                    </a:lnTo>
                    <a:lnTo>
                      <a:pt x="1119" y="322"/>
                    </a:lnTo>
                    <a:lnTo>
                      <a:pt x="1121" y="328"/>
                    </a:lnTo>
                    <a:lnTo>
                      <a:pt x="1125" y="332"/>
                    </a:lnTo>
                    <a:lnTo>
                      <a:pt x="1130" y="334"/>
                    </a:lnTo>
                    <a:lnTo>
                      <a:pt x="1136" y="336"/>
                    </a:lnTo>
                    <a:lnTo>
                      <a:pt x="1141" y="338"/>
                    </a:lnTo>
                    <a:lnTo>
                      <a:pt x="1146" y="341"/>
                    </a:lnTo>
                    <a:lnTo>
                      <a:pt x="1152" y="344"/>
                    </a:lnTo>
                    <a:lnTo>
                      <a:pt x="1159" y="347"/>
                    </a:lnTo>
                    <a:lnTo>
                      <a:pt x="1164" y="352"/>
                    </a:lnTo>
                    <a:lnTo>
                      <a:pt x="1163" y="358"/>
                    </a:lnTo>
                    <a:lnTo>
                      <a:pt x="1155" y="364"/>
                    </a:lnTo>
                    <a:close/>
                  </a:path>
                </a:pathLst>
              </a:custGeom>
              <a:solidFill>
                <a:srgbClr val="DA9FC0">
                  <a:alpha val="32000"/>
                </a:srgbClr>
              </a:solidFill>
              <a:ln>
                <a:noFill/>
              </a:ln>
            </p:spPr>
            <p:txBody>
              <a:bodyPr anchor="ctr"/>
              <a:lstStyle/>
              <a:p>
                <a:pPr algn="ctr">
                  <a:buNone/>
                </a:pPr>
              </a:p>
            </p:txBody>
          </p:sp>
          <p:sp>
            <p:nvSpPr>
              <p:cNvPr id="7705" name="addition:spatial:194">
                <a:extLst>
                  <a:ext uri="{FF2B5EF4-FFF2-40B4-BE49-F238E27FC236}">
                    <ns2:creationId id="{63E99D23-D872-449E-B8FA-D09DE6274FDC}"/>
                  </a:ext>
                </a:extLst>
              </p:cNvPr>
              <p:cNvSpPr>
                <a:spLocks noGrp="1"/>
              </p:cNvSpPr>
              <p:nvPr/>
            </p:nvSpPr>
            <p:spPr>
              <a:xfrm>
                <a:off x="5648325" y="1666875"/>
                <a:ext cx="1580449" cy="779846"/>
              </a:xfrm>
              <a:custGeom>
                <a:rect l="l" t="t" r="r" b="b"/>
                <a:pathLst>
                  <a:path w="1192" h="461">
                    <a:moveTo>
                      <a:pt x="0" y="0"/>
                    </a:moveTo>
                    <a:moveTo>
                      <a:pt x="1191" y="359"/>
                    </a:moveTo>
                    <a:lnTo>
                      <a:pt x="1192" y="367"/>
                    </a:lnTo>
                    <a:lnTo>
                      <a:pt x="1187" y="375"/>
                    </a:lnTo>
                    <a:lnTo>
                      <a:pt x="1182" y="382"/>
                    </a:lnTo>
                    <a:lnTo>
                      <a:pt x="1182" y="390"/>
                    </a:lnTo>
                    <a:lnTo>
                      <a:pt x="1186" y="400"/>
                    </a:lnTo>
                    <a:lnTo>
                      <a:pt x="1188" y="410"/>
                    </a:lnTo>
                    <a:lnTo>
                      <a:pt x="1182" y="417"/>
                    </a:lnTo>
                    <a:lnTo>
                      <a:pt x="1169" y="419"/>
                    </a:lnTo>
                    <a:lnTo>
                      <a:pt x="1155" y="418"/>
                    </a:lnTo>
                    <a:lnTo>
                      <a:pt x="1145" y="418"/>
                    </a:lnTo>
                    <a:lnTo>
                      <a:pt x="1138" y="423"/>
                    </a:lnTo>
                    <a:lnTo>
                      <a:pt x="1133" y="429"/>
                    </a:lnTo>
                    <a:lnTo>
                      <a:pt x="1126" y="435"/>
                    </a:lnTo>
                    <a:lnTo>
                      <a:pt x="1117" y="440"/>
                    </a:lnTo>
                    <a:lnTo>
                      <a:pt x="1108" y="446"/>
                    </a:lnTo>
                    <a:lnTo>
                      <a:pt x="1099" y="454"/>
                    </a:lnTo>
                    <a:lnTo>
                      <a:pt x="1087" y="461"/>
                    </a:lnTo>
                    <a:lnTo>
                      <a:pt x="1075" y="461"/>
                    </a:lnTo>
                    <a:lnTo>
                      <a:pt x="1064" y="453"/>
                    </a:lnTo>
                    <a:lnTo>
                      <a:pt x="1055" y="442"/>
                    </a:lnTo>
                    <a:lnTo>
                      <a:pt x="1047" y="434"/>
                    </a:lnTo>
                    <a:lnTo>
                      <a:pt x="1037" y="433"/>
                    </a:lnTo>
                    <a:lnTo>
                      <a:pt x="1025" y="434"/>
                    </a:lnTo>
                    <a:lnTo>
                      <a:pt x="1014" y="434"/>
                    </a:lnTo>
                    <a:lnTo>
                      <a:pt x="1007" y="428"/>
                    </a:lnTo>
                    <a:lnTo>
                      <a:pt x="1003" y="419"/>
                    </a:lnTo>
                    <a:lnTo>
                      <a:pt x="1000" y="412"/>
                    </a:lnTo>
                    <a:lnTo>
                      <a:pt x="992" y="407"/>
                    </a:lnTo>
                    <a:lnTo>
                      <a:pt x="982" y="404"/>
                    </a:lnTo>
                    <a:lnTo>
                      <a:pt x="973" y="399"/>
                    </a:lnTo>
                    <a:lnTo>
                      <a:pt x="968" y="392"/>
                    </a:lnTo>
                    <a:lnTo>
                      <a:pt x="966" y="384"/>
                    </a:lnTo>
                    <a:lnTo>
                      <a:pt x="964" y="376"/>
                    </a:lnTo>
                    <a:lnTo>
                      <a:pt x="962" y="368"/>
                    </a:lnTo>
                    <a:lnTo>
                      <a:pt x="964" y="359"/>
                    </a:lnTo>
                    <a:lnTo>
                      <a:pt x="974" y="351"/>
                    </a:lnTo>
                    <a:lnTo>
                      <a:pt x="989" y="345"/>
                    </a:lnTo>
                    <a:lnTo>
                      <a:pt x="1001" y="340"/>
                    </a:lnTo>
                    <a:lnTo>
                      <a:pt x="1005" y="334"/>
                    </a:lnTo>
                    <a:lnTo>
                      <a:pt x="1000" y="324"/>
                    </a:lnTo>
                    <a:lnTo>
                      <a:pt x="994" y="313"/>
                    </a:lnTo>
                    <a:lnTo>
                      <a:pt x="995" y="303"/>
                    </a:lnTo>
                    <a:lnTo>
                      <a:pt x="1002" y="296"/>
                    </a:lnTo>
                    <a:lnTo>
                      <a:pt x="1012" y="292"/>
                    </a:lnTo>
                    <a:lnTo>
                      <a:pt x="1021" y="288"/>
                    </a:lnTo>
                    <a:lnTo>
                      <a:pt x="1027" y="282"/>
                    </a:lnTo>
                    <a:lnTo>
                      <a:pt x="1035" y="277"/>
                    </a:lnTo>
                    <a:lnTo>
                      <a:pt x="1044" y="275"/>
                    </a:lnTo>
                    <a:lnTo>
                      <a:pt x="1054" y="276"/>
                    </a:lnTo>
                    <a:lnTo>
                      <a:pt x="1062" y="276"/>
                    </a:lnTo>
                    <a:lnTo>
                      <a:pt x="1070" y="274"/>
                    </a:lnTo>
                    <a:lnTo>
                      <a:pt x="1077" y="272"/>
                    </a:lnTo>
                    <a:lnTo>
                      <a:pt x="1085" y="273"/>
                    </a:lnTo>
                    <a:lnTo>
                      <a:pt x="1092" y="278"/>
                    </a:lnTo>
                    <a:lnTo>
                      <a:pt x="1098" y="284"/>
                    </a:lnTo>
                    <a:lnTo>
                      <a:pt x="1104" y="286"/>
                    </a:lnTo>
                    <a:lnTo>
                      <a:pt x="1115" y="281"/>
                    </a:lnTo>
                    <a:lnTo>
                      <a:pt x="1128" y="274"/>
                    </a:lnTo>
                    <a:lnTo>
                      <a:pt x="1141" y="272"/>
                    </a:lnTo>
                    <a:lnTo>
                      <a:pt x="1149" y="278"/>
                    </a:lnTo>
                    <a:lnTo>
                      <a:pt x="1151" y="289"/>
                    </a:lnTo>
                    <a:lnTo>
                      <a:pt x="1152" y="300"/>
                    </a:lnTo>
                    <a:lnTo>
                      <a:pt x="1153" y="309"/>
                    </a:lnTo>
                    <a:lnTo>
                      <a:pt x="1157" y="316"/>
                    </a:lnTo>
                    <a:lnTo>
                      <a:pt x="1161" y="324"/>
                    </a:lnTo>
                    <a:lnTo>
                      <a:pt x="1162" y="331"/>
                    </a:lnTo>
                    <a:lnTo>
                      <a:pt x="1165" y="338"/>
                    </a:lnTo>
                    <a:lnTo>
                      <a:pt x="1172" y="344"/>
                    </a:lnTo>
                    <a:lnTo>
                      <a:pt x="1183" y="351"/>
                    </a:lnTo>
                    <a:close/>
                  </a:path>
                </a:pathLst>
              </a:custGeom>
              <a:solidFill>
                <a:srgbClr val="CC79A7">
                  <a:alpha val="37000"/>
                </a:srgbClr>
              </a:solidFill>
              <a:ln>
                <a:noFill/>
              </a:ln>
            </p:spPr>
            <p:txBody>
              <a:bodyPr anchor="ctr"/>
              <a:lstStyle/>
              <a:p>
                <a:pPr algn="ctr">
                  <a:buNone/>
                </a:pPr>
              </a:p>
            </p:txBody>
          </p:sp>
          <p:sp>
            <p:nvSpPr>
              <p:cNvPr id="7706" name="addition:spatial:195">
                <a:extLst>
                  <a:ext uri="{FF2B5EF4-FFF2-40B4-BE49-F238E27FC236}">
                    <ns2:creationId id="{83F3A4AF-94C1-4758-8ACF-26CE6DEF79D8}"/>
                  </a:ext>
                </a:extLst>
              </p:cNvPr>
              <p:cNvSpPr>
                <a:spLocks noGrp="1"/>
              </p:cNvSpPr>
              <p:nvPr/>
            </p:nvSpPr>
            <p:spPr>
              <a:xfrm>
                <a:off x="5648325" y="1666875"/>
                <a:ext cx="1443883" cy="636057"/>
              </a:xfrm>
              <a:custGeom>
                <a:rect l="l" t="t" r="r" b="b"/>
                <a:pathLst>
                  <a:path w="1089" h="376">
                    <a:moveTo>
                      <a:pt x="0" y="0"/>
                    </a:moveTo>
                    <a:moveTo>
                      <a:pt x="1087" y="338"/>
                    </a:moveTo>
                    <a:lnTo>
                      <a:pt x="1085" y="341"/>
                    </a:lnTo>
                    <a:lnTo>
                      <a:pt x="1083" y="345"/>
                    </a:lnTo>
                    <a:lnTo>
                      <a:pt x="1082" y="348"/>
                    </a:lnTo>
                    <a:lnTo>
                      <a:pt x="1079" y="351"/>
                    </a:lnTo>
                    <a:lnTo>
                      <a:pt x="1074" y="353"/>
                    </a:lnTo>
                    <a:lnTo>
                      <a:pt x="1070" y="355"/>
                    </a:lnTo>
                    <a:lnTo>
                      <a:pt x="1069" y="358"/>
                    </a:lnTo>
                    <a:lnTo>
                      <a:pt x="1070" y="363"/>
                    </a:lnTo>
                    <a:lnTo>
                      <a:pt x="1071" y="369"/>
                    </a:lnTo>
                    <a:lnTo>
                      <a:pt x="1070" y="374"/>
                    </a:lnTo>
                    <a:lnTo>
                      <a:pt x="1066" y="376"/>
                    </a:lnTo>
                    <a:lnTo>
                      <a:pt x="1060" y="375"/>
                    </a:lnTo>
                    <a:lnTo>
                      <a:pt x="1055" y="374"/>
                    </a:lnTo>
                    <a:lnTo>
                      <a:pt x="1052" y="374"/>
                    </a:lnTo>
                    <a:lnTo>
                      <a:pt x="1048" y="375"/>
                    </a:lnTo>
                    <a:lnTo>
                      <a:pt x="1045" y="375"/>
                    </a:lnTo>
                    <a:lnTo>
                      <a:pt x="1042" y="374"/>
                    </a:lnTo>
                    <a:lnTo>
                      <a:pt x="1039" y="373"/>
                    </a:lnTo>
                    <a:lnTo>
                      <a:pt x="1036" y="374"/>
                    </a:lnTo>
                    <a:lnTo>
                      <a:pt x="1033" y="376"/>
                    </a:lnTo>
                    <a:lnTo>
                      <a:pt x="1029" y="376"/>
                    </a:lnTo>
                    <a:lnTo>
                      <a:pt x="1026" y="375"/>
                    </a:lnTo>
                    <a:lnTo>
                      <a:pt x="1024" y="372"/>
                    </a:lnTo>
                    <a:lnTo>
                      <a:pt x="1021" y="369"/>
                    </a:lnTo>
                    <a:lnTo>
                      <a:pt x="1018" y="369"/>
                    </a:lnTo>
                    <a:lnTo>
                      <a:pt x="1012" y="369"/>
                    </a:lnTo>
                    <a:lnTo>
                      <a:pt x="1008" y="368"/>
                    </a:lnTo>
                    <a:lnTo>
                      <a:pt x="1006" y="364"/>
                    </a:lnTo>
                    <a:lnTo>
                      <a:pt x="1008" y="358"/>
                    </a:lnTo>
                    <a:lnTo>
                      <a:pt x="1010" y="353"/>
                    </a:lnTo>
                    <a:lnTo>
                      <a:pt x="1011" y="349"/>
                    </a:lnTo>
                    <a:lnTo>
                      <a:pt x="1009" y="347"/>
                    </a:lnTo>
                    <a:lnTo>
                      <a:pt x="1006" y="344"/>
                    </a:lnTo>
                    <a:lnTo>
                      <a:pt x="1004" y="341"/>
                    </a:lnTo>
                    <a:lnTo>
                      <a:pt x="1002" y="338"/>
                    </a:lnTo>
                    <a:lnTo>
                      <a:pt x="999" y="334"/>
                    </a:lnTo>
                    <a:lnTo>
                      <a:pt x="996" y="330"/>
                    </a:lnTo>
                    <a:lnTo>
                      <a:pt x="994" y="326"/>
                    </a:lnTo>
                    <a:lnTo>
                      <a:pt x="995" y="322"/>
                    </a:lnTo>
                    <a:lnTo>
                      <a:pt x="999" y="320"/>
                    </a:lnTo>
                    <a:lnTo>
                      <a:pt x="1004" y="318"/>
                    </a:lnTo>
                    <a:lnTo>
                      <a:pt x="1007" y="316"/>
                    </a:lnTo>
                    <a:lnTo>
                      <a:pt x="1008" y="313"/>
                    </a:lnTo>
                    <a:lnTo>
                      <a:pt x="1008" y="309"/>
                    </a:lnTo>
                    <a:lnTo>
                      <a:pt x="1011" y="306"/>
                    </a:lnTo>
                    <a:lnTo>
                      <a:pt x="1015" y="305"/>
                    </a:lnTo>
                    <a:lnTo>
                      <a:pt x="1020" y="306"/>
                    </a:lnTo>
                    <a:lnTo>
                      <a:pt x="1024" y="306"/>
                    </a:lnTo>
                    <a:lnTo>
                      <a:pt x="1027" y="304"/>
                    </a:lnTo>
                    <a:lnTo>
                      <a:pt x="1030" y="300"/>
                    </a:lnTo>
                    <a:lnTo>
                      <a:pt x="1034" y="297"/>
                    </a:lnTo>
                    <a:lnTo>
                      <a:pt x="1038" y="295"/>
                    </a:lnTo>
                    <a:lnTo>
                      <a:pt x="1043" y="295"/>
                    </a:lnTo>
                    <a:lnTo>
                      <a:pt x="1048" y="295"/>
                    </a:lnTo>
                    <a:lnTo>
                      <a:pt x="1053" y="295"/>
                    </a:lnTo>
                    <a:lnTo>
                      <a:pt x="1057" y="297"/>
                    </a:lnTo>
                    <a:lnTo>
                      <a:pt x="1060" y="301"/>
                    </a:lnTo>
                    <a:lnTo>
                      <a:pt x="1062" y="307"/>
                    </a:lnTo>
                    <a:lnTo>
                      <a:pt x="1063" y="311"/>
                    </a:lnTo>
                    <a:lnTo>
                      <a:pt x="1067" y="312"/>
                    </a:lnTo>
                    <a:lnTo>
                      <a:pt x="1072" y="311"/>
                    </a:lnTo>
                    <a:lnTo>
                      <a:pt x="1078" y="311"/>
                    </a:lnTo>
                    <a:lnTo>
                      <a:pt x="1082" y="313"/>
                    </a:lnTo>
                    <a:lnTo>
                      <a:pt x="1083" y="317"/>
                    </a:lnTo>
                    <a:lnTo>
                      <a:pt x="1083" y="320"/>
                    </a:lnTo>
                    <a:lnTo>
                      <a:pt x="1085" y="324"/>
                    </a:lnTo>
                    <a:lnTo>
                      <a:pt x="1087" y="327"/>
                    </a:lnTo>
                    <a:lnTo>
                      <a:pt x="1089" y="330"/>
                    </a:lnTo>
                    <a:lnTo>
                      <a:pt x="1089" y="334"/>
                    </a:lnTo>
                    <a:close/>
                  </a:path>
                </a:pathLst>
              </a:custGeom>
              <a:solidFill>
                <a:srgbClr val="CC79A7">
                  <a:alpha val="36000"/>
                </a:srgbClr>
              </a:solidFill>
              <a:ln>
                <a:noFill/>
              </a:ln>
            </p:spPr>
            <p:txBody>
              <a:bodyPr anchor="ctr"/>
              <a:lstStyle/>
              <a:p>
                <a:pPr algn="ctr">
                  <a:buNone/>
                </a:pPr>
              </a:p>
            </p:txBody>
          </p:sp>
          <p:sp>
            <p:nvSpPr>
              <p:cNvPr id="7707" name="addition:spatial:196">
                <a:extLst>
                  <a:ext uri="{FF2B5EF4-FFF2-40B4-BE49-F238E27FC236}">
                    <ns2:creationId id="{C9A9F17A-E74C-4DB4-BE71-D641CCCC5D07}"/>
                  </a:ext>
                </a:extLst>
              </p:cNvPr>
              <p:cNvSpPr>
                <a:spLocks noGrp="1"/>
              </p:cNvSpPr>
              <p:nvPr/>
            </p:nvSpPr>
            <p:spPr>
              <a:xfrm>
                <a:off x="5648325" y="1666875"/>
                <a:ext cx="1512829" cy="605607"/>
              </a:xfrm>
              <a:custGeom>
                <a:rect l="l" t="t" r="r" b="b"/>
                <a:pathLst>
                  <a:path w="1141" h="358">
                    <a:moveTo>
                      <a:pt x="0" y="0"/>
                    </a:moveTo>
                    <a:moveTo>
                      <a:pt x="1137" y="326"/>
                    </a:moveTo>
                    <a:lnTo>
                      <a:pt x="1139" y="328"/>
                    </a:lnTo>
                    <a:lnTo>
                      <a:pt x="1140" y="331"/>
                    </a:lnTo>
                    <a:lnTo>
                      <a:pt x="1140" y="334"/>
                    </a:lnTo>
                    <a:lnTo>
                      <a:pt x="1141" y="337"/>
                    </a:lnTo>
                    <a:lnTo>
                      <a:pt x="1140" y="340"/>
                    </a:lnTo>
                    <a:lnTo>
                      <a:pt x="1137" y="342"/>
                    </a:lnTo>
                    <a:lnTo>
                      <a:pt x="1132" y="343"/>
                    </a:lnTo>
                    <a:lnTo>
                      <a:pt x="1127" y="343"/>
                    </a:lnTo>
                    <a:lnTo>
                      <a:pt x="1124" y="343"/>
                    </a:lnTo>
                    <a:lnTo>
                      <a:pt x="1123" y="346"/>
                    </a:lnTo>
                    <a:lnTo>
                      <a:pt x="1123" y="349"/>
                    </a:lnTo>
                    <a:lnTo>
                      <a:pt x="1121" y="353"/>
                    </a:lnTo>
                    <a:lnTo>
                      <a:pt x="1118" y="355"/>
                    </a:lnTo>
                    <a:lnTo>
                      <a:pt x="1115" y="355"/>
                    </a:lnTo>
                    <a:lnTo>
                      <a:pt x="1111" y="355"/>
                    </a:lnTo>
                    <a:lnTo>
                      <a:pt x="1108" y="356"/>
                    </a:lnTo>
                    <a:lnTo>
                      <a:pt x="1104" y="357"/>
                    </a:lnTo>
                    <a:lnTo>
                      <a:pt x="1100" y="358"/>
                    </a:lnTo>
                    <a:lnTo>
                      <a:pt x="1097" y="356"/>
                    </a:lnTo>
                    <a:lnTo>
                      <a:pt x="1093" y="355"/>
                    </a:lnTo>
                    <a:lnTo>
                      <a:pt x="1090" y="354"/>
                    </a:lnTo>
                    <a:lnTo>
                      <a:pt x="1087" y="353"/>
                    </a:lnTo>
                    <a:lnTo>
                      <a:pt x="1084" y="352"/>
                    </a:lnTo>
                    <a:lnTo>
                      <a:pt x="1082" y="349"/>
                    </a:lnTo>
                    <a:lnTo>
                      <a:pt x="1082" y="346"/>
                    </a:lnTo>
                    <a:lnTo>
                      <a:pt x="1080" y="344"/>
                    </a:lnTo>
                    <a:lnTo>
                      <a:pt x="1077" y="343"/>
                    </a:lnTo>
                    <a:lnTo>
                      <a:pt x="1072" y="343"/>
                    </a:lnTo>
                    <a:lnTo>
                      <a:pt x="1067" y="343"/>
                    </a:lnTo>
                    <a:lnTo>
                      <a:pt x="1065" y="341"/>
                    </a:lnTo>
                    <a:lnTo>
                      <a:pt x="1065" y="338"/>
                    </a:lnTo>
                    <a:lnTo>
                      <a:pt x="1067" y="334"/>
                    </a:lnTo>
                    <a:lnTo>
                      <a:pt x="1068" y="331"/>
                    </a:lnTo>
                    <a:lnTo>
                      <a:pt x="1069" y="328"/>
                    </a:lnTo>
                    <a:lnTo>
                      <a:pt x="1070" y="326"/>
                    </a:lnTo>
                    <a:lnTo>
                      <a:pt x="1072" y="323"/>
                    </a:lnTo>
                    <a:lnTo>
                      <a:pt x="1074" y="321"/>
                    </a:lnTo>
                    <a:lnTo>
                      <a:pt x="1075" y="319"/>
                    </a:lnTo>
                    <a:lnTo>
                      <a:pt x="1074" y="316"/>
                    </a:lnTo>
                    <a:lnTo>
                      <a:pt x="1074" y="313"/>
                    </a:lnTo>
                    <a:lnTo>
                      <a:pt x="1075" y="310"/>
                    </a:lnTo>
                    <a:lnTo>
                      <a:pt x="1077" y="308"/>
                    </a:lnTo>
                    <a:lnTo>
                      <a:pt x="1081" y="307"/>
                    </a:lnTo>
                    <a:lnTo>
                      <a:pt x="1083" y="305"/>
                    </a:lnTo>
                    <a:lnTo>
                      <a:pt x="1083" y="302"/>
                    </a:lnTo>
                    <a:lnTo>
                      <a:pt x="1084" y="298"/>
                    </a:lnTo>
                    <a:lnTo>
                      <a:pt x="1086" y="295"/>
                    </a:lnTo>
                    <a:lnTo>
                      <a:pt x="1090" y="296"/>
                    </a:lnTo>
                    <a:lnTo>
                      <a:pt x="1093" y="297"/>
                    </a:lnTo>
                    <a:lnTo>
                      <a:pt x="1097" y="299"/>
                    </a:lnTo>
                    <a:lnTo>
                      <a:pt x="1099" y="300"/>
                    </a:lnTo>
                    <a:lnTo>
                      <a:pt x="1101" y="299"/>
                    </a:lnTo>
                    <a:lnTo>
                      <a:pt x="1103" y="299"/>
                    </a:lnTo>
                    <a:lnTo>
                      <a:pt x="1106" y="298"/>
                    </a:lnTo>
                    <a:lnTo>
                      <a:pt x="1108" y="298"/>
                    </a:lnTo>
                    <a:lnTo>
                      <a:pt x="1112" y="297"/>
                    </a:lnTo>
                    <a:lnTo>
                      <a:pt x="1115" y="295"/>
                    </a:lnTo>
                    <a:lnTo>
                      <a:pt x="1119" y="295"/>
                    </a:lnTo>
                    <a:lnTo>
                      <a:pt x="1121" y="298"/>
                    </a:lnTo>
                    <a:lnTo>
                      <a:pt x="1122" y="302"/>
                    </a:lnTo>
                    <a:lnTo>
                      <a:pt x="1122" y="305"/>
                    </a:lnTo>
                    <a:lnTo>
                      <a:pt x="1124" y="307"/>
                    </a:lnTo>
                    <a:lnTo>
                      <a:pt x="1127" y="309"/>
                    </a:lnTo>
                    <a:lnTo>
                      <a:pt x="1131" y="310"/>
                    </a:lnTo>
                    <a:lnTo>
                      <a:pt x="1132" y="313"/>
                    </a:lnTo>
                    <a:lnTo>
                      <a:pt x="1132" y="316"/>
                    </a:lnTo>
                    <a:lnTo>
                      <a:pt x="1131" y="319"/>
                    </a:lnTo>
                    <a:lnTo>
                      <a:pt x="1132" y="321"/>
                    </a:lnTo>
                    <a:lnTo>
                      <a:pt x="1135" y="323"/>
                    </a:lnTo>
                    <a:close/>
                  </a:path>
                </a:pathLst>
              </a:custGeom>
              <a:solidFill>
                <a:srgbClr val="CC79A7">
                  <a:alpha val="36000"/>
                </a:srgbClr>
              </a:solidFill>
              <a:ln>
                <a:noFill/>
              </a:ln>
            </p:spPr>
            <p:txBody>
              <a:bodyPr anchor="ctr"/>
              <a:lstStyle/>
              <a:p>
                <a:pPr algn="ctr">
                  <a:buNone/>
                </a:pPr>
              </a:p>
            </p:txBody>
          </p:sp>
          <p:sp>
            <p:nvSpPr>
              <p:cNvPr id="7708" name="addition:spatial:197">
                <a:extLst>
                  <a:ext uri="{FF2B5EF4-FFF2-40B4-BE49-F238E27FC236}">
                    <ns2:creationId id="{AE95F4D6-45D6-4DED-996C-418A11D48140}"/>
                  </a:ext>
                </a:extLst>
              </p:cNvPr>
              <p:cNvSpPr>
                <a:spLocks noGrp="1"/>
              </p:cNvSpPr>
              <p:nvPr/>
            </p:nvSpPr>
            <p:spPr>
              <a:xfrm>
                <a:off x="5648325" y="1666875"/>
                <a:ext cx="1563213" cy="715564"/>
              </a:xfrm>
              <a:custGeom>
                <a:rect l="l" t="t" r="r" b="b"/>
                <a:pathLst>
                  <a:path w="1179" h="423">
                    <a:moveTo>
                      <a:pt x="0" y="0"/>
                    </a:moveTo>
                    <a:moveTo>
                      <a:pt x="1172" y="378"/>
                    </a:moveTo>
                    <a:lnTo>
                      <a:pt x="1172" y="381"/>
                    </a:lnTo>
                    <a:lnTo>
                      <a:pt x="1174" y="385"/>
                    </a:lnTo>
                    <a:lnTo>
                      <a:pt x="1177" y="389"/>
                    </a:lnTo>
                    <a:lnTo>
                      <a:pt x="1179" y="394"/>
                    </a:lnTo>
                    <a:lnTo>
                      <a:pt x="1178" y="397"/>
                    </a:lnTo>
                    <a:lnTo>
                      <a:pt x="1175" y="400"/>
                    </a:lnTo>
                    <a:lnTo>
                      <a:pt x="1171" y="402"/>
                    </a:lnTo>
                    <a:lnTo>
                      <a:pt x="1167" y="404"/>
                    </a:lnTo>
                    <a:lnTo>
                      <a:pt x="1164" y="405"/>
                    </a:lnTo>
                    <a:lnTo>
                      <a:pt x="1159" y="406"/>
                    </a:lnTo>
                    <a:lnTo>
                      <a:pt x="1155" y="406"/>
                    </a:lnTo>
                    <a:lnTo>
                      <a:pt x="1151" y="407"/>
                    </a:lnTo>
                    <a:lnTo>
                      <a:pt x="1149" y="410"/>
                    </a:lnTo>
                    <a:lnTo>
                      <a:pt x="1147" y="416"/>
                    </a:lnTo>
                    <a:lnTo>
                      <a:pt x="1143" y="421"/>
                    </a:lnTo>
                    <a:lnTo>
                      <a:pt x="1138" y="423"/>
                    </a:lnTo>
                    <a:lnTo>
                      <a:pt x="1133" y="421"/>
                    </a:lnTo>
                    <a:lnTo>
                      <a:pt x="1128" y="418"/>
                    </a:lnTo>
                    <a:lnTo>
                      <a:pt x="1123" y="416"/>
                    </a:lnTo>
                    <a:lnTo>
                      <a:pt x="1119" y="416"/>
                    </a:lnTo>
                    <a:lnTo>
                      <a:pt x="1114" y="416"/>
                    </a:lnTo>
                    <a:lnTo>
                      <a:pt x="1109" y="415"/>
                    </a:lnTo>
                    <a:lnTo>
                      <a:pt x="1106" y="412"/>
                    </a:lnTo>
                    <a:lnTo>
                      <a:pt x="1103" y="409"/>
                    </a:lnTo>
                    <a:lnTo>
                      <a:pt x="1100" y="406"/>
                    </a:lnTo>
                    <a:lnTo>
                      <a:pt x="1097" y="405"/>
                    </a:lnTo>
                    <a:lnTo>
                      <a:pt x="1093" y="403"/>
                    </a:lnTo>
                    <a:lnTo>
                      <a:pt x="1091" y="400"/>
                    </a:lnTo>
                    <a:lnTo>
                      <a:pt x="1089" y="397"/>
                    </a:lnTo>
                    <a:lnTo>
                      <a:pt x="1086" y="395"/>
                    </a:lnTo>
                    <a:lnTo>
                      <a:pt x="1081" y="393"/>
                    </a:lnTo>
                    <a:lnTo>
                      <a:pt x="1076" y="390"/>
                    </a:lnTo>
                    <a:lnTo>
                      <a:pt x="1074" y="386"/>
                    </a:lnTo>
                    <a:lnTo>
                      <a:pt x="1077" y="382"/>
                    </a:lnTo>
                    <a:lnTo>
                      <a:pt x="1084" y="378"/>
                    </a:lnTo>
                    <a:lnTo>
                      <a:pt x="1090" y="375"/>
                    </a:lnTo>
                    <a:lnTo>
                      <a:pt x="1092" y="372"/>
                    </a:lnTo>
                    <a:lnTo>
                      <a:pt x="1092" y="369"/>
                    </a:lnTo>
                    <a:lnTo>
                      <a:pt x="1091" y="365"/>
                    </a:lnTo>
                    <a:lnTo>
                      <a:pt x="1092" y="362"/>
                    </a:lnTo>
                    <a:lnTo>
                      <a:pt x="1095" y="358"/>
                    </a:lnTo>
                    <a:lnTo>
                      <a:pt x="1096" y="355"/>
                    </a:lnTo>
                    <a:lnTo>
                      <a:pt x="1097" y="351"/>
                    </a:lnTo>
                    <a:lnTo>
                      <a:pt x="1099" y="347"/>
                    </a:lnTo>
                    <a:lnTo>
                      <a:pt x="1103" y="345"/>
                    </a:lnTo>
                    <a:lnTo>
                      <a:pt x="1107" y="344"/>
                    </a:lnTo>
                    <a:lnTo>
                      <a:pt x="1112" y="344"/>
                    </a:lnTo>
                    <a:lnTo>
                      <a:pt x="1115" y="342"/>
                    </a:lnTo>
                    <a:lnTo>
                      <a:pt x="1118" y="339"/>
                    </a:lnTo>
                    <a:lnTo>
                      <a:pt x="1121" y="337"/>
                    </a:lnTo>
                    <a:lnTo>
                      <a:pt x="1125" y="337"/>
                    </a:lnTo>
                    <a:lnTo>
                      <a:pt x="1129" y="341"/>
                    </a:lnTo>
                    <a:lnTo>
                      <a:pt x="1132" y="345"/>
                    </a:lnTo>
                    <a:lnTo>
                      <a:pt x="1134" y="346"/>
                    </a:lnTo>
                    <a:lnTo>
                      <a:pt x="1138" y="344"/>
                    </a:lnTo>
                    <a:lnTo>
                      <a:pt x="1142" y="341"/>
                    </a:lnTo>
                    <a:lnTo>
                      <a:pt x="1147" y="340"/>
                    </a:lnTo>
                    <a:lnTo>
                      <a:pt x="1151" y="340"/>
                    </a:lnTo>
                    <a:lnTo>
                      <a:pt x="1154" y="342"/>
                    </a:lnTo>
                    <a:lnTo>
                      <a:pt x="1158" y="344"/>
                    </a:lnTo>
                    <a:lnTo>
                      <a:pt x="1161" y="347"/>
                    </a:lnTo>
                    <a:lnTo>
                      <a:pt x="1163" y="350"/>
                    </a:lnTo>
                    <a:lnTo>
                      <a:pt x="1162" y="355"/>
                    </a:lnTo>
                    <a:lnTo>
                      <a:pt x="1161" y="360"/>
                    </a:lnTo>
                    <a:lnTo>
                      <a:pt x="1162" y="363"/>
                    </a:lnTo>
                    <a:lnTo>
                      <a:pt x="1165" y="366"/>
                    </a:lnTo>
                    <a:lnTo>
                      <a:pt x="1170" y="368"/>
                    </a:lnTo>
                    <a:lnTo>
                      <a:pt x="1174" y="371"/>
                    </a:lnTo>
                    <a:lnTo>
                      <a:pt x="1174" y="374"/>
                    </a:lnTo>
                    <a:close/>
                  </a:path>
                </a:pathLst>
              </a:custGeom>
              <a:solidFill>
                <a:srgbClr val="CC79A7">
                  <a:alpha val="36000"/>
                </a:srgbClr>
              </a:solidFill>
              <a:ln>
                <a:noFill/>
              </a:ln>
            </p:spPr>
            <p:txBody>
              <a:bodyPr anchor="ctr"/>
              <a:lstStyle/>
              <a:p>
                <a:pPr algn="ctr">
                  <a:buNone/>
                </a:pPr>
              </a:p>
            </p:txBody>
          </p:sp>
          <p:sp>
            <p:nvSpPr>
              <p:cNvPr id="7709" name="addition:spatial:198">
                <a:extLst>
                  <a:ext uri="{FF2B5EF4-FFF2-40B4-BE49-F238E27FC236}">
                    <ns2:creationId id="{45EE442D-04B7-4247-9B4F-4590BCBCFF76}"/>
                  </a:ext>
                </a:extLst>
              </p:cNvPr>
              <p:cNvSpPr>
                <a:spLocks noGrp="1"/>
              </p:cNvSpPr>
              <p:nvPr/>
            </p:nvSpPr>
            <p:spPr>
              <a:xfrm>
                <a:off x="5648325" y="1666875"/>
                <a:ext cx="1473053" cy="742630"/>
              </a:xfrm>
              <a:custGeom>
                <a:rect l="l" t="t" r="r" b="b"/>
                <a:pathLst>
                  <a:path w="1111" h="439">
                    <a:moveTo>
                      <a:pt x="0" y="0"/>
                    </a:moveTo>
                    <a:moveTo>
                      <a:pt x="1101" y="401"/>
                    </a:moveTo>
                    <a:lnTo>
                      <a:pt x="1107" y="404"/>
                    </a:lnTo>
                    <a:lnTo>
                      <a:pt x="1111" y="408"/>
                    </a:lnTo>
                    <a:lnTo>
                      <a:pt x="1111" y="411"/>
                    </a:lnTo>
                    <a:lnTo>
                      <a:pt x="1108" y="414"/>
                    </a:lnTo>
                    <a:lnTo>
                      <a:pt x="1104" y="415"/>
                    </a:lnTo>
                    <a:lnTo>
                      <a:pt x="1102" y="418"/>
                    </a:lnTo>
                    <a:lnTo>
                      <a:pt x="1100" y="420"/>
                    </a:lnTo>
                    <a:lnTo>
                      <a:pt x="1098" y="422"/>
                    </a:lnTo>
                    <a:lnTo>
                      <a:pt x="1095" y="424"/>
                    </a:lnTo>
                    <a:lnTo>
                      <a:pt x="1092" y="425"/>
                    </a:lnTo>
                    <a:lnTo>
                      <a:pt x="1089" y="426"/>
                    </a:lnTo>
                    <a:lnTo>
                      <a:pt x="1087" y="429"/>
                    </a:lnTo>
                    <a:lnTo>
                      <a:pt x="1084" y="431"/>
                    </a:lnTo>
                    <a:lnTo>
                      <a:pt x="1081" y="432"/>
                    </a:lnTo>
                    <a:lnTo>
                      <a:pt x="1077" y="432"/>
                    </a:lnTo>
                    <a:lnTo>
                      <a:pt x="1073" y="432"/>
                    </a:lnTo>
                    <a:lnTo>
                      <a:pt x="1069" y="434"/>
                    </a:lnTo>
                    <a:lnTo>
                      <a:pt x="1065" y="437"/>
                    </a:lnTo>
                    <a:lnTo>
                      <a:pt x="1060" y="439"/>
                    </a:lnTo>
                    <a:lnTo>
                      <a:pt x="1055" y="439"/>
                    </a:lnTo>
                    <a:lnTo>
                      <a:pt x="1052" y="435"/>
                    </a:lnTo>
                    <a:lnTo>
                      <a:pt x="1049" y="430"/>
                    </a:lnTo>
                    <a:lnTo>
                      <a:pt x="1047" y="426"/>
                    </a:lnTo>
                    <a:lnTo>
                      <a:pt x="1045" y="425"/>
                    </a:lnTo>
                    <a:lnTo>
                      <a:pt x="1041" y="424"/>
                    </a:lnTo>
                    <a:lnTo>
                      <a:pt x="1037" y="423"/>
                    </a:lnTo>
                    <a:lnTo>
                      <a:pt x="1034" y="421"/>
                    </a:lnTo>
                    <a:lnTo>
                      <a:pt x="1031" y="420"/>
                    </a:lnTo>
                    <a:lnTo>
                      <a:pt x="1027" y="418"/>
                    </a:lnTo>
                    <a:lnTo>
                      <a:pt x="1023" y="417"/>
                    </a:lnTo>
                    <a:lnTo>
                      <a:pt x="1021" y="414"/>
                    </a:lnTo>
                    <a:lnTo>
                      <a:pt x="1022" y="410"/>
                    </a:lnTo>
                    <a:lnTo>
                      <a:pt x="1024" y="407"/>
                    </a:lnTo>
                    <a:lnTo>
                      <a:pt x="1026" y="404"/>
                    </a:lnTo>
                    <a:lnTo>
                      <a:pt x="1026" y="401"/>
                    </a:lnTo>
                    <a:lnTo>
                      <a:pt x="1024" y="398"/>
                    </a:lnTo>
                    <a:lnTo>
                      <a:pt x="1024" y="394"/>
                    </a:lnTo>
                    <a:lnTo>
                      <a:pt x="1028" y="392"/>
                    </a:lnTo>
                    <a:lnTo>
                      <a:pt x="1033" y="390"/>
                    </a:lnTo>
                    <a:lnTo>
                      <a:pt x="1037" y="388"/>
                    </a:lnTo>
                    <a:lnTo>
                      <a:pt x="1039" y="386"/>
                    </a:lnTo>
                    <a:lnTo>
                      <a:pt x="1038" y="382"/>
                    </a:lnTo>
                    <a:lnTo>
                      <a:pt x="1038" y="378"/>
                    </a:lnTo>
                    <a:lnTo>
                      <a:pt x="1040" y="375"/>
                    </a:lnTo>
                    <a:lnTo>
                      <a:pt x="1042" y="372"/>
                    </a:lnTo>
                    <a:lnTo>
                      <a:pt x="1045" y="370"/>
                    </a:lnTo>
                    <a:lnTo>
                      <a:pt x="1048" y="368"/>
                    </a:lnTo>
                    <a:lnTo>
                      <a:pt x="1051" y="366"/>
                    </a:lnTo>
                    <a:lnTo>
                      <a:pt x="1055" y="367"/>
                    </a:lnTo>
                    <a:lnTo>
                      <a:pt x="1060" y="370"/>
                    </a:lnTo>
                    <a:lnTo>
                      <a:pt x="1063" y="373"/>
                    </a:lnTo>
                    <a:lnTo>
                      <a:pt x="1066" y="373"/>
                    </a:lnTo>
                    <a:lnTo>
                      <a:pt x="1068" y="370"/>
                    </a:lnTo>
                    <a:lnTo>
                      <a:pt x="1071" y="368"/>
                    </a:lnTo>
                    <a:lnTo>
                      <a:pt x="1075" y="367"/>
                    </a:lnTo>
                    <a:lnTo>
                      <a:pt x="1077" y="368"/>
                    </a:lnTo>
                    <a:lnTo>
                      <a:pt x="1080" y="371"/>
                    </a:lnTo>
                    <a:lnTo>
                      <a:pt x="1082" y="372"/>
                    </a:lnTo>
                    <a:lnTo>
                      <a:pt x="1086" y="372"/>
                    </a:lnTo>
                    <a:lnTo>
                      <a:pt x="1090" y="373"/>
                    </a:lnTo>
                    <a:lnTo>
                      <a:pt x="1093" y="374"/>
                    </a:lnTo>
                    <a:lnTo>
                      <a:pt x="1095" y="377"/>
                    </a:lnTo>
                    <a:lnTo>
                      <a:pt x="1096" y="380"/>
                    </a:lnTo>
                    <a:lnTo>
                      <a:pt x="1097" y="383"/>
                    </a:lnTo>
                    <a:lnTo>
                      <a:pt x="1099" y="386"/>
                    </a:lnTo>
                    <a:lnTo>
                      <a:pt x="1099" y="389"/>
                    </a:lnTo>
                    <a:lnTo>
                      <a:pt x="1098" y="393"/>
                    </a:lnTo>
                    <a:lnTo>
                      <a:pt x="1096" y="396"/>
                    </a:lnTo>
                    <a:lnTo>
                      <a:pt x="1097" y="398"/>
                    </a:lnTo>
                    <a:close/>
                  </a:path>
                </a:pathLst>
              </a:custGeom>
              <a:solidFill>
                <a:srgbClr val="CC79A7">
                  <a:alpha val="36000"/>
                </a:srgbClr>
              </a:solidFill>
              <a:ln>
                <a:noFill/>
              </a:ln>
            </p:spPr>
            <p:txBody>
              <a:bodyPr anchor="ctr"/>
              <a:lstStyle/>
              <a:p>
                <a:pPr algn="ctr">
                  <a:buNone/>
                </a:pPr>
              </a:p>
            </p:txBody>
          </p:sp>
          <p:sp>
            <p:nvSpPr>
              <p:cNvPr id="7710" name="addition:spatial:199">
                <a:extLst>
                  <a:ext uri="{FF2B5EF4-FFF2-40B4-BE49-F238E27FC236}">
                    <ns2:creationId id="{07D6570B-749F-4682-BDDC-234A9C0CEADB}"/>
                  </a:ext>
                </a:extLst>
              </p:cNvPr>
              <p:cNvSpPr>
                <a:spLocks noGrp="1"/>
              </p:cNvSpPr>
              <p:nvPr/>
            </p:nvSpPr>
            <p:spPr>
              <a:xfrm>
                <a:off x="5648325" y="1666875"/>
                <a:ext cx="1427973" cy="632673"/>
              </a:xfrm>
              <a:custGeom>
                <a:rect l="l" t="t" r="r" b="b"/>
                <a:pathLst>
                  <a:path w="1077" h="374">
                    <a:moveTo>
                      <a:pt x="0" y="0"/>
                    </a:moveTo>
                    <a:moveTo>
                      <a:pt x="1074" y="341"/>
                    </a:moveTo>
                    <a:lnTo>
                      <a:pt x="1072" y="344"/>
                    </a:lnTo>
                    <a:lnTo>
                      <a:pt x="1071" y="346"/>
                    </a:lnTo>
                    <a:lnTo>
                      <a:pt x="1072" y="348"/>
                    </a:lnTo>
                    <a:lnTo>
                      <a:pt x="1075" y="352"/>
                    </a:lnTo>
                    <a:lnTo>
                      <a:pt x="1077" y="356"/>
                    </a:lnTo>
                    <a:lnTo>
                      <a:pt x="1077" y="359"/>
                    </a:lnTo>
                    <a:lnTo>
                      <a:pt x="1075" y="361"/>
                    </a:lnTo>
                    <a:lnTo>
                      <a:pt x="1071" y="362"/>
                    </a:lnTo>
                    <a:lnTo>
                      <a:pt x="1068" y="362"/>
                    </a:lnTo>
                    <a:lnTo>
                      <a:pt x="1066" y="363"/>
                    </a:lnTo>
                    <a:lnTo>
                      <a:pt x="1064" y="364"/>
                    </a:lnTo>
                    <a:lnTo>
                      <a:pt x="1061" y="365"/>
                    </a:lnTo>
                    <a:lnTo>
                      <a:pt x="1059" y="365"/>
                    </a:lnTo>
                    <a:lnTo>
                      <a:pt x="1057" y="367"/>
                    </a:lnTo>
                    <a:lnTo>
                      <a:pt x="1055" y="369"/>
                    </a:lnTo>
                    <a:lnTo>
                      <a:pt x="1053" y="372"/>
                    </a:lnTo>
                    <a:lnTo>
                      <a:pt x="1050" y="374"/>
                    </a:lnTo>
                    <a:lnTo>
                      <a:pt x="1047" y="373"/>
                    </a:lnTo>
                    <a:lnTo>
                      <a:pt x="1044" y="371"/>
                    </a:lnTo>
                    <a:lnTo>
                      <a:pt x="1041" y="369"/>
                    </a:lnTo>
                    <a:lnTo>
                      <a:pt x="1037" y="370"/>
                    </a:lnTo>
                    <a:lnTo>
                      <a:pt x="1034" y="371"/>
                    </a:lnTo>
                    <a:lnTo>
                      <a:pt x="1030" y="370"/>
                    </a:lnTo>
                    <a:lnTo>
                      <a:pt x="1028" y="368"/>
                    </a:lnTo>
                    <a:lnTo>
                      <a:pt x="1027" y="364"/>
                    </a:lnTo>
                    <a:lnTo>
                      <a:pt x="1026" y="360"/>
                    </a:lnTo>
                    <a:lnTo>
                      <a:pt x="1024" y="358"/>
                    </a:lnTo>
                    <a:lnTo>
                      <a:pt x="1022" y="357"/>
                    </a:lnTo>
                    <a:lnTo>
                      <a:pt x="1019" y="355"/>
                    </a:lnTo>
                    <a:lnTo>
                      <a:pt x="1017" y="353"/>
                    </a:lnTo>
                    <a:lnTo>
                      <a:pt x="1015" y="351"/>
                    </a:lnTo>
                    <a:lnTo>
                      <a:pt x="1012" y="349"/>
                    </a:lnTo>
                    <a:lnTo>
                      <a:pt x="1009" y="347"/>
                    </a:lnTo>
                    <a:lnTo>
                      <a:pt x="1007" y="344"/>
                    </a:lnTo>
                    <a:lnTo>
                      <a:pt x="1008" y="341"/>
                    </a:lnTo>
                    <a:lnTo>
                      <a:pt x="1012" y="338"/>
                    </a:lnTo>
                    <a:lnTo>
                      <a:pt x="1016" y="336"/>
                    </a:lnTo>
                    <a:lnTo>
                      <a:pt x="1018" y="334"/>
                    </a:lnTo>
                    <a:lnTo>
                      <a:pt x="1018" y="331"/>
                    </a:lnTo>
                    <a:lnTo>
                      <a:pt x="1017" y="328"/>
                    </a:lnTo>
                    <a:lnTo>
                      <a:pt x="1019" y="326"/>
                    </a:lnTo>
                    <a:lnTo>
                      <a:pt x="1021" y="324"/>
                    </a:lnTo>
                    <a:lnTo>
                      <a:pt x="1025" y="323"/>
                    </a:lnTo>
                    <a:lnTo>
                      <a:pt x="1027" y="321"/>
                    </a:lnTo>
                    <a:lnTo>
                      <a:pt x="1028" y="318"/>
                    </a:lnTo>
                    <a:lnTo>
                      <a:pt x="1030" y="315"/>
                    </a:lnTo>
                    <a:lnTo>
                      <a:pt x="1032" y="313"/>
                    </a:lnTo>
                    <a:lnTo>
                      <a:pt x="1035" y="312"/>
                    </a:lnTo>
                    <a:lnTo>
                      <a:pt x="1038" y="311"/>
                    </a:lnTo>
                    <a:lnTo>
                      <a:pt x="1041" y="310"/>
                    </a:lnTo>
                    <a:lnTo>
                      <a:pt x="1044" y="309"/>
                    </a:lnTo>
                    <a:lnTo>
                      <a:pt x="1047" y="309"/>
                    </a:lnTo>
                    <a:lnTo>
                      <a:pt x="1050" y="312"/>
                    </a:lnTo>
                    <a:lnTo>
                      <a:pt x="1051" y="316"/>
                    </a:lnTo>
                    <a:lnTo>
                      <a:pt x="1053" y="318"/>
                    </a:lnTo>
                    <a:lnTo>
                      <a:pt x="1055" y="317"/>
                    </a:lnTo>
                    <a:lnTo>
                      <a:pt x="1059" y="315"/>
                    </a:lnTo>
                    <a:lnTo>
                      <a:pt x="1062" y="313"/>
                    </a:lnTo>
                    <a:lnTo>
                      <a:pt x="1065" y="314"/>
                    </a:lnTo>
                    <a:lnTo>
                      <a:pt x="1067" y="316"/>
                    </a:lnTo>
                    <a:lnTo>
                      <a:pt x="1068" y="319"/>
                    </a:lnTo>
                    <a:lnTo>
                      <a:pt x="1069" y="321"/>
                    </a:lnTo>
                    <a:lnTo>
                      <a:pt x="1071" y="323"/>
                    </a:lnTo>
                    <a:lnTo>
                      <a:pt x="1072" y="325"/>
                    </a:lnTo>
                    <a:lnTo>
                      <a:pt x="1072" y="328"/>
                    </a:lnTo>
                    <a:lnTo>
                      <a:pt x="1072" y="331"/>
                    </a:lnTo>
                    <a:lnTo>
                      <a:pt x="1072" y="334"/>
                    </a:lnTo>
                    <a:lnTo>
                      <a:pt x="1073" y="336"/>
                    </a:lnTo>
                    <a:lnTo>
                      <a:pt x="1075" y="338"/>
                    </a:lnTo>
                    <a:close/>
                  </a:path>
                </a:pathLst>
              </a:custGeom>
              <a:solidFill>
                <a:srgbClr val="CC79A7">
                  <a:alpha val="32000"/>
                </a:srgbClr>
              </a:solidFill>
              <a:ln>
                <a:noFill/>
              </a:ln>
            </p:spPr>
            <p:txBody>
              <a:bodyPr anchor="ctr"/>
              <a:lstStyle/>
              <a:p>
                <a:pPr algn="ctr">
                  <a:buNone/>
                </a:pPr>
              </a:p>
            </p:txBody>
          </p:sp>
          <p:sp>
            <p:nvSpPr>
              <p:cNvPr id="7711" name="addition:spatial:200">
                <a:extLst>
                  <a:ext uri="{FF2B5EF4-FFF2-40B4-BE49-F238E27FC236}">
                    <ns2:creationId id="{3CCE64F7-CC2F-45AA-A085-1EA2371B4C72}"/>
                  </a:ext>
                </a:extLst>
              </p:cNvPr>
              <p:cNvSpPr>
                <a:spLocks noGrp="1"/>
              </p:cNvSpPr>
              <p:nvPr/>
            </p:nvSpPr>
            <p:spPr>
              <a:xfrm>
                <a:off x="5648325" y="1666875"/>
                <a:ext cx="1526088" cy="700339"/>
              </a:xfrm>
              <a:custGeom>
                <a:rect l="l" t="t" r="r" b="b"/>
                <a:pathLst>
                  <a:path w="1151" h="414">
                    <a:moveTo>
                      <a:pt x="0" y="0"/>
                    </a:moveTo>
                    <a:moveTo>
                      <a:pt x="1145" y="385"/>
                    </a:moveTo>
                    <a:lnTo>
                      <a:pt x="1146" y="387"/>
                    </a:lnTo>
                    <a:lnTo>
                      <a:pt x="1148" y="390"/>
                    </a:lnTo>
                    <a:lnTo>
                      <a:pt x="1150" y="393"/>
                    </a:lnTo>
                    <a:lnTo>
                      <a:pt x="1151" y="396"/>
                    </a:lnTo>
                    <a:lnTo>
                      <a:pt x="1150" y="398"/>
                    </a:lnTo>
                    <a:lnTo>
                      <a:pt x="1148" y="400"/>
                    </a:lnTo>
                    <a:lnTo>
                      <a:pt x="1145" y="401"/>
                    </a:lnTo>
                    <a:lnTo>
                      <a:pt x="1143" y="403"/>
                    </a:lnTo>
                    <a:lnTo>
                      <a:pt x="1140" y="403"/>
                    </a:lnTo>
                    <a:lnTo>
                      <a:pt x="1137" y="403"/>
                    </a:lnTo>
                    <a:lnTo>
                      <a:pt x="1134" y="403"/>
                    </a:lnTo>
                    <a:lnTo>
                      <a:pt x="1132" y="404"/>
                    </a:lnTo>
                    <a:lnTo>
                      <a:pt x="1130" y="408"/>
                    </a:lnTo>
                    <a:lnTo>
                      <a:pt x="1129" y="411"/>
                    </a:lnTo>
                    <a:lnTo>
                      <a:pt x="1126" y="414"/>
                    </a:lnTo>
                    <a:lnTo>
                      <a:pt x="1123" y="414"/>
                    </a:lnTo>
                    <a:lnTo>
                      <a:pt x="1119" y="413"/>
                    </a:lnTo>
                    <a:lnTo>
                      <a:pt x="1116" y="411"/>
                    </a:lnTo>
                    <a:lnTo>
                      <a:pt x="1113" y="411"/>
                    </a:lnTo>
                    <a:lnTo>
                      <a:pt x="1109" y="411"/>
                    </a:lnTo>
                    <a:lnTo>
                      <a:pt x="1106" y="411"/>
                    </a:lnTo>
                    <a:lnTo>
                      <a:pt x="1103" y="410"/>
                    </a:lnTo>
                    <a:lnTo>
                      <a:pt x="1101" y="407"/>
                    </a:lnTo>
                    <a:lnTo>
                      <a:pt x="1099" y="406"/>
                    </a:lnTo>
                    <a:lnTo>
                      <a:pt x="1096" y="404"/>
                    </a:lnTo>
                    <a:lnTo>
                      <a:pt x="1094" y="403"/>
                    </a:lnTo>
                    <a:lnTo>
                      <a:pt x="1092" y="401"/>
                    </a:lnTo>
                    <a:lnTo>
                      <a:pt x="1091" y="399"/>
                    </a:lnTo>
                    <a:lnTo>
                      <a:pt x="1090" y="398"/>
                    </a:lnTo>
                    <a:lnTo>
                      <a:pt x="1087" y="397"/>
                    </a:lnTo>
                    <a:lnTo>
                      <a:pt x="1082" y="395"/>
                    </a:lnTo>
                    <a:lnTo>
                      <a:pt x="1079" y="393"/>
                    </a:lnTo>
                    <a:lnTo>
                      <a:pt x="1079" y="391"/>
                    </a:lnTo>
                    <a:lnTo>
                      <a:pt x="1082" y="388"/>
                    </a:lnTo>
                    <a:lnTo>
                      <a:pt x="1086" y="385"/>
                    </a:lnTo>
                    <a:lnTo>
                      <a:pt x="1089" y="383"/>
                    </a:lnTo>
                    <a:lnTo>
                      <a:pt x="1090" y="381"/>
                    </a:lnTo>
                    <a:lnTo>
                      <a:pt x="1090" y="379"/>
                    </a:lnTo>
                    <a:lnTo>
                      <a:pt x="1090" y="376"/>
                    </a:lnTo>
                    <a:lnTo>
                      <a:pt x="1092" y="374"/>
                    </a:lnTo>
                    <a:lnTo>
                      <a:pt x="1093" y="372"/>
                    </a:lnTo>
                    <a:lnTo>
                      <a:pt x="1094" y="370"/>
                    </a:lnTo>
                    <a:lnTo>
                      <a:pt x="1094" y="367"/>
                    </a:lnTo>
                    <a:lnTo>
                      <a:pt x="1096" y="365"/>
                    </a:lnTo>
                    <a:lnTo>
                      <a:pt x="1099" y="364"/>
                    </a:lnTo>
                    <a:lnTo>
                      <a:pt x="1102" y="363"/>
                    </a:lnTo>
                    <a:lnTo>
                      <a:pt x="1104" y="362"/>
                    </a:lnTo>
                    <a:lnTo>
                      <a:pt x="1106" y="360"/>
                    </a:lnTo>
                    <a:lnTo>
                      <a:pt x="1108" y="358"/>
                    </a:lnTo>
                    <a:lnTo>
                      <a:pt x="1111" y="357"/>
                    </a:lnTo>
                    <a:lnTo>
                      <a:pt x="1114" y="359"/>
                    </a:lnTo>
                    <a:lnTo>
                      <a:pt x="1116" y="362"/>
                    </a:lnTo>
                    <a:lnTo>
                      <a:pt x="1118" y="364"/>
                    </a:lnTo>
                    <a:lnTo>
                      <a:pt x="1120" y="364"/>
                    </a:lnTo>
                    <a:lnTo>
                      <a:pt x="1123" y="362"/>
                    </a:lnTo>
                    <a:lnTo>
                      <a:pt x="1126" y="360"/>
                    </a:lnTo>
                    <a:lnTo>
                      <a:pt x="1129" y="360"/>
                    </a:lnTo>
                    <a:lnTo>
                      <a:pt x="1131" y="360"/>
                    </a:lnTo>
                    <a:lnTo>
                      <a:pt x="1134" y="361"/>
                    </a:lnTo>
                    <a:lnTo>
                      <a:pt x="1136" y="362"/>
                    </a:lnTo>
                    <a:lnTo>
                      <a:pt x="1139" y="364"/>
                    </a:lnTo>
                    <a:lnTo>
                      <a:pt x="1139" y="367"/>
                    </a:lnTo>
                    <a:lnTo>
                      <a:pt x="1139" y="370"/>
                    </a:lnTo>
                    <a:lnTo>
                      <a:pt x="1138" y="373"/>
                    </a:lnTo>
                    <a:lnTo>
                      <a:pt x="1140" y="375"/>
                    </a:lnTo>
                    <a:lnTo>
                      <a:pt x="1143" y="376"/>
                    </a:lnTo>
                    <a:lnTo>
                      <a:pt x="1146" y="378"/>
                    </a:lnTo>
                    <a:lnTo>
                      <a:pt x="1147" y="380"/>
                    </a:lnTo>
                    <a:lnTo>
                      <a:pt x="1146" y="383"/>
                    </a:lnTo>
                    <a:close/>
                  </a:path>
                </a:pathLst>
              </a:custGeom>
              <a:solidFill>
                <a:srgbClr val="CC79A7">
                  <a:alpha val="32000"/>
                </a:srgbClr>
              </a:solidFill>
              <a:ln>
                <a:noFill/>
              </a:ln>
            </p:spPr>
            <p:txBody>
              <a:bodyPr anchor="ctr"/>
              <a:lstStyle/>
              <a:p>
                <a:pPr algn="ctr">
                  <a:buNone/>
                </a:pPr>
              </a:p>
            </p:txBody>
          </p:sp>
          <p:sp>
            <p:nvSpPr>
              <p:cNvPr id="7712" name="addition:spatial:201">
                <a:extLst>
                  <a:ext uri="{FF2B5EF4-FFF2-40B4-BE49-F238E27FC236}">
                    <ns2:creationId id="{EF51E996-F83D-4BE6-906B-52502A3DD9B3}"/>
                  </a:ext>
                </a:extLst>
              </p:cNvPr>
              <p:cNvSpPr>
                <a:spLocks noGrp="1"/>
              </p:cNvSpPr>
              <p:nvPr/>
            </p:nvSpPr>
            <p:spPr>
              <a:xfrm>
                <a:off x="5648325" y="1666875"/>
                <a:ext cx="1593708" cy="663123"/>
              </a:xfrm>
              <a:custGeom>
                <a:rect l="l" t="t" r="r" b="b"/>
                <a:pathLst>
                  <a:path w="1202" h="392">
                    <a:moveTo>
                      <a:pt x="0" y="0"/>
                    </a:moveTo>
                    <a:moveTo>
                      <a:pt x="1200" y="367"/>
                    </a:moveTo>
                    <a:lnTo>
                      <a:pt x="1200" y="369"/>
                    </a:lnTo>
                    <a:lnTo>
                      <a:pt x="1201" y="371"/>
                    </a:lnTo>
                    <a:lnTo>
                      <a:pt x="1202" y="374"/>
                    </a:lnTo>
                    <a:lnTo>
                      <a:pt x="1201" y="376"/>
                    </a:lnTo>
                    <a:lnTo>
                      <a:pt x="1200" y="377"/>
                    </a:lnTo>
                    <a:lnTo>
                      <a:pt x="1200" y="379"/>
                    </a:lnTo>
                    <a:lnTo>
                      <a:pt x="1200" y="382"/>
                    </a:lnTo>
                    <a:lnTo>
                      <a:pt x="1200" y="384"/>
                    </a:lnTo>
                    <a:lnTo>
                      <a:pt x="1198" y="386"/>
                    </a:lnTo>
                    <a:lnTo>
                      <a:pt x="1195" y="385"/>
                    </a:lnTo>
                    <a:lnTo>
                      <a:pt x="1192" y="384"/>
                    </a:lnTo>
                    <a:lnTo>
                      <a:pt x="1189" y="383"/>
                    </a:lnTo>
                    <a:lnTo>
                      <a:pt x="1188" y="385"/>
                    </a:lnTo>
                    <a:lnTo>
                      <a:pt x="1187" y="387"/>
                    </a:lnTo>
                    <a:lnTo>
                      <a:pt x="1186" y="390"/>
                    </a:lnTo>
                    <a:lnTo>
                      <a:pt x="1183" y="391"/>
                    </a:lnTo>
                    <a:lnTo>
                      <a:pt x="1181" y="392"/>
                    </a:lnTo>
                    <a:lnTo>
                      <a:pt x="1178" y="392"/>
                    </a:lnTo>
                    <a:lnTo>
                      <a:pt x="1176" y="392"/>
                    </a:lnTo>
                    <a:lnTo>
                      <a:pt x="1173" y="392"/>
                    </a:lnTo>
                    <a:lnTo>
                      <a:pt x="1171" y="390"/>
                    </a:lnTo>
                    <a:lnTo>
                      <a:pt x="1169" y="388"/>
                    </a:lnTo>
                    <a:lnTo>
                      <a:pt x="1167" y="386"/>
                    </a:lnTo>
                    <a:lnTo>
                      <a:pt x="1165" y="385"/>
                    </a:lnTo>
                    <a:lnTo>
                      <a:pt x="1163" y="385"/>
                    </a:lnTo>
                    <a:lnTo>
                      <a:pt x="1160" y="384"/>
                    </a:lnTo>
                    <a:lnTo>
                      <a:pt x="1158" y="382"/>
                    </a:lnTo>
                    <a:lnTo>
                      <a:pt x="1158" y="380"/>
                    </a:lnTo>
                    <a:lnTo>
                      <a:pt x="1158" y="378"/>
                    </a:lnTo>
                    <a:lnTo>
                      <a:pt x="1157" y="376"/>
                    </a:lnTo>
                    <a:lnTo>
                      <a:pt x="1154" y="375"/>
                    </a:lnTo>
                    <a:lnTo>
                      <a:pt x="1151" y="374"/>
                    </a:lnTo>
                    <a:lnTo>
                      <a:pt x="1149" y="372"/>
                    </a:lnTo>
                    <a:lnTo>
                      <a:pt x="1149" y="370"/>
                    </a:lnTo>
                    <a:lnTo>
                      <a:pt x="1150" y="367"/>
                    </a:lnTo>
                    <a:lnTo>
                      <a:pt x="1152" y="365"/>
                    </a:lnTo>
                    <a:lnTo>
                      <a:pt x="1153" y="363"/>
                    </a:lnTo>
                    <a:lnTo>
                      <a:pt x="1155" y="361"/>
                    </a:lnTo>
                    <a:lnTo>
                      <a:pt x="1158" y="360"/>
                    </a:lnTo>
                    <a:lnTo>
                      <a:pt x="1160" y="359"/>
                    </a:lnTo>
                    <a:lnTo>
                      <a:pt x="1161" y="357"/>
                    </a:lnTo>
                    <a:lnTo>
                      <a:pt x="1161" y="355"/>
                    </a:lnTo>
                    <a:lnTo>
                      <a:pt x="1160" y="352"/>
                    </a:lnTo>
                    <a:lnTo>
                      <a:pt x="1161" y="349"/>
                    </a:lnTo>
                    <a:lnTo>
                      <a:pt x="1163" y="348"/>
                    </a:lnTo>
                    <a:lnTo>
                      <a:pt x="1166" y="348"/>
                    </a:lnTo>
                    <a:lnTo>
                      <a:pt x="1169" y="347"/>
                    </a:lnTo>
                    <a:lnTo>
                      <a:pt x="1171" y="346"/>
                    </a:lnTo>
                    <a:lnTo>
                      <a:pt x="1172" y="344"/>
                    </a:lnTo>
                    <a:lnTo>
                      <a:pt x="1174" y="343"/>
                    </a:lnTo>
                    <a:lnTo>
                      <a:pt x="1177" y="343"/>
                    </a:lnTo>
                    <a:lnTo>
                      <a:pt x="1179" y="345"/>
                    </a:lnTo>
                    <a:lnTo>
                      <a:pt x="1181" y="346"/>
                    </a:lnTo>
                    <a:lnTo>
                      <a:pt x="1182" y="346"/>
                    </a:lnTo>
                    <a:lnTo>
                      <a:pt x="1184" y="347"/>
                    </a:lnTo>
                    <a:lnTo>
                      <a:pt x="1186" y="347"/>
                    </a:lnTo>
                    <a:lnTo>
                      <a:pt x="1187" y="348"/>
                    </a:lnTo>
                    <a:lnTo>
                      <a:pt x="1189" y="349"/>
                    </a:lnTo>
                    <a:lnTo>
                      <a:pt x="1191" y="348"/>
                    </a:lnTo>
                    <a:lnTo>
                      <a:pt x="1194" y="347"/>
                    </a:lnTo>
                    <a:lnTo>
                      <a:pt x="1197" y="348"/>
                    </a:lnTo>
                    <a:lnTo>
                      <a:pt x="1198" y="350"/>
                    </a:lnTo>
                    <a:lnTo>
                      <a:pt x="1198" y="353"/>
                    </a:lnTo>
                    <a:lnTo>
                      <a:pt x="1196" y="356"/>
                    </a:lnTo>
                    <a:lnTo>
                      <a:pt x="1196" y="358"/>
                    </a:lnTo>
                    <a:lnTo>
                      <a:pt x="1197" y="360"/>
                    </a:lnTo>
                    <a:lnTo>
                      <a:pt x="1198" y="361"/>
                    </a:lnTo>
                    <a:lnTo>
                      <a:pt x="1200" y="363"/>
                    </a:lnTo>
                    <a:lnTo>
                      <a:pt x="1200" y="365"/>
                    </a:lnTo>
                    <a:close/>
                  </a:path>
                </a:pathLst>
              </a:custGeom>
              <a:solidFill>
                <a:srgbClr val="DA9FC0">
                  <a:alpha val="24000"/>
                </a:srgbClr>
              </a:solidFill>
              <a:ln>
                <a:noFill/>
              </a:ln>
            </p:spPr>
            <p:txBody>
              <a:bodyPr anchor="ctr"/>
              <a:lstStyle/>
              <a:p>
                <a:pPr algn="ctr">
                  <a:buNone/>
                </a:pPr>
              </a:p>
            </p:txBody>
          </p:sp>
          <p:sp>
            <p:nvSpPr>
              <p:cNvPr id="7713" name="addition:spatial:202">
                <a:extLst>
                  <a:ext uri="{FF2B5EF4-FFF2-40B4-BE49-F238E27FC236}">
                    <ns2:creationId id="{2DFF2D82-5430-4D67-A28A-D365EFEB7524}"/>
                  </a:ext>
                </a:extLst>
              </p:cNvPr>
              <p:cNvSpPr>
                <a:spLocks noGrp="1"/>
              </p:cNvSpPr>
              <p:nvPr/>
            </p:nvSpPr>
            <p:spPr>
              <a:xfrm>
                <a:off x="5648325" y="1666875"/>
                <a:ext cx="1559235" cy="768005"/>
              </a:xfrm>
              <a:custGeom>
                <a:rect l="l" t="t" r="r" b="b"/>
                <a:pathLst>
                  <a:path w="1176" h="454">
                    <a:moveTo>
                      <a:pt x="0" y="0"/>
                    </a:moveTo>
                    <a:moveTo>
                      <a:pt x="1174" y="426"/>
                    </a:moveTo>
                    <a:lnTo>
                      <a:pt x="1175" y="428"/>
                    </a:lnTo>
                    <a:lnTo>
                      <a:pt x="1175" y="431"/>
                    </a:lnTo>
                    <a:lnTo>
                      <a:pt x="1176" y="434"/>
                    </a:lnTo>
                    <a:lnTo>
                      <a:pt x="1175" y="436"/>
                    </a:lnTo>
                    <a:lnTo>
                      <a:pt x="1173" y="438"/>
                    </a:lnTo>
                    <a:lnTo>
                      <a:pt x="1170" y="439"/>
                    </a:lnTo>
                    <a:lnTo>
                      <a:pt x="1166" y="439"/>
                    </a:lnTo>
                    <a:lnTo>
                      <a:pt x="1164" y="440"/>
                    </a:lnTo>
                    <a:lnTo>
                      <a:pt x="1163" y="442"/>
                    </a:lnTo>
                    <a:lnTo>
                      <a:pt x="1163" y="445"/>
                    </a:lnTo>
                    <a:lnTo>
                      <a:pt x="1162" y="448"/>
                    </a:lnTo>
                    <a:lnTo>
                      <a:pt x="1160" y="450"/>
                    </a:lnTo>
                    <a:lnTo>
                      <a:pt x="1157" y="450"/>
                    </a:lnTo>
                    <a:lnTo>
                      <a:pt x="1154" y="450"/>
                    </a:lnTo>
                    <a:lnTo>
                      <a:pt x="1151" y="451"/>
                    </a:lnTo>
                    <a:lnTo>
                      <a:pt x="1149" y="453"/>
                    </a:lnTo>
                    <a:lnTo>
                      <a:pt x="1146" y="454"/>
                    </a:lnTo>
                    <a:lnTo>
                      <a:pt x="1143" y="454"/>
                    </a:lnTo>
                    <a:lnTo>
                      <a:pt x="1140" y="453"/>
                    </a:lnTo>
                    <a:lnTo>
                      <a:pt x="1138" y="451"/>
                    </a:lnTo>
                    <a:lnTo>
                      <a:pt x="1135" y="451"/>
                    </a:lnTo>
                    <a:lnTo>
                      <a:pt x="1133" y="449"/>
                    </a:lnTo>
                    <a:lnTo>
                      <a:pt x="1131" y="447"/>
                    </a:lnTo>
                    <a:lnTo>
                      <a:pt x="1131" y="444"/>
                    </a:lnTo>
                    <a:lnTo>
                      <a:pt x="1130" y="443"/>
                    </a:lnTo>
                    <a:lnTo>
                      <a:pt x="1127" y="442"/>
                    </a:lnTo>
                    <a:lnTo>
                      <a:pt x="1123" y="443"/>
                    </a:lnTo>
                    <a:lnTo>
                      <a:pt x="1119" y="443"/>
                    </a:lnTo>
                    <a:lnTo>
                      <a:pt x="1117" y="442"/>
                    </a:lnTo>
                    <a:lnTo>
                      <a:pt x="1117" y="439"/>
                    </a:lnTo>
                    <a:lnTo>
                      <a:pt x="1119" y="436"/>
                    </a:lnTo>
                    <a:lnTo>
                      <a:pt x="1120" y="433"/>
                    </a:lnTo>
                    <a:lnTo>
                      <a:pt x="1120" y="430"/>
                    </a:lnTo>
                    <a:lnTo>
                      <a:pt x="1120" y="428"/>
                    </a:lnTo>
                    <a:lnTo>
                      <a:pt x="1121" y="426"/>
                    </a:lnTo>
                    <a:lnTo>
                      <a:pt x="1122" y="424"/>
                    </a:lnTo>
                    <a:lnTo>
                      <a:pt x="1123" y="422"/>
                    </a:lnTo>
                    <a:lnTo>
                      <a:pt x="1123" y="419"/>
                    </a:lnTo>
                    <a:lnTo>
                      <a:pt x="1123" y="417"/>
                    </a:lnTo>
                    <a:lnTo>
                      <a:pt x="1123" y="415"/>
                    </a:lnTo>
                    <a:lnTo>
                      <a:pt x="1125" y="413"/>
                    </a:lnTo>
                    <a:lnTo>
                      <a:pt x="1127" y="411"/>
                    </a:lnTo>
                    <a:lnTo>
                      <a:pt x="1128" y="410"/>
                    </a:lnTo>
                    <a:lnTo>
                      <a:pt x="1128" y="406"/>
                    </a:lnTo>
                    <a:lnTo>
                      <a:pt x="1128" y="403"/>
                    </a:lnTo>
                    <a:lnTo>
                      <a:pt x="1129" y="401"/>
                    </a:lnTo>
                    <a:lnTo>
                      <a:pt x="1132" y="400"/>
                    </a:lnTo>
                    <a:lnTo>
                      <a:pt x="1136" y="402"/>
                    </a:lnTo>
                    <a:lnTo>
                      <a:pt x="1138" y="404"/>
                    </a:lnTo>
                    <a:lnTo>
                      <a:pt x="1140" y="404"/>
                    </a:lnTo>
                    <a:lnTo>
                      <a:pt x="1142" y="403"/>
                    </a:lnTo>
                    <a:lnTo>
                      <a:pt x="1143" y="402"/>
                    </a:lnTo>
                    <a:lnTo>
                      <a:pt x="1145" y="402"/>
                    </a:lnTo>
                    <a:lnTo>
                      <a:pt x="1147" y="401"/>
                    </a:lnTo>
                    <a:lnTo>
                      <a:pt x="1150" y="400"/>
                    </a:lnTo>
                    <a:lnTo>
                      <a:pt x="1152" y="399"/>
                    </a:lnTo>
                    <a:lnTo>
                      <a:pt x="1155" y="399"/>
                    </a:lnTo>
                    <a:lnTo>
                      <a:pt x="1157" y="401"/>
                    </a:lnTo>
                    <a:lnTo>
                      <a:pt x="1158" y="404"/>
                    </a:lnTo>
                    <a:lnTo>
                      <a:pt x="1159" y="406"/>
                    </a:lnTo>
                    <a:lnTo>
                      <a:pt x="1161" y="408"/>
                    </a:lnTo>
                    <a:lnTo>
                      <a:pt x="1164" y="409"/>
                    </a:lnTo>
                    <a:lnTo>
                      <a:pt x="1166" y="410"/>
                    </a:lnTo>
                    <a:lnTo>
                      <a:pt x="1168" y="412"/>
                    </a:lnTo>
                    <a:lnTo>
                      <a:pt x="1167" y="415"/>
                    </a:lnTo>
                    <a:lnTo>
                      <a:pt x="1167" y="418"/>
                    </a:lnTo>
                    <a:lnTo>
                      <a:pt x="1167" y="420"/>
                    </a:lnTo>
                    <a:lnTo>
                      <a:pt x="1169" y="422"/>
                    </a:lnTo>
                    <a:lnTo>
                      <a:pt x="1172" y="424"/>
                    </a:lnTo>
                    <a:close/>
                  </a:path>
                </a:pathLst>
              </a:custGeom>
              <a:solidFill>
                <a:srgbClr val="DA9FC0">
                  <a:alpha val="24000"/>
                </a:srgbClr>
              </a:solidFill>
              <a:ln>
                <a:noFill/>
              </a:ln>
            </p:spPr>
            <p:txBody>
              <a:bodyPr anchor="ctr"/>
              <a:lstStyle/>
              <a:p>
                <a:pPr algn="ctr">
                  <a:buNone/>
                </a:pPr>
              </a:p>
            </p:txBody>
          </p:sp>
          <p:sp>
            <p:nvSpPr>
              <p:cNvPr id="7714" name="addition:spatial:203">
                <a:extLst>
                  <a:ext uri="{FF2B5EF4-FFF2-40B4-BE49-F238E27FC236}">
                    <ns2:creationId id="{FA3A65AF-402C-4841-9314-849F63773657}"/>
                  </a:ext>
                </a:extLst>
              </p:cNvPr>
              <p:cNvSpPr>
                <a:spLocks noGrp="1"/>
              </p:cNvSpPr>
              <p:nvPr/>
            </p:nvSpPr>
            <p:spPr>
              <a:xfrm>
                <a:off x="5648325" y="1666875"/>
                <a:ext cx="1459794" cy="795071"/>
              </a:xfrm>
              <a:custGeom>
                <a:rect l="l" t="t" r="r" b="b"/>
                <a:pathLst>
                  <a:path w="1101" h="470">
                    <a:moveTo>
                      <a:pt x="0" y="0"/>
                    </a:moveTo>
                    <a:moveTo>
                      <a:pt x="1094" y="442"/>
                    </a:moveTo>
                    <a:lnTo>
                      <a:pt x="1094" y="444"/>
                    </a:lnTo>
                    <a:lnTo>
                      <a:pt x="1094" y="446"/>
                    </a:lnTo>
                    <a:lnTo>
                      <a:pt x="1093" y="448"/>
                    </a:lnTo>
                    <a:lnTo>
                      <a:pt x="1092" y="450"/>
                    </a:lnTo>
                    <a:lnTo>
                      <a:pt x="1091" y="453"/>
                    </a:lnTo>
                    <a:lnTo>
                      <a:pt x="1091" y="455"/>
                    </a:lnTo>
                    <a:lnTo>
                      <a:pt x="1090" y="458"/>
                    </a:lnTo>
                    <a:lnTo>
                      <a:pt x="1089" y="460"/>
                    </a:lnTo>
                    <a:lnTo>
                      <a:pt x="1087" y="461"/>
                    </a:lnTo>
                    <a:lnTo>
                      <a:pt x="1085" y="463"/>
                    </a:lnTo>
                    <a:lnTo>
                      <a:pt x="1084" y="465"/>
                    </a:lnTo>
                    <a:lnTo>
                      <a:pt x="1083" y="468"/>
                    </a:lnTo>
                    <a:lnTo>
                      <a:pt x="1081" y="470"/>
                    </a:lnTo>
                    <a:lnTo>
                      <a:pt x="1078" y="469"/>
                    </a:lnTo>
                    <a:lnTo>
                      <a:pt x="1075" y="466"/>
                    </a:lnTo>
                    <a:lnTo>
                      <a:pt x="1073" y="464"/>
                    </a:lnTo>
                    <a:lnTo>
                      <a:pt x="1071" y="464"/>
                    </a:lnTo>
                    <a:lnTo>
                      <a:pt x="1070" y="465"/>
                    </a:lnTo>
                    <a:lnTo>
                      <a:pt x="1068" y="467"/>
                    </a:lnTo>
                    <a:lnTo>
                      <a:pt x="1065" y="468"/>
                    </a:lnTo>
                    <a:lnTo>
                      <a:pt x="1063" y="468"/>
                    </a:lnTo>
                    <a:lnTo>
                      <a:pt x="1061" y="468"/>
                    </a:lnTo>
                    <a:lnTo>
                      <a:pt x="1058" y="468"/>
                    </a:lnTo>
                    <a:lnTo>
                      <a:pt x="1056" y="467"/>
                    </a:lnTo>
                    <a:lnTo>
                      <a:pt x="1054" y="464"/>
                    </a:lnTo>
                    <a:lnTo>
                      <a:pt x="1054" y="461"/>
                    </a:lnTo>
                    <a:lnTo>
                      <a:pt x="1053" y="458"/>
                    </a:lnTo>
                    <a:lnTo>
                      <a:pt x="1052" y="456"/>
                    </a:lnTo>
                    <a:lnTo>
                      <a:pt x="1050" y="455"/>
                    </a:lnTo>
                    <a:lnTo>
                      <a:pt x="1047" y="453"/>
                    </a:lnTo>
                    <a:lnTo>
                      <a:pt x="1046" y="451"/>
                    </a:lnTo>
                    <a:lnTo>
                      <a:pt x="1046" y="448"/>
                    </a:lnTo>
                    <a:lnTo>
                      <a:pt x="1047" y="446"/>
                    </a:lnTo>
                    <a:lnTo>
                      <a:pt x="1047" y="444"/>
                    </a:lnTo>
                    <a:lnTo>
                      <a:pt x="1045" y="442"/>
                    </a:lnTo>
                    <a:lnTo>
                      <a:pt x="1042" y="439"/>
                    </a:lnTo>
                    <a:lnTo>
                      <a:pt x="1040" y="436"/>
                    </a:lnTo>
                    <a:lnTo>
                      <a:pt x="1040" y="434"/>
                    </a:lnTo>
                    <a:lnTo>
                      <a:pt x="1041" y="431"/>
                    </a:lnTo>
                    <a:lnTo>
                      <a:pt x="1042" y="429"/>
                    </a:lnTo>
                    <a:lnTo>
                      <a:pt x="1044" y="427"/>
                    </a:lnTo>
                    <a:lnTo>
                      <a:pt x="1046" y="426"/>
                    </a:lnTo>
                    <a:lnTo>
                      <a:pt x="1049" y="425"/>
                    </a:lnTo>
                    <a:lnTo>
                      <a:pt x="1052" y="425"/>
                    </a:lnTo>
                    <a:lnTo>
                      <a:pt x="1055" y="424"/>
                    </a:lnTo>
                    <a:lnTo>
                      <a:pt x="1055" y="422"/>
                    </a:lnTo>
                    <a:lnTo>
                      <a:pt x="1056" y="418"/>
                    </a:lnTo>
                    <a:lnTo>
                      <a:pt x="1057" y="415"/>
                    </a:lnTo>
                    <a:lnTo>
                      <a:pt x="1060" y="413"/>
                    </a:lnTo>
                    <a:lnTo>
                      <a:pt x="1063" y="414"/>
                    </a:lnTo>
                    <a:lnTo>
                      <a:pt x="1066" y="415"/>
                    </a:lnTo>
                    <a:lnTo>
                      <a:pt x="1069" y="415"/>
                    </a:lnTo>
                    <a:lnTo>
                      <a:pt x="1072" y="414"/>
                    </a:lnTo>
                    <a:lnTo>
                      <a:pt x="1075" y="413"/>
                    </a:lnTo>
                    <a:lnTo>
                      <a:pt x="1078" y="414"/>
                    </a:lnTo>
                    <a:lnTo>
                      <a:pt x="1080" y="416"/>
                    </a:lnTo>
                    <a:lnTo>
                      <a:pt x="1082" y="418"/>
                    </a:lnTo>
                    <a:lnTo>
                      <a:pt x="1084" y="419"/>
                    </a:lnTo>
                    <a:lnTo>
                      <a:pt x="1086" y="420"/>
                    </a:lnTo>
                    <a:lnTo>
                      <a:pt x="1088" y="422"/>
                    </a:lnTo>
                    <a:lnTo>
                      <a:pt x="1089" y="424"/>
                    </a:lnTo>
                    <a:lnTo>
                      <a:pt x="1090" y="426"/>
                    </a:lnTo>
                    <a:lnTo>
                      <a:pt x="1092" y="427"/>
                    </a:lnTo>
                    <a:lnTo>
                      <a:pt x="1096" y="427"/>
                    </a:lnTo>
                    <a:lnTo>
                      <a:pt x="1100" y="428"/>
                    </a:lnTo>
                    <a:lnTo>
                      <a:pt x="1101" y="430"/>
                    </a:lnTo>
                    <a:lnTo>
                      <a:pt x="1100" y="434"/>
                    </a:lnTo>
                    <a:lnTo>
                      <a:pt x="1097" y="437"/>
                    </a:lnTo>
                    <a:lnTo>
                      <a:pt x="1095" y="439"/>
                    </a:lnTo>
                    <a:close/>
                  </a:path>
                </a:pathLst>
              </a:custGeom>
              <a:solidFill>
                <a:srgbClr val="DA9FC0">
                  <a:alpha val="24000"/>
                </a:srgbClr>
              </a:solidFill>
              <a:ln>
                <a:noFill/>
              </a:ln>
            </p:spPr>
            <p:txBody>
              <a:bodyPr anchor="ctr"/>
              <a:lstStyle/>
              <a:p>
                <a:pPr algn="ctr">
                  <a:buNone/>
                </a:pPr>
              </a:p>
            </p:txBody>
          </p:sp>
          <p:sp>
            <p:nvSpPr>
              <p:cNvPr id="7715" name="addition:spatial:204">
                <a:extLst>
                  <a:ext uri="{FF2B5EF4-FFF2-40B4-BE49-F238E27FC236}">
                    <ns2:creationId id="{4EB0A35D-F070-4101-93ED-207F202D9682}"/>
                  </a:ext>
                </a:extLst>
              </p:cNvPr>
              <p:cNvSpPr>
                <a:spLocks noGrp="1"/>
              </p:cNvSpPr>
              <p:nvPr/>
            </p:nvSpPr>
            <p:spPr>
              <a:xfrm>
                <a:off x="5648325" y="1666875"/>
                <a:ext cx="1363005" cy="747705"/>
              </a:xfrm>
              <a:custGeom>
                <a:rect l="l" t="t" r="r" b="b"/>
                <a:pathLst>
                  <a:path w="1028" h="442">
                    <a:moveTo>
                      <a:pt x="0" y="0"/>
                    </a:moveTo>
                    <a:moveTo>
                      <a:pt x="1028" y="413"/>
                    </a:moveTo>
                    <a:lnTo>
                      <a:pt x="1028" y="416"/>
                    </a:lnTo>
                    <a:lnTo>
                      <a:pt x="1026" y="418"/>
                    </a:lnTo>
                    <a:lnTo>
                      <a:pt x="1025" y="420"/>
                    </a:lnTo>
                    <a:lnTo>
                      <a:pt x="1025" y="423"/>
                    </a:lnTo>
                    <a:lnTo>
                      <a:pt x="1024" y="425"/>
                    </a:lnTo>
                    <a:lnTo>
                      <a:pt x="1023" y="427"/>
                    </a:lnTo>
                    <a:lnTo>
                      <a:pt x="1020" y="428"/>
                    </a:lnTo>
                    <a:lnTo>
                      <a:pt x="1017" y="429"/>
                    </a:lnTo>
                    <a:lnTo>
                      <a:pt x="1015" y="429"/>
                    </a:lnTo>
                    <a:lnTo>
                      <a:pt x="1014" y="431"/>
                    </a:lnTo>
                    <a:lnTo>
                      <a:pt x="1013" y="435"/>
                    </a:lnTo>
                    <a:lnTo>
                      <a:pt x="1012" y="439"/>
                    </a:lnTo>
                    <a:lnTo>
                      <a:pt x="1011" y="441"/>
                    </a:lnTo>
                    <a:lnTo>
                      <a:pt x="1008" y="442"/>
                    </a:lnTo>
                    <a:lnTo>
                      <a:pt x="1005" y="442"/>
                    </a:lnTo>
                    <a:lnTo>
                      <a:pt x="1003" y="441"/>
                    </a:lnTo>
                    <a:lnTo>
                      <a:pt x="1000" y="441"/>
                    </a:lnTo>
                    <a:lnTo>
                      <a:pt x="998" y="440"/>
                    </a:lnTo>
                    <a:lnTo>
                      <a:pt x="996" y="438"/>
                    </a:lnTo>
                    <a:lnTo>
                      <a:pt x="995" y="436"/>
                    </a:lnTo>
                    <a:lnTo>
                      <a:pt x="993" y="436"/>
                    </a:lnTo>
                    <a:lnTo>
                      <a:pt x="991" y="437"/>
                    </a:lnTo>
                    <a:lnTo>
                      <a:pt x="988" y="437"/>
                    </a:lnTo>
                    <a:lnTo>
                      <a:pt x="986" y="437"/>
                    </a:lnTo>
                    <a:lnTo>
                      <a:pt x="985" y="434"/>
                    </a:lnTo>
                    <a:lnTo>
                      <a:pt x="985" y="432"/>
                    </a:lnTo>
                    <a:lnTo>
                      <a:pt x="984" y="430"/>
                    </a:lnTo>
                    <a:lnTo>
                      <a:pt x="982" y="429"/>
                    </a:lnTo>
                    <a:lnTo>
                      <a:pt x="979" y="429"/>
                    </a:lnTo>
                    <a:lnTo>
                      <a:pt x="978" y="427"/>
                    </a:lnTo>
                    <a:lnTo>
                      <a:pt x="978" y="424"/>
                    </a:lnTo>
                    <a:lnTo>
                      <a:pt x="979" y="420"/>
                    </a:lnTo>
                    <a:lnTo>
                      <a:pt x="981" y="418"/>
                    </a:lnTo>
                    <a:lnTo>
                      <a:pt x="981" y="415"/>
                    </a:lnTo>
                    <a:lnTo>
                      <a:pt x="982" y="413"/>
                    </a:lnTo>
                    <a:lnTo>
                      <a:pt x="982" y="411"/>
                    </a:lnTo>
                    <a:lnTo>
                      <a:pt x="983" y="409"/>
                    </a:lnTo>
                    <a:lnTo>
                      <a:pt x="982" y="407"/>
                    </a:lnTo>
                    <a:lnTo>
                      <a:pt x="981" y="404"/>
                    </a:lnTo>
                    <a:lnTo>
                      <a:pt x="979" y="400"/>
                    </a:lnTo>
                    <a:lnTo>
                      <a:pt x="979" y="397"/>
                    </a:lnTo>
                    <a:lnTo>
                      <a:pt x="980" y="395"/>
                    </a:lnTo>
                    <a:lnTo>
                      <a:pt x="983" y="395"/>
                    </a:lnTo>
                    <a:lnTo>
                      <a:pt x="986" y="394"/>
                    </a:lnTo>
                    <a:lnTo>
                      <a:pt x="987" y="393"/>
                    </a:lnTo>
                    <a:lnTo>
                      <a:pt x="988" y="391"/>
                    </a:lnTo>
                    <a:lnTo>
                      <a:pt x="989" y="389"/>
                    </a:lnTo>
                    <a:lnTo>
                      <a:pt x="991" y="388"/>
                    </a:lnTo>
                    <a:lnTo>
                      <a:pt x="993" y="389"/>
                    </a:lnTo>
                    <a:lnTo>
                      <a:pt x="995" y="389"/>
                    </a:lnTo>
                    <a:lnTo>
                      <a:pt x="996" y="389"/>
                    </a:lnTo>
                    <a:lnTo>
                      <a:pt x="998" y="388"/>
                    </a:lnTo>
                    <a:lnTo>
                      <a:pt x="1000" y="387"/>
                    </a:lnTo>
                    <a:lnTo>
                      <a:pt x="1002" y="387"/>
                    </a:lnTo>
                    <a:lnTo>
                      <a:pt x="1004" y="387"/>
                    </a:lnTo>
                    <a:lnTo>
                      <a:pt x="1007" y="386"/>
                    </a:lnTo>
                    <a:lnTo>
                      <a:pt x="1010" y="385"/>
                    </a:lnTo>
                    <a:lnTo>
                      <a:pt x="1012" y="385"/>
                    </a:lnTo>
                    <a:lnTo>
                      <a:pt x="1014" y="388"/>
                    </a:lnTo>
                    <a:lnTo>
                      <a:pt x="1015" y="392"/>
                    </a:lnTo>
                    <a:lnTo>
                      <a:pt x="1015" y="396"/>
                    </a:lnTo>
                    <a:lnTo>
                      <a:pt x="1015" y="399"/>
                    </a:lnTo>
                    <a:lnTo>
                      <a:pt x="1017" y="400"/>
                    </a:lnTo>
                    <a:lnTo>
                      <a:pt x="1020" y="400"/>
                    </a:lnTo>
                    <a:lnTo>
                      <a:pt x="1023" y="401"/>
                    </a:lnTo>
                    <a:lnTo>
                      <a:pt x="1024" y="404"/>
                    </a:lnTo>
                    <a:lnTo>
                      <a:pt x="1025" y="406"/>
                    </a:lnTo>
                    <a:lnTo>
                      <a:pt x="1026" y="408"/>
                    </a:lnTo>
                    <a:lnTo>
                      <a:pt x="1027" y="411"/>
                    </a:lnTo>
                    <a:close/>
                  </a:path>
                </a:pathLst>
              </a:custGeom>
              <a:solidFill>
                <a:srgbClr val="DA9FC0">
                  <a:alpha val="24000"/>
                </a:srgbClr>
              </a:solidFill>
              <a:ln>
                <a:noFill/>
              </a:ln>
            </p:spPr>
            <p:txBody>
              <a:bodyPr anchor="ctr"/>
              <a:lstStyle/>
              <a:p>
                <a:pPr algn="ctr">
                  <a:buNone/>
                </a:pPr>
              </a:p>
            </p:txBody>
          </p:sp>
          <p:sp>
            <p:nvSpPr>
              <p:cNvPr id="7716" name="addition:spatial:205">
                <a:extLst>
                  <a:ext uri="{FF2B5EF4-FFF2-40B4-BE49-F238E27FC236}">
                    <ns2:creationId id="{F345EAB5-A4C4-4044-9A1A-15291B7B483F}"/>
                  </a:ext>
                </a:extLst>
              </p:cNvPr>
              <p:cNvSpPr>
                <a:spLocks noGrp="1"/>
              </p:cNvSpPr>
              <p:nvPr/>
            </p:nvSpPr>
            <p:spPr>
              <a:xfrm>
                <a:off x="5648325" y="1666875"/>
                <a:ext cx="1336487" cy="637748"/>
              </a:xfrm>
              <a:custGeom>
                <a:rect l="l" t="t" r="r" b="b"/>
                <a:pathLst>
                  <a:path w="1008" h="377">
                    <a:moveTo>
                      <a:pt x="0" y="0"/>
                    </a:moveTo>
                    <a:moveTo>
                      <a:pt x="1006" y="351"/>
                    </a:moveTo>
                    <a:lnTo>
                      <a:pt x="1006" y="353"/>
                    </a:lnTo>
                    <a:lnTo>
                      <a:pt x="1005" y="355"/>
                    </a:lnTo>
                    <a:lnTo>
                      <a:pt x="1004" y="357"/>
                    </a:lnTo>
                    <a:lnTo>
                      <a:pt x="1002" y="359"/>
                    </a:lnTo>
                    <a:lnTo>
                      <a:pt x="1001" y="361"/>
                    </a:lnTo>
                    <a:lnTo>
                      <a:pt x="1000" y="363"/>
                    </a:lnTo>
                    <a:lnTo>
                      <a:pt x="999" y="365"/>
                    </a:lnTo>
                    <a:lnTo>
                      <a:pt x="998" y="366"/>
                    </a:lnTo>
                    <a:lnTo>
                      <a:pt x="996" y="367"/>
                    </a:lnTo>
                    <a:lnTo>
                      <a:pt x="995" y="368"/>
                    </a:lnTo>
                    <a:lnTo>
                      <a:pt x="994" y="371"/>
                    </a:lnTo>
                    <a:lnTo>
                      <a:pt x="993" y="375"/>
                    </a:lnTo>
                    <a:lnTo>
                      <a:pt x="992" y="377"/>
                    </a:lnTo>
                    <a:lnTo>
                      <a:pt x="989" y="377"/>
                    </a:lnTo>
                    <a:lnTo>
                      <a:pt x="987" y="375"/>
                    </a:lnTo>
                    <a:lnTo>
                      <a:pt x="985" y="373"/>
                    </a:lnTo>
                    <a:lnTo>
                      <a:pt x="983" y="372"/>
                    </a:lnTo>
                    <a:lnTo>
                      <a:pt x="982" y="372"/>
                    </a:lnTo>
                    <a:lnTo>
                      <a:pt x="980" y="373"/>
                    </a:lnTo>
                    <a:lnTo>
                      <a:pt x="979" y="373"/>
                    </a:lnTo>
                    <a:lnTo>
                      <a:pt x="977" y="372"/>
                    </a:lnTo>
                    <a:lnTo>
                      <a:pt x="976" y="372"/>
                    </a:lnTo>
                    <a:lnTo>
                      <a:pt x="974" y="373"/>
                    </a:lnTo>
                    <a:lnTo>
                      <a:pt x="972" y="373"/>
                    </a:lnTo>
                    <a:lnTo>
                      <a:pt x="970" y="371"/>
                    </a:lnTo>
                    <a:lnTo>
                      <a:pt x="970" y="369"/>
                    </a:lnTo>
                    <a:lnTo>
                      <a:pt x="970" y="366"/>
                    </a:lnTo>
                    <a:lnTo>
                      <a:pt x="969" y="365"/>
                    </a:lnTo>
                    <a:lnTo>
                      <a:pt x="967" y="364"/>
                    </a:lnTo>
                    <a:lnTo>
                      <a:pt x="965" y="362"/>
                    </a:lnTo>
                    <a:lnTo>
                      <a:pt x="965" y="360"/>
                    </a:lnTo>
                    <a:lnTo>
                      <a:pt x="966" y="357"/>
                    </a:lnTo>
                    <a:lnTo>
                      <a:pt x="967" y="355"/>
                    </a:lnTo>
                    <a:lnTo>
                      <a:pt x="968" y="353"/>
                    </a:lnTo>
                    <a:lnTo>
                      <a:pt x="967" y="351"/>
                    </a:lnTo>
                    <a:lnTo>
                      <a:pt x="965" y="349"/>
                    </a:lnTo>
                    <a:lnTo>
                      <a:pt x="964" y="347"/>
                    </a:lnTo>
                    <a:lnTo>
                      <a:pt x="963" y="344"/>
                    </a:lnTo>
                    <a:lnTo>
                      <a:pt x="963" y="342"/>
                    </a:lnTo>
                    <a:lnTo>
                      <a:pt x="963" y="339"/>
                    </a:lnTo>
                    <a:lnTo>
                      <a:pt x="963" y="337"/>
                    </a:lnTo>
                    <a:lnTo>
                      <a:pt x="964" y="335"/>
                    </a:lnTo>
                    <a:lnTo>
                      <a:pt x="967" y="335"/>
                    </a:lnTo>
                    <a:lnTo>
                      <a:pt x="969" y="335"/>
                    </a:lnTo>
                    <a:lnTo>
                      <a:pt x="971" y="335"/>
                    </a:lnTo>
                    <a:lnTo>
                      <a:pt x="972" y="333"/>
                    </a:lnTo>
                    <a:lnTo>
                      <a:pt x="973" y="331"/>
                    </a:lnTo>
                    <a:lnTo>
                      <a:pt x="974" y="328"/>
                    </a:lnTo>
                    <a:lnTo>
                      <a:pt x="976" y="328"/>
                    </a:lnTo>
                    <a:lnTo>
                      <a:pt x="978" y="328"/>
                    </a:lnTo>
                    <a:lnTo>
                      <a:pt x="980" y="329"/>
                    </a:lnTo>
                    <a:lnTo>
                      <a:pt x="981" y="328"/>
                    </a:lnTo>
                    <a:lnTo>
                      <a:pt x="983" y="326"/>
                    </a:lnTo>
                    <a:lnTo>
                      <a:pt x="986" y="325"/>
                    </a:lnTo>
                    <a:lnTo>
                      <a:pt x="988" y="325"/>
                    </a:lnTo>
                    <a:lnTo>
                      <a:pt x="990" y="326"/>
                    </a:lnTo>
                    <a:lnTo>
                      <a:pt x="992" y="328"/>
                    </a:lnTo>
                    <a:lnTo>
                      <a:pt x="994" y="329"/>
                    </a:lnTo>
                    <a:lnTo>
                      <a:pt x="996" y="331"/>
                    </a:lnTo>
                    <a:lnTo>
                      <a:pt x="997" y="333"/>
                    </a:lnTo>
                    <a:lnTo>
                      <a:pt x="997" y="336"/>
                    </a:lnTo>
                    <a:lnTo>
                      <a:pt x="998" y="338"/>
                    </a:lnTo>
                    <a:lnTo>
                      <a:pt x="999" y="339"/>
                    </a:lnTo>
                    <a:lnTo>
                      <a:pt x="1003" y="339"/>
                    </a:lnTo>
                    <a:lnTo>
                      <a:pt x="1006" y="340"/>
                    </a:lnTo>
                    <a:lnTo>
                      <a:pt x="1008" y="341"/>
                    </a:lnTo>
                    <a:lnTo>
                      <a:pt x="1008" y="344"/>
                    </a:lnTo>
                    <a:lnTo>
                      <a:pt x="1007" y="346"/>
                    </a:lnTo>
                    <a:lnTo>
                      <a:pt x="1006" y="349"/>
                    </a:lnTo>
                    <a:close/>
                  </a:path>
                </a:pathLst>
              </a:custGeom>
              <a:solidFill>
                <a:srgbClr val="DA9FC0">
                  <a:alpha val="24000"/>
                </a:srgbClr>
              </a:solidFill>
              <a:ln>
                <a:noFill/>
              </a:ln>
            </p:spPr>
            <p:txBody>
              <a:bodyPr anchor="ctr"/>
              <a:lstStyle/>
              <a:p>
                <a:pPr algn="ctr">
                  <a:buNone/>
                </a:pPr>
              </a:p>
            </p:txBody>
          </p:sp>
          <p:sp>
            <p:nvSpPr>
              <p:cNvPr id="7717" name="addition:spatial:206">
                <a:extLst>
                  <a:ext uri="{FF2B5EF4-FFF2-40B4-BE49-F238E27FC236}">
                    <ns2:creationId id="{E7AD33AC-A3D3-4EB7-A0B9-91AA524BEBBC}"/>
                  </a:ext>
                </a:extLst>
              </p:cNvPr>
              <p:cNvSpPr>
                <a:spLocks noGrp="1"/>
              </p:cNvSpPr>
              <p:nvPr/>
            </p:nvSpPr>
            <p:spPr>
              <a:xfrm>
                <a:off x="5648325" y="1666875"/>
                <a:ext cx="1386870" cy="539633"/>
              </a:xfrm>
              <a:custGeom>
                <a:rect l="l" t="t" r="r" b="b"/>
                <a:pathLst>
                  <a:path w="1046" h="319">
                    <a:moveTo>
                      <a:pt x="0" y="0"/>
                    </a:moveTo>
                    <a:moveTo>
                      <a:pt x="1044" y="295"/>
                    </a:moveTo>
                    <a:lnTo>
                      <a:pt x="1043" y="297"/>
                    </a:lnTo>
                    <a:lnTo>
                      <a:pt x="1041" y="299"/>
                    </a:lnTo>
                    <a:lnTo>
                      <a:pt x="1038" y="300"/>
                    </a:lnTo>
                    <a:lnTo>
                      <a:pt x="1037" y="302"/>
                    </a:lnTo>
                    <a:lnTo>
                      <a:pt x="1038" y="304"/>
                    </a:lnTo>
                    <a:lnTo>
                      <a:pt x="1040" y="307"/>
                    </a:lnTo>
                    <a:lnTo>
                      <a:pt x="1041" y="311"/>
                    </a:lnTo>
                    <a:lnTo>
                      <a:pt x="1040" y="313"/>
                    </a:lnTo>
                    <a:lnTo>
                      <a:pt x="1037" y="314"/>
                    </a:lnTo>
                    <a:lnTo>
                      <a:pt x="1034" y="314"/>
                    </a:lnTo>
                    <a:lnTo>
                      <a:pt x="1031" y="315"/>
                    </a:lnTo>
                    <a:lnTo>
                      <a:pt x="1029" y="315"/>
                    </a:lnTo>
                    <a:lnTo>
                      <a:pt x="1028" y="316"/>
                    </a:lnTo>
                    <a:lnTo>
                      <a:pt x="1025" y="317"/>
                    </a:lnTo>
                    <a:lnTo>
                      <a:pt x="1023" y="316"/>
                    </a:lnTo>
                    <a:lnTo>
                      <a:pt x="1021" y="317"/>
                    </a:lnTo>
                    <a:lnTo>
                      <a:pt x="1019" y="318"/>
                    </a:lnTo>
                    <a:lnTo>
                      <a:pt x="1017" y="319"/>
                    </a:lnTo>
                    <a:lnTo>
                      <a:pt x="1015" y="319"/>
                    </a:lnTo>
                    <a:lnTo>
                      <a:pt x="1013" y="318"/>
                    </a:lnTo>
                    <a:lnTo>
                      <a:pt x="1011" y="317"/>
                    </a:lnTo>
                    <a:lnTo>
                      <a:pt x="1008" y="316"/>
                    </a:lnTo>
                    <a:lnTo>
                      <a:pt x="1005" y="317"/>
                    </a:lnTo>
                    <a:lnTo>
                      <a:pt x="1001" y="318"/>
                    </a:lnTo>
                    <a:lnTo>
                      <a:pt x="998" y="317"/>
                    </a:lnTo>
                    <a:lnTo>
                      <a:pt x="997" y="314"/>
                    </a:lnTo>
                    <a:lnTo>
                      <a:pt x="998" y="310"/>
                    </a:lnTo>
                    <a:lnTo>
                      <a:pt x="998" y="307"/>
                    </a:lnTo>
                    <a:lnTo>
                      <a:pt x="997" y="305"/>
                    </a:lnTo>
                    <a:lnTo>
                      <a:pt x="995" y="304"/>
                    </a:lnTo>
                    <a:lnTo>
                      <a:pt x="993" y="302"/>
                    </a:lnTo>
                    <a:lnTo>
                      <a:pt x="991" y="301"/>
                    </a:lnTo>
                    <a:lnTo>
                      <a:pt x="989" y="299"/>
                    </a:lnTo>
                    <a:lnTo>
                      <a:pt x="987" y="297"/>
                    </a:lnTo>
                    <a:lnTo>
                      <a:pt x="984" y="295"/>
                    </a:lnTo>
                    <a:lnTo>
                      <a:pt x="983" y="292"/>
                    </a:lnTo>
                    <a:lnTo>
                      <a:pt x="984" y="290"/>
                    </a:lnTo>
                    <a:lnTo>
                      <a:pt x="987" y="288"/>
                    </a:lnTo>
                    <a:lnTo>
                      <a:pt x="990" y="286"/>
                    </a:lnTo>
                    <a:lnTo>
                      <a:pt x="990" y="285"/>
                    </a:lnTo>
                    <a:lnTo>
                      <a:pt x="990" y="282"/>
                    </a:lnTo>
                    <a:lnTo>
                      <a:pt x="991" y="280"/>
                    </a:lnTo>
                    <a:lnTo>
                      <a:pt x="993" y="278"/>
                    </a:lnTo>
                    <a:lnTo>
                      <a:pt x="997" y="278"/>
                    </a:lnTo>
                    <a:lnTo>
                      <a:pt x="1000" y="278"/>
                    </a:lnTo>
                    <a:lnTo>
                      <a:pt x="1002" y="277"/>
                    </a:lnTo>
                    <a:lnTo>
                      <a:pt x="1004" y="275"/>
                    </a:lnTo>
                    <a:lnTo>
                      <a:pt x="1005" y="272"/>
                    </a:lnTo>
                    <a:lnTo>
                      <a:pt x="1008" y="270"/>
                    </a:lnTo>
                    <a:lnTo>
                      <a:pt x="1011" y="269"/>
                    </a:lnTo>
                    <a:lnTo>
                      <a:pt x="1014" y="268"/>
                    </a:lnTo>
                    <a:lnTo>
                      <a:pt x="1017" y="267"/>
                    </a:lnTo>
                    <a:lnTo>
                      <a:pt x="1020" y="267"/>
                    </a:lnTo>
                    <a:lnTo>
                      <a:pt x="1023" y="269"/>
                    </a:lnTo>
                    <a:lnTo>
                      <a:pt x="1025" y="272"/>
                    </a:lnTo>
                    <a:lnTo>
                      <a:pt x="1027" y="275"/>
                    </a:lnTo>
                    <a:lnTo>
                      <a:pt x="1029" y="276"/>
                    </a:lnTo>
                    <a:lnTo>
                      <a:pt x="1031" y="276"/>
                    </a:lnTo>
                    <a:lnTo>
                      <a:pt x="1035" y="275"/>
                    </a:lnTo>
                    <a:lnTo>
                      <a:pt x="1038" y="275"/>
                    </a:lnTo>
                    <a:lnTo>
                      <a:pt x="1040" y="276"/>
                    </a:lnTo>
                    <a:lnTo>
                      <a:pt x="1040" y="278"/>
                    </a:lnTo>
                    <a:lnTo>
                      <a:pt x="1041" y="280"/>
                    </a:lnTo>
                    <a:lnTo>
                      <a:pt x="1043" y="282"/>
                    </a:lnTo>
                    <a:lnTo>
                      <a:pt x="1045" y="283"/>
                    </a:lnTo>
                    <a:lnTo>
                      <a:pt x="1046" y="285"/>
                    </a:lnTo>
                    <a:lnTo>
                      <a:pt x="1046" y="288"/>
                    </a:lnTo>
                    <a:lnTo>
                      <a:pt x="1045" y="290"/>
                    </a:lnTo>
                    <a:lnTo>
                      <a:pt x="1045" y="292"/>
                    </a:lnTo>
                    <a:close/>
                  </a:path>
                </a:pathLst>
              </a:custGeom>
              <a:solidFill>
                <a:srgbClr val="DA9FC0">
                  <a:alpha val="24000"/>
                </a:srgbClr>
              </a:solidFill>
              <a:ln>
                <a:noFill/>
              </a:ln>
            </p:spPr>
            <p:txBody>
              <a:bodyPr anchor="ctr"/>
              <a:lstStyle/>
              <a:p>
                <a:pPr algn="ctr">
                  <a:buNone/>
                </a:pPr>
              </a:p>
            </p:txBody>
          </p:sp>
          <p:sp>
            <p:nvSpPr>
              <p:cNvPr id="7718" name="addition:spatial:207">
                <a:extLst>
                  <a:ext uri="{FF2B5EF4-FFF2-40B4-BE49-F238E27FC236}">
                    <ns2:creationId id="{D2433AC4-02C5-4E10-AC73-6E9397B10037}"/>
                  </a:ext>
                </a:extLst>
              </p:cNvPr>
              <p:cNvSpPr>
                <a:spLocks noGrp="1"/>
              </p:cNvSpPr>
              <p:nvPr/>
            </p:nvSpPr>
            <p:spPr>
              <a:xfrm>
                <a:off x="5648325" y="1666875"/>
                <a:ext cx="1479682" cy="502417"/>
              </a:xfrm>
              <a:custGeom>
                <a:rect l="l" t="t" r="r" b="b"/>
                <a:pathLst>
                  <a:path w="1116" h="297">
                    <a:moveTo>
                      <a:pt x="0" y="0"/>
                    </a:moveTo>
                    <a:moveTo>
                      <a:pt x="1114" y="274"/>
                    </a:moveTo>
                    <a:lnTo>
                      <a:pt x="1112" y="276"/>
                    </a:lnTo>
                    <a:lnTo>
                      <a:pt x="1112" y="278"/>
                    </a:lnTo>
                    <a:lnTo>
                      <a:pt x="1112" y="280"/>
                    </a:lnTo>
                    <a:lnTo>
                      <a:pt x="1112" y="282"/>
                    </a:lnTo>
                    <a:lnTo>
                      <a:pt x="1110" y="284"/>
                    </a:lnTo>
                    <a:lnTo>
                      <a:pt x="1107" y="285"/>
                    </a:lnTo>
                    <a:lnTo>
                      <a:pt x="1105" y="286"/>
                    </a:lnTo>
                    <a:lnTo>
                      <a:pt x="1104" y="287"/>
                    </a:lnTo>
                    <a:lnTo>
                      <a:pt x="1104" y="290"/>
                    </a:lnTo>
                    <a:lnTo>
                      <a:pt x="1104" y="293"/>
                    </a:lnTo>
                    <a:lnTo>
                      <a:pt x="1103" y="296"/>
                    </a:lnTo>
                    <a:lnTo>
                      <a:pt x="1100" y="297"/>
                    </a:lnTo>
                    <a:lnTo>
                      <a:pt x="1098" y="297"/>
                    </a:lnTo>
                    <a:lnTo>
                      <a:pt x="1096" y="297"/>
                    </a:lnTo>
                    <a:lnTo>
                      <a:pt x="1094" y="297"/>
                    </a:lnTo>
                    <a:lnTo>
                      <a:pt x="1092" y="296"/>
                    </a:lnTo>
                    <a:lnTo>
                      <a:pt x="1090" y="295"/>
                    </a:lnTo>
                    <a:lnTo>
                      <a:pt x="1088" y="293"/>
                    </a:lnTo>
                    <a:lnTo>
                      <a:pt x="1087" y="293"/>
                    </a:lnTo>
                    <a:lnTo>
                      <a:pt x="1085" y="295"/>
                    </a:lnTo>
                    <a:lnTo>
                      <a:pt x="1083" y="297"/>
                    </a:lnTo>
                    <a:lnTo>
                      <a:pt x="1081" y="297"/>
                    </a:lnTo>
                    <a:lnTo>
                      <a:pt x="1079" y="296"/>
                    </a:lnTo>
                    <a:lnTo>
                      <a:pt x="1079" y="293"/>
                    </a:lnTo>
                    <a:lnTo>
                      <a:pt x="1078" y="292"/>
                    </a:lnTo>
                    <a:lnTo>
                      <a:pt x="1076" y="291"/>
                    </a:lnTo>
                    <a:lnTo>
                      <a:pt x="1074" y="290"/>
                    </a:lnTo>
                    <a:lnTo>
                      <a:pt x="1072" y="289"/>
                    </a:lnTo>
                    <a:lnTo>
                      <a:pt x="1071" y="287"/>
                    </a:lnTo>
                    <a:lnTo>
                      <a:pt x="1072" y="284"/>
                    </a:lnTo>
                    <a:lnTo>
                      <a:pt x="1072" y="282"/>
                    </a:lnTo>
                    <a:lnTo>
                      <a:pt x="1072" y="280"/>
                    </a:lnTo>
                    <a:lnTo>
                      <a:pt x="1071" y="278"/>
                    </a:lnTo>
                    <a:lnTo>
                      <a:pt x="1071" y="276"/>
                    </a:lnTo>
                    <a:lnTo>
                      <a:pt x="1071" y="274"/>
                    </a:lnTo>
                    <a:lnTo>
                      <a:pt x="1071" y="272"/>
                    </a:lnTo>
                    <a:lnTo>
                      <a:pt x="1069" y="270"/>
                    </a:lnTo>
                    <a:lnTo>
                      <a:pt x="1066" y="267"/>
                    </a:lnTo>
                    <a:lnTo>
                      <a:pt x="1065" y="265"/>
                    </a:lnTo>
                    <a:lnTo>
                      <a:pt x="1066" y="263"/>
                    </a:lnTo>
                    <a:lnTo>
                      <a:pt x="1069" y="262"/>
                    </a:lnTo>
                    <a:lnTo>
                      <a:pt x="1071" y="261"/>
                    </a:lnTo>
                    <a:lnTo>
                      <a:pt x="1073" y="260"/>
                    </a:lnTo>
                    <a:lnTo>
                      <a:pt x="1074" y="259"/>
                    </a:lnTo>
                    <a:lnTo>
                      <a:pt x="1075" y="257"/>
                    </a:lnTo>
                    <a:lnTo>
                      <a:pt x="1076" y="256"/>
                    </a:lnTo>
                    <a:lnTo>
                      <a:pt x="1078" y="255"/>
                    </a:lnTo>
                    <a:lnTo>
                      <a:pt x="1080" y="255"/>
                    </a:lnTo>
                    <a:lnTo>
                      <a:pt x="1082" y="254"/>
                    </a:lnTo>
                    <a:lnTo>
                      <a:pt x="1084" y="252"/>
                    </a:lnTo>
                    <a:lnTo>
                      <a:pt x="1086" y="251"/>
                    </a:lnTo>
                    <a:lnTo>
                      <a:pt x="1088" y="251"/>
                    </a:lnTo>
                    <a:lnTo>
                      <a:pt x="1090" y="251"/>
                    </a:lnTo>
                    <a:lnTo>
                      <a:pt x="1093" y="251"/>
                    </a:lnTo>
                    <a:lnTo>
                      <a:pt x="1095" y="250"/>
                    </a:lnTo>
                    <a:lnTo>
                      <a:pt x="1098" y="249"/>
                    </a:lnTo>
                    <a:lnTo>
                      <a:pt x="1100" y="251"/>
                    </a:lnTo>
                    <a:lnTo>
                      <a:pt x="1102" y="254"/>
                    </a:lnTo>
                    <a:lnTo>
                      <a:pt x="1102" y="257"/>
                    </a:lnTo>
                    <a:lnTo>
                      <a:pt x="1103" y="260"/>
                    </a:lnTo>
                    <a:lnTo>
                      <a:pt x="1104" y="261"/>
                    </a:lnTo>
                    <a:lnTo>
                      <a:pt x="1107" y="261"/>
                    </a:lnTo>
                    <a:lnTo>
                      <a:pt x="1110" y="261"/>
                    </a:lnTo>
                    <a:lnTo>
                      <a:pt x="1112" y="262"/>
                    </a:lnTo>
                    <a:lnTo>
                      <a:pt x="1113" y="264"/>
                    </a:lnTo>
                    <a:lnTo>
                      <a:pt x="1114" y="266"/>
                    </a:lnTo>
                    <a:lnTo>
                      <a:pt x="1116" y="268"/>
                    </a:lnTo>
                    <a:lnTo>
                      <a:pt x="1116" y="270"/>
                    </a:lnTo>
                    <a:lnTo>
                      <a:pt x="1115" y="272"/>
                    </a:lnTo>
                    <a:close/>
                  </a:path>
                </a:pathLst>
              </a:custGeom>
              <a:solidFill>
                <a:srgbClr val="DA9FC0">
                  <a:alpha val="24000"/>
                </a:srgbClr>
              </a:solidFill>
              <a:ln>
                <a:noFill/>
              </a:ln>
            </p:spPr>
            <p:txBody>
              <a:bodyPr anchor="ctr"/>
              <a:lstStyle/>
              <a:p>
                <a:pPr algn="ctr">
                  <a:buNone/>
                </a:pPr>
              </a:p>
            </p:txBody>
          </p:sp>
          <p:sp>
            <p:nvSpPr>
              <p:cNvPr id="7719" name="addition:spatial:208">
                <a:extLst>
                  <a:ext uri="{FF2B5EF4-FFF2-40B4-BE49-F238E27FC236}">
                    <ns2:creationId id="{D0235368-6A8B-44AF-95A8-D8127AA50675}"/>
                  </a:ext>
                </a:extLst>
              </p:cNvPr>
              <p:cNvSpPr>
                <a:spLocks noGrp="1"/>
              </p:cNvSpPr>
              <p:nvPr/>
            </p:nvSpPr>
            <p:spPr>
              <a:xfrm>
                <a:off x="5648325" y="1666875"/>
                <a:ext cx="1577797" cy="559933"/>
              </a:xfrm>
              <a:custGeom>
                <a:rect l="l" t="t" r="r" b="b"/>
                <a:pathLst>
                  <a:path w="1190" h="331">
                    <a:moveTo>
                      <a:pt x="0" y="0"/>
                    </a:moveTo>
                    <a:moveTo>
                      <a:pt x="1186" y="303"/>
                    </a:moveTo>
                    <a:lnTo>
                      <a:pt x="1185" y="305"/>
                    </a:lnTo>
                    <a:lnTo>
                      <a:pt x="1187" y="307"/>
                    </a:lnTo>
                    <a:lnTo>
                      <a:pt x="1189" y="310"/>
                    </a:lnTo>
                    <a:lnTo>
                      <a:pt x="1190" y="313"/>
                    </a:lnTo>
                    <a:lnTo>
                      <a:pt x="1190" y="315"/>
                    </a:lnTo>
                    <a:lnTo>
                      <a:pt x="1188" y="317"/>
                    </a:lnTo>
                    <a:lnTo>
                      <a:pt x="1185" y="318"/>
                    </a:lnTo>
                    <a:lnTo>
                      <a:pt x="1183" y="319"/>
                    </a:lnTo>
                    <a:lnTo>
                      <a:pt x="1181" y="320"/>
                    </a:lnTo>
                    <a:lnTo>
                      <a:pt x="1179" y="320"/>
                    </a:lnTo>
                    <a:lnTo>
                      <a:pt x="1176" y="321"/>
                    </a:lnTo>
                    <a:lnTo>
                      <a:pt x="1174" y="321"/>
                    </a:lnTo>
                    <a:lnTo>
                      <a:pt x="1173" y="323"/>
                    </a:lnTo>
                    <a:lnTo>
                      <a:pt x="1172" y="327"/>
                    </a:lnTo>
                    <a:lnTo>
                      <a:pt x="1170" y="330"/>
                    </a:lnTo>
                    <a:lnTo>
                      <a:pt x="1167" y="331"/>
                    </a:lnTo>
                    <a:lnTo>
                      <a:pt x="1164" y="330"/>
                    </a:lnTo>
                    <a:lnTo>
                      <a:pt x="1161" y="328"/>
                    </a:lnTo>
                    <a:lnTo>
                      <a:pt x="1159" y="327"/>
                    </a:lnTo>
                    <a:lnTo>
                      <a:pt x="1156" y="327"/>
                    </a:lnTo>
                    <a:lnTo>
                      <a:pt x="1153" y="327"/>
                    </a:lnTo>
                    <a:lnTo>
                      <a:pt x="1151" y="327"/>
                    </a:lnTo>
                    <a:lnTo>
                      <a:pt x="1149" y="325"/>
                    </a:lnTo>
                    <a:lnTo>
                      <a:pt x="1147" y="322"/>
                    </a:lnTo>
                    <a:lnTo>
                      <a:pt x="1146" y="320"/>
                    </a:lnTo>
                    <a:lnTo>
                      <a:pt x="1144" y="319"/>
                    </a:lnTo>
                    <a:lnTo>
                      <a:pt x="1142" y="318"/>
                    </a:lnTo>
                    <a:lnTo>
                      <a:pt x="1140" y="317"/>
                    </a:lnTo>
                    <a:lnTo>
                      <a:pt x="1139" y="315"/>
                    </a:lnTo>
                    <a:lnTo>
                      <a:pt x="1137" y="313"/>
                    </a:lnTo>
                    <a:lnTo>
                      <a:pt x="1135" y="312"/>
                    </a:lnTo>
                    <a:lnTo>
                      <a:pt x="1132" y="310"/>
                    </a:lnTo>
                    <a:lnTo>
                      <a:pt x="1131" y="308"/>
                    </a:lnTo>
                    <a:lnTo>
                      <a:pt x="1133" y="305"/>
                    </a:lnTo>
                    <a:lnTo>
                      <a:pt x="1136" y="303"/>
                    </a:lnTo>
                    <a:lnTo>
                      <a:pt x="1140" y="301"/>
                    </a:lnTo>
                    <a:lnTo>
                      <a:pt x="1141" y="299"/>
                    </a:lnTo>
                    <a:lnTo>
                      <a:pt x="1141" y="297"/>
                    </a:lnTo>
                    <a:lnTo>
                      <a:pt x="1140" y="294"/>
                    </a:lnTo>
                    <a:lnTo>
                      <a:pt x="1141" y="292"/>
                    </a:lnTo>
                    <a:lnTo>
                      <a:pt x="1142" y="290"/>
                    </a:lnTo>
                    <a:lnTo>
                      <a:pt x="1144" y="288"/>
                    </a:lnTo>
                    <a:lnTo>
                      <a:pt x="1145" y="286"/>
                    </a:lnTo>
                    <a:lnTo>
                      <a:pt x="1145" y="284"/>
                    </a:lnTo>
                    <a:lnTo>
                      <a:pt x="1147" y="282"/>
                    </a:lnTo>
                    <a:lnTo>
                      <a:pt x="1149" y="281"/>
                    </a:lnTo>
                    <a:lnTo>
                      <a:pt x="1152" y="281"/>
                    </a:lnTo>
                    <a:lnTo>
                      <a:pt x="1154" y="279"/>
                    </a:lnTo>
                    <a:lnTo>
                      <a:pt x="1155" y="278"/>
                    </a:lnTo>
                    <a:lnTo>
                      <a:pt x="1157" y="277"/>
                    </a:lnTo>
                    <a:lnTo>
                      <a:pt x="1160" y="277"/>
                    </a:lnTo>
                    <a:lnTo>
                      <a:pt x="1162" y="279"/>
                    </a:lnTo>
                    <a:lnTo>
                      <a:pt x="1163" y="282"/>
                    </a:lnTo>
                    <a:lnTo>
                      <a:pt x="1165" y="283"/>
                    </a:lnTo>
                    <a:lnTo>
                      <a:pt x="1167" y="281"/>
                    </a:lnTo>
                    <a:lnTo>
                      <a:pt x="1169" y="279"/>
                    </a:lnTo>
                    <a:lnTo>
                      <a:pt x="1172" y="278"/>
                    </a:lnTo>
                    <a:lnTo>
                      <a:pt x="1174" y="278"/>
                    </a:lnTo>
                    <a:lnTo>
                      <a:pt x="1176" y="280"/>
                    </a:lnTo>
                    <a:lnTo>
                      <a:pt x="1178" y="282"/>
                    </a:lnTo>
                    <a:lnTo>
                      <a:pt x="1179" y="283"/>
                    </a:lnTo>
                    <a:lnTo>
                      <a:pt x="1180" y="285"/>
                    </a:lnTo>
                    <a:lnTo>
                      <a:pt x="1181" y="288"/>
                    </a:lnTo>
                    <a:lnTo>
                      <a:pt x="1180" y="291"/>
                    </a:lnTo>
                    <a:lnTo>
                      <a:pt x="1181" y="293"/>
                    </a:lnTo>
                    <a:lnTo>
                      <a:pt x="1182" y="295"/>
                    </a:lnTo>
                    <a:lnTo>
                      <a:pt x="1185" y="296"/>
                    </a:lnTo>
                    <a:lnTo>
                      <a:pt x="1187" y="298"/>
                    </a:lnTo>
                    <a:lnTo>
                      <a:pt x="1187" y="300"/>
                    </a:lnTo>
                    <a:close/>
                  </a:path>
                </a:pathLst>
              </a:custGeom>
              <a:solidFill>
                <a:srgbClr val="DA9FC0">
                  <a:alpha val="24000"/>
                </a:srgbClr>
              </a:solidFill>
              <a:ln>
                <a:noFill/>
              </a:ln>
            </p:spPr>
            <p:txBody>
              <a:bodyPr anchor="ctr"/>
              <a:lstStyle/>
              <a:p>
                <a:pPr algn="ctr">
                  <a:buNone/>
                </a:pPr>
              </a:p>
            </p:txBody>
          </p:sp>
          <p:sp>
            <p:nvSpPr>
              <p:cNvPr id="7720" name="addition:spatial:209">
                <a:extLst>
                  <a:ext uri="{FF2B5EF4-FFF2-40B4-BE49-F238E27FC236}">
                    <ns2:creationId id="{BF306446-BAAE-4FAA-B2FF-3169B53C6F36}"/>
                  </a:ext>
                </a:extLst>
              </p:cNvPr>
              <p:cNvSpPr>
                <a:spLocks noGrp="1"/>
              </p:cNvSpPr>
              <p:nvPr/>
            </p:nvSpPr>
            <p:spPr>
              <a:xfrm>
                <a:off x="5648325" y="1666875"/>
                <a:ext cx="1284778" cy="1527551"/>
              </a:xfrm>
              <a:custGeom>
                <a:rect l="l" t="t" r="r" b="b"/>
                <a:pathLst>
                  <a:path w="969" h="903">
                    <a:moveTo>
                      <a:pt x="0" y="0"/>
                    </a:moveTo>
                    <a:moveTo>
                      <a:pt x="107" y="321"/>
                    </a:moveTo>
                    <a:lnTo>
                      <a:pt x="969" y="321"/>
                    </a:lnTo>
                    <a:lnTo>
                      <a:pt x="969" y="903"/>
                    </a:lnTo>
                    <a:lnTo>
                      <a:pt x="107" y="817"/>
                    </a:lnTo>
                    <a:close/>
                  </a:path>
                </a:pathLst>
              </a:custGeom>
              <a:solidFill>
                <a:srgbClr val="EAF7FF">
                  <a:alpha val="6000"/>
                </a:srgbClr>
              </a:solidFill>
              <a:ln>
                <a:noFill/>
              </a:ln>
            </p:spPr>
            <p:txBody>
              <a:bodyPr anchor="ctr"/>
              <a:lstStyle/>
              <a:p>
                <a:pPr algn="ctr">
                  <a:buNone/>
                </a:pPr>
              </a:p>
            </p:txBody>
          </p:sp>
          <p:sp>
            <p:nvSpPr>
              <p:cNvPr id="7721" name="addition:spatial:210">
                <a:extLst>
                  <a:ext uri="{FF2B5EF4-FFF2-40B4-BE49-F238E27FC236}">
                    <ns2:creationId id="{A7903E79-476B-445B-B53E-AE624F5A4B18}"/>
                  </a:ext>
                </a:extLst>
              </p:cNvPr>
              <p:cNvSpPr>
                <a:spLocks noGrp="1"/>
              </p:cNvSpPr>
              <p:nvPr/>
            </p:nvSpPr>
            <p:spPr>
              <a:xfrm>
                <a:off x="5917744" y="2116513"/>
                <a:ext cx="0" cy="839053"/>
              </a:xfrm>
              <a:prstGeom prst="line">
                <a:avLst/>
              </a:prstGeom>
              <a:ln w="2199">
                <a:solidFill>
                  <a:srgbClr val="56A1CC">
                    <a:alpha val="22000"/>
                  </a:srgbClr>
                </a:solidFill>
              </a:ln>
            </p:spPr>
          </p:sp>
          <p:sp>
            <p:nvSpPr>
              <p:cNvPr id="7722" name="addition:spatial:211">
                <a:extLst>
                  <a:ext uri="{FF2B5EF4-FFF2-40B4-BE49-F238E27FC236}">
                    <ns2:creationId id="{DE036C1B-ED7F-4BD6-9015-EAD50C0C956A}"/>
                  </a:ext>
                </a:extLst>
              </p:cNvPr>
              <p:cNvSpPr>
                <a:spLocks noGrp="1"/>
              </p:cNvSpPr>
              <p:nvPr/>
            </p:nvSpPr>
            <p:spPr>
              <a:xfrm>
                <a:off x="7060652" y="2116513"/>
                <a:ext cx="0" cy="984534"/>
              </a:xfrm>
              <a:prstGeom prst="line">
                <a:avLst/>
              </a:prstGeom>
              <a:ln w="2199">
                <a:solidFill>
                  <a:srgbClr val="56A1CC">
                    <a:alpha val="28000"/>
                  </a:srgbClr>
                </a:solidFill>
              </a:ln>
            </p:spPr>
          </p:sp>
          <p:sp>
            <p:nvSpPr>
              <p:cNvPr id="7723" name="addition:spatial:212">
                <a:extLst>
                  <a:ext uri="{FF2B5EF4-FFF2-40B4-BE49-F238E27FC236}">
                    <ns2:creationId id="{ACA62DDF-D42E-4399-8FF4-F79AB4F43F23}"/>
                  </a:ext>
                </a:extLst>
              </p:cNvPr>
              <p:cNvSpPr>
                <a:spLocks noGrp="1"/>
              </p:cNvSpPr>
              <p:nvPr/>
            </p:nvSpPr>
            <p:spPr>
              <a:xfrm>
                <a:off x="5917744" y="2116513"/>
                <a:ext cx="1142909" cy="0"/>
              </a:xfrm>
              <a:prstGeom prst="line">
                <a:avLst/>
              </a:prstGeom>
              <a:ln w="2199">
                <a:solidFill>
                  <a:srgbClr val="56A1CC">
                    <a:alpha val="35000"/>
                  </a:srgbClr>
                </a:solidFill>
              </a:ln>
            </p:spPr>
          </p:sp>
          <p:sp>
            <p:nvSpPr>
              <p:cNvPr id="7724" name="addition:spatial:213">
                <a:extLst>
                  <a:ext uri="{FF2B5EF4-FFF2-40B4-BE49-F238E27FC236}">
                    <ns2:creationId id="{E0712B5B-E931-4B58-990C-D7A575DBB77D}"/>
                  </a:ext>
                </a:extLst>
              </p:cNvPr>
              <p:cNvSpPr>
                <a:spLocks noGrp="1"/>
              </p:cNvSpPr>
              <p:nvPr/>
            </p:nvSpPr>
            <p:spPr>
              <a:xfrm>
                <a:off x="6045293" y="2023134"/>
                <a:ext cx="0" cy="839053"/>
              </a:xfrm>
              <a:prstGeom prst="line">
                <a:avLst/>
              </a:prstGeom>
              <a:ln w="2199">
                <a:solidFill>
                  <a:srgbClr val="56A1CC">
                    <a:alpha val="22000"/>
                  </a:srgbClr>
                </a:solidFill>
              </a:ln>
            </p:spPr>
          </p:sp>
          <p:sp>
            <p:nvSpPr>
              <p:cNvPr id="7725" name="addition:spatial:214">
                <a:extLst>
                  <a:ext uri="{FF2B5EF4-FFF2-40B4-BE49-F238E27FC236}">
                    <ns2:creationId id="{21AF70A9-7096-450B-B462-0B6A0B3CBB6A}"/>
                  </a:ext>
                </a:extLst>
              </p:cNvPr>
              <p:cNvSpPr>
                <a:spLocks noGrp="1"/>
              </p:cNvSpPr>
              <p:nvPr/>
            </p:nvSpPr>
            <p:spPr>
              <a:xfrm>
                <a:off x="7188202" y="2023134"/>
                <a:ext cx="0" cy="984534"/>
              </a:xfrm>
              <a:prstGeom prst="line">
                <a:avLst/>
              </a:prstGeom>
              <a:ln w="2199">
                <a:solidFill>
                  <a:srgbClr val="56A1CC">
                    <a:alpha val="28000"/>
                  </a:srgbClr>
                </a:solidFill>
              </a:ln>
            </p:spPr>
          </p:sp>
          <p:sp>
            <p:nvSpPr>
              <p:cNvPr id="7726" name="addition:spatial:215">
                <a:extLst>
                  <a:ext uri="{FF2B5EF4-FFF2-40B4-BE49-F238E27FC236}">
                    <ns2:creationId id="{F1ECC819-2123-47A7-AAD1-FB45F97221B5}"/>
                  </a:ext>
                </a:extLst>
              </p:cNvPr>
              <p:cNvSpPr>
                <a:spLocks noGrp="1"/>
              </p:cNvSpPr>
              <p:nvPr/>
            </p:nvSpPr>
            <p:spPr>
              <a:xfrm>
                <a:off x="6045293" y="2023134"/>
                <a:ext cx="1142909" cy="0"/>
              </a:xfrm>
              <a:prstGeom prst="line">
                <a:avLst/>
              </a:prstGeom>
              <a:ln w="2199">
                <a:solidFill>
                  <a:srgbClr val="56A1CC">
                    <a:alpha val="35000"/>
                  </a:srgbClr>
                </a:solidFill>
              </a:ln>
            </p:spPr>
          </p:sp>
          <p:sp>
            <p:nvSpPr>
              <p:cNvPr id="7727" name="addition:spatial:216">
                <a:extLst>
                  <a:ext uri="{FF2B5EF4-FFF2-40B4-BE49-F238E27FC236}">
                    <ns2:creationId id="{3388E236-BF02-4324-BA1B-F1DB4E1878D8}"/>
                  </a:ext>
                </a:extLst>
              </p:cNvPr>
              <p:cNvSpPr>
                <a:spLocks noGrp="1"/>
              </p:cNvSpPr>
              <p:nvPr/>
            </p:nvSpPr>
            <p:spPr>
              <a:xfrm>
                <a:off x="6172843" y="1929756"/>
                <a:ext cx="0" cy="839053"/>
              </a:xfrm>
              <a:prstGeom prst="line">
                <a:avLst/>
              </a:prstGeom>
              <a:ln w="2199">
                <a:solidFill>
                  <a:srgbClr val="56A1CC">
                    <a:alpha val="22000"/>
                  </a:srgbClr>
                </a:solidFill>
              </a:ln>
            </p:spPr>
          </p:sp>
          <p:sp>
            <p:nvSpPr>
              <p:cNvPr id="7728" name="addition:spatial:217">
                <a:extLst>
                  <a:ext uri="{FF2B5EF4-FFF2-40B4-BE49-F238E27FC236}">
                    <ns2:creationId id="{A8766826-ACAF-41D1-8FB9-A03ED02E94FF}"/>
                  </a:ext>
                </a:extLst>
              </p:cNvPr>
              <p:cNvSpPr>
                <a:spLocks noGrp="1"/>
              </p:cNvSpPr>
              <p:nvPr/>
            </p:nvSpPr>
            <p:spPr>
              <a:xfrm>
                <a:off x="7315752" y="1929756"/>
                <a:ext cx="0" cy="984534"/>
              </a:xfrm>
              <a:prstGeom prst="line">
                <a:avLst/>
              </a:prstGeom>
              <a:ln w="2199">
                <a:solidFill>
                  <a:srgbClr val="56A1CC">
                    <a:alpha val="28000"/>
                  </a:srgbClr>
                </a:solidFill>
              </a:ln>
            </p:spPr>
          </p:sp>
          <p:sp>
            <p:nvSpPr>
              <p:cNvPr id="7729" name="addition:spatial:218">
                <a:extLst>
                  <a:ext uri="{FF2B5EF4-FFF2-40B4-BE49-F238E27FC236}">
                    <ns2:creationId id="{541A1A3A-7CC8-45AF-9002-3A965A147720}"/>
                  </a:ext>
                </a:extLst>
              </p:cNvPr>
              <p:cNvSpPr>
                <a:spLocks noGrp="1"/>
              </p:cNvSpPr>
              <p:nvPr/>
            </p:nvSpPr>
            <p:spPr>
              <a:xfrm>
                <a:off x="6172843" y="1929756"/>
                <a:ext cx="1142909" cy="0"/>
              </a:xfrm>
              <a:prstGeom prst="line">
                <a:avLst/>
              </a:prstGeom>
              <a:ln w="2199">
                <a:solidFill>
                  <a:srgbClr val="56A1CC">
                    <a:alpha val="35000"/>
                  </a:srgbClr>
                </a:solidFill>
              </a:ln>
            </p:spPr>
          </p:sp>
          <p:sp>
            <p:nvSpPr>
              <p:cNvPr id="7730" name="addition:spatial:219">
                <a:extLst>
                  <a:ext uri="{FF2B5EF4-FFF2-40B4-BE49-F238E27FC236}">
                    <ns2:creationId id="{94565430-FCCE-46FF-A07A-63BC67977318}"/>
                  </a:ext>
                </a:extLst>
              </p:cNvPr>
              <p:cNvSpPr>
                <a:spLocks noGrp="1"/>
              </p:cNvSpPr>
              <p:nvPr/>
            </p:nvSpPr>
            <p:spPr>
              <a:xfrm>
                <a:off x="6300393" y="1836377"/>
                <a:ext cx="0" cy="839053"/>
              </a:xfrm>
              <a:prstGeom prst="line">
                <a:avLst/>
              </a:prstGeom>
              <a:ln w="2199">
                <a:solidFill>
                  <a:srgbClr val="56A1CC">
                    <a:alpha val="22000"/>
                  </a:srgbClr>
                </a:solidFill>
              </a:ln>
            </p:spPr>
          </p:sp>
          <p:sp>
            <p:nvSpPr>
              <p:cNvPr id="7731" name="addition:spatial:220">
                <a:extLst>
                  <a:ext uri="{FF2B5EF4-FFF2-40B4-BE49-F238E27FC236}">
                    <ns2:creationId id="{E7578DF9-1F6A-4FCD-AA46-654D8DCA75A1}"/>
                  </a:ext>
                </a:extLst>
              </p:cNvPr>
              <p:cNvSpPr>
                <a:spLocks noGrp="1"/>
              </p:cNvSpPr>
              <p:nvPr/>
            </p:nvSpPr>
            <p:spPr>
              <a:xfrm>
                <a:off x="7443301" y="1836377"/>
                <a:ext cx="0" cy="984534"/>
              </a:xfrm>
              <a:prstGeom prst="line">
                <a:avLst/>
              </a:prstGeom>
              <a:ln w="2199">
                <a:solidFill>
                  <a:srgbClr val="56A1CC">
                    <a:alpha val="28000"/>
                  </a:srgbClr>
                </a:solidFill>
              </a:ln>
            </p:spPr>
          </p:sp>
          <p:sp>
            <p:nvSpPr>
              <p:cNvPr id="7732" name="addition:spatial:221">
                <a:extLst>
                  <a:ext uri="{FF2B5EF4-FFF2-40B4-BE49-F238E27FC236}">
                    <ns2:creationId id="{7E310CDF-EBC0-4CE8-819F-2F37248D1393}"/>
                  </a:ext>
                </a:extLst>
              </p:cNvPr>
              <p:cNvSpPr>
                <a:spLocks noGrp="1"/>
              </p:cNvSpPr>
              <p:nvPr/>
            </p:nvSpPr>
            <p:spPr>
              <a:xfrm>
                <a:off x="6300393" y="1836377"/>
                <a:ext cx="1142909" cy="0"/>
              </a:xfrm>
              <a:prstGeom prst="line">
                <a:avLst/>
              </a:prstGeom>
              <a:ln w="2199">
                <a:solidFill>
                  <a:srgbClr val="56A1CC">
                    <a:alpha val="35000"/>
                  </a:srgbClr>
                </a:solidFill>
              </a:ln>
            </p:spPr>
          </p:sp>
          <p:sp>
            <p:nvSpPr>
              <p:cNvPr id="7733" name="addition:spatial:222">
                <a:extLst>
                  <a:ext uri="{FF2B5EF4-FFF2-40B4-BE49-F238E27FC236}">
                    <ns2:creationId id="{1FD0738F-90A8-4714-A47B-55520E09FE1A}"/>
                  </a:ext>
                </a:extLst>
              </p:cNvPr>
              <p:cNvSpPr>
                <a:spLocks noGrp="1"/>
              </p:cNvSpPr>
              <p:nvPr/>
            </p:nvSpPr>
            <p:spPr>
              <a:xfrm>
                <a:off x="5796824" y="2478388"/>
                <a:ext cx="1129650" cy="46554"/>
              </a:xfrm>
              <a:prstGeom prst="line">
                <a:avLst/>
              </a:prstGeom>
              <a:ln w="2199">
                <a:solidFill>
                  <a:srgbClr val="56A1CC">
                    <a:alpha val="20000"/>
                  </a:srgbClr>
                </a:solidFill>
              </a:ln>
            </p:spPr>
          </p:sp>
          <p:sp>
            <p:nvSpPr>
              <p:cNvPr id="7734" name="addition:spatial:223">
                <a:extLst>
                  <a:ext uri="{FF2B5EF4-FFF2-40B4-BE49-F238E27FC236}">
                    <ns2:creationId id="{D1754375-7E5A-4FD0-B33E-908BC0DCB67F}"/>
                  </a:ext>
                </a:extLst>
              </p:cNvPr>
              <p:cNvSpPr>
                <a:spLocks noGrp="1"/>
              </p:cNvSpPr>
              <p:nvPr/>
            </p:nvSpPr>
            <p:spPr>
              <a:xfrm>
                <a:off x="5796824" y="2755276"/>
                <a:ext cx="1129650" cy="94563"/>
              </a:xfrm>
              <a:prstGeom prst="line">
                <a:avLst/>
              </a:prstGeom>
              <a:ln w="2199">
                <a:solidFill>
                  <a:srgbClr val="56A1CC">
                    <a:alpha val="20000"/>
                  </a:srgbClr>
                </a:solidFill>
              </a:ln>
            </p:spPr>
          </p:sp>
          <p:sp>
            <p:nvSpPr>
              <p:cNvPr id="7735" name="addition:spatial:224">
                <a:extLst>
                  <a:ext uri="{FF2B5EF4-FFF2-40B4-BE49-F238E27FC236}">
                    <ns2:creationId id="{6CF43FC4-9F8E-4056-8041-BAAE44327E5E}"/>
                  </a:ext>
                </a:extLst>
              </p:cNvPr>
              <p:cNvSpPr>
                <a:spLocks noGrp="1"/>
              </p:cNvSpPr>
              <p:nvPr/>
            </p:nvSpPr>
            <p:spPr>
              <a:xfrm>
                <a:off x="5790194" y="2209891"/>
                <a:ext cx="1142909" cy="0"/>
              </a:xfrm>
              <a:prstGeom prst="line">
                <a:avLst/>
              </a:prstGeom>
              <a:ln w="2199">
                <a:solidFill>
                  <a:srgbClr val="0072B2">
                    <a:alpha val="82000"/>
                  </a:srgbClr>
                </a:solidFill>
              </a:ln>
            </p:spPr>
          </p:sp>
          <p:sp>
            <p:nvSpPr>
              <p:cNvPr id="7736" name="addition:spatial:225">
                <a:extLst>
                  <a:ext uri="{FF2B5EF4-FFF2-40B4-BE49-F238E27FC236}">
                    <ns2:creationId id="{4CFB4A77-FCA1-4506-AE0B-D7ABC74499D1}"/>
                  </a:ext>
                </a:extLst>
              </p:cNvPr>
              <p:cNvSpPr>
                <a:spLocks noGrp="1"/>
              </p:cNvSpPr>
              <p:nvPr/>
            </p:nvSpPr>
            <p:spPr>
              <a:xfrm>
                <a:off x="6933103" y="2209891"/>
                <a:ext cx="0" cy="984534"/>
              </a:xfrm>
              <a:prstGeom prst="line">
                <a:avLst/>
              </a:prstGeom>
              <a:ln w="2199">
                <a:solidFill>
                  <a:srgbClr val="0072B2">
                    <a:alpha val="82000"/>
                  </a:srgbClr>
                </a:solidFill>
              </a:ln>
            </p:spPr>
          </p:sp>
          <p:sp>
            <p:nvSpPr>
              <p:cNvPr id="7737" name="addition:spatial:226">
                <a:extLst>
                  <a:ext uri="{FF2B5EF4-FFF2-40B4-BE49-F238E27FC236}">
                    <ns2:creationId id="{01DF6915-23A2-4D33-870D-448257B1C15D}"/>
                  </a:ext>
                </a:extLst>
              </p:cNvPr>
              <p:cNvSpPr>
                <a:spLocks noGrp="1"/>
              </p:cNvSpPr>
              <p:nvPr/>
            </p:nvSpPr>
            <p:spPr>
              <a:xfrm flipH="1" flipV="1">
                <a:off x="5790194" y="3048945"/>
                <a:ext cx="1142909" cy="145481"/>
              </a:xfrm>
              <a:prstGeom prst="line">
                <a:avLst/>
              </a:prstGeom>
              <a:ln w="2199">
                <a:solidFill>
                  <a:srgbClr val="0072B2">
                    <a:alpha val="86000"/>
                  </a:srgbClr>
                </a:solidFill>
              </a:ln>
            </p:spPr>
          </p:sp>
          <p:sp>
            <p:nvSpPr>
              <p:cNvPr id="7738" name="addition:spatial:227">
                <a:extLst>
                  <a:ext uri="{FF2B5EF4-FFF2-40B4-BE49-F238E27FC236}">
                    <ns2:creationId id="{8B674523-9EB7-48E4-A1A2-13BCAEDF60CC}"/>
                  </a:ext>
                </a:extLst>
              </p:cNvPr>
              <p:cNvSpPr>
                <a:spLocks noGrp="1"/>
              </p:cNvSpPr>
              <p:nvPr/>
            </p:nvSpPr>
            <p:spPr>
              <a:xfrm flipV="1">
                <a:off x="5790194" y="2209891"/>
                <a:ext cx="0" cy="839053"/>
              </a:xfrm>
              <a:prstGeom prst="line">
                <a:avLst/>
              </a:prstGeom>
              <a:ln w="2199">
                <a:solidFill>
                  <a:srgbClr val="0072B2">
                    <a:alpha val="82000"/>
                  </a:srgbClr>
                </a:solidFill>
              </a:ln>
            </p:spPr>
          </p:sp>
          <p:sp>
            <p:nvSpPr>
              <p:cNvPr id="7739" name="addition:spatial:228">
                <a:extLst>
                  <a:ext uri="{FF2B5EF4-FFF2-40B4-BE49-F238E27FC236}">
                    <ns2:creationId id="{656D1310-7322-45CC-AC67-90DDBB49F6BD}"/>
                  </a:ext>
                </a:extLst>
              </p:cNvPr>
              <p:cNvSpPr>
                <a:spLocks noGrp="1"/>
              </p:cNvSpPr>
              <p:nvPr/>
            </p:nvSpPr>
            <p:spPr>
              <a:xfrm>
                <a:off x="6503518" y="1744690"/>
                <a:ext cx="1069985" cy="0"/>
              </a:xfrm>
              <a:prstGeom prst="line">
                <a:avLst/>
              </a:prstGeom>
              <a:ln w="2267">
                <a:solidFill>
                  <a:srgbClr val="0072B2">
                    <a:alpha val="78000"/>
                  </a:srgbClr>
                </a:solidFill>
              </a:ln>
            </p:spPr>
          </p:sp>
          <p:sp>
            <p:nvSpPr>
              <p:cNvPr id="7740" name="addition:spatial:229">
                <a:extLst>
                  <a:ext uri="{FF2B5EF4-FFF2-40B4-BE49-F238E27FC236}">
                    <ns2:creationId id="{86DF0127-2FA2-4938-8FFE-636BA82C3AD8}"/>
                  </a:ext>
                </a:extLst>
              </p:cNvPr>
              <p:cNvSpPr>
                <a:spLocks noGrp="1"/>
              </p:cNvSpPr>
              <p:nvPr/>
            </p:nvSpPr>
            <p:spPr>
              <a:xfrm>
                <a:off x="7573503" y="1744690"/>
                <a:ext cx="0" cy="789996"/>
              </a:xfrm>
              <a:prstGeom prst="line">
                <a:avLst/>
              </a:prstGeom>
              <a:ln w="2199">
                <a:solidFill>
                  <a:srgbClr val="0072B2">
                    <a:alpha val="78000"/>
                  </a:srgbClr>
                </a:solidFill>
              </a:ln>
            </p:spPr>
          </p:sp>
          <p:sp>
            <p:nvSpPr>
              <p:cNvPr id="7741" name="addition:spatial:230">
                <a:extLst>
                  <a:ext uri="{FF2B5EF4-FFF2-40B4-BE49-F238E27FC236}">
                    <ns2:creationId id="{78B6F931-104A-464D-81EF-ECCF70020910}"/>
                  </a:ext>
                </a:extLst>
              </p:cNvPr>
              <p:cNvSpPr>
                <a:spLocks noGrp="1"/>
              </p:cNvSpPr>
              <p:nvPr/>
            </p:nvSpPr>
            <p:spPr>
              <a:xfrm flipV="1">
                <a:off x="5790194" y="1744690"/>
                <a:ext cx="713323" cy="465201"/>
              </a:xfrm>
              <a:prstGeom prst="line">
                <a:avLst/>
              </a:prstGeom>
              <a:ln w="2267">
                <a:solidFill>
                  <a:srgbClr val="0072B2">
                    <a:alpha val="84000"/>
                  </a:srgbClr>
                </a:solidFill>
              </a:ln>
            </p:spPr>
          </p:sp>
          <p:sp>
            <p:nvSpPr>
              <p:cNvPr id="7742" name="addition:spatial:231">
                <a:extLst>
                  <a:ext uri="{FF2B5EF4-FFF2-40B4-BE49-F238E27FC236}">
                    <ns2:creationId id="{57756073-06E7-4B21-9542-A6871A31F9AC}"/>
                  </a:ext>
                </a:extLst>
              </p:cNvPr>
              <p:cNvSpPr>
                <a:spLocks noGrp="1"/>
              </p:cNvSpPr>
              <p:nvPr/>
            </p:nvSpPr>
            <p:spPr>
              <a:xfrm flipV="1">
                <a:off x="6933103" y="1744690"/>
                <a:ext cx="640400" cy="465201"/>
              </a:xfrm>
              <a:prstGeom prst="line">
                <a:avLst/>
              </a:prstGeom>
              <a:ln w="2267">
                <a:solidFill>
                  <a:srgbClr val="0072B2">
                    <a:alpha val="84000"/>
                  </a:srgbClr>
                </a:solidFill>
              </a:ln>
            </p:spPr>
          </p:sp>
          <p:sp>
            <p:nvSpPr>
              <p:cNvPr id="7743" name="addition:spatial:232">
                <a:extLst>
                  <a:ext uri="{FF2B5EF4-FFF2-40B4-BE49-F238E27FC236}">
                    <ns2:creationId id="{CA087794-5E73-4D7D-860E-5E6AC34D1345}"/>
                  </a:ext>
                </a:extLst>
              </p:cNvPr>
              <p:cNvSpPr>
                <a:spLocks noGrp="1"/>
              </p:cNvSpPr>
              <p:nvPr/>
            </p:nvSpPr>
            <p:spPr>
              <a:xfrm flipV="1">
                <a:off x="6933103" y="2534686"/>
                <a:ext cx="640400" cy="659740"/>
              </a:xfrm>
              <a:prstGeom prst="line">
                <a:avLst/>
              </a:prstGeom>
              <a:ln w="2199">
                <a:solidFill>
                  <a:srgbClr val="0072B2">
                    <a:alpha val="84000"/>
                  </a:srgbClr>
                </a:solidFill>
              </a:ln>
            </p:spPr>
          </p:sp>
          <p:sp>
            <p:nvSpPr>
              <p:cNvPr id="7744" name="addition:spatial:233">
                <a:extLst>
                  <a:ext uri="{FF2B5EF4-FFF2-40B4-BE49-F238E27FC236}">
                    <ns2:creationId id="{245F7521-261B-4CEA-85CE-F41F084BDC06}"/>
                  </a:ext>
                </a:extLst>
              </p:cNvPr>
              <p:cNvSpPr>
                <a:spLocks noGrp="1"/>
              </p:cNvSpPr>
              <p:nvPr/>
            </p:nvSpPr>
            <p:spPr>
              <a:xfrm flipV="1">
                <a:off x="5790194" y="2582052"/>
                <a:ext cx="713323" cy="466893"/>
              </a:xfrm>
              <a:prstGeom prst="line">
                <a:avLst/>
              </a:prstGeom>
              <a:ln w="2199">
                <a:solidFill>
                  <a:srgbClr val="0072B2">
                    <a:alpha val="34000"/>
                  </a:srgbClr>
                </a:solidFill>
              </a:ln>
            </p:spPr>
          </p:sp>
          <p:sp>
            <p:nvSpPr>
              <p:cNvPr id="7745" name="addition:spatial:234">
                <a:extLst>
                  <a:ext uri="{FF2B5EF4-FFF2-40B4-BE49-F238E27FC236}">
                    <ns2:creationId id="{046AA3A7-964C-4F78-896F-A92D37609532}"/>
                  </a:ext>
                </a:extLst>
              </p:cNvPr>
              <p:cNvSpPr>
                <a:spLocks noGrp="1"/>
              </p:cNvSpPr>
              <p:nvPr/>
            </p:nvSpPr>
            <p:spPr>
              <a:xfrm flipV="1">
                <a:off x="6503518" y="2534686"/>
                <a:ext cx="1069985" cy="47366"/>
              </a:xfrm>
              <a:prstGeom prst="line">
                <a:avLst/>
              </a:prstGeom>
              <a:ln w="2199">
                <a:solidFill>
                  <a:srgbClr val="0072B2">
                    <a:alpha val="32000"/>
                  </a:srgbClr>
                </a:solidFill>
              </a:ln>
            </p:spPr>
          </p:sp>
          <p:sp>
            <p:nvSpPr>
              <p:cNvPr id="7746" name="addition:spatial:235">
                <a:extLst>
                  <a:ext uri="{FF2B5EF4-FFF2-40B4-BE49-F238E27FC236}">
                    <ns2:creationId id="{F9465291-E965-4613-8BDB-FFA44710965D}"/>
                  </a:ext>
                </a:extLst>
              </p:cNvPr>
              <p:cNvSpPr>
                <a:spLocks noGrp="1"/>
              </p:cNvSpPr>
              <p:nvPr/>
            </p:nvSpPr>
            <p:spPr>
              <a:xfrm>
                <a:off x="6503518" y="1744690"/>
                <a:ext cx="0" cy="837362"/>
              </a:xfrm>
              <a:prstGeom prst="line">
                <a:avLst/>
              </a:prstGeom>
              <a:ln w="2199">
                <a:solidFill>
                  <a:srgbClr val="0072B2">
                    <a:alpha val="40000"/>
                  </a:srgbClr>
                </a:solidFill>
              </a:ln>
            </p:spPr>
          </p:sp>
          <p:sp>
            <p:nvSpPr>
              <p:cNvPr id="7747" name="addition:spatial:236">
                <a:extLst>
                  <a:ext uri="{FF2B5EF4-FFF2-40B4-BE49-F238E27FC236}">
                    <ns2:creationId id="{CA930465-172B-4CFC-A9FD-79170AD2ED69}"/>
                  </a:ext>
                </a:extLst>
              </p:cNvPr>
              <p:cNvSpPr>
                <a:spLocks noGrp="1"/>
              </p:cNvSpPr>
              <p:nvPr/>
            </p:nvSpPr>
            <p:spPr>
              <a:xfrm flipV="1">
                <a:off x="6079236" y="2539761"/>
                <a:ext cx="1316599" cy="537942"/>
              </a:xfrm>
              <a:prstGeom prst="line">
                <a:avLst/>
              </a:prstGeom>
              <a:ln w="3779">
                <a:solidFill>
                  <a:srgbClr val="20252B">
                    <a:alpha val="100000"/>
                  </a:srgbClr>
                </a:solidFill>
              </a:ln>
            </p:spPr>
          </p:sp>
          <p:sp>
            <p:nvSpPr>
              <p:cNvPr id="7748" name="addition:spatial:237">
                <a:extLst>
                  <a:ext uri="{FF2B5EF4-FFF2-40B4-BE49-F238E27FC236}">
                    <ns2:creationId id="{8E86F16F-A988-47B3-B6C7-234A54916F9A}"/>
                  </a:ext>
                </a:extLst>
              </p:cNvPr>
              <p:cNvSpPr>
                <a:spLocks noGrp="1"/>
              </p:cNvSpPr>
              <p:nvPr/>
            </p:nvSpPr>
            <p:spPr>
              <a:xfrm>
                <a:off x="5648325" y="1666875"/>
                <a:ext cx="1747510" cy="901644"/>
              </a:xfrm>
              <a:custGeom>
                <a:rect l="l" t="t" r="r" b="b"/>
                <a:pathLst>
                  <a:path w="1318" h="533">
                    <a:moveTo>
                      <a:pt x="0" y="0"/>
                    </a:moveTo>
                    <a:moveTo>
                      <a:pt x="1318" y="516"/>
                    </a:moveTo>
                    <a:lnTo>
                      <a:pt x="1298" y="533"/>
                    </a:lnTo>
                    <a:lnTo>
                      <a:pt x="1292" y="513"/>
                    </a:lnTo>
                    <a:close/>
                  </a:path>
                </a:pathLst>
              </a:custGeom>
              <a:solidFill>
                <a:srgbClr val="20252B">
                  <a:alpha val="100000"/>
                </a:srgbClr>
              </a:solidFill>
              <a:ln>
                <a:noFill/>
              </a:ln>
            </p:spPr>
            <p:txBody>
              <a:bodyPr anchor="ctr"/>
              <a:lstStyle/>
              <a:p>
                <a:pPr algn="ctr">
                  <a:buNone/>
                </a:pPr>
              </a:p>
            </p:txBody>
          </p:sp>
          <p:sp>
            <p:nvSpPr>
              <p:cNvPr id="7750" name="addition:spatial:d">
                <a:extLst>
                  <a:ext uri="{FF2B5EF4-FFF2-40B4-BE49-F238E27FC236}">
                    <ns2:creationId id="{28332B9D-C9B1-4DC2-924B-754F93E16CCA}"/>
                  </a:ext>
                </a:extLst>
              </p:cNvPr>
              <p:cNvSpPr>
                <a:spLocks noGrp="1"/>
              </p:cNvSpPr>
              <p:nvPr/>
            </p:nvSpPr>
            <p:spPr>
              <a:xfrm>
                <a:off x="7429500" y="2428875"/>
                <a:ext cx="219075" cy="295275"/>
              </a:xfrm>
              <a:prstGeom prst="rect">
                <a:avLst/>
              </a:prstGeom>
              <a:noFill/>
              <a:ln w="0">
                <a:noFill/>
              </a:ln>
            </p:spPr>
            <p:txBody>
              <a:bodyPr wrap="none" lIns="0" tIns="0" rIns="0" bIns="0" anchor="ctr"/>
              <a:lstStyle>
                <a:defPPr>
                  <a:defRPr sz="1000">
                    <a:solidFill>
                      <a:srgbClr val="263238"/>
                    </a:solidFill>
                    <a:latin typeface="Arial"/>
                    <a:ea typeface="Arial"/>
                    <a:cs typeface="Arial"/>
                  </a:defRPr>
                </a:defPPr>
                <a:lvl1pPr>
                  <a:defRPr sz="1000">
                    <a:solidFill>
                      <a:srgbClr val="263238"/>
                    </a:solidFill>
                    <a:latin typeface="Arial"/>
                    <a:ea typeface="Arial"/>
                    <a:cs typeface="Arial"/>
                  </a:defRPr>
                </a:lvl1pPr>
                <a:lvl2pPr>
                  <a:defRPr sz="1000">
                    <a:solidFill>
                      <a:srgbClr val="263238"/>
                    </a:solidFill>
                    <a:latin typeface="Arial"/>
                    <a:ea typeface="Arial"/>
                    <a:cs typeface="Arial"/>
                  </a:defRPr>
                </a:lvl2pPr>
                <a:lvl3pPr>
                  <a:defRPr sz="1000">
                    <a:solidFill>
                      <a:srgbClr val="263238"/>
                    </a:solidFill>
                    <a:latin typeface="Arial"/>
                    <a:ea typeface="Arial"/>
                    <a:cs typeface="Arial"/>
                  </a:defRPr>
                </a:lvl3pPr>
                <a:lvl4pPr>
                  <a:defRPr sz="1000">
                    <a:solidFill>
                      <a:srgbClr val="263238"/>
                    </a:solidFill>
                    <a:latin typeface="Arial"/>
                    <a:ea typeface="Arial"/>
                    <a:cs typeface="Arial"/>
                  </a:defRPr>
                </a:lvl4pPr>
                <a:lvl5pPr>
                  <a:defRPr sz="1000">
                    <a:solidFill>
                      <a:srgbClr val="263238"/>
                    </a:solidFill>
                    <a:latin typeface="Arial"/>
                    <a:ea typeface="Arial"/>
                    <a:cs typeface="Arial"/>
                  </a:defRPr>
                </a:lvl5pPr>
                <a:lvl6pPr>
                  <a:defRPr sz="1000">
                    <a:solidFill>
                      <a:srgbClr val="263238"/>
                    </a:solidFill>
                    <a:latin typeface="Arial"/>
                    <a:ea typeface="Arial"/>
                    <a:cs typeface="Arial"/>
                  </a:defRPr>
                </a:lvl6pPr>
                <a:lvl7pPr>
                  <a:defRPr sz="1000">
                    <a:solidFill>
                      <a:srgbClr val="263238"/>
                    </a:solidFill>
                    <a:latin typeface="Arial"/>
                    <a:ea typeface="Arial"/>
                    <a:cs typeface="Arial"/>
                  </a:defRPr>
                </a:lvl7pPr>
                <a:lvl8pPr>
                  <a:defRPr sz="1000">
                    <a:solidFill>
                      <a:srgbClr val="263238"/>
                    </a:solidFill>
                    <a:latin typeface="Arial"/>
                    <a:ea typeface="Arial"/>
                    <a:cs typeface="Arial"/>
                  </a:defRPr>
                </a:lvl8pPr>
                <a:lvl9pPr>
                  <a:defRPr sz="1000">
                    <a:solidFill>
                      <a:srgbClr val="263238"/>
                    </a:solidFill>
                    <a:latin typeface="Arial"/>
                    <a:ea typeface="Arial"/>
                    <a:cs typeface="Arial"/>
                  </a:defRPr>
                </a:lvl9pPr>
              </a:lstStyle>
              <a:p>
                <a:pPr>
                  <a:defRPr sz="1000">
                    <a:solidFill>
                      <a:srgbClr val="263238"/>
                    </a:solidFill>
                    <a:latin typeface="Arial"/>
                    <a:ea typeface="Arial"/>
                    <a:cs typeface="Arial"/>
                  </a:defRPr>
                </a:pPr>
                <a:r>
                  <a:rPr sz="1000">
                    <a:solidFill>
                      <a:srgbClr val="263238"/>
                    </a:solidFill>
                    <a:latin typeface="Arial"/>
                    <a:ea typeface="Arial"/>
                    <a:cs typeface="Arial"/>
                  </a:rPr>
                  <a:t>d</a:t>
                </a:r>
              </a:p>
            </p:txBody>
          </p:sp>
          <p:sp>
            <p:nvSpPr>
              <p:cNvPr id="17001" name="original-2d:602">
                <a:extLst>
                  <a:ext uri="{FF2B5EF4-FFF2-40B4-BE49-F238E27FC236}">
                    <ns2:creationId id="{06791C95-931C-44D9-A19F-643E51F79BA2}"/>
                  </a:ext>
                </a:extLst>
              </p:cNvPr>
              <p:cNvSpPr>
                <a:spLocks noGrp="1"/>
              </p:cNvSpPr>
              <p:nvPr/>
            </p:nvSpPr>
            <p:spPr>
              <a:xfrm rot="0" flipH="0" flipV="0">
                <a:off x="3593783" y="1646873"/>
                <a:ext cx="84723" cy="94121"/>
              </a:xfrm>
              <a:prstGeom prst="rect">
                <a:avLst/>
              </a:prstGeom>
              <a:solidFill>
                <a:srgbClr val="DCE8ED"/>
              </a:solidFill>
              <a:ln w="0">
                <a:noFill/>
                <a:prstDash val="solid"/>
              </a:ln>
            </p:spPr>
          </p:sp>
          <p:sp>
            <p:nvSpPr>
              <p:cNvPr id="17002" name="original-2d:603">
                <a:extLst>
                  <a:ext uri="{FF2B5EF4-FFF2-40B4-BE49-F238E27FC236}">
                    <ns2:creationId id="{BAA82ADD-3F54-47C7-96FE-AAE9DE46983F}"/>
                  </a:ext>
                </a:extLst>
              </p:cNvPr>
              <p:cNvSpPr>
                <a:spLocks noGrp="1"/>
              </p:cNvSpPr>
              <p:nvPr/>
            </p:nvSpPr>
            <p:spPr>
              <a:xfrm rot="0" flipH="0" flipV="0">
                <a:off x="3678365" y="1646873"/>
                <a:ext cx="84723" cy="94121"/>
              </a:xfrm>
              <a:prstGeom prst="rect">
                <a:avLst/>
              </a:prstGeom>
              <a:solidFill>
                <a:srgbClr val="DCE8ED"/>
              </a:solidFill>
              <a:ln w="0">
                <a:noFill/>
                <a:prstDash val="solid"/>
              </a:ln>
            </p:spPr>
          </p:sp>
          <p:sp>
            <p:nvSpPr>
              <p:cNvPr id="17003" name="original-2d:604">
                <a:extLst>
                  <a:ext uri="{FF2B5EF4-FFF2-40B4-BE49-F238E27FC236}">
                    <ns2:creationId id="{91E6E8B8-9634-4A9C-B758-09AF8D24637B}"/>
                  </a:ext>
                </a:extLst>
              </p:cNvPr>
              <p:cNvSpPr>
                <a:spLocks noGrp="1"/>
              </p:cNvSpPr>
              <p:nvPr/>
            </p:nvSpPr>
            <p:spPr>
              <a:xfrm rot="0" flipH="0" flipV="0">
                <a:off x="3762947" y="1646873"/>
                <a:ext cx="84723" cy="94121"/>
              </a:xfrm>
              <a:prstGeom prst="rect">
                <a:avLst/>
              </a:prstGeom>
              <a:solidFill>
                <a:srgbClr val="DCE8ED"/>
              </a:solidFill>
              <a:ln w="0">
                <a:noFill/>
                <a:prstDash val="solid"/>
              </a:ln>
            </p:spPr>
          </p:sp>
          <p:sp>
            <p:nvSpPr>
              <p:cNvPr id="17004" name="original-2d:605">
                <a:extLst>
                  <a:ext uri="{FF2B5EF4-FFF2-40B4-BE49-F238E27FC236}">
                    <ns2:creationId id="{CF326BA0-275F-494F-8EFE-F60E6DB3BB4D}"/>
                  </a:ext>
                </a:extLst>
              </p:cNvPr>
              <p:cNvSpPr>
                <a:spLocks noGrp="1"/>
              </p:cNvSpPr>
              <p:nvPr/>
            </p:nvSpPr>
            <p:spPr>
              <a:xfrm rot="0" flipH="0" flipV="0">
                <a:off x="3847529" y="1646873"/>
                <a:ext cx="84723" cy="94121"/>
              </a:xfrm>
              <a:prstGeom prst="rect">
                <a:avLst/>
              </a:prstGeom>
              <a:solidFill>
                <a:srgbClr val="DCE8ED"/>
              </a:solidFill>
              <a:ln w="0">
                <a:noFill/>
                <a:prstDash val="solid"/>
              </a:ln>
            </p:spPr>
          </p:sp>
          <p:sp>
            <p:nvSpPr>
              <p:cNvPr id="17005" name="original-2d:606">
                <a:extLst>
                  <a:ext uri="{FF2B5EF4-FFF2-40B4-BE49-F238E27FC236}">
                    <ns2:creationId id="{3F24C855-B2AA-432A-9ECC-A3193D3C5A5F}"/>
                  </a:ext>
                </a:extLst>
              </p:cNvPr>
              <p:cNvSpPr>
                <a:spLocks noGrp="1"/>
              </p:cNvSpPr>
              <p:nvPr/>
            </p:nvSpPr>
            <p:spPr>
              <a:xfrm rot="0" flipH="0" flipV="0">
                <a:off x="3932111" y="1646873"/>
                <a:ext cx="84723" cy="94121"/>
              </a:xfrm>
              <a:prstGeom prst="rect">
                <a:avLst/>
              </a:prstGeom>
              <a:solidFill>
                <a:srgbClr val="DCE8ED"/>
              </a:solidFill>
              <a:ln w="0">
                <a:noFill/>
                <a:prstDash val="solid"/>
              </a:ln>
            </p:spPr>
          </p:sp>
          <p:sp>
            <p:nvSpPr>
              <p:cNvPr id="17006" name="original-2d:607">
                <a:extLst>
                  <a:ext uri="{FF2B5EF4-FFF2-40B4-BE49-F238E27FC236}">
                    <ns2:creationId id="{891B9A1E-2CA8-4C1E-A145-54DD43361C30}"/>
                  </a:ext>
                </a:extLst>
              </p:cNvPr>
              <p:cNvSpPr>
                <a:spLocks noGrp="1"/>
              </p:cNvSpPr>
              <p:nvPr/>
            </p:nvSpPr>
            <p:spPr>
              <a:xfrm rot="0" flipH="0" flipV="0">
                <a:off x="4016693" y="1646873"/>
                <a:ext cx="84723" cy="94121"/>
              </a:xfrm>
              <a:prstGeom prst="rect">
                <a:avLst/>
              </a:prstGeom>
              <a:solidFill>
                <a:srgbClr val="DCE8ED"/>
              </a:solidFill>
              <a:ln w="0">
                <a:noFill/>
                <a:prstDash val="solid"/>
              </a:ln>
            </p:spPr>
          </p:sp>
          <p:sp>
            <p:nvSpPr>
              <p:cNvPr id="17007" name="original-2d:608">
                <a:extLst>
                  <a:ext uri="{FF2B5EF4-FFF2-40B4-BE49-F238E27FC236}">
                    <ns2:creationId id="{06AE4989-72B5-4E8F-AB87-4E215E8107AB}"/>
                  </a:ext>
                </a:extLst>
              </p:cNvPr>
              <p:cNvSpPr>
                <a:spLocks noGrp="1"/>
              </p:cNvSpPr>
              <p:nvPr/>
            </p:nvSpPr>
            <p:spPr>
              <a:xfrm rot="0" flipH="0" flipV="0">
                <a:off x="4101275" y="1646873"/>
                <a:ext cx="84723" cy="94121"/>
              </a:xfrm>
              <a:prstGeom prst="rect">
                <a:avLst/>
              </a:prstGeom>
              <a:solidFill>
                <a:srgbClr val="DCE8ED"/>
              </a:solidFill>
              <a:ln w="0">
                <a:noFill/>
                <a:prstDash val="solid"/>
              </a:ln>
            </p:spPr>
          </p:sp>
          <p:sp>
            <p:nvSpPr>
              <p:cNvPr id="17008" name="original-2d:609">
                <a:extLst>
                  <a:ext uri="{FF2B5EF4-FFF2-40B4-BE49-F238E27FC236}">
                    <ns2:creationId id="{9C6A93A3-3ECE-4AB2-8AE8-198473D6F24C}"/>
                  </a:ext>
                </a:extLst>
              </p:cNvPr>
              <p:cNvSpPr>
                <a:spLocks noGrp="1"/>
              </p:cNvSpPr>
              <p:nvPr/>
            </p:nvSpPr>
            <p:spPr>
              <a:xfrm rot="0" flipH="0" flipV="0">
                <a:off x="4185857" y="1646873"/>
                <a:ext cx="84723" cy="94121"/>
              </a:xfrm>
              <a:prstGeom prst="rect">
                <a:avLst/>
              </a:prstGeom>
              <a:solidFill>
                <a:srgbClr val="DCE8ED"/>
              </a:solidFill>
              <a:ln w="0">
                <a:noFill/>
                <a:prstDash val="solid"/>
              </a:ln>
            </p:spPr>
          </p:sp>
          <p:sp>
            <p:nvSpPr>
              <p:cNvPr id="17009" name="original-2d:610">
                <a:extLst>
                  <a:ext uri="{FF2B5EF4-FFF2-40B4-BE49-F238E27FC236}">
                    <ns2:creationId id="{6418F53D-4A43-4AF5-80BE-36BCE4A4DED2}"/>
                  </a:ext>
                </a:extLst>
              </p:cNvPr>
              <p:cNvSpPr>
                <a:spLocks noGrp="1"/>
              </p:cNvSpPr>
              <p:nvPr/>
            </p:nvSpPr>
            <p:spPr>
              <a:xfrm rot="0" flipH="0" flipV="0">
                <a:off x="4270439" y="1646873"/>
                <a:ext cx="84723" cy="94121"/>
              </a:xfrm>
              <a:prstGeom prst="rect">
                <a:avLst/>
              </a:prstGeom>
              <a:solidFill>
                <a:srgbClr val="D4B4CC"/>
              </a:solidFill>
              <a:ln w="0">
                <a:noFill/>
                <a:prstDash val="solid"/>
              </a:ln>
            </p:spPr>
          </p:sp>
          <p:sp>
            <p:nvSpPr>
              <p:cNvPr id="17010" name="original-2d:611">
                <a:extLst>
                  <a:ext uri="{FF2B5EF4-FFF2-40B4-BE49-F238E27FC236}">
                    <ns2:creationId id="{C1330F5F-22D0-4206-B84A-A4622A78D126}"/>
                  </a:ext>
                </a:extLst>
              </p:cNvPr>
              <p:cNvSpPr>
                <a:spLocks noGrp="1"/>
              </p:cNvSpPr>
              <p:nvPr/>
            </p:nvSpPr>
            <p:spPr>
              <a:xfrm rot="0" flipH="0" flipV="0">
                <a:off x="4355021" y="1646873"/>
                <a:ext cx="84723" cy="94121"/>
              </a:xfrm>
              <a:prstGeom prst="rect">
                <a:avLst/>
              </a:prstGeom>
              <a:solidFill>
                <a:srgbClr val="D4B4CC"/>
              </a:solidFill>
              <a:ln w="0">
                <a:noFill/>
                <a:prstDash val="solid"/>
              </a:ln>
            </p:spPr>
          </p:sp>
          <p:sp>
            <p:nvSpPr>
              <p:cNvPr id="17011" name="original-2d:612">
                <a:extLst>
                  <a:ext uri="{FF2B5EF4-FFF2-40B4-BE49-F238E27FC236}">
                    <ns2:creationId id="{0467641D-494D-45D6-A761-AF566430DF94}"/>
                  </a:ext>
                </a:extLst>
              </p:cNvPr>
              <p:cNvSpPr>
                <a:spLocks noGrp="1"/>
              </p:cNvSpPr>
              <p:nvPr/>
            </p:nvSpPr>
            <p:spPr>
              <a:xfrm rot="0" flipH="0" flipV="0">
                <a:off x="4439603" y="1646873"/>
                <a:ext cx="84723" cy="94121"/>
              </a:xfrm>
              <a:prstGeom prst="rect">
                <a:avLst/>
              </a:prstGeom>
              <a:solidFill>
                <a:srgbClr val="D4B4CC"/>
              </a:solidFill>
              <a:ln w="0">
                <a:noFill/>
                <a:prstDash val="solid"/>
              </a:ln>
            </p:spPr>
          </p:sp>
          <p:sp>
            <p:nvSpPr>
              <p:cNvPr id="17012" name="original-2d:613">
                <a:extLst>
                  <a:ext uri="{FF2B5EF4-FFF2-40B4-BE49-F238E27FC236}">
                    <ns2:creationId id="{D5031889-CFE7-48C0-A38E-D12A1E8524A5}"/>
                  </a:ext>
                </a:extLst>
              </p:cNvPr>
              <p:cNvSpPr>
                <a:spLocks noGrp="1"/>
              </p:cNvSpPr>
              <p:nvPr/>
            </p:nvSpPr>
            <p:spPr>
              <a:xfrm rot="0" flipH="0" flipV="0">
                <a:off x="4524185" y="1646873"/>
                <a:ext cx="84723" cy="94121"/>
              </a:xfrm>
              <a:prstGeom prst="rect">
                <a:avLst/>
              </a:prstGeom>
              <a:solidFill>
                <a:srgbClr val="CC79A7"/>
              </a:solidFill>
              <a:ln w="0">
                <a:noFill/>
                <a:prstDash val="solid"/>
              </a:ln>
            </p:spPr>
          </p:sp>
          <p:sp>
            <p:nvSpPr>
              <p:cNvPr id="17013" name="original-2d:614">
                <a:extLst>
                  <a:ext uri="{FF2B5EF4-FFF2-40B4-BE49-F238E27FC236}">
                    <ns2:creationId id="{AF798DDD-F2BF-4A90-9F38-AE3D3C9F4D8E}"/>
                  </a:ext>
                </a:extLst>
              </p:cNvPr>
              <p:cNvSpPr>
                <a:spLocks noGrp="1"/>
              </p:cNvSpPr>
              <p:nvPr/>
            </p:nvSpPr>
            <p:spPr>
              <a:xfrm rot="0" flipH="0" flipV="0">
                <a:off x="4608767" y="1646873"/>
                <a:ext cx="84723" cy="94121"/>
              </a:xfrm>
              <a:prstGeom prst="rect">
                <a:avLst/>
              </a:prstGeom>
              <a:solidFill>
                <a:srgbClr val="CC79A7"/>
              </a:solidFill>
              <a:ln w="0">
                <a:noFill/>
                <a:prstDash val="solid"/>
              </a:ln>
            </p:spPr>
          </p:sp>
          <p:sp>
            <p:nvSpPr>
              <p:cNvPr id="17014" name="original-2d:615">
                <a:extLst>
                  <a:ext uri="{FF2B5EF4-FFF2-40B4-BE49-F238E27FC236}">
                    <ns2:creationId id="{18CFB7E4-52D9-437C-9D84-0E406ACF93C5}"/>
                  </a:ext>
                </a:extLst>
              </p:cNvPr>
              <p:cNvSpPr>
                <a:spLocks noGrp="1"/>
              </p:cNvSpPr>
              <p:nvPr/>
            </p:nvSpPr>
            <p:spPr>
              <a:xfrm rot="0" flipH="0" flipV="0">
                <a:off x="4693349" y="1646873"/>
                <a:ext cx="84723" cy="94121"/>
              </a:xfrm>
              <a:prstGeom prst="rect">
                <a:avLst/>
              </a:prstGeom>
              <a:solidFill>
                <a:srgbClr val="CC79A7"/>
              </a:solidFill>
              <a:ln w="0">
                <a:noFill/>
                <a:prstDash val="solid"/>
              </a:ln>
            </p:spPr>
          </p:sp>
          <p:sp>
            <p:nvSpPr>
              <p:cNvPr id="17015" name="original-2d:616">
                <a:extLst>
                  <a:ext uri="{FF2B5EF4-FFF2-40B4-BE49-F238E27FC236}">
                    <ns2:creationId id="{CF77F7B4-AC9B-4A77-8478-3E6737951E06}"/>
                  </a:ext>
                </a:extLst>
              </p:cNvPr>
              <p:cNvSpPr>
                <a:spLocks noGrp="1"/>
              </p:cNvSpPr>
              <p:nvPr/>
            </p:nvSpPr>
            <p:spPr>
              <a:xfrm rot="0" flipH="0" flipV="0">
                <a:off x="4777931" y="1646873"/>
                <a:ext cx="84723" cy="94121"/>
              </a:xfrm>
              <a:prstGeom prst="rect">
                <a:avLst/>
              </a:prstGeom>
              <a:solidFill>
                <a:srgbClr val="CC79A7"/>
              </a:solidFill>
              <a:ln w="0">
                <a:noFill/>
                <a:prstDash val="solid"/>
              </a:ln>
            </p:spPr>
          </p:sp>
          <p:sp>
            <p:nvSpPr>
              <p:cNvPr id="17016" name="original-2d:617">
                <a:extLst>
                  <a:ext uri="{FF2B5EF4-FFF2-40B4-BE49-F238E27FC236}">
                    <ns2:creationId id="{7DCFFE00-0C88-424A-9562-ED7437E71CE3}"/>
                  </a:ext>
                </a:extLst>
              </p:cNvPr>
              <p:cNvSpPr>
                <a:spLocks noGrp="1"/>
              </p:cNvSpPr>
              <p:nvPr/>
            </p:nvSpPr>
            <p:spPr>
              <a:xfrm rot="0" flipH="0" flipV="0">
                <a:off x="4862513" y="1646873"/>
                <a:ext cx="84723" cy="94121"/>
              </a:xfrm>
              <a:prstGeom prst="rect">
                <a:avLst/>
              </a:prstGeom>
              <a:solidFill>
                <a:srgbClr val="CC79A7"/>
              </a:solidFill>
              <a:ln w="0">
                <a:noFill/>
                <a:prstDash val="solid"/>
              </a:ln>
            </p:spPr>
          </p:sp>
          <p:sp>
            <p:nvSpPr>
              <p:cNvPr id="17017" name="original-2d:618">
                <a:extLst>
                  <a:ext uri="{FF2B5EF4-FFF2-40B4-BE49-F238E27FC236}">
                    <ns2:creationId id="{D1C661EC-0EB4-46D3-837D-76B1D2C2EBAE}"/>
                  </a:ext>
                </a:extLst>
              </p:cNvPr>
              <p:cNvSpPr>
                <a:spLocks noGrp="1"/>
              </p:cNvSpPr>
              <p:nvPr/>
            </p:nvSpPr>
            <p:spPr>
              <a:xfrm rot="0" flipH="0" flipV="0">
                <a:off x="4947095" y="1646873"/>
                <a:ext cx="84723" cy="94121"/>
              </a:xfrm>
              <a:prstGeom prst="rect">
                <a:avLst/>
              </a:prstGeom>
              <a:solidFill>
                <a:srgbClr val="CC79A7"/>
              </a:solidFill>
              <a:ln w="0">
                <a:noFill/>
                <a:prstDash val="solid"/>
              </a:ln>
            </p:spPr>
          </p:sp>
          <p:sp>
            <p:nvSpPr>
              <p:cNvPr id="17018" name="original-2d:619">
                <a:extLst>
                  <a:ext uri="{FF2B5EF4-FFF2-40B4-BE49-F238E27FC236}">
                    <ns2:creationId id="{57B3CE2A-66E9-4716-85F5-E64D218F78C9}"/>
                  </a:ext>
                </a:extLst>
              </p:cNvPr>
              <p:cNvSpPr>
                <a:spLocks noGrp="1"/>
              </p:cNvSpPr>
              <p:nvPr/>
            </p:nvSpPr>
            <p:spPr>
              <a:xfrm rot="0" flipH="0" flipV="0">
                <a:off x="5031677" y="1646873"/>
                <a:ext cx="84723" cy="94121"/>
              </a:xfrm>
              <a:prstGeom prst="rect">
                <a:avLst/>
              </a:prstGeom>
              <a:solidFill>
                <a:srgbClr val="CC79A7"/>
              </a:solidFill>
              <a:ln w="0">
                <a:noFill/>
                <a:prstDash val="solid"/>
              </a:ln>
            </p:spPr>
          </p:sp>
          <p:sp>
            <p:nvSpPr>
              <p:cNvPr id="17019" name="original-2d:620">
                <a:extLst>
                  <a:ext uri="{FF2B5EF4-FFF2-40B4-BE49-F238E27FC236}">
                    <ns2:creationId id="{4C7A6CD3-7255-4ADF-866B-325B23A23DAA}"/>
                  </a:ext>
                </a:extLst>
              </p:cNvPr>
              <p:cNvSpPr>
                <a:spLocks noGrp="1"/>
              </p:cNvSpPr>
              <p:nvPr/>
            </p:nvSpPr>
            <p:spPr>
              <a:xfrm rot="0" flipH="0" flipV="0">
                <a:off x="5116259" y="1646873"/>
                <a:ext cx="84723" cy="94121"/>
              </a:xfrm>
              <a:prstGeom prst="rect">
                <a:avLst/>
              </a:prstGeom>
              <a:solidFill>
                <a:srgbClr val="CC79A7"/>
              </a:solidFill>
              <a:ln w="0">
                <a:noFill/>
                <a:prstDash val="solid"/>
              </a:ln>
            </p:spPr>
          </p:sp>
          <p:sp>
            <p:nvSpPr>
              <p:cNvPr id="17020" name="original-2d:621">
                <a:extLst>
                  <a:ext uri="{FF2B5EF4-FFF2-40B4-BE49-F238E27FC236}">
                    <ns2:creationId id="{58F4C769-5353-4650-88F8-031ADC3F634A}"/>
                  </a:ext>
                </a:extLst>
              </p:cNvPr>
              <p:cNvSpPr>
                <a:spLocks noGrp="1"/>
              </p:cNvSpPr>
              <p:nvPr/>
            </p:nvSpPr>
            <p:spPr>
              <a:xfrm rot="0" flipH="0" flipV="0">
                <a:off x="5200841" y="1646873"/>
                <a:ext cx="84723" cy="94121"/>
              </a:xfrm>
              <a:prstGeom prst="rect">
                <a:avLst/>
              </a:prstGeom>
              <a:solidFill>
                <a:srgbClr val="CC79A7"/>
              </a:solidFill>
              <a:ln w="0">
                <a:noFill/>
                <a:prstDash val="solid"/>
              </a:ln>
            </p:spPr>
          </p:sp>
          <p:sp>
            <p:nvSpPr>
              <p:cNvPr id="17021" name="original-2d:622">
                <a:extLst>
                  <a:ext uri="{FF2B5EF4-FFF2-40B4-BE49-F238E27FC236}">
                    <ns2:creationId id="{F9F1CE35-6E4B-4AFA-962E-16FCE2503E0C}"/>
                  </a:ext>
                </a:extLst>
              </p:cNvPr>
              <p:cNvSpPr>
                <a:spLocks noGrp="1"/>
              </p:cNvSpPr>
              <p:nvPr/>
            </p:nvSpPr>
            <p:spPr>
              <a:xfrm rot="0" flipH="0" flipV="0">
                <a:off x="3593783" y="1740853"/>
                <a:ext cx="84723" cy="94121"/>
              </a:xfrm>
              <a:prstGeom prst="rect">
                <a:avLst/>
              </a:prstGeom>
              <a:solidFill>
                <a:srgbClr val="DCE8ED"/>
              </a:solidFill>
              <a:ln w="0">
                <a:noFill/>
                <a:prstDash val="solid"/>
              </a:ln>
            </p:spPr>
          </p:sp>
          <p:sp>
            <p:nvSpPr>
              <p:cNvPr id="17022" name="original-2d:623">
                <a:extLst>
                  <a:ext uri="{FF2B5EF4-FFF2-40B4-BE49-F238E27FC236}">
                    <ns2:creationId id="{EBBA3274-740D-4B7B-A1B2-AD28C1580AB8}"/>
                  </a:ext>
                </a:extLst>
              </p:cNvPr>
              <p:cNvSpPr>
                <a:spLocks noGrp="1"/>
              </p:cNvSpPr>
              <p:nvPr/>
            </p:nvSpPr>
            <p:spPr>
              <a:xfrm rot="0" flipH="0" flipV="0">
                <a:off x="3678365" y="1740853"/>
                <a:ext cx="84723" cy="94121"/>
              </a:xfrm>
              <a:prstGeom prst="rect">
                <a:avLst/>
              </a:prstGeom>
              <a:solidFill>
                <a:srgbClr val="DCE8ED"/>
              </a:solidFill>
              <a:ln w="0">
                <a:noFill/>
                <a:prstDash val="solid"/>
              </a:ln>
            </p:spPr>
          </p:sp>
          <p:sp>
            <p:nvSpPr>
              <p:cNvPr id="17023" name="original-2d:624">
                <a:extLst>
                  <a:ext uri="{FF2B5EF4-FFF2-40B4-BE49-F238E27FC236}">
                    <ns2:creationId id="{DFDE27D2-20A0-4605-964A-6CB36481991D}"/>
                  </a:ext>
                </a:extLst>
              </p:cNvPr>
              <p:cNvSpPr>
                <a:spLocks noGrp="1"/>
              </p:cNvSpPr>
              <p:nvPr/>
            </p:nvSpPr>
            <p:spPr>
              <a:xfrm rot="0" flipH="0" flipV="0">
                <a:off x="3762947" y="1740853"/>
                <a:ext cx="84723" cy="94121"/>
              </a:xfrm>
              <a:prstGeom prst="rect">
                <a:avLst/>
              </a:prstGeom>
              <a:solidFill>
                <a:srgbClr val="DCE8ED"/>
              </a:solidFill>
              <a:ln w="0">
                <a:noFill/>
                <a:prstDash val="solid"/>
              </a:ln>
            </p:spPr>
          </p:sp>
          <p:sp>
            <p:nvSpPr>
              <p:cNvPr id="17024" name="original-2d:625">
                <a:extLst>
                  <a:ext uri="{FF2B5EF4-FFF2-40B4-BE49-F238E27FC236}">
                    <ns2:creationId id="{B36A91A4-B89B-4D32-9EB7-0480F293374A}"/>
                  </a:ext>
                </a:extLst>
              </p:cNvPr>
              <p:cNvSpPr>
                <a:spLocks noGrp="1"/>
              </p:cNvSpPr>
              <p:nvPr/>
            </p:nvSpPr>
            <p:spPr>
              <a:xfrm rot="0" flipH="0" flipV="0">
                <a:off x="3847529" y="1740853"/>
                <a:ext cx="84723" cy="94121"/>
              </a:xfrm>
              <a:prstGeom prst="rect">
                <a:avLst/>
              </a:prstGeom>
              <a:solidFill>
                <a:srgbClr val="D4B4CC"/>
              </a:solidFill>
              <a:ln w="0">
                <a:noFill/>
                <a:prstDash val="solid"/>
              </a:ln>
            </p:spPr>
          </p:sp>
          <p:sp>
            <p:nvSpPr>
              <p:cNvPr id="17025" name="original-2d:626">
                <a:extLst>
                  <a:ext uri="{FF2B5EF4-FFF2-40B4-BE49-F238E27FC236}">
                    <ns2:creationId id="{28B72696-A4A0-4C95-BACD-30082FDF9A55}"/>
                  </a:ext>
                </a:extLst>
              </p:cNvPr>
              <p:cNvSpPr>
                <a:spLocks noGrp="1"/>
              </p:cNvSpPr>
              <p:nvPr/>
            </p:nvSpPr>
            <p:spPr>
              <a:xfrm rot="0" flipH="0" flipV="0">
                <a:off x="3932111" y="1740853"/>
                <a:ext cx="84723" cy="94121"/>
              </a:xfrm>
              <a:prstGeom prst="rect">
                <a:avLst/>
              </a:prstGeom>
              <a:solidFill>
                <a:srgbClr val="D4B4CC"/>
              </a:solidFill>
              <a:ln w="0">
                <a:noFill/>
                <a:prstDash val="solid"/>
              </a:ln>
            </p:spPr>
          </p:sp>
          <p:sp>
            <p:nvSpPr>
              <p:cNvPr id="17026" name="original-2d:627">
                <a:extLst>
                  <a:ext uri="{FF2B5EF4-FFF2-40B4-BE49-F238E27FC236}">
                    <ns2:creationId id="{61F516FC-8B49-4AA0-9757-8DB9D2B74C67}"/>
                  </a:ext>
                </a:extLst>
              </p:cNvPr>
              <p:cNvSpPr>
                <a:spLocks noGrp="1"/>
              </p:cNvSpPr>
              <p:nvPr/>
            </p:nvSpPr>
            <p:spPr>
              <a:xfrm rot="0" flipH="0" flipV="0">
                <a:off x="4016693" y="1740853"/>
                <a:ext cx="84723" cy="94121"/>
              </a:xfrm>
              <a:prstGeom prst="rect">
                <a:avLst/>
              </a:prstGeom>
              <a:solidFill>
                <a:srgbClr val="D4B4CC"/>
              </a:solidFill>
              <a:ln w="0">
                <a:noFill/>
                <a:prstDash val="solid"/>
              </a:ln>
            </p:spPr>
          </p:sp>
          <p:sp>
            <p:nvSpPr>
              <p:cNvPr id="17027" name="original-2d:628">
                <a:extLst>
                  <a:ext uri="{FF2B5EF4-FFF2-40B4-BE49-F238E27FC236}">
                    <ns2:creationId id="{B288CE18-DDC5-465D-87E0-EAA7E2AE2875}"/>
                  </a:ext>
                </a:extLst>
              </p:cNvPr>
              <p:cNvSpPr>
                <a:spLocks noGrp="1"/>
              </p:cNvSpPr>
              <p:nvPr/>
            </p:nvSpPr>
            <p:spPr>
              <a:xfrm rot="0" flipH="0" flipV="0">
                <a:off x="4101275" y="1740853"/>
                <a:ext cx="84723" cy="94121"/>
              </a:xfrm>
              <a:prstGeom prst="rect">
                <a:avLst/>
              </a:prstGeom>
              <a:solidFill>
                <a:srgbClr val="D4B4CC"/>
              </a:solidFill>
              <a:ln w="0">
                <a:noFill/>
                <a:prstDash val="solid"/>
              </a:ln>
            </p:spPr>
          </p:sp>
          <p:sp>
            <p:nvSpPr>
              <p:cNvPr id="17028" name="original-2d:629">
                <a:extLst>
                  <a:ext uri="{FF2B5EF4-FFF2-40B4-BE49-F238E27FC236}">
                    <ns2:creationId id="{E4B73F86-C798-4A1F-845B-9DBA02876E12}"/>
                  </a:ext>
                </a:extLst>
              </p:cNvPr>
              <p:cNvSpPr>
                <a:spLocks noGrp="1"/>
              </p:cNvSpPr>
              <p:nvPr/>
            </p:nvSpPr>
            <p:spPr>
              <a:xfrm rot="0" flipH="0" flipV="0">
                <a:off x="4185857" y="1740853"/>
                <a:ext cx="84723" cy="94121"/>
              </a:xfrm>
              <a:prstGeom prst="rect">
                <a:avLst/>
              </a:prstGeom>
              <a:solidFill>
                <a:srgbClr val="D4B4CC"/>
              </a:solidFill>
              <a:ln w="0">
                <a:noFill/>
                <a:prstDash val="solid"/>
              </a:ln>
            </p:spPr>
          </p:sp>
          <p:sp>
            <p:nvSpPr>
              <p:cNvPr id="17029" name="original-2d:630">
                <a:extLst>
                  <a:ext uri="{FF2B5EF4-FFF2-40B4-BE49-F238E27FC236}">
                    <ns2:creationId id="{AAA08093-BA95-4FC7-A28E-F4CEC5132EAC}"/>
                  </a:ext>
                </a:extLst>
              </p:cNvPr>
              <p:cNvSpPr>
                <a:spLocks noGrp="1"/>
              </p:cNvSpPr>
              <p:nvPr/>
            </p:nvSpPr>
            <p:spPr>
              <a:xfrm rot="0" flipH="0" flipV="0">
                <a:off x="4270439" y="1740853"/>
                <a:ext cx="84723" cy="94121"/>
              </a:xfrm>
              <a:prstGeom prst="rect">
                <a:avLst/>
              </a:prstGeom>
              <a:solidFill>
                <a:srgbClr val="D4B4CC"/>
              </a:solidFill>
              <a:ln w="0">
                <a:noFill/>
                <a:prstDash val="solid"/>
              </a:ln>
            </p:spPr>
          </p:sp>
          <p:sp>
            <p:nvSpPr>
              <p:cNvPr id="17030" name="original-2d:631">
                <a:extLst>
                  <a:ext uri="{FF2B5EF4-FFF2-40B4-BE49-F238E27FC236}">
                    <ns2:creationId id="{82CD86F1-CDC9-495A-90A0-8D2F53B24733}"/>
                  </a:ext>
                </a:extLst>
              </p:cNvPr>
              <p:cNvSpPr>
                <a:spLocks noGrp="1"/>
              </p:cNvSpPr>
              <p:nvPr/>
            </p:nvSpPr>
            <p:spPr>
              <a:xfrm rot="0" flipH="0" flipV="0">
                <a:off x="4355021" y="1740853"/>
                <a:ext cx="84723" cy="94121"/>
              </a:xfrm>
              <a:prstGeom prst="rect">
                <a:avLst/>
              </a:prstGeom>
              <a:solidFill>
                <a:srgbClr val="D4B4CC"/>
              </a:solidFill>
              <a:ln w="0">
                <a:noFill/>
                <a:prstDash val="solid"/>
              </a:ln>
            </p:spPr>
          </p:sp>
          <p:sp>
            <p:nvSpPr>
              <p:cNvPr id="17031" name="original-2d:632">
                <a:extLst>
                  <a:ext uri="{FF2B5EF4-FFF2-40B4-BE49-F238E27FC236}">
                    <ns2:creationId id="{A732FB6B-78C4-4EDE-B17F-A9F3B424540F}"/>
                  </a:ext>
                </a:extLst>
              </p:cNvPr>
              <p:cNvSpPr>
                <a:spLocks noGrp="1"/>
              </p:cNvSpPr>
              <p:nvPr/>
            </p:nvSpPr>
            <p:spPr>
              <a:xfrm rot="0" flipH="0" flipV="0">
                <a:off x="4439603" y="1740853"/>
                <a:ext cx="84723" cy="94121"/>
              </a:xfrm>
              <a:prstGeom prst="rect">
                <a:avLst/>
              </a:prstGeom>
              <a:solidFill>
                <a:srgbClr val="CC79A7"/>
              </a:solidFill>
              <a:ln w="0">
                <a:noFill/>
                <a:prstDash val="solid"/>
              </a:ln>
            </p:spPr>
          </p:sp>
          <p:sp>
            <p:nvSpPr>
              <p:cNvPr id="17032" name="original-2d:633">
                <a:extLst>
                  <a:ext uri="{FF2B5EF4-FFF2-40B4-BE49-F238E27FC236}">
                    <ns2:creationId id="{83974F04-40FA-4BE4-81E6-100D7AF09749}"/>
                  </a:ext>
                </a:extLst>
              </p:cNvPr>
              <p:cNvSpPr>
                <a:spLocks noGrp="1"/>
              </p:cNvSpPr>
              <p:nvPr/>
            </p:nvSpPr>
            <p:spPr>
              <a:xfrm rot="0" flipH="0" flipV="0">
                <a:off x="4524185" y="1740853"/>
                <a:ext cx="84723" cy="94121"/>
              </a:xfrm>
              <a:prstGeom prst="rect">
                <a:avLst/>
              </a:prstGeom>
              <a:solidFill>
                <a:srgbClr val="CC79A7"/>
              </a:solidFill>
              <a:ln w="0">
                <a:noFill/>
                <a:prstDash val="solid"/>
              </a:ln>
            </p:spPr>
          </p:sp>
          <p:sp>
            <p:nvSpPr>
              <p:cNvPr id="17033" name="original-2d:634">
                <a:extLst>
                  <a:ext uri="{FF2B5EF4-FFF2-40B4-BE49-F238E27FC236}">
                    <ns2:creationId id="{3F852AAE-81FB-4BC3-AE13-6C56FE16B77C}"/>
                  </a:ext>
                </a:extLst>
              </p:cNvPr>
              <p:cNvSpPr>
                <a:spLocks noGrp="1"/>
              </p:cNvSpPr>
              <p:nvPr/>
            </p:nvSpPr>
            <p:spPr>
              <a:xfrm rot="0" flipH="0" flipV="0">
                <a:off x="4608767" y="1740853"/>
                <a:ext cx="84723" cy="94121"/>
              </a:xfrm>
              <a:prstGeom prst="rect">
                <a:avLst/>
              </a:prstGeom>
              <a:solidFill>
                <a:srgbClr val="CC79A7"/>
              </a:solidFill>
              <a:ln w="0">
                <a:noFill/>
                <a:prstDash val="solid"/>
              </a:ln>
            </p:spPr>
          </p:sp>
          <p:sp>
            <p:nvSpPr>
              <p:cNvPr id="17034" name="original-2d:635">
                <a:extLst>
                  <a:ext uri="{FF2B5EF4-FFF2-40B4-BE49-F238E27FC236}">
                    <ns2:creationId id="{88587369-E944-4935-9BA9-02165703B6D7}"/>
                  </a:ext>
                </a:extLst>
              </p:cNvPr>
              <p:cNvSpPr>
                <a:spLocks noGrp="1"/>
              </p:cNvSpPr>
              <p:nvPr/>
            </p:nvSpPr>
            <p:spPr>
              <a:xfrm rot="0" flipH="0" flipV="0">
                <a:off x="4693349" y="1740853"/>
                <a:ext cx="84723" cy="94121"/>
              </a:xfrm>
              <a:prstGeom prst="rect">
                <a:avLst/>
              </a:prstGeom>
              <a:solidFill>
                <a:srgbClr val="CC79A7"/>
              </a:solidFill>
              <a:ln w="0">
                <a:noFill/>
                <a:prstDash val="solid"/>
              </a:ln>
            </p:spPr>
          </p:sp>
          <p:sp>
            <p:nvSpPr>
              <p:cNvPr id="17035" name="original-2d:636">
                <a:extLst>
                  <a:ext uri="{FF2B5EF4-FFF2-40B4-BE49-F238E27FC236}">
                    <ns2:creationId id="{7B9D8075-2CF5-4153-864B-F86A4BAA9CAC}"/>
                  </a:ext>
                </a:extLst>
              </p:cNvPr>
              <p:cNvSpPr>
                <a:spLocks noGrp="1"/>
              </p:cNvSpPr>
              <p:nvPr/>
            </p:nvSpPr>
            <p:spPr>
              <a:xfrm rot="0" flipH="0" flipV="0">
                <a:off x="4777931" y="1740853"/>
                <a:ext cx="84723" cy="94121"/>
              </a:xfrm>
              <a:prstGeom prst="rect">
                <a:avLst/>
              </a:prstGeom>
              <a:solidFill>
                <a:srgbClr val="CC79A7"/>
              </a:solidFill>
              <a:ln w="0">
                <a:noFill/>
                <a:prstDash val="solid"/>
              </a:ln>
            </p:spPr>
          </p:sp>
          <p:sp>
            <p:nvSpPr>
              <p:cNvPr id="17036" name="original-2d:637">
                <a:extLst>
                  <a:ext uri="{FF2B5EF4-FFF2-40B4-BE49-F238E27FC236}">
                    <ns2:creationId id="{25B83292-7961-4B9E-8BD0-359DB568AEF9}"/>
                  </a:ext>
                </a:extLst>
              </p:cNvPr>
              <p:cNvSpPr>
                <a:spLocks noGrp="1"/>
              </p:cNvSpPr>
              <p:nvPr/>
            </p:nvSpPr>
            <p:spPr>
              <a:xfrm rot="0" flipH="0" flipV="0">
                <a:off x="4862513" y="1740853"/>
                <a:ext cx="84723" cy="94121"/>
              </a:xfrm>
              <a:prstGeom prst="rect">
                <a:avLst/>
              </a:prstGeom>
              <a:solidFill>
                <a:srgbClr val="CC79A7"/>
              </a:solidFill>
              <a:ln w="0">
                <a:noFill/>
                <a:prstDash val="solid"/>
              </a:ln>
            </p:spPr>
          </p:sp>
          <p:sp>
            <p:nvSpPr>
              <p:cNvPr id="17037" name="original-2d:638">
                <a:extLst>
                  <a:ext uri="{FF2B5EF4-FFF2-40B4-BE49-F238E27FC236}">
                    <ns2:creationId id="{BD7DC75B-E0FC-492F-B6D8-57D61306EB15}"/>
                  </a:ext>
                </a:extLst>
              </p:cNvPr>
              <p:cNvSpPr>
                <a:spLocks noGrp="1"/>
              </p:cNvSpPr>
              <p:nvPr/>
            </p:nvSpPr>
            <p:spPr>
              <a:xfrm rot="0" flipH="0" flipV="0">
                <a:off x="4947095" y="1740853"/>
                <a:ext cx="84723" cy="94121"/>
              </a:xfrm>
              <a:prstGeom prst="rect">
                <a:avLst/>
              </a:prstGeom>
              <a:solidFill>
                <a:srgbClr val="CC79A7"/>
              </a:solidFill>
              <a:ln w="0">
                <a:noFill/>
                <a:prstDash val="solid"/>
              </a:ln>
            </p:spPr>
          </p:sp>
          <p:sp>
            <p:nvSpPr>
              <p:cNvPr id="17038" name="original-2d:639">
                <a:extLst>
                  <a:ext uri="{FF2B5EF4-FFF2-40B4-BE49-F238E27FC236}">
                    <ns2:creationId id="{ED731A79-3032-4DAC-8C2A-D050540A9468}"/>
                  </a:ext>
                </a:extLst>
              </p:cNvPr>
              <p:cNvSpPr>
                <a:spLocks noGrp="1"/>
              </p:cNvSpPr>
              <p:nvPr/>
            </p:nvSpPr>
            <p:spPr>
              <a:xfrm rot="0" flipH="0" flipV="0">
                <a:off x="5031677" y="1740853"/>
                <a:ext cx="84723" cy="94121"/>
              </a:xfrm>
              <a:prstGeom prst="rect">
                <a:avLst/>
              </a:prstGeom>
              <a:solidFill>
                <a:srgbClr val="CC79A7"/>
              </a:solidFill>
              <a:ln w="0">
                <a:noFill/>
                <a:prstDash val="solid"/>
              </a:ln>
            </p:spPr>
          </p:sp>
          <p:sp>
            <p:nvSpPr>
              <p:cNvPr id="17039" name="original-2d:640">
                <a:extLst>
                  <a:ext uri="{FF2B5EF4-FFF2-40B4-BE49-F238E27FC236}">
                    <ns2:creationId id="{A0E91CD4-2F79-4B77-B551-701F843C44C9}"/>
                  </a:ext>
                </a:extLst>
              </p:cNvPr>
              <p:cNvSpPr>
                <a:spLocks noGrp="1"/>
              </p:cNvSpPr>
              <p:nvPr/>
            </p:nvSpPr>
            <p:spPr>
              <a:xfrm rot="0" flipH="0" flipV="0">
                <a:off x="5116259" y="1740853"/>
                <a:ext cx="84723" cy="94121"/>
              </a:xfrm>
              <a:prstGeom prst="rect">
                <a:avLst/>
              </a:prstGeom>
              <a:solidFill>
                <a:srgbClr val="CC79A7"/>
              </a:solidFill>
              <a:ln w="0">
                <a:noFill/>
                <a:prstDash val="solid"/>
              </a:ln>
            </p:spPr>
          </p:sp>
          <p:sp>
            <p:nvSpPr>
              <p:cNvPr id="17040" name="original-2d:641">
                <a:extLst>
                  <a:ext uri="{FF2B5EF4-FFF2-40B4-BE49-F238E27FC236}">
                    <ns2:creationId id="{7C791C3D-3C12-413F-B32C-116C61A33CC8}"/>
                  </a:ext>
                </a:extLst>
              </p:cNvPr>
              <p:cNvSpPr>
                <a:spLocks noGrp="1"/>
              </p:cNvSpPr>
              <p:nvPr/>
            </p:nvSpPr>
            <p:spPr>
              <a:xfrm rot="0" flipH="0" flipV="0">
                <a:off x="5200841" y="1740853"/>
                <a:ext cx="84723" cy="94121"/>
              </a:xfrm>
              <a:prstGeom prst="rect">
                <a:avLst/>
              </a:prstGeom>
              <a:solidFill>
                <a:srgbClr val="CC79A7"/>
              </a:solidFill>
              <a:ln w="0">
                <a:noFill/>
                <a:prstDash val="solid"/>
              </a:ln>
            </p:spPr>
          </p:sp>
          <p:sp>
            <p:nvSpPr>
              <p:cNvPr id="17041" name="original-2d:642">
                <a:extLst>
                  <a:ext uri="{FF2B5EF4-FFF2-40B4-BE49-F238E27FC236}">
                    <ns2:creationId id="{F201980D-284A-4152-A572-F166BEB0BA77}"/>
                  </a:ext>
                </a:extLst>
              </p:cNvPr>
              <p:cNvSpPr>
                <a:spLocks noGrp="1"/>
              </p:cNvSpPr>
              <p:nvPr/>
            </p:nvSpPr>
            <p:spPr>
              <a:xfrm rot="0" flipH="0" flipV="0">
                <a:off x="3593783" y="1834833"/>
                <a:ext cx="84723" cy="94121"/>
              </a:xfrm>
              <a:prstGeom prst="rect">
                <a:avLst/>
              </a:prstGeom>
              <a:solidFill>
                <a:srgbClr val="D4B4CC"/>
              </a:solidFill>
              <a:ln w="0">
                <a:noFill/>
                <a:prstDash val="solid"/>
              </a:ln>
            </p:spPr>
          </p:sp>
          <p:sp>
            <p:nvSpPr>
              <p:cNvPr id="17042" name="original-2d:643">
                <a:extLst>
                  <a:ext uri="{FF2B5EF4-FFF2-40B4-BE49-F238E27FC236}">
                    <ns2:creationId id="{2FA2AF9A-AD3E-4AE8-8BD9-B32939927CE1}"/>
                  </a:ext>
                </a:extLst>
              </p:cNvPr>
              <p:cNvSpPr>
                <a:spLocks noGrp="1"/>
              </p:cNvSpPr>
              <p:nvPr/>
            </p:nvSpPr>
            <p:spPr>
              <a:xfrm rot="0" flipH="0" flipV="0">
                <a:off x="3678365" y="1834833"/>
                <a:ext cx="84723" cy="94121"/>
              </a:xfrm>
              <a:prstGeom prst="rect">
                <a:avLst/>
              </a:prstGeom>
              <a:solidFill>
                <a:srgbClr val="D4B4CC"/>
              </a:solidFill>
              <a:ln w="0">
                <a:noFill/>
                <a:prstDash val="solid"/>
              </a:ln>
            </p:spPr>
          </p:sp>
          <p:sp>
            <p:nvSpPr>
              <p:cNvPr id="17043" name="original-2d:644">
                <a:extLst>
                  <a:ext uri="{FF2B5EF4-FFF2-40B4-BE49-F238E27FC236}">
                    <ns2:creationId id="{3FD81C4A-0544-4C3F-9237-E764B279EE72}"/>
                  </a:ext>
                </a:extLst>
              </p:cNvPr>
              <p:cNvSpPr>
                <a:spLocks noGrp="1"/>
              </p:cNvSpPr>
              <p:nvPr/>
            </p:nvSpPr>
            <p:spPr>
              <a:xfrm rot="0" flipH="0" flipV="0">
                <a:off x="3762947" y="1834833"/>
                <a:ext cx="84723" cy="94121"/>
              </a:xfrm>
              <a:prstGeom prst="rect">
                <a:avLst/>
              </a:prstGeom>
              <a:solidFill>
                <a:srgbClr val="D4B4CC"/>
              </a:solidFill>
              <a:ln w="0">
                <a:noFill/>
                <a:prstDash val="solid"/>
              </a:ln>
            </p:spPr>
          </p:sp>
          <p:sp>
            <p:nvSpPr>
              <p:cNvPr id="17044" name="original-2d:645">
                <a:extLst>
                  <a:ext uri="{FF2B5EF4-FFF2-40B4-BE49-F238E27FC236}">
                    <ns2:creationId id="{A8E921F7-D489-4C39-8080-EE458813F333}"/>
                  </a:ext>
                </a:extLst>
              </p:cNvPr>
              <p:cNvSpPr>
                <a:spLocks noGrp="1"/>
              </p:cNvSpPr>
              <p:nvPr/>
            </p:nvSpPr>
            <p:spPr>
              <a:xfrm rot="0" flipH="0" flipV="0">
                <a:off x="3847529" y="1834833"/>
                <a:ext cx="84723" cy="94121"/>
              </a:xfrm>
              <a:prstGeom prst="rect">
                <a:avLst/>
              </a:prstGeom>
              <a:solidFill>
                <a:srgbClr val="D4B4CC"/>
              </a:solidFill>
              <a:ln w="0">
                <a:noFill/>
                <a:prstDash val="solid"/>
              </a:ln>
            </p:spPr>
          </p:sp>
          <p:sp>
            <p:nvSpPr>
              <p:cNvPr id="17045" name="original-2d:646">
                <a:extLst>
                  <a:ext uri="{FF2B5EF4-FFF2-40B4-BE49-F238E27FC236}">
                    <ns2:creationId id="{936EC688-9A52-4B85-99B5-A6E624B9F886}"/>
                  </a:ext>
                </a:extLst>
              </p:cNvPr>
              <p:cNvSpPr>
                <a:spLocks noGrp="1"/>
              </p:cNvSpPr>
              <p:nvPr/>
            </p:nvSpPr>
            <p:spPr>
              <a:xfrm rot="0" flipH="0" flipV="0">
                <a:off x="3932111" y="1834833"/>
                <a:ext cx="84723" cy="94121"/>
              </a:xfrm>
              <a:prstGeom prst="rect">
                <a:avLst/>
              </a:prstGeom>
              <a:solidFill>
                <a:srgbClr val="D4B4CC"/>
              </a:solidFill>
              <a:ln w="0">
                <a:noFill/>
                <a:prstDash val="solid"/>
              </a:ln>
            </p:spPr>
          </p:sp>
          <p:sp>
            <p:nvSpPr>
              <p:cNvPr id="17046" name="original-2d:647">
                <a:extLst>
                  <a:ext uri="{FF2B5EF4-FFF2-40B4-BE49-F238E27FC236}">
                    <ns2:creationId id="{17166C08-90FE-4860-95CC-6BDCAADC4FD5}"/>
                  </a:ext>
                </a:extLst>
              </p:cNvPr>
              <p:cNvSpPr>
                <a:spLocks noGrp="1"/>
              </p:cNvSpPr>
              <p:nvPr/>
            </p:nvSpPr>
            <p:spPr>
              <a:xfrm rot="0" flipH="0" flipV="0">
                <a:off x="4016693" y="1834833"/>
                <a:ext cx="84723" cy="94121"/>
              </a:xfrm>
              <a:prstGeom prst="rect">
                <a:avLst/>
              </a:prstGeom>
              <a:solidFill>
                <a:srgbClr val="D4B4CC"/>
              </a:solidFill>
              <a:ln w="0">
                <a:noFill/>
                <a:prstDash val="solid"/>
              </a:ln>
            </p:spPr>
          </p:sp>
          <p:sp>
            <p:nvSpPr>
              <p:cNvPr id="17047" name="original-2d:648">
                <a:extLst>
                  <a:ext uri="{FF2B5EF4-FFF2-40B4-BE49-F238E27FC236}">
                    <ns2:creationId id="{FF520278-57F0-40EA-8EEB-E01E3DEA17C2}"/>
                  </a:ext>
                </a:extLst>
              </p:cNvPr>
              <p:cNvSpPr>
                <a:spLocks noGrp="1"/>
              </p:cNvSpPr>
              <p:nvPr/>
            </p:nvSpPr>
            <p:spPr>
              <a:xfrm rot="0" flipH="0" flipV="0">
                <a:off x="4101275" y="1834833"/>
                <a:ext cx="84723" cy="94121"/>
              </a:xfrm>
              <a:prstGeom prst="rect">
                <a:avLst/>
              </a:prstGeom>
              <a:solidFill>
                <a:srgbClr val="D4B4CC"/>
              </a:solidFill>
              <a:ln w="0">
                <a:noFill/>
                <a:prstDash val="solid"/>
              </a:ln>
            </p:spPr>
          </p:sp>
          <p:sp>
            <p:nvSpPr>
              <p:cNvPr id="17048" name="original-2d:649">
                <a:extLst>
                  <a:ext uri="{FF2B5EF4-FFF2-40B4-BE49-F238E27FC236}">
                    <ns2:creationId id="{2E018437-6696-46FF-A2DC-1A37855F010E}"/>
                  </a:ext>
                </a:extLst>
              </p:cNvPr>
              <p:cNvSpPr>
                <a:spLocks noGrp="1"/>
              </p:cNvSpPr>
              <p:nvPr/>
            </p:nvSpPr>
            <p:spPr>
              <a:xfrm rot="0" flipH="0" flipV="0">
                <a:off x="4185857" y="1834833"/>
                <a:ext cx="84723" cy="94121"/>
              </a:xfrm>
              <a:prstGeom prst="rect">
                <a:avLst/>
              </a:prstGeom>
              <a:solidFill>
                <a:srgbClr val="D4B4CC"/>
              </a:solidFill>
              <a:ln w="0">
                <a:noFill/>
                <a:prstDash val="solid"/>
              </a:ln>
            </p:spPr>
          </p:sp>
          <p:sp>
            <p:nvSpPr>
              <p:cNvPr id="17049" name="original-2d:650">
                <a:extLst>
                  <a:ext uri="{FF2B5EF4-FFF2-40B4-BE49-F238E27FC236}">
                    <ns2:creationId id="{0646759B-979E-47CB-AFD9-C5F50625566E}"/>
                  </a:ext>
                </a:extLst>
              </p:cNvPr>
              <p:cNvSpPr>
                <a:spLocks noGrp="1"/>
              </p:cNvSpPr>
              <p:nvPr/>
            </p:nvSpPr>
            <p:spPr>
              <a:xfrm rot="0" flipH="0" flipV="0">
                <a:off x="4270439" y="1834833"/>
                <a:ext cx="84723" cy="94121"/>
              </a:xfrm>
              <a:prstGeom prst="rect">
                <a:avLst/>
              </a:prstGeom>
              <a:solidFill>
                <a:srgbClr val="D4B4CC"/>
              </a:solidFill>
              <a:ln w="0">
                <a:noFill/>
                <a:prstDash val="solid"/>
              </a:ln>
            </p:spPr>
          </p:sp>
          <p:sp>
            <p:nvSpPr>
              <p:cNvPr id="17050" name="original-2d:651">
                <a:extLst>
                  <a:ext uri="{FF2B5EF4-FFF2-40B4-BE49-F238E27FC236}">
                    <ns2:creationId id="{607D8094-723B-4E14-B430-3014210C7DED}"/>
                  </a:ext>
                </a:extLst>
              </p:cNvPr>
              <p:cNvSpPr>
                <a:spLocks noGrp="1"/>
              </p:cNvSpPr>
              <p:nvPr/>
            </p:nvSpPr>
            <p:spPr>
              <a:xfrm rot="0" flipH="0" flipV="0">
                <a:off x="4355021" y="1834833"/>
                <a:ext cx="84723" cy="94121"/>
              </a:xfrm>
              <a:prstGeom prst="rect">
                <a:avLst/>
              </a:prstGeom>
              <a:solidFill>
                <a:srgbClr val="CC79A7"/>
              </a:solidFill>
              <a:ln w="0">
                <a:noFill/>
                <a:prstDash val="solid"/>
              </a:ln>
            </p:spPr>
          </p:sp>
          <p:sp>
            <p:nvSpPr>
              <p:cNvPr id="17051" name="original-2d:652">
                <a:extLst>
                  <a:ext uri="{FF2B5EF4-FFF2-40B4-BE49-F238E27FC236}">
                    <ns2:creationId id="{335E30AA-646E-4834-BC70-F8A4D7A7A166}"/>
                  </a:ext>
                </a:extLst>
              </p:cNvPr>
              <p:cNvSpPr>
                <a:spLocks noGrp="1"/>
              </p:cNvSpPr>
              <p:nvPr/>
            </p:nvSpPr>
            <p:spPr>
              <a:xfrm rot="0" flipH="0" flipV="0">
                <a:off x="4439603" y="1834833"/>
                <a:ext cx="84723" cy="94121"/>
              </a:xfrm>
              <a:prstGeom prst="rect">
                <a:avLst/>
              </a:prstGeom>
              <a:solidFill>
                <a:srgbClr val="CC79A7"/>
              </a:solidFill>
              <a:ln w="0">
                <a:noFill/>
                <a:prstDash val="solid"/>
              </a:ln>
            </p:spPr>
          </p:sp>
          <p:sp>
            <p:nvSpPr>
              <p:cNvPr id="17052" name="original-2d:653">
                <a:extLst>
                  <a:ext uri="{FF2B5EF4-FFF2-40B4-BE49-F238E27FC236}">
                    <ns2:creationId id="{D723C8B0-2BAC-445D-9D67-2272B3A51BD9}"/>
                  </a:ext>
                </a:extLst>
              </p:cNvPr>
              <p:cNvSpPr>
                <a:spLocks noGrp="1"/>
              </p:cNvSpPr>
              <p:nvPr/>
            </p:nvSpPr>
            <p:spPr>
              <a:xfrm rot="0" flipH="0" flipV="0">
                <a:off x="4524185" y="1834833"/>
                <a:ext cx="84723" cy="94121"/>
              </a:xfrm>
              <a:prstGeom prst="rect">
                <a:avLst/>
              </a:prstGeom>
              <a:solidFill>
                <a:srgbClr val="CC79A7"/>
              </a:solidFill>
              <a:ln w="0">
                <a:noFill/>
                <a:prstDash val="solid"/>
              </a:ln>
            </p:spPr>
          </p:sp>
          <p:sp>
            <p:nvSpPr>
              <p:cNvPr id="17053" name="original-2d:654">
                <a:extLst>
                  <a:ext uri="{FF2B5EF4-FFF2-40B4-BE49-F238E27FC236}">
                    <ns2:creationId id="{4E716E18-0450-4A53-A22A-5585BE7E3CD6}"/>
                  </a:ext>
                </a:extLst>
              </p:cNvPr>
              <p:cNvSpPr>
                <a:spLocks noGrp="1"/>
              </p:cNvSpPr>
              <p:nvPr/>
            </p:nvSpPr>
            <p:spPr>
              <a:xfrm rot="0" flipH="0" flipV="0">
                <a:off x="4608767" y="1834833"/>
                <a:ext cx="84723" cy="94121"/>
              </a:xfrm>
              <a:prstGeom prst="rect">
                <a:avLst/>
              </a:prstGeom>
              <a:solidFill>
                <a:srgbClr val="CC79A7"/>
              </a:solidFill>
              <a:ln w="0">
                <a:noFill/>
                <a:prstDash val="solid"/>
              </a:ln>
            </p:spPr>
          </p:sp>
          <p:sp>
            <p:nvSpPr>
              <p:cNvPr id="17054" name="original-2d:655">
                <a:extLst>
                  <a:ext uri="{FF2B5EF4-FFF2-40B4-BE49-F238E27FC236}">
                    <ns2:creationId id="{D2EA5300-5476-4A7D-8CDA-957099F8B1CB}"/>
                  </a:ext>
                </a:extLst>
              </p:cNvPr>
              <p:cNvSpPr>
                <a:spLocks noGrp="1"/>
              </p:cNvSpPr>
              <p:nvPr/>
            </p:nvSpPr>
            <p:spPr>
              <a:xfrm rot="0" flipH="0" flipV="0">
                <a:off x="4693349" y="1834833"/>
                <a:ext cx="84723" cy="94121"/>
              </a:xfrm>
              <a:prstGeom prst="rect">
                <a:avLst/>
              </a:prstGeom>
              <a:solidFill>
                <a:srgbClr val="CC79A7"/>
              </a:solidFill>
              <a:ln w="0">
                <a:noFill/>
                <a:prstDash val="solid"/>
              </a:ln>
            </p:spPr>
          </p:sp>
          <p:sp>
            <p:nvSpPr>
              <p:cNvPr id="17055" name="original-2d:656">
                <a:extLst>
                  <a:ext uri="{FF2B5EF4-FFF2-40B4-BE49-F238E27FC236}">
                    <ns2:creationId id="{8E885DDB-AF42-42A5-BA32-4E7F6B73D90F}"/>
                  </a:ext>
                </a:extLst>
              </p:cNvPr>
              <p:cNvSpPr>
                <a:spLocks noGrp="1"/>
              </p:cNvSpPr>
              <p:nvPr/>
            </p:nvSpPr>
            <p:spPr>
              <a:xfrm rot="0" flipH="0" flipV="0">
                <a:off x="4777931" y="1834833"/>
                <a:ext cx="84723" cy="94121"/>
              </a:xfrm>
              <a:prstGeom prst="rect">
                <a:avLst/>
              </a:prstGeom>
              <a:solidFill>
                <a:srgbClr val="CC79A7"/>
              </a:solidFill>
              <a:ln w="0">
                <a:noFill/>
                <a:prstDash val="solid"/>
              </a:ln>
            </p:spPr>
          </p:sp>
          <p:sp>
            <p:nvSpPr>
              <p:cNvPr id="17056" name="original-2d:657">
                <a:extLst>
                  <a:ext uri="{FF2B5EF4-FFF2-40B4-BE49-F238E27FC236}">
                    <ns2:creationId id="{FC7A7C12-8892-47F5-8E23-35DA380B2A1D}"/>
                  </a:ext>
                </a:extLst>
              </p:cNvPr>
              <p:cNvSpPr>
                <a:spLocks noGrp="1"/>
              </p:cNvSpPr>
              <p:nvPr/>
            </p:nvSpPr>
            <p:spPr>
              <a:xfrm rot="0" flipH="0" flipV="0">
                <a:off x="4862513" y="1834833"/>
                <a:ext cx="84723" cy="94121"/>
              </a:xfrm>
              <a:prstGeom prst="rect">
                <a:avLst/>
              </a:prstGeom>
              <a:solidFill>
                <a:srgbClr val="CC79A7"/>
              </a:solidFill>
              <a:ln w="0">
                <a:noFill/>
                <a:prstDash val="solid"/>
              </a:ln>
            </p:spPr>
          </p:sp>
          <p:sp>
            <p:nvSpPr>
              <p:cNvPr id="17057" name="original-2d:658">
                <a:extLst>
                  <a:ext uri="{FF2B5EF4-FFF2-40B4-BE49-F238E27FC236}">
                    <ns2:creationId id="{48AAB5BD-83A2-4D3B-BA7C-423FD4E9D569}"/>
                  </a:ext>
                </a:extLst>
              </p:cNvPr>
              <p:cNvSpPr>
                <a:spLocks noGrp="1"/>
              </p:cNvSpPr>
              <p:nvPr/>
            </p:nvSpPr>
            <p:spPr>
              <a:xfrm rot="0" flipH="0" flipV="0">
                <a:off x="4947095" y="1834833"/>
                <a:ext cx="84723" cy="94121"/>
              </a:xfrm>
              <a:prstGeom prst="rect">
                <a:avLst/>
              </a:prstGeom>
              <a:solidFill>
                <a:srgbClr val="CC79A7"/>
              </a:solidFill>
              <a:ln w="0">
                <a:noFill/>
                <a:prstDash val="solid"/>
              </a:ln>
            </p:spPr>
          </p:sp>
          <p:sp>
            <p:nvSpPr>
              <p:cNvPr id="17058" name="original-2d:659">
                <a:extLst>
                  <a:ext uri="{FF2B5EF4-FFF2-40B4-BE49-F238E27FC236}">
                    <ns2:creationId id="{17D88427-10AB-4EC4-8DDE-5975D2860730}"/>
                  </a:ext>
                </a:extLst>
              </p:cNvPr>
              <p:cNvSpPr>
                <a:spLocks noGrp="1"/>
              </p:cNvSpPr>
              <p:nvPr/>
            </p:nvSpPr>
            <p:spPr>
              <a:xfrm rot="0" flipH="0" flipV="0">
                <a:off x="5031677" y="1834833"/>
                <a:ext cx="84723" cy="94121"/>
              </a:xfrm>
              <a:prstGeom prst="rect">
                <a:avLst/>
              </a:prstGeom>
              <a:solidFill>
                <a:srgbClr val="CC79A7"/>
              </a:solidFill>
              <a:ln w="0">
                <a:noFill/>
                <a:prstDash val="solid"/>
              </a:ln>
            </p:spPr>
          </p:sp>
          <p:sp>
            <p:nvSpPr>
              <p:cNvPr id="17059" name="original-2d:660">
                <a:extLst>
                  <a:ext uri="{FF2B5EF4-FFF2-40B4-BE49-F238E27FC236}">
                    <ns2:creationId id="{61C10949-328D-4AAE-9524-D437E27708C6}"/>
                  </a:ext>
                </a:extLst>
              </p:cNvPr>
              <p:cNvSpPr>
                <a:spLocks noGrp="1"/>
              </p:cNvSpPr>
              <p:nvPr/>
            </p:nvSpPr>
            <p:spPr>
              <a:xfrm rot="0" flipH="0" flipV="0">
                <a:off x="5116259" y="1834833"/>
                <a:ext cx="84723" cy="94121"/>
              </a:xfrm>
              <a:prstGeom prst="rect">
                <a:avLst/>
              </a:prstGeom>
              <a:solidFill>
                <a:srgbClr val="CC79A7"/>
              </a:solidFill>
              <a:ln w="0">
                <a:noFill/>
                <a:prstDash val="solid"/>
              </a:ln>
            </p:spPr>
          </p:sp>
          <p:sp>
            <p:nvSpPr>
              <p:cNvPr id="17060" name="original-2d:661">
                <a:extLst>
                  <a:ext uri="{FF2B5EF4-FFF2-40B4-BE49-F238E27FC236}">
                    <ns2:creationId id="{CC4A4B9F-29F3-411C-BD41-64D6F2AB29DF}"/>
                  </a:ext>
                </a:extLst>
              </p:cNvPr>
              <p:cNvSpPr>
                <a:spLocks noGrp="1"/>
              </p:cNvSpPr>
              <p:nvPr/>
            </p:nvSpPr>
            <p:spPr>
              <a:xfrm rot="0" flipH="0" flipV="0">
                <a:off x="5200841" y="1834833"/>
                <a:ext cx="84723" cy="94121"/>
              </a:xfrm>
              <a:prstGeom prst="rect">
                <a:avLst/>
              </a:prstGeom>
              <a:solidFill>
                <a:srgbClr val="CC79A7"/>
              </a:solidFill>
              <a:ln w="0">
                <a:noFill/>
                <a:prstDash val="solid"/>
              </a:ln>
            </p:spPr>
          </p:sp>
          <p:sp>
            <p:nvSpPr>
              <p:cNvPr id="17061" name="original-2d:662">
                <a:extLst>
                  <a:ext uri="{FF2B5EF4-FFF2-40B4-BE49-F238E27FC236}">
                    <ns2:creationId id="{BBBB3457-36B5-4E03-A057-20B988A701F4}"/>
                  </a:ext>
                </a:extLst>
              </p:cNvPr>
              <p:cNvSpPr>
                <a:spLocks noGrp="1"/>
              </p:cNvSpPr>
              <p:nvPr/>
            </p:nvSpPr>
            <p:spPr>
              <a:xfrm rot="0" flipH="0" flipV="0">
                <a:off x="3593783" y="1928813"/>
                <a:ext cx="84723" cy="94121"/>
              </a:xfrm>
              <a:prstGeom prst="rect">
                <a:avLst/>
              </a:prstGeom>
              <a:solidFill>
                <a:srgbClr val="D4B4CC"/>
              </a:solidFill>
              <a:ln w="0">
                <a:noFill/>
                <a:prstDash val="solid"/>
              </a:ln>
            </p:spPr>
          </p:sp>
          <p:sp>
            <p:nvSpPr>
              <p:cNvPr id="17062" name="original-2d:663">
                <a:extLst>
                  <a:ext uri="{FF2B5EF4-FFF2-40B4-BE49-F238E27FC236}">
                    <ns2:creationId id="{C6A7B2D3-666D-475C-A1BF-81BBD1DE221D}"/>
                  </a:ext>
                </a:extLst>
              </p:cNvPr>
              <p:cNvSpPr>
                <a:spLocks noGrp="1"/>
              </p:cNvSpPr>
              <p:nvPr/>
            </p:nvSpPr>
            <p:spPr>
              <a:xfrm rot="0" flipH="0" flipV="0">
                <a:off x="3678365" y="1928813"/>
                <a:ext cx="84723" cy="94121"/>
              </a:xfrm>
              <a:prstGeom prst="rect">
                <a:avLst/>
              </a:prstGeom>
              <a:solidFill>
                <a:srgbClr val="D4B4CC"/>
              </a:solidFill>
              <a:ln w="0">
                <a:noFill/>
                <a:prstDash val="solid"/>
              </a:ln>
            </p:spPr>
          </p:sp>
          <p:sp>
            <p:nvSpPr>
              <p:cNvPr id="17063" name="original-2d:664">
                <a:extLst>
                  <a:ext uri="{FF2B5EF4-FFF2-40B4-BE49-F238E27FC236}">
                    <ns2:creationId id="{29685187-6F47-47EE-BFA3-7EA57467A516}"/>
                  </a:ext>
                </a:extLst>
              </p:cNvPr>
              <p:cNvSpPr>
                <a:spLocks noGrp="1"/>
              </p:cNvSpPr>
              <p:nvPr/>
            </p:nvSpPr>
            <p:spPr>
              <a:xfrm rot="0" flipH="0" flipV="0">
                <a:off x="3762947" y="1928813"/>
                <a:ext cx="84723" cy="94121"/>
              </a:xfrm>
              <a:prstGeom prst="rect">
                <a:avLst/>
              </a:prstGeom>
              <a:solidFill>
                <a:srgbClr val="0072B2"/>
              </a:solidFill>
              <a:ln w="0">
                <a:noFill/>
                <a:prstDash val="solid"/>
              </a:ln>
            </p:spPr>
          </p:sp>
          <p:sp>
            <p:nvSpPr>
              <p:cNvPr id="17064" name="original-2d:665">
                <a:extLst>
                  <a:ext uri="{FF2B5EF4-FFF2-40B4-BE49-F238E27FC236}">
                    <ns2:creationId id="{6F07D983-520D-4737-B966-45C21D65FE61}"/>
                  </a:ext>
                </a:extLst>
              </p:cNvPr>
              <p:cNvSpPr>
                <a:spLocks noGrp="1"/>
              </p:cNvSpPr>
              <p:nvPr/>
            </p:nvSpPr>
            <p:spPr>
              <a:xfrm rot="0" flipH="0" flipV="0">
                <a:off x="3847529" y="1928813"/>
                <a:ext cx="84723" cy="94121"/>
              </a:xfrm>
              <a:prstGeom prst="rect">
                <a:avLst/>
              </a:prstGeom>
              <a:solidFill>
                <a:srgbClr val="0072B2"/>
              </a:solidFill>
              <a:ln w="0">
                <a:noFill/>
                <a:prstDash val="solid"/>
              </a:ln>
            </p:spPr>
          </p:sp>
          <p:sp>
            <p:nvSpPr>
              <p:cNvPr id="17065" name="original-2d:666">
                <a:extLst>
                  <a:ext uri="{FF2B5EF4-FFF2-40B4-BE49-F238E27FC236}">
                    <ns2:creationId id="{AF56D8F3-9B06-4F0B-88F3-7C2959D97B76}"/>
                  </a:ext>
                </a:extLst>
              </p:cNvPr>
              <p:cNvSpPr>
                <a:spLocks noGrp="1"/>
              </p:cNvSpPr>
              <p:nvPr/>
            </p:nvSpPr>
            <p:spPr>
              <a:xfrm rot="0" flipH="0" flipV="0">
                <a:off x="3932111" y="1928813"/>
                <a:ext cx="84723" cy="94121"/>
              </a:xfrm>
              <a:prstGeom prst="rect">
                <a:avLst/>
              </a:prstGeom>
              <a:solidFill>
                <a:srgbClr val="0072B2"/>
              </a:solidFill>
              <a:ln w="0">
                <a:noFill/>
                <a:prstDash val="solid"/>
              </a:ln>
            </p:spPr>
          </p:sp>
          <p:sp>
            <p:nvSpPr>
              <p:cNvPr id="17066" name="original-2d:667">
                <a:extLst>
                  <a:ext uri="{FF2B5EF4-FFF2-40B4-BE49-F238E27FC236}">
                    <ns2:creationId id="{3AB4467F-2874-4996-9782-9D48EF7C6FEE}"/>
                  </a:ext>
                </a:extLst>
              </p:cNvPr>
              <p:cNvSpPr>
                <a:spLocks noGrp="1"/>
              </p:cNvSpPr>
              <p:nvPr/>
            </p:nvSpPr>
            <p:spPr>
              <a:xfrm rot="0" flipH="0" flipV="0">
                <a:off x="4016693" y="1928813"/>
                <a:ext cx="84723" cy="94121"/>
              </a:xfrm>
              <a:prstGeom prst="rect">
                <a:avLst/>
              </a:prstGeom>
              <a:solidFill>
                <a:srgbClr val="0072B2"/>
              </a:solidFill>
              <a:ln w="0">
                <a:noFill/>
                <a:prstDash val="solid"/>
              </a:ln>
            </p:spPr>
          </p:sp>
          <p:sp>
            <p:nvSpPr>
              <p:cNvPr id="17067" name="original-2d:668">
                <a:extLst>
                  <a:ext uri="{FF2B5EF4-FFF2-40B4-BE49-F238E27FC236}">
                    <ns2:creationId id="{A2049B40-2F3A-4883-991E-8D3631EF2A39}"/>
                  </a:ext>
                </a:extLst>
              </p:cNvPr>
              <p:cNvSpPr>
                <a:spLocks noGrp="1"/>
              </p:cNvSpPr>
              <p:nvPr/>
            </p:nvSpPr>
            <p:spPr>
              <a:xfrm rot="0" flipH="0" flipV="0">
                <a:off x="4101275" y="1928813"/>
                <a:ext cx="84723" cy="94121"/>
              </a:xfrm>
              <a:prstGeom prst="rect">
                <a:avLst/>
              </a:prstGeom>
              <a:solidFill>
                <a:srgbClr val="D4B4CC"/>
              </a:solidFill>
              <a:ln w="0">
                <a:noFill/>
                <a:prstDash val="solid"/>
              </a:ln>
            </p:spPr>
          </p:sp>
          <p:sp>
            <p:nvSpPr>
              <p:cNvPr id="17068" name="original-2d:669">
                <a:extLst>
                  <a:ext uri="{FF2B5EF4-FFF2-40B4-BE49-F238E27FC236}">
                    <ns2:creationId id="{247A61D3-6912-440C-8D3C-3DBD6FD6E3C7}"/>
                  </a:ext>
                </a:extLst>
              </p:cNvPr>
              <p:cNvSpPr>
                <a:spLocks noGrp="1"/>
              </p:cNvSpPr>
              <p:nvPr/>
            </p:nvSpPr>
            <p:spPr>
              <a:xfrm rot="0" flipH="0" flipV="0">
                <a:off x="4185857" y="1928813"/>
                <a:ext cx="84723" cy="94121"/>
              </a:xfrm>
              <a:prstGeom prst="rect">
                <a:avLst/>
              </a:prstGeom>
              <a:solidFill>
                <a:srgbClr val="D4B4CC"/>
              </a:solidFill>
              <a:ln w="0">
                <a:noFill/>
                <a:prstDash val="solid"/>
              </a:ln>
            </p:spPr>
          </p:sp>
          <p:sp>
            <p:nvSpPr>
              <p:cNvPr id="17069" name="original-2d:670">
                <a:extLst>
                  <a:ext uri="{FF2B5EF4-FFF2-40B4-BE49-F238E27FC236}">
                    <ns2:creationId id="{3729FBC0-7CEA-4E67-830D-9CCE2B28C120}"/>
                  </a:ext>
                </a:extLst>
              </p:cNvPr>
              <p:cNvSpPr>
                <a:spLocks noGrp="1"/>
              </p:cNvSpPr>
              <p:nvPr/>
            </p:nvSpPr>
            <p:spPr>
              <a:xfrm rot="0" flipH="0" flipV="0">
                <a:off x="4270439" y="1928813"/>
                <a:ext cx="84723" cy="94121"/>
              </a:xfrm>
              <a:prstGeom prst="rect">
                <a:avLst/>
              </a:prstGeom>
              <a:solidFill>
                <a:srgbClr val="CC79A7"/>
              </a:solidFill>
              <a:ln w="0">
                <a:noFill/>
                <a:prstDash val="solid"/>
              </a:ln>
            </p:spPr>
          </p:sp>
          <p:sp>
            <p:nvSpPr>
              <p:cNvPr id="17070" name="original-2d:671">
                <a:extLst>
                  <a:ext uri="{FF2B5EF4-FFF2-40B4-BE49-F238E27FC236}">
                    <ns2:creationId id="{A39D667D-11FD-45D8-96BB-A76823142A96}"/>
                  </a:ext>
                </a:extLst>
              </p:cNvPr>
              <p:cNvSpPr>
                <a:spLocks noGrp="1"/>
              </p:cNvSpPr>
              <p:nvPr/>
            </p:nvSpPr>
            <p:spPr>
              <a:xfrm rot="0" flipH="0" flipV="0">
                <a:off x="4355021" y="1928813"/>
                <a:ext cx="84723" cy="94121"/>
              </a:xfrm>
              <a:prstGeom prst="rect">
                <a:avLst/>
              </a:prstGeom>
              <a:solidFill>
                <a:srgbClr val="CC79A7"/>
              </a:solidFill>
              <a:ln w="0">
                <a:noFill/>
                <a:prstDash val="solid"/>
              </a:ln>
            </p:spPr>
          </p:sp>
          <p:sp>
            <p:nvSpPr>
              <p:cNvPr id="17071" name="original-2d:672">
                <a:extLst>
                  <a:ext uri="{FF2B5EF4-FFF2-40B4-BE49-F238E27FC236}">
                    <ns2:creationId id="{7CBA74E2-6879-4BA9-8583-8970C1CCFACF}"/>
                  </a:ext>
                </a:extLst>
              </p:cNvPr>
              <p:cNvSpPr>
                <a:spLocks noGrp="1"/>
              </p:cNvSpPr>
              <p:nvPr/>
            </p:nvSpPr>
            <p:spPr>
              <a:xfrm rot="0" flipH="0" flipV="0">
                <a:off x="4439603" y="1928813"/>
                <a:ext cx="84723" cy="94121"/>
              </a:xfrm>
              <a:prstGeom prst="rect">
                <a:avLst/>
              </a:prstGeom>
              <a:solidFill>
                <a:srgbClr val="CC79A7"/>
              </a:solidFill>
              <a:ln w="0">
                <a:noFill/>
                <a:prstDash val="solid"/>
              </a:ln>
            </p:spPr>
          </p:sp>
          <p:sp>
            <p:nvSpPr>
              <p:cNvPr id="17072" name="original-2d:673">
                <a:extLst>
                  <a:ext uri="{FF2B5EF4-FFF2-40B4-BE49-F238E27FC236}">
                    <ns2:creationId id="{777E7FFF-B532-4C94-B95D-64B399E5392C}"/>
                  </a:ext>
                </a:extLst>
              </p:cNvPr>
              <p:cNvSpPr>
                <a:spLocks noGrp="1"/>
              </p:cNvSpPr>
              <p:nvPr/>
            </p:nvSpPr>
            <p:spPr>
              <a:xfrm rot="0" flipH="0" flipV="0">
                <a:off x="4524185" y="1928813"/>
                <a:ext cx="84723" cy="94121"/>
              </a:xfrm>
              <a:prstGeom prst="rect">
                <a:avLst/>
              </a:prstGeom>
              <a:solidFill>
                <a:srgbClr val="CC79A7"/>
              </a:solidFill>
              <a:ln w="0">
                <a:noFill/>
                <a:prstDash val="solid"/>
              </a:ln>
            </p:spPr>
          </p:sp>
          <p:sp>
            <p:nvSpPr>
              <p:cNvPr id="17073" name="original-2d:674">
                <a:extLst>
                  <a:ext uri="{FF2B5EF4-FFF2-40B4-BE49-F238E27FC236}">
                    <ns2:creationId id="{7618201C-6446-42B3-9569-CF428D902B81}"/>
                  </a:ext>
                </a:extLst>
              </p:cNvPr>
              <p:cNvSpPr>
                <a:spLocks noGrp="1"/>
              </p:cNvSpPr>
              <p:nvPr/>
            </p:nvSpPr>
            <p:spPr>
              <a:xfrm rot="0" flipH="0" flipV="0">
                <a:off x="4608767" y="1928813"/>
                <a:ext cx="84723" cy="94121"/>
              </a:xfrm>
              <a:prstGeom prst="rect">
                <a:avLst/>
              </a:prstGeom>
              <a:solidFill>
                <a:srgbClr val="CC79A7"/>
              </a:solidFill>
              <a:ln w="0">
                <a:noFill/>
                <a:prstDash val="solid"/>
              </a:ln>
            </p:spPr>
          </p:sp>
          <p:sp>
            <p:nvSpPr>
              <p:cNvPr id="17074" name="original-2d:675">
                <a:extLst>
                  <a:ext uri="{FF2B5EF4-FFF2-40B4-BE49-F238E27FC236}">
                    <ns2:creationId id="{5C5FE848-042E-4CA9-9599-D5498C38A877}"/>
                  </a:ext>
                </a:extLst>
              </p:cNvPr>
              <p:cNvSpPr>
                <a:spLocks noGrp="1"/>
              </p:cNvSpPr>
              <p:nvPr/>
            </p:nvSpPr>
            <p:spPr>
              <a:xfrm rot="0" flipH="0" flipV="0">
                <a:off x="4693349" y="1928813"/>
                <a:ext cx="84723" cy="94121"/>
              </a:xfrm>
              <a:prstGeom prst="rect">
                <a:avLst/>
              </a:prstGeom>
              <a:solidFill>
                <a:srgbClr val="CC79A7"/>
              </a:solidFill>
              <a:ln w="0">
                <a:noFill/>
                <a:prstDash val="solid"/>
              </a:ln>
            </p:spPr>
          </p:sp>
          <p:sp>
            <p:nvSpPr>
              <p:cNvPr id="17075" name="original-2d:676">
                <a:extLst>
                  <a:ext uri="{FF2B5EF4-FFF2-40B4-BE49-F238E27FC236}">
                    <ns2:creationId id="{4619D4CB-0BCB-4BFB-8D1F-8AC94FBFFA4B}"/>
                  </a:ext>
                </a:extLst>
              </p:cNvPr>
              <p:cNvSpPr>
                <a:spLocks noGrp="1"/>
              </p:cNvSpPr>
              <p:nvPr/>
            </p:nvSpPr>
            <p:spPr>
              <a:xfrm rot="0" flipH="0" flipV="0">
                <a:off x="4777931" y="1928813"/>
                <a:ext cx="84723" cy="94121"/>
              </a:xfrm>
              <a:prstGeom prst="rect">
                <a:avLst/>
              </a:prstGeom>
              <a:solidFill>
                <a:srgbClr val="CC79A7"/>
              </a:solidFill>
              <a:ln w="0">
                <a:noFill/>
                <a:prstDash val="solid"/>
              </a:ln>
            </p:spPr>
          </p:sp>
          <p:sp>
            <p:nvSpPr>
              <p:cNvPr id="17076" name="original-2d:677">
                <a:extLst>
                  <a:ext uri="{FF2B5EF4-FFF2-40B4-BE49-F238E27FC236}">
                    <ns2:creationId id="{9FB82B8B-1FF2-415C-AE3F-E1343223FE37}"/>
                  </a:ext>
                </a:extLst>
              </p:cNvPr>
              <p:cNvSpPr>
                <a:spLocks noGrp="1"/>
              </p:cNvSpPr>
              <p:nvPr/>
            </p:nvSpPr>
            <p:spPr>
              <a:xfrm rot="0" flipH="0" flipV="0">
                <a:off x="4862513" y="1928813"/>
                <a:ext cx="84723" cy="94121"/>
              </a:xfrm>
              <a:prstGeom prst="rect">
                <a:avLst/>
              </a:prstGeom>
              <a:solidFill>
                <a:srgbClr val="CC79A7"/>
              </a:solidFill>
              <a:ln w="0">
                <a:noFill/>
                <a:prstDash val="solid"/>
              </a:ln>
            </p:spPr>
          </p:sp>
          <p:sp>
            <p:nvSpPr>
              <p:cNvPr id="17077" name="original-2d:678">
                <a:extLst>
                  <a:ext uri="{FF2B5EF4-FFF2-40B4-BE49-F238E27FC236}">
                    <ns2:creationId id="{AA475D93-8D1D-47D0-9FCA-64C99379BCDE}"/>
                  </a:ext>
                </a:extLst>
              </p:cNvPr>
              <p:cNvSpPr>
                <a:spLocks noGrp="1"/>
              </p:cNvSpPr>
              <p:nvPr/>
            </p:nvSpPr>
            <p:spPr>
              <a:xfrm rot="0" flipH="0" flipV="0">
                <a:off x="4947095" y="1928813"/>
                <a:ext cx="84723" cy="94121"/>
              </a:xfrm>
              <a:prstGeom prst="rect">
                <a:avLst/>
              </a:prstGeom>
              <a:solidFill>
                <a:srgbClr val="CC79A7"/>
              </a:solidFill>
              <a:ln w="0">
                <a:noFill/>
                <a:prstDash val="solid"/>
              </a:ln>
            </p:spPr>
          </p:sp>
          <p:sp>
            <p:nvSpPr>
              <p:cNvPr id="17078" name="original-2d:679">
                <a:extLst>
                  <a:ext uri="{FF2B5EF4-FFF2-40B4-BE49-F238E27FC236}">
                    <ns2:creationId id="{3D3A1D65-4F0A-4071-9C1D-5A2CA92D80DF}"/>
                  </a:ext>
                </a:extLst>
              </p:cNvPr>
              <p:cNvSpPr>
                <a:spLocks noGrp="1"/>
              </p:cNvSpPr>
              <p:nvPr/>
            </p:nvSpPr>
            <p:spPr>
              <a:xfrm rot="0" flipH="0" flipV="0">
                <a:off x="5031677" y="1928813"/>
                <a:ext cx="84723" cy="94121"/>
              </a:xfrm>
              <a:prstGeom prst="rect">
                <a:avLst/>
              </a:prstGeom>
              <a:solidFill>
                <a:srgbClr val="CC79A7"/>
              </a:solidFill>
              <a:ln w="0">
                <a:noFill/>
                <a:prstDash val="solid"/>
              </a:ln>
            </p:spPr>
          </p:sp>
          <p:sp>
            <p:nvSpPr>
              <p:cNvPr id="17079" name="original-2d:680">
                <a:extLst>
                  <a:ext uri="{FF2B5EF4-FFF2-40B4-BE49-F238E27FC236}">
                    <ns2:creationId id="{CC6B7A5B-F40E-411D-B77A-F089520E3594}"/>
                  </a:ext>
                </a:extLst>
              </p:cNvPr>
              <p:cNvSpPr>
                <a:spLocks noGrp="1"/>
              </p:cNvSpPr>
              <p:nvPr/>
            </p:nvSpPr>
            <p:spPr>
              <a:xfrm rot="0" flipH="0" flipV="0">
                <a:off x="5116259" y="1928813"/>
                <a:ext cx="84723" cy="94121"/>
              </a:xfrm>
              <a:prstGeom prst="rect">
                <a:avLst/>
              </a:prstGeom>
              <a:solidFill>
                <a:srgbClr val="CC79A7"/>
              </a:solidFill>
              <a:ln w="0">
                <a:noFill/>
                <a:prstDash val="solid"/>
              </a:ln>
            </p:spPr>
          </p:sp>
          <p:sp>
            <p:nvSpPr>
              <p:cNvPr id="17080" name="original-2d:681">
                <a:extLst>
                  <a:ext uri="{FF2B5EF4-FFF2-40B4-BE49-F238E27FC236}">
                    <ns2:creationId id="{B8DDC720-B427-4DAB-887A-4065DB7DF59A}"/>
                  </a:ext>
                </a:extLst>
              </p:cNvPr>
              <p:cNvSpPr>
                <a:spLocks noGrp="1"/>
              </p:cNvSpPr>
              <p:nvPr/>
            </p:nvSpPr>
            <p:spPr>
              <a:xfrm rot="0" flipH="0" flipV="0">
                <a:off x="5200841" y="1928813"/>
                <a:ext cx="84723" cy="94121"/>
              </a:xfrm>
              <a:prstGeom prst="rect">
                <a:avLst/>
              </a:prstGeom>
              <a:solidFill>
                <a:srgbClr val="D4B4CC"/>
              </a:solidFill>
              <a:ln w="0">
                <a:noFill/>
                <a:prstDash val="solid"/>
              </a:ln>
            </p:spPr>
          </p:sp>
          <p:sp>
            <p:nvSpPr>
              <p:cNvPr id="17081" name="original-2d:682">
                <a:extLst>
                  <a:ext uri="{FF2B5EF4-FFF2-40B4-BE49-F238E27FC236}">
                    <ns2:creationId id="{6451E24B-3FC6-410D-AF1D-C2621161A007}"/>
                  </a:ext>
                </a:extLst>
              </p:cNvPr>
              <p:cNvSpPr>
                <a:spLocks noGrp="1"/>
              </p:cNvSpPr>
              <p:nvPr/>
            </p:nvSpPr>
            <p:spPr>
              <a:xfrm rot="0" flipH="0" flipV="0">
                <a:off x="3593783" y="2022793"/>
                <a:ext cx="84723" cy="94121"/>
              </a:xfrm>
              <a:prstGeom prst="rect">
                <a:avLst/>
              </a:prstGeom>
              <a:solidFill>
                <a:srgbClr val="D4B4CC"/>
              </a:solidFill>
              <a:ln w="0">
                <a:noFill/>
                <a:prstDash val="solid"/>
              </a:ln>
            </p:spPr>
          </p:sp>
          <p:sp>
            <p:nvSpPr>
              <p:cNvPr id="17082" name="original-2d:683">
                <a:extLst>
                  <a:ext uri="{FF2B5EF4-FFF2-40B4-BE49-F238E27FC236}">
                    <ns2:creationId id="{B47554B0-4134-46F6-8384-018A0F5144ED}"/>
                  </a:ext>
                </a:extLst>
              </p:cNvPr>
              <p:cNvSpPr>
                <a:spLocks noGrp="1"/>
              </p:cNvSpPr>
              <p:nvPr/>
            </p:nvSpPr>
            <p:spPr>
              <a:xfrm rot="0" flipH="0" flipV="0">
                <a:off x="3678365" y="2022793"/>
                <a:ext cx="84723" cy="94121"/>
              </a:xfrm>
              <a:prstGeom prst="rect">
                <a:avLst/>
              </a:prstGeom>
              <a:solidFill>
                <a:srgbClr val="0072B2"/>
              </a:solidFill>
              <a:ln w="0">
                <a:noFill/>
                <a:prstDash val="solid"/>
              </a:ln>
            </p:spPr>
          </p:sp>
          <p:sp>
            <p:nvSpPr>
              <p:cNvPr id="17083" name="original-2d:684">
                <a:extLst>
                  <a:ext uri="{FF2B5EF4-FFF2-40B4-BE49-F238E27FC236}">
                    <ns2:creationId id="{6658A46F-620C-42E3-9F9C-812890797F17}"/>
                  </a:ext>
                </a:extLst>
              </p:cNvPr>
              <p:cNvSpPr>
                <a:spLocks noGrp="1"/>
              </p:cNvSpPr>
              <p:nvPr/>
            </p:nvSpPr>
            <p:spPr>
              <a:xfrm rot="0" flipH="0" flipV="0">
                <a:off x="3762947" y="2022793"/>
                <a:ext cx="84723" cy="94121"/>
              </a:xfrm>
              <a:prstGeom prst="rect">
                <a:avLst/>
              </a:prstGeom>
              <a:solidFill>
                <a:srgbClr val="0072B2"/>
              </a:solidFill>
              <a:ln w="0">
                <a:noFill/>
                <a:prstDash val="solid"/>
              </a:ln>
            </p:spPr>
          </p:sp>
          <p:sp>
            <p:nvSpPr>
              <p:cNvPr id="17084" name="original-2d:685">
                <a:extLst>
                  <a:ext uri="{FF2B5EF4-FFF2-40B4-BE49-F238E27FC236}">
                    <ns2:creationId id="{C86247B6-AB70-4CA5-B2DF-68698E57EE12}"/>
                  </a:ext>
                </a:extLst>
              </p:cNvPr>
              <p:cNvSpPr>
                <a:spLocks noGrp="1"/>
              </p:cNvSpPr>
              <p:nvPr/>
            </p:nvSpPr>
            <p:spPr>
              <a:xfrm rot="0" flipH="0" flipV="0">
                <a:off x="3847529" y="2022793"/>
                <a:ext cx="84723" cy="94121"/>
              </a:xfrm>
              <a:prstGeom prst="rect">
                <a:avLst/>
              </a:prstGeom>
              <a:solidFill>
                <a:srgbClr val="0072B2"/>
              </a:solidFill>
              <a:ln w="0">
                <a:noFill/>
                <a:prstDash val="solid"/>
              </a:ln>
            </p:spPr>
          </p:sp>
          <p:sp>
            <p:nvSpPr>
              <p:cNvPr id="17085" name="original-2d:686">
                <a:extLst>
                  <a:ext uri="{FF2B5EF4-FFF2-40B4-BE49-F238E27FC236}">
                    <ns2:creationId id="{0E2E29BD-40DE-4DBA-A129-AFFC9B85074A}"/>
                  </a:ext>
                </a:extLst>
              </p:cNvPr>
              <p:cNvSpPr>
                <a:spLocks noGrp="1"/>
              </p:cNvSpPr>
              <p:nvPr/>
            </p:nvSpPr>
            <p:spPr>
              <a:xfrm rot="0" flipH="0" flipV="0">
                <a:off x="3932111" y="2022793"/>
                <a:ext cx="84723" cy="94121"/>
              </a:xfrm>
              <a:prstGeom prst="rect">
                <a:avLst/>
              </a:prstGeom>
              <a:solidFill>
                <a:srgbClr val="0072B2"/>
              </a:solidFill>
              <a:ln w="0">
                <a:noFill/>
                <a:prstDash val="solid"/>
              </a:ln>
            </p:spPr>
          </p:sp>
          <p:sp>
            <p:nvSpPr>
              <p:cNvPr id="17086" name="original-2d:687">
                <a:extLst>
                  <a:ext uri="{FF2B5EF4-FFF2-40B4-BE49-F238E27FC236}">
                    <ns2:creationId id="{0023042E-2C10-4314-AD8A-4D67824EFE81}"/>
                  </a:ext>
                </a:extLst>
              </p:cNvPr>
              <p:cNvSpPr>
                <a:spLocks noGrp="1"/>
              </p:cNvSpPr>
              <p:nvPr/>
            </p:nvSpPr>
            <p:spPr>
              <a:xfrm rot="0" flipH="0" flipV="0">
                <a:off x="4016693" y="2022793"/>
                <a:ext cx="84723" cy="94121"/>
              </a:xfrm>
              <a:prstGeom prst="rect">
                <a:avLst/>
              </a:prstGeom>
              <a:solidFill>
                <a:srgbClr val="0072B2"/>
              </a:solidFill>
              <a:ln w="0">
                <a:noFill/>
                <a:prstDash val="solid"/>
              </a:ln>
            </p:spPr>
          </p:sp>
          <p:sp>
            <p:nvSpPr>
              <p:cNvPr id="17087" name="original-2d:688">
                <a:extLst>
                  <a:ext uri="{FF2B5EF4-FFF2-40B4-BE49-F238E27FC236}">
                    <ns2:creationId id="{DD4BF0F9-9F03-4CC6-A372-5A44D5683347}"/>
                  </a:ext>
                </a:extLst>
              </p:cNvPr>
              <p:cNvSpPr>
                <a:spLocks noGrp="1"/>
              </p:cNvSpPr>
              <p:nvPr/>
            </p:nvSpPr>
            <p:spPr>
              <a:xfrm rot="0" flipH="0" flipV="0">
                <a:off x="4101275" y="2022793"/>
                <a:ext cx="84723" cy="94121"/>
              </a:xfrm>
              <a:prstGeom prst="rect">
                <a:avLst/>
              </a:prstGeom>
              <a:solidFill>
                <a:srgbClr val="0072B2"/>
              </a:solidFill>
              <a:ln w="0">
                <a:noFill/>
                <a:prstDash val="solid"/>
              </a:ln>
            </p:spPr>
          </p:sp>
          <p:sp>
            <p:nvSpPr>
              <p:cNvPr id="17088" name="original-2d:689">
                <a:extLst>
                  <a:ext uri="{FF2B5EF4-FFF2-40B4-BE49-F238E27FC236}">
                    <ns2:creationId id="{48405ADE-90FF-422D-8BC8-EB0276A563FD}"/>
                  </a:ext>
                </a:extLst>
              </p:cNvPr>
              <p:cNvSpPr>
                <a:spLocks noGrp="1"/>
              </p:cNvSpPr>
              <p:nvPr/>
            </p:nvSpPr>
            <p:spPr>
              <a:xfrm rot="0" flipH="0" flipV="0">
                <a:off x="4185857" y="2022793"/>
                <a:ext cx="84723" cy="94121"/>
              </a:xfrm>
              <a:prstGeom prst="rect">
                <a:avLst/>
              </a:prstGeom>
              <a:solidFill>
                <a:srgbClr val="D4B4CC"/>
              </a:solidFill>
              <a:ln w="0">
                <a:noFill/>
                <a:prstDash val="solid"/>
              </a:ln>
            </p:spPr>
          </p:sp>
          <p:sp>
            <p:nvSpPr>
              <p:cNvPr id="17089" name="original-2d:690">
                <a:extLst>
                  <a:ext uri="{FF2B5EF4-FFF2-40B4-BE49-F238E27FC236}">
                    <ns2:creationId id="{742FDD4F-19E4-4B20-A1C3-569825AD78BC}"/>
                  </a:ext>
                </a:extLst>
              </p:cNvPr>
              <p:cNvSpPr>
                <a:spLocks noGrp="1"/>
              </p:cNvSpPr>
              <p:nvPr/>
            </p:nvSpPr>
            <p:spPr>
              <a:xfrm rot="0" flipH="0" flipV="0">
                <a:off x="4270439" y="2022793"/>
                <a:ext cx="84723" cy="94121"/>
              </a:xfrm>
              <a:prstGeom prst="rect">
                <a:avLst/>
              </a:prstGeom>
              <a:solidFill>
                <a:srgbClr val="CC79A7"/>
              </a:solidFill>
              <a:ln w="0">
                <a:noFill/>
                <a:prstDash val="solid"/>
              </a:ln>
            </p:spPr>
          </p:sp>
          <p:sp>
            <p:nvSpPr>
              <p:cNvPr id="17090" name="original-2d:691">
                <a:extLst>
                  <a:ext uri="{FF2B5EF4-FFF2-40B4-BE49-F238E27FC236}">
                    <ns2:creationId id="{24A21EE5-A2D4-4E27-845C-FB744F54DFA6}"/>
                  </a:ext>
                </a:extLst>
              </p:cNvPr>
              <p:cNvSpPr>
                <a:spLocks noGrp="1"/>
              </p:cNvSpPr>
              <p:nvPr/>
            </p:nvSpPr>
            <p:spPr>
              <a:xfrm rot="0" flipH="0" flipV="0">
                <a:off x="4355021" y="2022793"/>
                <a:ext cx="84723" cy="94121"/>
              </a:xfrm>
              <a:prstGeom prst="rect">
                <a:avLst/>
              </a:prstGeom>
              <a:solidFill>
                <a:srgbClr val="CC79A7"/>
              </a:solidFill>
              <a:ln w="0">
                <a:noFill/>
                <a:prstDash val="solid"/>
              </a:ln>
            </p:spPr>
          </p:sp>
          <p:sp>
            <p:nvSpPr>
              <p:cNvPr id="17091" name="original-2d:692">
                <a:extLst>
                  <a:ext uri="{FF2B5EF4-FFF2-40B4-BE49-F238E27FC236}">
                    <ns2:creationId id="{8904112C-53C3-4886-AD35-E20B9487BE6A}"/>
                  </a:ext>
                </a:extLst>
              </p:cNvPr>
              <p:cNvSpPr>
                <a:spLocks noGrp="1"/>
              </p:cNvSpPr>
              <p:nvPr/>
            </p:nvSpPr>
            <p:spPr>
              <a:xfrm rot="0" flipH="0" flipV="0">
                <a:off x="4439603" y="2022793"/>
                <a:ext cx="84723" cy="94121"/>
              </a:xfrm>
              <a:prstGeom prst="rect">
                <a:avLst/>
              </a:prstGeom>
              <a:solidFill>
                <a:srgbClr val="CC79A7"/>
              </a:solidFill>
              <a:ln w="0">
                <a:noFill/>
                <a:prstDash val="solid"/>
              </a:ln>
            </p:spPr>
          </p:sp>
          <p:sp>
            <p:nvSpPr>
              <p:cNvPr id="17092" name="original-2d:693">
                <a:extLst>
                  <a:ext uri="{FF2B5EF4-FFF2-40B4-BE49-F238E27FC236}">
                    <ns2:creationId id="{6075C0B3-BC1B-4C58-8CD4-B814D95DFF5A}"/>
                  </a:ext>
                </a:extLst>
              </p:cNvPr>
              <p:cNvSpPr>
                <a:spLocks noGrp="1"/>
              </p:cNvSpPr>
              <p:nvPr/>
            </p:nvSpPr>
            <p:spPr>
              <a:xfrm rot="0" flipH="0" flipV="0">
                <a:off x="4524185" y="2022793"/>
                <a:ext cx="84723" cy="94121"/>
              </a:xfrm>
              <a:prstGeom prst="rect">
                <a:avLst/>
              </a:prstGeom>
              <a:solidFill>
                <a:srgbClr val="CC79A7"/>
              </a:solidFill>
              <a:ln w="0">
                <a:noFill/>
                <a:prstDash val="solid"/>
              </a:ln>
            </p:spPr>
          </p:sp>
          <p:sp>
            <p:nvSpPr>
              <p:cNvPr id="17093" name="original-2d:694">
                <a:extLst>
                  <a:ext uri="{FF2B5EF4-FFF2-40B4-BE49-F238E27FC236}">
                    <ns2:creationId id="{232A1817-9709-493D-AEF9-41891C6A0F28}"/>
                  </a:ext>
                </a:extLst>
              </p:cNvPr>
              <p:cNvSpPr>
                <a:spLocks noGrp="1"/>
              </p:cNvSpPr>
              <p:nvPr/>
            </p:nvSpPr>
            <p:spPr>
              <a:xfrm rot="0" flipH="0" flipV="0">
                <a:off x="4608767" y="2022793"/>
                <a:ext cx="84723" cy="94121"/>
              </a:xfrm>
              <a:prstGeom prst="rect">
                <a:avLst/>
              </a:prstGeom>
              <a:solidFill>
                <a:srgbClr val="CC79A7"/>
              </a:solidFill>
              <a:ln w="0">
                <a:noFill/>
                <a:prstDash val="solid"/>
              </a:ln>
            </p:spPr>
          </p:sp>
          <p:sp>
            <p:nvSpPr>
              <p:cNvPr id="17094" name="original-2d:695">
                <a:extLst>
                  <a:ext uri="{FF2B5EF4-FFF2-40B4-BE49-F238E27FC236}">
                    <ns2:creationId id="{2700C8EC-95E4-4D03-898E-C70AE53963A2}"/>
                  </a:ext>
                </a:extLst>
              </p:cNvPr>
              <p:cNvSpPr>
                <a:spLocks noGrp="1"/>
              </p:cNvSpPr>
              <p:nvPr/>
            </p:nvSpPr>
            <p:spPr>
              <a:xfrm rot="0" flipH="0" flipV="0">
                <a:off x="4693349" y="2022793"/>
                <a:ext cx="84723" cy="94121"/>
              </a:xfrm>
              <a:prstGeom prst="rect">
                <a:avLst/>
              </a:prstGeom>
              <a:solidFill>
                <a:srgbClr val="CC79A7"/>
              </a:solidFill>
              <a:ln w="0">
                <a:noFill/>
                <a:prstDash val="solid"/>
              </a:ln>
            </p:spPr>
          </p:sp>
          <p:sp>
            <p:nvSpPr>
              <p:cNvPr id="17095" name="original-2d:696">
                <a:extLst>
                  <a:ext uri="{FF2B5EF4-FFF2-40B4-BE49-F238E27FC236}">
                    <ns2:creationId id="{DE7FABD3-CBF6-4775-9011-BAA1D97FD3D3}"/>
                  </a:ext>
                </a:extLst>
              </p:cNvPr>
              <p:cNvSpPr>
                <a:spLocks noGrp="1"/>
              </p:cNvSpPr>
              <p:nvPr/>
            </p:nvSpPr>
            <p:spPr>
              <a:xfrm rot="0" flipH="0" flipV="0">
                <a:off x="4777931" y="2022793"/>
                <a:ext cx="84723" cy="94121"/>
              </a:xfrm>
              <a:prstGeom prst="rect">
                <a:avLst/>
              </a:prstGeom>
              <a:solidFill>
                <a:srgbClr val="CC79A7"/>
              </a:solidFill>
              <a:ln w="0">
                <a:noFill/>
                <a:prstDash val="solid"/>
              </a:ln>
            </p:spPr>
          </p:sp>
          <p:sp>
            <p:nvSpPr>
              <p:cNvPr id="17096" name="original-2d:697">
                <a:extLst>
                  <a:ext uri="{FF2B5EF4-FFF2-40B4-BE49-F238E27FC236}">
                    <ns2:creationId id="{350C9A03-F087-4BF3-823C-885E7E633A4B}"/>
                  </a:ext>
                </a:extLst>
              </p:cNvPr>
              <p:cNvSpPr>
                <a:spLocks noGrp="1"/>
              </p:cNvSpPr>
              <p:nvPr/>
            </p:nvSpPr>
            <p:spPr>
              <a:xfrm rot="0" flipH="0" flipV="0">
                <a:off x="4862513" y="2022793"/>
                <a:ext cx="84723" cy="94121"/>
              </a:xfrm>
              <a:prstGeom prst="rect">
                <a:avLst/>
              </a:prstGeom>
              <a:solidFill>
                <a:srgbClr val="CC79A7"/>
              </a:solidFill>
              <a:ln w="0">
                <a:noFill/>
                <a:prstDash val="solid"/>
              </a:ln>
            </p:spPr>
          </p:sp>
          <p:sp>
            <p:nvSpPr>
              <p:cNvPr id="17097" name="original-2d:698">
                <a:extLst>
                  <a:ext uri="{FF2B5EF4-FFF2-40B4-BE49-F238E27FC236}">
                    <ns2:creationId id="{9B1C7203-99FE-49D7-BF3E-D8502D5ACAAD}"/>
                  </a:ext>
                </a:extLst>
              </p:cNvPr>
              <p:cNvSpPr>
                <a:spLocks noGrp="1"/>
              </p:cNvSpPr>
              <p:nvPr/>
            </p:nvSpPr>
            <p:spPr>
              <a:xfrm rot="0" flipH="0" flipV="0">
                <a:off x="4947095" y="2022793"/>
                <a:ext cx="84723" cy="94121"/>
              </a:xfrm>
              <a:prstGeom prst="rect">
                <a:avLst/>
              </a:prstGeom>
              <a:solidFill>
                <a:srgbClr val="CC79A7"/>
              </a:solidFill>
              <a:ln w="0">
                <a:noFill/>
                <a:prstDash val="solid"/>
              </a:ln>
            </p:spPr>
          </p:sp>
          <p:sp>
            <p:nvSpPr>
              <p:cNvPr id="17098" name="original-2d:699">
                <a:extLst>
                  <a:ext uri="{FF2B5EF4-FFF2-40B4-BE49-F238E27FC236}">
                    <ns2:creationId id="{050FBA25-D722-4E1D-8544-78244C5EF7A2}"/>
                  </a:ext>
                </a:extLst>
              </p:cNvPr>
              <p:cNvSpPr>
                <a:spLocks noGrp="1"/>
              </p:cNvSpPr>
              <p:nvPr/>
            </p:nvSpPr>
            <p:spPr>
              <a:xfrm rot="0" flipH="0" flipV="0">
                <a:off x="5031677" y="2022793"/>
                <a:ext cx="84723" cy="94121"/>
              </a:xfrm>
              <a:prstGeom prst="rect">
                <a:avLst/>
              </a:prstGeom>
              <a:solidFill>
                <a:srgbClr val="CC79A7"/>
              </a:solidFill>
              <a:ln w="0">
                <a:noFill/>
                <a:prstDash val="solid"/>
              </a:ln>
            </p:spPr>
          </p:sp>
          <p:sp>
            <p:nvSpPr>
              <p:cNvPr id="17099" name="original-2d:700">
                <a:extLst>
                  <a:ext uri="{FF2B5EF4-FFF2-40B4-BE49-F238E27FC236}">
                    <ns2:creationId id="{C634B031-2BD7-4ABD-9DFF-E31D74A1B181}"/>
                  </a:ext>
                </a:extLst>
              </p:cNvPr>
              <p:cNvSpPr>
                <a:spLocks noGrp="1"/>
              </p:cNvSpPr>
              <p:nvPr/>
            </p:nvSpPr>
            <p:spPr>
              <a:xfrm rot="0" flipH="0" flipV="0">
                <a:off x="5116259" y="2022793"/>
                <a:ext cx="84723" cy="94121"/>
              </a:xfrm>
              <a:prstGeom prst="rect">
                <a:avLst/>
              </a:prstGeom>
              <a:solidFill>
                <a:srgbClr val="CC79A7"/>
              </a:solidFill>
              <a:ln w="0">
                <a:noFill/>
                <a:prstDash val="solid"/>
              </a:ln>
            </p:spPr>
          </p:sp>
          <p:sp>
            <p:nvSpPr>
              <p:cNvPr id="17100" name="original-2d:701">
                <a:extLst>
                  <a:ext uri="{FF2B5EF4-FFF2-40B4-BE49-F238E27FC236}">
                    <ns2:creationId id="{96CAF24D-920C-4B48-AAA3-F76555AC8769}"/>
                  </a:ext>
                </a:extLst>
              </p:cNvPr>
              <p:cNvSpPr>
                <a:spLocks noGrp="1"/>
              </p:cNvSpPr>
              <p:nvPr/>
            </p:nvSpPr>
            <p:spPr>
              <a:xfrm rot="0" flipH="0" flipV="0">
                <a:off x="5200841" y="2022793"/>
                <a:ext cx="84723" cy="94121"/>
              </a:xfrm>
              <a:prstGeom prst="rect">
                <a:avLst/>
              </a:prstGeom>
              <a:solidFill>
                <a:srgbClr val="D4B4CC"/>
              </a:solidFill>
              <a:ln w="0">
                <a:noFill/>
                <a:prstDash val="solid"/>
              </a:ln>
            </p:spPr>
          </p:sp>
          <p:sp>
            <p:nvSpPr>
              <p:cNvPr id="17101" name="original-2d:702">
                <a:extLst>
                  <a:ext uri="{FF2B5EF4-FFF2-40B4-BE49-F238E27FC236}">
                    <ns2:creationId id="{0A068D94-269F-4E2C-AD4E-FDAF371BF5AC}"/>
                  </a:ext>
                </a:extLst>
              </p:cNvPr>
              <p:cNvSpPr>
                <a:spLocks noGrp="1"/>
              </p:cNvSpPr>
              <p:nvPr/>
            </p:nvSpPr>
            <p:spPr>
              <a:xfrm rot="0" flipH="0" flipV="0">
                <a:off x="3593783" y="2116773"/>
                <a:ext cx="84723" cy="94121"/>
              </a:xfrm>
              <a:prstGeom prst="rect">
                <a:avLst/>
              </a:prstGeom>
              <a:solidFill>
                <a:srgbClr val="0072B2"/>
              </a:solidFill>
              <a:ln w="0">
                <a:noFill/>
                <a:prstDash val="solid"/>
              </a:ln>
            </p:spPr>
          </p:sp>
          <p:sp>
            <p:nvSpPr>
              <p:cNvPr id="17102" name="original-2d:703">
                <a:extLst>
                  <a:ext uri="{FF2B5EF4-FFF2-40B4-BE49-F238E27FC236}">
                    <ns2:creationId id="{64302F09-E258-47F0-9BAE-BAD9C6804C73}"/>
                  </a:ext>
                </a:extLst>
              </p:cNvPr>
              <p:cNvSpPr>
                <a:spLocks noGrp="1"/>
              </p:cNvSpPr>
              <p:nvPr/>
            </p:nvSpPr>
            <p:spPr>
              <a:xfrm rot="0" flipH="0" flipV="0">
                <a:off x="3678365" y="2116773"/>
                <a:ext cx="84723" cy="94121"/>
              </a:xfrm>
              <a:prstGeom prst="rect">
                <a:avLst/>
              </a:prstGeom>
              <a:solidFill>
                <a:srgbClr val="0072B2"/>
              </a:solidFill>
              <a:ln w="0">
                <a:noFill/>
                <a:prstDash val="solid"/>
              </a:ln>
            </p:spPr>
          </p:sp>
          <p:sp>
            <p:nvSpPr>
              <p:cNvPr id="17103" name="original-2d:704">
                <a:extLst>
                  <a:ext uri="{FF2B5EF4-FFF2-40B4-BE49-F238E27FC236}">
                    <ns2:creationId id="{A562C9D8-4A20-460F-B67A-905CD194B2EA}"/>
                  </a:ext>
                </a:extLst>
              </p:cNvPr>
              <p:cNvSpPr>
                <a:spLocks noGrp="1"/>
              </p:cNvSpPr>
              <p:nvPr/>
            </p:nvSpPr>
            <p:spPr>
              <a:xfrm rot="0" flipH="0" flipV="0">
                <a:off x="3762947" y="2116773"/>
                <a:ext cx="84723" cy="94121"/>
              </a:xfrm>
              <a:prstGeom prst="rect">
                <a:avLst/>
              </a:prstGeom>
              <a:solidFill>
                <a:srgbClr val="0072B2"/>
              </a:solidFill>
              <a:ln w="0">
                <a:noFill/>
                <a:prstDash val="solid"/>
              </a:ln>
            </p:spPr>
          </p:sp>
          <p:sp>
            <p:nvSpPr>
              <p:cNvPr id="17104" name="original-2d:705">
                <a:extLst>
                  <a:ext uri="{FF2B5EF4-FFF2-40B4-BE49-F238E27FC236}">
                    <ns2:creationId id="{09A398DD-3990-4582-B461-248A0C331044}"/>
                  </a:ext>
                </a:extLst>
              </p:cNvPr>
              <p:cNvSpPr>
                <a:spLocks noGrp="1"/>
              </p:cNvSpPr>
              <p:nvPr/>
            </p:nvSpPr>
            <p:spPr>
              <a:xfrm rot="0" flipH="0" flipV="0">
                <a:off x="3847529" y="2116773"/>
                <a:ext cx="84723" cy="94121"/>
              </a:xfrm>
              <a:prstGeom prst="rect">
                <a:avLst/>
              </a:prstGeom>
              <a:solidFill>
                <a:srgbClr val="0072B2"/>
              </a:solidFill>
              <a:ln w="0">
                <a:noFill/>
                <a:prstDash val="solid"/>
              </a:ln>
            </p:spPr>
          </p:sp>
          <p:sp>
            <p:nvSpPr>
              <p:cNvPr id="17105" name="original-2d:706">
                <a:extLst>
                  <a:ext uri="{FF2B5EF4-FFF2-40B4-BE49-F238E27FC236}">
                    <ns2:creationId id="{B02C1295-CD27-45D4-A8F9-A97D7494467C}"/>
                  </a:ext>
                </a:extLst>
              </p:cNvPr>
              <p:cNvSpPr>
                <a:spLocks noGrp="1"/>
              </p:cNvSpPr>
              <p:nvPr/>
            </p:nvSpPr>
            <p:spPr>
              <a:xfrm rot="0" flipH="0" flipV="0">
                <a:off x="3932111" y="2116773"/>
                <a:ext cx="84723" cy="94121"/>
              </a:xfrm>
              <a:prstGeom prst="rect">
                <a:avLst/>
              </a:prstGeom>
              <a:solidFill>
                <a:srgbClr val="0072B2"/>
              </a:solidFill>
              <a:ln w="0">
                <a:noFill/>
                <a:prstDash val="solid"/>
              </a:ln>
            </p:spPr>
          </p:sp>
          <p:sp>
            <p:nvSpPr>
              <p:cNvPr id="17106" name="original-2d:707">
                <a:extLst>
                  <a:ext uri="{FF2B5EF4-FFF2-40B4-BE49-F238E27FC236}">
                    <ns2:creationId id="{0B804194-27B3-4C65-99E1-A7C8067AFC5F}"/>
                  </a:ext>
                </a:extLst>
              </p:cNvPr>
              <p:cNvSpPr>
                <a:spLocks noGrp="1"/>
              </p:cNvSpPr>
              <p:nvPr/>
            </p:nvSpPr>
            <p:spPr>
              <a:xfrm rot="0" flipH="0" flipV="0">
                <a:off x="4016693" y="2116773"/>
                <a:ext cx="84723" cy="94121"/>
              </a:xfrm>
              <a:prstGeom prst="rect">
                <a:avLst/>
              </a:prstGeom>
              <a:solidFill>
                <a:srgbClr val="0072B2"/>
              </a:solidFill>
              <a:ln w="0">
                <a:noFill/>
                <a:prstDash val="solid"/>
              </a:ln>
            </p:spPr>
          </p:sp>
          <p:sp>
            <p:nvSpPr>
              <p:cNvPr id="17107" name="original-2d:708">
                <a:extLst>
                  <a:ext uri="{FF2B5EF4-FFF2-40B4-BE49-F238E27FC236}">
                    <ns2:creationId id="{1F9C374D-7DB5-489A-A884-9B9302CAF113}"/>
                  </a:ext>
                </a:extLst>
              </p:cNvPr>
              <p:cNvSpPr>
                <a:spLocks noGrp="1"/>
              </p:cNvSpPr>
              <p:nvPr/>
            </p:nvSpPr>
            <p:spPr>
              <a:xfrm rot="0" flipH="0" flipV="0">
                <a:off x="4101275" y="2116773"/>
                <a:ext cx="84723" cy="94121"/>
              </a:xfrm>
              <a:prstGeom prst="rect">
                <a:avLst/>
              </a:prstGeom>
              <a:solidFill>
                <a:srgbClr val="0072B2"/>
              </a:solidFill>
              <a:ln w="0">
                <a:noFill/>
                <a:prstDash val="solid"/>
              </a:ln>
            </p:spPr>
          </p:sp>
          <p:sp>
            <p:nvSpPr>
              <p:cNvPr id="17108" name="original-2d:709">
                <a:extLst>
                  <a:ext uri="{FF2B5EF4-FFF2-40B4-BE49-F238E27FC236}">
                    <ns2:creationId id="{A9307BD2-389F-418F-9798-EC85A38D4142}"/>
                  </a:ext>
                </a:extLst>
              </p:cNvPr>
              <p:cNvSpPr>
                <a:spLocks noGrp="1"/>
              </p:cNvSpPr>
              <p:nvPr/>
            </p:nvSpPr>
            <p:spPr>
              <a:xfrm rot="0" flipH="0" flipV="0">
                <a:off x="4185857" y="2116773"/>
                <a:ext cx="84723" cy="94121"/>
              </a:xfrm>
              <a:prstGeom prst="rect">
                <a:avLst/>
              </a:prstGeom>
              <a:solidFill>
                <a:srgbClr val="0072B2"/>
              </a:solidFill>
              <a:ln w="0">
                <a:noFill/>
                <a:prstDash val="solid"/>
              </a:ln>
            </p:spPr>
          </p:sp>
          <p:sp>
            <p:nvSpPr>
              <p:cNvPr id="17109" name="original-2d:710">
                <a:extLst>
                  <a:ext uri="{FF2B5EF4-FFF2-40B4-BE49-F238E27FC236}">
                    <ns2:creationId id="{144BBDC9-018B-4CFF-B699-A41F18ABA936}"/>
                  </a:ext>
                </a:extLst>
              </p:cNvPr>
              <p:cNvSpPr>
                <a:spLocks noGrp="1"/>
              </p:cNvSpPr>
              <p:nvPr/>
            </p:nvSpPr>
            <p:spPr>
              <a:xfrm rot="0" flipH="0" flipV="0">
                <a:off x="4270439" y="2116773"/>
                <a:ext cx="84723" cy="94121"/>
              </a:xfrm>
              <a:prstGeom prst="rect">
                <a:avLst/>
              </a:prstGeom>
              <a:solidFill>
                <a:srgbClr val="D4B4CC"/>
              </a:solidFill>
              <a:ln w="0">
                <a:noFill/>
                <a:prstDash val="solid"/>
              </a:ln>
            </p:spPr>
          </p:sp>
          <p:sp>
            <p:nvSpPr>
              <p:cNvPr id="17110" name="original-2d:711">
                <a:extLst>
                  <a:ext uri="{FF2B5EF4-FFF2-40B4-BE49-F238E27FC236}">
                    <ns2:creationId id="{801C0569-95AB-4DAA-BC29-BEB33000AE82}"/>
                  </a:ext>
                </a:extLst>
              </p:cNvPr>
              <p:cNvSpPr>
                <a:spLocks noGrp="1"/>
              </p:cNvSpPr>
              <p:nvPr/>
            </p:nvSpPr>
            <p:spPr>
              <a:xfrm rot="0" flipH="0" flipV="0">
                <a:off x="4355021" y="2116773"/>
                <a:ext cx="84723" cy="94121"/>
              </a:xfrm>
              <a:prstGeom prst="rect">
                <a:avLst/>
              </a:prstGeom>
              <a:solidFill>
                <a:srgbClr val="CC79A7"/>
              </a:solidFill>
              <a:ln w="0">
                <a:noFill/>
                <a:prstDash val="solid"/>
              </a:ln>
            </p:spPr>
          </p:sp>
          <p:sp>
            <p:nvSpPr>
              <p:cNvPr id="17111" name="original-2d:712">
                <a:extLst>
                  <a:ext uri="{FF2B5EF4-FFF2-40B4-BE49-F238E27FC236}">
                    <ns2:creationId id="{937CBFFE-CCDA-4262-8B36-A35B30777BE4}"/>
                  </a:ext>
                </a:extLst>
              </p:cNvPr>
              <p:cNvSpPr>
                <a:spLocks noGrp="1"/>
              </p:cNvSpPr>
              <p:nvPr/>
            </p:nvSpPr>
            <p:spPr>
              <a:xfrm rot="0" flipH="0" flipV="0">
                <a:off x="4439603" y="2116773"/>
                <a:ext cx="84723" cy="94121"/>
              </a:xfrm>
              <a:prstGeom prst="rect">
                <a:avLst/>
              </a:prstGeom>
              <a:solidFill>
                <a:srgbClr val="CC79A7"/>
              </a:solidFill>
              <a:ln w="0">
                <a:noFill/>
                <a:prstDash val="solid"/>
              </a:ln>
            </p:spPr>
          </p:sp>
          <p:sp>
            <p:nvSpPr>
              <p:cNvPr id="17112" name="original-2d:713">
                <a:extLst>
                  <a:ext uri="{FF2B5EF4-FFF2-40B4-BE49-F238E27FC236}">
                    <ns2:creationId id="{51D5CC9C-23F7-4EFF-BF3C-EF9F4E0CC924}"/>
                  </a:ext>
                </a:extLst>
              </p:cNvPr>
              <p:cNvSpPr>
                <a:spLocks noGrp="1"/>
              </p:cNvSpPr>
              <p:nvPr/>
            </p:nvSpPr>
            <p:spPr>
              <a:xfrm rot="0" flipH="0" flipV="0">
                <a:off x="4524185" y="2116773"/>
                <a:ext cx="84723" cy="94121"/>
              </a:xfrm>
              <a:prstGeom prst="rect">
                <a:avLst/>
              </a:prstGeom>
              <a:solidFill>
                <a:srgbClr val="CC79A7"/>
              </a:solidFill>
              <a:ln w="0">
                <a:noFill/>
                <a:prstDash val="solid"/>
              </a:ln>
            </p:spPr>
          </p:sp>
          <p:sp>
            <p:nvSpPr>
              <p:cNvPr id="17113" name="original-2d:714">
                <a:extLst>
                  <a:ext uri="{FF2B5EF4-FFF2-40B4-BE49-F238E27FC236}">
                    <ns2:creationId id="{DE876566-B67D-4F61-AA71-28F4F5BD61F6}"/>
                  </a:ext>
                </a:extLst>
              </p:cNvPr>
              <p:cNvSpPr>
                <a:spLocks noGrp="1"/>
              </p:cNvSpPr>
              <p:nvPr/>
            </p:nvSpPr>
            <p:spPr>
              <a:xfrm rot="0" flipH="0" flipV="0">
                <a:off x="4608767" y="2116773"/>
                <a:ext cx="84723" cy="94121"/>
              </a:xfrm>
              <a:prstGeom prst="rect">
                <a:avLst/>
              </a:prstGeom>
              <a:solidFill>
                <a:srgbClr val="CC79A7"/>
              </a:solidFill>
              <a:ln w="0">
                <a:noFill/>
                <a:prstDash val="solid"/>
              </a:ln>
            </p:spPr>
          </p:sp>
          <p:sp>
            <p:nvSpPr>
              <p:cNvPr id="17114" name="original-2d:715">
                <a:extLst>
                  <a:ext uri="{FF2B5EF4-FFF2-40B4-BE49-F238E27FC236}">
                    <ns2:creationId id="{654B17DD-96BE-411D-9819-D653D1178443}"/>
                  </a:ext>
                </a:extLst>
              </p:cNvPr>
              <p:cNvSpPr>
                <a:spLocks noGrp="1"/>
              </p:cNvSpPr>
              <p:nvPr/>
            </p:nvSpPr>
            <p:spPr>
              <a:xfrm rot="0" flipH="0" flipV="0">
                <a:off x="4693349" y="2116773"/>
                <a:ext cx="84723" cy="94121"/>
              </a:xfrm>
              <a:prstGeom prst="rect">
                <a:avLst/>
              </a:prstGeom>
              <a:solidFill>
                <a:srgbClr val="CC79A7"/>
              </a:solidFill>
              <a:ln w="0">
                <a:noFill/>
                <a:prstDash val="solid"/>
              </a:ln>
            </p:spPr>
          </p:sp>
          <p:sp>
            <p:nvSpPr>
              <p:cNvPr id="17115" name="original-2d:716">
                <a:extLst>
                  <a:ext uri="{FF2B5EF4-FFF2-40B4-BE49-F238E27FC236}">
                    <ns2:creationId id="{36CBE421-6528-4E8C-9F57-FB18EF3F0AA8}"/>
                  </a:ext>
                </a:extLst>
              </p:cNvPr>
              <p:cNvSpPr>
                <a:spLocks noGrp="1"/>
              </p:cNvSpPr>
              <p:nvPr/>
            </p:nvSpPr>
            <p:spPr>
              <a:xfrm rot="0" flipH="0" flipV="0">
                <a:off x="4777931" y="2116773"/>
                <a:ext cx="84723" cy="94121"/>
              </a:xfrm>
              <a:prstGeom prst="rect">
                <a:avLst/>
              </a:prstGeom>
              <a:solidFill>
                <a:srgbClr val="CC79A7"/>
              </a:solidFill>
              <a:ln w="0">
                <a:noFill/>
                <a:prstDash val="solid"/>
              </a:ln>
            </p:spPr>
          </p:sp>
          <p:sp>
            <p:nvSpPr>
              <p:cNvPr id="17116" name="original-2d:717">
                <a:extLst>
                  <a:ext uri="{FF2B5EF4-FFF2-40B4-BE49-F238E27FC236}">
                    <ns2:creationId id="{1BADB01F-1A31-47F6-AF0D-9B81AA03E08F}"/>
                  </a:ext>
                </a:extLst>
              </p:cNvPr>
              <p:cNvSpPr>
                <a:spLocks noGrp="1"/>
              </p:cNvSpPr>
              <p:nvPr/>
            </p:nvSpPr>
            <p:spPr>
              <a:xfrm rot="0" flipH="0" flipV="0">
                <a:off x="4862513" y="2116773"/>
                <a:ext cx="84723" cy="94121"/>
              </a:xfrm>
              <a:prstGeom prst="rect">
                <a:avLst/>
              </a:prstGeom>
              <a:solidFill>
                <a:srgbClr val="CC79A7"/>
              </a:solidFill>
              <a:ln w="0">
                <a:noFill/>
                <a:prstDash val="solid"/>
              </a:ln>
            </p:spPr>
          </p:sp>
          <p:sp>
            <p:nvSpPr>
              <p:cNvPr id="17117" name="original-2d:718">
                <a:extLst>
                  <a:ext uri="{FF2B5EF4-FFF2-40B4-BE49-F238E27FC236}">
                    <ns2:creationId id="{4BE03F24-86F0-44DF-A51A-E88A665FDFF4}"/>
                  </a:ext>
                </a:extLst>
              </p:cNvPr>
              <p:cNvSpPr>
                <a:spLocks noGrp="1"/>
              </p:cNvSpPr>
              <p:nvPr/>
            </p:nvSpPr>
            <p:spPr>
              <a:xfrm rot="0" flipH="0" flipV="0">
                <a:off x="4947095" y="2116773"/>
                <a:ext cx="84723" cy="94121"/>
              </a:xfrm>
              <a:prstGeom prst="rect">
                <a:avLst/>
              </a:prstGeom>
              <a:solidFill>
                <a:srgbClr val="D4B4CC"/>
              </a:solidFill>
              <a:ln w="0">
                <a:noFill/>
                <a:prstDash val="solid"/>
              </a:ln>
            </p:spPr>
          </p:sp>
          <p:sp>
            <p:nvSpPr>
              <p:cNvPr id="17118" name="original-2d:719">
                <a:extLst>
                  <a:ext uri="{FF2B5EF4-FFF2-40B4-BE49-F238E27FC236}">
                    <ns2:creationId id="{134A501A-CAED-4BF5-A8EF-72637C715FA9}"/>
                  </a:ext>
                </a:extLst>
              </p:cNvPr>
              <p:cNvSpPr>
                <a:spLocks noGrp="1"/>
              </p:cNvSpPr>
              <p:nvPr/>
            </p:nvSpPr>
            <p:spPr>
              <a:xfrm rot="0" flipH="0" flipV="0">
                <a:off x="5031677" y="2116773"/>
                <a:ext cx="84723" cy="94121"/>
              </a:xfrm>
              <a:prstGeom prst="rect">
                <a:avLst/>
              </a:prstGeom>
              <a:solidFill>
                <a:srgbClr val="D4B4CC"/>
              </a:solidFill>
              <a:ln w="0">
                <a:noFill/>
                <a:prstDash val="solid"/>
              </a:ln>
            </p:spPr>
          </p:sp>
          <p:sp>
            <p:nvSpPr>
              <p:cNvPr id="17119" name="original-2d:720">
                <a:extLst>
                  <a:ext uri="{FF2B5EF4-FFF2-40B4-BE49-F238E27FC236}">
                    <ns2:creationId id="{B2163751-34F3-4613-A555-B030E4EFF339}"/>
                  </a:ext>
                </a:extLst>
              </p:cNvPr>
              <p:cNvSpPr>
                <a:spLocks noGrp="1"/>
              </p:cNvSpPr>
              <p:nvPr/>
            </p:nvSpPr>
            <p:spPr>
              <a:xfrm rot="0" flipH="0" flipV="0">
                <a:off x="5116259" y="2116773"/>
                <a:ext cx="84723" cy="94121"/>
              </a:xfrm>
              <a:prstGeom prst="rect">
                <a:avLst/>
              </a:prstGeom>
              <a:solidFill>
                <a:srgbClr val="D4B4CC"/>
              </a:solidFill>
              <a:ln w="0">
                <a:noFill/>
                <a:prstDash val="solid"/>
              </a:ln>
            </p:spPr>
          </p:sp>
          <p:sp>
            <p:nvSpPr>
              <p:cNvPr id="17120" name="original-2d:721">
                <a:extLst>
                  <a:ext uri="{FF2B5EF4-FFF2-40B4-BE49-F238E27FC236}">
                    <ns2:creationId id="{451C4701-E46A-4001-950C-24AFF7A71DF6}"/>
                  </a:ext>
                </a:extLst>
              </p:cNvPr>
              <p:cNvSpPr>
                <a:spLocks noGrp="1"/>
              </p:cNvSpPr>
              <p:nvPr/>
            </p:nvSpPr>
            <p:spPr>
              <a:xfrm rot="0" flipH="0" flipV="0">
                <a:off x="5200841" y="2116773"/>
                <a:ext cx="84723" cy="94121"/>
              </a:xfrm>
              <a:prstGeom prst="rect">
                <a:avLst/>
              </a:prstGeom>
              <a:solidFill>
                <a:srgbClr val="D4B4CC"/>
              </a:solidFill>
              <a:ln w="0">
                <a:noFill/>
                <a:prstDash val="solid"/>
              </a:ln>
            </p:spPr>
          </p:sp>
          <p:sp>
            <p:nvSpPr>
              <p:cNvPr id="17121" name="original-2d:722">
                <a:extLst>
                  <a:ext uri="{FF2B5EF4-FFF2-40B4-BE49-F238E27FC236}">
                    <ns2:creationId id="{C99D830A-B02B-4991-A376-A3EAA9AEDD01}"/>
                  </a:ext>
                </a:extLst>
              </p:cNvPr>
              <p:cNvSpPr>
                <a:spLocks noGrp="1"/>
              </p:cNvSpPr>
              <p:nvPr/>
            </p:nvSpPr>
            <p:spPr>
              <a:xfrm rot="0" flipH="0" flipV="0">
                <a:off x="3593783" y="2210753"/>
                <a:ext cx="84723" cy="94121"/>
              </a:xfrm>
              <a:prstGeom prst="rect">
                <a:avLst/>
              </a:prstGeom>
              <a:solidFill>
                <a:srgbClr val="0072B2"/>
              </a:solidFill>
              <a:ln w="0">
                <a:noFill/>
                <a:prstDash val="solid"/>
              </a:ln>
            </p:spPr>
          </p:sp>
          <p:sp>
            <p:nvSpPr>
              <p:cNvPr id="17122" name="original-2d:723">
                <a:extLst>
                  <a:ext uri="{FF2B5EF4-FFF2-40B4-BE49-F238E27FC236}">
                    <ns2:creationId id="{6799EE18-B78D-4FEB-8BCB-310206FAF53E}"/>
                  </a:ext>
                </a:extLst>
              </p:cNvPr>
              <p:cNvSpPr>
                <a:spLocks noGrp="1"/>
              </p:cNvSpPr>
              <p:nvPr/>
            </p:nvSpPr>
            <p:spPr>
              <a:xfrm rot="0" flipH="0" flipV="0">
                <a:off x="3678365" y="2210753"/>
                <a:ext cx="84723" cy="94121"/>
              </a:xfrm>
              <a:prstGeom prst="rect">
                <a:avLst/>
              </a:prstGeom>
              <a:solidFill>
                <a:srgbClr val="0072B2"/>
              </a:solidFill>
              <a:ln w="0">
                <a:noFill/>
                <a:prstDash val="solid"/>
              </a:ln>
            </p:spPr>
          </p:sp>
          <p:sp>
            <p:nvSpPr>
              <p:cNvPr id="17123" name="original-2d:724">
                <a:extLst>
                  <a:ext uri="{FF2B5EF4-FFF2-40B4-BE49-F238E27FC236}">
                    <ns2:creationId id="{1A55B5F6-4317-4AEF-90C0-8EB1B5A5F206}"/>
                  </a:ext>
                </a:extLst>
              </p:cNvPr>
              <p:cNvSpPr>
                <a:spLocks noGrp="1"/>
              </p:cNvSpPr>
              <p:nvPr/>
            </p:nvSpPr>
            <p:spPr>
              <a:xfrm rot="0" flipH="0" flipV="0">
                <a:off x="3762947" y="2210753"/>
                <a:ext cx="84723" cy="94121"/>
              </a:xfrm>
              <a:prstGeom prst="rect">
                <a:avLst/>
              </a:prstGeom>
              <a:solidFill>
                <a:srgbClr val="0072B2"/>
              </a:solidFill>
              <a:ln w="0">
                <a:noFill/>
                <a:prstDash val="solid"/>
              </a:ln>
            </p:spPr>
          </p:sp>
          <p:sp>
            <p:nvSpPr>
              <p:cNvPr id="17124" name="original-2d:725">
                <a:extLst>
                  <a:ext uri="{FF2B5EF4-FFF2-40B4-BE49-F238E27FC236}">
                    <ns2:creationId id="{009C287A-9B0E-461E-A271-5E0B002DC309}"/>
                  </a:ext>
                </a:extLst>
              </p:cNvPr>
              <p:cNvSpPr>
                <a:spLocks noGrp="1"/>
              </p:cNvSpPr>
              <p:nvPr/>
            </p:nvSpPr>
            <p:spPr>
              <a:xfrm rot="0" flipH="0" flipV="0">
                <a:off x="3847529" y="2210753"/>
                <a:ext cx="84723" cy="94121"/>
              </a:xfrm>
              <a:prstGeom prst="rect">
                <a:avLst/>
              </a:prstGeom>
              <a:solidFill>
                <a:srgbClr val="0072B2"/>
              </a:solidFill>
              <a:ln w="0">
                <a:noFill/>
                <a:prstDash val="solid"/>
              </a:ln>
            </p:spPr>
          </p:sp>
          <p:sp>
            <p:nvSpPr>
              <p:cNvPr id="17125" name="original-2d:726">
                <a:extLst>
                  <a:ext uri="{FF2B5EF4-FFF2-40B4-BE49-F238E27FC236}">
                    <ns2:creationId id="{748B739D-131F-4AD6-929F-548D170424F1}"/>
                  </a:ext>
                </a:extLst>
              </p:cNvPr>
              <p:cNvSpPr>
                <a:spLocks noGrp="1"/>
              </p:cNvSpPr>
              <p:nvPr/>
            </p:nvSpPr>
            <p:spPr>
              <a:xfrm rot="0" flipH="0" flipV="0">
                <a:off x="3932111" y="2210753"/>
                <a:ext cx="84723" cy="94121"/>
              </a:xfrm>
              <a:prstGeom prst="rect">
                <a:avLst/>
              </a:prstGeom>
              <a:solidFill>
                <a:srgbClr val="0072B2"/>
              </a:solidFill>
              <a:ln w="0">
                <a:noFill/>
                <a:prstDash val="solid"/>
              </a:ln>
            </p:spPr>
          </p:sp>
          <p:sp>
            <p:nvSpPr>
              <p:cNvPr id="17126" name="original-2d:727">
                <a:extLst>
                  <a:ext uri="{FF2B5EF4-FFF2-40B4-BE49-F238E27FC236}">
                    <ns2:creationId id="{BB034EA4-D501-4E29-9738-1D03B5892566}"/>
                  </a:ext>
                </a:extLst>
              </p:cNvPr>
              <p:cNvSpPr>
                <a:spLocks noGrp="1"/>
              </p:cNvSpPr>
              <p:nvPr/>
            </p:nvSpPr>
            <p:spPr>
              <a:xfrm rot="0" flipH="0" flipV="0">
                <a:off x="4016693" y="2210753"/>
                <a:ext cx="84723" cy="94121"/>
              </a:xfrm>
              <a:prstGeom prst="rect">
                <a:avLst/>
              </a:prstGeom>
              <a:solidFill>
                <a:srgbClr val="0072B2"/>
              </a:solidFill>
              <a:ln w="0">
                <a:noFill/>
                <a:prstDash val="solid"/>
              </a:ln>
            </p:spPr>
          </p:sp>
          <p:sp>
            <p:nvSpPr>
              <p:cNvPr id="17127" name="original-2d:728">
                <a:extLst>
                  <a:ext uri="{FF2B5EF4-FFF2-40B4-BE49-F238E27FC236}">
                    <ns2:creationId id="{0AF8A2C3-97A4-4358-A0F5-938080AC617A}"/>
                  </a:ext>
                </a:extLst>
              </p:cNvPr>
              <p:cNvSpPr>
                <a:spLocks noGrp="1"/>
              </p:cNvSpPr>
              <p:nvPr/>
            </p:nvSpPr>
            <p:spPr>
              <a:xfrm rot="0" flipH="0" flipV="0">
                <a:off x="4101275" y="2210753"/>
                <a:ext cx="84723" cy="94121"/>
              </a:xfrm>
              <a:prstGeom prst="rect">
                <a:avLst/>
              </a:prstGeom>
              <a:solidFill>
                <a:srgbClr val="0072B2"/>
              </a:solidFill>
              <a:ln w="0">
                <a:noFill/>
                <a:prstDash val="solid"/>
              </a:ln>
            </p:spPr>
          </p:sp>
          <p:sp>
            <p:nvSpPr>
              <p:cNvPr id="17128" name="original-2d:729">
                <a:extLst>
                  <a:ext uri="{FF2B5EF4-FFF2-40B4-BE49-F238E27FC236}">
                    <ns2:creationId id="{670A192E-B846-43DB-A64D-0148FE5ED06B}"/>
                  </a:ext>
                </a:extLst>
              </p:cNvPr>
              <p:cNvSpPr>
                <a:spLocks noGrp="1"/>
              </p:cNvSpPr>
              <p:nvPr/>
            </p:nvSpPr>
            <p:spPr>
              <a:xfrm rot="0" flipH="0" flipV="0">
                <a:off x="4185857" y="2210753"/>
                <a:ext cx="84723" cy="94121"/>
              </a:xfrm>
              <a:prstGeom prst="rect">
                <a:avLst/>
              </a:prstGeom>
              <a:solidFill>
                <a:srgbClr val="0072B2"/>
              </a:solidFill>
              <a:ln w="0">
                <a:noFill/>
                <a:prstDash val="solid"/>
              </a:ln>
            </p:spPr>
          </p:sp>
          <p:sp>
            <p:nvSpPr>
              <p:cNvPr id="17129" name="original-2d:730">
                <a:extLst>
                  <a:ext uri="{FF2B5EF4-FFF2-40B4-BE49-F238E27FC236}">
                    <ns2:creationId id="{72D62369-E798-420D-B11C-727B003C06BC}"/>
                  </a:ext>
                </a:extLst>
              </p:cNvPr>
              <p:cNvSpPr>
                <a:spLocks noGrp="1"/>
              </p:cNvSpPr>
              <p:nvPr/>
            </p:nvSpPr>
            <p:spPr>
              <a:xfrm rot="0" flipH="0" flipV="0">
                <a:off x="4270439" y="2210753"/>
                <a:ext cx="84723" cy="94121"/>
              </a:xfrm>
              <a:prstGeom prst="rect">
                <a:avLst/>
              </a:prstGeom>
              <a:solidFill>
                <a:srgbClr val="D4B4CC"/>
              </a:solidFill>
              <a:ln w="0">
                <a:noFill/>
                <a:prstDash val="solid"/>
              </a:ln>
            </p:spPr>
          </p:sp>
          <p:sp>
            <p:nvSpPr>
              <p:cNvPr id="17130" name="original-2d:731">
                <a:extLst>
                  <a:ext uri="{FF2B5EF4-FFF2-40B4-BE49-F238E27FC236}">
                    <ns2:creationId id="{1D3358E8-A601-45D3-8595-4014339C274D}"/>
                  </a:ext>
                </a:extLst>
              </p:cNvPr>
              <p:cNvSpPr>
                <a:spLocks noGrp="1"/>
              </p:cNvSpPr>
              <p:nvPr/>
            </p:nvSpPr>
            <p:spPr>
              <a:xfrm rot="0" flipH="0" flipV="0">
                <a:off x="4355021" y="2210753"/>
                <a:ext cx="84723" cy="94121"/>
              </a:xfrm>
              <a:prstGeom prst="rect">
                <a:avLst/>
              </a:prstGeom>
              <a:solidFill>
                <a:srgbClr val="D4B4CC"/>
              </a:solidFill>
              <a:ln w="0">
                <a:noFill/>
                <a:prstDash val="solid"/>
              </a:ln>
            </p:spPr>
          </p:sp>
          <p:sp>
            <p:nvSpPr>
              <p:cNvPr id="17131" name="original-2d:732">
                <a:extLst>
                  <a:ext uri="{FF2B5EF4-FFF2-40B4-BE49-F238E27FC236}">
                    <ns2:creationId id="{CF186CE6-C928-4040-BA11-3CFDCDEF38CB}"/>
                  </a:ext>
                </a:extLst>
              </p:cNvPr>
              <p:cNvSpPr>
                <a:spLocks noGrp="1"/>
              </p:cNvSpPr>
              <p:nvPr/>
            </p:nvSpPr>
            <p:spPr>
              <a:xfrm rot="0" flipH="0" flipV="0">
                <a:off x="4439603" y="2210753"/>
                <a:ext cx="84723" cy="94121"/>
              </a:xfrm>
              <a:prstGeom prst="rect">
                <a:avLst/>
              </a:prstGeom>
              <a:solidFill>
                <a:srgbClr val="D4B4CC"/>
              </a:solidFill>
              <a:ln w="0">
                <a:noFill/>
                <a:prstDash val="solid"/>
              </a:ln>
            </p:spPr>
          </p:sp>
          <p:sp>
            <p:nvSpPr>
              <p:cNvPr id="17132" name="original-2d:733">
                <a:extLst>
                  <a:ext uri="{FF2B5EF4-FFF2-40B4-BE49-F238E27FC236}">
                    <ns2:creationId id="{6049ABCB-ED6C-4E38-8674-7B7F7FCD5975}"/>
                  </a:ext>
                </a:extLst>
              </p:cNvPr>
              <p:cNvSpPr>
                <a:spLocks noGrp="1"/>
              </p:cNvSpPr>
              <p:nvPr/>
            </p:nvSpPr>
            <p:spPr>
              <a:xfrm rot="0" flipH="0" flipV="0">
                <a:off x="4524185" y="2210753"/>
                <a:ext cx="84723" cy="94121"/>
              </a:xfrm>
              <a:prstGeom prst="rect">
                <a:avLst/>
              </a:prstGeom>
              <a:solidFill>
                <a:srgbClr val="D4B4CC"/>
              </a:solidFill>
              <a:ln w="0">
                <a:noFill/>
                <a:prstDash val="solid"/>
              </a:ln>
            </p:spPr>
          </p:sp>
          <p:sp>
            <p:nvSpPr>
              <p:cNvPr id="17133" name="original-2d:734">
                <a:extLst>
                  <a:ext uri="{FF2B5EF4-FFF2-40B4-BE49-F238E27FC236}">
                    <ns2:creationId id="{70538F44-811F-4627-80C6-E21A93B61D01}"/>
                  </a:ext>
                </a:extLst>
              </p:cNvPr>
              <p:cNvSpPr>
                <a:spLocks noGrp="1"/>
              </p:cNvSpPr>
              <p:nvPr/>
            </p:nvSpPr>
            <p:spPr>
              <a:xfrm rot="0" flipH="0" flipV="0">
                <a:off x="4608767" y="2210753"/>
                <a:ext cx="84723" cy="94121"/>
              </a:xfrm>
              <a:prstGeom prst="rect">
                <a:avLst/>
              </a:prstGeom>
              <a:solidFill>
                <a:srgbClr val="D4B4CC"/>
              </a:solidFill>
              <a:ln w="0">
                <a:noFill/>
                <a:prstDash val="solid"/>
              </a:ln>
            </p:spPr>
          </p:sp>
          <p:sp>
            <p:nvSpPr>
              <p:cNvPr id="17134" name="original-2d:735">
                <a:extLst>
                  <a:ext uri="{FF2B5EF4-FFF2-40B4-BE49-F238E27FC236}">
                    <ns2:creationId id="{1E08DD88-D7FB-4AD3-8A34-B00605EBF78E}"/>
                  </a:ext>
                </a:extLst>
              </p:cNvPr>
              <p:cNvSpPr>
                <a:spLocks noGrp="1"/>
              </p:cNvSpPr>
              <p:nvPr/>
            </p:nvSpPr>
            <p:spPr>
              <a:xfrm rot="0" flipH="0" flipV="0">
                <a:off x="4693349" y="2210753"/>
                <a:ext cx="84723" cy="94121"/>
              </a:xfrm>
              <a:prstGeom prst="rect">
                <a:avLst/>
              </a:prstGeom>
              <a:solidFill>
                <a:srgbClr val="D4B4CC"/>
              </a:solidFill>
              <a:ln w="0">
                <a:noFill/>
                <a:prstDash val="solid"/>
              </a:ln>
            </p:spPr>
          </p:sp>
          <p:sp>
            <p:nvSpPr>
              <p:cNvPr id="17135" name="original-2d:736">
                <a:extLst>
                  <a:ext uri="{FF2B5EF4-FFF2-40B4-BE49-F238E27FC236}">
                    <ns2:creationId id="{B1278FB0-0D8F-4962-AB8B-FCD441CF528D}"/>
                  </a:ext>
                </a:extLst>
              </p:cNvPr>
              <p:cNvSpPr>
                <a:spLocks noGrp="1"/>
              </p:cNvSpPr>
              <p:nvPr/>
            </p:nvSpPr>
            <p:spPr>
              <a:xfrm rot="0" flipH="0" flipV="0">
                <a:off x="4777931" y="2210753"/>
                <a:ext cx="84723" cy="94121"/>
              </a:xfrm>
              <a:prstGeom prst="rect">
                <a:avLst/>
              </a:prstGeom>
              <a:solidFill>
                <a:srgbClr val="D4B4CC"/>
              </a:solidFill>
              <a:ln w="0">
                <a:noFill/>
                <a:prstDash val="solid"/>
              </a:ln>
            </p:spPr>
          </p:sp>
          <p:sp>
            <p:nvSpPr>
              <p:cNvPr id="17136" name="original-2d:737">
                <a:extLst>
                  <a:ext uri="{FF2B5EF4-FFF2-40B4-BE49-F238E27FC236}">
                    <ns2:creationId id="{488922EF-8624-408B-B955-9509DE00FD2C}"/>
                  </a:ext>
                </a:extLst>
              </p:cNvPr>
              <p:cNvSpPr>
                <a:spLocks noGrp="1"/>
              </p:cNvSpPr>
              <p:nvPr/>
            </p:nvSpPr>
            <p:spPr>
              <a:xfrm rot="0" flipH="0" flipV="0">
                <a:off x="4862513" y="2210753"/>
                <a:ext cx="84723" cy="94121"/>
              </a:xfrm>
              <a:prstGeom prst="rect">
                <a:avLst/>
              </a:prstGeom>
              <a:solidFill>
                <a:srgbClr val="D4B4CC"/>
              </a:solidFill>
              <a:ln w="0">
                <a:noFill/>
                <a:prstDash val="solid"/>
              </a:ln>
            </p:spPr>
          </p:sp>
          <p:sp>
            <p:nvSpPr>
              <p:cNvPr id="17137" name="original-2d:738">
                <a:extLst>
                  <a:ext uri="{FF2B5EF4-FFF2-40B4-BE49-F238E27FC236}">
                    <ns2:creationId id="{91E1DBA6-EB27-495D-B9CF-350FD48301CB}"/>
                  </a:ext>
                </a:extLst>
              </p:cNvPr>
              <p:cNvSpPr>
                <a:spLocks noGrp="1"/>
              </p:cNvSpPr>
              <p:nvPr/>
            </p:nvSpPr>
            <p:spPr>
              <a:xfrm rot="0" flipH="0" flipV="0">
                <a:off x="4947095" y="2210753"/>
                <a:ext cx="84723" cy="94121"/>
              </a:xfrm>
              <a:prstGeom prst="rect">
                <a:avLst/>
              </a:prstGeom>
              <a:solidFill>
                <a:srgbClr val="D4B4CC"/>
              </a:solidFill>
              <a:ln w="0">
                <a:noFill/>
                <a:prstDash val="solid"/>
              </a:ln>
            </p:spPr>
          </p:sp>
          <p:sp>
            <p:nvSpPr>
              <p:cNvPr id="17138" name="original-2d:739">
                <a:extLst>
                  <a:ext uri="{FF2B5EF4-FFF2-40B4-BE49-F238E27FC236}">
                    <ns2:creationId id="{BD626B74-E3FB-4611-AAFD-0B5B64CB70AA}"/>
                  </a:ext>
                </a:extLst>
              </p:cNvPr>
              <p:cNvSpPr>
                <a:spLocks noGrp="1"/>
              </p:cNvSpPr>
              <p:nvPr/>
            </p:nvSpPr>
            <p:spPr>
              <a:xfrm rot="0" flipH="0" flipV="0">
                <a:off x="5031677" y="2210753"/>
                <a:ext cx="84723" cy="94121"/>
              </a:xfrm>
              <a:prstGeom prst="rect">
                <a:avLst/>
              </a:prstGeom>
              <a:solidFill>
                <a:srgbClr val="D4B4CC"/>
              </a:solidFill>
              <a:ln w="0">
                <a:noFill/>
                <a:prstDash val="solid"/>
              </a:ln>
            </p:spPr>
          </p:sp>
          <p:sp>
            <p:nvSpPr>
              <p:cNvPr id="17139" name="original-2d:740">
                <a:extLst>
                  <a:ext uri="{FF2B5EF4-FFF2-40B4-BE49-F238E27FC236}">
                    <ns2:creationId id="{974D714F-73BF-46E9-B988-5D03143A5388}"/>
                  </a:ext>
                </a:extLst>
              </p:cNvPr>
              <p:cNvSpPr>
                <a:spLocks noGrp="1"/>
              </p:cNvSpPr>
              <p:nvPr/>
            </p:nvSpPr>
            <p:spPr>
              <a:xfrm rot="0" flipH="0" flipV="0">
                <a:off x="5116259" y="2210753"/>
                <a:ext cx="84723" cy="94121"/>
              </a:xfrm>
              <a:prstGeom prst="rect">
                <a:avLst/>
              </a:prstGeom>
              <a:solidFill>
                <a:srgbClr val="D4B4CC"/>
              </a:solidFill>
              <a:ln w="0">
                <a:noFill/>
                <a:prstDash val="solid"/>
              </a:ln>
            </p:spPr>
          </p:sp>
          <p:sp>
            <p:nvSpPr>
              <p:cNvPr id="17140" name="original-2d:741">
                <a:extLst>
                  <a:ext uri="{FF2B5EF4-FFF2-40B4-BE49-F238E27FC236}">
                    <ns2:creationId id="{5F56172C-50EF-4601-BAA7-74A32F00E095}"/>
                  </a:ext>
                </a:extLst>
              </p:cNvPr>
              <p:cNvSpPr>
                <a:spLocks noGrp="1"/>
              </p:cNvSpPr>
              <p:nvPr/>
            </p:nvSpPr>
            <p:spPr>
              <a:xfrm rot="0" flipH="0" flipV="0">
                <a:off x="5200841" y="2210753"/>
                <a:ext cx="84723" cy="94121"/>
              </a:xfrm>
              <a:prstGeom prst="rect">
                <a:avLst/>
              </a:prstGeom>
              <a:solidFill>
                <a:srgbClr val="DCE8ED"/>
              </a:solidFill>
              <a:ln w="0">
                <a:noFill/>
                <a:prstDash val="solid"/>
              </a:ln>
            </p:spPr>
          </p:sp>
          <p:sp>
            <p:nvSpPr>
              <p:cNvPr id="17141" name="original-2d:742">
                <a:extLst>
                  <a:ext uri="{FF2B5EF4-FFF2-40B4-BE49-F238E27FC236}">
                    <ns2:creationId id="{78E8D482-A191-44A8-97E0-884712644D82}"/>
                  </a:ext>
                </a:extLst>
              </p:cNvPr>
              <p:cNvSpPr>
                <a:spLocks noGrp="1"/>
              </p:cNvSpPr>
              <p:nvPr/>
            </p:nvSpPr>
            <p:spPr>
              <a:xfrm rot="0" flipH="0" flipV="0">
                <a:off x="3593783" y="2304733"/>
                <a:ext cx="84723" cy="94121"/>
              </a:xfrm>
              <a:prstGeom prst="rect">
                <a:avLst/>
              </a:prstGeom>
              <a:solidFill>
                <a:srgbClr val="0072B2"/>
              </a:solidFill>
              <a:ln w="0">
                <a:noFill/>
                <a:prstDash val="solid"/>
              </a:ln>
            </p:spPr>
          </p:sp>
          <p:sp>
            <p:nvSpPr>
              <p:cNvPr id="17142" name="original-2d:743">
                <a:extLst>
                  <a:ext uri="{FF2B5EF4-FFF2-40B4-BE49-F238E27FC236}">
                    <ns2:creationId id="{9C46D90E-9982-4CAB-8E09-5892EE14C8EF}"/>
                  </a:ext>
                </a:extLst>
              </p:cNvPr>
              <p:cNvSpPr>
                <a:spLocks noGrp="1"/>
              </p:cNvSpPr>
              <p:nvPr/>
            </p:nvSpPr>
            <p:spPr>
              <a:xfrm rot="0" flipH="0" flipV="0">
                <a:off x="3678365" y="2304733"/>
                <a:ext cx="84723" cy="94121"/>
              </a:xfrm>
              <a:prstGeom prst="rect">
                <a:avLst/>
              </a:prstGeom>
              <a:solidFill>
                <a:srgbClr val="0072B2"/>
              </a:solidFill>
              <a:ln w="0">
                <a:noFill/>
                <a:prstDash val="solid"/>
              </a:ln>
            </p:spPr>
          </p:sp>
          <p:sp>
            <p:nvSpPr>
              <p:cNvPr id="17143" name="original-2d:744">
                <a:extLst>
                  <a:ext uri="{FF2B5EF4-FFF2-40B4-BE49-F238E27FC236}">
                    <ns2:creationId id="{D7BB8991-0F80-47B3-BECF-427AD76A6D11}"/>
                  </a:ext>
                </a:extLst>
              </p:cNvPr>
              <p:cNvSpPr>
                <a:spLocks noGrp="1"/>
              </p:cNvSpPr>
              <p:nvPr/>
            </p:nvSpPr>
            <p:spPr>
              <a:xfrm rot="0" flipH="0" flipV="0">
                <a:off x="3762947" y="2304733"/>
                <a:ext cx="84723" cy="94121"/>
              </a:xfrm>
              <a:prstGeom prst="rect">
                <a:avLst/>
              </a:prstGeom>
              <a:solidFill>
                <a:srgbClr val="0072B2"/>
              </a:solidFill>
              <a:ln w="0">
                <a:noFill/>
                <a:prstDash val="solid"/>
              </a:ln>
            </p:spPr>
          </p:sp>
          <p:sp>
            <p:nvSpPr>
              <p:cNvPr id="17144" name="original-2d:745">
                <a:extLst>
                  <a:ext uri="{FF2B5EF4-FFF2-40B4-BE49-F238E27FC236}">
                    <ns2:creationId id="{C0F3E327-605B-4D2B-9909-88A51E2F613C}"/>
                  </a:ext>
                </a:extLst>
              </p:cNvPr>
              <p:cNvSpPr>
                <a:spLocks noGrp="1"/>
              </p:cNvSpPr>
              <p:nvPr/>
            </p:nvSpPr>
            <p:spPr>
              <a:xfrm rot="0" flipH="0" flipV="0">
                <a:off x="3847529" y="2304733"/>
                <a:ext cx="84723" cy="94121"/>
              </a:xfrm>
              <a:prstGeom prst="rect">
                <a:avLst/>
              </a:prstGeom>
              <a:solidFill>
                <a:srgbClr val="0072B2"/>
              </a:solidFill>
              <a:ln w="0">
                <a:noFill/>
                <a:prstDash val="solid"/>
              </a:ln>
            </p:spPr>
          </p:sp>
          <p:sp>
            <p:nvSpPr>
              <p:cNvPr id="17145" name="original-2d:746">
                <a:extLst>
                  <a:ext uri="{FF2B5EF4-FFF2-40B4-BE49-F238E27FC236}">
                    <ns2:creationId id="{47FC8D55-1A2E-427A-8B80-10F43EEF6CB5}"/>
                  </a:ext>
                </a:extLst>
              </p:cNvPr>
              <p:cNvSpPr>
                <a:spLocks noGrp="1"/>
              </p:cNvSpPr>
              <p:nvPr/>
            </p:nvSpPr>
            <p:spPr>
              <a:xfrm rot="0" flipH="0" flipV="0">
                <a:off x="3932111" y="2304733"/>
                <a:ext cx="84723" cy="94121"/>
              </a:xfrm>
              <a:prstGeom prst="rect">
                <a:avLst/>
              </a:prstGeom>
              <a:solidFill>
                <a:srgbClr val="0072B2"/>
              </a:solidFill>
              <a:ln w="0">
                <a:noFill/>
                <a:prstDash val="solid"/>
              </a:ln>
            </p:spPr>
          </p:sp>
          <p:sp>
            <p:nvSpPr>
              <p:cNvPr id="17146" name="original-2d:747">
                <a:extLst>
                  <a:ext uri="{FF2B5EF4-FFF2-40B4-BE49-F238E27FC236}">
                    <ns2:creationId id="{686E83B1-C739-463D-A279-F6D8BF9EBA98}"/>
                  </a:ext>
                </a:extLst>
              </p:cNvPr>
              <p:cNvSpPr>
                <a:spLocks noGrp="1"/>
              </p:cNvSpPr>
              <p:nvPr/>
            </p:nvSpPr>
            <p:spPr>
              <a:xfrm rot="0" flipH="0" flipV="0">
                <a:off x="4016693" y="2304733"/>
                <a:ext cx="84723" cy="94121"/>
              </a:xfrm>
              <a:prstGeom prst="rect">
                <a:avLst/>
              </a:prstGeom>
              <a:solidFill>
                <a:srgbClr val="0072B2"/>
              </a:solidFill>
              <a:ln w="0">
                <a:noFill/>
                <a:prstDash val="solid"/>
              </a:ln>
            </p:spPr>
          </p:sp>
          <p:sp>
            <p:nvSpPr>
              <p:cNvPr id="17147" name="original-2d:748">
                <a:extLst>
                  <a:ext uri="{FF2B5EF4-FFF2-40B4-BE49-F238E27FC236}">
                    <ns2:creationId id="{A9CBA3F3-93B6-41D7-B15F-13726B6AEA2F}"/>
                  </a:ext>
                </a:extLst>
              </p:cNvPr>
              <p:cNvSpPr>
                <a:spLocks noGrp="1"/>
              </p:cNvSpPr>
              <p:nvPr/>
            </p:nvSpPr>
            <p:spPr>
              <a:xfrm rot="0" flipH="0" flipV="0">
                <a:off x="4101275" y="2304733"/>
                <a:ext cx="84723" cy="94121"/>
              </a:xfrm>
              <a:prstGeom prst="rect">
                <a:avLst/>
              </a:prstGeom>
              <a:solidFill>
                <a:srgbClr val="0072B2"/>
              </a:solidFill>
              <a:ln w="0">
                <a:noFill/>
                <a:prstDash val="solid"/>
              </a:ln>
            </p:spPr>
          </p:sp>
          <p:sp>
            <p:nvSpPr>
              <p:cNvPr id="17148" name="original-2d:749">
                <a:extLst>
                  <a:ext uri="{FF2B5EF4-FFF2-40B4-BE49-F238E27FC236}">
                    <ns2:creationId id="{583CCFAF-B89E-4834-A3AA-282130E0230F}"/>
                  </a:ext>
                </a:extLst>
              </p:cNvPr>
              <p:cNvSpPr>
                <a:spLocks noGrp="1"/>
              </p:cNvSpPr>
              <p:nvPr/>
            </p:nvSpPr>
            <p:spPr>
              <a:xfrm rot="0" flipH="0" flipV="0">
                <a:off x="4185857" y="2304733"/>
                <a:ext cx="84723" cy="94121"/>
              </a:xfrm>
              <a:prstGeom prst="rect">
                <a:avLst/>
              </a:prstGeom>
              <a:solidFill>
                <a:srgbClr val="D4B4CC"/>
              </a:solidFill>
              <a:ln w="0">
                <a:noFill/>
                <a:prstDash val="solid"/>
              </a:ln>
            </p:spPr>
          </p:sp>
          <p:sp>
            <p:nvSpPr>
              <p:cNvPr id="17149" name="original-2d:750">
                <a:extLst>
                  <a:ext uri="{FF2B5EF4-FFF2-40B4-BE49-F238E27FC236}">
                    <ns2:creationId id="{D0157C6F-DDB6-45DE-A313-17E2100B2C79}"/>
                  </a:ext>
                </a:extLst>
              </p:cNvPr>
              <p:cNvSpPr>
                <a:spLocks noGrp="1"/>
              </p:cNvSpPr>
              <p:nvPr/>
            </p:nvSpPr>
            <p:spPr>
              <a:xfrm rot="0" flipH="0" flipV="0">
                <a:off x="4270439" y="2304733"/>
                <a:ext cx="84723" cy="94121"/>
              </a:xfrm>
              <a:prstGeom prst="rect">
                <a:avLst/>
              </a:prstGeom>
              <a:solidFill>
                <a:srgbClr val="D4B4CC"/>
              </a:solidFill>
              <a:ln w="0">
                <a:noFill/>
                <a:prstDash val="solid"/>
              </a:ln>
            </p:spPr>
          </p:sp>
          <p:sp>
            <p:nvSpPr>
              <p:cNvPr id="17150" name="original-2d:751">
                <a:extLst>
                  <a:ext uri="{FF2B5EF4-FFF2-40B4-BE49-F238E27FC236}">
                    <ns2:creationId id="{084C3393-46CB-4DE7-BF9C-6ECC2F57A34A}"/>
                  </a:ext>
                </a:extLst>
              </p:cNvPr>
              <p:cNvSpPr>
                <a:spLocks noGrp="1"/>
              </p:cNvSpPr>
              <p:nvPr/>
            </p:nvSpPr>
            <p:spPr>
              <a:xfrm rot="0" flipH="0" flipV="0">
                <a:off x="4355021" y="2304733"/>
                <a:ext cx="84723" cy="94121"/>
              </a:xfrm>
              <a:prstGeom prst="rect">
                <a:avLst/>
              </a:prstGeom>
              <a:solidFill>
                <a:srgbClr val="D4B4CC"/>
              </a:solidFill>
              <a:ln w="0">
                <a:noFill/>
                <a:prstDash val="solid"/>
              </a:ln>
            </p:spPr>
          </p:sp>
          <p:sp>
            <p:nvSpPr>
              <p:cNvPr id="17151" name="original-2d:752">
                <a:extLst>
                  <a:ext uri="{FF2B5EF4-FFF2-40B4-BE49-F238E27FC236}">
                    <ns2:creationId id="{C59FFFEB-4C91-45FA-B989-7F03024C208A}"/>
                  </a:ext>
                </a:extLst>
              </p:cNvPr>
              <p:cNvSpPr>
                <a:spLocks noGrp="1"/>
              </p:cNvSpPr>
              <p:nvPr/>
            </p:nvSpPr>
            <p:spPr>
              <a:xfrm rot="0" flipH="0" flipV="0">
                <a:off x="4439603" y="2304733"/>
                <a:ext cx="84723" cy="94121"/>
              </a:xfrm>
              <a:prstGeom prst="rect">
                <a:avLst/>
              </a:prstGeom>
              <a:solidFill>
                <a:srgbClr val="D4B4CC"/>
              </a:solidFill>
              <a:ln w="0">
                <a:noFill/>
                <a:prstDash val="solid"/>
              </a:ln>
            </p:spPr>
          </p:sp>
          <p:sp>
            <p:nvSpPr>
              <p:cNvPr id="17152" name="original-2d:753">
                <a:extLst>
                  <a:ext uri="{FF2B5EF4-FFF2-40B4-BE49-F238E27FC236}">
                    <ns2:creationId id="{5421E780-2287-471A-AF56-890B8421C887}"/>
                  </a:ext>
                </a:extLst>
              </p:cNvPr>
              <p:cNvSpPr>
                <a:spLocks noGrp="1"/>
              </p:cNvSpPr>
              <p:nvPr/>
            </p:nvSpPr>
            <p:spPr>
              <a:xfrm rot="0" flipH="0" flipV="0">
                <a:off x="4524185" y="2304733"/>
                <a:ext cx="84723" cy="94121"/>
              </a:xfrm>
              <a:prstGeom prst="rect">
                <a:avLst/>
              </a:prstGeom>
              <a:solidFill>
                <a:srgbClr val="D4B4CC"/>
              </a:solidFill>
              <a:ln w="0">
                <a:noFill/>
                <a:prstDash val="solid"/>
              </a:ln>
            </p:spPr>
          </p:sp>
          <p:sp>
            <p:nvSpPr>
              <p:cNvPr id="17153" name="original-2d:754">
                <a:extLst>
                  <a:ext uri="{FF2B5EF4-FFF2-40B4-BE49-F238E27FC236}">
                    <ns2:creationId id="{C181D2DA-00B4-406F-A5BC-888A448EA455}"/>
                  </a:ext>
                </a:extLst>
              </p:cNvPr>
              <p:cNvSpPr>
                <a:spLocks noGrp="1"/>
              </p:cNvSpPr>
              <p:nvPr/>
            </p:nvSpPr>
            <p:spPr>
              <a:xfrm rot="0" flipH="0" flipV="0">
                <a:off x="4608767" y="2304733"/>
                <a:ext cx="84723" cy="94121"/>
              </a:xfrm>
              <a:prstGeom prst="rect">
                <a:avLst/>
              </a:prstGeom>
              <a:solidFill>
                <a:srgbClr val="D4B4CC"/>
              </a:solidFill>
              <a:ln w="0">
                <a:noFill/>
                <a:prstDash val="solid"/>
              </a:ln>
            </p:spPr>
          </p:sp>
          <p:sp>
            <p:nvSpPr>
              <p:cNvPr id="17154" name="original-2d:755">
                <a:extLst>
                  <a:ext uri="{FF2B5EF4-FFF2-40B4-BE49-F238E27FC236}">
                    <ns2:creationId id="{76680F3B-73E6-4258-B458-391C127A1448}"/>
                  </a:ext>
                </a:extLst>
              </p:cNvPr>
              <p:cNvSpPr>
                <a:spLocks noGrp="1"/>
              </p:cNvSpPr>
              <p:nvPr/>
            </p:nvSpPr>
            <p:spPr>
              <a:xfrm rot="0" flipH="0" flipV="0">
                <a:off x="4693349" y="2304733"/>
                <a:ext cx="84723" cy="94121"/>
              </a:xfrm>
              <a:prstGeom prst="rect">
                <a:avLst/>
              </a:prstGeom>
              <a:solidFill>
                <a:srgbClr val="D4B4CC"/>
              </a:solidFill>
              <a:ln w="0">
                <a:noFill/>
                <a:prstDash val="solid"/>
              </a:ln>
            </p:spPr>
          </p:sp>
          <p:sp>
            <p:nvSpPr>
              <p:cNvPr id="17155" name="original-2d:756">
                <a:extLst>
                  <a:ext uri="{FF2B5EF4-FFF2-40B4-BE49-F238E27FC236}">
                    <ns2:creationId id="{B58E42E3-AEE4-40BE-9E7D-39E13094594C}"/>
                  </a:ext>
                </a:extLst>
              </p:cNvPr>
              <p:cNvSpPr>
                <a:spLocks noGrp="1"/>
              </p:cNvSpPr>
              <p:nvPr/>
            </p:nvSpPr>
            <p:spPr>
              <a:xfrm rot="0" flipH="0" flipV="0">
                <a:off x="4777931" y="2304733"/>
                <a:ext cx="84723" cy="94121"/>
              </a:xfrm>
              <a:prstGeom prst="rect">
                <a:avLst/>
              </a:prstGeom>
              <a:solidFill>
                <a:srgbClr val="D4B4CC"/>
              </a:solidFill>
              <a:ln w="0">
                <a:noFill/>
                <a:prstDash val="solid"/>
              </a:ln>
            </p:spPr>
          </p:sp>
          <p:sp>
            <p:nvSpPr>
              <p:cNvPr id="17156" name="original-2d:757">
                <a:extLst>
                  <a:ext uri="{FF2B5EF4-FFF2-40B4-BE49-F238E27FC236}">
                    <ns2:creationId id="{A5CFE1AD-BACB-4A78-A0C1-601242E5E11C}"/>
                  </a:ext>
                </a:extLst>
              </p:cNvPr>
              <p:cNvSpPr>
                <a:spLocks noGrp="1"/>
              </p:cNvSpPr>
              <p:nvPr/>
            </p:nvSpPr>
            <p:spPr>
              <a:xfrm rot="0" flipH="0" flipV="0">
                <a:off x="4862513" y="2304733"/>
                <a:ext cx="84723" cy="94121"/>
              </a:xfrm>
              <a:prstGeom prst="rect">
                <a:avLst/>
              </a:prstGeom>
              <a:solidFill>
                <a:srgbClr val="D4B4CC"/>
              </a:solidFill>
              <a:ln w="0">
                <a:noFill/>
                <a:prstDash val="solid"/>
              </a:ln>
            </p:spPr>
          </p:sp>
          <p:sp>
            <p:nvSpPr>
              <p:cNvPr id="17157" name="original-2d:758">
                <a:extLst>
                  <a:ext uri="{FF2B5EF4-FFF2-40B4-BE49-F238E27FC236}">
                    <ns2:creationId id="{EB6E5F35-42BE-425E-B2D7-08087543555F}"/>
                  </a:ext>
                </a:extLst>
              </p:cNvPr>
              <p:cNvSpPr>
                <a:spLocks noGrp="1"/>
              </p:cNvSpPr>
              <p:nvPr/>
            </p:nvSpPr>
            <p:spPr>
              <a:xfrm rot="0" flipH="0" flipV="0">
                <a:off x="4947095" y="2304733"/>
                <a:ext cx="84723" cy="94121"/>
              </a:xfrm>
              <a:prstGeom prst="rect">
                <a:avLst/>
              </a:prstGeom>
              <a:solidFill>
                <a:srgbClr val="DCE8ED"/>
              </a:solidFill>
              <a:ln w="0">
                <a:noFill/>
                <a:prstDash val="solid"/>
              </a:ln>
            </p:spPr>
          </p:sp>
          <p:sp>
            <p:nvSpPr>
              <p:cNvPr id="17158" name="original-2d:759">
                <a:extLst>
                  <a:ext uri="{FF2B5EF4-FFF2-40B4-BE49-F238E27FC236}">
                    <ns2:creationId id="{704CE84C-A06F-4127-A819-65B174D384D8}"/>
                  </a:ext>
                </a:extLst>
              </p:cNvPr>
              <p:cNvSpPr>
                <a:spLocks noGrp="1"/>
              </p:cNvSpPr>
              <p:nvPr/>
            </p:nvSpPr>
            <p:spPr>
              <a:xfrm rot="0" flipH="0" flipV="0">
                <a:off x="5031677" y="2304733"/>
                <a:ext cx="84723" cy="94121"/>
              </a:xfrm>
              <a:prstGeom prst="rect">
                <a:avLst/>
              </a:prstGeom>
              <a:solidFill>
                <a:srgbClr val="DCE8ED"/>
              </a:solidFill>
              <a:ln w="0">
                <a:noFill/>
                <a:prstDash val="solid"/>
              </a:ln>
            </p:spPr>
          </p:sp>
          <p:sp>
            <p:nvSpPr>
              <p:cNvPr id="17159" name="original-2d:760">
                <a:extLst>
                  <a:ext uri="{FF2B5EF4-FFF2-40B4-BE49-F238E27FC236}">
                    <ns2:creationId id="{E5E1B695-2FBD-4ECC-9FC5-885A26A5CF1B}"/>
                  </a:ext>
                </a:extLst>
              </p:cNvPr>
              <p:cNvSpPr>
                <a:spLocks noGrp="1"/>
              </p:cNvSpPr>
              <p:nvPr/>
            </p:nvSpPr>
            <p:spPr>
              <a:xfrm rot="0" flipH="0" flipV="0">
                <a:off x="5116259" y="2304733"/>
                <a:ext cx="84723" cy="94121"/>
              </a:xfrm>
              <a:prstGeom prst="rect">
                <a:avLst/>
              </a:prstGeom>
              <a:solidFill>
                <a:srgbClr val="DCE8ED"/>
              </a:solidFill>
              <a:ln w="0">
                <a:noFill/>
                <a:prstDash val="solid"/>
              </a:ln>
            </p:spPr>
          </p:sp>
          <p:sp>
            <p:nvSpPr>
              <p:cNvPr id="17160" name="original-2d:761">
                <a:extLst>
                  <a:ext uri="{FF2B5EF4-FFF2-40B4-BE49-F238E27FC236}">
                    <ns2:creationId id="{DF032092-958E-4118-A3E3-AB30260157C1}"/>
                  </a:ext>
                </a:extLst>
              </p:cNvPr>
              <p:cNvSpPr>
                <a:spLocks noGrp="1"/>
              </p:cNvSpPr>
              <p:nvPr/>
            </p:nvSpPr>
            <p:spPr>
              <a:xfrm rot="0" flipH="0" flipV="0">
                <a:off x="5200841" y="2304733"/>
                <a:ext cx="84723" cy="94121"/>
              </a:xfrm>
              <a:prstGeom prst="rect">
                <a:avLst/>
              </a:prstGeom>
              <a:solidFill>
                <a:srgbClr val="DCE8ED"/>
              </a:solidFill>
              <a:ln w="0">
                <a:noFill/>
                <a:prstDash val="solid"/>
              </a:ln>
            </p:spPr>
          </p:sp>
          <p:sp>
            <p:nvSpPr>
              <p:cNvPr id="17161" name="original-2d:762">
                <a:extLst>
                  <a:ext uri="{FF2B5EF4-FFF2-40B4-BE49-F238E27FC236}">
                    <ns2:creationId id="{1C0249AC-EA1F-47CA-B0FA-06614C5383B4}"/>
                  </a:ext>
                </a:extLst>
              </p:cNvPr>
              <p:cNvSpPr>
                <a:spLocks noGrp="1"/>
              </p:cNvSpPr>
              <p:nvPr/>
            </p:nvSpPr>
            <p:spPr>
              <a:xfrm rot="0" flipH="0" flipV="0">
                <a:off x="3593783" y="2398713"/>
                <a:ext cx="84723" cy="94121"/>
              </a:xfrm>
              <a:prstGeom prst="rect">
                <a:avLst/>
              </a:prstGeom>
              <a:solidFill>
                <a:srgbClr val="0072B2"/>
              </a:solidFill>
              <a:ln w="0">
                <a:noFill/>
                <a:prstDash val="solid"/>
              </a:ln>
            </p:spPr>
          </p:sp>
          <p:sp>
            <p:nvSpPr>
              <p:cNvPr id="17162" name="original-2d:763">
                <a:extLst>
                  <a:ext uri="{FF2B5EF4-FFF2-40B4-BE49-F238E27FC236}">
                    <ns2:creationId id="{88DE5679-91D1-4F3A-8573-50C8F198AA91}"/>
                  </a:ext>
                </a:extLst>
              </p:cNvPr>
              <p:cNvSpPr>
                <a:spLocks noGrp="1"/>
              </p:cNvSpPr>
              <p:nvPr/>
            </p:nvSpPr>
            <p:spPr>
              <a:xfrm rot="0" flipH="0" flipV="0">
                <a:off x="3678365" y="2398713"/>
                <a:ext cx="84723" cy="94121"/>
              </a:xfrm>
              <a:prstGeom prst="rect">
                <a:avLst/>
              </a:prstGeom>
              <a:solidFill>
                <a:srgbClr val="0072B2"/>
              </a:solidFill>
              <a:ln w="0">
                <a:noFill/>
                <a:prstDash val="solid"/>
              </a:ln>
            </p:spPr>
          </p:sp>
          <p:sp>
            <p:nvSpPr>
              <p:cNvPr id="17163" name="original-2d:764">
                <a:extLst>
                  <a:ext uri="{FF2B5EF4-FFF2-40B4-BE49-F238E27FC236}">
                    <ns2:creationId id="{8473C9CD-DF99-467B-AA37-C617104D9740}"/>
                  </a:ext>
                </a:extLst>
              </p:cNvPr>
              <p:cNvSpPr>
                <a:spLocks noGrp="1"/>
              </p:cNvSpPr>
              <p:nvPr/>
            </p:nvSpPr>
            <p:spPr>
              <a:xfrm rot="0" flipH="0" flipV="0">
                <a:off x="3762947" y="2398713"/>
                <a:ext cx="84723" cy="94121"/>
              </a:xfrm>
              <a:prstGeom prst="rect">
                <a:avLst/>
              </a:prstGeom>
              <a:solidFill>
                <a:srgbClr val="0072B2"/>
              </a:solidFill>
              <a:ln w="0">
                <a:noFill/>
                <a:prstDash val="solid"/>
              </a:ln>
            </p:spPr>
          </p:sp>
          <p:sp>
            <p:nvSpPr>
              <p:cNvPr id="17164" name="original-2d:765">
                <a:extLst>
                  <a:ext uri="{FF2B5EF4-FFF2-40B4-BE49-F238E27FC236}">
                    <ns2:creationId id="{2B1A0860-887E-4E38-8A11-D35292FA3E8E}"/>
                  </a:ext>
                </a:extLst>
              </p:cNvPr>
              <p:cNvSpPr>
                <a:spLocks noGrp="1"/>
              </p:cNvSpPr>
              <p:nvPr/>
            </p:nvSpPr>
            <p:spPr>
              <a:xfrm rot="0" flipH="0" flipV="0">
                <a:off x="3847529" y="2398713"/>
                <a:ext cx="84723" cy="94121"/>
              </a:xfrm>
              <a:prstGeom prst="rect">
                <a:avLst/>
              </a:prstGeom>
              <a:solidFill>
                <a:srgbClr val="0072B2"/>
              </a:solidFill>
              <a:ln w="0">
                <a:noFill/>
                <a:prstDash val="solid"/>
              </a:ln>
            </p:spPr>
          </p:sp>
          <p:sp>
            <p:nvSpPr>
              <p:cNvPr id="17165" name="original-2d:766">
                <a:extLst>
                  <a:ext uri="{FF2B5EF4-FFF2-40B4-BE49-F238E27FC236}">
                    <ns2:creationId id="{E8E2E7CF-5882-4661-9126-B609FCE19FC6}"/>
                  </a:ext>
                </a:extLst>
              </p:cNvPr>
              <p:cNvSpPr>
                <a:spLocks noGrp="1"/>
              </p:cNvSpPr>
              <p:nvPr/>
            </p:nvSpPr>
            <p:spPr>
              <a:xfrm rot="0" flipH="0" flipV="0">
                <a:off x="3932111" y="2398713"/>
                <a:ext cx="84723" cy="94121"/>
              </a:xfrm>
              <a:prstGeom prst="rect">
                <a:avLst/>
              </a:prstGeom>
              <a:solidFill>
                <a:srgbClr val="0072B2"/>
              </a:solidFill>
              <a:ln w="0">
                <a:noFill/>
                <a:prstDash val="solid"/>
              </a:ln>
            </p:spPr>
          </p:sp>
          <p:sp>
            <p:nvSpPr>
              <p:cNvPr id="17166" name="original-2d:767">
                <a:extLst>
                  <a:ext uri="{FF2B5EF4-FFF2-40B4-BE49-F238E27FC236}">
                    <ns2:creationId id="{FDEA7A4D-AC6E-4E7F-B3E7-A1712D244B3F}"/>
                  </a:ext>
                </a:extLst>
              </p:cNvPr>
              <p:cNvSpPr>
                <a:spLocks noGrp="1"/>
              </p:cNvSpPr>
              <p:nvPr/>
            </p:nvSpPr>
            <p:spPr>
              <a:xfrm rot="0" flipH="0" flipV="0">
                <a:off x="4016693" y="2398713"/>
                <a:ext cx="84723" cy="94121"/>
              </a:xfrm>
              <a:prstGeom prst="rect">
                <a:avLst/>
              </a:prstGeom>
              <a:solidFill>
                <a:srgbClr val="0072B2"/>
              </a:solidFill>
              <a:ln w="0">
                <a:noFill/>
                <a:prstDash val="solid"/>
              </a:ln>
            </p:spPr>
          </p:sp>
          <p:sp>
            <p:nvSpPr>
              <p:cNvPr id="17167" name="original-2d:768">
                <a:extLst>
                  <a:ext uri="{FF2B5EF4-FFF2-40B4-BE49-F238E27FC236}">
                    <ns2:creationId id="{D0FB98E1-9C29-4913-8901-22A9E1400EB9}"/>
                  </a:ext>
                </a:extLst>
              </p:cNvPr>
              <p:cNvSpPr>
                <a:spLocks noGrp="1"/>
              </p:cNvSpPr>
              <p:nvPr/>
            </p:nvSpPr>
            <p:spPr>
              <a:xfrm rot="0" flipH="0" flipV="0">
                <a:off x="4101275" y="2398713"/>
                <a:ext cx="84723" cy="94121"/>
              </a:xfrm>
              <a:prstGeom prst="rect">
                <a:avLst/>
              </a:prstGeom>
              <a:solidFill>
                <a:srgbClr val="D4B4CC"/>
              </a:solidFill>
              <a:ln w="0">
                <a:noFill/>
                <a:prstDash val="solid"/>
              </a:ln>
            </p:spPr>
          </p:sp>
          <p:sp>
            <p:nvSpPr>
              <p:cNvPr id="17168" name="original-2d:769">
                <a:extLst>
                  <a:ext uri="{FF2B5EF4-FFF2-40B4-BE49-F238E27FC236}">
                    <ns2:creationId id="{9F1E6A8A-E638-4FC5-AC59-39F165C49E28}"/>
                  </a:ext>
                </a:extLst>
              </p:cNvPr>
              <p:cNvSpPr>
                <a:spLocks noGrp="1"/>
              </p:cNvSpPr>
              <p:nvPr/>
            </p:nvSpPr>
            <p:spPr>
              <a:xfrm rot="0" flipH="0" flipV="0">
                <a:off x="4185857" y="2398713"/>
                <a:ext cx="84723" cy="94121"/>
              </a:xfrm>
              <a:prstGeom prst="rect">
                <a:avLst/>
              </a:prstGeom>
              <a:solidFill>
                <a:srgbClr val="D4B4CC"/>
              </a:solidFill>
              <a:ln w="0">
                <a:noFill/>
                <a:prstDash val="solid"/>
              </a:ln>
            </p:spPr>
          </p:sp>
          <p:sp>
            <p:nvSpPr>
              <p:cNvPr id="17169" name="original-2d:770">
                <a:extLst>
                  <a:ext uri="{FF2B5EF4-FFF2-40B4-BE49-F238E27FC236}">
                    <ns2:creationId id="{A75A4C3E-0DBA-4F32-BCEF-F6A3CE6BFDAF}"/>
                  </a:ext>
                </a:extLst>
              </p:cNvPr>
              <p:cNvSpPr>
                <a:spLocks noGrp="1"/>
              </p:cNvSpPr>
              <p:nvPr/>
            </p:nvSpPr>
            <p:spPr>
              <a:xfrm rot="0" flipH="0" flipV="0">
                <a:off x="4270439" y="2398713"/>
                <a:ext cx="84723" cy="94121"/>
              </a:xfrm>
              <a:prstGeom prst="rect">
                <a:avLst/>
              </a:prstGeom>
              <a:solidFill>
                <a:srgbClr val="D4B4CC"/>
              </a:solidFill>
              <a:ln w="0">
                <a:noFill/>
                <a:prstDash val="solid"/>
              </a:ln>
            </p:spPr>
          </p:sp>
          <p:sp>
            <p:nvSpPr>
              <p:cNvPr id="17170" name="original-2d:771">
                <a:extLst>
                  <a:ext uri="{FF2B5EF4-FFF2-40B4-BE49-F238E27FC236}">
                    <ns2:creationId id="{D6126A7C-3F74-430E-A1E2-28C350F1B302}"/>
                  </a:ext>
                </a:extLst>
              </p:cNvPr>
              <p:cNvSpPr>
                <a:spLocks noGrp="1"/>
              </p:cNvSpPr>
              <p:nvPr/>
            </p:nvSpPr>
            <p:spPr>
              <a:xfrm rot="0" flipH="0" flipV="0">
                <a:off x="4355021" y="2398713"/>
                <a:ext cx="84723" cy="94121"/>
              </a:xfrm>
              <a:prstGeom prst="rect">
                <a:avLst/>
              </a:prstGeom>
              <a:solidFill>
                <a:srgbClr val="D4B4CC"/>
              </a:solidFill>
              <a:ln w="0">
                <a:noFill/>
                <a:prstDash val="solid"/>
              </a:ln>
            </p:spPr>
          </p:sp>
          <p:sp>
            <p:nvSpPr>
              <p:cNvPr id="17171" name="original-2d:772">
                <a:extLst>
                  <a:ext uri="{FF2B5EF4-FFF2-40B4-BE49-F238E27FC236}">
                    <ns2:creationId id="{57549686-B47F-4AC1-AD93-FDFEF9BD8D9C}"/>
                  </a:ext>
                </a:extLst>
              </p:cNvPr>
              <p:cNvSpPr>
                <a:spLocks noGrp="1"/>
              </p:cNvSpPr>
              <p:nvPr/>
            </p:nvSpPr>
            <p:spPr>
              <a:xfrm rot="0" flipH="0" flipV="0">
                <a:off x="4439603" y="2398713"/>
                <a:ext cx="84723" cy="94121"/>
              </a:xfrm>
              <a:prstGeom prst="rect">
                <a:avLst/>
              </a:prstGeom>
              <a:solidFill>
                <a:srgbClr val="DCE8ED"/>
              </a:solidFill>
              <a:ln w="0">
                <a:noFill/>
                <a:prstDash val="solid"/>
              </a:ln>
            </p:spPr>
          </p:sp>
          <p:sp>
            <p:nvSpPr>
              <p:cNvPr id="17172" name="original-2d:773">
                <a:extLst>
                  <a:ext uri="{FF2B5EF4-FFF2-40B4-BE49-F238E27FC236}">
                    <ns2:creationId id="{42849E55-A782-4AC2-ABFE-FE244488D5FE}"/>
                  </a:ext>
                </a:extLst>
              </p:cNvPr>
              <p:cNvSpPr>
                <a:spLocks noGrp="1"/>
              </p:cNvSpPr>
              <p:nvPr/>
            </p:nvSpPr>
            <p:spPr>
              <a:xfrm rot="0" flipH="0" flipV="0">
                <a:off x="4524185" y="2398713"/>
                <a:ext cx="84723" cy="94121"/>
              </a:xfrm>
              <a:prstGeom prst="rect">
                <a:avLst/>
              </a:prstGeom>
              <a:solidFill>
                <a:srgbClr val="DCE8ED"/>
              </a:solidFill>
              <a:ln w="0">
                <a:noFill/>
                <a:prstDash val="solid"/>
              </a:ln>
            </p:spPr>
          </p:sp>
          <p:sp>
            <p:nvSpPr>
              <p:cNvPr id="17173" name="original-2d:774">
                <a:extLst>
                  <a:ext uri="{FF2B5EF4-FFF2-40B4-BE49-F238E27FC236}">
                    <ns2:creationId id="{84B96D42-9202-4BEC-8CE9-671237601BBD}"/>
                  </a:ext>
                </a:extLst>
              </p:cNvPr>
              <p:cNvSpPr>
                <a:spLocks noGrp="1"/>
              </p:cNvSpPr>
              <p:nvPr/>
            </p:nvSpPr>
            <p:spPr>
              <a:xfrm rot="0" flipH="0" flipV="0">
                <a:off x="4608767" y="2398713"/>
                <a:ext cx="84723" cy="94121"/>
              </a:xfrm>
              <a:prstGeom prst="rect">
                <a:avLst/>
              </a:prstGeom>
              <a:solidFill>
                <a:srgbClr val="DCE8ED"/>
              </a:solidFill>
              <a:ln w="0">
                <a:noFill/>
                <a:prstDash val="solid"/>
              </a:ln>
            </p:spPr>
          </p:sp>
          <p:sp>
            <p:nvSpPr>
              <p:cNvPr id="17174" name="original-2d:775">
                <a:extLst>
                  <a:ext uri="{FF2B5EF4-FFF2-40B4-BE49-F238E27FC236}">
                    <ns2:creationId id="{41E87226-22DD-46EB-995B-11CFECD4ADD4}"/>
                  </a:ext>
                </a:extLst>
              </p:cNvPr>
              <p:cNvSpPr>
                <a:spLocks noGrp="1"/>
              </p:cNvSpPr>
              <p:nvPr/>
            </p:nvSpPr>
            <p:spPr>
              <a:xfrm rot="0" flipH="0" flipV="0">
                <a:off x="4693349" y="2398713"/>
                <a:ext cx="84723" cy="94121"/>
              </a:xfrm>
              <a:prstGeom prst="rect">
                <a:avLst/>
              </a:prstGeom>
              <a:solidFill>
                <a:srgbClr val="DCE8ED"/>
              </a:solidFill>
              <a:ln w="0">
                <a:noFill/>
                <a:prstDash val="solid"/>
              </a:ln>
            </p:spPr>
          </p:sp>
          <p:sp>
            <p:nvSpPr>
              <p:cNvPr id="17175" name="original-2d:776">
                <a:extLst>
                  <a:ext uri="{FF2B5EF4-FFF2-40B4-BE49-F238E27FC236}">
                    <ns2:creationId id="{61BCEEE6-30F1-4F0A-83CD-B8BB0AA66BBE}"/>
                  </a:ext>
                </a:extLst>
              </p:cNvPr>
              <p:cNvSpPr>
                <a:spLocks noGrp="1"/>
              </p:cNvSpPr>
              <p:nvPr/>
            </p:nvSpPr>
            <p:spPr>
              <a:xfrm rot="0" flipH="0" flipV="0">
                <a:off x="4777931" y="2398713"/>
                <a:ext cx="84723" cy="94121"/>
              </a:xfrm>
              <a:prstGeom prst="rect">
                <a:avLst/>
              </a:prstGeom>
              <a:solidFill>
                <a:srgbClr val="DCE8ED"/>
              </a:solidFill>
              <a:ln w="0">
                <a:noFill/>
                <a:prstDash val="solid"/>
              </a:ln>
            </p:spPr>
          </p:sp>
          <p:sp>
            <p:nvSpPr>
              <p:cNvPr id="17176" name="original-2d:777">
                <a:extLst>
                  <a:ext uri="{FF2B5EF4-FFF2-40B4-BE49-F238E27FC236}">
                    <ns2:creationId id="{82C4D143-C42E-47B1-8C0B-CCDC875F032F}"/>
                  </a:ext>
                </a:extLst>
              </p:cNvPr>
              <p:cNvSpPr>
                <a:spLocks noGrp="1"/>
              </p:cNvSpPr>
              <p:nvPr/>
            </p:nvSpPr>
            <p:spPr>
              <a:xfrm rot="0" flipH="0" flipV="0">
                <a:off x="4862513" y="2398713"/>
                <a:ext cx="84723" cy="94121"/>
              </a:xfrm>
              <a:prstGeom prst="rect">
                <a:avLst/>
              </a:prstGeom>
              <a:solidFill>
                <a:srgbClr val="DCE8ED"/>
              </a:solidFill>
              <a:ln w="0">
                <a:noFill/>
                <a:prstDash val="solid"/>
              </a:ln>
            </p:spPr>
          </p:sp>
          <p:sp>
            <p:nvSpPr>
              <p:cNvPr id="17177" name="original-2d:778">
                <a:extLst>
                  <a:ext uri="{FF2B5EF4-FFF2-40B4-BE49-F238E27FC236}">
                    <ns2:creationId id="{2BBC3215-97CD-42A1-B934-DDFA18C27C1A}"/>
                  </a:ext>
                </a:extLst>
              </p:cNvPr>
              <p:cNvSpPr>
                <a:spLocks noGrp="1"/>
              </p:cNvSpPr>
              <p:nvPr/>
            </p:nvSpPr>
            <p:spPr>
              <a:xfrm rot="0" flipH="0" flipV="0">
                <a:off x="4947095" y="2398713"/>
                <a:ext cx="84723" cy="94121"/>
              </a:xfrm>
              <a:prstGeom prst="rect">
                <a:avLst/>
              </a:prstGeom>
              <a:solidFill>
                <a:srgbClr val="DCE8ED"/>
              </a:solidFill>
              <a:ln w="0">
                <a:noFill/>
                <a:prstDash val="solid"/>
              </a:ln>
            </p:spPr>
          </p:sp>
          <p:sp>
            <p:nvSpPr>
              <p:cNvPr id="17178" name="original-2d:779">
                <a:extLst>
                  <a:ext uri="{FF2B5EF4-FFF2-40B4-BE49-F238E27FC236}">
                    <ns2:creationId id="{2D3BC0CA-2E73-4D0F-B26C-8ADDD30FC31F}"/>
                  </a:ext>
                </a:extLst>
              </p:cNvPr>
              <p:cNvSpPr>
                <a:spLocks noGrp="1"/>
              </p:cNvSpPr>
              <p:nvPr/>
            </p:nvSpPr>
            <p:spPr>
              <a:xfrm rot="0" flipH="0" flipV="0">
                <a:off x="5031677" y="2398713"/>
                <a:ext cx="84723" cy="94121"/>
              </a:xfrm>
              <a:prstGeom prst="rect">
                <a:avLst/>
              </a:prstGeom>
              <a:solidFill>
                <a:srgbClr val="DCE8ED"/>
              </a:solidFill>
              <a:ln w="0">
                <a:noFill/>
                <a:prstDash val="solid"/>
              </a:ln>
            </p:spPr>
          </p:sp>
          <p:sp>
            <p:nvSpPr>
              <p:cNvPr id="17179" name="original-2d:780">
                <a:extLst>
                  <a:ext uri="{FF2B5EF4-FFF2-40B4-BE49-F238E27FC236}">
                    <ns2:creationId id="{03185CE5-64D1-4DE0-8FF9-AEC2099424A9}"/>
                  </a:ext>
                </a:extLst>
              </p:cNvPr>
              <p:cNvSpPr>
                <a:spLocks noGrp="1"/>
              </p:cNvSpPr>
              <p:nvPr/>
            </p:nvSpPr>
            <p:spPr>
              <a:xfrm rot="0" flipH="0" flipV="0">
                <a:off x="5116259" y="2398713"/>
                <a:ext cx="84723" cy="94121"/>
              </a:xfrm>
              <a:prstGeom prst="rect">
                <a:avLst/>
              </a:prstGeom>
              <a:solidFill>
                <a:srgbClr val="DCE8ED"/>
              </a:solidFill>
              <a:ln w="0">
                <a:noFill/>
                <a:prstDash val="solid"/>
              </a:ln>
            </p:spPr>
          </p:sp>
          <p:sp>
            <p:nvSpPr>
              <p:cNvPr id="17180" name="original-2d:781">
                <a:extLst>
                  <a:ext uri="{FF2B5EF4-FFF2-40B4-BE49-F238E27FC236}">
                    <ns2:creationId id="{03070222-8859-4401-8FB9-A787A80D6EB4}"/>
                  </a:ext>
                </a:extLst>
              </p:cNvPr>
              <p:cNvSpPr>
                <a:spLocks noGrp="1"/>
              </p:cNvSpPr>
              <p:nvPr/>
            </p:nvSpPr>
            <p:spPr>
              <a:xfrm rot="0" flipH="0" flipV="0">
                <a:off x="5200841" y="2398713"/>
                <a:ext cx="84723" cy="94121"/>
              </a:xfrm>
              <a:prstGeom prst="rect">
                <a:avLst/>
              </a:prstGeom>
              <a:solidFill>
                <a:srgbClr val="DCE8ED"/>
              </a:solidFill>
              <a:ln w="0">
                <a:noFill/>
                <a:prstDash val="solid"/>
              </a:ln>
            </p:spPr>
          </p:sp>
          <p:sp>
            <p:nvSpPr>
              <p:cNvPr id="17181" name="original-2d:782">
                <a:extLst>
                  <a:ext uri="{FF2B5EF4-FFF2-40B4-BE49-F238E27FC236}">
                    <ns2:creationId id="{482EC453-843C-48D3-82AB-E5E327C8E4AA}"/>
                  </a:ext>
                </a:extLst>
              </p:cNvPr>
              <p:cNvSpPr>
                <a:spLocks noGrp="1"/>
              </p:cNvSpPr>
              <p:nvPr/>
            </p:nvSpPr>
            <p:spPr>
              <a:xfrm rot="0" flipH="0" flipV="0">
                <a:off x="3593783" y="2492693"/>
                <a:ext cx="84723" cy="94121"/>
              </a:xfrm>
              <a:prstGeom prst="rect">
                <a:avLst/>
              </a:prstGeom>
              <a:solidFill>
                <a:srgbClr val="0072B2"/>
              </a:solidFill>
              <a:ln w="0">
                <a:noFill/>
                <a:prstDash val="solid"/>
              </a:ln>
            </p:spPr>
          </p:sp>
          <p:sp>
            <p:nvSpPr>
              <p:cNvPr id="17182" name="original-2d:783">
                <a:extLst>
                  <a:ext uri="{FF2B5EF4-FFF2-40B4-BE49-F238E27FC236}">
                    <ns2:creationId id="{00D1D138-83BB-487E-B33E-19A8668DAB9F}"/>
                  </a:ext>
                </a:extLst>
              </p:cNvPr>
              <p:cNvSpPr>
                <a:spLocks noGrp="1"/>
              </p:cNvSpPr>
              <p:nvPr/>
            </p:nvSpPr>
            <p:spPr>
              <a:xfrm rot="0" flipH="0" flipV="0">
                <a:off x="3678365" y="2492693"/>
                <a:ext cx="84723" cy="94121"/>
              </a:xfrm>
              <a:prstGeom prst="rect">
                <a:avLst/>
              </a:prstGeom>
              <a:solidFill>
                <a:srgbClr val="0072B2"/>
              </a:solidFill>
              <a:ln w="0">
                <a:noFill/>
                <a:prstDash val="solid"/>
              </a:ln>
            </p:spPr>
          </p:sp>
          <p:sp>
            <p:nvSpPr>
              <p:cNvPr id="17183" name="original-2d:784">
                <a:extLst>
                  <a:ext uri="{FF2B5EF4-FFF2-40B4-BE49-F238E27FC236}">
                    <ns2:creationId id="{57140FFB-7940-46C4-A6FA-4B44FEEA5978}"/>
                  </a:ext>
                </a:extLst>
              </p:cNvPr>
              <p:cNvSpPr>
                <a:spLocks noGrp="1"/>
              </p:cNvSpPr>
              <p:nvPr/>
            </p:nvSpPr>
            <p:spPr>
              <a:xfrm rot="0" flipH="0" flipV="0">
                <a:off x="3762947" y="2492693"/>
                <a:ext cx="84723" cy="94121"/>
              </a:xfrm>
              <a:prstGeom prst="rect">
                <a:avLst/>
              </a:prstGeom>
              <a:solidFill>
                <a:srgbClr val="0072B2"/>
              </a:solidFill>
              <a:ln w="0">
                <a:noFill/>
                <a:prstDash val="solid"/>
              </a:ln>
            </p:spPr>
          </p:sp>
          <p:sp>
            <p:nvSpPr>
              <p:cNvPr id="17184" name="original-2d:785">
                <a:extLst>
                  <a:ext uri="{FF2B5EF4-FFF2-40B4-BE49-F238E27FC236}">
                    <ns2:creationId id="{C9B89E44-3488-413B-AD2C-9721DAF2B500}"/>
                  </a:ext>
                </a:extLst>
              </p:cNvPr>
              <p:cNvSpPr>
                <a:spLocks noGrp="1"/>
              </p:cNvSpPr>
              <p:nvPr/>
            </p:nvSpPr>
            <p:spPr>
              <a:xfrm rot="0" flipH="0" flipV="0">
                <a:off x="3847529" y="2492693"/>
                <a:ext cx="84723" cy="94121"/>
              </a:xfrm>
              <a:prstGeom prst="rect">
                <a:avLst/>
              </a:prstGeom>
              <a:solidFill>
                <a:srgbClr val="0072B2"/>
              </a:solidFill>
              <a:ln w="0">
                <a:noFill/>
                <a:prstDash val="solid"/>
              </a:ln>
            </p:spPr>
          </p:sp>
          <p:sp>
            <p:nvSpPr>
              <p:cNvPr id="17185" name="original-2d:786">
                <a:extLst>
                  <a:ext uri="{FF2B5EF4-FFF2-40B4-BE49-F238E27FC236}">
                    <ns2:creationId id="{00F71E73-F43C-4263-A330-734A97568647}"/>
                  </a:ext>
                </a:extLst>
              </p:cNvPr>
              <p:cNvSpPr>
                <a:spLocks noGrp="1"/>
              </p:cNvSpPr>
              <p:nvPr/>
            </p:nvSpPr>
            <p:spPr>
              <a:xfrm rot="0" flipH="0" flipV="0">
                <a:off x="3932111" y="2492693"/>
                <a:ext cx="84723" cy="94121"/>
              </a:xfrm>
              <a:prstGeom prst="rect">
                <a:avLst/>
              </a:prstGeom>
              <a:solidFill>
                <a:srgbClr val="0072B2"/>
              </a:solidFill>
              <a:ln w="0">
                <a:noFill/>
                <a:prstDash val="solid"/>
              </a:ln>
            </p:spPr>
          </p:sp>
          <p:sp>
            <p:nvSpPr>
              <p:cNvPr id="17186" name="original-2d:787">
                <a:extLst>
                  <a:ext uri="{FF2B5EF4-FFF2-40B4-BE49-F238E27FC236}">
                    <ns2:creationId id="{73572C07-8A3E-4A1B-85BC-50F7DC136CB1}"/>
                  </a:ext>
                </a:extLst>
              </p:cNvPr>
              <p:cNvSpPr>
                <a:spLocks noGrp="1"/>
              </p:cNvSpPr>
              <p:nvPr/>
            </p:nvSpPr>
            <p:spPr>
              <a:xfrm rot="0" flipH="0" flipV="0">
                <a:off x="4016693" y="2492693"/>
                <a:ext cx="84723" cy="94121"/>
              </a:xfrm>
              <a:prstGeom prst="rect">
                <a:avLst/>
              </a:prstGeom>
              <a:solidFill>
                <a:srgbClr val="D4B4CC"/>
              </a:solidFill>
              <a:ln w="0">
                <a:noFill/>
                <a:prstDash val="solid"/>
              </a:ln>
            </p:spPr>
          </p:sp>
          <p:sp>
            <p:nvSpPr>
              <p:cNvPr id="17187" name="original-2d:788">
                <a:extLst>
                  <a:ext uri="{FF2B5EF4-FFF2-40B4-BE49-F238E27FC236}">
                    <ns2:creationId id="{2FA78F81-91AF-4F8F-A39C-35B77017C02D}"/>
                  </a:ext>
                </a:extLst>
              </p:cNvPr>
              <p:cNvSpPr>
                <a:spLocks noGrp="1"/>
              </p:cNvSpPr>
              <p:nvPr/>
            </p:nvSpPr>
            <p:spPr>
              <a:xfrm rot="0" flipH="0" flipV="0">
                <a:off x="4101275" y="2492693"/>
                <a:ext cx="84723" cy="94121"/>
              </a:xfrm>
              <a:prstGeom prst="rect">
                <a:avLst/>
              </a:prstGeom>
              <a:solidFill>
                <a:srgbClr val="D4B4CC"/>
              </a:solidFill>
              <a:ln w="0">
                <a:noFill/>
                <a:prstDash val="solid"/>
              </a:ln>
            </p:spPr>
          </p:sp>
          <p:sp>
            <p:nvSpPr>
              <p:cNvPr id="17188" name="original-2d:789">
                <a:extLst>
                  <a:ext uri="{FF2B5EF4-FFF2-40B4-BE49-F238E27FC236}">
                    <ns2:creationId id="{9E2E751A-FFB7-46F3-A89E-C4427E689DDD}"/>
                  </a:ext>
                </a:extLst>
              </p:cNvPr>
              <p:cNvSpPr>
                <a:spLocks noGrp="1"/>
              </p:cNvSpPr>
              <p:nvPr/>
            </p:nvSpPr>
            <p:spPr>
              <a:xfrm rot="0" flipH="0" flipV="0">
                <a:off x="4185857" y="2492693"/>
                <a:ext cx="84723" cy="94121"/>
              </a:xfrm>
              <a:prstGeom prst="rect">
                <a:avLst/>
              </a:prstGeom>
              <a:solidFill>
                <a:srgbClr val="D4B4CC"/>
              </a:solidFill>
              <a:ln w="0">
                <a:noFill/>
                <a:prstDash val="solid"/>
              </a:ln>
            </p:spPr>
          </p:sp>
          <p:sp>
            <p:nvSpPr>
              <p:cNvPr id="17189" name="original-2d:790">
                <a:extLst>
                  <a:ext uri="{FF2B5EF4-FFF2-40B4-BE49-F238E27FC236}">
                    <ns2:creationId id="{BBD93052-AA22-449B-BBD1-0D1CB5596A6E}"/>
                  </a:ext>
                </a:extLst>
              </p:cNvPr>
              <p:cNvSpPr>
                <a:spLocks noGrp="1"/>
              </p:cNvSpPr>
              <p:nvPr/>
            </p:nvSpPr>
            <p:spPr>
              <a:xfrm rot="0" flipH="0" flipV="0">
                <a:off x="4270439" y="2492693"/>
                <a:ext cx="84723" cy="94121"/>
              </a:xfrm>
              <a:prstGeom prst="rect">
                <a:avLst/>
              </a:prstGeom>
              <a:solidFill>
                <a:srgbClr val="DCE8ED"/>
              </a:solidFill>
              <a:ln w="0">
                <a:noFill/>
                <a:prstDash val="solid"/>
              </a:ln>
            </p:spPr>
          </p:sp>
          <p:sp>
            <p:nvSpPr>
              <p:cNvPr id="17190" name="original-2d:791">
                <a:extLst>
                  <a:ext uri="{FF2B5EF4-FFF2-40B4-BE49-F238E27FC236}">
                    <ns2:creationId id="{9E899C1A-25BB-4C75-B39B-786683658B32}"/>
                  </a:ext>
                </a:extLst>
              </p:cNvPr>
              <p:cNvSpPr>
                <a:spLocks noGrp="1"/>
              </p:cNvSpPr>
              <p:nvPr/>
            </p:nvSpPr>
            <p:spPr>
              <a:xfrm rot="0" flipH="0" flipV="0">
                <a:off x="4355021" y="2492693"/>
                <a:ext cx="84723" cy="94121"/>
              </a:xfrm>
              <a:prstGeom prst="rect">
                <a:avLst/>
              </a:prstGeom>
              <a:solidFill>
                <a:srgbClr val="DCE8ED"/>
              </a:solidFill>
              <a:ln w="0">
                <a:noFill/>
                <a:prstDash val="solid"/>
              </a:ln>
            </p:spPr>
          </p:sp>
          <p:sp>
            <p:nvSpPr>
              <p:cNvPr id="17191" name="original-2d:792">
                <a:extLst>
                  <a:ext uri="{FF2B5EF4-FFF2-40B4-BE49-F238E27FC236}">
                    <ns2:creationId id="{64F9A69E-F959-43CD-831C-792CA893D3C8}"/>
                  </a:ext>
                </a:extLst>
              </p:cNvPr>
              <p:cNvSpPr>
                <a:spLocks noGrp="1"/>
              </p:cNvSpPr>
              <p:nvPr/>
            </p:nvSpPr>
            <p:spPr>
              <a:xfrm rot="0" flipH="0" flipV="0">
                <a:off x="4439603" y="2492693"/>
                <a:ext cx="84723" cy="94121"/>
              </a:xfrm>
              <a:prstGeom prst="rect">
                <a:avLst/>
              </a:prstGeom>
              <a:solidFill>
                <a:srgbClr val="DCE8ED"/>
              </a:solidFill>
              <a:ln w="0">
                <a:noFill/>
                <a:prstDash val="solid"/>
              </a:ln>
            </p:spPr>
          </p:sp>
          <p:sp>
            <p:nvSpPr>
              <p:cNvPr id="17192" name="original-2d:793">
                <a:extLst>
                  <a:ext uri="{FF2B5EF4-FFF2-40B4-BE49-F238E27FC236}">
                    <ns2:creationId id="{0385E1D5-5C38-472E-9AD9-30C4067C7659}"/>
                  </a:ext>
                </a:extLst>
              </p:cNvPr>
              <p:cNvSpPr>
                <a:spLocks noGrp="1"/>
              </p:cNvSpPr>
              <p:nvPr/>
            </p:nvSpPr>
            <p:spPr>
              <a:xfrm rot="0" flipH="0" flipV="0">
                <a:off x="4524185" y="2492693"/>
                <a:ext cx="84723" cy="94121"/>
              </a:xfrm>
              <a:prstGeom prst="rect">
                <a:avLst/>
              </a:prstGeom>
              <a:solidFill>
                <a:srgbClr val="DCE8ED"/>
              </a:solidFill>
              <a:ln w="0">
                <a:noFill/>
                <a:prstDash val="solid"/>
              </a:ln>
            </p:spPr>
          </p:sp>
          <p:sp>
            <p:nvSpPr>
              <p:cNvPr id="17193" name="original-2d:794">
                <a:extLst>
                  <a:ext uri="{FF2B5EF4-FFF2-40B4-BE49-F238E27FC236}">
                    <ns2:creationId id="{E4D4C404-D0D4-450A-B4E3-1EE1C43594FA}"/>
                  </a:ext>
                </a:extLst>
              </p:cNvPr>
              <p:cNvSpPr>
                <a:spLocks noGrp="1"/>
              </p:cNvSpPr>
              <p:nvPr/>
            </p:nvSpPr>
            <p:spPr>
              <a:xfrm rot="0" flipH="0" flipV="0">
                <a:off x="4608767" y="2492693"/>
                <a:ext cx="84723" cy="94121"/>
              </a:xfrm>
              <a:prstGeom prst="rect">
                <a:avLst/>
              </a:prstGeom>
              <a:solidFill>
                <a:srgbClr val="81C9BA"/>
              </a:solidFill>
              <a:ln w="0">
                <a:noFill/>
                <a:prstDash val="solid"/>
              </a:ln>
            </p:spPr>
          </p:sp>
          <p:sp>
            <p:nvSpPr>
              <p:cNvPr id="17194" name="original-2d:795">
                <a:extLst>
                  <a:ext uri="{FF2B5EF4-FFF2-40B4-BE49-F238E27FC236}">
                    <ns2:creationId id="{46FD471F-2817-47F4-AD74-B136AD41B42C}"/>
                  </a:ext>
                </a:extLst>
              </p:cNvPr>
              <p:cNvSpPr>
                <a:spLocks noGrp="1"/>
              </p:cNvSpPr>
              <p:nvPr/>
            </p:nvSpPr>
            <p:spPr>
              <a:xfrm rot="0" flipH="0" flipV="0">
                <a:off x="4693349" y="2492693"/>
                <a:ext cx="84723" cy="94121"/>
              </a:xfrm>
              <a:prstGeom prst="rect">
                <a:avLst/>
              </a:prstGeom>
              <a:solidFill>
                <a:srgbClr val="81C9BA"/>
              </a:solidFill>
              <a:ln w="0">
                <a:noFill/>
                <a:prstDash val="solid"/>
              </a:ln>
            </p:spPr>
          </p:sp>
          <p:sp>
            <p:nvSpPr>
              <p:cNvPr id="17195" name="original-2d:796">
                <a:extLst>
                  <a:ext uri="{FF2B5EF4-FFF2-40B4-BE49-F238E27FC236}">
                    <ns2:creationId id="{2911FD74-FD04-49B6-ADE2-9A3E2DF3144E}"/>
                  </a:ext>
                </a:extLst>
              </p:cNvPr>
              <p:cNvSpPr>
                <a:spLocks noGrp="1"/>
              </p:cNvSpPr>
              <p:nvPr/>
            </p:nvSpPr>
            <p:spPr>
              <a:xfrm rot="0" flipH="0" flipV="0">
                <a:off x="4777931" y="2492693"/>
                <a:ext cx="84723" cy="94121"/>
              </a:xfrm>
              <a:prstGeom prst="rect">
                <a:avLst/>
              </a:prstGeom>
              <a:solidFill>
                <a:srgbClr val="81C9BA"/>
              </a:solidFill>
              <a:ln w="0">
                <a:noFill/>
                <a:prstDash val="solid"/>
              </a:ln>
            </p:spPr>
          </p:sp>
          <p:sp>
            <p:nvSpPr>
              <p:cNvPr id="17196" name="original-2d:797">
                <a:extLst>
                  <a:ext uri="{FF2B5EF4-FFF2-40B4-BE49-F238E27FC236}">
                    <ns2:creationId id="{06624498-A3E9-4DA1-B2ED-0C1964FC3B99}"/>
                  </a:ext>
                </a:extLst>
              </p:cNvPr>
              <p:cNvSpPr>
                <a:spLocks noGrp="1"/>
              </p:cNvSpPr>
              <p:nvPr/>
            </p:nvSpPr>
            <p:spPr>
              <a:xfrm rot="0" flipH="0" flipV="0">
                <a:off x="4862513" y="2492693"/>
                <a:ext cx="84723" cy="94121"/>
              </a:xfrm>
              <a:prstGeom prst="rect">
                <a:avLst/>
              </a:prstGeom>
              <a:solidFill>
                <a:srgbClr val="81C9BA"/>
              </a:solidFill>
              <a:ln w="0">
                <a:noFill/>
                <a:prstDash val="solid"/>
              </a:ln>
            </p:spPr>
          </p:sp>
          <p:sp>
            <p:nvSpPr>
              <p:cNvPr id="17197" name="original-2d:798">
                <a:extLst>
                  <a:ext uri="{FF2B5EF4-FFF2-40B4-BE49-F238E27FC236}">
                    <ns2:creationId id="{72DE0B4D-B008-427C-BEE9-B4C5CF8E42D8}"/>
                  </a:ext>
                </a:extLst>
              </p:cNvPr>
              <p:cNvSpPr>
                <a:spLocks noGrp="1"/>
              </p:cNvSpPr>
              <p:nvPr/>
            </p:nvSpPr>
            <p:spPr>
              <a:xfrm rot="0" flipH="0" flipV="0">
                <a:off x="4947095" y="2492693"/>
                <a:ext cx="84723" cy="94121"/>
              </a:xfrm>
              <a:prstGeom prst="rect">
                <a:avLst/>
              </a:prstGeom>
              <a:solidFill>
                <a:srgbClr val="81C9BA"/>
              </a:solidFill>
              <a:ln w="0">
                <a:noFill/>
                <a:prstDash val="solid"/>
              </a:ln>
            </p:spPr>
          </p:sp>
          <p:sp>
            <p:nvSpPr>
              <p:cNvPr id="17198" name="original-2d:799">
                <a:extLst>
                  <a:ext uri="{FF2B5EF4-FFF2-40B4-BE49-F238E27FC236}">
                    <ns2:creationId id="{7A0306B9-8E18-4321-AFFD-BA037A13BDF4}"/>
                  </a:ext>
                </a:extLst>
              </p:cNvPr>
              <p:cNvSpPr>
                <a:spLocks noGrp="1"/>
              </p:cNvSpPr>
              <p:nvPr/>
            </p:nvSpPr>
            <p:spPr>
              <a:xfrm rot="0" flipH="0" flipV="0">
                <a:off x="5031677" y="2492693"/>
                <a:ext cx="84723" cy="94121"/>
              </a:xfrm>
              <a:prstGeom prst="rect">
                <a:avLst/>
              </a:prstGeom>
              <a:solidFill>
                <a:srgbClr val="81C9BA"/>
              </a:solidFill>
              <a:ln w="0">
                <a:noFill/>
                <a:prstDash val="solid"/>
              </a:ln>
            </p:spPr>
          </p:sp>
          <p:sp>
            <p:nvSpPr>
              <p:cNvPr id="17199" name="original-2d:800">
                <a:extLst>
                  <a:ext uri="{FF2B5EF4-FFF2-40B4-BE49-F238E27FC236}">
                    <ns2:creationId id="{8A64CB1B-C7D8-4E1D-8175-438861A923FF}"/>
                  </a:ext>
                </a:extLst>
              </p:cNvPr>
              <p:cNvSpPr>
                <a:spLocks noGrp="1"/>
              </p:cNvSpPr>
              <p:nvPr/>
            </p:nvSpPr>
            <p:spPr>
              <a:xfrm rot="0" flipH="0" flipV="0">
                <a:off x="5116259" y="2492693"/>
                <a:ext cx="84723" cy="94121"/>
              </a:xfrm>
              <a:prstGeom prst="rect">
                <a:avLst/>
              </a:prstGeom>
              <a:solidFill>
                <a:srgbClr val="DCE8ED"/>
              </a:solidFill>
              <a:ln w="0">
                <a:noFill/>
                <a:prstDash val="solid"/>
              </a:ln>
            </p:spPr>
          </p:sp>
          <p:sp>
            <p:nvSpPr>
              <p:cNvPr id="17200" name="original-2d:801">
                <a:extLst>
                  <a:ext uri="{FF2B5EF4-FFF2-40B4-BE49-F238E27FC236}">
                    <ns2:creationId id="{D5E3D5AC-2BF9-4571-9E59-FBF12AE62386}"/>
                  </a:ext>
                </a:extLst>
              </p:cNvPr>
              <p:cNvSpPr>
                <a:spLocks noGrp="1"/>
              </p:cNvSpPr>
              <p:nvPr/>
            </p:nvSpPr>
            <p:spPr>
              <a:xfrm rot="0" flipH="0" flipV="0">
                <a:off x="5200841" y="2492693"/>
                <a:ext cx="84723" cy="94121"/>
              </a:xfrm>
              <a:prstGeom prst="rect">
                <a:avLst/>
              </a:prstGeom>
              <a:solidFill>
                <a:srgbClr val="DCE8ED"/>
              </a:solidFill>
              <a:ln w="0">
                <a:noFill/>
                <a:prstDash val="solid"/>
              </a:ln>
            </p:spPr>
          </p:sp>
          <p:sp>
            <p:nvSpPr>
              <p:cNvPr id="17201" name="original-2d:802">
                <a:extLst>
                  <a:ext uri="{FF2B5EF4-FFF2-40B4-BE49-F238E27FC236}">
                    <ns2:creationId id="{BEF112C2-2AD4-47E2-806C-2047C5BE78A2}"/>
                  </a:ext>
                </a:extLst>
              </p:cNvPr>
              <p:cNvSpPr>
                <a:spLocks noGrp="1"/>
              </p:cNvSpPr>
              <p:nvPr/>
            </p:nvSpPr>
            <p:spPr>
              <a:xfrm rot="0" flipH="0" flipV="0">
                <a:off x="3593783" y="2586673"/>
                <a:ext cx="84723" cy="94121"/>
              </a:xfrm>
              <a:prstGeom prst="rect">
                <a:avLst/>
              </a:prstGeom>
              <a:solidFill>
                <a:srgbClr val="D4B4CC"/>
              </a:solidFill>
              <a:ln w="0">
                <a:noFill/>
                <a:prstDash val="solid"/>
              </a:ln>
            </p:spPr>
          </p:sp>
          <p:sp>
            <p:nvSpPr>
              <p:cNvPr id="17202" name="original-2d:803">
                <a:extLst>
                  <a:ext uri="{FF2B5EF4-FFF2-40B4-BE49-F238E27FC236}">
                    <ns2:creationId id="{F83D39D8-A93F-4DC4-A8B4-BF9F66665513}"/>
                  </a:ext>
                </a:extLst>
              </p:cNvPr>
              <p:cNvSpPr>
                <a:spLocks noGrp="1"/>
              </p:cNvSpPr>
              <p:nvPr/>
            </p:nvSpPr>
            <p:spPr>
              <a:xfrm rot="0" flipH="0" flipV="0">
                <a:off x="3678365" y="2586673"/>
                <a:ext cx="84723" cy="94121"/>
              </a:xfrm>
              <a:prstGeom prst="rect">
                <a:avLst/>
              </a:prstGeom>
              <a:solidFill>
                <a:srgbClr val="0072B2"/>
              </a:solidFill>
              <a:ln w="0">
                <a:noFill/>
                <a:prstDash val="solid"/>
              </a:ln>
            </p:spPr>
          </p:sp>
          <p:sp>
            <p:nvSpPr>
              <p:cNvPr id="17203" name="original-2d:804">
                <a:extLst>
                  <a:ext uri="{FF2B5EF4-FFF2-40B4-BE49-F238E27FC236}">
                    <ns2:creationId id="{CD50EC17-96CE-40ED-9DDC-8432DB759293}"/>
                  </a:ext>
                </a:extLst>
              </p:cNvPr>
              <p:cNvSpPr>
                <a:spLocks noGrp="1"/>
              </p:cNvSpPr>
              <p:nvPr/>
            </p:nvSpPr>
            <p:spPr>
              <a:xfrm rot="0" flipH="0" flipV="0">
                <a:off x="3762947" y="2586673"/>
                <a:ext cx="84723" cy="94121"/>
              </a:xfrm>
              <a:prstGeom prst="rect">
                <a:avLst/>
              </a:prstGeom>
              <a:solidFill>
                <a:srgbClr val="0072B2"/>
              </a:solidFill>
              <a:ln w="0">
                <a:noFill/>
                <a:prstDash val="solid"/>
              </a:ln>
            </p:spPr>
          </p:sp>
          <p:sp>
            <p:nvSpPr>
              <p:cNvPr id="17204" name="original-2d:805">
                <a:extLst>
                  <a:ext uri="{FF2B5EF4-FFF2-40B4-BE49-F238E27FC236}">
                    <ns2:creationId id="{2E1415EB-25E5-496D-999E-083B25D527E7}"/>
                  </a:ext>
                </a:extLst>
              </p:cNvPr>
              <p:cNvSpPr>
                <a:spLocks noGrp="1"/>
              </p:cNvSpPr>
              <p:nvPr/>
            </p:nvSpPr>
            <p:spPr>
              <a:xfrm rot="0" flipH="0" flipV="0">
                <a:off x="3847529" y="2586673"/>
                <a:ext cx="84723" cy="94121"/>
              </a:xfrm>
              <a:prstGeom prst="rect">
                <a:avLst/>
              </a:prstGeom>
              <a:solidFill>
                <a:srgbClr val="D4B4CC"/>
              </a:solidFill>
              <a:ln w="0">
                <a:noFill/>
                <a:prstDash val="solid"/>
              </a:ln>
            </p:spPr>
          </p:sp>
          <p:sp>
            <p:nvSpPr>
              <p:cNvPr id="17205" name="original-2d:806">
                <a:extLst>
                  <a:ext uri="{FF2B5EF4-FFF2-40B4-BE49-F238E27FC236}">
                    <ns2:creationId id="{D1AE3FD0-F996-4DB3-8B20-0D4A20C9FE01}"/>
                  </a:ext>
                </a:extLst>
              </p:cNvPr>
              <p:cNvSpPr>
                <a:spLocks noGrp="1"/>
              </p:cNvSpPr>
              <p:nvPr/>
            </p:nvSpPr>
            <p:spPr>
              <a:xfrm rot="0" flipH="0" flipV="0">
                <a:off x="3932111" y="2586673"/>
                <a:ext cx="84723" cy="94121"/>
              </a:xfrm>
              <a:prstGeom prst="rect">
                <a:avLst/>
              </a:prstGeom>
              <a:solidFill>
                <a:srgbClr val="D4B4CC"/>
              </a:solidFill>
              <a:ln w="0">
                <a:noFill/>
                <a:prstDash val="solid"/>
              </a:ln>
            </p:spPr>
          </p:sp>
          <p:sp>
            <p:nvSpPr>
              <p:cNvPr id="17206" name="original-2d:807">
                <a:extLst>
                  <a:ext uri="{FF2B5EF4-FFF2-40B4-BE49-F238E27FC236}">
                    <ns2:creationId id="{F5A2BDB4-9849-4F54-B362-C45EB8FBB24A}"/>
                  </a:ext>
                </a:extLst>
              </p:cNvPr>
              <p:cNvSpPr>
                <a:spLocks noGrp="1"/>
              </p:cNvSpPr>
              <p:nvPr/>
            </p:nvSpPr>
            <p:spPr>
              <a:xfrm rot="0" flipH="0" flipV="0">
                <a:off x="4016693" y="2586673"/>
                <a:ext cx="84723" cy="94121"/>
              </a:xfrm>
              <a:prstGeom prst="rect">
                <a:avLst/>
              </a:prstGeom>
              <a:solidFill>
                <a:srgbClr val="D4B4CC"/>
              </a:solidFill>
              <a:ln w="0">
                <a:noFill/>
                <a:prstDash val="solid"/>
              </a:ln>
            </p:spPr>
          </p:sp>
          <p:sp>
            <p:nvSpPr>
              <p:cNvPr id="17207" name="original-2d:808">
                <a:extLst>
                  <a:ext uri="{FF2B5EF4-FFF2-40B4-BE49-F238E27FC236}">
                    <ns2:creationId id="{A3425B14-C42D-40B9-B4F2-67AB493972FB}"/>
                  </a:ext>
                </a:extLst>
              </p:cNvPr>
              <p:cNvSpPr>
                <a:spLocks noGrp="1"/>
              </p:cNvSpPr>
              <p:nvPr/>
            </p:nvSpPr>
            <p:spPr>
              <a:xfrm rot="0" flipH="0" flipV="0">
                <a:off x="4101275" y="2586673"/>
                <a:ext cx="84723" cy="94121"/>
              </a:xfrm>
              <a:prstGeom prst="rect">
                <a:avLst/>
              </a:prstGeom>
              <a:solidFill>
                <a:srgbClr val="D4B4CC"/>
              </a:solidFill>
              <a:ln w="0">
                <a:noFill/>
                <a:prstDash val="solid"/>
              </a:ln>
            </p:spPr>
          </p:sp>
          <p:sp>
            <p:nvSpPr>
              <p:cNvPr id="17208" name="original-2d:809">
                <a:extLst>
                  <a:ext uri="{FF2B5EF4-FFF2-40B4-BE49-F238E27FC236}">
                    <ns2:creationId id="{DC5D1A2F-CDCB-449B-947E-7E9A933492EC}"/>
                  </a:ext>
                </a:extLst>
              </p:cNvPr>
              <p:cNvSpPr>
                <a:spLocks noGrp="1"/>
              </p:cNvSpPr>
              <p:nvPr/>
            </p:nvSpPr>
            <p:spPr>
              <a:xfrm rot="0" flipH="0" flipV="0">
                <a:off x="4185857" y="2586673"/>
                <a:ext cx="84723" cy="94121"/>
              </a:xfrm>
              <a:prstGeom prst="rect">
                <a:avLst/>
              </a:prstGeom>
              <a:solidFill>
                <a:srgbClr val="DCE8ED"/>
              </a:solidFill>
              <a:ln w="0">
                <a:noFill/>
                <a:prstDash val="solid"/>
              </a:ln>
            </p:spPr>
          </p:sp>
          <p:sp>
            <p:nvSpPr>
              <p:cNvPr id="17209" name="original-2d:810">
                <a:extLst>
                  <a:ext uri="{FF2B5EF4-FFF2-40B4-BE49-F238E27FC236}">
                    <ns2:creationId id="{117E6CD1-3FE4-45AD-8156-3F6237FB76AB}"/>
                  </a:ext>
                </a:extLst>
              </p:cNvPr>
              <p:cNvSpPr>
                <a:spLocks noGrp="1"/>
              </p:cNvSpPr>
              <p:nvPr/>
            </p:nvSpPr>
            <p:spPr>
              <a:xfrm rot="0" flipH="0" flipV="0">
                <a:off x="4270439" y="2586673"/>
                <a:ext cx="84723" cy="94121"/>
              </a:xfrm>
              <a:prstGeom prst="rect">
                <a:avLst/>
              </a:prstGeom>
              <a:solidFill>
                <a:srgbClr val="DCE8ED"/>
              </a:solidFill>
              <a:ln w="0">
                <a:noFill/>
                <a:prstDash val="solid"/>
              </a:ln>
            </p:spPr>
          </p:sp>
          <p:sp>
            <p:nvSpPr>
              <p:cNvPr id="17210" name="original-2d:811">
                <a:extLst>
                  <a:ext uri="{FF2B5EF4-FFF2-40B4-BE49-F238E27FC236}">
                    <ns2:creationId id="{2CBC3DEE-5973-4D17-8F9E-55FAE59C0A60}"/>
                  </a:ext>
                </a:extLst>
              </p:cNvPr>
              <p:cNvSpPr>
                <a:spLocks noGrp="1"/>
              </p:cNvSpPr>
              <p:nvPr/>
            </p:nvSpPr>
            <p:spPr>
              <a:xfrm rot="0" flipH="0" flipV="0">
                <a:off x="4355021" y="2586673"/>
                <a:ext cx="84723" cy="94121"/>
              </a:xfrm>
              <a:prstGeom prst="rect">
                <a:avLst/>
              </a:prstGeom>
              <a:solidFill>
                <a:srgbClr val="81C9BA"/>
              </a:solidFill>
              <a:ln w="0">
                <a:noFill/>
                <a:prstDash val="solid"/>
              </a:ln>
            </p:spPr>
          </p:sp>
          <p:sp>
            <p:nvSpPr>
              <p:cNvPr id="17211" name="original-2d:812">
                <a:extLst>
                  <a:ext uri="{FF2B5EF4-FFF2-40B4-BE49-F238E27FC236}">
                    <ns2:creationId id="{76F0553A-BB8A-485E-8E05-2055CFBCF611}"/>
                  </a:ext>
                </a:extLst>
              </p:cNvPr>
              <p:cNvSpPr>
                <a:spLocks noGrp="1"/>
              </p:cNvSpPr>
              <p:nvPr/>
            </p:nvSpPr>
            <p:spPr>
              <a:xfrm rot="0" flipH="0" flipV="0">
                <a:off x="4439603" y="2586673"/>
                <a:ext cx="84723" cy="94121"/>
              </a:xfrm>
              <a:prstGeom prst="rect">
                <a:avLst/>
              </a:prstGeom>
              <a:solidFill>
                <a:srgbClr val="81C9BA"/>
              </a:solidFill>
              <a:ln w="0">
                <a:noFill/>
                <a:prstDash val="solid"/>
              </a:ln>
            </p:spPr>
          </p:sp>
          <p:sp>
            <p:nvSpPr>
              <p:cNvPr id="17212" name="original-2d:813">
                <a:extLst>
                  <a:ext uri="{FF2B5EF4-FFF2-40B4-BE49-F238E27FC236}">
                    <ns2:creationId id="{7EDBEAAB-B5F3-477E-9251-0A9A228FA256}"/>
                  </a:ext>
                </a:extLst>
              </p:cNvPr>
              <p:cNvSpPr>
                <a:spLocks noGrp="1"/>
              </p:cNvSpPr>
              <p:nvPr/>
            </p:nvSpPr>
            <p:spPr>
              <a:xfrm rot="0" flipH="0" flipV="0">
                <a:off x="4524185" y="2586673"/>
                <a:ext cx="84723" cy="94121"/>
              </a:xfrm>
              <a:prstGeom prst="rect">
                <a:avLst/>
              </a:prstGeom>
              <a:solidFill>
                <a:srgbClr val="81C9BA"/>
              </a:solidFill>
              <a:ln w="0">
                <a:noFill/>
                <a:prstDash val="solid"/>
              </a:ln>
            </p:spPr>
          </p:sp>
          <p:sp>
            <p:nvSpPr>
              <p:cNvPr id="17213" name="original-2d:814">
                <a:extLst>
                  <a:ext uri="{FF2B5EF4-FFF2-40B4-BE49-F238E27FC236}">
                    <ns2:creationId id="{9FF7384E-8D23-4736-B5F0-AE5978EC4EBD}"/>
                  </a:ext>
                </a:extLst>
              </p:cNvPr>
              <p:cNvSpPr>
                <a:spLocks noGrp="1"/>
              </p:cNvSpPr>
              <p:nvPr/>
            </p:nvSpPr>
            <p:spPr>
              <a:xfrm rot="0" flipH="0" flipV="0">
                <a:off x="4608767" y="2586673"/>
                <a:ext cx="84723" cy="94121"/>
              </a:xfrm>
              <a:prstGeom prst="rect">
                <a:avLst/>
              </a:prstGeom>
              <a:solidFill>
                <a:srgbClr val="81C9BA"/>
              </a:solidFill>
              <a:ln w="0">
                <a:noFill/>
                <a:prstDash val="solid"/>
              </a:ln>
            </p:spPr>
          </p:sp>
          <p:sp>
            <p:nvSpPr>
              <p:cNvPr id="17214" name="original-2d:815">
                <a:extLst>
                  <a:ext uri="{FF2B5EF4-FFF2-40B4-BE49-F238E27FC236}">
                    <ns2:creationId id="{26A825C9-3C81-409C-B75D-561497D6D6CB}"/>
                  </a:ext>
                </a:extLst>
              </p:cNvPr>
              <p:cNvSpPr>
                <a:spLocks noGrp="1"/>
              </p:cNvSpPr>
              <p:nvPr/>
            </p:nvSpPr>
            <p:spPr>
              <a:xfrm rot="0" flipH="0" flipV="0">
                <a:off x="4693349" y="2586673"/>
                <a:ext cx="84723" cy="94121"/>
              </a:xfrm>
              <a:prstGeom prst="rect">
                <a:avLst/>
              </a:prstGeom>
              <a:solidFill>
                <a:srgbClr val="81C9BA"/>
              </a:solidFill>
              <a:ln w="0">
                <a:noFill/>
                <a:prstDash val="solid"/>
              </a:ln>
            </p:spPr>
          </p:sp>
          <p:sp>
            <p:nvSpPr>
              <p:cNvPr id="17215" name="original-2d:816">
                <a:extLst>
                  <a:ext uri="{FF2B5EF4-FFF2-40B4-BE49-F238E27FC236}">
                    <ns2:creationId id="{CCAD9658-C7A8-45DA-851D-7FFFC8E3EDDA}"/>
                  </a:ext>
                </a:extLst>
              </p:cNvPr>
              <p:cNvSpPr>
                <a:spLocks noGrp="1"/>
              </p:cNvSpPr>
              <p:nvPr/>
            </p:nvSpPr>
            <p:spPr>
              <a:xfrm rot="0" flipH="0" flipV="0">
                <a:off x="4777931" y="2586673"/>
                <a:ext cx="84723" cy="94121"/>
              </a:xfrm>
              <a:prstGeom prst="rect">
                <a:avLst/>
              </a:prstGeom>
              <a:solidFill>
                <a:srgbClr val="81C9BA"/>
              </a:solidFill>
              <a:ln w="0">
                <a:noFill/>
                <a:prstDash val="solid"/>
              </a:ln>
            </p:spPr>
          </p:sp>
          <p:sp>
            <p:nvSpPr>
              <p:cNvPr id="17216" name="original-2d:817">
                <a:extLst>
                  <a:ext uri="{FF2B5EF4-FFF2-40B4-BE49-F238E27FC236}">
                    <ns2:creationId id="{CF0923AF-D2DE-4AD6-8D49-57EE46AACA71}"/>
                  </a:ext>
                </a:extLst>
              </p:cNvPr>
              <p:cNvSpPr>
                <a:spLocks noGrp="1"/>
              </p:cNvSpPr>
              <p:nvPr/>
            </p:nvSpPr>
            <p:spPr>
              <a:xfrm rot="0" flipH="0" flipV="0">
                <a:off x="4862513" y="2586673"/>
                <a:ext cx="84723" cy="94121"/>
              </a:xfrm>
              <a:prstGeom prst="rect">
                <a:avLst/>
              </a:prstGeom>
              <a:solidFill>
                <a:srgbClr val="81C9BA"/>
              </a:solidFill>
              <a:ln w="0">
                <a:noFill/>
                <a:prstDash val="solid"/>
              </a:ln>
            </p:spPr>
          </p:sp>
          <p:sp>
            <p:nvSpPr>
              <p:cNvPr id="17217" name="original-2d:818">
                <a:extLst>
                  <a:ext uri="{FF2B5EF4-FFF2-40B4-BE49-F238E27FC236}">
                    <ns2:creationId id="{F109E4C6-7DBE-4F16-9B4B-140A5B7E3C40}"/>
                  </a:ext>
                </a:extLst>
              </p:cNvPr>
              <p:cNvSpPr>
                <a:spLocks noGrp="1"/>
              </p:cNvSpPr>
              <p:nvPr/>
            </p:nvSpPr>
            <p:spPr>
              <a:xfrm rot="0" flipH="0" flipV="0">
                <a:off x="4947095" y="2586673"/>
                <a:ext cx="84723" cy="94121"/>
              </a:xfrm>
              <a:prstGeom prst="rect">
                <a:avLst/>
              </a:prstGeom>
              <a:solidFill>
                <a:srgbClr val="81C9BA"/>
              </a:solidFill>
              <a:ln w="0">
                <a:noFill/>
                <a:prstDash val="solid"/>
              </a:ln>
            </p:spPr>
          </p:sp>
          <p:sp>
            <p:nvSpPr>
              <p:cNvPr id="17218" name="original-2d:819">
                <a:extLst>
                  <a:ext uri="{FF2B5EF4-FFF2-40B4-BE49-F238E27FC236}">
                    <ns2:creationId id="{90925089-5BAA-4E83-A09F-BC0AFE40D9AF}"/>
                  </a:ext>
                </a:extLst>
              </p:cNvPr>
              <p:cNvSpPr>
                <a:spLocks noGrp="1"/>
              </p:cNvSpPr>
              <p:nvPr/>
            </p:nvSpPr>
            <p:spPr>
              <a:xfrm rot="0" flipH="0" flipV="0">
                <a:off x="5031677" y="2586673"/>
                <a:ext cx="84723" cy="94121"/>
              </a:xfrm>
              <a:prstGeom prst="rect">
                <a:avLst/>
              </a:prstGeom>
              <a:solidFill>
                <a:srgbClr val="81C9BA"/>
              </a:solidFill>
              <a:ln w="0">
                <a:noFill/>
                <a:prstDash val="solid"/>
              </a:ln>
            </p:spPr>
          </p:sp>
          <p:sp>
            <p:nvSpPr>
              <p:cNvPr id="17219" name="original-2d:820">
                <a:extLst>
                  <a:ext uri="{FF2B5EF4-FFF2-40B4-BE49-F238E27FC236}">
                    <ns2:creationId id="{1EC2FB4D-B709-4D42-8651-331235251FE5}"/>
                  </a:ext>
                </a:extLst>
              </p:cNvPr>
              <p:cNvSpPr>
                <a:spLocks noGrp="1"/>
              </p:cNvSpPr>
              <p:nvPr/>
            </p:nvSpPr>
            <p:spPr>
              <a:xfrm rot="0" flipH="0" flipV="0">
                <a:off x="5116259" y="2586673"/>
                <a:ext cx="84723" cy="94121"/>
              </a:xfrm>
              <a:prstGeom prst="rect">
                <a:avLst/>
              </a:prstGeom>
              <a:solidFill>
                <a:srgbClr val="81C9BA"/>
              </a:solidFill>
              <a:ln w="0">
                <a:noFill/>
                <a:prstDash val="solid"/>
              </a:ln>
            </p:spPr>
          </p:sp>
          <p:sp>
            <p:nvSpPr>
              <p:cNvPr id="17220" name="original-2d:821">
                <a:extLst>
                  <a:ext uri="{FF2B5EF4-FFF2-40B4-BE49-F238E27FC236}">
                    <ns2:creationId id="{5F4A1028-6470-41FC-B65D-E5ADD39DDBAE}"/>
                  </a:ext>
                </a:extLst>
              </p:cNvPr>
              <p:cNvSpPr>
                <a:spLocks noGrp="1"/>
              </p:cNvSpPr>
              <p:nvPr/>
            </p:nvSpPr>
            <p:spPr>
              <a:xfrm rot="0" flipH="0" flipV="0">
                <a:off x="5200841" y="2586673"/>
                <a:ext cx="84723" cy="94121"/>
              </a:xfrm>
              <a:prstGeom prst="rect">
                <a:avLst/>
              </a:prstGeom>
              <a:solidFill>
                <a:srgbClr val="DCE8ED"/>
              </a:solidFill>
              <a:ln w="0">
                <a:noFill/>
                <a:prstDash val="solid"/>
              </a:ln>
            </p:spPr>
          </p:sp>
          <p:sp>
            <p:nvSpPr>
              <p:cNvPr id="17221" name="original-2d:822">
                <a:extLst>
                  <a:ext uri="{FF2B5EF4-FFF2-40B4-BE49-F238E27FC236}">
                    <ns2:creationId id="{129C4CB1-2394-49AD-99CD-C88FE802F980}"/>
                  </a:ext>
                </a:extLst>
              </p:cNvPr>
              <p:cNvSpPr>
                <a:spLocks noGrp="1"/>
              </p:cNvSpPr>
              <p:nvPr/>
            </p:nvSpPr>
            <p:spPr>
              <a:xfrm rot="0" flipH="0" flipV="0">
                <a:off x="3593783" y="2680653"/>
                <a:ext cx="84723" cy="94121"/>
              </a:xfrm>
              <a:prstGeom prst="rect">
                <a:avLst/>
              </a:prstGeom>
              <a:solidFill>
                <a:srgbClr val="D4B4CC"/>
              </a:solidFill>
              <a:ln w="0">
                <a:noFill/>
                <a:prstDash val="solid"/>
              </a:ln>
            </p:spPr>
          </p:sp>
          <p:sp>
            <p:nvSpPr>
              <p:cNvPr id="17222" name="original-2d:823">
                <a:extLst>
                  <a:ext uri="{FF2B5EF4-FFF2-40B4-BE49-F238E27FC236}">
                    <ns2:creationId id="{1E1DC262-CAA6-4563-B3FF-4E504695A0ED}"/>
                  </a:ext>
                </a:extLst>
              </p:cNvPr>
              <p:cNvSpPr>
                <a:spLocks noGrp="1"/>
              </p:cNvSpPr>
              <p:nvPr/>
            </p:nvSpPr>
            <p:spPr>
              <a:xfrm rot="0" flipH="0" flipV="0">
                <a:off x="3678365" y="2680653"/>
                <a:ext cx="84723" cy="94121"/>
              </a:xfrm>
              <a:prstGeom prst="rect">
                <a:avLst/>
              </a:prstGeom>
              <a:solidFill>
                <a:srgbClr val="D4B4CC"/>
              </a:solidFill>
              <a:ln w="0">
                <a:noFill/>
                <a:prstDash val="solid"/>
              </a:ln>
            </p:spPr>
          </p:sp>
          <p:sp>
            <p:nvSpPr>
              <p:cNvPr id="17223" name="original-2d:824">
                <a:extLst>
                  <a:ext uri="{FF2B5EF4-FFF2-40B4-BE49-F238E27FC236}">
                    <ns2:creationId id="{6C96AC24-80FE-4654-AF23-058F61AD0360}"/>
                  </a:ext>
                </a:extLst>
              </p:cNvPr>
              <p:cNvSpPr>
                <a:spLocks noGrp="1"/>
              </p:cNvSpPr>
              <p:nvPr/>
            </p:nvSpPr>
            <p:spPr>
              <a:xfrm rot="0" flipH="0" flipV="0">
                <a:off x="3762947" y="2680653"/>
                <a:ext cx="84723" cy="94121"/>
              </a:xfrm>
              <a:prstGeom prst="rect">
                <a:avLst/>
              </a:prstGeom>
              <a:solidFill>
                <a:srgbClr val="D4B4CC"/>
              </a:solidFill>
              <a:ln w="0">
                <a:noFill/>
                <a:prstDash val="solid"/>
              </a:ln>
            </p:spPr>
          </p:sp>
          <p:sp>
            <p:nvSpPr>
              <p:cNvPr id="17224" name="original-2d:825">
                <a:extLst>
                  <a:ext uri="{FF2B5EF4-FFF2-40B4-BE49-F238E27FC236}">
                    <ns2:creationId id="{E15B9C84-B0DF-4B2E-BF98-852BCD3FA938}"/>
                  </a:ext>
                </a:extLst>
              </p:cNvPr>
              <p:cNvSpPr>
                <a:spLocks noGrp="1"/>
              </p:cNvSpPr>
              <p:nvPr/>
            </p:nvSpPr>
            <p:spPr>
              <a:xfrm rot="0" flipH="0" flipV="0">
                <a:off x="3847529" y="2680653"/>
                <a:ext cx="84723" cy="94121"/>
              </a:xfrm>
              <a:prstGeom prst="rect">
                <a:avLst/>
              </a:prstGeom>
              <a:solidFill>
                <a:srgbClr val="D4B4CC"/>
              </a:solidFill>
              <a:ln w="0">
                <a:noFill/>
                <a:prstDash val="solid"/>
              </a:ln>
            </p:spPr>
          </p:sp>
          <p:sp>
            <p:nvSpPr>
              <p:cNvPr id="17225" name="original-2d:826">
                <a:extLst>
                  <a:ext uri="{FF2B5EF4-FFF2-40B4-BE49-F238E27FC236}">
                    <ns2:creationId id="{30726F7B-2212-42DF-B1B6-1498D11E515C}"/>
                  </a:ext>
                </a:extLst>
              </p:cNvPr>
              <p:cNvSpPr>
                <a:spLocks noGrp="1"/>
              </p:cNvSpPr>
              <p:nvPr/>
            </p:nvSpPr>
            <p:spPr>
              <a:xfrm rot="0" flipH="0" flipV="0">
                <a:off x="3932111" y="2680653"/>
                <a:ext cx="84723" cy="94121"/>
              </a:xfrm>
              <a:prstGeom prst="rect">
                <a:avLst/>
              </a:prstGeom>
              <a:solidFill>
                <a:srgbClr val="D4B4CC"/>
              </a:solidFill>
              <a:ln w="0">
                <a:noFill/>
                <a:prstDash val="solid"/>
              </a:ln>
            </p:spPr>
          </p:sp>
          <p:sp>
            <p:nvSpPr>
              <p:cNvPr id="17226" name="original-2d:827">
                <a:extLst>
                  <a:ext uri="{FF2B5EF4-FFF2-40B4-BE49-F238E27FC236}">
                    <ns2:creationId id="{4C70428F-0FC8-4822-87A0-F71A9B2A262E}"/>
                  </a:ext>
                </a:extLst>
              </p:cNvPr>
              <p:cNvSpPr>
                <a:spLocks noGrp="1"/>
              </p:cNvSpPr>
              <p:nvPr/>
            </p:nvSpPr>
            <p:spPr>
              <a:xfrm rot="0" flipH="0" flipV="0">
                <a:off x="4016693" y="2680653"/>
                <a:ext cx="84723" cy="94121"/>
              </a:xfrm>
              <a:prstGeom prst="rect">
                <a:avLst/>
              </a:prstGeom>
              <a:solidFill>
                <a:srgbClr val="DCE8ED"/>
              </a:solidFill>
              <a:ln w="0">
                <a:noFill/>
                <a:prstDash val="solid"/>
              </a:ln>
            </p:spPr>
          </p:sp>
          <p:sp>
            <p:nvSpPr>
              <p:cNvPr id="17227" name="original-2d:828">
                <a:extLst>
                  <a:ext uri="{FF2B5EF4-FFF2-40B4-BE49-F238E27FC236}">
                    <ns2:creationId id="{8D8BB0C2-3978-4ACC-9279-D75F96B665BA}"/>
                  </a:ext>
                </a:extLst>
              </p:cNvPr>
              <p:cNvSpPr>
                <a:spLocks noGrp="1"/>
              </p:cNvSpPr>
              <p:nvPr/>
            </p:nvSpPr>
            <p:spPr>
              <a:xfrm rot="0" flipH="0" flipV="0">
                <a:off x="4101275" y="2680653"/>
                <a:ext cx="84723" cy="94121"/>
              </a:xfrm>
              <a:prstGeom prst="rect">
                <a:avLst/>
              </a:prstGeom>
              <a:solidFill>
                <a:srgbClr val="DCE8ED"/>
              </a:solidFill>
              <a:ln w="0">
                <a:noFill/>
                <a:prstDash val="solid"/>
              </a:ln>
            </p:spPr>
          </p:sp>
          <p:sp>
            <p:nvSpPr>
              <p:cNvPr id="17228" name="original-2d:829">
                <a:extLst>
                  <a:ext uri="{FF2B5EF4-FFF2-40B4-BE49-F238E27FC236}">
                    <ns2:creationId id="{9038AB64-46FE-4C78-AB03-C88D726B376F}"/>
                  </a:ext>
                </a:extLst>
              </p:cNvPr>
              <p:cNvSpPr>
                <a:spLocks noGrp="1"/>
              </p:cNvSpPr>
              <p:nvPr/>
            </p:nvSpPr>
            <p:spPr>
              <a:xfrm rot="0" flipH="0" flipV="0">
                <a:off x="4185857" y="2680653"/>
                <a:ext cx="84723" cy="94121"/>
              </a:xfrm>
              <a:prstGeom prst="rect">
                <a:avLst/>
              </a:prstGeom>
              <a:solidFill>
                <a:srgbClr val="81C9BA"/>
              </a:solidFill>
              <a:ln w="0">
                <a:noFill/>
                <a:prstDash val="solid"/>
              </a:ln>
            </p:spPr>
          </p:sp>
          <p:sp>
            <p:nvSpPr>
              <p:cNvPr id="17229" name="original-2d:830">
                <a:extLst>
                  <a:ext uri="{FF2B5EF4-FFF2-40B4-BE49-F238E27FC236}">
                    <ns2:creationId id="{0085CC9C-DA72-4AC5-BDD2-030195BD19D2}"/>
                  </a:ext>
                </a:extLst>
              </p:cNvPr>
              <p:cNvSpPr>
                <a:spLocks noGrp="1"/>
              </p:cNvSpPr>
              <p:nvPr/>
            </p:nvSpPr>
            <p:spPr>
              <a:xfrm rot="0" flipH="0" flipV="0">
                <a:off x="4270439" y="2680653"/>
                <a:ext cx="84723" cy="94121"/>
              </a:xfrm>
              <a:prstGeom prst="rect">
                <a:avLst/>
              </a:prstGeom>
              <a:solidFill>
                <a:srgbClr val="81C9BA"/>
              </a:solidFill>
              <a:ln w="0">
                <a:noFill/>
                <a:prstDash val="solid"/>
              </a:ln>
            </p:spPr>
          </p:sp>
          <p:sp>
            <p:nvSpPr>
              <p:cNvPr id="17230" name="original-2d:831">
                <a:extLst>
                  <a:ext uri="{FF2B5EF4-FFF2-40B4-BE49-F238E27FC236}">
                    <ns2:creationId id="{6AB2B45D-6834-4E8C-BC63-CF8394E8EC33}"/>
                  </a:ext>
                </a:extLst>
              </p:cNvPr>
              <p:cNvSpPr>
                <a:spLocks noGrp="1"/>
              </p:cNvSpPr>
              <p:nvPr/>
            </p:nvSpPr>
            <p:spPr>
              <a:xfrm rot="0" flipH="0" flipV="0">
                <a:off x="4355021" y="2680653"/>
                <a:ext cx="84723" cy="94121"/>
              </a:xfrm>
              <a:prstGeom prst="rect">
                <a:avLst/>
              </a:prstGeom>
              <a:solidFill>
                <a:srgbClr val="81C9BA"/>
              </a:solidFill>
              <a:ln w="0">
                <a:noFill/>
                <a:prstDash val="solid"/>
              </a:ln>
            </p:spPr>
          </p:sp>
          <p:sp>
            <p:nvSpPr>
              <p:cNvPr id="17231" name="original-2d:832">
                <a:extLst>
                  <a:ext uri="{FF2B5EF4-FFF2-40B4-BE49-F238E27FC236}">
                    <ns2:creationId id="{D696595B-3E3C-482E-AECD-C047FEB282C2}"/>
                  </a:ext>
                </a:extLst>
              </p:cNvPr>
              <p:cNvSpPr>
                <a:spLocks noGrp="1"/>
              </p:cNvSpPr>
              <p:nvPr/>
            </p:nvSpPr>
            <p:spPr>
              <a:xfrm rot="0" flipH="0" flipV="0">
                <a:off x="4439603" y="2680653"/>
                <a:ext cx="84723" cy="94121"/>
              </a:xfrm>
              <a:prstGeom prst="rect">
                <a:avLst/>
              </a:prstGeom>
              <a:solidFill>
                <a:srgbClr val="81C9BA"/>
              </a:solidFill>
              <a:ln w="0">
                <a:noFill/>
                <a:prstDash val="solid"/>
              </a:ln>
            </p:spPr>
          </p:sp>
          <p:sp>
            <p:nvSpPr>
              <p:cNvPr id="17232" name="original-2d:833">
                <a:extLst>
                  <a:ext uri="{FF2B5EF4-FFF2-40B4-BE49-F238E27FC236}">
                    <ns2:creationId id="{785B68B5-0131-413F-935D-84FAD0389070}"/>
                  </a:ext>
                </a:extLst>
              </p:cNvPr>
              <p:cNvSpPr>
                <a:spLocks noGrp="1"/>
              </p:cNvSpPr>
              <p:nvPr/>
            </p:nvSpPr>
            <p:spPr>
              <a:xfrm rot="0" flipH="0" flipV="0">
                <a:off x="4524185" y="2680653"/>
                <a:ext cx="84723" cy="94121"/>
              </a:xfrm>
              <a:prstGeom prst="rect">
                <a:avLst/>
              </a:prstGeom>
              <a:solidFill>
                <a:srgbClr val="81C9BA"/>
              </a:solidFill>
              <a:ln w="0">
                <a:noFill/>
                <a:prstDash val="solid"/>
              </a:ln>
            </p:spPr>
          </p:sp>
          <p:sp>
            <p:nvSpPr>
              <p:cNvPr id="17233" name="original-2d:834">
                <a:extLst>
                  <a:ext uri="{FF2B5EF4-FFF2-40B4-BE49-F238E27FC236}">
                    <ns2:creationId id="{69A1ECF1-1DF6-45E5-9803-56D9BD956E99}"/>
                  </a:ext>
                </a:extLst>
              </p:cNvPr>
              <p:cNvSpPr>
                <a:spLocks noGrp="1"/>
              </p:cNvSpPr>
              <p:nvPr/>
            </p:nvSpPr>
            <p:spPr>
              <a:xfrm rot="0" flipH="0" flipV="0">
                <a:off x="4608767" y="2680653"/>
                <a:ext cx="84723" cy="94121"/>
              </a:xfrm>
              <a:prstGeom prst="rect">
                <a:avLst/>
              </a:prstGeom>
              <a:solidFill>
                <a:srgbClr val="81C9BA"/>
              </a:solidFill>
              <a:ln w="0">
                <a:noFill/>
                <a:prstDash val="solid"/>
              </a:ln>
            </p:spPr>
          </p:sp>
          <p:sp>
            <p:nvSpPr>
              <p:cNvPr id="17234" name="original-2d:835">
                <a:extLst>
                  <a:ext uri="{FF2B5EF4-FFF2-40B4-BE49-F238E27FC236}">
                    <ns2:creationId id="{15BF64CA-093D-4B1E-9D50-792C3C70830B}"/>
                  </a:ext>
                </a:extLst>
              </p:cNvPr>
              <p:cNvSpPr>
                <a:spLocks noGrp="1"/>
              </p:cNvSpPr>
              <p:nvPr/>
            </p:nvSpPr>
            <p:spPr>
              <a:xfrm rot="0" flipH="0" flipV="0">
                <a:off x="4693349" y="2680653"/>
                <a:ext cx="84723" cy="94121"/>
              </a:xfrm>
              <a:prstGeom prst="rect">
                <a:avLst/>
              </a:prstGeom>
              <a:solidFill>
                <a:srgbClr val="81C9BA"/>
              </a:solidFill>
              <a:ln w="0">
                <a:noFill/>
                <a:prstDash val="solid"/>
              </a:ln>
            </p:spPr>
          </p:sp>
          <p:sp>
            <p:nvSpPr>
              <p:cNvPr id="17235" name="original-2d:836">
                <a:extLst>
                  <a:ext uri="{FF2B5EF4-FFF2-40B4-BE49-F238E27FC236}">
                    <ns2:creationId id="{AD715891-0A6E-4A4C-A0F6-8F1B3CA0161E}"/>
                  </a:ext>
                </a:extLst>
              </p:cNvPr>
              <p:cNvSpPr>
                <a:spLocks noGrp="1"/>
              </p:cNvSpPr>
              <p:nvPr/>
            </p:nvSpPr>
            <p:spPr>
              <a:xfrm rot="0" flipH="0" flipV="0">
                <a:off x="4777931" y="2680653"/>
                <a:ext cx="84723" cy="94121"/>
              </a:xfrm>
              <a:prstGeom prst="rect">
                <a:avLst/>
              </a:prstGeom>
              <a:solidFill>
                <a:srgbClr val="009E73"/>
              </a:solidFill>
              <a:ln w="0">
                <a:noFill/>
                <a:prstDash val="solid"/>
              </a:ln>
            </p:spPr>
          </p:sp>
          <p:sp>
            <p:nvSpPr>
              <p:cNvPr id="17236" name="original-2d:837">
                <a:extLst>
                  <a:ext uri="{FF2B5EF4-FFF2-40B4-BE49-F238E27FC236}">
                    <ns2:creationId id="{81A30855-0FA5-432E-9B1C-43C2B436100B}"/>
                  </a:ext>
                </a:extLst>
              </p:cNvPr>
              <p:cNvSpPr>
                <a:spLocks noGrp="1"/>
              </p:cNvSpPr>
              <p:nvPr/>
            </p:nvSpPr>
            <p:spPr>
              <a:xfrm rot="0" flipH="0" flipV="0">
                <a:off x="4862513" y="2680653"/>
                <a:ext cx="84723" cy="94121"/>
              </a:xfrm>
              <a:prstGeom prst="rect">
                <a:avLst/>
              </a:prstGeom>
              <a:solidFill>
                <a:srgbClr val="81C9BA"/>
              </a:solidFill>
              <a:ln w="0">
                <a:noFill/>
                <a:prstDash val="solid"/>
              </a:ln>
            </p:spPr>
          </p:sp>
          <p:sp>
            <p:nvSpPr>
              <p:cNvPr id="17237" name="original-2d:838">
                <a:extLst>
                  <a:ext uri="{FF2B5EF4-FFF2-40B4-BE49-F238E27FC236}">
                    <ns2:creationId id="{A0F337F8-5725-41A3-9467-C824A017899E}"/>
                  </a:ext>
                </a:extLst>
              </p:cNvPr>
              <p:cNvSpPr>
                <a:spLocks noGrp="1"/>
              </p:cNvSpPr>
              <p:nvPr/>
            </p:nvSpPr>
            <p:spPr>
              <a:xfrm rot="0" flipH="0" flipV="0">
                <a:off x="4947095" y="2680653"/>
                <a:ext cx="84723" cy="94121"/>
              </a:xfrm>
              <a:prstGeom prst="rect">
                <a:avLst/>
              </a:prstGeom>
              <a:solidFill>
                <a:srgbClr val="81C9BA"/>
              </a:solidFill>
              <a:ln w="0">
                <a:noFill/>
                <a:prstDash val="solid"/>
              </a:ln>
            </p:spPr>
          </p:sp>
          <p:sp>
            <p:nvSpPr>
              <p:cNvPr id="17238" name="original-2d:839">
                <a:extLst>
                  <a:ext uri="{FF2B5EF4-FFF2-40B4-BE49-F238E27FC236}">
                    <ns2:creationId id="{328920F4-1A8A-4FB0-815C-0C7735B4A57A}"/>
                  </a:ext>
                </a:extLst>
              </p:cNvPr>
              <p:cNvSpPr>
                <a:spLocks noGrp="1"/>
              </p:cNvSpPr>
              <p:nvPr/>
            </p:nvSpPr>
            <p:spPr>
              <a:xfrm rot="0" flipH="0" flipV="0">
                <a:off x="5031677" y="2680653"/>
                <a:ext cx="84723" cy="94121"/>
              </a:xfrm>
              <a:prstGeom prst="rect">
                <a:avLst/>
              </a:prstGeom>
              <a:solidFill>
                <a:srgbClr val="81C9BA"/>
              </a:solidFill>
              <a:ln w="0">
                <a:noFill/>
                <a:prstDash val="solid"/>
              </a:ln>
            </p:spPr>
          </p:sp>
          <p:sp>
            <p:nvSpPr>
              <p:cNvPr id="17239" name="original-2d:840">
                <a:extLst>
                  <a:ext uri="{FF2B5EF4-FFF2-40B4-BE49-F238E27FC236}">
                    <ns2:creationId id="{C575CF76-673F-4FF4-9BD4-70D0F3062341}"/>
                  </a:ext>
                </a:extLst>
              </p:cNvPr>
              <p:cNvSpPr>
                <a:spLocks noGrp="1"/>
              </p:cNvSpPr>
              <p:nvPr/>
            </p:nvSpPr>
            <p:spPr>
              <a:xfrm rot="0" flipH="0" flipV="0">
                <a:off x="5116259" y="2680653"/>
                <a:ext cx="84723" cy="94121"/>
              </a:xfrm>
              <a:prstGeom prst="rect">
                <a:avLst/>
              </a:prstGeom>
              <a:solidFill>
                <a:srgbClr val="81C9BA"/>
              </a:solidFill>
              <a:ln w="0">
                <a:noFill/>
                <a:prstDash val="solid"/>
              </a:ln>
            </p:spPr>
          </p:sp>
          <p:sp>
            <p:nvSpPr>
              <p:cNvPr id="17240" name="original-2d:841">
                <a:extLst>
                  <a:ext uri="{FF2B5EF4-FFF2-40B4-BE49-F238E27FC236}">
                    <ns2:creationId id="{5F7D48CD-0792-4E85-BBEA-B2B657E81749}"/>
                  </a:ext>
                </a:extLst>
              </p:cNvPr>
              <p:cNvSpPr>
                <a:spLocks noGrp="1"/>
              </p:cNvSpPr>
              <p:nvPr/>
            </p:nvSpPr>
            <p:spPr>
              <a:xfrm rot="0" flipH="0" flipV="0">
                <a:off x="5200841" y="2680653"/>
                <a:ext cx="84723" cy="94121"/>
              </a:xfrm>
              <a:prstGeom prst="rect">
                <a:avLst/>
              </a:prstGeom>
              <a:solidFill>
                <a:srgbClr val="DCE8ED"/>
              </a:solidFill>
              <a:ln w="0">
                <a:noFill/>
                <a:prstDash val="solid"/>
              </a:ln>
            </p:spPr>
          </p:sp>
          <p:sp>
            <p:nvSpPr>
              <p:cNvPr id="17241" name="original-2d:842">
                <a:extLst>
                  <a:ext uri="{FF2B5EF4-FFF2-40B4-BE49-F238E27FC236}">
                    <ns2:creationId id="{43CA3F22-88C7-4FDE-92B4-00129C3ACEFF}"/>
                  </a:ext>
                </a:extLst>
              </p:cNvPr>
              <p:cNvSpPr>
                <a:spLocks noGrp="1"/>
              </p:cNvSpPr>
              <p:nvPr/>
            </p:nvSpPr>
            <p:spPr>
              <a:xfrm rot="0" flipH="0" flipV="0">
                <a:off x="3593783" y="2774633"/>
                <a:ext cx="84723" cy="94121"/>
              </a:xfrm>
              <a:prstGeom prst="rect">
                <a:avLst/>
              </a:prstGeom>
              <a:solidFill>
                <a:srgbClr val="D4B4CC"/>
              </a:solidFill>
              <a:ln w="0">
                <a:noFill/>
                <a:prstDash val="solid"/>
              </a:ln>
            </p:spPr>
          </p:sp>
          <p:sp>
            <p:nvSpPr>
              <p:cNvPr id="17242" name="original-2d:843">
                <a:extLst>
                  <a:ext uri="{FF2B5EF4-FFF2-40B4-BE49-F238E27FC236}">
                    <ns2:creationId id="{D9EAB602-765A-4898-BABC-436EEC9F9C07}"/>
                  </a:ext>
                </a:extLst>
              </p:cNvPr>
              <p:cNvSpPr>
                <a:spLocks noGrp="1"/>
              </p:cNvSpPr>
              <p:nvPr/>
            </p:nvSpPr>
            <p:spPr>
              <a:xfrm rot="0" flipH="0" flipV="0">
                <a:off x="3678365" y="2774633"/>
                <a:ext cx="84723" cy="94121"/>
              </a:xfrm>
              <a:prstGeom prst="rect">
                <a:avLst/>
              </a:prstGeom>
              <a:solidFill>
                <a:srgbClr val="D4B4CC"/>
              </a:solidFill>
              <a:ln w="0">
                <a:noFill/>
                <a:prstDash val="solid"/>
              </a:ln>
            </p:spPr>
          </p:sp>
          <p:sp>
            <p:nvSpPr>
              <p:cNvPr id="17243" name="original-2d:844">
                <a:extLst>
                  <a:ext uri="{FF2B5EF4-FFF2-40B4-BE49-F238E27FC236}">
                    <ns2:creationId id="{A8CD61A4-2396-42C0-AAE0-611C76A0F9CE}"/>
                  </a:ext>
                </a:extLst>
              </p:cNvPr>
              <p:cNvSpPr>
                <a:spLocks noGrp="1"/>
              </p:cNvSpPr>
              <p:nvPr/>
            </p:nvSpPr>
            <p:spPr>
              <a:xfrm rot="0" flipH="0" flipV="0">
                <a:off x="3762947" y="2774633"/>
                <a:ext cx="84723" cy="94121"/>
              </a:xfrm>
              <a:prstGeom prst="rect">
                <a:avLst/>
              </a:prstGeom>
              <a:solidFill>
                <a:srgbClr val="D4B4CC"/>
              </a:solidFill>
              <a:ln w="0">
                <a:noFill/>
                <a:prstDash val="solid"/>
              </a:ln>
            </p:spPr>
          </p:sp>
          <p:sp>
            <p:nvSpPr>
              <p:cNvPr id="17244" name="original-2d:845">
                <a:extLst>
                  <a:ext uri="{FF2B5EF4-FFF2-40B4-BE49-F238E27FC236}">
                    <ns2:creationId id="{41AD11CE-297F-4A56-8BD1-1808581A4C15}"/>
                  </a:ext>
                </a:extLst>
              </p:cNvPr>
              <p:cNvSpPr>
                <a:spLocks noGrp="1"/>
              </p:cNvSpPr>
              <p:nvPr/>
            </p:nvSpPr>
            <p:spPr>
              <a:xfrm rot="0" flipH="0" flipV="0">
                <a:off x="3847529" y="2774633"/>
                <a:ext cx="84723" cy="94121"/>
              </a:xfrm>
              <a:prstGeom prst="rect">
                <a:avLst/>
              </a:prstGeom>
              <a:solidFill>
                <a:srgbClr val="DCE8ED"/>
              </a:solidFill>
              <a:ln w="0">
                <a:noFill/>
                <a:prstDash val="solid"/>
              </a:ln>
            </p:spPr>
          </p:sp>
          <p:sp>
            <p:nvSpPr>
              <p:cNvPr id="17245" name="original-2d:846">
                <a:extLst>
                  <a:ext uri="{FF2B5EF4-FFF2-40B4-BE49-F238E27FC236}">
                    <ns2:creationId id="{D981041A-9CDD-4418-8C29-09330E3B2FE5}"/>
                  </a:ext>
                </a:extLst>
              </p:cNvPr>
              <p:cNvSpPr>
                <a:spLocks noGrp="1"/>
              </p:cNvSpPr>
              <p:nvPr/>
            </p:nvSpPr>
            <p:spPr>
              <a:xfrm rot="0" flipH="0" flipV="0">
                <a:off x="3932111" y="2774633"/>
                <a:ext cx="84723" cy="94121"/>
              </a:xfrm>
              <a:prstGeom prst="rect">
                <a:avLst/>
              </a:prstGeom>
              <a:solidFill>
                <a:srgbClr val="DCE8ED"/>
              </a:solidFill>
              <a:ln w="0">
                <a:noFill/>
                <a:prstDash val="solid"/>
              </a:ln>
            </p:spPr>
          </p:sp>
          <p:sp>
            <p:nvSpPr>
              <p:cNvPr id="17246" name="original-2d:847">
                <a:extLst>
                  <a:ext uri="{FF2B5EF4-FFF2-40B4-BE49-F238E27FC236}">
                    <ns2:creationId id="{69C3E829-AB8D-4E2F-AFB6-1FBC32EB4CD5}"/>
                  </a:ext>
                </a:extLst>
              </p:cNvPr>
              <p:cNvSpPr>
                <a:spLocks noGrp="1"/>
              </p:cNvSpPr>
              <p:nvPr/>
            </p:nvSpPr>
            <p:spPr>
              <a:xfrm rot="0" flipH="0" flipV="0">
                <a:off x="4016693" y="2774633"/>
                <a:ext cx="84723" cy="94121"/>
              </a:xfrm>
              <a:prstGeom prst="rect">
                <a:avLst/>
              </a:prstGeom>
              <a:solidFill>
                <a:srgbClr val="81C9BA"/>
              </a:solidFill>
              <a:ln w="0">
                <a:noFill/>
                <a:prstDash val="solid"/>
              </a:ln>
            </p:spPr>
          </p:sp>
          <p:sp>
            <p:nvSpPr>
              <p:cNvPr id="17247" name="original-2d:848">
                <a:extLst>
                  <a:ext uri="{FF2B5EF4-FFF2-40B4-BE49-F238E27FC236}">
                    <ns2:creationId id="{09CD7391-3CC0-4FD7-8D04-B4F19D10C584}"/>
                  </a:ext>
                </a:extLst>
              </p:cNvPr>
              <p:cNvSpPr>
                <a:spLocks noGrp="1"/>
              </p:cNvSpPr>
              <p:nvPr/>
            </p:nvSpPr>
            <p:spPr>
              <a:xfrm rot="0" flipH="0" flipV="0">
                <a:off x="4101275" y="2774633"/>
                <a:ext cx="84723" cy="94121"/>
              </a:xfrm>
              <a:prstGeom prst="rect">
                <a:avLst/>
              </a:prstGeom>
              <a:solidFill>
                <a:srgbClr val="81C9BA"/>
              </a:solidFill>
              <a:ln w="0">
                <a:noFill/>
                <a:prstDash val="solid"/>
              </a:ln>
            </p:spPr>
          </p:sp>
          <p:sp>
            <p:nvSpPr>
              <p:cNvPr id="17248" name="original-2d:849">
                <a:extLst>
                  <a:ext uri="{FF2B5EF4-FFF2-40B4-BE49-F238E27FC236}">
                    <ns2:creationId id="{6DC1C975-D630-4FB6-9233-E1D6E7BF38A8}"/>
                  </a:ext>
                </a:extLst>
              </p:cNvPr>
              <p:cNvSpPr>
                <a:spLocks noGrp="1"/>
              </p:cNvSpPr>
              <p:nvPr/>
            </p:nvSpPr>
            <p:spPr>
              <a:xfrm rot="0" flipH="0" flipV="0">
                <a:off x="4185857" y="2774633"/>
                <a:ext cx="84723" cy="94121"/>
              </a:xfrm>
              <a:prstGeom prst="rect">
                <a:avLst/>
              </a:prstGeom>
              <a:solidFill>
                <a:srgbClr val="81C9BA"/>
              </a:solidFill>
              <a:ln w="0">
                <a:noFill/>
                <a:prstDash val="solid"/>
              </a:ln>
            </p:spPr>
          </p:sp>
          <p:sp>
            <p:nvSpPr>
              <p:cNvPr id="17249" name="original-2d:850">
                <a:extLst>
                  <a:ext uri="{FF2B5EF4-FFF2-40B4-BE49-F238E27FC236}">
                    <ns2:creationId id="{460DBC47-4BBA-4550-935A-66509284C0E3}"/>
                  </a:ext>
                </a:extLst>
              </p:cNvPr>
              <p:cNvSpPr>
                <a:spLocks noGrp="1"/>
              </p:cNvSpPr>
              <p:nvPr/>
            </p:nvSpPr>
            <p:spPr>
              <a:xfrm rot="0" flipH="0" flipV="0">
                <a:off x="4270439" y="2774633"/>
                <a:ext cx="84723" cy="94121"/>
              </a:xfrm>
              <a:prstGeom prst="rect">
                <a:avLst/>
              </a:prstGeom>
              <a:solidFill>
                <a:srgbClr val="81C9BA"/>
              </a:solidFill>
              <a:ln w="0">
                <a:noFill/>
                <a:prstDash val="solid"/>
              </a:ln>
            </p:spPr>
          </p:sp>
          <p:sp>
            <p:nvSpPr>
              <p:cNvPr id="17250" name="original-2d:851">
                <a:extLst>
                  <a:ext uri="{FF2B5EF4-FFF2-40B4-BE49-F238E27FC236}">
                    <ns2:creationId id="{41B87633-58EE-44C9-8D72-3029157BC839}"/>
                  </a:ext>
                </a:extLst>
              </p:cNvPr>
              <p:cNvSpPr>
                <a:spLocks noGrp="1"/>
              </p:cNvSpPr>
              <p:nvPr/>
            </p:nvSpPr>
            <p:spPr>
              <a:xfrm rot="0" flipH="0" flipV="0">
                <a:off x="4355021" y="2774633"/>
                <a:ext cx="84723" cy="94121"/>
              </a:xfrm>
              <a:prstGeom prst="rect">
                <a:avLst/>
              </a:prstGeom>
              <a:solidFill>
                <a:srgbClr val="81C9BA"/>
              </a:solidFill>
              <a:ln w="0">
                <a:noFill/>
                <a:prstDash val="solid"/>
              </a:ln>
            </p:spPr>
          </p:sp>
          <p:sp>
            <p:nvSpPr>
              <p:cNvPr id="17251" name="original-2d:852">
                <a:extLst>
                  <a:ext uri="{FF2B5EF4-FFF2-40B4-BE49-F238E27FC236}">
                    <ns2:creationId id="{F0B6F3C8-DA1F-4D98-862D-E9200BD3AE78}"/>
                  </a:ext>
                </a:extLst>
              </p:cNvPr>
              <p:cNvSpPr>
                <a:spLocks noGrp="1"/>
              </p:cNvSpPr>
              <p:nvPr/>
            </p:nvSpPr>
            <p:spPr>
              <a:xfrm rot="0" flipH="0" flipV="0">
                <a:off x="4439603" y="2774633"/>
                <a:ext cx="84723" cy="94121"/>
              </a:xfrm>
              <a:prstGeom prst="rect">
                <a:avLst/>
              </a:prstGeom>
              <a:solidFill>
                <a:srgbClr val="81C9BA"/>
              </a:solidFill>
              <a:ln w="0">
                <a:noFill/>
                <a:prstDash val="solid"/>
              </a:ln>
            </p:spPr>
          </p:sp>
          <p:sp>
            <p:nvSpPr>
              <p:cNvPr id="17252" name="original-2d:853">
                <a:extLst>
                  <a:ext uri="{FF2B5EF4-FFF2-40B4-BE49-F238E27FC236}">
                    <ns2:creationId id="{53D59148-A6D9-4541-983C-37BDBE2C49A7}"/>
                  </a:ext>
                </a:extLst>
              </p:cNvPr>
              <p:cNvSpPr>
                <a:spLocks noGrp="1"/>
              </p:cNvSpPr>
              <p:nvPr/>
            </p:nvSpPr>
            <p:spPr>
              <a:xfrm rot="0" flipH="0" flipV="0">
                <a:off x="4524185" y="2774633"/>
                <a:ext cx="84723" cy="94121"/>
              </a:xfrm>
              <a:prstGeom prst="rect">
                <a:avLst/>
              </a:prstGeom>
              <a:solidFill>
                <a:srgbClr val="81C9BA"/>
              </a:solidFill>
              <a:ln w="0">
                <a:noFill/>
                <a:prstDash val="solid"/>
              </a:ln>
            </p:spPr>
          </p:sp>
          <p:sp>
            <p:nvSpPr>
              <p:cNvPr id="17253" name="original-2d:854">
                <a:extLst>
                  <a:ext uri="{FF2B5EF4-FFF2-40B4-BE49-F238E27FC236}">
                    <ns2:creationId id="{5476278B-AE4B-4874-8DFF-561C9BCBBF35}"/>
                  </a:ext>
                </a:extLst>
              </p:cNvPr>
              <p:cNvSpPr>
                <a:spLocks noGrp="1"/>
              </p:cNvSpPr>
              <p:nvPr/>
            </p:nvSpPr>
            <p:spPr>
              <a:xfrm rot="0" flipH="0" flipV="0">
                <a:off x="4608767" y="2774633"/>
                <a:ext cx="84723" cy="94121"/>
              </a:xfrm>
              <a:prstGeom prst="rect">
                <a:avLst/>
              </a:prstGeom>
              <a:solidFill>
                <a:srgbClr val="81C9BA"/>
              </a:solidFill>
              <a:ln w="0">
                <a:noFill/>
                <a:prstDash val="solid"/>
              </a:ln>
            </p:spPr>
          </p:sp>
          <p:sp>
            <p:nvSpPr>
              <p:cNvPr id="17254" name="original-2d:855">
                <a:extLst>
                  <a:ext uri="{FF2B5EF4-FFF2-40B4-BE49-F238E27FC236}">
                    <ns2:creationId id="{043C6AFD-E378-4C67-B404-E6DEE4851426}"/>
                  </a:ext>
                </a:extLst>
              </p:cNvPr>
              <p:cNvSpPr>
                <a:spLocks noGrp="1"/>
              </p:cNvSpPr>
              <p:nvPr/>
            </p:nvSpPr>
            <p:spPr>
              <a:xfrm rot="0" flipH="0" flipV="0">
                <a:off x="4693349" y="2774633"/>
                <a:ext cx="84723" cy="94121"/>
              </a:xfrm>
              <a:prstGeom prst="rect">
                <a:avLst/>
              </a:prstGeom>
              <a:solidFill>
                <a:srgbClr val="009E73"/>
              </a:solidFill>
              <a:ln w="0">
                <a:noFill/>
                <a:prstDash val="solid"/>
              </a:ln>
            </p:spPr>
          </p:sp>
          <p:sp>
            <p:nvSpPr>
              <p:cNvPr id="17255" name="original-2d:856">
                <a:extLst>
                  <a:ext uri="{FF2B5EF4-FFF2-40B4-BE49-F238E27FC236}">
                    <ns2:creationId id="{99315942-8D4D-4AD2-B83F-A67B3AB045D9}"/>
                  </a:ext>
                </a:extLst>
              </p:cNvPr>
              <p:cNvSpPr>
                <a:spLocks noGrp="1"/>
              </p:cNvSpPr>
              <p:nvPr/>
            </p:nvSpPr>
            <p:spPr>
              <a:xfrm rot="0" flipH="0" flipV="0">
                <a:off x="4777931" y="2774633"/>
                <a:ext cx="84723" cy="94121"/>
              </a:xfrm>
              <a:prstGeom prst="rect">
                <a:avLst/>
              </a:prstGeom>
              <a:solidFill>
                <a:srgbClr val="009E73"/>
              </a:solidFill>
              <a:ln w="0">
                <a:noFill/>
                <a:prstDash val="solid"/>
              </a:ln>
            </p:spPr>
          </p:sp>
          <p:sp>
            <p:nvSpPr>
              <p:cNvPr id="17256" name="original-2d:857">
                <a:extLst>
                  <a:ext uri="{FF2B5EF4-FFF2-40B4-BE49-F238E27FC236}">
                    <ns2:creationId id="{D502757C-E332-49E5-8B4E-337A41305BF4}"/>
                  </a:ext>
                </a:extLst>
              </p:cNvPr>
              <p:cNvSpPr>
                <a:spLocks noGrp="1"/>
              </p:cNvSpPr>
              <p:nvPr/>
            </p:nvSpPr>
            <p:spPr>
              <a:xfrm rot="0" flipH="0" flipV="0">
                <a:off x="4862513" y="2774633"/>
                <a:ext cx="84723" cy="94121"/>
              </a:xfrm>
              <a:prstGeom prst="rect">
                <a:avLst/>
              </a:prstGeom>
              <a:solidFill>
                <a:srgbClr val="009E73"/>
              </a:solidFill>
              <a:ln w="0">
                <a:noFill/>
                <a:prstDash val="solid"/>
              </a:ln>
            </p:spPr>
          </p:sp>
          <p:sp>
            <p:nvSpPr>
              <p:cNvPr id="17257" name="original-2d:858">
                <a:extLst>
                  <a:ext uri="{FF2B5EF4-FFF2-40B4-BE49-F238E27FC236}">
                    <ns2:creationId id="{DFDD6E16-4BE2-4C1F-9021-182C96D3FFD1}"/>
                  </a:ext>
                </a:extLst>
              </p:cNvPr>
              <p:cNvSpPr>
                <a:spLocks noGrp="1"/>
              </p:cNvSpPr>
              <p:nvPr/>
            </p:nvSpPr>
            <p:spPr>
              <a:xfrm rot="0" flipH="0" flipV="0">
                <a:off x="4947095" y="2774633"/>
                <a:ext cx="84723" cy="94121"/>
              </a:xfrm>
              <a:prstGeom prst="rect">
                <a:avLst/>
              </a:prstGeom>
              <a:solidFill>
                <a:srgbClr val="009E73"/>
              </a:solidFill>
              <a:ln w="0">
                <a:noFill/>
                <a:prstDash val="solid"/>
              </a:ln>
            </p:spPr>
          </p:sp>
          <p:sp>
            <p:nvSpPr>
              <p:cNvPr id="17258" name="original-2d:859">
                <a:extLst>
                  <a:ext uri="{FF2B5EF4-FFF2-40B4-BE49-F238E27FC236}">
                    <ns2:creationId id="{7DFC6615-37FE-4B4B-B33C-ACE34C2A40AE}"/>
                  </a:ext>
                </a:extLst>
              </p:cNvPr>
              <p:cNvSpPr>
                <a:spLocks noGrp="1"/>
              </p:cNvSpPr>
              <p:nvPr/>
            </p:nvSpPr>
            <p:spPr>
              <a:xfrm rot="0" flipH="0" flipV="0">
                <a:off x="5031677" y="2774633"/>
                <a:ext cx="84723" cy="94121"/>
              </a:xfrm>
              <a:prstGeom prst="rect">
                <a:avLst/>
              </a:prstGeom>
              <a:solidFill>
                <a:srgbClr val="81C9BA"/>
              </a:solidFill>
              <a:ln w="0">
                <a:noFill/>
                <a:prstDash val="solid"/>
              </a:ln>
            </p:spPr>
          </p:sp>
          <p:sp>
            <p:nvSpPr>
              <p:cNvPr id="17259" name="original-2d:860">
                <a:extLst>
                  <a:ext uri="{FF2B5EF4-FFF2-40B4-BE49-F238E27FC236}">
                    <ns2:creationId id="{449B094A-DD3A-4B22-A92A-FD9EEFF8CD90}"/>
                  </a:ext>
                </a:extLst>
              </p:cNvPr>
              <p:cNvSpPr>
                <a:spLocks noGrp="1"/>
              </p:cNvSpPr>
              <p:nvPr/>
            </p:nvSpPr>
            <p:spPr>
              <a:xfrm rot="0" flipH="0" flipV="0">
                <a:off x="5116259" y="2774633"/>
                <a:ext cx="84723" cy="94121"/>
              </a:xfrm>
              <a:prstGeom prst="rect">
                <a:avLst/>
              </a:prstGeom>
              <a:solidFill>
                <a:srgbClr val="81C9BA"/>
              </a:solidFill>
              <a:ln w="0">
                <a:noFill/>
                <a:prstDash val="solid"/>
              </a:ln>
            </p:spPr>
          </p:sp>
          <p:sp>
            <p:nvSpPr>
              <p:cNvPr id="17260" name="original-2d:861">
                <a:extLst>
                  <a:ext uri="{FF2B5EF4-FFF2-40B4-BE49-F238E27FC236}">
                    <ns2:creationId id="{5F9EDA4C-B27A-44A1-B4C2-B134BDEB4D41}"/>
                  </a:ext>
                </a:extLst>
              </p:cNvPr>
              <p:cNvSpPr>
                <a:spLocks noGrp="1"/>
              </p:cNvSpPr>
              <p:nvPr/>
            </p:nvSpPr>
            <p:spPr>
              <a:xfrm rot="0" flipH="0" flipV="0">
                <a:off x="5200841" y="2774633"/>
                <a:ext cx="84723" cy="94121"/>
              </a:xfrm>
              <a:prstGeom prst="rect">
                <a:avLst/>
              </a:prstGeom>
              <a:solidFill>
                <a:srgbClr val="81C9BA"/>
              </a:solidFill>
              <a:ln w="0">
                <a:noFill/>
                <a:prstDash val="solid"/>
              </a:ln>
            </p:spPr>
          </p:sp>
          <p:sp>
            <p:nvSpPr>
              <p:cNvPr id="17261" name="original-2d:862">
                <a:extLst>
                  <a:ext uri="{FF2B5EF4-FFF2-40B4-BE49-F238E27FC236}">
                    <ns2:creationId id="{07F56EBF-3301-4798-94BD-3CEB7D8EC674}"/>
                  </a:ext>
                </a:extLst>
              </p:cNvPr>
              <p:cNvSpPr>
                <a:spLocks noGrp="1"/>
              </p:cNvSpPr>
              <p:nvPr/>
            </p:nvSpPr>
            <p:spPr>
              <a:xfrm rot="0" flipH="0" flipV="0">
                <a:off x="3593783" y="2868613"/>
                <a:ext cx="84723" cy="94121"/>
              </a:xfrm>
              <a:prstGeom prst="rect">
                <a:avLst/>
              </a:prstGeom>
              <a:solidFill>
                <a:srgbClr val="DCE8ED"/>
              </a:solidFill>
              <a:ln w="0">
                <a:noFill/>
                <a:prstDash val="solid"/>
              </a:ln>
            </p:spPr>
          </p:sp>
          <p:sp>
            <p:nvSpPr>
              <p:cNvPr id="17262" name="original-2d:863">
                <a:extLst>
                  <a:ext uri="{FF2B5EF4-FFF2-40B4-BE49-F238E27FC236}">
                    <ns2:creationId id="{CBF384A1-309F-43C3-B32F-15EEAD34EDF7}"/>
                  </a:ext>
                </a:extLst>
              </p:cNvPr>
              <p:cNvSpPr>
                <a:spLocks noGrp="1"/>
              </p:cNvSpPr>
              <p:nvPr/>
            </p:nvSpPr>
            <p:spPr>
              <a:xfrm rot="0" flipH="0" flipV="0">
                <a:off x="3678365" y="2868613"/>
                <a:ext cx="84723" cy="94121"/>
              </a:xfrm>
              <a:prstGeom prst="rect">
                <a:avLst/>
              </a:prstGeom>
              <a:solidFill>
                <a:srgbClr val="DCE8ED"/>
              </a:solidFill>
              <a:ln w="0">
                <a:noFill/>
                <a:prstDash val="solid"/>
              </a:ln>
            </p:spPr>
          </p:sp>
          <p:sp>
            <p:nvSpPr>
              <p:cNvPr id="17263" name="original-2d:864">
                <a:extLst>
                  <a:ext uri="{FF2B5EF4-FFF2-40B4-BE49-F238E27FC236}">
                    <ns2:creationId id="{6FF8EA7A-99C4-474F-A855-5202524D1CE2}"/>
                  </a:ext>
                </a:extLst>
              </p:cNvPr>
              <p:cNvSpPr>
                <a:spLocks noGrp="1"/>
              </p:cNvSpPr>
              <p:nvPr/>
            </p:nvSpPr>
            <p:spPr>
              <a:xfrm rot="0" flipH="0" flipV="0">
                <a:off x="3762947" y="2868613"/>
                <a:ext cx="84723" cy="94121"/>
              </a:xfrm>
              <a:prstGeom prst="rect">
                <a:avLst/>
              </a:prstGeom>
              <a:solidFill>
                <a:srgbClr val="DCE8ED"/>
              </a:solidFill>
              <a:ln w="0">
                <a:noFill/>
                <a:prstDash val="solid"/>
              </a:ln>
            </p:spPr>
          </p:sp>
          <p:sp>
            <p:nvSpPr>
              <p:cNvPr id="17264" name="original-2d:865">
                <a:extLst>
                  <a:ext uri="{FF2B5EF4-FFF2-40B4-BE49-F238E27FC236}">
                    <ns2:creationId id="{1392CFFA-B974-4A84-B20C-425DDBE947AB}"/>
                  </a:ext>
                </a:extLst>
              </p:cNvPr>
              <p:cNvSpPr>
                <a:spLocks noGrp="1"/>
              </p:cNvSpPr>
              <p:nvPr/>
            </p:nvSpPr>
            <p:spPr>
              <a:xfrm rot="0" flipH="0" flipV="0">
                <a:off x="3847529" y="2868613"/>
                <a:ext cx="84723" cy="94121"/>
              </a:xfrm>
              <a:prstGeom prst="rect">
                <a:avLst/>
              </a:prstGeom>
              <a:solidFill>
                <a:srgbClr val="DCE8ED"/>
              </a:solidFill>
              <a:ln w="0">
                <a:noFill/>
                <a:prstDash val="solid"/>
              </a:ln>
            </p:spPr>
          </p:sp>
          <p:sp>
            <p:nvSpPr>
              <p:cNvPr id="17265" name="original-2d:866">
                <a:extLst>
                  <a:ext uri="{FF2B5EF4-FFF2-40B4-BE49-F238E27FC236}">
                    <ns2:creationId id="{0E94F397-F1F6-4E6C-91CF-75555209C136}"/>
                  </a:ext>
                </a:extLst>
              </p:cNvPr>
              <p:cNvSpPr>
                <a:spLocks noGrp="1"/>
              </p:cNvSpPr>
              <p:nvPr/>
            </p:nvSpPr>
            <p:spPr>
              <a:xfrm rot="0" flipH="0" flipV="0">
                <a:off x="3932111" y="2868613"/>
                <a:ext cx="84723" cy="94121"/>
              </a:xfrm>
              <a:prstGeom prst="rect">
                <a:avLst/>
              </a:prstGeom>
              <a:solidFill>
                <a:srgbClr val="DCE8ED"/>
              </a:solidFill>
              <a:ln w="0">
                <a:noFill/>
                <a:prstDash val="solid"/>
              </a:ln>
            </p:spPr>
          </p:sp>
          <p:sp>
            <p:nvSpPr>
              <p:cNvPr id="17266" name="original-2d:867">
                <a:extLst>
                  <a:ext uri="{FF2B5EF4-FFF2-40B4-BE49-F238E27FC236}">
                    <ns2:creationId id="{D5B4707B-C34D-465C-99FB-DD9010C00148}"/>
                  </a:ext>
                </a:extLst>
              </p:cNvPr>
              <p:cNvSpPr>
                <a:spLocks noGrp="1"/>
              </p:cNvSpPr>
              <p:nvPr/>
            </p:nvSpPr>
            <p:spPr>
              <a:xfrm rot="0" flipH="0" flipV="0">
                <a:off x="4016693" y="2868613"/>
                <a:ext cx="84723" cy="94121"/>
              </a:xfrm>
              <a:prstGeom prst="rect">
                <a:avLst/>
              </a:prstGeom>
              <a:solidFill>
                <a:srgbClr val="81C9BA"/>
              </a:solidFill>
              <a:ln w="0">
                <a:noFill/>
                <a:prstDash val="solid"/>
              </a:ln>
            </p:spPr>
          </p:sp>
          <p:sp>
            <p:nvSpPr>
              <p:cNvPr id="17267" name="original-2d:868">
                <a:extLst>
                  <a:ext uri="{FF2B5EF4-FFF2-40B4-BE49-F238E27FC236}">
                    <ns2:creationId id="{1693F46C-46D5-4905-B041-08D81729653F}"/>
                  </a:ext>
                </a:extLst>
              </p:cNvPr>
              <p:cNvSpPr>
                <a:spLocks noGrp="1"/>
              </p:cNvSpPr>
              <p:nvPr/>
            </p:nvSpPr>
            <p:spPr>
              <a:xfrm rot="0" flipH="0" flipV="0">
                <a:off x="4101275" y="2868613"/>
                <a:ext cx="84723" cy="94121"/>
              </a:xfrm>
              <a:prstGeom prst="rect">
                <a:avLst/>
              </a:prstGeom>
              <a:solidFill>
                <a:srgbClr val="81C9BA"/>
              </a:solidFill>
              <a:ln w="0">
                <a:noFill/>
                <a:prstDash val="solid"/>
              </a:ln>
            </p:spPr>
          </p:sp>
          <p:sp>
            <p:nvSpPr>
              <p:cNvPr id="17268" name="original-2d:869">
                <a:extLst>
                  <a:ext uri="{FF2B5EF4-FFF2-40B4-BE49-F238E27FC236}">
                    <ns2:creationId id="{CE2D5881-27F5-4BD0-8CDA-1C94723F391B}"/>
                  </a:ext>
                </a:extLst>
              </p:cNvPr>
              <p:cNvSpPr>
                <a:spLocks noGrp="1"/>
              </p:cNvSpPr>
              <p:nvPr/>
            </p:nvSpPr>
            <p:spPr>
              <a:xfrm rot="0" flipH="0" flipV="0">
                <a:off x="4185857" y="2868613"/>
                <a:ext cx="84723" cy="94121"/>
              </a:xfrm>
              <a:prstGeom prst="rect">
                <a:avLst/>
              </a:prstGeom>
              <a:solidFill>
                <a:srgbClr val="81C9BA"/>
              </a:solidFill>
              <a:ln w="0">
                <a:noFill/>
                <a:prstDash val="solid"/>
              </a:ln>
            </p:spPr>
          </p:sp>
          <p:sp>
            <p:nvSpPr>
              <p:cNvPr id="17269" name="original-2d:870">
                <a:extLst>
                  <a:ext uri="{FF2B5EF4-FFF2-40B4-BE49-F238E27FC236}">
                    <ns2:creationId id="{B0D1AAC0-BB14-4A0C-ABEA-AFD2B09161D5}"/>
                  </a:ext>
                </a:extLst>
              </p:cNvPr>
              <p:cNvSpPr>
                <a:spLocks noGrp="1"/>
              </p:cNvSpPr>
              <p:nvPr/>
            </p:nvSpPr>
            <p:spPr>
              <a:xfrm rot="0" flipH="0" flipV="0">
                <a:off x="4270439" y="2868613"/>
                <a:ext cx="84723" cy="94121"/>
              </a:xfrm>
              <a:prstGeom prst="rect">
                <a:avLst/>
              </a:prstGeom>
              <a:solidFill>
                <a:srgbClr val="81C9BA"/>
              </a:solidFill>
              <a:ln w="0">
                <a:noFill/>
                <a:prstDash val="solid"/>
              </a:ln>
            </p:spPr>
          </p:sp>
          <p:sp>
            <p:nvSpPr>
              <p:cNvPr id="17270" name="original-2d:871">
                <a:extLst>
                  <a:ext uri="{FF2B5EF4-FFF2-40B4-BE49-F238E27FC236}">
                    <ns2:creationId id="{754D471C-38E2-4795-AB09-C5055C808A91}"/>
                  </a:ext>
                </a:extLst>
              </p:cNvPr>
              <p:cNvSpPr>
                <a:spLocks noGrp="1"/>
              </p:cNvSpPr>
              <p:nvPr/>
            </p:nvSpPr>
            <p:spPr>
              <a:xfrm rot="0" flipH="0" flipV="0">
                <a:off x="4355021" y="2868613"/>
                <a:ext cx="84723" cy="94121"/>
              </a:xfrm>
              <a:prstGeom prst="rect">
                <a:avLst/>
              </a:prstGeom>
              <a:solidFill>
                <a:srgbClr val="D55E00"/>
              </a:solidFill>
              <a:ln w="0">
                <a:noFill/>
                <a:prstDash val="solid"/>
              </a:ln>
            </p:spPr>
          </p:sp>
          <p:sp>
            <p:nvSpPr>
              <p:cNvPr id="17271" name="original-2d:872">
                <a:extLst>
                  <a:ext uri="{FF2B5EF4-FFF2-40B4-BE49-F238E27FC236}">
                    <ns2:creationId id="{8393FBA9-1D26-4298-89DC-76896461F1C2}"/>
                  </a:ext>
                </a:extLst>
              </p:cNvPr>
              <p:cNvSpPr>
                <a:spLocks noGrp="1"/>
              </p:cNvSpPr>
              <p:nvPr/>
            </p:nvSpPr>
            <p:spPr>
              <a:xfrm rot="0" flipH="0" flipV="0">
                <a:off x="4439603" y="2868613"/>
                <a:ext cx="84723" cy="94121"/>
              </a:xfrm>
              <a:prstGeom prst="rect">
                <a:avLst/>
              </a:prstGeom>
              <a:solidFill>
                <a:srgbClr val="D55E00"/>
              </a:solidFill>
              <a:ln w="0">
                <a:noFill/>
                <a:prstDash val="solid"/>
              </a:ln>
            </p:spPr>
          </p:sp>
          <p:sp>
            <p:nvSpPr>
              <p:cNvPr id="17272" name="original-2d:873">
                <a:extLst>
                  <a:ext uri="{FF2B5EF4-FFF2-40B4-BE49-F238E27FC236}">
                    <ns2:creationId id="{9CC22C17-9BE7-4EF3-B14D-41CD73FE2F52}"/>
                  </a:ext>
                </a:extLst>
              </p:cNvPr>
              <p:cNvSpPr>
                <a:spLocks noGrp="1"/>
              </p:cNvSpPr>
              <p:nvPr/>
            </p:nvSpPr>
            <p:spPr>
              <a:xfrm rot="0" flipH="0" flipV="0">
                <a:off x="4524185" y="2868613"/>
                <a:ext cx="84723" cy="94121"/>
              </a:xfrm>
              <a:prstGeom prst="rect">
                <a:avLst/>
              </a:prstGeom>
              <a:solidFill>
                <a:srgbClr val="81C9BA"/>
              </a:solidFill>
              <a:ln w="0">
                <a:noFill/>
                <a:prstDash val="solid"/>
              </a:ln>
            </p:spPr>
          </p:sp>
          <p:sp>
            <p:nvSpPr>
              <p:cNvPr id="17273" name="original-2d:874">
                <a:extLst>
                  <a:ext uri="{FF2B5EF4-FFF2-40B4-BE49-F238E27FC236}">
                    <ns2:creationId id="{A0ACB5ED-C213-4B93-B956-6CB57A2C427D}"/>
                  </a:ext>
                </a:extLst>
              </p:cNvPr>
              <p:cNvSpPr>
                <a:spLocks noGrp="1"/>
              </p:cNvSpPr>
              <p:nvPr/>
            </p:nvSpPr>
            <p:spPr>
              <a:xfrm rot="0" flipH="0" flipV="0">
                <a:off x="4608767" y="2868613"/>
                <a:ext cx="84723" cy="94121"/>
              </a:xfrm>
              <a:prstGeom prst="rect">
                <a:avLst/>
              </a:prstGeom>
              <a:solidFill>
                <a:srgbClr val="009E73"/>
              </a:solidFill>
              <a:ln w="0">
                <a:noFill/>
                <a:prstDash val="solid"/>
              </a:ln>
            </p:spPr>
          </p:sp>
          <p:sp>
            <p:nvSpPr>
              <p:cNvPr id="17274" name="original-2d:875">
                <a:extLst>
                  <a:ext uri="{FF2B5EF4-FFF2-40B4-BE49-F238E27FC236}">
                    <ns2:creationId id="{6DD7B9FE-AA8D-4C38-992F-B6568A8F1114}"/>
                  </a:ext>
                </a:extLst>
              </p:cNvPr>
              <p:cNvSpPr>
                <a:spLocks noGrp="1"/>
              </p:cNvSpPr>
              <p:nvPr/>
            </p:nvSpPr>
            <p:spPr>
              <a:xfrm rot="0" flipH="0" flipV="0">
                <a:off x="4693349" y="2868613"/>
                <a:ext cx="84723" cy="94121"/>
              </a:xfrm>
              <a:prstGeom prst="rect">
                <a:avLst/>
              </a:prstGeom>
              <a:solidFill>
                <a:srgbClr val="009E73"/>
              </a:solidFill>
              <a:ln w="0">
                <a:noFill/>
                <a:prstDash val="solid"/>
              </a:ln>
            </p:spPr>
          </p:sp>
          <p:sp>
            <p:nvSpPr>
              <p:cNvPr id="17275" name="original-2d:876">
                <a:extLst>
                  <a:ext uri="{FF2B5EF4-FFF2-40B4-BE49-F238E27FC236}">
                    <ns2:creationId id="{97202834-AAFF-4C7E-AAAD-DE66ED30B4A2}"/>
                  </a:ext>
                </a:extLst>
              </p:cNvPr>
              <p:cNvSpPr>
                <a:spLocks noGrp="1"/>
              </p:cNvSpPr>
              <p:nvPr/>
            </p:nvSpPr>
            <p:spPr>
              <a:xfrm rot="0" flipH="0" flipV="0">
                <a:off x="4777931" y="2868613"/>
                <a:ext cx="84723" cy="94121"/>
              </a:xfrm>
              <a:prstGeom prst="rect">
                <a:avLst/>
              </a:prstGeom>
              <a:solidFill>
                <a:srgbClr val="009E73"/>
              </a:solidFill>
              <a:ln w="0">
                <a:noFill/>
                <a:prstDash val="solid"/>
              </a:ln>
            </p:spPr>
          </p:sp>
          <p:sp>
            <p:nvSpPr>
              <p:cNvPr id="17276" name="original-2d:877">
                <a:extLst>
                  <a:ext uri="{FF2B5EF4-FFF2-40B4-BE49-F238E27FC236}">
                    <ns2:creationId id="{D12B6337-C406-4E21-AFFE-C7292F378D2A}"/>
                  </a:ext>
                </a:extLst>
              </p:cNvPr>
              <p:cNvSpPr>
                <a:spLocks noGrp="1"/>
              </p:cNvSpPr>
              <p:nvPr/>
            </p:nvSpPr>
            <p:spPr>
              <a:xfrm rot="0" flipH="0" flipV="0">
                <a:off x="4862513" y="2868613"/>
                <a:ext cx="84723" cy="94121"/>
              </a:xfrm>
              <a:prstGeom prst="rect">
                <a:avLst/>
              </a:prstGeom>
              <a:solidFill>
                <a:srgbClr val="009E73"/>
              </a:solidFill>
              <a:ln w="0">
                <a:noFill/>
                <a:prstDash val="solid"/>
              </a:ln>
            </p:spPr>
          </p:sp>
          <p:sp>
            <p:nvSpPr>
              <p:cNvPr id="17277" name="original-2d:878">
                <a:extLst>
                  <a:ext uri="{FF2B5EF4-FFF2-40B4-BE49-F238E27FC236}">
                    <ns2:creationId id="{DC36A526-673B-4093-9808-DA8BE8EB665C}"/>
                  </a:ext>
                </a:extLst>
              </p:cNvPr>
              <p:cNvSpPr>
                <a:spLocks noGrp="1"/>
              </p:cNvSpPr>
              <p:nvPr/>
            </p:nvSpPr>
            <p:spPr>
              <a:xfrm rot="0" flipH="0" flipV="0">
                <a:off x="4947095" y="2868613"/>
                <a:ext cx="84723" cy="94121"/>
              </a:xfrm>
              <a:prstGeom prst="rect">
                <a:avLst/>
              </a:prstGeom>
              <a:solidFill>
                <a:srgbClr val="009E73"/>
              </a:solidFill>
              <a:ln w="0">
                <a:noFill/>
                <a:prstDash val="solid"/>
              </a:ln>
            </p:spPr>
          </p:sp>
          <p:sp>
            <p:nvSpPr>
              <p:cNvPr id="17278" name="original-2d:879">
                <a:extLst>
                  <a:ext uri="{FF2B5EF4-FFF2-40B4-BE49-F238E27FC236}">
                    <ns2:creationId id="{AE75B9AB-91D2-4439-856B-D16FD61FC53C}"/>
                  </a:ext>
                </a:extLst>
              </p:cNvPr>
              <p:cNvSpPr>
                <a:spLocks noGrp="1"/>
              </p:cNvSpPr>
              <p:nvPr/>
            </p:nvSpPr>
            <p:spPr>
              <a:xfrm rot="0" flipH="0" flipV="0">
                <a:off x="5031677" y="2868613"/>
                <a:ext cx="84723" cy="94121"/>
              </a:xfrm>
              <a:prstGeom prst="rect">
                <a:avLst/>
              </a:prstGeom>
              <a:solidFill>
                <a:srgbClr val="81C9BA"/>
              </a:solidFill>
              <a:ln w="0">
                <a:noFill/>
                <a:prstDash val="solid"/>
              </a:ln>
            </p:spPr>
          </p:sp>
          <p:sp>
            <p:nvSpPr>
              <p:cNvPr id="17279" name="original-2d:880">
                <a:extLst>
                  <a:ext uri="{FF2B5EF4-FFF2-40B4-BE49-F238E27FC236}">
                    <ns2:creationId id="{133649BC-5A8B-463F-8CE9-C174DE848605}"/>
                  </a:ext>
                </a:extLst>
              </p:cNvPr>
              <p:cNvSpPr>
                <a:spLocks noGrp="1"/>
              </p:cNvSpPr>
              <p:nvPr/>
            </p:nvSpPr>
            <p:spPr>
              <a:xfrm rot="0" flipH="0" flipV="0">
                <a:off x="5116259" y="2868613"/>
                <a:ext cx="84723" cy="94121"/>
              </a:xfrm>
              <a:prstGeom prst="rect">
                <a:avLst/>
              </a:prstGeom>
              <a:solidFill>
                <a:srgbClr val="81C9BA"/>
              </a:solidFill>
              <a:ln w="0">
                <a:noFill/>
                <a:prstDash val="solid"/>
              </a:ln>
            </p:spPr>
          </p:sp>
          <p:sp>
            <p:nvSpPr>
              <p:cNvPr id="17280" name="original-2d:881">
                <a:extLst>
                  <a:ext uri="{FF2B5EF4-FFF2-40B4-BE49-F238E27FC236}">
                    <ns2:creationId id="{4302F018-EB29-4261-9EB6-40A928E6A0A4}"/>
                  </a:ext>
                </a:extLst>
              </p:cNvPr>
              <p:cNvSpPr>
                <a:spLocks noGrp="1"/>
              </p:cNvSpPr>
              <p:nvPr/>
            </p:nvSpPr>
            <p:spPr>
              <a:xfrm rot="0" flipH="0" flipV="0">
                <a:off x="5200841" y="2868613"/>
                <a:ext cx="84723" cy="94121"/>
              </a:xfrm>
              <a:prstGeom prst="rect">
                <a:avLst/>
              </a:prstGeom>
              <a:solidFill>
                <a:srgbClr val="81C9BA"/>
              </a:solidFill>
              <a:ln w="0">
                <a:noFill/>
                <a:prstDash val="solid"/>
              </a:ln>
            </p:spPr>
          </p:sp>
          <p:sp>
            <p:nvSpPr>
              <p:cNvPr id="17281" name="original-2d:882">
                <a:extLst>
                  <a:ext uri="{FF2B5EF4-FFF2-40B4-BE49-F238E27FC236}">
                    <ns2:creationId id="{C7E60DC3-3197-42D0-8368-56793197BF05}"/>
                  </a:ext>
                </a:extLst>
              </p:cNvPr>
              <p:cNvSpPr>
                <a:spLocks noGrp="1"/>
              </p:cNvSpPr>
              <p:nvPr/>
            </p:nvSpPr>
            <p:spPr>
              <a:xfrm rot="0" flipH="0" flipV="0">
                <a:off x="3593783" y="2962593"/>
                <a:ext cx="84723" cy="94121"/>
              </a:xfrm>
              <a:prstGeom prst="rect">
                <a:avLst/>
              </a:prstGeom>
              <a:solidFill>
                <a:srgbClr val="DCE8ED"/>
              </a:solidFill>
              <a:ln w="0">
                <a:noFill/>
                <a:prstDash val="solid"/>
              </a:ln>
            </p:spPr>
          </p:sp>
          <p:sp>
            <p:nvSpPr>
              <p:cNvPr id="17282" name="original-2d:883">
                <a:extLst>
                  <a:ext uri="{FF2B5EF4-FFF2-40B4-BE49-F238E27FC236}">
                    <ns2:creationId id="{D8ACC466-B80C-450D-A5AA-E2E00C5F5D6C}"/>
                  </a:ext>
                </a:extLst>
              </p:cNvPr>
              <p:cNvSpPr>
                <a:spLocks noGrp="1"/>
              </p:cNvSpPr>
              <p:nvPr/>
            </p:nvSpPr>
            <p:spPr>
              <a:xfrm rot="0" flipH="0" flipV="0">
                <a:off x="3678365" y="2962593"/>
                <a:ext cx="84723" cy="94121"/>
              </a:xfrm>
              <a:prstGeom prst="rect">
                <a:avLst/>
              </a:prstGeom>
              <a:solidFill>
                <a:srgbClr val="DCE8ED"/>
              </a:solidFill>
              <a:ln w="0">
                <a:noFill/>
                <a:prstDash val="solid"/>
              </a:ln>
            </p:spPr>
          </p:sp>
          <p:sp>
            <p:nvSpPr>
              <p:cNvPr id="17283" name="original-2d:884">
                <a:extLst>
                  <a:ext uri="{FF2B5EF4-FFF2-40B4-BE49-F238E27FC236}">
                    <ns2:creationId id="{2AD54283-9EAA-4323-9EEA-0E146F0E51D5}"/>
                  </a:ext>
                </a:extLst>
              </p:cNvPr>
              <p:cNvSpPr>
                <a:spLocks noGrp="1"/>
              </p:cNvSpPr>
              <p:nvPr/>
            </p:nvSpPr>
            <p:spPr>
              <a:xfrm rot="0" flipH="0" flipV="0">
                <a:off x="3762947" y="2962593"/>
                <a:ext cx="84723" cy="94121"/>
              </a:xfrm>
              <a:prstGeom prst="rect">
                <a:avLst/>
              </a:prstGeom>
              <a:solidFill>
                <a:srgbClr val="DCE8ED"/>
              </a:solidFill>
              <a:ln w="0">
                <a:noFill/>
                <a:prstDash val="solid"/>
              </a:ln>
            </p:spPr>
          </p:sp>
          <p:sp>
            <p:nvSpPr>
              <p:cNvPr id="17284" name="original-2d:885">
                <a:extLst>
                  <a:ext uri="{FF2B5EF4-FFF2-40B4-BE49-F238E27FC236}">
                    <ns2:creationId id="{566FA6BD-A15F-4661-82C4-C59E5F1495EF}"/>
                  </a:ext>
                </a:extLst>
              </p:cNvPr>
              <p:cNvSpPr>
                <a:spLocks noGrp="1"/>
              </p:cNvSpPr>
              <p:nvPr/>
            </p:nvSpPr>
            <p:spPr>
              <a:xfrm rot="0" flipH="0" flipV="0">
                <a:off x="3847529" y="2962593"/>
                <a:ext cx="84723" cy="94121"/>
              </a:xfrm>
              <a:prstGeom prst="rect">
                <a:avLst/>
              </a:prstGeom>
              <a:solidFill>
                <a:srgbClr val="DCE8ED"/>
              </a:solidFill>
              <a:ln w="0">
                <a:noFill/>
                <a:prstDash val="solid"/>
              </a:ln>
            </p:spPr>
          </p:sp>
          <p:sp>
            <p:nvSpPr>
              <p:cNvPr id="17285" name="original-2d:886">
                <a:extLst>
                  <a:ext uri="{FF2B5EF4-FFF2-40B4-BE49-F238E27FC236}">
                    <ns2:creationId id="{F52D8D7A-FE2D-47E6-A0A4-2048AFAAF5ED}"/>
                  </a:ext>
                </a:extLst>
              </p:cNvPr>
              <p:cNvSpPr>
                <a:spLocks noGrp="1"/>
              </p:cNvSpPr>
              <p:nvPr/>
            </p:nvSpPr>
            <p:spPr>
              <a:xfrm rot="0" flipH="0" flipV="0">
                <a:off x="3932111" y="2962593"/>
                <a:ext cx="84723" cy="94121"/>
              </a:xfrm>
              <a:prstGeom prst="rect">
                <a:avLst/>
              </a:prstGeom>
              <a:solidFill>
                <a:srgbClr val="81C9BA"/>
              </a:solidFill>
              <a:ln w="0">
                <a:noFill/>
                <a:prstDash val="solid"/>
              </a:ln>
            </p:spPr>
          </p:sp>
          <p:sp>
            <p:nvSpPr>
              <p:cNvPr id="17286" name="original-2d:887">
                <a:extLst>
                  <a:ext uri="{FF2B5EF4-FFF2-40B4-BE49-F238E27FC236}">
                    <ns2:creationId id="{1E83A636-F917-4F38-8B79-A252D1AEAF23}"/>
                  </a:ext>
                </a:extLst>
              </p:cNvPr>
              <p:cNvSpPr>
                <a:spLocks noGrp="1"/>
              </p:cNvSpPr>
              <p:nvPr/>
            </p:nvSpPr>
            <p:spPr>
              <a:xfrm rot="0" flipH="0" flipV="0">
                <a:off x="4016693" y="2962593"/>
                <a:ext cx="84723" cy="94121"/>
              </a:xfrm>
              <a:prstGeom prst="rect">
                <a:avLst/>
              </a:prstGeom>
              <a:solidFill>
                <a:srgbClr val="81C9BA"/>
              </a:solidFill>
              <a:ln w="0">
                <a:noFill/>
                <a:prstDash val="solid"/>
              </a:ln>
            </p:spPr>
          </p:sp>
          <p:sp>
            <p:nvSpPr>
              <p:cNvPr id="17287" name="original-2d:888">
                <a:extLst>
                  <a:ext uri="{FF2B5EF4-FFF2-40B4-BE49-F238E27FC236}">
                    <ns2:creationId id="{63274436-663A-40DF-9DA2-99F72C85D86E}"/>
                  </a:ext>
                </a:extLst>
              </p:cNvPr>
              <p:cNvSpPr>
                <a:spLocks noGrp="1"/>
              </p:cNvSpPr>
              <p:nvPr/>
            </p:nvSpPr>
            <p:spPr>
              <a:xfrm rot="0" flipH="0" flipV="0">
                <a:off x="4101275" y="2962593"/>
                <a:ext cx="84723" cy="94121"/>
              </a:xfrm>
              <a:prstGeom prst="rect">
                <a:avLst/>
              </a:prstGeom>
              <a:solidFill>
                <a:srgbClr val="81C9BA"/>
              </a:solidFill>
              <a:ln w="0">
                <a:noFill/>
                <a:prstDash val="solid"/>
              </a:ln>
            </p:spPr>
          </p:sp>
          <p:sp>
            <p:nvSpPr>
              <p:cNvPr id="17288" name="original-2d:889">
                <a:extLst>
                  <a:ext uri="{FF2B5EF4-FFF2-40B4-BE49-F238E27FC236}">
                    <ns2:creationId id="{D7B88FBF-800A-42DC-8A57-F6F3225A6C08}"/>
                  </a:ext>
                </a:extLst>
              </p:cNvPr>
              <p:cNvSpPr>
                <a:spLocks noGrp="1"/>
              </p:cNvSpPr>
              <p:nvPr/>
            </p:nvSpPr>
            <p:spPr>
              <a:xfrm rot="0" flipH="0" flipV="0">
                <a:off x="4185857" y="2962593"/>
                <a:ext cx="84723" cy="94121"/>
              </a:xfrm>
              <a:prstGeom prst="rect">
                <a:avLst/>
              </a:prstGeom>
              <a:solidFill>
                <a:srgbClr val="81C9BA"/>
              </a:solidFill>
              <a:ln w="0">
                <a:noFill/>
                <a:prstDash val="solid"/>
              </a:ln>
            </p:spPr>
          </p:sp>
          <p:sp>
            <p:nvSpPr>
              <p:cNvPr id="17289" name="original-2d:890">
                <a:extLst>
                  <a:ext uri="{FF2B5EF4-FFF2-40B4-BE49-F238E27FC236}">
                    <ns2:creationId id="{2F7C2FE5-9303-4042-9BA4-217C0684EDF0}"/>
                  </a:ext>
                </a:extLst>
              </p:cNvPr>
              <p:cNvSpPr>
                <a:spLocks noGrp="1"/>
              </p:cNvSpPr>
              <p:nvPr/>
            </p:nvSpPr>
            <p:spPr>
              <a:xfrm rot="0" flipH="0" flipV="0">
                <a:off x="4270439" y="2962593"/>
                <a:ext cx="84723" cy="94121"/>
              </a:xfrm>
              <a:prstGeom prst="rect">
                <a:avLst/>
              </a:prstGeom>
              <a:solidFill>
                <a:srgbClr val="D55E00"/>
              </a:solidFill>
              <a:ln w="0">
                <a:noFill/>
                <a:prstDash val="solid"/>
              </a:ln>
            </p:spPr>
          </p:sp>
          <p:sp>
            <p:nvSpPr>
              <p:cNvPr id="17290" name="original-2d:891">
                <a:extLst>
                  <a:ext uri="{FF2B5EF4-FFF2-40B4-BE49-F238E27FC236}">
                    <ns2:creationId id="{4C7C680C-DD14-4C46-A704-FBE413544007}"/>
                  </a:ext>
                </a:extLst>
              </p:cNvPr>
              <p:cNvSpPr>
                <a:spLocks noGrp="1"/>
              </p:cNvSpPr>
              <p:nvPr/>
            </p:nvSpPr>
            <p:spPr>
              <a:xfrm rot="0" flipH="0" flipV="0">
                <a:off x="4355021" y="2962593"/>
                <a:ext cx="84723" cy="94121"/>
              </a:xfrm>
              <a:prstGeom prst="rect">
                <a:avLst/>
              </a:prstGeom>
              <a:solidFill>
                <a:srgbClr val="D55E00"/>
              </a:solidFill>
              <a:ln w="0">
                <a:noFill/>
                <a:prstDash val="solid"/>
              </a:ln>
            </p:spPr>
          </p:sp>
          <p:sp>
            <p:nvSpPr>
              <p:cNvPr id="17291" name="original-2d:892">
                <a:extLst>
                  <a:ext uri="{FF2B5EF4-FFF2-40B4-BE49-F238E27FC236}">
                    <ns2:creationId id="{BDA2C01E-D9E5-4DE9-8852-F0D36E0A7A87}"/>
                  </a:ext>
                </a:extLst>
              </p:cNvPr>
              <p:cNvSpPr>
                <a:spLocks noGrp="1"/>
              </p:cNvSpPr>
              <p:nvPr/>
            </p:nvSpPr>
            <p:spPr>
              <a:xfrm rot="0" flipH="0" flipV="0">
                <a:off x="4439603" y="2962593"/>
                <a:ext cx="84723" cy="94121"/>
              </a:xfrm>
              <a:prstGeom prst="rect">
                <a:avLst/>
              </a:prstGeom>
              <a:solidFill>
                <a:srgbClr val="D55E00"/>
              </a:solidFill>
              <a:ln w="0">
                <a:noFill/>
                <a:prstDash val="solid"/>
              </a:ln>
            </p:spPr>
          </p:sp>
          <p:sp>
            <p:nvSpPr>
              <p:cNvPr id="17292" name="original-2d:893">
                <a:extLst>
                  <a:ext uri="{FF2B5EF4-FFF2-40B4-BE49-F238E27FC236}">
                    <ns2:creationId id="{12EBD6A4-BA9E-4736-8B4F-D38A011D3846}"/>
                  </a:ext>
                </a:extLst>
              </p:cNvPr>
              <p:cNvSpPr>
                <a:spLocks noGrp="1"/>
              </p:cNvSpPr>
              <p:nvPr/>
            </p:nvSpPr>
            <p:spPr>
              <a:xfrm rot="0" flipH="0" flipV="0">
                <a:off x="4524185" y="2962593"/>
                <a:ext cx="84723" cy="94121"/>
              </a:xfrm>
              <a:prstGeom prst="rect">
                <a:avLst/>
              </a:prstGeom>
              <a:solidFill>
                <a:srgbClr val="D55E00"/>
              </a:solidFill>
              <a:ln w="0">
                <a:noFill/>
                <a:prstDash val="solid"/>
              </a:ln>
            </p:spPr>
          </p:sp>
          <p:sp>
            <p:nvSpPr>
              <p:cNvPr id="17293" name="original-2d:894">
                <a:extLst>
                  <a:ext uri="{FF2B5EF4-FFF2-40B4-BE49-F238E27FC236}">
                    <ns2:creationId id="{970690EE-F867-435E-83D4-7E2C5E1498DC}"/>
                  </a:ext>
                </a:extLst>
              </p:cNvPr>
              <p:cNvSpPr>
                <a:spLocks noGrp="1"/>
              </p:cNvSpPr>
              <p:nvPr/>
            </p:nvSpPr>
            <p:spPr>
              <a:xfrm rot="0" flipH="0" flipV="0">
                <a:off x="4608767" y="2962593"/>
                <a:ext cx="84723" cy="94121"/>
              </a:xfrm>
              <a:prstGeom prst="rect">
                <a:avLst/>
              </a:prstGeom>
              <a:solidFill>
                <a:srgbClr val="81C9BA"/>
              </a:solidFill>
              <a:ln w="0">
                <a:noFill/>
                <a:prstDash val="solid"/>
              </a:ln>
            </p:spPr>
          </p:sp>
          <p:sp>
            <p:nvSpPr>
              <p:cNvPr id="17294" name="original-2d:895">
                <a:extLst>
                  <a:ext uri="{FF2B5EF4-FFF2-40B4-BE49-F238E27FC236}">
                    <ns2:creationId id="{36F7E13A-7B40-4528-9882-789307B1D193}"/>
                  </a:ext>
                </a:extLst>
              </p:cNvPr>
              <p:cNvSpPr>
                <a:spLocks noGrp="1"/>
              </p:cNvSpPr>
              <p:nvPr/>
            </p:nvSpPr>
            <p:spPr>
              <a:xfrm rot="0" flipH="0" flipV="0">
                <a:off x="4693349" y="2962593"/>
                <a:ext cx="84723" cy="94121"/>
              </a:xfrm>
              <a:prstGeom prst="rect">
                <a:avLst/>
              </a:prstGeom>
              <a:solidFill>
                <a:srgbClr val="009E73"/>
              </a:solidFill>
              <a:ln w="0">
                <a:noFill/>
                <a:prstDash val="solid"/>
              </a:ln>
            </p:spPr>
          </p:sp>
          <p:sp>
            <p:nvSpPr>
              <p:cNvPr id="17295" name="original-2d:896">
                <a:extLst>
                  <a:ext uri="{FF2B5EF4-FFF2-40B4-BE49-F238E27FC236}">
                    <ns2:creationId id="{B51D0081-8DDB-4460-BDBA-4651DF3BD338}"/>
                  </a:ext>
                </a:extLst>
              </p:cNvPr>
              <p:cNvSpPr>
                <a:spLocks noGrp="1"/>
              </p:cNvSpPr>
              <p:nvPr/>
            </p:nvSpPr>
            <p:spPr>
              <a:xfrm rot="0" flipH="0" flipV="0">
                <a:off x="4777931" y="2962593"/>
                <a:ext cx="84723" cy="94121"/>
              </a:xfrm>
              <a:prstGeom prst="rect">
                <a:avLst/>
              </a:prstGeom>
              <a:solidFill>
                <a:srgbClr val="009E73"/>
              </a:solidFill>
              <a:ln w="0">
                <a:noFill/>
                <a:prstDash val="solid"/>
              </a:ln>
            </p:spPr>
          </p:sp>
          <p:sp>
            <p:nvSpPr>
              <p:cNvPr id="17296" name="original-2d:897">
                <a:extLst>
                  <a:ext uri="{FF2B5EF4-FFF2-40B4-BE49-F238E27FC236}">
                    <ns2:creationId id="{6652AFDF-48D0-4714-9B14-A7BFEB4BDD78}"/>
                  </a:ext>
                </a:extLst>
              </p:cNvPr>
              <p:cNvSpPr>
                <a:spLocks noGrp="1"/>
              </p:cNvSpPr>
              <p:nvPr/>
            </p:nvSpPr>
            <p:spPr>
              <a:xfrm rot="0" flipH="0" flipV="0">
                <a:off x="4862513" y="2962593"/>
                <a:ext cx="84723" cy="94121"/>
              </a:xfrm>
              <a:prstGeom prst="rect">
                <a:avLst/>
              </a:prstGeom>
              <a:solidFill>
                <a:srgbClr val="009E73"/>
              </a:solidFill>
              <a:ln w="0">
                <a:noFill/>
                <a:prstDash val="solid"/>
              </a:ln>
            </p:spPr>
          </p:sp>
          <p:sp>
            <p:nvSpPr>
              <p:cNvPr id="17297" name="original-2d:898">
                <a:extLst>
                  <a:ext uri="{FF2B5EF4-FFF2-40B4-BE49-F238E27FC236}">
                    <ns2:creationId id="{C072DCE7-663D-4B24-A246-94B217E5CDBE}"/>
                  </a:ext>
                </a:extLst>
              </p:cNvPr>
              <p:cNvSpPr>
                <a:spLocks noGrp="1"/>
              </p:cNvSpPr>
              <p:nvPr/>
            </p:nvSpPr>
            <p:spPr>
              <a:xfrm rot="0" flipH="0" flipV="0">
                <a:off x="4947095" y="2962593"/>
                <a:ext cx="84723" cy="94121"/>
              </a:xfrm>
              <a:prstGeom prst="rect">
                <a:avLst/>
              </a:prstGeom>
              <a:solidFill>
                <a:srgbClr val="81C9BA"/>
              </a:solidFill>
              <a:ln w="0">
                <a:noFill/>
                <a:prstDash val="solid"/>
              </a:ln>
            </p:spPr>
          </p:sp>
          <p:sp>
            <p:nvSpPr>
              <p:cNvPr id="17298" name="original-2d:899">
                <a:extLst>
                  <a:ext uri="{FF2B5EF4-FFF2-40B4-BE49-F238E27FC236}">
                    <ns2:creationId id="{95817408-FB18-4389-8576-571081CBE41E}"/>
                  </a:ext>
                </a:extLst>
              </p:cNvPr>
              <p:cNvSpPr>
                <a:spLocks noGrp="1"/>
              </p:cNvSpPr>
              <p:nvPr/>
            </p:nvSpPr>
            <p:spPr>
              <a:xfrm rot="0" flipH="0" flipV="0">
                <a:off x="5031677" y="2962593"/>
                <a:ext cx="84723" cy="94121"/>
              </a:xfrm>
              <a:prstGeom prst="rect">
                <a:avLst/>
              </a:prstGeom>
              <a:solidFill>
                <a:srgbClr val="81C9BA"/>
              </a:solidFill>
              <a:ln w="0">
                <a:noFill/>
                <a:prstDash val="solid"/>
              </a:ln>
            </p:spPr>
          </p:sp>
          <p:sp>
            <p:nvSpPr>
              <p:cNvPr id="17299" name="original-2d:900">
                <a:extLst>
                  <a:ext uri="{FF2B5EF4-FFF2-40B4-BE49-F238E27FC236}">
                    <ns2:creationId id="{79727A2D-728B-44F5-8189-4B9448E63690}"/>
                  </a:ext>
                </a:extLst>
              </p:cNvPr>
              <p:cNvSpPr>
                <a:spLocks noGrp="1"/>
              </p:cNvSpPr>
              <p:nvPr/>
            </p:nvSpPr>
            <p:spPr>
              <a:xfrm rot="0" flipH="0" flipV="0">
                <a:off x="5116259" y="2962593"/>
                <a:ext cx="84723" cy="94121"/>
              </a:xfrm>
              <a:prstGeom prst="rect">
                <a:avLst/>
              </a:prstGeom>
              <a:solidFill>
                <a:srgbClr val="81C9BA"/>
              </a:solidFill>
              <a:ln w="0">
                <a:noFill/>
                <a:prstDash val="solid"/>
              </a:ln>
            </p:spPr>
          </p:sp>
          <p:sp>
            <p:nvSpPr>
              <p:cNvPr id="17300" name="original-2d:901">
                <a:extLst>
                  <a:ext uri="{FF2B5EF4-FFF2-40B4-BE49-F238E27FC236}">
                    <ns2:creationId id="{44B560BB-8F84-4356-AF1E-35851BB68F45}"/>
                  </a:ext>
                </a:extLst>
              </p:cNvPr>
              <p:cNvSpPr>
                <a:spLocks noGrp="1"/>
              </p:cNvSpPr>
              <p:nvPr/>
            </p:nvSpPr>
            <p:spPr>
              <a:xfrm rot="0" flipH="0" flipV="0">
                <a:off x="5200841" y="2962593"/>
                <a:ext cx="84723" cy="94121"/>
              </a:xfrm>
              <a:prstGeom prst="rect">
                <a:avLst/>
              </a:prstGeom>
              <a:solidFill>
                <a:srgbClr val="DCE8ED"/>
              </a:solidFill>
              <a:ln w="0">
                <a:noFill/>
                <a:prstDash val="solid"/>
              </a:ln>
            </p:spPr>
          </p:sp>
          <p:sp>
            <p:nvSpPr>
              <p:cNvPr id="17301" name="original-2d:902">
                <a:extLst>
                  <a:ext uri="{FF2B5EF4-FFF2-40B4-BE49-F238E27FC236}">
                    <ns2:creationId id="{8FB72630-22AC-46CF-83D8-C92DB0294784}"/>
                  </a:ext>
                </a:extLst>
              </p:cNvPr>
              <p:cNvSpPr>
                <a:spLocks noGrp="1"/>
              </p:cNvSpPr>
              <p:nvPr/>
            </p:nvSpPr>
            <p:spPr>
              <a:xfrm rot="0" flipH="0" flipV="0">
                <a:off x="3593783" y="3056573"/>
                <a:ext cx="84723" cy="94121"/>
              </a:xfrm>
              <a:prstGeom prst="rect">
                <a:avLst/>
              </a:prstGeom>
              <a:solidFill>
                <a:srgbClr val="DCE8ED"/>
              </a:solidFill>
              <a:ln w="0">
                <a:noFill/>
                <a:prstDash val="solid"/>
              </a:ln>
            </p:spPr>
          </p:sp>
          <p:sp>
            <p:nvSpPr>
              <p:cNvPr id="17302" name="original-2d:903">
                <a:extLst>
                  <a:ext uri="{FF2B5EF4-FFF2-40B4-BE49-F238E27FC236}">
                    <ns2:creationId id="{F242007C-1ADB-434D-81D7-E75ABABF020C}"/>
                  </a:ext>
                </a:extLst>
              </p:cNvPr>
              <p:cNvSpPr>
                <a:spLocks noGrp="1"/>
              </p:cNvSpPr>
              <p:nvPr/>
            </p:nvSpPr>
            <p:spPr>
              <a:xfrm rot="0" flipH="0" flipV="0">
                <a:off x="3678365" y="3056573"/>
                <a:ext cx="84723" cy="94121"/>
              </a:xfrm>
              <a:prstGeom prst="rect">
                <a:avLst/>
              </a:prstGeom>
              <a:solidFill>
                <a:srgbClr val="DCE8ED"/>
              </a:solidFill>
              <a:ln w="0">
                <a:noFill/>
                <a:prstDash val="solid"/>
              </a:ln>
            </p:spPr>
          </p:sp>
          <p:sp>
            <p:nvSpPr>
              <p:cNvPr id="17303" name="original-2d:904">
                <a:extLst>
                  <a:ext uri="{FF2B5EF4-FFF2-40B4-BE49-F238E27FC236}">
                    <ns2:creationId id="{749CAA18-9228-4886-A951-15F8D7690EAF}"/>
                  </a:ext>
                </a:extLst>
              </p:cNvPr>
              <p:cNvSpPr>
                <a:spLocks noGrp="1"/>
              </p:cNvSpPr>
              <p:nvPr/>
            </p:nvSpPr>
            <p:spPr>
              <a:xfrm rot="0" flipH="0" flipV="0">
                <a:off x="3762947" y="3056573"/>
                <a:ext cx="84723" cy="94121"/>
              </a:xfrm>
              <a:prstGeom prst="rect">
                <a:avLst/>
              </a:prstGeom>
              <a:solidFill>
                <a:srgbClr val="DCE8ED"/>
              </a:solidFill>
              <a:ln w="0">
                <a:noFill/>
                <a:prstDash val="solid"/>
              </a:ln>
            </p:spPr>
          </p:sp>
          <p:sp>
            <p:nvSpPr>
              <p:cNvPr id="17304" name="original-2d:905">
                <a:extLst>
                  <a:ext uri="{FF2B5EF4-FFF2-40B4-BE49-F238E27FC236}">
                    <ns2:creationId id="{16868616-2374-4CA2-8F38-2040668685B2}"/>
                  </a:ext>
                </a:extLst>
              </p:cNvPr>
              <p:cNvSpPr>
                <a:spLocks noGrp="1"/>
              </p:cNvSpPr>
              <p:nvPr/>
            </p:nvSpPr>
            <p:spPr>
              <a:xfrm rot="0" flipH="0" flipV="0">
                <a:off x="3847529" y="3056573"/>
                <a:ext cx="84723" cy="94121"/>
              </a:xfrm>
              <a:prstGeom prst="rect">
                <a:avLst/>
              </a:prstGeom>
              <a:solidFill>
                <a:srgbClr val="DCE8ED"/>
              </a:solidFill>
              <a:ln w="0">
                <a:noFill/>
                <a:prstDash val="solid"/>
              </a:ln>
            </p:spPr>
          </p:sp>
          <p:sp>
            <p:nvSpPr>
              <p:cNvPr id="17305" name="original-2d:906">
                <a:extLst>
                  <a:ext uri="{FF2B5EF4-FFF2-40B4-BE49-F238E27FC236}">
                    <ns2:creationId id="{7F9BF6F7-19BC-4E75-A99B-BFAFB469700A}"/>
                  </a:ext>
                </a:extLst>
              </p:cNvPr>
              <p:cNvSpPr>
                <a:spLocks noGrp="1"/>
              </p:cNvSpPr>
              <p:nvPr/>
            </p:nvSpPr>
            <p:spPr>
              <a:xfrm rot="0" flipH="0" flipV="0">
                <a:off x="3932111" y="3056573"/>
                <a:ext cx="84723" cy="94121"/>
              </a:xfrm>
              <a:prstGeom prst="rect">
                <a:avLst/>
              </a:prstGeom>
              <a:solidFill>
                <a:srgbClr val="81C9BA"/>
              </a:solidFill>
              <a:ln w="0">
                <a:noFill/>
                <a:prstDash val="solid"/>
              </a:ln>
            </p:spPr>
          </p:sp>
          <p:sp>
            <p:nvSpPr>
              <p:cNvPr id="17306" name="original-2d:907">
                <a:extLst>
                  <a:ext uri="{FF2B5EF4-FFF2-40B4-BE49-F238E27FC236}">
                    <ns2:creationId id="{649AD598-BEB6-4980-9E5B-6EBE3E5DB326}"/>
                  </a:ext>
                </a:extLst>
              </p:cNvPr>
              <p:cNvSpPr>
                <a:spLocks noGrp="1"/>
              </p:cNvSpPr>
              <p:nvPr/>
            </p:nvSpPr>
            <p:spPr>
              <a:xfrm rot="0" flipH="0" flipV="0">
                <a:off x="4016693" y="3056573"/>
                <a:ext cx="84723" cy="94121"/>
              </a:xfrm>
              <a:prstGeom prst="rect">
                <a:avLst/>
              </a:prstGeom>
              <a:solidFill>
                <a:srgbClr val="81C9BA"/>
              </a:solidFill>
              <a:ln w="0">
                <a:noFill/>
                <a:prstDash val="solid"/>
              </a:ln>
            </p:spPr>
          </p:sp>
          <p:sp>
            <p:nvSpPr>
              <p:cNvPr id="17307" name="original-2d:908">
                <a:extLst>
                  <a:ext uri="{FF2B5EF4-FFF2-40B4-BE49-F238E27FC236}">
                    <ns2:creationId id="{BC7055E9-3CEB-4B8C-B3FB-7D7BC513CA79}"/>
                  </a:ext>
                </a:extLst>
              </p:cNvPr>
              <p:cNvSpPr>
                <a:spLocks noGrp="1"/>
              </p:cNvSpPr>
              <p:nvPr/>
            </p:nvSpPr>
            <p:spPr>
              <a:xfrm rot="0" flipH="0" flipV="0">
                <a:off x="4101275" y="3056573"/>
                <a:ext cx="84723" cy="94121"/>
              </a:xfrm>
              <a:prstGeom prst="rect">
                <a:avLst/>
              </a:prstGeom>
              <a:solidFill>
                <a:srgbClr val="81C9BA"/>
              </a:solidFill>
              <a:ln w="0">
                <a:noFill/>
                <a:prstDash val="solid"/>
              </a:ln>
            </p:spPr>
          </p:sp>
          <p:sp>
            <p:nvSpPr>
              <p:cNvPr id="17308" name="original-2d:909">
                <a:extLst>
                  <a:ext uri="{FF2B5EF4-FFF2-40B4-BE49-F238E27FC236}">
                    <ns2:creationId id="{B03738B4-7E6D-40F0-B6DC-EA64730F0337}"/>
                  </a:ext>
                </a:extLst>
              </p:cNvPr>
              <p:cNvSpPr>
                <a:spLocks noGrp="1"/>
              </p:cNvSpPr>
              <p:nvPr/>
            </p:nvSpPr>
            <p:spPr>
              <a:xfrm rot="0" flipH="0" flipV="0">
                <a:off x="4185857" y="3056573"/>
                <a:ext cx="84723" cy="94121"/>
              </a:xfrm>
              <a:prstGeom prst="rect">
                <a:avLst/>
              </a:prstGeom>
              <a:solidFill>
                <a:srgbClr val="81C9BA"/>
              </a:solidFill>
              <a:ln w="0">
                <a:noFill/>
                <a:prstDash val="solid"/>
              </a:ln>
            </p:spPr>
          </p:sp>
          <p:sp>
            <p:nvSpPr>
              <p:cNvPr id="17309" name="original-2d:910">
                <a:extLst>
                  <a:ext uri="{FF2B5EF4-FFF2-40B4-BE49-F238E27FC236}">
                    <ns2:creationId id="{0F6E2A32-0B5E-4C7F-BD38-37BF5EEC0C30}"/>
                  </a:ext>
                </a:extLst>
              </p:cNvPr>
              <p:cNvSpPr>
                <a:spLocks noGrp="1"/>
              </p:cNvSpPr>
              <p:nvPr/>
            </p:nvSpPr>
            <p:spPr>
              <a:xfrm rot="0" flipH="0" flipV="0">
                <a:off x="4270439" y="3056573"/>
                <a:ext cx="84723" cy="94121"/>
              </a:xfrm>
              <a:prstGeom prst="rect">
                <a:avLst/>
              </a:prstGeom>
              <a:solidFill>
                <a:srgbClr val="D55E00"/>
              </a:solidFill>
              <a:ln w="0">
                <a:noFill/>
                <a:prstDash val="solid"/>
              </a:ln>
            </p:spPr>
          </p:sp>
          <p:sp>
            <p:nvSpPr>
              <p:cNvPr id="17310" name="original-2d:911">
                <a:extLst>
                  <a:ext uri="{FF2B5EF4-FFF2-40B4-BE49-F238E27FC236}">
                    <ns2:creationId id="{FF3D0998-2209-491A-89FA-3A6A43183DF0}"/>
                  </a:ext>
                </a:extLst>
              </p:cNvPr>
              <p:cNvSpPr>
                <a:spLocks noGrp="1"/>
              </p:cNvSpPr>
              <p:nvPr/>
            </p:nvSpPr>
            <p:spPr>
              <a:xfrm rot="0" flipH="0" flipV="0">
                <a:off x="4355021" y="3056573"/>
                <a:ext cx="84723" cy="94121"/>
              </a:xfrm>
              <a:prstGeom prst="rect">
                <a:avLst/>
              </a:prstGeom>
              <a:solidFill>
                <a:srgbClr val="D55E00"/>
              </a:solidFill>
              <a:ln w="0">
                <a:noFill/>
                <a:prstDash val="solid"/>
              </a:ln>
            </p:spPr>
          </p:sp>
          <p:sp>
            <p:nvSpPr>
              <p:cNvPr id="17311" name="original-2d:912">
                <a:extLst>
                  <a:ext uri="{FF2B5EF4-FFF2-40B4-BE49-F238E27FC236}">
                    <ns2:creationId id="{DF3EFF63-6CFE-4C17-8664-71CF37EF68AF}"/>
                  </a:ext>
                </a:extLst>
              </p:cNvPr>
              <p:cNvSpPr>
                <a:spLocks noGrp="1"/>
              </p:cNvSpPr>
              <p:nvPr/>
            </p:nvSpPr>
            <p:spPr>
              <a:xfrm rot="0" flipH="0" flipV="0">
                <a:off x="4439603" y="3056573"/>
                <a:ext cx="84723" cy="94121"/>
              </a:xfrm>
              <a:prstGeom prst="rect">
                <a:avLst/>
              </a:prstGeom>
              <a:solidFill>
                <a:srgbClr val="D55E00"/>
              </a:solidFill>
              <a:ln w="0">
                <a:noFill/>
                <a:prstDash val="solid"/>
              </a:ln>
            </p:spPr>
          </p:sp>
          <p:sp>
            <p:nvSpPr>
              <p:cNvPr id="17312" name="original-2d:913">
                <a:extLst>
                  <a:ext uri="{FF2B5EF4-FFF2-40B4-BE49-F238E27FC236}">
                    <ns2:creationId id="{D1245430-3DE8-458D-87A9-05FBAA5C2F0E}"/>
                  </a:ext>
                </a:extLst>
              </p:cNvPr>
              <p:cNvSpPr>
                <a:spLocks noGrp="1"/>
              </p:cNvSpPr>
              <p:nvPr/>
            </p:nvSpPr>
            <p:spPr>
              <a:xfrm rot="0" flipH="0" flipV="0">
                <a:off x="4524185" y="3056573"/>
                <a:ext cx="84723" cy="94121"/>
              </a:xfrm>
              <a:prstGeom prst="rect">
                <a:avLst/>
              </a:prstGeom>
              <a:solidFill>
                <a:srgbClr val="D55E00"/>
              </a:solidFill>
              <a:ln w="0">
                <a:noFill/>
                <a:prstDash val="solid"/>
              </a:ln>
            </p:spPr>
          </p:sp>
          <p:sp>
            <p:nvSpPr>
              <p:cNvPr id="17313" name="original-2d:914">
                <a:extLst>
                  <a:ext uri="{FF2B5EF4-FFF2-40B4-BE49-F238E27FC236}">
                    <ns2:creationId id="{5E4B6002-126D-4723-AC22-F1DE240A2151}"/>
                  </a:ext>
                </a:extLst>
              </p:cNvPr>
              <p:cNvSpPr>
                <a:spLocks noGrp="1"/>
              </p:cNvSpPr>
              <p:nvPr/>
            </p:nvSpPr>
            <p:spPr>
              <a:xfrm rot="0" flipH="0" flipV="0">
                <a:off x="4608767" y="3056573"/>
                <a:ext cx="84723" cy="94121"/>
              </a:xfrm>
              <a:prstGeom prst="rect">
                <a:avLst/>
              </a:prstGeom>
              <a:solidFill>
                <a:srgbClr val="81C9BA"/>
              </a:solidFill>
              <a:ln w="0">
                <a:noFill/>
                <a:prstDash val="solid"/>
              </a:ln>
            </p:spPr>
          </p:sp>
          <p:sp>
            <p:nvSpPr>
              <p:cNvPr id="17314" name="original-2d:915">
                <a:extLst>
                  <a:ext uri="{FF2B5EF4-FFF2-40B4-BE49-F238E27FC236}">
                    <ns2:creationId id="{505A4A9E-26EB-436E-900A-1090BA7C8324}"/>
                  </a:ext>
                </a:extLst>
              </p:cNvPr>
              <p:cNvSpPr>
                <a:spLocks noGrp="1"/>
              </p:cNvSpPr>
              <p:nvPr/>
            </p:nvSpPr>
            <p:spPr>
              <a:xfrm rot="0" flipH="0" flipV="0">
                <a:off x="4693349" y="3056573"/>
                <a:ext cx="84723" cy="94121"/>
              </a:xfrm>
              <a:prstGeom prst="rect">
                <a:avLst/>
              </a:prstGeom>
              <a:solidFill>
                <a:srgbClr val="81C9BA"/>
              </a:solidFill>
              <a:ln w="0">
                <a:noFill/>
                <a:prstDash val="solid"/>
              </a:ln>
            </p:spPr>
          </p:sp>
          <p:sp>
            <p:nvSpPr>
              <p:cNvPr id="17315" name="original-2d:916">
                <a:extLst>
                  <a:ext uri="{FF2B5EF4-FFF2-40B4-BE49-F238E27FC236}">
                    <ns2:creationId id="{7683F978-ED56-4D9D-8244-0D30408D9FA2}"/>
                  </a:ext>
                </a:extLst>
              </p:cNvPr>
              <p:cNvSpPr>
                <a:spLocks noGrp="1"/>
              </p:cNvSpPr>
              <p:nvPr/>
            </p:nvSpPr>
            <p:spPr>
              <a:xfrm rot="0" flipH="0" flipV="0">
                <a:off x="4777931" y="3056573"/>
                <a:ext cx="84723" cy="94121"/>
              </a:xfrm>
              <a:prstGeom prst="rect">
                <a:avLst/>
              </a:prstGeom>
              <a:solidFill>
                <a:srgbClr val="81C9BA"/>
              </a:solidFill>
              <a:ln w="0">
                <a:noFill/>
                <a:prstDash val="solid"/>
              </a:ln>
            </p:spPr>
          </p:sp>
          <p:sp>
            <p:nvSpPr>
              <p:cNvPr id="17316" name="original-2d:917">
                <a:extLst>
                  <a:ext uri="{FF2B5EF4-FFF2-40B4-BE49-F238E27FC236}">
                    <ns2:creationId id="{E02B5587-1080-45FE-8C18-67427DDE1A70}"/>
                  </a:ext>
                </a:extLst>
              </p:cNvPr>
              <p:cNvSpPr>
                <a:spLocks noGrp="1"/>
              </p:cNvSpPr>
              <p:nvPr/>
            </p:nvSpPr>
            <p:spPr>
              <a:xfrm rot="0" flipH="0" flipV="0">
                <a:off x="4862513" y="3056573"/>
                <a:ext cx="84723" cy="94121"/>
              </a:xfrm>
              <a:prstGeom prst="rect">
                <a:avLst/>
              </a:prstGeom>
              <a:solidFill>
                <a:srgbClr val="81C9BA"/>
              </a:solidFill>
              <a:ln w="0">
                <a:noFill/>
                <a:prstDash val="solid"/>
              </a:ln>
            </p:spPr>
          </p:sp>
          <p:sp>
            <p:nvSpPr>
              <p:cNvPr id="17317" name="original-2d:918">
                <a:extLst>
                  <a:ext uri="{FF2B5EF4-FFF2-40B4-BE49-F238E27FC236}">
                    <ns2:creationId id="{AE25AF55-F42E-4AD2-8CEC-9059CA1CB4B6}"/>
                  </a:ext>
                </a:extLst>
              </p:cNvPr>
              <p:cNvSpPr>
                <a:spLocks noGrp="1"/>
              </p:cNvSpPr>
              <p:nvPr/>
            </p:nvSpPr>
            <p:spPr>
              <a:xfrm rot="0" flipH="0" flipV="0">
                <a:off x="4947095" y="3056573"/>
                <a:ext cx="84723" cy="94121"/>
              </a:xfrm>
              <a:prstGeom prst="rect">
                <a:avLst/>
              </a:prstGeom>
              <a:solidFill>
                <a:srgbClr val="81C9BA"/>
              </a:solidFill>
              <a:ln w="0">
                <a:noFill/>
                <a:prstDash val="solid"/>
              </a:ln>
            </p:spPr>
          </p:sp>
          <p:sp>
            <p:nvSpPr>
              <p:cNvPr id="17318" name="original-2d:919">
                <a:extLst>
                  <a:ext uri="{FF2B5EF4-FFF2-40B4-BE49-F238E27FC236}">
                    <ns2:creationId id="{DD66CC75-0917-49E9-880E-2A8DEE38B03A}"/>
                  </a:ext>
                </a:extLst>
              </p:cNvPr>
              <p:cNvSpPr>
                <a:spLocks noGrp="1"/>
              </p:cNvSpPr>
              <p:nvPr/>
            </p:nvSpPr>
            <p:spPr>
              <a:xfrm rot="0" flipH="0" flipV="0">
                <a:off x="5031677" y="3056573"/>
                <a:ext cx="84723" cy="94121"/>
              </a:xfrm>
              <a:prstGeom prst="rect">
                <a:avLst/>
              </a:prstGeom>
              <a:solidFill>
                <a:srgbClr val="81C9BA"/>
              </a:solidFill>
              <a:ln w="0">
                <a:noFill/>
                <a:prstDash val="solid"/>
              </a:ln>
            </p:spPr>
          </p:sp>
          <p:sp>
            <p:nvSpPr>
              <p:cNvPr id="17319" name="original-2d:920">
                <a:extLst>
                  <a:ext uri="{FF2B5EF4-FFF2-40B4-BE49-F238E27FC236}">
                    <ns2:creationId id="{B84DD0FF-5AD0-4FB3-8FFD-75B74F5615E0}"/>
                  </a:ext>
                </a:extLst>
              </p:cNvPr>
              <p:cNvSpPr>
                <a:spLocks noGrp="1"/>
              </p:cNvSpPr>
              <p:nvPr/>
            </p:nvSpPr>
            <p:spPr>
              <a:xfrm rot="0" flipH="0" flipV="0">
                <a:off x="5116259" y="3056573"/>
                <a:ext cx="84723" cy="94121"/>
              </a:xfrm>
              <a:prstGeom prst="rect">
                <a:avLst/>
              </a:prstGeom>
              <a:solidFill>
                <a:srgbClr val="81C9BA"/>
              </a:solidFill>
              <a:ln w="0">
                <a:noFill/>
                <a:prstDash val="solid"/>
              </a:ln>
            </p:spPr>
          </p:sp>
          <p:sp>
            <p:nvSpPr>
              <p:cNvPr id="17320" name="original-2d:921">
                <a:extLst>
                  <a:ext uri="{FF2B5EF4-FFF2-40B4-BE49-F238E27FC236}">
                    <ns2:creationId id="{7AA67315-678F-4A2B-8F2F-07A38B18FD38}"/>
                  </a:ext>
                </a:extLst>
              </p:cNvPr>
              <p:cNvSpPr>
                <a:spLocks noGrp="1"/>
              </p:cNvSpPr>
              <p:nvPr/>
            </p:nvSpPr>
            <p:spPr>
              <a:xfrm rot="0" flipH="0" flipV="0">
                <a:off x="5200841" y="3056573"/>
                <a:ext cx="84723" cy="94121"/>
              </a:xfrm>
              <a:prstGeom prst="rect">
                <a:avLst/>
              </a:prstGeom>
              <a:solidFill>
                <a:srgbClr val="DCE8ED"/>
              </a:solidFill>
              <a:ln w="0">
                <a:noFill/>
                <a:prstDash val="solid"/>
              </a:ln>
            </p:spPr>
          </p:sp>
          <p:sp>
            <p:nvSpPr>
              <p:cNvPr id="17321" name="original-2d:922">
                <a:extLst>
                  <a:ext uri="{FF2B5EF4-FFF2-40B4-BE49-F238E27FC236}">
                    <ns2:creationId id="{15CAA971-7133-4728-A2E1-FE5D7EE87B4C}"/>
                  </a:ext>
                </a:extLst>
              </p:cNvPr>
              <p:cNvSpPr>
                <a:spLocks noGrp="1"/>
              </p:cNvSpPr>
              <p:nvPr/>
            </p:nvSpPr>
            <p:spPr>
              <a:xfrm rot="0" flipH="0" flipV="0">
                <a:off x="3593783" y="3150553"/>
                <a:ext cx="84723" cy="94121"/>
              </a:xfrm>
              <a:prstGeom prst="rect">
                <a:avLst/>
              </a:prstGeom>
              <a:solidFill>
                <a:srgbClr val="DCE8ED"/>
              </a:solidFill>
              <a:ln w="0">
                <a:noFill/>
                <a:prstDash val="solid"/>
              </a:ln>
            </p:spPr>
          </p:sp>
          <p:sp>
            <p:nvSpPr>
              <p:cNvPr id="17322" name="original-2d:923">
                <a:extLst>
                  <a:ext uri="{FF2B5EF4-FFF2-40B4-BE49-F238E27FC236}">
                    <ns2:creationId id="{0CB240EA-F6D3-48F5-B86D-666712E066E4}"/>
                  </a:ext>
                </a:extLst>
              </p:cNvPr>
              <p:cNvSpPr>
                <a:spLocks noGrp="1"/>
              </p:cNvSpPr>
              <p:nvPr/>
            </p:nvSpPr>
            <p:spPr>
              <a:xfrm rot="0" flipH="0" flipV="0">
                <a:off x="3678365" y="3150553"/>
                <a:ext cx="84723" cy="94121"/>
              </a:xfrm>
              <a:prstGeom prst="rect">
                <a:avLst/>
              </a:prstGeom>
              <a:solidFill>
                <a:srgbClr val="DCE8ED"/>
              </a:solidFill>
              <a:ln w="0">
                <a:noFill/>
                <a:prstDash val="solid"/>
              </a:ln>
            </p:spPr>
          </p:sp>
          <p:sp>
            <p:nvSpPr>
              <p:cNvPr id="17323" name="original-2d:924">
                <a:extLst>
                  <a:ext uri="{FF2B5EF4-FFF2-40B4-BE49-F238E27FC236}">
                    <ns2:creationId id="{61C371F4-4CAF-479F-9C73-BC0E074AED67}"/>
                  </a:ext>
                </a:extLst>
              </p:cNvPr>
              <p:cNvSpPr>
                <a:spLocks noGrp="1"/>
              </p:cNvSpPr>
              <p:nvPr/>
            </p:nvSpPr>
            <p:spPr>
              <a:xfrm rot="0" flipH="0" flipV="0">
                <a:off x="3762947" y="3150553"/>
                <a:ext cx="84723" cy="94121"/>
              </a:xfrm>
              <a:prstGeom prst="rect">
                <a:avLst/>
              </a:prstGeom>
              <a:solidFill>
                <a:srgbClr val="DCE8ED"/>
              </a:solidFill>
              <a:ln w="0">
                <a:noFill/>
                <a:prstDash val="solid"/>
              </a:ln>
            </p:spPr>
          </p:sp>
          <p:sp>
            <p:nvSpPr>
              <p:cNvPr id="17324" name="original-2d:925">
                <a:extLst>
                  <a:ext uri="{FF2B5EF4-FFF2-40B4-BE49-F238E27FC236}">
                    <ns2:creationId id="{BF1A5A0C-C9C0-4365-A6FD-EB1D2B483278}"/>
                  </a:ext>
                </a:extLst>
              </p:cNvPr>
              <p:cNvSpPr>
                <a:spLocks noGrp="1"/>
              </p:cNvSpPr>
              <p:nvPr/>
            </p:nvSpPr>
            <p:spPr>
              <a:xfrm rot="0" flipH="0" flipV="0">
                <a:off x="3847529" y="3150553"/>
                <a:ext cx="84723" cy="94121"/>
              </a:xfrm>
              <a:prstGeom prst="rect">
                <a:avLst/>
              </a:prstGeom>
              <a:solidFill>
                <a:srgbClr val="DCE8ED"/>
              </a:solidFill>
              <a:ln w="0">
                <a:noFill/>
                <a:prstDash val="solid"/>
              </a:ln>
            </p:spPr>
          </p:sp>
          <p:sp>
            <p:nvSpPr>
              <p:cNvPr id="17325" name="original-2d:926">
                <a:extLst>
                  <a:ext uri="{FF2B5EF4-FFF2-40B4-BE49-F238E27FC236}">
                    <ns2:creationId id="{E88DC4FF-3C1A-479B-BD96-50CD74809B8B}"/>
                  </a:ext>
                </a:extLst>
              </p:cNvPr>
              <p:cNvSpPr>
                <a:spLocks noGrp="1"/>
              </p:cNvSpPr>
              <p:nvPr/>
            </p:nvSpPr>
            <p:spPr>
              <a:xfrm rot="0" flipH="0" flipV="0">
                <a:off x="3932111" y="3150553"/>
                <a:ext cx="84723" cy="94121"/>
              </a:xfrm>
              <a:prstGeom prst="rect">
                <a:avLst/>
              </a:prstGeom>
              <a:solidFill>
                <a:srgbClr val="DCE8ED"/>
              </a:solidFill>
              <a:ln w="0">
                <a:noFill/>
                <a:prstDash val="solid"/>
              </a:ln>
            </p:spPr>
          </p:sp>
          <p:sp>
            <p:nvSpPr>
              <p:cNvPr id="17326" name="original-2d:927">
                <a:extLst>
                  <a:ext uri="{FF2B5EF4-FFF2-40B4-BE49-F238E27FC236}">
                    <ns2:creationId id="{973631A4-27A6-441F-A118-585F64A4EED3}"/>
                  </a:ext>
                </a:extLst>
              </p:cNvPr>
              <p:cNvSpPr>
                <a:spLocks noGrp="1"/>
              </p:cNvSpPr>
              <p:nvPr/>
            </p:nvSpPr>
            <p:spPr>
              <a:xfrm rot="0" flipH="0" flipV="0">
                <a:off x="4016693" y="3150553"/>
                <a:ext cx="84723" cy="94121"/>
              </a:xfrm>
              <a:prstGeom prst="rect">
                <a:avLst/>
              </a:prstGeom>
              <a:solidFill>
                <a:srgbClr val="81C9BA"/>
              </a:solidFill>
              <a:ln w="0">
                <a:noFill/>
                <a:prstDash val="solid"/>
              </a:ln>
            </p:spPr>
          </p:sp>
          <p:sp>
            <p:nvSpPr>
              <p:cNvPr id="17327" name="original-2d:928">
                <a:extLst>
                  <a:ext uri="{FF2B5EF4-FFF2-40B4-BE49-F238E27FC236}">
                    <ns2:creationId id="{F16F38CE-66A1-4E92-B397-6B1B9F80EC79}"/>
                  </a:ext>
                </a:extLst>
              </p:cNvPr>
              <p:cNvSpPr>
                <a:spLocks noGrp="1"/>
              </p:cNvSpPr>
              <p:nvPr/>
            </p:nvSpPr>
            <p:spPr>
              <a:xfrm rot="0" flipH="0" flipV="0">
                <a:off x="4101275" y="3150553"/>
                <a:ext cx="84723" cy="94121"/>
              </a:xfrm>
              <a:prstGeom prst="rect">
                <a:avLst/>
              </a:prstGeom>
              <a:solidFill>
                <a:srgbClr val="81C9BA"/>
              </a:solidFill>
              <a:ln w="0">
                <a:noFill/>
                <a:prstDash val="solid"/>
              </a:ln>
            </p:spPr>
          </p:sp>
          <p:sp>
            <p:nvSpPr>
              <p:cNvPr id="17328" name="original-2d:929">
                <a:extLst>
                  <a:ext uri="{FF2B5EF4-FFF2-40B4-BE49-F238E27FC236}">
                    <ns2:creationId id="{50E63F7F-1692-477D-9365-39E5CA509A2E}"/>
                  </a:ext>
                </a:extLst>
              </p:cNvPr>
              <p:cNvSpPr>
                <a:spLocks noGrp="1"/>
              </p:cNvSpPr>
              <p:nvPr/>
            </p:nvSpPr>
            <p:spPr>
              <a:xfrm rot="0" flipH="0" flipV="0">
                <a:off x="4185857" y="3150553"/>
                <a:ext cx="84723" cy="94121"/>
              </a:xfrm>
              <a:prstGeom prst="rect">
                <a:avLst/>
              </a:prstGeom>
              <a:solidFill>
                <a:srgbClr val="81C9BA"/>
              </a:solidFill>
              <a:ln w="0">
                <a:noFill/>
                <a:prstDash val="solid"/>
              </a:ln>
            </p:spPr>
          </p:sp>
          <p:sp>
            <p:nvSpPr>
              <p:cNvPr id="17329" name="original-2d:930">
                <a:extLst>
                  <a:ext uri="{FF2B5EF4-FFF2-40B4-BE49-F238E27FC236}">
                    <ns2:creationId id="{27E20F8A-9557-4F29-92F2-ACC36428F0D3}"/>
                  </a:ext>
                </a:extLst>
              </p:cNvPr>
              <p:cNvSpPr>
                <a:spLocks noGrp="1"/>
              </p:cNvSpPr>
              <p:nvPr/>
            </p:nvSpPr>
            <p:spPr>
              <a:xfrm rot="0" flipH="0" flipV="0">
                <a:off x="4270439" y="3150553"/>
                <a:ext cx="84723" cy="94121"/>
              </a:xfrm>
              <a:prstGeom prst="rect">
                <a:avLst/>
              </a:prstGeom>
              <a:solidFill>
                <a:srgbClr val="81C9BA"/>
              </a:solidFill>
              <a:ln w="0">
                <a:noFill/>
                <a:prstDash val="solid"/>
              </a:ln>
            </p:spPr>
          </p:sp>
          <p:sp>
            <p:nvSpPr>
              <p:cNvPr id="17330" name="original-2d:931">
                <a:extLst>
                  <a:ext uri="{FF2B5EF4-FFF2-40B4-BE49-F238E27FC236}">
                    <ns2:creationId id="{21CAD178-4970-43D4-A435-3E7B78F1819C}"/>
                  </a:ext>
                </a:extLst>
              </p:cNvPr>
              <p:cNvSpPr>
                <a:spLocks noGrp="1"/>
              </p:cNvSpPr>
              <p:nvPr/>
            </p:nvSpPr>
            <p:spPr>
              <a:xfrm rot="0" flipH="0" flipV="0">
                <a:off x="4355021" y="3150553"/>
                <a:ext cx="84723" cy="94121"/>
              </a:xfrm>
              <a:prstGeom prst="rect">
                <a:avLst/>
              </a:prstGeom>
              <a:solidFill>
                <a:srgbClr val="D55E00"/>
              </a:solidFill>
              <a:ln w="0">
                <a:noFill/>
                <a:prstDash val="solid"/>
              </a:ln>
            </p:spPr>
          </p:sp>
          <p:sp>
            <p:nvSpPr>
              <p:cNvPr id="17331" name="original-2d:932">
                <a:extLst>
                  <a:ext uri="{FF2B5EF4-FFF2-40B4-BE49-F238E27FC236}">
                    <ns2:creationId id="{CAB88405-1011-47BB-BEE7-2E7353A90453}"/>
                  </a:ext>
                </a:extLst>
              </p:cNvPr>
              <p:cNvSpPr>
                <a:spLocks noGrp="1"/>
              </p:cNvSpPr>
              <p:nvPr/>
            </p:nvSpPr>
            <p:spPr>
              <a:xfrm rot="0" flipH="0" flipV="0">
                <a:off x="4439603" y="3150553"/>
                <a:ext cx="84723" cy="94121"/>
              </a:xfrm>
              <a:prstGeom prst="rect">
                <a:avLst/>
              </a:prstGeom>
              <a:solidFill>
                <a:srgbClr val="D55E00"/>
              </a:solidFill>
              <a:ln w="0">
                <a:noFill/>
                <a:prstDash val="solid"/>
              </a:ln>
            </p:spPr>
          </p:sp>
          <p:sp>
            <p:nvSpPr>
              <p:cNvPr id="17332" name="original-2d:933">
                <a:extLst>
                  <a:ext uri="{FF2B5EF4-FFF2-40B4-BE49-F238E27FC236}">
                    <ns2:creationId id="{2DC72AC1-6F9D-44E7-A4EA-5966CBD901B5}"/>
                  </a:ext>
                </a:extLst>
              </p:cNvPr>
              <p:cNvSpPr>
                <a:spLocks noGrp="1"/>
              </p:cNvSpPr>
              <p:nvPr/>
            </p:nvSpPr>
            <p:spPr>
              <a:xfrm rot="0" flipH="0" flipV="0">
                <a:off x="4524185" y="3150553"/>
                <a:ext cx="84723" cy="94121"/>
              </a:xfrm>
              <a:prstGeom prst="rect">
                <a:avLst/>
              </a:prstGeom>
              <a:solidFill>
                <a:srgbClr val="81C9BA"/>
              </a:solidFill>
              <a:ln w="0">
                <a:noFill/>
                <a:prstDash val="solid"/>
              </a:ln>
            </p:spPr>
          </p:sp>
          <p:sp>
            <p:nvSpPr>
              <p:cNvPr id="17333" name="original-2d:934">
                <a:extLst>
                  <a:ext uri="{FF2B5EF4-FFF2-40B4-BE49-F238E27FC236}">
                    <ns2:creationId id="{C6F9C981-9645-4551-B9C4-48562D196FCC}"/>
                  </a:ext>
                </a:extLst>
              </p:cNvPr>
              <p:cNvSpPr>
                <a:spLocks noGrp="1"/>
              </p:cNvSpPr>
              <p:nvPr/>
            </p:nvSpPr>
            <p:spPr>
              <a:xfrm rot="0" flipH="0" flipV="0">
                <a:off x="4608767" y="3150553"/>
                <a:ext cx="84723" cy="94121"/>
              </a:xfrm>
              <a:prstGeom prst="rect">
                <a:avLst/>
              </a:prstGeom>
              <a:solidFill>
                <a:srgbClr val="81C9BA"/>
              </a:solidFill>
              <a:ln w="0">
                <a:noFill/>
                <a:prstDash val="solid"/>
              </a:ln>
            </p:spPr>
          </p:sp>
          <p:sp>
            <p:nvSpPr>
              <p:cNvPr id="17334" name="original-2d:935">
                <a:extLst>
                  <a:ext uri="{FF2B5EF4-FFF2-40B4-BE49-F238E27FC236}">
                    <ns2:creationId id="{F643AB81-B4FB-4091-B0AA-74908CABF066}"/>
                  </a:ext>
                </a:extLst>
              </p:cNvPr>
              <p:cNvSpPr>
                <a:spLocks noGrp="1"/>
              </p:cNvSpPr>
              <p:nvPr/>
            </p:nvSpPr>
            <p:spPr>
              <a:xfrm rot="0" flipH="0" flipV="0">
                <a:off x="4693349" y="3150553"/>
                <a:ext cx="84723" cy="94121"/>
              </a:xfrm>
              <a:prstGeom prst="rect">
                <a:avLst/>
              </a:prstGeom>
              <a:solidFill>
                <a:srgbClr val="81C9BA"/>
              </a:solidFill>
              <a:ln w="0">
                <a:noFill/>
                <a:prstDash val="solid"/>
              </a:ln>
            </p:spPr>
          </p:sp>
          <p:sp>
            <p:nvSpPr>
              <p:cNvPr id="17335" name="original-2d:936">
                <a:extLst>
                  <a:ext uri="{FF2B5EF4-FFF2-40B4-BE49-F238E27FC236}">
                    <ns2:creationId id="{A84E31B8-6BD4-4338-9F56-DA4A4677CCFC}"/>
                  </a:ext>
                </a:extLst>
              </p:cNvPr>
              <p:cNvSpPr>
                <a:spLocks noGrp="1"/>
              </p:cNvSpPr>
              <p:nvPr/>
            </p:nvSpPr>
            <p:spPr>
              <a:xfrm rot="0" flipH="0" flipV="0">
                <a:off x="4777931" y="3150553"/>
                <a:ext cx="84723" cy="94121"/>
              </a:xfrm>
              <a:prstGeom prst="rect">
                <a:avLst/>
              </a:prstGeom>
              <a:solidFill>
                <a:srgbClr val="81C9BA"/>
              </a:solidFill>
              <a:ln w="0">
                <a:noFill/>
                <a:prstDash val="solid"/>
              </a:ln>
            </p:spPr>
          </p:sp>
          <p:sp>
            <p:nvSpPr>
              <p:cNvPr id="17336" name="original-2d:937">
                <a:extLst>
                  <a:ext uri="{FF2B5EF4-FFF2-40B4-BE49-F238E27FC236}">
                    <ns2:creationId id="{1CCC8127-5090-4A8E-BB11-AF35F690CCC8}"/>
                  </a:ext>
                </a:extLst>
              </p:cNvPr>
              <p:cNvSpPr>
                <a:spLocks noGrp="1"/>
              </p:cNvSpPr>
              <p:nvPr/>
            </p:nvSpPr>
            <p:spPr>
              <a:xfrm rot="0" flipH="0" flipV="0">
                <a:off x="4862513" y="3150553"/>
                <a:ext cx="84723" cy="94121"/>
              </a:xfrm>
              <a:prstGeom prst="rect">
                <a:avLst/>
              </a:prstGeom>
              <a:solidFill>
                <a:srgbClr val="81C9BA"/>
              </a:solidFill>
              <a:ln w="0">
                <a:noFill/>
                <a:prstDash val="solid"/>
              </a:ln>
            </p:spPr>
          </p:sp>
          <p:sp>
            <p:nvSpPr>
              <p:cNvPr id="17337" name="original-2d:938">
                <a:extLst>
                  <a:ext uri="{FF2B5EF4-FFF2-40B4-BE49-F238E27FC236}">
                    <ns2:creationId id="{F8C6C407-4F16-4A22-BFA2-311A9ACEB04D}"/>
                  </a:ext>
                </a:extLst>
              </p:cNvPr>
              <p:cNvSpPr>
                <a:spLocks noGrp="1"/>
              </p:cNvSpPr>
              <p:nvPr/>
            </p:nvSpPr>
            <p:spPr>
              <a:xfrm rot="0" flipH="0" flipV="0">
                <a:off x="4947095" y="3150553"/>
                <a:ext cx="84723" cy="94121"/>
              </a:xfrm>
              <a:prstGeom prst="rect">
                <a:avLst/>
              </a:prstGeom>
              <a:solidFill>
                <a:srgbClr val="81C9BA"/>
              </a:solidFill>
              <a:ln w="0">
                <a:noFill/>
                <a:prstDash val="solid"/>
              </a:ln>
            </p:spPr>
          </p:sp>
          <p:sp>
            <p:nvSpPr>
              <p:cNvPr id="17338" name="original-2d:939">
                <a:extLst>
                  <a:ext uri="{FF2B5EF4-FFF2-40B4-BE49-F238E27FC236}">
                    <ns2:creationId id="{E49AAE42-7CEB-4126-B564-EE0B3A3941AB}"/>
                  </a:ext>
                </a:extLst>
              </p:cNvPr>
              <p:cNvSpPr>
                <a:spLocks noGrp="1"/>
              </p:cNvSpPr>
              <p:nvPr/>
            </p:nvSpPr>
            <p:spPr>
              <a:xfrm rot="0" flipH="0" flipV="0">
                <a:off x="5031677" y="3150553"/>
                <a:ext cx="84723" cy="94121"/>
              </a:xfrm>
              <a:prstGeom prst="rect">
                <a:avLst/>
              </a:prstGeom>
              <a:solidFill>
                <a:srgbClr val="81C9BA"/>
              </a:solidFill>
              <a:ln w="0">
                <a:noFill/>
                <a:prstDash val="solid"/>
              </a:ln>
            </p:spPr>
          </p:sp>
          <p:sp>
            <p:nvSpPr>
              <p:cNvPr id="17339" name="original-2d:940">
                <a:extLst>
                  <a:ext uri="{FF2B5EF4-FFF2-40B4-BE49-F238E27FC236}">
                    <ns2:creationId id="{1F899CEF-3624-458F-8AA8-2BC8BFB48251}"/>
                  </a:ext>
                </a:extLst>
              </p:cNvPr>
              <p:cNvSpPr>
                <a:spLocks noGrp="1"/>
              </p:cNvSpPr>
              <p:nvPr/>
            </p:nvSpPr>
            <p:spPr>
              <a:xfrm rot="0" flipH="0" flipV="0">
                <a:off x="5116259" y="3150553"/>
                <a:ext cx="84723" cy="94121"/>
              </a:xfrm>
              <a:prstGeom prst="rect">
                <a:avLst/>
              </a:prstGeom>
              <a:solidFill>
                <a:srgbClr val="DCE8ED"/>
              </a:solidFill>
              <a:ln w="0">
                <a:noFill/>
                <a:prstDash val="solid"/>
              </a:ln>
            </p:spPr>
          </p:sp>
          <p:sp>
            <p:nvSpPr>
              <p:cNvPr id="17340" name="original-2d:941">
                <a:extLst>
                  <a:ext uri="{FF2B5EF4-FFF2-40B4-BE49-F238E27FC236}">
                    <ns2:creationId id="{D1DA3641-95A4-4F54-949F-468C2F86460B}"/>
                  </a:ext>
                </a:extLst>
              </p:cNvPr>
              <p:cNvSpPr>
                <a:spLocks noGrp="1"/>
              </p:cNvSpPr>
              <p:nvPr/>
            </p:nvSpPr>
            <p:spPr>
              <a:xfrm rot="0" flipH="0" flipV="0">
                <a:off x="5200841" y="3150553"/>
                <a:ext cx="84723" cy="94121"/>
              </a:xfrm>
              <a:prstGeom prst="rect">
                <a:avLst/>
              </a:prstGeom>
              <a:solidFill>
                <a:srgbClr val="DCE8ED"/>
              </a:solidFill>
              <a:ln w="0">
                <a:noFill/>
                <a:prstDash val="solid"/>
              </a:ln>
            </p:spPr>
          </p:sp>
          <p:sp>
            <p:nvSpPr>
              <p:cNvPr id="17341" name="original-2d:942">
                <a:extLst>
                  <a:ext uri="{FF2B5EF4-FFF2-40B4-BE49-F238E27FC236}">
                    <ns2:creationId id="{1090FD85-F5CC-44E9-9354-1031D333E9AA}"/>
                  </a:ext>
                </a:extLst>
              </p:cNvPr>
              <p:cNvSpPr>
                <a:spLocks noGrp="1"/>
              </p:cNvSpPr>
              <p:nvPr/>
            </p:nvSpPr>
            <p:spPr>
              <a:xfrm rot="0" flipH="0" flipV="0">
                <a:off x="3593783" y="3244533"/>
                <a:ext cx="84723" cy="94121"/>
              </a:xfrm>
              <a:prstGeom prst="rect">
                <a:avLst/>
              </a:prstGeom>
              <a:solidFill>
                <a:srgbClr val="DCE8ED"/>
              </a:solidFill>
              <a:ln w="0">
                <a:noFill/>
                <a:prstDash val="solid"/>
              </a:ln>
            </p:spPr>
          </p:sp>
          <p:sp>
            <p:nvSpPr>
              <p:cNvPr id="17342" name="original-2d:943">
                <a:extLst>
                  <a:ext uri="{FF2B5EF4-FFF2-40B4-BE49-F238E27FC236}">
                    <ns2:creationId id="{FB726B1F-C42D-48AE-9536-40D840C4DB02}"/>
                  </a:ext>
                </a:extLst>
              </p:cNvPr>
              <p:cNvSpPr>
                <a:spLocks noGrp="1"/>
              </p:cNvSpPr>
              <p:nvPr/>
            </p:nvSpPr>
            <p:spPr>
              <a:xfrm rot="0" flipH="0" flipV="0">
                <a:off x="3678365" y="3244533"/>
                <a:ext cx="84723" cy="94121"/>
              </a:xfrm>
              <a:prstGeom prst="rect">
                <a:avLst/>
              </a:prstGeom>
              <a:solidFill>
                <a:srgbClr val="DCE8ED"/>
              </a:solidFill>
              <a:ln w="0">
                <a:noFill/>
                <a:prstDash val="solid"/>
              </a:ln>
            </p:spPr>
          </p:sp>
          <p:sp>
            <p:nvSpPr>
              <p:cNvPr id="17343" name="original-2d:944">
                <a:extLst>
                  <a:ext uri="{FF2B5EF4-FFF2-40B4-BE49-F238E27FC236}">
                    <ns2:creationId id="{08985983-32AF-407B-9BCD-E2D6943E5098}"/>
                  </a:ext>
                </a:extLst>
              </p:cNvPr>
              <p:cNvSpPr>
                <a:spLocks noGrp="1"/>
              </p:cNvSpPr>
              <p:nvPr/>
            </p:nvSpPr>
            <p:spPr>
              <a:xfrm rot="0" flipH="0" flipV="0">
                <a:off x="3762947" y="3244533"/>
                <a:ext cx="84723" cy="94121"/>
              </a:xfrm>
              <a:prstGeom prst="rect">
                <a:avLst/>
              </a:prstGeom>
              <a:solidFill>
                <a:srgbClr val="DCE8ED"/>
              </a:solidFill>
              <a:ln w="0">
                <a:noFill/>
                <a:prstDash val="solid"/>
              </a:ln>
            </p:spPr>
          </p:sp>
          <p:sp>
            <p:nvSpPr>
              <p:cNvPr id="17344" name="original-2d:945">
                <a:extLst>
                  <a:ext uri="{FF2B5EF4-FFF2-40B4-BE49-F238E27FC236}">
                    <ns2:creationId id="{3B0D4F04-64CA-4981-817B-E4F8EA260934}"/>
                  </a:ext>
                </a:extLst>
              </p:cNvPr>
              <p:cNvSpPr>
                <a:spLocks noGrp="1"/>
              </p:cNvSpPr>
              <p:nvPr/>
            </p:nvSpPr>
            <p:spPr>
              <a:xfrm rot="0" flipH="0" flipV="0">
                <a:off x="3847529" y="3244533"/>
                <a:ext cx="84723" cy="94121"/>
              </a:xfrm>
              <a:prstGeom prst="rect">
                <a:avLst/>
              </a:prstGeom>
              <a:solidFill>
                <a:srgbClr val="DCE8ED"/>
              </a:solidFill>
              <a:ln w="0">
                <a:noFill/>
                <a:prstDash val="solid"/>
              </a:ln>
            </p:spPr>
          </p:sp>
          <p:sp>
            <p:nvSpPr>
              <p:cNvPr id="17345" name="original-2d:946">
                <a:extLst>
                  <a:ext uri="{FF2B5EF4-FFF2-40B4-BE49-F238E27FC236}">
                    <ns2:creationId id="{736A2E40-70DC-4192-ACCB-2C8947F4B461}"/>
                  </a:ext>
                </a:extLst>
              </p:cNvPr>
              <p:cNvSpPr>
                <a:spLocks noGrp="1"/>
              </p:cNvSpPr>
              <p:nvPr/>
            </p:nvSpPr>
            <p:spPr>
              <a:xfrm rot="0" flipH="0" flipV="0">
                <a:off x="3932111" y="3244533"/>
                <a:ext cx="84723" cy="94121"/>
              </a:xfrm>
              <a:prstGeom prst="rect">
                <a:avLst/>
              </a:prstGeom>
              <a:solidFill>
                <a:srgbClr val="DCE8ED"/>
              </a:solidFill>
              <a:ln w="0">
                <a:noFill/>
                <a:prstDash val="solid"/>
              </a:ln>
            </p:spPr>
          </p:sp>
          <p:sp>
            <p:nvSpPr>
              <p:cNvPr id="17346" name="original-2d:947">
                <a:extLst>
                  <a:ext uri="{FF2B5EF4-FFF2-40B4-BE49-F238E27FC236}">
                    <ns2:creationId id="{3FCF59B6-5723-4A5D-BB6D-77DCA9CB3028}"/>
                  </a:ext>
                </a:extLst>
              </p:cNvPr>
              <p:cNvSpPr>
                <a:spLocks noGrp="1"/>
              </p:cNvSpPr>
              <p:nvPr/>
            </p:nvSpPr>
            <p:spPr>
              <a:xfrm rot="0" flipH="0" flipV="0">
                <a:off x="4016693" y="3244533"/>
                <a:ext cx="84723" cy="94121"/>
              </a:xfrm>
              <a:prstGeom prst="rect">
                <a:avLst/>
              </a:prstGeom>
              <a:solidFill>
                <a:srgbClr val="81C9BA"/>
              </a:solidFill>
              <a:ln w="0">
                <a:noFill/>
                <a:prstDash val="solid"/>
              </a:ln>
            </p:spPr>
          </p:sp>
          <p:sp>
            <p:nvSpPr>
              <p:cNvPr id="17347" name="original-2d:948">
                <a:extLst>
                  <a:ext uri="{FF2B5EF4-FFF2-40B4-BE49-F238E27FC236}">
                    <ns2:creationId id="{EA34D96B-7D58-4BF5-B611-FB79DA5C3218}"/>
                  </a:ext>
                </a:extLst>
              </p:cNvPr>
              <p:cNvSpPr>
                <a:spLocks noGrp="1"/>
              </p:cNvSpPr>
              <p:nvPr/>
            </p:nvSpPr>
            <p:spPr>
              <a:xfrm rot="0" flipH="0" flipV="0">
                <a:off x="4101275" y="3244533"/>
                <a:ext cx="84723" cy="94121"/>
              </a:xfrm>
              <a:prstGeom prst="rect">
                <a:avLst/>
              </a:prstGeom>
              <a:solidFill>
                <a:srgbClr val="81C9BA"/>
              </a:solidFill>
              <a:ln w="0">
                <a:noFill/>
                <a:prstDash val="solid"/>
              </a:ln>
            </p:spPr>
          </p:sp>
          <p:sp>
            <p:nvSpPr>
              <p:cNvPr id="17348" name="original-2d:949">
                <a:extLst>
                  <a:ext uri="{FF2B5EF4-FFF2-40B4-BE49-F238E27FC236}">
                    <ns2:creationId id="{9AADFEBC-1951-4EB8-A5D8-936FC0B01A39}"/>
                  </a:ext>
                </a:extLst>
              </p:cNvPr>
              <p:cNvSpPr>
                <a:spLocks noGrp="1"/>
              </p:cNvSpPr>
              <p:nvPr/>
            </p:nvSpPr>
            <p:spPr>
              <a:xfrm rot="0" flipH="0" flipV="0">
                <a:off x="4185857" y="3244533"/>
                <a:ext cx="84723" cy="94121"/>
              </a:xfrm>
              <a:prstGeom prst="rect">
                <a:avLst/>
              </a:prstGeom>
              <a:solidFill>
                <a:srgbClr val="81C9BA"/>
              </a:solidFill>
              <a:ln w="0">
                <a:noFill/>
                <a:prstDash val="solid"/>
              </a:ln>
            </p:spPr>
          </p:sp>
          <p:sp>
            <p:nvSpPr>
              <p:cNvPr id="17349" name="original-2d:950">
                <a:extLst>
                  <a:ext uri="{FF2B5EF4-FFF2-40B4-BE49-F238E27FC236}">
                    <ns2:creationId id="{E9E9E840-06E6-429C-B69A-0A0C5290CCFB}"/>
                  </a:ext>
                </a:extLst>
              </p:cNvPr>
              <p:cNvSpPr>
                <a:spLocks noGrp="1"/>
              </p:cNvSpPr>
              <p:nvPr/>
            </p:nvSpPr>
            <p:spPr>
              <a:xfrm rot="0" flipH="0" flipV="0">
                <a:off x="4270439" y="3244533"/>
                <a:ext cx="84723" cy="94121"/>
              </a:xfrm>
              <a:prstGeom prst="rect">
                <a:avLst/>
              </a:prstGeom>
              <a:solidFill>
                <a:srgbClr val="81C9BA"/>
              </a:solidFill>
              <a:ln w="0">
                <a:noFill/>
                <a:prstDash val="solid"/>
              </a:ln>
            </p:spPr>
          </p:sp>
          <p:sp>
            <p:nvSpPr>
              <p:cNvPr id="17350" name="original-2d:951">
                <a:extLst>
                  <a:ext uri="{FF2B5EF4-FFF2-40B4-BE49-F238E27FC236}">
                    <ns2:creationId id="{1A91454D-BA22-45FF-8AE8-C972B124F2A2}"/>
                  </a:ext>
                </a:extLst>
              </p:cNvPr>
              <p:cNvSpPr>
                <a:spLocks noGrp="1"/>
              </p:cNvSpPr>
              <p:nvPr/>
            </p:nvSpPr>
            <p:spPr>
              <a:xfrm rot="0" flipH="0" flipV="0">
                <a:off x="4355021" y="3244533"/>
                <a:ext cx="84723" cy="94121"/>
              </a:xfrm>
              <a:prstGeom prst="rect">
                <a:avLst/>
              </a:prstGeom>
              <a:solidFill>
                <a:srgbClr val="81C9BA"/>
              </a:solidFill>
              <a:ln w="0">
                <a:noFill/>
                <a:prstDash val="solid"/>
              </a:ln>
            </p:spPr>
          </p:sp>
          <p:sp>
            <p:nvSpPr>
              <p:cNvPr id="17351" name="original-2d:952">
                <a:extLst>
                  <a:ext uri="{FF2B5EF4-FFF2-40B4-BE49-F238E27FC236}">
                    <ns2:creationId id="{C32CC19A-4A5D-4395-9CAA-8F26688FE4F6}"/>
                  </a:ext>
                </a:extLst>
              </p:cNvPr>
              <p:cNvSpPr>
                <a:spLocks noGrp="1"/>
              </p:cNvSpPr>
              <p:nvPr/>
            </p:nvSpPr>
            <p:spPr>
              <a:xfrm rot="0" flipH="0" flipV="0">
                <a:off x="4439603" y="3244533"/>
                <a:ext cx="84723" cy="94121"/>
              </a:xfrm>
              <a:prstGeom prst="rect">
                <a:avLst/>
              </a:prstGeom>
              <a:solidFill>
                <a:srgbClr val="81C9BA"/>
              </a:solidFill>
              <a:ln w="0">
                <a:noFill/>
                <a:prstDash val="solid"/>
              </a:ln>
            </p:spPr>
          </p:sp>
          <p:sp>
            <p:nvSpPr>
              <p:cNvPr id="17352" name="original-2d:953">
                <a:extLst>
                  <a:ext uri="{FF2B5EF4-FFF2-40B4-BE49-F238E27FC236}">
                    <ns2:creationId id="{E70469A9-AC66-4864-8C2A-DBD36A3EACD5}"/>
                  </a:ext>
                </a:extLst>
              </p:cNvPr>
              <p:cNvSpPr>
                <a:spLocks noGrp="1"/>
              </p:cNvSpPr>
              <p:nvPr/>
            </p:nvSpPr>
            <p:spPr>
              <a:xfrm rot="0" flipH="0" flipV="0">
                <a:off x="4524185" y="3244533"/>
                <a:ext cx="84723" cy="94121"/>
              </a:xfrm>
              <a:prstGeom prst="rect">
                <a:avLst/>
              </a:prstGeom>
              <a:solidFill>
                <a:srgbClr val="81C9BA"/>
              </a:solidFill>
              <a:ln w="0">
                <a:noFill/>
                <a:prstDash val="solid"/>
              </a:ln>
            </p:spPr>
          </p:sp>
          <p:sp>
            <p:nvSpPr>
              <p:cNvPr id="17353" name="original-2d:954">
                <a:extLst>
                  <a:ext uri="{FF2B5EF4-FFF2-40B4-BE49-F238E27FC236}">
                    <ns2:creationId id="{FA06CD3F-5B81-4A06-A873-ED1672E3027A}"/>
                  </a:ext>
                </a:extLst>
              </p:cNvPr>
              <p:cNvSpPr>
                <a:spLocks noGrp="1"/>
              </p:cNvSpPr>
              <p:nvPr/>
            </p:nvSpPr>
            <p:spPr>
              <a:xfrm rot="0" flipH="0" flipV="0">
                <a:off x="4608767" y="3244533"/>
                <a:ext cx="84723" cy="94121"/>
              </a:xfrm>
              <a:prstGeom prst="rect">
                <a:avLst/>
              </a:prstGeom>
              <a:solidFill>
                <a:srgbClr val="81C9BA"/>
              </a:solidFill>
              <a:ln w="0">
                <a:noFill/>
                <a:prstDash val="solid"/>
              </a:ln>
            </p:spPr>
          </p:sp>
          <p:sp>
            <p:nvSpPr>
              <p:cNvPr id="17354" name="original-2d:955">
                <a:extLst>
                  <a:ext uri="{FF2B5EF4-FFF2-40B4-BE49-F238E27FC236}">
                    <ns2:creationId id="{EA4293FB-07EA-465B-9B61-91993ABFB629}"/>
                  </a:ext>
                </a:extLst>
              </p:cNvPr>
              <p:cNvSpPr>
                <a:spLocks noGrp="1"/>
              </p:cNvSpPr>
              <p:nvPr/>
            </p:nvSpPr>
            <p:spPr>
              <a:xfrm rot="0" flipH="0" flipV="0">
                <a:off x="4693349" y="3244533"/>
                <a:ext cx="84723" cy="94121"/>
              </a:xfrm>
              <a:prstGeom prst="rect">
                <a:avLst/>
              </a:prstGeom>
              <a:solidFill>
                <a:srgbClr val="81C9BA"/>
              </a:solidFill>
              <a:ln w="0">
                <a:noFill/>
                <a:prstDash val="solid"/>
              </a:ln>
            </p:spPr>
          </p:sp>
          <p:sp>
            <p:nvSpPr>
              <p:cNvPr id="17355" name="original-2d:956">
                <a:extLst>
                  <a:ext uri="{FF2B5EF4-FFF2-40B4-BE49-F238E27FC236}">
                    <ns2:creationId id="{D850502E-30F6-429A-BBD8-068ED76748ED}"/>
                  </a:ext>
                </a:extLst>
              </p:cNvPr>
              <p:cNvSpPr>
                <a:spLocks noGrp="1"/>
              </p:cNvSpPr>
              <p:nvPr/>
            </p:nvSpPr>
            <p:spPr>
              <a:xfrm rot="0" flipH="0" flipV="0">
                <a:off x="4777931" y="3244533"/>
                <a:ext cx="84723" cy="94121"/>
              </a:xfrm>
              <a:prstGeom prst="rect">
                <a:avLst/>
              </a:prstGeom>
              <a:solidFill>
                <a:srgbClr val="81C9BA"/>
              </a:solidFill>
              <a:ln w="0">
                <a:noFill/>
                <a:prstDash val="solid"/>
              </a:ln>
            </p:spPr>
          </p:sp>
          <p:sp>
            <p:nvSpPr>
              <p:cNvPr id="17356" name="original-2d:957">
                <a:extLst>
                  <a:ext uri="{FF2B5EF4-FFF2-40B4-BE49-F238E27FC236}">
                    <ns2:creationId id="{D1229572-5F34-42C4-8436-AD5BE284DB2C}"/>
                  </a:ext>
                </a:extLst>
              </p:cNvPr>
              <p:cNvSpPr>
                <a:spLocks noGrp="1"/>
              </p:cNvSpPr>
              <p:nvPr/>
            </p:nvSpPr>
            <p:spPr>
              <a:xfrm rot="0" flipH="0" flipV="0">
                <a:off x="4862513" y="3244533"/>
                <a:ext cx="84723" cy="94121"/>
              </a:xfrm>
              <a:prstGeom prst="rect">
                <a:avLst/>
              </a:prstGeom>
              <a:solidFill>
                <a:srgbClr val="81C9BA"/>
              </a:solidFill>
              <a:ln w="0">
                <a:noFill/>
                <a:prstDash val="solid"/>
              </a:ln>
            </p:spPr>
          </p:sp>
          <p:sp>
            <p:nvSpPr>
              <p:cNvPr id="17357" name="original-2d:958">
                <a:extLst>
                  <a:ext uri="{FF2B5EF4-FFF2-40B4-BE49-F238E27FC236}">
                    <ns2:creationId id="{3BC51CA2-C9BD-4DAD-A854-37EC2DE8E523}"/>
                  </a:ext>
                </a:extLst>
              </p:cNvPr>
              <p:cNvSpPr>
                <a:spLocks noGrp="1"/>
              </p:cNvSpPr>
              <p:nvPr/>
            </p:nvSpPr>
            <p:spPr>
              <a:xfrm rot="0" flipH="0" flipV="0">
                <a:off x="4947095" y="3244533"/>
                <a:ext cx="84723" cy="94121"/>
              </a:xfrm>
              <a:prstGeom prst="rect">
                <a:avLst/>
              </a:prstGeom>
              <a:solidFill>
                <a:srgbClr val="DCE8ED"/>
              </a:solidFill>
              <a:ln w="0">
                <a:noFill/>
                <a:prstDash val="solid"/>
              </a:ln>
            </p:spPr>
          </p:sp>
          <p:sp>
            <p:nvSpPr>
              <p:cNvPr id="17358" name="original-2d:959">
                <a:extLst>
                  <a:ext uri="{FF2B5EF4-FFF2-40B4-BE49-F238E27FC236}">
                    <ns2:creationId id="{2BF36D48-5CFD-4E99-8661-548CE1DDB2B9}"/>
                  </a:ext>
                </a:extLst>
              </p:cNvPr>
              <p:cNvSpPr>
                <a:spLocks noGrp="1"/>
              </p:cNvSpPr>
              <p:nvPr/>
            </p:nvSpPr>
            <p:spPr>
              <a:xfrm rot="0" flipH="0" flipV="0">
                <a:off x="5031677" y="3244533"/>
                <a:ext cx="84723" cy="94121"/>
              </a:xfrm>
              <a:prstGeom prst="rect">
                <a:avLst/>
              </a:prstGeom>
              <a:solidFill>
                <a:srgbClr val="DCE8ED"/>
              </a:solidFill>
              <a:ln w="0">
                <a:noFill/>
                <a:prstDash val="solid"/>
              </a:ln>
            </p:spPr>
          </p:sp>
          <p:sp>
            <p:nvSpPr>
              <p:cNvPr id="17359" name="original-2d:960">
                <a:extLst>
                  <a:ext uri="{FF2B5EF4-FFF2-40B4-BE49-F238E27FC236}">
                    <ns2:creationId id="{ED6C51C0-8D95-4F7C-A61C-500F2022C681}"/>
                  </a:ext>
                </a:extLst>
              </p:cNvPr>
              <p:cNvSpPr>
                <a:spLocks noGrp="1"/>
              </p:cNvSpPr>
              <p:nvPr/>
            </p:nvSpPr>
            <p:spPr>
              <a:xfrm rot="0" flipH="0" flipV="0">
                <a:off x="5116259" y="3244533"/>
                <a:ext cx="84723" cy="94121"/>
              </a:xfrm>
              <a:prstGeom prst="rect">
                <a:avLst/>
              </a:prstGeom>
              <a:solidFill>
                <a:srgbClr val="DCE8ED"/>
              </a:solidFill>
              <a:ln w="0">
                <a:noFill/>
                <a:prstDash val="solid"/>
              </a:ln>
            </p:spPr>
          </p:sp>
          <p:sp>
            <p:nvSpPr>
              <p:cNvPr id="17360" name="original-2d:961">
                <a:extLst>
                  <a:ext uri="{FF2B5EF4-FFF2-40B4-BE49-F238E27FC236}">
                    <ns2:creationId id="{DAE32CF7-CF88-4BCF-96B3-F78A50A2A4CD}"/>
                  </a:ext>
                </a:extLst>
              </p:cNvPr>
              <p:cNvSpPr>
                <a:spLocks noGrp="1"/>
              </p:cNvSpPr>
              <p:nvPr/>
            </p:nvSpPr>
            <p:spPr>
              <a:xfrm rot="0" flipH="0" flipV="0">
                <a:off x="5200841" y="3244533"/>
                <a:ext cx="84723" cy="94121"/>
              </a:xfrm>
              <a:prstGeom prst="rect">
                <a:avLst/>
              </a:prstGeom>
              <a:solidFill>
                <a:srgbClr val="DCE8ED"/>
              </a:solidFill>
              <a:ln w="0">
                <a:noFill/>
                <a:prstDash val="solid"/>
              </a:ln>
            </p:spPr>
          </p:sp>
          <p:sp>
            <p:nvSpPr>
              <p:cNvPr id="17361" name="original-2d:962">
                <a:extLst>
                  <a:ext uri="{FF2B5EF4-FFF2-40B4-BE49-F238E27FC236}">
                    <ns2:creationId id="{1908D23A-2542-42DF-860D-397D574FDC5C}"/>
                  </a:ext>
                </a:extLst>
              </p:cNvPr>
              <p:cNvSpPr>
                <a:spLocks noGrp="1"/>
              </p:cNvSpPr>
              <p:nvPr/>
            </p:nvSpPr>
            <p:spPr>
              <a:xfrm rot="0" flipH="0" flipV="0">
                <a:off x="3593783" y="1646873"/>
                <a:ext cx="705" cy="1691640"/>
              </a:xfrm>
              <a:custGeom>
                <a:pathLst>
                  <a:path w="953" h="2286000">
                    <a:moveTo>
                      <a:pt x="0" y="0"/>
                    </a:moveTo>
                    <a:lnTo>
                      <a:pt x="0" y="2286000"/>
                    </a:lnTo>
                  </a:path>
                </a:pathLst>
              </a:custGeom>
              <a:noFill/>
              <a:ln w="1627">
                <a:solidFill>
                  <a:srgbClr val="7B8790">
                    <a:alpha val="35000"/>
                  </a:srgbClr>
                </a:solidFill>
                <a:prstDash val="solid"/>
              </a:ln>
            </p:spPr>
          </p:sp>
          <p:sp>
            <p:nvSpPr>
              <p:cNvPr id="17362" name="original-2d:963">
                <a:extLst>
                  <a:ext uri="{FF2B5EF4-FFF2-40B4-BE49-F238E27FC236}">
                    <ns2:creationId id="{8CF9055B-C093-4B51-811D-FBBA904E45B0}"/>
                  </a:ext>
                </a:extLst>
              </p:cNvPr>
              <p:cNvSpPr>
                <a:spLocks noGrp="1"/>
              </p:cNvSpPr>
              <p:nvPr/>
            </p:nvSpPr>
            <p:spPr>
              <a:xfrm rot="0" flipH="0" flipV="0">
                <a:off x="3678365" y="1646873"/>
                <a:ext cx="705" cy="1691640"/>
              </a:xfrm>
              <a:custGeom>
                <a:pathLst>
                  <a:path w="953" h="2286000">
                    <a:moveTo>
                      <a:pt x="0" y="0"/>
                    </a:moveTo>
                    <a:lnTo>
                      <a:pt x="0" y="2286000"/>
                    </a:lnTo>
                  </a:path>
                </a:pathLst>
              </a:custGeom>
              <a:noFill/>
              <a:ln w="1627">
                <a:solidFill>
                  <a:srgbClr val="7B8790">
                    <a:alpha val="35000"/>
                  </a:srgbClr>
                </a:solidFill>
                <a:prstDash val="solid"/>
              </a:ln>
            </p:spPr>
          </p:sp>
          <p:sp>
            <p:nvSpPr>
              <p:cNvPr id="17363" name="original-2d:964">
                <a:extLst>
                  <a:ext uri="{FF2B5EF4-FFF2-40B4-BE49-F238E27FC236}">
                    <ns2:creationId id="{EFA70EF9-8EFB-45AD-B63A-A43AE7B716D5}"/>
                  </a:ext>
                </a:extLst>
              </p:cNvPr>
              <p:cNvSpPr>
                <a:spLocks noGrp="1"/>
              </p:cNvSpPr>
              <p:nvPr/>
            </p:nvSpPr>
            <p:spPr>
              <a:xfrm rot="0" flipH="0" flipV="0">
                <a:off x="3762947" y="1646873"/>
                <a:ext cx="705" cy="1691640"/>
              </a:xfrm>
              <a:custGeom>
                <a:pathLst>
                  <a:path w="953" h="2286000">
                    <a:moveTo>
                      <a:pt x="0" y="0"/>
                    </a:moveTo>
                    <a:lnTo>
                      <a:pt x="0" y="2286000"/>
                    </a:lnTo>
                  </a:path>
                </a:pathLst>
              </a:custGeom>
              <a:noFill/>
              <a:ln w="1627">
                <a:solidFill>
                  <a:srgbClr val="7B8790">
                    <a:alpha val="35000"/>
                  </a:srgbClr>
                </a:solidFill>
                <a:prstDash val="solid"/>
              </a:ln>
            </p:spPr>
          </p:sp>
          <p:sp>
            <p:nvSpPr>
              <p:cNvPr id="17364" name="original-2d:965">
                <a:extLst>
                  <a:ext uri="{FF2B5EF4-FFF2-40B4-BE49-F238E27FC236}">
                    <ns2:creationId id="{1D4A2283-B20B-4D87-B337-B0CFCBFE5E36}"/>
                  </a:ext>
                </a:extLst>
              </p:cNvPr>
              <p:cNvSpPr>
                <a:spLocks noGrp="1"/>
              </p:cNvSpPr>
              <p:nvPr/>
            </p:nvSpPr>
            <p:spPr>
              <a:xfrm rot="0" flipH="0" flipV="0">
                <a:off x="3847529" y="1646873"/>
                <a:ext cx="705" cy="1691640"/>
              </a:xfrm>
              <a:custGeom>
                <a:pathLst>
                  <a:path w="953" h="2286000">
                    <a:moveTo>
                      <a:pt x="0" y="0"/>
                    </a:moveTo>
                    <a:lnTo>
                      <a:pt x="0" y="2286000"/>
                    </a:lnTo>
                  </a:path>
                </a:pathLst>
              </a:custGeom>
              <a:noFill/>
              <a:ln w="1627">
                <a:solidFill>
                  <a:srgbClr val="7B8790">
                    <a:alpha val="35000"/>
                  </a:srgbClr>
                </a:solidFill>
                <a:prstDash val="solid"/>
              </a:ln>
            </p:spPr>
          </p:sp>
          <p:sp>
            <p:nvSpPr>
              <p:cNvPr id="17365" name="original-2d:966">
                <a:extLst>
                  <a:ext uri="{FF2B5EF4-FFF2-40B4-BE49-F238E27FC236}">
                    <ns2:creationId id="{DA20A919-1210-4554-85D6-77B70440F3A1}"/>
                  </a:ext>
                </a:extLst>
              </p:cNvPr>
              <p:cNvSpPr>
                <a:spLocks noGrp="1"/>
              </p:cNvSpPr>
              <p:nvPr/>
            </p:nvSpPr>
            <p:spPr>
              <a:xfrm rot="0" flipH="0" flipV="0">
                <a:off x="3932111" y="1646873"/>
                <a:ext cx="705" cy="1691640"/>
              </a:xfrm>
              <a:custGeom>
                <a:pathLst>
                  <a:path w="953" h="2286000">
                    <a:moveTo>
                      <a:pt x="0" y="0"/>
                    </a:moveTo>
                    <a:lnTo>
                      <a:pt x="0" y="2286000"/>
                    </a:lnTo>
                  </a:path>
                </a:pathLst>
              </a:custGeom>
              <a:noFill/>
              <a:ln w="1627">
                <a:solidFill>
                  <a:srgbClr val="7B8790">
                    <a:alpha val="35000"/>
                  </a:srgbClr>
                </a:solidFill>
                <a:prstDash val="solid"/>
              </a:ln>
            </p:spPr>
          </p:sp>
          <p:sp>
            <p:nvSpPr>
              <p:cNvPr id="17366" name="original-2d:967">
                <a:extLst>
                  <a:ext uri="{FF2B5EF4-FFF2-40B4-BE49-F238E27FC236}">
                    <ns2:creationId id="{9EF04707-261E-464B-BD80-7040F9E69B9D}"/>
                  </a:ext>
                </a:extLst>
              </p:cNvPr>
              <p:cNvSpPr>
                <a:spLocks noGrp="1"/>
              </p:cNvSpPr>
              <p:nvPr/>
            </p:nvSpPr>
            <p:spPr>
              <a:xfrm rot="0" flipH="0" flipV="0">
                <a:off x="4016693" y="1646873"/>
                <a:ext cx="705" cy="1691640"/>
              </a:xfrm>
              <a:custGeom>
                <a:pathLst>
                  <a:path w="953" h="2286000">
                    <a:moveTo>
                      <a:pt x="0" y="0"/>
                    </a:moveTo>
                    <a:lnTo>
                      <a:pt x="0" y="2286000"/>
                    </a:lnTo>
                  </a:path>
                </a:pathLst>
              </a:custGeom>
              <a:noFill/>
              <a:ln w="1627">
                <a:solidFill>
                  <a:srgbClr val="7B8790">
                    <a:alpha val="35000"/>
                  </a:srgbClr>
                </a:solidFill>
                <a:prstDash val="solid"/>
              </a:ln>
            </p:spPr>
          </p:sp>
          <p:sp>
            <p:nvSpPr>
              <p:cNvPr id="17367" name="original-2d:968">
                <a:extLst>
                  <a:ext uri="{FF2B5EF4-FFF2-40B4-BE49-F238E27FC236}">
                    <ns2:creationId id="{5A771F1F-45C3-4AD6-88E5-6B24131D67BB}"/>
                  </a:ext>
                </a:extLst>
              </p:cNvPr>
              <p:cNvSpPr>
                <a:spLocks noGrp="1"/>
              </p:cNvSpPr>
              <p:nvPr/>
            </p:nvSpPr>
            <p:spPr>
              <a:xfrm rot="0" flipH="0" flipV="0">
                <a:off x="4101275" y="1646873"/>
                <a:ext cx="705" cy="1691640"/>
              </a:xfrm>
              <a:custGeom>
                <a:pathLst>
                  <a:path w="953" h="2286000">
                    <a:moveTo>
                      <a:pt x="0" y="0"/>
                    </a:moveTo>
                    <a:lnTo>
                      <a:pt x="0" y="2286000"/>
                    </a:lnTo>
                  </a:path>
                </a:pathLst>
              </a:custGeom>
              <a:noFill/>
              <a:ln w="1627">
                <a:solidFill>
                  <a:srgbClr val="7B8790">
                    <a:alpha val="35000"/>
                  </a:srgbClr>
                </a:solidFill>
                <a:prstDash val="solid"/>
              </a:ln>
            </p:spPr>
          </p:sp>
          <p:sp>
            <p:nvSpPr>
              <p:cNvPr id="17368" name="original-2d:969">
                <a:extLst>
                  <a:ext uri="{FF2B5EF4-FFF2-40B4-BE49-F238E27FC236}">
                    <ns2:creationId id="{547CA33A-2AE0-4E0A-BF7D-7D73F05C8E96}"/>
                  </a:ext>
                </a:extLst>
              </p:cNvPr>
              <p:cNvSpPr>
                <a:spLocks noGrp="1"/>
              </p:cNvSpPr>
              <p:nvPr/>
            </p:nvSpPr>
            <p:spPr>
              <a:xfrm rot="0" flipH="0" flipV="0">
                <a:off x="4185857" y="1646873"/>
                <a:ext cx="705" cy="1691640"/>
              </a:xfrm>
              <a:custGeom>
                <a:pathLst>
                  <a:path w="953" h="2286000">
                    <a:moveTo>
                      <a:pt x="0" y="0"/>
                    </a:moveTo>
                    <a:lnTo>
                      <a:pt x="0" y="2286000"/>
                    </a:lnTo>
                  </a:path>
                </a:pathLst>
              </a:custGeom>
              <a:noFill/>
              <a:ln w="1627">
                <a:solidFill>
                  <a:srgbClr val="7B8790">
                    <a:alpha val="35000"/>
                  </a:srgbClr>
                </a:solidFill>
                <a:prstDash val="solid"/>
              </a:ln>
            </p:spPr>
          </p:sp>
          <p:sp>
            <p:nvSpPr>
              <p:cNvPr id="17369" name="original-2d:970">
                <a:extLst>
                  <a:ext uri="{FF2B5EF4-FFF2-40B4-BE49-F238E27FC236}">
                    <ns2:creationId id="{5AE66ADA-1CED-4E7A-8D86-9BCBE92B3CB7}"/>
                  </a:ext>
                </a:extLst>
              </p:cNvPr>
              <p:cNvSpPr>
                <a:spLocks noGrp="1"/>
              </p:cNvSpPr>
              <p:nvPr/>
            </p:nvSpPr>
            <p:spPr>
              <a:xfrm rot="0" flipH="0" flipV="0">
                <a:off x="4270439" y="1646873"/>
                <a:ext cx="705" cy="1691640"/>
              </a:xfrm>
              <a:custGeom>
                <a:pathLst>
                  <a:path w="953" h="2286000">
                    <a:moveTo>
                      <a:pt x="0" y="0"/>
                    </a:moveTo>
                    <a:lnTo>
                      <a:pt x="0" y="2286000"/>
                    </a:lnTo>
                  </a:path>
                </a:pathLst>
              </a:custGeom>
              <a:noFill/>
              <a:ln w="1627">
                <a:solidFill>
                  <a:srgbClr val="7B8790">
                    <a:alpha val="35000"/>
                  </a:srgbClr>
                </a:solidFill>
                <a:prstDash val="solid"/>
              </a:ln>
            </p:spPr>
          </p:sp>
          <p:sp>
            <p:nvSpPr>
              <p:cNvPr id="17370" name="original-2d:971">
                <a:extLst>
                  <a:ext uri="{FF2B5EF4-FFF2-40B4-BE49-F238E27FC236}">
                    <ns2:creationId id="{170E52FE-8CC7-4971-AE58-B0CF385F60D1}"/>
                  </a:ext>
                </a:extLst>
              </p:cNvPr>
              <p:cNvSpPr>
                <a:spLocks noGrp="1"/>
              </p:cNvSpPr>
              <p:nvPr/>
            </p:nvSpPr>
            <p:spPr>
              <a:xfrm rot="0" flipH="0" flipV="0">
                <a:off x="4355021" y="1646873"/>
                <a:ext cx="705" cy="1691640"/>
              </a:xfrm>
              <a:custGeom>
                <a:pathLst>
                  <a:path w="953" h="2286000">
                    <a:moveTo>
                      <a:pt x="0" y="0"/>
                    </a:moveTo>
                    <a:lnTo>
                      <a:pt x="0" y="2286000"/>
                    </a:lnTo>
                  </a:path>
                </a:pathLst>
              </a:custGeom>
              <a:noFill/>
              <a:ln w="1627">
                <a:solidFill>
                  <a:srgbClr val="7B8790">
                    <a:alpha val="35000"/>
                  </a:srgbClr>
                </a:solidFill>
                <a:prstDash val="solid"/>
              </a:ln>
            </p:spPr>
          </p:sp>
          <p:sp>
            <p:nvSpPr>
              <p:cNvPr id="17371" name="original-2d:972">
                <a:extLst>
                  <a:ext uri="{FF2B5EF4-FFF2-40B4-BE49-F238E27FC236}">
                    <ns2:creationId id="{C5E57FD1-03D3-4DEB-B04D-D5F4B96DD701}"/>
                  </a:ext>
                </a:extLst>
              </p:cNvPr>
              <p:cNvSpPr>
                <a:spLocks noGrp="1"/>
              </p:cNvSpPr>
              <p:nvPr/>
            </p:nvSpPr>
            <p:spPr>
              <a:xfrm rot="0" flipH="0" flipV="0">
                <a:off x="4439603" y="1646873"/>
                <a:ext cx="705" cy="1691640"/>
              </a:xfrm>
              <a:custGeom>
                <a:pathLst>
                  <a:path w="953" h="2286000">
                    <a:moveTo>
                      <a:pt x="0" y="0"/>
                    </a:moveTo>
                    <a:lnTo>
                      <a:pt x="0" y="2286000"/>
                    </a:lnTo>
                  </a:path>
                </a:pathLst>
              </a:custGeom>
              <a:noFill/>
              <a:ln w="1627">
                <a:solidFill>
                  <a:srgbClr val="7B8790">
                    <a:alpha val="35000"/>
                  </a:srgbClr>
                </a:solidFill>
                <a:prstDash val="solid"/>
              </a:ln>
            </p:spPr>
          </p:sp>
          <p:sp>
            <p:nvSpPr>
              <p:cNvPr id="17372" name="original-2d:973">
                <a:extLst>
                  <a:ext uri="{FF2B5EF4-FFF2-40B4-BE49-F238E27FC236}">
                    <ns2:creationId id="{B4D7181E-B052-4B48-98EC-5655C42FA30D}"/>
                  </a:ext>
                </a:extLst>
              </p:cNvPr>
              <p:cNvSpPr>
                <a:spLocks noGrp="1"/>
              </p:cNvSpPr>
              <p:nvPr/>
            </p:nvSpPr>
            <p:spPr>
              <a:xfrm rot="0" flipH="0" flipV="0">
                <a:off x="4524185" y="1646873"/>
                <a:ext cx="705" cy="1691640"/>
              </a:xfrm>
              <a:custGeom>
                <a:pathLst>
                  <a:path w="953" h="2286000">
                    <a:moveTo>
                      <a:pt x="0" y="0"/>
                    </a:moveTo>
                    <a:lnTo>
                      <a:pt x="0" y="2286000"/>
                    </a:lnTo>
                  </a:path>
                </a:pathLst>
              </a:custGeom>
              <a:noFill/>
              <a:ln w="1627">
                <a:solidFill>
                  <a:srgbClr val="7B8790">
                    <a:alpha val="35000"/>
                  </a:srgbClr>
                </a:solidFill>
                <a:prstDash val="solid"/>
              </a:ln>
            </p:spPr>
          </p:sp>
          <p:sp>
            <p:nvSpPr>
              <p:cNvPr id="17373" name="original-2d:974">
                <a:extLst>
                  <a:ext uri="{FF2B5EF4-FFF2-40B4-BE49-F238E27FC236}">
                    <ns2:creationId id="{75408E3A-EF79-4EBE-B9A2-9C51A4DF1B6B}"/>
                  </a:ext>
                </a:extLst>
              </p:cNvPr>
              <p:cNvSpPr>
                <a:spLocks noGrp="1"/>
              </p:cNvSpPr>
              <p:nvPr/>
            </p:nvSpPr>
            <p:spPr>
              <a:xfrm rot="0" flipH="0" flipV="0">
                <a:off x="4608767" y="1646873"/>
                <a:ext cx="705" cy="1691640"/>
              </a:xfrm>
              <a:custGeom>
                <a:pathLst>
                  <a:path w="953" h="2286000">
                    <a:moveTo>
                      <a:pt x="0" y="0"/>
                    </a:moveTo>
                    <a:lnTo>
                      <a:pt x="0" y="2286000"/>
                    </a:lnTo>
                  </a:path>
                </a:pathLst>
              </a:custGeom>
              <a:noFill/>
              <a:ln w="1627">
                <a:solidFill>
                  <a:srgbClr val="7B8790">
                    <a:alpha val="35000"/>
                  </a:srgbClr>
                </a:solidFill>
                <a:prstDash val="solid"/>
              </a:ln>
            </p:spPr>
          </p:sp>
          <p:sp>
            <p:nvSpPr>
              <p:cNvPr id="17374" name="original-2d:975">
                <a:extLst>
                  <a:ext uri="{FF2B5EF4-FFF2-40B4-BE49-F238E27FC236}">
                    <ns2:creationId id="{2673F610-7AD5-4B85-82D1-12C41F370E0C}"/>
                  </a:ext>
                </a:extLst>
              </p:cNvPr>
              <p:cNvSpPr>
                <a:spLocks noGrp="1"/>
              </p:cNvSpPr>
              <p:nvPr/>
            </p:nvSpPr>
            <p:spPr>
              <a:xfrm rot="0" flipH="0" flipV="0">
                <a:off x="4693349" y="1646873"/>
                <a:ext cx="705" cy="1691640"/>
              </a:xfrm>
              <a:custGeom>
                <a:pathLst>
                  <a:path w="953" h="2286000">
                    <a:moveTo>
                      <a:pt x="0" y="0"/>
                    </a:moveTo>
                    <a:lnTo>
                      <a:pt x="0" y="2286000"/>
                    </a:lnTo>
                  </a:path>
                </a:pathLst>
              </a:custGeom>
              <a:noFill/>
              <a:ln w="1627">
                <a:solidFill>
                  <a:srgbClr val="7B8790">
                    <a:alpha val="35000"/>
                  </a:srgbClr>
                </a:solidFill>
                <a:prstDash val="solid"/>
              </a:ln>
            </p:spPr>
          </p:sp>
          <p:sp>
            <p:nvSpPr>
              <p:cNvPr id="17375" name="original-2d:976">
                <a:extLst>
                  <a:ext uri="{FF2B5EF4-FFF2-40B4-BE49-F238E27FC236}">
                    <ns2:creationId id="{7590A0C7-1482-4572-A0B5-F7E6AF2BB1A6}"/>
                  </a:ext>
                </a:extLst>
              </p:cNvPr>
              <p:cNvSpPr>
                <a:spLocks noGrp="1"/>
              </p:cNvSpPr>
              <p:nvPr/>
            </p:nvSpPr>
            <p:spPr>
              <a:xfrm rot="0" flipH="0" flipV="0">
                <a:off x="4777931" y="1646873"/>
                <a:ext cx="705" cy="1691640"/>
              </a:xfrm>
              <a:custGeom>
                <a:pathLst>
                  <a:path w="953" h="2286000">
                    <a:moveTo>
                      <a:pt x="0" y="0"/>
                    </a:moveTo>
                    <a:lnTo>
                      <a:pt x="0" y="2286000"/>
                    </a:lnTo>
                  </a:path>
                </a:pathLst>
              </a:custGeom>
              <a:noFill/>
              <a:ln w="1627">
                <a:solidFill>
                  <a:srgbClr val="7B8790">
                    <a:alpha val="35000"/>
                  </a:srgbClr>
                </a:solidFill>
                <a:prstDash val="solid"/>
              </a:ln>
            </p:spPr>
          </p:sp>
          <p:sp>
            <p:nvSpPr>
              <p:cNvPr id="17376" name="original-2d:977">
                <a:extLst>
                  <a:ext uri="{FF2B5EF4-FFF2-40B4-BE49-F238E27FC236}">
                    <ns2:creationId id="{93286D39-D86B-41CF-B692-130398604DB7}"/>
                  </a:ext>
                </a:extLst>
              </p:cNvPr>
              <p:cNvSpPr>
                <a:spLocks noGrp="1"/>
              </p:cNvSpPr>
              <p:nvPr/>
            </p:nvSpPr>
            <p:spPr>
              <a:xfrm rot="0" flipH="0" flipV="0">
                <a:off x="4862513" y="1646873"/>
                <a:ext cx="705" cy="1691640"/>
              </a:xfrm>
              <a:custGeom>
                <a:pathLst>
                  <a:path w="953" h="2286000">
                    <a:moveTo>
                      <a:pt x="0" y="0"/>
                    </a:moveTo>
                    <a:lnTo>
                      <a:pt x="0" y="2286000"/>
                    </a:lnTo>
                  </a:path>
                </a:pathLst>
              </a:custGeom>
              <a:noFill/>
              <a:ln w="1627">
                <a:solidFill>
                  <a:srgbClr val="7B8790">
                    <a:alpha val="35000"/>
                  </a:srgbClr>
                </a:solidFill>
                <a:prstDash val="solid"/>
              </a:ln>
            </p:spPr>
          </p:sp>
          <p:sp>
            <p:nvSpPr>
              <p:cNvPr id="17377" name="original-2d:978">
                <a:extLst>
                  <a:ext uri="{FF2B5EF4-FFF2-40B4-BE49-F238E27FC236}">
                    <ns2:creationId id="{73C8ADE5-6B57-48CD-BCE7-4C47054EEC23}"/>
                  </a:ext>
                </a:extLst>
              </p:cNvPr>
              <p:cNvSpPr>
                <a:spLocks noGrp="1"/>
              </p:cNvSpPr>
              <p:nvPr/>
            </p:nvSpPr>
            <p:spPr>
              <a:xfrm rot="0" flipH="0" flipV="0">
                <a:off x="4947095" y="1646873"/>
                <a:ext cx="705" cy="1691640"/>
              </a:xfrm>
              <a:custGeom>
                <a:pathLst>
                  <a:path w="953" h="2286000">
                    <a:moveTo>
                      <a:pt x="0" y="0"/>
                    </a:moveTo>
                    <a:lnTo>
                      <a:pt x="0" y="2286000"/>
                    </a:lnTo>
                  </a:path>
                </a:pathLst>
              </a:custGeom>
              <a:noFill/>
              <a:ln w="1627">
                <a:solidFill>
                  <a:srgbClr val="7B8790">
                    <a:alpha val="35000"/>
                  </a:srgbClr>
                </a:solidFill>
                <a:prstDash val="solid"/>
              </a:ln>
            </p:spPr>
          </p:sp>
          <p:sp>
            <p:nvSpPr>
              <p:cNvPr id="17378" name="original-2d:979">
                <a:extLst>
                  <a:ext uri="{FF2B5EF4-FFF2-40B4-BE49-F238E27FC236}">
                    <ns2:creationId id="{2B6BE65C-C865-438D-87A2-BE1EA39A74E5}"/>
                  </a:ext>
                </a:extLst>
              </p:cNvPr>
              <p:cNvSpPr>
                <a:spLocks noGrp="1"/>
              </p:cNvSpPr>
              <p:nvPr/>
            </p:nvSpPr>
            <p:spPr>
              <a:xfrm rot="0" flipH="0" flipV="0">
                <a:off x="5031677" y="1646873"/>
                <a:ext cx="705" cy="1691640"/>
              </a:xfrm>
              <a:custGeom>
                <a:pathLst>
                  <a:path w="953" h="2286000">
                    <a:moveTo>
                      <a:pt x="0" y="0"/>
                    </a:moveTo>
                    <a:lnTo>
                      <a:pt x="0" y="2286000"/>
                    </a:lnTo>
                  </a:path>
                </a:pathLst>
              </a:custGeom>
              <a:noFill/>
              <a:ln w="1627">
                <a:solidFill>
                  <a:srgbClr val="7B8790">
                    <a:alpha val="35000"/>
                  </a:srgbClr>
                </a:solidFill>
                <a:prstDash val="solid"/>
              </a:ln>
            </p:spPr>
          </p:sp>
          <p:sp>
            <p:nvSpPr>
              <p:cNvPr id="17379" name="original-2d:980">
                <a:extLst>
                  <a:ext uri="{FF2B5EF4-FFF2-40B4-BE49-F238E27FC236}">
                    <ns2:creationId id="{4C2B6C27-3A46-4708-802A-94AC7F012BB4}"/>
                  </a:ext>
                </a:extLst>
              </p:cNvPr>
              <p:cNvSpPr>
                <a:spLocks noGrp="1"/>
              </p:cNvSpPr>
              <p:nvPr/>
            </p:nvSpPr>
            <p:spPr>
              <a:xfrm rot="0" flipH="0" flipV="0">
                <a:off x="5116259" y="1646873"/>
                <a:ext cx="705" cy="1691640"/>
              </a:xfrm>
              <a:custGeom>
                <a:pathLst>
                  <a:path w="953" h="2286000">
                    <a:moveTo>
                      <a:pt x="0" y="0"/>
                    </a:moveTo>
                    <a:lnTo>
                      <a:pt x="0" y="2286000"/>
                    </a:lnTo>
                  </a:path>
                </a:pathLst>
              </a:custGeom>
              <a:noFill/>
              <a:ln w="1627">
                <a:solidFill>
                  <a:srgbClr val="7B8790">
                    <a:alpha val="35000"/>
                  </a:srgbClr>
                </a:solidFill>
                <a:prstDash val="solid"/>
              </a:ln>
            </p:spPr>
          </p:sp>
          <p:sp>
            <p:nvSpPr>
              <p:cNvPr id="17380" name="original-2d:981">
                <a:extLst>
                  <a:ext uri="{FF2B5EF4-FFF2-40B4-BE49-F238E27FC236}">
                    <ns2:creationId id="{657E3F87-975E-4543-8A52-B7147B32F6BF}"/>
                  </a:ext>
                </a:extLst>
              </p:cNvPr>
              <p:cNvSpPr>
                <a:spLocks noGrp="1"/>
              </p:cNvSpPr>
              <p:nvPr/>
            </p:nvSpPr>
            <p:spPr>
              <a:xfrm rot="0" flipH="0" flipV="0">
                <a:off x="5200841" y="1646873"/>
                <a:ext cx="705" cy="1691640"/>
              </a:xfrm>
              <a:custGeom>
                <a:pathLst>
                  <a:path w="953" h="2286000">
                    <a:moveTo>
                      <a:pt x="0" y="0"/>
                    </a:moveTo>
                    <a:lnTo>
                      <a:pt x="0" y="2286000"/>
                    </a:lnTo>
                  </a:path>
                </a:pathLst>
              </a:custGeom>
              <a:noFill/>
              <a:ln w="1627">
                <a:solidFill>
                  <a:srgbClr val="7B8790">
                    <a:alpha val="35000"/>
                  </a:srgbClr>
                </a:solidFill>
                <a:prstDash val="solid"/>
              </a:ln>
            </p:spPr>
          </p:sp>
          <p:sp>
            <p:nvSpPr>
              <p:cNvPr id="17381" name="original-2d:982">
                <a:extLst>
                  <a:ext uri="{FF2B5EF4-FFF2-40B4-BE49-F238E27FC236}">
                    <ns2:creationId id="{632BEBE4-BF96-4E60-8B95-7DEFC88FC511}"/>
                  </a:ext>
                </a:extLst>
              </p:cNvPr>
              <p:cNvSpPr>
                <a:spLocks noGrp="1"/>
              </p:cNvSpPr>
              <p:nvPr/>
            </p:nvSpPr>
            <p:spPr>
              <a:xfrm rot="0" flipH="0" flipV="0">
                <a:off x="5285423" y="1646873"/>
                <a:ext cx="705" cy="1691640"/>
              </a:xfrm>
              <a:custGeom>
                <a:pathLst>
                  <a:path w="953" h="2286000">
                    <a:moveTo>
                      <a:pt x="0" y="0"/>
                    </a:moveTo>
                    <a:lnTo>
                      <a:pt x="0" y="2286000"/>
                    </a:lnTo>
                  </a:path>
                </a:pathLst>
              </a:custGeom>
              <a:noFill/>
              <a:ln w="1627">
                <a:solidFill>
                  <a:srgbClr val="7B8790">
                    <a:alpha val="35000"/>
                  </a:srgbClr>
                </a:solidFill>
                <a:prstDash val="solid"/>
              </a:ln>
            </p:spPr>
          </p:sp>
          <p:sp>
            <p:nvSpPr>
              <p:cNvPr id="17382" name="original-2d:983">
                <a:extLst>
                  <a:ext uri="{FF2B5EF4-FFF2-40B4-BE49-F238E27FC236}">
                    <ns2:creationId id="{E81CE92F-A74A-48DA-BA2B-1B693E593606}"/>
                  </a:ext>
                </a:extLst>
              </p:cNvPr>
              <p:cNvSpPr>
                <a:spLocks noGrp="1"/>
              </p:cNvSpPr>
              <p:nvPr/>
            </p:nvSpPr>
            <p:spPr>
              <a:xfrm rot="0" flipH="0" flipV="0">
                <a:off x="3593783" y="1646873"/>
                <a:ext cx="1691640" cy="705"/>
              </a:xfrm>
              <a:custGeom>
                <a:pathLst>
                  <a:path w="2286000" h="953">
                    <a:moveTo>
                      <a:pt x="0" y="0"/>
                    </a:moveTo>
                    <a:lnTo>
                      <a:pt x="2286000" y="0"/>
                    </a:lnTo>
                  </a:path>
                </a:pathLst>
              </a:custGeom>
              <a:noFill/>
              <a:ln w="1627">
                <a:solidFill>
                  <a:srgbClr val="7B8790">
                    <a:alpha val="35000"/>
                  </a:srgbClr>
                </a:solidFill>
                <a:prstDash val="solid"/>
              </a:ln>
            </p:spPr>
          </p:sp>
          <p:sp>
            <p:nvSpPr>
              <p:cNvPr id="17383" name="original-2d:984">
                <a:extLst>
                  <a:ext uri="{FF2B5EF4-FFF2-40B4-BE49-F238E27FC236}">
                    <ns2:creationId id="{4A25FB2A-8952-4263-97B9-06CD77DB7E1B}"/>
                  </a:ext>
                </a:extLst>
              </p:cNvPr>
              <p:cNvSpPr>
                <a:spLocks noGrp="1"/>
              </p:cNvSpPr>
              <p:nvPr/>
            </p:nvSpPr>
            <p:spPr>
              <a:xfrm rot="0" flipH="0" flipV="0">
                <a:off x="3593783" y="1740853"/>
                <a:ext cx="1691640" cy="705"/>
              </a:xfrm>
              <a:custGeom>
                <a:pathLst>
                  <a:path w="2286000" h="953">
                    <a:moveTo>
                      <a:pt x="0" y="0"/>
                    </a:moveTo>
                    <a:lnTo>
                      <a:pt x="2286000" y="0"/>
                    </a:lnTo>
                  </a:path>
                </a:pathLst>
              </a:custGeom>
              <a:noFill/>
              <a:ln w="1627">
                <a:solidFill>
                  <a:srgbClr val="7B8790">
                    <a:alpha val="35000"/>
                  </a:srgbClr>
                </a:solidFill>
                <a:prstDash val="solid"/>
              </a:ln>
            </p:spPr>
          </p:sp>
          <p:sp>
            <p:nvSpPr>
              <p:cNvPr id="17384" name="original-2d:985">
                <a:extLst>
                  <a:ext uri="{FF2B5EF4-FFF2-40B4-BE49-F238E27FC236}">
                    <ns2:creationId id="{363129FD-488B-44D6-9B6E-294FD6DE79D6}"/>
                  </a:ext>
                </a:extLst>
              </p:cNvPr>
              <p:cNvSpPr>
                <a:spLocks noGrp="1"/>
              </p:cNvSpPr>
              <p:nvPr/>
            </p:nvSpPr>
            <p:spPr>
              <a:xfrm rot="0" flipH="0" flipV="0">
                <a:off x="3593783" y="1834833"/>
                <a:ext cx="1691640" cy="705"/>
              </a:xfrm>
              <a:custGeom>
                <a:pathLst>
                  <a:path w="2286000" h="953">
                    <a:moveTo>
                      <a:pt x="0" y="0"/>
                    </a:moveTo>
                    <a:lnTo>
                      <a:pt x="2286000" y="0"/>
                    </a:lnTo>
                  </a:path>
                </a:pathLst>
              </a:custGeom>
              <a:noFill/>
              <a:ln w="1627">
                <a:solidFill>
                  <a:srgbClr val="7B8790">
                    <a:alpha val="35000"/>
                  </a:srgbClr>
                </a:solidFill>
                <a:prstDash val="solid"/>
              </a:ln>
            </p:spPr>
          </p:sp>
          <p:sp>
            <p:nvSpPr>
              <p:cNvPr id="17385" name="original-2d:986">
                <a:extLst>
                  <a:ext uri="{FF2B5EF4-FFF2-40B4-BE49-F238E27FC236}">
                    <ns2:creationId id="{5E485F56-7012-4B59-A92F-E5E6BB9C14C5}"/>
                  </a:ext>
                </a:extLst>
              </p:cNvPr>
              <p:cNvSpPr>
                <a:spLocks noGrp="1"/>
              </p:cNvSpPr>
              <p:nvPr/>
            </p:nvSpPr>
            <p:spPr>
              <a:xfrm rot="0" flipH="0" flipV="0">
                <a:off x="3593783" y="1928813"/>
                <a:ext cx="1691640" cy="705"/>
              </a:xfrm>
              <a:custGeom>
                <a:pathLst>
                  <a:path w="2286000" h="953">
                    <a:moveTo>
                      <a:pt x="0" y="0"/>
                    </a:moveTo>
                    <a:lnTo>
                      <a:pt x="2286000" y="0"/>
                    </a:lnTo>
                  </a:path>
                </a:pathLst>
              </a:custGeom>
              <a:noFill/>
              <a:ln w="1627">
                <a:solidFill>
                  <a:srgbClr val="7B8790">
                    <a:alpha val="35000"/>
                  </a:srgbClr>
                </a:solidFill>
                <a:prstDash val="solid"/>
              </a:ln>
            </p:spPr>
          </p:sp>
          <p:sp>
            <p:nvSpPr>
              <p:cNvPr id="17386" name="original-2d:987">
                <a:extLst>
                  <a:ext uri="{FF2B5EF4-FFF2-40B4-BE49-F238E27FC236}">
                    <ns2:creationId id="{4F5F9891-E1C5-4DC8-9ADF-239074A92A46}"/>
                  </a:ext>
                </a:extLst>
              </p:cNvPr>
              <p:cNvSpPr>
                <a:spLocks noGrp="1"/>
              </p:cNvSpPr>
              <p:nvPr/>
            </p:nvSpPr>
            <p:spPr>
              <a:xfrm rot="0" flipH="0" flipV="0">
                <a:off x="3593783" y="2022793"/>
                <a:ext cx="1691640" cy="705"/>
              </a:xfrm>
              <a:custGeom>
                <a:pathLst>
                  <a:path w="2286000" h="953">
                    <a:moveTo>
                      <a:pt x="0" y="0"/>
                    </a:moveTo>
                    <a:lnTo>
                      <a:pt x="2286000" y="0"/>
                    </a:lnTo>
                  </a:path>
                </a:pathLst>
              </a:custGeom>
              <a:noFill/>
              <a:ln w="1627">
                <a:solidFill>
                  <a:srgbClr val="7B8790">
                    <a:alpha val="35000"/>
                  </a:srgbClr>
                </a:solidFill>
                <a:prstDash val="solid"/>
              </a:ln>
            </p:spPr>
          </p:sp>
          <p:sp>
            <p:nvSpPr>
              <p:cNvPr id="17387" name="original-2d:988">
                <a:extLst>
                  <a:ext uri="{FF2B5EF4-FFF2-40B4-BE49-F238E27FC236}">
                    <ns2:creationId id="{FBFA687E-ACC5-4342-A703-90F84F49B97A}"/>
                  </a:ext>
                </a:extLst>
              </p:cNvPr>
              <p:cNvSpPr>
                <a:spLocks noGrp="1"/>
              </p:cNvSpPr>
              <p:nvPr/>
            </p:nvSpPr>
            <p:spPr>
              <a:xfrm rot="0" flipH="0" flipV="0">
                <a:off x="3593783" y="2116773"/>
                <a:ext cx="1691640" cy="705"/>
              </a:xfrm>
              <a:custGeom>
                <a:pathLst>
                  <a:path w="2286000" h="953">
                    <a:moveTo>
                      <a:pt x="0" y="0"/>
                    </a:moveTo>
                    <a:lnTo>
                      <a:pt x="2286000" y="0"/>
                    </a:lnTo>
                  </a:path>
                </a:pathLst>
              </a:custGeom>
              <a:noFill/>
              <a:ln w="1627">
                <a:solidFill>
                  <a:srgbClr val="7B8790">
                    <a:alpha val="35000"/>
                  </a:srgbClr>
                </a:solidFill>
                <a:prstDash val="solid"/>
              </a:ln>
            </p:spPr>
          </p:sp>
          <p:sp>
            <p:nvSpPr>
              <p:cNvPr id="17388" name="original-2d:989">
                <a:extLst>
                  <a:ext uri="{FF2B5EF4-FFF2-40B4-BE49-F238E27FC236}">
                    <ns2:creationId id="{37B187F9-8D04-4FDB-AF51-654946008295}"/>
                  </a:ext>
                </a:extLst>
              </p:cNvPr>
              <p:cNvSpPr>
                <a:spLocks noGrp="1"/>
              </p:cNvSpPr>
              <p:nvPr/>
            </p:nvSpPr>
            <p:spPr>
              <a:xfrm rot="0" flipH="0" flipV="0">
                <a:off x="3593783" y="2210753"/>
                <a:ext cx="1691640" cy="705"/>
              </a:xfrm>
              <a:custGeom>
                <a:pathLst>
                  <a:path w="2286000" h="953">
                    <a:moveTo>
                      <a:pt x="0" y="0"/>
                    </a:moveTo>
                    <a:lnTo>
                      <a:pt x="2286000" y="0"/>
                    </a:lnTo>
                  </a:path>
                </a:pathLst>
              </a:custGeom>
              <a:noFill/>
              <a:ln w="1627">
                <a:solidFill>
                  <a:srgbClr val="7B8790">
                    <a:alpha val="35000"/>
                  </a:srgbClr>
                </a:solidFill>
                <a:prstDash val="solid"/>
              </a:ln>
            </p:spPr>
          </p:sp>
          <p:sp>
            <p:nvSpPr>
              <p:cNvPr id="17389" name="original-2d:990">
                <a:extLst>
                  <a:ext uri="{FF2B5EF4-FFF2-40B4-BE49-F238E27FC236}">
                    <ns2:creationId id="{1A73D269-FF4B-4151-AD51-FFAA33A7B597}"/>
                  </a:ext>
                </a:extLst>
              </p:cNvPr>
              <p:cNvSpPr>
                <a:spLocks noGrp="1"/>
              </p:cNvSpPr>
              <p:nvPr/>
            </p:nvSpPr>
            <p:spPr>
              <a:xfrm rot="0" flipH="0" flipV="0">
                <a:off x="3593783" y="2304733"/>
                <a:ext cx="1691640" cy="705"/>
              </a:xfrm>
              <a:custGeom>
                <a:pathLst>
                  <a:path w="2286000" h="953">
                    <a:moveTo>
                      <a:pt x="0" y="0"/>
                    </a:moveTo>
                    <a:lnTo>
                      <a:pt x="2286000" y="0"/>
                    </a:lnTo>
                  </a:path>
                </a:pathLst>
              </a:custGeom>
              <a:noFill/>
              <a:ln w="1627">
                <a:solidFill>
                  <a:srgbClr val="7B8790">
                    <a:alpha val="35000"/>
                  </a:srgbClr>
                </a:solidFill>
                <a:prstDash val="solid"/>
              </a:ln>
            </p:spPr>
          </p:sp>
          <p:sp>
            <p:nvSpPr>
              <p:cNvPr id="17390" name="original-2d:991">
                <a:extLst>
                  <a:ext uri="{FF2B5EF4-FFF2-40B4-BE49-F238E27FC236}">
                    <ns2:creationId id="{28C700C0-970C-4FD5-B699-E1F3A2D44459}"/>
                  </a:ext>
                </a:extLst>
              </p:cNvPr>
              <p:cNvSpPr>
                <a:spLocks noGrp="1"/>
              </p:cNvSpPr>
              <p:nvPr/>
            </p:nvSpPr>
            <p:spPr>
              <a:xfrm rot="0" flipH="0" flipV="0">
                <a:off x="3593783" y="2398713"/>
                <a:ext cx="1691640" cy="705"/>
              </a:xfrm>
              <a:custGeom>
                <a:pathLst>
                  <a:path w="2286000" h="953">
                    <a:moveTo>
                      <a:pt x="0" y="0"/>
                    </a:moveTo>
                    <a:lnTo>
                      <a:pt x="2286000" y="0"/>
                    </a:lnTo>
                  </a:path>
                </a:pathLst>
              </a:custGeom>
              <a:noFill/>
              <a:ln w="1627">
                <a:solidFill>
                  <a:srgbClr val="7B8790">
                    <a:alpha val="35000"/>
                  </a:srgbClr>
                </a:solidFill>
                <a:prstDash val="solid"/>
              </a:ln>
            </p:spPr>
          </p:sp>
          <p:sp>
            <p:nvSpPr>
              <p:cNvPr id="17391" name="original-2d:992">
                <a:extLst>
                  <a:ext uri="{FF2B5EF4-FFF2-40B4-BE49-F238E27FC236}">
                    <ns2:creationId id="{908F81E2-A499-40F1-97A1-C27CBB7EDFA3}"/>
                  </a:ext>
                </a:extLst>
              </p:cNvPr>
              <p:cNvSpPr>
                <a:spLocks noGrp="1"/>
              </p:cNvSpPr>
              <p:nvPr/>
            </p:nvSpPr>
            <p:spPr>
              <a:xfrm rot="0" flipH="0" flipV="0">
                <a:off x="3593783" y="2492693"/>
                <a:ext cx="1691640" cy="705"/>
              </a:xfrm>
              <a:custGeom>
                <a:pathLst>
                  <a:path w="2286000" h="953">
                    <a:moveTo>
                      <a:pt x="0" y="0"/>
                    </a:moveTo>
                    <a:lnTo>
                      <a:pt x="2286000" y="0"/>
                    </a:lnTo>
                  </a:path>
                </a:pathLst>
              </a:custGeom>
              <a:noFill/>
              <a:ln w="1627">
                <a:solidFill>
                  <a:srgbClr val="7B8790">
                    <a:alpha val="35000"/>
                  </a:srgbClr>
                </a:solidFill>
                <a:prstDash val="solid"/>
              </a:ln>
            </p:spPr>
          </p:sp>
          <p:sp>
            <p:nvSpPr>
              <p:cNvPr id="17392" name="original-2d:993">
                <a:extLst>
                  <a:ext uri="{FF2B5EF4-FFF2-40B4-BE49-F238E27FC236}">
                    <ns2:creationId id="{F1DAE1A7-AC27-4FEF-989E-418D7DF36005}"/>
                  </a:ext>
                </a:extLst>
              </p:cNvPr>
              <p:cNvSpPr>
                <a:spLocks noGrp="1"/>
              </p:cNvSpPr>
              <p:nvPr/>
            </p:nvSpPr>
            <p:spPr>
              <a:xfrm rot="0" flipH="0" flipV="0">
                <a:off x="3593783" y="2586673"/>
                <a:ext cx="1691640" cy="705"/>
              </a:xfrm>
              <a:custGeom>
                <a:pathLst>
                  <a:path w="2286000" h="953">
                    <a:moveTo>
                      <a:pt x="0" y="0"/>
                    </a:moveTo>
                    <a:lnTo>
                      <a:pt x="2286000" y="0"/>
                    </a:lnTo>
                  </a:path>
                </a:pathLst>
              </a:custGeom>
              <a:noFill/>
              <a:ln w="1627">
                <a:solidFill>
                  <a:srgbClr val="7B8790">
                    <a:alpha val="35000"/>
                  </a:srgbClr>
                </a:solidFill>
                <a:prstDash val="solid"/>
              </a:ln>
            </p:spPr>
          </p:sp>
          <p:sp>
            <p:nvSpPr>
              <p:cNvPr id="17393" name="original-2d:994">
                <a:extLst>
                  <a:ext uri="{FF2B5EF4-FFF2-40B4-BE49-F238E27FC236}">
                    <ns2:creationId id="{8BB01E7A-E04B-4BE7-A1D9-06E8C622CD3A}"/>
                  </a:ext>
                </a:extLst>
              </p:cNvPr>
              <p:cNvSpPr>
                <a:spLocks noGrp="1"/>
              </p:cNvSpPr>
              <p:nvPr/>
            </p:nvSpPr>
            <p:spPr>
              <a:xfrm rot="0" flipH="0" flipV="0">
                <a:off x="3593783" y="2680653"/>
                <a:ext cx="1691640" cy="705"/>
              </a:xfrm>
              <a:custGeom>
                <a:pathLst>
                  <a:path w="2286000" h="953">
                    <a:moveTo>
                      <a:pt x="0" y="0"/>
                    </a:moveTo>
                    <a:lnTo>
                      <a:pt x="2286000" y="0"/>
                    </a:lnTo>
                  </a:path>
                </a:pathLst>
              </a:custGeom>
              <a:noFill/>
              <a:ln w="1627">
                <a:solidFill>
                  <a:srgbClr val="7B8790">
                    <a:alpha val="35000"/>
                  </a:srgbClr>
                </a:solidFill>
                <a:prstDash val="solid"/>
              </a:ln>
            </p:spPr>
          </p:sp>
          <p:sp>
            <p:nvSpPr>
              <p:cNvPr id="17394" name="original-2d:995">
                <a:extLst>
                  <a:ext uri="{FF2B5EF4-FFF2-40B4-BE49-F238E27FC236}">
                    <ns2:creationId id="{BE08D7C5-6504-4393-9E74-EA0140B3A52E}"/>
                  </a:ext>
                </a:extLst>
              </p:cNvPr>
              <p:cNvSpPr>
                <a:spLocks noGrp="1"/>
              </p:cNvSpPr>
              <p:nvPr/>
            </p:nvSpPr>
            <p:spPr>
              <a:xfrm rot="0" flipH="0" flipV="0">
                <a:off x="3593783" y="2774633"/>
                <a:ext cx="1691640" cy="705"/>
              </a:xfrm>
              <a:custGeom>
                <a:pathLst>
                  <a:path w="2286000" h="953">
                    <a:moveTo>
                      <a:pt x="0" y="0"/>
                    </a:moveTo>
                    <a:lnTo>
                      <a:pt x="2286000" y="0"/>
                    </a:lnTo>
                  </a:path>
                </a:pathLst>
              </a:custGeom>
              <a:noFill/>
              <a:ln w="1627">
                <a:solidFill>
                  <a:srgbClr val="7B8790">
                    <a:alpha val="35000"/>
                  </a:srgbClr>
                </a:solidFill>
                <a:prstDash val="solid"/>
              </a:ln>
            </p:spPr>
          </p:sp>
          <p:sp>
            <p:nvSpPr>
              <p:cNvPr id="17395" name="original-2d:996">
                <a:extLst>
                  <a:ext uri="{FF2B5EF4-FFF2-40B4-BE49-F238E27FC236}">
                    <ns2:creationId id="{E66EACE8-B560-41F5-A43D-7C6879BD15CD}"/>
                  </a:ext>
                </a:extLst>
              </p:cNvPr>
              <p:cNvSpPr>
                <a:spLocks noGrp="1"/>
              </p:cNvSpPr>
              <p:nvPr/>
            </p:nvSpPr>
            <p:spPr>
              <a:xfrm rot="0" flipH="0" flipV="0">
                <a:off x="3593783" y="2868613"/>
                <a:ext cx="1691640" cy="705"/>
              </a:xfrm>
              <a:custGeom>
                <a:pathLst>
                  <a:path w="2286000" h="953">
                    <a:moveTo>
                      <a:pt x="0" y="0"/>
                    </a:moveTo>
                    <a:lnTo>
                      <a:pt x="2286000" y="0"/>
                    </a:lnTo>
                  </a:path>
                </a:pathLst>
              </a:custGeom>
              <a:noFill/>
              <a:ln w="1627">
                <a:solidFill>
                  <a:srgbClr val="7B8790">
                    <a:alpha val="35000"/>
                  </a:srgbClr>
                </a:solidFill>
                <a:prstDash val="solid"/>
              </a:ln>
            </p:spPr>
          </p:sp>
          <p:sp>
            <p:nvSpPr>
              <p:cNvPr id="17396" name="original-2d:997">
                <a:extLst>
                  <a:ext uri="{FF2B5EF4-FFF2-40B4-BE49-F238E27FC236}">
                    <ns2:creationId id="{B2856674-0DBF-4186-8E97-862F4C9E4F3E}"/>
                  </a:ext>
                </a:extLst>
              </p:cNvPr>
              <p:cNvSpPr>
                <a:spLocks noGrp="1"/>
              </p:cNvSpPr>
              <p:nvPr/>
            </p:nvSpPr>
            <p:spPr>
              <a:xfrm rot="0" flipH="0" flipV="0">
                <a:off x="3593783" y="2962593"/>
                <a:ext cx="1691640" cy="705"/>
              </a:xfrm>
              <a:custGeom>
                <a:pathLst>
                  <a:path w="2286000" h="953">
                    <a:moveTo>
                      <a:pt x="0" y="0"/>
                    </a:moveTo>
                    <a:lnTo>
                      <a:pt x="2286000" y="0"/>
                    </a:lnTo>
                  </a:path>
                </a:pathLst>
              </a:custGeom>
              <a:noFill/>
              <a:ln w="1627">
                <a:solidFill>
                  <a:srgbClr val="7B8790">
                    <a:alpha val="35000"/>
                  </a:srgbClr>
                </a:solidFill>
                <a:prstDash val="solid"/>
              </a:ln>
            </p:spPr>
          </p:sp>
          <p:sp>
            <p:nvSpPr>
              <p:cNvPr id="17397" name="original-2d:998">
                <a:extLst>
                  <a:ext uri="{FF2B5EF4-FFF2-40B4-BE49-F238E27FC236}">
                    <ns2:creationId id="{6A0BD1FB-868D-45F8-82BD-C7992FE91A9D}"/>
                  </a:ext>
                </a:extLst>
              </p:cNvPr>
              <p:cNvSpPr>
                <a:spLocks noGrp="1"/>
              </p:cNvSpPr>
              <p:nvPr/>
            </p:nvSpPr>
            <p:spPr>
              <a:xfrm rot="0" flipH="0" flipV="0">
                <a:off x="3593783" y="3056573"/>
                <a:ext cx="1691640" cy="705"/>
              </a:xfrm>
              <a:custGeom>
                <a:pathLst>
                  <a:path w="2286000" h="953">
                    <a:moveTo>
                      <a:pt x="0" y="0"/>
                    </a:moveTo>
                    <a:lnTo>
                      <a:pt x="2286000" y="0"/>
                    </a:lnTo>
                  </a:path>
                </a:pathLst>
              </a:custGeom>
              <a:noFill/>
              <a:ln w="1627">
                <a:solidFill>
                  <a:srgbClr val="7B8790">
                    <a:alpha val="35000"/>
                  </a:srgbClr>
                </a:solidFill>
                <a:prstDash val="solid"/>
              </a:ln>
            </p:spPr>
          </p:sp>
          <p:sp>
            <p:nvSpPr>
              <p:cNvPr id="17398" name="original-2d:999">
                <a:extLst>
                  <a:ext uri="{FF2B5EF4-FFF2-40B4-BE49-F238E27FC236}">
                    <ns2:creationId id="{E65F3723-C855-4AEC-BFB1-F8DE0BBBEBB3}"/>
                  </a:ext>
                </a:extLst>
              </p:cNvPr>
              <p:cNvSpPr>
                <a:spLocks noGrp="1"/>
              </p:cNvSpPr>
              <p:nvPr/>
            </p:nvSpPr>
            <p:spPr>
              <a:xfrm rot="0" flipH="0" flipV="0">
                <a:off x="3593783" y="3150553"/>
                <a:ext cx="1691640" cy="705"/>
              </a:xfrm>
              <a:custGeom>
                <a:pathLst>
                  <a:path w="2286000" h="953">
                    <a:moveTo>
                      <a:pt x="0" y="0"/>
                    </a:moveTo>
                    <a:lnTo>
                      <a:pt x="2286000" y="0"/>
                    </a:lnTo>
                  </a:path>
                </a:pathLst>
              </a:custGeom>
              <a:noFill/>
              <a:ln w="1627">
                <a:solidFill>
                  <a:srgbClr val="7B8790">
                    <a:alpha val="35000"/>
                  </a:srgbClr>
                </a:solidFill>
                <a:prstDash val="solid"/>
              </a:ln>
            </p:spPr>
          </p:sp>
          <p:sp>
            <p:nvSpPr>
              <p:cNvPr id="17399" name="original-2d:1000">
                <a:extLst>
                  <a:ext uri="{FF2B5EF4-FFF2-40B4-BE49-F238E27FC236}">
                    <ns2:creationId id="{0C3D51B6-03A1-4D59-8907-F81F599B0256}"/>
                  </a:ext>
                </a:extLst>
              </p:cNvPr>
              <p:cNvSpPr>
                <a:spLocks noGrp="1"/>
              </p:cNvSpPr>
              <p:nvPr/>
            </p:nvSpPr>
            <p:spPr>
              <a:xfrm rot="0" flipH="0" flipV="0">
                <a:off x="3593783" y="3244533"/>
                <a:ext cx="1691640" cy="705"/>
              </a:xfrm>
              <a:custGeom>
                <a:pathLst>
                  <a:path w="2286000" h="953">
                    <a:moveTo>
                      <a:pt x="0" y="0"/>
                    </a:moveTo>
                    <a:lnTo>
                      <a:pt x="2286000" y="0"/>
                    </a:lnTo>
                  </a:path>
                </a:pathLst>
              </a:custGeom>
              <a:noFill/>
              <a:ln w="1627">
                <a:solidFill>
                  <a:srgbClr val="7B8790">
                    <a:alpha val="35000"/>
                  </a:srgbClr>
                </a:solidFill>
                <a:prstDash val="solid"/>
              </a:ln>
            </p:spPr>
          </p:sp>
          <p:sp>
            <p:nvSpPr>
              <p:cNvPr id="17400" name="original-2d:1001">
                <a:extLst>
                  <a:ext uri="{FF2B5EF4-FFF2-40B4-BE49-F238E27FC236}">
                    <ns2:creationId id="{1245B61E-E5FC-47EE-B687-80F4FD514FA5}"/>
                  </a:ext>
                </a:extLst>
              </p:cNvPr>
              <p:cNvSpPr>
                <a:spLocks noGrp="1"/>
              </p:cNvSpPr>
              <p:nvPr/>
            </p:nvSpPr>
            <p:spPr>
              <a:xfrm rot="0" flipH="0" flipV="0">
                <a:off x="3593783" y="3338513"/>
                <a:ext cx="1691640" cy="705"/>
              </a:xfrm>
              <a:custGeom>
                <a:pathLst>
                  <a:path w="2286000" h="953">
                    <a:moveTo>
                      <a:pt x="0" y="0"/>
                    </a:moveTo>
                    <a:lnTo>
                      <a:pt x="2286000" y="0"/>
                    </a:lnTo>
                  </a:path>
                </a:pathLst>
              </a:custGeom>
              <a:noFill/>
              <a:ln w="1627">
                <a:solidFill>
                  <a:srgbClr val="7B8790">
                    <a:alpha val="35000"/>
                  </a:srgbClr>
                </a:solidFill>
                <a:prstDash val="solid"/>
              </a:ln>
            </p:spPr>
          </p:sp>
          <p:sp>
            <p:nvSpPr>
              <p:cNvPr id="17401" name="original-2d:1002">
                <a:extLst>
                  <a:ext uri="{FF2B5EF4-FFF2-40B4-BE49-F238E27FC236}">
                    <ns2:creationId id="{6076C6EC-4DEF-4E87-A837-A8AE10BB821F}"/>
                  </a:ext>
                </a:extLst>
              </p:cNvPr>
              <p:cNvSpPr>
                <a:spLocks noGrp="1"/>
              </p:cNvSpPr>
              <p:nvPr/>
            </p:nvSpPr>
            <p:spPr>
              <a:xfrm rot="0" flipH="0" flipV="0">
                <a:off x="3593783" y="1646873"/>
                <a:ext cx="1691640" cy="1691640"/>
              </a:xfrm>
              <a:prstGeom prst="rect">
                <a:avLst/>
              </a:prstGeom>
              <a:noFill/>
              <a:ln w="4519">
                <a:solidFill>
                  <a:srgbClr val="263238"/>
                </a:solidFill>
                <a:prstDash val="solid"/>
              </a:ln>
            </p:spPr>
          </p:sp>
          <p:sp>
            <p:nvSpPr>
              <p:cNvPr id="17402" name="original-2d:1003">
                <a:extLst>
                  <a:ext uri="{FF2B5EF4-FFF2-40B4-BE49-F238E27FC236}">
                    <ns2:creationId id="{BD3906B4-9567-4581-9F1A-2F2F3038D97B}"/>
                  </a:ext>
                </a:extLst>
              </p:cNvPr>
              <p:cNvSpPr>
                <a:spLocks noGrp="1"/>
              </p:cNvSpPr>
              <p:nvPr/>
            </p:nvSpPr>
            <p:spPr>
              <a:xfrm rot="0" flipH="0" flipV="0">
                <a:off x="3655372" y="2364071"/>
                <a:ext cx="1646884" cy="665384"/>
              </a:xfrm>
              <a:custGeom>
                <a:pathLst>
                  <a:path w="2225519" h="899168">
                    <a:moveTo>
                      <a:pt x="0" y="899168"/>
                    </a:moveTo>
                    <a:lnTo>
                      <a:pt x="2225519" y="0"/>
                    </a:lnTo>
                  </a:path>
                </a:pathLst>
              </a:custGeom>
              <a:noFill/>
              <a:ln w="21694">
                <a:solidFill>
                  <a:srgbClr val="FFFFFF"/>
                </a:solidFill>
                <a:prstDash val="solid"/>
              </a:ln>
            </p:spPr>
          </p:sp>
          <p:sp>
            <p:nvSpPr>
              <p:cNvPr id="17403" name="original-2d:1004">
                <a:extLst>
                  <a:ext uri="{FF2B5EF4-FFF2-40B4-BE49-F238E27FC236}">
                    <ns2:creationId id="{0D7295B1-0C4E-4F27-B33F-964FE74325BB}"/>
                  </a:ext>
                </a:extLst>
              </p:cNvPr>
              <p:cNvSpPr>
                <a:spLocks noGrp="1"/>
              </p:cNvSpPr>
              <p:nvPr/>
            </p:nvSpPr>
            <p:spPr>
              <a:xfrm rot="0" flipH="0" flipV="0">
                <a:off x="3655372" y="2364071"/>
                <a:ext cx="1646884" cy="665384"/>
              </a:xfrm>
              <a:custGeom>
                <a:pathLst>
                  <a:path w="2225519" h="899168">
                    <a:moveTo>
                      <a:pt x="0" y="899168"/>
                    </a:moveTo>
                    <a:lnTo>
                      <a:pt x="2225519" y="0"/>
                    </a:lnTo>
                  </a:path>
                </a:pathLst>
              </a:custGeom>
              <a:noFill/>
              <a:ln w="9401">
                <a:solidFill>
                  <a:srgbClr val="7B8790"/>
                </a:solidFill>
                <a:prstDash val="solid"/>
              </a:ln>
            </p:spPr>
          </p:sp>
          <p:sp>
            <p:nvSpPr>
              <p:cNvPr id="17404" name="original-2d:1005">
                <a:extLst>
                  <a:ext uri="{FF2B5EF4-FFF2-40B4-BE49-F238E27FC236}">
                    <ns2:creationId id="{1A20EF62-4CF2-4A7C-BC7F-76E9D6F6C7CC}"/>
                  </a:ext>
                </a:extLst>
              </p:cNvPr>
              <p:cNvSpPr>
                <a:spLocks noGrp="1"/>
              </p:cNvSpPr>
              <p:nvPr/>
            </p:nvSpPr>
            <p:spPr>
              <a:xfrm rot="0" flipH="0" flipV="0">
                <a:off x="5217879" y="2362204"/>
                <a:ext cx="84377" cy="61823"/>
              </a:xfrm>
              <a:custGeom>
                <a:pathLst>
                  <a:path w="114023" h="83545">
                    <a:moveTo>
                      <a:pt x="114023" y="2523"/>
                    </a:moveTo>
                    <a:lnTo>
                      <a:pt x="0" y="0"/>
                    </a:lnTo>
                    <a:lnTo>
                      <a:pt x="33754" y="83545"/>
                    </a:lnTo>
                    <a:close/>
                  </a:path>
                </a:pathLst>
              </a:custGeom>
              <a:solidFill>
                <a:srgbClr val="7B8790"/>
              </a:solidFill>
              <a:ln w="0">
                <a:noFill/>
                <a:prstDash val="solid"/>
              </a:ln>
            </p:spPr>
          </p:sp>
          <p:sp>
            <p:nvSpPr>
              <p:cNvPr id="17405" name="original-2d:1006">
                <a:extLst>
                  <a:ext uri="{FF2B5EF4-FFF2-40B4-BE49-F238E27FC236}">
                    <ns2:creationId id="{054EC85A-FBC5-458C-A8DF-DCA2B22AA904}"/>
                  </a:ext>
                </a:extLst>
              </p:cNvPr>
              <p:cNvSpPr>
                <a:spLocks noGrp="1"/>
              </p:cNvSpPr>
              <p:nvPr/>
            </p:nvSpPr>
            <p:spPr>
              <a:xfrm rot="0" flipH="0" flipV="0">
                <a:off x="5330450" y="2145567"/>
                <a:ext cx="232601" cy="253746"/>
              </a:xfrm>
              <a:prstGeom prst="rect">
                <a:avLst/>
              </a:prstGeom>
              <a:noFill/>
              <a:ln w="0">
                <a:noFill/>
                <a:prstDash val="solid"/>
              </a:ln>
            </p:spPr>
            <p:txBody>
              <a:bodyPr wrap="none" lIns="0" tIns="0" rIns="0" bIns="0" anchor="ctr">
                <a:normAutofit fontScale="100000"/>
              </a:bodyPr>
              <a:lstStyle>
                <a:defPPr algn="ctr">
                  <a:defRPr sz="826" b="0">
                    <a:solidFill>
                      <a:srgbClr val="7B8790"/>
                    </a:solidFill>
                    <a:latin typeface="Arial"/>
                    <a:ea typeface="Arial"/>
                    <a:cs typeface="Arial"/>
                  </a:defRPr>
                </a:defPPr>
                <a:lvl1pPr algn="ctr">
                  <a:defRPr sz="826" b="0">
                    <a:solidFill>
                      <a:srgbClr val="7B8790"/>
                    </a:solidFill>
                    <a:latin typeface="Arial"/>
                    <a:ea typeface="Arial"/>
                    <a:cs typeface="Arial"/>
                  </a:defRPr>
                </a:lvl1pPr>
                <a:lvl2pPr algn="ctr">
                  <a:defRPr sz="826" b="0">
                    <a:solidFill>
                      <a:srgbClr val="7B8790"/>
                    </a:solidFill>
                    <a:latin typeface="Arial"/>
                    <a:ea typeface="Arial"/>
                    <a:cs typeface="Arial"/>
                  </a:defRPr>
                </a:lvl2pPr>
                <a:lvl3pPr algn="ctr">
                  <a:defRPr sz="826" b="0">
                    <a:solidFill>
                      <a:srgbClr val="7B8790"/>
                    </a:solidFill>
                    <a:latin typeface="Arial"/>
                    <a:ea typeface="Arial"/>
                    <a:cs typeface="Arial"/>
                  </a:defRPr>
                </a:lvl3pPr>
                <a:lvl4pPr algn="ctr">
                  <a:defRPr sz="826" b="0">
                    <a:solidFill>
                      <a:srgbClr val="7B8790"/>
                    </a:solidFill>
                    <a:latin typeface="Arial"/>
                    <a:ea typeface="Arial"/>
                    <a:cs typeface="Arial"/>
                  </a:defRPr>
                </a:lvl4pPr>
                <a:lvl5pPr algn="ctr">
                  <a:defRPr sz="826" b="0">
                    <a:solidFill>
                      <a:srgbClr val="7B8790"/>
                    </a:solidFill>
                    <a:latin typeface="Arial"/>
                    <a:ea typeface="Arial"/>
                    <a:cs typeface="Arial"/>
                  </a:defRPr>
                </a:lvl5pPr>
                <a:lvl6pPr algn="ctr">
                  <a:defRPr sz="826" b="0">
                    <a:solidFill>
                      <a:srgbClr val="7B8790"/>
                    </a:solidFill>
                    <a:latin typeface="Arial"/>
                    <a:ea typeface="Arial"/>
                    <a:cs typeface="Arial"/>
                  </a:defRPr>
                </a:lvl6pPr>
                <a:lvl7pPr algn="ctr">
                  <a:defRPr sz="826" b="0">
                    <a:solidFill>
                      <a:srgbClr val="7B8790"/>
                    </a:solidFill>
                    <a:latin typeface="Arial"/>
                    <a:ea typeface="Arial"/>
                    <a:cs typeface="Arial"/>
                  </a:defRPr>
                </a:lvl7pPr>
                <a:lvl8pPr algn="ctr">
                  <a:defRPr sz="826" b="0">
                    <a:solidFill>
                      <a:srgbClr val="7B8790"/>
                    </a:solidFill>
                    <a:latin typeface="Arial"/>
                    <a:ea typeface="Arial"/>
                    <a:cs typeface="Arial"/>
                  </a:defRPr>
                </a:lvl8pPr>
                <a:lvl9pPr algn="ctr">
                  <a:defRPr sz="826" b="0">
                    <a:solidFill>
                      <a:srgbClr val="7B8790"/>
                    </a:solidFill>
                    <a:latin typeface="Arial"/>
                    <a:ea typeface="Arial"/>
                    <a:cs typeface="Arial"/>
                  </a:defRPr>
                </a:lvl9pPr>
              </a:lstStyle>
              <a:p>
                <a:pPr algn="ctr">
                  <a:buNone/>
                  <a:defRPr sz="826" b="0">
                    <a:solidFill>
                      <a:srgbClr val="7B8790"/>
                    </a:solidFill>
                    <a:latin typeface="Arial"/>
                    <a:ea typeface="Arial"/>
                    <a:cs typeface="Arial"/>
                  </a:defRPr>
                </a:pPr>
                <a:r>
                  <a:rPr sz="826" b="0">
                    <a:solidFill>
                      <a:srgbClr val="7B8790"/>
                    </a:solidFill>
                    <a:latin typeface="Arial"/>
                    <a:ea typeface="Arial"/>
                    <a:cs typeface="Arial"/>
                  </a:rPr>
                  <a:t>d</a:t>
                </a:r>
              </a:p>
            </p:txBody>
          </p:sp>
          <p:sp>
            <p:nvSpPr>
              <p:cNvPr id="17406" name="original-2d:1007">
                <a:extLst>
                  <a:ext uri="{FF2B5EF4-FFF2-40B4-BE49-F238E27FC236}">
                    <ns2:creationId id="{18FCC43D-F00D-4E51-B78E-B61FD35735C4}"/>
                  </a:ext>
                </a:extLst>
              </p:cNvPr>
              <p:cNvSpPr>
                <a:spLocks noGrp="1"/>
              </p:cNvSpPr>
              <p:nvPr/>
            </p:nvSpPr>
            <p:spPr>
              <a:xfrm rot="0" flipH="0" flipV="0">
                <a:off x="3693005" y="2338215"/>
                <a:ext cx="234807" cy="581168"/>
              </a:xfrm>
              <a:custGeom>
                <a:pathLst>
                  <a:path w="317307" h="785362">
                    <a:moveTo>
                      <a:pt x="0" y="0"/>
                    </a:moveTo>
                    <a:lnTo>
                      <a:pt x="317307" y="785362"/>
                    </a:lnTo>
                  </a:path>
                </a:pathLst>
              </a:custGeom>
              <a:noFill/>
              <a:ln w="3978">
                <a:solidFill>
                  <a:srgbClr val="263238"/>
                </a:solidFill>
                <a:prstDash val="dash"/>
              </a:ln>
            </p:spPr>
          </p:sp>
          <p:sp>
            <p:nvSpPr>
              <p:cNvPr id="17407" name="original-2d:1008">
                <a:extLst>
                  <a:ext uri="{FF2B5EF4-FFF2-40B4-BE49-F238E27FC236}">
                    <ns2:creationId id="{622625D7-2D36-4969-BCC6-61856B76F657}"/>
                  </a:ext>
                </a:extLst>
              </p:cNvPr>
              <p:cNvSpPr>
                <a:spLocks noGrp="1"/>
              </p:cNvSpPr>
              <p:nvPr/>
            </p:nvSpPr>
            <p:spPr>
              <a:xfrm rot="0" flipH="0" flipV="0">
                <a:off x="3650714" y="2295924"/>
                <a:ext cx="84582" cy="84582"/>
              </a:xfrm>
              <a:prstGeom prst="ellipse">
                <a:avLst/>
              </a:prstGeom>
              <a:solidFill>
                <a:srgbClr val="0072B2"/>
              </a:solidFill>
              <a:ln w="3616">
                <a:solidFill>
                  <a:srgbClr val="263238"/>
                </a:solidFill>
                <a:prstDash val="solid"/>
              </a:ln>
            </p:spPr>
          </p:sp>
          <p:sp>
            <p:nvSpPr>
              <p:cNvPr id="17408" name="original-2d:1009">
                <a:extLst>
                  <a:ext uri="{FF2B5EF4-FFF2-40B4-BE49-F238E27FC236}">
                    <ns2:creationId id="{0DFDCB0D-84DA-4900-97D9-CFAFFC063996}"/>
                  </a:ext>
                </a:extLst>
              </p:cNvPr>
              <p:cNvSpPr>
                <a:spLocks noGrp="1"/>
              </p:cNvSpPr>
              <p:nvPr/>
            </p:nvSpPr>
            <p:spPr>
              <a:xfrm rot="0" flipH="0" flipV="0">
                <a:off x="3898913" y="2890484"/>
                <a:ext cx="57798" cy="57798"/>
              </a:xfrm>
              <a:prstGeom prst="ellipse">
                <a:avLst/>
              </a:prstGeom>
              <a:solidFill>
                <a:srgbClr val="0072B2"/>
              </a:solidFill>
              <a:ln w="3616">
                <a:solidFill>
                  <a:srgbClr val="263238"/>
                </a:solidFill>
                <a:prstDash val="solid"/>
              </a:ln>
            </p:spPr>
          </p:sp>
          <p:sp>
            <p:nvSpPr>
              <p:cNvPr id="17409" name="original-2d:1010">
                <a:extLst>
                  <a:ext uri="{FF2B5EF4-FFF2-40B4-BE49-F238E27FC236}">
                    <ns2:creationId id="{781DD7C1-FD7B-42ED-B881-1211153D69B7}"/>
                  </a:ext>
                </a:extLst>
              </p:cNvPr>
              <p:cNvSpPr>
                <a:spLocks noGrp="1"/>
              </p:cNvSpPr>
              <p:nvPr/>
            </p:nvSpPr>
            <p:spPr>
              <a:xfrm rot="0" flipH="0" flipV="0">
                <a:off x="3955076" y="2855153"/>
                <a:ext cx="18483" cy="45747"/>
              </a:xfrm>
              <a:custGeom>
                <a:pathLst>
                  <a:path w="24977" h="61820">
                    <a:moveTo>
                      <a:pt x="24977" y="61820"/>
                    </a:moveTo>
                    <a:lnTo>
                      <a:pt x="0" y="0"/>
                    </a:lnTo>
                  </a:path>
                </a:pathLst>
              </a:custGeom>
              <a:noFill/>
              <a:ln w="2893">
                <a:solidFill>
                  <a:srgbClr val="263238"/>
                </a:solidFill>
                <a:prstDash val="solid"/>
              </a:ln>
            </p:spPr>
          </p:sp>
          <p:sp>
            <p:nvSpPr>
              <p:cNvPr id="17410" name="original-2d:1011">
                <a:extLst>
                  <a:ext uri="{FF2B5EF4-FFF2-40B4-BE49-F238E27FC236}">
                    <ns2:creationId id="{2AFA81BA-4178-47A2-B6BA-3B616FA02E34}"/>
                  </a:ext>
                </a:extLst>
              </p:cNvPr>
              <p:cNvSpPr>
                <a:spLocks noGrp="1"/>
              </p:cNvSpPr>
              <p:nvPr/>
            </p:nvSpPr>
            <p:spPr>
              <a:xfrm rot="0" flipH="0" flipV="0">
                <a:off x="3909329" y="2855153"/>
                <a:ext cx="45747" cy="18483"/>
              </a:xfrm>
              <a:custGeom>
                <a:pathLst>
                  <a:path w="61820" h="24977">
                    <a:moveTo>
                      <a:pt x="61820" y="0"/>
                    </a:moveTo>
                    <a:lnTo>
                      <a:pt x="0" y="24977"/>
                    </a:lnTo>
                  </a:path>
                </a:pathLst>
              </a:custGeom>
              <a:noFill/>
              <a:ln w="2893">
                <a:solidFill>
                  <a:srgbClr val="263238"/>
                </a:solidFill>
                <a:prstDash val="solid"/>
              </a:ln>
            </p:spPr>
          </p:sp>
          <p:sp>
            <p:nvSpPr>
              <p:cNvPr id="17411" name="original-2d:1012">
                <a:extLst>
                  <a:ext uri="{FF2B5EF4-FFF2-40B4-BE49-F238E27FC236}">
                    <ns2:creationId id="{918D8AA4-9A1A-4135-9B42-7149C3E3D362}"/>
                  </a:ext>
                </a:extLst>
              </p:cNvPr>
              <p:cNvSpPr>
                <a:spLocks noGrp="1"/>
              </p:cNvSpPr>
              <p:nvPr/>
            </p:nvSpPr>
            <p:spPr>
              <a:xfrm rot="0" flipH="0" flipV="0">
                <a:off x="4869351" y="1862940"/>
                <a:ext cx="234807" cy="581168"/>
              </a:xfrm>
              <a:custGeom>
                <a:pathLst>
                  <a:path w="317307" h="785362">
                    <a:moveTo>
                      <a:pt x="0" y="0"/>
                    </a:moveTo>
                    <a:lnTo>
                      <a:pt x="317307" y="785362"/>
                    </a:lnTo>
                  </a:path>
                </a:pathLst>
              </a:custGeom>
              <a:noFill/>
              <a:ln w="3978">
                <a:solidFill>
                  <a:srgbClr val="263238"/>
                </a:solidFill>
                <a:prstDash val="dash"/>
              </a:ln>
            </p:spPr>
          </p:sp>
          <p:sp>
            <p:nvSpPr>
              <p:cNvPr id="17412" name="original-2d:1013">
                <a:extLst>
                  <a:ext uri="{FF2B5EF4-FFF2-40B4-BE49-F238E27FC236}">
                    <ns2:creationId id="{7CDB6BDB-D53A-4A09-8039-997C530577FB}"/>
                  </a:ext>
                </a:extLst>
              </p:cNvPr>
              <p:cNvSpPr>
                <a:spLocks noGrp="1"/>
              </p:cNvSpPr>
              <p:nvPr/>
            </p:nvSpPr>
            <p:spPr>
              <a:xfrm rot="0" flipH="0" flipV="0">
                <a:off x="4827060" y="1820649"/>
                <a:ext cx="84582" cy="84582"/>
              </a:xfrm>
              <a:prstGeom prst="ellipse">
                <a:avLst/>
              </a:prstGeom>
              <a:solidFill>
                <a:srgbClr val="CC79A7"/>
              </a:solidFill>
              <a:ln w="3616">
                <a:solidFill>
                  <a:srgbClr val="263238"/>
                </a:solidFill>
                <a:prstDash val="solid"/>
              </a:ln>
            </p:spPr>
          </p:sp>
          <p:sp>
            <p:nvSpPr>
              <p:cNvPr id="17413" name="original-2d:1014">
                <a:extLst>
                  <a:ext uri="{FF2B5EF4-FFF2-40B4-BE49-F238E27FC236}">
                    <ns2:creationId id="{A2708371-2508-4FE3-975D-54206DC61E97}"/>
                  </a:ext>
                </a:extLst>
              </p:cNvPr>
              <p:cNvSpPr>
                <a:spLocks noGrp="1"/>
              </p:cNvSpPr>
              <p:nvPr/>
            </p:nvSpPr>
            <p:spPr>
              <a:xfrm rot="0" flipH="0" flipV="0">
                <a:off x="5075259" y="2415209"/>
                <a:ext cx="57798" cy="57798"/>
              </a:xfrm>
              <a:prstGeom prst="ellipse">
                <a:avLst/>
              </a:prstGeom>
              <a:solidFill>
                <a:srgbClr val="CC79A7"/>
              </a:solidFill>
              <a:ln w="3616">
                <a:solidFill>
                  <a:srgbClr val="263238"/>
                </a:solidFill>
                <a:prstDash val="solid"/>
              </a:ln>
            </p:spPr>
          </p:sp>
          <p:sp>
            <p:nvSpPr>
              <p:cNvPr id="17414" name="original-2d:1015">
                <a:extLst>
                  <a:ext uri="{FF2B5EF4-FFF2-40B4-BE49-F238E27FC236}">
                    <ns2:creationId id="{35E65171-D7DE-47B2-9946-76411642EB08}"/>
                  </a:ext>
                </a:extLst>
              </p:cNvPr>
              <p:cNvSpPr>
                <a:spLocks noGrp="1"/>
              </p:cNvSpPr>
              <p:nvPr/>
            </p:nvSpPr>
            <p:spPr>
              <a:xfrm rot="0" flipH="0" flipV="0">
                <a:off x="5131422" y="2379878"/>
                <a:ext cx="18483" cy="45747"/>
              </a:xfrm>
              <a:custGeom>
                <a:pathLst>
                  <a:path w="24977" h="61820">
                    <a:moveTo>
                      <a:pt x="24977" y="61820"/>
                    </a:moveTo>
                    <a:lnTo>
                      <a:pt x="0" y="0"/>
                    </a:lnTo>
                  </a:path>
                </a:pathLst>
              </a:custGeom>
              <a:noFill/>
              <a:ln w="2893">
                <a:solidFill>
                  <a:srgbClr val="263238"/>
                </a:solidFill>
                <a:prstDash val="solid"/>
              </a:ln>
            </p:spPr>
          </p:sp>
          <p:sp>
            <p:nvSpPr>
              <p:cNvPr id="17415" name="original-2d:1016">
                <a:extLst>
                  <a:ext uri="{FF2B5EF4-FFF2-40B4-BE49-F238E27FC236}">
                    <ns2:creationId id="{B77DE0B0-E5EC-4BC0-A584-91CD5746306D}"/>
                  </a:ext>
                </a:extLst>
              </p:cNvPr>
              <p:cNvSpPr>
                <a:spLocks noGrp="1"/>
              </p:cNvSpPr>
              <p:nvPr/>
            </p:nvSpPr>
            <p:spPr>
              <a:xfrm rot="0" flipH="0" flipV="0">
                <a:off x="5085675" y="2379878"/>
                <a:ext cx="45747" cy="18483"/>
              </a:xfrm>
              <a:custGeom>
                <a:pathLst>
                  <a:path w="61820" h="24977">
                    <a:moveTo>
                      <a:pt x="61820" y="0"/>
                    </a:moveTo>
                    <a:lnTo>
                      <a:pt x="0" y="24977"/>
                    </a:lnTo>
                  </a:path>
                </a:pathLst>
              </a:custGeom>
              <a:noFill/>
              <a:ln w="2893">
                <a:solidFill>
                  <a:srgbClr val="263238"/>
                </a:solidFill>
                <a:prstDash val="solid"/>
              </a:ln>
            </p:spPr>
          </p:sp>
          <p:sp>
            <p:nvSpPr>
              <p:cNvPr id="17416" name="original-2d:1017">
                <a:extLst>
                  <a:ext uri="{FF2B5EF4-FFF2-40B4-BE49-F238E27FC236}">
                    <ns2:creationId id="{3085F786-D6E8-4EC3-AB9E-AC61DAE0C804}"/>
                  </a:ext>
                </a:extLst>
              </p:cNvPr>
              <p:cNvSpPr>
                <a:spLocks noGrp="1"/>
              </p:cNvSpPr>
              <p:nvPr/>
            </p:nvSpPr>
            <p:spPr>
              <a:xfrm rot="0" flipH="0" flipV="0">
                <a:off x="4319927" y="2760958"/>
                <a:ext cx="117248" cy="290199"/>
              </a:xfrm>
              <a:custGeom>
                <a:pathLst>
                  <a:path w="158443" h="392161">
                    <a:moveTo>
                      <a:pt x="158443" y="392161"/>
                    </a:moveTo>
                    <a:lnTo>
                      <a:pt x="0" y="0"/>
                    </a:lnTo>
                  </a:path>
                </a:pathLst>
              </a:custGeom>
              <a:noFill/>
              <a:ln w="3978">
                <a:solidFill>
                  <a:srgbClr val="263238"/>
                </a:solidFill>
                <a:prstDash val="dash"/>
              </a:ln>
            </p:spPr>
          </p:sp>
          <p:sp>
            <p:nvSpPr>
              <p:cNvPr id="17417" name="original-2d:1018">
                <a:extLst>
                  <a:ext uri="{FF2B5EF4-FFF2-40B4-BE49-F238E27FC236}">
                    <ns2:creationId id="{26C692FE-F553-492A-B7BA-A294939D1500}"/>
                  </a:ext>
                </a:extLst>
              </p:cNvPr>
              <p:cNvSpPr>
                <a:spLocks noGrp="1"/>
              </p:cNvSpPr>
              <p:nvPr/>
            </p:nvSpPr>
            <p:spPr>
              <a:xfrm rot="0" flipH="0" flipV="0">
                <a:off x="4394884" y="3008866"/>
                <a:ext cx="84582" cy="84582"/>
              </a:xfrm>
              <a:prstGeom prst="ellipse">
                <a:avLst/>
              </a:prstGeom>
              <a:solidFill>
                <a:srgbClr val="D55E00"/>
              </a:solidFill>
              <a:ln w="3616">
                <a:solidFill>
                  <a:srgbClr val="263238"/>
                </a:solidFill>
                <a:prstDash val="solid"/>
              </a:ln>
            </p:spPr>
          </p:sp>
          <p:sp>
            <p:nvSpPr>
              <p:cNvPr id="17418" name="original-2d:1019">
                <a:extLst>
                  <a:ext uri="{FF2B5EF4-FFF2-40B4-BE49-F238E27FC236}">
                    <ns2:creationId id="{BE99D656-6CEA-43F5-97B5-562267D5DD43}"/>
                  </a:ext>
                </a:extLst>
              </p:cNvPr>
              <p:cNvSpPr>
                <a:spLocks noGrp="1"/>
              </p:cNvSpPr>
              <p:nvPr/>
            </p:nvSpPr>
            <p:spPr>
              <a:xfrm rot="0" flipH="0" flipV="0">
                <a:off x="4291028" y="2732059"/>
                <a:ext cx="57798" cy="57798"/>
              </a:xfrm>
              <a:prstGeom prst="ellipse">
                <a:avLst/>
              </a:prstGeom>
              <a:solidFill>
                <a:srgbClr val="D55E00"/>
              </a:solidFill>
              <a:ln w="3616">
                <a:solidFill>
                  <a:srgbClr val="263238"/>
                </a:solidFill>
                <a:prstDash val="solid"/>
              </a:ln>
            </p:spPr>
          </p:sp>
          <p:sp>
            <p:nvSpPr>
              <p:cNvPr id="17419" name="original-2d:1020">
                <a:extLst>
                  <a:ext uri="{FF2B5EF4-FFF2-40B4-BE49-F238E27FC236}">
                    <ns2:creationId id="{C2EC4A82-1611-4F42-9C6C-E4A3522D6760}"/>
                  </a:ext>
                </a:extLst>
              </p:cNvPr>
              <p:cNvSpPr>
                <a:spLocks noGrp="1"/>
              </p:cNvSpPr>
              <p:nvPr/>
            </p:nvSpPr>
            <p:spPr>
              <a:xfrm rot="0" flipH="0" flipV="0">
                <a:off x="4365674" y="2742475"/>
                <a:ext cx="18483" cy="45747"/>
              </a:xfrm>
              <a:custGeom>
                <a:pathLst>
                  <a:path w="24977" h="61820">
                    <a:moveTo>
                      <a:pt x="0" y="0"/>
                    </a:moveTo>
                    <a:lnTo>
                      <a:pt x="24977" y="61820"/>
                    </a:lnTo>
                  </a:path>
                </a:pathLst>
              </a:custGeom>
              <a:noFill/>
              <a:ln w="2893">
                <a:solidFill>
                  <a:srgbClr val="263238"/>
                </a:solidFill>
                <a:prstDash val="solid"/>
              </a:ln>
            </p:spPr>
          </p:sp>
          <p:sp>
            <p:nvSpPr>
              <p:cNvPr id="17420" name="original-2d:1021">
                <a:extLst>
                  <a:ext uri="{FF2B5EF4-FFF2-40B4-BE49-F238E27FC236}">
                    <ns2:creationId id="{05AF91A9-F9B3-480D-A5F2-B9F37C6C12E0}"/>
                  </a:ext>
                </a:extLst>
              </p:cNvPr>
              <p:cNvSpPr>
                <a:spLocks noGrp="1"/>
              </p:cNvSpPr>
              <p:nvPr/>
            </p:nvSpPr>
            <p:spPr>
              <a:xfrm rot="0" flipH="0" flipV="0">
                <a:off x="4338410" y="2788222"/>
                <a:ext cx="45747" cy="18483"/>
              </a:xfrm>
              <a:custGeom>
                <a:pathLst>
                  <a:path w="61820" h="24977">
                    <a:moveTo>
                      <a:pt x="61820" y="0"/>
                    </a:moveTo>
                    <a:lnTo>
                      <a:pt x="0" y="24977"/>
                    </a:lnTo>
                  </a:path>
                </a:pathLst>
              </a:custGeom>
              <a:noFill/>
              <a:ln w="2893">
                <a:solidFill>
                  <a:srgbClr val="263238"/>
                </a:solidFill>
                <a:prstDash val="solid"/>
              </a:ln>
            </p:spPr>
          </p:sp>
          <p:sp>
            <p:nvSpPr>
              <p:cNvPr id="17421" name="original-2d:1022">
                <a:extLst>
                  <a:ext uri="{FF2B5EF4-FFF2-40B4-BE49-F238E27FC236}">
                    <ns2:creationId id="{4F549789-ED65-4BE1-9786-542B6ABBD6F7}"/>
                  </a:ext>
                </a:extLst>
              </p:cNvPr>
              <p:cNvSpPr>
                <a:spLocks noGrp="1"/>
              </p:cNvSpPr>
              <p:nvPr/>
            </p:nvSpPr>
            <p:spPr>
              <a:xfrm rot="0" flipH="0" flipV="0">
                <a:off x="4712042" y="2602533"/>
                <a:ext cx="117248" cy="290199"/>
              </a:xfrm>
              <a:custGeom>
                <a:pathLst>
                  <a:path w="158443" h="392161">
                    <a:moveTo>
                      <a:pt x="158443" y="392161"/>
                    </a:moveTo>
                    <a:lnTo>
                      <a:pt x="0" y="0"/>
                    </a:lnTo>
                  </a:path>
                </a:pathLst>
              </a:custGeom>
              <a:noFill/>
              <a:ln w="3978">
                <a:solidFill>
                  <a:srgbClr val="263238"/>
                </a:solidFill>
                <a:prstDash val="dash"/>
              </a:ln>
            </p:spPr>
          </p:sp>
          <p:sp>
            <p:nvSpPr>
              <p:cNvPr id="17422" name="original-2d:1023">
                <a:extLst>
                  <a:ext uri="{FF2B5EF4-FFF2-40B4-BE49-F238E27FC236}">
                    <ns2:creationId id="{55AFFA3C-F53B-4D81-88D0-9A4A602D68BE}"/>
                  </a:ext>
                </a:extLst>
              </p:cNvPr>
              <p:cNvSpPr>
                <a:spLocks noGrp="1"/>
              </p:cNvSpPr>
              <p:nvPr/>
            </p:nvSpPr>
            <p:spPr>
              <a:xfrm rot="0" flipH="0" flipV="0">
                <a:off x="4786999" y="2850441"/>
                <a:ext cx="84582" cy="84582"/>
              </a:xfrm>
              <a:prstGeom prst="ellipse">
                <a:avLst/>
              </a:prstGeom>
              <a:solidFill>
                <a:srgbClr val="009E73"/>
              </a:solidFill>
              <a:ln w="3616">
                <a:solidFill>
                  <a:srgbClr val="263238"/>
                </a:solidFill>
                <a:prstDash val="solid"/>
              </a:ln>
            </p:spPr>
          </p:sp>
          <p:sp>
            <p:nvSpPr>
              <p:cNvPr id="17423" name="original-2d:1024">
                <a:extLst>
                  <a:ext uri="{FF2B5EF4-FFF2-40B4-BE49-F238E27FC236}">
                    <ns2:creationId id="{E64E0F07-FDF1-4B1F-A1C2-C32BC5D347F5}"/>
                  </a:ext>
                </a:extLst>
              </p:cNvPr>
              <p:cNvSpPr>
                <a:spLocks noGrp="1"/>
              </p:cNvSpPr>
              <p:nvPr/>
            </p:nvSpPr>
            <p:spPr>
              <a:xfrm rot="0" flipH="0" flipV="0">
                <a:off x="4683144" y="2573634"/>
                <a:ext cx="57798" cy="57798"/>
              </a:xfrm>
              <a:prstGeom prst="ellipse">
                <a:avLst/>
              </a:prstGeom>
              <a:solidFill>
                <a:srgbClr val="009E73"/>
              </a:solidFill>
              <a:ln w="3616">
                <a:solidFill>
                  <a:srgbClr val="263238"/>
                </a:solidFill>
                <a:prstDash val="solid"/>
              </a:ln>
            </p:spPr>
          </p:sp>
          <p:sp>
            <p:nvSpPr>
              <p:cNvPr id="17424" name="original-2d:1025">
                <a:extLst>
                  <a:ext uri="{FF2B5EF4-FFF2-40B4-BE49-F238E27FC236}">
                    <ns2:creationId id="{333AAEE1-7B59-48B8-8A62-844E3FB6326A}"/>
                  </a:ext>
                </a:extLst>
              </p:cNvPr>
              <p:cNvSpPr>
                <a:spLocks noGrp="1"/>
              </p:cNvSpPr>
              <p:nvPr/>
            </p:nvSpPr>
            <p:spPr>
              <a:xfrm rot="0" flipH="0" flipV="0">
                <a:off x="4757789" y="2584050"/>
                <a:ext cx="18483" cy="45747"/>
              </a:xfrm>
              <a:custGeom>
                <a:pathLst>
                  <a:path w="24977" h="61820">
                    <a:moveTo>
                      <a:pt x="0" y="0"/>
                    </a:moveTo>
                    <a:lnTo>
                      <a:pt x="24977" y="61820"/>
                    </a:lnTo>
                  </a:path>
                </a:pathLst>
              </a:custGeom>
              <a:noFill/>
              <a:ln w="2893">
                <a:solidFill>
                  <a:srgbClr val="263238"/>
                </a:solidFill>
                <a:prstDash val="solid"/>
              </a:ln>
            </p:spPr>
          </p:sp>
          <p:sp>
            <p:nvSpPr>
              <p:cNvPr id="17425" name="original-2d:1026">
                <a:extLst>
                  <a:ext uri="{FF2B5EF4-FFF2-40B4-BE49-F238E27FC236}">
                    <ns2:creationId id="{7455C3FD-5D53-41B0-B388-53197D624BD3}"/>
                  </a:ext>
                </a:extLst>
              </p:cNvPr>
              <p:cNvSpPr>
                <a:spLocks noGrp="1"/>
              </p:cNvSpPr>
              <p:nvPr/>
            </p:nvSpPr>
            <p:spPr>
              <a:xfrm rot="0" flipH="0" flipV="0">
                <a:off x="4730525" y="2629797"/>
                <a:ext cx="45747" cy="18483"/>
              </a:xfrm>
              <a:custGeom>
                <a:pathLst>
                  <a:path w="61820" h="24977">
                    <a:moveTo>
                      <a:pt x="61820" y="0"/>
                    </a:moveTo>
                    <a:lnTo>
                      <a:pt x="0" y="24977"/>
                    </a:lnTo>
                  </a:path>
                </a:pathLst>
              </a:custGeom>
              <a:noFill/>
              <a:ln w="2893">
                <a:solidFill>
                  <a:srgbClr val="263238"/>
                </a:solidFill>
                <a:prstDash val="solid"/>
              </a:ln>
            </p:spPr>
          </p:sp>
          <p:sp>
            <p:nvSpPr>
              <p:cNvPr id="17426" name="original-2d:1027">
                <a:extLst>
                  <a:ext uri="{FF2B5EF4-FFF2-40B4-BE49-F238E27FC236}">
                    <ns2:creationId id="{91824D01-9EC8-4F09-9587-51434F50910E}"/>
                  </a:ext>
                </a:extLst>
              </p:cNvPr>
              <p:cNvSpPr>
                <a:spLocks noGrp="1"/>
              </p:cNvSpPr>
              <p:nvPr/>
            </p:nvSpPr>
            <p:spPr>
              <a:xfrm rot="0" flipH="0" flipV="0">
                <a:off x="4453890" y="3381375"/>
                <a:ext cx="705" cy="259080"/>
              </a:xfrm>
              <a:custGeom>
                <a:pathLst>
                  <a:path w="953" h="161925">
                    <a:moveTo>
                      <a:pt x="0" y="0"/>
                    </a:moveTo>
                    <a:lnTo>
                      <a:pt x="0" y="161925"/>
                    </a:lnTo>
                  </a:path>
                </a:pathLst>
              </a:custGeom>
              <a:noFill/>
              <a:ln w="5424">
                <a:solidFill>
                  <a:srgbClr val="91A5B4"/>
                </a:solidFill>
                <a:prstDash val="solid"/>
              </a:ln>
            </p:spPr>
          </p:sp>
          <p:sp>
            <p:nvSpPr>
              <p:cNvPr id="17427" name="original-2d:1028">
                <a:extLst>
                  <a:ext uri="{FF2B5EF4-FFF2-40B4-BE49-F238E27FC236}">
                    <ns2:creationId id="{462FE025-FB67-4998-BE72-C8755C94AB30}"/>
                  </a:ext>
                </a:extLst>
              </p:cNvPr>
              <p:cNvSpPr>
                <a:spLocks noGrp="1"/>
              </p:cNvSpPr>
              <p:nvPr/>
            </p:nvSpPr>
            <p:spPr>
              <a:xfrm rot="0" flipH="0" flipV="0">
                <a:off x="4435705" y="3549015"/>
                <a:ext cx="36370" cy="91440"/>
              </a:xfrm>
              <a:custGeom>
                <a:pathLst>
                  <a:path w="49149" h="57150">
                    <a:moveTo>
                      <a:pt x="24575" y="57150"/>
                    </a:moveTo>
                    <a:lnTo>
                      <a:pt x="49149" y="0"/>
                    </a:lnTo>
                    <a:lnTo>
                      <a:pt x="0" y="0"/>
                    </a:lnTo>
                    <a:close/>
                  </a:path>
                </a:pathLst>
              </a:custGeom>
              <a:solidFill>
                <a:srgbClr val="91A5B4"/>
              </a:solidFill>
              <a:ln w="0">
                <a:noFill/>
                <a:prstDash val="solid"/>
              </a:ln>
            </p:spPr>
          </p:sp>
          <p:sp>
            <p:nvSpPr>
              <p:cNvPr id="17428" name="original-2d:1029">
                <a:extLst>
                  <a:ext uri="{FF2B5EF4-FFF2-40B4-BE49-F238E27FC236}">
                    <ns2:creationId id="{4E9B7334-95AA-48F1-BC33-4BAFC99C088C}"/>
                  </a:ext>
                </a:extLst>
              </p:cNvPr>
              <p:cNvSpPr>
                <a:spLocks noGrp="1"/>
              </p:cNvSpPr>
              <p:nvPr/>
            </p:nvSpPr>
            <p:spPr>
              <a:xfrm rot="0" flipH="0" flipV="0">
                <a:off x="3474720" y="3878580"/>
                <a:ext cx="1807274" cy="715"/>
              </a:xfrm>
              <a:custGeom>
                <a:pathLst>
                  <a:path w="3409950" h="953">
                    <a:moveTo>
                      <a:pt x="0" y="0"/>
                    </a:moveTo>
                    <a:lnTo>
                      <a:pt x="3409950" y="0"/>
                    </a:lnTo>
                  </a:path>
                </a:pathLst>
              </a:custGeom>
              <a:noFill/>
              <a:ln w="4143">
                <a:solidFill>
                  <a:srgbClr val="263238"/>
                </a:solidFill>
                <a:prstDash val="solid"/>
              </a:ln>
            </p:spPr>
          </p:sp>
          <p:sp>
            <p:nvSpPr>
              <p:cNvPr id="17429" name="original-2d:1030">
                <a:extLst>
                  <a:ext uri="{FF2B5EF4-FFF2-40B4-BE49-F238E27FC236}">
                    <ns2:creationId id="{2CFD9F54-4B5F-453A-A101-E3085AAF787E}"/>
                  </a:ext>
                </a:extLst>
              </p:cNvPr>
              <p:cNvSpPr>
                <a:spLocks noGrp="1"/>
              </p:cNvSpPr>
              <p:nvPr/>
            </p:nvSpPr>
            <p:spPr>
              <a:xfrm rot="0" flipH="0" flipV="0">
                <a:off x="5236559" y="3850934"/>
                <a:ext cx="45434" cy="55293"/>
              </a:xfrm>
              <a:custGeom>
                <a:pathLst>
                  <a:path w="85725" h="73724">
                    <a:moveTo>
                      <a:pt x="85725" y="36862"/>
                    </a:moveTo>
                    <a:lnTo>
                      <a:pt x="0" y="0"/>
                    </a:lnTo>
                    <a:lnTo>
                      <a:pt x="0" y="73724"/>
                    </a:lnTo>
                    <a:close/>
                  </a:path>
                </a:pathLst>
              </a:custGeom>
              <a:solidFill>
                <a:srgbClr val="263238"/>
              </a:solidFill>
              <a:ln w="0">
                <a:noFill/>
                <a:prstDash val="solid"/>
              </a:ln>
            </p:spPr>
          </p:sp>
          <p:sp>
            <p:nvSpPr>
              <p:cNvPr id="17430" name="original-2d:1031">
                <a:extLst>
                  <a:ext uri="{FF2B5EF4-FFF2-40B4-BE49-F238E27FC236}">
                    <ns2:creationId id="{02476097-4B2C-4CEF-B124-42EA68BA2704}"/>
                  </a:ext>
                </a:extLst>
              </p:cNvPr>
              <p:cNvSpPr>
                <a:spLocks noGrp="1"/>
              </p:cNvSpPr>
              <p:nvPr/>
            </p:nvSpPr>
            <p:spPr>
              <a:xfrm rot="0" flipH="0" flipV="0">
                <a:off x="3457219" y="3774996"/>
                <a:ext cx="216738" cy="207169"/>
              </a:xfrm>
              <a:prstGeom prst="rect">
                <a:avLst/>
              </a:prstGeom>
              <a:solidFill>
                <a:srgbClr val="0072B2"/>
              </a:solidFill>
              <a:ln w="2072">
                <a:solidFill>
                  <a:srgbClr val="263238"/>
                </a:solidFill>
                <a:prstDash val="solid"/>
              </a:ln>
            </p:spPr>
          </p:sp>
          <p:sp>
            <p:nvSpPr>
              <p:cNvPr id="17431" name="original-2d:1032">
                <a:extLst>
                  <a:ext uri="{FF2B5EF4-FFF2-40B4-BE49-F238E27FC236}">
                    <ns2:creationId id="{8962B97D-4BC8-44BA-8AED-ADD6DD3FC0F0}"/>
                  </a:ext>
                </a:extLst>
              </p:cNvPr>
              <p:cNvSpPr>
                <a:spLocks noGrp="1"/>
              </p:cNvSpPr>
              <p:nvPr/>
            </p:nvSpPr>
            <p:spPr>
              <a:xfrm rot="0" flipH="0" flipV="0">
                <a:off x="3550444" y="3857149"/>
                <a:ext cx="30290" cy="42863"/>
              </a:xfrm>
              <a:prstGeom prst="ellipse">
                <a:avLst/>
              </a:prstGeom>
              <a:solidFill>
                <a:srgbClr val="263238"/>
              </a:solidFill>
              <a:ln w="0">
                <a:noFill/>
                <a:prstDash val="solid"/>
              </a:ln>
            </p:spPr>
          </p:sp>
          <p:sp>
            <p:nvSpPr>
              <p:cNvPr id="17432" name="original-2d:1033">
                <a:extLst>
                  <a:ext uri="{FF2B5EF4-FFF2-40B4-BE49-F238E27FC236}">
                    <ns2:creationId id="{2A21B198-9BF7-44CD-9585-14C6689B126B}"/>
                  </a:ext>
                </a:extLst>
              </p:cNvPr>
              <p:cNvSpPr>
                <a:spLocks noGrp="1"/>
              </p:cNvSpPr>
              <p:nvPr/>
            </p:nvSpPr>
            <p:spPr>
              <a:xfrm rot="0" flipH="0" flipV="0">
                <a:off x="3999065" y="3774996"/>
                <a:ext cx="216738" cy="207169"/>
              </a:xfrm>
              <a:prstGeom prst="rect">
                <a:avLst/>
              </a:prstGeom>
              <a:solidFill>
                <a:srgbClr val="D55E00"/>
              </a:solidFill>
              <a:ln w="2072">
                <a:solidFill>
                  <a:srgbClr val="263238"/>
                </a:solidFill>
                <a:prstDash val="solid"/>
              </a:ln>
            </p:spPr>
          </p:sp>
          <p:sp>
            <p:nvSpPr>
              <p:cNvPr id="17433" name="original-2d:1034">
                <a:extLst>
                  <a:ext uri="{FF2B5EF4-FFF2-40B4-BE49-F238E27FC236}">
                    <ns2:creationId id="{03012EBC-F1EC-4882-863C-51E3BF193D01}"/>
                  </a:ext>
                </a:extLst>
              </p:cNvPr>
              <p:cNvSpPr>
                <a:spLocks noGrp="1"/>
              </p:cNvSpPr>
              <p:nvPr/>
            </p:nvSpPr>
            <p:spPr>
              <a:xfrm rot="0" flipH="0" flipV="0">
                <a:off x="4092289" y="3857149"/>
                <a:ext cx="30290" cy="42863"/>
              </a:xfrm>
              <a:prstGeom prst="ellipse">
                <a:avLst/>
              </a:prstGeom>
              <a:solidFill>
                <a:srgbClr val="263238"/>
              </a:solidFill>
              <a:ln w="0">
                <a:noFill/>
                <a:prstDash val="solid"/>
              </a:ln>
            </p:spPr>
          </p:sp>
          <p:sp>
            <p:nvSpPr>
              <p:cNvPr id="17434" name="original-2d:1035">
                <a:extLst>
                  <a:ext uri="{FF2B5EF4-FFF2-40B4-BE49-F238E27FC236}">
                    <ns2:creationId id="{4811E385-6F1E-4C74-8BB3-4C334CE15392}"/>
                  </a:ext>
                </a:extLst>
              </p:cNvPr>
              <p:cNvSpPr>
                <a:spLocks noGrp="1"/>
              </p:cNvSpPr>
              <p:nvPr/>
            </p:nvSpPr>
            <p:spPr>
              <a:xfrm rot="0" flipH="0" flipV="0">
                <a:off x="4540910" y="3774996"/>
                <a:ext cx="216738" cy="207169"/>
              </a:xfrm>
              <a:prstGeom prst="rect">
                <a:avLst/>
              </a:prstGeom>
              <a:solidFill>
                <a:srgbClr val="009E73"/>
              </a:solidFill>
              <a:ln w="2072">
                <a:solidFill>
                  <a:srgbClr val="263238"/>
                </a:solidFill>
                <a:prstDash val="solid"/>
              </a:ln>
            </p:spPr>
          </p:sp>
          <p:sp>
            <p:nvSpPr>
              <p:cNvPr id="17435" name="original-2d:1036">
                <a:extLst>
                  <a:ext uri="{FF2B5EF4-FFF2-40B4-BE49-F238E27FC236}">
                    <ns2:creationId id="{35F8847F-EAF3-45A4-B70E-92E890E0B4E4}"/>
                  </a:ext>
                </a:extLst>
              </p:cNvPr>
              <p:cNvSpPr>
                <a:spLocks noGrp="1"/>
              </p:cNvSpPr>
              <p:nvPr/>
            </p:nvSpPr>
            <p:spPr>
              <a:xfrm rot="0" flipH="0" flipV="0">
                <a:off x="4634135" y="3857149"/>
                <a:ext cx="30290" cy="42863"/>
              </a:xfrm>
              <a:prstGeom prst="ellipse">
                <a:avLst/>
              </a:prstGeom>
              <a:solidFill>
                <a:srgbClr val="263238"/>
              </a:solidFill>
              <a:ln w="0">
                <a:noFill/>
                <a:prstDash val="solid"/>
              </a:ln>
            </p:spPr>
          </p:sp>
          <p:sp>
            <p:nvSpPr>
              <p:cNvPr id="17436" name="original-2d:1037">
                <a:extLst>
                  <a:ext uri="{FF2B5EF4-FFF2-40B4-BE49-F238E27FC236}">
                    <ns2:creationId id="{47262210-332F-40AC-94A3-DAE8247038E9}"/>
                  </a:ext>
                </a:extLst>
              </p:cNvPr>
              <p:cNvSpPr>
                <a:spLocks noGrp="1"/>
              </p:cNvSpPr>
              <p:nvPr/>
            </p:nvSpPr>
            <p:spPr>
              <a:xfrm rot="0" flipH="0" flipV="0">
                <a:off x="5082756" y="3774996"/>
                <a:ext cx="216738" cy="207169"/>
              </a:xfrm>
              <a:prstGeom prst="rect">
                <a:avLst/>
              </a:prstGeom>
              <a:solidFill>
                <a:srgbClr val="CC79A7"/>
              </a:solidFill>
              <a:ln w="2072">
                <a:solidFill>
                  <a:srgbClr val="263238"/>
                </a:solidFill>
                <a:prstDash val="solid"/>
              </a:ln>
            </p:spPr>
          </p:sp>
          <p:sp>
            <p:nvSpPr>
              <p:cNvPr id="17437" name="original-2d:1038">
                <a:extLst>
                  <a:ext uri="{FF2B5EF4-FFF2-40B4-BE49-F238E27FC236}">
                    <ns2:creationId id="{87A92578-982F-49A8-A4BE-00B3CC2C775E}"/>
                  </a:ext>
                </a:extLst>
              </p:cNvPr>
              <p:cNvSpPr>
                <a:spLocks noGrp="1"/>
              </p:cNvSpPr>
              <p:nvPr/>
            </p:nvSpPr>
            <p:spPr>
              <a:xfrm rot="0" flipH="0" flipV="0">
                <a:off x="5175980" y="3857149"/>
                <a:ext cx="30290" cy="42863"/>
              </a:xfrm>
              <a:prstGeom prst="ellipse">
                <a:avLst/>
              </a:prstGeom>
              <a:solidFill>
                <a:srgbClr val="263238"/>
              </a:solidFill>
              <a:ln w="0">
                <a:noFill/>
                <a:prstDash val="solid"/>
              </a:ln>
            </p:spPr>
          </p:sp>
          <p:sp>
            <p:nvSpPr>
              <p:cNvPr id="17438" name="original-2d:1039">
                <a:extLst>
                  <a:ext uri="{FF2B5EF4-FFF2-40B4-BE49-F238E27FC236}">
                    <ns2:creationId id="{8692CF3E-6D18-4FE5-B563-5AB0C77AF386}"/>
                  </a:ext>
                </a:extLst>
              </p:cNvPr>
              <p:cNvSpPr>
                <a:spLocks noGrp="1"/>
              </p:cNvSpPr>
              <p:nvPr/>
            </p:nvSpPr>
            <p:spPr>
              <a:xfrm rot="0" flipH="0" flipV="0">
                <a:off x="5332476" y="3735705"/>
                <a:ext cx="156496" cy="257175"/>
              </a:xfrm>
              <a:prstGeom prst="rect">
                <a:avLst/>
              </a:prstGeom>
              <a:noFill/>
              <a:ln w="0">
                <a:noFill/>
                <a:prstDash val="solid"/>
              </a:ln>
            </p:spPr>
            <p:txBody>
              <a:bodyPr wrap="none" lIns="0" tIns="0" rIns="0" bIns="0" anchor="ctr">
                <a:normAutofit fontScale="100000"/>
              </a:bodyPr>
              <a:lstStyle>
                <a:defPPr algn="ctr">
                  <a:defRPr sz="808" b="0">
                    <a:solidFill>
                      <a:srgbClr val="7B8790"/>
                    </a:solidFill>
                    <a:latin typeface="Arial"/>
                    <a:ea typeface="Arial"/>
                    <a:cs typeface="Arial"/>
                  </a:defRPr>
                </a:defPPr>
                <a:lvl1pPr algn="ctr">
                  <a:defRPr sz="808" b="0">
                    <a:solidFill>
                      <a:srgbClr val="7B8790"/>
                    </a:solidFill>
                    <a:latin typeface="Arial"/>
                    <a:ea typeface="Arial"/>
                    <a:cs typeface="Arial"/>
                  </a:defRPr>
                </a:lvl1pPr>
                <a:lvl2pPr algn="ctr">
                  <a:defRPr sz="808" b="0">
                    <a:solidFill>
                      <a:srgbClr val="7B8790"/>
                    </a:solidFill>
                    <a:latin typeface="Arial"/>
                    <a:ea typeface="Arial"/>
                    <a:cs typeface="Arial"/>
                  </a:defRPr>
                </a:lvl2pPr>
                <a:lvl3pPr algn="ctr">
                  <a:defRPr sz="808" b="0">
                    <a:solidFill>
                      <a:srgbClr val="7B8790"/>
                    </a:solidFill>
                    <a:latin typeface="Arial"/>
                    <a:ea typeface="Arial"/>
                    <a:cs typeface="Arial"/>
                  </a:defRPr>
                </a:lvl3pPr>
                <a:lvl4pPr algn="ctr">
                  <a:defRPr sz="808" b="0">
                    <a:solidFill>
                      <a:srgbClr val="7B8790"/>
                    </a:solidFill>
                    <a:latin typeface="Arial"/>
                    <a:ea typeface="Arial"/>
                    <a:cs typeface="Arial"/>
                  </a:defRPr>
                </a:lvl4pPr>
                <a:lvl5pPr algn="ctr">
                  <a:defRPr sz="808" b="0">
                    <a:solidFill>
                      <a:srgbClr val="7B8790"/>
                    </a:solidFill>
                    <a:latin typeface="Arial"/>
                    <a:ea typeface="Arial"/>
                    <a:cs typeface="Arial"/>
                  </a:defRPr>
                </a:lvl5pPr>
                <a:lvl6pPr algn="ctr">
                  <a:defRPr sz="808" b="0">
                    <a:solidFill>
                      <a:srgbClr val="7B8790"/>
                    </a:solidFill>
                    <a:latin typeface="Arial"/>
                    <a:ea typeface="Arial"/>
                    <a:cs typeface="Arial"/>
                  </a:defRPr>
                </a:lvl6pPr>
                <a:lvl7pPr algn="ctr">
                  <a:defRPr sz="808" b="0">
                    <a:solidFill>
                      <a:srgbClr val="7B8790"/>
                    </a:solidFill>
                    <a:latin typeface="Arial"/>
                    <a:ea typeface="Arial"/>
                    <a:cs typeface="Arial"/>
                  </a:defRPr>
                </a:lvl7pPr>
                <a:lvl8pPr algn="ctr">
                  <a:defRPr sz="808" b="0">
                    <a:solidFill>
                      <a:srgbClr val="7B8790"/>
                    </a:solidFill>
                    <a:latin typeface="Arial"/>
                    <a:ea typeface="Arial"/>
                    <a:cs typeface="Arial"/>
                  </a:defRPr>
                </a:lvl8pPr>
                <a:lvl9pPr algn="ctr">
                  <a:defRPr sz="808" b="0">
                    <a:solidFill>
                      <a:srgbClr val="7B8790"/>
                    </a:solidFill>
                    <a:latin typeface="Arial"/>
                    <a:ea typeface="Arial"/>
                    <a:cs typeface="Arial"/>
                  </a:defRPr>
                </a:lvl9pPr>
              </a:lstStyle>
              <a:p>
                <a:pPr algn="ctr">
                  <a:buNone/>
                  <a:defRPr sz="808" b="0">
                    <a:solidFill>
                      <a:srgbClr val="7B8790"/>
                    </a:solidFill>
                    <a:latin typeface="Arial"/>
                    <a:ea typeface="Arial"/>
                    <a:cs typeface="Arial"/>
                  </a:defRPr>
                </a:pPr>
                <a:r>
                  <a:rPr sz="808" b="0">
                    <a:solidFill>
                      <a:srgbClr val="7B8790"/>
                    </a:solidFill>
                    <a:latin typeface="Arial"/>
                    <a:ea typeface="Arial"/>
                    <a:cs typeface="Arial"/>
                  </a:rPr>
                  <a:t>d</a:t>
                </a:r>
              </a:p>
            </p:txBody>
          </p:sp>
          <p:sp>
            <p:nvSpPr>
              <p:cNvPr id="20001" name="projection-3d:source-239">
                <a:extLst>
                  <a:ext uri="{FF2B5EF4-FFF2-40B4-BE49-F238E27FC236}">
                    <ns2:creationId id="{1EB70888-48AE-462E-9637-2E52ACAB14AE}"/>
                  </a:ext>
                </a:extLst>
              </p:cNvPr>
              <p:cNvSpPr>
                <a:spLocks noGrp="1"/>
              </p:cNvSpPr>
              <p:nvPr/>
            </p:nvSpPr>
            <p:spPr>
              <a:xfrm>
                <a:off x="6003661" y="2698775"/>
                <a:ext cx="82205" cy="377236"/>
              </a:xfrm>
              <a:prstGeom prst="line">
                <a:avLst/>
              </a:prstGeom>
              <a:ln w="2645">
                <a:solidFill>
                  <a:srgbClr val="0072B2">
                    <a:alpha val="96000"/>
                  </a:srgbClr>
                </a:solidFill>
                <a:prstDash val="dash"/>
              </a:ln>
            </p:spPr>
          </p:sp>
          <p:sp>
            <p:nvSpPr>
              <p:cNvPr id="20002" name="projection-3d:source-240">
                <a:extLst>
                  <a:ext uri="{FF2B5EF4-FFF2-40B4-BE49-F238E27FC236}">
                    <ns2:creationId id="{5359030C-D69E-40A1-AD24-355662AEC633}"/>
                  </a:ext>
                </a:extLst>
              </p:cNvPr>
              <p:cNvSpPr>
                <a:spLocks noGrp="1"/>
              </p:cNvSpPr>
              <p:nvPr/>
            </p:nvSpPr>
            <p:spPr>
              <a:xfrm>
                <a:off x="5997429" y="2690825"/>
                <a:ext cx="12463" cy="15901"/>
              </a:xfrm>
              <a:prstGeom prst="ellipse">
                <a:avLst/>
              </a:prstGeom>
              <a:solidFill>
                <a:srgbClr val="0072B2">
                  <a:alpha val="95000"/>
                </a:srgbClr>
              </a:solidFill>
              <a:ln>
                <a:noFill/>
              </a:ln>
            </p:spPr>
            <p:txBody>
              <a:bodyPr anchor="ctr"/>
              <a:lstStyle/>
              <a:p>
                <a:pPr algn="ctr">
                  <a:buNone/>
                </a:pPr>
              </a:p>
            </p:txBody>
          </p:sp>
          <p:sp>
            <p:nvSpPr>
              <p:cNvPr id="20003" name="projection-3d:source-241">
                <a:extLst>
                  <a:ext uri="{FF2B5EF4-FFF2-40B4-BE49-F238E27FC236}">
                    <ns2:creationId id="{9EB4629C-E0EE-4FD8-82DA-B2C244D4E3BA}"/>
                  </a:ext>
                </a:extLst>
              </p:cNvPr>
              <p:cNvSpPr>
                <a:spLocks noGrp="1"/>
              </p:cNvSpPr>
              <p:nvPr/>
            </p:nvSpPr>
            <p:spPr>
              <a:xfrm>
                <a:off x="5648325" y="1666875"/>
                <a:ext cx="486598" cy="1434511"/>
              </a:xfrm>
              <a:custGeom>
                <a:rect l="l" t="t" r="r" b="b"/>
                <a:pathLst>
                  <a:path w="367" h="848">
                    <a:moveTo>
                      <a:pt x="0" y="0"/>
                    </a:moveTo>
                    <a:moveTo>
                      <a:pt x="296" y="835"/>
                    </a:moveTo>
                    <a:lnTo>
                      <a:pt x="326" y="819"/>
                    </a:lnTo>
                    <a:lnTo>
                      <a:pt x="367" y="832"/>
                    </a:lnTo>
                    <a:lnTo>
                      <a:pt x="332" y="848"/>
                    </a:lnTo>
                    <a:close/>
                  </a:path>
                </a:pathLst>
              </a:custGeom>
              <a:solidFill>
                <a:srgbClr val="0072B2">
                  <a:alpha val="100000"/>
                </a:srgbClr>
              </a:solidFill>
              <a:ln>
                <a:noFill/>
              </a:ln>
            </p:spPr>
            <p:txBody>
              <a:bodyPr anchor="ctr"/>
              <a:lstStyle/>
              <a:p>
                <a:pPr algn="ctr">
                  <a:buNone/>
                </a:pPr>
              </a:p>
            </p:txBody>
          </p:sp>
          <p:sp>
            <p:nvSpPr>
              <p:cNvPr id="20004" name="projection-3d:source-242">
                <a:extLst>
                  <a:ext uri="{FF2B5EF4-FFF2-40B4-BE49-F238E27FC236}">
                    <ns2:creationId id="{A87A74FA-41D2-4C5F-A417-4FB1BACAFAF4}"/>
                  </a:ext>
                </a:extLst>
              </p:cNvPr>
              <p:cNvSpPr>
                <a:spLocks noGrp="1"/>
              </p:cNvSpPr>
              <p:nvPr/>
            </p:nvSpPr>
            <p:spPr>
              <a:xfrm flipH="1">
                <a:off x="6507495" y="2761366"/>
                <a:ext cx="31821" cy="150556"/>
              </a:xfrm>
              <a:prstGeom prst="line">
                <a:avLst/>
              </a:prstGeom>
              <a:ln w="2645">
                <a:solidFill>
                  <a:srgbClr val="DD7D32">
                    <a:alpha val="96000"/>
                  </a:srgbClr>
                </a:solidFill>
                <a:prstDash val="dash"/>
              </a:ln>
            </p:spPr>
          </p:sp>
          <p:sp>
            <p:nvSpPr>
              <p:cNvPr id="20005" name="projection-3d:source-243">
                <a:extLst>
                  <a:ext uri="{FF2B5EF4-FFF2-40B4-BE49-F238E27FC236}">
                    <ns2:creationId id="{DA15ED62-4112-4EBE-BEC9-50FD1B0A64B0}"/>
                  </a:ext>
                </a:extLst>
              </p:cNvPr>
              <p:cNvSpPr>
                <a:spLocks noGrp="1"/>
              </p:cNvSpPr>
              <p:nvPr/>
            </p:nvSpPr>
            <p:spPr>
              <a:xfrm>
                <a:off x="6533085" y="2753415"/>
                <a:ext cx="12463" cy="15901"/>
              </a:xfrm>
              <a:prstGeom prst="ellipse">
                <a:avLst/>
              </a:prstGeom>
              <a:solidFill>
                <a:srgbClr val="DD7D32">
                  <a:alpha val="95000"/>
                </a:srgbClr>
              </a:solidFill>
              <a:ln>
                <a:noFill/>
              </a:ln>
            </p:spPr>
            <p:txBody>
              <a:bodyPr anchor="ctr"/>
              <a:lstStyle/>
              <a:p>
                <a:pPr algn="ctr">
                  <a:buNone/>
                </a:pPr>
              </a:p>
            </p:txBody>
          </p:sp>
          <p:sp>
            <p:nvSpPr>
              <p:cNvPr id="20006" name="projection-3d:source-244">
                <a:extLst>
                  <a:ext uri="{FF2B5EF4-FFF2-40B4-BE49-F238E27FC236}">
                    <ns2:creationId id="{1D5845AE-2673-4556-8078-12F2FC703E0A}"/>
                  </a:ext>
                </a:extLst>
              </p:cNvPr>
              <p:cNvSpPr>
                <a:spLocks noGrp="1"/>
              </p:cNvSpPr>
              <p:nvPr/>
            </p:nvSpPr>
            <p:spPr>
              <a:xfrm>
                <a:off x="5648325" y="1666875"/>
                <a:ext cx="908228" cy="1270422"/>
              </a:xfrm>
              <a:custGeom>
                <a:rect l="l" t="t" r="r" b="b"/>
                <a:pathLst>
                  <a:path w="685" h="751">
                    <a:moveTo>
                      <a:pt x="0" y="0"/>
                    </a:moveTo>
                    <a:moveTo>
                      <a:pt x="614" y="738"/>
                    </a:moveTo>
                    <a:lnTo>
                      <a:pt x="644" y="722"/>
                    </a:lnTo>
                    <a:lnTo>
                      <a:pt x="685" y="735"/>
                    </a:lnTo>
                    <a:lnTo>
                      <a:pt x="650" y="751"/>
                    </a:lnTo>
                    <a:close/>
                  </a:path>
                </a:pathLst>
              </a:custGeom>
              <a:solidFill>
                <a:srgbClr val="DD7D32">
                  <a:alpha val="100000"/>
                </a:srgbClr>
              </a:solidFill>
              <a:ln>
                <a:noFill/>
              </a:ln>
            </p:spPr>
            <p:txBody>
              <a:bodyPr anchor="ctr"/>
              <a:lstStyle/>
              <a:p>
                <a:pPr algn="ctr">
                  <a:buNone/>
                </a:pPr>
              </a:p>
            </p:txBody>
          </p:sp>
          <p:sp>
            <p:nvSpPr>
              <p:cNvPr id="20007" name="projection-3d:source-245">
                <a:extLst>
                  <a:ext uri="{FF2B5EF4-FFF2-40B4-BE49-F238E27FC236}">
                    <ns2:creationId id="{017B340A-7B93-4FD3-B707-30B6369F40DF}"/>
                  </a:ext>
                </a:extLst>
              </p:cNvPr>
              <p:cNvSpPr>
                <a:spLocks noGrp="1"/>
              </p:cNvSpPr>
              <p:nvPr/>
            </p:nvSpPr>
            <p:spPr>
              <a:xfrm>
                <a:off x="6800515" y="2284324"/>
                <a:ext cx="59665" cy="470276"/>
              </a:xfrm>
              <a:prstGeom prst="line">
                <a:avLst/>
              </a:prstGeom>
              <a:ln w="2645">
                <a:solidFill>
                  <a:srgbClr val="0CA37A">
                    <a:alpha val="96000"/>
                  </a:srgbClr>
                </a:solidFill>
                <a:prstDash val="dash"/>
              </a:ln>
            </p:spPr>
          </p:sp>
          <p:sp>
            <p:nvSpPr>
              <p:cNvPr id="20008" name="projection-3d:source-246">
                <a:extLst>
                  <a:ext uri="{FF2B5EF4-FFF2-40B4-BE49-F238E27FC236}">
                    <ns2:creationId id="{D24E6208-8CD2-420C-8AF4-0BB7C8858312}"/>
                  </a:ext>
                </a:extLst>
              </p:cNvPr>
              <p:cNvSpPr>
                <a:spLocks noGrp="1"/>
              </p:cNvSpPr>
              <p:nvPr/>
            </p:nvSpPr>
            <p:spPr>
              <a:xfrm>
                <a:off x="6794283" y="2276373"/>
                <a:ext cx="12463" cy="15901"/>
              </a:xfrm>
              <a:prstGeom prst="ellipse">
                <a:avLst/>
              </a:prstGeom>
              <a:solidFill>
                <a:srgbClr val="0CA37A">
                  <a:alpha val="95000"/>
                </a:srgbClr>
              </a:solidFill>
              <a:ln>
                <a:noFill/>
              </a:ln>
            </p:spPr>
            <p:txBody>
              <a:bodyPr anchor="ctr"/>
              <a:lstStyle/>
              <a:p>
                <a:pPr algn="ctr">
                  <a:buNone/>
                </a:pPr>
              </a:p>
            </p:txBody>
          </p:sp>
          <p:sp>
            <p:nvSpPr>
              <p:cNvPr id="20009" name="projection-3d:source-247">
                <a:extLst>
                  <a:ext uri="{FF2B5EF4-FFF2-40B4-BE49-F238E27FC236}">
                    <ns2:creationId id="{46F158D8-D00B-4457-A94C-6ECAB81340D1}"/>
                  </a:ext>
                </a:extLst>
              </p:cNvPr>
              <p:cNvSpPr>
                <a:spLocks noGrp="1"/>
              </p:cNvSpPr>
              <p:nvPr/>
            </p:nvSpPr>
            <p:spPr>
              <a:xfrm>
                <a:off x="5648325" y="1666875"/>
                <a:ext cx="1260912" cy="1113099"/>
              </a:xfrm>
              <a:custGeom>
                <a:rect l="l" t="t" r="r" b="b"/>
                <a:pathLst>
                  <a:path w="951" h="658">
                    <a:moveTo>
                      <a:pt x="0" y="0"/>
                    </a:moveTo>
                    <a:moveTo>
                      <a:pt x="880" y="645"/>
                    </a:moveTo>
                    <a:lnTo>
                      <a:pt x="910" y="629"/>
                    </a:lnTo>
                    <a:lnTo>
                      <a:pt x="951" y="642"/>
                    </a:lnTo>
                    <a:lnTo>
                      <a:pt x="916" y="658"/>
                    </a:lnTo>
                    <a:close/>
                  </a:path>
                </a:pathLst>
              </a:custGeom>
              <a:solidFill>
                <a:srgbClr val="0CA37A">
                  <a:alpha val="100000"/>
                </a:srgbClr>
              </a:solidFill>
              <a:ln>
                <a:noFill/>
              </a:ln>
            </p:spPr>
            <p:txBody>
              <a:bodyPr anchor="ctr"/>
              <a:lstStyle/>
              <a:p>
                <a:pPr algn="ctr">
                  <a:buNone/>
                </a:pPr>
              </a:p>
            </p:txBody>
          </p:sp>
          <p:sp>
            <p:nvSpPr>
              <p:cNvPr id="20010" name="projection-3d:source-248">
                <a:extLst>
                  <a:ext uri="{FF2B5EF4-FFF2-40B4-BE49-F238E27FC236}">
                    <ns2:creationId id="{FDE4F394-1AD4-4679-8DB8-D5EEC1CFE790}"/>
                  </a:ext>
                </a:extLst>
              </p:cNvPr>
              <p:cNvSpPr>
                <a:spLocks noGrp="1"/>
              </p:cNvSpPr>
              <p:nvPr/>
            </p:nvSpPr>
            <p:spPr>
              <a:xfrm>
                <a:off x="7069668" y="2395972"/>
                <a:ext cx="46406" cy="257129"/>
              </a:xfrm>
              <a:prstGeom prst="line">
                <a:avLst/>
              </a:prstGeom>
              <a:ln w="2645">
                <a:solidFill>
                  <a:srgbClr val="CC79A7">
                    <a:alpha val="96000"/>
                  </a:srgbClr>
                </a:solidFill>
                <a:prstDash val="dash"/>
              </a:ln>
            </p:spPr>
          </p:sp>
          <p:sp>
            <p:nvSpPr>
              <p:cNvPr id="20011" name="projection-3d:source-249">
                <a:extLst>
                  <a:ext uri="{FF2B5EF4-FFF2-40B4-BE49-F238E27FC236}">
                    <ns2:creationId id="{EDB50AC7-B713-46CE-953F-0F6E4CE2E640}"/>
                  </a:ext>
                </a:extLst>
              </p:cNvPr>
              <p:cNvSpPr>
                <a:spLocks noGrp="1"/>
              </p:cNvSpPr>
              <p:nvPr/>
            </p:nvSpPr>
            <p:spPr>
              <a:xfrm>
                <a:off x="7063437" y="2388021"/>
                <a:ext cx="12463" cy="15901"/>
              </a:xfrm>
              <a:prstGeom prst="ellipse">
                <a:avLst/>
              </a:prstGeom>
              <a:solidFill>
                <a:srgbClr val="CC79A7">
                  <a:alpha val="95000"/>
                </a:srgbClr>
              </a:solidFill>
              <a:ln>
                <a:noFill/>
              </a:ln>
            </p:spPr>
            <p:txBody>
              <a:bodyPr anchor="ctr"/>
              <a:lstStyle/>
              <a:p>
                <a:pPr algn="ctr">
                  <a:buNone/>
                </a:pPr>
              </a:p>
            </p:txBody>
          </p:sp>
          <p:sp>
            <p:nvSpPr>
              <p:cNvPr id="20012" name="projection-3d:source-250">
                <a:extLst>
                  <a:ext uri="{FF2B5EF4-FFF2-40B4-BE49-F238E27FC236}">
                    <ns2:creationId id="{34C05FF2-B3DB-47E6-8FE1-DF8BCFF0981D}"/>
                  </a:ext>
                </a:extLst>
              </p:cNvPr>
              <p:cNvSpPr>
                <a:spLocks noGrp="1"/>
              </p:cNvSpPr>
              <p:nvPr/>
            </p:nvSpPr>
            <p:spPr>
              <a:xfrm>
                <a:off x="5648325" y="1666875"/>
                <a:ext cx="1516807" cy="1011601"/>
              </a:xfrm>
              <a:custGeom>
                <a:rect l="l" t="t" r="r" b="b"/>
                <a:pathLst>
                  <a:path w="1144" h="598">
                    <a:moveTo>
                      <a:pt x="0" y="0"/>
                    </a:moveTo>
                    <a:moveTo>
                      <a:pt x="1073" y="585"/>
                    </a:moveTo>
                    <a:lnTo>
                      <a:pt x="1103" y="569"/>
                    </a:lnTo>
                    <a:lnTo>
                      <a:pt x="1144" y="582"/>
                    </a:lnTo>
                    <a:lnTo>
                      <a:pt x="1109" y="598"/>
                    </a:lnTo>
                    <a:close/>
                  </a:path>
                </a:pathLst>
              </a:custGeom>
              <a:solidFill>
                <a:srgbClr val="CC79A7">
                  <a:alpha val="100000"/>
                </a:srgbClr>
              </a:solidFill>
              <a:ln>
                <a:noFill/>
              </a:ln>
            </p:spPr>
            <p:txBody>
              <a:bodyPr anchor="ctr"/>
              <a:lstStyle/>
              <a:p>
                <a:pPr algn="ctr">
                  <a:buNone/>
                </a:pPr>
              </a:p>
            </p:txBody>
          </p:sp>
          <p:sp>
            <p:nvSpPr>
              <p:cNvPr id="20013" name="projection-3d:frame">
                <a:extLst>
                  <a:ext uri="{FF2B5EF4-FFF2-40B4-BE49-F238E27FC236}">
                    <ns2:creationId id="{9C8DBB23-3353-43CD-A734-2E510BC1BE80}"/>
                  </a:ext>
                </a:extLst>
              </p:cNvPr>
              <p:cNvSpPr>
                <a:spLocks noGrp="1"/>
              </p:cNvSpPr>
              <p:nvPr/>
            </p:nvSpPr>
            <p:spPr>
              <a:xfrm rot="0" flipH="0" flipV="0">
                <a:off x="5753100" y="1646873"/>
                <a:ext cx="1857375" cy="1691640"/>
              </a:xfrm>
              <a:prstGeom prst="rect">
                <a:avLst/>
              </a:prstGeom>
              <a:noFill/>
              <a:ln w="4519">
                <a:solidFill>
                  <a:srgbClr val="263238"/>
                </a:solidFill>
                <a:prstDash val="solid"/>
              </a:ln>
            </p:spPr>
          </p:sp>
          <p:sp>
            <p:nvSpPr>
              <p:cNvPr id="20014" name="projection-3d:down-arrow-1027">
                <a:extLst>
                  <a:ext uri="{FF2B5EF4-FFF2-40B4-BE49-F238E27FC236}">
                    <ns2:creationId id="{352F2AA5-63D1-4152-973F-C4F154904357}"/>
                  </a:ext>
                </a:extLst>
              </p:cNvPr>
              <p:cNvSpPr>
                <a:spLocks noGrp="1"/>
              </p:cNvSpPr>
              <p:nvPr/>
            </p:nvSpPr>
            <p:spPr>
              <a:xfrm rot="0" flipH="0" flipV="0">
                <a:off x="6667500" y="3381375"/>
                <a:ext cx="705" cy="259080"/>
              </a:xfrm>
              <a:custGeom>
                <a:pathLst>
                  <a:path w="953" h="161925">
                    <a:moveTo>
                      <a:pt x="0" y="0"/>
                    </a:moveTo>
                    <a:lnTo>
                      <a:pt x="0" y="161925"/>
                    </a:lnTo>
                  </a:path>
                </a:pathLst>
              </a:custGeom>
              <a:noFill/>
              <a:ln w="5424">
                <a:solidFill>
                  <a:srgbClr val="91A5B4"/>
                </a:solidFill>
                <a:prstDash val="solid"/>
              </a:ln>
            </p:spPr>
          </p:sp>
          <p:sp>
            <p:nvSpPr>
              <p:cNvPr id="20015" name="projection-3d:down-arrow-1028">
                <a:extLst>
                  <a:ext uri="{FF2B5EF4-FFF2-40B4-BE49-F238E27FC236}">
                    <ns2:creationId id="{CA8D46BE-E65D-4102-9D4C-ADC6AAAB5B78}"/>
                  </a:ext>
                </a:extLst>
              </p:cNvPr>
              <p:cNvSpPr>
                <a:spLocks noGrp="1"/>
              </p:cNvSpPr>
              <p:nvPr/>
            </p:nvSpPr>
            <p:spPr>
              <a:xfrm rot="0" flipH="0" flipV="0">
                <a:off x="6649315" y="3549015"/>
                <a:ext cx="36370" cy="91440"/>
              </a:xfrm>
              <a:custGeom>
                <a:pathLst>
                  <a:path w="49149" h="57150">
                    <a:moveTo>
                      <a:pt x="24575" y="57150"/>
                    </a:moveTo>
                    <a:lnTo>
                      <a:pt x="49149" y="0"/>
                    </a:lnTo>
                    <a:lnTo>
                      <a:pt x="0" y="0"/>
                    </a:lnTo>
                    <a:close/>
                  </a:path>
                </a:pathLst>
              </a:custGeom>
              <a:solidFill>
                <a:srgbClr val="91A5B4"/>
              </a:solidFill>
              <a:ln w="0">
                <a:noFill/>
                <a:prstDash val="solid"/>
              </a:ln>
            </p:spPr>
          </p:sp>
        </p:grpSp>
        <p:grpSp>
          <p:nvGrpSpPr>
            <p:cNvPr id="3179" name="position-certificate"/>
            <p:cNvGrpSpPr/>
            <p:nvPr/>
          </p:nvGrpSpPr>
          <p:grpSpPr>
            <a:xfrm>
              <a:off x="0" y="0"/>
              <a:ext cx="24955500" cy="8572500"/>
              <a:chOff x="0" y="0"/>
              <a:chExt cx="24955500" cy="8572500"/>
            </a:xfrm>
          </p:grpSpPr>
          <p:sp>
            <p:nvSpPr>
              <p:cNvPr id="1040" name="four:position-certificate:textbox:1040">
                <a:extLst>
                  <a:ext uri="{FF2B5EF4-FFF2-40B4-BE49-F238E27FC236}">
                    <ns2:creationId id="{AA97211A-DBEF-423F-A893-82FEC402FB94}"/>
                  </a:ext>
                </a:extLst>
              </p:cNvPr>
              <p:cNvSpPr>
                <a:spLocks noGrp="1"/>
              </p:cNvSpPr>
              <p:nvPr/>
            </p:nvSpPr>
            <p:spPr>
              <a:xfrm>
                <a:off x="8572500" y="1057275"/>
                <a:ext cx="2857500" cy="304800"/>
              </a:xfrm>
              <a:prstGeom prst="rect">
                <a:avLst/>
              </a:prstGeom>
              <a:noFill/>
              <a:ln w="0">
                <a:noFill/>
                <a:prstDash val="solid"/>
              </a:ln>
            </p:spPr>
            <p:txBody>
              <a:bodyPr wrap="none" lIns="0" tIns="0" rIns="0" bIns="0" anchor="ctr">
                <a:normAutofit fontScale="100000"/>
              </a:bodyPr>
              <a:lstStyle>
                <a:defPPr algn="l">
                  <a:defRPr sz="962" b="1">
                    <a:solidFill>
                      <a:srgbClr val="263238"/>
                    </a:solidFill>
                    <a:latin typeface="Arial"/>
                    <a:ea typeface="Arial"/>
                    <a:cs typeface="Arial"/>
                  </a:defRPr>
                </a:defPPr>
              </a:lstStyle>
              <a:p>
                <a:pPr algn="l">
                  <a:defRPr sz="962" b="1">
                    <a:solidFill>
                      <a:srgbClr val="263238"/>
                    </a:solidFill>
                    <a:latin typeface="Arial"/>
                    <a:ea typeface="Arial"/>
                    <a:cs typeface="Arial"/>
                  </a:defRPr>
                </a:pPr>
                <a:r>
                  <a:rPr sz="962" b="1">
                    <a:solidFill>
                      <a:srgbClr val="263238"/>
                    </a:solidFill>
                    <a:latin typeface="Arial"/>
                    <a:ea typeface="Arial"/>
                    <a:cs typeface="Arial"/>
                  </a:rPr>
                  <a:t>Position certificate</a:t>
                </a:r>
              </a:p>
            </p:txBody>
          </p:sp>
          <p:sp>
            <p:nvSpPr>
              <p:cNvPr id="1041" name="four:position-certificate:line:1041">
                <a:extLst>
                  <a:ext uri="{FF2B5EF4-FFF2-40B4-BE49-F238E27FC236}">
                    <ns2:creationId id="{7A6C3B28-414E-44CD-8DD8-6F515B6D5769}"/>
                  </a:ext>
                </a:extLst>
              </p:cNvPr>
              <p:cNvSpPr>
                <a:spLocks noGrp="1"/>
              </p:cNvSpPr>
              <p:nvPr/>
            </p:nvSpPr>
            <p:spPr>
              <a:xfrm>
                <a:off x="11811000" y="1171575"/>
                <a:ext cx="314325" cy="953"/>
              </a:xfrm>
              <a:custGeom>
                <a:pathLst>
                  <a:path w="314325" h="953">
                    <a:moveTo>
                      <a:pt x="0" y="0"/>
                    </a:moveTo>
                    <a:lnTo>
                      <a:pt x="314325" y="0"/>
                    </a:lnTo>
                  </a:path>
                </a:pathLst>
              </a:custGeom>
              <a:noFill/>
              <a:ln w="5863">
                <a:solidFill>
                  <a:srgbClr val="263238"/>
                </a:solidFill>
                <a:prstDash val="solid"/>
              </a:ln>
            </p:spPr>
          </p:sp>
          <p:sp>
            <p:nvSpPr>
              <p:cNvPr id="1042" name="four:position-certificate:reference-box-key:1042">
                <a:extLst>
                  <a:ext uri="{FF2B5EF4-FFF2-40B4-BE49-F238E27FC236}">
                    <ns2:creationId id="{A41B316A-1511-4852-AA48-6093F5ADFF7D}"/>
                  </a:ext>
                </a:extLst>
              </p:cNvPr>
              <p:cNvSpPr>
                <a:spLocks noGrp="1"/>
              </p:cNvSpPr>
              <p:nvPr/>
            </p:nvSpPr>
            <p:spPr>
              <a:xfrm>
                <a:off x="11887200" y="1104900"/>
                <a:ext cx="171450" cy="133350"/>
              </a:xfrm>
              <a:prstGeom prst="rect">
                <a:avLst/>
              </a:prstGeom>
              <a:solidFill>
                <a:srgbClr val="92C0D9"/>
              </a:solidFill>
              <a:ln w="3909">
                <a:solidFill>
                  <a:srgbClr val="263238"/>
                </a:solidFill>
                <a:prstDash val="solid"/>
              </a:ln>
            </p:spPr>
          </p:sp>
          <p:sp>
            <p:nvSpPr>
              <p:cNvPr id="1043" name="four:position-certificate:regular-node:1043">
                <a:extLst>
                  <a:ext uri="{FF2B5EF4-FFF2-40B4-BE49-F238E27FC236}">
                    <ns2:creationId id="{3C50B046-ACA6-433B-80DB-1B79A99E032A}"/>
                  </a:ext>
                </a:extLst>
              </p:cNvPr>
              <p:cNvSpPr>
                <a:spLocks noGrp="1"/>
              </p:cNvSpPr>
              <p:nvPr/>
            </p:nvSpPr>
            <p:spPr>
              <a:xfrm>
                <a:off x="11953875" y="1152525"/>
                <a:ext cx="38100" cy="38100"/>
              </a:xfrm>
              <a:prstGeom prst="ellipse">
                <a:avLst/>
              </a:prstGeom>
              <a:solidFill>
                <a:srgbClr val="263238"/>
              </a:solidFill>
              <a:ln w="0">
                <a:noFill/>
                <a:prstDash val="solid"/>
              </a:ln>
            </p:spPr>
          </p:sp>
          <p:sp>
            <p:nvSpPr>
              <p:cNvPr id="1044" name="four:position-certificate:textbox:1044">
                <a:extLst>
                  <a:ext uri="{FF2B5EF4-FFF2-40B4-BE49-F238E27FC236}">
                    <ns2:creationId id="{3308DBF4-08BD-4835-9759-03ED93479A83}"/>
                  </a:ext>
                </a:extLst>
              </p:cNvPr>
              <p:cNvSpPr>
                <a:spLocks noGrp="1"/>
              </p:cNvSpPr>
              <p:nvPr/>
            </p:nvSpPr>
            <p:spPr>
              <a:xfrm>
                <a:off x="12192000" y="990600"/>
                <a:ext cx="419100" cy="342900"/>
              </a:xfrm>
              <a:prstGeom prst="rect">
                <a:avLst/>
              </a:prstGeom>
              <a:noFill/>
              <a:ln w="0">
                <a:noFill/>
                <a:prstDash val="solid"/>
              </a:ln>
            </p:spPr>
            <p:txBody>
              <a:bodyPr wrap="none" lIns="0" tIns="0" rIns="0" bIns="0" anchor="ctr">
                <a:normAutofit fontScale="100000"/>
              </a:bodyPr>
              <a:lstStyle>
                <a:defPPr algn="ctr">
                  <a:defRPr sz="846" b="0">
                    <a:solidFill>
                      <a:srgbClr val="263238"/>
                    </a:solidFill>
                    <a:latin typeface="Arial"/>
                    <a:ea typeface="Arial"/>
                    <a:cs typeface="Arial"/>
                  </a:defRPr>
                </a:defPPr>
              </a:lstStyle>
              <a:p>
                <a:pPr algn="ctr">
                  <a:defRPr sz="846" b="0">
                    <a:solidFill>
                      <a:srgbClr val="263238"/>
                    </a:solidFill>
                    <a:latin typeface="Arial"/>
                    <a:ea typeface="Arial"/>
                    <a:cs typeface="Arial"/>
                  </a:defRPr>
                </a:pPr>
                <a:r>
                  <a:rPr sz="846" b="0">
                    <a:solidFill>
                      <a:srgbClr val="263238"/>
                    </a:solidFill>
                    <a:latin typeface="Arial"/>
                    <a:ea typeface="Arial"/>
                    <a:cs typeface="Arial"/>
                  </a:rPr>
                  <a:t>q</a:t>
                </a:r>
                <a:r>
                  <a:rPr sz="609" b="0" baseline="-25000">
                    <a:solidFill>
                      <a:srgbClr val="263238"/>
                    </a:solidFill>
                    <a:latin typeface="Arial"/>
                    <a:ea typeface="Arial"/>
                    <a:cs typeface="Arial"/>
                  </a:rPr>
                  <a:t>i</a:t>
                </a:r>
              </a:p>
            </p:txBody>
          </p:sp>
          <p:sp>
            <p:nvSpPr>
              <p:cNvPr id="1045" name="four:position-certificate:line:1045">
                <a:extLst>
                  <a:ext uri="{FF2B5EF4-FFF2-40B4-BE49-F238E27FC236}">
                    <ns2:creationId id="{45FE9B5F-0ECC-4117-9205-C1A88D55845D}"/>
                  </a:ext>
                </a:extLst>
              </p:cNvPr>
              <p:cNvSpPr>
                <a:spLocks noGrp="1"/>
              </p:cNvSpPr>
              <p:nvPr/>
            </p:nvSpPr>
            <p:spPr>
              <a:xfrm>
                <a:off x="13001625" y="1171575"/>
                <a:ext cx="314325" cy="953"/>
              </a:xfrm>
              <a:custGeom>
                <a:pathLst>
                  <a:path w="314325" h="953">
                    <a:moveTo>
                      <a:pt x="0" y="0"/>
                    </a:moveTo>
                    <a:lnTo>
                      <a:pt x="314325" y="0"/>
                    </a:lnTo>
                  </a:path>
                </a:pathLst>
              </a:custGeom>
              <a:noFill/>
              <a:ln w="5863">
                <a:solidFill>
                  <a:srgbClr val="263238"/>
                </a:solidFill>
                <a:prstDash val="dash"/>
              </a:ln>
            </p:spPr>
          </p:sp>
          <p:sp>
            <p:nvSpPr>
              <p:cNvPr id="1046" name="four:position-certificate:line:1046">
                <a:extLst>
                  <a:ext uri="{FF2B5EF4-FFF2-40B4-BE49-F238E27FC236}">
                    <ns2:creationId id="{AEA261D5-5566-468C-82B7-DE6530EA1153}"/>
                  </a:ext>
                </a:extLst>
              </p:cNvPr>
              <p:cNvSpPr>
                <a:spLocks noGrp="1"/>
              </p:cNvSpPr>
              <p:nvPr/>
            </p:nvSpPr>
            <p:spPr>
              <a:xfrm>
                <a:off x="13154025" y="1095375"/>
                <a:ext cx="953" cy="152400"/>
              </a:xfrm>
              <a:custGeom>
                <a:pathLst>
                  <a:path w="953" h="152400">
                    <a:moveTo>
                      <a:pt x="0" y="0"/>
                    </a:moveTo>
                    <a:lnTo>
                      <a:pt x="0" y="152400"/>
                    </a:lnTo>
                  </a:path>
                </a:pathLst>
              </a:custGeom>
              <a:noFill/>
              <a:ln w="5863">
                <a:solidFill>
                  <a:srgbClr val="263238"/>
                </a:solidFill>
                <a:prstDash val="dash"/>
              </a:ln>
            </p:spPr>
          </p:sp>
          <p:sp>
            <p:nvSpPr>
              <p:cNvPr id="1047" name="four:position-certificate:line:1047">
                <a:extLst>
                  <a:ext uri="{FF2B5EF4-FFF2-40B4-BE49-F238E27FC236}">
                    <ns2:creationId id="{BCA4C937-13F9-4ED7-90DA-79DFE1DB4A07}"/>
                  </a:ext>
                </a:extLst>
              </p:cNvPr>
              <p:cNvSpPr>
                <a:spLocks noGrp="1"/>
              </p:cNvSpPr>
              <p:nvPr/>
            </p:nvSpPr>
            <p:spPr>
              <a:xfrm>
                <a:off x="13115925" y="1095375"/>
                <a:ext cx="76200" cy="953"/>
              </a:xfrm>
              <a:custGeom>
                <a:pathLst>
                  <a:path w="76200" h="953">
                    <a:moveTo>
                      <a:pt x="0" y="0"/>
                    </a:moveTo>
                    <a:lnTo>
                      <a:pt x="76200" y="0"/>
                    </a:lnTo>
                  </a:path>
                </a:pathLst>
              </a:custGeom>
              <a:noFill/>
              <a:ln w="5863">
                <a:solidFill>
                  <a:srgbClr val="263238"/>
                </a:solidFill>
                <a:prstDash val="solid"/>
              </a:ln>
            </p:spPr>
          </p:sp>
          <p:sp>
            <p:nvSpPr>
              <p:cNvPr id="1048" name="four:position-certificate:textbox:1048">
                <a:extLst>
                  <a:ext uri="{FF2B5EF4-FFF2-40B4-BE49-F238E27FC236}">
                    <ns2:creationId id="{6C6D6525-13A5-4580-BA94-D5DDE1400546}"/>
                  </a:ext>
                </a:extLst>
              </p:cNvPr>
              <p:cNvSpPr>
                <a:spLocks noGrp="1"/>
              </p:cNvSpPr>
              <p:nvPr/>
            </p:nvSpPr>
            <p:spPr>
              <a:xfrm>
                <a:off x="13382625" y="990600"/>
                <a:ext cx="419100" cy="342900"/>
              </a:xfrm>
              <a:prstGeom prst="rect">
                <a:avLst/>
              </a:prstGeom>
              <a:noFill/>
              <a:ln w="0">
                <a:noFill/>
                <a:prstDash val="solid"/>
              </a:ln>
            </p:spPr>
            <p:txBody>
              <a:bodyPr wrap="none" lIns="0" tIns="0" rIns="0" bIns="0" anchor="ctr">
                <a:normAutofit fontScale="100000"/>
              </a:bodyPr>
              <a:lstStyle>
                <a:defPPr algn="ctr">
                  <a:defRPr sz="846" b="0">
                    <a:solidFill>
                      <a:srgbClr val="263238"/>
                    </a:solidFill>
                    <a:latin typeface="Arial"/>
                    <a:ea typeface="Arial"/>
                    <a:cs typeface="Arial"/>
                  </a:defRPr>
                </a:defPPr>
              </a:lstStyle>
              <a:p>
                <a:pPr algn="ctr">
                  <a:defRPr sz="846" b="0">
                    <a:solidFill>
                      <a:srgbClr val="263238"/>
                    </a:solidFill>
                    <a:latin typeface="Arial"/>
                    <a:ea typeface="Arial"/>
                    <a:cs typeface="Arial"/>
                  </a:defRPr>
                </a:pPr>
                <a:r>
                  <a:rPr sz="846" b="0">
                    <a:solidFill>
                      <a:srgbClr val="263238"/>
                    </a:solidFill>
                    <a:latin typeface="Arial"/>
                    <a:ea typeface="Arial"/>
                    <a:cs typeface="Arial"/>
                  </a:rPr>
                  <a:t>u</a:t>
                </a:r>
                <a:r>
                  <a:rPr sz="609" b="0" baseline="-25000">
                    <a:solidFill>
                      <a:srgbClr val="263238"/>
                    </a:solidFill>
                    <a:latin typeface="Arial"/>
                    <a:ea typeface="Arial"/>
                    <a:cs typeface="Arial"/>
                  </a:rPr>
                  <a:t>i</a:t>
                </a:r>
              </a:p>
            </p:txBody>
          </p:sp>
          <p:sp>
            <p:nvSpPr>
              <p:cNvPr id="1049" name="four:position-certificate:textbox:1049">
                <a:extLst>
                  <a:ext uri="{FF2B5EF4-FFF2-40B4-BE49-F238E27FC236}">
                    <ns2:creationId id="{596B60AD-522F-4A94-88F6-575CA3EC68B8}"/>
                  </a:ext>
                </a:extLst>
              </p:cNvPr>
              <p:cNvSpPr>
                <a:spLocks noGrp="1"/>
              </p:cNvSpPr>
              <p:nvPr/>
            </p:nvSpPr>
            <p:spPr>
              <a:xfrm>
                <a:off x="8648700" y="1400175"/>
                <a:ext cx="2762250" cy="276225"/>
              </a:xfrm>
              <a:prstGeom prst="rect">
                <a:avLst/>
              </a:prstGeom>
              <a:noFill/>
              <a:ln w="0">
                <a:noFill/>
                <a:prstDash val="solid"/>
              </a:ln>
            </p:spPr>
            <p:txBody>
              <a:bodyPr wrap="none" lIns="0" tIns="0" rIns="0" bIns="0" anchor="ctr">
                <a:normAutofit fontScale="100000"/>
              </a:bodyPr>
              <a:lstStyle>
                <a:defPPr algn="ctr">
                  <a:defRPr sz="846" b="1">
                    <a:solidFill>
                      <a:srgbClr val="263238"/>
                    </a:solidFill>
                    <a:latin typeface="Arial"/>
                    <a:ea typeface="Arial"/>
                    <a:cs typeface="Arial"/>
                  </a:defRPr>
                </a:defPPr>
              </a:lstStyle>
              <a:p>
                <a:pPr algn="ctr">
                  <a:defRPr sz="846" b="1">
                    <a:solidFill>
                      <a:srgbClr val="263238"/>
                    </a:solidFill>
                    <a:latin typeface="Arial"/>
                    <a:ea typeface="Arial"/>
                    <a:cs typeface="Arial"/>
                  </a:defRPr>
                </a:pPr>
                <a:r>
                  <a:rPr sz="846" b="1">
                    <a:solidFill>
                      <a:srgbClr val="263238"/>
                    </a:solidFill>
                    <a:latin typeface="Arial"/>
                    <a:ea typeface="Arial"/>
                    <a:cs typeface="Arial"/>
                  </a:rPr>
                  <a:t>Geometry only</a:t>
                </a:r>
              </a:p>
            </p:txBody>
          </p:sp>
          <p:sp>
            <p:nvSpPr>
              <p:cNvPr id="1050" name="four:position-certificate:textbox:1050">
                <a:extLst>
                  <a:ext uri="{FF2B5EF4-FFF2-40B4-BE49-F238E27FC236}">
                    <ns2:creationId id="{FCC96523-4C71-4F25-8FA2-84411EEF1D1D}"/>
                  </a:ext>
                </a:extLst>
              </p:cNvPr>
              <p:cNvSpPr>
                <a:spLocks noGrp="1"/>
              </p:cNvSpPr>
              <p:nvPr/>
            </p:nvSpPr>
            <p:spPr>
              <a:xfrm>
                <a:off x="8610600" y="1800225"/>
                <a:ext cx="266700" cy="342900"/>
              </a:xfrm>
              <a:prstGeom prst="rect">
                <a:avLst/>
              </a:prstGeom>
              <a:noFill/>
              <a:ln w="0">
                <a:noFill/>
                <a:prstDash val="solid"/>
              </a:ln>
            </p:spPr>
            <p:txBody>
              <a:bodyPr wrap="none" lIns="0" tIns="0" rIns="0" bIns="0" anchor="ctr">
                <a:normAutofit fontScale="100000"/>
              </a:bodyPr>
              <a:lstStyle>
                <a:defPPr algn="ctr">
                  <a:defRPr sz="846" b="0">
                    <a:solidFill>
                      <a:srgbClr val="7B8790"/>
                    </a:solidFill>
                    <a:latin typeface="Arial"/>
                    <a:ea typeface="Arial"/>
                    <a:cs typeface="Arial"/>
                  </a:defRPr>
                </a:defPPr>
              </a:lstStyle>
              <a:p>
                <a:pPr algn="ctr">
                  <a:defRPr sz="846" b="0">
                    <a:solidFill>
                      <a:srgbClr val="7B8790"/>
                    </a:solidFill>
                    <a:latin typeface="Arial"/>
                    <a:ea typeface="Arial"/>
                    <a:cs typeface="Arial"/>
                  </a:defRPr>
                </a:pPr>
                <a:r>
                  <a:rPr sz="846" b="0">
                    <a:solidFill>
                      <a:srgbClr val="7B8790"/>
                    </a:solidFill>
                    <a:latin typeface="Arial"/>
                    <a:ea typeface="Arial"/>
                    <a:cs typeface="Arial"/>
                  </a:rPr>
                  <a:t>u</a:t>
                </a:r>
                <a:r>
                  <a:rPr sz="609" b="0" baseline="-25000">
                    <a:solidFill>
                      <a:srgbClr val="7B8790"/>
                    </a:solidFill>
                    <a:latin typeface="Arial"/>
                    <a:ea typeface="Arial"/>
                    <a:cs typeface="Arial"/>
                  </a:rPr>
                  <a:t>i</a:t>
                </a:r>
              </a:p>
            </p:txBody>
          </p:sp>
          <p:sp>
            <p:nvSpPr>
              <p:cNvPr id="1051" name="four:position-certificate:textbox:1051">
                <a:extLst>
                  <a:ext uri="{FF2B5EF4-FFF2-40B4-BE49-F238E27FC236}">
                    <ns2:creationId id="{B6B99628-50CB-424A-ACEF-CDD2F7BC1F57}"/>
                  </a:ext>
                </a:extLst>
              </p:cNvPr>
              <p:cNvSpPr>
                <a:spLocks noGrp="1"/>
              </p:cNvSpPr>
              <p:nvPr/>
            </p:nvSpPr>
            <p:spPr>
              <a:xfrm>
                <a:off x="8610600" y="2486025"/>
                <a:ext cx="266700" cy="342900"/>
              </a:xfrm>
              <a:prstGeom prst="rect">
                <a:avLst/>
              </a:prstGeom>
              <a:noFill/>
              <a:ln w="0">
                <a:noFill/>
                <a:prstDash val="solid"/>
              </a:ln>
            </p:spPr>
            <p:txBody>
              <a:bodyPr wrap="none" lIns="0" tIns="0" rIns="0" bIns="0" anchor="ctr">
                <a:normAutofit fontScale="100000"/>
              </a:bodyPr>
              <a:lstStyle>
                <a:defPPr algn="ctr">
                  <a:defRPr sz="846" b="0">
                    <a:solidFill>
                      <a:srgbClr val="7B8790"/>
                    </a:solidFill>
                    <a:latin typeface="Arial"/>
                    <a:ea typeface="Arial"/>
                    <a:cs typeface="Arial"/>
                  </a:defRPr>
                </a:defPPr>
              </a:lstStyle>
              <a:p>
                <a:pPr algn="ctr">
                  <a:defRPr sz="846" b="0">
                    <a:solidFill>
                      <a:srgbClr val="7B8790"/>
                    </a:solidFill>
                    <a:latin typeface="Arial"/>
                    <a:ea typeface="Arial"/>
                    <a:cs typeface="Arial"/>
                  </a:defRPr>
                </a:pPr>
                <a:r>
                  <a:rPr sz="846" b="0">
                    <a:solidFill>
                      <a:srgbClr val="7B8790"/>
                    </a:solidFill>
                    <a:latin typeface="Arial"/>
                    <a:ea typeface="Arial"/>
                    <a:cs typeface="Arial"/>
                  </a:rPr>
                  <a:t>q</a:t>
                </a:r>
                <a:r>
                  <a:rPr sz="609" b="0" baseline="-25000">
                    <a:solidFill>
                      <a:srgbClr val="7B8790"/>
                    </a:solidFill>
                    <a:latin typeface="Arial"/>
                    <a:ea typeface="Arial"/>
                    <a:cs typeface="Arial"/>
                  </a:rPr>
                  <a:t>i</a:t>
                </a:r>
              </a:p>
            </p:txBody>
          </p:sp>
          <p:sp>
            <p:nvSpPr>
              <p:cNvPr id="1052" name="four:position-certificate:line:1052">
                <a:extLst>
                  <a:ext uri="{FF2B5EF4-FFF2-40B4-BE49-F238E27FC236}">
                    <ns2:creationId id="{AB51CE09-96A5-4C67-832A-37814F504C9F}"/>
                  </a:ext>
                </a:extLst>
              </p:cNvPr>
              <p:cNvSpPr>
                <a:spLocks noGrp="1"/>
              </p:cNvSpPr>
              <p:nvPr/>
            </p:nvSpPr>
            <p:spPr>
              <a:xfrm>
                <a:off x="9043988" y="2124075"/>
                <a:ext cx="100013" cy="400050"/>
              </a:xfrm>
              <a:custGeom>
                <a:pathLst>
                  <a:path w="100013" h="400050">
                    <a:moveTo>
                      <a:pt x="0" y="0"/>
                    </a:moveTo>
                    <a:lnTo>
                      <a:pt x="100013" y="400050"/>
                    </a:lnTo>
                  </a:path>
                </a:pathLst>
              </a:custGeom>
              <a:noFill/>
              <a:ln w="5375">
                <a:solidFill>
                  <a:srgbClr val="0072B2">
                    <a:alpha val="48000"/>
                  </a:srgbClr>
                </a:solidFill>
                <a:prstDash val="solid"/>
              </a:ln>
            </p:spPr>
          </p:sp>
          <p:sp>
            <p:nvSpPr>
              <p:cNvPr id="1053" name="four:position-certificate:line:1053">
                <a:extLst>
                  <a:ext uri="{FF2B5EF4-FFF2-40B4-BE49-F238E27FC236}">
                    <ns2:creationId id="{AA68D12B-3A1C-479C-ABD8-4C3BC972E481}"/>
                  </a:ext>
                </a:extLst>
              </p:cNvPr>
              <p:cNvSpPr>
                <a:spLocks noGrp="1"/>
              </p:cNvSpPr>
              <p:nvPr/>
            </p:nvSpPr>
            <p:spPr>
              <a:xfrm>
                <a:off x="9777413" y="2124075"/>
                <a:ext cx="33338" cy="400050"/>
              </a:xfrm>
              <a:custGeom>
                <a:pathLst>
                  <a:path w="33338" h="400050">
                    <a:moveTo>
                      <a:pt x="0" y="0"/>
                    </a:moveTo>
                    <a:lnTo>
                      <a:pt x="33338" y="400050"/>
                    </a:lnTo>
                  </a:path>
                </a:pathLst>
              </a:custGeom>
              <a:noFill/>
              <a:ln w="5375">
                <a:solidFill>
                  <a:srgbClr val="D55E00">
                    <a:alpha val="48000"/>
                  </a:srgbClr>
                </a:solidFill>
                <a:prstDash val="solid"/>
              </a:ln>
            </p:spPr>
          </p:sp>
          <p:sp>
            <p:nvSpPr>
              <p:cNvPr id="1054" name="four:position-certificate:line:1054">
                <a:extLst>
                  <a:ext uri="{FF2B5EF4-FFF2-40B4-BE49-F238E27FC236}">
                    <ns2:creationId id="{CDD1EF76-5714-49E0-ADC9-BF9EE1F2A413}"/>
                  </a:ext>
                </a:extLst>
              </p:cNvPr>
              <p:cNvSpPr>
                <a:spLocks noGrp="1"/>
              </p:cNvSpPr>
              <p:nvPr/>
            </p:nvSpPr>
            <p:spPr>
              <a:xfrm>
                <a:off x="10477500" y="2124075"/>
                <a:ext cx="33338" cy="400050"/>
              </a:xfrm>
              <a:custGeom>
                <a:pathLst>
                  <a:path w="33338" h="400050">
                    <a:moveTo>
                      <a:pt x="33338" y="0"/>
                    </a:moveTo>
                    <a:lnTo>
                      <a:pt x="0" y="400050"/>
                    </a:lnTo>
                  </a:path>
                </a:pathLst>
              </a:custGeom>
              <a:noFill/>
              <a:ln w="5375">
                <a:solidFill>
                  <a:srgbClr val="009E73">
                    <a:alpha val="48000"/>
                  </a:srgbClr>
                </a:solidFill>
                <a:prstDash val="solid"/>
              </a:ln>
            </p:spPr>
          </p:sp>
          <p:sp>
            <p:nvSpPr>
              <p:cNvPr id="1055" name="four:position-certificate:line:1055">
                <a:extLst>
                  <a:ext uri="{FF2B5EF4-FFF2-40B4-BE49-F238E27FC236}">
                    <ns2:creationId id="{E0381C89-3167-40D5-82DA-FD2C95557595}"/>
                  </a:ext>
                </a:extLst>
              </p:cNvPr>
              <p:cNvSpPr>
                <a:spLocks noGrp="1"/>
              </p:cNvSpPr>
              <p:nvPr/>
            </p:nvSpPr>
            <p:spPr>
              <a:xfrm>
                <a:off x="11144250" y="2124075"/>
                <a:ext cx="100013" cy="400050"/>
              </a:xfrm>
              <a:custGeom>
                <a:pathLst>
                  <a:path w="100013" h="400050">
                    <a:moveTo>
                      <a:pt x="100013" y="0"/>
                    </a:moveTo>
                    <a:lnTo>
                      <a:pt x="0" y="400050"/>
                    </a:lnTo>
                  </a:path>
                </a:pathLst>
              </a:custGeom>
              <a:noFill/>
              <a:ln w="5375">
                <a:solidFill>
                  <a:srgbClr val="CC79A7">
                    <a:alpha val="48000"/>
                  </a:srgbClr>
                </a:solidFill>
                <a:prstDash val="solid"/>
              </a:ln>
            </p:spPr>
          </p:sp>
          <p:sp>
            <p:nvSpPr>
              <p:cNvPr id="1056" name="four:position-certificate:line:1056">
                <a:extLst>
                  <a:ext uri="{FF2B5EF4-FFF2-40B4-BE49-F238E27FC236}">
                    <ns2:creationId id="{F7E87FD0-179D-4A7A-A94E-BC3637A0B8BA}"/>
                  </a:ext>
                </a:extLst>
              </p:cNvPr>
              <p:cNvSpPr>
                <a:spLocks noGrp="1"/>
              </p:cNvSpPr>
              <p:nvPr/>
            </p:nvSpPr>
            <p:spPr>
              <a:xfrm>
                <a:off x="8915400" y="1990725"/>
                <a:ext cx="2457450" cy="953"/>
              </a:xfrm>
              <a:custGeom>
                <a:pathLst>
                  <a:path w="2457450" h="953">
                    <a:moveTo>
                      <a:pt x="0" y="0"/>
                    </a:moveTo>
                    <a:lnTo>
                      <a:pt x="2457450" y="0"/>
                    </a:lnTo>
                  </a:path>
                </a:pathLst>
              </a:custGeom>
              <a:noFill/>
              <a:ln w="6352">
                <a:solidFill>
                  <a:srgbClr val="263238"/>
                </a:solidFill>
                <a:prstDash val="dash"/>
              </a:ln>
            </p:spPr>
          </p:sp>
          <p:sp>
            <p:nvSpPr>
              <p:cNvPr id="1057" name="four:position-certificate:polygon:1057">
                <a:extLst>
                  <a:ext uri="{FF2B5EF4-FFF2-40B4-BE49-F238E27FC236}">
                    <ns2:creationId id="{8108A69E-AE9D-49AB-B5F0-E43C43F89D1B}"/>
                  </a:ext>
                </a:extLst>
              </p:cNvPr>
              <p:cNvSpPr>
                <a:spLocks noGrp="1"/>
              </p:cNvSpPr>
              <p:nvPr/>
            </p:nvSpPr>
            <p:spPr>
              <a:xfrm>
                <a:off x="11306175" y="1962055"/>
                <a:ext cx="66675" cy="57340"/>
              </a:xfrm>
              <a:custGeom>
                <a:pathLst>
                  <a:path w="66675" h="57340">
                    <a:moveTo>
                      <a:pt x="66675" y="28670"/>
                    </a:moveTo>
                    <a:lnTo>
                      <a:pt x="0" y="0"/>
                    </a:lnTo>
                    <a:lnTo>
                      <a:pt x="0" y="57340"/>
                    </a:lnTo>
                    <a:close/>
                  </a:path>
                </a:pathLst>
              </a:custGeom>
              <a:solidFill>
                <a:srgbClr val="263238"/>
              </a:solidFill>
              <a:ln w="0">
                <a:noFill/>
                <a:prstDash val="solid"/>
              </a:ln>
            </p:spPr>
          </p:sp>
          <p:sp>
            <p:nvSpPr>
              <p:cNvPr id="1058" name="four:position-certificate:line:1058">
                <a:extLst>
                  <a:ext uri="{FF2B5EF4-FFF2-40B4-BE49-F238E27FC236}">
                    <ns2:creationId id="{1B2DD57F-1482-429C-B628-7568A4EECF8E}"/>
                  </a:ext>
                </a:extLst>
              </p:cNvPr>
              <p:cNvSpPr>
                <a:spLocks noGrp="1"/>
              </p:cNvSpPr>
              <p:nvPr/>
            </p:nvSpPr>
            <p:spPr>
              <a:xfrm>
                <a:off x="9043988" y="1876425"/>
                <a:ext cx="953" cy="228600"/>
              </a:xfrm>
              <a:custGeom>
                <a:pathLst>
                  <a:path w="953" h="228600">
                    <a:moveTo>
                      <a:pt x="0" y="0"/>
                    </a:moveTo>
                    <a:lnTo>
                      <a:pt x="0" y="228600"/>
                    </a:lnTo>
                  </a:path>
                </a:pathLst>
              </a:custGeom>
              <a:noFill/>
              <a:ln w="7818">
                <a:solidFill>
                  <a:srgbClr val="0072B2"/>
                </a:solidFill>
                <a:prstDash val="dash"/>
              </a:ln>
            </p:spPr>
          </p:sp>
          <p:sp>
            <p:nvSpPr>
              <p:cNvPr id="1059" name="four:position-certificate:line:1059">
                <a:extLst>
                  <a:ext uri="{FF2B5EF4-FFF2-40B4-BE49-F238E27FC236}">
                    <ns2:creationId id="{A582DEAA-A17D-4DC1-909F-AEE99F70296D}"/>
                  </a:ext>
                </a:extLst>
              </p:cNvPr>
              <p:cNvSpPr>
                <a:spLocks noGrp="1"/>
              </p:cNvSpPr>
              <p:nvPr/>
            </p:nvSpPr>
            <p:spPr>
              <a:xfrm>
                <a:off x="9005888" y="1876425"/>
                <a:ext cx="76200" cy="953"/>
              </a:xfrm>
              <a:custGeom>
                <a:pathLst>
                  <a:path w="76200" h="953">
                    <a:moveTo>
                      <a:pt x="0" y="0"/>
                    </a:moveTo>
                    <a:lnTo>
                      <a:pt x="76200" y="0"/>
                    </a:lnTo>
                  </a:path>
                </a:pathLst>
              </a:custGeom>
              <a:noFill/>
              <a:ln w="7818">
                <a:solidFill>
                  <a:srgbClr val="0072B2"/>
                </a:solidFill>
                <a:prstDash val="solid"/>
              </a:ln>
            </p:spPr>
          </p:sp>
          <p:sp>
            <p:nvSpPr>
              <p:cNvPr id="1060" name="four:position-certificate:regular-node:1060">
                <a:extLst>
                  <a:ext uri="{FF2B5EF4-FFF2-40B4-BE49-F238E27FC236}">
                    <ns2:creationId id="{77BA45D8-BE56-41BD-9EB4-CB2A213B911A}"/>
                  </a:ext>
                </a:extLst>
              </p:cNvPr>
              <p:cNvSpPr>
                <a:spLocks noGrp="1"/>
              </p:cNvSpPr>
              <p:nvPr/>
            </p:nvSpPr>
            <p:spPr>
              <a:xfrm>
                <a:off x="9022080" y="1968818"/>
                <a:ext cx="43815" cy="43815"/>
              </a:xfrm>
              <a:prstGeom prst="ellipse">
                <a:avLst/>
              </a:prstGeom>
              <a:solidFill>
                <a:srgbClr val="0072B2"/>
              </a:solidFill>
              <a:ln w="0">
                <a:noFill/>
                <a:prstDash val="solid"/>
              </a:ln>
            </p:spPr>
          </p:sp>
          <p:sp>
            <p:nvSpPr>
              <p:cNvPr id="1061" name="four:position-certificate:line:1061">
                <a:extLst>
                  <a:ext uri="{FF2B5EF4-FFF2-40B4-BE49-F238E27FC236}">
                    <ns2:creationId id="{11CB2EF2-05FD-4C1A-A777-20A81CF7386F}"/>
                  </a:ext>
                </a:extLst>
              </p:cNvPr>
              <p:cNvSpPr>
                <a:spLocks noGrp="1"/>
              </p:cNvSpPr>
              <p:nvPr/>
            </p:nvSpPr>
            <p:spPr>
              <a:xfrm>
                <a:off x="9777413" y="1876425"/>
                <a:ext cx="953" cy="228600"/>
              </a:xfrm>
              <a:custGeom>
                <a:pathLst>
                  <a:path w="953" h="228600">
                    <a:moveTo>
                      <a:pt x="0" y="0"/>
                    </a:moveTo>
                    <a:lnTo>
                      <a:pt x="0" y="228600"/>
                    </a:lnTo>
                  </a:path>
                </a:pathLst>
              </a:custGeom>
              <a:noFill/>
              <a:ln w="7818">
                <a:solidFill>
                  <a:srgbClr val="D55E00"/>
                </a:solidFill>
                <a:prstDash val="dash"/>
              </a:ln>
            </p:spPr>
          </p:sp>
          <p:sp>
            <p:nvSpPr>
              <p:cNvPr id="1062" name="four:position-certificate:line:1062">
                <a:extLst>
                  <a:ext uri="{FF2B5EF4-FFF2-40B4-BE49-F238E27FC236}">
                    <ns2:creationId id="{AA0E9B3D-F47A-4958-8A2C-76F198E900AD}"/>
                  </a:ext>
                </a:extLst>
              </p:cNvPr>
              <p:cNvSpPr>
                <a:spLocks noGrp="1"/>
              </p:cNvSpPr>
              <p:nvPr/>
            </p:nvSpPr>
            <p:spPr>
              <a:xfrm>
                <a:off x="9739313" y="1876425"/>
                <a:ext cx="76200" cy="953"/>
              </a:xfrm>
              <a:custGeom>
                <a:pathLst>
                  <a:path w="76200" h="953">
                    <a:moveTo>
                      <a:pt x="0" y="0"/>
                    </a:moveTo>
                    <a:lnTo>
                      <a:pt x="76200" y="0"/>
                    </a:lnTo>
                  </a:path>
                </a:pathLst>
              </a:custGeom>
              <a:noFill/>
              <a:ln w="7818">
                <a:solidFill>
                  <a:srgbClr val="D55E00"/>
                </a:solidFill>
                <a:prstDash val="solid"/>
              </a:ln>
            </p:spPr>
          </p:sp>
          <p:sp>
            <p:nvSpPr>
              <p:cNvPr id="1063" name="four:position-certificate:regular-node:1063">
                <a:extLst>
                  <a:ext uri="{FF2B5EF4-FFF2-40B4-BE49-F238E27FC236}">
                    <ns2:creationId id="{96EAB132-3427-4CC8-986E-26A786124756}"/>
                  </a:ext>
                </a:extLst>
              </p:cNvPr>
              <p:cNvSpPr>
                <a:spLocks noGrp="1"/>
              </p:cNvSpPr>
              <p:nvPr/>
            </p:nvSpPr>
            <p:spPr>
              <a:xfrm>
                <a:off x="9755505" y="1968818"/>
                <a:ext cx="43815" cy="43815"/>
              </a:xfrm>
              <a:prstGeom prst="ellipse">
                <a:avLst/>
              </a:prstGeom>
              <a:solidFill>
                <a:srgbClr val="D55E00"/>
              </a:solidFill>
              <a:ln w="0">
                <a:noFill/>
                <a:prstDash val="solid"/>
              </a:ln>
            </p:spPr>
          </p:sp>
          <p:sp>
            <p:nvSpPr>
              <p:cNvPr id="1064" name="four:position-certificate:line:1064">
                <a:extLst>
                  <a:ext uri="{FF2B5EF4-FFF2-40B4-BE49-F238E27FC236}">
                    <ns2:creationId id="{801566AB-A6C8-4E21-8823-8E709BB59CA6}"/>
                  </a:ext>
                </a:extLst>
              </p:cNvPr>
              <p:cNvSpPr>
                <a:spLocks noGrp="1"/>
              </p:cNvSpPr>
              <p:nvPr/>
            </p:nvSpPr>
            <p:spPr>
              <a:xfrm>
                <a:off x="10510838" y="1876425"/>
                <a:ext cx="953" cy="228600"/>
              </a:xfrm>
              <a:custGeom>
                <a:pathLst>
                  <a:path w="953" h="228600">
                    <a:moveTo>
                      <a:pt x="0" y="0"/>
                    </a:moveTo>
                    <a:lnTo>
                      <a:pt x="0" y="228600"/>
                    </a:lnTo>
                  </a:path>
                </a:pathLst>
              </a:custGeom>
              <a:noFill/>
              <a:ln w="7818">
                <a:solidFill>
                  <a:srgbClr val="009E73"/>
                </a:solidFill>
                <a:prstDash val="dash"/>
              </a:ln>
            </p:spPr>
          </p:sp>
          <p:sp>
            <p:nvSpPr>
              <p:cNvPr id="1065" name="four:position-certificate:line:1065">
                <a:extLst>
                  <a:ext uri="{FF2B5EF4-FFF2-40B4-BE49-F238E27FC236}">
                    <ns2:creationId id="{319FE9D2-4BDD-41D3-951B-2BD04A857223}"/>
                  </a:ext>
                </a:extLst>
              </p:cNvPr>
              <p:cNvSpPr>
                <a:spLocks noGrp="1"/>
              </p:cNvSpPr>
              <p:nvPr/>
            </p:nvSpPr>
            <p:spPr>
              <a:xfrm>
                <a:off x="10472738" y="1876425"/>
                <a:ext cx="76200" cy="953"/>
              </a:xfrm>
              <a:custGeom>
                <a:pathLst>
                  <a:path w="76200" h="953">
                    <a:moveTo>
                      <a:pt x="0" y="0"/>
                    </a:moveTo>
                    <a:lnTo>
                      <a:pt x="76200" y="0"/>
                    </a:lnTo>
                  </a:path>
                </a:pathLst>
              </a:custGeom>
              <a:noFill/>
              <a:ln w="7818">
                <a:solidFill>
                  <a:srgbClr val="009E73"/>
                </a:solidFill>
                <a:prstDash val="solid"/>
              </a:ln>
            </p:spPr>
          </p:sp>
          <p:sp>
            <p:nvSpPr>
              <p:cNvPr id="1066" name="four:position-certificate:regular-node:1066">
                <a:extLst>
                  <a:ext uri="{FF2B5EF4-FFF2-40B4-BE49-F238E27FC236}">
                    <ns2:creationId id="{515DA00F-9426-4341-82C6-4E97DEF3D8CD}"/>
                  </a:ext>
                </a:extLst>
              </p:cNvPr>
              <p:cNvSpPr>
                <a:spLocks noGrp="1"/>
              </p:cNvSpPr>
              <p:nvPr/>
            </p:nvSpPr>
            <p:spPr>
              <a:xfrm>
                <a:off x="10488930" y="1968818"/>
                <a:ext cx="43815" cy="43815"/>
              </a:xfrm>
              <a:prstGeom prst="ellipse">
                <a:avLst/>
              </a:prstGeom>
              <a:solidFill>
                <a:srgbClr val="009E73"/>
              </a:solidFill>
              <a:ln w="0">
                <a:noFill/>
                <a:prstDash val="solid"/>
              </a:ln>
            </p:spPr>
          </p:sp>
          <p:sp>
            <p:nvSpPr>
              <p:cNvPr id="1067" name="four:position-certificate:line:1067">
                <a:extLst>
                  <a:ext uri="{FF2B5EF4-FFF2-40B4-BE49-F238E27FC236}">
                    <ns2:creationId id="{38F4844C-429F-4629-832E-9553AA223F7F}"/>
                  </a:ext>
                </a:extLst>
              </p:cNvPr>
              <p:cNvSpPr>
                <a:spLocks noGrp="1"/>
              </p:cNvSpPr>
              <p:nvPr/>
            </p:nvSpPr>
            <p:spPr>
              <a:xfrm>
                <a:off x="11244263" y="1876425"/>
                <a:ext cx="953" cy="228600"/>
              </a:xfrm>
              <a:custGeom>
                <a:pathLst>
                  <a:path w="953" h="228600">
                    <a:moveTo>
                      <a:pt x="0" y="0"/>
                    </a:moveTo>
                    <a:lnTo>
                      <a:pt x="0" y="228600"/>
                    </a:lnTo>
                  </a:path>
                </a:pathLst>
              </a:custGeom>
              <a:noFill/>
              <a:ln w="7818">
                <a:solidFill>
                  <a:srgbClr val="CC79A7"/>
                </a:solidFill>
                <a:prstDash val="dash"/>
              </a:ln>
            </p:spPr>
          </p:sp>
          <p:sp>
            <p:nvSpPr>
              <p:cNvPr id="1068" name="four:position-certificate:line:1068">
                <a:extLst>
                  <a:ext uri="{FF2B5EF4-FFF2-40B4-BE49-F238E27FC236}">
                    <ns2:creationId id="{FABB8B8C-6FC8-4FFF-8120-C33B40158BF5}"/>
                  </a:ext>
                </a:extLst>
              </p:cNvPr>
              <p:cNvSpPr>
                <a:spLocks noGrp="1"/>
              </p:cNvSpPr>
              <p:nvPr/>
            </p:nvSpPr>
            <p:spPr>
              <a:xfrm>
                <a:off x="11206163" y="1876425"/>
                <a:ext cx="76200" cy="953"/>
              </a:xfrm>
              <a:custGeom>
                <a:pathLst>
                  <a:path w="76200" h="953">
                    <a:moveTo>
                      <a:pt x="0" y="0"/>
                    </a:moveTo>
                    <a:lnTo>
                      <a:pt x="76200" y="0"/>
                    </a:lnTo>
                  </a:path>
                </a:pathLst>
              </a:custGeom>
              <a:noFill/>
              <a:ln w="7818">
                <a:solidFill>
                  <a:srgbClr val="CC79A7"/>
                </a:solidFill>
                <a:prstDash val="solid"/>
              </a:ln>
            </p:spPr>
          </p:sp>
          <p:sp>
            <p:nvSpPr>
              <p:cNvPr id="1069" name="four:position-certificate:regular-node:1069">
                <a:extLst>
                  <a:ext uri="{FF2B5EF4-FFF2-40B4-BE49-F238E27FC236}">
                    <ns2:creationId id="{57E588AD-46D2-440B-90C9-BD74B9D60D73}"/>
                  </a:ext>
                </a:extLst>
              </p:cNvPr>
              <p:cNvSpPr>
                <a:spLocks noGrp="1"/>
              </p:cNvSpPr>
              <p:nvPr/>
            </p:nvSpPr>
            <p:spPr>
              <a:xfrm>
                <a:off x="11222355" y="1968818"/>
                <a:ext cx="43815" cy="43815"/>
              </a:xfrm>
              <a:prstGeom prst="ellipse">
                <a:avLst/>
              </a:prstGeom>
              <a:solidFill>
                <a:srgbClr val="CC79A7"/>
              </a:solidFill>
              <a:ln w="0">
                <a:noFill/>
                <a:prstDash val="solid"/>
              </a:ln>
            </p:spPr>
          </p:sp>
          <p:sp>
            <p:nvSpPr>
              <p:cNvPr id="1070" name="four:position-certificate:line:1070">
                <a:extLst>
                  <a:ext uri="{FF2B5EF4-FFF2-40B4-BE49-F238E27FC236}">
                    <ns2:creationId id="{94170492-C1A5-46FB-86A5-64CD29B162F7}"/>
                  </a:ext>
                </a:extLst>
              </p:cNvPr>
              <p:cNvSpPr>
                <a:spLocks noGrp="1"/>
              </p:cNvSpPr>
              <p:nvPr/>
            </p:nvSpPr>
            <p:spPr>
              <a:xfrm>
                <a:off x="8915400" y="2676525"/>
                <a:ext cx="2457450" cy="953"/>
              </a:xfrm>
              <a:custGeom>
                <a:pathLst>
                  <a:path w="2457450" h="953">
                    <a:moveTo>
                      <a:pt x="0" y="0"/>
                    </a:moveTo>
                    <a:lnTo>
                      <a:pt x="2457450" y="0"/>
                    </a:lnTo>
                  </a:path>
                </a:pathLst>
              </a:custGeom>
              <a:noFill/>
              <a:ln w="7329">
                <a:solidFill>
                  <a:srgbClr val="263238"/>
                </a:solidFill>
                <a:prstDash val="solid"/>
              </a:ln>
            </p:spPr>
          </p:sp>
          <p:sp>
            <p:nvSpPr>
              <p:cNvPr id="1071" name="four:position-certificate:polygon:1071">
                <a:extLst>
                  <a:ext uri="{FF2B5EF4-FFF2-40B4-BE49-F238E27FC236}">
                    <ns2:creationId id="{C01FEAE8-5C16-481E-8B60-FB710DBF6E1E}"/>
                  </a:ext>
                </a:extLst>
              </p:cNvPr>
              <p:cNvSpPr>
                <a:spLocks noGrp="1"/>
              </p:cNvSpPr>
              <p:nvPr/>
            </p:nvSpPr>
            <p:spPr>
              <a:xfrm>
                <a:off x="11306175" y="2647855"/>
                <a:ext cx="66675" cy="57340"/>
              </a:xfrm>
              <a:custGeom>
                <a:pathLst>
                  <a:path w="66675" h="57340">
                    <a:moveTo>
                      <a:pt x="66675" y="28670"/>
                    </a:moveTo>
                    <a:lnTo>
                      <a:pt x="0" y="0"/>
                    </a:lnTo>
                    <a:lnTo>
                      <a:pt x="0" y="57340"/>
                    </a:lnTo>
                    <a:close/>
                  </a:path>
                </a:pathLst>
              </a:custGeom>
              <a:solidFill>
                <a:srgbClr val="263238"/>
              </a:solidFill>
              <a:ln w="0">
                <a:noFill/>
                <a:prstDash val="solid"/>
              </a:ln>
            </p:spPr>
          </p:sp>
          <p:sp>
            <p:nvSpPr>
              <p:cNvPr id="1072" name="four:position-certificate:interval-A:1072">
                <a:extLst>
                  <a:ext uri="{FF2B5EF4-FFF2-40B4-BE49-F238E27FC236}">
                    <ns2:creationId id="{E61C3230-6C95-44DD-9FCD-F23ACD8D17D9}"/>
                  </a:ext>
                </a:extLst>
              </p:cNvPr>
              <p:cNvSpPr>
                <a:spLocks noGrp="1"/>
              </p:cNvSpPr>
              <p:nvPr/>
            </p:nvSpPr>
            <p:spPr>
              <a:xfrm>
                <a:off x="9010650" y="2543175"/>
                <a:ext cx="266700" cy="266700"/>
              </a:xfrm>
              <a:prstGeom prst="rect">
                <a:avLst/>
              </a:prstGeom>
              <a:solidFill>
                <a:srgbClr val="0072B2"/>
              </a:solidFill>
              <a:ln w="3909">
                <a:solidFill>
                  <a:srgbClr val="263238"/>
                </a:solidFill>
                <a:prstDash val="solid"/>
              </a:ln>
            </p:spPr>
          </p:sp>
          <p:sp>
            <p:nvSpPr>
              <p:cNvPr id="1073" name="four:position-certificate:regular-node:1073">
                <a:extLst>
                  <a:ext uri="{FF2B5EF4-FFF2-40B4-BE49-F238E27FC236}">
                    <ns2:creationId id="{8D349AE7-1A5E-4700-BD38-6FFD6711B605}"/>
                  </a:ext>
                </a:extLst>
              </p:cNvPr>
              <p:cNvSpPr>
                <a:spLocks noGrp="1"/>
              </p:cNvSpPr>
              <p:nvPr/>
            </p:nvSpPr>
            <p:spPr>
              <a:xfrm>
                <a:off x="9120188" y="2652713"/>
                <a:ext cx="47625" cy="47625"/>
              </a:xfrm>
              <a:prstGeom prst="ellipse">
                <a:avLst/>
              </a:prstGeom>
              <a:solidFill>
                <a:srgbClr val="263238"/>
              </a:solidFill>
              <a:ln w="0">
                <a:noFill/>
                <a:prstDash val="solid"/>
              </a:ln>
            </p:spPr>
          </p:sp>
          <p:sp>
            <p:nvSpPr>
              <p:cNvPr id="1074" name="four:position-certificate:interval-C:1074">
                <a:extLst>
                  <a:ext uri="{FF2B5EF4-FFF2-40B4-BE49-F238E27FC236}">
                    <ns2:creationId id="{59D619CF-C95A-447C-9666-A2BEC0469AD8}"/>
                  </a:ext>
                </a:extLst>
              </p:cNvPr>
              <p:cNvSpPr>
                <a:spLocks noGrp="1"/>
              </p:cNvSpPr>
              <p:nvPr/>
            </p:nvSpPr>
            <p:spPr>
              <a:xfrm>
                <a:off x="9677400" y="2543175"/>
                <a:ext cx="266700" cy="266700"/>
              </a:xfrm>
              <a:prstGeom prst="rect">
                <a:avLst/>
              </a:prstGeom>
              <a:solidFill>
                <a:srgbClr val="D55E00"/>
              </a:solidFill>
              <a:ln w="3909">
                <a:solidFill>
                  <a:srgbClr val="263238"/>
                </a:solidFill>
                <a:prstDash val="solid"/>
              </a:ln>
            </p:spPr>
          </p:sp>
          <p:sp>
            <p:nvSpPr>
              <p:cNvPr id="1075" name="four:position-certificate:regular-node:1075">
                <a:extLst>
                  <a:ext uri="{FF2B5EF4-FFF2-40B4-BE49-F238E27FC236}">
                    <ns2:creationId id="{D4CE32B3-B613-4F81-85E3-AB3001626E99}"/>
                  </a:ext>
                </a:extLst>
              </p:cNvPr>
              <p:cNvSpPr>
                <a:spLocks noGrp="1"/>
              </p:cNvSpPr>
              <p:nvPr/>
            </p:nvSpPr>
            <p:spPr>
              <a:xfrm>
                <a:off x="9786938" y="2652713"/>
                <a:ext cx="47625" cy="47625"/>
              </a:xfrm>
              <a:prstGeom prst="ellipse">
                <a:avLst/>
              </a:prstGeom>
              <a:solidFill>
                <a:srgbClr val="263238"/>
              </a:solidFill>
              <a:ln w="0">
                <a:noFill/>
                <a:prstDash val="solid"/>
              </a:ln>
            </p:spPr>
          </p:sp>
          <p:sp>
            <p:nvSpPr>
              <p:cNvPr id="1076" name="four:position-certificate:interval-D:1076">
                <a:extLst>
                  <a:ext uri="{FF2B5EF4-FFF2-40B4-BE49-F238E27FC236}">
                    <ns2:creationId id="{BC0FAA8C-0032-4EAD-A83B-B9A8775B99C3}"/>
                  </a:ext>
                </a:extLst>
              </p:cNvPr>
              <p:cNvSpPr>
                <a:spLocks noGrp="1"/>
              </p:cNvSpPr>
              <p:nvPr/>
            </p:nvSpPr>
            <p:spPr>
              <a:xfrm>
                <a:off x="10344150" y="2543175"/>
                <a:ext cx="266700" cy="266700"/>
              </a:xfrm>
              <a:prstGeom prst="rect">
                <a:avLst/>
              </a:prstGeom>
              <a:solidFill>
                <a:srgbClr val="009E73"/>
              </a:solidFill>
              <a:ln w="3909">
                <a:solidFill>
                  <a:srgbClr val="263238"/>
                </a:solidFill>
                <a:prstDash val="solid"/>
              </a:ln>
            </p:spPr>
          </p:sp>
          <p:sp>
            <p:nvSpPr>
              <p:cNvPr id="1077" name="four:position-certificate:regular-node:1077">
                <a:extLst>
                  <a:ext uri="{FF2B5EF4-FFF2-40B4-BE49-F238E27FC236}">
                    <ns2:creationId id="{B7C3EFB6-FA80-45B9-9768-ABA3690FE2A1}"/>
                  </a:ext>
                </a:extLst>
              </p:cNvPr>
              <p:cNvSpPr>
                <a:spLocks noGrp="1"/>
              </p:cNvSpPr>
              <p:nvPr/>
            </p:nvSpPr>
            <p:spPr>
              <a:xfrm>
                <a:off x="10453688" y="2652713"/>
                <a:ext cx="47625" cy="47625"/>
              </a:xfrm>
              <a:prstGeom prst="ellipse">
                <a:avLst/>
              </a:prstGeom>
              <a:solidFill>
                <a:srgbClr val="263238"/>
              </a:solidFill>
              <a:ln w="0">
                <a:noFill/>
                <a:prstDash val="solid"/>
              </a:ln>
            </p:spPr>
          </p:sp>
          <p:sp>
            <p:nvSpPr>
              <p:cNvPr id="1078" name="four:position-certificate:interval-B:1078">
                <a:extLst>
                  <a:ext uri="{FF2B5EF4-FFF2-40B4-BE49-F238E27FC236}">
                    <ns2:creationId id="{28493800-73FE-4BD6-85A3-2FD43FFEBD37}"/>
                  </a:ext>
                </a:extLst>
              </p:cNvPr>
              <p:cNvSpPr>
                <a:spLocks noGrp="1"/>
              </p:cNvSpPr>
              <p:nvPr/>
            </p:nvSpPr>
            <p:spPr>
              <a:xfrm>
                <a:off x="11010900" y="2543175"/>
                <a:ext cx="266700" cy="266700"/>
              </a:xfrm>
              <a:prstGeom prst="rect">
                <a:avLst/>
              </a:prstGeom>
              <a:solidFill>
                <a:srgbClr val="CC79A7"/>
              </a:solidFill>
              <a:ln w="3909">
                <a:solidFill>
                  <a:srgbClr val="263238"/>
                </a:solidFill>
                <a:prstDash val="solid"/>
              </a:ln>
            </p:spPr>
          </p:sp>
          <p:sp>
            <p:nvSpPr>
              <p:cNvPr id="1079" name="four:position-certificate:regular-node:1079">
                <a:extLst>
                  <a:ext uri="{FF2B5EF4-FFF2-40B4-BE49-F238E27FC236}">
                    <ns2:creationId id="{74B37AD8-A30E-45DA-A2C4-97FC4F3E26EF}"/>
                  </a:ext>
                </a:extLst>
              </p:cNvPr>
              <p:cNvSpPr>
                <a:spLocks noGrp="1"/>
              </p:cNvSpPr>
              <p:nvPr/>
            </p:nvSpPr>
            <p:spPr>
              <a:xfrm>
                <a:off x="11120438" y="2652713"/>
                <a:ext cx="47625" cy="47625"/>
              </a:xfrm>
              <a:prstGeom prst="ellipse">
                <a:avLst/>
              </a:prstGeom>
              <a:solidFill>
                <a:srgbClr val="263238"/>
              </a:solidFill>
              <a:ln w="0">
                <a:noFill/>
                <a:prstDash val="solid"/>
              </a:ln>
            </p:spPr>
          </p:sp>
          <p:sp>
            <p:nvSpPr>
              <p:cNvPr id="1080" name="four:position-certificate:textbox:1080">
                <a:extLst>
                  <a:ext uri="{FF2B5EF4-FFF2-40B4-BE49-F238E27FC236}">
                    <ns2:creationId id="{ABC86171-05F0-4439-8AB6-3227174A98DC}"/>
                  </a:ext>
                </a:extLst>
              </p:cNvPr>
              <p:cNvSpPr>
                <a:spLocks noGrp="1"/>
              </p:cNvSpPr>
              <p:nvPr/>
            </p:nvSpPr>
            <p:spPr>
              <a:xfrm>
                <a:off x="11887200" y="1400175"/>
                <a:ext cx="2762250" cy="276225"/>
              </a:xfrm>
              <a:prstGeom prst="rect">
                <a:avLst/>
              </a:prstGeom>
              <a:noFill/>
              <a:ln w="0">
                <a:noFill/>
                <a:prstDash val="solid"/>
              </a:ln>
            </p:spPr>
            <p:txBody>
              <a:bodyPr wrap="none" lIns="0" tIns="0" rIns="0" bIns="0" anchor="ctr">
                <a:normAutofit fontScale="100000"/>
              </a:bodyPr>
              <a:lstStyle>
                <a:defPPr algn="ctr">
                  <a:defRPr sz="846" b="1">
                    <a:solidFill>
                      <a:srgbClr val="263238"/>
                    </a:solidFill>
                    <a:latin typeface="Arial"/>
                    <a:ea typeface="Arial"/>
                    <a:cs typeface="Arial"/>
                  </a:defRPr>
                </a:defPPr>
              </a:lstStyle>
              <a:p>
                <a:pPr algn="ctr">
                  <a:defRPr sz="846" b="1">
                    <a:solidFill>
                      <a:srgbClr val="263238"/>
                    </a:solidFill>
                    <a:latin typeface="Arial"/>
                    <a:ea typeface="Arial"/>
                    <a:cs typeface="Arial"/>
                  </a:defRPr>
                </a:pPr>
                <a:r>
                  <a:rPr sz="846" b="1">
                    <a:solidFill>
                      <a:srgbClr val="263238"/>
                    </a:solidFill>
                    <a:latin typeface="Arial"/>
                    <a:ea typeface="Arial"/>
                    <a:cs typeface="Arial"/>
                  </a:rPr>
                  <a:t>Geometry + hierarchy</a:t>
                </a:r>
              </a:p>
            </p:txBody>
          </p:sp>
          <p:sp>
            <p:nvSpPr>
              <p:cNvPr id="1081" name="four:position-certificate:textbox:1081">
                <a:extLst>
                  <a:ext uri="{FF2B5EF4-FFF2-40B4-BE49-F238E27FC236}">
                    <ns2:creationId id="{C1B915AA-7727-44F2-95D3-02F9C98385FA}"/>
                  </a:ext>
                </a:extLst>
              </p:cNvPr>
              <p:cNvSpPr>
                <a:spLocks noGrp="1"/>
              </p:cNvSpPr>
              <p:nvPr/>
            </p:nvSpPr>
            <p:spPr>
              <a:xfrm>
                <a:off x="11849100" y="1800225"/>
                <a:ext cx="266700" cy="342900"/>
              </a:xfrm>
              <a:prstGeom prst="rect">
                <a:avLst/>
              </a:prstGeom>
              <a:noFill/>
              <a:ln w="0">
                <a:noFill/>
                <a:prstDash val="solid"/>
              </a:ln>
            </p:spPr>
            <p:txBody>
              <a:bodyPr wrap="none" lIns="0" tIns="0" rIns="0" bIns="0" anchor="ctr">
                <a:normAutofit fontScale="100000"/>
              </a:bodyPr>
              <a:lstStyle>
                <a:defPPr algn="ctr">
                  <a:defRPr sz="846" b="0">
                    <a:solidFill>
                      <a:srgbClr val="7B8790"/>
                    </a:solidFill>
                    <a:latin typeface="Arial"/>
                    <a:ea typeface="Arial"/>
                    <a:cs typeface="Arial"/>
                  </a:defRPr>
                </a:defPPr>
              </a:lstStyle>
              <a:p>
                <a:pPr algn="ctr">
                  <a:defRPr sz="846" b="0">
                    <a:solidFill>
                      <a:srgbClr val="7B8790"/>
                    </a:solidFill>
                    <a:latin typeface="Arial"/>
                    <a:ea typeface="Arial"/>
                    <a:cs typeface="Arial"/>
                  </a:defRPr>
                </a:pPr>
                <a:r>
                  <a:rPr sz="846" b="0">
                    <a:solidFill>
                      <a:srgbClr val="7B8790"/>
                    </a:solidFill>
                    <a:latin typeface="Arial"/>
                    <a:ea typeface="Arial"/>
                    <a:cs typeface="Arial"/>
                  </a:rPr>
                  <a:t>u</a:t>
                </a:r>
                <a:r>
                  <a:rPr sz="609" b="0" baseline="-25000">
                    <a:solidFill>
                      <a:srgbClr val="7B8790"/>
                    </a:solidFill>
                    <a:latin typeface="Arial"/>
                    <a:ea typeface="Arial"/>
                    <a:cs typeface="Arial"/>
                  </a:rPr>
                  <a:t>i</a:t>
                </a:r>
              </a:p>
            </p:txBody>
          </p:sp>
          <p:sp>
            <p:nvSpPr>
              <p:cNvPr id="1082" name="four:position-certificate:textbox:1082">
                <a:extLst>
                  <a:ext uri="{FF2B5EF4-FFF2-40B4-BE49-F238E27FC236}">
                    <ns2:creationId id="{C2EDE554-BCDC-476E-BEE4-681696634BBE}"/>
                  </a:ext>
                </a:extLst>
              </p:cNvPr>
              <p:cNvSpPr>
                <a:spLocks noGrp="1"/>
              </p:cNvSpPr>
              <p:nvPr/>
            </p:nvSpPr>
            <p:spPr>
              <a:xfrm>
                <a:off x="11849100" y="2486025"/>
                <a:ext cx="266700" cy="342900"/>
              </a:xfrm>
              <a:prstGeom prst="rect">
                <a:avLst/>
              </a:prstGeom>
              <a:noFill/>
              <a:ln w="0">
                <a:noFill/>
                <a:prstDash val="solid"/>
              </a:ln>
            </p:spPr>
            <p:txBody>
              <a:bodyPr wrap="none" lIns="0" tIns="0" rIns="0" bIns="0" anchor="ctr">
                <a:normAutofit fontScale="100000"/>
              </a:bodyPr>
              <a:lstStyle>
                <a:defPPr algn="ctr">
                  <a:defRPr sz="846" b="0">
                    <a:solidFill>
                      <a:srgbClr val="7B8790"/>
                    </a:solidFill>
                    <a:latin typeface="Arial"/>
                    <a:ea typeface="Arial"/>
                    <a:cs typeface="Arial"/>
                  </a:defRPr>
                </a:defPPr>
              </a:lstStyle>
              <a:p>
                <a:pPr algn="ctr">
                  <a:defRPr sz="846" b="0">
                    <a:solidFill>
                      <a:srgbClr val="7B8790"/>
                    </a:solidFill>
                    <a:latin typeface="Arial"/>
                    <a:ea typeface="Arial"/>
                    <a:cs typeface="Arial"/>
                  </a:defRPr>
                </a:pPr>
                <a:r>
                  <a:rPr sz="846" b="0">
                    <a:solidFill>
                      <a:srgbClr val="7B8790"/>
                    </a:solidFill>
                    <a:latin typeface="Arial"/>
                    <a:ea typeface="Arial"/>
                    <a:cs typeface="Arial"/>
                  </a:rPr>
                  <a:t>q</a:t>
                </a:r>
                <a:r>
                  <a:rPr sz="609" b="0" baseline="-25000">
                    <a:solidFill>
                      <a:srgbClr val="7B8790"/>
                    </a:solidFill>
                    <a:latin typeface="Arial"/>
                    <a:ea typeface="Arial"/>
                    <a:cs typeface="Arial"/>
                  </a:rPr>
                  <a:t>i</a:t>
                </a:r>
              </a:p>
            </p:txBody>
          </p:sp>
          <p:sp>
            <p:nvSpPr>
              <p:cNvPr id="1083" name="four:position-certificate:line:1083">
                <a:extLst>
                  <a:ext uri="{FF2B5EF4-FFF2-40B4-BE49-F238E27FC236}">
                    <ns2:creationId id="{1CCC2CBC-D874-4D6C-871C-E1C06E9AD7D9}"/>
                  </a:ext>
                </a:extLst>
              </p:cNvPr>
              <p:cNvSpPr>
                <a:spLocks noGrp="1"/>
              </p:cNvSpPr>
              <p:nvPr/>
            </p:nvSpPr>
            <p:spPr>
              <a:xfrm>
                <a:off x="12382500" y="2124075"/>
                <a:ext cx="953" cy="400050"/>
              </a:xfrm>
              <a:custGeom>
                <a:pathLst>
                  <a:path w="953" h="400050">
                    <a:moveTo>
                      <a:pt x="0" y="0"/>
                    </a:moveTo>
                    <a:lnTo>
                      <a:pt x="0" y="400050"/>
                    </a:lnTo>
                  </a:path>
                </a:pathLst>
              </a:custGeom>
              <a:noFill/>
              <a:ln w="5375">
                <a:solidFill>
                  <a:srgbClr val="0072B2">
                    <a:alpha val="48000"/>
                  </a:srgbClr>
                </a:solidFill>
                <a:prstDash val="solid"/>
              </a:ln>
            </p:spPr>
          </p:sp>
          <p:sp>
            <p:nvSpPr>
              <p:cNvPr id="1084" name="four:position-certificate:line:1084">
                <a:extLst>
                  <a:ext uri="{FF2B5EF4-FFF2-40B4-BE49-F238E27FC236}">
                    <ns2:creationId id="{9141388E-B4F8-4ED3-8A50-D66124E06CD6}"/>
                  </a:ext>
                </a:extLst>
              </p:cNvPr>
              <p:cNvSpPr>
                <a:spLocks noGrp="1"/>
              </p:cNvSpPr>
              <p:nvPr/>
            </p:nvSpPr>
            <p:spPr>
              <a:xfrm>
                <a:off x="13049250" y="2124075"/>
                <a:ext cx="800100" cy="400050"/>
              </a:xfrm>
              <a:custGeom>
                <a:pathLst>
                  <a:path w="800100" h="400050">
                    <a:moveTo>
                      <a:pt x="800100" y="0"/>
                    </a:moveTo>
                    <a:lnTo>
                      <a:pt x="0" y="400050"/>
                    </a:lnTo>
                  </a:path>
                </a:pathLst>
              </a:custGeom>
              <a:noFill/>
              <a:ln w="5375">
                <a:solidFill>
                  <a:srgbClr val="D55E00">
                    <a:alpha val="48000"/>
                  </a:srgbClr>
                </a:solidFill>
                <a:prstDash val="solid"/>
              </a:ln>
            </p:spPr>
          </p:sp>
          <p:sp>
            <p:nvSpPr>
              <p:cNvPr id="1085" name="four:position-certificate:line:1085">
                <a:extLst>
                  <a:ext uri="{FF2B5EF4-FFF2-40B4-BE49-F238E27FC236}">
                    <ns2:creationId id="{6B2E187F-66EF-4645-A65B-D3EEF15E8D0F}"/>
                  </a:ext>
                </a:extLst>
              </p:cNvPr>
              <p:cNvSpPr>
                <a:spLocks noGrp="1"/>
              </p:cNvSpPr>
              <p:nvPr/>
            </p:nvSpPr>
            <p:spPr>
              <a:xfrm>
                <a:off x="13716000" y="2124075"/>
                <a:ext cx="866775" cy="400050"/>
              </a:xfrm>
              <a:custGeom>
                <a:pathLst>
                  <a:path w="866775" h="400050">
                    <a:moveTo>
                      <a:pt x="866775" y="0"/>
                    </a:moveTo>
                    <a:lnTo>
                      <a:pt x="0" y="400050"/>
                    </a:lnTo>
                  </a:path>
                </a:pathLst>
              </a:custGeom>
              <a:noFill/>
              <a:ln w="5375">
                <a:solidFill>
                  <a:srgbClr val="009E73">
                    <a:alpha val="48000"/>
                  </a:srgbClr>
                </a:solidFill>
                <a:prstDash val="solid"/>
              </a:ln>
            </p:spPr>
          </p:sp>
          <p:sp>
            <p:nvSpPr>
              <p:cNvPr id="1086" name="four:position-certificate:line:1086">
                <a:extLst>
                  <a:ext uri="{FF2B5EF4-FFF2-40B4-BE49-F238E27FC236}">
                    <ns2:creationId id="{19139623-B410-4EA5-8544-5FA5232465EA}"/>
                  </a:ext>
                </a:extLst>
              </p:cNvPr>
              <p:cNvSpPr>
                <a:spLocks noGrp="1"/>
              </p:cNvSpPr>
              <p:nvPr/>
            </p:nvSpPr>
            <p:spPr>
              <a:xfrm>
                <a:off x="13115925" y="2124075"/>
                <a:ext cx="1266825" cy="400050"/>
              </a:xfrm>
              <a:custGeom>
                <a:pathLst>
                  <a:path w="1266825" h="400050">
                    <a:moveTo>
                      <a:pt x="0" y="0"/>
                    </a:moveTo>
                    <a:lnTo>
                      <a:pt x="1266825" y="400050"/>
                    </a:lnTo>
                  </a:path>
                </a:pathLst>
              </a:custGeom>
              <a:noFill/>
              <a:ln w="5375">
                <a:solidFill>
                  <a:srgbClr val="CC79A7">
                    <a:alpha val="48000"/>
                  </a:srgbClr>
                </a:solidFill>
                <a:prstDash val="solid"/>
              </a:ln>
            </p:spPr>
          </p:sp>
          <p:sp>
            <p:nvSpPr>
              <p:cNvPr id="1087" name="four:position-certificate:line:1087">
                <a:extLst>
                  <a:ext uri="{FF2B5EF4-FFF2-40B4-BE49-F238E27FC236}">
                    <ns2:creationId id="{D38B21A5-650F-4A3A-BC3C-E74A0F7CAC59}"/>
                  </a:ext>
                </a:extLst>
              </p:cNvPr>
              <p:cNvSpPr>
                <a:spLocks noGrp="1"/>
              </p:cNvSpPr>
              <p:nvPr/>
            </p:nvSpPr>
            <p:spPr>
              <a:xfrm>
                <a:off x="12153900" y="1990725"/>
                <a:ext cx="2457450" cy="953"/>
              </a:xfrm>
              <a:custGeom>
                <a:pathLst>
                  <a:path w="2457450" h="953">
                    <a:moveTo>
                      <a:pt x="0" y="0"/>
                    </a:moveTo>
                    <a:lnTo>
                      <a:pt x="2457450" y="0"/>
                    </a:lnTo>
                  </a:path>
                </a:pathLst>
              </a:custGeom>
              <a:noFill/>
              <a:ln w="6352">
                <a:solidFill>
                  <a:srgbClr val="263238"/>
                </a:solidFill>
                <a:prstDash val="dash"/>
              </a:ln>
            </p:spPr>
          </p:sp>
          <p:sp>
            <p:nvSpPr>
              <p:cNvPr id="1088" name="four:position-certificate:polygon:1088">
                <a:extLst>
                  <a:ext uri="{FF2B5EF4-FFF2-40B4-BE49-F238E27FC236}">
                    <ns2:creationId id="{0539AED4-8878-42D9-A56C-3EC37A7B3423}"/>
                  </a:ext>
                </a:extLst>
              </p:cNvPr>
              <p:cNvSpPr>
                <a:spLocks noGrp="1"/>
              </p:cNvSpPr>
              <p:nvPr/>
            </p:nvSpPr>
            <p:spPr>
              <a:xfrm>
                <a:off x="14544675" y="1962055"/>
                <a:ext cx="66675" cy="57340"/>
              </a:xfrm>
              <a:custGeom>
                <a:pathLst>
                  <a:path w="66675" h="57340">
                    <a:moveTo>
                      <a:pt x="66675" y="28670"/>
                    </a:moveTo>
                    <a:lnTo>
                      <a:pt x="0" y="0"/>
                    </a:lnTo>
                    <a:lnTo>
                      <a:pt x="0" y="57340"/>
                    </a:lnTo>
                    <a:close/>
                  </a:path>
                </a:pathLst>
              </a:custGeom>
              <a:solidFill>
                <a:srgbClr val="263238"/>
              </a:solidFill>
              <a:ln w="0">
                <a:noFill/>
                <a:prstDash val="solid"/>
              </a:ln>
            </p:spPr>
          </p:sp>
          <p:sp>
            <p:nvSpPr>
              <p:cNvPr id="1089" name="four:position-certificate:line:1089">
                <a:extLst>
                  <a:ext uri="{FF2B5EF4-FFF2-40B4-BE49-F238E27FC236}">
                    <ns2:creationId id="{4AEA6BA2-F818-4A47-BD02-092F1D6BFF0F}"/>
                  </a:ext>
                </a:extLst>
              </p:cNvPr>
              <p:cNvSpPr>
                <a:spLocks noGrp="1"/>
              </p:cNvSpPr>
              <p:nvPr/>
            </p:nvSpPr>
            <p:spPr>
              <a:xfrm>
                <a:off x="12382500" y="1876425"/>
                <a:ext cx="953" cy="228600"/>
              </a:xfrm>
              <a:custGeom>
                <a:pathLst>
                  <a:path w="953" h="228600">
                    <a:moveTo>
                      <a:pt x="0" y="0"/>
                    </a:moveTo>
                    <a:lnTo>
                      <a:pt x="0" y="228600"/>
                    </a:lnTo>
                  </a:path>
                </a:pathLst>
              </a:custGeom>
              <a:noFill/>
              <a:ln w="7818">
                <a:solidFill>
                  <a:srgbClr val="0072B2"/>
                </a:solidFill>
                <a:prstDash val="dash"/>
              </a:ln>
            </p:spPr>
          </p:sp>
          <p:sp>
            <p:nvSpPr>
              <p:cNvPr id="1090" name="four:position-certificate:line:1090">
                <a:extLst>
                  <a:ext uri="{FF2B5EF4-FFF2-40B4-BE49-F238E27FC236}">
                    <ns2:creationId id="{DB48440C-D5EB-44B2-BE29-EAB62F56A606}"/>
                  </a:ext>
                </a:extLst>
              </p:cNvPr>
              <p:cNvSpPr>
                <a:spLocks noGrp="1"/>
              </p:cNvSpPr>
              <p:nvPr/>
            </p:nvSpPr>
            <p:spPr>
              <a:xfrm>
                <a:off x="12344400" y="1876425"/>
                <a:ext cx="76200" cy="953"/>
              </a:xfrm>
              <a:custGeom>
                <a:pathLst>
                  <a:path w="76200" h="953">
                    <a:moveTo>
                      <a:pt x="0" y="0"/>
                    </a:moveTo>
                    <a:lnTo>
                      <a:pt x="76200" y="0"/>
                    </a:lnTo>
                  </a:path>
                </a:pathLst>
              </a:custGeom>
              <a:noFill/>
              <a:ln w="7818">
                <a:solidFill>
                  <a:srgbClr val="0072B2"/>
                </a:solidFill>
                <a:prstDash val="solid"/>
              </a:ln>
            </p:spPr>
          </p:sp>
          <p:sp>
            <p:nvSpPr>
              <p:cNvPr id="1091" name="four:position-certificate:regular-node:1091">
                <a:extLst>
                  <a:ext uri="{FF2B5EF4-FFF2-40B4-BE49-F238E27FC236}">
                    <ns2:creationId id="{C27BC865-29A9-4320-9A94-8FACF5B3F931}"/>
                  </a:ext>
                </a:extLst>
              </p:cNvPr>
              <p:cNvSpPr>
                <a:spLocks noGrp="1"/>
              </p:cNvSpPr>
              <p:nvPr/>
            </p:nvSpPr>
            <p:spPr>
              <a:xfrm>
                <a:off x="12360593" y="1968818"/>
                <a:ext cx="43815" cy="43815"/>
              </a:xfrm>
              <a:prstGeom prst="ellipse">
                <a:avLst/>
              </a:prstGeom>
              <a:solidFill>
                <a:srgbClr val="0072B2"/>
              </a:solidFill>
              <a:ln w="0">
                <a:noFill/>
                <a:prstDash val="solid"/>
              </a:ln>
            </p:spPr>
          </p:sp>
          <p:sp>
            <p:nvSpPr>
              <p:cNvPr id="1092" name="four:position-certificate:line:1092">
                <a:extLst>
                  <a:ext uri="{FF2B5EF4-FFF2-40B4-BE49-F238E27FC236}">
                    <ns2:creationId id="{FAEEC342-E0DB-4FF1-8620-E1B957C77F69}"/>
                  </a:ext>
                </a:extLst>
              </p:cNvPr>
              <p:cNvSpPr>
                <a:spLocks noGrp="1"/>
              </p:cNvSpPr>
              <p:nvPr/>
            </p:nvSpPr>
            <p:spPr>
              <a:xfrm>
                <a:off x="13849350" y="1876425"/>
                <a:ext cx="953" cy="228600"/>
              </a:xfrm>
              <a:custGeom>
                <a:pathLst>
                  <a:path w="953" h="228600">
                    <a:moveTo>
                      <a:pt x="0" y="0"/>
                    </a:moveTo>
                    <a:lnTo>
                      <a:pt x="0" y="228600"/>
                    </a:lnTo>
                  </a:path>
                </a:pathLst>
              </a:custGeom>
              <a:noFill/>
              <a:ln w="7818">
                <a:solidFill>
                  <a:srgbClr val="D55E00"/>
                </a:solidFill>
                <a:prstDash val="dash"/>
              </a:ln>
            </p:spPr>
          </p:sp>
          <p:sp>
            <p:nvSpPr>
              <p:cNvPr id="1093" name="four:position-certificate:line:1093">
                <a:extLst>
                  <a:ext uri="{FF2B5EF4-FFF2-40B4-BE49-F238E27FC236}">
                    <ns2:creationId id="{573F6767-8E68-4AB5-8250-660B1487E26C}"/>
                  </a:ext>
                </a:extLst>
              </p:cNvPr>
              <p:cNvSpPr>
                <a:spLocks noGrp="1"/>
              </p:cNvSpPr>
              <p:nvPr/>
            </p:nvSpPr>
            <p:spPr>
              <a:xfrm>
                <a:off x="13811250" y="1876425"/>
                <a:ext cx="76200" cy="953"/>
              </a:xfrm>
              <a:custGeom>
                <a:pathLst>
                  <a:path w="76200" h="953">
                    <a:moveTo>
                      <a:pt x="0" y="0"/>
                    </a:moveTo>
                    <a:lnTo>
                      <a:pt x="76200" y="0"/>
                    </a:lnTo>
                  </a:path>
                </a:pathLst>
              </a:custGeom>
              <a:noFill/>
              <a:ln w="7818">
                <a:solidFill>
                  <a:srgbClr val="D55E00"/>
                </a:solidFill>
                <a:prstDash val="solid"/>
              </a:ln>
            </p:spPr>
          </p:sp>
          <p:sp>
            <p:nvSpPr>
              <p:cNvPr id="1094" name="four:position-certificate:regular-node:1094">
                <a:extLst>
                  <a:ext uri="{FF2B5EF4-FFF2-40B4-BE49-F238E27FC236}">
                    <ns2:creationId id="{20CE98E8-B1BF-41FC-9A0B-2A5574CB7904}"/>
                  </a:ext>
                </a:extLst>
              </p:cNvPr>
              <p:cNvSpPr>
                <a:spLocks noGrp="1"/>
              </p:cNvSpPr>
              <p:nvPr/>
            </p:nvSpPr>
            <p:spPr>
              <a:xfrm>
                <a:off x="13827443" y="1968818"/>
                <a:ext cx="43815" cy="43815"/>
              </a:xfrm>
              <a:prstGeom prst="ellipse">
                <a:avLst/>
              </a:prstGeom>
              <a:solidFill>
                <a:srgbClr val="D55E00"/>
              </a:solidFill>
              <a:ln w="0">
                <a:noFill/>
                <a:prstDash val="solid"/>
              </a:ln>
            </p:spPr>
          </p:sp>
          <p:sp>
            <p:nvSpPr>
              <p:cNvPr id="1095" name="four:position-certificate:line:1095">
                <a:extLst>
                  <a:ext uri="{FF2B5EF4-FFF2-40B4-BE49-F238E27FC236}">
                    <ns2:creationId id="{BC889BF9-1738-4BB2-AB6C-5BB9FA3F1EB9}"/>
                  </a:ext>
                </a:extLst>
              </p:cNvPr>
              <p:cNvSpPr>
                <a:spLocks noGrp="1"/>
              </p:cNvSpPr>
              <p:nvPr/>
            </p:nvSpPr>
            <p:spPr>
              <a:xfrm>
                <a:off x="14582775" y="1876425"/>
                <a:ext cx="953" cy="228600"/>
              </a:xfrm>
              <a:custGeom>
                <a:pathLst>
                  <a:path w="953" h="228600">
                    <a:moveTo>
                      <a:pt x="0" y="0"/>
                    </a:moveTo>
                    <a:lnTo>
                      <a:pt x="0" y="228600"/>
                    </a:lnTo>
                  </a:path>
                </a:pathLst>
              </a:custGeom>
              <a:noFill/>
              <a:ln w="7818">
                <a:solidFill>
                  <a:srgbClr val="009E73"/>
                </a:solidFill>
                <a:prstDash val="dash"/>
              </a:ln>
            </p:spPr>
          </p:sp>
          <p:sp>
            <p:nvSpPr>
              <p:cNvPr id="1096" name="four:position-certificate:line:1096">
                <a:extLst>
                  <a:ext uri="{FF2B5EF4-FFF2-40B4-BE49-F238E27FC236}">
                    <ns2:creationId id="{627A7D46-4965-4945-AE96-ABD9AB01C9BA}"/>
                  </a:ext>
                </a:extLst>
              </p:cNvPr>
              <p:cNvSpPr>
                <a:spLocks noGrp="1"/>
              </p:cNvSpPr>
              <p:nvPr/>
            </p:nvSpPr>
            <p:spPr>
              <a:xfrm>
                <a:off x="14544675" y="1876425"/>
                <a:ext cx="76200" cy="953"/>
              </a:xfrm>
              <a:custGeom>
                <a:pathLst>
                  <a:path w="76200" h="953">
                    <a:moveTo>
                      <a:pt x="0" y="0"/>
                    </a:moveTo>
                    <a:lnTo>
                      <a:pt x="76200" y="0"/>
                    </a:lnTo>
                  </a:path>
                </a:pathLst>
              </a:custGeom>
              <a:noFill/>
              <a:ln w="7818">
                <a:solidFill>
                  <a:srgbClr val="009E73"/>
                </a:solidFill>
                <a:prstDash val="solid"/>
              </a:ln>
            </p:spPr>
          </p:sp>
          <p:sp>
            <p:nvSpPr>
              <p:cNvPr id="1097" name="four:position-certificate:regular-node:1097">
                <a:extLst>
                  <a:ext uri="{FF2B5EF4-FFF2-40B4-BE49-F238E27FC236}">
                    <ns2:creationId id="{D8003F91-D79F-4C64-A203-1084F6067B2C}"/>
                  </a:ext>
                </a:extLst>
              </p:cNvPr>
              <p:cNvSpPr>
                <a:spLocks noGrp="1"/>
              </p:cNvSpPr>
              <p:nvPr/>
            </p:nvSpPr>
            <p:spPr>
              <a:xfrm>
                <a:off x="14560868" y="1968818"/>
                <a:ext cx="43815" cy="43815"/>
              </a:xfrm>
              <a:prstGeom prst="ellipse">
                <a:avLst/>
              </a:prstGeom>
              <a:solidFill>
                <a:srgbClr val="009E73"/>
              </a:solidFill>
              <a:ln w="0">
                <a:noFill/>
                <a:prstDash val="solid"/>
              </a:ln>
            </p:spPr>
          </p:sp>
          <p:sp>
            <p:nvSpPr>
              <p:cNvPr id="1098" name="four:position-certificate:line:1098">
                <a:extLst>
                  <a:ext uri="{FF2B5EF4-FFF2-40B4-BE49-F238E27FC236}">
                    <ns2:creationId id="{2E5EFB51-CD25-46C9-AA94-D9B71A2055EC}"/>
                  </a:ext>
                </a:extLst>
              </p:cNvPr>
              <p:cNvSpPr>
                <a:spLocks noGrp="1"/>
              </p:cNvSpPr>
              <p:nvPr/>
            </p:nvSpPr>
            <p:spPr>
              <a:xfrm>
                <a:off x="13115925" y="1876425"/>
                <a:ext cx="953" cy="228600"/>
              </a:xfrm>
              <a:custGeom>
                <a:pathLst>
                  <a:path w="953" h="228600">
                    <a:moveTo>
                      <a:pt x="0" y="0"/>
                    </a:moveTo>
                    <a:lnTo>
                      <a:pt x="0" y="228600"/>
                    </a:lnTo>
                  </a:path>
                </a:pathLst>
              </a:custGeom>
              <a:noFill/>
              <a:ln w="7818">
                <a:solidFill>
                  <a:srgbClr val="CC79A7"/>
                </a:solidFill>
                <a:prstDash val="dash"/>
              </a:ln>
            </p:spPr>
          </p:sp>
          <p:sp>
            <p:nvSpPr>
              <p:cNvPr id="1099" name="four:position-certificate:line:1099">
                <a:extLst>
                  <a:ext uri="{FF2B5EF4-FFF2-40B4-BE49-F238E27FC236}">
                    <ns2:creationId id="{D6ADF916-ED26-4BB0-B036-D1A6A07A31E4}"/>
                  </a:ext>
                </a:extLst>
              </p:cNvPr>
              <p:cNvSpPr>
                <a:spLocks noGrp="1"/>
              </p:cNvSpPr>
              <p:nvPr/>
            </p:nvSpPr>
            <p:spPr>
              <a:xfrm>
                <a:off x="13077825" y="1876425"/>
                <a:ext cx="76200" cy="953"/>
              </a:xfrm>
              <a:custGeom>
                <a:pathLst>
                  <a:path w="76200" h="953">
                    <a:moveTo>
                      <a:pt x="0" y="0"/>
                    </a:moveTo>
                    <a:lnTo>
                      <a:pt x="76200" y="0"/>
                    </a:lnTo>
                  </a:path>
                </a:pathLst>
              </a:custGeom>
              <a:noFill/>
              <a:ln w="7818">
                <a:solidFill>
                  <a:srgbClr val="CC79A7"/>
                </a:solidFill>
                <a:prstDash val="solid"/>
              </a:ln>
            </p:spPr>
          </p:sp>
          <p:sp>
            <p:nvSpPr>
              <p:cNvPr id="1100" name="four:position-certificate:regular-node:1100">
                <a:extLst>
                  <a:ext uri="{FF2B5EF4-FFF2-40B4-BE49-F238E27FC236}">
                    <ns2:creationId id="{42155E4F-15BF-4DB5-8C8B-5B712AF1972F}"/>
                  </a:ext>
                </a:extLst>
              </p:cNvPr>
              <p:cNvSpPr>
                <a:spLocks noGrp="1"/>
              </p:cNvSpPr>
              <p:nvPr/>
            </p:nvSpPr>
            <p:spPr>
              <a:xfrm>
                <a:off x="13094018" y="1968818"/>
                <a:ext cx="43815" cy="43815"/>
              </a:xfrm>
              <a:prstGeom prst="ellipse">
                <a:avLst/>
              </a:prstGeom>
              <a:solidFill>
                <a:srgbClr val="CC79A7"/>
              </a:solidFill>
              <a:ln w="0">
                <a:noFill/>
                <a:prstDash val="solid"/>
              </a:ln>
            </p:spPr>
          </p:sp>
          <p:sp>
            <p:nvSpPr>
              <p:cNvPr id="1101" name="four:position-certificate:line:1101">
                <a:extLst>
                  <a:ext uri="{FF2B5EF4-FFF2-40B4-BE49-F238E27FC236}">
                    <ns2:creationId id="{BF7DF5E1-8012-4065-A644-8022FA826703}"/>
                  </a:ext>
                </a:extLst>
              </p:cNvPr>
              <p:cNvSpPr>
                <a:spLocks noGrp="1"/>
              </p:cNvSpPr>
              <p:nvPr/>
            </p:nvSpPr>
            <p:spPr>
              <a:xfrm>
                <a:off x="12153900" y="2676525"/>
                <a:ext cx="2457450" cy="953"/>
              </a:xfrm>
              <a:custGeom>
                <a:pathLst>
                  <a:path w="2457450" h="953">
                    <a:moveTo>
                      <a:pt x="0" y="0"/>
                    </a:moveTo>
                    <a:lnTo>
                      <a:pt x="2457450" y="0"/>
                    </a:lnTo>
                  </a:path>
                </a:pathLst>
              </a:custGeom>
              <a:noFill/>
              <a:ln w="7329">
                <a:solidFill>
                  <a:srgbClr val="263238"/>
                </a:solidFill>
                <a:prstDash val="solid"/>
              </a:ln>
            </p:spPr>
          </p:sp>
          <p:sp>
            <p:nvSpPr>
              <p:cNvPr id="1102" name="four:position-certificate:polygon:1102">
                <a:extLst>
                  <a:ext uri="{FF2B5EF4-FFF2-40B4-BE49-F238E27FC236}">
                    <ns2:creationId id="{FDEBC238-272E-43E1-BBAF-4905CA25896A}"/>
                  </a:ext>
                </a:extLst>
              </p:cNvPr>
              <p:cNvSpPr>
                <a:spLocks noGrp="1"/>
              </p:cNvSpPr>
              <p:nvPr/>
            </p:nvSpPr>
            <p:spPr>
              <a:xfrm>
                <a:off x="14544675" y="2647855"/>
                <a:ext cx="66675" cy="57340"/>
              </a:xfrm>
              <a:custGeom>
                <a:pathLst>
                  <a:path w="66675" h="57340">
                    <a:moveTo>
                      <a:pt x="66675" y="28670"/>
                    </a:moveTo>
                    <a:lnTo>
                      <a:pt x="0" y="0"/>
                    </a:lnTo>
                    <a:lnTo>
                      <a:pt x="0" y="57340"/>
                    </a:lnTo>
                    <a:close/>
                  </a:path>
                </a:pathLst>
              </a:custGeom>
              <a:solidFill>
                <a:srgbClr val="263238"/>
              </a:solidFill>
              <a:ln w="0">
                <a:noFill/>
                <a:prstDash val="solid"/>
              </a:ln>
            </p:spPr>
          </p:sp>
          <p:sp>
            <p:nvSpPr>
              <p:cNvPr id="1103" name="four:position-certificate:interval-A:1103">
                <a:extLst>
                  <a:ext uri="{FF2B5EF4-FFF2-40B4-BE49-F238E27FC236}">
                    <ns2:creationId id="{6B47067A-7BB2-4DAB-A295-586ED5CEEEF9}"/>
                  </a:ext>
                </a:extLst>
              </p:cNvPr>
              <p:cNvSpPr>
                <a:spLocks noGrp="1"/>
              </p:cNvSpPr>
              <p:nvPr/>
            </p:nvSpPr>
            <p:spPr>
              <a:xfrm>
                <a:off x="12249150" y="2543175"/>
                <a:ext cx="266700" cy="266700"/>
              </a:xfrm>
              <a:prstGeom prst="rect">
                <a:avLst/>
              </a:prstGeom>
              <a:solidFill>
                <a:srgbClr val="0072B2"/>
              </a:solidFill>
              <a:ln w="3909">
                <a:solidFill>
                  <a:srgbClr val="263238"/>
                </a:solidFill>
                <a:prstDash val="solid"/>
              </a:ln>
            </p:spPr>
          </p:sp>
          <p:sp>
            <p:nvSpPr>
              <p:cNvPr id="1104" name="four:position-certificate:regular-node:1104">
                <a:extLst>
                  <a:ext uri="{FF2B5EF4-FFF2-40B4-BE49-F238E27FC236}">
                    <ns2:creationId id="{F4CEBE48-6C70-4A23-939A-65AA6E0C88DB}"/>
                  </a:ext>
                </a:extLst>
              </p:cNvPr>
              <p:cNvSpPr>
                <a:spLocks noGrp="1"/>
              </p:cNvSpPr>
              <p:nvPr/>
            </p:nvSpPr>
            <p:spPr>
              <a:xfrm>
                <a:off x="12358688" y="2652713"/>
                <a:ext cx="47625" cy="47625"/>
              </a:xfrm>
              <a:prstGeom prst="ellipse">
                <a:avLst/>
              </a:prstGeom>
              <a:solidFill>
                <a:srgbClr val="263238"/>
              </a:solidFill>
              <a:ln w="0">
                <a:noFill/>
                <a:prstDash val="solid"/>
              </a:ln>
            </p:spPr>
          </p:sp>
          <p:sp>
            <p:nvSpPr>
              <p:cNvPr id="1105" name="four:position-certificate:interval-C:1105">
                <a:extLst>
                  <a:ext uri="{FF2B5EF4-FFF2-40B4-BE49-F238E27FC236}">
                    <ns2:creationId id="{6E7E5E92-1474-4B45-9997-F046BE5333AE}"/>
                  </a:ext>
                </a:extLst>
              </p:cNvPr>
              <p:cNvSpPr>
                <a:spLocks noGrp="1"/>
              </p:cNvSpPr>
              <p:nvPr/>
            </p:nvSpPr>
            <p:spPr>
              <a:xfrm>
                <a:off x="12915900" y="2543175"/>
                <a:ext cx="266700" cy="266700"/>
              </a:xfrm>
              <a:prstGeom prst="rect">
                <a:avLst/>
              </a:prstGeom>
              <a:solidFill>
                <a:srgbClr val="D55E00"/>
              </a:solidFill>
              <a:ln w="3909">
                <a:solidFill>
                  <a:srgbClr val="263238"/>
                </a:solidFill>
                <a:prstDash val="solid"/>
              </a:ln>
            </p:spPr>
          </p:sp>
          <p:sp>
            <p:nvSpPr>
              <p:cNvPr id="1106" name="four:position-certificate:regular-node:1106">
                <a:extLst>
                  <a:ext uri="{FF2B5EF4-FFF2-40B4-BE49-F238E27FC236}">
                    <ns2:creationId id="{010951F2-9A7E-4CC8-B9D3-A22B590B91EF}"/>
                  </a:ext>
                </a:extLst>
              </p:cNvPr>
              <p:cNvSpPr>
                <a:spLocks noGrp="1"/>
              </p:cNvSpPr>
              <p:nvPr/>
            </p:nvSpPr>
            <p:spPr>
              <a:xfrm>
                <a:off x="13025438" y="2652713"/>
                <a:ext cx="47625" cy="47625"/>
              </a:xfrm>
              <a:prstGeom prst="ellipse">
                <a:avLst/>
              </a:prstGeom>
              <a:solidFill>
                <a:srgbClr val="263238"/>
              </a:solidFill>
              <a:ln w="0">
                <a:noFill/>
                <a:prstDash val="solid"/>
              </a:ln>
            </p:spPr>
          </p:sp>
          <p:sp>
            <p:nvSpPr>
              <p:cNvPr id="1107" name="four:position-certificate:interval-D:1107">
                <a:extLst>
                  <a:ext uri="{FF2B5EF4-FFF2-40B4-BE49-F238E27FC236}">
                    <ns2:creationId id="{73811BDA-9F30-40CB-8409-96213EE9634F}"/>
                  </a:ext>
                </a:extLst>
              </p:cNvPr>
              <p:cNvSpPr>
                <a:spLocks noGrp="1"/>
              </p:cNvSpPr>
              <p:nvPr/>
            </p:nvSpPr>
            <p:spPr>
              <a:xfrm>
                <a:off x="13582650" y="2543175"/>
                <a:ext cx="266700" cy="266700"/>
              </a:xfrm>
              <a:prstGeom prst="rect">
                <a:avLst/>
              </a:prstGeom>
              <a:solidFill>
                <a:srgbClr val="009E73"/>
              </a:solidFill>
              <a:ln w="3909">
                <a:solidFill>
                  <a:srgbClr val="263238"/>
                </a:solidFill>
                <a:prstDash val="solid"/>
              </a:ln>
            </p:spPr>
          </p:sp>
          <p:sp>
            <p:nvSpPr>
              <p:cNvPr id="1108" name="four:position-certificate:regular-node:1108">
                <a:extLst>
                  <a:ext uri="{FF2B5EF4-FFF2-40B4-BE49-F238E27FC236}">
                    <ns2:creationId id="{0386B928-B7D1-47AB-AC52-C7452788D3FB}"/>
                  </a:ext>
                </a:extLst>
              </p:cNvPr>
              <p:cNvSpPr>
                <a:spLocks noGrp="1"/>
              </p:cNvSpPr>
              <p:nvPr/>
            </p:nvSpPr>
            <p:spPr>
              <a:xfrm>
                <a:off x="13692188" y="2652713"/>
                <a:ext cx="47625" cy="47625"/>
              </a:xfrm>
              <a:prstGeom prst="ellipse">
                <a:avLst/>
              </a:prstGeom>
              <a:solidFill>
                <a:srgbClr val="263238"/>
              </a:solidFill>
              <a:ln w="0">
                <a:noFill/>
                <a:prstDash val="solid"/>
              </a:ln>
            </p:spPr>
          </p:sp>
          <p:sp>
            <p:nvSpPr>
              <p:cNvPr id="1109" name="four:position-certificate:interval-B:1109">
                <a:extLst>
                  <a:ext uri="{FF2B5EF4-FFF2-40B4-BE49-F238E27FC236}">
                    <ns2:creationId id="{F7393685-0AB0-4F5A-BCC6-73833D89FB37}"/>
                  </a:ext>
                </a:extLst>
              </p:cNvPr>
              <p:cNvSpPr>
                <a:spLocks noGrp="1"/>
              </p:cNvSpPr>
              <p:nvPr/>
            </p:nvSpPr>
            <p:spPr>
              <a:xfrm>
                <a:off x="14249400" y="2543175"/>
                <a:ext cx="266700" cy="266700"/>
              </a:xfrm>
              <a:prstGeom prst="rect">
                <a:avLst/>
              </a:prstGeom>
              <a:solidFill>
                <a:srgbClr val="CC79A7"/>
              </a:solidFill>
              <a:ln w="3909">
                <a:solidFill>
                  <a:srgbClr val="263238"/>
                </a:solidFill>
                <a:prstDash val="solid"/>
              </a:ln>
            </p:spPr>
          </p:sp>
          <p:sp>
            <p:nvSpPr>
              <p:cNvPr id="1110" name="four:position-certificate:regular-node:1110">
                <a:extLst>
                  <a:ext uri="{FF2B5EF4-FFF2-40B4-BE49-F238E27FC236}">
                    <ns2:creationId id="{6720D497-C112-4F58-9BF0-2A21D057767B}"/>
                  </a:ext>
                </a:extLst>
              </p:cNvPr>
              <p:cNvSpPr>
                <a:spLocks noGrp="1"/>
              </p:cNvSpPr>
              <p:nvPr/>
            </p:nvSpPr>
            <p:spPr>
              <a:xfrm>
                <a:off x="14358938" y="2652713"/>
                <a:ext cx="47625" cy="47625"/>
              </a:xfrm>
              <a:prstGeom prst="ellipse">
                <a:avLst/>
              </a:prstGeom>
              <a:solidFill>
                <a:srgbClr val="263238"/>
              </a:solidFill>
              <a:ln w="0">
                <a:noFill/>
                <a:prstDash val="solid"/>
              </a:ln>
            </p:spPr>
          </p:sp>
          <p:sp>
            <p:nvSpPr>
              <p:cNvPr id="1111" name="four:position-certificate:line:1111">
                <a:extLst>
                  <a:ext uri="{FF2B5EF4-FFF2-40B4-BE49-F238E27FC236}">
                    <ns2:creationId id="{BCDD3056-E23F-4700-8A79-2748E4030EA0}"/>
                  </a:ext>
                </a:extLst>
              </p:cNvPr>
              <p:cNvSpPr>
                <a:spLocks noGrp="1"/>
              </p:cNvSpPr>
              <p:nvPr/>
            </p:nvSpPr>
            <p:spPr>
              <a:xfrm>
                <a:off x="9043988" y="2143125"/>
                <a:ext cx="953" cy="352425"/>
              </a:xfrm>
              <a:custGeom>
                <a:pathLst>
                  <a:path w="953" h="352425">
                    <a:moveTo>
                      <a:pt x="0" y="0"/>
                    </a:moveTo>
                    <a:lnTo>
                      <a:pt x="0" y="352425"/>
                    </a:lnTo>
                  </a:path>
                </a:pathLst>
              </a:custGeom>
              <a:noFill/>
              <a:ln w="4886">
                <a:solidFill>
                  <a:srgbClr val="0072B2">
                    <a:alpha val="65000"/>
                  </a:srgbClr>
                </a:solidFill>
                <a:prstDash val="dash"/>
              </a:ln>
            </p:spPr>
          </p:sp>
          <p:sp>
            <p:nvSpPr>
              <p:cNvPr id="1112" name="four:position-certificate:line:1112">
                <a:extLst>
                  <a:ext uri="{FF2B5EF4-FFF2-40B4-BE49-F238E27FC236}">
                    <ns2:creationId id="{BB9AE212-F990-4B0F-8F37-F11E1248C3F0}"/>
                  </a:ext>
                </a:extLst>
              </p:cNvPr>
              <p:cNvSpPr>
                <a:spLocks noGrp="1"/>
              </p:cNvSpPr>
              <p:nvPr/>
            </p:nvSpPr>
            <p:spPr>
              <a:xfrm>
                <a:off x="9043988" y="2857500"/>
                <a:ext cx="953" cy="590550"/>
              </a:xfrm>
              <a:custGeom>
                <a:pathLst>
                  <a:path w="953" h="590550">
                    <a:moveTo>
                      <a:pt x="0" y="0"/>
                    </a:moveTo>
                    <a:lnTo>
                      <a:pt x="0" y="590550"/>
                    </a:lnTo>
                  </a:path>
                </a:pathLst>
              </a:custGeom>
              <a:noFill/>
              <a:ln w="4886">
                <a:solidFill>
                  <a:srgbClr val="0072B2">
                    <a:alpha val="65000"/>
                  </a:srgbClr>
                </a:solidFill>
                <a:prstDash val="dash"/>
              </a:ln>
            </p:spPr>
          </p:sp>
          <p:sp>
            <p:nvSpPr>
              <p:cNvPr id="1113" name="four:position-certificate:line:1113">
                <a:extLst>
                  <a:ext uri="{FF2B5EF4-FFF2-40B4-BE49-F238E27FC236}">
                    <ns2:creationId id="{E4BDA046-39D7-496B-B918-44BBDAC0143F}"/>
                  </a:ext>
                </a:extLst>
              </p:cNvPr>
              <p:cNvSpPr>
                <a:spLocks noGrp="1"/>
              </p:cNvSpPr>
              <p:nvPr/>
            </p:nvSpPr>
            <p:spPr>
              <a:xfrm>
                <a:off x="9144000" y="2828925"/>
                <a:ext cx="953" cy="619125"/>
              </a:xfrm>
              <a:custGeom>
                <a:pathLst>
                  <a:path w="953" h="619125">
                    <a:moveTo>
                      <a:pt x="0" y="0"/>
                    </a:moveTo>
                    <a:lnTo>
                      <a:pt x="0" y="619125"/>
                    </a:lnTo>
                  </a:path>
                </a:pathLst>
              </a:custGeom>
              <a:noFill/>
              <a:ln w="5375">
                <a:solidFill>
                  <a:srgbClr val="0072B2"/>
                </a:solidFill>
                <a:prstDash val="solid"/>
              </a:ln>
            </p:spPr>
          </p:sp>
          <p:sp>
            <p:nvSpPr>
              <p:cNvPr id="1114" name="four:position-certificate:line:1114">
                <a:extLst>
                  <a:ext uri="{FF2B5EF4-FFF2-40B4-BE49-F238E27FC236}">
                    <ns2:creationId id="{2B9CBEF6-3A32-4E12-9EED-DD97AF95CADC}"/>
                  </a:ext>
                </a:extLst>
              </p:cNvPr>
              <p:cNvSpPr>
                <a:spLocks noGrp="1"/>
              </p:cNvSpPr>
              <p:nvPr/>
            </p:nvSpPr>
            <p:spPr>
              <a:xfrm>
                <a:off x="9043988" y="3381375"/>
                <a:ext cx="100013" cy="953"/>
              </a:xfrm>
              <a:custGeom>
                <a:pathLst>
                  <a:path w="100013" h="953">
                    <a:moveTo>
                      <a:pt x="0" y="0"/>
                    </a:moveTo>
                    <a:lnTo>
                      <a:pt x="100013" y="0"/>
                    </a:lnTo>
                  </a:path>
                </a:pathLst>
              </a:custGeom>
              <a:noFill/>
              <a:ln w="7818">
                <a:solidFill>
                  <a:srgbClr val="0072B2"/>
                </a:solidFill>
                <a:prstDash val="solid"/>
              </a:ln>
            </p:spPr>
          </p:sp>
          <p:sp>
            <p:nvSpPr>
              <p:cNvPr id="1115" name="four:position-certificate:polygon:1115">
                <a:extLst>
                  <a:ext uri="{FF2B5EF4-FFF2-40B4-BE49-F238E27FC236}">
                    <ns2:creationId id="{C48B1B97-4310-4B3C-9904-66FD1AD22ADA}"/>
                  </a:ext>
                </a:extLst>
              </p:cNvPr>
              <p:cNvSpPr>
                <a:spLocks noGrp="1"/>
              </p:cNvSpPr>
              <p:nvPr/>
            </p:nvSpPr>
            <p:spPr>
              <a:xfrm>
                <a:off x="9105900" y="3364992"/>
                <a:ext cx="38100" cy="32766"/>
              </a:xfrm>
              <a:custGeom>
                <a:pathLst>
                  <a:path w="38100" h="32766">
                    <a:moveTo>
                      <a:pt x="38100" y="16383"/>
                    </a:moveTo>
                    <a:lnTo>
                      <a:pt x="0" y="0"/>
                    </a:lnTo>
                    <a:lnTo>
                      <a:pt x="0" y="32766"/>
                    </a:lnTo>
                    <a:close/>
                  </a:path>
                </a:pathLst>
              </a:custGeom>
              <a:solidFill>
                <a:srgbClr val="0072B2"/>
              </a:solidFill>
              <a:ln w="0">
                <a:noFill/>
                <a:prstDash val="solid"/>
              </a:ln>
            </p:spPr>
          </p:sp>
          <p:sp>
            <p:nvSpPr>
              <p:cNvPr id="1116" name="four:position-certificate:polygon:1116">
                <a:extLst>
                  <a:ext uri="{FF2B5EF4-FFF2-40B4-BE49-F238E27FC236}">
                    <ns2:creationId id="{E98A7385-CE90-431C-BF6E-2251A0900F13}"/>
                  </a:ext>
                </a:extLst>
              </p:cNvPr>
              <p:cNvSpPr>
                <a:spLocks noGrp="1"/>
              </p:cNvSpPr>
              <p:nvPr/>
            </p:nvSpPr>
            <p:spPr>
              <a:xfrm>
                <a:off x="9043988" y="3364992"/>
                <a:ext cx="38100" cy="32766"/>
              </a:xfrm>
              <a:custGeom>
                <a:pathLst>
                  <a:path w="38100" h="32766">
                    <a:moveTo>
                      <a:pt x="0" y="16383"/>
                    </a:moveTo>
                    <a:lnTo>
                      <a:pt x="38100" y="32766"/>
                    </a:lnTo>
                    <a:lnTo>
                      <a:pt x="38100" y="0"/>
                    </a:lnTo>
                    <a:close/>
                  </a:path>
                </a:pathLst>
              </a:custGeom>
              <a:solidFill>
                <a:srgbClr val="0072B2"/>
              </a:solidFill>
              <a:ln w="0">
                <a:noFill/>
                <a:prstDash val="solid"/>
              </a:ln>
            </p:spPr>
          </p:sp>
          <p:sp>
            <p:nvSpPr>
              <p:cNvPr id="1117" name="four:position-certificate:textbox:1117">
                <a:extLst>
                  <a:ext uri="{FF2B5EF4-FFF2-40B4-BE49-F238E27FC236}">
                    <ns2:creationId id="{AC3291BB-F983-4079-932C-4E8A359F2149}"/>
                  </a:ext>
                </a:extLst>
              </p:cNvPr>
              <p:cNvSpPr>
                <a:spLocks noGrp="1"/>
              </p:cNvSpPr>
              <p:nvPr/>
            </p:nvSpPr>
            <p:spPr>
              <a:xfrm>
                <a:off x="8617744" y="3009900"/>
                <a:ext cx="952500" cy="342900"/>
              </a:xfrm>
              <a:prstGeom prst="rect">
                <a:avLst/>
              </a:prstGeom>
              <a:solidFill>
                <a:srgbClr val="F7F9FA"/>
              </a:solidFill>
              <a:ln w="0">
                <a:noFill/>
                <a:prstDash val="solid"/>
              </a:ln>
            </p:spPr>
            <p:txBody>
              <a:bodyPr wrap="none" lIns="0" tIns="0" rIns="0" bIns="0" anchor="ctr">
                <a:normAutofit fontScale="100000"/>
              </a:bodyPr>
              <a:lstStyle>
                <a:defPPr algn="ctr">
                  <a:defRPr sz="1116" b="0">
                    <a:solidFill>
                      <a:srgbClr val="0072B2"/>
                    </a:solidFill>
                    <a:latin typeface="Arial"/>
                    <a:ea typeface="Arial"/>
                    <a:cs typeface="Arial"/>
                  </a:defRPr>
                </a:defPPr>
              </a:lstStyle>
              <a:p>
                <a:pPr algn="ctr">
                  <a:defRPr sz="1116" b="0">
                    <a:solidFill>
                      <a:srgbClr val="0072B2"/>
                    </a:solidFill>
                    <a:latin typeface="Arial"/>
                    <a:ea typeface="Arial"/>
                    <a:cs typeface="Arial"/>
                  </a:defRPr>
                </a:pPr>
                <a:r>
                  <a:rPr sz="1116" b="0">
                    <a:solidFill>
                      <a:srgbClr val="0072B2"/>
                    </a:solidFill>
                    <a:latin typeface="Arial"/>
                    <a:ea typeface="Arial"/>
                    <a:cs typeface="Arial"/>
                  </a:rPr>
                  <a:t>τ</a:t>
                </a:r>
                <a:r>
                  <a:rPr sz="803" b="0" baseline="-25000">
                    <a:solidFill>
                      <a:srgbClr val="0072B2"/>
                    </a:solidFill>
                    <a:latin typeface="Arial"/>
                    <a:ea typeface="Arial"/>
                    <a:cs typeface="Arial"/>
                  </a:rPr>
                  <a:t>free</a:t>
                </a:r>
              </a:p>
            </p:txBody>
          </p:sp>
          <p:sp>
            <p:nvSpPr>
              <p:cNvPr id="1118" name="four:position-certificate:textbox:1118">
                <a:extLst>
                  <a:ext uri="{FF2B5EF4-FFF2-40B4-BE49-F238E27FC236}">
                    <ns2:creationId id="{1E988130-B821-4442-A924-D8745AAAE1E0}"/>
                  </a:ext>
                </a:extLst>
              </p:cNvPr>
              <p:cNvSpPr>
                <a:spLocks noGrp="1"/>
              </p:cNvSpPr>
              <p:nvPr/>
            </p:nvSpPr>
            <p:spPr>
              <a:xfrm>
                <a:off x="10010775" y="3105150"/>
                <a:ext cx="1371600" cy="238125"/>
              </a:xfrm>
              <a:prstGeom prst="rect">
                <a:avLst/>
              </a:prstGeom>
              <a:noFill/>
              <a:ln w="0">
                <a:noFill/>
                <a:prstDash val="solid"/>
              </a:ln>
            </p:spPr>
            <p:txBody>
              <a:bodyPr wrap="none" lIns="0" tIns="0" rIns="0" bIns="0" anchor="ctr">
                <a:normAutofit fontScale="100000"/>
              </a:bodyPr>
              <a:lstStyle>
                <a:defPPr algn="ctr">
                  <a:defRPr sz="731" b="0">
                    <a:solidFill>
                      <a:srgbClr val="7B8790"/>
                    </a:solidFill>
                    <a:latin typeface="Arial"/>
                    <a:ea typeface="Arial"/>
                    <a:cs typeface="Arial"/>
                  </a:defRPr>
                </a:defPPr>
              </a:lstStyle>
              <a:p>
                <a:pPr algn="ctr">
                  <a:defRPr sz="731" b="0">
                    <a:solidFill>
                      <a:srgbClr val="7B8790"/>
                    </a:solidFill>
                    <a:latin typeface="Arial"/>
                    <a:ea typeface="Arial"/>
                    <a:cs typeface="Arial"/>
                  </a:defRPr>
                </a:pPr>
                <a:r>
                  <a:rPr sz="731" b="0">
                    <a:solidFill>
                      <a:srgbClr val="7B8790"/>
                    </a:solidFill>
                    <a:latin typeface="Arial"/>
                    <a:ea typeface="Arial"/>
                    <a:cs typeface="Arial"/>
                  </a:rPr>
                  <a:t>Geometry cost</a:t>
                </a:r>
              </a:p>
            </p:txBody>
          </p:sp>
          <p:sp>
            <p:nvSpPr>
              <p:cNvPr id="1119" name="four:position-certificate:line:1119">
                <a:extLst>
                  <a:ext uri="{FF2B5EF4-FFF2-40B4-BE49-F238E27FC236}">
                    <ns2:creationId id="{31512681-C07A-4812-B510-EF3F043F3720}"/>
                  </a:ext>
                </a:extLst>
              </p:cNvPr>
              <p:cNvSpPr>
                <a:spLocks noGrp="1"/>
              </p:cNvSpPr>
              <p:nvPr/>
            </p:nvSpPr>
            <p:spPr>
              <a:xfrm>
                <a:off x="13115925" y="2143125"/>
                <a:ext cx="953" cy="352425"/>
              </a:xfrm>
              <a:custGeom>
                <a:pathLst>
                  <a:path w="953" h="352425">
                    <a:moveTo>
                      <a:pt x="0" y="0"/>
                    </a:moveTo>
                    <a:lnTo>
                      <a:pt x="0" y="352425"/>
                    </a:lnTo>
                  </a:path>
                </a:pathLst>
              </a:custGeom>
              <a:noFill/>
              <a:ln w="5863">
                <a:solidFill>
                  <a:srgbClr val="CC79A7">
                    <a:alpha val="70000"/>
                  </a:srgbClr>
                </a:solidFill>
                <a:prstDash val="dash"/>
              </a:ln>
            </p:spPr>
          </p:sp>
          <p:sp>
            <p:nvSpPr>
              <p:cNvPr id="1120" name="four:position-certificate:line:1120">
                <a:extLst>
                  <a:ext uri="{FF2B5EF4-FFF2-40B4-BE49-F238E27FC236}">
                    <ns2:creationId id="{2E017023-CF69-4C31-879F-67FD51271C6B}"/>
                  </a:ext>
                </a:extLst>
              </p:cNvPr>
              <p:cNvSpPr>
                <a:spLocks noGrp="1"/>
              </p:cNvSpPr>
              <p:nvPr/>
            </p:nvSpPr>
            <p:spPr>
              <a:xfrm>
                <a:off x="13115925" y="2857500"/>
                <a:ext cx="953" cy="590550"/>
              </a:xfrm>
              <a:custGeom>
                <a:pathLst>
                  <a:path w="953" h="590550">
                    <a:moveTo>
                      <a:pt x="0" y="0"/>
                    </a:moveTo>
                    <a:lnTo>
                      <a:pt x="0" y="590550"/>
                    </a:lnTo>
                  </a:path>
                </a:pathLst>
              </a:custGeom>
              <a:noFill/>
              <a:ln w="5863">
                <a:solidFill>
                  <a:srgbClr val="CC79A7">
                    <a:alpha val="70000"/>
                  </a:srgbClr>
                </a:solidFill>
                <a:prstDash val="dash"/>
              </a:ln>
            </p:spPr>
          </p:sp>
          <p:sp>
            <p:nvSpPr>
              <p:cNvPr id="1121" name="four:position-certificate:line:1121">
                <a:extLst>
                  <a:ext uri="{FF2B5EF4-FFF2-40B4-BE49-F238E27FC236}">
                    <ns2:creationId id="{483137C8-4C47-4AF9-A131-6404D75F6722}"/>
                  </a:ext>
                </a:extLst>
              </p:cNvPr>
              <p:cNvSpPr>
                <a:spLocks noGrp="1"/>
              </p:cNvSpPr>
              <p:nvPr/>
            </p:nvSpPr>
            <p:spPr>
              <a:xfrm>
                <a:off x="14382750" y="2828925"/>
                <a:ext cx="953" cy="619125"/>
              </a:xfrm>
              <a:custGeom>
                <a:pathLst>
                  <a:path w="953" h="619125">
                    <a:moveTo>
                      <a:pt x="0" y="0"/>
                    </a:moveTo>
                    <a:lnTo>
                      <a:pt x="0" y="619125"/>
                    </a:lnTo>
                  </a:path>
                </a:pathLst>
              </a:custGeom>
              <a:noFill/>
              <a:ln w="5863">
                <a:solidFill>
                  <a:srgbClr val="CC79A7"/>
                </a:solidFill>
                <a:prstDash val="solid"/>
              </a:ln>
            </p:spPr>
          </p:sp>
          <p:sp>
            <p:nvSpPr>
              <p:cNvPr id="1122" name="four:position-certificate:line:1122">
                <a:extLst>
                  <a:ext uri="{FF2B5EF4-FFF2-40B4-BE49-F238E27FC236}">
                    <ns2:creationId id="{3E7ABB45-44B3-487F-8810-620BE153C0F5}"/>
                  </a:ext>
                </a:extLst>
              </p:cNvPr>
              <p:cNvSpPr>
                <a:spLocks noGrp="1"/>
              </p:cNvSpPr>
              <p:nvPr/>
            </p:nvSpPr>
            <p:spPr>
              <a:xfrm>
                <a:off x="13115925" y="3381375"/>
                <a:ext cx="1266825" cy="953"/>
              </a:xfrm>
              <a:custGeom>
                <a:pathLst>
                  <a:path w="1266825" h="953">
                    <a:moveTo>
                      <a:pt x="0" y="0"/>
                    </a:moveTo>
                    <a:lnTo>
                      <a:pt x="1266825" y="0"/>
                    </a:lnTo>
                  </a:path>
                </a:pathLst>
              </a:custGeom>
              <a:noFill/>
              <a:ln w="7818">
                <a:solidFill>
                  <a:srgbClr val="CC79A7"/>
                </a:solidFill>
                <a:prstDash val="solid"/>
              </a:ln>
            </p:spPr>
          </p:sp>
          <p:sp>
            <p:nvSpPr>
              <p:cNvPr id="1123" name="four:position-certificate:polygon:1123">
                <a:extLst>
                  <a:ext uri="{FF2B5EF4-FFF2-40B4-BE49-F238E27FC236}">
                    <ns2:creationId id="{E468C975-7A4A-4630-8382-C77650F5498A}"/>
                  </a:ext>
                </a:extLst>
              </p:cNvPr>
              <p:cNvSpPr>
                <a:spLocks noGrp="1"/>
              </p:cNvSpPr>
              <p:nvPr/>
            </p:nvSpPr>
            <p:spPr>
              <a:xfrm>
                <a:off x="14325600" y="3356801"/>
                <a:ext cx="57150" cy="49149"/>
              </a:xfrm>
              <a:custGeom>
                <a:pathLst>
                  <a:path w="57150" h="49149">
                    <a:moveTo>
                      <a:pt x="57150" y="24574"/>
                    </a:moveTo>
                    <a:lnTo>
                      <a:pt x="0" y="0"/>
                    </a:lnTo>
                    <a:lnTo>
                      <a:pt x="0" y="49149"/>
                    </a:lnTo>
                    <a:close/>
                  </a:path>
                </a:pathLst>
              </a:custGeom>
              <a:solidFill>
                <a:srgbClr val="CC79A7"/>
              </a:solidFill>
              <a:ln w="0">
                <a:noFill/>
                <a:prstDash val="solid"/>
              </a:ln>
            </p:spPr>
          </p:sp>
          <p:sp>
            <p:nvSpPr>
              <p:cNvPr id="1124" name="four:position-certificate:polygon:1124">
                <a:extLst>
                  <a:ext uri="{FF2B5EF4-FFF2-40B4-BE49-F238E27FC236}">
                    <ns2:creationId id="{D8E64B47-8D44-42CF-B231-36ED7573EF55}"/>
                  </a:ext>
                </a:extLst>
              </p:cNvPr>
              <p:cNvSpPr>
                <a:spLocks noGrp="1"/>
              </p:cNvSpPr>
              <p:nvPr/>
            </p:nvSpPr>
            <p:spPr>
              <a:xfrm>
                <a:off x="13115925" y="3356801"/>
                <a:ext cx="57150" cy="49149"/>
              </a:xfrm>
              <a:custGeom>
                <a:pathLst>
                  <a:path w="57150" h="49149">
                    <a:moveTo>
                      <a:pt x="0" y="24574"/>
                    </a:moveTo>
                    <a:lnTo>
                      <a:pt x="57150" y="49149"/>
                    </a:lnTo>
                    <a:lnTo>
                      <a:pt x="57150" y="0"/>
                    </a:lnTo>
                    <a:close/>
                  </a:path>
                </a:pathLst>
              </a:custGeom>
              <a:solidFill>
                <a:srgbClr val="CC79A7"/>
              </a:solidFill>
              <a:ln w="0">
                <a:noFill/>
                <a:prstDash val="solid"/>
              </a:ln>
            </p:spPr>
          </p:sp>
          <p:sp>
            <p:nvSpPr>
              <p:cNvPr id="1125" name="four:position-certificate:textbox:1125">
                <a:extLst>
                  <a:ext uri="{FF2B5EF4-FFF2-40B4-BE49-F238E27FC236}">
                    <ns2:creationId id="{F5A4AB35-B012-4278-B5C2-F45C7F00B364}"/>
                  </a:ext>
                </a:extLst>
              </p:cNvPr>
              <p:cNvSpPr>
                <a:spLocks noGrp="1"/>
              </p:cNvSpPr>
              <p:nvPr/>
            </p:nvSpPr>
            <p:spPr>
              <a:xfrm>
                <a:off x="13425488" y="3009900"/>
                <a:ext cx="647700" cy="342900"/>
              </a:xfrm>
              <a:prstGeom prst="rect">
                <a:avLst/>
              </a:prstGeom>
              <a:solidFill>
                <a:srgbClr val="F7F9FA"/>
              </a:solidFill>
              <a:ln w="0">
                <a:noFill/>
                <a:prstDash val="solid"/>
              </a:ln>
            </p:spPr>
            <p:txBody>
              <a:bodyPr wrap="none" lIns="0" tIns="0" rIns="0" bIns="0" anchor="ctr">
                <a:normAutofit fontScale="100000"/>
              </a:bodyPr>
              <a:lstStyle>
                <a:defPPr algn="ctr">
                  <a:defRPr sz="1116" b="0">
                    <a:solidFill>
                      <a:srgbClr val="CC79A7"/>
                    </a:solidFill>
                    <a:latin typeface="Arial"/>
                    <a:ea typeface="Arial"/>
                    <a:cs typeface="Arial"/>
                  </a:defRPr>
                </a:defPPr>
              </a:lstStyle>
              <a:p>
                <a:pPr algn="ctr">
                  <a:defRPr sz="1116" b="0">
                    <a:solidFill>
                      <a:srgbClr val="CC79A7"/>
                    </a:solidFill>
                    <a:latin typeface="Arial"/>
                    <a:ea typeface="Arial"/>
                    <a:cs typeface="Arial"/>
                  </a:defRPr>
                </a:pPr>
                <a:r>
                  <a:rPr sz="1116" b="0">
                    <a:solidFill>
                      <a:srgbClr val="CC79A7"/>
                    </a:solidFill>
                    <a:latin typeface="Arial"/>
                    <a:ea typeface="Arial"/>
                    <a:cs typeface="Arial"/>
                  </a:rPr>
                  <a:t>τ</a:t>
                </a:r>
                <a:r>
                  <a:rPr sz="803" b="0" baseline="32000">
                    <a:solidFill>
                      <a:srgbClr val="CC79A7"/>
                    </a:solidFill>
                    <a:latin typeface="Arial"/>
                    <a:ea typeface="Arial"/>
                    <a:cs typeface="Arial"/>
                  </a:rPr>
                  <a:t>*</a:t>
                </a:r>
              </a:p>
            </p:txBody>
          </p:sp>
          <p:sp>
            <p:nvSpPr>
              <p:cNvPr id="1126" name="four:position-certificate:textbox:1126">
                <a:extLst>
                  <a:ext uri="{FF2B5EF4-FFF2-40B4-BE49-F238E27FC236}">
                    <ns2:creationId id="{C2D3740F-9676-4015-A38A-B6A261FD9866}"/>
                  </a:ext>
                </a:extLst>
              </p:cNvPr>
              <p:cNvSpPr>
                <a:spLocks noGrp="1"/>
              </p:cNvSpPr>
              <p:nvPr/>
            </p:nvSpPr>
            <p:spPr>
              <a:xfrm rot="0" flipH="0" flipV="0">
                <a:off x="8629650" y="3629025"/>
                <a:ext cx="2857500" cy="342900"/>
              </a:xfrm>
              <a:prstGeom prst="rect">
                <a:avLst/>
              </a:prstGeom>
              <a:noFill/>
              <a:ln w="0">
                <a:noFill/>
                <a:prstDash val="solid"/>
              </a:ln>
            </p:spPr>
            <p:txBody>
              <a:bodyPr wrap="none" lIns="0" tIns="0" rIns="0" bIns="0" anchor="ctr">
                <a:normAutofit fontScale="100000"/>
              </a:bodyPr>
              <a:lstStyle>
                <a:defPPr algn="ctr">
                  <a:defRPr sz="962" b="0">
                    <a:solidFill>
                      <a:srgbClr val="263238"/>
                    </a:solidFill>
                    <a:latin typeface="Arial"/>
                    <a:ea typeface="Arial"/>
                    <a:cs typeface="Arial"/>
                  </a:defRPr>
                </a:defPPr>
                <a:lvl1pPr algn="ctr">
                  <a:defRPr sz="962" b="0">
                    <a:solidFill>
                      <a:srgbClr val="263238"/>
                    </a:solidFill>
                    <a:latin typeface="Arial"/>
                    <a:ea typeface="Arial"/>
                    <a:cs typeface="Arial"/>
                  </a:defRPr>
                </a:lvl1pPr>
                <a:lvl2pPr algn="ctr">
                  <a:defRPr sz="962" b="0">
                    <a:solidFill>
                      <a:srgbClr val="263238"/>
                    </a:solidFill>
                    <a:latin typeface="Arial"/>
                    <a:ea typeface="Arial"/>
                    <a:cs typeface="Arial"/>
                  </a:defRPr>
                </a:lvl2pPr>
                <a:lvl3pPr algn="ctr">
                  <a:defRPr sz="962" b="0">
                    <a:solidFill>
                      <a:srgbClr val="263238"/>
                    </a:solidFill>
                    <a:latin typeface="Arial"/>
                    <a:ea typeface="Arial"/>
                    <a:cs typeface="Arial"/>
                  </a:defRPr>
                </a:lvl3pPr>
                <a:lvl4pPr algn="ctr">
                  <a:defRPr sz="962" b="0">
                    <a:solidFill>
                      <a:srgbClr val="263238"/>
                    </a:solidFill>
                    <a:latin typeface="Arial"/>
                    <a:ea typeface="Arial"/>
                    <a:cs typeface="Arial"/>
                  </a:defRPr>
                </a:lvl4pPr>
                <a:lvl5pPr algn="ctr">
                  <a:defRPr sz="962" b="0">
                    <a:solidFill>
                      <a:srgbClr val="263238"/>
                    </a:solidFill>
                    <a:latin typeface="Arial"/>
                    <a:ea typeface="Arial"/>
                    <a:cs typeface="Arial"/>
                  </a:defRPr>
                </a:lvl5pPr>
                <a:lvl6pPr algn="ctr">
                  <a:defRPr sz="962" b="0">
                    <a:solidFill>
                      <a:srgbClr val="263238"/>
                    </a:solidFill>
                    <a:latin typeface="Arial"/>
                    <a:ea typeface="Arial"/>
                    <a:cs typeface="Arial"/>
                  </a:defRPr>
                </a:lvl6pPr>
                <a:lvl7pPr algn="ctr">
                  <a:defRPr sz="962" b="0">
                    <a:solidFill>
                      <a:srgbClr val="263238"/>
                    </a:solidFill>
                    <a:latin typeface="Arial"/>
                    <a:ea typeface="Arial"/>
                    <a:cs typeface="Arial"/>
                  </a:defRPr>
                </a:lvl7pPr>
                <a:lvl8pPr algn="ctr">
                  <a:defRPr sz="962" b="0">
                    <a:solidFill>
                      <a:srgbClr val="263238"/>
                    </a:solidFill>
                    <a:latin typeface="Arial"/>
                    <a:ea typeface="Arial"/>
                    <a:cs typeface="Arial"/>
                  </a:defRPr>
                </a:lvl8pPr>
                <a:lvl9pPr algn="ctr">
                  <a:defRPr sz="962" b="0">
                    <a:solidFill>
                      <a:srgbClr val="263238"/>
                    </a:solidFill>
                    <a:latin typeface="Arial"/>
                    <a:ea typeface="Arial"/>
                    <a:cs typeface="Arial"/>
                  </a:defRPr>
                </a:lvl9pPr>
              </a:lstStyle>
              <a:p>
                <a:pPr algn="ctr">
                  <a:buNone/>
                  <a:defRPr sz="962" b="0">
                    <a:solidFill>
                      <a:srgbClr val="263238"/>
                    </a:solidFill>
                    <a:latin typeface="Arial"/>
                    <a:ea typeface="Arial"/>
                    <a:cs typeface="Arial"/>
                  </a:defRPr>
                </a:pPr>
                <a:r>
                  <a:rPr sz="962" b="0">
                    <a:solidFill>
                      <a:srgbClr val="263238"/>
                    </a:solidFill>
                    <a:latin typeface="Arial"/>
                    <a:ea typeface="Arial"/>
                    <a:cs typeface="Arial"/>
                  </a:rPr>
                  <a:t>τ</a:t>
                </a:r>
                <a:r>
                  <a:rPr sz="693" b="0" baseline="-25000">
                    <a:solidFill>
                      <a:srgbClr val="263238"/>
                    </a:solidFill>
                    <a:latin typeface="Arial"/>
                    <a:ea typeface="Arial"/>
                    <a:cs typeface="Arial"/>
                  </a:rPr>
                  <a:t>free</a:t>
                </a:r>
              </a:p>
            </p:txBody>
          </p:sp>
          <p:sp>
            <p:nvSpPr>
              <p:cNvPr id="1127" name="four:position-certificate:textbox:1127">
                <a:extLst>
                  <a:ext uri="{FF2B5EF4-FFF2-40B4-BE49-F238E27FC236}">
                    <ns2:creationId id="{6F436207-3084-4A39-A6C6-BF5D7D60EB63}"/>
                  </a:ext>
                </a:extLst>
              </p:cNvPr>
              <p:cNvSpPr>
                <a:spLocks noGrp="1"/>
              </p:cNvSpPr>
              <p:nvPr/>
            </p:nvSpPr>
            <p:spPr>
              <a:xfrm rot="0" flipH="0" flipV="0">
                <a:off x="11811000" y="3629025"/>
                <a:ext cx="3009900" cy="342900"/>
              </a:xfrm>
              <a:prstGeom prst="rect">
                <a:avLst/>
              </a:prstGeom>
              <a:noFill/>
              <a:ln w="0">
                <a:noFill/>
                <a:prstDash val="solid"/>
              </a:ln>
            </p:spPr>
            <p:txBody>
              <a:bodyPr wrap="none" lIns="0" tIns="0" rIns="0" bIns="0" anchor="ctr">
                <a:normAutofit fontScale="100000"/>
              </a:bodyPr>
              <a:lstStyle>
                <a:defPPr algn="ctr">
                  <a:defRPr sz="1000" b="0">
                    <a:solidFill>
                      <a:srgbClr val="263238"/>
                    </a:solidFill>
                    <a:latin typeface="Arial"/>
                    <a:ea typeface="Arial"/>
                    <a:cs typeface="Arial"/>
                  </a:defRPr>
                </a:defPPr>
                <a:lvl1pPr algn="ctr">
                  <a:defRPr sz="1000" b="0">
                    <a:solidFill>
                      <a:srgbClr val="263238"/>
                    </a:solidFill>
                    <a:latin typeface="Arial"/>
                    <a:ea typeface="Arial"/>
                    <a:cs typeface="Arial"/>
                  </a:defRPr>
                </a:lvl1pPr>
                <a:lvl2pPr algn="ctr">
                  <a:defRPr sz="1000" b="0">
                    <a:solidFill>
                      <a:srgbClr val="263238"/>
                    </a:solidFill>
                    <a:latin typeface="Arial"/>
                    <a:ea typeface="Arial"/>
                    <a:cs typeface="Arial"/>
                  </a:defRPr>
                </a:lvl2pPr>
                <a:lvl3pPr algn="ctr">
                  <a:defRPr sz="1000" b="0">
                    <a:solidFill>
                      <a:srgbClr val="263238"/>
                    </a:solidFill>
                    <a:latin typeface="Arial"/>
                    <a:ea typeface="Arial"/>
                    <a:cs typeface="Arial"/>
                  </a:defRPr>
                </a:lvl3pPr>
                <a:lvl4pPr algn="ctr">
                  <a:defRPr sz="1000" b="0">
                    <a:solidFill>
                      <a:srgbClr val="263238"/>
                    </a:solidFill>
                    <a:latin typeface="Arial"/>
                    <a:ea typeface="Arial"/>
                    <a:cs typeface="Arial"/>
                  </a:defRPr>
                </a:lvl4pPr>
                <a:lvl5pPr algn="ctr">
                  <a:defRPr sz="1000" b="0">
                    <a:solidFill>
                      <a:srgbClr val="263238"/>
                    </a:solidFill>
                    <a:latin typeface="Arial"/>
                    <a:ea typeface="Arial"/>
                    <a:cs typeface="Arial"/>
                  </a:defRPr>
                </a:lvl5pPr>
                <a:lvl6pPr algn="ctr">
                  <a:defRPr sz="1000" b="0">
                    <a:solidFill>
                      <a:srgbClr val="263238"/>
                    </a:solidFill>
                    <a:latin typeface="Arial"/>
                    <a:ea typeface="Arial"/>
                    <a:cs typeface="Arial"/>
                  </a:defRPr>
                </a:lvl6pPr>
                <a:lvl7pPr algn="ctr">
                  <a:defRPr sz="1000" b="0">
                    <a:solidFill>
                      <a:srgbClr val="263238"/>
                    </a:solidFill>
                    <a:latin typeface="Arial"/>
                    <a:ea typeface="Arial"/>
                    <a:cs typeface="Arial"/>
                  </a:defRPr>
                </a:lvl7pPr>
                <a:lvl8pPr algn="ctr">
                  <a:defRPr sz="1000" b="0">
                    <a:solidFill>
                      <a:srgbClr val="263238"/>
                    </a:solidFill>
                    <a:latin typeface="Arial"/>
                    <a:ea typeface="Arial"/>
                    <a:cs typeface="Arial"/>
                  </a:defRPr>
                </a:lvl8pPr>
                <a:lvl9pPr algn="ctr">
                  <a:defRPr sz="1000" b="0">
                    <a:solidFill>
                      <a:srgbClr val="263238"/>
                    </a:solidFill>
                    <a:latin typeface="Arial"/>
                    <a:ea typeface="Arial"/>
                    <a:cs typeface="Arial"/>
                  </a:defRPr>
                </a:lvl9pPr>
              </a:lstStyle>
              <a:p>
                <a:pPr algn="ctr">
                  <a:buNone/>
                  <a:defRPr sz="1000" b="0">
                    <a:solidFill>
                      <a:srgbClr val="263238"/>
                    </a:solidFill>
                    <a:latin typeface="Arial"/>
                    <a:ea typeface="Arial"/>
                    <a:cs typeface="Arial"/>
                  </a:defRPr>
                </a:pPr>
                <a:r>
                  <a:rPr sz="1000" b="0">
                    <a:solidFill>
                      <a:srgbClr val="263238"/>
                    </a:solidFill>
                    <a:latin typeface="Arial"/>
                    <a:ea typeface="Arial"/>
                    <a:cs typeface="Arial"/>
                  </a:rPr>
                  <a:t>τ</a:t>
                </a:r>
                <a:r>
                  <a:rPr sz="720" b="0" baseline="32000">
                    <a:solidFill>
                      <a:srgbClr val="263238"/>
                    </a:solidFill>
                    <a:latin typeface="Arial"/>
                    <a:ea typeface="Arial"/>
                    <a:cs typeface="Arial"/>
                  </a:rPr>
                  <a:t>*</a:t>
                </a:r>
              </a:p>
            </p:txBody>
          </p:sp>
        </p:grpSp>
        <p:grpSp>
          <p:nvGrpSpPr>
            <p:cNvPr id="3180" name="certificate-flow"/>
            <p:cNvGrpSpPr/>
            <p:nvPr/>
          </p:nvGrpSpPr>
          <p:grpSpPr>
            <a:xfrm>
              <a:off x="0" y="0"/>
              <a:ext cx="24955500" cy="8572500"/>
              <a:chOff x="0" y="0"/>
              <a:chExt cx="24955500" cy="8572500"/>
            </a:xfrm>
          </p:grpSpPr>
          <p:sp>
            <p:nvSpPr>
              <p:cNvPr id="1128" name="four:certificate-flow:line:1128">
                <a:extLst>
                  <a:ext uri="{FF2B5EF4-FFF2-40B4-BE49-F238E27FC236}">
                    <ns2:creationId id="{2A02FA2A-EBDA-4C5E-94CB-2373451E414F}"/>
                  </a:ext>
                </a:extLst>
              </p:cNvPr>
              <p:cNvSpPr>
                <a:spLocks noGrp="1"/>
              </p:cNvSpPr>
              <p:nvPr/>
            </p:nvSpPr>
            <p:spPr>
              <a:xfrm>
                <a:off x="11601450" y="4162425"/>
                <a:ext cx="953" cy="542925"/>
              </a:xfrm>
              <a:custGeom>
                <a:pathLst>
                  <a:path w="953" h="542925">
                    <a:moveTo>
                      <a:pt x="0" y="0"/>
                    </a:moveTo>
                    <a:lnTo>
                      <a:pt x="0" y="542925"/>
                    </a:lnTo>
                  </a:path>
                </a:pathLst>
              </a:custGeom>
              <a:noFill/>
              <a:ln w="9772">
                <a:solidFill>
                  <a:srgbClr val="7895A8"/>
                </a:solidFill>
                <a:prstDash val="solid"/>
              </a:ln>
            </p:spPr>
          </p:sp>
          <p:sp>
            <p:nvSpPr>
              <p:cNvPr id="1129" name="four:certificate-flow:polygon:1129">
                <a:extLst>
                  <a:ext uri="{FF2B5EF4-FFF2-40B4-BE49-F238E27FC236}">
                    <ns2:creationId id="{71910B65-FDDA-4532-80C6-4786C034A441}"/>
                  </a:ext>
                </a:extLst>
              </p:cNvPr>
              <p:cNvSpPr>
                <a:spLocks noGrp="1"/>
              </p:cNvSpPr>
              <p:nvPr/>
            </p:nvSpPr>
            <p:spPr>
              <a:xfrm>
                <a:off x="11564588" y="4619625"/>
                <a:ext cx="73723" cy="85725"/>
              </a:xfrm>
              <a:custGeom>
                <a:pathLst>
                  <a:path w="73723" h="85725">
                    <a:moveTo>
                      <a:pt x="36862" y="85725"/>
                    </a:moveTo>
                    <a:lnTo>
                      <a:pt x="73723" y="0"/>
                    </a:lnTo>
                    <a:lnTo>
                      <a:pt x="0" y="0"/>
                    </a:lnTo>
                    <a:close/>
                  </a:path>
                </a:pathLst>
              </a:custGeom>
              <a:solidFill>
                <a:srgbClr val="7895A8"/>
              </a:solidFill>
              <a:ln w="0">
                <a:noFill/>
                <a:prstDash val="solid"/>
              </a:ln>
            </p:spPr>
          </p:sp>
          <p:sp>
            <p:nvSpPr>
              <p:cNvPr id="1130" name="four:certificate-flow:textbox:1130">
                <a:extLst>
                  <a:ext uri="{FF2B5EF4-FFF2-40B4-BE49-F238E27FC236}">
                    <ns2:creationId id="{AB5C2CC1-9913-4341-BF5C-5F3FDDDC5365}"/>
                  </a:ext>
                </a:extLst>
              </p:cNvPr>
              <p:cNvSpPr>
                <a:spLocks noGrp="1"/>
              </p:cNvSpPr>
              <p:nvPr/>
            </p:nvSpPr>
            <p:spPr>
              <a:xfrm>
                <a:off x="8572500" y="4257675"/>
                <a:ext cx="2857500" cy="342900"/>
              </a:xfrm>
              <a:prstGeom prst="rect">
                <a:avLst/>
              </a:prstGeom>
              <a:noFill/>
              <a:ln w="0">
                <a:noFill/>
                <a:prstDash val="solid"/>
              </a:ln>
            </p:spPr>
            <p:txBody>
              <a:bodyPr wrap="none" lIns="0" tIns="0" rIns="0" bIns="0" anchor="ctr">
                <a:normAutofit fontScale="100000"/>
              </a:bodyPr>
              <a:lstStyle>
                <a:defPPr algn="ctr">
                  <a:defRPr sz="1039" b="0">
                    <a:solidFill>
                      <a:srgbClr val="7B8790"/>
                    </a:solidFill>
                    <a:latin typeface="Arial"/>
                    <a:ea typeface="Arial"/>
                    <a:cs typeface="Arial"/>
                  </a:defRPr>
                </a:defPPr>
              </a:lstStyle>
              <a:p>
                <a:pPr algn="ctr">
                  <a:defRPr sz="1039" b="0">
                    <a:solidFill>
                      <a:srgbClr val="7B8790"/>
                    </a:solidFill>
                    <a:latin typeface="Arial"/>
                    <a:ea typeface="Arial"/>
                    <a:cs typeface="Arial"/>
                  </a:defRPr>
                </a:pPr>
                <a:r>
                  <a:rPr sz="1039" b="0">
                    <a:solidFill>
                      <a:srgbClr val="7B8790"/>
                    </a:solidFill>
                    <a:latin typeface="Arial"/>
                    <a:ea typeface="Arial"/>
                    <a:cs typeface="Arial"/>
                  </a:rPr>
                  <a:t>H = </a:t>
                </a:r>
                <a:r>
                  <a:rPr sz="1039" b="0">
                    <a:solidFill>
                      <a:srgbClr val="7B8790"/>
                    </a:solidFill>
                    <a:latin typeface="Arial"/>
                    <a:ea typeface="Arial"/>
                    <a:cs typeface="Arial"/>
                  </a:rPr>
                  <a:t>τ</a:t>
                </a:r>
                <a:r>
                  <a:rPr sz="748" b="0" baseline="32000">
                    <a:solidFill>
                      <a:srgbClr val="7B8790"/>
                    </a:solidFill>
                    <a:latin typeface="Arial"/>
                    <a:ea typeface="Arial"/>
                    <a:cs typeface="Arial"/>
                  </a:rPr>
                  <a:t>*</a:t>
                </a:r>
                <a:r>
                  <a:rPr sz="1039" b="0">
                    <a:solidFill>
                      <a:srgbClr val="7B8790"/>
                    </a:solidFill>
                    <a:latin typeface="Arial"/>
                    <a:ea typeface="Arial"/>
                    <a:cs typeface="Arial"/>
                  </a:rPr>
                  <a:t> − </a:t>
                </a:r>
                <a:r>
                  <a:rPr sz="1039" b="0">
                    <a:solidFill>
                      <a:srgbClr val="7B8790"/>
                    </a:solidFill>
                    <a:latin typeface="Arial"/>
                    <a:ea typeface="Arial"/>
                    <a:cs typeface="Arial"/>
                  </a:rPr>
                  <a:t>τ</a:t>
                </a:r>
                <a:r>
                  <a:rPr sz="748" b="0" baseline="-25000">
                    <a:solidFill>
                      <a:srgbClr val="7B8790"/>
                    </a:solidFill>
                    <a:latin typeface="Arial"/>
                    <a:ea typeface="Arial"/>
                    <a:cs typeface="Arial"/>
                  </a:rPr>
                  <a:t>free</a:t>
                </a:r>
              </a:p>
            </p:txBody>
          </p:sp>
          <p:sp>
            <p:nvSpPr>
              <p:cNvPr id="1131" name="four:certificate-flow:textbox:1131">
                <a:extLst>
                  <a:ext uri="{FF2B5EF4-FFF2-40B4-BE49-F238E27FC236}">
                    <ns2:creationId id="{AAD5D2A2-61C9-4AE4-9770-6886025BD5D3}"/>
                  </a:ext>
                </a:extLst>
              </p:cNvPr>
              <p:cNvSpPr>
                <a:spLocks noGrp="1"/>
              </p:cNvSpPr>
              <p:nvPr/>
            </p:nvSpPr>
            <p:spPr>
              <a:xfrm>
                <a:off x="11830050" y="4257675"/>
                <a:ext cx="1524000" cy="342900"/>
              </a:xfrm>
              <a:prstGeom prst="rect">
                <a:avLst/>
              </a:prstGeom>
              <a:noFill/>
              <a:ln w="0">
                <a:noFill/>
                <a:prstDash val="solid"/>
              </a:ln>
            </p:spPr>
            <p:txBody>
              <a:bodyPr wrap="none" lIns="0" tIns="0" rIns="0" bIns="0" anchor="ctr">
                <a:normAutofit fontScale="100000"/>
              </a:bodyPr>
              <a:lstStyle>
                <a:defPPr algn="ctr">
                  <a:defRPr sz="1154" b="0">
                    <a:solidFill>
                      <a:srgbClr val="7B8790"/>
                    </a:solidFill>
                    <a:latin typeface="Arial"/>
                    <a:ea typeface="Arial"/>
                    <a:cs typeface="Arial"/>
                  </a:defRPr>
                </a:defPPr>
              </a:lstStyle>
              <a:p>
                <a:pPr algn="ctr">
                  <a:defRPr sz="1154" b="0">
                    <a:solidFill>
                      <a:srgbClr val="7B8790"/>
                    </a:solidFill>
                    <a:latin typeface="Arial"/>
                    <a:ea typeface="Arial"/>
                    <a:cs typeface="Arial"/>
                  </a:defRPr>
                </a:pPr>
                <a:r>
                  <a:rPr sz="1154" b="0">
                    <a:solidFill>
                      <a:srgbClr val="7B8790"/>
                    </a:solidFill>
                    <a:latin typeface="Arial"/>
                    <a:ea typeface="Arial"/>
                    <a:cs typeface="Arial"/>
                  </a:rPr>
                  <a:t>H &gt; θ</a:t>
                </a:r>
              </a:p>
            </p:txBody>
          </p:sp>
        </p:grpSp>
        <p:grpSp>
          <p:nvGrpSpPr>
            <p:cNvPr id="3181" name="selective-relaxation"/>
            <p:cNvGrpSpPr/>
            <p:nvPr/>
          </p:nvGrpSpPr>
          <p:grpSpPr>
            <a:xfrm>
              <a:off x="0" y="0"/>
              <a:ext cx="24955500" cy="8572500"/>
              <a:chOff x="0" y="0"/>
              <a:chExt cx="24955500" cy="8572500"/>
            </a:xfrm>
          </p:grpSpPr>
          <p:sp>
            <p:nvSpPr>
              <p:cNvPr id="1132" name="four:selective-relaxation:textbox:1132">
                <a:extLst>
                  <a:ext uri="{FF2B5EF4-FFF2-40B4-BE49-F238E27FC236}">
                    <ns2:creationId id="{F1FB1A25-8499-4258-A072-12634B4CFE69}"/>
                  </a:ext>
                </a:extLst>
              </p:cNvPr>
              <p:cNvSpPr>
                <a:spLocks noGrp="1"/>
              </p:cNvSpPr>
              <p:nvPr/>
            </p:nvSpPr>
            <p:spPr>
              <a:xfrm>
                <a:off x="8572500" y="4867275"/>
                <a:ext cx="4219575" cy="304800"/>
              </a:xfrm>
              <a:prstGeom prst="rect">
                <a:avLst/>
              </a:prstGeom>
              <a:noFill/>
              <a:ln w="0">
                <a:noFill/>
                <a:prstDash val="solid"/>
              </a:ln>
            </p:spPr>
            <p:txBody>
              <a:bodyPr wrap="none" lIns="0" tIns="0" rIns="0" bIns="0" anchor="ctr">
                <a:normAutofit fontScale="100000"/>
              </a:bodyPr>
              <a:lstStyle>
                <a:defPPr algn="l">
                  <a:defRPr sz="962" b="1">
                    <a:solidFill>
                      <a:srgbClr val="263238"/>
                    </a:solidFill>
                    <a:latin typeface="Arial"/>
                    <a:ea typeface="Arial"/>
                    <a:cs typeface="Arial"/>
                  </a:defRPr>
                </a:defPPr>
              </a:lstStyle>
              <a:p>
                <a:pPr algn="l">
                  <a:defRPr sz="962" b="1">
                    <a:solidFill>
                      <a:srgbClr val="263238"/>
                    </a:solidFill>
                    <a:latin typeface="Arial"/>
                    <a:ea typeface="Arial"/>
                    <a:cs typeface="Arial"/>
                  </a:defRPr>
                </a:pPr>
                <a:r>
                  <a:rPr sz="962" b="1">
                    <a:solidFill>
                      <a:srgbClr val="263238"/>
                    </a:solidFill>
                    <a:latin typeface="Arial"/>
                    <a:ea typeface="Arial"/>
                    <a:cs typeface="Arial"/>
                  </a:rPr>
                  <a:t>Selective relaxation</a:t>
                </a:r>
              </a:p>
            </p:txBody>
          </p:sp>
          <p:sp>
            <p:nvSpPr>
              <p:cNvPr id="1133" name="four:selective-relaxation:textbox:1133">
                <a:extLst>
                  <a:ext uri="{FF2B5EF4-FFF2-40B4-BE49-F238E27FC236}">
                    <ns2:creationId id="{4D9BD45E-AFA8-49A6-B4C9-F94382C8DAB0}"/>
                  </a:ext>
                </a:extLst>
              </p:cNvPr>
              <p:cNvSpPr>
                <a:spLocks noGrp="1"/>
              </p:cNvSpPr>
              <p:nvPr/>
            </p:nvSpPr>
            <p:spPr>
              <a:xfrm>
                <a:off x="8572500" y="5172075"/>
                <a:ext cx="1333500" cy="342900"/>
              </a:xfrm>
              <a:prstGeom prst="rect">
                <a:avLst/>
              </a:prstGeom>
              <a:noFill/>
              <a:ln w="0">
                <a:noFill/>
                <a:prstDash val="solid"/>
              </a:ln>
            </p:spPr>
            <p:txBody>
              <a:bodyPr wrap="none" lIns="0" tIns="0" rIns="0" bIns="0" anchor="ctr">
                <a:normAutofit fontScale="100000"/>
              </a:bodyPr>
              <a:lstStyle>
                <a:defPPr algn="ctr">
                  <a:defRPr sz="1039" b="0">
                    <a:solidFill>
                      <a:srgbClr val="7B8790"/>
                    </a:solidFill>
                    <a:latin typeface="Arial"/>
                    <a:ea typeface="Arial"/>
                    <a:cs typeface="Arial"/>
                  </a:defRPr>
                </a:defPPr>
              </a:lstStyle>
              <a:p>
                <a:pPr algn="ctr">
                  <a:defRPr sz="1039" b="0">
                    <a:solidFill>
                      <a:srgbClr val="7B8790"/>
                    </a:solidFill>
                    <a:latin typeface="Arial"/>
                    <a:ea typeface="Arial"/>
                    <a:cs typeface="Arial"/>
                  </a:defRPr>
                </a:pPr>
                <a:r>
                  <a:rPr sz="1039" b="0">
                    <a:solidFill>
                      <a:srgbClr val="7B8790"/>
                    </a:solidFill>
                    <a:latin typeface="Arial"/>
                    <a:ea typeface="Arial"/>
                    <a:cs typeface="Arial"/>
                  </a:rPr>
                  <a:t>γ</a:t>
                </a:r>
                <a:r>
                  <a:rPr sz="748" b="0" baseline="-25000">
                    <a:solidFill>
                      <a:srgbClr val="7B8790"/>
                    </a:solidFill>
                    <a:latin typeface="Arial"/>
                    <a:ea typeface="Arial"/>
                    <a:cs typeface="Arial"/>
                  </a:rPr>
                  <a:t>v</a:t>
                </a:r>
                <a:r>
                  <a:rPr sz="1039" b="0">
                    <a:solidFill>
                      <a:srgbClr val="7B8790"/>
                    </a:solidFill>
                    <a:latin typeface="Arial"/>
                    <a:ea typeface="Arial"/>
                    <a:cs typeface="Arial"/>
                  </a:rPr>
                  <a:t> ≤ κ</a:t>
                </a:r>
              </a:p>
            </p:txBody>
          </p:sp>
          <p:sp>
            <p:nvSpPr>
              <p:cNvPr id="1134" name="four:selective-relaxation:textbox:1134">
                <a:extLst>
                  <a:ext uri="{FF2B5EF4-FFF2-40B4-BE49-F238E27FC236}">
                    <ns2:creationId id="{85A0F2AD-26FA-48A5-9C63-11A4CA722558}"/>
                  </a:ext>
                </a:extLst>
              </p:cNvPr>
              <p:cNvSpPr>
                <a:spLocks noGrp="1"/>
              </p:cNvSpPr>
              <p:nvPr/>
            </p:nvSpPr>
            <p:spPr>
              <a:xfrm>
                <a:off x="8572500" y="5467350"/>
                <a:ext cx="1333500" cy="219075"/>
              </a:xfrm>
              <a:prstGeom prst="rect">
                <a:avLst/>
              </a:prstGeom>
              <a:noFill/>
              <a:ln w="0">
                <a:noFill/>
                <a:prstDash val="solid"/>
              </a:ln>
            </p:spPr>
            <p:txBody>
              <a:bodyPr wrap="none" lIns="0" tIns="0" rIns="0" bIns="0" anchor="ctr">
                <a:normAutofit fontScale="100000"/>
              </a:bodyPr>
              <a:lstStyle>
                <a:defPPr algn="ctr">
                  <a:defRPr sz="731" b="1">
                    <a:solidFill>
                      <a:srgbClr val="7B8790"/>
                    </a:solidFill>
                    <a:latin typeface="Arial"/>
                    <a:ea typeface="Arial"/>
                    <a:cs typeface="Arial"/>
                  </a:defRPr>
                </a:defPPr>
              </a:lstStyle>
              <a:p>
                <a:pPr algn="ctr">
                  <a:defRPr sz="731" b="1">
                    <a:solidFill>
                      <a:srgbClr val="7B8790"/>
                    </a:solidFill>
                    <a:latin typeface="Arial"/>
                    <a:ea typeface="Arial"/>
                    <a:cs typeface="Arial"/>
                  </a:defRPr>
                </a:pPr>
                <a:r>
                  <a:rPr sz="731" b="1">
                    <a:solidFill>
                      <a:srgbClr val="7B8790"/>
                    </a:solidFill>
                    <a:latin typeface="Arial"/>
                    <a:ea typeface="Arial"/>
                    <a:cs typeface="Arial"/>
                  </a:rPr>
                  <a:t>Expand</a:t>
                </a:r>
              </a:p>
            </p:txBody>
          </p:sp>
          <p:sp>
            <p:nvSpPr>
              <p:cNvPr id="1135" name="four:selective-relaxation:textbox:1135">
                <a:extLst>
                  <a:ext uri="{FF2B5EF4-FFF2-40B4-BE49-F238E27FC236}">
                    <ns2:creationId id="{46EC5B2D-FA2A-4C56-BA41-908388EB963C}"/>
                  </a:ext>
                </a:extLst>
              </p:cNvPr>
              <p:cNvSpPr>
                <a:spLocks noGrp="1"/>
              </p:cNvSpPr>
              <p:nvPr/>
            </p:nvSpPr>
            <p:spPr>
              <a:xfrm>
                <a:off x="10039350" y="5172075"/>
                <a:ext cx="1333500" cy="342900"/>
              </a:xfrm>
              <a:prstGeom prst="rect">
                <a:avLst/>
              </a:prstGeom>
              <a:noFill/>
              <a:ln w="0">
                <a:noFill/>
                <a:prstDash val="solid"/>
              </a:ln>
            </p:spPr>
            <p:txBody>
              <a:bodyPr wrap="none" lIns="0" tIns="0" rIns="0" bIns="0" anchor="ctr">
                <a:normAutofit fontScale="100000"/>
              </a:bodyPr>
              <a:lstStyle>
                <a:defPPr algn="ctr">
                  <a:defRPr sz="1039" b="0">
                    <a:solidFill>
                      <a:srgbClr val="7B8790"/>
                    </a:solidFill>
                    <a:latin typeface="Arial"/>
                    <a:ea typeface="Arial"/>
                    <a:cs typeface="Arial"/>
                  </a:defRPr>
                </a:defPPr>
              </a:lstStyle>
              <a:p>
                <a:pPr algn="ctr">
                  <a:defRPr sz="1039" b="0">
                    <a:solidFill>
                      <a:srgbClr val="7B8790"/>
                    </a:solidFill>
                    <a:latin typeface="Arial"/>
                    <a:ea typeface="Arial"/>
                    <a:cs typeface="Arial"/>
                  </a:defRPr>
                </a:pPr>
                <a:r>
                  <a:rPr sz="1039" b="0">
                    <a:solidFill>
                      <a:srgbClr val="7B8790"/>
                    </a:solidFill>
                    <a:latin typeface="Arial"/>
                    <a:ea typeface="Arial"/>
                    <a:cs typeface="Arial"/>
                  </a:rPr>
                  <a:t>γ</a:t>
                </a:r>
                <a:r>
                  <a:rPr sz="748" b="0" baseline="-25000">
                    <a:solidFill>
                      <a:srgbClr val="7B8790"/>
                    </a:solidFill>
                    <a:latin typeface="Arial"/>
                    <a:ea typeface="Arial"/>
                    <a:cs typeface="Arial"/>
                  </a:rPr>
                  <a:t>v</a:t>
                </a:r>
                <a:r>
                  <a:rPr sz="1039" b="0">
                    <a:solidFill>
                      <a:srgbClr val="7B8790"/>
                    </a:solidFill>
                    <a:latin typeface="Arial"/>
                    <a:ea typeface="Arial"/>
                    <a:cs typeface="Arial"/>
                  </a:rPr>
                  <a:t> &gt; κ</a:t>
                </a:r>
              </a:p>
            </p:txBody>
          </p:sp>
          <p:sp>
            <p:nvSpPr>
              <p:cNvPr id="1136" name="four:selective-relaxation:textbox:1136">
                <a:extLst>
                  <a:ext uri="{FF2B5EF4-FFF2-40B4-BE49-F238E27FC236}">
                    <ns2:creationId id="{5D3978CA-A3EC-4530-808C-B5EE3EDCBFFC}"/>
                  </a:ext>
                </a:extLst>
              </p:cNvPr>
              <p:cNvSpPr>
                <a:spLocks noGrp="1"/>
              </p:cNvSpPr>
              <p:nvPr/>
            </p:nvSpPr>
            <p:spPr>
              <a:xfrm>
                <a:off x="10039350" y="5467350"/>
                <a:ext cx="1333500" cy="219075"/>
              </a:xfrm>
              <a:prstGeom prst="rect">
                <a:avLst/>
              </a:prstGeom>
              <a:noFill/>
              <a:ln w="0">
                <a:noFill/>
                <a:prstDash val="solid"/>
              </a:ln>
            </p:spPr>
            <p:txBody>
              <a:bodyPr wrap="none" lIns="0" tIns="0" rIns="0" bIns="0" anchor="ctr">
                <a:normAutofit fontScale="100000"/>
              </a:bodyPr>
              <a:lstStyle>
                <a:defPPr algn="ctr">
                  <a:defRPr sz="731" b="1">
                    <a:solidFill>
                      <a:srgbClr val="7B8790"/>
                    </a:solidFill>
                    <a:latin typeface="Arial"/>
                    <a:ea typeface="Arial"/>
                    <a:cs typeface="Arial"/>
                  </a:defRPr>
                </a:defPPr>
              </a:lstStyle>
              <a:p>
                <a:pPr algn="ctr">
                  <a:defRPr sz="731" b="1">
                    <a:solidFill>
                      <a:srgbClr val="7B8790"/>
                    </a:solidFill>
                    <a:latin typeface="Arial"/>
                    <a:ea typeface="Arial"/>
                    <a:cs typeface="Arial"/>
                  </a:defRPr>
                </a:pPr>
                <a:r>
                  <a:rPr sz="731" b="1">
                    <a:solidFill>
                      <a:srgbClr val="7B8790"/>
                    </a:solidFill>
                    <a:latin typeface="Arial"/>
                    <a:ea typeface="Arial"/>
                    <a:cs typeface="Arial"/>
                  </a:rPr>
                  <a:t>Retain</a:t>
                </a:r>
              </a:p>
            </p:txBody>
          </p:sp>
          <p:sp>
            <p:nvSpPr>
              <p:cNvPr id="1137" name="four:selective-relaxation:line:1137">
                <a:extLst>
                  <a:ext uri="{FF2B5EF4-FFF2-40B4-BE49-F238E27FC236}">
                    <ns2:creationId id="{3238EDE6-A3C3-4D18-9C46-5D8C310815EF}"/>
                  </a:ext>
                </a:extLst>
              </p:cNvPr>
              <p:cNvSpPr>
                <a:spLocks noGrp="1"/>
              </p:cNvSpPr>
              <p:nvPr/>
            </p:nvSpPr>
            <p:spPr>
              <a:xfrm>
                <a:off x="9696450" y="5581650"/>
                <a:ext cx="953" cy="293370"/>
              </a:xfrm>
              <a:custGeom>
                <a:pathLst>
                  <a:path w="953" h="293370">
                    <a:moveTo>
                      <a:pt x="0" y="60341"/>
                    </a:moveTo>
                    <a:lnTo>
                      <a:pt x="0" y="233029"/>
                    </a:lnTo>
                  </a:path>
                </a:pathLst>
              </a:custGeom>
              <a:noFill/>
              <a:ln w="6108">
                <a:solidFill>
                  <a:srgbClr val="263238"/>
                </a:solidFill>
                <a:prstDash val="solid"/>
              </a:ln>
            </p:spPr>
          </p:sp>
          <p:sp>
            <p:nvSpPr>
              <p:cNvPr id="1138" name="four:selective-relaxation:regular-node:1138">
                <a:extLst>
                  <a:ext uri="{FF2B5EF4-FFF2-40B4-BE49-F238E27FC236}">
                    <ns2:creationId id="{31E788D4-A087-4E42-9EBD-1F3BF1EBE5D7}"/>
                  </a:ext>
                </a:extLst>
              </p:cNvPr>
              <p:cNvSpPr>
                <a:spLocks noGrp="1"/>
              </p:cNvSpPr>
              <p:nvPr/>
            </p:nvSpPr>
            <p:spPr>
              <a:xfrm>
                <a:off x="9678048" y="5672795"/>
                <a:ext cx="36805" cy="36805"/>
              </a:xfrm>
              <a:prstGeom prst="ellipse">
                <a:avLst/>
              </a:prstGeom>
              <a:solidFill>
                <a:srgbClr val="DCE8ED"/>
              </a:solidFill>
              <a:ln w="4886">
                <a:solidFill>
                  <a:srgbClr val="263238"/>
                </a:solidFill>
                <a:prstDash val="solid"/>
              </a:ln>
            </p:spPr>
          </p:sp>
          <p:sp>
            <p:nvSpPr>
              <p:cNvPr id="1139" name="four:selective-relaxation:regular-node:1139">
                <a:extLst>
                  <a:ext uri="{FF2B5EF4-FFF2-40B4-BE49-F238E27FC236}">
                    <ns2:creationId id="{4D298528-6CF2-49EA-ADAA-67223BAA0F04}"/>
                  </a:ext>
                </a:extLst>
              </p:cNvPr>
              <p:cNvSpPr>
                <a:spLocks noGrp="1"/>
              </p:cNvSpPr>
              <p:nvPr/>
            </p:nvSpPr>
            <p:spPr>
              <a:xfrm>
                <a:off x="9678048" y="5747071"/>
                <a:ext cx="36805" cy="36805"/>
              </a:xfrm>
              <a:prstGeom prst="ellipse">
                <a:avLst/>
              </a:prstGeom>
              <a:solidFill>
                <a:srgbClr val="DCE8ED"/>
              </a:solidFill>
              <a:ln w="4886">
                <a:solidFill>
                  <a:srgbClr val="263238"/>
                </a:solidFill>
                <a:prstDash val="solid"/>
              </a:ln>
            </p:spPr>
          </p:sp>
          <p:sp>
            <p:nvSpPr>
              <p:cNvPr id="1140" name="four:selective-relaxation:critical-node:1140">
                <a:extLst>
                  <a:ext uri="{FF2B5EF4-FFF2-40B4-BE49-F238E27FC236}">
                    <ns2:creationId id="{5C760112-C9E3-4067-85F8-BFE2C905D538}"/>
                  </a:ext>
                </a:extLst>
              </p:cNvPr>
              <p:cNvSpPr>
                <a:spLocks noGrp="1"/>
              </p:cNvSpPr>
              <p:nvPr/>
            </p:nvSpPr>
            <p:spPr>
              <a:xfrm>
                <a:off x="9642777" y="5527977"/>
                <a:ext cx="107347" cy="107347"/>
              </a:xfrm>
              <a:prstGeom prst="diamond">
                <a:avLst/>
              </a:prstGeom>
              <a:solidFill>
                <a:srgbClr val="DCE8ED"/>
              </a:solidFill>
              <a:ln w="5375">
                <a:solidFill>
                  <a:srgbClr val="263238"/>
                </a:solidFill>
                <a:prstDash val="solid"/>
              </a:ln>
            </p:spPr>
          </p:sp>
          <p:sp>
            <p:nvSpPr>
              <p:cNvPr id="1141" name="four:selective-relaxation:critical-node:1141">
                <a:extLst>
                  <a:ext uri="{FF2B5EF4-FFF2-40B4-BE49-F238E27FC236}">
                    <ns2:creationId id="{285A6D79-5E99-44DD-8F2A-9B066F470D08}"/>
                  </a:ext>
                </a:extLst>
              </p:cNvPr>
              <p:cNvSpPr>
                <a:spLocks noGrp="1"/>
              </p:cNvSpPr>
              <p:nvPr/>
            </p:nvSpPr>
            <p:spPr>
              <a:xfrm>
                <a:off x="9642777" y="5821347"/>
                <a:ext cx="107347" cy="107347"/>
              </a:xfrm>
              <a:prstGeom prst="diamond">
                <a:avLst/>
              </a:prstGeom>
              <a:solidFill>
                <a:srgbClr val="DCE8ED"/>
              </a:solidFill>
              <a:ln w="5375">
                <a:solidFill>
                  <a:srgbClr val="263238"/>
                </a:solidFill>
                <a:prstDash val="solid"/>
              </a:ln>
            </p:spPr>
          </p:sp>
          <p:sp>
            <p:nvSpPr>
              <p:cNvPr id="1142" name="four:selective-relaxation:line:1142">
                <a:extLst>
                  <a:ext uri="{FF2B5EF4-FFF2-40B4-BE49-F238E27FC236}">
                    <ns2:creationId id="{858191A9-D2A0-4184-AB7B-BDD52788ABE7}"/>
                  </a:ext>
                </a:extLst>
              </p:cNvPr>
              <p:cNvSpPr>
                <a:spLocks noGrp="1"/>
              </p:cNvSpPr>
              <p:nvPr/>
            </p:nvSpPr>
            <p:spPr>
              <a:xfrm>
                <a:off x="9151239" y="5875020"/>
                <a:ext cx="1090422" cy="953"/>
              </a:xfrm>
              <a:custGeom>
                <a:pathLst>
                  <a:path w="1090422" h="953">
                    <a:moveTo>
                      <a:pt x="0" y="0"/>
                    </a:moveTo>
                    <a:lnTo>
                      <a:pt x="484870" y="0"/>
                    </a:lnTo>
                    <a:moveTo>
                      <a:pt x="605552" y="0"/>
                    </a:moveTo>
                    <a:lnTo>
                      <a:pt x="1090422" y="0"/>
                    </a:lnTo>
                  </a:path>
                </a:pathLst>
              </a:custGeom>
              <a:noFill/>
              <a:ln w="6108">
                <a:solidFill>
                  <a:srgbClr val="263238"/>
                </a:solidFill>
                <a:prstDash val="solid"/>
              </a:ln>
            </p:spPr>
          </p:sp>
          <p:sp>
            <p:nvSpPr>
              <p:cNvPr id="1143" name="four:selective-relaxation:line:1143">
                <a:extLst>
                  <a:ext uri="{FF2B5EF4-FFF2-40B4-BE49-F238E27FC236}">
                    <ns2:creationId id="{4DF5CCEF-1529-499C-99E5-47EFCE5F44D6}"/>
                  </a:ext>
                </a:extLst>
              </p:cNvPr>
              <p:cNvSpPr>
                <a:spLocks noGrp="1"/>
              </p:cNvSpPr>
              <p:nvPr/>
            </p:nvSpPr>
            <p:spPr>
              <a:xfrm>
                <a:off x="9151239" y="5875020"/>
                <a:ext cx="953" cy="320040"/>
              </a:xfrm>
              <a:custGeom>
                <a:pathLst>
                  <a:path w="953" h="320040">
                    <a:moveTo>
                      <a:pt x="0" y="0"/>
                    </a:moveTo>
                    <a:lnTo>
                      <a:pt x="0" y="236696"/>
                    </a:lnTo>
                  </a:path>
                </a:pathLst>
              </a:custGeom>
              <a:noFill/>
              <a:ln w="6108">
                <a:solidFill>
                  <a:srgbClr val="263238"/>
                </a:solidFill>
                <a:prstDash val="solid"/>
              </a:ln>
            </p:spPr>
          </p:sp>
          <p:sp>
            <p:nvSpPr>
              <p:cNvPr id="1144" name="four:selective-relaxation:regular-node:1144">
                <a:extLst>
                  <a:ext uri="{FF2B5EF4-FFF2-40B4-BE49-F238E27FC236}">
                    <ns2:creationId id="{77885CD6-7B48-477C-BCCD-52F6665365B7}"/>
                  </a:ext>
                </a:extLst>
              </p:cNvPr>
              <p:cNvSpPr>
                <a:spLocks noGrp="1"/>
              </p:cNvSpPr>
              <p:nvPr/>
            </p:nvSpPr>
            <p:spPr>
              <a:xfrm>
                <a:off x="9125169" y="5921381"/>
                <a:ext cx="52140" cy="52140"/>
              </a:xfrm>
              <a:prstGeom prst="ellipse">
                <a:avLst/>
              </a:prstGeom>
              <a:solidFill>
                <a:srgbClr val="D4B4CC"/>
              </a:solidFill>
              <a:ln w="4886">
                <a:solidFill>
                  <a:srgbClr val="263238"/>
                </a:solidFill>
                <a:prstDash val="solid"/>
              </a:ln>
            </p:spPr>
          </p:sp>
          <p:sp>
            <p:nvSpPr>
              <p:cNvPr id="1145" name="four:selective-relaxation:regular-node:1145">
                <a:extLst>
                  <a:ext uri="{FF2B5EF4-FFF2-40B4-BE49-F238E27FC236}">
                    <ns2:creationId id="{2C8B3802-70C9-4A2C-807F-DFFEDF9BA77D}"/>
                  </a:ext>
                </a:extLst>
              </p:cNvPr>
              <p:cNvSpPr>
                <a:spLocks noGrp="1"/>
              </p:cNvSpPr>
              <p:nvPr/>
            </p:nvSpPr>
            <p:spPr>
              <a:xfrm>
                <a:off x="9125169" y="6019883"/>
                <a:ext cx="52140" cy="52140"/>
              </a:xfrm>
              <a:prstGeom prst="ellipse">
                <a:avLst/>
              </a:prstGeom>
              <a:solidFill>
                <a:srgbClr val="D4B4CC"/>
              </a:solidFill>
              <a:ln w="4886">
                <a:solidFill>
                  <a:srgbClr val="263238"/>
                </a:solidFill>
                <a:prstDash val="solid"/>
              </a:ln>
            </p:spPr>
          </p:sp>
          <p:sp>
            <p:nvSpPr>
              <p:cNvPr id="1146" name="four:selective-relaxation:line:1146">
                <a:extLst>
                  <a:ext uri="{FF2B5EF4-FFF2-40B4-BE49-F238E27FC236}">
                    <ns2:creationId id="{9B1693FF-8DF8-4AB0-8145-1EBF4D48F50B}"/>
                  </a:ext>
                </a:extLst>
              </p:cNvPr>
              <p:cNvSpPr>
                <a:spLocks noGrp="1"/>
              </p:cNvSpPr>
              <p:nvPr/>
            </p:nvSpPr>
            <p:spPr>
              <a:xfrm>
                <a:off x="10241661" y="5875020"/>
                <a:ext cx="953" cy="773430"/>
              </a:xfrm>
              <a:custGeom>
                <a:pathLst>
                  <a:path w="953" h="773430">
                    <a:moveTo>
                      <a:pt x="0" y="0"/>
                    </a:moveTo>
                    <a:lnTo>
                      <a:pt x="0" y="690086"/>
                    </a:lnTo>
                  </a:path>
                </a:pathLst>
              </a:custGeom>
              <a:noFill/>
              <a:ln w="6108">
                <a:solidFill>
                  <a:srgbClr val="263238"/>
                </a:solidFill>
                <a:prstDash val="solid"/>
              </a:ln>
            </p:spPr>
          </p:sp>
          <p:sp>
            <p:nvSpPr>
              <p:cNvPr id="1147" name="four:selective-relaxation:regular-node:1147">
                <a:extLst>
                  <a:ext uri="{FF2B5EF4-FFF2-40B4-BE49-F238E27FC236}">
                    <ns2:creationId id="{4C2BF638-7180-44F2-A8EF-870B1E3B448F}"/>
                  </a:ext>
                </a:extLst>
              </p:cNvPr>
              <p:cNvSpPr>
                <a:spLocks noGrp="1"/>
              </p:cNvSpPr>
              <p:nvPr/>
            </p:nvSpPr>
            <p:spPr>
              <a:xfrm>
                <a:off x="10215591" y="6010104"/>
                <a:ext cx="52140" cy="52140"/>
              </a:xfrm>
              <a:prstGeom prst="ellipse">
                <a:avLst/>
              </a:prstGeom>
              <a:solidFill>
                <a:srgbClr val="81C9BA"/>
              </a:solidFill>
              <a:ln w="4886">
                <a:solidFill>
                  <a:srgbClr val="263238"/>
                </a:solidFill>
                <a:prstDash val="solid"/>
              </a:ln>
            </p:spPr>
          </p:sp>
          <p:sp>
            <p:nvSpPr>
              <p:cNvPr id="1148" name="four:selective-relaxation:regular-node:1148">
                <a:extLst>
                  <a:ext uri="{FF2B5EF4-FFF2-40B4-BE49-F238E27FC236}">
                    <ns2:creationId id="{CABFC6AA-2E50-479E-A47B-14696AC25210}"/>
                  </a:ext>
                </a:extLst>
              </p:cNvPr>
              <p:cNvSpPr>
                <a:spLocks noGrp="1"/>
              </p:cNvSpPr>
              <p:nvPr/>
            </p:nvSpPr>
            <p:spPr>
              <a:xfrm>
                <a:off x="10215591" y="6197327"/>
                <a:ext cx="52140" cy="52140"/>
              </a:xfrm>
              <a:prstGeom prst="ellipse">
                <a:avLst/>
              </a:prstGeom>
              <a:solidFill>
                <a:srgbClr val="81C9BA"/>
              </a:solidFill>
              <a:ln w="4886">
                <a:solidFill>
                  <a:srgbClr val="263238"/>
                </a:solidFill>
                <a:prstDash val="solid"/>
              </a:ln>
            </p:spPr>
          </p:sp>
          <p:sp>
            <p:nvSpPr>
              <p:cNvPr id="1149" name="four:selective-relaxation:regular-node:1149">
                <a:extLst>
                  <a:ext uri="{FF2B5EF4-FFF2-40B4-BE49-F238E27FC236}">
                    <ns2:creationId id="{F599D4D3-FCF0-42DF-90BF-8672F763190B}"/>
                  </a:ext>
                </a:extLst>
              </p:cNvPr>
              <p:cNvSpPr>
                <a:spLocks noGrp="1"/>
              </p:cNvSpPr>
              <p:nvPr/>
            </p:nvSpPr>
            <p:spPr>
              <a:xfrm>
                <a:off x="10215591" y="6384550"/>
                <a:ext cx="52140" cy="52140"/>
              </a:xfrm>
              <a:prstGeom prst="ellipse">
                <a:avLst/>
              </a:prstGeom>
              <a:solidFill>
                <a:srgbClr val="81C9BA"/>
              </a:solidFill>
              <a:ln w="4886">
                <a:solidFill>
                  <a:srgbClr val="263238"/>
                </a:solidFill>
                <a:prstDash val="solid"/>
              </a:ln>
            </p:spPr>
          </p:sp>
          <p:sp>
            <p:nvSpPr>
              <p:cNvPr id="1150" name="four:selective-relaxation:line:1150">
                <a:extLst>
                  <a:ext uri="{FF2B5EF4-FFF2-40B4-BE49-F238E27FC236}">
                    <ns2:creationId id="{BAB93A01-C5C4-4B4F-A597-89F7A028891E}"/>
                  </a:ext>
                </a:extLst>
              </p:cNvPr>
              <p:cNvSpPr>
                <a:spLocks noGrp="1"/>
              </p:cNvSpPr>
              <p:nvPr/>
            </p:nvSpPr>
            <p:spPr>
              <a:xfrm>
                <a:off x="8807958" y="6195060"/>
                <a:ext cx="686562" cy="953"/>
              </a:xfrm>
              <a:custGeom>
                <a:pathLst>
                  <a:path w="686562" h="953">
                    <a:moveTo>
                      <a:pt x="0" y="0"/>
                    </a:moveTo>
                    <a:lnTo>
                      <a:pt x="259937" y="0"/>
                    </a:lnTo>
                    <a:moveTo>
                      <a:pt x="426625" y="0"/>
                    </a:moveTo>
                    <a:lnTo>
                      <a:pt x="686562" y="0"/>
                    </a:lnTo>
                  </a:path>
                </a:pathLst>
              </a:custGeom>
              <a:noFill/>
              <a:ln w="6108">
                <a:solidFill>
                  <a:srgbClr val="263238"/>
                </a:solidFill>
                <a:prstDash val="solid"/>
              </a:ln>
            </p:spPr>
          </p:sp>
          <p:sp>
            <p:nvSpPr>
              <p:cNvPr id="1151" name="four:selective-relaxation:line:1151">
                <a:extLst>
                  <a:ext uri="{FF2B5EF4-FFF2-40B4-BE49-F238E27FC236}">
                    <ns2:creationId id="{5A785127-FCE0-46A1-871F-12B8F5136248}"/>
                  </a:ext>
                </a:extLst>
              </p:cNvPr>
              <p:cNvSpPr>
                <a:spLocks noGrp="1"/>
              </p:cNvSpPr>
              <p:nvPr/>
            </p:nvSpPr>
            <p:spPr>
              <a:xfrm>
                <a:off x="9898380" y="6648450"/>
                <a:ext cx="686562" cy="953"/>
              </a:xfrm>
              <a:custGeom>
                <a:pathLst>
                  <a:path w="686562" h="953">
                    <a:moveTo>
                      <a:pt x="0" y="0"/>
                    </a:moveTo>
                    <a:lnTo>
                      <a:pt x="259937" y="0"/>
                    </a:lnTo>
                    <a:moveTo>
                      <a:pt x="426625" y="0"/>
                    </a:moveTo>
                    <a:lnTo>
                      <a:pt x="686562" y="0"/>
                    </a:lnTo>
                  </a:path>
                </a:pathLst>
              </a:custGeom>
              <a:noFill/>
              <a:ln w="6108">
                <a:solidFill>
                  <a:srgbClr val="263238"/>
                </a:solidFill>
                <a:prstDash val="solid"/>
              </a:ln>
            </p:spPr>
          </p:sp>
          <p:sp>
            <p:nvSpPr>
              <p:cNvPr id="1152" name="four:selective-relaxation:line:1152">
                <a:extLst>
                  <a:ext uri="{FF2B5EF4-FFF2-40B4-BE49-F238E27FC236}">
                    <ns2:creationId id="{E11BB8CB-BD11-4D7F-B661-7417DAE93B24}"/>
                  </a:ext>
                </a:extLst>
              </p:cNvPr>
              <p:cNvSpPr>
                <a:spLocks noGrp="1"/>
              </p:cNvSpPr>
              <p:nvPr/>
            </p:nvSpPr>
            <p:spPr>
              <a:xfrm>
                <a:off x="8807958" y="6195060"/>
                <a:ext cx="953" cy="720090"/>
              </a:xfrm>
              <a:custGeom>
                <a:pathLst>
                  <a:path w="953" h="720090">
                    <a:moveTo>
                      <a:pt x="0" y="0"/>
                    </a:moveTo>
                    <a:lnTo>
                      <a:pt x="0" y="636746"/>
                    </a:lnTo>
                  </a:path>
                </a:pathLst>
              </a:custGeom>
              <a:noFill/>
              <a:ln w="6108">
                <a:solidFill>
                  <a:srgbClr val="263238"/>
                </a:solidFill>
                <a:prstDash val="solid"/>
              </a:ln>
            </p:spPr>
          </p:sp>
          <p:sp>
            <p:nvSpPr>
              <p:cNvPr id="1153" name="four:selective-relaxation:regular-node:1153">
                <a:extLst>
                  <a:ext uri="{FF2B5EF4-FFF2-40B4-BE49-F238E27FC236}">
                    <ns2:creationId id="{EF87E333-D4A1-4FE5-9224-D8604B10B5E6}"/>
                  </a:ext>
                </a:extLst>
              </p:cNvPr>
              <p:cNvSpPr>
                <a:spLocks noGrp="1"/>
              </p:cNvSpPr>
              <p:nvPr/>
            </p:nvSpPr>
            <p:spPr>
              <a:xfrm>
                <a:off x="8781888" y="6316809"/>
                <a:ext cx="52140" cy="52140"/>
              </a:xfrm>
              <a:prstGeom prst="ellipse">
                <a:avLst/>
              </a:prstGeom>
              <a:solidFill>
                <a:srgbClr val="0072B2"/>
              </a:solidFill>
              <a:ln w="4886">
                <a:solidFill>
                  <a:srgbClr val="263238"/>
                </a:solidFill>
                <a:prstDash val="solid"/>
              </a:ln>
            </p:spPr>
          </p:sp>
          <p:sp>
            <p:nvSpPr>
              <p:cNvPr id="1154" name="four:selective-relaxation:regular-node:1154">
                <a:extLst>
                  <a:ext uri="{FF2B5EF4-FFF2-40B4-BE49-F238E27FC236}">
                    <ns2:creationId id="{E653F3CB-C139-404F-BADE-783D9FD3E211}"/>
                  </a:ext>
                </a:extLst>
              </p:cNvPr>
              <p:cNvSpPr>
                <a:spLocks noGrp="1"/>
              </p:cNvSpPr>
              <p:nvPr/>
            </p:nvSpPr>
            <p:spPr>
              <a:xfrm>
                <a:off x="8781888" y="6490697"/>
                <a:ext cx="52140" cy="52140"/>
              </a:xfrm>
              <a:prstGeom prst="ellipse">
                <a:avLst/>
              </a:prstGeom>
              <a:solidFill>
                <a:srgbClr val="0072B2"/>
              </a:solidFill>
              <a:ln w="4886">
                <a:solidFill>
                  <a:srgbClr val="263238"/>
                </a:solidFill>
                <a:prstDash val="solid"/>
              </a:ln>
            </p:spPr>
          </p:sp>
          <p:sp>
            <p:nvSpPr>
              <p:cNvPr id="1155" name="four:selective-relaxation:regular-node:1155">
                <a:extLst>
                  <a:ext uri="{FF2B5EF4-FFF2-40B4-BE49-F238E27FC236}">
                    <ns2:creationId id="{6FBE8BD5-31B1-45B7-970E-E60F57E16108}"/>
                  </a:ext>
                </a:extLst>
              </p:cNvPr>
              <p:cNvSpPr>
                <a:spLocks noGrp="1"/>
              </p:cNvSpPr>
              <p:nvPr/>
            </p:nvSpPr>
            <p:spPr>
              <a:xfrm>
                <a:off x="8781888" y="6664585"/>
                <a:ext cx="52140" cy="52140"/>
              </a:xfrm>
              <a:prstGeom prst="ellipse">
                <a:avLst/>
              </a:prstGeom>
              <a:solidFill>
                <a:srgbClr val="0072B2"/>
              </a:solidFill>
              <a:ln w="4886">
                <a:solidFill>
                  <a:srgbClr val="263238"/>
                </a:solidFill>
                <a:prstDash val="solid"/>
              </a:ln>
            </p:spPr>
          </p:sp>
          <p:sp>
            <p:nvSpPr>
              <p:cNvPr id="1156" name="four:selective-relaxation:line:1156">
                <a:extLst>
                  <a:ext uri="{FF2B5EF4-FFF2-40B4-BE49-F238E27FC236}">
                    <ns2:creationId id="{FF87F583-6556-42C9-8320-53C4E09A103F}"/>
                  </a:ext>
                </a:extLst>
              </p:cNvPr>
              <p:cNvSpPr>
                <a:spLocks noGrp="1"/>
              </p:cNvSpPr>
              <p:nvPr/>
            </p:nvSpPr>
            <p:spPr>
              <a:xfrm>
                <a:off x="9494520" y="6195060"/>
                <a:ext cx="953" cy="720090"/>
              </a:xfrm>
              <a:custGeom>
                <a:pathLst>
                  <a:path w="953" h="720090">
                    <a:moveTo>
                      <a:pt x="0" y="0"/>
                    </a:moveTo>
                    <a:lnTo>
                      <a:pt x="0" y="636746"/>
                    </a:lnTo>
                  </a:path>
                </a:pathLst>
              </a:custGeom>
              <a:noFill/>
              <a:ln w="6108">
                <a:solidFill>
                  <a:srgbClr val="263238"/>
                </a:solidFill>
                <a:prstDash val="solid"/>
              </a:ln>
            </p:spPr>
          </p:sp>
          <p:sp>
            <p:nvSpPr>
              <p:cNvPr id="1157" name="four:selective-relaxation:regular-node:1157">
                <a:extLst>
                  <a:ext uri="{FF2B5EF4-FFF2-40B4-BE49-F238E27FC236}">
                    <ns2:creationId id="{B3B0665D-1EAC-4C42-ABED-95467CF9418A}"/>
                  </a:ext>
                </a:extLst>
              </p:cNvPr>
              <p:cNvSpPr>
                <a:spLocks noGrp="1"/>
              </p:cNvSpPr>
              <p:nvPr/>
            </p:nvSpPr>
            <p:spPr>
              <a:xfrm>
                <a:off x="9468450" y="6316809"/>
                <a:ext cx="52140" cy="52140"/>
              </a:xfrm>
              <a:prstGeom prst="ellipse">
                <a:avLst/>
              </a:prstGeom>
              <a:solidFill>
                <a:srgbClr val="CC79A7"/>
              </a:solidFill>
              <a:ln w="4886">
                <a:solidFill>
                  <a:srgbClr val="263238"/>
                </a:solidFill>
                <a:prstDash val="solid"/>
              </a:ln>
            </p:spPr>
          </p:sp>
          <p:sp>
            <p:nvSpPr>
              <p:cNvPr id="1158" name="four:selective-relaxation:regular-node:1158">
                <a:extLst>
                  <a:ext uri="{FF2B5EF4-FFF2-40B4-BE49-F238E27FC236}">
                    <ns2:creationId id="{20CCF6DA-2A1B-4346-A777-C3AE2FE17EC7}"/>
                  </a:ext>
                </a:extLst>
              </p:cNvPr>
              <p:cNvSpPr>
                <a:spLocks noGrp="1"/>
              </p:cNvSpPr>
              <p:nvPr/>
            </p:nvSpPr>
            <p:spPr>
              <a:xfrm>
                <a:off x="9468450" y="6490697"/>
                <a:ext cx="52140" cy="52140"/>
              </a:xfrm>
              <a:prstGeom prst="ellipse">
                <a:avLst/>
              </a:prstGeom>
              <a:solidFill>
                <a:srgbClr val="CC79A7"/>
              </a:solidFill>
              <a:ln w="4886">
                <a:solidFill>
                  <a:srgbClr val="263238"/>
                </a:solidFill>
                <a:prstDash val="solid"/>
              </a:ln>
            </p:spPr>
          </p:sp>
          <p:sp>
            <p:nvSpPr>
              <p:cNvPr id="1159" name="four:selective-relaxation:regular-node:1159">
                <a:extLst>
                  <a:ext uri="{FF2B5EF4-FFF2-40B4-BE49-F238E27FC236}">
                    <ns2:creationId id="{B960246A-BCF4-48BC-BAC9-28805F7EDD57}"/>
                  </a:ext>
                </a:extLst>
              </p:cNvPr>
              <p:cNvSpPr>
                <a:spLocks noGrp="1"/>
              </p:cNvSpPr>
              <p:nvPr/>
            </p:nvSpPr>
            <p:spPr>
              <a:xfrm>
                <a:off x="9468450" y="6664585"/>
                <a:ext cx="52140" cy="52140"/>
              </a:xfrm>
              <a:prstGeom prst="ellipse">
                <a:avLst/>
              </a:prstGeom>
              <a:solidFill>
                <a:srgbClr val="CC79A7"/>
              </a:solidFill>
              <a:ln w="4886">
                <a:solidFill>
                  <a:srgbClr val="263238"/>
                </a:solidFill>
                <a:prstDash val="solid"/>
              </a:ln>
            </p:spPr>
          </p:sp>
          <p:sp>
            <p:nvSpPr>
              <p:cNvPr id="1160" name="four:selective-relaxation:line:1160">
                <a:extLst>
                  <a:ext uri="{FF2B5EF4-FFF2-40B4-BE49-F238E27FC236}">
                    <ns2:creationId id="{EE16AEB5-F471-4DD6-9A31-519A4B2103F1}"/>
                  </a:ext>
                </a:extLst>
              </p:cNvPr>
              <p:cNvSpPr>
                <a:spLocks noGrp="1"/>
              </p:cNvSpPr>
              <p:nvPr/>
            </p:nvSpPr>
            <p:spPr>
              <a:xfrm>
                <a:off x="9898380" y="6648450"/>
                <a:ext cx="953" cy="266700"/>
              </a:xfrm>
              <a:custGeom>
                <a:pathLst>
                  <a:path w="953" h="266700">
                    <a:moveTo>
                      <a:pt x="0" y="0"/>
                    </a:moveTo>
                    <a:lnTo>
                      <a:pt x="0" y="183356"/>
                    </a:lnTo>
                  </a:path>
                </a:pathLst>
              </a:custGeom>
              <a:noFill/>
              <a:ln w="6108">
                <a:solidFill>
                  <a:srgbClr val="263238"/>
                </a:solidFill>
                <a:prstDash val="solid"/>
              </a:ln>
            </p:spPr>
          </p:sp>
          <p:sp>
            <p:nvSpPr>
              <p:cNvPr id="1161" name="four:selective-relaxation:regular-node:1161">
                <a:extLst>
                  <a:ext uri="{FF2B5EF4-FFF2-40B4-BE49-F238E27FC236}">
                    <ns2:creationId id="{45D125F0-7F79-42E1-9855-C7766CC31A70}"/>
                  </a:ext>
                </a:extLst>
              </p:cNvPr>
              <p:cNvSpPr>
                <a:spLocks noGrp="1"/>
              </p:cNvSpPr>
              <p:nvPr/>
            </p:nvSpPr>
            <p:spPr>
              <a:xfrm>
                <a:off x="9872310" y="6717392"/>
                <a:ext cx="52140" cy="52140"/>
              </a:xfrm>
              <a:prstGeom prst="ellipse">
                <a:avLst/>
              </a:prstGeom>
              <a:solidFill>
                <a:srgbClr val="D55E00"/>
              </a:solidFill>
              <a:ln w="4886">
                <a:solidFill>
                  <a:srgbClr val="263238"/>
                </a:solidFill>
                <a:prstDash val="solid"/>
              </a:ln>
            </p:spPr>
          </p:sp>
          <p:sp>
            <p:nvSpPr>
              <p:cNvPr id="1162" name="four:selective-relaxation:line:1162">
                <a:extLst>
                  <a:ext uri="{FF2B5EF4-FFF2-40B4-BE49-F238E27FC236}">
                    <ns2:creationId id="{DDBD812B-4FEB-4381-BBE4-CF3AFD095A56}"/>
                  </a:ext>
                </a:extLst>
              </p:cNvPr>
              <p:cNvSpPr>
                <a:spLocks noGrp="1"/>
              </p:cNvSpPr>
              <p:nvPr/>
            </p:nvSpPr>
            <p:spPr>
              <a:xfrm>
                <a:off x="10584942" y="6648450"/>
                <a:ext cx="953" cy="266700"/>
              </a:xfrm>
              <a:custGeom>
                <a:pathLst>
                  <a:path w="953" h="266700">
                    <a:moveTo>
                      <a:pt x="0" y="0"/>
                    </a:moveTo>
                    <a:lnTo>
                      <a:pt x="0" y="183356"/>
                    </a:lnTo>
                  </a:path>
                </a:pathLst>
              </a:custGeom>
              <a:noFill/>
              <a:ln w="6108">
                <a:solidFill>
                  <a:srgbClr val="263238"/>
                </a:solidFill>
                <a:prstDash val="solid"/>
              </a:ln>
            </p:spPr>
          </p:sp>
          <p:sp>
            <p:nvSpPr>
              <p:cNvPr id="1163" name="four:selective-relaxation:regular-node:1163">
                <a:extLst>
                  <a:ext uri="{FF2B5EF4-FFF2-40B4-BE49-F238E27FC236}">
                    <ns2:creationId id="{4FBBD0D7-2A69-4792-A741-F5FB6A241FC3}"/>
                  </a:ext>
                </a:extLst>
              </p:cNvPr>
              <p:cNvSpPr>
                <a:spLocks noGrp="1"/>
              </p:cNvSpPr>
              <p:nvPr/>
            </p:nvSpPr>
            <p:spPr>
              <a:xfrm>
                <a:off x="10558872" y="6717392"/>
                <a:ext cx="52140" cy="52140"/>
              </a:xfrm>
              <a:prstGeom prst="ellipse">
                <a:avLst/>
              </a:prstGeom>
              <a:solidFill>
                <a:srgbClr val="009E73"/>
              </a:solidFill>
              <a:ln w="4886">
                <a:solidFill>
                  <a:srgbClr val="263238"/>
                </a:solidFill>
                <a:prstDash val="solid"/>
              </a:ln>
            </p:spPr>
          </p:sp>
          <p:sp>
            <p:nvSpPr>
              <p:cNvPr id="1164" name="four:selective-relaxation:critical-node:1164">
                <a:extLst>
                  <a:ext uri="{FF2B5EF4-FFF2-40B4-BE49-F238E27FC236}">
                    <ns2:creationId id="{1333CA64-AB51-455C-A23E-68B397B2664C}"/>
                  </a:ext>
                </a:extLst>
              </p:cNvPr>
              <p:cNvSpPr>
                <a:spLocks noGrp="1"/>
              </p:cNvSpPr>
              <p:nvPr/>
            </p:nvSpPr>
            <p:spPr>
              <a:xfrm>
                <a:off x="9074563" y="6118384"/>
                <a:ext cx="153353" cy="153353"/>
              </a:xfrm>
              <a:prstGeom prst="diamond">
                <a:avLst/>
              </a:prstGeom>
              <a:solidFill>
                <a:srgbClr val="D4B4CC"/>
              </a:solidFill>
              <a:ln w="5375">
                <a:solidFill>
                  <a:srgbClr val="263238"/>
                </a:solidFill>
                <a:prstDash val="solid"/>
              </a:ln>
            </p:spPr>
          </p:sp>
          <p:sp>
            <p:nvSpPr>
              <p:cNvPr id="1165" name="four:selective-relaxation:critical-node:1165">
                <a:extLst>
                  <a:ext uri="{FF2B5EF4-FFF2-40B4-BE49-F238E27FC236}">
                    <ns2:creationId id="{BDF21209-04AB-4344-8738-03DACB082E82}"/>
                  </a:ext>
                </a:extLst>
              </p:cNvPr>
              <p:cNvSpPr>
                <a:spLocks noGrp="1"/>
              </p:cNvSpPr>
              <p:nvPr/>
            </p:nvSpPr>
            <p:spPr>
              <a:xfrm>
                <a:off x="10164985" y="6571774"/>
                <a:ext cx="153353" cy="153353"/>
              </a:xfrm>
              <a:prstGeom prst="diamond">
                <a:avLst/>
              </a:prstGeom>
              <a:solidFill>
                <a:srgbClr val="81C9BA"/>
              </a:solidFill>
              <a:ln w="5375">
                <a:solidFill>
                  <a:srgbClr val="263238"/>
                </a:solidFill>
                <a:prstDash val="solid"/>
              </a:ln>
            </p:spPr>
          </p:sp>
          <p:sp>
            <p:nvSpPr>
              <p:cNvPr id="1166" name="four:selective-relaxation:critical-node:1166">
                <a:extLst>
                  <a:ext uri="{FF2B5EF4-FFF2-40B4-BE49-F238E27FC236}">
                    <ns2:creationId id="{4FCE08ED-6055-4EA5-82EF-A4820132A5E5}"/>
                  </a:ext>
                </a:extLst>
              </p:cNvPr>
              <p:cNvSpPr>
                <a:spLocks noGrp="1"/>
              </p:cNvSpPr>
              <p:nvPr/>
            </p:nvSpPr>
            <p:spPr>
              <a:xfrm>
                <a:off x="8731282" y="6838474"/>
                <a:ext cx="153353" cy="153353"/>
              </a:xfrm>
              <a:prstGeom prst="diamond">
                <a:avLst/>
              </a:prstGeom>
              <a:solidFill>
                <a:srgbClr val="0072B2"/>
              </a:solidFill>
              <a:ln w="5375">
                <a:solidFill>
                  <a:srgbClr val="263238"/>
                </a:solidFill>
                <a:prstDash val="solid"/>
              </a:ln>
            </p:spPr>
          </p:sp>
          <p:sp>
            <p:nvSpPr>
              <p:cNvPr id="1167" name="four:selective-relaxation:critical-node:1167">
                <a:extLst>
                  <a:ext uri="{FF2B5EF4-FFF2-40B4-BE49-F238E27FC236}">
                    <ns2:creationId id="{D0F8B67B-0104-4AED-AB68-F8A2D0C85F75}"/>
                  </a:ext>
                </a:extLst>
              </p:cNvPr>
              <p:cNvSpPr>
                <a:spLocks noGrp="1"/>
              </p:cNvSpPr>
              <p:nvPr/>
            </p:nvSpPr>
            <p:spPr>
              <a:xfrm>
                <a:off x="9417844" y="6838474"/>
                <a:ext cx="153353" cy="153353"/>
              </a:xfrm>
              <a:prstGeom prst="diamond">
                <a:avLst/>
              </a:prstGeom>
              <a:solidFill>
                <a:srgbClr val="CC79A7"/>
              </a:solidFill>
              <a:ln w="5375">
                <a:solidFill>
                  <a:srgbClr val="263238"/>
                </a:solidFill>
                <a:prstDash val="solid"/>
              </a:ln>
            </p:spPr>
          </p:sp>
          <p:sp>
            <p:nvSpPr>
              <p:cNvPr id="1168" name="four:selective-relaxation:critical-node:1168">
                <a:extLst>
                  <a:ext uri="{FF2B5EF4-FFF2-40B4-BE49-F238E27FC236}">
                    <ns2:creationId id="{83A18D83-50D8-4B9B-9424-B8888D52677D}"/>
                  </a:ext>
                </a:extLst>
              </p:cNvPr>
              <p:cNvSpPr>
                <a:spLocks noGrp="1"/>
              </p:cNvSpPr>
              <p:nvPr/>
            </p:nvSpPr>
            <p:spPr>
              <a:xfrm>
                <a:off x="9821704" y="6838474"/>
                <a:ext cx="153353" cy="153353"/>
              </a:xfrm>
              <a:prstGeom prst="diamond">
                <a:avLst/>
              </a:prstGeom>
              <a:solidFill>
                <a:srgbClr val="D55E00"/>
              </a:solidFill>
              <a:ln w="5375">
                <a:solidFill>
                  <a:srgbClr val="263238"/>
                </a:solidFill>
                <a:prstDash val="solid"/>
              </a:ln>
            </p:spPr>
          </p:sp>
          <p:sp>
            <p:nvSpPr>
              <p:cNvPr id="1169" name="four:selective-relaxation:critical-node:1169">
                <a:extLst>
                  <a:ext uri="{FF2B5EF4-FFF2-40B4-BE49-F238E27FC236}">
                    <ns2:creationId id="{8D90D834-B048-4368-8D1C-18B9E8ED1CE9}"/>
                  </a:ext>
                </a:extLst>
              </p:cNvPr>
              <p:cNvSpPr>
                <a:spLocks noGrp="1"/>
              </p:cNvSpPr>
              <p:nvPr/>
            </p:nvSpPr>
            <p:spPr>
              <a:xfrm>
                <a:off x="10508266" y="6838474"/>
                <a:ext cx="153353" cy="153353"/>
              </a:xfrm>
              <a:prstGeom prst="diamond">
                <a:avLst/>
              </a:prstGeom>
              <a:solidFill>
                <a:srgbClr val="009E73"/>
              </a:solidFill>
              <a:ln w="5375">
                <a:solidFill>
                  <a:srgbClr val="263238"/>
                </a:solidFill>
                <a:prstDash val="solid"/>
              </a:ln>
            </p:spPr>
          </p:sp>
          <p:sp>
            <p:nvSpPr>
              <p:cNvPr id="1170" name="four:selective-relaxation:admissible-merge:1170">
                <a:extLst>
                  <a:ext uri="{FF2B5EF4-FFF2-40B4-BE49-F238E27FC236}">
                    <ns2:creationId id="{5E3DB1AB-91B8-4A04-AA5F-79F66FA8716C}"/>
                  </a:ext>
                </a:extLst>
              </p:cNvPr>
              <p:cNvSpPr>
                <a:spLocks noGrp="1"/>
              </p:cNvSpPr>
              <p:nvPr/>
            </p:nvSpPr>
            <p:spPr>
              <a:xfrm>
                <a:off x="8979789" y="6023610"/>
                <a:ext cx="342900" cy="342900"/>
              </a:xfrm>
              <a:prstGeom prst="ellipse">
                <a:avLst/>
              </a:prstGeom>
              <a:solidFill>
                <a:srgbClr val="E6E8EB">
                  <a:alpha val="35000"/>
                </a:srgbClr>
              </a:solidFill>
              <a:ln w="9284">
                <a:solidFill>
                  <a:srgbClr val="7B8790"/>
                </a:solidFill>
                <a:prstDash val="solid"/>
              </a:ln>
            </p:spPr>
          </p:sp>
          <p:sp>
            <p:nvSpPr>
              <p:cNvPr id="1171" name="four:selective-relaxation:retained-merge:1171">
                <a:extLst>
                  <a:ext uri="{FF2B5EF4-FFF2-40B4-BE49-F238E27FC236}">
                    <ns2:creationId id="{FCE869FE-2721-43B9-BB69-FD41E3C6C03D}"/>
                  </a:ext>
                </a:extLst>
              </p:cNvPr>
              <p:cNvSpPr>
                <a:spLocks noGrp="1"/>
              </p:cNvSpPr>
              <p:nvPr/>
            </p:nvSpPr>
            <p:spPr>
              <a:xfrm>
                <a:off x="10070211" y="6477000"/>
                <a:ext cx="342900" cy="342900"/>
              </a:xfrm>
              <a:prstGeom prst="ellipse">
                <a:avLst/>
              </a:prstGeom>
              <a:solidFill>
                <a:srgbClr val="E6E8EB">
                  <a:alpha val="35000"/>
                </a:srgbClr>
              </a:solidFill>
              <a:ln w="9284">
                <a:solidFill>
                  <a:srgbClr val="7B8790"/>
                </a:solidFill>
                <a:prstDash val="solid"/>
              </a:ln>
            </p:spPr>
          </p:sp>
          <p:sp>
            <p:nvSpPr>
              <p:cNvPr id="1172" name="four:selective-relaxation:line:1172">
                <a:extLst>
                  <a:ext uri="{FF2B5EF4-FFF2-40B4-BE49-F238E27FC236}">
                    <ns2:creationId id="{99AC0168-3F61-46F0-8977-AC137AAE120A}"/>
                  </a:ext>
                </a:extLst>
              </p:cNvPr>
              <p:cNvSpPr>
                <a:spLocks noGrp="1"/>
              </p:cNvSpPr>
              <p:nvPr/>
            </p:nvSpPr>
            <p:spPr>
              <a:xfrm>
                <a:off x="8896350" y="5695950"/>
                <a:ext cx="152400" cy="123825"/>
              </a:xfrm>
              <a:custGeom>
                <a:pathLst>
                  <a:path w="152400" h="123825">
                    <a:moveTo>
                      <a:pt x="152400" y="0"/>
                    </a:moveTo>
                    <a:lnTo>
                      <a:pt x="0" y="123825"/>
                    </a:lnTo>
                  </a:path>
                </a:pathLst>
              </a:custGeom>
              <a:noFill/>
              <a:ln w="6841">
                <a:solidFill>
                  <a:srgbClr val="7B8790"/>
                </a:solidFill>
                <a:prstDash val="solid"/>
              </a:ln>
            </p:spPr>
          </p:sp>
          <p:sp>
            <p:nvSpPr>
              <p:cNvPr id="1173" name="four:selective-relaxation:line:1173">
                <a:extLst>
                  <a:ext uri="{FF2B5EF4-FFF2-40B4-BE49-F238E27FC236}">
                    <ns2:creationId id="{CC378E21-E8D0-438D-8931-1696816D99CD}"/>
                  </a:ext>
                </a:extLst>
              </p:cNvPr>
              <p:cNvSpPr>
                <a:spLocks noGrp="1"/>
              </p:cNvSpPr>
              <p:nvPr/>
            </p:nvSpPr>
            <p:spPr>
              <a:xfrm>
                <a:off x="8896350" y="5819775"/>
                <a:ext cx="953" cy="114300"/>
              </a:xfrm>
              <a:custGeom>
                <a:pathLst>
                  <a:path w="953" h="114300">
                    <a:moveTo>
                      <a:pt x="0" y="0"/>
                    </a:moveTo>
                    <a:lnTo>
                      <a:pt x="0" y="114300"/>
                    </a:lnTo>
                  </a:path>
                </a:pathLst>
              </a:custGeom>
              <a:noFill/>
              <a:ln w="6841">
                <a:solidFill>
                  <a:srgbClr val="7B8790"/>
                </a:solidFill>
                <a:prstDash val="solid"/>
              </a:ln>
            </p:spPr>
          </p:sp>
          <p:sp>
            <p:nvSpPr>
              <p:cNvPr id="1174" name="four:selective-relaxation:line:1174">
                <a:extLst>
                  <a:ext uri="{FF2B5EF4-FFF2-40B4-BE49-F238E27FC236}">
                    <ns2:creationId id="{91A56CAD-4DF7-4B87-9976-A8E25AEF31A0}"/>
                  </a:ext>
                </a:extLst>
              </p:cNvPr>
              <p:cNvSpPr>
                <a:spLocks noGrp="1"/>
              </p:cNvSpPr>
              <p:nvPr/>
            </p:nvSpPr>
            <p:spPr>
              <a:xfrm>
                <a:off x="8896350" y="5934075"/>
                <a:ext cx="125349" cy="131445"/>
              </a:xfrm>
              <a:custGeom>
                <a:pathLst>
                  <a:path w="125349" h="131445">
                    <a:moveTo>
                      <a:pt x="0" y="0"/>
                    </a:moveTo>
                    <a:lnTo>
                      <a:pt x="125349" y="131445"/>
                    </a:lnTo>
                  </a:path>
                </a:pathLst>
              </a:custGeom>
              <a:noFill/>
              <a:ln w="6841">
                <a:solidFill>
                  <a:srgbClr val="7B8790"/>
                </a:solidFill>
                <a:prstDash val="solid"/>
              </a:ln>
            </p:spPr>
          </p:sp>
          <p:sp>
            <p:nvSpPr>
              <p:cNvPr id="1175" name="four:selective-relaxation:line:1175">
                <a:extLst>
                  <a:ext uri="{FF2B5EF4-FFF2-40B4-BE49-F238E27FC236}">
                    <ns2:creationId id="{88D0B7A7-D623-4982-A103-337286FFFBE8}"/>
                  </a:ext>
                </a:extLst>
              </p:cNvPr>
              <p:cNvSpPr>
                <a:spLocks noGrp="1"/>
              </p:cNvSpPr>
              <p:nvPr/>
            </p:nvSpPr>
            <p:spPr>
              <a:xfrm>
                <a:off x="10801350" y="5695950"/>
                <a:ext cx="953" cy="542925"/>
              </a:xfrm>
              <a:custGeom>
                <a:pathLst>
                  <a:path w="953" h="542925">
                    <a:moveTo>
                      <a:pt x="0" y="0"/>
                    </a:moveTo>
                    <a:lnTo>
                      <a:pt x="0" y="542925"/>
                    </a:lnTo>
                  </a:path>
                </a:pathLst>
              </a:custGeom>
              <a:noFill/>
              <a:ln w="6841">
                <a:solidFill>
                  <a:srgbClr val="7B8790"/>
                </a:solidFill>
                <a:prstDash val="solid"/>
              </a:ln>
            </p:spPr>
          </p:sp>
          <p:sp>
            <p:nvSpPr>
              <p:cNvPr id="1176" name="four:selective-relaxation:line:1176">
                <a:extLst>
                  <a:ext uri="{FF2B5EF4-FFF2-40B4-BE49-F238E27FC236}">
                    <ns2:creationId id="{D17954F4-A0E9-43AE-99DA-6AF14ED8A13F}"/>
                  </a:ext>
                </a:extLst>
              </p:cNvPr>
              <p:cNvSpPr>
                <a:spLocks noGrp="1"/>
              </p:cNvSpPr>
              <p:nvPr/>
            </p:nvSpPr>
            <p:spPr>
              <a:xfrm>
                <a:off x="10371201" y="6238875"/>
                <a:ext cx="430149" cy="280035"/>
              </a:xfrm>
              <a:custGeom>
                <a:pathLst>
                  <a:path w="430149" h="280035">
                    <a:moveTo>
                      <a:pt x="430149" y="0"/>
                    </a:moveTo>
                    <a:lnTo>
                      <a:pt x="0" y="280035"/>
                    </a:lnTo>
                  </a:path>
                </a:pathLst>
              </a:custGeom>
              <a:noFill/>
              <a:ln w="6841">
                <a:solidFill>
                  <a:srgbClr val="7B8790"/>
                </a:solidFill>
                <a:prstDash val="solid"/>
              </a:ln>
            </p:spPr>
          </p:sp>
          <p:sp>
            <p:nvSpPr>
              <p:cNvPr id="1205" name="four:selective-relaxation:textbox:1205">
                <a:extLst>
                  <a:ext uri="{FF2B5EF4-FFF2-40B4-BE49-F238E27FC236}">
                    <ns2:creationId id="{81BFE2E5-631F-4902-996D-FF41DC8AFD92}"/>
                  </a:ext>
                </a:extLst>
              </p:cNvPr>
              <p:cNvSpPr>
                <a:spLocks noGrp="1"/>
              </p:cNvSpPr>
              <p:nvPr/>
            </p:nvSpPr>
            <p:spPr>
              <a:xfrm>
                <a:off x="10839450" y="5600700"/>
                <a:ext cx="1524000" cy="276225"/>
              </a:xfrm>
              <a:prstGeom prst="rect">
                <a:avLst/>
              </a:prstGeom>
              <a:noFill/>
              <a:ln w="0">
                <a:noFill/>
                <a:prstDash val="solid"/>
              </a:ln>
            </p:spPr>
            <p:txBody>
              <a:bodyPr wrap="none" lIns="0" tIns="0" rIns="0" bIns="0" anchor="ctr">
                <a:normAutofit fontScale="96334"/>
              </a:bodyPr>
              <a:lstStyle>
                <a:defPPr algn="ctr">
                  <a:defRPr sz="731" b="1">
                    <a:solidFill>
                      <a:srgbClr val="7B8790"/>
                    </a:solidFill>
                    <a:latin typeface="Arial"/>
                    <a:ea typeface="Arial"/>
                    <a:cs typeface="Arial"/>
                  </a:defRPr>
                </a:defPPr>
              </a:lstStyle>
              <a:p>
                <a:pPr algn="ctr">
                  <a:defRPr sz="731" b="1">
                    <a:solidFill>
                      <a:srgbClr val="7B8790"/>
                    </a:solidFill>
                    <a:latin typeface="Arial"/>
                    <a:ea typeface="Arial"/>
                    <a:cs typeface="Arial"/>
                  </a:defRPr>
                </a:pPr>
                <a:r>
                  <a:rPr sz="731" b="1">
                    <a:solidFill>
                      <a:srgbClr val="7B8790"/>
                    </a:solidFill>
                    <a:latin typeface="Arial"/>
                    <a:ea typeface="Arial"/>
                    <a:cs typeface="Arial"/>
                  </a:rPr>
                  <a:t>Flatten then prune</a:t>
                </a:r>
              </a:p>
            </p:txBody>
          </p:sp>
          <p:sp>
            <p:nvSpPr>
              <p:cNvPr id="1206" name="four:selective-relaxation:rightArrow:1206">
                <a:extLst>
                  <a:ext uri="{FF2B5EF4-FFF2-40B4-BE49-F238E27FC236}">
                    <ns2:creationId id="{C3588755-0D09-4D89-B3EC-D204EF59710F}"/>
                  </a:ext>
                </a:extLst>
              </p:cNvPr>
              <p:cNvSpPr>
                <a:spLocks noGrp="1"/>
              </p:cNvSpPr>
              <p:nvPr/>
            </p:nvSpPr>
            <p:spPr>
              <a:xfrm>
                <a:off x="11372850" y="6105525"/>
                <a:ext cx="457200" cy="314325"/>
              </a:xfrm>
              <a:prstGeom prst="rightArrow">
                <a:avLst/>
              </a:prstGeom>
              <a:solidFill>
                <a:srgbClr val="9AAEBC"/>
              </a:solidFill>
              <a:ln w="0">
                <a:noFill/>
                <a:prstDash val="solid"/>
              </a:ln>
            </p:spPr>
          </p:sp>
          <p:sp>
            <p:nvSpPr>
              <p:cNvPr id="1207" name="four:selective-relaxation:textbox:1207">
                <a:extLst>
                  <a:ext uri="{FF2B5EF4-FFF2-40B4-BE49-F238E27FC236}">
                    <ns2:creationId id="{EA4F6AF4-D3E2-4AD3-935A-69FFDAE21625}"/>
                  </a:ext>
                </a:extLst>
              </p:cNvPr>
              <p:cNvSpPr>
                <a:spLocks noGrp="1"/>
              </p:cNvSpPr>
              <p:nvPr/>
            </p:nvSpPr>
            <p:spPr>
              <a:xfrm>
                <a:off x="8686800" y="7124700"/>
                <a:ext cx="2019300" cy="342900"/>
              </a:xfrm>
              <a:prstGeom prst="rect">
                <a:avLst/>
              </a:prstGeom>
              <a:noFill/>
              <a:ln w="0">
                <a:noFill/>
                <a:prstDash val="solid"/>
              </a:ln>
            </p:spPr>
            <p:txBody>
              <a:bodyPr wrap="none" lIns="0" tIns="0" rIns="0" bIns="0" anchor="ctr">
                <a:normAutofit fontScale="100000"/>
              </a:bodyPr>
              <a:lstStyle>
                <a:defPPr algn="ctr">
                  <a:defRPr sz="1077" b="0">
                    <a:solidFill>
                      <a:srgbClr val="263238"/>
                    </a:solidFill>
                    <a:latin typeface="Arial"/>
                    <a:ea typeface="Arial"/>
                    <a:cs typeface="Arial"/>
                  </a:defRPr>
                </a:defPPr>
              </a:lstStyle>
              <a:p>
                <a:pPr algn="ctr">
                  <a:defRPr sz="1077" b="0">
                    <a:solidFill>
                      <a:srgbClr val="263238"/>
                    </a:solidFill>
                    <a:latin typeface="Arial"/>
                    <a:ea typeface="Arial"/>
                    <a:cs typeface="Arial"/>
                  </a:defRPr>
                </a:pPr>
                <a:r>
                  <a:rPr sz="1077" b="0">
                    <a:solidFill>
                      <a:srgbClr val="263238"/>
                    </a:solidFill>
                    <a:latin typeface="Arial"/>
                    <a:ea typeface="Arial"/>
                    <a:cs typeface="Arial"/>
                  </a:rPr>
                  <a:t>T</a:t>
                </a:r>
              </a:p>
            </p:txBody>
          </p:sp>
          <p:sp>
            <p:nvSpPr>
              <p:cNvPr id="1208" name="four:selective-relaxation:textbox:1208">
                <a:extLst>
                  <a:ext uri="{FF2B5EF4-FFF2-40B4-BE49-F238E27FC236}">
                    <ns2:creationId id="{F45AA82E-311D-4DE9-BD57-B55BD06AAEE3}"/>
                  </a:ext>
                </a:extLst>
              </p:cNvPr>
              <p:cNvSpPr>
                <a:spLocks noGrp="1"/>
              </p:cNvSpPr>
              <p:nvPr/>
            </p:nvSpPr>
            <p:spPr>
              <a:xfrm>
                <a:off x="12639675" y="7124700"/>
                <a:ext cx="2019300" cy="342900"/>
              </a:xfrm>
              <a:prstGeom prst="rect">
                <a:avLst/>
              </a:prstGeom>
              <a:noFill/>
              <a:ln w="0">
                <a:noFill/>
                <a:prstDash val="solid"/>
              </a:ln>
            </p:spPr>
            <p:txBody>
              <a:bodyPr wrap="none" lIns="0" tIns="0" rIns="0" bIns="0" anchor="ctr">
                <a:normAutofit fontScale="100000"/>
              </a:bodyPr>
              <a:lstStyle>
                <a:defPPr algn="ctr">
                  <a:defRPr sz="1077" b="0">
                    <a:solidFill>
                      <a:srgbClr val="263238"/>
                    </a:solidFill>
                    <a:latin typeface="Arial"/>
                    <a:ea typeface="Arial"/>
                    <a:cs typeface="Arial"/>
                  </a:defRPr>
                </a:defPPr>
              </a:lstStyle>
              <a:p>
                <a:pPr algn="ctr">
                  <a:defRPr sz="1077" b="0">
                    <a:solidFill>
                      <a:srgbClr val="263238"/>
                    </a:solidFill>
                    <a:latin typeface="Arial"/>
                    <a:ea typeface="Arial"/>
                    <a:cs typeface="Arial"/>
                  </a:defRPr>
                </a:pPr>
                <a:r>
                  <a:rPr sz="1077" b="0">
                    <a:solidFill>
                      <a:srgbClr val="263238"/>
                    </a:solidFill>
                    <a:latin typeface="Arial"/>
                    <a:ea typeface="Arial"/>
                    <a:cs typeface="Arial"/>
                  </a:rPr>
                  <a:t>T′</a:t>
                </a:r>
              </a:p>
            </p:txBody>
          </p:sp>
        </p:grpSp>
        <p:grpSp>
          <p:nvGrpSpPr>
            <p:cNvPr id="3182" name="relaxed-hierarchy"/>
            <p:cNvGrpSpPr/>
            <p:nvPr/>
          </p:nvGrpSpPr>
          <p:grpSpPr>
            <a:xfrm>
              <a:off x="0" y="0"/>
              <a:ext cx="24955500" cy="8572500"/>
              <a:chOff x="0" y="0"/>
              <a:chExt cx="24955500" cy="8572500"/>
            </a:xfrm>
          </p:grpSpPr>
          <p:sp>
            <p:nvSpPr>
              <p:cNvPr id="1177" name="four:relaxed-hierarchy:line:1177">
                <a:extLst>
                  <a:ext uri="{FF2B5EF4-FFF2-40B4-BE49-F238E27FC236}">
                    <ns2:creationId id="{88043821-D85B-4C3F-BE4C-6F052A599B48}"/>
                  </a:ext>
                </a:extLst>
              </p:cNvPr>
              <p:cNvSpPr>
                <a:spLocks noGrp="1"/>
              </p:cNvSpPr>
              <p:nvPr/>
            </p:nvSpPr>
            <p:spPr>
              <a:xfrm>
                <a:off x="13649325" y="5372100"/>
                <a:ext cx="953" cy="339471"/>
              </a:xfrm>
              <a:custGeom>
                <a:pathLst>
                  <a:path w="953" h="339471">
                    <a:moveTo>
                      <a:pt x="0" y="68775"/>
                    </a:moveTo>
                    <a:lnTo>
                      <a:pt x="0" y="270696"/>
                    </a:lnTo>
                  </a:path>
                </a:pathLst>
              </a:custGeom>
              <a:noFill/>
              <a:ln w="6108">
                <a:solidFill>
                  <a:srgbClr val="263238"/>
                </a:solidFill>
                <a:prstDash val="solid"/>
              </a:ln>
            </p:spPr>
          </p:sp>
          <p:sp>
            <p:nvSpPr>
              <p:cNvPr id="1178" name="four:relaxed-hierarchy:regular-node:1178">
                <a:extLst>
                  <a:ext uri="{FF2B5EF4-FFF2-40B4-BE49-F238E27FC236}">
                    <ns2:creationId id="{32025D97-13DB-4120-A973-A7BD9FABAB3B}"/>
                  </a:ext>
                </a:extLst>
              </p:cNvPr>
              <p:cNvSpPr>
                <a:spLocks noGrp="1"/>
              </p:cNvSpPr>
              <p:nvPr/>
            </p:nvSpPr>
            <p:spPr>
              <a:xfrm>
                <a:off x="13628031" y="5477567"/>
                <a:ext cx="42588" cy="42588"/>
              </a:xfrm>
              <a:prstGeom prst="ellipse">
                <a:avLst/>
              </a:prstGeom>
              <a:solidFill>
                <a:srgbClr val="DCE8ED"/>
              </a:solidFill>
              <a:ln w="4886">
                <a:solidFill>
                  <a:srgbClr val="263238"/>
                </a:solidFill>
                <a:prstDash val="solid"/>
              </a:ln>
            </p:spPr>
          </p:sp>
          <p:sp>
            <p:nvSpPr>
              <p:cNvPr id="1179" name="four:relaxed-hierarchy:regular-node:1179">
                <a:extLst>
                  <a:ext uri="{FF2B5EF4-FFF2-40B4-BE49-F238E27FC236}">
                    <ns2:creationId id="{EFE4A765-B05D-4CCE-8ABB-22FCEE005AE0}"/>
                  </a:ext>
                </a:extLst>
              </p:cNvPr>
              <p:cNvSpPr>
                <a:spLocks noGrp="1"/>
              </p:cNvSpPr>
              <p:nvPr/>
            </p:nvSpPr>
            <p:spPr>
              <a:xfrm>
                <a:off x="13628031" y="5563515"/>
                <a:ext cx="42588" cy="42588"/>
              </a:xfrm>
              <a:prstGeom prst="ellipse">
                <a:avLst/>
              </a:prstGeom>
              <a:solidFill>
                <a:srgbClr val="DCE8ED"/>
              </a:solidFill>
              <a:ln w="4886">
                <a:solidFill>
                  <a:srgbClr val="263238"/>
                </a:solidFill>
                <a:prstDash val="solid"/>
              </a:ln>
            </p:spPr>
          </p:sp>
          <p:sp>
            <p:nvSpPr>
              <p:cNvPr id="1180" name="four:relaxed-hierarchy:critical-node:1180">
                <a:extLst>
                  <a:ext uri="{FF2B5EF4-FFF2-40B4-BE49-F238E27FC236}">
                    <ns2:creationId id="{D7538290-BB8D-4786-B38E-59454F05144E}"/>
                  </a:ext>
                </a:extLst>
              </p:cNvPr>
              <p:cNvSpPr>
                <a:spLocks noGrp="1"/>
              </p:cNvSpPr>
              <p:nvPr/>
            </p:nvSpPr>
            <p:spPr>
              <a:xfrm>
                <a:off x="13587217" y="5309992"/>
                <a:ext cx="124216" cy="124216"/>
              </a:xfrm>
              <a:prstGeom prst="diamond">
                <a:avLst/>
              </a:prstGeom>
              <a:solidFill>
                <a:srgbClr val="DCE8ED"/>
              </a:solidFill>
              <a:ln w="5375">
                <a:solidFill>
                  <a:srgbClr val="263238"/>
                </a:solidFill>
                <a:prstDash val="solid"/>
              </a:ln>
            </p:spPr>
          </p:sp>
          <p:sp>
            <p:nvSpPr>
              <p:cNvPr id="1181" name="four:relaxed-hierarchy:critical-node:1181">
                <a:extLst>
                  <a:ext uri="{FF2B5EF4-FFF2-40B4-BE49-F238E27FC236}">
                    <ns2:creationId id="{D8F06087-9EF9-4EA8-A7A3-C1E8CB71FAFF}"/>
                  </a:ext>
                </a:extLst>
              </p:cNvPr>
              <p:cNvSpPr>
                <a:spLocks noGrp="1"/>
              </p:cNvSpPr>
              <p:nvPr/>
            </p:nvSpPr>
            <p:spPr>
              <a:xfrm>
                <a:off x="13587217" y="5649463"/>
                <a:ext cx="124216" cy="124216"/>
              </a:xfrm>
              <a:prstGeom prst="diamond">
                <a:avLst/>
              </a:prstGeom>
              <a:solidFill>
                <a:srgbClr val="DCE8ED"/>
              </a:solidFill>
              <a:ln w="5375">
                <a:solidFill>
                  <a:srgbClr val="263238"/>
                </a:solidFill>
                <a:prstDash val="solid"/>
              </a:ln>
            </p:spPr>
          </p:sp>
          <p:sp>
            <p:nvSpPr>
              <p:cNvPr id="1182" name="four:relaxed-hierarchy:line:1182">
                <a:extLst>
                  <a:ext uri="{FF2B5EF4-FFF2-40B4-BE49-F238E27FC236}">
                    <ns2:creationId id="{541F9518-FDB4-41FA-BCCC-9BE54E26CA22}"/>
                  </a:ext>
                </a:extLst>
              </p:cNvPr>
              <p:cNvSpPr>
                <a:spLocks noGrp="1"/>
              </p:cNvSpPr>
              <p:nvPr/>
            </p:nvSpPr>
            <p:spPr>
              <a:xfrm>
                <a:off x="12760833" y="5711571"/>
                <a:ext cx="1776984" cy="953"/>
              </a:xfrm>
              <a:custGeom>
                <a:pathLst>
                  <a:path w="1776984" h="953">
                    <a:moveTo>
                      <a:pt x="0" y="0"/>
                    </a:moveTo>
                    <a:lnTo>
                      <a:pt x="819717" y="0"/>
                    </a:lnTo>
                    <a:moveTo>
                      <a:pt x="957267" y="0"/>
                    </a:moveTo>
                    <a:lnTo>
                      <a:pt x="1776984" y="0"/>
                    </a:lnTo>
                  </a:path>
                </a:pathLst>
              </a:custGeom>
              <a:noFill/>
              <a:ln w="6108">
                <a:solidFill>
                  <a:srgbClr val="263238"/>
                </a:solidFill>
                <a:prstDash val="solid"/>
              </a:ln>
            </p:spPr>
          </p:sp>
          <p:sp>
            <p:nvSpPr>
              <p:cNvPr id="1183" name="four:relaxed-hierarchy:line:1183">
                <a:extLst>
                  <a:ext uri="{FF2B5EF4-FFF2-40B4-BE49-F238E27FC236}">
                    <ns2:creationId id="{D40E5FEC-1268-41EA-9557-469D64784E35}"/>
                  </a:ext>
                </a:extLst>
              </p:cNvPr>
              <p:cNvSpPr>
                <a:spLocks noGrp="1"/>
              </p:cNvSpPr>
              <p:nvPr/>
            </p:nvSpPr>
            <p:spPr>
              <a:xfrm>
                <a:off x="12760833" y="5711571"/>
                <a:ext cx="953" cy="1203579"/>
              </a:xfrm>
              <a:custGeom>
                <a:pathLst>
                  <a:path w="953" h="1203579">
                    <a:moveTo>
                      <a:pt x="0" y="0"/>
                    </a:moveTo>
                    <a:lnTo>
                      <a:pt x="0" y="1108186"/>
                    </a:lnTo>
                  </a:path>
                </a:pathLst>
              </a:custGeom>
              <a:noFill/>
              <a:ln w="6108">
                <a:solidFill>
                  <a:srgbClr val="263238"/>
                </a:solidFill>
                <a:prstDash val="solid"/>
              </a:ln>
            </p:spPr>
          </p:sp>
          <p:sp>
            <p:nvSpPr>
              <p:cNvPr id="1184" name="four:relaxed-hierarchy:regular-node:1184">
                <a:extLst>
                  <a:ext uri="{FF2B5EF4-FFF2-40B4-BE49-F238E27FC236}">
                    <ns2:creationId id="{63600FB5-B052-4590-9980-48902E64073C}"/>
                  </a:ext>
                </a:extLst>
              </p:cNvPr>
              <p:cNvSpPr>
                <a:spLocks noGrp="1"/>
              </p:cNvSpPr>
              <p:nvPr/>
            </p:nvSpPr>
            <p:spPr>
              <a:xfrm>
                <a:off x="12730666" y="5945034"/>
                <a:ext cx="60333" cy="60333"/>
              </a:xfrm>
              <a:prstGeom prst="ellipse">
                <a:avLst/>
              </a:prstGeom>
              <a:solidFill>
                <a:srgbClr val="0072B2"/>
              </a:solidFill>
              <a:ln w="4886">
                <a:solidFill>
                  <a:srgbClr val="263238"/>
                </a:solidFill>
                <a:prstDash val="solid"/>
              </a:ln>
            </p:spPr>
          </p:sp>
          <p:sp>
            <p:nvSpPr>
              <p:cNvPr id="1185" name="four:relaxed-hierarchy:regular-node:1185">
                <a:extLst>
                  <a:ext uri="{FF2B5EF4-FFF2-40B4-BE49-F238E27FC236}">
                    <ns2:creationId id="{5B0378BA-D2FC-4F4C-86F7-BFC0EAB39A0A}"/>
                  </a:ext>
                </a:extLst>
              </p:cNvPr>
              <p:cNvSpPr>
                <a:spLocks noGrp="1"/>
              </p:cNvSpPr>
              <p:nvPr/>
            </p:nvSpPr>
            <p:spPr>
              <a:xfrm>
                <a:off x="12730666" y="6238831"/>
                <a:ext cx="60333" cy="60333"/>
              </a:xfrm>
              <a:prstGeom prst="ellipse">
                <a:avLst/>
              </a:prstGeom>
              <a:solidFill>
                <a:srgbClr val="0072B2"/>
              </a:solidFill>
              <a:ln w="4886">
                <a:solidFill>
                  <a:srgbClr val="263238"/>
                </a:solidFill>
                <a:prstDash val="solid"/>
              </a:ln>
            </p:spPr>
          </p:sp>
          <p:sp>
            <p:nvSpPr>
              <p:cNvPr id="1186" name="four:relaxed-hierarchy:regular-node:1186">
                <a:extLst>
                  <a:ext uri="{FF2B5EF4-FFF2-40B4-BE49-F238E27FC236}">
                    <ns2:creationId id="{5964611D-9B1B-47D3-B2D4-8C9709AED000}"/>
                  </a:ext>
                </a:extLst>
              </p:cNvPr>
              <p:cNvSpPr>
                <a:spLocks noGrp="1"/>
              </p:cNvSpPr>
              <p:nvPr/>
            </p:nvSpPr>
            <p:spPr>
              <a:xfrm>
                <a:off x="12730666" y="6532628"/>
                <a:ext cx="60333" cy="60333"/>
              </a:xfrm>
              <a:prstGeom prst="ellipse">
                <a:avLst/>
              </a:prstGeom>
              <a:solidFill>
                <a:srgbClr val="0072B2"/>
              </a:solidFill>
              <a:ln w="4886">
                <a:solidFill>
                  <a:srgbClr val="263238"/>
                </a:solidFill>
                <a:prstDash val="solid"/>
              </a:ln>
            </p:spPr>
          </p:sp>
          <p:sp>
            <p:nvSpPr>
              <p:cNvPr id="1187" name="four:relaxed-hierarchy:line:1187">
                <a:extLst>
                  <a:ext uri="{FF2B5EF4-FFF2-40B4-BE49-F238E27FC236}">
                    <ns2:creationId id="{22EE3AAC-AB8E-43D7-AE36-0CD45A06A090}"/>
                  </a:ext>
                </a:extLst>
              </p:cNvPr>
              <p:cNvSpPr>
                <a:spLocks noGrp="1"/>
              </p:cNvSpPr>
              <p:nvPr/>
            </p:nvSpPr>
            <p:spPr>
              <a:xfrm>
                <a:off x="14537817" y="5711571"/>
                <a:ext cx="953" cy="1203579"/>
              </a:xfrm>
              <a:custGeom>
                <a:pathLst>
                  <a:path w="953" h="1203579">
                    <a:moveTo>
                      <a:pt x="0" y="0"/>
                    </a:moveTo>
                    <a:lnTo>
                      <a:pt x="0" y="1108186"/>
                    </a:lnTo>
                  </a:path>
                </a:pathLst>
              </a:custGeom>
              <a:noFill/>
              <a:ln w="6108">
                <a:solidFill>
                  <a:srgbClr val="263238"/>
                </a:solidFill>
                <a:prstDash val="solid"/>
              </a:ln>
            </p:spPr>
          </p:sp>
          <p:sp>
            <p:nvSpPr>
              <p:cNvPr id="1188" name="four:relaxed-hierarchy:regular-node:1188">
                <a:extLst>
                  <a:ext uri="{FF2B5EF4-FFF2-40B4-BE49-F238E27FC236}">
                    <ns2:creationId id="{3505DFCC-CCFD-4D3E-8542-C94A587AA0DB}"/>
                  </a:ext>
                </a:extLst>
              </p:cNvPr>
              <p:cNvSpPr>
                <a:spLocks noGrp="1"/>
              </p:cNvSpPr>
              <p:nvPr/>
            </p:nvSpPr>
            <p:spPr>
              <a:xfrm>
                <a:off x="14507650" y="5945034"/>
                <a:ext cx="60333" cy="60333"/>
              </a:xfrm>
              <a:prstGeom prst="ellipse">
                <a:avLst/>
              </a:prstGeom>
              <a:solidFill>
                <a:srgbClr val="CC79A7"/>
              </a:solidFill>
              <a:ln w="4886">
                <a:solidFill>
                  <a:srgbClr val="263238"/>
                </a:solidFill>
                <a:prstDash val="solid"/>
              </a:ln>
            </p:spPr>
          </p:sp>
          <p:sp>
            <p:nvSpPr>
              <p:cNvPr id="1189" name="four:relaxed-hierarchy:regular-node:1189">
                <a:extLst>
                  <a:ext uri="{FF2B5EF4-FFF2-40B4-BE49-F238E27FC236}">
                    <ns2:creationId id="{3DA0202A-576F-4B46-93FA-7C8CA55B895D}"/>
                  </a:ext>
                </a:extLst>
              </p:cNvPr>
              <p:cNvSpPr>
                <a:spLocks noGrp="1"/>
              </p:cNvSpPr>
              <p:nvPr/>
            </p:nvSpPr>
            <p:spPr>
              <a:xfrm>
                <a:off x="14507650" y="6238831"/>
                <a:ext cx="60333" cy="60333"/>
              </a:xfrm>
              <a:prstGeom prst="ellipse">
                <a:avLst/>
              </a:prstGeom>
              <a:solidFill>
                <a:srgbClr val="CC79A7"/>
              </a:solidFill>
              <a:ln w="4886">
                <a:solidFill>
                  <a:srgbClr val="263238"/>
                </a:solidFill>
                <a:prstDash val="solid"/>
              </a:ln>
            </p:spPr>
          </p:sp>
          <p:sp>
            <p:nvSpPr>
              <p:cNvPr id="1190" name="four:relaxed-hierarchy:regular-node:1190">
                <a:extLst>
                  <a:ext uri="{FF2B5EF4-FFF2-40B4-BE49-F238E27FC236}">
                    <ns2:creationId id="{2815775A-370C-49A0-ACF5-C8127CAC2299}"/>
                  </a:ext>
                </a:extLst>
              </p:cNvPr>
              <p:cNvSpPr>
                <a:spLocks noGrp="1"/>
              </p:cNvSpPr>
              <p:nvPr/>
            </p:nvSpPr>
            <p:spPr>
              <a:xfrm>
                <a:off x="14507650" y="6532628"/>
                <a:ext cx="60333" cy="60333"/>
              </a:xfrm>
              <a:prstGeom prst="ellipse">
                <a:avLst/>
              </a:prstGeom>
              <a:solidFill>
                <a:srgbClr val="CC79A7"/>
              </a:solidFill>
              <a:ln w="4886">
                <a:solidFill>
                  <a:srgbClr val="263238"/>
                </a:solidFill>
                <a:prstDash val="solid"/>
              </a:ln>
            </p:spPr>
          </p:sp>
          <p:sp>
            <p:nvSpPr>
              <p:cNvPr id="1191" name="four:relaxed-hierarchy:line:1191">
                <a:extLst>
                  <a:ext uri="{FF2B5EF4-FFF2-40B4-BE49-F238E27FC236}">
                    <ns2:creationId id="{0B468E75-4A2D-4ED2-AAD0-795CDA64927C}"/>
                  </a:ext>
                </a:extLst>
              </p:cNvPr>
              <p:cNvSpPr>
                <a:spLocks noGrp="1"/>
              </p:cNvSpPr>
              <p:nvPr/>
            </p:nvSpPr>
            <p:spPr>
              <a:xfrm>
                <a:off x="13649325" y="5711571"/>
                <a:ext cx="953" cy="894969"/>
              </a:xfrm>
              <a:custGeom>
                <a:pathLst>
                  <a:path w="953" h="894969">
                    <a:moveTo>
                      <a:pt x="0" y="68775"/>
                    </a:moveTo>
                    <a:lnTo>
                      <a:pt x="0" y="799576"/>
                    </a:lnTo>
                  </a:path>
                </a:pathLst>
              </a:custGeom>
              <a:noFill/>
              <a:ln w="6108">
                <a:solidFill>
                  <a:srgbClr val="263238"/>
                </a:solidFill>
                <a:prstDash val="solid"/>
              </a:ln>
            </p:spPr>
          </p:sp>
          <p:sp>
            <p:nvSpPr>
              <p:cNvPr id="1192" name="four:relaxed-hierarchy:regular-node:1192">
                <a:extLst>
                  <a:ext uri="{FF2B5EF4-FFF2-40B4-BE49-F238E27FC236}">
                    <ns2:creationId id="{031EA58C-0F5D-44C1-817C-94FC3C9F530B}"/>
                  </a:ext>
                </a:extLst>
              </p:cNvPr>
              <p:cNvSpPr>
                <a:spLocks noGrp="1"/>
              </p:cNvSpPr>
              <p:nvPr/>
            </p:nvSpPr>
            <p:spPr>
              <a:xfrm>
                <a:off x="13619158" y="5914463"/>
                <a:ext cx="60333" cy="60333"/>
              </a:xfrm>
              <a:prstGeom prst="ellipse">
                <a:avLst/>
              </a:prstGeom>
              <a:solidFill>
                <a:srgbClr val="81C9BA"/>
              </a:solidFill>
              <a:ln w="4886">
                <a:solidFill>
                  <a:srgbClr val="263238"/>
                </a:solidFill>
                <a:prstDash val="solid"/>
              </a:ln>
            </p:spPr>
          </p:sp>
          <p:sp>
            <p:nvSpPr>
              <p:cNvPr id="1193" name="four:relaxed-hierarchy:regular-node:1193">
                <a:extLst>
                  <a:ext uri="{FF2B5EF4-FFF2-40B4-BE49-F238E27FC236}">
                    <ns2:creationId id="{D6053FC3-72FE-4362-AA7D-9F31EBDF6D09}"/>
                  </a:ext>
                </a:extLst>
              </p:cNvPr>
              <p:cNvSpPr>
                <a:spLocks noGrp="1"/>
              </p:cNvSpPr>
              <p:nvPr/>
            </p:nvSpPr>
            <p:spPr>
              <a:xfrm>
                <a:off x="13619158" y="6115580"/>
                <a:ext cx="60333" cy="60333"/>
              </a:xfrm>
              <a:prstGeom prst="ellipse">
                <a:avLst/>
              </a:prstGeom>
              <a:solidFill>
                <a:srgbClr val="81C9BA"/>
              </a:solidFill>
              <a:ln w="4886">
                <a:solidFill>
                  <a:srgbClr val="263238"/>
                </a:solidFill>
                <a:prstDash val="solid"/>
              </a:ln>
            </p:spPr>
          </p:sp>
          <p:sp>
            <p:nvSpPr>
              <p:cNvPr id="1194" name="four:relaxed-hierarchy:regular-node:1194">
                <a:extLst>
                  <a:ext uri="{FF2B5EF4-FFF2-40B4-BE49-F238E27FC236}">
                    <ns2:creationId id="{70FA1199-131F-472B-A759-C65AED7BEC99}"/>
                  </a:ext>
                </a:extLst>
              </p:cNvPr>
              <p:cNvSpPr>
                <a:spLocks noGrp="1"/>
              </p:cNvSpPr>
              <p:nvPr/>
            </p:nvSpPr>
            <p:spPr>
              <a:xfrm>
                <a:off x="13619158" y="6316697"/>
                <a:ext cx="60333" cy="60333"/>
              </a:xfrm>
              <a:prstGeom prst="ellipse">
                <a:avLst/>
              </a:prstGeom>
              <a:solidFill>
                <a:srgbClr val="81C9BA"/>
              </a:solidFill>
              <a:ln w="4886">
                <a:solidFill>
                  <a:srgbClr val="263238"/>
                </a:solidFill>
                <a:prstDash val="solid"/>
              </a:ln>
            </p:spPr>
          </p:sp>
          <p:sp>
            <p:nvSpPr>
              <p:cNvPr id="1195" name="four:relaxed-hierarchy:line:1195">
                <a:extLst>
                  <a:ext uri="{FF2B5EF4-FFF2-40B4-BE49-F238E27FC236}">
                    <ns2:creationId id="{9B1211E9-F275-45B5-B49A-504893175C5A}"/>
                  </a:ext>
                </a:extLst>
              </p:cNvPr>
              <p:cNvSpPr>
                <a:spLocks noGrp="1"/>
              </p:cNvSpPr>
              <p:nvPr/>
            </p:nvSpPr>
            <p:spPr>
              <a:xfrm>
                <a:off x="13346430" y="6606540"/>
                <a:ext cx="605790" cy="953"/>
              </a:xfrm>
              <a:custGeom>
                <a:pathLst>
                  <a:path w="605790" h="953">
                    <a:moveTo>
                      <a:pt x="0" y="0"/>
                    </a:moveTo>
                    <a:lnTo>
                      <a:pt x="207502" y="0"/>
                    </a:lnTo>
                    <a:moveTo>
                      <a:pt x="398288" y="0"/>
                    </a:moveTo>
                    <a:lnTo>
                      <a:pt x="605790" y="0"/>
                    </a:lnTo>
                  </a:path>
                </a:pathLst>
              </a:custGeom>
              <a:noFill/>
              <a:ln w="6108">
                <a:solidFill>
                  <a:srgbClr val="263238"/>
                </a:solidFill>
                <a:prstDash val="solid"/>
              </a:ln>
            </p:spPr>
          </p:sp>
          <p:sp>
            <p:nvSpPr>
              <p:cNvPr id="1196" name="four:relaxed-hierarchy:line:1196">
                <a:extLst>
                  <a:ext uri="{FF2B5EF4-FFF2-40B4-BE49-F238E27FC236}">
                    <ns2:creationId id="{C68146C5-A6C0-49AE-9023-440A730DA61D}"/>
                  </a:ext>
                </a:extLst>
              </p:cNvPr>
              <p:cNvSpPr>
                <a:spLocks noGrp="1"/>
              </p:cNvSpPr>
              <p:nvPr/>
            </p:nvSpPr>
            <p:spPr>
              <a:xfrm>
                <a:off x="13346430" y="6606540"/>
                <a:ext cx="953" cy="308610"/>
              </a:xfrm>
              <a:custGeom>
                <a:pathLst>
                  <a:path w="953" h="308610">
                    <a:moveTo>
                      <a:pt x="0" y="0"/>
                    </a:moveTo>
                    <a:lnTo>
                      <a:pt x="0" y="213217"/>
                    </a:lnTo>
                  </a:path>
                </a:pathLst>
              </a:custGeom>
              <a:noFill/>
              <a:ln w="6108">
                <a:solidFill>
                  <a:srgbClr val="263238"/>
                </a:solidFill>
                <a:prstDash val="solid"/>
              </a:ln>
            </p:spPr>
          </p:sp>
          <p:sp>
            <p:nvSpPr>
              <p:cNvPr id="1197" name="four:relaxed-hierarchy:regular-node:1197">
                <a:extLst>
                  <a:ext uri="{FF2B5EF4-FFF2-40B4-BE49-F238E27FC236}">
                    <ns2:creationId id="{B6E99B7E-094C-4D26-B21D-D0DF05742501}"/>
                  </a:ext>
                </a:extLst>
              </p:cNvPr>
              <p:cNvSpPr>
                <a:spLocks noGrp="1"/>
              </p:cNvSpPr>
              <p:nvPr/>
            </p:nvSpPr>
            <p:spPr>
              <a:xfrm>
                <a:off x="13316263" y="6686316"/>
                <a:ext cx="60333" cy="60333"/>
              </a:xfrm>
              <a:prstGeom prst="ellipse">
                <a:avLst/>
              </a:prstGeom>
              <a:solidFill>
                <a:srgbClr val="D55E00"/>
              </a:solidFill>
              <a:ln w="4886">
                <a:solidFill>
                  <a:srgbClr val="263238"/>
                </a:solidFill>
                <a:prstDash val="solid"/>
              </a:ln>
            </p:spPr>
          </p:sp>
          <p:sp>
            <p:nvSpPr>
              <p:cNvPr id="1198" name="four:relaxed-hierarchy:line:1198">
                <a:extLst>
                  <a:ext uri="{FF2B5EF4-FFF2-40B4-BE49-F238E27FC236}">
                    <ns2:creationId id="{0DBFA2E5-0EE1-490F-A0AA-A50E66D0BDF6}"/>
                  </a:ext>
                </a:extLst>
              </p:cNvPr>
              <p:cNvSpPr>
                <a:spLocks noGrp="1"/>
              </p:cNvSpPr>
              <p:nvPr/>
            </p:nvSpPr>
            <p:spPr>
              <a:xfrm>
                <a:off x="13952220" y="6606540"/>
                <a:ext cx="953" cy="308610"/>
              </a:xfrm>
              <a:custGeom>
                <a:pathLst>
                  <a:path w="953" h="308610">
                    <a:moveTo>
                      <a:pt x="0" y="0"/>
                    </a:moveTo>
                    <a:lnTo>
                      <a:pt x="0" y="213217"/>
                    </a:lnTo>
                  </a:path>
                </a:pathLst>
              </a:custGeom>
              <a:noFill/>
              <a:ln w="6108">
                <a:solidFill>
                  <a:srgbClr val="263238"/>
                </a:solidFill>
                <a:prstDash val="solid"/>
              </a:ln>
            </p:spPr>
          </p:sp>
          <p:sp>
            <p:nvSpPr>
              <p:cNvPr id="1199" name="four:relaxed-hierarchy:regular-node:1199">
                <a:extLst>
                  <a:ext uri="{FF2B5EF4-FFF2-40B4-BE49-F238E27FC236}">
                    <ns2:creationId id="{021A08B9-0391-46F6-ACA7-6ED0EE6F7051}"/>
                  </a:ext>
                </a:extLst>
              </p:cNvPr>
              <p:cNvSpPr>
                <a:spLocks noGrp="1"/>
              </p:cNvSpPr>
              <p:nvPr/>
            </p:nvSpPr>
            <p:spPr>
              <a:xfrm>
                <a:off x="13922053" y="6686316"/>
                <a:ext cx="60333" cy="60333"/>
              </a:xfrm>
              <a:prstGeom prst="ellipse">
                <a:avLst/>
              </a:prstGeom>
              <a:solidFill>
                <a:srgbClr val="009E73"/>
              </a:solidFill>
              <a:ln w="4886">
                <a:solidFill>
                  <a:srgbClr val="263238"/>
                </a:solidFill>
                <a:prstDash val="solid"/>
              </a:ln>
            </p:spPr>
          </p:sp>
          <p:sp>
            <p:nvSpPr>
              <p:cNvPr id="1200" name="four:relaxed-hierarchy:critical-node:1200">
                <a:extLst>
                  <a:ext uri="{FF2B5EF4-FFF2-40B4-BE49-F238E27FC236}">
                    <ns2:creationId id="{12A83335-37D2-449D-B88D-D9C3DEE2839C}"/>
                  </a:ext>
                </a:extLst>
              </p:cNvPr>
              <p:cNvSpPr>
                <a:spLocks noGrp="1"/>
              </p:cNvSpPr>
              <p:nvPr/>
            </p:nvSpPr>
            <p:spPr>
              <a:xfrm>
                <a:off x="13560600" y="6517815"/>
                <a:ext cx="177451" cy="177451"/>
              </a:xfrm>
              <a:prstGeom prst="diamond">
                <a:avLst/>
              </a:prstGeom>
              <a:solidFill>
                <a:srgbClr val="81C9BA"/>
              </a:solidFill>
              <a:ln w="5375">
                <a:solidFill>
                  <a:srgbClr val="263238"/>
                </a:solidFill>
                <a:prstDash val="solid"/>
              </a:ln>
            </p:spPr>
          </p:sp>
          <p:sp>
            <p:nvSpPr>
              <p:cNvPr id="1201" name="four:relaxed-hierarchy:critical-node:1201">
                <a:extLst>
                  <a:ext uri="{FF2B5EF4-FFF2-40B4-BE49-F238E27FC236}">
                    <ns2:creationId id="{D2AA5A7C-694F-430E-8A54-CD796FE7D081}"/>
                  </a:ext>
                </a:extLst>
              </p:cNvPr>
              <p:cNvSpPr>
                <a:spLocks noGrp="1"/>
              </p:cNvSpPr>
              <p:nvPr/>
            </p:nvSpPr>
            <p:spPr>
              <a:xfrm>
                <a:off x="12672108" y="6826425"/>
                <a:ext cx="177451" cy="177451"/>
              </a:xfrm>
              <a:prstGeom prst="diamond">
                <a:avLst/>
              </a:prstGeom>
              <a:solidFill>
                <a:srgbClr val="0072B2"/>
              </a:solidFill>
              <a:ln w="5375">
                <a:solidFill>
                  <a:srgbClr val="263238"/>
                </a:solidFill>
                <a:prstDash val="solid"/>
              </a:ln>
            </p:spPr>
          </p:sp>
          <p:sp>
            <p:nvSpPr>
              <p:cNvPr id="1202" name="four:relaxed-hierarchy:critical-node:1202">
                <a:extLst>
                  <a:ext uri="{FF2B5EF4-FFF2-40B4-BE49-F238E27FC236}">
                    <ns2:creationId id="{9D3316A9-42A7-4EB9-A39B-44242A71635B}"/>
                  </a:ext>
                </a:extLst>
              </p:cNvPr>
              <p:cNvSpPr>
                <a:spLocks noGrp="1"/>
              </p:cNvSpPr>
              <p:nvPr/>
            </p:nvSpPr>
            <p:spPr>
              <a:xfrm>
                <a:off x="13257705" y="6826425"/>
                <a:ext cx="177451" cy="177451"/>
              </a:xfrm>
              <a:prstGeom prst="diamond">
                <a:avLst/>
              </a:prstGeom>
              <a:solidFill>
                <a:srgbClr val="D55E00"/>
              </a:solidFill>
              <a:ln w="5375">
                <a:solidFill>
                  <a:srgbClr val="263238"/>
                </a:solidFill>
                <a:prstDash val="solid"/>
              </a:ln>
            </p:spPr>
          </p:sp>
          <p:sp>
            <p:nvSpPr>
              <p:cNvPr id="1203" name="four:relaxed-hierarchy:critical-node:1203">
                <a:extLst>
                  <a:ext uri="{FF2B5EF4-FFF2-40B4-BE49-F238E27FC236}">
                    <ns2:creationId id="{76AD8D64-8E9A-4730-9A53-83D5FBFDC6F7}"/>
                  </a:ext>
                </a:extLst>
              </p:cNvPr>
              <p:cNvSpPr>
                <a:spLocks noGrp="1"/>
              </p:cNvSpPr>
              <p:nvPr/>
            </p:nvSpPr>
            <p:spPr>
              <a:xfrm>
                <a:off x="13863495" y="6826425"/>
                <a:ext cx="177451" cy="177451"/>
              </a:xfrm>
              <a:prstGeom prst="diamond">
                <a:avLst/>
              </a:prstGeom>
              <a:solidFill>
                <a:srgbClr val="009E73"/>
              </a:solidFill>
              <a:ln w="5375">
                <a:solidFill>
                  <a:srgbClr val="263238"/>
                </a:solidFill>
                <a:prstDash val="solid"/>
              </a:ln>
            </p:spPr>
          </p:sp>
          <p:sp>
            <p:nvSpPr>
              <p:cNvPr id="1204" name="four:relaxed-hierarchy:critical-node:1204">
                <a:extLst>
                  <a:ext uri="{FF2B5EF4-FFF2-40B4-BE49-F238E27FC236}">
                    <ns2:creationId id="{15968231-1402-4A11-A78C-0CF40501C7A3}"/>
                  </a:ext>
                </a:extLst>
              </p:cNvPr>
              <p:cNvSpPr>
                <a:spLocks noGrp="1"/>
              </p:cNvSpPr>
              <p:nvPr/>
            </p:nvSpPr>
            <p:spPr>
              <a:xfrm>
                <a:off x="14449092" y="6826425"/>
                <a:ext cx="177451" cy="177451"/>
              </a:xfrm>
              <a:prstGeom prst="diamond">
                <a:avLst/>
              </a:prstGeom>
              <a:solidFill>
                <a:srgbClr val="CC79A7"/>
              </a:solidFill>
              <a:ln w="5375">
                <a:solidFill>
                  <a:srgbClr val="263238"/>
                </a:solidFill>
                <a:prstDash val="solid"/>
              </a:ln>
            </p:spPr>
          </p:sp>
        </p:grpSp>
        <p:grpSp>
          <p:nvGrpSpPr>
            <p:cNvPr id="3183" name="linked-tree-layout"/>
            <p:cNvGrpSpPr/>
            <p:nvPr/>
          </p:nvGrpSpPr>
          <p:grpSpPr>
            <a:xfrm>
              <a:off x="0" y="0"/>
              <a:ext cx="24955500" cy="8572500"/>
              <a:chOff x="0" y="0"/>
              <a:chExt cx="24955500" cy="8572500"/>
            </a:xfrm>
          </p:grpSpPr>
          <p:sp>
            <p:nvSpPr>
              <p:cNvPr id="1209" name="four:linked-tree-layout:textbox:1209">
                <a:extLst>
                  <a:ext uri="{FF2B5EF4-FFF2-40B4-BE49-F238E27FC236}">
                    <ns2:creationId id="{155F0153-1A0D-4D77-ADF2-C2767BFE4C05}"/>
                  </a:ext>
                </a:extLst>
              </p:cNvPr>
              <p:cNvSpPr>
                <a:spLocks noGrp="1"/>
              </p:cNvSpPr>
              <p:nvPr/>
            </p:nvSpPr>
            <p:spPr>
              <a:xfrm>
                <a:off x="15754350" y="1057275"/>
                <a:ext cx="4114800" cy="304800"/>
              </a:xfrm>
              <a:prstGeom prst="rect">
                <a:avLst/>
              </a:prstGeom>
              <a:noFill/>
              <a:ln w="0">
                <a:noFill/>
                <a:prstDash val="solid"/>
              </a:ln>
            </p:spPr>
            <p:txBody>
              <a:bodyPr wrap="none" lIns="0" tIns="0" rIns="0" bIns="0" anchor="ctr">
                <a:normAutofit fontScale="100000"/>
              </a:bodyPr>
              <a:lstStyle>
                <a:defPPr algn="l">
                  <a:defRPr sz="923" b="1">
                    <a:solidFill>
                      <a:srgbClr val="263238"/>
                    </a:solidFill>
                    <a:latin typeface="Arial"/>
                    <a:ea typeface="Arial"/>
                    <a:cs typeface="Arial"/>
                  </a:defRPr>
                </a:defPPr>
              </a:lstStyle>
              <a:p>
                <a:pPr algn="l">
                  <a:defRPr sz="923" b="1">
                    <a:solidFill>
                      <a:srgbClr val="263238"/>
                    </a:solidFill>
                    <a:latin typeface="Arial"/>
                    <a:ea typeface="Arial"/>
                    <a:cs typeface="Arial"/>
                  </a:defRPr>
                </a:pPr>
                <a:r>
                  <a:rPr sz="923" b="1">
                    <a:solidFill>
                      <a:srgbClr val="263238"/>
                    </a:solidFill>
                    <a:latin typeface="Arial"/>
                    <a:ea typeface="Arial"/>
                    <a:cs typeface="Arial"/>
                  </a:rPr>
                  <a:t>Budgeted interval layout</a:t>
                </a:r>
              </a:p>
            </p:txBody>
          </p:sp>
          <p:sp>
            <p:nvSpPr>
              <p:cNvPr id="1238" name="four:linked-tree-layout:textbox:1238">
                <a:extLst>
                  <a:ext uri="{FF2B5EF4-FFF2-40B4-BE49-F238E27FC236}">
                    <ns2:creationId id="{BF037CEA-0C65-417E-B15C-E72A10105D2C}"/>
                  </a:ext>
                </a:extLst>
              </p:cNvPr>
              <p:cNvSpPr>
                <a:spLocks noGrp="1"/>
              </p:cNvSpPr>
              <p:nvPr/>
            </p:nvSpPr>
            <p:spPr>
              <a:xfrm>
                <a:off x="19450050" y="1457325"/>
                <a:ext cx="428625" cy="342900"/>
              </a:xfrm>
              <a:prstGeom prst="rect">
                <a:avLst/>
              </a:prstGeom>
              <a:noFill/>
              <a:ln w="0">
                <a:noFill/>
                <a:prstDash val="solid"/>
              </a:ln>
            </p:spPr>
            <p:txBody>
              <a:bodyPr wrap="none" lIns="0" tIns="0" rIns="0" bIns="0" anchor="ctr">
                <a:normAutofit fontScale="100000"/>
              </a:bodyPr>
              <a:lstStyle>
                <a:defPPr algn="ctr">
                  <a:defRPr sz="1039" b="0">
                    <a:solidFill>
                      <a:srgbClr val="263238"/>
                    </a:solidFill>
                    <a:latin typeface="Arial"/>
                    <a:ea typeface="Arial"/>
                    <a:cs typeface="Arial"/>
                  </a:defRPr>
                </a:defPPr>
              </a:lstStyle>
              <a:p>
                <a:pPr algn="ctr">
                  <a:defRPr sz="1039" b="0">
                    <a:solidFill>
                      <a:srgbClr val="263238"/>
                    </a:solidFill>
                    <a:latin typeface="Arial"/>
                    <a:ea typeface="Arial"/>
                    <a:cs typeface="Arial"/>
                  </a:defRPr>
                </a:pPr>
                <a:r>
                  <a:rPr sz="1039" b="0">
                    <a:solidFill>
                      <a:srgbClr val="263238"/>
                    </a:solidFill>
                    <a:latin typeface="Arial"/>
                    <a:ea typeface="Arial"/>
                    <a:cs typeface="Arial"/>
                  </a:rPr>
                  <a:t>T′</a:t>
                </a:r>
              </a:p>
            </p:txBody>
          </p:sp>
          <p:sp>
            <p:nvSpPr>
              <p:cNvPr id="1239" name="four:linked-tree-layout:line:1239">
                <a:extLst>
                  <a:ext uri="{FF2B5EF4-FFF2-40B4-BE49-F238E27FC236}">
                    <ns2:creationId id="{24792923-143F-4010-B765-DAEEDD84FED9}"/>
                  </a:ext>
                </a:extLst>
              </p:cNvPr>
              <p:cNvSpPr>
                <a:spLocks noGrp="1"/>
              </p:cNvSpPr>
              <p:nvPr/>
            </p:nvSpPr>
            <p:spPr>
              <a:xfrm>
                <a:off x="16059150" y="3171825"/>
                <a:ext cx="3648075" cy="953"/>
              </a:xfrm>
              <a:custGeom>
                <a:pathLst>
                  <a:path w="3648075" h="953">
                    <a:moveTo>
                      <a:pt x="0" y="0"/>
                    </a:moveTo>
                    <a:lnTo>
                      <a:pt x="3648075" y="0"/>
                    </a:lnTo>
                  </a:path>
                </a:pathLst>
              </a:custGeom>
              <a:noFill/>
              <a:ln w="5863">
                <a:solidFill>
                  <a:srgbClr val="263238"/>
                </a:solidFill>
                <a:prstDash val="dash"/>
              </a:ln>
            </p:spPr>
          </p:sp>
          <p:sp>
            <p:nvSpPr>
              <p:cNvPr id="1240" name="four:linked-tree-layout:polygon:1240">
                <a:extLst>
                  <a:ext uri="{FF2B5EF4-FFF2-40B4-BE49-F238E27FC236}">
                    <ns2:creationId id="{F6094A20-E7C9-49E0-BEC4-0EE60168B914}"/>
                  </a:ext>
                </a:extLst>
              </p:cNvPr>
              <p:cNvSpPr>
                <a:spLocks noGrp="1"/>
              </p:cNvSpPr>
              <p:nvPr/>
            </p:nvSpPr>
            <p:spPr>
              <a:xfrm>
                <a:off x="19640550" y="3143155"/>
                <a:ext cx="66675" cy="57340"/>
              </a:xfrm>
              <a:custGeom>
                <a:pathLst>
                  <a:path w="66675" h="57340">
                    <a:moveTo>
                      <a:pt x="66675" y="28670"/>
                    </a:moveTo>
                    <a:lnTo>
                      <a:pt x="0" y="0"/>
                    </a:lnTo>
                    <a:lnTo>
                      <a:pt x="0" y="57340"/>
                    </a:lnTo>
                    <a:close/>
                  </a:path>
                </a:pathLst>
              </a:custGeom>
              <a:solidFill>
                <a:srgbClr val="263238"/>
              </a:solidFill>
              <a:ln w="0">
                <a:noFill/>
                <a:prstDash val="solid"/>
              </a:ln>
            </p:spPr>
          </p:sp>
          <p:sp>
            <p:nvSpPr>
              <p:cNvPr id="1241" name="four:linked-tree-layout:textbox:1241">
                <a:extLst>
                  <a:ext uri="{FF2B5EF4-FFF2-40B4-BE49-F238E27FC236}">
                    <ns2:creationId id="{00EE2EEB-9BDC-41C1-AC13-95CD48F86FF8}"/>
                  </a:ext>
                </a:extLst>
              </p:cNvPr>
              <p:cNvSpPr>
                <a:spLocks noGrp="1"/>
              </p:cNvSpPr>
              <p:nvPr/>
            </p:nvSpPr>
            <p:spPr>
              <a:xfrm>
                <a:off x="15716250" y="2981325"/>
                <a:ext cx="333375" cy="342900"/>
              </a:xfrm>
              <a:prstGeom prst="rect">
                <a:avLst/>
              </a:prstGeom>
              <a:noFill/>
              <a:ln w="0">
                <a:noFill/>
                <a:prstDash val="solid"/>
              </a:ln>
            </p:spPr>
            <p:txBody>
              <a:bodyPr wrap="none" lIns="0" tIns="0" rIns="0" bIns="0" anchor="ctr">
                <a:normAutofit fontScale="100000"/>
              </a:bodyPr>
              <a:lstStyle>
                <a:defPPr algn="ctr">
                  <a:defRPr sz="885" b="0">
                    <a:solidFill>
                      <a:srgbClr val="7B8790"/>
                    </a:solidFill>
                    <a:latin typeface="Arial"/>
                    <a:ea typeface="Arial"/>
                    <a:cs typeface="Arial"/>
                  </a:defRPr>
                </a:defPPr>
              </a:lstStyle>
              <a:p>
                <a:pPr algn="ctr">
                  <a:defRPr sz="885" b="0">
                    <a:solidFill>
                      <a:srgbClr val="7B8790"/>
                    </a:solidFill>
                    <a:latin typeface="Arial"/>
                    <a:ea typeface="Arial"/>
                    <a:cs typeface="Arial"/>
                  </a:defRPr>
                </a:pPr>
                <a:r>
                  <a:rPr sz="885" b="0">
                    <a:solidFill>
                      <a:srgbClr val="7B8790"/>
                    </a:solidFill>
                    <a:latin typeface="Arial"/>
                    <a:ea typeface="Arial"/>
                    <a:cs typeface="Arial"/>
                  </a:rPr>
                  <a:t>u</a:t>
                </a:r>
                <a:r>
                  <a:rPr sz="637" b="0" baseline="-25000">
                    <a:solidFill>
                      <a:srgbClr val="7B8790"/>
                    </a:solidFill>
                    <a:latin typeface="Arial"/>
                    <a:ea typeface="Arial"/>
                    <a:cs typeface="Arial"/>
                  </a:rPr>
                  <a:t>i</a:t>
                </a:r>
              </a:p>
            </p:txBody>
          </p:sp>
          <p:sp>
            <p:nvSpPr>
              <p:cNvPr id="1242" name="four:linked-tree-layout:line:1242">
                <a:extLst>
                  <a:ext uri="{FF2B5EF4-FFF2-40B4-BE49-F238E27FC236}">
                    <ns2:creationId id="{9C0BF1EB-0A5C-420B-96D1-8FCD083FE745}"/>
                  </a:ext>
                </a:extLst>
              </p:cNvPr>
              <p:cNvSpPr>
                <a:spLocks noGrp="1"/>
              </p:cNvSpPr>
              <p:nvPr/>
            </p:nvSpPr>
            <p:spPr>
              <a:xfrm>
                <a:off x="16268224" y="2809875"/>
                <a:ext cx="953" cy="457200"/>
              </a:xfrm>
              <a:custGeom>
                <a:pathLst>
                  <a:path w="953" h="457200">
                    <a:moveTo>
                      <a:pt x="0" y="3310"/>
                    </a:moveTo>
                    <a:lnTo>
                      <a:pt x="0" y="457200"/>
                    </a:lnTo>
                  </a:path>
                </a:pathLst>
              </a:custGeom>
              <a:noFill/>
              <a:ln w="6841">
                <a:solidFill>
                  <a:srgbClr val="0072B2"/>
                </a:solidFill>
                <a:prstDash val="dash"/>
              </a:ln>
            </p:spPr>
          </p:sp>
          <p:sp>
            <p:nvSpPr>
              <p:cNvPr id="1243" name="four:linked-tree-layout:line:1243">
                <a:extLst>
                  <a:ext uri="{FF2B5EF4-FFF2-40B4-BE49-F238E27FC236}">
                    <ns2:creationId id="{C0AEF529-D9E8-4A97-8AED-507E3D2E49EF}"/>
                  </a:ext>
                </a:extLst>
              </p:cNvPr>
              <p:cNvSpPr>
                <a:spLocks noGrp="1"/>
              </p:cNvSpPr>
              <p:nvPr/>
            </p:nvSpPr>
            <p:spPr>
              <a:xfrm>
                <a:off x="16230124" y="3076575"/>
                <a:ext cx="76200" cy="953"/>
              </a:xfrm>
              <a:custGeom>
                <a:pathLst>
                  <a:path w="76200" h="953">
                    <a:moveTo>
                      <a:pt x="0" y="0"/>
                    </a:moveTo>
                    <a:lnTo>
                      <a:pt x="76200" y="0"/>
                    </a:lnTo>
                  </a:path>
                </a:pathLst>
              </a:custGeom>
              <a:noFill/>
              <a:ln w="7329">
                <a:solidFill>
                  <a:srgbClr val="0072B2"/>
                </a:solidFill>
                <a:prstDash val="solid"/>
              </a:ln>
            </p:spPr>
          </p:sp>
          <p:sp>
            <p:nvSpPr>
              <p:cNvPr id="1244" name="four:linked-tree-layout:regular-node:1244">
                <a:extLst>
                  <a:ext uri="{FF2B5EF4-FFF2-40B4-BE49-F238E27FC236}">
                    <ns2:creationId id="{8B1401FA-1F1F-4792-86B2-83088D5A2D7A}"/>
                  </a:ext>
                </a:extLst>
              </p:cNvPr>
              <p:cNvSpPr>
                <a:spLocks noGrp="1"/>
              </p:cNvSpPr>
              <p:nvPr/>
            </p:nvSpPr>
            <p:spPr>
              <a:xfrm>
                <a:off x="16246316" y="3149918"/>
                <a:ext cx="43815" cy="43815"/>
              </a:xfrm>
              <a:prstGeom prst="ellipse">
                <a:avLst/>
              </a:prstGeom>
              <a:solidFill>
                <a:srgbClr val="0072B2"/>
              </a:solidFill>
              <a:ln w="0">
                <a:noFill/>
                <a:prstDash val="solid"/>
              </a:ln>
            </p:spPr>
          </p:sp>
          <p:sp>
            <p:nvSpPr>
              <p:cNvPr id="1245" name="four:linked-tree-layout:line:1245">
                <a:extLst>
                  <a:ext uri="{FF2B5EF4-FFF2-40B4-BE49-F238E27FC236}">
                    <ns2:creationId id="{5DB83F6D-A0F8-4909-9050-4FDAD33F2A54}"/>
                  </a:ext>
                </a:extLst>
              </p:cNvPr>
              <p:cNvSpPr>
                <a:spLocks noGrp="1"/>
              </p:cNvSpPr>
              <p:nvPr/>
            </p:nvSpPr>
            <p:spPr>
              <a:xfrm>
                <a:off x="16268224" y="3286125"/>
                <a:ext cx="138589" cy="171450"/>
              </a:xfrm>
              <a:custGeom>
                <a:pathLst>
                  <a:path w="138589" h="171450">
                    <a:moveTo>
                      <a:pt x="0" y="0"/>
                    </a:moveTo>
                    <a:lnTo>
                      <a:pt x="138589" y="171450"/>
                    </a:lnTo>
                  </a:path>
                </a:pathLst>
              </a:custGeom>
              <a:noFill/>
              <a:ln w="5863">
                <a:solidFill>
                  <a:srgbClr val="0072B2">
                    <a:alpha val="65000"/>
                  </a:srgbClr>
                </a:solidFill>
                <a:prstDash val="solid"/>
              </a:ln>
            </p:spPr>
          </p:sp>
          <p:sp>
            <p:nvSpPr>
              <p:cNvPr id="1246" name="four:linked-tree-layout:line:1246">
                <a:extLst>
                  <a:ext uri="{FF2B5EF4-FFF2-40B4-BE49-F238E27FC236}">
                    <ns2:creationId id="{AADADDA8-87CC-45FF-847F-E418E4595415}"/>
                  </a:ext>
                </a:extLst>
              </p:cNvPr>
              <p:cNvSpPr>
                <a:spLocks noGrp="1"/>
              </p:cNvSpPr>
              <p:nvPr/>
            </p:nvSpPr>
            <p:spPr>
              <a:xfrm>
                <a:off x="17284541" y="2809875"/>
                <a:ext cx="953" cy="457200"/>
              </a:xfrm>
              <a:custGeom>
                <a:pathLst>
                  <a:path w="953" h="457200">
                    <a:moveTo>
                      <a:pt x="0" y="3310"/>
                    </a:moveTo>
                    <a:lnTo>
                      <a:pt x="0" y="457200"/>
                    </a:lnTo>
                  </a:path>
                </a:pathLst>
              </a:custGeom>
              <a:noFill/>
              <a:ln w="6841">
                <a:solidFill>
                  <a:srgbClr val="D55E00"/>
                </a:solidFill>
                <a:prstDash val="dash"/>
              </a:ln>
            </p:spPr>
          </p:sp>
          <p:sp>
            <p:nvSpPr>
              <p:cNvPr id="1247" name="four:linked-tree-layout:line:1247">
                <a:extLst>
                  <a:ext uri="{FF2B5EF4-FFF2-40B4-BE49-F238E27FC236}">
                    <ns2:creationId id="{8A9BCF82-3678-4C50-9699-2978BF4A7ABA}"/>
                  </a:ext>
                </a:extLst>
              </p:cNvPr>
              <p:cNvSpPr>
                <a:spLocks noGrp="1"/>
              </p:cNvSpPr>
              <p:nvPr/>
            </p:nvSpPr>
            <p:spPr>
              <a:xfrm>
                <a:off x="17246441" y="3076575"/>
                <a:ext cx="76200" cy="953"/>
              </a:xfrm>
              <a:custGeom>
                <a:pathLst>
                  <a:path w="76200" h="953">
                    <a:moveTo>
                      <a:pt x="0" y="0"/>
                    </a:moveTo>
                    <a:lnTo>
                      <a:pt x="76200" y="0"/>
                    </a:lnTo>
                  </a:path>
                </a:pathLst>
              </a:custGeom>
              <a:noFill/>
              <a:ln w="7329">
                <a:solidFill>
                  <a:srgbClr val="D55E00"/>
                </a:solidFill>
                <a:prstDash val="solid"/>
              </a:ln>
            </p:spPr>
          </p:sp>
          <p:sp>
            <p:nvSpPr>
              <p:cNvPr id="1248" name="four:linked-tree-layout:regular-node:1248">
                <a:extLst>
                  <a:ext uri="{FF2B5EF4-FFF2-40B4-BE49-F238E27FC236}">
                    <ns2:creationId id="{5A006C85-CD03-472F-BBCA-275827CAA265}"/>
                  </a:ext>
                </a:extLst>
              </p:cNvPr>
              <p:cNvSpPr>
                <a:spLocks noGrp="1"/>
              </p:cNvSpPr>
              <p:nvPr/>
            </p:nvSpPr>
            <p:spPr>
              <a:xfrm>
                <a:off x="17262634" y="3149918"/>
                <a:ext cx="43815" cy="43815"/>
              </a:xfrm>
              <a:prstGeom prst="ellipse">
                <a:avLst/>
              </a:prstGeom>
              <a:solidFill>
                <a:srgbClr val="D55E00"/>
              </a:solidFill>
              <a:ln w="0">
                <a:noFill/>
                <a:prstDash val="solid"/>
              </a:ln>
            </p:spPr>
          </p:sp>
          <p:sp>
            <p:nvSpPr>
              <p:cNvPr id="1249" name="four:linked-tree-layout:line:1249">
                <a:extLst>
                  <a:ext uri="{FF2B5EF4-FFF2-40B4-BE49-F238E27FC236}">
                    <ns2:creationId id="{FDDD4268-1C74-4774-9A84-6DAEE5CD813F}"/>
                  </a:ext>
                </a:extLst>
              </p:cNvPr>
              <p:cNvSpPr>
                <a:spLocks noGrp="1"/>
              </p:cNvSpPr>
              <p:nvPr/>
            </p:nvSpPr>
            <p:spPr>
              <a:xfrm>
                <a:off x="17284541" y="3286125"/>
                <a:ext cx="46196" cy="171450"/>
              </a:xfrm>
              <a:custGeom>
                <a:pathLst>
                  <a:path w="46196" h="171450">
                    <a:moveTo>
                      <a:pt x="0" y="0"/>
                    </a:moveTo>
                    <a:lnTo>
                      <a:pt x="46196" y="171450"/>
                    </a:lnTo>
                  </a:path>
                </a:pathLst>
              </a:custGeom>
              <a:noFill/>
              <a:ln w="5863">
                <a:solidFill>
                  <a:srgbClr val="D55E00">
                    <a:alpha val="65000"/>
                  </a:srgbClr>
                </a:solidFill>
                <a:prstDash val="solid"/>
              </a:ln>
            </p:spPr>
          </p:sp>
          <p:sp>
            <p:nvSpPr>
              <p:cNvPr id="1250" name="four:linked-tree-layout:line:1250">
                <a:extLst>
                  <a:ext uri="{FF2B5EF4-FFF2-40B4-BE49-F238E27FC236}">
                    <ns2:creationId id="{31C7DE49-EBA8-4D10-89D4-F13C9E74FD01}"/>
                  </a:ext>
                </a:extLst>
              </p:cNvPr>
              <p:cNvSpPr>
                <a:spLocks noGrp="1"/>
              </p:cNvSpPr>
              <p:nvPr/>
            </p:nvSpPr>
            <p:spPr>
              <a:xfrm>
                <a:off x="18300859" y="2809875"/>
                <a:ext cx="953" cy="457200"/>
              </a:xfrm>
              <a:custGeom>
                <a:pathLst>
                  <a:path w="953" h="457200">
                    <a:moveTo>
                      <a:pt x="0" y="3310"/>
                    </a:moveTo>
                    <a:lnTo>
                      <a:pt x="0" y="457200"/>
                    </a:lnTo>
                  </a:path>
                </a:pathLst>
              </a:custGeom>
              <a:noFill/>
              <a:ln w="6841">
                <a:solidFill>
                  <a:srgbClr val="009E73"/>
                </a:solidFill>
                <a:prstDash val="dash"/>
              </a:ln>
            </p:spPr>
          </p:sp>
          <p:sp>
            <p:nvSpPr>
              <p:cNvPr id="1251" name="four:linked-tree-layout:line:1251">
                <a:extLst>
                  <a:ext uri="{FF2B5EF4-FFF2-40B4-BE49-F238E27FC236}">
                    <ns2:creationId id="{129FC32F-42DA-4F95-88A8-CDAC1EFBE477}"/>
                  </a:ext>
                </a:extLst>
              </p:cNvPr>
              <p:cNvSpPr>
                <a:spLocks noGrp="1"/>
              </p:cNvSpPr>
              <p:nvPr/>
            </p:nvSpPr>
            <p:spPr>
              <a:xfrm>
                <a:off x="18262759" y="3076575"/>
                <a:ext cx="76200" cy="953"/>
              </a:xfrm>
              <a:custGeom>
                <a:pathLst>
                  <a:path w="76200" h="953">
                    <a:moveTo>
                      <a:pt x="0" y="0"/>
                    </a:moveTo>
                    <a:lnTo>
                      <a:pt x="76200" y="0"/>
                    </a:lnTo>
                  </a:path>
                </a:pathLst>
              </a:custGeom>
              <a:noFill/>
              <a:ln w="7329">
                <a:solidFill>
                  <a:srgbClr val="009E73"/>
                </a:solidFill>
                <a:prstDash val="solid"/>
              </a:ln>
            </p:spPr>
          </p:sp>
          <p:sp>
            <p:nvSpPr>
              <p:cNvPr id="1252" name="four:linked-tree-layout:regular-node:1252">
                <a:extLst>
                  <a:ext uri="{FF2B5EF4-FFF2-40B4-BE49-F238E27FC236}">
                    <ns2:creationId id="{82E5D8FF-CDA3-473C-86B9-63DFCA2F699B}"/>
                  </a:ext>
                </a:extLst>
              </p:cNvPr>
              <p:cNvSpPr>
                <a:spLocks noGrp="1"/>
              </p:cNvSpPr>
              <p:nvPr/>
            </p:nvSpPr>
            <p:spPr>
              <a:xfrm>
                <a:off x="18278951" y="3149918"/>
                <a:ext cx="43815" cy="43815"/>
              </a:xfrm>
              <a:prstGeom prst="ellipse">
                <a:avLst/>
              </a:prstGeom>
              <a:solidFill>
                <a:srgbClr val="009E73"/>
              </a:solidFill>
              <a:ln w="0">
                <a:noFill/>
                <a:prstDash val="solid"/>
              </a:ln>
            </p:spPr>
          </p:sp>
          <p:sp>
            <p:nvSpPr>
              <p:cNvPr id="1253" name="four:linked-tree-layout:line:1253">
                <a:extLst>
                  <a:ext uri="{FF2B5EF4-FFF2-40B4-BE49-F238E27FC236}">
                    <ns2:creationId id="{75717534-1216-4BFF-9FBB-CCF8491FC06E}"/>
                  </a:ext>
                </a:extLst>
              </p:cNvPr>
              <p:cNvSpPr>
                <a:spLocks noGrp="1"/>
              </p:cNvSpPr>
              <p:nvPr/>
            </p:nvSpPr>
            <p:spPr>
              <a:xfrm>
                <a:off x="18254663" y="3286125"/>
                <a:ext cx="46196" cy="171450"/>
              </a:xfrm>
              <a:custGeom>
                <a:pathLst>
                  <a:path w="46196" h="171450">
                    <a:moveTo>
                      <a:pt x="46196" y="0"/>
                    </a:moveTo>
                    <a:lnTo>
                      <a:pt x="0" y="171450"/>
                    </a:lnTo>
                  </a:path>
                </a:pathLst>
              </a:custGeom>
              <a:noFill/>
              <a:ln w="5863">
                <a:solidFill>
                  <a:srgbClr val="009E73">
                    <a:alpha val="65000"/>
                  </a:srgbClr>
                </a:solidFill>
                <a:prstDash val="solid"/>
              </a:ln>
            </p:spPr>
          </p:sp>
          <p:sp>
            <p:nvSpPr>
              <p:cNvPr id="1254" name="four:linked-tree-layout:line:1254">
                <a:extLst>
                  <a:ext uri="{FF2B5EF4-FFF2-40B4-BE49-F238E27FC236}">
                    <ns2:creationId id="{B3029ACB-4B68-4706-9C25-4ACA7CDD20B3}"/>
                  </a:ext>
                </a:extLst>
              </p:cNvPr>
              <p:cNvSpPr>
                <a:spLocks noGrp="1"/>
              </p:cNvSpPr>
              <p:nvPr/>
            </p:nvSpPr>
            <p:spPr>
              <a:xfrm>
                <a:off x="19317176" y="2809875"/>
                <a:ext cx="953" cy="457200"/>
              </a:xfrm>
              <a:custGeom>
                <a:pathLst>
                  <a:path w="953" h="457200">
                    <a:moveTo>
                      <a:pt x="0" y="3310"/>
                    </a:moveTo>
                    <a:lnTo>
                      <a:pt x="0" y="457200"/>
                    </a:lnTo>
                  </a:path>
                </a:pathLst>
              </a:custGeom>
              <a:noFill/>
              <a:ln w="6841">
                <a:solidFill>
                  <a:srgbClr val="CC79A7"/>
                </a:solidFill>
                <a:prstDash val="dash"/>
              </a:ln>
            </p:spPr>
          </p:sp>
          <p:sp>
            <p:nvSpPr>
              <p:cNvPr id="1255" name="four:linked-tree-layout:line:1255">
                <a:extLst>
                  <a:ext uri="{FF2B5EF4-FFF2-40B4-BE49-F238E27FC236}">
                    <ns2:creationId id="{E8BC3BDE-1CD3-4A18-B331-220B8065A745}"/>
                  </a:ext>
                </a:extLst>
              </p:cNvPr>
              <p:cNvSpPr>
                <a:spLocks noGrp="1"/>
              </p:cNvSpPr>
              <p:nvPr/>
            </p:nvSpPr>
            <p:spPr>
              <a:xfrm>
                <a:off x="19279076" y="3076575"/>
                <a:ext cx="76200" cy="953"/>
              </a:xfrm>
              <a:custGeom>
                <a:pathLst>
                  <a:path w="76200" h="953">
                    <a:moveTo>
                      <a:pt x="0" y="0"/>
                    </a:moveTo>
                    <a:lnTo>
                      <a:pt x="76200" y="0"/>
                    </a:lnTo>
                  </a:path>
                </a:pathLst>
              </a:custGeom>
              <a:noFill/>
              <a:ln w="7329">
                <a:solidFill>
                  <a:srgbClr val="CC79A7"/>
                </a:solidFill>
                <a:prstDash val="solid"/>
              </a:ln>
            </p:spPr>
          </p:sp>
          <p:sp>
            <p:nvSpPr>
              <p:cNvPr id="1256" name="four:linked-tree-layout:regular-node:1256">
                <a:extLst>
                  <a:ext uri="{FF2B5EF4-FFF2-40B4-BE49-F238E27FC236}">
                    <ns2:creationId id="{3DF98C59-8DA1-4B6D-B790-0D59A38F740E}"/>
                  </a:ext>
                </a:extLst>
              </p:cNvPr>
              <p:cNvSpPr>
                <a:spLocks noGrp="1"/>
              </p:cNvSpPr>
              <p:nvPr/>
            </p:nvSpPr>
            <p:spPr>
              <a:xfrm>
                <a:off x="19295269" y="3149918"/>
                <a:ext cx="43815" cy="43815"/>
              </a:xfrm>
              <a:prstGeom prst="ellipse">
                <a:avLst/>
              </a:prstGeom>
              <a:solidFill>
                <a:srgbClr val="CC79A7"/>
              </a:solidFill>
              <a:ln w="0">
                <a:noFill/>
                <a:prstDash val="solid"/>
              </a:ln>
            </p:spPr>
          </p:sp>
          <p:sp>
            <p:nvSpPr>
              <p:cNvPr id="1257" name="four:linked-tree-layout:line:1257">
                <a:extLst>
                  <a:ext uri="{FF2B5EF4-FFF2-40B4-BE49-F238E27FC236}">
                    <ns2:creationId id="{958B3FB5-1590-4BF4-B78A-12D31E64C18F}"/>
                  </a:ext>
                </a:extLst>
              </p:cNvPr>
              <p:cNvSpPr>
                <a:spLocks noGrp="1"/>
              </p:cNvSpPr>
              <p:nvPr/>
            </p:nvSpPr>
            <p:spPr>
              <a:xfrm>
                <a:off x="19178588" y="3286125"/>
                <a:ext cx="138589" cy="171450"/>
              </a:xfrm>
              <a:custGeom>
                <a:pathLst>
                  <a:path w="138589" h="171450">
                    <a:moveTo>
                      <a:pt x="138589" y="0"/>
                    </a:moveTo>
                    <a:lnTo>
                      <a:pt x="0" y="171450"/>
                    </a:lnTo>
                  </a:path>
                </a:pathLst>
              </a:custGeom>
              <a:noFill/>
              <a:ln w="5863">
                <a:solidFill>
                  <a:srgbClr val="CC79A7">
                    <a:alpha val="65000"/>
                  </a:srgbClr>
                </a:solidFill>
                <a:prstDash val="solid"/>
              </a:ln>
            </p:spPr>
          </p:sp>
          <p:sp>
            <p:nvSpPr>
              <p:cNvPr id="1258" name="four:linked-tree-layout:line:1258">
                <a:extLst>
                  <a:ext uri="{FF2B5EF4-FFF2-40B4-BE49-F238E27FC236}">
                    <ns2:creationId id="{9CD2A915-860D-4797-B93D-F4DC79C18F83}"/>
                  </a:ext>
                </a:extLst>
              </p:cNvPr>
              <p:cNvSpPr>
                <a:spLocks noGrp="1"/>
              </p:cNvSpPr>
              <p:nvPr/>
            </p:nvSpPr>
            <p:spPr>
              <a:xfrm>
                <a:off x="16059150" y="3600450"/>
                <a:ext cx="3648075" cy="953"/>
              </a:xfrm>
              <a:custGeom>
                <a:pathLst>
                  <a:path w="3648075" h="953">
                    <a:moveTo>
                      <a:pt x="0" y="0"/>
                    </a:moveTo>
                    <a:lnTo>
                      <a:pt x="3648075" y="0"/>
                    </a:lnTo>
                  </a:path>
                </a:pathLst>
              </a:custGeom>
              <a:noFill/>
              <a:ln w="7329">
                <a:solidFill>
                  <a:srgbClr val="263238"/>
                </a:solidFill>
                <a:prstDash val="solid"/>
              </a:ln>
            </p:spPr>
          </p:sp>
          <p:sp>
            <p:nvSpPr>
              <p:cNvPr id="1259" name="four:linked-tree-layout:polygon:1259">
                <a:extLst>
                  <a:ext uri="{FF2B5EF4-FFF2-40B4-BE49-F238E27FC236}">
                    <ns2:creationId id="{A3E564B4-A116-4DAD-97FA-4F80BBB65448}"/>
                  </a:ext>
                </a:extLst>
              </p:cNvPr>
              <p:cNvSpPr>
                <a:spLocks noGrp="1"/>
              </p:cNvSpPr>
              <p:nvPr/>
            </p:nvSpPr>
            <p:spPr>
              <a:xfrm>
                <a:off x="19631025" y="3567684"/>
                <a:ext cx="76200" cy="65532"/>
              </a:xfrm>
              <a:custGeom>
                <a:pathLst>
                  <a:path w="76200" h="65532">
                    <a:moveTo>
                      <a:pt x="76200" y="32766"/>
                    </a:moveTo>
                    <a:lnTo>
                      <a:pt x="0" y="0"/>
                    </a:lnTo>
                    <a:lnTo>
                      <a:pt x="0" y="65532"/>
                    </a:lnTo>
                    <a:close/>
                  </a:path>
                </a:pathLst>
              </a:custGeom>
              <a:solidFill>
                <a:srgbClr val="263238"/>
              </a:solidFill>
              <a:ln w="0">
                <a:noFill/>
                <a:prstDash val="solid"/>
              </a:ln>
            </p:spPr>
          </p:sp>
          <p:sp>
            <p:nvSpPr>
              <p:cNvPr id="1260" name="four:linked-tree-layout:textbox:1260">
                <a:extLst>
                  <a:ext uri="{FF2B5EF4-FFF2-40B4-BE49-F238E27FC236}">
                    <ns2:creationId id="{05C87C27-4C5F-49E9-97A5-4A384E6083F0}"/>
                  </a:ext>
                </a:extLst>
              </p:cNvPr>
              <p:cNvSpPr>
                <a:spLocks noGrp="1"/>
              </p:cNvSpPr>
              <p:nvPr/>
            </p:nvSpPr>
            <p:spPr>
              <a:xfrm>
                <a:off x="15716250" y="3409950"/>
                <a:ext cx="333375" cy="342900"/>
              </a:xfrm>
              <a:prstGeom prst="rect">
                <a:avLst/>
              </a:prstGeom>
              <a:noFill/>
              <a:ln w="0">
                <a:noFill/>
                <a:prstDash val="solid"/>
              </a:ln>
            </p:spPr>
            <p:txBody>
              <a:bodyPr wrap="none" lIns="0" tIns="0" rIns="0" bIns="0" anchor="ctr">
                <a:normAutofit fontScale="100000"/>
              </a:bodyPr>
              <a:lstStyle>
                <a:defPPr algn="ctr">
                  <a:defRPr sz="885" b="0">
                    <a:solidFill>
                      <a:srgbClr val="7B8790"/>
                    </a:solidFill>
                    <a:latin typeface="Arial"/>
                    <a:ea typeface="Arial"/>
                    <a:cs typeface="Arial"/>
                  </a:defRPr>
                </a:defPPr>
              </a:lstStyle>
              <a:p>
                <a:pPr algn="ctr">
                  <a:defRPr sz="885" b="0">
                    <a:solidFill>
                      <a:srgbClr val="7B8790"/>
                    </a:solidFill>
                    <a:latin typeface="Arial"/>
                    <a:ea typeface="Arial"/>
                    <a:cs typeface="Arial"/>
                  </a:defRPr>
                </a:pPr>
                <a:r>
                  <a:rPr sz="885" b="0">
                    <a:solidFill>
                      <a:srgbClr val="7B8790"/>
                    </a:solidFill>
                    <a:latin typeface="Arial"/>
                    <a:ea typeface="Arial"/>
                    <a:cs typeface="Arial"/>
                  </a:rPr>
                  <a:t>q</a:t>
                </a:r>
                <a:r>
                  <a:rPr sz="637" b="0" baseline="-25000">
                    <a:solidFill>
                      <a:srgbClr val="7B8790"/>
                    </a:solidFill>
                    <a:latin typeface="Arial"/>
                    <a:ea typeface="Arial"/>
                    <a:cs typeface="Arial"/>
                  </a:rPr>
                  <a:t>i</a:t>
                </a:r>
              </a:p>
            </p:txBody>
          </p:sp>
          <p:sp>
            <p:nvSpPr>
              <p:cNvPr id="1261" name="four:linked-tree-layout:interval-A:1261">
                <a:extLst>
                  <a:ext uri="{FF2B5EF4-FFF2-40B4-BE49-F238E27FC236}">
                    <ns2:creationId id="{A93544E8-ACF4-4F33-B626-DF3DC276ABCB}"/>
                  </a:ext>
                </a:extLst>
              </p:cNvPr>
              <p:cNvSpPr>
                <a:spLocks noGrp="1"/>
              </p:cNvSpPr>
              <p:nvPr/>
            </p:nvSpPr>
            <p:spPr>
              <a:xfrm>
                <a:off x="16222028" y="3462338"/>
                <a:ext cx="369570" cy="276225"/>
              </a:xfrm>
              <a:prstGeom prst="rect">
                <a:avLst/>
              </a:prstGeom>
              <a:solidFill>
                <a:srgbClr val="0072B2"/>
              </a:solidFill>
              <a:ln w="3909">
                <a:solidFill>
                  <a:srgbClr val="263238"/>
                </a:solidFill>
                <a:prstDash val="solid"/>
              </a:ln>
            </p:spPr>
          </p:sp>
          <p:sp>
            <p:nvSpPr>
              <p:cNvPr id="1262" name="four:linked-tree-layout:regular-node:1262">
                <a:extLst>
                  <a:ext uri="{FF2B5EF4-FFF2-40B4-BE49-F238E27FC236}">
                    <ns2:creationId id="{FDBDCB57-7CFA-46B5-9547-4984CAEFA178}"/>
                  </a:ext>
                </a:extLst>
              </p:cNvPr>
              <p:cNvSpPr>
                <a:spLocks noGrp="1"/>
              </p:cNvSpPr>
              <p:nvPr/>
            </p:nvSpPr>
            <p:spPr>
              <a:xfrm>
                <a:off x="16383000" y="3576638"/>
                <a:ext cx="47625" cy="47625"/>
              </a:xfrm>
              <a:prstGeom prst="ellipse">
                <a:avLst/>
              </a:prstGeom>
              <a:solidFill>
                <a:srgbClr val="263238"/>
              </a:solidFill>
              <a:ln w="0">
                <a:noFill/>
                <a:prstDash val="solid"/>
              </a:ln>
            </p:spPr>
          </p:sp>
          <p:sp>
            <p:nvSpPr>
              <p:cNvPr id="1263" name="four:linked-tree-layout:interval-C:1263">
                <a:extLst>
                  <a:ext uri="{FF2B5EF4-FFF2-40B4-BE49-F238E27FC236}">
                    <ns2:creationId id="{000F4C78-9F23-44EB-9AA0-DECA5A0DFED8}"/>
                  </a:ext>
                </a:extLst>
              </p:cNvPr>
              <p:cNvSpPr>
                <a:spLocks noGrp="1"/>
              </p:cNvSpPr>
              <p:nvPr/>
            </p:nvSpPr>
            <p:spPr>
              <a:xfrm>
                <a:off x="17145953" y="3462338"/>
                <a:ext cx="369570" cy="276225"/>
              </a:xfrm>
              <a:prstGeom prst="rect">
                <a:avLst/>
              </a:prstGeom>
              <a:solidFill>
                <a:srgbClr val="D55E00"/>
              </a:solidFill>
              <a:ln w="3909">
                <a:solidFill>
                  <a:srgbClr val="263238"/>
                </a:solidFill>
                <a:prstDash val="solid"/>
              </a:ln>
            </p:spPr>
          </p:sp>
          <p:sp>
            <p:nvSpPr>
              <p:cNvPr id="1264" name="four:linked-tree-layout:regular-node:1264">
                <a:extLst>
                  <a:ext uri="{FF2B5EF4-FFF2-40B4-BE49-F238E27FC236}">
                    <ns2:creationId id="{C1C3041B-90BC-4530-9BBD-DC688705D21E}"/>
                  </a:ext>
                </a:extLst>
              </p:cNvPr>
              <p:cNvSpPr>
                <a:spLocks noGrp="1"/>
              </p:cNvSpPr>
              <p:nvPr/>
            </p:nvSpPr>
            <p:spPr>
              <a:xfrm>
                <a:off x="17306925" y="3576638"/>
                <a:ext cx="47625" cy="47625"/>
              </a:xfrm>
              <a:prstGeom prst="ellipse">
                <a:avLst/>
              </a:prstGeom>
              <a:solidFill>
                <a:srgbClr val="263238"/>
              </a:solidFill>
              <a:ln w="0">
                <a:noFill/>
                <a:prstDash val="solid"/>
              </a:ln>
            </p:spPr>
          </p:sp>
          <p:sp>
            <p:nvSpPr>
              <p:cNvPr id="1265" name="four:linked-tree-layout:interval-D:1265">
                <a:extLst>
                  <a:ext uri="{FF2B5EF4-FFF2-40B4-BE49-F238E27FC236}">
                    <ns2:creationId id="{578A14EE-D7F3-4C3B-A7D1-39ACF8E62761}"/>
                  </a:ext>
                </a:extLst>
              </p:cNvPr>
              <p:cNvSpPr>
                <a:spLocks noGrp="1"/>
              </p:cNvSpPr>
              <p:nvPr/>
            </p:nvSpPr>
            <p:spPr>
              <a:xfrm>
                <a:off x="18069878" y="3462338"/>
                <a:ext cx="369570" cy="276225"/>
              </a:xfrm>
              <a:prstGeom prst="rect">
                <a:avLst/>
              </a:prstGeom>
              <a:solidFill>
                <a:srgbClr val="009E73"/>
              </a:solidFill>
              <a:ln w="3909">
                <a:solidFill>
                  <a:srgbClr val="263238"/>
                </a:solidFill>
                <a:prstDash val="solid"/>
              </a:ln>
            </p:spPr>
          </p:sp>
          <p:sp>
            <p:nvSpPr>
              <p:cNvPr id="1266" name="four:linked-tree-layout:regular-node:1266">
                <a:extLst>
                  <a:ext uri="{FF2B5EF4-FFF2-40B4-BE49-F238E27FC236}">
                    <ns2:creationId id="{1CAB97C3-63F9-4CDC-9A8D-839D7C3F95BC}"/>
                  </a:ext>
                </a:extLst>
              </p:cNvPr>
              <p:cNvSpPr>
                <a:spLocks noGrp="1"/>
              </p:cNvSpPr>
              <p:nvPr/>
            </p:nvSpPr>
            <p:spPr>
              <a:xfrm>
                <a:off x="18230850" y="3576638"/>
                <a:ext cx="47625" cy="47625"/>
              </a:xfrm>
              <a:prstGeom prst="ellipse">
                <a:avLst/>
              </a:prstGeom>
              <a:solidFill>
                <a:srgbClr val="263238"/>
              </a:solidFill>
              <a:ln w="0">
                <a:noFill/>
                <a:prstDash val="solid"/>
              </a:ln>
            </p:spPr>
          </p:sp>
          <p:sp>
            <p:nvSpPr>
              <p:cNvPr id="1267" name="four:linked-tree-layout:interval-B:1267">
                <a:extLst>
                  <a:ext uri="{FF2B5EF4-FFF2-40B4-BE49-F238E27FC236}">
                    <ns2:creationId id="{198A4736-5BCC-43DF-BE91-BADAA7E364F5}"/>
                  </a:ext>
                </a:extLst>
              </p:cNvPr>
              <p:cNvSpPr>
                <a:spLocks noGrp="1"/>
              </p:cNvSpPr>
              <p:nvPr/>
            </p:nvSpPr>
            <p:spPr>
              <a:xfrm>
                <a:off x="18993803" y="3462338"/>
                <a:ext cx="369570" cy="276225"/>
              </a:xfrm>
              <a:prstGeom prst="rect">
                <a:avLst/>
              </a:prstGeom>
              <a:solidFill>
                <a:srgbClr val="CC79A7"/>
              </a:solidFill>
              <a:ln w="3909">
                <a:solidFill>
                  <a:srgbClr val="263238"/>
                </a:solidFill>
                <a:prstDash val="solid"/>
              </a:ln>
            </p:spPr>
          </p:sp>
          <p:sp>
            <p:nvSpPr>
              <p:cNvPr id="1268" name="four:linked-tree-layout:regular-node:1268">
                <a:extLst>
                  <a:ext uri="{FF2B5EF4-FFF2-40B4-BE49-F238E27FC236}">
                    <ns2:creationId id="{9390D1F4-DCEB-499F-8BC9-27311260B485}"/>
                  </a:ext>
                </a:extLst>
              </p:cNvPr>
              <p:cNvSpPr>
                <a:spLocks noGrp="1"/>
              </p:cNvSpPr>
              <p:nvPr/>
            </p:nvSpPr>
            <p:spPr>
              <a:xfrm>
                <a:off x="19154775" y="3576638"/>
                <a:ext cx="47625" cy="47625"/>
              </a:xfrm>
              <a:prstGeom prst="ellipse">
                <a:avLst/>
              </a:prstGeom>
              <a:solidFill>
                <a:srgbClr val="263238"/>
              </a:solidFill>
              <a:ln w="0">
                <a:noFill/>
                <a:prstDash val="solid"/>
              </a:ln>
            </p:spPr>
          </p:sp>
          <p:sp>
            <p:nvSpPr>
              <p:cNvPr id="1269" name="four:linked-tree-layout:line:1269">
                <a:extLst>
                  <a:ext uri="{FF2B5EF4-FFF2-40B4-BE49-F238E27FC236}">
                    <ns2:creationId id="{B1ED71CE-A914-4843-9C3A-906ABA4DD9D3}"/>
                  </a:ext>
                </a:extLst>
              </p:cNvPr>
              <p:cNvSpPr>
                <a:spLocks noGrp="1"/>
              </p:cNvSpPr>
              <p:nvPr/>
            </p:nvSpPr>
            <p:spPr>
              <a:xfrm>
                <a:off x="19317176" y="3286125"/>
                <a:ext cx="953" cy="152400"/>
              </a:xfrm>
              <a:custGeom>
                <a:pathLst>
                  <a:path w="953" h="152400">
                    <a:moveTo>
                      <a:pt x="0" y="0"/>
                    </a:moveTo>
                    <a:lnTo>
                      <a:pt x="0" y="152400"/>
                    </a:lnTo>
                  </a:path>
                </a:pathLst>
              </a:custGeom>
              <a:noFill/>
              <a:ln w="4886">
                <a:solidFill>
                  <a:srgbClr val="CC79A7"/>
                </a:solidFill>
                <a:prstDash val="dash"/>
              </a:ln>
            </p:spPr>
          </p:sp>
          <p:sp>
            <p:nvSpPr>
              <p:cNvPr id="1270" name="four:linked-tree-layout:line:1270">
                <a:extLst>
                  <a:ext uri="{FF2B5EF4-FFF2-40B4-BE49-F238E27FC236}">
                    <ns2:creationId id="{B25C6465-D379-4ECE-8E9D-CAAF73C42943}"/>
                  </a:ext>
                </a:extLst>
              </p:cNvPr>
              <p:cNvSpPr>
                <a:spLocks noGrp="1"/>
              </p:cNvSpPr>
              <p:nvPr/>
            </p:nvSpPr>
            <p:spPr>
              <a:xfrm>
                <a:off x="19178588" y="3371850"/>
                <a:ext cx="953" cy="85725"/>
              </a:xfrm>
              <a:custGeom>
                <a:pathLst>
                  <a:path w="953" h="85725">
                    <a:moveTo>
                      <a:pt x="0" y="85725"/>
                    </a:moveTo>
                    <a:lnTo>
                      <a:pt x="0" y="0"/>
                    </a:lnTo>
                  </a:path>
                </a:pathLst>
              </a:custGeom>
              <a:noFill/>
              <a:ln w="4886">
                <a:solidFill>
                  <a:srgbClr val="CC79A7"/>
                </a:solidFill>
                <a:prstDash val="solid"/>
              </a:ln>
            </p:spPr>
          </p:sp>
          <p:sp>
            <p:nvSpPr>
              <p:cNvPr id="1271" name="four:linked-tree-layout:line:1271">
                <a:extLst>
                  <a:ext uri="{FF2B5EF4-FFF2-40B4-BE49-F238E27FC236}">
                    <ns2:creationId id="{E6CE2F4A-6AD3-4A23-BCA9-9A11026BD448}"/>
                  </a:ext>
                </a:extLst>
              </p:cNvPr>
              <p:cNvSpPr>
                <a:spLocks noGrp="1"/>
              </p:cNvSpPr>
              <p:nvPr/>
            </p:nvSpPr>
            <p:spPr>
              <a:xfrm>
                <a:off x="19178588" y="3400425"/>
                <a:ext cx="138589" cy="953"/>
              </a:xfrm>
              <a:custGeom>
                <a:pathLst>
                  <a:path w="138589" h="953">
                    <a:moveTo>
                      <a:pt x="0" y="0"/>
                    </a:moveTo>
                    <a:lnTo>
                      <a:pt x="138589" y="0"/>
                    </a:lnTo>
                  </a:path>
                </a:pathLst>
              </a:custGeom>
              <a:noFill/>
              <a:ln w="7329">
                <a:solidFill>
                  <a:srgbClr val="CC79A7"/>
                </a:solidFill>
                <a:prstDash val="solid"/>
              </a:ln>
            </p:spPr>
          </p:sp>
          <p:sp>
            <p:nvSpPr>
              <p:cNvPr id="1272" name="four:linked-tree-layout:polygon:1272">
                <a:extLst>
                  <a:ext uri="{FF2B5EF4-FFF2-40B4-BE49-F238E27FC236}">
                    <ns2:creationId id="{7417BD32-833B-4610-89C1-E7146EEE04AF}"/>
                  </a:ext>
                </a:extLst>
              </p:cNvPr>
              <p:cNvSpPr>
                <a:spLocks noGrp="1"/>
              </p:cNvSpPr>
              <p:nvPr/>
            </p:nvSpPr>
            <p:spPr>
              <a:xfrm>
                <a:off x="19279076" y="3384042"/>
                <a:ext cx="38100" cy="32766"/>
              </a:xfrm>
              <a:custGeom>
                <a:pathLst>
                  <a:path w="38100" h="32766">
                    <a:moveTo>
                      <a:pt x="38100" y="16383"/>
                    </a:moveTo>
                    <a:lnTo>
                      <a:pt x="0" y="0"/>
                    </a:lnTo>
                    <a:lnTo>
                      <a:pt x="0" y="32766"/>
                    </a:lnTo>
                    <a:close/>
                  </a:path>
                </a:pathLst>
              </a:custGeom>
              <a:solidFill>
                <a:srgbClr val="CC79A7"/>
              </a:solidFill>
              <a:ln w="0">
                <a:noFill/>
                <a:prstDash val="solid"/>
              </a:ln>
            </p:spPr>
          </p:sp>
          <p:sp>
            <p:nvSpPr>
              <p:cNvPr id="1273" name="four:linked-tree-layout:polygon:1273">
                <a:extLst>
                  <a:ext uri="{FF2B5EF4-FFF2-40B4-BE49-F238E27FC236}">
                    <ns2:creationId id="{9F2BC1D5-F23E-49D4-ADFD-507B484F0598}"/>
                  </a:ext>
                </a:extLst>
              </p:cNvPr>
              <p:cNvSpPr>
                <a:spLocks noGrp="1"/>
              </p:cNvSpPr>
              <p:nvPr/>
            </p:nvSpPr>
            <p:spPr>
              <a:xfrm>
                <a:off x="19178588" y="3384042"/>
                <a:ext cx="38100" cy="32766"/>
              </a:xfrm>
              <a:custGeom>
                <a:pathLst>
                  <a:path w="38100" h="32766">
                    <a:moveTo>
                      <a:pt x="0" y="16383"/>
                    </a:moveTo>
                    <a:lnTo>
                      <a:pt x="38100" y="32766"/>
                    </a:lnTo>
                    <a:lnTo>
                      <a:pt x="38100" y="0"/>
                    </a:lnTo>
                    <a:close/>
                  </a:path>
                </a:pathLst>
              </a:custGeom>
              <a:solidFill>
                <a:srgbClr val="CC79A7"/>
              </a:solidFill>
              <a:ln w="0">
                <a:noFill/>
                <a:prstDash val="solid"/>
              </a:ln>
            </p:spPr>
          </p:sp>
          <p:sp>
            <p:nvSpPr>
              <p:cNvPr id="1274" name="four:linked-tree-layout:textbox:1274">
                <a:extLst>
                  <a:ext uri="{FF2B5EF4-FFF2-40B4-BE49-F238E27FC236}">
                    <ns2:creationId id="{513881EE-B1C3-4ECF-BACA-41D3C4D3EC58}"/>
                  </a:ext>
                </a:extLst>
              </p:cNvPr>
              <p:cNvSpPr>
                <a:spLocks noGrp="1"/>
              </p:cNvSpPr>
              <p:nvPr/>
            </p:nvSpPr>
            <p:spPr>
              <a:xfrm>
                <a:off x="15754350" y="3752850"/>
                <a:ext cx="1885950" cy="238125"/>
              </a:xfrm>
              <a:prstGeom prst="rect">
                <a:avLst/>
              </a:prstGeom>
              <a:noFill/>
              <a:ln w="0">
                <a:noFill/>
                <a:prstDash val="solid"/>
              </a:ln>
            </p:spPr>
            <p:txBody>
              <a:bodyPr wrap="none" lIns="0" tIns="0" rIns="0" bIns="0" anchor="ctr">
                <a:normAutofit fontScale="100000"/>
              </a:bodyPr>
              <a:lstStyle>
                <a:defPPr algn="ctr">
                  <a:defRPr sz="769" b="0">
                    <a:solidFill>
                      <a:srgbClr val="7B8790"/>
                    </a:solidFill>
                    <a:latin typeface="Arial"/>
                    <a:ea typeface="Arial"/>
                    <a:cs typeface="Arial"/>
                  </a:defRPr>
                </a:defPPr>
              </a:lstStyle>
              <a:p>
                <a:pPr algn="ctr">
                  <a:defRPr sz="769" b="0">
                    <a:solidFill>
                      <a:srgbClr val="7B8790"/>
                    </a:solidFill>
                    <a:latin typeface="Arial"/>
                    <a:ea typeface="Arial"/>
                    <a:cs typeface="Arial"/>
                  </a:defRPr>
                </a:pPr>
                <a:r>
                  <a:rPr sz="769" b="0">
                    <a:solidFill>
                      <a:srgbClr val="7B8790"/>
                    </a:solidFill>
                    <a:latin typeface="Arial"/>
                    <a:ea typeface="Arial"/>
                    <a:cs typeface="Arial"/>
                  </a:rPr>
                  <a:t>Reference positions</a:t>
                </a:r>
              </a:p>
            </p:txBody>
          </p:sp>
          <p:sp>
            <p:nvSpPr>
              <p:cNvPr id="1275" name="four:linked-tree-layout:textbox:1275">
                <a:extLst>
                  <a:ext uri="{FF2B5EF4-FFF2-40B4-BE49-F238E27FC236}">
                    <ns2:creationId id="{74F21888-DE96-4610-9E65-2934166FDDE2}"/>
                  </a:ext>
                </a:extLst>
              </p:cNvPr>
              <p:cNvSpPr>
                <a:spLocks noGrp="1"/>
              </p:cNvSpPr>
              <p:nvPr/>
            </p:nvSpPr>
            <p:spPr>
              <a:xfrm>
                <a:off x="17678400" y="3676650"/>
                <a:ext cx="2190750" cy="342900"/>
              </a:xfrm>
              <a:prstGeom prst="rect">
                <a:avLst/>
              </a:prstGeom>
              <a:noFill/>
              <a:ln w="0">
                <a:noFill/>
                <a:prstDash val="solid"/>
              </a:ln>
            </p:spPr>
            <p:txBody>
              <a:bodyPr wrap="none" lIns="0" tIns="0" rIns="0" bIns="0" anchor="ctr">
                <a:normAutofit fontScale="100000"/>
              </a:bodyPr>
              <a:lstStyle>
                <a:defPPr algn="ctr">
                  <a:defRPr sz="923" b="0">
                    <a:solidFill>
                      <a:srgbClr val="7B8790"/>
                    </a:solidFill>
                    <a:latin typeface="Arial"/>
                    <a:ea typeface="Arial"/>
                    <a:cs typeface="Arial"/>
                  </a:defRPr>
                </a:defPPr>
              </a:lstStyle>
              <a:p>
                <a:pPr algn="ctr">
                  <a:defRPr sz="923" b="0">
                    <a:solidFill>
                      <a:srgbClr val="7B8790"/>
                    </a:solidFill>
                    <a:latin typeface="Arial"/>
                    <a:ea typeface="Arial"/>
                    <a:cs typeface="Arial"/>
                  </a:defRPr>
                </a:pPr>
                <a:r>
                  <a:rPr sz="923" b="0">
                    <a:solidFill>
                      <a:srgbClr val="7B8790"/>
                    </a:solidFill>
                    <a:latin typeface="Arial"/>
                    <a:ea typeface="Arial"/>
                    <a:cs typeface="Arial"/>
                  </a:rPr>
                  <a:t>e</a:t>
                </a:r>
                <a:r>
                  <a:rPr sz="665" b="0" baseline="-25000">
                    <a:solidFill>
                      <a:srgbClr val="7B8790"/>
                    </a:solidFill>
                    <a:latin typeface="Arial"/>
                    <a:ea typeface="Arial"/>
                    <a:cs typeface="Arial"/>
                  </a:rPr>
                  <a:t>i</a:t>
                </a:r>
                <a:r>
                  <a:rPr sz="923" b="0">
                    <a:solidFill>
                      <a:srgbClr val="7B8790"/>
                    </a:solidFill>
                    <a:latin typeface="Arial"/>
                    <a:ea typeface="Arial"/>
                    <a:cs typeface="Arial"/>
                  </a:rPr>
                  <a:t> = |</a:t>
                </a:r>
                <a:r>
                  <a:rPr sz="923" b="0">
                    <a:solidFill>
                      <a:srgbClr val="7B8790"/>
                    </a:solidFill>
                    <a:latin typeface="Arial"/>
                    <a:ea typeface="Arial"/>
                    <a:cs typeface="Arial"/>
                  </a:rPr>
                  <a:t>u</a:t>
                </a:r>
                <a:r>
                  <a:rPr sz="665" b="0" baseline="-25000">
                    <a:solidFill>
                      <a:srgbClr val="7B8790"/>
                    </a:solidFill>
                    <a:latin typeface="Arial"/>
                    <a:ea typeface="Arial"/>
                    <a:cs typeface="Arial"/>
                  </a:rPr>
                  <a:t>i</a:t>
                </a:r>
                <a:r>
                  <a:rPr sz="923" b="0">
                    <a:solidFill>
                      <a:srgbClr val="7B8790"/>
                    </a:solidFill>
                    <a:latin typeface="Arial"/>
                    <a:ea typeface="Arial"/>
                    <a:cs typeface="Arial"/>
                  </a:rPr>
                  <a:t> − </a:t>
                </a:r>
                <a:r>
                  <a:rPr sz="923" b="0">
                    <a:solidFill>
                      <a:srgbClr val="7B8790"/>
                    </a:solidFill>
                    <a:latin typeface="Arial"/>
                    <a:ea typeface="Arial"/>
                    <a:cs typeface="Arial"/>
                  </a:rPr>
                  <a:t>q</a:t>
                </a:r>
                <a:r>
                  <a:rPr sz="665" b="0" baseline="-25000">
                    <a:solidFill>
                      <a:srgbClr val="7B8790"/>
                    </a:solidFill>
                    <a:latin typeface="Arial"/>
                    <a:ea typeface="Arial"/>
                    <a:cs typeface="Arial"/>
                  </a:rPr>
                  <a:t>i</a:t>
                </a:r>
                <a:r>
                  <a:rPr sz="923" b="0">
                    <a:solidFill>
                      <a:srgbClr val="7B8790"/>
                    </a:solidFill>
                    <a:latin typeface="Arial"/>
                    <a:ea typeface="Arial"/>
                    <a:cs typeface="Arial"/>
                  </a:rPr>
                  <a:t>|</a:t>
                </a:r>
              </a:p>
            </p:txBody>
          </p:sp>
        </p:grpSp>
        <p:grpSp>
          <p:nvGrpSpPr>
            <p:cNvPr id="3184" name="layout-hierarchy"/>
            <p:cNvGrpSpPr/>
            <p:nvPr/>
          </p:nvGrpSpPr>
          <p:grpSpPr>
            <a:xfrm>
              <a:off x="0" y="0"/>
              <a:ext cx="24955500" cy="8572500"/>
              <a:chOff x="0" y="0"/>
              <a:chExt cx="24955500" cy="8572500"/>
            </a:xfrm>
          </p:grpSpPr>
          <p:sp>
            <p:nvSpPr>
              <p:cNvPr id="1210" name="four:layout-hierarchy:line:1210">
                <a:extLst>
                  <a:ext uri="{FF2B5EF4-FFF2-40B4-BE49-F238E27FC236}">
                    <ns2:creationId id="{78F3E56B-A6E3-4884-9761-5E8A7AA5B0CB}"/>
                  </a:ext>
                </a:extLst>
              </p:cNvPr>
              <p:cNvSpPr>
                <a:spLocks noGrp="1"/>
              </p:cNvSpPr>
              <p:nvPr/>
            </p:nvSpPr>
            <p:spPr>
              <a:xfrm>
                <a:off x="17792700" y="1466850"/>
                <a:ext cx="953" cy="278701"/>
              </a:xfrm>
              <a:custGeom>
                <a:pathLst>
                  <a:path w="953" h="278701">
                    <a:moveTo>
                      <a:pt x="0" y="57657"/>
                    </a:moveTo>
                    <a:lnTo>
                      <a:pt x="0" y="221044"/>
                    </a:lnTo>
                  </a:path>
                </a:pathLst>
              </a:custGeom>
              <a:noFill/>
              <a:ln w="6108">
                <a:solidFill>
                  <a:srgbClr val="263238"/>
                </a:solidFill>
                <a:prstDash val="solid"/>
              </a:ln>
            </p:spPr>
          </p:sp>
          <p:sp>
            <p:nvSpPr>
              <p:cNvPr id="1211" name="four:layout-hierarchy:regular-node:1211">
                <a:extLst>
                  <a:ext uri="{FF2B5EF4-FFF2-40B4-BE49-F238E27FC236}">
                    <ns2:creationId id="{2F13D338-6DEE-422F-955B-19C3CD30A47B}"/>
                  </a:ext>
                </a:extLst>
              </p:cNvPr>
              <p:cNvSpPr>
                <a:spLocks noGrp="1"/>
              </p:cNvSpPr>
              <p:nvPr/>
            </p:nvSpPr>
            <p:spPr>
              <a:xfrm>
                <a:off x="17775218" y="1553437"/>
                <a:ext cx="34964" cy="34964"/>
              </a:xfrm>
              <a:prstGeom prst="ellipse">
                <a:avLst/>
              </a:prstGeom>
              <a:solidFill>
                <a:srgbClr val="DCE8ED"/>
              </a:solidFill>
              <a:ln w="4886">
                <a:solidFill>
                  <a:srgbClr val="263238"/>
                </a:solidFill>
                <a:prstDash val="solid"/>
              </a:ln>
            </p:spPr>
          </p:sp>
          <p:sp>
            <p:nvSpPr>
              <p:cNvPr id="1212" name="four:layout-hierarchy:regular-node:1212">
                <a:extLst>
                  <a:ext uri="{FF2B5EF4-FFF2-40B4-BE49-F238E27FC236}">
                    <ns2:creationId id="{21A759B3-DFE5-419D-9AA4-28F8E835C00A}"/>
                  </a:ext>
                </a:extLst>
              </p:cNvPr>
              <p:cNvSpPr>
                <a:spLocks noGrp="1"/>
              </p:cNvSpPr>
              <p:nvPr/>
            </p:nvSpPr>
            <p:spPr>
              <a:xfrm>
                <a:off x="17775218" y="1624000"/>
                <a:ext cx="34964" cy="34964"/>
              </a:xfrm>
              <a:prstGeom prst="ellipse">
                <a:avLst/>
              </a:prstGeom>
              <a:solidFill>
                <a:srgbClr val="DCE8ED"/>
              </a:solidFill>
              <a:ln w="4886">
                <a:solidFill>
                  <a:srgbClr val="263238"/>
                </a:solidFill>
                <a:prstDash val="solid"/>
              </a:ln>
            </p:spPr>
          </p:sp>
          <p:sp>
            <p:nvSpPr>
              <p:cNvPr id="1213" name="four:layout-hierarchy:critical-node:1213">
                <a:extLst>
                  <a:ext uri="{FF2B5EF4-FFF2-40B4-BE49-F238E27FC236}">
                    <ns2:creationId id="{1348903E-2E26-4951-AA68-A629C994FBAB}"/>
                  </a:ext>
                </a:extLst>
              </p:cNvPr>
              <p:cNvSpPr>
                <a:spLocks noGrp="1"/>
              </p:cNvSpPr>
              <p:nvPr/>
            </p:nvSpPr>
            <p:spPr>
              <a:xfrm>
                <a:off x="17741710" y="1415860"/>
                <a:ext cx="101979" cy="101979"/>
              </a:xfrm>
              <a:prstGeom prst="diamond">
                <a:avLst/>
              </a:prstGeom>
              <a:solidFill>
                <a:srgbClr val="DCE8ED"/>
              </a:solidFill>
              <a:ln w="5375">
                <a:solidFill>
                  <a:srgbClr val="263238"/>
                </a:solidFill>
                <a:prstDash val="solid"/>
              </a:ln>
            </p:spPr>
          </p:sp>
          <p:sp>
            <p:nvSpPr>
              <p:cNvPr id="1214" name="four:layout-hierarchy:critical-node:1214">
                <a:extLst>
                  <a:ext uri="{FF2B5EF4-FFF2-40B4-BE49-F238E27FC236}">
                    <ns2:creationId id="{DEF391B2-B640-498E-89D4-A8CA908C8D29}"/>
                  </a:ext>
                </a:extLst>
              </p:cNvPr>
              <p:cNvSpPr>
                <a:spLocks noGrp="1"/>
              </p:cNvSpPr>
              <p:nvPr/>
            </p:nvSpPr>
            <p:spPr>
              <a:xfrm>
                <a:off x="17741710" y="1694562"/>
                <a:ext cx="101979" cy="101979"/>
              </a:xfrm>
              <a:prstGeom prst="diamond">
                <a:avLst/>
              </a:prstGeom>
              <a:solidFill>
                <a:srgbClr val="DCE8ED"/>
              </a:solidFill>
              <a:ln w="5375">
                <a:solidFill>
                  <a:srgbClr val="263238"/>
                </a:solidFill>
                <a:prstDash val="solid"/>
              </a:ln>
            </p:spPr>
          </p:sp>
          <p:sp>
            <p:nvSpPr>
              <p:cNvPr id="1215" name="four:layout-hierarchy:line:1215">
                <a:extLst>
                  <a:ext uri="{FF2B5EF4-FFF2-40B4-BE49-F238E27FC236}">
                    <ns2:creationId id="{14258E33-FC0F-4B4E-BA87-166115445138}"/>
                  </a:ext>
                </a:extLst>
              </p:cNvPr>
              <p:cNvSpPr>
                <a:spLocks noGrp="1"/>
              </p:cNvSpPr>
              <p:nvPr/>
            </p:nvSpPr>
            <p:spPr>
              <a:xfrm>
                <a:off x="16268224" y="1745552"/>
                <a:ext cx="3048952" cy="953"/>
              </a:xfrm>
              <a:custGeom>
                <a:pathLst>
                  <a:path w="3048952" h="953">
                    <a:moveTo>
                      <a:pt x="0" y="0"/>
                    </a:moveTo>
                    <a:lnTo>
                      <a:pt x="1466819" y="0"/>
                    </a:lnTo>
                    <a:moveTo>
                      <a:pt x="1582133" y="0"/>
                    </a:moveTo>
                    <a:lnTo>
                      <a:pt x="3048952" y="0"/>
                    </a:lnTo>
                  </a:path>
                </a:pathLst>
              </a:custGeom>
              <a:noFill/>
              <a:ln w="6108">
                <a:solidFill>
                  <a:srgbClr val="263238"/>
                </a:solidFill>
                <a:prstDash val="solid"/>
              </a:ln>
            </p:spPr>
          </p:sp>
          <p:sp>
            <p:nvSpPr>
              <p:cNvPr id="1216" name="four:layout-hierarchy:line:1216">
                <a:extLst>
                  <a:ext uri="{FF2B5EF4-FFF2-40B4-BE49-F238E27FC236}">
                    <ns2:creationId id="{4FD60CD9-A5BE-4DC6-A330-2641ADD93600}"/>
                  </a:ext>
                </a:extLst>
              </p:cNvPr>
              <p:cNvSpPr>
                <a:spLocks noGrp="1"/>
              </p:cNvSpPr>
              <p:nvPr/>
            </p:nvSpPr>
            <p:spPr>
              <a:xfrm>
                <a:off x="16268224" y="1745552"/>
                <a:ext cx="953" cy="988124"/>
              </a:xfrm>
              <a:custGeom>
                <a:pathLst>
                  <a:path w="953" h="988124">
                    <a:moveTo>
                      <a:pt x="0" y="0"/>
                    </a:moveTo>
                    <a:lnTo>
                      <a:pt x="0" y="908614"/>
                    </a:lnTo>
                  </a:path>
                </a:pathLst>
              </a:custGeom>
              <a:noFill/>
              <a:ln w="6108">
                <a:solidFill>
                  <a:srgbClr val="263238"/>
                </a:solidFill>
                <a:prstDash val="solid"/>
              </a:ln>
            </p:spPr>
          </p:sp>
          <p:sp>
            <p:nvSpPr>
              <p:cNvPr id="1217" name="four:layout-hierarchy:regular-node:1217">
                <a:extLst>
                  <a:ext uri="{FF2B5EF4-FFF2-40B4-BE49-F238E27FC236}">
                    <ns2:creationId id="{F4056874-F9A1-45A5-BAB6-34CBE59CB139}"/>
                  </a:ext>
                </a:extLst>
              </p:cNvPr>
              <p:cNvSpPr>
                <a:spLocks noGrp="1"/>
              </p:cNvSpPr>
              <p:nvPr/>
            </p:nvSpPr>
            <p:spPr>
              <a:xfrm>
                <a:off x="16243457" y="1937222"/>
                <a:ext cx="49533" cy="49533"/>
              </a:xfrm>
              <a:prstGeom prst="ellipse">
                <a:avLst/>
              </a:prstGeom>
              <a:solidFill>
                <a:srgbClr val="0072B2"/>
              </a:solidFill>
              <a:ln w="4886">
                <a:solidFill>
                  <a:srgbClr val="263238"/>
                </a:solidFill>
                <a:prstDash val="solid"/>
              </a:ln>
            </p:spPr>
          </p:sp>
          <p:sp>
            <p:nvSpPr>
              <p:cNvPr id="1218" name="four:layout-hierarchy:regular-node:1218">
                <a:extLst>
                  <a:ext uri="{FF2B5EF4-FFF2-40B4-BE49-F238E27FC236}">
                    <ns2:creationId id="{4DE60448-8A44-4D33-8079-ADD1495E157B}"/>
                  </a:ext>
                </a:extLst>
              </p:cNvPr>
              <p:cNvSpPr>
                <a:spLocks noGrp="1"/>
              </p:cNvSpPr>
              <p:nvPr/>
            </p:nvSpPr>
            <p:spPr>
              <a:xfrm>
                <a:off x="16243457" y="2178426"/>
                <a:ext cx="49533" cy="49533"/>
              </a:xfrm>
              <a:prstGeom prst="ellipse">
                <a:avLst/>
              </a:prstGeom>
              <a:solidFill>
                <a:srgbClr val="0072B2"/>
              </a:solidFill>
              <a:ln w="4886">
                <a:solidFill>
                  <a:srgbClr val="263238"/>
                </a:solidFill>
                <a:prstDash val="solid"/>
              </a:ln>
            </p:spPr>
          </p:sp>
          <p:sp>
            <p:nvSpPr>
              <p:cNvPr id="1219" name="four:layout-hierarchy:regular-node:1219">
                <a:extLst>
                  <a:ext uri="{FF2B5EF4-FFF2-40B4-BE49-F238E27FC236}">
                    <ns2:creationId id="{2008C94A-0964-4828-AAB4-3F92E61FD3B7}"/>
                  </a:ext>
                </a:extLst>
              </p:cNvPr>
              <p:cNvSpPr>
                <a:spLocks noGrp="1"/>
              </p:cNvSpPr>
              <p:nvPr/>
            </p:nvSpPr>
            <p:spPr>
              <a:xfrm>
                <a:off x="16243457" y="2419629"/>
                <a:ext cx="49533" cy="49533"/>
              </a:xfrm>
              <a:prstGeom prst="ellipse">
                <a:avLst/>
              </a:prstGeom>
              <a:solidFill>
                <a:srgbClr val="0072B2"/>
              </a:solidFill>
              <a:ln w="4886">
                <a:solidFill>
                  <a:srgbClr val="263238"/>
                </a:solidFill>
                <a:prstDash val="solid"/>
              </a:ln>
            </p:spPr>
          </p:sp>
          <p:sp>
            <p:nvSpPr>
              <p:cNvPr id="1220" name="four:layout-hierarchy:line:1220">
                <a:extLst>
                  <a:ext uri="{FF2B5EF4-FFF2-40B4-BE49-F238E27FC236}">
                    <ns2:creationId id="{CC34CCAD-4CD8-4B3A-BC62-E70C3877BEBD}"/>
                  </a:ext>
                </a:extLst>
              </p:cNvPr>
              <p:cNvSpPr>
                <a:spLocks noGrp="1"/>
              </p:cNvSpPr>
              <p:nvPr/>
            </p:nvSpPr>
            <p:spPr>
              <a:xfrm>
                <a:off x="19317176" y="1745552"/>
                <a:ext cx="953" cy="988124"/>
              </a:xfrm>
              <a:custGeom>
                <a:pathLst>
                  <a:path w="953" h="988124">
                    <a:moveTo>
                      <a:pt x="0" y="0"/>
                    </a:moveTo>
                    <a:lnTo>
                      <a:pt x="0" y="908614"/>
                    </a:lnTo>
                  </a:path>
                </a:pathLst>
              </a:custGeom>
              <a:noFill/>
              <a:ln w="6108">
                <a:solidFill>
                  <a:srgbClr val="263238"/>
                </a:solidFill>
                <a:prstDash val="solid"/>
              </a:ln>
            </p:spPr>
          </p:sp>
          <p:sp>
            <p:nvSpPr>
              <p:cNvPr id="1221" name="four:layout-hierarchy:regular-node:1221">
                <a:extLst>
                  <a:ext uri="{FF2B5EF4-FFF2-40B4-BE49-F238E27FC236}">
                    <ns2:creationId id="{F5296D3B-64DC-40BF-9778-90B4C9882D5E}"/>
                  </a:ext>
                </a:extLst>
              </p:cNvPr>
              <p:cNvSpPr>
                <a:spLocks noGrp="1"/>
              </p:cNvSpPr>
              <p:nvPr/>
            </p:nvSpPr>
            <p:spPr>
              <a:xfrm>
                <a:off x="19292410" y="1937222"/>
                <a:ext cx="49533" cy="49533"/>
              </a:xfrm>
              <a:prstGeom prst="ellipse">
                <a:avLst/>
              </a:prstGeom>
              <a:solidFill>
                <a:srgbClr val="CC79A7"/>
              </a:solidFill>
              <a:ln w="4886">
                <a:solidFill>
                  <a:srgbClr val="263238"/>
                </a:solidFill>
                <a:prstDash val="solid"/>
              </a:ln>
            </p:spPr>
          </p:sp>
          <p:sp>
            <p:nvSpPr>
              <p:cNvPr id="1222" name="four:layout-hierarchy:regular-node:1222">
                <a:extLst>
                  <a:ext uri="{FF2B5EF4-FFF2-40B4-BE49-F238E27FC236}">
                    <ns2:creationId id="{D63E2D21-5C14-4E17-A206-45AA10374006}"/>
                  </a:ext>
                </a:extLst>
              </p:cNvPr>
              <p:cNvSpPr>
                <a:spLocks noGrp="1"/>
              </p:cNvSpPr>
              <p:nvPr/>
            </p:nvSpPr>
            <p:spPr>
              <a:xfrm>
                <a:off x="19292410" y="2178426"/>
                <a:ext cx="49533" cy="49533"/>
              </a:xfrm>
              <a:prstGeom prst="ellipse">
                <a:avLst/>
              </a:prstGeom>
              <a:solidFill>
                <a:srgbClr val="CC79A7"/>
              </a:solidFill>
              <a:ln w="4886">
                <a:solidFill>
                  <a:srgbClr val="263238"/>
                </a:solidFill>
                <a:prstDash val="solid"/>
              </a:ln>
            </p:spPr>
          </p:sp>
          <p:sp>
            <p:nvSpPr>
              <p:cNvPr id="1223" name="four:layout-hierarchy:regular-node:1223">
                <a:extLst>
                  <a:ext uri="{FF2B5EF4-FFF2-40B4-BE49-F238E27FC236}">
                    <ns2:creationId id="{E54C6EAA-5722-4398-9FCB-2EC0F6283ADA}"/>
                  </a:ext>
                </a:extLst>
              </p:cNvPr>
              <p:cNvSpPr>
                <a:spLocks noGrp="1"/>
              </p:cNvSpPr>
              <p:nvPr/>
            </p:nvSpPr>
            <p:spPr>
              <a:xfrm>
                <a:off x="19292410" y="2419629"/>
                <a:ext cx="49533" cy="49533"/>
              </a:xfrm>
              <a:prstGeom prst="ellipse">
                <a:avLst/>
              </a:prstGeom>
              <a:solidFill>
                <a:srgbClr val="CC79A7"/>
              </a:solidFill>
              <a:ln w="4886">
                <a:solidFill>
                  <a:srgbClr val="263238"/>
                </a:solidFill>
                <a:prstDash val="solid"/>
              </a:ln>
            </p:spPr>
          </p:sp>
          <p:sp>
            <p:nvSpPr>
              <p:cNvPr id="1224" name="four:layout-hierarchy:line:1224">
                <a:extLst>
                  <a:ext uri="{FF2B5EF4-FFF2-40B4-BE49-F238E27FC236}">
                    <ns2:creationId id="{070069EC-9238-410D-9C97-740476A6D691}"/>
                  </a:ext>
                </a:extLst>
              </p:cNvPr>
              <p:cNvSpPr>
                <a:spLocks noGrp="1"/>
              </p:cNvSpPr>
              <p:nvPr/>
            </p:nvSpPr>
            <p:spPr>
              <a:xfrm>
                <a:off x="17792700" y="1745552"/>
                <a:ext cx="953" cy="734758"/>
              </a:xfrm>
              <a:custGeom>
                <a:pathLst>
                  <a:path w="953" h="734758">
                    <a:moveTo>
                      <a:pt x="0" y="57657"/>
                    </a:moveTo>
                    <a:lnTo>
                      <a:pt x="0" y="655249"/>
                    </a:lnTo>
                  </a:path>
                </a:pathLst>
              </a:custGeom>
              <a:noFill/>
              <a:ln w="6108">
                <a:solidFill>
                  <a:srgbClr val="263238"/>
                </a:solidFill>
                <a:prstDash val="solid"/>
              </a:ln>
            </p:spPr>
          </p:sp>
          <p:sp>
            <p:nvSpPr>
              <p:cNvPr id="1225" name="four:layout-hierarchy:regular-node:1225">
                <a:extLst>
                  <a:ext uri="{FF2B5EF4-FFF2-40B4-BE49-F238E27FC236}">
                    <ns2:creationId id="{91EAF5FB-B3E1-4DAC-9097-B8C0F8B6C28E}"/>
                  </a:ext>
                </a:extLst>
              </p:cNvPr>
              <p:cNvSpPr>
                <a:spLocks noGrp="1"/>
              </p:cNvSpPr>
              <p:nvPr/>
            </p:nvSpPr>
            <p:spPr>
              <a:xfrm>
                <a:off x="17767934" y="1912123"/>
                <a:ext cx="49533" cy="49533"/>
              </a:xfrm>
              <a:prstGeom prst="ellipse">
                <a:avLst/>
              </a:prstGeom>
              <a:solidFill>
                <a:srgbClr val="81C9BA"/>
              </a:solidFill>
              <a:ln w="4886">
                <a:solidFill>
                  <a:srgbClr val="263238"/>
                </a:solidFill>
                <a:prstDash val="solid"/>
              </a:ln>
            </p:spPr>
          </p:sp>
          <p:sp>
            <p:nvSpPr>
              <p:cNvPr id="1226" name="four:layout-hierarchy:regular-node:1226">
                <a:extLst>
                  <a:ext uri="{FF2B5EF4-FFF2-40B4-BE49-F238E27FC236}">
                    <ns2:creationId id="{526FD4F8-27A9-4CBC-81E5-C4D2DEFE1366}"/>
                  </a:ext>
                </a:extLst>
              </p:cNvPr>
              <p:cNvSpPr>
                <a:spLocks noGrp="1"/>
              </p:cNvSpPr>
              <p:nvPr/>
            </p:nvSpPr>
            <p:spPr>
              <a:xfrm>
                <a:off x="17767934" y="2077238"/>
                <a:ext cx="49533" cy="49533"/>
              </a:xfrm>
              <a:prstGeom prst="ellipse">
                <a:avLst/>
              </a:prstGeom>
              <a:solidFill>
                <a:srgbClr val="81C9BA"/>
              </a:solidFill>
              <a:ln w="4886">
                <a:solidFill>
                  <a:srgbClr val="263238"/>
                </a:solidFill>
                <a:prstDash val="solid"/>
              </a:ln>
            </p:spPr>
          </p:sp>
          <p:sp>
            <p:nvSpPr>
              <p:cNvPr id="1227" name="four:layout-hierarchy:regular-node:1227">
                <a:extLst>
                  <a:ext uri="{FF2B5EF4-FFF2-40B4-BE49-F238E27FC236}">
                    <ns2:creationId id="{6336C1F6-774F-46D3-B706-381788768D82}"/>
                  </a:ext>
                </a:extLst>
              </p:cNvPr>
              <p:cNvSpPr>
                <a:spLocks noGrp="1"/>
              </p:cNvSpPr>
              <p:nvPr/>
            </p:nvSpPr>
            <p:spPr>
              <a:xfrm>
                <a:off x="17767934" y="2242353"/>
                <a:ext cx="49533" cy="49533"/>
              </a:xfrm>
              <a:prstGeom prst="ellipse">
                <a:avLst/>
              </a:prstGeom>
              <a:solidFill>
                <a:srgbClr val="81C9BA"/>
              </a:solidFill>
              <a:ln w="4886">
                <a:solidFill>
                  <a:srgbClr val="263238"/>
                </a:solidFill>
                <a:prstDash val="solid"/>
              </a:ln>
            </p:spPr>
          </p:sp>
          <p:sp>
            <p:nvSpPr>
              <p:cNvPr id="1228" name="four:layout-hierarchy:line:1228">
                <a:extLst>
                  <a:ext uri="{FF2B5EF4-FFF2-40B4-BE49-F238E27FC236}">
                    <ns2:creationId id="{6A6CCF4A-554B-40C7-A983-73417154EF44}"/>
                  </a:ext>
                </a:extLst>
              </p:cNvPr>
              <p:cNvSpPr>
                <a:spLocks noGrp="1"/>
              </p:cNvSpPr>
              <p:nvPr/>
            </p:nvSpPr>
            <p:spPr>
              <a:xfrm>
                <a:off x="17284541" y="2480310"/>
                <a:ext cx="1016317" cy="953"/>
              </a:xfrm>
              <a:custGeom>
                <a:pathLst>
                  <a:path w="1016317" h="953">
                    <a:moveTo>
                      <a:pt x="0" y="0"/>
                    </a:moveTo>
                    <a:lnTo>
                      <a:pt x="428649" y="0"/>
                    </a:lnTo>
                    <a:moveTo>
                      <a:pt x="587669" y="0"/>
                    </a:moveTo>
                    <a:lnTo>
                      <a:pt x="1016317" y="0"/>
                    </a:lnTo>
                  </a:path>
                </a:pathLst>
              </a:custGeom>
              <a:noFill/>
              <a:ln w="6108">
                <a:solidFill>
                  <a:srgbClr val="263238"/>
                </a:solidFill>
                <a:prstDash val="solid"/>
              </a:ln>
            </p:spPr>
          </p:sp>
          <p:sp>
            <p:nvSpPr>
              <p:cNvPr id="1229" name="four:layout-hierarchy:line:1229">
                <a:extLst>
                  <a:ext uri="{FF2B5EF4-FFF2-40B4-BE49-F238E27FC236}">
                    <ns2:creationId id="{3B01C2ED-2CB9-4168-A5A0-1AA53F635A02}"/>
                  </a:ext>
                </a:extLst>
              </p:cNvPr>
              <p:cNvSpPr>
                <a:spLocks noGrp="1"/>
              </p:cNvSpPr>
              <p:nvPr/>
            </p:nvSpPr>
            <p:spPr>
              <a:xfrm>
                <a:off x="17284541" y="2480310"/>
                <a:ext cx="953" cy="253365"/>
              </a:xfrm>
              <a:custGeom>
                <a:pathLst>
                  <a:path w="953" h="253365">
                    <a:moveTo>
                      <a:pt x="0" y="0"/>
                    </a:moveTo>
                    <a:lnTo>
                      <a:pt x="0" y="173855"/>
                    </a:lnTo>
                  </a:path>
                </a:pathLst>
              </a:custGeom>
              <a:noFill/>
              <a:ln w="6108">
                <a:solidFill>
                  <a:srgbClr val="263238"/>
                </a:solidFill>
                <a:prstDash val="solid"/>
              </a:ln>
            </p:spPr>
          </p:sp>
          <p:sp>
            <p:nvSpPr>
              <p:cNvPr id="1230" name="four:layout-hierarchy:regular-node:1230">
                <a:extLst>
                  <a:ext uri="{FF2B5EF4-FFF2-40B4-BE49-F238E27FC236}">
                    <ns2:creationId id="{13259937-9C29-4714-BF56-4ED535674E38}"/>
                  </a:ext>
                </a:extLst>
              </p:cNvPr>
              <p:cNvSpPr>
                <a:spLocks noGrp="1"/>
              </p:cNvSpPr>
              <p:nvPr/>
            </p:nvSpPr>
            <p:spPr>
              <a:xfrm>
                <a:off x="17259775" y="2545805"/>
                <a:ext cx="49533" cy="49533"/>
              </a:xfrm>
              <a:prstGeom prst="ellipse">
                <a:avLst/>
              </a:prstGeom>
              <a:solidFill>
                <a:srgbClr val="D55E00"/>
              </a:solidFill>
              <a:ln w="4886">
                <a:solidFill>
                  <a:srgbClr val="263238"/>
                </a:solidFill>
                <a:prstDash val="solid"/>
              </a:ln>
            </p:spPr>
          </p:sp>
          <p:sp>
            <p:nvSpPr>
              <p:cNvPr id="1231" name="four:layout-hierarchy:line:1231">
                <a:extLst>
                  <a:ext uri="{FF2B5EF4-FFF2-40B4-BE49-F238E27FC236}">
                    <ns2:creationId id="{ACE5B7BF-F463-41AE-B28B-FD33E6E81D33}"/>
                  </a:ext>
                </a:extLst>
              </p:cNvPr>
              <p:cNvSpPr>
                <a:spLocks noGrp="1"/>
              </p:cNvSpPr>
              <p:nvPr/>
            </p:nvSpPr>
            <p:spPr>
              <a:xfrm>
                <a:off x="18300859" y="2480310"/>
                <a:ext cx="953" cy="253365"/>
              </a:xfrm>
              <a:custGeom>
                <a:pathLst>
                  <a:path w="953" h="253365">
                    <a:moveTo>
                      <a:pt x="0" y="0"/>
                    </a:moveTo>
                    <a:lnTo>
                      <a:pt x="0" y="173855"/>
                    </a:lnTo>
                  </a:path>
                </a:pathLst>
              </a:custGeom>
              <a:noFill/>
              <a:ln w="6108">
                <a:solidFill>
                  <a:srgbClr val="263238"/>
                </a:solidFill>
                <a:prstDash val="solid"/>
              </a:ln>
            </p:spPr>
          </p:sp>
          <p:sp>
            <p:nvSpPr>
              <p:cNvPr id="1232" name="four:layout-hierarchy:regular-node:1232">
                <a:extLst>
                  <a:ext uri="{FF2B5EF4-FFF2-40B4-BE49-F238E27FC236}">
                    <ns2:creationId id="{402EAA4F-BE42-44BD-BA5C-5264181AB943}"/>
                  </a:ext>
                </a:extLst>
              </p:cNvPr>
              <p:cNvSpPr>
                <a:spLocks noGrp="1"/>
              </p:cNvSpPr>
              <p:nvPr/>
            </p:nvSpPr>
            <p:spPr>
              <a:xfrm>
                <a:off x="18276092" y="2545805"/>
                <a:ext cx="49533" cy="49533"/>
              </a:xfrm>
              <a:prstGeom prst="ellipse">
                <a:avLst/>
              </a:prstGeom>
              <a:solidFill>
                <a:srgbClr val="009E73"/>
              </a:solidFill>
              <a:ln w="4886">
                <a:solidFill>
                  <a:srgbClr val="263238"/>
                </a:solidFill>
                <a:prstDash val="solid"/>
              </a:ln>
            </p:spPr>
          </p:sp>
          <p:sp>
            <p:nvSpPr>
              <p:cNvPr id="1233" name="four:layout-hierarchy:critical-node:1233">
                <a:extLst>
                  <a:ext uri="{FF2B5EF4-FFF2-40B4-BE49-F238E27FC236}">
                    <ns2:creationId id="{F2F7C42B-5578-4FEB-BFD8-9292BEE94425}"/>
                  </a:ext>
                </a:extLst>
              </p:cNvPr>
              <p:cNvSpPr>
                <a:spLocks noGrp="1"/>
              </p:cNvSpPr>
              <p:nvPr/>
            </p:nvSpPr>
            <p:spPr>
              <a:xfrm>
                <a:off x="17719858" y="2407468"/>
                <a:ext cx="145685" cy="145685"/>
              </a:xfrm>
              <a:prstGeom prst="diamond">
                <a:avLst/>
              </a:prstGeom>
              <a:solidFill>
                <a:srgbClr val="81C9BA"/>
              </a:solidFill>
              <a:ln w="5375">
                <a:solidFill>
                  <a:srgbClr val="263238"/>
                </a:solidFill>
                <a:prstDash val="solid"/>
              </a:ln>
            </p:spPr>
          </p:sp>
          <p:sp>
            <p:nvSpPr>
              <p:cNvPr id="1234" name="four:layout-hierarchy:critical-node:1234">
                <a:extLst>
                  <a:ext uri="{FF2B5EF4-FFF2-40B4-BE49-F238E27FC236}">
                    <ns2:creationId id="{E9467B60-2623-4272-B580-F7388F9171E4}"/>
                  </a:ext>
                </a:extLst>
              </p:cNvPr>
              <p:cNvSpPr>
                <a:spLocks noGrp="1"/>
              </p:cNvSpPr>
              <p:nvPr/>
            </p:nvSpPr>
            <p:spPr>
              <a:xfrm>
                <a:off x="16195381" y="2660833"/>
                <a:ext cx="145685" cy="145685"/>
              </a:xfrm>
              <a:prstGeom prst="diamond">
                <a:avLst/>
              </a:prstGeom>
              <a:solidFill>
                <a:srgbClr val="0072B2"/>
              </a:solidFill>
              <a:ln w="5375">
                <a:solidFill>
                  <a:srgbClr val="263238"/>
                </a:solidFill>
                <a:prstDash val="solid"/>
              </a:ln>
            </p:spPr>
          </p:sp>
          <p:sp>
            <p:nvSpPr>
              <p:cNvPr id="1235" name="four:layout-hierarchy:critical-node:1235">
                <a:extLst>
                  <a:ext uri="{FF2B5EF4-FFF2-40B4-BE49-F238E27FC236}">
                    <ns2:creationId id="{0433C869-4FBB-44E9-99FD-E089983E142F}"/>
                  </a:ext>
                </a:extLst>
              </p:cNvPr>
              <p:cNvSpPr>
                <a:spLocks noGrp="1"/>
              </p:cNvSpPr>
              <p:nvPr/>
            </p:nvSpPr>
            <p:spPr>
              <a:xfrm>
                <a:off x="17211699" y="2660833"/>
                <a:ext cx="145685" cy="145685"/>
              </a:xfrm>
              <a:prstGeom prst="diamond">
                <a:avLst/>
              </a:prstGeom>
              <a:solidFill>
                <a:srgbClr val="D55E00"/>
              </a:solidFill>
              <a:ln w="5375">
                <a:solidFill>
                  <a:srgbClr val="263238"/>
                </a:solidFill>
                <a:prstDash val="solid"/>
              </a:ln>
            </p:spPr>
          </p:sp>
          <p:sp>
            <p:nvSpPr>
              <p:cNvPr id="1236" name="four:layout-hierarchy:critical-node:1236">
                <a:extLst>
                  <a:ext uri="{FF2B5EF4-FFF2-40B4-BE49-F238E27FC236}">
                    <ns2:creationId id="{C38A991A-D235-42A7-8E0A-975AAD120B2C}"/>
                  </a:ext>
                </a:extLst>
              </p:cNvPr>
              <p:cNvSpPr>
                <a:spLocks noGrp="1"/>
              </p:cNvSpPr>
              <p:nvPr/>
            </p:nvSpPr>
            <p:spPr>
              <a:xfrm>
                <a:off x="18228016" y="2660833"/>
                <a:ext cx="145685" cy="145685"/>
              </a:xfrm>
              <a:prstGeom prst="diamond">
                <a:avLst/>
              </a:prstGeom>
              <a:solidFill>
                <a:srgbClr val="009E73"/>
              </a:solidFill>
              <a:ln w="5375">
                <a:solidFill>
                  <a:srgbClr val="263238"/>
                </a:solidFill>
                <a:prstDash val="solid"/>
              </a:ln>
            </p:spPr>
          </p:sp>
          <p:sp>
            <p:nvSpPr>
              <p:cNvPr id="1237" name="four:layout-hierarchy:critical-node:1237">
                <a:extLst>
                  <a:ext uri="{FF2B5EF4-FFF2-40B4-BE49-F238E27FC236}">
                    <ns2:creationId id="{6BC1E3CC-1CEA-4497-9473-9F61DC03CADD}"/>
                  </a:ext>
                </a:extLst>
              </p:cNvPr>
              <p:cNvSpPr>
                <a:spLocks noGrp="1"/>
              </p:cNvSpPr>
              <p:nvPr/>
            </p:nvSpPr>
            <p:spPr>
              <a:xfrm>
                <a:off x="19244334" y="2660833"/>
                <a:ext cx="145685" cy="145685"/>
              </a:xfrm>
              <a:prstGeom prst="diamond">
                <a:avLst/>
              </a:prstGeom>
              <a:solidFill>
                <a:srgbClr val="CC79A7"/>
              </a:solidFill>
              <a:ln w="5375">
                <a:solidFill>
                  <a:srgbClr val="263238"/>
                </a:solidFill>
                <a:prstDash val="solid"/>
              </a:ln>
            </p:spPr>
          </p:sp>
        </p:grpSp>
        <p:grpSp>
          <p:nvGrpSpPr>
            <p:cNvPr id="3185" name="layout-to-filling"/>
            <p:cNvGrpSpPr/>
            <p:nvPr/>
          </p:nvGrpSpPr>
          <p:grpSpPr>
            <a:xfrm>
              <a:off x="0" y="0"/>
              <a:ext cx="24955500" cy="8572500"/>
              <a:chOff x="0" y="0"/>
              <a:chExt cx="24955500" cy="8572500"/>
            </a:xfrm>
          </p:grpSpPr>
          <p:sp>
            <p:nvSpPr>
              <p:cNvPr id="1276" name="four:layout-to-filling:line:1276">
                <a:extLst>
                  <a:ext uri="{FF2B5EF4-FFF2-40B4-BE49-F238E27FC236}">
                    <ns2:creationId id="{D235D92B-AF7D-45DA-9F9D-7452D46B04A2}"/>
                  </a:ext>
                </a:extLst>
              </p:cNvPr>
              <p:cNvSpPr>
                <a:spLocks noGrp="1"/>
              </p:cNvSpPr>
              <p:nvPr/>
            </p:nvSpPr>
            <p:spPr>
              <a:xfrm>
                <a:off x="17811750" y="4057650"/>
                <a:ext cx="953" cy="114300"/>
              </a:xfrm>
              <a:custGeom>
                <a:pathLst>
                  <a:path w="953" h="114300">
                    <a:moveTo>
                      <a:pt x="0" y="0"/>
                    </a:moveTo>
                    <a:lnTo>
                      <a:pt x="0" y="114300"/>
                    </a:lnTo>
                  </a:path>
                </a:pathLst>
              </a:custGeom>
              <a:noFill/>
              <a:ln w="6841">
                <a:solidFill>
                  <a:srgbClr val="91A5B4"/>
                </a:solidFill>
                <a:prstDash val="solid"/>
              </a:ln>
            </p:spPr>
          </p:sp>
          <p:sp>
            <p:nvSpPr>
              <p:cNvPr id="1277" name="four:layout-to-filling:polygon:1277">
                <a:extLst>
                  <a:ext uri="{FF2B5EF4-FFF2-40B4-BE49-F238E27FC236}">
                    <ns2:creationId id="{42791645-839D-4BF5-BBD8-E4424B20B1DF}"/>
                  </a:ext>
                </a:extLst>
              </p:cNvPr>
              <p:cNvSpPr>
                <a:spLocks noGrp="1"/>
              </p:cNvSpPr>
              <p:nvPr/>
            </p:nvSpPr>
            <p:spPr>
              <a:xfrm>
                <a:off x="17791271" y="4124325"/>
                <a:ext cx="40958" cy="47625"/>
              </a:xfrm>
              <a:custGeom>
                <a:pathLst>
                  <a:path w="40958" h="47625">
                    <a:moveTo>
                      <a:pt x="20479" y="47625"/>
                    </a:moveTo>
                    <a:lnTo>
                      <a:pt x="40958" y="0"/>
                    </a:lnTo>
                    <a:lnTo>
                      <a:pt x="0" y="0"/>
                    </a:lnTo>
                    <a:close/>
                  </a:path>
                </a:pathLst>
              </a:custGeom>
              <a:solidFill>
                <a:srgbClr val="91A5B4"/>
              </a:solidFill>
              <a:ln w="0">
                <a:noFill/>
                <a:prstDash val="solid"/>
              </a:ln>
            </p:spPr>
          </p:sp>
        </p:grpSp>
        <p:grpSp>
          <p:nvGrpSpPr>
            <p:cNvPr id="3186" name="barrier-filling"/>
            <p:cNvGrpSpPr/>
            <p:nvPr/>
          </p:nvGrpSpPr>
          <p:grpSpPr>
            <a:xfrm>
              <a:off x="0" y="0"/>
              <a:ext cx="24955500" cy="8572500"/>
              <a:chOff x="0" y="0"/>
              <a:chExt cx="24955500" cy="8572500"/>
            </a:xfrm>
          </p:grpSpPr>
          <p:sp>
            <p:nvSpPr>
              <p:cNvPr id="1278" name="four:barrier-filling:textbox:1278">
                <a:extLst>
                  <a:ext uri="{FF2B5EF4-FFF2-40B4-BE49-F238E27FC236}">
                    <ns2:creationId id="{42E07587-D8F2-4D86-8A0F-A128A9619CE2}"/>
                  </a:ext>
                </a:extLst>
              </p:cNvPr>
              <p:cNvSpPr>
                <a:spLocks noGrp="1"/>
              </p:cNvSpPr>
              <p:nvPr/>
            </p:nvSpPr>
            <p:spPr>
              <a:xfrm>
                <a:off x="15754350" y="4267200"/>
                <a:ext cx="4114800" cy="304800"/>
              </a:xfrm>
              <a:prstGeom prst="rect">
                <a:avLst/>
              </a:prstGeom>
              <a:noFill/>
              <a:ln w="0">
                <a:noFill/>
                <a:prstDash val="solid"/>
              </a:ln>
            </p:spPr>
            <p:txBody>
              <a:bodyPr wrap="none" lIns="0" tIns="0" rIns="0" bIns="0" anchor="ctr">
                <a:normAutofit fontScale="100000"/>
              </a:bodyPr>
              <a:lstStyle>
                <a:defPPr algn="l">
                  <a:defRPr sz="923" b="1">
                    <a:solidFill>
                      <a:srgbClr val="263238"/>
                    </a:solidFill>
                    <a:latin typeface="Arial"/>
                    <a:ea typeface="Arial"/>
                    <a:cs typeface="Arial"/>
                  </a:defRPr>
                </a:defPPr>
              </a:lstStyle>
              <a:p>
                <a:pPr algn="l">
                  <a:defRPr sz="923" b="1">
                    <a:solidFill>
                      <a:srgbClr val="263238"/>
                    </a:solidFill>
                    <a:latin typeface="Arial"/>
                    <a:ea typeface="Arial"/>
                    <a:cs typeface="Arial"/>
                  </a:defRPr>
                </a:pPr>
                <a:r>
                  <a:rPr sz="923" b="1">
                    <a:solidFill>
                      <a:srgbClr val="263238"/>
                    </a:solidFill>
                    <a:latin typeface="Arial"/>
                    <a:ea typeface="Arial"/>
                    <a:cs typeface="Arial"/>
                  </a:rPr>
                  <a:t>Minimax barrier filling</a:t>
                </a:r>
              </a:p>
            </p:txBody>
          </p:sp>
          <p:sp>
            <p:nvSpPr>
              <p:cNvPr id="1279" name="four:barrier-filling:line:1279">
                <a:extLst>
                  <a:ext uri="{FF2B5EF4-FFF2-40B4-BE49-F238E27FC236}">
                    <ns2:creationId id="{8E78AE4A-3591-4A71-B0B0-7CB2455B479C}"/>
                  </a:ext>
                </a:extLst>
              </p:cNvPr>
              <p:cNvSpPr>
                <a:spLocks noGrp="1"/>
              </p:cNvSpPr>
              <p:nvPr/>
            </p:nvSpPr>
            <p:spPr>
              <a:xfrm>
                <a:off x="15963900" y="4695825"/>
                <a:ext cx="266700" cy="953"/>
              </a:xfrm>
              <a:custGeom>
                <a:pathLst>
                  <a:path w="266700" h="953">
                    <a:moveTo>
                      <a:pt x="0" y="0"/>
                    </a:moveTo>
                    <a:lnTo>
                      <a:pt x="266700" y="0"/>
                    </a:lnTo>
                  </a:path>
                </a:pathLst>
              </a:custGeom>
              <a:noFill/>
              <a:ln w="17102">
                <a:solidFill>
                  <a:srgbClr val="DDA5C4"/>
                </a:solidFill>
                <a:prstDash val="dash"/>
              </a:ln>
            </p:spPr>
          </p:sp>
          <p:sp>
            <p:nvSpPr>
              <p:cNvPr id="1280" name="four:barrier-filling:textbox:1280">
                <a:extLst>
                  <a:ext uri="{FF2B5EF4-FFF2-40B4-BE49-F238E27FC236}">
                    <ns2:creationId id="{FAB530FF-1D36-49D5-B781-18214F6093A6}"/>
                  </a:ext>
                </a:extLst>
              </p:cNvPr>
              <p:cNvSpPr>
                <a:spLocks noGrp="1"/>
              </p:cNvSpPr>
              <p:nvPr/>
            </p:nvSpPr>
            <p:spPr>
              <a:xfrm>
                <a:off x="16325850" y="4581525"/>
                <a:ext cx="1333500" cy="228600"/>
              </a:xfrm>
              <a:prstGeom prst="rect">
                <a:avLst/>
              </a:prstGeom>
              <a:noFill/>
              <a:ln w="0">
                <a:noFill/>
                <a:prstDash val="solid"/>
              </a:ln>
            </p:spPr>
            <p:txBody>
              <a:bodyPr wrap="none" lIns="0" tIns="0" rIns="0" bIns="0" anchor="ctr">
                <a:normAutofit fontScale="100000"/>
              </a:bodyPr>
              <a:lstStyle>
                <a:defPPr algn="l">
                  <a:defRPr sz="769" b="1">
                    <a:solidFill>
                      <a:srgbClr val="DDA5C4"/>
                    </a:solidFill>
                    <a:latin typeface="Arial"/>
                    <a:ea typeface="Arial"/>
                    <a:cs typeface="Arial"/>
                  </a:defRPr>
                </a:defPPr>
              </a:lstStyle>
              <a:p>
                <a:pPr algn="l">
                  <a:defRPr sz="769" b="1">
                    <a:solidFill>
                      <a:srgbClr val="DDA5C4"/>
                    </a:solidFill>
                    <a:latin typeface="Arial"/>
                    <a:ea typeface="Arial"/>
                    <a:cs typeface="Arial"/>
                  </a:defRPr>
                </a:pPr>
                <a:r>
                  <a:rPr sz="769" b="1">
                    <a:solidFill>
                      <a:srgbClr val="DDA5C4"/>
                    </a:solidFill>
                    <a:latin typeface="Arial"/>
                    <a:ea typeface="Arial"/>
                    <a:cs typeface="Arial"/>
                  </a:rPr>
                  <a:t>LCA path</a:t>
                </a:r>
              </a:p>
            </p:txBody>
          </p:sp>
          <p:sp>
            <p:nvSpPr>
              <p:cNvPr id="1281" name="four:barrier-filling:line:1281">
                <a:extLst>
                  <a:ext uri="{FF2B5EF4-FFF2-40B4-BE49-F238E27FC236}">
                    <ns2:creationId id="{F1EF65AA-6263-4A8E-B040-352E42D3FFB0}"/>
                  </a:ext>
                </a:extLst>
              </p:cNvPr>
              <p:cNvSpPr>
                <a:spLocks noGrp="1"/>
              </p:cNvSpPr>
              <p:nvPr/>
            </p:nvSpPr>
            <p:spPr>
              <a:xfrm>
                <a:off x="18030825" y="4695825"/>
                <a:ext cx="247650" cy="953"/>
              </a:xfrm>
              <a:custGeom>
                <a:pathLst>
                  <a:path w="247650" h="953">
                    <a:moveTo>
                      <a:pt x="0" y="0"/>
                    </a:moveTo>
                    <a:lnTo>
                      <a:pt x="247650" y="0"/>
                    </a:lnTo>
                  </a:path>
                </a:pathLst>
              </a:custGeom>
              <a:noFill/>
              <a:ln w="14170">
                <a:solidFill>
                  <a:srgbClr val="263238"/>
                </a:solidFill>
                <a:prstDash val="solid"/>
              </a:ln>
            </p:spPr>
          </p:sp>
          <p:sp>
            <p:nvSpPr>
              <p:cNvPr id="1282" name="four:barrier-filling:textbox:1282">
                <a:extLst>
                  <a:ext uri="{FF2B5EF4-FFF2-40B4-BE49-F238E27FC236}">
                    <ns2:creationId id="{AFC24822-FE4A-44E6-9E8E-2E390666E89F}"/>
                  </a:ext>
                </a:extLst>
              </p:cNvPr>
              <p:cNvSpPr>
                <a:spLocks noGrp="1"/>
              </p:cNvSpPr>
              <p:nvPr/>
            </p:nvSpPr>
            <p:spPr>
              <a:xfrm>
                <a:off x="18345150" y="4581525"/>
                <a:ext cx="1143000" cy="228600"/>
              </a:xfrm>
              <a:prstGeom prst="rect">
                <a:avLst/>
              </a:prstGeom>
              <a:noFill/>
              <a:ln w="0">
                <a:noFill/>
                <a:prstDash val="solid"/>
              </a:ln>
            </p:spPr>
            <p:txBody>
              <a:bodyPr wrap="none" lIns="0" tIns="0" rIns="0" bIns="0" anchor="ctr">
                <a:normAutofit fontScale="100000"/>
              </a:bodyPr>
              <a:lstStyle>
                <a:defPPr algn="l">
                  <a:defRPr sz="769" b="1">
                    <a:solidFill>
                      <a:srgbClr val="263238"/>
                    </a:solidFill>
                    <a:latin typeface="Arial"/>
                    <a:ea typeface="Arial"/>
                    <a:cs typeface="Arial"/>
                  </a:defRPr>
                </a:defPPr>
              </a:lstStyle>
              <a:p>
                <a:pPr algn="l">
                  <a:defRPr sz="769" b="1">
                    <a:solidFill>
                      <a:srgbClr val="263238"/>
                    </a:solidFill>
                    <a:latin typeface="Arial"/>
                    <a:ea typeface="Arial"/>
                    <a:cs typeface="Arial"/>
                  </a:defRPr>
                </a:pPr>
                <a:r>
                  <a:rPr sz="769" b="1">
                    <a:solidFill>
                      <a:srgbClr val="263238"/>
                    </a:solidFill>
                    <a:latin typeface="Arial"/>
                    <a:ea typeface="Arial"/>
                    <a:cs typeface="Arial"/>
                  </a:rPr>
                  <a:t>Optimal</a:t>
                </a:r>
              </a:p>
            </p:txBody>
          </p:sp>
          <p:sp>
            <p:nvSpPr>
              <p:cNvPr id="1283" name="four:barrier-filling:line:1283">
                <a:extLst>
                  <a:ext uri="{FF2B5EF4-FFF2-40B4-BE49-F238E27FC236}">
                    <ns2:creationId id="{8019D7C9-1E3B-4A64-967A-6D407EDD4621}"/>
                  </a:ext>
                </a:extLst>
              </p:cNvPr>
              <p:cNvSpPr>
                <a:spLocks noGrp="1"/>
              </p:cNvSpPr>
              <p:nvPr/>
            </p:nvSpPr>
            <p:spPr>
              <a:xfrm>
                <a:off x="15944850" y="4867275"/>
                <a:ext cx="953" cy="1905000"/>
              </a:xfrm>
              <a:custGeom>
                <a:pathLst>
                  <a:path w="953" h="1905000">
                    <a:moveTo>
                      <a:pt x="0" y="54293"/>
                    </a:moveTo>
                    <a:lnTo>
                      <a:pt x="0" y="1905000"/>
                    </a:lnTo>
                  </a:path>
                </a:pathLst>
              </a:custGeom>
              <a:noFill/>
              <a:ln w="2443">
                <a:solidFill>
                  <a:srgbClr val="D8E1E7"/>
                </a:solidFill>
                <a:prstDash val="solid"/>
              </a:ln>
            </p:spPr>
          </p:sp>
          <p:sp>
            <p:nvSpPr>
              <p:cNvPr id="1284" name="four:barrier-filling:line:1284">
                <a:extLst>
                  <a:ext uri="{FF2B5EF4-FFF2-40B4-BE49-F238E27FC236}">
                    <ns2:creationId id="{6EF64ECB-D578-4C8C-9A10-8D6BD0C8DB5B}"/>
                  </a:ext>
                </a:extLst>
              </p:cNvPr>
              <p:cNvSpPr>
                <a:spLocks noGrp="1"/>
              </p:cNvSpPr>
              <p:nvPr/>
            </p:nvSpPr>
            <p:spPr>
              <a:xfrm>
                <a:off x="16868775" y="4867275"/>
                <a:ext cx="953" cy="1905000"/>
              </a:xfrm>
              <a:custGeom>
                <a:pathLst>
                  <a:path w="953" h="1905000">
                    <a:moveTo>
                      <a:pt x="0" y="0"/>
                    </a:moveTo>
                    <a:lnTo>
                      <a:pt x="0" y="1905000"/>
                    </a:lnTo>
                  </a:path>
                </a:pathLst>
              </a:custGeom>
              <a:noFill/>
              <a:ln w="2443">
                <a:solidFill>
                  <a:srgbClr val="D8E1E7"/>
                </a:solidFill>
                <a:prstDash val="solid"/>
              </a:ln>
            </p:spPr>
          </p:sp>
          <p:sp>
            <p:nvSpPr>
              <p:cNvPr id="1285" name="four:barrier-filling:line:1285">
                <a:extLst>
                  <a:ext uri="{FF2B5EF4-FFF2-40B4-BE49-F238E27FC236}">
                    <ns2:creationId id="{6A9227DB-5AD3-4D6A-B5E7-0647BB1F3D7D}"/>
                  </a:ext>
                </a:extLst>
              </p:cNvPr>
              <p:cNvSpPr>
                <a:spLocks noGrp="1"/>
              </p:cNvSpPr>
              <p:nvPr/>
            </p:nvSpPr>
            <p:spPr>
              <a:xfrm>
                <a:off x="17792700" y="4867275"/>
                <a:ext cx="953" cy="1905000"/>
              </a:xfrm>
              <a:custGeom>
                <a:pathLst>
                  <a:path w="953" h="1905000">
                    <a:moveTo>
                      <a:pt x="0" y="0"/>
                    </a:moveTo>
                    <a:lnTo>
                      <a:pt x="0" y="1170350"/>
                    </a:lnTo>
                    <a:moveTo>
                      <a:pt x="0" y="1278935"/>
                    </a:moveTo>
                    <a:lnTo>
                      <a:pt x="0" y="1311184"/>
                    </a:lnTo>
                    <a:moveTo>
                      <a:pt x="0" y="1410244"/>
                    </a:moveTo>
                    <a:lnTo>
                      <a:pt x="0" y="1905000"/>
                    </a:lnTo>
                  </a:path>
                </a:pathLst>
              </a:custGeom>
              <a:noFill/>
              <a:ln w="2443">
                <a:solidFill>
                  <a:srgbClr val="D8E1E7"/>
                </a:solidFill>
                <a:prstDash val="solid"/>
              </a:ln>
            </p:spPr>
          </p:sp>
          <p:sp>
            <p:nvSpPr>
              <p:cNvPr id="1286" name="four:barrier-filling:line:1286">
                <a:extLst>
                  <a:ext uri="{FF2B5EF4-FFF2-40B4-BE49-F238E27FC236}">
                    <ns2:creationId id="{A109EEF7-7BD7-4F42-9200-B1B072007491}"/>
                  </a:ext>
                </a:extLst>
              </p:cNvPr>
              <p:cNvSpPr>
                <a:spLocks noGrp="1"/>
              </p:cNvSpPr>
              <p:nvPr/>
            </p:nvSpPr>
            <p:spPr>
              <a:xfrm>
                <a:off x="18716625" y="4867275"/>
                <a:ext cx="953" cy="1905000"/>
              </a:xfrm>
              <a:custGeom>
                <a:pathLst>
                  <a:path w="953" h="1905000">
                    <a:moveTo>
                      <a:pt x="0" y="0"/>
                    </a:moveTo>
                    <a:lnTo>
                      <a:pt x="0" y="1905000"/>
                    </a:lnTo>
                  </a:path>
                </a:pathLst>
              </a:custGeom>
              <a:noFill/>
              <a:ln w="2443">
                <a:solidFill>
                  <a:srgbClr val="D8E1E7"/>
                </a:solidFill>
                <a:prstDash val="solid"/>
              </a:ln>
            </p:spPr>
          </p:sp>
          <p:sp>
            <p:nvSpPr>
              <p:cNvPr id="1287" name="four:barrier-filling:line:1287">
                <a:extLst>
                  <a:ext uri="{FF2B5EF4-FFF2-40B4-BE49-F238E27FC236}">
                    <ns2:creationId id="{D19DBB15-1CB7-4E78-B777-1FD7B09D08B3}"/>
                  </a:ext>
                </a:extLst>
              </p:cNvPr>
              <p:cNvSpPr>
                <a:spLocks noGrp="1"/>
              </p:cNvSpPr>
              <p:nvPr/>
            </p:nvSpPr>
            <p:spPr>
              <a:xfrm>
                <a:off x="19640550" y="4867275"/>
                <a:ext cx="953" cy="1905000"/>
              </a:xfrm>
              <a:custGeom>
                <a:pathLst>
                  <a:path w="953" h="1905000">
                    <a:moveTo>
                      <a:pt x="0" y="54293"/>
                    </a:moveTo>
                    <a:lnTo>
                      <a:pt x="0" y="1905000"/>
                    </a:lnTo>
                  </a:path>
                </a:pathLst>
              </a:custGeom>
              <a:noFill/>
              <a:ln w="2443">
                <a:solidFill>
                  <a:srgbClr val="D8E1E7"/>
                </a:solidFill>
                <a:prstDash val="solid"/>
              </a:ln>
            </p:spPr>
          </p:sp>
          <p:sp>
            <p:nvSpPr>
              <p:cNvPr id="1288" name="four:barrier-filling:line:1288">
                <a:extLst>
                  <a:ext uri="{FF2B5EF4-FFF2-40B4-BE49-F238E27FC236}">
                    <ns2:creationId id="{78DB4BD4-1D71-4197-ACDB-9A61EFF46987}"/>
                  </a:ext>
                </a:extLst>
              </p:cNvPr>
              <p:cNvSpPr>
                <a:spLocks noGrp="1"/>
              </p:cNvSpPr>
              <p:nvPr/>
            </p:nvSpPr>
            <p:spPr>
              <a:xfrm>
                <a:off x="15944850" y="4867275"/>
                <a:ext cx="3695700" cy="953"/>
              </a:xfrm>
              <a:custGeom>
                <a:pathLst>
                  <a:path w="3695700" h="953">
                    <a:moveTo>
                      <a:pt x="54293" y="0"/>
                    </a:moveTo>
                    <a:lnTo>
                      <a:pt x="3641408" y="0"/>
                    </a:lnTo>
                  </a:path>
                </a:pathLst>
              </a:custGeom>
              <a:noFill/>
              <a:ln w="2443">
                <a:solidFill>
                  <a:srgbClr val="D8E1E7"/>
                </a:solidFill>
                <a:prstDash val="solid"/>
              </a:ln>
            </p:spPr>
          </p:sp>
          <p:sp>
            <p:nvSpPr>
              <p:cNvPr id="1289" name="four:barrier-filling:line:1289">
                <a:extLst>
                  <a:ext uri="{FF2B5EF4-FFF2-40B4-BE49-F238E27FC236}">
                    <ns2:creationId id="{600B3F16-3CFB-45DE-9A88-1C21A0BDD7DD}"/>
                  </a:ext>
                </a:extLst>
              </p:cNvPr>
              <p:cNvSpPr>
                <a:spLocks noGrp="1"/>
              </p:cNvSpPr>
              <p:nvPr/>
            </p:nvSpPr>
            <p:spPr>
              <a:xfrm>
                <a:off x="15944850" y="5248275"/>
                <a:ext cx="3695700" cy="953"/>
              </a:xfrm>
              <a:custGeom>
                <a:pathLst>
                  <a:path w="3695700" h="953">
                    <a:moveTo>
                      <a:pt x="0" y="0"/>
                    </a:moveTo>
                    <a:lnTo>
                      <a:pt x="3695700" y="0"/>
                    </a:lnTo>
                  </a:path>
                </a:pathLst>
              </a:custGeom>
              <a:noFill/>
              <a:ln w="2443">
                <a:solidFill>
                  <a:srgbClr val="D8E1E7"/>
                </a:solidFill>
                <a:prstDash val="solid"/>
              </a:ln>
            </p:spPr>
          </p:sp>
          <p:sp>
            <p:nvSpPr>
              <p:cNvPr id="1290" name="four:barrier-filling:line:1290">
                <a:extLst>
                  <a:ext uri="{FF2B5EF4-FFF2-40B4-BE49-F238E27FC236}">
                    <ns2:creationId id="{8BF2130B-5471-42D7-94A6-3A44A99D2FF8}"/>
                  </a:ext>
                </a:extLst>
              </p:cNvPr>
              <p:cNvSpPr>
                <a:spLocks noGrp="1"/>
              </p:cNvSpPr>
              <p:nvPr/>
            </p:nvSpPr>
            <p:spPr>
              <a:xfrm>
                <a:off x="15944850" y="5629275"/>
                <a:ext cx="3695700" cy="953"/>
              </a:xfrm>
              <a:custGeom>
                <a:pathLst>
                  <a:path w="3695700" h="953">
                    <a:moveTo>
                      <a:pt x="0" y="0"/>
                    </a:moveTo>
                    <a:lnTo>
                      <a:pt x="3695700" y="0"/>
                    </a:lnTo>
                  </a:path>
                </a:pathLst>
              </a:custGeom>
              <a:noFill/>
              <a:ln w="2443">
                <a:solidFill>
                  <a:srgbClr val="D8E1E7"/>
                </a:solidFill>
                <a:prstDash val="solid"/>
              </a:ln>
            </p:spPr>
          </p:sp>
          <p:sp>
            <p:nvSpPr>
              <p:cNvPr id="1291" name="four:barrier-filling:line:1291">
                <a:extLst>
                  <a:ext uri="{FF2B5EF4-FFF2-40B4-BE49-F238E27FC236}">
                    <ns2:creationId id="{63D80240-B256-40DD-BF45-A8F54E6ABCE1}"/>
                  </a:ext>
                </a:extLst>
              </p:cNvPr>
              <p:cNvSpPr>
                <a:spLocks noGrp="1"/>
              </p:cNvSpPr>
              <p:nvPr/>
            </p:nvSpPr>
            <p:spPr>
              <a:xfrm>
                <a:off x="15944850" y="6010275"/>
                <a:ext cx="3695700" cy="953"/>
              </a:xfrm>
              <a:custGeom>
                <a:pathLst>
                  <a:path w="3695700" h="953">
                    <a:moveTo>
                      <a:pt x="0" y="0"/>
                    </a:moveTo>
                    <a:lnTo>
                      <a:pt x="3695700" y="0"/>
                    </a:lnTo>
                  </a:path>
                </a:pathLst>
              </a:custGeom>
              <a:noFill/>
              <a:ln w="2443">
                <a:solidFill>
                  <a:srgbClr val="D8E1E7"/>
                </a:solidFill>
                <a:prstDash val="solid"/>
              </a:ln>
            </p:spPr>
          </p:sp>
          <p:sp>
            <p:nvSpPr>
              <p:cNvPr id="1292" name="four:barrier-filling:line:1292">
                <a:extLst>
                  <a:ext uri="{FF2B5EF4-FFF2-40B4-BE49-F238E27FC236}">
                    <ns2:creationId id="{29FC334F-4CF3-4D16-B8ED-F46C88EFB723}"/>
                  </a:ext>
                </a:extLst>
              </p:cNvPr>
              <p:cNvSpPr>
                <a:spLocks noGrp="1"/>
              </p:cNvSpPr>
              <p:nvPr/>
            </p:nvSpPr>
            <p:spPr>
              <a:xfrm>
                <a:off x="15944850" y="6391275"/>
                <a:ext cx="3695700" cy="953"/>
              </a:xfrm>
              <a:custGeom>
                <a:pathLst>
                  <a:path w="3695700" h="953">
                    <a:moveTo>
                      <a:pt x="0" y="0"/>
                    </a:moveTo>
                    <a:lnTo>
                      <a:pt x="3695700" y="0"/>
                    </a:lnTo>
                  </a:path>
                </a:pathLst>
              </a:custGeom>
              <a:noFill/>
              <a:ln w="2443">
                <a:solidFill>
                  <a:srgbClr val="D8E1E7"/>
                </a:solidFill>
                <a:prstDash val="solid"/>
              </a:ln>
            </p:spPr>
          </p:sp>
          <p:sp>
            <p:nvSpPr>
              <p:cNvPr id="1293" name="four:barrier-filling:line:1293">
                <a:extLst>
                  <a:ext uri="{FF2B5EF4-FFF2-40B4-BE49-F238E27FC236}">
                    <ns2:creationId id="{8027C743-A6D8-4350-85B3-9B3FDFB4F2BE}"/>
                  </a:ext>
                </a:extLst>
              </p:cNvPr>
              <p:cNvSpPr>
                <a:spLocks noGrp="1"/>
              </p:cNvSpPr>
              <p:nvPr/>
            </p:nvSpPr>
            <p:spPr>
              <a:xfrm>
                <a:off x="15944850" y="6772275"/>
                <a:ext cx="3695700" cy="953"/>
              </a:xfrm>
              <a:custGeom>
                <a:pathLst>
                  <a:path w="3695700" h="953">
                    <a:moveTo>
                      <a:pt x="0" y="0"/>
                    </a:moveTo>
                    <a:lnTo>
                      <a:pt x="1285399" y="0"/>
                    </a:lnTo>
                    <a:moveTo>
                      <a:pt x="1393984" y="0"/>
                    </a:moveTo>
                    <a:lnTo>
                      <a:pt x="3695700" y="0"/>
                    </a:lnTo>
                  </a:path>
                </a:pathLst>
              </a:custGeom>
              <a:noFill/>
              <a:ln w="2443">
                <a:solidFill>
                  <a:srgbClr val="D8E1E7"/>
                </a:solidFill>
                <a:prstDash val="solid"/>
              </a:ln>
            </p:spPr>
          </p:sp>
          <p:sp>
            <p:nvSpPr>
              <p:cNvPr id="1294" name="four:barrier-filling:rect:1294">
                <a:extLst>
                  <a:ext uri="{FF2B5EF4-FFF2-40B4-BE49-F238E27FC236}">
                    <ns2:creationId id="{08875273-4676-464E-8D3D-2CED948009FB}"/>
                  </a:ext>
                </a:extLst>
              </p:cNvPr>
              <p:cNvSpPr>
                <a:spLocks noGrp="1"/>
              </p:cNvSpPr>
              <p:nvPr/>
            </p:nvSpPr>
            <p:spPr>
              <a:xfrm>
                <a:off x="15944850" y="4867275"/>
                <a:ext cx="3695700" cy="1905000"/>
              </a:xfrm>
              <a:prstGeom prst="rect">
                <a:avLst/>
              </a:prstGeom>
              <a:noFill/>
              <a:ln w="3909">
                <a:solidFill>
                  <a:srgbClr val="A8B6C1"/>
                </a:solidFill>
                <a:prstDash val="solid"/>
              </a:ln>
            </p:spPr>
          </p:sp>
          <p:sp>
            <p:nvSpPr>
              <p:cNvPr id="1295" name="four:barrier-filling:line:1295">
                <a:extLst>
                  <a:ext uri="{FF2B5EF4-FFF2-40B4-BE49-F238E27FC236}">
                    <ns2:creationId id="{FA5A6B12-3D36-45E9-AA31-24F69ABD228D}"/>
                  </a:ext>
                </a:extLst>
              </p:cNvPr>
              <p:cNvSpPr>
                <a:spLocks noGrp="1"/>
              </p:cNvSpPr>
              <p:nvPr/>
            </p:nvSpPr>
            <p:spPr>
              <a:xfrm>
                <a:off x="16268224" y="6267450"/>
                <a:ext cx="953" cy="762000"/>
              </a:xfrm>
              <a:custGeom>
                <a:pathLst>
                  <a:path w="953" h="762000">
                    <a:moveTo>
                      <a:pt x="0" y="0"/>
                    </a:moveTo>
                    <a:lnTo>
                      <a:pt x="0" y="762000"/>
                    </a:lnTo>
                  </a:path>
                </a:pathLst>
              </a:custGeom>
              <a:noFill/>
              <a:ln w="4886">
                <a:solidFill>
                  <a:srgbClr val="0072B2">
                    <a:alpha val="70000"/>
                  </a:srgbClr>
                </a:solidFill>
                <a:prstDash val="dash"/>
              </a:ln>
            </p:spPr>
          </p:sp>
          <p:sp>
            <p:nvSpPr>
              <p:cNvPr id="1296" name="four:barrier-filling:line:1296">
                <a:extLst>
                  <a:ext uri="{FF2B5EF4-FFF2-40B4-BE49-F238E27FC236}">
                    <ns2:creationId id="{59B53D15-A766-424D-B997-15BC003E458D}"/>
                  </a:ext>
                </a:extLst>
              </p:cNvPr>
              <p:cNvSpPr>
                <a:spLocks noGrp="1"/>
              </p:cNvSpPr>
              <p:nvPr/>
            </p:nvSpPr>
            <p:spPr>
              <a:xfrm>
                <a:off x="17284541" y="6838950"/>
                <a:ext cx="953" cy="190500"/>
              </a:xfrm>
              <a:custGeom>
                <a:pathLst>
                  <a:path w="953" h="190500">
                    <a:moveTo>
                      <a:pt x="0" y="0"/>
                    </a:moveTo>
                    <a:lnTo>
                      <a:pt x="0" y="190500"/>
                    </a:lnTo>
                  </a:path>
                </a:pathLst>
              </a:custGeom>
              <a:noFill/>
              <a:ln w="4886">
                <a:solidFill>
                  <a:srgbClr val="D55E00">
                    <a:alpha val="70000"/>
                  </a:srgbClr>
                </a:solidFill>
                <a:prstDash val="dash"/>
              </a:ln>
            </p:spPr>
          </p:sp>
          <p:sp>
            <p:nvSpPr>
              <p:cNvPr id="1297" name="four:barrier-filling:line:1297">
                <a:extLst>
                  <a:ext uri="{FF2B5EF4-FFF2-40B4-BE49-F238E27FC236}">
                    <ns2:creationId id="{68959BE5-3BAD-4D63-8EC4-4D23DAB604C5}"/>
                  </a:ext>
                </a:extLst>
              </p:cNvPr>
              <p:cNvSpPr>
                <a:spLocks noGrp="1"/>
              </p:cNvSpPr>
              <p:nvPr/>
            </p:nvSpPr>
            <p:spPr>
              <a:xfrm>
                <a:off x="18300859" y="6539593"/>
                <a:ext cx="953" cy="489857"/>
              </a:xfrm>
              <a:custGeom>
                <a:pathLst>
                  <a:path w="953" h="489857">
                    <a:moveTo>
                      <a:pt x="0" y="0"/>
                    </a:moveTo>
                    <a:lnTo>
                      <a:pt x="0" y="489857"/>
                    </a:lnTo>
                  </a:path>
                </a:pathLst>
              </a:custGeom>
              <a:noFill/>
              <a:ln w="4886">
                <a:solidFill>
                  <a:srgbClr val="009E73">
                    <a:alpha val="70000"/>
                  </a:srgbClr>
                </a:solidFill>
                <a:prstDash val="dash"/>
              </a:ln>
            </p:spPr>
          </p:sp>
          <p:sp>
            <p:nvSpPr>
              <p:cNvPr id="1298" name="four:barrier-filling:line:1298">
                <a:extLst>
                  <a:ext uri="{FF2B5EF4-FFF2-40B4-BE49-F238E27FC236}">
                    <ns2:creationId id="{D983FE4A-4DDD-429E-ACE4-FD4D0D466640}"/>
                  </a:ext>
                </a:extLst>
              </p:cNvPr>
              <p:cNvSpPr>
                <a:spLocks noGrp="1"/>
              </p:cNvSpPr>
              <p:nvPr/>
            </p:nvSpPr>
            <p:spPr>
              <a:xfrm>
                <a:off x="19317176" y="5913664"/>
                <a:ext cx="953" cy="1115786"/>
              </a:xfrm>
              <a:custGeom>
                <a:pathLst>
                  <a:path w="953" h="1115786">
                    <a:moveTo>
                      <a:pt x="0" y="0"/>
                    </a:moveTo>
                    <a:lnTo>
                      <a:pt x="0" y="1115786"/>
                    </a:lnTo>
                  </a:path>
                </a:pathLst>
              </a:custGeom>
              <a:noFill/>
              <a:ln w="4886">
                <a:solidFill>
                  <a:srgbClr val="CC79A7">
                    <a:alpha val="70000"/>
                  </a:srgbClr>
                </a:solidFill>
                <a:prstDash val="dash"/>
              </a:ln>
            </p:spPr>
          </p:sp>
          <p:sp>
            <p:nvSpPr>
              <p:cNvPr id="1299" name="four:barrier-filling:smooth-change-band:1299">
                <a:extLst>
                  <a:ext uri="{FF2B5EF4-FFF2-40B4-BE49-F238E27FC236}">
                    <ns2:creationId id="{4D6DED5C-6963-4DA1-BA88-006573B0F9EC}"/>
                  </a:ext>
                </a:extLst>
              </p:cNvPr>
              <p:cNvSpPr>
                <a:spLocks noGrp="1"/>
              </p:cNvSpPr>
              <p:nvPr/>
            </p:nvSpPr>
            <p:spPr>
              <a:xfrm>
                <a:off x="16268224" y="5003346"/>
                <a:ext cx="508159" cy="1197429"/>
              </a:xfrm>
              <a:custGeom>
                <a:pathLst>
                  <a:path w="508159" h="1197429">
                    <a:moveTo>
                      <a:pt x="0" y="1197429"/>
                    </a:moveTo>
                    <a:cubicBezTo>
                      <a:pt x="169386" y="1197429"/>
                      <a:pt x="338772" y="136071"/>
                      <a:pt x="508159" y="136071"/>
                    </a:cubicBezTo>
                    <a:lnTo>
                      <a:pt x="508159" y="0"/>
                    </a:lnTo>
                    <a:cubicBezTo>
                      <a:pt x="338772" y="0"/>
                      <a:pt x="169386" y="1197429"/>
                      <a:pt x="0" y="1197429"/>
                    </a:cubicBezTo>
                    <a:close/>
                  </a:path>
                </a:pathLst>
              </a:custGeom>
              <a:solidFill>
                <a:srgbClr val="D3DCE4">
                  <a:alpha val="32000"/>
                </a:srgbClr>
              </a:solidFill>
              <a:ln w="0">
                <a:noFill/>
              </a:ln>
            </p:spPr>
          </p:sp>
          <p:sp>
            <p:nvSpPr>
              <p:cNvPr id="1300" name="four:barrier-filling:smooth-change-band:1300">
                <a:extLst>
                  <a:ext uri="{FF2B5EF4-FFF2-40B4-BE49-F238E27FC236}">
                    <ns2:creationId id="{66F556D9-619B-4958-9F3B-CA0177491364}"/>
                  </a:ext>
                </a:extLst>
              </p:cNvPr>
              <p:cNvSpPr>
                <a:spLocks noGrp="1"/>
              </p:cNvSpPr>
              <p:nvPr/>
            </p:nvSpPr>
            <p:spPr>
              <a:xfrm>
                <a:off x="16776383" y="5003346"/>
                <a:ext cx="508159" cy="1768929"/>
              </a:xfrm>
              <a:custGeom>
                <a:pathLst>
                  <a:path w="508159" h="1768929">
                    <a:moveTo>
                      <a:pt x="0" y="136071"/>
                    </a:moveTo>
                    <a:cubicBezTo>
                      <a:pt x="169386" y="136071"/>
                      <a:pt x="338773" y="1768929"/>
                      <a:pt x="508159" y="1768929"/>
                    </a:cubicBezTo>
                    <a:lnTo>
                      <a:pt x="508159" y="1768929"/>
                    </a:lnTo>
                    <a:cubicBezTo>
                      <a:pt x="338773" y="1768929"/>
                      <a:pt x="169386" y="0"/>
                      <a:pt x="0" y="0"/>
                    </a:cubicBezTo>
                    <a:close/>
                  </a:path>
                </a:pathLst>
              </a:custGeom>
              <a:solidFill>
                <a:srgbClr val="D3DCE4">
                  <a:alpha val="32000"/>
                </a:srgbClr>
              </a:solidFill>
              <a:ln w="0">
                <a:noFill/>
              </a:ln>
            </p:spPr>
          </p:sp>
          <p:sp>
            <p:nvSpPr>
              <p:cNvPr id="1301" name="four:barrier-filling:smooth-change-band:1301">
                <a:extLst>
                  <a:ext uri="{FF2B5EF4-FFF2-40B4-BE49-F238E27FC236}">
                    <ns2:creationId id="{C1E50906-92F5-4637-B849-CE781706BF22}"/>
                  </a:ext>
                </a:extLst>
              </p:cNvPr>
              <p:cNvSpPr>
                <a:spLocks noGrp="1"/>
              </p:cNvSpPr>
              <p:nvPr/>
            </p:nvSpPr>
            <p:spPr>
              <a:xfrm>
                <a:off x="17284541" y="6091918"/>
                <a:ext cx="508159" cy="680357"/>
              </a:xfrm>
              <a:custGeom>
                <a:pathLst>
                  <a:path w="508159" h="680357">
                    <a:moveTo>
                      <a:pt x="0" y="680357"/>
                    </a:moveTo>
                    <a:cubicBezTo>
                      <a:pt x="169386" y="680357"/>
                      <a:pt x="338772" y="0"/>
                      <a:pt x="508159" y="0"/>
                    </a:cubicBezTo>
                    <a:lnTo>
                      <a:pt x="508159" y="136071"/>
                    </a:lnTo>
                    <a:cubicBezTo>
                      <a:pt x="338772" y="136071"/>
                      <a:pt x="169386" y="680357"/>
                      <a:pt x="0" y="680357"/>
                    </a:cubicBezTo>
                    <a:close/>
                  </a:path>
                </a:pathLst>
              </a:custGeom>
              <a:solidFill>
                <a:srgbClr val="D3DCE4">
                  <a:alpha val="32000"/>
                </a:srgbClr>
              </a:solidFill>
              <a:ln w="0">
                <a:noFill/>
              </a:ln>
            </p:spPr>
          </p:sp>
          <p:sp>
            <p:nvSpPr>
              <p:cNvPr id="1302" name="four:barrier-filling:smooth-change-band:1302">
                <a:extLst>
                  <a:ext uri="{FF2B5EF4-FFF2-40B4-BE49-F238E27FC236}">
                    <ns2:creationId id="{4795E2E8-2823-4A86-8796-B638C7FEBD43}"/>
                  </a:ext>
                </a:extLst>
              </p:cNvPr>
              <p:cNvSpPr>
                <a:spLocks noGrp="1"/>
              </p:cNvSpPr>
              <p:nvPr/>
            </p:nvSpPr>
            <p:spPr>
              <a:xfrm>
                <a:off x="17792700" y="6091918"/>
                <a:ext cx="508159" cy="381000"/>
              </a:xfrm>
              <a:custGeom>
                <a:pathLst>
                  <a:path w="508159" h="381000">
                    <a:moveTo>
                      <a:pt x="0" y="0"/>
                    </a:moveTo>
                    <a:cubicBezTo>
                      <a:pt x="169386" y="0"/>
                      <a:pt x="338772" y="381000"/>
                      <a:pt x="508159" y="381000"/>
                    </a:cubicBezTo>
                    <a:lnTo>
                      <a:pt x="508159" y="381000"/>
                    </a:lnTo>
                    <a:cubicBezTo>
                      <a:pt x="338772" y="381000"/>
                      <a:pt x="169386" y="136071"/>
                      <a:pt x="0" y="136071"/>
                    </a:cubicBezTo>
                    <a:close/>
                  </a:path>
                </a:pathLst>
              </a:custGeom>
              <a:solidFill>
                <a:srgbClr val="D3DCE4">
                  <a:alpha val="32000"/>
                </a:srgbClr>
              </a:solidFill>
              <a:ln w="0">
                <a:noFill/>
              </a:ln>
            </p:spPr>
          </p:sp>
          <p:sp>
            <p:nvSpPr>
              <p:cNvPr id="1303" name="four:barrier-filling:smooth-change-band:1303">
                <a:extLst>
                  <a:ext uri="{FF2B5EF4-FFF2-40B4-BE49-F238E27FC236}">
                    <ns2:creationId id="{DCCBBC11-2010-437A-BC59-AE26CC209A6E}"/>
                  </a:ext>
                </a:extLst>
              </p:cNvPr>
              <p:cNvSpPr>
                <a:spLocks noGrp="1"/>
              </p:cNvSpPr>
              <p:nvPr/>
            </p:nvSpPr>
            <p:spPr>
              <a:xfrm>
                <a:off x="18300859" y="5003346"/>
                <a:ext cx="508159" cy="1469571"/>
              </a:xfrm>
              <a:custGeom>
                <a:pathLst>
                  <a:path w="508159" h="1469571">
                    <a:moveTo>
                      <a:pt x="0" y="1469571"/>
                    </a:moveTo>
                    <a:cubicBezTo>
                      <a:pt x="169386" y="1469571"/>
                      <a:pt x="338773" y="136071"/>
                      <a:pt x="508159" y="136071"/>
                    </a:cubicBezTo>
                    <a:lnTo>
                      <a:pt x="508159" y="0"/>
                    </a:lnTo>
                    <a:cubicBezTo>
                      <a:pt x="338773" y="0"/>
                      <a:pt x="169386" y="1469571"/>
                      <a:pt x="0" y="1469571"/>
                    </a:cubicBezTo>
                    <a:close/>
                  </a:path>
                </a:pathLst>
              </a:custGeom>
              <a:solidFill>
                <a:srgbClr val="D3DCE4">
                  <a:alpha val="32000"/>
                </a:srgbClr>
              </a:solidFill>
              <a:ln w="0">
                <a:noFill/>
              </a:ln>
            </p:spPr>
          </p:sp>
          <p:sp>
            <p:nvSpPr>
              <p:cNvPr id="1304" name="four:barrier-filling:smooth-change-band:1304">
                <a:extLst>
                  <a:ext uri="{FF2B5EF4-FFF2-40B4-BE49-F238E27FC236}">
                    <ns2:creationId id="{45F992E7-9479-4E36-9621-2AFA5B9E62EF}"/>
                  </a:ext>
                </a:extLst>
              </p:cNvPr>
              <p:cNvSpPr>
                <a:spLocks noGrp="1"/>
              </p:cNvSpPr>
              <p:nvPr/>
            </p:nvSpPr>
            <p:spPr>
              <a:xfrm>
                <a:off x="18809018" y="5003346"/>
                <a:ext cx="508159" cy="843643"/>
              </a:xfrm>
              <a:custGeom>
                <a:pathLst>
                  <a:path w="508159" h="843643">
                    <a:moveTo>
                      <a:pt x="0" y="136071"/>
                    </a:moveTo>
                    <a:cubicBezTo>
                      <a:pt x="169386" y="136071"/>
                      <a:pt x="338772" y="843643"/>
                      <a:pt x="508159" y="843643"/>
                    </a:cubicBezTo>
                    <a:lnTo>
                      <a:pt x="508159" y="843643"/>
                    </a:lnTo>
                    <a:cubicBezTo>
                      <a:pt x="338772" y="843643"/>
                      <a:pt x="169386" y="0"/>
                      <a:pt x="0" y="0"/>
                    </a:cubicBezTo>
                    <a:close/>
                  </a:path>
                </a:pathLst>
              </a:custGeom>
              <a:solidFill>
                <a:srgbClr val="D3DCE4">
                  <a:alpha val="32000"/>
                </a:srgbClr>
              </a:solidFill>
              <a:ln w="0">
                <a:noFill/>
              </a:ln>
            </p:spPr>
          </p:sp>
          <p:sp>
            <p:nvSpPr>
              <p:cNvPr id="1305" name="four:barrier-filling:initial-filling-curve:1305">
                <a:extLst>
                  <a:ext uri="{FF2B5EF4-FFF2-40B4-BE49-F238E27FC236}">
                    <ns2:creationId id="{FB0C1D6C-474E-4886-A00C-BFAA4EC1BA08}"/>
                  </a:ext>
                </a:extLst>
              </p:cNvPr>
              <p:cNvSpPr>
                <a:spLocks noGrp="1"/>
              </p:cNvSpPr>
              <p:nvPr/>
            </p:nvSpPr>
            <p:spPr>
              <a:xfrm>
                <a:off x="15944850" y="4867275"/>
                <a:ext cx="323374" cy="1333500"/>
              </a:xfrm>
              <a:custGeom>
                <a:pathLst>
                  <a:path w="323374" h="1333500">
                    <a:moveTo>
                      <a:pt x="27329" y="26963"/>
                    </a:moveTo>
                    <a:cubicBezTo>
                      <a:pt x="116901" y="198432"/>
                      <a:pt x="206473" y="1135068"/>
                      <a:pt x="296045" y="1306537"/>
                    </a:cubicBezTo>
                  </a:path>
                </a:pathLst>
              </a:custGeom>
              <a:noFill/>
              <a:ln w="17102">
                <a:solidFill>
                  <a:srgbClr val="DDA5C4"/>
                </a:solidFill>
                <a:prstDash val="dash"/>
              </a:ln>
            </p:spPr>
          </p:sp>
          <p:sp>
            <p:nvSpPr>
              <p:cNvPr id="1306" name="four:barrier-filling:initial-filling-curve:1306">
                <a:extLst>
                  <a:ext uri="{FF2B5EF4-FFF2-40B4-BE49-F238E27FC236}">
                    <ns2:creationId id="{6F6241D0-1F74-4E9D-9D4C-CE1FF50440B1}"/>
                  </a:ext>
                </a:extLst>
              </p:cNvPr>
              <p:cNvSpPr>
                <a:spLocks noGrp="1"/>
              </p:cNvSpPr>
              <p:nvPr/>
            </p:nvSpPr>
            <p:spPr>
              <a:xfrm>
                <a:off x="16268224" y="5003346"/>
                <a:ext cx="508159" cy="1197429"/>
              </a:xfrm>
              <a:custGeom>
                <a:pathLst>
                  <a:path w="508159" h="1197429">
                    <a:moveTo>
                      <a:pt x="36575" y="1179711"/>
                    </a:moveTo>
                    <a:cubicBezTo>
                      <a:pt x="182407" y="1041990"/>
                      <a:pt x="328239" y="144475"/>
                      <a:pt x="474071" y="15442"/>
                    </a:cubicBezTo>
                  </a:path>
                </a:pathLst>
              </a:custGeom>
              <a:noFill/>
              <a:ln w="17102">
                <a:solidFill>
                  <a:srgbClr val="DDA5C4"/>
                </a:solidFill>
                <a:prstDash val="dash"/>
              </a:ln>
            </p:spPr>
          </p:sp>
          <p:sp>
            <p:nvSpPr>
              <p:cNvPr id="1307" name="four:barrier-filling:initial-filling-curve:1307">
                <a:extLst>
                  <a:ext uri="{FF2B5EF4-FFF2-40B4-BE49-F238E27FC236}">
                    <ns2:creationId id="{D343E27B-77B8-440E-BD7A-574E39AF8CF0}"/>
                  </a:ext>
                </a:extLst>
              </p:cNvPr>
              <p:cNvSpPr>
                <a:spLocks noGrp="1"/>
              </p:cNvSpPr>
              <p:nvPr/>
            </p:nvSpPr>
            <p:spPr>
              <a:xfrm>
                <a:off x="16776383" y="5003346"/>
                <a:ext cx="508159" cy="1768929"/>
              </a:xfrm>
              <a:custGeom>
                <a:pathLst>
                  <a:path w="508159" h="1768929">
                    <a:moveTo>
                      <a:pt x="30810" y="18720"/>
                    </a:moveTo>
                    <a:cubicBezTo>
                      <a:pt x="178944" y="194936"/>
                      <a:pt x="327077" y="1559986"/>
                      <a:pt x="475211" y="1747584"/>
                    </a:cubicBezTo>
                  </a:path>
                </a:pathLst>
              </a:custGeom>
              <a:noFill/>
              <a:ln w="17102">
                <a:solidFill>
                  <a:srgbClr val="DDA5C4"/>
                </a:solidFill>
                <a:prstDash val="dash"/>
              </a:ln>
            </p:spPr>
          </p:sp>
          <p:sp>
            <p:nvSpPr>
              <p:cNvPr id="1308" name="four:barrier-filling:initial-filling-curve:1308">
                <a:extLst>
                  <a:ext uri="{FF2B5EF4-FFF2-40B4-BE49-F238E27FC236}">
                    <ns2:creationId id="{E4E30E9F-1CD4-499B-BC90-A931FC0CA04F}"/>
                  </a:ext>
                </a:extLst>
              </p:cNvPr>
              <p:cNvSpPr>
                <a:spLocks noGrp="1"/>
              </p:cNvSpPr>
              <p:nvPr/>
            </p:nvSpPr>
            <p:spPr>
              <a:xfrm>
                <a:off x="17284541" y="6227989"/>
                <a:ext cx="508159" cy="544286"/>
              </a:xfrm>
              <a:custGeom>
                <a:pathLst>
                  <a:path w="508159" h="544286">
                    <a:moveTo>
                      <a:pt x="43174" y="533167"/>
                    </a:moveTo>
                    <a:cubicBezTo>
                      <a:pt x="184848" y="462384"/>
                      <a:pt x="326523" y="75538"/>
                      <a:pt x="468197" y="9569"/>
                    </a:cubicBezTo>
                  </a:path>
                </a:pathLst>
              </a:custGeom>
              <a:noFill/>
              <a:ln w="17102">
                <a:solidFill>
                  <a:srgbClr val="DDA5C4"/>
                </a:solidFill>
                <a:prstDash val="dash"/>
              </a:ln>
            </p:spPr>
          </p:sp>
          <p:sp>
            <p:nvSpPr>
              <p:cNvPr id="1309" name="four:barrier-filling:initial-filling-curve:1309">
                <a:extLst>
                  <a:ext uri="{FF2B5EF4-FFF2-40B4-BE49-F238E27FC236}">
                    <ns2:creationId id="{D32240FB-08AE-4C2B-96E7-AA876715C002}"/>
                  </a:ext>
                </a:extLst>
              </p:cNvPr>
              <p:cNvSpPr>
                <a:spLocks noGrp="1"/>
              </p:cNvSpPr>
              <p:nvPr/>
            </p:nvSpPr>
            <p:spPr>
              <a:xfrm>
                <a:off x="17792700" y="6227989"/>
                <a:ext cx="508159" cy="244929"/>
              </a:xfrm>
              <a:custGeom>
                <a:pathLst>
                  <a:path w="508159" h="244929">
                    <a:moveTo>
                      <a:pt x="44276" y="5254"/>
                    </a:moveTo>
                    <a:cubicBezTo>
                      <a:pt x="182864" y="37132"/>
                      <a:pt x="321451" y="204397"/>
                      <a:pt x="460039" y="238756"/>
                    </a:cubicBezTo>
                  </a:path>
                </a:pathLst>
              </a:custGeom>
              <a:noFill/>
              <a:ln w="17102">
                <a:solidFill>
                  <a:srgbClr val="DDA5C4"/>
                </a:solidFill>
                <a:prstDash val="dash"/>
              </a:ln>
            </p:spPr>
          </p:sp>
          <p:sp>
            <p:nvSpPr>
              <p:cNvPr id="1310" name="four:barrier-filling:initial-filling-curve:1310">
                <a:extLst>
                  <a:ext uri="{FF2B5EF4-FFF2-40B4-BE49-F238E27FC236}">
                    <ns2:creationId id="{6DE5D821-766A-4552-89F8-F6BF3B3C7100}"/>
                  </a:ext>
                </a:extLst>
              </p:cNvPr>
              <p:cNvSpPr>
                <a:spLocks noGrp="1"/>
              </p:cNvSpPr>
              <p:nvPr/>
            </p:nvSpPr>
            <p:spPr>
              <a:xfrm>
                <a:off x="18300859" y="5003346"/>
                <a:ext cx="508159" cy="1469571"/>
              </a:xfrm>
              <a:custGeom>
                <a:pathLst>
                  <a:path w="508159" h="1469571">
                    <a:moveTo>
                      <a:pt x="34686" y="1449965"/>
                    </a:moveTo>
                    <a:cubicBezTo>
                      <a:pt x="181715" y="1287710"/>
                      <a:pt x="328745" y="169372"/>
                      <a:pt x="475774" y="17145"/>
                    </a:cubicBezTo>
                  </a:path>
                </a:pathLst>
              </a:custGeom>
              <a:noFill/>
              <a:ln w="17102">
                <a:solidFill>
                  <a:srgbClr val="DDA5C4"/>
                </a:solidFill>
                <a:prstDash val="dash"/>
              </a:ln>
            </p:spPr>
          </p:sp>
          <p:sp>
            <p:nvSpPr>
              <p:cNvPr id="1311" name="four:barrier-filling:initial-filling-curve:1311">
                <a:extLst>
                  <a:ext uri="{FF2B5EF4-FFF2-40B4-BE49-F238E27FC236}">
                    <ns2:creationId id="{E764FD5F-B691-448D-B5EA-CE7B451202B6}"/>
                  </a:ext>
                </a:extLst>
              </p:cNvPr>
              <p:cNvSpPr>
                <a:spLocks noGrp="1"/>
              </p:cNvSpPr>
              <p:nvPr/>
            </p:nvSpPr>
            <p:spPr>
              <a:xfrm>
                <a:off x="18809018" y="5003346"/>
                <a:ext cx="508159" cy="843643"/>
              </a:xfrm>
              <a:custGeom>
                <a:pathLst>
                  <a:path w="508159" h="843643">
                    <a:moveTo>
                      <a:pt x="36858" y="12672"/>
                    </a:moveTo>
                    <a:cubicBezTo>
                      <a:pt x="180735" y="109085"/>
                      <a:pt x="324612" y="725871"/>
                      <a:pt x="468488" y="829021"/>
                    </a:cubicBezTo>
                  </a:path>
                </a:pathLst>
              </a:custGeom>
              <a:noFill/>
              <a:ln w="17102">
                <a:solidFill>
                  <a:srgbClr val="DDA5C4"/>
                </a:solidFill>
                <a:prstDash val="dash"/>
              </a:ln>
            </p:spPr>
          </p:sp>
          <p:sp>
            <p:nvSpPr>
              <p:cNvPr id="1312" name="four:barrier-filling:initial-filling-curve:1312">
                <a:extLst>
                  <a:ext uri="{FF2B5EF4-FFF2-40B4-BE49-F238E27FC236}">
                    <ns2:creationId id="{6B7DF382-FC74-4928-85D8-C764FC709572}"/>
                  </a:ext>
                </a:extLst>
              </p:cNvPr>
              <p:cNvSpPr>
                <a:spLocks noGrp="1"/>
              </p:cNvSpPr>
              <p:nvPr/>
            </p:nvSpPr>
            <p:spPr>
              <a:xfrm>
                <a:off x="19317176" y="4867275"/>
                <a:ext cx="323374" cy="979714"/>
              </a:xfrm>
              <a:custGeom>
                <a:pathLst>
                  <a:path w="323374" h="979714">
                    <a:moveTo>
                      <a:pt x="30221" y="955643"/>
                    </a:moveTo>
                    <a:cubicBezTo>
                      <a:pt x="117865" y="820665"/>
                      <a:pt x="205509" y="159049"/>
                      <a:pt x="293152" y="24071"/>
                    </a:cubicBezTo>
                  </a:path>
                </a:pathLst>
              </a:custGeom>
              <a:noFill/>
              <a:ln w="17102">
                <a:solidFill>
                  <a:srgbClr val="DDA5C4"/>
                </a:solidFill>
                <a:prstDash val="dash"/>
              </a:ln>
            </p:spPr>
          </p:sp>
          <p:sp>
            <p:nvSpPr>
              <p:cNvPr id="1313" name="four:barrier-filling:profile-halo:1313">
                <a:extLst>
                  <a:ext uri="{FF2B5EF4-FFF2-40B4-BE49-F238E27FC236}">
                    <ns2:creationId id="{A7F70710-9C12-438A-AD81-1A81C6B28E04}"/>
                  </a:ext>
                </a:extLst>
              </p:cNvPr>
              <p:cNvSpPr>
                <a:spLocks noGrp="1"/>
              </p:cNvSpPr>
              <p:nvPr/>
            </p:nvSpPr>
            <p:spPr>
              <a:xfrm>
                <a:off x="15944850" y="4867275"/>
                <a:ext cx="323374" cy="1333500"/>
              </a:xfrm>
              <a:custGeom>
                <a:pathLst>
                  <a:path w="323374" h="1333500">
                    <a:moveTo>
                      <a:pt x="27329" y="26963"/>
                    </a:moveTo>
                    <a:cubicBezTo>
                      <a:pt x="116901" y="198432"/>
                      <a:pt x="206473" y="1135068"/>
                      <a:pt x="296045" y="1306537"/>
                    </a:cubicBezTo>
                  </a:path>
                </a:pathLst>
              </a:custGeom>
              <a:noFill/>
              <a:ln w="21988">
                <a:solidFill>
                  <a:srgbClr val="FFFFFF"/>
                </a:solidFill>
                <a:prstDash val="solid"/>
              </a:ln>
            </p:spPr>
          </p:sp>
          <p:sp>
            <p:nvSpPr>
              <p:cNvPr id="1314" name="four:barrier-filling:optimized-filling-curve:1314">
                <a:extLst>
                  <a:ext uri="{FF2B5EF4-FFF2-40B4-BE49-F238E27FC236}">
                    <ns2:creationId id="{78FB2897-6269-45AE-BDD7-382CEFD333C5}"/>
                  </a:ext>
                </a:extLst>
              </p:cNvPr>
              <p:cNvSpPr>
                <a:spLocks noGrp="1"/>
              </p:cNvSpPr>
              <p:nvPr/>
            </p:nvSpPr>
            <p:spPr>
              <a:xfrm>
                <a:off x="15944850" y="4867275"/>
                <a:ext cx="323374" cy="1333500"/>
              </a:xfrm>
              <a:custGeom>
                <a:pathLst>
                  <a:path w="323374" h="1333500">
                    <a:moveTo>
                      <a:pt x="27329" y="26963"/>
                    </a:moveTo>
                    <a:cubicBezTo>
                      <a:pt x="116901" y="198432"/>
                      <a:pt x="206473" y="1135068"/>
                      <a:pt x="296045" y="1306537"/>
                    </a:cubicBezTo>
                  </a:path>
                </a:pathLst>
              </a:custGeom>
              <a:noFill/>
              <a:ln w="13681">
                <a:solidFill>
                  <a:srgbClr val="263238"/>
                </a:solidFill>
                <a:prstDash val="solid"/>
              </a:ln>
            </p:spPr>
          </p:sp>
          <p:sp>
            <p:nvSpPr>
              <p:cNvPr id="1315" name="four:barrier-filling:profile-halo:1315">
                <a:extLst>
                  <a:ext uri="{FF2B5EF4-FFF2-40B4-BE49-F238E27FC236}">
                    <ns2:creationId id="{6810CE41-0343-4119-816C-22CE391BE745}"/>
                  </a:ext>
                </a:extLst>
              </p:cNvPr>
              <p:cNvSpPr>
                <a:spLocks noGrp="1"/>
              </p:cNvSpPr>
              <p:nvPr/>
            </p:nvSpPr>
            <p:spPr>
              <a:xfrm>
                <a:off x="16268224" y="5139418"/>
                <a:ext cx="508159" cy="1061357"/>
              </a:xfrm>
              <a:custGeom>
                <a:pathLst>
                  <a:path w="508159" h="1061357">
                    <a:moveTo>
                      <a:pt x="37664" y="1044729"/>
                    </a:moveTo>
                    <a:cubicBezTo>
                      <a:pt x="181941" y="920651"/>
                      <a:pt x="326218" y="140707"/>
                      <a:pt x="470494" y="16628"/>
                    </a:cubicBezTo>
                  </a:path>
                </a:pathLst>
              </a:custGeom>
              <a:noFill/>
              <a:ln w="21988">
                <a:solidFill>
                  <a:srgbClr val="FFFFFF"/>
                </a:solidFill>
                <a:prstDash val="solid"/>
              </a:ln>
            </p:spPr>
          </p:sp>
          <p:sp>
            <p:nvSpPr>
              <p:cNvPr id="1316" name="four:barrier-filling:optimized-filling-curve:1316">
                <a:extLst>
                  <a:ext uri="{FF2B5EF4-FFF2-40B4-BE49-F238E27FC236}">
                    <ns2:creationId id="{DE3C722B-BEC4-4907-8562-6428ED6F9621}"/>
                  </a:ext>
                </a:extLst>
              </p:cNvPr>
              <p:cNvSpPr>
                <a:spLocks noGrp="1"/>
              </p:cNvSpPr>
              <p:nvPr/>
            </p:nvSpPr>
            <p:spPr>
              <a:xfrm>
                <a:off x="16268224" y="5139418"/>
                <a:ext cx="508159" cy="1061357"/>
              </a:xfrm>
              <a:custGeom>
                <a:pathLst>
                  <a:path w="508159" h="1061357">
                    <a:moveTo>
                      <a:pt x="37664" y="1044729"/>
                    </a:moveTo>
                    <a:cubicBezTo>
                      <a:pt x="181941" y="920651"/>
                      <a:pt x="326218" y="140707"/>
                      <a:pt x="470494" y="16628"/>
                    </a:cubicBezTo>
                  </a:path>
                </a:pathLst>
              </a:custGeom>
              <a:noFill/>
              <a:ln w="13681">
                <a:solidFill>
                  <a:srgbClr val="263238"/>
                </a:solidFill>
                <a:prstDash val="solid"/>
              </a:ln>
            </p:spPr>
          </p:sp>
          <p:sp>
            <p:nvSpPr>
              <p:cNvPr id="1317" name="four:barrier-filling:profile-halo:1317">
                <a:extLst>
                  <a:ext uri="{FF2B5EF4-FFF2-40B4-BE49-F238E27FC236}">
                    <ns2:creationId id="{38AF504D-DD78-4DD8-9573-9883DAEC33CF}"/>
                  </a:ext>
                </a:extLst>
              </p:cNvPr>
              <p:cNvSpPr>
                <a:spLocks noGrp="1"/>
              </p:cNvSpPr>
              <p:nvPr/>
            </p:nvSpPr>
            <p:spPr>
              <a:xfrm>
                <a:off x="16776383" y="5139418"/>
                <a:ext cx="508159" cy="1632857"/>
              </a:xfrm>
              <a:custGeom>
                <a:pathLst>
                  <a:path w="508159" h="1632857">
                    <a:moveTo>
                      <a:pt x="33700" y="20592"/>
                    </a:moveTo>
                    <a:cubicBezTo>
                      <a:pt x="180620" y="195985"/>
                      <a:pt x="327539" y="1436872"/>
                      <a:pt x="474458" y="1612265"/>
                    </a:cubicBezTo>
                  </a:path>
                </a:pathLst>
              </a:custGeom>
              <a:noFill/>
              <a:ln w="21988">
                <a:solidFill>
                  <a:srgbClr val="FFFFFF"/>
                </a:solidFill>
                <a:prstDash val="solid"/>
              </a:ln>
            </p:spPr>
          </p:sp>
          <p:sp>
            <p:nvSpPr>
              <p:cNvPr id="1318" name="four:barrier-filling:optimized-filling-curve:1318">
                <a:extLst>
                  <a:ext uri="{FF2B5EF4-FFF2-40B4-BE49-F238E27FC236}">
                    <ns2:creationId id="{CAF186E7-90D1-449A-B5E0-5A1A7C877CAA}"/>
                  </a:ext>
                </a:extLst>
              </p:cNvPr>
              <p:cNvSpPr>
                <a:spLocks noGrp="1"/>
              </p:cNvSpPr>
              <p:nvPr/>
            </p:nvSpPr>
            <p:spPr>
              <a:xfrm>
                <a:off x="16776383" y="5139418"/>
                <a:ext cx="508159" cy="1632857"/>
              </a:xfrm>
              <a:custGeom>
                <a:pathLst>
                  <a:path w="508159" h="1632857">
                    <a:moveTo>
                      <a:pt x="33700" y="20592"/>
                    </a:moveTo>
                    <a:cubicBezTo>
                      <a:pt x="180620" y="195985"/>
                      <a:pt x="327539" y="1436872"/>
                      <a:pt x="474458" y="1612265"/>
                    </a:cubicBezTo>
                  </a:path>
                </a:pathLst>
              </a:custGeom>
              <a:noFill/>
              <a:ln w="13681">
                <a:solidFill>
                  <a:srgbClr val="263238"/>
                </a:solidFill>
                <a:prstDash val="solid"/>
              </a:ln>
            </p:spPr>
          </p:sp>
          <p:sp>
            <p:nvSpPr>
              <p:cNvPr id="1319" name="four:barrier-filling:profile-halo:1319">
                <a:extLst>
                  <a:ext uri="{FF2B5EF4-FFF2-40B4-BE49-F238E27FC236}">
                    <ns2:creationId id="{DF6222DE-E438-48CE-B645-B6F95FBB9C69}"/>
                  </a:ext>
                </a:extLst>
              </p:cNvPr>
              <p:cNvSpPr>
                <a:spLocks noGrp="1"/>
              </p:cNvSpPr>
              <p:nvPr/>
            </p:nvSpPr>
            <p:spPr>
              <a:xfrm>
                <a:off x="17284541" y="6091918"/>
                <a:ext cx="508159" cy="680357"/>
              </a:xfrm>
              <a:custGeom>
                <a:pathLst>
                  <a:path w="508159" h="680357">
                    <a:moveTo>
                      <a:pt x="41450" y="667515"/>
                    </a:moveTo>
                    <a:cubicBezTo>
                      <a:pt x="183203" y="582206"/>
                      <a:pt x="324956" y="98151"/>
                      <a:pt x="466708" y="12842"/>
                    </a:cubicBezTo>
                  </a:path>
                </a:pathLst>
              </a:custGeom>
              <a:noFill/>
              <a:ln w="21988">
                <a:solidFill>
                  <a:srgbClr val="FFFFFF"/>
                </a:solidFill>
                <a:prstDash val="solid"/>
              </a:ln>
            </p:spPr>
          </p:sp>
          <p:sp>
            <p:nvSpPr>
              <p:cNvPr id="1320" name="four:barrier-filling:optimized-filling-curve:1320">
                <a:extLst>
                  <a:ext uri="{FF2B5EF4-FFF2-40B4-BE49-F238E27FC236}">
                    <ns2:creationId id="{634C2A54-E8F6-402C-B866-BFDC22F128A9}"/>
                  </a:ext>
                </a:extLst>
              </p:cNvPr>
              <p:cNvSpPr>
                <a:spLocks noGrp="1"/>
              </p:cNvSpPr>
              <p:nvPr/>
            </p:nvSpPr>
            <p:spPr>
              <a:xfrm>
                <a:off x="17284541" y="6091918"/>
                <a:ext cx="508159" cy="680357"/>
              </a:xfrm>
              <a:custGeom>
                <a:pathLst>
                  <a:path w="508159" h="680357">
                    <a:moveTo>
                      <a:pt x="41450" y="667515"/>
                    </a:moveTo>
                    <a:cubicBezTo>
                      <a:pt x="183203" y="582206"/>
                      <a:pt x="324956" y="98151"/>
                      <a:pt x="466708" y="12842"/>
                    </a:cubicBezTo>
                  </a:path>
                </a:pathLst>
              </a:custGeom>
              <a:noFill/>
              <a:ln w="13681">
                <a:solidFill>
                  <a:srgbClr val="263238"/>
                </a:solidFill>
                <a:prstDash val="solid"/>
              </a:ln>
            </p:spPr>
          </p:sp>
          <p:sp>
            <p:nvSpPr>
              <p:cNvPr id="1321" name="four:barrier-filling:profile-halo:1321">
                <a:extLst>
                  <a:ext uri="{FF2B5EF4-FFF2-40B4-BE49-F238E27FC236}">
                    <ns2:creationId id="{E0BF4A63-E1A0-48F6-A3EB-578E0EB31E98}"/>
                  </a:ext>
                </a:extLst>
              </p:cNvPr>
              <p:cNvSpPr>
                <a:spLocks noGrp="1"/>
              </p:cNvSpPr>
              <p:nvPr/>
            </p:nvSpPr>
            <p:spPr>
              <a:xfrm>
                <a:off x="17792700" y="6091918"/>
                <a:ext cx="508159" cy="381000"/>
              </a:xfrm>
              <a:custGeom>
                <a:pathLst>
                  <a:path w="508159" h="381000">
                    <a:moveTo>
                      <a:pt x="45629" y="8664"/>
                    </a:moveTo>
                    <a:cubicBezTo>
                      <a:pt x="184596" y="59758"/>
                      <a:pt x="323563" y="321242"/>
                      <a:pt x="462530" y="372336"/>
                    </a:cubicBezTo>
                  </a:path>
                </a:pathLst>
              </a:custGeom>
              <a:noFill/>
              <a:ln w="21988">
                <a:solidFill>
                  <a:srgbClr val="FFFFFF"/>
                </a:solidFill>
                <a:prstDash val="solid"/>
              </a:ln>
            </p:spPr>
          </p:sp>
          <p:sp>
            <p:nvSpPr>
              <p:cNvPr id="1322" name="four:barrier-filling:optimized-filling-curve:1322">
                <a:extLst>
                  <a:ext uri="{FF2B5EF4-FFF2-40B4-BE49-F238E27FC236}">
                    <ns2:creationId id="{F9B427BF-D5AA-4E19-A1BA-3D7EA79A6D82}"/>
                  </a:ext>
                </a:extLst>
              </p:cNvPr>
              <p:cNvSpPr>
                <a:spLocks noGrp="1"/>
              </p:cNvSpPr>
              <p:nvPr/>
            </p:nvSpPr>
            <p:spPr>
              <a:xfrm>
                <a:off x="17792700" y="6091918"/>
                <a:ext cx="508159" cy="381000"/>
              </a:xfrm>
              <a:custGeom>
                <a:pathLst>
                  <a:path w="508159" h="381000">
                    <a:moveTo>
                      <a:pt x="45629" y="8664"/>
                    </a:moveTo>
                    <a:cubicBezTo>
                      <a:pt x="184596" y="59758"/>
                      <a:pt x="323563" y="321242"/>
                      <a:pt x="462530" y="372336"/>
                    </a:cubicBezTo>
                  </a:path>
                </a:pathLst>
              </a:custGeom>
              <a:noFill/>
              <a:ln w="13681">
                <a:solidFill>
                  <a:srgbClr val="263238"/>
                </a:solidFill>
                <a:prstDash val="solid"/>
              </a:ln>
            </p:spPr>
          </p:sp>
          <p:sp>
            <p:nvSpPr>
              <p:cNvPr id="1323" name="four:barrier-filling:profile-halo:1323">
                <a:extLst>
                  <a:ext uri="{FF2B5EF4-FFF2-40B4-BE49-F238E27FC236}">
                    <ns2:creationId id="{6C6D4B66-0A73-482E-884C-08949528F905}"/>
                  </a:ext>
                </a:extLst>
              </p:cNvPr>
              <p:cNvSpPr>
                <a:spLocks noGrp="1"/>
              </p:cNvSpPr>
              <p:nvPr/>
            </p:nvSpPr>
            <p:spPr>
              <a:xfrm>
                <a:off x="18300859" y="5139418"/>
                <a:ext cx="508159" cy="1333500"/>
              </a:xfrm>
              <a:custGeom>
                <a:pathLst>
                  <a:path w="508159" h="1333500">
                    <a:moveTo>
                      <a:pt x="35588" y="1314795"/>
                    </a:moveTo>
                    <a:cubicBezTo>
                      <a:pt x="181249" y="1165427"/>
                      <a:pt x="326910" y="168073"/>
                      <a:pt x="472571" y="18705"/>
                    </a:cubicBezTo>
                  </a:path>
                </a:pathLst>
              </a:custGeom>
              <a:noFill/>
              <a:ln w="21988">
                <a:solidFill>
                  <a:srgbClr val="FFFFFF"/>
                </a:solidFill>
                <a:prstDash val="solid"/>
              </a:ln>
            </p:spPr>
          </p:sp>
          <p:sp>
            <p:nvSpPr>
              <p:cNvPr id="1324" name="four:barrier-filling:optimized-filling-curve:1324">
                <a:extLst>
                  <a:ext uri="{FF2B5EF4-FFF2-40B4-BE49-F238E27FC236}">
                    <ns2:creationId id="{DB641212-3FD6-4542-A490-3D871958C3B9}"/>
                  </a:ext>
                </a:extLst>
              </p:cNvPr>
              <p:cNvSpPr>
                <a:spLocks noGrp="1"/>
              </p:cNvSpPr>
              <p:nvPr/>
            </p:nvSpPr>
            <p:spPr>
              <a:xfrm>
                <a:off x="18300859" y="5139418"/>
                <a:ext cx="508159" cy="1333500"/>
              </a:xfrm>
              <a:custGeom>
                <a:pathLst>
                  <a:path w="508159" h="1333500">
                    <a:moveTo>
                      <a:pt x="35588" y="1314795"/>
                    </a:moveTo>
                    <a:cubicBezTo>
                      <a:pt x="181249" y="1165427"/>
                      <a:pt x="326910" y="168073"/>
                      <a:pt x="472571" y="18705"/>
                    </a:cubicBezTo>
                  </a:path>
                </a:pathLst>
              </a:custGeom>
              <a:noFill/>
              <a:ln w="13681">
                <a:solidFill>
                  <a:srgbClr val="263238"/>
                </a:solidFill>
                <a:prstDash val="solid"/>
              </a:ln>
            </p:spPr>
          </p:sp>
          <p:sp>
            <p:nvSpPr>
              <p:cNvPr id="1325" name="four:barrier-filling:profile-halo:1325">
                <a:extLst>
                  <a:ext uri="{FF2B5EF4-FFF2-40B4-BE49-F238E27FC236}">
                    <ns2:creationId id="{3611799A-76AD-4CBB-83EC-94137BB8857B}"/>
                  </a:ext>
                </a:extLst>
              </p:cNvPr>
              <p:cNvSpPr>
                <a:spLocks noGrp="1"/>
              </p:cNvSpPr>
              <p:nvPr/>
            </p:nvSpPr>
            <p:spPr>
              <a:xfrm>
                <a:off x="18809018" y="5139418"/>
                <a:ext cx="508159" cy="707571"/>
              </a:xfrm>
              <a:custGeom>
                <a:pathLst>
                  <a:path w="508159" h="707571">
                    <a:moveTo>
                      <a:pt x="41134" y="13158"/>
                    </a:moveTo>
                    <a:cubicBezTo>
                      <a:pt x="183098" y="101394"/>
                      <a:pt x="325061" y="606178"/>
                      <a:pt x="467025" y="694413"/>
                    </a:cubicBezTo>
                  </a:path>
                </a:pathLst>
              </a:custGeom>
              <a:noFill/>
              <a:ln w="21988">
                <a:solidFill>
                  <a:srgbClr val="FFFFFF"/>
                </a:solidFill>
                <a:prstDash val="solid"/>
              </a:ln>
            </p:spPr>
          </p:sp>
          <p:sp>
            <p:nvSpPr>
              <p:cNvPr id="1326" name="four:barrier-filling:optimized-filling-curve:1326">
                <a:extLst>
                  <a:ext uri="{FF2B5EF4-FFF2-40B4-BE49-F238E27FC236}">
                    <ns2:creationId id="{3B07B079-622D-43F1-BC0A-97D2ECC491B3}"/>
                  </a:ext>
                </a:extLst>
              </p:cNvPr>
              <p:cNvSpPr>
                <a:spLocks noGrp="1"/>
              </p:cNvSpPr>
              <p:nvPr/>
            </p:nvSpPr>
            <p:spPr>
              <a:xfrm>
                <a:off x="18809018" y="5139418"/>
                <a:ext cx="508159" cy="707571"/>
              </a:xfrm>
              <a:custGeom>
                <a:pathLst>
                  <a:path w="508159" h="707571">
                    <a:moveTo>
                      <a:pt x="41134" y="13158"/>
                    </a:moveTo>
                    <a:cubicBezTo>
                      <a:pt x="183098" y="101394"/>
                      <a:pt x="325061" y="606178"/>
                      <a:pt x="467025" y="694413"/>
                    </a:cubicBezTo>
                  </a:path>
                </a:pathLst>
              </a:custGeom>
              <a:noFill/>
              <a:ln w="13681">
                <a:solidFill>
                  <a:srgbClr val="263238"/>
                </a:solidFill>
                <a:prstDash val="solid"/>
              </a:ln>
            </p:spPr>
          </p:sp>
          <p:sp>
            <p:nvSpPr>
              <p:cNvPr id="1327" name="four:barrier-filling:profile-halo:1327">
                <a:extLst>
                  <a:ext uri="{FF2B5EF4-FFF2-40B4-BE49-F238E27FC236}">
                    <ns2:creationId id="{B57FB723-F7FC-48D5-BD74-013C7CE74166}"/>
                  </a:ext>
                </a:extLst>
              </p:cNvPr>
              <p:cNvSpPr>
                <a:spLocks noGrp="1"/>
              </p:cNvSpPr>
              <p:nvPr/>
            </p:nvSpPr>
            <p:spPr>
              <a:xfrm>
                <a:off x="19317176" y="4867275"/>
                <a:ext cx="323374" cy="979714"/>
              </a:xfrm>
              <a:custGeom>
                <a:pathLst>
                  <a:path w="323374" h="979714">
                    <a:moveTo>
                      <a:pt x="30221" y="955643"/>
                    </a:moveTo>
                    <a:cubicBezTo>
                      <a:pt x="117865" y="820665"/>
                      <a:pt x="205509" y="159049"/>
                      <a:pt x="293152" y="24071"/>
                    </a:cubicBezTo>
                  </a:path>
                </a:pathLst>
              </a:custGeom>
              <a:noFill/>
              <a:ln w="21988">
                <a:solidFill>
                  <a:srgbClr val="FFFFFF"/>
                </a:solidFill>
                <a:prstDash val="solid"/>
              </a:ln>
            </p:spPr>
          </p:sp>
          <p:sp>
            <p:nvSpPr>
              <p:cNvPr id="1328" name="four:barrier-filling:optimized-filling-curve:1328">
                <a:extLst>
                  <a:ext uri="{FF2B5EF4-FFF2-40B4-BE49-F238E27FC236}">
                    <ns2:creationId id="{8B199E3A-50EA-495C-B857-37664693A1D3}"/>
                  </a:ext>
                </a:extLst>
              </p:cNvPr>
              <p:cNvSpPr>
                <a:spLocks noGrp="1"/>
              </p:cNvSpPr>
              <p:nvPr/>
            </p:nvSpPr>
            <p:spPr>
              <a:xfrm>
                <a:off x="19317176" y="4867275"/>
                <a:ext cx="323374" cy="979714"/>
              </a:xfrm>
              <a:custGeom>
                <a:pathLst>
                  <a:path w="323374" h="979714">
                    <a:moveTo>
                      <a:pt x="30221" y="955643"/>
                    </a:moveTo>
                    <a:cubicBezTo>
                      <a:pt x="117865" y="820665"/>
                      <a:pt x="205509" y="159049"/>
                      <a:pt x="293152" y="24071"/>
                    </a:cubicBezTo>
                  </a:path>
                </a:pathLst>
              </a:custGeom>
              <a:noFill/>
              <a:ln w="13681">
                <a:solidFill>
                  <a:srgbClr val="263238"/>
                </a:solidFill>
                <a:prstDash val="solid"/>
              </a:ln>
            </p:spPr>
          </p:sp>
          <p:sp>
            <p:nvSpPr>
              <p:cNvPr id="1329" name="four:barrier-filling:line:1329">
                <a:extLst>
                  <a:ext uri="{FF2B5EF4-FFF2-40B4-BE49-F238E27FC236}">
                    <ns2:creationId id="{1E1F7ACC-BDE6-4CC8-B330-62690A136B77}"/>
                  </a:ext>
                </a:extLst>
              </p:cNvPr>
              <p:cNvSpPr>
                <a:spLocks noGrp="1"/>
              </p:cNvSpPr>
              <p:nvPr/>
            </p:nvSpPr>
            <p:spPr>
              <a:xfrm>
                <a:off x="16268224" y="5275489"/>
                <a:ext cx="3048952" cy="953"/>
              </a:xfrm>
              <a:custGeom>
                <a:pathLst>
                  <a:path w="3048952" h="953">
                    <a:moveTo>
                      <a:pt x="0" y="0"/>
                    </a:moveTo>
                    <a:lnTo>
                      <a:pt x="3048952" y="0"/>
                    </a:lnTo>
                  </a:path>
                </a:pathLst>
              </a:custGeom>
              <a:noFill/>
              <a:ln w="5863">
                <a:solidFill>
                  <a:srgbClr val="8F9DA9"/>
                </a:solidFill>
                <a:prstDash val="dash"/>
              </a:ln>
            </p:spPr>
          </p:sp>
          <p:sp>
            <p:nvSpPr>
              <p:cNvPr id="1330" name="four:barrier-filling:textbox:1330">
                <a:extLst>
                  <a:ext uri="{FF2B5EF4-FFF2-40B4-BE49-F238E27FC236}">
                    <ns2:creationId id="{667B37E0-C97D-4DAF-AED7-A7836A4E6123}"/>
                  </a:ext>
                </a:extLst>
              </p:cNvPr>
              <p:cNvSpPr>
                <a:spLocks noGrp="1"/>
              </p:cNvSpPr>
              <p:nvPr/>
            </p:nvSpPr>
            <p:spPr>
              <a:xfrm>
                <a:off x="16230124" y="5104039"/>
                <a:ext cx="190500" cy="342900"/>
              </a:xfrm>
              <a:prstGeom prst="rect">
                <a:avLst/>
              </a:prstGeom>
              <a:solidFill>
                <a:srgbClr val="FFFFFF"/>
              </a:solidFill>
              <a:ln w="0">
                <a:noFill/>
                <a:prstDash val="solid"/>
              </a:ln>
            </p:spPr>
            <p:txBody>
              <a:bodyPr wrap="none" lIns="0" tIns="0" rIns="0" bIns="0" anchor="ctr">
                <a:normAutofit fontScale="100000"/>
              </a:bodyPr>
              <a:lstStyle>
                <a:defPPr algn="ctr">
                  <a:defRPr sz="885" b="0">
                    <a:solidFill>
                      <a:srgbClr val="7B8790"/>
                    </a:solidFill>
                    <a:latin typeface="Arial"/>
                    <a:ea typeface="Arial"/>
                    <a:cs typeface="Arial"/>
                  </a:defRPr>
                </a:defPPr>
              </a:lstStyle>
              <a:p>
                <a:pPr algn="ctr">
                  <a:defRPr sz="885" b="0">
                    <a:solidFill>
                      <a:srgbClr val="7B8790"/>
                    </a:solidFill>
                    <a:latin typeface="Arial"/>
                    <a:ea typeface="Arial"/>
                    <a:cs typeface="Arial"/>
                  </a:defRPr>
                </a:pPr>
                <a:r>
                  <a:rPr sz="885" b="0">
                    <a:solidFill>
                      <a:srgbClr val="7B8790"/>
                    </a:solidFill>
                    <a:latin typeface="Arial"/>
                    <a:ea typeface="Arial"/>
                    <a:cs typeface="Arial"/>
                  </a:rPr>
                  <a:t>T</a:t>
                </a:r>
              </a:p>
            </p:txBody>
          </p:sp>
          <p:sp>
            <p:nvSpPr>
              <p:cNvPr id="1331" name="four:barrier-filling:source-pair-A:1331">
                <a:extLst>
                  <a:ext uri="{FF2B5EF4-FFF2-40B4-BE49-F238E27FC236}">
                    <ns2:creationId id="{AA35FA99-846E-420F-8361-8B47721FB2D4}"/>
                  </a:ext>
                </a:extLst>
              </p:cNvPr>
              <p:cNvSpPr>
                <a:spLocks noGrp="1"/>
              </p:cNvSpPr>
              <p:nvPr/>
            </p:nvSpPr>
            <p:spPr>
              <a:xfrm>
                <a:off x="16439674" y="5237389"/>
                <a:ext cx="76200" cy="76200"/>
              </a:xfrm>
              <a:prstGeom prst="rect">
                <a:avLst/>
              </a:prstGeom>
              <a:solidFill>
                <a:srgbClr val="0072B2"/>
              </a:solidFill>
              <a:ln w="0">
                <a:noFill/>
                <a:prstDash val="solid"/>
              </a:ln>
            </p:spPr>
          </p:sp>
          <p:sp>
            <p:nvSpPr>
              <p:cNvPr id="1332" name="four:barrier-filling:source-pair-B:1332">
                <a:extLst>
                  <a:ext uri="{FF2B5EF4-FFF2-40B4-BE49-F238E27FC236}">
                    <ns2:creationId id="{6AF36CFE-EE9D-4D78-BE99-55E910B49CE6}"/>
                  </a:ext>
                </a:extLst>
              </p:cNvPr>
              <p:cNvSpPr>
                <a:spLocks noGrp="1"/>
              </p:cNvSpPr>
              <p:nvPr/>
            </p:nvSpPr>
            <p:spPr>
              <a:xfrm>
                <a:off x="16534924" y="5237389"/>
                <a:ext cx="76200" cy="76200"/>
              </a:xfrm>
              <a:prstGeom prst="rect">
                <a:avLst/>
              </a:prstGeom>
              <a:solidFill>
                <a:srgbClr val="CC79A7"/>
              </a:solidFill>
              <a:ln w="0">
                <a:noFill/>
                <a:prstDash val="solid"/>
              </a:ln>
            </p:spPr>
          </p:sp>
          <p:sp>
            <p:nvSpPr>
              <p:cNvPr id="1333" name="four:barrier-filling:line:1333">
                <a:extLst>
                  <a:ext uri="{FF2B5EF4-FFF2-40B4-BE49-F238E27FC236}">
                    <ns2:creationId id="{FB5FA431-18DE-48BF-99E8-21965EF87B35}"/>
                  </a:ext>
                </a:extLst>
              </p:cNvPr>
              <p:cNvSpPr>
                <a:spLocks noGrp="1"/>
              </p:cNvSpPr>
              <p:nvPr/>
            </p:nvSpPr>
            <p:spPr>
              <a:xfrm>
                <a:off x="16833533" y="5003346"/>
                <a:ext cx="959168" cy="953"/>
              </a:xfrm>
              <a:custGeom>
                <a:pathLst>
                  <a:path w="959168" h="953">
                    <a:moveTo>
                      <a:pt x="0" y="0"/>
                    </a:moveTo>
                    <a:lnTo>
                      <a:pt x="959168" y="0"/>
                    </a:lnTo>
                  </a:path>
                </a:pathLst>
              </a:custGeom>
              <a:noFill/>
              <a:ln w="4886">
                <a:solidFill>
                  <a:srgbClr val="DDA5C4">
                    <a:alpha val="70000"/>
                  </a:srgbClr>
                </a:solidFill>
                <a:prstDash val="dash"/>
              </a:ln>
            </p:spPr>
          </p:sp>
          <p:sp>
            <p:nvSpPr>
              <p:cNvPr id="1334" name="four:barrier-filling:line:1334">
                <a:extLst>
                  <a:ext uri="{FF2B5EF4-FFF2-40B4-BE49-F238E27FC236}">
                    <ns2:creationId id="{27816B0D-6611-410C-9BF7-2975811084A9}"/>
                  </a:ext>
                </a:extLst>
              </p:cNvPr>
              <p:cNvSpPr>
                <a:spLocks noGrp="1"/>
              </p:cNvSpPr>
              <p:nvPr/>
            </p:nvSpPr>
            <p:spPr>
              <a:xfrm>
                <a:off x="16833533" y="5139418"/>
                <a:ext cx="1282541" cy="953"/>
              </a:xfrm>
              <a:custGeom>
                <a:pathLst>
                  <a:path w="1282541" h="953">
                    <a:moveTo>
                      <a:pt x="0" y="0"/>
                    </a:moveTo>
                    <a:lnTo>
                      <a:pt x="1282541" y="0"/>
                    </a:lnTo>
                  </a:path>
                </a:pathLst>
              </a:custGeom>
              <a:noFill/>
              <a:ln w="4886">
                <a:solidFill>
                  <a:srgbClr val="263238">
                    <a:alpha val="65000"/>
                  </a:srgbClr>
                </a:solidFill>
                <a:prstDash val="dash"/>
              </a:ln>
            </p:spPr>
          </p:sp>
          <p:sp>
            <p:nvSpPr>
              <p:cNvPr id="1335" name="four:barrier-filling:line:1335">
                <a:extLst>
                  <a:ext uri="{FF2B5EF4-FFF2-40B4-BE49-F238E27FC236}">
                    <ns2:creationId id="{F41CE400-A108-4788-86D2-48A9550A61D5}"/>
                  </a:ext>
                </a:extLst>
              </p:cNvPr>
              <p:cNvSpPr>
                <a:spLocks noGrp="1"/>
              </p:cNvSpPr>
              <p:nvPr/>
            </p:nvSpPr>
            <p:spPr>
              <a:xfrm>
                <a:off x="17792700" y="5003346"/>
                <a:ext cx="953" cy="272143"/>
              </a:xfrm>
              <a:custGeom>
                <a:pathLst>
                  <a:path w="953" h="272143">
                    <a:moveTo>
                      <a:pt x="0" y="0"/>
                    </a:moveTo>
                    <a:lnTo>
                      <a:pt x="0" y="272143"/>
                    </a:lnTo>
                  </a:path>
                </a:pathLst>
              </a:custGeom>
              <a:noFill/>
              <a:ln w="10261">
                <a:solidFill>
                  <a:srgbClr val="DDA5C4"/>
                </a:solidFill>
                <a:prstDash val="solid"/>
              </a:ln>
            </p:spPr>
          </p:sp>
          <p:sp>
            <p:nvSpPr>
              <p:cNvPr id="1336" name="four:barrier-filling:line:1336">
                <a:extLst>
                  <a:ext uri="{FF2B5EF4-FFF2-40B4-BE49-F238E27FC236}">
                    <ns2:creationId id="{7734443B-66FC-419B-A905-9B7A12110636}"/>
                  </a:ext>
                </a:extLst>
              </p:cNvPr>
              <p:cNvSpPr>
                <a:spLocks noGrp="1"/>
              </p:cNvSpPr>
              <p:nvPr/>
            </p:nvSpPr>
            <p:spPr>
              <a:xfrm>
                <a:off x="17754600" y="5003346"/>
                <a:ext cx="76200" cy="953"/>
              </a:xfrm>
              <a:custGeom>
                <a:pathLst>
                  <a:path w="76200" h="953">
                    <a:moveTo>
                      <a:pt x="0" y="0"/>
                    </a:moveTo>
                    <a:lnTo>
                      <a:pt x="76200" y="0"/>
                    </a:lnTo>
                  </a:path>
                </a:pathLst>
              </a:custGeom>
              <a:noFill/>
              <a:ln w="10261">
                <a:solidFill>
                  <a:srgbClr val="DDA5C4"/>
                </a:solidFill>
                <a:prstDash val="solid"/>
              </a:ln>
            </p:spPr>
          </p:sp>
          <p:sp>
            <p:nvSpPr>
              <p:cNvPr id="1337" name="four:barrier-filling:line:1337">
                <a:extLst>
                  <a:ext uri="{FF2B5EF4-FFF2-40B4-BE49-F238E27FC236}">
                    <ns2:creationId id="{B5F52962-8A48-49BC-938D-88FC6D22BD5C}"/>
                  </a:ext>
                </a:extLst>
              </p:cNvPr>
              <p:cNvSpPr>
                <a:spLocks noGrp="1"/>
              </p:cNvSpPr>
              <p:nvPr/>
            </p:nvSpPr>
            <p:spPr>
              <a:xfrm>
                <a:off x="17754600" y="5275489"/>
                <a:ext cx="76200" cy="953"/>
              </a:xfrm>
              <a:custGeom>
                <a:pathLst>
                  <a:path w="76200" h="953">
                    <a:moveTo>
                      <a:pt x="0" y="0"/>
                    </a:moveTo>
                    <a:lnTo>
                      <a:pt x="76200" y="0"/>
                    </a:lnTo>
                  </a:path>
                </a:pathLst>
              </a:custGeom>
              <a:noFill/>
              <a:ln w="10261">
                <a:solidFill>
                  <a:srgbClr val="DDA5C4"/>
                </a:solidFill>
                <a:prstDash val="solid"/>
              </a:ln>
            </p:spPr>
          </p:sp>
          <p:sp>
            <p:nvSpPr>
              <p:cNvPr id="1338" name="four:barrier-filling:line:1338">
                <a:extLst>
                  <a:ext uri="{FF2B5EF4-FFF2-40B4-BE49-F238E27FC236}">
                    <ns2:creationId id="{E4207323-ABDF-4CBE-920A-B47F1356FE71}"/>
                  </a:ext>
                </a:extLst>
              </p:cNvPr>
              <p:cNvSpPr>
                <a:spLocks noGrp="1"/>
              </p:cNvSpPr>
              <p:nvPr/>
            </p:nvSpPr>
            <p:spPr>
              <a:xfrm>
                <a:off x="18116074" y="5139418"/>
                <a:ext cx="953" cy="136071"/>
              </a:xfrm>
              <a:custGeom>
                <a:pathLst>
                  <a:path w="953" h="136071">
                    <a:moveTo>
                      <a:pt x="0" y="0"/>
                    </a:moveTo>
                    <a:lnTo>
                      <a:pt x="0" y="136071"/>
                    </a:lnTo>
                  </a:path>
                </a:pathLst>
              </a:custGeom>
              <a:noFill/>
              <a:ln w="10261">
                <a:solidFill>
                  <a:srgbClr val="263238"/>
                </a:solidFill>
                <a:prstDash val="solid"/>
              </a:ln>
            </p:spPr>
          </p:sp>
          <p:sp>
            <p:nvSpPr>
              <p:cNvPr id="1339" name="four:barrier-filling:line:1339">
                <a:extLst>
                  <a:ext uri="{FF2B5EF4-FFF2-40B4-BE49-F238E27FC236}">
                    <ns2:creationId id="{B61D6B93-AB28-466D-82F3-C03C8D0075D3}"/>
                  </a:ext>
                </a:extLst>
              </p:cNvPr>
              <p:cNvSpPr>
                <a:spLocks noGrp="1"/>
              </p:cNvSpPr>
              <p:nvPr/>
            </p:nvSpPr>
            <p:spPr>
              <a:xfrm>
                <a:off x="18077974" y="5139418"/>
                <a:ext cx="76200" cy="953"/>
              </a:xfrm>
              <a:custGeom>
                <a:pathLst>
                  <a:path w="76200" h="953">
                    <a:moveTo>
                      <a:pt x="0" y="0"/>
                    </a:moveTo>
                    <a:lnTo>
                      <a:pt x="76200" y="0"/>
                    </a:lnTo>
                  </a:path>
                </a:pathLst>
              </a:custGeom>
              <a:noFill/>
              <a:ln w="10261">
                <a:solidFill>
                  <a:srgbClr val="263238"/>
                </a:solidFill>
                <a:prstDash val="solid"/>
              </a:ln>
            </p:spPr>
          </p:sp>
          <p:sp>
            <p:nvSpPr>
              <p:cNvPr id="1340" name="four:barrier-filling:line:1340">
                <a:extLst>
                  <a:ext uri="{FF2B5EF4-FFF2-40B4-BE49-F238E27FC236}">
                    <ns2:creationId id="{7371BCE7-544F-4460-A2E3-335352B5990A}"/>
                  </a:ext>
                </a:extLst>
              </p:cNvPr>
              <p:cNvSpPr>
                <a:spLocks noGrp="1"/>
              </p:cNvSpPr>
              <p:nvPr/>
            </p:nvSpPr>
            <p:spPr>
              <a:xfrm>
                <a:off x="18077974" y="5275489"/>
                <a:ext cx="76200" cy="953"/>
              </a:xfrm>
              <a:custGeom>
                <a:pathLst>
                  <a:path w="76200" h="953">
                    <a:moveTo>
                      <a:pt x="0" y="0"/>
                    </a:moveTo>
                    <a:lnTo>
                      <a:pt x="76200" y="0"/>
                    </a:lnTo>
                  </a:path>
                </a:pathLst>
              </a:custGeom>
              <a:noFill/>
              <a:ln w="10261">
                <a:solidFill>
                  <a:srgbClr val="263238"/>
                </a:solidFill>
                <a:prstDash val="solid"/>
              </a:ln>
            </p:spPr>
          </p:sp>
          <p:sp>
            <p:nvSpPr>
              <p:cNvPr id="1341" name="four:barrier-filling:textbox:1341">
                <a:extLst>
                  <a:ext uri="{FF2B5EF4-FFF2-40B4-BE49-F238E27FC236}">
                    <ns2:creationId id="{53768369-C203-416B-B748-7462AA3388E3}"/>
                  </a:ext>
                </a:extLst>
              </p:cNvPr>
              <p:cNvSpPr>
                <a:spLocks noGrp="1"/>
              </p:cNvSpPr>
              <p:nvPr/>
            </p:nvSpPr>
            <p:spPr>
              <a:xfrm>
                <a:off x="16916400" y="4917621"/>
                <a:ext cx="781050" cy="342900"/>
              </a:xfrm>
              <a:prstGeom prst="rect">
                <a:avLst/>
              </a:prstGeom>
              <a:solidFill>
                <a:srgbClr val="FFFFFF"/>
              </a:solidFill>
              <a:ln w="0">
                <a:noFill/>
                <a:prstDash val="solid"/>
              </a:ln>
            </p:spPr>
            <p:txBody>
              <a:bodyPr wrap="none" lIns="0" tIns="0" rIns="0" bIns="0" anchor="ctr">
                <a:normAutofit fontScale="100000"/>
              </a:bodyPr>
              <a:lstStyle>
                <a:defPPr algn="ctr">
                  <a:defRPr sz="923" b="0">
                    <a:solidFill>
                      <a:srgbClr val="DDA5C4"/>
                    </a:solidFill>
                    <a:latin typeface="Arial"/>
                    <a:ea typeface="Arial"/>
                    <a:cs typeface="Arial"/>
                  </a:defRPr>
                </a:defPPr>
              </a:lstStyle>
              <a:p>
                <a:pPr algn="ctr">
                  <a:defRPr sz="923" b="0">
                    <a:solidFill>
                      <a:srgbClr val="DDA5C4"/>
                    </a:solidFill>
                    <a:latin typeface="Arial"/>
                    <a:ea typeface="Arial"/>
                    <a:cs typeface="Arial"/>
                  </a:defRPr>
                </a:pPr>
                <a:r>
                  <a:rPr sz="923" b="0">
                    <a:solidFill>
                      <a:srgbClr val="DDA5C4"/>
                    </a:solidFill>
                    <a:latin typeface="Arial"/>
                    <a:ea typeface="Arial"/>
                    <a:cs typeface="Arial"/>
                  </a:rPr>
                  <a:t>δ</a:t>
                </a:r>
                <a:r>
                  <a:rPr sz="665" b="0" baseline="-25000">
                    <a:solidFill>
                      <a:srgbClr val="DDA5C4"/>
                    </a:solidFill>
                    <a:latin typeface="Arial"/>
                    <a:ea typeface="Arial"/>
                    <a:cs typeface="Arial"/>
                  </a:rPr>
                  <a:t>LCA</a:t>
                </a:r>
              </a:p>
            </p:txBody>
          </p:sp>
          <p:sp>
            <p:nvSpPr>
              <p:cNvPr id="1342" name="four:barrier-filling:textbox:1342">
                <a:extLst>
                  <a:ext uri="{FF2B5EF4-FFF2-40B4-BE49-F238E27FC236}">
                    <ns2:creationId id="{F5E91E61-0078-4A56-9052-2B75381E9804}"/>
                  </a:ext>
                </a:extLst>
              </p:cNvPr>
              <p:cNvSpPr>
                <a:spLocks noGrp="1"/>
              </p:cNvSpPr>
              <p:nvPr/>
            </p:nvSpPr>
            <p:spPr>
              <a:xfrm>
                <a:off x="17620774" y="5342164"/>
                <a:ext cx="514350" cy="342900"/>
              </a:xfrm>
              <a:prstGeom prst="rect">
                <a:avLst/>
              </a:prstGeom>
              <a:solidFill>
                <a:srgbClr val="FFFFFF"/>
              </a:solidFill>
              <a:ln w="0">
                <a:noFill/>
                <a:prstDash val="solid"/>
              </a:ln>
            </p:spPr>
            <p:txBody>
              <a:bodyPr wrap="none" lIns="0" tIns="0" rIns="0" bIns="0" anchor="ctr">
                <a:normAutofit fontScale="100000"/>
              </a:bodyPr>
              <a:lstStyle>
                <a:defPPr algn="ctr">
                  <a:defRPr sz="923" b="0">
                    <a:solidFill>
                      <a:srgbClr val="263238"/>
                    </a:solidFill>
                    <a:latin typeface="Arial"/>
                    <a:ea typeface="Arial"/>
                    <a:cs typeface="Arial"/>
                  </a:defRPr>
                </a:defPPr>
              </a:lstStyle>
              <a:p>
                <a:pPr algn="ctr">
                  <a:defRPr sz="923" b="0">
                    <a:solidFill>
                      <a:srgbClr val="263238"/>
                    </a:solidFill>
                    <a:latin typeface="Arial"/>
                    <a:ea typeface="Arial"/>
                    <a:cs typeface="Arial"/>
                  </a:defRPr>
                </a:pPr>
                <a:r>
                  <a:rPr sz="923" b="0">
                    <a:solidFill>
                      <a:srgbClr val="263238"/>
                    </a:solidFill>
                    <a:latin typeface="Arial"/>
                    <a:ea typeface="Arial"/>
                    <a:cs typeface="Arial"/>
                  </a:rPr>
                  <a:t>δ</a:t>
                </a:r>
                <a:r>
                  <a:rPr sz="665" b="0" baseline="32000">
                    <a:solidFill>
                      <a:srgbClr val="263238"/>
                    </a:solidFill>
                    <a:latin typeface="Arial"/>
                    <a:ea typeface="Arial"/>
                    <a:cs typeface="Arial"/>
                  </a:rPr>
                  <a:t>*</a:t>
                </a:r>
              </a:p>
            </p:txBody>
          </p:sp>
          <p:sp>
            <p:nvSpPr>
              <p:cNvPr id="1343" name="four:barrier-filling:line:1343">
                <a:extLst>
                  <a:ext uri="{FF2B5EF4-FFF2-40B4-BE49-F238E27FC236}">
                    <ns2:creationId id="{ABD95F83-7572-4CA7-9BB0-15FB4C9EA1C8}"/>
                  </a:ext>
                </a:extLst>
              </p:cNvPr>
              <p:cNvSpPr>
                <a:spLocks noGrp="1"/>
              </p:cNvSpPr>
              <p:nvPr/>
            </p:nvSpPr>
            <p:spPr>
              <a:xfrm>
                <a:off x="18116074" y="5304064"/>
                <a:ext cx="953" cy="200025"/>
              </a:xfrm>
              <a:custGeom>
                <a:pathLst>
                  <a:path w="953" h="200025">
                    <a:moveTo>
                      <a:pt x="0" y="0"/>
                    </a:moveTo>
                    <a:lnTo>
                      <a:pt x="0" y="200025"/>
                    </a:lnTo>
                  </a:path>
                </a:pathLst>
              </a:custGeom>
              <a:noFill/>
              <a:ln w="5863">
                <a:solidFill>
                  <a:srgbClr val="263238"/>
                </a:solidFill>
                <a:prstDash val="solid"/>
              </a:ln>
            </p:spPr>
          </p:sp>
          <p:sp>
            <p:nvSpPr>
              <p:cNvPr id="1344" name="four:barrier-filling:line:1344">
                <a:extLst>
                  <a:ext uri="{FF2B5EF4-FFF2-40B4-BE49-F238E27FC236}">
                    <ns2:creationId id="{10F20FDA-52EC-4F9A-860D-D58346772CB7}"/>
                  </a:ext>
                </a:extLst>
              </p:cNvPr>
              <p:cNvSpPr>
                <a:spLocks noGrp="1"/>
              </p:cNvSpPr>
              <p:nvPr/>
            </p:nvSpPr>
            <p:spPr>
              <a:xfrm>
                <a:off x="18068449" y="5504089"/>
                <a:ext cx="47625" cy="953"/>
              </a:xfrm>
              <a:custGeom>
                <a:pathLst>
                  <a:path w="47625" h="953">
                    <a:moveTo>
                      <a:pt x="47625" y="0"/>
                    </a:moveTo>
                    <a:lnTo>
                      <a:pt x="0" y="0"/>
                    </a:lnTo>
                  </a:path>
                </a:pathLst>
              </a:custGeom>
              <a:noFill/>
              <a:ln w="5863">
                <a:solidFill>
                  <a:srgbClr val="263238"/>
                </a:solidFill>
                <a:prstDash val="solid"/>
              </a:ln>
            </p:spPr>
          </p:sp>
          <p:sp>
            <p:nvSpPr>
              <p:cNvPr id="1345" name="four:barrier-filling:line:1345">
                <a:extLst>
                  <a:ext uri="{FF2B5EF4-FFF2-40B4-BE49-F238E27FC236}">
                    <ns2:creationId id="{F75DD136-D99A-414E-9030-0586F61F8E0B}"/>
                  </a:ext>
                </a:extLst>
              </p:cNvPr>
              <p:cNvSpPr>
                <a:spLocks noGrp="1"/>
              </p:cNvSpPr>
              <p:nvPr/>
            </p:nvSpPr>
            <p:spPr>
              <a:xfrm>
                <a:off x="16268224" y="6886575"/>
                <a:ext cx="3048952" cy="953"/>
              </a:xfrm>
              <a:custGeom>
                <a:pathLst>
                  <a:path w="3048952" h="953">
                    <a:moveTo>
                      <a:pt x="0" y="0"/>
                    </a:moveTo>
                    <a:lnTo>
                      <a:pt x="3048952" y="0"/>
                    </a:lnTo>
                  </a:path>
                </a:pathLst>
              </a:custGeom>
              <a:noFill/>
              <a:ln w="5375">
                <a:solidFill>
                  <a:srgbClr val="7A8994"/>
                </a:solidFill>
                <a:prstDash val="solid"/>
              </a:ln>
            </p:spPr>
          </p:sp>
          <p:sp>
            <p:nvSpPr>
              <p:cNvPr id="1346" name="four:barrier-filling:line:1346">
                <a:extLst>
                  <a:ext uri="{FF2B5EF4-FFF2-40B4-BE49-F238E27FC236}">
                    <ns2:creationId id="{AC216FD4-60F4-469A-9F94-6CDCC9CB0BFD}"/>
                  </a:ext>
                </a:extLst>
              </p:cNvPr>
              <p:cNvSpPr>
                <a:spLocks noGrp="1"/>
              </p:cNvSpPr>
              <p:nvPr/>
            </p:nvSpPr>
            <p:spPr>
              <a:xfrm>
                <a:off x="16268224" y="6838950"/>
                <a:ext cx="953" cy="95250"/>
              </a:xfrm>
              <a:custGeom>
                <a:pathLst>
                  <a:path w="953" h="95250">
                    <a:moveTo>
                      <a:pt x="0" y="0"/>
                    </a:moveTo>
                    <a:lnTo>
                      <a:pt x="0" y="95250"/>
                    </a:lnTo>
                  </a:path>
                </a:pathLst>
              </a:custGeom>
              <a:noFill/>
              <a:ln w="9772">
                <a:solidFill>
                  <a:srgbClr val="0072B2"/>
                </a:solidFill>
                <a:prstDash val="solid"/>
              </a:ln>
            </p:spPr>
          </p:sp>
          <p:sp>
            <p:nvSpPr>
              <p:cNvPr id="1347" name="four:barrier-filling:line:1347">
                <a:extLst>
                  <a:ext uri="{FF2B5EF4-FFF2-40B4-BE49-F238E27FC236}">
                    <ns2:creationId id="{D9637273-60EA-48A7-B438-1A80B9A31CC4}"/>
                  </a:ext>
                </a:extLst>
              </p:cNvPr>
              <p:cNvSpPr>
                <a:spLocks noGrp="1"/>
              </p:cNvSpPr>
              <p:nvPr/>
            </p:nvSpPr>
            <p:spPr>
              <a:xfrm>
                <a:off x="19317176" y="6838950"/>
                <a:ext cx="953" cy="95250"/>
              </a:xfrm>
              <a:custGeom>
                <a:pathLst>
                  <a:path w="953" h="95250">
                    <a:moveTo>
                      <a:pt x="0" y="0"/>
                    </a:moveTo>
                    <a:lnTo>
                      <a:pt x="0" y="95250"/>
                    </a:lnTo>
                  </a:path>
                </a:pathLst>
              </a:custGeom>
              <a:noFill/>
              <a:ln w="9772">
                <a:solidFill>
                  <a:srgbClr val="CC79A7"/>
                </a:solidFill>
                <a:prstDash val="solid"/>
              </a:ln>
            </p:spPr>
          </p:sp>
          <p:sp>
            <p:nvSpPr>
              <p:cNvPr id="1348" name="four:barrier-filling:regular-node:1348">
                <a:extLst>
                  <a:ext uri="{FF2B5EF4-FFF2-40B4-BE49-F238E27FC236}">
                    <ns2:creationId id="{F359334D-7BE5-47EB-9C92-B73EBEFDAEBF}"/>
                  </a:ext>
                </a:extLst>
              </p:cNvPr>
              <p:cNvSpPr>
                <a:spLocks noGrp="1"/>
              </p:cNvSpPr>
              <p:nvPr/>
            </p:nvSpPr>
            <p:spPr>
              <a:xfrm>
                <a:off x="16070342" y="5497830"/>
                <a:ext cx="72390" cy="72390"/>
              </a:xfrm>
              <a:prstGeom prst="ellipse">
                <a:avLst/>
              </a:prstGeom>
              <a:solidFill>
                <a:srgbClr val="0072B2"/>
              </a:solidFill>
              <a:ln w="4886">
                <a:solidFill>
                  <a:srgbClr val="263238"/>
                </a:solidFill>
                <a:prstDash val="solid"/>
              </a:ln>
            </p:spPr>
          </p:sp>
          <p:sp>
            <p:nvSpPr>
              <p:cNvPr id="1349" name="four:barrier-filling:regular-node:1349">
                <a:extLst>
                  <a:ext uri="{FF2B5EF4-FFF2-40B4-BE49-F238E27FC236}">
                    <ns2:creationId id="{F481202D-89AF-49AF-A0D0-76BE5BCE5427}"/>
                  </a:ext>
                </a:extLst>
              </p:cNvPr>
              <p:cNvSpPr>
                <a:spLocks noGrp="1"/>
              </p:cNvSpPr>
              <p:nvPr/>
            </p:nvSpPr>
            <p:spPr>
              <a:xfrm>
                <a:off x="16486108" y="5633901"/>
                <a:ext cx="72390" cy="72390"/>
              </a:xfrm>
              <a:prstGeom prst="ellipse">
                <a:avLst/>
              </a:prstGeom>
              <a:solidFill>
                <a:srgbClr val="0072B2"/>
              </a:solidFill>
              <a:ln w="4886">
                <a:solidFill>
                  <a:srgbClr val="263238"/>
                </a:solidFill>
                <a:prstDash val="solid"/>
              </a:ln>
            </p:spPr>
          </p:sp>
          <p:sp>
            <p:nvSpPr>
              <p:cNvPr id="1350" name="four:barrier-filling:regular-node:1350">
                <a:extLst>
                  <a:ext uri="{FF2B5EF4-FFF2-40B4-BE49-F238E27FC236}">
                    <ns2:creationId id="{A508E111-FD27-4A3B-9405-27C9008CF873}"/>
                  </a:ext>
                </a:extLst>
              </p:cNvPr>
              <p:cNvSpPr>
                <a:spLocks noGrp="1"/>
              </p:cNvSpPr>
              <p:nvPr/>
            </p:nvSpPr>
            <p:spPr>
              <a:xfrm>
                <a:off x="16994267" y="5919651"/>
                <a:ext cx="72390" cy="72390"/>
              </a:xfrm>
              <a:prstGeom prst="ellipse">
                <a:avLst/>
              </a:prstGeom>
              <a:solidFill>
                <a:srgbClr val="81C9BA"/>
              </a:solidFill>
              <a:ln w="4886">
                <a:solidFill>
                  <a:srgbClr val="263238"/>
                </a:solidFill>
                <a:prstDash val="solid"/>
              </a:ln>
            </p:spPr>
          </p:sp>
          <p:sp>
            <p:nvSpPr>
              <p:cNvPr id="1351" name="four:barrier-filling:regular-node:1351">
                <a:extLst>
                  <a:ext uri="{FF2B5EF4-FFF2-40B4-BE49-F238E27FC236}">
                    <ns2:creationId id="{B88BA42C-17F1-459A-A16E-C6567134CD11}"/>
                  </a:ext>
                </a:extLst>
              </p:cNvPr>
              <p:cNvSpPr>
                <a:spLocks noGrp="1"/>
              </p:cNvSpPr>
              <p:nvPr/>
            </p:nvSpPr>
            <p:spPr>
              <a:xfrm>
                <a:off x="17502426" y="6395901"/>
                <a:ext cx="72390" cy="72390"/>
              </a:xfrm>
              <a:prstGeom prst="ellipse">
                <a:avLst/>
              </a:prstGeom>
              <a:solidFill>
                <a:srgbClr val="D55E00"/>
              </a:solidFill>
              <a:ln w="4886">
                <a:solidFill>
                  <a:srgbClr val="263238"/>
                </a:solidFill>
                <a:prstDash val="solid"/>
              </a:ln>
            </p:spPr>
          </p:sp>
          <p:sp>
            <p:nvSpPr>
              <p:cNvPr id="1352" name="four:barrier-filling:regular-node:1352">
                <a:extLst>
                  <a:ext uri="{FF2B5EF4-FFF2-40B4-BE49-F238E27FC236}">
                    <ns2:creationId id="{6BD45AC1-ACE3-49E7-BD60-AC0BEC85EEC2}"/>
                  </a:ext>
                </a:extLst>
              </p:cNvPr>
              <p:cNvSpPr>
                <a:spLocks noGrp="1"/>
              </p:cNvSpPr>
              <p:nvPr/>
            </p:nvSpPr>
            <p:spPr>
              <a:xfrm>
                <a:off x="18010584" y="6246223"/>
                <a:ext cx="72390" cy="72390"/>
              </a:xfrm>
              <a:prstGeom prst="ellipse">
                <a:avLst/>
              </a:prstGeom>
              <a:solidFill>
                <a:srgbClr val="009E73"/>
              </a:solidFill>
              <a:ln w="4886">
                <a:solidFill>
                  <a:srgbClr val="263238"/>
                </a:solidFill>
                <a:prstDash val="solid"/>
              </a:ln>
            </p:spPr>
          </p:sp>
          <p:sp>
            <p:nvSpPr>
              <p:cNvPr id="1353" name="four:barrier-filling:regular-node:1353">
                <a:extLst>
                  <a:ext uri="{FF2B5EF4-FFF2-40B4-BE49-F238E27FC236}">
                    <ns2:creationId id="{0A338EC9-AF42-40A1-8D18-D973644A5B7C}"/>
                  </a:ext>
                </a:extLst>
              </p:cNvPr>
              <p:cNvSpPr>
                <a:spLocks noGrp="1"/>
              </p:cNvSpPr>
              <p:nvPr/>
            </p:nvSpPr>
            <p:spPr>
              <a:xfrm>
                <a:off x="18518743" y="5769973"/>
                <a:ext cx="72390" cy="72390"/>
              </a:xfrm>
              <a:prstGeom prst="ellipse">
                <a:avLst/>
              </a:prstGeom>
              <a:solidFill>
                <a:srgbClr val="81C9BA"/>
              </a:solidFill>
              <a:ln w="4886">
                <a:solidFill>
                  <a:srgbClr val="263238"/>
                </a:solidFill>
                <a:prstDash val="solid"/>
              </a:ln>
            </p:spPr>
          </p:sp>
          <p:sp>
            <p:nvSpPr>
              <p:cNvPr id="1354" name="four:barrier-filling:regular-node:1354">
                <a:extLst>
                  <a:ext uri="{FF2B5EF4-FFF2-40B4-BE49-F238E27FC236}">
                    <ns2:creationId id="{40359FFB-21CB-420F-AD73-E15CA8D5B202}"/>
                  </a:ext>
                </a:extLst>
              </p:cNvPr>
              <p:cNvSpPr>
                <a:spLocks noGrp="1"/>
              </p:cNvSpPr>
              <p:nvPr/>
            </p:nvSpPr>
            <p:spPr>
              <a:xfrm>
                <a:off x="19026902" y="5457009"/>
                <a:ext cx="72390" cy="72390"/>
              </a:xfrm>
              <a:prstGeom prst="ellipse">
                <a:avLst/>
              </a:prstGeom>
              <a:solidFill>
                <a:srgbClr val="CC79A7"/>
              </a:solidFill>
              <a:ln w="4886">
                <a:solidFill>
                  <a:srgbClr val="263238"/>
                </a:solidFill>
                <a:prstDash val="solid"/>
              </a:ln>
            </p:spPr>
          </p:sp>
          <p:sp>
            <p:nvSpPr>
              <p:cNvPr id="1355" name="four:barrier-filling:regular-node:1355">
                <a:extLst>
                  <a:ext uri="{FF2B5EF4-FFF2-40B4-BE49-F238E27FC236}">
                    <ns2:creationId id="{A89F5E88-BB3E-41AF-9D98-F634EA18AE6C}"/>
                  </a:ext>
                </a:extLst>
              </p:cNvPr>
              <p:cNvSpPr>
                <a:spLocks noGrp="1"/>
              </p:cNvSpPr>
              <p:nvPr/>
            </p:nvSpPr>
            <p:spPr>
              <a:xfrm>
                <a:off x="19442668" y="5320937"/>
                <a:ext cx="72390" cy="72390"/>
              </a:xfrm>
              <a:prstGeom prst="ellipse">
                <a:avLst/>
              </a:prstGeom>
              <a:solidFill>
                <a:srgbClr val="CC79A7"/>
              </a:solidFill>
              <a:ln w="4886">
                <a:solidFill>
                  <a:srgbClr val="263238"/>
                </a:solidFill>
                <a:prstDash val="solid"/>
              </a:ln>
            </p:spPr>
          </p:sp>
          <p:sp>
            <p:nvSpPr>
              <p:cNvPr id="1356" name="four:barrier-filling:critical-node:1356">
                <a:extLst>
                  <a:ext uri="{FF2B5EF4-FFF2-40B4-BE49-F238E27FC236}">
                    <ns2:creationId id="{197FC193-76C8-44EA-84BD-496EB513FF5C}"/>
                  </a:ext>
                </a:extLst>
              </p:cNvPr>
              <p:cNvSpPr>
                <a:spLocks noGrp="1"/>
              </p:cNvSpPr>
              <p:nvPr/>
            </p:nvSpPr>
            <p:spPr>
              <a:xfrm>
                <a:off x="15897225" y="4819650"/>
                <a:ext cx="95250" cy="95250"/>
              </a:xfrm>
              <a:prstGeom prst="diamond">
                <a:avLst/>
              </a:prstGeom>
              <a:solidFill>
                <a:srgbClr val="DCE8ED"/>
              </a:solidFill>
              <a:ln w="5375">
                <a:solidFill>
                  <a:srgbClr val="263238"/>
                </a:solidFill>
                <a:prstDash val="solid"/>
              </a:ln>
            </p:spPr>
          </p:sp>
          <p:sp>
            <p:nvSpPr>
              <p:cNvPr id="1357" name="four:barrier-filling:critical-node:1357">
                <a:extLst>
                  <a:ext uri="{FF2B5EF4-FFF2-40B4-BE49-F238E27FC236}">
                    <ns2:creationId id="{BDAB1D27-714B-4F2C-B05E-07C306725BA4}"/>
                  </a:ext>
                </a:extLst>
              </p:cNvPr>
              <p:cNvSpPr>
                <a:spLocks noGrp="1"/>
              </p:cNvSpPr>
              <p:nvPr/>
            </p:nvSpPr>
            <p:spPr>
              <a:xfrm>
                <a:off x="16220599" y="6153150"/>
                <a:ext cx="95250" cy="95250"/>
              </a:xfrm>
              <a:prstGeom prst="diamond">
                <a:avLst/>
              </a:prstGeom>
              <a:solidFill>
                <a:srgbClr val="0072B2"/>
              </a:solidFill>
              <a:ln w="5375">
                <a:solidFill>
                  <a:srgbClr val="263238"/>
                </a:solidFill>
                <a:prstDash val="solid"/>
              </a:ln>
            </p:spPr>
          </p:sp>
          <p:sp>
            <p:nvSpPr>
              <p:cNvPr id="1358" name="four:barrier-filling:baseline-barrier:1358">
                <a:extLst>
                  <a:ext uri="{FF2B5EF4-FFF2-40B4-BE49-F238E27FC236}">
                    <ns2:creationId id="{0B7D7BD1-528E-4729-9540-0D531F9B715E}"/>
                  </a:ext>
                </a:extLst>
              </p:cNvPr>
              <p:cNvSpPr>
                <a:spLocks noGrp="1"/>
              </p:cNvSpPr>
              <p:nvPr/>
            </p:nvSpPr>
            <p:spPr>
              <a:xfrm>
                <a:off x="16733520" y="4960484"/>
                <a:ext cx="85725" cy="85725"/>
              </a:xfrm>
              <a:prstGeom prst="diamond">
                <a:avLst/>
              </a:prstGeom>
              <a:solidFill>
                <a:srgbClr val="FFFFFF"/>
              </a:solidFill>
              <a:ln w="8795">
                <a:solidFill>
                  <a:srgbClr val="DDA5C4"/>
                </a:solidFill>
                <a:prstDash val="solid"/>
              </a:ln>
            </p:spPr>
          </p:sp>
          <p:sp>
            <p:nvSpPr>
              <p:cNvPr id="1359" name="four:barrier-filling:optimal-barrier:1359">
                <a:extLst>
                  <a:ext uri="{FF2B5EF4-FFF2-40B4-BE49-F238E27FC236}">
                    <ns2:creationId id="{0B42EC12-73FD-4B84-A58A-E643A1C4AB82}"/>
                  </a:ext>
                </a:extLst>
              </p:cNvPr>
              <p:cNvSpPr>
                <a:spLocks noGrp="1"/>
              </p:cNvSpPr>
              <p:nvPr/>
            </p:nvSpPr>
            <p:spPr>
              <a:xfrm>
                <a:off x="16728758" y="5091793"/>
                <a:ext cx="95250" cy="95250"/>
              </a:xfrm>
              <a:prstGeom prst="diamond">
                <a:avLst/>
              </a:prstGeom>
              <a:solidFill>
                <a:srgbClr val="FFFFFF"/>
              </a:solidFill>
              <a:ln w="8307">
                <a:solidFill>
                  <a:srgbClr val="263238"/>
                </a:solidFill>
                <a:prstDash val="solid"/>
              </a:ln>
            </p:spPr>
          </p:sp>
          <p:sp>
            <p:nvSpPr>
              <p:cNvPr id="1360" name="four:barrier-filling:critical-node:1360">
                <a:extLst>
                  <a:ext uri="{FF2B5EF4-FFF2-40B4-BE49-F238E27FC236}">
                    <ns2:creationId id="{8509DF09-7C4A-4855-A8E2-6214C6BE52B2}"/>
                  </a:ext>
                </a:extLst>
              </p:cNvPr>
              <p:cNvSpPr>
                <a:spLocks noGrp="1"/>
              </p:cNvSpPr>
              <p:nvPr/>
            </p:nvSpPr>
            <p:spPr>
              <a:xfrm>
                <a:off x="17236916" y="6724650"/>
                <a:ext cx="95250" cy="95250"/>
              </a:xfrm>
              <a:prstGeom prst="diamond">
                <a:avLst/>
              </a:prstGeom>
              <a:solidFill>
                <a:srgbClr val="D55E00"/>
              </a:solidFill>
              <a:ln w="5375">
                <a:solidFill>
                  <a:srgbClr val="263238"/>
                </a:solidFill>
                <a:prstDash val="solid"/>
              </a:ln>
            </p:spPr>
          </p:sp>
          <p:sp>
            <p:nvSpPr>
              <p:cNvPr id="1361" name="four:barrier-filling:baseline-barrier:1361">
                <a:extLst>
                  <a:ext uri="{FF2B5EF4-FFF2-40B4-BE49-F238E27FC236}">
                    <ns2:creationId id="{9D55F4C9-5807-40A7-A64D-60D23DD8B5BB}"/>
                  </a:ext>
                </a:extLst>
              </p:cNvPr>
              <p:cNvSpPr>
                <a:spLocks noGrp="1"/>
              </p:cNvSpPr>
              <p:nvPr/>
            </p:nvSpPr>
            <p:spPr>
              <a:xfrm>
                <a:off x="17749838" y="6185127"/>
                <a:ext cx="85725" cy="85725"/>
              </a:xfrm>
              <a:prstGeom prst="diamond">
                <a:avLst/>
              </a:prstGeom>
              <a:solidFill>
                <a:srgbClr val="FFFFFF"/>
              </a:solidFill>
              <a:ln w="8795">
                <a:solidFill>
                  <a:srgbClr val="DDA5C4"/>
                </a:solidFill>
                <a:prstDash val="solid"/>
              </a:ln>
            </p:spPr>
          </p:sp>
          <p:sp>
            <p:nvSpPr>
              <p:cNvPr id="1362" name="four:barrier-filling:optimal-barrier:1362">
                <a:extLst>
                  <a:ext uri="{FF2B5EF4-FFF2-40B4-BE49-F238E27FC236}">
                    <ns2:creationId id="{A84B37DA-1950-4334-B708-167F707D923F}"/>
                  </a:ext>
                </a:extLst>
              </p:cNvPr>
              <p:cNvSpPr>
                <a:spLocks noGrp="1"/>
              </p:cNvSpPr>
              <p:nvPr/>
            </p:nvSpPr>
            <p:spPr>
              <a:xfrm>
                <a:off x="17745075" y="6044293"/>
                <a:ext cx="95250" cy="95250"/>
              </a:xfrm>
              <a:prstGeom prst="diamond">
                <a:avLst/>
              </a:prstGeom>
              <a:solidFill>
                <a:srgbClr val="FFFFFF"/>
              </a:solidFill>
              <a:ln w="8307">
                <a:solidFill>
                  <a:srgbClr val="263238"/>
                </a:solidFill>
                <a:prstDash val="solid"/>
              </a:ln>
            </p:spPr>
          </p:sp>
          <p:sp>
            <p:nvSpPr>
              <p:cNvPr id="1363" name="four:barrier-filling:critical-node:1363">
                <a:extLst>
                  <a:ext uri="{FF2B5EF4-FFF2-40B4-BE49-F238E27FC236}">
                    <ns2:creationId id="{E45ED308-C2B8-4BA0-881A-E05A8AF49ECC}"/>
                  </a:ext>
                </a:extLst>
              </p:cNvPr>
              <p:cNvSpPr>
                <a:spLocks noGrp="1"/>
              </p:cNvSpPr>
              <p:nvPr/>
            </p:nvSpPr>
            <p:spPr>
              <a:xfrm>
                <a:off x="18253234" y="6425293"/>
                <a:ext cx="95250" cy="95250"/>
              </a:xfrm>
              <a:prstGeom prst="diamond">
                <a:avLst/>
              </a:prstGeom>
              <a:solidFill>
                <a:srgbClr val="009E73"/>
              </a:solidFill>
              <a:ln w="5375">
                <a:solidFill>
                  <a:srgbClr val="263238"/>
                </a:solidFill>
                <a:prstDash val="solid"/>
              </a:ln>
            </p:spPr>
          </p:sp>
          <p:sp>
            <p:nvSpPr>
              <p:cNvPr id="1364" name="four:barrier-filling:baseline-barrier:1364">
                <a:extLst>
                  <a:ext uri="{FF2B5EF4-FFF2-40B4-BE49-F238E27FC236}">
                    <ns2:creationId id="{996DE7FE-CED3-4015-BFE1-D1C3107A3453}"/>
                  </a:ext>
                </a:extLst>
              </p:cNvPr>
              <p:cNvSpPr>
                <a:spLocks noGrp="1"/>
              </p:cNvSpPr>
              <p:nvPr/>
            </p:nvSpPr>
            <p:spPr>
              <a:xfrm>
                <a:off x="18766155" y="4960484"/>
                <a:ext cx="85725" cy="85725"/>
              </a:xfrm>
              <a:prstGeom prst="diamond">
                <a:avLst/>
              </a:prstGeom>
              <a:solidFill>
                <a:srgbClr val="FFFFFF"/>
              </a:solidFill>
              <a:ln w="8795">
                <a:solidFill>
                  <a:srgbClr val="DDA5C4"/>
                </a:solidFill>
                <a:prstDash val="solid"/>
              </a:ln>
            </p:spPr>
          </p:sp>
          <p:sp>
            <p:nvSpPr>
              <p:cNvPr id="1365" name="four:barrier-filling:optimal-barrier:1365">
                <a:extLst>
                  <a:ext uri="{FF2B5EF4-FFF2-40B4-BE49-F238E27FC236}">
                    <ns2:creationId id="{75EE9EBD-D8A4-4266-BFEB-7329EA7ADAC5}"/>
                  </a:ext>
                </a:extLst>
              </p:cNvPr>
              <p:cNvSpPr>
                <a:spLocks noGrp="1"/>
              </p:cNvSpPr>
              <p:nvPr/>
            </p:nvSpPr>
            <p:spPr>
              <a:xfrm>
                <a:off x="18761393" y="5091793"/>
                <a:ext cx="95250" cy="95250"/>
              </a:xfrm>
              <a:prstGeom prst="diamond">
                <a:avLst/>
              </a:prstGeom>
              <a:solidFill>
                <a:srgbClr val="FFFFFF"/>
              </a:solidFill>
              <a:ln w="8307">
                <a:solidFill>
                  <a:srgbClr val="263238"/>
                </a:solidFill>
                <a:prstDash val="solid"/>
              </a:ln>
            </p:spPr>
          </p:sp>
          <p:sp>
            <p:nvSpPr>
              <p:cNvPr id="1366" name="four:barrier-filling:critical-node:1366">
                <a:extLst>
                  <a:ext uri="{FF2B5EF4-FFF2-40B4-BE49-F238E27FC236}">
                    <ns2:creationId id="{24A9B753-7829-4543-91CA-D099E90F8C36}"/>
                  </a:ext>
                </a:extLst>
              </p:cNvPr>
              <p:cNvSpPr>
                <a:spLocks noGrp="1"/>
              </p:cNvSpPr>
              <p:nvPr/>
            </p:nvSpPr>
            <p:spPr>
              <a:xfrm>
                <a:off x="19269551" y="5799364"/>
                <a:ext cx="95250" cy="95250"/>
              </a:xfrm>
              <a:prstGeom prst="diamond">
                <a:avLst/>
              </a:prstGeom>
              <a:solidFill>
                <a:srgbClr val="CC79A7"/>
              </a:solidFill>
              <a:ln w="5375">
                <a:solidFill>
                  <a:srgbClr val="263238"/>
                </a:solidFill>
                <a:prstDash val="solid"/>
              </a:ln>
            </p:spPr>
          </p:sp>
          <p:sp>
            <p:nvSpPr>
              <p:cNvPr id="1367" name="four:barrier-filling:critical-node:1367">
                <a:extLst>
                  <a:ext uri="{FF2B5EF4-FFF2-40B4-BE49-F238E27FC236}">
                    <ns2:creationId id="{C023AB0B-601C-4F11-918D-5002384173A2}"/>
                  </a:ext>
                </a:extLst>
              </p:cNvPr>
              <p:cNvSpPr>
                <a:spLocks noGrp="1"/>
              </p:cNvSpPr>
              <p:nvPr/>
            </p:nvSpPr>
            <p:spPr>
              <a:xfrm>
                <a:off x="19592925" y="4819650"/>
                <a:ext cx="95250" cy="95250"/>
              </a:xfrm>
              <a:prstGeom prst="diamond">
                <a:avLst/>
              </a:prstGeom>
              <a:solidFill>
                <a:srgbClr val="DCE8ED"/>
              </a:solidFill>
              <a:ln w="5375">
                <a:solidFill>
                  <a:srgbClr val="263238"/>
                </a:solidFill>
                <a:prstDash val="solid"/>
              </a:ln>
            </p:spPr>
          </p:sp>
          <p:sp>
            <p:nvSpPr>
              <p:cNvPr id="1368" name="four:barrier-filling:line:1368">
                <a:extLst>
                  <a:ext uri="{FF2B5EF4-FFF2-40B4-BE49-F238E27FC236}">
                    <ns2:creationId id="{7C318CD8-7DFB-4BE5-B8F0-C3D053212D61}"/>
                  </a:ext>
                </a:extLst>
              </p:cNvPr>
              <p:cNvSpPr>
                <a:spLocks noGrp="1"/>
              </p:cNvSpPr>
              <p:nvPr/>
            </p:nvSpPr>
            <p:spPr>
              <a:xfrm>
                <a:off x="15801975" y="4819650"/>
                <a:ext cx="953" cy="1952625"/>
              </a:xfrm>
              <a:custGeom>
                <a:pathLst>
                  <a:path w="953" h="1952625">
                    <a:moveTo>
                      <a:pt x="0" y="1952625"/>
                    </a:moveTo>
                    <a:lnTo>
                      <a:pt x="0" y="0"/>
                    </a:lnTo>
                  </a:path>
                </a:pathLst>
              </a:custGeom>
              <a:noFill/>
              <a:ln w="7329">
                <a:solidFill>
                  <a:srgbClr val="263238"/>
                </a:solidFill>
                <a:prstDash val="solid"/>
              </a:ln>
            </p:spPr>
          </p:sp>
          <p:sp>
            <p:nvSpPr>
              <p:cNvPr id="1369" name="four:barrier-filling:polygon:1369">
                <a:extLst>
                  <a:ext uri="{FF2B5EF4-FFF2-40B4-BE49-F238E27FC236}">
                    <ns2:creationId id="{D0FC5680-206B-45CF-982D-30D3807E08C6}"/>
                  </a:ext>
                </a:extLst>
              </p:cNvPr>
              <p:cNvSpPr>
                <a:spLocks noGrp="1"/>
              </p:cNvSpPr>
              <p:nvPr/>
            </p:nvSpPr>
            <p:spPr>
              <a:xfrm>
                <a:off x="15769209" y="4819650"/>
                <a:ext cx="65532" cy="76200"/>
              </a:xfrm>
              <a:custGeom>
                <a:pathLst>
                  <a:path w="65532" h="76200">
                    <a:moveTo>
                      <a:pt x="32766" y="0"/>
                    </a:moveTo>
                    <a:lnTo>
                      <a:pt x="0" y="76200"/>
                    </a:lnTo>
                    <a:lnTo>
                      <a:pt x="65532" y="76200"/>
                    </a:lnTo>
                    <a:close/>
                  </a:path>
                </a:pathLst>
              </a:custGeom>
              <a:solidFill>
                <a:srgbClr val="263238"/>
              </a:solidFill>
              <a:ln w="0">
                <a:noFill/>
                <a:prstDash val="solid"/>
              </a:ln>
            </p:spPr>
          </p:sp>
          <p:sp>
            <p:nvSpPr>
              <p:cNvPr id="1370" name="four:barrier-filling:textbox:1370">
                <a:extLst>
                  <a:ext uri="{FF2B5EF4-FFF2-40B4-BE49-F238E27FC236}">
                    <ns2:creationId id="{6BA5512E-C004-4278-885F-92AE66DD5DC7}"/>
                  </a:ext>
                </a:extLst>
              </p:cNvPr>
              <p:cNvSpPr>
                <a:spLocks noGrp="1"/>
              </p:cNvSpPr>
              <p:nvPr/>
            </p:nvSpPr>
            <p:spPr>
              <a:xfrm>
                <a:off x="15592425" y="5648325"/>
                <a:ext cx="209550" cy="342900"/>
              </a:xfrm>
              <a:prstGeom prst="rect">
                <a:avLst/>
              </a:prstGeom>
              <a:noFill/>
              <a:ln w="0">
                <a:noFill/>
                <a:prstDash val="solid"/>
              </a:ln>
            </p:spPr>
            <p:txBody>
              <a:bodyPr wrap="none" lIns="0" tIns="0" rIns="0" bIns="0" anchor="ctr">
                <a:normAutofit fontScale="100000"/>
              </a:bodyPr>
              <a:lstStyle>
                <a:defPPr algn="ctr">
                  <a:defRPr sz="962" b="0">
                    <a:solidFill>
                      <a:srgbClr val="263238"/>
                    </a:solidFill>
                    <a:latin typeface="Arial"/>
                    <a:ea typeface="Arial"/>
                    <a:cs typeface="Arial"/>
                  </a:defRPr>
                </a:defPPr>
              </a:lstStyle>
              <a:p>
                <a:pPr algn="ctr">
                  <a:defRPr sz="962" b="0">
                    <a:solidFill>
                      <a:srgbClr val="263238"/>
                    </a:solidFill>
                    <a:latin typeface="Arial"/>
                    <a:ea typeface="Arial"/>
                    <a:cs typeface="Arial"/>
                  </a:defRPr>
                </a:pPr>
                <a:r>
                  <a:rPr sz="962" b="0">
                    <a:solidFill>
                      <a:srgbClr val="263238"/>
                    </a:solidFill>
                    <a:latin typeface="Arial"/>
                    <a:ea typeface="Arial"/>
                    <a:cs typeface="Arial"/>
                  </a:rPr>
                  <a:t>ψ</a:t>
                </a:r>
              </a:p>
            </p:txBody>
          </p:sp>
          <p:sp>
            <p:nvSpPr>
              <p:cNvPr id="1371" name="four:barrier-filling:line:1371">
                <a:extLst>
                  <a:ext uri="{FF2B5EF4-FFF2-40B4-BE49-F238E27FC236}">
                    <ns2:creationId id="{2ECCDEA6-2F3B-4ABF-A2C4-E50D28EBFF33}"/>
                  </a:ext>
                </a:extLst>
              </p:cNvPr>
              <p:cNvSpPr>
                <a:spLocks noGrp="1"/>
              </p:cNvSpPr>
              <p:nvPr/>
            </p:nvSpPr>
            <p:spPr>
              <a:xfrm>
                <a:off x="15944850" y="7029450"/>
                <a:ext cx="3695700" cy="953"/>
              </a:xfrm>
              <a:custGeom>
                <a:pathLst>
                  <a:path w="3695700" h="953">
                    <a:moveTo>
                      <a:pt x="0" y="0"/>
                    </a:moveTo>
                    <a:lnTo>
                      <a:pt x="3695700" y="0"/>
                    </a:lnTo>
                  </a:path>
                </a:pathLst>
              </a:custGeom>
              <a:noFill/>
              <a:ln w="6352">
                <a:solidFill>
                  <a:srgbClr val="263238"/>
                </a:solidFill>
                <a:prstDash val="solid"/>
              </a:ln>
            </p:spPr>
          </p:sp>
          <p:sp>
            <p:nvSpPr>
              <p:cNvPr id="1372" name="four:barrier-filling:polygon:1372">
                <a:extLst>
                  <a:ext uri="{FF2B5EF4-FFF2-40B4-BE49-F238E27FC236}">
                    <ns2:creationId id="{20C8C735-64A5-4085-9A22-53108205A6DF}"/>
                  </a:ext>
                </a:extLst>
              </p:cNvPr>
              <p:cNvSpPr>
                <a:spLocks noGrp="1"/>
              </p:cNvSpPr>
              <p:nvPr/>
            </p:nvSpPr>
            <p:spPr>
              <a:xfrm>
                <a:off x="19573875" y="7000780"/>
                <a:ext cx="66675" cy="57340"/>
              </a:xfrm>
              <a:custGeom>
                <a:pathLst>
                  <a:path w="66675" h="57340">
                    <a:moveTo>
                      <a:pt x="66675" y="28670"/>
                    </a:moveTo>
                    <a:lnTo>
                      <a:pt x="0" y="0"/>
                    </a:lnTo>
                    <a:lnTo>
                      <a:pt x="0" y="57340"/>
                    </a:lnTo>
                    <a:close/>
                  </a:path>
                </a:pathLst>
              </a:custGeom>
              <a:solidFill>
                <a:srgbClr val="263238"/>
              </a:solidFill>
              <a:ln w="0">
                <a:noFill/>
                <a:prstDash val="solid"/>
              </a:ln>
            </p:spPr>
          </p:sp>
          <p:sp>
            <p:nvSpPr>
              <p:cNvPr id="1373" name="four:barrier-filling:textbox:1373">
                <a:extLst>
                  <a:ext uri="{FF2B5EF4-FFF2-40B4-BE49-F238E27FC236}">
                    <ns2:creationId id="{B48ADD8E-AC65-4E76-8E05-8D61A1480E8B}"/>
                  </a:ext>
                </a:extLst>
              </p:cNvPr>
              <p:cNvSpPr>
                <a:spLocks noGrp="1"/>
              </p:cNvSpPr>
              <p:nvPr/>
            </p:nvSpPr>
            <p:spPr>
              <a:xfrm>
                <a:off x="19678650" y="6896100"/>
                <a:ext cx="219075" cy="342900"/>
              </a:xfrm>
              <a:prstGeom prst="rect">
                <a:avLst/>
              </a:prstGeom>
              <a:noFill/>
              <a:ln w="0">
                <a:noFill/>
                <a:prstDash val="solid"/>
              </a:ln>
            </p:spPr>
            <p:txBody>
              <a:bodyPr wrap="none" lIns="0" tIns="0" rIns="0" bIns="0" anchor="ctr">
                <a:normAutofit fontScale="100000"/>
              </a:bodyPr>
              <a:lstStyle>
                <a:defPPr algn="ctr">
                  <a:defRPr sz="923" b="0">
                    <a:solidFill>
                      <a:srgbClr val="263238"/>
                    </a:solidFill>
                    <a:latin typeface="Arial"/>
                    <a:ea typeface="Arial"/>
                    <a:cs typeface="Arial"/>
                  </a:defRPr>
                </a:defPPr>
              </a:lstStyle>
              <a:p>
                <a:pPr algn="ctr">
                  <a:defRPr sz="923" b="0">
                    <a:solidFill>
                      <a:srgbClr val="263238"/>
                    </a:solidFill>
                    <a:latin typeface="Arial"/>
                    <a:ea typeface="Arial"/>
                    <a:cs typeface="Arial"/>
                  </a:defRPr>
                </a:pPr>
                <a:r>
                  <a:rPr sz="923" b="0">
                    <a:solidFill>
                      <a:srgbClr val="263238"/>
                    </a:solidFill>
                    <a:latin typeface="Arial"/>
                    <a:ea typeface="Arial"/>
                    <a:cs typeface="Arial"/>
                  </a:rPr>
                  <a:t>u</a:t>
                </a:r>
              </a:p>
            </p:txBody>
          </p:sp>
          <p:sp>
            <p:nvSpPr>
              <p:cNvPr id="1374" name="four:barrier-filling:line:1374">
                <a:extLst>
                  <a:ext uri="{FF2B5EF4-FFF2-40B4-BE49-F238E27FC236}">
                    <ns2:creationId id="{EBD87F66-4FC9-4768-B7C8-83CED9F6F5CB}"/>
                  </a:ext>
                </a:extLst>
              </p:cNvPr>
              <p:cNvSpPr>
                <a:spLocks noGrp="1"/>
              </p:cNvSpPr>
              <p:nvPr/>
            </p:nvSpPr>
            <p:spPr>
              <a:xfrm>
                <a:off x="15944850" y="7181850"/>
                <a:ext cx="3695700" cy="953"/>
              </a:xfrm>
              <a:custGeom>
                <a:pathLst>
                  <a:path w="3695700" h="953">
                    <a:moveTo>
                      <a:pt x="49530" y="0"/>
                    </a:moveTo>
                    <a:lnTo>
                      <a:pt x="273844" y="0"/>
                    </a:lnTo>
                    <a:moveTo>
                      <a:pt x="372904" y="0"/>
                    </a:moveTo>
                    <a:lnTo>
                      <a:pt x="782002" y="0"/>
                    </a:lnTo>
                    <a:moveTo>
                      <a:pt x="881063" y="0"/>
                    </a:moveTo>
                    <a:lnTo>
                      <a:pt x="1290161" y="0"/>
                    </a:lnTo>
                    <a:moveTo>
                      <a:pt x="1389221" y="0"/>
                    </a:moveTo>
                    <a:lnTo>
                      <a:pt x="1798320" y="0"/>
                    </a:lnTo>
                    <a:moveTo>
                      <a:pt x="1897380" y="0"/>
                    </a:moveTo>
                    <a:lnTo>
                      <a:pt x="2306479" y="0"/>
                    </a:lnTo>
                    <a:moveTo>
                      <a:pt x="2405539" y="0"/>
                    </a:moveTo>
                    <a:lnTo>
                      <a:pt x="2814638" y="0"/>
                    </a:lnTo>
                    <a:moveTo>
                      <a:pt x="2913698" y="0"/>
                    </a:moveTo>
                    <a:lnTo>
                      <a:pt x="3322796" y="0"/>
                    </a:lnTo>
                    <a:moveTo>
                      <a:pt x="3421856" y="0"/>
                    </a:moveTo>
                    <a:lnTo>
                      <a:pt x="3646170" y="0"/>
                    </a:lnTo>
                  </a:path>
                </a:pathLst>
              </a:custGeom>
              <a:noFill/>
              <a:ln w="4398">
                <a:solidFill>
                  <a:srgbClr val="91A5B4"/>
                </a:solidFill>
                <a:prstDash val="solid"/>
              </a:ln>
            </p:spPr>
          </p:sp>
          <p:sp>
            <p:nvSpPr>
              <p:cNvPr id="1375" name="four:barrier-filling:critical-node:1375">
                <a:extLst>
                  <a:ext uri="{FF2B5EF4-FFF2-40B4-BE49-F238E27FC236}">
                    <ns2:creationId id="{96EEA48B-6839-48D6-862D-6F459CB23A46}"/>
                  </a:ext>
                </a:extLst>
              </p:cNvPr>
              <p:cNvSpPr>
                <a:spLocks noGrp="1"/>
              </p:cNvSpPr>
              <p:nvPr/>
            </p:nvSpPr>
            <p:spPr>
              <a:xfrm>
                <a:off x="15901988" y="7138988"/>
                <a:ext cx="85725" cy="85725"/>
              </a:xfrm>
              <a:prstGeom prst="diamond">
                <a:avLst/>
              </a:prstGeom>
              <a:solidFill>
                <a:srgbClr val="DCE8ED"/>
              </a:solidFill>
              <a:ln w="5375">
                <a:solidFill>
                  <a:srgbClr val="263238"/>
                </a:solidFill>
                <a:prstDash val="solid"/>
              </a:ln>
            </p:spPr>
          </p:sp>
          <p:sp>
            <p:nvSpPr>
              <p:cNvPr id="1376" name="four:barrier-filling:regular-node:1376">
                <a:extLst>
                  <a:ext uri="{FF2B5EF4-FFF2-40B4-BE49-F238E27FC236}">
                    <ns2:creationId id="{81BB0F4D-467B-4FBF-8C7D-D1E42B1985F0}"/>
                  </a:ext>
                </a:extLst>
              </p:cNvPr>
              <p:cNvSpPr>
                <a:spLocks noGrp="1"/>
              </p:cNvSpPr>
              <p:nvPr/>
            </p:nvSpPr>
            <p:spPr>
              <a:xfrm>
                <a:off x="16073199" y="7148513"/>
                <a:ext cx="66675" cy="66675"/>
              </a:xfrm>
              <a:prstGeom prst="ellipse">
                <a:avLst/>
              </a:prstGeom>
              <a:solidFill>
                <a:srgbClr val="0072B2"/>
              </a:solidFill>
              <a:ln w="3421">
                <a:solidFill>
                  <a:srgbClr val="263238"/>
                </a:solidFill>
                <a:prstDash val="solid"/>
              </a:ln>
            </p:spPr>
          </p:sp>
          <p:sp>
            <p:nvSpPr>
              <p:cNvPr id="1377" name="four:barrier-filling:critical-node:1377">
                <a:extLst>
                  <a:ext uri="{FF2B5EF4-FFF2-40B4-BE49-F238E27FC236}">
                    <ns2:creationId id="{8CBDB0FA-B2BC-4C1C-9AC1-DE6ED87A751C}"/>
                  </a:ext>
                </a:extLst>
              </p:cNvPr>
              <p:cNvSpPr>
                <a:spLocks noGrp="1"/>
              </p:cNvSpPr>
              <p:nvPr/>
            </p:nvSpPr>
            <p:spPr>
              <a:xfrm>
                <a:off x="16225361" y="7138988"/>
                <a:ext cx="85725" cy="85725"/>
              </a:xfrm>
              <a:prstGeom prst="diamond">
                <a:avLst/>
              </a:prstGeom>
              <a:solidFill>
                <a:srgbClr val="0072B2"/>
              </a:solidFill>
              <a:ln w="5375">
                <a:solidFill>
                  <a:srgbClr val="263238"/>
                </a:solidFill>
                <a:prstDash val="solid"/>
              </a:ln>
            </p:spPr>
          </p:sp>
          <p:sp>
            <p:nvSpPr>
              <p:cNvPr id="1378" name="four:barrier-filling:regular-node:1378">
                <a:extLst>
                  <a:ext uri="{FF2B5EF4-FFF2-40B4-BE49-F238E27FC236}">
                    <ns2:creationId id="{DE7E9D61-D038-4224-811E-79A00872865A}"/>
                  </a:ext>
                </a:extLst>
              </p:cNvPr>
              <p:cNvSpPr>
                <a:spLocks noGrp="1"/>
              </p:cNvSpPr>
              <p:nvPr/>
            </p:nvSpPr>
            <p:spPr>
              <a:xfrm>
                <a:off x="16488966" y="7148513"/>
                <a:ext cx="66675" cy="66675"/>
              </a:xfrm>
              <a:prstGeom prst="ellipse">
                <a:avLst/>
              </a:prstGeom>
              <a:solidFill>
                <a:srgbClr val="0072B2"/>
              </a:solidFill>
              <a:ln w="3421">
                <a:solidFill>
                  <a:srgbClr val="263238"/>
                </a:solidFill>
                <a:prstDash val="solid"/>
              </a:ln>
            </p:spPr>
          </p:sp>
          <p:sp>
            <p:nvSpPr>
              <p:cNvPr id="1379" name="four:barrier-filling:critical-node:1379">
                <a:extLst>
                  <a:ext uri="{FF2B5EF4-FFF2-40B4-BE49-F238E27FC236}">
                    <ns2:creationId id="{FBCCF955-65CE-4F7A-BE1B-AE0E79710271}"/>
                  </a:ext>
                </a:extLst>
              </p:cNvPr>
              <p:cNvSpPr>
                <a:spLocks noGrp="1"/>
              </p:cNvSpPr>
              <p:nvPr/>
            </p:nvSpPr>
            <p:spPr>
              <a:xfrm>
                <a:off x="16733520" y="7138988"/>
                <a:ext cx="85725" cy="85725"/>
              </a:xfrm>
              <a:prstGeom prst="diamond">
                <a:avLst/>
              </a:prstGeom>
              <a:solidFill>
                <a:srgbClr val="DCE8ED"/>
              </a:solidFill>
              <a:ln w="5375">
                <a:solidFill>
                  <a:srgbClr val="263238"/>
                </a:solidFill>
                <a:prstDash val="solid"/>
              </a:ln>
            </p:spPr>
          </p:sp>
          <p:sp>
            <p:nvSpPr>
              <p:cNvPr id="1380" name="four:barrier-filling:regular-node:1380">
                <a:extLst>
                  <a:ext uri="{FF2B5EF4-FFF2-40B4-BE49-F238E27FC236}">
                    <ns2:creationId id="{99F62026-551D-4D65-95C1-5D1186118802}"/>
                  </a:ext>
                </a:extLst>
              </p:cNvPr>
              <p:cNvSpPr>
                <a:spLocks noGrp="1"/>
              </p:cNvSpPr>
              <p:nvPr/>
            </p:nvSpPr>
            <p:spPr>
              <a:xfrm>
                <a:off x="16997124" y="7148513"/>
                <a:ext cx="66675" cy="66675"/>
              </a:xfrm>
              <a:prstGeom prst="ellipse">
                <a:avLst/>
              </a:prstGeom>
              <a:solidFill>
                <a:srgbClr val="81C9BA"/>
              </a:solidFill>
              <a:ln w="3421">
                <a:solidFill>
                  <a:srgbClr val="263238"/>
                </a:solidFill>
                <a:prstDash val="solid"/>
              </a:ln>
            </p:spPr>
          </p:sp>
          <p:sp>
            <p:nvSpPr>
              <p:cNvPr id="1381" name="four:barrier-filling:critical-node:1381">
                <a:extLst>
                  <a:ext uri="{FF2B5EF4-FFF2-40B4-BE49-F238E27FC236}">
                    <ns2:creationId id="{E367BA84-6EA8-4796-B706-9913B41EAF11}"/>
                  </a:ext>
                </a:extLst>
              </p:cNvPr>
              <p:cNvSpPr>
                <a:spLocks noGrp="1"/>
              </p:cNvSpPr>
              <p:nvPr/>
            </p:nvSpPr>
            <p:spPr>
              <a:xfrm>
                <a:off x="17241679" y="7138988"/>
                <a:ext cx="85725" cy="85725"/>
              </a:xfrm>
              <a:prstGeom prst="diamond">
                <a:avLst/>
              </a:prstGeom>
              <a:solidFill>
                <a:srgbClr val="D55E00"/>
              </a:solidFill>
              <a:ln w="5375">
                <a:solidFill>
                  <a:srgbClr val="263238"/>
                </a:solidFill>
                <a:prstDash val="solid"/>
              </a:ln>
            </p:spPr>
          </p:sp>
          <p:sp>
            <p:nvSpPr>
              <p:cNvPr id="1382" name="four:barrier-filling:regular-node:1382">
                <a:extLst>
                  <a:ext uri="{FF2B5EF4-FFF2-40B4-BE49-F238E27FC236}">
                    <ns2:creationId id="{B06D6A94-78A1-4F17-9094-2D47ADEF2459}"/>
                  </a:ext>
                </a:extLst>
              </p:cNvPr>
              <p:cNvSpPr>
                <a:spLocks noGrp="1"/>
              </p:cNvSpPr>
              <p:nvPr/>
            </p:nvSpPr>
            <p:spPr>
              <a:xfrm>
                <a:off x="17505283" y="7148513"/>
                <a:ext cx="66675" cy="66675"/>
              </a:xfrm>
              <a:prstGeom prst="ellipse">
                <a:avLst/>
              </a:prstGeom>
              <a:solidFill>
                <a:srgbClr val="D55E00"/>
              </a:solidFill>
              <a:ln w="3421">
                <a:solidFill>
                  <a:srgbClr val="263238"/>
                </a:solidFill>
                <a:prstDash val="solid"/>
              </a:ln>
            </p:spPr>
          </p:sp>
          <p:sp>
            <p:nvSpPr>
              <p:cNvPr id="1383" name="four:barrier-filling:critical-node:1383">
                <a:extLst>
                  <a:ext uri="{FF2B5EF4-FFF2-40B4-BE49-F238E27FC236}">
                    <ns2:creationId id="{16B231DA-55AB-4CCE-9577-F81BC469EB71}"/>
                  </a:ext>
                </a:extLst>
              </p:cNvPr>
              <p:cNvSpPr>
                <a:spLocks noGrp="1"/>
              </p:cNvSpPr>
              <p:nvPr/>
            </p:nvSpPr>
            <p:spPr>
              <a:xfrm>
                <a:off x="17749838" y="7138988"/>
                <a:ext cx="85725" cy="85725"/>
              </a:xfrm>
              <a:prstGeom prst="diamond">
                <a:avLst/>
              </a:prstGeom>
              <a:solidFill>
                <a:srgbClr val="81C9BA"/>
              </a:solidFill>
              <a:ln w="5375">
                <a:solidFill>
                  <a:srgbClr val="263238"/>
                </a:solidFill>
                <a:prstDash val="solid"/>
              </a:ln>
            </p:spPr>
          </p:sp>
          <p:sp>
            <p:nvSpPr>
              <p:cNvPr id="1384" name="four:barrier-filling:regular-node:1384">
                <a:extLst>
                  <a:ext uri="{FF2B5EF4-FFF2-40B4-BE49-F238E27FC236}">
                    <ns2:creationId id="{DEC9D393-4CC3-4D7A-BF69-D142761AAB06}"/>
                  </a:ext>
                </a:extLst>
              </p:cNvPr>
              <p:cNvSpPr>
                <a:spLocks noGrp="1"/>
              </p:cNvSpPr>
              <p:nvPr/>
            </p:nvSpPr>
            <p:spPr>
              <a:xfrm>
                <a:off x="18013442" y="7148513"/>
                <a:ext cx="66675" cy="66675"/>
              </a:xfrm>
              <a:prstGeom prst="ellipse">
                <a:avLst/>
              </a:prstGeom>
              <a:solidFill>
                <a:srgbClr val="009E73"/>
              </a:solidFill>
              <a:ln w="3421">
                <a:solidFill>
                  <a:srgbClr val="263238"/>
                </a:solidFill>
                <a:prstDash val="solid"/>
              </a:ln>
            </p:spPr>
          </p:sp>
          <p:sp>
            <p:nvSpPr>
              <p:cNvPr id="1385" name="four:barrier-filling:critical-node:1385">
                <a:extLst>
                  <a:ext uri="{FF2B5EF4-FFF2-40B4-BE49-F238E27FC236}">
                    <ns2:creationId id="{D8857408-BE8A-4860-A1A4-7580D30BF0A0}"/>
                  </a:ext>
                </a:extLst>
              </p:cNvPr>
              <p:cNvSpPr>
                <a:spLocks noGrp="1"/>
              </p:cNvSpPr>
              <p:nvPr/>
            </p:nvSpPr>
            <p:spPr>
              <a:xfrm>
                <a:off x="18257996" y="7138988"/>
                <a:ext cx="85725" cy="85725"/>
              </a:xfrm>
              <a:prstGeom prst="diamond">
                <a:avLst/>
              </a:prstGeom>
              <a:solidFill>
                <a:srgbClr val="009E73"/>
              </a:solidFill>
              <a:ln w="5375">
                <a:solidFill>
                  <a:srgbClr val="263238"/>
                </a:solidFill>
                <a:prstDash val="solid"/>
              </a:ln>
            </p:spPr>
          </p:sp>
          <p:sp>
            <p:nvSpPr>
              <p:cNvPr id="1386" name="four:barrier-filling:regular-node:1386">
                <a:extLst>
                  <a:ext uri="{FF2B5EF4-FFF2-40B4-BE49-F238E27FC236}">
                    <ns2:creationId id="{AA1C1CF2-0444-48D7-8572-0C690C074B98}"/>
                  </a:ext>
                </a:extLst>
              </p:cNvPr>
              <p:cNvSpPr>
                <a:spLocks noGrp="1"/>
              </p:cNvSpPr>
              <p:nvPr/>
            </p:nvSpPr>
            <p:spPr>
              <a:xfrm>
                <a:off x="18521601" y="7148513"/>
                <a:ext cx="66675" cy="66675"/>
              </a:xfrm>
              <a:prstGeom prst="ellipse">
                <a:avLst/>
              </a:prstGeom>
              <a:solidFill>
                <a:srgbClr val="81C9BA"/>
              </a:solidFill>
              <a:ln w="3421">
                <a:solidFill>
                  <a:srgbClr val="263238"/>
                </a:solidFill>
                <a:prstDash val="solid"/>
              </a:ln>
            </p:spPr>
          </p:sp>
          <p:sp>
            <p:nvSpPr>
              <p:cNvPr id="1387" name="four:barrier-filling:critical-node:1387">
                <a:extLst>
                  <a:ext uri="{FF2B5EF4-FFF2-40B4-BE49-F238E27FC236}">
                    <ns2:creationId id="{8C1159D5-4634-487F-A30B-EBCFB11F9291}"/>
                  </a:ext>
                </a:extLst>
              </p:cNvPr>
              <p:cNvSpPr>
                <a:spLocks noGrp="1"/>
              </p:cNvSpPr>
              <p:nvPr/>
            </p:nvSpPr>
            <p:spPr>
              <a:xfrm>
                <a:off x="18766155" y="7138988"/>
                <a:ext cx="85725" cy="85725"/>
              </a:xfrm>
              <a:prstGeom prst="diamond">
                <a:avLst/>
              </a:prstGeom>
              <a:solidFill>
                <a:srgbClr val="DCE8ED"/>
              </a:solidFill>
              <a:ln w="5375">
                <a:solidFill>
                  <a:srgbClr val="263238"/>
                </a:solidFill>
                <a:prstDash val="solid"/>
              </a:ln>
            </p:spPr>
          </p:sp>
          <p:sp>
            <p:nvSpPr>
              <p:cNvPr id="1388" name="four:barrier-filling:regular-node:1388">
                <a:extLst>
                  <a:ext uri="{FF2B5EF4-FFF2-40B4-BE49-F238E27FC236}">
                    <ns2:creationId id="{BE51F6FA-DE1E-4553-B01D-3BC06F5D8017}"/>
                  </a:ext>
                </a:extLst>
              </p:cNvPr>
              <p:cNvSpPr>
                <a:spLocks noGrp="1"/>
              </p:cNvSpPr>
              <p:nvPr/>
            </p:nvSpPr>
            <p:spPr>
              <a:xfrm>
                <a:off x="19029759" y="7148513"/>
                <a:ext cx="66675" cy="66675"/>
              </a:xfrm>
              <a:prstGeom prst="ellipse">
                <a:avLst/>
              </a:prstGeom>
              <a:solidFill>
                <a:srgbClr val="CC79A7"/>
              </a:solidFill>
              <a:ln w="3421">
                <a:solidFill>
                  <a:srgbClr val="263238"/>
                </a:solidFill>
                <a:prstDash val="solid"/>
              </a:ln>
            </p:spPr>
          </p:sp>
          <p:sp>
            <p:nvSpPr>
              <p:cNvPr id="1389" name="four:barrier-filling:critical-node:1389">
                <a:extLst>
                  <a:ext uri="{FF2B5EF4-FFF2-40B4-BE49-F238E27FC236}">
                    <ns2:creationId id="{014CF7AE-AF0B-4311-BB1E-76E841BFADA1}"/>
                  </a:ext>
                </a:extLst>
              </p:cNvPr>
              <p:cNvSpPr>
                <a:spLocks noGrp="1"/>
              </p:cNvSpPr>
              <p:nvPr/>
            </p:nvSpPr>
            <p:spPr>
              <a:xfrm>
                <a:off x="19274314" y="7138988"/>
                <a:ext cx="85725" cy="85725"/>
              </a:xfrm>
              <a:prstGeom prst="diamond">
                <a:avLst/>
              </a:prstGeom>
              <a:solidFill>
                <a:srgbClr val="CC79A7"/>
              </a:solidFill>
              <a:ln w="5375">
                <a:solidFill>
                  <a:srgbClr val="263238"/>
                </a:solidFill>
                <a:prstDash val="solid"/>
              </a:ln>
            </p:spPr>
          </p:sp>
          <p:sp>
            <p:nvSpPr>
              <p:cNvPr id="1390" name="four:barrier-filling:regular-node:1390">
                <a:extLst>
                  <a:ext uri="{FF2B5EF4-FFF2-40B4-BE49-F238E27FC236}">
                    <ns2:creationId id="{5A71C183-0ABB-4B6F-B530-DB93E2ED2000}"/>
                  </a:ext>
                </a:extLst>
              </p:cNvPr>
              <p:cNvSpPr>
                <a:spLocks noGrp="1"/>
              </p:cNvSpPr>
              <p:nvPr/>
            </p:nvSpPr>
            <p:spPr>
              <a:xfrm>
                <a:off x="19445526" y="7148513"/>
                <a:ext cx="66675" cy="66675"/>
              </a:xfrm>
              <a:prstGeom prst="ellipse">
                <a:avLst/>
              </a:prstGeom>
              <a:solidFill>
                <a:srgbClr val="CC79A7"/>
              </a:solidFill>
              <a:ln w="3421">
                <a:solidFill>
                  <a:srgbClr val="263238"/>
                </a:solidFill>
                <a:prstDash val="solid"/>
              </a:ln>
            </p:spPr>
          </p:sp>
          <p:sp>
            <p:nvSpPr>
              <p:cNvPr id="1391" name="four:barrier-filling:critical-node:1391">
                <a:extLst>
                  <a:ext uri="{FF2B5EF4-FFF2-40B4-BE49-F238E27FC236}">
                    <ns2:creationId id="{CC53E2CE-5FD9-4342-8295-3F58F54EC325}"/>
                  </a:ext>
                </a:extLst>
              </p:cNvPr>
              <p:cNvSpPr>
                <a:spLocks noGrp="1"/>
              </p:cNvSpPr>
              <p:nvPr/>
            </p:nvSpPr>
            <p:spPr>
              <a:xfrm>
                <a:off x="19597688" y="7138988"/>
                <a:ext cx="85725" cy="85725"/>
              </a:xfrm>
              <a:prstGeom prst="diamond">
                <a:avLst/>
              </a:prstGeom>
              <a:solidFill>
                <a:srgbClr val="DCE8ED"/>
              </a:solidFill>
              <a:ln w="5375">
                <a:solidFill>
                  <a:srgbClr val="263238"/>
                </a:solidFill>
                <a:prstDash val="solid"/>
              </a:ln>
            </p:spPr>
          </p:sp>
          <p:sp>
            <p:nvSpPr>
              <p:cNvPr id="1392" name="four:barrier-filling:line:1392">
                <a:extLst>
                  <a:ext uri="{FF2B5EF4-FFF2-40B4-BE49-F238E27FC236}">
                    <ns2:creationId id="{156C9410-9F3D-4DE7-B6E4-19FD20BA9759}"/>
                  </a:ext>
                </a:extLst>
              </p:cNvPr>
              <p:cNvSpPr>
                <a:spLocks noGrp="1"/>
              </p:cNvSpPr>
              <p:nvPr/>
            </p:nvSpPr>
            <p:spPr>
              <a:xfrm>
                <a:off x="17792700" y="7258050"/>
                <a:ext cx="953" cy="57150"/>
              </a:xfrm>
              <a:custGeom>
                <a:pathLst>
                  <a:path w="953" h="57150">
                    <a:moveTo>
                      <a:pt x="0" y="0"/>
                    </a:moveTo>
                    <a:lnTo>
                      <a:pt x="0" y="57150"/>
                    </a:lnTo>
                  </a:path>
                </a:pathLst>
              </a:custGeom>
              <a:noFill/>
              <a:ln w="5863">
                <a:solidFill>
                  <a:srgbClr val="91A5B4"/>
                </a:solidFill>
                <a:prstDash val="solid"/>
              </a:ln>
            </p:spPr>
          </p:sp>
          <p:sp>
            <p:nvSpPr>
              <p:cNvPr id="1393" name="four:barrier-filling:polygon:1393">
                <a:extLst>
                  <a:ext uri="{FF2B5EF4-FFF2-40B4-BE49-F238E27FC236}">
                    <ns2:creationId id="{41FC6F16-E386-4A90-B7FB-9FE6A4F34D46}"/>
                  </a:ext>
                </a:extLst>
              </p:cNvPr>
              <p:cNvSpPr>
                <a:spLocks noGrp="1"/>
              </p:cNvSpPr>
              <p:nvPr/>
            </p:nvSpPr>
            <p:spPr>
              <a:xfrm>
                <a:off x="17776317" y="7277100"/>
                <a:ext cx="32766" cy="38100"/>
              </a:xfrm>
              <a:custGeom>
                <a:pathLst>
                  <a:path w="32766" h="38100">
                    <a:moveTo>
                      <a:pt x="16383" y="38100"/>
                    </a:moveTo>
                    <a:lnTo>
                      <a:pt x="32766" y="0"/>
                    </a:lnTo>
                    <a:lnTo>
                      <a:pt x="0" y="0"/>
                    </a:lnTo>
                    <a:close/>
                  </a:path>
                </a:pathLst>
              </a:custGeom>
              <a:solidFill>
                <a:srgbClr val="91A5B4"/>
              </a:solidFill>
              <a:ln w="0">
                <a:noFill/>
                <a:prstDash val="solid"/>
              </a:ln>
            </p:spPr>
          </p:sp>
          <p:sp>
            <p:nvSpPr>
              <p:cNvPr id="1394" name="four:barrier-filling:textbox:1394">
                <a:extLst>
                  <a:ext uri="{FF2B5EF4-FFF2-40B4-BE49-F238E27FC236}">
                    <ns2:creationId id="{FC9C65FE-BEF3-47E9-A458-3D458EF1F89B}"/>
                  </a:ext>
                </a:extLst>
              </p:cNvPr>
              <p:cNvSpPr>
                <a:spLocks noGrp="1"/>
              </p:cNvSpPr>
              <p:nvPr/>
            </p:nvSpPr>
            <p:spPr>
              <a:xfrm>
                <a:off x="15630525" y="7277100"/>
                <a:ext cx="247650" cy="342900"/>
              </a:xfrm>
              <a:prstGeom prst="rect">
                <a:avLst/>
              </a:prstGeom>
              <a:noFill/>
              <a:ln w="0">
                <a:noFill/>
                <a:prstDash val="solid"/>
              </a:ln>
            </p:spPr>
            <p:txBody>
              <a:bodyPr wrap="none" lIns="0" tIns="0" rIns="0" bIns="0" anchor="ctr">
                <a:normAutofit fontScale="100000"/>
              </a:bodyPr>
              <a:lstStyle>
                <a:defPPr algn="ctr">
                  <a:defRPr sz="1000" b="0">
                    <a:solidFill>
                      <a:srgbClr val="263238"/>
                    </a:solidFill>
                    <a:latin typeface="Arial"/>
                    <a:ea typeface="Arial"/>
                    <a:cs typeface="Arial"/>
                  </a:defRPr>
                </a:defPPr>
              </a:lstStyle>
              <a:p>
                <a:pPr algn="ctr">
                  <a:defRPr sz="1000" b="0">
                    <a:solidFill>
                      <a:srgbClr val="263238"/>
                    </a:solidFill>
                    <a:latin typeface="Arial"/>
                    <a:ea typeface="Arial"/>
                    <a:cs typeface="Arial"/>
                  </a:defRPr>
                </a:pPr>
                <a:r>
                  <a:rPr sz="1000" b="0">
                    <a:solidFill>
                      <a:srgbClr val="263238"/>
                    </a:solidFill>
                    <a:latin typeface="Arial"/>
                    <a:ea typeface="Arial"/>
                    <a:cs typeface="Arial"/>
                  </a:rPr>
                  <a:t>tₐ</a:t>
                </a:r>
              </a:p>
            </p:txBody>
          </p:sp>
          <p:sp>
            <p:nvSpPr>
              <p:cNvPr id="1395" name="four:barrier-filling:filled-output-cell-0:1395">
                <a:extLst>
                  <a:ext uri="{FF2B5EF4-FFF2-40B4-BE49-F238E27FC236}">
                    <ns2:creationId id="{87848EED-E2AF-4B53-A51F-2BCAD851385D}"/>
                  </a:ext>
                </a:extLst>
              </p:cNvPr>
              <p:cNvSpPr>
                <a:spLocks noGrp="1"/>
              </p:cNvSpPr>
              <p:nvPr/>
            </p:nvSpPr>
            <p:spPr>
              <a:xfrm>
                <a:off x="15944850" y="7343775"/>
                <a:ext cx="19248" cy="200025"/>
              </a:xfrm>
              <a:prstGeom prst="rect">
                <a:avLst/>
              </a:prstGeom>
              <a:solidFill>
                <a:srgbClr val="DCE8ED"/>
              </a:solidFill>
              <a:ln w="0">
                <a:noFill/>
                <a:prstDash val="solid"/>
              </a:ln>
            </p:spPr>
          </p:sp>
          <p:sp>
            <p:nvSpPr>
              <p:cNvPr id="1396" name="four:barrier-filling:filled-output-cell-1:1396">
                <a:extLst>
                  <a:ext uri="{FF2B5EF4-FFF2-40B4-BE49-F238E27FC236}">
                    <ns2:creationId id="{64D8E52E-5F0F-4D2E-ADE2-17704014DB5C}"/>
                  </a:ext>
                </a:extLst>
              </p:cNvPr>
              <p:cNvSpPr>
                <a:spLocks noGrp="1"/>
              </p:cNvSpPr>
              <p:nvPr/>
            </p:nvSpPr>
            <p:spPr>
              <a:xfrm>
                <a:off x="15964098" y="7343775"/>
                <a:ext cx="19248" cy="200025"/>
              </a:xfrm>
              <a:prstGeom prst="rect">
                <a:avLst/>
              </a:prstGeom>
              <a:solidFill>
                <a:srgbClr val="DCE8ED"/>
              </a:solidFill>
              <a:ln w="0">
                <a:noFill/>
                <a:prstDash val="solid"/>
              </a:ln>
            </p:spPr>
          </p:sp>
          <p:sp>
            <p:nvSpPr>
              <p:cNvPr id="1397" name="four:barrier-filling:filled-output-cell-2:1397">
                <a:extLst>
                  <a:ext uri="{FF2B5EF4-FFF2-40B4-BE49-F238E27FC236}">
                    <ns2:creationId id="{2E9E8E24-543A-4DEF-807C-2BB004C92B32}"/>
                  </a:ext>
                </a:extLst>
              </p:cNvPr>
              <p:cNvSpPr>
                <a:spLocks noGrp="1"/>
              </p:cNvSpPr>
              <p:nvPr/>
            </p:nvSpPr>
            <p:spPr>
              <a:xfrm>
                <a:off x="15983347" y="7343775"/>
                <a:ext cx="19248" cy="200025"/>
              </a:xfrm>
              <a:prstGeom prst="rect">
                <a:avLst/>
              </a:prstGeom>
              <a:solidFill>
                <a:srgbClr val="DCE8ED"/>
              </a:solidFill>
              <a:ln w="0">
                <a:noFill/>
                <a:prstDash val="solid"/>
              </a:ln>
            </p:spPr>
          </p:sp>
          <p:sp>
            <p:nvSpPr>
              <p:cNvPr id="1398" name="four:barrier-filling:filled-output-cell-3:1398">
                <a:extLst>
                  <a:ext uri="{FF2B5EF4-FFF2-40B4-BE49-F238E27FC236}">
                    <ns2:creationId id="{432A6887-F86D-4BC2-A359-2172575CE572}"/>
                  </a:ext>
                </a:extLst>
              </p:cNvPr>
              <p:cNvSpPr>
                <a:spLocks noGrp="1"/>
              </p:cNvSpPr>
              <p:nvPr/>
            </p:nvSpPr>
            <p:spPr>
              <a:xfrm>
                <a:off x="16002595" y="7343775"/>
                <a:ext cx="19248" cy="200025"/>
              </a:xfrm>
              <a:prstGeom prst="rect">
                <a:avLst/>
              </a:prstGeom>
              <a:solidFill>
                <a:srgbClr val="DCE8ED"/>
              </a:solidFill>
              <a:ln w="0">
                <a:noFill/>
                <a:prstDash val="solid"/>
              </a:ln>
            </p:spPr>
          </p:sp>
          <p:sp>
            <p:nvSpPr>
              <p:cNvPr id="1399" name="four:barrier-filling:filled-output-cell-4:1399">
                <a:extLst>
                  <a:ext uri="{FF2B5EF4-FFF2-40B4-BE49-F238E27FC236}">
                    <ns2:creationId id="{53D7E0F4-940C-49A5-B207-A990F8DE8D3D}"/>
                  </a:ext>
                </a:extLst>
              </p:cNvPr>
              <p:cNvSpPr>
                <a:spLocks noGrp="1"/>
              </p:cNvSpPr>
              <p:nvPr/>
            </p:nvSpPr>
            <p:spPr>
              <a:xfrm>
                <a:off x="16021844" y="7343775"/>
                <a:ext cx="19248" cy="200025"/>
              </a:xfrm>
              <a:prstGeom prst="rect">
                <a:avLst/>
              </a:prstGeom>
              <a:solidFill>
                <a:srgbClr val="DCE8ED"/>
              </a:solidFill>
              <a:ln w="0">
                <a:noFill/>
                <a:prstDash val="solid"/>
              </a:ln>
            </p:spPr>
          </p:sp>
          <p:sp>
            <p:nvSpPr>
              <p:cNvPr id="1400" name="four:barrier-filling:filled-output-cell-5:1400">
                <a:extLst>
                  <a:ext uri="{FF2B5EF4-FFF2-40B4-BE49-F238E27FC236}">
                    <ns2:creationId id="{5117F398-2F4F-474A-881D-8E149A154DE4}"/>
                  </a:ext>
                </a:extLst>
              </p:cNvPr>
              <p:cNvSpPr>
                <a:spLocks noGrp="1"/>
              </p:cNvSpPr>
              <p:nvPr/>
            </p:nvSpPr>
            <p:spPr>
              <a:xfrm>
                <a:off x="16041092" y="7343775"/>
                <a:ext cx="19248" cy="200025"/>
              </a:xfrm>
              <a:prstGeom prst="rect">
                <a:avLst/>
              </a:prstGeom>
              <a:solidFill>
                <a:srgbClr val="D4E2E9"/>
              </a:solidFill>
              <a:ln w="0">
                <a:noFill/>
                <a:prstDash val="solid"/>
              </a:ln>
            </p:spPr>
          </p:sp>
          <p:sp>
            <p:nvSpPr>
              <p:cNvPr id="1401" name="four:barrier-filling:filled-output-cell-6:1401">
                <a:extLst>
                  <a:ext uri="{FF2B5EF4-FFF2-40B4-BE49-F238E27FC236}">
                    <ns2:creationId id="{FCDAA1C8-39E1-4E5A-8947-2634018E37C2}"/>
                  </a:ext>
                </a:extLst>
              </p:cNvPr>
              <p:cNvSpPr>
                <a:spLocks noGrp="1"/>
              </p:cNvSpPr>
              <p:nvPr/>
            </p:nvSpPr>
            <p:spPr>
              <a:xfrm>
                <a:off x="16060341" y="7343775"/>
                <a:ext cx="19248" cy="200025"/>
              </a:xfrm>
              <a:prstGeom prst="rect">
                <a:avLst/>
              </a:prstGeom>
              <a:solidFill>
                <a:srgbClr val="9DC6DC"/>
              </a:solidFill>
              <a:ln w="0">
                <a:noFill/>
                <a:prstDash val="solid"/>
              </a:ln>
            </p:spPr>
          </p:sp>
          <p:sp>
            <p:nvSpPr>
              <p:cNvPr id="1402" name="four:barrier-filling:filled-output-cell-7:1402">
                <a:extLst>
                  <a:ext uri="{FF2B5EF4-FFF2-40B4-BE49-F238E27FC236}">
                    <ns2:creationId id="{9F7842CB-6579-4000-92E4-43AA49FD23D7}"/>
                  </a:ext>
                </a:extLst>
              </p:cNvPr>
              <p:cNvSpPr>
                <a:spLocks noGrp="1"/>
              </p:cNvSpPr>
              <p:nvPr/>
            </p:nvSpPr>
            <p:spPr>
              <a:xfrm>
                <a:off x="16079589" y="7343775"/>
                <a:ext cx="19248" cy="200025"/>
              </a:xfrm>
              <a:prstGeom prst="rect">
                <a:avLst/>
              </a:prstGeom>
              <a:solidFill>
                <a:srgbClr val="5AA2CA"/>
              </a:solidFill>
              <a:ln w="0">
                <a:noFill/>
                <a:prstDash val="solid"/>
              </a:ln>
            </p:spPr>
          </p:sp>
          <p:sp>
            <p:nvSpPr>
              <p:cNvPr id="1403" name="four:barrier-filling:filled-output-cell-8:1403">
                <a:extLst>
                  <a:ext uri="{FF2B5EF4-FFF2-40B4-BE49-F238E27FC236}">
                    <ns2:creationId id="{E837A17D-886B-4CE1-81EA-47CAF7669290}"/>
                  </a:ext>
                </a:extLst>
              </p:cNvPr>
              <p:cNvSpPr>
                <a:spLocks noGrp="1"/>
              </p:cNvSpPr>
              <p:nvPr/>
            </p:nvSpPr>
            <p:spPr>
              <a:xfrm>
                <a:off x="16098838" y="7343775"/>
                <a:ext cx="19248" cy="200025"/>
              </a:xfrm>
              <a:prstGeom prst="rect">
                <a:avLst/>
              </a:prstGeom>
              <a:solidFill>
                <a:srgbClr val="1D82BA"/>
              </a:solidFill>
              <a:ln w="0">
                <a:noFill/>
                <a:prstDash val="solid"/>
              </a:ln>
            </p:spPr>
          </p:sp>
          <p:sp>
            <p:nvSpPr>
              <p:cNvPr id="1404" name="four:barrier-filling:filled-output-cell-9:1404">
                <a:extLst>
                  <a:ext uri="{FF2B5EF4-FFF2-40B4-BE49-F238E27FC236}">
                    <ns2:creationId id="{E392C788-6B06-42BD-A379-46D32834F74E}"/>
                  </a:ext>
                </a:extLst>
              </p:cNvPr>
              <p:cNvSpPr>
                <a:spLocks noGrp="1"/>
              </p:cNvSpPr>
              <p:nvPr/>
            </p:nvSpPr>
            <p:spPr>
              <a:xfrm>
                <a:off x="16118086" y="7343775"/>
                <a:ext cx="19248" cy="200025"/>
              </a:xfrm>
              <a:prstGeom prst="rect">
                <a:avLst/>
              </a:prstGeom>
              <a:solidFill>
                <a:srgbClr val="0072B2"/>
              </a:solidFill>
              <a:ln w="0">
                <a:noFill/>
                <a:prstDash val="solid"/>
              </a:ln>
            </p:spPr>
          </p:sp>
          <p:sp>
            <p:nvSpPr>
              <p:cNvPr id="1405" name="four:barrier-filling:filled-output-cell-10:1405">
                <a:extLst>
                  <a:ext uri="{FF2B5EF4-FFF2-40B4-BE49-F238E27FC236}">
                    <ns2:creationId id="{4F9D7015-7827-400D-BD97-4837096CBBA7}"/>
                  </a:ext>
                </a:extLst>
              </p:cNvPr>
              <p:cNvSpPr>
                <a:spLocks noGrp="1"/>
              </p:cNvSpPr>
              <p:nvPr/>
            </p:nvSpPr>
            <p:spPr>
              <a:xfrm>
                <a:off x="16137334" y="7343775"/>
                <a:ext cx="19248" cy="200025"/>
              </a:xfrm>
              <a:prstGeom prst="rect">
                <a:avLst/>
              </a:prstGeom>
              <a:solidFill>
                <a:srgbClr val="0072B2"/>
              </a:solidFill>
              <a:ln w="0">
                <a:noFill/>
                <a:prstDash val="solid"/>
              </a:ln>
            </p:spPr>
          </p:sp>
          <p:sp>
            <p:nvSpPr>
              <p:cNvPr id="1406" name="four:barrier-filling:filled-output-cell-11:1406">
                <a:extLst>
                  <a:ext uri="{FF2B5EF4-FFF2-40B4-BE49-F238E27FC236}">
                    <ns2:creationId id="{FA0580D8-5D69-4C8A-B319-AED54F6E72F5}"/>
                  </a:ext>
                </a:extLst>
              </p:cNvPr>
              <p:cNvSpPr>
                <a:spLocks noGrp="1"/>
              </p:cNvSpPr>
              <p:nvPr/>
            </p:nvSpPr>
            <p:spPr>
              <a:xfrm>
                <a:off x="16156583" y="7343775"/>
                <a:ext cx="19248" cy="200025"/>
              </a:xfrm>
              <a:prstGeom prst="rect">
                <a:avLst/>
              </a:prstGeom>
              <a:solidFill>
                <a:srgbClr val="0072B2"/>
              </a:solidFill>
              <a:ln w="0">
                <a:noFill/>
                <a:prstDash val="solid"/>
              </a:ln>
            </p:spPr>
          </p:sp>
          <p:sp>
            <p:nvSpPr>
              <p:cNvPr id="1407" name="four:barrier-filling:filled-output-cell-12:1407">
                <a:extLst>
                  <a:ext uri="{FF2B5EF4-FFF2-40B4-BE49-F238E27FC236}">
                    <ns2:creationId id="{C6F6D8B4-8A32-44D0-9906-00D1F30B4240}"/>
                  </a:ext>
                </a:extLst>
              </p:cNvPr>
              <p:cNvSpPr>
                <a:spLocks noGrp="1"/>
              </p:cNvSpPr>
              <p:nvPr/>
            </p:nvSpPr>
            <p:spPr>
              <a:xfrm>
                <a:off x="16175831" y="7343775"/>
                <a:ext cx="19248" cy="200025"/>
              </a:xfrm>
              <a:prstGeom prst="rect">
                <a:avLst/>
              </a:prstGeom>
              <a:solidFill>
                <a:srgbClr val="0072B2"/>
              </a:solidFill>
              <a:ln w="0">
                <a:noFill/>
                <a:prstDash val="solid"/>
              </a:ln>
            </p:spPr>
          </p:sp>
          <p:sp>
            <p:nvSpPr>
              <p:cNvPr id="1408" name="four:barrier-filling:filled-output-cell-13:1408">
                <a:extLst>
                  <a:ext uri="{FF2B5EF4-FFF2-40B4-BE49-F238E27FC236}">
                    <ns2:creationId id="{60522F7D-9719-4D8F-B268-10CC2FCF7A5E}"/>
                  </a:ext>
                </a:extLst>
              </p:cNvPr>
              <p:cNvSpPr>
                <a:spLocks noGrp="1"/>
              </p:cNvSpPr>
              <p:nvPr/>
            </p:nvSpPr>
            <p:spPr>
              <a:xfrm>
                <a:off x="16195080" y="7343775"/>
                <a:ext cx="19248" cy="200025"/>
              </a:xfrm>
              <a:prstGeom prst="rect">
                <a:avLst/>
              </a:prstGeom>
              <a:solidFill>
                <a:srgbClr val="0072B2"/>
              </a:solidFill>
              <a:ln w="0">
                <a:noFill/>
                <a:prstDash val="solid"/>
              </a:ln>
            </p:spPr>
          </p:sp>
          <p:sp>
            <p:nvSpPr>
              <p:cNvPr id="1409" name="four:barrier-filling:filled-output-cell-14:1409">
                <a:extLst>
                  <a:ext uri="{FF2B5EF4-FFF2-40B4-BE49-F238E27FC236}">
                    <ns2:creationId id="{2022003D-5331-40CE-B888-B588EB8B41A5}"/>
                  </a:ext>
                </a:extLst>
              </p:cNvPr>
              <p:cNvSpPr>
                <a:spLocks noGrp="1"/>
              </p:cNvSpPr>
              <p:nvPr/>
            </p:nvSpPr>
            <p:spPr>
              <a:xfrm>
                <a:off x="16214328" y="7343775"/>
                <a:ext cx="19248" cy="200025"/>
              </a:xfrm>
              <a:prstGeom prst="rect">
                <a:avLst/>
              </a:prstGeom>
              <a:solidFill>
                <a:srgbClr val="0072B2"/>
              </a:solidFill>
              <a:ln w="0">
                <a:noFill/>
                <a:prstDash val="solid"/>
              </a:ln>
            </p:spPr>
          </p:sp>
          <p:sp>
            <p:nvSpPr>
              <p:cNvPr id="1410" name="four:barrier-filling:filled-output-cell-15:1410">
                <a:extLst>
                  <a:ext uri="{FF2B5EF4-FFF2-40B4-BE49-F238E27FC236}">
                    <ns2:creationId id="{CF6E4918-24CA-4A27-9427-58CE66C28587}"/>
                  </a:ext>
                </a:extLst>
              </p:cNvPr>
              <p:cNvSpPr>
                <a:spLocks noGrp="1"/>
              </p:cNvSpPr>
              <p:nvPr/>
            </p:nvSpPr>
            <p:spPr>
              <a:xfrm>
                <a:off x="16233577" y="7343775"/>
                <a:ext cx="19248" cy="200025"/>
              </a:xfrm>
              <a:prstGeom prst="rect">
                <a:avLst/>
              </a:prstGeom>
              <a:solidFill>
                <a:srgbClr val="0072B2"/>
              </a:solidFill>
              <a:ln w="0">
                <a:noFill/>
                <a:prstDash val="solid"/>
              </a:ln>
            </p:spPr>
          </p:sp>
          <p:sp>
            <p:nvSpPr>
              <p:cNvPr id="1411" name="four:barrier-filling:filled-output-cell-16:1411">
                <a:extLst>
                  <a:ext uri="{FF2B5EF4-FFF2-40B4-BE49-F238E27FC236}">
                    <ns2:creationId id="{1244DCEE-45F4-4074-9BFF-6AED78FF2F1E}"/>
                  </a:ext>
                </a:extLst>
              </p:cNvPr>
              <p:cNvSpPr>
                <a:spLocks noGrp="1"/>
              </p:cNvSpPr>
              <p:nvPr/>
            </p:nvSpPr>
            <p:spPr>
              <a:xfrm>
                <a:off x="16252825" y="7343775"/>
                <a:ext cx="19248" cy="200025"/>
              </a:xfrm>
              <a:prstGeom prst="rect">
                <a:avLst/>
              </a:prstGeom>
              <a:solidFill>
                <a:srgbClr val="0072B2"/>
              </a:solidFill>
              <a:ln w="0">
                <a:noFill/>
                <a:prstDash val="solid"/>
              </a:ln>
            </p:spPr>
          </p:sp>
          <p:sp>
            <p:nvSpPr>
              <p:cNvPr id="1412" name="four:barrier-filling:filled-output-cell-17:1412">
                <a:extLst>
                  <a:ext uri="{FF2B5EF4-FFF2-40B4-BE49-F238E27FC236}">
                    <ns2:creationId id="{863D8A5F-1FD2-428F-B5B2-A3FC03B87ECB}"/>
                  </a:ext>
                </a:extLst>
              </p:cNvPr>
              <p:cNvSpPr>
                <a:spLocks noGrp="1"/>
              </p:cNvSpPr>
              <p:nvPr/>
            </p:nvSpPr>
            <p:spPr>
              <a:xfrm>
                <a:off x="16272073" y="7343775"/>
                <a:ext cx="19248" cy="200025"/>
              </a:xfrm>
              <a:prstGeom prst="rect">
                <a:avLst/>
              </a:prstGeom>
              <a:solidFill>
                <a:srgbClr val="0072B2"/>
              </a:solidFill>
              <a:ln w="0">
                <a:noFill/>
                <a:prstDash val="solid"/>
              </a:ln>
            </p:spPr>
          </p:sp>
          <p:sp>
            <p:nvSpPr>
              <p:cNvPr id="1413" name="four:barrier-filling:filled-output-cell-18:1413">
                <a:extLst>
                  <a:ext uri="{FF2B5EF4-FFF2-40B4-BE49-F238E27FC236}">
                    <ns2:creationId id="{BE19BB26-208D-4061-BD1C-1771D908C6C0}"/>
                  </a:ext>
                </a:extLst>
              </p:cNvPr>
              <p:cNvSpPr>
                <a:spLocks noGrp="1"/>
              </p:cNvSpPr>
              <p:nvPr/>
            </p:nvSpPr>
            <p:spPr>
              <a:xfrm>
                <a:off x="16291322" y="7343775"/>
                <a:ext cx="19248" cy="200025"/>
              </a:xfrm>
              <a:prstGeom prst="rect">
                <a:avLst/>
              </a:prstGeom>
              <a:solidFill>
                <a:srgbClr val="0072B2"/>
              </a:solidFill>
              <a:ln w="0">
                <a:noFill/>
                <a:prstDash val="solid"/>
              </a:ln>
            </p:spPr>
          </p:sp>
          <p:sp>
            <p:nvSpPr>
              <p:cNvPr id="1414" name="four:barrier-filling:filled-output-cell-19:1414">
                <a:extLst>
                  <a:ext uri="{FF2B5EF4-FFF2-40B4-BE49-F238E27FC236}">
                    <ns2:creationId id="{F69FC73C-4BDA-4FB5-96F8-62166DA98D1B}"/>
                  </a:ext>
                </a:extLst>
              </p:cNvPr>
              <p:cNvSpPr>
                <a:spLocks noGrp="1"/>
              </p:cNvSpPr>
              <p:nvPr/>
            </p:nvSpPr>
            <p:spPr>
              <a:xfrm>
                <a:off x="16310570" y="7343775"/>
                <a:ext cx="19248" cy="200025"/>
              </a:xfrm>
              <a:prstGeom prst="rect">
                <a:avLst/>
              </a:prstGeom>
              <a:solidFill>
                <a:srgbClr val="0072B2"/>
              </a:solidFill>
              <a:ln w="0">
                <a:noFill/>
                <a:prstDash val="solid"/>
              </a:ln>
            </p:spPr>
          </p:sp>
          <p:sp>
            <p:nvSpPr>
              <p:cNvPr id="1415" name="four:barrier-filling:filled-output-cell-20:1415">
                <a:extLst>
                  <a:ext uri="{FF2B5EF4-FFF2-40B4-BE49-F238E27FC236}">
                    <ns2:creationId id="{2E569B97-B459-4956-9631-438D48E8CE60}"/>
                  </a:ext>
                </a:extLst>
              </p:cNvPr>
              <p:cNvSpPr>
                <a:spLocks noGrp="1"/>
              </p:cNvSpPr>
              <p:nvPr/>
            </p:nvSpPr>
            <p:spPr>
              <a:xfrm>
                <a:off x="16329819" y="7343775"/>
                <a:ext cx="19248" cy="200025"/>
              </a:xfrm>
              <a:prstGeom prst="rect">
                <a:avLst/>
              </a:prstGeom>
              <a:solidFill>
                <a:srgbClr val="0072B2"/>
              </a:solidFill>
              <a:ln w="0">
                <a:noFill/>
                <a:prstDash val="solid"/>
              </a:ln>
            </p:spPr>
          </p:sp>
          <p:sp>
            <p:nvSpPr>
              <p:cNvPr id="1416" name="four:barrier-filling:filled-output-cell-21:1416">
                <a:extLst>
                  <a:ext uri="{FF2B5EF4-FFF2-40B4-BE49-F238E27FC236}">
                    <ns2:creationId id="{02B32A8D-96D7-45F1-9365-4EAEF846CEFB}"/>
                  </a:ext>
                </a:extLst>
              </p:cNvPr>
              <p:cNvSpPr>
                <a:spLocks noGrp="1"/>
              </p:cNvSpPr>
              <p:nvPr/>
            </p:nvSpPr>
            <p:spPr>
              <a:xfrm>
                <a:off x="16349067" y="7343775"/>
                <a:ext cx="19248" cy="200025"/>
              </a:xfrm>
              <a:prstGeom prst="rect">
                <a:avLst/>
              </a:prstGeom>
              <a:solidFill>
                <a:srgbClr val="0072B2"/>
              </a:solidFill>
              <a:ln w="0">
                <a:noFill/>
                <a:prstDash val="solid"/>
              </a:ln>
            </p:spPr>
          </p:sp>
          <p:sp>
            <p:nvSpPr>
              <p:cNvPr id="1417" name="four:barrier-filling:filled-output-cell-22:1417">
                <a:extLst>
                  <a:ext uri="{FF2B5EF4-FFF2-40B4-BE49-F238E27FC236}">
                    <ns2:creationId id="{8A333FC6-9C49-4E1D-8BEE-113109FBACD7}"/>
                  </a:ext>
                </a:extLst>
              </p:cNvPr>
              <p:cNvSpPr>
                <a:spLocks noGrp="1"/>
              </p:cNvSpPr>
              <p:nvPr/>
            </p:nvSpPr>
            <p:spPr>
              <a:xfrm>
                <a:off x="16368316" y="7343775"/>
                <a:ext cx="19248" cy="200025"/>
              </a:xfrm>
              <a:prstGeom prst="rect">
                <a:avLst/>
              </a:prstGeom>
              <a:solidFill>
                <a:srgbClr val="0072B2"/>
              </a:solidFill>
              <a:ln w="0">
                <a:noFill/>
                <a:prstDash val="solid"/>
              </a:ln>
            </p:spPr>
          </p:sp>
          <p:sp>
            <p:nvSpPr>
              <p:cNvPr id="1418" name="four:barrier-filling:filled-output-cell-23:1418">
                <a:extLst>
                  <a:ext uri="{FF2B5EF4-FFF2-40B4-BE49-F238E27FC236}">
                    <ns2:creationId id="{09E43C03-7599-49E2-B555-70A8804578F4}"/>
                  </a:ext>
                </a:extLst>
              </p:cNvPr>
              <p:cNvSpPr>
                <a:spLocks noGrp="1"/>
              </p:cNvSpPr>
              <p:nvPr/>
            </p:nvSpPr>
            <p:spPr>
              <a:xfrm>
                <a:off x="16387564" y="7343775"/>
                <a:ext cx="19248" cy="200025"/>
              </a:xfrm>
              <a:prstGeom prst="rect">
                <a:avLst/>
              </a:prstGeom>
              <a:solidFill>
                <a:srgbClr val="0977B4"/>
              </a:solidFill>
              <a:ln w="0">
                <a:noFill/>
                <a:prstDash val="solid"/>
              </a:ln>
            </p:spPr>
          </p:sp>
          <p:sp>
            <p:nvSpPr>
              <p:cNvPr id="1419" name="four:barrier-filling:filled-output-cell-24:1419">
                <a:extLst>
                  <a:ext uri="{FF2B5EF4-FFF2-40B4-BE49-F238E27FC236}">
                    <ns2:creationId id="{E58B5BC4-FB97-4436-8252-461AF50C9DFF}"/>
                  </a:ext>
                </a:extLst>
              </p:cNvPr>
              <p:cNvSpPr>
                <a:spLocks noGrp="1"/>
              </p:cNvSpPr>
              <p:nvPr/>
            </p:nvSpPr>
            <p:spPr>
              <a:xfrm>
                <a:off x="16406813" y="7343775"/>
                <a:ext cx="19248" cy="200025"/>
              </a:xfrm>
              <a:prstGeom prst="rect">
                <a:avLst/>
              </a:prstGeom>
              <a:solidFill>
                <a:srgbClr val="2385BB"/>
              </a:solidFill>
              <a:ln w="0">
                <a:noFill/>
                <a:prstDash val="solid"/>
              </a:ln>
            </p:spPr>
          </p:sp>
          <p:sp>
            <p:nvSpPr>
              <p:cNvPr id="1420" name="four:barrier-filling:filled-output-cell-25:1420">
                <a:extLst>
                  <a:ext uri="{FF2B5EF4-FFF2-40B4-BE49-F238E27FC236}">
                    <ns2:creationId id="{32CC9CD2-FB53-44B3-9E4A-F10D80B13F4F}"/>
                  </a:ext>
                </a:extLst>
              </p:cNvPr>
              <p:cNvSpPr>
                <a:spLocks noGrp="1"/>
              </p:cNvSpPr>
              <p:nvPr/>
            </p:nvSpPr>
            <p:spPr>
              <a:xfrm>
                <a:off x="16426061" y="7343775"/>
                <a:ext cx="19248" cy="200025"/>
              </a:xfrm>
              <a:prstGeom prst="rect">
                <a:avLst/>
              </a:prstGeom>
              <a:solidFill>
                <a:srgbClr val="4899C5"/>
              </a:solidFill>
              <a:ln w="0">
                <a:noFill/>
                <a:prstDash val="solid"/>
              </a:ln>
            </p:spPr>
          </p:sp>
          <p:sp>
            <p:nvSpPr>
              <p:cNvPr id="1421" name="four:barrier-filling:filled-output-cell-26:1421">
                <a:extLst>
                  <a:ext uri="{FF2B5EF4-FFF2-40B4-BE49-F238E27FC236}">
                    <ns2:creationId id="{55ACC7F3-7BFC-4DA9-97FE-B5E4DC889CDD}"/>
                  </a:ext>
                </a:extLst>
              </p:cNvPr>
              <p:cNvSpPr>
                <a:spLocks noGrp="1"/>
              </p:cNvSpPr>
              <p:nvPr/>
            </p:nvSpPr>
            <p:spPr>
              <a:xfrm>
                <a:off x="16445309" y="7343775"/>
                <a:ext cx="19248" cy="200025"/>
              </a:xfrm>
              <a:prstGeom prst="rect">
                <a:avLst/>
              </a:prstGeom>
              <a:solidFill>
                <a:srgbClr val="72AFD1"/>
              </a:solidFill>
              <a:ln w="0">
                <a:noFill/>
                <a:prstDash val="solid"/>
              </a:ln>
            </p:spPr>
          </p:sp>
          <p:sp>
            <p:nvSpPr>
              <p:cNvPr id="1422" name="four:barrier-filling:filled-output-cell-27:1422">
                <a:extLst>
                  <a:ext uri="{FF2B5EF4-FFF2-40B4-BE49-F238E27FC236}">
                    <ns2:creationId id="{8CD92198-3F74-460E-9AA2-94BE6A671AA9}"/>
                  </a:ext>
                </a:extLst>
              </p:cNvPr>
              <p:cNvSpPr>
                <a:spLocks noGrp="1"/>
              </p:cNvSpPr>
              <p:nvPr/>
            </p:nvSpPr>
            <p:spPr>
              <a:xfrm>
                <a:off x="16464558" y="7343775"/>
                <a:ext cx="19248" cy="200025"/>
              </a:xfrm>
              <a:prstGeom prst="rect">
                <a:avLst/>
              </a:prstGeom>
              <a:solidFill>
                <a:srgbClr val="9CC5DC"/>
              </a:solidFill>
              <a:ln w="0">
                <a:noFill/>
                <a:prstDash val="solid"/>
              </a:ln>
            </p:spPr>
          </p:sp>
          <p:sp>
            <p:nvSpPr>
              <p:cNvPr id="1423" name="four:barrier-filling:filled-output-cell-28:1423">
                <a:extLst>
                  <a:ext uri="{FF2B5EF4-FFF2-40B4-BE49-F238E27FC236}">
                    <ns2:creationId id="{1B4001E7-DBD1-4DD1-8664-0570DFB72E5C}"/>
                  </a:ext>
                </a:extLst>
              </p:cNvPr>
              <p:cNvSpPr>
                <a:spLocks noGrp="1"/>
              </p:cNvSpPr>
              <p:nvPr/>
            </p:nvSpPr>
            <p:spPr>
              <a:xfrm>
                <a:off x="16483806" y="7343775"/>
                <a:ext cx="19248" cy="200025"/>
              </a:xfrm>
              <a:prstGeom prst="rect">
                <a:avLst/>
              </a:prstGeom>
              <a:solidFill>
                <a:srgbClr val="C9DBE4"/>
              </a:solidFill>
              <a:ln w="0">
                <a:noFill/>
                <a:prstDash val="solid"/>
              </a:ln>
            </p:spPr>
          </p:sp>
          <p:sp>
            <p:nvSpPr>
              <p:cNvPr id="1424" name="four:barrier-filling:filled-output-cell-29:1424">
                <a:extLst>
                  <a:ext uri="{FF2B5EF4-FFF2-40B4-BE49-F238E27FC236}">
                    <ns2:creationId id="{29D41C62-E07C-4783-9140-4AC5D2BC76D9}"/>
                  </a:ext>
                </a:extLst>
              </p:cNvPr>
              <p:cNvSpPr>
                <a:spLocks noGrp="1"/>
              </p:cNvSpPr>
              <p:nvPr/>
            </p:nvSpPr>
            <p:spPr>
              <a:xfrm>
                <a:off x="16503055" y="7343775"/>
                <a:ext cx="19248" cy="200025"/>
              </a:xfrm>
              <a:prstGeom prst="rect">
                <a:avLst/>
              </a:prstGeom>
              <a:solidFill>
                <a:srgbClr val="D8E5EB"/>
              </a:solidFill>
              <a:ln w="0">
                <a:noFill/>
                <a:prstDash val="solid"/>
              </a:ln>
            </p:spPr>
          </p:sp>
          <p:sp>
            <p:nvSpPr>
              <p:cNvPr id="1425" name="four:barrier-filling:filled-output-cell-30:1425">
                <a:extLst>
                  <a:ext uri="{FF2B5EF4-FFF2-40B4-BE49-F238E27FC236}">
                    <ns2:creationId id="{C13BF9DF-7792-441A-AE87-DB86084439C7}"/>
                  </a:ext>
                </a:extLst>
              </p:cNvPr>
              <p:cNvSpPr>
                <a:spLocks noGrp="1"/>
              </p:cNvSpPr>
              <p:nvPr/>
            </p:nvSpPr>
            <p:spPr>
              <a:xfrm>
                <a:off x="16522303" y="7343775"/>
                <a:ext cx="19248" cy="200025"/>
              </a:xfrm>
              <a:prstGeom prst="rect">
                <a:avLst/>
              </a:prstGeom>
              <a:solidFill>
                <a:srgbClr val="DCE8ED"/>
              </a:solidFill>
              <a:ln w="0">
                <a:noFill/>
                <a:prstDash val="solid"/>
              </a:ln>
            </p:spPr>
          </p:sp>
          <p:sp>
            <p:nvSpPr>
              <p:cNvPr id="1426" name="four:barrier-filling:filled-output-cell-31:1426">
                <a:extLst>
                  <a:ext uri="{FF2B5EF4-FFF2-40B4-BE49-F238E27FC236}">
                    <ns2:creationId id="{13D86A4B-FBF1-43D3-96DB-06CC20F2FFA3}"/>
                  </a:ext>
                </a:extLst>
              </p:cNvPr>
              <p:cNvSpPr>
                <a:spLocks noGrp="1"/>
              </p:cNvSpPr>
              <p:nvPr/>
            </p:nvSpPr>
            <p:spPr>
              <a:xfrm>
                <a:off x="16541552" y="7343775"/>
                <a:ext cx="19248" cy="200025"/>
              </a:xfrm>
              <a:prstGeom prst="rect">
                <a:avLst/>
              </a:prstGeom>
              <a:solidFill>
                <a:srgbClr val="DCE8ED"/>
              </a:solidFill>
              <a:ln w="0">
                <a:noFill/>
                <a:prstDash val="solid"/>
              </a:ln>
            </p:spPr>
          </p:sp>
          <p:sp>
            <p:nvSpPr>
              <p:cNvPr id="1427" name="four:barrier-filling:filled-output-cell-32:1427">
                <a:extLst>
                  <a:ext uri="{FF2B5EF4-FFF2-40B4-BE49-F238E27FC236}">
                    <ns2:creationId id="{C3039544-C976-429A-90B1-A6705308E238}"/>
                  </a:ext>
                </a:extLst>
              </p:cNvPr>
              <p:cNvSpPr>
                <a:spLocks noGrp="1"/>
              </p:cNvSpPr>
              <p:nvPr/>
            </p:nvSpPr>
            <p:spPr>
              <a:xfrm>
                <a:off x="16560800" y="7343775"/>
                <a:ext cx="19248" cy="200025"/>
              </a:xfrm>
              <a:prstGeom prst="rect">
                <a:avLst/>
              </a:prstGeom>
              <a:solidFill>
                <a:srgbClr val="DCE8ED"/>
              </a:solidFill>
              <a:ln w="0">
                <a:noFill/>
                <a:prstDash val="solid"/>
              </a:ln>
            </p:spPr>
          </p:sp>
          <p:sp>
            <p:nvSpPr>
              <p:cNvPr id="1428" name="four:barrier-filling:filled-output-cell-33:1428">
                <a:extLst>
                  <a:ext uri="{FF2B5EF4-FFF2-40B4-BE49-F238E27FC236}">
                    <ns2:creationId id="{36D23ABA-6333-4346-B960-AE0A3D148BCE}"/>
                  </a:ext>
                </a:extLst>
              </p:cNvPr>
              <p:cNvSpPr>
                <a:spLocks noGrp="1"/>
              </p:cNvSpPr>
              <p:nvPr/>
            </p:nvSpPr>
            <p:spPr>
              <a:xfrm>
                <a:off x="16580048" y="7343775"/>
                <a:ext cx="19248" cy="200025"/>
              </a:xfrm>
              <a:prstGeom prst="rect">
                <a:avLst/>
              </a:prstGeom>
              <a:solidFill>
                <a:srgbClr val="DCE8ED"/>
              </a:solidFill>
              <a:ln w="0">
                <a:noFill/>
                <a:prstDash val="solid"/>
              </a:ln>
            </p:spPr>
          </p:sp>
          <p:sp>
            <p:nvSpPr>
              <p:cNvPr id="1429" name="four:barrier-filling:filled-output-cell-34:1429">
                <a:extLst>
                  <a:ext uri="{FF2B5EF4-FFF2-40B4-BE49-F238E27FC236}">
                    <ns2:creationId id="{CF9BE855-18CC-4018-95D7-4B156030BE59}"/>
                  </a:ext>
                </a:extLst>
              </p:cNvPr>
              <p:cNvSpPr>
                <a:spLocks noGrp="1"/>
              </p:cNvSpPr>
              <p:nvPr/>
            </p:nvSpPr>
            <p:spPr>
              <a:xfrm>
                <a:off x="16599297" y="7343775"/>
                <a:ext cx="19248" cy="200025"/>
              </a:xfrm>
              <a:prstGeom prst="rect">
                <a:avLst/>
              </a:prstGeom>
              <a:solidFill>
                <a:srgbClr val="DCE8ED"/>
              </a:solidFill>
              <a:ln w="0">
                <a:noFill/>
                <a:prstDash val="solid"/>
              </a:ln>
            </p:spPr>
          </p:sp>
          <p:sp>
            <p:nvSpPr>
              <p:cNvPr id="1430" name="four:barrier-filling:filled-output-cell-35:1430">
                <a:extLst>
                  <a:ext uri="{FF2B5EF4-FFF2-40B4-BE49-F238E27FC236}">
                    <ns2:creationId id="{52157236-7D80-4963-90A3-CD484EDA7F1C}"/>
                  </a:ext>
                </a:extLst>
              </p:cNvPr>
              <p:cNvSpPr>
                <a:spLocks noGrp="1"/>
              </p:cNvSpPr>
              <p:nvPr/>
            </p:nvSpPr>
            <p:spPr>
              <a:xfrm>
                <a:off x="16618545" y="7343775"/>
                <a:ext cx="19248" cy="200025"/>
              </a:xfrm>
              <a:prstGeom prst="rect">
                <a:avLst/>
              </a:prstGeom>
              <a:solidFill>
                <a:srgbClr val="DCE8ED"/>
              </a:solidFill>
              <a:ln w="0">
                <a:noFill/>
                <a:prstDash val="solid"/>
              </a:ln>
            </p:spPr>
          </p:sp>
          <p:sp>
            <p:nvSpPr>
              <p:cNvPr id="1431" name="four:barrier-filling:filled-output-cell-36:1431">
                <a:extLst>
                  <a:ext uri="{FF2B5EF4-FFF2-40B4-BE49-F238E27FC236}">
                    <ns2:creationId id="{B963F870-5E0C-4E7B-B0ED-FC7620A61538}"/>
                  </a:ext>
                </a:extLst>
              </p:cNvPr>
              <p:cNvSpPr>
                <a:spLocks noGrp="1"/>
              </p:cNvSpPr>
              <p:nvPr/>
            </p:nvSpPr>
            <p:spPr>
              <a:xfrm>
                <a:off x="16637794" y="7343775"/>
                <a:ext cx="19248" cy="200025"/>
              </a:xfrm>
              <a:prstGeom prst="rect">
                <a:avLst/>
              </a:prstGeom>
              <a:solidFill>
                <a:srgbClr val="DCE8ED"/>
              </a:solidFill>
              <a:ln w="0">
                <a:noFill/>
                <a:prstDash val="solid"/>
              </a:ln>
            </p:spPr>
          </p:sp>
          <p:sp>
            <p:nvSpPr>
              <p:cNvPr id="1432" name="four:barrier-filling:filled-output-cell-37:1432">
                <a:extLst>
                  <a:ext uri="{FF2B5EF4-FFF2-40B4-BE49-F238E27FC236}">
                    <ns2:creationId id="{12521C1A-33AB-4323-870E-A53662D086D6}"/>
                  </a:ext>
                </a:extLst>
              </p:cNvPr>
              <p:cNvSpPr>
                <a:spLocks noGrp="1"/>
              </p:cNvSpPr>
              <p:nvPr/>
            </p:nvSpPr>
            <p:spPr>
              <a:xfrm>
                <a:off x="16657042" y="7343775"/>
                <a:ext cx="19248" cy="200025"/>
              </a:xfrm>
              <a:prstGeom prst="rect">
                <a:avLst/>
              </a:prstGeom>
              <a:solidFill>
                <a:srgbClr val="DCE8ED"/>
              </a:solidFill>
              <a:ln w="0">
                <a:noFill/>
                <a:prstDash val="solid"/>
              </a:ln>
            </p:spPr>
          </p:sp>
          <p:sp>
            <p:nvSpPr>
              <p:cNvPr id="1433" name="four:barrier-filling:filled-output-cell-38:1433">
                <a:extLst>
                  <a:ext uri="{FF2B5EF4-FFF2-40B4-BE49-F238E27FC236}">
                    <ns2:creationId id="{97B849CA-479E-4F9F-86D8-0CC5538AC494}"/>
                  </a:ext>
                </a:extLst>
              </p:cNvPr>
              <p:cNvSpPr>
                <a:spLocks noGrp="1"/>
              </p:cNvSpPr>
              <p:nvPr/>
            </p:nvSpPr>
            <p:spPr>
              <a:xfrm>
                <a:off x="16676291" y="7343775"/>
                <a:ext cx="19248" cy="200025"/>
              </a:xfrm>
              <a:prstGeom prst="rect">
                <a:avLst/>
              </a:prstGeom>
              <a:solidFill>
                <a:srgbClr val="DCE8ED"/>
              </a:solidFill>
              <a:ln w="0">
                <a:noFill/>
                <a:prstDash val="solid"/>
              </a:ln>
            </p:spPr>
          </p:sp>
          <p:sp>
            <p:nvSpPr>
              <p:cNvPr id="1434" name="four:barrier-filling:filled-output-cell-39:1434">
                <a:extLst>
                  <a:ext uri="{FF2B5EF4-FFF2-40B4-BE49-F238E27FC236}">
                    <ns2:creationId id="{A484494A-A053-4238-A4CF-B726A31A3BE8}"/>
                  </a:ext>
                </a:extLst>
              </p:cNvPr>
              <p:cNvSpPr>
                <a:spLocks noGrp="1"/>
              </p:cNvSpPr>
              <p:nvPr/>
            </p:nvSpPr>
            <p:spPr>
              <a:xfrm>
                <a:off x="16695539" y="7343775"/>
                <a:ext cx="19248" cy="200025"/>
              </a:xfrm>
              <a:prstGeom prst="rect">
                <a:avLst/>
              </a:prstGeom>
              <a:solidFill>
                <a:srgbClr val="DCE8ED"/>
              </a:solidFill>
              <a:ln w="0">
                <a:noFill/>
                <a:prstDash val="solid"/>
              </a:ln>
            </p:spPr>
          </p:sp>
          <p:sp>
            <p:nvSpPr>
              <p:cNvPr id="1435" name="four:barrier-filling:filled-output-cell-40:1435">
                <a:extLst>
                  <a:ext uri="{FF2B5EF4-FFF2-40B4-BE49-F238E27FC236}">
                    <ns2:creationId id="{5B4CCD0C-2DBE-40C3-8AC1-EAABB7F26574}"/>
                  </a:ext>
                </a:extLst>
              </p:cNvPr>
              <p:cNvSpPr>
                <a:spLocks noGrp="1"/>
              </p:cNvSpPr>
              <p:nvPr/>
            </p:nvSpPr>
            <p:spPr>
              <a:xfrm>
                <a:off x="16714788" y="7343775"/>
                <a:ext cx="19248" cy="200025"/>
              </a:xfrm>
              <a:prstGeom prst="rect">
                <a:avLst/>
              </a:prstGeom>
              <a:solidFill>
                <a:srgbClr val="DCE8ED"/>
              </a:solidFill>
              <a:ln w="0">
                <a:noFill/>
                <a:prstDash val="solid"/>
              </a:ln>
            </p:spPr>
          </p:sp>
          <p:sp>
            <p:nvSpPr>
              <p:cNvPr id="1436" name="four:barrier-filling:filled-output-cell-41:1436">
                <a:extLst>
                  <a:ext uri="{FF2B5EF4-FFF2-40B4-BE49-F238E27FC236}">
                    <ns2:creationId id="{C9FD1511-7202-4A36-8A32-1561D6D58480}"/>
                  </a:ext>
                </a:extLst>
              </p:cNvPr>
              <p:cNvSpPr>
                <a:spLocks noGrp="1"/>
              </p:cNvSpPr>
              <p:nvPr/>
            </p:nvSpPr>
            <p:spPr>
              <a:xfrm>
                <a:off x="16734036" y="7343775"/>
                <a:ext cx="19248" cy="200025"/>
              </a:xfrm>
              <a:prstGeom prst="rect">
                <a:avLst/>
              </a:prstGeom>
              <a:solidFill>
                <a:srgbClr val="DCE8ED"/>
              </a:solidFill>
              <a:ln w="0">
                <a:noFill/>
                <a:prstDash val="solid"/>
              </a:ln>
            </p:spPr>
          </p:sp>
          <p:sp>
            <p:nvSpPr>
              <p:cNvPr id="1437" name="four:barrier-filling:filled-output-cell-42:1437">
                <a:extLst>
                  <a:ext uri="{FF2B5EF4-FFF2-40B4-BE49-F238E27FC236}">
                    <ns2:creationId id="{78C62432-8686-4B54-8439-7D17842D2573}"/>
                  </a:ext>
                </a:extLst>
              </p:cNvPr>
              <p:cNvSpPr>
                <a:spLocks noGrp="1"/>
              </p:cNvSpPr>
              <p:nvPr/>
            </p:nvSpPr>
            <p:spPr>
              <a:xfrm>
                <a:off x="16753284" y="7343775"/>
                <a:ext cx="19248" cy="200025"/>
              </a:xfrm>
              <a:prstGeom prst="rect">
                <a:avLst/>
              </a:prstGeom>
              <a:solidFill>
                <a:srgbClr val="DCE8ED"/>
              </a:solidFill>
              <a:ln w="0">
                <a:noFill/>
                <a:prstDash val="solid"/>
              </a:ln>
            </p:spPr>
          </p:sp>
          <p:sp>
            <p:nvSpPr>
              <p:cNvPr id="1438" name="four:barrier-filling:filled-output-cell-43:1438">
                <a:extLst>
                  <a:ext uri="{FF2B5EF4-FFF2-40B4-BE49-F238E27FC236}">
                    <ns2:creationId id="{90D4BF4B-6ED2-4979-A66B-C9CD93E74ABF}"/>
                  </a:ext>
                </a:extLst>
              </p:cNvPr>
              <p:cNvSpPr>
                <a:spLocks noGrp="1"/>
              </p:cNvSpPr>
              <p:nvPr/>
            </p:nvSpPr>
            <p:spPr>
              <a:xfrm>
                <a:off x="16772533" y="7343775"/>
                <a:ext cx="19248" cy="200025"/>
              </a:xfrm>
              <a:prstGeom prst="rect">
                <a:avLst/>
              </a:prstGeom>
              <a:solidFill>
                <a:srgbClr val="DCE8ED"/>
              </a:solidFill>
              <a:ln w="0">
                <a:noFill/>
                <a:prstDash val="solid"/>
              </a:ln>
            </p:spPr>
          </p:sp>
          <p:sp>
            <p:nvSpPr>
              <p:cNvPr id="1439" name="four:barrier-filling:filled-output-cell-44:1439">
                <a:extLst>
                  <a:ext uri="{FF2B5EF4-FFF2-40B4-BE49-F238E27FC236}">
                    <ns2:creationId id="{AEB07ECF-8B44-4E49-B125-E69A95642F85}"/>
                  </a:ext>
                </a:extLst>
              </p:cNvPr>
              <p:cNvSpPr>
                <a:spLocks noGrp="1"/>
              </p:cNvSpPr>
              <p:nvPr/>
            </p:nvSpPr>
            <p:spPr>
              <a:xfrm>
                <a:off x="16791781" y="7343775"/>
                <a:ext cx="19248" cy="200025"/>
              </a:xfrm>
              <a:prstGeom prst="rect">
                <a:avLst/>
              </a:prstGeom>
              <a:solidFill>
                <a:srgbClr val="DCE8ED"/>
              </a:solidFill>
              <a:ln w="0">
                <a:noFill/>
                <a:prstDash val="solid"/>
              </a:ln>
            </p:spPr>
          </p:sp>
          <p:sp>
            <p:nvSpPr>
              <p:cNvPr id="1440" name="four:barrier-filling:filled-output-cell-45:1440">
                <a:extLst>
                  <a:ext uri="{FF2B5EF4-FFF2-40B4-BE49-F238E27FC236}">
                    <ns2:creationId id="{E3857303-9A9D-42C3-A684-042CB90B332A}"/>
                  </a:ext>
                </a:extLst>
              </p:cNvPr>
              <p:cNvSpPr>
                <a:spLocks noGrp="1"/>
              </p:cNvSpPr>
              <p:nvPr/>
            </p:nvSpPr>
            <p:spPr>
              <a:xfrm>
                <a:off x="16811030" y="7343775"/>
                <a:ext cx="19248" cy="200025"/>
              </a:xfrm>
              <a:prstGeom prst="rect">
                <a:avLst/>
              </a:prstGeom>
              <a:solidFill>
                <a:srgbClr val="DCE8ED"/>
              </a:solidFill>
              <a:ln w="0">
                <a:noFill/>
                <a:prstDash val="solid"/>
              </a:ln>
            </p:spPr>
          </p:sp>
          <p:sp>
            <p:nvSpPr>
              <p:cNvPr id="1441" name="four:barrier-filling:filled-output-cell-46:1441">
                <a:extLst>
                  <a:ext uri="{FF2B5EF4-FFF2-40B4-BE49-F238E27FC236}">
                    <ns2:creationId id="{B2BB00B6-A70D-4A4A-9126-AC8187F29EAE}"/>
                  </a:ext>
                </a:extLst>
              </p:cNvPr>
              <p:cNvSpPr>
                <a:spLocks noGrp="1"/>
              </p:cNvSpPr>
              <p:nvPr/>
            </p:nvSpPr>
            <p:spPr>
              <a:xfrm>
                <a:off x="16830278" y="7343775"/>
                <a:ext cx="19248" cy="200025"/>
              </a:xfrm>
              <a:prstGeom prst="rect">
                <a:avLst/>
              </a:prstGeom>
              <a:solidFill>
                <a:srgbClr val="DCE8ED"/>
              </a:solidFill>
              <a:ln w="0">
                <a:noFill/>
                <a:prstDash val="solid"/>
              </a:ln>
            </p:spPr>
          </p:sp>
          <p:sp>
            <p:nvSpPr>
              <p:cNvPr id="1442" name="four:barrier-filling:filled-output-cell-47:1442">
                <a:extLst>
                  <a:ext uri="{FF2B5EF4-FFF2-40B4-BE49-F238E27FC236}">
                    <ns2:creationId id="{EC99DB7A-C806-47EF-B71A-28B99596E304}"/>
                  </a:ext>
                </a:extLst>
              </p:cNvPr>
              <p:cNvSpPr>
                <a:spLocks noGrp="1"/>
              </p:cNvSpPr>
              <p:nvPr/>
            </p:nvSpPr>
            <p:spPr>
              <a:xfrm>
                <a:off x="16849527" y="7343775"/>
                <a:ext cx="19248" cy="200025"/>
              </a:xfrm>
              <a:prstGeom prst="rect">
                <a:avLst/>
              </a:prstGeom>
              <a:solidFill>
                <a:srgbClr val="DCE8ED"/>
              </a:solidFill>
              <a:ln w="0">
                <a:noFill/>
                <a:prstDash val="solid"/>
              </a:ln>
            </p:spPr>
          </p:sp>
          <p:sp>
            <p:nvSpPr>
              <p:cNvPr id="1443" name="four:barrier-filling:filled-output-cell-48:1443">
                <a:extLst>
                  <a:ext uri="{FF2B5EF4-FFF2-40B4-BE49-F238E27FC236}">
                    <ns2:creationId id="{FAF7483B-E5B8-4A3A-9F85-D9685B63DB06}"/>
                  </a:ext>
                </a:extLst>
              </p:cNvPr>
              <p:cNvSpPr>
                <a:spLocks noGrp="1"/>
              </p:cNvSpPr>
              <p:nvPr/>
            </p:nvSpPr>
            <p:spPr>
              <a:xfrm>
                <a:off x="16868775" y="7343775"/>
                <a:ext cx="19248" cy="200025"/>
              </a:xfrm>
              <a:prstGeom prst="rect">
                <a:avLst/>
              </a:prstGeom>
              <a:solidFill>
                <a:srgbClr val="DCE8ED"/>
              </a:solidFill>
              <a:ln w="0">
                <a:noFill/>
                <a:prstDash val="solid"/>
              </a:ln>
            </p:spPr>
          </p:sp>
          <p:sp>
            <p:nvSpPr>
              <p:cNvPr id="1444" name="four:barrier-filling:filled-output-cell-49:1444">
                <a:extLst>
                  <a:ext uri="{FF2B5EF4-FFF2-40B4-BE49-F238E27FC236}">
                    <ns2:creationId id="{A447916E-AE3E-404E-9D6C-D7BF1381DC6D}"/>
                  </a:ext>
                </a:extLst>
              </p:cNvPr>
              <p:cNvSpPr>
                <a:spLocks noGrp="1"/>
              </p:cNvSpPr>
              <p:nvPr/>
            </p:nvSpPr>
            <p:spPr>
              <a:xfrm>
                <a:off x="16888023" y="7343775"/>
                <a:ext cx="19248" cy="200025"/>
              </a:xfrm>
              <a:prstGeom prst="rect">
                <a:avLst/>
              </a:prstGeom>
              <a:solidFill>
                <a:srgbClr val="DCE8ED"/>
              </a:solidFill>
              <a:ln w="0">
                <a:noFill/>
                <a:prstDash val="solid"/>
              </a:ln>
            </p:spPr>
          </p:sp>
          <p:sp>
            <p:nvSpPr>
              <p:cNvPr id="1445" name="four:barrier-filling:filled-output-cell-50:1445">
                <a:extLst>
                  <a:ext uri="{FF2B5EF4-FFF2-40B4-BE49-F238E27FC236}">
                    <ns2:creationId id="{DD1C4552-DCE0-476A-B07D-6E26B3C809D6}"/>
                  </a:ext>
                </a:extLst>
              </p:cNvPr>
              <p:cNvSpPr>
                <a:spLocks noGrp="1"/>
              </p:cNvSpPr>
              <p:nvPr/>
            </p:nvSpPr>
            <p:spPr>
              <a:xfrm>
                <a:off x="16907272" y="7343775"/>
                <a:ext cx="19248" cy="200025"/>
              </a:xfrm>
              <a:prstGeom prst="rect">
                <a:avLst/>
              </a:prstGeom>
              <a:solidFill>
                <a:srgbClr val="DCE8ED"/>
              </a:solidFill>
              <a:ln w="0">
                <a:noFill/>
                <a:prstDash val="solid"/>
              </a:ln>
            </p:spPr>
          </p:sp>
          <p:sp>
            <p:nvSpPr>
              <p:cNvPr id="1446" name="four:barrier-filling:filled-output-cell-51:1446">
                <a:extLst>
                  <a:ext uri="{FF2B5EF4-FFF2-40B4-BE49-F238E27FC236}">
                    <ns2:creationId id="{FDD6994F-BD01-42DB-80F9-EDDD09B7D80A}"/>
                  </a:ext>
                </a:extLst>
              </p:cNvPr>
              <p:cNvSpPr>
                <a:spLocks noGrp="1"/>
              </p:cNvSpPr>
              <p:nvPr/>
            </p:nvSpPr>
            <p:spPr>
              <a:xfrm>
                <a:off x="16926520" y="7343775"/>
                <a:ext cx="19248" cy="200025"/>
              </a:xfrm>
              <a:prstGeom prst="rect">
                <a:avLst/>
              </a:prstGeom>
              <a:solidFill>
                <a:srgbClr val="DCE8ED"/>
              </a:solidFill>
              <a:ln w="0">
                <a:noFill/>
                <a:prstDash val="solid"/>
              </a:ln>
            </p:spPr>
          </p:sp>
          <p:sp>
            <p:nvSpPr>
              <p:cNvPr id="1447" name="four:barrier-filling:filled-output-cell-52:1447">
                <a:extLst>
                  <a:ext uri="{FF2B5EF4-FFF2-40B4-BE49-F238E27FC236}">
                    <ns2:creationId id="{904BA196-577F-476F-9623-1E87FAEA1CDE}"/>
                  </a:ext>
                </a:extLst>
              </p:cNvPr>
              <p:cNvSpPr>
                <a:spLocks noGrp="1"/>
              </p:cNvSpPr>
              <p:nvPr/>
            </p:nvSpPr>
            <p:spPr>
              <a:xfrm>
                <a:off x="16945769" y="7343775"/>
                <a:ext cx="19248" cy="200025"/>
              </a:xfrm>
              <a:prstGeom prst="rect">
                <a:avLst/>
              </a:prstGeom>
              <a:solidFill>
                <a:srgbClr val="DCE8ED"/>
              </a:solidFill>
              <a:ln w="0">
                <a:noFill/>
                <a:prstDash val="solid"/>
              </a:ln>
            </p:spPr>
          </p:sp>
          <p:sp>
            <p:nvSpPr>
              <p:cNvPr id="1448" name="four:barrier-filling:filled-output-cell-53:1448">
                <a:extLst>
                  <a:ext uri="{FF2B5EF4-FFF2-40B4-BE49-F238E27FC236}">
                    <ns2:creationId id="{877F847E-53DE-4109-9922-D102FA97645B}"/>
                  </a:ext>
                </a:extLst>
              </p:cNvPr>
              <p:cNvSpPr>
                <a:spLocks noGrp="1"/>
              </p:cNvSpPr>
              <p:nvPr/>
            </p:nvSpPr>
            <p:spPr>
              <a:xfrm>
                <a:off x="16965017" y="7343775"/>
                <a:ext cx="19248" cy="200025"/>
              </a:xfrm>
              <a:prstGeom prst="rect">
                <a:avLst/>
              </a:prstGeom>
              <a:solidFill>
                <a:srgbClr val="DCE8ED"/>
              </a:solidFill>
              <a:ln w="0">
                <a:noFill/>
                <a:prstDash val="solid"/>
              </a:ln>
            </p:spPr>
          </p:sp>
          <p:sp>
            <p:nvSpPr>
              <p:cNvPr id="1449" name="four:barrier-filling:filled-output-cell-54:1449">
                <a:extLst>
                  <a:ext uri="{FF2B5EF4-FFF2-40B4-BE49-F238E27FC236}">
                    <ns2:creationId id="{6B681FA4-51BA-4E34-AEFB-8DCBD269AE07}"/>
                  </a:ext>
                </a:extLst>
              </p:cNvPr>
              <p:cNvSpPr>
                <a:spLocks noGrp="1"/>
              </p:cNvSpPr>
              <p:nvPr/>
            </p:nvSpPr>
            <p:spPr>
              <a:xfrm>
                <a:off x="16984266" y="7343775"/>
                <a:ext cx="19248" cy="200025"/>
              </a:xfrm>
              <a:prstGeom prst="rect">
                <a:avLst/>
              </a:prstGeom>
              <a:solidFill>
                <a:srgbClr val="DCE8ED"/>
              </a:solidFill>
              <a:ln w="0">
                <a:noFill/>
                <a:prstDash val="solid"/>
              </a:ln>
            </p:spPr>
          </p:sp>
          <p:sp>
            <p:nvSpPr>
              <p:cNvPr id="1450" name="four:barrier-filling:filled-output-cell-55:1450">
                <a:extLst>
                  <a:ext uri="{FF2B5EF4-FFF2-40B4-BE49-F238E27FC236}">
                    <ns2:creationId id="{B5398F03-0356-421E-9D12-1B99B0BDD5C5}"/>
                  </a:ext>
                </a:extLst>
              </p:cNvPr>
              <p:cNvSpPr>
                <a:spLocks noGrp="1"/>
              </p:cNvSpPr>
              <p:nvPr/>
            </p:nvSpPr>
            <p:spPr>
              <a:xfrm>
                <a:off x="17003514" y="7343775"/>
                <a:ext cx="19248" cy="200025"/>
              </a:xfrm>
              <a:prstGeom prst="rect">
                <a:avLst/>
              </a:prstGeom>
              <a:solidFill>
                <a:srgbClr val="DCE8ED"/>
              </a:solidFill>
              <a:ln w="0">
                <a:noFill/>
                <a:prstDash val="solid"/>
              </a:ln>
            </p:spPr>
          </p:sp>
          <p:sp>
            <p:nvSpPr>
              <p:cNvPr id="1451" name="four:barrier-filling:filled-output-cell-56:1451">
                <a:extLst>
                  <a:ext uri="{FF2B5EF4-FFF2-40B4-BE49-F238E27FC236}">
                    <ns2:creationId id="{898284DB-38D9-493B-8C8B-F4C43B104610}"/>
                  </a:ext>
                </a:extLst>
              </p:cNvPr>
              <p:cNvSpPr>
                <a:spLocks noGrp="1"/>
              </p:cNvSpPr>
              <p:nvPr/>
            </p:nvSpPr>
            <p:spPr>
              <a:xfrm>
                <a:off x="17022763" y="7343775"/>
                <a:ext cx="19248" cy="200025"/>
              </a:xfrm>
              <a:prstGeom prst="rect">
                <a:avLst/>
              </a:prstGeom>
              <a:solidFill>
                <a:srgbClr val="DBE8EC"/>
              </a:solidFill>
              <a:ln w="0">
                <a:noFill/>
                <a:prstDash val="solid"/>
              </a:ln>
            </p:spPr>
          </p:sp>
          <p:sp>
            <p:nvSpPr>
              <p:cNvPr id="1452" name="four:barrier-filling:filled-output-cell-57:1452">
                <a:extLst>
                  <a:ext uri="{FF2B5EF4-FFF2-40B4-BE49-F238E27FC236}">
                    <ns2:creationId id="{AB32D181-A350-469B-AECB-3E70AE59A81F}"/>
                  </a:ext>
                </a:extLst>
              </p:cNvPr>
              <p:cNvSpPr>
                <a:spLocks noGrp="1"/>
              </p:cNvSpPr>
              <p:nvPr/>
            </p:nvSpPr>
            <p:spPr>
              <a:xfrm>
                <a:off x="17042011" y="7343775"/>
                <a:ext cx="19248" cy="200025"/>
              </a:xfrm>
              <a:prstGeom prst="rect">
                <a:avLst/>
              </a:prstGeom>
              <a:solidFill>
                <a:srgbClr val="D3E3E5"/>
              </a:solidFill>
              <a:ln w="0">
                <a:noFill/>
                <a:prstDash val="solid"/>
              </a:ln>
            </p:spPr>
          </p:sp>
          <p:sp>
            <p:nvSpPr>
              <p:cNvPr id="1453" name="four:barrier-filling:filled-output-cell-58:1453">
                <a:extLst>
                  <a:ext uri="{FF2B5EF4-FFF2-40B4-BE49-F238E27FC236}">
                    <ns2:creationId id="{D23D3D46-7FCD-4784-86AB-7676B47AFB4F}"/>
                  </a:ext>
                </a:extLst>
              </p:cNvPr>
              <p:cNvSpPr>
                <a:spLocks noGrp="1"/>
              </p:cNvSpPr>
              <p:nvPr/>
            </p:nvSpPr>
            <p:spPr>
              <a:xfrm>
                <a:off x="17061259" y="7343775"/>
                <a:ext cx="19248" cy="200025"/>
              </a:xfrm>
              <a:prstGeom prst="rect">
                <a:avLst/>
              </a:prstGeom>
              <a:solidFill>
                <a:srgbClr val="DAC9B8"/>
              </a:solidFill>
              <a:ln w="0">
                <a:noFill/>
                <a:prstDash val="solid"/>
              </a:ln>
            </p:spPr>
          </p:sp>
          <p:sp>
            <p:nvSpPr>
              <p:cNvPr id="1454" name="four:barrier-filling:filled-output-cell-59:1454">
                <a:extLst>
                  <a:ext uri="{FF2B5EF4-FFF2-40B4-BE49-F238E27FC236}">
                    <ns2:creationId id="{98DB987B-B5E6-4067-938C-AB02B9EC6FFE}"/>
                  </a:ext>
                </a:extLst>
              </p:cNvPr>
              <p:cNvSpPr>
                <a:spLocks noGrp="1"/>
              </p:cNvSpPr>
              <p:nvPr/>
            </p:nvSpPr>
            <p:spPr>
              <a:xfrm>
                <a:off x="17080508" y="7343775"/>
                <a:ext cx="19248" cy="200025"/>
              </a:xfrm>
              <a:prstGeom prst="rect">
                <a:avLst/>
              </a:prstGeom>
              <a:solidFill>
                <a:srgbClr val="D9B08D"/>
              </a:solidFill>
              <a:ln w="0">
                <a:noFill/>
                <a:prstDash val="solid"/>
              </a:ln>
            </p:spPr>
          </p:sp>
          <p:sp>
            <p:nvSpPr>
              <p:cNvPr id="1455" name="four:barrier-filling:filled-output-cell-60:1455">
                <a:extLst>
                  <a:ext uri="{FF2B5EF4-FFF2-40B4-BE49-F238E27FC236}">
                    <ns2:creationId id="{49A400C6-4C3E-47FF-B5CF-8B77F8951182}"/>
                  </a:ext>
                </a:extLst>
              </p:cNvPr>
              <p:cNvSpPr>
                <a:spLocks noGrp="1"/>
              </p:cNvSpPr>
              <p:nvPr/>
            </p:nvSpPr>
            <p:spPr>
              <a:xfrm>
                <a:off x="17099756" y="7343775"/>
                <a:ext cx="19248" cy="200025"/>
              </a:xfrm>
              <a:prstGeom prst="rect">
                <a:avLst/>
              </a:prstGeom>
              <a:solidFill>
                <a:srgbClr val="D89660"/>
              </a:solidFill>
              <a:ln w="0">
                <a:noFill/>
                <a:prstDash val="solid"/>
              </a:ln>
            </p:spPr>
          </p:sp>
          <p:sp>
            <p:nvSpPr>
              <p:cNvPr id="1456" name="four:barrier-filling:filled-output-cell-61:1456">
                <a:extLst>
                  <a:ext uri="{FF2B5EF4-FFF2-40B4-BE49-F238E27FC236}">
                    <ns2:creationId id="{D4E4516A-BB99-4561-914A-929CB9AC06E1}"/>
                  </a:ext>
                </a:extLst>
              </p:cNvPr>
              <p:cNvSpPr>
                <a:spLocks noGrp="1"/>
              </p:cNvSpPr>
              <p:nvPr/>
            </p:nvSpPr>
            <p:spPr>
              <a:xfrm>
                <a:off x="17119005" y="7343775"/>
                <a:ext cx="19248" cy="200025"/>
              </a:xfrm>
              <a:prstGeom prst="rect">
                <a:avLst/>
              </a:prstGeom>
              <a:solidFill>
                <a:srgbClr val="D77D35"/>
              </a:solidFill>
              <a:ln w="0">
                <a:noFill/>
                <a:prstDash val="solid"/>
              </a:ln>
            </p:spPr>
          </p:sp>
          <p:sp>
            <p:nvSpPr>
              <p:cNvPr id="1457" name="four:barrier-filling:filled-output-cell-62:1457">
                <a:extLst>
                  <a:ext uri="{FF2B5EF4-FFF2-40B4-BE49-F238E27FC236}">
                    <ns2:creationId id="{0F6FC316-336A-4F8B-86E9-537E1445C031}"/>
                  </a:ext>
                </a:extLst>
              </p:cNvPr>
              <p:cNvSpPr>
                <a:spLocks noGrp="1"/>
              </p:cNvSpPr>
              <p:nvPr/>
            </p:nvSpPr>
            <p:spPr>
              <a:xfrm>
                <a:off x="17138253" y="7343775"/>
                <a:ext cx="19248" cy="200025"/>
              </a:xfrm>
              <a:prstGeom prst="rect">
                <a:avLst/>
              </a:prstGeom>
              <a:solidFill>
                <a:srgbClr val="D66913"/>
              </a:solidFill>
              <a:ln w="0">
                <a:noFill/>
                <a:prstDash val="solid"/>
              </a:ln>
            </p:spPr>
          </p:sp>
          <p:sp>
            <p:nvSpPr>
              <p:cNvPr id="1458" name="four:barrier-filling:filled-output-cell-63:1458">
                <a:extLst>
                  <a:ext uri="{FF2B5EF4-FFF2-40B4-BE49-F238E27FC236}">
                    <ns2:creationId id="{6EF8CB2A-0B6A-4DC0-8B6E-7ACB4AFE5CCB}"/>
                  </a:ext>
                </a:extLst>
              </p:cNvPr>
              <p:cNvSpPr>
                <a:spLocks noGrp="1"/>
              </p:cNvSpPr>
              <p:nvPr/>
            </p:nvSpPr>
            <p:spPr>
              <a:xfrm>
                <a:off x="17157502" y="7343775"/>
                <a:ext cx="19248" cy="200025"/>
              </a:xfrm>
              <a:prstGeom prst="rect">
                <a:avLst/>
              </a:prstGeom>
              <a:solidFill>
                <a:srgbClr val="D55F02"/>
              </a:solidFill>
              <a:ln w="0">
                <a:noFill/>
                <a:prstDash val="solid"/>
              </a:ln>
            </p:spPr>
          </p:sp>
          <p:sp>
            <p:nvSpPr>
              <p:cNvPr id="1459" name="four:barrier-filling:filled-output-cell-64:1459">
                <a:extLst>
                  <a:ext uri="{FF2B5EF4-FFF2-40B4-BE49-F238E27FC236}">
                    <ns2:creationId id="{301E1CFA-ABDC-40DE-B8C0-CC731BCD799E}"/>
                  </a:ext>
                </a:extLst>
              </p:cNvPr>
              <p:cNvSpPr>
                <a:spLocks noGrp="1"/>
              </p:cNvSpPr>
              <p:nvPr/>
            </p:nvSpPr>
            <p:spPr>
              <a:xfrm>
                <a:off x="17176750" y="7343775"/>
                <a:ext cx="19248" cy="200025"/>
              </a:xfrm>
              <a:prstGeom prst="rect">
                <a:avLst/>
              </a:prstGeom>
              <a:solidFill>
                <a:srgbClr val="D55E00"/>
              </a:solidFill>
              <a:ln w="0">
                <a:noFill/>
                <a:prstDash val="solid"/>
              </a:ln>
            </p:spPr>
          </p:sp>
          <p:sp>
            <p:nvSpPr>
              <p:cNvPr id="1460" name="four:barrier-filling:filled-output-cell-65:1460">
                <a:extLst>
                  <a:ext uri="{FF2B5EF4-FFF2-40B4-BE49-F238E27FC236}">
                    <ns2:creationId id="{A2AB8EFA-3825-49CD-8664-2C51889CBC96}"/>
                  </a:ext>
                </a:extLst>
              </p:cNvPr>
              <p:cNvSpPr>
                <a:spLocks noGrp="1"/>
              </p:cNvSpPr>
              <p:nvPr/>
            </p:nvSpPr>
            <p:spPr>
              <a:xfrm>
                <a:off x="17195998" y="7343775"/>
                <a:ext cx="19248" cy="200025"/>
              </a:xfrm>
              <a:prstGeom prst="rect">
                <a:avLst/>
              </a:prstGeom>
              <a:solidFill>
                <a:srgbClr val="D55E00"/>
              </a:solidFill>
              <a:ln w="0">
                <a:noFill/>
                <a:prstDash val="solid"/>
              </a:ln>
            </p:spPr>
          </p:sp>
          <p:sp>
            <p:nvSpPr>
              <p:cNvPr id="1461" name="four:barrier-filling:filled-output-cell-66:1461">
                <a:extLst>
                  <a:ext uri="{FF2B5EF4-FFF2-40B4-BE49-F238E27FC236}">
                    <ns2:creationId id="{B16C7D9B-E7E4-4DF1-BB01-152D3C022F8B}"/>
                  </a:ext>
                </a:extLst>
              </p:cNvPr>
              <p:cNvSpPr>
                <a:spLocks noGrp="1"/>
              </p:cNvSpPr>
              <p:nvPr/>
            </p:nvSpPr>
            <p:spPr>
              <a:xfrm>
                <a:off x="17215247" y="7343775"/>
                <a:ext cx="19248" cy="200025"/>
              </a:xfrm>
              <a:prstGeom prst="rect">
                <a:avLst/>
              </a:prstGeom>
              <a:solidFill>
                <a:srgbClr val="D55E00"/>
              </a:solidFill>
              <a:ln w="0">
                <a:noFill/>
                <a:prstDash val="solid"/>
              </a:ln>
            </p:spPr>
          </p:sp>
          <p:sp>
            <p:nvSpPr>
              <p:cNvPr id="1462" name="four:barrier-filling:filled-output-cell-67:1462">
                <a:extLst>
                  <a:ext uri="{FF2B5EF4-FFF2-40B4-BE49-F238E27FC236}">
                    <ns2:creationId id="{2471CF37-149C-4CD9-8BEC-1C687FBD87F8}"/>
                  </a:ext>
                </a:extLst>
              </p:cNvPr>
              <p:cNvSpPr>
                <a:spLocks noGrp="1"/>
              </p:cNvSpPr>
              <p:nvPr/>
            </p:nvSpPr>
            <p:spPr>
              <a:xfrm>
                <a:off x="17234495" y="7343775"/>
                <a:ext cx="19248" cy="200025"/>
              </a:xfrm>
              <a:prstGeom prst="rect">
                <a:avLst/>
              </a:prstGeom>
              <a:solidFill>
                <a:srgbClr val="D55E00"/>
              </a:solidFill>
              <a:ln w="0">
                <a:noFill/>
                <a:prstDash val="solid"/>
              </a:ln>
            </p:spPr>
          </p:sp>
          <p:sp>
            <p:nvSpPr>
              <p:cNvPr id="1463" name="four:barrier-filling:filled-output-cell-68:1463">
                <a:extLst>
                  <a:ext uri="{FF2B5EF4-FFF2-40B4-BE49-F238E27FC236}">
                    <ns2:creationId id="{679E2BFD-7A91-4E09-8FBC-3DA5918B05D5}"/>
                  </a:ext>
                </a:extLst>
              </p:cNvPr>
              <p:cNvSpPr>
                <a:spLocks noGrp="1"/>
              </p:cNvSpPr>
              <p:nvPr/>
            </p:nvSpPr>
            <p:spPr>
              <a:xfrm>
                <a:off x="17253744" y="7343775"/>
                <a:ext cx="19248" cy="200025"/>
              </a:xfrm>
              <a:prstGeom prst="rect">
                <a:avLst/>
              </a:prstGeom>
              <a:solidFill>
                <a:srgbClr val="D55E00"/>
              </a:solidFill>
              <a:ln w="0">
                <a:noFill/>
                <a:prstDash val="solid"/>
              </a:ln>
            </p:spPr>
          </p:sp>
          <p:sp>
            <p:nvSpPr>
              <p:cNvPr id="1464" name="four:barrier-filling:filled-output-cell-69:1464">
                <a:extLst>
                  <a:ext uri="{FF2B5EF4-FFF2-40B4-BE49-F238E27FC236}">
                    <ns2:creationId id="{0526946E-7520-4E4F-AF28-C35B67C08C70}"/>
                  </a:ext>
                </a:extLst>
              </p:cNvPr>
              <p:cNvSpPr>
                <a:spLocks noGrp="1"/>
              </p:cNvSpPr>
              <p:nvPr/>
            </p:nvSpPr>
            <p:spPr>
              <a:xfrm>
                <a:off x="17272992" y="7343775"/>
                <a:ext cx="19248" cy="200025"/>
              </a:xfrm>
              <a:prstGeom prst="rect">
                <a:avLst/>
              </a:prstGeom>
              <a:solidFill>
                <a:srgbClr val="D55E00"/>
              </a:solidFill>
              <a:ln w="0">
                <a:noFill/>
                <a:prstDash val="solid"/>
              </a:ln>
            </p:spPr>
          </p:sp>
          <p:sp>
            <p:nvSpPr>
              <p:cNvPr id="1465" name="four:barrier-filling:filled-output-cell-70:1465">
                <a:extLst>
                  <a:ext uri="{FF2B5EF4-FFF2-40B4-BE49-F238E27FC236}">
                    <ns2:creationId id="{317C4E2A-838C-4E07-BFF4-0BF9ACF01ECE}"/>
                  </a:ext>
                </a:extLst>
              </p:cNvPr>
              <p:cNvSpPr>
                <a:spLocks noGrp="1"/>
              </p:cNvSpPr>
              <p:nvPr/>
            </p:nvSpPr>
            <p:spPr>
              <a:xfrm>
                <a:off x="17292241" y="7343775"/>
                <a:ext cx="19248" cy="200025"/>
              </a:xfrm>
              <a:prstGeom prst="rect">
                <a:avLst/>
              </a:prstGeom>
              <a:solidFill>
                <a:srgbClr val="D55E00"/>
              </a:solidFill>
              <a:ln w="0">
                <a:noFill/>
                <a:prstDash val="solid"/>
              </a:ln>
            </p:spPr>
          </p:sp>
          <p:sp>
            <p:nvSpPr>
              <p:cNvPr id="1466" name="four:barrier-filling:filled-output-cell-71:1466">
                <a:extLst>
                  <a:ext uri="{FF2B5EF4-FFF2-40B4-BE49-F238E27FC236}">
                    <ns2:creationId id="{66B0898E-D724-410D-9A10-8F07D95C40E1}"/>
                  </a:ext>
                </a:extLst>
              </p:cNvPr>
              <p:cNvSpPr>
                <a:spLocks noGrp="1"/>
              </p:cNvSpPr>
              <p:nvPr/>
            </p:nvSpPr>
            <p:spPr>
              <a:xfrm>
                <a:off x="17311489" y="7343775"/>
                <a:ext cx="19248" cy="200025"/>
              </a:xfrm>
              <a:prstGeom prst="rect">
                <a:avLst/>
              </a:prstGeom>
              <a:solidFill>
                <a:srgbClr val="D55E00"/>
              </a:solidFill>
              <a:ln w="0">
                <a:noFill/>
                <a:prstDash val="solid"/>
              </a:ln>
            </p:spPr>
          </p:sp>
          <p:sp>
            <p:nvSpPr>
              <p:cNvPr id="1467" name="four:barrier-filling:filled-output-cell-72:1467">
                <a:extLst>
                  <a:ext uri="{FF2B5EF4-FFF2-40B4-BE49-F238E27FC236}">
                    <ns2:creationId id="{F04C8777-72B1-4B5D-9E19-F8A684D079DE}"/>
                  </a:ext>
                </a:extLst>
              </p:cNvPr>
              <p:cNvSpPr>
                <a:spLocks noGrp="1"/>
              </p:cNvSpPr>
              <p:nvPr/>
            </p:nvSpPr>
            <p:spPr>
              <a:xfrm>
                <a:off x="17330738" y="7343775"/>
                <a:ext cx="19248" cy="200025"/>
              </a:xfrm>
              <a:prstGeom prst="rect">
                <a:avLst/>
              </a:prstGeom>
              <a:solidFill>
                <a:srgbClr val="D55E00"/>
              </a:solidFill>
              <a:ln w="0">
                <a:noFill/>
                <a:prstDash val="solid"/>
              </a:ln>
            </p:spPr>
          </p:sp>
          <p:sp>
            <p:nvSpPr>
              <p:cNvPr id="1468" name="four:barrier-filling:filled-output-cell-73:1468">
                <a:extLst>
                  <a:ext uri="{FF2B5EF4-FFF2-40B4-BE49-F238E27FC236}">
                    <ns2:creationId id="{8922E2EE-FE9B-4785-8C10-9BC0E947B643}"/>
                  </a:ext>
                </a:extLst>
              </p:cNvPr>
              <p:cNvSpPr>
                <a:spLocks noGrp="1"/>
              </p:cNvSpPr>
              <p:nvPr/>
            </p:nvSpPr>
            <p:spPr>
              <a:xfrm>
                <a:off x="17349986" y="7343775"/>
                <a:ext cx="19248" cy="200025"/>
              </a:xfrm>
              <a:prstGeom prst="rect">
                <a:avLst/>
              </a:prstGeom>
              <a:solidFill>
                <a:srgbClr val="D55E00"/>
              </a:solidFill>
              <a:ln w="0">
                <a:noFill/>
                <a:prstDash val="solid"/>
              </a:ln>
            </p:spPr>
          </p:sp>
          <p:sp>
            <p:nvSpPr>
              <p:cNvPr id="1469" name="four:barrier-filling:filled-output-cell-74:1469">
                <a:extLst>
                  <a:ext uri="{FF2B5EF4-FFF2-40B4-BE49-F238E27FC236}">
                    <ns2:creationId id="{BF2AF4A5-F08F-4D3A-AE4A-FF108446E646}"/>
                  </a:ext>
                </a:extLst>
              </p:cNvPr>
              <p:cNvSpPr>
                <a:spLocks noGrp="1"/>
              </p:cNvSpPr>
              <p:nvPr/>
            </p:nvSpPr>
            <p:spPr>
              <a:xfrm>
                <a:off x="17369234" y="7343775"/>
                <a:ext cx="19248" cy="200025"/>
              </a:xfrm>
              <a:prstGeom prst="rect">
                <a:avLst/>
              </a:prstGeom>
              <a:solidFill>
                <a:srgbClr val="D55E00"/>
              </a:solidFill>
              <a:ln w="0">
                <a:noFill/>
                <a:prstDash val="solid"/>
              </a:ln>
            </p:spPr>
          </p:sp>
          <p:sp>
            <p:nvSpPr>
              <p:cNvPr id="1470" name="four:barrier-filling:filled-output-cell-75:1470">
                <a:extLst>
                  <a:ext uri="{FF2B5EF4-FFF2-40B4-BE49-F238E27FC236}">
                    <ns2:creationId id="{97A0ACC0-86AC-46A7-BA4F-FF248C94E1F0}"/>
                  </a:ext>
                </a:extLst>
              </p:cNvPr>
              <p:cNvSpPr>
                <a:spLocks noGrp="1"/>
              </p:cNvSpPr>
              <p:nvPr/>
            </p:nvSpPr>
            <p:spPr>
              <a:xfrm>
                <a:off x="17388483" y="7343775"/>
                <a:ext cx="19248" cy="200025"/>
              </a:xfrm>
              <a:prstGeom prst="rect">
                <a:avLst/>
              </a:prstGeom>
              <a:solidFill>
                <a:srgbClr val="D55E00"/>
              </a:solidFill>
              <a:ln w="0">
                <a:noFill/>
                <a:prstDash val="solid"/>
              </a:ln>
            </p:spPr>
          </p:sp>
          <p:sp>
            <p:nvSpPr>
              <p:cNvPr id="1471" name="four:barrier-filling:filled-output-cell-76:1471">
                <a:extLst>
                  <a:ext uri="{FF2B5EF4-FFF2-40B4-BE49-F238E27FC236}">
                    <ns2:creationId id="{D21F0696-094F-43D1-B089-C97DF32EBD1F}"/>
                  </a:ext>
                </a:extLst>
              </p:cNvPr>
              <p:cNvSpPr>
                <a:spLocks noGrp="1"/>
              </p:cNvSpPr>
              <p:nvPr/>
            </p:nvSpPr>
            <p:spPr>
              <a:xfrm>
                <a:off x="17407731" y="7343775"/>
                <a:ext cx="19248" cy="200025"/>
              </a:xfrm>
              <a:prstGeom prst="rect">
                <a:avLst/>
              </a:prstGeom>
              <a:solidFill>
                <a:srgbClr val="D5640A"/>
              </a:solidFill>
              <a:ln w="0">
                <a:noFill/>
                <a:prstDash val="solid"/>
              </a:ln>
            </p:spPr>
          </p:sp>
          <p:sp>
            <p:nvSpPr>
              <p:cNvPr id="1472" name="four:barrier-filling:filled-output-cell-77:1472">
                <a:extLst>
                  <a:ext uri="{FF2B5EF4-FFF2-40B4-BE49-F238E27FC236}">
                    <ns2:creationId id="{568FF54C-A6C1-458D-B526-3F9856BE8EB1}"/>
                  </a:ext>
                </a:extLst>
              </p:cNvPr>
              <p:cNvSpPr>
                <a:spLocks noGrp="1"/>
              </p:cNvSpPr>
              <p:nvPr/>
            </p:nvSpPr>
            <p:spPr>
              <a:xfrm>
                <a:off x="17426980" y="7343775"/>
                <a:ext cx="19248" cy="200025"/>
              </a:xfrm>
              <a:prstGeom prst="rect">
                <a:avLst/>
              </a:prstGeom>
              <a:solidFill>
                <a:srgbClr val="D67120"/>
              </a:solidFill>
              <a:ln w="0">
                <a:noFill/>
                <a:prstDash val="solid"/>
              </a:ln>
            </p:spPr>
          </p:sp>
          <p:sp>
            <p:nvSpPr>
              <p:cNvPr id="1473" name="four:barrier-filling:filled-output-cell-78:1473">
                <a:extLst>
                  <a:ext uri="{FF2B5EF4-FFF2-40B4-BE49-F238E27FC236}">
                    <ns2:creationId id="{B852EDA1-BA43-4C22-8DC2-876CA60509A1}"/>
                  </a:ext>
                </a:extLst>
              </p:cNvPr>
              <p:cNvSpPr>
                <a:spLocks noGrp="1"/>
              </p:cNvSpPr>
              <p:nvPr/>
            </p:nvSpPr>
            <p:spPr>
              <a:xfrm>
                <a:off x="17446228" y="7343775"/>
                <a:ext cx="19248" cy="200025"/>
              </a:xfrm>
              <a:prstGeom prst="rect">
                <a:avLst/>
              </a:prstGeom>
              <a:solidFill>
                <a:srgbClr val="D7813D"/>
              </a:solidFill>
              <a:ln w="0">
                <a:noFill/>
                <a:prstDash val="solid"/>
              </a:ln>
            </p:spPr>
          </p:sp>
          <p:sp>
            <p:nvSpPr>
              <p:cNvPr id="1474" name="four:barrier-filling:filled-output-cell-79:1474">
                <a:extLst>
                  <a:ext uri="{FF2B5EF4-FFF2-40B4-BE49-F238E27FC236}">
                    <ns2:creationId id="{9A070317-5EA1-4DD3-96F8-017569348605}"/>
                  </a:ext>
                </a:extLst>
              </p:cNvPr>
              <p:cNvSpPr>
                <a:spLocks noGrp="1"/>
              </p:cNvSpPr>
              <p:nvPr/>
            </p:nvSpPr>
            <p:spPr>
              <a:xfrm>
                <a:off x="17465477" y="7343775"/>
                <a:ext cx="19248" cy="200025"/>
              </a:xfrm>
              <a:prstGeom prst="rect">
                <a:avLst/>
              </a:prstGeom>
              <a:solidFill>
                <a:srgbClr val="A1B0B5"/>
              </a:solidFill>
              <a:ln w="0">
                <a:noFill/>
                <a:prstDash val="solid"/>
              </a:ln>
            </p:spPr>
          </p:sp>
          <p:sp>
            <p:nvSpPr>
              <p:cNvPr id="1475" name="four:barrier-filling:filled-output-cell-80:1475">
                <a:extLst>
                  <a:ext uri="{FF2B5EF4-FFF2-40B4-BE49-F238E27FC236}">
                    <ns2:creationId id="{C5FFEA33-D6A8-484B-A363-83DFD5185F92}"/>
                  </a:ext>
                </a:extLst>
              </p:cNvPr>
              <p:cNvSpPr>
                <a:spLocks noGrp="1"/>
              </p:cNvSpPr>
              <p:nvPr/>
            </p:nvSpPr>
            <p:spPr>
              <a:xfrm>
                <a:off x="17484725" y="7343775"/>
                <a:ext cx="19248" cy="200025"/>
              </a:xfrm>
              <a:prstGeom prst="rect">
                <a:avLst/>
              </a:prstGeom>
              <a:solidFill>
                <a:srgbClr val="5CBDA6"/>
              </a:solidFill>
              <a:ln w="0">
                <a:noFill/>
                <a:prstDash val="solid"/>
              </a:ln>
            </p:spPr>
          </p:sp>
          <p:sp>
            <p:nvSpPr>
              <p:cNvPr id="1476" name="four:barrier-filling:filled-output-cell-81:1476">
                <a:extLst>
                  <a:ext uri="{FF2B5EF4-FFF2-40B4-BE49-F238E27FC236}">
                    <ns2:creationId id="{FCD1B2B7-18C4-4CE3-AC74-C1F2CCB3D415}"/>
                  </a:ext>
                </a:extLst>
              </p:cNvPr>
              <p:cNvSpPr>
                <a:spLocks noGrp="1"/>
              </p:cNvSpPr>
              <p:nvPr/>
            </p:nvSpPr>
            <p:spPr>
              <a:xfrm>
                <a:off x="17503973" y="7343775"/>
                <a:ext cx="19248" cy="200025"/>
              </a:xfrm>
              <a:prstGeom prst="rect">
                <a:avLst/>
              </a:prstGeom>
              <a:solidFill>
                <a:srgbClr val="72C4B2"/>
              </a:solidFill>
              <a:ln w="0">
                <a:noFill/>
                <a:prstDash val="solid"/>
              </a:ln>
            </p:spPr>
          </p:sp>
          <p:sp>
            <p:nvSpPr>
              <p:cNvPr id="1477" name="four:barrier-filling:filled-output-cell-82:1477">
                <a:extLst>
                  <a:ext uri="{FF2B5EF4-FFF2-40B4-BE49-F238E27FC236}">
                    <ns2:creationId id="{1512467C-CB5A-4FE0-98CC-544CB1FC1AFA}"/>
                  </a:ext>
                </a:extLst>
              </p:cNvPr>
              <p:cNvSpPr>
                <a:spLocks noGrp="1"/>
              </p:cNvSpPr>
              <p:nvPr/>
            </p:nvSpPr>
            <p:spPr>
              <a:xfrm>
                <a:off x="17523222" y="7343775"/>
                <a:ext cx="19248" cy="200025"/>
              </a:xfrm>
              <a:prstGeom prst="rect">
                <a:avLst/>
              </a:prstGeom>
              <a:solidFill>
                <a:srgbClr val="7FC9BA"/>
              </a:solidFill>
              <a:ln w="0">
                <a:noFill/>
                <a:prstDash val="solid"/>
              </a:ln>
            </p:spPr>
          </p:sp>
          <p:sp>
            <p:nvSpPr>
              <p:cNvPr id="1478" name="four:barrier-filling:filled-output-cell-83:1478">
                <a:extLst>
                  <a:ext uri="{FF2B5EF4-FFF2-40B4-BE49-F238E27FC236}">
                    <ns2:creationId id="{0DB270BF-220B-4DAD-B323-49C0D91EE6A9}"/>
                  </a:ext>
                </a:extLst>
              </p:cNvPr>
              <p:cNvSpPr>
                <a:spLocks noGrp="1"/>
              </p:cNvSpPr>
              <p:nvPr/>
            </p:nvSpPr>
            <p:spPr>
              <a:xfrm>
                <a:off x="17542470" y="7343775"/>
                <a:ext cx="19248" cy="200025"/>
              </a:xfrm>
              <a:prstGeom prst="rect">
                <a:avLst/>
              </a:prstGeom>
              <a:solidFill>
                <a:srgbClr val="81C9BA"/>
              </a:solidFill>
              <a:ln w="0">
                <a:noFill/>
                <a:prstDash val="solid"/>
              </a:ln>
            </p:spPr>
          </p:sp>
          <p:sp>
            <p:nvSpPr>
              <p:cNvPr id="1479" name="four:barrier-filling:filled-output-cell-84:1479">
                <a:extLst>
                  <a:ext uri="{FF2B5EF4-FFF2-40B4-BE49-F238E27FC236}">
                    <ns2:creationId id="{7C47F9D0-D9FD-4F58-94C8-08150AE9A5D1}"/>
                  </a:ext>
                </a:extLst>
              </p:cNvPr>
              <p:cNvSpPr>
                <a:spLocks noGrp="1"/>
              </p:cNvSpPr>
              <p:nvPr/>
            </p:nvSpPr>
            <p:spPr>
              <a:xfrm>
                <a:off x="17561719" y="7343775"/>
                <a:ext cx="19248" cy="200025"/>
              </a:xfrm>
              <a:prstGeom prst="rect">
                <a:avLst/>
              </a:prstGeom>
              <a:solidFill>
                <a:srgbClr val="81C9BA"/>
              </a:solidFill>
              <a:ln w="0">
                <a:noFill/>
                <a:prstDash val="solid"/>
              </a:ln>
            </p:spPr>
          </p:sp>
          <p:sp>
            <p:nvSpPr>
              <p:cNvPr id="1480" name="four:barrier-filling:filled-output-cell-85:1480">
                <a:extLst>
                  <a:ext uri="{FF2B5EF4-FFF2-40B4-BE49-F238E27FC236}">
                    <ns2:creationId id="{092F84A2-924B-4643-ADDC-A81BC4061977}"/>
                  </a:ext>
                </a:extLst>
              </p:cNvPr>
              <p:cNvSpPr>
                <a:spLocks noGrp="1"/>
              </p:cNvSpPr>
              <p:nvPr/>
            </p:nvSpPr>
            <p:spPr>
              <a:xfrm>
                <a:off x="17580967" y="7343775"/>
                <a:ext cx="19248" cy="200025"/>
              </a:xfrm>
              <a:prstGeom prst="rect">
                <a:avLst/>
              </a:prstGeom>
              <a:solidFill>
                <a:srgbClr val="81C9BA"/>
              </a:solidFill>
              <a:ln w="0">
                <a:noFill/>
                <a:prstDash val="solid"/>
              </a:ln>
            </p:spPr>
          </p:sp>
          <p:sp>
            <p:nvSpPr>
              <p:cNvPr id="1481" name="four:barrier-filling:filled-output-cell-86:1481">
                <a:extLst>
                  <a:ext uri="{FF2B5EF4-FFF2-40B4-BE49-F238E27FC236}">
                    <ns2:creationId id="{76FCB357-7BE6-469D-8D7D-41402257B5AB}"/>
                  </a:ext>
                </a:extLst>
              </p:cNvPr>
              <p:cNvSpPr>
                <a:spLocks noGrp="1"/>
              </p:cNvSpPr>
              <p:nvPr/>
            </p:nvSpPr>
            <p:spPr>
              <a:xfrm>
                <a:off x="17600216" y="7343775"/>
                <a:ext cx="19248" cy="200025"/>
              </a:xfrm>
              <a:prstGeom prst="rect">
                <a:avLst/>
              </a:prstGeom>
              <a:solidFill>
                <a:srgbClr val="81C9BA"/>
              </a:solidFill>
              <a:ln w="0">
                <a:noFill/>
                <a:prstDash val="solid"/>
              </a:ln>
            </p:spPr>
          </p:sp>
          <p:sp>
            <p:nvSpPr>
              <p:cNvPr id="1482" name="four:barrier-filling:filled-output-cell-87:1482">
                <a:extLst>
                  <a:ext uri="{FF2B5EF4-FFF2-40B4-BE49-F238E27FC236}">
                    <ns2:creationId id="{BBBED46F-7E28-4BAF-B761-430DAA54915C}"/>
                  </a:ext>
                </a:extLst>
              </p:cNvPr>
              <p:cNvSpPr>
                <a:spLocks noGrp="1"/>
              </p:cNvSpPr>
              <p:nvPr/>
            </p:nvSpPr>
            <p:spPr>
              <a:xfrm>
                <a:off x="17619464" y="7343775"/>
                <a:ext cx="19248" cy="200025"/>
              </a:xfrm>
              <a:prstGeom prst="rect">
                <a:avLst/>
              </a:prstGeom>
              <a:solidFill>
                <a:srgbClr val="81C9BA"/>
              </a:solidFill>
              <a:ln w="0">
                <a:noFill/>
                <a:prstDash val="solid"/>
              </a:ln>
            </p:spPr>
          </p:sp>
          <p:sp>
            <p:nvSpPr>
              <p:cNvPr id="1483" name="four:barrier-filling:filled-output-cell-88:1483">
                <a:extLst>
                  <a:ext uri="{FF2B5EF4-FFF2-40B4-BE49-F238E27FC236}">
                    <ns2:creationId id="{93F12358-6D3C-4A79-9D1A-67F8565A0207}"/>
                  </a:ext>
                </a:extLst>
              </p:cNvPr>
              <p:cNvSpPr>
                <a:spLocks noGrp="1"/>
              </p:cNvSpPr>
              <p:nvPr/>
            </p:nvSpPr>
            <p:spPr>
              <a:xfrm>
                <a:off x="17638713" y="7343775"/>
                <a:ext cx="19248" cy="200025"/>
              </a:xfrm>
              <a:prstGeom prst="rect">
                <a:avLst/>
              </a:prstGeom>
              <a:solidFill>
                <a:srgbClr val="81C9BA"/>
              </a:solidFill>
              <a:ln w="0">
                <a:noFill/>
                <a:prstDash val="solid"/>
              </a:ln>
            </p:spPr>
          </p:sp>
          <p:sp>
            <p:nvSpPr>
              <p:cNvPr id="1484" name="four:barrier-filling:filled-output-cell-89:1484">
                <a:extLst>
                  <a:ext uri="{FF2B5EF4-FFF2-40B4-BE49-F238E27FC236}">
                    <ns2:creationId id="{24031299-E3D6-4BC5-9AE7-CEA60BB48284}"/>
                  </a:ext>
                </a:extLst>
              </p:cNvPr>
              <p:cNvSpPr>
                <a:spLocks noGrp="1"/>
              </p:cNvSpPr>
              <p:nvPr/>
            </p:nvSpPr>
            <p:spPr>
              <a:xfrm>
                <a:off x="17657961" y="7343775"/>
                <a:ext cx="19248" cy="200025"/>
              </a:xfrm>
              <a:prstGeom prst="rect">
                <a:avLst/>
              </a:prstGeom>
              <a:solidFill>
                <a:srgbClr val="81C9BA"/>
              </a:solidFill>
              <a:ln w="0">
                <a:noFill/>
                <a:prstDash val="solid"/>
              </a:ln>
            </p:spPr>
          </p:sp>
          <p:sp>
            <p:nvSpPr>
              <p:cNvPr id="1485" name="four:barrier-filling:filled-output-cell-90:1485">
                <a:extLst>
                  <a:ext uri="{FF2B5EF4-FFF2-40B4-BE49-F238E27FC236}">
                    <ns2:creationId id="{98ED26FC-05F0-43E3-89F1-3CB96C74B508}"/>
                  </a:ext>
                </a:extLst>
              </p:cNvPr>
              <p:cNvSpPr>
                <a:spLocks noGrp="1"/>
              </p:cNvSpPr>
              <p:nvPr/>
            </p:nvSpPr>
            <p:spPr>
              <a:xfrm>
                <a:off x="17677209" y="7343775"/>
                <a:ext cx="19248" cy="200025"/>
              </a:xfrm>
              <a:prstGeom prst="rect">
                <a:avLst/>
              </a:prstGeom>
              <a:solidFill>
                <a:srgbClr val="81C9BA"/>
              </a:solidFill>
              <a:ln w="0">
                <a:noFill/>
                <a:prstDash val="solid"/>
              </a:ln>
            </p:spPr>
          </p:sp>
          <p:sp>
            <p:nvSpPr>
              <p:cNvPr id="1486" name="four:barrier-filling:filled-output-cell-91:1486">
                <a:extLst>
                  <a:ext uri="{FF2B5EF4-FFF2-40B4-BE49-F238E27FC236}">
                    <ns2:creationId id="{509F6CB3-7DF1-4D60-89EB-AE6F5D6D848F}"/>
                  </a:ext>
                </a:extLst>
              </p:cNvPr>
              <p:cNvSpPr>
                <a:spLocks noGrp="1"/>
              </p:cNvSpPr>
              <p:nvPr/>
            </p:nvSpPr>
            <p:spPr>
              <a:xfrm>
                <a:off x="17696458" y="7343775"/>
                <a:ext cx="19248" cy="200025"/>
              </a:xfrm>
              <a:prstGeom prst="rect">
                <a:avLst/>
              </a:prstGeom>
              <a:solidFill>
                <a:srgbClr val="81C9BA"/>
              </a:solidFill>
              <a:ln w="0">
                <a:noFill/>
                <a:prstDash val="solid"/>
              </a:ln>
            </p:spPr>
          </p:sp>
          <p:sp>
            <p:nvSpPr>
              <p:cNvPr id="1487" name="four:barrier-filling:filled-output-cell-92:1487">
                <a:extLst>
                  <a:ext uri="{FF2B5EF4-FFF2-40B4-BE49-F238E27FC236}">
                    <ns2:creationId id="{25248D22-4D14-4EBF-8FE4-6F82085A65F9}"/>
                  </a:ext>
                </a:extLst>
              </p:cNvPr>
              <p:cNvSpPr>
                <a:spLocks noGrp="1"/>
              </p:cNvSpPr>
              <p:nvPr/>
            </p:nvSpPr>
            <p:spPr>
              <a:xfrm>
                <a:off x="17715706" y="7343775"/>
                <a:ext cx="19248" cy="200025"/>
              </a:xfrm>
              <a:prstGeom prst="rect">
                <a:avLst/>
              </a:prstGeom>
              <a:solidFill>
                <a:srgbClr val="81C9BA"/>
              </a:solidFill>
              <a:ln w="0">
                <a:noFill/>
                <a:prstDash val="solid"/>
              </a:ln>
            </p:spPr>
          </p:sp>
          <p:sp>
            <p:nvSpPr>
              <p:cNvPr id="1488" name="four:barrier-filling:filled-output-cell-93:1488">
                <a:extLst>
                  <a:ext uri="{FF2B5EF4-FFF2-40B4-BE49-F238E27FC236}">
                    <ns2:creationId id="{1E4C0F70-21B9-4779-B766-D91B2890C9AB}"/>
                  </a:ext>
                </a:extLst>
              </p:cNvPr>
              <p:cNvSpPr>
                <a:spLocks noGrp="1"/>
              </p:cNvSpPr>
              <p:nvPr/>
            </p:nvSpPr>
            <p:spPr>
              <a:xfrm>
                <a:off x="17734955" y="7343775"/>
                <a:ext cx="19248" cy="200025"/>
              </a:xfrm>
              <a:prstGeom prst="rect">
                <a:avLst/>
              </a:prstGeom>
              <a:solidFill>
                <a:srgbClr val="81C9BA"/>
              </a:solidFill>
              <a:ln w="0">
                <a:noFill/>
                <a:prstDash val="solid"/>
              </a:ln>
            </p:spPr>
          </p:sp>
          <p:sp>
            <p:nvSpPr>
              <p:cNvPr id="1489" name="four:barrier-filling:filled-output-cell-94:1489">
                <a:extLst>
                  <a:ext uri="{FF2B5EF4-FFF2-40B4-BE49-F238E27FC236}">
                    <ns2:creationId id="{4786ACBF-E43E-47ED-AF76-0BBB3D9E0F08}"/>
                  </a:ext>
                </a:extLst>
              </p:cNvPr>
              <p:cNvSpPr>
                <a:spLocks noGrp="1"/>
              </p:cNvSpPr>
              <p:nvPr/>
            </p:nvSpPr>
            <p:spPr>
              <a:xfrm>
                <a:off x="17754203" y="7343775"/>
                <a:ext cx="19248" cy="200025"/>
              </a:xfrm>
              <a:prstGeom prst="rect">
                <a:avLst/>
              </a:prstGeom>
              <a:solidFill>
                <a:srgbClr val="81C9BA"/>
              </a:solidFill>
              <a:ln w="0">
                <a:noFill/>
                <a:prstDash val="solid"/>
              </a:ln>
            </p:spPr>
          </p:sp>
          <p:sp>
            <p:nvSpPr>
              <p:cNvPr id="1490" name="four:barrier-filling:filled-output-cell-95:1490">
                <a:extLst>
                  <a:ext uri="{FF2B5EF4-FFF2-40B4-BE49-F238E27FC236}">
                    <ns2:creationId id="{23AB2D56-5E8A-4B64-8A60-97741FEEF918}"/>
                  </a:ext>
                </a:extLst>
              </p:cNvPr>
              <p:cNvSpPr>
                <a:spLocks noGrp="1"/>
              </p:cNvSpPr>
              <p:nvPr/>
            </p:nvSpPr>
            <p:spPr>
              <a:xfrm>
                <a:off x="17773452" y="7343775"/>
                <a:ext cx="19248" cy="200025"/>
              </a:xfrm>
              <a:prstGeom prst="rect">
                <a:avLst/>
              </a:prstGeom>
              <a:solidFill>
                <a:srgbClr val="81C9BA"/>
              </a:solidFill>
              <a:ln w="0">
                <a:noFill/>
                <a:prstDash val="solid"/>
              </a:ln>
            </p:spPr>
          </p:sp>
          <p:sp>
            <p:nvSpPr>
              <p:cNvPr id="1491" name="four:barrier-filling:filled-output-cell-96:1491">
                <a:extLst>
                  <a:ext uri="{FF2B5EF4-FFF2-40B4-BE49-F238E27FC236}">
                    <ns2:creationId id="{77AF408C-C83B-428A-B42C-7BF569F0FB10}"/>
                  </a:ext>
                </a:extLst>
              </p:cNvPr>
              <p:cNvSpPr>
                <a:spLocks noGrp="1"/>
              </p:cNvSpPr>
              <p:nvPr/>
            </p:nvSpPr>
            <p:spPr>
              <a:xfrm>
                <a:off x="17792700" y="7343775"/>
                <a:ext cx="19248" cy="200025"/>
              </a:xfrm>
              <a:prstGeom prst="rect">
                <a:avLst/>
              </a:prstGeom>
              <a:solidFill>
                <a:srgbClr val="81C9BA"/>
              </a:solidFill>
              <a:ln w="0">
                <a:noFill/>
                <a:prstDash val="solid"/>
              </a:ln>
            </p:spPr>
          </p:sp>
          <p:sp>
            <p:nvSpPr>
              <p:cNvPr id="1492" name="four:barrier-filling:filled-output-cell-97:1492">
                <a:extLst>
                  <a:ext uri="{FF2B5EF4-FFF2-40B4-BE49-F238E27FC236}">
                    <ns2:creationId id="{D3AD7CCD-84EA-4EEB-88A8-B25A2B9A00A0}"/>
                  </a:ext>
                </a:extLst>
              </p:cNvPr>
              <p:cNvSpPr>
                <a:spLocks noGrp="1"/>
              </p:cNvSpPr>
              <p:nvPr/>
            </p:nvSpPr>
            <p:spPr>
              <a:xfrm>
                <a:off x="17811948" y="7343775"/>
                <a:ext cx="19248" cy="200025"/>
              </a:xfrm>
              <a:prstGeom prst="rect">
                <a:avLst/>
              </a:prstGeom>
              <a:solidFill>
                <a:srgbClr val="81C9BA"/>
              </a:solidFill>
              <a:ln w="0">
                <a:noFill/>
                <a:prstDash val="solid"/>
              </a:ln>
            </p:spPr>
          </p:sp>
          <p:sp>
            <p:nvSpPr>
              <p:cNvPr id="1493" name="four:barrier-filling:filled-output-cell-98:1493">
                <a:extLst>
                  <a:ext uri="{FF2B5EF4-FFF2-40B4-BE49-F238E27FC236}">
                    <ns2:creationId id="{7C655B37-68CB-4936-A2EC-A277153691D5}"/>
                  </a:ext>
                </a:extLst>
              </p:cNvPr>
              <p:cNvSpPr>
                <a:spLocks noGrp="1"/>
              </p:cNvSpPr>
              <p:nvPr/>
            </p:nvSpPr>
            <p:spPr>
              <a:xfrm>
                <a:off x="17831197" y="7343775"/>
                <a:ext cx="19248" cy="200025"/>
              </a:xfrm>
              <a:prstGeom prst="rect">
                <a:avLst/>
              </a:prstGeom>
              <a:solidFill>
                <a:srgbClr val="81C9BA"/>
              </a:solidFill>
              <a:ln w="0">
                <a:noFill/>
                <a:prstDash val="solid"/>
              </a:ln>
            </p:spPr>
          </p:sp>
          <p:sp>
            <p:nvSpPr>
              <p:cNvPr id="1494" name="four:barrier-filling:filled-output-cell-99:1494">
                <a:extLst>
                  <a:ext uri="{FF2B5EF4-FFF2-40B4-BE49-F238E27FC236}">
                    <ns2:creationId id="{5CE1DC33-C9AD-4740-BF1A-5808057EB941}"/>
                  </a:ext>
                </a:extLst>
              </p:cNvPr>
              <p:cNvSpPr>
                <a:spLocks noGrp="1"/>
              </p:cNvSpPr>
              <p:nvPr/>
            </p:nvSpPr>
            <p:spPr>
              <a:xfrm>
                <a:off x="17850445" y="7343775"/>
                <a:ext cx="19248" cy="200025"/>
              </a:xfrm>
              <a:prstGeom prst="rect">
                <a:avLst/>
              </a:prstGeom>
              <a:solidFill>
                <a:srgbClr val="81C9BA"/>
              </a:solidFill>
              <a:ln w="0">
                <a:noFill/>
                <a:prstDash val="solid"/>
              </a:ln>
            </p:spPr>
          </p:sp>
          <p:sp>
            <p:nvSpPr>
              <p:cNvPr id="1495" name="four:barrier-filling:filled-output-cell-100:1495">
                <a:extLst>
                  <a:ext uri="{FF2B5EF4-FFF2-40B4-BE49-F238E27FC236}">
                    <ns2:creationId id="{35FB31FE-4C87-45EF-B1E0-B21DEB65A919}"/>
                  </a:ext>
                </a:extLst>
              </p:cNvPr>
              <p:cNvSpPr>
                <a:spLocks noGrp="1"/>
              </p:cNvSpPr>
              <p:nvPr/>
            </p:nvSpPr>
            <p:spPr>
              <a:xfrm>
                <a:off x="17869694" y="7343775"/>
                <a:ext cx="19248" cy="200025"/>
              </a:xfrm>
              <a:prstGeom prst="rect">
                <a:avLst/>
              </a:prstGeom>
              <a:solidFill>
                <a:srgbClr val="81C9BA"/>
              </a:solidFill>
              <a:ln w="0">
                <a:noFill/>
                <a:prstDash val="solid"/>
              </a:ln>
            </p:spPr>
          </p:sp>
          <p:sp>
            <p:nvSpPr>
              <p:cNvPr id="1496" name="four:barrier-filling:filled-output-cell-101:1496">
                <a:extLst>
                  <a:ext uri="{FF2B5EF4-FFF2-40B4-BE49-F238E27FC236}">
                    <ns2:creationId id="{3E17DE93-92AD-4454-9804-87FC0CE92CCB}"/>
                  </a:ext>
                </a:extLst>
              </p:cNvPr>
              <p:cNvSpPr>
                <a:spLocks noGrp="1"/>
              </p:cNvSpPr>
              <p:nvPr/>
            </p:nvSpPr>
            <p:spPr>
              <a:xfrm>
                <a:off x="17888942" y="7343775"/>
                <a:ext cx="19248" cy="200025"/>
              </a:xfrm>
              <a:prstGeom prst="rect">
                <a:avLst/>
              </a:prstGeom>
              <a:solidFill>
                <a:srgbClr val="81C9BA"/>
              </a:solidFill>
              <a:ln w="0">
                <a:noFill/>
                <a:prstDash val="solid"/>
              </a:ln>
            </p:spPr>
          </p:sp>
          <p:sp>
            <p:nvSpPr>
              <p:cNvPr id="1497" name="four:barrier-filling:filled-output-cell-102:1497">
                <a:extLst>
                  <a:ext uri="{FF2B5EF4-FFF2-40B4-BE49-F238E27FC236}">
                    <ns2:creationId id="{9644B630-83F3-41F2-A1BD-C90EF8A59C98}"/>
                  </a:ext>
                </a:extLst>
              </p:cNvPr>
              <p:cNvSpPr>
                <a:spLocks noGrp="1"/>
              </p:cNvSpPr>
              <p:nvPr/>
            </p:nvSpPr>
            <p:spPr>
              <a:xfrm>
                <a:off x="17908191" y="7343775"/>
                <a:ext cx="19248" cy="200025"/>
              </a:xfrm>
              <a:prstGeom prst="rect">
                <a:avLst/>
              </a:prstGeom>
              <a:solidFill>
                <a:srgbClr val="81C9BA"/>
              </a:solidFill>
              <a:ln w="0">
                <a:noFill/>
                <a:prstDash val="solid"/>
              </a:ln>
            </p:spPr>
          </p:sp>
          <p:sp>
            <p:nvSpPr>
              <p:cNvPr id="1498" name="four:barrier-filling:filled-output-cell-103:1498">
                <a:extLst>
                  <a:ext uri="{FF2B5EF4-FFF2-40B4-BE49-F238E27FC236}">
                    <ns2:creationId id="{023A420A-38B7-43CC-9249-45F48582B9B2}"/>
                  </a:ext>
                </a:extLst>
              </p:cNvPr>
              <p:cNvSpPr>
                <a:spLocks noGrp="1"/>
              </p:cNvSpPr>
              <p:nvPr/>
            </p:nvSpPr>
            <p:spPr>
              <a:xfrm>
                <a:off x="17927439" y="7343775"/>
                <a:ext cx="19248" cy="200025"/>
              </a:xfrm>
              <a:prstGeom prst="rect">
                <a:avLst/>
              </a:prstGeom>
              <a:solidFill>
                <a:srgbClr val="81C9BA"/>
              </a:solidFill>
              <a:ln w="0">
                <a:noFill/>
                <a:prstDash val="solid"/>
              </a:ln>
            </p:spPr>
          </p:sp>
          <p:sp>
            <p:nvSpPr>
              <p:cNvPr id="1499" name="four:barrier-filling:filled-output-cell-104:1499">
                <a:extLst>
                  <a:ext uri="{FF2B5EF4-FFF2-40B4-BE49-F238E27FC236}">
                    <ns2:creationId id="{A62516FA-AEDB-48A3-8905-27126B390F94}"/>
                  </a:ext>
                </a:extLst>
              </p:cNvPr>
              <p:cNvSpPr>
                <a:spLocks noGrp="1"/>
              </p:cNvSpPr>
              <p:nvPr/>
            </p:nvSpPr>
            <p:spPr>
              <a:xfrm>
                <a:off x="17946688" y="7343775"/>
                <a:ext cx="19248" cy="200025"/>
              </a:xfrm>
              <a:prstGeom prst="rect">
                <a:avLst/>
              </a:prstGeom>
              <a:solidFill>
                <a:srgbClr val="81C9BA"/>
              </a:solidFill>
              <a:ln w="0">
                <a:noFill/>
                <a:prstDash val="solid"/>
              </a:ln>
            </p:spPr>
          </p:sp>
          <p:sp>
            <p:nvSpPr>
              <p:cNvPr id="1500" name="four:barrier-filling:filled-output-cell-105:1500">
                <a:extLst>
                  <a:ext uri="{FF2B5EF4-FFF2-40B4-BE49-F238E27FC236}">
                    <ns2:creationId id="{4C2EC040-EE40-4D5B-AE0B-78480DFDAB5F}"/>
                  </a:ext>
                </a:extLst>
              </p:cNvPr>
              <p:cNvSpPr>
                <a:spLocks noGrp="1"/>
              </p:cNvSpPr>
              <p:nvPr/>
            </p:nvSpPr>
            <p:spPr>
              <a:xfrm>
                <a:off x="17965936" y="7343775"/>
                <a:ext cx="19248" cy="200025"/>
              </a:xfrm>
              <a:prstGeom prst="rect">
                <a:avLst/>
              </a:prstGeom>
              <a:solidFill>
                <a:srgbClr val="81C9BA"/>
              </a:solidFill>
              <a:ln w="0">
                <a:noFill/>
                <a:prstDash val="solid"/>
              </a:ln>
            </p:spPr>
          </p:sp>
          <p:sp>
            <p:nvSpPr>
              <p:cNvPr id="1501" name="four:barrier-filling:filled-output-cell-106:1501">
                <a:extLst>
                  <a:ext uri="{FF2B5EF4-FFF2-40B4-BE49-F238E27FC236}">
                    <ns2:creationId id="{E396892E-06B2-414A-9836-E2C15C4485A9}"/>
                  </a:ext>
                </a:extLst>
              </p:cNvPr>
              <p:cNvSpPr>
                <a:spLocks noGrp="1"/>
              </p:cNvSpPr>
              <p:nvPr/>
            </p:nvSpPr>
            <p:spPr>
              <a:xfrm>
                <a:off x="17985184" y="7343775"/>
                <a:ext cx="19248" cy="200025"/>
              </a:xfrm>
              <a:prstGeom prst="rect">
                <a:avLst/>
              </a:prstGeom>
              <a:solidFill>
                <a:srgbClr val="81C9BA"/>
              </a:solidFill>
              <a:ln w="0">
                <a:noFill/>
                <a:prstDash val="solid"/>
              </a:ln>
            </p:spPr>
          </p:sp>
          <p:sp>
            <p:nvSpPr>
              <p:cNvPr id="1502" name="four:barrier-filling:filled-output-cell-107:1502">
                <a:extLst>
                  <a:ext uri="{FF2B5EF4-FFF2-40B4-BE49-F238E27FC236}">
                    <ns2:creationId id="{B6925129-E2F8-4676-8613-D17F8195201C}"/>
                  </a:ext>
                </a:extLst>
              </p:cNvPr>
              <p:cNvSpPr>
                <a:spLocks noGrp="1"/>
              </p:cNvSpPr>
              <p:nvPr/>
            </p:nvSpPr>
            <p:spPr>
              <a:xfrm>
                <a:off x="18004433" y="7343775"/>
                <a:ext cx="19248" cy="200025"/>
              </a:xfrm>
              <a:prstGeom prst="rect">
                <a:avLst/>
              </a:prstGeom>
              <a:solidFill>
                <a:srgbClr val="81C9BA"/>
              </a:solidFill>
              <a:ln w="0">
                <a:noFill/>
                <a:prstDash val="solid"/>
              </a:ln>
            </p:spPr>
          </p:sp>
          <p:sp>
            <p:nvSpPr>
              <p:cNvPr id="1503" name="four:barrier-filling:filled-output-cell-108:1503">
                <a:extLst>
                  <a:ext uri="{FF2B5EF4-FFF2-40B4-BE49-F238E27FC236}">
                    <ns2:creationId id="{7938A8AA-1B71-491D-BF1C-112B45573511}"/>
                  </a:ext>
                </a:extLst>
              </p:cNvPr>
              <p:cNvSpPr>
                <a:spLocks noGrp="1"/>
              </p:cNvSpPr>
              <p:nvPr/>
            </p:nvSpPr>
            <p:spPr>
              <a:xfrm>
                <a:off x="18023681" y="7343775"/>
                <a:ext cx="19248" cy="200025"/>
              </a:xfrm>
              <a:prstGeom prst="rect">
                <a:avLst/>
              </a:prstGeom>
              <a:solidFill>
                <a:srgbClr val="81C9BA"/>
              </a:solidFill>
              <a:ln w="0">
                <a:noFill/>
                <a:prstDash val="solid"/>
              </a:ln>
            </p:spPr>
          </p:sp>
          <p:sp>
            <p:nvSpPr>
              <p:cNvPr id="1504" name="four:barrier-filling:filled-output-cell-109:1504">
                <a:extLst>
                  <a:ext uri="{FF2B5EF4-FFF2-40B4-BE49-F238E27FC236}">
                    <ns2:creationId id="{2C63750F-59AA-4713-BF73-8F68CBD468E8}"/>
                  </a:ext>
                </a:extLst>
              </p:cNvPr>
              <p:cNvSpPr>
                <a:spLocks noGrp="1"/>
              </p:cNvSpPr>
              <p:nvPr/>
            </p:nvSpPr>
            <p:spPr>
              <a:xfrm>
                <a:off x="18042930" y="7343775"/>
                <a:ext cx="19248" cy="200025"/>
              </a:xfrm>
              <a:prstGeom prst="rect">
                <a:avLst/>
              </a:prstGeom>
              <a:solidFill>
                <a:srgbClr val="7FC9B9"/>
              </a:solidFill>
              <a:ln w="0">
                <a:noFill/>
                <a:prstDash val="solid"/>
              </a:ln>
            </p:spPr>
          </p:sp>
          <p:sp>
            <p:nvSpPr>
              <p:cNvPr id="1505" name="four:barrier-filling:filled-output-cell-110:1505">
                <a:extLst>
                  <a:ext uri="{FF2B5EF4-FFF2-40B4-BE49-F238E27FC236}">
                    <ns2:creationId id="{9A575AEC-F8DC-4E3F-8278-FC5A0FD50065}"/>
                  </a:ext>
                </a:extLst>
              </p:cNvPr>
              <p:cNvSpPr>
                <a:spLocks noGrp="1"/>
              </p:cNvSpPr>
              <p:nvPr/>
            </p:nvSpPr>
            <p:spPr>
              <a:xfrm>
                <a:off x="18062178" y="7343775"/>
                <a:ext cx="19248" cy="200025"/>
              </a:xfrm>
              <a:prstGeom prst="rect">
                <a:avLst/>
              </a:prstGeom>
              <a:solidFill>
                <a:srgbClr val="73C5B3"/>
              </a:solidFill>
              <a:ln w="0">
                <a:noFill/>
                <a:prstDash val="solid"/>
              </a:ln>
            </p:spPr>
          </p:sp>
          <p:sp>
            <p:nvSpPr>
              <p:cNvPr id="1506" name="four:barrier-filling:filled-output-cell-111:1506">
                <a:extLst>
                  <a:ext uri="{FF2B5EF4-FFF2-40B4-BE49-F238E27FC236}">
                    <ns2:creationId id="{32A6F633-DC0C-4DE6-8B36-2DAEAAC5574D}"/>
                  </a:ext>
                </a:extLst>
              </p:cNvPr>
              <p:cNvSpPr>
                <a:spLocks noGrp="1"/>
              </p:cNvSpPr>
              <p:nvPr/>
            </p:nvSpPr>
            <p:spPr>
              <a:xfrm>
                <a:off x="18081427" y="7343775"/>
                <a:ext cx="19248" cy="200025"/>
              </a:xfrm>
              <a:prstGeom prst="rect">
                <a:avLst/>
              </a:prstGeom>
              <a:solidFill>
                <a:srgbClr val="60BEA8"/>
              </a:solidFill>
              <a:ln w="0">
                <a:noFill/>
                <a:prstDash val="solid"/>
              </a:ln>
            </p:spPr>
          </p:sp>
          <p:sp>
            <p:nvSpPr>
              <p:cNvPr id="1507" name="four:barrier-filling:filled-output-cell-112:1507">
                <a:extLst>
                  <a:ext uri="{FF2B5EF4-FFF2-40B4-BE49-F238E27FC236}">
                    <ns2:creationId id="{5CD4DD49-40E5-4244-A6B4-5D0179D2DD08}"/>
                  </a:ext>
                </a:extLst>
              </p:cNvPr>
              <p:cNvSpPr>
                <a:spLocks noGrp="1"/>
              </p:cNvSpPr>
              <p:nvPr/>
            </p:nvSpPr>
            <p:spPr>
              <a:xfrm>
                <a:off x="18100675" y="7343775"/>
                <a:ext cx="19248" cy="200025"/>
              </a:xfrm>
              <a:prstGeom prst="rect">
                <a:avLst/>
              </a:prstGeom>
              <a:solidFill>
                <a:srgbClr val="48B69B"/>
              </a:solidFill>
              <a:ln w="0">
                <a:noFill/>
                <a:prstDash val="solid"/>
              </a:ln>
            </p:spPr>
          </p:sp>
          <p:sp>
            <p:nvSpPr>
              <p:cNvPr id="1508" name="four:barrier-filling:filled-output-cell-113:1508">
                <a:extLst>
                  <a:ext uri="{FF2B5EF4-FFF2-40B4-BE49-F238E27FC236}">
                    <ns2:creationId id="{149D9565-47BB-45F5-AA77-14338C68020A}"/>
                  </a:ext>
                </a:extLst>
              </p:cNvPr>
              <p:cNvSpPr>
                <a:spLocks noGrp="1"/>
              </p:cNvSpPr>
              <p:nvPr/>
            </p:nvSpPr>
            <p:spPr>
              <a:xfrm>
                <a:off x="18119923" y="7343775"/>
                <a:ext cx="19248" cy="200025"/>
              </a:xfrm>
              <a:prstGeom prst="rect">
                <a:avLst/>
              </a:prstGeom>
              <a:solidFill>
                <a:srgbClr val="2EAE8D"/>
              </a:solidFill>
              <a:ln w="0">
                <a:noFill/>
                <a:prstDash val="solid"/>
              </a:ln>
            </p:spPr>
          </p:sp>
          <p:sp>
            <p:nvSpPr>
              <p:cNvPr id="1509" name="four:barrier-filling:filled-output-cell-114:1509">
                <a:extLst>
                  <a:ext uri="{FF2B5EF4-FFF2-40B4-BE49-F238E27FC236}">
                    <ns2:creationId id="{8F748753-6D8D-4CAA-ACFB-C05775488830}"/>
                  </a:ext>
                </a:extLst>
              </p:cNvPr>
              <p:cNvSpPr>
                <a:spLocks noGrp="1"/>
              </p:cNvSpPr>
              <p:nvPr/>
            </p:nvSpPr>
            <p:spPr>
              <a:xfrm>
                <a:off x="18139172" y="7343775"/>
                <a:ext cx="19248" cy="200025"/>
              </a:xfrm>
              <a:prstGeom prst="rect">
                <a:avLst/>
              </a:prstGeom>
              <a:solidFill>
                <a:srgbClr val="1AA781"/>
              </a:solidFill>
              <a:ln w="0">
                <a:noFill/>
                <a:prstDash val="solid"/>
              </a:ln>
            </p:spPr>
          </p:sp>
          <p:sp>
            <p:nvSpPr>
              <p:cNvPr id="1510" name="four:barrier-filling:filled-output-cell-115:1510">
                <a:extLst>
                  <a:ext uri="{FF2B5EF4-FFF2-40B4-BE49-F238E27FC236}">
                    <ns2:creationId id="{9848CB11-BBF2-4454-ABE9-C6A2DB11D290}"/>
                  </a:ext>
                </a:extLst>
              </p:cNvPr>
              <p:cNvSpPr>
                <a:spLocks noGrp="1"/>
              </p:cNvSpPr>
              <p:nvPr/>
            </p:nvSpPr>
            <p:spPr>
              <a:xfrm>
                <a:off x="18158420" y="7343775"/>
                <a:ext cx="19248" cy="200025"/>
              </a:xfrm>
              <a:prstGeom prst="rect">
                <a:avLst/>
              </a:prstGeom>
              <a:solidFill>
                <a:srgbClr val="07A177"/>
              </a:solidFill>
              <a:ln w="0">
                <a:noFill/>
                <a:prstDash val="solid"/>
              </a:ln>
            </p:spPr>
          </p:sp>
          <p:sp>
            <p:nvSpPr>
              <p:cNvPr id="1511" name="four:barrier-filling:filled-output-cell-116:1511">
                <a:extLst>
                  <a:ext uri="{FF2B5EF4-FFF2-40B4-BE49-F238E27FC236}">
                    <ns2:creationId id="{8DE7E19D-50FB-4DBB-B86A-05D14763D845}"/>
                  </a:ext>
                </a:extLst>
              </p:cNvPr>
              <p:cNvSpPr>
                <a:spLocks noGrp="1"/>
              </p:cNvSpPr>
              <p:nvPr/>
            </p:nvSpPr>
            <p:spPr>
              <a:xfrm>
                <a:off x="18177669" y="7343775"/>
                <a:ext cx="19248" cy="200025"/>
              </a:xfrm>
              <a:prstGeom prst="rect">
                <a:avLst/>
              </a:prstGeom>
              <a:solidFill>
                <a:srgbClr val="009E73"/>
              </a:solidFill>
              <a:ln w="0">
                <a:noFill/>
                <a:prstDash val="solid"/>
              </a:ln>
            </p:spPr>
          </p:sp>
          <p:sp>
            <p:nvSpPr>
              <p:cNvPr id="1512" name="four:barrier-filling:filled-output-cell-117:1512">
                <a:extLst>
                  <a:ext uri="{FF2B5EF4-FFF2-40B4-BE49-F238E27FC236}">
                    <ns2:creationId id="{B913480B-D703-42A0-BCAF-05D924BD2CCE}"/>
                  </a:ext>
                </a:extLst>
              </p:cNvPr>
              <p:cNvSpPr>
                <a:spLocks noGrp="1"/>
              </p:cNvSpPr>
              <p:nvPr/>
            </p:nvSpPr>
            <p:spPr>
              <a:xfrm>
                <a:off x="18196917" y="7343775"/>
                <a:ext cx="19248" cy="200025"/>
              </a:xfrm>
              <a:prstGeom prst="rect">
                <a:avLst/>
              </a:prstGeom>
              <a:solidFill>
                <a:srgbClr val="009E73"/>
              </a:solidFill>
              <a:ln w="0">
                <a:noFill/>
                <a:prstDash val="solid"/>
              </a:ln>
            </p:spPr>
          </p:sp>
          <p:sp>
            <p:nvSpPr>
              <p:cNvPr id="1513" name="four:barrier-filling:filled-output-cell-118:1513">
                <a:extLst>
                  <a:ext uri="{FF2B5EF4-FFF2-40B4-BE49-F238E27FC236}">
                    <ns2:creationId id="{DF56A2ED-D0CB-4FE7-B2AE-9D5D3EDCECDC}"/>
                  </a:ext>
                </a:extLst>
              </p:cNvPr>
              <p:cNvSpPr>
                <a:spLocks noGrp="1"/>
              </p:cNvSpPr>
              <p:nvPr/>
            </p:nvSpPr>
            <p:spPr>
              <a:xfrm>
                <a:off x="18216166" y="7343775"/>
                <a:ext cx="19248" cy="200025"/>
              </a:xfrm>
              <a:prstGeom prst="rect">
                <a:avLst/>
              </a:prstGeom>
              <a:solidFill>
                <a:srgbClr val="009E73"/>
              </a:solidFill>
              <a:ln w="0">
                <a:noFill/>
                <a:prstDash val="solid"/>
              </a:ln>
            </p:spPr>
          </p:sp>
          <p:sp>
            <p:nvSpPr>
              <p:cNvPr id="1514" name="four:barrier-filling:filled-output-cell-119:1514">
                <a:extLst>
                  <a:ext uri="{FF2B5EF4-FFF2-40B4-BE49-F238E27FC236}">
                    <ns2:creationId id="{792F19B6-5BB7-419D-991B-C982489E55A2}"/>
                  </a:ext>
                </a:extLst>
              </p:cNvPr>
              <p:cNvSpPr>
                <a:spLocks noGrp="1"/>
              </p:cNvSpPr>
              <p:nvPr/>
            </p:nvSpPr>
            <p:spPr>
              <a:xfrm>
                <a:off x="18235414" y="7343775"/>
                <a:ext cx="19248" cy="200025"/>
              </a:xfrm>
              <a:prstGeom prst="rect">
                <a:avLst/>
              </a:prstGeom>
              <a:solidFill>
                <a:srgbClr val="009E73"/>
              </a:solidFill>
              <a:ln w="0">
                <a:noFill/>
                <a:prstDash val="solid"/>
              </a:ln>
            </p:spPr>
          </p:sp>
          <p:sp>
            <p:nvSpPr>
              <p:cNvPr id="1515" name="four:barrier-filling:filled-output-cell-120:1515">
                <a:extLst>
                  <a:ext uri="{FF2B5EF4-FFF2-40B4-BE49-F238E27FC236}">
                    <ns2:creationId id="{C71CD9C4-3FD5-466D-9292-6857E97C30D6}"/>
                  </a:ext>
                </a:extLst>
              </p:cNvPr>
              <p:cNvSpPr>
                <a:spLocks noGrp="1"/>
              </p:cNvSpPr>
              <p:nvPr/>
            </p:nvSpPr>
            <p:spPr>
              <a:xfrm>
                <a:off x="18254663" y="7343775"/>
                <a:ext cx="19248" cy="200025"/>
              </a:xfrm>
              <a:prstGeom prst="rect">
                <a:avLst/>
              </a:prstGeom>
              <a:solidFill>
                <a:srgbClr val="009E73"/>
              </a:solidFill>
              <a:ln w="0">
                <a:noFill/>
                <a:prstDash val="solid"/>
              </a:ln>
            </p:spPr>
          </p:sp>
          <p:sp>
            <p:nvSpPr>
              <p:cNvPr id="1516" name="four:barrier-filling:filled-output-cell-121:1516">
                <a:extLst>
                  <a:ext uri="{FF2B5EF4-FFF2-40B4-BE49-F238E27FC236}">
                    <ns2:creationId id="{FB20568F-5327-439E-92A4-01F0F9C7ECBF}"/>
                  </a:ext>
                </a:extLst>
              </p:cNvPr>
              <p:cNvSpPr>
                <a:spLocks noGrp="1"/>
              </p:cNvSpPr>
              <p:nvPr/>
            </p:nvSpPr>
            <p:spPr>
              <a:xfrm>
                <a:off x="18273911" y="7343775"/>
                <a:ext cx="19248" cy="200025"/>
              </a:xfrm>
              <a:prstGeom prst="rect">
                <a:avLst/>
              </a:prstGeom>
              <a:solidFill>
                <a:srgbClr val="009E73"/>
              </a:solidFill>
              <a:ln w="0">
                <a:noFill/>
                <a:prstDash val="solid"/>
              </a:ln>
            </p:spPr>
          </p:sp>
          <p:sp>
            <p:nvSpPr>
              <p:cNvPr id="1517" name="four:barrier-filling:filled-output-cell-122:1517">
                <a:extLst>
                  <a:ext uri="{FF2B5EF4-FFF2-40B4-BE49-F238E27FC236}">
                    <ns2:creationId id="{764CF7BD-2256-4C6A-94EF-240B4B6BB0B5}"/>
                  </a:ext>
                </a:extLst>
              </p:cNvPr>
              <p:cNvSpPr>
                <a:spLocks noGrp="1"/>
              </p:cNvSpPr>
              <p:nvPr/>
            </p:nvSpPr>
            <p:spPr>
              <a:xfrm>
                <a:off x="18293159" y="7343775"/>
                <a:ext cx="19248" cy="200025"/>
              </a:xfrm>
              <a:prstGeom prst="rect">
                <a:avLst/>
              </a:prstGeom>
              <a:solidFill>
                <a:srgbClr val="009E73"/>
              </a:solidFill>
              <a:ln w="0">
                <a:noFill/>
                <a:prstDash val="solid"/>
              </a:ln>
            </p:spPr>
          </p:sp>
          <p:sp>
            <p:nvSpPr>
              <p:cNvPr id="1518" name="four:barrier-filling:filled-output-cell-123:1518">
                <a:extLst>
                  <a:ext uri="{FF2B5EF4-FFF2-40B4-BE49-F238E27FC236}">
                    <ns2:creationId id="{0B84DA89-C135-49C5-A585-D5A7D1CAD501}"/>
                  </a:ext>
                </a:extLst>
              </p:cNvPr>
              <p:cNvSpPr>
                <a:spLocks noGrp="1"/>
              </p:cNvSpPr>
              <p:nvPr/>
            </p:nvSpPr>
            <p:spPr>
              <a:xfrm>
                <a:off x="18312408" y="7343775"/>
                <a:ext cx="19248" cy="200025"/>
              </a:xfrm>
              <a:prstGeom prst="rect">
                <a:avLst/>
              </a:prstGeom>
              <a:solidFill>
                <a:srgbClr val="009E73"/>
              </a:solidFill>
              <a:ln w="0">
                <a:noFill/>
                <a:prstDash val="solid"/>
              </a:ln>
            </p:spPr>
          </p:sp>
          <p:sp>
            <p:nvSpPr>
              <p:cNvPr id="1519" name="four:barrier-filling:filled-output-cell-124:1519">
                <a:extLst>
                  <a:ext uri="{FF2B5EF4-FFF2-40B4-BE49-F238E27FC236}">
                    <ns2:creationId id="{28EE1B43-F633-48C3-BAF7-0C1C8D5AC28A}"/>
                  </a:ext>
                </a:extLst>
              </p:cNvPr>
              <p:cNvSpPr>
                <a:spLocks noGrp="1"/>
              </p:cNvSpPr>
              <p:nvPr/>
            </p:nvSpPr>
            <p:spPr>
              <a:xfrm>
                <a:off x="18331656" y="7343775"/>
                <a:ext cx="19248" cy="200025"/>
              </a:xfrm>
              <a:prstGeom prst="rect">
                <a:avLst/>
              </a:prstGeom>
              <a:solidFill>
                <a:srgbClr val="009E73"/>
              </a:solidFill>
              <a:ln w="0">
                <a:noFill/>
                <a:prstDash val="solid"/>
              </a:ln>
            </p:spPr>
          </p:sp>
          <p:sp>
            <p:nvSpPr>
              <p:cNvPr id="1520" name="four:barrier-filling:filled-output-cell-125:1520">
                <a:extLst>
                  <a:ext uri="{FF2B5EF4-FFF2-40B4-BE49-F238E27FC236}">
                    <ns2:creationId id="{D4D88E65-BCA9-4DAE-93DE-BAB2F680E931}"/>
                  </a:ext>
                </a:extLst>
              </p:cNvPr>
              <p:cNvSpPr>
                <a:spLocks noGrp="1"/>
              </p:cNvSpPr>
              <p:nvPr/>
            </p:nvSpPr>
            <p:spPr>
              <a:xfrm>
                <a:off x="18350905" y="7343775"/>
                <a:ext cx="19248" cy="200025"/>
              </a:xfrm>
              <a:prstGeom prst="rect">
                <a:avLst/>
              </a:prstGeom>
              <a:solidFill>
                <a:srgbClr val="009E73"/>
              </a:solidFill>
              <a:ln w="0">
                <a:noFill/>
                <a:prstDash val="solid"/>
              </a:ln>
            </p:spPr>
          </p:sp>
          <p:sp>
            <p:nvSpPr>
              <p:cNvPr id="1521" name="four:barrier-filling:filled-output-cell-126:1521">
                <a:extLst>
                  <a:ext uri="{FF2B5EF4-FFF2-40B4-BE49-F238E27FC236}">
                    <ns2:creationId id="{D34DD752-CDA9-4BCF-B2D2-C9BDDA45DF6B}"/>
                  </a:ext>
                </a:extLst>
              </p:cNvPr>
              <p:cNvSpPr>
                <a:spLocks noGrp="1"/>
              </p:cNvSpPr>
              <p:nvPr/>
            </p:nvSpPr>
            <p:spPr>
              <a:xfrm>
                <a:off x="18370153" y="7343775"/>
                <a:ext cx="19248" cy="200025"/>
              </a:xfrm>
              <a:prstGeom prst="rect">
                <a:avLst/>
              </a:prstGeom>
              <a:solidFill>
                <a:srgbClr val="009E73"/>
              </a:solidFill>
              <a:ln w="0">
                <a:noFill/>
                <a:prstDash val="solid"/>
              </a:ln>
            </p:spPr>
          </p:sp>
          <p:sp>
            <p:nvSpPr>
              <p:cNvPr id="1522" name="four:barrier-filling:filled-output-cell-127:1522">
                <a:extLst>
                  <a:ext uri="{FF2B5EF4-FFF2-40B4-BE49-F238E27FC236}">
                    <ns2:creationId id="{8B9F979B-B0F5-4F76-8057-502E244CDF61}"/>
                  </a:ext>
                </a:extLst>
              </p:cNvPr>
              <p:cNvSpPr>
                <a:spLocks noGrp="1"/>
              </p:cNvSpPr>
              <p:nvPr/>
            </p:nvSpPr>
            <p:spPr>
              <a:xfrm>
                <a:off x="18389402" y="7343775"/>
                <a:ext cx="19248" cy="200025"/>
              </a:xfrm>
              <a:prstGeom prst="rect">
                <a:avLst/>
              </a:prstGeom>
              <a:solidFill>
                <a:srgbClr val="009E73"/>
              </a:solidFill>
              <a:ln w="0">
                <a:noFill/>
                <a:prstDash val="solid"/>
              </a:ln>
            </p:spPr>
          </p:sp>
          <p:sp>
            <p:nvSpPr>
              <p:cNvPr id="1523" name="four:barrier-filling:filled-output-cell-128:1523">
                <a:extLst>
                  <a:ext uri="{FF2B5EF4-FFF2-40B4-BE49-F238E27FC236}">
                    <ns2:creationId id="{D3455165-CC00-4534-9DC5-9AC04F20604B}"/>
                  </a:ext>
                </a:extLst>
              </p:cNvPr>
              <p:cNvSpPr>
                <a:spLocks noGrp="1"/>
              </p:cNvSpPr>
              <p:nvPr/>
            </p:nvSpPr>
            <p:spPr>
              <a:xfrm>
                <a:off x="18408650" y="7343775"/>
                <a:ext cx="19248" cy="200025"/>
              </a:xfrm>
              <a:prstGeom prst="rect">
                <a:avLst/>
              </a:prstGeom>
              <a:solidFill>
                <a:srgbClr val="019E74"/>
              </a:solidFill>
              <a:ln w="0">
                <a:noFill/>
                <a:prstDash val="solid"/>
              </a:ln>
            </p:spPr>
          </p:sp>
          <p:sp>
            <p:nvSpPr>
              <p:cNvPr id="1524" name="four:barrier-filling:filled-output-cell-129:1524">
                <a:extLst>
                  <a:ext uri="{FF2B5EF4-FFF2-40B4-BE49-F238E27FC236}">
                    <ns2:creationId id="{1B0914FB-3626-4BCA-BFB9-E3B274707668}"/>
                  </a:ext>
                </a:extLst>
              </p:cNvPr>
              <p:cNvSpPr>
                <a:spLocks noGrp="1"/>
              </p:cNvSpPr>
              <p:nvPr/>
            </p:nvSpPr>
            <p:spPr>
              <a:xfrm>
                <a:off x="18427898" y="7343775"/>
                <a:ext cx="19248" cy="200025"/>
              </a:xfrm>
              <a:prstGeom prst="rect">
                <a:avLst/>
              </a:prstGeom>
              <a:solidFill>
                <a:srgbClr val="11A47D"/>
              </a:solidFill>
              <a:ln w="0">
                <a:noFill/>
                <a:prstDash val="solid"/>
              </a:ln>
            </p:spPr>
          </p:sp>
          <p:sp>
            <p:nvSpPr>
              <p:cNvPr id="1525" name="four:barrier-filling:filled-output-cell-130:1525">
                <a:extLst>
                  <a:ext uri="{FF2B5EF4-FFF2-40B4-BE49-F238E27FC236}">
                    <ns2:creationId id="{EA8DCD5D-93C9-4CAE-89D7-E306CD11F8E5}"/>
                  </a:ext>
                </a:extLst>
              </p:cNvPr>
              <p:cNvSpPr>
                <a:spLocks noGrp="1"/>
              </p:cNvSpPr>
              <p:nvPr/>
            </p:nvSpPr>
            <p:spPr>
              <a:xfrm>
                <a:off x="18447147" y="7343775"/>
                <a:ext cx="19248" cy="200025"/>
              </a:xfrm>
              <a:prstGeom prst="rect">
                <a:avLst/>
              </a:prstGeom>
              <a:solidFill>
                <a:srgbClr val="31AF8E"/>
              </a:solidFill>
              <a:ln w="0">
                <a:noFill/>
                <a:prstDash val="solid"/>
              </a:ln>
            </p:spPr>
          </p:sp>
          <p:sp>
            <p:nvSpPr>
              <p:cNvPr id="1526" name="four:barrier-filling:filled-output-cell-131:1526">
                <a:extLst>
                  <a:ext uri="{FF2B5EF4-FFF2-40B4-BE49-F238E27FC236}">
                    <ns2:creationId id="{7954A0AE-777F-4732-B2AF-99076DD3098E}"/>
                  </a:ext>
                </a:extLst>
              </p:cNvPr>
              <p:cNvSpPr>
                <a:spLocks noGrp="1"/>
              </p:cNvSpPr>
              <p:nvPr/>
            </p:nvSpPr>
            <p:spPr>
              <a:xfrm>
                <a:off x="18466395" y="7343775"/>
                <a:ext cx="19248" cy="200025"/>
              </a:xfrm>
              <a:prstGeom prst="rect">
                <a:avLst/>
              </a:prstGeom>
              <a:solidFill>
                <a:srgbClr val="59BCA4"/>
              </a:solidFill>
              <a:ln w="0">
                <a:noFill/>
                <a:prstDash val="solid"/>
              </a:ln>
            </p:spPr>
          </p:sp>
          <p:sp>
            <p:nvSpPr>
              <p:cNvPr id="1527" name="four:barrier-filling:filled-output-cell-132:1527">
                <a:extLst>
                  <a:ext uri="{FF2B5EF4-FFF2-40B4-BE49-F238E27FC236}">
                    <ns2:creationId id="{21C7E55D-C4AF-4420-9CB4-5009FEBF4874}"/>
                  </a:ext>
                </a:extLst>
              </p:cNvPr>
              <p:cNvSpPr>
                <a:spLocks noGrp="1"/>
              </p:cNvSpPr>
              <p:nvPr/>
            </p:nvSpPr>
            <p:spPr>
              <a:xfrm>
                <a:off x="18485644" y="7343775"/>
                <a:ext cx="19248" cy="200025"/>
              </a:xfrm>
              <a:prstGeom prst="rect">
                <a:avLst/>
              </a:prstGeom>
              <a:solidFill>
                <a:srgbClr val="83CABC"/>
              </a:solidFill>
              <a:ln w="0">
                <a:noFill/>
                <a:prstDash val="solid"/>
              </a:ln>
            </p:spPr>
          </p:sp>
          <p:sp>
            <p:nvSpPr>
              <p:cNvPr id="1528" name="four:barrier-filling:filled-output-cell-133:1528">
                <a:extLst>
                  <a:ext uri="{FF2B5EF4-FFF2-40B4-BE49-F238E27FC236}">
                    <ns2:creationId id="{D8DEE483-E2EE-4D85-B5FC-EE87541CDA0A}"/>
                  </a:ext>
                </a:extLst>
              </p:cNvPr>
              <p:cNvSpPr>
                <a:spLocks noGrp="1"/>
              </p:cNvSpPr>
              <p:nvPr/>
            </p:nvSpPr>
            <p:spPr>
              <a:xfrm>
                <a:off x="18504892" y="7343775"/>
                <a:ext cx="19248" cy="200025"/>
              </a:xfrm>
              <a:prstGeom prst="rect">
                <a:avLst/>
              </a:prstGeom>
              <a:solidFill>
                <a:srgbClr val="ABD7D2"/>
              </a:solidFill>
              <a:ln w="0">
                <a:noFill/>
                <a:prstDash val="solid"/>
              </a:ln>
            </p:spPr>
          </p:sp>
          <p:sp>
            <p:nvSpPr>
              <p:cNvPr id="1529" name="four:barrier-filling:filled-output-cell-134:1529">
                <a:extLst>
                  <a:ext uri="{FF2B5EF4-FFF2-40B4-BE49-F238E27FC236}">
                    <ns2:creationId id="{5AA96F06-2B7D-46BF-9772-1AE10C51F88D}"/>
                  </a:ext>
                </a:extLst>
              </p:cNvPr>
              <p:cNvSpPr>
                <a:spLocks noGrp="1"/>
              </p:cNvSpPr>
              <p:nvPr/>
            </p:nvSpPr>
            <p:spPr>
              <a:xfrm>
                <a:off x="18524141" y="7343775"/>
                <a:ext cx="19248" cy="200025"/>
              </a:xfrm>
              <a:prstGeom prst="rect">
                <a:avLst/>
              </a:prstGeom>
              <a:solidFill>
                <a:srgbClr val="D7E0E8"/>
              </a:solidFill>
              <a:ln w="0">
                <a:noFill/>
                <a:prstDash val="solid"/>
              </a:ln>
            </p:spPr>
          </p:sp>
          <p:sp>
            <p:nvSpPr>
              <p:cNvPr id="1530" name="four:barrier-filling:filled-output-cell-135:1530">
                <a:extLst>
                  <a:ext uri="{FF2B5EF4-FFF2-40B4-BE49-F238E27FC236}">
                    <ns2:creationId id="{0BA2B9B4-36C4-46B0-8AB9-706F0843CD38}"/>
                  </a:ext>
                </a:extLst>
              </p:cNvPr>
              <p:cNvSpPr>
                <a:spLocks noGrp="1"/>
              </p:cNvSpPr>
              <p:nvPr/>
            </p:nvSpPr>
            <p:spPr>
              <a:xfrm>
                <a:off x="18543389" y="7343775"/>
                <a:ext cx="19248" cy="200025"/>
              </a:xfrm>
              <a:prstGeom prst="rect">
                <a:avLst/>
              </a:prstGeom>
              <a:solidFill>
                <a:srgbClr val="DCE7ED"/>
              </a:solidFill>
              <a:ln w="0">
                <a:noFill/>
                <a:prstDash val="solid"/>
              </a:ln>
            </p:spPr>
          </p:sp>
          <p:sp>
            <p:nvSpPr>
              <p:cNvPr id="1531" name="four:barrier-filling:filled-output-cell-136:1531">
                <a:extLst>
                  <a:ext uri="{FF2B5EF4-FFF2-40B4-BE49-F238E27FC236}">
                    <ns2:creationId id="{82000C24-24ED-421D-A4D5-59BC44E68F56}"/>
                  </a:ext>
                </a:extLst>
              </p:cNvPr>
              <p:cNvSpPr>
                <a:spLocks noGrp="1"/>
              </p:cNvSpPr>
              <p:nvPr/>
            </p:nvSpPr>
            <p:spPr>
              <a:xfrm>
                <a:off x="18562638" y="7343775"/>
                <a:ext cx="19248" cy="200025"/>
              </a:xfrm>
              <a:prstGeom prst="rect">
                <a:avLst/>
              </a:prstGeom>
              <a:solidFill>
                <a:srgbClr val="DCE8ED"/>
              </a:solidFill>
              <a:ln w="0">
                <a:noFill/>
                <a:prstDash val="solid"/>
              </a:ln>
            </p:spPr>
          </p:sp>
          <p:sp>
            <p:nvSpPr>
              <p:cNvPr id="1532" name="four:barrier-filling:filled-output-cell-137:1532">
                <a:extLst>
                  <a:ext uri="{FF2B5EF4-FFF2-40B4-BE49-F238E27FC236}">
                    <ns2:creationId id="{92246119-9A9C-4AAE-A9D7-47C172A33C9B}"/>
                  </a:ext>
                </a:extLst>
              </p:cNvPr>
              <p:cNvSpPr>
                <a:spLocks noGrp="1"/>
              </p:cNvSpPr>
              <p:nvPr/>
            </p:nvSpPr>
            <p:spPr>
              <a:xfrm>
                <a:off x="18581886" y="7343775"/>
                <a:ext cx="19248" cy="200025"/>
              </a:xfrm>
              <a:prstGeom prst="rect">
                <a:avLst/>
              </a:prstGeom>
              <a:solidFill>
                <a:srgbClr val="DCE8ED"/>
              </a:solidFill>
              <a:ln w="0">
                <a:noFill/>
                <a:prstDash val="solid"/>
              </a:ln>
            </p:spPr>
          </p:sp>
          <p:sp>
            <p:nvSpPr>
              <p:cNvPr id="1533" name="four:barrier-filling:filled-output-cell-138:1533">
                <a:extLst>
                  <a:ext uri="{FF2B5EF4-FFF2-40B4-BE49-F238E27FC236}">
                    <ns2:creationId id="{2041F410-72EB-4841-9364-3E36ECB9F8DF}"/>
                  </a:ext>
                </a:extLst>
              </p:cNvPr>
              <p:cNvSpPr>
                <a:spLocks noGrp="1"/>
              </p:cNvSpPr>
              <p:nvPr/>
            </p:nvSpPr>
            <p:spPr>
              <a:xfrm>
                <a:off x="18601134" y="7343775"/>
                <a:ext cx="19248" cy="200025"/>
              </a:xfrm>
              <a:prstGeom prst="rect">
                <a:avLst/>
              </a:prstGeom>
              <a:solidFill>
                <a:srgbClr val="DCE8ED"/>
              </a:solidFill>
              <a:ln w="0">
                <a:noFill/>
                <a:prstDash val="solid"/>
              </a:ln>
            </p:spPr>
          </p:sp>
          <p:sp>
            <p:nvSpPr>
              <p:cNvPr id="1534" name="four:barrier-filling:filled-output-cell-139:1534">
                <a:extLst>
                  <a:ext uri="{FF2B5EF4-FFF2-40B4-BE49-F238E27FC236}">
                    <ns2:creationId id="{1CCD82DA-0E1B-41A9-AF1B-5D81C214B707}"/>
                  </a:ext>
                </a:extLst>
              </p:cNvPr>
              <p:cNvSpPr>
                <a:spLocks noGrp="1"/>
              </p:cNvSpPr>
              <p:nvPr/>
            </p:nvSpPr>
            <p:spPr>
              <a:xfrm>
                <a:off x="18620383" y="7343775"/>
                <a:ext cx="19248" cy="200025"/>
              </a:xfrm>
              <a:prstGeom prst="rect">
                <a:avLst/>
              </a:prstGeom>
              <a:solidFill>
                <a:srgbClr val="DCE8ED"/>
              </a:solidFill>
              <a:ln w="0">
                <a:noFill/>
                <a:prstDash val="solid"/>
              </a:ln>
            </p:spPr>
          </p:sp>
          <p:sp>
            <p:nvSpPr>
              <p:cNvPr id="1535" name="four:barrier-filling:filled-output-cell-140:1535">
                <a:extLst>
                  <a:ext uri="{FF2B5EF4-FFF2-40B4-BE49-F238E27FC236}">
                    <ns2:creationId id="{A1AD7951-380B-4543-9EEE-CB7A39634512}"/>
                  </a:ext>
                </a:extLst>
              </p:cNvPr>
              <p:cNvSpPr>
                <a:spLocks noGrp="1"/>
              </p:cNvSpPr>
              <p:nvPr/>
            </p:nvSpPr>
            <p:spPr>
              <a:xfrm>
                <a:off x="18639631" y="7343775"/>
                <a:ext cx="19248" cy="200025"/>
              </a:xfrm>
              <a:prstGeom prst="rect">
                <a:avLst/>
              </a:prstGeom>
              <a:solidFill>
                <a:srgbClr val="DCE8ED"/>
              </a:solidFill>
              <a:ln w="0">
                <a:noFill/>
                <a:prstDash val="solid"/>
              </a:ln>
            </p:spPr>
          </p:sp>
          <p:sp>
            <p:nvSpPr>
              <p:cNvPr id="1536" name="four:barrier-filling:filled-output-cell-141:1536">
                <a:extLst>
                  <a:ext uri="{FF2B5EF4-FFF2-40B4-BE49-F238E27FC236}">
                    <ns2:creationId id="{33F6694F-84DC-40BE-AD53-3583B248C317}"/>
                  </a:ext>
                </a:extLst>
              </p:cNvPr>
              <p:cNvSpPr>
                <a:spLocks noGrp="1"/>
              </p:cNvSpPr>
              <p:nvPr/>
            </p:nvSpPr>
            <p:spPr>
              <a:xfrm>
                <a:off x="18658880" y="7343775"/>
                <a:ext cx="19248" cy="200025"/>
              </a:xfrm>
              <a:prstGeom prst="rect">
                <a:avLst/>
              </a:prstGeom>
              <a:solidFill>
                <a:srgbClr val="DCE8ED"/>
              </a:solidFill>
              <a:ln w="0">
                <a:noFill/>
                <a:prstDash val="solid"/>
              </a:ln>
            </p:spPr>
          </p:sp>
          <p:sp>
            <p:nvSpPr>
              <p:cNvPr id="1537" name="four:barrier-filling:filled-output-cell-142:1537">
                <a:extLst>
                  <a:ext uri="{FF2B5EF4-FFF2-40B4-BE49-F238E27FC236}">
                    <ns2:creationId id="{D0B6523C-0F88-4E22-AD76-080C57C5A71A}"/>
                  </a:ext>
                </a:extLst>
              </p:cNvPr>
              <p:cNvSpPr>
                <a:spLocks noGrp="1"/>
              </p:cNvSpPr>
              <p:nvPr/>
            </p:nvSpPr>
            <p:spPr>
              <a:xfrm>
                <a:off x="18678128" y="7343775"/>
                <a:ext cx="19248" cy="200025"/>
              </a:xfrm>
              <a:prstGeom prst="rect">
                <a:avLst/>
              </a:prstGeom>
              <a:solidFill>
                <a:srgbClr val="DCE8ED"/>
              </a:solidFill>
              <a:ln w="0">
                <a:noFill/>
                <a:prstDash val="solid"/>
              </a:ln>
            </p:spPr>
          </p:sp>
          <p:sp>
            <p:nvSpPr>
              <p:cNvPr id="1538" name="four:barrier-filling:filled-output-cell-143:1538">
                <a:extLst>
                  <a:ext uri="{FF2B5EF4-FFF2-40B4-BE49-F238E27FC236}">
                    <ns2:creationId id="{B05FC563-985C-4ACA-8318-C7ADBB5C116A}"/>
                  </a:ext>
                </a:extLst>
              </p:cNvPr>
              <p:cNvSpPr>
                <a:spLocks noGrp="1"/>
              </p:cNvSpPr>
              <p:nvPr/>
            </p:nvSpPr>
            <p:spPr>
              <a:xfrm>
                <a:off x="18697377" y="7343775"/>
                <a:ext cx="19248" cy="200025"/>
              </a:xfrm>
              <a:prstGeom prst="rect">
                <a:avLst/>
              </a:prstGeom>
              <a:solidFill>
                <a:srgbClr val="DCE8ED"/>
              </a:solidFill>
              <a:ln w="0">
                <a:noFill/>
                <a:prstDash val="solid"/>
              </a:ln>
            </p:spPr>
          </p:sp>
          <p:sp>
            <p:nvSpPr>
              <p:cNvPr id="1539" name="four:barrier-filling:filled-output-cell-144:1539">
                <a:extLst>
                  <a:ext uri="{FF2B5EF4-FFF2-40B4-BE49-F238E27FC236}">
                    <ns2:creationId id="{0A840B99-6820-4B40-A641-65B3EF9432A0}"/>
                  </a:ext>
                </a:extLst>
              </p:cNvPr>
              <p:cNvSpPr>
                <a:spLocks noGrp="1"/>
              </p:cNvSpPr>
              <p:nvPr/>
            </p:nvSpPr>
            <p:spPr>
              <a:xfrm>
                <a:off x="18716625" y="7343775"/>
                <a:ext cx="19248" cy="200025"/>
              </a:xfrm>
              <a:prstGeom prst="rect">
                <a:avLst/>
              </a:prstGeom>
              <a:solidFill>
                <a:srgbClr val="DCE8ED"/>
              </a:solidFill>
              <a:ln w="0">
                <a:noFill/>
                <a:prstDash val="solid"/>
              </a:ln>
            </p:spPr>
          </p:sp>
          <p:sp>
            <p:nvSpPr>
              <p:cNvPr id="1540" name="four:barrier-filling:filled-output-cell-145:1540">
                <a:extLst>
                  <a:ext uri="{FF2B5EF4-FFF2-40B4-BE49-F238E27FC236}">
                    <ns2:creationId id="{EE366BAA-734B-45C9-AEC4-4F1A024FF3EB}"/>
                  </a:ext>
                </a:extLst>
              </p:cNvPr>
              <p:cNvSpPr>
                <a:spLocks noGrp="1"/>
              </p:cNvSpPr>
              <p:nvPr/>
            </p:nvSpPr>
            <p:spPr>
              <a:xfrm>
                <a:off x="18735873" y="7343775"/>
                <a:ext cx="19248" cy="200025"/>
              </a:xfrm>
              <a:prstGeom prst="rect">
                <a:avLst/>
              </a:prstGeom>
              <a:solidFill>
                <a:srgbClr val="DCE8ED"/>
              </a:solidFill>
              <a:ln w="0">
                <a:noFill/>
                <a:prstDash val="solid"/>
              </a:ln>
            </p:spPr>
          </p:sp>
          <p:sp>
            <p:nvSpPr>
              <p:cNvPr id="1541" name="four:barrier-filling:filled-output-cell-146:1541">
                <a:extLst>
                  <a:ext uri="{FF2B5EF4-FFF2-40B4-BE49-F238E27FC236}">
                    <ns2:creationId id="{B655402B-9840-4A70-89C7-714C4216ACB6}"/>
                  </a:ext>
                </a:extLst>
              </p:cNvPr>
              <p:cNvSpPr>
                <a:spLocks noGrp="1"/>
              </p:cNvSpPr>
              <p:nvPr/>
            </p:nvSpPr>
            <p:spPr>
              <a:xfrm>
                <a:off x="18755122" y="7343775"/>
                <a:ext cx="19248" cy="200025"/>
              </a:xfrm>
              <a:prstGeom prst="rect">
                <a:avLst/>
              </a:prstGeom>
              <a:solidFill>
                <a:srgbClr val="DCE8ED"/>
              </a:solidFill>
              <a:ln w="0">
                <a:noFill/>
                <a:prstDash val="solid"/>
              </a:ln>
            </p:spPr>
          </p:sp>
          <p:sp>
            <p:nvSpPr>
              <p:cNvPr id="1542" name="four:barrier-filling:filled-output-cell-147:1542">
                <a:extLst>
                  <a:ext uri="{FF2B5EF4-FFF2-40B4-BE49-F238E27FC236}">
                    <ns2:creationId id="{25BC5EA3-F78F-409D-8682-4FE87F4DFC6C}"/>
                  </a:ext>
                </a:extLst>
              </p:cNvPr>
              <p:cNvSpPr>
                <a:spLocks noGrp="1"/>
              </p:cNvSpPr>
              <p:nvPr/>
            </p:nvSpPr>
            <p:spPr>
              <a:xfrm>
                <a:off x="18774370" y="7343775"/>
                <a:ext cx="19248" cy="200025"/>
              </a:xfrm>
              <a:prstGeom prst="rect">
                <a:avLst/>
              </a:prstGeom>
              <a:solidFill>
                <a:srgbClr val="DCE8ED"/>
              </a:solidFill>
              <a:ln w="0">
                <a:noFill/>
                <a:prstDash val="solid"/>
              </a:ln>
            </p:spPr>
          </p:sp>
          <p:sp>
            <p:nvSpPr>
              <p:cNvPr id="1543" name="four:barrier-filling:filled-output-cell-148:1543">
                <a:extLst>
                  <a:ext uri="{FF2B5EF4-FFF2-40B4-BE49-F238E27FC236}">
                    <ns2:creationId id="{2675EA89-DA31-4041-AECA-0CAE011E1788}"/>
                  </a:ext>
                </a:extLst>
              </p:cNvPr>
              <p:cNvSpPr>
                <a:spLocks noGrp="1"/>
              </p:cNvSpPr>
              <p:nvPr/>
            </p:nvSpPr>
            <p:spPr>
              <a:xfrm>
                <a:off x="18793619" y="7343775"/>
                <a:ext cx="19248" cy="200025"/>
              </a:xfrm>
              <a:prstGeom prst="rect">
                <a:avLst/>
              </a:prstGeom>
              <a:solidFill>
                <a:srgbClr val="DCE8ED"/>
              </a:solidFill>
              <a:ln w="0">
                <a:noFill/>
                <a:prstDash val="solid"/>
              </a:ln>
            </p:spPr>
          </p:sp>
          <p:sp>
            <p:nvSpPr>
              <p:cNvPr id="1544" name="four:barrier-filling:filled-output-cell-149:1544">
                <a:extLst>
                  <a:ext uri="{FF2B5EF4-FFF2-40B4-BE49-F238E27FC236}">
                    <ns2:creationId id="{C11570FA-8DF3-4A35-AD49-682CD0D27941}"/>
                  </a:ext>
                </a:extLst>
              </p:cNvPr>
              <p:cNvSpPr>
                <a:spLocks noGrp="1"/>
              </p:cNvSpPr>
              <p:nvPr/>
            </p:nvSpPr>
            <p:spPr>
              <a:xfrm>
                <a:off x="18812867" y="7343775"/>
                <a:ext cx="19248" cy="200025"/>
              </a:xfrm>
              <a:prstGeom prst="rect">
                <a:avLst/>
              </a:prstGeom>
              <a:solidFill>
                <a:srgbClr val="DCE8ED"/>
              </a:solidFill>
              <a:ln w="0">
                <a:noFill/>
                <a:prstDash val="solid"/>
              </a:ln>
            </p:spPr>
          </p:sp>
          <p:sp>
            <p:nvSpPr>
              <p:cNvPr id="1545" name="four:barrier-filling:filled-output-cell-150:1545">
                <a:extLst>
                  <a:ext uri="{FF2B5EF4-FFF2-40B4-BE49-F238E27FC236}">
                    <ns2:creationId id="{76EB84D2-7D34-4B90-A21D-46F7B5CD3AC8}"/>
                  </a:ext>
                </a:extLst>
              </p:cNvPr>
              <p:cNvSpPr>
                <a:spLocks noGrp="1"/>
              </p:cNvSpPr>
              <p:nvPr/>
            </p:nvSpPr>
            <p:spPr>
              <a:xfrm>
                <a:off x="18832116" y="7343775"/>
                <a:ext cx="19248" cy="200025"/>
              </a:xfrm>
              <a:prstGeom prst="rect">
                <a:avLst/>
              </a:prstGeom>
              <a:solidFill>
                <a:srgbClr val="DCE8ED"/>
              </a:solidFill>
              <a:ln w="0">
                <a:noFill/>
                <a:prstDash val="solid"/>
              </a:ln>
            </p:spPr>
          </p:sp>
          <p:sp>
            <p:nvSpPr>
              <p:cNvPr id="1546" name="four:barrier-filling:filled-output-cell-151:1546">
                <a:extLst>
                  <a:ext uri="{FF2B5EF4-FFF2-40B4-BE49-F238E27FC236}">
                    <ns2:creationId id="{76A744D3-07D7-4970-ABF6-558948698373}"/>
                  </a:ext>
                </a:extLst>
              </p:cNvPr>
              <p:cNvSpPr>
                <a:spLocks noGrp="1"/>
              </p:cNvSpPr>
              <p:nvPr/>
            </p:nvSpPr>
            <p:spPr>
              <a:xfrm>
                <a:off x="18851364" y="7343775"/>
                <a:ext cx="19248" cy="200025"/>
              </a:xfrm>
              <a:prstGeom prst="rect">
                <a:avLst/>
              </a:prstGeom>
              <a:solidFill>
                <a:srgbClr val="DCE8ED"/>
              </a:solidFill>
              <a:ln w="0">
                <a:noFill/>
                <a:prstDash val="solid"/>
              </a:ln>
            </p:spPr>
          </p:sp>
          <p:sp>
            <p:nvSpPr>
              <p:cNvPr id="1547" name="four:barrier-filling:filled-output-cell-152:1547">
                <a:extLst>
                  <a:ext uri="{FF2B5EF4-FFF2-40B4-BE49-F238E27FC236}">
                    <ns2:creationId id="{59431A88-5A4C-4258-AB46-B9E939CC08D4}"/>
                  </a:ext>
                </a:extLst>
              </p:cNvPr>
              <p:cNvSpPr>
                <a:spLocks noGrp="1"/>
              </p:cNvSpPr>
              <p:nvPr/>
            </p:nvSpPr>
            <p:spPr>
              <a:xfrm>
                <a:off x="18870613" y="7343775"/>
                <a:ext cx="19248" cy="200025"/>
              </a:xfrm>
              <a:prstGeom prst="rect">
                <a:avLst/>
              </a:prstGeom>
              <a:solidFill>
                <a:srgbClr val="DCE8ED"/>
              </a:solidFill>
              <a:ln w="0">
                <a:noFill/>
                <a:prstDash val="solid"/>
              </a:ln>
            </p:spPr>
          </p:sp>
          <p:sp>
            <p:nvSpPr>
              <p:cNvPr id="1548" name="four:barrier-filling:filled-output-cell-153:1548">
                <a:extLst>
                  <a:ext uri="{FF2B5EF4-FFF2-40B4-BE49-F238E27FC236}">
                    <ns2:creationId id="{422A2C41-CDC8-4D0F-9FE3-09D6E9B1EA7F}"/>
                  </a:ext>
                </a:extLst>
              </p:cNvPr>
              <p:cNvSpPr>
                <a:spLocks noGrp="1"/>
              </p:cNvSpPr>
              <p:nvPr/>
            </p:nvSpPr>
            <p:spPr>
              <a:xfrm>
                <a:off x="18889861" y="7343775"/>
                <a:ext cx="19248" cy="200025"/>
              </a:xfrm>
              <a:prstGeom prst="rect">
                <a:avLst/>
              </a:prstGeom>
              <a:solidFill>
                <a:srgbClr val="DCE8ED"/>
              </a:solidFill>
              <a:ln w="0">
                <a:noFill/>
                <a:prstDash val="solid"/>
              </a:ln>
            </p:spPr>
          </p:sp>
          <p:sp>
            <p:nvSpPr>
              <p:cNvPr id="1549" name="four:barrier-filling:filled-output-cell-154:1549">
                <a:extLst>
                  <a:ext uri="{FF2B5EF4-FFF2-40B4-BE49-F238E27FC236}">
                    <ns2:creationId id="{130D1D79-A149-49B5-B32A-A2CFEC0244E9}"/>
                  </a:ext>
                </a:extLst>
              </p:cNvPr>
              <p:cNvSpPr>
                <a:spLocks noGrp="1"/>
              </p:cNvSpPr>
              <p:nvPr/>
            </p:nvSpPr>
            <p:spPr>
              <a:xfrm>
                <a:off x="18909109" y="7343775"/>
                <a:ext cx="19248" cy="200025"/>
              </a:xfrm>
              <a:prstGeom prst="rect">
                <a:avLst/>
              </a:prstGeom>
              <a:solidFill>
                <a:srgbClr val="DCE8ED"/>
              </a:solidFill>
              <a:ln w="0">
                <a:noFill/>
                <a:prstDash val="solid"/>
              </a:ln>
            </p:spPr>
          </p:sp>
          <p:sp>
            <p:nvSpPr>
              <p:cNvPr id="1550" name="four:barrier-filling:filled-output-cell-155:1550">
                <a:extLst>
                  <a:ext uri="{FF2B5EF4-FFF2-40B4-BE49-F238E27FC236}">
                    <ns2:creationId id="{898D202A-66FD-431B-AB3D-1FA9223D51F9}"/>
                  </a:ext>
                </a:extLst>
              </p:cNvPr>
              <p:cNvSpPr>
                <a:spLocks noGrp="1"/>
              </p:cNvSpPr>
              <p:nvPr/>
            </p:nvSpPr>
            <p:spPr>
              <a:xfrm>
                <a:off x="18928358" y="7343775"/>
                <a:ext cx="19248" cy="200025"/>
              </a:xfrm>
              <a:prstGeom prst="rect">
                <a:avLst/>
              </a:prstGeom>
              <a:solidFill>
                <a:srgbClr val="DCE8ED"/>
              </a:solidFill>
              <a:ln w="0">
                <a:noFill/>
                <a:prstDash val="solid"/>
              </a:ln>
            </p:spPr>
          </p:sp>
          <p:sp>
            <p:nvSpPr>
              <p:cNvPr id="1551" name="four:barrier-filling:filled-output-cell-156:1551">
                <a:extLst>
                  <a:ext uri="{FF2B5EF4-FFF2-40B4-BE49-F238E27FC236}">
                    <ns2:creationId id="{3D40682D-20F1-49D3-B95E-483E9651D170}"/>
                  </a:ext>
                </a:extLst>
              </p:cNvPr>
              <p:cNvSpPr>
                <a:spLocks noGrp="1"/>
              </p:cNvSpPr>
              <p:nvPr/>
            </p:nvSpPr>
            <p:spPr>
              <a:xfrm>
                <a:off x="18947606" y="7343775"/>
                <a:ext cx="19248" cy="200025"/>
              </a:xfrm>
              <a:prstGeom prst="rect">
                <a:avLst/>
              </a:prstGeom>
              <a:solidFill>
                <a:srgbClr val="DCE8ED"/>
              </a:solidFill>
              <a:ln w="0">
                <a:noFill/>
                <a:prstDash val="solid"/>
              </a:ln>
            </p:spPr>
          </p:sp>
          <p:sp>
            <p:nvSpPr>
              <p:cNvPr id="1552" name="four:barrier-filling:filled-output-cell-157:1552">
                <a:extLst>
                  <a:ext uri="{FF2B5EF4-FFF2-40B4-BE49-F238E27FC236}">
                    <ns2:creationId id="{3AB525E3-40F3-4683-A736-146341B0C093}"/>
                  </a:ext>
                </a:extLst>
              </p:cNvPr>
              <p:cNvSpPr>
                <a:spLocks noGrp="1"/>
              </p:cNvSpPr>
              <p:nvPr/>
            </p:nvSpPr>
            <p:spPr>
              <a:xfrm>
                <a:off x="18966855" y="7343775"/>
                <a:ext cx="19248" cy="200025"/>
              </a:xfrm>
              <a:prstGeom prst="rect">
                <a:avLst/>
              </a:prstGeom>
              <a:solidFill>
                <a:srgbClr val="DCE8ED"/>
              </a:solidFill>
              <a:ln w="0">
                <a:noFill/>
                <a:prstDash val="solid"/>
              </a:ln>
            </p:spPr>
          </p:sp>
          <p:sp>
            <p:nvSpPr>
              <p:cNvPr id="1553" name="four:barrier-filling:filled-output-cell-158:1553">
                <a:extLst>
                  <a:ext uri="{FF2B5EF4-FFF2-40B4-BE49-F238E27FC236}">
                    <ns2:creationId id="{6419D288-0CA8-4641-AB49-8A09EC4C6F5E}"/>
                  </a:ext>
                </a:extLst>
              </p:cNvPr>
              <p:cNvSpPr>
                <a:spLocks noGrp="1"/>
              </p:cNvSpPr>
              <p:nvPr/>
            </p:nvSpPr>
            <p:spPr>
              <a:xfrm>
                <a:off x="18986103" y="7343775"/>
                <a:ext cx="19248" cy="200025"/>
              </a:xfrm>
              <a:prstGeom prst="rect">
                <a:avLst/>
              </a:prstGeom>
              <a:solidFill>
                <a:srgbClr val="DCE8ED"/>
              </a:solidFill>
              <a:ln w="0">
                <a:noFill/>
                <a:prstDash val="solid"/>
              </a:ln>
            </p:spPr>
          </p:sp>
          <p:sp>
            <p:nvSpPr>
              <p:cNvPr id="1554" name="four:barrier-filling:filled-output-cell-159:1554">
                <a:extLst>
                  <a:ext uri="{FF2B5EF4-FFF2-40B4-BE49-F238E27FC236}">
                    <ns2:creationId id="{20133BEA-1F60-4E99-8EDA-A1B930021A78}"/>
                  </a:ext>
                </a:extLst>
              </p:cNvPr>
              <p:cNvSpPr>
                <a:spLocks noGrp="1"/>
              </p:cNvSpPr>
              <p:nvPr/>
            </p:nvSpPr>
            <p:spPr>
              <a:xfrm>
                <a:off x="19005352" y="7343775"/>
                <a:ext cx="19248" cy="200025"/>
              </a:xfrm>
              <a:prstGeom prst="rect">
                <a:avLst/>
              </a:prstGeom>
              <a:solidFill>
                <a:srgbClr val="DCE8ED"/>
              </a:solidFill>
              <a:ln w="0">
                <a:noFill/>
                <a:prstDash val="solid"/>
              </a:ln>
            </p:spPr>
          </p:sp>
          <p:sp>
            <p:nvSpPr>
              <p:cNvPr id="1555" name="four:barrier-filling:filled-output-cell-160:1555">
                <a:extLst>
                  <a:ext uri="{FF2B5EF4-FFF2-40B4-BE49-F238E27FC236}">
                    <ns2:creationId id="{5733DB6A-DBF4-4C2C-9C13-8FFBC61CA1A1}"/>
                  </a:ext>
                </a:extLst>
              </p:cNvPr>
              <p:cNvSpPr>
                <a:spLocks noGrp="1"/>
              </p:cNvSpPr>
              <p:nvPr/>
            </p:nvSpPr>
            <p:spPr>
              <a:xfrm>
                <a:off x="19024600" y="7343775"/>
                <a:ext cx="19248" cy="200025"/>
              </a:xfrm>
              <a:prstGeom prst="rect">
                <a:avLst/>
              </a:prstGeom>
              <a:solidFill>
                <a:srgbClr val="DCE8ED"/>
              </a:solidFill>
              <a:ln w="0">
                <a:noFill/>
                <a:prstDash val="solid"/>
              </a:ln>
            </p:spPr>
          </p:sp>
          <p:sp>
            <p:nvSpPr>
              <p:cNvPr id="1556" name="four:barrier-filling:filled-output-cell-161:1556">
                <a:extLst>
                  <a:ext uri="{FF2B5EF4-FFF2-40B4-BE49-F238E27FC236}">
                    <ns2:creationId id="{B8DA04D5-84DF-4583-983D-C419590E08BE}"/>
                  </a:ext>
                </a:extLst>
              </p:cNvPr>
              <p:cNvSpPr>
                <a:spLocks noGrp="1"/>
              </p:cNvSpPr>
              <p:nvPr/>
            </p:nvSpPr>
            <p:spPr>
              <a:xfrm>
                <a:off x="19043848" y="7343775"/>
                <a:ext cx="19248" cy="200025"/>
              </a:xfrm>
              <a:prstGeom prst="rect">
                <a:avLst/>
              </a:prstGeom>
              <a:solidFill>
                <a:srgbClr val="DCE8ED"/>
              </a:solidFill>
              <a:ln w="0">
                <a:noFill/>
                <a:prstDash val="solid"/>
              </a:ln>
            </p:spPr>
          </p:sp>
          <p:sp>
            <p:nvSpPr>
              <p:cNvPr id="1557" name="four:barrier-filling:filled-output-cell-162:1557">
                <a:extLst>
                  <a:ext uri="{FF2B5EF4-FFF2-40B4-BE49-F238E27FC236}">
                    <ns2:creationId id="{1FBED837-526C-4E51-BB13-A1352F8C9A16}"/>
                  </a:ext>
                </a:extLst>
              </p:cNvPr>
              <p:cNvSpPr>
                <a:spLocks noGrp="1"/>
              </p:cNvSpPr>
              <p:nvPr/>
            </p:nvSpPr>
            <p:spPr>
              <a:xfrm>
                <a:off x="19063097" y="7343775"/>
                <a:ext cx="19248" cy="200025"/>
              </a:xfrm>
              <a:prstGeom prst="rect">
                <a:avLst/>
              </a:prstGeom>
              <a:solidFill>
                <a:srgbClr val="DCE6E9"/>
              </a:solidFill>
              <a:ln w="0">
                <a:noFill/>
                <a:prstDash val="solid"/>
              </a:ln>
            </p:spPr>
          </p:sp>
          <p:sp>
            <p:nvSpPr>
              <p:cNvPr id="1558" name="four:barrier-filling:filled-output-cell-163:1558">
                <a:extLst>
                  <a:ext uri="{FF2B5EF4-FFF2-40B4-BE49-F238E27FC236}">
                    <ns2:creationId id="{ED49969D-866A-4B26-9C23-0E5F3402EA6C}"/>
                  </a:ext>
                </a:extLst>
              </p:cNvPr>
              <p:cNvSpPr>
                <a:spLocks noGrp="1"/>
              </p:cNvSpPr>
              <p:nvPr/>
            </p:nvSpPr>
            <p:spPr>
              <a:xfrm>
                <a:off x="19082345" y="7343775"/>
                <a:ext cx="19248" cy="200025"/>
              </a:xfrm>
              <a:prstGeom prst="rect">
                <a:avLst/>
              </a:prstGeom>
              <a:solidFill>
                <a:srgbClr val="DADCDB"/>
              </a:solidFill>
              <a:ln w="0">
                <a:noFill/>
                <a:prstDash val="solid"/>
              </a:ln>
            </p:spPr>
          </p:sp>
          <p:sp>
            <p:nvSpPr>
              <p:cNvPr id="1559" name="four:barrier-filling:filled-output-cell-164:1559">
                <a:extLst>
                  <a:ext uri="{FF2B5EF4-FFF2-40B4-BE49-F238E27FC236}">
                    <ns2:creationId id="{BDCB4A6A-D3BF-435B-87C7-BD77758723C3}"/>
                  </a:ext>
                </a:extLst>
              </p:cNvPr>
              <p:cNvSpPr>
                <a:spLocks noGrp="1"/>
              </p:cNvSpPr>
              <p:nvPr/>
            </p:nvSpPr>
            <p:spPr>
              <a:xfrm>
                <a:off x="19101594" y="7343775"/>
                <a:ext cx="19248" cy="200025"/>
              </a:xfrm>
              <a:prstGeom prst="rect">
                <a:avLst/>
              </a:prstGeom>
              <a:solidFill>
                <a:srgbClr val="D7C8D9"/>
              </a:solidFill>
              <a:ln w="0">
                <a:noFill/>
                <a:prstDash val="solid"/>
              </a:ln>
            </p:spPr>
          </p:sp>
          <p:sp>
            <p:nvSpPr>
              <p:cNvPr id="1560" name="four:barrier-filling:filled-output-cell-165:1560">
                <a:extLst>
                  <a:ext uri="{FF2B5EF4-FFF2-40B4-BE49-F238E27FC236}">
                    <ns2:creationId id="{A4453AB3-9918-4BC8-A38F-19DA5D5E28B6}"/>
                  </a:ext>
                </a:extLst>
              </p:cNvPr>
              <p:cNvSpPr>
                <a:spLocks noGrp="1"/>
              </p:cNvSpPr>
              <p:nvPr/>
            </p:nvSpPr>
            <p:spPr>
              <a:xfrm>
                <a:off x="19120842" y="7343775"/>
                <a:ext cx="19248" cy="200025"/>
              </a:xfrm>
              <a:prstGeom prst="rect">
                <a:avLst/>
              </a:prstGeom>
              <a:solidFill>
                <a:srgbClr val="D4B2CB"/>
              </a:solidFill>
              <a:ln w="0">
                <a:noFill/>
                <a:prstDash val="solid"/>
              </a:ln>
            </p:spPr>
          </p:sp>
          <p:sp>
            <p:nvSpPr>
              <p:cNvPr id="1561" name="four:barrier-filling:filled-output-cell-166:1561">
                <a:extLst>
                  <a:ext uri="{FF2B5EF4-FFF2-40B4-BE49-F238E27FC236}">
                    <ns2:creationId id="{95B138DA-24B1-4F13-9254-BC9EBD780506}"/>
                  </a:ext>
                </a:extLst>
              </p:cNvPr>
              <p:cNvSpPr>
                <a:spLocks noGrp="1"/>
              </p:cNvSpPr>
              <p:nvPr/>
            </p:nvSpPr>
            <p:spPr>
              <a:xfrm>
                <a:off x="19140091" y="7343775"/>
                <a:ext cx="19248" cy="200025"/>
              </a:xfrm>
              <a:prstGeom prst="rect">
                <a:avLst/>
              </a:prstGeom>
              <a:solidFill>
                <a:srgbClr val="D19DBE"/>
              </a:solidFill>
              <a:ln w="0">
                <a:noFill/>
                <a:prstDash val="solid"/>
              </a:ln>
            </p:spPr>
          </p:sp>
          <p:sp>
            <p:nvSpPr>
              <p:cNvPr id="1562" name="four:barrier-filling:filled-output-cell-167:1562">
                <a:extLst>
                  <a:ext uri="{FF2B5EF4-FFF2-40B4-BE49-F238E27FC236}">
                    <ns2:creationId id="{F6E16BFB-3616-4AD2-BB1D-FCAFD155C480}"/>
                  </a:ext>
                </a:extLst>
              </p:cNvPr>
              <p:cNvSpPr>
                <a:spLocks noGrp="1"/>
              </p:cNvSpPr>
              <p:nvPr/>
            </p:nvSpPr>
            <p:spPr>
              <a:xfrm>
                <a:off x="19159339" y="7343775"/>
                <a:ext cx="19248" cy="200025"/>
              </a:xfrm>
              <a:prstGeom prst="rect">
                <a:avLst/>
              </a:prstGeom>
              <a:solidFill>
                <a:srgbClr val="CF8AB2"/>
              </a:solidFill>
              <a:ln w="0">
                <a:noFill/>
                <a:prstDash val="solid"/>
              </a:ln>
            </p:spPr>
          </p:sp>
          <p:sp>
            <p:nvSpPr>
              <p:cNvPr id="1563" name="four:barrier-filling:filled-output-cell-168:1563">
                <a:extLst>
                  <a:ext uri="{FF2B5EF4-FFF2-40B4-BE49-F238E27FC236}">
                    <ns2:creationId id="{C11BFB50-7FE1-4D21-BDD9-DE558076C1B9}"/>
                  </a:ext>
                </a:extLst>
              </p:cNvPr>
              <p:cNvSpPr>
                <a:spLocks noGrp="1"/>
              </p:cNvSpPr>
              <p:nvPr/>
            </p:nvSpPr>
            <p:spPr>
              <a:xfrm>
                <a:off x="19178588" y="7343775"/>
                <a:ext cx="19248" cy="200025"/>
              </a:xfrm>
              <a:prstGeom prst="rect">
                <a:avLst/>
              </a:prstGeom>
              <a:solidFill>
                <a:srgbClr val="CD7EAA"/>
              </a:solidFill>
              <a:ln w="0">
                <a:noFill/>
                <a:prstDash val="solid"/>
              </a:ln>
            </p:spPr>
          </p:sp>
          <p:sp>
            <p:nvSpPr>
              <p:cNvPr id="1564" name="four:barrier-filling:filled-output-cell-169:1564">
                <a:extLst>
                  <a:ext uri="{FF2B5EF4-FFF2-40B4-BE49-F238E27FC236}">
                    <ns2:creationId id="{00BC080F-94C9-43A5-997A-6498A687351C}"/>
                  </a:ext>
                </a:extLst>
              </p:cNvPr>
              <p:cNvSpPr>
                <a:spLocks noGrp="1"/>
              </p:cNvSpPr>
              <p:nvPr/>
            </p:nvSpPr>
            <p:spPr>
              <a:xfrm>
                <a:off x="19197836" y="7343775"/>
                <a:ext cx="19248" cy="200025"/>
              </a:xfrm>
              <a:prstGeom prst="rect">
                <a:avLst/>
              </a:prstGeom>
              <a:solidFill>
                <a:srgbClr val="CC79A7"/>
              </a:solidFill>
              <a:ln w="0">
                <a:noFill/>
                <a:prstDash val="solid"/>
              </a:ln>
            </p:spPr>
          </p:sp>
          <p:sp>
            <p:nvSpPr>
              <p:cNvPr id="1565" name="four:barrier-filling:filled-output-cell-170:1565">
                <a:extLst>
                  <a:ext uri="{FF2B5EF4-FFF2-40B4-BE49-F238E27FC236}">
                    <ns2:creationId id="{D544B00D-F738-4A79-AF3D-AC5B153D786F}"/>
                  </a:ext>
                </a:extLst>
              </p:cNvPr>
              <p:cNvSpPr>
                <a:spLocks noGrp="1"/>
              </p:cNvSpPr>
              <p:nvPr/>
            </p:nvSpPr>
            <p:spPr>
              <a:xfrm>
                <a:off x="19217084" y="7343775"/>
                <a:ext cx="19248" cy="200025"/>
              </a:xfrm>
              <a:prstGeom prst="rect">
                <a:avLst/>
              </a:prstGeom>
              <a:solidFill>
                <a:srgbClr val="CC79A7"/>
              </a:solidFill>
              <a:ln w="0">
                <a:noFill/>
                <a:prstDash val="solid"/>
              </a:ln>
            </p:spPr>
          </p:sp>
          <p:sp>
            <p:nvSpPr>
              <p:cNvPr id="1566" name="four:barrier-filling:filled-output-cell-171:1566">
                <a:extLst>
                  <a:ext uri="{FF2B5EF4-FFF2-40B4-BE49-F238E27FC236}">
                    <ns2:creationId id="{03A8599C-794A-464A-9238-F1400ECF849A}"/>
                  </a:ext>
                </a:extLst>
              </p:cNvPr>
              <p:cNvSpPr>
                <a:spLocks noGrp="1"/>
              </p:cNvSpPr>
              <p:nvPr/>
            </p:nvSpPr>
            <p:spPr>
              <a:xfrm>
                <a:off x="19236333" y="7343775"/>
                <a:ext cx="19248" cy="200025"/>
              </a:xfrm>
              <a:prstGeom prst="rect">
                <a:avLst/>
              </a:prstGeom>
              <a:solidFill>
                <a:srgbClr val="CC79A7"/>
              </a:solidFill>
              <a:ln w="0">
                <a:noFill/>
                <a:prstDash val="solid"/>
              </a:ln>
            </p:spPr>
          </p:sp>
          <p:sp>
            <p:nvSpPr>
              <p:cNvPr id="1567" name="four:barrier-filling:filled-output-cell-172:1567">
                <a:extLst>
                  <a:ext uri="{FF2B5EF4-FFF2-40B4-BE49-F238E27FC236}">
                    <ns2:creationId id="{72AD747B-480C-4F42-A5FD-18817A564909}"/>
                  </a:ext>
                </a:extLst>
              </p:cNvPr>
              <p:cNvSpPr>
                <a:spLocks noGrp="1"/>
              </p:cNvSpPr>
              <p:nvPr/>
            </p:nvSpPr>
            <p:spPr>
              <a:xfrm>
                <a:off x="19255581" y="7343775"/>
                <a:ext cx="19248" cy="200025"/>
              </a:xfrm>
              <a:prstGeom prst="rect">
                <a:avLst/>
              </a:prstGeom>
              <a:solidFill>
                <a:srgbClr val="CC79A7"/>
              </a:solidFill>
              <a:ln w="0">
                <a:noFill/>
                <a:prstDash val="solid"/>
              </a:ln>
            </p:spPr>
          </p:sp>
          <p:sp>
            <p:nvSpPr>
              <p:cNvPr id="1568" name="four:barrier-filling:filled-output-cell-173:1568">
                <a:extLst>
                  <a:ext uri="{FF2B5EF4-FFF2-40B4-BE49-F238E27FC236}">
                    <ns2:creationId id="{86E02D66-EF8B-45C8-9DF8-AD096B9A795D}"/>
                  </a:ext>
                </a:extLst>
              </p:cNvPr>
              <p:cNvSpPr>
                <a:spLocks noGrp="1"/>
              </p:cNvSpPr>
              <p:nvPr/>
            </p:nvSpPr>
            <p:spPr>
              <a:xfrm>
                <a:off x="19274830" y="7343775"/>
                <a:ext cx="19248" cy="200025"/>
              </a:xfrm>
              <a:prstGeom prst="rect">
                <a:avLst/>
              </a:prstGeom>
              <a:solidFill>
                <a:srgbClr val="CC79A7"/>
              </a:solidFill>
              <a:ln w="0">
                <a:noFill/>
                <a:prstDash val="solid"/>
              </a:ln>
            </p:spPr>
          </p:sp>
          <p:sp>
            <p:nvSpPr>
              <p:cNvPr id="1569" name="four:barrier-filling:filled-output-cell-174:1569">
                <a:extLst>
                  <a:ext uri="{FF2B5EF4-FFF2-40B4-BE49-F238E27FC236}">
                    <ns2:creationId id="{4125E4ED-E7D6-4D2A-A1BD-8C115A83CE99}"/>
                  </a:ext>
                </a:extLst>
              </p:cNvPr>
              <p:cNvSpPr>
                <a:spLocks noGrp="1"/>
              </p:cNvSpPr>
              <p:nvPr/>
            </p:nvSpPr>
            <p:spPr>
              <a:xfrm>
                <a:off x="19294078" y="7343775"/>
                <a:ext cx="19248" cy="200025"/>
              </a:xfrm>
              <a:prstGeom prst="rect">
                <a:avLst/>
              </a:prstGeom>
              <a:solidFill>
                <a:srgbClr val="CC79A7"/>
              </a:solidFill>
              <a:ln w="0">
                <a:noFill/>
                <a:prstDash val="solid"/>
              </a:ln>
            </p:spPr>
          </p:sp>
          <p:sp>
            <p:nvSpPr>
              <p:cNvPr id="1570" name="four:barrier-filling:filled-output-cell-175:1570">
                <a:extLst>
                  <a:ext uri="{FF2B5EF4-FFF2-40B4-BE49-F238E27FC236}">
                    <ns2:creationId id="{25EFDF33-BD23-485D-A98B-28F6C372E400}"/>
                  </a:ext>
                </a:extLst>
              </p:cNvPr>
              <p:cNvSpPr>
                <a:spLocks noGrp="1"/>
              </p:cNvSpPr>
              <p:nvPr/>
            </p:nvSpPr>
            <p:spPr>
              <a:xfrm>
                <a:off x="19313327" y="7343775"/>
                <a:ext cx="19248" cy="200025"/>
              </a:xfrm>
              <a:prstGeom prst="rect">
                <a:avLst/>
              </a:prstGeom>
              <a:solidFill>
                <a:srgbClr val="CC79A7"/>
              </a:solidFill>
              <a:ln w="0">
                <a:noFill/>
                <a:prstDash val="solid"/>
              </a:ln>
            </p:spPr>
          </p:sp>
          <p:sp>
            <p:nvSpPr>
              <p:cNvPr id="1571" name="four:barrier-filling:filled-output-cell-176:1571">
                <a:extLst>
                  <a:ext uri="{FF2B5EF4-FFF2-40B4-BE49-F238E27FC236}">
                    <ns2:creationId id="{2FEAD2D9-D12C-4E9E-8095-9AEFBFC4F07C}"/>
                  </a:ext>
                </a:extLst>
              </p:cNvPr>
              <p:cNvSpPr>
                <a:spLocks noGrp="1"/>
              </p:cNvSpPr>
              <p:nvPr/>
            </p:nvSpPr>
            <p:spPr>
              <a:xfrm>
                <a:off x="19332575" y="7343775"/>
                <a:ext cx="19248" cy="200025"/>
              </a:xfrm>
              <a:prstGeom prst="rect">
                <a:avLst/>
              </a:prstGeom>
              <a:solidFill>
                <a:srgbClr val="CC79A7"/>
              </a:solidFill>
              <a:ln w="0">
                <a:noFill/>
                <a:prstDash val="solid"/>
              </a:ln>
            </p:spPr>
          </p:sp>
          <p:sp>
            <p:nvSpPr>
              <p:cNvPr id="1572" name="four:barrier-filling:filled-output-cell-177:1572">
                <a:extLst>
                  <a:ext uri="{FF2B5EF4-FFF2-40B4-BE49-F238E27FC236}">
                    <ns2:creationId id="{FEFD1341-5B08-49CC-8FE4-BB6B5D9BB518}"/>
                  </a:ext>
                </a:extLst>
              </p:cNvPr>
              <p:cNvSpPr>
                <a:spLocks noGrp="1"/>
              </p:cNvSpPr>
              <p:nvPr/>
            </p:nvSpPr>
            <p:spPr>
              <a:xfrm>
                <a:off x="19351823" y="7343775"/>
                <a:ext cx="19248" cy="200025"/>
              </a:xfrm>
              <a:prstGeom prst="rect">
                <a:avLst/>
              </a:prstGeom>
              <a:solidFill>
                <a:srgbClr val="CC79A7"/>
              </a:solidFill>
              <a:ln w="0">
                <a:noFill/>
                <a:prstDash val="solid"/>
              </a:ln>
            </p:spPr>
          </p:sp>
          <p:sp>
            <p:nvSpPr>
              <p:cNvPr id="1573" name="four:barrier-filling:filled-output-cell-178:1573">
                <a:extLst>
                  <a:ext uri="{FF2B5EF4-FFF2-40B4-BE49-F238E27FC236}">
                    <ns2:creationId id="{EB9225AF-DA40-411C-9A50-C11C7EA84485}"/>
                  </a:ext>
                </a:extLst>
              </p:cNvPr>
              <p:cNvSpPr>
                <a:spLocks noGrp="1"/>
              </p:cNvSpPr>
              <p:nvPr/>
            </p:nvSpPr>
            <p:spPr>
              <a:xfrm>
                <a:off x="19371072" y="7343775"/>
                <a:ext cx="19248" cy="200025"/>
              </a:xfrm>
              <a:prstGeom prst="rect">
                <a:avLst/>
              </a:prstGeom>
              <a:solidFill>
                <a:srgbClr val="CC79A7"/>
              </a:solidFill>
              <a:ln w="0">
                <a:noFill/>
                <a:prstDash val="solid"/>
              </a:ln>
            </p:spPr>
          </p:sp>
          <p:sp>
            <p:nvSpPr>
              <p:cNvPr id="1574" name="four:barrier-filling:filled-output-cell-179:1574">
                <a:extLst>
                  <a:ext uri="{FF2B5EF4-FFF2-40B4-BE49-F238E27FC236}">
                    <ns2:creationId id="{1AD30BC3-8215-448F-A8DB-AFFBF6310CB4}"/>
                  </a:ext>
                </a:extLst>
              </p:cNvPr>
              <p:cNvSpPr>
                <a:spLocks noGrp="1"/>
              </p:cNvSpPr>
              <p:nvPr/>
            </p:nvSpPr>
            <p:spPr>
              <a:xfrm>
                <a:off x="19390320" y="7343775"/>
                <a:ext cx="19248" cy="200025"/>
              </a:xfrm>
              <a:prstGeom prst="rect">
                <a:avLst/>
              </a:prstGeom>
              <a:solidFill>
                <a:srgbClr val="CC79A7"/>
              </a:solidFill>
              <a:ln w="0">
                <a:noFill/>
                <a:prstDash val="solid"/>
              </a:ln>
            </p:spPr>
          </p:sp>
          <p:sp>
            <p:nvSpPr>
              <p:cNvPr id="1575" name="four:barrier-filling:filled-output-cell-180:1575">
                <a:extLst>
                  <a:ext uri="{FF2B5EF4-FFF2-40B4-BE49-F238E27FC236}">
                    <ns2:creationId id="{9049CD2E-4EB3-43B9-AA1D-8BEDB834F094}"/>
                  </a:ext>
                </a:extLst>
              </p:cNvPr>
              <p:cNvSpPr>
                <a:spLocks noGrp="1"/>
              </p:cNvSpPr>
              <p:nvPr/>
            </p:nvSpPr>
            <p:spPr>
              <a:xfrm>
                <a:off x="19409569" y="7343775"/>
                <a:ext cx="19248" cy="200025"/>
              </a:xfrm>
              <a:prstGeom prst="rect">
                <a:avLst/>
              </a:prstGeom>
              <a:solidFill>
                <a:srgbClr val="CC79A7"/>
              </a:solidFill>
              <a:ln w="0">
                <a:noFill/>
                <a:prstDash val="solid"/>
              </a:ln>
            </p:spPr>
          </p:sp>
          <p:sp>
            <p:nvSpPr>
              <p:cNvPr id="1576" name="four:barrier-filling:filled-output-cell-181:1576">
                <a:extLst>
                  <a:ext uri="{FF2B5EF4-FFF2-40B4-BE49-F238E27FC236}">
                    <ns2:creationId id="{075D6AC1-81D4-43BE-8BC3-3961A7A3F226}"/>
                  </a:ext>
                </a:extLst>
              </p:cNvPr>
              <p:cNvSpPr>
                <a:spLocks noGrp="1"/>
              </p:cNvSpPr>
              <p:nvPr/>
            </p:nvSpPr>
            <p:spPr>
              <a:xfrm>
                <a:off x="19428817" y="7343775"/>
                <a:ext cx="19248" cy="200025"/>
              </a:xfrm>
              <a:prstGeom prst="rect">
                <a:avLst/>
              </a:prstGeom>
              <a:solidFill>
                <a:srgbClr val="CC79A7"/>
              </a:solidFill>
              <a:ln w="0">
                <a:noFill/>
                <a:prstDash val="solid"/>
              </a:ln>
            </p:spPr>
          </p:sp>
          <p:sp>
            <p:nvSpPr>
              <p:cNvPr id="1577" name="four:barrier-filling:filled-output-cell-182:1577">
                <a:extLst>
                  <a:ext uri="{FF2B5EF4-FFF2-40B4-BE49-F238E27FC236}">
                    <ns2:creationId id="{9DA1318B-A968-4971-BEB7-35A288AE98E0}"/>
                  </a:ext>
                </a:extLst>
              </p:cNvPr>
              <p:cNvSpPr>
                <a:spLocks noGrp="1"/>
              </p:cNvSpPr>
              <p:nvPr/>
            </p:nvSpPr>
            <p:spPr>
              <a:xfrm>
                <a:off x="19448066" y="7343775"/>
                <a:ext cx="19248" cy="200025"/>
              </a:xfrm>
              <a:prstGeom prst="rect">
                <a:avLst/>
              </a:prstGeom>
              <a:solidFill>
                <a:srgbClr val="CC79A7"/>
              </a:solidFill>
              <a:ln w="0">
                <a:noFill/>
                <a:prstDash val="solid"/>
              </a:ln>
            </p:spPr>
          </p:sp>
          <p:sp>
            <p:nvSpPr>
              <p:cNvPr id="1578" name="four:barrier-filling:filled-output-cell-183:1578">
                <a:extLst>
                  <a:ext uri="{FF2B5EF4-FFF2-40B4-BE49-F238E27FC236}">
                    <ns2:creationId id="{802E8ED8-50FA-4714-806B-35CFE2D6F343}"/>
                  </a:ext>
                </a:extLst>
              </p:cNvPr>
              <p:cNvSpPr>
                <a:spLocks noGrp="1"/>
              </p:cNvSpPr>
              <p:nvPr/>
            </p:nvSpPr>
            <p:spPr>
              <a:xfrm>
                <a:off x="19467314" y="7343775"/>
                <a:ext cx="19248" cy="200025"/>
              </a:xfrm>
              <a:prstGeom prst="rect">
                <a:avLst/>
              </a:prstGeom>
              <a:solidFill>
                <a:srgbClr val="CE88B0"/>
              </a:solidFill>
              <a:ln w="0">
                <a:noFill/>
                <a:prstDash val="solid"/>
              </a:ln>
            </p:spPr>
          </p:sp>
          <p:sp>
            <p:nvSpPr>
              <p:cNvPr id="1579" name="four:barrier-filling:filled-output-cell-184:1579">
                <a:extLst>
                  <a:ext uri="{FF2B5EF4-FFF2-40B4-BE49-F238E27FC236}">
                    <ns2:creationId id="{D0770EC2-A11C-45C4-BFF4-A246501E240C}"/>
                  </a:ext>
                </a:extLst>
              </p:cNvPr>
              <p:cNvSpPr>
                <a:spLocks noGrp="1"/>
              </p:cNvSpPr>
              <p:nvPr/>
            </p:nvSpPr>
            <p:spPr>
              <a:xfrm>
                <a:off x="19486563" y="7343775"/>
                <a:ext cx="19248" cy="200025"/>
              </a:xfrm>
              <a:prstGeom prst="rect">
                <a:avLst/>
              </a:prstGeom>
              <a:solidFill>
                <a:srgbClr val="D2A6C3"/>
              </a:solidFill>
              <a:ln w="0">
                <a:noFill/>
                <a:prstDash val="solid"/>
              </a:ln>
            </p:spPr>
          </p:sp>
          <p:sp>
            <p:nvSpPr>
              <p:cNvPr id="1580" name="four:barrier-filling:filled-output-cell-185:1580">
                <a:extLst>
                  <a:ext uri="{FF2B5EF4-FFF2-40B4-BE49-F238E27FC236}">
                    <ns2:creationId id="{AA09D539-8307-4E2D-BA95-009CAD449DB2}"/>
                  </a:ext>
                </a:extLst>
              </p:cNvPr>
              <p:cNvSpPr>
                <a:spLocks noGrp="1"/>
              </p:cNvSpPr>
              <p:nvPr/>
            </p:nvSpPr>
            <p:spPr>
              <a:xfrm>
                <a:off x="19505811" y="7343775"/>
                <a:ext cx="19248" cy="200025"/>
              </a:xfrm>
              <a:prstGeom prst="rect">
                <a:avLst/>
              </a:prstGeom>
              <a:solidFill>
                <a:srgbClr val="D7C8D9"/>
              </a:solidFill>
              <a:ln w="0">
                <a:noFill/>
                <a:prstDash val="solid"/>
              </a:ln>
            </p:spPr>
          </p:sp>
          <p:sp>
            <p:nvSpPr>
              <p:cNvPr id="1581" name="four:barrier-filling:filled-output-cell-186:1581">
                <a:extLst>
                  <a:ext uri="{FF2B5EF4-FFF2-40B4-BE49-F238E27FC236}">
                    <ns2:creationId id="{A92C97CB-2D9A-49B3-B851-76A63269B4AB}"/>
                  </a:ext>
                </a:extLst>
              </p:cNvPr>
              <p:cNvSpPr>
                <a:spLocks noGrp="1"/>
              </p:cNvSpPr>
              <p:nvPr/>
            </p:nvSpPr>
            <p:spPr>
              <a:xfrm>
                <a:off x="19525059" y="7343775"/>
                <a:ext cx="19248" cy="200025"/>
              </a:xfrm>
              <a:prstGeom prst="rect">
                <a:avLst/>
              </a:prstGeom>
              <a:solidFill>
                <a:srgbClr val="DBE3E5"/>
              </a:solidFill>
              <a:ln w="0">
                <a:noFill/>
                <a:prstDash val="solid"/>
              </a:ln>
            </p:spPr>
          </p:sp>
          <p:sp>
            <p:nvSpPr>
              <p:cNvPr id="1582" name="four:barrier-filling:filled-output-cell-187:1582">
                <a:extLst>
                  <a:ext uri="{FF2B5EF4-FFF2-40B4-BE49-F238E27FC236}">
                    <ns2:creationId id="{5E8567B3-7155-4560-838C-3D82B5991328}"/>
                  </a:ext>
                </a:extLst>
              </p:cNvPr>
              <p:cNvSpPr>
                <a:spLocks noGrp="1"/>
              </p:cNvSpPr>
              <p:nvPr/>
            </p:nvSpPr>
            <p:spPr>
              <a:xfrm>
                <a:off x="19544308" y="7343775"/>
                <a:ext cx="19248" cy="200025"/>
              </a:xfrm>
              <a:prstGeom prst="rect">
                <a:avLst/>
              </a:prstGeom>
              <a:solidFill>
                <a:srgbClr val="DCE8ED"/>
              </a:solidFill>
              <a:ln w="0">
                <a:noFill/>
                <a:prstDash val="solid"/>
              </a:ln>
            </p:spPr>
          </p:sp>
          <p:sp>
            <p:nvSpPr>
              <p:cNvPr id="1583" name="four:barrier-filling:filled-output-cell-188:1583">
                <a:extLst>
                  <a:ext uri="{FF2B5EF4-FFF2-40B4-BE49-F238E27FC236}">
                    <ns2:creationId id="{D56E1460-5B47-428D-A8F8-816B3261AC39}"/>
                  </a:ext>
                </a:extLst>
              </p:cNvPr>
              <p:cNvSpPr>
                <a:spLocks noGrp="1"/>
              </p:cNvSpPr>
              <p:nvPr/>
            </p:nvSpPr>
            <p:spPr>
              <a:xfrm>
                <a:off x="19563556" y="7343775"/>
                <a:ext cx="19248" cy="200025"/>
              </a:xfrm>
              <a:prstGeom prst="rect">
                <a:avLst/>
              </a:prstGeom>
              <a:solidFill>
                <a:srgbClr val="DCE8ED"/>
              </a:solidFill>
              <a:ln w="0">
                <a:noFill/>
                <a:prstDash val="solid"/>
              </a:ln>
            </p:spPr>
          </p:sp>
          <p:sp>
            <p:nvSpPr>
              <p:cNvPr id="1584" name="four:barrier-filling:filled-output-cell-189:1584">
                <a:extLst>
                  <a:ext uri="{FF2B5EF4-FFF2-40B4-BE49-F238E27FC236}">
                    <ns2:creationId id="{AE24FCC7-FA2A-47CE-980E-9028DC790B3F}"/>
                  </a:ext>
                </a:extLst>
              </p:cNvPr>
              <p:cNvSpPr>
                <a:spLocks noGrp="1"/>
              </p:cNvSpPr>
              <p:nvPr/>
            </p:nvSpPr>
            <p:spPr>
              <a:xfrm>
                <a:off x="19582805" y="7343775"/>
                <a:ext cx="19248" cy="200025"/>
              </a:xfrm>
              <a:prstGeom prst="rect">
                <a:avLst/>
              </a:prstGeom>
              <a:solidFill>
                <a:srgbClr val="DCE8ED"/>
              </a:solidFill>
              <a:ln w="0">
                <a:noFill/>
                <a:prstDash val="solid"/>
              </a:ln>
            </p:spPr>
          </p:sp>
          <p:sp>
            <p:nvSpPr>
              <p:cNvPr id="1585" name="four:barrier-filling:filled-output-cell-190:1585">
                <a:extLst>
                  <a:ext uri="{FF2B5EF4-FFF2-40B4-BE49-F238E27FC236}">
                    <ns2:creationId id="{43664FF5-B074-46D2-A01C-99C1137B7496}"/>
                  </a:ext>
                </a:extLst>
              </p:cNvPr>
              <p:cNvSpPr>
                <a:spLocks noGrp="1"/>
              </p:cNvSpPr>
              <p:nvPr/>
            </p:nvSpPr>
            <p:spPr>
              <a:xfrm>
                <a:off x="19602053" y="7343775"/>
                <a:ext cx="19248" cy="200025"/>
              </a:xfrm>
              <a:prstGeom prst="rect">
                <a:avLst/>
              </a:prstGeom>
              <a:solidFill>
                <a:srgbClr val="DCE8ED"/>
              </a:solidFill>
              <a:ln w="0">
                <a:noFill/>
                <a:prstDash val="solid"/>
              </a:ln>
            </p:spPr>
          </p:sp>
          <p:sp>
            <p:nvSpPr>
              <p:cNvPr id="1586" name="four:barrier-filling:filled-output-cell-191:1586">
                <a:extLst>
                  <a:ext uri="{FF2B5EF4-FFF2-40B4-BE49-F238E27FC236}">
                    <ns2:creationId id="{27DB1C06-D154-481F-8030-E17ABF3BDD86}"/>
                  </a:ext>
                </a:extLst>
              </p:cNvPr>
              <p:cNvSpPr>
                <a:spLocks noGrp="1"/>
              </p:cNvSpPr>
              <p:nvPr/>
            </p:nvSpPr>
            <p:spPr>
              <a:xfrm>
                <a:off x="19621302" y="7343775"/>
                <a:ext cx="19248" cy="200025"/>
              </a:xfrm>
              <a:prstGeom prst="rect">
                <a:avLst/>
              </a:prstGeom>
              <a:solidFill>
                <a:srgbClr val="DCE8ED"/>
              </a:solidFill>
              <a:ln w="0">
                <a:noFill/>
                <a:prstDash val="solid"/>
              </a:ln>
            </p:spPr>
          </p:sp>
          <p:sp>
            <p:nvSpPr>
              <p:cNvPr id="1587" name="four:barrier-filling:filled-output-border:1587">
                <a:extLst>
                  <a:ext uri="{FF2B5EF4-FFF2-40B4-BE49-F238E27FC236}">
                    <ns2:creationId id="{D17E0D52-A6F1-41CA-ADD2-A32DA56DAAD9}"/>
                  </a:ext>
                </a:extLst>
              </p:cNvPr>
              <p:cNvSpPr>
                <a:spLocks noGrp="1"/>
              </p:cNvSpPr>
              <p:nvPr/>
            </p:nvSpPr>
            <p:spPr>
              <a:xfrm>
                <a:off x="15944850" y="7343775"/>
                <a:ext cx="3695700" cy="200025"/>
              </a:xfrm>
              <a:prstGeom prst="rect">
                <a:avLst/>
              </a:prstGeom>
              <a:noFill/>
              <a:ln w="3909">
                <a:solidFill>
                  <a:srgbClr val="263238"/>
                </a:solidFill>
                <a:prstDash val="solid"/>
              </a:ln>
            </p:spPr>
          </p:sp>
        </p:grpSp>
        <p:grpSp>
          <p:nvGrpSpPr>
            <p:cNvPr id="3187" name="time-step-strips"/>
            <p:cNvGrpSpPr/>
            <p:nvPr/>
          </p:nvGrpSpPr>
          <p:grpSpPr>
            <a:xfrm>
              <a:off x="0" y="0"/>
              <a:ext cx="24955500" cy="8572500"/>
              <a:chOff x="0" y="0"/>
              <a:chExt cx="24955500" cy="8572500"/>
            </a:xfrm>
          </p:grpSpPr>
          <p:sp>
            <p:nvSpPr>
              <p:cNvPr id="1588" name="four:time-step-strips:textbox:1588">
                <a:extLst>
                  <a:ext uri="{FF2B5EF4-FFF2-40B4-BE49-F238E27FC236}">
                    <ns2:creationId id="{00129C71-3070-435F-8B3A-E692F2A181C5}"/>
                  </a:ext>
                </a:extLst>
              </p:cNvPr>
              <p:cNvSpPr>
                <a:spLocks noGrp="1"/>
              </p:cNvSpPr>
              <p:nvPr/>
            </p:nvSpPr>
            <p:spPr>
              <a:xfrm>
                <a:off x="20840700" y="1057275"/>
                <a:ext cx="3514725" cy="304800"/>
              </a:xfrm>
              <a:prstGeom prst="rect">
                <a:avLst/>
              </a:prstGeom>
              <a:noFill/>
              <a:ln w="0">
                <a:noFill/>
                <a:prstDash val="solid"/>
              </a:ln>
            </p:spPr>
            <p:txBody>
              <a:bodyPr wrap="none" lIns="0" tIns="0" rIns="0" bIns="0" anchor="ctr">
                <a:normAutofit fontScale="100000"/>
              </a:bodyPr>
              <a:lstStyle>
                <a:defPPr algn="l">
                  <a:defRPr sz="923" b="1">
                    <a:solidFill>
                      <a:srgbClr val="263238"/>
                    </a:solidFill>
                    <a:latin typeface="Arial"/>
                    <a:ea typeface="Arial"/>
                    <a:cs typeface="Arial"/>
                  </a:defRPr>
                </a:defPPr>
              </a:lstStyle>
              <a:p>
                <a:pPr algn="l">
                  <a:defRPr sz="923" b="1">
                    <a:solidFill>
                      <a:srgbClr val="263238"/>
                    </a:solidFill>
                    <a:latin typeface="Arial"/>
                    <a:ea typeface="Arial"/>
                    <a:cs typeface="Arial"/>
                  </a:defRPr>
                </a:pPr>
                <a:r>
                  <a:rPr sz="923" b="1">
                    <a:solidFill>
                      <a:srgbClr val="263238"/>
                    </a:solidFill>
                    <a:latin typeface="Arial"/>
                    <a:ea typeface="Arial"/>
                    <a:cs typeface="Arial"/>
                  </a:rPr>
                  <a:t>Time-step layouts</a:t>
                </a:r>
              </a:p>
            </p:txBody>
          </p:sp>
          <p:sp>
            <p:nvSpPr>
              <p:cNvPr id="1589" name="four:time-step-strips:textbox:1589">
                <a:extLst>
                  <a:ext uri="{FF2B5EF4-FFF2-40B4-BE49-F238E27FC236}">
                    <ns2:creationId id="{8CB78C82-9A3C-499F-A2EF-36F2E79BD6F4}"/>
                  </a:ext>
                </a:extLst>
              </p:cNvPr>
              <p:cNvSpPr>
                <a:spLocks noGrp="1"/>
              </p:cNvSpPr>
              <p:nvPr/>
            </p:nvSpPr>
            <p:spPr>
              <a:xfrm>
                <a:off x="20831175" y="1552575"/>
                <a:ext cx="323850" cy="342900"/>
              </a:xfrm>
              <a:prstGeom prst="rect">
                <a:avLst/>
              </a:prstGeom>
              <a:noFill/>
              <a:ln w="0">
                <a:noFill/>
                <a:prstDash val="solid"/>
              </a:ln>
            </p:spPr>
            <p:txBody>
              <a:bodyPr wrap="none" lIns="0" tIns="0" rIns="0" bIns="0" anchor="ctr">
                <a:normAutofit fontScale="100000"/>
              </a:bodyPr>
              <a:lstStyle>
                <a:defPPr algn="ctr">
                  <a:defRPr sz="1039" b="0">
                    <a:solidFill>
                      <a:srgbClr val="263238"/>
                    </a:solidFill>
                    <a:latin typeface="Arial"/>
                    <a:ea typeface="Arial"/>
                    <a:cs typeface="Arial"/>
                  </a:defRPr>
                </a:defPPr>
              </a:lstStyle>
              <a:p>
                <a:pPr algn="ctr">
                  <a:defRPr sz="1039" b="0">
                    <a:solidFill>
                      <a:srgbClr val="263238"/>
                    </a:solidFill>
                    <a:latin typeface="Arial"/>
                    <a:ea typeface="Arial"/>
                    <a:cs typeface="Arial"/>
                  </a:defRPr>
                </a:pPr>
                <a:r>
                  <a:rPr sz="1039" b="0">
                    <a:solidFill>
                      <a:srgbClr val="263238"/>
                    </a:solidFill>
                    <a:latin typeface="Arial"/>
                    <a:ea typeface="Arial"/>
                    <a:cs typeface="Arial"/>
                  </a:rPr>
                  <a:t>tₐ</a:t>
                </a:r>
              </a:p>
            </p:txBody>
          </p:sp>
          <p:sp>
            <p:nvSpPr>
              <p:cNvPr id="1590" name="four:time-step-strips:time-strip-tₐ-cell-0:1590">
                <a:extLst>
                  <a:ext uri="{FF2B5EF4-FFF2-40B4-BE49-F238E27FC236}">
                    <ns2:creationId id="{5807DC7C-47C1-4E5B-99CE-00F19C2D0F7D}"/>
                  </a:ext>
                </a:extLst>
              </p:cNvPr>
              <p:cNvSpPr>
                <a:spLocks noGrp="1"/>
              </p:cNvSpPr>
              <p:nvPr/>
            </p:nvSpPr>
            <p:spPr>
              <a:xfrm>
                <a:off x="21240750" y="1581150"/>
                <a:ext cx="15379" cy="276225"/>
              </a:xfrm>
              <a:prstGeom prst="rect">
                <a:avLst/>
              </a:prstGeom>
              <a:solidFill>
                <a:srgbClr val="DCE8ED"/>
              </a:solidFill>
              <a:ln w="0">
                <a:noFill/>
                <a:prstDash val="solid"/>
              </a:ln>
            </p:spPr>
          </p:sp>
          <p:sp>
            <p:nvSpPr>
              <p:cNvPr id="1591" name="four:time-step-strips:time-strip-tₐ-cell-1:1591">
                <a:extLst>
                  <a:ext uri="{FF2B5EF4-FFF2-40B4-BE49-F238E27FC236}">
                    <ns2:creationId id="{AF02D005-4D3E-4B3A-A7A1-72D0A5744849}"/>
                  </a:ext>
                </a:extLst>
              </p:cNvPr>
              <p:cNvSpPr>
                <a:spLocks noGrp="1"/>
              </p:cNvSpPr>
              <p:nvPr/>
            </p:nvSpPr>
            <p:spPr>
              <a:xfrm>
                <a:off x="21256129" y="1581150"/>
                <a:ext cx="15379" cy="276225"/>
              </a:xfrm>
              <a:prstGeom prst="rect">
                <a:avLst/>
              </a:prstGeom>
              <a:solidFill>
                <a:srgbClr val="DCE8ED"/>
              </a:solidFill>
              <a:ln w="0">
                <a:noFill/>
                <a:prstDash val="solid"/>
              </a:ln>
            </p:spPr>
          </p:sp>
          <p:sp>
            <p:nvSpPr>
              <p:cNvPr id="1592" name="four:time-step-strips:time-strip-tₐ-cell-2:1592">
                <a:extLst>
                  <a:ext uri="{FF2B5EF4-FFF2-40B4-BE49-F238E27FC236}">
                    <ns2:creationId id="{A6531F25-A3A4-447A-A289-ABCDA28F96F4}"/>
                  </a:ext>
                </a:extLst>
              </p:cNvPr>
              <p:cNvSpPr>
                <a:spLocks noGrp="1"/>
              </p:cNvSpPr>
              <p:nvPr/>
            </p:nvSpPr>
            <p:spPr>
              <a:xfrm>
                <a:off x="21271508" y="1581150"/>
                <a:ext cx="15379" cy="276225"/>
              </a:xfrm>
              <a:prstGeom prst="rect">
                <a:avLst/>
              </a:prstGeom>
              <a:solidFill>
                <a:srgbClr val="DCE8ED"/>
              </a:solidFill>
              <a:ln w="0">
                <a:noFill/>
                <a:prstDash val="solid"/>
              </a:ln>
            </p:spPr>
          </p:sp>
          <p:sp>
            <p:nvSpPr>
              <p:cNvPr id="1593" name="four:time-step-strips:time-strip-tₐ-cell-3:1593">
                <a:extLst>
                  <a:ext uri="{FF2B5EF4-FFF2-40B4-BE49-F238E27FC236}">
                    <ns2:creationId id="{F2E6CD9E-6D65-4264-93AC-70C2934F543C}"/>
                  </a:ext>
                </a:extLst>
              </p:cNvPr>
              <p:cNvSpPr>
                <a:spLocks noGrp="1"/>
              </p:cNvSpPr>
              <p:nvPr/>
            </p:nvSpPr>
            <p:spPr>
              <a:xfrm>
                <a:off x="21286887" y="1581150"/>
                <a:ext cx="15379" cy="276225"/>
              </a:xfrm>
              <a:prstGeom prst="rect">
                <a:avLst/>
              </a:prstGeom>
              <a:solidFill>
                <a:srgbClr val="DCE8ED"/>
              </a:solidFill>
              <a:ln w="0">
                <a:noFill/>
                <a:prstDash val="solid"/>
              </a:ln>
            </p:spPr>
          </p:sp>
          <p:sp>
            <p:nvSpPr>
              <p:cNvPr id="1594" name="four:time-step-strips:time-strip-tₐ-cell-4:1594">
                <a:extLst>
                  <a:ext uri="{FF2B5EF4-FFF2-40B4-BE49-F238E27FC236}">
                    <ns2:creationId id="{2D601813-4190-4A62-9325-40555B04D7F7}"/>
                  </a:ext>
                </a:extLst>
              </p:cNvPr>
              <p:cNvSpPr>
                <a:spLocks noGrp="1"/>
              </p:cNvSpPr>
              <p:nvPr/>
            </p:nvSpPr>
            <p:spPr>
              <a:xfrm>
                <a:off x="21302266" y="1581150"/>
                <a:ext cx="15379" cy="276225"/>
              </a:xfrm>
              <a:prstGeom prst="rect">
                <a:avLst/>
              </a:prstGeom>
              <a:solidFill>
                <a:srgbClr val="DCE8ED"/>
              </a:solidFill>
              <a:ln w="0">
                <a:noFill/>
                <a:prstDash val="solid"/>
              </a:ln>
            </p:spPr>
          </p:sp>
          <p:sp>
            <p:nvSpPr>
              <p:cNvPr id="1595" name="four:time-step-strips:time-strip-tₐ-cell-5:1595">
                <a:extLst>
                  <a:ext uri="{FF2B5EF4-FFF2-40B4-BE49-F238E27FC236}">
                    <ns2:creationId id="{030F0286-37AA-4897-9007-C1B6095A3013}"/>
                  </a:ext>
                </a:extLst>
              </p:cNvPr>
              <p:cNvSpPr>
                <a:spLocks noGrp="1"/>
              </p:cNvSpPr>
              <p:nvPr/>
            </p:nvSpPr>
            <p:spPr>
              <a:xfrm>
                <a:off x="21317645" y="1581150"/>
                <a:ext cx="15379" cy="276225"/>
              </a:xfrm>
              <a:prstGeom prst="rect">
                <a:avLst/>
              </a:prstGeom>
              <a:solidFill>
                <a:srgbClr val="D4E2E9"/>
              </a:solidFill>
              <a:ln w="0">
                <a:noFill/>
                <a:prstDash val="solid"/>
              </a:ln>
            </p:spPr>
          </p:sp>
          <p:sp>
            <p:nvSpPr>
              <p:cNvPr id="1596" name="four:time-step-strips:time-strip-tₐ-cell-6:1596">
                <a:extLst>
                  <a:ext uri="{FF2B5EF4-FFF2-40B4-BE49-F238E27FC236}">
                    <ns2:creationId id="{D0789D58-7A44-4A22-ABE6-AC581439D6F9}"/>
                  </a:ext>
                </a:extLst>
              </p:cNvPr>
              <p:cNvSpPr>
                <a:spLocks noGrp="1"/>
              </p:cNvSpPr>
              <p:nvPr/>
            </p:nvSpPr>
            <p:spPr>
              <a:xfrm>
                <a:off x="21333023" y="1581150"/>
                <a:ext cx="15379" cy="276225"/>
              </a:xfrm>
              <a:prstGeom prst="rect">
                <a:avLst/>
              </a:prstGeom>
              <a:solidFill>
                <a:srgbClr val="9DC6DC"/>
              </a:solidFill>
              <a:ln w="0">
                <a:noFill/>
                <a:prstDash val="solid"/>
              </a:ln>
            </p:spPr>
          </p:sp>
          <p:sp>
            <p:nvSpPr>
              <p:cNvPr id="1597" name="four:time-step-strips:time-strip-tₐ-cell-7:1597">
                <a:extLst>
                  <a:ext uri="{FF2B5EF4-FFF2-40B4-BE49-F238E27FC236}">
                    <ns2:creationId id="{FE294E77-02E2-432B-B880-E46D0FDDCD70}"/>
                  </a:ext>
                </a:extLst>
              </p:cNvPr>
              <p:cNvSpPr>
                <a:spLocks noGrp="1"/>
              </p:cNvSpPr>
              <p:nvPr/>
            </p:nvSpPr>
            <p:spPr>
              <a:xfrm>
                <a:off x="21348402" y="1581150"/>
                <a:ext cx="15379" cy="276225"/>
              </a:xfrm>
              <a:prstGeom prst="rect">
                <a:avLst/>
              </a:prstGeom>
              <a:solidFill>
                <a:srgbClr val="5AA2CA"/>
              </a:solidFill>
              <a:ln w="0">
                <a:noFill/>
                <a:prstDash val="solid"/>
              </a:ln>
            </p:spPr>
          </p:sp>
          <p:sp>
            <p:nvSpPr>
              <p:cNvPr id="1598" name="four:time-step-strips:time-strip-tₐ-cell-8:1598">
                <a:extLst>
                  <a:ext uri="{FF2B5EF4-FFF2-40B4-BE49-F238E27FC236}">
                    <ns2:creationId id="{125288D0-E8C9-4A9A-8315-FF8B3FDBBF6D}"/>
                  </a:ext>
                </a:extLst>
              </p:cNvPr>
              <p:cNvSpPr>
                <a:spLocks noGrp="1"/>
              </p:cNvSpPr>
              <p:nvPr/>
            </p:nvSpPr>
            <p:spPr>
              <a:xfrm>
                <a:off x="21363781" y="1581150"/>
                <a:ext cx="15379" cy="276225"/>
              </a:xfrm>
              <a:prstGeom prst="rect">
                <a:avLst/>
              </a:prstGeom>
              <a:solidFill>
                <a:srgbClr val="1D82BA"/>
              </a:solidFill>
              <a:ln w="0">
                <a:noFill/>
                <a:prstDash val="solid"/>
              </a:ln>
            </p:spPr>
          </p:sp>
          <p:sp>
            <p:nvSpPr>
              <p:cNvPr id="1599" name="four:time-step-strips:time-strip-tₐ-cell-9:1599">
                <a:extLst>
                  <a:ext uri="{FF2B5EF4-FFF2-40B4-BE49-F238E27FC236}">
                    <ns2:creationId id="{25E9BBF1-D604-4095-B725-C832B927E507}"/>
                  </a:ext>
                </a:extLst>
              </p:cNvPr>
              <p:cNvSpPr>
                <a:spLocks noGrp="1"/>
              </p:cNvSpPr>
              <p:nvPr/>
            </p:nvSpPr>
            <p:spPr>
              <a:xfrm>
                <a:off x="21379160" y="1581150"/>
                <a:ext cx="15379" cy="276225"/>
              </a:xfrm>
              <a:prstGeom prst="rect">
                <a:avLst/>
              </a:prstGeom>
              <a:solidFill>
                <a:srgbClr val="0072B2"/>
              </a:solidFill>
              <a:ln w="0">
                <a:noFill/>
                <a:prstDash val="solid"/>
              </a:ln>
            </p:spPr>
          </p:sp>
          <p:sp>
            <p:nvSpPr>
              <p:cNvPr id="1600" name="four:time-step-strips:time-strip-tₐ-cell-10:1600">
                <a:extLst>
                  <a:ext uri="{FF2B5EF4-FFF2-40B4-BE49-F238E27FC236}">
                    <ns2:creationId id="{D7222DFA-71FC-4807-B89B-54848D5E8B5B}"/>
                  </a:ext>
                </a:extLst>
              </p:cNvPr>
              <p:cNvSpPr>
                <a:spLocks noGrp="1"/>
              </p:cNvSpPr>
              <p:nvPr/>
            </p:nvSpPr>
            <p:spPr>
              <a:xfrm>
                <a:off x="21394539" y="1581150"/>
                <a:ext cx="15379" cy="276225"/>
              </a:xfrm>
              <a:prstGeom prst="rect">
                <a:avLst/>
              </a:prstGeom>
              <a:solidFill>
                <a:srgbClr val="0072B2"/>
              </a:solidFill>
              <a:ln w="0">
                <a:noFill/>
                <a:prstDash val="solid"/>
              </a:ln>
            </p:spPr>
          </p:sp>
          <p:sp>
            <p:nvSpPr>
              <p:cNvPr id="1601" name="four:time-step-strips:time-strip-tₐ-cell-11:1601">
                <a:extLst>
                  <a:ext uri="{FF2B5EF4-FFF2-40B4-BE49-F238E27FC236}">
                    <ns2:creationId id="{6BEA775C-7A7F-4C51-8189-E48275CAEC41}"/>
                  </a:ext>
                </a:extLst>
              </p:cNvPr>
              <p:cNvSpPr>
                <a:spLocks noGrp="1"/>
              </p:cNvSpPr>
              <p:nvPr/>
            </p:nvSpPr>
            <p:spPr>
              <a:xfrm>
                <a:off x="21409918" y="1581150"/>
                <a:ext cx="15379" cy="276225"/>
              </a:xfrm>
              <a:prstGeom prst="rect">
                <a:avLst/>
              </a:prstGeom>
              <a:solidFill>
                <a:srgbClr val="0072B2"/>
              </a:solidFill>
              <a:ln w="0">
                <a:noFill/>
                <a:prstDash val="solid"/>
              </a:ln>
            </p:spPr>
          </p:sp>
          <p:sp>
            <p:nvSpPr>
              <p:cNvPr id="1602" name="four:time-step-strips:time-strip-tₐ-cell-12:1602">
                <a:extLst>
                  <a:ext uri="{FF2B5EF4-FFF2-40B4-BE49-F238E27FC236}">
                    <ns2:creationId id="{8012951C-12E6-4822-B386-39C39A7C1C24}"/>
                  </a:ext>
                </a:extLst>
              </p:cNvPr>
              <p:cNvSpPr>
                <a:spLocks noGrp="1"/>
              </p:cNvSpPr>
              <p:nvPr/>
            </p:nvSpPr>
            <p:spPr>
              <a:xfrm>
                <a:off x="21425297" y="1581150"/>
                <a:ext cx="15379" cy="276225"/>
              </a:xfrm>
              <a:prstGeom prst="rect">
                <a:avLst/>
              </a:prstGeom>
              <a:solidFill>
                <a:srgbClr val="0072B2"/>
              </a:solidFill>
              <a:ln w="0">
                <a:noFill/>
                <a:prstDash val="solid"/>
              </a:ln>
            </p:spPr>
          </p:sp>
          <p:sp>
            <p:nvSpPr>
              <p:cNvPr id="1603" name="four:time-step-strips:time-strip-tₐ-cell-13:1603">
                <a:extLst>
                  <a:ext uri="{FF2B5EF4-FFF2-40B4-BE49-F238E27FC236}">
                    <ns2:creationId id="{F518B13D-6492-4764-A36B-742C827328D6}"/>
                  </a:ext>
                </a:extLst>
              </p:cNvPr>
              <p:cNvSpPr>
                <a:spLocks noGrp="1"/>
              </p:cNvSpPr>
              <p:nvPr/>
            </p:nvSpPr>
            <p:spPr>
              <a:xfrm>
                <a:off x="21440676" y="1581150"/>
                <a:ext cx="15379" cy="276225"/>
              </a:xfrm>
              <a:prstGeom prst="rect">
                <a:avLst/>
              </a:prstGeom>
              <a:solidFill>
                <a:srgbClr val="0072B2"/>
              </a:solidFill>
              <a:ln w="0">
                <a:noFill/>
                <a:prstDash val="solid"/>
              </a:ln>
            </p:spPr>
          </p:sp>
          <p:sp>
            <p:nvSpPr>
              <p:cNvPr id="1604" name="four:time-step-strips:time-strip-tₐ-cell-14:1604">
                <a:extLst>
                  <a:ext uri="{FF2B5EF4-FFF2-40B4-BE49-F238E27FC236}">
                    <ns2:creationId id="{19341801-5478-4879-AAC5-02846F459C72}"/>
                  </a:ext>
                </a:extLst>
              </p:cNvPr>
              <p:cNvSpPr>
                <a:spLocks noGrp="1"/>
              </p:cNvSpPr>
              <p:nvPr/>
            </p:nvSpPr>
            <p:spPr>
              <a:xfrm>
                <a:off x="21456055" y="1581150"/>
                <a:ext cx="15379" cy="276225"/>
              </a:xfrm>
              <a:prstGeom prst="rect">
                <a:avLst/>
              </a:prstGeom>
              <a:solidFill>
                <a:srgbClr val="0072B2"/>
              </a:solidFill>
              <a:ln w="0">
                <a:noFill/>
                <a:prstDash val="solid"/>
              </a:ln>
            </p:spPr>
          </p:sp>
          <p:sp>
            <p:nvSpPr>
              <p:cNvPr id="1605" name="four:time-step-strips:time-strip-tₐ-cell-15:1605">
                <a:extLst>
                  <a:ext uri="{FF2B5EF4-FFF2-40B4-BE49-F238E27FC236}">
                    <ns2:creationId id="{11292CB9-D0E4-4CD2-82CD-6146F38DD66E}"/>
                  </a:ext>
                </a:extLst>
              </p:cNvPr>
              <p:cNvSpPr>
                <a:spLocks noGrp="1"/>
              </p:cNvSpPr>
              <p:nvPr/>
            </p:nvSpPr>
            <p:spPr>
              <a:xfrm>
                <a:off x="21471434" y="1581150"/>
                <a:ext cx="15379" cy="276225"/>
              </a:xfrm>
              <a:prstGeom prst="rect">
                <a:avLst/>
              </a:prstGeom>
              <a:solidFill>
                <a:srgbClr val="0072B2"/>
              </a:solidFill>
              <a:ln w="0">
                <a:noFill/>
                <a:prstDash val="solid"/>
              </a:ln>
            </p:spPr>
          </p:sp>
          <p:sp>
            <p:nvSpPr>
              <p:cNvPr id="1606" name="four:time-step-strips:time-strip-tₐ-cell-16:1606">
                <a:extLst>
                  <a:ext uri="{FF2B5EF4-FFF2-40B4-BE49-F238E27FC236}">
                    <ns2:creationId id="{15E84C7E-2ED3-4E61-AF89-B797FCB15DB6}"/>
                  </a:ext>
                </a:extLst>
              </p:cNvPr>
              <p:cNvSpPr>
                <a:spLocks noGrp="1"/>
              </p:cNvSpPr>
              <p:nvPr/>
            </p:nvSpPr>
            <p:spPr>
              <a:xfrm>
                <a:off x="21486812" y="1581150"/>
                <a:ext cx="15379" cy="276225"/>
              </a:xfrm>
              <a:prstGeom prst="rect">
                <a:avLst/>
              </a:prstGeom>
              <a:solidFill>
                <a:srgbClr val="0072B2"/>
              </a:solidFill>
              <a:ln w="0">
                <a:noFill/>
                <a:prstDash val="solid"/>
              </a:ln>
            </p:spPr>
          </p:sp>
          <p:sp>
            <p:nvSpPr>
              <p:cNvPr id="1607" name="four:time-step-strips:time-strip-tₐ-cell-17:1607">
                <a:extLst>
                  <a:ext uri="{FF2B5EF4-FFF2-40B4-BE49-F238E27FC236}">
                    <ns2:creationId id="{BD8F6D85-7317-416B-81F9-DB47A67FCF81}"/>
                  </a:ext>
                </a:extLst>
              </p:cNvPr>
              <p:cNvSpPr>
                <a:spLocks noGrp="1"/>
              </p:cNvSpPr>
              <p:nvPr/>
            </p:nvSpPr>
            <p:spPr>
              <a:xfrm>
                <a:off x="21502191" y="1581150"/>
                <a:ext cx="15379" cy="276225"/>
              </a:xfrm>
              <a:prstGeom prst="rect">
                <a:avLst/>
              </a:prstGeom>
              <a:solidFill>
                <a:srgbClr val="0072B2"/>
              </a:solidFill>
              <a:ln w="0">
                <a:noFill/>
                <a:prstDash val="solid"/>
              </a:ln>
            </p:spPr>
          </p:sp>
          <p:sp>
            <p:nvSpPr>
              <p:cNvPr id="1608" name="four:time-step-strips:time-strip-tₐ-cell-18:1608">
                <a:extLst>
                  <a:ext uri="{FF2B5EF4-FFF2-40B4-BE49-F238E27FC236}">
                    <ns2:creationId id="{6CDF60BC-A7F3-49F2-AD0A-F8171736F151}"/>
                  </a:ext>
                </a:extLst>
              </p:cNvPr>
              <p:cNvSpPr>
                <a:spLocks noGrp="1"/>
              </p:cNvSpPr>
              <p:nvPr/>
            </p:nvSpPr>
            <p:spPr>
              <a:xfrm>
                <a:off x="21517570" y="1581150"/>
                <a:ext cx="15379" cy="276225"/>
              </a:xfrm>
              <a:prstGeom prst="rect">
                <a:avLst/>
              </a:prstGeom>
              <a:solidFill>
                <a:srgbClr val="0072B2"/>
              </a:solidFill>
              <a:ln w="0">
                <a:noFill/>
                <a:prstDash val="solid"/>
              </a:ln>
            </p:spPr>
          </p:sp>
          <p:sp>
            <p:nvSpPr>
              <p:cNvPr id="1609" name="four:time-step-strips:time-strip-tₐ-cell-19:1609">
                <a:extLst>
                  <a:ext uri="{FF2B5EF4-FFF2-40B4-BE49-F238E27FC236}">
                    <ns2:creationId id="{B4E2789B-172F-4F24-ACC1-3C24A2089361}"/>
                  </a:ext>
                </a:extLst>
              </p:cNvPr>
              <p:cNvSpPr>
                <a:spLocks noGrp="1"/>
              </p:cNvSpPr>
              <p:nvPr/>
            </p:nvSpPr>
            <p:spPr>
              <a:xfrm>
                <a:off x="21532949" y="1581150"/>
                <a:ext cx="15379" cy="276225"/>
              </a:xfrm>
              <a:prstGeom prst="rect">
                <a:avLst/>
              </a:prstGeom>
              <a:solidFill>
                <a:srgbClr val="0072B2"/>
              </a:solidFill>
              <a:ln w="0">
                <a:noFill/>
                <a:prstDash val="solid"/>
              </a:ln>
            </p:spPr>
          </p:sp>
          <p:sp>
            <p:nvSpPr>
              <p:cNvPr id="1610" name="four:time-step-strips:time-strip-tₐ-cell-20:1610">
                <a:extLst>
                  <a:ext uri="{FF2B5EF4-FFF2-40B4-BE49-F238E27FC236}">
                    <ns2:creationId id="{044EDFD6-624F-4246-ACDA-F6CF27B71977}"/>
                  </a:ext>
                </a:extLst>
              </p:cNvPr>
              <p:cNvSpPr>
                <a:spLocks noGrp="1"/>
              </p:cNvSpPr>
              <p:nvPr/>
            </p:nvSpPr>
            <p:spPr>
              <a:xfrm>
                <a:off x="21548328" y="1581150"/>
                <a:ext cx="15379" cy="276225"/>
              </a:xfrm>
              <a:prstGeom prst="rect">
                <a:avLst/>
              </a:prstGeom>
              <a:solidFill>
                <a:srgbClr val="0072B2"/>
              </a:solidFill>
              <a:ln w="0">
                <a:noFill/>
                <a:prstDash val="solid"/>
              </a:ln>
            </p:spPr>
          </p:sp>
          <p:sp>
            <p:nvSpPr>
              <p:cNvPr id="1611" name="four:time-step-strips:time-strip-tₐ-cell-21:1611">
                <a:extLst>
                  <a:ext uri="{FF2B5EF4-FFF2-40B4-BE49-F238E27FC236}">
                    <ns2:creationId id="{23865BB0-68C7-4115-B502-8C12F0E0C3A5}"/>
                  </a:ext>
                </a:extLst>
              </p:cNvPr>
              <p:cNvSpPr>
                <a:spLocks noGrp="1"/>
              </p:cNvSpPr>
              <p:nvPr/>
            </p:nvSpPr>
            <p:spPr>
              <a:xfrm>
                <a:off x="21563707" y="1581150"/>
                <a:ext cx="15379" cy="276225"/>
              </a:xfrm>
              <a:prstGeom prst="rect">
                <a:avLst/>
              </a:prstGeom>
              <a:solidFill>
                <a:srgbClr val="0072B2"/>
              </a:solidFill>
              <a:ln w="0">
                <a:noFill/>
                <a:prstDash val="solid"/>
              </a:ln>
            </p:spPr>
          </p:sp>
          <p:sp>
            <p:nvSpPr>
              <p:cNvPr id="1612" name="four:time-step-strips:time-strip-tₐ-cell-22:1612">
                <a:extLst>
                  <a:ext uri="{FF2B5EF4-FFF2-40B4-BE49-F238E27FC236}">
                    <ns2:creationId id="{67347BE8-7D12-4050-A369-65911499C819}"/>
                  </a:ext>
                </a:extLst>
              </p:cNvPr>
              <p:cNvSpPr>
                <a:spLocks noGrp="1"/>
              </p:cNvSpPr>
              <p:nvPr/>
            </p:nvSpPr>
            <p:spPr>
              <a:xfrm>
                <a:off x="21579086" y="1581150"/>
                <a:ext cx="15379" cy="276225"/>
              </a:xfrm>
              <a:prstGeom prst="rect">
                <a:avLst/>
              </a:prstGeom>
              <a:solidFill>
                <a:srgbClr val="0072B2"/>
              </a:solidFill>
              <a:ln w="0">
                <a:noFill/>
                <a:prstDash val="solid"/>
              </a:ln>
            </p:spPr>
          </p:sp>
          <p:sp>
            <p:nvSpPr>
              <p:cNvPr id="1613" name="four:time-step-strips:time-strip-tₐ-cell-23:1613">
                <a:extLst>
                  <a:ext uri="{FF2B5EF4-FFF2-40B4-BE49-F238E27FC236}">
                    <ns2:creationId id="{DC461569-9DBF-4359-8BD6-FB6AEDAFE5CE}"/>
                  </a:ext>
                </a:extLst>
              </p:cNvPr>
              <p:cNvSpPr>
                <a:spLocks noGrp="1"/>
              </p:cNvSpPr>
              <p:nvPr/>
            </p:nvSpPr>
            <p:spPr>
              <a:xfrm>
                <a:off x="21594465" y="1581150"/>
                <a:ext cx="15379" cy="276225"/>
              </a:xfrm>
              <a:prstGeom prst="rect">
                <a:avLst/>
              </a:prstGeom>
              <a:solidFill>
                <a:srgbClr val="0977B4"/>
              </a:solidFill>
              <a:ln w="0">
                <a:noFill/>
                <a:prstDash val="solid"/>
              </a:ln>
            </p:spPr>
          </p:sp>
          <p:sp>
            <p:nvSpPr>
              <p:cNvPr id="1614" name="four:time-step-strips:time-strip-tₐ-cell-24:1614">
                <a:extLst>
                  <a:ext uri="{FF2B5EF4-FFF2-40B4-BE49-F238E27FC236}">
                    <ns2:creationId id="{FF680D3E-5B27-4DDF-ABBA-943ECF4E9307}"/>
                  </a:ext>
                </a:extLst>
              </p:cNvPr>
              <p:cNvSpPr>
                <a:spLocks noGrp="1"/>
              </p:cNvSpPr>
              <p:nvPr/>
            </p:nvSpPr>
            <p:spPr>
              <a:xfrm>
                <a:off x="21609844" y="1581150"/>
                <a:ext cx="15379" cy="276225"/>
              </a:xfrm>
              <a:prstGeom prst="rect">
                <a:avLst/>
              </a:prstGeom>
              <a:solidFill>
                <a:srgbClr val="2385BB"/>
              </a:solidFill>
              <a:ln w="0">
                <a:noFill/>
                <a:prstDash val="solid"/>
              </a:ln>
            </p:spPr>
          </p:sp>
          <p:sp>
            <p:nvSpPr>
              <p:cNvPr id="1615" name="four:time-step-strips:time-strip-tₐ-cell-25:1615">
                <a:extLst>
                  <a:ext uri="{FF2B5EF4-FFF2-40B4-BE49-F238E27FC236}">
                    <ns2:creationId id="{85F63FF4-8878-4642-A37B-30B03A29566B}"/>
                  </a:ext>
                </a:extLst>
              </p:cNvPr>
              <p:cNvSpPr>
                <a:spLocks noGrp="1"/>
              </p:cNvSpPr>
              <p:nvPr/>
            </p:nvSpPr>
            <p:spPr>
              <a:xfrm>
                <a:off x="21625223" y="1581150"/>
                <a:ext cx="15379" cy="276225"/>
              </a:xfrm>
              <a:prstGeom prst="rect">
                <a:avLst/>
              </a:prstGeom>
              <a:solidFill>
                <a:srgbClr val="4899C5"/>
              </a:solidFill>
              <a:ln w="0">
                <a:noFill/>
                <a:prstDash val="solid"/>
              </a:ln>
            </p:spPr>
          </p:sp>
          <p:sp>
            <p:nvSpPr>
              <p:cNvPr id="1616" name="four:time-step-strips:time-strip-tₐ-cell-26:1616">
                <a:extLst>
                  <a:ext uri="{FF2B5EF4-FFF2-40B4-BE49-F238E27FC236}">
                    <ns2:creationId id="{0C03D8B6-2E37-49CB-B86B-2A4E66CFB316}"/>
                  </a:ext>
                </a:extLst>
              </p:cNvPr>
              <p:cNvSpPr>
                <a:spLocks noGrp="1"/>
              </p:cNvSpPr>
              <p:nvPr/>
            </p:nvSpPr>
            <p:spPr>
              <a:xfrm>
                <a:off x="21640602" y="1581150"/>
                <a:ext cx="15379" cy="276225"/>
              </a:xfrm>
              <a:prstGeom prst="rect">
                <a:avLst/>
              </a:prstGeom>
              <a:solidFill>
                <a:srgbClr val="72AFD1"/>
              </a:solidFill>
              <a:ln w="0">
                <a:noFill/>
                <a:prstDash val="solid"/>
              </a:ln>
            </p:spPr>
          </p:sp>
          <p:sp>
            <p:nvSpPr>
              <p:cNvPr id="1617" name="four:time-step-strips:time-strip-tₐ-cell-27:1617">
                <a:extLst>
                  <a:ext uri="{FF2B5EF4-FFF2-40B4-BE49-F238E27FC236}">
                    <ns2:creationId id="{C85D5A81-FA14-4B9F-84D7-E38BE28AF839}"/>
                  </a:ext>
                </a:extLst>
              </p:cNvPr>
              <p:cNvSpPr>
                <a:spLocks noGrp="1"/>
              </p:cNvSpPr>
              <p:nvPr/>
            </p:nvSpPr>
            <p:spPr>
              <a:xfrm>
                <a:off x="21655980" y="1581150"/>
                <a:ext cx="15379" cy="276225"/>
              </a:xfrm>
              <a:prstGeom prst="rect">
                <a:avLst/>
              </a:prstGeom>
              <a:solidFill>
                <a:srgbClr val="9CC5DC"/>
              </a:solidFill>
              <a:ln w="0">
                <a:noFill/>
                <a:prstDash val="solid"/>
              </a:ln>
            </p:spPr>
          </p:sp>
          <p:sp>
            <p:nvSpPr>
              <p:cNvPr id="1618" name="four:time-step-strips:time-strip-tₐ-cell-28:1618">
                <a:extLst>
                  <a:ext uri="{FF2B5EF4-FFF2-40B4-BE49-F238E27FC236}">
                    <ns2:creationId id="{2F06022E-0B1F-4C33-A5F8-7BF40E822EA6}"/>
                  </a:ext>
                </a:extLst>
              </p:cNvPr>
              <p:cNvSpPr>
                <a:spLocks noGrp="1"/>
              </p:cNvSpPr>
              <p:nvPr/>
            </p:nvSpPr>
            <p:spPr>
              <a:xfrm>
                <a:off x="21671359" y="1581150"/>
                <a:ext cx="15379" cy="276225"/>
              </a:xfrm>
              <a:prstGeom prst="rect">
                <a:avLst/>
              </a:prstGeom>
              <a:solidFill>
                <a:srgbClr val="C9DBE4"/>
              </a:solidFill>
              <a:ln w="0">
                <a:noFill/>
                <a:prstDash val="solid"/>
              </a:ln>
            </p:spPr>
          </p:sp>
          <p:sp>
            <p:nvSpPr>
              <p:cNvPr id="1619" name="four:time-step-strips:time-strip-tₐ-cell-29:1619">
                <a:extLst>
                  <a:ext uri="{FF2B5EF4-FFF2-40B4-BE49-F238E27FC236}">
                    <ns2:creationId id="{84DB59B7-B718-4832-AEB7-275E629C705E}"/>
                  </a:ext>
                </a:extLst>
              </p:cNvPr>
              <p:cNvSpPr>
                <a:spLocks noGrp="1"/>
              </p:cNvSpPr>
              <p:nvPr/>
            </p:nvSpPr>
            <p:spPr>
              <a:xfrm>
                <a:off x="21686738" y="1581150"/>
                <a:ext cx="15379" cy="276225"/>
              </a:xfrm>
              <a:prstGeom prst="rect">
                <a:avLst/>
              </a:prstGeom>
              <a:solidFill>
                <a:srgbClr val="D8E5EB"/>
              </a:solidFill>
              <a:ln w="0">
                <a:noFill/>
                <a:prstDash val="solid"/>
              </a:ln>
            </p:spPr>
          </p:sp>
          <p:sp>
            <p:nvSpPr>
              <p:cNvPr id="1620" name="four:time-step-strips:time-strip-tₐ-cell-30:1620">
                <a:extLst>
                  <a:ext uri="{FF2B5EF4-FFF2-40B4-BE49-F238E27FC236}">
                    <ns2:creationId id="{1E33D146-57E0-461C-921F-E6674D587709}"/>
                  </a:ext>
                </a:extLst>
              </p:cNvPr>
              <p:cNvSpPr>
                <a:spLocks noGrp="1"/>
              </p:cNvSpPr>
              <p:nvPr/>
            </p:nvSpPr>
            <p:spPr>
              <a:xfrm>
                <a:off x="21702117" y="1581150"/>
                <a:ext cx="15379" cy="276225"/>
              </a:xfrm>
              <a:prstGeom prst="rect">
                <a:avLst/>
              </a:prstGeom>
              <a:solidFill>
                <a:srgbClr val="DCE8ED"/>
              </a:solidFill>
              <a:ln w="0">
                <a:noFill/>
                <a:prstDash val="solid"/>
              </a:ln>
            </p:spPr>
          </p:sp>
          <p:sp>
            <p:nvSpPr>
              <p:cNvPr id="1621" name="four:time-step-strips:time-strip-tₐ-cell-31:1621">
                <a:extLst>
                  <a:ext uri="{FF2B5EF4-FFF2-40B4-BE49-F238E27FC236}">
                    <ns2:creationId id="{C3C008D4-7933-41C4-A10F-24B64ED19E4A}"/>
                  </a:ext>
                </a:extLst>
              </p:cNvPr>
              <p:cNvSpPr>
                <a:spLocks noGrp="1"/>
              </p:cNvSpPr>
              <p:nvPr/>
            </p:nvSpPr>
            <p:spPr>
              <a:xfrm>
                <a:off x="21717496" y="1581150"/>
                <a:ext cx="15379" cy="276225"/>
              </a:xfrm>
              <a:prstGeom prst="rect">
                <a:avLst/>
              </a:prstGeom>
              <a:solidFill>
                <a:srgbClr val="DCE8ED"/>
              </a:solidFill>
              <a:ln w="0">
                <a:noFill/>
                <a:prstDash val="solid"/>
              </a:ln>
            </p:spPr>
          </p:sp>
          <p:sp>
            <p:nvSpPr>
              <p:cNvPr id="1622" name="four:time-step-strips:time-strip-tₐ-cell-32:1622">
                <a:extLst>
                  <a:ext uri="{FF2B5EF4-FFF2-40B4-BE49-F238E27FC236}">
                    <ns2:creationId id="{38D15D01-E512-424E-B9B4-FA0362F85AB1}"/>
                  </a:ext>
                </a:extLst>
              </p:cNvPr>
              <p:cNvSpPr>
                <a:spLocks noGrp="1"/>
              </p:cNvSpPr>
              <p:nvPr/>
            </p:nvSpPr>
            <p:spPr>
              <a:xfrm>
                <a:off x="21732875" y="1581150"/>
                <a:ext cx="15379" cy="276225"/>
              </a:xfrm>
              <a:prstGeom prst="rect">
                <a:avLst/>
              </a:prstGeom>
              <a:solidFill>
                <a:srgbClr val="DCE8ED"/>
              </a:solidFill>
              <a:ln w="0">
                <a:noFill/>
                <a:prstDash val="solid"/>
              </a:ln>
            </p:spPr>
          </p:sp>
          <p:sp>
            <p:nvSpPr>
              <p:cNvPr id="1623" name="four:time-step-strips:time-strip-tₐ-cell-33:1623">
                <a:extLst>
                  <a:ext uri="{FF2B5EF4-FFF2-40B4-BE49-F238E27FC236}">
                    <ns2:creationId id="{6C225175-7427-41B3-9879-6CF19E559174}"/>
                  </a:ext>
                </a:extLst>
              </p:cNvPr>
              <p:cNvSpPr>
                <a:spLocks noGrp="1"/>
              </p:cNvSpPr>
              <p:nvPr/>
            </p:nvSpPr>
            <p:spPr>
              <a:xfrm>
                <a:off x="21748254" y="1581150"/>
                <a:ext cx="15379" cy="276225"/>
              </a:xfrm>
              <a:prstGeom prst="rect">
                <a:avLst/>
              </a:prstGeom>
              <a:solidFill>
                <a:srgbClr val="DCE8ED"/>
              </a:solidFill>
              <a:ln w="0">
                <a:noFill/>
                <a:prstDash val="solid"/>
              </a:ln>
            </p:spPr>
          </p:sp>
          <p:sp>
            <p:nvSpPr>
              <p:cNvPr id="1624" name="four:time-step-strips:time-strip-tₐ-cell-34:1624">
                <a:extLst>
                  <a:ext uri="{FF2B5EF4-FFF2-40B4-BE49-F238E27FC236}">
                    <ns2:creationId id="{A3BA0ED3-5DB7-44EB-BB10-0AAA9B8A765D}"/>
                  </a:ext>
                </a:extLst>
              </p:cNvPr>
              <p:cNvSpPr>
                <a:spLocks noGrp="1"/>
              </p:cNvSpPr>
              <p:nvPr/>
            </p:nvSpPr>
            <p:spPr>
              <a:xfrm>
                <a:off x="21763633" y="1581150"/>
                <a:ext cx="15379" cy="276225"/>
              </a:xfrm>
              <a:prstGeom prst="rect">
                <a:avLst/>
              </a:prstGeom>
              <a:solidFill>
                <a:srgbClr val="DCE8ED"/>
              </a:solidFill>
              <a:ln w="0">
                <a:noFill/>
                <a:prstDash val="solid"/>
              </a:ln>
            </p:spPr>
          </p:sp>
          <p:sp>
            <p:nvSpPr>
              <p:cNvPr id="1625" name="four:time-step-strips:time-strip-tₐ-cell-35:1625">
                <a:extLst>
                  <a:ext uri="{FF2B5EF4-FFF2-40B4-BE49-F238E27FC236}">
                    <ns2:creationId id="{B6078E40-29AC-419E-A57C-1473A1537FDC}"/>
                  </a:ext>
                </a:extLst>
              </p:cNvPr>
              <p:cNvSpPr>
                <a:spLocks noGrp="1"/>
              </p:cNvSpPr>
              <p:nvPr/>
            </p:nvSpPr>
            <p:spPr>
              <a:xfrm>
                <a:off x="21779012" y="1581150"/>
                <a:ext cx="15379" cy="276225"/>
              </a:xfrm>
              <a:prstGeom prst="rect">
                <a:avLst/>
              </a:prstGeom>
              <a:solidFill>
                <a:srgbClr val="DCE8ED"/>
              </a:solidFill>
              <a:ln w="0">
                <a:noFill/>
                <a:prstDash val="solid"/>
              </a:ln>
            </p:spPr>
          </p:sp>
          <p:sp>
            <p:nvSpPr>
              <p:cNvPr id="1626" name="four:time-step-strips:time-strip-tₐ-cell-36:1626">
                <a:extLst>
                  <a:ext uri="{FF2B5EF4-FFF2-40B4-BE49-F238E27FC236}">
                    <ns2:creationId id="{A9689911-F407-4AD7-8D09-03A510B3D2D9}"/>
                  </a:ext>
                </a:extLst>
              </p:cNvPr>
              <p:cNvSpPr>
                <a:spLocks noGrp="1"/>
              </p:cNvSpPr>
              <p:nvPr/>
            </p:nvSpPr>
            <p:spPr>
              <a:xfrm>
                <a:off x="21794391" y="1581150"/>
                <a:ext cx="15379" cy="276225"/>
              </a:xfrm>
              <a:prstGeom prst="rect">
                <a:avLst/>
              </a:prstGeom>
              <a:solidFill>
                <a:srgbClr val="DCE8ED"/>
              </a:solidFill>
              <a:ln w="0">
                <a:noFill/>
                <a:prstDash val="solid"/>
              </a:ln>
            </p:spPr>
          </p:sp>
          <p:sp>
            <p:nvSpPr>
              <p:cNvPr id="1627" name="four:time-step-strips:time-strip-tₐ-cell-37:1627">
                <a:extLst>
                  <a:ext uri="{FF2B5EF4-FFF2-40B4-BE49-F238E27FC236}">
                    <ns2:creationId id="{10BC7D6C-21F3-4A64-B27B-1F8D215BBD1F}"/>
                  </a:ext>
                </a:extLst>
              </p:cNvPr>
              <p:cNvSpPr>
                <a:spLocks noGrp="1"/>
              </p:cNvSpPr>
              <p:nvPr/>
            </p:nvSpPr>
            <p:spPr>
              <a:xfrm>
                <a:off x="21809770" y="1581150"/>
                <a:ext cx="15379" cy="276225"/>
              </a:xfrm>
              <a:prstGeom prst="rect">
                <a:avLst/>
              </a:prstGeom>
              <a:solidFill>
                <a:srgbClr val="DCE8ED"/>
              </a:solidFill>
              <a:ln w="0">
                <a:noFill/>
                <a:prstDash val="solid"/>
              </a:ln>
            </p:spPr>
          </p:sp>
          <p:sp>
            <p:nvSpPr>
              <p:cNvPr id="1628" name="four:time-step-strips:time-strip-tₐ-cell-38:1628">
                <a:extLst>
                  <a:ext uri="{FF2B5EF4-FFF2-40B4-BE49-F238E27FC236}">
                    <ns2:creationId id="{02C6B629-4D6B-4338-8B8E-C12026135986}"/>
                  </a:ext>
                </a:extLst>
              </p:cNvPr>
              <p:cNvSpPr>
                <a:spLocks noGrp="1"/>
              </p:cNvSpPr>
              <p:nvPr/>
            </p:nvSpPr>
            <p:spPr>
              <a:xfrm>
                <a:off x="21825148" y="1581150"/>
                <a:ext cx="15379" cy="276225"/>
              </a:xfrm>
              <a:prstGeom prst="rect">
                <a:avLst/>
              </a:prstGeom>
              <a:solidFill>
                <a:srgbClr val="DCE8ED"/>
              </a:solidFill>
              <a:ln w="0">
                <a:noFill/>
                <a:prstDash val="solid"/>
              </a:ln>
            </p:spPr>
          </p:sp>
          <p:sp>
            <p:nvSpPr>
              <p:cNvPr id="1629" name="four:time-step-strips:time-strip-tₐ-cell-39:1629">
                <a:extLst>
                  <a:ext uri="{FF2B5EF4-FFF2-40B4-BE49-F238E27FC236}">
                    <ns2:creationId id="{B30765F1-7D3D-4EEE-B109-7F57EFA88910}"/>
                  </a:ext>
                </a:extLst>
              </p:cNvPr>
              <p:cNvSpPr>
                <a:spLocks noGrp="1"/>
              </p:cNvSpPr>
              <p:nvPr/>
            </p:nvSpPr>
            <p:spPr>
              <a:xfrm>
                <a:off x="21840527" y="1581150"/>
                <a:ext cx="15379" cy="276225"/>
              </a:xfrm>
              <a:prstGeom prst="rect">
                <a:avLst/>
              </a:prstGeom>
              <a:solidFill>
                <a:srgbClr val="DCE8ED"/>
              </a:solidFill>
              <a:ln w="0">
                <a:noFill/>
                <a:prstDash val="solid"/>
              </a:ln>
            </p:spPr>
          </p:sp>
          <p:sp>
            <p:nvSpPr>
              <p:cNvPr id="1630" name="four:time-step-strips:time-strip-tₐ-cell-40:1630">
                <a:extLst>
                  <a:ext uri="{FF2B5EF4-FFF2-40B4-BE49-F238E27FC236}">
                    <ns2:creationId id="{D5A9A656-41FC-4739-945E-809D87277D5B}"/>
                  </a:ext>
                </a:extLst>
              </p:cNvPr>
              <p:cNvSpPr>
                <a:spLocks noGrp="1"/>
              </p:cNvSpPr>
              <p:nvPr/>
            </p:nvSpPr>
            <p:spPr>
              <a:xfrm>
                <a:off x="21855906" y="1581150"/>
                <a:ext cx="15379" cy="276225"/>
              </a:xfrm>
              <a:prstGeom prst="rect">
                <a:avLst/>
              </a:prstGeom>
              <a:solidFill>
                <a:srgbClr val="DCE8ED"/>
              </a:solidFill>
              <a:ln w="0">
                <a:noFill/>
                <a:prstDash val="solid"/>
              </a:ln>
            </p:spPr>
          </p:sp>
          <p:sp>
            <p:nvSpPr>
              <p:cNvPr id="1631" name="four:time-step-strips:time-strip-tₐ-cell-41:1631">
                <a:extLst>
                  <a:ext uri="{FF2B5EF4-FFF2-40B4-BE49-F238E27FC236}">
                    <ns2:creationId id="{AB929BC4-4274-49C7-9D44-525A3938435C}"/>
                  </a:ext>
                </a:extLst>
              </p:cNvPr>
              <p:cNvSpPr>
                <a:spLocks noGrp="1"/>
              </p:cNvSpPr>
              <p:nvPr/>
            </p:nvSpPr>
            <p:spPr>
              <a:xfrm>
                <a:off x="21871285" y="1581150"/>
                <a:ext cx="15379" cy="276225"/>
              </a:xfrm>
              <a:prstGeom prst="rect">
                <a:avLst/>
              </a:prstGeom>
              <a:solidFill>
                <a:srgbClr val="DCE8ED"/>
              </a:solidFill>
              <a:ln w="0">
                <a:noFill/>
                <a:prstDash val="solid"/>
              </a:ln>
            </p:spPr>
          </p:sp>
          <p:sp>
            <p:nvSpPr>
              <p:cNvPr id="1632" name="four:time-step-strips:time-strip-tₐ-cell-42:1632">
                <a:extLst>
                  <a:ext uri="{FF2B5EF4-FFF2-40B4-BE49-F238E27FC236}">
                    <ns2:creationId id="{7DBC558F-7299-4532-AFAB-15B24ADB7062}"/>
                  </a:ext>
                </a:extLst>
              </p:cNvPr>
              <p:cNvSpPr>
                <a:spLocks noGrp="1"/>
              </p:cNvSpPr>
              <p:nvPr/>
            </p:nvSpPr>
            <p:spPr>
              <a:xfrm>
                <a:off x="21886664" y="1581150"/>
                <a:ext cx="15379" cy="276225"/>
              </a:xfrm>
              <a:prstGeom prst="rect">
                <a:avLst/>
              </a:prstGeom>
              <a:solidFill>
                <a:srgbClr val="DCE8ED"/>
              </a:solidFill>
              <a:ln w="0">
                <a:noFill/>
                <a:prstDash val="solid"/>
              </a:ln>
            </p:spPr>
          </p:sp>
          <p:sp>
            <p:nvSpPr>
              <p:cNvPr id="1633" name="four:time-step-strips:time-strip-tₐ-cell-43:1633">
                <a:extLst>
                  <a:ext uri="{FF2B5EF4-FFF2-40B4-BE49-F238E27FC236}">
                    <ns2:creationId id="{E5C936A5-C662-4BF0-B9D6-EB33CFB79742}"/>
                  </a:ext>
                </a:extLst>
              </p:cNvPr>
              <p:cNvSpPr>
                <a:spLocks noGrp="1"/>
              </p:cNvSpPr>
              <p:nvPr/>
            </p:nvSpPr>
            <p:spPr>
              <a:xfrm>
                <a:off x="21902043" y="1581150"/>
                <a:ext cx="15379" cy="276225"/>
              </a:xfrm>
              <a:prstGeom prst="rect">
                <a:avLst/>
              </a:prstGeom>
              <a:solidFill>
                <a:srgbClr val="DCE8ED"/>
              </a:solidFill>
              <a:ln w="0">
                <a:noFill/>
                <a:prstDash val="solid"/>
              </a:ln>
            </p:spPr>
          </p:sp>
          <p:sp>
            <p:nvSpPr>
              <p:cNvPr id="1634" name="four:time-step-strips:time-strip-tₐ-cell-44:1634">
                <a:extLst>
                  <a:ext uri="{FF2B5EF4-FFF2-40B4-BE49-F238E27FC236}">
                    <ns2:creationId id="{9C8361E0-8249-4CE1-92A4-06AD117828F5}"/>
                  </a:ext>
                </a:extLst>
              </p:cNvPr>
              <p:cNvSpPr>
                <a:spLocks noGrp="1"/>
              </p:cNvSpPr>
              <p:nvPr/>
            </p:nvSpPr>
            <p:spPr>
              <a:xfrm>
                <a:off x="21917422" y="1581150"/>
                <a:ext cx="15379" cy="276225"/>
              </a:xfrm>
              <a:prstGeom prst="rect">
                <a:avLst/>
              </a:prstGeom>
              <a:solidFill>
                <a:srgbClr val="DCE8ED"/>
              </a:solidFill>
              <a:ln w="0">
                <a:noFill/>
                <a:prstDash val="solid"/>
              </a:ln>
            </p:spPr>
          </p:sp>
          <p:sp>
            <p:nvSpPr>
              <p:cNvPr id="1635" name="four:time-step-strips:time-strip-tₐ-cell-45:1635">
                <a:extLst>
                  <a:ext uri="{FF2B5EF4-FFF2-40B4-BE49-F238E27FC236}">
                    <ns2:creationId id="{27E8D582-CBD7-4C53-BF80-1684FDF8633D}"/>
                  </a:ext>
                </a:extLst>
              </p:cNvPr>
              <p:cNvSpPr>
                <a:spLocks noGrp="1"/>
              </p:cNvSpPr>
              <p:nvPr/>
            </p:nvSpPr>
            <p:spPr>
              <a:xfrm>
                <a:off x="21932801" y="1581150"/>
                <a:ext cx="15379" cy="276225"/>
              </a:xfrm>
              <a:prstGeom prst="rect">
                <a:avLst/>
              </a:prstGeom>
              <a:solidFill>
                <a:srgbClr val="DCE8ED"/>
              </a:solidFill>
              <a:ln w="0">
                <a:noFill/>
                <a:prstDash val="solid"/>
              </a:ln>
            </p:spPr>
          </p:sp>
          <p:sp>
            <p:nvSpPr>
              <p:cNvPr id="1636" name="four:time-step-strips:time-strip-tₐ-cell-46:1636">
                <a:extLst>
                  <a:ext uri="{FF2B5EF4-FFF2-40B4-BE49-F238E27FC236}">
                    <ns2:creationId id="{D579FDDE-7618-4A65-9DF0-53AB5AECAF65}"/>
                  </a:ext>
                </a:extLst>
              </p:cNvPr>
              <p:cNvSpPr>
                <a:spLocks noGrp="1"/>
              </p:cNvSpPr>
              <p:nvPr/>
            </p:nvSpPr>
            <p:spPr>
              <a:xfrm>
                <a:off x="21948180" y="1581150"/>
                <a:ext cx="15379" cy="276225"/>
              </a:xfrm>
              <a:prstGeom prst="rect">
                <a:avLst/>
              </a:prstGeom>
              <a:solidFill>
                <a:srgbClr val="DCE8ED"/>
              </a:solidFill>
              <a:ln w="0">
                <a:noFill/>
                <a:prstDash val="solid"/>
              </a:ln>
            </p:spPr>
          </p:sp>
          <p:sp>
            <p:nvSpPr>
              <p:cNvPr id="1637" name="four:time-step-strips:time-strip-tₐ-cell-47:1637">
                <a:extLst>
                  <a:ext uri="{FF2B5EF4-FFF2-40B4-BE49-F238E27FC236}">
                    <ns2:creationId id="{2D0A03D0-8EB9-4620-ACDF-FE46688FC24C}"/>
                  </a:ext>
                </a:extLst>
              </p:cNvPr>
              <p:cNvSpPr>
                <a:spLocks noGrp="1"/>
              </p:cNvSpPr>
              <p:nvPr/>
            </p:nvSpPr>
            <p:spPr>
              <a:xfrm>
                <a:off x="21963559" y="1581150"/>
                <a:ext cx="15379" cy="276225"/>
              </a:xfrm>
              <a:prstGeom prst="rect">
                <a:avLst/>
              </a:prstGeom>
              <a:solidFill>
                <a:srgbClr val="DCE8ED"/>
              </a:solidFill>
              <a:ln w="0">
                <a:noFill/>
                <a:prstDash val="solid"/>
              </a:ln>
            </p:spPr>
          </p:sp>
          <p:sp>
            <p:nvSpPr>
              <p:cNvPr id="1638" name="four:time-step-strips:time-strip-tₐ-cell-48:1638">
                <a:extLst>
                  <a:ext uri="{FF2B5EF4-FFF2-40B4-BE49-F238E27FC236}">
                    <ns2:creationId id="{96771913-0933-4819-BD60-BBA6A65F9694}"/>
                  </a:ext>
                </a:extLst>
              </p:cNvPr>
              <p:cNvSpPr>
                <a:spLocks noGrp="1"/>
              </p:cNvSpPr>
              <p:nvPr/>
            </p:nvSpPr>
            <p:spPr>
              <a:xfrm>
                <a:off x="21978938" y="1581150"/>
                <a:ext cx="15379" cy="276225"/>
              </a:xfrm>
              <a:prstGeom prst="rect">
                <a:avLst/>
              </a:prstGeom>
              <a:solidFill>
                <a:srgbClr val="DCE8ED"/>
              </a:solidFill>
              <a:ln w="0">
                <a:noFill/>
                <a:prstDash val="solid"/>
              </a:ln>
            </p:spPr>
          </p:sp>
          <p:sp>
            <p:nvSpPr>
              <p:cNvPr id="1639" name="four:time-step-strips:time-strip-tₐ-cell-49:1639">
                <a:extLst>
                  <a:ext uri="{FF2B5EF4-FFF2-40B4-BE49-F238E27FC236}">
                    <ns2:creationId id="{9535E0AB-892F-469E-B688-8E6F0BD2E4BE}"/>
                  </a:ext>
                </a:extLst>
              </p:cNvPr>
              <p:cNvSpPr>
                <a:spLocks noGrp="1"/>
              </p:cNvSpPr>
              <p:nvPr/>
            </p:nvSpPr>
            <p:spPr>
              <a:xfrm>
                <a:off x="21994316" y="1581150"/>
                <a:ext cx="15379" cy="276225"/>
              </a:xfrm>
              <a:prstGeom prst="rect">
                <a:avLst/>
              </a:prstGeom>
              <a:solidFill>
                <a:srgbClr val="DCE8ED"/>
              </a:solidFill>
              <a:ln w="0">
                <a:noFill/>
                <a:prstDash val="solid"/>
              </a:ln>
            </p:spPr>
          </p:sp>
          <p:sp>
            <p:nvSpPr>
              <p:cNvPr id="1640" name="four:time-step-strips:time-strip-tₐ-cell-50:1640">
                <a:extLst>
                  <a:ext uri="{FF2B5EF4-FFF2-40B4-BE49-F238E27FC236}">
                    <ns2:creationId id="{D3C159C1-040F-4570-A261-56C1DECCA3B5}"/>
                  </a:ext>
                </a:extLst>
              </p:cNvPr>
              <p:cNvSpPr>
                <a:spLocks noGrp="1"/>
              </p:cNvSpPr>
              <p:nvPr/>
            </p:nvSpPr>
            <p:spPr>
              <a:xfrm>
                <a:off x="22009695" y="1581150"/>
                <a:ext cx="15379" cy="276225"/>
              </a:xfrm>
              <a:prstGeom prst="rect">
                <a:avLst/>
              </a:prstGeom>
              <a:solidFill>
                <a:srgbClr val="DCE8ED"/>
              </a:solidFill>
              <a:ln w="0">
                <a:noFill/>
                <a:prstDash val="solid"/>
              </a:ln>
            </p:spPr>
          </p:sp>
          <p:sp>
            <p:nvSpPr>
              <p:cNvPr id="1641" name="four:time-step-strips:time-strip-tₐ-cell-51:1641">
                <a:extLst>
                  <a:ext uri="{FF2B5EF4-FFF2-40B4-BE49-F238E27FC236}">
                    <ns2:creationId id="{C0F463B7-DA9A-4540-9E41-B296B03BE344}"/>
                  </a:ext>
                </a:extLst>
              </p:cNvPr>
              <p:cNvSpPr>
                <a:spLocks noGrp="1"/>
              </p:cNvSpPr>
              <p:nvPr/>
            </p:nvSpPr>
            <p:spPr>
              <a:xfrm>
                <a:off x="22025074" y="1581150"/>
                <a:ext cx="15379" cy="276225"/>
              </a:xfrm>
              <a:prstGeom prst="rect">
                <a:avLst/>
              </a:prstGeom>
              <a:solidFill>
                <a:srgbClr val="DCE8ED"/>
              </a:solidFill>
              <a:ln w="0">
                <a:noFill/>
                <a:prstDash val="solid"/>
              </a:ln>
            </p:spPr>
          </p:sp>
          <p:sp>
            <p:nvSpPr>
              <p:cNvPr id="1642" name="four:time-step-strips:time-strip-tₐ-cell-52:1642">
                <a:extLst>
                  <a:ext uri="{FF2B5EF4-FFF2-40B4-BE49-F238E27FC236}">
                    <ns2:creationId id="{59ED3E18-9F8D-4045-AE78-50778234BBDF}"/>
                  </a:ext>
                </a:extLst>
              </p:cNvPr>
              <p:cNvSpPr>
                <a:spLocks noGrp="1"/>
              </p:cNvSpPr>
              <p:nvPr/>
            </p:nvSpPr>
            <p:spPr>
              <a:xfrm>
                <a:off x="22040453" y="1581150"/>
                <a:ext cx="15379" cy="276225"/>
              </a:xfrm>
              <a:prstGeom prst="rect">
                <a:avLst/>
              </a:prstGeom>
              <a:solidFill>
                <a:srgbClr val="DCE8ED"/>
              </a:solidFill>
              <a:ln w="0">
                <a:noFill/>
                <a:prstDash val="solid"/>
              </a:ln>
            </p:spPr>
          </p:sp>
          <p:sp>
            <p:nvSpPr>
              <p:cNvPr id="1643" name="four:time-step-strips:time-strip-tₐ-cell-53:1643">
                <a:extLst>
                  <a:ext uri="{FF2B5EF4-FFF2-40B4-BE49-F238E27FC236}">
                    <ns2:creationId id="{811D924A-B7B7-4E08-8E7B-3ED7094B01C2}"/>
                  </a:ext>
                </a:extLst>
              </p:cNvPr>
              <p:cNvSpPr>
                <a:spLocks noGrp="1"/>
              </p:cNvSpPr>
              <p:nvPr/>
            </p:nvSpPr>
            <p:spPr>
              <a:xfrm>
                <a:off x="22055832" y="1581150"/>
                <a:ext cx="15379" cy="276225"/>
              </a:xfrm>
              <a:prstGeom prst="rect">
                <a:avLst/>
              </a:prstGeom>
              <a:solidFill>
                <a:srgbClr val="DCE8ED"/>
              </a:solidFill>
              <a:ln w="0">
                <a:noFill/>
                <a:prstDash val="solid"/>
              </a:ln>
            </p:spPr>
          </p:sp>
          <p:sp>
            <p:nvSpPr>
              <p:cNvPr id="1644" name="four:time-step-strips:time-strip-tₐ-cell-54:1644">
                <a:extLst>
                  <a:ext uri="{FF2B5EF4-FFF2-40B4-BE49-F238E27FC236}">
                    <ns2:creationId id="{5466FC4A-5C4A-4634-B118-A4E77AE8AEDA}"/>
                  </a:ext>
                </a:extLst>
              </p:cNvPr>
              <p:cNvSpPr>
                <a:spLocks noGrp="1"/>
              </p:cNvSpPr>
              <p:nvPr/>
            </p:nvSpPr>
            <p:spPr>
              <a:xfrm>
                <a:off x="22071211" y="1581150"/>
                <a:ext cx="15379" cy="276225"/>
              </a:xfrm>
              <a:prstGeom prst="rect">
                <a:avLst/>
              </a:prstGeom>
              <a:solidFill>
                <a:srgbClr val="DCE8ED"/>
              </a:solidFill>
              <a:ln w="0">
                <a:noFill/>
                <a:prstDash val="solid"/>
              </a:ln>
            </p:spPr>
          </p:sp>
          <p:sp>
            <p:nvSpPr>
              <p:cNvPr id="1645" name="four:time-step-strips:time-strip-tₐ-cell-55:1645">
                <a:extLst>
                  <a:ext uri="{FF2B5EF4-FFF2-40B4-BE49-F238E27FC236}">
                    <ns2:creationId id="{D97B609C-30D2-4927-A615-B2C30CF595D7}"/>
                  </a:ext>
                </a:extLst>
              </p:cNvPr>
              <p:cNvSpPr>
                <a:spLocks noGrp="1"/>
              </p:cNvSpPr>
              <p:nvPr/>
            </p:nvSpPr>
            <p:spPr>
              <a:xfrm>
                <a:off x="22086590" y="1581150"/>
                <a:ext cx="15379" cy="276225"/>
              </a:xfrm>
              <a:prstGeom prst="rect">
                <a:avLst/>
              </a:prstGeom>
              <a:solidFill>
                <a:srgbClr val="DCE8ED"/>
              </a:solidFill>
              <a:ln w="0">
                <a:noFill/>
                <a:prstDash val="solid"/>
              </a:ln>
            </p:spPr>
          </p:sp>
          <p:sp>
            <p:nvSpPr>
              <p:cNvPr id="1646" name="four:time-step-strips:time-strip-tₐ-cell-56:1646">
                <a:extLst>
                  <a:ext uri="{FF2B5EF4-FFF2-40B4-BE49-F238E27FC236}">
                    <ns2:creationId id="{34077A15-CF61-4C25-B360-A6E31700EBE8}"/>
                  </a:ext>
                </a:extLst>
              </p:cNvPr>
              <p:cNvSpPr>
                <a:spLocks noGrp="1"/>
              </p:cNvSpPr>
              <p:nvPr/>
            </p:nvSpPr>
            <p:spPr>
              <a:xfrm>
                <a:off x="22101969" y="1581150"/>
                <a:ext cx="15379" cy="276225"/>
              </a:xfrm>
              <a:prstGeom prst="rect">
                <a:avLst/>
              </a:prstGeom>
              <a:solidFill>
                <a:srgbClr val="DBE8EC"/>
              </a:solidFill>
              <a:ln w="0">
                <a:noFill/>
                <a:prstDash val="solid"/>
              </a:ln>
            </p:spPr>
          </p:sp>
          <p:sp>
            <p:nvSpPr>
              <p:cNvPr id="1647" name="four:time-step-strips:time-strip-tₐ-cell-57:1647">
                <a:extLst>
                  <a:ext uri="{FF2B5EF4-FFF2-40B4-BE49-F238E27FC236}">
                    <ns2:creationId id="{814A0B72-7ACF-4A61-ABA3-2E3082F97BF3}"/>
                  </a:ext>
                </a:extLst>
              </p:cNvPr>
              <p:cNvSpPr>
                <a:spLocks noGrp="1"/>
              </p:cNvSpPr>
              <p:nvPr/>
            </p:nvSpPr>
            <p:spPr>
              <a:xfrm>
                <a:off x="22117348" y="1581150"/>
                <a:ext cx="15379" cy="276225"/>
              </a:xfrm>
              <a:prstGeom prst="rect">
                <a:avLst/>
              </a:prstGeom>
              <a:solidFill>
                <a:srgbClr val="D3E3E5"/>
              </a:solidFill>
              <a:ln w="0">
                <a:noFill/>
                <a:prstDash val="solid"/>
              </a:ln>
            </p:spPr>
          </p:sp>
          <p:sp>
            <p:nvSpPr>
              <p:cNvPr id="1648" name="four:time-step-strips:time-strip-tₐ-cell-58:1648">
                <a:extLst>
                  <a:ext uri="{FF2B5EF4-FFF2-40B4-BE49-F238E27FC236}">
                    <ns2:creationId id="{29C4D7A1-9517-4A76-BFD8-48DCC9D9C809}"/>
                  </a:ext>
                </a:extLst>
              </p:cNvPr>
              <p:cNvSpPr>
                <a:spLocks noGrp="1"/>
              </p:cNvSpPr>
              <p:nvPr/>
            </p:nvSpPr>
            <p:spPr>
              <a:xfrm>
                <a:off x="22132727" y="1581150"/>
                <a:ext cx="15379" cy="276225"/>
              </a:xfrm>
              <a:prstGeom prst="rect">
                <a:avLst/>
              </a:prstGeom>
              <a:solidFill>
                <a:srgbClr val="DAC9B8"/>
              </a:solidFill>
              <a:ln w="0">
                <a:noFill/>
                <a:prstDash val="solid"/>
              </a:ln>
            </p:spPr>
          </p:sp>
          <p:sp>
            <p:nvSpPr>
              <p:cNvPr id="1649" name="four:time-step-strips:time-strip-tₐ-cell-59:1649">
                <a:extLst>
                  <a:ext uri="{FF2B5EF4-FFF2-40B4-BE49-F238E27FC236}">
                    <ns2:creationId id="{585BF348-8858-499E-80A3-1EA6BE4964DB}"/>
                  </a:ext>
                </a:extLst>
              </p:cNvPr>
              <p:cNvSpPr>
                <a:spLocks noGrp="1"/>
              </p:cNvSpPr>
              <p:nvPr/>
            </p:nvSpPr>
            <p:spPr>
              <a:xfrm>
                <a:off x="22148105" y="1581150"/>
                <a:ext cx="15379" cy="276225"/>
              </a:xfrm>
              <a:prstGeom prst="rect">
                <a:avLst/>
              </a:prstGeom>
              <a:solidFill>
                <a:srgbClr val="D9B08D"/>
              </a:solidFill>
              <a:ln w="0">
                <a:noFill/>
                <a:prstDash val="solid"/>
              </a:ln>
            </p:spPr>
          </p:sp>
          <p:sp>
            <p:nvSpPr>
              <p:cNvPr id="1650" name="four:time-step-strips:time-strip-tₐ-cell-60:1650">
                <a:extLst>
                  <a:ext uri="{FF2B5EF4-FFF2-40B4-BE49-F238E27FC236}">
                    <ns2:creationId id="{FA97C58E-584B-4BFC-9BB7-64AE134A2090}"/>
                  </a:ext>
                </a:extLst>
              </p:cNvPr>
              <p:cNvSpPr>
                <a:spLocks noGrp="1"/>
              </p:cNvSpPr>
              <p:nvPr/>
            </p:nvSpPr>
            <p:spPr>
              <a:xfrm>
                <a:off x="22163484" y="1581150"/>
                <a:ext cx="15379" cy="276225"/>
              </a:xfrm>
              <a:prstGeom prst="rect">
                <a:avLst/>
              </a:prstGeom>
              <a:solidFill>
                <a:srgbClr val="D89660"/>
              </a:solidFill>
              <a:ln w="0">
                <a:noFill/>
                <a:prstDash val="solid"/>
              </a:ln>
            </p:spPr>
          </p:sp>
          <p:sp>
            <p:nvSpPr>
              <p:cNvPr id="1651" name="four:time-step-strips:time-strip-tₐ-cell-61:1651">
                <a:extLst>
                  <a:ext uri="{FF2B5EF4-FFF2-40B4-BE49-F238E27FC236}">
                    <ns2:creationId id="{65726F42-2DEB-4731-B7F8-C334DDEC7087}"/>
                  </a:ext>
                </a:extLst>
              </p:cNvPr>
              <p:cNvSpPr>
                <a:spLocks noGrp="1"/>
              </p:cNvSpPr>
              <p:nvPr/>
            </p:nvSpPr>
            <p:spPr>
              <a:xfrm>
                <a:off x="22178863" y="1581150"/>
                <a:ext cx="15379" cy="276225"/>
              </a:xfrm>
              <a:prstGeom prst="rect">
                <a:avLst/>
              </a:prstGeom>
              <a:solidFill>
                <a:srgbClr val="D77D35"/>
              </a:solidFill>
              <a:ln w="0">
                <a:noFill/>
                <a:prstDash val="solid"/>
              </a:ln>
            </p:spPr>
          </p:sp>
          <p:sp>
            <p:nvSpPr>
              <p:cNvPr id="1652" name="four:time-step-strips:time-strip-tₐ-cell-62:1652">
                <a:extLst>
                  <a:ext uri="{FF2B5EF4-FFF2-40B4-BE49-F238E27FC236}">
                    <ns2:creationId id="{CE27588F-2C3A-4976-AC30-B66C9D76A202}"/>
                  </a:ext>
                </a:extLst>
              </p:cNvPr>
              <p:cNvSpPr>
                <a:spLocks noGrp="1"/>
              </p:cNvSpPr>
              <p:nvPr/>
            </p:nvSpPr>
            <p:spPr>
              <a:xfrm>
                <a:off x="22194242" y="1581150"/>
                <a:ext cx="15379" cy="276225"/>
              </a:xfrm>
              <a:prstGeom prst="rect">
                <a:avLst/>
              </a:prstGeom>
              <a:solidFill>
                <a:srgbClr val="D66913"/>
              </a:solidFill>
              <a:ln w="0">
                <a:noFill/>
                <a:prstDash val="solid"/>
              </a:ln>
            </p:spPr>
          </p:sp>
          <p:sp>
            <p:nvSpPr>
              <p:cNvPr id="1653" name="four:time-step-strips:time-strip-tₐ-cell-63:1653">
                <a:extLst>
                  <a:ext uri="{FF2B5EF4-FFF2-40B4-BE49-F238E27FC236}">
                    <ns2:creationId id="{E6A16122-E4B4-4BB9-9DD5-57772AD9432F}"/>
                  </a:ext>
                </a:extLst>
              </p:cNvPr>
              <p:cNvSpPr>
                <a:spLocks noGrp="1"/>
              </p:cNvSpPr>
              <p:nvPr/>
            </p:nvSpPr>
            <p:spPr>
              <a:xfrm>
                <a:off x="22209621" y="1581150"/>
                <a:ext cx="15379" cy="276225"/>
              </a:xfrm>
              <a:prstGeom prst="rect">
                <a:avLst/>
              </a:prstGeom>
              <a:solidFill>
                <a:srgbClr val="D55F02"/>
              </a:solidFill>
              <a:ln w="0">
                <a:noFill/>
                <a:prstDash val="solid"/>
              </a:ln>
            </p:spPr>
          </p:sp>
          <p:sp>
            <p:nvSpPr>
              <p:cNvPr id="1654" name="four:time-step-strips:time-strip-tₐ-cell-64:1654">
                <a:extLst>
                  <a:ext uri="{FF2B5EF4-FFF2-40B4-BE49-F238E27FC236}">
                    <ns2:creationId id="{7E136DC6-7278-470E-8F6A-6407EA7CCBD8}"/>
                  </a:ext>
                </a:extLst>
              </p:cNvPr>
              <p:cNvSpPr>
                <a:spLocks noGrp="1"/>
              </p:cNvSpPr>
              <p:nvPr/>
            </p:nvSpPr>
            <p:spPr>
              <a:xfrm>
                <a:off x="22225000" y="1581150"/>
                <a:ext cx="15379" cy="276225"/>
              </a:xfrm>
              <a:prstGeom prst="rect">
                <a:avLst/>
              </a:prstGeom>
              <a:solidFill>
                <a:srgbClr val="D55E00"/>
              </a:solidFill>
              <a:ln w="0">
                <a:noFill/>
                <a:prstDash val="solid"/>
              </a:ln>
            </p:spPr>
          </p:sp>
          <p:sp>
            <p:nvSpPr>
              <p:cNvPr id="1655" name="four:time-step-strips:time-strip-tₐ-cell-65:1655">
                <a:extLst>
                  <a:ext uri="{FF2B5EF4-FFF2-40B4-BE49-F238E27FC236}">
                    <ns2:creationId id="{ED2CB79E-3D19-45A5-AE7D-DCAAE273771C}"/>
                  </a:ext>
                </a:extLst>
              </p:cNvPr>
              <p:cNvSpPr>
                <a:spLocks noGrp="1"/>
              </p:cNvSpPr>
              <p:nvPr/>
            </p:nvSpPr>
            <p:spPr>
              <a:xfrm>
                <a:off x="22240379" y="1581150"/>
                <a:ext cx="15379" cy="276225"/>
              </a:xfrm>
              <a:prstGeom prst="rect">
                <a:avLst/>
              </a:prstGeom>
              <a:solidFill>
                <a:srgbClr val="D55E00"/>
              </a:solidFill>
              <a:ln w="0">
                <a:noFill/>
                <a:prstDash val="solid"/>
              </a:ln>
            </p:spPr>
          </p:sp>
          <p:sp>
            <p:nvSpPr>
              <p:cNvPr id="1656" name="four:time-step-strips:time-strip-tₐ-cell-66:1656">
                <a:extLst>
                  <a:ext uri="{FF2B5EF4-FFF2-40B4-BE49-F238E27FC236}">
                    <ns2:creationId id="{46B45301-11D3-44B2-AB00-C06516105135}"/>
                  </a:ext>
                </a:extLst>
              </p:cNvPr>
              <p:cNvSpPr>
                <a:spLocks noGrp="1"/>
              </p:cNvSpPr>
              <p:nvPr/>
            </p:nvSpPr>
            <p:spPr>
              <a:xfrm>
                <a:off x="22255758" y="1581150"/>
                <a:ext cx="15379" cy="276225"/>
              </a:xfrm>
              <a:prstGeom prst="rect">
                <a:avLst/>
              </a:prstGeom>
              <a:solidFill>
                <a:srgbClr val="D55E00"/>
              </a:solidFill>
              <a:ln w="0">
                <a:noFill/>
                <a:prstDash val="solid"/>
              </a:ln>
            </p:spPr>
          </p:sp>
          <p:sp>
            <p:nvSpPr>
              <p:cNvPr id="1657" name="four:time-step-strips:time-strip-tₐ-cell-67:1657">
                <a:extLst>
                  <a:ext uri="{FF2B5EF4-FFF2-40B4-BE49-F238E27FC236}">
                    <ns2:creationId id="{BE3F7AC4-31E4-4687-ADE3-EB9BEAAA921B}"/>
                  </a:ext>
                </a:extLst>
              </p:cNvPr>
              <p:cNvSpPr>
                <a:spLocks noGrp="1"/>
              </p:cNvSpPr>
              <p:nvPr/>
            </p:nvSpPr>
            <p:spPr>
              <a:xfrm>
                <a:off x="22271137" y="1581150"/>
                <a:ext cx="15379" cy="276225"/>
              </a:xfrm>
              <a:prstGeom prst="rect">
                <a:avLst/>
              </a:prstGeom>
              <a:solidFill>
                <a:srgbClr val="D55E00"/>
              </a:solidFill>
              <a:ln w="0">
                <a:noFill/>
                <a:prstDash val="solid"/>
              </a:ln>
            </p:spPr>
          </p:sp>
          <p:sp>
            <p:nvSpPr>
              <p:cNvPr id="1658" name="four:time-step-strips:time-strip-tₐ-cell-68:1658">
                <a:extLst>
                  <a:ext uri="{FF2B5EF4-FFF2-40B4-BE49-F238E27FC236}">
                    <ns2:creationId id="{00AB7853-9A60-4FAB-9BED-66E5C61F1DB5}"/>
                  </a:ext>
                </a:extLst>
              </p:cNvPr>
              <p:cNvSpPr>
                <a:spLocks noGrp="1"/>
              </p:cNvSpPr>
              <p:nvPr/>
            </p:nvSpPr>
            <p:spPr>
              <a:xfrm>
                <a:off x="22286516" y="1581150"/>
                <a:ext cx="15379" cy="276225"/>
              </a:xfrm>
              <a:prstGeom prst="rect">
                <a:avLst/>
              </a:prstGeom>
              <a:solidFill>
                <a:srgbClr val="D55E00"/>
              </a:solidFill>
              <a:ln w="0">
                <a:noFill/>
                <a:prstDash val="solid"/>
              </a:ln>
            </p:spPr>
          </p:sp>
          <p:sp>
            <p:nvSpPr>
              <p:cNvPr id="1659" name="four:time-step-strips:time-strip-tₐ-cell-69:1659">
                <a:extLst>
                  <a:ext uri="{FF2B5EF4-FFF2-40B4-BE49-F238E27FC236}">
                    <ns2:creationId id="{DD0EA059-FD2E-4CE1-BC42-1BB2ED3437CB}"/>
                  </a:ext>
                </a:extLst>
              </p:cNvPr>
              <p:cNvSpPr>
                <a:spLocks noGrp="1"/>
              </p:cNvSpPr>
              <p:nvPr/>
            </p:nvSpPr>
            <p:spPr>
              <a:xfrm>
                <a:off x="22301895" y="1581150"/>
                <a:ext cx="15379" cy="276225"/>
              </a:xfrm>
              <a:prstGeom prst="rect">
                <a:avLst/>
              </a:prstGeom>
              <a:solidFill>
                <a:srgbClr val="D55E00"/>
              </a:solidFill>
              <a:ln w="0">
                <a:noFill/>
                <a:prstDash val="solid"/>
              </a:ln>
            </p:spPr>
          </p:sp>
          <p:sp>
            <p:nvSpPr>
              <p:cNvPr id="1660" name="four:time-step-strips:time-strip-tₐ-cell-70:1660">
                <a:extLst>
                  <a:ext uri="{FF2B5EF4-FFF2-40B4-BE49-F238E27FC236}">
                    <ns2:creationId id="{53629FDA-8844-4D67-BB38-18DB1741EF03}"/>
                  </a:ext>
                </a:extLst>
              </p:cNvPr>
              <p:cNvSpPr>
                <a:spLocks noGrp="1"/>
              </p:cNvSpPr>
              <p:nvPr/>
            </p:nvSpPr>
            <p:spPr>
              <a:xfrm>
                <a:off x="22317273" y="1581150"/>
                <a:ext cx="15379" cy="276225"/>
              </a:xfrm>
              <a:prstGeom prst="rect">
                <a:avLst/>
              </a:prstGeom>
              <a:solidFill>
                <a:srgbClr val="D55E00"/>
              </a:solidFill>
              <a:ln w="0">
                <a:noFill/>
                <a:prstDash val="solid"/>
              </a:ln>
            </p:spPr>
          </p:sp>
          <p:sp>
            <p:nvSpPr>
              <p:cNvPr id="1661" name="four:time-step-strips:time-strip-tₐ-cell-71:1661">
                <a:extLst>
                  <a:ext uri="{FF2B5EF4-FFF2-40B4-BE49-F238E27FC236}">
                    <ns2:creationId id="{E5C0EBF0-EAFC-4211-9783-1120B0D7ED4E}"/>
                  </a:ext>
                </a:extLst>
              </p:cNvPr>
              <p:cNvSpPr>
                <a:spLocks noGrp="1"/>
              </p:cNvSpPr>
              <p:nvPr/>
            </p:nvSpPr>
            <p:spPr>
              <a:xfrm>
                <a:off x="22332652" y="1581150"/>
                <a:ext cx="15379" cy="276225"/>
              </a:xfrm>
              <a:prstGeom prst="rect">
                <a:avLst/>
              </a:prstGeom>
              <a:solidFill>
                <a:srgbClr val="D55E00"/>
              </a:solidFill>
              <a:ln w="0">
                <a:noFill/>
                <a:prstDash val="solid"/>
              </a:ln>
            </p:spPr>
          </p:sp>
          <p:sp>
            <p:nvSpPr>
              <p:cNvPr id="1662" name="four:time-step-strips:time-strip-tₐ-cell-72:1662">
                <a:extLst>
                  <a:ext uri="{FF2B5EF4-FFF2-40B4-BE49-F238E27FC236}">
                    <ns2:creationId id="{A8EA651B-DBA1-4CBC-9215-E11BFE8C0B88}"/>
                  </a:ext>
                </a:extLst>
              </p:cNvPr>
              <p:cNvSpPr>
                <a:spLocks noGrp="1"/>
              </p:cNvSpPr>
              <p:nvPr/>
            </p:nvSpPr>
            <p:spPr>
              <a:xfrm>
                <a:off x="22348031" y="1581150"/>
                <a:ext cx="15379" cy="276225"/>
              </a:xfrm>
              <a:prstGeom prst="rect">
                <a:avLst/>
              </a:prstGeom>
              <a:solidFill>
                <a:srgbClr val="D55E00"/>
              </a:solidFill>
              <a:ln w="0">
                <a:noFill/>
                <a:prstDash val="solid"/>
              </a:ln>
            </p:spPr>
          </p:sp>
          <p:sp>
            <p:nvSpPr>
              <p:cNvPr id="1663" name="four:time-step-strips:time-strip-tₐ-cell-73:1663">
                <a:extLst>
                  <a:ext uri="{FF2B5EF4-FFF2-40B4-BE49-F238E27FC236}">
                    <ns2:creationId id="{B56D9927-A578-4340-A102-9D8FEE7B1CCC}"/>
                  </a:ext>
                </a:extLst>
              </p:cNvPr>
              <p:cNvSpPr>
                <a:spLocks noGrp="1"/>
              </p:cNvSpPr>
              <p:nvPr/>
            </p:nvSpPr>
            <p:spPr>
              <a:xfrm>
                <a:off x="22363410" y="1581150"/>
                <a:ext cx="15379" cy="276225"/>
              </a:xfrm>
              <a:prstGeom prst="rect">
                <a:avLst/>
              </a:prstGeom>
              <a:solidFill>
                <a:srgbClr val="D55E00"/>
              </a:solidFill>
              <a:ln w="0">
                <a:noFill/>
                <a:prstDash val="solid"/>
              </a:ln>
            </p:spPr>
          </p:sp>
          <p:sp>
            <p:nvSpPr>
              <p:cNvPr id="1664" name="four:time-step-strips:time-strip-tₐ-cell-74:1664">
                <a:extLst>
                  <a:ext uri="{FF2B5EF4-FFF2-40B4-BE49-F238E27FC236}">
                    <ns2:creationId id="{FAF8F7D7-D4C1-4C81-9FB5-9A21E2B03892}"/>
                  </a:ext>
                </a:extLst>
              </p:cNvPr>
              <p:cNvSpPr>
                <a:spLocks noGrp="1"/>
              </p:cNvSpPr>
              <p:nvPr/>
            </p:nvSpPr>
            <p:spPr>
              <a:xfrm>
                <a:off x="22378789" y="1581150"/>
                <a:ext cx="15379" cy="276225"/>
              </a:xfrm>
              <a:prstGeom prst="rect">
                <a:avLst/>
              </a:prstGeom>
              <a:solidFill>
                <a:srgbClr val="D55E00"/>
              </a:solidFill>
              <a:ln w="0">
                <a:noFill/>
                <a:prstDash val="solid"/>
              </a:ln>
            </p:spPr>
          </p:sp>
          <p:sp>
            <p:nvSpPr>
              <p:cNvPr id="1665" name="four:time-step-strips:time-strip-tₐ-cell-75:1665">
                <a:extLst>
                  <a:ext uri="{FF2B5EF4-FFF2-40B4-BE49-F238E27FC236}">
                    <ns2:creationId id="{4231A09B-2930-411B-A0E8-FA4A48EBA2A4}"/>
                  </a:ext>
                </a:extLst>
              </p:cNvPr>
              <p:cNvSpPr>
                <a:spLocks noGrp="1"/>
              </p:cNvSpPr>
              <p:nvPr/>
            </p:nvSpPr>
            <p:spPr>
              <a:xfrm>
                <a:off x="22394168" y="1581150"/>
                <a:ext cx="15379" cy="276225"/>
              </a:xfrm>
              <a:prstGeom prst="rect">
                <a:avLst/>
              </a:prstGeom>
              <a:solidFill>
                <a:srgbClr val="D55E00"/>
              </a:solidFill>
              <a:ln w="0">
                <a:noFill/>
                <a:prstDash val="solid"/>
              </a:ln>
            </p:spPr>
          </p:sp>
          <p:sp>
            <p:nvSpPr>
              <p:cNvPr id="1666" name="four:time-step-strips:time-strip-tₐ-cell-76:1666">
                <a:extLst>
                  <a:ext uri="{FF2B5EF4-FFF2-40B4-BE49-F238E27FC236}">
                    <ns2:creationId id="{253506E8-A629-4873-97B3-9AE978A3249E}"/>
                  </a:ext>
                </a:extLst>
              </p:cNvPr>
              <p:cNvSpPr>
                <a:spLocks noGrp="1"/>
              </p:cNvSpPr>
              <p:nvPr/>
            </p:nvSpPr>
            <p:spPr>
              <a:xfrm>
                <a:off x="22409547" y="1581150"/>
                <a:ext cx="15379" cy="276225"/>
              </a:xfrm>
              <a:prstGeom prst="rect">
                <a:avLst/>
              </a:prstGeom>
              <a:solidFill>
                <a:srgbClr val="D5640A"/>
              </a:solidFill>
              <a:ln w="0">
                <a:noFill/>
                <a:prstDash val="solid"/>
              </a:ln>
            </p:spPr>
          </p:sp>
          <p:sp>
            <p:nvSpPr>
              <p:cNvPr id="1667" name="four:time-step-strips:time-strip-tₐ-cell-77:1667">
                <a:extLst>
                  <a:ext uri="{FF2B5EF4-FFF2-40B4-BE49-F238E27FC236}">
                    <ns2:creationId id="{0CA56F65-AAEC-42C5-9BEA-80E62AC0C8AC}"/>
                  </a:ext>
                </a:extLst>
              </p:cNvPr>
              <p:cNvSpPr>
                <a:spLocks noGrp="1"/>
              </p:cNvSpPr>
              <p:nvPr/>
            </p:nvSpPr>
            <p:spPr>
              <a:xfrm>
                <a:off x="22424926" y="1581150"/>
                <a:ext cx="15379" cy="276225"/>
              </a:xfrm>
              <a:prstGeom prst="rect">
                <a:avLst/>
              </a:prstGeom>
              <a:solidFill>
                <a:srgbClr val="D67120"/>
              </a:solidFill>
              <a:ln w="0">
                <a:noFill/>
                <a:prstDash val="solid"/>
              </a:ln>
            </p:spPr>
          </p:sp>
          <p:sp>
            <p:nvSpPr>
              <p:cNvPr id="1668" name="four:time-step-strips:time-strip-tₐ-cell-78:1668">
                <a:extLst>
                  <a:ext uri="{FF2B5EF4-FFF2-40B4-BE49-F238E27FC236}">
                    <ns2:creationId id="{E76ACC13-5202-44C5-AF04-C378BB9C540E}"/>
                  </a:ext>
                </a:extLst>
              </p:cNvPr>
              <p:cNvSpPr>
                <a:spLocks noGrp="1"/>
              </p:cNvSpPr>
              <p:nvPr/>
            </p:nvSpPr>
            <p:spPr>
              <a:xfrm>
                <a:off x="22440305" y="1581150"/>
                <a:ext cx="15379" cy="276225"/>
              </a:xfrm>
              <a:prstGeom prst="rect">
                <a:avLst/>
              </a:prstGeom>
              <a:solidFill>
                <a:srgbClr val="D7813D"/>
              </a:solidFill>
              <a:ln w="0">
                <a:noFill/>
                <a:prstDash val="solid"/>
              </a:ln>
            </p:spPr>
          </p:sp>
          <p:sp>
            <p:nvSpPr>
              <p:cNvPr id="1669" name="four:time-step-strips:time-strip-tₐ-cell-79:1669">
                <a:extLst>
                  <a:ext uri="{FF2B5EF4-FFF2-40B4-BE49-F238E27FC236}">
                    <ns2:creationId id="{E1E2F5BF-BCA3-4DBB-86BC-893A561F477F}"/>
                  </a:ext>
                </a:extLst>
              </p:cNvPr>
              <p:cNvSpPr>
                <a:spLocks noGrp="1"/>
              </p:cNvSpPr>
              <p:nvPr/>
            </p:nvSpPr>
            <p:spPr>
              <a:xfrm>
                <a:off x="22455684" y="1581150"/>
                <a:ext cx="15379" cy="276225"/>
              </a:xfrm>
              <a:prstGeom prst="rect">
                <a:avLst/>
              </a:prstGeom>
              <a:solidFill>
                <a:srgbClr val="A1B0B5"/>
              </a:solidFill>
              <a:ln w="0">
                <a:noFill/>
                <a:prstDash val="solid"/>
              </a:ln>
            </p:spPr>
          </p:sp>
          <p:sp>
            <p:nvSpPr>
              <p:cNvPr id="1670" name="four:time-step-strips:time-strip-tₐ-cell-80:1670">
                <a:extLst>
                  <a:ext uri="{FF2B5EF4-FFF2-40B4-BE49-F238E27FC236}">
                    <ns2:creationId id="{2C965C0A-30FC-4882-BC24-D7958682769E}"/>
                  </a:ext>
                </a:extLst>
              </p:cNvPr>
              <p:cNvSpPr>
                <a:spLocks noGrp="1"/>
              </p:cNvSpPr>
              <p:nvPr/>
            </p:nvSpPr>
            <p:spPr>
              <a:xfrm>
                <a:off x="22471063" y="1581150"/>
                <a:ext cx="15379" cy="276225"/>
              </a:xfrm>
              <a:prstGeom prst="rect">
                <a:avLst/>
              </a:prstGeom>
              <a:solidFill>
                <a:srgbClr val="5CBDA6"/>
              </a:solidFill>
              <a:ln w="0">
                <a:noFill/>
                <a:prstDash val="solid"/>
              </a:ln>
            </p:spPr>
          </p:sp>
          <p:sp>
            <p:nvSpPr>
              <p:cNvPr id="1671" name="four:time-step-strips:time-strip-tₐ-cell-81:1671">
                <a:extLst>
                  <a:ext uri="{FF2B5EF4-FFF2-40B4-BE49-F238E27FC236}">
                    <ns2:creationId id="{6E3AF814-8482-42FF-81B6-C416FCAD6346}"/>
                  </a:ext>
                </a:extLst>
              </p:cNvPr>
              <p:cNvSpPr>
                <a:spLocks noGrp="1"/>
              </p:cNvSpPr>
              <p:nvPr/>
            </p:nvSpPr>
            <p:spPr>
              <a:xfrm>
                <a:off x="22486441" y="1581150"/>
                <a:ext cx="15379" cy="276225"/>
              </a:xfrm>
              <a:prstGeom prst="rect">
                <a:avLst/>
              </a:prstGeom>
              <a:solidFill>
                <a:srgbClr val="72C4B2"/>
              </a:solidFill>
              <a:ln w="0">
                <a:noFill/>
                <a:prstDash val="solid"/>
              </a:ln>
            </p:spPr>
          </p:sp>
          <p:sp>
            <p:nvSpPr>
              <p:cNvPr id="1672" name="four:time-step-strips:time-strip-tₐ-cell-82:1672">
                <a:extLst>
                  <a:ext uri="{FF2B5EF4-FFF2-40B4-BE49-F238E27FC236}">
                    <ns2:creationId id="{8EBEB2B3-BC41-47B4-85AF-18B3DC4474F1}"/>
                  </a:ext>
                </a:extLst>
              </p:cNvPr>
              <p:cNvSpPr>
                <a:spLocks noGrp="1"/>
              </p:cNvSpPr>
              <p:nvPr/>
            </p:nvSpPr>
            <p:spPr>
              <a:xfrm>
                <a:off x="22501820" y="1581150"/>
                <a:ext cx="15379" cy="276225"/>
              </a:xfrm>
              <a:prstGeom prst="rect">
                <a:avLst/>
              </a:prstGeom>
              <a:solidFill>
                <a:srgbClr val="7FC9BA"/>
              </a:solidFill>
              <a:ln w="0">
                <a:noFill/>
                <a:prstDash val="solid"/>
              </a:ln>
            </p:spPr>
          </p:sp>
          <p:sp>
            <p:nvSpPr>
              <p:cNvPr id="1673" name="four:time-step-strips:time-strip-tₐ-cell-83:1673">
                <a:extLst>
                  <a:ext uri="{FF2B5EF4-FFF2-40B4-BE49-F238E27FC236}">
                    <ns2:creationId id="{A8C7365D-AF9E-4F9A-9DE5-1FEC4C4F5FC1}"/>
                  </a:ext>
                </a:extLst>
              </p:cNvPr>
              <p:cNvSpPr>
                <a:spLocks noGrp="1"/>
              </p:cNvSpPr>
              <p:nvPr/>
            </p:nvSpPr>
            <p:spPr>
              <a:xfrm>
                <a:off x="22517199" y="1581150"/>
                <a:ext cx="15379" cy="276225"/>
              </a:xfrm>
              <a:prstGeom prst="rect">
                <a:avLst/>
              </a:prstGeom>
              <a:solidFill>
                <a:srgbClr val="81C9BA"/>
              </a:solidFill>
              <a:ln w="0">
                <a:noFill/>
                <a:prstDash val="solid"/>
              </a:ln>
            </p:spPr>
          </p:sp>
          <p:sp>
            <p:nvSpPr>
              <p:cNvPr id="1674" name="four:time-step-strips:time-strip-tₐ-cell-84:1674">
                <a:extLst>
                  <a:ext uri="{FF2B5EF4-FFF2-40B4-BE49-F238E27FC236}">
                    <ns2:creationId id="{05D0C273-EB9A-4533-B701-C4179734546A}"/>
                  </a:ext>
                </a:extLst>
              </p:cNvPr>
              <p:cNvSpPr>
                <a:spLocks noGrp="1"/>
              </p:cNvSpPr>
              <p:nvPr/>
            </p:nvSpPr>
            <p:spPr>
              <a:xfrm>
                <a:off x="22532578" y="1581150"/>
                <a:ext cx="15379" cy="276225"/>
              </a:xfrm>
              <a:prstGeom prst="rect">
                <a:avLst/>
              </a:prstGeom>
              <a:solidFill>
                <a:srgbClr val="81C9BA"/>
              </a:solidFill>
              <a:ln w="0">
                <a:noFill/>
                <a:prstDash val="solid"/>
              </a:ln>
            </p:spPr>
          </p:sp>
          <p:sp>
            <p:nvSpPr>
              <p:cNvPr id="1675" name="four:time-step-strips:time-strip-tₐ-cell-85:1675">
                <a:extLst>
                  <a:ext uri="{FF2B5EF4-FFF2-40B4-BE49-F238E27FC236}">
                    <ns2:creationId id="{991D389A-2A73-4056-A620-CCB2905BB579}"/>
                  </a:ext>
                </a:extLst>
              </p:cNvPr>
              <p:cNvSpPr>
                <a:spLocks noGrp="1"/>
              </p:cNvSpPr>
              <p:nvPr/>
            </p:nvSpPr>
            <p:spPr>
              <a:xfrm>
                <a:off x="22547957" y="1581150"/>
                <a:ext cx="15379" cy="276225"/>
              </a:xfrm>
              <a:prstGeom prst="rect">
                <a:avLst/>
              </a:prstGeom>
              <a:solidFill>
                <a:srgbClr val="81C9BA"/>
              </a:solidFill>
              <a:ln w="0">
                <a:noFill/>
                <a:prstDash val="solid"/>
              </a:ln>
            </p:spPr>
          </p:sp>
          <p:sp>
            <p:nvSpPr>
              <p:cNvPr id="1676" name="four:time-step-strips:time-strip-tₐ-cell-86:1676">
                <a:extLst>
                  <a:ext uri="{FF2B5EF4-FFF2-40B4-BE49-F238E27FC236}">
                    <ns2:creationId id="{39AA94DF-DF30-4C0B-A318-1B5E7B487794}"/>
                  </a:ext>
                </a:extLst>
              </p:cNvPr>
              <p:cNvSpPr>
                <a:spLocks noGrp="1"/>
              </p:cNvSpPr>
              <p:nvPr/>
            </p:nvSpPr>
            <p:spPr>
              <a:xfrm>
                <a:off x="22563336" y="1581150"/>
                <a:ext cx="15379" cy="276225"/>
              </a:xfrm>
              <a:prstGeom prst="rect">
                <a:avLst/>
              </a:prstGeom>
              <a:solidFill>
                <a:srgbClr val="81C9BA"/>
              </a:solidFill>
              <a:ln w="0">
                <a:noFill/>
                <a:prstDash val="solid"/>
              </a:ln>
            </p:spPr>
          </p:sp>
          <p:sp>
            <p:nvSpPr>
              <p:cNvPr id="1677" name="four:time-step-strips:time-strip-tₐ-cell-87:1677">
                <a:extLst>
                  <a:ext uri="{FF2B5EF4-FFF2-40B4-BE49-F238E27FC236}">
                    <ns2:creationId id="{7CF26C63-03E7-4B36-90F9-DF650DC858CF}"/>
                  </a:ext>
                </a:extLst>
              </p:cNvPr>
              <p:cNvSpPr>
                <a:spLocks noGrp="1"/>
              </p:cNvSpPr>
              <p:nvPr/>
            </p:nvSpPr>
            <p:spPr>
              <a:xfrm>
                <a:off x="22578715" y="1581150"/>
                <a:ext cx="15379" cy="276225"/>
              </a:xfrm>
              <a:prstGeom prst="rect">
                <a:avLst/>
              </a:prstGeom>
              <a:solidFill>
                <a:srgbClr val="81C9BA"/>
              </a:solidFill>
              <a:ln w="0">
                <a:noFill/>
                <a:prstDash val="solid"/>
              </a:ln>
            </p:spPr>
          </p:sp>
          <p:sp>
            <p:nvSpPr>
              <p:cNvPr id="1678" name="four:time-step-strips:time-strip-tₐ-cell-88:1678">
                <a:extLst>
                  <a:ext uri="{FF2B5EF4-FFF2-40B4-BE49-F238E27FC236}">
                    <ns2:creationId id="{4E602635-E459-4FDF-888F-7AEC2D1E9DDD}"/>
                  </a:ext>
                </a:extLst>
              </p:cNvPr>
              <p:cNvSpPr>
                <a:spLocks noGrp="1"/>
              </p:cNvSpPr>
              <p:nvPr/>
            </p:nvSpPr>
            <p:spPr>
              <a:xfrm>
                <a:off x="22594094" y="1581150"/>
                <a:ext cx="15379" cy="276225"/>
              </a:xfrm>
              <a:prstGeom prst="rect">
                <a:avLst/>
              </a:prstGeom>
              <a:solidFill>
                <a:srgbClr val="81C9BA"/>
              </a:solidFill>
              <a:ln w="0">
                <a:noFill/>
                <a:prstDash val="solid"/>
              </a:ln>
            </p:spPr>
          </p:sp>
          <p:sp>
            <p:nvSpPr>
              <p:cNvPr id="1679" name="four:time-step-strips:time-strip-tₐ-cell-89:1679">
                <a:extLst>
                  <a:ext uri="{FF2B5EF4-FFF2-40B4-BE49-F238E27FC236}">
                    <ns2:creationId id="{F64C78FC-25BA-4C34-B100-8CF90BC4572F}"/>
                  </a:ext>
                </a:extLst>
              </p:cNvPr>
              <p:cNvSpPr>
                <a:spLocks noGrp="1"/>
              </p:cNvSpPr>
              <p:nvPr/>
            </p:nvSpPr>
            <p:spPr>
              <a:xfrm>
                <a:off x="22609473" y="1581150"/>
                <a:ext cx="15379" cy="276225"/>
              </a:xfrm>
              <a:prstGeom prst="rect">
                <a:avLst/>
              </a:prstGeom>
              <a:solidFill>
                <a:srgbClr val="81C9BA"/>
              </a:solidFill>
              <a:ln w="0">
                <a:noFill/>
                <a:prstDash val="solid"/>
              </a:ln>
            </p:spPr>
          </p:sp>
          <p:sp>
            <p:nvSpPr>
              <p:cNvPr id="1680" name="four:time-step-strips:time-strip-tₐ-cell-90:1680">
                <a:extLst>
                  <a:ext uri="{FF2B5EF4-FFF2-40B4-BE49-F238E27FC236}">
                    <ns2:creationId id="{FC414B5A-F7C6-4292-BCCC-2279E1BDBA4C}"/>
                  </a:ext>
                </a:extLst>
              </p:cNvPr>
              <p:cNvSpPr>
                <a:spLocks noGrp="1"/>
              </p:cNvSpPr>
              <p:nvPr/>
            </p:nvSpPr>
            <p:spPr>
              <a:xfrm>
                <a:off x="22624852" y="1581150"/>
                <a:ext cx="15379" cy="276225"/>
              </a:xfrm>
              <a:prstGeom prst="rect">
                <a:avLst/>
              </a:prstGeom>
              <a:solidFill>
                <a:srgbClr val="81C9BA"/>
              </a:solidFill>
              <a:ln w="0">
                <a:noFill/>
                <a:prstDash val="solid"/>
              </a:ln>
            </p:spPr>
          </p:sp>
          <p:sp>
            <p:nvSpPr>
              <p:cNvPr id="1681" name="four:time-step-strips:time-strip-tₐ-cell-91:1681">
                <a:extLst>
                  <a:ext uri="{FF2B5EF4-FFF2-40B4-BE49-F238E27FC236}">
                    <ns2:creationId id="{A7290271-3874-43F2-9B95-4349D9C46067}"/>
                  </a:ext>
                </a:extLst>
              </p:cNvPr>
              <p:cNvSpPr>
                <a:spLocks noGrp="1"/>
              </p:cNvSpPr>
              <p:nvPr/>
            </p:nvSpPr>
            <p:spPr>
              <a:xfrm>
                <a:off x="22640230" y="1581150"/>
                <a:ext cx="15379" cy="276225"/>
              </a:xfrm>
              <a:prstGeom prst="rect">
                <a:avLst/>
              </a:prstGeom>
              <a:solidFill>
                <a:srgbClr val="81C9BA"/>
              </a:solidFill>
              <a:ln w="0">
                <a:noFill/>
                <a:prstDash val="solid"/>
              </a:ln>
            </p:spPr>
          </p:sp>
          <p:sp>
            <p:nvSpPr>
              <p:cNvPr id="1682" name="four:time-step-strips:time-strip-tₐ-cell-92:1682">
                <a:extLst>
                  <a:ext uri="{FF2B5EF4-FFF2-40B4-BE49-F238E27FC236}">
                    <ns2:creationId id="{1D8BD45D-3C0B-4CE9-BF71-DA8937A43B7C}"/>
                  </a:ext>
                </a:extLst>
              </p:cNvPr>
              <p:cNvSpPr>
                <a:spLocks noGrp="1"/>
              </p:cNvSpPr>
              <p:nvPr/>
            </p:nvSpPr>
            <p:spPr>
              <a:xfrm>
                <a:off x="22655609" y="1581150"/>
                <a:ext cx="15379" cy="276225"/>
              </a:xfrm>
              <a:prstGeom prst="rect">
                <a:avLst/>
              </a:prstGeom>
              <a:solidFill>
                <a:srgbClr val="81C9BA"/>
              </a:solidFill>
              <a:ln w="0">
                <a:noFill/>
                <a:prstDash val="solid"/>
              </a:ln>
            </p:spPr>
          </p:sp>
          <p:sp>
            <p:nvSpPr>
              <p:cNvPr id="1683" name="four:time-step-strips:time-strip-tₐ-cell-93:1683">
                <a:extLst>
                  <a:ext uri="{FF2B5EF4-FFF2-40B4-BE49-F238E27FC236}">
                    <ns2:creationId id="{3F82C22C-1692-4668-B0B2-4443FEB5ADC4}"/>
                  </a:ext>
                </a:extLst>
              </p:cNvPr>
              <p:cNvSpPr>
                <a:spLocks noGrp="1"/>
              </p:cNvSpPr>
              <p:nvPr/>
            </p:nvSpPr>
            <p:spPr>
              <a:xfrm>
                <a:off x="22670988" y="1581150"/>
                <a:ext cx="15379" cy="276225"/>
              </a:xfrm>
              <a:prstGeom prst="rect">
                <a:avLst/>
              </a:prstGeom>
              <a:solidFill>
                <a:srgbClr val="81C9BA"/>
              </a:solidFill>
              <a:ln w="0">
                <a:noFill/>
                <a:prstDash val="solid"/>
              </a:ln>
            </p:spPr>
          </p:sp>
          <p:sp>
            <p:nvSpPr>
              <p:cNvPr id="1684" name="four:time-step-strips:time-strip-tₐ-cell-94:1684">
                <a:extLst>
                  <a:ext uri="{FF2B5EF4-FFF2-40B4-BE49-F238E27FC236}">
                    <ns2:creationId id="{11CDBDAA-A444-4071-8394-76AEFED9FE4A}"/>
                  </a:ext>
                </a:extLst>
              </p:cNvPr>
              <p:cNvSpPr>
                <a:spLocks noGrp="1"/>
              </p:cNvSpPr>
              <p:nvPr/>
            </p:nvSpPr>
            <p:spPr>
              <a:xfrm>
                <a:off x="22686367" y="1581150"/>
                <a:ext cx="15379" cy="276225"/>
              </a:xfrm>
              <a:prstGeom prst="rect">
                <a:avLst/>
              </a:prstGeom>
              <a:solidFill>
                <a:srgbClr val="81C9BA"/>
              </a:solidFill>
              <a:ln w="0">
                <a:noFill/>
                <a:prstDash val="solid"/>
              </a:ln>
            </p:spPr>
          </p:sp>
          <p:sp>
            <p:nvSpPr>
              <p:cNvPr id="1685" name="four:time-step-strips:time-strip-tₐ-cell-95:1685">
                <a:extLst>
                  <a:ext uri="{FF2B5EF4-FFF2-40B4-BE49-F238E27FC236}">
                    <ns2:creationId id="{1EAC5AE9-5AF9-442C-AA91-070CBFFC4193}"/>
                  </a:ext>
                </a:extLst>
              </p:cNvPr>
              <p:cNvSpPr>
                <a:spLocks noGrp="1"/>
              </p:cNvSpPr>
              <p:nvPr/>
            </p:nvSpPr>
            <p:spPr>
              <a:xfrm>
                <a:off x="22701746" y="1581150"/>
                <a:ext cx="15379" cy="276225"/>
              </a:xfrm>
              <a:prstGeom prst="rect">
                <a:avLst/>
              </a:prstGeom>
              <a:solidFill>
                <a:srgbClr val="81C9BA"/>
              </a:solidFill>
              <a:ln w="0">
                <a:noFill/>
                <a:prstDash val="solid"/>
              </a:ln>
            </p:spPr>
          </p:sp>
          <p:sp>
            <p:nvSpPr>
              <p:cNvPr id="1686" name="four:time-step-strips:time-strip-tₐ-cell-96:1686">
                <a:extLst>
                  <a:ext uri="{FF2B5EF4-FFF2-40B4-BE49-F238E27FC236}">
                    <ns2:creationId id="{3D0F1D22-AE96-4CC0-95C6-00CFFBC1AAD5}"/>
                  </a:ext>
                </a:extLst>
              </p:cNvPr>
              <p:cNvSpPr>
                <a:spLocks noGrp="1"/>
              </p:cNvSpPr>
              <p:nvPr/>
            </p:nvSpPr>
            <p:spPr>
              <a:xfrm>
                <a:off x="22717125" y="1581150"/>
                <a:ext cx="15379" cy="276225"/>
              </a:xfrm>
              <a:prstGeom prst="rect">
                <a:avLst/>
              </a:prstGeom>
              <a:solidFill>
                <a:srgbClr val="81C9BA"/>
              </a:solidFill>
              <a:ln w="0">
                <a:noFill/>
                <a:prstDash val="solid"/>
              </a:ln>
            </p:spPr>
          </p:sp>
          <p:sp>
            <p:nvSpPr>
              <p:cNvPr id="1687" name="four:time-step-strips:time-strip-tₐ-cell-97:1687">
                <a:extLst>
                  <a:ext uri="{FF2B5EF4-FFF2-40B4-BE49-F238E27FC236}">
                    <ns2:creationId id="{3B02FC1D-1D8B-479E-B59C-8DD4E1B3156A}"/>
                  </a:ext>
                </a:extLst>
              </p:cNvPr>
              <p:cNvSpPr>
                <a:spLocks noGrp="1"/>
              </p:cNvSpPr>
              <p:nvPr/>
            </p:nvSpPr>
            <p:spPr>
              <a:xfrm>
                <a:off x="22732504" y="1581150"/>
                <a:ext cx="15379" cy="276225"/>
              </a:xfrm>
              <a:prstGeom prst="rect">
                <a:avLst/>
              </a:prstGeom>
              <a:solidFill>
                <a:srgbClr val="81C9BA"/>
              </a:solidFill>
              <a:ln w="0">
                <a:noFill/>
                <a:prstDash val="solid"/>
              </a:ln>
            </p:spPr>
          </p:sp>
          <p:sp>
            <p:nvSpPr>
              <p:cNvPr id="1688" name="four:time-step-strips:time-strip-tₐ-cell-98:1688">
                <a:extLst>
                  <a:ext uri="{FF2B5EF4-FFF2-40B4-BE49-F238E27FC236}">
                    <ns2:creationId id="{A8B7E33F-A54F-4857-9BB8-CC7AA67F2B46}"/>
                  </a:ext>
                </a:extLst>
              </p:cNvPr>
              <p:cNvSpPr>
                <a:spLocks noGrp="1"/>
              </p:cNvSpPr>
              <p:nvPr/>
            </p:nvSpPr>
            <p:spPr>
              <a:xfrm>
                <a:off x="22747883" y="1581150"/>
                <a:ext cx="15379" cy="276225"/>
              </a:xfrm>
              <a:prstGeom prst="rect">
                <a:avLst/>
              </a:prstGeom>
              <a:solidFill>
                <a:srgbClr val="81C9BA"/>
              </a:solidFill>
              <a:ln w="0">
                <a:noFill/>
                <a:prstDash val="solid"/>
              </a:ln>
            </p:spPr>
          </p:sp>
          <p:sp>
            <p:nvSpPr>
              <p:cNvPr id="1689" name="four:time-step-strips:time-strip-tₐ-cell-99:1689">
                <a:extLst>
                  <a:ext uri="{FF2B5EF4-FFF2-40B4-BE49-F238E27FC236}">
                    <ns2:creationId id="{952FA95A-F67D-44CF-B80A-23092E86DF3B}"/>
                  </a:ext>
                </a:extLst>
              </p:cNvPr>
              <p:cNvSpPr>
                <a:spLocks noGrp="1"/>
              </p:cNvSpPr>
              <p:nvPr/>
            </p:nvSpPr>
            <p:spPr>
              <a:xfrm>
                <a:off x="22763262" y="1581150"/>
                <a:ext cx="15379" cy="276225"/>
              </a:xfrm>
              <a:prstGeom prst="rect">
                <a:avLst/>
              </a:prstGeom>
              <a:solidFill>
                <a:srgbClr val="81C9BA"/>
              </a:solidFill>
              <a:ln w="0">
                <a:noFill/>
                <a:prstDash val="solid"/>
              </a:ln>
            </p:spPr>
          </p:sp>
          <p:sp>
            <p:nvSpPr>
              <p:cNvPr id="1690" name="four:time-step-strips:time-strip-tₐ-cell-100:1690">
                <a:extLst>
                  <a:ext uri="{FF2B5EF4-FFF2-40B4-BE49-F238E27FC236}">
                    <ns2:creationId id="{C3D0C322-518D-42ED-AA28-DE324C85D38E}"/>
                  </a:ext>
                </a:extLst>
              </p:cNvPr>
              <p:cNvSpPr>
                <a:spLocks noGrp="1"/>
              </p:cNvSpPr>
              <p:nvPr/>
            </p:nvSpPr>
            <p:spPr>
              <a:xfrm>
                <a:off x="22778641" y="1581150"/>
                <a:ext cx="15379" cy="276225"/>
              </a:xfrm>
              <a:prstGeom prst="rect">
                <a:avLst/>
              </a:prstGeom>
              <a:solidFill>
                <a:srgbClr val="81C9BA"/>
              </a:solidFill>
              <a:ln w="0">
                <a:noFill/>
                <a:prstDash val="solid"/>
              </a:ln>
            </p:spPr>
          </p:sp>
          <p:sp>
            <p:nvSpPr>
              <p:cNvPr id="1691" name="four:time-step-strips:time-strip-tₐ-cell-101:1691">
                <a:extLst>
                  <a:ext uri="{FF2B5EF4-FFF2-40B4-BE49-F238E27FC236}">
                    <ns2:creationId id="{0278B97B-6689-4FD6-A5BC-C2A965596241}"/>
                  </a:ext>
                </a:extLst>
              </p:cNvPr>
              <p:cNvSpPr>
                <a:spLocks noGrp="1"/>
              </p:cNvSpPr>
              <p:nvPr/>
            </p:nvSpPr>
            <p:spPr>
              <a:xfrm>
                <a:off x="22794020" y="1581150"/>
                <a:ext cx="15379" cy="276225"/>
              </a:xfrm>
              <a:prstGeom prst="rect">
                <a:avLst/>
              </a:prstGeom>
              <a:solidFill>
                <a:srgbClr val="81C9BA"/>
              </a:solidFill>
              <a:ln w="0">
                <a:noFill/>
                <a:prstDash val="solid"/>
              </a:ln>
            </p:spPr>
          </p:sp>
          <p:sp>
            <p:nvSpPr>
              <p:cNvPr id="1692" name="four:time-step-strips:time-strip-tₐ-cell-102:1692">
                <a:extLst>
                  <a:ext uri="{FF2B5EF4-FFF2-40B4-BE49-F238E27FC236}">
                    <ns2:creationId id="{8AF2E931-C90D-46D5-8842-C45AC89FEFF2}"/>
                  </a:ext>
                </a:extLst>
              </p:cNvPr>
              <p:cNvSpPr>
                <a:spLocks noGrp="1"/>
              </p:cNvSpPr>
              <p:nvPr/>
            </p:nvSpPr>
            <p:spPr>
              <a:xfrm>
                <a:off x="22809398" y="1581150"/>
                <a:ext cx="15379" cy="276225"/>
              </a:xfrm>
              <a:prstGeom prst="rect">
                <a:avLst/>
              </a:prstGeom>
              <a:solidFill>
                <a:srgbClr val="81C9BA"/>
              </a:solidFill>
              <a:ln w="0">
                <a:noFill/>
                <a:prstDash val="solid"/>
              </a:ln>
            </p:spPr>
          </p:sp>
          <p:sp>
            <p:nvSpPr>
              <p:cNvPr id="1693" name="four:time-step-strips:time-strip-tₐ-cell-103:1693">
                <a:extLst>
                  <a:ext uri="{FF2B5EF4-FFF2-40B4-BE49-F238E27FC236}">
                    <ns2:creationId id="{41E25C53-4378-45CC-9BB5-DD76F66E634E}"/>
                  </a:ext>
                </a:extLst>
              </p:cNvPr>
              <p:cNvSpPr>
                <a:spLocks noGrp="1"/>
              </p:cNvSpPr>
              <p:nvPr/>
            </p:nvSpPr>
            <p:spPr>
              <a:xfrm>
                <a:off x="22824777" y="1581150"/>
                <a:ext cx="15379" cy="276225"/>
              </a:xfrm>
              <a:prstGeom prst="rect">
                <a:avLst/>
              </a:prstGeom>
              <a:solidFill>
                <a:srgbClr val="81C9BA"/>
              </a:solidFill>
              <a:ln w="0">
                <a:noFill/>
                <a:prstDash val="solid"/>
              </a:ln>
            </p:spPr>
          </p:sp>
          <p:sp>
            <p:nvSpPr>
              <p:cNvPr id="1694" name="four:time-step-strips:time-strip-tₐ-cell-104:1694">
                <a:extLst>
                  <a:ext uri="{FF2B5EF4-FFF2-40B4-BE49-F238E27FC236}">
                    <ns2:creationId id="{BB763271-7E4E-456C-AF74-8592A00A05EF}"/>
                  </a:ext>
                </a:extLst>
              </p:cNvPr>
              <p:cNvSpPr>
                <a:spLocks noGrp="1"/>
              </p:cNvSpPr>
              <p:nvPr/>
            </p:nvSpPr>
            <p:spPr>
              <a:xfrm>
                <a:off x="22840156" y="1581150"/>
                <a:ext cx="15379" cy="276225"/>
              </a:xfrm>
              <a:prstGeom prst="rect">
                <a:avLst/>
              </a:prstGeom>
              <a:solidFill>
                <a:srgbClr val="81C9BA"/>
              </a:solidFill>
              <a:ln w="0">
                <a:noFill/>
                <a:prstDash val="solid"/>
              </a:ln>
            </p:spPr>
          </p:sp>
          <p:sp>
            <p:nvSpPr>
              <p:cNvPr id="1695" name="four:time-step-strips:time-strip-tₐ-cell-105:1695">
                <a:extLst>
                  <a:ext uri="{FF2B5EF4-FFF2-40B4-BE49-F238E27FC236}">
                    <ns2:creationId id="{B602CAB0-46C5-416E-85CA-78779ACB3481}"/>
                  </a:ext>
                </a:extLst>
              </p:cNvPr>
              <p:cNvSpPr>
                <a:spLocks noGrp="1"/>
              </p:cNvSpPr>
              <p:nvPr/>
            </p:nvSpPr>
            <p:spPr>
              <a:xfrm>
                <a:off x="22855535" y="1581150"/>
                <a:ext cx="15379" cy="276225"/>
              </a:xfrm>
              <a:prstGeom prst="rect">
                <a:avLst/>
              </a:prstGeom>
              <a:solidFill>
                <a:srgbClr val="81C9BA"/>
              </a:solidFill>
              <a:ln w="0">
                <a:noFill/>
                <a:prstDash val="solid"/>
              </a:ln>
            </p:spPr>
          </p:sp>
          <p:sp>
            <p:nvSpPr>
              <p:cNvPr id="1696" name="four:time-step-strips:time-strip-tₐ-cell-106:1696">
                <a:extLst>
                  <a:ext uri="{FF2B5EF4-FFF2-40B4-BE49-F238E27FC236}">
                    <ns2:creationId id="{96B09638-9CE4-48FE-8AD4-580F5E121EC8}"/>
                  </a:ext>
                </a:extLst>
              </p:cNvPr>
              <p:cNvSpPr>
                <a:spLocks noGrp="1"/>
              </p:cNvSpPr>
              <p:nvPr/>
            </p:nvSpPr>
            <p:spPr>
              <a:xfrm>
                <a:off x="22870914" y="1581150"/>
                <a:ext cx="15379" cy="276225"/>
              </a:xfrm>
              <a:prstGeom prst="rect">
                <a:avLst/>
              </a:prstGeom>
              <a:solidFill>
                <a:srgbClr val="81C9BA"/>
              </a:solidFill>
              <a:ln w="0">
                <a:noFill/>
                <a:prstDash val="solid"/>
              </a:ln>
            </p:spPr>
          </p:sp>
          <p:sp>
            <p:nvSpPr>
              <p:cNvPr id="1697" name="four:time-step-strips:time-strip-tₐ-cell-107:1697">
                <a:extLst>
                  <a:ext uri="{FF2B5EF4-FFF2-40B4-BE49-F238E27FC236}">
                    <ns2:creationId id="{BCB41DC4-0890-4482-B657-5A3A4FA7BDA2}"/>
                  </a:ext>
                </a:extLst>
              </p:cNvPr>
              <p:cNvSpPr>
                <a:spLocks noGrp="1"/>
              </p:cNvSpPr>
              <p:nvPr/>
            </p:nvSpPr>
            <p:spPr>
              <a:xfrm>
                <a:off x="22886293" y="1581150"/>
                <a:ext cx="15379" cy="276225"/>
              </a:xfrm>
              <a:prstGeom prst="rect">
                <a:avLst/>
              </a:prstGeom>
              <a:solidFill>
                <a:srgbClr val="81C9BA"/>
              </a:solidFill>
              <a:ln w="0">
                <a:noFill/>
                <a:prstDash val="solid"/>
              </a:ln>
            </p:spPr>
          </p:sp>
          <p:sp>
            <p:nvSpPr>
              <p:cNvPr id="1698" name="four:time-step-strips:time-strip-tₐ-cell-108:1698">
                <a:extLst>
                  <a:ext uri="{FF2B5EF4-FFF2-40B4-BE49-F238E27FC236}">
                    <ns2:creationId id="{AF911E21-2249-48F6-87F7-A1D8103161A2}"/>
                  </a:ext>
                </a:extLst>
              </p:cNvPr>
              <p:cNvSpPr>
                <a:spLocks noGrp="1"/>
              </p:cNvSpPr>
              <p:nvPr/>
            </p:nvSpPr>
            <p:spPr>
              <a:xfrm>
                <a:off x="22901672" y="1581150"/>
                <a:ext cx="15379" cy="276225"/>
              </a:xfrm>
              <a:prstGeom prst="rect">
                <a:avLst/>
              </a:prstGeom>
              <a:solidFill>
                <a:srgbClr val="81C9BA"/>
              </a:solidFill>
              <a:ln w="0">
                <a:noFill/>
                <a:prstDash val="solid"/>
              </a:ln>
            </p:spPr>
          </p:sp>
          <p:sp>
            <p:nvSpPr>
              <p:cNvPr id="1699" name="four:time-step-strips:time-strip-tₐ-cell-109:1699">
                <a:extLst>
                  <a:ext uri="{FF2B5EF4-FFF2-40B4-BE49-F238E27FC236}">
                    <ns2:creationId id="{FB9DCE11-6E79-4265-BAC8-AED2CE6E1769}"/>
                  </a:ext>
                </a:extLst>
              </p:cNvPr>
              <p:cNvSpPr>
                <a:spLocks noGrp="1"/>
              </p:cNvSpPr>
              <p:nvPr/>
            </p:nvSpPr>
            <p:spPr>
              <a:xfrm>
                <a:off x="22917051" y="1581150"/>
                <a:ext cx="15379" cy="276225"/>
              </a:xfrm>
              <a:prstGeom prst="rect">
                <a:avLst/>
              </a:prstGeom>
              <a:solidFill>
                <a:srgbClr val="7FC9B9"/>
              </a:solidFill>
              <a:ln w="0">
                <a:noFill/>
                <a:prstDash val="solid"/>
              </a:ln>
            </p:spPr>
          </p:sp>
          <p:sp>
            <p:nvSpPr>
              <p:cNvPr id="1700" name="four:time-step-strips:time-strip-tₐ-cell-110:1700">
                <a:extLst>
                  <a:ext uri="{FF2B5EF4-FFF2-40B4-BE49-F238E27FC236}">
                    <ns2:creationId id="{A018A4E2-1626-4F46-932A-F9E2B5137CB5}"/>
                  </a:ext>
                </a:extLst>
              </p:cNvPr>
              <p:cNvSpPr>
                <a:spLocks noGrp="1"/>
              </p:cNvSpPr>
              <p:nvPr/>
            </p:nvSpPr>
            <p:spPr>
              <a:xfrm>
                <a:off x="22932430" y="1581150"/>
                <a:ext cx="15379" cy="276225"/>
              </a:xfrm>
              <a:prstGeom prst="rect">
                <a:avLst/>
              </a:prstGeom>
              <a:solidFill>
                <a:srgbClr val="73C5B3"/>
              </a:solidFill>
              <a:ln w="0">
                <a:noFill/>
                <a:prstDash val="solid"/>
              </a:ln>
            </p:spPr>
          </p:sp>
          <p:sp>
            <p:nvSpPr>
              <p:cNvPr id="1701" name="four:time-step-strips:time-strip-tₐ-cell-111:1701">
                <a:extLst>
                  <a:ext uri="{FF2B5EF4-FFF2-40B4-BE49-F238E27FC236}">
                    <ns2:creationId id="{503488FC-9C21-46D0-AD0D-ECA5CDFCD8D6}"/>
                  </a:ext>
                </a:extLst>
              </p:cNvPr>
              <p:cNvSpPr>
                <a:spLocks noGrp="1"/>
              </p:cNvSpPr>
              <p:nvPr/>
            </p:nvSpPr>
            <p:spPr>
              <a:xfrm>
                <a:off x="22947809" y="1581150"/>
                <a:ext cx="15379" cy="276225"/>
              </a:xfrm>
              <a:prstGeom prst="rect">
                <a:avLst/>
              </a:prstGeom>
              <a:solidFill>
                <a:srgbClr val="60BEA8"/>
              </a:solidFill>
              <a:ln w="0">
                <a:noFill/>
                <a:prstDash val="solid"/>
              </a:ln>
            </p:spPr>
          </p:sp>
          <p:sp>
            <p:nvSpPr>
              <p:cNvPr id="1702" name="four:time-step-strips:time-strip-tₐ-cell-112:1702">
                <a:extLst>
                  <a:ext uri="{FF2B5EF4-FFF2-40B4-BE49-F238E27FC236}">
                    <ns2:creationId id="{E6CF45C4-EDFA-4596-A4EE-6D0CBD3A9844}"/>
                  </a:ext>
                </a:extLst>
              </p:cNvPr>
              <p:cNvSpPr>
                <a:spLocks noGrp="1"/>
              </p:cNvSpPr>
              <p:nvPr/>
            </p:nvSpPr>
            <p:spPr>
              <a:xfrm>
                <a:off x="22963188" y="1581150"/>
                <a:ext cx="15379" cy="276225"/>
              </a:xfrm>
              <a:prstGeom prst="rect">
                <a:avLst/>
              </a:prstGeom>
              <a:solidFill>
                <a:srgbClr val="48B69B"/>
              </a:solidFill>
              <a:ln w="0">
                <a:noFill/>
                <a:prstDash val="solid"/>
              </a:ln>
            </p:spPr>
          </p:sp>
          <p:sp>
            <p:nvSpPr>
              <p:cNvPr id="1703" name="four:time-step-strips:time-strip-tₐ-cell-113:1703">
                <a:extLst>
                  <a:ext uri="{FF2B5EF4-FFF2-40B4-BE49-F238E27FC236}">
                    <ns2:creationId id="{9E7CEE56-687D-4887-8505-13EA44F04AAE}"/>
                  </a:ext>
                </a:extLst>
              </p:cNvPr>
              <p:cNvSpPr>
                <a:spLocks noGrp="1"/>
              </p:cNvSpPr>
              <p:nvPr/>
            </p:nvSpPr>
            <p:spPr>
              <a:xfrm>
                <a:off x="22978566" y="1581150"/>
                <a:ext cx="15379" cy="276225"/>
              </a:xfrm>
              <a:prstGeom prst="rect">
                <a:avLst/>
              </a:prstGeom>
              <a:solidFill>
                <a:srgbClr val="2EAE8D"/>
              </a:solidFill>
              <a:ln w="0">
                <a:noFill/>
                <a:prstDash val="solid"/>
              </a:ln>
            </p:spPr>
          </p:sp>
          <p:sp>
            <p:nvSpPr>
              <p:cNvPr id="1704" name="four:time-step-strips:time-strip-tₐ-cell-114:1704">
                <a:extLst>
                  <a:ext uri="{FF2B5EF4-FFF2-40B4-BE49-F238E27FC236}">
                    <ns2:creationId id="{C06C66C2-F77E-44D6-B5E5-FFCE5C7BC63D}"/>
                  </a:ext>
                </a:extLst>
              </p:cNvPr>
              <p:cNvSpPr>
                <a:spLocks noGrp="1"/>
              </p:cNvSpPr>
              <p:nvPr/>
            </p:nvSpPr>
            <p:spPr>
              <a:xfrm>
                <a:off x="22993945" y="1581150"/>
                <a:ext cx="15379" cy="276225"/>
              </a:xfrm>
              <a:prstGeom prst="rect">
                <a:avLst/>
              </a:prstGeom>
              <a:solidFill>
                <a:srgbClr val="1AA781"/>
              </a:solidFill>
              <a:ln w="0">
                <a:noFill/>
                <a:prstDash val="solid"/>
              </a:ln>
            </p:spPr>
          </p:sp>
          <p:sp>
            <p:nvSpPr>
              <p:cNvPr id="1705" name="four:time-step-strips:time-strip-tₐ-cell-115:1705">
                <a:extLst>
                  <a:ext uri="{FF2B5EF4-FFF2-40B4-BE49-F238E27FC236}">
                    <ns2:creationId id="{939254F5-8767-42EC-89BF-4FC861FD6BF7}"/>
                  </a:ext>
                </a:extLst>
              </p:cNvPr>
              <p:cNvSpPr>
                <a:spLocks noGrp="1"/>
              </p:cNvSpPr>
              <p:nvPr/>
            </p:nvSpPr>
            <p:spPr>
              <a:xfrm>
                <a:off x="23009324" y="1581150"/>
                <a:ext cx="15379" cy="276225"/>
              </a:xfrm>
              <a:prstGeom prst="rect">
                <a:avLst/>
              </a:prstGeom>
              <a:solidFill>
                <a:srgbClr val="07A177"/>
              </a:solidFill>
              <a:ln w="0">
                <a:noFill/>
                <a:prstDash val="solid"/>
              </a:ln>
            </p:spPr>
          </p:sp>
          <p:sp>
            <p:nvSpPr>
              <p:cNvPr id="1706" name="four:time-step-strips:time-strip-tₐ-cell-116:1706">
                <a:extLst>
                  <a:ext uri="{FF2B5EF4-FFF2-40B4-BE49-F238E27FC236}">
                    <ns2:creationId id="{E76FD28C-2E4B-4756-AEF5-2E213568AEC1}"/>
                  </a:ext>
                </a:extLst>
              </p:cNvPr>
              <p:cNvSpPr>
                <a:spLocks noGrp="1"/>
              </p:cNvSpPr>
              <p:nvPr/>
            </p:nvSpPr>
            <p:spPr>
              <a:xfrm>
                <a:off x="23024703" y="1581150"/>
                <a:ext cx="15379" cy="276225"/>
              </a:xfrm>
              <a:prstGeom prst="rect">
                <a:avLst/>
              </a:prstGeom>
              <a:solidFill>
                <a:srgbClr val="009E73"/>
              </a:solidFill>
              <a:ln w="0">
                <a:noFill/>
                <a:prstDash val="solid"/>
              </a:ln>
            </p:spPr>
          </p:sp>
          <p:sp>
            <p:nvSpPr>
              <p:cNvPr id="1707" name="four:time-step-strips:time-strip-tₐ-cell-117:1707">
                <a:extLst>
                  <a:ext uri="{FF2B5EF4-FFF2-40B4-BE49-F238E27FC236}">
                    <ns2:creationId id="{DD0BFF92-992C-4305-B747-48F7350EA9D3}"/>
                  </a:ext>
                </a:extLst>
              </p:cNvPr>
              <p:cNvSpPr>
                <a:spLocks noGrp="1"/>
              </p:cNvSpPr>
              <p:nvPr/>
            </p:nvSpPr>
            <p:spPr>
              <a:xfrm>
                <a:off x="23040082" y="1581150"/>
                <a:ext cx="15379" cy="276225"/>
              </a:xfrm>
              <a:prstGeom prst="rect">
                <a:avLst/>
              </a:prstGeom>
              <a:solidFill>
                <a:srgbClr val="009E73"/>
              </a:solidFill>
              <a:ln w="0">
                <a:noFill/>
                <a:prstDash val="solid"/>
              </a:ln>
            </p:spPr>
          </p:sp>
          <p:sp>
            <p:nvSpPr>
              <p:cNvPr id="1708" name="four:time-step-strips:time-strip-tₐ-cell-118:1708">
                <a:extLst>
                  <a:ext uri="{FF2B5EF4-FFF2-40B4-BE49-F238E27FC236}">
                    <ns2:creationId id="{5F152DB8-5D28-420F-95DE-B4FB26B2F648}"/>
                  </a:ext>
                </a:extLst>
              </p:cNvPr>
              <p:cNvSpPr>
                <a:spLocks noGrp="1"/>
              </p:cNvSpPr>
              <p:nvPr/>
            </p:nvSpPr>
            <p:spPr>
              <a:xfrm>
                <a:off x="23055461" y="1581150"/>
                <a:ext cx="15379" cy="276225"/>
              </a:xfrm>
              <a:prstGeom prst="rect">
                <a:avLst/>
              </a:prstGeom>
              <a:solidFill>
                <a:srgbClr val="009E73"/>
              </a:solidFill>
              <a:ln w="0">
                <a:noFill/>
                <a:prstDash val="solid"/>
              </a:ln>
            </p:spPr>
          </p:sp>
          <p:sp>
            <p:nvSpPr>
              <p:cNvPr id="1709" name="four:time-step-strips:time-strip-tₐ-cell-119:1709">
                <a:extLst>
                  <a:ext uri="{FF2B5EF4-FFF2-40B4-BE49-F238E27FC236}">
                    <ns2:creationId id="{5DC570B8-A79F-48CF-83C2-5DDBF7D8DCF4}"/>
                  </a:ext>
                </a:extLst>
              </p:cNvPr>
              <p:cNvSpPr>
                <a:spLocks noGrp="1"/>
              </p:cNvSpPr>
              <p:nvPr/>
            </p:nvSpPr>
            <p:spPr>
              <a:xfrm>
                <a:off x="23070840" y="1581150"/>
                <a:ext cx="15379" cy="276225"/>
              </a:xfrm>
              <a:prstGeom prst="rect">
                <a:avLst/>
              </a:prstGeom>
              <a:solidFill>
                <a:srgbClr val="009E73"/>
              </a:solidFill>
              <a:ln w="0">
                <a:noFill/>
                <a:prstDash val="solid"/>
              </a:ln>
            </p:spPr>
          </p:sp>
          <p:sp>
            <p:nvSpPr>
              <p:cNvPr id="1710" name="four:time-step-strips:time-strip-tₐ-cell-120:1710">
                <a:extLst>
                  <a:ext uri="{FF2B5EF4-FFF2-40B4-BE49-F238E27FC236}">
                    <ns2:creationId id="{3B8C3370-D2CA-46CF-A8C3-DF4078CBC2D4}"/>
                  </a:ext>
                </a:extLst>
              </p:cNvPr>
              <p:cNvSpPr>
                <a:spLocks noGrp="1"/>
              </p:cNvSpPr>
              <p:nvPr/>
            </p:nvSpPr>
            <p:spPr>
              <a:xfrm>
                <a:off x="23086219" y="1581150"/>
                <a:ext cx="15379" cy="276225"/>
              </a:xfrm>
              <a:prstGeom prst="rect">
                <a:avLst/>
              </a:prstGeom>
              <a:solidFill>
                <a:srgbClr val="009E73"/>
              </a:solidFill>
              <a:ln w="0">
                <a:noFill/>
                <a:prstDash val="solid"/>
              </a:ln>
            </p:spPr>
          </p:sp>
          <p:sp>
            <p:nvSpPr>
              <p:cNvPr id="1711" name="four:time-step-strips:time-strip-tₐ-cell-121:1711">
                <a:extLst>
                  <a:ext uri="{FF2B5EF4-FFF2-40B4-BE49-F238E27FC236}">
                    <ns2:creationId id="{889E00F7-FDF6-48E6-8597-60ECF5F08A08}"/>
                  </a:ext>
                </a:extLst>
              </p:cNvPr>
              <p:cNvSpPr>
                <a:spLocks noGrp="1"/>
              </p:cNvSpPr>
              <p:nvPr/>
            </p:nvSpPr>
            <p:spPr>
              <a:xfrm>
                <a:off x="23101598" y="1581150"/>
                <a:ext cx="15379" cy="276225"/>
              </a:xfrm>
              <a:prstGeom prst="rect">
                <a:avLst/>
              </a:prstGeom>
              <a:solidFill>
                <a:srgbClr val="009E73"/>
              </a:solidFill>
              <a:ln w="0">
                <a:noFill/>
                <a:prstDash val="solid"/>
              </a:ln>
            </p:spPr>
          </p:sp>
          <p:sp>
            <p:nvSpPr>
              <p:cNvPr id="1712" name="four:time-step-strips:time-strip-tₐ-cell-122:1712">
                <a:extLst>
                  <a:ext uri="{FF2B5EF4-FFF2-40B4-BE49-F238E27FC236}">
                    <ns2:creationId id="{45899EF6-F69B-4D63-971B-BBD05C1C4367}"/>
                  </a:ext>
                </a:extLst>
              </p:cNvPr>
              <p:cNvSpPr>
                <a:spLocks noGrp="1"/>
              </p:cNvSpPr>
              <p:nvPr/>
            </p:nvSpPr>
            <p:spPr>
              <a:xfrm>
                <a:off x="23116977" y="1581150"/>
                <a:ext cx="15379" cy="276225"/>
              </a:xfrm>
              <a:prstGeom prst="rect">
                <a:avLst/>
              </a:prstGeom>
              <a:solidFill>
                <a:srgbClr val="009E73"/>
              </a:solidFill>
              <a:ln w="0">
                <a:noFill/>
                <a:prstDash val="solid"/>
              </a:ln>
            </p:spPr>
          </p:sp>
          <p:sp>
            <p:nvSpPr>
              <p:cNvPr id="1713" name="four:time-step-strips:time-strip-tₐ-cell-123:1713">
                <a:extLst>
                  <a:ext uri="{FF2B5EF4-FFF2-40B4-BE49-F238E27FC236}">
                    <ns2:creationId id="{D28ADE53-89AE-4484-BE12-F979D1A68EE0}"/>
                  </a:ext>
                </a:extLst>
              </p:cNvPr>
              <p:cNvSpPr>
                <a:spLocks noGrp="1"/>
              </p:cNvSpPr>
              <p:nvPr/>
            </p:nvSpPr>
            <p:spPr>
              <a:xfrm>
                <a:off x="23132355" y="1581150"/>
                <a:ext cx="15379" cy="276225"/>
              </a:xfrm>
              <a:prstGeom prst="rect">
                <a:avLst/>
              </a:prstGeom>
              <a:solidFill>
                <a:srgbClr val="009E73"/>
              </a:solidFill>
              <a:ln w="0">
                <a:noFill/>
                <a:prstDash val="solid"/>
              </a:ln>
            </p:spPr>
          </p:sp>
          <p:sp>
            <p:nvSpPr>
              <p:cNvPr id="1714" name="four:time-step-strips:time-strip-tₐ-cell-124:1714">
                <a:extLst>
                  <a:ext uri="{FF2B5EF4-FFF2-40B4-BE49-F238E27FC236}">
                    <ns2:creationId id="{A701D7E9-6542-4C2F-9C78-D15E6C2B9000}"/>
                  </a:ext>
                </a:extLst>
              </p:cNvPr>
              <p:cNvSpPr>
                <a:spLocks noGrp="1"/>
              </p:cNvSpPr>
              <p:nvPr/>
            </p:nvSpPr>
            <p:spPr>
              <a:xfrm>
                <a:off x="23147734" y="1581150"/>
                <a:ext cx="15379" cy="276225"/>
              </a:xfrm>
              <a:prstGeom prst="rect">
                <a:avLst/>
              </a:prstGeom>
              <a:solidFill>
                <a:srgbClr val="009E73"/>
              </a:solidFill>
              <a:ln w="0">
                <a:noFill/>
                <a:prstDash val="solid"/>
              </a:ln>
            </p:spPr>
          </p:sp>
          <p:sp>
            <p:nvSpPr>
              <p:cNvPr id="1715" name="four:time-step-strips:time-strip-tₐ-cell-125:1715">
                <a:extLst>
                  <a:ext uri="{FF2B5EF4-FFF2-40B4-BE49-F238E27FC236}">
                    <ns2:creationId id="{3CB63930-0F49-4703-B80A-2D19BADD61EC}"/>
                  </a:ext>
                </a:extLst>
              </p:cNvPr>
              <p:cNvSpPr>
                <a:spLocks noGrp="1"/>
              </p:cNvSpPr>
              <p:nvPr/>
            </p:nvSpPr>
            <p:spPr>
              <a:xfrm>
                <a:off x="23163113" y="1581150"/>
                <a:ext cx="15379" cy="276225"/>
              </a:xfrm>
              <a:prstGeom prst="rect">
                <a:avLst/>
              </a:prstGeom>
              <a:solidFill>
                <a:srgbClr val="009E73"/>
              </a:solidFill>
              <a:ln w="0">
                <a:noFill/>
                <a:prstDash val="solid"/>
              </a:ln>
            </p:spPr>
          </p:sp>
          <p:sp>
            <p:nvSpPr>
              <p:cNvPr id="1716" name="four:time-step-strips:time-strip-tₐ-cell-126:1716">
                <a:extLst>
                  <a:ext uri="{FF2B5EF4-FFF2-40B4-BE49-F238E27FC236}">
                    <ns2:creationId id="{2F37E922-9968-4BAC-A2C1-63CD023C4E83}"/>
                  </a:ext>
                </a:extLst>
              </p:cNvPr>
              <p:cNvSpPr>
                <a:spLocks noGrp="1"/>
              </p:cNvSpPr>
              <p:nvPr/>
            </p:nvSpPr>
            <p:spPr>
              <a:xfrm>
                <a:off x="23178492" y="1581150"/>
                <a:ext cx="15379" cy="276225"/>
              </a:xfrm>
              <a:prstGeom prst="rect">
                <a:avLst/>
              </a:prstGeom>
              <a:solidFill>
                <a:srgbClr val="009E73"/>
              </a:solidFill>
              <a:ln w="0">
                <a:noFill/>
                <a:prstDash val="solid"/>
              </a:ln>
            </p:spPr>
          </p:sp>
          <p:sp>
            <p:nvSpPr>
              <p:cNvPr id="1717" name="four:time-step-strips:time-strip-tₐ-cell-127:1717">
                <a:extLst>
                  <a:ext uri="{FF2B5EF4-FFF2-40B4-BE49-F238E27FC236}">
                    <ns2:creationId id="{6274B76D-66D3-40CB-9FF3-2F324DBBCEED}"/>
                  </a:ext>
                </a:extLst>
              </p:cNvPr>
              <p:cNvSpPr>
                <a:spLocks noGrp="1"/>
              </p:cNvSpPr>
              <p:nvPr/>
            </p:nvSpPr>
            <p:spPr>
              <a:xfrm>
                <a:off x="23193871" y="1581150"/>
                <a:ext cx="15379" cy="276225"/>
              </a:xfrm>
              <a:prstGeom prst="rect">
                <a:avLst/>
              </a:prstGeom>
              <a:solidFill>
                <a:srgbClr val="009E73"/>
              </a:solidFill>
              <a:ln w="0">
                <a:noFill/>
                <a:prstDash val="solid"/>
              </a:ln>
            </p:spPr>
          </p:sp>
          <p:sp>
            <p:nvSpPr>
              <p:cNvPr id="1718" name="four:time-step-strips:time-strip-tₐ-cell-128:1718">
                <a:extLst>
                  <a:ext uri="{FF2B5EF4-FFF2-40B4-BE49-F238E27FC236}">
                    <ns2:creationId id="{77AE4A00-968D-4FCA-A426-D108EA07EC13}"/>
                  </a:ext>
                </a:extLst>
              </p:cNvPr>
              <p:cNvSpPr>
                <a:spLocks noGrp="1"/>
              </p:cNvSpPr>
              <p:nvPr/>
            </p:nvSpPr>
            <p:spPr>
              <a:xfrm>
                <a:off x="23209250" y="1581150"/>
                <a:ext cx="15379" cy="276225"/>
              </a:xfrm>
              <a:prstGeom prst="rect">
                <a:avLst/>
              </a:prstGeom>
              <a:solidFill>
                <a:srgbClr val="019E74"/>
              </a:solidFill>
              <a:ln w="0">
                <a:noFill/>
                <a:prstDash val="solid"/>
              </a:ln>
            </p:spPr>
          </p:sp>
          <p:sp>
            <p:nvSpPr>
              <p:cNvPr id="1719" name="four:time-step-strips:time-strip-tₐ-cell-129:1719">
                <a:extLst>
                  <a:ext uri="{FF2B5EF4-FFF2-40B4-BE49-F238E27FC236}">
                    <ns2:creationId id="{06E13FB6-CE22-433C-B1CA-69C55097FF95}"/>
                  </a:ext>
                </a:extLst>
              </p:cNvPr>
              <p:cNvSpPr>
                <a:spLocks noGrp="1"/>
              </p:cNvSpPr>
              <p:nvPr/>
            </p:nvSpPr>
            <p:spPr>
              <a:xfrm>
                <a:off x="23224629" y="1581150"/>
                <a:ext cx="15379" cy="276225"/>
              </a:xfrm>
              <a:prstGeom prst="rect">
                <a:avLst/>
              </a:prstGeom>
              <a:solidFill>
                <a:srgbClr val="11A47D"/>
              </a:solidFill>
              <a:ln w="0">
                <a:noFill/>
                <a:prstDash val="solid"/>
              </a:ln>
            </p:spPr>
          </p:sp>
          <p:sp>
            <p:nvSpPr>
              <p:cNvPr id="1720" name="four:time-step-strips:time-strip-tₐ-cell-130:1720">
                <a:extLst>
                  <a:ext uri="{FF2B5EF4-FFF2-40B4-BE49-F238E27FC236}">
                    <ns2:creationId id="{118C640A-C620-4779-9F45-3D4836688804}"/>
                  </a:ext>
                </a:extLst>
              </p:cNvPr>
              <p:cNvSpPr>
                <a:spLocks noGrp="1"/>
              </p:cNvSpPr>
              <p:nvPr/>
            </p:nvSpPr>
            <p:spPr>
              <a:xfrm>
                <a:off x="23240008" y="1581150"/>
                <a:ext cx="15379" cy="276225"/>
              </a:xfrm>
              <a:prstGeom prst="rect">
                <a:avLst/>
              </a:prstGeom>
              <a:solidFill>
                <a:srgbClr val="31AF8E"/>
              </a:solidFill>
              <a:ln w="0">
                <a:noFill/>
                <a:prstDash val="solid"/>
              </a:ln>
            </p:spPr>
          </p:sp>
          <p:sp>
            <p:nvSpPr>
              <p:cNvPr id="1721" name="four:time-step-strips:time-strip-tₐ-cell-131:1721">
                <a:extLst>
                  <a:ext uri="{FF2B5EF4-FFF2-40B4-BE49-F238E27FC236}">
                    <ns2:creationId id="{2479147D-D89E-4367-8D42-563C141A0CD1}"/>
                  </a:ext>
                </a:extLst>
              </p:cNvPr>
              <p:cNvSpPr>
                <a:spLocks noGrp="1"/>
              </p:cNvSpPr>
              <p:nvPr/>
            </p:nvSpPr>
            <p:spPr>
              <a:xfrm>
                <a:off x="23255387" y="1581150"/>
                <a:ext cx="15379" cy="276225"/>
              </a:xfrm>
              <a:prstGeom prst="rect">
                <a:avLst/>
              </a:prstGeom>
              <a:solidFill>
                <a:srgbClr val="59BCA4"/>
              </a:solidFill>
              <a:ln w="0">
                <a:noFill/>
                <a:prstDash val="solid"/>
              </a:ln>
            </p:spPr>
          </p:sp>
          <p:sp>
            <p:nvSpPr>
              <p:cNvPr id="1722" name="four:time-step-strips:time-strip-tₐ-cell-132:1722">
                <a:extLst>
                  <a:ext uri="{FF2B5EF4-FFF2-40B4-BE49-F238E27FC236}">
                    <ns2:creationId id="{628F93D8-985B-4A05-9E7D-5A9ED22273F8}"/>
                  </a:ext>
                </a:extLst>
              </p:cNvPr>
              <p:cNvSpPr>
                <a:spLocks noGrp="1"/>
              </p:cNvSpPr>
              <p:nvPr/>
            </p:nvSpPr>
            <p:spPr>
              <a:xfrm>
                <a:off x="23270766" y="1581150"/>
                <a:ext cx="15379" cy="276225"/>
              </a:xfrm>
              <a:prstGeom prst="rect">
                <a:avLst/>
              </a:prstGeom>
              <a:solidFill>
                <a:srgbClr val="83CABC"/>
              </a:solidFill>
              <a:ln w="0">
                <a:noFill/>
                <a:prstDash val="solid"/>
              </a:ln>
            </p:spPr>
          </p:sp>
          <p:sp>
            <p:nvSpPr>
              <p:cNvPr id="1723" name="four:time-step-strips:time-strip-tₐ-cell-133:1723">
                <a:extLst>
                  <a:ext uri="{FF2B5EF4-FFF2-40B4-BE49-F238E27FC236}">
                    <ns2:creationId id="{366115B2-8FA8-4A3E-A02F-7F26BF4512E2}"/>
                  </a:ext>
                </a:extLst>
              </p:cNvPr>
              <p:cNvSpPr>
                <a:spLocks noGrp="1"/>
              </p:cNvSpPr>
              <p:nvPr/>
            </p:nvSpPr>
            <p:spPr>
              <a:xfrm>
                <a:off x="23286145" y="1581150"/>
                <a:ext cx="15379" cy="276225"/>
              </a:xfrm>
              <a:prstGeom prst="rect">
                <a:avLst/>
              </a:prstGeom>
              <a:solidFill>
                <a:srgbClr val="ABD7D2"/>
              </a:solidFill>
              <a:ln w="0">
                <a:noFill/>
                <a:prstDash val="solid"/>
              </a:ln>
            </p:spPr>
          </p:sp>
          <p:sp>
            <p:nvSpPr>
              <p:cNvPr id="1724" name="four:time-step-strips:time-strip-tₐ-cell-134:1724">
                <a:extLst>
                  <a:ext uri="{FF2B5EF4-FFF2-40B4-BE49-F238E27FC236}">
                    <ns2:creationId id="{D48F21B8-10D8-45AD-9865-476955C188F6}"/>
                  </a:ext>
                </a:extLst>
              </p:cNvPr>
              <p:cNvSpPr>
                <a:spLocks noGrp="1"/>
              </p:cNvSpPr>
              <p:nvPr/>
            </p:nvSpPr>
            <p:spPr>
              <a:xfrm>
                <a:off x="23301523" y="1581150"/>
                <a:ext cx="15379" cy="276225"/>
              </a:xfrm>
              <a:prstGeom prst="rect">
                <a:avLst/>
              </a:prstGeom>
              <a:solidFill>
                <a:srgbClr val="D7E0E8"/>
              </a:solidFill>
              <a:ln w="0">
                <a:noFill/>
                <a:prstDash val="solid"/>
              </a:ln>
            </p:spPr>
          </p:sp>
          <p:sp>
            <p:nvSpPr>
              <p:cNvPr id="1725" name="four:time-step-strips:time-strip-tₐ-cell-135:1725">
                <a:extLst>
                  <a:ext uri="{FF2B5EF4-FFF2-40B4-BE49-F238E27FC236}">
                    <ns2:creationId id="{65AC65C7-3518-47C3-AD66-AB187FD665ED}"/>
                  </a:ext>
                </a:extLst>
              </p:cNvPr>
              <p:cNvSpPr>
                <a:spLocks noGrp="1"/>
              </p:cNvSpPr>
              <p:nvPr/>
            </p:nvSpPr>
            <p:spPr>
              <a:xfrm>
                <a:off x="23316902" y="1581150"/>
                <a:ext cx="15379" cy="276225"/>
              </a:xfrm>
              <a:prstGeom prst="rect">
                <a:avLst/>
              </a:prstGeom>
              <a:solidFill>
                <a:srgbClr val="DCE7ED"/>
              </a:solidFill>
              <a:ln w="0">
                <a:noFill/>
                <a:prstDash val="solid"/>
              </a:ln>
            </p:spPr>
          </p:sp>
          <p:sp>
            <p:nvSpPr>
              <p:cNvPr id="1726" name="four:time-step-strips:time-strip-tₐ-cell-136:1726">
                <a:extLst>
                  <a:ext uri="{FF2B5EF4-FFF2-40B4-BE49-F238E27FC236}">
                    <ns2:creationId id="{3E11EB3F-9FB9-4128-B526-40E4CFAF06CE}"/>
                  </a:ext>
                </a:extLst>
              </p:cNvPr>
              <p:cNvSpPr>
                <a:spLocks noGrp="1"/>
              </p:cNvSpPr>
              <p:nvPr/>
            </p:nvSpPr>
            <p:spPr>
              <a:xfrm>
                <a:off x="23332281" y="1581150"/>
                <a:ext cx="15379" cy="276225"/>
              </a:xfrm>
              <a:prstGeom prst="rect">
                <a:avLst/>
              </a:prstGeom>
              <a:solidFill>
                <a:srgbClr val="DCE8ED"/>
              </a:solidFill>
              <a:ln w="0">
                <a:noFill/>
                <a:prstDash val="solid"/>
              </a:ln>
            </p:spPr>
          </p:sp>
          <p:sp>
            <p:nvSpPr>
              <p:cNvPr id="1727" name="four:time-step-strips:time-strip-tₐ-cell-137:1727">
                <a:extLst>
                  <a:ext uri="{FF2B5EF4-FFF2-40B4-BE49-F238E27FC236}">
                    <ns2:creationId id="{25168F6B-CA3A-42B4-85E7-E06915AB1907}"/>
                  </a:ext>
                </a:extLst>
              </p:cNvPr>
              <p:cNvSpPr>
                <a:spLocks noGrp="1"/>
              </p:cNvSpPr>
              <p:nvPr/>
            </p:nvSpPr>
            <p:spPr>
              <a:xfrm>
                <a:off x="23347660" y="1581150"/>
                <a:ext cx="15379" cy="276225"/>
              </a:xfrm>
              <a:prstGeom prst="rect">
                <a:avLst/>
              </a:prstGeom>
              <a:solidFill>
                <a:srgbClr val="DCE8ED"/>
              </a:solidFill>
              <a:ln w="0">
                <a:noFill/>
                <a:prstDash val="solid"/>
              </a:ln>
            </p:spPr>
          </p:sp>
          <p:sp>
            <p:nvSpPr>
              <p:cNvPr id="1728" name="four:time-step-strips:time-strip-tₐ-cell-138:1728">
                <a:extLst>
                  <a:ext uri="{FF2B5EF4-FFF2-40B4-BE49-F238E27FC236}">
                    <ns2:creationId id="{CC31DFEE-B871-4B3D-B165-578CEB26F3F1}"/>
                  </a:ext>
                </a:extLst>
              </p:cNvPr>
              <p:cNvSpPr>
                <a:spLocks noGrp="1"/>
              </p:cNvSpPr>
              <p:nvPr/>
            </p:nvSpPr>
            <p:spPr>
              <a:xfrm>
                <a:off x="23363039" y="1581150"/>
                <a:ext cx="15379" cy="276225"/>
              </a:xfrm>
              <a:prstGeom prst="rect">
                <a:avLst/>
              </a:prstGeom>
              <a:solidFill>
                <a:srgbClr val="DCE8ED"/>
              </a:solidFill>
              <a:ln w="0">
                <a:noFill/>
                <a:prstDash val="solid"/>
              </a:ln>
            </p:spPr>
          </p:sp>
          <p:sp>
            <p:nvSpPr>
              <p:cNvPr id="1729" name="four:time-step-strips:time-strip-tₐ-cell-139:1729">
                <a:extLst>
                  <a:ext uri="{FF2B5EF4-FFF2-40B4-BE49-F238E27FC236}">
                    <ns2:creationId id="{A954A599-A451-4201-A985-51DE409EC17F}"/>
                  </a:ext>
                </a:extLst>
              </p:cNvPr>
              <p:cNvSpPr>
                <a:spLocks noGrp="1"/>
              </p:cNvSpPr>
              <p:nvPr/>
            </p:nvSpPr>
            <p:spPr>
              <a:xfrm>
                <a:off x="23378418" y="1581150"/>
                <a:ext cx="15379" cy="276225"/>
              </a:xfrm>
              <a:prstGeom prst="rect">
                <a:avLst/>
              </a:prstGeom>
              <a:solidFill>
                <a:srgbClr val="DCE8ED"/>
              </a:solidFill>
              <a:ln w="0">
                <a:noFill/>
                <a:prstDash val="solid"/>
              </a:ln>
            </p:spPr>
          </p:sp>
          <p:sp>
            <p:nvSpPr>
              <p:cNvPr id="1730" name="four:time-step-strips:time-strip-tₐ-cell-140:1730">
                <a:extLst>
                  <a:ext uri="{FF2B5EF4-FFF2-40B4-BE49-F238E27FC236}">
                    <ns2:creationId id="{C86D67F0-B230-4586-8A77-2202973BBF23}"/>
                  </a:ext>
                </a:extLst>
              </p:cNvPr>
              <p:cNvSpPr>
                <a:spLocks noGrp="1"/>
              </p:cNvSpPr>
              <p:nvPr/>
            </p:nvSpPr>
            <p:spPr>
              <a:xfrm>
                <a:off x="23393797" y="1581150"/>
                <a:ext cx="15379" cy="276225"/>
              </a:xfrm>
              <a:prstGeom prst="rect">
                <a:avLst/>
              </a:prstGeom>
              <a:solidFill>
                <a:srgbClr val="DCE8ED"/>
              </a:solidFill>
              <a:ln w="0">
                <a:noFill/>
                <a:prstDash val="solid"/>
              </a:ln>
            </p:spPr>
          </p:sp>
          <p:sp>
            <p:nvSpPr>
              <p:cNvPr id="1731" name="four:time-step-strips:time-strip-tₐ-cell-141:1731">
                <a:extLst>
                  <a:ext uri="{FF2B5EF4-FFF2-40B4-BE49-F238E27FC236}">
                    <ns2:creationId id="{6620E492-FA0D-4F60-B2D9-87EFEF7914AE}"/>
                  </a:ext>
                </a:extLst>
              </p:cNvPr>
              <p:cNvSpPr>
                <a:spLocks noGrp="1"/>
              </p:cNvSpPr>
              <p:nvPr/>
            </p:nvSpPr>
            <p:spPr>
              <a:xfrm>
                <a:off x="23409176" y="1581150"/>
                <a:ext cx="15379" cy="276225"/>
              </a:xfrm>
              <a:prstGeom prst="rect">
                <a:avLst/>
              </a:prstGeom>
              <a:solidFill>
                <a:srgbClr val="DCE8ED"/>
              </a:solidFill>
              <a:ln w="0">
                <a:noFill/>
                <a:prstDash val="solid"/>
              </a:ln>
            </p:spPr>
          </p:sp>
          <p:sp>
            <p:nvSpPr>
              <p:cNvPr id="1732" name="four:time-step-strips:time-strip-tₐ-cell-142:1732">
                <a:extLst>
                  <a:ext uri="{FF2B5EF4-FFF2-40B4-BE49-F238E27FC236}">
                    <ns2:creationId id="{AA120E18-EB07-476A-85CA-D2B6CEF86D50}"/>
                  </a:ext>
                </a:extLst>
              </p:cNvPr>
              <p:cNvSpPr>
                <a:spLocks noGrp="1"/>
              </p:cNvSpPr>
              <p:nvPr/>
            </p:nvSpPr>
            <p:spPr>
              <a:xfrm>
                <a:off x="23424555" y="1581150"/>
                <a:ext cx="15379" cy="276225"/>
              </a:xfrm>
              <a:prstGeom prst="rect">
                <a:avLst/>
              </a:prstGeom>
              <a:solidFill>
                <a:srgbClr val="DCE8ED"/>
              </a:solidFill>
              <a:ln w="0">
                <a:noFill/>
                <a:prstDash val="solid"/>
              </a:ln>
            </p:spPr>
          </p:sp>
          <p:sp>
            <p:nvSpPr>
              <p:cNvPr id="1733" name="four:time-step-strips:time-strip-tₐ-cell-143:1733">
                <a:extLst>
                  <a:ext uri="{FF2B5EF4-FFF2-40B4-BE49-F238E27FC236}">
                    <ns2:creationId id="{5781777F-008A-4FAC-8FF5-2D2EE37DD526}"/>
                  </a:ext>
                </a:extLst>
              </p:cNvPr>
              <p:cNvSpPr>
                <a:spLocks noGrp="1"/>
              </p:cNvSpPr>
              <p:nvPr/>
            </p:nvSpPr>
            <p:spPr>
              <a:xfrm>
                <a:off x="23439934" y="1581150"/>
                <a:ext cx="15379" cy="276225"/>
              </a:xfrm>
              <a:prstGeom prst="rect">
                <a:avLst/>
              </a:prstGeom>
              <a:solidFill>
                <a:srgbClr val="DCE8ED"/>
              </a:solidFill>
              <a:ln w="0">
                <a:noFill/>
                <a:prstDash val="solid"/>
              </a:ln>
            </p:spPr>
          </p:sp>
          <p:sp>
            <p:nvSpPr>
              <p:cNvPr id="1734" name="four:time-step-strips:time-strip-tₐ-cell-144:1734">
                <a:extLst>
                  <a:ext uri="{FF2B5EF4-FFF2-40B4-BE49-F238E27FC236}">
                    <ns2:creationId id="{300D4719-206D-42A2-9CD6-321BF9507467}"/>
                  </a:ext>
                </a:extLst>
              </p:cNvPr>
              <p:cNvSpPr>
                <a:spLocks noGrp="1"/>
              </p:cNvSpPr>
              <p:nvPr/>
            </p:nvSpPr>
            <p:spPr>
              <a:xfrm>
                <a:off x="23455313" y="1581150"/>
                <a:ext cx="15379" cy="276225"/>
              </a:xfrm>
              <a:prstGeom prst="rect">
                <a:avLst/>
              </a:prstGeom>
              <a:solidFill>
                <a:srgbClr val="DCE8ED"/>
              </a:solidFill>
              <a:ln w="0">
                <a:noFill/>
                <a:prstDash val="solid"/>
              </a:ln>
            </p:spPr>
          </p:sp>
          <p:sp>
            <p:nvSpPr>
              <p:cNvPr id="1735" name="four:time-step-strips:time-strip-tₐ-cell-145:1735">
                <a:extLst>
                  <a:ext uri="{FF2B5EF4-FFF2-40B4-BE49-F238E27FC236}">
                    <ns2:creationId id="{C82F4A38-10C4-468A-98D4-0C467A861377}"/>
                  </a:ext>
                </a:extLst>
              </p:cNvPr>
              <p:cNvSpPr>
                <a:spLocks noGrp="1"/>
              </p:cNvSpPr>
              <p:nvPr/>
            </p:nvSpPr>
            <p:spPr>
              <a:xfrm>
                <a:off x="23470691" y="1581150"/>
                <a:ext cx="15379" cy="276225"/>
              </a:xfrm>
              <a:prstGeom prst="rect">
                <a:avLst/>
              </a:prstGeom>
              <a:solidFill>
                <a:srgbClr val="DCE8ED"/>
              </a:solidFill>
              <a:ln w="0">
                <a:noFill/>
                <a:prstDash val="solid"/>
              </a:ln>
            </p:spPr>
          </p:sp>
          <p:sp>
            <p:nvSpPr>
              <p:cNvPr id="1736" name="four:time-step-strips:time-strip-tₐ-cell-146:1736">
                <a:extLst>
                  <a:ext uri="{FF2B5EF4-FFF2-40B4-BE49-F238E27FC236}">
                    <ns2:creationId id="{5363C243-D592-49D8-8442-48BD327EE62C}"/>
                  </a:ext>
                </a:extLst>
              </p:cNvPr>
              <p:cNvSpPr>
                <a:spLocks noGrp="1"/>
              </p:cNvSpPr>
              <p:nvPr/>
            </p:nvSpPr>
            <p:spPr>
              <a:xfrm>
                <a:off x="23486070" y="1581150"/>
                <a:ext cx="15379" cy="276225"/>
              </a:xfrm>
              <a:prstGeom prst="rect">
                <a:avLst/>
              </a:prstGeom>
              <a:solidFill>
                <a:srgbClr val="DCE8ED"/>
              </a:solidFill>
              <a:ln w="0">
                <a:noFill/>
                <a:prstDash val="solid"/>
              </a:ln>
            </p:spPr>
          </p:sp>
          <p:sp>
            <p:nvSpPr>
              <p:cNvPr id="1737" name="four:time-step-strips:time-strip-tₐ-cell-147:1737">
                <a:extLst>
                  <a:ext uri="{FF2B5EF4-FFF2-40B4-BE49-F238E27FC236}">
                    <ns2:creationId id="{AE779DB4-EFEB-431C-AE07-891EF2E83A7F}"/>
                  </a:ext>
                </a:extLst>
              </p:cNvPr>
              <p:cNvSpPr>
                <a:spLocks noGrp="1"/>
              </p:cNvSpPr>
              <p:nvPr/>
            </p:nvSpPr>
            <p:spPr>
              <a:xfrm>
                <a:off x="23501449" y="1581150"/>
                <a:ext cx="15379" cy="276225"/>
              </a:xfrm>
              <a:prstGeom prst="rect">
                <a:avLst/>
              </a:prstGeom>
              <a:solidFill>
                <a:srgbClr val="DCE8ED"/>
              </a:solidFill>
              <a:ln w="0">
                <a:noFill/>
                <a:prstDash val="solid"/>
              </a:ln>
            </p:spPr>
          </p:sp>
          <p:sp>
            <p:nvSpPr>
              <p:cNvPr id="1738" name="four:time-step-strips:time-strip-tₐ-cell-148:1738">
                <a:extLst>
                  <a:ext uri="{FF2B5EF4-FFF2-40B4-BE49-F238E27FC236}">
                    <ns2:creationId id="{3C857915-5332-418D-B429-9F3A4C52D663}"/>
                  </a:ext>
                </a:extLst>
              </p:cNvPr>
              <p:cNvSpPr>
                <a:spLocks noGrp="1"/>
              </p:cNvSpPr>
              <p:nvPr/>
            </p:nvSpPr>
            <p:spPr>
              <a:xfrm>
                <a:off x="23516828" y="1581150"/>
                <a:ext cx="15379" cy="276225"/>
              </a:xfrm>
              <a:prstGeom prst="rect">
                <a:avLst/>
              </a:prstGeom>
              <a:solidFill>
                <a:srgbClr val="DCE8ED"/>
              </a:solidFill>
              <a:ln w="0">
                <a:noFill/>
                <a:prstDash val="solid"/>
              </a:ln>
            </p:spPr>
          </p:sp>
          <p:sp>
            <p:nvSpPr>
              <p:cNvPr id="1739" name="four:time-step-strips:time-strip-tₐ-cell-149:1739">
                <a:extLst>
                  <a:ext uri="{FF2B5EF4-FFF2-40B4-BE49-F238E27FC236}">
                    <ns2:creationId id="{443E963A-F43A-471D-B48C-5EC5CF7FCC68}"/>
                  </a:ext>
                </a:extLst>
              </p:cNvPr>
              <p:cNvSpPr>
                <a:spLocks noGrp="1"/>
              </p:cNvSpPr>
              <p:nvPr/>
            </p:nvSpPr>
            <p:spPr>
              <a:xfrm>
                <a:off x="23532207" y="1581150"/>
                <a:ext cx="15379" cy="276225"/>
              </a:xfrm>
              <a:prstGeom prst="rect">
                <a:avLst/>
              </a:prstGeom>
              <a:solidFill>
                <a:srgbClr val="DCE8ED"/>
              </a:solidFill>
              <a:ln w="0">
                <a:noFill/>
                <a:prstDash val="solid"/>
              </a:ln>
            </p:spPr>
          </p:sp>
          <p:sp>
            <p:nvSpPr>
              <p:cNvPr id="1740" name="four:time-step-strips:time-strip-tₐ-cell-150:1740">
                <a:extLst>
                  <a:ext uri="{FF2B5EF4-FFF2-40B4-BE49-F238E27FC236}">
                    <ns2:creationId id="{F314AFBE-B736-4FD8-B101-A8FBC95C0CBD}"/>
                  </a:ext>
                </a:extLst>
              </p:cNvPr>
              <p:cNvSpPr>
                <a:spLocks noGrp="1"/>
              </p:cNvSpPr>
              <p:nvPr/>
            </p:nvSpPr>
            <p:spPr>
              <a:xfrm>
                <a:off x="23547586" y="1581150"/>
                <a:ext cx="15379" cy="276225"/>
              </a:xfrm>
              <a:prstGeom prst="rect">
                <a:avLst/>
              </a:prstGeom>
              <a:solidFill>
                <a:srgbClr val="DCE8ED"/>
              </a:solidFill>
              <a:ln w="0">
                <a:noFill/>
                <a:prstDash val="solid"/>
              </a:ln>
            </p:spPr>
          </p:sp>
          <p:sp>
            <p:nvSpPr>
              <p:cNvPr id="1741" name="four:time-step-strips:time-strip-tₐ-cell-151:1741">
                <a:extLst>
                  <a:ext uri="{FF2B5EF4-FFF2-40B4-BE49-F238E27FC236}">
                    <ns2:creationId id="{ABC14068-643A-4D02-89DD-3201D920725F}"/>
                  </a:ext>
                </a:extLst>
              </p:cNvPr>
              <p:cNvSpPr>
                <a:spLocks noGrp="1"/>
              </p:cNvSpPr>
              <p:nvPr/>
            </p:nvSpPr>
            <p:spPr>
              <a:xfrm>
                <a:off x="23562965" y="1581150"/>
                <a:ext cx="15379" cy="276225"/>
              </a:xfrm>
              <a:prstGeom prst="rect">
                <a:avLst/>
              </a:prstGeom>
              <a:solidFill>
                <a:srgbClr val="DCE8ED"/>
              </a:solidFill>
              <a:ln w="0">
                <a:noFill/>
                <a:prstDash val="solid"/>
              </a:ln>
            </p:spPr>
          </p:sp>
          <p:sp>
            <p:nvSpPr>
              <p:cNvPr id="1742" name="four:time-step-strips:time-strip-tₐ-cell-152:1742">
                <a:extLst>
                  <a:ext uri="{FF2B5EF4-FFF2-40B4-BE49-F238E27FC236}">
                    <ns2:creationId id="{62088455-9E32-4558-9523-5AB2692DE4CF}"/>
                  </a:ext>
                </a:extLst>
              </p:cNvPr>
              <p:cNvSpPr>
                <a:spLocks noGrp="1"/>
              </p:cNvSpPr>
              <p:nvPr/>
            </p:nvSpPr>
            <p:spPr>
              <a:xfrm>
                <a:off x="23578344" y="1581150"/>
                <a:ext cx="15379" cy="276225"/>
              </a:xfrm>
              <a:prstGeom prst="rect">
                <a:avLst/>
              </a:prstGeom>
              <a:solidFill>
                <a:srgbClr val="DCE8ED"/>
              </a:solidFill>
              <a:ln w="0">
                <a:noFill/>
                <a:prstDash val="solid"/>
              </a:ln>
            </p:spPr>
          </p:sp>
          <p:sp>
            <p:nvSpPr>
              <p:cNvPr id="1743" name="four:time-step-strips:time-strip-tₐ-cell-153:1743">
                <a:extLst>
                  <a:ext uri="{FF2B5EF4-FFF2-40B4-BE49-F238E27FC236}">
                    <ns2:creationId id="{DF942FE4-6DEB-435E-9A6F-CB450564ACBF}"/>
                  </a:ext>
                </a:extLst>
              </p:cNvPr>
              <p:cNvSpPr>
                <a:spLocks noGrp="1"/>
              </p:cNvSpPr>
              <p:nvPr/>
            </p:nvSpPr>
            <p:spPr>
              <a:xfrm>
                <a:off x="23593723" y="1581150"/>
                <a:ext cx="15379" cy="276225"/>
              </a:xfrm>
              <a:prstGeom prst="rect">
                <a:avLst/>
              </a:prstGeom>
              <a:solidFill>
                <a:srgbClr val="DCE8ED"/>
              </a:solidFill>
              <a:ln w="0">
                <a:noFill/>
                <a:prstDash val="solid"/>
              </a:ln>
            </p:spPr>
          </p:sp>
          <p:sp>
            <p:nvSpPr>
              <p:cNvPr id="1744" name="four:time-step-strips:time-strip-tₐ-cell-154:1744">
                <a:extLst>
                  <a:ext uri="{FF2B5EF4-FFF2-40B4-BE49-F238E27FC236}">
                    <ns2:creationId id="{C8961E39-9FF5-4409-9F28-39741F9378BE}"/>
                  </a:ext>
                </a:extLst>
              </p:cNvPr>
              <p:cNvSpPr>
                <a:spLocks noGrp="1"/>
              </p:cNvSpPr>
              <p:nvPr/>
            </p:nvSpPr>
            <p:spPr>
              <a:xfrm>
                <a:off x="23609102" y="1581150"/>
                <a:ext cx="15379" cy="276225"/>
              </a:xfrm>
              <a:prstGeom prst="rect">
                <a:avLst/>
              </a:prstGeom>
              <a:solidFill>
                <a:srgbClr val="DCE8ED"/>
              </a:solidFill>
              <a:ln w="0">
                <a:noFill/>
                <a:prstDash val="solid"/>
              </a:ln>
            </p:spPr>
          </p:sp>
          <p:sp>
            <p:nvSpPr>
              <p:cNvPr id="1745" name="four:time-step-strips:time-strip-tₐ-cell-155:1745">
                <a:extLst>
                  <a:ext uri="{FF2B5EF4-FFF2-40B4-BE49-F238E27FC236}">
                    <ns2:creationId id="{7F4EA149-4DD0-4E2E-B5FE-34BEBAA51DE5}"/>
                  </a:ext>
                </a:extLst>
              </p:cNvPr>
              <p:cNvSpPr>
                <a:spLocks noGrp="1"/>
              </p:cNvSpPr>
              <p:nvPr/>
            </p:nvSpPr>
            <p:spPr>
              <a:xfrm>
                <a:off x="23624480" y="1581150"/>
                <a:ext cx="15379" cy="276225"/>
              </a:xfrm>
              <a:prstGeom prst="rect">
                <a:avLst/>
              </a:prstGeom>
              <a:solidFill>
                <a:srgbClr val="DCE8ED"/>
              </a:solidFill>
              <a:ln w="0">
                <a:noFill/>
                <a:prstDash val="solid"/>
              </a:ln>
            </p:spPr>
          </p:sp>
          <p:sp>
            <p:nvSpPr>
              <p:cNvPr id="1746" name="four:time-step-strips:time-strip-tₐ-cell-156:1746">
                <a:extLst>
                  <a:ext uri="{FF2B5EF4-FFF2-40B4-BE49-F238E27FC236}">
                    <ns2:creationId id="{9D30DE1A-E3F8-4E70-9EF8-BCB7004D3DBD}"/>
                  </a:ext>
                </a:extLst>
              </p:cNvPr>
              <p:cNvSpPr>
                <a:spLocks noGrp="1"/>
              </p:cNvSpPr>
              <p:nvPr/>
            </p:nvSpPr>
            <p:spPr>
              <a:xfrm>
                <a:off x="23639859" y="1581150"/>
                <a:ext cx="15379" cy="276225"/>
              </a:xfrm>
              <a:prstGeom prst="rect">
                <a:avLst/>
              </a:prstGeom>
              <a:solidFill>
                <a:srgbClr val="DCE8ED"/>
              </a:solidFill>
              <a:ln w="0">
                <a:noFill/>
                <a:prstDash val="solid"/>
              </a:ln>
            </p:spPr>
          </p:sp>
          <p:sp>
            <p:nvSpPr>
              <p:cNvPr id="1747" name="four:time-step-strips:time-strip-tₐ-cell-157:1747">
                <a:extLst>
                  <a:ext uri="{FF2B5EF4-FFF2-40B4-BE49-F238E27FC236}">
                    <ns2:creationId id="{E45B7609-1D3C-497B-ADD7-1F4DCE58EE80}"/>
                  </a:ext>
                </a:extLst>
              </p:cNvPr>
              <p:cNvSpPr>
                <a:spLocks noGrp="1"/>
              </p:cNvSpPr>
              <p:nvPr/>
            </p:nvSpPr>
            <p:spPr>
              <a:xfrm>
                <a:off x="23655238" y="1581150"/>
                <a:ext cx="15379" cy="276225"/>
              </a:xfrm>
              <a:prstGeom prst="rect">
                <a:avLst/>
              </a:prstGeom>
              <a:solidFill>
                <a:srgbClr val="DCE8ED"/>
              </a:solidFill>
              <a:ln w="0">
                <a:noFill/>
                <a:prstDash val="solid"/>
              </a:ln>
            </p:spPr>
          </p:sp>
          <p:sp>
            <p:nvSpPr>
              <p:cNvPr id="1748" name="four:time-step-strips:time-strip-tₐ-cell-158:1748">
                <a:extLst>
                  <a:ext uri="{FF2B5EF4-FFF2-40B4-BE49-F238E27FC236}">
                    <ns2:creationId id="{1653D0C3-8FAF-4EB8-A9AB-ED7C500B9D26}"/>
                  </a:ext>
                </a:extLst>
              </p:cNvPr>
              <p:cNvSpPr>
                <a:spLocks noGrp="1"/>
              </p:cNvSpPr>
              <p:nvPr/>
            </p:nvSpPr>
            <p:spPr>
              <a:xfrm>
                <a:off x="23670617" y="1581150"/>
                <a:ext cx="15379" cy="276225"/>
              </a:xfrm>
              <a:prstGeom prst="rect">
                <a:avLst/>
              </a:prstGeom>
              <a:solidFill>
                <a:srgbClr val="DCE8ED"/>
              </a:solidFill>
              <a:ln w="0">
                <a:noFill/>
                <a:prstDash val="solid"/>
              </a:ln>
            </p:spPr>
          </p:sp>
          <p:sp>
            <p:nvSpPr>
              <p:cNvPr id="1749" name="four:time-step-strips:time-strip-tₐ-cell-159:1749">
                <a:extLst>
                  <a:ext uri="{FF2B5EF4-FFF2-40B4-BE49-F238E27FC236}">
                    <ns2:creationId id="{AA0D1543-578D-45F0-B989-35E109F22C85}"/>
                  </a:ext>
                </a:extLst>
              </p:cNvPr>
              <p:cNvSpPr>
                <a:spLocks noGrp="1"/>
              </p:cNvSpPr>
              <p:nvPr/>
            </p:nvSpPr>
            <p:spPr>
              <a:xfrm>
                <a:off x="23685996" y="1581150"/>
                <a:ext cx="15379" cy="276225"/>
              </a:xfrm>
              <a:prstGeom prst="rect">
                <a:avLst/>
              </a:prstGeom>
              <a:solidFill>
                <a:srgbClr val="DCE8ED"/>
              </a:solidFill>
              <a:ln w="0">
                <a:noFill/>
                <a:prstDash val="solid"/>
              </a:ln>
            </p:spPr>
          </p:sp>
          <p:sp>
            <p:nvSpPr>
              <p:cNvPr id="1750" name="four:time-step-strips:time-strip-tₐ-cell-160:1750">
                <a:extLst>
                  <a:ext uri="{FF2B5EF4-FFF2-40B4-BE49-F238E27FC236}">
                    <ns2:creationId id="{4BFD8972-C7B2-4DC7-8258-E864362D1488}"/>
                  </a:ext>
                </a:extLst>
              </p:cNvPr>
              <p:cNvSpPr>
                <a:spLocks noGrp="1"/>
              </p:cNvSpPr>
              <p:nvPr/>
            </p:nvSpPr>
            <p:spPr>
              <a:xfrm>
                <a:off x="23701375" y="1581150"/>
                <a:ext cx="15379" cy="276225"/>
              </a:xfrm>
              <a:prstGeom prst="rect">
                <a:avLst/>
              </a:prstGeom>
              <a:solidFill>
                <a:srgbClr val="DCE8ED"/>
              </a:solidFill>
              <a:ln w="0">
                <a:noFill/>
                <a:prstDash val="solid"/>
              </a:ln>
            </p:spPr>
          </p:sp>
          <p:sp>
            <p:nvSpPr>
              <p:cNvPr id="1751" name="four:time-step-strips:time-strip-tₐ-cell-161:1751">
                <a:extLst>
                  <a:ext uri="{FF2B5EF4-FFF2-40B4-BE49-F238E27FC236}">
                    <ns2:creationId id="{8F90E4AE-0008-45A3-AC97-DFB5AC10E049}"/>
                  </a:ext>
                </a:extLst>
              </p:cNvPr>
              <p:cNvSpPr>
                <a:spLocks noGrp="1"/>
              </p:cNvSpPr>
              <p:nvPr/>
            </p:nvSpPr>
            <p:spPr>
              <a:xfrm>
                <a:off x="23716754" y="1581150"/>
                <a:ext cx="15379" cy="276225"/>
              </a:xfrm>
              <a:prstGeom prst="rect">
                <a:avLst/>
              </a:prstGeom>
              <a:solidFill>
                <a:srgbClr val="DCE8ED"/>
              </a:solidFill>
              <a:ln w="0">
                <a:noFill/>
                <a:prstDash val="solid"/>
              </a:ln>
            </p:spPr>
          </p:sp>
          <p:sp>
            <p:nvSpPr>
              <p:cNvPr id="1752" name="four:time-step-strips:time-strip-tₐ-cell-162:1752">
                <a:extLst>
                  <a:ext uri="{FF2B5EF4-FFF2-40B4-BE49-F238E27FC236}">
                    <ns2:creationId id="{BA6A7BA2-6D81-4180-BF10-F9896F39DB4F}"/>
                  </a:ext>
                </a:extLst>
              </p:cNvPr>
              <p:cNvSpPr>
                <a:spLocks noGrp="1"/>
              </p:cNvSpPr>
              <p:nvPr/>
            </p:nvSpPr>
            <p:spPr>
              <a:xfrm>
                <a:off x="23732133" y="1581150"/>
                <a:ext cx="15379" cy="276225"/>
              </a:xfrm>
              <a:prstGeom prst="rect">
                <a:avLst/>
              </a:prstGeom>
              <a:solidFill>
                <a:srgbClr val="DCE6E9"/>
              </a:solidFill>
              <a:ln w="0">
                <a:noFill/>
                <a:prstDash val="solid"/>
              </a:ln>
            </p:spPr>
          </p:sp>
          <p:sp>
            <p:nvSpPr>
              <p:cNvPr id="1753" name="four:time-step-strips:time-strip-tₐ-cell-163:1753">
                <a:extLst>
                  <a:ext uri="{FF2B5EF4-FFF2-40B4-BE49-F238E27FC236}">
                    <ns2:creationId id="{5B7A084C-38EA-46E1-9D03-3DE26AA5EE43}"/>
                  </a:ext>
                </a:extLst>
              </p:cNvPr>
              <p:cNvSpPr>
                <a:spLocks noGrp="1"/>
              </p:cNvSpPr>
              <p:nvPr/>
            </p:nvSpPr>
            <p:spPr>
              <a:xfrm>
                <a:off x="23747512" y="1581150"/>
                <a:ext cx="15379" cy="276225"/>
              </a:xfrm>
              <a:prstGeom prst="rect">
                <a:avLst/>
              </a:prstGeom>
              <a:solidFill>
                <a:srgbClr val="DADCDB"/>
              </a:solidFill>
              <a:ln w="0">
                <a:noFill/>
                <a:prstDash val="solid"/>
              </a:ln>
            </p:spPr>
          </p:sp>
          <p:sp>
            <p:nvSpPr>
              <p:cNvPr id="1754" name="four:time-step-strips:time-strip-tₐ-cell-164:1754">
                <a:extLst>
                  <a:ext uri="{FF2B5EF4-FFF2-40B4-BE49-F238E27FC236}">
                    <ns2:creationId id="{2648FBF3-3A6C-47B2-94BD-BBB9B1CF75AE}"/>
                  </a:ext>
                </a:extLst>
              </p:cNvPr>
              <p:cNvSpPr>
                <a:spLocks noGrp="1"/>
              </p:cNvSpPr>
              <p:nvPr/>
            </p:nvSpPr>
            <p:spPr>
              <a:xfrm>
                <a:off x="23762891" y="1581150"/>
                <a:ext cx="15379" cy="276225"/>
              </a:xfrm>
              <a:prstGeom prst="rect">
                <a:avLst/>
              </a:prstGeom>
              <a:solidFill>
                <a:srgbClr val="D7C8D9"/>
              </a:solidFill>
              <a:ln w="0">
                <a:noFill/>
                <a:prstDash val="solid"/>
              </a:ln>
            </p:spPr>
          </p:sp>
          <p:sp>
            <p:nvSpPr>
              <p:cNvPr id="1755" name="four:time-step-strips:time-strip-tₐ-cell-165:1755">
                <a:extLst>
                  <a:ext uri="{FF2B5EF4-FFF2-40B4-BE49-F238E27FC236}">
                    <ns2:creationId id="{3AC5A1F6-732B-4F45-AA5F-99795457216E}"/>
                  </a:ext>
                </a:extLst>
              </p:cNvPr>
              <p:cNvSpPr>
                <a:spLocks noGrp="1"/>
              </p:cNvSpPr>
              <p:nvPr/>
            </p:nvSpPr>
            <p:spPr>
              <a:xfrm>
                <a:off x="23778270" y="1581150"/>
                <a:ext cx="15379" cy="276225"/>
              </a:xfrm>
              <a:prstGeom prst="rect">
                <a:avLst/>
              </a:prstGeom>
              <a:solidFill>
                <a:srgbClr val="D4B2CB"/>
              </a:solidFill>
              <a:ln w="0">
                <a:noFill/>
                <a:prstDash val="solid"/>
              </a:ln>
            </p:spPr>
          </p:sp>
          <p:sp>
            <p:nvSpPr>
              <p:cNvPr id="1756" name="four:time-step-strips:time-strip-tₐ-cell-166:1756">
                <a:extLst>
                  <a:ext uri="{FF2B5EF4-FFF2-40B4-BE49-F238E27FC236}">
                    <ns2:creationId id="{64B2CEE0-6934-4FD9-B4C9-EA797D24737E}"/>
                  </a:ext>
                </a:extLst>
              </p:cNvPr>
              <p:cNvSpPr>
                <a:spLocks noGrp="1"/>
              </p:cNvSpPr>
              <p:nvPr/>
            </p:nvSpPr>
            <p:spPr>
              <a:xfrm>
                <a:off x="23793648" y="1581150"/>
                <a:ext cx="15379" cy="276225"/>
              </a:xfrm>
              <a:prstGeom prst="rect">
                <a:avLst/>
              </a:prstGeom>
              <a:solidFill>
                <a:srgbClr val="D19DBE"/>
              </a:solidFill>
              <a:ln w="0">
                <a:noFill/>
                <a:prstDash val="solid"/>
              </a:ln>
            </p:spPr>
          </p:sp>
          <p:sp>
            <p:nvSpPr>
              <p:cNvPr id="1757" name="four:time-step-strips:time-strip-tₐ-cell-167:1757">
                <a:extLst>
                  <a:ext uri="{FF2B5EF4-FFF2-40B4-BE49-F238E27FC236}">
                    <ns2:creationId id="{A2DCF1F6-0245-40F9-98BB-C3C413AF3900}"/>
                  </a:ext>
                </a:extLst>
              </p:cNvPr>
              <p:cNvSpPr>
                <a:spLocks noGrp="1"/>
              </p:cNvSpPr>
              <p:nvPr/>
            </p:nvSpPr>
            <p:spPr>
              <a:xfrm>
                <a:off x="23809027" y="1581150"/>
                <a:ext cx="15379" cy="276225"/>
              </a:xfrm>
              <a:prstGeom prst="rect">
                <a:avLst/>
              </a:prstGeom>
              <a:solidFill>
                <a:srgbClr val="CF8AB2"/>
              </a:solidFill>
              <a:ln w="0">
                <a:noFill/>
                <a:prstDash val="solid"/>
              </a:ln>
            </p:spPr>
          </p:sp>
          <p:sp>
            <p:nvSpPr>
              <p:cNvPr id="1758" name="four:time-step-strips:time-strip-tₐ-cell-168:1758">
                <a:extLst>
                  <a:ext uri="{FF2B5EF4-FFF2-40B4-BE49-F238E27FC236}">
                    <ns2:creationId id="{BDAF1EDE-BFA5-4677-9948-47C8CB840E92}"/>
                  </a:ext>
                </a:extLst>
              </p:cNvPr>
              <p:cNvSpPr>
                <a:spLocks noGrp="1"/>
              </p:cNvSpPr>
              <p:nvPr/>
            </p:nvSpPr>
            <p:spPr>
              <a:xfrm>
                <a:off x="23824406" y="1581150"/>
                <a:ext cx="15379" cy="276225"/>
              </a:xfrm>
              <a:prstGeom prst="rect">
                <a:avLst/>
              </a:prstGeom>
              <a:solidFill>
                <a:srgbClr val="CD7EAA"/>
              </a:solidFill>
              <a:ln w="0">
                <a:noFill/>
                <a:prstDash val="solid"/>
              </a:ln>
            </p:spPr>
          </p:sp>
          <p:sp>
            <p:nvSpPr>
              <p:cNvPr id="1759" name="four:time-step-strips:time-strip-tₐ-cell-169:1759">
                <a:extLst>
                  <a:ext uri="{FF2B5EF4-FFF2-40B4-BE49-F238E27FC236}">
                    <ns2:creationId id="{657E8954-B50D-41D8-A12E-BB54DAAC6DF8}"/>
                  </a:ext>
                </a:extLst>
              </p:cNvPr>
              <p:cNvSpPr>
                <a:spLocks noGrp="1"/>
              </p:cNvSpPr>
              <p:nvPr/>
            </p:nvSpPr>
            <p:spPr>
              <a:xfrm>
                <a:off x="23839785" y="1581150"/>
                <a:ext cx="15379" cy="276225"/>
              </a:xfrm>
              <a:prstGeom prst="rect">
                <a:avLst/>
              </a:prstGeom>
              <a:solidFill>
                <a:srgbClr val="CC79A7"/>
              </a:solidFill>
              <a:ln w="0">
                <a:noFill/>
                <a:prstDash val="solid"/>
              </a:ln>
            </p:spPr>
          </p:sp>
          <p:sp>
            <p:nvSpPr>
              <p:cNvPr id="1760" name="four:time-step-strips:time-strip-tₐ-cell-170:1760">
                <a:extLst>
                  <a:ext uri="{FF2B5EF4-FFF2-40B4-BE49-F238E27FC236}">
                    <ns2:creationId id="{7E70241D-22D2-412B-9C5A-033DBA514650}"/>
                  </a:ext>
                </a:extLst>
              </p:cNvPr>
              <p:cNvSpPr>
                <a:spLocks noGrp="1"/>
              </p:cNvSpPr>
              <p:nvPr/>
            </p:nvSpPr>
            <p:spPr>
              <a:xfrm>
                <a:off x="23855164" y="1581150"/>
                <a:ext cx="15379" cy="276225"/>
              </a:xfrm>
              <a:prstGeom prst="rect">
                <a:avLst/>
              </a:prstGeom>
              <a:solidFill>
                <a:srgbClr val="CC79A7"/>
              </a:solidFill>
              <a:ln w="0">
                <a:noFill/>
                <a:prstDash val="solid"/>
              </a:ln>
            </p:spPr>
          </p:sp>
          <p:sp>
            <p:nvSpPr>
              <p:cNvPr id="1761" name="four:time-step-strips:time-strip-tₐ-cell-171:1761">
                <a:extLst>
                  <a:ext uri="{FF2B5EF4-FFF2-40B4-BE49-F238E27FC236}">
                    <ns2:creationId id="{22BDA857-2792-4A78-B984-CB969D0FAAAF}"/>
                  </a:ext>
                </a:extLst>
              </p:cNvPr>
              <p:cNvSpPr>
                <a:spLocks noGrp="1"/>
              </p:cNvSpPr>
              <p:nvPr/>
            </p:nvSpPr>
            <p:spPr>
              <a:xfrm>
                <a:off x="23870543" y="1581150"/>
                <a:ext cx="15379" cy="276225"/>
              </a:xfrm>
              <a:prstGeom prst="rect">
                <a:avLst/>
              </a:prstGeom>
              <a:solidFill>
                <a:srgbClr val="CC79A7"/>
              </a:solidFill>
              <a:ln w="0">
                <a:noFill/>
                <a:prstDash val="solid"/>
              </a:ln>
            </p:spPr>
          </p:sp>
          <p:sp>
            <p:nvSpPr>
              <p:cNvPr id="1762" name="four:time-step-strips:time-strip-tₐ-cell-172:1762">
                <a:extLst>
                  <a:ext uri="{FF2B5EF4-FFF2-40B4-BE49-F238E27FC236}">
                    <ns2:creationId id="{740E6319-3A22-4423-A614-693F50725226}"/>
                  </a:ext>
                </a:extLst>
              </p:cNvPr>
              <p:cNvSpPr>
                <a:spLocks noGrp="1"/>
              </p:cNvSpPr>
              <p:nvPr/>
            </p:nvSpPr>
            <p:spPr>
              <a:xfrm>
                <a:off x="23885922" y="1581150"/>
                <a:ext cx="15379" cy="276225"/>
              </a:xfrm>
              <a:prstGeom prst="rect">
                <a:avLst/>
              </a:prstGeom>
              <a:solidFill>
                <a:srgbClr val="CC79A7"/>
              </a:solidFill>
              <a:ln w="0">
                <a:noFill/>
                <a:prstDash val="solid"/>
              </a:ln>
            </p:spPr>
          </p:sp>
          <p:sp>
            <p:nvSpPr>
              <p:cNvPr id="1763" name="four:time-step-strips:time-strip-tₐ-cell-173:1763">
                <a:extLst>
                  <a:ext uri="{FF2B5EF4-FFF2-40B4-BE49-F238E27FC236}">
                    <ns2:creationId id="{0653D57D-F3F2-481B-B743-60D687230884}"/>
                  </a:ext>
                </a:extLst>
              </p:cNvPr>
              <p:cNvSpPr>
                <a:spLocks noGrp="1"/>
              </p:cNvSpPr>
              <p:nvPr/>
            </p:nvSpPr>
            <p:spPr>
              <a:xfrm>
                <a:off x="23901301" y="1581150"/>
                <a:ext cx="15379" cy="276225"/>
              </a:xfrm>
              <a:prstGeom prst="rect">
                <a:avLst/>
              </a:prstGeom>
              <a:solidFill>
                <a:srgbClr val="CC79A7"/>
              </a:solidFill>
              <a:ln w="0">
                <a:noFill/>
                <a:prstDash val="solid"/>
              </a:ln>
            </p:spPr>
          </p:sp>
          <p:sp>
            <p:nvSpPr>
              <p:cNvPr id="1764" name="four:time-step-strips:time-strip-tₐ-cell-174:1764">
                <a:extLst>
                  <a:ext uri="{FF2B5EF4-FFF2-40B4-BE49-F238E27FC236}">
                    <ns2:creationId id="{4A7CAFEA-F24C-49CE-9969-B11E48E8532A}"/>
                  </a:ext>
                </a:extLst>
              </p:cNvPr>
              <p:cNvSpPr>
                <a:spLocks noGrp="1"/>
              </p:cNvSpPr>
              <p:nvPr/>
            </p:nvSpPr>
            <p:spPr>
              <a:xfrm>
                <a:off x="23916680" y="1581150"/>
                <a:ext cx="15379" cy="276225"/>
              </a:xfrm>
              <a:prstGeom prst="rect">
                <a:avLst/>
              </a:prstGeom>
              <a:solidFill>
                <a:srgbClr val="CC79A7"/>
              </a:solidFill>
              <a:ln w="0">
                <a:noFill/>
                <a:prstDash val="solid"/>
              </a:ln>
            </p:spPr>
          </p:sp>
          <p:sp>
            <p:nvSpPr>
              <p:cNvPr id="1765" name="four:time-step-strips:time-strip-tₐ-cell-175:1765">
                <a:extLst>
                  <a:ext uri="{FF2B5EF4-FFF2-40B4-BE49-F238E27FC236}">
                    <ns2:creationId id="{3FFC7F79-34FD-4C33-9E16-B211626FF99C}"/>
                  </a:ext>
                </a:extLst>
              </p:cNvPr>
              <p:cNvSpPr>
                <a:spLocks noGrp="1"/>
              </p:cNvSpPr>
              <p:nvPr/>
            </p:nvSpPr>
            <p:spPr>
              <a:xfrm>
                <a:off x="23932059" y="1581150"/>
                <a:ext cx="15379" cy="276225"/>
              </a:xfrm>
              <a:prstGeom prst="rect">
                <a:avLst/>
              </a:prstGeom>
              <a:solidFill>
                <a:srgbClr val="CC79A7"/>
              </a:solidFill>
              <a:ln w="0">
                <a:noFill/>
                <a:prstDash val="solid"/>
              </a:ln>
            </p:spPr>
          </p:sp>
          <p:sp>
            <p:nvSpPr>
              <p:cNvPr id="1766" name="four:time-step-strips:time-strip-tₐ-cell-176:1766">
                <a:extLst>
                  <a:ext uri="{FF2B5EF4-FFF2-40B4-BE49-F238E27FC236}">
                    <ns2:creationId id="{BCC3E021-CF61-4ACA-A320-42F9CE0F0AC5}"/>
                  </a:ext>
                </a:extLst>
              </p:cNvPr>
              <p:cNvSpPr>
                <a:spLocks noGrp="1"/>
              </p:cNvSpPr>
              <p:nvPr/>
            </p:nvSpPr>
            <p:spPr>
              <a:xfrm>
                <a:off x="23947438" y="1581150"/>
                <a:ext cx="15379" cy="276225"/>
              </a:xfrm>
              <a:prstGeom prst="rect">
                <a:avLst/>
              </a:prstGeom>
              <a:solidFill>
                <a:srgbClr val="CC79A7"/>
              </a:solidFill>
              <a:ln w="0">
                <a:noFill/>
                <a:prstDash val="solid"/>
              </a:ln>
            </p:spPr>
          </p:sp>
          <p:sp>
            <p:nvSpPr>
              <p:cNvPr id="1767" name="four:time-step-strips:time-strip-tₐ-cell-177:1767">
                <a:extLst>
                  <a:ext uri="{FF2B5EF4-FFF2-40B4-BE49-F238E27FC236}">
                    <ns2:creationId id="{7718B5FB-03AA-4DBA-89D5-37AD346825CF}"/>
                  </a:ext>
                </a:extLst>
              </p:cNvPr>
              <p:cNvSpPr>
                <a:spLocks noGrp="1"/>
              </p:cNvSpPr>
              <p:nvPr/>
            </p:nvSpPr>
            <p:spPr>
              <a:xfrm>
                <a:off x="23962816" y="1581150"/>
                <a:ext cx="15379" cy="276225"/>
              </a:xfrm>
              <a:prstGeom prst="rect">
                <a:avLst/>
              </a:prstGeom>
              <a:solidFill>
                <a:srgbClr val="CC79A7"/>
              </a:solidFill>
              <a:ln w="0">
                <a:noFill/>
                <a:prstDash val="solid"/>
              </a:ln>
            </p:spPr>
          </p:sp>
          <p:sp>
            <p:nvSpPr>
              <p:cNvPr id="1768" name="four:time-step-strips:time-strip-tₐ-cell-178:1768">
                <a:extLst>
                  <a:ext uri="{FF2B5EF4-FFF2-40B4-BE49-F238E27FC236}">
                    <ns2:creationId id="{1FCF0A14-3F53-4E0E-8A38-B4470673533D}"/>
                  </a:ext>
                </a:extLst>
              </p:cNvPr>
              <p:cNvSpPr>
                <a:spLocks noGrp="1"/>
              </p:cNvSpPr>
              <p:nvPr/>
            </p:nvSpPr>
            <p:spPr>
              <a:xfrm>
                <a:off x="23978195" y="1581150"/>
                <a:ext cx="15379" cy="276225"/>
              </a:xfrm>
              <a:prstGeom prst="rect">
                <a:avLst/>
              </a:prstGeom>
              <a:solidFill>
                <a:srgbClr val="CC79A7"/>
              </a:solidFill>
              <a:ln w="0">
                <a:noFill/>
                <a:prstDash val="solid"/>
              </a:ln>
            </p:spPr>
          </p:sp>
          <p:sp>
            <p:nvSpPr>
              <p:cNvPr id="1769" name="four:time-step-strips:time-strip-tₐ-cell-179:1769">
                <a:extLst>
                  <a:ext uri="{FF2B5EF4-FFF2-40B4-BE49-F238E27FC236}">
                    <ns2:creationId id="{80AEB7A2-61A2-4A75-836A-66AD6767929B}"/>
                  </a:ext>
                </a:extLst>
              </p:cNvPr>
              <p:cNvSpPr>
                <a:spLocks noGrp="1"/>
              </p:cNvSpPr>
              <p:nvPr/>
            </p:nvSpPr>
            <p:spPr>
              <a:xfrm>
                <a:off x="23993574" y="1581150"/>
                <a:ext cx="15379" cy="276225"/>
              </a:xfrm>
              <a:prstGeom prst="rect">
                <a:avLst/>
              </a:prstGeom>
              <a:solidFill>
                <a:srgbClr val="CC79A7"/>
              </a:solidFill>
              <a:ln w="0">
                <a:noFill/>
                <a:prstDash val="solid"/>
              </a:ln>
            </p:spPr>
          </p:sp>
          <p:sp>
            <p:nvSpPr>
              <p:cNvPr id="1770" name="four:time-step-strips:time-strip-tₐ-cell-180:1770">
                <a:extLst>
                  <a:ext uri="{FF2B5EF4-FFF2-40B4-BE49-F238E27FC236}">
                    <ns2:creationId id="{65D87A5A-9FF8-47DA-96C6-6661660184E1}"/>
                  </a:ext>
                </a:extLst>
              </p:cNvPr>
              <p:cNvSpPr>
                <a:spLocks noGrp="1"/>
              </p:cNvSpPr>
              <p:nvPr/>
            </p:nvSpPr>
            <p:spPr>
              <a:xfrm>
                <a:off x="24008953" y="1581150"/>
                <a:ext cx="15379" cy="276225"/>
              </a:xfrm>
              <a:prstGeom prst="rect">
                <a:avLst/>
              </a:prstGeom>
              <a:solidFill>
                <a:srgbClr val="CC79A7"/>
              </a:solidFill>
              <a:ln w="0">
                <a:noFill/>
                <a:prstDash val="solid"/>
              </a:ln>
            </p:spPr>
          </p:sp>
          <p:sp>
            <p:nvSpPr>
              <p:cNvPr id="1771" name="four:time-step-strips:time-strip-tₐ-cell-181:1771">
                <a:extLst>
                  <a:ext uri="{FF2B5EF4-FFF2-40B4-BE49-F238E27FC236}">
                    <ns2:creationId id="{5A914DE3-965B-46A9-9AB4-19F6204AEE22}"/>
                  </a:ext>
                </a:extLst>
              </p:cNvPr>
              <p:cNvSpPr>
                <a:spLocks noGrp="1"/>
              </p:cNvSpPr>
              <p:nvPr/>
            </p:nvSpPr>
            <p:spPr>
              <a:xfrm>
                <a:off x="24024332" y="1581150"/>
                <a:ext cx="15379" cy="276225"/>
              </a:xfrm>
              <a:prstGeom prst="rect">
                <a:avLst/>
              </a:prstGeom>
              <a:solidFill>
                <a:srgbClr val="CC79A7"/>
              </a:solidFill>
              <a:ln w="0">
                <a:noFill/>
                <a:prstDash val="solid"/>
              </a:ln>
            </p:spPr>
          </p:sp>
          <p:sp>
            <p:nvSpPr>
              <p:cNvPr id="1772" name="four:time-step-strips:time-strip-tₐ-cell-182:1772">
                <a:extLst>
                  <a:ext uri="{FF2B5EF4-FFF2-40B4-BE49-F238E27FC236}">
                    <ns2:creationId id="{1530EF9A-1089-4D31-A0AF-A1D5D5C282E0}"/>
                  </a:ext>
                </a:extLst>
              </p:cNvPr>
              <p:cNvSpPr>
                <a:spLocks noGrp="1"/>
              </p:cNvSpPr>
              <p:nvPr/>
            </p:nvSpPr>
            <p:spPr>
              <a:xfrm>
                <a:off x="24039711" y="1581150"/>
                <a:ext cx="15379" cy="276225"/>
              </a:xfrm>
              <a:prstGeom prst="rect">
                <a:avLst/>
              </a:prstGeom>
              <a:solidFill>
                <a:srgbClr val="CC79A7"/>
              </a:solidFill>
              <a:ln w="0">
                <a:noFill/>
                <a:prstDash val="solid"/>
              </a:ln>
            </p:spPr>
          </p:sp>
          <p:sp>
            <p:nvSpPr>
              <p:cNvPr id="1773" name="four:time-step-strips:time-strip-tₐ-cell-183:1773">
                <a:extLst>
                  <a:ext uri="{FF2B5EF4-FFF2-40B4-BE49-F238E27FC236}">
                    <ns2:creationId id="{EB31670B-8D49-4AD3-9439-EB588FD5AAEB}"/>
                  </a:ext>
                </a:extLst>
              </p:cNvPr>
              <p:cNvSpPr>
                <a:spLocks noGrp="1"/>
              </p:cNvSpPr>
              <p:nvPr/>
            </p:nvSpPr>
            <p:spPr>
              <a:xfrm>
                <a:off x="24055090" y="1581150"/>
                <a:ext cx="15379" cy="276225"/>
              </a:xfrm>
              <a:prstGeom prst="rect">
                <a:avLst/>
              </a:prstGeom>
              <a:solidFill>
                <a:srgbClr val="CE88B0"/>
              </a:solidFill>
              <a:ln w="0">
                <a:noFill/>
                <a:prstDash val="solid"/>
              </a:ln>
            </p:spPr>
          </p:sp>
          <p:sp>
            <p:nvSpPr>
              <p:cNvPr id="1774" name="four:time-step-strips:time-strip-tₐ-cell-184:1774">
                <a:extLst>
                  <a:ext uri="{FF2B5EF4-FFF2-40B4-BE49-F238E27FC236}">
                    <ns2:creationId id="{F910E53B-AE44-46D7-A4A7-0A5B1E2A745D}"/>
                  </a:ext>
                </a:extLst>
              </p:cNvPr>
              <p:cNvSpPr>
                <a:spLocks noGrp="1"/>
              </p:cNvSpPr>
              <p:nvPr/>
            </p:nvSpPr>
            <p:spPr>
              <a:xfrm>
                <a:off x="24070469" y="1581150"/>
                <a:ext cx="15379" cy="276225"/>
              </a:xfrm>
              <a:prstGeom prst="rect">
                <a:avLst/>
              </a:prstGeom>
              <a:solidFill>
                <a:srgbClr val="D2A6C3"/>
              </a:solidFill>
              <a:ln w="0">
                <a:noFill/>
                <a:prstDash val="solid"/>
              </a:ln>
            </p:spPr>
          </p:sp>
          <p:sp>
            <p:nvSpPr>
              <p:cNvPr id="1775" name="four:time-step-strips:time-strip-tₐ-cell-185:1775">
                <a:extLst>
                  <a:ext uri="{FF2B5EF4-FFF2-40B4-BE49-F238E27FC236}">
                    <ns2:creationId id="{FEB5B4AA-7E6F-4356-8CB1-7C2F9EF2B31A}"/>
                  </a:ext>
                </a:extLst>
              </p:cNvPr>
              <p:cNvSpPr>
                <a:spLocks noGrp="1"/>
              </p:cNvSpPr>
              <p:nvPr/>
            </p:nvSpPr>
            <p:spPr>
              <a:xfrm>
                <a:off x="24085848" y="1581150"/>
                <a:ext cx="15379" cy="276225"/>
              </a:xfrm>
              <a:prstGeom prst="rect">
                <a:avLst/>
              </a:prstGeom>
              <a:solidFill>
                <a:srgbClr val="D7C8D9"/>
              </a:solidFill>
              <a:ln w="0">
                <a:noFill/>
                <a:prstDash val="solid"/>
              </a:ln>
            </p:spPr>
          </p:sp>
          <p:sp>
            <p:nvSpPr>
              <p:cNvPr id="1776" name="four:time-step-strips:time-strip-tₐ-cell-186:1776">
                <a:extLst>
                  <a:ext uri="{FF2B5EF4-FFF2-40B4-BE49-F238E27FC236}">
                    <ns2:creationId id="{8795A939-F156-4B09-A831-569ED8095D10}"/>
                  </a:ext>
                </a:extLst>
              </p:cNvPr>
              <p:cNvSpPr>
                <a:spLocks noGrp="1"/>
              </p:cNvSpPr>
              <p:nvPr/>
            </p:nvSpPr>
            <p:spPr>
              <a:xfrm>
                <a:off x="24101227" y="1581150"/>
                <a:ext cx="15379" cy="276225"/>
              </a:xfrm>
              <a:prstGeom prst="rect">
                <a:avLst/>
              </a:prstGeom>
              <a:solidFill>
                <a:srgbClr val="DBE3E5"/>
              </a:solidFill>
              <a:ln w="0">
                <a:noFill/>
                <a:prstDash val="solid"/>
              </a:ln>
            </p:spPr>
          </p:sp>
          <p:sp>
            <p:nvSpPr>
              <p:cNvPr id="1777" name="four:time-step-strips:time-strip-tₐ-cell-187:1777">
                <a:extLst>
                  <a:ext uri="{FF2B5EF4-FFF2-40B4-BE49-F238E27FC236}">
                    <ns2:creationId id="{BF47850A-76A0-4D68-A2EE-37903230CA3B}"/>
                  </a:ext>
                </a:extLst>
              </p:cNvPr>
              <p:cNvSpPr>
                <a:spLocks noGrp="1"/>
              </p:cNvSpPr>
              <p:nvPr/>
            </p:nvSpPr>
            <p:spPr>
              <a:xfrm>
                <a:off x="24116605" y="1581150"/>
                <a:ext cx="15379" cy="276225"/>
              </a:xfrm>
              <a:prstGeom prst="rect">
                <a:avLst/>
              </a:prstGeom>
              <a:solidFill>
                <a:srgbClr val="DCE8ED"/>
              </a:solidFill>
              <a:ln w="0">
                <a:noFill/>
                <a:prstDash val="solid"/>
              </a:ln>
            </p:spPr>
          </p:sp>
          <p:sp>
            <p:nvSpPr>
              <p:cNvPr id="1778" name="four:time-step-strips:time-strip-tₐ-cell-188:1778">
                <a:extLst>
                  <a:ext uri="{FF2B5EF4-FFF2-40B4-BE49-F238E27FC236}">
                    <ns2:creationId id="{1B48B9F2-E5FE-4F0D-A70B-7F1C1FA9359B}"/>
                  </a:ext>
                </a:extLst>
              </p:cNvPr>
              <p:cNvSpPr>
                <a:spLocks noGrp="1"/>
              </p:cNvSpPr>
              <p:nvPr/>
            </p:nvSpPr>
            <p:spPr>
              <a:xfrm>
                <a:off x="24131984" y="1581150"/>
                <a:ext cx="15379" cy="276225"/>
              </a:xfrm>
              <a:prstGeom prst="rect">
                <a:avLst/>
              </a:prstGeom>
              <a:solidFill>
                <a:srgbClr val="DCE8ED"/>
              </a:solidFill>
              <a:ln w="0">
                <a:noFill/>
                <a:prstDash val="solid"/>
              </a:ln>
            </p:spPr>
          </p:sp>
          <p:sp>
            <p:nvSpPr>
              <p:cNvPr id="1779" name="four:time-step-strips:time-strip-tₐ-cell-189:1779">
                <a:extLst>
                  <a:ext uri="{FF2B5EF4-FFF2-40B4-BE49-F238E27FC236}">
                    <ns2:creationId id="{D168EC70-BEB0-492D-A77A-4E25BF061C5E}"/>
                  </a:ext>
                </a:extLst>
              </p:cNvPr>
              <p:cNvSpPr>
                <a:spLocks noGrp="1"/>
              </p:cNvSpPr>
              <p:nvPr/>
            </p:nvSpPr>
            <p:spPr>
              <a:xfrm>
                <a:off x="24147363" y="1581150"/>
                <a:ext cx="15379" cy="276225"/>
              </a:xfrm>
              <a:prstGeom prst="rect">
                <a:avLst/>
              </a:prstGeom>
              <a:solidFill>
                <a:srgbClr val="DCE8ED"/>
              </a:solidFill>
              <a:ln w="0">
                <a:noFill/>
                <a:prstDash val="solid"/>
              </a:ln>
            </p:spPr>
          </p:sp>
          <p:sp>
            <p:nvSpPr>
              <p:cNvPr id="1780" name="four:time-step-strips:time-strip-tₐ-cell-190:1780">
                <a:extLst>
                  <a:ext uri="{FF2B5EF4-FFF2-40B4-BE49-F238E27FC236}">
                    <ns2:creationId id="{473FBADF-A889-4AAA-9A08-66CFAA3332E3}"/>
                  </a:ext>
                </a:extLst>
              </p:cNvPr>
              <p:cNvSpPr>
                <a:spLocks noGrp="1"/>
              </p:cNvSpPr>
              <p:nvPr/>
            </p:nvSpPr>
            <p:spPr>
              <a:xfrm>
                <a:off x="24162742" y="1581150"/>
                <a:ext cx="15379" cy="276225"/>
              </a:xfrm>
              <a:prstGeom prst="rect">
                <a:avLst/>
              </a:prstGeom>
              <a:solidFill>
                <a:srgbClr val="DCE8ED"/>
              </a:solidFill>
              <a:ln w="0">
                <a:noFill/>
                <a:prstDash val="solid"/>
              </a:ln>
            </p:spPr>
          </p:sp>
          <p:sp>
            <p:nvSpPr>
              <p:cNvPr id="1781" name="four:time-step-strips:time-strip-tₐ-cell-191:1781">
                <a:extLst>
                  <a:ext uri="{FF2B5EF4-FFF2-40B4-BE49-F238E27FC236}">
                    <ns2:creationId id="{92E24FD9-3513-45F9-9DBB-49C228D8155E}"/>
                  </a:ext>
                </a:extLst>
              </p:cNvPr>
              <p:cNvSpPr>
                <a:spLocks noGrp="1"/>
              </p:cNvSpPr>
              <p:nvPr/>
            </p:nvSpPr>
            <p:spPr>
              <a:xfrm>
                <a:off x="24178121" y="1581150"/>
                <a:ext cx="15379" cy="276225"/>
              </a:xfrm>
              <a:prstGeom prst="rect">
                <a:avLst/>
              </a:prstGeom>
              <a:solidFill>
                <a:srgbClr val="DCE8ED"/>
              </a:solidFill>
              <a:ln w="0">
                <a:noFill/>
                <a:prstDash val="solid"/>
              </a:ln>
            </p:spPr>
          </p:sp>
          <p:sp>
            <p:nvSpPr>
              <p:cNvPr id="1782" name="four:time-step-strips:time-strip-tₐ-border:1782">
                <a:extLst>
                  <a:ext uri="{FF2B5EF4-FFF2-40B4-BE49-F238E27FC236}">
                    <ns2:creationId id="{059FDDA8-9865-425E-8830-BEFCE063A3C6}"/>
                  </a:ext>
                </a:extLst>
              </p:cNvPr>
              <p:cNvSpPr>
                <a:spLocks noGrp="1"/>
              </p:cNvSpPr>
              <p:nvPr/>
            </p:nvSpPr>
            <p:spPr>
              <a:xfrm>
                <a:off x="21240750" y="1581150"/>
                <a:ext cx="2952750" cy="276225"/>
              </a:xfrm>
              <a:prstGeom prst="rect">
                <a:avLst/>
              </a:prstGeom>
              <a:noFill/>
              <a:ln w="3909">
                <a:solidFill>
                  <a:srgbClr val="263238"/>
                </a:solidFill>
                <a:prstDash val="solid"/>
              </a:ln>
            </p:spPr>
          </p:sp>
          <p:sp>
            <p:nvSpPr>
              <p:cNvPr id="1783" name="four:time-step-strips:textbox:1783">
                <a:extLst>
                  <a:ext uri="{FF2B5EF4-FFF2-40B4-BE49-F238E27FC236}">
                    <ns2:creationId id="{601B62B4-75F7-4577-A9CB-C2EEFDC20118}"/>
                  </a:ext>
                </a:extLst>
              </p:cNvPr>
              <p:cNvSpPr>
                <a:spLocks noGrp="1"/>
              </p:cNvSpPr>
              <p:nvPr/>
            </p:nvSpPr>
            <p:spPr>
              <a:xfrm>
                <a:off x="20831175" y="2266950"/>
                <a:ext cx="323850" cy="342900"/>
              </a:xfrm>
              <a:prstGeom prst="rect">
                <a:avLst/>
              </a:prstGeom>
              <a:noFill/>
              <a:ln w="0">
                <a:noFill/>
                <a:prstDash val="solid"/>
              </a:ln>
            </p:spPr>
            <p:txBody>
              <a:bodyPr wrap="none" lIns="0" tIns="0" rIns="0" bIns="0" anchor="ctr">
                <a:normAutofit fontScale="100000"/>
              </a:bodyPr>
              <a:lstStyle>
                <a:defPPr algn="ctr">
                  <a:defRPr sz="1039" b="0">
                    <a:solidFill>
                      <a:srgbClr val="263238"/>
                    </a:solidFill>
                    <a:latin typeface="Arial"/>
                    <a:ea typeface="Arial"/>
                    <a:cs typeface="Arial"/>
                  </a:defRPr>
                </a:defPPr>
              </a:lstStyle>
              <a:p>
                <a:pPr algn="ctr">
                  <a:defRPr sz="1039" b="0">
                    <a:solidFill>
                      <a:srgbClr val="263238"/>
                    </a:solidFill>
                    <a:latin typeface="Arial"/>
                    <a:ea typeface="Arial"/>
                    <a:cs typeface="Arial"/>
                  </a:defRPr>
                </a:pPr>
                <a:r>
                  <a:rPr sz="1039" b="0">
                    <a:solidFill>
                      <a:srgbClr val="263238"/>
                    </a:solidFill>
                    <a:latin typeface="Arial"/>
                    <a:ea typeface="Arial"/>
                    <a:cs typeface="Arial"/>
                  </a:rPr>
                  <a:t>tᵦ</a:t>
                </a:r>
              </a:p>
            </p:txBody>
          </p:sp>
          <p:sp>
            <p:nvSpPr>
              <p:cNvPr id="1784" name="four:time-step-strips:time-strip-tᵦ-cell-0:1784">
                <a:extLst>
                  <a:ext uri="{FF2B5EF4-FFF2-40B4-BE49-F238E27FC236}">
                    <ns2:creationId id="{B317882C-2A4B-4F3D-AA71-AE2418B49B3D}"/>
                  </a:ext>
                </a:extLst>
              </p:cNvPr>
              <p:cNvSpPr>
                <a:spLocks noGrp="1"/>
              </p:cNvSpPr>
              <p:nvPr/>
            </p:nvSpPr>
            <p:spPr>
              <a:xfrm>
                <a:off x="21240750" y="2295525"/>
                <a:ext cx="15379" cy="276225"/>
              </a:xfrm>
              <a:prstGeom prst="rect">
                <a:avLst/>
              </a:prstGeom>
              <a:solidFill>
                <a:srgbClr val="DCE8ED"/>
              </a:solidFill>
              <a:ln w="0">
                <a:noFill/>
                <a:prstDash val="solid"/>
              </a:ln>
            </p:spPr>
          </p:sp>
          <p:sp>
            <p:nvSpPr>
              <p:cNvPr id="1785" name="four:time-step-strips:time-strip-tᵦ-cell-1:1785">
                <a:extLst>
                  <a:ext uri="{FF2B5EF4-FFF2-40B4-BE49-F238E27FC236}">
                    <ns2:creationId id="{E94BFA65-6BFC-410B-817F-EF9B1775B0BE}"/>
                  </a:ext>
                </a:extLst>
              </p:cNvPr>
              <p:cNvSpPr>
                <a:spLocks noGrp="1"/>
              </p:cNvSpPr>
              <p:nvPr/>
            </p:nvSpPr>
            <p:spPr>
              <a:xfrm>
                <a:off x="21256129" y="2295525"/>
                <a:ext cx="15379" cy="276225"/>
              </a:xfrm>
              <a:prstGeom prst="rect">
                <a:avLst/>
              </a:prstGeom>
              <a:solidFill>
                <a:srgbClr val="DCE8ED"/>
              </a:solidFill>
              <a:ln w="0">
                <a:noFill/>
                <a:prstDash val="solid"/>
              </a:ln>
            </p:spPr>
          </p:sp>
          <p:sp>
            <p:nvSpPr>
              <p:cNvPr id="1786" name="four:time-step-strips:time-strip-tᵦ-cell-2:1786">
                <a:extLst>
                  <a:ext uri="{FF2B5EF4-FFF2-40B4-BE49-F238E27FC236}">
                    <ns2:creationId id="{E937BE60-BDC2-4CC8-83BD-36E7407228FF}"/>
                  </a:ext>
                </a:extLst>
              </p:cNvPr>
              <p:cNvSpPr>
                <a:spLocks noGrp="1"/>
              </p:cNvSpPr>
              <p:nvPr/>
            </p:nvSpPr>
            <p:spPr>
              <a:xfrm>
                <a:off x="21271508" y="2295525"/>
                <a:ext cx="15379" cy="276225"/>
              </a:xfrm>
              <a:prstGeom prst="rect">
                <a:avLst/>
              </a:prstGeom>
              <a:solidFill>
                <a:srgbClr val="5AA2CA"/>
              </a:solidFill>
              <a:ln w="0">
                <a:noFill/>
                <a:prstDash val="solid"/>
              </a:ln>
            </p:spPr>
          </p:sp>
          <p:sp>
            <p:nvSpPr>
              <p:cNvPr id="1787" name="four:time-step-strips:time-strip-tᵦ-cell-3:1787">
                <a:extLst>
                  <a:ext uri="{FF2B5EF4-FFF2-40B4-BE49-F238E27FC236}">
                    <ns2:creationId id="{18F69410-16EF-4267-B816-7273FC576892}"/>
                  </a:ext>
                </a:extLst>
              </p:cNvPr>
              <p:cNvSpPr>
                <a:spLocks noGrp="1"/>
              </p:cNvSpPr>
              <p:nvPr/>
            </p:nvSpPr>
            <p:spPr>
              <a:xfrm>
                <a:off x="21286887" y="2295525"/>
                <a:ext cx="15379" cy="276225"/>
              </a:xfrm>
              <a:prstGeom prst="rect">
                <a:avLst/>
              </a:prstGeom>
              <a:solidFill>
                <a:srgbClr val="0072B2"/>
              </a:solidFill>
              <a:ln w="0">
                <a:noFill/>
                <a:prstDash val="solid"/>
              </a:ln>
            </p:spPr>
          </p:sp>
          <p:sp>
            <p:nvSpPr>
              <p:cNvPr id="1788" name="four:time-step-strips:time-strip-tᵦ-cell-4:1788">
                <a:extLst>
                  <a:ext uri="{FF2B5EF4-FFF2-40B4-BE49-F238E27FC236}">
                    <ns2:creationId id="{1B44EE66-A18A-41EE-8C7D-2DD4B7298F2E}"/>
                  </a:ext>
                </a:extLst>
              </p:cNvPr>
              <p:cNvSpPr>
                <a:spLocks noGrp="1"/>
              </p:cNvSpPr>
              <p:nvPr/>
            </p:nvSpPr>
            <p:spPr>
              <a:xfrm>
                <a:off x="21302266" y="2295525"/>
                <a:ext cx="15379" cy="276225"/>
              </a:xfrm>
              <a:prstGeom prst="rect">
                <a:avLst/>
              </a:prstGeom>
              <a:solidFill>
                <a:srgbClr val="0072B2"/>
              </a:solidFill>
              <a:ln w="0">
                <a:noFill/>
                <a:prstDash val="solid"/>
              </a:ln>
            </p:spPr>
          </p:sp>
          <p:sp>
            <p:nvSpPr>
              <p:cNvPr id="1789" name="four:time-step-strips:time-strip-tᵦ-cell-5:1789">
                <a:extLst>
                  <a:ext uri="{FF2B5EF4-FFF2-40B4-BE49-F238E27FC236}">
                    <ns2:creationId id="{D8E50DC2-E433-40C1-ADDB-8765EFA2B122}"/>
                  </a:ext>
                </a:extLst>
              </p:cNvPr>
              <p:cNvSpPr>
                <a:spLocks noGrp="1"/>
              </p:cNvSpPr>
              <p:nvPr/>
            </p:nvSpPr>
            <p:spPr>
              <a:xfrm>
                <a:off x="21317645" y="2295525"/>
                <a:ext cx="15379" cy="276225"/>
              </a:xfrm>
              <a:prstGeom prst="rect">
                <a:avLst/>
              </a:prstGeom>
              <a:solidFill>
                <a:srgbClr val="0072B2"/>
              </a:solidFill>
              <a:ln w="0">
                <a:noFill/>
                <a:prstDash val="solid"/>
              </a:ln>
            </p:spPr>
          </p:sp>
          <p:sp>
            <p:nvSpPr>
              <p:cNvPr id="1790" name="four:time-step-strips:time-strip-tᵦ-cell-6:1790">
                <a:extLst>
                  <a:ext uri="{FF2B5EF4-FFF2-40B4-BE49-F238E27FC236}">
                    <ns2:creationId id="{70CD6891-689B-418B-8EB9-A352F75741CC}"/>
                  </a:ext>
                </a:extLst>
              </p:cNvPr>
              <p:cNvSpPr>
                <a:spLocks noGrp="1"/>
              </p:cNvSpPr>
              <p:nvPr/>
            </p:nvSpPr>
            <p:spPr>
              <a:xfrm>
                <a:off x="21333023" y="2295525"/>
                <a:ext cx="15379" cy="276225"/>
              </a:xfrm>
              <a:prstGeom prst="rect">
                <a:avLst/>
              </a:prstGeom>
              <a:solidFill>
                <a:srgbClr val="0072B2"/>
              </a:solidFill>
              <a:ln w="0">
                <a:noFill/>
                <a:prstDash val="solid"/>
              </a:ln>
            </p:spPr>
          </p:sp>
          <p:sp>
            <p:nvSpPr>
              <p:cNvPr id="1791" name="four:time-step-strips:time-strip-tᵦ-cell-7:1791">
                <a:extLst>
                  <a:ext uri="{FF2B5EF4-FFF2-40B4-BE49-F238E27FC236}">
                    <ns2:creationId id="{750827A7-3A51-44A4-8936-3031577CDE46}"/>
                  </a:ext>
                </a:extLst>
              </p:cNvPr>
              <p:cNvSpPr>
                <a:spLocks noGrp="1"/>
              </p:cNvSpPr>
              <p:nvPr/>
            </p:nvSpPr>
            <p:spPr>
              <a:xfrm>
                <a:off x="21348402" y="2295525"/>
                <a:ext cx="15379" cy="276225"/>
              </a:xfrm>
              <a:prstGeom prst="rect">
                <a:avLst/>
              </a:prstGeom>
              <a:solidFill>
                <a:srgbClr val="0072B2"/>
              </a:solidFill>
              <a:ln w="0">
                <a:noFill/>
                <a:prstDash val="solid"/>
              </a:ln>
            </p:spPr>
          </p:sp>
          <p:sp>
            <p:nvSpPr>
              <p:cNvPr id="1792" name="four:time-step-strips:time-strip-tᵦ-cell-8:1792">
                <a:extLst>
                  <a:ext uri="{FF2B5EF4-FFF2-40B4-BE49-F238E27FC236}">
                    <ns2:creationId id="{8A08C5A2-B249-451B-81F0-2F52FD92E9E9}"/>
                  </a:ext>
                </a:extLst>
              </p:cNvPr>
              <p:cNvSpPr>
                <a:spLocks noGrp="1"/>
              </p:cNvSpPr>
              <p:nvPr/>
            </p:nvSpPr>
            <p:spPr>
              <a:xfrm>
                <a:off x="21363781" y="2295525"/>
                <a:ext cx="15379" cy="276225"/>
              </a:xfrm>
              <a:prstGeom prst="rect">
                <a:avLst/>
              </a:prstGeom>
              <a:solidFill>
                <a:srgbClr val="0072B2"/>
              </a:solidFill>
              <a:ln w="0">
                <a:noFill/>
                <a:prstDash val="solid"/>
              </a:ln>
            </p:spPr>
          </p:sp>
          <p:sp>
            <p:nvSpPr>
              <p:cNvPr id="1793" name="four:time-step-strips:time-strip-tᵦ-cell-9:1793">
                <a:extLst>
                  <a:ext uri="{FF2B5EF4-FFF2-40B4-BE49-F238E27FC236}">
                    <ns2:creationId id="{B7EEA953-22B5-48E9-BA5B-AF246A3FCF04}"/>
                  </a:ext>
                </a:extLst>
              </p:cNvPr>
              <p:cNvSpPr>
                <a:spLocks noGrp="1"/>
              </p:cNvSpPr>
              <p:nvPr/>
            </p:nvSpPr>
            <p:spPr>
              <a:xfrm>
                <a:off x="21379160" y="2295525"/>
                <a:ext cx="15379" cy="276225"/>
              </a:xfrm>
              <a:prstGeom prst="rect">
                <a:avLst/>
              </a:prstGeom>
              <a:solidFill>
                <a:srgbClr val="0072B2"/>
              </a:solidFill>
              <a:ln w="0">
                <a:noFill/>
                <a:prstDash val="solid"/>
              </a:ln>
            </p:spPr>
          </p:sp>
          <p:sp>
            <p:nvSpPr>
              <p:cNvPr id="1794" name="four:time-step-strips:time-strip-tᵦ-cell-10:1794">
                <a:extLst>
                  <a:ext uri="{FF2B5EF4-FFF2-40B4-BE49-F238E27FC236}">
                    <ns2:creationId id="{9868620E-95BA-46A0-9F9C-8CF3052EB2A3}"/>
                  </a:ext>
                </a:extLst>
              </p:cNvPr>
              <p:cNvSpPr>
                <a:spLocks noGrp="1"/>
              </p:cNvSpPr>
              <p:nvPr/>
            </p:nvSpPr>
            <p:spPr>
              <a:xfrm>
                <a:off x="21394539" y="2295525"/>
                <a:ext cx="15379" cy="276225"/>
              </a:xfrm>
              <a:prstGeom prst="rect">
                <a:avLst/>
              </a:prstGeom>
              <a:solidFill>
                <a:srgbClr val="0072B2"/>
              </a:solidFill>
              <a:ln w="0">
                <a:noFill/>
                <a:prstDash val="solid"/>
              </a:ln>
            </p:spPr>
          </p:sp>
          <p:sp>
            <p:nvSpPr>
              <p:cNvPr id="1795" name="four:time-step-strips:time-strip-tᵦ-cell-11:1795">
                <a:extLst>
                  <a:ext uri="{FF2B5EF4-FFF2-40B4-BE49-F238E27FC236}">
                    <ns2:creationId id="{3904F43A-DD6C-480E-8136-6A334FAF3962}"/>
                  </a:ext>
                </a:extLst>
              </p:cNvPr>
              <p:cNvSpPr>
                <a:spLocks noGrp="1"/>
              </p:cNvSpPr>
              <p:nvPr/>
            </p:nvSpPr>
            <p:spPr>
              <a:xfrm>
                <a:off x="21409918" y="2295525"/>
                <a:ext cx="15379" cy="276225"/>
              </a:xfrm>
              <a:prstGeom prst="rect">
                <a:avLst/>
              </a:prstGeom>
              <a:solidFill>
                <a:srgbClr val="0072B2"/>
              </a:solidFill>
              <a:ln w="0">
                <a:noFill/>
                <a:prstDash val="solid"/>
              </a:ln>
            </p:spPr>
          </p:sp>
          <p:sp>
            <p:nvSpPr>
              <p:cNvPr id="1796" name="four:time-step-strips:time-strip-tᵦ-cell-12:1796">
                <a:extLst>
                  <a:ext uri="{FF2B5EF4-FFF2-40B4-BE49-F238E27FC236}">
                    <ns2:creationId id="{06501674-309A-468E-8874-1565A639EC93}"/>
                  </a:ext>
                </a:extLst>
              </p:cNvPr>
              <p:cNvSpPr>
                <a:spLocks noGrp="1"/>
              </p:cNvSpPr>
              <p:nvPr/>
            </p:nvSpPr>
            <p:spPr>
              <a:xfrm>
                <a:off x="21425297" y="2295525"/>
                <a:ext cx="15379" cy="276225"/>
              </a:xfrm>
              <a:prstGeom prst="rect">
                <a:avLst/>
              </a:prstGeom>
              <a:solidFill>
                <a:srgbClr val="0072B2"/>
              </a:solidFill>
              <a:ln w="0">
                <a:noFill/>
                <a:prstDash val="solid"/>
              </a:ln>
            </p:spPr>
          </p:sp>
          <p:sp>
            <p:nvSpPr>
              <p:cNvPr id="1797" name="four:time-step-strips:time-strip-tᵦ-cell-13:1797">
                <a:extLst>
                  <a:ext uri="{FF2B5EF4-FFF2-40B4-BE49-F238E27FC236}">
                    <ns2:creationId id="{2E46279A-7E58-46EB-9652-109F383CFD76}"/>
                  </a:ext>
                </a:extLst>
              </p:cNvPr>
              <p:cNvSpPr>
                <a:spLocks noGrp="1"/>
              </p:cNvSpPr>
              <p:nvPr/>
            </p:nvSpPr>
            <p:spPr>
              <a:xfrm>
                <a:off x="21440676" y="2295525"/>
                <a:ext cx="15379" cy="276225"/>
              </a:xfrm>
              <a:prstGeom prst="rect">
                <a:avLst/>
              </a:prstGeom>
              <a:solidFill>
                <a:srgbClr val="0072B2"/>
              </a:solidFill>
              <a:ln w="0">
                <a:noFill/>
                <a:prstDash val="solid"/>
              </a:ln>
            </p:spPr>
          </p:sp>
          <p:sp>
            <p:nvSpPr>
              <p:cNvPr id="1798" name="four:time-step-strips:time-strip-tᵦ-cell-14:1798">
                <a:extLst>
                  <a:ext uri="{FF2B5EF4-FFF2-40B4-BE49-F238E27FC236}">
                    <ns2:creationId id="{81836E53-7ACF-4390-9A99-7E3DBEF977AA}"/>
                  </a:ext>
                </a:extLst>
              </p:cNvPr>
              <p:cNvSpPr>
                <a:spLocks noGrp="1"/>
              </p:cNvSpPr>
              <p:nvPr/>
            </p:nvSpPr>
            <p:spPr>
              <a:xfrm>
                <a:off x="21456055" y="2295525"/>
                <a:ext cx="15379" cy="276225"/>
              </a:xfrm>
              <a:prstGeom prst="rect">
                <a:avLst/>
              </a:prstGeom>
              <a:solidFill>
                <a:srgbClr val="0072B2"/>
              </a:solidFill>
              <a:ln w="0">
                <a:noFill/>
                <a:prstDash val="solid"/>
              </a:ln>
            </p:spPr>
          </p:sp>
          <p:sp>
            <p:nvSpPr>
              <p:cNvPr id="1799" name="four:time-step-strips:time-strip-tᵦ-cell-15:1799">
                <a:extLst>
                  <a:ext uri="{FF2B5EF4-FFF2-40B4-BE49-F238E27FC236}">
                    <ns2:creationId id="{ADE8E10C-89F5-416C-A307-529E4B3C268B}"/>
                  </a:ext>
                </a:extLst>
              </p:cNvPr>
              <p:cNvSpPr>
                <a:spLocks noGrp="1"/>
              </p:cNvSpPr>
              <p:nvPr/>
            </p:nvSpPr>
            <p:spPr>
              <a:xfrm>
                <a:off x="21471434" y="2295525"/>
                <a:ext cx="15379" cy="276225"/>
              </a:xfrm>
              <a:prstGeom prst="rect">
                <a:avLst/>
              </a:prstGeom>
              <a:solidFill>
                <a:srgbClr val="0072B2"/>
              </a:solidFill>
              <a:ln w="0">
                <a:noFill/>
                <a:prstDash val="solid"/>
              </a:ln>
            </p:spPr>
          </p:sp>
          <p:sp>
            <p:nvSpPr>
              <p:cNvPr id="1800" name="four:time-step-strips:time-strip-tᵦ-cell-16:1800">
                <a:extLst>
                  <a:ext uri="{FF2B5EF4-FFF2-40B4-BE49-F238E27FC236}">
                    <ns2:creationId id="{DA7D7AE9-518A-4536-9ECE-271D7E548087}"/>
                  </a:ext>
                </a:extLst>
              </p:cNvPr>
              <p:cNvSpPr>
                <a:spLocks noGrp="1"/>
              </p:cNvSpPr>
              <p:nvPr/>
            </p:nvSpPr>
            <p:spPr>
              <a:xfrm>
                <a:off x="21486812" y="2295525"/>
                <a:ext cx="15379" cy="276225"/>
              </a:xfrm>
              <a:prstGeom prst="rect">
                <a:avLst/>
              </a:prstGeom>
              <a:solidFill>
                <a:srgbClr val="0072B2"/>
              </a:solidFill>
              <a:ln w="0">
                <a:noFill/>
                <a:prstDash val="solid"/>
              </a:ln>
            </p:spPr>
          </p:sp>
          <p:sp>
            <p:nvSpPr>
              <p:cNvPr id="1801" name="four:time-step-strips:time-strip-tᵦ-cell-17:1801">
                <a:extLst>
                  <a:ext uri="{FF2B5EF4-FFF2-40B4-BE49-F238E27FC236}">
                    <ns2:creationId id="{52A7D2B2-22A9-4BC8-9628-3C0E4F176A68}"/>
                  </a:ext>
                </a:extLst>
              </p:cNvPr>
              <p:cNvSpPr>
                <a:spLocks noGrp="1"/>
              </p:cNvSpPr>
              <p:nvPr/>
            </p:nvSpPr>
            <p:spPr>
              <a:xfrm>
                <a:off x="21502191" y="2295525"/>
                <a:ext cx="15379" cy="276225"/>
              </a:xfrm>
              <a:prstGeom prst="rect">
                <a:avLst/>
              </a:prstGeom>
              <a:solidFill>
                <a:srgbClr val="0072B2"/>
              </a:solidFill>
              <a:ln w="0">
                <a:noFill/>
                <a:prstDash val="solid"/>
              </a:ln>
            </p:spPr>
          </p:sp>
          <p:sp>
            <p:nvSpPr>
              <p:cNvPr id="1802" name="four:time-step-strips:time-strip-tᵦ-cell-18:1802">
                <a:extLst>
                  <a:ext uri="{FF2B5EF4-FFF2-40B4-BE49-F238E27FC236}">
                    <ns2:creationId id="{31E3E32F-F6E6-4E08-9205-E9B799EA942B}"/>
                  </a:ext>
                </a:extLst>
              </p:cNvPr>
              <p:cNvSpPr>
                <a:spLocks noGrp="1"/>
              </p:cNvSpPr>
              <p:nvPr/>
            </p:nvSpPr>
            <p:spPr>
              <a:xfrm>
                <a:off x="21517570" y="2295525"/>
                <a:ext cx="15379" cy="276225"/>
              </a:xfrm>
              <a:prstGeom prst="rect">
                <a:avLst/>
              </a:prstGeom>
              <a:solidFill>
                <a:srgbClr val="0072B2"/>
              </a:solidFill>
              <a:ln w="0">
                <a:noFill/>
                <a:prstDash val="solid"/>
              </a:ln>
            </p:spPr>
          </p:sp>
          <p:sp>
            <p:nvSpPr>
              <p:cNvPr id="1803" name="four:time-step-strips:time-strip-tᵦ-cell-19:1803">
                <a:extLst>
                  <a:ext uri="{FF2B5EF4-FFF2-40B4-BE49-F238E27FC236}">
                    <ns2:creationId id="{33E0ADF4-4959-4B5C-93E6-0D27C35C03D5}"/>
                  </a:ext>
                </a:extLst>
              </p:cNvPr>
              <p:cNvSpPr>
                <a:spLocks noGrp="1"/>
              </p:cNvSpPr>
              <p:nvPr/>
            </p:nvSpPr>
            <p:spPr>
              <a:xfrm>
                <a:off x="21532949" y="2295525"/>
                <a:ext cx="15379" cy="276225"/>
              </a:xfrm>
              <a:prstGeom prst="rect">
                <a:avLst/>
              </a:prstGeom>
              <a:solidFill>
                <a:srgbClr val="0072B2"/>
              </a:solidFill>
              <a:ln w="0">
                <a:noFill/>
                <a:prstDash val="solid"/>
              </a:ln>
            </p:spPr>
          </p:sp>
          <p:sp>
            <p:nvSpPr>
              <p:cNvPr id="1804" name="four:time-step-strips:time-strip-tᵦ-cell-20:1804">
                <a:extLst>
                  <a:ext uri="{FF2B5EF4-FFF2-40B4-BE49-F238E27FC236}">
                    <ns2:creationId id="{4B8D7DB2-B8BA-4CCD-883F-B61B9728AB05}"/>
                  </a:ext>
                </a:extLst>
              </p:cNvPr>
              <p:cNvSpPr>
                <a:spLocks noGrp="1"/>
              </p:cNvSpPr>
              <p:nvPr/>
            </p:nvSpPr>
            <p:spPr>
              <a:xfrm>
                <a:off x="21548328" y="2295525"/>
                <a:ext cx="15379" cy="276225"/>
              </a:xfrm>
              <a:prstGeom prst="rect">
                <a:avLst/>
              </a:prstGeom>
              <a:solidFill>
                <a:srgbClr val="0072B2"/>
              </a:solidFill>
              <a:ln w="0">
                <a:noFill/>
                <a:prstDash val="solid"/>
              </a:ln>
            </p:spPr>
          </p:sp>
          <p:sp>
            <p:nvSpPr>
              <p:cNvPr id="1805" name="four:time-step-strips:time-strip-tᵦ-cell-21:1805">
                <a:extLst>
                  <a:ext uri="{FF2B5EF4-FFF2-40B4-BE49-F238E27FC236}">
                    <ns2:creationId id="{1A21AB64-A43D-45AC-BCC5-D4BD280178B5}"/>
                  </a:ext>
                </a:extLst>
              </p:cNvPr>
              <p:cNvSpPr>
                <a:spLocks noGrp="1"/>
              </p:cNvSpPr>
              <p:nvPr/>
            </p:nvSpPr>
            <p:spPr>
              <a:xfrm>
                <a:off x="21563707" y="2295525"/>
                <a:ext cx="15379" cy="276225"/>
              </a:xfrm>
              <a:prstGeom prst="rect">
                <a:avLst/>
              </a:prstGeom>
              <a:solidFill>
                <a:srgbClr val="0072B2"/>
              </a:solidFill>
              <a:ln w="0">
                <a:noFill/>
                <a:prstDash val="solid"/>
              </a:ln>
            </p:spPr>
          </p:sp>
          <p:sp>
            <p:nvSpPr>
              <p:cNvPr id="1806" name="four:time-step-strips:time-strip-tᵦ-cell-22:1806">
                <a:extLst>
                  <a:ext uri="{FF2B5EF4-FFF2-40B4-BE49-F238E27FC236}">
                    <ns2:creationId id="{482AA9B3-E20E-4413-891C-B2DB23A66A14}"/>
                  </a:ext>
                </a:extLst>
              </p:cNvPr>
              <p:cNvSpPr>
                <a:spLocks noGrp="1"/>
              </p:cNvSpPr>
              <p:nvPr/>
            </p:nvSpPr>
            <p:spPr>
              <a:xfrm>
                <a:off x="21579086" y="2295525"/>
                <a:ext cx="15379" cy="276225"/>
              </a:xfrm>
              <a:prstGeom prst="rect">
                <a:avLst/>
              </a:prstGeom>
              <a:solidFill>
                <a:srgbClr val="0072B2"/>
              </a:solidFill>
              <a:ln w="0">
                <a:noFill/>
                <a:prstDash val="solid"/>
              </a:ln>
            </p:spPr>
          </p:sp>
          <p:sp>
            <p:nvSpPr>
              <p:cNvPr id="1807" name="four:time-step-strips:time-strip-tᵦ-cell-23:1807">
                <a:extLst>
                  <a:ext uri="{FF2B5EF4-FFF2-40B4-BE49-F238E27FC236}">
                    <ns2:creationId id="{A8DC62AC-5769-4A8D-8C79-74B271432E8E}"/>
                  </a:ext>
                </a:extLst>
              </p:cNvPr>
              <p:cNvSpPr>
                <a:spLocks noGrp="1"/>
              </p:cNvSpPr>
              <p:nvPr/>
            </p:nvSpPr>
            <p:spPr>
              <a:xfrm>
                <a:off x="21594465" y="2295525"/>
                <a:ext cx="15379" cy="276225"/>
              </a:xfrm>
              <a:prstGeom prst="rect">
                <a:avLst/>
              </a:prstGeom>
              <a:solidFill>
                <a:srgbClr val="0977B4"/>
              </a:solidFill>
              <a:ln w="0">
                <a:noFill/>
                <a:prstDash val="solid"/>
              </a:ln>
            </p:spPr>
          </p:sp>
          <p:sp>
            <p:nvSpPr>
              <p:cNvPr id="1808" name="four:time-step-strips:time-strip-tᵦ-cell-24:1808">
                <a:extLst>
                  <a:ext uri="{FF2B5EF4-FFF2-40B4-BE49-F238E27FC236}">
                    <ns2:creationId id="{A358BA41-2FA2-4068-BEF2-7B231CED6CAB}"/>
                  </a:ext>
                </a:extLst>
              </p:cNvPr>
              <p:cNvSpPr>
                <a:spLocks noGrp="1"/>
              </p:cNvSpPr>
              <p:nvPr/>
            </p:nvSpPr>
            <p:spPr>
              <a:xfrm>
                <a:off x="21609844" y="2295525"/>
                <a:ext cx="15379" cy="276225"/>
              </a:xfrm>
              <a:prstGeom prst="rect">
                <a:avLst/>
              </a:prstGeom>
              <a:solidFill>
                <a:srgbClr val="2385BB"/>
              </a:solidFill>
              <a:ln w="0">
                <a:noFill/>
                <a:prstDash val="solid"/>
              </a:ln>
            </p:spPr>
          </p:sp>
          <p:sp>
            <p:nvSpPr>
              <p:cNvPr id="1809" name="four:time-step-strips:time-strip-tᵦ-cell-25:1809">
                <a:extLst>
                  <a:ext uri="{FF2B5EF4-FFF2-40B4-BE49-F238E27FC236}">
                    <ns2:creationId id="{D7C4DE55-C101-4F63-8A45-6077F6CB8534}"/>
                  </a:ext>
                </a:extLst>
              </p:cNvPr>
              <p:cNvSpPr>
                <a:spLocks noGrp="1"/>
              </p:cNvSpPr>
              <p:nvPr/>
            </p:nvSpPr>
            <p:spPr>
              <a:xfrm>
                <a:off x="21625223" y="2295525"/>
                <a:ext cx="15379" cy="276225"/>
              </a:xfrm>
              <a:prstGeom prst="rect">
                <a:avLst/>
              </a:prstGeom>
              <a:solidFill>
                <a:srgbClr val="4899C5"/>
              </a:solidFill>
              <a:ln w="0">
                <a:noFill/>
                <a:prstDash val="solid"/>
              </a:ln>
            </p:spPr>
          </p:sp>
          <p:sp>
            <p:nvSpPr>
              <p:cNvPr id="1810" name="four:time-step-strips:time-strip-tᵦ-cell-26:1810">
                <a:extLst>
                  <a:ext uri="{FF2B5EF4-FFF2-40B4-BE49-F238E27FC236}">
                    <ns2:creationId id="{F0F2C4C7-18AC-4DB0-ABE5-C9748E9422E8}"/>
                  </a:ext>
                </a:extLst>
              </p:cNvPr>
              <p:cNvSpPr>
                <a:spLocks noGrp="1"/>
              </p:cNvSpPr>
              <p:nvPr/>
            </p:nvSpPr>
            <p:spPr>
              <a:xfrm>
                <a:off x="21640602" y="2295525"/>
                <a:ext cx="15379" cy="276225"/>
              </a:xfrm>
              <a:prstGeom prst="rect">
                <a:avLst/>
              </a:prstGeom>
              <a:solidFill>
                <a:srgbClr val="72AFD1"/>
              </a:solidFill>
              <a:ln w="0">
                <a:noFill/>
                <a:prstDash val="solid"/>
              </a:ln>
            </p:spPr>
          </p:sp>
          <p:sp>
            <p:nvSpPr>
              <p:cNvPr id="1811" name="four:time-step-strips:time-strip-tᵦ-cell-27:1811">
                <a:extLst>
                  <a:ext uri="{FF2B5EF4-FFF2-40B4-BE49-F238E27FC236}">
                    <ns2:creationId id="{59ED10EB-B297-4BE4-A22D-A5B9332D2D90}"/>
                  </a:ext>
                </a:extLst>
              </p:cNvPr>
              <p:cNvSpPr>
                <a:spLocks noGrp="1"/>
              </p:cNvSpPr>
              <p:nvPr/>
            </p:nvSpPr>
            <p:spPr>
              <a:xfrm>
                <a:off x="21655980" y="2295525"/>
                <a:ext cx="15379" cy="276225"/>
              </a:xfrm>
              <a:prstGeom prst="rect">
                <a:avLst/>
              </a:prstGeom>
              <a:solidFill>
                <a:srgbClr val="9CC5DC"/>
              </a:solidFill>
              <a:ln w="0">
                <a:noFill/>
                <a:prstDash val="solid"/>
              </a:ln>
            </p:spPr>
          </p:sp>
          <p:sp>
            <p:nvSpPr>
              <p:cNvPr id="1812" name="four:time-step-strips:time-strip-tᵦ-cell-28:1812">
                <a:extLst>
                  <a:ext uri="{FF2B5EF4-FFF2-40B4-BE49-F238E27FC236}">
                    <ns2:creationId id="{48A2051F-8548-4B5E-B8BA-A6B7F54428E9}"/>
                  </a:ext>
                </a:extLst>
              </p:cNvPr>
              <p:cNvSpPr>
                <a:spLocks noGrp="1"/>
              </p:cNvSpPr>
              <p:nvPr/>
            </p:nvSpPr>
            <p:spPr>
              <a:xfrm>
                <a:off x="21671359" y="2295525"/>
                <a:ext cx="15379" cy="276225"/>
              </a:xfrm>
              <a:prstGeom prst="rect">
                <a:avLst/>
              </a:prstGeom>
              <a:solidFill>
                <a:srgbClr val="C9DBE4"/>
              </a:solidFill>
              <a:ln w="0">
                <a:noFill/>
                <a:prstDash val="solid"/>
              </a:ln>
            </p:spPr>
          </p:sp>
          <p:sp>
            <p:nvSpPr>
              <p:cNvPr id="1813" name="four:time-step-strips:time-strip-tᵦ-cell-29:1813">
                <a:extLst>
                  <a:ext uri="{FF2B5EF4-FFF2-40B4-BE49-F238E27FC236}">
                    <ns2:creationId id="{C32BA1C1-E04D-4CC4-8496-13C3F3219A5E}"/>
                  </a:ext>
                </a:extLst>
              </p:cNvPr>
              <p:cNvSpPr>
                <a:spLocks noGrp="1"/>
              </p:cNvSpPr>
              <p:nvPr/>
            </p:nvSpPr>
            <p:spPr>
              <a:xfrm>
                <a:off x="21686738" y="2295525"/>
                <a:ext cx="15379" cy="276225"/>
              </a:xfrm>
              <a:prstGeom prst="rect">
                <a:avLst/>
              </a:prstGeom>
              <a:solidFill>
                <a:srgbClr val="D8E5EB"/>
              </a:solidFill>
              <a:ln w="0">
                <a:noFill/>
                <a:prstDash val="solid"/>
              </a:ln>
            </p:spPr>
          </p:sp>
          <p:sp>
            <p:nvSpPr>
              <p:cNvPr id="1814" name="four:time-step-strips:time-strip-tᵦ-cell-30:1814">
                <a:extLst>
                  <a:ext uri="{FF2B5EF4-FFF2-40B4-BE49-F238E27FC236}">
                    <ns2:creationId id="{5B56F18A-3953-480E-A275-E64001E674EA}"/>
                  </a:ext>
                </a:extLst>
              </p:cNvPr>
              <p:cNvSpPr>
                <a:spLocks noGrp="1"/>
              </p:cNvSpPr>
              <p:nvPr/>
            </p:nvSpPr>
            <p:spPr>
              <a:xfrm>
                <a:off x="21702117" y="2295525"/>
                <a:ext cx="15379" cy="276225"/>
              </a:xfrm>
              <a:prstGeom prst="rect">
                <a:avLst/>
              </a:prstGeom>
              <a:solidFill>
                <a:srgbClr val="DCE8ED"/>
              </a:solidFill>
              <a:ln w="0">
                <a:noFill/>
                <a:prstDash val="solid"/>
              </a:ln>
            </p:spPr>
          </p:sp>
          <p:sp>
            <p:nvSpPr>
              <p:cNvPr id="1815" name="four:time-step-strips:time-strip-tᵦ-cell-31:1815">
                <a:extLst>
                  <a:ext uri="{FF2B5EF4-FFF2-40B4-BE49-F238E27FC236}">
                    <ns2:creationId id="{2E508848-1E05-44B0-B702-9814E345F7BC}"/>
                  </a:ext>
                </a:extLst>
              </p:cNvPr>
              <p:cNvSpPr>
                <a:spLocks noGrp="1"/>
              </p:cNvSpPr>
              <p:nvPr/>
            </p:nvSpPr>
            <p:spPr>
              <a:xfrm>
                <a:off x="21717496" y="2295525"/>
                <a:ext cx="15379" cy="276225"/>
              </a:xfrm>
              <a:prstGeom prst="rect">
                <a:avLst/>
              </a:prstGeom>
              <a:solidFill>
                <a:srgbClr val="DCE8ED"/>
              </a:solidFill>
              <a:ln w="0">
                <a:noFill/>
                <a:prstDash val="solid"/>
              </a:ln>
            </p:spPr>
          </p:sp>
          <p:sp>
            <p:nvSpPr>
              <p:cNvPr id="1816" name="four:time-step-strips:time-strip-tᵦ-cell-32:1816">
                <a:extLst>
                  <a:ext uri="{FF2B5EF4-FFF2-40B4-BE49-F238E27FC236}">
                    <ns2:creationId id="{BD7C8F20-C2B4-4B23-86AE-56AED7205D73}"/>
                  </a:ext>
                </a:extLst>
              </p:cNvPr>
              <p:cNvSpPr>
                <a:spLocks noGrp="1"/>
              </p:cNvSpPr>
              <p:nvPr/>
            </p:nvSpPr>
            <p:spPr>
              <a:xfrm>
                <a:off x="21732875" y="2295525"/>
                <a:ext cx="15379" cy="276225"/>
              </a:xfrm>
              <a:prstGeom prst="rect">
                <a:avLst/>
              </a:prstGeom>
              <a:solidFill>
                <a:srgbClr val="DCE8ED"/>
              </a:solidFill>
              <a:ln w="0">
                <a:noFill/>
                <a:prstDash val="solid"/>
              </a:ln>
            </p:spPr>
          </p:sp>
          <p:sp>
            <p:nvSpPr>
              <p:cNvPr id="1817" name="four:time-step-strips:time-strip-tᵦ-cell-33:1817">
                <a:extLst>
                  <a:ext uri="{FF2B5EF4-FFF2-40B4-BE49-F238E27FC236}">
                    <ns2:creationId id="{E44BC3EE-C24C-461F-AEE8-5170C4C7AF2F}"/>
                  </a:ext>
                </a:extLst>
              </p:cNvPr>
              <p:cNvSpPr>
                <a:spLocks noGrp="1"/>
              </p:cNvSpPr>
              <p:nvPr/>
            </p:nvSpPr>
            <p:spPr>
              <a:xfrm>
                <a:off x="21748254" y="2295525"/>
                <a:ext cx="15379" cy="276225"/>
              </a:xfrm>
              <a:prstGeom prst="rect">
                <a:avLst/>
              </a:prstGeom>
              <a:solidFill>
                <a:srgbClr val="DCE8ED"/>
              </a:solidFill>
              <a:ln w="0">
                <a:noFill/>
                <a:prstDash val="solid"/>
              </a:ln>
            </p:spPr>
          </p:sp>
          <p:sp>
            <p:nvSpPr>
              <p:cNvPr id="1818" name="four:time-step-strips:time-strip-tᵦ-cell-34:1818">
                <a:extLst>
                  <a:ext uri="{FF2B5EF4-FFF2-40B4-BE49-F238E27FC236}">
                    <ns2:creationId id="{1D04ECDD-B792-421C-8FF0-ED8E8EC571AC}"/>
                  </a:ext>
                </a:extLst>
              </p:cNvPr>
              <p:cNvSpPr>
                <a:spLocks noGrp="1"/>
              </p:cNvSpPr>
              <p:nvPr/>
            </p:nvSpPr>
            <p:spPr>
              <a:xfrm>
                <a:off x="21763633" y="2295525"/>
                <a:ext cx="15379" cy="276225"/>
              </a:xfrm>
              <a:prstGeom prst="rect">
                <a:avLst/>
              </a:prstGeom>
              <a:solidFill>
                <a:srgbClr val="DCE8ED"/>
              </a:solidFill>
              <a:ln w="0">
                <a:noFill/>
                <a:prstDash val="solid"/>
              </a:ln>
            </p:spPr>
          </p:sp>
          <p:sp>
            <p:nvSpPr>
              <p:cNvPr id="1819" name="four:time-step-strips:time-strip-tᵦ-cell-35:1819">
                <a:extLst>
                  <a:ext uri="{FF2B5EF4-FFF2-40B4-BE49-F238E27FC236}">
                    <ns2:creationId id="{155D742E-DC50-4281-909A-27D96AF3DDFF}"/>
                  </a:ext>
                </a:extLst>
              </p:cNvPr>
              <p:cNvSpPr>
                <a:spLocks noGrp="1"/>
              </p:cNvSpPr>
              <p:nvPr/>
            </p:nvSpPr>
            <p:spPr>
              <a:xfrm>
                <a:off x="21779012" y="2295525"/>
                <a:ext cx="15379" cy="276225"/>
              </a:xfrm>
              <a:prstGeom prst="rect">
                <a:avLst/>
              </a:prstGeom>
              <a:solidFill>
                <a:srgbClr val="DCE8ED"/>
              </a:solidFill>
              <a:ln w="0">
                <a:noFill/>
                <a:prstDash val="solid"/>
              </a:ln>
            </p:spPr>
          </p:sp>
          <p:sp>
            <p:nvSpPr>
              <p:cNvPr id="1820" name="four:time-step-strips:time-strip-tᵦ-cell-36:1820">
                <a:extLst>
                  <a:ext uri="{FF2B5EF4-FFF2-40B4-BE49-F238E27FC236}">
                    <ns2:creationId id="{C28B0775-D421-4C05-A086-9A6293EB5AD0}"/>
                  </a:ext>
                </a:extLst>
              </p:cNvPr>
              <p:cNvSpPr>
                <a:spLocks noGrp="1"/>
              </p:cNvSpPr>
              <p:nvPr/>
            </p:nvSpPr>
            <p:spPr>
              <a:xfrm>
                <a:off x="21794391" y="2295525"/>
                <a:ext cx="15379" cy="276225"/>
              </a:xfrm>
              <a:prstGeom prst="rect">
                <a:avLst/>
              </a:prstGeom>
              <a:solidFill>
                <a:srgbClr val="DCE8ED"/>
              </a:solidFill>
              <a:ln w="0">
                <a:noFill/>
                <a:prstDash val="solid"/>
              </a:ln>
            </p:spPr>
          </p:sp>
          <p:sp>
            <p:nvSpPr>
              <p:cNvPr id="1821" name="four:time-step-strips:time-strip-tᵦ-cell-37:1821">
                <a:extLst>
                  <a:ext uri="{FF2B5EF4-FFF2-40B4-BE49-F238E27FC236}">
                    <ns2:creationId id="{D85667EA-6B54-4AE3-ADAE-C8B0D96F6B2A}"/>
                  </a:ext>
                </a:extLst>
              </p:cNvPr>
              <p:cNvSpPr>
                <a:spLocks noGrp="1"/>
              </p:cNvSpPr>
              <p:nvPr/>
            </p:nvSpPr>
            <p:spPr>
              <a:xfrm>
                <a:off x="21809770" y="2295525"/>
                <a:ext cx="15379" cy="276225"/>
              </a:xfrm>
              <a:prstGeom prst="rect">
                <a:avLst/>
              </a:prstGeom>
              <a:solidFill>
                <a:srgbClr val="DCE8ED"/>
              </a:solidFill>
              <a:ln w="0">
                <a:noFill/>
                <a:prstDash val="solid"/>
              </a:ln>
            </p:spPr>
          </p:sp>
          <p:sp>
            <p:nvSpPr>
              <p:cNvPr id="1822" name="four:time-step-strips:time-strip-tᵦ-cell-38:1822">
                <a:extLst>
                  <a:ext uri="{FF2B5EF4-FFF2-40B4-BE49-F238E27FC236}">
                    <ns2:creationId id="{A389293E-A23C-4788-9CEB-6E2CCAEEEC77}"/>
                  </a:ext>
                </a:extLst>
              </p:cNvPr>
              <p:cNvSpPr>
                <a:spLocks noGrp="1"/>
              </p:cNvSpPr>
              <p:nvPr/>
            </p:nvSpPr>
            <p:spPr>
              <a:xfrm>
                <a:off x="21825148" y="2295525"/>
                <a:ext cx="15379" cy="276225"/>
              </a:xfrm>
              <a:prstGeom prst="rect">
                <a:avLst/>
              </a:prstGeom>
              <a:solidFill>
                <a:srgbClr val="DCE8ED"/>
              </a:solidFill>
              <a:ln w="0">
                <a:noFill/>
                <a:prstDash val="solid"/>
              </a:ln>
            </p:spPr>
          </p:sp>
          <p:sp>
            <p:nvSpPr>
              <p:cNvPr id="1823" name="four:time-step-strips:time-strip-tᵦ-cell-39:1823">
                <a:extLst>
                  <a:ext uri="{FF2B5EF4-FFF2-40B4-BE49-F238E27FC236}">
                    <ns2:creationId id="{EB83F767-F3B7-408B-B121-8202F5A1010B}"/>
                  </a:ext>
                </a:extLst>
              </p:cNvPr>
              <p:cNvSpPr>
                <a:spLocks noGrp="1"/>
              </p:cNvSpPr>
              <p:nvPr/>
            </p:nvSpPr>
            <p:spPr>
              <a:xfrm>
                <a:off x="21840527" y="2295525"/>
                <a:ext cx="15379" cy="276225"/>
              </a:xfrm>
              <a:prstGeom prst="rect">
                <a:avLst/>
              </a:prstGeom>
              <a:solidFill>
                <a:srgbClr val="DCE8ED"/>
              </a:solidFill>
              <a:ln w="0">
                <a:noFill/>
                <a:prstDash val="solid"/>
              </a:ln>
            </p:spPr>
          </p:sp>
          <p:sp>
            <p:nvSpPr>
              <p:cNvPr id="1824" name="four:time-step-strips:time-strip-tᵦ-cell-40:1824">
                <a:extLst>
                  <a:ext uri="{FF2B5EF4-FFF2-40B4-BE49-F238E27FC236}">
                    <ns2:creationId id="{0CE36106-221C-4154-92CA-2A95E5F6E301}"/>
                  </a:ext>
                </a:extLst>
              </p:cNvPr>
              <p:cNvSpPr>
                <a:spLocks noGrp="1"/>
              </p:cNvSpPr>
              <p:nvPr/>
            </p:nvSpPr>
            <p:spPr>
              <a:xfrm>
                <a:off x="21855906" y="2295525"/>
                <a:ext cx="15379" cy="276225"/>
              </a:xfrm>
              <a:prstGeom prst="rect">
                <a:avLst/>
              </a:prstGeom>
              <a:solidFill>
                <a:srgbClr val="DCE8ED"/>
              </a:solidFill>
              <a:ln w="0">
                <a:noFill/>
                <a:prstDash val="solid"/>
              </a:ln>
            </p:spPr>
          </p:sp>
          <p:sp>
            <p:nvSpPr>
              <p:cNvPr id="1825" name="four:time-step-strips:time-strip-tᵦ-cell-41:1825">
                <a:extLst>
                  <a:ext uri="{FF2B5EF4-FFF2-40B4-BE49-F238E27FC236}">
                    <ns2:creationId id="{334E42C3-3148-490E-90F5-3C9E1C21DA60}"/>
                  </a:ext>
                </a:extLst>
              </p:cNvPr>
              <p:cNvSpPr>
                <a:spLocks noGrp="1"/>
              </p:cNvSpPr>
              <p:nvPr/>
            </p:nvSpPr>
            <p:spPr>
              <a:xfrm>
                <a:off x="21871285" y="2295525"/>
                <a:ext cx="15379" cy="276225"/>
              </a:xfrm>
              <a:prstGeom prst="rect">
                <a:avLst/>
              </a:prstGeom>
              <a:solidFill>
                <a:srgbClr val="DCE8ED"/>
              </a:solidFill>
              <a:ln w="0">
                <a:noFill/>
                <a:prstDash val="solid"/>
              </a:ln>
            </p:spPr>
          </p:sp>
          <p:sp>
            <p:nvSpPr>
              <p:cNvPr id="1826" name="four:time-step-strips:time-strip-tᵦ-cell-42:1826">
                <a:extLst>
                  <a:ext uri="{FF2B5EF4-FFF2-40B4-BE49-F238E27FC236}">
                    <ns2:creationId id="{BEEE191A-2AC2-4C33-814F-67D085BB1047}"/>
                  </a:ext>
                </a:extLst>
              </p:cNvPr>
              <p:cNvSpPr>
                <a:spLocks noGrp="1"/>
              </p:cNvSpPr>
              <p:nvPr/>
            </p:nvSpPr>
            <p:spPr>
              <a:xfrm>
                <a:off x="21886664" y="2295525"/>
                <a:ext cx="15379" cy="276225"/>
              </a:xfrm>
              <a:prstGeom prst="rect">
                <a:avLst/>
              </a:prstGeom>
              <a:solidFill>
                <a:srgbClr val="DCE8ED"/>
              </a:solidFill>
              <a:ln w="0">
                <a:noFill/>
                <a:prstDash val="solid"/>
              </a:ln>
            </p:spPr>
          </p:sp>
          <p:sp>
            <p:nvSpPr>
              <p:cNvPr id="1827" name="four:time-step-strips:time-strip-tᵦ-cell-43:1827">
                <a:extLst>
                  <a:ext uri="{FF2B5EF4-FFF2-40B4-BE49-F238E27FC236}">
                    <ns2:creationId id="{B187781A-DA90-4BCA-9BEE-7416DBBC859D}"/>
                  </a:ext>
                </a:extLst>
              </p:cNvPr>
              <p:cNvSpPr>
                <a:spLocks noGrp="1"/>
              </p:cNvSpPr>
              <p:nvPr/>
            </p:nvSpPr>
            <p:spPr>
              <a:xfrm>
                <a:off x="21902043" y="2295525"/>
                <a:ext cx="15379" cy="276225"/>
              </a:xfrm>
              <a:prstGeom prst="rect">
                <a:avLst/>
              </a:prstGeom>
              <a:solidFill>
                <a:srgbClr val="DCE8ED"/>
              </a:solidFill>
              <a:ln w="0">
                <a:noFill/>
                <a:prstDash val="solid"/>
              </a:ln>
            </p:spPr>
          </p:sp>
          <p:sp>
            <p:nvSpPr>
              <p:cNvPr id="1828" name="four:time-step-strips:time-strip-tᵦ-cell-44:1828">
                <a:extLst>
                  <a:ext uri="{FF2B5EF4-FFF2-40B4-BE49-F238E27FC236}">
                    <ns2:creationId id="{655D9406-2105-4F70-A24F-D20DD10FAD46}"/>
                  </a:ext>
                </a:extLst>
              </p:cNvPr>
              <p:cNvSpPr>
                <a:spLocks noGrp="1"/>
              </p:cNvSpPr>
              <p:nvPr/>
            </p:nvSpPr>
            <p:spPr>
              <a:xfrm>
                <a:off x="21917422" y="2295525"/>
                <a:ext cx="15379" cy="276225"/>
              </a:xfrm>
              <a:prstGeom prst="rect">
                <a:avLst/>
              </a:prstGeom>
              <a:solidFill>
                <a:srgbClr val="DCE8ED"/>
              </a:solidFill>
              <a:ln w="0">
                <a:noFill/>
                <a:prstDash val="solid"/>
              </a:ln>
            </p:spPr>
          </p:sp>
          <p:sp>
            <p:nvSpPr>
              <p:cNvPr id="1829" name="four:time-step-strips:time-strip-tᵦ-cell-45:1829">
                <a:extLst>
                  <a:ext uri="{FF2B5EF4-FFF2-40B4-BE49-F238E27FC236}">
                    <ns2:creationId id="{22AC34AD-0222-4C74-BD15-08955D059208}"/>
                  </a:ext>
                </a:extLst>
              </p:cNvPr>
              <p:cNvSpPr>
                <a:spLocks noGrp="1"/>
              </p:cNvSpPr>
              <p:nvPr/>
            </p:nvSpPr>
            <p:spPr>
              <a:xfrm>
                <a:off x="21932801" y="2295525"/>
                <a:ext cx="15379" cy="276225"/>
              </a:xfrm>
              <a:prstGeom prst="rect">
                <a:avLst/>
              </a:prstGeom>
              <a:solidFill>
                <a:srgbClr val="DCE8ED"/>
              </a:solidFill>
              <a:ln w="0">
                <a:noFill/>
                <a:prstDash val="solid"/>
              </a:ln>
            </p:spPr>
          </p:sp>
          <p:sp>
            <p:nvSpPr>
              <p:cNvPr id="1830" name="four:time-step-strips:time-strip-tᵦ-cell-46:1830">
                <a:extLst>
                  <a:ext uri="{FF2B5EF4-FFF2-40B4-BE49-F238E27FC236}">
                    <ns2:creationId id="{FAF8CC93-5DAF-4BFE-94AB-BD7BFDB17817}"/>
                  </a:ext>
                </a:extLst>
              </p:cNvPr>
              <p:cNvSpPr>
                <a:spLocks noGrp="1"/>
              </p:cNvSpPr>
              <p:nvPr/>
            </p:nvSpPr>
            <p:spPr>
              <a:xfrm>
                <a:off x="21948180" y="2295525"/>
                <a:ext cx="15379" cy="276225"/>
              </a:xfrm>
              <a:prstGeom prst="rect">
                <a:avLst/>
              </a:prstGeom>
              <a:solidFill>
                <a:srgbClr val="DCE8ED"/>
              </a:solidFill>
              <a:ln w="0">
                <a:noFill/>
                <a:prstDash val="solid"/>
              </a:ln>
            </p:spPr>
          </p:sp>
          <p:sp>
            <p:nvSpPr>
              <p:cNvPr id="1831" name="four:time-step-strips:time-strip-tᵦ-cell-47:1831">
                <a:extLst>
                  <a:ext uri="{FF2B5EF4-FFF2-40B4-BE49-F238E27FC236}">
                    <ns2:creationId id="{056A2B97-83AE-4B74-8598-FE1BAE98401A}"/>
                  </a:ext>
                </a:extLst>
              </p:cNvPr>
              <p:cNvSpPr>
                <a:spLocks noGrp="1"/>
              </p:cNvSpPr>
              <p:nvPr/>
            </p:nvSpPr>
            <p:spPr>
              <a:xfrm>
                <a:off x="21963559" y="2295525"/>
                <a:ext cx="15379" cy="276225"/>
              </a:xfrm>
              <a:prstGeom prst="rect">
                <a:avLst/>
              </a:prstGeom>
              <a:solidFill>
                <a:srgbClr val="DCE8ED"/>
              </a:solidFill>
              <a:ln w="0">
                <a:noFill/>
                <a:prstDash val="solid"/>
              </a:ln>
            </p:spPr>
          </p:sp>
          <p:sp>
            <p:nvSpPr>
              <p:cNvPr id="1832" name="four:time-step-strips:time-strip-tᵦ-cell-48:1832">
                <a:extLst>
                  <a:ext uri="{FF2B5EF4-FFF2-40B4-BE49-F238E27FC236}">
                    <ns2:creationId id="{C7A6D001-9EA3-43FF-B5C9-B3BADA92BF1D}"/>
                  </a:ext>
                </a:extLst>
              </p:cNvPr>
              <p:cNvSpPr>
                <a:spLocks noGrp="1"/>
              </p:cNvSpPr>
              <p:nvPr/>
            </p:nvSpPr>
            <p:spPr>
              <a:xfrm>
                <a:off x="21978938" y="2295525"/>
                <a:ext cx="15379" cy="276225"/>
              </a:xfrm>
              <a:prstGeom prst="rect">
                <a:avLst/>
              </a:prstGeom>
              <a:solidFill>
                <a:srgbClr val="DCE8ED"/>
              </a:solidFill>
              <a:ln w="0">
                <a:noFill/>
                <a:prstDash val="solid"/>
              </a:ln>
            </p:spPr>
          </p:sp>
          <p:sp>
            <p:nvSpPr>
              <p:cNvPr id="1833" name="four:time-step-strips:time-strip-tᵦ-cell-49:1833">
                <a:extLst>
                  <a:ext uri="{FF2B5EF4-FFF2-40B4-BE49-F238E27FC236}">
                    <ns2:creationId id="{BA129410-B85B-4415-B2CE-CAE7BCA39569}"/>
                  </a:ext>
                </a:extLst>
              </p:cNvPr>
              <p:cNvSpPr>
                <a:spLocks noGrp="1"/>
              </p:cNvSpPr>
              <p:nvPr/>
            </p:nvSpPr>
            <p:spPr>
              <a:xfrm>
                <a:off x="21994316" y="2295525"/>
                <a:ext cx="15379" cy="276225"/>
              </a:xfrm>
              <a:prstGeom prst="rect">
                <a:avLst/>
              </a:prstGeom>
              <a:solidFill>
                <a:srgbClr val="DCE8ED"/>
              </a:solidFill>
              <a:ln w="0">
                <a:noFill/>
                <a:prstDash val="solid"/>
              </a:ln>
            </p:spPr>
          </p:sp>
          <p:sp>
            <p:nvSpPr>
              <p:cNvPr id="1834" name="four:time-step-strips:time-strip-tᵦ-cell-50:1834">
                <a:extLst>
                  <a:ext uri="{FF2B5EF4-FFF2-40B4-BE49-F238E27FC236}">
                    <ns2:creationId id="{ABED9505-E78A-40EE-8D9C-071E1E9273A7}"/>
                  </a:ext>
                </a:extLst>
              </p:cNvPr>
              <p:cNvSpPr>
                <a:spLocks noGrp="1"/>
              </p:cNvSpPr>
              <p:nvPr/>
            </p:nvSpPr>
            <p:spPr>
              <a:xfrm>
                <a:off x="22009695" y="2295525"/>
                <a:ext cx="15379" cy="276225"/>
              </a:xfrm>
              <a:prstGeom prst="rect">
                <a:avLst/>
              </a:prstGeom>
              <a:solidFill>
                <a:srgbClr val="DCE8ED"/>
              </a:solidFill>
              <a:ln w="0">
                <a:noFill/>
                <a:prstDash val="solid"/>
              </a:ln>
            </p:spPr>
          </p:sp>
          <p:sp>
            <p:nvSpPr>
              <p:cNvPr id="1835" name="four:time-step-strips:time-strip-tᵦ-cell-51:1835">
                <a:extLst>
                  <a:ext uri="{FF2B5EF4-FFF2-40B4-BE49-F238E27FC236}">
                    <ns2:creationId id="{144EE005-8A95-4F1D-A2E1-43705508E320}"/>
                  </a:ext>
                </a:extLst>
              </p:cNvPr>
              <p:cNvSpPr>
                <a:spLocks noGrp="1"/>
              </p:cNvSpPr>
              <p:nvPr/>
            </p:nvSpPr>
            <p:spPr>
              <a:xfrm>
                <a:off x="22025074" y="2295525"/>
                <a:ext cx="15379" cy="276225"/>
              </a:xfrm>
              <a:prstGeom prst="rect">
                <a:avLst/>
              </a:prstGeom>
              <a:solidFill>
                <a:srgbClr val="DCE8ED"/>
              </a:solidFill>
              <a:ln w="0">
                <a:noFill/>
                <a:prstDash val="solid"/>
              </a:ln>
            </p:spPr>
          </p:sp>
          <p:sp>
            <p:nvSpPr>
              <p:cNvPr id="1836" name="four:time-step-strips:time-strip-tᵦ-cell-52:1836">
                <a:extLst>
                  <a:ext uri="{FF2B5EF4-FFF2-40B4-BE49-F238E27FC236}">
                    <ns2:creationId id="{BCC69580-526C-455F-8FD1-28ECC9AE95C4}"/>
                  </a:ext>
                </a:extLst>
              </p:cNvPr>
              <p:cNvSpPr>
                <a:spLocks noGrp="1"/>
              </p:cNvSpPr>
              <p:nvPr/>
            </p:nvSpPr>
            <p:spPr>
              <a:xfrm>
                <a:off x="22040453" y="2295525"/>
                <a:ext cx="15379" cy="276225"/>
              </a:xfrm>
              <a:prstGeom prst="rect">
                <a:avLst/>
              </a:prstGeom>
              <a:solidFill>
                <a:srgbClr val="DCE8ED"/>
              </a:solidFill>
              <a:ln w="0">
                <a:noFill/>
                <a:prstDash val="solid"/>
              </a:ln>
            </p:spPr>
          </p:sp>
          <p:sp>
            <p:nvSpPr>
              <p:cNvPr id="1837" name="four:time-step-strips:time-strip-tᵦ-cell-53:1837">
                <a:extLst>
                  <a:ext uri="{FF2B5EF4-FFF2-40B4-BE49-F238E27FC236}">
                    <ns2:creationId id="{C921FBFA-5FE6-4911-84D3-DC0F64C004B0}"/>
                  </a:ext>
                </a:extLst>
              </p:cNvPr>
              <p:cNvSpPr>
                <a:spLocks noGrp="1"/>
              </p:cNvSpPr>
              <p:nvPr/>
            </p:nvSpPr>
            <p:spPr>
              <a:xfrm>
                <a:off x="22055832" y="2295525"/>
                <a:ext cx="15379" cy="276225"/>
              </a:xfrm>
              <a:prstGeom prst="rect">
                <a:avLst/>
              </a:prstGeom>
              <a:solidFill>
                <a:srgbClr val="DCE8ED"/>
              </a:solidFill>
              <a:ln w="0">
                <a:noFill/>
                <a:prstDash val="solid"/>
              </a:ln>
            </p:spPr>
          </p:sp>
          <p:sp>
            <p:nvSpPr>
              <p:cNvPr id="1838" name="four:time-step-strips:time-strip-tᵦ-cell-54:1838">
                <a:extLst>
                  <a:ext uri="{FF2B5EF4-FFF2-40B4-BE49-F238E27FC236}">
                    <ns2:creationId id="{123E2921-958B-4447-B507-1AB78BE4251E}"/>
                  </a:ext>
                </a:extLst>
              </p:cNvPr>
              <p:cNvSpPr>
                <a:spLocks noGrp="1"/>
              </p:cNvSpPr>
              <p:nvPr/>
            </p:nvSpPr>
            <p:spPr>
              <a:xfrm>
                <a:off x="22071211" y="2295525"/>
                <a:ext cx="15379" cy="276225"/>
              </a:xfrm>
              <a:prstGeom prst="rect">
                <a:avLst/>
              </a:prstGeom>
              <a:solidFill>
                <a:srgbClr val="DCE8ED"/>
              </a:solidFill>
              <a:ln w="0">
                <a:noFill/>
                <a:prstDash val="solid"/>
              </a:ln>
            </p:spPr>
          </p:sp>
          <p:sp>
            <p:nvSpPr>
              <p:cNvPr id="1839" name="four:time-step-strips:time-strip-tᵦ-cell-55:1839">
                <a:extLst>
                  <a:ext uri="{FF2B5EF4-FFF2-40B4-BE49-F238E27FC236}">
                    <ns2:creationId id="{C68488E6-B8B4-40CD-897E-103C366E4F2D}"/>
                  </a:ext>
                </a:extLst>
              </p:cNvPr>
              <p:cNvSpPr>
                <a:spLocks noGrp="1"/>
              </p:cNvSpPr>
              <p:nvPr/>
            </p:nvSpPr>
            <p:spPr>
              <a:xfrm>
                <a:off x="22086590" y="2295525"/>
                <a:ext cx="15379" cy="276225"/>
              </a:xfrm>
              <a:prstGeom prst="rect">
                <a:avLst/>
              </a:prstGeom>
              <a:solidFill>
                <a:srgbClr val="DCE8ED"/>
              </a:solidFill>
              <a:ln w="0">
                <a:noFill/>
                <a:prstDash val="solid"/>
              </a:ln>
            </p:spPr>
          </p:sp>
          <p:sp>
            <p:nvSpPr>
              <p:cNvPr id="1840" name="four:time-step-strips:time-strip-tᵦ-cell-56:1840">
                <a:extLst>
                  <a:ext uri="{FF2B5EF4-FFF2-40B4-BE49-F238E27FC236}">
                    <ns2:creationId id="{1D556795-2021-480F-A1FB-DB7D5621BA47}"/>
                  </a:ext>
                </a:extLst>
              </p:cNvPr>
              <p:cNvSpPr>
                <a:spLocks noGrp="1"/>
              </p:cNvSpPr>
              <p:nvPr/>
            </p:nvSpPr>
            <p:spPr>
              <a:xfrm>
                <a:off x="22101969" y="2295525"/>
                <a:ext cx="15379" cy="276225"/>
              </a:xfrm>
              <a:prstGeom prst="rect">
                <a:avLst/>
              </a:prstGeom>
              <a:solidFill>
                <a:srgbClr val="DCE8ED"/>
              </a:solidFill>
              <a:ln w="0">
                <a:noFill/>
                <a:prstDash val="solid"/>
              </a:ln>
            </p:spPr>
          </p:sp>
          <p:sp>
            <p:nvSpPr>
              <p:cNvPr id="1841" name="four:time-step-strips:time-strip-tᵦ-cell-57:1841">
                <a:extLst>
                  <a:ext uri="{FF2B5EF4-FFF2-40B4-BE49-F238E27FC236}">
                    <ns2:creationId id="{A4870BB6-49B2-44A3-8403-797702BEBF55}"/>
                  </a:ext>
                </a:extLst>
              </p:cNvPr>
              <p:cNvSpPr>
                <a:spLocks noGrp="1"/>
              </p:cNvSpPr>
              <p:nvPr/>
            </p:nvSpPr>
            <p:spPr>
              <a:xfrm>
                <a:off x="22117348" y="2295525"/>
                <a:ext cx="15379" cy="276225"/>
              </a:xfrm>
              <a:prstGeom prst="rect">
                <a:avLst/>
              </a:prstGeom>
              <a:solidFill>
                <a:srgbClr val="DCE8ED"/>
              </a:solidFill>
              <a:ln w="0">
                <a:noFill/>
                <a:prstDash val="solid"/>
              </a:ln>
            </p:spPr>
          </p:sp>
          <p:sp>
            <p:nvSpPr>
              <p:cNvPr id="1842" name="four:time-step-strips:time-strip-tᵦ-cell-58:1842">
                <a:extLst>
                  <a:ext uri="{FF2B5EF4-FFF2-40B4-BE49-F238E27FC236}">
                    <ns2:creationId id="{14A7502E-B6B8-4C89-81B1-D51E97A84F9B}"/>
                  </a:ext>
                </a:extLst>
              </p:cNvPr>
              <p:cNvSpPr>
                <a:spLocks noGrp="1"/>
              </p:cNvSpPr>
              <p:nvPr/>
            </p:nvSpPr>
            <p:spPr>
              <a:xfrm>
                <a:off x="22132727" y="2295525"/>
                <a:ext cx="15379" cy="276225"/>
              </a:xfrm>
              <a:prstGeom prst="rect">
                <a:avLst/>
              </a:prstGeom>
              <a:solidFill>
                <a:srgbClr val="D6E4E7"/>
              </a:solidFill>
              <a:ln w="0">
                <a:noFill/>
                <a:prstDash val="solid"/>
              </a:ln>
            </p:spPr>
          </p:sp>
          <p:sp>
            <p:nvSpPr>
              <p:cNvPr id="1843" name="four:time-step-strips:time-strip-tᵦ-cell-59:1843">
                <a:extLst>
                  <a:ext uri="{FF2B5EF4-FFF2-40B4-BE49-F238E27FC236}">
                    <ns2:creationId id="{FDF16CD2-2EA0-4856-95C1-0DDDBC4543AB}"/>
                  </a:ext>
                </a:extLst>
              </p:cNvPr>
              <p:cNvSpPr>
                <a:spLocks noGrp="1"/>
              </p:cNvSpPr>
              <p:nvPr/>
            </p:nvSpPr>
            <p:spPr>
              <a:xfrm>
                <a:off x="22148105" y="2295525"/>
                <a:ext cx="15379" cy="276225"/>
              </a:xfrm>
              <a:prstGeom prst="rect">
                <a:avLst/>
              </a:prstGeom>
              <a:solidFill>
                <a:srgbClr val="DBCEC0"/>
              </a:solidFill>
              <a:ln w="0">
                <a:noFill/>
                <a:prstDash val="solid"/>
              </a:ln>
            </p:spPr>
          </p:sp>
          <p:sp>
            <p:nvSpPr>
              <p:cNvPr id="1844" name="four:time-step-strips:time-strip-tᵦ-cell-60:1844">
                <a:extLst>
                  <a:ext uri="{FF2B5EF4-FFF2-40B4-BE49-F238E27FC236}">
                    <ns2:creationId id="{6847D7B7-3FD6-4E67-9DFA-8C77A6561A7C}"/>
                  </a:ext>
                </a:extLst>
              </p:cNvPr>
              <p:cNvSpPr>
                <a:spLocks noGrp="1"/>
              </p:cNvSpPr>
              <p:nvPr/>
            </p:nvSpPr>
            <p:spPr>
              <a:xfrm>
                <a:off x="22163484" y="2295525"/>
                <a:ext cx="15379" cy="276225"/>
              </a:xfrm>
              <a:prstGeom prst="rect">
                <a:avLst/>
              </a:prstGeom>
              <a:solidFill>
                <a:srgbClr val="D9B697"/>
              </a:solidFill>
              <a:ln w="0">
                <a:noFill/>
                <a:prstDash val="solid"/>
              </a:ln>
            </p:spPr>
          </p:sp>
          <p:sp>
            <p:nvSpPr>
              <p:cNvPr id="1845" name="four:time-step-strips:time-strip-tᵦ-cell-61:1845">
                <a:extLst>
                  <a:ext uri="{FF2B5EF4-FFF2-40B4-BE49-F238E27FC236}">
                    <ns2:creationId id="{E1780D32-B7B3-4B4D-A38D-9E4827C41871}"/>
                  </a:ext>
                </a:extLst>
              </p:cNvPr>
              <p:cNvSpPr>
                <a:spLocks noGrp="1"/>
              </p:cNvSpPr>
              <p:nvPr/>
            </p:nvSpPr>
            <p:spPr>
              <a:xfrm>
                <a:off x="22178863" y="2295525"/>
                <a:ext cx="15379" cy="276225"/>
              </a:xfrm>
              <a:prstGeom prst="rect">
                <a:avLst/>
              </a:prstGeom>
              <a:solidFill>
                <a:srgbClr val="D89B69"/>
              </a:solidFill>
              <a:ln w="0">
                <a:noFill/>
                <a:prstDash val="solid"/>
              </a:ln>
            </p:spPr>
          </p:sp>
          <p:sp>
            <p:nvSpPr>
              <p:cNvPr id="1846" name="four:time-step-strips:time-strip-tᵦ-cell-62:1846">
                <a:extLst>
                  <a:ext uri="{FF2B5EF4-FFF2-40B4-BE49-F238E27FC236}">
                    <ns2:creationId id="{E36831EB-A3CB-47FE-BBF1-47EB97142089}"/>
                  </a:ext>
                </a:extLst>
              </p:cNvPr>
              <p:cNvSpPr>
                <a:spLocks noGrp="1"/>
              </p:cNvSpPr>
              <p:nvPr/>
            </p:nvSpPr>
            <p:spPr>
              <a:xfrm>
                <a:off x="22194242" y="2295525"/>
                <a:ext cx="15379" cy="276225"/>
              </a:xfrm>
              <a:prstGeom prst="rect">
                <a:avLst/>
              </a:prstGeom>
              <a:solidFill>
                <a:srgbClr val="D7813C"/>
              </a:solidFill>
              <a:ln w="0">
                <a:noFill/>
                <a:prstDash val="solid"/>
              </a:ln>
            </p:spPr>
          </p:sp>
          <p:sp>
            <p:nvSpPr>
              <p:cNvPr id="1847" name="four:time-step-strips:time-strip-tᵦ-cell-63:1847">
                <a:extLst>
                  <a:ext uri="{FF2B5EF4-FFF2-40B4-BE49-F238E27FC236}">
                    <ns2:creationId id="{C8004137-E019-41FC-9A05-F2A153D46E4B}"/>
                  </a:ext>
                </a:extLst>
              </p:cNvPr>
              <p:cNvSpPr>
                <a:spLocks noGrp="1"/>
              </p:cNvSpPr>
              <p:nvPr/>
            </p:nvSpPr>
            <p:spPr>
              <a:xfrm>
                <a:off x="22209621" y="2295525"/>
                <a:ext cx="15379" cy="276225"/>
              </a:xfrm>
              <a:prstGeom prst="rect">
                <a:avLst/>
              </a:prstGeom>
              <a:solidFill>
                <a:srgbClr val="D66C18"/>
              </a:solidFill>
              <a:ln w="0">
                <a:noFill/>
                <a:prstDash val="solid"/>
              </a:ln>
            </p:spPr>
          </p:sp>
          <p:sp>
            <p:nvSpPr>
              <p:cNvPr id="1848" name="four:time-step-strips:time-strip-tᵦ-cell-64:1848">
                <a:extLst>
                  <a:ext uri="{FF2B5EF4-FFF2-40B4-BE49-F238E27FC236}">
                    <ns2:creationId id="{66B9E9CE-5149-4FA9-9B02-9C006897D5BF}"/>
                  </a:ext>
                </a:extLst>
              </p:cNvPr>
              <p:cNvSpPr>
                <a:spLocks noGrp="1"/>
              </p:cNvSpPr>
              <p:nvPr/>
            </p:nvSpPr>
            <p:spPr>
              <a:xfrm>
                <a:off x="22225000" y="2295525"/>
                <a:ext cx="15379" cy="276225"/>
              </a:xfrm>
              <a:prstGeom prst="rect">
                <a:avLst/>
              </a:prstGeom>
              <a:solidFill>
                <a:srgbClr val="D55F03"/>
              </a:solidFill>
              <a:ln w="0">
                <a:noFill/>
                <a:prstDash val="solid"/>
              </a:ln>
            </p:spPr>
          </p:sp>
          <p:sp>
            <p:nvSpPr>
              <p:cNvPr id="1849" name="four:time-step-strips:time-strip-tᵦ-cell-65:1849">
                <a:extLst>
                  <a:ext uri="{FF2B5EF4-FFF2-40B4-BE49-F238E27FC236}">
                    <ns2:creationId id="{2951FB2B-9D32-44D0-B141-F67776D8757F}"/>
                  </a:ext>
                </a:extLst>
              </p:cNvPr>
              <p:cNvSpPr>
                <a:spLocks noGrp="1"/>
              </p:cNvSpPr>
              <p:nvPr/>
            </p:nvSpPr>
            <p:spPr>
              <a:xfrm>
                <a:off x="22240379" y="2295525"/>
                <a:ext cx="15379" cy="276225"/>
              </a:xfrm>
              <a:prstGeom prst="rect">
                <a:avLst/>
              </a:prstGeom>
              <a:solidFill>
                <a:srgbClr val="D55E00"/>
              </a:solidFill>
              <a:ln w="0">
                <a:noFill/>
                <a:prstDash val="solid"/>
              </a:ln>
            </p:spPr>
          </p:sp>
          <p:sp>
            <p:nvSpPr>
              <p:cNvPr id="1850" name="four:time-step-strips:time-strip-tᵦ-cell-66:1850">
                <a:extLst>
                  <a:ext uri="{FF2B5EF4-FFF2-40B4-BE49-F238E27FC236}">
                    <ns2:creationId id="{C72E85BF-56A3-4FEB-8C72-46E76559A50A}"/>
                  </a:ext>
                </a:extLst>
              </p:cNvPr>
              <p:cNvSpPr>
                <a:spLocks noGrp="1"/>
              </p:cNvSpPr>
              <p:nvPr/>
            </p:nvSpPr>
            <p:spPr>
              <a:xfrm>
                <a:off x="22255758" y="2295525"/>
                <a:ext cx="15379" cy="276225"/>
              </a:xfrm>
              <a:prstGeom prst="rect">
                <a:avLst/>
              </a:prstGeom>
              <a:solidFill>
                <a:srgbClr val="D55E00"/>
              </a:solidFill>
              <a:ln w="0">
                <a:noFill/>
                <a:prstDash val="solid"/>
              </a:ln>
            </p:spPr>
          </p:sp>
          <p:sp>
            <p:nvSpPr>
              <p:cNvPr id="1851" name="four:time-step-strips:time-strip-tᵦ-cell-67:1851">
                <a:extLst>
                  <a:ext uri="{FF2B5EF4-FFF2-40B4-BE49-F238E27FC236}">
                    <ns2:creationId id="{86381A2A-470A-459C-BC07-129B0A77BDD3}"/>
                  </a:ext>
                </a:extLst>
              </p:cNvPr>
              <p:cNvSpPr>
                <a:spLocks noGrp="1"/>
              </p:cNvSpPr>
              <p:nvPr/>
            </p:nvSpPr>
            <p:spPr>
              <a:xfrm>
                <a:off x="22271137" y="2295525"/>
                <a:ext cx="15379" cy="276225"/>
              </a:xfrm>
              <a:prstGeom prst="rect">
                <a:avLst/>
              </a:prstGeom>
              <a:solidFill>
                <a:srgbClr val="D55E00"/>
              </a:solidFill>
              <a:ln w="0">
                <a:noFill/>
                <a:prstDash val="solid"/>
              </a:ln>
            </p:spPr>
          </p:sp>
          <p:sp>
            <p:nvSpPr>
              <p:cNvPr id="1852" name="four:time-step-strips:time-strip-tᵦ-cell-68:1852">
                <a:extLst>
                  <a:ext uri="{FF2B5EF4-FFF2-40B4-BE49-F238E27FC236}">
                    <ns2:creationId id="{0AC93362-D874-486D-83E1-C99D3C41D162}"/>
                  </a:ext>
                </a:extLst>
              </p:cNvPr>
              <p:cNvSpPr>
                <a:spLocks noGrp="1"/>
              </p:cNvSpPr>
              <p:nvPr/>
            </p:nvSpPr>
            <p:spPr>
              <a:xfrm>
                <a:off x="22286516" y="2295525"/>
                <a:ext cx="15379" cy="276225"/>
              </a:xfrm>
              <a:prstGeom prst="rect">
                <a:avLst/>
              </a:prstGeom>
              <a:solidFill>
                <a:srgbClr val="D55E00"/>
              </a:solidFill>
              <a:ln w="0">
                <a:noFill/>
                <a:prstDash val="solid"/>
              </a:ln>
            </p:spPr>
          </p:sp>
          <p:sp>
            <p:nvSpPr>
              <p:cNvPr id="1853" name="four:time-step-strips:time-strip-tᵦ-cell-69:1853">
                <a:extLst>
                  <a:ext uri="{FF2B5EF4-FFF2-40B4-BE49-F238E27FC236}">
                    <ns2:creationId id="{F1F04AEC-CC18-48BC-A175-67A83CB12ACC}"/>
                  </a:ext>
                </a:extLst>
              </p:cNvPr>
              <p:cNvSpPr>
                <a:spLocks noGrp="1"/>
              </p:cNvSpPr>
              <p:nvPr/>
            </p:nvSpPr>
            <p:spPr>
              <a:xfrm>
                <a:off x="22301895" y="2295525"/>
                <a:ext cx="15379" cy="276225"/>
              </a:xfrm>
              <a:prstGeom prst="rect">
                <a:avLst/>
              </a:prstGeom>
              <a:solidFill>
                <a:srgbClr val="D55E00"/>
              </a:solidFill>
              <a:ln w="0">
                <a:noFill/>
                <a:prstDash val="solid"/>
              </a:ln>
            </p:spPr>
          </p:sp>
          <p:sp>
            <p:nvSpPr>
              <p:cNvPr id="1854" name="four:time-step-strips:time-strip-tᵦ-cell-70:1854">
                <a:extLst>
                  <a:ext uri="{FF2B5EF4-FFF2-40B4-BE49-F238E27FC236}">
                    <ns2:creationId id="{B95457A1-0674-41AB-B5A0-0D4EF9BEAC65}"/>
                  </a:ext>
                </a:extLst>
              </p:cNvPr>
              <p:cNvSpPr>
                <a:spLocks noGrp="1"/>
              </p:cNvSpPr>
              <p:nvPr/>
            </p:nvSpPr>
            <p:spPr>
              <a:xfrm>
                <a:off x="22317273" y="2295525"/>
                <a:ext cx="15379" cy="276225"/>
              </a:xfrm>
              <a:prstGeom prst="rect">
                <a:avLst/>
              </a:prstGeom>
              <a:solidFill>
                <a:srgbClr val="D55E00"/>
              </a:solidFill>
              <a:ln w="0">
                <a:noFill/>
                <a:prstDash val="solid"/>
              </a:ln>
            </p:spPr>
          </p:sp>
          <p:sp>
            <p:nvSpPr>
              <p:cNvPr id="1855" name="four:time-step-strips:time-strip-tᵦ-cell-71:1855">
                <a:extLst>
                  <a:ext uri="{FF2B5EF4-FFF2-40B4-BE49-F238E27FC236}">
                    <ns2:creationId id="{5FDAF2A9-9108-4DFA-A5C8-8BA4562D1511}"/>
                  </a:ext>
                </a:extLst>
              </p:cNvPr>
              <p:cNvSpPr>
                <a:spLocks noGrp="1"/>
              </p:cNvSpPr>
              <p:nvPr/>
            </p:nvSpPr>
            <p:spPr>
              <a:xfrm>
                <a:off x="22332652" y="2295525"/>
                <a:ext cx="15379" cy="276225"/>
              </a:xfrm>
              <a:prstGeom prst="rect">
                <a:avLst/>
              </a:prstGeom>
              <a:solidFill>
                <a:srgbClr val="D55E00"/>
              </a:solidFill>
              <a:ln w="0">
                <a:noFill/>
                <a:prstDash val="solid"/>
              </a:ln>
            </p:spPr>
          </p:sp>
          <p:sp>
            <p:nvSpPr>
              <p:cNvPr id="1856" name="four:time-step-strips:time-strip-tᵦ-cell-72:1856">
                <a:extLst>
                  <a:ext uri="{FF2B5EF4-FFF2-40B4-BE49-F238E27FC236}">
                    <ns2:creationId id="{871434CD-AAE1-4024-A157-8474971CD010}"/>
                  </a:ext>
                </a:extLst>
              </p:cNvPr>
              <p:cNvSpPr>
                <a:spLocks noGrp="1"/>
              </p:cNvSpPr>
              <p:nvPr/>
            </p:nvSpPr>
            <p:spPr>
              <a:xfrm>
                <a:off x="22348031" y="2295525"/>
                <a:ext cx="15379" cy="276225"/>
              </a:xfrm>
              <a:prstGeom prst="rect">
                <a:avLst/>
              </a:prstGeom>
              <a:solidFill>
                <a:srgbClr val="D55E00"/>
              </a:solidFill>
              <a:ln w="0">
                <a:noFill/>
                <a:prstDash val="solid"/>
              </a:ln>
            </p:spPr>
          </p:sp>
          <p:sp>
            <p:nvSpPr>
              <p:cNvPr id="1857" name="four:time-step-strips:time-strip-tᵦ-cell-73:1857">
                <a:extLst>
                  <a:ext uri="{FF2B5EF4-FFF2-40B4-BE49-F238E27FC236}">
                    <ns2:creationId id="{B1BC83A6-FEE9-43A0-A02B-95B0DC22D6B8}"/>
                  </a:ext>
                </a:extLst>
              </p:cNvPr>
              <p:cNvSpPr>
                <a:spLocks noGrp="1"/>
              </p:cNvSpPr>
              <p:nvPr/>
            </p:nvSpPr>
            <p:spPr>
              <a:xfrm>
                <a:off x="22363410" y="2295525"/>
                <a:ext cx="15379" cy="276225"/>
              </a:xfrm>
              <a:prstGeom prst="rect">
                <a:avLst/>
              </a:prstGeom>
              <a:solidFill>
                <a:srgbClr val="D55E00"/>
              </a:solidFill>
              <a:ln w="0">
                <a:noFill/>
                <a:prstDash val="solid"/>
              </a:ln>
            </p:spPr>
          </p:sp>
          <p:sp>
            <p:nvSpPr>
              <p:cNvPr id="1858" name="four:time-step-strips:time-strip-tᵦ-cell-74:1858">
                <a:extLst>
                  <a:ext uri="{FF2B5EF4-FFF2-40B4-BE49-F238E27FC236}">
                    <ns2:creationId id="{D92589B6-48EF-45D9-ACEE-C5825C5F7EF0}"/>
                  </a:ext>
                </a:extLst>
              </p:cNvPr>
              <p:cNvSpPr>
                <a:spLocks noGrp="1"/>
              </p:cNvSpPr>
              <p:nvPr/>
            </p:nvSpPr>
            <p:spPr>
              <a:xfrm>
                <a:off x="22378789" y="2295525"/>
                <a:ext cx="15379" cy="276225"/>
              </a:xfrm>
              <a:prstGeom prst="rect">
                <a:avLst/>
              </a:prstGeom>
              <a:solidFill>
                <a:srgbClr val="D55E00"/>
              </a:solidFill>
              <a:ln w="0">
                <a:noFill/>
                <a:prstDash val="solid"/>
              </a:ln>
            </p:spPr>
          </p:sp>
          <p:sp>
            <p:nvSpPr>
              <p:cNvPr id="1859" name="four:time-step-strips:time-strip-tᵦ-cell-75:1859">
                <a:extLst>
                  <a:ext uri="{FF2B5EF4-FFF2-40B4-BE49-F238E27FC236}">
                    <ns2:creationId id="{A2F9FCBA-66DF-4A92-A060-7806A49B17B6}"/>
                  </a:ext>
                </a:extLst>
              </p:cNvPr>
              <p:cNvSpPr>
                <a:spLocks noGrp="1"/>
              </p:cNvSpPr>
              <p:nvPr/>
            </p:nvSpPr>
            <p:spPr>
              <a:xfrm>
                <a:off x="22394168" y="2295525"/>
                <a:ext cx="15379" cy="276225"/>
              </a:xfrm>
              <a:prstGeom prst="rect">
                <a:avLst/>
              </a:prstGeom>
              <a:solidFill>
                <a:srgbClr val="D55E00"/>
              </a:solidFill>
              <a:ln w="0">
                <a:noFill/>
                <a:prstDash val="solid"/>
              </a:ln>
            </p:spPr>
          </p:sp>
          <p:sp>
            <p:nvSpPr>
              <p:cNvPr id="1860" name="four:time-step-strips:time-strip-tᵦ-cell-76:1860">
                <a:extLst>
                  <a:ext uri="{FF2B5EF4-FFF2-40B4-BE49-F238E27FC236}">
                    <ns2:creationId id="{73ABB029-0E5C-4693-BBB4-49D7A0E56909}"/>
                  </a:ext>
                </a:extLst>
              </p:cNvPr>
              <p:cNvSpPr>
                <a:spLocks noGrp="1"/>
              </p:cNvSpPr>
              <p:nvPr/>
            </p:nvSpPr>
            <p:spPr>
              <a:xfrm>
                <a:off x="22409547" y="2295525"/>
                <a:ext cx="15379" cy="276225"/>
              </a:xfrm>
              <a:prstGeom prst="rect">
                <a:avLst/>
              </a:prstGeom>
              <a:solidFill>
                <a:srgbClr val="D55E00"/>
              </a:solidFill>
              <a:ln w="0">
                <a:noFill/>
                <a:prstDash val="solid"/>
              </a:ln>
            </p:spPr>
          </p:sp>
          <p:sp>
            <p:nvSpPr>
              <p:cNvPr id="1861" name="four:time-step-strips:time-strip-tᵦ-cell-77:1861">
                <a:extLst>
                  <a:ext uri="{FF2B5EF4-FFF2-40B4-BE49-F238E27FC236}">
                    <ns2:creationId id="{060A131E-732A-41A3-A37C-FFCB9DF54391}"/>
                  </a:ext>
                </a:extLst>
              </p:cNvPr>
              <p:cNvSpPr>
                <a:spLocks noGrp="1"/>
              </p:cNvSpPr>
              <p:nvPr/>
            </p:nvSpPr>
            <p:spPr>
              <a:xfrm>
                <a:off x="22424926" y="2295525"/>
                <a:ext cx="15379" cy="276225"/>
              </a:xfrm>
              <a:prstGeom prst="rect">
                <a:avLst/>
              </a:prstGeom>
              <a:solidFill>
                <a:srgbClr val="D55E00"/>
              </a:solidFill>
              <a:ln w="0">
                <a:noFill/>
                <a:prstDash val="solid"/>
              </a:ln>
            </p:spPr>
          </p:sp>
          <p:sp>
            <p:nvSpPr>
              <p:cNvPr id="1862" name="four:time-step-strips:time-strip-tᵦ-cell-78:1862">
                <a:extLst>
                  <a:ext uri="{FF2B5EF4-FFF2-40B4-BE49-F238E27FC236}">
                    <ns2:creationId id="{9F8A5807-C304-4090-A67A-7A74EA76EFE1}"/>
                  </a:ext>
                </a:extLst>
              </p:cNvPr>
              <p:cNvSpPr>
                <a:spLocks noGrp="1"/>
              </p:cNvSpPr>
              <p:nvPr/>
            </p:nvSpPr>
            <p:spPr>
              <a:xfrm>
                <a:off x="22440305" y="2295525"/>
                <a:ext cx="15379" cy="276225"/>
              </a:xfrm>
              <a:prstGeom prst="rect">
                <a:avLst/>
              </a:prstGeom>
              <a:solidFill>
                <a:srgbClr val="D55E00"/>
              </a:solidFill>
              <a:ln w="0">
                <a:noFill/>
                <a:prstDash val="solid"/>
              </a:ln>
            </p:spPr>
          </p:sp>
          <p:sp>
            <p:nvSpPr>
              <p:cNvPr id="1863" name="four:time-step-strips:time-strip-tᵦ-cell-79:1863">
                <a:extLst>
                  <a:ext uri="{FF2B5EF4-FFF2-40B4-BE49-F238E27FC236}">
                    <ns2:creationId id="{BEA4E7D1-94CD-458A-9606-7D7C68BF26E1}"/>
                  </a:ext>
                </a:extLst>
              </p:cNvPr>
              <p:cNvSpPr>
                <a:spLocks noGrp="1"/>
              </p:cNvSpPr>
              <p:nvPr/>
            </p:nvSpPr>
            <p:spPr>
              <a:xfrm>
                <a:off x="22455684" y="2295525"/>
                <a:ext cx="15379" cy="276225"/>
              </a:xfrm>
              <a:prstGeom prst="rect">
                <a:avLst/>
              </a:prstGeom>
              <a:solidFill>
                <a:srgbClr val="D55F02"/>
              </a:solidFill>
              <a:ln w="0">
                <a:noFill/>
                <a:prstDash val="solid"/>
              </a:ln>
            </p:spPr>
          </p:sp>
          <p:sp>
            <p:nvSpPr>
              <p:cNvPr id="1864" name="four:time-step-strips:time-strip-tᵦ-cell-80:1864">
                <a:extLst>
                  <a:ext uri="{FF2B5EF4-FFF2-40B4-BE49-F238E27FC236}">
                    <ns2:creationId id="{7CEB2F57-75C2-4352-812B-E726E8099E72}"/>
                  </a:ext>
                </a:extLst>
              </p:cNvPr>
              <p:cNvSpPr>
                <a:spLocks noGrp="1"/>
              </p:cNvSpPr>
              <p:nvPr/>
            </p:nvSpPr>
            <p:spPr>
              <a:xfrm>
                <a:off x="22471063" y="2295525"/>
                <a:ext cx="15379" cy="276225"/>
              </a:xfrm>
              <a:prstGeom prst="rect">
                <a:avLst/>
              </a:prstGeom>
              <a:solidFill>
                <a:srgbClr val="D66811"/>
              </a:solidFill>
              <a:ln w="0">
                <a:noFill/>
                <a:prstDash val="solid"/>
              </a:ln>
            </p:spPr>
          </p:sp>
          <p:sp>
            <p:nvSpPr>
              <p:cNvPr id="1865" name="four:time-step-strips:time-strip-tᵦ-cell-81:1865">
                <a:extLst>
                  <a:ext uri="{FF2B5EF4-FFF2-40B4-BE49-F238E27FC236}">
                    <ns2:creationId id="{8F48515D-9295-44A8-983F-69146D7A2DD8}"/>
                  </a:ext>
                </a:extLst>
              </p:cNvPr>
              <p:cNvSpPr>
                <a:spLocks noGrp="1"/>
              </p:cNvSpPr>
              <p:nvPr/>
            </p:nvSpPr>
            <p:spPr>
              <a:xfrm>
                <a:off x="22486441" y="2295525"/>
                <a:ext cx="15379" cy="276225"/>
              </a:xfrm>
              <a:prstGeom prst="rect">
                <a:avLst/>
              </a:prstGeom>
              <a:solidFill>
                <a:srgbClr val="D6772B"/>
              </a:solidFill>
              <a:ln w="0">
                <a:noFill/>
                <a:prstDash val="solid"/>
              </a:ln>
            </p:spPr>
          </p:sp>
          <p:sp>
            <p:nvSpPr>
              <p:cNvPr id="1866" name="four:time-step-strips:time-strip-tᵦ-cell-82:1866">
                <a:extLst>
                  <a:ext uri="{FF2B5EF4-FFF2-40B4-BE49-F238E27FC236}">
                    <ns2:creationId id="{FADAE54F-DEAD-4B58-9F3F-AE6880EC8F1A}"/>
                  </a:ext>
                </a:extLst>
              </p:cNvPr>
              <p:cNvSpPr>
                <a:spLocks noGrp="1"/>
              </p:cNvSpPr>
              <p:nvPr/>
            </p:nvSpPr>
            <p:spPr>
              <a:xfrm>
                <a:off x="22501820" y="2295525"/>
                <a:ext cx="15379" cy="276225"/>
              </a:xfrm>
              <a:prstGeom prst="rect">
                <a:avLst/>
              </a:prstGeom>
              <a:solidFill>
                <a:srgbClr val="98ADAC"/>
              </a:solidFill>
              <a:ln w="0">
                <a:noFill/>
                <a:prstDash val="solid"/>
              </a:ln>
            </p:spPr>
          </p:sp>
          <p:sp>
            <p:nvSpPr>
              <p:cNvPr id="1867" name="four:time-step-strips:time-strip-tᵦ-cell-83:1867">
                <a:extLst>
                  <a:ext uri="{FF2B5EF4-FFF2-40B4-BE49-F238E27FC236}">
                    <ns2:creationId id="{D74DABC2-4AB2-4D1F-88CC-99BE17FC0FFF}"/>
                  </a:ext>
                </a:extLst>
              </p:cNvPr>
              <p:cNvSpPr>
                <a:spLocks noGrp="1"/>
              </p:cNvSpPr>
              <p:nvPr/>
            </p:nvSpPr>
            <p:spPr>
              <a:xfrm>
                <a:off x="22517199" y="2295525"/>
                <a:ext cx="15379" cy="276225"/>
              </a:xfrm>
              <a:prstGeom prst="rect">
                <a:avLst/>
              </a:prstGeom>
              <a:solidFill>
                <a:srgbClr val="A8B1BB"/>
              </a:solidFill>
              <a:ln w="0">
                <a:noFill/>
                <a:prstDash val="solid"/>
              </a:ln>
            </p:spPr>
          </p:sp>
          <p:sp>
            <p:nvSpPr>
              <p:cNvPr id="1868" name="four:time-step-strips:time-strip-tᵦ-cell-84:1868">
                <a:extLst>
                  <a:ext uri="{FF2B5EF4-FFF2-40B4-BE49-F238E27FC236}">
                    <ns2:creationId id="{A998CB31-5B3D-4152-B27D-FF473BAFCC1C}"/>
                  </a:ext>
                </a:extLst>
              </p:cNvPr>
              <p:cNvSpPr>
                <a:spLocks noGrp="1"/>
              </p:cNvSpPr>
              <p:nvPr/>
            </p:nvSpPr>
            <p:spPr>
              <a:xfrm>
                <a:off x="22532578" y="2295525"/>
                <a:ext cx="15379" cy="276225"/>
              </a:xfrm>
              <a:prstGeom prst="rect">
                <a:avLst/>
              </a:prstGeom>
              <a:solidFill>
                <a:srgbClr val="65C0AB"/>
              </a:solidFill>
              <a:ln w="0">
                <a:noFill/>
                <a:prstDash val="solid"/>
              </a:ln>
            </p:spPr>
          </p:sp>
          <p:sp>
            <p:nvSpPr>
              <p:cNvPr id="1869" name="four:time-step-strips:time-strip-tᵦ-cell-85:1869">
                <a:extLst>
                  <a:ext uri="{FF2B5EF4-FFF2-40B4-BE49-F238E27FC236}">
                    <ns2:creationId id="{FAABCB9C-82A3-4AE2-8DEE-AAC740BC2E8C}"/>
                  </a:ext>
                </a:extLst>
              </p:cNvPr>
              <p:cNvSpPr>
                <a:spLocks noGrp="1"/>
              </p:cNvSpPr>
              <p:nvPr/>
            </p:nvSpPr>
            <p:spPr>
              <a:xfrm>
                <a:off x="22547957" y="2295525"/>
                <a:ext cx="15379" cy="276225"/>
              </a:xfrm>
              <a:prstGeom prst="rect">
                <a:avLst/>
              </a:prstGeom>
              <a:solidFill>
                <a:srgbClr val="78C6B6"/>
              </a:solidFill>
              <a:ln w="0">
                <a:noFill/>
                <a:prstDash val="solid"/>
              </a:ln>
            </p:spPr>
          </p:sp>
          <p:sp>
            <p:nvSpPr>
              <p:cNvPr id="1870" name="four:time-step-strips:time-strip-tᵦ-cell-86:1870">
                <a:extLst>
                  <a:ext uri="{FF2B5EF4-FFF2-40B4-BE49-F238E27FC236}">
                    <ns2:creationId id="{D2727B80-257B-4A13-BB84-D9A94B10B613}"/>
                  </a:ext>
                </a:extLst>
              </p:cNvPr>
              <p:cNvSpPr>
                <a:spLocks noGrp="1"/>
              </p:cNvSpPr>
              <p:nvPr/>
            </p:nvSpPr>
            <p:spPr>
              <a:xfrm>
                <a:off x="22563336" y="2295525"/>
                <a:ext cx="15379" cy="276225"/>
              </a:xfrm>
              <a:prstGeom prst="rect">
                <a:avLst/>
              </a:prstGeom>
              <a:solidFill>
                <a:srgbClr val="81C9BA"/>
              </a:solidFill>
              <a:ln w="0">
                <a:noFill/>
                <a:prstDash val="solid"/>
              </a:ln>
            </p:spPr>
          </p:sp>
          <p:sp>
            <p:nvSpPr>
              <p:cNvPr id="1871" name="four:time-step-strips:time-strip-tᵦ-cell-87:1871">
                <a:extLst>
                  <a:ext uri="{FF2B5EF4-FFF2-40B4-BE49-F238E27FC236}">
                    <ns2:creationId id="{CBB77740-197F-4534-BBFD-91E6F56A3FF3}"/>
                  </a:ext>
                </a:extLst>
              </p:cNvPr>
              <p:cNvSpPr>
                <a:spLocks noGrp="1"/>
              </p:cNvSpPr>
              <p:nvPr/>
            </p:nvSpPr>
            <p:spPr>
              <a:xfrm>
                <a:off x="22578715" y="2295525"/>
                <a:ext cx="15379" cy="276225"/>
              </a:xfrm>
              <a:prstGeom prst="rect">
                <a:avLst/>
              </a:prstGeom>
              <a:solidFill>
                <a:srgbClr val="81C9BA"/>
              </a:solidFill>
              <a:ln w="0">
                <a:noFill/>
                <a:prstDash val="solid"/>
              </a:ln>
            </p:spPr>
          </p:sp>
          <p:sp>
            <p:nvSpPr>
              <p:cNvPr id="1872" name="four:time-step-strips:time-strip-tᵦ-cell-88:1872">
                <a:extLst>
                  <a:ext uri="{FF2B5EF4-FFF2-40B4-BE49-F238E27FC236}">
                    <ns2:creationId id="{7B5270D4-21A9-4723-A893-C5192F49C794}"/>
                  </a:ext>
                </a:extLst>
              </p:cNvPr>
              <p:cNvSpPr>
                <a:spLocks noGrp="1"/>
              </p:cNvSpPr>
              <p:nvPr/>
            </p:nvSpPr>
            <p:spPr>
              <a:xfrm>
                <a:off x="22594094" y="2295525"/>
                <a:ext cx="15379" cy="276225"/>
              </a:xfrm>
              <a:prstGeom prst="rect">
                <a:avLst/>
              </a:prstGeom>
              <a:solidFill>
                <a:srgbClr val="81C9BA"/>
              </a:solidFill>
              <a:ln w="0">
                <a:noFill/>
                <a:prstDash val="solid"/>
              </a:ln>
            </p:spPr>
          </p:sp>
          <p:sp>
            <p:nvSpPr>
              <p:cNvPr id="1873" name="four:time-step-strips:time-strip-tᵦ-cell-89:1873">
                <a:extLst>
                  <a:ext uri="{FF2B5EF4-FFF2-40B4-BE49-F238E27FC236}">
                    <ns2:creationId id="{C90C3DE1-D667-43BB-ACF3-2F3D0F62AFF5}"/>
                  </a:ext>
                </a:extLst>
              </p:cNvPr>
              <p:cNvSpPr>
                <a:spLocks noGrp="1"/>
              </p:cNvSpPr>
              <p:nvPr/>
            </p:nvSpPr>
            <p:spPr>
              <a:xfrm>
                <a:off x="22609473" y="2295525"/>
                <a:ext cx="15379" cy="276225"/>
              </a:xfrm>
              <a:prstGeom prst="rect">
                <a:avLst/>
              </a:prstGeom>
              <a:solidFill>
                <a:srgbClr val="81C9BA"/>
              </a:solidFill>
              <a:ln w="0">
                <a:noFill/>
                <a:prstDash val="solid"/>
              </a:ln>
            </p:spPr>
          </p:sp>
          <p:sp>
            <p:nvSpPr>
              <p:cNvPr id="1874" name="four:time-step-strips:time-strip-tᵦ-cell-90:1874">
                <a:extLst>
                  <a:ext uri="{FF2B5EF4-FFF2-40B4-BE49-F238E27FC236}">
                    <ns2:creationId id="{29EA5E73-E788-4A0B-B538-C1445151CCFA}"/>
                  </a:ext>
                </a:extLst>
              </p:cNvPr>
              <p:cNvSpPr>
                <a:spLocks noGrp="1"/>
              </p:cNvSpPr>
              <p:nvPr/>
            </p:nvSpPr>
            <p:spPr>
              <a:xfrm>
                <a:off x="22624852" y="2295525"/>
                <a:ext cx="15379" cy="276225"/>
              </a:xfrm>
              <a:prstGeom prst="rect">
                <a:avLst/>
              </a:prstGeom>
              <a:solidFill>
                <a:srgbClr val="81C9BA"/>
              </a:solidFill>
              <a:ln w="0">
                <a:noFill/>
                <a:prstDash val="solid"/>
              </a:ln>
            </p:spPr>
          </p:sp>
          <p:sp>
            <p:nvSpPr>
              <p:cNvPr id="1875" name="four:time-step-strips:time-strip-tᵦ-cell-91:1875">
                <a:extLst>
                  <a:ext uri="{FF2B5EF4-FFF2-40B4-BE49-F238E27FC236}">
                    <ns2:creationId id="{3F637F98-AD1D-46CB-93F3-23DD4FD58247}"/>
                  </a:ext>
                </a:extLst>
              </p:cNvPr>
              <p:cNvSpPr>
                <a:spLocks noGrp="1"/>
              </p:cNvSpPr>
              <p:nvPr/>
            </p:nvSpPr>
            <p:spPr>
              <a:xfrm>
                <a:off x="22640230" y="2295525"/>
                <a:ext cx="15379" cy="276225"/>
              </a:xfrm>
              <a:prstGeom prst="rect">
                <a:avLst/>
              </a:prstGeom>
              <a:solidFill>
                <a:srgbClr val="81C9BA"/>
              </a:solidFill>
              <a:ln w="0">
                <a:noFill/>
                <a:prstDash val="solid"/>
              </a:ln>
            </p:spPr>
          </p:sp>
          <p:sp>
            <p:nvSpPr>
              <p:cNvPr id="1876" name="four:time-step-strips:time-strip-tᵦ-cell-92:1876">
                <a:extLst>
                  <a:ext uri="{FF2B5EF4-FFF2-40B4-BE49-F238E27FC236}">
                    <ns2:creationId id="{19089EAB-8782-4752-BEFA-E96EBC389B38}"/>
                  </a:ext>
                </a:extLst>
              </p:cNvPr>
              <p:cNvSpPr>
                <a:spLocks noGrp="1"/>
              </p:cNvSpPr>
              <p:nvPr/>
            </p:nvSpPr>
            <p:spPr>
              <a:xfrm>
                <a:off x="22655609" y="2295525"/>
                <a:ext cx="15379" cy="276225"/>
              </a:xfrm>
              <a:prstGeom prst="rect">
                <a:avLst/>
              </a:prstGeom>
              <a:solidFill>
                <a:srgbClr val="81C9BA"/>
              </a:solidFill>
              <a:ln w="0">
                <a:noFill/>
                <a:prstDash val="solid"/>
              </a:ln>
            </p:spPr>
          </p:sp>
          <p:sp>
            <p:nvSpPr>
              <p:cNvPr id="1877" name="four:time-step-strips:time-strip-tᵦ-cell-93:1877">
                <a:extLst>
                  <a:ext uri="{FF2B5EF4-FFF2-40B4-BE49-F238E27FC236}">
                    <ns2:creationId id="{E31E3484-AFA1-4E11-B6AF-A3EAC492A0B9}"/>
                  </a:ext>
                </a:extLst>
              </p:cNvPr>
              <p:cNvSpPr>
                <a:spLocks noGrp="1"/>
              </p:cNvSpPr>
              <p:nvPr/>
            </p:nvSpPr>
            <p:spPr>
              <a:xfrm>
                <a:off x="22670988" y="2295525"/>
                <a:ext cx="15379" cy="276225"/>
              </a:xfrm>
              <a:prstGeom prst="rect">
                <a:avLst/>
              </a:prstGeom>
              <a:solidFill>
                <a:srgbClr val="81C9BA"/>
              </a:solidFill>
              <a:ln w="0">
                <a:noFill/>
                <a:prstDash val="solid"/>
              </a:ln>
            </p:spPr>
          </p:sp>
          <p:sp>
            <p:nvSpPr>
              <p:cNvPr id="1878" name="four:time-step-strips:time-strip-tᵦ-cell-94:1878">
                <a:extLst>
                  <a:ext uri="{FF2B5EF4-FFF2-40B4-BE49-F238E27FC236}">
                    <ns2:creationId id="{C921D054-2484-4AE4-91DF-DF4CF94F6784}"/>
                  </a:ext>
                </a:extLst>
              </p:cNvPr>
              <p:cNvSpPr>
                <a:spLocks noGrp="1"/>
              </p:cNvSpPr>
              <p:nvPr/>
            </p:nvSpPr>
            <p:spPr>
              <a:xfrm>
                <a:off x="22686367" y="2295525"/>
                <a:ext cx="15379" cy="276225"/>
              </a:xfrm>
              <a:prstGeom prst="rect">
                <a:avLst/>
              </a:prstGeom>
              <a:solidFill>
                <a:srgbClr val="81C9BA"/>
              </a:solidFill>
              <a:ln w="0">
                <a:noFill/>
                <a:prstDash val="solid"/>
              </a:ln>
            </p:spPr>
          </p:sp>
          <p:sp>
            <p:nvSpPr>
              <p:cNvPr id="1879" name="four:time-step-strips:time-strip-tᵦ-cell-95:1879">
                <a:extLst>
                  <a:ext uri="{FF2B5EF4-FFF2-40B4-BE49-F238E27FC236}">
                    <ns2:creationId id="{C0A160E9-6795-4CCD-A9FE-A30D2D1542F4}"/>
                  </a:ext>
                </a:extLst>
              </p:cNvPr>
              <p:cNvSpPr>
                <a:spLocks noGrp="1"/>
              </p:cNvSpPr>
              <p:nvPr/>
            </p:nvSpPr>
            <p:spPr>
              <a:xfrm>
                <a:off x="22701746" y="2295525"/>
                <a:ext cx="15379" cy="276225"/>
              </a:xfrm>
              <a:prstGeom prst="rect">
                <a:avLst/>
              </a:prstGeom>
              <a:solidFill>
                <a:srgbClr val="81C9BA"/>
              </a:solidFill>
              <a:ln w="0">
                <a:noFill/>
                <a:prstDash val="solid"/>
              </a:ln>
            </p:spPr>
          </p:sp>
          <p:sp>
            <p:nvSpPr>
              <p:cNvPr id="1880" name="four:time-step-strips:time-strip-tᵦ-cell-96:1880">
                <a:extLst>
                  <a:ext uri="{FF2B5EF4-FFF2-40B4-BE49-F238E27FC236}">
                    <ns2:creationId id="{2D657133-BE6E-4100-B75F-C143143F700D}"/>
                  </a:ext>
                </a:extLst>
              </p:cNvPr>
              <p:cNvSpPr>
                <a:spLocks noGrp="1"/>
              </p:cNvSpPr>
              <p:nvPr/>
            </p:nvSpPr>
            <p:spPr>
              <a:xfrm>
                <a:off x="22717125" y="2295525"/>
                <a:ext cx="15379" cy="276225"/>
              </a:xfrm>
              <a:prstGeom prst="rect">
                <a:avLst/>
              </a:prstGeom>
              <a:solidFill>
                <a:srgbClr val="81C9BA"/>
              </a:solidFill>
              <a:ln w="0">
                <a:noFill/>
                <a:prstDash val="solid"/>
              </a:ln>
            </p:spPr>
          </p:sp>
          <p:sp>
            <p:nvSpPr>
              <p:cNvPr id="1881" name="four:time-step-strips:time-strip-tᵦ-cell-97:1881">
                <a:extLst>
                  <a:ext uri="{FF2B5EF4-FFF2-40B4-BE49-F238E27FC236}">
                    <ns2:creationId id="{1AAEB171-992A-4D8D-8374-0E3309FAE663}"/>
                  </a:ext>
                </a:extLst>
              </p:cNvPr>
              <p:cNvSpPr>
                <a:spLocks noGrp="1"/>
              </p:cNvSpPr>
              <p:nvPr/>
            </p:nvSpPr>
            <p:spPr>
              <a:xfrm>
                <a:off x="22732504" y="2295525"/>
                <a:ext cx="15379" cy="276225"/>
              </a:xfrm>
              <a:prstGeom prst="rect">
                <a:avLst/>
              </a:prstGeom>
              <a:solidFill>
                <a:srgbClr val="81C9BA"/>
              </a:solidFill>
              <a:ln w="0">
                <a:noFill/>
                <a:prstDash val="solid"/>
              </a:ln>
            </p:spPr>
          </p:sp>
          <p:sp>
            <p:nvSpPr>
              <p:cNvPr id="1882" name="four:time-step-strips:time-strip-tᵦ-cell-98:1882">
                <a:extLst>
                  <a:ext uri="{FF2B5EF4-FFF2-40B4-BE49-F238E27FC236}">
                    <ns2:creationId id="{9BB921BE-4B86-4603-873E-11C4D20FCF5C}"/>
                  </a:ext>
                </a:extLst>
              </p:cNvPr>
              <p:cNvSpPr>
                <a:spLocks noGrp="1"/>
              </p:cNvSpPr>
              <p:nvPr/>
            </p:nvSpPr>
            <p:spPr>
              <a:xfrm>
                <a:off x="22747883" y="2295525"/>
                <a:ext cx="15379" cy="276225"/>
              </a:xfrm>
              <a:prstGeom prst="rect">
                <a:avLst/>
              </a:prstGeom>
              <a:solidFill>
                <a:srgbClr val="81C9BA"/>
              </a:solidFill>
              <a:ln w="0">
                <a:noFill/>
                <a:prstDash val="solid"/>
              </a:ln>
            </p:spPr>
          </p:sp>
          <p:sp>
            <p:nvSpPr>
              <p:cNvPr id="1883" name="four:time-step-strips:time-strip-tᵦ-cell-99:1883">
                <a:extLst>
                  <a:ext uri="{FF2B5EF4-FFF2-40B4-BE49-F238E27FC236}">
                    <ns2:creationId id="{0FFA7B26-B51F-4079-8AA1-D5213E878274}"/>
                  </a:ext>
                </a:extLst>
              </p:cNvPr>
              <p:cNvSpPr>
                <a:spLocks noGrp="1"/>
              </p:cNvSpPr>
              <p:nvPr/>
            </p:nvSpPr>
            <p:spPr>
              <a:xfrm>
                <a:off x="22763262" y="2295525"/>
                <a:ext cx="15379" cy="276225"/>
              </a:xfrm>
              <a:prstGeom prst="rect">
                <a:avLst/>
              </a:prstGeom>
              <a:solidFill>
                <a:srgbClr val="81C9BA"/>
              </a:solidFill>
              <a:ln w="0">
                <a:noFill/>
                <a:prstDash val="solid"/>
              </a:ln>
            </p:spPr>
          </p:sp>
          <p:sp>
            <p:nvSpPr>
              <p:cNvPr id="1884" name="four:time-step-strips:time-strip-tᵦ-cell-100:1884">
                <a:extLst>
                  <a:ext uri="{FF2B5EF4-FFF2-40B4-BE49-F238E27FC236}">
                    <ns2:creationId id="{F6AB5EF7-175E-4E45-A479-267AECF00D88}"/>
                  </a:ext>
                </a:extLst>
              </p:cNvPr>
              <p:cNvSpPr>
                <a:spLocks noGrp="1"/>
              </p:cNvSpPr>
              <p:nvPr/>
            </p:nvSpPr>
            <p:spPr>
              <a:xfrm>
                <a:off x="22778641" y="2295525"/>
                <a:ext cx="15379" cy="276225"/>
              </a:xfrm>
              <a:prstGeom prst="rect">
                <a:avLst/>
              </a:prstGeom>
              <a:solidFill>
                <a:srgbClr val="81C9BA"/>
              </a:solidFill>
              <a:ln w="0">
                <a:noFill/>
                <a:prstDash val="solid"/>
              </a:ln>
            </p:spPr>
          </p:sp>
          <p:sp>
            <p:nvSpPr>
              <p:cNvPr id="1885" name="four:time-step-strips:time-strip-tᵦ-cell-101:1885">
                <a:extLst>
                  <a:ext uri="{FF2B5EF4-FFF2-40B4-BE49-F238E27FC236}">
                    <ns2:creationId id="{55795953-158C-4926-825B-503E0AB6F5DD}"/>
                  </a:ext>
                </a:extLst>
              </p:cNvPr>
              <p:cNvSpPr>
                <a:spLocks noGrp="1"/>
              </p:cNvSpPr>
              <p:nvPr/>
            </p:nvSpPr>
            <p:spPr>
              <a:xfrm>
                <a:off x="22794020" y="2295525"/>
                <a:ext cx="15379" cy="276225"/>
              </a:xfrm>
              <a:prstGeom prst="rect">
                <a:avLst/>
              </a:prstGeom>
              <a:solidFill>
                <a:srgbClr val="81C9BA"/>
              </a:solidFill>
              <a:ln w="0">
                <a:noFill/>
                <a:prstDash val="solid"/>
              </a:ln>
            </p:spPr>
          </p:sp>
          <p:sp>
            <p:nvSpPr>
              <p:cNvPr id="1886" name="four:time-step-strips:time-strip-tᵦ-cell-102:1886">
                <a:extLst>
                  <a:ext uri="{FF2B5EF4-FFF2-40B4-BE49-F238E27FC236}">
                    <ns2:creationId id="{90CA0266-3118-4465-88AC-493AE4C8541B}"/>
                  </a:ext>
                </a:extLst>
              </p:cNvPr>
              <p:cNvSpPr>
                <a:spLocks noGrp="1"/>
              </p:cNvSpPr>
              <p:nvPr/>
            </p:nvSpPr>
            <p:spPr>
              <a:xfrm>
                <a:off x="22809398" y="2295525"/>
                <a:ext cx="15379" cy="276225"/>
              </a:xfrm>
              <a:prstGeom prst="rect">
                <a:avLst/>
              </a:prstGeom>
              <a:solidFill>
                <a:srgbClr val="81C9BA"/>
              </a:solidFill>
              <a:ln w="0">
                <a:noFill/>
                <a:prstDash val="solid"/>
              </a:ln>
            </p:spPr>
          </p:sp>
          <p:sp>
            <p:nvSpPr>
              <p:cNvPr id="1887" name="four:time-step-strips:time-strip-tᵦ-cell-103:1887">
                <a:extLst>
                  <a:ext uri="{FF2B5EF4-FFF2-40B4-BE49-F238E27FC236}">
                    <ns2:creationId id="{5A627599-A520-4573-8FDD-289C0A57E9A9}"/>
                  </a:ext>
                </a:extLst>
              </p:cNvPr>
              <p:cNvSpPr>
                <a:spLocks noGrp="1"/>
              </p:cNvSpPr>
              <p:nvPr/>
            </p:nvSpPr>
            <p:spPr>
              <a:xfrm>
                <a:off x="22824777" y="2295525"/>
                <a:ext cx="15379" cy="276225"/>
              </a:xfrm>
              <a:prstGeom prst="rect">
                <a:avLst/>
              </a:prstGeom>
              <a:solidFill>
                <a:srgbClr val="81C9BA"/>
              </a:solidFill>
              <a:ln w="0">
                <a:noFill/>
                <a:prstDash val="solid"/>
              </a:ln>
            </p:spPr>
          </p:sp>
          <p:sp>
            <p:nvSpPr>
              <p:cNvPr id="1888" name="four:time-step-strips:time-strip-tᵦ-cell-104:1888">
                <a:extLst>
                  <a:ext uri="{FF2B5EF4-FFF2-40B4-BE49-F238E27FC236}">
                    <ns2:creationId id="{6FB1785B-F7D9-4B7D-9172-D721CE6F49BA}"/>
                  </a:ext>
                </a:extLst>
              </p:cNvPr>
              <p:cNvSpPr>
                <a:spLocks noGrp="1"/>
              </p:cNvSpPr>
              <p:nvPr/>
            </p:nvSpPr>
            <p:spPr>
              <a:xfrm>
                <a:off x="22840156" y="2295525"/>
                <a:ext cx="15379" cy="276225"/>
              </a:xfrm>
              <a:prstGeom prst="rect">
                <a:avLst/>
              </a:prstGeom>
              <a:solidFill>
                <a:srgbClr val="81C9BA"/>
              </a:solidFill>
              <a:ln w="0">
                <a:noFill/>
                <a:prstDash val="solid"/>
              </a:ln>
            </p:spPr>
          </p:sp>
          <p:sp>
            <p:nvSpPr>
              <p:cNvPr id="1889" name="four:time-step-strips:time-strip-tᵦ-cell-105:1889">
                <a:extLst>
                  <a:ext uri="{FF2B5EF4-FFF2-40B4-BE49-F238E27FC236}">
                    <ns2:creationId id="{FDFF81A9-3F22-490F-A011-207F4472BA5C}"/>
                  </a:ext>
                </a:extLst>
              </p:cNvPr>
              <p:cNvSpPr>
                <a:spLocks noGrp="1"/>
              </p:cNvSpPr>
              <p:nvPr/>
            </p:nvSpPr>
            <p:spPr>
              <a:xfrm>
                <a:off x="22855535" y="2295525"/>
                <a:ext cx="15379" cy="276225"/>
              </a:xfrm>
              <a:prstGeom prst="rect">
                <a:avLst/>
              </a:prstGeom>
              <a:solidFill>
                <a:srgbClr val="81C9BA"/>
              </a:solidFill>
              <a:ln w="0">
                <a:noFill/>
                <a:prstDash val="solid"/>
              </a:ln>
            </p:spPr>
          </p:sp>
          <p:sp>
            <p:nvSpPr>
              <p:cNvPr id="1890" name="four:time-step-strips:time-strip-tᵦ-cell-106:1890">
                <a:extLst>
                  <a:ext uri="{FF2B5EF4-FFF2-40B4-BE49-F238E27FC236}">
                    <ns2:creationId id="{A3B97359-CF54-4879-9707-BBE6ADD1425B}"/>
                  </a:ext>
                </a:extLst>
              </p:cNvPr>
              <p:cNvSpPr>
                <a:spLocks noGrp="1"/>
              </p:cNvSpPr>
              <p:nvPr/>
            </p:nvSpPr>
            <p:spPr>
              <a:xfrm>
                <a:off x="22870914" y="2295525"/>
                <a:ext cx="15379" cy="276225"/>
              </a:xfrm>
              <a:prstGeom prst="rect">
                <a:avLst/>
              </a:prstGeom>
              <a:solidFill>
                <a:srgbClr val="81C9BA"/>
              </a:solidFill>
              <a:ln w="0">
                <a:noFill/>
                <a:prstDash val="solid"/>
              </a:ln>
            </p:spPr>
          </p:sp>
          <p:sp>
            <p:nvSpPr>
              <p:cNvPr id="1891" name="four:time-step-strips:time-strip-tᵦ-cell-107:1891">
                <a:extLst>
                  <a:ext uri="{FF2B5EF4-FFF2-40B4-BE49-F238E27FC236}">
                    <ns2:creationId id="{D2D3D02D-C6E5-4F03-A672-8659B3D0F6F0}"/>
                  </a:ext>
                </a:extLst>
              </p:cNvPr>
              <p:cNvSpPr>
                <a:spLocks noGrp="1"/>
              </p:cNvSpPr>
              <p:nvPr/>
            </p:nvSpPr>
            <p:spPr>
              <a:xfrm>
                <a:off x="22886293" y="2295525"/>
                <a:ext cx="15379" cy="276225"/>
              </a:xfrm>
              <a:prstGeom prst="rect">
                <a:avLst/>
              </a:prstGeom>
              <a:solidFill>
                <a:srgbClr val="81C9BA"/>
              </a:solidFill>
              <a:ln w="0">
                <a:noFill/>
                <a:prstDash val="solid"/>
              </a:ln>
            </p:spPr>
          </p:sp>
          <p:sp>
            <p:nvSpPr>
              <p:cNvPr id="1892" name="four:time-step-strips:time-strip-tᵦ-cell-108:1892">
                <a:extLst>
                  <a:ext uri="{FF2B5EF4-FFF2-40B4-BE49-F238E27FC236}">
                    <ns2:creationId id="{CBA2BF93-78C5-4561-B22D-15A65A667894}"/>
                  </a:ext>
                </a:extLst>
              </p:cNvPr>
              <p:cNvSpPr>
                <a:spLocks noGrp="1"/>
              </p:cNvSpPr>
              <p:nvPr/>
            </p:nvSpPr>
            <p:spPr>
              <a:xfrm>
                <a:off x="22901672" y="2295525"/>
                <a:ext cx="15379" cy="276225"/>
              </a:xfrm>
              <a:prstGeom prst="rect">
                <a:avLst/>
              </a:prstGeom>
              <a:solidFill>
                <a:srgbClr val="81C9BA"/>
              </a:solidFill>
              <a:ln w="0">
                <a:noFill/>
                <a:prstDash val="solid"/>
              </a:ln>
            </p:spPr>
          </p:sp>
          <p:sp>
            <p:nvSpPr>
              <p:cNvPr id="1893" name="four:time-step-strips:time-strip-tᵦ-cell-109:1893">
                <a:extLst>
                  <a:ext uri="{FF2B5EF4-FFF2-40B4-BE49-F238E27FC236}">
                    <ns2:creationId id="{601A4EBF-5E18-4FE7-ACA4-AE44DEA40445}"/>
                  </a:ext>
                </a:extLst>
              </p:cNvPr>
              <p:cNvSpPr>
                <a:spLocks noGrp="1"/>
              </p:cNvSpPr>
              <p:nvPr/>
            </p:nvSpPr>
            <p:spPr>
              <a:xfrm>
                <a:off x="22917051" y="2295525"/>
                <a:ext cx="15379" cy="276225"/>
              </a:xfrm>
              <a:prstGeom prst="rect">
                <a:avLst/>
              </a:prstGeom>
              <a:solidFill>
                <a:srgbClr val="81C9BA"/>
              </a:solidFill>
              <a:ln w="0">
                <a:noFill/>
                <a:prstDash val="solid"/>
              </a:ln>
            </p:spPr>
          </p:sp>
          <p:sp>
            <p:nvSpPr>
              <p:cNvPr id="1894" name="four:time-step-strips:time-strip-tᵦ-cell-110:1894">
                <a:extLst>
                  <a:ext uri="{FF2B5EF4-FFF2-40B4-BE49-F238E27FC236}">
                    <ns2:creationId id="{A6A54A53-29FA-4C1D-8594-725776670D91}"/>
                  </a:ext>
                </a:extLst>
              </p:cNvPr>
              <p:cNvSpPr>
                <a:spLocks noGrp="1"/>
              </p:cNvSpPr>
              <p:nvPr/>
            </p:nvSpPr>
            <p:spPr>
              <a:xfrm>
                <a:off x="22932430" y="2295525"/>
                <a:ext cx="15379" cy="276225"/>
              </a:xfrm>
              <a:prstGeom prst="rect">
                <a:avLst/>
              </a:prstGeom>
              <a:solidFill>
                <a:srgbClr val="81C9BA"/>
              </a:solidFill>
              <a:ln w="0">
                <a:noFill/>
                <a:prstDash val="solid"/>
              </a:ln>
            </p:spPr>
          </p:sp>
          <p:sp>
            <p:nvSpPr>
              <p:cNvPr id="1895" name="four:time-step-strips:time-strip-tᵦ-cell-111:1895">
                <a:extLst>
                  <a:ext uri="{FF2B5EF4-FFF2-40B4-BE49-F238E27FC236}">
                    <ns2:creationId id="{37B9FBC3-ED71-4353-BD7C-C3B0508CBF7C}"/>
                  </a:ext>
                </a:extLst>
              </p:cNvPr>
              <p:cNvSpPr>
                <a:spLocks noGrp="1"/>
              </p:cNvSpPr>
              <p:nvPr/>
            </p:nvSpPr>
            <p:spPr>
              <a:xfrm>
                <a:off x="22947809" y="2295525"/>
                <a:ext cx="15379" cy="276225"/>
              </a:xfrm>
              <a:prstGeom prst="rect">
                <a:avLst/>
              </a:prstGeom>
              <a:solidFill>
                <a:srgbClr val="81C9BA"/>
              </a:solidFill>
              <a:ln w="0">
                <a:noFill/>
                <a:prstDash val="solid"/>
              </a:ln>
            </p:spPr>
          </p:sp>
          <p:sp>
            <p:nvSpPr>
              <p:cNvPr id="1896" name="four:time-step-strips:time-strip-tᵦ-cell-112:1896">
                <a:extLst>
                  <a:ext uri="{FF2B5EF4-FFF2-40B4-BE49-F238E27FC236}">
                    <ns2:creationId id="{139ED911-56F2-4E5F-BCE0-F9FB529A8EA7}"/>
                  </a:ext>
                </a:extLst>
              </p:cNvPr>
              <p:cNvSpPr>
                <a:spLocks noGrp="1"/>
              </p:cNvSpPr>
              <p:nvPr/>
            </p:nvSpPr>
            <p:spPr>
              <a:xfrm>
                <a:off x="22963188" y="2295525"/>
                <a:ext cx="15379" cy="276225"/>
              </a:xfrm>
              <a:prstGeom prst="rect">
                <a:avLst/>
              </a:prstGeom>
              <a:solidFill>
                <a:srgbClr val="81C9BA"/>
              </a:solidFill>
              <a:ln w="0">
                <a:noFill/>
                <a:prstDash val="solid"/>
              </a:ln>
            </p:spPr>
          </p:sp>
          <p:sp>
            <p:nvSpPr>
              <p:cNvPr id="1897" name="four:time-step-strips:time-strip-tᵦ-cell-113:1897">
                <a:extLst>
                  <a:ext uri="{FF2B5EF4-FFF2-40B4-BE49-F238E27FC236}">
                    <ns2:creationId id="{F358E69D-1674-459C-92A4-75136A2278FB}"/>
                  </a:ext>
                </a:extLst>
              </p:cNvPr>
              <p:cNvSpPr>
                <a:spLocks noGrp="1"/>
              </p:cNvSpPr>
              <p:nvPr/>
            </p:nvSpPr>
            <p:spPr>
              <a:xfrm>
                <a:off x="22978566" y="2295525"/>
                <a:ext cx="15379" cy="276225"/>
              </a:xfrm>
              <a:prstGeom prst="rect">
                <a:avLst/>
              </a:prstGeom>
              <a:solidFill>
                <a:srgbClr val="81C9BA"/>
              </a:solidFill>
              <a:ln w="0">
                <a:noFill/>
                <a:prstDash val="solid"/>
              </a:ln>
            </p:spPr>
          </p:sp>
          <p:sp>
            <p:nvSpPr>
              <p:cNvPr id="1898" name="four:time-step-strips:time-strip-tᵦ-cell-114:1898">
                <a:extLst>
                  <a:ext uri="{FF2B5EF4-FFF2-40B4-BE49-F238E27FC236}">
                    <ns2:creationId id="{25CE50C2-EF34-49C1-9381-77E4443D3592}"/>
                  </a:ext>
                </a:extLst>
              </p:cNvPr>
              <p:cNvSpPr>
                <a:spLocks noGrp="1"/>
              </p:cNvSpPr>
              <p:nvPr/>
            </p:nvSpPr>
            <p:spPr>
              <a:xfrm>
                <a:off x="22993945" y="2295525"/>
                <a:ext cx="15379" cy="276225"/>
              </a:xfrm>
              <a:prstGeom prst="rect">
                <a:avLst/>
              </a:prstGeom>
              <a:solidFill>
                <a:srgbClr val="81C9BA"/>
              </a:solidFill>
              <a:ln w="0">
                <a:noFill/>
                <a:prstDash val="solid"/>
              </a:ln>
            </p:spPr>
          </p:sp>
          <p:sp>
            <p:nvSpPr>
              <p:cNvPr id="1899" name="four:time-step-strips:time-strip-tᵦ-cell-115:1899">
                <a:extLst>
                  <a:ext uri="{FF2B5EF4-FFF2-40B4-BE49-F238E27FC236}">
                    <ns2:creationId id="{CBCF3ED2-7F92-4165-8CDF-5440D40468B4}"/>
                  </a:ext>
                </a:extLst>
              </p:cNvPr>
              <p:cNvSpPr>
                <a:spLocks noGrp="1"/>
              </p:cNvSpPr>
              <p:nvPr/>
            </p:nvSpPr>
            <p:spPr>
              <a:xfrm>
                <a:off x="23009324" y="2295525"/>
                <a:ext cx="15379" cy="276225"/>
              </a:xfrm>
              <a:prstGeom prst="rect">
                <a:avLst/>
              </a:prstGeom>
              <a:solidFill>
                <a:srgbClr val="7FC9B9"/>
              </a:solidFill>
              <a:ln w="0">
                <a:noFill/>
                <a:prstDash val="solid"/>
              </a:ln>
            </p:spPr>
          </p:sp>
          <p:sp>
            <p:nvSpPr>
              <p:cNvPr id="1900" name="four:time-step-strips:time-strip-tᵦ-cell-116:1900">
                <a:extLst>
                  <a:ext uri="{FF2B5EF4-FFF2-40B4-BE49-F238E27FC236}">
                    <ns2:creationId id="{BB4E33E1-0CDE-48AD-8749-BE3ED533C88C}"/>
                  </a:ext>
                </a:extLst>
              </p:cNvPr>
              <p:cNvSpPr>
                <a:spLocks noGrp="1"/>
              </p:cNvSpPr>
              <p:nvPr/>
            </p:nvSpPr>
            <p:spPr>
              <a:xfrm>
                <a:off x="23024703" y="2295525"/>
                <a:ext cx="15379" cy="276225"/>
              </a:xfrm>
              <a:prstGeom prst="rect">
                <a:avLst/>
              </a:prstGeom>
              <a:solidFill>
                <a:srgbClr val="73C5B3"/>
              </a:solidFill>
              <a:ln w="0">
                <a:noFill/>
                <a:prstDash val="solid"/>
              </a:ln>
            </p:spPr>
          </p:sp>
          <p:sp>
            <p:nvSpPr>
              <p:cNvPr id="1901" name="four:time-step-strips:time-strip-tᵦ-cell-117:1901">
                <a:extLst>
                  <a:ext uri="{FF2B5EF4-FFF2-40B4-BE49-F238E27FC236}">
                    <ns2:creationId id="{A700ED14-E4E5-4671-9452-53D5669E5F2F}"/>
                  </a:ext>
                </a:extLst>
              </p:cNvPr>
              <p:cNvSpPr>
                <a:spLocks noGrp="1"/>
              </p:cNvSpPr>
              <p:nvPr/>
            </p:nvSpPr>
            <p:spPr>
              <a:xfrm>
                <a:off x="23040082" y="2295525"/>
                <a:ext cx="15379" cy="276225"/>
              </a:xfrm>
              <a:prstGeom prst="rect">
                <a:avLst/>
              </a:prstGeom>
              <a:solidFill>
                <a:srgbClr val="60BEA8"/>
              </a:solidFill>
              <a:ln w="0">
                <a:noFill/>
                <a:prstDash val="solid"/>
              </a:ln>
            </p:spPr>
          </p:sp>
          <p:sp>
            <p:nvSpPr>
              <p:cNvPr id="1902" name="four:time-step-strips:time-strip-tᵦ-cell-118:1902">
                <a:extLst>
                  <a:ext uri="{FF2B5EF4-FFF2-40B4-BE49-F238E27FC236}">
                    <ns2:creationId id="{D0CD6613-48A6-4089-A730-B699F36455FE}"/>
                  </a:ext>
                </a:extLst>
              </p:cNvPr>
              <p:cNvSpPr>
                <a:spLocks noGrp="1"/>
              </p:cNvSpPr>
              <p:nvPr/>
            </p:nvSpPr>
            <p:spPr>
              <a:xfrm>
                <a:off x="23055461" y="2295525"/>
                <a:ext cx="15379" cy="276225"/>
              </a:xfrm>
              <a:prstGeom prst="rect">
                <a:avLst/>
              </a:prstGeom>
              <a:solidFill>
                <a:srgbClr val="48B69B"/>
              </a:solidFill>
              <a:ln w="0">
                <a:noFill/>
                <a:prstDash val="solid"/>
              </a:ln>
            </p:spPr>
          </p:sp>
          <p:sp>
            <p:nvSpPr>
              <p:cNvPr id="1903" name="four:time-step-strips:time-strip-tᵦ-cell-119:1903">
                <a:extLst>
                  <a:ext uri="{FF2B5EF4-FFF2-40B4-BE49-F238E27FC236}">
                    <ns2:creationId id="{84F53162-B9BC-45F5-AFF2-CC449B251A5B}"/>
                  </a:ext>
                </a:extLst>
              </p:cNvPr>
              <p:cNvSpPr>
                <a:spLocks noGrp="1"/>
              </p:cNvSpPr>
              <p:nvPr/>
            </p:nvSpPr>
            <p:spPr>
              <a:xfrm>
                <a:off x="23070840" y="2295525"/>
                <a:ext cx="15379" cy="276225"/>
              </a:xfrm>
              <a:prstGeom prst="rect">
                <a:avLst/>
              </a:prstGeom>
              <a:solidFill>
                <a:srgbClr val="2EAE8D"/>
              </a:solidFill>
              <a:ln w="0">
                <a:noFill/>
                <a:prstDash val="solid"/>
              </a:ln>
            </p:spPr>
          </p:sp>
          <p:sp>
            <p:nvSpPr>
              <p:cNvPr id="1904" name="four:time-step-strips:time-strip-tᵦ-cell-120:1904">
                <a:extLst>
                  <a:ext uri="{FF2B5EF4-FFF2-40B4-BE49-F238E27FC236}">
                    <ns2:creationId id="{B829C7A5-CA0A-41B7-B204-C050ECC7DAB1}"/>
                  </a:ext>
                </a:extLst>
              </p:cNvPr>
              <p:cNvSpPr>
                <a:spLocks noGrp="1"/>
              </p:cNvSpPr>
              <p:nvPr/>
            </p:nvSpPr>
            <p:spPr>
              <a:xfrm>
                <a:off x="23086219" y="2295525"/>
                <a:ext cx="15379" cy="276225"/>
              </a:xfrm>
              <a:prstGeom prst="rect">
                <a:avLst/>
              </a:prstGeom>
              <a:solidFill>
                <a:srgbClr val="1AA781"/>
              </a:solidFill>
              <a:ln w="0">
                <a:noFill/>
                <a:prstDash val="solid"/>
              </a:ln>
            </p:spPr>
          </p:sp>
          <p:sp>
            <p:nvSpPr>
              <p:cNvPr id="1905" name="four:time-step-strips:time-strip-tᵦ-cell-121:1905">
                <a:extLst>
                  <a:ext uri="{FF2B5EF4-FFF2-40B4-BE49-F238E27FC236}">
                    <ns2:creationId id="{AB2647E1-97FA-4C44-AA2E-1C8B657C82B7}"/>
                  </a:ext>
                </a:extLst>
              </p:cNvPr>
              <p:cNvSpPr>
                <a:spLocks noGrp="1"/>
              </p:cNvSpPr>
              <p:nvPr/>
            </p:nvSpPr>
            <p:spPr>
              <a:xfrm>
                <a:off x="23101598" y="2295525"/>
                <a:ext cx="15379" cy="276225"/>
              </a:xfrm>
              <a:prstGeom prst="rect">
                <a:avLst/>
              </a:prstGeom>
              <a:solidFill>
                <a:srgbClr val="07A177"/>
              </a:solidFill>
              <a:ln w="0">
                <a:noFill/>
                <a:prstDash val="solid"/>
              </a:ln>
            </p:spPr>
          </p:sp>
          <p:sp>
            <p:nvSpPr>
              <p:cNvPr id="1906" name="four:time-step-strips:time-strip-tᵦ-cell-122:1906">
                <a:extLst>
                  <a:ext uri="{FF2B5EF4-FFF2-40B4-BE49-F238E27FC236}">
                    <ns2:creationId id="{493834B0-6FD2-4511-A807-E95C428E0B5D}"/>
                  </a:ext>
                </a:extLst>
              </p:cNvPr>
              <p:cNvSpPr>
                <a:spLocks noGrp="1"/>
              </p:cNvSpPr>
              <p:nvPr/>
            </p:nvSpPr>
            <p:spPr>
              <a:xfrm>
                <a:off x="23116977" y="2295525"/>
                <a:ext cx="15379" cy="276225"/>
              </a:xfrm>
              <a:prstGeom prst="rect">
                <a:avLst/>
              </a:prstGeom>
              <a:solidFill>
                <a:srgbClr val="009E73"/>
              </a:solidFill>
              <a:ln w="0">
                <a:noFill/>
                <a:prstDash val="solid"/>
              </a:ln>
            </p:spPr>
          </p:sp>
          <p:sp>
            <p:nvSpPr>
              <p:cNvPr id="1907" name="four:time-step-strips:time-strip-tᵦ-cell-123:1907">
                <a:extLst>
                  <a:ext uri="{FF2B5EF4-FFF2-40B4-BE49-F238E27FC236}">
                    <ns2:creationId id="{130BE74D-5AA5-4E4C-91DB-9A114FB5B658}"/>
                  </a:ext>
                </a:extLst>
              </p:cNvPr>
              <p:cNvSpPr>
                <a:spLocks noGrp="1"/>
              </p:cNvSpPr>
              <p:nvPr/>
            </p:nvSpPr>
            <p:spPr>
              <a:xfrm>
                <a:off x="23132355" y="2295525"/>
                <a:ext cx="15379" cy="276225"/>
              </a:xfrm>
              <a:prstGeom prst="rect">
                <a:avLst/>
              </a:prstGeom>
              <a:solidFill>
                <a:srgbClr val="009E73"/>
              </a:solidFill>
              <a:ln w="0">
                <a:noFill/>
                <a:prstDash val="solid"/>
              </a:ln>
            </p:spPr>
          </p:sp>
          <p:sp>
            <p:nvSpPr>
              <p:cNvPr id="1908" name="four:time-step-strips:time-strip-tᵦ-cell-124:1908">
                <a:extLst>
                  <a:ext uri="{FF2B5EF4-FFF2-40B4-BE49-F238E27FC236}">
                    <ns2:creationId id="{ECEA4EAC-74F8-45F6-9E34-7E82449AD402}"/>
                  </a:ext>
                </a:extLst>
              </p:cNvPr>
              <p:cNvSpPr>
                <a:spLocks noGrp="1"/>
              </p:cNvSpPr>
              <p:nvPr/>
            </p:nvSpPr>
            <p:spPr>
              <a:xfrm>
                <a:off x="23147734" y="2295525"/>
                <a:ext cx="15379" cy="276225"/>
              </a:xfrm>
              <a:prstGeom prst="rect">
                <a:avLst/>
              </a:prstGeom>
              <a:solidFill>
                <a:srgbClr val="009E73"/>
              </a:solidFill>
              <a:ln w="0">
                <a:noFill/>
                <a:prstDash val="solid"/>
              </a:ln>
            </p:spPr>
          </p:sp>
          <p:sp>
            <p:nvSpPr>
              <p:cNvPr id="1909" name="four:time-step-strips:time-strip-tᵦ-cell-125:1909">
                <a:extLst>
                  <a:ext uri="{FF2B5EF4-FFF2-40B4-BE49-F238E27FC236}">
                    <ns2:creationId id="{A677C6FB-EF6D-4CC3-8AF7-8C0A25467590}"/>
                  </a:ext>
                </a:extLst>
              </p:cNvPr>
              <p:cNvSpPr>
                <a:spLocks noGrp="1"/>
              </p:cNvSpPr>
              <p:nvPr/>
            </p:nvSpPr>
            <p:spPr>
              <a:xfrm>
                <a:off x="23163113" y="2295525"/>
                <a:ext cx="15379" cy="276225"/>
              </a:xfrm>
              <a:prstGeom prst="rect">
                <a:avLst/>
              </a:prstGeom>
              <a:solidFill>
                <a:srgbClr val="009E73"/>
              </a:solidFill>
              <a:ln w="0">
                <a:noFill/>
                <a:prstDash val="solid"/>
              </a:ln>
            </p:spPr>
          </p:sp>
          <p:sp>
            <p:nvSpPr>
              <p:cNvPr id="1910" name="four:time-step-strips:time-strip-tᵦ-cell-126:1910">
                <a:extLst>
                  <a:ext uri="{FF2B5EF4-FFF2-40B4-BE49-F238E27FC236}">
                    <ns2:creationId id="{0EE7C283-D678-4749-841A-8B592E340A73}"/>
                  </a:ext>
                </a:extLst>
              </p:cNvPr>
              <p:cNvSpPr>
                <a:spLocks noGrp="1"/>
              </p:cNvSpPr>
              <p:nvPr/>
            </p:nvSpPr>
            <p:spPr>
              <a:xfrm>
                <a:off x="23178492" y="2295525"/>
                <a:ext cx="15379" cy="276225"/>
              </a:xfrm>
              <a:prstGeom prst="rect">
                <a:avLst/>
              </a:prstGeom>
              <a:solidFill>
                <a:srgbClr val="009E73"/>
              </a:solidFill>
              <a:ln w="0">
                <a:noFill/>
                <a:prstDash val="solid"/>
              </a:ln>
            </p:spPr>
          </p:sp>
          <p:sp>
            <p:nvSpPr>
              <p:cNvPr id="1911" name="four:time-step-strips:time-strip-tᵦ-cell-127:1911">
                <a:extLst>
                  <a:ext uri="{FF2B5EF4-FFF2-40B4-BE49-F238E27FC236}">
                    <ns2:creationId id="{887E4ABE-1DE6-413A-9792-6F6111324C19}"/>
                  </a:ext>
                </a:extLst>
              </p:cNvPr>
              <p:cNvSpPr>
                <a:spLocks noGrp="1"/>
              </p:cNvSpPr>
              <p:nvPr/>
            </p:nvSpPr>
            <p:spPr>
              <a:xfrm>
                <a:off x="23193871" y="2295525"/>
                <a:ext cx="15379" cy="276225"/>
              </a:xfrm>
              <a:prstGeom prst="rect">
                <a:avLst/>
              </a:prstGeom>
              <a:solidFill>
                <a:srgbClr val="009E73"/>
              </a:solidFill>
              <a:ln w="0">
                <a:noFill/>
                <a:prstDash val="solid"/>
              </a:ln>
            </p:spPr>
          </p:sp>
          <p:sp>
            <p:nvSpPr>
              <p:cNvPr id="1912" name="four:time-step-strips:time-strip-tᵦ-cell-128:1912">
                <a:extLst>
                  <a:ext uri="{FF2B5EF4-FFF2-40B4-BE49-F238E27FC236}">
                    <ns2:creationId id="{30DBA507-F4E0-4FC4-94CB-C59B366B923D}"/>
                  </a:ext>
                </a:extLst>
              </p:cNvPr>
              <p:cNvSpPr>
                <a:spLocks noGrp="1"/>
              </p:cNvSpPr>
              <p:nvPr/>
            </p:nvSpPr>
            <p:spPr>
              <a:xfrm>
                <a:off x="23209250" y="2295525"/>
                <a:ext cx="15379" cy="276225"/>
              </a:xfrm>
              <a:prstGeom prst="rect">
                <a:avLst/>
              </a:prstGeom>
              <a:solidFill>
                <a:srgbClr val="009E73"/>
              </a:solidFill>
              <a:ln w="0">
                <a:noFill/>
                <a:prstDash val="solid"/>
              </a:ln>
            </p:spPr>
          </p:sp>
          <p:sp>
            <p:nvSpPr>
              <p:cNvPr id="1913" name="four:time-step-strips:time-strip-tᵦ-cell-129:1913">
                <a:extLst>
                  <a:ext uri="{FF2B5EF4-FFF2-40B4-BE49-F238E27FC236}">
                    <ns2:creationId id="{7DD2C6D2-56E6-4C92-B630-A7F75A74BA7C}"/>
                  </a:ext>
                </a:extLst>
              </p:cNvPr>
              <p:cNvSpPr>
                <a:spLocks noGrp="1"/>
              </p:cNvSpPr>
              <p:nvPr/>
            </p:nvSpPr>
            <p:spPr>
              <a:xfrm>
                <a:off x="23224629" y="2295525"/>
                <a:ext cx="15379" cy="276225"/>
              </a:xfrm>
              <a:prstGeom prst="rect">
                <a:avLst/>
              </a:prstGeom>
              <a:solidFill>
                <a:srgbClr val="009E73"/>
              </a:solidFill>
              <a:ln w="0">
                <a:noFill/>
                <a:prstDash val="solid"/>
              </a:ln>
            </p:spPr>
          </p:sp>
          <p:sp>
            <p:nvSpPr>
              <p:cNvPr id="1914" name="four:time-step-strips:time-strip-tᵦ-cell-130:1914">
                <a:extLst>
                  <a:ext uri="{FF2B5EF4-FFF2-40B4-BE49-F238E27FC236}">
                    <ns2:creationId id="{D8393440-7090-404E-ABDE-B3C809F3144C}"/>
                  </a:ext>
                </a:extLst>
              </p:cNvPr>
              <p:cNvSpPr>
                <a:spLocks noGrp="1"/>
              </p:cNvSpPr>
              <p:nvPr/>
            </p:nvSpPr>
            <p:spPr>
              <a:xfrm>
                <a:off x="23240008" y="2295525"/>
                <a:ext cx="15379" cy="276225"/>
              </a:xfrm>
              <a:prstGeom prst="rect">
                <a:avLst/>
              </a:prstGeom>
              <a:solidFill>
                <a:srgbClr val="009E73"/>
              </a:solidFill>
              <a:ln w="0">
                <a:noFill/>
                <a:prstDash val="solid"/>
              </a:ln>
            </p:spPr>
          </p:sp>
          <p:sp>
            <p:nvSpPr>
              <p:cNvPr id="1915" name="four:time-step-strips:time-strip-tᵦ-cell-131:1915">
                <a:extLst>
                  <a:ext uri="{FF2B5EF4-FFF2-40B4-BE49-F238E27FC236}">
                    <ns2:creationId id="{C31E4D0D-291E-43B0-89C1-05EE73730F5B}"/>
                  </a:ext>
                </a:extLst>
              </p:cNvPr>
              <p:cNvSpPr>
                <a:spLocks noGrp="1"/>
              </p:cNvSpPr>
              <p:nvPr/>
            </p:nvSpPr>
            <p:spPr>
              <a:xfrm>
                <a:off x="23255387" y="2295525"/>
                <a:ext cx="15379" cy="276225"/>
              </a:xfrm>
              <a:prstGeom prst="rect">
                <a:avLst/>
              </a:prstGeom>
              <a:solidFill>
                <a:srgbClr val="009E73"/>
              </a:solidFill>
              <a:ln w="0">
                <a:noFill/>
                <a:prstDash val="solid"/>
              </a:ln>
            </p:spPr>
          </p:sp>
          <p:sp>
            <p:nvSpPr>
              <p:cNvPr id="1916" name="four:time-step-strips:time-strip-tᵦ-cell-132:1916">
                <a:extLst>
                  <a:ext uri="{FF2B5EF4-FFF2-40B4-BE49-F238E27FC236}">
                    <ns2:creationId id="{1DBAA69D-A9F2-4C0B-83D3-A733069766DF}"/>
                  </a:ext>
                </a:extLst>
              </p:cNvPr>
              <p:cNvSpPr>
                <a:spLocks noGrp="1"/>
              </p:cNvSpPr>
              <p:nvPr/>
            </p:nvSpPr>
            <p:spPr>
              <a:xfrm>
                <a:off x="23270766" y="2295525"/>
                <a:ext cx="15379" cy="276225"/>
              </a:xfrm>
              <a:prstGeom prst="rect">
                <a:avLst/>
              </a:prstGeom>
              <a:solidFill>
                <a:srgbClr val="06A076"/>
              </a:solidFill>
              <a:ln w="0">
                <a:noFill/>
                <a:prstDash val="solid"/>
              </a:ln>
            </p:spPr>
          </p:sp>
          <p:sp>
            <p:nvSpPr>
              <p:cNvPr id="1917" name="four:time-step-strips:time-strip-tᵦ-cell-133:1917">
                <a:extLst>
                  <a:ext uri="{FF2B5EF4-FFF2-40B4-BE49-F238E27FC236}">
                    <ns2:creationId id="{38CD8558-E3D4-4CBC-99BE-8B7079ECFC39}"/>
                  </a:ext>
                </a:extLst>
              </p:cNvPr>
              <p:cNvSpPr>
                <a:spLocks noGrp="1"/>
              </p:cNvSpPr>
              <p:nvPr/>
            </p:nvSpPr>
            <p:spPr>
              <a:xfrm>
                <a:off x="23286145" y="2295525"/>
                <a:ext cx="15379" cy="276225"/>
              </a:xfrm>
              <a:prstGeom prst="rect">
                <a:avLst/>
              </a:prstGeom>
              <a:solidFill>
                <a:srgbClr val="1DA883"/>
              </a:solidFill>
              <a:ln w="0">
                <a:noFill/>
                <a:prstDash val="solid"/>
              </a:ln>
            </p:spPr>
          </p:sp>
          <p:sp>
            <p:nvSpPr>
              <p:cNvPr id="1918" name="four:time-step-strips:time-strip-tᵦ-cell-134:1918">
                <a:extLst>
                  <a:ext uri="{FF2B5EF4-FFF2-40B4-BE49-F238E27FC236}">
                    <ns2:creationId id="{2D52F353-9909-4595-9EED-4717BD53613F}"/>
                  </a:ext>
                </a:extLst>
              </p:cNvPr>
              <p:cNvSpPr>
                <a:spLocks noGrp="1"/>
              </p:cNvSpPr>
              <p:nvPr/>
            </p:nvSpPr>
            <p:spPr>
              <a:xfrm>
                <a:off x="23301523" y="2295525"/>
                <a:ext cx="15379" cy="276225"/>
              </a:xfrm>
              <a:prstGeom prst="rect">
                <a:avLst/>
              </a:prstGeom>
              <a:solidFill>
                <a:srgbClr val="40B396"/>
              </a:solidFill>
              <a:ln w="0">
                <a:noFill/>
                <a:prstDash val="solid"/>
              </a:ln>
            </p:spPr>
          </p:sp>
          <p:sp>
            <p:nvSpPr>
              <p:cNvPr id="1919" name="four:time-step-strips:time-strip-tᵦ-cell-135:1919">
                <a:extLst>
                  <a:ext uri="{FF2B5EF4-FFF2-40B4-BE49-F238E27FC236}">
                    <ns2:creationId id="{1AEDAD33-3875-4F28-9E18-0AD59BA00827}"/>
                  </a:ext>
                </a:extLst>
              </p:cNvPr>
              <p:cNvSpPr>
                <a:spLocks noGrp="1"/>
              </p:cNvSpPr>
              <p:nvPr/>
            </p:nvSpPr>
            <p:spPr>
              <a:xfrm>
                <a:off x="23316902" y="2295525"/>
                <a:ext cx="15379" cy="276225"/>
              </a:xfrm>
              <a:prstGeom prst="rect">
                <a:avLst/>
              </a:prstGeom>
              <a:solidFill>
                <a:srgbClr val="6AC2AE"/>
              </a:solidFill>
              <a:ln w="0">
                <a:noFill/>
                <a:prstDash val="solid"/>
              </a:ln>
            </p:spPr>
          </p:sp>
          <p:sp>
            <p:nvSpPr>
              <p:cNvPr id="1920" name="four:time-step-strips:time-strip-tᵦ-cell-136:1920">
                <a:extLst>
                  <a:ext uri="{FF2B5EF4-FFF2-40B4-BE49-F238E27FC236}">
                    <ns2:creationId id="{76679366-23FE-4832-9149-76F10F69AFB8}"/>
                  </a:ext>
                </a:extLst>
              </p:cNvPr>
              <p:cNvSpPr>
                <a:spLocks noGrp="1"/>
              </p:cNvSpPr>
              <p:nvPr/>
            </p:nvSpPr>
            <p:spPr>
              <a:xfrm>
                <a:off x="23332281" y="2295525"/>
                <a:ext cx="15379" cy="276225"/>
              </a:xfrm>
              <a:prstGeom prst="rect">
                <a:avLst/>
              </a:prstGeom>
              <a:solidFill>
                <a:srgbClr val="93D0C5"/>
              </a:solidFill>
              <a:ln w="0">
                <a:noFill/>
                <a:prstDash val="solid"/>
              </a:ln>
            </p:spPr>
          </p:sp>
          <p:sp>
            <p:nvSpPr>
              <p:cNvPr id="1921" name="four:time-step-strips:time-strip-tᵦ-cell-137:1921">
                <a:extLst>
                  <a:ext uri="{FF2B5EF4-FFF2-40B4-BE49-F238E27FC236}">
                    <ns2:creationId id="{F7B8CB35-DBDC-4939-AFD6-F867013E9D70}"/>
                  </a:ext>
                </a:extLst>
              </p:cNvPr>
              <p:cNvSpPr>
                <a:spLocks noGrp="1"/>
              </p:cNvSpPr>
              <p:nvPr/>
            </p:nvSpPr>
            <p:spPr>
              <a:xfrm>
                <a:off x="23347660" y="2295525"/>
                <a:ext cx="15379" cy="276225"/>
              </a:xfrm>
              <a:prstGeom prst="rect">
                <a:avLst/>
              </a:prstGeom>
              <a:solidFill>
                <a:srgbClr val="B8DCD9"/>
              </a:solidFill>
              <a:ln w="0">
                <a:noFill/>
                <a:prstDash val="solid"/>
              </a:ln>
            </p:spPr>
          </p:sp>
          <p:sp>
            <p:nvSpPr>
              <p:cNvPr id="1922" name="four:time-step-strips:time-strip-tᵦ-cell-138:1922">
                <a:extLst>
                  <a:ext uri="{FF2B5EF4-FFF2-40B4-BE49-F238E27FC236}">
                    <ns2:creationId id="{0235F7DF-7725-4D3F-A2C2-966903D09A9B}"/>
                  </a:ext>
                </a:extLst>
              </p:cNvPr>
              <p:cNvSpPr>
                <a:spLocks noGrp="1"/>
              </p:cNvSpPr>
              <p:nvPr/>
            </p:nvSpPr>
            <p:spPr>
              <a:xfrm>
                <a:off x="23363039" y="2295525"/>
                <a:ext cx="15379" cy="276225"/>
              </a:xfrm>
              <a:prstGeom prst="rect">
                <a:avLst/>
              </a:prstGeom>
              <a:solidFill>
                <a:srgbClr val="D9E4EB"/>
              </a:solidFill>
              <a:ln w="0">
                <a:noFill/>
                <a:prstDash val="solid"/>
              </a:ln>
            </p:spPr>
          </p:sp>
          <p:sp>
            <p:nvSpPr>
              <p:cNvPr id="1923" name="four:time-step-strips:time-strip-tᵦ-cell-139:1923">
                <a:extLst>
                  <a:ext uri="{FF2B5EF4-FFF2-40B4-BE49-F238E27FC236}">
                    <ns2:creationId id="{F3A5BE05-51D3-48FE-BDAD-1B46A0809C0A}"/>
                  </a:ext>
                </a:extLst>
              </p:cNvPr>
              <p:cNvSpPr>
                <a:spLocks noGrp="1"/>
              </p:cNvSpPr>
              <p:nvPr/>
            </p:nvSpPr>
            <p:spPr>
              <a:xfrm>
                <a:off x="23378418" y="2295525"/>
                <a:ext cx="15379" cy="276225"/>
              </a:xfrm>
              <a:prstGeom prst="rect">
                <a:avLst/>
              </a:prstGeom>
              <a:solidFill>
                <a:srgbClr val="DCE8ED"/>
              </a:solidFill>
              <a:ln w="0">
                <a:noFill/>
                <a:prstDash val="solid"/>
              </a:ln>
            </p:spPr>
          </p:sp>
          <p:sp>
            <p:nvSpPr>
              <p:cNvPr id="1924" name="four:time-step-strips:time-strip-tᵦ-cell-140:1924">
                <a:extLst>
                  <a:ext uri="{FF2B5EF4-FFF2-40B4-BE49-F238E27FC236}">
                    <ns2:creationId id="{419BE0BC-151D-4531-8AD5-1B342EA0EAFA}"/>
                  </a:ext>
                </a:extLst>
              </p:cNvPr>
              <p:cNvSpPr>
                <a:spLocks noGrp="1"/>
              </p:cNvSpPr>
              <p:nvPr/>
            </p:nvSpPr>
            <p:spPr>
              <a:xfrm>
                <a:off x="23393797" y="2295525"/>
                <a:ext cx="15379" cy="276225"/>
              </a:xfrm>
              <a:prstGeom prst="rect">
                <a:avLst/>
              </a:prstGeom>
              <a:solidFill>
                <a:srgbClr val="DCE8ED"/>
              </a:solidFill>
              <a:ln w="0">
                <a:noFill/>
                <a:prstDash val="solid"/>
              </a:ln>
            </p:spPr>
          </p:sp>
          <p:sp>
            <p:nvSpPr>
              <p:cNvPr id="1925" name="four:time-step-strips:time-strip-tᵦ-cell-141:1925">
                <a:extLst>
                  <a:ext uri="{FF2B5EF4-FFF2-40B4-BE49-F238E27FC236}">
                    <ns2:creationId id="{5F20FF70-4129-4A51-9191-8020913B426B}"/>
                  </a:ext>
                </a:extLst>
              </p:cNvPr>
              <p:cNvSpPr>
                <a:spLocks noGrp="1"/>
              </p:cNvSpPr>
              <p:nvPr/>
            </p:nvSpPr>
            <p:spPr>
              <a:xfrm>
                <a:off x="23409176" y="2295525"/>
                <a:ext cx="15379" cy="276225"/>
              </a:xfrm>
              <a:prstGeom prst="rect">
                <a:avLst/>
              </a:prstGeom>
              <a:solidFill>
                <a:srgbClr val="DCE8ED"/>
              </a:solidFill>
              <a:ln w="0">
                <a:noFill/>
                <a:prstDash val="solid"/>
              </a:ln>
            </p:spPr>
          </p:sp>
          <p:sp>
            <p:nvSpPr>
              <p:cNvPr id="1926" name="four:time-step-strips:time-strip-tᵦ-cell-142:1926">
                <a:extLst>
                  <a:ext uri="{FF2B5EF4-FFF2-40B4-BE49-F238E27FC236}">
                    <ns2:creationId id="{1A0989F9-E0C6-4B49-AB18-8F1D7BF1181A}"/>
                  </a:ext>
                </a:extLst>
              </p:cNvPr>
              <p:cNvSpPr>
                <a:spLocks noGrp="1"/>
              </p:cNvSpPr>
              <p:nvPr/>
            </p:nvSpPr>
            <p:spPr>
              <a:xfrm>
                <a:off x="23424555" y="2295525"/>
                <a:ext cx="15379" cy="276225"/>
              </a:xfrm>
              <a:prstGeom prst="rect">
                <a:avLst/>
              </a:prstGeom>
              <a:solidFill>
                <a:srgbClr val="DCE8ED"/>
              </a:solidFill>
              <a:ln w="0">
                <a:noFill/>
                <a:prstDash val="solid"/>
              </a:ln>
            </p:spPr>
          </p:sp>
          <p:sp>
            <p:nvSpPr>
              <p:cNvPr id="1927" name="four:time-step-strips:time-strip-tᵦ-cell-143:1927">
                <a:extLst>
                  <a:ext uri="{FF2B5EF4-FFF2-40B4-BE49-F238E27FC236}">
                    <ns2:creationId id="{5D7DAE3D-11E2-4C07-A1F4-6BE6908F3C7E}"/>
                  </a:ext>
                </a:extLst>
              </p:cNvPr>
              <p:cNvSpPr>
                <a:spLocks noGrp="1"/>
              </p:cNvSpPr>
              <p:nvPr/>
            </p:nvSpPr>
            <p:spPr>
              <a:xfrm>
                <a:off x="23439934" y="2295525"/>
                <a:ext cx="15379" cy="276225"/>
              </a:xfrm>
              <a:prstGeom prst="rect">
                <a:avLst/>
              </a:prstGeom>
              <a:solidFill>
                <a:srgbClr val="DCE8ED"/>
              </a:solidFill>
              <a:ln w="0">
                <a:noFill/>
                <a:prstDash val="solid"/>
              </a:ln>
            </p:spPr>
          </p:sp>
          <p:sp>
            <p:nvSpPr>
              <p:cNvPr id="1928" name="four:time-step-strips:time-strip-tᵦ-cell-144:1928">
                <a:extLst>
                  <a:ext uri="{FF2B5EF4-FFF2-40B4-BE49-F238E27FC236}">
                    <ns2:creationId id="{B0FB32EA-E288-4267-9E05-0090056CEC54}"/>
                  </a:ext>
                </a:extLst>
              </p:cNvPr>
              <p:cNvSpPr>
                <a:spLocks noGrp="1"/>
              </p:cNvSpPr>
              <p:nvPr/>
            </p:nvSpPr>
            <p:spPr>
              <a:xfrm>
                <a:off x="23455313" y="2295525"/>
                <a:ext cx="15379" cy="276225"/>
              </a:xfrm>
              <a:prstGeom prst="rect">
                <a:avLst/>
              </a:prstGeom>
              <a:solidFill>
                <a:srgbClr val="DCE8ED"/>
              </a:solidFill>
              <a:ln w="0">
                <a:noFill/>
                <a:prstDash val="solid"/>
              </a:ln>
            </p:spPr>
          </p:sp>
          <p:sp>
            <p:nvSpPr>
              <p:cNvPr id="1929" name="four:time-step-strips:time-strip-tᵦ-cell-145:1929">
                <a:extLst>
                  <a:ext uri="{FF2B5EF4-FFF2-40B4-BE49-F238E27FC236}">
                    <ns2:creationId id="{910FABE9-36EF-404E-AC4F-61E9211665C8}"/>
                  </a:ext>
                </a:extLst>
              </p:cNvPr>
              <p:cNvSpPr>
                <a:spLocks noGrp="1"/>
              </p:cNvSpPr>
              <p:nvPr/>
            </p:nvSpPr>
            <p:spPr>
              <a:xfrm>
                <a:off x="23470691" y="2295525"/>
                <a:ext cx="15379" cy="276225"/>
              </a:xfrm>
              <a:prstGeom prst="rect">
                <a:avLst/>
              </a:prstGeom>
              <a:solidFill>
                <a:srgbClr val="DCE8ED"/>
              </a:solidFill>
              <a:ln w="0">
                <a:noFill/>
                <a:prstDash val="solid"/>
              </a:ln>
            </p:spPr>
          </p:sp>
          <p:sp>
            <p:nvSpPr>
              <p:cNvPr id="1930" name="four:time-step-strips:time-strip-tᵦ-cell-146:1930">
                <a:extLst>
                  <a:ext uri="{FF2B5EF4-FFF2-40B4-BE49-F238E27FC236}">
                    <ns2:creationId id="{7C9A4943-E5CF-4FFD-B817-909A763F290C}"/>
                  </a:ext>
                </a:extLst>
              </p:cNvPr>
              <p:cNvSpPr>
                <a:spLocks noGrp="1"/>
              </p:cNvSpPr>
              <p:nvPr/>
            </p:nvSpPr>
            <p:spPr>
              <a:xfrm>
                <a:off x="23486070" y="2295525"/>
                <a:ext cx="15379" cy="276225"/>
              </a:xfrm>
              <a:prstGeom prst="rect">
                <a:avLst/>
              </a:prstGeom>
              <a:solidFill>
                <a:srgbClr val="DCE8ED"/>
              </a:solidFill>
              <a:ln w="0">
                <a:noFill/>
                <a:prstDash val="solid"/>
              </a:ln>
            </p:spPr>
          </p:sp>
          <p:sp>
            <p:nvSpPr>
              <p:cNvPr id="1931" name="four:time-step-strips:time-strip-tᵦ-cell-147:1931">
                <a:extLst>
                  <a:ext uri="{FF2B5EF4-FFF2-40B4-BE49-F238E27FC236}">
                    <ns2:creationId id="{322ACFDC-69B8-41D0-9447-A02B36559F29}"/>
                  </a:ext>
                </a:extLst>
              </p:cNvPr>
              <p:cNvSpPr>
                <a:spLocks noGrp="1"/>
              </p:cNvSpPr>
              <p:nvPr/>
            </p:nvSpPr>
            <p:spPr>
              <a:xfrm>
                <a:off x="23501449" y="2295525"/>
                <a:ext cx="15379" cy="276225"/>
              </a:xfrm>
              <a:prstGeom prst="rect">
                <a:avLst/>
              </a:prstGeom>
              <a:solidFill>
                <a:srgbClr val="DCE8ED"/>
              </a:solidFill>
              <a:ln w="0">
                <a:noFill/>
                <a:prstDash val="solid"/>
              </a:ln>
            </p:spPr>
          </p:sp>
          <p:sp>
            <p:nvSpPr>
              <p:cNvPr id="1932" name="four:time-step-strips:time-strip-tᵦ-cell-148:1932">
                <a:extLst>
                  <a:ext uri="{FF2B5EF4-FFF2-40B4-BE49-F238E27FC236}">
                    <ns2:creationId id="{AC0A7A72-DEFC-44C6-B3F9-4445C8BFC4F6}"/>
                  </a:ext>
                </a:extLst>
              </p:cNvPr>
              <p:cNvSpPr>
                <a:spLocks noGrp="1"/>
              </p:cNvSpPr>
              <p:nvPr/>
            </p:nvSpPr>
            <p:spPr>
              <a:xfrm>
                <a:off x="23516828" y="2295525"/>
                <a:ext cx="15379" cy="276225"/>
              </a:xfrm>
              <a:prstGeom prst="rect">
                <a:avLst/>
              </a:prstGeom>
              <a:solidFill>
                <a:srgbClr val="DCE8ED"/>
              </a:solidFill>
              <a:ln w="0">
                <a:noFill/>
                <a:prstDash val="solid"/>
              </a:ln>
            </p:spPr>
          </p:sp>
          <p:sp>
            <p:nvSpPr>
              <p:cNvPr id="1933" name="four:time-step-strips:time-strip-tᵦ-cell-149:1933">
                <a:extLst>
                  <a:ext uri="{FF2B5EF4-FFF2-40B4-BE49-F238E27FC236}">
                    <ns2:creationId id="{97FAB4D4-2EDF-4939-83B8-366A0A58C250}"/>
                  </a:ext>
                </a:extLst>
              </p:cNvPr>
              <p:cNvSpPr>
                <a:spLocks noGrp="1"/>
              </p:cNvSpPr>
              <p:nvPr/>
            </p:nvSpPr>
            <p:spPr>
              <a:xfrm>
                <a:off x="23532207" y="2295525"/>
                <a:ext cx="15379" cy="276225"/>
              </a:xfrm>
              <a:prstGeom prst="rect">
                <a:avLst/>
              </a:prstGeom>
              <a:solidFill>
                <a:srgbClr val="DCE8ED"/>
              </a:solidFill>
              <a:ln w="0">
                <a:noFill/>
                <a:prstDash val="solid"/>
              </a:ln>
            </p:spPr>
          </p:sp>
          <p:sp>
            <p:nvSpPr>
              <p:cNvPr id="1934" name="four:time-step-strips:time-strip-tᵦ-cell-150:1934">
                <a:extLst>
                  <a:ext uri="{FF2B5EF4-FFF2-40B4-BE49-F238E27FC236}">
                    <ns2:creationId id="{055DDCCE-4D76-4908-9485-66F3651D763F}"/>
                  </a:ext>
                </a:extLst>
              </p:cNvPr>
              <p:cNvSpPr>
                <a:spLocks noGrp="1"/>
              </p:cNvSpPr>
              <p:nvPr/>
            </p:nvSpPr>
            <p:spPr>
              <a:xfrm>
                <a:off x="23547586" y="2295525"/>
                <a:ext cx="15379" cy="276225"/>
              </a:xfrm>
              <a:prstGeom prst="rect">
                <a:avLst/>
              </a:prstGeom>
              <a:solidFill>
                <a:srgbClr val="DCE8ED"/>
              </a:solidFill>
              <a:ln w="0">
                <a:noFill/>
                <a:prstDash val="solid"/>
              </a:ln>
            </p:spPr>
          </p:sp>
          <p:sp>
            <p:nvSpPr>
              <p:cNvPr id="1935" name="four:time-step-strips:time-strip-tᵦ-cell-151:1935">
                <a:extLst>
                  <a:ext uri="{FF2B5EF4-FFF2-40B4-BE49-F238E27FC236}">
                    <ns2:creationId id="{C26A5F3D-2F43-4DBB-81D8-7A40F70B1064}"/>
                  </a:ext>
                </a:extLst>
              </p:cNvPr>
              <p:cNvSpPr>
                <a:spLocks noGrp="1"/>
              </p:cNvSpPr>
              <p:nvPr/>
            </p:nvSpPr>
            <p:spPr>
              <a:xfrm>
                <a:off x="23562965" y="2295525"/>
                <a:ext cx="15379" cy="276225"/>
              </a:xfrm>
              <a:prstGeom prst="rect">
                <a:avLst/>
              </a:prstGeom>
              <a:solidFill>
                <a:srgbClr val="DCE8ED"/>
              </a:solidFill>
              <a:ln w="0">
                <a:noFill/>
                <a:prstDash val="solid"/>
              </a:ln>
            </p:spPr>
          </p:sp>
          <p:sp>
            <p:nvSpPr>
              <p:cNvPr id="1936" name="four:time-step-strips:time-strip-tᵦ-cell-152:1936">
                <a:extLst>
                  <a:ext uri="{FF2B5EF4-FFF2-40B4-BE49-F238E27FC236}">
                    <ns2:creationId id="{2B6AC17E-0F37-415E-B88A-37944B97A560}"/>
                  </a:ext>
                </a:extLst>
              </p:cNvPr>
              <p:cNvSpPr>
                <a:spLocks noGrp="1"/>
              </p:cNvSpPr>
              <p:nvPr/>
            </p:nvSpPr>
            <p:spPr>
              <a:xfrm>
                <a:off x="23578344" y="2295525"/>
                <a:ext cx="15379" cy="276225"/>
              </a:xfrm>
              <a:prstGeom prst="rect">
                <a:avLst/>
              </a:prstGeom>
              <a:solidFill>
                <a:srgbClr val="DCE8ED"/>
              </a:solidFill>
              <a:ln w="0">
                <a:noFill/>
                <a:prstDash val="solid"/>
              </a:ln>
            </p:spPr>
          </p:sp>
          <p:sp>
            <p:nvSpPr>
              <p:cNvPr id="1937" name="four:time-step-strips:time-strip-tᵦ-cell-153:1937">
                <a:extLst>
                  <a:ext uri="{FF2B5EF4-FFF2-40B4-BE49-F238E27FC236}">
                    <ns2:creationId id="{A468D377-A791-4AFD-9484-101AC3D2ACCD}"/>
                  </a:ext>
                </a:extLst>
              </p:cNvPr>
              <p:cNvSpPr>
                <a:spLocks noGrp="1"/>
              </p:cNvSpPr>
              <p:nvPr/>
            </p:nvSpPr>
            <p:spPr>
              <a:xfrm>
                <a:off x="23593723" y="2295525"/>
                <a:ext cx="15379" cy="276225"/>
              </a:xfrm>
              <a:prstGeom prst="rect">
                <a:avLst/>
              </a:prstGeom>
              <a:solidFill>
                <a:srgbClr val="DCE8ED"/>
              </a:solidFill>
              <a:ln w="0">
                <a:noFill/>
                <a:prstDash val="solid"/>
              </a:ln>
            </p:spPr>
          </p:sp>
          <p:sp>
            <p:nvSpPr>
              <p:cNvPr id="1938" name="four:time-step-strips:time-strip-tᵦ-cell-154:1938">
                <a:extLst>
                  <a:ext uri="{FF2B5EF4-FFF2-40B4-BE49-F238E27FC236}">
                    <ns2:creationId id="{0A93DEA9-CB91-4E30-AD65-AC3E8079765B}"/>
                  </a:ext>
                </a:extLst>
              </p:cNvPr>
              <p:cNvSpPr>
                <a:spLocks noGrp="1"/>
              </p:cNvSpPr>
              <p:nvPr/>
            </p:nvSpPr>
            <p:spPr>
              <a:xfrm>
                <a:off x="23609102" y="2295525"/>
                <a:ext cx="15379" cy="276225"/>
              </a:xfrm>
              <a:prstGeom prst="rect">
                <a:avLst/>
              </a:prstGeom>
              <a:solidFill>
                <a:srgbClr val="DCE8ED"/>
              </a:solidFill>
              <a:ln w="0">
                <a:noFill/>
                <a:prstDash val="solid"/>
              </a:ln>
            </p:spPr>
          </p:sp>
          <p:sp>
            <p:nvSpPr>
              <p:cNvPr id="1939" name="four:time-step-strips:time-strip-tᵦ-cell-155:1939">
                <a:extLst>
                  <a:ext uri="{FF2B5EF4-FFF2-40B4-BE49-F238E27FC236}">
                    <ns2:creationId id="{EF6BBC8F-3DFA-492E-A33B-F7B43A7F9070}"/>
                  </a:ext>
                </a:extLst>
              </p:cNvPr>
              <p:cNvSpPr>
                <a:spLocks noGrp="1"/>
              </p:cNvSpPr>
              <p:nvPr/>
            </p:nvSpPr>
            <p:spPr>
              <a:xfrm>
                <a:off x="23624480" y="2295525"/>
                <a:ext cx="15379" cy="276225"/>
              </a:xfrm>
              <a:prstGeom prst="rect">
                <a:avLst/>
              </a:prstGeom>
              <a:solidFill>
                <a:srgbClr val="DCE8ED"/>
              </a:solidFill>
              <a:ln w="0">
                <a:noFill/>
                <a:prstDash val="solid"/>
              </a:ln>
            </p:spPr>
          </p:sp>
          <p:sp>
            <p:nvSpPr>
              <p:cNvPr id="1940" name="four:time-step-strips:time-strip-tᵦ-cell-156:1940">
                <a:extLst>
                  <a:ext uri="{FF2B5EF4-FFF2-40B4-BE49-F238E27FC236}">
                    <ns2:creationId id="{AE5C99EB-1462-461D-B246-C1FDE4B4B382}"/>
                  </a:ext>
                </a:extLst>
              </p:cNvPr>
              <p:cNvSpPr>
                <a:spLocks noGrp="1"/>
              </p:cNvSpPr>
              <p:nvPr/>
            </p:nvSpPr>
            <p:spPr>
              <a:xfrm>
                <a:off x="23639859" y="2295525"/>
                <a:ext cx="15379" cy="276225"/>
              </a:xfrm>
              <a:prstGeom prst="rect">
                <a:avLst/>
              </a:prstGeom>
              <a:solidFill>
                <a:srgbClr val="DCE8ED"/>
              </a:solidFill>
              <a:ln w="0">
                <a:noFill/>
                <a:prstDash val="solid"/>
              </a:ln>
            </p:spPr>
          </p:sp>
          <p:sp>
            <p:nvSpPr>
              <p:cNvPr id="1941" name="four:time-step-strips:time-strip-tᵦ-cell-157:1941">
                <a:extLst>
                  <a:ext uri="{FF2B5EF4-FFF2-40B4-BE49-F238E27FC236}">
                    <ns2:creationId id="{6F73A4D5-B161-4E87-9D94-9BAEFE6395A5}"/>
                  </a:ext>
                </a:extLst>
              </p:cNvPr>
              <p:cNvSpPr>
                <a:spLocks noGrp="1"/>
              </p:cNvSpPr>
              <p:nvPr/>
            </p:nvSpPr>
            <p:spPr>
              <a:xfrm>
                <a:off x="23655238" y="2295525"/>
                <a:ext cx="15379" cy="276225"/>
              </a:xfrm>
              <a:prstGeom prst="rect">
                <a:avLst/>
              </a:prstGeom>
              <a:solidFill>
                <a:srgbClr val="DCE8ED"/>
              </a:solidFill>
              <a:ln w="0">
                <a:noFill/>
                <a:prstDash val="solid"/>
              </a:ln>
            </p:spPr>
          </p:sp>
          <p:sp>
            <p:nvSpPr>
              <p:cNvPr id="1942" name="four:time-step-strips:time-strip-tᵦ-cell-158:1942">
                <a:extLst>
                  <a:ext uri="{FF2B5EF4-FFF2-40B4-BE49-F238E27FC236}">
                    <ns2:creationId id="{5BAA2CE4-04D7-4649-9083-8038AF4A0AAB}"/>
                  </a:ext>
                </a:extLst>
              </p:cNvPr>
              <p:cNvSpPr>
                <a:spLocks noGrp="1"/>
              </p:cNvSpPr>
              <p:nvPr/>
            </p:nvSpPr>
            <p:spPr>
              <a:xfrm>
                <a:off x="23670617" y="2295525"/>
                <a:ext cx="15379" cy="276225"/>
              </a:xfrm>
              <a:prstGeom prst="rect">
                <a:avLst/>
              </a:prstGeom>
              <a:solidFill>
                <a:srgbClr val="DCE8ED"/>
              </a:solidFill>
              <a:ln w="0">
                <a:noFill/>
                <a:prstDash val="solid"/>
              </a:ln>
            </p:spPr>
          </p:sp>
          <p:sp>
            <p:nvSpPr>
              <p:cNvPr id="1943" name="four:time-step-strips:time-strip-tᵦ-cell-159:1943">
                <a:extLst>
                  <a:ext uri="{FF2B5EF4-FFF2-40B4-BE49-F238E27FC236}">
                    <ns2:creationId id="{AB9A11D8-669E-466C-AC82-CCE6E19F20A7}"/>
                  </a:ext>
                </a:extLst>
              </p:cNvPr>
              <p:cNvSpPr>
                <a:spLocks noGrp="1"/>
              </p:cNvSpPr>
              <p:nvPr/>
            </p:nvSpPr>
            <p:spPr>
              <a:xfrm>
                <a:off x="23685996" y="2295525"/>
                <a:ext cx="15379" cy="276225"/>
              </a:xfrm>
              <a:prstGeom prst="rect">
                <a:avLst/>
              </a:prstGeom>
              <a:solidFill>
                <a:srgbClr val="DCE8ED"/>
              </a:solidFill>
              <a:ln w="0">
                <a:noFill/>
                <a:prstDash val="solid"/>
              </a:ln>
            </p:spPr>
          </p:sp>
          <p:sp>
            <p:nvSpPr>
              <p:cNvPr id="1944" name="four:time-step-strips:time-strip-tᵦ-cell-160:1944">
                <a:extLst>
                  <a:ext uri="{FF2B5EF4-FFF2-40B4-BE49-F238E27FC236}">
                    <ns2:creationId id="{021CAC82-A4AA-40DB-947E-D673FA374FFB}"/>
                  </a:ext>
                </a:extLst>
              </p:cNvPr>
              <p:cNvSpPr>
                <a:spLocks noGrp="1"/>
              </p:cNvSpPr>
              <p:nvPr/>
            </p:nvSpPr>
            <p:spPr>
              <a:xfrm>
                <a:off x="23701375" y="2295525"/>
                <a:ext cx="15379" cy="276225"/>
              </a:xfrm>
              <a:prstGeom prst="rect">
                <a:avLst/>
              </a:prstGeom>
              <a:solidFill>
                <a:srgbClr val="DCE8ED"/>
              </a:solidFill>
              <a:ln w="0">
                <a:noFill/>
                <a:prstDash val="solid"/>
              </a:ln>
            </p:spPr>
          </p:sp>
          <p:sp>
            <p:nvSpPr>
              <p:cNvPr id="1945" name="four:time-step-strips:time-strip-tᵦ-cell-161:1945">
                <a:extLst>
                  <a:ext uri="{FF2B5EF4-FFF2-40B4-BE49-F238E27FC236}">
                    <ns2:creationId id="{D8E0671F-5C4B-436E-AD82-9FBB9A80D5E7}"/>
                  </a:ext>
                </a:extLst>
              </p:cNvPr>
              <p:cNvSpPr>
                <a:spLocks noGrp="1"/>
              </p:cNvSpPr>
              <p:nvPr/>
            </p:nvSpPr>
            <p:spPr>
              <a:xfrm>
                <a:off x="23716754" y="2295525"/>
                <a:ext cx="15379" cy="276225"/>
              </a:xfrm>
              <a:prstGeom prst="rect">
                <a:avLst/>
              </a:prstGeom>
              <a:solidFill>
                <a:srgbClr val="DCE8ED"/>
              </a:solidFill>
              <a:ln w="0">
                <a:noFill/>
                <a:prstDash val="solid"/>
              </a:ln>
            </p:spPr>
          </p:sp>
          <p:sp>
            <p:nvSpPr>
              <p:cNvPr id="1946" name="four:time-step-strips:time-strip-tᵦ-cell-162:1946">
                <a:extLst>
                  <a:ext uri="{FF2B5EF4-FFF2-40B4-BE49-F238E27FC236}">
                    <ns2:creationId id="{7D343626-F644-4A56-B35B-CD2CAE386755}"/>
                  </a:ext>
                </a:extLst>
              </p:cNvPr>
              <p:cNvSpPr>
                <a:spLocks noGrp="1"/>
              </p:cNvSpPr>
              <p:nvPr/>
            </p:nvSpPr>
            <p:spPr>
              <a:xfrm>
                <a:off x="23732133" y="2295525"/>
                <a:ext cx="15379" cy="276225"/>
              </a:xfrm>
              <a:prstGeom prst="rect">
                <a:avLst/>
              </a:prstGeom>
              <a:solidFill>
                <a:srgbClr val="DCE8ED"/>
              </a:solidFill>
              <a:ln w="0">
                <a:noFill/>
                <a:prstDash val="solid"/>
              </a:ln>
            </p:spPr>
          </p:sp>
          <p:sp>
            <p:nvSpPr>
              <p:cNvPr id="1947" name="four:time-step-strips:time-strip-tᵦ-cell-163:1947">
                <a:extLst>
                  <a:ext uri="{FF2B5EF4-FFF2-40B4-BE49-F238E27FC236}">
                    <ns2:creationId id="{FEE11B3D-7CEE-475B-B5E1-3E6DD316F483}"/>
                  </a:ext>
                </a:extLst>
              </p:cNvPr>
              <p:cNvSpPr>
                <a:spLocks noGrp="1"/>
              </p:cNvSpPr>
              <p:nvPr/>
            </p:nvSpPr>
            <p:spPr>
              <a:xfrm>
                <a:off x="23747512" y="2295525"/>
                <a:ext cx="15379" cy="276225"/>
              </a:xfrm>
              <a:prstGeom prst="rect">
                <a:avLst/>
              </a:prstGeom>
              <a:solidFill>
                <a:srgbClr val="DCE8ED"/>
              </a:solidFill>
              <a:ln w="0">
                <a:noFill/>
                <a:prstDash val="solid"/>
              </a:ln>
            </p:spPr>
          </p:sp>
          <p:sp>
            <p:nvSpPr>
              <p:cNvPr id="1948" name="four:time-step-strips:time-strip-tᵦ-cell-164:1948">
                <a:extLst>
                  <a:ext uri="{FF2B5EF4-FFF2-40B4-BE49-F238E27FC236}">
                    <ns2:creationId id="{78B65CCE-333D-41CA-BEB0-C58136B6B7C0}"/>
                  </a:ext>
                </a:extLst>
              </p:cNvPr>
              <p:cNvSpPr>
                <a:spLocks noGrp="1"/>
              </p:cNvSpPr>
              <p:nvPr/>
            </p:nvSpPr>
            <p:spPr>
              <a:xfrm>
                <a:off x="23762891" y="2295525"/>
                <a:ext cx="15379" cy="276225"/>
              </a:xfrm>
              <a:prstGeom prst="rect">
                <a:avLst/>
              </a:prstGeom>
              <a:solidFill>
                <a:srgbClr val="DCE8ED"/>
              </a:solidFill>
              <a:ln w="0">
                <a:noFill/>
                <a:prstDash val="solid"/>
              </a:ln>
            </p:spPr>
          </p:sp>
          <p:sp>
            <p:nvSpPr>
              <p:cNvPr id="1949" name="four:time-step-strips:time-strip-tᵦ-cell-165:1949">
                <a:extLst>
                  <a:ext uri="{FF2B5EF4-FFF2-40B4-BE49-F238E27FC236}">
                    <ns2:creationId id="{1EC942A1-BAAE-42DD-B7B8-F6D00121ECC3}"/>
                  </a:ext>
                </a:extLst>
              </p:cNvPr>
              <p:cNvSpPr>
                <a:spLocks noGrp="1"/>
              </p:cNvSpPr>
              <p:nvPr/>
            </p:nvSpPr>
            <p:spPr>
              <a:xfrm>
                <a:off x="23778270" y="2295525"/>
                <a:ext cx="15379" cy="276225"/>
              </a:xfrm>
              <a:prstGeom prst="rect">
                <a:avLst/>
              </a:prstGeom>
              <a:solidFill>
                <a:srgbClr val="DCE8ED"/>
              </a:solidFill>
              <a:ln w="0">
                <a:noFill/>
                <a:prstDash val="solid"/>
              </a:ln>
            </p:spPr>
          </p:sp>
          <p:sp>
            <p:nvSpPr>
              <p:cNvPr id="1950" name="four:time-step-strips:time-strip-tᵦ-cell-166:1950">
                <a:extLst>
                  <a:ext uri="{FF2B5EF4-FFF2-40B4-BE49-F238E27FC236}">
                    <ns2:creationId id="{4D79C953-5B3D-4C8C-A0A1-9D70B2C3E204}"/>
                  </a:ext>
                </a:extLst>
              </p:cNvPr>
              <p:cNvSpPr>
                <a:spLocks noGrp="1"/>
              </p:cNvSpPr>
              <p:nvPr/>
            </p:nvSpPr>
            <p:spPr>
              <a:xfrm>
                <a:off x="23793648" y="2295525"/>
                <a:ext cx="15379" cy="276225"/>
              </a:xfrm>
              <a:prstGeom prst="rect">
                <a:avLst/>
              </a:prstGeom>
              <a:solidFill>
                <a:srgbClr val="DBE2E5"/>
              </a:solidFill>
              <a:ln w="0">
                <a:noFill/>
                <a:prstDash val="solid"/>
              </a:ln>
            </p:spPr>
          </p:sp>
          <p:sp>
            <p:nvSpPr>
              <p:cNvPr id="1951" name="four:time-step-strips:time-strip-tᵦ-cell-167:1951">
                <a:extLst>
                  <a:ext uri="{FF2B5EF4-FFF2-40B4-BE49-F238E27FC236}">
                    <ns2:creationId id="{5EEDD4AD-D2FC-44EC-8A86-A4728F48483C}"/>
                  </a:ext>
                </a:extLst>
              </p:cNvPr>
              <p:cNvSpPr>
                <a:spLocks noGrp="1"/>
              </p:cNvSpPr>
              <p:nvPr/>
            </p:nvSpPr>
            <p:spPr>
              <a:xfrm>
                <a:off x="23809027" y="2295525"/>
                <a:ext cx="15379" cy="276225"/>
              </a:xfrm>
              <a:prstGeom prst="rect">
                <a:avLst/>
              </a:prstGeom>
              <a:solidFill>
                <a:srgbClr val="D9D3E0"/>
              </a:solidFill>
              <a:ln w="0">
                <a:noFill/>
                <a:prstDash val="solid"/>
              </a:ln>
            </p:spPr>
          </p:sp>
          <p:sp>
            <p:nvSpPr>
              <p:cNvPr id="1952" name="four:time-step-strips:time-strip-tᵦ-cell-168:1952">
                <a:extLst>
                  <a:ext uri="{FF2B5EF4-FFF2-40B4-BE49-F238E27FC236}">
                    <ns2:creationId id="{77D19D0A-8745-4FB6-9880-4C7A3589285B}"/>
                  </a:ext>
                </a:extLst>
              </p:cNvPr>
              <p:cNvSpPr>
                <a:spLocks noGrp="1"/>
              </p:cNvSpPr>
              <p:nvPr/>
            </p:nvSpPr>
            <p:spPr>
              <a:xfrm>
                <a:off x="23824406" y="2295525"/>
                <a:ext cx="15379" cy="276225"/>
              </a:xfrm>
              <a:prstGeom prst="rect">
                <a:avLst/>
              </a:prstGeom>
              <a:solidFill>
                <a:srgbClr val="D6C0D4"/>
              </a:solidFill>
              <a:ln w="0">
                <a:noFill/>
                <a:prstDash val="solid"/>
              </a:ln>
            </p:spPr>
          </p:sp>
          <p:sp>
            <p:nvSpPr>
              <p:cNvPr id="1953" name="four:time-step-strips:time-strip-tᵦ-cell-169:1953">
                <a:extLst>
                  <a:ext uri="{FF2B5EF4-FFF2-40B4-BE49-F238E27FC236}">
                    <ns2:creationId id="{7C78BE1B-CFD8-4915-BC9B-12168B42E4C8}"/>
                  </a:ext>
                </a:extLst>
              </p:cNvPr>
              <p:cNvSpPr>
                <a:spLocks noGrp="1"/>
              </p:cNvSpPr>
              <p:nvPr/>
            </p:nvSpPr>
            <p:spPr>
              <a:xfrm>
                <a:off x="23839785" y="2295525"/>
                <a:ext cx="15379" cy="276225"/>
              </a:xfrm>
              <a:prstGeom prst="rect">
                <a:avLst/>
              </a:prstGeom>
              <a:solidFill>
                <a:srgbClr val="D3AAC6"/>
              </a:solidFill>
              <a:ln w="0">
                <a:noFill/>
                <a:prstDash val="solid"/>
              </a:ln>
            </p:spPr>
          </p:sp>
          <p:sp>
            <p:nvSpPr>
              <p:cNvPr id="1954" name="four:time-step-strips:time-strip-tᵦ-cell-170:1954">
                <a:extLst>
                  <a:ext uri="{FF2B5EF4-FFF2-40B4-BE49-F238E27FC236}">
                    <ns2:creationId id="{B1115676-34B2-4964-BB33-B6D80AE2721A}"/>
                  </a:ext>
                </a:extLst>
              </p:cNvPr>
              <p:cNvSpPr>
                <a:spLocks noGrp="1"/>
              </p:cNvSpPr>
              <p:nvPr/>
            </p:nvSpPr>
            <p:spPr>
              <a:xfrm>
                <a:off x="23855164" y="2295525"/>
                <a:ext cx="15379" cy="276225"/>
              </a:xfrm>
              <a:prstGeom prst="rect">
                <a:avLst/>
              </a:prstGeom>
              <a:solidFill>
                <a:srgbClr val="D095B9"/>
              </a:solidFill>
              <a:ln w="0">
                <a:noFill/>
                <a:prstDash val="solid"/>
              </a:ln>
            </p:spPr>
          </p:sp>
          <p:sp>
            <p:nvSpPr>
              <p:cNvPr id="1955" name="four:time-step-strips:time-strip-tᵦ-cell-171:1955">
                <a:extLst>
                  <a:ext uri="{FF2B5EF4-FFF2-40B4-BE49-F238E27FC236}">
                    <ns2:creationId id="{78D81021-96BE-40BC-BA9F-538F33BAE2E0}"/>
                  </a:ext>
                </a:extLst>
              </p:cNvPr>
              <p:cNvSpPr>
                <a:spLocks noGrp="1"/>
              </p:cNvSpPr>
              <p:nvPr/>
            </p:nvSpPr>
            <p:spPr>
              <a:xfrm>
                <a:off x="23870543" y="2295525"/>
                <a:ext cx="15379" cy="276225"/>
              </a:xfrm>
              <a:prstGeom prst="rect">
                <a:avLst/>
              </a:prstGeom>
              <a:solidFill>
                <a:srgbClr val="CE85AE"/>
              </a:solidFill>
              <a:ln w="0">
                <a:noFill/>
                <a:prstDash val="solid"/>
              </a:ln>
            </p:spPr>
          </p:sp>
          <p:sp>
            <p:nvSpPr>
              <p:cNvPr id="1956" name="four:time-step-strips:time-strip-tᵦ-cell-172:1956">
                <a:extLst>
                  <a:ext uri="{FF2B5EF4-FFF2-40B4-BE49-F238E27FC236}">
                    <ns2:creationId id="{8DA2190B-8D61-4FE7-9281-D98008973F3D}"/>
                  </a:ext>
                </a:extLst>
              </p:cNvPr>
              <p:cNvSpPr>
                <a:spLocks noGrp="1"/>
              </p:cNvSpPr>
              <p:nvPr/>
            </p:nvSpPr>
            <p:spPr>
              <a:xfrm>
                <a:off x="23885922" y="2295525"/>
                <a:ext cx="15379" cy="276225"/>
              </a:xfrm>
              <a:prstGeom prst="rect">
                <a:avLst/>
              </a:prstGeom>
              <a:solidFill>
                <a:srgbClr val="CC7AA8"/>
              </a:solidFill>
              <a:ln w="0">
                <a:noFill/>
                <a:prstDash val="solid"/>
              </a:ln>
            </p:spPr>
          </p:sp>
          <p:sp>
            <p:nvSpPr>
              <p:cNvPr id="1957" name="four:time-step-strips:time-strip-tᵦ-cell-173:1957">
                <a:extLst>
                  <a:ext uri="{FF2B5EF4-FFF2-40B4-BE49-F238E27FC236}">
                    <ns2:creationId id="{550B6815-C417-4978-A436-4144DE08E061}"/>
                  </a:ext>
                </a:extLst>
              </p:cNvPr>
              <p:cNvSpPr>
                <a:spLocks noGrp="1"/>
              </p:cNvSpPr>
              <p:nvPr/>
            </p:nvSpPr>
            <p:spPr>
              <a:xfrm>
                <a:off x="23901301" y="2295525"/>
                <a:ext cx="15379" cy="276225"/>
              </a:xfrm>
              <a:prstGeom prst="rect">
                <a:avLst/>
              </a:prstGeom>
              <a:solidFill>
                <a:srgbClr val="CC79A7"/>
              </a:solidFill>
              <a:ln w="0">
                <a:noFill/>
                <a:prstDash val="solid"/>
              </a:ln>
            </p:spPr>
          </p:sp>
          <p:sp>
            <p:nvSpPr>
              <p:cNvPr id="1958" name="four:time-step-strips:time-strip-tᵦ-cell-174:1958">
                <a:extLst>
                  <a:ext uri="{FF2B5EF4-FFF2-40B4-BE49-F238E27FC236}">
                    <ns2:creationId id="{A0B6B9DD-0DB7-4006-A776-9A8CF79E86BB}"/>
                  </a:ext>
                </a:extLst>
              </p:cNvPr>
              <p:cNvSpPr>
                <a:spLocks noGrp="1"/>
              </p:cNvSpPr>
              <p:nvPr/>
            </p:nvSpPr>
            <p:spPr>
              <a:xfrm>
                <a:off x="23916680" y="2295525"/>
                <a:ext cx="15379" cy="276225"/>
              </a:xfrm>
              <a:prstGeom prst="rect">
                <a:avLst/>
              </a:prstGeom>
              <a:solidFill>
                <a:srgbClr val="CC79A7"/>
              </a:solidFill>
              <a:ln w="0">
                <a:noFill/>
                <a:prstDash val="solid"/>
              </a:ln>
            </p:spPr>
          </p:sp>
          <p:sp>
            <p:nvSpPr>
              <p:cNvPr id="1959" name="four:time-step-strips:time-strip-tᵦ-cell-175:1959">
                <a:extLst>
                  <a:ext uri="{FF2B5EF4-FFF2-40B4-BE49-F238E27FC236}">
                    <ns2:creationId id="{6AC9197D-53DE-4550-9D09-E7D8C9D64BAA}"/>
                  </a:ext>
                </a:extLst>
              </p:cNvPr>
              <p:cNvSpPr>
                <a:spLocks noGrp="1"/>
              </p:cNvSpPr>
              <p:nvPr/>
            </p:nvSpPr>
            <p:spPr>
              <a:xfrm>
                <a:off x="23932059" y="2295525"/>
                <a:ext cx="15379" cy="276225"/>
              </a:xfrm>
              <a:prstGeom prst="rect">
                <a:avLst/>
              </a:prstGeom>
              <a:solidFill>
                <a:srgbClr val="CC79A7"/>
              </a:solidFill>
              <a:ln w="0">
                <a:noFill/>
                <a:prstDash val="solid"/>
              </a:ln>
            </p:spPr>
          </p:sp>
          <p:sp>
            <p:nvSpPr>
              <p:cNvPr id="1960" name="four:time-step-strips:time-strip-tᵦ-cell-176:1960">
                <a:extLst>
                  <a:ext uri="{FF2B5EF4-FFF2-40B4-BE49-F238E27FC236}">
                    <ns2:creationId id="{2B26BC96-064E-43B2-A178-4C1E15DFC886}"/>
                  </a:ext>
                </a:extLst>
              </p:cNvPr>
              <p:cNvSpPr>
                <a:spLocks noGrp="1"/>
              </p:cNvSpPr>
              <p:nvPr/>
            </p:nvSpPr>
            <p:spPr>
              <a:xfrm>
                <a:off x="23947438" y="2295525"/>
                <a:ext cx="15379" cy="276225"/>
              </a:xfrm>
              <a:prstGeom prst="rect">
                <a:avLst/>
              </a:prstGeom>
              <a:solidFill>
                <a:srgbClr val="CC79A7"/>
              </a:solidFill>
              <a:ln w="0">
                <a:noFill/>
                <a:prstDash val="solid"/>
              </a:ln>
            </p:spPr>
          </p:sp>
          <p:sp>
            <p:nvSpPr>
              <p:cNvPr id="1961" name="four:time-step-strips:time-strip-tᵦ-cell-177:1961">
                <a:extLst>
                  <a:ext uri="{FF2B5EF4-FFF2-40B4-BE49-F238E27FC236}">
                    <ns2:creationId id="{B7B52B03-0AE6-4BB9-B685-BFBD9D17304E}"/>
                  </a:ext>
                </a:extLst>
              </p:cNvPr>
              <p:cNvSpPr>
                <a:spLocks noGrp="1"/>
              </p:cNvSpPr>
              <p:nvPr/>
            </p:nvSpPr>
            <p:spPr>
              <a:xfrm>
                <a:off x="23962816" y="2295525"/>
                <a:ext cx="15379" cy="276225"/>
              </a:xfrm>
              <a:prstGeom prst="rect">
                <a:avLst/>
              </a:prstGeom>
              <a:solidFill>
                <a:srgbClr val="CC79A7"/>
              </a:solidFill>
              <a:ln w="0">
                <a:noFill/>
                <a:prstDash val="solid"/>
              </a:ln>
            </p:spPr>
          </p:sp>
          <p:sp>
            <p:nvSpPr>
              <p:cNvPr id="1962" name="four:time-step-strips:time-strip-tᵦ-cell-178:1962">
                <a:extLst>
                  <a:ext uri="{FF2B5EF4-FFF2-40B4-BE49-F238E27FC236}">
                    <ns2:creationId id="{F23F1083-4123-405E-8E45-E28DADF71B20}"/>
                  </a:ext>
                </a:extLst>
              </p:cNvPr>
              <p:cNvSpPr>
                <a:spLocks noGrp="1"/>
              </p:cNvSpPr>
              <p:nvPr/>
            </p:nvSpPr>
            <p:spPr>
              <a:xfrm>
                <a:off x="23978195" y="2295525"/>
                <a:ext cx="15379" cy="276225"/>
              </a:xfrm>
              <a:prstGeom prst="rect">
                <a:avLst/>
              </a:prstGeom>
              <a:solidFill>
                <a:srgbClr val="CC79A7"/>
              </a:solidFill>
              <a:ln w="0">
                <a:noFill/>
                <a:prstDash val="solid"/>
              </a:ln>
            </p:spPr>
          </p:sp>
          <p:sp>
            <p:nvSpPr>
              <p:cNvPr id="1963" name="four:time-step-strips:time-strip-tᵦ-cell-179:1963">
                <a:extLst>
                  <a:ext uri="{FF2B5EF4-FFF2-40B4-BE49-F238E27FC236}">
                    <ns2:creationId id="{CBEB8DD9-C296-4505-A16F-EA50559E62CF}"/>
                  </a:ext>
                </a:extLst>
              </p:cNvPr>
              <p:cNvSpPr>
                <a:spLocks noGrp="1"/>
              </p:cNvSpPr>
              <p:nvPr/>
            </p:nvSpPr>
            <p:spPr>
              <a:xfrm>
                <a:off x="23993574" y="2295525"/>
                <a:ext cx="15379" cy="276225"/>
              </a:xfrm>
              <a:prstGeom prst="rect">
                <a:avLst/>
              </a:prstGeom>
              <a:solidFill>
                <a:srgbClr val="CC79A7"/>
              </a:solidFill>
              <a:ln w="0">
                <a:noFill/>
                <a:prstDash val="solid"/>
              </a:ln>
            </p:spPr>
          </p:sp>
          <p:sp>
            <p:nvSpPr>
              <p:cNvPr id="1964" name="four:time-step-strips:time-strip-tᵦ-cell-180:1964">
                <a:extLst>
                  <a:ext uri="{FF2B5EF4-FFF2-40B4-BE49-F238E27FC236}">
                    <ns2:creationId id="{97F48788-FABB-4AAF-ADCF-380F5BAD366A}"/>
                  </a:ext>
                </a:extLst>
              </p:cNvPr>
              <p:cNvSpPr>
                <a:spLocks noGrp="1"/>
              </p:cNvSpPr>
              <p:nvPr/>
            </p:nvSpPr>
            <p:spPr>
              <a:xfrm>
                <a:off x="24008953" y="2295525"/>
                <a:ext cx="15379" cy="276225"/>
              </a:xfrm>
              <a:prstGeom prst="rect">
                <a:avLst/>
              </a:prstGeom>
              <a:solidFill>
                <a:srgbClr val="CC79A7"/>
              </a:solidFill>
              <a:ln w="0">
                <a:noFill/>
                <a:prstDash val="solid"/>
              </a:ln>
            </p:spPr>
          </p:sp>
          <p:sp>
            <p:nvSpPr>
              <p:cNvPr id="1965" name="four:time-step-strips:time-strip-tᵦ-cell-181:1965">
                <a:extLst>
                  <a:ext uri="{FF2B5EF4-FFF2-40B4-BE49-F238E27FC236}">
                    <ns2:creationId id="{93751779-1B17-426C-9131-827E21BDC5EC}"/>
                  </a:ext>
                </a:extLst>
              </p:cNvPr>
              <p:cNvSpPr>
                <a:spLocks noGrp="1"/>
              </p:cNvSpPr>
              <p:nvPr/>
            </p:nvSpPr>
            <p:spPr>
              <a:xfrm>
                <a:off x="24024332" y="2295525"/>
                <a:ext cx="15379" cy="276225"/>
              </a:xfrm>
              <a:prstGeom prst="rect">
                <a:avLst/>
              </a:prstGeom>
              <a:solidFill>
                <a:srgbClr val="CD7EAA"/>
              </a:solidFill>
              <a:ln w="0">
                <a:noFill/>
                <a:prstDash val="solid"/>
              </a:ln>
            </p:spPr>
          </p:sp>
          <p:sp>
            <p:nvSpPr>
              <p:cNvPr id="1966" name="four:time-step-strips:time-strip-tᵦ-cell-182:1966">
                <a:extLst>
                  <a:ext uri="{FF2B5EF4-FFF2-40B4-BE49-F238E27FC236}">
                    <ns2:creationId id="{2D63425A-B025-4604-AD6E-C63A9E1587DB}"/>
                  </a:ext>
                </a:extLst>
              </p:cNvPr>
              <p:cNvSpPr>
                <a:spLocks noGrp="1"/>
              </p:cNvSpPr>
              <p:nvPr/>
            </p:nvSpPr>
            <p:spPr>
              <a:xfrm>
                <a:off x="24039711" y="2295525"/>
                <a:ext cx="15379" cy="276225"/>
              </a:xfrm>
              <a:prstGeom prst="rect">
                <a:avLst/>
              </a:prstGeom>
              <a:solidFill>
                <a:srgbClr val="D091B6"/>
              </a:solidFill>
              <a:ln w="0">
                <a:noFill/>
                <a:prstDash val="solid"/>
              </a:ln>
            </p:spPr>
          </p:sp>
          <p:sp>
            <p:nvSpPr>
              <p:cNvPr id="1967" name="four:time-step-strips:time-strip-tᵦ-cell-183:1967">
                <a:extLst>
                  <a:ext uri="{FF2B5EF4-FFF2-40B4-BE49-F238E27FC236}">
                    <ns2:creationId id="{BF781752-ECF6-420C-BC99-281EF2583928}"/>
                  </a:ext>
                </a:extLst>
              </p:cNvPr>
              <p:cNvSpPr>
                <a:spLocks noGrp="1"/>
              </p:cNvSpPr>
              <p:nvPr/>
            </p:nvSpPr>
            <p:spPr>
              <a:xfrm>
                <a:off x="24055090" y="2295525"/>
                <a:ext cx="15379" cy="276225"/>
              </a:xfrm>
              <a:prstGeom prst="rect">
                <a:avLst/>
              </a:prstGeom>
              <a:solidFill>
                <a:srgbClr val="D4AEC8"/>
              </a:solidFill>
              <a:ln w="0">
                <a:noFill/>
                <a:prstDash val="solid"/>
              </a:ln>
            </p:spPr>
          </p:sp>
          <p:sp>
            <p:nvSpPr>
              <p:cNvPr id="1968" name="four:time-step-strips:time-strip-tᵦ-cell-184:1968">
                <a:extLst>
                  <a:ext uri="{FF2B5EF4-FFF2-40B4-BE49-F238E27FC236}">
                    <ns2:creationId id="{D8980D60-51E5-4952-ABC6-7E5277450463}"/>
                  </a:ext>
                </a:extLst>
              </p:cNvPr>
              <p:cNvSpPr>
                <a:spLocks noGrp="1"/>
              </p:cNvSpPr>
              <p:nvPr/>
            </p:nvSpPr>
            <p:spPr>
              <a:xfrm>
                <a:off x="24070469" y="2295525"/>
                <a:ext cx="15379" cy="276225"/>
              </a:xfrm>
              <a:prstGeom prst="rect">
                <a:avLst/>
              </a:prstGeom>
              <a:solidFill>
                <a:srgbClr val="D8CADA"/>
              </a:solidFill>
              <a:ln w="0">
                <a:noFill/>
                <a:prstDash val="solid"/>
              </a:ln>
            </p:spPr>
          </p:sp>
          <p:sp>
            <p:nvSpPr>
              <p:cNvPr id="1969" name="four:time-step-strips:time-strip-tᵦ-cell-185:1969">
                <a:extLst>
                  <a:ext uri="{FF2B5EF4-FFF2-40B4-BE49-F238E27FC236}">
                    <ns2:creationId id="{386C5272-D46A-4696-8D28-ADFE5D202DD0}"/>
                  </a:ext>
                </a:extLst>
              </p:cNvPr>
              <p:cNvSpPr>
                <a:spLocks noGrp="1"/>
              </p:cNvSpPr>
              <p:nvPr/>
            </p:nvSpPr>
            <p:spPr>
              <a:xfrm>
                <a:off x="24085848" y="2295525"/>
                <a:ext cx="15379" cy="276225"/>
              </a:xfrm>
              <a:prstGeom prst="rect">
                <a:avLst/>
              </a:prstGeom>
              <a:solidFill>
                <a:srgbClr val="DBE1E3"/>
              </a:solidFill>
              <a:ln w="0">
                <a:noFill/>
                <a:prstDash val="solid"/>
              </a:ln>
            </p:spPr>
          </p:sp>
          <p:sp>
            <p:nvSpPr>
              <p:cNvPr id="1970" name="four:time-step-strips:time-strip-tᵦ-cell-186:1970">
                <a:extLst>
                  <a:ext uri="{FF2B5EF4-FFF2-40B4-BE49-F238E27FC236}">
                    <ns2:creationId id="{C6BCE0AB-7304-4807-A1DF-0D4B977D2FA6}"/>
                  </a:ext>
                </a:extLst>
              </p:cNvPr>
              <p:cNvSpPr>
                <a:spLocks noGrp="1"/>
              </p:cNvSpPr>
              <p:nvPr/>
            </p:nvSpPr>
            <p:spPr>
              <a:xfrm>
                <a:off x="24101227" y="2295525"/>
                <a:ext cx="15379" cy="276225"/>
              </a:xfrm>
              <a:prstGeom prst="rect">
                <a:avLst/>
              </a:prstGeom>
              <a:solidFill>
                <a:srgbClr val="DCE8ED"/>
              </a:solidFill>
              <a:ln w="0">
                <a:noFill/>
                <a:prstDash val="solid"/>
              </a:ln>
            </p:spPr>
          </p:sp>
          <p:sp>
            <p:nvSpPr>
              <p:cNvPr id="1971" name="four:time-step-strips:time-strip-tᵦ-cell-187:1971">
                <a:extLst>
                  <a:ext uri="{FF2B5EF4-FFF2-40B4-BE49-F238E27FC236}">
                    <ns2:creationId id="{F878F404-0466-49A3-B751-220EA8FD20D3}"/>
                  </a:ext>
                </a:extLst>
              </p:cNvPr>
              <p:cNvSpPr>
                <a:spLocks noGrp="1"/>
              </p:cNvSpPr>
              <p:nvPr/>
            </p:nvSpPr>
            <p:spPr>
              <a:xfrm>
                <a:off x="24116605" y="2295525"/>
                <a:ext cx="15379" cy="276225"/>
              </a:xfrm>
              <a:prstGeom prst="rect">
                <a:avLst/>
              </a:prstGeom>
              <a:solidFill>
                <a:srgbClr val="DCE8ED"/>
              </a:solidFill>
              <a:ln w="0">
                <a:noFill/>
                <a:prstDash val="solid"/>
              </a:ln>
            </p:spPr>
          </p:sp>
          <p:sp>
            <p:nvSpPr>
              <p:cNvPr id="1972" name="four:time-step-strips:time-strip-tᵦ-cell-188:1972">
                <a:extLst>
                  <a:ext uri="{FF2B5EF4-FFF2-40B4-BE49-F238E27FC236}">
                    <ns2:creationId id="{6C45ECCB-11CD-4E8F-83AD-1815EA6C68BF}"/>
                  </a:ext>
                </a:extLst>
              </p:cNvPr>
              <p:cNvSpPr>
                <a:spLocks noGrp="1"/>
              </p:cNvSpPr>
              <p:nvPr/>
            </p:nvSpPr>
            <p:spPr>
              <a:xfrm>
                <a:off x="24131984" y="2295525"/>
                <a:ext cx="15379" cy="276225"/>
              </a:xfrm>
              <a:prstGeom prst="rect">
                <a:avLst/>
              </a:prstGeom>
              <a:solidFill>
                <a:srgbClr val="DCE8ED"/>
              </a:solidFill>
              <a:ln w="0">
                <a:noFill/>
                <a:prstDash val="solid"/>
              </a:ln>
            </p:spPr>
          </p:sp>
          <p:sp>
            <p:nvSpPr>
              <p:cNvPr id="1973" name="four:time-step-strips:time-strip-tᵦ-cell-189:1973">
                <a:extLst>
                  <a:ext uri="{FF2B5EF4-FFF2-40B4-BE49-F238E27FC236}">
                    <ns2:creationId id="{5498B0DB-A2CC-4144-BC86-CC1DEB2D9BE8}"/>
                  </a:ext>
                </a:extLst>
              </p:cNvPr>
              <p:cNvSpPr>
                <a:spLocks noGrp="1"/>
              </p:cNvSpPr>
              <p:nvPr/>
            </p:nvSpPr>
            <p:spPr>
              <a:xfrm>
                <a:off x="24147363" y="2295525"/>
                <a:ext cx="15379" cy="276225"/>
              </a:xfrm>
              <a:prstGeom prst="rect">
                <a:avLst/>
              </a:prstGeom>
              <a:solidFill>
                <a:srgbClr val="DCE8ED"/>
              </a:solidFill>
              <a:ln w="0">
                <a:noFill/>
                <a:prstDash val="solid"/>
              </a:ln>
            </p:spPr>
          </p:sp>
          <p:sp>
            <p:nvSpPr>
              <p:cNvPr id="1974" name="four:time-step-strips:time-strip-tᵦ-cell-190:1974">
                <a:extLst>
                  <a:ext uri="{FF2B5EF4-FFF2-40B4-BE49-F238E27FC236}">
                    <ns2:creationId id="{418A349B-6CE7-46EF-9B23-D8CAAE826B7A}"/>
                  </a:ext>
                </a:extLst>
              </p:cNvPr>
              <p:cNvSpPr>
                <a:spLocks noGrp="1"/>
              </p:cNvSpPr>
              <p:nvPr/>
            </p:nvSpPr>
            <p:spPr>
              <a:xfrm>
                <a:off x="24162742" y="2295525"/>
                <a:ext cx="15379" cy="276225"/>
              </a:xfrm>
              <a:prstGeom prst="rect">
                <a:avLst/>
              </a:prstGeom>
              <a:solidFill>
                <a:srgbClr val="DCE8ED"/>
              </a:solidFill>
              <a:ln w="0">
                <a:noFill/>
                <a:prstDash val="solid"/>
              </a:ln>
            </p:spPr>
          </p:sp>
          <p:sp>
            <p:nvSpPr>
              <p:cNvPr id="1975" name="four:time-step-strips:time-strip-tᵦ-cell-191:1975">
                <a:extLst>
                  <a:ext uri="{FF2B5EF4-FFF2-40B4-BE49-F238E27FC236}">
                    <ns2:creationId id="{B9CF1B54-8D8A-4FB3-8977-41F2714381BF}"/>
                  </a:ext>
                </a:extLst>
              </p:cNvPr>
              <p:cNvSpPr>
                <a:spLocks noGrp="1"/>
              </p:cNvSpPr>
              <p:nvPr/>
            </p:nvSpPr>
            <p:spPr>
              <a:xfrm>
                <a:off x="24178121" y="2295525"/>
                <a:ext cx="15379" cy="276225"/>
              </a:xfrm>
              <a:prstGeom prst="rect">
                <a:avLst/>
              </a:prstGeom>
              <a:solidFill>
                <a:srgbClr val="DCE8ED"/>
              </a:solidFill>
              <a:ln w="0">
                <a:noFill/>
                <a:prstDash val="solid"/>
              </a:ln>
            </p:spPr>
          </p:sp>
          <p:sp>
            <p:nvSpPr>
              <p:cNvPr id="1976" name="four:time-step-strips:time-strip-tᵦ-border:1976">
                <a:extLst>
                  <a:ext uri="{FF2B5EF4-FFF2-40B4-BE49-F238E27FC236}">
                    <ns2:creationId id="{E85012F2-84CC-4322-A7C4-69E77FAE01DE}"/>
                  </a:ext>
                </a:extLst>
              </p:cNvPr>
              <p:cNvSpPr>
                <a:spLocks noGrp="1"/>
              </p:cNvSpPr>
              <p:nvPr/>
            </p:nvSpPr>
            <p:spPr>
              <a:xfrm>
                <a:off x="21240750" y="2295525"/>
                <a:ext cx="2952750" cy="276225"/>
              </a:xfrm>
              <a:prstGeom prst="rect">
                <a:avLst/>
              </a:prstGeom>
              <a:noFill/>
              <a:ln w="3909">
                <a:solidFill>
                  <a:srgbClr val="263238"/>
                </a:solidFill>
                <a:prstDash val="solid"/>
              </a:ln>
            </p:spPr>
          </p:sp>
          <p:sp>
            <p:nvSpPr>
              <p:cNvPr id="1977" name="four:time-step-strips:textbox:1977">
                <a:extLst>
                  <a:ext uri="{FF2B5EF4-FFF2-40B4-BE49-F238E27FC236}">
                    <ns2:creationId id="{DF1EFA1B-C641-4423-876C-183A8958649F}"/>
                  </a:ext>
                </a:extLst>
              </p:cNvPr>
              <p:cNvSpPr>
                <a:spLocks noGrp="1"/>
              </p:cNvSpPr>
              <p:nvPr/>
            </p:nvSpPr>
            <p:spPr>
              <a:xfrm>
                <a:off x="20831175" y="2981325"/>
                <a:ext cx="323850" cy="342900"/>
              </a:xfrm>
              <a:prstGeom prst="rect">
                <a:avLst/>
              </a:prstGeom>
              <a:noFill/>
              <a:ln w="0">
                <a:noFill/>
                <a:prstDash val="solid"/>
              </a:ln>
            </p:spPr>
            <p:txBody>
              <a:bodyPr wrap="none" lIns="0" tIns="0" rIns="0" bIns="0" anchor="ctr">
                <a:normAutofit fontScale="100000"/>
              </a:bodyPr>
              <a:lstStyle>
                <a:defPPr algn="ctr">
                  <a:defRPr sz="1039" b="0">
                    <a:solidFill>
                      <a:srgbClr val="263238"/>
                    </a:solidFill>
                    <a:latin typeface="Arial"/>
                    <a:ea typeface="Arial"/>
                    <a:cs typeface="Arial"/>
                  </a:defRPr>
                </a:defPPr>
              </a:lstStyle>
              <a:p>
                <a:pPr algn="ctr">
                  <a:defRPr sz="1039" b="0">
                    <a:solidFill>
                      <a:srgbClr val="263238"/>
                    </a:solidFill>
                    <a:latin typeface="Arial"/>
                    <a:ea typeface="Arial"/>
                    <a:cs typeface="Arial"/>
                  </a:defRPr>
                </a:pPr>
                <a:r>
                  <a:rPr sz="1039" b="0">
                    <a:solidFill>
                      <a:srgbClr val="263238"/>
                    </a:solidFill>
                    <a:latin typeface="Arial"/>
                    <a:ea typeface="Arial"/>
                    <a:cs typeface="Arial"/>
                  </a:rPr>
                  <a:t>tᵢ</a:t>
                </a:r>
              </a:p>
            </p:txBody>
          </p:sp>
          <p:sp>
            <p:nvSpPr>
              <p:cNvPr id="1978" name="four:time-step-strips:time-strip-tᵢ-cell-0:1978">
                <a:extLst>
                  <a:ext uri="{FF2B5EF4-FFF2-40B4-BE49-F238E27FC236}">
                    <ns2:creationId id="{825D311B-830B-44E1-8BA2-BFD27D59A206}"/>
                  </a:ext>
                </a:extLst>
              </p:cNvPr>
              <p:cNvSpPr>
                <a:spLocks noGrp="1"/>
              </p:cNvSpPr>
              <p:nvPr/>
            </p:nvSpPr>
            <p:spPr>
              <a:xfrm>
                <a:off x="21240750" y="3009900"/>
                <a:ext cx="15379" cy="276225"/>
              </a:xfrm>
              <a:prstGeom prst="rect">
                <a:avLst/>
              </a:prstGeom>
              <a:solidFill>
                <a:srgbClr val="DCE8ED"/>
              </a:solidFill>
              <a:ln w="0">
                <a:noFill/>
                <a:prstDash val="solid"/>
              </a:ln>
            </p:spPr>
          </p:sp>
          <p:sp>
            <p:nvSpPr>
              <p:cNvPr id="1979" name="four:time-step-strips:time-strip-tᵢ-cell-1:1979">
                <a:extLst>
                  <a:ext uri="{FF2B5EF4-FFF2-40B4-BE49-F238E27FC236}">
                    <ns2:creationId id="{65B7873F-56AF-46D7-A6FC-F51619A0BF08}"/>
                  </a:ext>
                </a:extLst>
              </p:cNvPr>
              <p:cNvSpPr>
                <a:spLocks noGrp="1"/>
              </p:cNvSpPr>
              <p:nvPr/>
            </p:nvSpPr>
            <p:spPr>
              <a:xfrm>
                <a:off x="21256129" y="3009900"/>
                <a:ext cx="15379" cy="276225"/>
              </a:xfrm>
              <a:prstGeom prst="rect">
                <a:avLst/>
              </a:prstGeom>
              <a:solidFill>
                <a:srgbClr val="DCE8ED"/>
              </a:solidFill>
              <a:ln w="0">
                <a:noFill/>
                <a:prstDash val="solid"/>
              </a:ln>
            </p:spPr>
          </p:sp>
          <p:sp>
            <p:nvSpPr>
              <p:cNvPr id="1980" name="four:time-step-strips:time-strip-tᵢ-cell-2:1980">
                <a:extLst>
                  <a:ext uri="{FF2B5EF4-FFF2-40B4-BE49-F238E27FC236}">
                    <ns2:creationId id="{021CA1FC-0C75-4038-8BAE-E7862CA253B9}"/>
                  </a:ext>
                </a:extLst>
              </p:cNvPr>
              <p:cNvSpPr>
                <a:spLocks noGrp="1"/>
              </p:cNvSpPr>
              <p:nvPr/>
            </p:nvSpPr>
            <p:spPr>
              <a:xfrm>
                <a:off x="21271508" y="3009900"/>
                <a:ext cx="15379" cy="276225"/>
              </a:xfrm>
              <a:prstGeom prst="rect">
                <a:avLst/>
              </a:prstGeom>
              <a:solidFill>
                <a:srgbClr val="DCE8ED"/>
              </a:solidFill>
              <a:ln w="0">
                <a:noFill/>
                <a:prstDash val="solid"/>
              </a:ln>
            </p:spPr>
          </p:sp>
          <p:sp>
            <p:nvSpPr>
              <p:cNvPr id="1981" name="four:time-step-strips:time-strip-tᵢ-cell-3:1981">
                <a:extLst>
                  <a:ext uri="{FF2B5EF4-FFF2-40B4-BE49-F238E27FC236}">
                    <ns2:creationId id="{B4061B4D-CF77-4E70-98D3-C47A5068A099}"/>
                  </a:ext>
                </a:extLst>
              </p:cNvPr>
              <p:cNvSpPr>
                <a:spLocks noGrp="1"/>
              </p:cNvSpPr>
              <p:nvPr/>
            </p:nvSpPr>
            <p:spPr>
              <a:xfrm>
                <a:off x="21286887" y="3009900"/>
                <a:ext cx="15379" cy="276225"/>
              </a:xfrm>
              <a:prstGeom prst="rect">
                <a:avLst/>
              </a:prstGeom>
              <a:solidFill>
                <a:srgbClr val="DCE8ED"/>
              </a:solidFill>
              <a:ln w="0">
                <a:noFill/>
                <a:prstDash val="solid"/>
              </a:ln>
            </p:spPr>
          </p:sp>
          <p:sp>
            <p:nvSpPr>
              <p:cNvPr id="1982" name="four:time-step-strips:time-strip-tᵢ-cell-4:1982">
                <a:extLst>
                  <a:ext uri="{FF2B5EF4-FFF2-40B4-BE49-F238E27FC236}">
                    <ns2:creationId id="{981CC452-8DE0-4D6D-A6A7-9B39EDF473E3}"/>
                  </a:ext>
                </a:extLst>
              </p:cNvPr>
              <p:cNvSpPr>
                <a:spLocks noGrp="1"/>
              </p:cNvSpPr>
              <p:nvPr/>
            </p:nvSpPr>
            <p:spPr>
              <a:xfrm>
                <a:off x="21302266" y="3009900"/>
                <a:ext cx="15379" cy="276225"/>
              </a:xfrm>
              <a:prstGeom prst="rect">
                <a:avLst/>
              </a:prstGeom>
              <a:solidFill>
                <a:srgbClr val="DCE8ED"/>
              </a:solidFill>
              <a:ln w="0">
                <a:noFill/>
                <a:prstDash val="solid"/>
              </a:ln>
            </p:spPr>
          </p:sp>
          <p:sp>
            <p:nvSpPr>
              <p:cNvPr id="1983" name="four:time-step-strips:time-strip-tᵢ-cell-5:1983">
                <a:extLst>
                  <a:ext uri="{FF2B5EF4-FFF2-40B4-BE49-F238E27FC236}">
                    <ns2:creationId id="{FA96C334-5958-462B-90EB-0125715C5224}"/>
                  </a:ext>
                </a:extLst>
              </p:cNvPr>
              <p:cNvSpPr>
                <a:spLocks noGrp="1"/>
              </p:cNvSpPr>
              <p:nvPr/>
            </p:nvSpPr>
            <p:spPr>
              <a:xfrm>
                <a:off x="21317645" y="3009900"/>
                <a:ext cx="15379" cy="276225"/>
              </a:xfrm>
              <a:prstGeom prst="rect">
                <a:avLst/>
              </a:prstGeom>
              <a:solidFill>
                <a:srgbClr val="DCE8ED"/>
              </a:solidFill>
              <a:ln w="0">
                <a:noFill/>
                <a:prstDash val="solid"/>
              </a:ln>
            </p:spPr>
          </p:sp>
          <p:sp>
            <p:nvSpPr>
              <p:cNvPr id="1984" name="four:time-step-strips:time-strip-tᵢ-cell-6:1984">
                <a:extLst>
                  <a:ext uri="{FF2B5EF4-FFF2-40B4-BE49-F238E27FC236}">
                    <ns2:creationId id="{16AF985D-8FD3-48AF-8B75-10F89DBD2C3D}"/>
                  </a:ext>
                </a:extLst>
              </p:cNvPr>
              <p:cNvSpPr>
                <a:spLocks noGrp="1"/>
              </p:cNvSpPr>
              <p:nvPr/>
            </p:nvSpPr>
            <p:spPr>
              <a:xfrm>
                <a:off x="21333023" y="3009900"/>
                <a:ext cx="15379" cy="276225"/>
              </a:xfrm>
              <a:prstGeom prst="rect">
                <a:avLst/>
              </a:prstGeom>
              <a:solidFill>
                <a:srgbClr val="D2E1E8"/>
              </a:solidFill>
              <a:ln w="0">
                <a:noFill/>
                <a:prstDash val="solid"/>
              </a:ln>
            </p:spPr>
          </p:sp>
          <p:sp>
            <p:nvSpPr>
              <p:cNvPr id="1985" name="four:time-step-strips:time-strip-tᵢ-cell-7:1985">
                <a:extLst>
                  <a:ext uri="{FF2B5EF4-FFF2-40B4-BE49-F238E27FC236}">
                    <ns2:creationId id="{38AA467C-ED45-4D84-B51A-1A8EED20C316}"/>
                  </a:ext>
                </a:extLst>
              </p:cNvPr>
              <p:cNvSpPr>
                <a:spLocks noGrp="1"/>
              </p:cNvSpPr>
              <p:nvPr/>
            </p:nvSpPr>
            <p:spPr>
              <a:xfrm>
                <a:off x="21348402" y="3009900"/>
                <a:ext cx="15379" cy="276225"/>
              </a:xfrm>
              <a:prstGeom prst="rect">
                <a:avLst/>
              </a:prstGeom>
              <a:solidFill>
                <a:srgbClr val="A2C9DD"/>
              </a:solidFill>
              <a:ln w="0">
                <a:noFill/>
                <a:prstDash val="solid"/>
              </a:ln>
            </p:spPr>
          </p:sp>
          <p:sp>
            <p:nvSpPr>
              <p:cNvPr id="1986" name="four:time-step-strips:time-strip-tᵢ-cell-8:1986">
                <a:extLst>
                  <a:ext uri="{FF2B5EF4-FFF2-40B4-BE49-F238E27FC236}">
                    <ns2:creationId id="{26334750-04C8-4EAC-9A64-73A23259CFED}"/>
                  </a:ext>
                </a:extLst>
              </p:cNvPr>
              <p:cNvSpPr>
                <a:spLocks noGrp="1"/>
              </p:cNvSpPr>
              <p:nvPr/>
            </p:nvSpPr>
            <p:spPr>
              <a:xfrm>
                <a:off x="21363781" y="3009900"/>
                <a:ext cx="15379" cy="276225"/>
              </a:xfrm>
              <a:prstGeom prst="rect">
                <a:avLst/>
              </a:prstGeom>
              <a:solidFill>
                <a:srgbClr val="68AACE"/>
              </a:solidFill>
              <a:ln w="0">
                <a:noFill/>
                <a:prstDash val="solid"/>
              </a:ln>
            </p:spPr>
          </p:sp>
          <p:sp>
            <p:nvSpPr>
              <p:cNvPr id="1987" name="four:time-step-strips:time-strip-tᵢ-cell-9:1987">
                <a:extLst>
                  <a:ext uri="{FF2B5EF4-FFF2-40B4-BE49-F238E27FC236}">
                    <ns2:creationId id="{04B5002F-82CA-4B1F-9774-A3AE18B6A828}"/>
                  </a:ext>
                </a:extLst>
              </p:cNvPr>
              <p:cNvSpPr>
                <a:spLocks noGrp="1"/>
              </p:cNvSpPr>
              <p:nvPr/>
            </p:nvSpPr>
            <p:spPr>
              <a:xfrm>
                <a:off x="21379160" y="3009900"/>
                <a:ext cx="15379" cy="276225"/>
              </a:xfrm>
              <a:prstGeom prst="rect">
                <a:avLst/>
              </a:prstGeom>
              <a:solidFill>
                <a:srgbClr val="318CBF"/>
              </a:solidFill>
              <a:ln w="0">
                <a:noFill/>
                <a:prstDash val="solid"/>
              </a:ln>
            </p:spPr>
          </p:sp>
          <p:sp>
            <p:nvSpPr>
              <p:cNvPr id="1988" name="four:time-step-strips:time-strip-tᵢ-cell-10:1988">
                <a:extLst>
                  <a:ext uri="{FF2B5EF4-FFF2-40B4-BE49-F238E27FC236}">
                    <ns2:creationId id="{6D152975-7609-4A0E-81BF-4A14D63985AD}"/>
                  </a:ext>
                </a:extLst>
              </p:cNvPr>
              <p:cNvSpPr>
                <a:spLocks noGrp="1"/>
              </p:cNvSpPr>
              <p:nvPr/>
            </p:nvSpPr>
            <p:spPr>
              <a:xfrm>
                <a:off x="21394539" y="3009900"/>
                <a:ext cx="15379" cy="276225"/>
              </a:xfrm>
              <a:prstGeom prst="rect">
                <a:avLst/>
              </a:prstGeom>
              <a:solidFill>
                <a:srgbClr val="0977B4"/>
              </a:solidFill>
              <a:ln w="0">
                <a:noFill/>
                <a:prstDash val="solid"/>
              </a:ln>
            </p:spPr>
          </p:sp>
          <p:sp>
            <p:nvSpPr>
              <p:cNvPr id="1989" name="four:time-step-strips:time-strip-tᵢ-cell-11:1989">
                <a:extLst>
                  <a:ext uri="{FF2B5EF4-FFF2-40B4-BE49-F238E27FC236}">
                    <ns2:creationId id="{D5DB168F-8B65-4B47-9070-E2A2F561ED42}"/>
                  </a:ext>
                </a:extLst>
              </p:cNvPr>
              <p:cNvSpPr>
                <a:spLocks noGrp="1"/>
              </p:cNvSpPr>
              <p:nvPr/>
            </p:nvSpPr>
            <p:spPr>
              <a:xfrm>
                <a:off x="21409918" y="3009900"/>
                <a:ext cx="15379" cy="276225"/>
              </a:xfrm>
              <a:prstGeom prst="rect">
                <a:avLst/>
              </a:prstGeom>
              <a:solidFill>
                <a:srgbClr val="0072B2"/>
              </a:solidFill>
              <a:ln w="0">
                <a:noFill/>
                <a:prstDash val="solid"/>
              </a:ln>
            </p:spPr>
          </p:sp>
          <p:sp>
            <p:nvSpPr>
              <p:cNvPr id="1990" name="four:time-step-strips:time-strip-tᵢ-cell-12:1990">
                <a:extLst>
                  <a:ext uri="{FF2B5EF4-FFF2-40B4-BE49-F238E27FC236}">
                    <ns2:creationId id="{66D4A933-C0DF-4CE1-8F59-8E23B108214A}"/>
                  </a:ext>
                </a:extLst>
              </p:cNvPr>
              <p:cNvSpPr>
                <a:spLocks noGrp="1"/>
              </p:cNvSpPr>
              <p:nvPr/>
            </p:nvSpPr>
            <p:spPr>
              <a:xfrm>
                <a:off x="21425297" y="3009900"/>
                <a:ext cx="15379" cy="276225"/>
              </a:xfrm>
              <a:prstGeom prst="rect">
                <a:avLst/>
              </a:prstGeom>
              <a:solidFill>
                <a:srgbClr val="0072B2"/>
              </a:solidFill>
              <a:ln w="0">
                <a:noFill/>
                <a:prstDash val="solid"/>
              </a:ln>
            </p:spPr>
          </p:sp>
          <p:sp>
            <p:nvSpPr>
              <p:cNvPr id="1991" name="four:time-step-strips:time-strip-tᵢ-cell-13:1991">
                <a:extLst>
                  <a:ext uri="{FF2B5EF4-FFF2-40B4-BE49-F238E27FC236}">
                    <ns2:creationId id="{16C0A967-846B-4B83-940E-C8DE8AF4C55E}"/>
                  </a:ext>
                </a:extLst>
              </p:cNvPr>
              <p:cNvSpPr>
                <a:spLocks noGrp="1"/>
              </p:cNvSpPr>
              <p:nvPr/>
            </p:nvSpPr>
            <p:spPr>
              <a:xfrm>
                <a:off x="21440676" y="3009900"/>
                <a:ext cx="15379" cy="276225"/>
              </a:xfrm>
              <a:prstGeom prst="rect">
                <a:avLst/>
              </a:prstGeom>
              <a:solidFill>
                <a:srgbClr val="0072B2"/>
              </a:solidFill>
              <a:ln w="0">
                <a:noFill/>
                <a:prstDash val="solid"/>
              </a:ln>
            </p:spPr>
          </p:sp>
          <p:sp>
            <p:nvSpPr>
              <p:cNvPr id="1992" name="four:time-step-strips:time-strip-tᵢ-cell-14:1992">
                <a:extLst>
                  <a:ext uri="{FF2B5EF4-FFF2-40B4-BE49-F238E27FC236}">
                    <ns2:creationId id="{24D19921-57A4-4FB1-844E-60A2252D161A}"/>
                  </a:ext>
                </a:extLst>
              </p:cNvPr>
              <p:cNvSpPr>
                <a:spLocks noGrp="1"/>
              </p:cNvSpPr>
              <p:nvPr/>
            </p:nvSpPr>
            <p:spPr>
              <a:xfrm>
                <a:off x="21456055" y="3009900"/>
                <a:ext cx="15379" cy="276225"/>
              </a:xfrm>
              <a:prstGeom prst="rect">
                <a:avLst/>
              </a:prstGeom>
              <a:solidFill>
                <a:srgbClr val="0072B2"/>
              </a:solidFill>
              <a:ln w="0">
                <a:noFill/>
                <a:prstDash val="solid"/>
              </a:ln>
            </p:spPr>
          </p:sp>
          <p:sp>
            <p:nvSpPr>
              <p:cNvPr id="1993" name="four:time-step-strips:time-strip-tᵢ-cell-15:1993">
                <a:extLst>
                  <a:ext uri="{FF2B5EF4-FFF2-40B4-BE49-F238E27FC236}">
                    <ns2:creationId id="{F23A827E-B693-44B0-900F-17A5CB2A9960}"/>
                  </a:ext>
                </a:extLst>
              </p:cNvPr>
              <p:cNvSpPr>
                <a:spLocks noGrp="1"/>
              </p:cNvSpPr>
              <p:nvPr/>
            </p:nvSpPr>
            <p:spPr>
              <a:xfrm>
                <a:off x="21471434" y="3009900"/>
                <a:ext cx="15379" cy="276225"/>
              </a:xfrm>
              <a:prstGeom prst="rect">
                <a:avLst/>
              </a:prstGeom>
              <a:solidFill>
                <a:srgbClr val="0072B2"/>
              </a:solidFill>
              <a:ln w="0">
                <a:noFill/>
                <a:prstDash val="solid"/>
              </a:ln>
            </p:spPr>
          </p:sp>
          <p:sp>
            <p:nvSpPr>
              <p:cNvPr id="1994" name="four:time-step-strips:time-strip-tᵢ-cell-16:1994">
                <a:extLst>
                  <a:ext uri="{FF2B5EF4-FFF2-40B4-BE49-F238E27FC236}">
                    <ns2:creationId id="{5CC4D444-B14A-4EF8-8C36-BC0712BB3FD2}"/>
                  </a:ext>
                </a:extLst>
              </p:cNvPr>
              <p:cNvSpPr>
                <a:spLocks noGrp="1"/>
              </p:cNvSpPr>
              <p:nvPr/>
            </p:nvSpPr>
            <p:spPr>
              <a:xfrm>
                <a:off x="21486812" y="3009900"/>
                <a:ext cx="15379" cy="276225"/>
              </a:xfrm>
              <a:prstGeom prst="rect">
                <a:avLst/>
              </a:prstGeom>
              <a:solidFill>
                <a:srgbClr val="0072B2"/>
              </a:solidFill>
              <a:ln w="0">
                <a:noFill/>
                <a:prstDash val="solid"/>
              </a:ln>
            </p:spPr>
          </p:sp>
          <p:sp>
            <p:nvSpPr>
              <p:cNvPr id="1995" name="four:time-step-strips:time-strip-tᵢ-cell-17:1995">
                <a:extLst>
                  <a:ext uri="{FF2B5EF4-FFF2-40B4-BE49-F238E27FC236}">
                    <ns2:creationId id="{EB7E7AC7-56A4-47B8-8086-5AA74A751B95}"/>
                  </a:ext>
                </a:extLst>
              </p:cNvPr>
              <p:cNvSpPr>
                <a:spLocks noGrp="1"/>
              </p:cNvSpPr>
              <p:nvPr/>
            </p:nvSpPr>
            <p:spPr>
              <a:xfrm>
                <a:off x="21502191" y="3009900"/>
                <a:ext cx="15379" cy="276225"/>
              </a:xfrm>
              <a:prstGeom prst="rect">
                <a:avLst/>
              </a:prstGeom>
              <a:solidFill>
                <a:srgbClr val="0072B2"/>
              </a:solidFill>
              <a:ln w="0">
                <a:noFill/>
                <a:prstDash val="solid"/>
              </a:ln>
            </p:spPr>
          </p:sp>
          <p:sp>
            <p:nvSpPr>
              <p:cNvPr id="1996" name="four:time-step-strips:time-strip-tᵢ-cell-18:1996">
                <a:extLst>
                  <a:ext uri="{FF2B5EF4-FFF2-40B4-BE49-F238E27FC236}">
                    <ns2:creationId id="{CEB0A1C7-7ECA-4EAF-8467-AD077B107661}"/>
                  </a:ext>
                </a:extLst>
              </p:cNvPr>
              <p:cNvSpPr>
                <a:spLocks noGrp="1"/>
              </p:cNvSpPr>
              <p:nvPr/>
            </p:nvSpPr>
            <p:spPr>
              <a:xfrm>
                <a:off x="21517570" y="3009900"/>
                <a:ext cx="15379" cy="276225"/>
              </a:xfrm>
              <a:prstGeom prst="rect">
                <a:avLst/>
              </a:prstGeom>
              <a:solidFill>
                <a:srgbClr val="0072B2"/>
              </a:solidFill>
              <a:ln w="0">
                <a:noFill/>
                <a:prstDash val="solid"/>
              </a:ln>
            </p:spPr>
          </p:sp>
          <p:sp>
            <p:nvSpPr>
              <p:cNvPr id="1997" name="four:time-step-strips:time-strip-tᵢ-cell-19:1997">
                <a:extLst>
                  <a:ext uri="{FF2B5EF4-FFF2-40B4-BE49-F238E27FC236}">
                    <ns2:creationId id="{BA1AEC15-E27B-4762-B973-30286FB78809}"/>
                  </a:ext>
                </a:extLst>
              </p:cNvPr>
              <p:cNvSpPr>
                <a:spLocks noGrp="1"/>
              </p:cNvSpPr>
              <p:nvPr/>
            </p:nvSpPr>
            <p:spPr>
              <a:xfrm>
                <a:off x="21532949" y="3009900"/>
                <a:ext cx="15379" cy="276225"/>
              </a:xfrm>
              <a:prstGeom prst="rect">
                <a:avLst/>
              </a:prstGeom>
              <a:solidFill>
                <a:srgbClr val="0072B2"/>
              </a:solidFill>
              <a:ln w="0">
                <a:noFill/>
                <a:prstDash val="solid"/>
              </a:ln>
            </p:spPr>
          </p:sp>
          <p:sp>
            <p:nvSpPr>
              <p:cNvPr id="1998" name="four:time-step-strips:time-strip-tᵢ-cell-20:1998">
                <a:extLst>
                  <a:ext uri="{FF2B5EF4-FFF2-40B4-BE49-F238E27FC236}">
                    <ns2:creationId id="{1A58D797-BC9F-40A2-9046-3FE4F2ED5B67}"/>
                  </a:ext>
                </a:extLst>
              </p:cNvPr>
              <p:cNvSpPr>
                <a:spLocks noGrp="1"/>
              </p:cNvSpPr>
              <p:nvPr/>
            </p:nvSpPr>
            <p:spPr>
              <a:xfrm>
                <a:off x="21548328" y="3009900"/>
                <a:ext cx="15379" cy="276225"/>
              </a:xfrm>
              <a:prstGeom prst="rect">
                <a:avLst/>
              </a:prstGeom>
              <a:solidFill>
                <a:srgbClr val="0072B2"/>
              </a:solidFill>
              <a:ln w="0">
                <a:noFill/>
                <a:prstDash val="solid"/>
              </a:ln>
            </p:spPr>
          </p:sp>
          <p:sp>
            <p:nvSpPr>
              <p:cNvPr id="1999" name="four:time-step-strips:time-strip-tᵢ-cell-21:1999">
                <a:extLst>
                  <a:ext uri="{FF2B5EF4-FFF2-40B4-BE49-F238E27FC236}">
                    <ns2:creationId id="{DB2A2AC7-25F7-4435-824C-D10446E45044}"/>
                  </a:ext>
                </a:extLst>
              </p:cNvPr>
              <p:cNvSpPr>
                <a:spLocks noGrp="1"/>
              </p:cNvSpPr>
              <p:nvPr/>
            </p:nvSpPr>
            <p:spPr>
              <a:xfrm>
                <a:off x="21563707" y="3009900"/>
                <a:ext cx="15379" cy="276225"/>
              </a:xfrm>
              <a:prstGeom prst="rect">
                <a:avLst/>
              </a:prstGeom>
              <a:solidFill>
                <a:srgbClr val="0072B2"/>
              </a:solidFill>
              <a:ln w="0">
                <a:noFill/>
                <a:prstDash val="solid"/>
              </a:ln>
            </p:spPr>
          </p:sp>
          <p:sp>
            <p:nvSpPr>
              <p:cNvPr id="2000" name="four:time-step-strips:time-strip-tᵢ-cell-22:2000">
                <a:extLst>
                  <a:ext uri="{FF2B5EF4-FFF2-40B4-BE49-F238E27FC236}">
                    <ns2:creationId id="{C50CCE63-A011-4E07-A700-878B2766AD71}"/>
                  </a:ext>
                </a:extLst>
              </p:cNvPr>
              <p:cNvSpPr>
                <a:spLocks noGrp="1"/>
              </p:cNvSpPr>
              <p:nvPr/>
            </p:nvSpPr>
            <p:spPr>
              <a:xfrm>
                <a:off x="21579086" y="3009900"/>
                <a:ext cx="15379" cy="276225"/>
              </a:xfrm>
              <a:prstGeom prst="rect">
                <a:avLst/>
              </a:prstGeom>
              <a:solidFill>
                <a:srgbClr val="0D79B6"/>
              </a:solidFill>
              <a:ln w="0">
                <a:noFill/>
                <a:prstDash val="solid"/>
              </a:ln>
            </p:spPr>
          </p:sp>
          <p:sp>
            <p:nvSpPr>
              <p:cNvPr id="2001" name="four:time-step-strips:time-strip-tᵢ-cell-23:2001">
                <a:extLst>
                  <a:ext uri="{FF2B5EF4-FFF2-40B4-BE49-F238E27FC236}">
                    <ns2:creationId id="{1A49D100-C3E8-46CB-B379-BBCFC4813E5C}"/>
                  </a:ext>
                </a:extLst>
              </p:cNvPr>
              <p:cNvSpPr>
                <a:spLocks noGrp="1"/>
              </p:cNvSpPr>
              <p:nvPr/>
            </p:nvSpPr>
            <p:spPr>
              <a:xfrm>
                <a:off x="21594465" y="3009900"/>
                <a:ext cx="15379" cy="276225"/>
              </a:xfrm>
              <a:prstGeom prst="rect">
                <a:avLst/>
              </a:prstGeom>
              <a:solidFill>
                <a:srgbClr val="2A88BD"/>
              </a:solidFill>
              <a:ln w="0">
                <a:noFill/>
                <a:prstDash val="solid"/>
              </a:ln>
            </p:spPr>
          </p:sp>
          <p:sp>
            <p:nvSpPr>
              <p:cNvPr id="2002" name="four:time-step-strips:time-strip-tᵢ-cell-24:2002">
                <a:extLst>
                  <a:ext uri="{FF2B5EF4-FFF2-40B4-BE49-F238E27FC236}">
                    <ns2:creationId id="{6D8424E6-0EAB-4CEA-94B4-308E341DF832}"/>
                  </a:ext>
                </a:extLst>
              </p:cNvPr>
              <p:cNvSpPr>
                <a:spLocks noGrp="1"/>
              </p:cNvSpPr>
              <p:nvPr/>
            </p:nvSpPr>
            <p:spPr>
              <a:xfrm>
                <a:off x="21609844" y="3009900"/>
                <a:ext cx="15379" cy="276225"/>
              </a:xfrm>
              <a:prstGeom prst="rect">
                <a:avLst/>
              </a:prstGeom>
              <a:solidFill>
                <a:srgbClr val="519DC8"/>
              </a:solidFill>
              <a:ln w="0">
                <a:noFill/>
                <a:prstDash val="solid"/>
              </a:ln>
            </p:spPr>
          </p:sp>
          <p:sp>
            <p:nvSpPr>
              <p:cNvPr id="2003" name="four:time-step-strips:time-strip-tᵢ-cell-25:2003">
                <a:extLst>
                  <a:ext uri="{FF2B5EF4-FFF2-40B4-BE49-F238E27FC236}">
                    <ns2:creationId id="{95665B30-139A-44A6-A22F-A5A44CEF356B}"/>
                  </a:ext>
                </a:extLst>
              </p:cNvPr>
              <p:cNvSpPr>
                <a:spLocks noGrp="1"/>
              </p:cNvSpPr>
              <p:nvPr/>
            </p:nvSpPr>
            <p:spPr>
              <a:xfrm>
                <a:off x="21625223" y="3009900"/>
                <a:ext cx="15379" cy="276225"/>
              </a:xfrm>
              <a:prstGeom prst="rect">
                <a:avLst/>
              </a:prstGeom>
              <a:solidFill>
                <a:srgbClr val="7BB4D3"/>
              </a:solidFill>
              <a:ln w="0">
                <a:noFill/>
                <a:prstDash val="solid"/>
              </a:ln>
            </p:spPr>
          </p:sp>
          <p:sp>
            <p:nvSpPr>
              <p:cNvPr id="2004" name="four:time-step-strips:time-strip-tᵢ-cell-26:2004">
                <a:extLst>
                  <a:ext uri="{FF2B5EF4-FFF2-40B4-BE49-F238E27FC236}">
                    <ns2:creationId id="{32BF2FF2-356E-4B7E-80B6-B760833E7F34}"/>
                  </a:ext>
                </a:extLst>
              </p:cNvPr>
              <p:cNvSpPr>
                <a:spLocks noGrp="1"/>
              </p:cNvSpPr>
              <p:nvPr/>
            </p:nvSpPr>
            <p:spPr>
              <a:xfrm>
                <a:off x="21640602" y="3009900"/>
                <a:ext cx="15379" cy="276225"/>
              </a:xfrm>
              <a:prstGeom prst="rect">
                <a:avLst/>
              </a:prstGeom>
              <a:solidFill>
                <a:srgbClr val="A4CADE"/>
              </a:solidFill>
              <a:ln w="0">
                <a:noFill/>
                <a:prstDash val="solid"/>
              </a:ln>
            </p:spPr>
          </p:sp>
          <p:sp>
            <p:nvSpPr>
              <p:cNvPr id="2005" name="four:time-step-strips:time-strip-tᵢ-cell-27:2005">
                <a:extLst>
                  <a:ext uri="{FF2B5EF4-FFF2-40B4-BE49-F238E27FC236}">
                    <ns2:creationId id="{A6AB8162-7B53-41AE-B598-96285C7F91CF}"/>
                  </a:ext>
                </a:extLst>
              </p:cNvPr>
              <p:cNvSpPr>
                <a:spLocks noGrp="1"/>
              </p:cNvSpPr>
              <p:nvPr/>
            </p:nvSpPr>
            <p:spPr>
              <a:xfrm>
                <a:off x="21655980" y="3009900"/>
                <a:ext cx="15379" cy="276225"/>
              </a:xfrm>
              <a:prstGeom prst="rect">
                <a:avLst/>
              </a:prstGeom>
              <a:solidFill>
                <a:srgbClr val="CDDEE5"/>
              </a:solidFill>
              <a:ln w="0">
                <a:noFill/>
                <a:prstDash val="solid"/>
              </a:ln>
            </p:spPr>
          </p:sp>
          <p:sp>
            <p:nvSpPr>
              <p:cNvPr id="2006" name="four:time-step-strips:time-strip-tᵢ-cell-28:2006">
                <a:extLst>
                  <a:ext uri="{FF2B5EF4-FFF2-40B4-BE49-F238E27FC236}">
                    <ns2:creationId id="{0BC2F3D4-2C4A-47C8-8F5D-F8FB2238690F}"/>
                  </a:ext>
                </a:extLst>
              </p:cNvPr>
              <p:cNvSpPr>
                <a:spLocks noGrp="1"/>
              </p:cNvSpPr>
              <p:nvPr/>
            </p:nvSpPr>
            <p:spPr>
              <a:xfrm>
                <a:off x="21671359" y="3009900"/>
                <a:ext cx="15379" cy="276225"/>
              </a:xfrm>
              <a:prstGeom prst="rect">
                <a:avLst/>
              </a:prstGeom>
              <a:solidFill>
                <a:srgbClr val="DAE7EC"/>
              </a:solidFill>
              <a:ln w="0">
                <a:noFill/>
                <a:prstDash val="solid"/>
              </a:ln>
            </p:spPr>
          </p:sp>
          <p:sp>
            <p:nvSpPr>
              <p:cNvPr id="2007" name="four:time-step-strips:time-strip-tᵢ-cell-29:2007">
                <a:extLst>
                  <a:ext uri="{FF2B5EF4-FFF2-40B4-BE49-F238E27FC236}">
                    <ns2:creationId id="{FFFECE0C-99DD-4C16-BF73-ACFDF8EE6039}"/>
                  </a:ext>
                </a:extLst>
              </p:cNvPr>
              <p:cNvSpPr>
                <a:spLocks noGrp="1"/>
              </p:cNvSpPr>
              <p:nvPr/>
            </p:nvSpPr>
            <p:spPr>
              <a:xfrm>
                <a:off x="21686738" y="3009900"/>
                <a:ext cx="15379" cy="276225"/>
              </a:xfrm>
              <a:prstGeom prst="rect">
                <a:avLst/>
              </a:prstGeom>
              <a:solidFill>
                <a:srgbClr val="DCE8ED"/>
              </a:solidFill>
              <a:ln w="0">
                <a:noFill/>
                <a:prstDash val="solid"/>
              </a:ln>
            </p:spPr>
          </p:sp>
          <p:sp>
            <p:nvSpPr>
              <p:cNvPr id="2008" name="four:time-step-strips:time-strip-tᵢ-cell-30:2008">
                <a:extLst>
                  <a:ext uri="{FF2B5EF4-FFF2-40B4-BE49-F238E27FC236}">
                    <ns2:creationId id="{F6752C18-3E26-4FBD-917D-0B1349556FB9}"/>
                  </a:ext>
                </a:extLst>
              </p:cNvPr>
              <p:cNvSpPr>
                <a:spLocks noGrp="1"/>
              </p:cNvSpPr>
              <p:nvPr/>
            </p:nvSpPr>
            <p:spPr>
              <a:xfrm>
                <a:off x="21702117" y="3009900"/>
                <a:ext cx="15379" cy="276225"/>
              </a:xfrm>
              <a:prstGeom prst="rect">
                <a:avLst/>
              </a:prstGeom>
              <a:solidFill>
                <a:srgbClr val="DCE8ED"/>
              </a:solidFill>
              <a:ln w="0">
                <a:noFill/>
                <a:prstDash val="solid"/>
              </a:ln>
            </p:spPr>
          </p:sp>
          <p:sp>
            <p:nvSpPr>
              <p:cNvPr id="2009" name="four:time-step-strips:time-strip-tᵢ-cell-31:2009">
                <a:extLst>
                  <a:ext uri="{FF2B5EF4-FFF2-40B4-BE49-F238E27FC236}">
                    <ns2:creationId id="{87110DEE-D9FC-43BB-B5B1-1DAF7BB996C9}"/>
                  </a:ext>
                </a:extLst>
              </p:cNvPr>
              <p:cNvSpPr>
                <a:spLocks noGrp="1"/>
              </p:cNvSpPr>
              <p:nvPr/>
            </p:nvSpPr>
            <p:spPr>
              <a:xfrm>
                <a:off x="21717496" y="3009900"/>
                <a:ext cx="15379" cy="276225"/>
              </a:xfrm>
              <a:prstGeom prst="rect">
                <a:avLst/>
              </a:prstGeom>
              <a:solidFill>
                <a:srgbClr val="DCE8ED"/>
              </a:solidFill>
              <a:ln w="0">
                <a:noFill/>
                <a:prstDash val="solid"/>
              </a:ln>
            </p:spPr>
          </p:sp>
          <p:sp>
            <p:nvSpPr>
              <p:cNvPr id="2010" name="four:time-step-strips:time-strip-tᵢ-cell-32:2010">
                <a:extLst>
                  <a:ext uri="{FF2B5EF4-FFF2-40B4-BE49-F238E27FC236}">
                    <ns2:creationId id="{D895BDAC-15B4-45FA-A59B-968E82927ED5}"/>
                  </a:ext>
                </a:extLst>
              </p:cNvPr>
              <p:cNvSpPr>
                <a:spLocks noGrp="1"/>
              </p:cNvSpPr>
              <p:nvPr/>
            </p:nvSpPr>
            <p:spPr>
              <a:xfrm>
                <a:off x="21732875" y="3009900"/>
                <a:ext cx="15379" cy="276225"/>
              </a:xfrm>
              <a:prstGeom prst="rect">
                <a:avLst/>
              </a:prstGeom>
              <a:solidFill>
                <a:srgbClr val="DCE8ED"/>
              </a:solidFill>
              <a:ln w="0">
                <a:noFill/>
                <a:prstDash val="solid"/>
              </a:ln>
            </p:spPr>
          </p:sp>
          <p:sp>
            <p:nvSpPr>
              <p:cNvPr id="2011" name="four:time-step-strips:time-strip-tᵢ-cell-33:2011">
                <a:extLst>
                  <a:ext uri="{FF2B5EF4-FFF2-40B4-BE49-F238E27FC236}">
                    <ns2:creationId id="{9CAD9838-581E-42E7-83C3-833A8BF8BEAA}"/>
                  </a:ext>
                </a:extLst>
              </p:cNvPr>
              <p:cNvSpPr>
                <a:spLocks noGrp="1"/>
              </p:cNvSpPr>
              <p:nvPr/>
            </p:nvSpPr>
            <p:spPr>
              <a:xfrm>
                <a:off x="21748254" y="3009900"/>
                <a:ext cx="15379" cy="276225"/>
              </a:xfrm>
              <a:prstGeom prst="rect">
                <a:avLst/>
              </a:prstGeom>
              <a:solidFill>
                <a:srgbClr val="DCE8ED"/>
              </a:solidFill>
              <a:ln w="0">
                <a:noFill/>
                <a:prstDash val="solid"/>
              </a:ln>
            </p:spPr>
          </p:sp>
          <p:sp>
            <p:nvSpPr>
              <p:cNvPr id="2012" name="four:time-step-strips:time-strip-tᵢ-cell-34:2012">
                <a:extLst>
                  <a:ext uri="{FF2B5EF4-FFF2-40B4-BE49-F238E27FC236}">
                    <ns2:creationId id="{A378447D-F6D0-4B0B-B1D3-EF8552DDFB32}"/>
                  </a:ext>
                </a:extLst>
              </p:cNvPr>
              <p:cNvSpPr>
                <a:spLocks noGrp="1"/>
              </p:cNvSpPr>
              <p:nvPr/>
            </p:nvSpPr>
            <p:spPr>
              <a:xfrm>
                <a:off x="21763633" y="3009900"/>
                <a:ext cx="15379" cy="276225"/>
              </a:xfrm>
              <a:prstGeom prst="rect">
                <a:avLst/>
              </a:prstGeom>
              <a:solidFill>
                <a:srgbClr val="DCE8ED"/>
              </a:solidFill>
              <a:ln w="0">
                <a:noFill/>
                <a:prstDash val="solid"/>
              </a:ln>
            </p:spPr>
          </p:sp>
          <p:sp>
            <p:nvSpPr>
              <p:cNvPr id="2013" name="four:time-step-strips:time-strip-tᵢ-cell-35:2013">
                <a:extLst>
                  <a:ext uri="{FF2B5EF4-FFF2-40B4-BE49-F238E27FC236}">
                    <ns2:creationId id="{51D57662-E799-4873-8FFE-AAFD048FF996}"/>
                  </a:ext>
                </a:extLst>
              </p:cNvPr>
              <p:cNvSpPr>
                <a:spLocks noGrp="1"/>
              </p:cNvSpPr>
              <p:nvPr/>
            </p:nvSpPr>
            <p:spPr>
              <a:xfrm>
                <a:off x="21779012" y="3009900"/>
                <a:ext cx="15379" cy="276225"/>
              </a:xfrm>
              <a:prstGeom prst="rect">
                <a:avLst/>
              </a:prstGeom>
              <a:solidFill>
                <a:srgbClr val="DCE8ED"/>
              </a:solidFill>
              <a:ln w="0">
                <a:noFill/>
                <a:prstDash val="solid"/>
              </a:ln>
            </p:spPr>
          </p:sp>
          <p:sp>
            <p:nvSpPr>
              <p:cNvPr id="2014" name="four:time-step-strips:time-strip-tᵢ-cell-36:2014">
                <a:extLst>
                  <a:ext uri="{FF2B5EF4-FFF2-40B4-BE49-F238E27FC236}">
                    <ns2:creationId id="{9B6518A2-ED67-4FD9-A7A3-432C1687FEC9}"/>
                  </a:ext>
                </a:extLst>
              </p:cNvPr>
              <p:cNvSpPr>
                <a:spLocks noGrp="1"/>
              </p:cNvSpPr>
              <p:nvPr/>
            </p:nvSpPr>
            <p:spPr>
              <a:xfrm>
                <a:off x="21794391" y="3009900"/>
                <a:ext cx="15379" cy="276225"/>
              </a:xfrm>
              <a:prstGeom prst="rect">
                <a:avLst/>
              </a:prstGeom>
              <a:solidFill>
                <a:srgbClr val="DCE8ED"/>
              </a:solidFill>
              <a:ln w="0">
                <a:noFill/>
                <a:prstDash val="solid"/>
              </a:ln>
            </p:spPr>
          </p:sp>
          <p:sp>
            <p:nvSpPr>
              <p:cNvPr id="2015" name="four:time-step-strips:time-strip-tᵢ-cell-37:2015">
                <a:extLst>
                  <a:ext uri="{FF2B5EF4-FFF2-40B4-BE49-F238E27FC236}">
                    <ns2:creationId id="{DA185D3F-1C1F-4C96-8205-55BC24910E25}"/>
                  </a:ext>
                </a:extLst>
              </p:cNvPr>
              <p:cNvSpPr>
                <a:spLocks noGrp="1"/>
              </p:cNvSpPr>
              <p:nvPr/>
            </p:nvSpPr>
            <p:spPr>
              <a:xfrm>
                <a:off x="21809770" y="3009900"/>
                <a:ext cx="15379" cy="276225"/>
              </a:xfrm>
              <a:prstGeom prst="rect">
                <a:avLst/>
              </a:prstGeom>
              <a:solidFill>
                <a:srgbClr val="DCE8ED"/>
              </a:solidFill>
              <a:ln w="0">
                <a:noFill/>
                <a:prstDash val="solid"/>
              </a:ln>
            </p:spPr>
          </p:sp>
          <p:sp>
            <p:nvSpPr>
              <p:cNvPr id="2016" name="four:time-step-strips:time-strip-tᵢ-cell-38:2016">
                <a:extLst>
                  <a:ext uri="{FF2B5EF4-FFF2-40B4-BE49-F238E27FC236}">
                    <ns2:creationId id="{58EB7393-BE53-4F51-8920-F995E10EED8C}"/>
                  </a:ext>
                </a:extLst>
              </p:cNvPr>
              <p:cNvSpPr>
                <a:spLocks noGrp="1"/>
              </p:cNvSpPr>
              <p:nvPr/>
            </p:nvSpPr>
            <p:spPr>
              <a:xfrm>
                <a:off x="21825148" y="3009900"/>
                <a:ext cx="15379" cy="276225"/>
              </a:xfrm>
              <a:prstGeom prst="rect">
                <a:avLst/>
              </a:prstGeom>
              <a:solidFill>
                <a:srgbClr val="DCE8ED"/>
              </a:solidFill>
              <a:ln w="0">
                <a:noFill/>
                <a:prstDash val="solid"/>
              </a:ln>
            </p:spPr>
          </p:sp>
          <p:sp>
            <p:nvSpPr>
              <p:cNvPr id="2017" name="four:time-step-strips:time-strip-tᵢ-cell-39:2017">
                <a:extLst>
                  <a:ext uri="{FF2B5EF4-FFF2-40B4-BE49-F238E27FC236}">
                    <ns2:creationId id="{EFA6D931-6AA4-4463-96F0-4211D311AE4E}"/>
                  </a:ext>
                </a:extLst>
              </p:cNvPr>
              <p:cNvSpPr>
                <a:spLocks noGrp="1"/>
              </p:cNvSpPr>
              <p:nvPr/>
            </p:nvSpPr>
            <p:spPr>
              <a:xfrm>
                <a:off x="21840527" y="3009900"/>
                <a:ext cx="15379" cy="276225"/>
              </a:xfrm>
              <a:prstGeom prst="rect">
                <a:avLst/>
              </a:prstGeom>
              <a:solidFill>
                <a:srgbClr val="DCE8ED"/>
              </a:solidFill>
              <a:ln w="0">
                <a:noFill/>
                <a:prstDash val="solid"/>
              </a:ln>
            </p:spPr>
          </p:sp>
          <p:sp>
            <p:nvSpPr>
              <p:cNvPr id="2018" name="four:time-step-strips:time-strip-tᵢ-cell-40:2018">
                <a:extLst>
                  <a:ext uri="{FF2B5EF4-FFF2-40B4-BE49-F238E27FC236}">
                    <ns2:creationId id="{5B55A407-6541-4A72-A298-347979C194BA}"/>
                  </a:ext>
                </a:extLst>
              </p:cNvPr>
              <p:cNvSpPr>
                <a:spLocks noGrp="1"/>
              </p:cNvSpPr>
              <p:nvPr/>
            </p:nvSpPr>
            <p:spPr>
              <a:xfrm>
                <a:off x="21855906" y="3009900"/>
                <a:ext cx="15379" cy="276225"/>
              </a:xfrm>
              <a:prstGeom prst="rect">
                <a:avLst/>
              </a:prstGeom>
              <a:solidFill>
                <a:srgbClr val="DCE8ED"/>
              </a:solidFill>
              <a:ln w="0">
                <a:noFill/>
                <a:prstDash val="solid"/>
              </a:ln>
            </p:spPr>
          </p:sp>
          <p:sp>
            <p:nvSpPr>
              <p:cNvPr id="2019" name="four:time-step-strips:time-strip-tᵢ-cell-41:2019">
                <a:extLst>
                  <a:ext uri="{FF2B5EF4-FFF2-40B4-BE49-F238E27FC236}">
                    <ns2:creationId id="{65463867-C190-4FB1-83EB-51B4E0BBFCF3}"/>
                  </a:ext>
                </a:extLst>
              </p:cNvPr>
              <p:cNvSpPr>
                <a:spLocks noGrp="1"/>
              </p:cNvSpPr>
              <p:nvPr/>
            </p:nvSpPr>
            <p:spPr>
              <a:xfrm>
                <a:off x="21871285" y="3009900"/>
                <a:ext cx="15379" cy="276225"/>
              </a:xfrm>
              <a:prstGeom prst="rect">
                <a:avLst/>
              </a:prstGeom>
              <a:solidFill>
                <a:srgbClr val="DCE8ED"/>
              </a:solidFill>
              <a:ln w="0">
                <a:noFill/>
                <a:prstDash val="solid"/>
              </a:ln>
            </p:spPr>
          </p:sp>
          <p:sp>
            <p:nvSpPr>
              <p:cNvPr id="2020" name="four:time-step-strips:time-strip-tᵢ-cell-42:2020">
                <a:extLst>
                  <a:ext uri="{FF2B5EF4-FFF2-40B4-BE49-F238E27FC236}">
                    <ns2:creationId id="{79DC39FD-1C32-4B22-B955-6C03F0C31447}"/>
                  </a:ext>
                </a:extLst>
              </p:cNvPr>
              <p:cNvSpPr>
                <a:spLocks noGrp="1"/>
              </p:cNvSpPr>
              <p:nvPr/>
            </p:nvSpPr>
            <p:spPr>
              <a:xfrm>
                <a:off x="21886664" y="3009900"/>
                <a:ext cx="15379" cy="276225"/>
              </a:xfrm>
              <a:prstGeom prst="rect">
                <a:avLst/>
              </a:prstGeom>
              <a:solidFill>
                <a:srgbClr val="DCE8ED"/>
              </a:solidFill>
              <a:ln w="0">
                <a:noFill/>
                <a:prstDash val="solid"/>
              </a:ln>
            </p:spPr>
          </p:sp>
          <p:sp>
            <p:nvSpPr>
              <p:cNvPr id="2021" name="four:time-step-strips:time-strip-tᵢ-cell-43:2021">
                <a:extLst>
                  <a:ext uri="{FF2B5EF4-FFF2-40B4-BE49-F238E27FC236}">
                    <ns2:creationId id="{CDC48DF0-71E3-4CF9-B4F3-470DAEB41DFF}"/>
                  </a:ext>
                </a:extLst>
              </p:cNvPr>
              <p:cNvSpPr>
                <a:spLocks noGrp="1"/>
              </p:cNvSpPr>
              <p:nvPr/>
            </p:nvSpPr>
            <p:spPr>
              <a:xfrm>
                <a:off x="21902043" y="3009900"/>
                <a:ext cx="15379" cy="276225"/>
              </a:xfrm>
              <a:prstGeom prst="rect">
                <a:avLst/>
              </a:prstGeom>
              <a:solidFill>
                <a:srgbClr val="DCE8ED"/>
              </a:solidFill>
              <a:ln w="0">
                <a:noFill/>
                <a:prstDash val="solid"/>
              </a:ln>
            </p:spPr>
          </p:sp>
          <p:sp>
            <p:nvSpPr>
              <p:cNvPr id="2022" name="four:time-step-strips:time-strip-tᵢ-cell-44:2022">
                <a:extLst>
                  <a:ext uri="{FF2B5EF4-FFF2-40B4-BE49-F238E27FC236}">
                    <ns2:creationId id="{DE04177E-F015-4FD8-A389-7DEEA6666B3F}"/>
                  </a:ext>
                </a:extLst>
              </p:cNvPr>
              <p:cNvSpPr>
                <a:spLocks noGrp="1"/>
              </p:cNvSpPr>
              <p:nvPr/>
            </p:nvSpPr>
            <p:spPr>
              <a:xfrm>
                <a:off x="21917422" y="3009900"/>
                <a:ext cx="15379" cy="276225"/>
              </a:xfrm>
              <a:prstGeom prst="rect">
                <a:avLst/>
              </a:prstGeom>
              <a:solidFill>
                <a:srgbClr val="DCE8ED"/>
              </a:solidFill>
              <a:ln w="0">
                <a:noFill/>
                <a:prstDash val="solid"/>
              </a:ln>
            </p:spPr>
          </p:sp>
          <p:sp>
            <p:nvSpPr>
              <p:cNvPr id="2023" name="four:time-step-strips:time-strip-tᵢ-cell-45:2023">
                <a:extLst>
                  <a:ext uri="{FF2B5EF4-FFF2-40B4-BE49-F238E27FC236}">
                    <ns2:creationId id="{70B64F11-6D69-4F6D-B070-509574807E83}"/>
                  </a:ext>
                </a:extLst>
              </p:cNvPr>
              <p:cNvSpPr>
                <a:spLocks noGrp="1"/>
              </p:cNvSpPr>
              <p:nvPr/>
            </p:nvSpPr>
            <p:spPr>
              <a:xfrm>
                <a:off x="21932801" y="3009900"/>
                <a:ext cx="15379" cy="276225"/>
              </a:xfrm>
              <a:prstGeom prst="rect">
                <a:avLst/>
              </a:prstGeom>
              <a:solidFill>
                <a:srgbClr val="DCE8ED"/>
              </a:solidFill>
              <a:ln w="0">
                <a:noFill/>
                <a:prstDash val="solid"/>
              </a:ln>
            </p:spPr>
          </p:sp>
          <p:sp>
            <p:nvSpPr>
              <p:cNvPr id="2024" name="four:time-step-strips:time-strip-tᵢ-cell-46:2024">
                <a:extLst>
                  <a:ext uri="{FF2B5EF4-FFF2-40B4-BE49-F238E27FC236}">
                    <ns2:creationId id="{0DB3F650-8EEA-43BF-A80A-021E1B3EBE5A}"/>
                  </a:ext>
                </a:extLst>
              </p:cNvPr>
              <p:cNvSpPr>
                <a:spLocks noGrp="1"/>
              </p:cNvSpPr>
              <p:nvPr/>
            </p:nvSpPr>
            <p:spPr>
              <a:xfrm>
                <a:off x="21948180" y="3009900"/>
                <a:ext cx="15379" cy="276225"/>
              </a:xfrm>
              <a:prstGeom prst="rect">
                <a:avLst/>
              </a:prstGeom>
              <a:solidFill>
                <a:srgbClr val="DCE8ED"/>
              </a:solidFill>
              <a:ln w="0">
                <a:noFill/>
                <a:prstDash val="solid"/>
              </a:ln>
            </p:spPr>
          </p:sp>
          <p:sp>
            <p:nvSpPr>
              <p:cNvPr id="2025" name="four:time-step-strips:time-strip-tᵢ-cell-47:2025">
                <a:extLst>
                  <a:ext uri="{FF2B5EF4-FFF2-40B4-BE49-F238E27FC236}">
                    <ns2:creationId id="{CE2B8547-122E-47B4-8C1D-04B63E27EBAA}"/>
                  </a:ext>
                </a:extLst>
              </p:cNvPr>
              <p:cNvSpPr>
                <a:spLocks noGrp="1"/>
              </p:cNvSpPr>
              <p:nvPr/>
            </p:nvSpPr>
            <p:spPr>
              <a:xfrm>
                <a:off x="21963559" y="3009900"/>
                <a:ext cx="15379" cy="276225"/>
              </a:xfrm>
              <a:prstGeom prst="rect">
                <a:avLst/>
              </a:prstGeom>
              <a:solidFill>
                <a:srgbClr val="DCE8ED"/>
              </a:solidFill>
              <a:ln w="0">
                <a:noFill/>
                <a:prstDash val="solid"/>
              </a:ln>
            </p:spPr>
          </p:sp>
          <p:sp>
            <p:nvSpPr>
              <p:cNvPr id="2026" name="four:time-step-strips:time-strip-tᵢ-cell-48:2026">
                <a:extLst>
                  <a:ext uri="{FF2B5EF4-FFF2-40B4-BE49-F238E27FC236}">
                    <ns2:creationId id="{7123B786-224A-4ADC-B562-FA0D9CB04A3E}"/>
                  </a:ext>
                </a:extLst>
              </p:cNvPr>
              <p:cNvSpPr>
                <a:spLocks noGrp="1"/>
              </p:cNvSpPr>
              <p:nvPr/>
            </p:nvSpPr>
            <p:spPr>
              <a:xfrm>
                <a:off x="21978938" y="3009900"/>
                <a:ext cx="15379" cy="276225"/>
              </a:xfrm>
              <a:prstGeom prst="rect">
                <a:avLst/>
              </a:prstGeom>
              <a:solidFill>
                <a:srgbClr val="DCE8ED"/>
              </a:solidFill>
              <a:ln w="0">
                <a:noFill/>
                <a:prstDash val="solid"/>
              </a:ln>
            </p:spPr>
          </p:sp>
          <p:sp>
            <p:nvSpPr>
              <p:cNvPr id="2027" name="four:time-step-strips:time-strip-tᵢ-cell-49:2027">
                <a:extLst>
                  <a:ext uri="{FF2B5EF4-FFF2-40B4-BE49-F238E27FC236}">
                    <ns2:creationId id="{867E9E20-558C-431B-8406-425444D73CAE}"/>
                  </a:ext>
                </a:extLst>
              </p:cNvPr>
              <p:cNvSpPr>
                <a:spLocks noGrp="1"/>
              </p:cNvSpPr>
              <p:nvPr/>
            </p:nvSpPr>
            <p:spPr>
              <a:xfrm>
                <a:off x="21994316" y="3009900"/>
                <a:ext cx="15379" cy="276225"/>
              </a:xfrm>
              <a:prstGeom prst="rect">
                <a:avLst/>
              </a:prstGeom>
              <a:solidFill>
                <a:srgbClr val="DCE8ED"/>
              </a:solidFill>
              <a:ln w="0">
                <a:noFill/>
                <a:prstDash val="solid"/>
              </a:ln>
            </p:spPr>
          </p:sp>
          <p:sp>
            <p:nvSpPr>
              <p:cNvPr id="2028" name="four:time-step-strips:time-strip-tᵢ-cell-50:2028">
                <a:extLst>
                  <a:ext uri="{FF2B5EF4-FFF2-40B4-BE49-F238E27FC236}">
                    <ns2:creationId id="{46DBF6A2-5A82-4747-AD70-897E8E76658D}"/>
                  </a:ext>
                </a:extLst>
              </p:cNvPr>
              <p:cNvSpPr>
                <a:spLocks noGrp="1"/>
              </p:cNvSpPr>
              <p:nvPr/>
            </p:nvSpPr>
            <p:spPr>
              <a:xfrm>
                <a:off x="22009695" y="3009900"/>
                <a:ext cx="15379" cy="276225"/>
              </a:xfrm>
              <a:prstGeom prst="rect">
                <a:avLst/>
              </a:prstGeom>
              <a:solidFill>
                <a:srgbClr val="DCE8ED"/>
              </a:solidFill>
              <a:ln w="0">
                <a:noFill/>
                <a:prstDash val="solid"/>
              </a:ln>
            </p:spPr>
          </p:sp>
          <p:sp>
            <p:nvSpPr>
              <p:cNvPr id="2029" name="four:time-step-strips:time-strip-tᵢ-cell-51:2029">
                <a:extLst>
                  <a:ext uri="{FF2B5EF4-FFF2-40B4-BE49-F238E27FC236}">
                    <ns2:creationId id="{CB1B9E9D-6C80-4CA9-A7BA-C5F824814ECE}"/>
                  </a:ext>
                </a:extLst>
              </p:cNvPr>
              <p:cNvSpPr>
                <a:spLocks noGrp="1"/>
              </p:cNvSpPr>
              <p:nvPr/>
            </p:nvSpPr>
            <p:spPr>
              <a:xfrm>
                <a:off x="22025074" y="3009900"/>
                <a:ext cx="15379" cy="276225"/>
              </a:xfrm>
              <a:prstGeom prst="rect">
                <a:avLst/>
              </a:prstGeom>
              <a:solidFill>
                <a:srgbClr val="DCE8ED"/>
              </a:solidFill>
              <a:ln w="0">
                <a:noFill/>
                <a:prstDash val="solid"/>
              </a:ln>
            </p:spPr>
          </p:sp>
          <p:sp>
            <p:nvSpPr>
              <p:cNvPr id="2030" name="four:time-step-strips:time-strip-tᵢ-cell-52:2030">
                <a:extLst>
                  <a:ext uri="{FF2B5EF4-FFF2-40B4-BE49-F238E27FC236}">
                    <ns2:creationId id="{4517D3B2-F67A-4D24-9816-545BB18BFF2F}"/>
                  </a:ext>
                </a:extLst>
              </p:cNvPr>
              <p:cNvSpPr>
                <a:spLocks noGrp="1"/>
              </p:cNvSpPr>
              <p:nvPr/>
            </p:nvSpPr>
            <p:spPr>
              <a:xfrm>
                <a:off x="22040453" y="3009900"/>
                <a:ext cx="15379" cy="276225"/>
              </a:xfrm>
              <a:prstGeom prst="rect">
                <a:avLst/>
              </a:prstGeom>
              <a:solidFill>
                <a:srgbClr val="DCE8ED"/>
              </a:solidFill>
              <a:ln w="0">
                <a:noFill/>
                <a:prstDash val="solid"/>
              </a:ln>
            </p:spPr>
          </p:sp>
          <p:sp>
            <p:nvSpPr>
              <p:cNvPr id="2031" name="four:time-step-strips:time-strip-tᵢ-cell-53:2031">
                <a:extLst>
                  <a:ext uri="{FF2B5EF4-FFF2-40B4-BE49-F238E27FC236}">
                    <ns2:creationId id="{2C61E78A-FD53-4379-A46E-E9EE30108C04}"/>
                  </a:ext>
                </a:extLst>
              </p:cNvPr>
              <p:cNvSpPr>
                <a:spLocks noGrp="1"/>
              </p:cNvSpPr>
              <p:nvPr/>
            </p:nvSpPr>
            <p:spPr>
              <a:xfrm>
                <a:off x="22055832" y="3009900"/>
                <a:ext cx="15379" cy="276225"/>
              </a:xfrm>
              <a:prstGeom prst="rect">
                <a:avLst/>
              </a:prstGeom>
              <a:solidFill>
                <a:srgbClr val="DCE8ED"/>
              </a:solidFill>
              <a:ln w="0">
                <a:noFill/>
                <a:prstDash val="solid"/>
              </a:ln>
            </p:spPr>
          </p:sp>
          <p:sp>
            <p:nvSpPr>
              <p:cNvPr id="2032" name="four:time-step-strips:time-strip-tᵢ-cell-54:2032">
                <a:extLst>
                  <a:ext uri="{FF2B5EF4-FFF2-40B4-BE49-F238E27FC236}">
                    <ns2:creationId id="{A5624143-DDBC-4236-BD7F-9C45A56BCA65}"/>
                  </a:ext>
                </a:extLst>
              </p:cNvPr>
              <p:cNvSpPr>
                <a:spLocks noGrp="1"/>
              </p:cNvSpPr>
              <p:nvPr/>
            </p:nvSpPr>
            <p:spPr>
              <a:xfrm>
                <a:off x="22071211" y="3009900"/>
                <a:ext cx="15379" cy="276225"/>
              </a:xfrm>
              <a:prstGeom prst="rect">
                <a:avLst/>
              </a:prstGeom>
              <a:solidFill>
                <a:srgbClr val="DCE8ED"/>
              </a:solidFill>
              <a:ln w="0">
                <a:noFill/>
                <a:prstDash val="solid"/>
              </a:ln>
            </p:spPr>
          </p:sp>
          <p:sp>
            <p:nvSpPr>
              <p:cNvPr id="2033" name="four:time-step-strips:time-strip-tᵢ-cell-55:2033">
                <a:extLst>
                  <a:ext uri="{FF2B5EF4-FFF2-40B4-BE49-F238E27FC236}">
                    <ns2:creationId id="{1545A562-85D1-466D-BA56-C75F36577597}"/>
                  </a:ext>
                </a:extLst>
              </p:cNvPr>
              <p:cNvSpPr>
                <a:spLocks noGrp="1"/>
              </p:cNvSpPr>
              <p:nvPr/>
            </p:nvSpPr>
            <p:spPr>
              <a:xfrm>
                <a:off x="22086590" y="3009900"/>
                <a:ext cx="15379" cy="276225"/>
              </a:xfrm>
              <a:prstGeom prst="rect">
                <a:avLst/>
              </a:prstGeom>
              <a:solidFill>
                <a:srgbClr val="DBE7EC"/>
              </a:solidFill>
              <a:ln w="0">
                <a:noFill/>
                <a:prstDash val="solid"/>
              </a:ln>
            </p:spPr>
          </p:sp>
          <p:sp>
            <p:nvSpPr>
              <p:cNvPr id="2034" name="four:time-step-strips:time-strip-tᵢ-cell-56:2034">
                <a:extLst>
                  <a:ext uri="{FF2B5EF4-FFF2-40B4-BE49-F238E27FC236}">
                    <ns2:creationId id="{D91D919B-F46A-475D-B5CD-F8E8E3DCAFA1}"/>
                  </a:ext>
                </a:extLst>
              </p:cNvPr>
              <p:cNvSpPr>
                <a:spLocks noGrp="1"/>
              </p:cNvSpPr>
              <p:nvPr/>
            </p:nvSpPr>
            <p:spPr>
              <a:xfrm>
                <a:off x="22101969" y="3009900"/>
                <a:ext cx="15379" cy="276225"/>
              </a:xfrm>
              <a:prstGeom prst="rect">
                <a:avLst/>
              </a:prstGeom>
              <a:solidFill>
                <a:srgbClr val="D5DDE7"/>
              </a:solidFill>
              <a:ln w="0">
                <a:noFill/>
                <a:prstDash val="solid"/>
              </a:ln>
            </p:spPr>
          </p:sp>
          <p:sp>
            <p:nvSpPr>
              <p:cNvPr id="2035" name="four:time-step-strips:time-strip-tᵢ-cell-57:2035">
                <a:extLst>
                  <a:ext uri="{FF2B5EF4-FFF2-40B4-BE49-F238E27FC236}">
                    <ns2:creationId id="{EF344EC9-AC3A-4629-83C6-03BD16DBE70C}"/>
                  </a:ext>
                </a:extLst>
              </p:cNvPr>
              <p:cNvSpPr>
                <a:spLocks noGrp="1"/>
              </p:cNvSpPr>
              <p:nvPr/>
            </p:nvSpPr>
            <p:spPr>
              <a:xfrm>
                <a:off x="22117348" y="3009900"/>
                <a:ext cx="15379" cy="276225"/>
              </a:xfrm>
              <a:prstGeom prst="rect">
                <a:avLst/>
              </a:prstGeom>
              <a:solidFill>
                <a:srgbClr val="A3D5CD"/>
              </a:solidFill>
              <a:ln w="0">
                <a:noFill/>
                <a:prstDash val="solid"/>
              </a:ln>
            </p:spPr>
          </p:sp>
          <p:sp>
            <p:nvSpPr>
              <p:cNvPr id="2036" name="four:time-step-strips:time-strip-tᵢ-cell-58:2036">
                <a:extLst>
                  <a:ext uri="{FF2B5EF4-FFF2-40B4-BE49-F238E27FC236}">
                    <ns2:creationId id="{003CF683-6C78-475A-A5A2-B28D0C4DE61A}"/>
                  </a:ext>
                </a:extLst>
              </p:cNvPr>
              <p:cNvSpPr>
                <a:spLocks noGrp="1"/>
              </p:cNvSpPr>
              <p:nvPr/>
            </p:nvSpPr>
            <p:spPr>
              <a:xfrm>
                <a:off x="22132727" y="3009900"/>
                <a:ext cx="15379" cy="276225"/>
              </a:xfrm>
              <a:prstGeom prst="rect">
                <a:avLst/>
              </a:prstGeom>
              <a:solidFill>
                <a:srgbClr val="7BC7B7"/>
              </a:solidFill>
              <a:ln w="0">
                <a:noFill/>
                <a:prstDash val="solid"/>
              </a:ln>
            </p:spPr>
          </p:sp>
          <p:sp>
            <p:nvSpPr>
              <p:cNvPr id="2037" name="four:time-step-strips:time-strip-tᵢ-cell-59:2037">
                <a:extLst>
                  <a:ext uri="{FF2B5EF4-FFF2-40B4-BE49-F238E27FC236}">
                    <ns2:creationId id="{469948D3-C658-4B95-825F-48BE5A0DC08C}"/>
                  </a:ext>
                </a:extLst>
              </p:cNvPr>
              <p:cNvSpPr>
                <a:spLocks noGrp="1"/>
              </p:cNvSpPr>
              <p:nvPr/>
            </p:nvSpPr>
            <p:spPr>
              <a:xfrm>
                <a:off x="22148105" y="3009900"/>
                <a:ext cx="15379" cy="276225"/>
              </a:xfrm>
              <a:prstGeom prst="rect">
                <a:avLst/>
              </a:prstGeom>
              <a:solidFill>
                <a:srgbClr val="50B9A0"/>
              </a:solidFill>
              <a:ln w="0">
                <a:noFill/>
                <a:prstDash val="solid"/>
              </a:ln>
            </p:spPr>
          </p:sp>
          <p:sp>
            <p:nvSpPr>
              <p:cNvPr id="2038" name="four:time-step-strips:time-strip-tᵢ-cell-60:2038">
                <a:extLst>
                  <a:ext uri="{FF2B5EF4-FFF2-40B4-BE49-F238E27FC236}">
                    <ns2:creationId id="{92A3E43D-A907-4FFE-BE0E-EB6A1D286969}"/>
                  </a:ext>
                </a:extLst>
              </p:cNvPr>
              <p:cNvSpPr>
                <a:spLocks noGrp="1"/>
              </p:cNvSpPr>
              <p:nvPr/>
            </p:nvSpPr>
            <p:spPr>
              <a:xfrm>
                <a:off x="22163484" y="3009900"/>
                <a:ext cx="15379" cy="276225"/>
              </a:xfrm>
              <a:prstGeom prst="rect">
                <a:avLst/>
              </a:prstGeom>
              <a:solidFill>
                <a:srgbClr val="2BAC8B"/>
              </a:solidFill>
              <a:ln w="0">
                <a:noFill/>
                <a:prstDash val="solid"/>
              </a:ln>
            </p:spPr>
          </p:sp>
          <p:sp>
            <p:nvSpPr>
              <p:cNvPr id="2039" name="four:time-step-strips:time-strip-tᵢ-cell-61:2039">
                <a:extLst>
                  <a:ext uri="{FF2B5EF4-FFF2-40B4-BE49-F238E27FC236}">
                    <ns2:creationId id="{F1950C3D-B2DF-4A90-8749-4C9937F77175}"/>
                  </a:ext>
                </a:extLst>
              </p:cNvPr>
              <p:cNvSpPr>
                <a:spLocks noGrp="1"/>
              </p:cNvSpPr>
              <p:nvPr/>
            </p:nvSpPr>
            <p:spPr>
              <a:xfrm>
                <a:off x="22178863" y="3009900"/>
                <a:ext cx="15379" cy="276225"/>
              </a:xfrm>
              <a:prstGeom prst="rect">
                <a:avLst/>
              </a:prstGeom>
              <a:solidFill>
                <a:srgbClr val="0DA27A"/>
              </a:solidFill>
              <a:ln w="0">
                <a:noFill/>
                <a:prstDash val="solid"/>
              </a:ln>
            </p:spPr>
          </p:sp>
          <p:sp>
            <p:nvSpPr>
              <p:cNvPr id="2040" name="four:time-step-strips:time-strip-tᵢ-cell-62:2040">
                <a:extLst>
                  <a:ext uri="{FF2B5EF4-FFF2-40B4-BE49-F238E27FC236}">
                    <ns2:creationId id="{FE59FAF5-48C0-416E-8355-95C94421F50D}"/>
                  </a:ext>
                </a:extLst>
              </p:cNvPr>
              <p:cNvSpPr>
                <a:spLocks noGrp="1"/>
              </p:cNvSpPr>
              <p:nvPr/>
            </p:nvSpPr>
            <p:spPr>
              <a:xfrm>
                <a:off x="22194242" y="3009900"/>
                <a:ext cx="15379" cy="276225"/>
              </a:xfrm>
              <a:prstGeom prst="rect">
                <a:avLst/>
              </a:prstGeom>
              <a:solidFill>
                <a:srgbClr val="009E73"/>
              </a:solidFill>
              <a:ln w="0">
                <a:noFill/>
                <a:prstDash val="solid"/>
              </a:ln>
            </p:spPr>
          </p:sp>
          <p:sp>
            <p:nvSpPr>
              <p:cNvPr id="2041" name="four:time-step-strips:time-strip-tᵢ-cell-63:2041">
                <a:extLst>
                  <a:ext uri="{FF2B5EF4-FFF2-40B4-BE49-F238E27FC236}">
                    <ns2:creationId id="{9F6980A4-AAD5-4C5E-9D8E-083A5CACB0A2}"/>
                  </a:ext>
                </a:extLst>
              </p:cNvPr>
              <p:cNvSpPr>
                <a:spLocks noGrp="1"/>
              </p:cNvSpPr>
              <p:nvPr/>
            </p:nvSpPr>
            <p:spPr>
              <a:xfrm>
                <a:off x="22209621" y="3009900"/>
                <a:ext cx="15379" cy="276225"/>
              </a:xfrm>
              <a:prstGeom prst="rect">
                <a:avLst/>
              </a:prstGeom>
              <a:solidFill>
                <a:srgbClr val="009E73"/>
              </a:solidFill>
              <a:ln w="0">
                <a:noFill/>
                <a:prstDash val="solid"/>
              </a:ln>
            </p:spPr>
          </p:sp>
          <p:sp>
            <p:nvSpPr>
              <p:cNvPr id="2042" name="four:time-step-strips:time-strip-tᵢ-cell-64:2042">
                <a:extLst>
                  <a:ext uri="{FF2B5EF4-FFF2-40B4-BE49-F238E27FC236}">
                    <ns2:creationId id="{48B5A3EC-8B20-49A2-9BC6-BFCC7CAE84BE}"/>
                  </a:ext>
                </a:extLst>
              </p:cNvPr>
              <p:cNvSpPr>
                <a:spLocks noGrp="1"/>
              </p:cNvSpPr>
              <p:nvPr/>
            </p:nvSpPr>
            <p:spPr>
              <a:xfrm>
                <a:off x="22225000" y="3009900"/>
                <a:ext cx="15379" cy="276225"/>
              </a:xfrm>
              <a:prstGeom prst="rect">
                <a:avLst/>
              </a:prstGeom>
              <a:solidFill>
                <a:srgbClr val="009E73"/>
              </a:solidFill>
              <a:ln w="0">
                <a:noFill/>
                <a:prstDash val="solid"/>
              </a:ln>
            </p:spPr>
          </p:sp>
          <p:sp>
            <p:nvSpPr>
              <p:cNvPr id="2043" name="four:time-step-strips:time-strip-tᵢ-cell-65:2043">
                <a:extLst>
                  <a:ext uri="{FF2B5EF4-FFF2-40B4-BE49-F238E27FC236}">
                    <ns2:creationId id="{5A7A239F-2757-4C37-B308-0304CF5F8ADA}"/>
                  </a:ext>
                </a:extLst>
              </p:cNvPr>
              <p:cNvSpPr>
                <a:spLocks noGrp="1"/>
              </p:cNvSpPr>
              <p:nvPr/>
            </p:nvSpPr>
            <p:spPr>
              <a:xfrm>
                <a:off x="22240379" y="3009900"/>
                <a:ext cx="15379" cy="276225"/>
              </a:xfrm>
              <a:prstGeom prst="rect">
                <a:avLst/>
              </a:prstGeom>
              <a:solidFill>
                <a:srgbClr val="009E73"/>
              </a:solidFill>
              <a:ln w="0">
                <a:noFill/>
                <a:prstDash val="solid"/>
              </a:ln>
            </p:spPr>
          </p:sp>
          <p:sp>
            <p:nvSpPr>
              <p:cNvPr id="2044" name="four:time-step-strips:time-strip-tᵢ-cell-66:2044">
                <a:extLst>
                  <a:ext uri="{FF2B5EF4-FFF2-40B4-BE49-F238E27FC236}">
                    <ns2:creationId id="{72AF087C-9911-4908-9D83-5B21FC178D4B}"/>
                  </a:ext>
                </a:extLst>
              </p:cNvPr>
              <p:cNvSpPr>
                <a:spLocks noGrp="1"/>
              </p:cNvSpPr>
              <p:nvPr/>
            </p:nvSpPr>
            <p:spPr>
              <a:xfrm>
                <a:off x="22255758" y="3009900"/>
                <a:ext cx="15379" cy="276225"/>
              </a:xfrm>
              <a:prstGeom prst="rect">
                <a:avLst/>
              </a:prstGeom>
              <a:solidFill>
                <a:srgbClr val="009E73"/>
              </a:solidFill>
              <a:ln w="0">
                <a:noFill/>
                <a:prstDash val="solid"/>
              </a:ln>
            </p:spPr>
          </p:sp>
          <p:sp>
            <p:nvSpPr>
              <p:cNvPr id="2045" name="four:time-step-strips:time-strip-tᵢ-cell-67:2045">
                <a:extLst>
                  <a:ext uri="{FF2B5EF4-FFF2-40B4-BE49-F238E27FC236}">
                    <ns2:creationId id="{7D2C42EF-B60E-46DB-9D02-F49B71A844B0}"/>
                  </a:ext>
                </a:extLst>
              </p:cNvPr>
              <p:cNvSpPr>
                <a:spLocks noGrp="1"/>
              </p:cNvSpPr>
              <p:nvPr/>
            </p:nvSpPr>
            <p:spPr>
              <a:xfrm>
                <a:off x="22271137" y="3009900"/>
                <a:ext cx="15379" cy="276225"/>
              </a:xfrm>
              <a:prstGeom prst="rect">
                <a:avLst/>
              </a:prstGeom>
              <a:solidFill>
                <a:srgbClr val="009E73"/>
              </a:solidFill>
              <a:ln w="0">
                <a:noFill/>
                <a:prstDash val="solid"/>
              </a:ln>
            </p:spPr>
          </p:sp>
          <p:sp>
            <p:nvSpPr>
              <p:cNvPr id="2046" name="four:time-step-strips:time-strip-tᵢ-cell-68:2046">
                <a:extLst>
                  <a:ext uri="{FF2B5EF4-FFF2-40B4-BE49-F238E27FC236}">
                    <ns2:creationId id="{4BEBBC39-7AE5-41F4-AEE4-12388000FC85}"/>
                  </a:ext>
                </a:extLst>
              </p:cNvPr>
              <p:cNvSpPr>
                <a:spLocks noGrp="1"/>
              </p:cNvSpPr>
              <p:nvPr/>
            </p:nvSpPr>
            <p:spPr>
              <a:xfrm>
                <a:off x="22286516" y="3009900"/>
                <a:ext cx="15379" cy="276225"/>
              </a:xfrm>
              <a:prstGeom prst="rect">
                <a:avLst/>
              </a:prstGeom>
              <a:solidFill>
                <a:srgbClr val="009E73"/>
              </a:solidFill>
              <a:ln w="0">
                <a:noFill/>
                <a:prstDash val="solid"/>
              </a:ln>
            </p:spPr>
          </p:sp>
          <p:sp>
            <p:nvSpPr>
              <p:cNvPr id="2047" name="four:time-step-strips:time-strip-tᵢ-cell-69:2047">
                <a:extLst>
                  <a:ext uri="{FF2B5EF4-FFF2-40B4-BE49-F238E27FC236}">
                    <ns2:creationId id="{821FC1E8-E92E-43B9-9711-D951474C1B32}"/>
                  </a:ext>
                </a:extLst>
              </p:cNvPr>
              <p:cNvSpPr>
                <a:spLocks noGrp="1"/>
              </p:cNvSpPr>
              <p:nvPr/>
            </p:nvSpPr>
            <p:spPr>
              <a:xfrm>
                <a:off x="22301895" y="3009900"/>
                <a:ext cx="15379" cy="276225"/>
              </a:xfrm>
              <a:prstGeom prst="rect">
                <a:avLst/>
              </a:prstGeom>
              <a:solidFill>
                <a:srgbClr val="009E73"/>
              </a:solidFill>
              <a:ln w="0">
                <a:noFill/>
                <a:prstDash val="solid"/>
              </a:ln>
            </p:spPr>
          </p:sp>
          <p:sp>
            <p:nvSpPr>
              <p:cNvPr id="2048" name="four:time-step-strips:time-strip-tᵢ-cell-70:2048">
                <a:extLst>
                  <a:ext uri="{FF2B5EF4-FFF2-40B4-BE49-F238E27FC236}">
                    <ns2:creationId id="{88DD0C8D-71D8-49C0-8E7E-7F51C08E715D}"/>
                  </a:ext>
                </a:extLst>
              </p:cNvPr>
              <p:cNvSpPr>
                <a:spLocks noGrp="1"/>
              </p:cNvSpPr>
              <p:nvPr/>
            </p:nvSpPr>
            <p:spPr>
              <a:xfrm>
                <a:off x="22317273" y="3009900"/>
                <a:ext cx="15379" cy="276225"/>
              </a:xfrm>
              <a:prstGeom prst="rect">
                <a:avLst/>
              </a:prstGeom>
              <a:solidFill>
                <a:srgbClr val="009E73"/>
              </a:solidFill>
              <a:ln w="0">
                <a:noFill/>
                <a:prstDash val="solid"/>
              </a:ln>
            </p:spPr>
          </p:sp>
          <p:sp>
            <p:nvSpPr>
              <p:cNvPr id="2049" name="four:time-step-strips:time-strip-tᵢ-cell-71:2049">
                <a:extLst>
                  <a:ext uri="{FF2B5EF4-FFF2-40B4-BE49-F238E27FC236}">
                    <ns2:creationId id="{43BDACFA-B575-416F-A073-A4E4D097DDB8}"/>
                  </a:ext>
                </a:extLst>
              </p:cNvPr>
              <p:cNvSpPr>
                <a:spLocks noGrp="1"/>
              </p:cNvSpPr>
              <p:nvPr/>
            </p:nvSpPr>
            <p:spPr>
              <a:xfrm>
                <a:off x="22332652" y="3009900"/>
                <a:ext cx="15379" cy="276225"/>
              </a:xfrm>
              <a:prstGeom prst="rect">
                <a:avLst/>
              </a:prstGeom>
              <a:solidFill>
                <a:srgbClr val="009E73"/>
              </a:solidFill>
              <a:ln w="0">
                <a:noFill/>
                <a:prstDash val="solid"/>
              </a:ln>
            </p:spPr>
          </p:sp>
          <p:sp>
            <p:nvSpPr>
              <p:cNvPr id="2050" name="four:time-step-strips:time-strip-tᵢ-cell-72:2050">
                <a:extLst>
                  <a:ext uri="{FF2B5EF4-FFF2-40B4-BE49-F238E27FC236}">
                    <ns2:creationId id="{B1A7AB40-FC01-4E1D-9D5B-EFAE918002D4}"/>
                  </a:ext>
                </a:extLst>
              </p:cNvPr>
              <p:cNvSpPr>
                <a:spLocks noGrp="1"/>
              </p:cNvSpPr>
              <p:nvPr/>
            </p:nvSpPr>
            <p:spPr>
              <a:xfrm>
                <a:off x="22348031" y="3009900"/>
                <a:ext cx="15379" cy="276225"/>
              </a:xfrm>
              <a:prstGeom prst="rect">
                <a:avLst/>
              </a:prstGeom>
              <a:solidFill>
                <a:srgbClr val="009E73"/>
              </a:solidFill>
              <a:ln w="0">
                <a:noFill/>
                <a:prstDash val="solid"/>
              </a:ln>
            </p:spPr>
          </p:sp>
          <p:sp>
            <p:nvSpPr>
              <p:cNvPr id="2051" name="four:time-step-strips:time-strip-tᵢ-cell-73:2051">
                <a:extLst>
                  <a:ext uri="{FF2B5EF4-FFF2-40B4-BE49-F238E27FC236}">
                    <ns2:creationId id="{686A2D0C-5A9A-45A1-AE5E-8EC9029FC4B0}"/>
                  </a:ext>
                </a:extLst>
              </p:cNvPr>
              <p:cNvSpPr>
                <a:spLocks noGrp="1"/>
              </p:cNvSpPr>
              <p:nvPr/>
            </p:nvSpPr>
            <p:spPr>
              <a:xfrm>
                <a:off x="22363410" y="3009900"/>
                <a:ext cx="15379" cy="276225"/>
              </a:xfrm>
              <a:prstGeom prst="rect">
                <a:avLst/>
              </a:prstGeom>
              <a:solidFill>
                <a:srgbClr val="009E73"/>
              </a:solidFill>
              <a:ln w="0">
                <a:noFill/>
                <a:prstDash val="solid"/>
              </a:ln>
            </p:spPr>
          </p:sp>
          <p:sp>
            <p:nvSpPr>
              <p:cNvPr id="2052" name="four:time-step-strips:time-strip-tᵢ-cell-74:2052">
                <a:extLst>
                  <a:ext uri="{FF2B5EF4-FFF2-40B4-BE49-F238E27FC236}">
                    <ns2:creationId id="{CB896DAA-63A1-42E3-9453-8DF6D967460B}"/>
                  </a:ext>
                </a:extLst>
              </p:cNvPr>
              <p:cNvSpPr>
                <a:spLocks noGrp="1"/>
              </p:cNvSpPr>
              <p:nvPr/>
            </p:nvSpPr>
            <p:spPr>
              <a:xfrm>
                <a:off x="22378789" y="3009900"/>
                <a:ext cx="15379" cy="276225"/>
              </a:xfrm>
              <a:prstGeom prst="rect">
                <a:avLst/>
              </a:prstGeom>
              <a:solidFill>
                <a:srgbClr val="009E73"/>
              </a:solidFill>
              <a:ln w="0">
                <a:noFill/>
                <a:prstDash val="solid"/>
              </a:ln>
            </p:spPr>
          </p:sp>
          <p:sp>
            <p:nvSpPr>
              <p:cNvPr id="2053" name="four:time-step-strips:time-strip-tᵢ-cell-75:2053">
                <a:extLst>
                  <a:ext uri="{FF2B5EF4-FFF2-40B4-BE49-F238E27FC236}">
                    <ns2:creationId id="{111CC723-403A-4E7D-AF17-5FE205579BE7}"/>
                  </a:ext>
                </a:extLst>
              </p:cNvPr>
              <p:cNvSpPr>
                <a:spLocks noGrp="1"/>
              </p:cNvSpPr>
              <p:nvPr/>
            </p:nvSpPr>
            <p:spPr>
              <a:xfrm>
                <a:off x="22394168" y="3009900"/>
                <a:ext cx="15379" cy="276225"/>
              </a:xfrm>
              <a:prstGeom prst="rect">
                <a:avLst/>
              </a:prstGeom>
              <a:solidFill>
                <a:srgbClr val="009E73"/>
              </a:solidFill>
              <a:ln w="0">
                <a:noFill/>
                <a:prstDash val="solid"/>
              </a:ln>
            </p:spPr>
          </p:sp>
          <p:sp>
            <p:nvSpPr>
              <p:cNvPr id="2054" name="four:time-step-strips:time-strip-tᵢ-cell-76:2054">
                <a:extLst>
                  <a:ext uri="{FF2B5EF4-FFF2-40B4-BE49-F238E27FC236}">
                    <ns2:creationId id="{63ECF58C-489E-44BC-96A7-9E06B15F2A0B}"/>
                  </a:ext>
                </a:extLst>
              </p:cNvPr>
              <p:cNvSpPr>
                <a:spLocks noGrp="1"/>
              </p:cNvSpPr>
              <p:nvPr/>
            </p:nvSpPr>
            <p:spPr>
              <a:xfrm>
                <a:off x="22409547" y="3009900"/>
                <a:ext cx="15379" cy="276225"/>
              </a:xfrm>
              <a:prstGeom prst="rect">
                <a:avLst/>
              </a:prstGeom>
              <a:solidFill>
                <a:srgbClr val="009E73"/>
              </a:solidFill>
              <a:ln w="0">
                <a:noFill/>
                <a:prstDash val="solid"/>
              </a:ln>
            </p:spPr>
          </p:sp>
          <p:sp>
            <p:nvSpPr>
              <p:cNvPr id="2055" name="four:time-step-strips:time-strip-tᵢ-cell-77:2055">
                <a:extLst>
                  <a:ext uri="{FF2B5EF4-FFF2-40B4-BE49-F238E27FC236}">
                    <ns2:creationId id="{9F09DEF3-974B-4980-85EC-2B91490E3CAD}"/>
                  </a:ext>
                </a:extLst>
              </p:cNvPr>
              <p:cNvSpPr>
                <a:spLocks noGrp="1"/>
              </p:cNvSpPr>
              <p:nvPr/>
            </p:nvSpPr>
            <p:spPr>
              <a:xfrm>
                <a:off x="22424926" y="3009900"/>
                <a:ext cx="15379" cy="276225"/>
              </a:xfrm>
              <a:prstGeom prst="rect">
                <a:avLst/>
              </a:prstGeom>
              <a:solidFill>
                <a:srgbClr val="009E73"/>
              </a:solidFill>
              <a:ln w="0">
                <a:noFill/>
                <a:prstDash val="solid"/>
              </a:ln>
            </p:spPr>
          </p:sp>
          <p:sp>
            <p:nvSpPr>
              <p:cNvPr id="2056" name="four:time-step-strips:time-strip-tᵢ-cell-78:2056">
                <a:extLst>
                  <a:ext uri="{FF2B5EF4-FFF2-40B4-BE49-F238E27FC236}">
                    <ns2:creationId id="{765BDAA2-F07E-4A2F-89FF-866FBCF6888F}"/>
                  </a:ext>
                </a:extLst>
              </p:cNvPr>
              <p:cNvSpPr>
                <a:spLocks noGrp="1"/>
              </p:cNvSpPr>
              <p:nvPr/>
            </p:nvSpPr>
            <p:spPr>
              <a:xfrm>
                <a:off x="22440305" y="3009900"/>
                <a:ext cx="15379" cy="276225"/>
              </a:xfrm>
              <a:prstGeom prst="rect">
                <a:avLst/>
              </a:prstGeom>
              <a:solidFill>
                <a:srgbClr val="009E73"/>
              </a:solidFill>
              <a:ln w="0">
                <a:noFill/>
                <a:prstDash val="solid"/>
              </a:ln>
            </p:spPr>
          </p:sp>
          <p:sp>
            <p:nvSpPr>
              <p:cNvPr id="2057" name="four:time-step-strips:time-strip-tᵢ-cell-79:2057">
                <a:extLst>
                  <a:ext uri="{FF2B5EF4-FFF2-40B4-BE49-F238E27FC236}">
                    <ns2:creationId id="{75D08233-6EF7-4379-B29A-EEFFDBAF8FE2}"/>
                  </a:ext>
                </a:extLst>
              </p:cNvPr>
              <p:cNvSpPr>
                <a:spLocks noGrp="1"/>
              </p:cNvSpPr>
              <p:nvPr/>
            </p:nvSpPr>
            <p:spPr>
              <a:xfrm>
                <a:off x="22455684" y="3009900"/>
                <a:ext cx="15379" cy="276225"/>
              </a:xfrm>
              <a:prstGeom prst="rect">
                <a:avLst/>
              </a:prstGeom>
              <a:solidFill>
                <a:srgbClr val="029F74"/>
              </a:solidFill>
              <a:ln w="0">
                <a:noFill/>
                <a:prstDash val="solid"/>
              </a:ln>
            </p:spPr>
          </p:sp>
          <p:sp>
            <p:nvSpPr>
              <p:cNvPr id="2058" name="four:time-step-strips:time-strip-tᵢ-cell-80:2058">
                <a:extLst>
                  <a:ext uri="{FF2B5EF4-FFF2-40B4-BE49-F238E27FC236}">
                    <ns2:creationId id="{49E6A318-4096-440C-94EA-A2AF09BA6234}"/>
                  </a:ext>
                </a:extLst>
              </p:cNvPr>
              <p:cNvSpPr>
                <a:spLocks noGrp="1"/>
              </p:cNvSpPr>
              <p:nvPr/>
            </p:nvSpPr>
            <p:spPr>
              <a:xfrm>
                <a:off x="22471063" y="3009900"/>
                <a:ext cx="15379" cy="276225"/>
              </a:xfrm>
              <a:prstGeom prst="rect">
                <a:avLst/>
              </a:prstGeom>
              <a:solidFill>
                <a:srgbClr val="0EA37B"/>
              </a:solidFill>
              <a:ln w="0">
                <a:noFill/>
                <a:prstDash val="solid"/>
              </a:ln>
            </p:spPr>
          </p:sp>
          <p:sp>
            <p:nvSpPr>
              <p:cNvPr id="2059" name="four:time-step-strips:time-strip-tᵢ-cell-81:2059">
                <a:extLst>
                  <a:ext uri="{FF2B5EF4-FFF2-40B4-BE49-F238E27FC236}">
                    <ns2:creationId id="{B9935048-F6A0-41C0-9AF6-7B96F65C9C3A}"/>
                  </a:ext>
                </a:extLst>
              </p:cNvPr>
              <p:cNvSpPr>
                <a:spLocks noGrp="1"/>
              </p:cNvSpPr>
              <p:nvPr/>
            </p:nvSpPr>
            <p:spPr>
              <a:xfrm>
                <a:off x="22486441" y="3009900"/>
                <a:ext cx="15379" cy="276225"/>
              </a:xfrm>
              <a:prstGeom prst="rect">
                <a:avLst/>
              </a:prstGeom>
              <a:solidFill>
                <a:srgbClr val="21A985"/>
              </a:solidFill>
              <a:ln w="0">
                <a:noFill/>
                <a:prstDash val="solid"/>
              </a:ln>
            </p:spPr>
          </p:sp>
          <p:sp>
            <p:nvSpPr>
              <p:cNvPr id="2060" name="four:time-step-strips:time-strip-tᵢ-cell-82:2060">
                <a:extLst>
                  <a:ext uri="{FF2B5EF4-FFF2-40B4-BE49-F238E27FC236}">
                    <ns2:creationId id="{0C7A9E9E-7DBF-49E8-882F-054E6396B53D}"/>
                  </a:ext>
                </a:extLst>
              </p:cNvPr>
              <p:cNvSpPr>
                <a:spLocks noGrp="1"/>
              </p:cNvSpPr>
              <p:nvPr/>
            </p:nvSpPr>
            <p:spPr>
              <a:xfrm>
                <a:off x="22501820" y="3009900"/>
                <a:ext cx="15379" cy="276225"/>
              </a:xfrm>
              <a:prstGeom prst="rect">
                <a:avLst/>
              </a:prstGeom>
              <a:solidFill>
                <a:srgbClr val="39B193"/>
              </a:solidFill>
              <a:ln w="0">
                <a:noFill/>
                <a:prstDash val="solid"/>
              </a:ln>
            </p:spPr>
          </p:sp>
          <p:sp>
            <p:nvSpPr>
              <p:cNvPr id="2061" name="four:time-step-strips:time-strip-tᵢ-cell-83:2061">
                <a:extLst>
                  <a:ext uri="{FF2B5EF4-FFF2-40B4-BE49-F238E27FC236}">
                    <ns2:creationId id="{DC1A405E-A0FF-4140-AF52-1F2D6A789953}"/>
                  </a:ext>
                </a:extLst>
              </p:cNvPr>
              <p:cNvSpPr>
                <a:spLocks noGrp="1"/>
              </p:cNvSpPr>
              <p:nvPr/>
            </p:nvSpPr>
            <p:spPr>
              <a:xfrm>
                <a:off x="22517199" y="3009900"/>
                <a:ext cx="15379" cy="276225"/>
              </a:xfrm>
              <a:prstGeom prst="rect">
                <a:avLst/>
              </a:prstGeom>
              <a:solidFill>
                <a:srgbClr val="53BAA1"/>
              </a:solidFill>
              <a:ln w="0">
                <a:noFill/>
                <a:prstDash val="solid"/>
              </a:ln>
            </p:spPr>
          </p:sp>
          <p:sp>
            <p:nvSpPr>
              <p:cNvPr id="2062" name="four:time-step-strips:time-strip-tᵢ-cell-84:2062">
                <a:extLst>
                  <a:ext uri="{FF2B5EF4-FFF2-40B4-BE49-F238E27FC236}">
                    <ns2:creationId id="{3B8E9CBA-89F7-4F40-BA5F-2779485C5A55}"/>
                  </a:ext>
                </a:extLst>
              </p:cNvPr>
              <p:cNvSpPr>
                <a:spLocks noGrp="1"/>
              </p:cNvSpPr>
              <p:nvPr/>
            </p:nvSpPr>
            <p:spPr>
              <a:xfrm>
                <a:off x="22532578" y="3009900"/>
                <a:ext cx="15379" cy="276225"/>
              </a:xfrm>
              <a:prstGeom prst="rect">
                <a:avLst/>
              </a:prstGeom>
              <a:solidFill>
                <a:srgbClr val="67C1AC"/>
              </a:solidFill>
              <a:ln w="0">
                <a:noFill/>
                <a:prstDash val="solid"/>
              </a:ln>
            </p:spPr>
          </p:sp>
          <p:sp>
            <p:nvSpPr>
              <p:cNvPr id="2063" name="four:time-step-strips:time-strip-tᵢ-cell-85:2063">
                <a:extLst>
                  <a:ext uri="{FF2B5EF4-FFF2-40B4-BE49-F238E27FC236}">
                    <ns2:creationId id="{0B12E6BE-BA59-4F5C-AD5F-DE600B0D8014}"/>
                  </a:ext>
                </a:extLst>
              </p:cNvPr>
              <p:cNvSpPr>
                <a:spLocks noGrp="1"/>
              </p:cNvSpPr>
              <p:nvPr/>
            </p:nvSpPr>
            <p:spPr>
              <a:xfrm>
                <a:off x="22547957" y="3009900"/>
                <a:ext cx="15379" cy="276225"/>
              </a:xfrm>
              <a:prstGeom prst="rect">
                <a:avLst/>
              </a:prstGeom>
              <a:solidFill>
                <a:srgbClr val="79C7B6"/>
              </a:solidFill>
              <a:ln w="0">
                <a:noFill/>
                <a:prstDash val="solid"/>
              </a:ln>
            </p:spPr>
          </p:sp>
          <p:sp>
            <p:nvSpPr>
              <p:cNvPr id="2064" name="four:time-step-strips:time-strip-tᵢ-cell-86:2064">
                <a:extLst>
                  <a:ext uri="{FF2B5EF4-FFF2-40B4-BE49-F238E27FC236}">
                    <ns2:creationId id="{B17AC5B8-4834-4E34-BF90-FB379B3688DD}"/>
                  </a:ext>
                </a:extLst>
              </p:cNvPr>
              <p:cNvSpPr>
                <a:spLocks noGrp="1"/>
              </p:cNvSpPr>
              <p:nvPr/>
            </p:nvSpPr>
            <p:spPr>
              <a:xfrm>
                <a:off x="22563336" y="3009900"/>
                <a:ext cx="15379" cy="276225"/>
              </a:xfrm>
              <a:prstGeom prst="rect">
                <a:avLst/>
              </a:prstGeom>
              <a:solidFill>
                <a:srgbClr val="81C9BA"/>
              </a:solidFill>
              <a:ln w="0">
                <a:noFill/>
                <a:prstDash val="solid"/>
              </a:ln>
            </p:spPr>
          </p:sp>
          <p:sp>
            <p:nvSpPr>
              <p:cNvPr id="2065" name="four:time-step-strips:time-strip-tᵢ-cell-87:2065">
                <a:extLst>
                  <a:ext uri="{FF2B5EF4-FFF2-40B4-BE49-F238E27FC236}">
                    <ns2:creationId id="{401A6A37-0E39-4D60-8853-717147B52DE3}"/>
                  </a:ext>
                </a:extLst>
              </p:cNvPr>
              <p:cNvSpPr>
                <a:spLocks noGrp="1"/>
              </p:cNvSpPr>
              <p:nvPr/>
            </p:nvSpPr>
            <p:spPr>
              <a:xfrm>
                <a:off x="22578715" y="3009900"/>
                <a:ext cx="15379" cy="276225"/>
              </a:xfrm>
              <a:prstGeom prst="rect">
                <a:avLst/>
              </a:prstGeom>
              <a:solidFill>
                <a:srgbClr val="81C9BA"/>
              </a:solidFill>
              <a:ln w="0">
                <a:noFill/>
                <a:prstDash val="solid"/>
              </a:ln>
            </p:spPr>
          </p:sp>
          <p:sp>
            <p:nvSpPr>
              <p:cNvPr id="2066" name="four:time-step-strips:time-strip-tᵢ-cell-88:2066">
                <a:extLst>
                  <a:ext uri="{FF2B5EF4-FFF2-40B4-BE49-F238E27FC236}">
                    <ns2:creationId id="{6A6A5171-6C0A-424C-B3F3-78DA55F32A43}"/>
                  </a:ext>
                </a:extLst>
              </p:cNvPr>
              <p:cNvSpPr>
                <a:spLocks noGrp="1"/>
              </p:cNvSpPr>
              <p:nvPr/>
            </p:nvSpPr>
            <p:spPr>
              <a:xfrm>
                <a:off x="22594094" y="3009900"/>
                <a:ext cx="15379" cy="276225"/>
              </a:xfrm>
              <a:prstGeom prst="rect">
                <a:avLst/>
              </a:prstGeom>
              <a:solidFill>
                <a:srgbClr val="81C9BA"/>
              </a:solidFill>
              <a:ln w="0">
                <a:noFill/>
                <a:prstDash val="solid"/>
              </a:ln>
            </p:spPr>
          </p:sp>
          <p:sp>
            <p:nvSpPr>
              <p:cNvPr id="2067" name="four:time-step-strips:time-strip-tᵢ-cell-89:2067">
                <a:extLst>
                  <a:ext uri="{FF2B5EF4-FFF2-40B4-BE49-F238E27FC236}">
                    <ns2:creationId id="{AC24581E-D199-4D7D-818E-409462AF0E2F}"/>
                  </a:ext>
                </a:extLst>
              </p:cNvPr>
              <p:cNvSpPr>
                <a:spLocks noGrp="1"/>
              </p:cNvSpPr>
              <p:nvPr/>
            </p:nvSpPr>
            <p:spPr>
              <a:xfrm>
                <a:off x="22609473" y="3009900"/>
                <a:ext cx="15379" cy="276225"/>
              </a:xfrm>
              <a:prstGeom prst="rect">
                <a:avLst/>
              </a:prstGeom>
              <a:solidFill>
                <a:srgbClr val="81C9BA"/>
              </a:solidFill>
              <a:ln w="0">
                <a:noFill/>
                <a:prstDash val="solid"/>
              </a:ln>
            </p:spPr>
          </p:sp>
          <p:sp>
            <p:nvSpPr>
              <p:cNvPr id="2068" name="four:time-step-strips:time-strip-tᵢ-cell-90:2068">
                <a:extLst>
                  <a:ext uri="{FF2B5EF4-FFF2-40B4-BE49-F238E27FC236}">
                    <ns2:creationId id="{AA9F42BB-E6D7-46A7-933E-227FB3B088A0}"/>
                  </a:ext>
                </a:extLst>
              </p:cNvPr>
              <p:cNvSpPr>
                <a:spLocks noGrp="1"/>
              </p:cNvSpPr>
              <p:nvPr/>
            </p:nvSpPr>
            <p:spPr>
              <a:xfrm>
                <a:off x="22624852" y="3009900"/>
                <a:ext cx="15379" cy="276225"/>
              </a:xfrm>
              <a:prstGeom prst="rect">
                <a:avLst/>
              </a:prstGeom>
              <a:solidFill>
                <a:srgbClr val="81C9BA"/>
              </a:solidFill>
              <a:ln w="0">
                <a:noFill/>
                <a:prstDash val="solid"/>
              </a:ln>
            </p:spPr>
          </p:sp>
          <p:sp>
            <p:nvSpPr>
              <p:cNvPr id="2069" name="four:time-step-strips:time-strip-tᵢ-cell-91:2069">
                <a:extLst>
                  <a:ext uri="{FF2B5EF4-FFF2-40B4-BE49-F238E27FC236}">
                    <ns2:creationId id="{4981B53B-990B-4433-8C9C-77D849CBD502}"/>
                  </a:ext>
                </a:extLst>
              </p:cNvPr>
              <p:cNvSpPr>
                <a:spLocks noGrp="1"/>
              </p:cNvSpPr>
              <p:nvPr/>
            </p:nvSpPr>
            <p:spPr>
              <a:xfrm>
                <a:off x="22640230" y="3009900"/>
                <a:ext cx="15379" cy="276225"/>
              </a:xfrm>
              <a:prstGeom prst="rect">
                <a:avLst/>
              </a:prstGeom>
              <a:solidFill>
                <a:srgbClr val="81C9BA"/>
              </a:solidFill>
              <a:ln w="0">
                <a:noFill/>
                <a:prstDash val="solid"/>
              </a:ln>
            </p:spPr>
          </p:sp>
          <p:sp>
            <p:nvSpPr>
              <p:cNvPr id="2070" name="four:time-step-strips:time-strip-tᵢ-cell-92:2070">
                <a:extLst>
                  <a:ext uri="{FF2B5EF4-FFF2-40B4-BE49-F238E27FC236}">
                    <ns2:creationId id="{A5E43B85-961F-437C-A310-F2179A9B69F4}"/>
                  </a:ext>
                </a:extLst>
              </p:cNvPr>
              <p:cNvSpPr>
                <a:spLocks noGrp="1"/>
              </p:cNvSpPr>
              <p:nvPr/>
            </p:nvSpPr>
            <p:spPr>
              <a:xfrm>
                <a:off x="22655609" y="3009900"/>
                <a:ext cx="15379" cy="276225"/>
              </a:xfrm>
              <a:prstGeom prst="rect">
                <a:avLst/>
              </a:prstGeom>
              <a:solidFill>
                <a:srgbClr val="81C9BA"/>
              </a:solidFill>
              <a:ln w="0">
                <a:noFill/>
                <a:prstDash val="solid"/>
              </a:ln>
            </p:spPr>
          </p:sp>
          <p:sp>
            <p:nvSpPr>
              <p:cNvPr id="2071" name="four:time-step-strips:time-strip-tᵢ-cell-93:2071">
                <a:extLst>
                  <a:ext uri="{FF2B5EF4-FFF2-40B4-BE49-F238E27FC236}">
                    <ns2:creationId id="{A13CBE26-9D30-48A4-AF29-49B472D263BF}"/>
                  </a:ext>
                </a:extLst>
              </p:cNvPr>
              <p:cNvSpPr>
                <a:spLocks noGrp="1"/>
              </p:cNvSpPr>
              <p:nvPr/>
            </p:nvSpPr>
            <p:spPr>
              <a:xfrm>
                <a:off x="22670988" y="3009900"/>
                <a:ext cx="15379" cy="276225"/>
              </a:xfrm>
              <a:prstGeom prst="rect">
                <a:avLst/>
              </a:prstGeom>
              <a:solidFill>
                <a:srgbClr val="81C9BA"/>
              </a:solidFill>
              <a:ln w="0">
                <a:noFill/>
                <a:prstDash val="solid"/>
              </a:ln>
            </p:spPr>
          </p:sp>
          <p:sp>
            <p:nvSpPr>
              <p:cNvPr id="2072" name="four:time-step-strips:time-strip-tᵢ-cell-94:2072">
                <a:extLst>
                  <a:ext uri="{FF2B5EF4-FFF2-40B4-BE49-F238E27FC236}">
                    <ns2:creationId id="{FE8803D2-DB34-47E2-A0E3-80D4D88C3E6D}"/>
                  </a:ext>
                </a:extLst>
              </p:cNvPr>
              <p:cNvSpPr>
                <a:spLocks noGrp="1"/>
              </p:cNvSpPr>
              <p:nvPr/>
            </p:nvSpPr>
            <p:spPr>
              <a:xfrm>
                <a:off x="22686367" y="3009900"/>
                <a:ext cx="15379" cy="276225"/>
              </a:xfrm>
              <a:prstGeom prst="rect">
                <a:avLst/>
              </a:prstGeom>
              <a:solidFill>
                <a:srgbClr val="81C9BA"/>
              </a:solidFill>
              <a:ln w="0">
                <a:noFill/>
                <a:prstDash val="solid"/>
              </a:ln>
            </p:spPr>
          </p:sp>
          <p:sp>
            <p:nvSpPr>
              <p:cNvPr id="2073" name="four:time-step-strips:time-strip-tᵢ-cell-95:2073">
                <a:extLst>
                  <a:ext uri="{FF2B5EF4-FFF2-40B4-BE49-F238E27FC236}">
                    <ns2:creationId id="{CBD4157E-AC30-409C-9315-41119B583EC8}"/>
                  </a:ext>
                </a:extLst>
              </p:cNvPr>
              <p:cNvSpPr>
                <a:spLocks noGrp="1"/>
              </p:cNvSpPr>
              <p:nvPr/>
            </p:nvSpPr>
            <p:spPr>
              <a:xfrm>
                <a:off x="22701746" y="3009900"/>
                <a:ext cx="15379" cy="276225"/>
              </a:xfrm>
              <a:prstGeom prst="rect">
                <a:avLst/>
              </a:prstGeom>
              <a:solidFill>
                <a:srgbClr val="81C9BA"/>
              </a:solidFill>
              <a:ln w="0">
                <a:noFill/>
                <a:prstDash val="solid"/>
              </a:ln>
            </p:spPr>
          </p:sp>
          <p:sp>
            <p:nvSpPr>
              <p:cNvPr id="2074" name="four:time-step-strips:time-strip-tᵢ-cell-96:2074">
                <a:extLst>
                  <a:ext uri="{FF2B5EF4-FFF2-40B4-BE49-F238E27FC236}">
                    <ns2:creationId id="{099E5731-C19A-4CF4-8FD6-53C333620840}"/>
                  </a:ext>
                </a:extLst>
              </p:cNvPr>
              <p:cNvSpPr>
                <a:spLocks noGrp="1"/>
              </p:cNvSpPr>
              <p:nvPr/>
            </p:nvSpPr>
            <p:spPr>
              <a:xfrm>
                <a:off x="22717125" y="3009900"/>
                <a:ext cx="15379" cy="276225"/>
              </a:xfrm>
              <a:prstGeom prst="rect">
                <a:avLst/>
              </a:prstGeom>
              <a:solidFill>
                <a:srgbClr val="81C9BA"/>
              </a:solidFill>
              <a:ln w="0">
                <a:noFill/>
                <a:prstDash val="solid"/>
              </a:ln>
            </p:spPr>
          </p:sp>
          <p:sp>
            <p:nvSpPr>
              <p:cNvPr id="2075" name="four:time-step-strips:time-strip-tᵢ-cell-97:2075">
                <a:extLst>
                  <a:ext uri="{FF2B5EF4-FFF2-40B4-BE49-F238E27FC236}">
                    <ns2:creationId id="{8585480F-2649-428C-B85F-075E9F37949E}"/>
                  </a:ext>
                </a:extLst>
              </p:cNvPr>
              <p:cNvSpPr>
                <a:spLocks noGrp="1"/>
              </p:cNvSpPr>
              <p:nvPr/>
            </p:nvSpPr>
            <p:spPr>
              <a:xfrm>
                <a:off x="22732504" y="3009900"/>
                <a:ext cx="15379" cy="276225"/>
              </a:xfrm>
              <a:prstGeom prst="rect">
                <a:avLst/>
              </a:prstGeom>
              <a:solidFill>
                <a:srgbClr val="81C9BA"/>
              </a:solidFill>
              <a:ln w="0">
                <a:noFill/>
                <a:prstDash val="solid"/>
              </a:ln>
            </p:spPr>
          </p:sp>
          <p:sp>
            <p:nvSpPr>
              <p:cNvPr id="2076" name="four:time-step-strips:time-strip-tᵢ-cell-98:2076">
                <a:extLst>
                  <a:ext uri="{FF2B5EF4-FFF2-40B4-BE49-F238E27FC236}">
                    <ns2:creationId id="{5E729B65-F092-443D-831B-57F0D5978608}"/>
                  </a:ext>
                </a:extLst>
              </p:cNvPr>
              <p:cNvSpPr>
                <a:spLocks noGrp="1"/>
              </p:cNvSpPr>
              <p:nvPr/>
            </p:nvSpPr>
            <p:spPr>
              <a:xfrm>
                <a:off x="22747883" y="3009900"/>
                <a:ext cx="15379" cy="276225"/>
              </a:xfrm>
              <a:prstGeom prst="rect">
                <a:avLst/>
              </a:prstGeom>
              <a:solidFill>
                <a:srgbClr val="81C9BA"/>
              </a:solidFill>
              <a:ln w="0">
                <a:noFill/>
                <a:prstDash val="solid"/>
              </a:ln>
            </p:spPr>
          </p:sp>
          <p:sp>
            <p:nvSpPr>
              <p:cNvPr id="2077" name="four:time-step-strips:time-strip-tᵢ-cell-99:2077">
                <a:extLst>
                  <a:ext uri="{FF2B5EF4-FFF2-40B4-BE49-F238E27FC236}">
                    <ns2:creationId id="{C8E6444D-6624-4865-878A-053ADA29073F}"/>
                  </a:ext>
                </a:extLst>
              </p:cNvPr>
              <p:cNvSpPr>
                <a:spLocks noGrp="1"/>
              </p:cNvSpPr>
              <p:nvPr/>
            </p:nvSpPr>
            <p:spPr>
              <a:xfrm>
                <a:off x="22763262" y="3009900"/>
                <a:ext cx="15379" cy="276225"/>
              </a:xfrm>
              <a:prstGeom prst="rect">
                <a:avLst/>
              </a:prstGeom>
              <a:solidFill>
                <a:srgbClr val="81C9BA"/>
              </a:solidFill>
              <a:ln w="0">
                <a:noFill/>
                <a:prstDash val="solid"/>
              </a:ln>
            </p:spPr>
          </p:sp>
          <p:sp>
            <p:nvSpPr>
              <p:cNvPr id="2078" name="four:time-step-strips:time-strip-tᵢ-cell-100:2078">
                <a:extLst>
                  <a:ext uri="{FF2B5EF4-FFF2-40B4-BE49-F238E27FC236}">
                    <ns2:creationId id="{C29A1E5C-580F-4D6C-915E-8B9F2567334E}"/>
                  </a:ext>
                </a:extLst>
              </p:cNvPr>
              <p:cNvSpPr>
                <a:spLocks noGrp="1"/>
              </p:cNvSpPr>
              <p:nvPr/>
            </p:nvSpPr>
            <p:spPr>
              <a:xfrm>
                <a:off x="22778641" y="3009900"/>
                <a:ext cx="15379" cy="276225"/>
              </a:xfrm>
              <a:prstGeom prst="rect">
                <a:avLst/>
              </a:prstGeom>
              <a:solidFill>
                <a:srgbClr val="81C9BA"/>
              </a:solidFill>
              <a:ln w="0">
                <a:noFill/>
                <a:prstDash val="solid"/>
              </a:ln>
            </p:spPr>
          </p:sp>
          <p:sp>
            <p:nvSpPr>
              <p:cNvPr id="2079" name="four:time-step-strips:time-strip-tᵢ-cell-101:2079">
                <a:extLst>
                  <a:ext uri="{FF2B5EF4-FFF2-40B4-BE49-F238E27FC236}">
                    <ns2:creationId id="{D009B196-1072-4A26-A28F-EDE3E933933A}"/>
                  </a:ext>
                </a:extLst>
              </p:cNvPr>
              <p:cNvSpPr>
                <a:spLocks noGrp="1"/>
              </p:cNvSpPr>
              <p:nvPr/>
            </p:nvSpPr>
            <p:spPr>
              <a:xfrm>
                <a:off x="22794020" y="3009900"/>
                <a:ext cx="15379" cy="276225"/>
              </a:xfrm>
              <a:prstGeom prst="rect">
                <a:avLst/>
              </a:prstGeom>
              <a:solidFill>
                <a:srgbClr val="81C9BA"/>
              </a:solidFill>
              <a:ln w="0">
                <a:noFill/>
                <a:prstDash val="solid"/>
              </a:ln>
            </p:spPr>
          </p:sp>
          <p:sp>
            <p:nvSpPr>
              <p:cNvPr id="2080" name="four:time-step-strips:time-strip-tᵢ-cell-102:2080">
                <a:extLst>
                  <a:ext uri="{FF2B5EF4-FFF2-40B4-BE49-F238E27FC236}">
                    <ns2:creationId id="{D9CB8007-E89F-4EC0-915D-0D20BE8D8E38}"/>
                  </a:ext>
                </a:extLst>
              </p:cNvPr>
              <p:cNvSpPr>
                <a:spLocks noGrp="1"/>
              </p:cNvSpPr>
              <p:nvPr/>
            </p:nvSpPr>
            <p:spPr>
              <a:xfrm>
                <a:off x="22809398" y="3009900"/>
                <a:ext cx="15379" cy="276225"/>
              </a:xfrm>
              <a:prstGeom prst="rect">
                <a:avLst/>
              </a:prstGeom>
              <a:solidFill>
                <a:srgbClr val="81C9BA"/>
              </a:solidFill>
              <a:ln w="0">
                <a:noFill/>
                <a:prstDash val="solid"/>
              </a:ln>
            </p:spPr>
          </p:sp>
          <p:sp>
            <p:nvSpPr>
              <p:cNvPr id="2081" name="four:time-step-strips:time-strip-tᵢ-cell-103:2081">
                <a:extLst>
                  <a:ext uri="{FF2B5EF4-FFF2-40B4-BE49-F238E27FC236}">
                    <ns2:creationId id="{91AC6AFE-4F30-438C-9D13-9D166557B709}"/>
                  </a:ext>
                </a:extLst>
              </p:cNvPr>
              <p:cNvSpPr>
                <a:spLocks noGrp="1"/>
              </p:cNvSpPr>
              <p:nvPr/>
            </p:nvSpPr>
            <p:spPr>
              <a:xfrm>
                <a:off x="22824777" y="3009900"/>
                <a:ext cx="15379" cy="276225"/>
              </a:xfrm>
              <a:prstGeom prst="rect">
                <a:avLst/>
              </a:prstGeom>
              <a:solidFill>
                <a:srgbClr val="81C9BA"/>
              </a:solidFill>
              <a:ln w="0">
                <a:noFill/>
                <a:prstDash val="solid"/>
              </a:ln>
            </p:spPr>
          </p:sp>
          <p:sp>
            <p:nvSpPr>
              <p:cNvPr id="2082" name="four:time-step-strips:time-strip-tᵢ-cell-104:2082">
                <a:extLst>
                  <a:ext uri="{FF2B5EF4-FFF2-40B4-BE49-F238E27FC236}">
                    <ns2:creationId id="{2D6E2DE4-84FF-4389-B251-439C351D2975}"/>
                  </a:ext>
                </a:extLst>
              </p:cNvPr>
              <p:cNvSpPr>
                <a:spLocks noGrp="1"/>
              </p:cNvSpPr>
              <p:nvPr/>
            </p:nvSpPr>
            <p:spPr>
              <a:xfrm>
                <a:off x="22840156" y="3009900"/>
                <a:ext cx="15379" cy="276225"/>
              </a:xfrm>
              <a:prstGeom prst="rect">
                <a:avLst/>
              </a:prstGeom>
              <a:solidFill>
                <a:srgbClr val="81C9BA"/>
              </a:solidFill>
              <a:ln w="0">
                <a:noFill/>
                <a:prstDash val="solid"/>
              </a:ln>
            </p:spPr>
          </p:sp>
          <p:sp>
            <p:nvSpPr>
              <p:cNvPr id="2083" name="four:time-step-strips:time-strip-tᵢ-cell-105:2083">
                <a:extLst>
                  <a:ext uri="{FF2B5EF4-FFF2-40B4-BE49-F238E27FC236}">
                    <ns2:creationId id="{16A91703-5D02-4F97-A58B-F44297895F72}"/>
                  </a:ext>
                </a:extLst>
              </p:cNvPr>
              <p:cNvSpPr>
                <a:spLocks noGrp="1"/>
              </p:cNvSpPr>
              <p:nvPr/>
            </p:nvSpPr>
            <p:spPr>
              <a:xfrm>
                <a:off x="22855535" y="3009900"/>
                <a:ext cx="15379" cy="276225"/>
              </a:xfrm>
              <a:prstGeom prst="rect">
                <a:avLst/>
              </a:prstGeom>
              <a:solidFill>
                <a:srgbClr val="81C9BA"/>
              </a:solidFill>
              <a:ln w="0">
                <a:noFill/>
                <a:prstDash val="solid"/>
              </a:ln>
            </p:spPr>
          </p:sp>
          <p:sp>
            <p:nvSpPr>
              <p:cNvPr id="2084" name="four:time-step-strips:time-strip-tᵢ-cell-106:2084">
                <a:extLst>
                  <a:ext uri="{FF2B5EF4-FFF2-40B4-BE49-F238E27FC236}">
                    <ns2:creationId id="{044B1539-4ECE-4C9A-8D94-D146AFCF9EF0}"/>
                  </a:ext>
                </a:extLst>
              </p:cNvPr>
              <p:cNvSpPr>
                <a:spLocks noGrp="1"/>
              </p:cNvSpPr>
              <p:nvPr/>
            </p:nvSpPr>
            <p:spPr>
              <a:xfrm>
                <a:off x="22870914" y="3009900"/>
                <a:ext cx="15379" cy="276225"/>
              </a:xfrm>
              <a:prstGeom prst="rect">
                <a:avLst/>
              </a:prstGeom>
              <a:solidFill>
                <a:srgbClr val="81C9BA"/>
              </a:solidFill>
              <a:ln w="0">
                <a:noFill/>
                <a:prstDash val="solid"/>
              </a:ln>
            </p:spPr>
          </p:sp>
          <p:sp>
            <p:nvSpPr>
              <p:cNvPr id="2085" name="four:time-step-strips:time-strip-tᵢ-cell-107:2085">
                <a:extLst>
                  <a:ext uri="{FF2B5EF4-FFF2-40B4-BE49-F238E27FC236}">
                    <ns2:creationId id="{E3A8BB19-0F3A-4FCF-8CCB-50DED206412F}"/>
                  </a:ext>
                </a:extLst>
              </p:cNvPr>
              <p:cNvSpPr>
                <a:spLocks noGrp="1"/>
              </p:cNvSpPr>
              <p:nvPr/>
            </p:nvSpPr>
            <p:spPr>
              <a:xfrm>
                <a:off x="22886293" y="3009900"/>
                <a:ext cx="15379" cy="276225"/>
              </a:xfrm>
              <a:prstGeom prst="rect">
                <a:avLst/>
              </a:prstGeom>
              <a:solidFill>
                <a:srgbClr val="81C9BA"/>
              </a:solidFill>
              <a:ln w="0">
                <a:noFill/>
                <a:prstDash val="solid"/>
              </a:ln>
            </p:spPr>
          </p:sp>
          <p:sp>
            <p:nvSpPr>
              <p:cNvPr id="2086" name="four:time-step-strips:time-strip-tᵢ-cell-108:2086">
                <a:extLst>
                  <a:ext uri="{FF2B5EF4-FFF2-40B4-BE49-F238E27FC236}">
                    <ns2:creationId id="{368B6984-B6C4-4157-9A59-6360061DF1B3}"/>
                  </a:ext>
                </a:extLst>
              </p:cNvPr>
              <p:cNvSpPr>
                <a:spLocks noGrp="1"/>
              </p:cNvSpPr>
              <p:nvPr/>
            </p:nvSpPr>
            <p:spPr>
              <a:xfrm>
                <a:off x="22901672" y="3009900"/>
                <a:ext cx="15379" cy="276225"/>
              </a:xfrm>
              <a:prstGeom prst="rect">
                <a:avLst/>
              </a:prstGeom>
              <a:solidFill>
                <a:srgbClr val="81C9BA"/>
              </a:solidFill>
              <a:ln w="0">
                <a:noFill/>
                <a:prstDash val="solid"/>
              </a:ln>
            </p:spPr>
          </p:sp>
          <p:sp>
            <p:nvSpPr>
              <p:cNvPr id="2087" name="four:time-step-strips:time-strip-tᵢ-cell-109:2087">
                <a:extLst>
                  <a:ext uri="{FF2B5EF4-FFF2-40B4-BE49-F238E27FC236}">
                    <ns2:creationId id="{24DE0DEA-BBD0-4359-B952-8F103E488299}"/>
                  </a:ext>
                </a:extLst>
              </p:cNvPr>
              <p:cNvSpPr>
                <a:spLocks noGrp="1"/>
              </p:cNvSpPr>
              <p:nvPr/>
            </p:nvSpPr>
            <p:spPr>
              <a:xfrm>
                <a:off x="22917051" y="3009900"/>
                <a:ext cx="15379" cy="276225"/>
              </a:xfrm>
              <a:prstGeom prst="rect">
                <a:avLst/>
              </a:prstGeom>
              <a:solidFill>
                <a:srgbClr val="81C9BA"/>
              </a:solidFill>
              <a:ln w="0">
                <a:noFill/>
                <a:prstDash val="solid"/>
              </a:ln>
            </p:spPr>
          </p:sp>
          <p:sp>
            <p:nvSpPr>
              <p:cNvPr id="2088" name="four:time-step-strips:time-strip-tᵢ-cell-110:2088">
                <a:extLst>
                  <a:ext uri="{FF2B5EF4-FFF2-40B4-BE49-F238E27FC236}">
                    <ns2:creationId id="{38F2A03D-5F9D-4DB6-A4BC-9757C88354A5}"/>
                  </a:ext>
                </a:extLst>
              </p:cNvPr>
              <p:cNvSpPr>
                <a:spLocks noGrp="1"/>
              </p:cNvSpPr>
              <p:nvPr/>
            </p:nvSpPr>
            <p:spPr>
              <a:xfrm>
                <a:off x="22932430" y="3009900"/>
                <a:ext cx="15379" cy="276225"/>
              </a:xfrm>
              <a:prstGeom prst="rect">
                <a:avLst/>
              </a:prstGeom>
              <a:solidFill>
                <a:srgbClr val="81C9BA"/>
              </a:solidFill>
              <a:ln w="0">
                <a:noFill/>
                <a:prstDash val="solid"/>
              </a:ln>
            </p:spPr>
          </p:sp>
          <p:sp>
            <p:nvSpPr>
              <p:cNvPr id="2089" name="four:time-step-strips:time-strip-tᵢ-cell-111:2089">
                <a:extLst>
                  <a:ext uri="{FF2B5EF4-FFF2-40B4-BE49-F238E27FC236}">
                    <ns2:creationId id="{E066E0AB-8E04-4B16-99D3-8873C56D9DDF}"/>
                  </a:ext>
                </a:extLst>
              </p:cNvPr>
              <p:cNvSpPr>
                <a:spLocks noGrp="1"/>
              </p:cNvSpPr>
              <p:nvPr/>
            </p:nvSpPr>
            <p:spPr>
              <a:xfrm>
                <a:off x="22947809" y="3009900"/>
                <a:ext cx="15379" cy="276225"/>
              </a:xfrm>
              <a:prstGeom prst="rect">
                <a:avLst/>
              </a:prstGeom>
              <a:solidFill>
                <a:srgbClr val="81C9BA"/>
              </a:solidFill>
              <a:ln w="0">
                <a:noFill/>
                <a:prstDash val="solid"/>
              </a:ln>
            </p:spPr>
          </p:sp>
          <p:sp>
            <p:nvSpPr>
              <p:cNvPr id="2090" name="four:time-step-strips:time-strip-tᵢ-cell-112:2090">
                <a:extLst>
                  <a:ext uri="{FF2B5EF4-FFF2-40B4-BE49-F238E27FC236}">
                    <ns2:creationId id="{254AC070-3FBA-4C7D-8EE0-8D954AEB4B13}"/>
                  </a:ext>
                </a:extLst>
              </p:cNvPr>
              <p:cNvSpPr>
                <a:spLocks noGrp="1"/>
              </p:cNvSpPr>
              <p:nvPr/>
            </p:nvSpPr>
            <p:spPr>
              <a:xfrm>
                <a:off x="22963188" y="3009900"/>
                <a:ext cx="15379" cy="276225"/>
              </a:xfrm>
              <a:prstGeom prst="rect">
                <a:avLst/>
              </a:prstGeom>
              <a:solidFill>
                <a:srgbClr val="81C9BA"/>
              </a:solidFill>
              <a:ln w="0">
                <a:noFill/>
                <a:prstDash val="solid"/>
              </a:ln>
            </p:spPr>
          </p:sp>
          <p:sp>
            <p:nvSpPr>
              <p:cNvPr id="2091" name="four:time-step-strips:time-strip-tᵢ-cell-113:2091">
                <a:extLst>
                  <a:ext uri="{FF2B5EF4-FFF2-40B4-BE49-F238E27FC236}">
                    <ns2:creationId id="{0BF3B367-F62E-48BF-B02E-052D23E66B3B}"/>
                  </a:ext>
                </a:extLst>
              </p:cNvPr>
              <p:cNvSpPr>
                <a:spLocks noGrp="1"/>
              </p:cNvSpPr>
              <p:nvPr/>
            </p:nvSpPr>
            <p:spPr>
              <a:xfrm>
                <a:off x="22978566" y="3009900"/>
                <a:ext cx="15379" cy="276225"/>
              </a:xfrm>
              <a:prstGeom prst="rect">
                <a:avLst/>
              </a:prstGeom>
              <a:solidFill>
                <a:srgbClr val="81C9BA"/>
              </a:solidFill>
              <a:ln w="0">
                <a:noFill/>
                <a:prstDash val="solid"/>
              </a:ln>
            </p:spPr>
          </p:sp>
          <p:sp>
            <p:nvSpPr>
              <p:cNvPr id="2092" name="four:time-step-strips:time-strip-tᵢ-cell-114:2092">
                <a:extLst>
                  <a:ext uri="{FF2B5EF4-FFF2-40B4-BE49-F238E27FC236}">
                    <ns2:creationId id="{A6134E58-4854-4313-A21B-802508A9F6B4}"/>
                  </a:ext>
                </a:extLst>
              </p:cNvPr>
              <p:cNvSpPr>
                <a:spLocks noGrp="1"/>
              </p:cNvSpPr>
              <p:nvPr/>
            </p:nvSpPr>
            <p:spPr>
              <a:xfrm>
                <a:off x="22993945" y="3009900"/>
                <a:ext cx="15379" cy="276225"/>
              </a:xfrm>
              <a:prstGeom prst="rect">
                <a:avLst/>
              </a:prstGeom>
              <a:solidFill>
                <a:srgbClr val="7EC8B9"/>
              </a:solidFill>
              <a:ln w="0">
                <a:noFill/>
                <a:prstDash val="solid"/>
              </a:ln>
            </p:spPr>
          </p:sp>
          <p:sp>
            <p:nvSpPr>
              <p:cNvPr id="2093" name="four:time-step-strips:time-strip-tᵢ-cell-115:2093">
                <a:extLst>
                  <a:ext uri="{FF2B5EF4-FFF2-40B4-BE49-F238E27FC236}">
                    <ns2:creationId id="{B2805A4A-80CC-4D83-B4B3-EF49D9063F04}"/>
                  </a:ext>
                </a:extLst>
              </p:cNvPr>
              <p:cNvSpPr>
                <a:spLocks noGrp="1"/>
              </p:cNvSpPr>
              <p:nvPr/>
            </p:nvSpPr>
            <p:spPr>
              <a:xfrm>
                <a:off x="23009324" y="3009900"/>
                <a:ext cx="15379" cy="276225"/>
              </a:xfrm>
              <a:prstGeom prst="rect">
                <a:avLst/>
              </a:prstGeom>
              <a:solidFill>
                <a:srgbClr val="6FC3B0"/>
              </a:solidFill>
              <a:ln w="0">
                <a:noFill/>
                <a:prstDash val="solid"/>
              </a:ln>
            </p:spPr>
          </p:sp>
          <p:sp>
            <p:nvSpPr>
              <p:cNvPr id="2094" name="four:time-step-strips:time-strip-tᵢ-cell-116:2094">
                <a:extLst>
                  <a:ext uri="{FF2B5EF4-FFF2-40B4-BE49-F238E27FC236}">
                    <ns2:creationId id="{AF0A1E38-F20D-40F2-9472-5AE2F946360D}"/>
                  </a:ext>
                </a:extLst>
              </p:cNvPr>
              <p:cNvSpPr>
                <a:spLocks noGrp="1"/>
              </p:cNvSpPr>
              <p:nvPr/>
            </p:nvSpPr>
            <p:spPr>
              <a:xfrm>
                <a:off x="23024703" y="3009900"/>
                <a:ext cx="15379" cy="276225"/>
              </a:xfrm>
              <a:prstGeom prst="rect">
                <a:avLst/>
              </a:prstGeom>
              <a:solidFill>
                <a:srgbClr val="AEB2C1"/>
              </a:solidFill>
              <a:ln w="0">
                <a:noFill/>
                <a:prstDash val="solid"/>
              </a:ln>
            </p:spPr>
          </p:sp>
          <p:sp>
            <p:nvSpPr>
              <p:cNvPr id="2095" name="four:time-step-strips:time-strip-tᵢ-cell-117:2095">
                <a:extLst>
                  <a:ext uri="{FF2B5EF4-FFF2-40B4-BE49-F238E27FC236}">
                    <ns2:creationId id="{005A8623-0F74-480C-8879-2404D5C1157B}"/>
                  </a:ext>
                </a:extLst>
              </p:cNvPr>
              <p:cNvSpPr>
                <a:spLocks noGrp="1"/>
              </p:cNvSpPr>
              <p:nvPr/>
            </p:nvSpPr>
            <p:spPr>
              <a:xfrm>
                <a:off x="23040082" y="3009900"/>
                <a:ext cx="15379" cy="276225"/>
              </a:xfrm>
              <a:prstGeom prst="rect">
                <a:avLst/>
              </a:prstGeom>
              <a:solidFill>
                <a:srgbClr val="9EAFB2"/>
              </a:solidFill>
              <a:ln w="0">
                <a:noFill/>
                <a:prstDash val="solid"/>
              </a:ln>
            </p:spPr>
          </p:sp>
          <p:sp>
            <p:nvSpPr>
              <p:cNvPr id="2096" name="four:time-step-strips:time-strip-tᵢ-cell-118:2096">
                <a:extLst>
                  <a:ext uri="{FF2B5EF4-FFF2-40B4-BE49-F238E27FC236}">
                    <ns2:creationId id="{50212B74-595F-4112-8E77-DC833FEB2027}"/>
                  </a:ext>
                </a:extLst>
              </p:cNvPr>
              <p:cNvSpPr>
                <a:spLocks noGrp="1"/>
              </p:cNvSpPr>
              <p:nvPr/>
            </p:nvSpPr>
            <p:spPr>
              <a:xfrm>
                <a:off x="23055461" y="3009900"/>
                <a:ext cx="15379" cy="276225"/>
              </a:xfrm>
              <a:prstGeom prst="rect">
                <a:avLst/>
              </a:prstGeom>
              <a:solidFill>
                <a:srgbClr val="D77E36"/>
              </a:solidFill>
              <a:ln w="0">
                <a:noFill/>
                <a:prstDash val="solid"/>
              </a:ln>
            </p:spPr>
          </p:sp>
          <p:sp>
            <p:nvSpPr>
              <p:cNvPr id="2097" name="four:time-step-strips:time-strip-tᵢ-cell-119:2097">
                <a:extLst>
                  <a:ext uri="{FF2B5EF4-FFF2-40B4-BE49-F238E27FC236}">
                    <ns2:creationId id="{268D445D-2BDB-4145-B84D-0A01D803AACD}"/>
                  </a:ext>
                </a:extLst>
              </p:cNvPr>
              <p:cNvSpPr>
                <a:spLocks noGrp="1"/>
              </p:cNvSpPr>
              <p:nvPr/>
            </p:nvSpPr>
            <p:spPr>
              <a:xfrm>
                <a:off x="23070840" y="3009900"/>
                <a:ext cx="15379" cy="276225"/>
              </a:xfrm>
              <a:prstGeom prst="rect">
                <a:avLst/>
              </a:prstGeom>
              <a:solidFill>
                <a:srgbClr val="D66E1B"/>
              </a:solidFill>
              <a:ln w="0">
                <a:noFill/>
                <a:prstDash val="solid"/>
              </a:ln>
            </p:spPr>
          </p:sp>
          <p:sp>
            <p:nvSpPr>
              <p:cNvPr id="2098" name="four:time-step-strips:time-strip-tᵢ-cell-120:2098">
                <a:extLst>
                  <a:ext uri="{FF2B5EF4-FFF2-40B4-BE49-F238E27FC236}">
                    <ns2:creationId id="{06C76A95-E8FA-4F8E-840C-CD8754DD7471}"/>
                  </a:ext>
                </a:extLst>
              </p:cNvPr>
              <p:cNvSpPr>
                <a:spLocks noGrp="1"/>
              </p:cNvSpPr>
              <p:nvPr/>
            </p:nvSpPr>
            <p:spPr>
              <a:xfrm>
                <a:off x="23086219" y="3009900"/>
                <a:ext cx="15379" cy="276225"/>
              </a:xfrm>
              <a:prstGeom prst="rect">
                <a:avLst/>
              </a:prstGeom>
              <a:solidFill>
                <a:srgbClr val="D56207"/>
              </a:solidFill>
              <a:ln w="0">
                <a:noFill/>
                <a:prstDash val="solid"/>
              </a:ln>
            </p:spPr>
          </p:sp>
          <p:sp>
            <p:nvSpPr>
              <p:cNvPr id="2099" name="four:time-step-strips:time-strip-tᵢ-cell-121:2099">
                <a:extLst>
                  <a:ext uri="{FF2B5EF4-FFF2-40B4-BE49-F238E27FC236}">
                    <ns2:creationId id="{2CCA77A1-6D3E-4B58-9F98-818ED8C62834}"/>
                  </a:ext>
                </a:extLst>
              </p:cNvPr>
              <p:cNvSpPr>
                <a:spLocks noGrp="1"/>
              </p:cNvSpPr>
              <p:nvPr/>
            </p:nvSpPr>
            <p:spPr>
              <a:xfrm>
                <a:off x="23101598" y="3009900"/>
                <a:ext cx="15379" cy="276225"/>
              </a:xfrm>
              <a:prstGeom prst="rect">
                <a:avLst/>
              </a:prstGeom>
              <a:solidFill>
                <a:srgbClr val="D55E00"/>
              </a:solidFill>
              <a:ln w="0">
                <a:noFill/>
                <a:prstDash val="solid"/>
              </a:ln>
            </p:spPr>
          </p:sp>
          <p:sp>
            <p:nvSpPr>
              <p:cNvPr id="2100" name="four:time-step-strips:time-strip-tᵢ-cell-122:2100">
                <a:extLst>
                  <a:ext uri="{FF2B5EF4-FFF2-40B4-BE49-F238E27FC236}">
                    <ns2:creationId id="{6061DFF8-8FCA-4F06-9A49-FB331EAAF615}"/>
                  </a:ext>
                </a:extLst>
              </p:cNvPr>
              <p:cNvSpPr>
                <a:spLocks noGrp="1"/>
              </p:cNvSpPr>
              <p:nvPr/>
            </p:nvSpPr>
            <p:spPr>
              <a:xfrm>
                <a:off x="23116977" y="3009900"/>
                <a:ext cx="15379" cy="276225"/>
              </a:xfrm>
              <a:prstGeom prst="rect">
                <a:avLst/>
              </a:prstGeom>
              <a:solidFill>
                <a:srgbClr val="D55E00"/>
              </a:solidFill>
              <a:ln w="0">
                <a:noFill/>
                <a:prstDash val="solid"/>
              </a:ln>
            </p:spPr>
          </p:sp>
          <p:sp>
            <p:nvSpPr>
              <p:cNvPr id="2101" name="four:time-step-strips:time-strip-tᵢ-cell-123:2101">
                <a:extLst>
                  <a:ext uri="{FF2B5EF4-FFF2-40B4-BE49-F238E27FC236}">
                    <ns2:creationId id="{5E6791E2-703B-4027-9952-1E01320CB559}"/>
                  </a:ext>
                </a:extLst>
              </p:cNvPr>
              <p:cNvSpPr>
                <a:spLocks noGrp="1"/>
              </p:cNvSpPr>
              <p:nvPr/>
            </p:nvSpPr>
            <p:spPr>
              <a:xfrm>
                <a:off x="23132355" y="3009900"/>
                <a:ext cx="15379" cy="276225"/>
              </a:xfrm>
              <a:prstGeom prst="rect">
                <a:avLst/>
              </a:prstGeom>
              <a:solidFill>
                <a:srgbClr val="D55E00"/>
              </a:solidFill>
              <a:ln w="0">
                <a:noFill/>
                <a:prstDash val="solid"/>
              </a:ln>
            </p:spPr>
          </p:sp>
          <p:sp>
            <p:nvSpPr>
              <p:cNvPr id="2102" name="four:time-step-strips:time-strip-tᵢ-cell-124:2102">
                <a:extLst>
                  <a:ext uri="{FF2B5EF4-FFF2-40B4-BE49-F238E27FC236}">
                    <ns2:creationId id="{154A2FAE-F70D-48E5-A1CA-3B24ED90879B}"/>
                  </a:ext>
                </a:extLst>
              </p:cNvPr>
              <p:cNvSpPr>
                <a:spLocks noGrp="1"/>
              </p:cNvSpPr>
              <p:nvPr/>
            </p:nvSpPr>
            <p:spPr>
              <a:xfrm>
                <a:off x="23147734" y="3009900"/>
                <a:ext cx="15379" cy="276225"/>
              </a:xfrm>
              <a:prstGeom prst="rect">
                <a:avLst/>
              </a:prstGeom>
              <a:solidFill>
                <a:srgbClr val="D55E00"/>
              </a:solidFill>
              <a:ln w="0">
                <a:noFill/>
                <a:prstDash val="solid"/>
              </a:ln>
            </p:spPr>
          </p:sp>
          <p:sp>
            <p:nvSpPr>
              <p:cNvPr id="2103" name="four:time-step-strips:time-strip-tᵢ-cell-125:2103">
                <a:extLst>
                  <a:ext uri="{FF2B5EF4-FFF2-40B4-BE49-F238E27FC236}">
                    <ns2:creationId id="{265538E1-7C23-4CCE-B507-BA4167DB0359}"/>
                  </a:ext>
                </a:extLst>
              </p:cNvPr>
              <p:cNvSpPr>
                <a:spLocks noGrp="1"/>
              </p:cNvSpPr>
              <p:nvPr/>
            </p:nvSpPr>
            <p:spPr>
              <a:xfrm>
                <a:off x="23163113" y="3009900"/>
                <a:ext cx="15379" cy="276225"/>
              </a:xfrm>
              <a:prstGeom prst="rect">
                <a:avLst/>
              </a:prstGeom>
              <a:solidFill>
                <a:srgbClr val="D55E00"/>
              </a:solidFill>
              <a:ln w="0">
                <a:noFill/>
                <a:prstDash val="solid"/>
              </a:ln>
            </p:spPr>
          </p:sp>
          <p:sp>
            <p:nvSpPr>
              <p:cNvPr id="2104" name="four:time-step-strips:time-strip-tᵢ-cell-126:2104">
                <a:extLst>
                  <a:ext uri="{FF2B5EF4-FFF2-40B4-BE49-F238E27FC236}">
                    <ns2:creationId id="{EF24EA44-0448-40CC-B0DA-6A4A944F8266}"/>
                  </a:ext>
                </a:extLst>
              </p:cNvPr>
              <p:cNvSpPr>
                <a:spLocks noGrp="1"/>
              </p:cNvSpPr>
              <p:nvPr/>
            </p:nvSpPr>
            <p:spPr>
              <a:xfrm>
                <a:off x="23178492" y="3009900"/>
                <a:ext cx="15379" cy="276225"/>
              </a:xfrm>
              <a:prstGeom prst="rect">
                <a:avLst/>
              </a:prstGeom>
              <a:solidFill>
                <a:srgbClr val="D55E00"/>
              </a:solidFill>
              <a:ln w="0">
                <a:noFill/>
                <a:prstDash val="solid"/>
              </a:ln>
            </p:spPr>
          </p:sp>
          <p:sp>
            <p:nvSpPr>
              <p:cNvPr id="2105" name="four:time-step-strips:time-strip-tᵢ-cell-127:2105">
                <a:extLst>
                  <a:ext uri="{FF2B5EF4-FFF2-40B4-BE49-F238E27FC236}">
                    <ns2:creationId id="{8C27CC07-99B4-4774-B677-0450558F378E}"/>
                  </a:ext>
                </a:extLst>
              </p:cNvPr>
              <p:cNvSpPr>
                <a:spLocks noGrp="1"/>
              </p:cNvSpPr>
              <p:nvPr/>
            </p:nvSpPr>
            <p:spPr>
              <a:xfrm>
                <a:off x="23193871" y="3009900"/>
                <a:ext cx="15379" cy="276225"/>
              </a:xfrm>
              <a:prstGeom prst="rect">
                <a:avLst/>
              </a:prstGeom>
              <a:solidFill>
                <a:srgbClr val="D55E00"/>
              </a:solidFill>
              <a:ln w="0">
                <a:noFill/>
                <a:prstDash val="solid"/>
              </a:ln>
            </p:spPr>
          </p:sp>
          <p:sp>
            <p:nvSpPr>
              <p:cNvPr id="2106" name="four:time-step-strips:time-strip-tᵢ-cell-128:2106">
                <a:extLst>
                  <a:ext uri="{FF2B5EF4-FFF2-40B4-BE49-F238E27FC236}">
                    <ns2:creationId id="{A991550A-F30C-41F5-B365-3FA856E3B115}"/>
                  </a:ext>
                </a:extLst>
              </p:cNvPr>
              <p:cNvSpPr>
                <a:spLocks noGrp="1"/>
              </p:cNvSpPr>
              <p:nvPr/>
            </p:nvSpPr>
            <p:spPr>
              <a:xfrm>
                <a:off x="23209250" y="3009900"/>
                <a:ext cx="15379" cy="276225"/>
              </a:xfrm>
              <a:prstGeom prst="rect">
                <a:avLst/>
              </a:prstGeom>
              <a:solidFill>
                <a:srgbClr val="D55E00"/>
              </a:solidFill>
              <a:ln w="0">
                <a:noFill/>
                <a:prstDash val="solid"/>
              </a:ln>
            </p:spPr>
          </p:sp>
          <p:sp>
            <p:nvSpPr>
              <p:cNvPr id="2107" name="four:time-step-strips:time-strip-tᵢ-cell-129:2107">
                <a:extLst>
                  <a:ext uri="{FF2B5EF4-FFF2-40B4-BE49-F238E27FC236}">
                    <ns2:creationId id="{578F4434-C9AC-42EB-82A3-57191106354D}"/>
                  </a:ext>
                </a:extLst>
              </p:cNvPr>
              <p:cNvSpPr>
                <a:spLocks noGrp="1"/>
              </p:cNvSpPr>
              <p:nvPr/>
            </p:nvSpPr>
            <p:spPr>
              <a:xfrm>
                <a:off x="23224629" y="3009900"/>
                <a:ext cx="15379" cy="276225"/>
              </a:xfrm>
              <a:prstGeom prst="rect">
                <a:avLst/>
              </a:prstGeom>
              <a:solidFill>
                <a:srgbClr val="D55E00"/>
              </a:solidFill>
              <a:ln w="0">
                <a:noFill/>
                <a:prstDash val="solid"/>
              </a:ln>
            </p:spPr>
          </p:sp>
          <p:sp>
            <p:nvSpPr>
              <p:cNvPr id="2108" name="four:time-step-strips:time-strip-tᵢ-cell-130:2108">
                <a:extLst>
                  <a:ext uri="{FF2B5EF4-FFF2-40B4-BE49-F238E27FC236}">
                    <ns2:creationId id="{074D65B8-F66E-4AF6-AA88-015451C67ECC}"/>
                  </a:ext>
                </a:extLst>
              </p:cNvPr>
              <p:cNvSpPr>
                <a:spLocks noGrp="1"/>
              </p:cNvSpPr>
              <p:nvPr/>
            </p:nvSpPr>
            <p:spPr>
              <a:xfrm>
                <a:off x="23240008" y="3009900"/>
                <a:ext cx="15379" cy="276225"/>
              </a:xfrm>
              <a:prstGeom prst="rect">
                <a:avLst/>
              </a:prstGeom>
              <a:solidFill>
                <a:srgbClr val="D55E00"/>
              </a:solidFill>
              <a:ln w="0">
                <a:noFill/>
                <a:prstDash val="solid"/>
              </a:ln>
            </p:spPr>
          </p:sp>
          <p:sp>
            <p:nvSpPr>
              <p:cNvPr id="2109" name="four:time-step-strips:time-strip-tᵢ-cell-131:2109">
                <a:extLst>
                  <a:ext uri="{FF2B5EF4-FFF2-40B4-BE49-F238E27FC236}">
                    <ns2:creationId id="{8AE26F3F-F909-470F-A962-B43383D13E9A}"/>
                  </a:ext>
                </a:extLst>
              </p:cNvPr>
              <p:cNvSpPr>
                <a:spLocks noGrp="1"/>
              </p:cNvSpPr>
              <p:nvPr/>
            </p:nvSpPr>
            <p:spPr>
              <a:xfrm>
                <a:off x="23255387" y="3009900"/>
                <a:ext cx="15379" cy="276225"/>
              </a:xfrm>
              <a:prstGeom prst="rect">
                <a:avLst/>
              </a:prstGeom>
              <a:solidFill>
                <a:srgbClr val="D55E00"/>
              </a:solidFill>
              <a:ln w="0">
                <a:noFill/>
                <a:prstDash val="solid"/>
              </a:ln>
            </p:spPr>
          </p:sp>
          <p:sp>
            <p:nvSpPr>
              <p:cNvPr id="2110" name="four:time-step-strips:time-strip-tᵢ-cell-132:2110">
                <a:extLst>
                  <a:ext uri="{FF2B5EF4-FFF2-40B4-BE49-F238E27FC236}">
                    <ns2:creationId id="{22FA528C-A40E-4AC5-8677-B78707AB4D39}"/>
                  </a:ext>
                </a:extLst>
              </p:cNvPr>
              <p:cNvSpPr>
                <a:spLocks noGrp="1"/>
              </p:cNvSpPr>
              <p:nvPr/>
            </p:nvSpPr>
            <p:spPr>
              <a:xfrm>
                <a:off x="23270766" y="3009900"/>
                <a:ext cx="15379" cy="276225"/>
              </a:xfrm>
              <a:prstGeom prst="rect">
                <a:avLst/>
              </a:prstGeom>
              <a:solidFill>
                <a:srgbClr val="D55E00"/>
              </a:solidFill>
              <a:ln w="0">
                <a:noFill/>
                <a:prstDash val="solid"/>
              </a:ln>
            </p:spPr>
          </p:sp>
          <p:sp>
            <p:nvSpPr>
              <p:cNvPr id="2111" name="four:time-step-strips:time-strip-tᵢ-cell-133:2111">
                <a:extLst>
                  <a:ext uri="{FF2B5EF4-FFF2-40B4-BE49-F238E27FC236}">
                    <ns2:creationId id="{3EF66870-17DF-4EA8-B31E-899B9F8BAA5C}"/>
                  </a:ext>
                </a:extLst>
              </p:cNvPr>
              <p:cNvSpPr>
                <a:spLocks noGrp="1"/>
              </p:cNvSpPr>
              <p:nvPr/>
            </p:nvSpPr>
            <p:spPr>
              <a:xfrm>
                <a:off x="23286145" y="3009900"/>
                <a:ext cx="15379" cy="276225"/>
              </a:xfrm>
              <a:prstGeom prst="rect">
                <a:avLst/>
              </a:prstGeom>
              <a:solidFill>
                <a:srgbClr val="D55E00"/>
              </a:solidFill>
              <a:ln w="0">
                <a:noFill/>
                <a:prstDash val="solid"/>
              </a:ln>
            </p:spPr>
          </p:sp>
          <p:sp>
            <p:nvSpPr>
              <p:cNvPr id="2112" name="four:time-step-strips:time-strip-tᵢ-cell-134:2112">
                <a:extLst>
                  <a:ext uri="{FF2B5EF4-FFF2-40B4-BE49-F238E27FC236}">
                    <ns2:creationId id="{6B6C5E1D-E28A-4437-9E5C-C6FE264448E2}"/>
                  </a:ext>
                </a:extLst>
              </p:cNvPr>
              <p:cNvSpPr>
                <a:spLocks noGrp="1"/>
              </p:cNvSpPr>
              <p:nvPr/>
            </p:nvSpPr>
            <p:spPr>
              <a:xfrm>
                <a:off x="23301523" y="3009900"/>
                <a:ext cx="15379" cy="276225"/>
              </a:xfrm>
              <a:prstGeom prst="rect">
                <a:avLst/>
              </a:prstGeom>
              <a:solidFill>
                <a:srgbClr val="D55E00"/>
              </a:solidFill>
              <a:ln w="0">
                <a:noFill/>
                <a:prstDash val="solid"/>
              </a:ln>
            </p:spPr>
          </p:sp>
          <p:sp>
            <p:nvSpPr>
              <p:cNvPr id="2113" name="four:time-step-strips:time-strip-tᵢ-cell-135:2113">
                <a:extLst>
                  <a:ext uri="{FF2B5EF4-FFF2-40B4-BE49-F238E27FC236}">
                    <ns2:creationId id="{181FE6F1-7B70-400F-87CA-89F455E58796}"/>
                  </a:ext>
                </a:extLst>
              </p:cNvPr>
              <p:cNvSpPr>
                <a:spLocks noGrp="1"/>
              </p:cNvSpPr>
              <p:nvPr/>
            </p:nvSpPr>
            <p:spPr>
              <a:xfrm>
                <a:off x="23316902" y="3009900"/>
                <a:ext cx="15379" cy="276225"/>
              </a:xfrm>
              <a:prstGeom prst="rect">
                <a:avLst/>
              </a:prstGeom>
              <a:solidFill>
                <a:srgbClr val="D55E00"/>
              </a:solidFill>
              <a:ln w="0">
                <a:noFill/>
                <a:prstDash val="solid"/>
              </a:ln>
            </p:spPr>
          </p:sp>
          <p:sp>
            <p:nvSpPr>
              <p:cNvPr id="2114" name="four:time-step-strips:time-strip-tᵢ-cell-136:2114">
                <a:extLst>
                  <a:ext uri="{FF2B5EF4-FFF2-40B4-BE49-F238E27FC236}">
                    <ns2:creationId id="{91269E92-7DCE-49A3-AE72-24B448F4C7AE}"/>
                  </a:ext>
                </a:extLst>
              </p:cNvPr>
              <p:cNvSpPr>
                <a:spLocks noGrp="1"/>
              </p:cNvSpPr>
              <p:nvPr/>
            </p:nvSpPr>
            <p:spPr>
              <a:xfrm>
                <a:off x="23332281" y="3009900"/>
                <a:ext cx="15379" cy="276225"/>
              </a:xfrm>
              <a:prstGeom prst="rect">
                <a:avLst/>
              </a:prstGeom>
              <a:solidFill>
                <a:srgbClr val="D5660E"/>
              </a:solidFill>
              <a:ln w="0">
                <a:noFill/>
                <a:prstDash val="solid"/>
              </a:ln>
            </p:spPr>
          </p:sp>
          <p:sp>
            <p:nvSpPr>
              <p:cNvPr id="2115" name="four:time-step-strips:time-strip-tᵢ-cell-137:2115">
                <a:extLst>
                  <a:ext uri="{FF2B5EF4-FFF2-40B4-BE49-F238E27FC236}">
                    <ns2:creationId id="{3F049A19-16EF-411E-B835-3FD521C425C1}"/>
                  </a:ext>
                </a:extLst>
              </p:cNvPr>
              <p:cNvSpPr>
                <a:spLocks noGrp="1"/>
              </p:cNvSpPr>
              <p:nvPr/>
            </p:nvSpPr>
            <p:spPr>
              <a:xfrm>
                <a:off x="23347660" y="3009900"/>
                <a:ext cx="15379" cy="276225"/>
              </a:xfrm>
              <a:prstGeom prst="rect">
                <a:avLst/>
              </a:prstGeom>
              <a:solidFill>
                <a:srgbClr val="D6782D"/>
              </a:solidFill>
              <a:ln w="0">
                <a:noFill/>
                <a:prstDash val="solid"/>
              </a:ln>
            </p:spPr>
          </p:sp>
          <p:sp>
            <p:nvSpPr>
              <p:cNvPr id="2116" name="four:time-step-strips:time-strip-tᵢ-cell-138:2116">
                <a:extLst>
                  <a:ext uri="{FF2B5EF4-FFF2-40B4-BE49-F238E27FC236}">
                    <ns2:creationId id="{B180CA20-41FF-4FF3-A233-0E03ADB3C07B}"/>
                  </a:ext>
                </a:extLst>
              </p:cNvPr>
              <p:cNvSpPr>
                <a:spLocks noGrp="1"/>
              </p:cNvSpPr>
              <p:nvPr/>
            </p:nvSpPr>
            <p:spPr>
              <a:xfrm>
                <a:off x="23363039" y="3009900"/>
                <a:ext cx="15379" cy="276225"/>
              </a:xfrm>
              <a:prstGeom prst="rect">
                <a:avLst/>
              </a:prstGeom>
              <a:solidFill>
                <a:srgbClr val="D89056"/>
              </a:solidFill>
              <a:ln w="0">
                <a:noFill/>
                <a:prstDash val="solid"/>
              </a:ln>
            </p:spPr>
          </p:sp>
          <p:sp>
            <p:nvSpPr>
              <p:cNvPr id="2117" name="four:time-step-strips:time-strip-tᵢ-cell-139:2117">
                <a:extLst>
                  <a:ext uri="{FF2B5EF4-FFF2-40B4-BE49-F238E27FC236}">
                    <ns2:creationId id="{DFAE4790-2ADF-404E-A4E5-1B9F2675D199}"/>
                  </a:ext>
                </a:extLst>
              </p:cNvPr>
              <p:cNvSpPr>
                <a:spLocks noGrp="1"/>
              </p:cNvSpPr>
              <p:nvPr/>
            </p:nvSpPr>
            <p:spPr>
              <a:xfrm>
                <a:off x="23378418" y="3009900"/>
                <a:ext cx="15379" cy="276225"/>
              </a:xfrm>
              <a:prstGeom prst="rect">
                <a:avLst/>
              </a:prstGeom>
              <a:solidFill>
                <a:srgbClr val="D9AB84"/>
              </a:solidFill>
              <a:ln w="0">
                <a:noFill/>
                <a:prstDash val="solid"/>
              </a:ln>
            </p:spPr>
          </p:sp>
          <p:sp>
            <p:nvSpPr>
              <p:cNvPr id="2118" name="four:time-step-strips:time-strip-tᵢ-cell-140:2118">
                <a:extLst>
                  <a:ext uri="{FF2B5EF4-FFF2-40B4-BE49-F238E27FC236}">
                    <ns2:creationId id="{60FF8356-7937-43DF-B2FC-0480F501DDC5}"/>
                  </a:ext>
                </a:extLst>
              </p:cNvPr>
              <p:cNvSpPr>
                <a:spLocks noGrp="1"/>
              </p:cNvSpPr>
              <p:nvPr/>
            </p:nvSpPr>
            <p:spPr>
              <a:xfrm>
                <a:off x="23393797" y="3009900"/>
                <a:ext cx="15379" cy="276225"/>
              </a:xfrm>
              <a:prstGeom prst="rect">
                <a:avLst/>
              </a:prstGeom>
              <a:solidFill>
                <a:srgbClr val="DAC5B1"/>
              </a:solidFill>
              <a:ln w="0">
                <a:noFill/>
                <a:prstDash val="solid"/>
              </a:ln>
            </p:spPr>
          </p:sp>
          <p:sp>
            <p:nvSpPr>
              <p:cNvPr id="2119" name="four:time-step-strips:time-strip-tᵢ-cell-141:2119">
                <a:extLst>
                  <a:ext uri="{FF2B5EF4-FFF2-40B4-BE49-F238E27FC236}">
                    <ns2:creationId id="{E20847DE-D451-4B58-8A48-70C7C27B90FF}"/>
                  </a:ext>
                </a:extLst>
              </p:cNvPr>
              <p:cNvSpPr>
                <a:spLocks noGrp="1"/>
              </p:cNvSpPr>
              <p:nvPr/>
            </p:nvSpPr>
            <p:spPr>
              <a:xfrm>
                <a:off x="23409176" y="3009900"/>
                <a:ext cx="15379" cy="276225"/>
              </a:xfrm>
              <a:prstGeom prst="rect">
                <a:avLst/>
              </a:prstGeom>
              <a:solidFill>
                <a:srgbClr val="D1E1E3"/>
              </a:solidFill>
              <a:ln w="0">
                <a:noFill/>
                <a:prstDash val="solid"/>
              </a:ln>
            </p:spPr>
          </p:sp>
          <p:sp>
            <p:nvSpPr>
              <p:cNvPr id="2120" name="four:time-step-strips:time-strip-tᵢ-cell-142:2120">
                <a:extLst>
                  <a:ext uri="{FF2B5EF4-FFF2-40B4-BE49-F238E27FC236}">
                    <ns2:creationId id="{D4473F81-F9A5-4117-8432-B9A4A4244E99}"/>
                  </a:ext>
                </a:extLst>
              </p:cNvPr>
              <p:cNvSpPr>
                <a:spLocks noGrp="1"/>
              </p:cNvSpPr>
              <p:nvPr/>
            </p:nvSpPr>
            <p:spPr>
              <a:xfrm>
                <a:off x="23424555" y="3009900"/>
                <a:ext cx="15379" cy="276225"/>
              </a:xfrm>
              <a:prstGeom prst="rect">
                <a:avLst/>
              </a:prstGeom>
              <a:solidFill>
                <a:srgbClr val="DBE7EC"/>
              </a:solidFill>
              <a:ln w="0">
                <a:noFill/>
                <a:prstDash val="solid"/>
              </a:ln>
            </p:spPr>
          </p:sp>
          <p:sp>
            <p:nvSpPr>
              <p:cNvPr id="2121" name="four:time-step-strips:time-strip-tᵢ-cell-143:2121">
                <a:extLst>
                  <a:ext uri="{FF2B5EF4-FFF2-40B4-BE49-F238E27FC236}">
                    <ns2:creationId id="{A5C66E2E-3867-4F95-B28E-AD55B3AAC8F5}"/>
                  </a:ext>
                </a:extLst>
              </p:cNvPr>
              <p:cNvSpPr>
                <a:spLocks noGrp="1"/>
              </p:cNvSpPr>
              <p:nvPr/>
            </p:nvSpPr>
            <p:spPr>
              <a:xfrm>
                <a:off x="23439934" y="3009900"/>
                <a:ext cx="15379" cy="276225"/>
              </a:xfrm>
              <a:prstGeom prst="rect">
                <a:avLst/>
              </a:prstGeom>
              <a:solidFill>
                <a:srgbClr val="DCE8ED"/>
              </a:solidFill>
              <a:ln w="0">
                <a:noFill/>
                <a:prstDash val="solid"/>
              </a:ln>
            </p:spPr>
          </p:sp>
          <p:sp>
            <p:nvSpPr>
              <p:cNvPr id="2122" name="four:time-step-strips:time-strip-tᵢ-cell-144:2122">
                <a:extLst>
                  <a:ext uri="{FF2B5EF4-FFF2-40B4-BE49-F238E27FC236}">
                    <ns2:creationId id="{C73569C4-01A2-47CA-A8AB-A16F48898203}"/>
                  </a:ext>
                </a:extLst>
              </p:cNvPr>
              <p:cNvSpPr>
                <a:spLocks noGrp="1"/>
              </p:cNvSpPr>
              <p:nvPr/>
            </p:nvSpPr>
            <p:spPr>
              <a:xfrm>
                <a:off x="23455313" y="3009900"/>
                <a:ext cx="15379" cy="276225"/>
              </a:xfrm>
              <a:prstGeom prst="rect">
                <a:avLst/>
              </a:prstGeom>
              <a:solidFill>
                <a:srgbClr val="DCE8ED"/>
              </a:solidFill>
              <a:ln w="0">
                <a:noFill/>
                <a:prstDash val="solid"/>
              </a:ln>
            </p:spPr>
          </p:sp>
          <p:sp>
            <p:nvSpPr>
              <p:cNvPr id="2123" name="four:time-step-strips:time-strip-tᵢ-cell-145:2123">
                <a:extLst>
                  <a:ext uri="{FF2B5EF4-FFF2-40B4-BE49-F238E27FC236}">
                    <ns2:creationId id="{F4A55F46-AAB3-463D-A59F-C999EEBBFA46}"/>
                  </a:ext>
                </a:extLst>
              </p:cNvPr>
              <p:cNvSpPr>
                <a:spLocks noGrp="1"/>
              </p:cNvSpPr>
              <p:nvPr/>
            </p:nvSpPr>
            <p:spPr>
              <a:xfrm>
                <a:off x="23470691" y="3009900"/>
                <a:ext cx="15379" cy="276225"/>
              </a:xfrm>
              <a:prstGeom prst="rect">
                <a:avLst/>
              </a:prstGeom>
              <a:solidFill>
                <a:srgbClr val="DCE8ED"/>
              </a:solidFill>
              <a:ln w="0">
                <a:noFill/>
                <a:prstDash val="solid"/>
              </a:ln>
            </p:spPr>
          </p:sp>
          <p:sp>
            <p:nvSpPr>
              <p:cNvPr id="2124" name="four:time-step-strips:time-strip-tᵢ-cell-146:2124">
                <a:extLst>
                  <a:ext uri="{FF2B5EF4-FFF2-40B4-BE49-F238E27FC236}">
                    <ns2:creationId id="{39BC837F-D3FB-4A05-8DA8-3025FFDFB3BB}"/>
                  </a:ext>
                </a:extLst>
              </p:cNvPr>
              <p:cNvSpPr>
                <a:spLocks noGrp="1"/>
              </p:cNvSpPr>
              <p:nvPr/>
            </p:nvSpPr>
            <p:spPr>
              <a:xfrm>
                <a:off x="23486070" y="3009900"/>
                <a:ext cx="15379" cy="276225"/>
              </a:xfrm>
              <a:prstGeom prst="rect">
                <a:avLst/>
              </a:prstGeom>
              <a:solidFill>
                <a:srgbClr val="DCE8ED"/>
              </a:solidFill>
              <a:ln w="0">
                <a:noFill/>
                <a:prstDash val="solid"/>
              </a:ln>
            </p:spPr>
          </p:sp>
          <p:sp>
            <p:nvSpPr>
              <p:cNvPr id="2125" name="four:time-step-strips:time-strip-tᵢ-cell-147:2125">
                <a:extLst>
                  <a:ext uri="{FF2B5EF4-FFF2-40B4-BE49-F238E27FC236}">
                    <ns2:creationId id="{87136DAA-E1A4-4875-8C2A-3AB114DE7183}"/>
                  </a:ext>
                </a:extLst>
              </p:cNvPr>
              <p:cNvSpPr>
                <a:spLocks noGrp="1"/>
              </p:cNvSpPr>
              <p:nvPr/>
            </p:nvSpPr>
            <p:spPr>
              <a:xfrm>
                <a:off x="23501449" y="3009900"/>
                <a:ext cx="15379" cy="276225"/>
              </a:xfrm>
              <a:prstGeom prst="rect">
                <a:avLst/>
              </a:prstGeom>
              <a:solidFill>
                <a:srgbClr val="DCE8ED"/>
              </a:solidFill>
              <a:ln w="0">
                <a:noFill/>
                <a:prstDash val="solid"/>
              </a:ln>
            </p:spPr>
          </p:sp>
          <p:sp>
            <p:nvSpPr>
              <p:cNvPr id="2126" name="four:time-step-strips:time-strip-tᵢ-cell-148:2126">
                <a:extLst>
                  <a:ext uri="{FF2B5EF4-FFF2-40B4-BE49-F238E27FC236}">
                    <ns2:creationId id="{AE4E7889-4DD7-421B-968F-5C30C1C32450}"/>
                  </a:ext>
                </a:extLst>
              </p:cNvPr>
              <p:cNvSpPr>
                <a:spLocks noGrp="1"/>
              </p:cNvSpPr>
              <p:nvPr/>
            </p:nvSpPr>
            <p:spPr>
              <a:xfrm>
                <a:off x="23516828" y="3009900"/>
                <a:ext cx="15379" cy="276225"/>
              </a:xfrm>
              <a:prstGeom prst="rect">
                <a:avLst/>
              </a:prstGeom>
              <a:solidFill>
                <a:srgbClr val="DCE8ED"/>
              </a:solidFill>
              <a:ln w="0">
                <a:noFill/>
                <a:prstDash val="solid"/>
              </a:ln>
            </p:spPr>
          </p:sp>
          <p:sp>
            <p:nvSpPr>
              <p:cNvPr id="2127" name="four:time-step-strips:time-strip-tᵢ-cell-149:2127">
                <a:extLst>
                  <a:ext uri="{FF2B5EF4-FFF2-40B4-BE49-F238E27FC236}">
                    <ns2:creationId id="{09F8BDBA-CF10-440B-A805-5F80684F6685}"/>
                  </a:ext>
                </a:extLst>
              </p:cNvPr>
              <p:cNvSpPr>
                <a:spLocks noGrp="1"/>
              </p:cNvSpPr>
              <p:nvPr/>
            </p:nvSpPr>
            <p:spPr>
              <a:xfrm>
                <a:off x="23532207" y="3009900"/>
                <a:ext cx="15379" cy="276225"/>
              </a:xfrm>
              <a:prstGeom prst="rect">
                <a:avLst/>
              </a:prstGeom>
              <a:solidFill>
                <a:srgbClr val="DCE8ED"/>
              </a:solidFill>
              <a:ln w="0">
                <a:noFill/>
                <a:prstDash val="solid"/>
              </a:ln>
            </p:spPr>
          </p:sp>
          <p:sp>
            <p:nvSpPr>
              <p:cNvPr id="2128" name="four:time-step-strips:time-strip-tᵢ-cell-150:2128">
                <a:extLst>
                  <a:ext uri="{FF2B5EF4-FFF2-40B4-BE49-F238E27FC236}">
                    <ns2:creationId id="{1A6FACE8-8177-47D0-90B0-5E91BF9B2916}"/>
                  </a:ext>
                </a:extLst>
              </p:cNvPr>
              <p:cNvSpPr>
                <a:spLocks noGrp="1"/>
              </p:cNvSpPr>
              <p:nvPr/>
            </p:nvSpPr>
            <p:spPr>
              <a:xfrm>
                <a:off x="23547586" y="3009900"/>
                <a:ext cx="15379" cy="276225"/>
              </a:xfrm>
              <a:prstGeom prst="rect">
                <a:avLst/>
              </a:prstGeom>
              <a:solidFill>
                <a:srgbClr val="DCE8ED"/>
              </a:solidFill>
              <a:ln w="0">
                <a:noFill/>
                <a:prstDash val="solid"/>
              </a:ln>
            </p:spPr>
          </p:sp>
          <p:sp>
            <p:nvSpPr>
              <p:cNvPr id="2129" name="four:time-step-strips:time-strip-tᵢ-cell-151:2129">
                <a:extLst>
                  <a:ext uri="{FF2B5EF4-FFF2-40B4-BE49-F238E27FC236}">
                    <ns2:creationId id="{CC9904FA-BB47-485F-8258-7B77D0AF4024}"/>
                  </a:ext>
                </a:extLst>
              </p:cNvPr>
              <p:cNvSpPr>
                <a:spLocks noGrp="1"/>
              </p:cNvSpPr>
              <p:nvPr/>
            </p:nvSpPr>
            <p:spPr>
              <a:xfrm>
                <a:off x="23562965" y="3009900"/>
                <a:ext cx="15379" cy="276225"/>
              </a:xfrm>
              <a:prstGeom prst="rect">
                <a:avLst/>
              </a:prstGeom>
              <a:solidFill>
                <a:srgbClr val="DCE8ED"/>
              </a:solidFill>
              <a:ln w="0">
                <a:noFill/>
                <a:prstDash val="solid"/>
              </a:ln>
            </p:spPr>
          </p:sp>
          <p:sp>
            <p:nvSpPr>
              <p:cNvPr id="2130" name="four:time-step-strips:time-strip-tᵢ-cell-152:2130">
                <a:extLst>
                  <a:ext uri="{FF2B5EF4-FFF2-40B4-BE49-F238E27FC236}">
                    <ns2:creationId id="{D8693538-E0C6-4AB7-9182-CF83E9C75C9D}"/>
                  </a:ext>
                </a:extLst>
              </p:cNvPr>
              <p:cNvSpPr>
                <a:spLocks noGrp="1"/>
              </p:cNvSpPr>
              <p:nvPr/>
            </p:nvSpPr>
            <p:spPr>
              <a:xfrm>
                <a:off x="23578344" y="3009900"/>
                <a:ext cx="15379" cy="276225"/>
              </a:xfrm>
              <a:prstGeom prst="rect">
                <a:avLst/>
              </a:prstGeom>
              <a:solidFill>
                <a:srgbClr val="DCE8ED"/>
              </a:solidFill>
              <a:ln w="0">
                <a:noFill/>
                <a:prstDash val="solid"/>
              </a:ln>
            </p:spPr>
          </p:sp>
          <p:sp>
            <p:nvSpPr>
              <p:cNvPr id="2131" name="four:time-step-strips:time-strip-tᵢ-cell-153:2131">
                <a:extLst>
                  <a:ext uri="{FF2B5EF4-FFF2-40B4-BE49-F238E27FC236}">
                    <ns2:creationId id="{C49C840A-E1BA-4046-BD3C-900FD742EE62}"/>
                  </a:ext>
                </a:extLst>
              </p:cNvPr>
              <p:cNvSpPr>
                <a:spLocks noGrp="1"/>
              </p:cNvSpPr>
              <p:nvPr/>
            </p:nvSpPr>
            <p:spPr>
              <a:xfrm>
                <a:off x="23593723" y="3009900"/>
                <a:ext cx="15379" cy="276225"/>
              </a:xfrm>
              <a:prstGeom prst="rect">
                <a:avLst/>
              </a:prstGeom>
              <a:solidFill>
                <a:srgbClr val="DCE8ED"/>
              </a:solidFill>
              <a:ln w="0">
                <a:noFill/>
                <a:prstDash val="solid"/>
              </a:ln>
            </p:spPr>
          </p:sp>
          <p:sp>
            <p:nvSpPr>
              <p:cNvPr id="2132" name="four:time-step-strips:time-strip-tᵢ-cell-154:2132">
                <a:extLst>
                  <a:ext uri="{FF2B5EF4-FFF2-40B4-BE49-F238E27FC236}">
                    <ns2:creationId id="{A934686C-1055-4591-9597-69AD0F21E27A}"/>
                  </a:ext>
                </a:extLst>
              </p:cNvPr>
              <p:cNvSpPr>
                <a:spLocks noGrp="1"/>
              </p:cNvSpPr>
              <p:nvPr/>
            </p:nvSpPr>
            <p:spPr>
              <a:xfrm>
                <a:off x="23609102" y="3009900"/>
                <a:ext cx="15379" cy="276225"/>
              </a:xfrm>
              <a:prstGeom prst="rect">
                <a:avLst/>
              </a:prstGeom>
              <a:solidFill>
                <a:srgbClr val="DCE8ED"/>
              </a:solidFill>
              <a:ln w="0">
                <a:noFill/>
                <a:prstDash val="solid"/>
              </a:ln>
            </p:spPr>
          </p:sp>
          <p:sp>
            <p:nvSpPr>
              <p:cNvPr id="2133" name="four:time-step-strips:time-strip-tᵢ-cell-155:2133">
                <a:extLst>
                  <a:ext uri="{FF2B5EF4-FFF2-40B4-BE49-F238E27FC236}">
                    <ns2:creationId id="{89A326BF-8AFD-4D74-809D-0A2799D6A255}"/>
                  </a:ext>
                </a:extLst>
              </p:cNvPr>
              <p:cNvSpPr>
                <a:spLocks noGrp="1"/>
              </p:cNvSpPr>
              <p:nvPr/>
            </p:nvSpPr>
            <p:spPr>
              <a:xfrm>
                <a:off x="23624480" y="3009900"/>
                <a:ext cx="15379" cy="276225"/>
              </a:xfrm>
              <a:prstGeom prst="rect">
                <a:avLst/>
              </a:prstGeom>
              <a:solidFill>
                <a:srgbClr val="DCE8ED"/>
              </a:solidFill>
              <a:ln w="0">
                <a:noFill/>
                <a:prstDash val="solid"/>
              </a:ln>
            </p:spPr>
          </p:sp>
          <p:sp>
            <p:nvSpPr>
              <p:cNvPr id="2134" name="four:time-step-strips:time-strip-tᵢ-cell-156:2134">
                <a:extLst>
                  <a:ext uri="{FF2B5EF4-FFF2-40B4-BE49-F238E27FC236}">
                    <ns2:creationId id="{9D69620E-E9BF-479B-B25C-0CC6004B2EE0}"/>
                  </a:ext>
                </a:extLst>
              </p:cNvPr>
              <p:cNvSpPr>
                <a:spLocks noGrp="1"/>
              </p:cNvSpPr>
              <p:nvPr/>
            </p:nvSpPr>
            <p:spPr>
              <a:xfrm>
                <a:off x="23639859" y="3009900"/>
                <a:ext cx="15379" cy="276225"/>
              </a:xfrm>
              <a:prstGeom prst="rect">
                <a:avLst/>
              </a:prstGeom>
              <a:solidFill>
                <a:srgbClr val="DCE8ED"/>
              </a:solidFill>
              <a:ln w="0">
                <a:noFill/>
                <a:prstDash val="solid"/>
              </a:ln>
            </p:spPr>
          </p:sp>
          <p:sp>
            <p:nvSpPr>
              <p:cNvPr id="2135" name="four:time-step-strips:time-strip-tᵢ-cell-157:2135">
                <a:extLst>
                  <a:ext uri="{FF2B5EF4-FFF2-40B4-BE49-F238E27FC236}">
                    <ns2:creationId id="{9CCA92F5-6D7D-466A-B677-086DADBB55AC}"/>
                  </a:ext>
                </a:extLst>
              </p:cNvPr>
              <p:cNvSpPr>
                <a:spLocks noGrp="1"/>
              </p:cNvSpPr>
              <p:nvPr/>
            </p:nvSpPr>
            <p:spPr>
              <a:xfrm>
                <a:off x="23655238" y="3009900"/>
                <a:ext cx="15379" cy="276225"/>
              </a:xfrm>
              <a:prstGeom prst="rect">
                <a:avLst/>
              </a:prstGeom>
              <a:solidFill>
                <a:srgbClr val="DCE8ED"/>
              </a:solidFill>
              <a:ln w="0">
                <a:noFill/>
                <a:prstDash val="solid"/>
              </a:ln>
            </p:spPr>
          </p:sp>
          <p:sp>
            <p:nvSpPr>
              <p:cNvPr id="2136" name="four:time-step-strips:time-strip-tᵢ-cell-158:2136">
                <a:extLst>
                  <a:ext uri="{FF2B5EF4-FFF2-40B4-BE49-F238E27FC236}">
                    <ns2:creationId id="{052C6893-4BEB-4817-BA42-E0776E89829D}"/>
                  </a:ext>
                </a:extLst>
              </p:cNvPr>
              <p:cNvSpPr>
                <a:spLocks noGrp="1"/>
              </p:cNvSpPr>
              <p:nvPr/>
            </p:nvSpPr>
            <p:spPr>
              <a:xfrm>
                <a:off x="23670617" y="3009900"/>
                <a:ext cx="15379" cy="276225"/>
              </a:xfrm>
              <a:prstGeom prst="rect">
                <a:avLst/>
              </a:prstGeom>
              <a:solidFill>
                <a:srgbClr val="DCE8ED"/>
              </a:solidFill>
              <a:ln w="0">
                <a:noFill/>
                <a:prstDash val="solid"/>
              </a:ln>
            </p:spPr>
          </p:sp>
          <p:sp>
            <p:nvSpPr>
              <p:cNvPr id="2137" name="four:time-step-strips:time-strip-tᵢ-cell-159:2137">
                <a:extLst>
                  <a:ext uri="{FF2B5EF4-FFF2-40B4-BE49-F238E27FC236}">
                    <ns2:creationId id="{8913DB97-DAD0-4E03-A727-E2B16D49BC5C}"/>
                  </a:ext>
                </a:extLst>
              </p:cNvPr>
              <p:cNvSpPr>
                <a:spLocks noGrp="1"/>
              </p:cNvSpPr>
              <p:nvPr/>
            </p:nvSpPr>
            <p:spPr>
              <a:xfrm>
                <a:off x="23685996" y="3009900"/>
                <a:ext cx="15379" cy="276225"/>
              </a:xfrm>
              <a:prstGeom prst="rect">
                <a:avLst/>
              </a:prstGeom>
              <a:solidFill>
                <a:srgbClr val="DCE8ED"/>
              </a:solidFill>
              <a:ln w="0">
                <a:noFill/>
                <a:prstDash val="solid"/>
              </a:ln>
            </p:spPr>
          </p:sp>
          <p:sp>
            <p:nvSpPr>
              <p:cNvPr id="2138" name="four:time-step-strips:time-strip-tᵢ-cell-160:2138">
                <a:extLst>
                  <a:ext uri="{FF2B5EF4-FFF2-40B4-BE49-F238E27FC236}">
                    <ns2:creationId id="{680C48E2-9716-4193-8484-92B9A5013490}"/>
                  </a:ext>
                </a:extLst>
              </p:cNvPr>
              <p:cNvSpPr>
                <a:spLocks noGrp="1"/>
              </p:cNvSpPr>
              <p:nvPr/>
            </p:nvSpPr>
            <p:spPr>
              <a:xfrm>
                <a:off x="23701375" y="3009900"/>
                <a:ext cx="15379" cy="276225"/>
              </a:xfrm>
              <a:prstGeom prst="rect">
                <a:avLst/>
              </a:prstGeom>
              <a:solidFill>
                <a:srgbClr val="DCE8ED"/>
              </a:solidFill>
              <a:ln w="0">
                <a:noFill/>
                <a:prstDash val="solid"/>
              </a:ln>
            </p:spPr>
          </p:sp>
          <p:sp>
            <p:nvSpPr>
              <p:cNvPr id="2139" name="four:time-step-strips:time-strip-tᵢ-cell-161:2139">
                <a:extLst>
                  <a:ext uri="{FF2B5EF4-FFF2-40B4-BE49-F238E27FC236}">
                    <ns2:creationId id="{12FF55A0-7E3B-4227-9BB1-9FA29EE22822}"/>
                  </a:ext>
                </a:extLst>
              </p:cNvPr>
              <p:cNvSpPr>
                <a:spLocks noGrp="1"/>
              </p:cNvSpPr>
              <p:nvPr/>
            </p:nvSpPr>
            <p:spPr>
              <a:xfrm>
                <a:off x="23716754" y="3009900"/>
                <a:ext cx="15379" cy="276225"/>
              </a:xfrm>
              <a:prstGeom prst="rect">
                <a:avLst/>
              </a:prstGeom>
              <a:solidFill>
                <a:srgbClr val="DCE8ED"/>
              </a:solidFill>
              <a:ln w="0">
                <a:noFill/>
                <a:prstDash val="solid"/>
              </a:ln>
            </p:spPr>
          </p:sp>
          <p:sp>
            <p:nvSpPr>
              <p:cNvPr id="2140" name="four:time-step-strips:time-strip-tᵢ-cell-162:2140">
                <a:extLst>
                  <a:ext uri="{FF2B5EF4-FFF2-40B4-BE49-F238E27FC236}">
                    <ns2:creationId id="{A5866E9F-3843-4C32-9597-54FFABCB21A1}"/>
                  </a:ext>
                </a:extLst>
              </p:cNvPr>
              <p:cNvSpPr>
                <a:spLocks noGrp="1"/>
              </p:cNvSpPr>
              <p:nvPr/>
            </p:nvSpPr>
            <p:spPr>
              <a:xfrm>
                <a:off x="23732133" y="3009900"/>
                <a:ext cx="15379" cy="276225"/>
              </a:xfrm>
              <a:prstGeom prst="rect">
                <a:avLst/>
              </a:prstGeom>
              <a:solidFill>
                <a:srgbClr val="DCE8ED"/>
              </a:solidFill>
              <a:ln w="0">
                <a:noFill/>
                <a:prstDash val="solid"/>
              </a:ln>
            </p:spPr>
          </p:sp>
          <p:sp>
            <p:nvSpPr>
              <p:cNvPr id="2141" name="four:time-step-strips:time-strip-tᵢ-cell-163:2141">
                <a:extLst>
                  <a:ext uri="{FF2B5EF4-FFF2-40B4-BE49-F238E27FC236}">
                    <ns2:creationId id="{0CB49557-4424-46A8-B433-69732D69001D}"/>
                  </a:ext>
                </a:extLst>
              </p:cNvPr>
              <p:cNvSpPr>
                <a:spLocks noGrp="1"/>
              </p:cNvSpPr>
              <p:nvPr/>
            </p:nvSpPr>
            <p:spPr>
              <a:xfrm>
                <a:off x="23747512" y="3009900"/>
                <a:ext cx="15379" cy="276225"/>
              </a:xfrm>
              <a:prstGeom prst="rect">
                <a:avLst/>
              </a:prstGeom>
              <a:solidFill>
                <a:srgbClr val="DCE8ED"/>
              </a:solidFill>
              <a:ln w="0">
                <a:noFill/>
                <a:prstDash val="solid"/>
              </a:ln>
            </p:spPr>
          </p:sp>
          <p:sp>
            <p:nvSpPr>
              <p:cNvPr id="2142" name="four:time-step-strips:time-strip-tᵢ-cell-164:2142">
                <a:extLst>
                  <a:ext uri="{FF2B5EF4-FFF2-40B4-BE49-F238E27FC236}">
                    <ns2:creationId id="{1739CDDF-C58F-4F84-998D-69EBAABF2BBB}"/>
                  </a:ext>
                </a:extLst>
              </p:cNvPr>
              <p:cNvSpPr>
                <a:spLocks noGrp="1"/>
              </p:cNvSpPr>
              <p:nvPr/>
            </p:nvSpPr>
            <p:spPr>
              <a:xfrm>
                <a:off x="23762891" y="3009900"/>
                <a:ext cx="15379" cy="276225"/>
              </a:xfrm>
              <a:prstGeom prst="rect">
                <a:avLst/>
              </a:prstGeom>
              <a:solidFill>
                <a:srgbClr val="DCE8ED"/>
              </a:solidFill>
              <a:ln w="0">
                <a:noFill/>
                <a:prstDash val="solid"/>
              </a:ln>
            </p:spPr>
          </p:sp>
          <p:sp>
            <p:nvSpPr>
              <p:cNvPr id="2143" name="four:time-step-strips:time-strip-tᵢ-cell-165:2143">
                <a:extLst>
                  <a:ext uri="{FF2B5EF4-FFF2-40B4-BE49-F238E27FC236}">
                    <ns2:creationId id="{66AA24FC-620E-4BD6-A8CF-0583FEB27996}"/>
                  </a:ext>
                </a:extLst>
              </p:cNvPr>
              <p:cNvSpPr>
                <a:spLocks noGrp="1"/>
              </p:cNvSpPr>
              <p:nvPr/>
            </p:nvSpPr>
            <p:spPr>
              <a:xfrm>
                <a:off x="23778270" y="3009900"/>
                <a:ext cx="15379" cy="276225"/>
              </a:xfrm>
              <a:prstGeom prst="rect">
                <a:avLst/>
              </a:prstGeom>
              <a:solidFill>
                <a:srgbClr val="DCE8ED"/>
              </a:solidFill>
              <a:ln w="0">
                <a:noFill/>
                <a:prstDash val="solid"/>
              </a:ln>
            </p:spPr>
          </p:sp>
          <p:sp>
            <p:nvSpPr>
              <p:cNvPr id="2144" name="four:time-step-strips:time-strip-tᵢ-cell-166:2144">
                <a:extLst>
                  <a:ext uri="{FF2B5EF4-FFF2-40B4-BE49-F238E27FC236}">
                    <ns2:creationId id="{7D8042C5-DAA5-4D1D-807B-5798449914D2}"/>
                  </a:ext>
                </a:extLst>
              </p:cNvPr>
              <p:cNvSpPr>
                <a:spLocks noGrp="1"/>
              </p:cNvSpPr>
              <p:nvPr/>
            </p:nvSpPr>
            <p:spPr>
              <a:xfrm>
                <a:off x="23793648" y="3009900"/>
                <a:ext cx="15379" cy="276225"/>
              </a:xfrm>
              <a:prstGeom prst="rect">
                <a:avLst/>
              </a:prstGeom>
              <a:solidFill>
                <a:srgbClr val="DCE8ED"/>
              </a:solidFill>
              <a:ln w="0">
                <a:noFill/>
                <a:prstDash val="solid"/>
              </a:ln>
            </p:spPr>
          </p:sp>
          <p:sp>
            <p:nvSpPr>
              <p:cNvPr id="2145" name="four:time-step-strips:time-strip-tᵢ-cell-167:2145">
                <a:extLst>
                  <a:ext uri="{FF2B5EF4-FFF2-40B4-BE49-F238E27FC236}">
                    <ns2:creationId id="{3DBDCC81-914D-4908-A9E0-B49FF91056CC}"/>
                  </a:ext>
                </a:extLst>
              </p:cNvPr>
              <p:cNvSpPr>
                <a:spLocks noGrp="1"/>
              </p:cNvSpPr>
              <p:nvPr/>
            </p:nvSpPr>
            <p:spPr>
              <a:xfrm>
                <a:off x="23809027" y="3009900"/>
                <a:ext cx="15379" cy="276225"/>
              </a:xfrm>
              <a:prstGeom prst="rect">
                <a:avLst/>
              </a:prstGeom>
              <a:solidFill>
                <a:srgbClr val="DCE8ED"/>
              </a:solidFill>
              <a:ln w="0">
                <a:noFill/>
                <a:prstDash val="solid"/>
              </a:ln>
            </p:spPr>
          </p:sp>
          <p:sp>
            <p:nvSpPr>
              <p:cNvPr id="2146" name="four:time-step-strips:time-strip-tᵢ-cell-168:2146">
                <a:extLst>
                  <a:ext uri="{FF2B5EF4-FFF2-40B4-BE49-F238E27FC236}">
                    <ns2:creationId id="{E64C7870-BA47-4352-BDEF-4E224338C016}"/>
                  </a:ext>
                </a:extLst>
              </p:cNvPr>
              <p:cNvSpPr>
                <a:spLocks noGrp="1"/>
              </p:cNvSpPr>
              <p:nvPr/>
            </p:nvSpPr>
            <p:spPr>
              <a:xfrm>
                <a:off x="23824406" y="3009900"/>
                <a:ext cx="15379" cy="276225"/>
              </a:xfrm>
              <a:prstGeom prst="rect">
                <a:avLst/>
              </a:prstGeom>
              <a:solidFill>
                <a:srgbClr val="DCE8ED"/>
              </a:solidFill>
              <a:ln w="0">
                <a:noFill/>
                <a:prstDash val="solid"/>
              </a:ln>
            </p:spPr>
          </p:sp>
          <p:sp>
            <p:nvSpPr>
              <p:cNvPr id="2147" name="four:time-step-strips:time-strip-tᵢ-cell-169:2147">
                <a:extLst>
                  <a:ext uri="{FF2B5EF4-FFF2-40B4-BE49-F238E27FC236}">
                    <ns2:creationId id="{B8F12332-3BED-41A9-9B3C-A0DBE09081AD}"/>
                  </a:ext>
                </a:extLst>
              </p:cNvPr>
              <p:cNvSpPr>
                <a:spLocks noGrp="1"/>
              </p:cNvSpPr>
              <p:nvPr/>
            </p:nvSpPr>
            <p:spPr>
              <a:xfrm>
                <a:off x="23839785" y="3009900"/>
                <a:ext cx="15379" cy="276225"/>
              </a:xfrm>
              <a:prstGeom prst="rect">
                <a:avLst/>
              </a:prstGeom>
              <a:solidFill>
                <a:srgbClr val="DCE8ED"/>
              </a:solidFill>
              <a:ln w="0">
                <a:noFill/>
                <a:prstDash val="solid"/>
              </a:ln>
            </p:spPr>
          </p:sp>
          <p:sp>
            <p:nvSpPr>
              <p:cNvPr id="2148" name="four:time-step-strips:time-strip-tᵢ-cell-170:2148">
                <a:extLst>
                  <a:ext uri="{FF2B5EF4-FFF2-40B4-BE49-F238E27FC236}">
                    <ns2:creationId id="{3254A1A5-7198-4356-90E4-20A3F0EEEEC0}"/>
                  </a:ext>
                </a:extLst>
              </p:cNvPr>
              <p:cNvSpPr>
                <a:spLocks noGrp="1"/>
              </p:cNvSpPr>
              <p:nvPr/>
            </p:nvSpPr>
            <p:spPr>
              <a:xfrm>
                <a:off x="23855164" y="3009900"/>
                <a:ext cx="15379" cy="276225"/>
              </a:xfrm>
              <a:prstGeom prst="rect">
                <a:avLst/>
              </a:prstGeom>
              <a:solidFill>
                <a:srgbClr val="DCE7EC"/>
              </a:solidFill>
              <a:ln w="0">
                <a:noFill/>
                <a:prstDash val="solid"/>
              </a:ln>
            </p:spPr>
          </p:sp>
          <p:sp>
            <p:nvSpPr>
              <p:cNvPr id="2149" name="four:time-step-strips:time-strip-tᵢ-cell-171:2149">
                <a:extLst>
                  <a:ext uri="{FF2B5EF4-FFF2-40B4-BE49-F238E27FC236}">
                    <ns2:creationId id="{CECCE565-A083-4333-A09B-86A81C780EE3}"/>
                  </a:ext>
                </a:extLst>
              </p:cNvPr>
              <p:cNvSpPr>
                <a:spLocks noGrp="1"/>
              </p:cNvSpPr>
              <p:nvPr/>
            </p:nvSpPr>
            <p:spPr>
              <a:xfrm>
                <a:off x="23870543" y="3009900"/>
                <a:ext cx="15379" cy="276225"/>
              </a:xfrm>
              <a:prstGeom prst="rect">
                <a:avLst/>
              </a:prstGeom>
              <a:solidFill>
                <a:srgbClr val="DBE0E2"/>
              </a:solidFill>
              <a:ln w="0">
                <a:noFill/>
                <a:prstDash val="solid"/>
              </a:ln>
            </p:spPr>
          </p:sp>
          <p:sp>
            <p:nvSpPr>
              <p:cNvPr id="2150" name="four:time-step-strips:time-strip-tᵢ-cell-172:2150">
                <a:extLst>
                  <a:ext uri="{FF2B5EF4-FFF2-40B4-BE49-F238E27FC236}">
                    <ns2:creationId id="{6FEA8985-9CC0-40B1-AF13-E2A2937E9DCD}"/>
                  </a:ext>
                </a:extLst>
              </p:cNvPr>
              <p:cNvSpPr>
                <a:spLocks noGrp="1"/>
              </p:cNvSpPr>
              <p:nvPr/>
            </p:nvSpPr>
            <p:spPr>
              <a:xfrm>
                <a:off x="23885922" y="3009900"/>
                <a:ext cx="15379" cy="276225"/>
              </a:xfrm>
              <a:prstGeom prst="rect">
                <a:avLst/>
              </a:prstGeom>
              <a:solidFill>
                <a:srgbClr val="D8D0DE"/>
              </a:solidFill>
              <a:ln w="0">
                <a:noFill/>
                <a:prstDash val="solid"/>
              </a:ln>
            </p:spPr>
          </p:sp>
          <p:sp>
            <p:nvSpPr>
              <p:cNvPr id="2151" name="four:time-step-strips:time-strip-tᵢ-cell-173:2151">
                <a:extLst>
                  <a:ext uri="{FF2B5EF4-FFF2-40B4-BE49-F238E27FC236}">
                    <ns2:creationId id="{D42263D8-465E-444F-AFDF-F8326171CEC7}"/>
                  </a:ext>
                </a:extLst>
              </p:cNvPr>
              <p:cNvSpPr>
                <a:spLocks noGrp="1"/>
              </p:cNvSpPr>
              <p:nvPr/>
            </p:nvSpPr>
            <p:spPr>
              <a:xfrm>
                <a:off x="23901301" y="3009900"/>
                <a:ext cx="15379" cy="276225"/>
              </a:xfrm>
              <a:prstGeom prst="rect">
                <a:avLst/>
              </a:prstGeom>
              <a:solidFill>
                <a:srgbClr val="D6BBD1"/>
              </a:solidFill>
              <a:ln w="0">
                <a:noFill/>
                <a:prstDash val="solid"/>
              </a:ln>
            </p:spPr>
          </p:sp>
          <p:sp>
            <p:nvSpPr>
              <p:cNvPr id="2152" name="four:time-step-strips:time-strip-tᵢ-cell-174:2152">
                <a:extLst>
                  <a:ext uri="{FF2B5EF4-FFF2-40B4-BE49-F238E27FC236}">
                    <ns2:creationId id="{5F6C0A4B-2673-4B2E-B455-4339AC2DA346}"/>
                  </a:ext>
                </a:extLst>
              </p:cNvPr>
              <p:cNvSpPr>
                <a:spLocks noGrp="1"/>
              </p:cNvSpPr>
              <p:nvPr/>
            </p:nvSpPr>
            <p:spPr>
              <a:xfrm>
                <a:off x="23916680" y="3009900"/>
                <a:ext cx="15379" cy="276225"/>
              </a:xfrm>
              <a:prstGeom prst="rect">
                <a:avLst/>
              </a:prstGeom>
              <a:solidFill>
                <a:srgbClr val="D2A6C3"/>
              </a:solidFill>
              <a:ln w="0">
                <a:noFill/>
                <a:prstDash val="solid"/>
              </a:ln>
            </p:spPr>
          </p:sp>
          <p:sp>
            <p:nvSpPr>
              <p:cNvPr id="2153" name="four:time-step-strips:time-strip-tᵢ-cell-175:2153">
                <a:extLst>
                  <a:ext uri="{FF2B5EF4-FFF2-40B4-BE49-F238E27FC236}">
                    <ns2:creationId id="{D7E43013-0C93-4B7E-B745-ED55F9858303}"/>
                  </a:ext>
                </a:extLst>
              </p:cNvPr>
              <p:cNvSpPr>
                <a:spLocks noGrp="1"/>
              </p:cNvSpPr>
              <p:nvPr/>
            </p:nvSpPr>
            <p:spPr>
              <a:xfrm>
                <a:off x="23932059" y="3009900"/>
                <a:ext cx="15379" cy="276225"/>
              </a:xfrm>
              <a:prstGeom prst="rect">
                <a:avLst/>
              </a:prstGeom>
              <a:solidFill>
                <a:srgbClr val="D091B6"/>
              </a:solidFill>
              <a:ln w="0">
                <a:noFill/>
                <a:prstDash val="solid"/>
              </a:ln>
            </p:spPr>
          </p:sp>
          <p:sp>
            <p:nvSpPr>
              <p:cNvPr id="2154" name="four:time-step-strips:time-strip-tᵢ-cell-176:2154">
                <a:extLst>
                  <a:ext uri="{FF2B5EF4-FFF2-40B4-BE49-F238E27FC236}">
                    <ns2:creationId id="{9754A056-36F0-4327-83D2-46A9ADB5E5B3}"/>
                  </a:ext>
                </a:extLst>
              </p:cNvPr>
              <p:cNvSpPr>
                <a:spLocks noGrp="1"/>
              </p:cNvSpPr>
              <p:nvPr/>
            </p:nvSpPr>
            <p:spPr>
              <a:xfrm>
                <a:off x="23947438" y="3009900"/>
                <a:ext cx="15379" cy="276225"/>
              </a:xfrm>
              <a:prstGeom prst="rect">
                <a:avLst/>
              </a:prstGeom>
              <a:solidFill>
                <a:srgbClr val="CD82AD"/>
              </a:solidFill>
              <a:ln w="0">
                <a:noFill/>
                <a:prstDash val="solid"/>
              </a:ln>
            </p:spPr>
          </p:sp>
          <p:sp>
            <p:nvSpPr>
              <p:cNvPr id="2155" name="four:time-step-strips:time-strip-tᵢ-cell-177:2155">
                <a:extLst>
                  <a:ext uri="{FF2B5EF4-FFF2-40B4-BE49-F238E27FC236}">
                    <ns2:creationId id="{8DF8499D-A454-41DE-966E-118D461EB74D}"/>
                  </a:ext>
                </a:extLst>
              </p:cNvPr>
              <p:cNvSpPr>
                <a:spLocks noGrp="1"/>
              </p:cNvSpPr>
              <p:nvPr/>
            </p:nvSpPr>
            <p:spPr>
              <a:xfrm>
                <a:off x="23962816" y="3009900"/>
                <a:ext cx="15379" cy="276225"/>
              </a:xfrm>
              <a:prstGeom prst="rect">
                <a:avLst/>
              </a:prstGeom>
              <a:solidFill>
                <a:srgbClr val="CC7AA8"/>
              </a:solidFill>
              <a:ln w="0">
                <a:noFill/>
                <a:prstDash val="solid"/>
              </a:ln>
            </p:spPr>
          </p:sp>
          <p:sp>
            <p:nvSpPr>
              <p:cNvPr id="2156" name="four:time-step-strips:time-strip-tᵢ-cell-178:2156">
                <a:extLst>
                  <a:ext uri="{FF2B5EF4-FFF2-40B4-BE49-F238E27FC236}">
                    <ns2:creationId id="{A7109644-8BC0-4F5A-B277-D1402BBF923A}"/>
                  </a:ext>
                </a:extLst>
              </p:cNvPr>
              <p:cNvSpPr>
                <a:spLocks noGrp="1"/>
              </p:cNvSpPr>
              <p:nvPr/>
            </p:nvSpPr>
            <p:spPr>
              <a:xfrm>
                <a:off x="23978195" y="3009900"/>
                <a:ext cx="15379" cy="276225"/>
              </a:xfrm>
              <a:prstGeom prst="rect">
                <a:avLst/>
              </a:prstGeom>
              <a:solidFill>
                <a:srgbClr val="CC79A7"/>
              </a:solidFill>
              <a:ln w="0">
                <a:noFill/>
                <a:prstDash val="solid"/>
              </a:ln>
            </p:spPr>
          </p:sp>
          <p:sp>
            <p:nvSpPr>
              <p:cNvPr id="2157" name="four:time-step-strips:time-strip-tᵢ-cell-179:2157">
                <a:extLst>
                  <a:ext uri="{FF2B5EF4-FFF2-40B4-BE49-F238E27FC236}">
                    <ns2:creationId id="{10E18E04-D193-498B-B38F-DF20D2BC44F8}"/>
                  </a:ext>
                </a:extLst>
              </p:cNvPr>
              <p:cNvSpPr>
                <a:spLocks noGrp="1"/>
              </p:cNvSpPr>
              <p:nvPr/>
            </p:nvSpPr>
            <p:spPr>
              <a:xfrm>
                <a:off x="23993574" y="3009900"/>
                <a:ext cx="15379" cy="276225"/>
              </a:xfrm>
              <a:prstGeom prst="rect">
                <a:avLst/>
              </a:prstGeom>
              <a:solidFill>
                <a:srgbClr val="CC79A7"/>
              </a:solidFill>
              <a:ln w="0">
                <a:noFill/>
                <a:prstDash val="solid"/>
              </a:ln>
            </p:spPr>
          </p:sp>
          <p:sp>
            <p:nvSpPr>
              <p:cNvPr id="2158" name="four:time-step-strips:time-strip-tᵢ-cell-180:2158">
                <a:extLst>
                  <a:ext uri="{FF2B5EF4-FFF2-40B4-BE49-F238E27FC236}">
                    <ns2:creationId id="{97892DDF-F1FF-47F4-85CD-918A7E6E2B0F}"/>
                  </a:ext>
                </a:extLst>
              </p:cNvPr>
              <p:cNvSpPr>
                <a:spLocks noGrp="1"/>
              </p:cNvSpPr>
              <p:nvPr/>
            </p:nvSpPr>
            <p:spPr>
              <a:xfrm>
                <a:off x="24008953" y="3009900"/>
                <a:ext cx="15379" cy="276225"/>
              </a:xfrm>
              <a:prstGeom prst="rect">
                <a:avLst/>
              </a:prstGeom>
              <a:solidFill>
                <a:srgbClr val="CC79A7"/>
              </a:solidFill>
              <a:ln w="0">
                <a:noFill/>
                <a:prstDash val="solid"/>
              </a:ln>
            </p:spPr>
          </p:sp>
          <p:sp>
            <p:nvSpPr>
              <p:cNvPr id="2159" name="four:time-step-strips:time-strip-tᵢ-cell-181:2159">
                <a:extLst>
                  <a:ext uri="{FF2B5EF4-FFF2-40B4-BE49-F238E27FC236}">
                    <ns2:creationId id="{C4B998E8-E574-4FD0-8F26-AC7CAA7D92FE}"/>
                  </a:ext>
                </a:extLst>
              </p:cNvPr>
              <p:cNvSpPr>
                <a:spLocks noGrp="1"/>
              </p:cNvSpPr>
              <p:nvPr/>
            </p:nvSpPr>
            <p:spPr>
              <a:xfrm>
                <a:off x="24024332" y="3009900"/>
                <a:ext cx="15379" cy="276225"/>
              </a:xfrm>
              <a:prstGeom prst="rect">
                <a:avLst/>
              </a:prstGeom>
              <a:solidFill>
                <a:srgbClr val="CC79A7"/>
              </a:solidFill>
              <a:ln w="0">
                <a:noFill/>
                <a:prstDash val="solid"/>
              </a:ln>
            </p:spPr>
          </p:sp>
          <p:sp>
            <p:nvSpPr>
              <p:cNvPr id="2160" name="four:time-step-strips:time-strip-tᵢ-cell-182:2160">
                <a:extLst>
                  <a:ext uri="{FF2B5EF4-FFF2-40B4-BE49-F238E27FC236}">
                    <ns2:creationId id="{8722014A-D784-49F6-83B9-C1CA17E2C38A}"/>
                  </a:ext>
                </a:extLst>
              </p:cNvPr>
              <p:cNvSpPr>
                <a:spLocks noGrp="1"/>
              </p:cNvSpPr>
              <p:nvPr/>
            </p:nvSpPr>
            <p:spPr>
              <a:xfrm>
                <a:off x="24039711" y="3009900"/>
                <a:ext cx="15379" cy="276225"/>
              </a:xfrm>
              <a:prstGeom prst="rect">
                <a:avLst/>
              </a:prstGeom>
              <a:solidFill>
                <a:srgbClr val="CC79A7"/>
              </a:solidFill>
              <a:ln w="0">
                <a:noFill/>
                <a:prstDash val="solid"/>
              </a:ln>
            </p:spPr>
          </p:sp>
          <p:sp>
            <p:nvSpPr>
              <p:cNvPr id="2161" name="four:time-step-strips:time-strip-tᵢ-cell-183:2161">
                <a:extLst>
                  <a:ext uri="{FF2B5EF4-FFF2-40B4-BE49-F238E27FC236}">
                    <ns2:creationId id="{084B83CB-9381-442C-A582-A92566449460}"/>
                  </a:ext>
                </a:extLst>
              </p:cNvPr>
              <p:cNvSpPr>
                <a:spLocks noGrp="1"/>
              </p:cNvSpPr>
              <p:nvPr/>
            </p:nvSpPr>
            <p:spPr>
              <a:xfrm>
                <a:off x="24055090" y="3009900"/>
                <a:ext cx="15379" cy="276225"/>
              </a:xfrm>
              <a:prstGeom prst="rect">
                <a:avLst/>
              </a:prstGeom>
              <a:solidFill>
                <a:srgbClr val="CC79A7"/>
              </a:solidFill>
              <a:ln w="0">
                <a:noFill/>
                <a:prstDash val="solid"/>
              </a:ln>
            </p:spPr>
          </p:sp>
          <p:sp>
            <p:nvSpPr>
              <p:cNvPr id="2162" name="four:time-step-strips:time-strip-tᵢ-cell-184:2162">
                <a:extLst>
                  <a:ext uri="{FF2B5EF4-FFF2-40B4-BE49-F238E27FC236}">
                    <ns2:creationId id="{E7A2AB2D-9688-482A-AF6A-BB95E7E3FB57}"/>
                  </a:ext>
                </a:extLst>
              </p:cNvPr>
              <p:cNvSpPr>
                <a:spLocks noGrp="1"/>
              </p:cNvSpPr>
              <p:nvPr/>
            </p:nvSpPr>
            <p:spPr>
              <a:xfrm>
                <a:off x="24070469" y="3009900"/>
                <a:ext cx="15379" cy="276225"/>
              </a:xfrm>
              <a:prstGeom prst="rect">
                <a:avLst/>
              </a:prstGeom>
              <a:solidFill>
                <a:srgbClr val="CC79A7"/>
              </a:solidFill>
              <a:ln w="0">
                <a:noFill/>
                <a:prstDash val="solid"/>
              </a:ln>
            </p:spPr>
          </p:sp>
          <p:sp>
            <p:nvSpPr>
              <p:cNvPr id="2163" name="four:time-step-strips:time-strip-tᵢ-cell-185:2163">
                <a:extLst>
                  <a:ext uri="{FF2B5EF4-FFF2-40B4-BE49-F238E27FC236}">
                    <ns2:creationId id="{8FB6E226-8E99-431C-A1C6-09C7076FE984}"/>
                  </a:ext>
                </a:extLst>
              </p:cNvPr>
              <p:cNvSpPr>
                <a:spLocks noGrp="1"/>
              </p:cNvSpPr>
              <p:nvPr/>
            </p:nvSpPr>
            <p:spPr>
              <a:xfrm>
                <a:off x="24085848" y="3009900"/>
                <a:ext cx="15379" cy="276225"/>
              </a:xfrm>
              <a:prstGeom prst="rect">
                <a:avLst/>
              </a:prstGeom>
              <a:solidFill>
                <a:srgbClr val="CC79A7"/>
              </a:solidFill>
              <a:ln w="0">
                <a:noFill/>
                <a:prstDash val="solid"/>
              </a:ln>
            </p:spPr>
          </p:sp>
          <p:sp>
            <p:nvSpPr>
              <p:cNvPr id="2164" name="four:time-step-strips:time-strip-tᵢ-cell-186:2164">
                <a:extLst>
                  <a:ext uri="{FF2B5EF4-FFF2-40B4-BE49-F238E27FC236}">
                    <ns2:creationId id="{C5068295-98A1-41F0-9D90-46EA02AB1C67}"/>
                  </a:ext>
                </a:extLst>
              </p:cNvPr>
              <p:cNvSpPr>
                <a:spLocks noGrp="1"/>
              </p:cNvSpPr>
              <p:nvPr/>
            </p:nvSpPr>
            <p:spPr>
              <a:xfrm>
                <a:off x="24101227" y="3009900"/>
                <a:ext cx="15379" cy="276225"/>
              </a:xfrm>
              <a:prstGeom prst="rect">
                <a:avLst/>
              </a:prstGeom>
              <a:solidFill>
                <a:srgbClr val="CC79A7"/>
              </a:solidFill>
              <a:ln w="0">
                <a:noFill/>
                <a:prstDash val="solid"/>
              </a:ln>
            </p:spPr>
          </p:sp>
          <p:sp>
            <p:nvSpPr>
              <p:cNvPr id="2165" name="four:time-step-strips:time-strip-tᵢ-cell-187:2165">
                <a:extLst>
                  <a:ext uri="{FF2B5EF4-FFF2-40B4-BE49-F238E27FC236}">
                    <ns2:creationId id="{411E96AE-83A2-4FA3-A667-4209F25F440A}"/>
                  </a:ext>
                </a:extLst>
              </p:cNvPr>
              <p:cNvSpPr>
                <a:spLocks noGrp="1"/>
              </p:cNvSpPr>
              <p:nvPr/>
            </p:nvSpPr>
            <p:spPr>
              <a:xfrm>
                <a:off x="24116605" y="3009900"/>
                <a:ext cx="15379" cy="276225"/>
              </a:xfrm>
              <a:prstGeom prst="rect">
                <a:avLst/>
              </a:prstGeom>
              <a:solidFill>
                <a:srgbClr val="CD7EAA"/>
              </a:solidFill>
              <a:ln w="0">
                <a:noFill/>
                <a:prstDash val="solid"/>
              </a:ln>
            </p:spPr>
          </p:sp>
          <p:sp>
            <p:nvSpPr>
              <p:cNvPr id="2166" name="four:time-step-strips:time-strip-tᵢ-cell-188:2166">
                <a:extLst>
                  <a:ext uri="{FF2B5EF4-FFF2-40B4-BE49-F238E27FC236}">
                    <ns2:creationId id="{DFDB7F41-0A2B-4C86-8EB6-7561BBCB6187}"/>
                  </a:ext>
                </a:extLst>
              </p:cNvPr>
              <p:cNvSpPr>
                <a:spLocks noGrp="1"/>
              </p:cNvSpPr>
              <p:nvPr/>
            </p:nvSpPr>
            <p:spPr>
              <a:xfrm>
                <a:off x="24131984" y="3009900"/>
                <a:ext cx="15379" cy="276225"/>
              </a:xfrm>
              <a:prstGeom prst="rect">
                <a:avLst/>
              </a:prstGeom>
              <a:solidFill>
                <a:srgbClr val="D5B7CE"/>
              </a:solidFill>
              <a:ln w="0">
                <a:noFill/>
                <a:prstDash val="solid"/>
              </a:ln>
            </p:spPr>
          </p:sp>
          <p:sp>
            <p:nvSpPr>
              <p:cNvPr id="2167" name="four:time-step-strips:time-strip-tᵢ-cell-189:2167">
                <a:extLst>
                  <a:ext uri="{FF2B5EF4-FFF2-40B4-BE49-F238E27FC236}">
                    <ns2:creationId id="{730569E8-E04A-4DCD-9C3C-4A599F905584}"/>
                  </a:ext>
                </a:extLst>
              </p:cNvPr>
              <p:cNvSpPr>
                <a:spLocks noGrp="1"/>
              </p:cNvSpPr>
              <p:nvPr/>
            </p:nvSpPr>
            <p:spPr>
              <a:xfrm>
                <a:off x="24147363" y="3009900"/>
                <a:ext cx="15379" cy="276225"/>
              </a:xfrm>
              <a:prstGeom prst="rect">
                <a:avLst/>
              </a:prstGeom>
              <a:solidFill>
                <a:srgbClr val="DCE8EC"/>
              </a:solidFill>
              <a:ln w="0">
                <a:noFill/>
                <a:prstDash val="solid"/>
              </a:ln>
            </p:spPr>
          </p:sp>
          <p:sp>
            <p:nvSpPr>
              <p:cNvPr id="2168" name="four:time-step-strips:time-strip-tᵢ-cell-190:2168">
                <a:extLst>
                  <a:ext uri="{FF2B5EF4-FFF2-40B4-BE49-F238E27FC236}">
                    <ns2:creationId id="{9BB932AD-2EED-473B-9180-ED7C76C8F25C}"/>
                  </a:ext>
                </a:extLst>
              </p:cNvPr>
              <p:cNvSpPr>
                <a:spLocks noGrp="1"/>
              </p:cNvSpPr>
              <p:nvPr/>
            </p:nvSpPr>
            <p:spPr>
              <a:xfrm>
                <a:off x="24162742" y="3009900"/>
                <a:ext cx="15379" cy="276225"/>
              </a:xfrm>
              <a:prstGeom prst="rect">
                <a:avLst/>
              </a:prstGeom>
              <a:solidFill>
                <a:srgbClr val="DCE8ED"/>
              </a:solidFill>
              <a:ln w="0">
                <a:noFill/>
                <a:prstDash val="solid"/>
              </a:ln>
            </p:spPr>
          </p:sp>
          <p:sp>
            <p:nvSpPr>
              <p:cNvPr id="2169" name="four:time-step-strips:time-strip-tᵢ-cell-191:2169">
                <a:extLst>
                  <a:ext uri="{FF2B5EF4-FFF2-40B4-BE49-F238E27FC236}">
                    <ns2:creationId id="{D449DCD0-126A-4B9A-9811-4B0AE075F729}"/>
                  </a:ext>
                </a:extLst>
              </p:cNvPr>
              <p:cNvSpPr>
                <a:spLocks noGrp="1"/>
              </p:cNvSpPr>
              <p:nvPr/>
            </p:nvSpPr>
            <p:spPr>
              <a:xfrm>
                <a:off x="24178121" y="3009900"/>
                <a:ext cx="15379" cy="276225"/>
              </a:xfrm>
              <a:prstGeom prst="rect">
                <a:avLst/>
              </a:prstGeom>
              <a:solidFill>
                <a:srgbClr val="DCE8ED"/>
              </a:solidFill>
              <a:ln w="0">
                <a:noFill/>
                <a:prstDash val="solid"/>
              </a:ln>
            </p:spPr>
          </p:sp>
          <p:sp>
            <p:nvSpPr>
              <p:cNvPr id="2170" name="four:time-step-strips:time-strip-tᵢ-border:2170">
                <a:extLst>
                  <a:ext uri="{FF2B5EF4-FFF2-40B4-BE49-F238E27FC236}">
                    <ns2:creationId id="{3554CCEB-9D2E-42AC-A28A-2D1531FC31F2}"/>
                  </a:ext>
                </a:extLst>
              </p:cNvPr>
              <p:cNvSpPr>
                <a:spLocks noGrp="1"/>
              </p:cNvSpPr>
              <p:nvPr/>
            </p:nvSpPr>
            <p:spPr>
              <a:xfrm>
                <a:off x="21240750" y="3009900"/>
                <a:ext cx="2952750" cy="276225"/>
              </a:xfrm>
              <a:prstGeom prst="rect">
                <a:avLst/>
              </a:prstGeom>
              <a:noFill/>
              <a:ln w="3909">
                <a:solidFill>
                  <a:srgbClr val="263238"/>
                </a:solidFill>
                <a:prstDash val="solid"/>
              </a:ln>
            </p:spPr>
          </p:sp>
          <p:sp>
            <p:nvSpPr>
              <p:cNvPr id="2171" name="four:time-step-strips:textbox:2171">
                <a:extLst>
                  <a:ext uri="{FF2B5EF4-FFF2-40B4-BE49-F238E27FC236}">
                    <ns2:creationId id="{3170BFAE-D13D-4D75-88FD-EA23C8832BA7}"/>
                  </a:ext>
                </a:extLst>
              </p:cNvPr>
              <p:cNvSpPr>
                <a:spLocks noGrp="1"/>
              </p:cNvSpPr>
              <p:nvPr/>
            </p:nvSpPr>
            <p:spPr>
              <a:xfrm>
                <a:off x="20831175" y="3695700"/>
                <a:ext cx="323850" cy="342900"/>
              </a:xfrm>
              <a:prstGeom prst="rect">
                <a:avLst/>
              </a:prstGeom>
              <a:noFill/>
              <a:ln w="0">
                <a:noFill/>
                <a:prstDash val="solid"/>
              </a:ln>
            </p:spPr>
            <p:txBody>
              <a:bodyPr wrap="none" lIns="0" tIns="0" rIns="0" bIns="0" anchor="ctr">
                <a:normAutofit fontScale="100000"/>
              </a:bodyPr>
              <a:lstStyle>
                <a:defPPr algn="ctr">
                  <a:defRPr sz="1039" b="0">
                    <a:solidFill>
                      <a:srgbClr val="263238"/>
                    </a:solidFill>
                    <a:latin typeface="Arial"/>
                    <a:ea typeface="Arial"/>
                    <a:cs typeface="Arial"/>
                  </a:defRPr>
                </a:defPPr>
              </a:lstStyle>
              <a:p>
                <a:pPr algn="ctr">
                  <a:defRPr sz="1039" b="0">
                    <a:solidFill>
                      <a:srgbClr val="263238"/>
                    </a:solidFill>
                    <a:latin typeface="Arial"/>
                    <a:ea typeface="Arial"/>
                    <a:cs typeface="Arial"/>
                  </a:defRPr>
                </a:pPr>
                <a:r>
                  <a:rPr sz="1039" b="0">
                    <a:solidFill>
                      <a:srgbClr val="263238"/>
                    </a:solidFill>
                    <a:latin typeface="Arial"/>
                    <a:ea typeface="Arial"/>
                    <a:cs typeface="Arial"/>
                  </a:rPr>
                  <a:t>t</a:t>
                </a:r>
                <a:r>
                  <a:rPr sz="748" b="0" baseline="-25000">
                    <a:solidFill>
                      <a:srgbClr val="263238"/>
                    </a:solidFill>
                    <a:latin typeface="Arial"/>
                    <a:ea typeface="Arial"/>
                    <a:cs typeface="Arial"/>
                  </a:rPr>
                  <a:t>n</a:t>
                </a:r>
              </a:p>
            </p:txBody>
          </p:sp>
          <p:sp>
            <p:nvSpPr>
              <p:cNvPr id="2172" name="four:time-step-strips:time-strip-tₙ-cell-0:2172">
                <a:extLst>
                  <a:ext uri="{FF2B5EF4-FFF2-40B4-BE49-F238E27FC236}">
                    <ns2:creationId id="{F4D3CA1F-0A89-4462-A899-ECBACDABC687}"/>
                  </a:ext>
                </a:extLst>
              </p:cNvPr>
              <p:cNvSpPr>
                <a:spLocks noGrp="1"/>
              </p:cNvSpPr>
              <p:nvPr/>
            </p:nvSpPr>
            <p:spPr>
              <a:xfrm>
                <a:off x="21240750" y="3724275"/>
                <a:ext cx="15379" cy="276225"/>
              </a:xfrm>
              <a:prstGeom prst="rect">
                <a:avLst/>
              </a:prstGeom>
              <a:solidFill>
                <a:srgbClr val="DCE8ED"/>
              </a:solidFill>
              <a:ln w="0">
                <a:noFill/>
                <a:prstDash val="solid"/>
              </a:ln>
            </p:spPr>
          </p:sp>
          <p:sp>
            <p:nvSpPr>
              <p:cNvPr id="2173" name="four:time-step-strips:time-strip-tₙ-cell-1:2173">
                <a:extLst>
                  <a:ext uri="{FF2B5EF4-FFF2-40B4-BE49-F238E27FC236}">
                    <ns2:creationId id="{A31A0921-8C2B-4F96-ADAF-61B8D727C188}"/>
                  </a:ext>
                </a:extLst>
              </p:cNvPr>
              <p:cNvSpPr>
                <a:spLocks noGrp="1"/>
              </p:cNvSpPr>
              <p:nvPr/>
            </p:nvSpPr>
            <p:spPr>
              <a:xfrm>
                <a:off x="21256129" y="3724275"/>
                <a:ext cx="15379" cy="276225"/>
              </a:xfrm>
              <a:prstGeom prst="rect">
                <a:avLst/>
              </a:prstGeom>
              <a:solidFill>
                <a:srgbClr val="DCE8ED"/>
              </a:solidFill>
              <a:ln w="0">
                <a:noFill/>
                <a:prstDash val="solid"/>
              </a:ln>
            </p:spPr>
          </p:sp>
          <p:sp>
            <p:nvSpPr>
              <p:cNvPr id="2174" name="four:time-step-strips:time-strip-tₙ-cell-2:2174">
                <a:extLst>
                  <a:ext uri="{FF2B5EF4-FFF2-40B4-BE49-F238E27FC236}">
                    <ns2:creationId id="{6BE8A150-F06B-4B2C-A133-34CE24658968}"/>
                  </a:ext>
                </a:extLst>
              </p:cNvPr>
              <p:cNvSpPr>
                <a:spLocks noGrp="1"/>
              </p:cNvSpPr>
              <p:nvPr/>
            </p:nvSpPr>
            <p:spPr>
              <a:xfrm>
                <a:off x="21271508" y="3724275"/>
                <a:ext cx="15379" cy="276225"/>
              </a:xfrm>
              <a:prstGeom prst="rect">
                <a:avLst/>
              </a:prstGeom>
              <a:solidFill>
                <a:srgbClr val="DCE8ED"/>
              </a:solidFill>
              <a:ln w="0">
                <a:noFill/>
                <a:prstDash val="solid"/>
              </a:ln>
            </p:spPr>
          </p:sp>
          <p:sp>
            <p:nvSpPr>
              <p:cNvPr id="2175" name="four:time-step-strips:time-strip-tₙ-cell-3:2175">
                <a:extLst>
                  <a:ext uri="{FF2B5EF4-FFF2-40B4-BE49-F238E27FC236}">
                    <ns2:creationId id="{A2E7891C-758B-4FF5-AEEF-B58DF70C9E64}"/>
                  </a:ext>
                </a:extLst>
              </p:cNvPr>
              <p:cNvSpPr>
                <a:spLocks noGrp="1"/>
              </p:cNvSpPr>
              <p:nvPr/>
            </p:nvSpPr>
            <p:spPr>
              <a:xfrm>
                <a:off x="21286887" y="3724275"/>
                <a:ext cx="15379" cy="276225"/>
              </a:xfrm>
              <a:prstGeom prst="rect">
                <a:avLst/>
              </a:prstGeom>
              <a:solidFill>
                <a:srgbClr val="D9E6EB"/>
              </a:solidFill>
              <a:ln w="0">
                <a:noFill/>
                <a:prstDash val="solid"/>
              </a:ln>
            </p:spPr>
          </p:sp>
          <p:sp>
            <p:nvSpPr>
              <p:cNvPr id="2176" name="four:time-step-strips:time-strip-tₙ-cell-4:2176">
                <a:extLst>
                  <a:ext uri="{FF2B5EF4-FFF2-40B4-BE49-F238E27FC236}">
                    <ns2:creationId id="{B289FE2A-A1F7-44E0-A4EA-1F218C7EC849}"/>
                  </a:ext>
                </a:extLst>
              </p:cNvPr>
              <p:cNvSpPr>
                <a:spLocks noGrp="1"/>
              </p:cNvSpPr>
              <p:nvPr/>
            </p:nvSpPr>
            <p:spPr>
              <a:xfrm>
                <a:off x="21302266" y="3724275"/>
                <a:ext cx="15379" cy="276225"/>
              </a:xfrm>
              <a:prstGeom prst="rect">
                <a:avLst/>
              </a:prstGeom>
              <a:solidFill>
                <a:srgbClr val="D9B698"/>
              </a:solidFill>
              <a:ln w="0">
                <a:noFill/>
                <a:prstDash val="solid"/>
              </a:ln>
            </p:spPr>
          </p:sp>
          <p:sp>
            <p:nvSpPr>
              <p:cNvPr id="2177" name="four:time-step-strips:time-strip-tₙ-cell-5:2177">
                <a:extLst>
                  <a:ext uri="{FF2B5EF4-FFF2-40B4-BE49-F238E27FC236}">
                    <ns2:creationId id="{F5042C96-FE2E-41CF-BAE0-64CA55C01231}"/>
                  </a:ext>
                </a:extLst>
              </p:cNvPr>
              <p:cNvSpPr>
                <a:spLocks noGrp="1"/>
              </p:cNvSpPr>
              <p:nvPr/>
            </p:nvSpPr>
            <p:spPr>
              <a:xfrm>
                <a:off x="21317645" y="3724275"/>
                <a:ext cx="15379" cy="276225"/>
              </a:xfrm>
              <a:prstGeom prst="rect">
                <a:avLst/>
              </a:prstGeom>
              <a:solidFill>
                <a:srgbClr val="D6782D"/>
              </a:solidFill>
              <a:ln w="0">
                <a:noFill/>
                <a:prstDash val="solid"/>
              </a:ln>
            </p:spPr>
          </p:sp>
          <p:sp>
            <p:nvSpPr>
              <p:cNvPr id="2178" name="four:time-step-strips:time-strip-tₙ-cell-6:2178">
                <a:extLst>
                  <a:ext uri="{FF2B5EF4-FFF2-40B4-BE49-F238E27FC236}">
                    <ns2:creationId id="{CEF94A36-A32B-4309-9011-69559D3A2031}"/>
                  </a:ext>
                </a:extLst>
              </p:cNvPr>
              <p:cNvSpPr>
                <a:spLocks noGrp="1"/>
              </p:cNvSpPr>
              <p:nvPr/>
            </p:nvSpPr>
            <p:spPr>
              <a:xfrm>
                <a:off x="21333023" y="3724275"/>
                <a:ext cx="15379" cy="276225"/>
              </a:xfrm>
              <a:prstGeom prst="rect">
                <a:avLst/>
              </a:prstGeom>
              <a:solidFill>
                <a:srgbClr val="D55E00"/>
              </a:solidFill>
              <a:ln w="0">
                <a:noFill/>
                <a:prstDash val="solid"/>
              </a:ln>
            </p:spPr>
          </p:sp>
          <p:sp>
            <p:nvSpPr>
              <p:cNvPr id="2179" name="four:time-step-strips:time-strip-tₙ-cell-7:2179">
                <a:extLst>
                  <a:ext uri="{FF2B5EF4-FFF2-40B4-BE49-F238E27FC236}">
                    <ns2:creationId id="{0834CC60-D13C-4869-991E-C75B7FCE5E47}"/>
                  </a:ext>
                </a:extLst>
              </p:cNvPr>
              <p:cNvSpPr>
                <a:spLocks noGrp="1"/>
              </p:cNvSpPr>
              <p:nvPr/>
            </p:nvSpPr>
            <p:spPr>
              <a:xfrm>
                <a:off x="21348402" y="3724275"/>
                <a:ext cx="15379" cy="276225"/>
              </a:xfrm>
              <a:prstGeom prst="rect">
                <a:avLst/>
              </a:prstGeom>
              <a:solidFill>
                <a:srgbClr val="D55E00"/>
              </a:solidFill>
              <a:ln w="0">
                <a:noFill/>
                <a:prstDash val="solid"/>
              </a:ln>
            </p:spPr>
          </p:sp>
          <p:sp>
            <p:nvSpPr>
              <p:cNvPr id="2180" name="four:time-step-strips:time-strip-tₙ-cell-8:2180">
                <a:extLst>
                  <a:ext uri="{FF2B5EF4-FFF2-40B4-BE49-F238E27FC236}">
                    <ns2:creationId id="{DADC94AE-7270-4735-AD63-1BA678C018D9}"/>
                  </a:ext>
                </a:extLst>
              </p:cNvPr>
              <p:cNvSpPr>
                <a:spLocks noGrp="1"/>
              </p:cNvSpPr>
              <p:nvPr/>
            </p:nvSpPr>
            <p:spPr>
              <a:xfrm>
                <a:off x="21363781" y="3724275"/>
                <a:ext cx="15379" cy="276225"/>
              </a:xfrm>
              <a:prstGeom prst="rect">
                <a:avLst/>
              </a:prstGeom>
              <a:solidFill>
                <a:srgbClr val="D55E00"/>
              </a:solidFill>
              <a:ln w="0">
                <a:noFill/>
                <a:prstDash val="solid"/>
              </a:ln>
            </p:spPr>
          </p:sp>
          <p:sp>
            <p:nvSpPr>
              <p:cNvPr id="2181" name="four:time-step-strips:time-strip-tₙ-cell-9:2181">
                <a:extLst>
                  <a:ext uri="{FF2B5EF4-FFF2-40B4-BE49-F238E27FC236}">
                    <ns2:creationId id="{8FAA6B94-A6D1-4153-AD57-3A61B1B9BF47}"/>
                  </a:ext>
                </a:extLst>
              </p:cNvPr>
              <p:cNvSpPr>
                <a:spLocks noGrp="1"/>
              </p:cNvSpPr>
              <p:nvPr/>
            </p:nvSpPr>
            <p:spPr>
              <a:xfrm>
                <a:off x="21379160" y="3724275"/>
                <a:ext cx="15379" cy="276225"/>
              </a:xfrm>
              <a:prstGeom prst="rect">
                <a:avLst/>
              </a:prstGeom>
              <a:solidFill>
                <a:srgbClr val="D55E00"/>
              </a:solidFill>
              <a:ln w="0">
                <a:noFill/>
                <a:prstDash val="solid"/>
              </a:ln>
            </p:spPr>
          </p:sp>
          <p:sp>
            <p:nvSpPr>
              <p:cNvPr id="2182" name="four:time-step-strips:time-strip-tₙ-cell-10:2182">
                <a:extLst>
                  <a:ext uri="{FF2B5EF4-FFF2-40B4-BE49-F238E27FC236}">
                    <ns2:creationId id="{27FF6E96-BF16-4E58-B141-5102C04C3BD9}"/>
                  </a:ext>
                </a:extLst>
              </p:cNvPr>
              <p:cNvSpPr>
                <a:spLocks noGrp="1"/>
              </p:cNvSpPr>
              <p:nvPr/>
            </p:nvSpPr>
            <p:spPr>
              <a:xfrm>
                <a:off x="21394539" y="3724275"/>
                <a:ext cx="15379" cy="276225"/>
              </a:xfrm>
              <a:prstGeom prst="rect">
                <a:avLst/>
              </a:prstGeom>
              <a:solidFill>
                <a:srgbClr val="D55E00"/>
              </a:solidFill>
              <a:ln w="0">
                <a:noFill/>
                <a:prstDash val="solid"/>
              </a:ln>
            </p:spPr>
          </p:sp>
          <p:sp>
            <p:nvSpPr>
              <p:cNvPr id="2183" name="four:time-step-strips:time-strip-tₙ-cell-11:2183">
                <a:extLst>
                  <a:ext uri="{FF2B5EF4-FFF2-40B4-BE49-F238E27FC236}">
                    <ns2:creationId id="{1728FECB-8A54-4CCB-8F4C-3A66151C7040}"/>
                  </a:ext>
                </a:extLst>
              </p:cNvPr>
              <p:cNvSpPr>
                <a:spLocks noGrp="1"/>
              </p:cNvSpPr>
              <p:nvPr/>
            </p:nvSpPr>
            <p:spPr>
              <a:xfrm>
                <a:off x="21409918" y="3724275"/>
                <a:ext cx="15379" cy="276225"/>
              </a:xfrm>
              <a:prstGeom prst="rect">
                <a:avLst/>
              </a:prstGeom>
              <a:solidFill>
                <a:srgbClr val="D55E00"/>
              </a:solidFill>
              <a:ln w="0">
                <a:noFill/>
                <a:prstDash val="solid"/>
              </a:ln>
            </p:spPr>
          </p:sp>
          <p:sp>
            <p:nvSpPr>
              <p:cNvPr id="2184" name="four:time-step-strips:time-strip-tₙ-cell-12:2184">
                <a:extLst>
                  <a:ext uri="{FF2B5EF4-FFF2-40B4-BE49-F238E27FC236}">
                    <ns2:creationId id="{DCA3EDE4-2820-4B80-8D6F-385C4C6F7613}"/>
                  </a:ext>
                </a:extLst>
              </p:cNvPr>
              <p:cNvSpPr>
                <a:spLocks noGrp="1"/>
              </p:cNvSpPr>
              <p:nvPr/>
            </p:nvSpPr>
            <p:spPr>
              <a:xfrm>
                <a:off x="21425297" y="3724275"/>
                <a:ext cx="15379" cy="276225"/>
              </a:xfrm>
              <a:prstGeom prst="rect">
                <a:avLst/>
              </a:prstGeom>
              <a:solidFill>
                <a:srgbClr val="D55E00"/>
              </a:solidFill>
              <a:ln w="0">
                <a:noFill/>
                <a:prstDash val="solid"/>
              </a:ln>
            </p:spPr>
          </p:sp>
          <p:sp>
            <p:nvSpPr>
              <p:cNvPr id="2185" name="four:time-step-strips:time-strip-tₙ-cell-13:2185">
                <a:extLst>
                  <a:ext uri="{FF2B5EF4-FFF2-40B4-BE49-F238E27FC236}">
                    <ns2:creationId id="{7087E7B4-E1B2-447E-AA6A-ADEB40EB83B1}"/>
                  </a:ext>
                </a:extLst>
              </p:cNvPr>
              <p:cNvSpPr>
                <a:spLocks noGrp="1"/>
              </p:cNvSpPr>
              <p:nvPr/>
            </p:nvSpPr>
            <p:spPr>
              <a:xfrm>
                <a:off x="21440676" y="3724275"/>
                <a:ext cx="15379" cy="276225"/>
              </a:xfrm>
              <a:prstGeom prst="rect">
                <a:avLst/>
              </a:prstGeom>
              <a:solidFill>
                <a:srgbClr val="D55E00"/>
              </a:solidFill>
              <a:ln w="0">
                <a:noFill/>
                <a:prstDash val="solid"/>
              </a:ln>
            </p:spPr>
          </p:sp>
          <p:sp>
            <p:nvSpPr>
              <p:cNvPr id="2186" name="four:time-step-strips:time-strip-tₙ-cell-14:2186">
                <a:extLst>
                  <a:ext uri="{FF2B5EF4-FFF2-40B4-BE49-F238E27FC236}">
                    <ns2:creationId id="{EE2C9F2F-C661-4279-B1E0-7218FB527799}"/>
                  </a:ext>
                </a:extLst>
              </p:cNvPr>
              <p:cNvSpPr>
                <a:spLocks noGrp="1"/>
              </p:cNvSpPr>
              <p:nvPr/>
            </p:nvSpPr>
            <p:spPr>
              <a:xfrm>
                <a:off x="21456055" y="3724275"/>
                <a:ext cx="15379" cy="276225"/>
              </a:xfrm>
              <a:prstGeom prst="rect">
                <a:avLst/>
              </a:prstGeom>
              <a:solidFill>
                <a:srgbClr val="D55E00"/>
              </a:solidFill>
              <a:ln w="0">
                <a:noFill/>
                <a:prstDash val="solid"/>
              </a:ln>
            </p:spPr>
          </p:sp>
          <p:sp>
            <p:nvSpPr>
              <p:cNvPr id="2187" name="four:time-step-strips:time-strip-tₙ-cell-15:2187">
                <a:extLst>
                  <a:ext uri="{FF2B5EF4-FFF2-40B4-BE49-F238E27FC236}">
                    <ns2:creationId id="{3C4F9D94-B5FD-4DF8-9E30-DAF1E0B7A0F2}"/>
                  </a:ext>
                </a:extLst>
              </p:cNvPr>
              <p:cNvSpPr>
                <a:spLocks noGrp="1"/>
              </p:cNvSpPr>
              <p:nvPr/>
            </p:nvSpPr>
            <p:spPr>
              <a:xfrm>
                <a:off x="21471434" y="3724275"/>
                <a:ext cx="15379" cy="276225"/>
              </a:xfrm>
              <a:prstGeom prst="rect">
                <a:avLst/>
              </a:prstGeom>
              <a:solidFill>
                <a:srgbClr val="D55E00"/>
              </a:solidFill>
              <a:ln w="0">
                <a:noFill/>
                <a:prstDash val="solid"/>
              </a:ln>
            </p:spPr>
          </p:sp>
          <p:sp>
            <p:nvSpPr>
              <p:cNvPr id="2188" name="four:time-step-strips:time-strip-tₙ-cell-16:2188">
                <a:extLst>
                  <a:ext uri="{FF2B5EF4-FFF2-40B4-BE49-F238E27FC236}">
                    <ns2:creationId id="{BC91AD09-C25D-4E42-B882-2608FD9340E3}"/>
                  </a:ext>
                </a:extLst>
              </p:cNvPr>
              <p:cNvSpPr>
                <a:spLocks noGrp="1"/>
              </p:cNvSpPr>
              <p:nvPr/>
            </p:nvSpPr>
            <p:spPr>
              <a:xfrm>
                <a:off x="21486812" y="3724275"/>
                <a:ext cx="15379" cy="276225"/>
              </a:xfrm>
              <a:prstGeom prst="rect">
                <a:avLst/>
              </a:prstGeom>
              <a:solidFill>
                <a:srgbClr val="D55E00"/>
              </a:solidFill>
              <a:ln w="0">
                <a:noFill/>
                <a:prstDash val="solid"/>
              </a:ln>
            </p:spPr>
          </p:sp>
          <p:sp>
            <p:nvSpPr>
              <p:cNvPr id="2189" name="four:time-step-strips:time-strip-tₙ-cell-17:2189">
                <a:extLst>
                  <a:ext uri="{FF2B5EF4-FFF2-40B4-BE49-F238E27FC236}">
                    <ns2:creationId id="{15D5FCCD-7A92-416D-82FE-37BC1171AD47}"/>
                  </a:ext>
                </a:extLst>
              </p:cNvPr>
              <p:cNvSpPr>
                <a:spLocks noGrp="1"/>
              </p:cNvSpPr>
              <p:nvPr/>
            </p:nvSpPr>
            <p:spPr>
              <a:xfrm>
                <a:off x="21502191" y="3724275"/>
                <a:ext cx="15379" cy="276225"/>
              </a:xfrm>
              <a:prstGeom prst="rect">
                <a:avLst/>
              </a:prstGeom>
              <a:solidFill>
                <a:srgbClr val="D55E00"/>
              </a:solidFill>
              <a:ln w="0">
                <a:noFill/>
                <a:prstDash val="solid"/>
              </a:ln>
            </p:spPr>
          </p:sp>
          <p:sp>
            <p:nvSpPr>
              <p:cNvPr id="2190" name="four:time-step-strips:time-strip-tₙ-cell-18:2190">
                <a:extLst>
                  <a:ext uri="{FF2B5EF4-FFF2-40B4-BE49-F238E27FC236}">
                    <ns2:creationId id="{8D90DF28-AC7F-49C2-B0F6-4B6B499EB57D}"/>
                  </a:ext>
                </a:extLst>
              </p:cNvPr>
              <p:cNvSpPr>
                <a:spLocks noGrp="1"/>
              </p:cNvSpPr>
              <p:nvPr/>
            </p:nvSpPr>
            <p:spPr>
              <a:xfrm>
                <a:off x="21517570" y="3724275"/>
                <a:ext cx="15379" cy="276225"/>
              </a:xfrm>
              <a:prstGeom prst="rect">
                <a:avLst/>
              </a:prstGeom>
              <a:solidFill>
                <a:srgbClr val="D55E00"/>
              </a:solidFill>
              <a:ln w="0">
                <a:noFill/>
                <a:prstDash val="solid"/>
              </a:ln>
            </p:spPr>
          </p:sp>
          <p:sp>
            <p:nvSpPr>
              <p:cNvPr id="2191" name="four:time-step-strips:time-strip-tₙ-cell-19:2191">
                <a:extLst>
                  <a:ext uri="{FF2B5EF4-FFF2-40B4-BE49-F238E27FC236}">
                    <ns2:creationId id="{7AF7CF36-9A21-486D-990F-2AAD70A9E3BF}"/>
                  </a:ext>
                </a:extLst>
              </p:cNvPr>
              <p:cNvSpPr>
                <a:spLocks noGrp="1"/>
              </p:cNvSpPr>
              <p:nvPr/>
            </p:nvSpPr>
            <p:spPr>
              <a:xfrm>
                <a:off x="21532949" y="3724275"/>
                <a:ext cx="15379" cy="276225"/>
              </a:xfrm>
              <a:prstGeom prst="rect">
                <a:avLst/>
              </a:prstGeom>
              <a:solidFill>
                <a:srgbClr val="D55E00"/>
              </a:solidFill>
              <a:ln w="0">
                <a:noFill/>
                <a:prstDash val="solid"/>
              </a:ln>
            </p:spPr>
          </p:sp>
          <p:sp>
            <p:nvSpPr>
              <p:cNvPr id="2192" name="four:time-step-strips:time-strip-tₙ-cell-20:2192">
                <a:extLst>
                  <a:ext uri="{FF2B5EF4-FFF2-40B4-BE49-F238E27FC236}">
                    <ns2:creationId id="{21E8966F-CCCC-486D-B82C-6E3AF42F2307}"/>
                  </a:ext>
                </a:extLst>
              </p:cNvPr>
              <p:cNvSpPr>
                <a:spLocks noGrp="1"/>
              </p:cNvSpPr>
              <p:nvPr/>
            </p:nvSpPr>
            <p:spPr>
              <a:xfrm>
                <a:off x="21548328" y="3724275"/>
                <a:ext cx="15379" cy="276225"/>
              </a:xfrm>
              <a:prstGeom prst="rect">
                <a:avLst/>
              </a:prstGeom>
              <a:solidFill>
                <a:srgbClr val="D55E00"/>
              </a:solidFill>
              <a:ln w="0">
                <a:noFill/>
                <a:prstDash val="solid"/>
              </a:ln>
            </p:spPr>
          </p:sp>
          <p:sp>
            <p:nvSpPr>
              <p:cNvPr id="2193" name="four:time-step-strips:time-strip-tₙ-cell-21:2193">
                <a:extLst>
                  <a:ext uri="{FF2B5EF4-FFF2-40B4-BE49-F238E27FC236}">
                    <ns2:creationId id="{CAB9887E-D571-4111-98CB-7738E242621B}"/>
                  </a:ext>
                </a:extLst>
              </p:cNvPr>
              <p:cNvSpPr>
                <a:spLocks noGrp="1"/>
              </p:cNvSpPr>
              <p:nvPr/>
            </p:nvSpPr>
            <p:spPr>
              <a:xfrm>
                <a:off x="21563707" y="3724275"/>
                <a:ext cx="15379" cy="276225"/>
              </a:xfrm>
              <a:prstGeom prst="rect">
                <a:avLst/>
              </a:prstGeom>
              <a:solidFill>
                <a:srgbClr val="D55E00"/>
              </a:solidFill>
              <a:ln w="0">
                <a:noFill/>
                <a:prstDash val="solid"/>
              </a:ln>
            </p:spPr>
          </p:sp>
          <p:sp>
            <p:nvSpPr>
              <p:cNvPr id="2194" name="four:time-step-strips:time-strip-tₙ-cell-22:2194">
                <a:extLst>
                  <a:ext uri="{FF2B5EF4-FFF2-40B4-BE49-F238E27FC236}">
                    <ns2:creationId id="{71E18CFB-A854-40EC-AA32-5722A96487BE}"/>
                  </a:ext>
                </a:extLst>
              </p:cNvPr>
              <p:cNvSpPr>
                <a:spLocks noGrp="1"/>
              </p:cNvSpPr>
              <p:nvPr/>
            </p:nvSpPr>
            <p:spPr>
              <a:xfrm>
                <a:off x="21579086" y="3724275"/>
                <a:ext cx="15379" cy="276225"/>
              </a:xfrm>
              <a:prstGeom prst="rect">
                <a:avLst/>
              </a:prstGeom>
              <a:solidFill>
                <a:srgbClr val="D55E00"/>
              </a:solidFill>
              <a:ln w="0">
                <a:noFill/>
                <a:prstDash val="solid"/>
              </a:ln>
            </p:spPr>
          </p:sp>
          <p:sp>
            <p:nvSpPr>
              <p:cNvPr id="2195" name="four:time-step-strips:time-strip-tₙ-cell-23:2195">
                <a:extLst>
                  <a:ext uri="{FF2B5EF4-FFF2-40B4-BE49-F238E27FC236}">
                    <ns2:creationId id="{B6A3F9B6-B3D6-4E91-B22B-1C282402BA59}"/>
                  </a:ext>
                </a:extLst>
              </p:cNvPr>
              <p:cNvSpPr>
                <a:spLocks noGrp="1"/>
              </p:cNvSpPr>
              <p:nvPr/>
            </p:nvSpPr>
            <p:spPr>
              <a:xfrm>
                <a:off x="21594465" y="3724275"/>
                <a:ext cx="15379" cy="276225"/>
              </a:xfrm>
              <a:prstGeom prst="rect">
                <a:avLst/>
              </a:prstGeom>
              <a:solidFill>
                <a:srgbClr val="D55E00"/>
              </a:solidFill>
              <a:ln w="0">
                <a:noFill/>
                <a:prstDash val="solid"/>
              </a:ln>
            </p:spPr>
          </p:sp>
          <p:sp>
            <p:nvSpPr>
              <p:cNvPr id="2196" name="four:time-step-strips:time-strip-tₙ-cell-24:2196">
                <a:extLst>
                  <a:ext uri="{FF2B5EF4-FFF2-40B4-BE49-F238E27FC236}">
                    <ns2:creationId id="{13C1179F-F070-44AB-A16D-75652B993BDF}"/>
                  </a:ext>
                </a:extLst>
              </p:cNvPr>
              <p:cNvSpPr>
                <a:spLocks noGrp="1"/>
              </p:cNvSpPr>
              <p:nvPr/>
            </p:nvSpPr>
            <p:spPr>
              <a:xfrm>
                <a:off x="21609844" y="3724275"/>
                <a:ext cx="15379" cy="276225"/>
              </a:xfrm>
              <a:prstGeom prst="rect">
                <a:avLst/>
              </a:prstGeom>
              <a:solidFill>
                <a:srgbClr val="D55E00"/>
              </a:solidFill>
              <a:ln w="0">
                <a:noFill/>
                <a:prstDash val="solid"/>
              </a:ln>
            </p:spPr>
          </p:sp>
          <p:sp>
            <p:nvSpPr>
              <p:cNvPr id="2197" name="four:time-step-strips:time-strip-tₙ-cell-25:2197">
                <a:extLst>
                  <a:ext uri="{FF2B5EF4-FFF2-40B4-BE49-F238E27FC236}">
                    <ns2:creationId id="{A9F890C0-5DB9-4C50-B816-C5B3EA059D79}"/>
                  </a:ext>
                </a:extLst>
              </p:cNvPr>
              <p:cNvSpPr>
                <a:spLocks noGrp="1"/>
              </p:cNvSpPr>
              <p:nvPr/>
            </p:nvSpPr>
            <p:spPr>
              <a:xfrm>
                <a:off x="21625223" y="3724275"/>
                <a:ext cx="15379" cy="276225"/>
              </a:xfrm>
              <a:prstGeom prst="rect">
                <a:avLst/>
              </a:prstGeom>
              <a:solidFill>
                <a:srgbClr val="D55F02"/>
              </a:solidFill>
              <a:ln w="0">
                <a:noFill/>
                <a:prstDash val="solid"/>
              </a:ln>
            </p:spPr>
          </p:sp>
          <p:sp>
            <p:nvSpPr>
              <p:cNvPr id="2198" name="four:time-step-strips:time-strip-tₙ-cell-26:2198">
                <a:extLst>
                  <a:ext uri="{FF2B5EF4-FFF2-40B4-BE49-F238E27FC236}">
                    <ns2:creationId id="{7C9E0047-24C5-40E7-80BA-475FFAB03A17}"/>
                  </a:ext>
                </a:extLst>
              </p:cNvPr>
              <p:cNvSpPr>
                <a:spLocks noGrp="1"/>
              </p:cNvSpPr>
              <p:nvPr/>
            </p:nvSpPr>
            <p:spPr>
              <a:xfrm>
                <a:off x="21640602" y="3724275"/>
                <a:ext cx="15379" cy="276225"/>
              </a:xfrm>
              <a:prstGeom prst="rect">
                <a:avLst/>
              </a:prstGeom>
              <a:solidFill>
                <a:srgbClr val="D66811"/>
              </a:solidFill>
              <a:ln w="0">
                <a:noFill/>
                <a:prstDash val="solid"/>
              </a:ln>
            </p:spPr>
          </p:sp>
          <p:sp>
            <p:nvSpPr>
              <p:cNvPr id="2199" name="four:time-step-strips:time-strip-tₙ-cell-27:2199">
                <a:extLst>
                  <a:ext uri="{FF2B5EF4-FFF2-40B4-BE49-F238E27FC236}">
                    <ns2:creationId id="{30EB572A-C3D3-4F70-A9BA-95A44A4ACD89}"/>
                  </a:ext>
                </a:extLst>
              </p:cNvPr>
              <p:cNvSpPr>
                <a:spLocks noGrp="1"/>
              </p:cNvSpPr>
              <p:nvPr/>
            </p:nvSpPr>
            <p:spPr>
              <a:xfrm>
                <a:off x="21655980" y="3724275"/>
                <a:ext cx="15379" cy="276225"/>
              </a:xfrm>
              <a:prstGeom prst="rect">
                <a:avLst/>
              </a:prstGeom>
              <a:solidFill>
                <a:srgbClr val="D6772B"/>
              </a:solidFill>
              <a:ln w="0">
                <a:noFill/>
                <a:prstDash val="solid"/>
              </a:ln>
            </p:spPr>
          </p:sp>
          <p:sp>
            <p:nvSpPr>
              <p:cNvPr id="2200" name="four:time-step-strips:time-strip-tₙ-cell-28:2200">
                <a:extLst>
                  <a:ext uri="{FF2B5EF4-FFF2-40B4-BE49-F238E27FC236}">
                    <ns2:creationId id="{0276AB1A-8919-48CD-BC9A-FFF1717629C6}"/>
                  </a:ext>
                </a:extLst>
              </p:cNvPr>
              <p:cNvSpPr>
                <a:spLocks noGrp="1"/>
              </p:cNvSpPr>
              <p:nvPr/>
            </p:nvSpPr>
            <p:spPr>
              <a:xfrm>
                <a:off x="21671359" y="3724275"/>
                <a:ext cx="15379" cy="276225"/>
              </a:xfrm>
              <a:prstGeom prst="rect">
                <a:avLst/>
              </a:prstGeom>
              <a:solidFill>
                <a:srgbClr val="98ADAC"/>
              </a:solidFill>
              <a:ln w="0">
                <a:noFill/>
                <a:prstDash val="solid"/>
              </a:ln>
            </p:spPr>
          </p:sp>
          <p:sp>
            <p:nvSpPr>
              <p:cNvPr id="2201" name="four:time-step-strips:time-strip-tₙ-cell-29:2201">
                <a:extLst>
                  <a:ext uri="{FF2B5EF4-FFF2-40B4-BE49-F238E27FC236}">
                    <ns2:creationId id="{B3925E1C-8C79-4493-9AE4-37429F1B0D18}"/>
                  </a:ext>
                </a:extLst>
              </p:cNvPr>
              <p:cNvSpPr>
                <a:spLocks noGrp="1"/>
              </p:cNvSpPr>
              <p:nvPr/>
            </p:nvSpPr>
            <p:spPr>
              <a:xfrm>
                <a:off x="21686738" y="3724275"/>
                <a:ext cx="15379" cy="276225"/>
              </a:xfrm>
              <a:prstGeom prst="rect">
                <a:avLst/>
              </a:prstGeom>
              <a:solidFill>
                <a:srgbClr val="A8B1BB"/>
              </a:solidFill>
              <a:ln w="0">
                <a:noFill/>
                <a:prstDash val="solid"/>
              </a:ln>
            </p:spPr>
          </p:sp>
          <p:sp>
            <p:nvSpPr>
              <p:cNvPr id="2202" name="four:time-step-strips:time-strip-tₙ-cell-30:2202">
                <a:extLst>
                  <a:ext uri="{FF2B5EF4-FFF2-40B4-BE49-F238E27FC236}">
                    <ns2:creationId id="{B9D523A0-92BD-42CB-BEA4-3D8B1607BC7A}"/>
                  </a:ext>
                </a:extLst>
              </p:cNvPr>
              <p:cNvSpPr>
                <a:spLocks noGrp="1"/>
              </p:cNvSpPr>
              <p:nvPr/>
            </p:nvSpPr>
            <p:spPr>
              <a:xfrm>
                <a:off x="21702117" y="3724275"/>
                <a:ext cx="15379" cy="276225"/>
              </a:xfrm>
              <a:prstGeom prst="rect">
                <a:avLst/>
              </a:prstGeom>
              <a:solidFill>
                <a:srgbClr val="65C0AB"/>
              </a:solidFill>
              <a:ln w="0">
                <a:noFill/>
                <a:prstDash val="solid"/>
              </a:ln>
            </p:spPr>
          </p:sp>
          <p:sp>
            <p:nvSpPr>
              <p:cNvPr id="2203" name="four:time-step-strips:time-strip-tₙ-cell-31:2203">
                <a:extLst>
                  <a:ext uri="{FF2B5EF4-FFF2-40B4-BE49-F238E27FC236}">
                    <ns2:creationId id="{6C9E4619-8A8C-4A68-83C4-418B3EC1F77C}"/>
                  </a:ext>
                </a:extLst>
              </p:cNvPr>
              <p:cNvSpPr>
                <a:spLocks noGrp="1"/>
              </p:cNvSpPr>
              <p:nvPr/>
            </p:nvSpPr>
            <p:spPr>
              <a:xfrm>
                <a:off x="21717496" y="3724275"/>
                <a:ext cx="15379" cy="276225"/>
              </a:xfrm>
              <a:prstGeom prst="rect">
                <a:avLst/>
              </a:prstGeom>
              <a:solidFill>
                <a:srgbClr val="78C6B6"/>
              </a:solidFill>
              <a:ln w="0">
                <a:noFill/>
                <a:prstDash val="solid"/>
              </a:ln>
            </p:spPr>
          </p:sp>
          <p:sp>
            <p:nvSpPr>
              <p:cNvPr id="2204" name="four:time-step-strips:time-strip-tₙ-cell-32:2204">
                <a:extLst>
                  <a:ext uri="{FF2B5EF4-FFF2-40B4-BE49-F238E27FC236}">
                    <ns2:creationId id="{D2BDAC8B-26B0-4026-A2F4-671A08037FD8}"/>
                  </a:ext>
                </a:extLst>
              </p:cNvPr>
              <p:cNvSpPr>
                <a:spLocks noGrp="1"/>
              </p:cNvSpPr>
              <p:nvPr/>
            </p:nvSpPr>
            <p:spPr>
              <a:xfrm>
                <a:off x="21732875" y="3724275"/>
                <a:ext cx="15379" cy="276225"/>
              </a:xfrm>
              <a:prstGeom prst="rect">
                <a:avLst/>
              </a:prstGeom>
              <a:solidFill>
                <a:srgbClr val="81C9BA"/>
              </a:solidFill>
              <a:ln w="0">
                <a:noFill/>
                <a:prstDash val="solid"/>
              </a:ln>
            </p:spPr>
          </p:sp>
          <p:sp>
            <p:nvSpPr>
              <p:cNvPr id="2205" name="four:time-step-strips:time-strip-tₙ-cell-33:2205">
                <a:extLst>
                  <a:ext uri="{FF2B5EF4-FFF2-40B4-BE49-F238E27FC236}">
                    <ns2:creationId id="{3243D301-7ABB-47DE-AE2E-C9C13DEC787F}"/>
                  </a:ext>
                </a:extLst>
              </p:cNvPr>
              <p:cNvSpPr>
                <a:spLocks noGrp="1"/>
              </p:cNvSpPr>
              <p:nvPr/>
            </p:nvSpPr>
            <p:spPr>
              <a:xfrm>
                <a:off x="21748254" y="3724275"/>
                <a:ext cx="15379" cy="276225"/>
              </a:xfrm>
              <a:prstGeom prst="rect">
                <a:avLst/>
              </a:prstGeom>
              <a:solidFill>
                <a:srgbClr val="81C9BA"/>
              </a:solidFill>
              <a:ln w="0">
                <a:noFill/>
                <a:prstDash val="solid"/>
              </a:ln>
            </p:spPr>
          </p:sp>
          <p:sp>
            <p:nvSpPr>
              <p:cNvPr id="2206" name="four:time-step-strips:time-strip-tₙ-cell-34:2206">
                <a:extLst>
                  <a:ext uri="{FF2B5EF4-FFF2-40B4-BE49-F238E27FC236}">
                    <ns2:creationId id="{4D7DE2FD-506D-46CF-9A78-E698BD057FE6}"/>
                  </a:ext>
                </a:extLst>
              </p:cNvPr>
              <p:cNvSpPr>
                <a:spLocks noGrp="1"/>
              </p:cNvSpPr>
              <p:nvPr/>
            </p:nvSpPr>
            <p:spPr>
              <a:xfrm>
                <a:off x="21763633" y="3724275"/>
                <a:ext cx="15379" cy="276225"/>
              </a:xfrm>
              <a:prstGeom prst="rect">
                <a:avLst/>
              </a:prstGeom>
              <a:solidFill>
                <a:srgbClr val="81C9BA"/>
              </a:solidFill>
              <a:ln w="0">
                <a:noFill/>
                <a:prstDash val="solid"/>
              </a:ln>
            </p:spPr>
          </p:sp>
          <p:sp>
            <p:nvSpPr>
              <p:cNvPr id="2207" name="four:time-step-strips:time-strip-tₙ-cell-35:2207">
                <a:extLst>
                  <a:ext uri="{FF2B5EF4-FFF2-40B4-BE49-F238E27FC236}">
                    <ns2:creationId id="{87F8EEAF-7707-463D-8C07-CFF2FCF0A5D6}"/>
                  </a:ext>
                </a:extLst>
              </p:cNvPr>
              <p:cNvSpPr>
                <a:spLocks noGrp="1"/>
              </p:cNvSpPr>
              <p:nvPr/>
            </p:nvSpPr>
            <p:spPr>
              <a:xfrm>
                <a:off x="21779012" y="3724275"/>
                <a:ext cx="15379" cy="276225"/>
              </a:xfrm>
              <a:prstGeom prst="rect">
                <a:avLst/>
              </a:prstGeom>
              <a:solidFill>
                <a:srgbClr val="81C9BA"/>
              </a:solidFill>
              <a:ln w="0">
                <a:noFill/>
                <a:prstDash val="solid"/>
              </a:ln>
            </p:spPr>
          </p:sp>
          <p:sp>
            <p:nvSpPr>
              <p:cNvPr id="2208" name="four:time-step-strips:time-strip-tₙ-cell-36:2208">
                <a:extLst>
                  <a:ext uri="{FF2B5EF4-FFF2-40B4-BE49-F238E27FC236}">
                    <ns2:creationId id="{B30DCD1D-310C-4A48-A647-10561484C723}"/>
                  </a:ext>
                </a:extLst>
              </p:cNvPr>
              <p:cNvSpPr>
                <a:spLocks noGrp="1"/>
              </p:cNvSpPr>
              <p:nvPr/>
            </p:nvSpPr>
            <p:spPr>
              <a:xfrm>
                <a:off x="21794391" y="3724275"/>
                <a:ext cx="15379" cy="276225"/>
              </a:xfrm>
              <a:prstGeom prst="rect">
                <a:avLst/>
              </a:prstGeom>
              <a:solidFill>
                <a:srgbClr val="81C9BA"/>
              </a:solidFill>
              <a:ln w="0">
                <a:noFill/>
                <a:prstDash val="solid"/>
              </a:ln>
            </p:spPr>
          </p:sp>
          <p:sp>
            <p:nvSpPr>
              <p:cNvPr id="2209" name="four:time-step-strips:time-strip-tₙ-cell-37:2209">
                <a:extLst>
                  <a:ext uri="{FF2B5EF4-FFF2-40B4-BE49-F238E27FC236}">
                    <ns2:creationId id="{8D615F5B-28CF-4E4C-90E0-20065807D4DB}"/>
                  </a:ext>
                </a:extLst>
              </p:cNvPr>
              <p:cNvSpPr>
                <a:spLocks noGrp="1"/>
              </p:cNvSpPr>
              <p:nvPr/>
            </p:nvSpPr>
            <p:spPr>
              <a:xfrm>
                <a:off x="21809770" y="3724275"/>
                <a:ext cx="15379" cy="276225"/>
              </a:xfrm>
              <a:prstGeom prst="rect">
                <a:avLst/>
              </a:prstGeom>
              <a:solidFill>
                <a:srgbClr val="81C9BA"/>
              </a:solidFill>
              <a:ln w="0">
                <a:noFill/>
                <a:prstDash val="solid"/>
              </a:ln>
            </p:spPr>
          </p:sp>
          <p:sp>
            <p:nvSpPr>
              <p:cNvPr id="2210" name="four:time-step-strips:time-strip-tₙ-cell-38:2210">
                <a:extLst>
                  <a:ext uri="{FF2B5EF4-FFF2-40B4-BE49-F238E27FC236}">
                    <ns2:creationId id="{1518544C-2524-4ACF-8073-A7F78DAF2A15}"/>
                  </a:ext>
                </a:extLst>
              </p:cNvPr>
              <p:cNvSpPr>
                <a:spLocks noGrp="1"/>
              </p:cNvSpPr>
              <p:nvPr/>
            </p:nvSpPr>
            <p:spPr>
              <a:xfrm>
                <a:off x="21825148" y="3724275"/>
                <a:ext cx="15379" cy="276225"/>
              </a:xfrm>
              <a:prstGeom prst="rect">
                <a:avLst/>
              </a:prstGeom>
              <a:solidFill>
                <a:srgbClr val="81C9BA"/>
              </a:solidFill>
              <a:ln w="0">
                <a:noFill/>
                <a:prstDash val="solid"/>
              </a:ln>
            </p:spPr>
          </p:sp>
          <p:sp>
            <p:nvSpPr>
              <p:cNvPr id="2211" name="four:time-step-strips:time-strip-tₙ-cell-39:2211">
                <a:extLst>
                  <a:ext uri="{FF2B5EF4-FFF2-40B4-BE49-F238E27FC236}">
                    <ns2:creationId id="{3D3B3A23-7100-4C0B-BBEC-41EBDCFE8F45}"/>
                  </a:ext>
                </a:extLst>
              </p:cNvPr>
              <p:cNvSpPr>
                <a:spLocks noGrp="1"/>
              </p:cNvSpPr>
              <p:nvPr/>
            </p:nvSpPr>
            <p:spPr>
              <a:xfrm>
                <a:off x="21840527" y="3724275"/>
                <a:ext cx="15379" cy="276225"/>
              </a:xfrm>
              <a:prstGeom prst="rect">
                <a:avLst/>
              </a:prstGeom>
              <a:solidFill>
                <a:srgbClr val="81C9BA"/>
              </a:solidFill>
              <a:ln w="0">
                <a:noFill/>
                <a:prstDash val="solid"/>
              </a:ln>
            </p:spPr>
          </p:sp>
          <p:sp>
            <p:nvSpPr>
              <p:cNvPr id="2212" name="four:time-step-strips:time-strip-tₙ-cell-40:2212">
                <a:extLst>
                  <a:ext uri="{FF2B5EF4-FFF2-40B4-BE49-F238E27FC236}">
                    <ns2:creationId id="{31E3131F-7F05-49F4-86FF-6C7408737AC7}"/>
                  </a:ext>
                </a:extLst>
              </p:cNvPr>
              <p:cNvSpPr>
                <a:spLocks noGrp="1"/>
              </p:cNvSpPr>
              <p:nvPr/>
            </p:nvSpPr>
            <p:spPr>
              <a:xfrm>
                <a:off x="21855906" y="3724275"/>
                <a:ext cx="15379" cy="276225"/>
              </a:xfrm>
              <a:prstGeom prst="rect">
                <a:avLst/>
              </a:prstGeom>
              <a:solidFill>
                <a:srgbClr val="81C9BA"/>
              </a:solidFill>
              <a:ln w="0">
                <a:noFill/>
                <a:prstDash val="solid"/>
              </a:ln>
            </p:spPr>
          </p:sp>
          <p:sp>
            <p:nvSpPr>
              <p:cNvPr id="2213" name="four:time-step-strips:time-strip-tₙ-cell-41:2213">
                <a:extLst>
                  <a:ext uri="{FF2B5EF4-FFF2-40B4-BE49-F238E27FC236}">
                    <ns2:creationId id="{A8B291CD-AC25-4958-87F6-2937BE27D239}"/>
                  </a:ext>
                </a:extLst>
              </p:cNvPr>
              <p:cNvSpPr>
                <a:spLocks noGrp="1"/>
              </p:cNvSpPr>
              <p:nvPr/>
            </p:nvSpPr>
            <p:spPr>
              <a:xfrm>
                <a:off x="21871285" y="3724275"/>
                <a:ext cx="15379" cy="276225"/>
              </a:xfrm>
              <a:prstGeom prst="rect">
                <a:avLst/>
              </a:prstGeom>
              <a:solidFill>
                <a:srgbClr val="81C9BA"/>
              </a:solidFill>
              <a:ln w="0">
                <a:noFill/>
                <a:prstDash val="solid"/>
              </a:ln>
            </p:spPr>
          </p:sp>
          <p:sp>
            <p:nvSpPr>
              <p:cNvPr id="2214" name="four:time-step-strips:time-strip-tₙ-cell-42:2214">
                <a:extLst>
                  <a:ext uri="{FF2B5EF4-FFF2-40B4-BE49-F238E27FC236}">
                    <ns2:creationId id="{74B50234-F890-4992-B538-2988661276C2}"/>
                  </a:ext>
                </a:extLst>
              </p:cNvPr>
              <p:cNvSpPr>
                <a:spLocks noGrp="1"/>
              </p:cNvSpPr>
              <p:nvPr/>
            </p:nvSpPr>
            <p:spPr>
              <a:xfrm>
                <a:off x="21886664" y="3724275"/>
                <a:ext cx="15379" cy="276225"/>
              </a:xfrm>
              <a:prstGeom prst="rect">
                <a:avLst/>
              </a:prstGeom>
              <a:solidFill>
                <a:srgbClr val="81C9BA"/>
              </a:solidFill>
              <a:ln w="0">
                <a:noFill/>
                <a:prstDash val="solid"/>
              </a:ln>
            </p:spPr>
          </p:sp>
          <p:sp>
            <p:nvSpPr>
              <p:cNvPr id="2215" name="four:time-step-strips:time-strip-tₙ-cell-43:2215">
                <a:extLst>
                  <a:ext uri="{FF2B5EF4-FFF2-40B4-BE49-F238E27FC236}">
                    <ns2:creationId id="{2020C410-AED1-4B46-BA6B-9E96B383FB39}"/>
                  </a:ext>
                </a:extLst>
              </p:cNvPr>
              <p:cNvSpPr>
                <a:spLocks noGrp="1"/>
              </p:cNvSpPr>
              <p:nvPr/>
            </p:nvSpPr>
            <p:spPr>
              <a:xfrm>
                <a:off x="21902043" y="3724275"/>
                <a:ext cx="15379" cy="276225"/>
              </a:xfrm>
              <a:prstGeom prst="rect">
                <a:avLst/>
              </a:prstGeom>
              <a:solidFill>
                <a:srgbClr val="81C9BA"/>
              </a:solidFill>
              <a:ln w="0">
                <a:noFill/>
                <a:prstDash val="solid"/>
              </a:ln>
            </p:spPr>
          </p:sp>
          <p:sp>
            <p:nvSpPr>
              <p:cNvPr id="2216" name="four:time-step-strips:time-strip-tₙ-cell-44:2216">
                <a:extLst>
                  <a:ext uri="{FF2B5EF4-FFF2-40B4-BE49-F238E27FC236}">
                    <ns2:creationId id="{0FFD52EC-E43B-49C1-9BB4-D29042918DA1}"/>
                  </a:ext>
                </a:extLst>
              </p:cNvPr>
              <p:cNvSpPr>
                <a:spLocks noGrp="1"/>
              </p:cNvSpPr>
              <p:nvPr/>
            </p:nvSpPr>
            <p:spPr>
              <a:xfrm>
                <a:off x="21917422" y="3724275"/>
                <a:ext cx="15379" cy="276225"/>
              </a:xfrm>
              <a:prstGeom prst="rect">
                <a:avLst/>
              </a:prstGeom>
              <a:solidFill>
                <a:srgbClr val="81C9BA"/>
              </a:solidFill>
              <a:ln w="0">
                <a:noFill/>
                <a:prstDash val="solid"/>
              </a:ln>
            </p:spPr>
          </p:sp>
          <p:sp>
            <p:nvSpPr>
              <p:cNvPr id="2217" name="four:time-step-strips:time-strip-tₙ-cell-45:2217">
                <a:extLst>
                  <a:ext uri="{FF2B5EF4-FFF2-40B4-BE49-F238E27FC236}">
                    <ns2:creationId id="{C7B05045-F99A-42C4-A7BD-CD7648E43CA5}"/>
                  </a:ext>
                </a:extLst>
              </p:cNvPr>
              <p:cNvSpPr>
                <a:spLocks noGrp="1"/>
              </p:cNvSpPr>
              <p:nvPr/>
            </p:nvSpPr>
            <p:spPr>
              <a:xfrm>
                <a:off x="21932801" y="3724275"/>
                <a:ext cx="15379" cy="276225"/>
              </a:xfrm>
              <a:prstGeom prst="rect">
                <a:avLst/>
              </a:prstGeom>
              <a:solidFill>
                <a:srgbClr val="81C9BA"/>
              </a:solidFill>
              <a:ln w="0">
                <a:noFill/>
                <a:prstDash val="solid"/>
              </a:ln>
            </p:spPr>
          </p:sp>
          <p:sp>
            <p:nvSpPr>
              <p:cNvPr id="2218" name="four:time-step-strips:time-strip-tₙ-cell-46:2218">
                <a:extLst>
                  <a:ext uri="{FF2B5EF4-FFF2-40B4-BE49-F238E27FC236}">
                    <ns2:creationId id="{E94B4A25-8718-4CBE-ACA9-5E0E32F37702}"/>
                  </a:ext>
                </a:extLst>
              </p:cNvPr>
              <p:cNvSpPr>
                <a:spLocks noGrp="1"/>
              </p:cNvSpPr>
              <p:nvPr/>
            </p:nvSpPr>
            <p:spPr>
              <a:xfrm>
                <a:off x="21948180" y="3724275"/>
                <a:ext cx="15379" cy="276225"/>
              </a:xfrm>
              <a:prstGeom prst="rect">
                <a:avLst/>
              </a:prstGeom>
              <a:solidFill>
                <a:srgbClr val="81C9BA"/>
              </a:solidFill>
              <a:ln w="0">
                <a:noFill/>
                <a:prstDash val="solid"/>
              </a:ln>
            </p:spPr>
          </p:sp>
          <p:sp>
            <p:nvSpPr>
              <p:cNvPr id="2219" name="four:time-step-strips:time-strip-tₙ-cell-47:2219">
                <a:extLst>
                  <a:ext uri="{FF2B5EF4-FFF2-40B4-BE49-F238E27FC236}">
                    <ns2:creationId id="{E5821294-04DC-4477-AB8E-6A9A58B626C0}"/>
                  </a:ext>
                </a:extLst>
              </p:cNvPr>
              <p:cNvSpPr>
                <a:spLocks noGrp="1"/>
              </p:cNvSpPr>
              <p:nvPr/>
            </p:nvSpPr>
            <p:spPr>
              <a:xfrm>
                <a:off x="21963559" y="3724275"/>
                <a:ext cx="15379" cy="276225"/>
              </a:xfrm>
              <a:prstGeom prst="rect">
                <a:avLst/>
              </a:prstGeom>
              <a:solidFill>
                <a:srgbClr val="81C9BA"/>
              </a:solidFill>
              <a:ln w="0">
                <a:noFill/>
                <a:prstDash val="solid"/>
              </a:ln>
            </p:spPr>
          </p:sp>
          <p:sp>
            <p:nvSpPr>
              <p:cNvPr id="2220" name="four:time-step-strips:time-strip-tₙ-cell-48:2220">
                <a:extLst>
                  <a:ext uri="{FF2B5EF4-FFF2-40B4-BE49-F238E27FC236}">
                    <ns2:creationId id="{352BECB7-EC10-49EC-946F-EDFAD096D6C2}"/>
                  </a:ext>
                </a:extLst>
              </p:cNvPr>
              <p:cNvSpPr>
                <a:spLocks noGrp="1"/>
              </p:cNvSpPr>
              <p:nvPr/>
            </p:nvSpPr>
            <p:spPr>
              <a:xfrm>
                <a:off x="21978938" y="3724275"/>
                <a:ext cx="15379" cy="276225"/>
              </a:xfrm>
              <a:prstGeom prst="rect">
                <a:avLst/>
              </a:prstGeom>
              <a:solidFill>
                <a:srgbClr val="81C9BA"/>
              </a:solidFill>
              <a:ln w="0">
                <a:noFill/>
                <a:prstDash val="solid"/>
              </a:ln>
            </p:spPr>
          </p:sp>
          <p:sp>
            <p:nvSpPr>
              <p:cNvPr id="2221" name="four:time-step-strips:time-strip-tₙ-cell-49:2221">
                <a:extLst>
                  <a:ext uri="{FF2B5EF4-FFF2-40B4-BE49-F238E27FC236}">
                    <ns2:creationId id="{5811E4E8-E408-4908-A0C0-402E7497A8CA}"/>
                  </a:ext>
                </a:extLst>
              </p:cNvPr>
              <p:cNvSpPr>
                <a:spLocks noGrp="1"/>
              </p:cNvSpPr>
              <p:nvPr/>
            </p:nvSpPr>
            <p:spPr>
              <a:xfrm>
                <a:off x="21994316" y="3724275"/>
                <a:ext cx="15379" cy="276225"/>
              </a:xfrm>
              <a:prstGeom prst="rect">
                <a:avLst/>
              </a:prstGeom>
              <a:solidFill>
                <a:srgbClr val="81C9BA"/>
              </a:solidFill>
              <a:ln w="0">
                <a:noFill/>
                <a:prstDash val="solid"/>
              </a:ln>
            </p:spPr>
          </p:sp>
          <p:sp>
            <p:nvSpPr>
              <p:cNvPr id="2222" name="four:time-step-strips:time-strip-tₙ-cell-50:2222">
                <a:extLst>
                  <a:ext uri="{FF2B5EF4-FFF2-40B4-BE49-F238E27FC236}">
                    <ns2:creationId id="{8BF8EB31-7F30-4326-BFFF-61B355CF8273}"/>
                  </a:ext>
                </a:extLst>
              </p:cNvPr>
              <p:cNvSpPr>
                <a:spLocks noGrp="1"/>
              </p:cNvSpPr>
              <p:nvPr/>
            </p:nvSpPr>
            <p:spPr>
              <a:xfrm>
                <a:off x="22009695" y="3724275"/>
                <a:ext cx="15379" cy="276225"/>
              </a:xfrm>
              <a:prstGeom prst="rect">
                <a:avLst/>
              </a:prstGeom>
              <a:solidFill>
                <a:srgbClr val="81C9BA"/>
              </a:solidFill>
              <a:ln w="0">
                <a:noFill/>
                <a:prstDash val="solid"/>
              </a:ln>
            </p:spPr>
          </p:sp>
          <p:sp>
            <p:nvSpPr>
              <p:cNvPr id="2223" name="four:time-step-strips:time-strip-tₙ-cell-51:2223">
                <a:extLst>
                  <a:ext uri="{FF2B5EF4-FFF2-40B4-BE49-F238E27FC236}">
                    <ns2:creationId id="{05EE9F0B-D55E-4C21-B115-5E60907DE458}"/>
                  </a:ext>
                </a:extLst>
              </p:cNvPr>
              <p:cNvSpPr>
                <a:spLocks noGrp="1"/>
              </p:cNvSpPr>
              <p:nvPr/>
            </p:nvSpPr>
            <p:spPr>
              <a:xfrm>
                <a:off x="22025074" y="3724275"/>
                <a:ext cx="15379" cy="276225"/>
              </a:xfrm>
              <a:prstGeom prst="rect">
                <a:avLst/>
              </a:prstGeom>
              <a:solidFill>
                <a:srgbClr val="81C9BA"/>
              </a:solidFill>
              <a:ln w="0">
                <a:noFill/>
                <a:prstDash val="solid"/>
              </a:ln>
            </p:spPr>
          </p:sp>
          <p:sp>
            <p:nvSpPr>
              <p:cNvPr id="2224" name="four:time-step-strips:time-strip-tₙ-cell-52:2224">
                <a:extLst>
                  <a:ext uri="{FF2B5EF4-FFF2-40B4-BE49-F238E27FC236}">
                    <ns2:creationId id="{14BD1BC0-214E-47CB-8856-9EAAD0422818}"/>
                  </a:ext>
                </a:extLst>
              </p:cNvPr>
              <p:cNvSpPr>
                <a:spLocks noGrp="1"/>
              </p:cNvSpPr>
              <p:nvPr/>
            </p:nvSpPr>
            <p:spPr>
              <a:xfrm>
                <a:off x="22040453" y="3724275"/>
                <a:ext cx="15379" cy="276225"/>
              </a:xfrm>
              <a:prstGeom prst="rect">
                <a:avLst/>
              </a:prstGeom>
              <a:solidFill>
                <a:srgbClr val="81C9BA"/>
              </a:solidFill>
              <a:ln w="0">
                <a:noFill/>
                <a:prstDash val="solid"/>
              </a:ln>
            </p:spPr>
          </p:sp>
          <p:sp>
            <p:nvSpPr>
              <p:cNvPr id="2225" name="four:time-step-strips:time-strip-tₙ-cell-53:2225">
                <a:extLst>
                  <a:ext uri="{FF2B5EF4-FFF2-40B4-BE49-F238E27FC236}">
                    <ns2:creationId id="{3EEE19BD-0BD9-4CD0-BC59-BF371237FF10}"/>
                  </a:ext>
                </a:extLst>
              </p:cNvPr>
              <p:cNvSpPr>
                <a:spLocks noGrp="1"/>
              </p:cNvSpPr>
              <p:nvPr/>
            </p:nvSpPr>
            <p:spPr>
              <a:xfrm>
                <a:off x="22055832" y="3724275"/>
                <a:ext cx="15379" cy="276225"/>
              </a:xfrm>
              <a:prstGeom prst="rect">
                <a:avLst/>
              </a:prstGeom>
              <a:solidFill>
                <a:srgbClr val="81C9BA"/>
              </a:solidFill>
              <a:ln w="0">
                <a:noFill/>
                <a:prstDash val="solid"/>
              </a:ln>
            </p:spPr>
          </p:sp>
          <p:sp>
            <p:nvSpPr>
              <p:cNvPr id="2226" name="four:time-step-strips:time-strip-tₙ-cell-54:2226">
                <a:extLst>
                  <a:ext uri="{FF2B5EF4-FFF2-40B4-BE49-F238E27FC236}">
                    <ns2:creationId id="{8CE363FE-EAB6-4772-812E-DE5644E29384}"/>
                  </a:ext>
                </a:extLst>
              </p:cNvPr>
              <p:cNvSpPr>
                <a:spLocks noGrp="1"/>
              </p:cNvSpPr>
              <p:nvPr/>
            </p:nvSpPr>
            <p:spPr>
              <a:xfrm>
                <a:off x="22071211" y="3724275"/>
                <a:ext cx="15379" cy="276225"/>
              </a:xfrm>
              <a:prstGeom prst="rect">
                <a:avLst/>
              </a:prstGeom>
              <a:solidFill>
                <a:srgbClr val="81C9BA"/>
              </a:solidFill>
              <a:ln w="0">
                <a:noFill/>
                <a:prstDash val="solid"/>
              </a:ln>
            </p:spPr>
          </p:sp>
          <p:sp>
            <p:nvSpPr>
              <p:cNvPr id="2227" name="four:time-step-strips:time-strip-tₙ-cell-55:2227">
                <a:extLst>
                  <a:ext uri="{FF2B5EF4-FFF2-40B4-BE49-F238E27FC236}">
                    <ns2:creationId id="{15667A7A-BD84-4DA0-95CE-695C8B9AE44D}"/>
                  </a:ext>
                </a:extLst>
              </p:cNvPr>
              <p:cNvSpPr>
                <a:spLocks noGrp="1"/>
              </p:cNvSpPr>
              <p:nvPr/>
            </p:nvSpPr>
            <p:spPr>
              <a:xfrm>
                <a:off x="22086590" y="3724275"/>
                <a:ext cx="15379" cy="276225"/>
              </a:xfrm>
              <a:prstGeom prst="rect">
                <a:avLst/>
              </a:prstGeom>
              <a:solidFill>
                <a:srgbClr val="81C9BA"/>
              </a:solidFill>
              <a:ln w="0">
                <a:noFill/>
                <a:prstDash val="solid"/>
              </a:ln>
            </p:spPr>
          </p:sp>
          <p:sp>
            <p:nvSpPr>
              <p:cNvPr id="2228" name="four:time-step-strips:time-strip-tₙ-cell-56:2228">
                <a:extLst>
                  <a:ext uri="{FF2B5EF4-FFF2-40B4-BE49-F238E27FC236}">
                    <ns2:creationId id="{7F044BCE-3BDA-4119-9467-74CBF0C11C13}"/>
                  </a:ext>
                </a:extLst>
              </p:cNvPr>
              <p:cNvSpPr>
                <a:spLocks noGrp="1"/>
              </p:cNvSpPr>
              <p:nvPr/>
            </p:nvSpPr>
            <p:spPr>
              <a:xfrm>
                <a:off x="22101969" y="3724275"/>
                <a:ext cx="15379" cy="276225"/>
              </a:xfrm>
              <a:prstGeom prst="rect">
                <a:avLst/>
              </a:prstGeom>
              <a:solidFill>
                <a:srgbClr val="81C9BA"/>
              </a:solidFill>
              <a:ln w="0">
                <a:noFill/>
                <a:prstDash val="solid"/>
              </a:ln>
            </p:spPr>
          </p:sp>
          <p:sp>
            <p:nvSpPr>
              <p:cNvPr id="2229" name="four:time-step-strips:time-strip-tₙ-cell-57:2229">
                <a:extLst>
                  <a:ext uri="{FF2B5EF4-FFF2-40B4-BE49-F238E27FC236}">
                    <ns2:creationId id="{D5CBDC08-CD7A-4842-8A0C-FEE430CC1D3B}"/>
                  </a:ext>
                </a:extLst>
              </p:cNvPr>
              <p:cNvSpPr>
                <a:spLocks noGrp="1"/>
              </p:cNvSpPr>
              <p:nvPr/>
            </p:nvSpPr>
            <p:spPr>
              <a:xfrm>
                <a:off x="22117348" y="3724275"/>
                <a:ext cx="15379" cy="276225"/>
              </a:xfrm>
              <a:prstGeom prst="rect">
                <a:avLst/>
              </a:prstGeom>
              <a:solidFill>
                <a:srgbClr val="81C9BA"/>
              </a:solidFill>
              <a:ln w="0">
                <a:noFill/>
                <a:prstDash val="solid"/>
              </a:ln>
            </p:spPr>
          </p:sp>
          <p:sp>
            <p:nvSpPr>
              <p:cNvPr id="2230" name="four:time-step-strips:time-strip-tₙ-cell-58:2230">
                <a:extLst>
                  <a:ext uri="{FF2B5EF4-FFF2-40B4-BE49-F238E27FC236}">
                    <ns2:creationId id="{3C1B89E6-FB4B-48CE-8B9B-E02F5B8A1E04}"/>
                  </a:ext>
                </a:extLst>
              </p:cNvPr>
              <p:cNvSpPr>
                <a:spLocks noGrp="1"/>
              </p:cNvSpPr>
              <p:nvPr/>
            </p:nvSpPr>
            <p:spPr>
              <a:xfrm>
                <a:off x="22132727" y="3724275"/>
                <a:ext cx="15379" cy="276225"/>
              </a:xfrm>
              <a:prstGeom prst="rect">
                <a:avLst/>
              </a:prstGeom>
              <a:solidFill>
                <a:srgbClr val="81C9BA"/>
              </a:solidFill>
              <a:ln w="0">
                <a:noFill/>
                <a:prstDash val="solid"/>
              </a:ln>
            </p:spPr>
          </p:sp>
          <p:sp>
            <p:nvSpPr>
              <p:cNvPr id="2231" name="four:time-step-strips:time-strip-tₙ-cell-59:2231">
                <a:extLst>
                  <a:ext uri="{FF2B5EF4-FFF2-40B4-BE49-F238E27FC236}">
                    <ns2:creationId id="{DFB26659-AD18-4844-80E2-B33C98EDA99B}"/>
                  </a:ext>
                </a:extLst>
              </p:cNvPr>
              <p:cNvSpPr>
                <a:spLocks noGrp="1"/>
              </p:cNvSpPr>
              <p:nvPr/>
            </p:nvSpPr>
            <p:spPr>
              <a:xfrm>
                <a:off x="22148105" y="3724275"/>
                <a:ext cx="15379" cy="276225"/>
              </a:xfrm>
              <a:prstGeom prst="rect">
                <a:avLst/>
              </a:prstGeom>
              <a:solidFill>
                <a:srgbClr val="81C9BA"/>
              </a:solidFill>
              <a:ln w="0">
                <a:noFill/>
                <a:prstDash val="solid"/>
              </a:ln>
            </p:spPr>
          </p:sp>
          <p:sp>
            <p:nvSpPr>
              <p:cNvPr id="2232" name="four:time-step-strips:time-strip-tₙ-cell-60:2232">
                <a:extLst>
                  <a:ext uri="{FF2B5EF4-FFF2-40B4-BE49-F238E27FC236}">
                    <ns2:creationId id="{E7231956-F8BF-4AC7-B3DD-B09147282730}"/>
                  </a:ext>
                </a:extLst>
              </p:cNvPr>
              <p:cNvSpPr>
                <a:spLocks noGrp="1"/>
              </p:cNvSpPr>
              <p:nvPr/>
            </p:nvSpPr>
            <p:spPr>
              <a:xfrm>
                <a:off x="22163484" y="3724275"/>
                <a:ext cx="15379" cy="276225"/>
              </a:xfrm>
              <a:prstGeom prst="rect">
                <a:avLst/>
              </a:prstGeom>
              <a:solidFill>
                <a:srgbClr val="7EC8B9"/>
              </a:solidFill>
              <a:ln w="0">
                <a:noFill/>
                <a:prstDash val="solid"/>
              </a:ln>
            </p:spPr>
          </p:sp>
          <p:sp>
            <p:nvSpPr>
              <p:cNvPr id="2233" name="four:time-step-strips:time-strip-tₙ-cell-61:2233">
                <a:extLst>
                  <a:ext uri="{FF2B5EF4-FFF2-40B4-BE49-F238E27FC236}">
                    <ns2:creationId id="{15417030-9152-42F7-9D75-54A25A09BFF8}"/>
                  </a:ext>
                </a:extLst>
              </p:cNvPr>
              <p:cNvSpPr>
                <a:spLocks noGrp="1"/>
              </p:cNvSpPr>
              <p:nvPr/>
            </p:nvSpPr>
            <p:spPr>
              <a:xfrm>
                <a:off x="22178863" y="3724275"/>
                <a:ext cx="15379" cy="276225"/>
              </a:xfrm>
              <a:prstGeom prst="rect">
                <a:avLst/>
              </a:prstGeom>
              <a:solidFill>
                <a:srgbClr val="70C4B1"/>
              </a:solidFill>
              <a:ln w="0">
                <a:noFill/>
                <a:prstDash val="solid"/>
              </a:ln>
            </p:spPr>
          </p:sp>
          <p:sp>
            <p:nvSpPr>
              <p:cNvPr id="2234" name="four:time-step-strips:time-strip-tₙ-cell-62:2234">
                <a:extLst>
                  <a:ext uri="{FF2B5EF4-FFF2-40B4-BE49-F238E27FC236}">
                    <ns2:creationId id="{54FDB83C-1EBD-43D7-9AE4-DF45A4A0AD21}"/>
                  </a:ext>
                </a:extLst>
              </p:cNvPr>
              <p:cNvSpPr>
                <a:spLocks noGrp="1"/>
              </p:cNvSpPr>
              <p:nvPr/>
            </p:nvSpPr>
            <p:spPr>
              <a:xfrm>
                <a:off x="22194242" y="3724275"/>
                <a:ext cx="15379" cy="276225"/>
              </a:xfrm>
              <a:prstGeom prst="rect">
                <a:avLst/>
              </a:prstGeom>
              <a:solidFill>
                <a:srgbClr val="5CBDA6"/>
              </a:solidFill>
              <a:ln w="0">
                <a:noFill/>
                <a:prstDash val="solid"/>
              </a:ln>
            </p:spPr>
          </p:sp>
          <p:sp>
            <p:nvSpPr>
              <p:cNvPr id="2235" name="four:time-step-strips:time-strip-tₙ-cell-63:2235">
                <a:extLst>
                  <a:ext uri="{FF2B5EF4-FFF2-40B4-BE49-F238E27FC236}">
                    <ns2:creationId id="{D28279AC-B783-4894-B6B4-E61F70B9CE0F}"/>
                  </a:ext>
                </a:extLst>
              </p:cNvPr>
              <p:cNvSpPr>
                <a:spLocks noGrp="1"/>
              </p:cNvSpPr>
              <p:nvPr/>
            </p:nvSpPr>
            <p:spPr>
              <a:xfrm>
                <a:off x="22209621" y="3724275"/>
                <a:ext cx="15379" cy="276225"/>
              </a:xfrm>
              <a:prstGeom prst="rect">
                <a:avLst/>
              </a:prstGeom>
              <a:solidFill>
                <a:srgbClr val="42B498"/>
              </a:solidFill>
              <a:ln w="0">
                <a:noFill/>
                <a:prstDash val="solid"/>
              </a:ln>
            </p:spPr>
          </p:sp>
          <p:sp>
            <p:nvSpPr>
              <p:cNvPr id="2236" name="four:time-step-strips:time-strip-tₙ-cell-64:2236">
                <a:extLst>
                  <a:ext uri="{FF2B5EF4-FFF2-40B4-BE49-F238E27FC236}">
                    <ns2:creationId id="{D0522657-09AC-410B-BF80-5BDBB3180D53}"/>
                  </a:ext>
                </a:extLst>
              </p:cNvPr>
              <p:cNvSpPr>
                <a:spLocks noGrp="1"/>
              </p:cNvSpPr>
              <p:nvPr/>
            </p:nvSpPr>
            <p:spPr>
              <a:xfrm>
                <a:off x="22225000" y="3724275"/>
                <a:ext cx="15379" cy="276225"/>
              </a:xfrm>
              <a:prstGeom prst="rect">
                <a:avLst/>
              </a:prstGeom>
              <a:solidFill>
                <a:srgbClr val="2AAC8A"/>
              </a:solidFill>
              <a:ln w="0">
                <a:noFill/>
                <a:prstDash val="solid"/>
              </a:ln>
            </p:spPr>
          </p:sp>
          <p:sp>
            <p:nvSpPr>
              <p:cNvPr id="2237" name="four:time-step-strips:time-strip-tₙ-cell-65:2237">
                <a:extLst>
                  <a:ext uri="{FF2B5EF4-FFF2-40B4-BE49-F238E27FC236}">
                    <ns2:creationId id="{7D4A2251-9F3B-4176-8FC0-DB45BB404BED}"/>
                  </a:ext>
                </a:extLst>
              </p:cNvPr>
              <p:cNvSpPr>
                <a:spLocks noGrp="1"/>
              </p:cNvSpPr>
              <p:nvPr/>
            </p:nvSpPr>
            <p:spPr>
              <a:xfrm>
                <a:off x="22240379" y="3724275"/>
                <a:ext cx="15379" cy="276225"/>
              </a:xfrm>
              <a:prstGeom prst="rect">
                <a:avLst/>
              </a:prstGeom>
              <a:solidFill>
                <a:srgbClr val="15A57F"/>
              </a:solidFill>
              <a:ln w="0">
                <a:noFill/>
                <a:prstDash val="solid"/>
              </a:ln>
            </p:spPr>
          </p:sp>
          <p:sp>
            <p:nvSpPr>
              <p:cNvPr id="2238" name="four:time-step-strips:time-strip-tₙ-cell-66:2238">
                <a:extLst>
                  <a:ext uri="{FF2B5EF4-FFF2-40B4-BE49-F238E27FC236}">
                    <ns2:creationId id="{1F4A46FB-441B-4996-A1A8-7A323CFA9672}"/>
                  </a:ext>
                </a:extLst>
              </p:cNvPr>
              <p:cNvSpPr>
                <a:spLocks noGrp="1"/>
              </p:cNvSpPr>
              <p:nvPr/>
            </p:nvSpPr>
            <p:spPr>
              <a:xfrm>
                <a:off x="22255758" y="3724275"/>
                <a:ext cx="15379" cy="276225"/>
              </a:xfrm>
              <a:prstGeom prst="rect">
                <a:avLst/>
              </a:prstGeom>
              <a:solidFill>
                <a:srgbClr val="05A076"/>
              </a:solidFill>
              <a:ln w="0">
                <a:noFill/>
                <a:prstDash val="solid"/>
              </a:ln>
            </p:spPr>
          </p:sp>
          <p:sp>
            <p:nvSpPr>
              <p:cNvPr id="2239" name="four:time-step-strips:time-strip-tₙ-cell-67:2239">
                <a:extLst>
                  <a:ext uri="{FF2B5EF4-FFF2-40B4-BE49-F238E27FC236}">
                    <ns2:creationId id="{5A59C18D-EF4B-4781-86B5-A111E5388AFE}"/>
                  </a:ext>
                </a:extLst>
              </p:cNvPr>
              <p:cNvSpPr>
                <a:spLocks noGrp="1"/>
              </p:cNvSpPr>
              <p:nvPr/>
            </p:nvSpPr>
            <p:spPr>
              <a:xfrm>
                <a:off x="22271137" y="3724275"/>
                <a:ext cx="15379" cy="276225"/>
              </a:xfrm>
              <a:prstGeom prst="rect">
                <a:avLst/>
              </a:prstGeom>
              <a:solidFill>
                <a:srgbClr val="009E73"/>
              </a:solidFill>
              <a:ln w="0">
                <a:noFill/>
                <a:prstDash val="solid"/>
              </a:ln>
            </p:spPr>
          </p:sp>
          <p:sp>
            <p:nvSpPr>
              <p:cNvPr id="2240" name="four:time-step-strips:time-strip-tₙ-cell-68:2240">
                <a:extLst>
                  <a:ext uri="{FF2B5EF4-FFF2-40B4-BE49-F238E27FC236}">
                    <ns2:creationId id="{81367A1D-AB52-41B2-B422-C80F762E89F5}"/>
                  </a:ext>
                </a:extLst>
              </p:cNvPr>
              <p:cNvSpPr>
                <a:spLocks noGrp="1"/>
              </p:cNvSpPr>
              <p:nvPr/>
            </p:nvSpPr>
            <p:spPr>
              <a:xfrm>
                <a:off x="22286516" y="3724275"/>
                <a:ext cx="15379" cy="276225"/>
              </a:xfrm>
              <a:prstGeom prst="rect">
                <a:avLst/>
              </a:prstGeom>
              <a:solidFill>
                <a:srgbClr val="009E73"/>
              </a:solidFill>
              <a:ln w="0">
                <a:noFill/>
                <a:prstDash val="solid"/>
              </a:ln>
            </p:spPr>
          </p:sp>
          <p:sp>
            <p:nvSpPr>
              <p:cNvPr id="2241" name="four:time-step-strips:time-strip-tₙ-cell-69:2241">
                <a:extLst>
                  <a:ext uri="{FF2B5EF4-FFF2-40B4-BE49-F238E27FC236}">
                    <ns2:creationId id="{7A4712A0-2900-4097-947A-B5EAA0CC4EA8}"/>
                  </a:ext>
                </a:extLst>
              </p:cNvPr>
              <p:cNvSpPr>
                <a:spLocks noGrp="1"/>
              </p:cNvSpPr>
              <p:nvPr/>
            </p:nvSpPr>
            <p:spPr>
              <a:xfrm>
                <a:off x="22301895" y="3724275"/>
                <a:ext cx="15379" cy="276225"/>
              </a:xfrm>
              <a:prstGeom prst="rect">
                <a:avLst/>
              </a:prstGeom>
              <a:solidFill>
                <a:srgbClr val="009E73"/>
              </a:solidFill>
              <a:ln w="0">
                <a:noFill/>
                <a:prstDash val="solid"/>
              </a:ln>
            </p:spPr>
          </p:sp>
          <p:sp>
            <p:nvSpPr>
              <p:cNvPr id="2242" name="four:time-step-strips:time-strip-tₙ-cell-70:2242">
                <a:extLst>
                  <a:ext uri="{FF2B5EF4-FFF2-40B4-BE49-F238E27FC236}">
                    <ns2:creationId id="{4B54E73E-1657-48BF-94D0-B3263E62B9F5}"/>
                  </a:ext>
                </a:extLst>
              </p:cNvPr>
              <p:cNvSpPr>
                <a:spLocks noGrp="1"/>
              </p:cNvSpPr>
              <p:nvPr/>
            </p:nvSpPr>
            <p:spPr>
              <a:xfrm>
                <a:off x="22317273" y="3724275"/>
                <a:ext cx="15379" cy="276225"/>
              </a:xfrm>
              <a:prstGeom prst="rect">
                <a:avLst/>
              </a:prstGeom>
              <a:solidFill>
                <a:srgbClr val="009E73"/>
              </a:solidFill>
              <a:ln w="0">
                <a:noFill/>
                <a:prstDash val="solid"/>
              </a:ln>
            </p:spPr>
          </p:sp>
          <p:sp>
            <p:nvSpPr>
              <p:cNvPr id="2243" name="four:time-step-strips:time-strip-tₙ-cell-71:2243">
                <a:extLst>
                  <a:ext uri="{FF2B5EF4-FFF2-40B4-BE49-F238E27FC236}">
                    <ns2:creationId id="{D0F0CC2D-905E-40BB-83FB-DF9CB23A66EC}"/>
                  </a:ext>
                </a:extLst>
              </p:cNvPr>
              <p:cNvSpPr>
                <a:spLocks noGrp="1"/>
              </p:cNvSpPr>
              <p:nvPr/>
            </p:nvSpPr>
            <p:spPr>
              <a:xfrm>
                <a:off x="22332652" y="3724275"/>
                <a:ext cx="15379" cy="276225"/>
              </a:xfrm>
              <a:prstGeom prst="rect">
                <a:avLst/>
              </a:prstGeom>
              <a:solidFill>
                <a:srgbClr val="009E73"/>
              </a:solidFill>
              <a:ln w="0">
                <a:noFill/>
                <a:prstDash val="solid"/>
              </a:ln>
            </p:spPr>
          </p:sp>
          <p:sp>
            <p:nvSpPr>
              <p:cNvPr id="2244" name="four:time-step-strips:time-strip-tₙ-cell-72:2244">
                <a:extLst>
                  <a:ext uri="{FF2B5EF4-FFF2-40B4-BE49-F238E27FC236}">
                    <ns2:creationId id="{0AE61585-6B4E-48DA-AE31-6985C57D5C72}"/>
                  </a:ext>
                </a:extLst>
              </p:cNvPr>
              <p:cNvSpPr>
                <a:spLocks noGrp="1"/>
              </p:cNvSpPr>
              <p:nvPr/>
            </p:nvSpPr>
            <p:spPr>
              <a:xfrm>
                <a:off x="22348031" y="3724275"/>
                <a:ext cx="15379" cy="276225"/>
              </a:xfrm>
              <a:prstGeom prst="rect">
                <a:avLst/>
              </a:prstGeom>
              <a:solidFill>
                <a:srgbClr val="009E73"/>
              </a:solidFill>
              <a:ln w="0">
                <a:noFill/>
                <a:prstDash val="solid"/>
              </a:ln>
            </p:spPr>
          </p:sp>
          <p:sp>
            <p:nvSpPr>
              <p:cNvPr id="2245" name="four:time-step-strips:time-strip-tₙ-cell-73:2245">
                <a:extLst>
                  <a:ext uri="{FF2B5EF4-FFF2-40B4-BE49-F238E27FC236}">
                    <ns2:creationId id="{0DBCFA7A-8702-4FB8-B922-162B8B194059}"/>
                  </a:ext>
                </a:extLst>
              </p:cNvPr>
              <p:cNvSpPr>
                <a:spLocks noGrp="1"/>
              </p:cNvSpPr>
              <p:nvPr/>
            </p:nvSpPr>
            <p:spPr>
              <a:xfrm>
                <a:off x="22363410" y="3724275"/>
                <a:ext cx="15379" cy="276225"/>
              </a:xfrm>
              <a:prstGeom prst="rect">
                <a:avLst/>
              </a:prstGeom>
              <a:solidFill>
                <a:srgbClr val="009E73"/>
              </a:solidFill>
              <a:ln w="0">
                <a:noFill/>
                <a:prstDash val="solid"/>
              </a:ln>
            </p:spPr>
          </p:sp>
          <p:sp>
            <p:nvSpPr>
              <p:cNvPr id="2246" name="four:time-step-strips:time-strip-tₙ-cell-74:2246">
                <a:extLst>
                  <a:ext uri="{FF2B5EF4-FFF2-40B4-BE49-F238E27FC236}">
                    <ns2:creationId id="{F8C0F12C-D655-4524-A5F8-04AA57AC38EE}"/>
                  </a:ext>
                </a:extLst>
              </p:cNvPr>
              <p:cNvSpPr>
                <a:spLocks noGrp="1"/>
              </p:cNvSpPr>
              <p:nvPr/>
            </p:nvSpPr>
            <p:spPr>
              <a:xfrm>
                <a:off x="22378789" y="3724275"/>
                <a:ext cx="15379" cy="276225"/>
              </a:xfrm>
              <a:prstGeom prst="rect">
                <a:avLst/>
              </a:prstGeom>
              <a:solidFill>
                <a:srgbClr val="009E73"/>
              </a:solidFill>
              <a:ln w="0">
                <a:noFill/>
                <a:prstDash val="solid"/>
              </a:ln>
            </p:spPr>
          </p:sp>
          <p:sp>
            <p:nvSpPr>
              <p:cNvPr id="2247" name="four:time-step-strips:time-strip-tₙ-cell-75:2247">
                <a:extLst>
                  <a:ext uri="{FF2B5EF4-FFF2-40B4-BE49-F238E27FC236}">
                    <ns2:creationId id="{0846E9C2-78A2-4575-BF33-3335B03B099D}"/>
                  </a:ext>
                </a:extLst>
              </p:cNvPr>
              <p:cNvSpPr>
                <a:spLocks noGrp="1"/>
              </p:cNvSpPr>
              <p:nvPr/>
            </p:nvSpPr>
            <p:spPr>
              <a:xfrm>
                <a:off x="22394168" y="3724275"/>
                <a:ext cx="15379" cy="276225"/>
              </a:xfrm>
              <a:prstGeom prst="rect">
                <a:avLst/>
              </a:prstGeom>
              <a:solidFill>
                <a:srgbClr val="009E73"/>
              </a:solidFill>
              <a:ln w="0">
                <a:noFill/>
                <a:prstDash val="solid"/>
              </a:ln>
            </p:spPr>
          </p:sp>
          <p:sp>
            <p:nvSpPr>
              <p:cNvPr id="2248" name="four:time-step-strips:time-strip-tₙ-cell-76:2248">
                <a:extLst>
                  <a:ext uri="{FF2B5EF4-FFF2-40B4-BE49-F238E27FC236}">
                    <ns2:creationId id="{77D483D7-97AA-4BE1-A559-ACC14DF05375}"/>
                  </a:ext>
                </a:extLst>
              </p:cNvPr>
              <p:cNvSpPr>
                <a:spLocks noGrp="1"/>
              </p:cNvSpPr>
              <p:nvPr/>
            </p:nvSpPr>
            <p:spPr>
              <a:xfrm>
                <a:off x="22409547" y="3724275"/>
                <a:ext cx="15379" cy="276225"/>
              </a:xfrm>
              <a:prstGeom prst="rect">
                <a:avLst/>
              </a:prstGeom>
              <a:solidFill>
                <a:srgbClr val="009E73"/>
              </a:solidFill>
              <a:ln w="0">
                <a:noFill/>
                <a:prstDash val="solid"/>
              </a:ln>
            </p:spPr>
          </p:sp>
          <p:sp>
            <p:nvSpPr>
              <p:cNvPr id="2249" name="four:time-step-strips:time-strip-tₙ-cell-77:2249">
                <a:extLst>
                  <a:ext uri="{FF2B5EF4-FFF2-40B4-BE49-F238E27FC236}">
                    <ns2:creationId id="{B3B29A0A-52A5-4D03-8F85-44C004516AD2}"/>
                  </a:ext>
                </a:extLst>
              </p:cNvPr>
              <p:cNvSpPr>
                <a:spLocks noGrp="1"/>
              </p:cNvSpPr>
              <p:nvPr/>
            </p:nvSpPr>
            <p:spPr>
              <a:xfrm>
                <a:off x="22424926" y="3724275"/>
                <a:ext cx="15379" cy="276225"/>
              </a:xfrm>
              <a:prstGeom prst="rect">
                <a:avLst/>
              </a:prstGeom>
              <a:solidFill>
                <a:srgbClr val="09A178"/>
              </a:solidFill>
              <a:ln w="0">
                <a:noFill/>
                <a:prstDash val="solid"/>
              </a:ln>
            </p:spPr>
          </p:sp>
          <p:sp>
            <p:nvSpPr>
              <p:cNvPr id="2250" name="four:time-step-strips:time-strip-tₙ-cell-78:2250">
                <a:extLst>
                  <a:ext uri="{FF2B5EF4-FFF2-40B4-BE49-F238E27FC236}">
                    <ns2:creationId id="{6EBBCC63-4B25-40FC-BE68-4D90B3366A21}"/>
                  </a:ext>
                </a:extLst>
              </p:cNvPr>
              <p:cNvSpPr>
                <a:spLocks noGrp="1"/>
              </p:cNvSpPr>
              <p:nvPr/>
            </p:nvSpPr>
            <p:spPr>
              <a:xfrm>
                <a:off x="22440305" y="3724275"/>
                <a:ext cx="15379" cy="276225"/>
              </a:xfrm>
              <a:prstGeom prst="rect">
                <a:avLst/>
              </a:prstGeom>
              <a:solidFill>
                <a:srgbClr val="24AA87"/>
              </a:solidFill>
              <a:ln w="0">
                <a:noFill/>
                <a:prstDash val="solid"/>
              </a:ln>
            </p:spPr>
          </p:sp>
          <p:sp>
            <p:nvSpPr>
              <p:cNvPr id="2251" name="four:time-step-strips:time-strip-tₙ-cell-79:2251">
                <a:extLst>
                  <a:ext uri="{FF2B5EF4-FFF2-40B4-BE49-F238E27FC236}">
                    <ns2:creationId id="{69A28D53-5EA8-4506-A264-9B1087301F1F}"/>
                  </a:ext>
                </a:extLst>
              </p:cNvPr>
              <p:cNvSpPr>
                <a:spLocks noGrp="1"/>
              </p:cNvSpPr>
              <p:nvPr/>
            </p:nvSpPr>
            <p:spPr>
              <a:xfrm>
                <a:off x="22455684" y="3724275"/>
                <a:ext cx="15379" cy="276225"/>
              </a:xfrm>
              <a:prstGeom prst="rect">
                <a:avLst/>
              </a:prstGeom>
              <a:solidFill>
                <a:srgbClr val="49B69B"/>
              </a:solidFill>
              <a:ln w="0">
                <a:noFill/>
                <a:prstDash val="solid"/>
              </a:ln>
            </p:spPr>
          </p:sp>
          <p:sp>
            <p:nvSpPr>
              <p:cNvPr id="2252" name="four:time-step-strips:time-strip-tₙ-cell-80:2252">
                <a:extLst>
                  <a:ext uri="{FF2B5EF4-FFF2-40B4-BE49-F238E27FC236}">
                    <ns2:creationId id="{80E1EA0F-71DC-47B7-A816-E39C2F92211D}"/>
                  </a:ext>
                </a:extLst>
              </p:cNvPr>
              <p:cNvSpPr>
                <a:spLocks noGrp="1"/>
              </p:cNvSpPr>
              <p:nvPr/>
            </p:nvSpPr>
            <p:spPr>
              <a:xfrm>
                <a:off x="22471063" y="3724275"/>
                <a:ext cx="15379" cy="276225"/>
              </a:xfrm>
              <a:prstGeom prst="rect">
                <a:avLst/>
              </a:prstGeom>
              <a:solidFill>
                <a:srgbClr val="72C4B2"/>
              </a:solidFill>
              <a:ln w="0">
                <a:noFill/>
                <a:prstDash val="solid"/>
              </a:ln>
            </p:spPr>
          </p:sp>
          <p:sp>
            <p:nvSpPr>
              <p:cNvPr id="2253" name="four:time-step-strips:time-strip-tₙ-cell-81:2253">
                <a:extLst>
                  <a:ext uri="{FF2B5EF4-FFF2-40B4-BE49-F238E27FC236}">
                    <ns2:creationId id="{36C10274-6085-4A0C-AA35-5CE5506FD9EF}"/>
                  </a:ext>
                </a:extLst>
              </p:cNvPr>
              <p:cNvSpPr>
                <a:spLocks noGrp="1"/>
              </p:cNvSpPr>
              <p:nvPr/>
            </p:nvSpPr>
            <p:spPr>
              <a:xfrm>
                <a:off x="22486441" y="3724275"/>
                <a:ext cx="15379" cy="276225"/>
              </a:xfrm>
              <a:prstGeom prst="rect">
                <a:avLst/>
              </a:prstGeom>
              <a:solidFill>
                <a:srgbClr val="9CD3CA"/>
              </a:solidFill>
              <a:ln w="0">
                <a:noFill/>
                <a:prstDash val="solid"/>
              </a:ln>
            </p:spPr>
          </p:sp>
          <p:sp>
            <p:nvSpPr>
              <p:cNvPr id="2254" name="four:time-step-strips:time-strip-tₙ-cell-82:2254">
                <a:extLst>
                  <a:ext uri="{FF2B5EF4-FFF2-40B4-BE49-F238E27FC236}">
                    <ns2:creationId id="{0D6D71C8-66D6-41EC-99BD-7DC65EFFFD40}"/>
                  </a:ext>
                </a:extLst>
              </p:cNvPr>
              <p:cNvSpPr>
                <a:spLocks noGrp="1"/>
              </p:cNvSpPr>
              <p:nvPr/>
            </p:nvSpPr>
            <p:spPr>
              <a:xfrm>
                <a:off x="22501820" y="3724275"/>
                <a:ext cx="15379" cy="276225"/>
              </a:xfrm>
              <a:prstGeom prst="rect">
                <a:avLst/>
              </a:prstGeom>
              <a:solidFill>
                <a:srgbClr val="D3DAE6"/>
              </a:solidFill>
              <a:ln w="0">
                <a:noFill/>
                <a:prstDash val="solid"/>
              </a:ln>
            </p:spPr>
          </p:sp>
          <p:sp>
            <p:nvSpPr>
              <p:cNvPr id="2255" name="four:time-step-strips:time-strip-tₙ-cell-83:2255">
                <a:extLst>
                  <a:ext uri="{FF2B5EF4-FFF2-40B4-BE49-F238E27FC236}">
                    <ns2:creationId id="{964EDED7-B60E-4028-92F5-8268BD8F0789}"/>
                  </a:ext>
                </a:extLst>
              </p:cNvPr>
              <p:cNvSpPr>
                <a:spLocks noGrp="1"/>
              </p:cNvSpPr>
              <p:nvPr/>
            </p:nvSpPr>
            <p:spPr>
              <a:xfrm>
                <a:off x="22517199" y="3724275"/>
                <a:ext cx="15379" cy="276225"/>
              </a:xfrm>
              <a:prstGeom prst="rect">
                <a:avLst/>
              </a:prstGeom>
              <a:solidFill>
                <a:srgbClr val="DAE5EC"/>
              </a:solidFill>
              <a:ln w="0">
                <a:noFill/>
                <a:prstDash val="solid"/>
              </a:ln>
            </p:spPr>
          </p:sp>
          <p:sp>
            <p:nvSpPr>
              <p:cNvPr id="2256" name="four:time-step-strips:time-strip-tₙ-cell-84:2256">
                <a:extLst>
                  <a:ext uri="{FF2B5EF4-FFF2-40B4-BE49-F238E27FC236}">
                    <ns2:creationId id="{3D3FB427-DF24-43DB-864E-5ED4A4FA8F02}"/>
                  </a:ext>
                </a:extLst>
              </p:cNvPr>
              <p:cNvSpPr>
                <a:spLocks noGrp="1"/>
              </p:cNvSpPr>
              <p:nvPr/>
            </p:nvSpPr>
            <p:spPr>
              <a:xfrm>
                <a:off x="22532578" y="3724275"/>
                <a:ext cx="15379" cy="276225"/>
              </a:xfrm>
              <a:prstGeom prst="rect">
                <a:avLst/>
              </a:prstGeom>
              <a:solidFill>
                <a:srgbClr val="DCE8ED"/>
              </a:solidFill>
              <a:ln w="0">
                <a:noFill/>
                <a:prstDash val="solid"/>
              </a:ln>
            </p:spPr>
          </p:sp>
          <p:sp>
            <p:nvSpPr>
              <p:cNvPr id="2257" name="four:time-step-strips:time-strip-tₙ-cell-85:2257">
                <a:extLst>
                  <a:ext uri="{FF2B5EF4-FFF2-40B4-BE49-F238E27FC236}">
                    <ns2:creationId id="{D0AA55DF-551B-4951-A482-2EBBF0A4331B}"/>
                  </a:ext>
                </a:extLst>
              </p:cNvPr>
              <p:cNvSpPr>
                <a:spLocks noGrp="1"/>
              </p:cNvSpPr>
              <p:nvPr/>
            </p:nvSpPr>
            <p:spPr>
              <a:xfrm>
                <a:off x="22547957" y="3724275"/>
                <a:ext cx="15379" cy="276225"/>
              </a:xfrm>
              <a:prstGeom prst="rect">
                <a:avLst/>
              </a:prstGeom>
              <a:solidFill>
                <a:srgbClr val="DCE8ED"/>
              </a:solidFill>
              <a:ln w="0">
                <a:noFill/>
                <a:prstDash val="solid"/>
              </a:ln>
            </p:spPr>
          </p:sp>
          <p:sp>
            <p:nvSpPr>
              <p:cNvPr id="2258" name="four:time-step-strips:time-strip-tₙ-cell-86:2258">
                <a:extLst>
                  <a:ext uri="{FF2B5EF4-FFF2-40B4-BE49-F238E27FC236}">
                    <ns2:creationId id="{B01F4BB2-5E2E-4867-AC61-104C25A94DE7}"/>
                  </a:ext>
                </a:extLst>
              </p:cNvPr>
              <p:cNvSpPr>
                <a:spLocks noGrp="1"/>
              </p:cNvSpPr>
              <p:nvPr/>
            </p:nvSpPr>
            <p:spPr>
              <a:xfrm>
                <a:off x="22563336" y="3724275"/>
                <a:ext cx="15379" cy="276225"/>
              </a:xfrm>
              <a:prstGeom prst="rect">
                <a:avLst/>
              </a:prstGeom>
              <a:solidFill>
                <a:srgbClr val="DCE8ED"/>
              </a:solidFill>
              <a:ln w="0">
                <a:noFill/>
                <a:prstDash val="solid"/>
              </a:ln>
            </p:spPr>
          </p:sp>
          <p:sp>
            <p:nvSpPr>
              <p:cNvPr id="2259" name="four:time-step-strips:time-strip-tₙ-cell-87:2259">
                <a:extLst>
                  <a:ext uri="{FF2B5EF4-FFF2-40B4-BE49-F238E27FC236}">
                    <ns2:creationId id="{2FEE2A30-4A30-4C8C-AA07-175E097DACC7}"/>
                  </a:ext>
                </a:extLst>
              </p:cNvPr>
              <p:cNvSpPr>
                <a:spLocks noGrp="1"/>
              </p:cNvSpPr>
              <p:nvPr/>
            </p:nvSpPr>
            <p:spPr>
              <a:xfrm>
                <a:off x="22578715" y="3724275"/>
                <a:ext cx="15379" cy="276225"/>
              </a:xfrm>
              <a:prstGeom prst="rect">
                <a:avLst/>
              </a:prstGeom>
              <a:solidFill>
                <a:srgbClr val="DCE8ED"/>
              </a:solidFill>
              <a:ln w="0">
                <a:noFill/>
                <a:prstDash val="solid"/>
              </a:ln>
            </p:spPr>
          </p:sp>
          <p:sp>
            <p:nvSpPr>
              <p:cNvPr id="2260" name="four:time-step-strips:time-strip-tₙ-cell-88:2260">
                <a:extLst>
                  <a:ext uri="{FF2B5EF4-FFF2-40B4-BE49-F238E27FC236}">
                    <ns2:creationId id="{90B0C297-79A1-458A-AB9E-6B83A1C7AA4E}"/>
                  </a:ext>
                </a:extLst>
              </p:cNvPr>
              <p:cNvSpPr>
                <a:spLocks noGrp="1"/>
              </p:cNvSpPr>
              <p:nvPr/>
            </p:nvSpPr>
            <p:spPr>
              <a:xfrm>
                <a:off x="22594094" y="3724275"/>
                <a:ext cx="15379" cy="276225"/>
              </a:xfrm>
              <a:prstGeom prst="rect">
                <a:avLst/>
              </a:prstGeom>
              <a:solidFill>
                <a:srgbClr val="DCE8ED"/>
              </a:solidFill>
              <a:ln w="0">
                <a:noFill/>
                <a:prstDash val="solid"/>
              </a:ln>
            </p:spPr>
          </p:sp>
          <p:sp>
            <p:nvSpPr>
              <p:cNvPr id="2261" name="four:time-step-strips:time-strip-tₙ-cell-89:2261">
                <a:extLst>
                  <a:ext uri="{FF2B5EF4-FFF2-40B4-BE49-F238E27FC236}">
                    <ns2:creationId id="{264B4492-F6DA-4700-974C-B9F487134874}"/>
                  </a:ext>
                </a:extLst>
              </p:cNvPr>
              <p:cNvSpPr>
                <a:spLocks noGrp="1"/>
              </p:cNvSpPr>
              <p:nvPr/>
            </p:nvSpPr>
            <p:spPr>
              <a:xfrm>
                <a:off x="22609473" y="3724275"/>
                <a:ext cx="15379" cy="276225"/>
              </a:xfrm>
              <a:prstGeom prst="rect">
                <a:avLst/>
              </a:prstGeom>
              <a:solidFill>
                <a:srgbClr val="DCE8ED"/>
              </a:solidFill>
              <a:ln w="0">
                <a:noFill/>
                <a:prstDash val="solid"/>
              </a:ln>
            </p:spPr>
          </p:sp>
          <p:sp>
            <p:nvSpPr>
              <p:cNvPr id="2262" name="four:time-step-strips:time-strip-tₙ-cell-90:2262">
                <a:extLst>
                  <a:ext uri="{FF2B5EF4-FFF2-40B4-BE49-F238E27FC236}">
                    <ns2:creationId id="{B91D3B56-9121-4342-8ACA-06243E99D295}"/>
                  </a:ext>
                </a:extLst>
              </p:cNvPr>
              <p:cNvSpPr>
                <a:spLocks noGrp="1"/>
              </p:cNvSpPr>
              <p:nvPr/>
            </p:nvSpPr>
            <p:spPr>
              <a:xfrm>
                <a:off x="22624852" y="3724275"/>
                <a:ext cx="15379" cy="276225"/>
              </a:xfrm>
              <a:prstGeom prst="rect">
                <a:avLst/>
              </a:prstGeom>
              <a:solidFill>
                <a:srgbClr val="DCE8ED"/>
              </a:solidFill>
              <a:ln w="0">
                <a:noFill/>
                <a:prstDash val="solid"/>
              </a:ln>
            </p:spPr>
          </p:sp>
          <p:sp>
            <p:nvSpPr>
              <p:cNvPr id="2263" name="four:time-step-strips:time-strip-tₙ-cell-91:2263">
                <a:extLst>
                  <a:ext uri="{FF2B5EF4-FFF2-40B4-BE49-F238E27FC236}">
                    <ns2:creationId id="{AAED5746-7FFD-4EE9-A4EA-FE8C9C2C8B55}"/>
                  </a:ext>
                </a:extLst>
              </p:cNvPr>
              <p:cNvSpPr>
                <a:spLocks noGrp="1"/>
              </p:cNvSpPr>
              <p:nvPr/>
            </p:nvSpPr>
            <p:spPr>
              <a:xfrm>
                <a:off x="22640230" y="3724275"/>
                <a:ext cx="15379" cy="276225"/>
              </a:xfrm>
              <a:prstGeom prst="rect">
                <a:avLst/>
              </a:prstGeom>
              <a:solidFill>
                <a:srgbClr val="DCE8ED"/>
              </a:solidFill>
              <a:ln w="0">
                <a:noFill/>
                <a:prstDash val="solid"/>
              </a:ln>
            </p:spPr>
          </p:sp>
          <p:sp>
            <p:nvSpPr>
              <p:cNvPr id="2264" name="four:time-step-strips:time-strip-tₙ-cell-92:2264">
                <a:extLst>
                  <a:ext uri="{FF2B5EF4-FFF2-40B4-BE49-F238E27FC236}">
                    <ns2:creationId id="{D5390834-6C10-481D-83DA-4544783FB107}"/>
                  </a:ext>
                </a:extLst>
              </p:cNvPr>
              <p:cNvSpPr>
                <a:spLocks noGrp="1"/>
              </p:cNvSpPr>
              <p:nvPr/>
            </p:nvSpPr>
            <p:spPr>
              <a:xfrm>
                <a:off x="22655609" y="3724275"/>
                <a:ext cx="15379" cy="276225"/>
              </a:xfrm>
              <a:prstGeom prst="rect">
                <a:avLst/>
              </a:prstGeom>
              <a:solidFill>
                <a:srgbClr val="DCE8ED"/>
              </a:solidFill>
              <a:ln w="0">
                <a:noFill/>
                <a:prstDash val="solid"/>
              </a:ln>
            </p:spPr>
          </p:sp>
          <p:sp>
            <p:nvSpPr>
              <p:cNvPr id="2265" name="four:time-step-strips:time-strip-tₙ-cell-93:2265">
                <a:extLst>
                  <a:ext uri="{FF2B5EF4-FFF2-40B4-BE49-F238E27FC236}">
                    <ns2:creationId id="{2F15DE8C-A056-4E02-9891-ED54A29DB2EB}"/>
                  </a:ext>
                </a:extLst>
              </p:cNvPr>
              <p:cNvSpPr>
                <a:spLocks noGrp="1"/>
              </p:cNvSpPr>
              <p:nvPr/>
            </p:nvSpPr>
            <p:spPr>
              <a:xfrm>
                <a:off x="22670988" y="3724275"/>
                <a:ext cx="15379" cy="276225"/>
              </a:xfrm>
              <a:prstGeom prst="rect">
                <a:avLst/>
              </a:prstGeom>
              <a:solidFill>
                <a:srgbClr val="DCE8ED"/>
              </a:solidFill>
              <a:ln w="0">
                <a:noFill/>
                <a:prstDash val="solid"/>
              </a:ln>
            </p:spPr>
          </p:sp>
          <p:sp>
            <p:nvSpPr>
              <p:cNvPr id="2266" name="four:time-step-strips:time-strip-tₙ-cell-94:2266">
                <a:extLst>
                  <a:ext uri="{FF2B5EF4-FFF2-40B4-BE49-F238E27FC236}">
                    <ns2:creationId id="{009BFF89-7BE8-4908-9EDF-32634C3665FB}"/>
                  </a:ext>
                </a:extLst>
              </p:cNvPr>
              <p:cNvSpPr>
                <a:spLocks noGrp="1"/>
              </p:cNvSpPr>
              <p:nvPr/>
            </p:nvSpPr>
            <p:spPr>
              <a:xfrm>
                <a:off x="22686367" y="3724275"/>
                <a:ext cx="15379" cy="276225"/>
              </a:xfrm>
              <a:prstGeom prst="rect">
                <a:avLst/>
              </a:prstGeom>
              <a:solidFill>
                <a:srgbClr val="DCE8ED"/>
              </a:solidFill>
              <a:ln w="0">
                <a:noFill/>
                <a:prstDash val="solid"/>
              </a:ln>
            </p:spPr>
          </p:sp>
          <p:sp>
            <p:nvSpPr>
              <p:cNvPr id="2267" name="four:time-step-strips:time-strip-tₙ-cell-95:2267">
                <a:extLst>
                  <a:ext uri="{FF2B5EF4-FFF2-40B4-BE49-F238E27FC236}">
                    <ns2:creationId id="{577855C8-9749-47C6-8E1A-F8B4968329D5}"/>
                  </a:ext>
                </a:extLst>
              </p:cNvPr>
              <p:cNvSpPr>
                <a:spLocks noGrp="1"/>
              </p:cNvSpPr>
              <p:nvPr/>
            </p:nvSpPr>
            <p:spPr>
              <a:xfrm>
                <a:off x="22701746" y="3724275"/>
                <a:ext cx="15379" cy="276225"/>
              </a:xfrm>
              <a:prstGeom prst="rect">
                <a:avLst/>
              </a:prstGeom>
              <a:solidFill>
                <a:srgbClr val="DCE8ED"/>
              </a:solidFill>
              <a:ln w="0">
                <a:noFill/>
                <a:prstDash val="solid"/>
              </a:ln>
            </p:spPr>
          </p:sp>
          <p:sp>
            <p:nvSpPr>
              <p:cNvPr id="2268" name="four:time-step-strips:time-strip-tₙ-cell-96:2268">
                <a:extLst>
                  <a:ext uri="{FF2B5EF4-FFF2-40B4-BE49-F238E27FC236}">
                    <ns2:creationId id="{56EA3DA4-D755-4F51-9EDB-684500612554}"/>
                  </a:ext>
                </a:extLst>
              </p:cNvPr>
              <p:cNvSpPr>
                <a:spLocks noGrp="1"/>
              </p:cNvSpPr>
              <p:nvPr/>
            </p:nvSpPr>
            <p:spPr>
              <a:xfrm>
                <a:off x="22717125" y="3724275"/>
                <a:ext cx="15379" cy="276225"/>
              </a:xfrm>
              <a:prstGeom prst="rect">
                <a:avLst/>
              </a:prstGeom>
              <a:solidFill>
                <a:srgbClr val="DCE8ED"/>
              </a:solidFill>
              <a:ln w="0">
                <a:noFill/>
                <a:prstDash val="solid"/>
              </a:ln>
            </p:spPr>
          </p:sp>
          <p:sp>
            <p:nvSpPr>
              <p:cNvPr id="2269" name="four:time-step-strips:time-strip-tₙ-cell-97:2269">
                <a:extLst>
                  <a:ext uri="{FF2B5EF4-FFF2-40B4-BE49-F238E27FC236}">
                    <ns2:creationId id="{02FE5C03-3043-4473-887E-3FE021432472}"/>
                  </a:ext>
                </a:extLst>
              </p:cNvPr>
              <p:cNvSpPr>
                <a:spLocks noGrp="1"/>
              </p:cNvSpPr>
              <p:nvPr/>
            </p:nvSpPr>
            <p:spPr>
              <a:xfrm>
                <a:off x="22732504" y="3724275"/>
                <a:ext cx="15379" cy="276225"/>
              </a:xfrm>
              <a:prstGeom prst="rect">
                <a:avLst/>
              </a:prstGeom>
              <a:solidFill>
                <a:srgbClr val="DCE8ED"/>
              </a:solidFill>
              <a:ln w="0">
                <a:noFill/>
                <a:prstDash val="solid"/>
              </a:ln>
            </p:spPr>
          </p:sp>
          <p:sp>
            <p:nvSpPr>
              <p:cNvPr id="2270" name="four:time-step-strips:time-strip-tₙ-cell-98:2270">
                <a:extLst>
                  <a:ext uri="{FF2B5EF4-FFF2-40B4-BE49-F238E27FC236}">
                    <ns2:creationId id="{2A46DF89-672D-430A-A119-8DB6D6453A6C}"/>
                  </a:ext>
                </a:extLst>
              </p:cNvPr>
              <p:cNvSpPr>
                <a:spLocks noGrp="1"/>
              </p:cNvSpPr>
              <p:nvPr/>
            </p:nvSpPr>
            <p:spPr>
              <a:xfrm>
                <a:off x="22747883" y="3724275"/>
                <a:ext cx="15379" cy="276225"/>
              </a:xfrm>
              <a:prstGeom prst="rect">
                <a:avLst/>
              </a:prstGeom>
              <a:solidFill>
                <a:srgbClr val="DCE8ED"/>
              </a:solidFill>
              <a:ln w="0">
                <a:noFill/>
                <a:prstDash val="solid"/>
              </a:ln>
            </p:spPr>
          </p:sp>
          <p:sp>
            <p:nvSpPr>
              <p:cNvPr id="2271" name="four:time-step-strips:time-strip-tₙ-cell-99:2271">
                <a:extLst>
                  <a:ext uri="{FF2B5EF4-FFF2-40B4-BE49-F238E27FC236}">
                    <ns2:creationId id="{A96CA2D9-8CB2-4385-AB4F-0661CE23546F}"/>
                  </a:ext>
                </a:extLst>
              </p:cNvPr>
              <p:cNvSpPr>
                <a:spLocks noGrp="1"/>
              </p:cNvSpPr>
              <p:nvPr/>
            </p:nvSpPr>
            <p:spPr>
              <a:xfrm>
                <a:off x="22763262" y="3724275"/>
                <a:ext cx="15379" cy="276225"/>
              </a:xfrm>
              <a:prstGeom prst="rect">
                <a:avLst/>
              </a:prstGeom>
              <a:solidFill>
                <a:srgbClr val="DCE8ED"/>
              </a:solidFill>
              <a:ln w="0">
                <a:noFill/>
                <a:prstDash val="solid"/>
              </a:ln>
            </p:spPr>
          </p:sp>
          <p:sp>
            <p:nvSpPr>
              <p:cNvPr id="2272" name="four:time-step-strips:time-strip-tₙ-cell-100:2272">
                <a:extLst>
                  <a:ext uri="{FF2B5EF4-FFF2-40B4-BE49-F238E27FC236}">
                    <ns2:creationId id="{12B8161B-E0AE-4C4E-98E7-87770923ACD9}"/>
                  </a:ext>
                </a:extLst>
              </p:cNvPr>
              <p:cNvSpPr>
                <a:spLocks noGrp="1"/>
              </p:cNvSpPr>
              <p:nvPr/>
            </p:nvSpPr>
            <p:spPr>
              <a:xfrm>
                <a:off x="22778641" y="3724275"/>
                <a:ext cx="15379" cy="276225"/>
              </a:xfrm>
              <a:prstGeom prst="rect">
                <a:avLst/>
              </a:prstGeom>
              <a:solidFill>
                <a:srgbClr val="DCE8ED"/>
              </a:solidFill>
              <a:ln w="0">
                <a:noFill/>
                <a:prstDash val="solid"/>
              </a:ln>
            </p:spPr>
          </p:sp>
          <p:sp>
            <p:nvSpPr>
              <p:cNvPr id="2273" name="four:time-step-strips:time-strip-tₙ-cell-101:2273">
                <a:extLst>
                  <a:ext uri="{FF2B5EF4-FFF2-40B4-BE49-F238E27FC236}">
                    <ns2:creationId id="{DE20FB4A-7DCB-41E7-A84B-1B1E982EEAC6}"/>
                  </a:ext>
                </a:extLst>
              </p:cNvPr>
              <p:cNvSpPr>
                <a:spLocks noGrp="1"/>
              </p:cNvSpPr>
              <p:nvPr/>
            </p:nvSpPr>
            <p:spPr>
              <a:xfrm>
                <a:off x="22794020" y="3724275"/>
                <a:ext cx="15379" cy="276225"/>
              </a:xfrm>
              <a:prstGeom prst="rect">
                <a:avLst/>
              </a:prstGeom>
              <a:solidFill>
                <a:srgbClr val="DCE8ED"/>
              </a:solidFill>
              <a:ln w="0">
                <a:noFill/>
                <a:prstDash val="solid"/>
              </a:ln>
            </p:spPr>
          </p:sp>
          <p:sp>
            <p:nvSpPr>
              <p:cNvPr id="2274" name="four:time-step-strips:time-strip-tₙ-cell-102:2274">
                <a:extLst>
                  <a:ext uri="{FF2B5EF4-FFF2-40B4-BE49-F238E27FC236}">
                    <ns2:creationId id="{4E102030-E8AF-4E05-9325-A56C120AD474}"/>
                  </a:ext>
                </a:extLst>
              </p:cNvPr>
              <p:cNvSpPr>
                <a:spLocks noGrp="1"/>
              </p:cNvSpPr>
              <p:nvPr/>
            </p:nvSpPr>
            <p:spPr>
              <a:xfrm>
                <a:off x="22809398" y="3724275"/>
                <a:ext cx="15379" cy="276225"/>
              </a:xfrm>
              <a:prstGeom prst="rect">
                <a:avLst/>
              </a:prstGeom>
              <a:solidFill>
                <a:srgbClr val="DCE8ED"/>
              </a:solidFill>
              <a:ln w="0">
                <a:noFill/>
                <a:prstDash val="solid"/>
              </a:ln>
            </p:spPr>
          </p:sp>
          <p:sp>
            <p:nvSpPr>
              <p:cNvPr id="2275" name="four:time-step-strips:time-strip-tₙ-cell-103:2275">
                <a:extLst>
                  <a:ext uri="{FF2B5EF4-FFF2-40B4-BE49-F238E27FC236}">
                    <ns2:creationId id="{5B8EBF67-4409-45D8-A8B0-534F0196559B}"/>
                  </a:ext>
                </a:extLst>
              </p:cNvPr>
              <p:cNvSpPr>
                <a:spLocks noGrp="1"/>
              </p:cNvSpPr>
              <p:nvPr/>
            </p:nvSpPr>
            <p:spPr>
              <a:xfrm>
                <a:off x="22824777" y="3724275"/>
                <a:ext cx="15379" cy="276225"/>
              </a:xfrm>
              <a:prstGeom prst="rect">
                <a:avLst/>
              </a:prstGeom>
              <a:solidFill>
                <a:srgbClr val="DCE8ED"/>
              </a:solidFill>
              <a:ln w="0">
                <a:noFill/>
                <a:prstDash val="solid"/>
              </a:ln>
            </p:spPr>
          </p:sp>
          <p:sp>
            <p:nvSpPr>
              <p:cNvPr id="2276" name="four:time-step-strips:time-strip-tₙ-cell-104:2276">
                <a:extLst>
                  <a:ext uri="{FF2B5EF4-FFF2-40B4-BE49-F238E27FC236}">
                    <ns2:creationId id="{AE485D9F-5BB6-4099-8E5C-41ACB1F9BF80}"/>
                  </a:ext>
                </a:extLst>
              </p:cNvPr>
              <p:cNvSpPr>
                <a:spLocks noGrp="1"/>
              </p:cNvSpPr>
              <p:nvPr/>
            </p:nvSpPr>
            <p:spPr>
              <a:xfrm>
                <a:off x="22840156" y="3724275"/>
                <a:ext cx="15379" cy="276225"/>
              </a:xfrm>
              <a:prstGeom prst="rect">
                <a:avLst/>
              </a:prstGeom>
              <a:solidFill>
                <a:srgbClr val="DCE8ED"/>
              </a:solidFill>
              <a:ln w="0">
                <a:noFill/>
                <a:prstDash val="solid"/>
              </a:ln>
            </p:spPr>
          </p:sp>
          <p:sp>
            <p:nvSpPr>
              <p:cNvPr id="2277" name="four:time-step-strips:time-strip-tₙ-cell-105:2277">
                <a:extLst>
                  <a:ext uri="{FF2B5EF4-FFF2-40B4-BE49-F238E27FC236}">
                    <ns2:creationId id="{6895E19B-7FE6-4CF8-885C-7EC40A43398D}"/>
                  </a:ext>
                </a:extLst>
              </p:cNvPr>
              <p:cNvSpPr>
                <a:spLocks noGrp="1"/>
              </p:cNvSpPr>
              <p:nvPr/>
            </p:nvSpPr>
            <p:spPr>
              <a:xfrm>
                <a:off x="22855535" y="3724275"/>
                <a:ext cx="15379" cy="276225"/>
              </a:xfrm>
              <a:prstGeom prst="rect">
                <a:avLst/>
              </a:prstGeom>
              <a:solidFill>
                <a:srgbClr val="DCE8ED"/>
              </a:solidFill>
              <a:ln w="0">
                <a:noFill/>
                <a:prstDash val="solid"/>
              </a:ln>
            </p:spPr>
          </p:sp>
          <p:sp>
            <p:nvSpPr>
              <p:cNvPr id="2278" name="four:time-step-strips:time-strip-tₙ-cell-106:2278">
                <a:extLst>
                  <a:ext uri="{FF2B5EF4-FFF2-40B4-BE49-F238E27FC236}">
                    <ns2:creationId id="{6EE9EF21-66BC-429A-A093-F6F2619A2D2B}"/>
                  </a:ext>
                </a:extLst>
              </p:cNvPr>
              <p:cNvSpPr>
                <a:spLocks noGrp="1"/>
              </p:cNvSpPr>
              <p:nvPr/>
            </p:nvSpPr>
            <p:spPr>
              <a:xfrm>
                <a:off x="22870914" y="3724275"/>
                <a:ext cx="15379" cy="276225"/>
              </a:xfrm>
              <a:prstGeom prst="rect">
                <a:avLst/>
              </a:prstGeom>
              <a:solidFill>
                <a:srgbClr val="DCE8ED"/>
              </a:solidFill>
              <a:ln w="0">
                <a:noFill/>
                <a:prstDash val="solid"/>
              </a:ln>
            </p:spPr>
          </p:sp>
          <p:sp>
            <p:nvSpPr>
              <p:cNvPr id="2279" name="four:time-step-strips:time-strip-tₙ-cell-107:2279">
                <a:extLst>
                  <a:ext uri="{FF2B5EF4-FFF2-40B4-BE49-F238E27FC236}">
                    <ns2:creationId id="{1EE5B499-AA7A-4701-AF98-1BFEF57AEFEF}"/>
                  </a:ext>
                </a:extLst>
              </p:cNvPr>
              <p:cNvSpPr>
                <a:spLocks noGrp="1"/>
              </p:cNvSpPr>
              <p:nvPr/>
            </p:nvSpPr>
            <p:spPr>
              <a:xfrm>
                <a:off x="22886293" y="3724275"/>
                <a:ext cx="15379" cy="276225"/>
              </a:xfrm>
              <a:prstGeom prst="rect">
                <a:avLst/>
              </a:prstGeom>
              <a:solidFill>
                <a:srgbClr val="DCE8ED"/>
              </a:solidFill>
              <a:ln w="0">
                <a:noFill/>
                <a:prstDash val="solid"/>
              </a:ln>
            </p:spPr>
          </p:sp>
          <p:sp>
            <p:nvSpPr>
              <p:cNvPr id="2280" name="four:time-step-strips:time-strip-tₙ-cell-108:2280">
                <a:extLst>
                  <a:ext uri="{FF2B5EF4-FFF2-40B4-BE49-F238E27FC236}">
                    <ns2:creationId id="{7D48E3DB-808F-4D4F-BB58-6B39CF6EDD4F}"/>
                  </a:ext>
                </a:extLst>
              </p:cNvPr>
              <p:cNvSpPr>
                <a:spLocks noGrp="1"/>
              </p:cNvSpPr>
              <p:nvPr/>
            </p:nvSpPr>
            <p:spPr>
              <a:xfrm>
                <a:off x="22901672" y="3724275"/>
                <a:ext cx="15379" cy="276225"/>
              </a:xfrm>
              <a:prstGeom prst="rect">
                <a:avLst/>
              </a:prstGeom>
              <a:solidFill>
                <a:srgbClr val="DCE8ED"/>
              </a:solidFill>
              <a:ln w="0">
                <a:noFill/>
                <a:prstDash val="solid"/>
              </a:ln>
            </p:spPr>
          </p:sp>
          <p:sp>
            <p:nvSpPr>
              <p:cNvPr id="2281" name="four:time-step-strips:time-strip-tₙ-cell-109:2281">
                <a:extLst>
                  <a:ext uri="{FF2B5EF4-FFF2-40B4-BE49-F238E27FC236}">
                    <ns2:creationId id="{E475D50B-77F0-4332-9AE0-BB5F5107C5C0}"/>
                  </a:ext>
                </a:extLst>
              </p:cNvPr>
              <p:cNvSpPr>
                <a:spLocks noGrp="1"/>
              </p:cNvSpPr>
              <p:nvPr/>
            </p:nvSpPr>
            <p:spPr>
              <a:xfrm>
                <a:off x="22917051" y="3724275"/>
                <a:ext cx="15379" cy="276225"/>
              </a:xfrm>
              <a:prstGeom prst="rect">
                <a:avLst/>
              </a:prstGeom>
              <a:solidFill>
                <a:srgbClr val="DCE8ED"/>
              </a:solidFill>
              <a:ln w="0">
                <a:noFill/>
                <a:prstDash val="solid"/>
              </a:ln>
            </p:spPr>
          </p:sp>
          <p:sp>
            <p:nvSpPr>
              <p:cNvPr id="2282" name="four:time-step-strips:time-strip-tₙ-cell-110:2282">
                <a:extLst>
                  <a:ext uri="{FF2B5EF4-FFF2-40B4-BE49-F238E27FC236}">
                    <ns2:creationId id="{4237FDF6-C5D1-402F-BFC6-1C7400C0EAA0}"/>
                  </a:ext>
                </a:extLst>
              </p:cNvPr>
              <p:cNvSpPr>
                <a:spLocks noGrp="1"/>
              </p:cNvSpPr>
              <p:nvPr/>
            </p:nvSpPr>
            <p:spPr>
              <a:xfrm>
                <a:off x="22932430" y="3724275"/>
                <a:ext cx="15379" cy="276225"/>
              </a:xfrm>
              <a:prstGeom prst="rect">
                <a:avLst/>
              </a:prstGeom>
              <a:solidFill>
                <a:srgbClr val="DBE7ED"/>
              </a:solidFill>
              <a:ln w="0">
                <a:noFill/>
                <a:prstDash val="solid"/>
              </a:ln>
            </p:spPr>
          </p:sp>
          <p:sp>
            <p:nvSpPr>
              <p:cNvPr id="2283" name="four:time-step-strips:time-strip-tₙ-cell-111:2283">
                <a:extLst>
                  <a:ext uri="{FF2B5EF4-FFF2-40B4-BE49-F238E27FC236}">
                    <ns2:creationId id="{65C92F23-3F24-428D-B35A-2876BD87F0D5}"/>
                  </a:ext>
                </a:extLst>
              </p:cNvPr>
              <p:cNvSpPr>
                <a:spLocks noGrp="1"/>
              </p:cNvSpPr>
              <p:nvPr/>
            </p:nvSpPr>
            <p:spPr>
              <a:xfrm>
                <a:off x="22947809" y="3724275"/>
                <a:ext cx="15379" cy="276225"/>
              </a:xfrm>
              <a:prstGeom prst="rect">
                <a:avLst/>
              </a:prstGeom>
              <a:solidFill>
                <a:srgbClr val="D0E0E7"/>
              </a:solidFill>
              <a:ln w="0">
                <a:noFill/>
                <a:prstDash val="solid"/>
              </a:ln>
            </p:spPr>
          </p:sp>
          <p:sp>
            <p:nvSpPr>
              <p:cNvPr id="2284" name="four:time-step-strips:time-strip-tₙ-cell-112:2284">
                <a:extLst>
                  <a:ext uri="{FF2B5EF4-FFF2-40B4-BE49-F238E27FC236}">
                    <ns2:creationId id="{AD05669B-1F03-49ED-9370-A0D7A91C6E9A}"/>
                  </a:ext>
                </a:extLst>
              </p:cNvPr>
              <p:cNvSpPr>
                <a:spLocks noGrp="1"/>
              </p:cNvSpPr>
              <p:nvPr/>
            </p:nvSpPr>
            <p:spPr>
              <a:xfrm>
                <a:off x="22963188" y="3724275"/>
                <a:ext cx="15379" cy="276225"/>
              </a:xfrm>
              <a:prstGeom prst="rect">
                <a:avLst/>
              </a:prstGeom>
              <a:solidFill>
                <a:srgbClr val="ABCEE0"/>
              </a:solidFill>
              <a:ln w="0">
                <a:noFill/>
                <a:prstDash val="solid"/>
              </a:ln>
            </p:spPr>
          </p:sp>
          <p:sp>
            <p:nvSpPr>
              <p:cNvPr id="2285" name="four:time-step-strips:time-strip-tₙ-cell-113:2285">
                <a:extLst>
                  <a:ext uri="{FF2B5EF4-FFF2-40B4-BE49-F238E27FC236}">
                    <ns2:creationId id="{B73E04B0-A823-488C-BB76-4DED143C8A95}"/>
                  </a:ext>
                </a:extLst>
              </p:cNvPr>
              <p:cNvSpPr>
                <a:spLocks noGrp="1"/>
              </p:cNvSpPr>
              <p:nvPr/>
            </p:nvSpPr>
            <p:spPr>
              <a:xfrm>
                <a:off x="22978566" y="3724275"/>
                <a:ext cx="15379" cy="276225"/>
              </a:xfrm>
              <a:prstGeom prst="rect">
                <a:avLst/>
              </a:prstGeom>
              <a:solidFill>
                <a:srgbClr val="84B9D5"/>
              </a:solidFill>
              <a:ln w="0">
                <a:noFill/>
                <a:prstDash val="solid"/>
              </a:ln>
            </p:spPr>
          </p:sp>
          <p:sp>
            <p:nvSpPr>
              <p:cNvPr id="2286" name="four:time-step-strips:time-strip-tₙ-cell-114:2286">
                <a:extLst>
                  <a:ext uri="{FF2B5EF4-FFF2-40B4-BE49-F238E27FC236}">
                    <ns2:creationId id="{A179074B-CDAF-421D-BEEC-410141B7F23C}"/>
                  </a:ext>
                </a:extLst>
              </p:cNvPr>
              <p:cNvSpPr>
                <a:spLocks noGrp="1"/>
              </p:cNvSpPr>
              <p:nvPr/>
            </p:nvSpPr>
            <p:spPr>
              <a:xfrm>
                <a:off x="22993945" y="3724275"/>
                <a:ext cx="15379" cy="276225"/>
              </a:xfrm>
              <a:prstGeom prst="rect">
                <a:avLst/>
              </a:prstGeom>
              <a:solidFill>
                <a:srgbClr val="58A1CA"/>
              </a:solidFill>
              <a:ln w="0">
                <a:noFill/>
                <a:prstDash val="solid"/>
              </a:ln>
            </p:spPr>
          </p:sp>
          <p:sp>
            <p:nvSpPr>
              <p:cNvPr id="2287" name="four:time-step-strips:time-strip-tₙ-cell-115:2287">
                <a:extLst>
                  <a:ext uri="{FF2B5EF4-FFF2-40B4-BE49-F238E27FC236}">
                    <ns2:creationId id="{FB5B216C-1833-43D8-A6E3-C4199E20D725}"/>
                  </a:ext>
                </a:extLst>
              </p:cNvPr>
              <p:cNvSpPr>
                <a:spLocks noGrp="1"/>
              </p:cNvSpPr>
              <p:nvPr/>
            </p:nvSpPr>
            <p:spPr>
              <a:xfrm>
                <a:off x="23009324" y="3724275"/>
                <a:ext cx="15379" cy="276225"/>
              </a:xfrm>
              <a:prstGeom prst="rect">
                <a:avLst/>
              </a:prstGeom>
              <a:solidFill>
                <a:srgbClr val="318CBF"/>
              </a:solidFill>
              <a:ln w="0">
                <a:noFill/>
                <a:prstDash val="solid"/>
              </a:ln>
            </p:spPr>
          </p:sp>
          <p:sp>
            <p:nvSpPr>
              <p:cNvPr id="2288" name="four:time-step-strips:time-strip-tₙ-cell-116:2288">
                <a:extLst>
                  <a:ext uri="{FF2B5EF4-FFF2-40B4-BE49-F238E27FC236}">
                    <ns2:creationId id="{DDF0EDC2-BE72-40B0-A272-3BB607EA9316}"/>
                  </a:ext>
                </a:extLst>
              </p:cNvPr>
              <p:cNvSpPr>
                <a:spLocks noGrp="1"/>
              </p:cNvSpPr>
              <p:nvPr/>
            </p:nvSpPr>
            <p:spPr>
              <a:xfrm>
                <a:off x="23024703" y="3724275"/>
                <a:ext cx="15379" cy="276225"/>
              </a:xfrm>
              <a:prstGeom prst="rect">
                <a:avLst/>
              </a:prstGeom>
              <a:solidFill>
                <a:srgbClr val="127CB7"/>
              </a:solidFill>
              <a:ln w="0">
                <a:noFill/>
                <a:prstDash val="solid"/>
              </a:ln>
            </p:spPr>
          </p:sp>
          <p:sp>
            <p:nvSpPr>
              <p:cNvPr id="2289" name="four:time-step-strips:time-strip-tₙ-cell-117:2289">
                <a:extLst>
                  <a:ext uri="{FF2B5EF4-FFF2-40B4-BE49-F238E27FC236}">
                    <ns2:creationId id="{C64D1D0D-5210-4EA1-9248-1AE4E66296B7}"/>
                  </a:ext>
                </a:extLst>
              </p:cNvPr>
              <p:cNvSpPr>
                <a:spLocks noGrp="1"/>
              </p:cNvSpPr>
              <p:nvPr/>
            </p:nvSpPr>
            <p:spPr>
              <a:xfrm>
                <a:off x="23040082" y="3724275"/>
                <a:ext cx="15379" cy="276225"/>
              </a:xfrm>
              <a:prstGeom prst="rect">
                <a:avLst/>
              </a:prstGeom>
              <a:solidFill>
                <a:srgbClr val="0173B2"/>
              </a:solidFill>
              <a:ln w="0">
                <a:noFill/>
                <a:prstDash val="solid"/>
              </a:ln>
            </p:spPr>
          </p:sp>
          <p:sp>
            <p:nvSpPr>
              <p:cNvPr id="2290" name="four:time-step-strips:time-strip-tₙ-cell-118:2290">
                <a:extLst>
                  <a:ext uri="{FF2B5EF4-FFF2-40B4-BE49-F238E27FC236}">
                    <ns2:creationId id="{2543C61D-3F13-4712-B58B-8C05D351CE48}"/>
                  </a:ext>
                </a:extLst>
              </p:cNvPr>
              <p:cNvSpPr>
                <a:spLocks noGrp="1"/>
              </p:cNvSpPr>
              <p:nvPr/>
            </p:nvSpPr>
            <p:spPr>
              <a:xfrm>
                <a:off x="23055461" y="3724275"/>
                <a:ext cx="15379" cy="276225"/>
              </a:xfrm>
              <a:prstGeom prst="rect">
                <a:avLst/>
              </a:prstGeom>
              <a:solidFill>
                <a:srgbClr val="0072B2"/>
              </a:solidFill>
              <a:ln w="0">
                <a:noFill/>
                <a:prstDash val="solid"/>
              </a:ln>
            </p:spPr>
          </p:sp>
          <p:sp>
            <p:nvSpPr>
              <p:cNvPr id="2291" name="four:time-step-strips:time-strip-tₙ-cell-119:2291">
                <a:extLst>
                  <a:ext uri="{FF2B5EF4-FFF2-40B4-BE49-F238E27FC236}">
                    <ns2:creationId id="{19CF8EDA-9D95-4193-84A1-8441EFE427CD}"/>
                  </a:ext>
                </a:extLst>
              </p:cNvPr>
              <p:cNvSpPr>
                <a:spLocks noGrp="1"/>
              </p:cNvSpPr>
              <p:nvPr/>
            </p:nvSpPr>
            <p:spPr>
              <a:xfrm>
                <a:off x="23070840" y="3724275"/>
                <a:ext cx="15379" cy="276225"/>
              </a:xfrm>
              <a:prstGeom prst="rect">
                <a:avLst/>
              </a:prstGeom>
              <a:solidFill>
                <a:srgbClr val="0072B2"/>
              </a:solidFill>
              <a:ln w="0">
                <a:noFill/>
                <a:prstDash val="solid"/>
              </a:ln>
            </p:spPr>
          </p:sp>
          <p:sp>
            <p:nvSpPr>
              <p:cNvPr id="2292" name="four:time-step-strips:time-strip-tₙ-cell-120:2292">
                <a:extLst>
                  <a:ext uri="{FF2B5EF4-FFF2-40B4-BE49-F238E27FC236}">
                    <ns2:creationId id="{1608AE55-C115-4EC7-A27B-043E2E814EA5}"/>
                  </a:ext>
                </a:extLst>
              </p:cNvPr>
              <p:cNvSpPr>
                <a:spLocks noGrp="1"/>
              </p:cNvSpPr>
              <p:nvPr/>
            </p:nvSpPr>
            <p:spPr>
              <a:xfrm>
                <a:off x="23086219" y="3724275"/>
                <a:ext cx="15379" cy="276225"/>
              </a:xfrm>
              <a:prstGeom prst="rect">
                <a:avLst/>
              </a:prstGeom>
              <a:solidFill>
                <a:srgbClr val="0072B2"/>
              </a:solidFill>
              <a:ln w="0">
                <a:noFill/>
                <a:prstDash val="solid"/>
              </a:ln>
            </p:spPr>
          </p:sp>
          <p:sp>
            <p:nvSpPr>
              <p:cNvPr id="2293" name="four:time-step-strips:time-strip-tₙ-cell-121:2293">
                <a:extLst>
                  <a:ext uri="{FF2B5EF4-FFF2-40B4-BE49-F238E27FC236}">
                    <ns2:creationId id="{D80B2C96-E3A7-41AA-A781-5FFA3C14E5BC}"/>
                  </a:ext>
                </a:extLst>
              </p:cNvPr>
              <p:cNvSpPr>
                <a:spLocks noGrp="1"/>
              </p:cNvSpPr>
              <p:nvPr/>
            </p:nvSpPr>
            <p:spPr>
              <a:xfrm>
                <a:off x="23101598" y="3724275"/>
                <a:ext cx="15379" cy="276225"/>
              </a:xfrm>
              <a:prstGeom prst="rect">
                <a:avLst/>
              </a:prstGeom>
              <a:solidFill>
                <a:srgbClr val="0072B2"/>
              </a:solidFill>
              <a:ln w="0">
                <a:noFill/>
                <a:prstDash val="solid"/>
              </a:ln>
            </p:spPr>
          </p:sp>
          <p:sp>
            <p:nvSpPr>
              <p:cNvPr id="2294" name="four:time-step-strips:time-strip-tₙ-cell-122:2294">
                <a:extLst>
                  <a:ext uri="{FF2B5EF4-FFF2-40B4-BE49-F238E27FC236}">
                    <ns2:creationId id="{A4BC20D0-5BFE-4C6C-8245-AE9EDF225A58}"/>
                  </a:ext>
                </a:extLst>
              </p:cNvPr>
              <p:cNvSpPr>
                <a:spLocks noGrp="1"/>
              </p:cNvSpPr>
              <p:nvPr/>
            </p:nvSpPr>
            <p:spPr>
              <a:xfrm>
                <a:off x="23116977" y="3724275"/>
                <a:ext cx="15379" cy="276225"/>
              </a:xfrm>
              <a:prstGeom prst="rect">
                <a:avLst/>
              </a:prstGeom>
              <a:solidFill>
                <a:srgbClr val="0072B2"/>
              </a:solidFill>
              <a:ln w="0">
                <a:noFill/>
                <a:prstDash val="solid"/>
              </a:ln>
            </p:spPr>
          </p:sp>
          <p:sp>
            <p:nvSpPr>
              <p:cNvPr id="2295" name="four:time-step-strips:time-strip-tₙ-cell-123:2295">
                <a:extLst>
                  <a:ext uri="{FF2B5EF4-FFF2-40B4-BE49-F238E27FC236}">
                    <ns2:creationId id="{ADEFACF7-A2DB-4D71-909E-1DD642D3D1ED}"/>
                  </a:ext>
                </a:extLst>
              </p:cNvPr>
              <p:cNvSpPr>
                <a:spLocks noGrp="1"/>
              </p:cNvSpPr>
              <p:nvPr/>
            </p:nvSpPr>
            <p:spPr>
              <a:xfrm>
                <a:off x="23132355" y="3724275"/>
                <a:ext cx="15379" cy="276225"/>
              </a:xfrm>
              <a:prstGeom prst="rect">
                <a:avLst/>
              </a:prstGeom>
              <a:solidFill>
                <a:srgbClr val="0072B2"/>
              </a:solidFill>
              <a:ln w="0">
                <a:noFill/>
                <a:prstDash val="solid"/>
              </a:ln>
            </p:spPr>
          </p:sp>
          <p:sp>
            <p:nvSpPr>
              <p:cNvPr id="2296" name="four:time-step-strips:time-strip-tₙ-cell-124:2296">
                <a:extLst>
                  <a:ext uri="{FF2B5EF4-FFF2-40B4-BE49-F238E27FC236}">
                    <ns2:creationId id="{3E4D88C5-7D9C-4164-A733-A73B6A8AB4C2}"/>
                  </a:ext>
                </a:extLst>
              </p:cNvPr>
              <p:cNvSpPr>
                <a:spLocks noGrp="1"/>
              </p:cNvSpPr>
              <p:nvPr/>
            </p:nvSpPr>
            <p:spPr>
              <a:xfrm>
                <a:off x="23147734" y="3724275"/>
                <a:ext cx="15379" cy="276225"/>
              </a:xfrm>
              <a:prstGeom prst="rect">
                <a:avLst/>
              </a:prstGeom>
              <a:solidFill>
                <a:srgbClr val="0072B2"/>
              </a:solidFill>
              <a:ln w="0">
                <a:noFill/>
                <a:prstDash val="solid"/>
              </a:ln>
            </p:spPr>
          </p:sp>
          <p:sp>
            <p:nvSpPr>
              <p:cNvPr id="2297" name="four:time-step-strips:time-strip-tₙ-cell-125:2297">
                <a:extLst>
                  <a:ext uri="{FF2B5EF4-FFF2-40B4-BE49-F238E27FC236}">
                    <ns2:creationId id="{026B5AF6-BEB2-4C14-8DE0-7EA934B1034D}"/>
                  </a:ext>
                </a:extLst>
              </p:cNvPr>
              <p:cNvSpPr>
                <a:spLocks noGrp="1"/>
              </p:cNvSpPr>
              <p:nvPr/>
            </p:nvSpPr>
            <p:spPr>
              <a:xfrm>
                <a:off x="23163113" y="3724275"/>
                <a:ext cx="15379" cy="276225"/>
              </a:xfrm>
              <a:prstGeom prst="rect">
                <a:avLst/>
              </a:prstGeom>
              <a:solidFill>
                <a:srgbClr val="0072B2"/>
              </a:solidFill>
              <a:ln w="0">
                <a:noFill/>
                <a:prstDash val="solid"/>
              </a:ln>
            </p:spPr>
          </p:sp>
          <p:sp>
            <p:nvSpPr>
              <p:cNvPr id="2298" name="four:time-step-strips:time-strip-tₙ-cell-126:2298">
                <a:extLst>
                  <a:ext uri="{FF2B5EF4-FFF2-40B4-BE49-F238E27FC236}">
                    <ns2:creationId id="{ABC0BE29-D90D-46A5-A22F-A854FE680708}"/>
                  </a:ext>
                </a:extLst>
              </p:cNvPr>
              <p:cNvSpPr>
                <a:spLocks noGrp="1"/>
              </p:cNvSpPr>
              <p:nvPr/>
            </p:nvSpPr>
            <p:spPr>
              <a:xfrm>
                <a:off x="23178492" y="3724275"/>
                <a:ext cx="15379" cy="276225"/>
              </a:xfrm>
              <a:prstGeom prst="rect">
                <a:avLst/>
              </a:prstGeom>
              <a:solidFill>
                <a:srgbClr val="0072B2"/>
              </a:solidFill>
              <a:ln w="0">
                <a:noFill/>
                <a:prstDash val="solid"/>
              </a:ln>
            </p:spPr>
          </p:sp>
          <p:sp>
            <p:nvSpPr>
              <p:cNvPr id="2299" name="four:time-step-strips:time-strip-tₙ-cell-127:2299">
                <a:extLst>
                  <a:ext uri="{FF2B5EF4-FFF2-40B4-BE49-F238E27FC236}">
                    <ns2:creationId id="{B4AF910A-F28F-4215-96A5-B9971C80B796}"/>
                  </a:ext>
                </a:extLst>
              </p:cNvPr>
              <p:cNvSpPr>
                <a:spLocks noGrp="1"/>
              </p:cNvSpPr>
              <p:nvPr/>
            </p:nvSpPr>
            <p:spPr>
              <a:xfrm>
                <a:off x="23193871" y="3724275"/>
                <a:ext cx="15379" cy="276225"/>
              </a:xfrm>
              <a:prstGeom prst="rect">
                <a:avLst/>
              </a:prstGeom>
              <a:solidFill>
                <a:srgbClr val="0072B2"/>
              </a:solidFill>
              <a:ln w="0">
                <a:noFill/>
                <a:prstDash val="solid"/>
              </a:ln>
            </p:spPr>
          </p:sp>
          <p:sp>
            <p:nvSpPr>
              <p:cNvPr id="2300" name="four:time-step-strips:time-strip-tₙ-cell-128:2300">
                <a:extLst>
                  <a:ext uri="{FF2B5EF4-FFF2-40B4-BE49-F238E27FC236}">
                    <ns2:creationId id="{7D9E10E7-8129-4806-9AD8-4E936A5E8A9C}"/>
                  </a:ext>
                </a:extLst>
              </p:cNvPr>
              <p:cNvSpPr>
                <a:spLocks noGrp="1"/>
              </p:cNvSpPr>
              <p:nvPr/>
            </p:nvSpPr>
            <p:spPr>
              <a:xfrm>
                <a:off x="23209250" y="3724275"/>
                <a:ext cx="15379" cy="276225"/>
              </a:xfrm>
              <a:prstGeom prst="rect">
                <a:avLst/>
              </a:prstGeom>
              <a:solidFill>
                <a:srgbClr val="0072B2"/>
              </a:solidFill>
              <a:ln w="0">
                <a:noFill/>
                <a:prstDash val="solid"/>
              </a:ln>
            </p:spPr>
          </p:sp>
          <p:sp>
            <p:nvSpPr>
              <p:cNvPr id="2301" name="four:time-step-strips:time-strip-tₙ-cell-129:2301">
                <a:extLst>
                  <a:ext uri="{FF2B5EF4-FFF2-40B4-BE49-F238E27FC236}">
                    <ns2:creationId id="{981283BB-640D-4281-9521-A5AA21B82BA0}"/>
                  </a:ext>
                </a:extLst>
              </p:cNvPr>
              <p:cNvSpPr>
                <a:spLocks noGrp="1"/>
              </p:cNvSpPr>
              <p:nvPr/>
            </p:nvSpPr>
            <p:spPr>
              <a:xfrm>
                <a:off x="23224629" y="3724275"/>
                <a:ext cx="15379" cy="276225"/>
              </a:xfrm>
              <a:prstGeom prst="rect">
                <a:avLst/>
              </a:prstGeom>
              <a:solidFill>
                <a:srgbClr val="0072B2"/>
              </a:solidFill>
              <a:ln w="0">
                <a:noFill/>
                <a:prstDash val="solid"/>
              </a:ln>
            </p:spPr>
          </p:sp>
          <p:sp>
            <p:nvSpPr>
              <p:cNvPr id="2302" name="four:time-step-strips:time-strip-tₙ-cell-130:2302">
                <a:extLst>
                  <a:ext uri="{FF2B5EF4-FFF2-40B4-BE49-F238E27FC236}">
                    <ns2:creationId id="{554745A5-D475-48DA-9E59-828893B0C7C4}"/>
                  </a:ext>
                </a:extLst>
              </p:cNvPr>
              <p:cNvSpPr>
                <a:spLocks noGrp="1"/>
              </p:cNvSpPr>
              <p:nvPr/>
            </p:nvSpPr>
            <p:spPr>
              <a:xfrm>
                <a:off x="23240008" y="3724275"/>
                <a:ext cx="15379" cy="276225"/>
              </a:xfrm>
              <a:prstGeom prst="rect">
                <a:avLst/>
              </a:prstGeom>
              <a:solidFill>
                <a:srgbClr val="0072B2"/>
              </a:solidFill>
              <a:ln w="0">
                <a:noFill/>
                <a:prstDash val="solid"/>
              </a:ln>
            </p:spPr>
          </p:sp>
          <p:sp>
            <p:nvSpPr>
              <p:cNvPr id="2303" name="four:time-step-strips:time-strip-tₙ-cell-131:2303">
                <a:extLst>
                  <a:ext uri="{FF2B5EF4-FFF2-40B4-BE49-F238E27FC236}">
                    <ns2:creationId id="{B27685BE-316E-4B3D-B0E1-CA572B98B669}"/>
                  </a:ext>
                </a:extLst>
              </p:cNvPr>
              <p:cNvSpPr>
                <a:spLocks noGrp="1"/>
              </p:cNvSpPr>
              <p:nvPr/>
            </p:nvSpPr>
            <p:spPr>
              <a:xfrm>
                <a:off x="23255387" y="3724275"/>
                <a:ext cx="15379" cy="276225"/>
              </a:xfrm>
              <a:prstGeom prst="rect">
                <a:avLst/>
              </a:prstGeom>
              <a:solidFill>
                <a:srgbClr val="0072B2"/>
              </a:solidFill>
              <a:ln w="0">
                <a:noFill/>
                <a:prstDash val="solid"/>
              </a:ln>
            </p:spPr>
          </p:sp>
          <p:sp>
            <p:nvSpPr>
              <p:cNvPr id="2304" name="four:time-step-strips:time-strip-tₙ-cell-132:2304">
                <a:extLst>
                  <a:ext uri="{FF2B5EF4-FFF2-40B4-BE49-F238E27FC236}">
                    <ns2:creationId id="{38BD3FD5-3BC3-4E76-8340-50B6A2A44287}"/>
                  </a:ext>
                </a:extLst>
              </p:cNvPr>
              <p:cNvSpPr>
                <a:spLocks noGrp="1"/>
              </p:cNvSpPr>
              <p:nvPr/>
            </p:nvSpPr>
            <p:spPr>
              <a:xfrm>
                <a:off x="23270766" y="3724275"/>
                <a:ext cx="15379" cy="276225"/>
              </a:xfrm>
              <a:prstGeom prst="rect">
                <a:avLst/>
              </a:prstGeom>
              <a:solidFill>
                <a:srgbClr val="0575B3"/>
              </a:solidFill>
              <a:ln w="0">
                <a:noFill/>
                <a:prstDash val="solid"/>
              </a:ln>
            </p:spPr>
          </p:sp>
          <p:sp>
            <p:nvSpPr>
              <p:cNvPr id="2305" name="four:time-step-strips:time-strip-tₙ-cell-133:2305">
                <a:extLst>
                  <a:ext uri="{FF2B5EF4-FFF2-40B4-BE49-F238E27FC236}">
                    <ns2:creationId id="{470FC69D-3378-400F-9366-288AD97E842D}"/>
                  </a:ext>
                </a:extLst>
              </p:cNvPr>
              <p:cNvSpPr>
                <a:spLocks noGrp="1"/>
              </p:cNvSpPr>
              <p:nvPr/>
            </p:nvSpPr>
            <p:spPr>
              <a:xfrm>
                <a:off x="23286145" y="3724275"/>
                <a:ext cx="15379" cy="276225"/>
              </a:xfrm>
              <a:prstGeom prst="rect">
                <a:avLst/>
              </a:prstGeom>
              <a:solidFill>
                <a:srgbClr val="167EB8"/>
              </a:solidFill>
              <a:ln w="0">
                <a:noFill/>
                <a:prstDash val="solid"/>
              </a:ln>
            </p:spPr>
          </p:sp>
          <p:sp>
            <p:nvSpPr>
              <p:cNvPr id="2306" name="four:time-step-strips:time-strip-tₙ-cell-134:2306">
                <a:extLst>
                  <a:ext uri="{FF2B5EF4-FFF2-40B4-BE49-F238E27FC236}">
                    <ns2:creationId id="{1E0E073E-8AE7-4E85-B342-2FF74216E0EF}"/>
                  </a:ext>
                </a:extLst>
              </p:cNvPr>
              <p:cNvSpPr>
                <a:spLocks noGrp="1"/>
              </p:cNvSpPr>
              <p:nvPr/>
            </p:nvSpPr>
            <p:spPr>
              <a:xfrm>
                <a:off x="23301523" y="3724275"/>
                <a:ext cx="15379" cy="276225"/>
              </a:xfrm>
              <a:prstGeom prst="rect">
                <a:avLst/>
              </a:prstGeom>
              <a:solidFill>
                <a:srgbClr val="7698A5"/>
              </a:solidFill>
              <a:ln w="0">
                <a:noFill/>
                <a:prstDash val="solid"/>
              </a:ln>
            </p:spPr>
          </p:sp>
          <p:sp>
            <p:nvSpPr>
              <p:cNvPr id="2307" name="four:time-step-strips:time-strip-tₙ-cell-135:2307">
                <a:extLst>
                  <a:ext uri="{FF2B5EF4-FFF2-40B4-BE49-F238E27FC236}">
                    <ns2:creationId id="{9288C715-D8AB-4823-9B4F-3F94C0D6BC09}"/>
                  </a:ext>
                </a:extLst>
              </p:cNvPr>
              <p:cNvSpPr>
                <a:spLocks noGrp="1"/>
              </p:cNvSpPr>
              <p:nvPr/>
            </p:nvSpPr>
            <p:spPr>
              <a:xfrm>
                <a:off x="23316902" y="3724275"/>
                <a:ext cx="15379" cy="276225"/>
              </a:xfrm>
              <a:prstGeom prst="rect">
                <a:avLst/>
              </a:prstGeom>
              <a:solidFill>
                <a:srgbClr val="92A3A5"/>
              </a:solidFill>
              <a:ln w="0">
                <a:noFill/>
                <a:prstDash val="solid"/>
              </a:ln>
            </p:spPr>
          </p:sp>
          <p:sp>
            <p:nvSpPr>
              <p:cNvPr id="2308" name="four:time-step-strips:time-strip-tₙ-cell-136:2308">
                <a:extLst>
                  <a:ext uri="{FF2B5EF4-FFF2-40B4-BE49-F238E27FC236}">
                    <ns2:creationId id="{C8C0DDA2-046F-40A5-A468-B2F70AD16D6B}"/>
                  </a:ext>
                </a:extLst>
              </p:cNvPr>
              <p:cNvSpPr>
                <a:spLocks noGrp="1"/>
              </p:cNvSpPr>
              <p:nvPr/>
            </p:nvSpPr>
            <p:spPr>
              <a:xfrm>
                <a:off x="23332281" y="3724275"/>
                <a:ext cx="15379" cy="276225"/>
              </a:xfrm>
              <a:prstGeom prst="rect">
                <a:avLst/>
              </a:prstGeom>
              <a:solidFill>
                <a:srgbClr val="AEAFA5"/>
              </a:solidFill>
              <a:ln w="0">
                <a:noFill/>
                <a:prstDash val="solid"/>
              </a:ln>
            </p:spPr>
          </p:sp>
          <p:sp>
            <p:nvSpPr>
              <p:cNvPr id="2309" name="four:time-step-strips:time-strip-tₙ-cell-137:2309">
                <a:extLst>
                  <a:ext uri="{FF2B5EF4-FFF2-40B4-BE49-F238E27FC236}">
                    <ns2:creationId id="{E27FFE6E-F74B-4ADE-A9C8-74C84507F706}"/>
                  </a:ext>
                </a:extLst>
              </p:cNvPr>
              <p:cNvSpPr>
                <a:spLocks noGrp="1"/>
              </p:cNvSpPr>
              <p:nvPr/>
            </p:nvSpPr>
            <p:spPr>
              <a:xfrm>
                <a:off x="23347660" y="3724275"/>
                <a:ext cx="15379" cy="276225"/>
              </a:xfrm>
              <a:prstGeom prst="rect">
                <a:avLst/>
              </a:prstGeom>
              <a:solidFill>
                <a:srgbClr val="C7B9A5"/>
              </a:solidFill>
              <a:ln w="0">
                <a:noFill/>
                <a:prstDash val="solid"/>
              </a:ln>
            </p:spPr>
          </p:sp>
          <p:sp>
            <p:nvSpPr>
              <p:cNvPr id="2310" name="four:time-step-strips:time-strip-tₙ-cell-138:2310">
                <a:extLst>
                  <a:ext uri="{FF2B5EF4-FFF2-40B4-BE49-F238E27FC236}">
                    <ns2:creationId id="{0D04B914-91F4-49C4-9EFF-D603E6D38432}"/>
                  </a:ext>
                </a:extLst>
              </p:cNvPr>
              <p:cNvSpPr>
                <a:spLocks noGrp="1"/>
              </p:cNvSpPr>
              <p:nvPr/>
            </p:nvSpPr>
            <p:spPr>
              <a:xfrm>
                <a:off x="23363039" y="3724275"/>
                <a:ext cx="15379" cy="276225"/>
              </a:xfrm>
              <a:prstGeom prst="rect">
                <a:avLst/>
              </a:prstGeom>
              <a:solidFill>
                <a:srgbClr val="D4B3CB"/>
              </a:solidFill>
              <a:ln w="0">
                <a:noFill/>
                <a:prstDash val="solid"/>
              </a:ln>
            </p:spPr>
          </p:sp>
          <p:sp>
            <p:nvSpPr>
              <p:cNvPr id="2311" name="four:time-step-strips:time-strip-tₙ-cell-139:2311">
                <a:extLst>
                  <a:ext uri="{FF2B5EF4-FFF2-40B4-BE49-F238E27FC236}">
                    <ns2:creationId id="{370976A8-C0BE-4D9F-B163-EB5186CDBE1F}"/>
                  </a:ext>
                </a:extLst>
              </p:cNvPr>
              <p:cNvSpPr>
                <a:spLocks noGrp="1"/>
              </p:cNvSpPr>
              <p:nvPr/>
            </p:nvSpPr>
            <p:spPr>
              <a:xfrm>
                <a:off x="23378418" y="3724275"/>
                <a:ext cx="15379" cy="276225"/>
              </a:xfrm>
              <a:prstGeom prst="rect">
                <a:avLst/>
              </a:prstGeom>
              <a:solidFill>
                <a:srgbClr val="D4B4CC"/>
              </a:solidFill>
              <a:ln w="0">
                <a:noFill/>
                <a:prstDash val="solid"/>
              </a:ln>
            </p:spPr>
          </p:sp>
          <p:sp>
            <p:nvSpPr>
              <p:cNvPr id="2312" name="four:time-step-strips:time-strip-tₙ-cell-140:2312">
                <a:extLst>
                  <a:ext uri="{FF2B5EF4-FFF2-40B4-BE49-F238E27FC236}">
                    <ns2:creationId id="{5AFCCB5C-BDCF-4C69-9AA2-115924A44367}"/>
                  </a:ext>
                </a:extLst>
              </p:cNvPr>
              <p:cNvSpPr>
                <a:spLocks noGrp="1"/>
              </p:cNvSpPr>
              <p:nvPr/>
            </p:nvSpPr>
            <p:spPr>
              <a:xfrm>
                <a:off x="23393797" y="3724275"/>
                <a:ext cx="15379" cy="276225"/>
              </a:xfrm>
              <a:prstGeom prst="rect">
                <a:avLst/>
              </a:prstGeom>
              <a:solidFill>
                <a:srgbClr val="D4B4CC"/>
              </a:solidFill>
              <a:ln w="0">
                <a:noFill/>
                <a:prstDash val="solid"/>
              </a:ln>
            </p:spPr>
          </p:sp>
          <p:sp>
            <p:nvSpPr>
              <p:cNvPr id="2313" name="four:time-step-strips:time-strip-tₙ-cell-141:2313">
                <a:extLst>
                  <a:ext uri="{FF2B5EF4-FFF2-40B4-BE49-F238E27FC236}">
                    <ns2:creationId id="{B11890BA-CFB0-435C-9F10-52AB5A509B19}"/>
                  </a:ext>
                </a:extLst>
              </p:cNvPr>
              <p:cNvSpPr>
                <a:spLocks noGrp="1"/>
              </p:cNvSpPr>
              <p:nvPr/>
            </p:nvSpPr>
            <p:spPr>
              <a:xfrm>
                <a:off x="23409176" y="3724275"/>
                <a:ext cx="15379" cy="276225"/>
              </a:xfrm>
              <a:prstGeom prst="rect">
                <a:avLst/>
              </a:prstGeom>
              <a:solidFill>
                <a:srgbClr val="D4B4CC"/>
              </a:solidFill>
              <a:ln w="0">
                <a:noFill/>
                <a:prstDash val="solid"/>
              </a:ln>
            </p:spPr>
          </p:sp>
          <p:sp>
            <p:nvSpPr>
              <p:cNvPr id="2314" name="four:time-step-strips:time-strip-tₙ-cell-142:2314">
                <a:extLst>
                  <a:ext uri="{FF2B5EF4-FFF2-40B4-BE49-F238E27FC236}">
                    <ns2:creationId id="{359A695E-2FC8-4BBA-9E74-1A8720BB065A}"/>
                  </a:ext>
                </a:extLst>
              </p:cNvPr>
              <p:cNvSpPr>
                <a:spLocks noGrp="1"/>
              </p:cNvSpPr>
              <p:nvPr/>
            </p:nvSpPr>
            <p:spPr>
              <a:xfrm>
                <a:off x="23424555" y="3724275"/>
                <a:ext cx="15379" cy="276225"/>
              </a:xfrm>
              <a:prstGeom prst="rect">
                <a:avLst/>
              </a:prstGeom>
              <a:solidFill>
                <a:srgbClr val="D4B4CC"/>
              </a:solidFill>
              <a:ln w="0">
                <a:noFill/>
                <a:prstDash val="solid"/>
              </a:ln>
            </p:spPr>
          </p:sp>
          <p:sp>
            <p:nvSpPr>
              <p:cNvPr id="2315" name="four:time-step-strips:time-strip-tₙ-cell-143:2315">
                <a:extLst>
                  <a:ext uri="{FF2B5EF4-FFF2-40B4-BE49-F238E27FC236}">
                    <ns2:creationId id="{77902657-0443-4D2D-B2FC-702A59D0DF45}"/>
                  </a:ext>
                </a:extLst>
              </p:cNvPr>
              <p:cNvSpPr>
                <a:spLocks noGrp="1"/>
              </p:cNvSpPr>
              <p:nvPr/>
            </p:nvSpPr>
            <p:spPr>
              <a:xfrm>
                <a:off x="23439934" y="3724275"/>
                <a:ext cx="15379" cy="276225"/>
              </a:xfrm>
              <a:prstGeom prst="rect">
                <a:avLst/>
              </a:prstGeom>
              <a:solidFill>
                <a:srgbClr val="D4B4CC"/>
              </a:solidFill>
              <a:ln w="0">
                <a:noFill/>
                <a:prstDash val="solid"/>
              </a:ln>
            </p:spPr>
          </p:sp>
          <p:sp>
            <p:nvSpPr>
              <p:cNvPr id="2316" name="four:time-step-strips:time-strip-tₙ-cell-144:2316">
                <a:extLst>
                  <a:ext uri="{FF2B5EF4-FFF2-40B4-BE49-F238E27FC236}">
                    <ns2:creationId id="{EB93C00B-2526-4D31-8C3B-ADA5D018B3F8}"/>
                  </a:ext>
                </a:extLst>
              </p:cNvPr>
              <p:cNvSpPr>
                <a:spLocks noGrp="1"/>
              </p:cNvSpPr>
              <p:nvPr/>
            </p:nvSpPr>
            <p:spPr>
              <a:xfrm>
                <a:off x="23455313" y="3724275"/>
                <a:ext cx="15379" cy="276225"/>
              </a:xfrm>
              <a:prstGeom prst="rect">
                <a:avLst/>
              </a:prstGeom>
              <a:solidFill>
                <a:srgbClr val="D4B4CC"/>
              </a:solidFill>
              <a:ln w="0">
                <a:noFill/>
                <a:prstDash val="solid"/>
              </a:ln>
            </p:spPr>
          </p:sp>
          <p:sp>
            <p:nvSpPr>
              <p:cNvPr id="2317" name="four:time-step-strips:time-strip-tₙ-cell-145:2317">
                <a:extLst>
                  <a:ext uri="{FF2B5EF4-FFF2-40B4-BE49-F238E27FC236}">
                    <ns2:creationId id="{48C94EBE-7D42-4885-AD36-CDA3C6FC6A3B}"/>
                  </a:ext>
                </a:extLst>
              </p:cNvPr>
              <p:cNvSpPr>
                <a:spLocks noGrp="1"/>
              </p:cNvSpPr>
              <p:nvPr/>
            </p:nvSpPr>
            <p:spPr>
              <a:xfrm>
                <a:off x="23470691" y="3724275"/>
                <a:ext cx="15379" cy="276225"/>
              </a:xfrm>
              <a:prstGeom prst="rect">
                <a:avLst/>
              </a:prstGeom>
              <a:solidFill>
                <a:srgbClr val="D4B4CC"/>
              </a:solidFill>
              <a:ln w="0">
                <a:noFill/>
                <a:prstDash val="solid"/>
              </a:ln>
            </p:spPr>
          </p:sp>
          <p:sp>
            <p:nvSpPr>
              <p:cNvPr id="2318" name="four:time-step-strips:time-strip-tₙ-cell-146:2318">
                <a:extLst>
                  <a:ext uri="{FF2B5EF4-FFF2-40B4-BE49-F238E27FC236}">
                    <ns2:creationId id="{10DE7018-4BE2-4FA1-AC14-B915F36CC33A}"/>
                  </a:ext>
                </a:extLst>
              </p:cNvPr>
              <p:cNvSpPr>
                <a:spLocks noGrp="1"/>
              </p:cNvSpPr>
              <p:nvPr/>
            </p:nvSpPr>
            <p:spPr>
              <a:xfrm>
                <a:off x="23486070" y="3724275"/>
                <a:ext cx="15379" cy="276225"/>
              </a:xfrm>
              <a:prstGeom prst="rect">
                <a:avLst/>
              </a:prstGeom>
              <a:solidFill>
                <a:srgbClr val="D4B4CC"/>
              </a:solidFill>
              <a:ln w="0">
                <a:noFill/>
                <a:prstDash val="solid"/>
              </a:ln>
            </p:spPr>
          </p:sp>
          <p:sp>
            <p:nvSpPr>
              <p:cNvPr id="2319" name="four:time-step-strips:time-strip-tₙ-cell-147:2319">
                <a:extLst>
                  <a:ext uri="{FF2B5EF4-FFF2-40B4-BE49-F238E27FC236}">
                    <ns2:creationId id="{936D73D1-C1CD-4353-9860-DCBC67DC0E74}"/>
                  </a:ext>
                </a:extLst>
              </p:cNvPr>
              <p:cNvSpPr>
                <a:spLocks noGrp="1"/>
              </p:cNvSpPr>
              <p:nvPr/>
            </p:nvSpPr>
            <p:spPr>
              <a:xfrm>
                <a:off x="23501449" y="3724275"/>
                <a:ext cx="15379" cy="276225"/>
              </a:xfrm>
              <a:prstGeom prst="rect">
                <a:avLst/>
              </a:prstGeom>
              <a:solidFill>
                <a:srgbClr val="D4B4CC"/>
              </a:solidFill>
              <a:ln w="0">
                <a:noFill/>
                <a:prstDash val="solid"/>
              </a:ln>
            </p:spPr>
          </p:sp>
          <p:sp>
            <p:nvSpPr>
              <p:cNvPr id="2320" name="four:time-step-strips:time-strip-tₙ-cell-148:2320">
                <a:extLst>
                  <a:ext uri="{FF2B5EF4-FFF2-40B4-BE49-F238E27FC236}">
                    <ns2:creationId id="{D7C0BFA3-A466-4251-8BD3-7B644EA34846}"/>
                  </a:ext>
                </a:extLst>
              </p:cNvPr>
              <p:cNvSpPr>
                <a:spLocks noGrp="1"/>
              </p:cNvSpPr>
              <p:nvPr/>
            </p:nvSpPr>
            <p:spPr>
              <a:xfrm>
                <a:off x="23516828" y="3724275"/>
                <a:ext cx="15379" cy="276225"/>
              </a:xfrm>
              <a:prstGeom prst="rect">
                <a:avLst/>
              </a:prstGeom>
              <a:solidFill>
                <a:srgbClr val="D4B4CC"/>
              </a:solidFill>
              <a:ln w="0">
                <a:noFill/>
                <a:prstDash val="solid"/>
              </a:ln>
            </p:spPr>
          </p:sp>
          <p:sp>
            <p:nvSpPr>
              <p:cNvPr id="2321" name="four:time-step-strips:time-strip-tₙ-cell-149:2321">
                <a:extLst>
                  <a:ext uri="{FF2B5EF4-FFF2-40B4-BE49-F238E27FC236}">
                    <ns2:creationId id="{9FB9B573-F227-472C-9CD5-A5233DDC5CE8}"/>
                  </a:ext>
                </a:extLst>
              </p:cNvPr>
              <p:cNvSpPr>
                <a:spLocks noGrp="1"/>
              </p:cNvSpPr>
              <p:nvPr/>
            </p:nvSpPr>
            <p:spPr>
              <a:xfrm>
                <a:off x="23532207" y="3724275"/>
                <a:ext cx="15379" cy="276225"/>
              </a:xfrm>
              <a:prstGeom prst="rect">
                <a:avLst/>
              </a:prstGeom>
              <a:solidFill>
                <a:srgbClr val="D4B4CC"/>
              </a:solidFill>
              <a:ln w="0">
                <a:noFill/>
                <a:prstDash val="solid"/>
              </a:ln>
            </p:spPr>
          </p:sp>
          <p:sp>
            <p:nvSpPr>
              <p:cNvPr id="2322" name="four:time-step-strips:time-strip-tₙ-cell-150:2322">
                <a:extLst>
                  <a:ext uri="{FF2B5EF4-FFF2-40B4-BE49-F238E27FC236}">
                    <ns2:creationId id="{E6131498-171D-448C-B9F8-6FB01E798817}"/>
                  </a:ext>
                </a:extLst>
              </p:cNvPr>
              <p:cNvSpPr>
                <a:spLocks noGrp="1"/>
              </p:cNvSpPr>
              <p:nvPr/>
            </p:nvSpPr>
            <p:spPr>
              <a:xfrm>
                <a:off x="23547586" y="3724275"/>
                <a:ext cx="15379" cy="276225"/>
              </a:xfrm>
              <a:prstGeom prst="rect">
                <a:avLst/>
              </a:prstGeom>
              <a:solidFill>
                <a:srgbClr val="D4B4CC"/>
              </a:solidFill>
              <a:ln w="0">
                <a:noFill/>
                <a:prstDash val="solid"/>
              </a:ln>
            </p:spPr>
          </p:sp>
          <p:sp>
            <p:nvSpPr>
              <p:cNvPr id="2323" name="four:time-step-strips:time-strip-tₙ-cell-151:2323">
                <a:extLst>
                  <a:ext uri="{FF2B5EF4-FFF2-40B4-BE49-F238E27FC236}">
                    <ns2:creationId id="{926E0A7B-D915-4EE5-9910-879909C62DB9}"/>
                  </a:ext>
                </a:extLst>
              </p:cNvPr>
              <p:cNvSpPr>
                <a:spLocks noGrp="1"/>
              </p:cNvSpPr>
              <p:nvPr/>
            </p:nvSpPr>
            <p:spPr>
              <a:xfrm>
                <a:off x="23562965" y="3724275"/>
                <a:ext cx="15379" cy="276225"/>
              </a:xfrm>
              <a:prstGeom prst="rect">
                <a:avLst/>
              </a:prstGeom>
              <a:solidFill>
                <a:srgbClr val="D4B4CC"/>
              </a:solidFill>
              <a:ln w="0">
                <a:noFill/>
                <a:prstDash val="solid"/>
              </a:ln>
            </p:spPr>
          </p:sp>
          <p:sp>
            <p:nvSpPr>
              <p:cNvPr id="2324" name="four:time-step-strips:time-strip-tₙ-cell-152:2324">
                <a:extLst>
                  <a:ext uri="{FF2B5EF4-FFF2-40B4-BE49-F238E27FC236}">
                    <ns2:creationId id="{DFB76D99-8E89-4048-AC3A-290E1489BF45}"/>
                  </a:ext>
                </a:extLst>
              </p:cNvPr>
              <p:cNvSpPr>
                <a:spLocks noGrp="1"/>
              </p:cNvSpPr>
              <p:nvPr/>
            </p:nvSpPr>
            <p:spPr>
              <a:xfrm>
                <a:off x="23578344" y="3724275"/>
                <a:ext cx="15379" cy="276225"/>
              </a:xfrm>
              <a:prstGeom prst="rect">
                <a:avLst/>
              </a:prstGeom>
              <a:solidFill>
                <a:srgbClr val="D4B4CC"/>
              </a:solidFill>
              <a:ln w="0">
                <a:noFill/>
                <a:prstDash val="solid"/>
              </a:ln>
            </p:spPr>
          </p:sp>
          <p:sp>
            <p:nvSpPr>
              <p:cNvPr id="2325" name="four:time-step-strips:time-strip-tₙ-cell-153:2325">
                <a:extLst>
                  <a:ext uri="{FF2B5EF4-FFF2-40B4-BE49-F238E27FC236}">
                    <ns2:creationId id="{EDE76064-1D66-4897-A7E5-303C303A768A}"/>
                  </a:ext>
                </a:extLst>
              </p:cNvPr>
              <p:cNvSpPr>
                <a:spLocks noGrp="1"/>
              </p:cNvSpPr>
              <p:nvPr/>
            </p:nvSpPr>
            <p:spPr>
              <a:xfrm>
                <a:off x="23593723" y="3724275"/>
                <a:ext cx="15379" cy="276225"/>
              </a:xfrm>
              <a:prstGeom prst="rect">
                <a:avLst/>
              </a:prstGeom>
              <a:solidFill>
                <a:srgbClr val="D4B4CC"/>
              </a:solidFill>
              <a:ln w="0">
                <a:noFill/>
                <a:prstDash val="solid"/>
              </a:ln>
            </p:spPr>
          </p:sp>
          <p:sp>
            <p:nvSpPr>
              <p:cNvPr id="2326" name="four:time-step-strips:time-strip-tₙ-cell-154:2326">
                <a:extLst>
                  <a:ext uri="{FF2B5EF4-FFF2-40B4-BE49-F238E27FC236}">
                    <ns2:creationId id="{FC11CAEB-A6FD-4561-B6DA-F33E40BD75FF}"/>
                  </a:ext>
                </a:extLst>
              </p:cNvPr>
              <p:cNvSpPr>
                <a:spLocks noGrp="1"/>
              </p:cNvSpPr>
              <p:nvPr/>
            </p:nvSpPr>
            <p:spPr>
              <a:xfrm>
                <a:off x="23609102" y="3724275"/>
                <a:ext cx="15379" cy="276225"/>
              </a:xfrm>
              <a:prstGeom prst="rect">
                <a:avLst/>
              </a:prstGeom>
              <a:solidFill>
                <a:srgbClr val="D4B4CC"/>
              </a:solidFill>
              <a:ln w="0">
                <a:noFill/>
                <a:prstDash val="solid"/>
              </a:ln>
            </p:spPr>
          </p:sp>
          <p:sp>
            <p:nvSpPr>
              <p:cNvPr id="2327" name="four:time-step-strips:time-strip-tₙ-cell-155:2327">
                <a:extLst>
                  <a:ext uri="{FF2B5EF4-FFF2-40B4-BE49-F238E27FC236}">
                    <ns2:creationId id="{662D6462-E638-41EC-BFC5-59E500B1F28F}"/>
                  </a:ext>
                </a:extLst>
              </p:cNvPr>
              <p:cNvSpPr>
                <a:spLocks noGrp="1"/>
              </p:cNvSpPr>
              <p:nvPr/>
            </p:nvSpPr>
            <p:spPr>
              <a:xfrm>
                <a:off x="23624480" y="3724275"/>
                <a:ext cx="15379" cy="276225"/>
              </a:xfrm>
              <a:prstGeom prst="rect">
                <a:avLst/>
              </a:prstGeom>
              <a:solidFill>
                <a:srgbClr val="D4B4CC"/>
              </a:solidFill>
              <a:ln w="0">
                <a:noFill/>
                <a:prstDash val="solid"/>
              </a:ln>
            </p:spPr>
          </p:sp>
          <p:sp>
            <p:nvSpPr>
              <p:cNvPr id="2328" name="four:time-step-strips:time-strip-tₙ-cell-156:2328">
                <a:extLst>
                  <a:ext uri="{FF2B5EF4-FFF2-40B4-BE49-F238E27FC236}">
                    <ns2:creationId id="{95E5C524-2A23-462B-9285-3D84A8DA48FA}"/>
                  </a:ext>
                </a:extLst>
              </p:cNvPr>
              <p:cNvSpPr>
                <a:spLocks noGrp="1"/>
              </p:cNvSpPr>
              <p:nvPr/>
            </p:nvSpPr>
            <p:spPr>
              <a:xfrm>
                <a:off x="23639859" y="3724275"/>
                <a:ext cx="15379" cy="276225"/>
              </a:xfrm>
              <a:prstGeom prst="rect">
                <a:avLst/>
              </a:prstGeom>
              <a:solidFill>
                <a:srgbClr val="D4B4CC"/>
              </a:solidFill>
              <a:ln w="0">
                <a:noFill/>
                <a:prstDash val="solid"/>
              </a:ln>
            </p:spPr>
          </p:sp>
          <p:sp>
            <p:nvSpPr>
              <p:cNvPr id="2329" name="four:time-step-strips:time-strip-tₙ-cell-157:2329">
                <a:extLst>
                  <a:ext uri="{FF2B5EF4-FFF2-40B4-BE49-F238E27FC236}">
                    <ns2:creationId id="{5E0D85C6-4A1F-4788-B88C-048DA9DFB165}"/>
                  </a:ext>
                </a:extLst>
              </p:cNvPr>
              <p:cNvSpPr>
                <a:spLocks noGrp="1"/>
              </p:cNvSpPr>
              <p:nvPr/>
            </p:nvSpPr>
            <p:spPr>
              <a:xfrm>
                <a:off x="23655238" y="3724275"/>
                <a:ext cx="15379" cy="276225"/>
              </a:xfrm>
              <a:prstGeom prst="rect">
                <a:avLst/>
              </a:prstGeom>
              <a:solidFill>
                <a:srgbClr val="D4B4CC"/>
              </a:solidFill>
              <a:ln w="0">
                <a:noFill/>
                <a:prstDash val="solid"/>
              </a:ln>
            </p:spPr>
          </p:sp>
          <p:sp>
            <p:nvSpPr>
              <p:cNvPr id="2330" name="four:time-step-strips:time-strip-tₙ-cell-158:2330">
                <a:extLst>
                  <a:ext uri="{FF2B5EF4-FFF2-40B4-BE49-F238E27FC236}">
                    <ns2:creationId id="{534FB818-EEC3-4A54-85A3-B1A8A3D4DD0E}"/>
                  </a:ext>
                </a:extLst>
              </p:cNvPr>
              <p:cNvSpPr>
                <a:spLocks noGrp="1"/>
              </p:cNvSpPr>
              <p:nvPr/>
            </p:nvSpPr>
            <p:spPr>
              <a:xfrm>
                <a:off x="23670617" y="3724275"/>
                <a:ext cx="15379" cy="276225"/>
              </a:xfrm>
              <a:prstGeom prst="rect">
                <a:avLst/>
              </a:prstGeom>
              <a:solidFill>
                <a:srgbClr val="D4B4CC"/>
              </a:solidFill>
              <a:ln w="0">
                <a:noFill/>
                <a:prstDash val="solid"/>
              </a:ln>
            </p:spPr>
          </p:sp>
          <p:sp>
            <p:nvSpPr>
              <p:cNvPr id="2331" name="four:time-step-strips:time-strip-tₙ-cell-159:2331">
                <a:extLst>
                  <a:ext uri="{FF2B5EF4-FFF2-40B4-BE49-F238E27FC236}">
                    <ns2:creationId id="{98318F13-0CC8-4CC4-966E-C05D3804CF02}"/>
                  </a:ext>
                </a:extLst>
              </p:cNvPr>
              <p:cNvSpPr>
                <a:spLocks noGrp="1"/>
              </p:cNvSpPr>
              <p:nvPr/>
            </p:nvSpPr>
            <p:spPr>
              <a:xfrm>
                <a:off x="23685996" y="3724275"/>
                <a:ext cx="15379" cy="276225"/>
              </a:xfrm>
              <a:prstGeom prst="rect">
                <a:avLst/>
              </a:prstGeom>
              <a:solidFill>
                <a:srgbClr val="D4B4CC"/>
              </a:solidFill>
              <a:ln w="0">
                <a:noFill/>
                <a:prstDash val="solid"/>
              </a:ln>
            </p:spPr>
          </p:sp>
          <p:sp>
            <p:nvSpPr>
              <p:cNvPr id="2332" name="four:time-step-strips:time-strip-tₙ-cell-160:2332">
                <a:extLst>
                  <a:ext uri="{FF2B5EF4-FFF2-40B4-BE49-F238E27FC236}">
                    <ns2:creationId id="{BA9C720C-3425-4E09-984B-24F8CEAEB139}"/>
                  </a:ext>
                </a:extLst>
              </p:cNvPr>
              <p:cNvSpPr>
                <a:spLocks noGrp="1"/>
              </p:cNvSpPr>
              <p:nvPr/>
            </p:nvSpPr>
            <p:spPr>
              <a:xfrm>
                <a:off x="23701375" y="3724275"/>
                <a:ext cx="15379" cy="276225"/>
              </a:xfrm>
              <a:prstGeom prst="rect">
                <a:avLst/>
              </a:prstGeom>
              <a:solidFill>
                <a:srgbClr val="D4B4CC"/>
              </a:solidFill>
              <a:ln w="0">
                <a:noFill/>
                <a:prstDash val="solid"/>
              </a:ln>
            </p:spPr>
          </p:sp>
          <p:sp>
            <p:nvSpPr>
              <p:cNvPr id="2333" name="four:time-step-strips:time-strip-tₙ-cell-161:2333">
                <a:extLst>
                  <a:ext uri="{FF2B5EF4-FFF2-40B4-BE49-F238E27FC236}">
                    <ns2:creationId id="{17A8B0CA-88E8-4EBA-8F7C-C86E051D0BA0}"/>
                  </a:ext>
                </a:extLst>
              </p:cNvPr>
              <p:cNvSpPr>
                <a:spLocks noGrp="1"/>
              </p:cNvSpPr>
              <p:nvPr/>
            </p:nvSpPr>
            <p:spPr>
              <a:xfrm>
                <a:off x="23716754" y="3724275"/>
                <a:ext cx="15379" cy="276225"/>
              </a:xfrm>
              <a:prstGeom prst="rect">
                <a:avLst/>
              </a:prstGeom>
              <a:solidFill>
                <a:srgbClr val="D4B4CC"/>
              </a:solidFill>
              <a:ln w="0">
                <a:noFill/>
                <a:prstDash val="solid"/>
              </a:ln>
            </p:spPr>
          </p:sp>
          <p:sp>
            <p:nvSpPr>
              <p:cNvPr id="2334" name="four:time-step-strips:time-strip-tₙ-cell-162:2334">
                <a:extLst>
                  <a:ext uri="{FF2B5EF4-FFF2-40B4-BE49-F238E27FC236}">
                    <ns2:creationId id="{14DB9467-160C-4685-8B33-D34D0802A8E8}"/>
                  </a:ext>
                </a:extLst>
              </p:cNvPr>
              <p:cNvSpPr>
                <a:spLocks noGrp="1"/>
              </p:cNvSpPr>
              <p:nvPr/>
            </p:nvSpPr>
            <p:spPr>
              <a:xfrm>
                <a:off x="23732133" y="3724275"/>
                <a:ext cx="15379" cy="276225"/>
              </a:xfrm>
              <a:prstGeom prst="rect">
                <a:avLst/>
              </a:prstGeom>
              <a:solidFill>
                <a:srgbClr val="D4B4CC"/>
              </a:solidFill>
              <a:ln w="0">
                <a:noFill/>
                <a:prstDash val="solid"/>
              </a:ln>
            </p:spPr>
          </p:sp>
          <p:sp>
            <p:nvSpPr>
              <p:cNvPr id="2335" name="four:time-step-strips:time-strip-tₙ-cell-163:2335">
                <a:extLst>
                  <a:ext uri="{FF2B5EF4-FFF2-40B4-BE49-F238E27FC236}">
                    <ns2:creationId id="{369AAC8A-574A-4C5A-BAF3-FD02170988F5}"/>
                  </a:ext>
                </a:extLst>
              </p:cNvPr>
              <p:cNvSpPr>
                <a:spLocks noGrp="1"/>
              </p:cNvSpPr>
              <p:nvPr/>
            </p:nvSpPr>
            <p:spPr>
              <a:xfrm>
                <a:off x="23747512" y="3724275"/>
                <a:ext cx="15379" cy="276225"/>
              </a:xfrm>
              <a:prstGeom prst="rect">
                <a:avLst/>
              </a:prstGeom>
              <a:solidFill>
                <a:srgbClr val="D4B4CC"/>
              </a:solidFill>
              <a:ln w="0">
                <a:noFill/>
                <a:prstDash val="solid"/>
              </a:ln>
            </p:spPr>
          </p:sp>
          <p:sp>
            <p:nvSpPr>
              <p:cNvPr id="2336" name="four:time-step-strips:time-strip-tₙ-cell-164:2336">
                <a:extLst>
                  <a:ext uri="{FF2B5EF4-FFF2-40B4-BE49-F238E27FC236}">
                    <ns2:creationId id="{04E44314-2F11-422A-A6A3-AE47F86DB31B}"/>
                  </a:ext>
                </a:extLst>
              </p:cNvPr>
              <p:cNvSpPr>
                <a:spLocks noGrp="1"/>
              </p:cNvSpPr>
              <p:nvPr/>
            </p:nvSpPr>
            <p:spPr>
              <a:xfrm>
                <a:off x="23762891" y="3724275"/>
                <a:ext cx="15379" cy="276225"/>
              </a:xfrm>
              <a:prstGeom prst="rect">
                <a:avLst/>
              </a:prstGeom>
              <a:solidFill>
                <a:srgbClr val="D4B4CC"/>
              </a:solidFill>
              <a:ln w="0">
                <a:noFill/>
                <a:prstDash val="solid"/>
              </a:ln>
            </p:spPr>
          </p:sp>
          <p:sp>
            <p:nvSpPr>
              <p:cNvPr id="2337" name="four:time-step-strips:time-strip-tₙ-cell-165:2337">
                <a:extLst>
                  <a:ext uri="{FF2B5EF4-FFF2-40B4-BE49-F238E27FC236}">
                    <ns2:creationId id="{A10EE2D5-A180-4F83-AA26-4A8041DAD351}"/>
                  </a:ext>
                </a:extLst>
              </p:cNvPr>
              <p:cNvSpPr>
                <a:spLocks noGrp="1"/>
              </p:cNvSpPr>
              <p:nvPr/>
            </p:nvSpPr>
            <p:spPr>
              <a:xfrm>
                <a:off x="23778270" y="3724275"/>
                <a:ext cx="15379" cy="276225"/>
              </a:xfrm>
              <a:prstGeom prst="rect">
                <a:avLst/>
              </a:prstGeom>
              <a:solidFill>
                <a:srgbClr val="D4B4CC"/>
              </a:solidFill>
              <a:ln w="0">
                <a:noFill/>
                <a:prstDash val="solid"/>
              </a:ln>
            </p:spPr>
          </p:sp>
          <p:sp>
            <p:nvSpPr>
              <p:cNvPr id="2338" name="four:time-step-strips:time-strip-tₙ-cell-166:2338">
                <a:extLst>
                  <a:ext uri="{FF2B5EF4-FFF2-40B4-BE49-F238E27FC236}">
                    <ns2:creationId id="{170141A3-8BA0-4276-8F49-0EE39E8E925B}"/>
                  </a:ext>
                </a:extLst>
              </p:cNvPr>
              <p:cNvSpPr>
                <a:spLocks noGrp="1"/>
              </p:cNvSpPr>
              <p:nvPr/>
            </p:nvSpPr>
            <p:spPr>
              <a:xfrm>
                <a:off x="23793648" y="3724275"/>
                <a:ext cx="15379" cy="276225"/>
              </a:xfrm>
              <a:prstGeom prst="rect">
                <a:avLst/>
              </a:prstGeom>
              <a:solidFill>
                <a:srgbClr val="D4B4CC"/>
              </a:solidFill>
              <a:ln w="0">
                <a:noFill/>
                <a:prstDash val="solid"/>
              </a:ln>
            </p:spPr>
          </p:sp>
          <p:sp>
            <p:nvSpPr>
              <p:cNvPr id="2339" name="four:time-step-strips:time-strip-tₙ-cell-167:2339">
                <a:extLst>
                  <a:ext uri="{FF2B5EF4-FFF2-40B4-BE49-F238E27FC236}">
                    <ns2:creationId id="{FDA47A2B-8442-4C1E-BE87-DFF1D75A8196}"/>
                  </a:ext>
                </a:extLst>
              </p:cNvPr>
              <p:cNvSpPr>
                <a:spLocks noGrp="1"/>
              </p:cNvSpPr>
              <p:nvPr/>
            </p:nvSpPr>
            <p:spPr>
              <a:xfrm>
                <a:off x="23809027" y="3724275"/>
                <a:ext cx="15379" cy="276225"/>
              </a:xfrm>
              <a:prstGeom prst="rect">
                <a:avLst/>
              </a:prstGeom>
              <a:solidFill>
                <a:srgbClr val="D4B4CC"/>
              </a:solidFill>
              <a:ln w="0">
                <a:noFill/>
                <a:prstDash val="solid"/>
              </a:ln>
            </p:spPr>
          </p:sp>
          <p:sp>
            <p:nvSpPr>
              <p:cNvPr id="2340" name="four:time-step-strips:time-strip-tₙ-cell-168:2340">
                <a:extLst>
                  <a:ext uri="{FF2B5EF4-FFF2-40B4-BE49-F238E27FC236}">
                    <ns2:creationId id="{31227E1D-BE31-42AD-8B7E-746C5D7F03AE}"/>
                  </a:ext>
                </a:extLst>
              </p:cNvPr>
              <p:cNvSpPr>
                <a:spLocks noGrp="1"/>
              </p:cNvSpPr>
              <p:nvPr/>
            </p:nvSpPr>
            <p:spPr>
              <a:xfrm>
                <a:off x="23824406" y="3724275"/>
                <a:ext cx="15379" cy="276225"/>
              </a:xfrm>
              <a:prstGeom prst="rect">
                <a:avLst/>
              </a:prstGeom>
              <a:solidFill>
                <a:srgbClr val="D4B2CB"/>
              </a:solidFill>
              <a:ln w="0">
                <a:noFill/>
                <a:prstDash val="solid"/>
              </a:ln>
            </p:spPr>
          </p:sp>
          <p:sp>
            <p:nvSpPr>
              <p:cNvPr id="2341" name="four:time-step-strips:time-strip-tₙ-cell-169:2341">
                <a:extLst>
                  <a:ext uri="{FF2B5EF4-FFF2-40B4-BE49-F238E27FC236}">
                    <ns2:creationId id="{1E68FAD7-22E5-4A50-AFF0-DBCA1517DD6D}"/>
                  </a:ext>
                </a:extLst>
              </p:cNvPr>
              <p:cNvSpPr>
                <a:spLocks noGrp="1"/>
              </p:cNvSpPr>
              <p:nvPr/>
            </p:nvSpPr>
            <p:spPr>
              <a:xfrm>
                <a:off x="23839785" y="3724275"/>
                <a:ext cx="15379" cy="276225"/>
              </a:xfrm>
              <a:prstGeom prst="rect">
                <a:avLst/>
              </a:prstGeom>
              <a:solidFill>
                <a:srgbClr val="D3ACC7"/>
              </a:solidFill>
              <a:ln w="0">
                <a:noFill/>
                <a:prstDash val="solid"/>
              </a:ln>
            </p:spPr>
          </p:sp>
          <p:sp>
            <p:nvSpPr>
              <p:cNvPr id="2342" name="four:time-step-strips:time-strip-tₙ-cell-170:2342">
                <a:extLst>
                  <a:ext uri="{FF2B5EF4-FFF2-40B4-BE49-F238E27FC236}">
                    <ns2:creationId id="{A084B730-5311-4639-8B9D-8BC69BB86C80}"/>
                  </a:ext>
                </a:extLst>
              </p:cNvPr>
              <p:cNvSpPr>
                <a:spLocks noGrp="1"/>
              </p:cNvSpPr>
              <p:nvPr/>
            </p:nvSpPr>
            <p:spPr>
              <a:xfrm>
                <a:off x="23855164" y="3724275"/>
                <a:ext cx="15379" cy="276225"/>
              </a:xfrm>
              <a:prstGeom prst="rect">
                <a:avLst/>
              </a:prstGeom>
              <a:solidFill>
                <a:srgbClr val="D2A3C1"/>
              </a:solidFill>
              <a:ln w="0">
                <a:noFill/>
                <a:prstDash val="solid"/>
              </a:ln>
            </p:spPr>
          </p:sp>
          <p:sp>
            <p:nvSpPr>
              <p:cNvPr id="2343" name="four:time-step-strips:time-strip-tₙ-cell-171:2343">
                <a:extLst>
                  <a:ext uri="{FF2B5EF4-FFF2-40B4-BE49-F238E27FC236}">
                    <ns2:creationId id="{732C7140-D485-484F-9B13-289092A30C50}"/>
                  </a:ext>
                </a:extLst>
              </p:cNvPr>
              <p:cNvSpPr>
                <a:spLocks noGrp="1"/>
              </p:cNvSpPr>
              <p:nvPr/>
            </p:nvSpPr>
            <p:spPr>
              <a:xfrm>
                <a:off x="23870543" y="3724275"/>
                <a:ext cx="15379" cy="276225"/>
              </a:xfrm>
              <a:prstGeom prst="rect">
                <a:avLst/>
              </a:prstGeom>
              <a:solidFill>
                <a:srgbClr val="D098BA"/>
              </a:solidFill>
              <a:ln w="0">
                <a:noFill/>
                <a:prstDash val="solid"/>
              </a:ln>
            </p:spPr>
          </p:sp>
          <p:sp>
            <p:nvSpPr>
              <p:cNvPr id="2344" name="four:time-step-strips:time-strip-tₙ-cell-172:2344">
                <a:extLst>
                  <a:ext uri="{FF2B5EF4-FFF2-40B4-BE49-F238E27FC236}">
                    <ns2:creationId id="{8ECCB154-9D4E-401F-913E-57A0B38AF318}"/>
                  </a:ext>
                </a:extLst>
              </p:cNvPr>
              <p:cNvSpPr>
                <a:spLocks noGrp="1"/>
              </p:cNvSpPr>
              <p:nvPr/>
            </p:nvSpPr>
            <p:spPr>
              <a:xfrm>
                <a:off x="23885922" y="3724275"/>
                <a:ext cx="15379" cy="276225"/>
              </a:xfrm>
              <a:prstGeom prst="rect">
                <a:avLst/>
              </a:prstGeom>
              <a:solidFill>
                <a:srgbClr val="CF8DB3"/>
              </a:solidFill>
              <a:ln w="0">
                <a:noFill/>
                <a:prstDash val="solid"/>
              </a:ln>
            </p:spPr>
          </p:sp>
          <p:sp>
            <p:nvSpPr>
              <p:cNvPr id="2345" name="four:time-step-strips:time-strip-tₙ-cell-173:2345">
                <a:extLst>
                  <a:ext uri="{FF2B5EF4-FFF2-40B4-BE49-F238E27FC236}">
                    <ns2:creationId id="{7B108A3B-9CBF-45A1-BCBB-164F62EB1044}"/>
                  </a:ext>
                </a:extLst>
              </p:cNvPr>
              <p:cNvSpPr>
                <a:spLocks noGrp="1"/>
              </p:cNvSpPr>
              <p:nvPr/>
            </p:nvSpPr>
            <p:spPr>
              <a:xfrm>
                <a:off x="23901301" y="3724275"/>
                <a:ext cx="15379" cy="276225"/>
              </a:xfrm>
              <a:prstGeom prst="rect">
                <a:avLst/>
              </a:prstGeom>
              <a:solidFill>
                <a:srgbClr val="CD82AD"/>
              </a:solidFill>
              <a:ln w="0">
                <a:noFill/>
                <a:prstDash val="solid"/>
              </a:ln>
            </p:spPr>
          </p:sp>
          <p:sp>
            <p:nvSpPr>
              <p:cNvPr id="2346" name="four:time-step-strips:time-strip-tₙ-cell-174:2346">
                <a:extLst>
                  <a:ext uri="{FF2B5EF4-FFF2-40B4-BE49-F238E27FC236}">
                    <ns2:creationId id="{0EA4927B-0E99-434D-87C7-68F60D0888C7}"/>
                  </a:ext>
                </a:extLst>
              </p:cNvPr>
              <p:cNvSpPr>
                <a:spLocks noGrp="1"/>
              </p:cNvSpPr>
              <p:nvPr/>
            </p:nvSpPr>
            <p:spPr>
              <a:xfrm>
                <a:off x="23916680" y="3724275"/>
                <a:ext cx="15379" cy="276225"/>
              </a:xfrm>
              <a:prstGeom prst="rect">
                <a:avLst/>
              </a:prstGeom>
              <a:solidFill>
                <a:srgbClr val="CC7BA9"/>
              </a:solidFill>
              <a:ln w="0">
                <a:noFill/>
                <a:prstDash val="solid"/>
              </a:ln>
            </p:spPr>
          </p:sp>
          <p:sp>
            <p:nvSpPr>
              <p:cNvPr id="2347" name="four:time-step-strips:time-strip-tₙ-cell-175:2347">
                <a:extLst>
                  <a:ext uri="{FF2B5EF4-FFF2-40B4-BE49-F238E27FC236}">
                    <ns2:creationId id="{6886A718-E09F-490F-A5DC-B4380AF326D2}"/>
                  </a:ext>
                </a:extLst>
              </p:cNvPr>
              <p:cNvSpPr>
                <a:spLocks noGrp="1"/>
              </p:cNvSpPr>
              <p:nvPr/>
            </p:nvSpPr>
            <p:spPr>
              <a:xfrm>
                <a:off x="23932059" y="3724275"/>
                <a:ext cx="15379" cy="276225"/>
              </a:xfrm>
              <a:prstGeom prst="rect">
                <a:avLst/>
              </a:prstGeom>
              <a:solidFill>
                <a:srgbClr val="CC79A7"/>
              </a:solidFill>
              <a:ln w="0">
                <a:noFill/>
                <a:prstDash val="solid"/>
              </a:ln>
            </p:spPr>
          </p:sp>
          <p:sp>
            <p:nvSpPr>
              <p:cNvPr id="2348" name="four:time-step-strips:time-strip-tₙ-cell-176:2348">
                <a:extLst>
                  <a:ext uri="{FF2B5EF4-FFF2-40B4-BE49-F238E27FC236}">
                    <ns2:creationId id="{FB1776B4-34F5-4C28-B9C2-C37028C4A6B4}"/>
                  </a:ext>
                </a:extLst>
              </p:cNvPr>
              <p:cNvSpPr>
                <a:spLocks noGrp="1"/>
              </p:cNvSpPr>
              <p:nvPr/>
            </p:nvSpPr>
            <p:spPr>
              <a:xfrm>
                <a:off x="23947438" y="3724275"/>
                <a:ext cx="15379" cy="276225"/>
              </a:xfrm>
              <a:prstGeom prst="rect">
                <a:avLst/>
              </a:prstGeom>
              <a:solidFill>
                <a:srgbClr val="CC79A7"/>
              </a:solidFill>
              <a:ln w="0">
                <a:noFill/>
                <a:prstDash val="solid"/>
              </a:ln>
            </p:spPr>
          </p:sp>
          <p:sp>
            <p:nvSpPr>
              <p:cNvPr id="2349" name="four:time-step-strips:time-strip-tₙ-cell-177:2349">
                <a:extLst>
                  <a:ext uri="{FF2B5EF4-FFF2-40B4-BE49-F238E27FC236}">
                    <ns2:creationId id="{FEA54BEC-7D00-4DA4-999A-B624654BADF6}"/>
                  </a:ext>
                </a:extLst>
              </p:cNvPr>
              <p:cNvSpPr>
                <a:spLocks noGrp="1"/>
              </p:cNvSpPr>
              <p:nvPr/>
            </p:nvSpPr>
            <p:spPr>
              <a:xfrm>
                <a:off x="23962816" y="3724275"/>
                <a:ext cx="15379" cy="276225"/>
              </a:xfrm>
              <a:prstGeom prst="rect">
                <a:avLst/>
              </a:prstGeom>
              <a:solidFill>
                <a:srgbClr val="CC79A7"/>
              </a:solidFill>
              <a:ln w="0">
                <a:noFill/>
                <a:prstDash val="solid"/>
              </a:ln>
            </p:spPr>
          </p:sp>
          <p:sp>
            <p:nvSpPr>
              <p:cNvPr id="2350" name="four:time-step-strips:time-strip-tₙ-cell-178:2350">
                <a:extLst>
                  <a:ext uri="{FF2B5EF4-FFF2-40B4-BE49-F238E27FC236}">
                    <ns2:creationId id="{C6CB000C-6886-44A2-BA0B-89B44735C0F9}"/>
                  </a:ext>
                </a:extLst>
              </p:cNvPr>
              <p:cNvSpPr>
                <a:spLocks noGrp="1"/>
              </p:cNvSpPr>
              <p:nvPr/>
            </p:nvSpPr>
            <p:spPr>
              <a:xfrm>
                <a:off x="23978195" y="3724275"/>
                <a:ext cx="15379" cy="276225"/>
              </a:xfrm>
              <a:prstGeom prst="rect">
                <a:avLst/>
              </a:prstGeom>
              <a:solidFill>
                <a:srgbClr val="CC79A7"/>
              </a:solidFill>
              <a:ln w="0">
                <a:noFill/>
                <a:prstDash val="solid"/>
              </a:ln>
            </p:spPr>
          </p:sp>
          <p:sp>
            <p:nvSpPr>
              <p:cNvPr id="2351" name="four:time-step-strips:time-strip-tₙ-cell-179:2351">
                <a:extLst>
                  <a:ext uri="{FF2B5EF4-FFF2-40B4-BE49-F238E27FC236}">
                    <ns2:creationId id="{F2B16EB0-0FF5-43CE-8285-A62F93A4F640}"/>
                  </a:ext>
                </a:extLst>
              </p:cNvPr>
              <p:cNvSpPr>
                <a:spLocks noGrp="1"/>
              </p:cNvSpPr>
              <p:nvPr/>
            </p:nvSpPr>
            <p:spPr>
              <a:xfrm>
                <a:off x="23993574" y="3724275"/>
                <a:ext cx="15379" cy="276225"/>
              </a:xfrm>
              <a:prstGeom prst="rect">
                <a:avLst/>
              </a:prstGeom>
              <a:solidFill>
                <a:srgbClr val="CC79A7"/>
              </a:solidFill>
              <a:ln w="0">
                <a:noFill/>
                <a:prstDash val="solid"/>
              </a:ln>
            </p:spPr>
          </p:sp>
          <p:sp>
            <p:nvSpPr>
              <p:cNvPr id="2352" name="four:time-step-strips:time-strip-tₙ-cell-180:2352">
                <a:extLst>
                  <a:ext uri="{FF2B5EF4-FFF2-40B4-BE49-F238E27FC236}">
                    <ns2:creationId id="{ECAB9A5E-ED82-4A38-ADAD-2EBBACBC1B63}"/>
                  </a:ext>
                </a:extLst>
              </p:cNvPr>
              <p:cNvSpPr>
                <a:spLocks noGrp="1"/>
              </p:cNvSpPr>
              <p:nvPr/>
            </p:nvSpPr>
            <p:spPr>
              <a:xfrm>
                <a:off x="24008953" y="3724275"/>
                <a:ext cx="15379" cy="276225"/>
              </a:xfrm>
              <a:prstGeom prst="rect">
                <a:avLst/>
              </a:prstGeom>
              <a:solidFill>
                <a:srgbClr val="CC79A7"/>
              </a:solidFill>
              <a:ln w="0">
                <a:noFill/>
                <a:prstDash val="solid"/>
              </a:ln>
            </p:spPr>
          </p:sp>
          <p:sp>
            <p:nvSpPr>
              <p:cNvPr id="2353" name="four:time-step-strips:time-strip-tₙ-cell-181:2353">
                <a:extLst>
                  <a:ext uri="{FF2B5EF4-FFF2-40B4-BE49-F238E27FC236}">
                    <ns2:creationId id="{8CA83B4E-0915-48DB-AE0A-7FB82ED6E18E}"/>
                  </a:ext>
                </a:extLst>
              </p:cNvPr>
              <p:cNvSpPr>
                <a:spLocks noGrp="1"/>
              </p:cNvSpPr>
              <p:nvPr/>
            </p:nvSpPr>
            <p:spPr>
              <a:xfrm>
                <a:off x="24024332" y="3724275"/>
                <a:ext cx="15379" cy="276225"/>
              </a:xfrm>
              <a:prstGeom prst="rect">
                <a:avLst/>
              </a:prstGeom>
              <a:solidFill>
                <a:srgbClr val="CC79A7"/>
              </a:solidFill>
              <a:ln w="0">
                <a:noFill/>
                <a:prstDash val="solid"/>
              </a:ln>
            </p:spPr>
          </p:sp>
          <p:sp>
            <p:nvSpPr>
              <p:cNvPr id="2354" name="four:time-step-strips:time-strip-tₙ-cell-182:2354">
                <a:extLst>
                  <a:ext uri="{FF2B5EF4-FFF2-40B4-BE49-F238E27FC236}">
                    <ns2:creationId id="{88F17DA6-0B20-4F05-9FA7-49EC053A36FE}"/>
                  </a:ext>
                </a:extLst>
              </p:cNvPr>
              <p:cNvSpPr>
                <a:spLocks noGrp="1"/>
              </p:cNvSpPr>
              <p:nvPr/>
            </p:nvSpPr>
            <p:spPr>
              <a:xfrm>
                <a:off x="24039711" y="3724275"/>
                <a:ext cx="15379" cy="276225"/>
              </a:xfrm>
              <a:prstGeom prst="rect">
                <a:avLst/>
              </a:prstGeom>
              <a:solidFill>
                <a:srgbClr val="CC79A7"/>
              </a:solidFill>
              <a:ln w="0">
                <a:noFill/>
                <a:prstDash val="solid"/>
              </a:ln>
            </p:spPr>
          </p:sp>
          <p:sp>
            <p:nvSpPr>
              <p:cNvPr id="2355" name="four:time-step-strips:time-strip-tₙ-cell-183:2355">
                <a:extLst>
                  <a:ext uri="{FF2B5EF4-FFF2-40B4-BE49-F238E27FC236}">
                    <ns2:creationId id="{7071078F-D59F-473B-9A8A-C31F0306140B}"/>
                  </a:ext>
                </a:extLst>
              </p:cNvPr>
              <p:cNvSpPr>
                <a:spLocks noGrp="1"/>
              </p:cNvSpPr>
              <p:nvPr/>
            </p:nvSpPr>
            <p:spPr>
              <a:xfrm>
                <a:off x="24055090" y="3724275"/>
                <a:ext cx="15379" cy="276225"/>
              </a:xfrm>
              <a:prstGeom prst="rect">
                <a:avLst/>
              </a:prstGeom>
              <a:solidFill>
                <a:srgbClr val="CC79A7"/>
              </a:solidFill>
              <a:ln w="0">
                <a:noFill/>
                <a:prstDash val="solid"/>
              </a:ln>
            </p:spPr>
          </p:sp>
          <p:sp>
            <p:nvSpPr>
              <p:cNvPr id="2356" name="four:time-step-strips:time-strip-tₙ-cell-184:2356">
                <a:extLst>
                  <a:ext uri="{FF2B5EF4-FFF2-40B4-BE49-F238E27FC236}">
                    <ns2:creationId id="{AA389C50-1257-44A6-A4A3-1FBFEC77C304}"/>
                  </a:ext>
                </a:extLst>
              </p:cNvPr>
              <p:cNvSpPr>
                <a:spLocks noGrp="1"/>
              </p:cNvSpPr>
              <p:nvPr/>
            </p:nvSpPr>
            <p:spPr>
              <a:xfrm>
                <a:off x="24070469" y="3724275"/>
                <a:ext cx="15379" cy="276225"/>
              </a:xfrm>
              <a:prstGeom prst="rect">
                <a:avLst/>
              </a:prstGeom>
              <a:solidFill>
                <a:srgbClr val="CD7EAA"/>
              </a:solidFill>
              <a:ln w="0">
                <a:noFill/>
                <a:prstDash val="solid"/>
              </a:ln>
            </p:spPr>
          </p:sp>
          <p:sp>
            <p:nvSpPr>
              <p:cNvPr id="2357" name="four:time-step-strips:time-strip-tₙ-cell-185:2357">
                <a:extLst>
                  <a:ext uri="{FF2B5EF4-FFF2-40B4-BE49-F238E27FC236}">
                    <ns2:creationId id="{CCCEED19-90D6-452C-9DFF-99FE335A2491}"/>
                  </a:ext>
                </a:extLst>
              </p:cNvPr>
              <p:cNvSpPr>
                <a:spLocks noGrp="1"/>
              </p:cNvSpPr>
              <p:nvPr/>
            </p:nvSpPr>
            <p:spPr>
              <a:xfrm>
                <a:off x="24085848" y="3724275"/>
                <a:ext cx="15379" cy="276225"/>
              </a:xfrm>
              <a:prstGeom prst="rect">
                <a:avLst/>
              </a:prstGeom>
              <a:solidFill>
                <a:srgbClr val="D19CBD"/>
              </a:solidFill>
              <a:ln w="0">
                <a:noFill/>
                <a:prstDash val="solid"/>
              </a:ln>
            </p:spPr>
          </p:sp>
          <p:sp>
            <p:nvSpPr>
              <p:cNvPr id="2358" name="four:time-step-strips:time-strip-tₙ-cell-186:2358">
                <a:extLst>
                  <a:ext uri="{FF2B5EF4-FFF2-40B4-BE49-F238E27FC236}">
                    <ns2:creationId id="{132B9760-4CFE-4875-9BF8-764EF642D37E}"/>
                  </a:ext>
                </a:extLst>
              </p:cNvPr>
              <p:cNvSpPr>
                <a:spLocks noGrp="1"/>
              </p:cNvSpPr>
              <p:nvPr/>
            </p:nvSpPr>
            <p:spPr>
              <a:xfrm>
                <a:off x="24101227" y="3724275"/>
                <a:ext cx="15379" cy="276225"/>
              </a:xfrm>
              <a:prstGeom prst="rect">
                <a:avLst/>
              </a:prstGeom>
              <a:solidFill>
                <a:srgbClr val="D7C5D7"/>
              </a:solidFill>
              <a:ln w="0">
                <a:noFill/>
                <a:prstDash val="solid"/>
              </a:ln>
            </p:spPr>
          </p:sp>
          <p:sp>
            <p:nvSpPr>
              <p:cNvPr id="2359" name="four:time-step-strips:time-strip-tₙ-cell-187:2359">
                <a:extLst>
                  <a:ext uri="{FF2B5EF4-FFF2-40B4-BE49-F238E27FC236}">
                    <ns2:creationId id="{5F3D19B3-7ECD-4CB5-96D9-E5123EB41942}"/>
                  </a:ext>
                </a:extLst>
              </p:cNvPr>
              <p:cNvSpPr>
                <a:spLocks noGrp="1"/>
              </p:cNvSpPr>
              <p:nvPr/>
            </p:nvSpPr>
            <p:spPr>
              <a:xfrm>
                <a:off x="24116605" y="3724275"/>
                <a:ext cx="15379" cy="276225"/>
              </a:xfrm>
              <a:prstGeom prst="rect">
                <a:avLst/>
              </a:prstGeom>
              <a:solidFill>
                <a:srgbClr val="DBE4E7"/>
              </a:solidFill>
              <a:ln w="0">
                <a:noFill/>
                <a:prstDash val="solid"/>
              </a:ln>
            </p:spPr>
          </p:sp>
          <p:sp>
            <p:nvSpPr>
              <p:cNvPr id="2360" name="four:time-step-strips:time-strip-tₙ-cell-188:2360">
                <a:extLst>
                  <a:ext uri="{FF2B5EF4-FFF2-40B4-BE49-F238E27FC236}">
                    <ns2:creationId id="{140E1524-20B5-48EA-8A16-0FD5587E8AF4}"/>
                  </a:ext>
                </a:extLst>
              </p:cNvPr>
              <p:cNvSpPr>
                <a:spLocks noGrp="1"/>
              </p:cNvSpPr>
              <p:nvPr/>
            </p:nvSpPr>
            <p:spPr>
              <a:xfrm>
                <a:off x="24131984" y="3724275"/>
                <a:ext cx="15379" cy="276225"/>
              </a:xfrm>
              <a:prstGeom prst="rect">
                <a:avLst/>
              </a:prstGeom>
              <a:solidFill>
                <a:srgbClr val="DCE8ED"/>
              </a:solidFill>
              <a:ln w="0">
                <a:noFill/>
                <a:prstDash val="solid"/>
              </a:ln>
            </p:spPr>
          </p:sp>
          <p:sp>
            <p:nvSpPr>
              <p:cNvPr id="2361" name="four:time-step-strips:time-strip-tₙ-cell-189:2361">
                <a:extLst>
                  <a:ext uri="{FF2B5EF4-FFF2-40B4-BE49-F238E27FC236}">
                    <ns2:creationId id="{4B4842ED-B599-4860-B2A2-3B7B378292A6}"/>
                  </a:ext>
                </a:extLst>
              </p:cNvPr>
              <p:cNvSpPr>
                <a:spLocks noGrp="1"/>
              </p:cNvSpPr>
              <p:nvPr/>
            </p:nvSpPr>
            <p:spPr>
              <a:xfrm>
                <a:off x="24147363" y="3724275"/>
                <a:ext cx="15379" cy="276225"/>
              </a:xfrm>
              <a:prstGeom prst="rect">
                <a:avLst/>
              </a:prstGeom>
              <a:solidFill>
                <a:srgbClr val="DCE8ED"/>
              </a:solidFill>
              <a:ln w="0">
                <a:noFill/>
                <a:prstDash val="solid"/>
              </a:ln>
            </p:spPr>
          </p:sp>
          <p:sp>
            <p:nvSpPr>
              <p:cNvPr id="2362" name="four:time-step-strips:time-strip-tₙ-cell-190:2362">
                <a:extLst>
                  <a:ext uri="{FF2B5EF4-FFF2-40B4-BE49-F238E27FC236}">
                    <ns2:creationId id="{1183C683-67EB-4A40-ACEF-C23D1AF20172}"/>
                  </a:ext>
                </a:extLst>
              </p:cNvPr>
              <p:cNvSpPr>
                <a:spLocks noGrp="1"/>
              </p:cNvSpPr>
              <p:nvPr/>
            </p:nvSpPr>
            <p:spPr>
              <a:xfrm>
                <a:off x="24162742" y="3724275"/>
                <a:ext cx="15379" cy="276225"/>
              </a:xfrm>
              <a:prstGeom prst="rect">
                <a:avLst/>
              </a:prstGeom>
              <a:solidFill>
                <a:srgbClr val="DCE8ED"/>
              </a:solidFill>
              <a:ln w="0">
                <a:noFill/>
                <a:prstDash val="solid"/>
              </a:ln>
            </p:spPr>
          </p:sp>
          <p:sp>
            <p:nvSpPr>
              <p:cNvPr id="2363" name="four:time-step-strips:time-strip-tₙ-cell-191:2363">
                <a:extLst>
                  <a:ext uri="{FF2B5EF4-FFF2-40B4-BE49-F238E27FC236}">
                    <ns2:creationId id="{A8E702EE-D0FA-4C66-B9D4-13DF83855D10}"/>
                  </a:ext>
                </a:extLst>
              </p:cNvPr>
              <p:cNvSpPr>
                <a:spLocks noGrp="1"/>
              </p:cNvSpPr>
              <p:nvPr/>
            </p:nvSpPr>
            <p:spPr>
              <a:xfrm>
                <a:off x="24178121" y="3724275"/>
                <a:ext cx="15379" cy="276225"/>
              </a:xfrm>
              <a:prstGeom prst="rect">
                <a:avLst/>
              </a:prstGeom>
              <a:solidFill>
                <a:srgbClr val="DCE8ED"/>
              </a:solidFill>
              <a:ln w="0">
                <a:noFill/>
                <a:prstDash val="solid"/>
              </a:ln>
            </p:spPr>
          </p:sp>
          <p:sp>
            <p:nvSpPr>
              <p:cNvPr id="2364" name="four:time-step-strips:time-strip-tₙ-border:2364">
                <a:extLst>
                  <a:ext uri="{FF2B5EF4-FFF2-40B4-BE49-F238E27FC236}">
                    <ns2:creationId id="{82565AF3-8BB0-4273-844A-A396ADAB7F47}"/>
                  </a:ext>
                </a:extLst>
              </p:cNvPr>
              <p:cNvSpPr>
                <a:spLocks noGrp="1"/>
              </p:cNvSpPr>
              <p:nvPr/>
            </p:nvSpPr>
            <p:spPr>
              <a:xfrm>
                <a:off x="21240750" y="3724275"/>
                <a:ext cx="2952750" cy="276225"/>
              </a:xfrm>
              <a:prstGeom prst="rect">
                <a:avLst/>
              </a:prstGeom>
              <a:noFill/>
              <a:ln w="3909">
                <a:solidFill>
                  <a:srgbClr val="263238"/>
                </a:solidFill>
                <a:prstDash val="solid"/>
              </a:ln>
            </p:spPr>
          </p:sp>
          <p:sp>
            <p:nvSpPr>
              <p:cNvPr id="2365" name="four:time-step-strips:line:2365">
                <a:extLst>
                  <a:ext uri="{FF2B5EF4-FFF2-40B4-BE49-F238E27FC236}">
                    <ns2:creationId id="{0DF89B7C-E8DA-42E6-B7C2-017B720EF7DB}"/>
                  </a:ext>
                </a:extLst>
              </p:cNvPr>
              <p:cNvSpPr>
                <a:spLocks noGrp="1"/>
              </p:cNvSpPr>
              <p:nvPr/>
            </p:nvSpPr>
            <p:spPr>
              <a:xfrm>
                <a:off x="24336375" y="1676400"/>
                <a:ext cx="953" cy="2324100"/>
              </a:xfrm>
              <a:custGeom>
                <a:pathLst>
                  <a:path w="953" h="2324100">
                    <a:moveTo>
                      <a:pt x="0" y="0"/>
                    </a:moveTo>
                    <a:lnTo>
                      <a:pt x="0" y="2324100"/>
                    </a:lnTo>
                  </a:path>
                </a:pathLst>
              </a:custGeom>
              <a:noFill/>
              <a:ln w="6841">
                <a:solidFill>
                  <a:srgbClr val="5DA4CB"/>
                </a:solidFill>
                <a:prstDash val="solid"/>
              </a:ln>
            </p:spPr>
          </p:sp>
          <p:sp>
            <p:nvSpPr>
              <p:cNvPr id="2366" name="four:time-step-strips:polygon:2366">
                <a:extLst>
                  <a:ext uri="{FF2B5EF4-FFF2-40B4-BE49-F238E27FC236}">
                    <ns2:creationId id="{83F2BE99-C244-4D33-B2B1-0C2B1BC580E9}"/>
                  </a:ext>
                </a:extLst>
              </p:cNvPr>
              <p:cNvSpPr>
                <a:spLocks noGrp="1"/>
              </p:cNvSpPr>
              <p:nvPr/>
            </p:nvSpPr>
            <p:spPr>
              <a:xfrm>
                <a:off x="24303609" y="3924300"/>
                <a:ext cx="65532" cy="76200"/>
              </a:xfrm>
              <a:custGeom>
                <a:pathLst>
                  <a:path w="65532" h="76200">
                    <a:moveTo>
                      <a:pt x="32766" y="76200"/>
                    </a:moveTo>
                    <a:lnTo>
                      <a:pt x="65532" y="0"/>
                    </a:lnTo>
                    <a:lnTo>
                      <a:pt x="0" y="0"/>
                    </a:lnTo>
                    <a:close/>
                  </a:path>
                </a:pathLst>
              </a:custGeom>
              <a:solidFill>
                <a:srgbClr val="5DA4CB"/>
              </a:solidFill>
              <a:ln w="0">
                <a:noFill/>
                <a:prstDash val="solid"/>
              </a:ln>
            </p:spPr>
          </p:sp>
          <p:sp>
            <p:nvSpPr>
              <p:cNvPr id="2367" name="four:time-step-strips:textbox:2367">
                <a:extLst>
                  <a:ext uri="{FF2B5EF4-FFF2-40B4-BE49-F238E27FC236}">
                    <ns2:creationId id="{56F0098B-AED1-4516-8863-27470BED3A06}"/>
                  </a:ext>
                </a:extLst>
              </p:cNvPr>
              <p:cNvSpPr>
                <a:spLocks noGrp="1"/>
              </p:cNvSpPr>
              <p:nvPr/>
            </p:nvSpPr>
            <p:spPr>
              <a:xfrm>
                <a:off x="24355425" y="2686050"/>
                <a:ext cx="190500" cy="342900"/>
              </a:xfrm>
              <a:prstGeom prst="rect">
                <a:avLst/>
              </a:prstGeom>
              <a:noFill/>
              <a:ln w="0">
                <a:noFill/>
                <a:prstDash val="solid"/>
              </a:ln>
            </p:spPr>
            <p:txBody>
              <a:bodyPr wrap="none" lIns="0" tIns="0" rIns="0" bIns="0" anchor="ctr">
                <a:normAutofit fontScale="100000"/>
              </a:bodyPr>
              <a:lstStyle>
                <a:defPPr algn="ctr">
                  <a:defRPr sz="962" b="0">
                    <a:solidFill>
                      <a:srgbClr val="7B8790"/>
                    </a:solidFill>
                    <a:latin typeface="Arial"/>
                    <a:ea typeface="Arial"/>
                    <a:cs typeface="Arial"/>
                  </a:defRPr>
                </a:defPPr>
              </a:lstStyle>
              <a:p>
                <a:pPr algn="ctr">
                  <a:defRPr sz="962" b="0">
                    <a:solidFill>
                      <a:srgbClr val="7B8790"/>
                    </a:solidFill>
                    <a:latin typeface="Arial"/>
                    <a:ea typeface="Arial"/>
                    <a:cs typeface="Arial"/>
                  </a:defRPr>
                </a:pPr>
                <a:r>
                  <a:rPr sz="962" b="0">
                    <a:solidFill>
                      <a:srgbClr val="7B8790"/>
                    </a:solidFill>
                    <a:latin typeface="Arial"/>
                    <a:ea typeface="Arial"/>
                    <a:cs typeface="Arial"/>
                  </a:rPr>
                  <a:t>t</a:t>
                </a:r>
              </a:p>
            </p:txBody>
          </p:sp>
          <p:sp>
            <p:nvSpPr>
              <p:cNvPr id="2368" name="four:time-step-strips:line:2368">
                <a:extLst>
                  <a:ext uri="{FF2B5EF4-FFF2-40B4-BE49-F238E27FC236}">
                    <ns2:creationId id="{24E8CF95-85F9-4515-B7E0-38ACCA27774C}"/>
                  </a:ext>
                </a:extLst>
              </p:cNvPr>
              <p:cNvSpPr>
                <a:spLocks noGrp="1"/>
              </p:cNvSpPr>
              <p:nvPr/>
            </p:nvSpPr>
            <p:spPr>
              <a:xfrm>
                <a:off x="22650450" y="4286250"/>
                <a:ext cx="953" cy="123825"/>
              </a:xfrm>
              <a:custGeom>
                <a:pathLst>
                  <a:path w="953" h="123825">
                    <a:moveTo>
                      <a:pt x="0" y="0"/>
                    </a:moveTo>
                    <a:lnTo>
                      <a:pt x="0" y="123825"/>
                    </a:lnTo>
                  </a:path>
                </a:pathLst>
              </a:custGeom>
              <a:noFill/>
              <a:ln w="7818">
                <a:solidFill>
                  <a:srgbClr val="5DA4CB"/>
                </a:solidFill>
                <a:prstDash val="solid"/>
              </a:ln>
            </p:spPr>
          </p:sp>
          <p:sp>
            <p:nvSpPr>
              <p:cNvPr id="2369" name="four:time-step-strips:polygon:2369">
                <a:extLst>
                  <a:ext uri="{FF2B5EF4-FFF2-40B4-BE49-F238E27FC236}">
                    <ns2:creationId id="{AE519584-719A-4C30-9CD5-63B2CFEB1043}"/>
                  </a:ext>
                </a:extLst>
              </p:cNvPr>
              <p:cNvSpPr>
                <a:spLocks noGrp="1"/>
              </p:cNvSpPr>
              <p:nvPr/>
            </p:nvSpPr>
            <p:spPr>
              <a:xfrm>
                <a:off x="22621780" y="4343400"/>
                <a:ext cx="57341" cy="66675"/>
              </a:xfrm>
              <a:custGeom>
                <a:pathLst>
                  <a:path w="57341" h="66675">
                    <a:moveTo>
                      <a:pt x="28670" y="66675"/>
                    </a:moveTo>
                    <a:lnTo>
                      <a:pt x="57341" y="0"/>
                    </a:lnTo>
                    <a:lnTo>
                      <a:pt x="0" y="0"/>
                    </a:lnTo>
                    <a:close/>
                  </a:path>
                </a:pathLst>
              </a:custGeom>
              <a:solidFill>
                <a:srgbClr val="5DA4CB"/>
              </a:solidFill>
              <a:ln w="0">
                <a:noFill/>
                <a:prstDash val="solid"/>
              </a:ln>
            </p:spPr>
          </p:sp>
        </p:grpSp>
        <p:grpSp>
          <p:nvGrpSpPr>
            <p:cNvPr id="3188" name="rotate-and-assemble"/>
            <p:cNvGrpSpPr/>
            <p:nvPr/>
          </p:nvGrpSpPr>
          <p:grpSpPr>
            <a:xfrm>
              <a:off x="0" y="0"/>
              <a:ext cx="24955500" cy="8572500"/>
              <a:chOff x="0" y="0"/>
              <a:chExt cx="24955500" cy="8572500"/>
            </a:xfrm>
          </p:grpSpPr>
          <p:sp>
            <p:nvSpPr>
              <p:cNvPr id="2370" name="four:rotate-and-assemble:line:2370">
                <a:extLst>
                  <a:ext uri="{FF2B5EF4-FFF2-40B4-BE49-F238E27FC236}">
                    <ns2:creationId id="{349C2297-C3CF-44F3-9FE4-99337A4BB222}"/>
                  </a:ext>
                </a:extLst>
              </p:cNvPr>
              <p:cNvSpPr>
                <a:spLocks noGrp="1"/>
              </p:cNvSpPr>
              <p:nvPr/>
            </p:nvSpPr>
            <p:spPr>
              <a:xfrm>
                <a:off x="23087513" y="4889995"/>
                <a:ext cx="1087" cy="24905"/>
              </a:xfrm>
              <a:custGeom>
                <a:pathLst>
                  <a:path w="1087" h="24905">
                    <a:moveTo>
                      <a:pt x="1087" y="24905"/>
                    </a:moveTo>
                    <a:lnTo>
                      <a:pt x="0" y="0"/>
                    </a:lnTo>
                  </a:path>
                </a:pathLst>
              </a:custGeom>
              <a:noFill/>
              <a:ln w="13681">
                <a:solidFill>
                  <a:srgbClr val="6F8EA9"/>
                </a:solidFill>
                <a:prstDash val="solid"/>
              </a:ln>
            </p:spPr>
          </p:sp>
          <p:sp>
            <p:nvSpPr>
              <p:cNvPr id="2371" name="four:rotate-and-assemble:line:2371">
                <a:extLst>
                  <a:ext uri="{FF2B5EF4-FFF2-40B4-BE49-F238E27FC236}">
                    <ns2:creationId id="{CA4DE2DD-9223-4A56-BC20-B7A27B4D482D}"/>
                  </a:ext>
                </a:extLst>
              </p:cNvPr>
              <p:cNvSpPr>
                <a:spLocks noGrp="1"/>
              </p:cNvSpPr>
              <p:nvPr/>
            </p:nvSpPr>
            <p:spPr>
              <a:xfrm>
                <a:off x="23084259" y="4865280"/>
                <a:ext cx="3254" cy="24715"/>
              </a:xfrm>
              <a:custGeom>
                <a:pathLst>
                  <a:path w="3254" h="24715">
                    <a:moveTo>
                      <a:pt x="3254" y="24715"/>
                    </a:moveTo>
                    <a:lnTo>
                      <a:pt x="0" y="0"/>
                    </a:lnTo>
                  </a:path>
                </a:pathLst>
              </a:custGeom>
              <a:noFill/>
              <a:ln w="13681">
                <a:solidFill>
                  <a:srgbClr val="6F8EA9"/>
                </a:solidFill>
                <a:prstDash val="solid"/>
              </a:ln>
            </p:spPr>
          </p:sp>
          <p:sp>
            <p:nvSpPr>
              <p:cNvPr id="2372" name="four:rotate-and-assemble:line:2372">
                <a:extLst>
                  <a:ext uri="{FF2B5EF4-FFF2-40B4-BE49-F238E27FC236}">
                    <ns2:creationId id="{58CAD3DF-CF1F-4737-B8A4-D5D242891B74}"/>
                  </a:ext>
                </a:extLst>
              </p:cNvPr>
              <p:cNvSpPr>
                <a:spLocks noGrp="1"/>
              </p:cNvSpPr>
              <p:nvPr/>
            </p:nvSpPr>
            <p:spPr>
              <a:xfrm>
                <a:off x="23078863" y="4840942"/>
                <a:ext cx="5396" cy="24338"/>
              </a:xfrm>
              <a:custGeom>
                <a:pathLst>
                  <a:path w="5396" h="24338">
                    <a:moveTo>
                      <a:pt x="5396" y="24338"/>
                    </a:moveTo>
                    <a:lnTo>
                      <a:pt x="0" y="0"/>
                    </a:lnTo>
                  </a:path>
                </a:pathLst>
              </a:custGeom>
              <a:noFill/>
              <a:ln w="13681">
                <a:solidFill>
                  <a:srgbClr val="6F8EA9"/>
                </a:solidFill>
                <a:prstDash val="solid"/>
              </a:ln>
            </p:spPr>
          </p:sp>
          <p:sp>
            <p:nvSpPr>
              <p:cNvPr id="2373" name="four:rotate-and-assemble:line:2373">
                <a:extLst>
                  <a:ext uri="{FF2B5EF4-FFF2-40B4-BE49-F238E27FC236}">
                    <ns2:creationId id="{1E89A977-8B2E-41EC-B7D9-00D5C27570AE}"/>
                  </a:ext>
                </a:extLst>
              </p:cNvPr>
              <p:cNvSpPr>
                <a:spLocks noGrp="1"/>
              </p:cNvSpPr>
              <p:nvPr/>
            </p:nvSpPr>
            <p:spPr>
              <a:xfrm>
                <a:off x="23071367" y="4817168"/>
                <a:ext cx="7496" cy="23775"/>
              </a:xfrm>
              <a:custGeom>
                <a:pathLst>
                  <a:path w="7496" h="23775">
                    <a:moveTo>
                      <a:pt x="7496" y="23775"/>
                    </a:moveTo>
                    <a:lnTo>
                      <a:pt x="0" y="0"/>
                    </a:lnTo>
                  </a:path>
                </a:pathLst>
              </a:custGeom>
              <a:noFill/>
              <a:ln w="13681">
                <a:solidFill>
                  <a:srgbClr val="6F8EA9"/>
                </a:solidFill>
                <a:prstDash val="solid"/>
              </a:ln>
            </p:spPr>
          </p:sp>
          <p:sp>
            <p:nvSpPr>
              <p:cNvPr id="2374" name="four:rotate-and-assemble:line:2374">
                <a:extLst>
                  <a:ext uri="{FF2B5EF4-FFF2-40B4-BE49-F238E27FC236}">
                    <ns2:creationId id="{1FC81BBE-477C-4440-AF41-757A6F5B414C}"/>
                  </a:ext>
                </a:extLst>
              </p:cNvPr>
              <p:cNvSpPr>
                <a:spLocks noGrp="1"/>
              </p:cNvSpPr>
              <p:nvPr/>
            </p:nvSpPr>
            <p:spPr>
              <a:xfrm>
                <a:off x="23061827" y="4794137"/>
                <a:ext cx="9540" cy="23031"/>
              </a:xfrm>
              <a:custGeom>
                <a:pathLst>
                  <a:path w="9540" h="23031">
                    <a:moveTo>
                      <a:pt x="9540" y="23031"/>
                    </a:moveTo>
                    <a:lnTo>
                      <a:pt x="0" y="0"/>
                    </a:lnTo>
                  </a:path>
                </a:pathLst>
              </a:custGeom>
              <a:noFill/>
              <a:ln w="13681">
                <a:solidFill>
                  <a:srgbClr val="6F8EA9"/>
                </a:solidFill>
                <a:prstDash val="solid"/>
              </a:ln>
            </p:spPr>
          </p:sp>
          <p:sp>
            <p:nvSpPr>
              <p:cNvPr id="2375" name="four:rotate-and-assemble:line:2375">
                <a:extLst>
                  <a:ext uri="{FF2B5EF4-FFF2-40B4-BE49-F238E27FC236}">
                    <ns2:creationId id="{83290639-6BF2-4039-AB9E-7F93191CE3F2}"/>
                  </a:ext>
                </a:extLst>
              </p:cNvPr>
              <p:cNvSpPr>
                <a:spLocks noGrp="1"/>
              </p:cNvSpPr>
              <p:nvPr/>
            </p:nvSpPr>
            <p:spPr>
              <a:xfrm>
                <a:off x="23050317" y="4772025"/>
                <a:ext cx="11511" cy="22112"/>
              </a:xfrm>
              <a:custGeom>
                <a:pathLst>
                  <a:path w="11511" h="22112">
                    <a:moveTo>
                      <a:pt x="11511" y="22112"/>
                    </a:moveTo>
                    <a:lnTo>
                      <a:pt x="0" y="0"/>
                    </a:lnTo>
                  </a:path>
                </a:pathLst>
              </a:custGeom>
              <a:noFill/>
              <a:ln w="13681">
                <a:solidFill>
                  <a:srgbClr val="6F8EA9"/>
                </a:solidFill>
                <a:prstDash val="solid"/>
              </a:ln>
            </p:spPr>
          </p:sp>
          <p:sp>
            <p:nvSpPr>
              <p:cNvPr id="2376" name="four:rotate-and-assemble:line:2376">
                <a:extLst>
                  <a:ext uri="{FF2B5EF4-FFF2-40B4-BE49-F238E27FC236}">
                    <ns2:creationId id="{AE5EA3DA-7EFA-47FE-9EEA-AB3B9ACF2C55}"/>
                  </a:ext>
                </a:extLst>
              </p:cNvPr>
              <p:cNvSpPr>
                <a:spLocks noGrp="1"/>
              </p:cNvSpPr>
              <p:nvPr/>
            </p:nvSpPr>
            <p:spPr>
              <a:xfrm>
                <a:off x="23036923" y="4751001"/>
                <a:ext cx="13394" cy="21024"/>
              </a:xfrm>
              <a:custGeom>
                <a:pathLst>
                  <a:path w="13394" h="21024">
                    <a:moveTo>
                      <a:pt x="13394" y="21024"/>
                    </a:moveTo>
                    <a:lnTo>
                      <a:pt x="0" y="0"/>
                    </a:lnTo>
                  </a:path>
                </a:pathLst>
              </a:custGeom>
              <a:noFill/>
              <a:ln w="13681">
                <a:solidFill>
                  <a:srgbClr val="6F8EA9"/>
                </a:solidFill>
                <a:prstDash val="solid"/>
              </a:ln>
            </p:spPr>
          </p:sp>
          <p:sp>
            <p:nvSpPr>
              <p:cNvPr id="2377" name="four:rotate-and-assemble:line:2377">
                <a:extLst>
                  <a:ext uri="{FF2B5EF4-FFF2-40B4-BE49-F238E27FC236}">
                    <ns2:creationId id="{4C82E25B-08A6-4D17-A2F9-C161782C6438}"/>
                  </a:ext>
                </a:extLst>
              </p:cNvPr>
              <p:cNvSpPr>
                <a:spLocks noGrp="1"/>
              </p:cNvSpPr>
              <p:nvPr/>
            </p:nvSpPr>
            <p:spPr>
              <a:xfrm>
                <a:off x="23021747" y="4731223"/>
                <a:ext cx="15175" cy="19777"/>
              </a:xfrm>
              <a:custGeom>
                <a:pathLst>
                  <a:path w="15175" h="19777">
                    <a:moveTo>
                      <a:pt x="15175" y="19777"/>
                    </a:moveTo>
                    <a:lnTo>
                      <a:pt x="0" y="0"/>
                    </a:lnTo>
                  </a:path>
                </a:pathLst>
              </a:custGeom>
              <a:noFill/>
              <a:ln w="13681">
                <a:solidFill>
                  <a:srgbClr val="6F8EA9"/>
                </a:solidFill>
                <a:prstDash val="solid"/>
              </a:ln>
            </p:spPr>
          </p:sp>
          <p:sp>
            <p:nvSpPr>
              <p:cNvPr id="2378" name="four:rotate-and-assemble:line:2378">
                <a:extLst>
                  <a:ext uri="{FF2B5EF4-FFF2-40B4-BE49-F238E27FC236}">
                    <ns2:creationId id="{864F1F68-E2C9-4D6D-9A30-2310A1F1DDE8}"/>
                  </a:ext>
                </a:extLst>
              </p:cNvPr>
              <p:cNvSpPr>
                <a:spLocks noGrp="1"/>
              </p:cNvSpPr>
              <p:nvPr/>
            </p:nvSpPr>
            <p:spPr>
              <a:xfrm>
                <a:off x="23004906" y="4712844"/>
                <a:ext cx="16841" cy="18379"/>
              </a:xfrm>
              <a:custGeom>
                <a:pathLst>
                  <a:path w="16841" h="18379">
                    <a:moveTo>
                      <a:pt x="16841" y="18379"/>
                    </a:moveTo>
                    <a:lnTo>
                      <a:pt x="0" y="0"/>
                    </a:lnTo>
                  </a:path>
                </a:pathLst>
              </a:custGeom>
              <a:noFill/>
              <a:ln w="13681">
                <a:solidFill>
                  <a:srgbClr val="6F8EA9"/>
                </a:solidFill>
                <a:prstDash val="solid"/>
              </a:ln>
            </p:spPr>
          </p:sp>
          <p:sp>
            <p:nvSpPr>
              <p:cNvPr id="2379" name="four:rotate-and-assemble:line:2379">
                <a:extLst>
                  <a:ext uri="{FF2B5EF4-FFF2-40B4-BE49-F238E27FC236}">
                    <ns2:creationId id="{290659F9-7E5B-4CB3-907C-7EF1DEB8A783}"/>
                  </a:ext>
                </a:extLst>
              </p:cNvPr>
              <p:cNvSpPr>
                <a:spLocks noGrp="1"/>
              </p:cNvSpPr>
              <p:nvPr/>
            </p:nvSpPr>
            <p:spPr>
              <a:xfrm>
                <a:off x="22986527" y="4696003"/>
                <a:ext cx="18379" cy="16841"/>
              </a:xfrm>
              <a:custGeom>
                <a:pathLst>
                  <a:path w="18379" h="16841">
                    <a:moveTo>
                      <a:pt x="18379" y="16841"/>
                    </a:moveTo>
                    <a:lnTo>
                      <a:pt x="0" y="0"/>
                    </a:lnTo>
                  </a:path>
                </a:pathLst>
              </a:custGeom>
              <a:noFill/>
              <a:ln w="13681">
                <a:solidFill>
                  <a:srgbClr val="6F8EA9"/>
                </a:solidFill>
                <a:prstDash val="solid"/>
              </a:ln>
            </p:spPr>
          </p:sp>
          <p:sp>
            <p:nvSpPr>
              <p:cNvPr id="2380" name="four:rotate-and-assemble:line:2380">
                <a:extLst>
                  <a:ext uri="{FF2B5EF4-FFF2-40B4-BE49-F238E27FC236}">
                    <ns2:creationId id="{4332F740-845F-471C-ABCD-C358A01E3FFF}"/>
                  </a:ext>
                </a:extLst>
              </p:cNvPr>
              <p:cNvSpPr>
                <a:spLocks noGrp="1"/>
              </p:cNvSpPr>
              <p:nvPr/>
            </p:nvSpPr>
            <p:spPr>
              <a:xfrm>
                <a:off x="22966749" y="4680827"/>
                <a:ext cx="19777" cy="15175"/>
              </a:xfrm>
              <a:custGeom>
                <a:pathLst>
                  <a:path w="19777" h="15175">
                    <a:moveTo>
                      <a:pt x="19777" y="15175"/>
                    </a:moveTo>
                    <a:lnTo>
                      <a:pt x="0" y="0"/>
                    </a:lnTo>
                  </a:path>
                </a:pathLst>
              </a:custGeom>
              <a:noFill/>
              <a:ln w="13681">
                <a:solidFill>
                  <a:srgbClr val="6F8EA9"/>
                </a:solidFill>
                <a:prstDash val="solid"/>
              </a:ln>
            </p:spPr>
          </p:sp>
          <p:sp>
            <p:nvSpPr>
              <p:cNvPr id="2381" name="four:rotate-and-assemble:line:2381">
                <a:extLst>
                  <a:ext uri="{FF2B5EF4-FFF2-40B4-BE49-F238E27FC236}">
                    <ns2:creationId id="{79195087-6C37-4290-A787-E1BD745903E8}"/>
                  </a:ext>
                </a:extLst>
              </p:cNvPr>
              <p:cNvSpPr>
                <a:spLocks noGrp="1"/>
              </p:cNvSpPr>
              <p:nvPr/>
            </p:nvSpPr>
            <p:spPr>
              <a:xfrm>
                <a:off x="22945725" y="4667433"/>
                <a:ext cx="21024" cy="13394"/>
              </a:xfrm>
              <a:custGeom>
                <a:pathLst>
                  <a:path w="21024" h="13394">
                    <a:moveTo>
                      <a:pt x="21024" y="13394"/>
                    </a:moveTo>
                    <a:lnTo>
                      <a:pt x="0" y="0"/>
                    </a:lnTo>
                  </a:path>
                </a:pathLst>
              </a:custGeom>
              <a:noFill/>
              <a:ln w="13681">
                <a:solidFill>
                  <a:srgbClr val="6F8EA9"/>
                </a:solidFill>
                <a:prstDash val="solid"/>
              </a:ln>
            </p:spPr>
          </p:sp>
          <p:sp>
            <p:nvSpPr>
              <p:cNvPr id="2382" name="four:rotate-and-assemble:line:2382">
                <a:extLst>
                  <a:ext uri="{FF2B5EF4-FFF2-40B4-BE49-F238E27FC236}">
                    <ns2:creationId id="{E5B57D14-199C-4E43-B5DD-3E27965B9A11}"/>
                  </a:ext>
                </a:extLst>
              </p:cNvPr>
              <p:cNvSpPr>
                <a:spLocks noGrp="1"/>
              </p:cNvSpPr>
              <p:nvPr/>
            </p:nvSpPr>
            <p:spPr>
              <a:xfrm>
                <a:off x="22923613" y="4655923"/>
                <a:ext cx="22112" cy="11511"/>
              </a:xfrm>
              <a:custGeom>
                <a:pathLst>
                  <a:path w="22112" h="11511">
                    <a:moveTo>
                      <a:pt x="22112" y="11511"/>
                    </a:moveTo>
                    <a:lnTo>
                      <a:pt x="0" y="0"/>
                    </a:lnTo>
                  </a:path>
                </a:pathLst>
              </a:custGeom>
              <a:noFill/>
              <a:ln w="13681">
                <a:solidFill>
                  <a:srgbClr val="6F8EA9"/>
                </a:solidFill>
                <a:prstDash val="solid"/>
              </a:ln>
            </p:spPr>
          </p:sp>
          <p:sp>
            <p:nvSpPr>
              <p:cNvPr id="2383" name="four:rotate-and-assemble:line:2383">
                <a:extLst>
                  <a:ext uri="{FF2B5EF4-FFF2-40B4-BE49-F238E27FC236}">
                    <ns2:creationId id="{1FA72113-6D86-42D6-9F4A-8FA195DCC749}"/>
                  </a:ext>
                </a:extLst>
              </p:cNvPr>
              <p:cNvSpPr>
                <a:spLocks noGrp="1"/>
              </p:cNvSpPr>
              <p:nvPr/>
            </p:nvSpPr>
            <p:spPr>
              <a:xfrm>
                <a:off x="22900582" y="4646383"/>
                <a:ext cx="23031" cy="9540"/>
              </a:xfrm>
              <a:custGeom>
                <a:pathLst>
                  <a:path w="23031" h="9540">
                    <a:moveTo>
                      <a:pt x="23031" y="9540"/>
                    </a:moveTo>
                    <a:lnTo>
                      <a:pt x="0" y="0"/>
                    </a:lnTo>
                  </a:path>
                </a:pathLst>
              </a:custGeom>
              <a:noFill/>
              <a:ln w="13681">
                <a:solidFill>
                  <a:srgbClr val="6F8EA9"/>
                </a:solidFill>
                <a:prstDash val="solid"/>
              </a:ln>
            </p:spPr>
          </p:sp>
          <p:sp>
            <p:nvSpPr>
              <p:cNvPr id="2384" name="four:rotate-and-assemble:line:2384">
                <a:extLst>
                  <a:ext uri="{FF2B5EF4-FFF2-40B4-BE49-F238E27FC236}">
                    <ns2:creationId id="{173C99AD-1F18-4F82-ACAD-9F0DDEAB57A8}"/>
                  </a:ext>
                </a:extLst>
              </p:cNvPr>
              <p:cNvSpPr>
                <a:spLocks noGrp="1"/>
              </p:cNvSpPr>
              <p:nvPr/>
            </p:nvSpPr>
            <p:spPr>
              <a:xfrm>
                <a:off x="22876808" y="4638887"/>
                <a:ext cx="23775" cy="7496"/>
              </a:xfrm>
              <a:custGeom>
                <a:pathLst>
                  <a:path w="23775" h="7496">
                    <a:moveTo>
                      <a:pt x="23775" y="7496"/>
                    </a:moveTo>
                    <a:lnTo>
                      <a:pt x="0" y="0"/>
                    </a:lnTo>
                  </a:path>
                </a:pathLst>
              </a:custGeom>
              <a:noFill/>
              <a:ln w="13681">
                <a:solidFill>
                  <a:srgbClr val="6F8EA9"/>
                </a:solidFill>
                <a:prstDash val="solid"/>
              </a:ln>
            </p:spPr>
          </p:sp>
          <p:sp>
            <p:nvSpPr>
              <p:cNvPr id="2385" name="four:rotate-and-assemble:line:2385">
                <a:extLst>
                  <a:ext uri="{FF2B5EF4-FFF2-40B4-BE49-F238E27FC236}">
                    <ns2:creationId id="{1478D610-6167-437C-8557-B0E855BB931F}"/>
                  </a:ext>
                </a:extLst>
              </p:cNvPr>
              <p:cNvSpPr>
                <a:spLocks noGrp="1"/>
              </p:cNvSpPr>
              <p:nvPr/>
            </p:nvSpPr>
            <p:spPr>
              <a:xfrm>
                <a:off x="22852470" y="4633491"/>
                <a:ext cx="24338" cy="5396"/>
              </a:xfrm>
              <a:custGeom>
                <a:pathLst>
                  <a:path w="24338" h="5396">
                    <a:moveTo>
                      <a:pt x="24338" y="5396"/>
                    </a:moveTo>
                    <a:lnTo>
                      <a:pt x="0" y="0"/>
                    </a:lnTo>
                  </a:path>
                </a:pathLst>
              </a:custGeom>
              <a:noFill/>
              <a:ln w="13681">
                <a:solidFill>
                  <a:srgbClr val="6F8EA9"/>
                </a:solidFill>
                <a:prstDash val="solid"/>
              </a:ln>
            </p:spPr>
          </p:sp>
          <p:sp>
            <p:nvSpPr>
              <p:cNvPr id="2386" name="four:rotate-and-assemble:line:2386">
                <a:extLst>
                  <a:ext uri="{FF2B5EF4-FFF2-40B4-BE49-F238E27FC236}">
                    <ns2:creationId id="{450B8559-5FEF-4F96-96A6-15002F7F9AC5}"/>
                  </a:ext>
                </a:extLst>
              </p:cNvPr>
              <p:cNvSpPr>
                <a:spLocks noGrp="1"/>
              </p:cNvSpPr>
              <p:nvPr/>
            </p:nvSpPr>
            <p:spPr>
              <a:xfrm>
                <a:off x="22827755" y="4630237"/>
                <a:ext cx="24715" cy="3254"/>
              </a:xfrm>
              <a:custGeom>
                <a:pathLst>
                  <a:path w="24715" h="3254">
                    <a:moveTo>
                      <a:pt x="24715" y="3254"/>
                    </a:moveTo>
                    <a:lnTo>
                      <a:pt x="0" y="0"/>
                    </a:lnTo>
                  </a:path>
                </a:pathLst>
              </a:custGeom>
              <a:noFill/>
              <a:ln w="13681">
                <a:solidFill>
                  <a:srgbClr val="6F8EA9"/>
                </a:solidFill>
                <a:prstDash val="solid"/>
              </a:ln>
            </p:spPr>
          </p:sp>
          <p:sp>
            <p:nvSpPr>
              <p:cNvPr id="2387" name="four:rotate-and-assemble:line:2387">
                <a:extLst>
                  <a:ext uri="{FF2B5EF4-FFF2-40B4-BE49-F238E27FC236}">
                    <ns2:creationId id="{D4C4A7F9-04E7-4493-A1AA-05F907B41DE5}"/>
                  </a:ext>
                </a:extLst>
              </p:cNvPr>
              <p:cNvSpPr>
                <a:spLocks noGrp="1"/>
              </p:cNvSpPr>
              <p:nvPr/>
            </p:nvSpPr>
            <p:spPr>
              <a:xfrm>
                <a:off x="22802850" y="4629150"/>
                <a:ext cx="24905" cy="1087"/>
              </a:xfrm>
              <a:custGeom>
                <a:pathLst>
                  <a:path w="24905" h="1087">
                    <a:moveTo>
                      <a:pt x="24905" y="1087"/>
                    </a:moveTo>
                    <a:lnTo>
                      <a:pt x="0" y="0"/>
                    </a:lnTo>
                  </a:path>
                </a:pathLst>
              </a:custGeom>
              <a:noFill/>
              <a:ln w="13681">
                <a:solidFill>
                  <a:srgbClr val="6F8EA9"/>
                </a:solidFill>
                <a:prstDash val="solid"/>
              </a:ln>
            </p:spPr>
          </p:sp>
          <p:sp>
            <p:nvSpPr>
              <p:cNvPr id="2388" name="four:rotate-and-assemble:polygon:2388">
                <a:extLst>
                  <a:ext uri="{FF2B5EF4-FFF2-40B4-BE49-F238E27FC236}">
                    <ns2:creationId id="{B6D10EE1-8D9F-4C0D-9519-8A3F19282347}"/>
                  </a:ext>
                </a:extLst>
              </p:cNvPr>
              <p:cNvSpPr>
                <a:spLocks noGrp="1"/>
              </p:cNvSpPr>
              <p:nvPr/>
            </p:nvSpPr>
            <p:spPr>
              <a:xfrm>
                <a:off x="22802850" y="4592386"/>
                <a:ext cx="96946" cy="81837"/>
              </a:xfrm>
              <a:custGeom>
                <a:pathLst>
                  <a:path w="96946" h="81837">
                    <a:moveTo>
                      <a:pt x="0" y="36764"/>
                    </a:moveTo>
                    <a:lnTo>
                      <a:pt x="93373" y="81837"/>
                    </a:lnTo>
                    <a:lnTo>
                      <a:pt x="96946" y="0"/>
                    </a:lnTo>
                    <a:close/>
                  </a:path>
                </a:pathLst>
              </a:custGeom>
              <a:solidFill>
                <a:srgbClr val="6F8EA9"/>
              </a:solidFill>
              <a:ln w="0">
                <a:noFill/>
                <a:prstDash val="solid"/>
              </a:ln>
            </p:spPr>
          </p:sp>
          <p:sp>
            <p:nvSpPr>
              <p:cNvPr id="2389" name="four:rotate-and-assemble:textbox:2389">
                <a:extLst>
                  <a:ext uri="{FF2B5EF4-FFF2-40B4-BE49-F238E27FC236}">
                    <ns2:creationId id="{AC1967E3-37C4-42E4-A4C0-DDAA316FA576}"/>
                  </a:ext>
                </a:extLst>
              </p:cNvPr>
              <p:cNvSpPr>
                <a:spLocks noGrp="1"/>
              </p:cNvSpPr>
              <p:nvPr/>
            </p:nvSpPr>
            <p:spPr>
              <a:xfrm>
                <a:off x="22212300" y="4591050"/>
                <a:ext cx="514350" cy="295275"/>
              </a:xfrm>
              <a:prstGeom prst="rect">
                <a:avLst/>
              </a:prstGeom>
              <a:noFill/>
              <a:ln w="0">
                <a:noFill/>
                <a:prstDash val="solid"/>
              </a:ln>
            </p:spPr>
            <p:txBody>
              <a:bodyPr wrap="none" lIns="0" tIns="0" rIns="0" bIns="0" anchor="ctr">
                <a:normAutofit fontScale="100000"/>
              </a:bodyPr>
              <a:lstStyle>
                <a:defPPr algn="ctr">
                  <a:defRPr sz="808" b="1">
                    <a:solidFill>
                      <a:srgbClr val="6F8EA9"/>
                    </a:solidFill>
                    <a:latin typeface="Arial"/>
                    <a:ea typeface="Arial"/>
                    <a:cs typeface="Arial"/>
                  </a:defRPr>
                </a:defPPr>
              </a:lstStyle>
              <a:p>
                <a:pPr algn="ctr">
                  <a:defRPr sz="808" b="1">
                    <a:solidFill>
                      <a:srgbClr val="6F8EA9"/>
                    </a:solidFill>
                    <a:latin typeface="Arial"/>
                    <a:ea typeface="Arial"/>
                    <a:cs typeface="Arial"/>
                  </a:defRPr>
                </a:pPr>
                <a:r>
                  <a:rPr sz="808" b="1">
                    <a:solidFill>
                      <a:srgbClr val="6F8EA9"/>
                    </a:solidFill>
                    <a:latin typeface="Arial"/>
                    <a:ea typeface="Arial"/>
                    <a:cs typeface="Arial"/>
                  </a:rPr>
                  <a:t>90°</a:t>
                </a:r>
              </a:p>
            </p:txBody>
          </p:sp>
          <p:sp>
            <p:nvSpPr>
              <p:cNvPr id="2390" name="four:rotate-and-assemble:line:2390">
                <a:extLst>
                  <a:ext uri="{FF2B5EF4-FFF2-40B4-BE49-F238E27FC236}">
                    <ns2:creationId id="{F8B82437-A4E0-46E1-8144-C73C61C32D4F}"/>
                  </a:ext>
                </a:extLst>
              </p:cNvPr>
              <p:cNvSpPr>
                <a:spLocks noGrp="1"/>
              </p:cNvSpPr>
              <p:nvPr/>
            </p:nvSpPr>
            <p:spPr>
              <a:xfrm>
                <a:off x="22650450" y="5133975"/>
                <a:ext cx="953" cy="180975"/>
              </a:xfrm>
              <a:custGeom>
                <a:pathLst>
                  <a:path w="953" h="180975">
                    <a:moveTo>
                      <a:pt x="0" y="0"/>
                    </a:moveTo>
                    <a:lnTo>
                      <a:pt x="0" y="180975"/>
                    </a:lnTo>
                  </a:path>
                </a:pathLst>
              </a:custGeom>
              <a:noFill/>
              <a:ln w="7818">
                <a:solidFill>
                  <a:srgbClr val="5DA4CB"/>
                </a:solidFill>
                <a:prstDash val="solid"/>
              </a:ln>
            </p:spPr>
          </p:sp>
          <p:sp>
            <p:nvSpPr>
              <p:cNvPr id="2391" name="four:rotate-and-assemble:polygon:2391">
                <a:extLst>
                  <a:ext uri="{FF2B5EF4-FFF2-40B4-BE49-F238E27FC236}">
                    <ns2:creationId id="{79F5C45D-41E5-4416-A1C1-259583FDF391}"/>
                  </a:ext>
                </a:extLst>
              </p:cNvPr>
              <p:cNvSpPr>
                <a:spLocks noGrp="1"/>
              </p:cNvSpPr>
              <p:nvPr/>
            </p:nvSpPr>
            <p:spPr>
              <a:xfrm>
                <a:off x="22617684" y="5238750"/>
                <a:ext cx="65532" cy="76200"/>
              </a:xfrm>
              <a:custGeom>
                <a:pathLst>
                  <a:path w="65532" h="76200">
                    <a:moveTo>
                      <a:pt x="32766" y="76200"/>
                    </a:moveTo>
                    <a:lnTo>
                      <a:pt x="65532" y="0"/>
                    </a:lnTo>
                    <a:lnTo>
                      <a:pt x="0" y="0"/>
                    </a:lnTo>
                    <a:close/>
                  </a:path>
                </a:pathLst>
              </a:custGeom>
              <a:solidFill>
                <a:srgbClr val="5DA4CB"/>
              </a:solidFill>
              <a:ln w="0">
                <a:noFill/>
                <a:prstDash val="solid"/>
              </a:ln>
            </p:spPr>
          </p:sp>
        </p:grpSp>
        <p:grpSp>
          <p:nvGrpSpPr>
            <p:cNvPr id="3189" name="temporal-output"/>
            <p:cNvGrpSpPr/>
            <p:nvPr/>
          </p:nvGrpSpPr>
          <p:grpSpPr>
            <a:xfrm>
              <a:off x="0" y="0"/>
              <a:ext cx="24955500" cy="8572500"/>
              <a:chOff x="0" y="0"/>
              <a:chExt cx="24955500" cy="8572500"/>
            </a:xfrm>
          </p:grpSpPr>
          <p:sp>
            <p:nvSpPr>
              <p:cNvPr id="2392" name="four:temporal-output:textbox:2392">
                <a:extLst>
                  <a:ext uri="{FF2B5EF4-FFF2-40B4-BE49-F238E27FC236}">
                    <ns2:creationId id="{1269A70D-38FB-4C68-B494-E374B329E511}"/>
                  </a:ext>
                </a:extLst>
              </p:cNvPr>
              <p:cNvSpPr>
                <a:spLocks noGrp="1"/>
              </p:cNvSpPr>
              <p:nvPr/>
            </p:nvSpPr>
            <p:spPr>
              <a:xfrm>
                <a:off x="20840700" y="5429250"/>
                <a:ext cx="3514725" cy="304800"/>
              </a:xfrm>
              <a:prstGeom prst="rect">
                <a:avLst/>
              </a:prstGeom>
              <a:noFill/>
              <a:ln w="0">
                <a:noFill/>
                <a:prstDash val="solid"/>
              </a:ln>
            </p:spPr>
            <p:txBody>
              <a:bodyPr wrap="none" lIns="0" tIns="0" rIns="0" bIns="0" anchor="ctr">
                <a:normAutofit fontScale="100000"/>
              </a:bodyPr>
              <a:lstStyle>
                <a:defPPr algn="l">
                  <a:defRPr sz="885" b="1">
                    <a:solidFill>
                      <a:srgbClr val="263238"/>
                    </a:solidFill>
                    <a:latin typeface="Arial"/>
                    <a:ea typeface="Arial"/>
                    <a:cs typeface="Arial"/>
                  </a:defRPr>
                </a:defPPr>
              </a:lstStyle>
              <a:p>
                <a:pPr algn="l">
                  <a:defRPr sz="885" b="1">
                    <a:solidFill>
                      <a:srgbClr val="263238"/>
                    </a:solidFill>
                    <a:latin typeface="Arial"/>
                    <a:ea typeface="Arial"/>
                    <a:cs typeface="Arial"/>
                  </a:defRPr>
                </a:pPr>
                <a:r>
                  <a:rPr sz="885" b="1">
                    <a:solidFill>
                      <a:srgbClr val="263238"/>
                    </a:solidFill>
                    <a:latin typeface="Arial"/>
                    <a:ea typeface="Arial"/>
                    <a:cs typeface="Arial"/>
                  </a:rPr>
                  <a:t>Temporal merge tree map</a:t>
                </a:r>
              </a:p>
            </p:txBody>
          </p:sp>
          <p:sp>
            <p:nvSpPr>
              <p:cNvPr id="2393" name="four:temporal-output:map-continuous-underlay:2393">
                <a:extLst>
                  <a:ext uri="{FF2B5EF4-FFF2-40B4-BE49-F238E27FC236}">
                    <ns2:creationId id="{1561A342-A89A-49AC-8A53-E4924E517797}"/>
                  </a:ext>
                </a:extLst>
              </p:cNvPr>
              <p:cNvSpPr>
                <a:spLocks noGrp="1"/>
              </p:cNvSpPr>
              <p:nvPr/>
            </p:nvSpPr>
            <p:spPr>
              <a:xfrm>
                <a:off x="21240750" y="6019800"/>
                <a:ext cx="2838450" cy="1143000"/>
              </a:xfrm>
              <a:prstGeom prst="rect">
                <a:avLst/>
              </a:prstGeom>
              <a:solidFill>
                <a:srgbClr val="DCE8ED"/>
              </a:solidFill>
              <a:ln w="0">
                <a:noFill/>
                <a:prstDash val="solid"/>
              </a:ln>
            </p:spPr>
          </p:sp>
          <p:sp>
            <p:nvSpPr>
              <p:cNvPr id="2394" name="four:temporal-output:textbox:2394">
                <a:extLst>
                  <a:ext uri="{FF2B5EF4-FFF2-40B4-BE49-F238E27FC236}">
                    <ns2:creationId id="{65DDF774-A132-4FAD-AAC7-4E8844CB212F}"/>
                  </a:ext>
                </a:extLst>
              </p:cNvPr>
              <p:cNvSpPr>
                <a:spLocks noGrp="1"/>
              </p:cNvSpPr>
              <p:nvPr/>
            </p:nvSpPr>
            <p:spPr>
              <a:xfrm>
                <a:off x="21240750" y="5743575"/>
                <a:ext cx="709613" cy="342900"/>
              </a:xfrm>
              <a:prstGeom prst="rect">
                <a:avLst/>
              </a:prstGeom>
              <a:noFill/>
              <a:ln w="0">
                <a:noFill/>
                <a:prstDash val="solid"/>
              </a:ln>
            </p:spPr>
            <p:txBody>
              <a:bodyPr wrap="none" lIns="0" tIns="0" rIns="0" bIns="0" anchor="ctr">
                <a:normAutofit fontScale="100000"/>
              </a:bodyPr>
              <a:lstStyle>
                <a:defPPr algn="ctr">
                  <a:defRPr sz="846" b="0">
                    <a:solidFill>
                      <a:srgbClr val="263238"/>
                    </a:solidFill>
                    <a:latin typeface="Arial"/>
                    <a:ea typeface="Arial"/>
                    <a:cs typeface="Arial"/>
                  </a:defRPr>
                </a:defPPr>
              </a:lstStyle>
              <a:p>
                <a:pPr algn="ctr">
                  <a:defRPr sz="846" b="0">
                    <a:solidFill>
                      <a:srgbClr val="263238"/>
                    </a:solidFill>
                    <a:latin typeface="Arial"/>
                    <a:ea typeface="Arial"/>
                    <a:cs typeface="Arial"/>
                  </a:defRPr>
                </a:pPr>
                <a:r>
                  <a:rPr sz="846" b="0">
                    <a:solidFill>
                      <a:srgbClr val="263238"/>
                    </a:solidFill>
                    <a:latin typeface="Arial"/>
                    <a:ea typeface="Arial"/>
                    <a:cs typeface="Arial"/>
                  </a:rPr>
                  <a:t>tₐ</a:t>
                </a:r>
              </a:p>
            </p:txBody>
          </p:sp>
          <p:sp>
            <p:nvSpPr>
              <p:cNvPr id="2395" name="four:temporal-output:rotated-tₐ-cell-0:2395">
                <a:extLst>
                  <a:ext uri="{FF2B5EF4-FFF2-40B4-BE49-F238E27FC236}">
                    <ns2:creationId id="{33B79F84-AFB3-4D99-9AFF-7FEF87223E29}"/>
                  </a:ext>
                </a:extLst>
              </p:cNvPr>
              <p:cNvSpPr>
                <a:spLocks noGrp="1"/>
              </p:cNvSpPr>
              <p:nvPr/>
            </p:nvSpPr>
            <p:spPr>
              <a:xfrm>
                <a:off x="21240750" y="7156847"/>
                <a:ext cx="709613" cy="5953"/>
              </a:xfrm>
              <a:prstGeom prst="rect">
                <a:avLst/>
              </a:prstGeom>
              <a:solidFill>
                <a:srgbClr val="DCE8ED"/>
              </a:solidFill>
              <a:ln w="0">
                <a:noFill/>
                <a:prstDash val="solid"/>
              </a:ln>
            </p:spPr>
          </p:sp>
          <p:sp>
            <p:nvSpPr>
              <p:cNvPr id="2396" name="four:temporal-output:rotated-tₐ-cell-1:2396">
                <a:extLst>
                  <a:ext uri="{FF2B5EF4-FFF2-40B4-BE49-F238E27FC236}">
                    <ns2:creationId id="{7F1FD296-01D3-49FE-B5F6-7F52943BCE82}"/>
                  </a:ext>
                </a:extLst>
              </p:cNvPr>
              <p:cNvSpPr>
                <a:spLocks noGrp="1"/>
              </p:cNvSpPr>
              <p:nvPr/>
            </p:nvSpPr>
            <p:spPr>
              <a:xfrm>
                <a:off x="21240750" y="7150894"/>
                <a:ext cx="709613" cy="5953"/>
              </a:xfrm>
              <a:prstGeom prst="rect">
                <a:avLst/>
              </a:prstGeom>
              <a:solidFill>
                <a:srgbClr val="DCE8ED"/>
              </a:solidFill>
              <a:ln w="0">
                <a:noFill/>
                <a:prstDash val="solid"/>
              </a:ln>
            </p:spPr>
          </p:sp>
          <p:sp>
            <p:nvSpPr>
              <p:cNvPr id="2397" name="four:temporal-output:rotated-tₐ-cell-2:2397">
                <a:extLst>
                  <a:ext uri="{FF2B5EF4-FFF2-40B4-BE49-F238E27FC236}">
                    <ns2:creationId id="{C839A479-E8D8-4F60-A52D-C1FE26621D05}"/>
                  </a:ext>
                </a:extLst>
              </p:cNvPr>
              <p:cNvSpPr>
                <a:spLocks noGrp="1"/>
              </p:cNvSpPr>
              <p:nvPr/>
            </p:nvSpPr>
            <p:spPr>
              <a:xfrm>
                <a:off x="21240750" y="7144941"/>
                <a:ext cx="709613" cy="5953"/>
              </a:xfrm>
              <a:prstGeom prst="rect">
                <a:avLst/>
              </a:prstGeom>
              <a:solidFill>
                <a:srgbClr val="DCE8ED"/>
              </a:solidFill>
              <a:ln w="0">
                <a:noFill/>
                <a:prstDash val="solid"/>
              </a:ln>
            </p:spPr>
          </p:sp>
          <p:sp>
            <p:nvSpPr>
              <p:cNvPr id="2398" name="four:temporal-output:rotated-tₐ-cell-3:2398">
                <a:extLst>
                  <a:ext uri="{FF2B5EF4-FFF2-40B4-BE49-F238E27FC236}">
                    <ns2:creationId id="{AE5BF2DA-9304-4DF3-BD59-EA97AA378BAF}"/>
                  </a:ext>
                </a:extLst>
              </p:cNvPr>
              <p:cNvSpPr>
                <a:spLocks noGrp="1"/>
              </p:cNvSpPr>
              <p:nvPr/>
            </p:nvSpPr>
            <p:spPr>
              <a:xfrm>
                <a:off x="21240750" y="7138988"/>
                <a:ext cx="709613" cy="5953"/>
              </a:xfrm>
              <a:prstGeom prst="rect">
                <a:avLst/>
              </a:prstGeom>
              <a:solidFill>
                <a:srgbClr val="DCE8ED"/>
              </a:solidFill>
              <a:ln w="0">
                <a:noFill/>
                <a:prstDash val="solid"/>
              </a:ln>
            </p:spPr>
          </p:sp>
          <p:sp>
            <p:nvSpPr>
              <p:cNvPr id="2399" name="four:temporal-output:rotated-tₐ-cell-4:2399">
                <a:extLst>
                  <a:ext uri="{FF2B5EF4-FFF2-40B4-BE49-F238E27FC236}">
                    <ns2:creationId id="{AD40C2B1-7FC0-465D-B366-EC193A0F8EBA}"/>
                  </a:ext>
                </a:extLst>
              </p:cNvPr>
              <p:cNvSpPr>
                <a:spLocks noGrp="1"/>
              </p:cNvSpPr>
              <p:nvPr/>
            </p:nvSpPr>
            <p:spPr>
              <a:xfrm>
                <a:off x="21240750" y="7133034"/>
                <a:ext cx="709613" cy="5953"/>
              </a:xfrm>
              <a:prstGeom prst="rect">
                <a:avLst/>
              </a:prstGeom>
              <a:solidFill>
                <a:srgbClr val="DCE8ED"/>
              </a:solidFill>
              <a:ln w="0">
                <a:noFill/>
                <a:prstDash val="solid"/>
              </a:ln>
            </p:spPr>
          </p:sp>
          <p:sp>
            <p:nvSpPr>
              <p:cNvPr id="2400" name="four:temporal-output:rotated-tₐ-cell-5:2400">
                <a:extLst>
                  <a:ext uri="{FF2B5EF4-FFF2-40B4-BE49-F238E27FC236}">
                    <ns2:creationId id="{E2FC8AED-1697-4390-98D2-8A1CE3A5A42A}"/>
                  </a:ext>
                </a:extLst>
              </p:cNvPr>
              <p:cNvSpPr>
                <a:spLocks noGrp="1"/>
              </p:cNvSpPr>
              <p:nvPr/>
            </p:nvSpPr>
            <p:spPr>
              <a:xfrm>
                <a:off x="21240750" y="7127081"/>
                <a:ext cx="709613" cy="5953"/>
              </a:xfrm>
              <a:prstGeom prst="rect">
                <a:avLst/>
              </a:prstGeom>
              <a:solidFill>
                <a:srgbClr val="D4E2E9"/>
              </a:solidFill>
              <a:ln w="0">
                <a:noFill/>
                <a:prstDash val="solid"/>
              </a:ln>
            </p:spPr>
          </p:sp>
          <p:sp>
            <p:nvSpPr>
              <p:cNvPr id="2401" name="four:temporal-output:rotated-tₐ-cell-6:2401">
                <a:extLst>
                  <a:ext uri="{FF2B5EF4-FFF2-40B4-BE49-F238E27FC236}">
                    <ns2:creationId id="{2F42D397-C44F-4257-8EA1-7BFA4A6A60BB}"/>
                  </a:ext>
                </a:extLst>
              </p:cNvPr>
              <p:cNvSpPr>
                <a:spLocks noGrp="1"/>
              </p:cNvSpPr>
              <p:nvPr/>
            </p:nvSpPr>
            <p:spPr>
              <a:xfrm>
                <a:off x="21240750" y="7121128"/>
                <a:ext cx="709613" cy="5953"/>
              </a:xfrm>
              <a:prstGeom prst="rect">
                <a:avLst/>
              </a:prstGeom>
              <a:solidFill>
                <a:srgbClr val="9DC6DC"/>
              </a:solidFill>
              <a:ln w="0">
                <a:noFill/>
                <a:prstDash val="solid"/>
              </a:ln>
            </p:spPr>
          </p:sp>
          <p:sp>
            <p:nvSpPr>
              <p:cNvPr id="2402" name="four:temporal-output:rotated-tₐ-cell-7:2402">
                <a:extLst>
                  <a:ext uri="{FF2B5EF4-FFF2-40B4-BE49-F238E27FC236}">
                    <ns2:creationId id="{02952368-9306-49EA-9230-B3B7128BCA75}"/>
                  </a:ext>
                </a:extLst>
              </p:cNvPr>
              <p:cNvSpPr>
                <a:spLocks noGrp="1"/>
              </p:cNvSpPr>
              <p:nvPr/>
            </p:nvSpPr>
            <p:spPr>
              <a:xfrm>
                <a:off x="21240750" y="7115175"/>
                <a:ext cx="709613" cy="5953"/>
              </a:xfrm>
              <a:prstGeom prst="rect">
                <a:avLst/>
              </a:prstGeom>
              <a:solidFill>
                <a:srgbClr val="5AA2CA"/>
              </a:solidFill>
              <a:ln w="0">
                <a:noFill/>
                <a:prstDash val="solid"/>
              </a:ln>
            </p:spPr>
          </p:sp>
          <p:sp>
            <p:nvSpPr>
              <p:cNvPr id="2403" name="four:temporal-output:rotated-tₐ-cell-8:2403">
                <a:extLst>
                  <a:ext uri="{FF2B5EF4-FFF2-40B4-BE49-F238E27FC236}">
                    <ns2:creationId id="{5E6ADC7E-93A9-4C14-8E49-B4E49A7E8FFB}"/>
                  </a:ext>
                </a:extLst>
              </p:cNvPr>
              <p:cNvSpPr>
                <a:spLocks noGrp="1"/>
              </p:cNvSpPr>
              <p:nvPr/>
            </p:nvSpPr>
            <p:spPr>
              <a:xfrm>
                <a:off x="21240750" y="7109222"/>
                <a:ext cx="709613" cy="5953"/>
              </a:xfrm>
              <a:prstGeom prst="rect">
                <a:avLst/>
              </a:prstGeom>
              <a:solidFill>
                <a:srgbClr val="1D82BA"/>
              </a:solidFill>
              <a:ln w="0">
                <a:noFill/>
                <a:prstDash val="solid"/>
              </a:ln>
            </p:spPr>
          </p:sp>
          <p:sp>
            <p:nvSpPr>
              <p:cNvPr id="2404" name="four:temporal-output:rotated-tₐ-cell-9:2404">
                <a:extLst>
                  <a:ext uri="{FF2B5EF4-FFF2-40B4-BE49-F238E27FC236}">
                    <ns2:creationId id="{98582188-5D73-4F89-9DF1-F2A89CB70A8A}"/>
                  </a:ext>
                </a:extLst>
              </p:cNvPr>
              <p:cNvSpPr>
                <a:spLocks noGrp="1"/>
              </p:cNvSpPr>
              <p:nvPr/>
            </p:nvSpPr>
            <p:spPr>
              <a:xfrm>
                <a:off x="21240750" y="7103269"/>
                <a:ext cx="709613" cy="5953"/>
              </a:xfrm>
              <a:prstGeom prst="rect">
                <a:avLst/>
              </a:prstGeom>
              <a:solidFill>
                <a:srgbClr val="0072B2"/>
              </a:solidFill>
              <a:ln w="0">
                <a:noFill/>
                <a:prstDash val="solid"/>
              </a:ln>
            </p:spPr>
          </p:sp>
          <p:sp>
            <p:nvSpPr>
              <p:cNvPr id="2405" name="four:temporal-output:rotated-tₐ-cell-10:2405">
                <a:extLst>
                  <a:ext uri="{FF2B5EF4-FFF2-40B4-BE49-F238E27FC236}">
                    <ns2:creationId id="{026402BC-9D3C-4643-9BC8-58586C35CB5A}"/>
                  </a:ext>
                </a:extLst>
              </p:cNvPr>
              <p:cNvSpPr>
                <a:spLocks noGrp="1"/>
              </p:cNvSpPr>
              <p:nvPr/>
            </p:nvSpPr>
            <p:spPr>
              <a:xfrm>
                <a:off x="21240750" y="7097316"/>
                <a:ext cx="709613" cy="5953"/>
              </a:xfrm>
              <a:prstGeom prst="rect">
                <a:avLst/>
              </a:prstGeom>
              <a:solidFill>
                <a:srgbClr val="0072B2"/>
              </a:solidFill>
              <a:ln w="0">
                <a:noFill/>
                <a:prstDash val="solid"/>
              </a:ln>
            </p:spPr>
          </p:sp>
          <p:sp>
            <p:nvSpPr>
              <p:cNvPr id="2406" name="four:temporal-output:rotated-tₐ-cell-11:2406">
                <a:extLst>
                  <a:ext uri="{FF2B5EF4-FFF2-40B4-BE49-F238E27FC236}">
                    <ns2:creationId id="{A5D23284-840B-4548-8D3C-2C14402B0897}"/>
                  </a:ext>
                </a:extLst>
              </p:cNvPr>
              <p:cNvSpPr>
                <a:spLocks noGrp="1"/>
              </p:cNvSpPr>
              <p:nvPr/>
            </p:nvSpPr>
            <p:spPr>
              <a:xfrm>
                <a:off x="21240750" y="7091363"/>
                <a:ext cx="709613" cy="5953"/>
              </a:xfrm>
              <a:prstGeom prst="rect">
                <a:avLst/>
              </a:prstGeom>
              <a:solidFill>
                <a:srgbClr val="0072B2"/>
              </a:solidFill>
              <a:ln w="0">
                <a:noFill/>
                <a:prstDash val="solid"/>
              </a:ln>
            </p:spPr>
          </p:sp>
          <p:sp>
            <p:nvSpPr>
              <p:cNvPr id="2407" name="four:temporal-output:rotated-tₐ-cell-12:2407">
                <a:extLst>
                  <a:ext uri="{FF2B5EF4-FFF2-40B4-BE49-F238E27FC236}">
                    <ns2:creationId id="{12FF2201-D878-4CA1-9D80-359CF518A20E}"/>
                  </a:ext>
                </a:extLst>
              </p:cNvPr>
              <p:cNvSpPr>
                <a:spLocks noGrp="1"/>
              </p:cNvSpPr>
              <p:nvPr/>
            </p:nvSpPr>
            <p:spPr>
              <a:xfrm>
                <a:off x="21240750" y="7085409"/>
                <a:ext cx="709613" cy="5953"/>
              </a:xfrm>
              <a:prstGeom prst="rect">
                <a:avLst/>
              </a:prstGeom>
              <a:solidFill>
                <a:srgbClr val="0072B2"/>
              </a:solidFill>
              <a:ln w="0">
                <a:noFill/>
                <a:prstDash val="solid"/>
              </a:ln>
            </p:spPr>
          </p:sp>
          <p:sp>
            <p:nvSpPr>
              <p:cNvPr id="2408" name="four:temporal-output:rotated-tₐ-cell-13:2408">
                <a:extLst>
                  <a:ext uri="{FF2B5EF4-FFF2-40B4-BE49-F238E27FC236}">
                    <ns2:creationId id="{A71D9E90-05B6-435A-851F-2D5D9F5BC3C1}"/>
                  </a:ext>
                </a:extLst>
              </p:cNvPr>
              <p:cNvSpPr>
                <a:spLocks noGrp="1"/>
              </p:cNvSpPr>
              <p:nvPr/>
            </p:nvSpPr>
            <p:spPr>
              <a:xfrm>
                <a:off x="21240750" y="7079456"/>
                <a:ext cx="709613" cy="5953"/>
              </a:xfrm>
              <a:prstGeom prst="rect">
                <a:avLst/>
              </a:prstGeom>
              <a:solidFill>
                <a:srgbClr val="0072B2"/>
              </a:solidFill>
              <a:ln w="0">
                <a:noFill/>
                <a:prstDash val="solid"/>
              </a:ln>
            </p:spPr>
          </p:sp>
          <p:sp>
            <p:nvSpPr>
              <p:cNvPr id="2409" name="four:temporal-output:rotated-tₐ-cell-14:2409">
                <a:extLst>
                  <a:ext uri="{FF2B5EF4-FFF2-40B4-BE49-F238E27FC236}">
                    <ns2:creationId id="{60A72CDA-EEA0-4E4E-8061-73FFD476D052}"/>
                  </a:ext>
                </a:extLst>
              </p:cNvPr>
              <p:cNvSpPr>
                <a:spLocks noGrp="1"/>
              </p:cNvSpPr>
              <p:nvPr/>
            </p:nvSpPr>
            <p:spPr>
              <a:xfrm>
                <a:off x="21240750" y="7073503"/>
                <a:ext cx="709613" cy="5953"/>
              </a:xfrm>
              <a:prstGeom prst="rect">
                <a:avLst/>
              </a:prstGeom>
              <a:solidFill>
                <a:srgbClr val="0072B2"/>
              </a:solidFill>
              <a:ln w="0">
                <a:noFill/>
                <a:prstDash val="solid"/>
              </a:ln>
            </p:spPr>
          </p:sp>
          <p:sp>
            <p:nvSpPr>
              <p:cNvPr id="2410" name="four:temporal-output:rotated-tₐ-cell-15:2410">
                <a:extLst>
                  <a:ext uri="{FF2B5EF4-FFF2-40B4-BE49-F238E27FC236}">
                    <ns2:creationId id="{C39994F1-83E4-4C25-A817-D0F5FB385B6F}"/>
                  </a:ext>
                </a:extLst>
              </p:cNvPr>
              <p:cNvSpPr>
                <a:spLocks noGrp="1"/>
              </p:cNvSpPr>
              <p:nvPr/>
            </p:nvSpPr>
            <p:spPr>
              <a:xfrm>
                <a:off x="21240750" y="7067550"/>
                <a:ext cx="709613" cy="5953"/>
              </a:xfrm>
              <a:prstGeom prst="rect">
                <a:avLst/>
              </a:prstGeom>
              <a:solidFill>
                <a:srgbClr val="0072B2"/>
              </a:solidFill>
              <a:ln w="0">
                <a:noFill/>
                <a:prstDash val="solid"/>
              </a:ln>
            </p:spPr>
          </p:sp>
          <p:sp>
            <p:nvSpPr>
              <p:cNvPr id="2411" name="four:temporal-output:rotated-tₐ-cell-16:2411">
                <a:extLst>
                  <a:ext uri="{FF2B5EF4-FFF2-40B4-BE49-F238E27FC236}">
                    <ns2:creationId id="{FBAA3BD6-BBBE-45B5-AE70-D4B88E288BCB}"/>
                  </a:ext>
                </a:extLst>
              </p:cNvPr>
              <p:cNvSpPr>
                <a:spLocks noGrp="1"/>
              </p:cNvSpPr>
              <p:nvPr/>
            </p:nvSpPr>
            <p:spPr>
              <a:xfrm>
                <a:off x="21240750" y="7061597"/>
                <a:ext cx="709613" cy="5953"/>
              </a:xfrm>
              <a:prstGeom prst="rect">
                <a:avLst/>
              </a:prstGeom>
              <a:solidFill>
                <a:srgbClr val="0072B2"/>
              </a:solidFill>
              <a:ln w="0">
                <a:noFill/>
                <a:prstDash val="solid"/>
              </a:ln>
            </p:spPr>
          </p:sp>
          <p:sp>
            <p:nvSpPr>
              <p:cNvPr id="2412" name="four:temporal-output:rotated-tₐ-cell-17:2412">
                <a:extLst>
                  <a:ext uri="{FF2B5EF4-FFF2-40B4-BE49-F238E27FC236}">
                    <ns2:creationId id="{32BEEBD8-F98F-4010-9BC6-03B95149DFF1}"/>
                  </a:ext>
                </a:extLst>
              </p:cNvPr>
              <p:cNvSpPr>
                <a:spLocks noGrp="1"/>
              </p:cNvSpPr>
              <p:nvPr/>
            </p:nvSpPr>
            <p:spPr>
              <a:xfrm>
                <a:off x="21240750" y="7055644"/>
                <a:ext cx="709613" cy="5953"/>
              </a:xfrm>
              <a:prstGeom prst="rect">
                <a:avLst/>
              </a:prstGeom>
              <a:solidFill>
                <a:srgbClr val="0072B2"/>
              </a:solidFill>
              <a:ln w="0">
                <a:noFill/>
                <a:prstDash val="solid"/>
              </a:ln>
            </p:spPr>
          </p:sp>
          <p:sp>
            <p:nvSpPr>
              <p:cNvPr id="2413" name="four:temporal-output:rotated-tₐ-cell-18:2413">
                <a:extLst>
                  <a:ext uri="{FF2B5EF4-FFF2-40B4-BE49-F238E27FC236}">
                    <ns2:creationId id="{D7E4B85B-A28A-45DA-BF77-1414C0B40467}"/>
                  </a:ext>
                </a:extLst>
              </p:cNvPr>
              <p:cNvSpPr>
                <a:spLocks noGrp="1"/>
              </p:cNvSpPr>
              <p:nvPr/>
            </p:nvSpPr>
            <p:spPr>
              <a:xfrm>
                <a:off x="21240750" y="7049691"/>
                <a:ext cx="709613" cy="5953"/>
              </a:xfrm>
              <a:prstGeom prst="rect">
                <a:avLst/>
              </a:prstGeom>
              <a:solidFill>
                <a:srgbClr val="0072B2"/>
              </a:solidFill>
              <a:ln w="0">
                <a:noFill/>
                <a:prstDash val="solid"/>
              </a:ln>
            </p:spPr>
          </p:sp>
          <p:sp>
            <p:nvSpPr>
              <p:cNvPr id="2414" name="four:temporal-output:rotated-tₐ-cell-19:2414">
                <a:extLst>
                  <a:ext uri="{FF2B5EF4-FFF2-40B4-BE49-F238E27FC236}">
                    <ns2:creationId id="{6C444FCA-6721-4833-972E-941C49E32683}"/>
                  </a:ext>
                </a:extLst>
              </p:cNvPr>
              <p:cNvSpPr>
                <a:spLocks noGrp="1"/>
              </p:cNvSpPr>
              <p:nvPr/>
            </p:nvSpPr>
            <p:spPr>
              <a:xfrm>
                <a:off x="21240750" y="7043738"/>
                <a:ext cx="709613" cy="5953"/>
              </a:xfrm>
              <a:prstGeom prst="rect">
                <a:avLst/>
              </a:prstGeom>
              <a:solidFill>
                <a:srgbClr val="0072B2"/>
              </a:solidFill>
              <a:ln w="0">
                <a:noFill/>
                <a:prstDash val="solid"/>
              </a:ln>
            </p:spPr>
          </p:sp>
          <p:sp>
            <p:nvSpPr>
              <p:cNvPr id="2415" name="four:temporal-output:rotated-tₐ-cell-20:2415">
                <a:extLst>
                  <a:ext uri="{FF2B5EF4-FFF2-40B4-BE49-F238E27FC236}">
                    <ns2:creationId id="{50A0A759-1665-40F5-A587-68362B308E3F}"/>
                  </a:ext>
                </a:extLst>
              </p:cNvPr>
              <p:cNvSpPr>
                <a:spLocks noGrp="1"/>
              </p:cNvSpPr>
              <p:nvPr/>
            </p:nvSpPr>
            <p:spPr>
              <a:xfrm>
                <a:off x="21240750" y="7037784"/>
                <a:ext cx="709613" cy="5953"/>
              </a:xfrm>
              <a:prstGeom prst="rect">
                <a:avLst/>
              </a:prstGeom>
              <a:solidFill>
                <a:srgbClr val="0072B2"/>
              </a:solidFill>
              <a:ln w="0">
                <a:noFill/>
                <a:prstDash val="solid"/>
              </a:ln>
            </p:spPr>
          </p:sp>
          <p:sp>
            <p:nvSpPr>
              <p:cNvPr id="2416" name="four:temporal-output:rotated-tₐ-cell-21:2416">
                <a:extLst>
                  <a:ext uri="{FF2B5EF4-FFF2-40B4-BE49-F238E27FC236}">
                    <ns2:creationId id="{DA26FAE8-90A7-42E1-8A05-2756BCCDF7BE}"/>
                  </a:ext>
                </a:extLst>
              </p:cNvPr>
              <p:cNvSpPr>
                <a:spLocks noGrp="1"/>
              </p:cNvSpPr>
              <p:nvPr/>
            </p:nvSpPr>
            <p:spPr>
              <a:xfrm>
                <a:off x="21240750" y="7031831"/>
                <a:ext cx="709613" cy="5953"/>
              </a:xfrm>
              <a:prstGeom prst="rect">
                <a:avLst/>
              </a:prstGeom>
              <a:solidFill>
                <a:srgbClr val="0072B2"/>
              </a:solidFill>
              <a:ln w="0">
                <a:noFill/>
                <a:prstDash val="solid"/>
              </a:ln>
            </p:spPr>
          </p:sp>
          <p:sp>
            <p:nvSpPr>
              <p:cNvPr id="2417" name="four:temporal-output:rotated-tₐ-cell-22:2417">
                <a:extLst>
                  <a:ext uri="{FF2B5EF4-FFF2-40B4-BE49-F238E27FC236}">
                    <ns2:creationId id="{E525530E-EB8E-4D63-B364-FDCE4131D6BE}"/>
                  </a:ext>
                </a:extLst>
              </p:cNvPr>
              <p:cNvSpPr>
                <a:spLocks noGrp="1"/>
              </p:cNvSpPr>
              <p:nvPr/>
            </p:nvSpPr>
            <p:spPr>
              <a:xfrm>
                <a:off x="21240750" y="7025878"/>
                <a:ext cx="709613" cy="5953"/>
              </a:xfrm>
              <a:prstGeom prst="rect">
                <a:avLst/>
              </a:prstGeom>
              <a:solidFill>
                <a:srgbClr val="0072B2"/>
              </a:solidFill>
              <a:ln w="0">
                <a:noFill/>
                <a:prstDash val="solid"/>
              </a:ln>
            </p:spPr>
          </p:sp>
          <p:sp>
            <p:nvSpPr>
              <p:cNvPr id="2418" name="four:temporal-output:rotated-tₐ-cell-23:2418">
                <a:extLst>
                  <a:ext uri="{FF2B5EF4-FFF2-40B4-BE49-F238E27FC236}">
                    <ns2:creationId id="{ED799E7E-5E21-413C-A975-9F7D56EAF185}"/>
                  </a:ext>
                </a:extLst>
              </p:cNvPr>
              <p:cNvSpPr>
                <a:spLocks noGrp="1"/>
              </p:cNvSpPr>
              <p:nvPr/>
            </p:nvSpPr>
            <p:spPr>
              <a:xfrm>
                <a:off x="21240750" y="7019925"/>
                <a:ext cx="709613" cy="5953"/>
              </a:xfrm>
              <a:prstGeom prst="rect">
                <a:avLst/>
              </a:prstGeom>
              <a:solidFill>
                <a:srgbClr val="0977B4"/>
              </a:solidFill>
              <a:ln w="0">
                <a:noFill/>
                <a:prstDash val="solid"/>
              </a:ln>
            </p:spPr>
          </p:sp>
          <p:sp>
            <p:nvSpPr>
              <p:cNvPr id="2419" name="four:temporal-output:rotated-tₐ-cell-24:2419">
                <a:extLst>
                  <a:ext uri="{FF2B5EF4-FFF2-40B4-BE49-F238E27FC236}">
                    <ns2:creationId id="{57D05C98-EDC7-4B42-A461-EA79CD7C9937}"/>
                  </a:ext>
                </a:extLst>
              </p:cNvPr>
              <p:cNvSpPr>
                <a:spLocks noGrp="1"/>
              </p:cNvSpPr>
              <p:nvPr/>
            </p:nvSpPr>
            <p:spPr>
              <a:xfrm>
                <a:off x="21240750" y="7013972"/>
                <a:ext cx="709613" cy="5953"/>
              </a:xfrm>
              <a:prstGeom prst="rect">
                <a:avLst/>
              </a:prstGeom>
              <a:solidFill>
                <a:srgbClr val="2385BB"/>
              </a:solidFill>
              <a:ln w="0">
                <a:noFill/>
                <a:prstDash val="solid"/>
              </a:ln>
            </p:spPr>
          </p:sp>
          <p:sp>
            <p:nvSpPr>
              <p:cNvPr id="2420" name="four:temporal-output:rotated-tₐ-cell-25:2420">
                <a:extLst>
                  <a:ext uri="{FF2B5EF4-FFF2-40B4-BE49-F238E27FC236}">
                    <ns2:creationId id="{10927E64-E5A3-4E8A-A9F0-C2F7C25B188F}"/>
                  </a:ext>
                </a:extLst>
              </p:cNvPr>
              <p:cNvSpPr>
                <a:spLocks noGrp="1"/>
              </p:cNvSpPr>
              <p:nvPr/>
            </p:nvSpPr>
            <p:spPr>
              <a:xfrm>
                <a:off x="21240750" y="7008019"/>
                <a:ext cx="709613" cy="5953"/>
              </a:xfrm>
              <a:prstGeom prst="rect">
                <a:avLst/>
              </a:prstGeom>
              <a:solidFill>
                <a:srgbClr val="4899C5"/>
              </a:solidFill>
              <a:ln w="0">
                <a:noFill/>
                <a:prstDash val="solid"/>
              </a:ln>
            </p:spPr>
          </p:sp>
          <p:sp>
            <p:nvSpPr>
              <p:cNvPr id="2421" name="four:temporal-output:rotated-tₐ-cell-26:2421">
                <a:extLst>
                  <a:ext uri="{FF2B5EF4-FFF2-40B4-BE49-F238E27FC236}">
                    <ns2:creationId id="{2ECBF702-1216-426B-B5A0-AD3946E5AEFD}"/>
                  </a:ext>
                </a:extLst>
              </p:cNvPr>
              <p:cNvSpPr>
                <a:spLocks noGrp="1"/>
              </p:cNvSpPr>
              <p:nvPr/>
            </p:nvSpPr>
            <p:spPr>
              <a:xfrm>
                <a:off x="21240750" y="7002066"/>
                <a:ext cx="709613" cy="5953"/>
              </a:xfrm>
              <a:prstGeom prst="rect">
                <a:avLst/>
              </a:prstGeom>
              <a:solidFill>
                <a:srgbClr val="72AFD1"/>
              </a:solidFill>
              <a:ln w="0">
                <a:noFill/>
                <a:prstDash val="solid"/>
              </a:ln>
            </p:spPr>
          </p:sp>
          <p:sp>
            <p:nvSpPr>
              <p:cNvPr id="2422" name="four:temporal-output:rotated-tₐ-cell-27:2422">
                <a:extLst>
                  <a:ext uri="{FF2B5EF4-FFF2-40B4-BE49-F238E27FC236}">
                    <ns2:creationId id="{00B9F91C-9DE3-487C-90C5-7451F9ED2100}"/>
                  </a:ext>
                </a:extLst>
              </p:cNvPr>
              <p:cNvSpPr>
                <a:spLocks noGrp="1"/>
              </p:cNvSpPr>
              <p:nvPr/>
            </p:nvSpPr>
            <p:spPr>
              <a:xfrm>
                <a:off x="21240750" y="6996113"/>
                <a:ext cx="709613" cy="5953"/>
              </a:xfrm>
              <a:prstGeom prst="rect">
                <a:avLst/>
              </a:prstGeom>
              <a:solidFill>
                <a:srgbClr val="9CC5DC"/>
              </a:solidFill>
              <a:ln w="0">
                <a:noFill/>
                <a:prstDash val="solid"/>
              </a:ln>
            </p:spPr>
          </p:sp>
          <p:sp>
            <p:nvSpPr>
              <p:cNvPr id="2423" name="four:temporal-output:rotated-tₐ-cell-28:2423">
                <a:extLst>
                  <a:ext uri="{FF2B5EF4-FFF2-40B4-BE49-F238E27FC236}">
                    <ns2:creationId id="{1CF8DC1C-BA7F-4CAC-A0D3-C9F28230DA85}"/>
                  </a:ext>
                </a:extLst>
              </p:cNvPr>
              <p:cNvSpPr>
                <a:spLocks noGrp="1"/>
              </p:cNvSpPr>
              <p:nvPr/>
            </p:nvSpPr>
            <p:spPr>
              <a:xfrm>
                <a:off x="21240750" y="6990159"/>
                <a:ext cx="709613" cy="5953"/>
              </a:xfrm>
              <a:prstGeom prst="rect">
                <a:avLst/>
              </a:prstGeom>
              <a:solidFill>
                <a:srgbClr val="C9DBE4"/>
              </a:solidFill>
              <a:ln w="0">
                <a:noFill/>
                <a:prstDash val="solid"/>
              </a:ln>
            </p:spPr>
          </p:sp>
          <p:sp>
            <p:nvSpPr>
              <p:cNvPr id="2424" name="four:temporal-output:rotated-tₐ-cell-29:2424">
                <a:extLst>
                  <a:ext uri="{FF2B5EF4-FFF2-40B4-BE49-F238E27FC236}">
                    <ns2:creationId id="{0A4050F9-DB7B-4924-B476-EECCC2EC3DA2}"/>
                  </a:ext>
                </a:extLst>
              </p:cNvPr>
              <p:cNvSpPr>
                <a:spLocks noGrp="1"/>
              </p:cNvSpPr>
              <p:nvPr/>
            </p:nvSpPr>
            <p:spPr>
              <a:xfrm>
                <a:off x="21240750" y="6984206"/>
                <a:ext cx="709613" cy="5953"/>
              </a:xfrm>
              <a:prstGeom prst="rect">
                <a:avLst/>
              </a:prstGeom>
              <a:solidFill>
                <a:srgbClr val="D8E5EB"/>
              </a:solidFill>
              <a:ln w="0">
                <a:noFill/>
                <a:prstDash val="solid"/>
              </a:ln>
            </p:spPr>
          </p:sp>
          <p:sp>
            <p:nvSpPr>
              <p:cNvPr id="2425" name="four:temporal-output:rotated-tₐ-cell-30:2425">
                <a:extLst>
                  <a:ext uri="{FF2B5EF4-FFF2-40B4-BE49-F238E27FC236}">
                    <ns2:creationId id="{5E858639-AC35-4250-9ED2-C9B37D55AB03}"/>
                  </a:ext>
                </a:extLst>
              </p:cNvPr>
              <p:cNvSpPr>
                <a:spLocks noGrp="1"/>
              </p:cNvSpPr>
              <p:nvPr/>
            </p:nvSpPr>
            <p:spPr>
              <a:xfrm>
                <a:off x="21240750" y="6978253"/>
                <a:ext cx="709613" cy="5953"/>
              </a:xfrm>
              <a:prstGeom prst="rect">
                <a:avLst/>
              </a:prstGeom>
              <a:solidFill>
                <a:srgbClr val="DCE8ED"/>
              </a:solidFill>
              <a:ln w="0">
                <a:noFill/>
                <a:prstDash val="solid"/>
              </a:ln>
            </p:spPr>
          </p:sp>
          <p:sp>
            <p:nvSpPr>
              <p:cNvPr id="2426" name="four:temporal-output:rotated-tₐ-cell-31:2426">
                <a:extLst>
                  <a:ext uri="{FF2B5EF4-FFF2-40B4-BE49-F238E27FC236}">
                    <ns2:creationId id="{685EBB62-3292-4458-AF7B-63FECB0E250E}"/>
                  </a:ext>
                </a:extLst>
              </p:cNvPr>
              <p:cNvSpPr>
                <a:spLocks noGrp="1"/>
              </p:cNvSpPr>
              <p:nvPr/>
            </p:nvSpPr>
            <p:spPr>
              <a:xfrm>
                <a:off x="21240750" y="6972300"/>
                <a:ext cx="709613" cy="5953"/>
              </a:xfrm>
              <a:prstGeom prst="rect">
                <a:avLst/>
              </a:prstGeom>
              <a:solidFill>
                <a:srgbClr val="DCE8ED"/>
              </a:solidFill>
              <a:ln w="0">
                <a:noFill/>
                <a:prstDash val="solid"/>
              </a:ln>
            </p:spPr>
          </p:sp>
          <p:sp>
            <p:nvSpPr>
              <p:cNvPr id="2427" name="four:temporal-output:rotated-tₐ-cell-32:2427">
                <a:extLst>
                  <a:ext uri="{FF2B5EF4-FFF2-40B4-BE49-F238E27FC236}">
                    <ns2:creationId id="{8A0029A0-BB30-4DBA-BB04-AF4DE1763481}"/>
                  </a:ext>
                </a:extLst>
              </p:cNvPr>
              <p:cNvSpPr>
                <a:spLocks noGrp="1"/>
              </p:cNvSpPr>
              <p:nvPr/>
            </p:nvSpPr>
            <p:spPr>
              <a:xfrm>
                <a:off x="21240750" y="6966347"/>
                <a:ext cx="709613" cy="5953"/>
              </a:xfrm>
              <a:prstGeom prst="rect">
                <a:avLst/>
              </a:prstGeom>
              <a:solidFill>
                <a:srgbClr val="DCE8ED"/>
              </a:solidFill>
              <a:ln w="0">
                <a:noFill/>
                <a:prstDash val="solid"/>
              </a:ln>
            </p:spPr>
          </p:sp>
          <p:sp>
            <p:nvSpPr>
              <p:cNvPr id="2428" name="four:temporal-output:rotated-tₐ-cell-33:2428">
                <a:extLst>
                  <a:ext uri="{FF2B5EF4-FFF2-40B4-BE49-F238E27FC236}">
                    <ns2:creationId id="{1847147D-B294-43C1-A510-DB0095B32097}"/>
                  </a:ext>
                </a:extLst>
              </p:cNvPr>
              <p:cNvSpPr>
                <a:spLocks noGrp="1"/>
              </p:cNvSpPr>
              <p:nvPr/>
            </p:nvSpPr>
            <p:spPr>
              <a:xfrm>
                <a:off x="21240750" y="6960394"/>
                <a:ext cx="709613" cy="5953"/>
              </a:xfrm>
              <a:prstGeom prst="rect">
                <a:avLst/>
              </a:prstGeom>
              <a:solidFill>
                <a:srgbClr val="DCE8ED"/>
              </a:solidFill>
              <a:ln w="0">
                <a:noFill/>
                <a:prstDash val="solid"/>
              </a:ln>
            </p:spPr>
          </p:sp>
          <p:sp>
            <p:nvSpPr>
              <p:cNvPr id="2429" name="four:temporal-output:rotated-tₐ-cell-34:2429">
                <a:extLst>
                  <a:ext uri="{FF2B5EF4-FFF2-40B4-BE49-F238E27FC236}">
                    <ns2:creationId id="{32D38F35-D076-4E2D-AC2E-0CE752049EE7}"/>
                  </a:ext>
                </a:extLst>
              </p:cNvPr>
              <p:cNvSpPr>
                <a:spLocks noGrp="1"/>
              </p:cNvSpPr>
              <p:nvPr/>
            </p:nvSpPr>
            <p:spPr>
              <a:xfrm>
                <a:off x="21240750" y="6954441"/>
                <a:ext cx="709613" cy="5953"/>
              </a:xfrm>
              <a:prstGeom prst="rect">
                <a:avLst/>
              </a:prstGeom>
              <a:solidFill>
                <a:srgbClr val="DCE8ED"/>
              </a:solidFill>
              <a:ln w="0">
                <a:noFill/>
                <a:prstDash val="solid"/>
              </a:ln>
            </p:spPr>
          </p:sp>
          <p:sp>
            <p:nvSpPr>
              <p:cNvPr id="2430" name="four:temporal-output:rotated-tₐ-cell-35:2430">
                <a:extLst>
                  <a:ext uri="{FF2B5EF4-FFF2-40B4-BE49-F238E27FC236}">
                    <ns2:creationId id="{5A30B556-00D2-4A50-A398-6C6E5F362915}"/>
                  </a:ext>
                </a:extLst>
              </p:cNvPr>
              <p:cNvSpPr>
                <a:spLocks noGrp="1"/>
              </p:cNvSpPr>
              <p:nvPr/>
            </p:nvSpPr>
            <p:spPr>
              <a:xfrm>
                <a:off x="21240750" y="6948488"/>
                <a:ext cx="709613" cy="5953"/>
              </a:xfrm>
              <a:prstGeom prst="rect">
                <a:avLst/>
              </a:prstGeom>
              <a:solidFill>
                <a:srgbClr val="DCE8ED"/>
              </a:solidFill>
              <a:ln w="0">
                <a:noFill/>
                <a:prstDash val="solid"/>
              </a:ln>
            </p:spPr>
          </p:sp>
          <p:sp>
            <p:nvSpPr>
              <p:cNvPr id="2431" name="four:temporal-output:rotated-tₐ-cell-36:2431">
                <a:extLst>
                  <a:ext uri="{FF2B5EF4-FFF2-40B4-BE49-F238E27FC236}">
                    <ns2:creationId id="{6CB77B14-87EF-463D-A837-C16029E60228}"/>
                  </a:ext>
                </a:extLst>
              </p:cNvPr>
              <p:cNvSpPr>
                <a:spLocks noGrp="1"/>
              </p:cNvSpPr>
              <p:nvPr/>
            </p:nvSpPr>
            <p:spPr>
              <a:xfrm>
                <a:off x="21240750" y="6942534"/>
                <a:ext cx="709613" cy="5953"/>
              </a:xfrm>
              <a:prstGeom prst="rect">
                <a:avLst/>
              </a:prstGeom>
              <a:solidFill>
                <a:srgbClr val="DCE8ED"/>
              </a:solidFill>
              <a:ln w="0">
                <a:noFill/>
                <a:prstDash val="solid"/>
              </a:ln>
            </p:spPr>
          </p:sp>
          <p:sp>
            <p:nvSpPr>
              <p:cNvPr id="2432" name="four:temporal-output:rotated-tₐ-cell-37:2432">
                <a:extLst>
                  <a:ext uri="{FF2B5EF4-FFF2-40B4-BE49-F238E27FC236}">
                    <ns2:creationId id="{C4BB0E3C-31B4-45F7-8735-43A4784CB6CA}"/>
                  </a:ext>
                </a:extLst>
              </p:cNvPr>
              <p:cNvSpPr>
                <a:spLocks noGrp="1"/>
              </p:cNvSpPr>
              <p:nvPr/>
            </p:nvSpPr>
            <p:spPr>
              <a:xfrm>
                <a:off x="21240750" y="6936581"/>
                <a:ext cx="709613" cy="5953"/>
              </a:xfrm>
              <a:prstGeom prst="rect">
                <a:avLst/>
              </a:prstGeom>
              <a:solidFill>
                <a:srgbClr val="DCE8ED"/>
              </a:solidFill>
              <a:ln w="0">
                <a:noFill/>
                <a:prstDash val="solid"/>
              </a:ln>
            </p:spPr>
          </p:sp>
          <p:sp>
            <p:nvSpPr>
              <p:cNvPr id="2433" name="four:temporal-output:rotated-tₐ-cell-38:2433">
                <a:extLst>
                  <a:ext uri="{FF2B5EF4-FFF2-40B4-BE49-F238E27FC236}">
                    <ns2:creationId id="{95B63BFB-0C3F-4F13-ABD5-F68A546D1222}"/>
                  </a:ext>
                </a:extLst>
              </p:cNvPr>
              <p:cNvSpPr>
                <a:spLocks noGrp="1"/>
              </p:cNvSpPr>
              <p:nvPr/>
            </p:nvSpPr>
            <p:spPr>
              <a:xfrm>
                <a:off x="21240750" y="6930628"/>
                <a:ext cx="709613" cy="5953"/>
              </a:xfrm>
              <a:prstGeom prst="rect">
                <a:avLst/>
              </a:prstGeom>
              <a:solidFill>
                <a:srgbClr val="DCE8ED"/>
              </a:solidFill>
              <a:ln w="0">
                <a:noFill/>
                <a:prstDash val="solid"/>
              </a:ln>
            </p:spPr>
          </p:sp>
          <p:sp>
            <p:nvSpPr>
              <p:cNvPr id="2434" name="four:temporal-output:rotated-tₐ-cell-39:2434">
                <a:extLst>
                  <a:ext uri="{FF2B5EF4-FFF2-40B4-BE49-F238E27FC236}">
                    <ns2:creationId id="{BCD846C6-B031-4F0A-9205-21117C24D1EE}"/>
                  </a:ext>
                </a:extLst>
              </p:cNvPr>
              <p:cNvSpPr>
                <a:spLocks noGrp="1"/>
              </p:cNvSpPr>
              <p:nvPr/>
            </p:nvSpPr>
            <p:spPr>
              <a:xfrm>
                <a:off x="21240750" y="6924675"/>
                <a:ext cx="709613" cy="5953"/>
              </a:xfrm>
              <a:prstGeom prst="rect">
                <a:avLst/>
              </a:prstGeom>
              <a:solidFill>
                <a:srgbClr val="DCE8ED"/>
              </a:solidFill>
              <a:ln w="0">
                <a:noFill/>
                <a:prstDash val="solid"/>
              </a:ln>
            </p:spPr>
          </p:sp>
          <p:sp>
            <p:nvSpPr>
              <p:cNvPr id="2435" name="four:temporal-output:rotated-tₐ-cell-40:2435">
                <a:extLst>
                  <a:ext uri="{FF2B5EF4-FFF2-40B4-BE49-F238E27FC236}">
                    <ns2:creationId id="{00F80EED-8AAC-4ECA-932C-DA070270D129}"/>
                  </a:ext>
                </a:extLst>
              </p:cNvPr>
              <p:cNvSpPr>
                <a:spLocks noGrp="1"/>
              </p:cNvSpPr>
              <p:nvPr/>
            </p:nvSpPr>
            <p:spPr>
              <a:xfrm>
                <a:off x="21240750" y="6918722"/>
                <a:ext cx="709613" cy="5953"/>
              </a:xfrm>
              <a:prstGeom prst="rect">
                <a:avLst/>
              </a:prstGeom>
              <a:solidFill>
                <a:srgbClr val="DCE8ED"/>
              </a:solidFill>
              <a:ln w="0">
                <a:noFill/>
                <a:prstDash val="solid"/>
              </a:ln>
            </p:spPr>
          </p:sp>
          <p:sp>
            <p:nvSpPr>
              <p:cNvPr id="2436" name="four:temporal-output:rotated-tₐ-cell-41:2436">
                <a:extLst>
                  <a:ext uri="{FF2B5EF4-FFF2-40B4-BE49-F238E27FC236}">
                    <ns2:creationId id="{43205A5B-F1A2-474B-B137-D458698247E2}"/>
                  </a:ext>
                </a:extLst>
              </p:cNvPr>
              <p:cNvSpPr>
                <a:spLocks noGrp="1"/>
              </p:cNvSpPr>
              <p:nvPr/>
            </p:nvSpPr>
            <p:spPr>
              <a:xfrm>
                <a:off x="21240750" y="6912769"/>
                <a:ext cx="709613" cy="5953"/>
              </a:xfrm>
              <a:prstGeom prst="rect">
                <a:avLst/>
              </a:prstGeom>
              <a:solidFill>
                <a:srgbClr val="DCE8ED"/>
              </a:solidFill>
              <a:ln w="0">
                <a:noFill/>
                <a:prstDash val="solid"/>
              </a:ln>
            </p:spPr>
          </p:sp>
          <p:sp>
            <p:nvSpPr>
              <p:cNvPr id="2437" name="four:temporal-output:rotated-tₐ-cell-42:2437">
                <a:extLst>
                  <a:ext uri="{FF2B5EF4-FFF2-40B4-BE49-F238E27FC236}">
                    <ns2:creationId id="{D1BBE10E-CE7E-4286-ABE2-613D815FAB61}"/>
                  </a:ext>
                </a:extLst>
              </p:cNvPr>
              <p:cNvSpPr>
                <a:spLocks noGrp="1"/>
              </p:cNvSpPr>
              <p:nvPr/>
            </p:nvSpPr>
            <p:spPr>
              <a:xfrm>
                <a:off x="21240750" y="6906816"/>
                <a:ext cx="709613" cy="5953"/>
              </a:xfrm>
              <a:prstGeom prst="rect">
                <a:avLst/>
              </a:prstGeom>
              <a:solidFill>
                <a:srgbClr val="DCE8ED"/>
              </a:solidFill>
              <a:ln w="0">
                <a:noFill/>
                <a:prstDash val="solid"/>
              </a:ln>
            </p:spPr>
          </p:sp>
          <p:sp>
            <p:nvSpPr>
              <p:cNvPr id="2438" name="four:temporal-output:rotated-tₐ-cell-43:2438">
                <a:extLst>
                  <a:ext uri="{FF2B5EF4-FFF2-40B4-BE49-F238E27FC236}">
                    <ns2:creationId id="{F42EF32E-D3BD-422C-BC7C-B7CC4ECD6519}"/>
                  </a:ext>
                </a:extLst>
              </p:cNvPr>
              <p:cNvSpPr>
                <a:spLocks noGrp="1"/>
              </p:cNvSpPr>
              <p:nvPr/>
            </p:nvSpPr>
            <p:spPr>
              <a:xfrm>
                <a:off x="21240750" y="6900863"/>
                <a:ext cx="709613" cy="5953"/>
              </a:xfrm>
              <a:prstGeom prst="rect">
                <a:avLst/>
              </a:prstGeom>
              <a:solidFill>
                <a:srgbClr val="DCE8ED"/>
              </a:solidFill>
              <a:ln w="0">
                <a:noFill/>
                <a:prstDash val="solid"/>
              </a:ln>
            </p:spPr>
          </p:sp>
          <p:sp>
            <p:nvSpPr>
              <p:cNvPr id="2439" name="four:temporal-output:rotated-tₐ-cell-44:2439">
                <a:extLst>
                  <a:ext uri="{FF2B5EF4-FFF2-40B4-BE49-F238E27FC236}">
                    <ns2:creationId id="{64488B22-7579-4E95-A65F-63B7FB22B27A}"/>
                  </a:ext>
                </a:extLst>
              </p:cNvPr>
              <p:cNvSpPr>
                <a:spLocks noGrp="1"/>
              </p:cNvSpPr>
              <p:nvPr/>
            </p:nvSpPr>
            <p:spPr>
              <a:xfrm>
                <a:off x="21240750" y="6894909"/>
                <a:ext cx="709613" cy="5953"/>
              </a:xfrm>
              <a:prstGeom prst="rect">
                <a:avLst/>
              </a:prstGeom>
              <a:solidFill>
                <a:srgbClr val="DCE8ED"/>
              </a:solidFill>
              <a:ln w="0">
                <a:noFill/>
                <a:prstDash val="solid"/>
              </a:ln>
            </p:spPr>
          </p:sp>
          <p:sp>
            <p:nvSpPr>
              <p:cNvPr id="2440" name="four:temporal-output:rotated-tₐ-cell-45:2440">
                <a:extLst>
                  <a:ext uri="{FF2B5EF4-FFF2-40B4-BE49-F238E27FC236}">
                    <ns2:creationId id="{B03E70D3-B88E-4290-B113-C24110DFE08C}"/>
                  </a:ext>
                </a:extLst>
              </p:cNvPr>
              <p:cNvSpPr>
                <a:spLocks noGrp="1"/>
              </p:cNvSpPr>
              <p:nvPr/>
            </p:nvSpPr>
            <p:spPr>
              <a:xfrm>
                <a:off x="21240750" y="6888956"/>
                <a:ext cx="709613" cy="5953"/>
              </a:xfrm>
              <a:prstGeom prst="rect">
                <a:avLst/>
              </a:prstGeom>
              <a:solidFill>
                <a:srgbClr val="DCE8ED"/>
              </a:solidFill>
              <a:ln w="0">
                <a:noFill/>
                <a:prstDash val="solid"/>
              </a:ln>
            </p:spPr>
          </p:sp>
          <p:sp>
            <p:nvSpPr>
              <p:cNvPr id="2441" name="four:temporal-output:rotated-tₐ-cell-46:2441">
                <a:extLst>
                  <a:ext uri="{FF2B5EF4-FFF2-40B4-BE49-F238E27FC236}">
                    <ns2:creationId id="{21AEEA31-9378-40A1-A7F6-6D30034CB1F8}"/>
                  </a:ext>
                </a:extLst>
              </p:cNvPr>
              <p:cNvSpPr>
                <a:spLocks noGrp="1"/>
              </p:cNvSpPr>
              <p:nvPr/>
            </p:nvSpPr>
            <p:spPr>
              <a:xfrm>
                <a:off x="21240750" y="6883003"/>
                <a:ext cx="709613" cy="5953"/>
              </a:xfrm>
              <a:prstGeom prst="rect">
                <a:avLst/>
              </a:prstGeom>
              <a:solidFill>
                <a:srgbClr val="DCE8ED"/>
              </a:solidFill>
              <a:ln w="0">
                <a:noFill/>
                <a:prstDash val="solid"/>
              </a:ln>
            </p:spPr>
          </p:sp>
          <p:sp>
            <p:nvSpPr>
              <p:cNvPr id="2442" name="four:temporal-output:rotated-tₐ-cell-47:2442">
                <a:extLst>
                  <a:ext uri="{FF2B5EF4-FFF2-40B4-BE49-F238E27FC236}">
                    <ns2:creationId id="{002A4873-42D8-4D93-A3C0-4098AA68F782}"/>
                  </a:ext>
                </a:extLst>
              </p:cNvPr>
              <p:cNvSpPr>
                <a:spLocks noGrp="1"/>
              </p:cNvSpPr>
              <p:nvPr/>
            </p:nvSpPr>
            <p:spPr>
              <a:xfrm>
                <a:off x="21240750" y="6877050"/>
                <a:ext cx="709613" cy="5953"/>
              </a:xfrm>
              <a:prstGeom prst="rect">
                <a:avLst/>
              </a:prstGeom>
              <a:solidFill>
                <a:srgbClr val="DCE8ED"/>
              </a:solidFill>
              <a:ln w="0">
                <a:noFill/>
                <a:prstDash val="solid"/>
              </a:ln>
            </p:spPr>
          </p:sp>
          <p:sp>
            <p:nvSpPr>
              <p:cNvPr id="2443" name="four:temporal-output:rotated-tₐ-cell-48:2443">
                <a:extLst>
                  <a:ext uri="{FF2B5EF4-FFF2-40B4-BE49-F238E27FC236}">
                    <ns2:creationId id="{1C9C9F0C-586A-4F57-96F7-578FCCEF2E56}"/>
                  </a:ext>
                </a:extLst>
              </p:cNvPr>
              <p:cNvSpPr>
                <a:spLocks noGrp="1"/>
              </p:cNvSpPr>
              <p:nvPr/>
            </p:nvSpPr>
            <p:spPr>
              <a:xfrm>
                <a:off x="21240750" y="6871097"/>
                <a:ext cx="709613" cy="5953"/>
              </a:xfrm>
              <a:prstGeom prst="rect">
                <a:avLst/>
              </a:prstGeom>
              <a:solidFill>
                <a:srgbClr val="DCE8ED"/>
              </a:solidFill>
              <a:ln w="0">
                <a:noFill/>
                <a:prstDash val="solid"/>
              </a:ln>
            </p:spPr>
          </p:sp>
          <p:sp>
            <p:nvSpPr>
              <p:cNvPr id="2444" name="four:temporal-output:rotated-tₐ-cell-49:2444">
                <a:extLst>
                  <a:ext uri="{FF2B5EF4-FFF2-40B4-BE49-F238E27FC236}">
                    <ns2:creationId id="{551091E7-B94C-4C43-A25B-B6B1B30AC91E}"/>
                  </a:ext>
                </a:extLst>
              </p:cNvPr>
              <p:cNvSpPr>
                <a:spLocks noGrp="1"/>
              </p:cNvSpPr>
              <p:nvPr/>
            </p:nvSpPr>
            <p:spPr>
              <a:xfrm>
                <a:off x="21240750" y="6865144"/>
                <a:ext cx="709613" cy="5953"/>
              </a:xfrm>
              <a:prstGeom prst="rect">
                <a:avLst/>
              </a:prstGeom>
              <a:solidFill>
                <a:srgbClr val="DCE8ED"/>
              </a:solidFill>
              <a:ln w="0">
                <a:noFill/>
                <a:prstDash val="solid"/>
              </a:ln>
            </p:spPr>
          </p:sp>
          <p:sp>
            <p:nvSpPr>
              <p:cNvPr id="2445" name="four:temporal-output:rotated-tₐ-cell-50:2445">
                <a:extLst>
                  <a:ext uri="{FF2B5EF4-FFF2-40B4-BE49-F238E27FC236}">
                    <ns2:creationId id="{F421BA76-416B-4F37-9ECA-597C5DF64C16}"/>
                  </a:ext>
                </a:extLst>
              </p:cNvPr>
              <p:cNvSpPr>
                <a:spLocks noGrp="1"/>
              </p:cNvSpPr>
              <p:nvPr/>
            </p:nvSpPr>
            <p:spPr>
              <a:xfrm>
                <a:off x="21240750" y="6859191"/>
                <a:ext cx="709613" cy="5953"/>
              </a:xfrm>
              <a:prstGeom prst="rect">
                <a:avLst/>
              </a:prstGeom>
              <a:solidFill>
                <a:srgbClr val="DCE8ED"/>
              </a:solidFill>
              <a:ln w="0">
                <a:noFill/>
                <a:prstDash val="solid"/>
              </a:ln>
            </p:spPr>
          </p:sp>
          <p:sp>
            <p:nvSpPr>
              <p:cNvPr id="2446" name="four:temporal-output:rotated-tₐ-cell-51:2446">
                <a:extLst>
                  <a:ext uri="{FF2B5EF4-FFF2-40B4-BE49-F238E27FC236}">
                    <ns2:creationId id="{E865618A-A9E8-421B-B386-17413AC9EBD6}"/>
                  </a:ext>
                </a:extLst>
              </p:cNvPr>
              <p:cNvSpPr>
                <a:spLocks noGrp="1"/>
              </p:cNvSpPr>
              <p:nvPr/>
            </p:nvSpPr>
            <p:spPr>
              <a:xfrm>
                <a:off x="21240750" y="6853238"/>
                <a:ext cx="709613" cy="5953"/>
              </a:xfrm>
              <a:prstGeom prst="rect">
                <a:avLst/>
              </a:prstGeom>
              <a:solidFill>
                <a:srgbClr val="DCE8ED"/>
              </a:solidFill>
              <a:ln w="0">
                <a:noFill/>
                <a:prstDash val="solid"/>
              </a:ln>
            </p:spPr>
          </p:sp>
          <p:sp>
            <p:nvSpPr>
              <p:cNvPr id="2447" name="four:temporal-output:rotated-tₐ-cell-52:2447">
                <a:extLst>
                  <a:ext uri="{FF2B5EF4-FFF2-40B4-BE49-F238E27FC236}">
                    <ns2:creationId id="{28216F98-5829-4071-A18F-19D21667AE00}"/>
                  </a:ext>
                </a:extLst>
              </p:cNvPr>
              <p:cNvSpPr>
                <a:spLocks noGrp="1"/>
              </p:cNvSpPr>
              <p:nvPr/>
            </p:nvSpPr>
            <p:spPr>
              <a:xfrm>
                <a:off x="21240750" y="6847284"/>
                <a:ext cx="709613" cy="5953"/>
              </a:xfrm>
              <a:prstGeom prst="rect">
                <a:avLst/>
              </a:prstGeom>
              <a:solidFill>
                <a:srgbClr val="DCE8ED"/>
              </a:solidFill>
              <a:ln w="0">
                <a:noFill/>
                <a:prstDash val="solid"/>
              </a:ln>
            </p:spPr>
          </p:sp>
          <p:sp>
            <p:nvSpPr>
              <p:cNvPr id="2448" name="four:temporal-output:rotated-tₐ-cell-53:2448">
                <a:extLst>
                  <a:ext uri="{FF2B5EF4-FFF2-40B4-BE49-F238E27FC236}">
                    <ns2:creationId id="{E0DB779E-C84C-4DF6-BC63-4AB86716047A}"/>
                  </a:ext>
                </a:extLst>
              </p:cNvPr>
              <p:cNvSpPr>
                <a:spLocks noGrp="1"/>
              </p:cNvSpPr>
              <p:nvPr/>
            </p:nvSpPr>
            <p:spPr>
              <a:xfrm>
                <a:off x="21240750" y="6841331"/>
                <a:ext cx="709613" cy="5953"/>
              </a:xfrm>
              <a:prstGeom prst="rect">
                <a:avLst/>
              </a:prstGeom>
              <a:solidFill>
                <a:srgbClr val="DCE8ED"/>
              </a:solidFill>
              <a:ln w="0">
                <a:noFill/>
                <a:prstDash val="solid"/>
              </a:ln>
            </p:spPr>
          </p:sp>
          <p:sp>
            <p:nvSpPr>
              <p:cNvPr id="2449" name="four:temporal-output:rotated-tₐ-cell-54:2449">
                <a:extLst>
                  <a:ext uri="{FF2B5EF4-FFF2-40B4-BE49-F238E27FC236}">
                    <ns2:creationId id="{22DD9985-95B4-428A-8C77-B1E3E5930259}"/>
                  </a:ext>
                </a:extLst>
              </p:cNvPr>
              <p:cNvSpPr>
                <a:spLocks noGrp="1"/>
              </p:cNvSpPr>
              <p:nvPr/>
            </p:nvSpPr>
            <p:spPr>
              <a:xfrm>
                <a:off x="21240750" y="6835378"/>
                <a:ext cx="709613" cy="5953"/>
              </a:xfrm>
              <a:prstGeom prst="rect">
                <a:avLst/>
              </a:prstGeom>
              <a:solidFill>
                <a:srgbClr val="DCE8ED"/>
              </a:solidFill>
              <a:ln w="0">
                <a:noFill/>
                <a:prstDash val="solid"/>
              </a:ln>
            </p:spPr>
          </p:sp>
          <p:sp>
            <p:nvSpPr>
              <p:cNvPr id="2450" name="four:temporal-output:rotated-tₐ-cell-55:2450">
                <a:extLst>
                  <a:ext uri="{FF2B5EF4-FFF2-40B4-BE49-F238E27FC236}">
                    <ns2:creationId id="{40BA000E-73EB-40DA-A1B2-18033A9A17FF}"/>
                  </a:ext>
                </a:extLst>
              </p:cNvPr>
              <p:cNvSpPr>
                <a:spLocks noGrp="1"/>
              </p:cNvSpPr>
              <p:nvPr/>
            </p:nvSpPr>
            <p:spPr>
              <a:xfrm>
                <a:off x="21240750" y="6829425"/>
                <a:ext cx="709613" cy="5953"/>
              </a:xfrm>
              <a:prstGeom prst="rect">
                <a:avLst/>
              </a:prstGeom>
              <a:solidFill>
                <a:srgbClr val="DCE8ED"/>
              </a:solidFill>
              <a:ln w="0">
                <a:noFill/>
                <a:prstDash val="solid"/>
              </a:ln>
            </p:spPr>
          </p:sp>
          <p:sp>
            <p:nvSpPr>
              <p:cNvPr id="2451" name="four:temporal-output:rotated-tₐ-cell-56:2451">
                <a:extLst>
                  <a:ext uri="{FF2B5EF4-FFF2-40B4-BE49-F238E27FC236}">
                    <ns2:creationId id="{C6AB9D90-A2AA-45D8-B77E-E41DD6796554}"/>
                  </a:ext>
                </a:extLst>
              </p:cNvPr>
              <p:cNvSpPr>
                <a:spLocks noGrp="1"/>
              </p:cNvSpPr>
              <p:nvPr/>
            </p:nvSpPr>
            <p:spPr>
              <a:xfrm>
                <a:off x="21240750" y="6823472"/>
                <a:ext cx="709613" cy="5953"/>
              </a:xfrm>
              <a:prstGeom prst="rect">
                <a:avLst/>
              </a:prstGeom>
              <a:solidFill>
                <a:srgbClr val="DBE8EC"/>
              </a:solidFill>
              <a:ln w="0">
                <a:noFill/>
                <a:prstDash val="solid"/>
              </a:ln>
            </p:spPr>
          </p:sp>
          <p:sp>
            <p:nvSpPr>
              <p:cNvPr id="2452" name="four:temporal-output:rotated-tₐ-cell-57:2452">
                <a:extLst>
                  <a:ext uri="{FF2B5EF4-FFF2-40B4-BE49-F238E27FC236}">
                    <ns2:creationId id="{FAC83FFC-39E4-46CB-8723-523F866D37FE}"/>
                  </a:ext>
                </a:extLst>
              </p:cNvPr>
              <p:cNvSpPr>
                <a:spLocks noGrp="1"/>
              </p:cNvSpPr>
              <p:nvPr/>
            </p:nvSpPr>
            <p:spPr>
              <a:xfrm>
                <a:off x="21240750" y="6817519"/>
                <a:ext cx="709613" cy="5953"/>
              </a:xfrm>
              <a:prstGeom prst="rect">
                <a:avLst/>
              </a:prstGeom>
              <a:solidFill>
                <a:srgbClr val="D3E3E5"/>
              </a:solidFill>
              <a:ln w="0">
                <a:noFill/>
                <a:prstDash val="solid"/>
              </a:ln>
            </p:spPr>
          </p:sp>
          <p:sp>
            <p:nvSpPr>
              <p:cNvPr id="2453" name="four:temporal-output:rotated-tₐ-cell-58:2453">
                <a:extLst>
                  <a:ext uri="{FF2B5EF4-FFF2-40B4-BE49-F238E27FC236}">
                    <ns2:creationId id="{0870D064-5730-40C1-A980-8700EC36C033}"/>
                  </a:ext>
                </a:extLst>
              </p:cNvPr>
              <p:cNvSpPr>
                <a:spLocks noGrp="1"/>
              </p:cNvSpPr>
              <p:nvPr/>
            </p:nvSpPr>
            <p:spPr>
              <a:xfrm>
                <a:off x="21240750" y="6811566"/>
                <a:ext cx="709613" cy="5953"/>
              </a:xfrm>
              <a:prstGeom prst="rect">
                <a:avLst/>
              </a:prstGeom>
              <a:solidFill>
                <a:srgbClr val="DAC9B8"/>
              </a:solidFill>
              <a:ln w="0">
                <a:noFill/>
                <a:prstDash val="solid"/>
              </a:ln>
            </p:spPr>
          </p:sp>
          <p:sp>
            <p:nvSpPr>
              <p:cNvPr id="2454" name="four:temporal-output:rotated-tₐ-cell-59:2454">
                <a:extLst>
                  <a:ext uri="{FF2B5EF4-FFF2-40B4-BE49-F238E27FC236}">
                    <ns2:creationId id="{2699FF6E-E7EA-48EC-9780-C1CA9A37D31E}"/>
                  </a:ext>
                </a:extLst>
              </p:cNvPr>
              <p:cNvSpPr>
                <a:spLocks noGrp="1"/>
              </p:cNvSpPr>
              <p:nvPr/>
            </p:nvSpPr>
            <p:spPr>
              <a:xfrm>
                <a:off x="21240750" y="6805613"/>
                <a:ext cx="709613" cy="5953"/>
              </a:xfrm>
              <a:prstGeom prst="rect">
                <a:avLst/>
              </a:prstGeom>
              <a:solidFill>
                <a:srgbClr val="D9B08D"/>
              </a:solidFill>
              <a:ln w="0">
                <a:noFill/>
                <a:prstDash val="solid"/>
              </a:ln>
            </p:spPr>
          </p:sp>
          <p:sp>
            <p:nvSpPr>
              <p:cNvPr id="2455" name="four:temporal-output:rotated-tₐ-cell-60:2455">
                <a:extLst>
                  <a:ext uri="{FF2B5EF4-FFF2-40B4-BE49-F238E27FC236}">
                    <ns2:creationId id="{C8E98352-9731-4231-BAC8-5AB56A4EE4FB}"/>
                  </a:ext>
                </a:extLst>
              </p:cNvPr>
              <p:cNvSpPr>
                <a:spLocks noGrp="1"/>
              </p:cNvSpPr>
              <p:nvPr/>
            </p:nvSpPr>
            <p:spPr>
              <a:xfrm>
                <a:off x="21240750" y="6799659"/>
                <a:ext cx="709613" cy="5953"/>
              </a:xfrm>
              <a:prstGeom prst="rect">
                <a:avLst/>
              </a:prstGeom>
              <a:solidFill>
                <a:srgbClr val="D89660"/>
              </a:solidFill>
              <a:ln w="0">
                <a:noFill/>
                <a:prstDash val="solid"/>
              </a:ln>
            </p:spPr>
          </p:sp>
          <p:sp>
            <p:nvSpPr>
              <p:cNvPr id="2456" name="four:temporal-output:rotated-tₐ-cell-61:2456">
                <a:extLst>
                  <a:ext uri="{FF2B5EF4-FFF2-40B4-BE49-F238E27FC236}">
                    <ns2:creationId id="{9DB9F6FB-DDF1-4022-A2ED-A1E27C1ECFE8}"/>
                  </a:ext>
                </a:extLst>
              </p:cNvPr>
              <p:cNvSpPr>
                <a:spLocks noGrp="1"/>
              </p:cNvSpPr>
              <p:nvPr/>
            </p:nvSpPr>
            <p:spPr>
              <a:xfrm>
                <a:off x="21240750" y="6793706"/>
                <a:ext cx="709613" cy="5953"/>
              </a:xfrm>
              <a:prstGeom prst="rect">
                <a:avLst/>
              </a:prstGeom>
              <a:solidFill>
                <a:srgbClr val="D77D35"/>
              </a:solidFill>
              <a:ln w="0">
                <a:noFill/>
                <a:prstDash val="solid"/>
              </a:ln>
            </p:spPr>
          </p:sp>
          <p:sp>
            <p:nvSpPr>
              <p:cNvPr id="2457" name="four:temporal-output:rotated-tₐ-cell-62:2457">
                <a:extLst>
                  <a:ext uri="{FF2B5EF4-FFF2-40B4-BE49-F238E27FC236}">
                    <ns2:creationId id="{52CD8ABD-8ECC-409C-9D0F-72E6D5DF0E92}"/>
                  </a:ext>
                </a:extLst>
              </p:cNvPr>
              <p:cNvSpPr>
                <a:spLocks noGrp="1"/>
              </p:cNvSpPr>
              <p:nvPr/>
            </p:nvSpPr>
            <p:spPr>
              <a:xfrm>
                <a:off x="21240750" y="6787753"/>
                <a:ext cx="709613" cy="5953"/>
              </a:xfrm>
              <a:prstGeom prst="rect">
                <a:avLst/>
              </a:prstGeom>
              <a:solidFill>
                <a:srgbClr val="D66913"/>
              </a:solidFill>
              <a:ln w="0">
                <a:noFill/>
                <a:prstDash val="solid"/>
              </a:ln>
            </p:spPr>
          </p:sp>
          <p:sp>
            <p:nvSpPr>
              <p:cNvPr id="2458" name="four:temporal-output:rotated-tₐ-cell-63:2458">
                <a:extLst>
                  <a:ext uri="{FF2B5EF4-FFF2-40B4-BE49-F238E27FC236}">
                    <ns2:creationId id="{11091239-43D9-482F-A484-6FE5BA77BA34}"/>
                  </a:ext>
                </a:extLst>
              </p:cNvPr>
              <p:cNvSpPr>
                <a:spLocks noGrp="1"/>
              </p:cNvSpPr>
              <p:nvPr/>
            </p:nvSpPr>
            <p:spPr>
              <a:xfrm>
                <a:off x="21240750" y="6781800"/>
                <a:ext cx="709613" cy="5953"/>
              </a:xfrm>
              <a:prstGeom prst="rect">
                <a:avLst/>
              </a:prstGeom>
              <a:solidFill>
                <a:srgbClr val="D55F02"/>
              </a:solidFill>
              <a:ln w="0">
                <a:noFill/>
                <a:prstDash val="solid"/>
              </a:ln>
            </p:spPr>
          </p:sp>
          <p:sp>
            <p:nvSpPr>
              <p:cNvPr id="2459" name="four:temporal-output:rotated-tₐ-cell-64:2459">
                <a:extLst>
                  <a:ext uri="{FF2B5EF4-FFF2-40B4-BE49-F238E27FC236}">
                    <ns2:creationId id="{F07F7DC9-1166-42E0-B15E-C8493FCDDE17}"/>
                  </a:ext>
                </a:extLst>
              </p:cNvPr>
              <p:cNvSpPr>
                <a:spLocks noGrp="1"/>
              </p:cNvSpPr>
              <p:nvPr/>
            </p:nvSpPr>
            <p:spPr>
              <a:xfrm>
                <a:off x="21240750" y="6775847"/>
                <a:ext cx="709613" cy="5953"/>
              </a:xfrm>
              <a:prstGeom prst="rect">
                <a:avLst/>
              </a:prstGeom>
              <a:solidFill>
                <a:srgbClr val="D55E00"/>
              </a:solidFill>
              <a:ln w="0">
                <a:noFill/>
                <a:prstDash val="solid"/>
              </a:ln>
            </p:spPr>
          </p:sp>
          <p:sp>
            <p:nvSpPr>
              <p:cNvPr id="2460" name="four:temporal-output:rotated-tₐ-cell-65:2460">
                <a:extLst>
                  <a:ext uri="{FF2B5EF4-FFF2-40B4-BE49-F238E27FC236}">
                    <ns2:creationId id="{306B8284-A194-45F3-A9CA-33709B8B7F6F}"/>
                  </a:ext>
                </a:extLst>
              </p:cNvPr>
              <p:cNvSpPr>
                <a:spLocks noGrp="1"/>
              </p:cNvSpPr>
              <p:nvPr/>
            </p:nvSpPr>
            <p:spPr>
              <a:xfrm>
                <a:off x="21240750" y="6769894"/>
                <a:ext cx="709613" cy="5953"/>
              </a:xfrm>
              <a:prstGeom prst="rect">
                <a:avLst/>
              </a:prstGeom>
              <a:solidFill>
                <a:srgbClr val="D55E00"/>
              </a:solidFill>
              <a:ln w="0">
                <a:noFill/>
                <a:prstDash val="solid"/>
              </a:ln>
            </p:spPr>
          </p:sp>
          <p:sp>
            <p:nvSpPr>
              <p:cNvPr id="2461" name="four:temporal-output:rotated-tₐ-cell-66:2461">
                <a:extLst>
                  <a:ext uri="{FF2B5EF4-FFF2-40B4-BE49-F238E27FC236}">
                    <ns2:creationId id="{9CAA461D-390D-46B0-B6E3-D1E5CC0186C1}"/>
                  </a:ext>
                </a:extLst>
              </p:cNvPr>
              <p:cNvSpPr>
                <a:spLocks noGrp="1"/>
              </p:cNvSpPr>
              <p:nvPr/>
            </p:nvSpPr>
            <p:spPr>
              <a:xfrm>
                <a:off x="21240750" y="6763941"/>
                <a:ext cx="709613" cy="5953"/>
              </a:xfrm>
              <a:prstGeom prst="rect">
                <a:avLst/>
              </a:prstGeom>
              <a:solidFill>
                <a:srgbClr val="D55E00"/>
              </a:solidFill>
              <a:ln w="0">
                <a:noFill/>
                <a:prstDash val="solid"/>
              </a:ln>
            </p:spPr>
          </p:sp>
          <p:sp>
            <p:nvSpPr>
              <p:cNvPr id="2462" name="four:temporal-output:rotated-tₐ-cell-67:2462">
                <a:extLst>
                  <a:ext uri="{FF2B5EF4-FFF2-40B4-BE49-F238E27FC236}">
                    <ns2:creationId id="{C41FBCB2-0FE1-4455-8B25-0249D96240C3}"/>
                  </a:ext>
                </a:extLst>
              </p:cNvPr>
              <p:cNvSpPr>
                <a:spLocks noGrp="1"/>
              </p:cNvSpPr>
              <p:nvPr/>
            </p:nvSpPr>
            <p:spPr>
              <a:xfrm>
                <a:off x="21240750" y="6757988"/>
                <a:ext cx="709613" cy="5953"/>
              </a:xfrm>
              <a:prstGeom prst="rect">
                <a:avLst/>
              </a:prstGeom>
              <a:solidFill>
                <a:srgbClr val="D55E00"/>
              </a:solidFill>
              <a:ln w="0">
                <a:noFill/>
                <a:prstDash val="solid"/>
              </a:ln>
            </p:spPr>
          </p:sp>
          <p:sp>
            <p:nvSpPr>
              <p:cNvPr id="2463" name="four:temporal-output:rotated-tₐ-cell-68:2463">
                <a:extLst>
                  <a:ext uri="{FF2B5EF4-FFF2-40B4-BE49-F238E27FC236}">
                    <ns2:creationId id="{DB98F5BB-6657-4606-BD14-CB219EABE914}"/>
                  </a:ext>
                </a:extLst>
              </p:cNvPr>
              <p:cNvSpPr>
                <a:spLocks noGrp="1"/>
              </p:cNvSpPr>
              <p:nvPr/>
            </p:nvSpPr>
            <p:spPr>
              <a:xfrm>
                <a:off x="21240750" y="6752034"/>
                <a:ext cx="709613" cy="5953"/>
              </a:xfrm>
              <a:prstGeom prst="rect">
                <a:avLst/>
              </a:prstGeom>
              <a:solidFill>
                <a:srgbClr val="D55E00"/>
              </a:solidFill>
              <a:ln w="0">
                <a:noFill/>
                <a:prstDash val="solid"/>
              </a:ln>
            </p:spPr>
          </p:sp>
          <p:sp>
            <p:nvSpPr>
              <p:cNvPr id="2464" name="four:temporal-output:rotated-tₐ-cell-69:2464">
                <a:extLst>
                  <a:ext uri="{FF2B5EF4-FFF2-40B4-BE49-F238E27FC236}">
                    <ns2:creationId id="{4785949A-9245-4C03-9E62-9E2B001B084E}"/>
                  </a:ext>
                </a:extLst>
              </p:cNvPr>
              <p:cNvSpPr>
                <a:spLocks noGrp="1"/>
              </p:cNvSpPr>
              <p:nvPr/>
            </p:nvSpPr>
            <p:spPr>
              <a:xfrm>
                <a:off x="21240750" y="6746081"/>
                <a:ext cx="709613" cy="5953"/>
              </a:xfrm>
              <a:prstGeom prst="rect">
                <a:avLst/>
              </a:prstGeom>
              <a:solidFill>
                <a:srgbClr val="D55E00"/>
              </a:solidFill>
              <a:ln w="0">
                <a:noFill/>
                <a:prstDash val="solid"/>
              </a:ln>
            </p:spPr>
          </p:sp>
          <p:sp>
            <p:nvSpPr>
              <p:cNvPr id="2465" name="four:temporal-output:rotated-tₐ-cell-70:2465">
                <a:extLst>
                  <a:ext uri="{FF2B5EF4-FFF2-40B4-BE49-F238E27FC236}">
                    <ns2:creationId id="{A3391B02-A7AD-455F-9C55-5514F14F4E83}"/>
                  </a:ext>
                </a:extLst>
              </p:cNvPr>
              <p:cNvSpPr>
                <a:spLocks noGrp="1"/>
              </p:cNvSpPr>
              <p:nvPr/>
            </p:nvSpPr>
            <p:spPr>
              <a:xfrm>
                <a:off x="21240750" y="6740128"/>
                <a:ext cx="709613" cy="5953"/>
              </a:xfrm>
              <a:prstGeom prst="rect">
                <a:avLst/>
              </a:prstGeom>
              <a:solidFill>
                <a:srgbClr val="D55E00"/>
              </a:solidFill>
              <a:ln w="0">
                <a:noFill/>
                <a:prstDash val="solid"/>
              </a:ln>
            </p:spPr>
          </p:sp>
          <p:sp>
            <p:nvSpPr>
              <p:cNvPr id="2466" name="four:temporal-output:rotated-tₐ-cell-71:2466">
                <a:extLst>
                  <a:ext uri="{FF2B5EF4-FFF2-40B4-BE49-F238E27FC236}">
                    <ns2:creationId id="{42EA24E8-DCF5-4605-8234-AF8E780B770C}"/>
                  </a:ext>
                </a:extLst>
              </p:cNvPr>
              <p:cNvSpPr>
                <a:spLocks noGrp="1"/>
              </p:cNvSpPr>
              <p:nvPr/>
            </p:nvSpPr>
            <p:spPr>
              <a:xfrm>
                <a:off x="21240750" y="6734175"/>
                <a:ext cx="709613" cy="5953"/>
              </a:xfrm>
              <a:prstGeom prst="rect">
                <a:avLst/>
              </a:prstGeom>
              <a:solidFill>
                <a:srgbClr val="D55E00"/>
              </a:solidFill>
              <a:ln w="0">
                <a:noFill/>
                <a:prstDash val="solid"/>
              </a:ln>
            </p:spPr>
          </p:sp>
          <p:sp>
            <p:nvSpPr>
              <p:cNvPr id="2467" name="four:temporal-output:rotated-tₐ-cell-72:2467">
                <a:extLst>
                  <a:ext uri="{FF2B5EF4-FFF2-40B4-BE49-F238E27FC236}">
                    <ns2:creationId id="{3C542292-06C0-4DA9-864B-8A22B2BDEEE0}"/>
                  </a:ext>
                </a:extLst>
              </p:cNvPr>
              <p:cNvSpPr>
                <a:spLocks noGrp="1"/>
              </p:cNvSpPr>
              <p:nvPr/>
            </p:nvSpPr>
            <p:spPr>
              <a:xfrm>
                <a:off x="21240750" y="6728222"/>
                <a:ext cx="709613" cy="5953"/>
              </a:xfrm>
              <a:prstGeom prst="rect">
                <a:avLst/>
              </a:prstGeom>
              <a:solidFill>
                <a:srgbClr val="D55E00"/>
              </a:solidFill>
              <a:ln w="0">
                <a:noFill/>
                <a:prstDash val="solid"/>
              </a:ln>
            </p:spPr>
          </p:sp>
          <p:sp>
            <p:nvSpPr>
              <p:cNvPr id="2468" name="four:temporal-output:rotated-tₐ-cell-73:2468">
                <a:extLst>
                  <a:ext uri="{FF2B5EF4-FFF2-40B4-BE49-F238E27FC236}">
                    <ns2:creationId id="{3DEB0899-0A03-4B11-9C65-CA3F000CF3F9}"/>
                  </a:ext>
                </a:extLst>
              </p:cNvPr>
              <p:cNvSpPr>
                <a:spLocks noGrp="1"/>
              </p:cNvSpPr>
              <p:nvPr/>
            </p:nvSpPr>
            <p:spPr>
              <a:xfrm>
                <a:off x="21240750" y="6722269"/>
                <a:ext cx="709613" cy="5953"/>
              </a:xfrm>
              <a:prstGeom prst="rect">
                <a:avLst/>
              </a:prstGeom>
              <a:solidFill>
                <a:srgbClr val="D55E00"/>
              </a:solidFill>
              <a:ln w="0">
                <a:noFill/>
                <a:prstDash val="solid"/>
              </a:ln>
            </p:spPr>
          </p:sp>
          <p:sp>
            <p:nvSpPr>
              <p:cNvPr id="2469" name="four:temporal-output:rotated-tₐ-cell-74:2469">
                <a:extLst>
                  <a:ext uri="{FF2B5EF4-FFF2-40B4-BE49-F238E27FC236}">
                    <ns2:creationId id="{B0CBEE35-3982-4B5C-A682-3E2B1F144316}"/>
                  </a:ext>
                </a:extLst>
              </p:cNvPr>
              <p:cNvSpPr>
                <a:spLocks noGrp="1"/>
              </p:cNvSpPr>
              <p:nvPr/>
            </p:nvSpPr>
            <p:spPr>
              <a:xfrm>
                <a:off x="21240750" y="6716316"/>
                <a:ext cx="709613" cy="5953"/>
              </a:xfrm>
              <a:prstGeom prst="rect">
                <a:avLst/>
              </a:prstGeom>
              <a:solidFill>
                <a:srgbClr val="D55E00"/>
              </a:solidFill>
              <a:ln w="0">
                <a:noFill/>
                <a:prstDash val="solid"/>
              </a:ln>
            </p:spPr>
          </p:sp>
          <p:sp>
            <p:nvSpPr>
              <p:cNvPr id="2470" name="four:temporal-output:rotated-tₐ-cell-75:2470">
                <a:extLst>
                  <a:ext uri="{FF2B5EF4-FFF2-40B4-BE49-F238E27FC236}">
                    <ns2:creationId id="{AC7DCF75-4B75-49DD-B452-C6CD8FDEFD29}"/>
                  </a:ext>
                </a:extLst>
              </p:cNvPr>
              <p:cNvSpPr>
                <a:spLocks noGrp="1"/>
              </p:cNvSpPr>
              <p:nvPr/>
            </p:nvSpPr>
            <p:spPr>
              <a:xfrm>
                <a:off x="21240750" y="6710363"/>
                <a:ext cx="709613" cy="5953"/>
              </a:xfrm>
              <a:prstGeom prst="rect">
                <a:avLst/>
              </a:prstGeom>
              <a:solidFill>
                <a:srgbClr val="D55E00"/>
              </a:solidFill>
              <a:ln w="0">
                <a:noFill/>
                <a:prstDash val="solid"/>
              </a:ln>
            </p:spPr>
          </p:sp>
          <p:sp>
            <p:nvSpPr>
              <p:cNvPr id="2471" name="four:temporal-output:rotated-tₐ-cell-76:2471">
                <a:extLst>
                  <a:ext uri="{FF2B5EF4-FFF2-40B4-BE49-F238E27FC236}">
                    <ns2:creationId id="{1FBA7B35-411E-475C-847E-EEDEDB3003DC}"/>
                  </a:ext>
                </a:extLst>
              </p:cNvPr>
              <p:cNvSpPr>
                <a:spLocks noGrp="1"/>
              </p:cNvSpPr>
              <p:nvPr/>
            </p:nvSpPr>
            <p:spPr>
              <a:xfrm>
                <a:off x="21240750" y="6704409"/>
                <a:ext cx="709613" cy="5953"/>
              </a:xfrm>
              <a:prstGeom prst="rect">
                <a:avLst/>
              </a:prstGeom>
              <a:solidFill>
                <a:srgbClr val="D5640A"/>
              </a:solidFill>
              <a:ln w="0">
                <a:noFill/>
                <a:prstDash val="solid"/>
              </a:ln>
            </p:spPr>
          </p:sp>
          <p:sp>
            <p:nvSpPr>
              <p:cNvPr id="2472" name="four:temporal-output:rotated-tₐ-cell-77:2472">
                <a:extLst>
                  <a:ext uri="{FF2B5EF4-FFF2-40B4-BE49-F238E27FC236}">
                    <ns2:creationId id="{52002981-DF4D-44F5-90AD-3A7102D8E6E0}"/>
                  </a:ext>
                </a:extLst>
              </p:cNvPr>
              <p:cNvSpPr>
                <a:spLocks noGrp="1"/>
              </p:cNvSpPr>
              <p:nvPr/>
            </p:nvSpPr>
            <p:spPr>
              <a:xfrm>
                <a:off x="21240750" y="6698456"/>
                <a:ext cx="709613" cy="5953"/>
              </a:xfrm>
              <a:prstGeom prst="rect">
                <a:avLst/>
              </a:prstGeom>
              <a:solidFill>
                <a:srgbClr val="D67120"/>
              </a:solidFill>
              <a:ln w="0">
                <a:noFill/>
                <a:prstDash val="solid"/>
              </a:ln>
            </p:spPr>
          </p:sp>
          <p:sp>
            <p:nvSpPr>
              <p:cNvPr id="2473" name="four:temporal-output:rotated-tₐ-cell-78:2473">
                <a:extLst>
                  <a:ext uri="{FF2B5EF4-FFF2-40B4-BE49-F238E27FC236}">
                    <ns2:creationId id="{A0BEF197-2718-4C0E-965A-3B49EEDDE9D9}"/>
                  </a:ext>
                </a:extLst>
              </p:cNvPr>
              <p:cNvSpPr>
                <a:spLocks noGrp="1"/>
              </p:cNvSpPr>
              <p:nvPr/>
            </p:nvSpPr>
            <p:spPr>
              <a:xfrm>
                <a:off x="21240750" y="6692503"/>
                <a:ext cx="709613" cy="5953"/>
              </a:xfrm>
              <a:prstGeom prst="rect">
                <a:avLst/>
              </a:prstGeom>
              <a:solidFill>
                <a:srgbClr val="D7813D"/>
              </a:solidFill>
              <a:ln w="0">
                <a:noFill/>
                <a:prstDash val="solid"/>
              </a:ln>
            </p:spPr>
          </p:sp>
          <p:sp>
            <p:nvSpPr>
              <p:cNvPr id="2474" name="four:temporal-output:rotated-tₐ-cell-79:2474">
                <a:extLst>
                  <a:ext uri="{FF2B5EF4-FFF2-40B4-BE49-F238E27FC236}">
                    <ns2:creationId id="{681C3C3F-D581-4FDB-980E-85737CA02DF4}"/>
                  </a:ext>
                </a:extLst>
              </p:cNvPr>
              <p:cNvSpPr>
                <a:spLocks noGrp="1"/>
              </p:cNvSpPr>
              <p:nvPr/>
            </p:nvSpPr>
            <p:spPr>
              <a:xfrm>
                <a:off x="21240750" y="6686550"/>
                <a:ext cx="709613" cy="5953"/>
              </a:xfrm>
              <a:prstGeom prst="rect">
                <a:avLst/>
              </a:prstGeom>
              <a:solidFill>
                <a:srgbClr val="A1B0B5"/>
              </a:solidFill>
              <a:ln w="0">
                <a:noFill/>
                <a:prstDash val="solid"/>
              </a:ln>
            </p:spPr>
          </p:sp>
          <p:sp>
            <p:nvSpPr>
              <p:cNvPr id="2475" name="four:temporal-output:rotated-tₐ-cell-80:2475">
                <a:extLst>
                  <a:ext uri="{FF2B5EF4-FFF2-40B4-BE49-F238E27FC236}">
                    <ns2:creationId id="{09324A19-4744-45BB-8219-944287BDACC3}"/>
                  </a:ext>
                </a:extLst>
              </p:cNvPr>
              <p:cNvSpPr>
                <a:spLocks noGrp="1"/>
              </p:cNvSpPr>
              <p:nvPr/>
            </p:nvSpPr>
            <p:spPr>
              <a:xfrm>
                <a:off x="21240750" y="6680597"/>
                <a:ext cx="709613" cy="5953"/>
              </a:xfrm>
              <a:prstGeom prst="rect">
                <a:avLst/>
              </a:prstGeom>
              <a:solidFill>
                <a:srgbClr val="5CBDA6"/>
              </a:solidFill>
              <a:ln w="0">
                <a:noFill/>
                <a:prstDash val="solid"/>
              </a:ln>
            </p:spPr>
          </p:sp>
          <p:sp>
            <p:nvSpPr>
              <p:cNvPr id="2476" name="four:temporal-output:rotated-tₐ-cell-81:2476">
                <a:extLst>
                  <a:ext uri="{FF2B5EF4-FFF2-40B4-BE49-F238E27FC236}">
                    <ns2:creationId id="{B3BA6C87-7D7C-4EC3-BBC0-C913FA32BDF0}"/>
                  </a:ext>
                </a:extLst>
              </p:cNvPr>
              <p:cNvSpPr>
                <a:spLocks noGrp="1"/>
              </p:cNvSpPr>
              <p:nvPr/>
            </p:nvSpPr>
            <p:spPr>
              <a:xfrm>
                <a:off x="21240750" y="6674644"/>
                <a:ext cx="709613" cy="5953"/>
              </a:xfrm>
              <a:prstGeom prst="rect">
                <a:avLst/>
              </a:prstGeom>
              <a:solidFill>
                <a:srgbClr val="72C4B2"/>
              </a:solidFill>
              <a:ln w="0">
                <a:noFill/>
                <a:prstDash val="solid"/>
              </a:ln>
            </p:spPr>
          </p:sp>
          <p:sp>
            <p:nvSpPr>
              <p:cNvPr id="2477" name="four:temporal-output:rotated-tₐ-cell-82:2477">
                <a:extLst>
                  <a:ext uri="{FF2B5EF4-FFF2-40B4-BE49-F238E27FC236}">
                    <ns2:creationId id="{031BB370-66B7-4CDC-8F57-9B8C033DBC32}"/>
                  </a:ext>
                </a:extLst>
              </p:cNvPr>
              <p:cNvSpPr>
                <a:spLocks noGrp="1"/>
              </p:cNvSpPr>
              <p:nvPr/>
            </p:nvSpPr>
            <p:spPr>
              <a:xfrm>
                <a:off x="21240750" y="6668691"/>
                <a:ext cx="709613" cy="5953"/>
              </a:xfrm>
              <a:prstGeom prst="rect">
                <a:avLst/>
              </a:prstGeom>
              <a:solidFill>
                <a:srgbClr val="7FC9BA"/>
              </a:solidFill>
              <a:ln w="0">
                <a:noFill/>
                <a:prstDash val="solid"/>
              </a:ln>
            </p:spPr>
          </p:sp>
          <p:sp>
            <p:nvSpPr>
              <p:cNvPr id="2478" name="four:temporal-output:rotated-tₐ-cell-83:2478">
                <a:extLst>
                  <a:ext uri="{FF2B5EF4-FFF2-40B4-BE49-F238E27FC236}">
                    <ns2:creationId id="{F64024F7-852D-4AFA-8C0D-79188745609E}"/>
                  </a:ext>
                </a:extLst>
              </p:cNvPr>
              <p:cNvSpPr>
                <a:spLocks noGrp="1"/>
              </p:cNvSpPr>
              <p:nvPr/>
            </p:nvSpPr>
            <p:spPr>
              <a:xfrm>
                <a:off x="21240750" y="6662738"/>
                <a:ext cx="709613" cy="5953"/>
              </a:xfrm>
              <a:prstGeom prst="rect">
                <a:avLst/>
              </a:prstGeom>
              <a:solidFill>
                <a:srgbClr val="81C9BA"/>
              </a:solidFill>
              <a:ln w="0">
                <a:noFill/>
                <a:prstDash val="solid"/>
              </a:ln>
            </p:spPr>
          </p:sp>
          <p:sp>
            <p:nvSpPr>
              <p:cNvPr id="2479" name="four:temporal-output:rotated-tₐ-cell-84:2479">
                <a:extLst>
                  <a:ext uri="{FF2B5EF4-FFF2-40B4-BE49-F238E27FC236}">
                    <ns2:creationId id="{82C2DAF6-42AC-4E02-8D5A-77B6C6D46878}"/>
                  </a:ext>
                </a:extLst>
              </p:cNvPr>
              <p:cNvSpPr>
                <a:spLocks noGrp="1"/>
              </p:cNvSpPr>
              <p:nvPr/>
            </p:nvSpPr>
            <p:spPr>
              <a:xfrm>
                <a:off x="21240750" y="6656784"/>
                <a:ext cx="709613" cy="5953"/>
              </a:xfrm>
              <a:prstGeom prst="rect">
                <a:avLst/>
              </a:prstGeom>
              <a:solidFill>
                <a:srgbClr val="81C9BA"/>
              </a:solidFill>
              <a:ln w="0">
                <a:noFill/>
                <a:prstDash val="solid"/>
              </a:ln>
            </p:spPr>
          </p:sp>
          <p:sp>
            <p:nvSpPr>
              <p:cNvPr id="2480" name="four:temporal-output:rotated-tₐ-cell-85:2480">
                <a:extLst>
                  <a:ext uri="{FF2B5EF4-FFF2-40B4-BE49-F238E27FC236}">
                    <ns2:creationId id="{E3D4C5DA-D388-4D08-88DE-A3FE86431E14}"/>
                  </a:ext>
                </a:extLst>
              </p:cNvPr>
              <p:cNvSpPr>
                <a:spLocks noGrp="1"/>
              </p:cNvSpPr>
              <p:nvPr/>
            </p:nvSpPr>
            <p:spPr>
              <a:xfrm>
                <a:off x="21240750" y="6650831"/>
                <a:ext cx="709613" cy="5953"/>
              </a:xfrm>
              <a:prstGeom prst="rect">
                <a:avLst/>
              </a:prstGeom>
              <a:solidFill>
                <a:srgbClr val="81C9BA"/>
              </a:solidFill>
              <a:ln w="0">
                <a:noFill/>
                <a:prstDash val="solid"/>
              </a:ln>
            </p:spPr>
          </p:sp>
          <p:sp>
            <p:nvSpPr>
              <p:cNvPr id="2481" name="four:temporal-output:rotated-tₐ-cell-86:2481">
                <a:extLst>
                  <a:ext uri="{FF2B5EF4-FFF2-40B4-BE49-F238E27FC236}">
                    <ns2:creationId id="{12CFDDC6-57B5-4F11-879A-757577080ABD}"/>
                  </a:ext>
                </a:extLst>
              </p:cNvPr>
              <p:cNvSpPr>
                <a:spLocks noGrp="1"/>
              </p:cNvSpPr>
              <p:nvPr/>
            </p:nvSpPr>
            <p:spPr>
              <a:xfrm>
                <a:off x="21240750" y="6644878"/>
                <a:ext cx="709613" cy="5953"/>
              </a:xfrm>
              <a:prstGeom prst="rect">
                <a:avLst/>
              </a:prstGeom>
              <a:solidFill>
                <a:srgbClr val="81C9BA"/>
              </a:solidFill>
              <a:ln w="0">
                <a:noFill/>
                <a:prstDash val="solid"/>
              </a:ln>
            </p:spPr>
          </p:sp>
          <p:sp>
            <p:nvSpPr>
              <p:cNvPr id="2482" name="four:temporal-output:rotated-tₐ-cell-87:2482">
                <a:extLst>
                  <a:ext uri="{FF2B5EF4-FFF2-40B4-BE49-F238E27FC236}">
                    <ns2:creationId id="{2A3AFF6D-0661-43C7-8EB1-51239BD5B99B}"/>
                  </a:ext>
                </a:extLst>
              </p:cNvPr>
              <p:cNvSpPr>
                <a:spLocks noGrp="1"/>
              </p:cNvSpPr>
              <p:nvPr/>
            </p:nvSpPr>
            <p:spPr>
              <a:xfrm>
                <a:off x="21240750" y="6638925"/>
                <a:ext cx="709613" cy="5953"/>
              </a:xfrm>
              <a:prstGeom prst="rect">
                <a:avLst/>
              </a:prstGeom>
              <a:solidFill>
                <a:srgbClr val="81C9BA"/>
              </a:solidFill>
              <a:ln w="0">
                <a:noFill/>
                <a:prstDash val="solid"/>
              </a:ln>
            </p:spPr>
          </p:sp>
          <p:sp>
            <p:nvSpPr>
              <p:cNvPr id="2483" name="four:temporal-output:rotated-tₐ-cell-88:2483">
                <a:extLst>
                  <a:ext uri="{FF2B5EF4-FFF2-40B4-BE49-F238E27FC236}">
                    <ns2:creationId id="{04D71E24-0DD7-4B55-8220-310669AB2434}"/>
                  </a:ext>
                </a:extLst>
              </p:cNvPr>
              <p:cNvSpPr>
                <a:spLocks noGrp="1"/>
              </p:cNvSpPr>
              <p:nvPr/>
            </p:nvSpPr>
            <p:spPr>
              <a:xfrm>
                <a:off x="21240750" y="6632972"/>
                <a:ext cx="709613" cy="5953"/>
              </a:xfrm>
              <a:prstGeom prst="rect">
                <a:avLst/>
              </a:prstGeom>
              <a:solidFill>
                <a:srgbClr val="81C9BA"/>
              </a:solidFill>
              <a:ln w="0">
                <a:noFill/>
                <a:prstDash val="solid"/>
              </a:ln>
            </p:spPr>
          </p:sp>
          <p:sp>
            <p:nvSpPr>
              <p:cNvPr id="2484" name="four:temporal-output:rotated-tₐ-cell-89:2484">
                <a:extLst>
                  <a:ext uri="{FF2B5EF4-FFF2-40B4-BE49-F238E27FC236}">
                    <ns2:creationId id="{D8E0D0A8-D6A0-4ACF-A1AC-F99338D1ECA2}"/>
                  </a:ext>
                </a:extLst>
              </p:cNvPr>
              <p:cNvSpPr>
                <a:spLocks noGrp="1"/>
              </p:cNvSpPr>
              <p:nvPr/>
            </p:nvSpPr>
            <p:spPr>
              <a:xfrm>
                <a:off x="21240750" y="6627019"/>
                <a:ext cx="709613" cy="5953"/>
              </a:xfrm>
              <a:prstGeom prst="rect">
                <a:avLst/>
              </a:prstGeom>
              <a:solidFill>
                <a:srgbClr val="81C9BA"/>
              </a:solidFill>
              <a:ln w="0">
                <a:noFill/>
                <a:prstDash val="solid"/>
              </a:ln>
            </p:spPr>
          </p:sp>
          <p:sp>
            <p:nvSpPr>
              <p:cNvPr id="2485" name="four:temporal-output:rotated-tₐ-cell-90:2485">
                <a:extLst>
                  <a:ext uri="{FF2B5EF4-FFF2-40B4-BE49-F238E27FC236}">
                    <ns2:creationId id="{833888A3-296F-496E-9F64-02D5BAC3D2FB}"/>
                  </a:ext>
                </a:extLst>
              </p:cNvPr>
              <p:cNvSpPr>
                <a:spLocks noGrp="1"/>
              </p:cNvSpPr>
              <p:nvPr/>
            </p:nvSpPr>
            <p:spPr>
              <a:xfrm>
                <a:off x="21240750" y="6621066"/>
                <a:ext cx="709613" cy="5953"/>
              </a:xfrm>
              <a:prstGeom prst="rect">
                <a:avLst/>
              </a:prstGeom>
              <a:solidFill>
                <a:srgbClr val="81C9BA"/>
              </a:solidFill>
              <a:ln w="0">
                <a:noFill/>
                <a:prstDash val="solid"/>
              </a:ln>
            </p:spPr>
          </p:sp>
          <p:sp>
            <p:nvSpPr>
              <p:cNvPr id="2486" name="four:temporal-output:rotated-tₐ-cell-91:2486">
                <a:extLst>
                  <a:ext uri="{FF2B5EF4-FFF2-40B4-BE49-F238E27FC236}">
                    <ns2:creationId id="{A01D91E7-1C9B-4496-8C6F-918AA3D4B93C}"/>
                  </a:ext>
                </a:extLst>
              </p:cNvPr>
              <p:cNvSpPr>
                <a:spLocks noGrp="1"/>
              </p:cNvSpPr>
              <p:nvPr/>
            </p:nvSpPr>
            <p:spPr>
              <a:xfrm>
                <a:off x="21240750" y="6615113"/>
                <a:ext cx="709613" cy="5953"/>
              </a:xfrm>
              <a:prstGeom prst="rect">
                <a:avLst/>
              </a:prstGeom>
              <a:solidFill>
                <a:srgbClr val="81C9BA"/>
              </a:solidFill>
              <a:ln w="0">
                <a:noFill/>
                <a:prstDash val="solid"/>
              </a:ln>
            </p:spPr>
          </p:sp>
          <p:sp>
            <p:nvSpPr>
              <p:cNvPr id="2487" name="four:temporal-output:rotated-tₐ-cell-92:2487">
                <a:extLst>
                  <a:ext uri="{FF2B5EF4-FFF2-40B4-BE49-F238E27FC236}">
                    <ns2:creationId id="{F0718F1B-27A3-413F-9EFF-AF8DA879917D}"/>
                  </a:ext>
                </a:extLst>
              </p:cNvPr>
              <p:cNvSpPr>
                <a:spLocks noGrp="1"/>
              </p:cNvSpPr>
              <p:nvPr/>
            </p:nvSpPr>
            <p:spPr>
              <a:xfrm>
                <a:off x="21240750" y="6609159"/>
                <a:ext cx="709613" cy="5953"/>
              </a:xfrm>
              <a:prstGeom prst="rect">
                <a:avLst/>
              </a:prstGeom>
              <a:solidFill>
                <a:srgbClr val="81C9BA"/>
              </a:solidFill>
              <a:ln w="0">
                <a:noFill/>
                <a:prstDash val="solid"/>
              </a:ln>
            </p:spPr>
          </p:sp>
          <p:sp>
            <p:nvSpPr>
              <p:cNvPr id="2488" name="four:temporal-output:rotated-tₐ-cell-93:2488">
                <a:extLst>
                  <a:ext uri="{FF2B5EF4-FFF2-40B4-BE49-F238E27FC236}">
                    <ns2:creationId id="{ABBABBB8-893D-45E2-8A57-3B3B5C3E27BE}"/>
                  </a:ext>
                </a:extLst>
              </p:cNvPr>
              <p:cNvSpPr>
                <a:spLocks noGrp="1"/>
              </p:cNvSpPr>
              <p:nvPr/>
            </p:nvSpPr>
            <p:spPr>
              <a:xfrm>
                <a:off x="21240750" y="6603206"/>
                <a:ext cx="709613" cy="5953"/>
              </a:xfrm>
              <a:prstGeom prst="rect">
                <a:avLst/>
              </a:prstGeom>
              <a:solidFill>
                <a:srgbClr val="81C9BA"/>
              </a:solidFill>
              <a:ln w="0">
                <a:noFill/>
                <a:prstDash val="solid"/>
              </a:ln>
            </p:spPr>
          </p:sp>
          <p:sp>
            <p:nvSpPr>
              <p:cNvPr id="2489" name="four:temporal-output:rotated-tₐ-cell-94:2489">
                <a:extLst>
                  <a:ext uri="{FF2B5EF4-FFF2-40B4-BE49-F238E27FC236}">
                    <ns2:creationId id="{0AD06CCB-203C-44A3-97E5-CF4C60E54CED}"/>
                  </a:ext>
                </a:extLst>
              </p:cNvPr>
              <p:cNvSpPr>
                <a:spLocks noGrp="1"/>
              </p:cNvSpPr>
              <p:nvPr/>
            </p:nvSpPr>
            <p:spPr>
              <a:xfrm>
                <a:off x="21240750" y="6597253"/>
                <a:ext cx="709613" cy="5953"/>
              </a:xfrm>
              <a:prstGeom prst="rect">
                <a:avLst/>
              </a:prstGeom>
              <a:solidFill>
                <a:srgbClr val="81C9BA"/>
              </a:solidFill>
              <a:ln w="0">
                <a:noFill/>
                <a:prstDash val="solid"/>
              </a:ln>
            </p:spPr>
          </p:sp>
          <p:sp>
            <p:nvSpPr>
              <p:cNvPr id="2490" name="four:temporal-output:rotated-tₐ-cell-95:2490">
                <a:extLst>
                  <a:ext uri="{FF2B5EF4-FFF2-40B4-BE49-F238E27FC236}">
                    <ns2:creationId id="{42C9EEEB-B11E-4FC0-A7AF-66C8BEDD74F4}"/>
                  </a:ext>
                </a:extLst>
              </p:cNvPr>
              <p:cNvSpPr>
                <a:spLocks noGrp="1"/>
              </p:cNvSpPr>
              <p:nvPr/>
            </p:nvSpPr>
            <p:spPr>
              <a:xfrm>
                <a:off x="21240750" y="6591300"/>
                <a:ext cx="709613" cy="5953"/>
              </a:xfrm>
              <a:prstGeom prst="rect">
                <a:avLst/>
              </a:prstGeom>
              <a:solidFill>
                <a:srgbClr val="81C9BA"/>
              </a:solidFill>
              <a:ln w="0">
                <a:noFill/>
                <a:prstDash val="solid"/>
              </a:ln>
            </p:spPr>
          </p:sp>
          <p:sp>
            <p:nvSpPr>
              <p:cNvPr id="2491" name="four:temporal-output:rotated-tₐ-cell-96:2491">
                <a:extLst>
                  <a:ext uri="{FF2B5EF4-FFF2-40B4-BE49-F238E27FC236}">
                    <ns2:creationId id="{0DDD41A6-9614-43CC-9FB0-1FCB3CDFD413}"/>
                  </a:ext>
                </a:extLst>
              </p:cNvPr>
              <p:cNvSpPr>
                <a:spLocks noGrp="1"/>
              </p:cNvSpPr>
              <p:nvPr/>
            </p:nvSpPr>
            <p:spPr>
              <a:xfrm>
                <a:off x="21240750" y="6585347"/>
                <a:ext cx="709613" cy="5953"/>
              </a:xfrm>
              <a:prstGeom prst="rect">
                <a:avLst/>
              </a:prstGeom>
              <a:solidFill>
                <a:srgbClr val="81C9BA"/>
              </a:solidFill>
              <a:ln w="0">
                <a:noFill/>
                <a:prstDash val="solid"/>
              </a:ln>
            </p:spPr>
          </p:sp>
          <p:sp>
            <p:nvSpPr>
              <p:cNvPr id="2492" name="four:temporal-output:rotated-tₐ-cell-97:2492">
                <a:extLst>
                  <a:ext uri="{FF2B5EF4-FFF2-40B4-BE49-F238E27FC236}">
                    <ns2:creationId id="{5AD109CF-544F-455B-B894-4641768F37B2}"/>
                  </a:ext>
                </a:extLst>
              </p:cNvPr>
              <p:cNvSpPr>
                <a:spLocks noGrp="1"/>
              </p:cNvSpPr>
              <p:nvPr/>
            </p:nvSpPr>
            <p:spPr>
              <a:xfrm>
                <a:off x="21240750" y="6579394"/>
                <a:ext cx="709613" cy="5953"/>
              </a:xfrm>
              <a:prstGeom prst="rect">
                <a:avLst/>
              </a:prstGeom>
              <a:solidFill>
                <a:srgbClr val="81C9BA"/>
              </a:solidFill>
              <a:ln w="0">
                <a:noFill/>
                <a:prstDash val="solid"/>
              </a:ln>
            </p:spPr>
          </p:sp>
          <p:sp>
            <p:nvSpPr>
              <p:cNvPr id="2493" name="four:temporal-output:rotated-tₐ-cell-98:2493">
                <a:extLst>
                  <a:ext uri="{FF2B5EF4-FFF2-40B4-BE49-F238E27FC236}">
                    <ns2:creationId id="{8E44904E-35D6-435B-834F-3016428CED43}"/>
                  </a:ext>
                </a:extLst>
              </p:cNvPr>
              <p:cNvSpPr>
                <a:spLocks noGrp="1"/>
              </p:cNvSpPr>
              <p:nvPr/>
            </p:nvSpPr>
            <p:spPr>
              <a:xfrm>
                <a:off x="21240750" y="6573441"/>
                <a:ext cx="709613" cy="5953"/>
              </a:xfrm>
              <a:prstGeom prst="rect">
                <a:avLst/>
              </a:prstGeom>
              <a:solidFill>
                <a:srgbClr val="81C9BA"/>
              </a:solidFill>
              <a:ln w="0">
                <a:noFill/>
                <a:prstDash val="solid"/>
              </a:ln>
            </p:spPr>
          </p:sp>
          <p:sp>
            <p:nvSpPr>
              <p:cNvPr id="2494" name="four:temporal-output:rotated-tₐ-cell-99:2494">
                <a:extLst>
                  <a:ext uri="{FF2B5EF4-FFF2-40B4-BE49-F238E27FC236}">
                    <ns2:creationId id="{301D5E78-DEC1-46BD-A5EC-1C04B41A757F}"/>
                  </a:ext>
                </a:extLst>
              </p:cNvPr>
              <p:cNvSpPr>
                <a:spLocks noGrp="1"/>
              </p:cNvSpPr>
              <p:nvPr/>
            </p:nvSpPr>
            <p:spPr>
              <a:xfrm>
                <a:off x="21240750" y="6567488"/>
                <a:ext cx="709613" cy="5953"/>
              </a:xfrm>
              <a:prstGeom prst="rect">
                <a:avLst/>
              </a:prstGeom>
              <a:solidFill>
                <a:srgbClr val="81C9BA"/>
              </a:solidFill>
              <a:ln w="0">
                <a:noFill/>
                <a:prstDash val="solid"/>
              </a:ln>
            </p:spPr>
          </p:sp>
          <p:sp>
            <p:nvSpPr>
              <p:cNvPr id="2495" name="four:temporal-output:rotated-tₐ-cell-100:2495">
                <a:extLst>
                  <a:ext uri="{FF2B5EF4-FFF2-40B4-BE49-F238E27FC236}">
                    <ns2:creationId id="{7EAEC71E-D7CB-4991-83F4-5ABE3D29537B}"/>
                  </a:ext>
                </a:extLst>
              </p:cNvPr>
              <p:cNvSpPr>
                <a:spLocks noGrp="1"/>
              </p:cNvSpPr>
              <p:nvPr/>
            </p:nvSpPr>
            <p:spPr>
              <a:xfrm>
                <a:off x="21240750" y="6561534"/>
                <a:ext cx="709613" cy="5953"/>
              </a:xfrm>
              <a:prstGeom prst="rect">
                <a:avLst/>
              </a:prstGeom>
              <a:solidFill>
                <a:srgbClr val="81C9BA"/>
              </a:solidFill>
              <a:ln w="0">
                <a:noFill/>
                <a:prstDash val="solid"/>
              </a:ln>
            </p:spPr>
          </p:sp>
          <p:sp>
            <p:nvSpPr>
              <p:cNvPr id="2496" name="four:temporal-output:rotated-tₐ-cell-101:2496">
                <a:extLst>
                  <a:ext uri="{FF2B5EF4-FFF2-40B4-BE49-F238E27FC236}">
                    <ns2:creationId id="{449965CD-F520-4ABE-9708-7DF37EC8A56D}"/>
                  </a:ext>
                </a:extLst>
              </p:cNvPr>
              <p:cNvSpPr>
                <a:spLocks noGrp="1"/>
              </p:cNvSpPr>
              <p:nvPr/>
            </p:nvSpPr>
            <p:spPr>
              <a:xfrm>
                <a:off x="21240750" y="6555581"/>
                <a:ext cx="709613" cy="5953"/>
              </a:xfrm>
              <a:prstGeom prst="rect">
                <a:avLst/>
              </a:prstGeom>
              <a:solidFill>
                <a:srgbClr val="81C9BA"/>
              </a:solidFill>
              <a:ln w="0">
                <a:noFill/>
                <a:prstDash val="solid"/>
              </a:ln>
            </p:spPr>
          </p:sp>
          <p:sp>
            <p:nvSpPr>
              <p:cNvPr id="2497" name="four:temporal-output:rotated-tₐ-cell-102:2497">
                <a:extLst>
                  <a:ext uri="{FF2B5EF4-FFF2-40B4-BE49-F238E27FC236}">
                    <ns2:creationId id="{52483EA5-E488-439F-9FC7-E64EAF03348D}"/>
                  </a:ext>
                </a:extLst>
              </p:cNvPr>
              <p:cNvSpPr>
                <a:spLocks noGrp="1"/>
              </p:cNvSpPr>
              <p:nvPr/>
            </p:nvSpPr>
            <p:spPr>
              <a:xfrm>
                <a:off x="21240750" y="6549628"/>
                <a:ext cx="709613" cy="5953"/>
              </a:xfrm>
              <a:prstGeom prst="rect">
                <a:avLst/>
              </a:prstGeom>
              <a:solidFill>
                <a:srgbClr val="81C9BA"/>
              </a:solidFill>
              <a:ln w="0">
                <a:noFill/>
                <a:prstDash val="solid"/>
              </a:ln>
            </p:spPr>
          </p:sp>
          <p:sp>
            <p:nvSpPr>
              <p:cNvPr id="2498" name="four:temporal-output:rotated-tₐ-cell-103:2498">
                <a:extLst>
                  <a:ext uri="{FF2B5EF4-FFF2-40B4-BE49-F238E27FC236}">
                    <ns2:creationId id="{0E9C2348-DAB6-4B64-838D-D44BD7378A2E}"/>
                  </a:ext>
                </a:extLst>
              </p:cNvPr>
              <p:cNvSpPr>
                <a:spLocks noGrp="1"/>
              </p:cNvSpPr>
              <p:nvPr/>
            </p:nvSpPr>
            <p:spPr>
              <a:xfrm>
                <a:off x="21240750" y="6543675"/>
                <a:ext cx="709613" cy="5953"/>
              </a:xfrm>
              <a:prstGeom prst="rect">
                <a:avLst/>
              </a:prstGeom>
              <a:solidFill>
                <a:srgbClr val="81C9BA"/>
              </a:solidFill>
              <a:ln w="0">
                <a:noFill/>
                <a:prstDash val="solid"/>
              </a:ln>
            </p:spPr>
          </p:sp>
          <p:sp>
            <p:nvSpPr>
              <p:cNvPr id="2499" name="four:temporal-output:rotated-tₐ-cell-104:2499">
                <a:extLst>
                  <a:ext uri="{FF2B5EF4-FFF2-40B4-BE49-F238E27FC236}">
                    <ns2:creationId id="{DB7EA5FE-671A-48CF-97B0-88BE700F986E}"/>
                  </a:ext>
                </a:extLst>
              </p:cNvPr>
              <p:cNvSpPr>
                <a:spLocks noGrp="1"/>
              </p:cNvSpPr>
              <p:nvPr/>
            </p:nvSpPr>
            <p:spPr>
              <a:xfrm>
                <a:off x="21240750" y="6537722"/>
                <a:ext cx="709613" cy="5953"/>
              </a:xfrm>
              <a:prstGeom prst="rect">
                <a:avLst/>
              </a:prstGeom>
              <a:solidFill>
                <a:srgbClr val="81C9BA"/>
              </a:solidFill>
              <a:ln w="0">
                <a:noFill/>
                <a:prstDash val="solid"/>
              </a:ln>
            </p:spPr>
          </p:sp>
          <p:sp>
            <p:nvSpPr>
              <p:cNvPr id="2500" name="four:temporal-output:rotated-tₐ-cell-105:2500">
                <a:extLst>
                  <a:ext uri="{FF2B5EF4-FFF2-40B4-BE49-F238E27FC236}">
                    <ns2:creationId id="{DD8BF391-EFEF-4851-A23F-FB708C44B6AF}"/>
                  </a:ext>
                </a:extLst>
              </p:cNvPr>
              <p:cNvSpPr>
                <a:spLocks noGrp="1"/>
              </p:cNvSpPr>
              <p:nvPr/>
            </p:nvSpPr>
            <p:spPr>
              <a:xfrm>
                <a:off x="21240750" y="6531769"/>
                <a:ext cx="709613" cy="5953"/>
              </a:xfrm>
              <a:prstGeom prst="rect">
                <a:avLst/>
              </a:prstGeom>
              <a:solidFill>
                <a:srgbClr val="81C9BA"/>
              </a:solidFill>
              <a:ln w="0">
                <a:noFill/>
                <a:prstDash val="solid"/>
              </a:ln>
            </p:spPr>
          </p:sp>
          <p:sp>
            <p:nvSpPr>
              <p:cNvPr id="2501" name="four:temporal-output:rotated-tₐ-cell-106:2501">
                <a:extLst>
                  <a:ext uri="{FF2B5EF4-FFF2-40B4-BE49-F238E27FC236}">
                    <ns2:creationId id="{8400CB1C-747F-40BD-A8BC-29F9679D8569}"/>
                  </a:ext>
                </a:extLst>
              </p:cNvPr>
              <p:cNvSpPr>
                <a:spLocks noGrp="1"/>
              </p:cNvSpPr>
              <p:nvPr/>
            </p:nvSpPr>
            <p:spPr>
              <a:xfrm>
                <a:off x="21240750" y="6525816"/>
                <a:ext cx="709613" cy="5953"/>
              </a:xfrm>
              <a:prstGeom prst="rect">
                <a:avLst/>
              </a:prstGeom>
              <a:solidFill>
                <a:srgbClr val="81C9BA"/>
              </a:solidFill>
              <a:ln w="0">
                <a:noFill/>
                <a:prstDash val="solid"/>
              </a:ln>
            </p:spPr>
          </p:sp>
          <p:sp>
            <p:nvSpPr>
              <p:cNvPr id="2502" name="four:temporal-output:rotated-tₐ-cell-107:2502">
                <a:extLst>
                  <a:ext uri="{FF2B5EF4-FFF2-40B4-BE49-F238E27FC236}">
                    <ns2:creationId id="{BD590E70-A796-46A6-91B5-66EB4D6DEDA3}"/>
                  </a:ext>
                </a:extLst>
              </p:cNvPr>
              <p:cNvSpPr>
                <a:spLocks noGrp="1"/>
              </p:cNvSpPr>
              <p:nvPr/>
            </p:nvSpPr>
            <p:spPr>
              <a:xfrm>
                <a:off x="21240750" y="6519863"/>
                <a:ext cx="709613" cy="5953"/>
              </a:xfrm>
              <a:prstGeom prst="rect">
                <a:avLst/>
              </a:prstGeom>
              <a:solidFill>
                <a:srgbClr val="81C9BA"/>
              </a:solidFill>
              <a:ln w="0">
                <a:noFill/>
                <a:prstDash val="solid"/>
              </a:ln>
            </p:spPr>
          </p:sp>
          <p:sp>
            <p:nvSpPr>
              <p:cNvPr id="2503" name="four:temporal-output:rotated-tₐ-cell-108:2503">
                <a:extLst>
                  <a:ext uri="{FF2B5EF4-FFF2-40B4-BE49-F238E27FC236}">
                    <ns2:creationId id="{DE7FB66D-6297-4963-914A-28381D99C733}"/>
                  </a:ext>
                </a:extLst>
              </p:cNvPr>
              <p:cNvSpPr>
                <a:spLocks noGrp="1"/>
              </p:cNvSpPr>
              <p:nvPr/>
            </p:nvSpPr>
            <p:spPr>
              <a:xfrm>
                <a:off x="21240750" y="6513909"/>
                <a:ext cx="709613" cy="5953"/>
              </a:xfrm>
              <a:prstGeom prst="rect">
                <a:avLst/>
              </a:prstGeom>
              <a:solidFill>
                <a:srgbClr val="81C9BA"/>
              </a:solidFill>
              <a:ln w="0">
                <a:noFill/>
                <a:prstDash val="solid"/>
              </a:ln>
            </p:spPr>
          </p:sp>
          <p:sp>
            <p:nvSpPr>
              <p:cNvPr id="2504" name="four:temporal-output:rotated-tₐ-cell-109:2504">
                <a:extLst>
                  <a:ext uri="{FF2B5EF4-FFF2-40B4-BE49-F238E27FC236}">
                    <ns2:creationId id="{7559C4C0-281F-4962-B1C9-85DD7CA15990}"/>
                  </a:ext>
                </a:extLst>
              </p:cNvPr>
              <p:cNvSpPr>
                <a:spLocks noGrp="1"/>
              </p:cNvSpPr>
              <p:nvPr/>
            </p:nvSpPr>
            <p:spPr>
              <a:xfrm>
                <a:off x="21240750" y="6507956"/>
                <a:ext cx="709613" cy="5953"/>
              </a:xfrm>
              <a:prstGeom prst="rect">
                <a:avLst/>
              </a:prstGeom>
              <a:solidFill>
                <a:srgbClr val="7FC9B9"/>
              </a:solidFill>
              <a:ln w="0">
                <a:noFill/>
                <a:prstDash val="solid"/>
              </a:ln>
            </p:spPr>
          </p:sp>
          <p:sp>
            <p:nvSpPr>
              <p:cNvPr id="2505" name="four:temporal-output:rotated-tₐ-cell-110:2505">
                <a:extLst>
                  <a:ext uri="{FF2B5EF4-FFF2-40B4-BE49-F238E27FC236}">
                    <ns2:creationId id="{FDC893FF-94E7-49A8-9860-9A55914ED9DF}"/>
                  </a:ext>
                </a:extLst>
              </p:cNvPr>
              <p:cNvSpPr>
                <a:spLocks noGrp="1"/>
              </p:cNvSpPr>
              <p:nvPr/>
            </p:nvSpPr>
            <p:spPr>
              <a:xfrm>
                <a:off x="21240750" y="6502003"/>
                <a:ext cx="709613" cy="5953"/>
              </a:xfrm>
              <a:prstGeom prst="rect">
                <a:avLst/>
              </a:prstGeom>
              <a:solidFill>
                <a:srgbClr val="73C5B3"/>
              </a:solidFill>
              <a:ln w="0">
                <a:noFill/>
                <a:prstDash val="solid"/>
              </a:ln>
            </p:spPr>
          </p:sp>
          <p:sp>
            <p:nvSpPr>
              <p:cNvPr id="2506" name="four:temporal-output:rotated-tₐ-cell-111:2506">
                <a:extLst>
                  <a:ext uri="{FF2B5EF4-FFF2-40B4-BE49-F238E27FC236}">
                    <ns2:creationId id="{2BDA52BA-0E49-4B95-A97B-F5DF268F4036}"/>
                  </a:ext>
                </a:extLst>
              </p:cNvPr>
              <p:cNvSpPr>
                <a:spLocks noGrp="1"/>
              </p:cNvSpPr>
              <p:nvPr/>
            </p:nvSpPr>
            <p:spPr>
              <a:xfrm>
                <a:off x="21240750" y="6496050"/>
                <a:ext cx="709613" cy="5953"/>
              </a:xfrm>
              <a:prstGeom prst="rect">
                <a:avLst/>
              </a:prstGeom>
              <a:solidFill>
                <a:srgbClr val="60BEA8"/>
              </a:solidFill>
              <a:ln w="0">
                <a:noFill/>
                <a:prstDash val="solid"/>
              </a:ln>
            </p:spPr>
          </p:sp>
          <p:sp>
            <p:nvSpPr>
              <p:cNvPr id="2507" name="four:temporal-output:rotated-tₐ-cell-112:2507">
                <a:extLst>
                  <a:ext uri="{FF2B5EF4-FFF2-40B4-BE49-F238E27FC236}">
                    <ns2:creationId id="{E8B1436E-A158-4A83-B943-DB45B011301F}"/>
                  </a:ext>
                </a:extLst>
              </p:cNvPr>
              <p:cNvSpPr>
                <a:spLocks noGrp="1"/>
              </p:cNvSpPr>
              <p:nvPr/>
            </p:nvSpPr>
            <p:spPr>
              <a:xfrm>
                <a:off x="21240750" y="6490097"/>
                <a:ext cx="709613" cy="5953"/>
              </a:xfrm>
              <a:prstGeom prst="rect">
                <a:avLst/>
              </a:prstGeom>
              <a:solidFill>
                <a:srgbClr val="48B69B"/>
              </a:solidFill>
              <a:ln w="0">
                <a:noFill/>
                <a:prstDash val="solid"/>
              </a:ln>
            </p:spPr>
          </p:sp>
          <p:sp>
            <p:nvSpPr>
              <p:cNvPr id="2508" name="four:temporal-output:rotated-tₐ-cell-113:2508">
                <a:extLst>
                  <a:ext uri="{FF2B5EF4-FFF2-40B4-BE49-F238E27FC236}">
                    <ns2:creationId id="{07F38301-46A8-4169-A2D3-430AFD929CA3}"/>
                  </a:ext>
                </a:extLst>
              </p:cNvPr>
              <p:cNvSpPr>
                <a:spLocks noGrp="1"/>
              </p:cNvSpPr>
              <p:nvPr/>
            </p:nvSpPr>
            <p:spPr>
              <a:xfrm>
                <a:off x="21240750" y="6484144"/>
                <a:ext cx="709613" cy="5953"/>
              </a:xfrm>
              <a:prstGeom prst="rect">
                <a:avLst/>
              </a:prstGeom>
              <a:solidFill>
                <a:srgbClr val="2EAE8D"/>
              </a:solidFill>
              <a:ln w="0">
                <a:noFill/>
                <a:prstDash val="solid"/>
              </a:ln>
            </p:spPr>
          </p:sp>
          <p:sp>
            <p:nvSpPr>
              <p:cNvPr id="2509" name="four:temporal-output:rotated-tₐ-cell-114:2509">
                <a:extLst>
                  <a:ext uri="{FF2B5EF4-FFF2-40B4-BE49-F238E27FC236}">
                    <ns2:creationId id="{1D550B9D-CF23-4B44-8E73-CAD5A1FA9043}"/>
                  </a:ext>
                </a:extLst>
              </p:cNvPr>
              <p:cNvSpPr>
                <a:spLocks noGrp="1"/>
              </p:cNvSpPr>
              <p:nvPr/>
            </p:nvSpPr>
            <p:spPr>
              <a:xfrm>
                <a:off x="21240750" y="6478191"/>
                <a:ext cx="709613" cy="5953"/>
              </a:xfrm>
              <a:prstGeom prst="rect">
                <a:avLst/>
              </a:prstGeom>
              <a:solidFill>
                <a:srgbClr val="1AA781"/>
              </a:solidFill>
              <a:ln w="0">
                <a:noFill/>
                <a:prstDash val="solid"/>
              </a:ln>
            </p:spPr>
          </p:sp>
          <p:sp>
            <p:nvSpPr>
              <p:cNvPr id="2510" name="four:temporal-output:rotated-tₐ-cell-115:2510">
                <a:extLst>
                  <a:ext uri="{FF2B5EF4-FFF2-40B4-BE49-F238E27FC236}">
                    <ns2:creationId id="{8D9BFF4B-DC4F-4794-B279-E35202C59449}"/>
                  </a:ext>
                </a:extLst>
              </p:cNvPr>
              <p:cNvSpPr>
                <a:spLocks noGrp="1"/>
              </p:cNvSpPr>
              <p:nvPr/>
            </p:nvSpPr>
            <p:spPr>
              <a:xfrm>
                <a:off x="21240750" y="6472238"/>
                <a:ext cx="709613" cy="5953"/>
              </a:xfrm>
              <a:prstGeom prst="rect">
                <a:avLst/>
              </a:prstGeom>
              <a:solidFill>
                <a:srgbClr val="07A177"/>
              </a:solidFill>
              <a:ln w="0">
                <a:noFill/>
                <a:prstDash val="solid"/>
              </a:ln>
            </p:spPr>
          </p:sp>
          <p:sp>
            <p:nvSpPr>
              <p:cNvPr id="2511" name="four:temporal-output:rotated-tₐ-cell-116:2511">
                <a:extLst>
                  <a:ext uri="{FF2B5EF4-FFF2-40B4-BE49-F238E27FC236}">
                    <ns2:creationId id="{B0FA65BE-D962-44CB-B125-865F97250D9E}"/>
                  </a:ext>
                </a:extLst>
              </p:cNvPr>
              <p:cNvSpPr>
                <a:spLocks noGrp="1"/>
              </p:cNvSpPr>
              <p:nvPr/>
            </p:nvSpPr>
            <p:spPr>
              <a:xfrm>
                <a:off x="21240750" y="6466284"/>
                <a:ext cx="709613" cy="5953"/>
              </a:xfrm>
              <a:prstGeom prst="rect">
                <a:avLst/>
              </a:prstGeom>
              <a:solidFill>
                <a:srgbClr val="009E73"/>
              </a:solidFill>
              <a:ln w="0">
                <a:noFill/>
                <a:prstDash val="solid"/>
              </a:ln>
            </p:spPr>
          </p:sp>
          <p:sp>
            <p:nvSpPr>
              <p:cNvPr id="2512" name="four:temporal-output:rotated-tₐ-cell-117:2512">
                <a:extLst>
                  <a:ext uri="{FF2B5EF4-FFF2-40B4-BE49-F238E27FC236}">
                    <ns2:creationId id="{976BD187-9101-4921-9276-DB55FD262096}"/>
                  </a:ext>
                </a:extLst>
              </p:cNvPr>
              <p:cNvSpPr>
                <a:spLocks noGrp="1"/>
              </p:cNvSpPr>
              <p:nvPr/>
            </p:nvSpPr>
            <p:spPr>
              <a:xfrm>
                <a:off x="21240750" y="6460331"/>
                <a:ext cx="709613" cy="5953"/>
              </a:xfrm>
              <a:prstGeom prst="rect">
                <a:avLst/>
              </a:prstGeom>
              <a:solidFill>
                <a:srgbClr val="009E73"/>
              </a:solidFill>
              <a:ln w="0">
                <a:noFill/>
                <a:prstDash val="solid"/>
              </a:ln>
            </p:spPr>
          </p:sp>
          <p:sp>
            <p:nvSpPr>
              <p:cNvPr id="2513" name="four:temporal-output:rotated-tₐ-cell-118:2513">
                <a:extLst>
                  <a:ext uri="{FF2B5EF4-FFF2-40B4-BE49-F238E27FC236}">
                    <ns2:creationId id="{3F33BB47-EC0A-4026-8878-8D936B71D50A}"/>
                  </a:ext>
                </a:extLst>
              </p:cNvPr>
              <p:cNvSpPr>
                <a:spLocks noGrp="1"/>
              </p:cNvSpPr>
              <p:nvPr/>
            </p:nvSpPr>
            <p:spPr>
              <a:xfrm>
                <a:off x="21240750" y="6454378"/>
                <a:ext cx="709613" cy="5953"/>
              </a:xfrm>
              <a:prstGeom prst="rect">
                <a:avLst/>
              </a:prstGeom>
              <a:solidFill>
                <a:srgbClr val="009E73"/>
              </a:solidFill>
              <a:ln w="0">
                <a:noFill/>
                <a:prstDash val="solid"/>
              </a:ln>
            </p:spPr>
          </p:sp>
          <p:sp>
            <p:nvSpPr>
              <p:cNvPr id="2514" name="four:temporal-output:rotated-tₐ-cell-119:2514">
                <a:extLst>
                  <a:ext uri="{FF2B5EF4-FFF2-40B4-BE49-F238E27FC236}">
                    <ns2:creationId id="{3F34157C-E6E9-4B63-A0FC-2743141CE671}"/>
                  </a:ext>
                </a:extLst>
              </p:cNvPr>
              <p:cNvSpPr>
                <a:spLocks noGrp="1"/>
              </p:cNvSpPr>
              <p:nvPr/>
            </p:nvSpPr>
            <p:spPr>
              <a:xfrm>
                <a:off x="21240750" y="6448425"/>
                <a:ext cx="709613" cy="5953"/>
              </a:xfrm>
              <a:prstGeom prst="rect">
                <a:avLst/>
              </a:prstGeom>
              <a:solidFill>
                <a:srgbClr val="009E73"/>
              </a:solidFill>
              <a:ln w="0">
                <a:noFill/>
                <a:prstDash val="solid"/>
              </a:ln>
            </p:spPr>
          </p:sp>
          <p:sp>
            <p:nvSpPr>
              <p:cNvPr id="2515" name="four:temporal-output:rotated-tₐ-cell-120:2515">
                <a:extLst>
                  <a:ext uri="{FF2B5EF4-FFF2-40B4-BE49-F238E27FC236}">
                    <ns2:creationId id="{3BB53C76-ED57-4D5F-AD73-C1860515FBE2}"/>
                  </a:ext>
                </a:extLst>
              </p:cNvPr>
              <p:cNvSpPr>
                <a:spLocks noGrp="1"/>
              </p:cNvSpPr>
              <p:nvPr/>
            </p:nvSpPr>
            <p:spPr>
              <a:xfrm>
                <a:off x="21240750" y="6442472"/>
                <a:ext cx="709613" cy="5953"/>
              </a:xfrm>
              <a:prstGeom prst="rect">
                <a:avLst/>
              </a:prstGeom>
              <a:solidFill>
                <a:srgbClr val="009E73"/>
              </a:solidFill>
              <a:ln w="0">
                <a:noFill/>
                <a:prstDash val="solid"/>
              </a:ln>
            </p:spPr>
          </p:sp>
          <p:sp>
            <p:nvSpPr>
              <p:cNvPr id="2516" name="four:temporal-output:rotated-tₐ-cell-121:2516">
                <a:extLst>
                  <a:ext uri="{FF2B5EF4-FFF2-40B4-BE49-F238E27FC236}">
                    <ns2:creationId id="{B75FEC14-2B0B-4B85-833B-8E6FDEE53F54}"/>
                  </a:ext>
                </a:extLst>
              </p:cNvPr>
              <p:cNvSpPr>
                <a:spLocks noGrp="1"/>
              </p:cNvSpPr>
              <p:nvPr/>
            </p:nvSpPr>
            <p:spPr>
              <a:xfrm>
                <a:off x="21240750" y="6436519"/>
                <a:ext cx="709613" cy="5953"/>
              </a:xfrm>
              <a:prstGeom prst="rect">
                <a:avLst/>
              </a:prstGeom>
              <a:solidFill>
                <a:srgbClr val="009E73"/>
              </a:solidFill>
              <a:ln w="0">
                <a:noFill/>
                <a:prstDash val="solid"/>
              </a:ln>
            </p:spPr>
          </p:sp>
          <p:sp>
            <p:nvSpPr>
              <p:cNvPr id="2517" name="four:temporal-output:rotated-tₐ-cell-122:2517">
                <a:extLst>
                  <a:ext uri="{FF2B5EF4-FFF2-40B4-BE49-F238E27FC236}">
                    <ns2:creationId id="{3E454E87-5BBE-4B3A-99DD-DED7D77AA3A0}"/>
                  </a:ext>
                </a:extLst>
              </p:cNvPr>
              <p:cNvSpPr>
                <a:spLocks noGrp="1"/>
              </p:cNvSpPr>
              <p:nvPr/>
            </p:nvSpPr>
            <p:spPr>
              <a:xfrm>
                <a:off x="21240750" y="6430566"/>
                <a:ext cx="709613" cy="5953"/>
              </a:xfrm>
              <a:prstGeom prst="rect">
                <a:avLst/>
              </a:prstGeom>
              <a:solidFill>
                <a:srgbClr val="009E73"/>
              </a:solidFill>
              <a:ln w="0">
                <a:noFill/>
                <a:prstDash val="solid"/>
              </a:ln>
            </p:spPr>
          </p:sp>
          <p:sp>
            <p:nvSpPr>
              <p:cNvPr id="2518" name="four:temporal-output:rotated-tₐ-cell-123:2518">
                <a:extLst>
                  <a:ext uri="{FF2B5EF4-FFF2-40B4-BE49-F238E27FC236}">
                    <ns2:creationId id="{A0E1ABE5-5D64-4BC3-B062-0002320C1E8B}"/>
                  </a:ext>
                </a:extLst>
              </p:cNvPr>
              <p:cNvSpPr>
                <a:spLocks noGrp="1"/>
              </p:cNvSpPr>
              <p:nvPr/>
            </p:nvSpPr>
            <p:spPr>
              <a:xfrm>
                <a:off x="21240750" y="6424613"/>
                <a:ext cx="709613" cy="5953"/>
              </a:xfrm>
              <a:prstGeom prst="rect">
                <a:avLst/>
              </a:prstGeom>
              <a:solidFill>
                <a:srgbClr val="009E73"/>
              </a:solidFill>
              <a:ln w="0">
                <a:noFill/>
                <a:prstDash val="solid"/>
              </a:ln>
            </p:spPr>
          </p:sp>
          <p:sp>
            <p:nvSpPr>
              <p:cNvPr id="2519" name="four:temporal-output:rotated-tₐ-cell-124:2519">
                <a:extLst>
                  <a:ext uri="{FF2B5EF4-FFF2-40B4-BE49-F238E27FC236}">
                    <ns2:creationId id="{C8A5F79A-27B4-4108-BB44-7648347A1B4D}"/>
                  </a:ext>
                </a:extLst>
              </p:cNvPr>
              <p:cNvSpPr>
                <a:spLocks noGrp="1"/>
              </p:cNvSpPr>
              <p:nvPr/>
            </p:nvSpPr>
            <p:spPr>
              <a:xfrm>
                <a:off x="21240750" y="6418659"/>
                <a:ext cx="709613" cy="5953"/>
              </a:xfrm>
              <a:prstGeom prst="rect">
                <a:avLst/>
              </a:prstGeom>
              <a:solidFill>
                <a:srgbClr val="009E73"/>
              </a:solidFill>
              <a:ln w="0">
                <a:noFill/>
                <a:prstDash val="solid"/>
              </a:ln>
            </p:spPr>
          </p:sp>
          <p:sp>
            <p:nvSpPr>
              <p:cNvPr id="2520" name="four:temporal-output:rotated-tₐ-cell-125:2520">
                <a:extLst>
                  <a:ext uri="{FF2B5EF4-FFF2-40B4-BE49-F238E27FC236}">
                    <ns2:creationId id="{83FB0A1E-AD90-472B-B14D-54DE2A87935D}"/>
                  </a:ext>
                </a:extLst>
              </p:cNvPr>
              <p:cNvSpPr>
                <a:spLocks noGrp="1"/>
              </p:cNvSpPr>
              <p:nvPr/>
            </p:nvSpPr>
            <p:spPr>
              <a:xfrm>
                <a:off x="21240750" y="6412706"/>
                <a:ext cx="709613" cy="5953"/>
              </a:xfrm>
              <a:prstGeom prst="rect">
                <a:avLst/>
              </a:prstGeom>
              <a:solidFill>
                <a:srgbClr val="009E73"/>
              </a:solidFill>
              <a:ln w="0">
                <a:noFill/>
                <a:prstDash val="solid"/>
              </a:ln>
            </p:spPr>
          </p:sp>
          <p:sp>
            <p:nvSpPr>
              <p:cNvPr id="2521" name="four:temporal-output:rotated-tₐ-cell-126:2521">
                <a:extLst>
                  <a:ext uri="{FF2B5EF4-FFF2-40B4-BE49-F238E27FC236}">
                    <ns2:creationId id="{D1DBAE31-96A9-4AA7-89CD-36A3CF585208}"/>
                  </a:ext>
                </a:extLst>
              </p:cNvPr>
              <p:cNvSpPr>
                <a:spLocks noGrp="1"/>
              </p:cNvSpPr>
              <p:nvPr/>
            </p:nvSpPr>
            <p:spPr>
              <a:xfrm>
                <a:off x="21240750" y="6406753"/>
                <a:ext cx="709613" cy="5953"/>
              </a:xfrm>
              <a:prstGeom prst="rect">
                <a:avLst/>
              </a:prstGeom>
              <a:solidFill>
                <a:srgbClr val="009E73"/>
              </a:solidFill>
              <a:ln w="0">
                <a:noFill/>
                <a:prstDash val="solid"/>
              </a:ln>
            </p:spPr>
          </p:sp>
          <p:sp>
            <p:nvSpPr>
              <p:cNvPr id="2522" name="four:temporal-output:rotated-tₐ-cell-127:2522">
                <a:extLst>
                  <a:ext uri="{FF2B5EF4-FFF2-40B4-BE49-F238E27FC236}">
                    <ns2:creationId id="{0465837D-1718-426C-8792-DA347E01EB3A}"/>
                  </a:ext>
                </a:extLst>
              </p:cNvPr>
              <p:cNvSpPr>
                <a:spLocks noGrp="1"/>
              </p:cNvSpPr>
              <p:nvPr/>
            </p:nvSpPr>
            <p:spPr>
              <a:xfrm>
                <a:off x="21240750" y="6400800"/>
                <a:ext cx="709613" cy="5953"/>
              </a:xfrm>
              <a:prstGeom prst="rect">
                <a:avLst/>
              </a:prstGeom>
              <a:solidFill>
                <a:srgbClr val="009E73"/>
              </a:solidFill>
              <a:ln w="0">
                <a:noFill/>
                <a:prstDash val="solid"/>
              </a:ln>
            </p:spPr>
          </p:sp>
          <p:sp>
            <p:nvSpPr>
              <p:cNvPr id="2523" name="four:temporal-output:rotated-tₐ-cell-128:2523">
                <a:extLst>
                  <a:ext uri="{FF2B5EF4-FFF2-40B4-BE49-F238E27FC236}">
                    <ns2:creationId id="{B9ECFB19-4FC1-4E2B-9981-D7BAC4866FC8}"/>
                  </a:ext>
                </a:extLst>
              </p:cNvPr>
              <p:cNvSpPr>
                <a:spLocks noGrp="1"/>
              </p:cNvSpPr>
              <p:nvPr/>
            </p:nvSpPr>
            <p:spPr>
              <a:xfrm>
                <a:off x="21240750" y="6394847"/>
                <a:ext cx="709613" cy="5953"/>
              </a:xfrm>
              <a:prstGeom prst="rect">
                <a:avLst/>
              </a:prstGeom>
              <a:solidFill>
                <a:srgbClr val="019E74"/>
              </a:solidFill>
              <a:ln w="0">
                <a:noFill/>
                <a:prstDash val="solid"/>
              </a:ln>
            </p:spPr>
          </p:sp>
          <p:sp>
            <p:nvSpPr>
              <p:cNvPr id="2524" name="four:temporal-output:rotated-tₐ-cell-129:2524">
                <a:extLst>
                  <a:ext uri="{FF2B5EF4-FFF2-40B4-BE49-F238E27FC236}">
                    <ns2:creationId id="{52B7CEE4-9F27-4B93-BF0A-D53678C6F93F}"/>
                  </a:ext>
                </a:extLst>
              </p:cNvPr>
              <p:cNvSpPr>
                <a:spLocks noGrp="1"/>
              </p:cNvSpPr>
              <p:nvPr/>
            </p:nvSpPr>
            <p:spPr>
              <a:xfrm>
                <a:off x="21240750" y="6388894"/>
                <a:ext cx="709613" cy="5953"/>
              </a:xfrm>
              <a:prstGeom prst="rect">
                <a:avLst/>
              </a:prstGeom>
              <a:solidFill>
                <a:srgbClr val="11A47D"/>
              </a:solidFill>
              <a:ln w="0">
                <a:noFill/>
                <a:prstDash val="solid"/>
              </a:ln>
            </p:spPr>
          </p:sp>
          <p:sp>
            <p:nvSpPr>
              <p:cNvPr id="2525" name="four:temporal-output:rotated-tₐ-cell-130:2525">
                <a:extLst>
                  <a:ext uri="{FF2B5EF4-FFF2-40B4-BE49-F238E27FC236}">
                    <ns2:creationId id="{9D2A44D8-6982-4BF1-8316-C366054CD3E5}"/>
                  </a:ext>
                </a:extLst>
              </p:cNvPr>
              <p:cNvSpPr>
                <a:spLocks noGrp="1"/>
              </p:cNvSpPr>
              <p:nvPr/>
            </p:nvSpPr>
            <p:spPr>
              <a:xfrm>
                <a:off x="21240750" y="6382941"/>
                <a:ext cx="709613" cy="5953"/>
              </a:xfrm>
              <a:prstGeom prst="rect">
                <a:avLst/>
              </a:prstGeom>
              <a:solidFill>
                <a:srgbClr val="31AF8E"/>
              </a:solidFill>
              <a:ln w="0">
                <a:noFill/>
                <a:prstDash val="solid"/>
              </a:ln>
            </p:spPr>
          </p:sp>
          <p:sp>
            <p:nvSpPr>
              <p:cNvPr id="2526" name="four:temporal-output:rotated-tₐ-cell-131:2526">
                <a:extLst>
                  <a:ext uri="{FF2B5EF4-FFF2-40B4-BE49-F238E27FC236}">
                    <ns2:creationId id="{42C501BA-47A8-4BD8-AB3B-B2DB5737321A}"/>
                  </a:ext>
                </a:extLst>
              </p:cNvPr>
              <p:cNvSpPr>
                <a:spLocks noGrp="1"/>
              </p:cNvSpPr>
              <p:nvPr/>
            </p:nvSpPr>
            <p:spPr>
              <a:xfrm>
                <a:off x="21240750" y="6376988"/>
                <a:ext cx="709613" cy="5953"/>
              </a:xfrm>
              <a:prstGeom prst="rect">
                <a:avLst/>
              </a:prstGeom>
              <a:solidFill>
                <a:srgbClr val="59BCA4"/>
              </a:solidFill>
              <a:ln w="0">
                <a:noFill/>
                <a:prstDash val="solid"/>
              </a:ln>
            </p:spPr>
          </p:sp>
          <p:sp>
            <p:nvSpPr>
              <p:cNvPr id="2527" name="four:temporal-output:rotated-tₐ-cell-132:2527">
                <a:extLst>
                  <a:ext uri="{FF2B5EF4-FFF2-40B4-BE49-F238E27FC236}">
                    <ns2:creationId id="{DB77EFA0-18F2-475A-82C6-DAA86500BB89}"/>
                  </a:ext>
                </a:extLst>
              </p:cNvPr>
              <p:cNvSpPr>
                <a:spLocks noGrp="1"/>
              </p:cNvSpPr>
              <p:nvPr/>
            </p:nvSpPr>
            <p:spPr>
              <a:xfrm>
                <a:off x="21240750" y="6371034"/>
                <a:ext cx="709613" cy="5953"/>
              </a:xfrm>
              <a:prstGeom prst="rect">
                <a:avLst/>
              </a:prstGeom>
              <a:solidFill>
                <a:srgbClr val="83CABC"/>
              </a:solidFill>
              <a:ln w="0">
                <a:noFill/>
                <a:prstDash val="solid"/>
              </a:ln>
            </p:spPr>
          </p:sp>
          <p:sp>
            <p:nvSpPr>
              <p:cNvPr id="2528" name="four:temporal-output:rotated-tₐ-cell-133:2528">
                <a:extLst>
                  <a:ext uri="{FF2B5EF4-FFF2-40B4-BE49-F238E27FC236}">
                    <ns2:creationId id="{AB358CD0-A415-4E4B-83A5-F5CD0A81CF69}"/>
                  </a:ext>
                </a:extLst>
              </p:cNvPr>
              <p:cNvSpPr>
                <a:spLocks noGrp="1"/>
              </p:cNvSpPr>
              <p:nvPr/>
            </p:nvSpPr>
            <p:spPr>
              <a:xfrm>
                <a:off x="21240750" y="6365081"/>
                <a:ext cx="709613" cy="5953"/>
              </a:xfrm>
              <a:prstGeom prst="rect">
                <a:avLst/>
              </a:prstGeom>
              <a:solidFill>
                <a:srgbClr val="ABD7D2"/>
              </a:solidFill>
              <a:ln w="0">
                <a:noFill/>
                <a:prstDash val="solid"/>
              </a:ln>
            </p:spPr>
          </p:sp>
          <p:sp>
            <p:nvSpPr>
              <p:cNvPr id="2529" name="four:temporal-output:rotated-tₐ-cell-134:2529">
                <a:extLst>
                  <a:ext uri="{FF2B5EF4-FFF2-40B4-BE49-F238E27FC236}">
                    <ns2:creationId id="{6479FD9A-62C7-4EB7-8449-F52DD136B9F5}"/>
                  </a:ext>
                </a:extLst>
              </p:cNvPr>
              <p:cNvSpPr>
                <a:spLocks noGrp="1"/>
              </p:cNvSpPr>
              <p:nvPr/>
            </p:nvSpPr>
            <p:spPr>
              <a:xfrm>
                <a:off x="21240750" y="6359128"/>
                <a:ext cx="709613" cy="5953"/>
              </a:xfrm>
              <a:prstGeom prst="rect">
                <a:avLst/>
              </a:prstGeom>
              <a:solidFill>
                <a:srgbClr val="D7E0E8"/>
              </a:solidFill>
              <a:ln w="0">
                <a:noFill/>
                <a:prstDash val="solid"/>
              </a:ln>
            </p:spPr>
          </p:sp>
          <p:sp>
            <p:nvSpPr>
              <p:cNvPr id="2530" name="four:temporal-output:rotated-tₐ-cell-135:2530">
                <a:extLst>
                  <a:ext uri="{FF2B5EF4-FFF2-40B4-BE49-F238E27FC236}">
                    <ns2:creationId id="{68875C98-4C96-4CE1-8219-AD9EEC14A806}"/>
                  </a:ext>
                </a:extLst>
              </p:cNvPr>
              <p:cNvSpPr>
                <a:spLocks noGrp="1"/>
              </p:cNvSpPr>
              <p:nvPr/>
            </p:nvSpPr>
            <p:spPr>
              <a:xfrm>
                <a:off x="21240750" y="6353175"/>
                <a:ext cx="709613" cy="5953"/>
              </a:xfrm>
              <a:prstGeom prst="rect">
                <a:avLst/>
              </a:prstGeom>
              <a:solidFill>
                <a:srgbClr val="DCE7ED"/>
              </a:solidFill>
              <a:ln w="0">
                <a:noFill/>
                <a:prstDash val="solid"/>
              </a:ln>
            </p:spPr>
          </p:sp>
          <p:sp>
            <p:nvSpPr>
              <p:cNvPr id="2531" name="four:temporal-output:rotated-tₐ-cell-136:2531">
                <a:extLst>
                  <a:ext uri="{FF2B5EF4-FFF2-40B4-BE49-F238E27FC236}">
                    <ns2:creationId id="{9E7A7CB5-C868-4C24-9145-D7B5C92EDFC7}"/>
                  </a:ext>
                </a:extLst>
              </p:cNvPr>
              <p:cNvSpPr>
                <a:spLocks noGrp="1"/>
              </p:cNvSpPr>
              <p:nvPr/>
            </p:nvSpPr>
            <p:spPr>
              <a:xfrm>
                <a:off x="21240750" y="6347222"/>
                <a:ext cx="709613" cy="5953"/>
              </a:xfrm>
              <a:prstGeom prst="rect">
                <a:avLst/>
              </a:prstGeom>
              <a:solidFill>
                <a:srgbClr val="DCE8ED"/>
              </a:solidFill>
              <a:ln w="0">
                <a:noFill/>
                <a:prstDash val="solid"/>
              </a:ln>
            </p:spPr>
          </p:sp>
          <p:sp>
            <p:nvSpPr>
              <p:cNvPr id="2532" name="four:temporal-output:rotated-tₐ-cell-137:2532">
                <a:extLst>
                  <a:ext uri="{FF2B5EF4-FFF2-40B4-BE49-F238E27FC236}">
                    <ns2:creationId id="{88E831A4-2FB4-4715-A0DD-E123AABF2CA5}"/>
                  </a:ext>
                </a:extLst>
              </p:cNvPr>
              <p:cNvSpPr>
                <a:spLocks noGrp="1"/>
              </p:cNvSpPr>
              <p:nvPr/>
            </p:nvSpPr>
            <p:spPr>
              <a:xfrm>
                <a:off x="21240750" y="6341269"/>
                <a:ext cx="709613" cy="5953"/>
              </a:xfrm>
              <a:prstGeom prst="rect">
                <a:avLst/>
              </a:prstGeom>
              <a:solidFill>
                <a:srgbClr val="DCE8ED"/>
              </a:solidFill>
              <a:ln w="0">
                <a:noFill/>
                <a:prstDash val="solid"/>
              </a:ln>
            </p:spPr>
          </p:sp>
          <p:sp>
            <p:nvSpPr>
              <p:cNvPr id="2533" name="four:temporal-output:rotated-tₐ-cell-138:2533">
                <a:extLst>
                  <a:ext uri="{FF2B5EF4-FFF2-40B4-BE49-F238E27FC236}">
                    <ns2:creationId id="{5D8D0ED4-6F03-4126-AB83-87D6062D58D1}"/>
                  </a:ext>
                </a:extLst>
              </p:cNvPr>
              <p:cNvSpPr>
                <a:spLocks noGrp="1"/>
              </p:cNvSpPr>
              <p:nvPr/>
            </p:nvSpPr>
            <p:spPr>
              <a:xfrm>
                <a:off x="21240750" y="6335316"/>
                <a:ext cx="709613" cy="5953"/>
              </a:xfrm>
              <a:prstGeom prst="rect">
                <a:avLst/>
              </a:prstGeom>
              <a:solidFill>
                <a:srgbClr val="DCE8ED"/>
              </a:solidFill>
              <a:ln w="0">
                <a:noFill/>
                <a:prstDash val="solid"/>
              </a:ln>
            </p:spPr>
          </p:sp>
          <p:sp>
            <p:nvSpPr>
              <p:cNvPr id="2534" name="four:temporal-output:rotated-tₐ-cell-139:2534">
                <a:extLst>
                  <a:ext uri="{FF2B5EF4-FFF2-40B4-BE49-F238E27FC236}">
                    <ns2:creationId id="{4CD0CE69-FF81-4E43-8A54-24E7533A6ACB}"/>
                  </a:ext>
                </a:extLst>
              </p:cNvPr>
              <p:cNvSpPr>
                <a:spLocks noGrp="1"/>
              </p:cNvSpPr>
              <p:nvPr/>
            </p:nvSpPr>
            <p:spPr>
              <a:xfrm>
                <a:off x="21240750" y="6329363"/>
                <a:ext cx="709613" cy="5953"/>
              </a:xfrm>
              <a:prstGeom prst="rect">
                <a:avLst/>
              </a:prstGeom>
              <a:solidFill>
                <a:srgbClr val="DCE8ED"/>
              </a:solidFill>
              <a:ln w="0">
                <a:noFill/>
                <a:prstDash val="solid"/>
              </a:ln>
            </p:spPr>
          </p:sp>
          <p:sp>
            <p:nvSpPr>
              <p:cNvPr id="2535" name="four:temporal-output:rotated-tₐ-cell-140:2535">
                <a:extLst>
                  <a:ext uri="{FF2B5EF4-FFF2-40B4-BE49-F238E27FC236}">
                    <ns2:creationId id="{191FBEE7-36AC-4707-94A6-0EB3B54C09D1}"/>
                  </a:ext>
                </a:extLst>
              </p:cNvPr>
              <p:cNvSpPr>
                <a:spLocks noGrp="1"/>
              </p:cNvSpPr>
              <p:nvPr/>
            </p:nvSpPr>
            <p:spPr>
              <a:xfrm>
                <a:off x="21240750" y="6323409"/>
                <a:ext cx="709613" cy="5953"/>
              </a:xfrm>
              <a:prstGeom prst="rect">
                <a:avLst/>
              </a:prstGeom>
              <a:solidFill>
                <a:srgbClr val="DCE8ED"/>
              </a:solidFill>
              <a:ln w="0">
                <a:noFill/>
                <a:prstDash val="solid"/>
              </a:ln>
            </p:spPr>
          </p:sp>
          <p:sp>
            <p:nvSpPr>
              <p:cNvPr id="2536" name="four:temporal-output:rotated-tₐ-cell-141:2536">
                <a:extLst>
                  <a:ext uri="{FF2B5EF4-FFF2-40B4-BE49-F238E27FC236}">
                    <ns2:creationId id="{4A5DAF75-3B91-4F4F-B310-78FE10293DB9}"/>
                  </a:ext>
                </a:extLst>
              </p:cNvPr>
              <p:cNvSpPr>
                <a:spLocks noGrp="1"/>
              </p:cNvSpPr>
              <p:nvPr/>
            </p:nvSpPr>
            <p:spPr>
              <a:xfrm>
                <a:off x="21240750" y="6317456"/>
                <a:ext cx="709613" cy="5953"/>
              </a:xfrm>
              <a:prstGeom prst="rect">
                <a:avLst/>
              </a:prstGeom>
              <a:solidFill>
                <a:srgbClr val="DCE8ED"/>
              </a:solidFill>
              <a:ln w="0">
                <a:noFill/>
                <a:prstDash val="solid"/>
              </a:ln>
            </p:spPr>
          </p:sp>
          <p:sp>
            <p:nvSpPr>
              <p:cNvPr id="2537" name="four:temporal-output:rotated-tₐ-cell-142:2537">
                <a:extLst>
                  <a:ext uri="{FF2B5EF4-FFF2-40B4-BE49-F238E27FC236}">
                    <ns2:creationId id="{D74BB3AB-B228-4195-B4AB-A4E4AF278907}"/>
                  </a:ext>
                </a:extLst>
              </p:cNvPr>
              <p:cNvSpPr>
                <a:spLocks noGrp="1"/>
              </p:cNvSpPr>
              <p:nvPr/>
            </p:nvSpPr>
            <p:spPr>
              <a:xfrm>
                <a:off x="21240750" y="6311503"/>
                <a:ext cx="709613" cy="5953"/>
              </a:xfrm>
              <a:prstGeom prst="rect">
                <a:avLst/>
              </a:prstGeom>
              <a:solidFill>
                <a:srgbClr val="DCE8ED"/>
              </a:solidFill>
              <a:ln w="0">
                <a:noFill/>
                <a:prstDash val="solid"/>
              </a:ln>
            </p:spPr>
          </p:sp>
          <p:sp>
            <p:nvSpPr>
              <p:cNvPr id="2538" name="four:temporal-output:rotated-tₐ-cell-143:2538">
                <a:extLst>
                  <a:ext uri="{FF2B5EF4-FFF2-40B4-BE49-F238E27FC236}">
                    <ns2:creationId id="{2A47D038-B538-4049-89D9-44FFEDF37F57}"/>
                  </a:ext>
                </a:extLst>
              </p:cNvPr>
              <p:cNvSpPr>
                <a:spLocks noGrp="1"/>
              </p:cNvSpPr>
              <p:nvPr/>
            </p:nvSpPr>
            <p:spPr>
              <a:xfrm>
                <a:off x="21240750" y="6305550"/>
                <a:ext cx="709613" cy="5953"/>
              </a:xfrm>
              <a:prstGeom prst="rect">
                <a:avLst/>
              </a:prstGeom>
              <a:solidFill>
                <a:srgbClr val="DCE8ED"/>
              </a:solidFill>
              <a:ln w="0">
                <a:noFill/>
                <a:prstDash val="solid"/>
              </a:ln>
            </p:spPr>
          </p:sp>
          <p:sp>
            <p:nvSpPr>
              <p:cNvPr id="2539" name="four:temporal-output:rotated-tₐ-cell-144:2539">
                <a:extLst>
                  <a:ext uri="{FF2B5EF4-FFF2-40B4-BE49-F238E27FC236}">
                    <ns2:creationId id="{75C6AD40-9177-41E6-9A00-7FAB3F1F5E85}"/>
                  </a:ext>
                </a:extLst>
              </p:cNvPr>
              <p:cNvSpPr>
                <a:spLocks noGrp="1"/>
              </p:cNvSpPr>
              <p:nvPr/>
            </p:nvSpPr>
            <p:spPr>
              <a:xfrm>
                <a:off x="21240750" y="6299597"/>
                <a:ext cx="709613" cy="5953"/>
              </a:xfrm>
              <a:prstGeom prst="rect">
                <a:avLst/>
              </a:prstGeom>
              <a:solidFill>
                <a:srgbClr val="DCE8ED"/>
              </a:solidFill>
              <a:ln w="0">
                <a:noFill/>
                <a:prstDash val="solid"/>
              </a:ln>
            </p:spPr>
          </p:sp>
          <p:sp>
            <p:nvSpPr>
              <p:cNvPr id="2540" name="four:temporal-output:rotated-tₐ-cell-145:2540">
                <a:extLst>
                  <a:ext uri="{FF2B5EF4-FFF2-40B4-BE49-F238E27FC236}">
                    <ns2:creationId id="{98C16FA8-F839-4B8D-A185-CBC059253D83}"/>
                  </a:ext>
                </a:extLst>
              </p:cNvPr>
              <p:cNvSpPr>
                <a:spLocks noGrp="1"/>
              </p:cNvSpPr>
              <p:nvPr/>
            </p:nvSpPr>
            <p:spPr>
              <a:xfrm>
                <a:off x="21240750" y="6293644"/>
                <a:ext cx="709613" cy="5953"/>
              </a:xfrm>
              <a:prstGeom prst="rect">
                <a:avLst/>
              </a:prstGeom>
              <a:solidFill>
                <a:srgbClr val="DCE8ED"/>
              </a:solidFill>
              <a:ln w="0">
                <a:noFill/>
                <a:prstDash val="solid"/>
              </a:ln>
            </p:spPr>
          </p:sp>
          <p:sp>
            <p:nvSpPr>
              <p:cNvPr id="2541" name="four:temporal-output:rotated-tₐ-cell-146:2541">
                <a:extLst>
                  <a:ext uri="{FF2B5EF4-FFF2-40B4-BE49-F238E27FC236}">
                    <ns2:creationId id="{EC612803-75EC-4BDD-9488-A81E16BE7CEF}"/>
                  </a:ext>
                </a:extLst>
              </p:cNvPr>
              <p:cNvSpPr>
                <a:spLocks noGrp="1"/>
              </p:cNvSpPr>
              <p:nvPr/>
            </p:nvSpPr>
            <p:spPr>
              <a:xfrm>
                <a:off x="21240750" y="6287691"/>
                <a:ext cx="709613" cy="5953"/>
              </a:xfrm>
              <a:prstGeom prst="rect">
                <a:avLst/>
              </a:prstGeom>
              <a:solidFill>
                <a:srgbClr val="DCE8ED"/>
              </a:solidFill>
              <a:ln w="0">
                <a:noFill/>
                <a:prstDash val="solid"/>
              </a:ln>
            </p:spPr>
          </p:sp>
          <p:sp>
            <p:nvSpPr>
              <p:cNvPr id="2542" name="four:temporal-output:rotated-tₐ-cell-147:2542">
                <a:extLst>
                  <a:ext uri="{FF2B5EF4-FFF2-40B4-BE49-F238E27FC236}">
                    <ns2:creationId id="{C06C482A-8A83-47F9-804F-41E958487A09}"/>
                  </a:ext>
                </a:extLst>
              </p:cNvPr>
              <p:cNvSpPr>
                <a:spLocks noGrp="1"/>
              </p:cNvSpPr>
              <p:nvPr/>
            </p:nvSpPr>
            <p:spPr>
              <a:xfrm>
                <a:off x="21240750" y="6281738"/>
                <a:ext cx="709613" cy="5953"/>
              </a:xfrm>
              <a:prstGeom prst="rect">
                <a:avLst/>
              </a:prstGeom>
              <a:solidFill>
                <a:srgbClr val="DCE8ED"/>
              </a:solidFill>
              <a:ln w="0">
                <a:noFill/>
                <a:prstDash val="solid"/>
              </a:ln>
            </p:spPr>
          </p:sp>
          <p:sp>
            <p:nvSpPr>
              <p:cNvPr id="2543" name="four:temporal-output:rotated-tₐ-cell-148:2543">
                <a:extLst>
                  <a:ext uri="{FF2B5EF4-FFF2-40B4-BE49-F238E27FC236}">
                    <ns2:creationId id="{88493B07-377E-4F66-9E7A-3123C21F229D}"/>
                  </a:ext>
                </a:extLst>
              </p:cNvPr>
              <p:cNvSpPr>
                <a:spLocks noGrp="1"/>
              </p:cNvSpPr>
              <p:nvPr/>
            </p:nvSpPr>
            <p:spPr>
              <a:xfrm>
                <a:off x="21240750" y="6275784"/>
                <a:ext cx="709613" cy="5953"/>
              </a:xfrm>
              <a:prstGeom prst="rect">
                <a:avLst/>
              </a:prstGeom>
              <a:solidFill>
                <a:srgbClr val="DCE8ED"/>
              </a:solidFill>
              <a:ln w="0">
                <a:noFill/>
                <a:prstDash val="solid"/>
              </a:ln>
            </p:spPr>
          </p:sp>
          <p:sp>
            <p:nvSpPr>
              <p:cNvPr id="2544" name="four:temporal-output:rotated-tₐ-cell-149:2544">
                <a:extLst>
                  <a:ext uri="{FF2B5EF4-FFF2-40B4-BE49-F238E27FC236}">
                    <ns2:creationId id="{9D769692-FDB0-44F6-AE41-361942AEE8C1}"/>
                  </a:ext>
                </a:extLst>
              </p:cNvPr>
              <p:cNvSpPr>
                <a:spLocks noGrp="1"/>
              </p:cNvSpPr>
              <p:nvPr/>
            </p:nvSpPr>
            <p:spPr>
              <a:xfrm>
                <a:off x="21240750" y="6269831"/>
                <a:ext cx="709613" cy="5953"/>
              </a:xfrm>
              <a:prstGeom prst="rect">
                <a:avLst/>
              </a:prstGeom>
              <a:solidFill>
                <a:srgbClr val="DCE8ED"/>
              </a:solidFill>
              <a:ln w="0">
                <a:noFill/>
                <a:prstDash val="solid"/>
              </a:ln>
            </p:spPr>
          </p:sp>
          <p:sp>
            <p:nvSpPr>
              <p:cNvPr id="2545" name="four:temporal-output:rotated-tₐ-cell-150:2545">
                <a:extLst>
                  <a:ext uri="{FF2B5EF4-FFF2-40B4-BE49-F238E27FC236}">
                    <ns2:creationId id="{02F12BF0-9A48-4A78-BFE9-7BBFC22650C8}"/>
                  </a:ext>
                </a:extLst>
              </p:cNvPr>
              <p:cNvSpPr>
                <a:spLocks noGrp="1"/>
              </p:cNvSpPr>
              <p:nvPr/>
            </p:nvSpPr>
            <p:spPr>
              <a:xfrm>
                <a:off x="21240750" y="6263878"/>
                <a:ext cx="709613" cy="5953"/>
              </a:xfrm>
              <a:prstGeom prst="rect">
                <a:avLst/>
              </a:prstGeom>
              <a:solidFill>
                <a:srgbClr val="DCE8ED"/>
              </a:solidFill>
              <a:ln w="0">
                <a:noFill/>
                <a:prstDash val="solid"/>
              </a:ln>
            </p:spPr>
          </p:sp>
          <p:sp>
            <p:nvSpPr>
              <p:cNvPr id="2546" name="four:temporal-output:rotated-tₐ-cell-151:2546">
                <a:extLst>
                  <a:ext uri="{FF2B5EF4-FFF2-40B4-BE49-F238E27FC236}">
                    <ns2:creationId id="{B3A84DC8-5A71-4522-8303-0E0841CB7D57}"/>
                  </a:ext>
                </a:extLst>
              </p:cNvPr>
              <p:cNvSpPr>
                <a:spLocks noGrp="1"/>
              </p:cNvSpPr>
              <p:nvPr/>
            </p:nvSpPr>
            <p:spPr>
              <a:xfrm>
                <a:off x="21240750" y="6257925"/>
                <a:ext cx="709613" cy="5953"/>
              </a:xfrm>
              <a:prstGeom prst="rect">
                <a:avLst/>
              </a:prstGeom>
              <a:solidFill>
                <a:srgbClr val="DCE8ED"/>
              </a:solidFill>
              <a:ln w="0">
                <a:noFill/>
                <a:prstDash val="solid"/>
              </a:ln>
            </p:spPr>
          </p:sp>
          <p:sp>
            <p:nvSpPr>
              <p:cNvPr id="2547" name="four:temporal-output:rotated-tₐ-cell-152:2547">
                <a:extLst>
                  <a:ext uri="{FF2B5EF4-FFF2-40B4-BE49-F238E27FC236}">
                    <ns2:creationId id="{CCFA9E87-13E5-4D84-857B-D3BFFBFD607D}"/>
                  </a:ext>
                </a:extLst>
              </p:cNvPr>
              <p:cNvSpPr>
                <a:spLocks noGrp="1"/>
              </p:cNvSpPr>
              <p:nvPr/>
            </p:nvSpPr>
            <p:spPr>
              <a:xfrm>
                <a:off x="21240750" y="6251972"/>
                <a:ext cx="709613" cy="5953"/>
              </a:xfrm>
              <a:prstGeom prst="rect">
                <a:avLst/>
              </a:prstGeom>
              <a:solidFill>
                <a:srgbClr val="DCE8ED"/>
              </a:solidFill>
              <a:ln w="0">
                <a:noFill/>
                <a:prstDash val="solid"/>
              </a:ln>
            </p:spPr>
          </p:sp>
          <p:sp>
            <p:nvSpPr>
              <p:cNvPr id="2548" name="four:temporal-output:rotated-tₐ-cell-153:2548">
                <a:extLst>
                  <a:ext uri="{FF2B5EF4-FFF2-40B4-BE49-F238E27FC236}">
                    <ns2:creationId id="{C36F435C-456A-4E7B-865C-C72577CE5C27}"/>
                  </a:ext>
                </a:extLst>
              </p:cNvPr>
              <p:cNvSpPr>
                <a:spLocks noGrp="1"/>
              </p:cNvSpPr>
              <p:nvPr/>
            </p:nvSpPr>
            <p:spPr>
              <a:xfrm>
                <a:off x="21240750" y="6246019"/>
                <a:ext cx="709613" cy="5953"/>
              </a:xfrm>
              <a:prstGeom prst="rect">
                <a:avLst/>
              </a:prstGeom>
              <a:solidFill>
                <a:srgbClr val="DCE8ED"/>
              </a:solidFill>
              <a:ln w="0">
                <a:noFill/>
                <a:prstDash val="solid"/>
              </a:ln>
            </p:spPr>
          </p:sp>
          <p:sp>
            <p:nvSpPr>
              <p:cNvPr id="2549" name="four:temporal-output:rotated-tₐ-cell-154:2549">
                <a:extLst>
                  <a:ext uri="{FF2B5EF4-FFF2-40B4-BE49-F238E27FC236}">
                    <ns2:creationId id="{62BFB87A-1483-4B8A-A9F8-7B1273E7F33B}"/>
                  </a:ext>
                </a:extLst>
              </p:cNvPr>
              <p:cNvSpPr>
                <a:spLocks noGrp="1"/>
              </p:cNvSpPr>
              <p:nvPr/>
            </p:nvSpPr>
            <p:spPr>
              <a:xfrm>
                <a:off x="21240750" y="6240066"/>
                <a:ext cx="709613" cy="5953"/>
              </a:xfrm>
              <a:prstGeom prst="rect">
                <a:avLst/>
              </a:prstGeom>
              <a:solidFill>
                <a:srgbClr val="DCE8ED"/>
              </a:solidFill>
              <a:ln w="0">
                <a:noFill/>
                <a:prstDash val="solid"/>
              </a:ln>
            </p:spPr>
          </p:sp>
          <p:sp>
            <p:nvSpPr>
              <p:cNvPr id="2550" name="four:temporal-output:rotated-tₐ-cell-155:2550">
                <a:extLst>
                  <a:ext uri="{FF2B5EF4-FFF2-40B4-BE49-F238E27FC236}">
                    <ns2:creationId id="{C06E6DCD-FA0C-4216-A0ED-2C180FFD36EA}"/>
                  </a:ext>
                </a:extLst>
              </p:cNvPr>
              <p:cNvSpPr>
                <a:spLocks noGrp="1"/>
              </p:cNvSpPr>
              <p:nvPr/>
            </p:nvSpPr>
            <p:spPr>
              <a:xfrm>
                <a:off x="21240750" y="6234113"/>
                <a:ext cx="709613" cy="5953"/>
              </a:xfrm>
              <a:prstGeom prst="rect">
                <a:avLst/>
              </a:prstGeom>
              <a:solidFill>
                <a:srgbClr val="DCE8ED"/>
              </a:solidFill>
              <a:ln w="0">
                <a:noFill/>
                <a:prstDash val="solid"/>
              </a:ln>
            </p:spPr>
          </p:sp>
          <p:sp>
            <p:nvSpPr>
              <p:cNvPr id="2551" name="four:temporal-output:rotated-tₐ-cell-156:2551">
                <a:extLst>
                  <a:ext uri="{FF2B5EF4-FFF2-40B4-BE49-F238E27FC236}">
                    <ns2:creationId id="{A931554C-B2D4-400A-99AE-E2ED07AA6014}"/>
                  </a:ext>
                </a:extLst>
              </p:cNvPr>
              <p:cNvSpPr>
                <a:spLocks noGrp="1"/>
              </p:cNvSpPr>
              <p:nvPr/>
            </p:nvSpPr>
            <p:spPr>
              <a:xfrm>
                <a:off x="21240750" y="6228159"/>
                <a:ext cx="709613" cy="5953"/>
              </a:xfrm>
              <a:prstGeom prst="rect">
                <a:avLst/>
              </a:prstGeom>
              <a:solidFill>
                <a:srgbClr val="DCE8ED"/>
              </a:solidFill>
              <a:ln w="0">
                <a:noFill/>
                <a:prstDash val="solid"/>
              </a:ln>
            </p:spPr>
          </p:sp>
          <p:sp>
            <p:nvSpPr>
              <p:cNvPr id="2552" name="four:temporal-output:rotated-tₐ-cell-157:2552">
                <a:extLst>
                  <a:ext uri="{FF2B5EF4-FFF2-40B4-BE49-F238E27FC236}">
                    <ns2:creationId id="{150994BC-268A-484B-82F2-660073E7B7BA}"/>
                  </a:ext>
                </a:extLst>
              </p:cNvPr>
              <p:cNvSpPr>
                <a:spLocks noGrp="1"/>
              </p:cNvSpPr>
              <p:nvPr/>
            </p:nvSpPr>
            <p:spPr>
              <a:xfrm>
                <a:off x="21240750" y="6222206"/>
                <a:ext cx="709613" cy="5953"/>
              </a:xfrm>
              <a:prstGeom prst="rect">
                <a:avLst/>
              </a:prstGeom>
              <a:solidFill>
                <a:srgbClr val="DCE8ED"/>
              </a:solidFill>
              <a:ln w="0">
                <a:noFill/>
                <a:prstDash val="solid"/>
              </a:ln>
            </p:spPr>
          </p:sp>
          <p:sp>
            <p:nvSpPr>
              <p:cNvPr id="2553" name="four:temporal-output:rotated-tₐ-cell-158:2553">
                <a:extLst>
                  <a:ext uri="{FF2B5EF4-FFF2-40B4-BE49-F238E27FC236}">
                    <ns2:creationId id="{8AAE1110-3964-4954-92D4-A9AF2819B248}"/>
                  </a:ext>
                </a:extLst>
              </p:cNvPr>
              <p:cNvSpPr>
                <a:spLocks noGrp="1"/>
              </p:cNvSpPr>
              <p:nvPr/>
            </p:nvSpPr>
            <p:spPr>
              <a:xfrm>
                <a:off x="21240750" y="6216253"/>
                <a:ext cx="709613" cy="5953"/>
              </a:xfrm>
              <a:prstGeom prst="rect">
                <a:avLst/>
              </a:prstGeom>
              <a:solidFill>
                <a:srgbClr val="DCE8ED"/>
              </a:solidFill>
              <a:ln w="0">
                <a:noFill/>
                <a:prstDash val="solid"/>
              </a:ln>
            </p:spPr>
          </p:sp>
          <p:sp>
            <p:nvSpPr>
              <p:cNvPr id="2554" name="four:temporal-output:rotated-tₐ-cell-159:2554">
                <a:extLst>
                  <a:ext uri="{FF2B5EF4-FFF2-40B4-BE49-F238E27FC236}">
                    <ns2:creationId id="{5B05E573-4EB4-4872-B844-863B7CFFBF85}"/>
                  </a:ext>
                </a:extLst>
              </p:cNvPr>
              <p:cNvSpPr>
                <a:spLocks noGrp="1"/>
              </p:cNvSpPr>
              <p:nvPr/>
            </p:nvSpPr>
            <p:spPr>
              <a:xfrm>
                <a:off x="21240750" y="6210300"/>
                <a:ext cx="709613" cy="5953"/>
              </a:xfrm>
              <a:prstGeom prst="rect">
                <a:avLst/>
              </a:prstGeom>
              <a:solidFill>
                <a:srgbClr val="DCE8ED"/>
              </a:solidFill>
              <a:ln w="0">
                <a:noFill/>
                <a:prstDash val="solid"/>
              </a:ln>
            </p:spPr>
          </p:sp>
          <p:sp>
            <p:nvSpPr>
              <p:cNvPr id="2555" name="four:temporal-output:rotated-tₐ-cell-160:2555">
                <a:extLst>
                  <a:ext uri="{FF2B5EF4-FFF2-40B4-BE49-F238E27FC236}">
                    <ns2:creationId id="{D046C869-BEF5-4B8F-A6EF-E0E6F3469D25}"/>
                  </a:ext>
                </a:extLst>
              </p:cNvPr>
              <p:cNvSpPr>
                <a:spLocks noGrp="1"/>
              </p:cNvSpPr>
              <p:nvPr/>
            </p:nvSpPr>
            <p:spPr>
              <a:xfrm>
                <a:off x="21240750" y="6204347"/>
                <a:ext cx="709613" cy="5953"/>
              </a:xfrm>
              <a:prstGeom prst="rect">
                <a:avLst/>
              </a:prstGeom>
              <a:solidFill>
                <a:srgbClr val="DCE8ED"/>
              </a:solidFill>
              <a:ln w="0">
                <a:noFill/>
                <a:prstDash val="solid"/>
              </a:ln>
            </p:spPr>
          </p:sp>
          <p:sp>
            <p:nvSpPr>
              <p:cNvPr id="2556" name="four:temporal-output:rotated-tₐ-cell-161:2556">
                <a:extLst>
                  <a:ext uri="{FF2B5EF4-FFF2-40B4-BE49-F238E27FC236}">
                    <ns2:creationId id="{EDF99466-2DFE-437B-88F4-55A5DDD18DD2}"/>
                  </a:ext>
                </a:extLst>
              </p:cNvPr>
              <p:cNvSpPr>
                <a:spLocks noGrp="1"/>
              </p:cNvSpPr>
              <p:nvPr/>
            </p:nvSpPr>
            <p:spPr>
              <a:xfrm>
                <a:off x="21240750" y="6198394"/>
                <a:ext cx="709613" cy="5953"/>
              </a:xfrm>
              <a:prstGeom prst="rect">
                <a:avLst/>
              </a:prstGeom>
              <a:solidFill>
                <a:srgbClr val="DCE8ED"/>
              </a:solidFill>
              <a:ln w="0">
                <a:noFill/>
                <a:prstDash val="solid"/>
              </a:ln>
            </p:spPr>
          </p:sp>
          <p:sp>
            <p:nvSpPr>
              <p:cNvPr id="2557" name="four:temporal-output:rotated-tₐ-cell-162:2557">
                <a:extLst>
                  <a:ext uri="{FF2B5EF4-FFF2-40B4-BE49-F238E27FC236}">
                    <ns2:creationId id="{19B40A5F-99DF-4466-9124-842FCC2DE368}"/>
                  </a:ext>
                </a:extLst>
              </p:cNvPr>
              <p:cNvSpPr>
                <a:spLocks noGrp="1"/>
              </p:cNvSpPr>
              <p:nvPr/>
            </p:nvSpPr>
            <p:spPr>
              <a:xfrm>
                <a:off x="21240750" y="6192441"/>
                <a:ext cx="709613" cy="5953"/>
              </a:xfrm>
              <a:prstGeom prst="rect">
                <a:avLst/>
              </a:prstGeom>
              <a:solidFill>
                <a:srgbClr val="DCE6E9"/>
              </a:solidFill>
              <a:ln w="0">
                <a:noFill/>
                <a:prstDash val="solid"/>
              </a:ln>
            </p:spPr>
          </p:sp>
          <p:sp>
            <p:nvSpPr>
              <p:cNvPr id="2558" name="four:temporal-output:rotated-tₐ-cell-163:2558">
                <a:extLst>
                  <a:ext uri="{FF2B5EF4-FFF2-40B4-BE49-F238E27FC236}">
                    <ns2:creationId id="{CA26A66D-E6CD-47B0-AD43-0B17A3EE61F7}"/>
                  </a:ext>
                </a:extLst>
              </p:cNvPr>
              <p:cNvSpPr>
                <a:spLocks noGrp="1"/>
              </p:cNvSpPr>
              <p:nvPr/>
            </p:nvSpPr>
            <p:spPr>
              <a:xfrm>
                <a:off x="21240750" y="6186488"/>
                <a:ext cx="709613" cy="5953"/>
              </a:xfrm>
              <a:prstGeom prst="rect">
                <a:avLst/>
              </a:prstGeom>
              <a:solidFill>
                <a:srgbClr val="DADCDB"/>
              </a:solidFill>
              <a:ln w="0">
                <a:noFill/>
                <a:prstDash val="solid"/>
              </a:ln>
            </p:spPr>
          </p:sp>
          <p:sp>
            <p:nvSpPr>
              <p:cNvPr id="2559" name="four:temporal-output:rotated-tₐ-cell-164:2559">
                <a:extLst>
                  <a:ext uri="{FF2B5EF4-FFF2-40B4-BE49-F238E27FC236}">
                    <ns2:creationId id="{0C3218BD-229E-4C6E-A871-8C50EF8BDB54}"/>
                  </a:ext>
                </a:extLst>
              </p:cNvPr>
              <p:cNvSpPr>
                <a:spLocks noGrp="1"/>
              </p:cNvSpPr>
              <p:nvPr/>
            </p:nvSpPr>
            <p:spPr>
              <a:xfrm>
                <a:off x="21240750" y="6180534"/>
                <a:ext cx="709613" cy="5953"/>
              </a:xfrm>
              <a:prstGeom prst="rect">
                <a:avLst/>
              </a:prstGeom>
              <a:solidFill>
                <a:srgbClr val="D7C8D9"/>
              </a:solidFill>
              <a:ln w="0">
                <a:noFill/>
                <a:prstDash val="solid"/>
              </a:ln>
            </p:spPr>
          </p:sp>
          <p:sp>
            <p:nvSpPr>
              <p:cNvPr id="2560" name="four:temporal-output:rotated-tₐ-cell-165:2560">
                <a:extLst>
                  <a:ext uri="{FF2B5EF4-FFF2-40B4-BE49-F238E27FC236}">
                    <ns2:creationId id="{319C199F-8D4F-4C3E-B5BF-B29CBA591B51}"/>
                  </a:ext>
                </a:extLst>
              </p:cNvPr>
              <p:cNvSpPr>
                <a:spLocks noGrp="1"/>
              </p:cNvSpPr>
              <p:nvPr/>
            </p:nvSpPr>
            <p:spPr>
              <a:xfrm>
                <a:off x="21240750" y="6174581"/>
                <a:ext cx="709613" cy="5953"/>
              </a:xfrm>
              <a:prstGeom prst="rect">
                <a:avLst/>
              </a:prstGeom>
              <a:solidFill>
                <a:srgbClr val="D4B2CB"/>
              </a:solidFill>
              <a:ln w="0">
                <a:noFill/>
                <a:prstDash val="solid"/>
              </a:ln>
            </p:spPr>
          </p:sp>
          <p:sp>
            <p:nvSpPr>
              <p:cNvPr id="2561" name="four:temporal-output:rotated-tₐ-cell-166:2561">
                <a:extLst>
                  <a:ext uri="{FF2B5EF4-FFF2-40B4-BE49-F238E27FC236}">
                    <ns2:creationId id="{BBE32475-4349-44A9-B668-59C3F27557B0}"/>
                  </a:ext>
                </a:extLst>
              </p:cNvPr>
              <p:cNvSpPr>
                <a:spLocks noGrp="1"/>
              </p:cNvSpPr>
              <p:nvPr/>
            </p:nvSpPr>
            <p:spPr>
              <a:xfrm>
                <a:off x="21240750" y="6168628"/>
                <a:ext cx="709613" cy="5953"/>
              </a:xfrm>
              <a:prstGeom prst="rect">
                <a:avLst/>
              </a:prstGeom>
              <a:solidFill>
                <a:srgbClr val="D19DBE"/>
              </a:solidFill>
              <a:ln w="0">
                <a:noFill/>
                <a:prstDash val="solid"/>
              </a:ln>
            </p:spPr>
          </p:sp>
          <p:sp>
            <p:nvSpPr>
              <p:cNvPr id="2562" name="four:temporal-output:rotated-tₐ-cell-167:2562">
                <a:extLst>
                  <a:ext uri="{FF2B5EF4-FFF2-40B4-BE49-F238E27FC236}">
                    <ns2:creationId id="{8630AF62-0D28-4A27-B362-6A2E8EAB18F0}"/>
                  </a:ext>
                </a:extLst>
              </p:cNvPr>
              <p:cNvSpPr>
                <a:spLocks noGrp="1"/>
              </p:cNvSpPr>
              <p:nvPr/>
            </p:nvSpPr>
            <p:spPr>
              <a:xfrm>
                <a:off x="21240750" y="6162675"/>
                <a:ext cx="709613" cy="5953"/>
              </a:xfrm>
              <a:prstGeom prst="rect">
                <a:avLst/>
              </a:prstGeom>
              <a:solidFill>
                <a:srgbClr val="CF8AB2"/>
              </a:solidFill>
              <a:ln w="0">
                <a:noFill/>
                <a:prstDash val="solid"/>
              </a:ln>
            </p:spPr>
          </p:sp>
          <p:sp>
            <p:nvSpPr>
              <p:cNvPr id="2563" name="four:temporal-output:rotated-tₐ-cell-168:2563">
                <a:extLst>
                  <a:ext uri="{FF2B5EF4-FFF2-40B4-BE49-F238E27FC236}">
                    <ns2:creationId id="{B85B2066-508E-48C5-ADEA-4F26B2817E47}"/>
                  </a:ext>
                </a:extLst>
              </p:cNvPr>
              <p:cNvSpPr>
                <a:spLocks noGrp="1"/>
              </p:cNvSpPr>
              <p:nvPr/>
            </p:nvSpPr>
            <p:spPr>
              <a:xfrm>
                <a:off x="21240750" y="6156722"/>
                <a:ext cx="709613" cy="5953"/>
              </a:xfrm>
              <a:prstGeom prst="rect">
                <a:avLst/>
              </a:prstGeom>
              <a:solidFill>
                <a:srgbClr val="CD7EAA"/>
              </a:solidFill>
              <a:ln w="0">
                <a:noFill/>
                <a:prstDash val="solid"/>
              </a:ln>
            </p:spPr>
          </p:sp>
          <p:sp>
            <p:nvSpPr>
              <p:cNvPr id="2564" name="four:temporal-output:rotated-tₐ-cell-169:2564">
                <a:extLst>
                  <a:ext uri="{FF2B5EF4-FFF2-40B4-BE49-F238E27FC236}">
                    <ns2:creationId id="{D1AEB620-B626-4E82-92CB-5D114B0963C0}"/>
                  </a:ext>
                </a:extLst>
              </p:cNvPr>
              <p:cNvSpPr>
                <a:spLocks noGrp="1"/>
              </p:cNvSpPr>
              <p:nvPr/>
            </p:nvSpPr>
            <p:spPr>
              <a:xfrm>
                <a:off x="21240750" y="6150769"/>
                <a:ext cx="709613" cy="5953"/>
              </a:xfrm>
              <a:prstGeom prst="rect">
                <a:avLst/>
              </a:prstGeom>
              <a:solidFill>
                <a:srgbClr val="CC79A7"/>
              </a:solidFill>
              <a:ln w="0">
                <a:noFill/>
                <a:prstDash val="solid"/>
              </a:ln>
            </p:spPr>
          </p:sp>
          <p:sp>
            <p:nvSpPr>
              <p:cNvPr id="2565" name="four:temporal-output:rotated-tₐ-cell-170:2565">
                <a:extLst>
                  <a:ext uri="{FF2B5EF4-FFF2-40B4-BE49-F238E27FC236}">
                    <ns2:creationId id="{E0436613-98CD-4F68-941E-67D64A7B4657}"/>
                  </a:ext>
                </a:extLst>
              </p:cNvPr>
              <p:cNvSpPr>
                <a:spLocks noGrp="1"/>
              </p:cNvSpPr>
              <p:nvPr/>
            </p:nvSpPr>
            <p:spPr>
              <a:xfrm>
                <a:off x="21240750" y="6144816"/>
                <a:ext cx="709613" cy="5953"/>
              </a:xfrm>
              <a:prstGeom prst="rect">
                <a:avLst/>
              </a:prstGeom>
              <a:solidFill>
                <a:srgbClr val="CC79A7"/>
              </a:solidFill>
              <a:ln w="0">
                <a:noFill/>
                <a:prstDash val="solid"/>
              </a:ln>
            </p:spPr>
          </p:sp>
          <p:sp>
            <p:nvSpPr>
              <p:cNvPr id="2566" name="four:temporal-output:rotated-tₐ-cell-171:2566">
                <a:extLst>
                  <a:ext uri="{FF2B5EF4-FFF2-40B4-BE49-F238E27FC236}">
                    <ns2:creationId id="{A7825A0C-2118-41A9-9649-54EB5D96BA9E}"/>
                  </a:ext>
                </a:extLst>
              </p:cNvPr>
              <p:cNvSpPr>
                <a:spLocks noGrp="1"/>
              </p:cNvSpPr>
              <p:nvPr/>
            </p:nvSpPr>
            <p:spPr>
              <a:xfrm>
                <a:off x="21240750" y="6138863"/>
                <a:ext cx="709613" cy="5953"/>
              </a:xfrm>
              <a:prstGeom prst="rect">
                <a:avLst/>
              </a:prstGeom>
              <a:solidFill>
                <a:srgbClr val="CC79A7"/>
              </a:solidFill>
              <a:ln w="0">
                <a:noFill/>
                <a:prstDash val="solid"/>
              </a:ln>
            </p:spPr>
          </p:sp>
          <p:sp>
            <p:nvSpPr>
              <p:cNvPr id="2567" name="four:temporal-output:rotated-tₐ-cell-172:2567">
                <a:extLst>
                  <a:ext uri="{FF2B5EF4-FFF2-40B4-BE49-F238E27FC236}">
                    <ns2:creationId id="{10D465C7-6C22-4428-B9AB-09912C818769}"/>
                  </a:ext>
                </a:extLst>
              </p:cNvPr>
              <p:cNvSpPr>
                <a:spLocks noGrp="1"/>
              </p:cNvSpPr>
              <p:nvPr/>
            </p:nvSpPr>
            <p:spPr>
              <a:xfrm>
                <a:off x="21240750" y="6132909"/>
                <a:ext cx="709613" cy="5953"/>
              </a:xfrm>
              <a:prstGeom prst="rect">
                <a:avLst/>
              </a:prstGeom>
              <a:solidFill>
                <a:srgbClr val="CC79A7"/>
              </a:solidFill>
              <a:ln w="0">
                <a:noFill/>
                <a:prstDash val="solid"/>
              </a:ln>
            </p:spPr>
          </p:sp>
          <p:sp>
            <p:nvSpPr>
              <p:cNvPr id="2568" name="four:temporal-output:rotated-tₐ-cell-173:2568">
                <a:extLst>
                  <a:ext uri="{FF2B5EF4-FFF2-40B4-BE49-F238E27FC236}">
                    <ns2:creationId id="{A6DF4009-67F7-4FE8-B8A6-C12B864F80B8}"/>
                  </a:ext>
                </a:extLst>
              </p:cNvPr>
              <p:cNvSpPr>
                <a:spLocks noGrp="1"/>
              </p:cNvSpPr>
              <p:nvPr/>
            </p:nvSpPr>
            <p:spPr>
              <a:xfrm>
                <a:off x="21240750" y="6126956"/>
                <a:ext cx="709613" cy="5953"/>
              </a:xfrm>
              <a:prstGeom prst="rect">
                <a:avLst/>
              </a:prstGeom>
              <a:solidFill>
                <a:srgbClr val="CC79A7"/>
              </a:solidFill>
              <a:ln w="0">
                <a:noFill/>
                <a:prstDash val="solid"/>
              </a:ln>
            </p:spPr>
          </p:sp>
          <p:sp>
            <p:nvSpPr>
              <p:cNvPr id="2569" name="four:temporal-output:rotated-tₐ-cell-174:2569">
                <a:extLst>
                  <a:ext uri="{FF2B5EF4-FFF2-40B4-BE49-F238E27FC236}">
                    <ns2:creationId id="{1587666A-DBC2-40EE-81D8-377BD24ED119}"/>
                  </a:ext>
                </a:extLst>
              </p:cNvPr>
              <p:cNvSpPr>
                <a:spLocks noGrp="1"/>
              </p:cNvSpPr>
              <p:nvPr/>
            </p:nvSpPr>
            <p:spPr>
              <a:xfrm>
                <a:off x="21240750" y="6121003"/>
                <a:ext cx="709613" cy="5953"/>
              </a:xfrm>
              <a:prstGeom prst="rect">
                <a:avLst/>
              </a:prstGeom>
              <a:solidFill>
                <a:srgbClr val="CC79A7"/>
              </a:solidFill>
              <a:ln w="0">
                <a:noFill/>
                <a:prstDash val="solid"/>
              </a:ln>
            </p:spPr>
          </p:sp>
          <p:sp>
            <p:nvSpPr>
              <p:cNvPr id="2570" name="four:temporal-output:rotated-tₐ-cell-175:2570">
                <a:extLst>
                  <a:ext uri="{FF2B5EF4-FFF2-40B4-BE49-F238E27FC236}">
                    <ns2:creationId id="{8D1DC542-1515-40AE-8B5E-9FB6084F7912}"/>
                  </a:ext>
                </a:extLst>
              </p:cNvPr>
              <p:cNvSpPr>
                <a:spLocks noGrp="1"/>
              </p:cNvSpPr>
              <p:nvPr/>
            </p:nvSpPr>
            <p:spPr>
              <a:xfrm>
                <a:off x="21240750" y="6115050"/>
                <a:ext cx="709613" cy="5953"/>
              </a:xfrm>
              <a:prstGeom prst="rect">
                <a:avLst/>
              </a:prstGeom>
              <a:solidFill>
                <a:srgbClr val="CC79A7"/>
              </a:solidFill>
              <a:ln w="0">
                <a:noFill/>
                <a:prstDash val="solid"/>
              </a:ln>
            </p:spPr>
          </p:sp>
          <p:sp>
            <p:nvSpPr>
              <p:cNvPr id="2571" name="four:temporal-output:rotated-tₐ-cell-176:2571">
                <a:extLst>
                  <a:ext uri="{FF2B5EF4-FFF2-40B4-BE49-F238E27FC236}">
                    <ns2:creationId id="{872064E8-F648-4E28-B336-79D9A12E7A0B}"/>
                  </a:ext>
                </a:extLst>
              </p:cNvPr>
              <p:cNvSpPr>
                <a:spLocks noGrp="1"/>
              </p:cNvSpPr>
              <p:nvPr/>
            </p:nvSpPr>
            <p:spPr>
              <a:xfrm>
                <a:off x="21240750" y="6109097"/>
                <a:ext cx="709613" cy="5953"/>
              </a:xfrm>
              <a:prstGeom prst="rect">
                <a:avLst/>
              </a:prstGeom>
              <a:solidFill>
                <a:srgbClr val="CC79A7"/>
              </a:solidFill>
              <a:ln w="0">
                <a:noFill/>
                <a:prstDash val="solid"/>
              </a:ln>
            </p:spPr>
          </p:sp>
          <p:sp>
            <p:nvSpPr>
              <p:cNvPr id="2572" name="four:temporal-output:rotated-tₐ-cell-177:2572">
                <a:extLst>
                  <a:ext uri="{FF2B5EF4-FFF2-40B4-BE49-F238E27FC236}">
                    <ns2:creationId id="{1DA15CC4-677D-4012-AAE3-DBB2F89E8B73}"/>
                  </a:ext>
                </a:extLst>
              </p:cNvPr>
              <p:cNvSpPr>
                <a:spLocks noGrp="1"/>
              </p:cNvSpPr>
              <p:nvPr/>
            </p:nvSpPr>
            <p:spPr>
              <a:xfrm>
                <a:off x="21240750" y="6103144"/>
                <a:ext cx="709613" cy="5953"/>
              </a:xfrm>
              <a:prstGeom prst="rect">
                <a:avLst/>
              </a:prstGeom>
              <a:solidFill>
                <a:srgbClr val="CC79A7"/>
              </a:solidFill>
              <a:ln w="0">
                <a:noFill/>
                <a:prstDash val="solid"/>
              </a:ln>
            </p:spPr>
          </p:sp>
          <p:sp>
            <p:nvSpPr>
              <p:cNvPr id="2573" name="four:temporal-output:rotated-tₐ-cell-178:2573">
                <a:extLst>
                  <a:ext uri="{FF2B5EF4-FFF2-40B4-BE49-F238E27FC236}">
                    <ns2:creationId id="{869271B4-656A-4B40-A0CA-357158B687F8}"/>
                  </a:ext>
                </a:extLst>
              </p:cNvPr>
              <p:cNvSpPr>
                <a:spLocks noGrp="1"/>
              </p:cNvSpPr>
              <p:nvPr/>
            </p:nvSpPr>
            <p:spPr>
              <a:xfrm>
                <a:off x="21240750" y="6097191"/>
                <a:ext cx="709613" cy="5953"/>
              </a:xfrm>
              <a:prstGeom prst="rect">
                <a:avLst/>
              </a:prstGeom>
              <a:solidFill>
                <a:srgbClr val="CC79A7"/>
              </a:solidFill>
              <a:ln w="0">
                <a:noFill/>
                <a:prstDash val="solid"/>
              </a:ln>
            </p:spPr>
          </p:sp>
          <p:sp>
            <p:nvSpPr>
              <p:cNvPr id="2574" name="four:temporal-output:rotated-tₐ-cell-179:2574">
                <a:extLst>
                  <a:ext uri="{FF2B5EF4-FFF2-40B4-BE49-F238E27FC236}">
                    <ns2:creationId id="{6A17FA05-36F8-4ABE-AC23-DACA5C464713}"/>
                  </a:ext>
                </a:extLst>
              </p:cNvPr>
              <p:cNvSpPr>
                <a:spLocks noGrp="1"/>
              </p:cNvSpPr>
              <p:nvPr/>
            </p:nvSpPr>
            <p:spPr>
              <a:xfrm>
                <a:off x="21240750" y="6091238"/>
                <a:ext cx="709613" cy="5953"/>
              </a:xfrm>
              <a:prstGeom prst="rect">
                <a:avLst/>
              </a:prstGeom>
              <a:solidFill>
                <a:srgbClr val="CC79A7"/>
              </a:solidFill>
              <a:ln w="0">
                <a:noFill/>
                <a:prstDash val="solid"/>
              </a:ln>
            </p:spPr>
          </p:sp>
          <p:sp>
            <p:nvSpPr>
              <p:cNvPr id="2575" name="four:temporal-output:rotated-tₐ-cell-180:2575">
                <a:extLst>
                  <a:ext uri="{FF2B5EF4-FFF2-40B4-BE49-F238E27FC236}">
                    <ns2:creationId id="{8F7E90D3-D31F-4FE6-BDB6-E2AF5BF17A27}"/>
                  </a:ext>
                </a:extLst>
              </p:cNvPr>
              <p:cNvSpPr>
                <a:spLocks noGrp="1"/>
              </p:cNvSpPr>
              <p:nvPr/>
            </p:nvSpPr>
            <p:spPr>
              <a:xfrm>
                <a:off x="21240750" y="6085284"/>
                <a:ext cx="709613" cy="5953"/>
              </a:xfrm>
              <a:prstGeom prst="rect">
                <a:avLst/>
              </a:prstGeom>
              <a:solidFill>
                <a:srgbClr val="CC79A7"/>
              </a:solidFill>
              <a:ln w="0">
                <a:noFill/>
                <a:prstDash val="solid"/>
              </a:ln>
            </p:spPr>
          </p:sp>
          <p:sp>
            <p:nvSpPr>
              <p:cNvPr id="2576" name="four:temporal-output:rotated-tₐ-cell-181:2576">
                <a:extLst>
                  <a:ext uri="{FF2B5EF4-FFF2-40B4-BE49-F238E27FC236}">
                    <ns2:creationId id="{579E0740-4106-4FFD-A7ED-F7C67EDFEE1C}"/>
                  </a:ext>
                </a:extLst>
              </p:cNvPr>
              <p:cNvSpPr>
                <a:spLocks noGrp="1"/>
              </p:cNvSpPr>
              <p:nvPr/>
            </p:nvSpPr>
            <p:spPr>
              <a:xfrm>
                <a:off x="21240750" y="6079331"/>
                <a:ext cx="709613" cy="5953"/>
              </a:xfrm>
              <a:prstGeom prst="rect">
                <a:avLst/>
              </a:prstGeom>
              <a:solidFill>
                <a:srgbClr val="CC79A7"/>
              </a:solidFill>
              <a:ln w="0">
                <a:noFill/>
                <a:prstDash val="solid"/>
              </a:ln>
            </p:spPr>
          </p:sp>
          <p:sp>
            <p:nvSpPr>
              <p:cNvPr id="2577" name="four:temporal-output:rotated-tₐ-cell-182:2577">
                <a:extLst>
                  <a:ext uri="{FF2B5EF4-FFF2-40B4-BE49-F238E27FC236}">
                    <ns2:creationId id="{E2565263-C1DB-48FD-A4A5-F9CDF8248380}"/>
                  </a:ext>
                </a:extLst>
              </p:cNvPr>
              <p:cNvSpPr>
                <a:spLocks noGrp="1"/>
              </p:cNvSpPr>
              <p:nvPr/>
            </p:nvSpPr>
            <p:spPr>
              <a:xfrm>
                <a:off x="21240750" y="6073378"/>
                <a:ext cx="709613" cy="5953"/>
              </a:xfrm>
              <a:prstGeom prst="rect">
                <a:avLst/>
              </a:prstGeom>
              <a:solidFill>
                <a:srgbClr val="CC79A7"/>
              </a:solidFill>
              <a:ln w="0">
                <a:noFill/>
                <a:prstDash val="solid"/>
              </a:ln>
            </p:spPr>
          </p:sp>
          <p:sp>
            <p:nvSpPr>
              <p:cNvPr id="2578" name="four:temporal-output:rotated-tₐ-cell-183:2578">
                <a:extLst>
                  <a:ext uri="{FF2B5EF4-FFF2-40B4-BE49-F238E27FC236}">
                    <ns2:creationId id="{690CED6D-6B92-4E05-8845-8E8B890368E0}"/>
                  </a:ext>
                </a:extLst>
              </p:cNvPr>
              <p:cNvSpPr>
                <a:spLocks noGrp="1"/>
              </p:cNvSpPr>
              <p:nvPr/>
            </p:nvSpPr>
            <p:spPr>
              <a:xfrm>
                <a:off x="21240750" y="6067425"/>
                <a:ext cx="709613" cy="5953"/>
              </a:xfrm>
              <a:prstGeom prst="rect">
                <a:avLst/>
              </a:prstGeom>
              <a:solidFill>
                <a:srgbClr val="CE88B0"/>
              </a:solidFill>
              <a:ln w="0">
                <a:noFill/>
                <a:prstDash val="solid"/>
              </a:ln>
            </p:spPr>
          </p:sp>
          <p:sp>
            <p:nvSpPr>
              <p:cNvPr id="2579" name="four:temporal-output:rotated-tₐ-cell-184:2579">
                <a:extLst>
                  <a:ext uri="{FF2B5EF4-FFF2-40B4-BE49-F238E27FC236}">
                    <ns2:creationId id="{4D290D05-46D9-4C32-85DF-0BD933D633A7}"/>
                  </a:ext>
                </a:extLst>
              </p:cNvPr>
              <p:cNvSpPr>
                <a:spLocks noGrp="1"/>
              </p:cNvSpPr>
              <p:nvPr/>
            </p:nvSpPr>
            <p:spPr>
              <a:xfrm>
                <a:off x="21240750" y="6061472"/>
                <a:ext cx="709613" cy="5953"/>
              </a:xfrm>
              <a:prstGeom prst="rect">
                <a:avLst/>
              </a:prstGeom>
              <a:solidFill>
                <a:srgbClr val="D2A6C3"/>
              </a:solidFill>
              <a:ln w="0">
                <a:noFill/>
                <a:prstDash val="solid"/>
              </a:ln>
            </p:spPr>
          </p:sp>
          <p:sp>
            <p:nvSpPr>
              <p:cNvPr id="2580" name="four:temporal-output:rotated-tₐ-cell-185:2580">
                <a:extLst>
                  <a:ext uri="{FF2B5EF4-FFF2-40B4-BE49-F238E27FC236}">
                    <ns2:creationId id="{8E3FB5F7-12CC-41AF-B9F3-A332B9937AC9}"/>
                  </a:ext>
                </a:extLst>
              </p:cNvPr>
              <p:cNvSpPr>
                <a:spLocks noGrp="1"/>
              </p:cNvSpPr>
              <p:nvPr/>
            </p:nvSpPr>
            <p:spPr>
              <a:xfrm>
                <a:off x="21240750" y="6055519"/>
                <a:ext cx="709613" cy="5953"/>
              </a:xfrm>
              <a:prstGeom prst="rect">
                <a:avLst/>
              </a:prstGeom>
              <a:solidFill>
                <a:srgbClr val="D7C8D9"/>
              </a:solidFill>
              <a:ln w="0">
                <a:noFill/>
                <a:prstDash val="solid"/>
              </a:ln>
            </p:spPr>
          </p:sp>
          <p:sp>
            <p:nvSpPr>
              <p:cNvPr id="2581" name="four:temporal-output:rotated-tₐ-cell-186:2581">
                <a:extLst>
                  <a:ext uri="{FF2B5EF4-FFF2-40B4-BE49-F238E27FC236}">
                    <ns2:creationId id="{A43F8970-605D-479D-8FC0-1EF0021EB9E4}"/>
                  </a:ext>
                </a:extLst>
              </p:cNvPr>
              <p:cNvSpPr>
                <a:spLocks noGrp="1"/>
              </p:cNvSpPr>
              <p:nvPr/>
            </p:nvSpPr>
            <p:spPr>
              <a:xfrm>
                <a:off x="21240750" y="6049566"/>
                <a:ext cx="709613" cy="5953"/>
              </a:xfrm>
              <a:prstGeom prst="rect">
                <a:avLst/>
              </a:prstGeom>
              <a:solidFill>
                <a:srgbClr val="DBE3E5"/>
              </a:solidFill>
              <a:ln w="0">
                <a:noFill/>
                <a:prstDash val="solid"/>
              </a:ln>
            </p:spPr>
          </p:sp>
          <p:sp>
            <p:nvSpPr>
              <p:cNvPr id="2582" name="four:temporal-output:rotated-tₐ-cell-187:2582">
                <a:extLst>
                  <a:ext uri="{FF2B5EF4-FFF2-40B4-BE49-F238E27FC236}">
                    <ns2:creationId id="{BDA09D1D-2596-4949-A57E-1AD4CD86DEEA}"/>
                  </a:ext>
                </a:extLst>
              </p:cNvPr>
              <p:cNvSpPr>
                <a:spLocks noGrp="1"/>
              </p:cNvSpPr>
              <p:nvPr/>
            </p:nvSpPr>
            <p:spPr>
              <a:xfrm>
                <a:off x="21240750" y="6043613"/>
                <a:ext cx="709613" cy="5953"/>
              </a:xfrm>
              <a:prstGeom prst="rect">
                <a:avLst/>
              </a:prstGeom>
              <a:solidFill>
                <a:srgbClr val="DCE8ED"/>
              </a:solidFill>
              <a:ln w="0">
                <a:noFill/>
                <a:prstDash val="solid"/>
              </a:ln>
            </p:spPr>
          </p:sp>
          <p:sp>
            <p:nvSpPr>
              <p:cNvPr id="2583" name="four:temporal-output:rotated-tₐ-cell-188:2583">
                <a:extLst>
                  <a:ext uri="{FF2B5EF4-FFF2-40B4-BE49-F238E27FC236}">
                    <ns2:creationId id="{BA34ECB8-B753-471A-B117-C4E0B83CBAE5}"/>
                  </a:ext>
                </a:extLst>
              </p:cNvPr>
              <p:cNvSpPr>
                <a:spLocks noGrp="1"/>
              </p:cNvSpPr>
              <p:nvPr/>
            </p:nvSpPr>
            <p:spPr>
              <a:xfrm>
                <a:off x="21240750" y="6037659"/>
                <a:ext cx="709613" cy="5953"/>
              </a:xfrm>
              <a:prstGeom prst="rect">
                <a:avLst/>
              </a:prstGeom>
              <a:solidFill>
                <a:srgbClr val="DCE8ED"/>
              </a:solidFill>
              <a:ln w="0">
                <a:noFill/>
                <a:prstDash val="solid"/>
              </a:ln>
            </p:spPr>
          </p:sp>
          <p:sp>
            <p:nvSpPr>
              <p:cNvPr id="2584" name="four:temporal-output:rotated-tₐ-cell-189:2584">
                <a:extLst>
                  <a:ext uri="{FF2B5EF4-FFF2-40B4-BE49-F238E27FC236}">
                    <ns2:creationId id="{4636DE33-D66D-41F5-B35A-A76631BC8F1F}"/>
                  </a:ext>
                </a:extLst>
              </p:cNvPr>
              <p:cNvSpPr>
                <a:spLocks noGrp="1"/>
              </p:cNvSpPr>
              <p:nvPr/>
            </p:nvSpPr>
            <p:spPr>
              <a:xfrm>
                <a:off x="21240750" y="6031706"/>
                <a:ext cx="709613" cy="5953"/>
              </a:xfrm>
              <a:prstGeom prst="rect">
                <a:avLst/>
              </a:prstGeom>
              <a:solidFill>
                <a:srgbClr val="DCE8ED"/>
              </a:solidFill>
              <a:ln w="0">
                <a:noFill/>
                <a:prstDash val="solid"/>
              </a:ln>
            </p:spPr>
          </p:sp>
          <p:sp>
            <p:nvSpPr>
              <p:cNvPr id="2585" name="four:temporal-output:rotated-tₐ-cell-190:2585">
                <a:extLst>
                  <a:ext uri="{FF2B5EF4-FFF2-40B4-BE49-F238E27FC236}">
                    <ns2:creationId id="{ACE1A07A-B054-42E1-B7C4-C5133D0FC315}"/>
                  </a:ext>
                </a:extLst>
              </p:cNvPr>
              <p:cNvSpPr>
                <a:spLocks noGrp="1"/>
              </p:cNvSpPr>
              <p:nvPr/>
            </p:nvSpPr>
            <p:spPr>
              <a:xfrm>
                <a:off x="21240750" y="6025753"/>
                <a:ext cx="709613" cy="5953"/>
              </a:xfrm>
              <a:prstGeom prst="rect">
                <a:avLst/>
              </a:prstGeom>
              <a:solidFill>
                <a:srgbClr val="DCE8ED"/>
              </a:solidFill>
              <a:ln w="0">
                <a:noFill/>
                <a:prstDash val="solid"/>
              </a:ln>
            </p:spPr>
          </p:sp>
          <p:sp>
            <p:nvSpPr>
              <p:cNvPr id="2586" name="four:temporal-output:rotated-tₐ-cell-191:2586">
                <a:extLst>
                  <a:ext uri="{FF2B5EF4-FFF2-40B4-BE49-F238E27FC236}">
                    <ns2:creationId id="{44CA7244-F974-42D0-8C0F-077590996F2C}"/>
                  </a:ext>
                </a:extLst>
              </p:cNvPr>
              <p:cNvSpPr>
                <a:spLocks noGrp="1"/>
              </p:cNvSpPr>
              <p:nvPr/>
            </p:nvSpPr>
            <p:spPr>
              <a:xfrm>
                <a:off x="21240750" y="6019800"/>
                <a:ext cx="709613" cy="5953"/>
              </a:xfrm>
              <a:prstGeom prst="rect">
                <a:avLst/>
              </a:prstGeom>
              <a:solidFill>
                <a:srgbClr val="DCE8ED"/>
              </a:solidFill>
              <a:ln w="0">
                <a:noFill/>
                <a:prstDash val="solid"/>
              </a:ln>
            </p:spPr>
          </p:sp>
          <p:sp>
            <p:nvSpPr>
              <p:cNvPr id="2587" name="four:temporal-output:textbox:2587">
                <a:extLst>
                  <a:ext uri="{FF2B5EF4-FFF2-40B4-BE49-F238E27FC236}">
                    <ns2:creationId id="{AE3E7B61-2510-42C4-8A08-27C748DF7697}"/>
                  </a:ext>
                </a:extLst>
              </p:cNvPr>
              <p:cNvSpPr>
                <a:spLocks noGrp="1"/>
              </p:cNvSpPr>
              <p:nvPr/>
            </p:nvSpPr>
            <p:spPr>
              <a:xfrm>
                <a:off x="21950363" y="5743575"/>
                <a:ext cx="709613" cy="342900"/>
              </a:xfrm>
              <a:prstGeom prst="rect">
                <a:avLst/>
              </a:prstGeom>
              <a:noFill/>
              <a:ln w="0">
                <a:noFill/>
                <a:prstDash val="solid"/>
              </a:ln>
            </p:spPr>
            <p:txBody>
              <a:bodyPr wrap="none" lIns="0" tIns="0" rIns="0" bIns="0" anchor="ctr">
                <a:normAutofit fontScale="100000"/>
              </a:bodyPr>
              <a:lstStyle>
                <a:defPPr algn="ctr">
                  <a:defRPr sz="846" b="0">
                    <a:solidFill>
                      <a:srgbClr val="263238"/>
                    </a:solidFill>
                    <a:latin typeface="Arial"/>
                    <a:ea typeface="Arial"/>
                    <a:cs typeface="Arial"/>
                  </a:defRPr>
                </a:defPPr>
              </a:lstStyle>
              <a:p>
                <a:pPr algn="ctr">
                  <a:defRPr sz="846" b="0">
                    <a:solidFill>
                      <a:srgbClr val="263238"/>
                    </a:solidFill>
                    <a:latin typeface="Arial"/>
                    <a:ea typeface="Arial"/>
                    <a:cs typeface="Arial"/>
                  </a:defRPr>
                </a:pPr>
                <a:r>
                  <a:rPr sz="846" b="0">
                    <a:solidFill>
                      <a:srgbClr val="263238"/>
                    </a:solidFill>
                    <a:latin typeface="Arial"/>
                    <a:ea typeface="Arial"/>
                    <a:cs typeface="Arial"/>
                  </a:rPr>
                  <a:t>tᵦ</a:t>
                </a:r>
              </a:p>
            </p:txBody>
          </p:sp>
          <p:sp>
            <p:nvSpPr>
              <p:cNvPr id="2588" name="four:temporal-output:rotated-tᵦ-cell-0:2588">
                <a:extLst>
                  <a:ext uri="{FF2B5EF4-FFF2-40B4-BE49-F238E27FC236}">
                    <ns2:creationId id="{0E6FFBE7-0130-45F9-AD90-4C8444EF0DB3}"/>
                  </a:ext>
                </a:extLst>
              </p:cNvPr>
              <p:cNvSpPr>
                <a:spLocks noGrp="1"/>
              </p:cNvSpPr>
              <p:nvPr/>
            </p:nvSpPr>
            <p:spPr>
              <a:xfrm>
                <a:off x="21950363" y="7156847"/>
                <a:ext cx="709613" cy="5953"/>
              </a:xfrm>
              <a:prstGeom prst="rect">
                <a:avLst/>
              </a:prstGeom>
              <a:solidFill>
                <a:srgbClr val="DCE8ED"/>
              </a:solidFill>
              <a:ln w="0">
                <a:noFill/>
                <a:prstDash val="solid"/>
              </a:ln>
            </p:spPr>
          </p:sp>
          <p:sp>
            <p:nvSpPr>
              <p:cNvPr id="2589" name="four:temporal-output:rotated-tᵦ-cell-1:2589">
                <a:extLst>
                  <a:ext uri="{FF2B5EF4-FFF2-40B4-BE49-F238E27FC236}">
                    <ns2:creationId id="{787319F8-3D10-4241-9BC3-6E7D86B75023}"/>
                  </a:ext>
                </a:extLst>
              </p:cNvPr>
              <p:cNvSpPr>
                <a:spLocks noGrp="1"/>
              </p:cNvSpPr>
              <p:nvPr/>
            </p:nvSpPr>
            <p:spPr>
              <a:xfrm>
                <a:off x="21950363" y="7150894"/>
                <a:ext cx="709613" cy="5953"/>
              </a:xfrm>
              <a:prstGeom prst="rect">
                <a:avLst/>
              </a:prstGeom>
              <a:solidFill>
                <a:srgbClr val="DCE8ED"/>
              </a:solidFill>
              <a:ln w="0">
                <a:noFill/>
                <a:prstDash val="solid"/>
              </a:ln>
            </p:spPr>
          </p:sp>
          <p:sp>
            <p:nvSpPr>
              <p:cNvPr id="2590" name="four:temporal-output:rotated-tᵦ-cell-2:2590">
                <a:extLst>
                  <a:ext uri="{FF2B5EF4-FFF2-40B4-BE49-F238E27FC236}">
                    <ns2:creationId id="{F8C91C9D-92A0-4F4E-AA82-ADEC8F6E6167}"/>
                  </a:ext>
                </a:extLst>
              </p:cNvPr>
              <p:cNvSpPr>
                <a:spLocks noGrp="1"/>
              </p:cNvSpPr>
              <p:nvPr/>
            </p:nvSpPr>
            <p:spPr>
              <a:xfrm>
                <a:off x="21950363" y="7144941"/>
                <a:ext cx="709613" cy="5953"/>
              </a:xfrm>
              <a:prstGeom prst="rect">
                <a:avLst/>
              </a:prstGeom>
              <a:solidFill>
                <a:srgbClr val="5AA2CA"/>
              </a:solidFill>
              <a:ln w="0">
                <a:noFill/>
                <a:prstDash val="solid"/>
              </a:ln>
            </p:spPr>
          </p:sp>
          <p:sp>
            <p:nvSpPr>
              <p:cNvPr id="2591" name="four:temporal-output:rotated-tᵦ-cell-3:2591">
                <a:extLst>
                  <a:ext uri="{FF2B5EF4-FFF2-40B4-BE49-F238E27FC236}">
                    <ns2:creationId id="{C29F2599-42F6-4403-ABD4-80B8A16267DB}"/>
                  </a:ext>
                </a:extLst>
              </p:cNvPr>
              <p:cNvSpPr>
                <a:spLocks noGrp="1"/>
              </p:cNvSpPr>
              <p:nvPr/>
            </p:nvSpPr>
            <p:spPr>
              <a:xfrm>
                <a:off x="21950363" y="7138988"/>
                <a:ext cx="709613" cy="5953"/>
              </a:xfrm>
              <a:prstGeom prst="rect">
                <a:avLst/>
              </a:prstGeom>
              <a:solidFill>
                <a:srgbClr val="0072B2"/>
              </a:solidFill>
              <a:ln w="0">
                <a:noFill/>
                <a:prstDash val="solid"/>
              </a:ln>
            </p:spPr>
          </p:sp>
          <p:sp>
            <p:nvSpPr>
              <p:cNvPr id="2592" name="four:temporal-output:rotated-tᵦ-cell-4:2592">
                <a:extLst>
                  <a:ext uri="{FF2B5EF4-FFF2-40B4-BE49-F238E27FC236}">
                    <ns2:creationId id="{C8238AA6-446B-4935-8222-5CAB32461FB0}"/>
                  </a:ext>
                </a:extLst>
              </p:cNvPr>
              <p:cNvSpPr>
                <a:spLocks noGrp="1"/>
              </p:cNvSpPr>
              <p:nvPr/>
            </p:nvSpPr>
            <p:spPr>
              <a:xfrm>
                <a:off x="21950363" y="7133034"/>
                <a:ext cx="709613" cy="5953"/>
              </a:xfrm>
              <a:prstGeom prst="rect">
                <a:avLst/>
              </a:prstGeom>
              <a:solidFill>
                <a:srgbClr val="0072B2"/>
              </a:solidFill>
              <a:ln w="0">
                <a:noFill/>
                <a:prstDash val="solid"/>
              </a:ln>
            </p:spPr>
          </p:sp>
          <p:sp>
            <p:nvSpPr>
              <p:cNvPr id="2593" name="four:temporal-output:rotated-tᵦ-cell-5:2593">
                <a:extLst>
                  <a:ext uri="{FF2B5EF4-FFF2-40B4-BE49-F238E27FC236}">
                    <ns2:creationId id="{45234184-3D3E-4C43-A6BC-6E687A585950}"/>
                  </a:ext>
                </a:extLst>
              </p:cNvPr>
              <p:cNvSpPr>
                <a:spLocks noGrp="1"/>
              </p:cNvSpPr>
              <p:nvPr/>
            </p:nvSpPr>
            <p:spPr>
              <a:xfrm>
                <a:off x="21950363" y="7127081"/>
                <a:ext cx="709613" cy="5953"/>
              </a:xfrm>
              <a:prstGeom prst="rect">
                <a:avLst/>
              </a:prstGeom>
              <a:solidFill>
                <a:srgbClr val="0072B2"/>
              </a:solidFill>
              <a:ln w="0">
                <a:noFill/>
                <a:prstDash val="solid"/>
              </a:ln>
            </p:spPr>
          </p:sp>
          <p:sp>
            <p:nvSpPr>
              <p:cNvPr id="2594" name="four:temporal-output:rotated-tᵦ-cell-6:2594">
                <a:extLst>
                  <a:ext uri="{FF2B5EF4-FFF2-40B4-BE49-F238E27FC236}">
                    <ns2:creationId id="{B853BD29-79E9-4E5C-9D50-C1A0FEDCBE9A}"/>
                  </a:ext>
                </a:extLst>
              </p:cNvPr>
              <p:cNvSpPr>
                <a:spLocks noGrp="1"/>
              </p:cNvSpPr>
              <p:nvPr/>
            </p:nvSpPr>
            <p:spPr>
              <a:xfrm>
                <a:off x="21950363" y="7121128"/>
                <a:ext cx="709613" cy="5953"/>
              </a:xfrm>
              <a:prstGeom prst="rect">
                <a:avLst/>
              </a:prstGeom>
              <a:solidFill>
                <a:srgbClr val="0072B2"/>
              </a:solidFill>
              <a:ln w="0">
                <a:noFill/>
                <a:prstDash val="solid"/>
              </a:ln>
            </p:spPr>
          </p:sp>
          <p:sp>
            <p:nvSpPr>
              <p:cNvPr id="2595" name="four:temporal-output:rotated-tᵦ-cell-7:2595">
                <a:extLst>
                  <a:ext uri="{FF2B5EF4-FFF2-40B4-BE49-F238E27FC236}">
                    <ns2:creationId id="{45F719BB-6E8B-4455-A306-4676A6E1E028}"/>
                  </a:ext>
                </a:extLst>
              </p:cNvPr>
              <p:cNvSpPr>
                <a:spLocks noGrp="1"/>
              </p:cNvSpPr>
              <p:nvPr/>
            </p:nvSpPr>
            <p:spPr>
              <a:xfrm>
                <a:off x="21950363" y="7115175"/>
                <a:ext cx="709613" cy="5953"/>
              </a:xfrm>
              <a:prstGeom prst="rect">
                <a:avLst/>
              </a:prstGeom>
              <a:solidFill>
                <a:srgbClr val="0072B2"/>
              </a:solidFill>
              <a:ln w="0">
                <a:noFill/>
                <a:prstDash val="solid"/>
              </a:ln>
            </p:spPr>
          </p:sp>
          <p:sp>
            <p:nvSpPr>
              <p:cNvPr id="2596" name="four:temporal-output:rotated-tᵦ-cell-8:2596">
                <a:extLst>
                  <a:ext uri="{FF2B5EF4-FFF2-40B4-BE49-F238E27FC236}">
                    <ns2:creationId id="{84B8B576-1849-4F2C-9D73-FFF9714D0EE1}"/>
                  </a:ext>
                </a:extLst>
              </p:cNvPr>
              <p:cNvSpPr>
                <a:spLocks noGrp="1"/>
              </p:cNvSpPr>
              <p:nvPr/>
            </p:nvSpPr>
            <p:spPr>
              <a:xfrm>
                <a:off x="21950363" y="7109222"/>
                <a:ext cx="709613" cy="5953"/>
              </a:xfrm>
              <a:prstGeom prst="rect">
                <a:avLst/>
              </a:prstGeom>
              <a:solidFill>
                <a:srgbClr val="0072B2"/>
              </a:solidFill>
              <a:ln w="0">
                <a:noFill/>
                <a:prstDash val="solid"/>
              </a:ln>
            </p:spPr>
          </p:sp>
          <p:sp>
            <p:nvSpPr>
              <p:cNvPr id="2597" name="four:temporal-output:rotated-tᵦ-cell-9:2597">
                <a:extLst>
                  <a:ext uri="{FF2B5EF4-FFF2-40B4-BE49-F238E27FC236}">
                    <ns2:creationId id="{79C27C48-6EB9-4CCC-8205-F9AD58B9704D}"/>
                  </a:ext>
                </a:extLst>
              </p:cNvPr>
              <p:cNvSpPr>
                <a:spLocks noGrp="1"/>
              </p:cNvSpPr>
              <p:nvPr/>
            </p:nvSpPr>
            <p:spPr>
              <a:xfrm>
                <a:off x="21950363" y="7103269"/>
                <a:ext cx="709613" cy="5953"/>
              </a:xfrm>
              <a:prstGeom prst="rect">
                <a:avLst/>
              </a:prstGeom>
              <a:solidFill>
                <a:srgbClr val="0072B2"/>
              </a:solidFill>
              <a:ln w="0">
                <a:noFill/>
                <a:prstDash val="solid"/>
              </a:ln>
            </p:spPr>
          </p:sp>
          <p:sp>
            <p:nvSpPr>
              <p:cNvPr id="2598" name="four:temporal-output:rotated-tᵦ-cell-10:2598">
                <a:extLst>
                  <a:ext uri="{FF2B5EF4-FFF2-40B4-BE49-F238E27FC236}">
                    <ns2:creationId id="{633C3C3D-7108-49B2-912B-2E1A807D8B04}"/>
                  </a:ext>
                </a:extLst>
              </p:cNvPr>
              <p:cNvSpPr>
                <a:spLocks noGrp="1"/>
              </p:cNvSpPr>
              <p:nvPr/>
            </p:nvSpPr>
            <p:spPr>
              <a:xfrm>
                <a:off x="21950363" y="7097316"/>
                <a:ext cx="709613" cy="5953"/>
              </a:xfrm>
              <a:prstGeom prst="rect">
                <a:avLst/>
              </a:prstGeom>
              <a:solidFill>
                <a:srgbClr val="0072B2"/>
              </a:solidFill>
              <a:ln w="0">
                <a:noFill/>
                <a:prstDash val="solid"/>
              </a:ln>
            </p:spPr>
          </p:sp>
          <p:sp>
            <p:nvSpPr>
              <p:cNvPr id="2599" name="four:temporal-output:rotated-tᵦ-cell-11:2599">
                <a:extLst>
                  <a:ext uri="{FF2B5EF4-FFF2-40B4-BE49-F238E27FC236}">
                    <ns2:creationId id="{3EB89938-D2FF-4AAA-A936-B0FE5BCA10EE}"/>
                  </a:ext>
                </a:extLst>
              </p:cNvPr>
              <p:cNvSpPr>
                <a:spLocks noGrp="1"/>
              </p:cNvSpPr>
              <p:nvPr/>
            </p:nvSpPr>
            <p:spPr>
              <a:xfrm>
                <a:off x="21950363" y="7091363"/>
                <a:ext cx="709613" cy="5953"/>
              </a:xfrm>
              <a:prstGeom prst="rect">
                <a:avLst/>
              </a:prstGeom>
              <a:solidFill>
                <a:srgbClr val="0072B2"/>
              </a:solidFill>
              <a:ln w="0">
                <a:noFill/>
                <a:prstDash val="solid"/>
              </a:ln>
            </p:spPr>
          </p:sp>
          <p:sp>
            <p:nvSpPr>
              <p:cNvPr id="2600" name="four:temporal-output:rotated-tᵦ-cell-12:2600">
                <a:extLst>
                  <a:ext uri="{FF2B5EF4-FFF2-40B4-BE49-F238E27FC236}">
                    <ns2:creationId id="{B6C031D9-D249-41C6-96F4-D0F3C06CFAA1}"/>
                  </a:ext>
                </a:extLst>
              </p:cNvPr>
              <p:cNvSpPr>
                <a:spLocks noGrp="1"/>
              </p:cNvSpPr>
              <p:nvPr/>
            </p:nvSpPr>
            <p:spPr>
              <a:xfrm>
                <a:off x="21950363" y="7085409"/>
                <a:ext cx="709613" cy="5953"/>
              </a:xfrm>
              <a:prstGeom prst="rect">
                <a:avLst/>
              </a:prstGeom>
              <a:solidFill>
                <a:srgbClr val="0072B2"/>
              </a:solidFill>
              <a:ln w="0">
                <a:noFill/>
                <a:prstDash val="solid"/>
              </a:ln>
            </p:spPr>
          </p:sp>
          <p:sp>
            <p:nvSpPr>
              <p:cNvPr id="2601" name="four:temporal-output:rotated-tᵦ-cell-13:2601">
                <a:extLst>
                  <a:ext uri="{FF2B5EF4-FFF2-40B4-BE49-F238E27FC236}">
                    <ns2:creationId id="{B75BB04B-2CFE-424D-AC70-DB12D31BCC89}"/>
                  </a:ext>
                </a:extLst>
              </p:cNvPr>
              <p:cNvSpPr>
                <a:spLocks noGrp="1"/>
              </p:cNvSpPr>
              <p:nvPr/>
            </p:nvSpPr>
            <p:spPr>
              <a:xfrm>
                <a:off x="21950363" y="7079456"/>
                <a:ext cx="709613" cy="5953"/>
              </a:xfrm>
              <a:prstGeom prst="rect">
                <a:avLst/>
              </a:prstGeom>
              <a:solidFill>
                <a:srgbClr val="0072B2"/>
              </a:solidFill>
              <a:ln w="0">
                <a:noFill/>
                <a:prstDash val="solid"/>
              </a:ln>
            </p:spPr>
          </p:sp>
          <p:sp>
            <p:nvSpPr>
              <p:cNvPr id="2602" name="four:temporal-output:rotated-tᵦ-cell-14:2602">
                <a:extLst>
                  <a:ext uri="{FF2B5EF4-FFF2-40B4-BE49-F238E27FC236}">
                    <ns2:creationId id="{FC15F9C0-6D03-45EC-B846-D4CDE75CB2C7}"/>
                  </a:ext>
                </a:extLst>
              </p:cNvPr>
              <p:cNvSpPr>
                <a:spLocks noGrp="1"/>
              </p:cNvSpPr>
              <p:nvPr/>
            </p:nvSpPr>
            <p:spPr>
              <a:xfrm>
                <a:off x="21950363" y="7073503"/>
                <a:ext cx="709613" cy="5953"/>
              </a:xfrm>
              <a:prstGeom prst="rect">
                <a:avLst/>
              </a:prstGeom>
              <a:solidFill>
                <a:srgbClr val="0072B2"/>
              </a:solidFill>
              <a:ln w="0">
                <a:noFill/>
                <a:prstDash val="solid"/>
              </a:ln>
            </p:spPr>
          </p:sp>
          <p:sp>
            <p:nvSpPr>
              <p:cNvPr id="2603" name="four:temporal-output:rotated-tᵦ-cell-15:2603">
                <a:extLst>
                  <a:ext uri="{FF2B5EF4-FFF2-40B4-BE49-F238E27FC236}">
                    <ns2:creationId id="{628A4BFE-6662-4AB6-B316-2EB22CC4C66E}"/>
                  </a:ext>
                </a:extLst>
              </p:cNvPr>
              <p:cNvSpPr>
                <a:spLocks noGrp="1"/>
              </p:cNvSpPr>
              <p:nvPr/>
            </p:nvSpPr>
            <p:spPr>
              <a:xfrm>
                <a:off x="21950363" y="7067550"/>
                <a:ext cx="709613" cy="5953"/>
              </a:xfrm>
              <a:prstGeom prst="rect">
                <a:avLst/>
              </a:prstGeom>
              <a:solidFill>
                <a:srgbClr val="0072B2"/>
              </a:solidFill>
              <a:ln w="0">
                <a:noFill/>
                <a:prstDash val="solid"/>
              </a:ln>
            </p:spPr>
          </p:sp>
          <p:sp>
            <p:nvSpPr>
              <p:cNvPr id="2604" name="four:temporal-output:rotated-tᵦ-cell-16:2604">
                <a:extLst>
                  <a:ext uri="{FF2B5EF4-FFF2-40B4-BE49-F238E27FC236}">
                    <ns2:creationId id="{376CA17C-B0C6-4A3E-84F7-C392B18E6AA9}"/>
                  </a:ext>
                </a:extLst>
              </p:cNvPr>
              <p:cNvSpPr>
                <a:spLocks noGrp="1"/>
              </p:cNvSpPr>
              <p:nvPr/>
            </p:nvSpPr>
            <p:spPr>
              <a:xfrm>
                <a:off x="21950363" y="7061597"/>
                <a:ext cx="709613" cy="5953"/>
              </a:xfrm>
              <a:prstGeom prst="rect">
                <a:avLst/>
              </a:prstGeom>
              <a:solidFill>
                <a:srgbClr val="0072B2"/>
              </a:solidFill>
              <a:ln w="0">
                <a:noFill/>
                <a:prstDash val="solid"/>
              </a:ln>
            </p:spPr>
          </p:sp>
          <p:sp>
            <p:nvSpPr>
              <p:cNvPr id="2605" name="four:temporal-output:rotated-tᵦ-cell-17:2605">
                <a:extLst>
                  <a:ext uri="{FF2B5EF4-FFF2-40B4-BE49-F238E27FC236}">
                    <ns2:creationId id="{D3CB257D-E1D9-49BD-ADA0-8A5B59AC77C6}"/>
                  </a:ext>
                </a:extLst>
              </p:cNvPr>
              <p:cNvSpPr>
                <a:spLocks noGrp="1"/>
              </p:cNvSpPr>
              <p:nvPr/>
            </p:nvSpPr>
            <p:spPr>
              <a:xfrm>
                <a:off x="21950363" y="7055644"/>
                <a:ext cx="709613" cy="5953"/>
              </a:xfrm>
              <a:prstGeom prst="rect">
                <a:avLst/>
              </a:prstGeom>
              <a:solidFill>
                <a:srgbClr val="0072B2"/>
              </a:solidFill>
              <a:ln w="0">
                <a:noFill/>
                <a:prstDash val="solid"/>
              </a:ln>
            </p:spPr>
          </p:sp>
          <p:sp>
            <p:nvSpPr>
              <p:cNvPr id="2606" name="four:temporal-output:rotated-tᵦ-cell-18:2606">
                <a:extLst>
                  <a:ext uri="{FF2B5EF4-FFF2-40B4-BE49-F238E27FC236}">
                    <ns2:creationId id="{98098E4A-B442-4CDB-BC5C-39C49F53D69F}"/>
                  </a:ext>
                </a:extLst>
              </p:cNvPr>
              <p:cNvSpPr>
                <a:spLocks noGrp="1"/>
              </p:cNvSpPr>
              <p:nvPr/>
            </p:nvSpPr>
            <p:spPr>
              <a:xfrm>
                <a:off x="21950363" y="7049691"/>
                <a:ext cx="709613" cy="5953"/>
              </a:xfrm>
              <a:prstGeom prst="rect">
                <a:avLst/>
              </a:prstGeom>
              <a:solidFill>
                <a:srgbClr val="0072B2"/>
              </a:solidFill>
              <a:ln w="0">
                <a:noFill/>
                <a:prstDash val="solid"/>
              </a:ln>
            </p:spPr>
          </p:sp>
          <p:sp>
            <p:nvSpPr>
              <p:cNvPr id="2607" name="four:temporal-output:rotated-tᵦ-cell-19:2607">
                <a:extLst>
                  <a:ext uri="{FF2B5EF4-FFF2-40B4-BE49-F238E27FC236}">
                    <ns2:creationId id="{DA877BBA-A24A-416E-A667-E031210EE03D}"/>
                  </a:ext>
                </a:extLst>
              </p:cNvPr>
              <p:cNvSpPr>
                <a:spLocks noGrp="1"/>
              </p:cNvSpPr>
              <p:nvPr/>
            </p:nvSpPr>
            <p:spPr>
              <a:xfrm>
                <a:off x="21950363" y="7043738"/>
                <a:ext cx="709613" cy="5953"/>
              </a:xfrm>
              <a:prstGeom prst="rect">
                <a:avLst/>
              </a:prstGeom>
              <a:solidFill>
                <a:srgbClr val="0072B2"/>
              </a:solidFill>
              <a:ln w="0">
                <a:noFill/>
                <a:prstDash val="solid"/>
              </a:ln>
            </p:spPr>
          </p:sp>
          <p:sp>
            <p:nvSpPr>
              <p:cNvPr id="2608" name="four:temporal-output:rotated-tᵦ-cell-20:2608">
                <a:extLst>
                  <a:ext uri="{FF2B5EF4-FFF2-40B4-BE49-F238E27FC236}">
                    <ns2:creationId id="{47CDE01B-D220-4942-A067-91C0DB70135C}"/>
                  </a:ext>
                </a:extLst>
              </p:cNvPr>
              <p:cNvSpPr>
                <a:spLocks noGrp="1"/>
              </p:cNvSpPr>
              <p:nvPr/>
            </p:nvSpPr>
            <p:spPr>
              <a:xfrm>
                <a:off x="21950363" y="7037784"/>
                <a:ext cx="709613" cy="5953"/>
              </a:xfrm>
              <a:prstGeom prst="rect">
                <a:avLst/>
              </a:prstGeom>
              <a:solidFill>
                <a:srgbClr val="0072B2"/>
              </a:solidFill>
              <a:ln w="0">
                <a:noFill/>
                <a:prstDash val="solid"/>
              </a:ln>
            </p:spPr>
          </p:sp>
          <p:sp>
            <p:nvSpPr>
              <p:cNvPr id="2609" name="four:temporal-output:rotated-tᵦ-cell-21:2609">
                <a:extLst>
                  <a:ext uri="{FF2B5EF4-FFF2-40B4-BE49-F238E27FC236}">
                    <ns2:creationId id="{4172AF28-3F43-4CB7-A9EE-DDCA4E5EF424}"/>
                  </a:ext>
                </a:extLst>
              </p:cNvPr>
              <p:cNvSpPr>
                <a:spLocks noGrp="1"/>
              </p:cNvSpPr>
              <p:nvPr/>
            </p:nvSpPr>
            <p:spPr>
              <a:xfrm>
                <a:off x="21950363" y="7031831"/>
                <a:ext cx="709613" cy="5953"/>
              </a:xfrm>
              <a:prstGeom prst="rect">
                <a:avLst/>
              </a:prstGeom>
              <a:solidFill>
                <a:srgbClr val="0072B2"/>
              </a:solidFill>
              <a:ln w="0">
                <a:noFill/>
                <a:prstDash val="solid"/>
              </a:ln>
            </p:spPr>
          </p:sp>
          <p:sp>
            <p:nvSpPr>
              <p:cNvPr id="2610" name="four:temporal-output:rotated-tᵦ-cell-22:2610">
                <a:extLst>
                  <a:ext uri="{FF2B5EF4-FFF2-40B4-BE49-F238E27FC236}">
                    <ns2:creationId id="{D9A79703-4AF7-40D5-A760-B7306F74AA57}"/>
                  </a:ext>
                </a:extLst>
              </p:cNvPr>
              <p:cNvSpPr>
                <a:spLocks noGrp="1"/>
              </p:cNvSpPr>
              <p:nvPr/>
            </p:nvSpPr>
            <p:spPr>
              <a:xfrm>
                <a:off x="21950363" y="7025878"/>
                <a:ext cx="709613" cy="5953"/>
              </a:xfrm>
              <a:prstGeom prst="rect">
                <a:avLst/>
              </a:prstGeom>
              <a:solidFill>
                <a:srgbClr val="0072B2"/>
              </a:solidFill>
              <a:ln w="0">
                <a:noFill/>
                <a:prstDash val="solid"/>
              </a:ln>
            </p:spPr>
          </p:sp>
          <p:sp>
            <p:nvSpPr>
              <p:cNvPr id="2611" name="four:temporal-output:rotated-tᵦ-cell-23:2611">
                <a:extLst>
                  <a:ext uri="{FF2B5EF4-FFF2-40B4-BE49-F238E27FC236}">
                    <ns2:creationId id="{2E81BA93-1B55-4114-AAAE-978ED503B3ED}"/>
                  </a:ext>
                </a:extLst>
              </p:cNvPr>
              <p:cNvSpPr>
                <a:spLocks noGrp="1"/>
              </p:cNvSpPr>
              <p:nvPr/>
            </p:nvSpPr>
            <p:spPr>
              <a:xfrm>
                <a:off x="21950363" y="7019925"/>
                <a:ext cx="709613" cy="5953"/>
              </a:xfrm>
              <a:prstGeom prst="rect">
                <a:avLst/>
              </a:prstGeom>
              <a:solidFill>
                <a:srgbClr val="0977B4"/>
              </a:solidFill>
              <a:ln w="0">
                <a:noFill/>
                <a:prstDash val="solid"/>
              </a:ln>
            </p:spPr>
          </p:sp>
          <p:sp>
            <p:nvSpPr>
              <p:cNvPr id="2612" name="four:temporal-output:rotated-tᵦ-cell-24:2612">
                <a:extLst>
                  <a:ext uri="{FF2B5EF4-FFF2-40B4-BE49-F238E27FC236}">
                    <ns2:creationId id="{C850E3A1-6FA5-4521-AF4A-00B4D11B87B2}"/>
                  </a:ext>
                </a:extLst>
              </p:cNvPr>
              <p:cNvSpPr>
                <a:spLocks noGrp="1"/>
              </p:cNvSpPr>
              <p:nvPr/>
            </p:nvSpPr>
            <p:spPr>
              <a:xfrm>
                <a:off x="21950363" y="7013972"/>
                <a:ext cx="709613" cy="5953"/>
              </a:xfrm>
              <a:prstGeom prst="rect">
                <a:avLst/>
              </a:prstGeom>
              <a:solidFill>
                <a:srgbClr val="2385BB"/>
              </a:solidFill>
              <a:ln w="0">
                <a:noFill/>
                <a:prstDash val="solid"/>
              </a:ln>
            </p:spPr>
          </p:sp>
          <p:sp>
            <p:nvSpPr>
              <p:cNvPr id="2613" name="four:temporal-output:rotated-tᵦ-cell-25:2613">
                <a:extLst>
                  <a:ext uri="{FF2B5EF4-FFF2-40B4-BE49-F238E27FC236}">
                    <ns2:creationId id="{1C91E34F-4FC0-40DE-A552-A8B4059CD8E1}"/>
                  </a:ext>
                </a:extLst>
              </p:cNvPr>
              <p:cNvSpPr>
                <a:spLocks noGrp="1"/>
              </p:cNvSpPr>
              <p:nvPr/>
            </p:nvSpPr>
            <p:spPr>
              <a:xfrm>
                <a:off x="21950363" y="7008019"/>
                <a:ext cx="709613" cy="5953"/>
              </a:xfrm>
              <a:prstGeom prst="rect">
                <a:avLst/>
              </a:prstGeom>
              <a:solidFill>
                <a:srgbClr val="4899C5"/>
              </a:solidFill>
              <a:ln w="0">
                <a:noFill/>
                <a:prstDash val="solid"/>
              </a:ln>
            </p:spPr>
          </p:sp>
          <p:sp>
            <p:nvSpPr>
              <p:cNvPr id="2614" name="four:temporal-output:rotated-tᵦ-cell-26:2614">
                <a:extLst>
                  <a:ext uri="{FF2B5EF4-FFF2-40B4-BE49-F238E27FC236}">
                    <ns2:creationId id="{107069F1-D7B0-42E2-96C2-1BF5B4596F10}"/>
                  </a:ext>
                </a:extLst>
              </p:cNvPr>
              <p:cNvSpPr>
                <a:spLocks noGrp="1"/>
              </p:cNvSpPr>
              <p:nvPr/>
            </p:nvSpPr>
            <p:spPr>
              <a:xfrm>
                <a:off x="21950363" y="7002066"/>
                <a:ext cx="709613" cy="5953"/>
              </a:xfrm>
              <a:prstGeom prst="rect">
                <a:avLst/>
              </a:prstGeom>
              <a:solidFill>
                <a:srgbClr val="72AFD1"/>
              </a:solidFill>
              <a:ln w="0">
                <a:noFill/>
                <a:prstDash val="solid"/>
              </a:ln>
            </p:spPr>
          </p:sp>
          <p:sp>
            <p:nvSpPr>
              <p:cNvPr id="2615" name="four:temporal-output:rotated-tᵦ-cell-27:2615">
                <a:extLst>
                  <a:ext uri="{FF2B5EF4-FFF2-40B4-BE49-F238E27FC236}">
                    <ns2:creationId id="{98F2A0A9-026A-44DE-A5C6-7D154ADD0C40}"/>
                  </a:ext>
                </a:extLst>
              </p:cNvPr>
              <p:cNvSpPr>
                <a:spLocks noGrp="1"/>
              </p:cNvSpPr>
              <p:nvPr/>
            </p:nvSpPr>
            <p:spPr>
              <a:xfrm>
                <a:off x="21950363" y="6996113"/>
                <a:ext cx="709613" cy="5953"/>
              </a:xfrm>
              <a:prstGeom prst="rect">
                <a:avLst/>
              </a:prstGeom>
              <a:solidFill>
                <a:srgbClr val="9CC5DC"/>
              </a:solidFill>
              <a:ln w="0">
                <a:noFill/>
                <a:prstDash val="solid"/>
              </a:ln>
            </p:spPr>
          </p:sp>
          <p:sp>
            <p:nvSpPr>
              <p:cNvPr id="2616" name="four:temporal-output:rotated-tᵦ-cell-28:2616">
                <a:extLst>
                  <a:ext uri="{FF2B5EF4-FFF2-40B4-BE49-F238E27FC236}">
                    <ns2:creationId id="{3A50E235-659A-4278-8AEE-3C21FD12BB71}"/>
                  </a:ext>
                </a:extLst>
              </p:cNvPr>
              <p:cNvSpPr>
                <a:spLocks noGrp="1"/>
              </p:cNvSpPr>
              <p:nvPr/>
            </p:nvSpPr>
            <p:spPr>
              <a:xfrm>
                <a:off x="21950363" y="6990159"/>
                <a:ext cx="709613" cy="5953"/>
              </a:xfrm>
              <a:prstGeom prst="rect">
                <a:avLst/>
              </a:prstGeom>
              <a:solidFill>
                <a:srgbClr val="C9DBE4"/>
              </a:solidFill>
              <a:ln w="0">
                <a:noFill/>
                <a:prstDash val="solid"/>
              </a:ln>
            </p:spPr>
          </p:sp>
          <p:sp>
            <p:nvSpPr>
              <p:cNvPr id="2617" name="four:temporal-output:rotated-tᵦ-cell-29:2617">
                <a:extLst>
                  <a:ext uri="{FF2B5EF4-FFF2-40B4-BE49-F238E27FC236}">
                    <ns2:creationId id="{DEF9A7E8-F5EC-4596-BA4A-98563518738E}"/>
                  </a:ext>
                </a:extLst>
              </p:cNvPr>
              <p:cNvSpPr>
                <a:spLocks noGrp="1"/>
              </p:cNvSpPr>
              <p:nvPr/>
            </p:nvSpPr>
            <p:spPr>
              <a:xfrm>
                <a:off x="21950363" y="6984206"/>
                <a:ext cx="709613" cy="5953"/>
              </a:xfrm>
              <a:prstGeom prst="rect">
                <a:avLst/>
              </a:prstGeom>
              <a:solidFill>
                <a:srgbClr val="D8E5EB"/>
              </a:solidFill>
              <a:ln w="0">
                <a:noFill/>
                <a:prstDash val="solid"/>
              </a:ln>
            </p:spPr>
          </p:sp>
          <p:sp>
            <p:nvSpPr>
              <p:cNvPr id="2618" name="four:temporal-output:rotated-tᵦ-cell-30:2618">
                <a:extLst>
                  <a:ext uri="{FF2B5EF4-FFF2-40B4-BE49-F238E27FC236}">
                    <ns2:creationId id="{037FD688-E061-4D00-8E91-DA4B13DF93E8}"/>
                  </a:ext>
                </a:extLst>
              </p:cNvPr>
              <p:cNvSpPr>
                <a:spLocks noGrp="1"/>
              </p:cNvSpPr>
              <p:nvPr/>
            </p:nvSpPr>
            <p:spPr>
              <a:xfrm>
                <a:off x="21950363" y="6978253"/>
                <a:ext cx="709613" cy="5953"/>
              </a:xfrm>
              <a:prstGeom prst="rect">
                <a:avLst/>
              </a:prstGeom>
              <a:solidFill>
                <a:srgbClr val="DCE8ED"/>
              </a:solidFill>
              <a:ln w="0">
                <a:noFill/>
                <a:prstDash val="solid"/>
              </a:ln>
            </p:spPr>
          </p:sp>
          <p:sp>
            <p:nvSpPr>
              <p:cNvPr id="2619" name="four:temporal-output:rotated-tᵦ-cell-31:2619">
                <a:extLst>
                  <a:ext uri="{FF2B5EF4-FFF2-40B4-BE49-F238E27FC236}">
                    <ns2:creationId id="{9FD03202-473E-4B9A-AEDC-890CBC30E0C7}"/>
                  </a:ext>
                </a:extLst>
              </p:cNvPr>
              <p:cNvSpPr>
                <a:spLocks noGrp="1"/>
              </p:cNvSpPr>
              <p:nvPr/>
            </p:nvSpPr>
            <p:spPr>
              <a:xfrm>
                <a:off x="21950363" y="6972300"/>
                <a:ext cx="709613" cy="5953"/>
              </a:xfrm>
              <a:prstGeom prst="rect">
                <a:avLst/>
              </a:prstGeom>
              <a:solidFill>
                <a:srgbClr val="DCE8ED"/>
              </a:solidFill>
              <a:ln w="0">
                <a:noFill/>
                <a:prstDash val="solid"/>
              </a:ln>
            </p:spPr>
          </p:sp>
          <p:sp>
            <p:nvSpPr>
              <p:cNvPr id="2620" name="four:temporal-output:rotated-tᵦ-cell-32:2620">
                <a:extLst>
                  <a:ext uri="{FF2B5EF4-FFF2-40B4-BE49-F238E27FC236}">
                    <ns2:creationId id="{055111F5-3297-4EC8-A5E3-0B65C4241575}"/>
                  </a:ext>
                </a:extLst>
              </p:cNvPr>
              <p:cNvSpPr>
                <a:spLocks noGrp="1"/>
              </p:cNvSpPr>
              <p:nvPr/>
            </p:nvSpPr>
            <p:spPr>
              <a:xfrm>
                <a:off x="21950363" y="6966347"/>
                <a:ext cx="709613" cy="5953"/>
              </a:xfrm>
              <a:prstGeom prst="rect">
                <a:avLst/>
              </a:prstGeom>
              <a:solidFill>
                <a:srgbClr val="DCE8ED"/>
              </a:solidFill>
              <a:ln w="0">
                <a:noFill/>
                <a:prstDash val="solid"/>
              </a:ln>
            </p:spPr>
          </p:sp>
          <p:sp>
            <p:nvSpPr>
              <p:cNvPr id="2621" name="four:temporal-output:rotated-tᵦ-cell-33:2621">
                <a:extLst>
                  <a:ext uri="{FF2B5EF4-FFF2-40B4-BE49-F238E27FC236}">
                    <ns2:creationId id="{18B6A064-D224-4C91-B904-C82DDEBA8077}"/>
                  </a:ext>
                </a:extLst>
              </p:cNvPr>
              <p:cNvSpPr>
                <a:spLocks noGrp="1"/>
              </p:cNvSpPr>
              <p:nvPr/>
            </p:nvSpPr>
            <p:spPr>
              <a:xfrm>
                <a:off x="21950363" y="6960394"/>
                <a:ext cx="709613" cy="5953"/>
              </a:xfrm>
              <a:prstGeom prst="rect">
                <a:avLst/>
              </a:prstGeom>
              <a:solidFill>
                <a:srgbClr val="DCE8ED"/>
              </a:solidFill>
              <a:ln w="0">
                <a:noFill/>
                <a:prstDash val="solid"/>
              </a:ln>
            </p:spPr>
          </p:sp>
          <p:sp>
            <p:nvSpPr>
              <p:cNvPr id="2622" name="four:temporal-output:rotated-tᵦ-cell-34:2622">
                <a:extLst>
                  <a:ext uri="{FF2B5EF4-FFF2-40B4-BE49-F238E27FC236}">
                    <ns2:creationId id="{2211F4A8-48BD-48A6-B3E8-99FF8710478B}"/>
                  </a:ext>
                </a:extLst>
              </p:cNvPr>
              <p:cNvSpPr>
                <a:spLocks noGrp="1"/>
              </p:cNvSpPr>
              <p:nvPr/>
            </p:nvSpPr>
            <p:spPr>
              <a:xfrm>
                <a:off x="21950363" y="6954441"/>
                <a:ext cx="709613" cy="5953"/>
              </a:xfrm>
              <a:prstGeom prst="rect">
                <a:avLst/>
              </a:prstGeom>
              <a:solidFill>
                <a:srgbClr val="DCE8ED"/>
              </a:solidFill>
              <a:ln w="0">
                <a:noFill/>
                <a:prstDash val="solid"/>
              </a:ln>
            </p:spPr>
          </p:sp>
          <p:sp>
            <p:nvSpPr>
              <p:cNvPr id="2623" name="four:temporal-output:rotated-tᵦ-cell-35:2623">
                <a:extLst>
                  <a:ext uri="{FF2B5EF4-FFF2-40B4-BE49-F238E27FC236}">
                    <ns2:creationId id="{8E4A7066-775B-41B1-950E-D5DC325A77AC}"/>
                  </a:ext>
                </a:extLst>
              </p:cNvPr>
              <p:cNvSpPr>
                <a:spLocks noGrp="1"/>
              </p:cNvSpPr>
              <p:nvPr/>
            </p:nvSpPr>
            <p:spPr>
              <a:xfrm>
                <a:off x="21950363" y="6948488"/>
                <a:ext cx="709613" cy="5953"/>
              </a:xfrm>
              <a:prstGeom prst="rect">
                <a:avLst/>
              </a:prstGeom>
              <a:solidFill>
                <a:srgbClr val="DCE8ED"/>
              </a:solidFill>
              <a:ln w="0">
                <a:noFill/>
                <a:prstDash val="solid"/>
              </a:ln>
            </p:spPr>
          </p:sp>
          <p:sp>
            <p:nvSpPr>
              <p:cNvPr id="2624" name="four:temporal-output:rotated-tᵦ-cell-36:2624">
                <a:extLst>
                  <a:ext uri="{FF2B5EF4-FFF2-40B4-BE49-F238E27FC236}">
                    <ns2:creationId id="{71AD41A1-8239-47F4-B7A8-3A93F67C3AC7}"/>
                  </a:ext>
                </a:extLst>
              </p:cNvPr>
              <p:cNvSpPr>
                <a:spLocks noGrp="1"/>
              </p:cNvSpPr>
              <p:nvPr/>
            </p:nvSpPr>
            <p:spPr>
              <a:xfrm>
                <a:off x="21950363" y="6942534"/>
                <a:ext cx="709613" cy="5953"/>
              </a:xfrm>
              <a:prstGeom prst="rect">
                <a:avLst/>
              </a:prstGeom>
              <a:solidFill>
                <a:srgbClr val="DCE8ED"/>
              </a:solidFill>
              <a:ln w="0">
                <a:noFill/>
                <a:prstDash val="solid"/>
              </a:ln>
            </p:spPr>
          </p:sp>
          <p:sp>
            <p:nvSpPr>
              <p:cNvPr id="2625" name="four:temporal-output:rotated-tᵦ-cell-37:2625">
                <a:extLst>
                  <a:ext uri="{FF2B5EF4-FFF2-40B4-BE49-F238E27FC236}">
                    <ns2:creationId id="{7DC7519C-466C-4CBF-ADCC-90021591BC77}"/>
                  </a:ext>
                </a:extLst>
              </p:cNvPr>
              <p:cNvSpPr>
                <a:spLocks noGrp="1"/>
              </p:cNvSpPr>
              <p:nvPr/>
            </p:nvSpPr>
            <p:spPr>
              <a:xfrm>
                <a:off x="21950363" y="6936581"/>
                <a:ext cx="709613" cy="5953"/>
              </a:xfrm>
              <a:prstGeom prst="rect">
                <a:avLst/>
              </a:prstGeom>
              <a:solidFill>
                <a:srgbClr val="DCE8ED"/>
              </a:solidFill>
              <a:ln w="0">
                <a:noFill/>
                <a:prstDash val="solid"/>
              </a:ln>
            </p:spPr>
          </p:sp>
          <p:sp>
            <p:nvSpPr>
              <p:cNvPr id="2626" name="four:temporal-output:rotated-tᵦ-cell-38:2626">
                <a:extLst>
                  <a:ext uri="{FF2B5EF4-FFF2-40B4-BE49-F238E27FC236}">
                    <ns2:creationId id="{D86E3999-D166-460D-A8EA-C69362FD725D}"/>
                  </a:ext>
                </a:extLst>
              </p:cNvPr>
              <p:cNvSpPr>
                <a:spLocks noGrp="1"/>
              </p:cNvSpPr>
              <p:nvPr/>
            </p:nvSpPr>
            <p:spPr>
              <a:xfrm>
                <a:off x="21950363" y="6930628"/>
                <a:ext cx="709613" cy="5953"/>
              </a:xfrm>
              <a:prstGeom prst="rect">
                <a:avLst/>
              </a:prstGeom>
              <a:solidFill>
                <a:srgbClr val="DCE8ED"/>
              </a:solidFill>
              <a:ln w="0">
                <a:noFill/>
                <a:prstDash val="solid"/>
              </a:ln>
            </p:spPr>
          </p:sp>
          <p:sp>
            <p:nvSpPr>
              <p:cNvPr id="2627" name="four:temporal-output:rotated-tᵦ-cell-39:2627">
                <a:extLst>
                  <a:ext uri="{FF2B5EF4-FFF2-40B4-BE49-F238E27FC236}">
                    <ns2:creationId id="{4AF77CDA-D289-4640-8717-47848C69E072}"/>
                  </a:ext>
                </a:extLst>
              </p:cNvPr>
              <p:cNvSpPr>
                <a:spLocks noGrp="1"/>
              </p:cNvSpPr>
              <p:nvPr/>
            </p:nvSpPr>
            <p:spPr>
              <a:xfrm>
                <a:off x="21950363" y="6924675"/>
                <a:ext cx="709613" cy="5953"/>
              </a:xfrm>
              <a:prstGeom prst="rect">
                <a:avLst/>
              </a:prstGeom>
              <a:solidFill>
                <a:srgbClr val="DCE8ED"/>
              </a:solidFill>
              <a:ln w="0">
                <a:noFill/>
                <a:prstDash val="solid"/>
              </a:ln>
            </p:spPr>
          </p:sp>
          <p:sp>
            <p:nvSpPr>
              <p:cNvPr id="2628" name="four:temporal-output:rotated-tᵦ-cell-40:2628">
                <a:extLst>
                  <a:ext uri="{FF2B5EF4-FFF2-40B4-BE49-F238E27FC236}">
                    <ns2:creationId id="{EA382D5B-B2A8-4792-A744-491AC4384765}"/>
                  </a:ext>
                </a:extLst>
              </p:cNvPr>
              <p:cNvSpPr>
                <a:spLocks noGrp="1"/>
              </p:cNvSpPr>
              <p:nvPr/>
            </p:nvSpPr>
            <p:spPr>
              <a:xfrm>
                <a:off x="21950363" y="6918722"/>
                <a:ext cx="709613" cy="5953"/>
              </a:xfrm>
              <a:prstGeom prst="rect">
                <a:avLst/>
              </a:prstGeom>
              <a:solidFill>
                <a:srgbClr val="DCE8ED"/>
              </a:solidFill>
              <a:ln w="0">
                <a:noFill/>
                <a:prstDash val="solid"/>
              </a:ln>
            </p:spPr>
          </p:sp>
          <p:sp>
            <p:nvSpPr>
              <p:cNvPr id="2629" name="four:temporal-output:rotated-tᵦ-cell-41:2629">
                <a:extLst>
                  <a:ext uri="{FF2B5EF4-FFF2-40B4-BE49-F238E27FC236}">
                    <ns2:creationId id="{9963FABB-A3F3-4773-A0D2-3E7AD8AA99BE}"/>
                  </a:ext>
                </a:extLst>
              </p:cNvPr>
              <p:cNvSpPr>
                <a:spLocks noGrp="1"/>
              </p:cNvSpPr>
              <p:nvPr/>
            </p:nvSpPr>
            <p:spPr>
              <a:xfrm>
                <a:off x="21950363" y="6912769"/>
                <a:ext cx="709613" cy="5953"/>
              </a:xfrm>
              <a:prstGeom prst="rect">
                <a:avLst/>
              </a:prstGeom>
              <a:solidFill>
                <a:srgbClr val="DCE8ED"/>
              </a:solidFill>
              <a:ln w="0">
                <a:noFill/>
                <a:prstDash val="solid"/>
              </a:ln>
            </p:spPr>
          </p:sp>
          <p:sp>
            <p:nvSpPr>
              <p:cNvPr id="2630" name="four:temporal-output:rotated-tᵦ-cell-42:2630">
                <a:extLst>
                  <a:ext uri="{FF2B5EF4-FFF2-40B4-BE49-F238E27FC236}">
                    <ns2:creationId id="{420DA412-C27D-4893-B1F7-BC56C07915BD}"/>
                  </a:ext>
                </a:extLst>
              </p:cNvPr>
              <p:cNvSpPr>
                <a:spLocks noGrp="1"/>
              </p:cNvSpPr>
              <p:nvPr/>
            </p:nvSpPr>
            <p:spPr>
              <a:xfrm>
                <a:off x="21950363" y="6906816"/>
                <a:ext cx="709613" cy="5953"/>
              </a:xfrm>
              <a:prstGeom prst="rect">
                <a:avLst/>
              </a:prstGeom>
              <a:solidFill>
                <a:srgbClr val="DCE8ED"/>
              </a:solidFill>
              <a:ln w="0">
                <a:noFill/>
                <a:prstDash val="solid"/>
              </a:ln>
            </p:spPr>
          </p:sp>
          <p:sp>
            <p:nvSpPr>
              <p:cNvPr id="2631" name="four:temporal-output:rotated-tᵦ-cell-43:2631">
                <a:extLst>
                  <a:ext uri="{FF2B5EF4-FFF2-40B4-BE49-F238E27FC236}">
                    <ns2:creationId id="{92DC462E-F1C9-421A-BD14-BE48DAF46FDC}"/>
                  </a:ext>
                </a:extLst>
              </p:cNvPr>
              <p:cNvSpPr>
                <a:spLocks noGrp="1"/>
              </p:cNvSpPr>
              <p:nvPr/>
            </p:nvSpPr>
            <p:spPr>
              <a:xfrm>
                <a:off x="21950363" y="6900863"/>
                <a:ext cx="709613" cy="5953"/>
              </a:xfrm>
              <a:prstGeom prst="rect">
                <a:avLst/>
              </a:prstGeom>
              <a:solidFill>
                <a:srgbClr val="DCE8ED"/>
              </a:solidFill>
              <a:ln w="0">
                <a:noFill/>
                <a:prstDash val="solid"/>
              </a:ln>
            </p:spPr>
          </p:sp>
          <p:sp>
            <p:nvSpPr>
              <p:cNvPr id="2632" name="four:temporal-output:rotated-tᵦ-cell-44:2632">
                <a:extLst>
                  <a:ext uri="{FF2B5EF4-FFF2-40B4-BE49-F238E27FC236}">
                    <ns2:creationId id="{1F5062D6-46D5-4483-98D0-CF72EBDA1F17}"/>
                  </a:ext>
                </a:extLst>
              </p:cNvPr>
              <p:cNvSpPr>
                <a:spLocks noGrp="1"/>
              </p:cNvSpPr>
              <p:nvPr/>
            </p:nvSpPr>
            <p:spPr>
              <a:xfrm>
                <a:off x="21950363" y="6894909"/>
                <a:ext cx="709613" cy="5953"/>
              </a:xfrm>
              <a:prstGeom prst="rect">
                <a:avLst/>
              </a:prstGeom>
              <a:solidFill>
                <a:srgbClr val="DCE8ED"/>
              </a:solidFill>
              <a:ln w="0">
                <a:noFill/>
                <a:prstDash val="solid"/>
              </a:ln>
            </p:spPr>
          </p:sp>
          <p:sp>
            <p:nvSpPr>
              <p:cNvPr id="2633" name="four:temporal-output:rotated-tᵦ-cell-45:2633">
                <a:extLst>
                  <a:ext uri="{FF2B5EF4-FFF2-40B4-BE49-F238E27FC236}">
                    <ns2:creationId id="{212DE795-746D-44B0-B259-6812C28F65E3}"/>
                  </a:ext>
                </a:extLst>
              </p:cNvPr>
              <p:cNvSpPr>
                <a:spLocks noGrp="1"/>
              </p:cNvSpPr>
              <p:nvPr/>
            </p:nvSpPr>
            <p:spPr>
              <a:xfrm>
                <a:off x="21950363" y="6888956"/>
                <a:ext cx="709613" cy="5953"/>
              </a:xfrm>
              <a:prstGeom prst="rect">
                <a:avLst/>
              </a:prstGeom>
              <a:solidFill>
                <a:srgbClr val="DCE8ED"/>
              </a:solidFill>
              <a:ln w="0">
                <a:noFill/>
                <a:prstDash val="solid"/>
              </a:ln>
            </p:spPr>
          </p:sp>
          <p:sp>
            <p:nvSpPr>
              <p:cNvPr id="2634" name="four:temporal-output:rotated-tᵦ-cell-46:2634">
                <a:extLst>
                  <a:ext uri="{FF2B5EF4-FFF2-40B4-BE49-F238E27FC236}">
                    <ns2:creationId id="{EF45520D-B87A-4DB7-BEB4-9581988F2005}"/>
                  </a:ext>
                </a:extLst>
              </p:cNvPr>
              <p:cNvSpPr>
                <a:spLocks noGrp="1"/>
              </p:cNvSpPr>
              <p:nvPr/>
            </p:nvSpPr>
            <p:spPr>
              <a:xfrm>
                <a:off x="21950363" y="6883003"/>
                <a:ext cx="709613" cy="5953"/>
              </a:xfrm>
              <a:prstGeom prst="rect">
                <a:avLst/>
              </a:prstGeom>
              <a:solidFill>
                <a:srgbClr val="DCE8ED"/>
              </a:solidFill>
              <a:ln w="0">
                <a:noFill/>
                <a:prstDash val="solid"/>
              </a:ln>
            </p:spPr>
          </p:sp>
          <p:sp>
            <p:nvSpPr>
              <p:cNvPr id="2635" name="four:temporal-output:rotated-tᵦ-cell-47:2635">
                <a:extLst>
                  <a:ext uri="{FF2B5EF4-FFF2-40B4-BE49-F238E27FC236}">
                    <ns2:creationId id="{C9996C7C-F727-4F08-B0F6-2B52DDBF7C49}"/>
                  </a:ext>
                </a:extLst>
              </p:cNvPr>
              <p:cNvSpPr>
                <a:spLocks noGrp="1"/>
              </p:cNvSpPr>
              <p:nvPr/>
            </p:nvSpPr>
            <p:spPr>
              <a:xfrm>
                <a:off x="21950363" y="6877050"/>
                <a:ext cx="709613" cy="5953"/>
              </a:xfrm>
              <a:prstGeom prst="rect">
                <a:avLst/>
              </a:prstGeom>
              <a:solidFill>
                <a:srgbClr val="DCE8ED"/>
              </a:solidFill>
              <a:ln w="0">
                <a:noFill/>
                <a:prstDash val="solid"/>
              </a:ln>
            </p:spPr>
          </p:sp>
          <p:sp>
            <p:nvSpPr>
              <p:cNvPr id="2636" name="four:temporal-output:rotated-tᵦ-cell-48:2636">
                <a:extLst>
                  <a:ext uri="{FF2B5EF4-FFF2-40B4-BE49-F238E27FC236}">
                    <ns2:creationId id="{703E29CF-E1E4-4F01-AB9A-9C9C1F05D520}"/>
                  </a:ext>
                </a:extLst>
              </p:cNvPr>
              <p:cNvSpPr>
                <a:spLocks noGrp="1"/>
              </p:cNvSpPr>
              <p:nvPr/>
            </p:nvSpPr>
            <p:spPr>
              <a:xfrm>
                <a:off x="21950363" y="6871097"/>
                <a:ext cx="709613" cy="5953"/>
              </a:xfrm>
              <a:prstGeom prst="rect">
                <a:avLst/>
              </a:prstGeom>
              <a:solidFill>
                <a:srgbClr val="DCE8ED"/>
              </a:solidFill>
              <a:ln w="0">
                <a:noFill/>
                <a:prstDash val="solid"/>
              </a:ln>
            </p:spPr>
          </p:sp>
          <p:sp>
            <p:nvSpPr>
              <p:cNvPr id="2637" name="four:temporal-output:rotated-tᵦ-cell-49:2637">
                <a:extLst>
                  <a:ext uri="{FF2B5EF4-FFF2-40B4-BE49-F238E27FC236}">
                    <ns2:creationId id="{FB482945-02CD-4E80-86A2-93EF2542DFD2}"/>
                  </a:ext>
                </a:extLst>
              </p:cNvPr>
              <p:cNvSpPr>
                <a:spLocks noGrp="1"/>
              </p:cNvSpPr>
              <p:nvPr/>
            </p:nvSpPr>
            <p:spPr>
              <a:xfrm>
                <a:off x="21950363" y="6865144"/>
                <a:ext cx="709613" cy="5953"/>
              </a:xfrm>
              <a:prstGeom prst="rect">
                <a:avLst/>
              </a:prstGeom>
              <a:solidFill>
                <a:srgbClr val="DCE8ED"/>
              </a:solidFill>
              <a:ln w="0">
                <a:noFill/>
                <a:prstDash val="solid"/>
              </a:ln>
            </p:spPr>
          </p:sp>
          <p:sp>
            <p:nvSpPr>
              <p:cNvPr id="2638" name="four:temporal-output:rotated-tᵦ-cell-50:2638">
                <a:extLst>
                  <a:ext uri="{FF2B5EF4-FFF2-40B4-BE49-F238E27FC236}">
                    <ns2:creationId id="{64CCEE21-90B7-43DE-884A-D3AFB01D380A}"/>
                  </a:ext>
                </a:extLst>
              </p:cNvPr>
              <p:cNvSpPr>
                <a:spLocks noGrp="1"/>
              </p:cNvSpPr>
              <p:nvPr/>
            </p:nvSpPr>
            <p:spPr>
              <a:xfrm>
                <a:off x="21950363" y="6859191"/>
                <a:ext cx="709613" cy="5953"/>
              </a:xfrm>
              <a:prstGeom prst="rect">
                <a:avLst/>
              </a:prstGeom>
              <a:solidFill>
                <a:srgbClr val="DCE8ED"/>
              </a:solidFill>
              <a:ln w="0">
                <a:noFill/>
                <a:prstDash val="solid"/>
              </a:ln>
            </p:spPr>
          </p:sp>
          <p:sp>
            <p:nvSpPr>
              <p:cNvPr id="2639" name="four:temporal-output:rotated-tᵦ-cell-51:2639">
                <a:extLst>
                  <a:ext uri="{FF2B5EF4-FFF2-40B4-BE49-F238E27FC236}">
                    <ns2:creationId id="{BB947841-8698-43F6-BFE3-BDDEC6E57AE9}"/>
                  </a:ext>
                </a:extLst>
              </p:cNvPr>
              <p:cNvSpPr>
                <a:spLocks noGrp="1"/>
              </p:cNvSpPr>
              <p:nvPr/>
            </p:nvSpPr>
            <p:spPr>
              <a:xfrm>
                <a:off x="21950363" y="6853238"/>
                <a:ext cx="709613" cy="5953"/>
              </a:xfrm>
              <a:prstGeom prst="rect">
                <a:avLst/>
              </a:prstGeom>
              <a:solidFill>
                <a:srgbClr val="DCE8ED"/>
              </a:solidFill>
              <a:ln w="0">
                <a:noFill/>
                <a:prstDash val="solid"/>
              </a:ln>
            </p:spPr>
          </p:sp>
          <p:sp>
            <p:nvSpPr>
              <p:cNvPr id="2640" name="four:temporal-output:rotated-tᵦ-cell-52:2640">
                <a:extLst>
                  <a:ext uri="{FF2B5EF4-FFF2-40B4-BE49-F238E27FC236}">
                    <ns2:creationId id="{34C7793F-ECA4-4E36-A7D7-F7FDCC48756B}"/>
                  </a:ext>
                </a:extLst>
              </p:cNvPr>
              <p:cNvSpPr>
                <a:spLocks noGrp="1"/>
              </p:cNvSpPr>
              <p:nvPr/>
            </p:nvSpPr>
            <p:spPr>
              <a:xfrm>
                <a:off x="21950363" y="6847284"/>
                <a:ext cx="709613" cy="5953"/>
              </a:xfrm>
              <a:prstGeom prst="rect">
                <a:avLst/>
              </a:prstGeom>
              <a:solidFill>
                <a:srgbClr val="DCE8ED"/>
              </a:solidFill>
              <a:ln w="0">
                <a:noFill/>
                <a:prstDash val="solid"/>
              </a:ln>
            </p:spPr>
          </p:sp>
          <p:sp>
            <p:nvSpPr>
              <p:cNvPr id="2641" name="four:temporal-output:rotated-tᵦ-cell-53:2641">
                <a:extLst>
                  <a:ext uri="{FF2B5EF4-FFF2-40B4-BE49-F238E27FC236}">
                    <ns2:creationId id="{EA0F8ABD-E1AA-43C2-BE2C-B14F8781DA5C}"/>
                  </a:ext>
                </a:extLst>
              </p:cNvPr>
              <p:cNvSpPr>
                <a:spLocks noGrp="1"/>
              </p:cNvSpPr>
              <p:nvPr/>
            </p:nvSpPr>
            <p:spPr>
              <a:xfrm>
                <a:off x="21950363" y="6841331"/>
                <a:ext cx="709613" cy="5953"/>
              </a:xfrm>
              <a:prstGeom prst="rect">
                <a:avLst/>
              </a:prstGeom>
              <a:solidFill>
                <a:srgbClr val="DCE8ED"/>
              </a:solidFill>
              <a:ln w="0">
                <a:noFill/>
                <a:prstDash val="solid"/>
              </a:ln>
            </p:spPr>
          </p:sp>
          <p:sp>
            <p:nvSpPr>
              <p:cNvPr id="2642" name="four:temporal-output:rotated-tᵦ-cell-54:2642">
                <a:extLst>
                  <a:ext uri="{FF2B5EF4-FFF2-40B4-BE49-F238E27FC236}">
                    <ns2:creationId id="{88BB9E50-6C72-4449-842E-BDE8D9020324}"/>
                  </a:ext>
                </a:extLst>
              </p:cNvPr>
              <p:cNvSpPr>
                <a:spLocks noGrp="1"/>
              </p:cNvSpPr>
              <p:nvPr/>
            </p:nvSpPr>
            <p:spPr>
              <a:xfrm>
                <a:off x="21950363" y="6835378"/>
                <a:ext cx="709613" cy="5953"/>
              </a:xfrm>
              <a:prstGeom prst="rect">
                <a:avLst/>
              </a:prstGeom>
              <a:solidFill>
                <a:srgbClr val="DCE8ED"/>
              </a:solidFill>
              <a:ln w="0">
                <a:noFill/>
                <a:prstDash val="solid"/>
              </a:ln>
            </p:spPr>
          </p:sp>
          <p:sp>
            <p:nvSpPr>
              <p:cNvPr id="2643" name="four:temporal-output:rotated-tᵦ-cell-55:2643">
                <a:extLst>
                  <a:ext uri="{FF2B5EF4-FFF2-40B4-BE49-F238E27FC236}">
                    <ns2:creationId id="{D37B04FA-CDD1-4778-B230-FEF509147F71}"/>
                  </a:ext>
                </a:extLst>
              </p:cNvPr>
              <p:cNvSpPr>
                <a:spLocks noGrp="1"/>
              </p:cNvSpPr>
              <p:nvPr/>
            </p:nvSpPr>
            <p:spPr>
              <a:xfrm>
                <a:off x="21950363" y="6829425"/>
                <a:ext cx="709613" cy="5953"/>
              </a:xfrm>
              <a:prstGeom prst="rect">
                <a:avLst/>
              </a:prstGeom>
              <a:solidFill>
                <a:srgbClr val="DCE8ED"/>
              </a:solidFill>
              <a:ln w="0">
                <a:noFill/>
                <a:prstDash val="solid"/>
              </a:ln>
            </p:spPr>
          </p:sp>
          <p:sp>
            <p:nvSpPr>
              <p:cNvPr id="2644" name="four:temporal-output:rotated-tᵦ-cell-56:2644">
                <a:extLst>
                  <a:ext uri="{FF2B5EF4-FFF2-40B4-BE49-F238E27FC236}">
                    <ns2:creationId id="{44117F52-8CBB-4082-B861-600736650C84}"/>
                  </a:ext>
                </a:extLst>
              </p:cNvPr>
              <p:cNvSpPr>
                <a:spLocks noGrp="1"/>
              </p:cNvSpPr>
              <p:nvPr/>
            </p:nvSpPr>
            <p:spPr>
              <a:xfrm>
                <a:off x="21950363" y="6823472"/>
                <a:ext cx="709613" cy="5953"/>
              </a:xfrm>
              <a:prstGeom prst="rect">
                <a:avLst/>
              </a:prstGeom>
              <a:solidFill>
                <a:srgbClr val="DCE8ED"/>
              </a:solidFill>
              <a:ln w="0">
                <a:noFill/>
                <a:prstDash val="solid"/>
              </a:ln>
            </p:spPr>
          </p:sp>
          <p:sp>
            <p:nvSpPr>
              <p:cNvPr id="2645" name="four:temporal-output:rotated-tᵦ-cell-57:2645">
                <a:extLst>
                  <a:ext uri="{FF2B5EF4-FFF2-40B4-BE49-F238E27FC236}">
                    <ns2:creationId id="{2D6533D0-3AAF-4495-9B9A-985DB190FBEA}"/>
                  </a:ext>
                </a:extLst>
              </p:cNvPr>
              <p:cNvSpPr>
                <a:spLocks noGrp="1"/>
              </p:cNvSpPr>
              <p:nvPr/>
            </p:nvSpPr>
            <p:spPr>
              <a:xfrm>
                <a:off x="21950363" y="6817519"/>
                <a:ext cx="709613" cy="5953"/>
              </a:xfrm>
              <a:prstGeom prst="rect">
                <a:avLst/>
              </a:prstGeom>
              <a:solidFill>
                <a:srgbClr val="DCE8ED"/>
              </a:solidFill>
              <a:ln w="0">
                <a:noFill/>
                <a:prstDash val="solid"/>
              </a:ln>
            </p:spPr>
          </p:sp>
          <p:sp>
            <p:nvSpPr>
              <p:cNvPr id="2646" name="four:temporal-output:rotated-tᵦ-cell-58:2646">
                <a:extLst>
                  <a:ext uri="{FF2B5EF4-FFF2-40B4-BE49-F238E27FC236}">
                    <ns2:creationId id="{0C924EBF-591C-4A45-A2EB-72D260F8BC5D}"/>
                  </a:ext>
                </a:extLst>
              </p:cNvPr>
              <p:cNvSpPr>
                <a:spLocks noGrp="1"/>
              </p:cNvSpPr>
              <p:nvPr/>
            </p:nvSpPr>
            <p:spPr>
              <a:xfrm>
                <a:off x="21950363" y="6811566"/>
                <a:ext cx="709613" cy="5953"/>
              </a:xfrm>
              <a:prstGeom prst="rect">
                <a:avLst/>
              </a:prstGeom>
              <a:solidFill>
                <a:srgbClr val="D6E4E7"/>
              </a:solidFill>
              <a:ln w="0">
                <a:noFill/>
                <a:prstDash val="solid"/>
              </a:ln>
            </p:spPr>
          </p:sp>
          <p:sp>
            <p:nvSpPr>
              <p:cNvPr id="2647" name="four:temporal-output:rotated-tᵦ-cell-59:2647">
                <a:extLst>
                  <a:ext uri="{FF2B5EF4-FFF2-40B4-BE49-F238E27FC236}">
                    <ns2:creationId id="{CAA0BC8F-F693-4E0C-B0E6-E142399056AE}"/>
                  </a:ext>
                </a:extLst>
              </p:cNvPr>
              <p:cNvSpPr>
                <a:spLocks noGrp="1"/>
              </p:cNvSpPr>
              <p:nvPr/>
            </p:nvSpPr>
            <p:spPr>
              <a:xfrm>
                <a:off x="21950363" y="6805613"/>
                <a:ext cx="709613" cy="5953"/>
              </a:xfrm>
              <a:prstGeom prst="rect">
                <a:avLst/>
              </a:prstGeom>
              <a:solidFill>
                <a:srgbClr val="DBCEC0"/>
              </a:solidFill>
              <a:ln w="0">
                <a:noFill/>
                <a:prstDash val="solid"/>
              </a:ln>
            </p:spPr>
          </p:sp>
          <p:sp>
            <p:nvSpPr>
              <p:cNvPr id="2648" name="four:temporal-output:rotated-tᵦ-cell-60:2648">
                <a:extLst>
                  <a:ext uri="{FF2B5EF4-FFF2-40B4-BE49-F238E27FC236}">
                    <ns2:creationId id="{554ACDA5-4764-404E-8E41-D65E5FAF30D2}"/>
                  </a:ext>
                </a:extLst>
              </p:cNvPr>
              <p:cNvSpPr>
                <a:spLocks noGrp="1"/>
              </p:cNvSpPr>
              <p:nvPr/>
            </p:nvSpPr>
            <p:spPr>
              <a:xfrm>
                <a:off x="21950363" y="6799659"/>
                <a:ext cx="709613" cy="5953"/>
              </a:xfrm>
              <a:prstGeom prst="rect">
                <a:avLst/>
              </a:prstGeom>
              <a:solidFill>
                <a:srgbClr val="D9B697"/>
              </a:solidFill>
              <a:ln w="0">
                <a:noFill/>
                <a:prstDash val="solid"/>
              </a:ln>
            </p:spPr>
          </p:sp>
          <p:sp>
            <p:nvSpPr>
              <p:cNvPr id="2649" name="four:temporal-output:rotated-tᵦ-cell-61:2649">
                <a:extLst>
                  <a:ext uri="{FF2B5EF4-FFF2-40B4-BE49-F238E27FC236}">
                    <ns2:creationId id="{CDAF9142-EAC5-42F8-8B7A-F16FD8C6CBB8}"/>
                  </a:ext>
                </a:extLst>
              </p:cNvPr>
              <p:cNvSpPr>
                <a:spLocks noGrp="1"/>
              </p:cNvSpPr>
              <p:nvPr/>
            </p:nvSpPr>
            <p:spPr>
              <a:xfrm>
                <a:off x="21950363" y="6793706"/>
                <a:ext cx="709613" cy="5953"/>
              </a:xfrm>
              <a:prstGeom prst="rect">
                <a:avLst/>
              </a:prstGeom>
              <a:solidFill>
                <a:srgbClr val="D89B69"/>
              </a:solidFill>
              <a:ln w="0">
                <a:noFill/>
                <a:prstDash val="solid"/>
              </a:ln>
            </p:spPr>
          </p:sp>
          <p:sp>
            <p:nvSpPr>
              <p:cNvPr id="2650" name="four:temporal-output:rotated-tᵦ-cell-62:2650">
                <a:extLst>
                  <a:ext uri="{FF2B5EF4-FFF2-40B4-BE49-F238E27FC236}">
                    <ns2:creationId id="{8018142F-FD01-4F49-9A81-FDE2C663930F}"/>
                  </a:ext>
                </a:extLst>
              </p:cNvPr>
              <p:cNvSpPr>
                <a:spLocks noGrp="1"/>
              </p:cNvSpPr>
              <p:nvPr/>
            </p:nvSpPr>
            <p:spPr>
              <a:xfrm>
                <a:off x="21950363" y="6787753"/>
                <a:ext cx="709613" cy="5953"/>
              </a:xfrm>
              <a:prstGeom prst="rect">
                <a:avLst/>
              </a:prstGeom>
              <a:solidFill>
                <a:srgbClr val="D7813C"/>
              </a:solidFill>
              <a:ln w="0">
                <a:noFill/>
                <a:prstDash val="solid"/>
              </a:ln>
            </p:spPr>
          </p:sp>
          <p:sp>
            <p:nvSpPr>
              <p:cNvPr id="2651" name="four:temporal-output:rotated-tᵦ-cell-63:2651">
                <a:extLst>
                  <a:ext uri="{FF2B5EF4-FFF2-40B4-BE49-F238E27FC236}">
                    <ns2:creationId id="{D4D03C5F-337D-4529-A8CA-20BC48A4CB10}"/>
                  </a:ext>
                </a:extLst>
              </p:cNvPr>
              <p:cNvSpPr>
                <a:spLocks noGrp="1"/>
              </p:cNvSpPr>
              <p:nvPr/>
            </p:nvSpPr>
            <p:spPr>
              <a:xfrm>
                <a:off x="21950363" y="6781800"/>
                <a:ext cx="709613" cy="5953"/>
              </a:xfrm>
              <a:prstGeom prst="rect">
                <a:avLst/>
              </a:prstGeom>
              <a:solidFill>
                <a:srgbClr val="D66C18"/>
              </a:solidFill>
              <a:ln w="0">
                <a:noFill/>
                <a:prstDash val="solid"/>
              </a:ln>
            </p:spPr>
          </p:sp>
          <p:sp>
            <p:nvSpPr>
              <p:cNvPr id="2652" name="four:temporal-output:rotated-tᵦ-cell-64:2652">
                <a:extLst>
                  <a:ext uri="{FF2B5EF4-FFF2-40B4-BE49-F238E27FC236}">
                    <ns2:creationId id="{2D65E1EC-7C50-4837-99A5-A2064F8BB680}"/>
                  </a:ext>
                </a:extLst>
              </p:cNvPr>
              <p:cNvSpPr>
                <a:spLocks noGrp="1"/>
              </p:cNvSpPr>
              <p:nvPr/>
            </p:nvSpPr>
            <p:spPr>
              <a:xfrm>
                <a:off x="21950363" y="6775847"/>
                <a:ext cx="709613" cy="5953"/>
              </a:xfrm>
              <a:prstGeom prst="rect">
                <a:avLst/>
              </a:prstGeom>
              <a:solidFill>
                <a:srgbClr val="D55F03"/>
              </a:solidFill>
              <a:ln w="0">
                <a:noFill/>
                <a:prstDash val="solid"/>
              </a:ln>
            </p:spPr>
          </p:sp>
          <p:sp>
            <p:nvSpPr>
              <p:cNvPr id="2653" name="four:temporal-output:rotated-tᵦ-cell-65:2653">
                <a:extLst>
                  <a:ext uri="{FF2B5EF4-FFF2-40B4-BE49-F238E27FC236}">
                    <ns2:creationId id="{5AE63866-EC70-4ED7-9C00-AC26EB15E3CB}"/>
                  </a:ext>
                </a:extLst>
              </p:cNvPr>
              <p:cNvSpPr>
                <a:spLocks noGrp="1"/>
              </p:cNvSpPr>
              <p:nvPr/>
            </p:nvSpPr>
            <p:spPr>
              <a:xfrm>
                <a:off x="21950363" y="6769894"/>
                <a:ext cx="709613" cy="5953"/>
              </a:xfrm>
              <a:prstGeom prst="rect">
                <a:avLst/>
              </a:prstGeom>
              <a:solidFill>
                <a:srgbClr val="D55E00"/>
              </a:solidFill>
              <a:ln w="0">
                <a:noFill/>
                <a:prstDash val="solid"/>
              </a:ln>
            </p:spPr>
          </p:sp>
          <p:sp>
            <p:nvSpPr>
              <p:cNvPr id="2654" name="four:temporal-output:rotated-tᵦ-cell-66:2654">
                <a:extLst>
                  <a:ext uri="{FF2B5EF4-FFF2-40B4-BE49-F238E27FC236}">
                    <ns2:creationId id="{CDF01F44-71FA-4230-A032-97C5090471D0}"/>
                  </a:ext>
                </a:extLst>
              </p:cNvPr>
              <p:cNvSpPr>
                <a:spLocks noGrp="1"/>
              </p:cNvSpPr>
              <p:nvPr/>
            </p:nvSpPr>
            <p:spPr>
              <a:xfrm>
                <a:off x="21950363" y="6763941"/>
                <a:ext cx="709613" cy="5953"/>
              </a:xfrm>
              <a:prstGeom prst="rect">
                <a:avLst/>
              </a:prstGeom>
              <a:solidFill>
                <a:srgbClr val="D55E00"/>
              </a:solidFill>
              <a:ln w="0">
                <a:noFill/>
                <a:prstDash val="solid"/>
              </a:ln>
            </p:spPr>
          </p:sp>
          <p:sp>
            <p:nvSpPr>
              <p:cNvPr id="2655" name="four:temporal-output:rotated-tᵦ-cell-67:2655">
                <a:extLst>
                  <a:ext uri="{FF2B5EF4-FFF2-40B4-BE49-F238E27FC236}">
                    <ns2:creationId id="{F1233BFA-4705-4180-9833-A5892FC84888}"/>
                  </a:ext>
                </a:extLst>
              </p:cNvPr>
              <p:cNvSpPr>
                <a:spLocks noGrp="1"/>
              </p:cNvSpPr>
              <p:nvPr/>
            </p:nvSpPr>
            <p:spPr>
              <a:xfrm>
                <a:off x="21950363" y="6757988"/>
                <a:ext cx="709613" cy="5953"/>
              </a:xfrm>
              <a:prstGeom prst="rect">
                <a:avLst/>
              </a:prstGeom>
              <a:solidFill>
                <a:srgbClr val="D55E00"/>
              </a:solidFill>
              <a:ln w="0">
                <a:noFill/>
                <a:prstDash val="solid"/>
              </a:ln>
            </p:spPr>
          </p:sp>
          <p:sp>
            <p:nvSpPr>
              <p:cNvPr id="2656" name="four:temporal-output:rotated-tᵦ-cell-68:2656">
                <a:extLst>
                  <a:ext uri="{FF2B5EF4-FFF2-40B4-BE49-F238E27FC236}">
                    <ns2:creationId id="{306F522F-2E9F-4E54-BDD4-42B896E122E0}"/>
                  </a:ext>
                </a:extLst>
              </p:cNvPr>
              <p:cNvSpPr>
                <a:spLocks noGrp="1"/>
              </p:cNvSpPr>
              <p:nvPr/>
            </p:nvSpPr>
            <p:spPr>
              <a:xfrm>
                <a:off x="21950363" y="6752034"/>
                <a:ext cx="709613" cy="5953"/>
              </a:xfrm>
              <a:prstGeom prst="rect">
                <a:avLst/>
              </a:prstGeom>
              <a:solidFill>
                <a:srgbClr val="D55E00"/>
              </a:solidFill>
              <a:ln w="0">
                <a:noFill/>
                <a:prstDash val="solid"/>
              </a:ln>
            </p:spPr>
          </p:sp>
          <p:sp>
            <p:nvSpPr>
              <p:cNvPr id="2657" name="four:temporal-output:rotated-tᵦ-cell-69:2657">
                <a:extLst>
                  <a:ext uri="{FF2B5EF4-FFF2-40B4-BE49-F238E27FC236}">
                    <ns2:creationId id="{73E6C028-9E32-4D3E-B318-3093088F7EED}"/>
                  </a:ext>
                </a:extLst>
              </p:cNvPr>
              <p:cNvSpPr>
                <a:spLocks noGrp="1"/>
              </p:cNvSpPr>
              <p:nvPr/>
            </p:nvSpPr>
            <p:spPr>
              <a:xfrm>
                <a:off x="21950363" y="6746081"/>
                <a:ext cx="709613" cy="5953"/>
              </a:xfrm>
              <a:prstGeom prst="rect">
                <a:avLst/>
              </a:prstGeom>
              <a:solidFill>
                <a:srgbClr val="D55E00"/>
              </a:solidFill>
              <a:ln w="0">
                <a:noFill/>
                <a:prstDash val="solid"/>
              </a:ln>
            </p:spPr>
          </p:sp>
          <p:sp>
            <p:nvSpPr>
              <p:cNvPr id="2658" name="four:temporal-output:rotated-tᵦ-cell-70:2658">
                <a:extLst>
                  <a:ext uri="{FF2B5EF4-FFF2-40B4-BE49-F238E27FC236}">
                    <ns2:creationId id="{28E8A42B-9FF9-42F9-B7A3-450470B14670}"/>
                  </a:ext>
                </a:extLst>
              </p:cNvPr>
              <p:cNvSpPr>
                <a:spLocks noGrp="1"/>
              </p:cNvSpPr>
              <p:nvPr/>
            </p:nvSpPr>
            <p:spPr>
              <a:xfrm>
                <a:off x="21950363" y="6740128"/>
                <a:ext cx="709613" cy="5953"/>
              </a:xfrm>
              <a:prstGeom prst="rect">
                <a:avLst/>
              </a:prstGeom>
              <a:solidFill>
                <a:srgbClr val="D55E00"/>
              </a:solidFill>
              <a:ln w="0">
                <a:noFill/>
                <a:prstDash val="solid"/>
              </a:ln>
            </p:spPr>
          </p:sp>
          <p:sp>
            <p:nvSpPr>
              <p:cNvPr id="2659" name="four:temporal-output:rotated-tᵦ-cell-71:2659">
                <a:extLst>
                  <a:ext uri="{FF2B5EF4-FFF2-40B4-BE49-F238E27FC236}">
                    <ns2:creationId id="{F86029AA-4919-4045-ACEA-DD7A76ACD6AB}"/>
                  </a:ext>
                </a:extLst>
              </p:cNvPr>
              <p:cNvSpPr>
                <a:spLocks noGrp="1"/>
              </p:cNvSpPr>
              <p:nvPr/>
            </p:nvSpPr>
            <p:spPr>
              <a:xfrm>
                <a:off x="21950363" y="6734175"/>
                <a:ext cx="709613" cy="5953"/>
              </a:xfrm>
              <a:prstGeom prst="rect">
                <a:avLst/>
              </a:prstGeom>
              <a:solidFill>
                <a:srgbClr val="D55E00"/>
              </a:solidFill>
              <a:ln w="0">
                <a:noFill/>
                <a:prstDash val="solid"/>
              </a:ln>
            </p:spPr>
          </p:sp>
          <p:sp>
            <p:nvSpPr>
              <p:cNvPr id="2660" name="four:temporal-output:rotated-tᵦ-cell-72:2660">
                <a:extLst>
                  <a:ext uri="{FF2B5EF4-FFF2-40B4-BE49-F238E27FC236}">
                    <ns2:creationId id="{97253EC1-91B4-46DC-8F1D-98F6C8B6693A}"/>
                  </a:ext>
                </a:extLst>
              </p:cNvPr>
              <p:cNvSpPr>
                <a:spLocks noGrp="1"/>
              </p:cNvSpPr>
              <p:nvPr/>
            </p:nvSpPr>
            <p:spPr>
              <a:xfrm>
                <a:off x="21950363" y="6728222"/>
                <a:ext cx="709613" cy="5953"/>
              </a:xfrm>
              <a:prstGeom prst="rect">
                <a:avLst/>
              </a:prstGeom>
              <a:solidFill>
                <a:srgbClr val="D55E00"/>
              </a:solidFill>
              <a:ln w="0">
                <a:noFill/>
                <a:prstDash val="solid"/>
              </a:ln>
            </p:spPr>
          </p:sp>
          <p:sp>
            <p:nvSpPr>
              <p:cNvPr id="2661" name="four:temporal-output:rotated-tᵦ-cell-73:2661">
                <a:extLst>
                  <a:ext uri="{FF2B5EF4-FFF2-40B4-BE49-F238E27FC236}">
                    <ns2:creationId id="{3485ECF7-898C-41EE-AA45-0DF3E8A516A5}"/>
                  </a:ext>
                </a:extLst>
              </p:cNvPr>
              <p:cNvSpPr>
                <a:spLocks noGrp="1"/>
              </p:cNvSpPr>
              <p:nvPr/>
            </p:nvSpPr>
            <p:spPr>
              <a:xfrm>
                <a:off x="21950363" y="6722269"/>
                <a:ext cx="709613" cy="5953"/>
              </a:xfrm>
              <a:prstGeom prst="rect">
                <a:avLst/>
              </a:prstGeom>
              <a:solidFill>
                <a:srgbClr val="D55E00"/>
              </a:solidFill>
              <a:ln w="0">
                <a:noFill/>
                <a:prstDash val="solid"/>
              </a:ln>
            </p:spPr>
          </p:sp>
          <p:sp>
            <p:nvSpPr>
              <p:cNvPr id="2662" name="four:temporal-output:rotated-tᵦ-cell-74:2662">
                <a:extLst>
                  <a:ext uri="{FF2B5EF4-FFF2-40B4-BE49-F238E27FC236}">
                    <ns2:creationId id="{632B683F-2115-4053-8AB9-A9BFBC4E1427}"/>
                  </a:ext>
                </a:extLst>
              </p:cNvPr>
              <p:cNvSpPr>
                <a:spLocks noGrp="1"/>
              </p:cNvSpPr>
              <p:nvPr/>
            </p:nvSpPr>
            <p:spPr>
              <a:xfrm>
                <a:off x="21950363" y="6716316"/>
                <a:ext cx="709613" cy="5953"/>
              </a:xfrm>
              <a:prstGeom prst="rect">
                <a:avLst/>
              </a:prstGeom>
              <a:solidFill>
                <a:srgbClr val="D55E00"/>
              </a:solidFill>
              <a:ln w="0">
                <a:noFill/>
                <a:prstDash val="solid"/>
              </a:ln>
            </p:spPr>
          </p:sp>
          <p:sp>
            <p:nvSpPr>
              <p:cNvPr id="2663" name="four:temporal-output:rotated-tᵦ-cell-75:2663">
                <a:extLst>
                  <a:ext uri="{FF2B5EF4-FFF2-40B4-BE49-F238E27FC236}">
                    <ns2:creationId id="{060BAF68-D5F9-4201-AE19-89F3FAB3EBE5}"/>
                  </a:ext>
                </a:extLst>
              </p:cNvPr>
              <p:cNvSpPr>
                <a:spLocks noGrp="1"/>
              </p:cNvSpPr>
              <p:nvPr/>
            </p:nvSpPr>
            <p:spPr>
              <a:xfrm>
                <a:off x="21950363" y="6710363"/>
                <a:ext cx="709613" cy="5953"/>
              </a:xfrm>
              <a:prstGeom prst="rect">
                <a:avLst/>
              </a:prstGeom>
              <a:solidFill>
                <a:srgbClr val="D55E00"/>
              </a:solidFill>
              <a:ln w="0">
                <a:noFill/>
                <a:prstDash val="solid"/>
              </a:ln>
            </p:spPr>
          </p:sp>
          <p:sp>
            <p:nvSpPr>
              <p:cNvPr id="2664" name="four:temporal-output:rotated-tᵦ-cell-76:2664">
                <a:extLst>
                  <a:ext uri="{FF2B5EF4-FFF2-40B4-BE49-F238E27FC236}">
                    <ns2:creationId id="{B13BA380-5CAA-490F-BB0B-2C8DB685D7F0}"/>
                  </a:ext>
                </a:extLst>
              </p:cNvPr>
              <p:cNvSpPr>
                <a:spLocks noGrp="1"/>
              </p:cNvSpPr>
              <p:nvPr/>
            </p:nvSpPr>
            <p:spPr>
              <a:xfrm>
                <a:off x="21950363" y="6704409"/>
                <a:ext cx="709613" cy="5953"/>
              </a:xfrm>
              <a:prstGeom prst="rect">
                <a:avLst/>
              </a:prstGeom>
              <a:solidFill>
                <a:srgbClr val="D55E00"/>
              </a:solidFill>
              <a:ln w="0">
                <a:noFill/>
                <a:prstDash val="solid"/>
              </a:ln>
            </p:spPr>
          </p:sp>
          <p:sp>
            <p:nvSpPr>
              <p:cNvPr id="2665" name="four:temporal-output:rotated-tᵦ-cell-77:2665">
                <a:extLst>
                  <a:ext uri="{FF2B5EF4-FFF2-40B4-BE49-F238E27FC236}">
                    <ns2:creationId id="{B2D36513-7444-44A9-860D-4A4C633FB831}"/>
                  </a:ext>
                </a:extLst>
              </p:cNvPr>
              <p:cNvSpPr>
                <a:spLocks noGrp="1"/>
              </p:cNvSpPr>
              <p:nvPr/>
            </p:nvSpPr>
            <p:spPr>
              <a:xfrm>
                <a:off x="21950363" y="6698456"/>
                <a:ext cx="709613" cy="5953"/>
              </a:xfrm>
              <a:prstGeom prst="rect">
                <a:avLst/>
              </a:prstGeom>
              <a:solidFill>
                <a:srgbClr val="D55E00"/>
              </a:solidFill>
              <a:ln w="0">
                <a:noFill/>
                <a:prstDash val="solid"/>
              </a:ln>
            </p:spPr>
          </p:sp>
          <p:sp>
            <p:nvSpPr>
              <p:cNvPr id="2666" name="four:temporal-output:rotated-tᵦ-cell-78:2666">
                <a:extLst>
                  <a:ext uri="{FF2B5EF4-FFF2-40B4-BE49-F238E27FC236}">
                    <ns2:creationId id="{88E42619-C3DD-48FA-8DD2-09A543D9C24A}"/>
                  </a:ext>
                </a:extLst>
              </p:cNvPr>
              <p:cNvSpPr>
                <a:spLocks noGrp="1"/>
              </p:cNvSpPr>
              <p:nvPr/>
            </p:nvSpPr>
            <p:spPr>
              <a:xfrm>
                <a:off x="21950363" y="6692503"/>
                <a:ext cx="709613" cy="5953"/>
              </a:xfrm>
              <a:prstGeom prst="rect">
                <a:avLst/>
              </a:prstGeom>
              <a:solidFill>
                <a:srgbClr val="D55E00"/>
              </a:solidFill>
              <a:ln w="0">
                <a:noFill/>
                <a:prstDash val="solid"/>
              </a:ln>
            </p:spPr>
          </p:sp>
          <p:sp>
            <p:nvSpPr>
              <p:cNvPr id="2667" name="four:temporal-output:rotated-tᵦ-cell-79:2667">
                <a:extLst>
                  <a:ext uri="{FF2B5EF4-FFF2-40B4-BE49-F238E27FC236}">
                    <ns2:creationId id="{C9E35B84-B335-48A2-AD25-4076981E32AD}"/>
                  </a:ext>
                </a:extLst>
              </p:cNvPr>
              <p:cNvSpPr>
                <a:spLocks noGrp="1"/>
              </p:cNvSpPr>
              <p:nvPr/>
            </p:nvSpPr>
            <p:spPr>
              <a:xfrm>
                <a:off x="21950363" y="6686550"/>
                <a:ext cx="709613" cy="5953"/>
              </a:xfrm>
              <a:prstGeom prst="rect">
                <a:avLst/>
              </a:prstGeom>
              <a:solidFill>
                <a:srgbClr val="D55F02"/>
              </a:solidFill>
              <a:ln w="0">
                <a:noFill/>
                <a:prstDash val="solid"/>
              </a:ln>
            </p:spPr>
          </p:sp>
          <p:sp>
            <p:nvSpPr>
              <p:cNvPr id="2668" name="four:temporal-output:rotated-tᵦ-cell-80:2668">
                <a:extLst>
                  <a:ext uri="{FF2B5EF4-FFF2-40B4-BE49-F238E27FC236}">
                    <ns2:creationId id="{F0DD5837-6CD1-4FE1-8877-82C809B554E7}"/>
                  </a:ext>
                </a:extLst>
              </p:cNvPr>
              <p:cNvSpPr>
                <a:spLocks noGrp="1"/>
              </p:cNvSpPr>
              <p:nvPr/>
            </p:nvSpPr>
            <p:spPr>
              <a:xfrm>
                <a:off x="21950363" y="6680597"/>
                <a:ext cx="709613" cy="5953"/>
              </a:xfrm>
              <a:prstGeom prst="rect">
                <a:avLst/>
              </a:prstGeom>
              <a:solidFill>
                <a:srgbClr val="D66811"/>
              </a:solidFill>
              <a:ln w="0">
                <a:noFill/>
                <a:prstDash val="solid"/>
              </a:ln>
            </p:spPr>
          </p:sp>
          <p:sp>
            <p:nvSpPr>
              <p:cNvPr id="2669" name="four:temporal-output:rotated-tᵦ-cell-81:2669">
                <a:extLst>
                  <a:ext uri="{FF2B5EF4-FFF2-40B4-BE49-F238E27FC236}">
                    <ns2:creationId id="{833F205E-28F6-4782-84C7-77807C3F1C9C}"/>
                  </a:ext>
                </a:extLst>
              </p:cNvPr>
              <p:cNvSpPr>
                <a:spLocks noGrp="1"/>
              </p:cNvSpPr>
              <p:nvPr/>
            </p:nvSpPr>
            <p:spPr>
              <a:xfrm>
                <a:off x="21950363" y="6674644"/>
                <a:ext cx="709613" cy="5953"/>
              </a:xfrm>
              <a:prstGeom prst="rect">
                <a:avLst/>
              </a:prstGeom>
              <a:solidFill>
                <a:srgbClr val="D6772B"/>
              </a:solidFill>
              <a:ln w="0">
                <a:noFill/>
                <a:prstDash val="solid"/>
              </a:ln>
            </p:spPr>
          </p:sp>
          <p:sp>
            <p:nvSpPr>
              <p:cNvPr id="2670" name="four:temporal-output:rotated-tᵦ-cell-82:2670">
                <a:extLst>
                  <a:ext uri="{FF2B5EF4-FFF2-40B4-BE49-F238E27FC236}">
                    <ns2:creationId id="{7EC04BBE-FE70-41A9-A301-CBA0661EB958}"/>
                  </a:ext>
                </a:extLst>
              </p:cNvPr>
              <p:cNvSpPr>
                <a:spLocks noGrp="1"/>
              </p:cNvSpPr>
              <p:nvPr/>
            </p:nvSpPr>
            <p:spPr>
              <a:xfrm>
                <a:off x="21950363" y="6668691"/>
                <a:ext cx="709613" cy="5953"/>
              </a:xfrm>
              <a:prstGeom prst="rect">
                <a:avLst/>
              </a:prstGeom>
              <a:solidFill>
                <a:srgbClr val="98ADAC"/>
              </a:solidFill>
              <a:ln w="0">
                <a:noFill/>
                <a:prstDash val="solid"/>
              </a:ln>
            </p:spPr>
          </p:sp>
          <p:sp>
            <p:nvSpPr>
              <p:cNvPr id="2671" name="four:temporal-output:rotated-tᵦ-cell-83:2671">
                <a:extLst>
                  <a:ext uri="{FF2B5EF4-FFF2-40B4-BE49-F238E27FC236}">
                    <ns2:creationId id="{85A25CAD-FCF4-4C6C-BAFE-4E9D1D15113A}"/>
                  </a:ext>
                </a:extLst>
              </p:cNvPr>
              <p:cNvSpPr>
                <a:spLocks noGrp="1"/>
              </p:cNvSpPr>
              <p:nvPr/>
            </p:nvSpPr>
            <p:spPr>
              <a:xfrm>
                <a:off x="21950363" y="6662738"/>
                <a:ext cx="709613" cy="5953"/>
              </a:xfrm>
              <a:prstGeom prst="rect">
                <a:avLst/>
              </a:prstGeom>
              <a:solidFill>
                <a:srgbClr val="A8B1BB"/>
              </a:solidFill>
              <a:ln w="0">
                <a:noFill/>
                <a:prstDash val="solid"/>
              </a:ln>
            </p:spPr>
          </p:sp>
          <p:sp>
            <p:nvSpPr>
              <p:cNvPr id="2672" name="four:temporal-output:rotated-tᵦ-cell-84:2672">
                <a:extLst>
                  <a:ext uri="{FF2B5EF4-FFF2-40B4-BE49-F238E27FC236}">
                    <ns2:creationId id="{AC5DB5BB-ED8B-4DF8-A280-D60D996360D0}"/>
                  </a:ext>
                </a:extLst>
              </p:cNvPr>
              <p:cNvSpPr>
                <a:spLocks noGrp="1"/>
              </p:cNvSpPr>
              <p:nvPr/>
            </p:nvSpPr>
            <p:spPr>
              <a:xfrm>
                <a:off x="21950363" y="6656784"/>
                <a:ext cx="709613" cy="5953"/>
              </a:xfrm>
              <a:prstGeom prst="rect">
                <a:avLst/>
              </a:prstGeom>
              <a:solidFill>
                <a:srgbClr val="65C0AB"/>
              </a:solidFill>
              <a:ln w="0">
                <a:noFill/>
                <a:prstDash val="solid"/>
              </a:ln>
            </p:spPr>
          </p:sp>
          <p:sp>
            <p:nvSpPr>
              <p:cNvPr id="2673" name="four:temporal-output:rotated-tᵦ-cell-85:2673">
                <a:extLst>
                  <a:ext uri="{FF2B5EF4-FFF2-40B4-BE49-F238E27FC236}">
                    <ns2:creationId id="{12A18A69-914B-42B1-9649-4ECC7BD008BF}"/>
                  </a:ext>
                </a:extLst>
              </p:cNvPr>
              <p:cNvSpPr>
                <a:spLocks noGrp="1"/>
              </p:cNvSpPr>
              <p:nvPr/>
            </p:nvSpPr>
            <p:spPr>
              <a:xfrm>
                <a:off x="21950363" y="6650831"/>
                <a:ext cx="709613" cy="5953"/>
              </a:xfrm>
              <a:prstGeom prst="rect">
                <a:avLst/>
              </a:prstGeom>
              <a:solidFill>
                <a:srgbClr val="78C6B6"/>
              </a:solidFill>
              <a:ln w="0">
                <a:noFill/>
                <a:prstDash val="solid"/>
              </a:ln>
            </p:spPr>
          </p:sp>
          <p:sp>
            <p:nvSpPr>
              <p:cNvPr id="2674" name="four:temporal-output:rotated-tᵦ-cell-86:2674">
                <a:extLst>
                  <a:ext uri="{FF2B5EF4-FFF2-40B4-BE49-F238E27FC236}">
                    <ns2:creationId id="{EECA449A-5E81-4A5F-8778-13833DB49C33}"/>
                  </a:ext>
                </a:extLst>
              </p:cNvPr>
              <p:cNvSpPr>
                <a:spLocks noGrp="1"/>
              </p:cNvSpPr>
              <p:nvPr/>
            </p:nvSpPr>
            <p:spPr>
              <a:xfrm>
                <a:off x="21950363" y="6644878"/>
                <a:ext cx="709613" cy="5953"/>
              </a:xfrm>
              <a:prstGeom prst="rect">
                <a:avLst/>
              </a:prstGeom>
              <a:solidFill>
                <a:srgbClr val="81C9BA"/>
              </a:solidFill>
              <a:ln w="0">
                <a:noFill/>
                <a:prstDash val="solid"/>
              </a:ln>
            </p:spPr>
          </p:sp>
          <p:sp>
            <p:nvSpPr>
              <p:cNvPr id="2675" name="four:temporal-output:rotated-tᵦ-cell-87:2675">
                <a:extLst>
                  <a:ext uri="{FF2B5EF4-FFF2-40B4-BE49-F238E27FC236}">
                    <ns2:creationId id="{47ED544F-A2C0-49FF-9BD8-FE5CC53C852A}"/>
                  </a:ext>
                </a:extLst>
              </p:cNvPr>
              <p:cNvSpPr>
                <a:spLocks noGrp="1"/>
              </p:cNvSpPr>
              <p:nvPr/>
            </p:nvSpPr>
            <p:spPr>
              <a:xfrm>
                <a:off x="21950363" y="6638925"/>
                <a:ext cx="709613" cy="5953"/>
              </a:xfrm>
              <a:prstGeom prst="rect">
                <a:avLst/>
              </a:prstGeom>
              <a:solidFill>
                <a:srgbClr val="81C9BA"/>
              </a:solidFill>
              <a:ln w="0">
                <a:noFill/>
                <a:prstDash val="solid"/>
              </a:ln>
            </p:spPr>
          </p:sp>
          <p:sp>
            <p:nvSpPr>
              <p:cNvPr id="2676" name="four:temporal-output:rotated-tᵦ-cell-88:2676">
                <a:extLst>
                  <a:ext uri="{FF2B5EF4-FFF2-40B4-BE49-F238E27FC236}">
                    <ns2:creationId id="{59ECD644-A47F-41E9-872C-A559BCF2FC83}"/>
                  </a:ext>
                </a:extLst>
              </p:cNvPr>
              <p:cNvSpPr>
                <a:spLocks noGrp="1"/>
              </p:cNvSpPr>
              <p:nvPr/>
            </p:nvSpPr>
            <p:spPr>
              <a:xfrm>
                <a:off x="21950363" y="6632972"/>
                <a:ext cx="709613" cy="5953"/>
              </a:xfrm>
              <a:prstGeom prst="rect">
                <a:avLst/>
              </a:prstGeom>
              <a:solidFill>
                <a:srgbClr val="81C9BA"/>
              </a:solidFill>
              <a:ln w="0">
                <a:noFill/>
                <a:prstDash val="solid"/>
              </a:ln>
            </p:spPr>
          </p:sp>
          <p:sp>
            <p:nvSpPr>
              <p:cNvPr id="2677" name="four:temporal-output:rotated-tᵦ-cell-89:2677">
                <a:extLst>
                  <a:ext uri="{FF2B5EF4-FFF2-40B4-BE49-F238E27FC236}">
                    <ns2:creationId id="{3147EFFD-3E33-4534-8D66-0CE7C896A0AD}"/>
                  </a:ext>
                </a:extLst>
              </p:cNvPr>
              <p:cNvSpPr>
                <a:spLocks noGrp="1"/>
              </p:cNvSpPr>
              <p:nvPr/>
            </p:nvSpPr>
            <p:spPr>
              <a:xfrm>
                <a:off x="21950363" y="6627019"/>
                <a:ext cx="709613" cy="5953"/>
              </a:xfrm>
              <a:prstGeom prst="rect">
                <a:avLst/>
              </a:prstGeom>
              <a:solidFill>
                <a:srgbClr val="81C9BA"/>
              </a:solidFill>
              <a:ln w="0">
                <a:noFill/>
                <a:prstDash val="solid"/>
              </a:ln>
            </p:spPr>
          </p:sp>
          <p:sp>
            <p:nvSpPr>
              <p:cNvPr id="2678" name="four:temporal-output:rotated-tᵦ-cell-90:2678">
                <a:extLst>
                  <a:ext uri="{FF2B5EF4-FFF2-40B4-BE49-F238E27FC236}">
                    <ns2:creationId id="{592A348C-C6E8-4A94-87F8-87AD690F22EF}"/>
                  </a:ext>
                </a:extLst>
              </p:cNvPr>
              <p:cNvSpPr>
                <a:spLocks noGrp="1"/>
              </p:cNvSpPr>
              <p:nvPr/>
            </p:nvSpPr>
            <p:spPr>
              <a:xfrm>
                <a:off x="21950363" y="6621066"/>
                <a:ext cx="709613" cy="5953"/>
              </a:xfrm>
              <a:prstGeom prst="rect">
                <a:avLst/>
              </a:prstGeom>
              <a:solidFill>
                <a:srgbClr val="81C9BA"/>
              </a:solidFill>
              <a:ln w="0">
                <a:noFill/>
                <a:prstDash val="solid"/>
              </a:ln>
            </p:spPr>
          </p:sp>
          <p:sp>
            <p:nvSpPr>
              <p:cNvPr id="2679" name="four:temporal-output:rotated-tᵦ-cell-91:2679">
                <a:extLst>
                  <a:ext uri="{FF2B5EF4-FFF2-40B4-BE49-F238E27FC236}">
                    <ns2:creationId id="{FBC283F0-D841-4197-8223-0F2D470BCD00}"/>
                  </a:ext>
                </a:extLst>
              </p:cNvPr>
              <p:cNvSpPr>
                <a:spLocks noGrp="1"/>
              </p:cNvSpPr>
              <p:nvPr/>
            </p:nvSpPr>
            <p:spPr>
              <a:xfrm>
                <a:off x="21950363" y="6615113"/>
                <a:ext cx="709613" cy="5953"/>
              </a:xfrm>
              <a:prstGeom prst="rect">
                <a:avLst/>
              </a:prstGeom>
              <a:solidFill>
                <a:srgbClr val="81C9BA"/>
              </a:solidFill>
              <a:ln w="0">
                <a:noFill/>
                <a:prstDash val="solid"/>
              </a:ln>
            </p:spPr>
          </p:sp>
          <p:sp>
            <p:nvSpPr>
              <p:cNvPr id="2680" name="four:temporal-output:rotated-tᵦ-cell-92:2680">
                <a:extLst>
                  <a:ext uri="{FF2B5EF4-FFF2-40B4-BE49-F238E27FC236}">
                    <ns2:creationId id="{F8134151-646E-4D8D-8F0D-BECF4FD327AA}"/>
                  </a:ext>
                </a:extLst>
              </p:cNvPr>
              <p:cNvSpPr>
                <a:spLocks noGrp="1"/>
              </p:cNvSpPr>
              <p:nvPr/>
            </p:nvSpPr>
            <p:spPr>
              <a:xfrm>
                <a:off x="21950363" y="6609159"/>
                <a:ext cx="709613" cy="5953"/>
              </a:xfrm>
              <a:prstGeom prst="rect">
                <a:avLst/>
              </a:prstGeom>
              <a:solidFill>
                <a:srgbClr val="81C9BA"/>
              </a:solidFill>
              <a:ln w="0">
                <a:noFill/>
                <a:prstDash val="solid"/>
              </a:ln>
            </p:spPr>
          </p:sp>
          <p:sp>
            <p:nvSpPr>
              <p:cNvPr id="2681" name="four:temporal-output:rotated-tᵦ-cell-93:2681">
                <a:extLst>
                  <a:ext uri="{FF2B5EF4-FFF2-40B4-BE49-F238E27FC236}">
                    <ns2:creationId id="{4956CA14-3908-44EE-B872-A6CDCA2019E8}"/>
                  </a:ext>
                </a:extLst>
              </p:cNvPr>
              <p:cNvSpPr>
                <a:spLocks noGrp="1"/>
              </p:cNvSpPr>
              <p:nvPr/>
            </p:nvSpPr>
            <p:spPr>
              <a:xfrm>
                <a:off x="21950363" y="6603206"/>
                <a:ext cx="709613" cy="5953"/>
              </a:xfrm>
              <a:prstGeom prst="rect">
                <a:avLst/>
              </a:prstGeom>
              <a:solidFill>
                <a:srgbClr val="81C9BA"/>
              </a:solidFill>
              <a:ln w="0">
                <a:noFill/>
                <a:prstDash val="solid"/>
              </a:ln>
            </p:spPr>
          </p:sp>
          <p:sp>
            <p:nvSpPr>
              <p:cNvPr id="2682" name="four:temporal-output:rotated-tᵦ-cell-94:2682">
                <a:extLst>
                  <a:ext uri="{FF2B5EF4-FFF2-40B4-BE49-F238E27FC236}">
                    <ns2:creationId id="{57966333-DE12-4159-95C7-CA92314E9E36}"/>
                  </a:ext>
                </a:extLst>
              </p:cNvPr>
              <p:cNvSpPr>
                <a:spLocks noGrp="1"/>
              </p:cNvSpPr>
              <p:nvPr/>
            </p:nvSpPr>
            <p:spPr>
              <a:xfrm>
                <a:off x="21950363" y="6597253"/>
                <a:ext cx="709613" cy="5953"/>
              </a:xfrm>
              <a:prstGeom prst="rect">
                <a:avLst/>
              </a:prstGeom>
              <a:solidFill>
                <a:srgbClr val="81C9BA"/>
              </a:solidFill>
              <a:ln w="0">
                <a:noFill/>
                <a:prstDash val="solid"/>
              </a:ln>
            </p:spPr>
          </p:sp>
          <p:sp>
            <p:nvSpPr>
              <p:cNvPr id="2683" name="four:temporal-output:rotated-tᵦ-cell-95:2683">
                <a:extLst>
                  <a:ext uri="{FF2B5EF4-FFF2-40B4-BE49-F238E27FC236}">
                    <ns2:creationId id="{11742928-B369-4B30-9DA1-B080E2C40C7B}"/>
                  </a:ext>
                </a:extLst>
              </p:cNvPr>
              <p:cNvSpPr>
                <a:spLocks noGrp="1"/>
              </p:cNvSpPr>
              <p:nvPr/>
            </p:nvSpPr>
            <p:spPr>
              <a:xfrm>
                <a:off x="21950363" y="6591300"/>
                <a:ext cx="709613" cy="5953"/>
              </a:xfrm>
              <a:prstGeom prst="rect">
                <a:avLst/>
              </a:prstGeom>
              <a:solidFill>
                <a:srgbClr val="81C9BA"/>
              </a:solidFill>
              <a:ln w="0">
                <a:noFill/>
                <a:prstDash val="solid"/>
              </a:ln>
            </p:spPr>
          </p:sp>
          <p:sp>
            <p:nvSpPr>
              <p:cNvPr id="2684" name="four:temporal-output:rotated-tᵦ-cell-96:2684">
                <a:extLst>
                  <a:ext uri="{FF2B5EF4-FFF2-40B4-BE49-F238E27FC236}">
                    <ns2:creationId id="{9F0CEDCC-5F25-4E82-B3F7-6A3C971B60E9}"/>
                  </a:ext>
                </a:extLst>
              </p:cNvPr>
              <p:cNvSpPr>
                <a:spLocks noGrp="1"/>
              </p:cNvSpPr>
              <p:nvPr/>
            </p:nvSpPr>
            <p:spPr>
              <a:xfrm>
                <a:off x="21950363" y="6585347"/>
                <a:ext cx="709613" cy="5953"/>
              </a:xfrm>
              <a:prstGeom prst="rect">
                <a:avLst/>
              </a:prstGeom>
              <a:solidFill>
                <a:srgbClr val="81C9BA"/>
              </a:solidFill>
              <a:ln w="0">
                <a:noFill/>
                <a:prstDash val="solid"/>
              </a:ln>
            </p:spPr>
          </p:sp>
          <p:sp>
            <p:nvSpPr>
              <p:cNvPr id="2685" name="four:temporal-output:rotated-tᵦ-cell-97:2685">
                <a:extLst>
                  <a:ext uri="{FF2B5EF4-FFF2-40B4-BE49-F238E27FC236}">
                    <ns2:creationId id="{8CBD0837-6383-4E4D-BA97-807A6A8F6B29}"/>
                  </a:ext>
                </a:extLst>
              </p:cNvPr>
              <p:cNvSpPr>
                <a:spLocks noGrp="1"/>
              </p:cNvSpPr>
              <p:nvPr/>
            </p:nvSpPr>
            <p:spPr>
              <a:xfrm>
                <a:off x="21950363" y="6579394"/>
                <a:ext cx="709613" cy="5953"/>
              </a:xfrm>
              <a:prstGeom prst="rect">
                <a:avLst/>
              </a:prstGeom>
              <a:solidFill>
                <a:srgbClr val="81C9BA"/>
              </a:solidFill>
              <a:ln w="0">
                <a:noFill/>
                <a:prstDash val="solid"/>
              </a:ln>
            </p:spPr>
          </p:sp>
          <p:sp>
            <p:nvSpPr>
              <p:cNvPr id="2686" name="four:temporal-output:rotated-tᵦ-cell-98:2686">
                <a:extLst>
                  <a:ext uri="{FF2B5EF4-FFF2-40B4-BE49-F238E27FC236}">
                    <ns2:creationId id="{2B4C3301-4C49-4286-9643-A89DC7DB70FD}"/>
                  </a:ext>
                </a:extLst>
              </p:cNvPr>
              <p:cNvSpPr>
                <a:spLocks noGrp="1"/>
              </p:cNvSpPr>
              <p:nvPr/>
            </p:nvSpPr>
            <p:spPr>
              <a:xfrm>
                <a:off x="21950363" y="6573441"/>
                <a:ext cx="709613" cy="5953"/>
              </a:xfrm>
              <a:prstGeom prst="rect">
                <a:avLst/>
              </a:prstGeom>
              <a:solidFill>
                <a:srgbClr val="81C9BA"/>
              </a:solidFill>
              <a:ln w="0">
                <a:noFill/>
                <a:prstDash val="solid"/>
              </a:ln>
            </p:spPr>
          </p:sp>
          <p:sp>
            <p:nvSpPr>
              <p:cNvPr id="2687" name="four:temporal-output:rotated-tᵦ-cell-99:2687">
                <a:extLst>
                  <a:ext uri="{FF2B5EF4-FFF2-40B4-BE49-F238E27FC236}">
                    <ns2:creationId id="{D0D8D783-26D7-4B14-92B3-938D76DBBF30}"/>
                  </a:ext>
                </a:extLst>
              </p:cNvPr>
              <p:cNvSpPr>
                <a:spLocks noGrp="1"/>
              </p:cNvSpPr>
              <p:nvPr/>
            </p:nvSpPr>
            <p:spPr>
              <a:xfrm>
                <a:off x="21950363" y="6567488"/>
                <a:ext cx="709613" cy="5953"/>
              </a:xfrm>
              <a:prstGeom prst="rect">
                <a:avLst/>
              </a:prstGeom>
              <a:solidFill>
                <a:srgbClr val="81C9BA"/>
              </a:solidFill>
              <a:ln w="0">
                <a:noFill/>
                <a:prstDash val="solid"/>
              </a:ln>
            </p:spPr>
          </p:sp>
          <p:sp>
            <p:nvSpPr>
              <p:cNvPr id="2688" name="four:temporal-output:rotated-tᵦ-cell-100:2688">
                <a:extLst>
                  <a:ext uri="{FF2B5EF4-FFF2-40B4-BE49-F238E27FC236}">
                    <ns2:creationId id="{17DDA071-3A05-4E84-B08E-4E720039C67C}"/>
                  </a:ext>
                </a:extLst>
              </p:cNvPr>
              <p:cNvSpPr>
                <a:spLocks noGrp="1"/>
              </p:cNvSpPr>
              <p:nvPr/>
            </p:nvSpPr>
            <p:spPr>
              <a:xfrm>
                <a:off x="21950363" y="6561534"/>
                <a:ext cx="709613" cy="5953"/>
              </a:xfrm>
              <a:prstGeom prst="rect">
                <a:avLst/>
              </a:prstGeom>
              <a:solidFill>
                <a:srgbClr val="81C9BA"/>
              </a:solidFill>
              <a:ln w="0">
                <a:noFill/>
                <a:prstDash val="solid"/>
              </a:ln>
            </p:spPr>
          </p:sp>
          <p:sp>
            <p:nvSpPr>
              <p:cNvPr id="2689" name="four:temporal-output:rotated-tᵦ-cell-101:2689">
                <a:extLst>
                  <a:ext uri="{FF2B5EF4-FFF2-40B4-BE49-F238E27FC236}">
                    <ns2:creationId id="{4E480DF0-34DE-4529-8B45-D98F6A84AE5E}"/>
                  </a:ext>
                </a:extLst>
              </p:cNvPr>
              <p:cNvSpPr>
                <a:spLocks noGrp="1"/>
              </p:cNvSpPr>
              <p:nvPr/>
            </p:nvSpPr>
            <p:spPr>
              <a:xfrm>
                <a:off x="21950363" y="6555581"/>
                <a:ext cx="709613" cy="5953"/>
              </a:xfrm>
              <a:prstGeom prst="rect">
                <a:avLst/>
              </a:prstGeom>
              <a:solidFill>
                <a:srgbClr val="81C9BA"/>
              </a:solidFill>
              <a:ln w="0">
                <a:noFill/>
                <a:prstDash val="solid"/>
              </a:ln>
            </p:spPr>
          </p:sp>
          <p:sp>
            <p:nvSpPr>
              <p:cNvPr id="2690" name="four:temporal-output:rotated-tᵦ-cell-102:2690">
                <a:extLst>
                  <a:ext uri="{FF2B5EF4-FFF2-40B4-BE49-F238E27FC236}">
                    <ns2:creationId id="{B32970EB-CBF6-45BF-9422-C2200AA708B5}"/>
                  </a:ext>
                </a:extLst>
              </p:cNvPr>
              <p:cNvSpPr>
                <a:spLocks noGrp="1"/>
              </p:cNvSpPr>
              <p:nvPr/>
            </p:nvSpPr>
            <p:spPr>
              <a:xfrm>
                <a:off x="21950363" y="6549628"/>
                <a:ext cx="709613" cy="5953"/>
              </a:xfrm>
              <a:prstGeom prst="rect">
                <a:avLst/>
              </a:prstGeom>
              <a:solidFill>
                <a:srgbClr val="81C9BA"/>
              </a:solidFill>
              <a:ln w="0">
                <a:noFill/>
                <a:prstDash val="solid"/>
              </a:ln>
            </p:spPr>
          </p:sp>
          <p:sp>
            <p:nvSpPr>
              <p:cNvPr id="2691" name="four:temporal-output:rotated-tᵦ-cell-103:2691">
                <a:extLst>
                  <a:ext uri="{FF2B5EF4-FFF2-40B4-BE49-F238E27FC236}">
                    <ns2:creationId id="{3C37786A-44A6-4D66-B9D0-659A9EB5BF87}"/>
                  </a:ext>
                </a:extLst>
              </p:cNvPr>
              <p:cNvSpPr>
                <a:spLocks noGrp="1"/>
              </p:cNvSpPr>
              <p:nvPr/>
            </p:nvSpPr>
            <p:spPr>
              <a:xfrm>
                <a:off x="21950363" y="6543675"/>
                <a:ext cx="709613" cy="5953"/>
              </a:xfrm>
              <a:prstGeom prst="rect">
                <a:avLst/>
              </a:prstGeom>
              <a:solidFill>
                <a:srgbClr val="81C9BA"/>
              </a:solidFill>
              <a:ln w="0">
                <a:noFill/>
                <a:prstDash val="solid"/>
              </a:ln>
            </p:spPr>
          </p:sp>
          <p:sp>
            <p:nvSpPr>
              <p:cNvPr id="2692" name="four:temporal-output:rotated-tᵦ-cell-104:2692">
                <a:extLst>
                  <a:ext uri="{FF2B5EF4-FFF2-40B4-BE49-F238E27FC236}">
                    <ns2:creationId id="{F8AFB14B-C8B4-427B-8168-65B8B791EC03}"/>
                  </a:ext>
                </a:extLst>
              </p:cNvPr>
              <p:cNvSpPr>
                <a:spLocks noGrp="1"/>
              </p:cNvSpPr>
              <p:nvPr/>
            </p:nvSpPr>
            <p:spPr>
              <a:xfrm>
                <a:off x="21950363" y="6537722"/>
                <a:ext cx="709613" cy="5953"/>
              </a:xfrm>
              <a:prstGeom prst="rect">
                <a:avLst/>
              </a:prstGeom>
              <a:solidFill>
                <a:srgbClr val="81C9BA"/>
              </a:solidFill>
              <a:ln w="0">
                <a:noFill/>
                <a:prstDash val="solid"/>
              </a:ln>
            </p:spPr>
          </p:sp>
          <p:sp>
            <p:nvSpPr>
              <p:cNvPr id="2693" name="four:temporal-output:rotated-tᵦ-cell-105:2693">
                <a:extLst>
                  <a:ext uri="{FF2B5EF4-FFF2-40B4-BE49-F238E27FC236}">
                    <ns2:creationId id="{6982E8DD-FC84-49E5-B746-6CDD6C9DF759}"/>
                  </a:ext>
                </a:extLst>
              </p:cNvPr>
              <p:cNvSpPr>
                <a:spLocks noGrp="1"/>
              </p:cNvSpPr>
              <p:nvPr/>
            </p:nvSpPr>
            <p:spPr>
              <a:xfrm>
                <a:off x="21950363" y="6531769"/>
                <a:ext cx="709613" cy="5953"/>
              </a:xfrm>
              <a:prstGeom prst="rect">
                <a:avLst/>
              </a:prstGeom>
              <a:solidFill>
                <a:srgbClr val="81C9BA"/>
              </a:solidFill>
              <a:ln w="0">
                <a:noFill/>
                <a:prstDash val="solid"/>
              </a:ln>
            </p:spPr>
          </p:sp>
          <p:sp>
            <p:nvSpPr>
              <p:cNvPr id="2694" name="four:temporal-output:rotated-tᵦ-cell-106:2694">
                <a:extLst>
                  <a:ext uri="{FF2B5EF4-FFF2-40B4-BE49-F238E27FC236}">
                    <ns2:creationId id="{CDE72F93-06BF-4E3C-87E5-6D0B60AC37A4}"/>
                  </a:ext>
                </a:extLst>
              </p:cNvPr>
              <p:cNvSpPr>
                <a:spLocks noGrp="1"/>
              </p:cNvSpPr>
              <p:nvPr/>
            </p:nvSpPr>
            <p:spPr>
              <a:xfrm>
                <a:off x="21950363" y="6525816"/>
                <a:ext cx="709613" cy="5953"/>
              </a:xfrm>
              <a:prstGeom prst="rect">
                <a:avLst/>
              </a:prstGeom>
              <a:solidFill>
                <a:srgbClr val="81C9BA"/>
              </a:solidFill>
              <a:ln w="0">
                <a:noFill/>
                <a:prstDash val="solid"/>
              </a:ln>
            </p:spPr>
          </p:sp>
          <p:sp>
            <p:nvSpPr>
              <p:cNvPr id="2695" name="four:temporal-output:rotated-tᵦ-cell-107:2695">
                <a:extLst>
                  <a:ext uri="{FF2B5EF4-FFF2-40B4-BE49-F238E27FC236}">
                    <ns2:creationId id="{A5AC2D30-6437-4666-8924-513E43068318}"/>
                  </a:ext>
                </a:extLst>
              </p:cNvPr>
              <p:cNvSpPr>
                <a:spLocks noGrp="1"/>
              </p:cNvSpPr>
              <p:nvPr/>
            </p:nvSpPr>
            <p:spPr>
              <a:xfrm>
                <a:off x="21950363" y="6519863"/>
                <a:ext cx="709613" cy="5953"/>
              </a:xfrm>
              <a:prstGeom prst="rect">
                <a:avLst/>
              </a:prstGeom>
              <a:solidFill>
                <a:srgbClr val="81C9BA"/>
              </a:solidFill>
              <a:ln w="0">
                <a:noFill/>
                <a:prstDash val="solid"/>
              </a:ln>
            </p:spPr>
          </p:sp>
          <p:sp>
            <p:nvSpPr>
              <p:cNvPr id="2696" name="four:temporal-output:rotated-tᵦ-cell-108:2696">
                <a:extLst>
                  <a:ext uri="{FF2B5EF4-FFF2-40B4-BE49-F238E27FC236}">
                    <ns2:creationId id="{3785CBB5-711E-45AE-9710-2D58D0D9BFC3}"/>
                  </a:ext>
                </a:extLst>
              </p:cNvPr>
              <p:cNvSpPr>
                <a:spLocks noGrp="1"/>
              </p:cNvSpPr>
              <p:nvPr/>
            </p:nvSpPr>
            <p:spPr>
              <a:xfrm>
                <a:off x="21950363" y="6513909"/>
                <a:ext cx="709613" cy="5953"/>
              </a:xfrm>
              <a:prstGeom prst="rect">
                <a:avLst/>
              </a:prstGeom>
              <a:solidFill>
                <a:srgbClr val="81C9BA"/>
              </a:solidFill>
              <a:ln w="0">
                <a:noFill/>
                <a:prstDash val="solid"/>
              </a:ln>
            </p:spPr>
          </p:sp>
          <p:sp>
            <p:nvSpPr>
              <p:cNvPr id="2697" name="four:temporal-output:rotated-tᵦ-cell-109:2697">
                <a:extLst>
                  <a:ext uri="{FF2B5EF4-FFF2-40B4-BE49-F238E27FC236}">
                    <ns2:creationId id="{DB6AD168-E52C-44A9-991C-87AC111503F8}"/>
                  </a:ext>
                </a:extLst>
              </p:cNvPr>
              <p:cNvSpPr>
                <a:spLocks noGrp="1"/>
              </p:cNvSpPr>
              <p:nvPr/>
            </p:nvSpPr>
            <p:spPr>
              <a:xfrm>
                <a:off x="21950363" y="6507956"/>
                <a:ext cx="709613" cy="5953"/>
              </a:xfrm>
              <a:prstGeom prst="rect">
                <a:avLst/>
              </a:prstGeom>
              <a:solidFill>
                <a:srgbClr val="81C9BA"/>
              </a:solidFill>
              <a:ln w="0">
                <a:noFill/>
                <a:prstDash val="solid"/>
              </a:ln>
            </p:spPr>
          </p:sp>
          <p:sp>
            <p:nvSpPr>
              <p:cNvPr id="2698" name="four:temporal-output:rotated-tᵦ-cell-110:2698">
                <a:extLst>
                  <a:ext uri="{FF2B5EF4-FFF2-40B4-BE49-F238E27FC236}">
                    <ns2:creationId id="{817D998E-350C-4CC2-A13F-77D9C4318F33}"/>
                  </a:ext>
                </a:extLst>
              </p:cNvPr>
              <p:cNvSpPr>
                <a:spLocks noGrp="1"/>
              </p:cNvSpPr>
              <p:nvPr/>
            </p:nvSpPr>
            <p:spPr>
              <a:xfrm>
                <a:off x="21950363" y="6502003"/>
                <a:ext cx="709613" cy="5953"/>
              </a:xfrm>
              <a:prstGeom prst="rect">
                <a:avLst/>
              </a:prstGeom>
              <a:solidFill>
                <a:srgbClr val="81C9BA"/>
              </a:solidFill>
              <a:ln w="0">
                <a:noFill/>
                <a:prstDash val="solid"/>
              </a:ln>
            </p:spPr>
          </p:sp>
          <p:sp>
            <p:nvSpPr>
              <p:cNvPr id="2699" name="four:temporal-output:rotated-tᵦ-cell-111:2699">
                <a:extLst>
                  <a:ext uri="{FF2B5EF4-FFF2-40B4-BE49-F238E27FC236}">
                    <ns2:creationId id="{9FC49D9E-5CA3-4D89-BDF4-E6E2B80A6FBE}"/>
                  </a:ext>
                </a:extLst>
              </p:cNvPr>
              <p:cNvSpPr>
                <a:spLocks noGrp="1"/>
              </p:cNvSpPr>
              <p:nvPr/>
            </p:nvSpPr>
            <p:spPr>
              <a:xfrm>
                <a:off x="21950363" y="6496050"/>
                <a:ext cx="709613" cy="5953"/>
              </a:xfrm>
              <a:prstGeom prst="rect">
                <a:avLst/>
              </a:prstGeom>
              <a:solidFill>
                <a:srgbClr val="81C9BA"/>
              </a:solidFill>
              <a:ln w="0">
                <a:noFill/>
                <a:prstDash val="solid"/>
              </a:ln>
            </p:spPr>
          </p:sp>
          <p:sp>
            <p:nvSpPr>
              <p:cNvPr id="2700" name="four:temporal-output:rotated-tᵦ-cell-112:2700">
                <a:extLst>
                  <a:ext uri="{FF2B5EF4-FFF2-40B4-BE49-F238E27FC236}">
                    <ns2:creationId id="{CDF25389-6C6A-4009-9BEF-B10FF35CAEA2}"/>
                  </a:ext>
                </a:extLst>
              </p:cNvPr>
              <p:cNvSpPr>
                <a:spLocks noGrp="1"/>
              </p:cNvSpPr>
              <p:nvPr/>
            </p:nvSpPr>
            <p:spPr>
              <a:xfrm>
                <a:off x="21950363" y="6490097"/>
                <a:ext cx="709613" cy="5953"/>
              </a:xfrm>
              <a:prstGeom prst="rect">
                <a:avLst/>
              </a:prstGeom>
              <a:solidFill>
                <a:srgbClr val="81C9BA"/>
              </a:solidFill>
              <a:ln w="0">
                <a:noFill/>
                <a:prstDash val="solid"/>
              </a:ln>
            </p:spPr>
          </p:sp>
          <p:sp>
            <p:nvSpPr>
              <p:cNvPr id="2701" name="four:temporal-output:rotated-tᵦ-cell-113:2701">
                <a:extLst>
                  <a:ext uri="{FF2B5EF4-FFF2-40B4-BE49-F238E27FC236}">
                    <ns2:creationId id="{E66B641D-95E9-4475-9B1D-87EC3C7AC303}"/>
                  </a:ext>
                </a:extLst>
              </p:cNvPr>
              <p:cNvSpPr>
                <a:spLocks noGrp="1"/>
              </p:cNvSpPr>
              <p:nvPr/>
            </p:nvSpPr>
            <p:spPr>
              <a:xfrm>
                <a:off x="21950363" y="6484144"/>
                <a:ext cx="709613" cy="5953"/>
              </a:xfrm>
              <a:prstGeom prst="rect">
                <a:avLst/>
              </a:prstGeom>
              <a:solidFill>
                <a:srgbClr val="81C9BA"/>
              </a:solidFill>
              <a:ln w="0">
                <a:noFill/>
                <a:prstDash val="solid"/>
              </a:ln>
            </p:spPr>
          </p:sp>
          <p:sp>
            <p:nvSpPr>
              <p:cNvPr id="2702" name="four:temporal-output:rotated-tᵦ-cell-114:2702">
                <a:extLst>
                  <a:ext uri="{FF2B5EF4-FFF2-40B4-BE49-F238E27FC236}">
                    <ns2:creationId id="{AA722F6D-39C7-4CC5-A43C-D3E7A0B67461}"/>
                  </a:ext>
                </a:extLst>
              </p:cNvPr>
              <p:cNvSpPr>
                <a:spLocks noGrp="1"/>
              </p:cNvSpPr>
              <p:nvPr/>
            </p:nvSpPr>
            <p:spPr>
              <a:xfrm>
                <a:off x="21950363" y="6478191"/>
                <a:ext cx="709613" cy="5953"/>
              </a:xfrm>
              <a:prstGeom prst="rect">
                <a:avLst/>
              </a:prstGeom>
              <a:solidFill>
                <a:srgbClr val="81C9BA"/>
              </a:solidFill>
              <a:ln w="0">
                <a:noFill/>
                <a:prstDash val="solid"/>
              </a:ln>
            </p:spPr>
          </p:sp>
          <p:sp>
            <p:nvSpPr>
              <p:cNvPr id="2703" name="four:temporal-output:rotated-tᵦ-cell-115:2703">
                <a:extLst>
                  <a:ext uri="{FF2B5EF4-FFF2-40B4-BE49-F238E27FC236}">
                    <ns2:creationId id="{61D60F0A-828D-46A8-A060-16199D2407FE}"/>
                  </a:ext>
                </a:extLst>
              </p:cNvPr>
              <p:cNvSpPr>
                <a:spLocks noGrp="1"/>
              </p:cNvSpPr>
              <p:nvPr/>
            </p:nvSpPr>
            <p:spPr>
              <a:xfrm>
                <a:off x="21950363" y="6472238"/>
                <a:ext cx="709613" cy="5953"/>
              </a:xfrm>
              <a:prstGeom prst="rect">
                <a:avLst/>
              </a:prstGeom>
              <a:solidFill>
                <a:srgbClr val="7FC9B9"/>
              </a:solidFill>
              <a:ln w="0">
                <a:noFill/>
                <a:prstDash val="solid"/>
              </a:ln>
            </p:spPr>
          </p:sp>
          <p:sp>
            <p:nvSpPr>
              <p:cNvPr id="2704" name="four:temporal-output:rotated-tᵦ-cell-116:2704">
                <a:extLst>
                  <a:ext uri="{FF2B5EF4-FFF2-40B4-BE49-F238E27FC236}">
                    <ns2:creationId id="{C4BD26B9-1299-4A19-AFBB-5D97E2F908BB}"/>
                  </a:ext>
                </a:extLst>
              </p:cNvPr>
              <p:cNvSpPr>
                <a:spLocks noGrp="1"/>
              </p:cNvSpPr>
              <p:nvPr/>
            </p:nvSpPr>
            <p:spPr>
              <a:xfrm>
                <a:off x="21950363" y="6466284"/>
                <a:ext cx="709613" cy="5953"/>
              </a:xfrm>
              <a:prstGeom prst="rect">
                <a:avLst/>
              </a:prstGeom>
              <a:solidFill>
                <a:srgbClr val="73C5B3"/>
              </a:solidFill>
              <a:ln w="0">
                <a:noFill/>
                <a:prstDash val="solid"/>
              </a:ln>
            </p:spPr>
          </p:sp>
          <p:sp>
            <p:nvSpPr>
              <p:cNvPr id="2705" name="four:temporal-output:rotated-tᵦ-cell-117:2705">
                <a:extLst>
                  <a:ext uri="{FF2B5EF4-FFF2-40B4-BE49-F238E27FC236}">
                    <ns2:creationId id="{8DCB0985-0DB5-4B3E-A2A0-572EED341056}"/>
                  </a:ext>
                </a:extLst>
              </p:cNvPr>
              <p:cNvSpPr>
                <a:spLocks noGrp="1"/>
              </p:cNvSpPr>
              <p:nvPr/>
            </p:nvSpPr>
            <p:spPr>
              <a:xfrm>
                <a:off x="21950363" y="6460331"/>
                <a:ext cx="709613" cy="5953"/>
              </a:xfrm>
              <a:prstGeom prst="rect">
                <a:avLst/>
              </a:prstGeom>
              <a:solidFill>
                <a:srgbClr val="60BEA8"/>
              </a:solidFill>
              <a:ln w="0">
                <a:noFill/>
                <a:prstDash val="solid"/>
              </a:ln>
            </p:spPr>
          </p:sp>
          <p:sp>
            <p:nvSpPr>
              <p:cNvPr id="2706" name="four:temporal-output:rotated-tᵦ-cell-118:2706">
                <a:extLst>
                  <a:ext uri="{FF2B5EF4-FFF2-40B4-BE49-F238E27FC236}">
                    <ns2:creationId id="{1D798F2E-350A-4F71-AA26-F649EAF0FDA4}"/>
                  </a:ext>
                </a:extLst>
              </p:cNvPr>
              <p:cNvSpPr>
                <a:spLocks noGrp="1"/>
              </p:cNvSpPr>
              <p:nvPr/>
            </p:nvSpPr>
            <p:spPr>
              <a:xfrm>
                <a:off x="21950363" y="6454378"/>
                <a:ext cx="709613" cy="5953"/>
              </a:xfrm>
              <a:prstGeom prst="rect">
                <a:avLst/>
              </a:prstGeom>
              <a:solidFill>
                <a:srgbClr val="48B69B"/>
              </a:solidFill>
              <a:ln w="0">
                <a:noFill/>
                <a:prstDash val="solid"/>
              </a:ln>
            </p:spPr>
          </p:sp>
          <p:sp>
            <p:nvSpPr>
              <p:cNvPr id="2707" name="four:temporal-output:rotated-tᵦ-cell-119:2707">
                <a:extLst>
                  <a:ext uri="{FF2B5EF4-FFF2-40B4-BE49-F238E27FC236}">
                    <ns2:creationId id="{11F0C475-FA7F-40A8-A197-EAAABFCCFF51}"/>
                  </a:ext>
                </a:extLst>
              </p:cNvPr>
              <p:cNvSpPr>
                <a:spLocks noGrp="1"/>
              </p:cNvSpPr>
              <p:nvPr/>
            </p:nvSpPr>
            <p:spPr>
              <a:xfrm>
                <a:off x="21950363" y="6448425"/>
                <a:ext cx="709613" cy="5953"/>
              </a:xfrm>
              <a:prstGeom prst="rect">
                <a:avLst/>
              </a:prstGeom>
              <a:solidFill>
                <a:srgbClr val="2EAE8D"/>
              </a:solidFill>
              <a:ln w="0">
                <a:noFill/>
                <a:prstDash val="solid"/>
              </a:ln>
            </p:spPr>
          </p:sp>
          <p:sp>
            <p:nvSpPr>
              <p:cNvPr id="2708" name="four:temporal-output:rotated-tᵦ-cell-120:2708">
                <a:extLst>
                  <a:ext uri="{FF2B5EF4-FFF2-40B4-BE49-F238E27FC236}">
                    <ns2:creationId id="{E6CEFCC7-410C-418A-81F3-A8CA4CC8CEF1}"/>
                  </a:ext>
                </a:extLst>
              </p:cNvPr>
              <p:cNvSpPr>
                <a:spLocks noGrp="1"/>
              </p:cNvSpPr>
              <p:nvPr/>
            </p:nvSpPr>
            <p:spPr>
              <a:xfrm>
                <a:off x="21950363" y="6442472"/>
                <a:ext cx="709613" cy="5953"/>
              </a:xfrm>
              <a:prstGeom prst="rect">
                <a:avLst/>
              </a:prstGeom>
              <a:solidFill>
                <a:srgbClr val="1AA781"/>
              </a:solidFill>
              <a:ln w="0">
                <a:noFill/>
                <a:prstDash val="solid"/>
              </a:ln>
            </p:spPr>
          </p:sp>
          <p:sp>
            <p:nvSpPr>
              <p:cNvPr id="2709" name="four:temporal-output:rotated-tᵦ-cell-121:2709">
                <a:extLst>
                  <a:ext uri="{FF2B5EF4-FFF2-40B4-BE49-F238E27FC236}">
                    <ns2:creationId id="{2CA6C0FB-8048-47EE-8B69-0467D9BBED9D}"/>
                  </a:ext>
                </a:extLst>
              </p:cNvPr>
              <p:cNvSpPr>
                <a:spLocks noGrp="1"/>
              </p:cNvSpPr>
              <p:nvPr/>
            </p:nvSpPr>
            <p:spPr>
              <a:xfrm>
                <a:off x="21950363" y="6436519"/>
                <a:ext cx="709613" cy="5953"/>
              </a:xfrm>
              <a:prstGeom prst="rect">
                <a:avLst/>
              </a:prstGeom>
              <a:solidFill>
                <a:srgbClr val="07A177"/>
              </a:solidFill>
              <a:ln w="0">
                <a:noFill/>
                <a:prstDash val="solid"/>
              </a:ln>
            </p:spPr>
          </p:sp>
          <p:sp>
            <p:nvSpPr>
              <p:cNvPr id="2710" name="four:temporal-output:rotated-tᵦ-cell-122:2710">
                <a:extLst>
                  <a:ext uri="{FF2B5EF4-FFF2-40B4-BE49-F238E27FC236}">
                    <ns2:creationId id="{BCDDEEC8-E7EB-4B06-8C63-E97D71424C93}"/>
                  </a:ext>
                </a:extLst>
              </p:cNvPr>
              <p:cNvSpPr>
                <a:spLocks noGrp="1"/>
              </p:cNvSpPr>
              <p:nvPr/>
            </p:nvSpPr>
            <p:spPr>
              <a:xfrm>
                <a:off x="21950363" y="6430566"/>
                <a:ext cx="709613" cy="5953"/>
              </a:xfrm>
              <a:prstGeom prst="rect">
                <a:avLst/>
              </a:prstGeom>
              <a:solidFill>
                <a:srgbClr val="009E73"/>
              </a:solidFill>
              <a:ln w="0">
                <a:noFill/>
                <a:prstDash val="solid"/>
              </a:ln>
            </p:spPr>
          </p:sp>
          <p:sp>
            <p:nvSpPr>
              <p:cNvPr id="2711" name="four:temporal-output:rotated-tᵦ-cell-123:2711">
                <a:extLst>
                  <a:ext uri="{FF2B5EF4-FFF2-40B4-BE49-F238E27FC236}">
                    <ns2:creationId id="{9AD7E6DC-0431-42A8-B774-21C64CFC71F8}"/>
                  </a:ext>
                </a:extLst>
              </p:cNvPr>
              <p:cNvSpPr>
                <a:spLocks noGrp="1"/>
              </p:cNvSpPr>
              <p:nvPr/>
            </p:nvSpPr>
            <p:spPr>
              <a:xfrm>
                <a:off x="21950363" y="6424613"/>
                <a:ext cx="709613" cy="5953"/>
              </a:xfrm>
              <a:prstGeom prst="rect">
                <a:avLst/>
              </a:prstGeom>
              <a:solidFill>
                <a:srgbClr val="009E73"/>
              </a:solidFill>
              <a:ln w="0">
                <a:noFill/>
                <a:prstDash val="solid"/>
              </a:ln>
            </p:spPr>
          </p:sp>
          <p:sp>
            <p:nvSpPr>
              <p:cNvPr id="2712" name="four:temporal-output:rotated-tᵦ-cell-124:2712">
                <a:extLst>
                  <a:ext uri="{FF2B5EF4-FFF2-40B4-BE49-F238E27FC236}">
                    <ns2:creationId id="{E0B37114-5D38-4FD4-BC5F-DA23E6BDD11E}"/>
                  </a:ext>
                </a:extLst>
              </p:cNvPr>
              <p:cNvSpPr>
                <a:spLocks noGrp="1"/>
              </p:cNvSpPr>
              <p:nvPr/>
            </p:nvSpPr>
            <p:spPr>
              <a:xfrm>
                <a:off x="21950363" y="6418659"/>
                <a:ext cx="709613" cy="5953"/>
              </a:xfrm>
              <a:prstGeom prst="rect">
                <a:avLst/>
              </a:prstGeom>
              <a:solidFill>
                <a:srgbClr val="009E73"/>
              </a:solidFill>
              <a:ln w="0">
                <a:noFill/>
                <a:prstDash val="solid"/>
              </a:ln>
            </p:spPr>
          </p:sp>
          <p:sp>
            <p:nvSpPr>
              <p:cNvPr id="2713" name="four:temporal-output:rotated-tᵦ-cell-125:2713">
                <a:extLst>
                  <a:ext uri="{FF2B5EF4-FFF2-40B4-BE49-F238E27FC236}">
                    <ns2:creationId id="{85DFEC10-91ED-4554-BCC6-C92C45240B5D}"/>
                  </a:ext>
                </a:extLst>
              </p:cNvPr>
              <p:cNvSpPr>
                <a:spLocks noGrp="1"/>
              </p:cNvSpPr>
              <p:nvPr/>
            </p:nvSpPr>
            <p:spPr>
              <a:xfrm>
                <a:off x="21950363" y="6412706"/>
                <a:ext cx="709613" cy="5953"/>
              </a:xfrm>
              <a:prstGeom prst="rect">
                <a:avLst/>
              </a:prstGeom>
              <a:solidFill>
                <a:srgbClr val="009E73"/>
              </a:solidFill>
              <a:ln w="0">
                <a:noFill/>
                <a:prstDash val="solid"/>
              </a:ln>
            </p:spPr>
          </p:sp>
          <p:sp>
            <p:nvSpPr>
              <p:cNvPr id="2714" name="four:temporal-output:rotated-tᵦ-cell-126:2714">
                <a:extLst>
                  <a:ext uri="{FF2B5EF4-FFF2-40B4-BE49-F238E27FC236}">
                    <ns2:creationId id="{06FFAD9C-0C31-4ED0-87D0-8C75087F1645}"/>
                  </a:ext>
                </a:extLst>
              </p:cNvPr>
              <p:cNvSpPr>
                <a:spLocks noGrp="1"/>
              </p:cNvSpPr>
              <p:nvPr/>
            </p:nvSpPr>
            <p:spPr>
              <a:xfrm>
                <a:off x="21950363" y="6406753"/>
                <a:ext cx="709613" cy="5953"/>
              </a:xfrm>
              <a:prstGeom prst="rect">
                <a:avLst/>
              </a:prstGeom>
              <a:solidFill>
                <a:srgbClr val="009E73"/>
              </a:solidFill>
              <a:ln w="0">
                <a:noFill/>
                <a:prstDash val="solid"/>
              </a:ln>
            </p:spPr>
          </p:sp>
          <p:sp>
            <p:nvSpPr>
              <p:cNvPr id="2715" name="four:temporal-output:rotated-tᵦ-cell-127:2715">
                <a:extLst>
                  <a:ext uri="{FF2B5EF4-FFF2-40B4-BE49-F238E27FC236}">
                    <ns2:creationId id="{10460F8C-A764-4207-B476-0F631ABD40D9}"/>
                  </a:ext>
                </a:extLst>
              </p:cNvPr>
              <p:cNvSpPr>
                <a:spLocks noGrp="1"/>
              </p:cNvSpPr>
              <p:nvPr/>
            </p:nvSpPr>
            <p:spPr>
              <a:xfrm>
                <a:off x="21950363" y="6400800"/>
                <a:ext cx="709613" cy="5953"/>
              </a:xfrm>
              <a:prstGeom prst="rect">
                <a:avLst/>
              </a:prstGeom>
              <a:solidFill>
                <a:srgbClr val="009E73"/>
              </a:solidFill>
              <a:ln w="0">
                <a:noFill/>
                <a:prstDash val="solid"/>
              </a:ln>
            </p:spPr>
          </p:sp>
          <p:sp>
            <p:nvSpPr>
              <p:cNvPr id="2716" name="four:temporal-output:rotated-tᵦ-cell-128:2716">
                <a:extLst>
                  <a:ext uri="{FF2B5EF4-FFF2-40B4-BE49-F238E27FC236}">
                    <ns2:creationId id="{EA47AAC8-5C9B-454C-8FE9-6C00D5881881}"/>
                  </a:ext>
                </a:extLst>
              </p:cNvPr>
              <p:cNvSpPr>
                <a:spLocks noGrp="1"/>
              </p:cNvSpPr>
              <p:nvPr/>
            </p:nvSpPr>
            <p:spPr>
              <a:xfrm>
                <a:off x="21950363" y="6394847"/>
                <a:ext cx="709613" cy="5953"/>
              </a:xfrm>
              <a:prstGeom prst="rect">
                <a:avLst/>
              </a:prstGeom>
              <a:solidFill>
                <a:srgbClr val="009E73"/>
              </a:solidFill>
              <a:ln w="0">
                <a:noFill/>
                <a:prstDash val="solid"/>
              </a:ln>
            </p:spPr>
          </p:sp>
          <p:sp>
            <p:nvSpPr>
              <p:cNvPr id="2717" name="four:temporal-output:rotated-tᵦ-cell-129:2717">
                <a:extLst>
                  <a:ext uri="{FF2B5EF4-FFF2-40B4-BE49-F238E27FC236}">
                    <ns2:creationId id="{BCBEB7F3-6FA9-48AE-AF78-6836C1C6EAFC}"/>
                  </a:ext>
                </a:extLst>
              </p:cNvPr>
              <p:cNvSpPr>
                <a:spLocks noGrp="1"/>
              </p:cNvSpPr>
              <p:nvPr/>
            </p:nvSpPr>
            <p:spPr>
              <a:xfrm>
                <a:off x="21950363" y="6388894"/>
                <a:ext cx="709613" cy="5953"/>
              </a:xfrm>
              <a:prstGeom prst="rect">
                <a:avLst/>
              </a:prstGeom>
              <a:solidFill>
                <a:srgbClr val="009E73"/>
              </a:solidFill>
              <a:ln w="0">
                <a:noFill/>
                <a:prstDash val="solid"/>
              </a:ln>
            </p:spPr>
          </p:sp>
          <p:sp>
            <p:nvSpPr>
              <p:cNvPr id="2718" name="four:temporal-output:rotated-tᵦ-cell-130:2718">
                <a:extLst>
                  <a:ext uri="{FF2B5EF4-FFF2-40B4-BE49-F238E27FC236}">
                    <ns2:creationId id="{7AA107A8-7A99-49AA-BD53-F3B16566477E}"/>
                  </a:ext>
                </a:extLst>
              </p:cNvPr>
              <p:cNvSpPr>
                <a:spLocks noGrp="1"/>
              </p:cNvSpPr>
              <p:nvPr/>
            </p:nvSpPr>
            <p:spPr>
              <a:xfrm>
                <a:off x="21950363" y="6382941"/>
                <a:ext cx="709613" cy="5953"/>
              </a:xfrm>
              <a:prstGeom prst="rect">
                <a:avLst/>
              </a:prstGeom>
              <a:solidFill>
                <a:srgbClr val="009E73"/>
              </a:solidFill>
              <a:ln w="0">
                <a:noFill/>
                <a:prstDash val="solid"/>
              </a:ln>
            </p:spPr>
          </p:sp>
          <p:sp>
            <p:nvSpPr>
              <p:cNvPr id="2719" name="four:temporal-output:rotated-tᵦ-cell-131:2719">
                <a:extLst>
                  <a:ext uri="{FF2B5EF4-FFF2-40B4-BE49-F238E27FC236}">
                    <ns2:creationId id="{2DB58438-70C0-43D1-A603-8B7C67B628B9}"/>
                  </a:ext>
                </a:extLst>
              </p:cNvPr>
              <p:cNvSpPr>
                <a:spLocks noGrp="1"/>
              </p:cNvSpPr>
              <p:nvPr/>
            </p:nvSpPr>
            <p:spPr>
              <a:xfrm>
                <a:off x="21950363" y="6376988"/>
                <a:ext cx="709613" cy="5953"/>
              </a:xfrm>
              <a:prstGeom prst="rect">
                <a:avLst/>
              </a:prstGeom>
              <a:solidFill>
                <a:srgbClr val="009E73"/>
              </a:solidFill>
              <a:ln w="0">
                <a:noFill/>
                <a:prstDash val="solid"/>
              </a:ln>
            </p:spPr>
          </p:sp>
          <p:sp>
            <p:nvSpPr>
              <p:cNvPr id="2720" name="four:temporal-output:rotated-tᵦ-cell-132:2720">
                <a:extLst>
                  <a:ext uri="{FF2B5EF4-FFF2-40B4-BE49-F238E27FC236}">
                    <ns2:creationId id="{EF38E5BE-2CA7-4C27-8902-9DDCD61B4D67}"/>
                  </a:ext>
                </a:extLst>
              </p:cNvPr>
              <p:cNvSpPr>
                <a:spLocks noGrp="1"/>
              </p:cNvSpPr>
              <p:nvPr/>
            </p:nvSpPr>
            <p:spPr>
              <a:xfrm>
                <a:off x="21950363" y="6371034"/>
                <a:ext cx="709613" cy="5953"/>
              </a:xfrm>
              <a:prstGeom prst="rect">
                <a:avLst/>
              </a:prstGeom>
              <a:solidFill>
                <a:srgbClr val="06A076"/>
              </a:solidFill>
              <a:ln w="0">
                <a:noFill/>
                <a:prstDash val="solid"/>
              </a:ln>
            </p:spPr>
          </p:sp>
          <p:sp>
            <p:nvSpPr>
              <p:cNvPr id="2721" name="four:temporal-output:rotated-tᵦ-cell-133:2721">
                <a:extLst>
                  <a:ext uri="{FF2B5EF4-FFF2-40B4-BE49-F238E27FC236}">
                    <ns2:creationId id="{0B63A7A8-F143-4BB2-A699-1F7CD01CBF21}"/>
                  </a:ext>
                </a:extLst>
              </p:cNvPr>
              <p:cNvSpPr>
                <a:spLocks noGrp="1"/>
              </p:cNvSpPr>
              <p:nvPr/>
            </p:nvSpPr>
            <p:spPr>
              <a:xfrm>
                <a:off x="21950363" y="6365081"/>
                <a:ext cx="709613" cy="5953"/>
              </a:xfrm>
              <a:prstGeom prst="rect">
                <a:avLst/>
              </a:prstGeom>
              <a:solidFill>
                <a:srgbClr val="1DA883"/>
              </a:solidFill>
              <a:ln w="0">
                <a:noFill/>
                <a:prstDash val="solid"/>
              </a:ln>
            </p:spPr>
          </p:sp>
          <p:sp>
            <p:nvSpPr>
              <p:cNvPr id="2722" name="four:temporal-output:rotated-tᵦ-cell-134:2722">
                <a:extLst>
                  <a:ext uri="{FF2B5EF4-FFF2-40B4-BE49-F238E27FC236}">
                    <ns2:creationId id="{7DF49706-A124-485A-9204-0A9DD6163E1E}"/>
                  </a:ext>
                </a:extLst>
              </p:cNvPr>
              <p:cNvSpPr>
                <a:spLocks noGrp="1"/>
              </p:cNvSpPr>
              <p:nvPr/>
            </p:nvSpPr>
            <p:spPr>
              <a:xfrm>
                <a:off x="21950363" y="6359128"/>
                <a:ext cx="709613" cy="5953"/>
              </a:xfrm>
              <a:prstGeom prst="rect">
                <a:avLst/>
              </a:prstGeom>
              <a:solidFill>
                <a:srgbClr val="40B396"/>
              </a:solidFill>
              <a:ln w="0">
                <a:noFill/>
                <a:prstDash val="solid"/>
              </a:ln>
            </p:spPr>
          </p:sp>
          <p:sp>
            <p:nvSpPr>
              <p:cNvPr id="2723" name="four:temporal-output:rotated-tᵦ-cell-135:2723">
                <a:extLst>
                  <a:ext uri="{FF2B5EF4-FFF2-40B4-BE49-F238E27FC236}">
                    <ns2:creationId id="{CA8BC452-344A-4877-8F03-FD9B4A327230}"/>
                  </a:ext>
                </a:extLst>
              </p:cNvPr>
              <p:cNvSpPr>
                <a:spLocks noGrp="1"/>
              </p:cNvSpPr>
              <p:nvPr/>
            </p:nvSpPr>
            <p:spPr>
              <a:xfrm>
                <a:off x="21950363" y="6353175"/>
                <a:ext cx="709613" cy="5953"/>
              </a:xfrm>
              <a:prstGeom prst="rect">
                <a:avLst/>
              </a:prstGeom>
              <a:solidFill>
                <a:srgbClr val="6AC2AE"/>
              </a:solidFill>
              <a:ln w="0">
                <a:noFill/>
                <a:prstDash val="solid"/>
              </a:ln>
            </p:spPr>
          </p:sp>
          <p:sp>
            <p:nvSpPr>
              <p:cNvPr id="2724" name="four:temporal-output:rotated-tᵦ-cell-136:2724">
                <a:extLst>
                  <a:ext uri="{FF2B5EF4-FFF2-40B4-BE49-F238E27FC236}">
                    <ns2:creationId id="{831D77E6-C56D-42B7-B408-E0E3421922E1}"/>
                  </a:ext>
                </a:extLst>
              </p:cNvPr>
              <p:cNvSpPr>
                <a:spLocks noGrp="1"/>
              </p:cNvSpPr>
              <p:nvPr/>
            </p:nvSpPr>
            <p:spPr>
              <a:xfrm>
                <a:off x="21950363" y="6347222"/>
                <a:ext cx="709613" cy="5953"/>
              </a:xfrm>
              <a:prstGeom prst="rect">
                <a:avLst/>
              </a:prstGeom>
              <a:solidFill>
                <a:srgbClr val="93D0C5"/>
              </a:solidFill>
              <a:ln w="0">
                <a:noFill/>
                <a:prstDash val="solid"/>
              </a:ln>
            </p:spPr>
          </p:sp>
          <p:sp>
            <p:nvSpPr>
              <p:cNvPr id="2725" name="four:temporal-output:rotated-tᵦ-cell-137:2725">
                <a:extLst>
                  <a:ext uri="{FF2B5EF4-FFF2-40B4-BE49-F238E27FC236}">
                    <ns2:creationId id="{A86A49F3-04CA-4A63-8DB2-773110B4C241}"/>
                  </a:ext>
                </a:extLst>
              </p:cNvPr>
              <p:cNvSpPr>
                <a:spLocks noGrp="1"/>
              </p:cNvSpPr>
              <p:nvPr/>
            </p:nvSpPr>
            <p:spPr>
              <a:xfrm>
                <a:off x="21950363" y="6341269"/>
                <a:ext cx="709613" cy="5953"/>
              </a:xfrm>
              <a:prstGeom prst="rect">
                <a:avLst/>
              </a:prstGeom>
              <a:solidFill>
                <a:srgbClr val="B8DCD9"/>
              </a:solidFill>
              <a:ln w="0">
                <a:noFill/>
                <a:prstDash val="solid"/>
              </a:ln>
            </p:spPr>
          </p:sp>
          <p:sp>
            <p:nvSpPr>
              <p:cNvPr id="2726" name="four:temporal-output:rotated-tᵦ-cell-138:2726">
                <a:extLst>
                  <a:ext uri="{FF2B5EF4-FFF2-40B4-BE49-F238E27FC236}">
                    <ns2:creationId id="{252B30B1-72A5-4F08-8130-F0EDBE26CA2D}"/>
                  </a:ext>
                </a:extLst>
              </p:cNvPr>
              <p:cNvSpPr>
                <a:spLocks noGrp="1"/>
              </p:cNvSpPr>
              <p:nvPr/>
            </p:nvSpPr>
            <p:spPr>
              <a:xfrm>
                <a:off x="21950363" y="6335316"/>
                <a:ext cx="709613" cy="5953"/>
              </a:xfrm>
              <a:prstGeom prst="rect">
                <a:avLst/>
              </a:prstGeom>
              <a:solidFill>
                <a:srgbClr val="D9E4EB"/>
              </a:solidFill>
              <a:ln w="0">
                <a:noFill/>
                <a:prstDash val="solid"/>
              </a:ln>
            </p:spPr>
          </p:sp>
          <p:sp>
            <p:nvSpPr>
              <p:cNvPr id="2727" name="four:temporal-output:rotated-tᵦ-cell-139:2727">
                <a:extLst>
                  <a:ext uri="{FF2B5EF4-FFF2-40B4-BE49-F238E27FC236}">
                    <ns2:creationId id="{28B4A6EC-A46C-4CD0-A0AE-C5CD139686C1}"/>
                  </a:ext>
                </a:extLst>
              </p:cNvPr>
              <p:cNvSpPr>
                <a:spLocks noGrp="1"/>
              </p:cNvSpPr>
              <p:nvPr/>
            </p:nvSpPr>
            <p:spPr>
              <a:xfrm>
                <a:off x="21950363" y="6329363"/>
                <a:ext cx="709613" cy="5953"/>
              </a:xfrm>
              <a:prstGeom prst="rect">
                <a:avLst/>
              </a:prstGeom>
              <a:solidFill>
                <a:srgbClr val="DCE8ED"/>
              </a:solidFill>
              <a:ln w="0">
                <a:noFill/>
                <a:prstDash val="solid"/>
              </a:ln>
            </p:spPr>
          </p:sp>
          <p:sp>
            <p:nvSpPr>
              <p:cNvPr id="2728" name="four:temporal-output:rotated-tᵦ-cell-140:2728">
                <a:extLst>
                  <a:ext uri="{FF2B5EF4-FFF2-40B4-BE49-F238E27FC236}">
                    <ns2:creationId id="{CB087061-3CB2-4AB7-ABBC-1FEEF2170682}"/>
                  </a:ext>
                </a:extLst>
              </p:cNvPr>
              <p:cNvSpPr>
                <a:spLocks noGrp="1"/>
              </p:cNvSpPr>
              <p:nvPr/>
            </p:nvSpPr>
            <p:spPr>
              <a:xfrm>
                <a:off x="21950363" y="6323409"/>
                <a:ext cx="709613" cy="5953"/>
              </a:xfrm>
              <a:prstGeom prst="rect">
                <a:avLst/>
              </a:prstGeom>
              <a:solidFill>
                <a:srgbClr val="DCE8ED"/>
              </a:solidFill>
              <a:ln w="0">
                <a:noFill/>
                <a:prstDash val="solid"/>
              </a:ln>
            </p:spPr>
          </p:sp>
          <p:sp>
            <p:nvSpPr>
              <p:cNvPr id="2729" name="four:temporal-output:rotated-tᵦ-cell-141:2729">
                <a:extLst>
                  <a:ext uri="{FF2B5EF4-FFF2-40B4-BE49-F238E27FC236}">
                    <ns2:creationId id="{75E80C24-918D-40D2-84F1-253D1FC9D894}"/>
                  </a:ext>
                </a:extLst>
              </p:cNvPr>
              <p:cNvSpPr>
                <a:spLocks noGrp="1"/>
              </p:cNvSpPr>
              <p:nvPr/>
            </p:nvSpPr>
            <p:spPr>
              <a:xfrm>
                <a:off x="21950363" y="6317456"/>
                <a:ext cx="709613" cy="5953"/>
              </a:xfrm>
              <a:prstGeom prst="rect">
                <a:avLst/>
              </a:prstGeom>
              <a:solidFill>
                <a:srgbClr val="DCE8ED"/>
              </a:solidFill>
              <a:ln w="0">
                <a:noFill/>
                <a:prstDash val="solid"/>
              </a:ln>
            </p:spPr>
          </p:sp>
          <p:sp>
            <p:nvSpPr>
              <p:cNvPr id="2730" name="four:temporal-output:rotated-tᵦ-cell-142:2730">
                <a:extLst>
                  <a:ext uri="{FF2B5EF4-FFF2-40B4-BE49-F238E27FC236}">
                    <ns2:creationId id="{015F8077-16F0-485C-9CB5-707181BFA673}"/>
                  </a:ext>
                </a:extLst>
              </p:cNvPr>
              <p:cNvSpPr>
                <a:spLocks noGrp="1"/>
              </p:cNvSpPr>
              <p:nvPr/>
            </p:nvSpPr>
            <p:spPr>
              <a:xfrm>
                <a:off x="21950363" y="6311503"/>
                <a:ext cx="709613" cy="5953"/>
              </a:xfrm>
              <a:prstGeom prst="rect">
                <a:avLst/>
              </a:prstGeom>
              <a:solidFill>
                <a:srgbClr val="DCE8ED"/>
              </a:solidFill>
              <a:ln w="0">
                <a:noFill/>
                <a:prstDash val="solid"/>
              </a:ln>
            </p:spPr>
          </p:sp>
          <p:sp>
            <p:nvSpPr>
              <p:cNvPr id="2731" name="four:temporal-output:rotated-tᵦ-cell-143:2731">
                <a:extLst>
                  <a:ext uri="{FF2B5EF4-FFF2-40B4-BE49-F238E27FC236}">
                    <ns2:creationId id="{3A70250B-8E6E-4468-A708-82840587BF2B}"/>
                  </a:ext>
                </a:extLst>
              </p:cNvPr>
              <p:cNvSpPr>
                <a:spLocks noGrp="1"/>
              </p:cNvSpPr>
              <p:nvPr/>
            </p:nvSpPr>
            <p:spPr>
              <a:xfrm>
                <a:off x="21950363" y="6305550"/>
                <a:ext cx="709613" cy="5953"/>
              </a:xfrm>
              <a:prstGeom prst="rect">
                <a:avLst/>
              </a:prstGeom>
              <a:solidFill>
                <a:srgbClr val="DCE8ED"/>
              </a:solidFill>
              <a:ln w="0">
                <a:noFill/>
                <a:prstDash val="solid"/>
              </a:ln>
            </p:spPr>
          </p:sp>
          <p:sp>
            <p:nvSpPr>
              <p:cNvPr id="2732" name="four:temporal-output:rotated-tᵦ-cell-144:2732">
                <a:extLst>
                  <a:ext uri="{FF2B5EF4-FFF2-40B4-BE49-F238E27FC236}">
                    <ns2:creationId id="{69D579D3-0119-4F9F-B101-D154DCD3F096}"/>
                  </a:ext>
                </a:extLst>
              </p:cNvPr>
              <p:cNvSpPr>
                <a:spLocks noGrp="1"/>
              </p:cNvSpPr>
              <p:nvPr/>
            </p:nvSpPr>
            <p:spPr>
              <a:xfrm>
                <a:off x="21950363" y="6299597"/>
                <a:ext cx="709613" cy="5953"/>
              </a:xfrm>
              <a:prstGeom prst="rect">
                <a:avLst/>
              </a:prstGeom>
              <a:solidFill>
                <a:srgbClr val="DCE8ED"/>
              </a:solidFill>
              <a:ln w="0">
                <a:noFill/>
                <a:prstDash val="solid"/>
              </a:ln>
            </p:spPr>
          </p:sp>
          <p:sp>
            <p:nvSpPr>
              <p:cNvPr id="2733" name="four:temporal-output:rotated-tᵦ-cell-145:2733">
                <a:extLst>
                  <a:ext uri="{FF2B5EF4-FFF2-40B4-BE49-F238E27FC236}">
                    <ns2:creationId id="{1E6DE4F8-46C2-4B9C-ADA4-7ABD0365F3E7}"/>
                  </a:ext>
                </a:extLst>
              </p:cNvPr>
              <p:cNvSpPr>
                <a:spLocks noGrp="1"/>
              </p:cNvSpPr>
              <p:nvPr/>
            </p:nvSpPr>
            <p:spPr>
              <a:xfrm>
                <a:off x="21950363" y="6293644"/>
                <a:ext cx="709613" cy="5953"/>
              </a:xfrm>
              <a:prstGeom prst="rect">
                <a:avLst/>
              </a:prstGeom>
              <a:solidFill>
                <a:srgbClr val="DCE8ED"/>
              </a:solidFill>
              <a:ln w="0">
                <a:noFill/>
                <a:prstDash val="solid"/>
              </a:ln>
            </p:spPr>
          </p:sp>
          <p:sp>
            <p:nvSpPr>
              <p:cNvPr id="2734" name="four:temporal-output:rotated-tᵦ-cell-146:2734">
                <a:extLst>
                  <a:ext uri="{FF2B5EF4-FFF2-40B4-BE49-F238E27FC236}">
                    <ns2:creationId id="{4A286040-CC82-4D4F-A917-77A788FD5C0D}"/>
                  </a:ext>
                </a:extLst>
              </p:cNvPr>
              <p:cNvSpPr>
                <a:spLocks noGrp="1"/>
              </p:cNvSpPr>
              <p:nvPr/>
            </p:nvSpPr>
            <p:spPr>
              <a:xfrm>
                <a:off x="21950363" y="6287691"/>
                <a:ext cx="709613" cy="5953"/>
              </a:xfrm>
              <a:prstGeom prst="rect">
                <a:avLst/>
              </a:prstGeom>
              <a:solidFill>
                <a:srgbClr val="DCE8ED"/>
              </a:solidFill>
              <a:ln w="0">
                <a:noFill/>
                <a:prstDash val="solid"/>
              </a:ln>
            </p:spPr>
          </p:sp>
          <p:sp>
            <p:nvSpPr>
              <p:cNvPr id="2735" name="four:temporal-output:rotated-tᵦ-cell-147:2735">
                <a:extLst>
                  <a:ext uri="{FF2B5EF4-FFF2-40B4-BE49-F238E27FC236}">
                    <ns2:creationId id="{066A6E5A-C4E1-4695-9CAF-7D6E6C7CACB5}"/>
                  </a:ext>
                </a:extLst>
              </p:cNvPr>
              <p:cNvSpPr>
                <a:spLocks noGrp="1"/>
              </p:cNvSpPr>
              <p:nvPr/>
            </p:nvSpPr>
            <p:spPr>
              <a:xfrm>
                <a:off x="21950363" y="6281738"/>
                <a:ext cx="709613" cy="5953"/>
              </a:xfrm>
              <a:prstGeom prst="rect">
                <a:avLst/>
              </a:prstGeom>
              <a:solidFill>
                <a:srgbClr val="DCE8ED"/>
              </a:solidFill>
              <a:ln w="0">
                <a:noFill/>
                <a:prstDash val="solid"/>
              </a:ln>
            </p:spPr>
          </p:sp>
          <p:sp>
            <p:nvSpPr>
              <p:cNvPr id="2736" name="four:temporal-output:rotated-tᵦ-cell-148:2736">
                <a:extLst>
                  <a:ext uri="{FF2B5EF4-FFF2-40B4-BE49-F238E27FC236}">
                    <ns2:creationId id="{23AA0098-76F5-479A-8DF2-C5C9A7F47D79}"/>
                  </a:ext>
                </a:extLst>
              </p:cNvPr>
              <p:cNvSpPr>
                <a:spLocks noGrp="1"/>
              </p:cNvSpPr>
              <p:nvPr/>
            </p:nvSpPr>
            <p:spPr>
              <a:xfrm>
                <a:off x="21950363" y="6275784"/>
                <a:ext cx="709613" cy="5953"/>
              </a:xfrm>
              <a:prstGeom prst="rect">
                <a:avLst/>
              </a:prstGeom>
              <a:solidFill>
                <a:srgbClr val="DCE8ED"/>
              </a:solidFill>
              <a:ln w="0">
                <a:noFill/>
                <a:prstDash val="solid"/>
              </a:ln>
            </p:spPr>
          </p:sp>
          <p:sp>
            <p:nvSpPr>
              <p:cNvPr id="2737" name="four:temporal-output:rotated-tᵦ-cell-149:2737">
                <a:extLst>
                  <a:ext uri="{FF2B5EF4-FFF2-40B4-BE49-F238E27FC236}">
                    <ns2:creationId id="{3FAEF8F8-9C26-4482-A35F-3822356C1C79}"/>
                  </a:ext>
                </a:extLst>
              </p:cNvPr>
              <p:cNvSpPr>
                <a:spLocks noGrp="1"/>
              </p:cNvSpPr>
              <p:nvPr/>
            </p:nvSpPr>
            <p:spPr>
              <a:xfrm>
                <a:off x="21950363" y="6269831"/>
                <a:ext cx="709613" cy="5953"/>
              </a:xfrm>
              <a:prstGeom prst="rect">
                <a:avLst/>
              </a:prstGeom>
              <a:solidFill>
                <a:srgbClr val="DCE8ED"/>
              </a:solidFill>
              <a:ln w="0">
                <a:noFill/>
                <a:prstDash val="solid"/>
              </a:ln>
            </p:spPr>
          </p:sp>
          <p:sp>
            <p:nvSpPr>
              <p:cNvPr id="2738" name="four:temporal-output:rotated-tᵦ-cell-150:2738">
                <a:extLst>
                  <a:ext uri="{FF2B5EF4-FFF2-40B4-BE49-F238E27FC236}">
                    <ns2:creationId id="{BE011307-7B92-48EB-99F2-26364F794784}"/>
                  </a:ext>
                </a:extLst>
              </p:cNvPr>
              <p:cNvSpPr>
                <a:spLocks noGrp="1"/>
              </p:cNvSpPr>
              <p:nvPr/>
            </p:nvSpPr>
            <p:spPr>
              <a:xfrm>
                <a:off x="21950363" y="6263878"/>
                <a:ext cx="709613" cy="5953"/>
              </a:xfrm>
              <a:prstGeom prst="rect">
                <a:avLst/>
              </a:prstGeom>
              <a:solidFill>
                <a:srgbClr val="DCE8ED"/>
              </a:solidFill>
              <a:ln w="0">
                <a:noFill/>
                <a:prstDash val="solid"/>
              </a:ln>
            </p:spPr>
          </p:sp>
          <p:sp>
            <p:nvSpPr>
              <p:cNvPr id="2739" name="four:temporal-output:rotated-tᵦ-cell-151:2739">
                <a:extLst>
                  <a:ext uri="{FF2B5EF4-FFF2-40B4-BE49-F238E27FC236}">
                    <ns2:creationId id="{5E424BE2-13F1-4285-9D19-BF3EACF8E641}"/>
                  </a:ext>
                </a:extLst>
              </p:cNvPr>
              <p:cNvSpPr>
                <a:spLocks noGrp="1"/>
              </p:cNvSpPr>
              <p:nvPr/>
            </p:nvSpPr>
            <p:spPr>
              <a:xfrm>
                <a:off x="21950363" y="6257925"/>
                <a:ext cx="709613" cy="5953"/>
              </a:xfrm>
              <a:prstGeom prst="rect">
                <a:avLst/>
              </a:prstGeom>
              <a:solidFill>
                <a:srgbClr val="DCE8ED"/>
              </a:solidFill>
              <a:ln w="0">
                <a:noFill/>
                <a:prstDash val="solid"/>
              </a:ln>
            </p:spPr>
          </p:sp>
          <p:sp>
            <p:nvSpPr>
              <p:cNvPr id="2740" name="four:temporal-output:rotated-tᵦ-cell-152:2740">
                <a:extLst>
                  <a:ext uri="{FF2B5EF4-FFF2-40B4-BE49-F238E27FC236}">
                    <ns2:creationId id="{72F59FE3-071B-4D1F-AF27-7175C61E67E2}"/>
                  </a:ext>
                </a:extLst>
              </p:cNvPr>
              <p:cNvSpPr>
                <a:spLocks noGrp="1"/>
              </p:cNvSpPr>
              <p:nvPr/>
            </p:nvSpPr>
            <p:spPr>
              <a:xfrm>
                <a:off x="21950363" y="6251972"/>
                <a:ext cx="709613" cy="5953"/>
              </a:xfrm>
              <a:prstGeom prst="rect">
                <a:avLst/>
              </a:prstGeom>
              <a:solidFill>
                <a:srgbClr val="DCE8ED"/>
              </a:solidFill>
              <a:ln w="0">
                <a:noFill/>
                <a:prstDash val="solid"/>
              </a:ln>
            </p:spPr>
          </p:sp>
          <p:sp>
            <p:nvSpPr>
              <p:cNvPr id="2741" name="four:temporal-output:rotated-tᵦ-cell-153:2741">
                <a:extLst>
                  <a:ext uri="{FF2B5EF4-FFF2-40B4-BE49-F238E27FC236}">
                    <ns2:creationId id="{DB71158A-3C12-47F4-883D-B2A87C0621F6}"/>
                  </a:ext>
                </a:extLst>
              </p:cNvPr>
              <p:cNvSpPr>
                <a:spLocks noGrp="1"/>
              </p:cNvSpPr>
              <p:nvPr/>
            </p:nvSpPr>
            <p:spPr>
              <a:xfrm>
                <a:off x="21950363" y="6246019"/>
                <a:ext cx="709613" cy="5953"/>
              </a:xfrm>
              <a:prstGeom prst="rect">
                <a:avLst/>
              </a:prstGeom>
              <a:solidFill>
                <a:srgbClr val="DCE8ED"/>
              </a:solidFill>
              <a:ln w="0">
                <a:noFill/>
                <a:prstDash val="solid"/>
              </a:ln>
            </p:spPr>
          </p:sp>
          <p:sp>
            <p:nvSpPr>
              <p:cNvPr id="2742" name="four:temporal-output:rotated-tᵦ-cell-154:2742">
                <a:extLst>
                  <a:ext uri="{FF2B5EF4-FFF2-40B4-BE49-F238E27FC236}">
                    <ns2:creationId id="{A5DF542B-ABA3-4EFD-9F75-4F222CFD8534}"/>
                  </a:ext>
                </a:extLst>
              </p:cNvPr>
              <p:cNvSpPr>
                <a:spLocks noGrp="1"/>
              </p:cNvSpPr>
              <p:nvPr/>
            </p:nvSpPr>
            <p:spPr>
              <a:xfrm>
                <a:off x="21950363" y="6240066"/>
                <a:ext cx="709613" cy="5953"/>
              </a:xfrm>
              <a:prstGeom prst="rect">
                <a:avLst/>
              </a:prstGeom>
              <a:solidFill>
                <a:srgbClr val="DCE8ED"/>
              </a:solidFill>
              <a:ln w="0">
                <a:noFill/>
                <a:prstDash val="solid"/>
              </a:ln>
            </p:spPr>
          </p:sp>
          <p:sp>
            <p:nvSpPr>
              <p:cNvPr id="2743" name="four:temporal-output:rotated-tᵦ-cell-155:2743">
                <a:extLst>
                  <a:ext uri="{FF2B5EF4-FFF2-40B4-BE49-F238E27FC236}">
                    <ns2:creationId id="{C2B0296A-91B2-457B-8868-E639D7B8ED4E}"/>
                  </a:ext>
                </a:extLst>
              </p:cNvPr>
              <p:cNvSpPr>
                <a:spLocks noGrp="1"/>
              </p:cNvSpPr>
              <p:nvPr/>
            </p:nvSpPr>
            <p:spPr>
              <a:xfrm>
                <a:off x="21950363" y="6234113"/>
                <a:ext cx="709613" cy="5953"/>
              </a:xfrm>
              <a:prstGeom prst="rect">
                <a:avLst/>
              </a:prstGeom>
              <a:solidFill>
                <a:srgbClr val="DCE8ED"/>
              </a:solidFill>
              <a:ln w="0">
                <a:noFill/>
                <a:prstDash val="solid"/>
              </a:ln>
            </p:spPr>
          </p:sp>
          <p:sp>
            <p:nvSpPr>
              <p:cNvPr id="2744" name="four:temporal-output:rotated-tᵦ-cell-156:2744">
                <a:extLst>
                  <a:ext uri="{FF2B5EF4-FFF2-40B4-BE49-F238E27FC236}">
                    <ns2:creationId id="{BD7F30FA-C03A-4298-AF0D-9BD58CDFC532}"/>
                  </a:ext>
                </a:extLst>
              </p:cNvPr>
              <p:cNvSpPr>
                <a:spLocks noGrp="1"/>
              </p:cNvSpPr>
              <p:nvPr/>
            </p:nvSpPr>
            <p:spPr>
              <a:xfrm>
                <a:off x="21950363" y="6228159"/>
                <a:ext cx="709613" cy="5953"/>
              </a:xfrm>
              <a:prstGeom prst="rect">
                <a:avLst/>
              </a:prstGeom>
              <a:solidFill>
                <a:srgbClr val="DCE8ED"/>
              </a:solidFill>
              <a:ln w="0">
                <a:noFill/>
                <a:prstDash val="solid"/>
              </a:ln>
            </p:spPr>
          </p:sp>
          <p:sp>
            <p:nvSpPr>
              <p:cNvPr id="2745" name="four:temporal-output:rotated-tᵦ-cell-157:2745">
                <a:extLst>
                  <a:ext uri="{FF2B5EF4-FFF2-40B4-BE49-F238E27FC236}">
                    <ns2:creationId id="{C2D8316D-CA61-4EE7-82AE-D154497446B0}"/>
                  </a:ext>
                </a:extLst>
              </p:cNvPr>
              <p:cNvSpPr>
                <a:spLocks noGrp="1"/>
              </p:cNvSpPr>
              <p:nvPr/>
            </p:nvSpPr>
            <p:spPr>
              <a:xfrm>
                <a:off x="21950363" y="6222206"/>
                <a:ext cx="709613" cy="5953"/>
              </a:xfrm>
              <a:prstGeom prst="rect">
                <a:avLst/>
              </a:prstGeom>
              <a:solidFill>
                <a:srgbClr val="DCE8ED"/>
              </a:solidFill>
              <a:ln w="0">
                <a:noFill/>
                <a:prstDash val="solid"/>
              </a:ln>
            </p:spPr>
          </p:sp>
          <p:sp>
            <p:nvSpPr>
              <p:cNvPr id="2746" name="four:temporal-output:rotated-tᵦ-cell-158:2746">
                <a:extLst>
                  <a:ext uri="{FF2B5EF4-FFF2-40B4-BE49-F238E27FC236}">
                    <ns2:creationId id="{A167BBC4-9779-4D9E-91FD-03A12BF94337}"/>
                  </a:ext>
                </a:extLst>
              </p:cNvPr>
              <p:cNvSpPr>
                <a:spLocks noGrp="1"/>
              </p:cNvSpPr>
              <p:nvPr/>
            </p:nvSpPr>
            <p:spPr>
              <a:xfrm>
                <a:off x="21950363" y="6216253"/>
                <a:ext cx="709613" cy="5953"/>
              </a:xfrm>
              <a:prstGeom prst="rect">
                <a:avLst/>
              </a:prstGeom>
              <a:solidFill>
                <a:srgbClr val="DCE8ED"/>
              </a:solidFill>
              <a:ln w="0">
                <a:noFill/>
                <a:prstDash val="solid"/>
              </a:ln>
            </p:spPr>
          </p:sp>
          <p:sp>
            <p:nvSpPr>
              <p:cNvPr id="2747" name="four:temporal-output:rotated-tᵦ-cell-159:2747">
                <a:extLst>
                  <a:ext uri="{FF2B5EF4-FFF2-40B4-BE49-F238E27FC236}">
                    <ns2:creationId id="{EDA23007-3C96-4966-8D1D-BE1618165026}"/>
                  </a:ext>
                </a:extLst>
              </p:cNvPr>
              <p:cNvSpPr>
                <a:spLocks noGrp="1"/>
              </p:cNvSpPr>
              <p:nvPr/>
            </p:nvSpPr>
            <p:spPr>
              <a:xfrm>
                <a:off x="21950363" y="6210300"/>
                <a:ext cx="709613" cy="5953"/>
              </a:xfrm>
              <a:prstGeom prst="rect">
                <a:avLst/>
              </a:prstGeom>
              <a:solidFill>
                <a:srgbClr val="DCE8ED"/>
              </a:solidFill>
              <a:ln w="0">
                <a:noFill/>
                <a:prstDash val="solid"/>
              </a:ln>
            </p:spPr>
          </p:sp>
          <p:sp>
            <p:nvSpPr>
              <p:cNvPr id="2748" name="four:temporal-output:rotated-tᵦ-cell-160:2748">
                <a:extLst>
                  <a:ext uri="{FF2B5EF4-FFF2-40B4-BE49-F238E27FC236}">
                    <ns2:creationId id="{BE23B4C9-CB2E-4DDA-9CD2-B056D72E6E19}"/>
                  </a:ext>
                </a:extLst>
              </p:cNvPr>
              <p:cNvSpPr>
                <a:spLocks noGrp="1"/>
              </p:cNvSpPr>
              <p:nvPr/>
            </p:nvSpPr>
            <p:spPr>
              <a:xfrm>
                <a:off x="21950363" y="6204347"/>
                <a:ext cx="709613" cy="5953"/>
              </a:xfrm>
              <a:prstGeom prst="rect">
                <a:avLst/>
              </a:prstGeom>
              <a:solidFill>
                <a:srgbClr val="DCE8ED"/>
              </a:solidFill>
              <a:ln w="0">
                <a:noFill/>
                <a:prstDash val="solid"/>
              </a:ln>
            </p:spPr>
          </p:sp>
          <p:sp>
            <p:nvSpPr>
              <p:cNvPr id="2749" name="four:temporal-output:rotated-tᵦ-cell-161:2749">
                <a:extLst>
                  <a:ext uri="{FF2B5EF4-FFF2-40B4-BE49-F238E27FC236}">
                    <ns2:creationId id="{7BBE642A-5337-40AB-A0D9-28205D0A5604}"/>
                  </a:ext>
                </a:extLst>
              </p:cNvPr>
              <p:cNvSpPr>
                <a:spLocks noGrp="1"/>
              </p:cNvSpPr>
              <p:nvPr/>
            </p:nvSpPr>
            <p:spPr>
              <a:xfrm>
                <a:off x="21950363" y="6198394"/>
                <a:ext cx="709613" cy="5953"/>
              </a:xfrm>
              <a:prstGeom prst="rect">
                <a:avLst/>
              </a:prstGeom>
              <a:solidFill>
                <a:srgbClr val="DCE8ED"/>
              </a:solidFill>
              <a:ln w="0">
                <a:noFill/>
                <a:prstDash val="solid"/>
              </a:ln>
            </p:spPr>
          </p:sp>
          <p:sp>
            <p:nvSpPr>
              <p:cNvPr id="2750" name="four:temporal-output:rotated-tᵦ-cell-162:2750">
                <a:extLst>
                  <a:ext uri="{FF2B5EF4-FFF2-40B4-BE49-F238E27FC236}">
                    <ns2:creationId id="{A4108961-24CB-472A-BF1C-E1B67DF7997F}"/>
                  </a:ext>
                </a:extLst>
              </p:cNvPr>
              <p:cNvSpPr>
                <a:spLocks noGrp="1"/>
              </p:cNvSpPr>
              <p:nvPr/>
            </p:nvSpPr>
            <p:spPr>
              <a:xfrm>
                <a:off x="21950363" y="6192441"/>
                <a:ext cx="709613" cy="5953"/>
              </a:xfrm>
              <a:prstGeom prst="rect">
                <a:avLst/>
              </a:prstGeom>
              <a:solidFill>
                <a:srgbClr val="DCE8ED"/>
              </a:solidFill>
              <a:ln w="0">
                <a:noFill/>
                <a:prstDash val="solid"/>
              </a:ln>
            </p:spPr>
          </p:sp>
          <p:sp>
            <p:nvSpPr>
              <p:cNvPr id="2751" name="four:temporal-output:rotated-tᵦ-cell-163:2751">
                <a:extLst>
                  <a:ext uri="{FF2B5EF4-FFF2-40B4-BE49-F238E27FC236}">
                    <ns2:creationId id="{5ED0865A-FAC3-4BFD-9F96-DC4202B65260}"/>
                  </a:ext>
                </a:extLst>
              </p:cNvPr>
              <p:cNvSpPr>
                <a:spLocks noGrp="1"/>
              </p:cNvSpPr>
              <p:nvPr/>
            </p:nvSpPr>
            <p:spPr>
              <a:xfrm>
                <a:off x="21950363" y="6186488"/>
                <a:ext cx="709613" cy="5953"/>
              </a:xfrm>
              <a:prstGeom prst="rect">
                <a:avLst/>
              </a:prstGeom>
              <a:solidFill>
                <a:srgbClr val="DCE8ED"/>
              </a:solidFill>
              <a:ln w="0">
                <a:noFill/>
                <a:prstDash val="solid"/>
              </a:ln>
            </p:spPr>
          </p:sp>
          <p:sp>
            <p:nvSpPr>
              <p:cNvPr id="2752" name="four:temporal-output:rotated-tᵦ-cell-164:2752">
                <a:extLst>
                  <a:ext uri="{FF2B5EF4-FFF2-40B4-BE49-F238E27FC236}">
                    <ns2:creationId id="{990D6472-B95C-4C83-A2FF-E01E193CD089}"/>
                  </a:ext>
                </a:extLst>
              </p:cNvPr>
              <p:cNvSpPr>
                <a:spLocks noGrp="1"/>
              </p:cNvSpPr>
              <p:nvPr/>
            </p:nvSpPr>
            <p:spPr>
              <a:xfrm>
                <a:off x="21950363" y="6180534"/>
                <a:ext cx="709613" cy="5953"/>
              </a:xfrm>
              <a:prstGeom prst="rect">
                <a:avLst/>
              </a:prstGeom>
              <a:solidFill>
                <a:srgbClr val="DCE8ED"/>
              </a:solidFill>
              <a:ln w="0">
                <a:noFill/>
                <a:prstDash val="solid"/>
              </a:ln>
            </p:spPr>
          </p:sp>
          <p:sp>
            <p:nvSpPr>
              <p:cNvPr id="2753" name="four:temporal-output:rotated-tᵦ-cell-165:2753">
                <a:extLst>
                  <a:ext uri="{FF2B5EF4-FFF2-40B4-BE49-F238E27FC236}">
                    <ns2:creationId id="{2AD82365-219A-4FC9-B9AD-955FFC399780}"/>
                  </a:ext>
                </a:extLst>
              </p:cNvPr>
              <p:cNvSpPr>
                <a:spLocks noGrp="1"/>
              </p:cNvSpPr>
              <p:nvPr/>
            </p:nvSpPr>
            <p:spPr>
              <a:xfrm>
                <a:off x="21950363" y="6174581"/>
                <a:ext cx="709613" cy="5953"/>
              </a:xfrm>
              <a:prstGeom prst="rect">
                <a:avLst/>
              </a:prstGeom>
              <a:solidFill>
                <a:srgbClr val="DCE8ED"/>
              </a:solidFill>
              <a:ln w="0">
                <a:noFill/>
                <a:prstDash val="solid"/>
              </a:ln>
            </p:spPr>
          </p:sp>
          <p:sp>
            <p:nvSpPr>
              <p:cNvPr id="2754" name="four:temporal-output:rotated-tᵦ-cell-166:2754">
                <a:extLst>
                  <a:ext uri="{FF2B5EF4-FFF2-40B4-BE49-F238E27FC236}">
                    <ns2:creationId id="{5212D3DA-3967-4299-8CF8-6ABCB3A3AFA7}"/>
                  </a:ext>
                </a:extLst>
              </p:cNvPr>
              <p:cNvSpPr>
                <a:spLocks noGrp="1"/>
              </p:cNvSpPr>
              <p:nvPr/>
            </p:nvSpPr>
            <p:spPr>
              <a:xfrm>
                <a:off x="21950363" y="6168628"/>
                <a:ext cx="709613" cy="5953"/>
              </a:xfrm>
              <a:prstGeom prst="rect">
                <a:avLst/>
              </a:prstGeom>
              <a:solidFill>
                <a:srgbClr val="DBE2E5"/>
              </a:solidFill>
              <a:ln w="0">
                <a:noFill/>
                <a:prstDash val="solid"/>
              </a:ln>
            </p:spPr>
          </p:sp>
          <p:sp>
            <p:nvSpPr>
              <p:cNvPr id="2755" name="four:temporal-output:rotated-tᵦ-cell-167:2755">
                <a:extLst>
                  <a:ext uri="{FF2B5EF4-FFF2-40B4-BE49-F238E27FC236}">
                    <ns2:creationId id="{A3D4C130-0E7E-4336-8E9F-BF7ED919AD1F}"/>
                  </a:ext>
                </a:extLst>
              </p:cNvPr>
              <p:cNvSpPr>
                <a:spLocks noGrp="1"/>
              </p:cNvSpPr>
              <p:nvPr/>
            </p:nvSpPr>
            <p:spPr>
              <a:xfrm>
                <a:off x="21950363" y="6162675"/>
                <a:ext cx="709613" cy="5953"/>
              </a:xfrm>
              <a:prstGeom prst="rect">
                <a:avLst/>
              </a:prstGeom>
              <a:solidFill>
                <a:srgbClr val="D9D3E0"/>
              </a:solidFill>
              <a:ln w="0">
                <a:noFill/>
                <a:prstDash val="solid"/>
              </a:ln>
            </p:spPr>
          </p:sp>
          <p:sp>
            <p:nvSpPr>
              <p:cNvPr id="2756" name="four:temporal-output:rotated-tᵦ-cell-168:2756">
                <a:extLst>
                  <a:ext uri="{FF2B5EF4-FFF2-40B4-BE49-F238E27FC236}">
                    <ns2:creationId id="{1E2C52C9-5FC7-4026-884F-08B41B63A56F}"/>
                  </a:ext>
                </a:extLst>
              </p:cNvPr>
              <p:cNvSpPr>
                <a:spLocks noGrp="1"/>
              </p:cNvSpPr>
              <p:nvPr/>
            </p:nvSpPr>
            <p:spPr>
              <a:xfrm>
                <a:off x="21950363" y="6156722"/>
                <a:ext cx="709613" cy="5953"/>
              </a:xfrm>
              <a:prstGeom prst="rect">
                <a:avLst/>
              </a:prstGeom>
              <a:solidFill>
                <a:srgbClr val="D6C0D4"/>
              </a:solidFill>
              <a:ln w="0">
                <a:noFill/>
                <a:prstDash val="solid"/>
              </a:ln>
            </p:spPr>
          </p:sp>
          <p:sp>
            <p:nvSpPr>
              <p:cNvPr id="2757" name="four:temporal-output:rotated-tᵦ-cell-169:2757">
                <a:extLst>
                  <a:ext uri="{FF2B5EF4-FFF2-40B4-BE49-F238E27FC236}">
                    <ns2:creationId id="{A6DF73FE-811F-4D6A-B53A-EC095CBC7917}"/>
                  </a:ext>
                </a:extLst>
              </p:cNvPr>
              <p:cNvSpPr>
                <a:spLocks noGrp="1"/>
              </p:cNvSpPr>
              <p:nvPr/>
            </p:nvSpPr>
            <p:spPr>
              <a:xfrm>
                <a:off x="21950363" y="6150769"/>
                <a:ext cx="709613" cy="5953"/>
              </a:xfrm>
              <a:prstGeom prst="rect">
                <a:avLst/>
              </a:prstGeom>
              <a:solidFill>
                <a:srgbClr val="D3AAC6"/>
              </a:solidFill>
              <a:ln w="0">
                <a:noFill/>
                <a:prstDash val="solid"/>
              </a:ln>
            </p:spPr>
          </p:sp>
          <p:sp>
            <p:nvSpPr>
              <p:cNvPr id="2758" name="four:temporal-output:rotated-tᵦ-cell-170:2758">
                <a:extLst>
                  <a:ext uri="{FF2B5EF4-FFF2-40B4-BE49-F238E27FC236}">
                    <ns2:creationId id="{503309A7-08FD-49D9-B37A-8A436ECE0C7E}"/>
                  </a:ext>
                </a:extLst>
              </p:cNvPr>
              <p:cNvSpPr>
                <a:spLocks noGrp="1"/>
              </p:cNvSpPr>
              <p:nvPr/>
            </p:nvSpPr>
            <p:spPr>
              <a:xfrm>
                <a:off x="21950363" y="6144816"/>
                <a:ext cx="709613" cy="5953"/>
              </a:xfrm>
              <a:prstGeom prst="rect">
                <a:avLst/>
              </a:prstGeom>
              <a:solidFill>
                <a:srgbClr val="D095B9"/>
              </a:solidFill>
              <a:ln w="0">
                <a:noFill/>
                <a:prstDash val="solid"/>
              </a:ln>
            </p:spPr>
          </p:sp>
          <p:sp>
            <p:nvSpPr>
              <p:cNvPr id="2759" name="four:temporal-output:rotated-tᵦ-cell-171:2759">
                <a:extLst>
                  <a:ext uri="{FF2B5EF4-FFF2-40B4-BE49-F238E27FC236}">
                    <ns2:creationId id="{872C54F0-62EA-43CE-B5BF-567D3410C41E}"/>
                  </a:ext>
                </a:extLst>
              </p:cNvPr>
              <p:cNvSpPr>
                <a:spLocks noGrp="1"/>
              </p:cNvSpPr>
              <p:nvPr/>
            </p:nvSpPr>
            <p:spPr>
              <a:xfrm>
                <a:off x="21950363" y="6138863"/>
                <a:ext cx="709613" cy="5953"/>
              </a:xfrm>
              <a:prstGeom prst="rect">
                <a:avLst/>
              </a:prstGeom>
              <a:solidFill>
                <a:srgbClr val="CE85AE"/>
              </a:solidFill>
              <a:ln w="0">
                <a:noFill/>
                <a:prstDash val="solid"/>
              </a:ln>
            </p:spPr>
          </p:sp>
          <p:sp>
            <p:nvSpPr>
              <p:cNvPr id="2760" name="four:temporal-output:rotated-tᵦ-cell-172:2760">
                <a:extLst>
                  <a:ext uri="{FF2B5EF4-FFF2-40B4-BE49-F238E27FC236}">
                    <ns2:creationId id="{399A49B2-7303-4EC0-9DA2-C038852D41F8}"/>
                  </a:ext>
                </a:extLst>
              </p:cNvPr>
              <p:cNvSpPr>
                <a:spLocks noGrp="1"/>
              </p:cNvSpPr>
              <p:nvPr/>
            </p:nvSpPr>
            <p:spPr>
              <a:xfrm>
                <a:off x="21950363" y="6132909"/>
                <a:ext cx="709613" cy="5953"/>
              </a:xfrm>
              <a:prstGeom prst="rect">
                <a:avLst/>
              </a:prstGeom>
              <a:solidFill>
                <a:srgbClr val="CC7AA8"/>
              </a:solidFill>
              <a:ln w="0">
                <a:noFill/>
                <a:prstDash val="solid"/>
              </a:ln>
            </p:spPr>
          </p:sp>
          <p:sp>
            <p:nvSpPr>
              <p:cNvPr id="2761" name="four:temporal-output:rotated-tᵦ-cell-173:2761">
                <a:extLst>
                  <a:ext uri="{FF2B5EF4-FFF2-40B4-BE49-F238E27FC236}">
                    <ns2:creationId id="{57CF0404-AA57-4441-AF3B-630F50D61371}"/>
                  </a:ext>
                </a:extLst>
              </p:cNvPr>
              <p:cNvSpPr>
                <a:spLocks noGrp="1"/>
              </p:cNvSpPr>
              <p:nvPr/>
            </p:nvSpPr>
            <p:spPr>
              <a:xfrm>
                <a:off x="21950363" y="6126956"/>
                <a:ext cx="709613" cy="5953"/>
              </a:xfrm>
              <a:prstGeom prst="rect">
                <a:avLst/>
              </a:prstGeom>
              <a:solidFill>
                <a:srgbClr val="CC79A7"/>
              </a:solidFill>
              <a:ln w="0">
                <a:noFill/>
                <a:prstDash val="solid"/>
              </a:ln>
            </p:spPr>
          </p:sp>
          <p:sp>
            <p:nvSpPr>
              <p:cNvPr id="2762" name="four:temporal-output:rotated-tᵦ-cell-174:2762">
                <a:extLst>
                  <a:ext uri="{FF2B5EF4-FFF2-40B4-BE49-F238E27FC236}">
                    <ns2:creationId id="{8238B029-318F-41CA-ACDF-45F9E51DA634}"/>
                  </a:ext>
                </a:extLst>
              </p:cNvPr>
              <p:cNvSpPr>
                <a:spLocks noGrp="1"/>
              </p:cNvSpPr>
              <p:nvPr/>
            </p:nvSpPr>
            <p:spPr>
              <a:xfrm>
                <a:off x="21950363" y="6121003"/>
                <a:ext cx="709613" cy="5953"/>
              </a:xfrm>
              <a:prstGeom prst="rect">
                <a:avLst/>
              </a:prstGeom>
              <a:solidFill>
                <a:srgbClr val="CC79A7"/>
              </a:solidFill>
              <a:ln w="0">
                <a:noFill/>
                <a:prstDash val="solid"/>
              </a:ln>
            </p:spPr>
          </p:sp>
          <p:sp>
            <p:nvSpPr>
              <p:cNvPr id="2763" name="four:temporal-output:rotated-tᵦ-cell-175:2763">
                <a:extLst>
                  <a:ext uri="{FF2B5EF4-FFF2-40B4-BE49-F238E27FC236}">
                    <ns2:creationId id="{79781C6E-A8DE-4BE5-BE08-221CD06674DC}"/>
                  </a:ext>
                </a:extLst>
              </p:cNvPr>
              <p:cNvSpPr>
                <a:spLocks noGrp="1"/>
              </p:cNvSpPr>
              <p:nvPr/>
            </p:nvSpPr>
            <p:spPr>
              <a:xfrm>
                <a:off x="21950363" y="6115050"/>
                <a:ext cx="709613" cy="5953"/>
              </a:xfrm>
              <a:prstGeom prst="rect">
                <a:avLst/>
              </a:prstGeom>
              <a:solidFill>
                <a:srgbClr val="CC79A7"/>
              </a:solidFill>
              <a:ln w="0">
                <a:noFill/>
                <a:prstDash val="solid"/>
              </a:ln>
            </p:spPr>
          </p:sp>
          <p:sp>
            <p:nvSpPr>
              <p:cNvPr id="2764" name="four:temporal-output:rotated-tᵦ-cell-176:2764">
                <a:extLst>
                  <a:ext uri="{FF2B5EF4-FFF2-40B4-BE49-F238E27FC236}">
                    <ns2:creationId id="{4BAE71A4-CEE3-4D6F-AC98-EB8820D8DFAB}"/>
                  </a:ext>
                </a:extLst>
              </p:cNvPr>
              <p:cNvSpPr>
                <a:spLocks noGrp="1"/>
              </p:cNvSpPr>
              <p:nvPr/>
            </p:nvSpPr>
            <p:spPr>
              <a:xfrm>
                <a:off x="21950363" y="6109097"/>
                <a:ext cx="709613" cy="5953"/>
              </a:xfrm>
              <a:prstGeom prst="rect">
                <a:avLst/>
              </a:prstGeom>
              <a:solidFill>
                <a:srgbClr val="CC79A7"/>
              </a:solidFill>
              <a:ln w="0">
                <a:noFill/>
                <a:prstDash val="solid"/>
              </a:ln>
            </p:spPr>
          </p:sp>
          <p:sp>
            <p:nvSpPr>
              <p:cNvPr id="2765" name="four:temporal-output:rotated-tᵦ-cell-177:2765">
                <a:extLst>
                  <a:ext uri="{FF2B5EF4-FFF2-40B4-BE49-F238E27FC236}">
                    <ns2:creationId id="{37F508C7-5C59-460D-9130-BD9B7BE176DC}"/>
                  </a:ext>
                </a:extLst>
              </p:cNvPr>
              <p:cNvSpPr>
                <a:spLocks noGrp="1"/>
              </p:cNvSpPr>
              <p:nvPr/>
            </p:nvSpPr>
            <p:spPr>
              <a:xfrm>
                <a:off x="21950363" y="6103144"/>
                <a:ext cx="709613" cy="5953"/>
              </a:xfrm>
              <a:prstGeom prst="rect">
                <a:avLst/>
              </a:prstGeom>
              <a:solidFill>
                <a:srgbClr val="CC79A7"/>
              </a:solidFill>
              <a:ln w="0">
                <a:noFill/>
                <a:prstDash val="solid"/>
              </a:ln>
            </p:spPr>
          </p:sp>
          <p:sp>
            <p:nvSpPr>
              <p:cNvPr id="2766" name="four:temporal-output:rotated-tᵦ-cell-178:2766">
                <a:extLst>
                  <a:ext uri="{FF2B5EF4-FFF2-40B4-BE49-F238E27FC236}">
                    <ns2:creationId id="{897762A6-44AD-4BC8-9773-76E8533FF0F9}"/>
                  </a:ext>
                </a:extLst>
              </p:cNvPr>
              <p:cNvSpPr>
                <a:spLocks noGrp="1"/>
              </p:cNvSpPr>
              <p:nvPr/>
            </p:nvSpPr>
            <p:spPr>
              <a:xfrm>
                <a:off x="21950363" y="6097191"/>
                <a:ext cx="709613" cy="5953"/>
              </a:xfrm>
              <a:prstGeom prst="rect">
                <a:avLst/>
              </a:prstGeom>
              <a:solidFill>
                <a:srgbClr val="CC79A7"/>
              </a:solidFill>
              <a:ln w="0">
                <a:noFill/>
                <a:prstDash val="solid"/>
              </a:ln>
            </p:spPr>
          </p:sp>
          <p:sp>
            <p:nvSpPr>
              <p:cNvPr id="2767" name="four:temporal-output:rotated-tᵦ-cell-179:2767">
                <a:extLst>
                  <a:ext uri="{FF2B5EF4-FFF2-40B4-BE49-F238E27FC236}">
                    <ns2:creationId id="{7AE5D612-E64B-4A1C-9449-F7734D244ADA}"/>
                  </a:ext>
                </a:extLst>
              </p:cNvPr>
              <p:cNvSpPr>
                <a:spLocks noGrp="1"/>
              </p:cNvSpPr>
              <p:nvPr/>
            </p:nvSpPr>
            <p:spPr>
              <a:xfrm>
                <a:off x="21950363" y="6091238"/>
                <a:ext cx="709613" cy="5953"/>
              </a:xfrm>
              <a:prstGeom prst="rect">
                <a:avLst/>
              </a:prstGeom>
              <a:solidFill>
                <a:srgbClr val="CC79A7"/>
              </a:solidFill>
              <a:ln w="0">
                <a:noFill/>
                <a:prstDash val="solid"/>
              </a:ln>
            </p:spPr>
          </p:sp>
          <p:sp>
            <p:nvSpPr>
              <p:cNvPr id="2768" name="four:temporal-output:rotated-tᵦ-cell-180:2768">
                <a:extLst>
                  <a:ext uri="{FF2B5EF4-FFF2-40B4-BE49-F238E27FC236}">
                    <ns2:creationId id="{176BD2BE-E07E-415D-B822-A7F053ACA972}"/>
                  </a:ext>
                </a:extLst>
              </p:cNvPr>
              <p:cNvSpPr>
                <a:spLocks noGrp="1"/>
              </p:cNvSpPr>
              <p:nvPr/>
            </p:nvSpPr>
            <p:spPr>
              <a:xfrm>
                <a:off x="21950363" y="6085284"/>
                <a:ext cx="709613" cy="5953"/>
              </a:xfrm>
              <a:prstGeom prst="rect">
                <a:avLst/>
              </a:prstGeom>
              <a:solidFill>
                <a:srgbClr val="CC79A7"/>
              </a:solidFill>
              <a:ln w="0">
                <a:noFill/>
                <a:prstDash val="solid"/>
              </a:ln>
            </p:spPr>
          </p:sp>
          <p:sp>
            <p:nvSpPr>
              <p:cNvPr id="2769" name="four:temporal-output:rotated-tᵦ-cell-181:2769">
                <a:extLst>
                  <a:ext uri="{FF2B5EF4-FFF2-40B4-BE49-F238E27FC236}">
                    <ns2:creationId id="{933B12FB-8C22-4098-AD13-3D40A3BE9E70}"/>
                  </a:ext>
                </a:extLst>
              </p:cNvPr>
              <p:cNvSpPr>
                <a:spLocks noGrp="1"/>
              </p:cNvSpPr>
              <p:nvPr/>
            </p:nvSpPr>
            <p:spPr>
              <a:xfrm>
                <a:off x="21950363" y="6079331"/>
                <a:ext cx="709613" cy="5953"/>
              </a:xfrm>
              <a:prstGeom prst="rect">
                <a:avLst/>
              </a:prstGeom>
              <a:solidFill>
                <a:srgbClr val="CD7EAA"/>
              </a:solidFill>
              <a:ln w="0">
                <a:noFill/>
                <a:prstDash val="solid"/>
              </a:ln>
            </p:spPr>
          </p:sp>
          <p:sp>
            <p:nvSpPr>
              <p:cNvPr id="2770" name="four:temporal-output:rotated-tᵦ-cell-182:2770">
                <a:extLst>
                  <a:ext uri="{FF2B5EF4-FFF2-40B4-BE49-F238E27FC236}">
                    <ns2:creationId id="{F9C4BE83-D393-4B2E-B4A2-7DE4FE02F4C4}"/>
                  </a:ext>
                </a:extLst>
              </p:cNvPr>
              <p:cNvSpPr>
                <a:spLocks noGrp="1"/>
              </p:cNvSpPr>
              <p:nvPr/>
            </p:nvSpPr>
            <p:spPr>
              <a:xfrm>
                <a:off x="21950363" y="6073378"/>
                <a:ext cx="709613" cy="5953"/>
              </a:xfrm>
              <a:prstGeom prst="rect">
                <a:avLst/>
              </a:prstGeom>
              <a:solidFill>
                <a:srgbClr val="D091B6"/>
              </a:solidFill>
              <a:ln w="0">
                <a:noFill/>
                <a:prstDash val="solid"/>
              </a:ln>
            </p:spPr>
          </p:sp>
          <p:sp>
            <p:nvSpPr>
              <p:cNvPr id="2771" name="four:temporal-output:rotated-tᵦ-cell-183:2771">
                <a:extLst>
                  <a:ext uri="{FF2B5EF4-FFF2-40B4-BE49-F238E27FC236}">
                    <ns2:creationId id="{5C4CDF39-ABC6-45C5-9D6A-733AE971ED57}"/>
                  </a:ext>
                </a:extLst>
              </p:cNvPr>
              <p:cNvSpPr>
                <a:spLocks noGrp="1"/>
              </p:cNvSpPr>
              <p:nvPr/>
            </p:nvSpPr>
            <p:spPr>
              <a:xfrm>
                <a:off x="21950363" y="6067425"/>
                <a:ext cx="709613" cy="5953"/>
              </a:xfrm>
              <a:prstGeom prst="rect">
                <a:avLst/>
              </a:prstGeom>
              <a:solidFill>
                <a:srgbClr val="D4AEC8"/>
              </a:solidFill>
              <a:ln w="0">
                <a:noFill/>
                <a:prstDash val="solid"/>
              </a:ln>
            </p:spPr>
          </p:sp>
          <p:sp>
            <p:nvSpPr>
              <p:cNvPr id="2772" name="four:temporal-output:rotated-tᵦ-cell-184:2772">
                <a:extLst>
                  <a:ext uri="{FF2B5EF4-FFF2-40B4-BE49-F238E27FC236}">
                    <ns2:creationId id="{AA1C1DE5-860D-418C-9189-8BB2DEA61280}"/>
                  </a:ext>
                </a:extLst>
              </p:cNvPr>
              <p:cNvSpPr>
                <a:spLocks noGrp="1"/>
              </p:cNvSpPr>
              <p:nvPr/>
            </p:nvSpPr>
            <p:spPr>
              <a:xfrm>
                <a:off x="21950363" y="6061472"/>
                <a:ext cx="709613" cy="5953"/>
              </a:xfrm>
              <a:prstGeom prst="rect">
                <a:avLst/>
              </a:prstGeom>
              <a:solidFill>
                <a:srgbClr val="D8CADA"/>
              </a:solidFill>
              <a:ln w="0">
                <a:noFill/>
                <a:prstDash val="solid"/>
              </a:ln>
            </p:spPr>
          </p:sp>
          <p:sp>
            <p:nvSpPr>
              <p:cNvPr id="2773" name="four:temporal-output:rotated-tᵦ-cell-185:2773">
                <a:extLst>
                  <a:ext uri="{FF2B5EF4-FFF2-40B4-BE49-F238E27FC236}">
                    <ns2:creationId id="{7A081C21-C618-46AD-941C-C32CE64D4444}"/>
                  </a:ext>
                </a:extLst>
              </p:cNvPr>
              <p:cNvSpPr>
                <a:spLocks noGrp="1"/>
              </p:cNvSpPr>
              <p:nvPr/>
            </p:nvSpPr>
            <p:spPr>
              <a:xfrm>
                <a:off x="21950363" y="6055519"/>
                <a:ext cx="709613" cy="5953"/>
              </a:xfrm>
              <a:prstGeom prst="rect">
                <a:avLst/>
              </a:prstGeom>
              <a:solidFill>
                <a:srgbClr val="DBE1E3"/>
              </a:solidFill>
              <a:ln w="0">
                <a:noFill/>
                <a:prstDash val="solid"/>
              </a:ln>
            </p:spPr>
          </p:sp>
          <p:sp>
            <p:nvSpPr>
              <p:cNvPr id="2774" name="four:temporal-output:rotated-tᵦ-cell-186:2774">
                <a:extLst>
                  <a:ext uri="{FF2B5EF4-FFF2-40B4-BE49-F238E27FC236}">
                    <ns2:creationId id="{7C41226B-FB39-458C-B002-6C6C735F31A2}"/>
                  </a:ext>
                </a:extLst>
              </p:cNvPr>
              <p:cNvSpPr>
                <a:spLocks noGrp="1"/>
              </p:cNvSpPr>
              <p:nvPr/>
            </p:nvSpPr>
            <p:spPr>
              <a:xfrm>
                <a:off x="21950363" y="6049566"/>
                <a:ext cx="709613" cy="5953"/>
              </a:xfrm>
              <a:prstGeom prst="rect">
                <a:avLst/>
              </a:prstGeom>
              <a:solidFill>
                <a:srgbClr val="DCE8ED"/>
              </a:solidFill>
              <a:ln w="0">
                <a:noFill/>
                <a:prstDash val="solid"/>
              </a:ln>
            </p:spPr>
          </p:sp>
          <p:sp>
            <p:nvSpPr>
              <p:cNvPr id="2775" name="four:temporal-output:rotated-tᵦ-cell-187:2775">
                <a:extLst>
                  <a:ext uri="{FF2B5EF4-FFF2-40B4-BE49-F238E27FC236}">
                    <ns2:creationId id="{3DBF6E62-8160-48A3-8228-F03DD7A6851D}"/>
                  </a:ext>
                </a:extLst>
              </p:cNvPr>
              <p:cNvSpPr>
                <a:spLocks noGrp="1"/>
              </p:cNvSpPr>
              <p:nvPr/>
            </p:nvSpPr>
            <p:spPr>
              <a:xfrm>
                <a:off x="21950363" y="6043613"/>
                <a:ext cx="709613" cy="5953"/>
              </a:xfrm>
              <a:prstGeom prst="rect">
                <a:avLst/>
              </a:prstGeom>
              <a:solidFill>
                <a:srgbClr val="DCE8ED"/>
              </a:solidFill>
              <a:ln w="0">
                <a:noFill/>
                <a:prstDash val="solid"/>
              </a:ln>
            </p:spPr>
          </p:sp>
          <p:sp>
            <p:nvSpPr>
              <p:cNvPr id="2776" name="four:temporal-output:rotated-tᵦ-cell-188:2776">
                <a:extLst>
                  <a:ext uri="{FF2B5EF4-FFF2-40B4-BE49-F238E27FC236}">
                    <ns2:creationId id="{F39A0971-7639-4E4D-A750-9D9F7D58B613}"/>
                  </a:ext>
                </a:extLst>
              </p:cNvPr>
              <p:cNvSpPr>
                <a:spLocks noGrp="1"/>
              </p:cNvSpPr>
              <p:nvPr/>
            </p:nvSpPr>
            <p:spPr>
              <a:xfrm>
                <a:off x="21950363" y="6037659"/>
                <a:ext cx="709613" cy="5953"/>
              </a:xfrm>
              <a:prstGeom prst="rect">
                <a:avLst/>
              </a:prstGeom>
              <a:solidFill>
                <a:srgbClr val="DCE8ED"/>
              </a:solidFill>
              <a:ln w="0">
                <a:noFill/>
                <a:prstDash val="solid"/>
              </a:ln>
            </p:spPr>
          </p:sp>
          <p:sp>
            <p:nvSpPr>
              <p:cNvPr id="2777" name="four:temporal-output:rotated-tᵦ-cell-189:2777">
                <a:extLst>
                  <a:ext uri="{FF2B5EF4-FFF2-40B4-BE49-F238E27FC236}">
                    <ns2:creationId id="{F072F90D-5ED2-4AC1-AF94-427EEB557AD8}"/>
                  </a:ext>
                </a:extLst>
              </p:cNvPr>
              <p:cNvSpPr>
                <a:spLocks noGrp="1"/>
              </p:cNvSpPr>
              <p:nvPr/>
            </p:nvSpPr>
            <p:spPr>
              <a:xfrm>
                <a:off x="21950363" y="6031706"/>
                <a:ext cx="709613" cy="5953"/>
              </a:xfrm>
              <a:prstGeom prst="rect">
                <a:avLst/>
              </a:prstGeom>
              <a:solidFill>
                <a:srgbClr val="DCE8ED"/>
              </a:solidFill>
              <a:ln w="0">
                <a:noFill/>
                <a:prstDash val="solid"/>
              </a:ln>
            </p:spPr>
          </p:sp>
          <p:sp>
            <p:nvSpPr>
              <p:cNvPr id="2778" name="four:temporal-output:rotated-tᵦ-cell-190:2778">
                <a:extLst>
                  <a:ext uri="{FF2B5EF4-FFF2-40B4-BE49-F238E27FC236}">
                    <ns2:creationId id="{C98CB5B4-F383-49BB-A009-2FB0CD211AF0}"/>
                  </a:ext>
                </a:extLst>
              </p:cNvPr>
              <p:cNvSpPr>
                <a:spLocks noGrp="1"/>
              </p:cNvSpPr>
              <p:nvPr/>
            </p:nvSpPr>
            <p:spPr>
              <a:xfrm>
                <a:off x="21950363" y="6025753"/>
                <a:ext cx="709613" cy="5953"/>
              </a:xfrm>
              <a:prstGeom prst="rect">
                <a:avLst/>
              </a:prstGeom>
              <a:solidFill>
                <a:srgbClr val="DCE8ED"/>
              </a:solidFill>
              <a:ln w="0">
                <a:noFill/>
                <a:prstDash val="solid"/>
              </a:ln>
            </p:spPr>
          </p:sp>
          <p:sp>
            <p:nvSpPr>
              <p:cNvPr id="2779" name="four:temporal-output:rotated-tᵦ-cell-191:2779">
                <a:extLst>
                  <a:ext uri="{FF2B5EF4-FFF2-40B4-BE49-F238E27FC236}">
                    <ns2:creationId id="{1C6DAB0F-6204-4EB5-A7D8-F03A25CC088C}"/>
                  </a:ext>
                </a:extLst>
              </p:cNvPr>
              <p:cNvSpPr>
                <a:spLocks noGrp="1"/>
              </p:cNvSpPr>
              <p:nvPr/>
            </p:nvSpPr>
            <p:spPr>
              <a:xfrm>
                <a:off x="21950363" y="6019800"/>
                <a:ext cx="709613" cy="5953"/>
              </a:xfrm>
              <a:prstGeom prst="rect">
                <a:avLst/>
              </a:prstGeom>
              <a:solidFill>
                <a:srgbClr val="DCE8ED"/>
              </a:solidFill>
              <a:ln w="0">
                <a:noFill/>
                <a:prstDash val="solid"/>
              </a:ln>
            </p:spPr>
          </p:sp>
          <p:sp>
            <p:nvSpPr>
              <p:cNvPr id="2780" name="four:temporal-output:textbox:2780">
                <a:extLst>
                  <a:ext uri="{FF2B5EF4-FFF2-40B4-BE49-F238E27FC236}">
                    <ns2:creationId id="{FB2A0265-DC99-436D-9300-30E3AC0022A1}"/>
                  </a:ext>
                </a:extLst>
              </p:cNvPr>
              <p:cNvSpPr>
                <a:spLocks noGrp="1"/>
              </p:cNvSpPr>
              <p:nvPr/>
            </p:nvSpPr>
            <p:spPr>
              <a:xfrm>
                <a:off x="22659975" y="5743575"/>
                <a:ext cx="709613" cy="342900"/>
              </a:xfrm>
              <a:prstGeom prst="rect">
                <a:avLst/>
              </a:prstGeom>
              <a:noFill/>
              <a:ln w="0">
                <a:noFill/>
                <a:prstDash val="solid"/>
              </a:ln>
            </p:spPr>
            <p:txBody>
              <a:bodyPr wrap="none" lIns="0" tIns="0" rIns="0" bIns="0" anchor="ctr">
                <a:normAutofit fontScale="100000"/>
              </a:bodyPr>
              <a:lstStyle>
                <a:defPPr algn="ctr">
                  <a:defRPr sz="846" b="0">
                    <a:solidFill>
                      <a:srgbClr val="263238"/>
                    </a:solidFill>
                    <a:latin typeface="Arial"/>
                    <a:ea typeface="Arial"/>
                    <a:cs typeface="Arial"/>
                  </a:defRPr>
                </a:defPPr>
              </a:lstStyle>
              <a:p>
                <a:pPr algn="ctr">
                  <a:defRPr sz="846" b="0">
                    <a:solidFill>
                      <a:srgbClr val="263238"/>
                    </a:solidFill>
                    <a:latin typeface="Arial"/>
                    <a:ea typeface="Arial"/>
                    <a:cs typeface="Arial"/>
                  </a:defRPr>
                </a:pPr>
                <a:r>
                  <a:rPr sz="846" b="0">
                    <a:solidFill>
                      <a:srgbClr val="263238"/>
                    </a:solidFill>
                    <a:latin typeface="Arial"/>
                    <a:ea typeface="Arial"/>
                    <a:cs typeface="Arial"/>
                  </a:rPr>
                  <a:t>tᵢ</a:t>
                </a:r>
              </a:p>
            </p:txBody>
          </p:sp>
          <p:sp>
            <p:nvSpPr>
              <p:cNvPr id="2781" name="four:temporal-output:rotated-tᵢ-cell-0:2781">
                <a:extLst>
                  <a:ext uri="{FF2B5EF4-FFF2-40B4-BE49-F238E27FC236}">
                    <ns2:creationId id="{E2E0DB5D-6F4E-46D4-A777-9975CE5A0B98}"/>
                  </a:ext>
                </a:extLst>
              </p:cNvPr>
              <p:cNvSpPr>
                <a:spLocks noGrp="1"/>
              </p:cNvSpPr>
              <p:nvPr/>
            </p:nvSpPr>
            <p:spPr>
              <a:xfrm>
                <a:off x="22659975" y="7156847"/>
                <a:ext cx="709613" cy="5953"/>
              </a:xfrm>
              <a:prstGeom prst="rect">
                <a:avLst/>
              </a:prstGeom>
              <a:solidFill>
                <a:srgbClr val="DCE8ED"/>
              </a:solidFill>
              <a:ln w="0">
                <a:noFill/>
                <a:prstDash val="solid"/>
              </a:ln>
            </p:spPr>
          </p:sp>
          <p:sp>
            <p:nvSpPr>
              <p:cNvPr id="2782" name="four:temporal-output:rotated-tᵢ-cell-1:2782">
                <a:extLst>
                  <a:ext uri="{FF2B5EF4-FFF2-40B4-BE49-F238E27FC236}">
                    <ns2:creationId id="{C7E22930-E144-44A8-BC63-E36574B4EC65}"/>
                  </a:ext>
                </a:extLst>
              </p:cNvPr>
              <p:cNvSpPr>
                <a:spLocks noGrp="1"/>
              </p:cNvSpPr>
              <p:nvPr/>
            </p:nvSpPr>
            <p:spPr>
              <a:xfrm>
                <a:off x="22659975" y="7150894"/>
                <a:ext cx="709613" cy="5953"/>
              </a:xfrm>
              <a:prstGeom prst="rect">
                <a:avLst/>
              </a:prstGeom>
              <a:solidFill>
                <a:srgbClr val="DCE8ED"/>
              </a:solidFill>
              <a:ln w="0">
                <a:noFill/>
                <a:prstDash val="solid"/>
              </a:ln>
            </p:spPr>
          </p:sp>
          <p:sp>
            <p:nvSpPr>
              <p:cNvPr id="2783" name="four:temporal-output:rotated-tᵢ-cell-2:2783">
                <a:extLst>
                  <a:ext uri="{FF2B5EF4-FFF2-40B4-BE49-F238E27FC236}">
                    <ns2:creationId id="{CD7DDFF0-213B-453E-8821-9A8021567253}"/>
                  </a:ext>
                </a:extLst>
              </p:cNvPr>
              <p:cNvSpPr>
                <a:spLocks noGrp="1"/>
              </p:cNvSpPr>
              <p:nvPr/>
            </p:nvSpPr>
            <p:spPr>
              <a:xfrm>
                <a:off x="22659975" y="7144941"/>
                <a:ext cx="709613" cy="5953"/>
              </a:xfrm>
              <a:prstGeom prst="rect">
                <a:avLst/>
              </a:prstGeom>
              <a:solidFill>
                <a:srgbClr val="DCE8ED"/>
              </a:solidFill>
              <a:ln w="0">
                <a:noFill/>
                <a:prstDash val="solid"/>
              </a:ln>
            </p:spPr>
          </p:sp>
          <p:sp>
            <p:nvSpPr>
              <p:cNvPr id="2784" name="four:temporal-output:rotated-tᵢ-cell-3:2784">
                <a:extLst>
                  <a:ext uri="{FF2B5EF4-FFF2-40B4-BE49-F238E27FC236}">
                    <ns2:creationId id="{46A0A22C-5721-467D-B682-01EBC2F83D01}"/>
                  </a:ext>
                </a:extLst>
              </p:cNvPr>
              <p:cNvSpPr>
                <a:spLocks noGrp="1"/>
              </p:cNvSpPr>
              <p:nvPr/>
            </p:nvSpPr>
            <p:spPr>
              <a:xfrm>
                <a:off x="22659975" y="7138988"/>
                <a:ext cx="709613" cy="5953"/>
              </a:xfrm>
              <a:prstGeom prst="rect">
                <a:avLst/>
              </a:prstGeom>
              <a:solidFill>
                <a:srgbClr val="DCE8ED"/>
              </a:solidFill>
              <a:ln w="0">
                <a:noFill/>
                <a:prstDash val="solid"/>
              </a:ln>
            </p:spPr>
          </p:sp>
          <p:sp>
            <p:nvSpPr>
              <p:cNvPr id="2785" name="four:temporal-output:rotated-tᵢ-cell-4:2785">
                <a:extLst>
                  <a:ext uri="{FF2B5EF4-FFF2-40B4-BE49-F238E27FC236}">
                    <ns2:creationId id="{898EC499-3F8C-4C5D-BB4C-55937785444A}"/>
                  </a:ext>
                </a:extLst>
              </p:cNvPr>
              <p:cNvSpPr>
                <a:spLocks noGrp="1"/>
              </p:cNvSpPr>
              <p:nvPr/>
            </p:nvSpPr>
            <p:spPr>
              <a:xfrm>
                <a:off x="22659975" y="7133034"/>
                <a:ext cx="709613" cy="5953"/>
              </a:xfrm>
              <a:prstGeom prst="rect">
                <a:avLst/>
              </a:prstGeom>
              <a:solidFill>
                <a:srgbClr val="DCE8ED"/>
              </a:solidFill>
              <a:ln w="0">
                <a:noFill/>
                <a:prstDash val="solid"/>
              </a:ln>
            </p:spPr>
          </p:sp>
          <p:sp>
            <p:nvSpPr>
              <p:cNvPr id="2786" name="four:temporal-output:rotated-tᵢ-cell-5:2786">
                <a:extLst>
                  <a:ext uri="{FF2B5EF4-FFF2-40B4-BE49-F238E27FC236}">
                    <ns2:creationId id="{33D8655E-34FB-44A0-880A-F8113E7CF93D}"/>
                  </a:ext>
                </a:extLst>
              </p:cNvPr>
              <p:cNvSpPr>
                <a:spLocks noGrp="1"/>
              </p:cNvSpPr>
              <p:nvPr/>
            </p:nvSpPr>
            <p:spPr>
              <a:xfrm>
                <a:off x="22659975" y="7127081"/>
                <a:ext cx="709613" cy="5953"/>
              </a:xfrm>
              <a:prstGeom prst="rect">
                <a:avLst/>
              </a:prstGeom>
              <a:solidFill>
                <a:srgbClr val="DCE8ED"/>
              </a:solidFill>
              <a:ln w="0">
                <a:noFill/>
                <a:prstDash val="solid"/>
              </a:ln>
            </p:spPr>
          </p:sp>
          <p:sp>
            <p:nvSpPr>
              <p:cNvPr id="2787" name="four:temporal-output:rotated-tᵢ-cell-6:2787">
                <a:extLst>
                  <a:ext uri="{FF2B5EF4-FFF2-40B4-BE49-F238E27FC236}">
                    <ns2:creationId id="{9830E3DB-86BD-41B0-9534-CA3FED6ED3AC}"/>
                  </a:ext>
                </a:extLst>
              </p:cNvPr>
              <p:cNvSpPr>
                <a:spLocks noGrp="1"/>
              </p:cNvSpPr>
              <p:nvPr/>
            </p:nvSpPr>
            <p:spPr>
              <a:xfrm>
                <a:off x="22659975" y="7121128"/>
                <a:ext cx="709613" cy="5953"/>
              </a:xfrm>
              <a:prstGeom prst="rect">
                <a:avLst/>
              </a:prstGeom>
              <a:solidFill>
                <a:srgbClr val="D2E1E8"/>
              </a:solidFill>
              <a:ln w="0">
                <a:noFill/>
                <a:prstDash val="solid"/>
              </a:ln>
            </p:spPr>
          </p:sp>
          <p:sp>
            <p:nvSpPr>
              <p:cNvPr id="2788" name="four:temporal-output:rotated-tᵢ-cell-7:2788">
                <a:extLst>
                  <a:ext uri="{FF2B5EF4-FFF2-40B4-BE49-F238E27FC236}">
                    <ns2:creationId id="{0E13305B-668F-4719-8EE5-7F9DF397BD86}"/>
                  </a:ext>
                </a:extLst>
              </p:cNvPr>
              <p:cNvSpPr>
                <a:spLocks noGrp="1"/>
              </p:cNvSpPr>
              <p:nvPr/>
            </p:nvSpPr>
            <p:spPr>
              <a:xfrm>
                <a:off x="22659975" y="7115175"/>
                <a:ext cx="709613" cy="5953"/>
              </a:xfrm>
              <a:prstGeom prst="rect">
                <a:avLst/>
              </a:prstGeom>
              <a:solidFill>
                <a:srgbClr val="A2C9DD"/>
              </a:solidFill>
              <a:ln w="0">
                <a:noFill/>
                <a:prstDash val="solid"/>
              </a:ln>
            </p:spPr>
          </p:sp>
          <p:sp>
            <p:nvSpPr>
              <p:cNvPr id="2789" name="four:temporal-output:rotated-tᵢ-cell-8:2789">
                <a:extLst>
                  <a:ext uri="{FF2B5EF4-FFF2-40B4-BE49-F238E27FC236}">
                    <ns2:creationId id="{CC6DBD93-BEB1-4B46-883F-388AFAC9296B}"/>
                  </a:ext>
                </a:extLst>
              </p:cNvPr>
              <p:cNvSpPr>
                <a:spLocks noGrp="1"/>
              </p:cNvSpPr>
              <p:nvPr/>
            </p:nvSpPr>
            <p:spPr>
              <a:xfrm>
                <a:off x="22659975" y="7109222"/>
                <a:ext cx="709613" cy="5953"/>
              </a:xfrm>
              <a:prstGeom prst="rect">
                <a:avLst/>
              </a:prstGeom>
              <a:solidFill>
                <a:srgbClr val="68AACE"/>
              </a:solidFill>
              <a:ln w="0">
                <a:noFill/>
                <a:prstDash val="solid"/>
              </a:ln>
            </p:spPr>
          </p:sp>
          <p:sp>
            <p:nvSpPr>
              <p:cNvPr id="2790" name="four:temporal-output:rotated-tᵢ-cell-9:2790">
                <a:extLst>
                  <a:ext uri="{FF2B5EF4-FFF2-40B4-BE49-F238E27FC236}">
                    <ns2:creationId id="{5B1B3180-7ECB-4A0E-887A-F1BAC1807B96}"/>
                  </a:ext>
                </a:extLst>
              </p:cNvPr>
              <p:cNvSpPr>
                <a:spLocks noGrp="1"/>
              </p:cNvSpPr>
              <p:nvPr/>
            </p:nvSpPr>
            <p:spPr>
              <a:xfrm>
                <a:off x="22659975" y="7103269"/>
                <a:ext cx="709613" cy="5953"/>
              </a:xfrm>
              <a:prstGeom prst="rect">
                <a:avLst/>
              </a:prstGeom>
              <a:solidFill>
                <a:srgbClr val="318CBF"/>
              </a:solidFill>
              <a:ln w="0">
                <a:noFill/>
                <a:prstDash val="solid"/>
              </a:ln>
            </p:spPr>
          </p:sp>
          <p:sp>
            <p:nvSpPr>
              <p:cNvPr id="2791" name="four:temporal-output:rotated-tᵢ-cell-10:2791">
                <a:extLst>
                  <a:ext uri="{FF2B5EF4-FFF2-40B4-BE49-F238E27FC236}">
                    <ns2:creationId id="{8E78A7CB-70EF-4351-9FBA-F05BFFED077B}"/>
                  </a:ext>
                </a:extLst>
              </p:cNvPr>
              <p:cNvSpPr>
                <a:spLocks noGrp="1"/>
              </p:cNvSpPr>
              <p:nvPr/>
            </p:nvSpPr>
            <p:spPr>
              <a:xfrm>
                <a:off x="22659975" y="7097316"/>
                <a:ext cx="709613" cy="5953"/>
              </a:xfrm>
              <a:prstGeom prst="rect">
                <a:avLst/>
              </a:prstGeom>
              <a:solidFill>
                <a:srgbClr val="0977B4"/>
              </a:solidFill>
              <a:ln w="0">
                <a:noFill/>
                <a:prstDash val="solid"/>
              </a:ln>
            </p:spPr>
          </p:sp>
          <p:sp>
            <p:nvSpPr>
              <p:cNvPr id="2792" name="four:temporal-output:rotated-tᵢ-cell-11:2792">
                <a:extLst>
                  <a:ext uri="{FF2B5EF4-FFF2-40B4-BE49-F238E27FC236}">
                    <ns2:creationId id="{8AA0E139-989C-427C-8CAA-16EF76752AB1}"/>
                  </a:ext>
                </a:extLst>
              </p:cNvPr>
              <p:cNvSpPr>
                <a:spLocks noGrp="1"/>
              </p:cNvSpPr>
              <p:nvPr/>
            </p:nvSpPr>
            <p:spPr>
              <a:xfrm>
                <a:off x="22659975" y="7091363"/>
                <a:ext cx="709613" cy="5953"/>
              </a:xfrm>
              <a:prstGeom prst="rect">
                <a:avLst/>
              </a:prstGeom>
              <a:solidFill>
                <a:srgbClr val="0072B2"/>
              </a:solidFill>
              <a:ln w="0">
                <a:noFill/>
                <a:prstDash val="solid"/>
              </a:ln>
            </p:spPr>
          </p:sp>
          <p:sp>
            <p:nvSpPr>
              <p:cNvPr id="2793" name="four:temporal-output:rotated-tᵢ-cell-12:2793">
                <a:extLst>
                  <a:ext uri="{FF2B5EF4-FFF2-40B4-BE49-F238E27FC236}">
                    <ns2:creationId id="{98D93E74-01F4-4C85-8D1B-79A13F8A5461}"/>
                  </a:ext>
                </a:extLst>
              </p:cNvPr>
              <p:cNvSpPr>
                <a:spLocks noGrp="1"/>
              </p:cNvSpPr>
              <p:nvPr/>
            </p:nvSpPr>
            <p:spPr>
              <a:xfrm>
                <a:off x="22659975" y="7085409"/>
                <a:ext cx="709613" cy="5953"/>
              </a:xfrm>
              <a:prstGeom prst="rect">
                <a:avLst/>
              </a:prstGeom>
              <a:solidFill>
                <a:srgbClr val="0072B2"/>
              </a:solidFill>
              <a:ln w="0">
                <a:noFill/>
                <a:prstDash val="solid"/>
              </a:ln>
            </p:spPr>
          </p:sp>
          <p:sp>
            <p:nvSpPr>
              <p:cNvPr id="2794" name="four:temporal-output:rotated-tᵢ-cell-13:2794">
                <a:extLst>
                  <a:ext uri="{FF2B5EF4-FFF2-40B4-BE49-F238E27FC236}">
                    <ns2:creationId id="{5A169B9C-7256-4211-9D1D-207E802D3EAB}"/>
                  </a:ext>
                </a:extLst>
              </p:cNvPr>
              <p:cNvSpPr>
                <a:spLocks noGrp="1"/>
              </p:cNvSpPr>
              <p:nvPr/>
            </p:nvSpPr>
            <p:spPr>
              <a:xfrm>
                <a:off x="22659975" y="7079456"/>
                <a:ext cx="709613" cy="5953"/>
              </a:xfrm>
              <a:prstGeom prst="rect">
                <a:avLst/>
              </a:prstGeom>
              <a:solidFill>
                <a:srgbClr val="0072B2"/>
              </a:solidFill>
              <a:ln w="0">
                <a:noFill/>
                <a:prstDash val="solid"/>
              </a:ln>
            </p:spPr>
          </p:sp>
          <p:sp>
            <p:nvSpPr>
              <p:cNvPr id="2795" name="four:temporal-output:rotated-tᵢ-cell-14:2795">
                <a:extLst>
                  <a:ext uri="{FF2B5EF4-FFF2-40B4-BE49-F238E27FC236}">
                    <ns2:creationId id="{35E52ECA-9086-440E-85D1-A6F04EDF6D84}"/>
                  </a:ext>
                </a:extLst>
              </p:cNvPr>
              <p:cNvSpPr>
                <a:spLocks noGrp="1"/>
              </p:cNvSpPr>
              <p:nvPr/>
            </p:nvSpPr>
            <p:spPr>
              <a:xfrm>
                <a:off x="22659975" y="7073503"/>
                <a:ext cx="709613" cy="5953"/>
              </a:xfrm>
              <a:prstGeom prst="rect">
                <a:avLst/>
              </a:prstGeom>
              <a:solidFill>
                <a:srgbClr val="0072B2"/>
              </a:solidFill>
              <a:ln w="0">
                <a:noFill/>
                <a:prstDash val="solid"/>
              </a:ln>
            </p:spPr>
          </p:sp>
          <p:sp>
            <p:nvSpPr>
              <p:cNvPr id="2796" name="four:temporal-output:rotated-tᵢ-cell-15:2796">
                <a:extLst>
                  <a:ext uri="{FF2B5EF4-FFF2-40B4-BE49-F238E27FC236}">
                    <ns2:creationId id="{B00AEF71-C98C-43C2-A593-634D9E73B597}"/>
                  </a:ext>
                </a:extLst>
              </p:cNvPr>
              <p:cNvSpPr>
                <a:spLocks noGrp="1"/>
              </p:cNvSpPr>
              <p:nvPr/>
            </p:nvSpPr>
            <p:spPr>
              <a:xfrm>
                <a:off x="22659975" y="7067550"/>
                <a:ext cx="709613" cy="5953"/>
              </a:xfrm>
              <a:prstGeom prst="rect">
                <a:avLst/>
              </a:prstGeom>
              <a:solidFill>
                <a:srgbClr val="0072B2"/>
              </a:solidFill>
              <a:ln w="0">
                <a:noFill/>
                <a:prstDash val="solid"/>
              </a:ln>
            </p:spPr>
          </p:sp>
          <p:sp>
            <p:nvSpPr>
              <p:cNvPr id="2797" name="four:temporal-output:rotated-tᵢ-cell-16:2797">
                <a:extLst>
                  <a:ext uri="{FF2B5EF4-FFF2-40B4-BE49-F238E27FC236}">
                    <ns2:creationId id="{C09754D8-98F8-4ABF-9F0C-9FEE6735D6F0}"/>
                  </a:ext>
                </a:extLst>
              </p:cNvPr>
              <p:cNvSpPr>
                <a:spLocks noGrp="1"/>
              </p:cNvSpPr>
              <p:nvPr/>
            </p:nvSpPr>
            <p:spPr>
              <a:xfrm>
                <a:off x="22659975" y="7061597"/>
                <a:ext cx="709613" cy="5953"/>
              </a:xfrm>
              <a:prstGeom prst="rect">
                <a:avLst/>
              </a:prstGeom>
              <a:solidFill>
                <a:srgbClr val="0072B2"/>
              </a:solidFill>
              <a:ln w="0">
                <a:noFill/>
                <a:prstDash val="solid"/>
              </a:ln>
            </p:spPr>
          </p:sp>
          <p:sp>
            <p:nvSpPr>
              <p:cNvPr id="2798" name="four:temporal-output:rotated-tᵢ-cell-17:2798">
                <a:extLst>
                  <a:ext uri="{FF2B5EF4-FFF2-40B4-BE49-F238E27FC236}">
                    <ns2:creationId id="{2BC60893-1412-43A2-8411-012885699A42}"/>
                  </a:ext>
                </a:extLst>
              </p:cNvPr>
              <p:cNvSpPr>
                <a:spLocks noGrp="1"/>
              </p:cNvSpPr>
              <p:nvPr/>
            </p:nvSpPr>
            <p:spPr>
              <a:xfrm>
                <a:off x="22659975" y="7055644"/>
                <a:ext cx="709613" cy="5953"/>
              </a:xfrm>
              <a:prstGeom prst="rect">
                <a:avLst/>
              </a:prstGeom>
              <a:solidFill>
                <a:srgbClr val="0072B2"/>
              </a:solidFill>
              <a:ln w="0">
                <a:noFill/>
                <a:prstDash val="solid"/>
              </a:ln>
            </p:spPr>
          </p:sp>
          <p:sp>
            <p:nvSpPr>
              <p:cNvPr id="2799" name="four:temporal-output:rotated-tᵢ-cell-18:2799">
                <a:extLst>
                  <a:ext uri="{FF2B5EF4-FFF2-40B4-BE49-F238E27FC236}">
                    <ns2:creationId id="{C74228C7-27BA-49F7-AD60-2CA6637E4AA2}"/>
                  </a:ext>
                </a:extLst>
              </p:cNvPr>
              <p:cNvSpPr>
                <a:spLocks noGrp="1"/>
              </p:cNvSpPr>
              <p:nvPr/>
            </p:nvSpPr>
            <p:spPr>
              <a:xfrm>
                <a:off x="22659975" y="7049691"/>
                <a:ext cx="709613" cy="5953"/>
              </a:xfrm>
              <a:prstGeom prst="rect">
                <a:avLst/>
              </a:prstGeom>
              <a:solidFill>
                <a:srgbClr val="0072B2"/>
              </a:solidFill>
              <a:ln w="0">
                <a:noFill/>
                <a:prstDash val="solid"/>
              </a:ln>
            </p:spPr>
          </p:sp>
          <p:sp>
            <p:nvSpPr>
              <p:cNvPr id="2800" name="four:temporal-output:rotated-tᵢ-cell-19:2800">
                <a:extLst>
                  <a:ext uri="{FF2B5EF4-FFF2-40B4-BE49-F238E27FC236}">
                    <ns2:creationId id="{13F98423-2B85-487F-9565-0A0B10A44F0F}"/>
                  </a:ext>
                </a:extLst>
              </p:cNvPr>
              <p:cNvSpPr>
                <a:spLocks noGrp="1"/>
              </p:cNvSpPr>
              <p:nvPr/>
            </p:nvSpPr>
            <p:spPr>
              <a:xfrm>
                <a:off x="22659975" y="7043738"/>
                <a:ext cx="709613" cy="5953"/>
              </a:xfrm>
              <a:prstGeom prst="rect">
                <a:avLst/>
              </a:prstGeom>
              <a:solidFill>
                <a:srgbClr val="0072B2"/>
              </a:solidFill>
              <a:ln w="0">
                <a:noFill/>
                <a:prstDash val="solid"/>
              </a:ln>
            </p:spPr>
          </p:sp>
          <p:sp>
            <p:nvSpPr>
              <p:cNvPr id="2801" name="four:temporal-output:rotated-tᵢ-cell-20:2801">
                <a:extLst>
                  <a:ext uri="{FF2B5EF4-FFF2-40B4-BE49-F238E27FC236}">
                    <ns2:creationId id="{BC1F24C5-7784-4016-AA3D-CE0F07E7B5BF}"/>
                  </a:ext>
                </a:extLst>
              </p:cNvPr>
              <p:cNvSpPr>
                <a:spLocks noGrp="1"/>
              </p:cNvSpPr>
              <p:nvPr/>
            </p:nvSpPr>
            <p:spPr>
              <a:xfrm>
                <a:off x="22659975" y="7037784"/>
                <a:ext cx="709613" cy="5953"/>
              </a:xfrm>
              <a:prstGeom prst="rect">
                <a:avLst/>
              </a:prstGeom>
              <a:solidFill>
                <a:srgbClr val="0072B2"/>
              </a:solidFill>
              <a:ln w="0">
                <a:noFill/>
                <a:prstDash val="solid"/>
              </a:ln>
            </p:spPr>
          </p:sp>
          <p:sp>
            <p:nvSpPr>
              <p:cNvPr id="2802" name="four:temporal-output:rotated-tᵢ-cell-21:2802">
                <a:extLst>
                  <a:ext uri="{FF2B5EF4-FFF2-40B4-BE49-F238E27FC236}">
                    <ns2:creationId id="{E931724E-6C41-419D-A923-5AC411BB610F}"/>
                  </a:ext>
                </a:extLst>
              </p:cNvPr>
              <p:cNvSpPr>
                <a:spLocks noGrp="1"/>
              </p:cNvSpPr>
              <p:nvPr/>
            </p:nvSpPr>
            <p:spPr>
              <a:xfrm>
                <a:off x="22659975" y="7031831"/>
                <a:ext cx="709613" cy="5953"/>
              </a:xfrm>
              <a:prstGeom prst="rect">
                <a:avLst/>
              </a:prstGeom>
              <a:solidFill>
                <a:srgbClr val="0072B2"/>
              </a:solidFill>
              <a:ln w="0">
                <a:noFill/>
                <a:prstDash val="solid"/>
              </a:ln>
            </p:spPr>
          </p:sp>
          <p:sp>
            <p:nvSpPr>
              <p:cNvPr id="2803" name="four:temporal-output:rotated-tᵢ-cell-22:2803">
                <a:extLst>
                  <a:ext uri="{FF2B5EF4-FFF2-40B4-BE49-F238E27FC236}">
                    <ns2:creationId id="{DA12EEF5-688C-4FC6-816A-448F69676C27}"/>
                  </a:ext>
                </a:extLst>
              </p:cNvPr>
              <p:cNvSpPr>
                <a:spLocks noGrp="1"/>
              </p:cNvSpPr>
              <p:nvPr/>
            </p:nvSpPr>
            <p:spPr>
              <a:xfrm>
                <a:off x="22659975" y="7025878"/>
                <a:ext cx="709613" cy="5953"/>
              </a:xfrm>
              <a:prstGeom prst="rect">
                <a:avLst/>
              </a:prstGeom>
              <a:solidFill>
                <a:srgbClr val="0D79B6"/>
              </a:solidFill>
              <a:ln w="0">
                <a:noFill/>
                <a:prstDash val="solid"/>
              </a:ln>
            </p:spPr>
          </p:sp>
          <p:sp>
            <p:nvSpPr>
              <p:cNvPr id="2804" name="four:temporal-output:rotated-tᵢ-cell-23:2804">
                <a:extLst>
                  <a:ext uri="{FF2B5EF4-FFF2-40B4-BE49-F238E27FC236}">
                    <ns2:creationId id="{5549A1F6-5DB0-47C7-AD09-D5387BA4FD2C}"/>
                  </a:ext>
                </a:extLst>
              </p:cNvPr>
              <p:cNvSpPr>
                <a:spLocks noGrp="1"/>
              </p:cNvSpPr>
              <p:nvPr/>
            </p:nvSpPr>
            <p:spPr>
              <a:xfrm>
                <a:off x="22659975" y="7019925"/>
                <a:ext cx="709613" cy="5953"/>
              </a:xfrm>
              <a:prstGeom prst="rect">
                <a:avLst/>
              </a:prstGeom>
              <a:solidFill>
                <a:srgbClr val="2A88BD"/>
              </a:solidFill>
              <a:ln w="0">
                <a:noFill/>
                <a:prstDash val="solid"/>
              </a:ln>
            </p:spPr>
          </p:sp>
          <p:sp>
            <p:nvSpPr>
              <p:cNvPr id="2805" name="four:temporal-output:rotated-tᵢ-cell-24:2805">
                <a:extLst>
                  <a:ext uri="{FF2B5EF4-FFF2-40B4-BE49-F238E27FC236}">
                    <ns2:creationId id="{FE66B7F8-D01C-40E5-9C7D-9A6650071C7D}"/>
                  </a:ext>
                </a:extLst>
              </p:cNvPr>
              <p:cNvSpPr>
                <a:spLocks noGrp="1"/>
              </p:cNvSpPr>
              <p:nvPr/>
            </p:nvSpPr>
            <p:spPr>
              <a:xfrm>
                <a:off x="22659975" y="7013972"/>
                <a:ext cx="709613" cy="5953"/>
              </a:xfrm>
              <a:prstGeom prst="rect">
                <a:avLst/>
              </a:prstGeom>
              <a:solidFill>
                <a:srgbClr val="519DC8"/>
              </a:solidFill>
              <a:ln w="0">
                <a:noFill/>
                <a:prstDash val="solid"/>
              </a:ln>
            </p:spPr>
          </p:sp>
          <p:sp>
            <p:nvSpPr>
              <p:cNvPr id="2806" name="four:temporal-output:rotated-tᵢ-cell-25:2806">
                <a:extLst>
                  <a:ext uri="{FF2B5EF4-FFF2-40B4-BE49-F238E27FC236}">
                    <ns2:creationId id="{9BE95B8F-1DFC-4FD5-947C-3A56149DA8B5}"/>
                  </a:ext>
                </a:extLst>
              </p:cNvPr>
              <p:cNvSpPr>
                <a:spLocks noGrp="1"/>
              </p:cNvSpPr>
              <p:nvPr/>
            </p:nvSpPr>
            <p:spPr>
              <a:xfrm>
                <a:off x="22659975" y="7008019"/>
                <a:ext cx="709613" cy="5953"/>
              </a:xfrm>
              <a:prstGeom prst="rect">
                <a:avLst/>
              </a:prstGeom>
              <a:solidFill>
                <a:srgbClr val="7BB4D3"/>
              </a:solidFill>
              <a:ln w="0">
                <a:noFill/>
                <a:prstDash val="solid"/>
              </a:ln>
            </p:spPr>
          </p:sp>
          <p:sp>
            <p:nvSpPr>
              <p:cNvPr id="2807" name="four:temporal-output:rotated-tᵢ-cell-26:2807">
                <a:extLst>
                  <a:ext uri="{FF2B5EF4-FFF2-40B4-BE49-F238E27FC236}">
                    <ns2:creationId id="{B7C73917-29C0-456F-8005-738E12EC955E}"/>
                  </a:ext>
                </a:extLst>
              </p:cNvPr>
              <p:cNvSpPr>
                <a:spLocks noGrp="1"/>
              </p:cNvSpPr>
              <p:nvPr/>
            </p:nvSpPr>
            <p:spPr>
              <a:xfrm>
                <a:off x="22659975" y="7002066"/>
                <a:ext cx="709613" cy="5953"/>
              </a:xfrm>
              <a:prstGeom prst="rect">
                <a:avLst/>
              </a:prstGeom>
              <a:solidFill>
                <a:srgbClr val="A4CADE"/>
              </a:solidFill>
              <a:ln w="0">
                <a:noFill/>
                <a:prstDash val="solid"/>
              </a:ln>
            </p:spPr>
          </p:sp>
          <p:sp>
            <p:nvSpPr>
              <p:cNvPr id="2808" name="four:temporal-output:rotated-tᵢ-cell-27:2808">
                <a:extLst>
                  <a:ext uri="{FF2B5EF4-FFF2-40B4-BE49-F238E27FC236}">
                    <ns2:creationId id="{92075A1A-B3E7-4C22-AEC8-370D8C8CA111}"/>
                  </a:ext>
                </a:extLst>
              </p:cNvPr>
              <p:cNvSpPr>
                <a:spLocks noGrp="1"/>
              </p:cNvSpPr>
              <p:nvPr/>
            </p:nvSpPr>
            <p:spPr>
              <a:xfrm>
                <a:off x="22659975" y="6996113"/>
                <a:ext cx="709613" cy="5953"/>
              </a:xfrm>
              <a:prstGeom prst="rect">
                <a:avLst/>
              </a:prstGeom>
              <a:solidFill>
                <a:srgbClr val="CDDEE5"/>
              </a:solidFill>
              <a:ln w="0">
                <a:noFill/>
                <a:prstDash val="solid"/>
              </a:ln>
            </p:spPr>
          </p:sp>
          <p:sp>
            <p:nvSpPr>
              <p:cNvPr id="2809" name="four:temporal-output:rotated-tᵢ-cell-28:2809">
                <a:extLst>
                  <a:ext uri="{FF2B5EF4-FFF2-40B4-BE49-F238E27FC236}">
                    <ns2:creationId id="{D2807ACE-98EE-422C-B330-A663E9DD9B4B}"/>
                  </a:ext>
                </a:extLst>
              </p:cNvPr>
              <p:cNvSpPr>
                <a:spLocks noGrp="1"/>
              </p:cNvSpPr>
              <p:nvPr/>
            </p:nvSpPr>
            <p:spPr>
              <a:xfrm>
                <a:off x="22659975" y="6990159"/>
                <a:ext cx="709613" cy="5953"/>
              </a:xfrm>
              <a:prstGeom prst="rect">
                <a:avLst/>
              </a:prstGeom>
              <a:solidFill>
                <a:srgbClr val="DAE7EC"/>
              </a:solidFill>
              <a:ln w="0">
                <a:noFill/>
                <a:prstDash val="solid"/>
              </a:ln>
            </p:spPr>
          </p:sp>
          <p:sp>
            <p:nvSpPr>
              <p:cNvPr id="2810" name="four:temporal-output:rotated-tᵢ-cell-29:2810">
                <a:extLst>
                  <a:ext uri="{FF2B5EF4-FFF2-40B4-BE49-F238E27FC236}">
                    <ns2:creationId id="{FDDFB2E8-9D34-40E2-B930-0D0DCD1DBBDC}"/>
                  </a:ext>
                </a:extLst>
              </p:cNvPr>
              <p:cNvSpPr>
                <a:spLocks noGrp="1"/>
              </p:cNvSpPr>
              <p:nvPr/>
            </p:nvSpPr>
            <p:spPr>
              <a:xfrm>
                <a:off x="22659975" y="6984206"/>
                <a:ext cx="709613" cy="5953"/>
              </a:xfrm>
              <a:prstGeom prst="rect">
                <a:avLst/>
              </a:prstGeom>
              <a:solidFill>
                <a:srgbClr val="DCE8ED"/>
              </a:solidFill>
              <a:ln w="0">
                <a:noFill/>
                <a:prstDash val="solid"/>
              </a:ln>
            </p:spPr>
          </p:sp>
          <p:sp>
            <p:nvSpPr>
              <p:cNvPr id="2811" name="four:temporal-output:rotated-tᵢ-cell-30:2811">
                <a:extLst>
                  <a:ext uri="{FF2B5EF4-FFF2-40B4-BE49-F238E27FC236}">
                    <ns2:creationId id="{26D2BD20-0671-4F53-9650-6224636E0249}"/>
                  </a:ext>
                </a:extLst>
              </p:cNvPr>
              <p:cNvSpPr>
                <a:spLocks noGrp="1"/>
              </p:cNvSpPr>
              <p:nvPr/>
            </p:nvSpPr>
            <p:spPr>
              <a:xfrm>
                <a:off x="22659975" y="6978253"/>
                <a:ext cx="709613" cy="5953"/>
              </a:xfrm>
              <a:prstGeom prst="rect">
                <a:avLst/>
              </a:prstGeom>
              <a:solidFill>
                <a:srgbClr val="DCE8ED"/>
              </a:solidFill>
              <a:ln w="0">
                <a:noFill/>
                <a:prstDash val="solid"/>
              </a:ln>
            </p:spPr>
          </p:sp>
          <p:sp>
            <p:nvSpPr>
              <p:cNvPr id="2812" name="four:temporal-output:rotated-tᵢ-cell-31:2812">
                <a:extLst>
                  <a:ext uri="{FF2B5EF4-FFF2-40B4-BE49-F238E27FC236}">
                    <ns2:creationId id="{0A8C9CC4-9851-4983-A355-0E576D87869E}"/>
                  </a:ext>
                </a:extLst>
              </p:cNvPr>
              <p:cNvSpPr>
                <a:spLocks noGrp="1"/>
              </p:cNvSpPr>
              <p:nvPr/>
            </p:nvSpPr>
            <p:spPr>
              <a:xfrm>
                <a:off x="22659975" y="6972300"/>
                <a:ext cx="709613" cy="5953"/>
              </a:xfrm>
              <a:prstGeom prst="rect">
                <a:avLst/>
              </a:prstGeom>
              <a:solidFill>
                <a:srgbClr val="DCE8ED"/>
              </a:solidFill>
              <a:ln w="0">
                <a:noFill/>
                <a:prstDash val="solid"/>
              </a:ln>
            </p:spPr>
          </p:sp>
          <p:sp>
            <p:nvSpPr>
              <p:cNvPr id="2813" name="four:temporal-output:rotated-tᵢ-cell-32:2813">
                <a:extLst>
                  <a:ext uri="{FF2B5EF4-FFF2-40B4-BE49-F238E27FC236}">
                    <ns2:creationId id="{9BA829EF-33E6-4C42-B5D2-1D199CD830CB}"/>
                  </a:ext>
                </a:extLst>
              </p:cNvPr>
              <p:cNvSpPr>
                <a:spLocks noGrp="1"/>
              </p:cNvSpPr>
              <p:nvPr/>
            </p:nvSpPr>
            <p:spPr>
              <a:xfrm>
                <a:off x="22659975" y="6966347"/>
                <a:ext cx="709613" cy="5953"/>
              </a:xfrm>
              <a:prstGeom prst="rect">
                <a:avLst/>
              </a:prstGeom>
              <a:solidFill>
                <a:srgbClr val="DCE8ED"/>
              </a:solidFill>
              <a:ln w="0">
                <a:noFill/>
                <a:prstDash val="solid"/>
              </a:ln>
            </p:spPr>
          </p:sp>
          <p:sp>
            <p:nvSpPr>
              <p:cNvPr id="2814" name="four:temporal-output:rotated-tᵢ-cell-33:2814">
                <a:extLst>
                  <a:ext uri="{FF2B5EF4-FFF2-40B4-BE49-F238E27FC236}">
                    <ns2:creationId id="{6ECFF6D3-B74F-4531-962D-4A051057127A}"/>
                  </a:ext>
                </a:extLst>
              </p:cNvPr>
              <p:cNvSpPr>
                <a:spLocks noGrp="1"/>
              </p:cNvSpPr>
              <p:nvPr/>
            </p:nvSpPr>
            <p:spPr>
              <a:xfrm>
                <a:off x="22659975" y="6960394"/>
                <a:ext cx="709613" cy="5953"/>
              </a:xfrm>
              <a:prstGeom prst="rect">
                <a:avLst/>
              </a:prstGeom>
              <a:solidFill>
                <a:srgbClr val="DCE8ED"/>
              </a:solidFill>
              <a:ln w="0">
                <a:noFill/>
                <a:prstDash val="solid"/>
              </a:ln>
            </p:spPr>
          </p:sp>
          <p:sp>
            <p:nvSpPr>
              <p:cNvPr id="2815" name="four:temporal-output:rotated-tᵢ-cell-34:2815">
                <a:extLst>
                  <a:ext uri="{FF2B5EF4-FFF2-40B4-BE49-F238E27FC236}">
                    <ns2:creationId id="{2AAA89ED-8811-4E61-B309-BEC24B3C6CE8}"/>
                  </a:ext>
                </a:extLst>
              </p:cNvPr>
              <p:cNvSpPr>
                <a:spLocks noGrp="1"/>
              </p:cNvSpPr>
              <p:nvPr/>
            </p:nvSpPr>
            <p:spPr>
              <a:xfrm>
                <a:off x="22659975" y="6954441"/>
                <a:ext cx="709613" cy="5953"/>
              </a:xfrm>
              <a:prstGeom prst="rect">
                <a:avLst/>
              </a:prstGeom>
              <a:solidFill>
                <a:srgbClr val="DCE8ED"/>
              </a:solidFill>
              <a:ln w="0">
                <a:noFill/>
                <a:prstDash val="solid"/>
              </a:ln>
            </p:spPr>
          </p:sp>
          <p:sp>
            <p:nvSpPr>
              <p:cNvPr id="2816" name="four:temporal-output:rotated-tᵢ-cell-35:2816">
                <a:extLst>
                  <a:ext uri="{FF2B5EF4-FFF2-40B4-BE49-F238E27FC236}">
                    <ns2:creationId id="{09E814F0-9F23-4C38-B4E7-9FC409A43707}"/>
                  </a:ext>
                </a:extLst>
              </p:cNvPr>
              <p:cNvSpPr>
                <a:spLocks noGrp="1"/>
              </p:cNvSpPr>
              <p:nvPr/>
            </p:nvSpPr>
            <p:spPr>
              <a:xfrm>
                <a:off x="22659975" y="6948488"/>
                <a:ext cx="709613" cy="5953"/>
              </a:xfrm>
              <a:prstGeom prst="rect">
                <a:avLst/>
              </a:prstGeom>
              <a:solidFill>
                <a:srgbClr val="DCE8ED"/>
              </a:solidFill>
              <a:ln w="0">
                <a:noFill/>
                <a:prstDash val="solid"/>
              </a:ln>
            </p:spPr>
          </p:sp>
          <p:sp>
            <p:nvSpPr>
              <p:cNvPr id="2817" name="four:temporal-output:rotated-tᵢ-cell-36:2817">
                <a:extLst>
                  <a:ext uri="{FF2B5EF4-FFF2-40B4-BE49-F238E27FC236}">
                    <ns2:creationId id="{94C18440-E846-4A37-9ED5-C3C8AC8C70FD}"/>
                  </a:ext>
                </a:extLst>
              </p:cNvPr>
              <p:cNvSpPr>
                <a:spLocks noGrp="1"/>
              </p:cNvSpPr>
              <p:nvPr/>
            </p:nvSpPr>
            <p:spPr>
              <a:xfrm>
                <a:off x="22659975" y="6942534"/>
                <a:ext cx="709613" cy="5953"/>
              </a:xfrm>
              <a:prstGeom prst="rect">
                <a:avLst/>
              </a:prstGeom>
              <a:solidFill>
                <a:srgbClr val="DCE8ED"/>
              </a:solidFill>
              <a:ln w="0">
                <a:noFill/>
                <a:prstDash val="solid"/>
              </a:ln>
            </p:spPr>
          </p:sp>
          <p:sp>
            <p:nvSpPr>
              <p:cNvPr id="2818" name="four:temporal-output:rotated-tᵢ-cell-37:2818">
                <a:extLst>
                  <a:ext uri="{FF2B5EF4-FFF2-40B4-BE49-F238E27FC236}">
                    <ns2:creationId id="{5D0753BE-C725-4943-80E0-82466D355265}"/>
                  </a:ext>
                </a:extLst>
              </p:cNvPr>
              <p:cNvSpPr>
                <a:spLocks noGrp="1"/>
              </p:cNvSpPr>
              <p:nvPr/>
            </p:nvSpPr>
            <p:spPr>
              <a:xfrm>
                <a:off x="22659975" y="6936581"/>
                <a:ext cx="709613" cy="5953"/>
              </a:xfrm>
              <a:prstGeom prst="rect">
                <a:avLst/>
              </a:prstGeom>
              <a:solidFill>
                <a:srgbClr val="DCE8ED"/>
              </a:solidFill>
              <a:ln w="0">
                <a:noFill/>
                <a:prstDash val="solid"/>
              </a:ln>
            </p:spPr>
          </p:sp>
          <p:sp>
            <p:nvSpPr>
              <p:cNvPr id="2819" name="four:temporal-output:rotated-tᵢ-cell-38:2819">
                <a:extLst>
                  <a:ext uri="{FF2B5EF4-FFF2-40B4-BE49-F238E27FC236}">
                    <ns2:creationId id="{F8C2950D-9EBF-4B07-9758-380F5711FFE4}"/>
                  </a:ext>
                </a:extLst>
              </p:cNvPr>
              <p:cNvSpPr>
                <a:spLocks noGrp="1"/>
              </p:cNvSpPr>
              <p:nvPr/>
            </p:nvSpPr>
            <p:spPr>
              <a:xfrm>
                <a:off x="22659975" y="6930628"/>
                <a:ext cx="709613" cy="5953"/>
              </a:xfrm>
              <a:prstGeom prst="rect">
                <a:avLst/>
              </a:prstGeom>
              <a:solidFill>
                <a:srgbClr val="DCE8ED"/>
              </a:solidFill>
              <a:ln w="0">
                <a:noFill/>
                <a:prstDash val="solid"/>
              </a:ln>
            </p:spPr>
          </p:sp>
          <p:sp>
            <p:nvSpPr>
              <p:cNvPr id="2820" name="four:temporal-output:rotated-tᵢ-cell-39:2820">
                <a:extLst>
                  <a:ext uri="{FF2B5EF4-FFF2-40B4-BE49-F238E27FC236}">
                    <ns2:creationId id="{957FCA3B-2F18-4F7A-A779-CCF9650ECAF3}"/>
                  </a:ext>
                </a:extLst>
              </p:cNvPr>
              <p:cNvSpPr>
                <a:spLocks noGrp="1"/>
              </p:cNvSpPr>
              <p:nvPr/>
            </p:nvSpPr>
            <p:spPr>
              <a:xfrm>
                <a:off x="22659975" y="6924675"/>
                <a:ext cx="709613" cy="5953"/>
              </a:xfrm>
              <a:prstGeom prst="rect">
                <a:avLst/>
              </a:prstGeom>
              <a:solidFill>
                <a:srgbClr val="DCE8ED"/>
              </a:solidFill>
              <a:ln w="0">
                <a:noFill/>
                <a:prstDash val="solid"/>
              </a:ln>
            </p:spPr>
          </p:sp>
          <p:sp>
            <p:nvSpPr>
              <p:cNvPr id="2821" name="four:temporal-output:rotated-tᵢ-cell-40:2821">
                <a:extLst>
                  <a:ext uri="{FF2B5EF4-FFF2-40B4-BE49-F238E27FC236}">
                    <ns2:creationId id="{EA36AB51-71EF-4A5E-A245-7DEA3230C140}"/>
                  </a:ext>
                </a:extLst>
              </p:cNvPr>
              <p:cNvSpPr>
                <a:spLocks noGrp="1"/>
              </p:cNvSpPr>
              <p:nvPr/>
            </p:nvSpPr>
            <p:spPr>
              <a:xfrm>
                <a:off x="22659975" y="6918722"/>
                <a:ext cx="709613" cy="5953"/>
              </a:xfrm>
              <a:prstGeom prst="rect">
                <a:avLst/>
              </a:prstGeom>
              <a:solidFill>
                <a:srgbClr val="DCE8ED"/>
              </a:solidFill>
              <a:ln w="0">
                <a:noFill/>
                <a:prstDash val="solid"/>
              </a:ln>
            </p:spPr>
          </p:sp>
          <p:sp>
            <p:nvSpPr>
              <p:cNvPr id="2822" name="four:temporal-output:rotated-tᵢ-cell-41:2822">
                <a:extLst>
                  <a:ext uri="{FF2B5EF4-FFF2-40B4-BE49-F238E27FC236}">
                    <ns2:creationId id="{DE06B5D3-7EBD-49D3-8600-2898238D36C4}"/>
                  </a:ext>
                </a:extLst>
              </p:cNvPr>
              <p:cNvSpPr>
                <a:spLocks noGrp="1"/>
              </p:cNvSpPr>
              <p:nvPr/>
            </p:nvSpPr>
            <p:spPr>
              <a:xfrm>
                <a:off x="22659975" y="6912769"/>
                <a:ext cx="709613" cy="5953"/>
              </a:xfrm>
              <a:prstGeom prst="rect">
                <a:avLst/>
              </a:prstGeom>
              <a:solidFill>
                <a:srgbClr val="DCE8ED"/>
              </a:solidFill>
              <a:ln w="0">
                <a:noFill/>
                <a:prstDash val="solid"/>
              </a:ln>
            </p:spPr>
          </p:sp>
          <p:sp>
            <p:nvSpPr>
              <p:cNvPr id="2823" name="four:temporal-output:rotated-tᵢ-cell-42:2823">
                <a:extLst>
                  <a:ext uri="{FF2B5EF4-FFF2-40B4-BE49-F238E27FC236}">
                    <ns2:creationId id="{04BDC6AC-77AF-417C-B9AF-76A17F0A7024}"/>
                  </a:ext>
                </a:extLst>
              </p:cNvPr>
              <p:cNvSpPr>
                <a:spLocks noGrp="1"/>
              </p:cNvSpPr>
              <p:nvPr/>
            </p:nvSpPr>
            <p:spPr>
              <a:xfrm>
                <a:off x="22659975" y="6906816"/>
                <a:ext cx="709613" cy="5953"/>
              </a:xfrm>
              <a:prstGeom prst="rect">
                <a:avLst/>
              </a:prstGeom>
              <a:solidFill>
                <a:srgbClr val="DCE8ED"/>
              </a:solidFill>
              <a:ln w="0">
                <a:noFill/>
                <a:prstDash val="solid"/>
              </a:ln>
            </p:spPr>
          </p:sp>
          <p:sp>
            <p:nvSpPr>
              <p:cNvPr id="2824" name="four:temporal-output:rotated-tᵢ-cell-43:2824">
                <a:extLst>
                  <a:ext uri="{FF2B5EF4-FFF2-40B4-BE49-F238E27FC236}">
                    <ns2:creationId id="{41FDF149-E622-4F3E-B81B-7723E344E703}"/>
                  </a:ext>
                </a:extLst>
              </p:cNvPr>
              <p:cNvSpPr>
                <a:spLocks noGrp="1"/>
              </p:cNvSpPr>
              <p:nvPr/>
            </p:nvSpPr>
            <p:spPr>
              <a:xfrm>
                <a:off x="22659975" y="6900863"/>
                <a:ext cx="709613" cy="5953"/>
              </a:xfrm>
              <a:prstGeom prst="rect">
                <a:avLst/>
              </a:prstGeom>
              <a:solidFill>
                <a:srgbClr val="DCE8ED"/>
              </a:solidFill>
              <a:ln w="0">
                <a:noFill/>
                <a:prstDash val="solid"/>
              </a:ln>
            </p:spPr>
          </p:sp>
          <p:sp>
            <p:nvSpPr>
              <p:cNvPr id="2825" name="four:temporal-output:rotated-tᵢ-cell-44:2825">
                <a:extLst>
                  <a:ext uri="{FF2B5EF4-FFF2-40B4-BE49-F238E27FC236}">
                    <ns2:creationId id="{15BD7BA5-8FA8-4B72-B829-4DE8DFE69E94}"/>
                  </a:ext>
                </a:extLst>
              </p:cNvPr>
              <p:cNvSpPr>
                <a:spLocks noGrp="1"/>
              </p:cNvSpPr>
              <p:nvPr/>
            </p:nvSpPr>
            <p:spPr>
              <a:xfrm>
                <a:off x="22659975" y="6894909"/>
                <a:ext cx="709613" cy="5953"/>
              </a:xfrm>
              <a:prstGeom prst="rect">
                <a:avLst/>
              </a:prstGeom>
              <a:solidFill>
                <a:srgbClr val="DCE8ED"/>
              </a:solidFill>
              <a:ln w="0">
                <a:noFill/>
                <a:prstDash val="solid"/>
              </a:ln>
            </p:spPr>
          </p:sp>
          <p:sp>
            <p:nvSpPr>
              <p:cNvPr id="2826" name="four:temporal-output:rotated-tᵢ-cell-45:2826">
                <a:extLst>
                  <a:ext uri="{FF2B5EF4-FFF2-40B4-BE49-F238E27FC236}">
                    <ns2:creationId id="{65E06477-04D9-43F7-8F9E-510D7E4A4E98}"/>
                  </a:ext>
                </a:extLst>
              </p:cNvPr>
              <p:cNvSpPr>
                <a:spLocks noGrp="1"/>
              </p:cNvSpPr>
              <p:nvPr/>
            </p:nvSpPr>
            <p:spPr>
              <a:xfrm>
                <a:off x="22659975" y="6888956"/>
                <a:ext cx="709613" cy="5953"/>
              </a:xfrm>
              <a:prstGeom prst="rect">
                <a:avLst/>
              </a:prstGeom>
              <a:solidFill>
                <a:srgbClr val="DCE8ED"/>
              </a:solidFill>
              <a:ln w="0">
                <a:noFill/>
                <a:prstDash val="solid"/>
              </a:ln>
            </p:spPr>
          </p:sp>
          <p:sp>
            <p:nvSpPr>
              <p:cNvPr id="2827" name="four:temporal-output:rotated-tᵢ-cell-46:2827">
                <a:extLst>
                  <a:ext uri="{FF2B5EF4-FFF2-40B4-BE49-F238E27FC236}">
                    <ns2:creationId id="{F1CD9F41-7AE8-45F2-8B51-5A0C955ED3DC}"/>
                  </a:ext>
                </a:extLst>
              </p:cNvPr>
              <p:cNvSpPr>
                <a:spLocks noGrp="1"/>
              </p:cNvSpPr>
              <p:nvPr/>
            </p:nvSpPr>
            <p:spPr>
              <a:xfrm>
                <a:off x="22659975" y="6883003"/>
                <a:ext cx="709613" cy="5953"/>
              </a:xfrm>
              <a:prstGeom prst="rect">
                <a:avLst/>
              </a:prstGeom>
              <a:solidFill>
                <a:srgbClr val="DCE8ED"/>
              </a:solidFill>
              <a:ln w="0">
                <a:noFill/>
                <a:prstDash val="solid"/>
              </a:ln>
            </p:spPr>
          </p:sp>
          <p:sp>
            <p:nvSpPr>
              <p:cNvPr id="2828" name="four:temporal-output:rotated-tᵢ-cell-47:2828">
                <a:extLst>
                  <a:ext uri="{FF2B5EF4-FFF2-40B4-BE49-F238E27FC236}">
                    <ns2:creationId id="{6509CAC6-131B-41C2-938A-A241D74CE55F}"/>
                  </a:ext>
                </a:extLst>
              </p:cNvPr>
              <p:cNvSpPr>
                <a:spLocks noGrp="1"/>
              </p:cNvSpPr>
              <p:nvPr/>
            </p:nvSpPr>
            <p:spPr>
              <a:xfrm>
                <a:off x="22659975" y="6877050"/>
                <a:ext cx="709613" cy="5953"/>
              </a:xfrm>
              <a:prstGeom prst="rect">
                <a:avLst/>
              </a:prstGeom>
              <a:solidFill>
                <a:srgbClr val="DCE8ED"/>
              </a:solidFill>
              <a:ln w="0">
                <a:noFill/>
                <a:prstDash val="solid"/>
              </a:ln>
            </p:spPr>
          </p:sp>
          <p:sp>
            <p:nvSpPr>
              <p:cNvPr id="2829" name="four:temporal-output:rotated-tᵢ-cell-48:2829">
                <a:extLst>
                  <a:ext uri="{FF2B5EF4-FFF2-40B4-BE49-F238E27FC236}">
                    <ns2:creationId id="{B3C5701B-EE9B-4F12-A20F-1CCFA5C925E6}"/>
                  </a:ext>
                </a:extLst>
              </p:cNvPr>
              <p:cNvSpPr>
                <a:spLocks noGrp="1"/>
              </p:cNvSpPr>
              <p:nvPr/>
            </p:nvSpPr>
            <p:spPr>
              <a:xfrm>
                <a:off x="22659975" y="6871097"/>
                <a:ext cx="709613" cy="5953"/>
              </a:xfrm>
              <a:prstGeom prst="rect">
                <a:avLst/>
              </a:prstGeom>
              <a:solidFill>
                <a:srgbClr val="DCE8ED"/>
              </a:solidFill>
              <a:ln w="0">
                <a:noFill/>
                <a:prstDash val="solid"/>
              </a:ln>
            </p:spPr>
          </p:sp>
          <p:sp>
            <p:nvSpPr>
              <p:cNvPr id="2830" name="four:temporal-output:rotated-tᵢ-cell-49:2830">
                <a:extLst>
                  <a:ext uri="{FF2B5EF4-FFF2-40B4-BE49-F238E27FC236}">
                    <ns2:creationId id="{B977EBD7-9334-47B1-8DF8-1694BC67011B}"/>
                  </a:ext>
                </a:extLst>
              </p:cNvPr>
              <p:cNvSpPr>
                <a:spLocks noGrp="1"/>
              </p:cNvSpPr>
              <p:nvPr/>
            </p:nvSpPr>
            <p:spPr>
              <a:xfrm>
                <a:off x="22659975" y="6865144"/>
                <a:ext cx="709613" cy="5953"/>
              </a:xfrm>
              <a:prstGeom prst="rect">
                <a:avLst/>
              </a:prstGeom>
              <a:solidFill>
                <a:srgbClr val="DCE8ED"/>
              </a:solidFill>
              <a:ln w="0">
                <a:noFill/>
                <a:prstDash val="solid"/>
              </a:ln>
            </p:spPr>
          </p:sp>
          <p:sp>
            <p:nvSpPr>
              <p:cNvPr id="2831" name="four:temporal-output:rotated-tᵢ-cell-50:2831">
                <a:extLst>
                  <a:ext uri="{FF2B5EF4-FFF2-40B4-BE49-F238E27FC236}">
                    <ns2:creationId id="{EED370F5-B214-44E4-8CFA-66C1F7765DD6}"/>
                  </a:ext>
                </a:extLst>
              </p:cNvPr>
              <p:cNvSpPr>
                <a:spLocks noGrp="1"/>
              </p:cNvSpPr>
              <p:nvPr/>
            </p:nvSpPr>
            <p:spPr>
              <a:xfrm>
                <a:off x="22659975" y="6859191"/>
                <a:ext cx="709613" cy="5953"/>
              </a:xfrm>
              <a:prstGeom prst="rect">
                <a:avLst/>
              </a:prstGeom>
              <a:solidFill>
                <a:srgbClr val="DCE8ED"/>
              </a:solidFill>
              <a:ln w="0">
                <a:noFill/>
                <a:prstDash val="solid"/>
              </a:ln>
            </p:spPr>
          </p:sp>
          <p:sp>
            <p:nvSpPr>
              <p:cNvPr id="2832" name="four:temporal-output:rotated-tᵢ-cell-51:2832">
                <a:extLst>
                  <a:ext uri="{FF2B5EF4-FFF2-40B4-BE49-F238E27FC236}">
                    <ns2:creationId id="{B38BF7E9-8AE9-4C31-B342-E2F5792BCCB0}"/>
                  </a:ext>
                </a:extLst>
              </p:cNvPr>
              <p:cNvSpPr>
                <a:spLocks noGrp="1"/>
              </p:cNvSpPr>
              <p:nvPr/>
            </p:nvSpPr>
            <p:spPr>
              <a:xfrm>
                <a:off x="22659975" y="6853238"/>
                <a:ext cx="709613" cy="5953"/>
              </a:xfrm>
              <a:prstGeom prst="rect">
                <a:avLst/>
              </a:prstGeom>
              <a:solidFill>
                <a:srgbClr val="DCE8ED"/>
              </a:solidFill>
              <a:ln w="0">
                <a:noFill/>
                <a:prstDash val="solid"/>
              </a:ln>
            </p:spPr>
          </p:sp>
          <p:sp>
            <p:nvSpPr>
              <p:cNvPr id="2833" name="four:temporal-output:rotated-tᵢ-cell-52:2833">
                <a:extLst>
                  <a:ext uri="{FF2B5EF4-FFF2-40B4-BE49-F238E27FC236}">
                    <ns2:creationId id="{0B2FA4FB-65E6-44A6-8EF2-FF08CC38A2D6}"/>
                  </a:ext>
                </a:extLst>
              </p:cNvPr>
              <p:cNvSpPr>
                <a:spLocks noGrp="1"/>
              </p:cNvSpPr>
              <p:nvPr/>
            </p:nvSpPr>
            <p:spPr>
              <a:xfrm>
                <a:off x="22659975" y="6847284"/>
                <a:ext cx="709613" cy="5953"/>
              </a:xfrm>
              <a:prstGeom prst="rect">
                <a:avLst/>
              </a:prstGeom>
              <a:solidFill>
                <a:srgbClr val="DCE8ED"/>
              </a:solidFill>
              <a:ln w="0">
                <a:noFill/>
                <a:prstDash val="solid"/>
              </a:ln>
            </p:spPr>
          </p:sp>
          <p:sp>
            <p:nvSpPr>
              <p:cNvPr id="2834" name="four:temporal-output:rotated-tᵢ-cell-53:2834">
                <a:extLst>
                  <a:ext uri="{FF2B5EF4-FFF2-40B4-BE49-F238E27FC236}">
                    <ns2:creationId id="{966867A7-DCF9-40FF-ACD4-DCF68555C386}"/>
                  </a:ext>
                </a:extLst>
              </p:cNvPr>
              <p:cNvSpPr>
                <a:spLocks noGrp="1"/>
              </p:cNvSpPr>
              <p:nvPr/>
            </p:nvSpPr>
            <p:spPr>
              <a:xfrm>
                <a:off x="22659975" y="6841331"/>
                <a:ext cx="709613" cy="5953"/>
              </a:xfrm>
              <a:prstGeom prst="rect">
                <a:avLst/>
              </a:prstGeom>
              <a:solidFill>
                <a:srgbClr val="DCE8ED"/>
              </a:solidFill>
              <a:ln w="0">
                <a:noFill/>
                <a:prstDash val="solid"/>
              </a:ln>
            </p:spPr>
          </p:sp>
          <p:sp>
            <p:nvSpPr>
              <p:cNvPr id="2835" name="four:temporal-output:rotated-tᵢ-cell-54:2835">
                <a:extLst>
                  <a:ext uri="{FF2B5EF4-FFF2-40B4-BE49-F238E27FC236}">
                    <ns2:creationId id="{84CBA934-AD10-444E-92B6-D82A9CE1A5FF}"/>
                  </a:ext>
                </a:extLst>
              </p:cNvPr>
              <p:cNvSpPr>
                <a:spLocks noGrp="1"/>
              </p:cNvSpPr>
              <p:nvPr/>
            </p:nvSpPr>
            <p:spPr>
              <a:xfrm>
                <a:off x="22659975" y="6835378"/>
                <a:ext cx="709613" cy="5953"/>
              </a:xfrm>
              <a:prstGeom prst="rect">
                <a:avLst/>
              </a:prstGeom>
              <a:solidFill>
                <a:srgbClr val="DCE8ED"/>
              </a:solidFill>
              <a:ln w="0">
                <a:noFill/>
                <a:prstDash val="solid"/>
              </a:ln>
            </p:spPr>
          </p:sp>
          <p:sp>
            <p:nvSpPr>
              <p:cNvPr id="2836" name="four:temporal-output:rotated-tᵢ-cell-55:2836">
                <a:extLst>
                  <a:ext uri="{FF2B5EF4-FFF2-40B4-BE49-F238E27FC236}">
                    <ns2:creationId id="{4403AC5E-8FA0-427E-8A84-C265F0F06DC8}"/>
                  </a:ext>
                </a:extLst>
              </p:cNvPr>
              <p:cNvSpPr>
                <a:spLocks noGrp="1"/>
              </p:cNvSpPr>
              <p:nvPr/>
            </p:nvSpPr>
            <p:spPr>
              <a:xfrm>
                <a:off x="22659975" y="6829425"/>
                <a:ext cx="709613" cy="5953"/>
              </a:xfrm>
              <a:prstGeom prst="rect">
                <a:avLst/>
              </a:prstGeom>
              <a:solidFill>
                <a:srgbClr val="DBE7EC"/>
              </a:solidFill>
              <a:ln w="0">
                <a:noFill/>
                <a:prstDash val="solid"/>
              </a:ln>
            </p:spPr>
          </p:sp>
          <p:sp>
            <p:nvSpPr>
              <p:cNvPr id="2837" name="four:temporal-output:rotated-tᵢ-cell-56:2837">
                <a:extLst>
                  <a:ext uri="{FF2B5EF4-FFF2-40B4-BE49-F238E27FC236}">
                    <ns2:creationId id="{DCD8C150-E36F-4475-884F-E2FC50F192D6}"/>
                  </a:ext>
                </a:extLst>
              </p:cNvPr>
              <p:cNvSpPr>
                <a:spLocks noGrp="1"/>
              </p:cNvSpPr>
              <p:nvPr/>
            </p:nvSpPr>
            <p:spPr>
              <a:xfrm>
                <a:off x="22659975" y="6823472"/>
                <a:ext cx="709613" cy="5953"/>
              </a:xfrm>
              <a:prstGeom prst="rect">
                <a:avLst/>
              </a:prstGeom>
              <a:solidFill>
                <a:srgbClr val="D5DDE7"/>
              </a:solidFill>
              <a:ln w="0">
                <a:noFill/>
                <a:prstDash val="solid"/>
              </a:ln>
            </p:spPr>
          </p:sp>
          <p:sp>
            <p:nvSpPr>
              <p:cNvPr id="2838" name="four:temporal-output:rotated-tᵢ-cell-57:2838">
                <a:extLst>
                  <a:ext uri="{FF2B5EF4-FFF2-40B4-BE49-F238E27FC236}">
                    <ns2:creationId id="{53D5B228-3BC8-48B9-AB35-C0161A919B9D}"/>
                  </a:ext>
                </a:extLst>
              </p:cNvPr>
              <p:cNvSpPr>
                <a:spLocks noGrp="1"/>
              </p:cNvSpPr>
              <p:nvPr/>
            </p:nvSpPr>
            <p:spPr>
              <a:xfrm>
                <a:off x="22659975" y="6817519"/>
                <a:ext cx="709613" cy="5953"/>
              </a:xfrm>
              <a:prstGeom prst="rect">
                <a:avLst/>
              </a:prstGeom>
              <a:solidFill>
                <a:srgbClr val="A3D5CD"/>
              </a:solidFill>
              <a:ln w="0">
                <a:noFill/>
                <a:prstDash val="solid"/>
              </a:ln>
            </p:spPr>
          </p:sp>
          <p:sp>
            <p:nvSpPr>
              <p:cNvPr id="2839" name="four:temporal-output:rotated-tᵢ-cell-58:2839">
                <a:extLst>
                  <a:ext uri="{FF2B5EF4-FFF2-40B4-BE49-F238E27FC236}">
                    <ns2:creationId id="{24D6B732-9AD6-4C66-A863-1C29038A3FB1}"/>
                  </a:ext>
                </a:extLst>
              </p:cNvPr>
              <p:cNvSpPr>
                <a:spLocks noGrp="1"/>
              </p:cNvSpPr>
              <p:nvPr/>
            </p:nvSpPr>
            <p:spPr>
              <a:xfrm>
                <a:off x="22659975" y="6811566"/>
                <a:ext cx="709613" cy="5953"/>
              </a:xfrm>
              <a:prstGeom prst="rect">
                <a:avLst/>
              </a:prstGeom>
              <a:solidFill>
                <a:srgbClr val="7BC7B7"/>
              </a:solidFill>
              <a:ln w="0">
                <a:noFill/>
                <a:prstDash val="solid"/>
              </a:ln>
            </p:spPr>
          </p:sp>
          <p:sp>
            <p:nvSpPr>
              <p:cNvPr id="2840" name="four:temporal-output:rotated-tᵢ-cell-59:2840">
                <a:extLst>
                  <a:ext uri="{FF2B5EF4-FFF2-40B4-BE49-F238E27FC236}">
                    <ns2:creationId id="{D6621404-A169-4525-85D5-67B809FF8F72}"/>
                  </a:ext>
                </a:extLst>
              </p:cNvPr>
              <p:cNvSpPr>
                <a:spLocks noGrp="1"/>
              </p:cNvSpPr>
              <p:nvPr/>
            </p:nvSpPr>
            <p:spPr>
              <a:xfrm>
                <a:off x="22659975" y="6805613"/>
                <a:ext cx="709613" cy="5953"/>
              </a:xfrm>
              <a:prstGeom prst="rect">
                <a:avLst/>
              </a:prstGeom>
              <a:solidFill>
                <a:srgbClr val="50B9A0"/>
              </a:solidFill>
              <a:ln w="0">
                <a:noFill/>
                <a:prstDash val="solid"/>
              </a:ln>
            </p:spPr>
          </p:sp>
          <p:sp>
            <p:nvSpPr>
              <p:cNvPr id="2841" name="four:temporal-output:rotated-tᵢ-cell-60:2841">
                <a:extLst>
                  <a:ext uri="{FF2B5EF4-FFF2-40B4-BE49-F238E27FC236}">
                    <ns2:creationId id="{5E36742C-378F-47BC-9E5B-56D7B96A4448}"/>
                  </a:ext>
                </a:extLst>
              </p:cNvPr>
              <p:cNvSpPr>
                <a:spLocks noGrp="1"/>
              </p:cNvSpPr>
              <p:nvPr/>
            </p:nvSpPr>
            <p:spPr>
              <a:xfrm>
                <a:off x="22659975" y="6799659"/>
                <a:ext cx="709613" cy="5953"/>
              </a:xfrm>
              <a:prstGeom prst="rect">
                <a:avLst/>
              </a:prstGeom>
              <a:solidFill>
                <a:srgbClr val="2BAC8B"/>
              </a:solidFill>
              <a:ln w="0">
                <a:noFill/>
                <a:prstDash val="solid"/>
              </a:ln>
            </p:spPr>
          </p:sp>
          <p:sp>
            <p:nvSpPr>
              <p:cNvPr id="2842" name="four:temporal-output:rotated-tᵢ-cell-61:2842">
                <a:extLst>
                  <a:ext uri="{FF2B5EF4-FFF2-40B4-BE49-F238E27FC236}">
                    <ns2:creationId id="{F7C980D3-9451-4BB0-8702-DD7400849F57}"/>
                  </a:ext>
                </a:extLst>
              </p:cNvPr>
              <p:cNvSpPr>
                <a:spLocks noGrp="1"/>
              </p:cNvSpPr>
              <p:nvPr/>
            </p:nvSpPr>
            <p:spPr>
              <a:xfrm>
                <a:off x="22659975" y="6793706"/>
                <a:ext cx="709613" cy="5953"/>
              </a:xfrm>
              <a:prstGeom prst="rect">
                <a:avLst/>
              </a:prstGeom>
              <a:solidFill>
                <a:srgbClr val="0DA27A"/>
              </a:solidFill>
              <a:ln w="0">
                <a:noFill/>
                <a:prstDash val="solid"/>
              </a:ln>
            </p:spPr>
          </p:sp>
          <p:sp>
            <p:nvSpPr>
              <p:cNvPr id="2843" name="four:temporal-output:rotated-tᵢ-cell-62:2843">
                <a:extLst>
                  <a:ext uri="{FF2B5EF4-FFF2-40B4-BE49-F238E27FC236}">
                    <ns2:creationId id="{AA84D93F-3235-44DB-9727-1BB9FB7856FE}"/>
                  </a:ext>
                </a:extLst>
              </p:cNvPr>
              <p:cNvSpPr>
                <a:spLocks noGrp="1"/>
              </p:cNvSpPr>
              <p:nvPr/>
            </p:nvSpPr>
            <p:spPr>
              <a:xfrm>
                <a:off x="22659975" y="6787753"/>
                <a:ext cx="709613" cy="5953"/>
              </a:xfrm>
              <a:prstGeom prst="rect">
                <a:avLst/>
              </a:prstGeom>
              <a:solidFill>
                <a:srgbClr val="009E73"/>
              </a:solidFill>
              <a:ln w="0">
                <a:noFill/>
                <a:prstDash val="solid"/>
              </a:ln>
            </p:spPr>
          </p:sp>
          <p:sp>
            <p:nvSpPr>
              <p:cNvPr id="2844" name="four:temporal-output:rotated-tᵢ-cell-63:2844">
                <a:extLst>
                  <a:ext uri="{FF2B5EF4-FFF2-40B4-BE49-F238E27FC236}">
                    <ns2:creationId id="{894A8145-473E-4F25-9081-B83A8BD62E43}"/>
                  </a:ext>
                </a:extLst>
              </p:cNvPr>
              <p:cNvSpPr>
                <a:spLocks noGrp="1"/>
              </p:cNvSpPr>
              <p:nvPr/>
            </p:nvSpPr>
            <p:spPr>
              <a:xfrm>
                <a:off x="22659975" y="6781800"/>
                <a:ext cx="709613" cy="5953"/>
              </a:xfrm>
              <a:prstGeom prst="rect">
                <a:avLst/>
              </a:prstGeom>
              <a:solidFill>
                <a:srgbClr val="009E73"/>
              </a:solidFill>
              <a:ln w="0">
                <a:noFill/>
                <a:prstDash val="solid"/>
              </a:ln>
            </p:spPr>
          </p:sp>
          <p:sp>
            <p:nvSpPr>
              <p:cNvPr id="2845" name="four:temporal-output:rotated-tᵢ-cell-64:2845">
                <a:extLst>
                  <a:ext uri="{FF2B5EF4-FFF2-40B4-BE49-F238E27FC236}">
                    <ns2:creationId id="{FFE01BD9-B32F-4FCD-BE40-5C8B4D7ED3C9}"/>
                  </a:ext>
                </a:extLst>
              </p:cNvPr>
              <p:cNvSpPr>
                <a:spLocks noGrp="1"/>
              </p:cNvSpPr>
              <p:nvPr/>
            </p:nvSpPr>
            <p:spPr>
              <a:xfrm>
                <a:off x="22659975" y="6775847"/>
                <a:ext cx="709613" cy="5953"/>
              </a:xfrm>
              <a:prstGeom prst="rect">
                <a:avLst/>
              </a:prstGeom>
              <a:solidFill>
                <a:srgbClr val="009E73"/>
              </a:solidFill>
              <a:ln w="0">
                <a:noFill/>
                <a:prstDash val="solid"/>
              </a:ln>
            </p:spPr>
          </p:sp>
          <p:sp>
            <p:nvSpPr>
              <p:cNvPr id="2846" name="four:temporal-output:rotated-tᵢ-cell-65:2846">
                <a:extLst>
                  <a:ext uri="{FF2B5EF4-FFF2-40B4-BE49-F238E27FC236}">
                    <ns2:creationId id="{D57D256C-B988-4103-8D9C-EC73B9789AE1}"/>
                  </a:ext>
                </a:extLst>
              </p:cNvPr>
              <p:cNvSpPr>
                <a:spLocks noGrp="1"/>
              </p:cNvSpPr>
              <p:nvPr/>
            </p:nvSpPr>
            <p:spPr>
              <a:xfrm>
                <a:off x="22659975" y="6769894"/>
                <a:ext cx="709613" cy="5953"/>
              </a:xfrm>
              <a:prstGeom prst="rect">
                <a:avLst/>
              </a:prstGeom>
              <a:solidFill>
                <a:srgbClr val="009E73"/>
              </a:solidFill>
              <a:ln w="0">
                <a:noFill/>
                <a:prstDash val="solid"/>
              </a:ln>
            </p:spPr>
          </p:sp>
          <p:sp>
            <p:nvSpPr>
              <p:cNvPr id="2847" name="four:temporal-output:rotated-tᵢ-cell-66:2847">
                <a:extLst>
                  <a:ext uri="{FF2B5EF4-FFF2-40B4-BE49-F238E27FC236}">
                    <ns2:creationId id="{B8DB6767-35D3-4C2B-97A0-E710505E54D9}"/>
                  </a:ext>
                </a:extLst>
              </p:cNvPr>
              <p:cNvSpPr>
                <a:spLocks noGrp="1"/>
              </p:cNvSpPr>
              <p:nvPr/>
            </p:nvSpPr>
            <p:spPr>
              <a:xfrm>
                <a:off x="22659975" y="6763941"/>
                <a:ext cx="709613" cy="5953"/>
              </a:xfrm>
              <a:prstGeom prst="rect">
                <a:avLst/>
              </a:prstGeom>
              <a:solidFill>
                <a:srgbClr val="009E73"/>
              </a:solidFill>
              <a:ln w="0">
                <a:noFill/>
                <a:prstDash val="solid"/>
              </a:ln>
            </p:spPr>
          </p:sp>
          <p:sp>
            <p:nvSpPr>
              <p:cNvPr id="2848" name="four:temporal-output:rotated-tᵢ-cell-67:2848">
                <a:extLst>
                  <a:ext uri="{FF2B5EF4-FFF2-40B4-BE49-F238E27FC236}">
                    <ns2:creationId id="{F01B647D-9C95-438D-BA7E-6BDDDBC5BA66}"/>
                  </a:ext>
                </a:extLst>
              </p:cNvPr>
              <p:cNvSpPr>
                <a:spLocks noGrp="1"/>
              </p:cNvSpPr>
              <p:nvPr/>
            </p:nvSpPr>
            <p:spPr>
              <a:xfrm>
                <a:off x="22659975" y="6757988"/>
                <a:ext cx="709613" cy="5953"/>
              </a:xfrm>
              <a:prstGeom prst="rect">
                <a:avLst/>
              </a:prstGeom>
              <a:solidFill>
                <a:srgbClr val="009E73"/>
              </a:solidFill>
              <a:ln w="0">
                <a:noFill/>
                <a:prstDash val="solid"/>
              </a:ln>
            </p:spPr>
          </p:sp>
          <p:sp>
            <p:nvSpPr>
              <p:cNvPr id="2849" name="four:temporal-output:rotated-tᵢ-cell-68:2849">
                <a:extLst>
                  <a:ext uri="{FF2B5EF4-FFF2-40B4-BE49-F238E27FC236}">
                    <ns2:creationId id="{1F557938-2836-4851-9841-33801B7E59FE}"/>
                  </a:ext>
                </a:extLst>
              </p:cNvPr>
              <p:cNvSpPr>
                <a:spLocks noGrp="1"/>
              </p:cNvSpPr>
              <p:nvPr/>
            </p:nvSpPr>
            <p:spPr>
              <a:xfrm>
                <a:off x="22659975" y="6752034"/>
                <a:ext cx="709613" cy="5953"/>
              </a:xfrm>
              <a:prstGeom prst="rect">
                <a:avLst/>
              </a:prstGeom>
              <a:solidFill>
                <a:srgbClr val="009E73"/>
              </a:solidFill>
              <a:ln w="0">
                <a:noFill/>
                <a:prstDash val="solid"/>
              </a:ln>
            </p:spPr>
          </p:sp>
          <p:sp>
            <p:nvSpPr>
              <p:cNvPr id="2850" name="four:temporal-output:rotated-tᵢ-cell-69:2850">
                <a:extLst>
                  <a:ext uri="{FF2B5EF4-FFF2-40B4-BE49-F238E27FC236}">
                    <ns2:creationId id="{F33C4658-8166-42D6-9873-080AE57D86BA}"/>
                  </a:ext>
                </a:extLst>
              </p:cNvPr>
              <p:cNvSpPr>
                <a:spLocks noGrp="1"/>
              </p:cNvSpPr>
              <p:nvPr/>
            </p:nvSpPr>
            <p:spPr>
              <a:xfrm>
                <a:off x="22659975" y="6746081"/>
                <a:ext cx="709613" cy="5953"/>
              </a:xfrm>
              <a:prstGeom prst="rect">
                <a:avLst/>
              </a:prstGeom>
              <a:solidFill>
                <a:srgbClr val="009E73"/>
              </a:solidFill>
              <a:ln w="0">
                <a:noFill/>
                <a:prstDash val="solid"/>
              </a:ln>
            </p:spPr>
          </p:sp>
          <p:sp>
            <p:nvSpPr>
              <p:cNvPr id="2851" name="four:temporal-output:rotated-tᵢ-cell-70:2851">
                <a:extLst>
                  <a:ext uri="{FF2B5EF4-FFF2-40B4-BE49-F238E27FC236}">
                    <ns2:creationId id="{3FAEDD3C-FABE-4B5D-A75C-1695F2577756}"/>
                  </a:ext>
                </a:extLst>
              </p:cNvPr>
              <p:cNvSpPr>
                <a:spLocks noGrp="1"/>
              </p:cNvSpPr>
              <p:nvPr/>
            </p:nvSpPr>
            <p:spPr>
              <a:xfrm>
                <a:off x="22659975" y="6740128"/>
                <a:ext cx="709613" cy="5953"/>
              </a:xfrm>
              <a:prstGeom prst="rect">
                <a:avLst/>
              </a:prstGeom>
              <a:solidFill>
                <a:srgbClr val="009E73"/>
              </a:solidFill>
              <a:ln w="0">
                <a:noFill/>
                <a:prstDash val="solid"/>
              </a:ln>
            </p:spPr>
          </p:sp>
          <p:sp>
            <p:nvSpPr>
              <p:cNvPr id="2852" name="four:temporal-output:rotated-tᵢ-cell-71:2852">
                <a:extLst>
                  <a:ext uri="{FF2B5EF4-FFF2-40B4-BE49-F238E27FC236}">
                    <ns2:creationId id="{EF80133C-D870-4568-877E-31C1FD12B4BE}"/>
                  </a:ext>
                </a:extLst>
              </p:cNvPr>
              <p:cNvSpPr>
                <a:spLocks noGrp="1"/>
              </p:cNvSpPr>
              <p:nvPr/>
            </p:nvSpPr>
            <p:spPr>
              <a:xfrm>
                <a:off x="22659975" y="6734175"/>
                <a:ext cx="709613" cy="5953"/>
              </a:xfrm>
              <a:prstGeom prst="rect">
                <a:avLst/>
              </a:prstGeom>
              <a:solidFill>
                <a:srgbClr val="009E73"/>
              </a:solidFill>
              <a:ln w="0">
                <a:noFill/>
                <a:prstDash val="solid"/>
              </a:ln>
            </p:spPr>
          </p:sp>
          <p:sp>
            <p:nvSpPr>
              <p:cNvPr id="2853" name="four:temporal-output:rotated-tᵢ-cell-72:2853">
                <a:extLst>
                  <a:ext uri="{FF2B5EF4-FFF2-40B4-BE49-F238E27FC236}">
                    <ns2:creationId id="{0DC173D8-29E0-4F01-BB1A-A2D0B1CCB313}"/>
                  </a:ext>
                </a:extLst>
              </p:cNvPr>
              <p:cNvSpPr>
                <a:spLocks noGrp="1"/>
              </p:cNvSpPr>
              <p:nvPr/>
            </p:nvSpPr>
            <p:spPr>
              <a:xfrm>
                <a:off x="22659975" y="6728222"/>
                <a:ext cx="709613" cy="5953"/>
              </a:xfrm>
              <a:prstGeom prst="rect">
                <a:avLst/>
              </a:prstGeom>
              <a:solidFill>
                <a:srgbClr val="009E73"/>
              </a:solidFill>
              <a:ln w="0">
                <a:noFill/>
                <a:prstDash val="solid"/>
              </a:ln>
            </p:spPr>
          </p:sp>
          <p:sp>
            <p:nvSpPr>
              <p:cNvPr id="2854" name="four:temporal-output:rotated-tᵢ-cell-73:2854">
                <a:extLst>
                  <a:ext uri="{FF2B5EF4-FFF2-40B4-BE49-F238E27FC236}">
                    <ns2:creationId id="{8F61D37F-B84B-4C6B-B2AC-5B8B3CBCCD3E}"/>
                  </a:ext>
                </a:extLst>
              </p:cNvPr>
              <p:cNvSpPr>
                <a:spLocks noGrp="1"/>
              </p:cNvSpPr>
              <p:nvPr/>
            </p:nvSpPr>
            <p:spPr>
              <a:xfrm>
                <a:off x="22659975" y="6722269"/>
                <a:ext cx="709613" cy="5953"/>
              </a:xfrm>
              <a:prstGeom prst="rect">
                <a:avLst/>
              </a:prstGeom>
              <a:solidFill>
                <a:srgbClr val="009E73"/>
              </a:solidFill>
              <a:ln w="0">
                <a:noFill/>
                <a:prstDash val="solid"/>
              </a:ln>
            </p:spPr>
          </p:sp>
          <p:sp>
            <p:nvSpPr>
              <p:cNvPr id="2855" name="four:temporal-output:rotated-tᵢ-cell-74:2855">
                <a:extLst>
                  <a:ext uri="{FF2B5EF4-FFF2-40B4-BE49-F238E27FC236}">
                    <ns2:creationId id="{D759F919-A29A-46E8-AC60-E5B2B2AA8CCB}"/>
                  </a:ext>
                </a:extLst>
              </p:cNvPr>
              <p:cNvSpPr>
                <a:spLocks noGrp="1"/>
              </p:cNvSpPr>
              <p:nvPr/>
            </p:nvSpPr>
            <p:spPr>
              <a:xfrm>
                <a:off x="22659975" y="6716316"/>
                <a:ext cx="709613" cy="5953"/>
              </a:xfrm>
              <a:prstGeom prst="rect">
                <a:avLst/>
              </a:prstGeom>
              <a:solidFill>
                <a:srgbClr val="009E73"/>
              </a:solidFill>
              <a:ln w="0">
                <a:noFill/>
                <a:prstDash val="solid"/>
              </a:ln>
            </p:spPr>
          </p:sp>
          <p:sp>
            <p:nvSpPr>
              <p:cNvPr id="2856" name="four:temporal-output:rotated-tᵢ-cell-75:2856">
                <a:extLst>
                  <a:ext uri="{FF2B5EF4-FFF2-40B4-BE49-F238E27FC236}">
                    <ns2:creationId id="{7AC9E7B4-DCA6-48AB-BE2F-6AEA10E5082C}"/>
                  </a:ext>
                </a:extLst>
              </p:cNvPr>
              <p:cNvSpPr>
                <a:spLocks noGrp="1"/>
              </p:cNvSpPr>
              <p:nvPr/>
            </p:nvSpPr>
            <p:spPr>
              <a:xfrm>
                <a:off x="22659975" y="6710363"/>
                <a:ext cx="709613" cy="5953"/>
              </a:xfrm>
              <a:prstGeom prst="rect">
                <a:avLst/>
              </a:prstGeom>
              <a:solidFill>
                <a:srgbClr val="009E73"/>
              </a:solidFill>
              <a:ln w="0">
                <a:noFill/>
                <a:prstDash val="solid"/>
              </a:ln>
            </p:spPr>
          </p:sp>
          <p:sp>
            <p:nvSpPr>
              <p:cNvPr id="2857" name="four:temporal-output:rotated-tᵢ-cell-76:2857">
                <a:extLst>
                  <a:ext uri="{FF2B5EF4-FFF2-40B4-BE49-F238E27FC236}">
                    <ns2:creationId id="{3B7468E8-4C61-4D8C-9F6B-7BD78D6784E8}"/>
                  </a:ext>
                </a:extLst>
              </p:cNvPr>
              <p:cNvSpPr>
                <a:spLocks noGrp="1"/>
              </p:cNvSpPr>
              <p:nvPr/>
            </p:nvSpPr>
            <p:spPr>
              <a:xfrm>
                <a:off x="22659975" y="6704409"/>
                <a:ext cx="709613" cy="5953"/>
              </a:xfrm>
              <a:prstGeom prst="rect">
                <a:avLst/>
              </a:prstGeom>
              <a:solidFill>
                <a:srgbClr val="009E73"/>
              </a:solidFill>
              <a:ln w="0">
                <a:noFill/>
                <a:prstDash val="solid"/>
              </a:ln>
            </p:spPr>
          </p:sp>
          <p:sp>
            <p:nvSpPr>
              <p:cNvPr id="2858" name="four:temporal-output:rotated-tᵢ-cell-77:2858">
                <a:extLst>
                  <a:ext uri="{FF2B5EF4-FFF2-40B4-BE49-F238E27FC236}">
                    <ns2:creationId id="{30ED2C48-8BFD-4676-ADF0-4C77CDA72163}"/>
                  </a:ext>
                </a:extLst>
              </p:cNvPr>
              <p:cNvSpPr>
                <a:spLocks noGrp="1"/>
              </p:cNvSpPr>
              <p:nvPr/>
            </p:nvSpPr>
            <p:spPr>
              <a:xfrm>
                <a:off x="22659975" y="6698456"/>
                <a:ext cx="709613" cy="5953"/>
              </a:xfrm>
              <a:prstGeom prst="rect">
                <a:avLst/>
              </a:prstGeom>
              <a:solidFill>
                <a:srgbClr val="009E73"/>
              </a:solidFill>
              <a:ln w="0">
                <a:noFill/>
                <a:prstDash val="solid"/>
              </a:ln>
            </p:spPr>
          </p:sp>
          <p:sp>
            <p:nvSpPr>
              <p:cNvPr id="2859" name="four:temporal-output:rotated-tᵢ-cell-78:2859">
                <a:extLst>
                  <a:ext uri="{FF2B5EF4-FFF2-40B4-BE49-F238E27FC236}">
                    <ns2:creationId id="{CB3414D6-0F6E-45EA-B270-82F647678B7E}"/>
                  </a:ext>
                </a:extLst>
              </p:cNvPr>
              <p:cNvSpPr>
                <a:spLocks noGrp="1"/>
              </p:cNvSpPr>
              <p:nvPr/>
            </p:nvSpPr>
            <p:spPr>
              <a:xfrm>
                <a:off x="22659975" y="6692503"/>
                <a:ext cx="709613" cy="5953"/>
              </a:xfrm>
              <a:prstGeom prst="rect">
                <a:avLst/>
              </a:prstGeom>
              <a:solidFill>
                <a:srgbClr val="009E73"/>
              </a:solidFill>
              <a:ln w="0">
                <a:noFill/>
                <a:prstDash val="solid"/>
              </a:ln>
            </p:spPr>
          </p:sp>
          <p:sp>
            <p:nvSpPr>
              <p:cNvPr id="2860" name="four:temporal-output:rotated-tᵢ-cell-79:2860">
                <a:extLst>
                  <a:ext uri="{FF2B5EF4-FFF2-40B4-BE49-F238E27FC236}">
                    <ns2:creationId id="{1FF979AD-0AFD-4D64-95E0-C00BBD5B65B1}"/>
                  </a:ext>
                </a:extLst>
              </p:cNvPr>
              <p:cNvSpPr>
                <a:spLocks noGrp="1"/>
              </p:cNvSpPr>
              <p:nvPr/>
            </p:nvSpPr>
            <p:spPr>
              <a:xfrm>
                <a:off x="22659975" y="6686550"/>
                <a:ext cx="709613" cy="5953"/>
              </a:xfrm>
              <a:prstGeom prst="rect">
                <a:avLst/>
              </a:prstGeom>
              <a:solidFill>
                <a:srgbClr val="029F74"/>
              </a:solidFill>
              <a:ln w="0">
                <a:noFill/>
                <a:prstDash val="solid"/>
              </a:ln>
            </p:spPr>
          </p:sp>
          <p:sp>
            <p:nvSpPr>
              <p:cNvPr id="2861" name="four:temporal-output:rotated-tᵢ-cell-80:2861">
                <a:extLst>
                  <a:ext uri="{FF2B5EF4-FFF2-40B4-BE49-F238E27FC236}">
                    <ns2:creationId id="{B2375F21-0F57-4E8A-AF93-C9C14E5384C5}"/>
                  </a:ext>
                </a:extLst>
              </p:cNvPr>
              <p:cNvSpPr>
                <a:spLocks noGrp="1"/>
              </p:cNvSpPr>
              <p:nvPr/>
            </p:nvSpPr>
            <p:spPr>
              <a:xfrm>
                <a:off x="22659975" y="6680597"/>
                <a:ext cx="709613" cy="5953"/>
              </a:xfrm>
              <a:prstGeom prst="rect">
                <a:avLst/>
              </a:prstGeom>
              <a:solidFill>
                <a:srgbClr val="0EA37B"/>
              </a:solidFill>
              <a:ln w="0">
                <a:noFill/>
                <a:prstDash val="solid"/>
              </a:ln>
            </p:spPr>
          </p:sp>
          <p:sp>
            <p:nvSpPr>
              <p:cNvPr id="2862" name="four:temporal-output:rotated-tᵢ-cell-81:2862">
                <a:extLst>
                  <a:ext uri="{FF2B5EF4-FFF2-40B4-BE49-F238E27FC236}">
                    <ns2:creationId id="{8149726D-9F10-47A9-A8EA-25F548391605}"/>
                  </a:ext>
                </a:extLst>
              </p:cNvPr>
              <p:cNvSpPr>
                <a:spLocks noGrp="1"/>
              </p:cNvSpPr>
              <p:nvPr/>
            </p:nvSpPr>
            <p:spPr>
              <a:xfrm>
                <a:off x="22659975" y="6674644"/>
                <a:ext cx="709613" cy="5953"/>
              </a:xfrm>
              <a:prstGeom prst="rect">
                <a:avLst/>
              </a:prstGeom>
              <a:solidFill>
                <a:srgbClr val="21A985"/>
              </a:solidFill>
              <a:ln w="0">
                <a:noFill/>
                <a:prstDash val="solid"/>
              </a:ln>
            </p:spPr>
          </p:sp>
          <p:sp>
            <p:nvSpPr>
              <p:cNvPr id="2863" name="four:temporal-output:rotated-tᵢ-cell-82:2863">
                <a:extLst>
                  <a:ext uri="{FF2B5EF4-FFF2-40B4-BE49-F238E27FC236}">
                    <ns2:creationId id="{534575C5-A402-4A71-A009-E3490B950874}"/>
                  </a:ext>
                </a:extLst>
              </p:cNvPr>
              <p:cNvSpPr>
                <a:spLocks noGrp="1"/>
              </p:cNvSpPr>
              <p:nvPr/>
            </p:nvSpPr>
            <p:spPr>
              <a:xfrm>
                <a:off x="22659975" y="6668691"/>
                <a:ext cx="709613" cy="5953"/>
              </a:xfrm>
              <a:prstGeom prst="rect">
                <a:avLst/>
              </a:prstGeom>
              <a:solidFill>
                <a:srgbClr val="39B193"/>
              </a:solidFill>
              <a:ln w="0">
                <a:noFill/>
                <a:prstDash val="solid"/>
              </a:ln>
            </p:spPr>
          </p:sp>
          <p:sp>
            <p:nvSpPr>
              <p:cNvPr id="2864" name="four:temporal-output:rotated-tᵢ-cell-83:2864">
                <a:extLst>
                  <a:ext uri="{FF2B5EF4-FFF2-40B4-BE49-F238E27FC236}">
                    <ns2:creationId id="{F08E1E59-ACB0-4F81-B688-05F734B4DCA6}"/>
                  </a:ext>
                </a:extLst>
              </p:cNvPr>
              <p:cNvSpPr>
                <a:spLocks noGrp="1"/>
              </p:cNvSpPr>
              <p:nvPr/>
            </p:nvSpPr>
            <p:spPr>
              <a:xfrm>
                <a:off x="22659975" y="6662738"/>
                <a:ext cx="709613" cy="5953"/>
              </a:xfrm>
              <a:prstGeom prst="rect">
                <a:avLst/>
              </a:prstGeom>
              <a:solidFill>
                <a:srgbClr val="53BAA1"/>
              </a:solidFill>
              <a:ln w="0">
                <a:noFill/>
                <a:prstDash val="solid"/>
              </a:ln>
            </p:spPr>
          </p:sp>
          <p:sp>
            <p:nvSpPr>
              <p:cNvPr id="2865" name="four:temporal-output:rotated-tᵢ-cell-84:2865">
                <a:extLst>
                  <a:ext uri="{FF2B5EF4-FFF2-40B4-BE49-F238E27FC236}">
                    <ns2:creationId id="{B5A8A0B3-1441-48A8-AA91-18DB7E9E114F}"/>
                  </a:ext>
                </a:extLst>
              </p:cNvPr>
              <p:cNvSpPr>
                <a:spLocks noGrp="1"/>
              </p:cNvSpPr>
              <p:nvPr/>
            </p:nvSpPr>
            <p:spPr>
              <a:xfrm>
                <a:off x="22659975" y="6656784"/>
                <a:ext cx="709613" cy="5953"/>
              </a:xfrm>
              <a:prstGeom prst="rect">
                <a:avLst/>
              </a:prstGeom>
              <a:solidFill>
                <a:srgbClr val="67C1AC"/>
              </a:solidFill>
              <a:ln w="0">
                <a:noFill/>
                <a:prstDash val="solid"/>
              </a:ln>
            </p:spPr>
          </p:sp>
          <p:sp>
            <p:nvSpPr>
              <p:cNvPr id="2866" name="four:temporal-output:rotated-tᵢ-cell-85:2866">
                <a:extLst>
                  <a:ext uri="{FF2B5EF4-FFF2-40B4-BE49-F238E27FC236}">
                    <ns2:creationId id="{7AA0551B-D2D0-4AE8-8575-D2A8F52EE47D}"/>
                  </a:ext>
                </a:extLst>
              </p:cNvPr>
              <p:cNvSpPr>
                <a:spLocks noGrp="1"/>
              </p:cNvSpPr>
              <p:nvPr/>
            </p:nvSpPr>
            <p:spPr>
              <a:xfrm>
                <a:off x="22659975" y="6650831"/>
                <a:ext cx="709613" cy="5953"/>
              </a:xfrm>
              <a:prstGeom prst="rect">
                <a:avLst/>
              </a:prstGeom>
              <a:solidFill>
                <a:srgbClr val="79C7B6"/>
              </a:solidFill>
              <a:ln w="0">
                <a:noFill/>
                <a:prstDash val="solid"/>
              </a:ln>
            </p:spPr>
          </p:sp>
          <p:sp>
            <p:nvSpPr>
              <p:cNvPr id="2867" name="four:temporal-output:rotated-tᵢ-cell-86:2867">
                <a:extLst>
                  <a:ext uri="{FF2B5EF4-FFF2-40B4-BE49-F238E27FC236}">
                    <ns2:creationId id="{16F481EE-17C6-4C45-8FDA-A748FAA6A70B}"/>
                  </a:ext>
                </a:extLst>
              </p:cNvPr>
              <p:cNvSpPr>
                <a:spLocks noGrp="1"/>
              </p:cNvSpPr>
              <p:nvPr/>
            </p:nvSpPr>
            <p:spPr>
              <a:xfrm>
                <a:off x="22659975" y="6644878"/>
                <a:ext cx="709613" cy="5953"/>
              </a:xfrm>
              <a:prstGeom prst="rect">
                <a:avLst/>
              </a:prstGeom>
              <a:solidFill>
                <a:srgbClr val="81C9BA"/>
              </a:solidFill>
              <a:ln w="0">
                <a:noFill/>
                <a:prstDash val="solid"/>
              </a:ln>
            </p:spPr>
          </p:sp>
          <p:sp>
            <p:nvSpPr>
              <p:cNvPr id="2868" name="four:temporal-output:rotated-tᵢ-cell-87:2868">
                <a:extLst>
                  <a:ext uri="{FF2B5EF4-FFF2-40B4-BE49-F238E27FC236}">
                    <ns2:creationId id="{5DDA8062-EC2C-473F-AB5F-4153D4DD9E6E}"/>
                  </a:ext>
                </a:extLst>
              </p:cNvPr>
              <p:cNvSpPr>
                <a:spLocks noGrp="1"/>
              </p:cNvSpPr>
              <p:nvPr/>
            </p:nvSpPr>
            <p:spPr>
              <a:xfrm>
                <a:off x="22659975" y="6638925"/>
                <a:ext cx="709613" cy="5953"/>
              </a:xfrm>
              <a:prstGeom prst="rect">
                <a:avLst/>
              </a:prstGeom>
              <a:solidFill>
                <a:srgbClr val="81C9BA"/>
              </a:solidFill>
              <a:ln w="0">
                <a:noFill/>
                <a:prstDash val="solid"/>
              </a:ln>
            </p:spPr>
          </p:sp>
          <p:sp>
            <p:nvSpPr>
              <p:cNvPr id="2869" name="four:temporal-output:rotated-tᵢ-cell-88:2869">
                <a:extLst>
                  <a:ext uri="{FF2B5EF4-FFF2-40B4-BE49-F238E27FC236}">
                    <ns2:creationId id="{49A7E932-83B8-466B-B3FF-CDD83AF6454B}"/>
                  </a:ext>
                </a:extLst>
              </p:cNvPr>
              <p:cNvSpPr>
                <a:spLocks noGrp="1"/>
              </p:cNvSpPr>
              <p:nvPr/>
            </p:nvSpPr>
            <p:spPr>
              <a:xfrm>
                <a:off x="22659975" y="6632972"/>
                <a:ext cx="709613" cy="5953"/>
              </a:xfrm>
              <a:prstGeom prst="rect">
                <a:avLst/>
              </a:prstGeom>
              <a:solidFill>
                <a:srgbClr val="81C9BA"/>
              </a:solidFill>
              <a:ln w="0">
                <a:noFill/>
                <a:prstDash val="solid"/>
              </a:ln>
            </p:spPr>
          </p:sp>
          <p:sp>
            <p:nvSpPr>
              <p:cNvPr id="2870" name="four:temporal-output:rotated-tᵢ-cell-89:2870">
                <a:extLst>
                  <a:ext uri="{FF2B5EF4-FFF2-40B4-BE49-F238E27FC236}">
                    <ns2:creationId id="{105DEBD7-CD1F-445F-A5F6-2EAB7F02B9F1}"/>
                  </a:ext>
                </a:extLst>
              </p:cNvPr>
              <p:cNvSpPr>
                <a:spLocks noGrp="1"/>
              </p:cNvSpPr>
              <p:nvPr/>
            </p:nvSpPr>
            <p:spPr>
              <a:xfrm>
                <a:off x="22659975" y="6627019"/>
                <a:ext cx="709613" cy="5953"/>
              </a:xfrm>
              <a:prstGeom prst="rect">
                <a:avLst/>
              </a:prstGeom>
              <a:solidFill>
                <a:srgbClr val="81C9BA"/>
              </a:solidFill>
              <a:ln w="0">
                <a:noFill/>
                <a:prstDash val="solid"/>
              </a:ln>
            </p:spPr>
          </p:sp>
          <p:sp>
            <p:nvSpPr>
              <p:cNvPr id="2871" name="four:temporal-output:rotated-tᵢ-cell-90:2871">
                <a:extLst>
                  <a:ext uri="{FF2B5EF4-FFF2-40B4-BE49-F238E27FC236}">
                    <ns2:creationId id="{3816FD44-4597-4D5A-8DD1-AA249EBF13C8}"/>
                  </a:ext>
                </a:extLst>
              </p:cNvPr>
              <p:cNvSpPr>
                <a:spLocks noGrp="1"/>
              </p:cNvSpPr>
              <p:nvPr/>
            </p:nvSpPr>
            <p:spPr>
              <a:xfrm>
                <a:off x="22659975" y="6621066"/>
                <a:ext cx="709613" cy="5953"/>
              </a:xfrm>
              <a:prstGeom prst="rect">
                <a:avLst/>
              </a:prstGeom>
              <a:solidFill>
                <a:srgbClr val="81C9BA"/>
              </a:solidFill>
              <a:ln w="0">
                <a:noFill/>
                <a:prstDash val="solid"/>
              </a:ln>
            </p:spPr>
          </p:sp>
          <p:sp>
            <p:nvSpPr>
              <p:cNvPr id="2872" name="four:temporal-output:rotated-tᵢ-cell-91:2872">
                <a:extLst>
                  <a:ext uri="{FF2B5EF4-FFF2-40B4-BE49-F238E27FC236}">
                    <ns2:creationId id="{A8377881-746A-4B0C-AB13-7FBAC01EB3C7}"/>
                  </a:ext>
                </a:extLst>
              </p:cNvPr>
              <p:cNvSpPr>
                <a:spLocks noGrp="1"/>
              </p:cNvSpPr>
              <p:nvPr/>
            </p:nvSpPr>
            <p:spPr>
              <a:xfrm>
                <a:off x="22659975" y="6615113"/>
                <a:ext cx="709613" cy="5953"/>
              </a:xfrm>
              <a:prstGeom prst="rect">
                <a:avLst/>
              </a:prstGeom>
              <a:solidFill>
                <a:srgbClr val="81C9BA"/>
              </a:solidFill>
              <a:ln w="0">
                <a:noFill/>
                <a:prstDash val="solid"/>
              </a:ln>
            </p:spPr>
          </p:sp>
          <p:sp>
            <p:nvSpPr>
              <p:cNvPr id="2873" name="four:temporal-output:rotated-tᵢ-cell-92:2873">
                <a:extLst>
                  <a:ext uri="{FF2B5EF4-FFF2-40B4-BE49-F238E27FC236}">
                    <ns2:creationId id="{DDC6FEDE-D4BC-48C8-8A4E-9C7C48F7C661}"/>
                  </a:ext>
                </a:extLst>
              </p:cNvPr>
              <p:cNvSpPr>
                <a:spLocks noGrp="1"/>
              </p:cNvSpPr>
              <p:nvPr/>
            </p:nvSpPr>
            <p:spPr>
              <a:xfrm>
                <a:off x="22659975" y="6609159"/>
                <a:ext cx="709613" cy="5953"/>
              </a:xfrm>
              <a:prstGeom prst="rect">
                <a:avLst/>
              </a:prstGeom>
              <a:solidFill>
                <a:srgbClr val="81C9BA"/>
              </a:solidFill>
              <a:ln w="0">
                <a:noFill/>
                <a:prstDash val="solid"/>
              </a:ln>
            </p:spPr>
          </p:sp>
          <p:sp>
            <p:nvSpPr>
              <p:cNvPr id="2874" name="four:temporal-output:rotated-tᵢ-cell-93:2874">
                <a:extLst>
                  <a:ext uri="{FF2B5EF4-FFF2-40B4-BE49-F238E27FC236}">
                    <ns2:creationId id="{C7869F20-4E00-431F-94FD-6F0B122B8598}"/>
                  </a:ext>
                </a:extLst>
              </p:cNvPr>
              <p:cNvSpPr>
                <a:spLocks noGrp="1"/>
              </p:cNvSpPr>
              <p:nvPr/>
            </p:nvSpPr>
            <p:spPr>
              <a:xfrm>
                <a:off x="22659975" y="6603206"/>
                <a:ext cx="709613" cy="5953"/>
              </a:xfrm>
              <a:prstGeom prst="rect">
                <a:avLst/>
              </a:prstGeom>
              <a:solidFill>
                <a:srgbClr val="81C9BA"/>
              </a:solidFill>
              <a:ln w="0">
                <a:noFill/>
                <a:prstDash val="solid"/>
              </a:ln>
            </p:spPr>
          </p:sp>
          <p:sp>
            <p:nvSpPr>
              <p:cNvPr id="2875" name="four:temporal-output:rotated-tᵢ-cell-94:2875">
                <a:extLst>
                  <a:ext uri="{FF2B5EF4-FFF2-40B4-BE49-F238E27FC236}">
                    <ns2:creationId id="{81C9095B-B905-4F10-92EF-69170B1288A6}"/>
                  </a:ext>
                </a:extLst>
              </p:cNvPr>
              <p:cNvSpPr>
                <a:spLocks noGrp="1"/>
              </p:cNvSpPr>
              <p:nvPr/>
            </p:nvSpPr>
            <p:spPr>
              <a:xfrm>
                <a:off x="22659975" y="6597253"/>
                <a:ext cx="709613" cy="5953"/>
              </a:xfrm>
              <a:prstGeom prst="rect">
                <a:avLst/>
              </a:prstGeom>
              <a:solidFill>
                <a:srgbClr val="81C9BA"/>
              </a:solidFill>
              <a:ln w="0">
                <a:noFill/>
                <a:prstDash val="solid"/>
              </a:ln>
            </p:spPr>
          </p:sp>
          <p:sp>
            <p:nvSpPr>
              <p:cNvPr id="2876" name="four:temporal-output:rotated-tᵢ-cell-95:2876">
                <a:extLst>
                  <a:ext uri="{FF2B5EF4-FFF2-40B4-BE49-F238E27FC236}">
                    <ns2:creationId id="{E720932B-B315-41C7-A1FB-90986AE893D8}"/>
                  </a:ext>
                </a:extLst>
              </p:cNvPr>
              <p:cNvSpPr>
                <a:spLocks noGrp="1"/>
              </p:cNvSpPr>
              <p:nvPr/>
            </p:nvSpPr>
            <p:spPr>
              <a:xfrm>
                <a:off x="22659975" y="6591300"/>
                <a:ext cx="709613" cy="5953"/>
              </a:xfrm>
              <a:prstGeom prst="rect">
                <a:avLst/>
              </a:prstGeom>
              <a:solidFill>
                <a:srgbClr val="81C9BA"/>
              </a:solidFill>
              <a:ln w="0">
                <a:noFill/>
                <a:prstDash val="solid"/>
              </a:ln>
            </p:spPr>
          </p:sp>
          <p:sp>
            <p:nvSpPr>
              <p:cNvPr id="2877" name="four:temporal-output:rotated-tᵢ-cell-96:2877">
                <a:extLst>
                  <a:ext uri="{FF2B5EF4-FFF2-40B4-BE49-F238E27FC236}">
                    <ns2:creationId id="{0E4FEEEE-640F-4582-8C92-B376079019B8}"/>
                  </a:ext>
                </a:extLst>
              </p:cNvPr>
              <p:cNvSpPr>
                <a:spLocks noGrp="1"/>
              </p:cNvSpPr>
              <p:nvPr/>
            </p:nvSpPr>
            <p:spPr>
              <a:xfrm>
                <a:off x="22659975" y="6585347"/>
                <a:ext cx="709613" cy="5953"/>
              </a:xfrm>
              <a:prstGeom prst="rect">
                <a:avLst/>
              </a:prstGeom>
              <a:solidFill>
                <a:srgbClr val="81C9BA"/>
              </a:solidFill>
              <a:ln w="0">
                <a:noFill/>
                <a:prstDash val="solid"/>
              </a:ln>
            </p:spPr>
          </p:sp>
          <p:sp>
            <p:nvSpPr>
              <p:cNvPr id="2878" name="four:temporal-output:rotated-tᵢ-cell-97:2878">
                <a:extLst>
                  <a:ext uri="{FF2B5EF4-FFF2-40B4-BE49-F238E27FC236}">
                    <ns2:creationId id="{F0B2DDD5-E53B-43E0-A801-F844E447F026}"/>
                  </a:ext>
                </a:extLst>
              </p:cNvPr>
              <p:cNvSpPr>
                <a:spLocks noGrp="1"/>
              </p:cNvSpPr>
              <p:nvPr/>
            </p:nvSpPr>
            <p:spPr>
              <a:xfrm>
                <a:off x="22659975" y="6579394"/>
                <a:ext cx="709613" cy="5953"/>
              </a:xfrm>
              <a:prstGeom prst="rect">
                <a:avLst/>
              </a:prstGeom>
              <a:solidFill>
                <a:srgbClr val="81C9BA"/>
              </a:solidFill>
              <a:ln w="0">
                <a:noFill/>
                <a:prstDash val="solid"/>
              </a:ln>
            </p:spPr>
          </p:sp>
          <p:sp>
            <p:nvSpPr>
              <p:cNvPr id="2879" name="four:temporal-output:rotated-tᵢ-cell-98:2879">
                <a:extLst>
                  <a:ext uri="{FF2B5EF4-FFF2-40B4-BE49-F238E27FC236}">
                    <ns2:creationId id="{BA3F42F2-203D-4D96-BF68-2F30F72CE01E}"/>
                  </a:ext>
                </a:extLst>
              </p:cNvPr>
              <p:cNvSpPr>
                <a:spLocks noGrp="1"/>
              </p:cNvSpPr>
              <p:nvPr/>
            </p:nvSpPr>
            <p:spPr>
              <a:xfrm>
                <a:off x="22659975" y="6573441"/>
                <a:ext cx="709613" cy="5953"/>
              </a:xfrm>
              <a:prstGeom prst="rect">
                <a:avLst/>
              </a:prstGeom>
              <a:solidFill>
                <a:srgbClr val="81C9BA"/>
              </a:solidFill>
              <a:ln w="0">
                <a:noFill/>
                <a:prstDash val="solid"/>
              </a:ln>
            </p:spPr>
          </p:sp>
          <p:sp>
            <p:nvSpPr>
              <p:cNvPr id="2880" name="four:temporal-output:rotated-tᵢ-cell-99:2880">
                <a:extLst>
                  <a:ext uri="{FF2B5EF4-FFF2-40B4-BE49-F238E27FC236}">
                    <ns2:creationId id="{F3513628-3FB3-4D97-A0C7-65574E6D4A5D}"/>
                  </a:ext>
                </a:extLst>
              </p:cNvPr>
              <p:cNvSpPr>
                <a:spLocks noGrp="1"/>
              </p:cNvSpPr>
              <p:nvPr/>
            </p:nvSpPr>
            <p:spPr>
              <a:xfrm>
                <a:off x="22659975" y="6567488"/>
                <a:ext cx="709613" cy="5953"/>
              </a:xfrm>
              <a:prstGeom prst="rect">
                <a:avLst/>
              </a:prstGeom>
              <a:solidFill>
                <a:srgbClr val="81C9BA"/>
              </a:solidFill>
              <a:ln w="0">
                <a:noFill/>
                <a:prstDash val="solid"/>
              </a:ln>
            </p:spPr>
          </p:sp>
          <p:sp>
            <p:nvSpPr>
              <p:cNvPr id="2881" name="four:temporal-output:rotated-tᵢ-cell-100:2881">
                <a:extLst>
                  <a:ext uri="{FF2B5EF4-FFF2-40B4-BE49-F238E27FC236}">
                    <ns2:creationId id="{FF960D5A-7357-4C69-905F-BC2A79E5BD95}"/>
                  </a:ext>
                </a:extLst>
              </p:cNvPr>
              <p:cNvSpPr>
                <a:spLocks noGrp="1"/>
              </p:cNvSpPr>
              <p:nvPr/>
            </p:nvSpPr>
            <p:spPr>
              <a:xfrm>
                <a:off x="22659975" y="6561534"/>
                <a:ext cx="709613" cy="5953"/>
              </a:xfrm>
              <a:prstGeom prst="rect">
                <a:avLst/>
              </a:prstGeom>
              <a:solidFill>
                <a:srgbClr val="81C9BA"/>
              </a:solidFill>
              <a:ln w="0">
                <a:noFill/>
                <a:prstDash val="solid"/>
              </a:ln>
            </p:spPr>
          </p:sp>
          <p:sp>
            <p:nvSpPr>
              <p:cNvPr id="2882" name="four:temporal-output:rotated-tᵢ-cell-101:2882">
                <a:extLst>
                  <a:ext uri="{FF2B5EF4-FFF2-40B4-BE49-F238E27FC236}">
                    <ns2:creationId id="{C19B4E20-2C6A-41BB-A795-6486D39F9BB8}"/>
                  </a:ext>
                </a:extLst>
              </p:cNvPr>
              <p:cNvSpPr>
                <a:spLocks noGrp="1"/>
              </p:cNvSpPr>
              <p:nvPr/>
            </p:nvSpPr>
            <p:spPr>
              <a:xfrm>
                <a:off x="22659975" y="6555581"/>
                <a:ext cx="709613" cy="5953"/>
              </a:xfrm>
              <a:prstGeom prst="rect">
                <a:avLst/>
              </a:prstGeom>
              <a:solidFill>
                <a:srgbClr val="81C9BA"/>
              </a:solidFill>
              <a:ln w="0">
                <a:noFill/>
                <a:prstDash val="solid"/>
              </a:ln>
            </p:spPr>
          </p:sp>
          <p:sp>
            <p:nvSpPr>
              <p:cNvPr id="2883" name="four:temporal-output:rotated-tᵢ-cell-102:2883">
                <a:extLst>
                  <a:ext uri="{FF2B5EF4-FFF2-40B4-BE49-F238E27FC236}">
                    <ns2:creationId id="{8A419D80-0A8D-47B1-8277-70F624040DFF}"/>
                  </a:ext>
                </a:extLst>
              </p:cNvPr>
              <p:cNvSpPr>
                <a:spLocks noGrp="1"/>
              </p:cNvSpPr>
              <p:nvPr/>
            </p:nvSpPr>
            <p:spPr>
              <a:xfrm>
                <a:off x="22659975" y="6549628"/>
                <a:ext cx="709613" cy="5953"/>
              </a:xfrm>
              <a:prstGeom prst="rect">
                <a:avLst/>
              </a:prstGeom>
              <a:solidFill>
                <a:srgbClr val="81C9BA"/>
              </a:solidFill>
              <a:ln w="0">
                <a:noFill/>
                <a:prstDash val="solid"/>
              </a:ln>
            </p:spPr>
          </p:sp>
          <p:sp>
            <p:nvSpPr>
              <p:cNvPr id="2884" name="four:temporal-output:rotated-tᵢ-cell-103:2884">
                <a:extLst>
                  <a:ext uri="{FF2B5EF4-FFF2-40B4-BE49-F238E27FC236}">
                    <ns2:creationId id="{A494E7F0-F213-417A-B6CD-11DEED427356}"/>
                  </a:ext>
                </a:extLst>
              </p:cNvPr>
              <p:cNvSpPr>
                <a:spLocks noGrp="1"/>
              </p:cNvSpPr>
              <p:nvPr/>
            </p:nvSpPr>
            <p:spPr>
              <a:xfrm>
                <a:off x="22659975" y="6543675"/>
                <a:ext cx="709613" cy="5953"/>
              </a:xfrm>
              <a:prstGeom prst="rect">
                <a:avLst/>
              </a:prstGeom>
              <a:solidFill>
                <a:srgbClr val="81C9BA"/>
              </a:solidFill>
              <a:ln w="0">
                <a:noFill/>
                <a:prstDash val="solid"/>
              </a:ln>
            </p:spPr>
          </p:sp>
          <p:sp>
            <p:nvSpPr>
              <p:cNvPr id="2885" name="four:temporal-output:rotated-tᵢ-cell-104:2885">
                <a:extLst>
                  <a:ext uri="{FF2B5EF4-FFF2-40B4-BE49-F238E27FC236}">
                    <ns2:creationId id="{E4115931-9AB6-4F39-9130-B3E12FC742BF}"/>
                  </a:ext>
                </a:extLst>
              </p:cNvPr>
              <p:cNvSpPr>
                <a:spLocks noGrp="1"/>
              </p:cNvSpPr>
              <p:nvPr/>
            </p:nvSpPr>
            <p:spPr>
              <a:xfrm>
                <a:off x="22659975" y="6537722"/>
                <a:ext cx="709613" cy="5953"/>
              </a:xfrm>
              <a:prstGeom prst="rect">
                <a:avLst/>
              </a:prstGeom>
              <a:solidFill>
                <a:srgbClr val="81C9BA"/>
              </a:solidFill>
              <a:ln w="0">
                <a:noFill/>
                <a:prstDash val="solid"/>
              </a:ln>
            </p:spPr>
          </p:sp>
          <p:sp>
            <p:nvSpPr>
              <p:cNvPr id="2886" name="four:temporal-output:rotated-tᵢ-cell-105:2886">
                <a:extLst>
                  <a:ext uri="{FF2B5EF4-FFF2-40B4-BE49-F238E27FC236}">
                    <ns2:creationId id="{0258A688-1767-40FF-9866-F39828177398}"/>
                  </a:ext>
                </a:extLst>
              </p:cNvPr>
              <p:cNvSpPr>
                <a:spLocks noGrp="1"/>
              </p:cNvSpPr>
              <p:nvPr/>
            </p:nvSpPr>
            <p:spPr>
              <a:xfrm>
                <a:off x="22659975" y="6531769"/>
                <a:ext cx="709613" cy="5953"/>
              </a:xfrm>
              <a:prstGeom prst="rect">
                <a:avLst/>
              </a:prstGeom>
              <a:solidFill>
                <a:srgbClr val="81C9BA"/>
              </a:solidFill>
              <a:ln w="0">
                <a:noFill/>
                <a:prstDash val="solid"/>
              </a:ln>
            </p:spPr>
          </p:sp>
          <p:sp>
            <p:nvSpPr>
              <p:cNvPr id="2887" name="four:temporal-output:rotated-tᵢ-cell-106:2887">
                <a:extLst>
                  <a:ext uri="{FF2B5EF4-FFF2-40B4-BE49-F238E27FC236}">
                    <ns2:creationId id="{7734AFED-53B5-4A72-937B-5352F6451ECD}"/>
                  </a:ext>
                </a:extLst>
              </p:cNvPr>
              <p:cNvSpPr>
                <a:spLocks noGrp="1"/>
              </p:cNvSpPr>
              <p:nvPr/>
            </p:nvSpPr>
            <p:spPr>
              <a:xfrm>
                <a:off x="22659975" y="6525816"/>
                <a:ext cx="709613" cy="5953"/>
              </a:xfrm>
              <a:prstGeom prst="rect">
                <a:avLst/>
              </a:prstGeom>
              <a:solidFill>
                <a:srgbClr val="81C9BA"/>
              </a:solidFill>
              <a:ln w="0">
                <a:noFill/>
                <a:prstDash val="solid"/>
              </a:ln>
            </p:spPr>
          </p:sp>
          <p:sp>
            <p:nvSpPr>
              <p:cNvPr id="2888" name="four:temporal-output:rotated-tᵢ-cell-107:2888">
                <a:extLst>
                  <a:ext uri="{FF2B5EF4-FFF2-40B4-BE49-F238E27FC236}">
                    <ns2:creationId id="{43C538C1-79B5-4F11-9D71-A4B49742196B}"/>
                  </a:ext>
                </a:extLst>
              </p:cNvPr>
              <p:cNvSpPr>
                <a:spLocks noGrp="1"/>
              </p:cNvSpPr>
              <p:nvPr/>
            </p:nvSpPr>
            <p:spPr>
              <a:xfrm>
                <a:off x="22659975" y="6519863"/>
                <a:ext cx="709613" cy="5953"/>
              </a:xfrm>
              <a:prstGeom prst="rect">
                <a:avLst/>
              </a:prstGeom>
              <a:solidFill>
                <a:srgbClr val="81C9BA"/>
              </a:solidFill>
              <a:ln w="0">
                <a:noFill/>
                <a:prstDash val="solid"/>
              </a:ln>
            </p:spPr>
          </p:sp>
          <p:sp>
            <p:nvSpPr>
              <p:cNvPr id="2889" name="four:temporal-output:rotated-tᵢ-cell-108:2889">
                <a:extLst>
                  <a:ext uri="{FF2B5EF4-FFF2-40B4-BE49-F238E27FC236}">
                    <ns2:creationId id="{E16561D9-A2DE-4A73-8A26-5173569CFBAF}"/>
                  </a:ext>
                </a:extLst>
              </p:cNvPr>
              <p:cNvSpPr>
                <a:spLocks noGrp="1"/>
              </p:cNvSpPr>
              <p:nvPr/>
            </p:nvSpPr>
            <p:spPr>
              <a:xfrm>
                <a:off x="22659975" y="6513909"/>
                <a:ext cx="709613" cy="5953"/>
              </a:xfrm>
              <a:prstGeom prst="rect">
                <a:avLst/>
              </a:prstGeom>
              <a:solidFill>
                <a:srgbClr val="81C9BA"/>
              </a:solidFill>
              <a:ln w="0">
                <a:noFill/>
                <a:prstDash val="solid"/>
              </a:ln>
            </p:spPr>
          </p:sp>
          <p:sp>
            <p:nvSpPr>
              <p:cNvPr id="2890" name="four:temporal-output:rotated-tᵢ-cell-109:2890">
                <a:extLst>
                  <a:ext uri="{FF2B5EF4-FFF2-40B4-BE49-F238E27FC236}">
                    <ns2:creationId id="{BD3523D8-DC93-4FAF-83A7-A3155D1D0A11}"/>
                  </a:ext>
                </a:extLst>
              </p:cNvPr>
              <p:cNvSpPr>
                <a:spLocks noGrp="1"/>
              </p:cNvSpPr>
              <p:nvPr/>
            </p:nvSpPr>
            <p:spPr>
              <a:xfrm>
                <a:off x="22659975" y="6507956"/>
                <a:ext cx="709613" cy="5953"/>
              </a:xfrm>
              <a:prstGeom prst="rect">
                <a:avLst/>
              </a:prstGeom>
              <a:solidFill>
                <a:srgbClr val="81C9BA"/>
              </a:solidFill>
              <a:ln w="0">
                <a:noFill/>
                <a:prstDash val="solid"/>
              </a:ln>
            </p:spPr>
          </p:sp>
          <p:sp>
            <p:nvSpPr>
              <p:cNvPr id="2891" name="four:temporal-output:rotated-tᵢ-cell-110:2891">
                <a:extLst>
                  <a:ext uri="{FF2B5EF4-FFF2-40B4-BE49-F238E27FC236}">
                    <ns2:creationId id="{237E62E2-38AA-4AFB-A3F3-5B23CECB07F3}"/>
                  </a:ext>
                </a:extLst>
              </p:cNvPr>
              <p:cNvSpPr>
                <a:spLocks noGrp="1"/>
              </p:cNvSpPr>
              <p:nvPr/>
            </p:nvSpPr>
            <p:spPr>
              <a:xfrm>
                <a:off x="22659975" y="6502003"/>
                <a:ext cx="709613" cy="5953"/>
              </a:xfrm>
              <a:prstGeom prst="rect">
                <a:avLst/>
              </a:prstGeom>
              <a:solidFill>
                <a:srgbClr val="81C9BA"/>
              </a:solidFill>
              <a:ln w="0">
                <a:noFill/>
                <a:prstDash val="solid"/>
              </a:ln>
            </p:spPr>
          </p:sp>
          <p:sp>
            <p:nvSpPr>
              <p:cNvPr id="2892" name="four:temporal-output:rotated-tᵢ-cell-111:2892">
                <a:extLst>
                  <a:ext uri="{FF2B5EF4-FFF2-40B4-BE49-F238E27FC236}">
                    <ns2:creationId id="{817DF46D-83B0-4BA8-BA58-8FB6879799CC}"/>
                  </a:ext>
                </a:extLst>
              </p:cNvPr>
              <p:cNvSpPr>
                <a:spLocks noGrp="1"/>
              </p:cNvSpPr>
              <p:nvPr/>
            </p:nvSpPr>
            <p:spPr>
              <a:xfrm>
                <a:off x="22659975" y="6496050"/>
                <a:ext cx="709613" cy="5953"/>
              </a:xfrm>
              <a:prstGeom prst="rect">
                <a:avLst/>
              </a:prstGeom>
              <a:solidFill>
                <a:srgbClr val="81C9BA"/>
              </a:solidFill>
              <a:ln w="0">
                <a:noFill/>
                <a:prstDash val="solid"/>
              </a:ln>
            </p:spPr>
          </p:sp>
          <p:sp>
            <p:nvSpPr>
              <p:cNvPr id="2893" name="four:temporal-output:rotated-tᵢ-cell-112:2893">
                <a:extLst>
                  <a:ext uri="{FF2B5EF4-FFF2-40B4-BE49-F238E27FC236}">
                    <ns2:creationId id="{2B04BB0D-FDD5-4BCF-A31C-940BF2208C4A}"/>
                  </a:ext>
                </a:extLst>
              </p:cNvPr>
              <p:cNvSpPr>
                <a:spLocks noGrp="1"/>
              </p:cNvSpPr>
              <p:nvPr/>
            </p:nvSpPr>
            <p:spPr>
              <a:xfrm>
                <a:off x="22659975" y="6490097"/>
                <a:ext cx="709613" cy="5953"/>
              </a:xfrm>
              <a:prstGeom prst="rect">
                <a:avLst/>
              </a:prstGeom>
              <a:solidFill>
                <a:srgbClr val="81C9BA"/>
              </a:solidFill>
              <a:ln w="0">
                <a:noFill/>
                <a:prstDash val="solid"/>
              </a:ln>
            </p:spPr>
          </p:sp>
          <p:sp>
            <p:nvSpPr>
              <p:cNvPr id="2894" name="four:temporal-output:rotated-tᵢ-cell-113:2894">
                <a:extLst>
                  <a:ext uri="{FF2B5EF4-FFF2-40B4-BE49-F238E27FC236}">
                    <ns2:creationId id="{2F38C558-355F-4E06-8447-003CEA4682B9}"/>
                  </a:ext>
                </a:extLst>
              </p:cNvPr>
              <p:cNvSpPr>
                <a:spLocks noGrp="1"/>
              </p:cNvSpPr>
              <p:nvPr/>
            </p:nvSpPr>
            <p:spPr>
              <a:xfrm>
                <a:off x="22659975" y="6484144"/>
                <a:ext cx="709613" cy="5953"/>
              </a:xfrm>
              <a:prstGeom prst="rect">
                <a:avLst/>
              </a:prstGeom>
              <a:solidFill>
                <a:srgbClr val="81C9BA"/>
              </a:solidFill>
              <a:ln w="0">
                <a:noFill/>
                <a:prstDash val="solid"/>
              </a:ln>
            </p:spPr>
          </p:sp>
          <p:sp>
            <p:nvSpPr>
              <p:cNvPr id="2895" name="four:temporal-output:rotated-tᵢ-cell-114:2895">
                <a:extLst>
                  <a:ext uri="{FF2B5EF4-FFF2-40B4-BE49-F238E27FC236}">
                    <ns2:creationId id="{ABDB569A-3FB1-48F1-AB9A-5FBD94BF1A7C}"/>
                  </a:ext>
                </a:extLst>
              </p:cNvPr>
              <p:cNvSpPr>
                <a:spLocks noGrp="1"/>
              </p:cNvSpPr>
              <p:nvPr/>
            </p:nvSpPr>
            <p:spPr>
              <a:xfrm>
                <a:off x="22659975" y="6478191"/>
                <a:ext cx="709613" cy="5953"/>
              </a:xfrm>
              <a:prstGeom prst="rect">
                <a:avLst/>
              </a:prstGeom>
              <a:solidFill>
                <a:srgbClr val="7EC8B9"/>
              </a:solidFill>
              <a:ln w="0">
                <a:noFill/>
                <a:prstDash val="solid"/>
              </a:ln>
            </p:spPr>
          </p:sp>
          <p:sp>
            <p:nvSpPr>
              <p:cNvPr id="2896" name="four:temporal-output:rotated-tᵢ-cell-115:2896">
                <a:extLst>
                  <a:ext uri="{FF2B5EF4-FFF2-40B4-BE49-F238E27FC236}">
                    <ns2:creationId id="{284AA3E6-621D-4855-A2FB-FD8AACD2EA8C}"/>
                  </a:ext>
                </a:extLst>
              </p:cNvPr>
              <p:cNvSpPr>
                <a:spLocks noGrp="1"/>
              </p:cNvSpPr>
              <p:nvPr/>
            </p:nvSpPr>
            <p:spPr>
              <a:xfrm>
                <a:off x="22659975" y="6472238"/>
                <a:ext cx="709613" cy="5953"/>
              </a:xfrm>
              <a:prstGeom prst="rect">
                <a:avLst/>
              </a:prstGeom>
              <a:solidFill>
                <a:srgbClr val="6FC3B0"/>
              </a:solidFill>
              <a:ln w="0">
                <a:noFill/>
                <a:prstDash val="solid"/>
              </a:ln>
            </p:spPr>
          </p:sp>
          <p:sp>
            <p:nvSpPr>
              <p:cNvPr id="2897" name="four:temporal-output:rotated-tᵢ-cell-116:2897">
                <a:extLst>
                  <a:ext uri="{FF2B5EF4-FFF2-40B4-BE49-F238E27FC236}">
                    <ns2:creationId id="{750F2EED-039F-4E34-BB56-E256C7D319AA}"/>
                  </a:ext>
                </a:extLst>
              </p:cNvPr>
              <p:cNvSpPr>
                <a:spLocks noGrp="1"/>
              </p:cNvSpPr>
              <p:nvPr/>
            </p:nvSpPr>
            <p:spPr>
              <a:xfrm>
                <a:off x="22659975" y="6466284"/>
                <a:ext cx="709613" cy="5953"/>
              </a:xfrm>
              <a:prstGeom prst="rect">
                <a:avLst/>
              </a:prstGeom>
              <a:solidFill>
                <a:srgbClr val="AEB2C1"/>
              </a:solidFill>
              <a:ln w="0">
                <a:noFill/>
                <a:prstDash val="solid"/>
              </a:ln>
            </p:spPr>
          </p:sp>
          <p:sp>
            <p:nvSpPr>
              <p:cNvPr id="2898" name="four:temporal-output:rotated-tᵢ-cell-117:2898">
                <a:extLst>
                  <a:ext uri="{FF2B5EF4-FFF2-40B4-BE49-F238E27FC236}">
                    <ns2:creationId id="{C81F7129-FA20-49F8-B008-98D00D11118E}"/>
                  </a:ext>
                </a:extLst>
              </p:cNvPr>
              <p:cNvSpPr>
                <a:spLocks noGrp="1"/>
              </p:cNvSpPr>
              <p:nvPr/>
            </p:nvSpPr>
            <p:spPr>
              <a:xfrm>
                <a:off x="22659975" y="6460331"/>
                <a:ext cx="709613" cy="5953"/>
              </a:xfrm>
              <a:prstGeom prst="rect">
                <a:avLst/>
              </a:prstGeom>
              <a:solidFill>
                <a:srgbClr val="9EAFB2"/>
              </a:solidFill>
              <a:ln w="0">
                <a:noFill/>
                <a:prstDash val="solid"/>
              </a:ln>
            </p:spPr>
          </p:sp>
          <p:sp>
            <p:nvSpPr>
              <p:cNvPr id="2899" name="four:temporal-output:rotated-tᵢ-cell-118:2899">
                <a:extLst>
                  <a:ext uri="{FF2B5EF4-FFF2-40B4-BE49-F238E27FC236}">
                    <ns2:creationId id="{62410075-A14D-4844-AEFB-E18E578098BA}"/>
                  </a:ext>
                </a:extLst>
              </p:cNvPr>
              <p:cNvSpPr>
                <a:spLocks noGrp="1"/>
              </p:cNvSpPr>
              <p:nvPr/>
            </p:nvSpPr>
            <p:spPr>
              <a:xfrm>
                <a:off x="22659975" y="6454378"/>
                <a:ext cx="709613" cy="5953"/>
              </a:xfrm>
              <a:prstGeom prst="rect">
                <a:avLst/>
              </a:prstGeom>
              <a:solidFill>
                <a:srgbClr val="D77E36"/>
              </a:solidFill>
              <a:ln w="0">
                <a:noFill/>
                <a:prstDash val="solid"/>
              </a:ln>
            </p:spPr>
          </p:sp>
          <p:sp>
            <p:nvSpPr>
              <p:cNvPr id="2900" name="four:temporal-output:rotated-tᵢ-cell-119:2900">
                <a:extLst>
                  <a:ext uri="{FF2B5EF4-FFF2-40B4-BE49-F238E27FC236}">
                    <ns2:creationId id="{9B8E3DAE-951F-4692-99D5-A398C9355816}"/>
                  </a:ext>
                </a:extLst>
              </p:cNvPr>
              <p:cNvSpPr>
                <a:spLocks noGrp="1"/>
              </p:cNvSpPr>
              <p:nvPr/>
            </p:nvSpPr>
            <p:spPr>
              <a:xfrm>
                <a:off x="22659975" y="6448425"/>
                <a:ext cx="709613" cy="5953"/>
              </a:xfrm>
              <a:prstGeom prst="rect">
                <a:avLst/>
              </a:prstGeom>
              <a:solidFill>
                <a:srgbClr val="D66E1B"/>
              </a:solidFill>
              <a:ln w="0">
                <a:noFill/>
                <a:prstDash val="solid"/>
              </a:ln>
            </p:spPr>
          </p:sp>
          <p:sp>
            <p:nvSpPr>
              <p:cNvPr id="2901" name="four:temporal-output:rotated-tᵢ-cell-120:2901">
                <a:extLst>
                  <a:ext uri="{FF2B5EF4-FFF2-40B4-BE49-F238E27FC236}">
                    <ns2:creationId id="{2D69A148-4A43-4991-8440-AABBBF295CA2}"/>
                  </a:ext>
                </a:extLst>
              </p:cNvPr>
              <p:cNvSpPr>
                <a:spLocks noGrp="1"/>
              </p:cNvSpPr>
              <p:nvPr/>
            </p:nvSpPr>
            <p:spPr>
              <a:xfrm>
                <a:off x="22659975" y="6442472"/>
                <a:ext cx="709613" cy="5953"/>
              </a:xfrm>
              <a:prstGeom prst="rect">
                <a:avLst/>
              </a:prstGeom>
              <a:solidFill>
                <a:srgbClr val="D56207"/>
              </a:solidFill>
              <a:ln w="0">
                <a:noFill/>
                <a:prstDash val="solid"/>
              </a:ln>
            </p:spPr>
          </p:sp>
          <p:sp>
            <p:nvSpPr>
              <p:cNvPr id="2902" name="four:temporal-output:rotated-tᵢ-cell-121:2902">
                <a:extLst>
                  <a:ext uri="{FF2B5EF4-FFF2-40B4-BE49-F238E27FC236}">
                    <ns2:creationId id="{6075267A-BC6E-4444-B64C-28E5A598AF37}"/>
                  </a:ext>
                </a:extLst>
              </p:cNvPr>
              <p:cNvSpPr>
                <a:spLocks noGrp="1"/>
              </p:cNvSpPr>
              <p:nvPr/>
            </p:nvSpPr>
            <p:spPr>
              <a:xfrm>
                <a:off x="22659975" y="6436519"/>
                <a:ext cx="709613" cy="5953"/>
              </a:xfrm>
              <a:prstGeom prst="rect">
                <a:avLst/>
              </a:prstGeom>
              <a:solidFill>
                <a:srgbClr val="D55E00"/>
              </a:solidFill>
              <a:ln w="0">
                <a:noFill/>
                <a:prstDash val="solid"/>
              </a:ln>
            </p:spPr>
          </p:sp>
          <p:sp>
            <p:nvSpPr>
              <p:cNvPr id="2903" name="four:temporal-output:rotated-tᵢ-cell-122:2903">
                <a:extLst>
                  <a:ext uri="{FF2B5EF4-FFF2-40B4-BE49-F238E27FC236}">
                    <ns2:creationId id="{82293105-B638-47A9-8243-F42746E00A89}"/>
                  </a:ext>
                </a:extLst>
              </p:cNvPr>
              <p:cNvSpPr>
                <a:spLocks noGrp="1"/>
              </p:cNvSpPr>
              <p:nvPr/>
            </p:nvSpPr>
            <p:spPr>
              <a:xfrm>
                <a:off x="22659975" y="6430566"/>
                <a:ext cx="709613" cy="5953"/>
              </a:xfrm>
              <a:prstGeom prst="rect">
                <a:avLst/>
              </a:prstGeom>
              <a:solidFill>
                <a:srgbClr val="D55E00"/>
              </a:solidFill>
              <a:ln w="0">
                <a:noFill/>
                <a:prstDash val="solid"/>
              </a:ln>
            </p:spPr>
          </p:sp>
          <p:sp>
            <p:nvSpPr>
              <p:cNvPr id="2904" name="four:temporal-output:rotated-tᵢ-cell-123:2904">
                <a:extLst>
                  <a:ext uri="{FF2B5EF4-FFF2-40B4-BE49-F238E27FC236}">
                    <ns2:creationId id="{76592034-74A0-4210-9215-5AED9173A531}"/>
                  </a:ext>
                </a:extLst>
              </p:cNvPr>
              <p:cNvSpPr>
                <a:spLocks noGrp="1"/>
              </p:cNvSpPr>
              <p:nvPr/>
            </p:nvSpPr>
            <p:spPr>
              <a:xfrm>
                <a:off x="22659975" y="6424613"/>
                <a:ext cx="709613" cy="5953"/>
              </a:xfrm>
              <a:prstGeom prst="rect">
                <a:avLst/>
              </a:prstGeom>
              <a:solidFill>
                <a:srgbClr val="D55E00"/>
              </a:solidFill>
              <a:ln w="0">
                <a:noFill/>
                <a:prstDash val="solid"/>
              </a:ln>
            </p:spPr>
          </p:sp>
          <p:sp>
            <p:nvSpPr>
              <p:cNvPr id="2905" name="four:temporal-output:rotated-tᵢ-cell-124:2905">
                <a:extLst>
                  <a:ext uri="{FF2B5EF4-FFF2-40B4-BE49-F238E27FC236}">
                    <ns2:creationId id="{1CF8379B-AB9E-46E6-AA5C-C597EBFE09A4}"/>
                  </a:ext>
                </a:extLst>
              </p:cNvPr>
              <p:cNvSpPr>
                <a:spLocks noGrp="1"/>
              </p:cNvSpPr>
              <p:nvPr/>
            </p:nvSpPr>
            <p:spPr>
              <a:xfrm>
                <a:off x="22659975" y="6418659"/>
                <a:ext cx="709613" cy="5953"/>
              </a:xfrm>
              <a:prstGeom prst="rect">
                <a:avLst/>
              </a:prstGeom>
              <a:solidFill>
                <a:srgbClr val="D55E00"/>
              </a:solidFill>
              <a:ln w="0">
                <a:noFill/>
                <a:prstDash val="solid"/>
              </a:ln>
            </p:spPr>
          </p:sp>
          <p:sp>
            <p:nvSpPr>
              <p:cNvPr id="2906" name="four:temporal-output:rotated-tᵢ-cell-125:2906">
                <a:extLst>
                  <a:ext uri="{FF2B5EF4-FFF2-40B4-BE49-F238E27FC236}">
                    <ns2:creationId id="{2B25B9D3-9748-4703-89BA-02B27B502F07}"/>
                  </a:ext>
                </a:extLst>
              </p:cNvPr>
              <p:cNvSpPr>
                <a:spLocks noGrp="1"/>
              </p:cNvSpPr>
              <p:nvPr/>
            </p:nvSpPr>
            <p:spPr>
              <a:xfrm>
                <a:off x="22659975" y="6412706"/>
                <a:ext cx="709613" cy="5953"/>
              </a:xfrm>
              <a:prstGeom prst="rect">
                <a:avLst/>
              </a:prstGeom>
              <a:solidFill>
                <a:srgbClr val="D55E00"/>
              </a:solidFill>
              <a:ln w="0">
                <a:noFill/>
                <a:prstDash val="solid"/>
              </a:ln>
            </p:spPr>
          </p:sp>
          <p:sp>
            <p:nvSpPr>
              <p:cNvPr id="2907" name="four:temporal-output:rotated-tᵢ-cell-126:2907">
                <a:extLst>
                  <a:ext uri="{FF2B5EF4-FFF2-40B4-BE49-F238E27FC236}">
                    <ns2:creationId id="{24D10111-51FA-4760-9B9E-2E252633C3E4}"/>
                  </a:ext>
                </a:extLst>
              </p:cNvPr>
              <p:cNvSpPr>
                <a:spLocks noGrp="1"/>
              </p:cNvSpPr>
              <p:nvPr/>
            </p:nvSpPr>
            <p:spPr>
              <a:xfrm>
                <a:off x="22659975" y="6406753"/>
                <a:ext cx="709613" cy="5953"/>
              </a:xfrm>
              <a:prstGeom prst="rect">
                <a:avLst/>
              </a:prstGeom>
              <a:solidFill>
                <a:srgbClr val="D55E00"/>
              </a:solidFill>
              <a:ln w="0">
                <a:noFill/>
                <a:prstDash val="solid"/>
              </a:ln>
            </p:spPr>
          </p:sp>
          <p:sp>
            <p:nvSpPr>
              <p:cNvPr id="2908" name="four:temporal-output:rotated-tᵢ-cell-127:2908">
                <a:extLst>
                  <a:ext uri="{FF2B5EF4-FFF2-40B4-BE49-F238E27FC236}">
                    <ns2:creationId id="{7D036380-26A0-413A-885B-EC56D73CCB9C}"/>
                  </a:ext>
                </a:extLst>
              </p:cNvPr>
              <p:cNvSpPr>
                <a:spLocks noGrp="1"/>
              </p:cNvSpPr>
              <p:nvPr/>
            </p:nvSpPr>
            <p:spPr>
              <a:xfrm>
                <a:off x="22659975" y="6400800"/>
                <a:ext cx="709613" cy="5953"/>
              </a:xfrm>
              <a:prstGeom prst="rect">
                <a:avLst/>
              </a:prstGeom>
              <a:solidFill>
                <a:srgbClr val="D55E00"/>
              </a:solidFill>
              <a:ln w="0">
                <a:noFill/>
                <a:prstDash val="solid"/>
              </a:ln>
            </p:spPr>
          </p:sp>
          <p:sp>
            <p:nvSpPr>
              <p:cNvPr id="2909" name="four:temporal-output:rotated-tᵢ-cell-128:2909">
                <a:extLst>
                  <a:ext uri="{FF2B5EF4-FFF2-40B4-BE49-F238E27FC236}">
                    <ns2:creationId id="{4E2A8329-C8AD-4D16-B4D8-8B3B9AA830A4}"/>
                  </a:ext>
                </a:extLst>
              </p:cNvPr>
              <p:cNvSpPr>
                <a:spLocks noGrp="1"/>
              </p:cNvSpPr>
              <p:nvPr/>
            </p:nvSpPr>
            <p:spPr>
              <a:xfrm>
                <a:off x="22659975" y="6394847"/>
                <a:ext cx="709613" cy="5953"/>
              </a:xfrm>
              <a:prstGeom prst="rect">
                <a:avLst/>
              </a:prstGeom>
              <a:solidFill>
                <a:srgbClr val="D55E00"/>
              </a:solidFill>
              <a:ln w="0">
                <a:noFill/>
                <a:prstDash val="solid"/>
              </a:ln>
            </p:spPr>
          </p:sp>
          <p:sp>
            <p:nvSpPr>
              <p:cNvPr id="2910" name="four:temporal-output:rotated-tᵢ-cell-129:2910">
                <a:extLst>
                  <a:ext uri="{FF2B5EF4-FFF2-40B4-BE49-F238E27FC236}">
                    <ns2:creationId id="{DC24CA7C-0359-414F-97F6-65AC9D824C6D}"/>
                  </a:ext>
                </a:extLst>
              </p:cNvPr>
              <p:cNvSpPr>
                <a:spLocks noGrp="1"/>
              </p:cNvSpPr>
              <p:nvPr/>
            </p:nvSpPr>
            <p:spPr>
              <a:xfrm>
                <a:off x="22659975" y="6388894"/>
                <a:ext cx="709613" cy="5953"/>
              </a:xfrm>
              <a:prstGeom prst="rect">
                <a:avLst/>
              </a:prstGeom>
              <a:solidFill>
                <a:srgbClr val="D55E00"/>
              </a:solidFill>
              <a:ln w="0">
                <a:noFill/>
                <a:prstDash val="solid"/>
              </a:ln>
            </p:spPr>
          </p:sp>
          <p:sp>
            <p:nvSpPr>
              <p:cNvPr id="2911" name="four:temporal-output:rotated-tᵢ-cell-130:2911">
                <a:extLst>
                  <a:ext uri="{FF2B5EF4-FFF2-40B4-BE49-F238E27FC236}">
                    <ns2:creationId id="{EA867E1C-0B13-4933-A904-115831AA9393}"/>
                  </a:ext>
                </a:extLst>
              </p:cNvPr>
              <p:cNvSpPr>
                <a:spLocks noGrp="1"/>
              </p:cNvSpPr>
              <p:nvPr/>
            </p:nvSpPr>
            <p:spPr>
              <a:xfrm>
                <a:off x="22659975" y="6382941"/>
                <a:ext cx="709613" cy="5953"/>
              </a:xfrm>
              <a:prstGeom prst="rect">
                <a:avLst/>
              </a:prstGeom>
              <a:solidFill>
                <a:srgbClr val="D55E00"/>
              </a:solidFill>
              <a:ln w="0">
                <a:noFill/>
                <a:prstDash val="solid"/>
              </a:ln>
            </p:spPr>
          </p:sp>
          <p:sp>
            <p:nvSpPr>
              <p:cNvPr id="2912" name="four:temporal-output:rotated-tᵢ-cell-131:2912">
                <a:extLst>
                  <a:ext uri="{FF2B5EF4-FFF2-40B4-BE49-F238E27FC236}">
                    <ns2:creationId id="{E569D168-2C2F-4964-8C5A-E78B734394AE}"/>
                  </a:ext>
                </a:extLst>
              </p:cNvPr>
              <p:cNvSpPr>
                <a:spLocks noGrp="1"/>
              </p:cNvSpPr>
              <p:nvPr/>
            </p:nvSpPr>
            <p:spPr>
              <a:xfrm>
                <a:off x="22659975" y="6376988"/>
                <a:ext cx="709613" cy="5953"/>
              </a:xfrm>
              <a:prstGeom prst="rect">
                <a:avLst/>
              </a:prstGeom>
              <a:solidFill>
                <a:srgbClr val="D55E00"/>
              </a:solidFill>
              <a:ln w="0">
                <a:noFill/>
                <a:prstDash val="solid"/>
              </a:ln>
            </p:spPr>
          </p:sp>
          <p:sp>
            <p:nvSpPr>
              <p:cNvPr id="2913" name="four:temporal-output:rotated-tᵢ-cell-132:2913">
                <a:extLst>
                  <a:ext uri="{FF2B5EF4-FFF2-40B4-BE49-F238E27FC236}">
                    <ns2:creationId id="{FE07CF10-DDDE-4A49-ABD3-1FA66294A3B4}"/>
                  </a:ext>
                </a:extLst>
              </p:cNvPr>
              <p:cNvSpPr>
                <a:spLocks noGrp="1"/>
              </p:cNvSpPr>
              <p:nvPr/>
            </p:nvSpPr>
            <p:spPr>
              <a:xfrm>
                <a:off x="22659975" y="6371034"/>
                <a:ext cx="709613" cy="5953"/>
              </a:xfrm>
              <a:prstGeom prst="rect">
                <a:avLst/>
              </a:prstGeom>
              <a:solidFill>
                <a:srgbClr val="D55E00"/>
              </a:solidFill>
              <a:ln w="0">
                <a:noFill/>
                <a:prstDash val="solid"/>
              </a:ln>
            </p:spPr>
          </p:sp>
          <p:sp>
            <p:nvSpPr>
              <p:cNvPr id="2914" name="four:temporal-output:rotated-tᵢ-cell-133:2914">
                <a:extLst>
                  <a:ext uri="{FF2B5EF4-FFF2-40B4-BE49-F238E27FC236}">
                    <ns2:creationId id="{240A52DD-AB2A-44EF-83FE-1D90D419ABAA}"/>
                  </a:ext>
                </a:extLst>
              </p:cNvPr>
              <p:cNvSpPr>
                <a:spLocks noGrp="1"/>
              </p:cNvSpPr>
              <p:nvPr/>
            </p:nvSpPr>
            <p:spPr>
              <a:xfrm>
                <a:off x="22659975" y="6365081"/>
                <a:ext cx="709613" cy="5953"/>
              </a:xfrm>
              <a:prstGeom prst="rect">
                <a:avLst/>
              </a:prstGeom>
              <a:solidFill>
                <a:srgbClr val="D55E00"/>
              </a:solidFill>
              <a:ln w="0">
                <a:noFill/>
                <a:prstDash val="solid"/>
              </a:ln>
            </p:spPr>
          </p:sp>
          <p:sp>
            <p:nvSpPr>
              <p:cNvPr id="2915" name="four:temporal-output:rotated-tᵢ-cell-134:2915">
                <a:extLst>
                  <a:ext uri="{FF2B5EF4-FFF2-40B4-BE49-F238E27FC236}">
                    <ns2:creationId id="{3F1E573F-ECA3-45E3-8FA2-7DFA531B6685}"/>
                  </a:ext>
                </a:extLst>
              </p:cNvPr>
              <p:cNvSpPr>
                <a:spLocks noGrp="1"/>
              </p:cNvSpPr>
              <p:nvPr/>
            </p:nvSpPr>
            <p:spPr>
              <a:xfrm>
                <a:off x="22659975" y="6359128"/>
                <a:ext cx="709613" cy="5953"/>
              </a:xfrm>
              <a:prstGeom prst="rect">
                <a:avLst/>
              </a:prstGeom>
              <a:solidFill>
                <a:srgbClr val="D55E00"/>
              </a:solidFill>
              <a:ln w="0">
                <a:noFill/>
                <a:prstDash val="solid"/>
              </a:ln>
            </p:spPr>
          </p:sp>
          <p:sp>
            <p:nvSpPr>
              <p:cNvPr id="2916" name="four:temporal-output:rotated-tᵢ-cell-135:2916">
                <a:extLst>
                  <a:ext uri="{FF2B5EF4-FFF2-40B4-BE49-F238E27FC236}">
                    <ns2:creationId id="{C848C9DD-3552-4838-8B80-112EE8CCB9AE}"/>
                  </a:ext>
                </a:extLst>
              </p:cNvPr>
              <p:cNvSpPr>
                <a:spLocks noGrp="1"/>
              </p:cNvSpPr>
              <p:nvPr/>
            </p:nvSpPr>
            <p:spPr>
              <a:xfrm>
                <a:off x="22659975" y="6353175"/>
                <a:ext cx="709613" cy="5953"/>
              </a:xfrm>
              <a:prstGeom prst="rect">
                <a:avLst/>
              </a:prstGeom>
              <a:solidFill>
                <a:srgbClr val="D55E00"/>
              </a:solidFill>
              <a:ln w="0">
                <a:noFill/>
                <a:prstDash val="solid"/>
              </a:ln>
            </p:spPr>
          </p:sp>
          <p:sp>
            <p:nvSpPr>
              <p:cNvPr id="2917" name="four:temporal-output:rotated-tᵢ-cell-136:2917">
                <a:extLst>
                  <a:ext uri="{FF2B5EF4-FFF2-40B4-BE49-F238E27FC236}">
                    <ns2:creationId id="{AEDD25D7-18E6-4329-95E1-9ED6DC46C7A5}"/>
                  </a:ext>
                </a:extLst>
              </p:cNvPr>
              <p:cNvSpPr>
                <a:spLocks noGrp="1"/>
              </p:cNvSpPr>
              <p:nvPr/>
            </p:nvSpPr>
            <p:spPr>
              <a:xfrm>
                <a:off x="22659975" y="6347222"/>
                <a:ext cx="709613" cy="5953"/>
              </a:xfrm>
              <a:prstGeom prst="rect">
                <a:avLst/>
              </a:prstGeom>
              <a:solidFill>
                <a:srgbClr val="D5660E"/>
              </a:solidFill>
              <a:ln w="0">
                <a:noFill/>
                <a:prstDash val="solid"/>
              </a:ln>
            </p:spPr>
          </p:sp>
          <p:sp>
            <p:nvSpPr>
              <p:cNvPr id="2918" name="four:temporal-output:rotated-tᵢ-cell-137:2918">
                <a:extLst>
                  <a:ext uri="{FF2B5EF4-FFF2-40B4-BE49-F238E27FC236}">
                    <ns2:creationId id="{69D16E17-9074-4968-89B1-DD1D0FD26C46}"/>
                  </a:ext>
                </a:extLst>
              </p:cNvPr>
              <p:cNvSpPr>
                <a:spLocks noGrp="1"/>
              </p:cNvSpPr>
              <p:nvPr/>
            </p:nvSpPr>
            <p:spPr>
              <a:xfrm>
                <a:off x="22659975" y="6341269"/>
                <a:ext cx="709613" cy="5953"/>
              </a:xfrm>
              <a:prstGeom prst="rect">
                <a:avLst/>
              </a:prstGeom>
              <a:solidFill>
                <a:srgbClr val="D6782D"/>
              </a:solidFill>
              <a:ln w="0">
                <a:noFill/>
                <a:prstDash val="solid"/>
              </a:ln>
            </p:spPr>
          </p:sp>
          <p:sp>
            <p:nvSpPr>
              <p:cNvPr id="2919" name="four:temporal-output:rotated-tᵢ-cell-138:2919">
                <a:extLst>
                  <a:ext uri="{FF2B5EF4-FFF2-40B4-BE49-F238E27FC236}">
                    <ns2:creationId id="{1A784510-346C-478E-9374-72AB818B3FA0}"/>
                  </a:ext>
                </a:extLst>
              </p:cNvPr>
              <p:cNvSpPr>
                <a:spLocks noGrp="1"/>
              </p:cNvSpPr>
              <p:nvPr/>
            </p:nvSpPr>
            <p:spPr>
              <a:xfrm>
                <a:off x="22659975" y="6335316"/>
                <a:ext cx="709613" cy="5953"/>
              </a:xfrm>
              <a:prstGeom prst="rect">
                <a:avLst/>
              </a:prstGeom>
              <a:solidFill>
                <a:srgbClr val="D89056"/>
              </a:solidFill>
              <a:ln w="0">
                <a:noFill/>
                <a:prstDash val="solid"/>
              </a:ln>
            </p:spPr>
          </p:sp>
          <p:sp>
            <p:nvSpPr>
              <p:cNvPr id="2920" name="four:temporal-output:rotated-tᵢ-cell-139:2920">
                <a:extLst>
                  <a:ext uri="{FF2B5EF4-FFF2-40B4-BE49-F238E27FC236}">
                    <ns2:creationId id="{618243BC-6170-4E27-A1EE-8C9A86245892}"/>
                  </a:ext>
                </a:extLst>
              </p:cNvPr>
              <p:cNvSpPr>
                <a:spLocks noGrp="1"/>
              </p:cNvSpPr>
              <p:nvPr/>
            </p:nvSpPr>
            <p:spPr>
              <a:xfrm>
                <a:off x="22659975" y="6329363"/>
                <a:ext cx="709613" cy="5953"/>
              </a:xfrm>
              <a:prstGeom prst="rect">
                <a:avLst/>
              </a:prstGeom>
              <a:solidFill>
                <a:srgbClr val="D9AB84"/>
              </a:solidFill>
              <a:ln w="0">
                <a:noFill/>
                <a:prstDash val="solid"/>
              </a:ln>
            </p:spPr>
          </p:sp>
          <p:sp>
            <p:nvSpPr>
              <p:cNvPr id="2921" name="four:temporal-output:rotated-tᵢ-cell-140:2921">
                <a:extLst>
                  <a:ext uri="{FF2B5EF4-FFF2-40B4-BE49-F238E27FC236}">
                    <ns2:creationId id="{293FAFA3-50D5-4D92-94E3-F2A29973F1DD}"/>
                  </a:ext>
                </a:extLst>
              </p:cNvPr>
              <p:cNvSpPr>
                <a:spLocks noGrp="1"/>
              </p:cNvSpPr>
              <p:nvPr/>
            </p:nvSpPr>
            <p:spPr>
              <a:xfrm>
                <a:off x="22659975" y="6323409"/>
                <a:ext cx="709613" cy="5953"/>
              </a:xfrm>
              <a:prstGeom prst="rect">
                <a:avLst/>
              </a:prstGeom>
              <a:solidFill>
                <a:srgbClr val="DAC5B1"/>
              </a:solidFill>
              <a:ln w="0">
                <a:noFill/>
                <a:prstDash val="solid"/>
              </a:ln>
            </p:spPr>
          </p:sp>
          <p:sp>
            <p:nvSpPr>
              <p:cNvPr id="2922" name="four:temporal-output:rotated-tᵢ-cell-141:2922">
                <a:extLst>
                  <a:ext uri="{FF2B5EF4-FFF2-40B4-BE49-F238E27FC236}">
                    <ns2:creationId id="{0A6FFA0E-12D1-4E82-ACE6-BF821AE0D7B5}"/>
                  </a:ext>
                </a:extLst>
              </p:cNvPr>
              <p:cNvSpPr>
                <a:spLocks noGrp="1"/>
              </p:cNvSpPr>
              <p:nvPr/>
            </p:nvSpPr>
            <p:spPr>
              <a:xfrm>
                <a:off x="22659975" y="6317456"/>
                <a:ext cx="709613" cy="5953"/>
              </a:xfrm>
              <a:prstGeom prst="rect">
                <a:avLst/>
              </a:prstGeom>
              <a:solidFill>
                <a:srgbClr val="D1E1E3"/>
              </a:solidFill>
              <a:ln w="0">
                <a:noFill/>
                <a:prstDash val="solid"/>
              </a:ln>
            </p:spPr>
          </p:sp>
          <p:sp>
            <p:nvSpPr>
              <p:cNvPr id="2923" name="four:temporal-output:rotated-tᵢ-cell-142:2923">
                <a:extLst>
                  <a:ext uri="{FF2B5EF4-FFF2-40B4-BE49-F238E27FC236}">
                    <ns2:creationId id="{24D015E8-859B-49DE-9547-F630344CEE5B}"/>
                  </a:ext>
                </a:extLst>
              </p:cNvPr>
              <p:cNvSpPr>
                <a:spLocks noGrp="1"/>
              </p:cNvSpPr>
              <p:nvPr/>
            </p:nvSpPr>
            <p:spPr>
              <a:xfrm>
                <a:off x="22659975" y="6311503"/>
                <a:ext cx="709613" cy="5953"/>
              </a:xfrm>
              <a:prstGeom prst="rect">
                <a:avLst/>
              </a:prstGeom>
              <a:solidFill>
                <a:srgbClr val="DBE7EC"/>
              </a:solidFill>
              <a:ln w="0">
                <a:noFill/>
                <a:prstDash val="solid"/>
              </a:ln>
            </p:spPr>
          </p:sp>
          <p:sp>
            <p:nvSpPr>
              <p:cNvPr id="2924" name="four:temporal-output:rotated-tᵢ-cell-143:2924">
                <a:extLst>
                  <a:ext uri="{FF2B5EF4-FFF2-40B4-BE49-F238E27FC236}">
                    <ns2:creationId id="{1CE60A67-99F3-4843-9629-1C14AB2310A0}"/>
                  </a:ext>
                </a:extLst>
              </p:cNvPr>
              <p:cNvSpPr>
                <a:spLocks noGrp="1"/>
              </p:cNvSpPr>
              <p:nvPr/>
            </p:nvSpPr>
            <p:spPr>
              <a:xfrm>
                <a:off x="22659975" y="6305550"/>
                <a:ext cx="709613" cy="5953"/>
              </a:xfrm>
              <a:prstGeom prst="rect">
                <a:avLst/>
              </a:prstGeom>
              <a:solidFill>
                <a:srgbClr val="DCE8ED"/>
              </a:solidFill>
              <a:ln w="0">
                <a:noFill/>
                <a:prstDash val="solid"/>
              </a:ln>
            </p:spPr>
          </p:sp>
          <p:sp>
            <p:nvSpPr>
              <p:cNvPr id="2925" name="four:temporal-output:rotated-tᵢ-cell-144:2925">
                <a:extLst>
                  <a:ext uri="{FF2B5EF4-FFF2-40B4-BE49-F238E27FC236}">
                    <ns2:creationId id="{70803704-7BFE-4052-972A-5325E57FCCA6}"/>
                  </a:ext>
                </a:extLst>
              </p:cNvPr>
              <p:cNvSpPr>
                <a:spLocks noGrp="1"/>
              </p:cNvSpPr>
              <p:nvPr/>
            </p:nvSpPr>
            <p:spPr>
              <a:xfrm>
                <a:off x="22659975" y="6299597"/>
                <a:ext cx="709613" cy="5953"/>
              </a:xfrm>
              <a:prstGeom prst="rect">
                <a:avLst/>
              </a:prstGeom>
              <a:solidFill>
                <a:srgbClr val="DCE8ED"/>
              </a:solidFill>
              <a:ln w="0">
                <a:noFill/>
                <a:prstDash val="solid"/>
              </a:ln>
            </p:spPr>
          </p:sp>
          <p:sp>
            <p:nvSpPr>
              <p:cNvPr id="2926" name="four:temporal-output:rotated-tᵢ-cell-145:2926">
                <a:extLst>
                  <a:ext uri="{FF2B5EF4-FFF2-40B4-BE49-F238E27FC236}">
                    <ns2:creationId id="{1FF776BC-E1A3-4980-B915-FE4DBEB2B62B}"/>
                  </a:ext>
                </a:extLst>
              </p:cNvPr>
              <p:cNvSpPr>
                <a:spLocks noGrp="1"/>
              </p:cNvSpPr>
              <p:nvPr/>
            </p:nvSpPr>
            <p:spPr>
              <a:xfrm>
                <a:off x="22659975" y="6293644"/>
                <a:ext cx="709613" cy="5953"/>
              </a:xfrm>
              <a:prstGeom prst="rect">
                <a:avLst/>
              </a:prstGeom>
              <a:solidFill>
                <a:srgbClr val="DCE8ED"/>
              </a:solidFill>
              <a:ln w="0">
                <a:noFill/>
                <a:prstDash val="solid"/>
              </a:ln>
            </p:spPr>
          </p:sp>
          <p:sp>
            <p:nvSpPr>
              <p:cNvPr id="2927" name="four:temporal-output:rotated-tᵢ-cell-146:2927">
                <a:extLst>
                  <a:ext uri="{FF2B5EF4-FFF2-40B4-BE49-F238E27FC236}">
                    <ns2:creationId id="{01799859-DE80-4EE4-8DF4-14E17F966F17}"/>
                  </a:ext>
                </a:extLst>
              </p:cNvPr>
              <p:cNvSpPr>
                <a:spLocks noGrp="1"/>
              </p:cNvSpPr>
              <p:nvPr/>
            </p:nvSpPr>
            <p:spPr>
              <a:xfrm>
                <a:off x="22659975" y="6287691"/>
                <a:ext cx="709613" cy="5953"/>
              </a:xfrm>
              <a:prstGeom prst="rect">
                <a:avLst/>
              </a:prstGeom>
              <a:solidFill>
                <a:srgbClr val="DCE8ED"/>
              </a:solidFill>
              <a:ln w="0">
                <a:noFill/>
                <a:prstDash val="solid"/>
              </a:ln>
            </p:spPr>
          </p:sp>
          <p:sp>
            <p:nvSpPr>
              <p:cNvPr id="2928" name="four:temporal-output:rotated-tᵢ-cell-147:2928">
                <a:extLst>
                  <a:ext uri="{FF2B5EF4-FFF2-40B4-BE49-F238E27FC236}">
                    <ns2:creationId id="{50A415C8-BD0A-4408-A4C7-873CEA7691B5}"/>
                  </a:ext>
                </a:extLst>
              </p:cNvPr>
              <p:cNvSpPr>
                <a:spLocks noGrp="1"/>
              </p:cNvSpPr>
              <p:nvPr/>
            </p:nvSpPr>
            <p:spPr>
              <a:xfrm>
                <a:off x="22659975" y="6281738"/>
                <a:ext cx="709613" cy="5953"/>
              </a:xfrm>
              <a:prstGeom prst="rect">
                <a:avLst/>
              </a:prstGeom>
              <a:solidFill>
                <a:srgbClr val="DCE8ED"/>
              </a:solidFill>
              <a:ln w="0">
                <a:noFill/>
                <a:prstDash val="solid"/>
              </a:ln>
            </p:spPr>
          </p:sp>
          <p:sp>
            <p:nvSpPr>
              <p:cNvPr id="2929" name="four:temporal-output:rotated-tᵢ-cell-148:2929">
                <a:extLst>
                  <a:ext uri="{FF2B5EF4-FFF2-40B4-BE49-F238E27FC236}">
                    <ns2:creationId id="{4B1159F0-2983-49EB-8741-8FE97A431F09}"/>
                  </a:ext>
                </a:extLst>
              </p:cNvPr>
              <p:cNvSpPr>
                <a:spLocks noGrp="1"/>
              </p:cNvSpPr>
              <p:nvPr/>
            </p:nvSpPr>
            <p:spPr>
              <a:xfrm>
                <a:off x="22659975" y="6275784"/>
                <a:ext cx="709613" cy="5953"/>
              </a:xfrm>
              <a:prstGeom prst="rect">
                <a:avLst/>
              </a:prstGeom>
              <a:solidFill>
                <a:srgbClr val="DCE8ED"/>
              </a:solidFill>
              <a:ln w="0">
                <a:noFill/>
                <a:prstDash val="solid"/>
              </a:ln>
            </p:spPr>
          </p:sp>
          <p:sp>
            <p:nvSpPr>
              <p:cNvPr id="2930" name="four:temporal-output:rotated-tᵢ-cell-149:2930">
                <a:extLst>
                  <a:ext uri="{FF2B5EF4-FFF2-40B4-BE49-F238E27FC236}">
                    <ns2:creationId id="{6C50D489-EA49-478F-A2C6-69CBCA48C286}"/>
                  </a:ext>
                </a:extLst>
              </p:cNvPr>
              <p:cNvSpPr>
                <a:spLocks noGrp="1"/>
              </p:cNvSpPr>
              <p:nvPr/>
            </p:nvSpPr>
            <p:spPr>
              <a:xfrm>
                <a:off x="22659975" y="6269831"/>
                <a:ext cx="709613" cy="5953"/>
              </a:xfrm>
              <a:prstGeom prst="rect">
                <a:avLst/>
              </a:prstGeom>
              <a:solidFill>
                <a:srgbClr val="DCE8ED"/>
              </a:solidFill>
              <a:ln w="0">
                <a:noFill/>
                <a:prstDash val="solid"/>
              </a:ln>
            </p:spPr>
          </p:sp>
          <p:sp>
            <p:nvSpPr>
              <p:cNvPr id="2931" name="four:temporal-output:rotated-tᵢ-cell-150:2931">
                <a:extLst>
                  <a:ext uri="{FF2B5EF4-FFF2-40B4-BE49-F238E27FC236}">
                    <ns2:creationId id="{A0B9B6AE-85FA-4316-B54C-5B34729BD7B2}"/>
                  </a:ext>
                </a:extLst>
              </p:cNvPr>
              <p:cNvSpPr>
                <a:spLocks noGrp="1"/>
              </p:cNvSpPr>
              <p:nvPr/>
            </p:nvSpPr>
            <p:spPr>
              <a:xfrm>
                <a:off x="22659975" y="6263878"/>
                <a:ext cx="709613" cy="5953"/>
              </a:xfrm>
              <a:prstGeom prst="rect">
                <a:avLst/>
              </a:prstGeom>
              <a:solidFill>
                <a:srgbClr val="DCE8ED"/>
              </a:solidFill>
              <a:ln w="0">
                <a:noFill/>
                <a:prstDash val="solid"/>
              </a:ln>
            </p:spPr>
          </p:sp>
          <p:sp>
            <p:nvSpPr>
              <p:cNvPr id="2932" name="four:temporal-output:rotated-tᵢ-cell-151:2932">
                <a:extLst>
                  <a:ext uri="{FF2B5EF4-FFF2-40B4-BE49-F238E27FC236}">
                    <ns2:creationId id="{7099B749-CA41-4913-B05D-26B9C3C09361}"/>
                  </a:ext>
                </a:extLst>
              </p:cNvPr>
              <p:cNvSpPr>
                <a:spLocks noGrp="1"/>
              </p:cNvSpPr>
              <p:nvPr/>
            </p:nvSpPr>
            <p:spPr>
              <a:xfrm>
                <a:off x="22659975" y="6257925"/>
                <a:ext cx="709613" cy="5953"/>
              </a:xfrm>
              <a:prstGeom prst="rect">
                <a:avLst/>
              </a:prstGeom>
              <a:solidFill>
                <a:srgbClr val="DCE8ED"/>
              </a:solidFill>
              <a:ln w="0">
                <a:noFill/>
                <a:prstDash val="solid"/>
              </a:ln>
            </p:spPr>
          </p:sp>
          <p:sp>
            <p:nvSpPr>
              <p:cNvPr id="2933" name="four:temporal-output:rotated-tᵢ-cell-152:2933">
                <a:extLst>
                  <a:ext uri="{FF2B5EF4-FFF2-40B4-BE49-F238E27FC236}">
                    <ns2:creationId id="{E8328673-F36F-47D4-9F03-AE0AB6E70A3E}"/>
                  </a:ext>
                </a:extLst>
              </p:cNvPr>
              <p:cNvSpPr>
                <a:spLocks noGrp="1"/>
              </p:cNvSpPr>
              <p:nvPr/>
            </p:nvSpPr>
            <p:spPr>
              <a:xfrm>
                <a:off x="22659975" y="6251972"/>
                <a:ext cx="709613" cy="5953"/>
              </a:xfrm>
              <a:prstGeom prst="rect">
                <a:avLst/>
              </a:prstGeom>
              <a:solidFill>
                <a:srgbClr val="DCE8ED"/>
              </a:solidFill>
              <a:ln w="0">
                <a:noFill/>
                <a:prstDash val="solid"/>
              </a:ln>
            </p:spPr>
          </p:sp>
          <p:sp>
            <p:nvSpPr>
              <p:cNvPr id="2934" name="four:temporal-output:rotated-tᵢ-cell-153:2934">
                <a:extLst>
                  <a:ext uri="{FF2B5EF4-FFF2-40B4-BE49-F238E27FC236}">
                    <ns2:creationId id="{421544B6-5841-4A26-BEBB-1BBBFBD72CD5}"/>
                  </a:ext>
                </a:extLst>
              </p:cNvPr>
              <p:cNvSpPr>
                <a:spLocks noGrp="1"/>
              </p:cNvSpPr>
              <p:nvPr/>
            </p:nvSpPr>
            <p:spPr>
              <a:xfrm>
                <a:off x="22659975" y="6246019"/>
                <a:ext cx="709613" cy="5953"/>
              </a:xfrm>
              <a:prstGeom prst="rect">
                <a:avLst/>
              </a:prstGeom>
              <a:solidFill>
                <a:srgbClr val="DCE8ED"/>
              </a:solidFill>
              <a:ln w="0">
                <a:noFill/>
                <a:prstDash val="solid"/>
              </a:ln>
            </p:spPr>
          </p:sp>
          <p:sp>
            <p:nvSpPr>
              <p:cNvPr id="2935" name="four:temporal-output:rotated-tᵢ-cell-154:2935">
                <a:extLst>
                  <a:ext uri="{FF2B5EF4-FFF2-40B4-BE49-F238E27FC236}">
                    <ns2:creationId id="{B91641D3-DF96-4532-AEA6-117712ABB547}"/>
                  </a:ext>
                </a:extLst>
              </p:cNvPr>
              <p:cNvSpPr>
                <a:spLocks noGrp="1"/>
              </p:cNvSpPr>
              <p:nvPr/>
            </p:nvSpPr>
            <p:spPr>
              <a:xfrm>
                <a:off x="22659975" y="6240066"/>
                <a:ext cx="709613" cy="5953"/>
              </a:xfrm>
              <a:prstGeom prst="rect">
                <a:avLst/>
              </a:prstGeom>
              <a:solidFill>
                <a:srgbClr val="DCE8ED"/>
              </a:solidFill>
              <a:ln w="0">
                <a:noFill/>
                <a:prstDash val="solid"/>
              </a:ln>
            </p:spPr>
          </p:sp>
          <p:sp>
            <p:nvSpPr>
              <p:cNvPr id="2936" name="four:temporal-output:rotated-tᵢ-cell-155:2936">
                <a:extLst>
                  <a:ext uri="{FF2B5EF4-FFF2-40B4-BE49-F238E27FC236}">
                    <ns2:creationId id="{D6815AFD-F3BC-4E5E-87BA-C6116E052CE9}"/>
                  </a:ext>
                </a:extLst>
              </p:cNvPr>
              <p:cNvSpPr>
                <a:spLocks noGrp="1"/>
              </p:cNvSpPr>
              <p:nvPr/>
            </p:nvSpPr>
            <p:spPr>
              <a:xfrm>
                <a:off x="22659975" y="6234113"/>
                <a:ext cx="709613" cy="5953"/>
              </a:xfrm>
              <a:prstGeom prst="rect">
                <a:avLst/>
              </a:prstGeom>
              <a:solidFill>
                <a:srgbClr val="DCE8ED"/>
              </a:solidFill>
              <a:ln w="0">
                <a:noFill/>
                <a:prstDash val="solid"/>
              </a:ln>
            </p:spPr>
          </p:sp>
          <p:sp>
            <p:nvSpPr>
              <p:cNvPr id="2937" name="four:temporal-output:rotated-tᵢ-cell-156:2937">
                <a:extLst>
                  <a:ext uri="{FF2B5EF4-FFF2-40B4-BE49-F238E27FC236}">
                    <ns2:creationId id="{C5287E7B-A832-4634-A758-9C6FDC41C163}"/>
                  </a:ext>
                </a:extLst>
              </p:cNvPr>
              <p:cNvSpPr>
                <a:spLocks noGrp="1"/>
              </p:cNvSpPr>
              <p:nvPr/>
            </p:nvSpPr>
            <p:spPr>
              <a:xfrm>
                <a:off x="22659975" y="6228159"/>
                <a:ext cx="709613" cy="5953"/>
              </a:xfrm>
              <a:prstGeom prst="rect">
                <a:avLst/>
              </a:prstGeom>
              <a:solidFill>
                <a:srgbClr val="DCE8ED"/>
              </a:solidFill>
              <a:ln w="0">
                <a:noFill/>
                <a:prstDash val="solid"/>
              </a:ln>
            </p:spPr>
          </p:sp>
          <p:sp>
            <p:nvSpPr>
              <p:cNvPr id="2938" name="four:temporal-output:rotated-tᵢ-cell-157:2938">
                <a:extLst>
                  <a:ext uri="{FF2B5EF4-FFF2-40B4-BE49-F238E27FC236}">
                    <ns2:creationId id="{2854BB74-B435-48BE-9092-1ED18292D3BE}"/>
                  </a:ext>
                </a:extLst>
              </p:cNvPr>
              <p:cNvSpPr>
                <a:spLocks noGrp="1"/>
              </p:cNvSpPr>
              <p:nvPr/>
            </p:nvSpPr>
            <p:spPr>
              <a:xfrm>
                <a:off x="22659975" y="6222206"/>
                <a:ext cx="709613" cy="5953"/>
              </a:xfrm>
              <a:prstGeom prst="rect">
                <a:avLst/>
              </a:prstGeom>
              <a:solidFill>
                <a:srgbClr val="DCE8ED"/>
              </a:solidFill>
              <a:ln w="0">
                <a:noFill/>
                <a:prstDash val="solid"/>
              </a:ln>
            </p:spPr>
          </p:sp>
          <p:sp>
            <p:nvSpPr>
              <p:cNvPr id="2939" name="four:temporal-output:rotated-tᵢ-cell-158:2939">
                <a:extLst>
                  <a:ext uri="{FF2B5EF4-FFF2-40B4-BE49-F238E27FC236}">
                    <ns2:creationId id="{EA2BFCC1-20B8-405D-B52F-399B1CC3476B}"/>
                  </a:ext>
                </a:extLst>
              </p:cNvPr>
              <p:cNvSpPr>
                <a:spLocks noGrp="1"/>
              </p:cNvSpPr>
              <p:nvPr/>
            </p:nvSpPr>
            <p:spPr>
              <a:xfrm>
                <a:off x="22659975" y="6216253"/>
                <a:ext cx="709613" cy="5953"/>
              </a:xfrm>
              <a:prstGeom prst="rect">
                <a:avLst/>
              </a:prstGeom>
              <a:solidFill>
                <a:srgbClr val="DCE8ED"/>
              </a:solidFill>
              <a:ln w="0">
                <a:noFill/>
                <a:prstDash val="solid"/>
              </a:ln>
            </p:spPr>
          </p:sp>
          <p:sp>
            <p:nvSpPr>
              <p:cNvPr id="2940" name="four:temporal-output:rotated-tᵢ-cell-159:2940">
                <a:extLst>
                  <a:ext uri="{FF2B5EF4-FFF2-40B4-BE49-F238E27FC236}">
                    <ns2:creationId id="{6BEB2D38-EA1B-4F08-84D7-75FB30247719}"/>
                  </a:ext>
                </a:extLst>
              </p:cNvPr>
              <p:cNvSpPr>
                <a:spLocks noGrp="1"/>
              </p:cNvSpPr>
              <p:nvPr/>
            </p:nvSpPr>
            <p:spPr>
              <a:xfrm>
                <a:off x="22659975" y="6210300"/>
                <a:ext cx="709613" cy="5953"/>
              </a:xfrm>
              <a:prstGeom prst="rect">
                <a:avLst/>
              </a:prstGeom>
              <a:solidFill>
                <a:srgbClr val="DCE8ED"/>
              </a:solidFill>
              <a:ln w="0">
                <a:noFill/>
                <a:prstDash val="solid"/>
              </a:ln>
            </p:spPr>
          </p:sp>
          <p:sp>
            <p:nvSpPr>
              <p:cNvPr id="2941" name="four:temporal-output:rotated-tᵢ-cell-160:2941">
                <a:extLst>
                  <a:ext uri="{FF2B5EF4-FFF2-40B4-BE49-F238E27FC236}">
                    <ns2:creationId id="{6E17F3FB-4749-45F4-853B-0FF5E545C1E0}"/>
                  </a:ext>
                </a:extLst>
              </p:cNvPr>
              <p:cNvSpPr>
                <a:spLocks noGrp="1"/>
              </p:cNvSpPr>
              <p:nvPr/>
            </p:nvSpPr>
            <p:spPr>
              <a:xfrm>
                <a:off x="22659975" y="6204347"/>
                <a:ext cx="709613" cy="5953"/>
              </a:xfrm>
              <a:prstGeom prst="rect">
                <a:avLst/>
              </a:prstGeom>
              <a:solidFill>
                <a:srgbClr val="DCE8ED"/>
              </a:solidFill>
              <a:ln w="0">
                <a:noFill/>
                <a:prstDash val="solid"/>
              </a:ln>
            </p:spPr>
          </p:sp>
          <p:sp>
            <p:nvSpPr>
              <p:cNvPr id="2942" name="four:temporal-output:rotated-tᵢ-cell-161:2942">
                <a:extLst>
                  <a:ext uri="{FF2B5EF4-FFF2-40B4-BE49-F238E27FC236}">
                    <ns2:creationId id="{7694E595-8DC9-41C2-BD10-965DAD0D0DA4}"/>
                  </a:ext>
                </a:extLst>
              </p:cNvPr>
              <p:cNvSpPr>
                <a:spLocks noGrp="1"/>
              </p:cNvSpPr>
              <p:nvPr/>
            </p:nvSpPr>
            <p:spPr>
              <a:xfrm>
                <a:off x="22659975" y="6198394"/>
                <a:ext cx="709613" cy="5953"/>
              </a:xfrm>
              <a:prstGeom prst="rect">
                <a:avLst/>
              </a:prstGeom>
              <a:solidFill>
                <a:srgbClr val="DCE8ED"/>
              </a:solidFill>
              <a:ln w="0">
                <a:noFill/>
                <a:prstDash val="solid"/>
              </a:ln>
            </p:spPr>
          </p:sp>
          <p:sp>
            <p:nvSpPr>
              <p:cNvPr id="2943" name="four:temporal-output:rotated-tᵢ-cell-162:2943">
                <a:extLst>
                  <a:ext uri="{FF2B5EF4-FFF2-40B4-BE49-F238E27FC236}">
                    <ns2:creationId id="{ADC9925A-3AD1-416C-853B-19306FF6C75E}"/>
                  </a:ext>
                </a:extLst>
              </p:cNvPr>
              <p:cNvSpPr>
                <a:spLocks noGrp="1"/>
              </p:cNvSpPr>
              <p:nvPr/>
            </p:nvSpPr>
            <p:spPr>
              <a:xfrm>
                <a:off x="22659975" y="6192441"/>
                <a:ext cx="709613" cy="5953"/>
              </a:xfrm>
              <a:prstGeom prst="rect">
                <a:avLst/>
              </a:prstGeom>
              <a:solidFill>
                <a:srgbClr val="DCE8ED"/>
              </a:solidFill>
              <a:ln w="0">
                <a:noFill/>
                <a:prstDash val="solid"/>
              </a:ln>
            </p:spPr>
          </p:sp>
          <p:sp>
            <p:nvSpPr>
              <p:cNvPr id="2944" name="four:temporal-output:rotated-tᵢ-cell-163:2944">
                <a:extLst>
                  <a:ext uri="{FF2B5EF4-FFF2-40B4-BE49-F238E27FC236}">
                    <ns2:creationId id="{4DF935C3-F1E4-44B5-902E-3D03CC7DA913}"/>
                  </a:ext>
                </a:extLst>
              </p:cNvPr>
              <p:cNvSpPr>
                <a:spLocks noGrp="1"/>
              </p:cNvSpPr>
              <p:nvPr/>
            </p:nvSpPr>
            <p:spPr>
              <a:xfrm>
                <a:off x="22659975" y="6186488"/>
                <a:ext cx="709613" cy="5953"/>
              </a:xfrm>
              <a:prstGeom prst="rect">
                <a:avLst/>
              </a:prstGeom>
              <a:solidFill>
                <a:srgbClr val="DCE8ED"/>
              </a:solidFill>
              <a:ln w="0">
                <a:noFill/>
                <a:prstDash val="solid"/>
              </a:ln>
            </p:spPr>
          </p:sp>
          <p:sp>
            <p:nvSpPr>
              <p:cNvPr id="2945" name="four:temporal-output:rotated-tᵢ-cell-164:2945">
                <a:extLst>
                  <a:ext uri="{FF2B5EF4-FFF2-40B4-BE49-F238E27FC236}">
                    <ns2:creationId id="{9F6C3FE5-BAFB-4ED0-9200-21BC57203C99}"/>
                  </a:ext>
                </a:extLst>
              </p:cNvPr>
              <p:cNvSpPr>
                <a:spLocks noGrp="1"/>
              </p:cNvSpPr>
              <p:nvPr/>
            </p:nvSpPr>
            <p:spPr>
              <a:xfrm>
                <a:off x="22659975" y="6180534"/>
                <a:ext cx="709613" cy="5953"/>
              </a:xfrm>
              <a:prstGeom prst="rect">
                <a:avLst/>
              </a:prstGeom>
              <a:solidFill>
                <a:srgbClr val="DCE8ED"/>
              </a:solidFill>
              <a:ln w="0">
                <a:noFill/>
                <a:prstDash val="solid"/>
              </a:ln>
            </p:spPr>
          </p:sp>
          <p:sp>
            <p:nvSpPr>
              <p:cNvPr id="2946" name="four:temporal-output:rotated-tᵢ-cell-165:2946">
                <a:extLst>
                  <a:ext uri="{FF2B5EF4-FFF2-40B4-BE49-F238E27FC236}">
                    <ns2:creationId id="{91E7583A-3B36-4141-9AB2-2D50EA4E9C55}"/>
                  </a:ext>
                </a:extLst>
              </p:cNvPr>
              <p:cNvSpPr>
                <a:spLocks noGrp="1"/>
              </p:cNvSpPr>
              <p:nvPr/>
            </p:nvSpPr>
            <p:spPr>
              <a:xfrm>
                <a:off x="22659975" y="6174581"/>
                <a:ext cx="709613" cy="5953"/>
              </a:xfrm>
              <a:prstGeom prst="rect">
                <a:avLst/>
              </a:prstGeom>
              <a:solidFill>
                <a:srgbClr val="DCE8ED"/>
              </a:solidFill>
              <a:ln w="0">
                <a:noFill/>
                <a:prstDash val="solid"/>
              </a:ln>
            </p:spPr>
          </p:sp>
          <p:sp>
            <p:nvSpPr>
              <p:cNvPr id="2947" name="four:temporal-output:rotated-tᵢ-cell-166:2947">
                <a:extLst>
                  <a:ext uri="{FF2B5EF4-FFF2-40B4-BE49-F238E27FC236}">
                    <ns2:creationId id="{52C84F70-61E4-4E5F-899E-675F3A69E9B5}"/>
                  </a:ext>
                </a:extLst>
              </p:cNvPr>
              <p:cNvSpPr>
                <a:spLocks noGrp="1"/>
              </p:cNvSpPr>
              <p:nvPr/>
            </p:nvSpPr>
            <p:spPr>
              <a:xfrm>
                <a:off x="22659975" y="6168628"/>
                <a:ext cx="709613" cy="5953"/>
              </a:xfrm>
              <a:prstGeom prst="rect">
                <a:avLst/>
              </a:prstGeom>
              <a:solidFill>
                <a:srgbClr val="DCE8ED"/>
              </a:solidFill>
              <a:ln w="0">
                <a:noFill/>
                <a:prstDash val="solid"/>
              </a:ln>
            </p:spPr>
          </p:sp>
          <p:sp>
            <p:nvSpPr>
              <p:cNvPr id="2948" name="four:temporal-output:rotated-tᵢ-cell-167:2948">
                <a:extLst>
                  <a:ext uri="{FF2B5EF4-FFF2-40B4-BE49-F238E27FC236}">
                    <ns2:creationId id="{A636D8A4-A2E8-4A8A-8189-33EA73599E9F}"/>
                  </a:ext>
                </a:extLst>
              </p:cNvPr>
              <p:cNvSpPr>
                <a:spLocks noGrp="1"/>
              </p:cNvSpPr>
              <p:nvPr/>
            </p:nvSpPr>
            <p:spPr>
              <a:xfrm>
                <a:off x="22659975" y="6162675"/>
                <a:ext cx="709613" cy="5953"/>
              </a:xfrm>
              <a:prstGeom prst="rect">
                <a:avLst/>
              </a:prstGeom>
              <a:solidFill>
                <a:srgbClr val="DCE8ED"/>
              </a:solidFill>
              <a:ln w="0">
                <a:noFill/>
                <a:prstDash val="solid"/>
              </a:ln>
            </p:spPr>
          </p:sp>
          <p:sp>
            <p:nvSpPr>
              <p:cNvPr id="2949" name="four:temporal-output:rotated-tᵢ-cell-168:2949">
                <a:extLst>
                  <a:ext uri="{FF2B5EF4-FFF2-40B4-BE49-F238E27FC236}">
                    <ns2:creationId id="{EE9D3672-E738-469F-B5A9-2ED7E01E2C13}"/>
                  </a:ext>
                </a:extLst>
              </p:cNvPr>
              <p:cNvSpPr>
                <a:spLocks noGrp="1"/>
              </p:cNvSpPr>
              <p:nvPr/>
            </p:nvSpPr>
            <p:spPr>
              <a:xfrm>
                <a:off x="22659975" y="6156722"/>
                <a:ext cx="709613" cy="5953"/>
              </a:xfrm>
              <a:prstGeom prst="rect">
                <a:avLst/>
              </a:prstGeom>
              <a:solidFill>
                <a:srgbClr val="DCE8ED"/>
              </a:solidFill>
              <a:ln w="0">
                <a:noFill/>
                <a:prstDash val="solid"/>
              </a:ln>
            </p:spPr>
          </p:sp>
          <p:sp>
            <p:nvSpPr>
              <p:cNvPr id="2950" name="four:temporal-output:rotated-tᵢ-cell-169:2950">
                <a:extLst>
                  <a:ext uri="{FF2B5EF4-FFF2-40B4-BE49-F238E27FC236}">
                    <ns2:creationId id="{810149ED-C1F7-4C07-A413-3592D60F6426}"/>
                  </a:ext>
                </a:extLst>
              </p:cNvPr>
              <p:cNvSpPr>
                <a:spLocks noGrp="1"/>
              </p:cNvSpPr>
              <p:nvPr/>
            </p:nvSpPr>
            <p:spPr>
              <a:xfrm>
                <a:off x="22659975" y="6150769"/>
                <a:ext cx="709613" cy="5953"/>
              </a:xfrm>
              <a:prstGeom prst="rect">
                <a:avLst/>
              </a:prstGeom>
              <a:solidFill>
                <a:srgbClr val="DCE8ED"/>
              </a:solidFill>
              <a:ln w="0">
                <a:noFill/>
                <a:prstDash val="solid"/>
              </a:ln>
            </p:spPr>
          </p:sp>
          <p:sp>
            <p:nvSpPr>
              <p:cNvPr id="2951" name="four:temporal-output:rotated-tᵢ-cell-170:2951">
                <a:extLst>
                  <a:ext uri="{FF2B5EF4-FFF2-40B4-BE49-F238E27FC236}">
                    <ns2:creationId id="{6EE9789C-C8B9-40EE-8CBB-4EEE21592986}"/>
                  </a:ext>
                </a:extLst>
              </p:cNvPr>
              <p:cNvSpPr>
                <a:spLocks noGrp="1"/>
              </p:cNvSpPr>
              <p:nvPr/>
            </p:nvSpPr>
            <p:spPr>
              <a:xfrm>
                <a:off x="22659975" y="6144816"/>
                <a:ext cx="709613" cy="5953"/>
              </a:xfrm>
              <a:prstGeom prst="rect">
                <a:avLst/>
              </a:prstGeom>
              <a:solidFill>
                <a:srgbClr val="DCE7EC"/>
              </a:solidFill>
              <a:ln w="0">
                <a:noFill/>
                <a:prstDash val="solid"/>
              </a:ln>
            </p:spPr>
          </p:sp>
          <p:sp>
            <p:nvSpPr>
              <p:cNvPr id="2952" name="four:temporal-output:rotated-tᵢ-cell-171:2952">
                <a:extLst>
                  <a:ext uri="{FF2B5EF4-FFF2-40B4-BE49-F238E27FC236}">
                    <ns2:creationId id="{939CB4A9-CC86-4782-A267-D8D4B0C129B2}"/>
                  </a:ext>
                </a:extLst>
              </p:cNvPr>
              <p:cNvSpPr>
                <a:spLocks noGrp="1"/>
              </p:cNvSpPr>
              <p:nvPr/>
            </p:nvSpPr>
            <p:spPr>
              <a:xfrm>
                <a:off x="22659975" y="6138863"/>
                <a:ext cx="709613" cy="5953"/>
              </a:xfrm>
              <a:prstGeom prst="rect">
                <a:avLst/>
              </a:prstGeom>
              <a:solidFill>
                <a:srgbClr val="DBE0E2"/>
              </a:solidFill>
              <a:ln w="0">
                <a:noFill/>
                <a:prstDash val="solid"/>
              </a:ln>
            </p:spPr>
          </p:sp>
          <p:sp>
            <p:nvSpPr>
              <p:cNvPr id="2953" name="four:temporal-output:rotated-tᵢ-cell-172:2953">
                <a:extLst>
                  <a:ext uri="{FF2B5EF4-FFF2-40B4-BE49-F238E27FC236}">
                    <ns2:creationId id="{73FFDE70-88D1-40F0-B89B-5EE28529F6EE}"/>
                  </a:ext>
                </a:extLst>
              </p:cNvPr>
              <p:cNvSpPr>
                <a:spLocks noGrp="1"/>
              </p:cNvSpPr>
              <p:nvPr/>
            </p:nvSpPr>
            <p:spPr>
              <a:xfrm>
                <a:off x="22659975" y="6132909"/>
                <a:ext cx="709613" cy="5953"/>
              </a:xfrm>
              <a:prstGeom prst="rect">
                <a:avLst/>
              </a:prstGeom>
              <a:solidFill>
                <a:srgbClr val="D8D0DE"/>
              </a:solidFill>
              <a:ln w="0">
                <a:noFill/>
                <a:prstDash val="solid"/>
              </a:ln>
            </p:spPr>
          </p:sp>
          <p:sp>
            <p:nvSpPr>
              <p:cNvPr id="2954" name="four:temporal-output:rotated-tᵢ-cell-173:2954">
                <a:extLst>
                  <a:ext uri="{FF2B5EF4-FFF2-40B4-BE49-F238E27FC236}">
                    <ns2:creationId id="{D45A4470-CB97-412A-AE1F-8ABC3B6EB06E}"/>
                  </a:ext>
                </a:extLst>
              </p:cNvPr>
              <p:cNvSpPr>
                <a:spLocks noGrp="1"/>
              </p:cNvSpPr>
              <p:nvPr/>
            </p:nvSpPr>
            <p:spPr>
              <a:xfrm>
                <a:off x="22659975" y="6126956"/>
                <a:ext cx="709613" cy="5953"/>
              </a:xfrm>
              <a:prstGeom prst="rect">
                <a:avLst/>
              </a:prstGeom>
              <a:solidFill>
                <a:srgbClr val="D6BBD1"/>
              </a:solidFill>
              <a:ln w="0">
                <a:noFill/>
                <a:prstDash val="solid"/>
              </a:ln>
            </p:spPr>
          </p:sp>
          <p:sp>
            <p:nvSpPr>
              <p:cNvPr id="2955" name="four:temporal-output:rotated-tᵢ-cell-174:2955">
                <a:extLst>
                  <a:ext uri="{FF2B5EF4-FFF2-40B4-BE49-F238E27FC236}">
                    <ns2:creationId id="{87DD7171-DDFD-4C82-908D-FAF6F0490530}"/>
                  </a:ext>
                </a:extLst>
              </p:cNvPr>
              <p:cNvSpPr>
                <a:spLocks noGrp="1"/>
              </p:cNvSpPr>
              <p:nvPr/>
            </p:nvSpPr>
            <p:spPr>
              <a:xfrm>
                <a:off x="22659975" y="6121003"/>
                <a:ext cx="709613" cy="5953"/>
              </a:xfrm>
              <a:prstGeom prst="rect">
                <a:avLst/>
              </a:prstGeom>
              <a:solidFill>
                <a:srgbClr val="D2A6C3"/>
              </a:solidFill>
              <a:ln w="0">
                <a:noFill/>
                <a:prstDash val="solid"/>
              </a:ln>
            </p:spPr>
          </p:sp>
          <p:sp>
            <p:nvSpPr>
              <p:cNvPr id="2956" name="four:temporal-output:rotated-tᵢ-cell-175:2956">
                <a:extLst>
                  <a:ext uri="{FF2B5EF4-FFF2-40B4-BE49-F238E27FC236}">
                    <ns2:creationId id="{57E0D798-6936-421B-B841-FD93EF29C2AD}"/>
                  </a:ext>
                </a:extLst>
              </p:cNvPr>
              <p:cNvSpPr>
                <a:spLocks noGrp="1"/>
              </p:cNvSpPr>
              <p:nvPr/>
            </p:nvSpPr>
            <p:spPr>
              <a:xfrm>
                <a:off x="22659975" y="6115050"/>
                <a:ext cx="709613" cy="5953"/>
              </a:xfrm>
              <a:prstGeom prst="rect">
                <a:avLst/>
              </a:prstGeom>
              <a:solidFill>
                <a:srgbClr val="D091B6"/>
              </a:solidFill>
              <a:ln w="0">
                <a:noFill/>
                <a:prstDash val="solid"/>
              </a:ln>
            </p:spPr>
          </p:sp>
          <p:sp>
            <p:nvSpPr>
              <p:cNvPr id="2957" name="four:temporal-output:rotated-tᵢ-cell-176:2957">
                <a:extLst>
                  <a:ext uri="{FF2B5EF4-FFF2-40B4-BE49-F238E27FC236}">
                    <ns2:creationId id="{66463BCE-9CD6-4260-BF94-4C40E3848FB9}"/>
                  </a:ext>
                </a:extLst>
              </p:cNvPr>
              <p:cNvSpPr>
                <a:spLocks noGrp="1"/>
              </p:cNvSpPr>
              <p:nvPr/>
            </p:nvSpPr>
            <p:spPr>
              <a:xfrm>
                <a:off x="22659975" y="6109097"/>
                <a:ext cx="709613" cy="5953"/>
              </a:xfrm>
              <a:prstGeom prst="rect">
                <a:avLst/>
              </a:prstGeom>
              <a:solidFill>
                <a:srgbClr val="CD82AD"/>
              </a:solidFill>
              <a:ln w="0">
                <a:noFill/>
                <a:prstDash val="solid"/>
              </a:ln>
            </p:spPr>
          </p:sp>
          <p:sp>
            <p:nvSpPr>
              <p:cNvPr id="2958" name="four:temporal-output:rotated-tᵢ-cell-177:2958">
                <a:extLst>
                  <a:ext uri="{FF2B5EF4-FFF2-40B4-BE49-F238E27FC236}">
                    <ns2:creationId id="{312C0234-4342-4DF4-88EE-8FDB2C7B9512}"/>
                  </a:ext>
                </a:extLst>
              </p:cNvPr>
              <p:cNvSpPr>
                <a:spLocks noGrp="1"/>
              </p:cNvSpPr>
              <p:nvPr/>
            </p:nvSpPr>
            <p:spPr>
              <a:xfrm>
                <a:off x="22659975" y="6103144"/>
                <a:ext cx="709613" cy="5953"/>
              </a:xfrm>
              <a:prstGeom prst="rect">
                <a:avLst/>
              </a:prstGeom>
              <a:solidFill>
                <a:srgbClr val="CC7AA8"/>
              </a:solidFill>
              <a:ln w="0">
                <a:noFill/>
                <a:prstDash val="solid"/>
              </a:ln>
            </p:spPr>
          </p:sp>
          <p:sp>
            <p:nvSpPr>
              <p:cNvPr id="2959" name="four:temporal-output:rotated-tᵢ-cell-178:2959">
                <a:extLst>
                  <a:ext uri="{FF2B5EF4-FFF2-40B4-BE49-F238E27FC236}">
                    <ns2:creationId id="{969683C5-CA9C-4736-A1A7-9C3820C1B1DB}"/>
                  </a:ext>
                </a:extLst>
              </p:cNvPr>
              <p:cNvSpPr>
                <a:spLocks noGrp="1"/>
              </p:cNvSpPr>
              <p:nvPr/>
            </p:nvSpPr>
            <p:spPr>
              <a:xfrm>
                <a:off x="22659975" y="6097191"/>
                <a:ext cx="709613" cy="5953"/>
              </a:xfrm>
              <a:prstGeom prst="rect">
                <a:avLst/>
              </a:prstGeom>
              <a:solidFill>
                <a:srgbClr val="CC79A7"/>
              </a:solidFill>
              <a:ln w="0">
                <a:noFill/>
                <a:prstDash val="solid"/>
              </a:ln>
            </p:spPr>
          </p:sp>
          <p:sp>
            <p:nvSpPr>
              <p:cNvPr id="2960" name="four:temporal-output:rotated-tᵢ-cell-179:2960">
                <a:extLst>
                  <a:ext uri="{FF2B5EF4-FFF2-40B4-BE49-F238E27FC236}">
                    <ns2:creationId id="{5DBC4DAF-DFD6-4DBB-AF98-D09974D88084}"/>
                  </a:ext>
                </a:extLst>
              </p:cNvPr>
              <p:cNvSpPr>
                <a:spLocks noGrp="1"/>
              </p:cNvSpPr>
              <p:nvPr/>
            </p:nvSpPr>
            <p:spPr>
              <a:xfrm>
                <a:off x="22659975" y="6091238"/>
                <a:ext cx="709613" cy="5953"/>
              </a:xfrm>
              <a:prstGeom prst="rect">
                <a:avLst/>
              </a:prstGeom>
              <a:solidFill>
                <a:srgbClr val="CC79A7"/>
              </a:solidFill>
              <a:ln w="0">
                <a:noFill/>
                <a:prstDash val="solid"/>
              </a:ln>
            </p:spPr>
          </p:sp>
          <p:sp>
            <p:nvSpPr>
              <p:cNvPr id="2961" name="four:temporal-output:rotated-tᵢ-cell-180:2961">
                <a:extLst>
                  <a:ext uri="{FF2B5EF4-FFF2-40B4-BE49-F238E27FC236}">
                    <ns2:creationId id="{48624CEC-75F3-4093-B63A-EF6F1EEA7E7C}"/>
                  </a:ext>
                </a:extLst>
              </p:cNvPr>
              <p:cNvSpPr>
                <a:spLocks noGrp="1"/>
              </p:cNvSpPr>
              <p:nvPr/>
            </p:nvSpPr>
            <p:spPr>
              <a:xfrm>
                <a:off x="22659975" y="6085284"/>
                <a:ext cx="709613" cy="5953"/>
              </a:xfrm>
              <a:prstGeom prst="rect">
                <a:avLst/>
              </a:prstGeom>
              <a:solidFill>
                <a:srgbClr val="CC79A7"/>
              </a:solidFill>
              <a:ln w="0">
                <a:noFill/>
                <a:prstDash val="solid"/>
              </a:ln>
            </p:spPr>
          </p:sp>
          <p:sp>
            <p:nvSpPr>
              <p:cNvPr id="2962" name="four:temporal-output:rotated-tᵢ-cell-181:2962">
                <a:extLst>
                  <a:ext uri="{FF2B5EF4-FFF2-40B4-BE49-F238E27FC236}">
                    <ns2:creationId id="{49F83CD1-23E0-4090-B8F2-9EAE4C3B311D}"/>
                  </a:ext>
                </a:extLst>
              </p:cNvPr>
              <p:cNvSpPr>
                <a:spLocks noGrp="1"/>
              </p:cNvSpPr>
              <p:nvPr/>
            </p:nvSpPr>
            <p:spPr>
              <a:xfrm>
                <a:off x="22659975" y="6079331"/>
                <a:ext cx="709613" cy="5953"/>
              </a:xfrm>
              <a:prstGeom prst="rect">
                <a:avLst/>
              </a:prstGeom>
              <a:solidFill>
                <a:srgbClr val="CC79A7"/>
              </a:solidFill>
              <a:ln w="0">
                <a:noFill/>
                <a:prstDash val="solid"/>
              </a:ln>
            </p:spPr>
          </p:sp>
          <p:sp>
            <p:nvSpPr>
              <p:cNvPr id="2963" name="four:temporal-output:rotated-tᵢ-cell-182:2963">
                <a:extLst>
                  <a:ext uri="{FF2B5EF4-FFF2-40B4-BE49-F238E27FC236}">
                    <ns2:creationId id="{320C4AE1-F1A4-438D-99C4-D1F2652FD633}"/>
                  </a:ext>
                </a:extLst>
              </p:cNvPr>
              <p:cNvSpPr>
                <a:spLocks noGrp="1"/>
              </p:cNvSpPr>
              <p:nvPr/>
            </p:nvSpPr>
            <p:spPr>
              <a:xfrm>
                <a:off x="22659975" y="6073378"/>
                <a:ext cx="709613" cy="5953"/>
              </a:xfrm>
              <a:prstGeom prst="rect">
                <a:avLst/>
              </a:prstGeom>
              <a:solidFill>
                <a:srgbClr val="CC79A7"/>
              </a:solidFill>
              <a:ln w="0">
                <a:noFill/>
                <a:prstDash val="solid"/>
              </a:ln>
            </p:spPr>
          </p:sp>
          <p:sp>
            <p:nvSpPr>
              <p:cNvPr id="2964" name="four:temporal-output:rotated-tᵢ-cell-183:2964">
                <a:extLst>
                  <a:ext uri="{FF2B5EF4-FFF2-40B4-BE49-F238E27FC236}">
                    <ns2:creationId id="{FC1846ED-7C5E-43C3-9FB1-E57EB0D1ED10}"/>
                  </a:ext>
                </a:extLst>
              </p:cNvPr>
              <p:cNvSpPr>
                <a:spLocks noGrp="1"/>
              </p:cNvSpPr>
              <p:nvPr/>
            </p:nvSpPr>
            <p:spPr>
              <a:xfrm>
                <a:off x="22659975" y="6067425"/>
                <a:ext cx="709613" cy="5953"/>
              </a:xfrm>
              <a:prstGeom prst="rect">
                <a:avLst/>
              </a:prstGeom>
              <a:solidFill>
                <a:srgbClr val="CC79A7"/>
              </a:solidFill>
              <a:ln w="0">
                <a:noFill/>
                <a:prstDash val="solid"/>
              </a:ln>
            </p:spPr>
          </p:sp>
          <p:sp>
            <p:nvSpPr>
              <p:cNvPr id="2965" name="four:temporal-output:rotated-tᵢ-cell-184:2965">
                <a:extLst>
                  <a:ext uri="{FF2B5EF4-FFF2-40B4-BE49-F238E27FC236}">
                    <ns2:creationId id="{5F5DEDD7-1B49-45CF-A956-31281A0F5F7E}"/>
                  </a:ext>
                </a:extLst>
              </p:cNvPr>
              <p:cNvSpPr>
                <a:spLocks noGrp="1"/>
              </p:cNvSpPr>
              <p:nvPr/>
            </p:nvSpPr>
            <p:spPr>
              <a:xfrm>
                <a:off x="22659975" y="6061472"/>
                <a:ext cx="709613" cy="5953"/>
              </a:xfrm>
              <a:prstGeom prst="rect">
                <a:avLst/>
              </a:prstGeom>
              <a:solidFill>
                <a:srgbClr val="CC79A7"/>
              </a:solidFill>
              <a:ln w="0">
                <a:noFill/>
                <a:prstDash val="solid"/>
              </a:ln>
            </p:spPr>
          </p:sp>
          <p:sp>
            <p:nvSpPr>
              <p:cNvPr id="2966" name="four:temporal-output:rotated-tᵢ-cell-185:2966">
                <a:extLst>
                  <a:ext uri="{FF2B5EF4-FFF2-40B4-BE49-F238E27FC236}">
                    <ns2:creationId id="{D6F5AADD-B2A2-4E22-9DF3-96AEEB42745B}"/>
                  </a:ext>
                </a:extLst>
              </p:cNvPr>
              <p:cNvSpPr>
                <a:spLocks noGrp="1"/>
              </p:cNvSpPr>
              <p:nvPr/>
            </p:nvSpPr>
            <p:spPr>
              <a:xfrm>
                <a:off x="22659975" y="6055519"/>
                <a:ext cx="709613" cy="5953"/>
              </a:xfrm>
              <a:prstGeom prst="rect">
                <a:avLst/>
              </a:prstGeom>
              <a:solidFill>
                <a:srgbClr val="CC79A7"/>
              </a:solidFill>
              <a:ln w="0">
                <a:noFill/>
                <a:prstDash val="solid"/>
              </a:ln>
            </p:spPr>
          </p:sp>
          <p:sp>
            <p:nvSpPr>
              <p:cNvPr id="2967" name="four:temporal-output:rotated-tᵢ-cell-186:2967">
                <a:extLst>
                  <a:ext uri="{FF2B5EF4-FFF2-40B4-BE49-F238E27FC236}">
                    <ns2:creationId id="{E89C0BFD-305C-44A2-8756-F5B2F1A4CCDA}"/>
                  </a:ext>
                </a:extLst>
              </p:cNvPr>
              <p:cNvSpPr>
                <a:spLocks noGrp="1"/>
              </p:cNvSpPr>
              <p:nvPr/>
            </p:nvSpPr>
            <p:spPr>
              <a:xfrm>
                <a:off x="22659975" y="6049566"/>
                <a:ext cx="709613" cy="5953"/>
              </a:xfrm>
              <a:prstGeom prst="rect">
                <a:avLst/>
              </a:prstGeom>
              <a:solidFill>
                <a:srgbClr val="CC79A7"/>
              </a:solidFill>
              <a:ln w="0">
                <a:noFill/>
                <a:prstDash val="solid"/>
              </a:ln>
            </p:spPr>
          </p:sp>
          <p:sp>
            <p:nvSpPr>
              <p:cNvPr id="2968" name="four:temporal-output:rotated-tᵢ-cell-187:2968">
                <a:extLst>
                  <a:ext uri="{FF2B5EF4-FFF2-40B4-BE49-F238E27FC236}">
                    <ns2:creationId id="{43764176-0862-4BE5-BB48-6CB9B55DE8C3}"/>
                  </a:ext>
                </a:extLst>
              </p:cNvPr>
              <p:cNvSpPr>
                <a:spLocks noGrp="1"/>
              </p:cNvSpPr>
              <p:nvPr/>
            </p:nvSpPr>
            <p:spPr>
              <a:xfrm>
                <a:off x="22659975" y="6043613"/>
                <a:ext cx="709613" cy="5953"/>
              </a:xfrm>
              <a:prstGeom prst="rect">
                <a:avLst/>
              </a:prstGeom>
              <a:solidFill>
                <a:srgbClr val="CD7EAA"/>
              </a:solidFill>
              <a:ln w="0">
                <a:noFill/>
                <a:prstDash val="solid"/>
              </a:ln>
            </p:spPr>
          </p:sp>
          <p:sp>
            <p:nvSpPr>
              <p:cNvPr id="2969" name="four:temporal-output:rotated-tᵢ-cell-188:2969">
                <a:extLst>
                  <a:ext uri="{FF2B5EF4-FFF2-40B4-BE49-F238E27FC236}">
                    <ns2:creationId id="{1EE330D8-9048-43F8-BAA8-A78EF6ED0B24}"/>
                  </a:ext>
                </a:extLst>
              </p:cNvPr>
              <p:cNvSpPr>
                <a:spLocks noGrp="1"/>
              </p:cNvSpPr>
              <p:nvPr/>
            </p:nvSpPr>
            <p:spPr>
              <a:xfrm>
                <a:off x="22659975" y="6037659"/>
                <a:ext cx="709613" cy="5953"/>
              </a:xfrm>
              <a:prstGeom prst="rect">
                <a:avLst/>
              </a:prstGeom>
              <a:solidFill>
                <a:srgbClr val="D5B7CE"/>
              </a:solidFill>
              <a:ln w="0">
                <a:noFill/>
                <a:prstDash val="solid"/>
              </a:ln>
            </p:spPr>
          </p:sp>
          <p:sp>
            <p:nvSpPr>
              <p:cNvPr id="2970" name="four:temporal-output:rotated-tᵢ-cell-189:2970">
                <a:extLst>
                  <a:ext uri="{FF2B5EF4-FFF2-40B4-BE49-F238E27FC236}">
                    <ns2:creationId id="{E92077D6-3346-4C71-9438-57A53D5A3B2A}"/>
                  </a:ext>
                </a:extLst>
              </p:cNvPr>
              <p:cNvSpPr>
                <a:spLocks noGrp="1"/>
              </p:cNvSpPr>
              <p:nvPr/>
            </p:nvSpPr>
            <p:spPr>
              <a:xfrm>
                <a:off x="22659975" y="6031706"/>
                <a:ext cx="709613" cy="5953"/>
              </a:xfrm>
              <a:prstGeom prst="rect">
                <a:avLst/>
              </a:prstGeom>
              <a:solidFill>
                <a:srgbClr val="DCE8EC"/>
              </a:solidFill>
              <a:ln w="0">
                <a:noFill/>
                <a:prstDash val="solid"/>
              </a:ln>
            </p:spPr>
          </p:sp>
          <p:sp>
            <p:nvSpPr>
              <p:cNvPr id="2971" name="four:temporal-output:rotated-tᵢ-cell-190:2971">
                <a:extLst>
                  <a:ext uri="{FF2B5EF4-FFF2-40B4-BE49-F238E27FC236}">
                    <ns2:creationId id="{6EA719F1-BADE-487D-91E1-50B76C72EB33}"/>
                  </a:ext>
                </a:extLst>
              </p:cNvPr>
              <p:cNvSpPr>
                <a:spLocks noGrp="1"/>
              </p:cNvSpPr>
              <p:nvPr/>
            </p:nvSpPr>
            <p:spPr>
              <a:xfrm>
                <a:off x="22659975" y="6025753"/>
                <a:ext cx="709613" cy="5953"/>
              </a:xfrm>
              <a:prstGeom prst="rect">
                <a:avLst/>
              </a:prstGeom>
              <a:solidFill>
                <a:srgbClr val="DCE8ED"/>
              </a:solidFill>
              <a:ln w="0">
                <a:noFill/>
                <a:prstDash val="solid"/>
              </a:ln>
            </p:spPr>
          </p:sp>
          <p:sp>
            <p:nvSpPr>
              <p:cNvPr id="2972" name="four:temporal-output:rotated-tᵢ-cell-191:2972">
                <a:extLst>
                  <a:ext uri="{FF2B5EF4-FFF2-40B4-BE49-F238E27FC236}">
                    <ns2:creationId id="{2A4F6D2E-B347-49A6-916F-FEA2159737EE}"/>
                  </a:ext>
                </a:extLst>
              </p:cNvPr>
              <p:cNvSpPr>
                <a:spLocks noGrp="1"/>
              </p:cNvSpPr>
              <p:nvPr/>
            </p:nvSpPr>
            <p:spPr>
              <a:xfrm>
                <a:off x="22659975" y="6019800"/>
                <a:ext cx="709613" cy="5953"/>
              </a:xfrm>
              <a:prstGeom prst="rect">
                <a:avLst/>
              </a:prstGeom>
              <a:solidFill>
                <a:srgbClr val="DCE8ED"/>
              </a:solidFill>
              <a:ln w="0">
                <a:noFill/>
                <a:prstDash val="solid"/>
              </a:ln>
            </p:spPr>
          </p:sp>
          <p:sp>
            <p:nvSpPr>
              <p:cNvPr id="2973" name="four:temporal-output:textbox:2973">
                <a:extLst>
                  <a:ext uri="{FF2B5EF4-FFF2-40B4-BE49-F238E27FC236}">
                    <ns2:creationId id="{9747629A-3221-4E50-9119-ABAF3D2E3E3A}"/>
                  </a:ext>
                </a:extLst>
              </p:cNvPr>
              <p:cNvSpPr>
                <a:spLocks noGrp="1"/>
              </p:cNvSpPr>
              <p:nvPr/>
            </p:nvSpPr>
            <p:spPr>
              <a:xfrm>
                <a:off x="23369588" y="5743575"/>
                <a:ext cx="709613" cy="342900"/>
              </a:xfrm>
              <a:prstGeom prst="rect">
                <a:avLst/>
              </a:prstGeom>
              <a:noFill/>
              <a:ln w="0">
                <a:noFill/>
                <a:prstDash val="solid"/>
              </a:ln>
            </p:spPr>
            <p:txBody>
              <a:bodyPr wrap="none" lIns="0" tIns="0" rIns="0" bIns="0" anchor="ctr">
                <a:normAutofit fontScale="100000"/>
              </a:bodyPr>
              <a:lstStyle>
                <a:defPPr algn="ctr">
                  <a:defRPr sz="846" b="0">
                    <a:solidFill>
                      <a:srgbClr val="263238"/>
                    </a:solidFill>
                    <a:latin typeface="Arial"/>
                    <a:ea typeface="Arial"/>
                    <a:cs typeface="Arial"/>
                  </a:defRPr>
                </a:defPPr>
              </a:lstStyle>
              <a:p>
                <a:pPr algn="ctr">
                  <a:defRPr sz="846" b="0">
                    <a:solidFill>
                      <a:srgbClr val="263238"/>
                    </a:solidFill>
                    <a:latin typeface="Arial"/>
                    <a:ea typeface="Arial"/>
                    <a:cs typeface="Arial"/>
                  </a:defRPr>
                </a:pPr>
                <a:r>
                  <a:rPr sz="846" b="0">
                    <a:solidFill>
                      <a:srgbClr val="263238"/>
                    </a:solidFill>
                    <a:latin typeface="Arial"/>
                    <a:ea typeface="Arial"/>
                    <a:cs typeface="Arial"/>
                  </a:rPr>
                  <a:t>t</a:t>
                </a:r>
                <a:r>
                  <a:rPr sz="609" b="0" baseline="-25000">
                    <a:solidFill>
                      <a:srgbClr val="263238"/>
                    </a:solidFill>
                    <a:latin typeface="Arial"/>
                    <a:ea typeface="Arial"/>
                    <a:cs typeface="Arial"/>
                  </a:rPr>
                  <a:t>n</a:t>
                </a:r>
              </a:p>
            </p:txBody>
          </p:sp>
          <p:sp>
            <p:nvSpPr>
              <p:cNvPr id="2974" name="four:temporal-output:rotated-tₙ-cell-0:2974">
                <a:extLst>
                  <a:ext uri="{FF2B5EF4-FFF2-40B4-BE49-F238E27FC236}">
                    <ns2:creationId id="{448E1198-CF63-46C2-B5FA-D2606E4B7193}"/>
                  </a:ext>
                </a:extLst>
              </p:cNvPr>
              <p:cNvSpPr>
                <a:spLocks noGrp="1"/>
              </p:cNvSpPr>
              <p:nvPr/>
            </p:nvSpPr>
            <p:spPr>
              <a:xfrm>
                <a:off x="23369588" y="7156847"/>
                <a:ext cx="709613" cy="5953"/>
              </a:xfrm>
              <a:prstGeom prst="rect">
                <a:avLst/>
              </a:prstGeom>
              <a:solidFill>
                <a:srgbClr val="DCE8ED"/>
              </a:solidFill>
              <a:ln w="0">
                <a:noFill/>
                <a:prstDash val="solid"/>
              </a:ln>
            </p:spPr>
          </p:sp>
          <p:sp>
            <p:nvSpPr>
              <p:cNvPr id="2975" name="four:temporal-output:rotated-tₙ-cell-1:2975">
                <a:extLst>
                  <a:ext uri="{FF2B5EF4-FFF2-40B4-BE49-F238E27FC236}">
                    <ns2:creationId id="{81089D3B-9606-4DEE-869E-E11FB7C86816}"/>
                  </a:ext>
                </a:extLst>
              </p:cNvPr>
              <p:cNvSpPr>
                <a:spLocks noGrp="1"/>
              </p:cNvSpPr>
              <p:nvPr/>
            </p:nvSpPr>
            <p:spPr>
              <a:xfrm>
                <a:off x="23369588" y="7150894"/>
                <a:ext cx="709613" cy="5953"/>
              </a:xfrm>
              <a:prstGeom prst="rect">
                <a:avLst/>
              </a:prstGeom>
              <a:solidFill>
                <a:srgbClr val="DCE8ED"/>
              </a:solidFill>
              <a:ln w="0">
                <a:noFill/>
                <a:prstDash val="solid"/>
              </a:ln>
            </p:spPr>
          </p:sp>
          <p:sp>
            <p:nvSpPr>
              <p:cNvPr id="2976" name="four:temporal-output:rotated-tₙ-cell-2:2976">
                <a:extLst>
                  <a:ext uri="{FF2B5EF4-FFF2-40B4-BE49-F238E27FC236}">
                    <ns2:creationId id="{B6070720-0D11-4D16-8999-45A4CCBE0C46}"/>
                  </a:ext>
                </a:extLst>
              </p:cNvPr>
              <p:cNvSpPr>
                <a:spLocks noGrp="1"/>
              </p:cNvSpPr>
              <p:nvPr/>
            </p:nvSpPr>
            <p:spPr>
              <a:xfrm>
                <a:off x="23369588" y="7144941"/>
                <a:ext cx="709613" cy="5953"/>
              </a:xfrm>
              <a:prstGeom prst="rect">
                <a:avLst/>
              </a:prstGeom>
              <a:solidFill>
                <a:srgbClr val="DCE8ED"/>
              </a:solidFill>
              <a:ln w="0">
                <a:noFill/>
                <a:prstDash val="solid"/>
              </a:ln>
            </p:spPr>
          </p:sp>
          <p:sp>
            <p:nvSpPr>
              <p:cNvPr id="2977" name="four:temporal-output:rotated-tₙ-cell-3:2977">
                <a:extLst>
                  <a:ext uri="{FF2B5EF4-FFF2-40B4-BE49-F238E27FC236}">
                    <ns2:creationId id="{E8D4DCEE-41E9-4CD2-8216-C5C7B5D06F5B}"/>
                  </a:ext>
                </a:extLst>
              </p:cNvPr>
              <p:cNvSpPr>
                <a:spLocks noGrp="1"/>
              </p:cNvSpPr>
              <p:nvPr/>
            </p:nvSpPr>
            <p:spPr>
              <a:xfrm>
                <a:off x="23369588" y="7138988"/>
                <a:ext cx="709613" cy="5953"/>
              </a:xfrm>
              <a:prstGeom prst="rect">
                <a:avLst/>
              </a:prstGeom>
              <a:solidFill>
                <a:srgbClr val="D9E6EB"/>
              </a:solidFill>
              <a:ln w="0">
                <a:noFill/>
                <a:prstDash val="solid"/>
              </a:ln>
            </p:spPr>
          </p:sp>
          <p:sp>
            <p:nvSpPr>
              <p:cNvPr id="2978" name="four:temporal-output:rotated-tₙ-cell-4:2978">
                <a:extLst>
                  <a:ext uri="{FF2B5EF4-FFF2-40B4-BE49-F238E27FC236}">
                    <ns2:creationId id="{295AD931-2171-4C4F-8720-E933FF6B4C35}"/>
                  </a:ext>
                </a:extLst>
              </p:cNvPr>
              <p:cNvSpPr>
                <a:spLocks noGrp="1"/>
              </p:cNvSpPr>
              <p:nvPr/>
            </p:nvSpPr>
            <p:spPr>
              <a:xfrm>
                <a:off x="23369588" y="7133034"/>
                <a:ext cx="709613" cy="5953"/>
              </a:xfrm>
              <a:prstGeom prst="rect">
                <a:avLst/>
              </a:prstGeom>
              <a:solidFill>
                <a:srgbClr val="D9B698"/>
              </a:solidFill>
              <a:ln w="0">
                <a:noFill/>
                <a:prstDash val="solid"/>
              </a:ln>
            </p:spPr>
          </p:sp>
          <p:sp>
            <p:nvSpPr>
              <p:cNvPr id="2979" name="four:temporal-output:rotated-tₙ-cell-5:2979">
                <a:extLst>
                  <a:ext uri="{FF2B5EF4-FFF2-40B4-BE49-F238E27FC236}">
                    <ns2:creationId id="{1A277AD0-AF01-443A-8A12-9804D8E63E8B}"/>
                  </a:ext>
                </a:extLst>
              </p:cNvPr>
              <p:cNvSpPr>
                <a:spLocks noGrp="1"/>
              </p:cNvSpPr>
              <p:nvPr/>
            </p:nvSpPr>
            <p:spPr>
              <a:xfrm>
                <a:off x="23369588" y="7127081"/>
                <a:ext cx="709613" cy="5953"/>
              </a:xfrm>
              <a:prstGeom prst="rect">
                <a:avLst/>
              </a:prstGeom>
              <a:solidFill>
                <a:srgbClr val="D6782D"/>
              </a:solidFill>
              <a:ln w="0">
                <a:noFill/>
                <a:prstDash val="solid"/>
              </a:ln>
            </p:spPr>
          </p:sp>
          <p:sp>
            <p:nvSpPr>
              <p:cNvPr id="2980" name="four:temporal-output:rotated-tₙ-cell-6:2980">
                <a:extLst>
                  <a:ext uri="{FF2B5EF4-FFF2-40B4-BE49-F238E27FC236}">
                    <ns2:creationId id="{C1709E30-B070-4536-A9C1-CA3F7641726A}"/>
                  </a:ext>
                </a:extLst>
              </p:cNvPr>
              <p:cNvSpPr>
                <a:spLocks noGrp="1"/>
              </p:cNvSpPr>
              <p:nvPr/>
            </p:nvSpPr>
            <p:spPr>
              <a:xfrm>
                <a:off x="23369588" y="7121128"/>
                <a:ext cx="709613" cy="5953"/>
              </a:xfrm>
              <a:prstGeom prst="rect">
                <a:avLst/>
              </a:prstGeom>
              <a:solidFill>
                <a:srgbClr val="D55E00"/>
              </a:solidFill>
              <a:ln w="0">
                <a:noFill/>
                <a:prstDash val="solid"/>
              </a:ln>
            </p:spPr>
          </p:sp>
          <p:sp>
            <p:nvSpPr>
              <p:cNvPr id="2981" name="four:temporal-output:rotated-tₙ-cell-7:2981">
                <a:extLst>
                  <a:ext uri="{FF2B5EF4-FFF2-40B4-BE49-F238E27FC236}">
                    <ns2:creationId id="{826C7A3B-D820-48E9-821B-2BAD50D5E5D7}"/>
                  </a:ext>
                </a:extLst>
              </p:cNvPr>
              <p:cNvSpPr>
                <a:spLocks noGrp="1"/>
              </p:cNvSpPr>
              <p:nvPr/>
            </p:nvSpPr>
            <p:spPr>
              <a:xfrm>
                <a:off x="23369588" y="7115175"/>
                <a:ext cx="709613" cy="5953"/>
              </a:xfrm>
              <a:prstGeom prst="rect">
                <a:avLst/>
              </a:prstGeom>
              <a:solidFill>
                <a:srgbClr val="D55E00"/>
              </a:solidFill>
              <a:ln w="0">
                <a:noFill/>
                <a:prstDash val="solid"/>
              </a:ln>
            </p:spPr>
          </p:sp>
          <p:sp>
            <p:nvSpPr>
              <p:cNvPr id="2982" name="four:temporal-output:rotated-tₙ-cell-8:2982">
                <a:extLst>
                  <a:ext uri="{FF2B5EF4-FFF2-40B4-BE49-F238E27FC236}">
                    <ns2:creationId id="{94F94FEA-DD7E-4F1A-8718-F4A3AE712CC1}"/>
                  </a:ext>
                </a:extLst>
              </p:cNvPr>
              <p:cNvSpPr>
                <a:spLocks noGrp="1"/>
              </p:cNvSpPr>
              <p:nvPr/>
            </p:nvSpPr>
            <p:spPr>
              <a:xfrm>
                <a:off x="23369588" y="7109222"/>
                <a:ext cx="709613" cy="5953"/>
              </a:xfrm>
              <a:prstGeom prst="rect">
                <a:avLst/>
              </a:prstGeom>
              <a:solidFill>
                <a:srgbClr val="D55E00"/>
              </a:solidFill>
              <a:ln w="0">
                <a:noFill/>
                <a:prstDash val="solid"/>
              </a:ln>
            </p:spPr>
          </p:sp>
          <p:sp>
            <p:nvSpPr>
              <p:cNvPr id="2983" name="four:temporal-output:rotated-tₙ-cell-9:2983">
                <a:extLst>
                  <a:ext uri="{FF2B5EF4-FFF2-40B4-BE49-F238E27FC236}">
                    <ns2:creationId id="{836950C7-FFB1-4113-A1FD-6944C3CEC41B}"/>
                  </a:ext>
                </a:extLst>
              </p:cNvPr>
              <p:cNvSpPr>
                <a:spLocks noGrp="1"/>
              </p:cNvSpPr>
              <p:nvPr/>
            </p:nvSpPr>
            <p:spPr>
              <a:xfrm>
                <a:off x="23369588" y="7103269"/>
                <a:ext cx="709613" cy="5953"/>
              </a:xfrm>
              <a:prstGeom prst="rect">
                <a:avLst/>
              </a:prstGeom>
              <a:solidFill>
                <a:srgbClr val="D55E00"/>
              </a:solidFill>
              <a:ln w="0">
                <a:noFill/>
                <a:prstDash val="solid"/>
              </a:ln>
            </p:spPr>
          </p:sp>
          <p:sp>
            <p:nvSpPr>
              <p:cNvPr id="2984" name="four:temporal-output:rotated-tₙ-cell-10:2984">
                <a:extLst>
                  <a:ext uri="{FF2B5EF4-FFF2-40B4-BE49-F238E27FC236}">
                    <ns2:creationId id="{24E62709-678B-45DA-83C5-008FB5213A5B}"/>
                  </a:ext>
                </a:extLst>
              </p:cNvPr>
              <p:cNvSpPr>
                <a:spLocks noGrp="1"/>
              </p:cNvSpPr>
              <p:nvPr/>
            </p:nvSpPr>
            <p:spPr>
              <a:xfrm>
                <a:off x="23369588" y="7097316"/>
                <a:ext cx="709613" cy="5953"/>
              </a:xfrm>
              <a:prstGeom prst="rect">
                <a:avLst/>
              </a:prstGeom>
              <a:solidFill>
                <a:srgbClr val="D55E00"/>
              </a:solidFill>
              <a:ln w="0">
                <a:noFill/>
                <a:prstDash val="solid"/>
              </a:ln>
            </p:spPr>
          </p:sp>
          <p:sp>
            <p:nvSpPr>
              <p:cNvPr id="2985" name="four:temporal-output:rotated-tₙ-cell-11:2985">
                <a:extLst>
                  <a:ext uri="{FF2B5EF4-FFF2-40B4-BE49-F238E27FC236}">
                    <ns2:creationId id="{F40AB6D1-7606-440E-AC4E-FF973647C92B}"/>
                  </a:ext>
                </a:extLst>
              </p:cNvPr>
              <p:cNvSpPr>
                <a:spLocks noGrp="1"/>
              </p:cNvSpPr>
              <p:nvPr/>
            </p:nvSpPr>
            <p:spPr>
              <a:xfrm>
                <a:off x="23369588" y="7091363"/>
                <a:ext cx="709613" cy="5953"/>
              </a:xfrm>
              <a:prstGeom prst="rect">
                <a:avLst/>
              </a:prstGeom>
              <a:solidFill>
                <a:srgbClr val="D55E00"/>
              </a:solidFill>
              <a:ln w="0">
                <a:noFill/>
                <a:prstDash val="solid"/>
              </a:ln>
            </p:spPr>
          </p:sp>
          <p:sp>
            <p:nvSpPr>
              <p:cNvPr id="2986" name="four:temporal-output:rotated-tₙ-cell-12:2986">
                <a:extLst>
                  <a:ext uri="{FF2B5EF4-FFF2-40B4-BE49-F238E27FC236}">
                    <ns2:creationId id="{C6FAC5D4-29AA-42BC-B07E-9C596495E8D2}"/>
                  </a:ext>
                </a:extLst>
              </p:cNvPr>
              <p:cNvSpPr>
                <a:spLocks noGrp="1"/>
              </p:cNvSpPr>
              <p:nvPr/>
            </p:nvSpPr>
            <p:spPr>
              <a:xfrm>
                <a:off x="23369588" y="7085409"/>
                <a:ext cx="709613" cy="5953"/>
              </a:xfrm>
              <a:prstGeom prst="rect">
                <a:avLst/>
              </a:prstGeom>
              <a:solidFill>
                <a:srgbClr val="D55E00"/>
              </a:solidFill>
              <a:ln w="0">
                <a:noFill/>
                <a:prstDash val="solid"/>
              </a:ln>
            </p:spPr>
          </p:sp>
          <p:sp>
            <p:nvSpPr>
              <p:cNvPr id="2987" name="four:temporal-output:rotated-tₙ-cell-13:2987">
                <a:extLst>
                  <a:ext uri="{FF2B5EF4-FFF2-40B4-BE49-F238E27FC236}">
                    <ns2:creationId id="{34E08D8A-56D8-4759-810A-7406D97D3415}"/>
                  </a:ext>
                </a:extLst>
              </p:cNvPr>
              <p:cNvSpPr>
                <a:spLocks noGrp="1"/>
              </p:cNvSpPr>
              <p:nvPr/>
            </p:nvSpPr>
            <p:spPr>
              <a:xfrm>
                <a:off x="23369588" y="7079456"/>
                <a:ext cx="709613" cy="5953"/>
              </a:xfrm>
              <a:prstGeom prst="rect">
                <a:avLst/>
              </a:prstGeom>
              <a:solidFill>
                <a:srgbClr val="D55E00"/>
              </a:solidFill>
              <a:ln w="0">
                <a:noFill/>
                <a:prstDash val="solid"/>
              </a:ln>
            </p:spPr>
          </p:sp>
          <p:sp>
            <p:nvSpPr>
              <p:cNvPr id="2988" name="four:temporal-output:rotated-tₙ-cell-14:2988">
                <a:extLst>
                  <a:ext uri="{FF2B5EF4-FFF2-40B4-BE49-F238E27FC236}">
                    <ns2:creationId id="{41BB9C27-BE0A-45E2-A1EF-2104E58FADD1}"/>
                  </a:ext>
                </a:extLst>
              </p:cNvPr>
              <p:cNvSpPr>
                <a:spLocks noGrp="1"/>
              </p:cNvSpPr>
              <p:nvPr/>
            </p:nvSpPr>
            <p:spPr>
              <a:xfrm>
                <a:off x="23369588" y="7073503"/>
                <a:ext cx="709613" cy="5953"/>
              </a:xfrm>
              <a:prstGeom prst="rect">
                <a:avLst/>
              </a:prstGeom>
              <a:solidFill>
                <a:srgbClr val="D55E00"/>
              </a:solidFill>
              <a:ln w="0">
                <a:noFill/>
                <a:prstDash val="solid"/>
              </a:ln>
            </p:spPr>
          </p:sp>
          <p:sp>
            <p:nvSpPr>
              <p:cNvPr id="2989" name="four:temporal-output:rotated-tₙ-cell-15:2989">
                <a:extLst>
                  <a:ext uri="{FF2B5EF4-FFF2-40B4-BE49-F238E27FC236}">
                    <ns2:creationId id="{73E1D616-BEEF-4655-A81B-5937E12516BE}"/>
                  </a:ext>
                </a:extLst>
              </p:cNvPr>
              <p:cNvSpPr>
                <a:spLocks noGrp="1"/>
              </p:cNvSpPr>
              <p:nvPr/>
            </p:nvSpPr>
            <p:spPr>
              <a:xfrm>
                <a:off x="23369588" y="7067550"/>
                <a:ext cx="709613" cy="5953"/>
              </a:xfrm>
              <a:prstGeom prst="rect">
                <a:avLst/>
              </a:prstGeom>
              <a:solidFill>
                <a:srgbClr val="D55E00"/>
              </a:solidFill>
              <a:ln w="0">
                <a:noFill/>
                <a:prstDash val="solid"/>
              </a:ln>
            </p:spPr>
          </p:sp>
          <p:sp>
            <p:nvSpPr>
              <p:cNvPr id="2990" name="four:temporal-output:rotated-tₙ-cell-16:2990">
                <a:extLst>
                  <a:ext uri="{FF2B5EF4-FFF2-40B4-BE49-F238E27FC236}">
                    <ns2:creationId id="{7A275964-51E2-401F-B253-CB60925FD9F9}"/>
                  </a:ext>
                </a:extLst>
              </p:cNvPr>
              <p:cNvSpPr>
                <a:spLocks noGrp="1"/>
              </p:cNvSpPr>
              <p:nvPr/>
            </p:nvSpPr>
            <p:spPr>
              <a:xfrm>
                <a:off x="23369588" y="7061597"/>
                <a:ext cx="709613" cy="5953"/>
              </a:xfrm>
              <a:prstGeom prst="rect">
                <a:avLst/>
              </a:prstGeom>
              <a:solidFill>
                <a:srgbClr val="D55E00"/>
              </a:solidFill>
              <a:ln w="0">
                <a:noFill/>
                <a:prstDash val="solid"/>
              </a:ln>
            </p:spPr>
          </p:sp>
          <p:sp>
            <p:nvSpPr>
              <p:cNvPr id="2991" name="four:temporal-output:rotated-tₙ-cell-17:2991">
                <a:extLst>
                  <a:ext uri="{FF2B5EF4-FFF2-40B4-BE49-F238E27FC236}">
                    <ns2:creationId id="{BA1D46D5-207F-4118-9A10-E43FCEB8AB2C}"/>
                  </a:ext>
                </a:extLst>
              </p:cNvPr>
              <p:cNvSpPr>
                <a:spLocks noGrp="1"/>
              </p:cNvSpPr>
              <p:nvPr/>
            </p:nvSpPr>
            <p:spPr>
              <a:xfrm>
                <a:off x="23369588" y="7055644"/>
                <a:ext cx="709613" cy="5953"/>
              </a:xfrm>
              <a:prstGeom prst="rect">
                <a:avLst/>
              </a:prstGeom>
              <a:solidFill>
                <a:srgbClr val="D55E00"/>
              </a:solidFill>
              <a:ln w="0">
                <a:noFill/>
                <a:prstDash val="solid"/>
              </a:ln>
            </p:spPr>
          </p:sp>
          <p:sp>
            <p:nvSpPr>
              <p:cNvPr id="2992" name="four:temporal-output:rotated-tₙ-cell-18:2992">
                <a:extLst>
                  <a:ext uri="{FF2B5EF4-FFF2-40B4-BE49-F238E27FC236}">
                    <ns2:creationId id="{35EBBCED-D68F-43BD-BA14-BD04A50FBFEE}"/>
                  </a:ext>
                </a:extLst>
              </p:cNvPr>
              <p:cNvSpPr>
                <a:spLocks noGrp="1"/>
              </p:cNvSpPr>
              <p:nvPr/>
            </p:nvSpPr>
            <p:spPr>
              <a:xfrm>
                <a:off x="23369588" y="7049691"/>
                <a:ext cx="709613" cy="5953"/>
              </a:xfrm>
              <a:prstGeom prst="rect">
                <a:avLst/>
              </a:prstGeom>
              <a:solidFill>
                <a:srgbClr val="D55E00"/>
              </a:solidFill>
              <a:ln w="0">
                <a:noFill/>
                <a:prstDash val="solid"/>
              </a:ln>
            </p:spPr>
          </p:sp>
          <p:sp>
            <p:nvSpPr>
              <p:cNvPr id="2993" name="four:temporal-output:rotated-tₙ-cell-19:2993">
                <a:extLst>
                  <a:ext uri="{FF2B5EF4-FFF2-40B4-BE49-F238E27FC236}">
                    <ns2:creationId id="{3457D4B2-D6F4-456E-B592-A8EBF266B70F}"/>
                  </a:ext>
                </a:extLst>
              </p:cNvPr>
              <p:cNvSpPr>
                <a:spLocks noGrp="1"/>
              </p:cNvSpPr>
              <p:nvPr/>
            </p:nvSpPr>
            <p:spPr>
              <a:xfrm>
                <a:off x="23369588" y="7043738"/>
                <a:ext cx="709613" cy="5953"/>
              </a:xfrm>
              <a:prstGeom prst="rect">
                <a:avLst/>
              </a:prstGeom>
              <a:solidFill>
                <a:srgbClr val="D55E00"/>
              </a:solidFill>
              <a:ln w="0">
                <a:noFill/>
                <a:prstDash val="solid"/>
              </a:ln>
            </p:spPr>
          </p:sp>
          <p:sp>
            <p:nvSpPr>
              <p:cNvPr id="2994" name="four:temporal-output:rotated-tₙ-cell-20:2994">
                <a:extLst>
                  <a:ext uri="{FF2B5EF4-FFF2-40B4-BE49-F238E27FC236}">
                    <ns2:creationId id="{D5CE4A4F-A874-450E-A301-F961634D78FB}"/>
                  </a:ext>
                </a:extLst>
              </p:cNvPr>
              <p:cNvSpPr>
                <a:spLocks noGrp="1"/>
              </p:cNvSpPr>
              <p:nvPr/>
            </p:nvSpPr>
            <p:spPr>
              <a:xfrm>
                <a:off x="23369588" y="7037784"/>
                <a:ext cx="709613" cy="5953"/>
              </a:xfrm>
              <a:prstGeom prst="rect">
                <a:avLst/>
              </a:prstGeom>
              <a:solidFill>
                <a:srgbClr val="D55E00"/>
              </a:solidFill>
              <a:ln w="0">
                <a:noFill/>
                <a:prstDash val="solid"/>
              </a:ln>
            </p:spPr>
          </p:sp>
          <p:sp>
            <p:nvSpPr>
              <p:cNvPr id="2995" name="four:temporal-output:rotated-tₙ-cell-21:2995">
                <a:extLst>
                  <a:ext uri="{FF2B5EF4-FFF2-40B4-BE49-F238E27FC236}">
                    <ns2:creationId id="{92BE76EE-7D94-4C1E-9796-FA1A4F0DFC4A}"/>
                  </a:ext>
                </a:extLst>
              </p:cNvPr>
              <p:cNvSpPr>
                <a:spLocks noGrp="1"/>
              </p:cNvSpPr>
              <p:nvPr/>
            </p:nvSpPr>
            <p:spPr>
              <a:xfrm>
                <a:off x="23369588" y="7031831"/>
                <a:ext cx="709613" cy="5953"/>
              </a:xfrm>
              <a:prstGeom prst="rect">
                <a:avLst/>
              </a:prstGeom>
              <a:solidFill>
                <a:srgbClr val="D55E00"/>
              </a:solidFill>
              <a:ln w="0">
                <a:noFill/>
                <a:prstDash val="solid"/>
              </a:ln>
            </p:spPr>
          </p:sp>
          <p:sp>
            <p:nvSpPr>
              <p:cNvPr id="2996" name="four:temporal-output:rotated-tₙ-cell-22:2996">
                <a:extLst>
                  <a:ext uri="{FF2B5EF4-FFF2-40B4-BE49-F238E27FC236}">
                    <ns2:creationId id="{5EF265E6-B868-4D5D-931D-25B329931C8C}"/>
                  </a:ext>
                </a:extLst>
              </p:cNvPr>
              <p:cNvSpPr>
                <a:spLocks noGrp="1"/>
              </p:cNvSpPr>
              <p:nvPr/>
            </p:nvSpPr>
            <p:spPr>
              <a:xfrm>
                <a:off x="23369588" y="7025878"/>
                <a:ext cx="709613" cy="5953"/>
              </a:xfrm>
              <a:prstGeom prst="rect">
                <a:avLst/>
              </a:prstGeom>
              <a:solidFill>
                <a:srgbClr val="D55E00"/>
              </a:solidFill>
              <a:ln w="0">
                <a:noFill/>
                <a:prstDash val="solid"/>
              </a:ln>
            </p:spPr>
          </p:sp>
          <p:sp>
            <p:nvSpPr>
              <p:cNvPr id="2997" name="four:temporal-output:rotated-tₙ-cell-23:2997">
                <a:extLst>
                  <a:ext uri="{FF2B5EF4-FFF2-40B4-BE49-F238E27FC236}">
                    <ns2:creationId id="{9D345E7F-1406-4D20-A9F9-0CAFE9CBD425}"/>
                  </a:ext>
                </a:extLst>
              </p:cNvPr>
              <p:cNvSpPr>
                <a:spLocks noGrp="1"/>
              </p:cNvSpPr>
              <p:nvPr/>
            </p:nvSpPr>
            <p:spPr>
              <a:xfrm>
                <a:off x="23369588" y="7019925"/>
                <a:ext cx="709613" cy="5953"/>
              </a:xfrm>
              <a:prstGeom prst="rect">
                <a:avLst/>
              </a:prstGeom>
              <a:solidFill>
                <a:srgbClr val="D55E00"/>
              </a:solidFill>
              <a:ln w="0">
                <a:noFill/>
                <a:prstDash val="solid"/>
              </a:ln>
            </p:spPr>
          </p:sp>
          <p:sp>
            <p:nvSpPr>
              <p:cNvPr id="2998" name="four:temporal-output:rotated-tₙ-cell-24:2998">
                <a:extLst>
                  <a:ext uri="{FF2B5EF4-FFF2-40B4-BE49-F238E27FC236}">
                    <ns2:creationId id="{199A9DEB-A989-4B06-A112-3D07AC08AE93}"/>
                  </a:ext>
                </a:extLst>
              </p:cNvPr>
              <p:cNvSpPr>
                <a:spLocks noGrp="1"/>
              </p:cNvSpPr>
              <p:nvPr/>
            </p:nvSpPr>
            <p:spPr>
              <a:xfrm>
                <a:off x="23369588" y="7013972"/>
                <a:ext cx="709613" cy="5953"/>
              </a:xfrm>
              <a:prstGeom prst="rect">
                <a:avLst/>
              </a:prstGeom>
              <a:solidFill>
                <a:srgbClr val="D55E00"/>
              </a:solidFill>
              <a:ln w="0">
                <a:noFill/>
                <a:prstDash val="solid"/>
              </a:ln>
            </p:spPr>
          </p:sp>
          <p:sp>
            <p:nvSpPr>
              <p:cNvPr id="2999" name="four:temporal-output:rotated-tₙ-cell-25:2999">
                <a:extLst>
                  <a:ext uri="{FF2B5EF4-FFF2-40B4-BE49-F238E27FC236}">
                    <ns2:creationId id="{3939636C-9BF6-48D3-8B0B-598527A043C6}"/>
                  </a:ext>
                </a:extLst>
              </p:cNvPr>
              <p:cNvSpPr>
                <a:spLocks noGrp="1"/>
              </p:cNvSpPr>
              <p:nvPr/>
            </p:nvSpPr>
            <p:spPr>
              <a:xfrm>
                <a:off x="23369588" y="7008019"/>
                <a:ext cx="709613" cy="5953"/>
              </a:xfrm>
              <a:prstGeom prst="rect">
                <a:avLst/>
              </a:prstGeom>
              <a:solidFill>
                <a:srgbClr val="D55F02"/>
              </a:solidFill>
              <a:ln w="0">
                <a:noFill/>
                <a:prstDash val="solid"/>
              </a:ln>
            </p:spPr>
          </p:sp>
          <p:sp>
            <p:nvSpPr>
              <p:cNvPr id="3000" name="four:temporal-output:rotated-tₙ-cell-26:3000">
                <a:extLst>
                  <a:ext uri="{FF2B5EF4-FFF2-40B4-BE49-F238E27FC236}">
                    <ns2:creationId id="{D6B2D860-8218-4226-910C-D7C6373646F8}"/>
                  </a:ext>
                </a:extLst>
              </p:cNvPr>
              <p:cNvSpPr>
                <a:spLocks noGrp="1"/>
              </p:cNvSpPr>
              <p:nvPr/>
            </p:nvSpPr>
            <p:spPr>
              <a:xfrm>
                <a:off x="23369588" y="7002066"/>
                <a:ext cx="709613" cy="5953"/>
              </a:xfrm>
              <a:prstGeom prst="rect">
                <a:avLst/>
              </a:prstGeom>
              <a:solidFill>
                <a:srgbClr val="D66811"/>
              </a:solidFill>
              <a:ln w="0">
                <a:noFill/>
                <a:prstDash val="solid"/>
              </a:ln>
            </p:spPr>
          </p:sp>
          <p:sp>
            <p:nvSpPr>
              <p:cNvPr id="3001" name="four:temporal-output:rotated-tₙ-cell-27:3001">
                <a:extLst>
                  <a:ext uri="{FF2B5EF4-FFF2-40B4-BE49-F238E27FC236}">
                    <ns2:creationId id="{613D5182-FE69-434F-886B-0B2412D87733}"/>
                  </a:ext>
                </a:extLst>
              </p:cNvPr>
              <p:cNvSpPr>
                <a:spLocks noGrp="1"/>
              </p:cNvSpPr>
              <p:nvPr/>
            </p:nvSpPr>
            <p:spPr>
              <a:xfrm>
                <a:off x="23369588" y="6996113"/>
                <a:ext cx="709613" cy="5953"/>
              </a:xfrm>
              <a:prstGeom prst="rect">
                <a:avLst/>
              </a:prstGeom>
              <a:solidFill>
                <a:srgbClr val="D6772B"/>
              </a:solidFill>
              <a:ln w="0">
                <a:noFill/>
                <a:prstDash val="solid"/>
              </a:ln>
            </p:spPr>
          </p:sp>
          <p:sp>
            <p:nvSpPr>
              <p:cNvPr id="3002" name="four:temporal-output:rotated-tₙ-cell-28:3002">
                <a:extLst>
                  <a:ext uri="{FF2B5EF4-FFF2-40B4-BE49-F238E27FC236}">
                    <ns2:creationId id="{B9544D6F-E79A-4CA0-90D0-163CFF40DCF5}"/>
                  </a:ext>
                </a:extLst>
              </p:cNvPr>
              <p:cNvSpPr>
                <a:spLocks noGrp="1"/>
              </p:cNvSpPr>
              <p:nvPr/>
            </p:nvSpPr>
            <p:spPr>
              <a:xfrm>
                <a:off x="23369588" y="6990159"/>
                <a:ext cx="709613" cy="5953"/>
              </a:xfrm>
              <a:prstGeom prst="rect">
                <a:avLst/>
              </a:prstGeom>
              <a:solidFill>
                <a:srgbClr val="98ADAC"/>
              </a:solidFill>
              <a:ln w="0">
                <a:noFill/>
                <a:prstDash val="solid"/>
              </a:ln>
            </p:spPr>
          </p:sp>
          <p:sp>
            <p:nvSpPr>
              <p:cNvPr id="3003" name="four:temporal-output:rotated-tₙ-cell-29:3003">
                <a:extLst>
                  <a:ext uri="{FF2B5EF4-FFF2-40B4-BE49-F238E27FC236}">
                    <ns2:creationId id="{3ABDB2E3-C546-40D0-AD7F-A103C0CA2C7A}"/>
                  </a:ext>
                </a:extLst>
              </p:cNvPr>
              <p:cNvSpPr>
                <a:spLocks noGrp="1"/>
              </p:cNvSpPr>
              <p:nvPr/>
            </p:nvSpPr>
            <p:spPr>
              <a:xfrm>
                <a:off x="23369588" y="6984206"/>
                <a:ext cx="709613" cy="5953"/>
              </a:xfrm>
              <a:prstGeom prst="rect">
                <a:avLst/>
              </a:prstGeom>
              <a:solidFill>
                <a:srgbClr val="A8B1BB"/>
              </a:solidFill>
              <a:ln w="0">
                <a:noFill/>
                <a:prstDash val="solid"/>
              </a:ln>
            </p:spPr>
          </p:sp>
          <p:sp>
            <p:nvSpPr>
              <p:cNvPr id="3004" name="four:temporal-output:rotated-tₙ-cell-30:3004">
                <a:extLst>
                  <a:ext uri="{FF2B5EF4-FFF2-40B4-BE49-F238E27FC236}">
                    <ns2:creationId id="{80D0E04F-0BF1-4052-8E8F-C6DB50452B27}"/>
                  </a:ext>
                </a:extLst>
              </p:cNvPr>
              <p:cNvSpPr>
                <a:spLocks noGrp="1"/>
              </p:cNvSpPr>
              <p:nvPr/>
            </p:nvSpPr>
            <p:spPr>
              <a:xfrm>
                <a:off x="23369588" y="6978253"/>
                <a:ext cx="709613" cy="5953"/>
              </a:xfrm>
              <a:prstGeom prst="rect">
                <a:avLst/>
              </a:prstGeom>
              <a:solidFill>
                <a:srgbClr val="65C0AB"/>
              </a:solidFill>
              <a:ln w="0">
                <a:noFill/>
                <a:prstDash val="solid"/>
              </a:ln>
            </p:spPr>
          </p:sp>
          <p:sp>
            <p:nvSpPr>
              <p:cNvPr id="3005" name="four:temporal-output:rotated-tₙ-cell-31:3005">
                <a:extLst>
                  <a:ext uri="{FF2B5EF4-FFF2-40B4-BE49-F238E27FC236}">
                    <ns2:creationId id="{14C5CF51-994B-436D-9279-8796632CB942}"/>
                  </a:ext>
                </a:extLst>
              </p:cNvPr>
              <p:cNvSpPr>
                <a:spLocks noGrp="1"/>
              </p:cNvSpPr>
              <p:nvPr/>
            </p:nvSpPr>
            <p:spPr>
              <a:xfrm>
                <a:off x="23369588" y="6972300"/>
                <a:ext cx="709613" cy="5953"/>
              </a:xfrm>
              <a:prstGeom prst="rect">
                <a:avLst/>
              </a:prstGeom>
              <a:solidFill>
                <a:srgbClr val="78C6B6"/>
              </a:solidFill>
              <a:ln w="0">
                <a:noFill/>
                <a:prstDash val="solid"/>
              </a:ln>
            </p:spPr>
          </p:sp>
          <p:sp>
            <p:nvSpPr>
              <p:cNvPr id="3006" name="four:temporal-output:rotated-tₙ-cell-32:3006">
                <a:extLst>
                  <a:ext uri="{FF2B5EF4-FFF2-40B4-BE49-F238E27FC236}">
                    <ns2:creationId id="{C6263319-85BD-41D6-B957-73B2514C8277}"/>
                  </a:ext>
                </a:extLst>
              </p:cNvPr>
              <p:cNvSpPr>
                <a:spLocks noGrp="1"/>
              </p:cNvSpPr>
              <p:nvPr/>
            </p:nvSpPr>
            <p:spPr>
              <a:xfrm>
                <a:off x="23369588" y="6966347"/>
                <a:ext cx="709613" cy="5953"/>
              </a:xfrm>
              <a:prstGeom prst="rect">
                <a:avLst/>
              </a:prstGeom>
              <a:solidFill>
                <a:srgbClr val="81C9BA"/>
              </a:solidFill>
              <a:ln w="0">
                <a:noFill/>
                <a:prstDash val="solid"/>
              </a:ln>
            </p:spPr>
          </p:sp>
          <p:sp>
            <p:nvSpPr>
              <p:cNvPr id="3007" name="four:temporal-output:rotated-tₙ-cell-33:3007">
                <a:extLst>
                  <a:ext uri="{FF2B5EF4-FFF2-40B4-BE49-F238E27FC236}">
                    <ns2:creationId id="{EF31C997-CF0F-4E1C-8591-5783643F745F}"/>
                  </a:ext>
                </a:extLst>
              </p:cNvPr>
              <p:cNvSpPr>
                <a:spLocks noGrp="1"/>
              </p:cNvSpPr>
              <p:nvPr/>
            </p:nvSpPr>
            <p:spPr>
              <a:xfrm>
                <a:off x="23369588" y="6960394"/>
                <a:ext cx="709613" cy="5953"/>
              </a:xfrm>
              <a:prstGeom prst="rect">
                <a:avLst/>
              </a:prstGeom>
              <a:solidFill>
                <a:srgbClr val="81C9BA"/>
              </a:solidFill>
              <a:ln w="0">
                <a:noFill/>
                <a:prstDash val="solid"/>
              </a:ln>
            </p:spPr>
          </p:sp>
          <p:sp>
            <p:nvSpPr>
              <p:cNvPr id="3008" name="four:temporal-output:rotated-tₙ-cell-34:3008">
                <a:extLst>
                  <a:ext uri="{FF2B5EF4-FFF2-40B4-BE49-F238E27FC236}">
                    <ns2:creationId id="{41D987BF-A197-48D3-A63C-BE8A40A3ACC5}"/>
                  </a:ext>
                </a:extLst>
              </p:cNvPr>
              <p:cNvSpPr>
                <a:spLocks noGrp="1"/>
              </p:cNvSpPr>
              <p:nvPr/>
            </p:nvSpPr>
            <p:spPr>
              <a:xfrm>
                <a:off x="23369588" y="6954441"/>
                <a:ext cx="709613" cy="5953"/>
              </a:xfrm>
              <a:prstGeom prst="rect">
                <a:avLst/>
              </a:prstGeom>
              <a:solidFill>
                <a:srgbClr val="81C9BA"/>
              </a:solidFill>
              <a:ln w="0">
                <a:noFill/>
                <a:prstDash val="solid"/>
              </a:ln>
            </p:spPr>
          </p:sp>
          <p:sp>
            <p:nvSpPr>
              <p:cNvPr id="3009" name="four:temporal-output:rotated-tₙ-cell-35:3009">
                <a:extLst>
                  <a:ext uri="{FF2B5EF4-FFF2-40B4-BE49-F238E27FC236}">
                    <ns2:creationId id="{1187B010-CEAE-496E-BEBF-57CE4961B835}"/>
                  </a:ext>
                </a:extLst>
              </p:cNvPr>
              <p:cNvSpPr>
                <a:spLocks noGrp="1"/>
              </p:cNvSpPr>
              <p:nvPr/>
            </p:nvSpPr>
            <p:spPr>
              <a:xfrm>
                <a:off x="23369588" y="6948488"/>
                <a:ext cx="709613" cy="5953"/>
              </a:xfrm>
              <a:prstGeom prst="rect">
                <a:avLst/>
              </a:prstGeom>
              <a:solidFill>
                <a:srgbClr val="81C9BA"/>
              </a:solidFill>
              <a:ln w="0">
                <a:noFill/>
                <a:prstDash val="solid"/>
              </a:ln>
            </p:spPr>
          </p:sp>
          <p:sp>
            <p:nvSpPr>
              <p:cNvPr id="3010" name="four:temporal-output:rotated-tₙ-cell-36:3010">
                <a:extLst>
                  <a:ext uri="{FF2B5EF4-FFF2-40B4-BE49-F238E27FC236}">
                    <ns2:creationId id="{9009DBBD-150C-4755-9577-8C8A9D92151C}"/>
                  </a:ext>
                </a:extLst>
              </p:cNvPr>
              <p:cNvSpPr>
                <a:spLocks noGrp="1"/>
              </p:cNvSpPr>
              <p:nvPr/>
            </p:nvSpPr>
            <p:spPr>
              <a:xfrm>
                <a:off x="23369588" y="6942534"/>
                <a:ext cx="709613" cy="5953"/>
              </a:xfrm>
              <a:prstGeom prst="rect">
                <a:avLst/>
              </a:prstGeom>
              <a:solidFill>
                <a:srgbClr val="81C9BA"/>
              </a:solidFill>
              <a:ln w="0">
                <a:noFill/>
                <a:prstDash val="solid"/>
              </a:ln>
            </p:spPr>
          </p:sp>
          <p:sp>
            <p:nvSpPr>
              <p:cNvPr id="3011" name="four:temporal-output:rotated-tₙ-cell-37:3011">
                <a:extLst>
                  <a:ext uri="{FF2B5EF4-FFF2-40B4-BE49-F238E27FC236}">
                    <ns2:creationId id="{8E445F42-344A-44DC-B233-088D30B9B149}"/>
                  </a:ext>
                </a:extLst>
              </p:cNvPr>
              <p:cNvSpPr>
                <a:spLocks noGrp="1"/>
              </p:cNvSpPr>
              <p:nvPr/>
            </p:nvSpPr>
            <p:spPr>
              <a:xfrm>
                <a:off x="23369588" y="6936581"/>
                <a:ext cx="709613" cy="5953"/>
              </a:xfrm>
              <a:prstGeom prst="rect">
                <a:avLst/>
              </a:prstGeom>
              <a:solidFill>
                <a:srgbClr val="81C9BA"/>
              </a:solidFill>
              <a:ln w="0">
                <a:noFill/>
                <a:prstDash val="solid"/>
              </a:ln>
            </p:spPr>
          </p:sp>
          <p:sp>
            <p:nvSpPr>
              <p:cNvPr id="3012" name="four:temporal-output:rotated-tₙ-cell-38:3012">
                <a:extLst>
                  <a:ext uri="{FF2B5EF4-FFF2-40B4-BE49-F238E27FC236}">
                    <ns2:creationId id="{44E94B8B-8F00-47D6-B60D-57C600F96600}"/>
                  </a:ext>
                </a:extLst>
              </p:cNvPr>
              <p:cNvSpPr>
                <a:spLocks noGrp="1"/>
              </p:cNvSpPr>
              <p:nvPr/>
            </p:nvSpPr>
            <p:spPr>
              <a:xfrm>
                <a:off x="23369588" y="6930628"/>
                <a:ext cx="709613" cy="5953"/>
              </a:xfrm>
              <a:prstGeom prst="rect">
                <a:avLst/>
              </a:prstGeom>
              <a:solidFill>
                <a:srgbClr val="81C9BA"/>
              </a:solidFill>
              <a:ln w="0">
                <a:noFill/>
                <a:prstDash val="solid"/>
              </a:ln>
            </p:spPr>
          </p:sp>
          <p:sp>
            <p:nvSpPr>
              <p:cNvPr id="3013" name="four:temporal-output:rotated-tₙ-cell-39:3013">
                <a:extLst>
                  <a:ext uri="{FF2B5EF4-FFF2-40B4-BE49-F238E27FC236}">
                    <ns2:creationId id="{F0F0FD94-89A5-4D8D-84FE-E10B0EF696DA}"/>
                  </a:ext>
                </a:extLst>
              </p:cNvPr>
              <p:cNvSpPr>
                <a:spLocks noGrp="1"/>
              </p:cNvSpPr>
              <p:nvPr/>
            </p:nvSpPr>
            <p:spPr>
              <a:xfrm>
                <a:off x="23369588" y="6924675"/>
                <a:ext cx="709613" cy="5953"/>
              </a:xfrm>
              <a:prstGeom prst="rect">
                <a:avLst/>
              </a:prstGeom>
              <a:solidFill>
                <a:srgbClr val="81C9BA"/>
              </a:solidFill>
              <a:ln w="0">
                <a:noFill/>
                <a:prstDash val="solid"/>
              </a:ln>
            </p:spPr>
          </p:sp>
          <p:sp>
            <p:nvSpPr>
              <p:cNvPr id="3014" name="four:temporal-output:rotated-tₙ-cell-40:3014">
                <a:extLst>
                  <a:ext uri="{FF2B5EF4-FFF2-40B4-BE49-F238E27FC236}">
                    <ns2:creationId id="{2CCB4C02-98AC-4E0A-BA8B-F58EB2AAEC9A}"/>
                  </a:ext>
                </a:extLst>
              </p:cNvPr>
              <p:cNvSpPr>
                <a:spLocks noGrp="1"/>
              </p:cNvSpPr>
              <p:nvPr/>
            </p:nvSpPr>
            <p:spPr>
              <a:xfrm>
                <a:off x="23369588" y="6918722"/>
                <a:ext cx="709613" cy="5953"/>
              </a:xfrm>
              <a:prstGeom prst="rect">
                <a:avLst/>
              </a:prstGeom>
              <a:solidFill>
                <a:srgbClr val="81C9BA"/>
              </a:solidFill>
              <a:ln w="0">
                <a:noFill/>
                <a:prstDash val="solid"/>
              </a:ln>
            </p:spPr>
          </p:sp>
          <p:sp>
            <p:nvSpPr>
              <p:cNvPr id="3015" name="four:temporal-output:rotated-tₙ-cell-41:3015">
                <a:extLst>
                  <a:ext uri="{FF2B5EF4-FFF2-40B4-BE49-F238E27FC236}">
                    <ns2:creationId id="{91D2DB37-802C-4E5B-98FC-188D80AB999F}"/>
                  </a:ext>
                </a:extLst>
              </p:cNvPr>
              <p:cNvSpPr>
                <a:spLocks noGrp="1"/>
              </p:cNvSpPr>
              <p:nvPr/>
            </p:nvSpPr>
            <p:spPr>
              <a:xfrm>
                <a:off x="23369588" y="6912769"/>
                <a:ext cx="709613" cy="5953"/>
              </a:xfrm>
              <a:prstGeom prst="rect">
                <a:avLst/>
              </a:prstGeom>
              <a:solidFill>
                <a:srgbClr val="81C9BA"/>
              </a:solidFill>
              <a:ln w="0">
                <a:noFill/>
                <a:prstDash val="solid"/>
              </a:ln>
            </p:spPr>
          </p:sp>
          <p:sp>
            <p:nvSpPr>
              <p:cNvPr id="3016" name="four:temporal-output:rotated-tₙ-cell-42:3016">
                <a:extLst>
                  <a:ext uri="{FF2B5EF4-FFF2-40B4-BE49-F238E27FC236}">
                    <ns2:creationId id="{3ABA8B9C-341A-48BE-875F-B7CE46974A35}"/>
                  </a:ext>
                </a:extLst>
              </p:cNvPr>
              <p:cNvSpPr>
                <a:spLocks noGrp="1"/>
              </p:cNvSpPr>
              <p:nvPr/>
            </p:nvSpPr>
            <p:spPr>
              <a:xfrm>
                <a:off x="23369588" y="6906816"/>
                <a:ext cx="709613" cy="5953"/>
              </a:xfrm>
              <a:prstGeom prst="rect">
                <a:avLst/>
              </a:prstGeom>
              <a:solidFill>
                <a:srgbClr val="81C9BA"/>
              </a:solidFill>
              <a:ln w="0">
                <a:noFill/>
                <a:prstDash val="solid"/>
              </a:ln>
            </p:spPr>
          </p:sp>
          <p:sp>
            <p:nvSpPr>
              <p:cNvPr id="3017" name="four:temporal-output:rotated-tₙ-cell-43:3017">
                <a:extLst>
                  <a:ext uri="{FF2B5EF4-FFF2-40B4-BE49-F238E27FC236}">
                    <ns2:creationId id="{2D282448-9CA7-4D4B-BC5C-16BDF8C4E44B}"/>
                  </a:ext>
                </a:extLst>
              </p:cNvPr>
              <p:cNvSpPr>
                <a:spLocks noGrp="1"/>
              </p:cNvSpPr>
              <p:nvPr/>
            </p:nvSpPr>
            <p:spPr>
              <a:xfrm>
                <a:off x="23369588" y="6900863"/>
                <a:ext cx="709613" cy="5953"/>
              </a:xfrm>
              <a:prstGeom prst="rect">
                <a:avLst/>
              </a:prstGeom>
              <a:solidFill>
                <a:srgbClr val="81C9BA"/>
              </a:solidFill>
              <a:ln w="0">
                <a:noFill/>
                <a:prstDash val="solid"/>
              </a:ln>
            </p:spPr>
          </p:sp>
          <p:sp>
            <p:nvSpPr>
              <p:cNvPr id="3018" name="four:temporal-output:rotated-tₙ-cell-44:3018">
                <a:extLst>
                  <a:ext uri="{FF2B5EF4-FFF2-40B4-BE49-F238E27FC236}">
                    <ns2:creationId id="{9CC73755-210A-438D-98DE-A3990C543242}"/>
                  </a:ext>
                </a:extLst>
              </p:cNvPr>
              <p:cNvSpPr>
                <a:spLocks noGrp="1"/>
              </p:cNvSpPr>
              <p:nvPr/>
            </p:nvSpPr>
            <p:spPr>
              <a:xfrm>
                <a:off x="23369588" y="6894909"/>
                <a:ext cx="709613" cy="5953"/>
              </a:xfrm>
              <a:prstGeom prst="rect">
                <a:avLst/>
              </a:prstGeom>
              <a:solidFill>
                <a:srgbClr val="81C9BA"/>
              </a:solidFill>
              <a:ln w="0">
                <a:noFill/>
                <a:prstDash val="solid"/>
              </a:ln>
            </p:spPr>
          </p:sp>
          <p:sp>
            <p:nvSpPr>
              <p:cNvPr id="3019" name="four:temporal-output:rotated-tₙ-cell-45:3019">
                <a:extLst>
                  <a:ext uri="{FF2B5EF4-FFF2-40B4-BE49-F238E27FC236}">
                    <ns2:creationId id="{199D5CEA-1A25-4314-9CE4-DF9E6598A610}"/>
                  </a:ext>
                </a:extLst>
              </p:cNvPr>
              <p:cNvSpPr>
                <a:spLocks noGrp="1"/>
              </p:cNvSpPr>
              <p:nvPr/>
            </p:nvSpPr>
            <p:spPr>
              <a:xfrm>
                <a:off x="23369588" y="6888956"/>
                <a:ext cx="709613" cy="5953"/>
              </a:xfrm>
              <a:prstGeom prst="rect">
                <a:avLst/>
              </a:prstGeom>
              <a:solidFill>
                <a:srgbClr val="81C9BA"/>
              </a:solidFill>
              <a:ln w="0">
                <a:noFill/>
                <a:prstDash val="solid"/>
              </a:ln>
            </p:spPr>
          </p:sp>
          <p:sp>
            <p:nvSpPr>
              <p:cNvPr id="3020" name="four:temporal-output:rotated-tₙ-cell-46:3020">
                <a:extLst>
                  <a:ext uri="{FF2B5EF4-FFF2-40B4-BE49-F238E27FC236}">
                    <ns2:creationId id="{63C4F02F-41C5-4031-A2A9-7873912E58C6}"/>
                  </a:ext>
                </a:extLst>
              </p:cNvPr>
              <p:cNvSpPr>
                <a:spLocks noGrp="1"/>
              </p:cNvSpPr>
              <p:nvPr/>
            </p:nvSpPr>
            <p:spPr>
              <a:xfrm>
                <a:off x="23369588" y="6883003"/>
                <a:ext cx="709613" cy="5953"/>
              </a:xfrm>
              <a:prstGeom prst="rect">
                <a:avLst/>
              </a:prstGeom>
              <a:solidFill>
                <a:srgbClr val="81C9BA"/>
              </a:solidFill>
              <a:ln w="0">
                <a:noFill/>
                <a:prstDash val="solid"/>
              </a:ln>
            </p:spPr>
          </p:sp>
          <p:sp>
            <p:nvSpPr>
              <p:cNvPr id="3021" name="four:temporal-output:rotated-tₙ-cell-47:3021">
                <a:extLst>
                  <a:ext uri="{FF2B5EF4-FFF2-40B4-BE49-F238E27FC236}">
                    <ns2:creationId id="{1F4F6F9D-99BE-4BAF-B6B6-A69FE99FB5D4}"/>
                  </a:ext>
                </a:extLst>
              </p:cNvPr>
              <p:cNvSpPr>
                <a:spLocks noGrp="1"/>
              </p:cNvSpPr>
              <p:nvPr/>
            </p:nvSpPr>
            <p:spPr>
              <a:xfrm>
                <a:off x="23369588" y="6877050"/>
                <a:ext cx="709613" cy="5953"/>
              </a:xfrm>
              <a:prstGeom prst="rect">
                <a:avLst/>
              </a:prstGeom>
              <a:solidFill>
                <a:srgbClr val="81C9BA"/>
              </a:solidFill>
              <a:ln w="0">
                <a:noFill/>
                <a:prstDash val="solid"/>
              </a:ln>
            </p:spPr>
          </p:sp>
          <p:sp>
            <p:nvSpPr>
              <p:cNvPr id="3022" name="four:temporal-output:rotated-tₙ-cell-48:3022">
                <a:extLst>
                  <a:ext uri="{FF2B5EF4-FFF2-40B4-BE49-F238E27FC236}">
                    <ns2:creationId id="{2CB14AE8-3A0F-49D5-8485-7621FCE82A5A}"/>
                  </a:ext>
                </a:extLst>
              </p:cNvPr>
              <p:cNvSpPr>
                <a:spLocks noGrp="1"/>
              </p:cNvSpPr>
              <p:nvPr/>
            </p:nvSpPr>
            <p:spPr>
              <a:xfrm>
                <a:off x="23369588" y="6871097"/>
                <a:ext cx="709613" cy="5953"/>
              </a:xfrm>
              <a:prstGeom prst="rect">
                <a:avLst/>
              </a:prstGeom>
              <a:solidFill>
                <a:srgbClr val="81C9BA"/>
              </a:solidFill>
              <a:ln w="0">
                <a:noFill/>
                <a:prstDash val="solid"/>
              </a:ln>
            </p:spPr>
          </p:sp>
          <p:sp>
            <p:nvSpPr>
              <p:cNvPr id="3023" name="four:temporal-output:rotated-tₙ-cell-49:3023">
                <a:extLst>
                  <a:ext uri="{FF2B5EF4-FFF2-40B4-BE49-F238E27FC236}">
                    <ns2:creationId id="{E373794E-02EF-403F-8D21-9CB36B51170B}"/>
                  </a:ext>
                </a:extLst>
              </p:cNvPr>
              <p:cNvSpPr>
                <a:spLocks noGrp="1"/>
              </p:cNvSpPr>
              <p:nvPr/>
            </p:nvSpPr>
            <p:spPr>
              <a:xfrm>
                <a:off x="23369588" y="6865144"/>
                <a:ext cx="709613" cy="5953"/>
              </a:xfrm>
              <a:prstGeom prst="rect">
                <a:avLst/>
              </a:prstGeom>
              <a:solidFill>
                <a:srgbClr val="81C9BA"/>
              </a:solidFill>
              <a:ln w="0">
                <a:noFill/>
                <a:prstDash val="solid"/>
              </a:ln>
            </p:spPr>
          </p:sp>
          <p:sp>
            <p:nvSpPr>
              <p:cNvPr id="3024" name="four:temporal-output:rotated-tₙ-cell-50:3024">
                <a:extLst>
                  <a:ext uri="{FF2B5EF4-FFF2-40B4-BE49-F238E27FC236}">
                    <ns2:creationId id="{B75EF262-D798-468E-97E2-D82C35121748}"/>
                  </a:ext>
                </a:extLst>
              </p:cNvPr>
              <p:cNvSpPr>
                <a:spLocks noGrp="1"/>
              </p:cNvSpPr>
              <p:nvPr/>
            </p:nvSpPr>
            <p:spPr>
              <a:xfrm>
                <a:off x="23369588" y="6859191"/>
                <a:ext cx="709613" cy="5953"/>
              </a:xfrm>
              <a:prstGeom prst="rect">
                <a:avLst/>
              </a:prstGeom>
              <a:solidFill>
                <a:srgbClr val="81C9BA"/>
              </a:solidFill>
              <a:ln w="0">
                <a:noFill/>
                <a:prstDash val="solid"/>
              </a:ln>
            </p:spPr>
          </p:sp>
          <p:sp>
            <p:nvSpPr>
              <p:cNvPr id="3025" name="four:temporal-output:rotated-tₙ-cell-51:3025">
                <a:extLst>
                  <a:ext uri="{FF2B5EF4-FFF2-40B4-BE49-F238E27FC236}">
                    <ns2:creationId id="{86814F21-E6E6-4F96-943B-0BCAE58396BA}"/>
                  </a:ext>
                </a:extLst>
              </p:cNvPr>
              <p:cNvSpPr>
                <a:spLocks noGrp="1"/>
              </p:cNvSpPr>
              <p:nvPr/>
            </p:nvSpPr>
            <p:spPr>
              <a:xfrm>
                <a:off x="23369588" y="6853238"/>
                <a:ext cx="709613" cy="5953"/>
              </a:xfrm>
              <a:prstGeom prst="rect">
                <a:avLst/>
              </a:prstGeom>
              <a:solidFill>
                <a:srgbClr val="81C9BA"/>
              </a:solidFill>
              <a:ln w="0">
                <a:noFill/>
                <a:prstDash val="solid"/>
              </a:ln>
            </p:spPr>
          </p:sp>
          <p:sp>
            <p:nvSpPr>
              <p:cNvPr id="3026" name="four:temporal-output:rotated-tₙ-cell-52:3026">
                <a:extLst>
                  <a:ext uri="{FF2B5EF4-FFF2-40B4-BE49-F238E27FC236}">
                    <ns2:creationId id="{BC0DA4F3-6642-4B76-8257-2D1762904091}"/>
                  </a:ext>
                </a:extLst>
              </p:cNvPr>
              <p:cNvSpPr>
                <a:spLocks noGrp="1"/>
              </p:cNvSpPr>
              <p:nvPr/>
            </p:nvSpPr>
            <p:spPr>
              <a:xfrm>
                <a:off x="23369588" y="6847284"/>
                <a:ext cx="709613" cy="5953"/>
              </a:xfrm>
              <a:prstGeom prst="rect">
                <a:avLst/>
              </a:prstGeom>
              <a:solidFill>
                <a:srgbClr val="81C9BA"/>
              </a:solidFill>
              <a:ln w="0">
                <a:noFill/>
                <a:prstDash val="solid"/>
              </a:ln>
            </p:spPr>
          </p:sp>
          <p:sp>
            <p:nvSpPr>
              <p:cNvPr id="3027" name="four:temporal-output:rotated-tₙ-cell-53:3027">
                <a:extLst>
                  <a:ext uri="{FF2B5EF4-FFF2-40B4-BE49-F238E27FC236}">
                    <ns2:creationId id="{3D062242-0B54-4592-857B-84842C5EBC3E}"/>
                  </a:ext>
                </a:extLst>
              </p:cNvPr>
              <p:cNvSpPr>
                <a:spLocks noGrp="1"/>
              </p:cNvSpPr>
              <p:nvPr/>
            </p:nvSpPr>
            <p:spPr>
              <a:xfrm>
                <a:off x="23369588" y="6841331"/>
                <a:ext cx="709613" cy="5953"/>
              </a:xfrm>
              <a:prstGeom prst="rect">
                <a:avLst/>
              </a:prstGeom>
              <a:solidFill>
                <a:srgbClr val="81C9BA"/>
              </a:solidFill>
              <a:ln w="0">
                <a:noFill/>
                <a:prstDash val="solid"/>
              </a:ln>
            </p:spPr>
          </p:sp>
          <p:sp>
            <p:nvSpPr>
              <p:cNvPr id="3028" name="four:temporal-output:rotated-tₙ-cell-54:3028">
                <a:extLst>
                  <a:ext uri="{FF2B5EF4-FFF2-40B4-BE49-F238E27FC236}">
                    <ns2:creationId id="{50E36303-870A-4FB3-874A-F042E26E21B8}"/>
                  </a:ext>
                </a:extLst>
              </p:cNvPr>
              <p:cNvSpPr>
                <a:spLocks noGrp="1"/>
              </p:cNvSpPr>
              <p:nvPr/>
            </p:nvSpPr>
            <p:spPr>
              <a:xfrm>
                <a:off x="23369588" y="6835378"/>
                <a:ext cx="709613" cy="5953"/>
              </a:xfrm>
              <a:prstGeom prst="rect">
                <a:avLst/>
              </a:prstGeom>
              <a:solidFill>
                <a:srgbClr val="81C9BA"/>
              </a:solidFill>
              <a:ln w="0">
                <a:noFill/>
                <a:prstDash val="solid"/>
              </a:ln>
            </p:spPr>
          </p:sp>
          <p:sp>
            <p:nvSpPr>
              <p:cNvPr id="3029" name="four:temporal-output:rotated-tₙ-cell-55:3029">
                <a:extLst>
                  <a:ext uri="{FF2B5EF4-FFF2-40B4-BE49-F238E27FC236}">
                    <ns2:creationId id="{9FEC1A3B-64E5-41FA-BA9F-2188039ACB3D}"/>
                  </a:ext>
                </a:extLst>
              </p:cNvPr>
              <p:cNvSpPr>
                <a:spLocks noGrp="1"/>
              </p:cNvSpPr>
              <p:nvPr/>
            </p:nvSpPr>
            <p:spPr>
              <a:xfrm>
                <a:off x="23369588" y="6829425"/>
                <a:ext cx="709613" cy="5953"/>
              </a:xfrm>
              <a:prstGeom prst="rect">
                <a:avLst/>
              </a:prstGeom>
              <a:solidFill>
                <a:srgbClr val="81C9BA"/>
              </a:solidFill>
              <a:ln w="0">
                <a:noFill/>
                <a:prstDash val="solid"/>
              </a:ln>
            </p:spPr>
          </p:sp>
          <p:sp>
            <p:nvSpPr>
              <p:cNvPr id="3030" name="four:temporal-output:rotated-tₙ-cell-56:3030">
                <a:extLst>
                  <a:ext uri="{FF2B5EF4-FFF2-40B4-BE49-F238E27FC236}">
                    <ns2:creationId id="{69A12AE2-68AA-48CD-B27E-427FF4681B27}"/>
                  </a:ext>
                </a:extLst>
              </p:cNvPr>
              <p:cNvSpPr>
                <a:spLocks noGrp="1"/>
              </p:cNvSpPr>
              <p:nvPr/>
            </p:nvSpPr>
            <p:spPr>
              <a:xfrm>
                <a:off x="23369588" y="6823472"/>
                <a:ext cx="709613" cy="5953"/>
              </a:xfrm>
              <a:prstGeom prst="rect">
                <a:avLst/>
              </a:prstGeom>
              <a:solidFill>
                <a:srgbClr val="81C9BA"/>
              </a:solidFill>
              <a:ln w="0">
                <a:noFill/>
                <a:prstDash val="solid"/>
              </a:ln>
            </p:spPr>
          </p:sp>
          <p:sp>
            <p:nvSpPr>
              <p:cNvPr id="3031" name="four:temporal-output:rotated-tₙ-cell-57:3031">
                <a:extLst>
                  <a:ext uri="{FF2B5EF4-FFF2-40B4-BE49-F238E27FC236}">
                    <ns2:creationId id="{7DF97B29-34E3-4DD2-8BA8-1B4064FCAC15}"/>
                  </a:ext>
                </a:extLst>
              </p:cNvPr>
              <p:cNvSpPr>
                <a:spLocks noGrp="1"/>
              </p:cNvSpPr>
              <p:nvPr/>
            </p:nvSpPr>
            <p:spPr>
              <a:xfrm>
                <a:off x="23369588" y="6817519"/>
                <a:ext cx="709613" cy="5953"/>
              </a:xfrm>
              <a:prstGeom prst="rect">
                <a:avLst/>
              </a:prstGeom>
              <a:solidFill>
                <a:srgbClr val="81C9BA"/>
              </a:solidFill>
              <a:ln w="0">
                <a:noFill/>
                <a:prstDash val="solid"/>
              </a:ln>
            </p:spPr>
          </p:sp>
          <p:sp>
            <p:nvSpPr>
              <p:cNvPr id="3032" name="four:temporal-output:rotated-tₙ-cell-58:3032">
                <a:extLst>
                  <a:ext uri="{FF2B5EF4-FFF2-40B4-BE49-F238E27FC236}">
                    <ns2:creationId id="{AFA08EFA-B945-4DD7-AF1A-B4111F706733}"/>
                  </a:ext>
                </a:extLst>
              </p:cNvPr>
              <p:cNvSpPr>
                <a:spLocks noGrp="1"/>
              </p:cNvSpPr>
              <p:nvPr/>
            </p:nvSpPr>
            <p:spPr>
              <a:xfrm>
                <a:off x="23369588" y="6811566"/>
                <a:ext cx="709613" cy="5953"/>
              </a:xfrm>
              <a:prstGeom prst="rect">
                <a:avLst/>
              </a:prstGeom>
              <a:solidFill>
                <a:srgbClr val="81C9BA"/>
              </a:solidFill>
              <a:ln w="0">
                <a:noFill/>
                <a:prstDash val="solid"/>
              </a:ln>
            </p:spPr>
          </p:sp>
          <p:sp>
            <p:nvSpPr>
              <p:cNvPr id="3033" name="four:temporal-output:rotated-tₙ-cell-59:3033">
                <a:extLst>
                  <a:ext uri="{FF2B5EF4-FFF2-40B4-BE49-F238E27FC236}">
                    <ns2:creationId id="{DE75FEDD-BFFB-40DB-BE7E-E11DDCF34DDA}"/>
                  </a:ext>
                </a:extLst>
              </p:cNvPr>
              <p:cNvSpPr>
                <a:spLocks noGrp="1"/>
              </p:cNvSpPr>
              <p:nvPr/>
            </p:nvSpPr>
            <p:spPr>
              <a:xfrm>
                <a:off x="23369588" y="6805613"/>
                <a:ext cx="709613" cy="5953"/>
              </a:xfrm>
              <a:prstGeom prst="rect">
                <a:avLst/>
              </a:prstGeom>
              <a:solidFill>
                <a:srgbClr val="81C9BA"/>
              </a:solidFill>
              <a:ln w="0">
                <a:noFill/>
                <a:prstDash val="solid"/>
              </a:ln>
            </p:spPr>
          </p:sp>
          <p:sp>
            <p:nvSpPr>
              <p:cNvPr id="3034" name="four:temporal-output:rotated-tₙ-cell-60:3034">
                <a:extLst>
                  <a:ext uri="{FF2B5EF4-FFF2-40B4-BE49-F238E27FC236}">
                    <ns2:creationId id="{BE5F6E2C-7ED0-4EC1-97BA-579056332260}"/>
                  </a:ext>
                </a:extLst>
              </p:cNvPr>
              <p:cNvSpPr>
                <a:spLocks noGrp="1"/>
              </p:cNvSpPr>
              <p:nvPr/>
            </p:nvSpPr>
            <p:spPr>
              <a:xfrm>
                <a:off x="23369588" y="6799659"/>
                <a:ext cx="709613" cy="5953"/>
              </a:xfrm>
              <a:prstGeom prst="rect">
                <a:avLst/>
              </a:prstGeom>
              <a:solidFill>
                <a:srgbClr val="7EC8B9"/>
              </a:solidFill>
              <a:ln w="0">
                <a:noFill/>
                <a:prstDash val="solid"/>
              </a:ln>
            </p:spPr>
          </p:sp>
          <p:sp>
            <p:nvSpPr>
              <p:cNvPr id="3035" name="four:temporal-output:rotated-tₙ-cell-61:3035">
                <a:extLst>
                  <a:ext uri="{FF2B5EF4-FFF2-40B4-BE49-F238E27FC236}">
                    <ns2:creationId id="{0285648D-DAC7-4FDC-ADEB-0D5607393781}"/>
                  </a:ext>
                </a:extLst>
              </p:cNvPr>
              <p:cNvSpPr>
                <a:spLocks noGrp="1"/>
              </p:cNvSpPr>
              <p:nvPr/>
            </p:nvSpPr>
            <p:spPr>
              <a:xfrm>
                <a:off x="23369588" y="6793706"/>
                <a:ext cx="709613" cy="5953"/>
              </a:xfrm>
              <a:prstGeom prst="rect">
                <a:avLst/>
              </a:prstGeom>
              <a:solidFill>
                <a:srgbClr val="70C4B1"/>
              </a:solidFill>
              <a:ln w="0">
                <a:noFill/>
                <a:prstDash val="solid"/>
              </a:ln>
            </p:spPr>
          </p:sp>
          <p:sp>
            <p:nvSpPr>
              <p:cNvPr id="3036" name="four:temporal-output:rotated-tₙ-cell-62:3036">
                <a:extLst>
                  <a:ext uri="{FF2B5EF4-FFF2-40B4-BE49-F238E27FC236}">
                    <ns2:creationId id="{CB4E4560-A665-4C85-8DAF-606069EF5FE3}"/>
                  </a:ext>
                </a:extLst>
              </p:cNvPr>
              <p:cNvSpPr>
                <a:spLocks noGrp="1"/>
              </p:cNvSpPr>
              <p:nvPr/>
            </p:nvSpPr>
            <p:spPr>
              <a:xfrm>
                <a:off x="23369588" y="6787753"/>
                <a:ext cx="709613" cy="5953"/>
              </a:xfrm>
              <a:prstGeom prst="rect">
                <a:avLst/>
              </a:prstGeom>
              <a:solidFill>
                <a:srgbClr val="5CBDA6"/>
              </a:solidFill>
              <a:ln w="0">
                <a:noFill/>
                <a:prstDash val="solid"/>
              </a:ln>
            </p:spPr>
          </p:sp>
          <p:sp>
            <p:nvSpPr>
              <p:cNvPr id="3037" name="four:temporal-output:rotated-tₙ-cell-63:3037">
                <a:extLst>
                  <a:ext uri="{FF2B5EF4-FFF2-40B4-BE49-F238E27FC236}">
                    <ns2:creationId id="{A14E4EC2-D5AA-46CB-A539-45101EF49225}"/>
                  </a:ext>
                </a:extLst>
              </p:cNvPr>
              <p:cNvSpPr>
                <a:spLocks noGrp="1"/>
              </p:cNvSpPr>
              <p:nvPr/>
            </p:nvSpPr>
            <p:spPr>
              <a:xfrm>
                <a:off x="23369588" y="6781800"/>
                <a:ext cx="709613" cy="5953"/>
              </a:xfrm>
              <a:prstGeom prst="rect">
                <a:avLst/>
              </a:prstGeom>
              <a:solidFill>
                <a:srgbClr val="42B498"/>
              </a:solidFill>
              <a:ln w="0">
                <a:noFill/>
                <a:prstDash val="solid"/>
              </a:ln>
            </p:spPr>
          </p:sp>
          <p:sp>
            <p:nvSpPr>
              <p:cNvPr id="3038" name="four:temporal-output:rotated-tₙ-cell-64:3038">
                <a:extLst>
                  <a:ext uri="{FF2B5EF4-FFF2-40B4-BE49-F238E27FC236}">
                    <ns2:creationId id="{0EFCD9B2-231F-4348-A1B1-8C126D5919D3}"/>
                  </a:ext>
                </a:extLst>
              </p:cNvPr>
              <p:cNvSpPr>
                <a:spLocks noGrp="1"/>
              </p:cNvSpPr>
              <p:nvPr/>
            </p:nvSpPr>
            <p:spPr>
              <a:xfrm>
                <a:off x="23369588" y="6775847"/>
                <a:ext cx="709613" cy="5953"/>
              </a:xfrm>
              <a:prstGeom prst="rect">
                <a:avLst/>
              </a:prstGeom>
              <a:solidFill>
                <a:srgbClr val="2AAC8A"/>
              </a:solidFill>
              <a:ln w="0">
                <a:noFill/>
                <a:prstDash val="solid"/>
              </a:ln>
            </p:spPr>
          </p:sp>
          <p:sp>
            <p:nvSpPr>
              <p:cNvPr id="3039" name="four:temporal-output:rotated-tₙ-cell-65:3039">
                <a:extLst>
                  <a:ext uri="{FF2B5EF4-FFF2-40B4-BE49-F238E27FC236}">
                    <ns2:creationId id="{3AF30C96-62EA-4977-B2A5-3E8421F0730C}"/>
                  </a:ext>
                </a:extLst>
              </p:cNvPr>
              <p:cNvSpPr>
                <a:spLocks noGrp="1"/>
              </p:cNvSpPr>
              <p:nvPr/>
            </p:nvSpPr>
            <p:spPr>
              <a:xfrm>
                <a:off x="23369588" y="6769894"/>
                <a:ext cx="709613" cy="5953"/>
              </a:xfrm>
              <a:prstGeom prst="rect">
                <a:avLst/>
              </a:prstGeom>
              <a:solidFill>
                <a:srgbClr val="15A57F"/>
              </a:solidFill>
              <a:ln w="0">
                <a:noFill/>
                <a:prstDash val="solid"/>
              </a:ln>
            </p:spPr>
          </p:sp>
          <p:sp>
            <p:nvSpPr>
              <p:cNvPr id="3040" name="four:temporal-output:rotated-tₙ-cell-66:3040">
                <a:extLst>
                  <a:ext uri="{FF2B5EF4-FFF2-40B4-BE49-F238E27FC236}">
                    <ns2:creationId id="{60B8586F-D480-44DD-9CCF-A80C797F07C4}"/>
                  </a:ext>
                </a:extLst>
              </p:cNvPr>
              <p:cNvSpPr>
                <a:spLocks noGrp="1"/>
              </p:cNvSpPr>
              <p:nvPr/>
            </p:nvSpPr>
            <p:spPr>
              <a:xfrm>
                <a:off x="23369588" y="6763941"/>
                <a:ext cx="709613" cy="5953"/>
              </a:xfrm>
              <a:prstGeom prst="rect">
                <a:avLst/>
              </a:prstGeom>
              <a:solidFill>
                <a:srgbClr val="05A076"/>
              </a:solidFill>
              <a:ln w="0">
                <a:noFill/>
                <a:prstDash val="solid"/>
              </a:ln>
            </p:spPr>
          </p:sp>
          <p:sp>
            <p:nvSpPr>
              <p:cNvPr id="3041" name="four:temporal-output:rotated-tₙ-cell-67:3041">
                <a:extLst>
                  <a:ext uri="{FF2B5EF4-FFF2-40B4-BE49-F238E27FC236}">
                    <ns2:creationId id="{D6924ECC-CD05-4C36-8756-604A92197AC1}"/>
                  </a:ext>
                </a:extLst>
              </p:cNvPr>
              <p:cNvSpPr>
                <a:spLocks noGrp="1"/>
              </p:cNvSpPr>
              <p:nvPr/>
            </p:nvSpPr>
            <p:spPr>
              <a:xfrm>
                <a:off x="23369588" y="6757988"/>
                <a:ext cx="709613" cy="5953"/>
              </a:xfrm>
              <a:prstGeom prst="rect">
                <a:avLst/>
              </a:prstGeom>
              <a:solidFill>
                <a:srgbClr val="009E73"/>
              </a:solidFill>
              <a:ln w="0">
                <a:noFill/>
                <a:prstDash val="solid"/>
              </a:ln>
            </p:spPr>
          </p:sp>
          <p:sp>
            <p:nvSpPr>
              <p:cNvPr id="3042" name="four:temporal-output:rotated-tₙ-cell-68:3042">
                <a:extLst>
                  <a:ext uri="{FF2B5EF4-FFF2-40B4-BE49-F238E27FC236}">
                    <ns2:creationId id="{7DF9112B-1465-4FFF-96C1-37098D6208B7}"/>
                  </a:ext>
                </a:extLst>
              </p:cNvPr>
              <p:cNvSpPr>
                <a:spLocks noGrp="1"/>
              </p:cNvSpPr>
              <p:nvPr/>
            </p:nvSpPr>
            <p:spPr>
              <a:xfrm>
                <a:off x="23369588" y="6752034"/>
                <a:ext cx="709613" cy="5953"/>
              </a:xfrm>
              <a:prstGeom prst="rect">
                <a:avLst/>
              </a:prstGeom>
              <a:solidFill>
                <a:srgbClr val="009E73"/>
              </a:solidFill>
              <a:ln w="0">
                <a:noFill/>
                <a:prstDash val="solid"/>
              </a:ln>
            </p:spPr>
          </p:sp>
          <p:sp>
            <p:nvSpPr>
              <p:cNvPr id="3043" name="four:temporal-output:rotated-tₙ-cell-69:3043">
                <a:extLst>
                  <a:ext uri="{FF2B5EF4-FFF2-40B4-BE49-F238E27FC236}">
                    <ns2:creationId id="{1401B52F-4282-4DB7-90AD-835499416B8E}"/>
                  </a:ext>
                </a:extLst>
              </p:cNvPr>
              <p:cNvSpPr>
                <a:spLocks noGrp="1"/>
              </p:cNvSpPr>
              <p:nvPr/>
            </p:nvSpPr>
            <p:spPr>
              <a:xfrm>
                <a:off x="23369588" y="6746081"/>
                <a:ext cx="709613" cy="5953"/>
              </a:xfrm>
              <a:prstGeom prst="rect">
                <a:avLst/>
              </a:prstGeom>
              <a:solidFill>
                <a:srgbClr val="009E73"/>
              </a:solidFill>
              <a:ln w="0">
                <a:noFill/>
                <a:prstDash val="solid"/>
              </a:ln>
            </p:spPr>
          </p:sp>
          <p:sp>
            <p:nvSpPr>
              <p:cNvPr id="3044" name="four:temporal-output:rotated-tₙ-cell-70:3044">
                <a:extLst>
                  <a:ext uri="{FF2B5EF4-FFF2-40B4-BE49-F238E27FC236}">
                    <ns2:creationId id="{15DA2C15-41AC-4F6C-A045-79729BEF1B1F}"/>
                  </a:ext>
                </a:extLst>
              </p:cNvPr>
              <p:cNvSpPr>
                <a:spLocks noGrp="1"/>
              </p:cNvSpPr>
              <p:nvPr/>
            </p:nvSpPr>
            <p:spPr>
              <a:xfrm>
                <a:off x="23369588" y="6740128"/>
                <a:ext cx="709613" cy="5953"/>
              </a:xfrm>
              <a:prstGeom prst="rect">
                <a:avLst/>
              </a:prstGeom>
              <a:solidFill>
                <a:srgbClr val="009E73"/>
              </a:solidFill>
              <a:ln w="0">
                <a:noFill/>
                <a:prstDash val="solid"/>
              </a:ln>
            </p:spPr>
          </p:sp>
          <p:sp>
            <p:nvSpPr>
              <p:cNvPr id="3045" name="four:temporal-output:rotated-tₙ-cell-71:3045">
                <a:extLst>
                  <a:ext uri="{FF2B5EF4-FFF2-40B4-BE49-F238E27FC236}">
                    <ns2:creationId id="{185D4AB6-E3AE-4C7F-B5D5-99CF3446BFBF}"/>
                  </a:ext>
                </a:extLst>
              </p:cNvPr>
              <p:cNvSpPr>
                <a:spLocks noGrp="1"/>
              </p:cNvSpPr>
              <p:nvPr/>
            </p:nvSpPr>
            <p:spPr>
              <a:xfrm>
                <a:off x="23369588" y="6734175"/>
                <a:ext cx="709613" cy="5953"/>
              </a:xfrm>
              <a:prstGeom prst="rect">
                <a:avLst/>
              </a:prstGeom>
              <a:solidFill>
                <a:srgbClr val="009E73"/>
              </a:solidFill>
              <a:ln w="0">
                <a:noFill/>
                <a:prstDash val="solid"/>
              </a:ln>
            </p:spPr>
          </p:sp>
          <p:sp>
            <p:nvSpPr>
              <p:cNvPr id="3046" name="four:temporal-output:rotated-tₙ-cell-72:3046">
                <a:extLst>
                  <a:ext uri="{FF2B5EF4-FFF2-40B4-BE49-F238E27FC236}">
                    <ns2:creationId id="{5DA88FB9-9E0F-4124-99A5-A8842B106103}"/>
                  </a:ext>
                </a:extLst>
              </p:cNvPr>
              <p:cNvSpPr>
                <a:spLocks noGrp="1"/>
              </p:cNvSpPr>
              <p:nvPr/>
            </p:nvSpPr>
            <p:spPr>
              <a:xfrm>
                <a:off x="23369588" y="6728222"/>
                <a:ext cx="709613" cy="5953"/>
              </a:xfrm>
              <a:prstGeom prst="rect">
                <a:avLst/>
              </a:prstGeom>
              <a:solidFill>
                <a:srgbClr val="009E73"/>
              </a:solidFill>
              <a:ln w="0">
                <a:noFill/>
                <a:prstDash val="solid"/>
              </a:ln>
            </p:spPr>
          </p:sp>
          <p:sp>
            <p:nvSpPr>
              <p:cNvPr id="3047" name="four:temporal-output:rotated-tₙ-cell-73:3047">
                <a:extLst>
                  <a:ext uri="{FF2B5EF4-FFF2-40B4-BE49-F238E27FC236}">
                    <ns2:creationId id="{F22C0DE6-2EB7-4F65-8FE9-CA7936DB29C0}"/>
                  </a:ext>
                </a:extLst>
              </p:cNvPr>
              <p:cNvSpPr>
                <a:spLocks noGrp="1"/>
              </p:cNvSpPr>
              <p:nvPr/>
            </p:nvSpPr>
            <p:spPr>
              <a:xfrm>
                <a:off x="23369588" y="6722269"/>
                <a:ext cx="709613" cy="5953"/>
              </a:xfrm>
              <a:prstGeom prst="rect">
                <a:avLst/>
              </a:prstGeom>
              <a:solidFill>
                <a:srgbClr val="009E73"/>
              </a:solidFill>
              <a:ln w="0">
                <a:noFill/>
                <a:prstDash val="solid"/>
              </a:ln>
            </p:spPr>
          </p:sp>
          <p:sp>
            <p:nvSpPr>
              <p:cNvPr id="3048" name="four:temporal-output:rotated-tₙ-cell-74:3048">
                <a:extLst>
                  <a:ext uri="{FF2B5EF4-FFF2-40B4-BE49-F238E27FC236}">
                    <ns2:creationId id="{B6633673-4E37-4E88-BEEE-6E52962416FE}"/>
                  </a:ext>
                </a:extLst>
              </p:cNvPr>
              <p:cNvSpPr>
                <a:spLocks noGrp="1"/>
              </p:cNvSpPr>
              <p:nvPr/>
            </p:nvSpPr>
            <p:spPr>
              <a:xfrm>
                <a:off x="23369588" y="6716316"/>
                <a:ext cx="709613" cy="5953"/>
              </a:xfrm>
              <a:prstGeom prst="rect">
                <a:avLst/>
              </a:prstGeom>
              <a:solidFill>
                <a:srgbClr val="009E73"/>
              </a:solidFill>
              <a:ln w="0">
                <a:noFill/>
                <a:prstDash val="solid"/>
              </a:ln>
            </p:spPr>
          </p:sp>
          <p:sp>
            <p:nvSpPr>
              <p:cNvPr id="3049" name="four:temporal-output:rotated-tₙ-cell-75:3049">
                <a:extLst>
                  <a:ext uri="{FF2B5EF4-FFF2-40B4-BE49-F238E27FC236}">
                    <ns2:creationId id="{99300A0C-7BB0-4E28-B70E-762ED38A9D31}"/>
                  </a:ext>
                </a:extLst>
              </p:cNvPr>
              <p:cNvSpPr>
                <a:spLocks noGrp="1"/>
              </p:cNvSpPr>
              <p:nvPr/>
            </p:nvSpPr>
            <p:spPr>
              <a:xfrm>
                <a:off x="23369588" y="6710363"/>
                <a:ext cx="709613" cy="5953"/>
              </a:xfrm>
              <a:prstGeom prst="rect">
                <a:avLst/>
              </a:prstGeom>
              <a:solidFill>
                <a:srgbClr val="009E73"/>
              </a:solidFill>
              <a:ln w="0">
                <a:noFill/>
                <a:prstDash val="solid"/>
              </a:ln>
            </p:spPr>
          </p:sp>
          <p:sp>
            <p:nvSpPr>
              <p:cNvPr id="3050" name="four:temporal-output:rotated-tₙ-cell-76:3050">
                <a:extLst>
                  <a:ext uri="{FF2B5EF4-FFF2-40B4-BE49-F238E27FC236}">
                    <ns2:creationId id="{1723AE7E-5B6A-48BE-98AD-BD4B342A06EC}"/>
                  </a:ext>
                </a:extLst>
              </p:cNvPr>
              <p:cNvSpPr>
                <a:spLocks noGrp="1"/>
              </p:cNvSpPr>
              <p:nvPr/>
            </p:nvSpPr>
            <p:spPr>
              <a:xfrm>
                <a:off x="23369588" y="6704409"/>
                <a:ext cx="709613" cy="5953"/>
              </a:xfrm>
              <a:prstGeom prst="rect">
                <a:avLst/>
              </a:prstGeom>
              <a:solidFill>
                <a:srgbClr val="009E73"/>
              </a:solidFill>
              <a:ln w="0">
                <a:noFill/>
                <a:prstDash val="solid"/>
              </a:ln>
            </p:spPr>
          </p:sp>
          <p:sp>
            <p:nvSpPr>
              <p:cNvPr id="3051" name="four:temporal-output:rotated-tₙ-cell-77:3051">
                <a:extLst>
                  <a:ext uri="{FF2B5EF4-FFF2-40B4-BE49-F238E27FC236}">
                    <ns2:creationId id="{B47853D0-5DAA-4A48-AC4B-05AF9411E03D}"/>
                  </a:ext>
                </a:extLst>
              </p:cNvPr>
              <p:cNvSpPr>
                <a:spLocks noGrp="1"/>
              </p:cNvSpPr>
              <p:nvPr/>
            </p:nvSpPr>
            <p:spPr>
              <a:xfrm>
                <a:off x="23369588" y="6698456"/>
                <a:ext cx="709613" cy="5953"/>
              </a:xfrm>
              <a:prstGeom prst="rect">
                <a:avLst/>
              </a:prstGeom>
              <a:solidFill>
                <a:srgbClr val="09A178"/>
              </a:solidFill>
              <a:ln w="0">
                <a:noFill/>
                <a:prstDash val="solid"/>
              </a:ln>
            </p:spPr>
          </p:sp>
          <p:sp>
            <p:nvSpPr>
              <p:cNvPr id="3052" name="four:temporal-output:rotated-tₙ-cell-78:3052">
                <a:extLst>
                  <a:ext uri="{FF2B5EF4-FFF2-40B4-BE49-F238E27FC236}">
                    <ns2:creationId id="{B42FD5EA-AAC3-4553-94A0-459F5A525177}"/>
                  </a:ext>
                </a:extLst>
              </p:cNvPr>
              <p:cNvSpPr>
                <a:spLocks noGrp="1"/>
              </p:cNvSpPr>
              <p:nvPr/>
            </p:nvSpPr>
            <p:spPr>
              <a:xfrm>
                <a:off x="23369588" y="6692503"/>
                <a:ext cx="709613" cy="5953"/>
              </a:xfrm>
              <a:prstGeom prst="rect">
                <a:avLst/>
              </a:prstGeom>
              <a:solidFill>
                <a:srgbClr val="24AA87"/>
              </a:solidFill>
              <a:ln w="0">
                <a:noFill/>
                <a:prstDash val="solid"/>
              </a:ln>
            </p:spPr>
          </p:sp>
          <p:sp>
            <p:nvSpPr>
              <p:cNvPr id="3053" name="four:temporal-output:rotated-tₙ-cell-79:3053">
                <a:extLst>
                  <a:ext uri="{FF2B5EF4-FFF2-40B4-BE49-F238E27FC236}">
                    <ns2:creationId id="{ABD68855-001C-4E8F-8507-F27664C4B369}"/>
                  </a:ext>
                </a:extLst>
              </p:cNvPr>
              <p:cNvSpPr>
                <a:spLocks noGrp="1"/>
              </p:cNvSpPr>
              <p:nvPr/>
            </p:nvSpPr>
            <p:spPr>
              <a:xfrm>
                <a:off x="23369588" y="6686550"/>
                <a:ext cx="709613" cy="5953"/>
              </a:xfrm>
              <a:prstGeom prst="rect">
                <a:avLst/>
              </a:prstGeom>
              <a:solidFill>
                <a:srgbClr val="49B69B"/>
              </a:solidFill>
              <a:ln w="0">
                <a:noFill/>
                <a:prstDash val="solid"/>
              </a:ln>
            </p:spPr>
          </p:sp>
          <p:sp>
            <p:nvSpPr>
              <p:cNvPr id="3054" name="four:temporal-output:rotated-tₙ-cell-80:3054">
                <a:extLst>
                  <a:ext uri="{FF2B5EF4-FFF2-40B4-BE49-F238E27FC236}">
                    <ns2:creationId id="{F65F800D-0EBD-47CB-B51B-05655C7B43F2}"/>
                  </a:ext>
                </a:extLst>
              </p:cNvPr>
              <p:cNvSpPr>
                <a:spLocks noGrp="1"/>
              </p:cNvSpPr>
              <p:nvPr/>
            </p:nvSpPr>
            <p:spPr>
              <a:xfrm>
                <a:off x="23369588" y="6680597"/>
                <a:ext cx="709613" cy="5953"/>
              </a:xfrm>
              <a:prstGeom prst="rect">
                <a:avLst/>
              </a:prstGeom>
              <a:solidFill>
                <a:srgbClr val="72C4B2"/>
              </a:solidFill>
              <a:ln w="0">
                <a:noFill/>
                <a:prstDash val="solid"/>
              </a:ln>
            </p:spPr>
          </p:sp>
          <p:sp>
            <p:nvSpPr>
              <p:cNvPr id="3055" name="four:temporal-output:rotated-tₙ-cell-81:3055">
                <a:extLst>
                  <a:ext uri="{FF2B5EF4-FFF2-40B4-BE49-F238E27FC236}">
                    <ns2:creationId id="{E4E5A345-7143-4C0E-8ABA-22E11E9F92D0}"/>
                  </a:ext>
                </a:extLst>
              </p:cNvPr>
              <p:cNvSpPr>
                <a:spLocks noGrp="1"/>
              </p:cNvSpPr>
              <p:nvPr/>
            </p:nvSpPr>
            <p:spPr>
              <a:xfrm>
                <a:off x="23369588" y="6674644"/>
                <a:ext cx="709613" cy="5953"/>
              </a:xfrm>
              <a:prstGeom prst="rect">
                <a:avLst/>
              </a:prstGeom>
              <a:solidFill>
                <a:srgbClr val="9CD3CA"/>
              </a:solidFill>
              <a:ln w="0">
                <a:noFill/>
                <a:prstDash val="solid"/>
              </a:ln>
            </p:spPr>
          </p:sp>
          <p:sp>
            <p:nvSpPr>
              <p:cNvPr id="3056" name="four:temporal-output:rotated-tₙ-cell-82:3056">
                <a:extLst>
                  <a:ext uri="{FF2B5EF4-FFF2-40B4-BE49-F238E27FC236}">
                    <ns2:creationId id="{6A700F97-0DA0-437D-B64E-054F5462329C}"/>
                  </a:ext>
                </a:extLst>
              </p:cNvPr>
              <p:cNvSpPr>
                <a:spLocks noGrp="1"/>
              </p:cNvSpPr>
              <p:nvPr/>
            </p:nvSpPr>
            <p:spPr>
              <a:xfrm>
                <a:off x="23369588" y="6668691"/>
                <a:ext cx="709613" cy="5953"/>
              </a:xfrm>
              <a:prstGeom prst="rect">
                <a:avLst/>
              </a:prstGeom>
              <a:solidFill>
                <a:srgbClr val="D3DAE6"/>
              </a:solidFill>
              <a:ln w="0">
                <a:noFill/>
                <a:prstDash val="solid"/>
              </a:ln>
            </p:spPr>
          </p:sp>
          <p:sp>
            <p:nvSpPr>
              <p:cNvPr id="3057" name="four:temporal-output:rotated-tₙ-cell-83:3057">
                <a:extLst>
                  <a:ext uri="{FF2B5EF4-FFF2-40B4-BE49-F238E27FC236}">
                    <ns2:creationId id="{A3282F83-64B4-4CE4-8D0B-5F56176355B0}"/>
                  </a:ext>
                </a:extLst>
              </p:cNvPr>
              <p:cNvSpPr>
                <a:spLocks noGrp="1"/>
              </p:cNvSpPr>
              <p:nvPr/>
            </p:nvSpPr>
            <p:spPr>
              <a:xfrm>
                <a:off x="23369588" y="6662738"/>
                <a:ext cx="709613" cy="5953"/>
              </a:xfrm>
              <a:prstGeom prst="rect">
                <a:avLst/>
              </a:prstGeom>
              <a:solidFill>
                <a:srgbClr val="DAE5EC"/>
              </a:solidFill>
              <a:ln w="0">
                <a:noFill/>
                <a:prstDash val="solid"/>
              </a:ln>
            </p:spPr>
          </p:sp>
          <p:sp>
            <p:nvSpPr>
              <p:cNvPr id="3058" name="four:temporal-output:rotated-tₙ-cell-84:3058">
                <a:extLst>
                  <a:ext uri="{FF2B5EF4-FFF2-40B4-BE49-F238E27FC236}">
                    <ns2:creationId id="{382617E4-B3DD-4A98-A19F-948C39032900}"/>
                  </a:ext>
                </a:extLst>
              </p:cNvPr>
              <p:cNvSpPr>
                <a:spLocks noGrp="1"/>
              </p:cNvSpPr>
              <p:nvPr/>
            </p:nvSpPr>
            <p:spPr>
              <a:xfrm>
                <a:off x="23369588" y="6656784"/>
                <a:ext cx="709613" cy="5953"/>
              </a:xfrm>
              <a:prstGeom prst="rect">
                <a:avLst/>
              </a:prstGeom>
              <a:solidFill>
                <a:srgbClr val="DCE8ED"/>
              </a:solidFill>
              <a:ln w="0">
                <a:noFill/>
                <a:prstDash val="solid"/>
              </a:ln>
            </p:spPr>
          </p:sp>
          <p:sp>
            <p:nvSpPr>
              <p:cNvPr id="3059" name="four:temporal-output:rotated-tₙ-cell-85:3059">
                <a:extLst>
                  <a:ext uri="{FF2B5EF4-FFF2-40B4-BE49-F238E27FC236}">
                    <ns2:creationId id="{A59EEECE-992B-4BAD-AB7F-70BD8426B504}"/>
                  </a:ext>
                </a:extLst>
              </p:cNvPr>
              <p:cNvSpPr>
                <a:spLocks noGrp="1"/>
              </p:cNvSpPr>
              <p:nvPr/>
            </p:nvSpPr>
            <p:spPr>
              <a:xfrm>
                <a:off x="23369588" y="6650831"/>
                <a:ext cx="709613" cy="5953"/>
              </a:xfrm>
              <a:prstGeom prst="rect">
                <a:avLst/>
              </a:prstGeom>
              <a:solidFill>
                <a:srgbClr val="DCE8ED"/>
              </a:solidFill>
              <a:ln w="0">
                <a:noFill/>
                <a:prstDash val="solid"/>
              </a:ln>
            </p:spPr>
          </p:sp>
          <p:sp>
            <p:nvSpPr>
              <p:cNvPr id="3060" name="four:temporal-output:rotated-tₙ-cell-86:3060">
                <a:extLst>
                  <a:ext uri="{FF2B5EF4-FFF2-40B4-BE49-F238E27FC236}">
                    <ns2:creationId id="{96EE8910-2925-4BEE-9556-77BB92370F52}"/>
                  </a:ext>
                </a:extLst>
              </p:cNvPr>
              <p:cNvSpPr>
                <a:spLocks noGrp="1"/>
              </p:cNvSpPr>
              <p:nvPr/>
            </p:nvSpPr>
            <p:spPr>
              <a:xfrm>
                <a:off x="23369588" y="6644878"/>
                <a:ext cx="709613" cy="5953"/>
              </a:xfrm>
              <a:prstGeom prst="rect">
                <a:avLst/>
              </a:prstGeom>
              <a:solidFill>
                <a:srgbClr val="DCE8ED"/>
              </a:solidFill>
              <a:ln w="0">
                <a:noFill/>
                <a:prstDash val="solid"/>
              </a:ln>
            </p:spPr>
          </p:sp>
          <p:sp>
            <p:nvSpPr>
              <p:cNvPr id="3061" name="four:temporal-output:rotated-tₙ-cell-87:3061">
                <a:extLst>
                  <a:ext uri="{FF2B5EF4-FFF2-40B4-BE49-F238E27FC236}">
                    <ns2:creationId id="{3E9BA471-50D5-4A35-BDE2-074F7D2B5C16}"/>
                  </a:ext>
                </a:extLst>
              </p:cNvPr>
              <p:cNvSpPr>
                <a:spLocks noGrp="1"/>
              </p:cNvSpPr>
              <p:nvPr/>
            </p:nvSpPr>
            <p:spPr>
              <a:xfrm>
                <a:off x="23369588" y="6638925"/>
                <a:ext cx="709613" cy="5953"/>
              </a:xfrm>
              <a:prstGeom prst="rect">
                <a:avLst/>
              </a:prstGeom>
              <a:solidFill>
                <a:srgbClr val="DCE8ED"/>
              </a:solidFill>
              <a:ln w="0">
                <a:noFill/>
                <a:prstDash val="solid"/>
              </a:ln>
            </p:spPr>
          </p:sp>
          <p:sp>
            <p:nvSpPr>
              <p:cNvPr id="3062" name="four:temporal-output:rotated-tₙ-cell-88:3062">
                <a:extLst>
                  <a:ext uri="{FF2B5EF4-FFF2-40B4-BE49-F238E27FC236}">
                    <ns2:creationId id="{0102C291-C860-4643-9873-AADA7CB48A2B}"/>
                  </a:ext>
                </a:extLst>
              </p:cNvPr>
              <p:cNvSpPr>
                <a:spLocks noGrp="1"/>
              </p:cNvSpPr>
              <p:nvPr/>
            </p:nvSpPr>
            <p:spPr>
              <a:xfrm>
                <a:off x="23369588" y="6632972"/>
                <a:ext cx="709613" cy="5953"/>
              </a:xfrm>
              <a:prstGeom prst="rect">
                <a:avLst/>
              </a:prstGeom>
              <a:solidFill>
                <a:srgbClr val="DCE8ED"/>
              </a:solidFill>
              <a:ln w="0">
                <a:noFill/>
                <a:prstDash val="solid"/>
              </a:ln>
            </p:spPr>
          </p:sp>
          <p:sp>
            <p:nvSpPr>
              <p:cNvPr id="3063" name="four:temporal-output:rotated-tₙ-cell-89:3063">
                <a:extLst>
                  <a:ext uri="{FF2B5EF4-FFF2-40B4-BE49-F238E27FC236}">
                    <ns2:creationId id="{AEF26EFE-9B07-4498-BD05-09EF4904FAAE}"/>
                  </a:ext>
                </a:extLst>
              </p:cNvPr>
              <p:cNvSpPr>
                <a:spLocks noGrp="1"/>
              </p:cNvSpPr>
              <p:nvPr/>
            </p:nvSpPr>
            <p:spPr>
              <a:xfrm>
                <a:off x="23369588" y="6627019"/>
                <a:ext cx="709613" cy="5953"/>
              </a:xfrm>
              <a:prstGeom prst="rect">
                <a:avLst/>
              </a:prstGeom>
              <a:solidFill>
                <a:srgbClr val="DCE8ED"/>
              </a:solidFill>
              <a:ln w="0">
                <a:noFill/>
                <a:prstDash val="solid"/>
              </a:ln>
            </p:spPr>
          </p:sp>
          <p:sp>
            <p:nvSpPr>
              <p:cNvPr id="3064" name="four:temporal-output:rotated-tₙ-cell-90:3064">
                <a:extLst>
                  <a:ext uri="{FF2B5EF4-FFF2-40B4-BE49-F238E27FC236}">
                    <ns2:creationId id="{40BC0D17-8438-4490-AD36-D0462E0F5631}"/>
                  </a:ext>
                </a:extLst>
              </p:cNvPr>
              <p:cNvSpPr>
                <a:spLocks noGrp="1"/>
              </p:cNvSpPr>
              <p:nvPr/>
            </p:nvSpPr>
            <p:spPr>
              <a:xfrm>
                <a:off x="23369588" y="6621066"/>
                <a:ext cx="709613" cy="5953"/>
              </a:xfrm>
              <a:prstGeom prst="rect">
                <a:avLst/>
              </a:prstGeom>
              <a:solidFill>
                <a:srgbClr val="DCE8ED"/>
              </a:solidFill>
              <a:ln w="0">
                <a:noFill/>
                <a:prstDash val="solid"/>
              </a:ln>
            </p:spPr>
          </p:sp>
          <p:sp>
            <p:nvSpPr>
              <p:cNvPr id="3065" name="four:temporal-output:rotated-tₙ-cell-91:3065">
                <a:extLst>
                  <a:ext uri="{FF2B5EF4-FFF2-40B4-BE49-F238E27FC236}">
                    <ns2:creationId id="{947EE9A9-7731-4E74-872A-5FD63E688D18}"/>
                  </a:ext>
                </a:extLst>
              </p:cNvPr>
              <p:cNvSpPr>
                <a:spLocks noGrp="1"/>
              </p:cNvSpPr>
              <p:nvPr/>
            </p:nvSpPr>
            <p:spPr>
              <a:xfrm>
                <a:off x="23369588" y="6615113"/>
                <a:ext cx="709613" cy="5953"/>
              </a:xfrm>
              <a:prstGeom prst="rect">
                <a:avLst/>
              </a:prstGeom>
              <a:solidFill>
                <a:srgbClr val="DCE8ED"/>
              </a:solidFill>
              <a:ln w="0">
                <a:noFill/>
                <a:prstDash val="solid"/>
              </a:ln>
            </p:spPr>
          </p:sp>
          <p:sp>
            <p:nvSpPr>
              <p:cNvPr id="3066" name="four:temporal-output:rotated-tₙ-cell-92:3066">
                <a:extLst>
                  <a:ext uri="{FF2B5EF4-FFF2-40B4-BE49-F238E27FC236}">
                    <ns2:creationId id="{9A586D44-CB9B-4682-81B9-EDDB8AC709BB}"/>
                  </a:ext>
                </a:extLst>
              </p:cNvPr>
              <p:cNvSpPr>
                <a:spLocks noGrp="1"/>
              </p:cNvSpPr>
              <p:nvPr/>
            </p:nvSpPr>
            <p:spPr>
              <a:xfrm>
                <a:off x="23369588" y="6609159"/>
                <a:ext cx="709613" cy="5953"/>
              </a:xfrm>
              <a:prstGeom prst="rect">
                <a:avLst/>
              </a:prstGeom>
              <a:solidFill>
                <a:srgbClr val="DCE8ED"/>
              </a:solidFill>
              <a:ln w="0">
                <a:noFill/>
                <a:prstDash val="solid"/>
              </a:ln>
            </p:spPr>
          </p:sp>
          <p:sp>
            <p:nvSpPr>
              <p:cNvPr id="3067" name="four:temporal-output:rotated-tₙ-cell-93:3067">
                <a:extLst>
                  <a:ext uri="{FF2B5EF4-FFF2-40B4-BE49-F238E27FC236}">
                    <ns2:creationId id="{6992D2B4-0D85-4599-838B-2448E602246C}"/>
                  </a:ext>
                </a:extLst>
              </p:cNvPr>
              <p:cNvSpPr>
                <a:spLocks noGrp="1"/>
              </p:cNvSpPr>
              <p:nvPr/>
            </p:nvSpPr>
            <p:spPr>
              <a:xfrm>
                <a:off x="23369588" y="6603206"/>
                <a:ext cx="709613" cy="5953"/>
              </a:xfrm>
              <a:prstGeom prst="rect">
                <a:avLst/>
              </a:prstGeom>
              <a:solidFill>
                <a:srgbClr val="DCE8ED"/>
              </a:solidFill>
              <a:ln w="0">
                <a:noFill/>
                <a:prstDash val="solid"/>
              </a:ln>
            </p:spPr>
          </p:sp>
          <p:sp>
            <p:nvSpPr>
              <p:cNvPr id="3068" name="four:temporal-output:rotated-tₙ-cell-94:3068">
                <a:extLst>
                  <a:ext uri="{FF2B5EF4-FFF2-40B4-BE49-F238E27FC236}">
                    <ns2:creationId id="{F79F684E-5070-45F0-89C0-8F1E67EBCB2D}"/>
                  </a:ext>
                </a:extLst>
              </p:cNvPr>
              <p:cNvSpPr>
                <a:spLocks noGrp="1"/>
              </p:cNvSpPr>
              <p:nvPr/>
            </p:nvSpPr>
            <p:spPr>
              <a:xfrm>
                <a:off x="23369588" y="6597253"/>
                <a:ext cx="709613" cy="5953"/>
              </a:xfrm>
              <a:prstGeom prst="rect">
                <a:avLst/>
              </a:prstGeom>
              <a:solidFill>
                <a:srgbClr val="DCE8ED"/>
              </a:solidFill>
              <a:ln w="0">
                <a:noFill/>
                <a:prstDash val="solid"/>
              </a:ln>
            </p:spPr>
          </p:sp>
          <p:sp>
            <p:nvSpPr>
              <p:cNvPr id="3069" name="four:temporal-output:rotated-tₙ-cell-95:3069">
                <a:extLst>
                  <a:ext uri="{FF2B5EF4-FFF2-40B4-BE49-F238E27FC236}">
                    <ns2:creationId id="{5E549655-4ADE-444C-843C-CD041036171F}"/>
                  </a:ext>
                </a:extLst>
              </p:cNvPr>
              <p:cNvSpPr>
                <a:spLocks noGrp="1"/>
              </p:cNvSpPr>
              <p:nvPr/>
            </p:nvSpPr>
            <p:spPr>
              <a:xfrm>
                <a:off x="23369588" y="6591300"/>
                <a:ext cx="709613" cy="5953"/>
              </a:xfrm>
              <a:prstGeom prst="rect">
                <a:avLst/>
              </a:prstGeom>
              <a:solidFill>
                <a:srgbClr val="DCE8ED"/>
              </a:solidFill>
              <a:ln w="0">
                <a:noFill/>
                <a:prstDash val="solid"/>
              </a:ln>
            </p:spPr>
          </p:sp>
          <p:sp>
            <p:nvSpPr>
              <p:cNvPr id="3070" name="four:temporal-output:rotated-tₙ-cell-96:3070">
                <a:extLst>
                  <a:ext uri="{FF2B5EF4-FFF2-40B4-BE49-F238E27FC236}">
                    <ns2:creationId id="{45DF49CB-D159-41F1-8147-F39706B14A9C}"/>
                  </a:ext>
                </a:extLst>
              </p:cNvPr>
              <p:cNvSpPr>
                <a:spLocks noGrp="1"/>
              </p:cNvSpPr>
              <p:nvPr/>
            </p:nvSpPr>
            <p:spPr>
              <a:xfrm>
                <a:off x="23369588" y="6585347"/>
                <a:ext cx="709613" cy="5953"/>
              </a:xfrm>
              <a:prstGeom prst="rect">
                <a:avLst/>
              </a:prstGeom>
              <a:solidFill>
                <a:srgbClr val="DCE8ED"/>
              </a:solidFill>
              <a:ln w="0">
                <a:noFill/>
                <a:prstDash val="solid"/>
              </a:ln>
            </p:spPr>
          </p:sp>
          <p:sp>
            <p:nvSpPr>
              <p:cNvPr id="3071" name="four:temporal-output:rotated-tₙ-cell-97:3071">
                <a:extLst>
                  <a:ext uri="{FF2B5EF4-FFF2-40B4-BE49-F238E27FC236}">
                    <ns2:creationId id="{29341CF7-3E00-4C0B-BC80-2E79893AFA9E}"/>
                  </a:ext>
                </a:extLst>
              </p:cNvPr>
              <p:cNvSpPr>
                <a:spLocks noGrp="1"/>
              </p:cNvSpPr>
              <p:nvPr/>
            </p:nvSpPr>
            <p:spPr>
              <a:xfrm>
                <a:off x="23369588" y="6579394"/>
                <a:ext cx="709613" cy="5953"/>
              </a:xfrm>
              <a:prstGeom prst="rect">
                <a:avLst/>
              </a:prstGeom>
              <a:solidFill>
                <a:srgbClr val="DCE8ED"/>
              </a:solidFill>
              <a:ln w="0">
                <a:noFill/>
                <a:prstDash val="solid"/>
              </a:ln>
            </p:spPr>
          </p:sp>
          <p:sp>
            <p:nvSpPr>
              <p:cNvPr id="3072" name="four:temporal-output:rotated-tₙ-cell-98:3072">
                <a:extLst>
                  <a:ext uri="{FF2B5EF4-FFF2-40B4-BE49-F238E27FC236}">
                    <ns2:creationId id="{7D0AAED6-023B-45F6-9ACD-1369AF297E4C}"/>
                  </a:ext>
                </a:extLst>
              </p:cNvPr>
              <p:cNvSpPr>
                <a:spLocks noGrp="1"/>
              </p:cNvSpPr>
              <p:nvPr/>
            </p:nvSpPr>
            <p:spPr>
              <a:xfrm>
                <a:off x="23369588" y="6573441"/>
                <a:ext cx="709613" cy="5953"/>
              </a:xfrm>
              <a:prstGeom prst="rect">
                <a:avLst/>
              </a:prstGeom>
              <a:solidFill>
                <a:srgbClr val="DCE8ED"/>
              </a:solidFill>
              <a:ln w="0">
                <a:noFill/>
                <a:prstDash val="solid"/>
              </a:ln>
            </p:spPr>
          </p:sp>
          <p:sp>
            <p:nvSpPr>
              <p:cNvPr id="3073" name="four:temporal-output:rotated-tₙ-cell-99:3073">
                <a:extLst>
                  <a:ext uri="{FF2B5EF4-FFF2-40B4-BE49-F238E27FC236}">
                    <ns2:creationId id="{EE3C89BA-CB2E-4981-AFC8-B31315B7C55E}"/>
                  </a:ext>
                </a:extLst>
              </p:cNvPr>
              <p:cNvSpPr>
                <a:spLocks noGrp="1"/>
              </p:cNvSpPr>
              <p:nvPr/>
            </p:nvSpPr>
            <p:spPr>
              <a:xfrm>
                <a:off x="23369588" y="6567488"/>
                <a:ext cx="709613" cy="5953"/>
              </a:xfrm>
              <a:prstGeom prst="rect">
                <a:avLst/>
              </a:prstGeom>
              <a:solidFill>
                <a:srgbClr val="DCE8ED"/>
              </a:solidFill>
              <a:ln w="0">
                <a:noFill/>
                <a:prstDash val="solid"/>
              </a:ln>
            </p:spPr>
          </p:sp>
          <p:sp>
            <p:nvSpPr>
              <p:cNvPr id="3074" name="four:temporal-output:rotated-tₙ-cell-100:3074">
                <a:extLst>
                  <a:ext uri="{FF2B5EF4-FFF2-40B4-BE49-F238E27FC236}">
                    <ns2:creationId id="{20577225-3DA9-4374-86EA-521070B3B648}"/>
                  </a:ext>
                </a:extLst>
              </p:cNvPr>
              <p:cNvSpPr>
                <a:spLocks noGrp="1"/>
              </p:cNvSpPr>
              <p:nvPr/>
            </p:nvSpPr>
            <p:spPr>
              <a:xfrm>
                <a:off x="23369588" y="6561534"/>
                <a:ext cx="709613" cy="5953"/>
              </a:xfrm>
              <a:prstGeom prst="rect">
                <a:avLst/>
              </a:prstGeom>
              <a:solidFill>
                <a:srgbClr val="DCE8ED"/>
              </a:solidFill>
              <a:ln w="0">
                <a:noFill/>
                <a:prstDash val="solid"/>
              </a:ln>
            </p:spPr>
          </p:sp>
          <p:sp>
            <p:nvSpPr>
              <p:cNvPr id="3075" name="four:temporal-output:rotated-tₙ-cell-101:3075">
                <a:extLst>
                  <a:ext uri="{FF2B5EF4-FFF2-40B4-BE49-F238E27FC236}">
                    <ns2:creationId id="{7C0FEE8D-4FBF-4613-A5DD-84C149E1D2DC}"/>
                  </a:ext>
                </a:extLst>
              </p:cNvPr>
              <p:cNvSpPr>
                <a:spLocks noGrp="1"/>
              </p:cNvSpPr>
              <p:nvPr/>
            </p:nvSpPr>
            <p:spPr>
              <a:xfrm>
                <a:off x="23369588" y="6555581"/>
                <a:ext cx="709613" cy="5953"/>
              </a:xfrm>
              <a:prstGeom prst="rect">
                <a:avLst/>
              </a:prstGeom>
              <a:solidFill>
                <a:srgbClr val="DCE8ED"/>
              </a:solidFill>
              <a:ln w="0">
                <a:noFill/>
                <a:prstDash val="solid"/>
              </a:ln>
            </p:spPr>
          </p:sp>
          <p:sp>
            <p:nvSpPr>
              <p:cNvPr id="3076" name="four:temporal-output:rotated-tₙ-cell-102:3076">
                <a:extLst>
                  <a:ext uri="{FF2B5EF4-FFF2-40B4-BE49-F238E27FC236}">
                    <ns2:creationId id="{DB09F628-D23C-4222-B865-BCD31348F22C}"/>
                  </a:ext>
                </a:extLst>
              </p:cNvPr>
              <p:cNvSpPr>
                <a:spLocks noGrp="1"/>
              </p:cNvSpPr>
              <p:nvPr/>
            </p:nvSpPr>
            <p:spPr>
              <a:xfrm>
                <a:off x="23369588" y="6549628"/>
                <a:ext cx="709613" cy="5953"/>
              </a:xfrm>
              <a:prstGeom prst="rect">
                <a:avLst/>
              </a:prstGeom>
              <a:solidFill>
                <a:srgbClr val="DCE8ED"/>
              </a:solidFill>
              <a:ln w="0">
                <a:noFill/>
                <a:prstDash val="solid"/>
              </a:ln>
            </p:spPr>
          </p:sp>
          <p:sp>
            <p:nvSpPr>
              <p:cNvPr id="3077" name="four:temporal-output:rotated-tₙ-cell-103:3077">
                <a:extLst>
                  <a:ext uri="{FF2B5EF4-FFF2-40B4-BE49-F238E27FC236}">
                    <ns2:creationId id="{EFF2D95B-CFD4-4F37-9537-6AEAD3680B7F}"/>
                  </a:ext>
                </a:extLst>
              </p:cNvPr>
              <p:cNvSpPr>
                <a:spLocks noGrp="1"/>
              </p:cNvSpPr>
              <p:nvPr/>
            </p:nvSpPr>
            <p:spPr>
              <a:xfrm>
                <a:off x="23369588" y="6543675"/>
                <a:ext cx="709613" cy="5953"/>
              </a:xfrm>
              <a:prstGeom prst="rect">
                <a:avLst/>
              </a:prstGeom>
              <a:solidFill>
                <a:srgbClr val="DCE8ED"/>
              </a:solidFill>
              <a:ln w="0">
                <a:noFill/>
                <a:prstDash val="solid"/>
              </a:ln>
            </p:spPr>
          </p:sp>
          <p:sp>
            <p:nvSpPr>
              <p:cNvPr id="3078" name="four:temporal-output:rotated-tₙ-cell-104:3078">
                <a:extLst>
                  <a:ext uri="{FF2B5EF4-FFF2-40B4-BE49-F238E27FC236}">
                    <ns2:creationId id="{CF0AAE0D-51BD-445D-8591-FFD757547BCE}"/>
                  </a:ext>
                </a:extLst>
              </p:cNvPr>
              <p:cNvSpPr>
                <a:spLocks noGrp="1"/>
              </p:cNvSpPr>
              <p:nvPr/>
            </p:nvSpPr>
            <p:spPr>
              <a:xfrm>
                <a:off x="23369588" y="6537722"/>
                <a:ext cx="709613" cy="5953"/>
              </a:xfrm>
              <a:prstGeom prst="rect">
                <a:avLst/>
              </a:prstGeom>
              <a:solidFill>
                <a:srgbClr val="DCE8ED"/>
              </a:solidFill>
              <a:ln w="0">
                <a:noFill/>
                <a:prstDash val="solid"/>
              </a:ln>
            </p:spPr>
          </p:sp>
          <p:sp>
            <p:nvSpPr>
              <p:cNvPr id="3079" name="four:temporal-output:rotated-tₙ-cell-105:3079">
                <a:extLst>
                  <a:ext uri="{FF2B5EF4-FFF2-40B4-BE49-F238E27FC236}">
                    <ns2:creationId id="{CA753176-0BB8-413B-9FF2-F6B6BF2A6C6C}"/>
                  </a:ext>
                </a:extLst>
              </p:cNvPr>
              <p:cNvSpPr>
                <a:spLocks noGrp="1"/>
              </p:cNvSpPr>
              <p:nvPr/>
            </p:nvSpPr>
            <p:spPr>
              <a:xfrm>
                <a:off x="23369588" y="6531769"/>
                <a:ext cx="709613" cy="5953"/>
              </a:xfrm>
              <a:prstGeom prst="rect">
                <a:avLst/>
              </a:prstGeom>
              <a:solidFill>
                <a:srgbClr val="DCE8ED"/>
              </a:solidFill>
              <a:ln w="0">
                <a:noFill/>
                <a:prstDash val="solid"/>
              </a:ln>
            </p:spPr>
          </p:sp>
          <p:sp>
            <p:nvSpPr>
              <p:cNvPr id="3080" name="four:temporal-output:rotated-tₙ-cell-106:3080">
                <a:extLst>
                  <a:ext uri="{FF2B5EF4-FFF2-40B4-BE49-F238E27FC236}">
                    <ns2:creationId id="{C7FD0BC9-8289-49EA-8389-D9BD13C9CD59}"/>
                  </a:ext>
                </a:extLst>
              </p:cNvPr>
              <p:cNvSpPr>
                <a:spLocks noGrp="1"/>
              </p:cNvSpPr>
              <p:nvPr/>
            </p:nvSpPr>
            <p:spPr>
              <a:xfrm>
                <a:off x="23369588" y="6525816"/>
                <a:ext cx="709613" cy="5953"/>
              </a:xfrm>
              <a:prstGeom prst="rect">
                <a:avLst/>
              </a:prstGeom>
              <a:solidFill>
                <a:srgbClr val="DCE8ED"/>
              </a:solidFill>
              <a:ln w="0">
                <a:noFill/>
                <a:prstDash val="solid"/>
              </a:ln>
            </p:spPr>
          </p:sp>
          <p:sp>
            <p:nvSpPr>
              <p:cNvPr id="3081" name="four:temporal-output:rotated-tₙ-cell-107:3081">
                <a:extLst>
                  <a:ext uri="{FF2B5EF4-FFF2-40B4-BE49-F238E27FC236}">
                    <ns2:creationId id="{362E9324-1348-4603-9221-D8364BAD67BB}"/>
                  </a:ext>
                </a:extLst>
              </p:cNvPr>
              <p:cNvSpPr>
                <a:spLocks noGrp="1"/>
              </p:cNvSpPr>
              <p:nvPr/>
            </p:nvSpPr>
            <p:spPr>
              <a:xfrm>
                <a:off x="23369588" y="6519863"/>
                <a:ext cx="709613" cy="5953"/>
              </a:xfrm>
              <a:prstGeom prst="rect">
                <a:avLst/>
              </a:prstGeom>
              <a:solidFill>
                <a:srgbClr val="DCE8ED"/>
              </a:solidFill>
              <a:ln w="0">
                <a:noFill/>
                <a:prstDash val="solid"/>
              </a:ln>
            </p:spPr>
          </p:sp>
          <p:sp>
            <p:nvSpPr>
              <p:cNvPr id="3082" name="four:temporal-output:rotated-tₙ-cell-108:3082">
                <a:extLst>
                  <a:ext uri="{FF2B5EF4-FFF2-40B4-BE49-F238E27FC236}">
                    <ns2:creationId id="{63D1B9E0-2070-4D12-86D9-B63D2A3123E7}"/>
                  </a:ext>
                </a:extLst>
              </p:cNvPr>
              <p:cNvSpPr>
                <a:spLocks noGrp="1"/>
              </p:cNvSpPr>
              <p:nvPr/>
            </p:nvSpPr>
            <p:spPr>
              <a:xfrm>
                <a:off x="23369588" y="6513909"/>
                <a:ext cx="709613" cy="5953"/>
              </a:xfrm>
              <a:prstGeom prst="rect">
                <a:avLst/>
              </a:prstGeom>
              <a:solidFill>
                <a:srgbClr val="DCE8ED"/>
              </a:solidFill>
              <a:ln w="0">
                <a:noFill/>
                <a:prstDash val="solid"/>
              </a:ln>
            </p:spPr>
          </p:sp>
          <p:sp>
            <p:nvSpPr>
              <p:cNvPr id="3083" name="four:temporal-output:rotated-tₙ-cell-109:3083">
                <a:extLst>
                  <a:ext uri="{FF2B5EF4-FFF2-40B4-BE49-F238E27FC236}">
                    <ns2:creationId id="{6CF229BC-DC48-4F79-A97B-1913A47E2D9B}"/>
                  </a:ext>
                </a:extLst>
              </p:cNvPr>
              <p:cNvSpPr>
                <a:spLocks noGrp="1"/>
              </p:cNvSpPr>
              <p:nvPr/>
            </p:nvSpPr>
            <p:spPr>
              <a:xfrm>
                <a:off x="23369588" y="6507956"/>
                <a:ext cx="709613" cy="5953"/>
              </a:xfrm>
              <a:prstGeom prst="rect">
                <a:avLst/>
              </a:prstGeom>
              <a:solidFill>
                <a:srgbClr val="DCE8ED"/>
              </a:solidFill>
              <a:ln w="0">
                <a:noFill/>
                <a:prstDash val="solid"/>
              </a:ln>
            </p:spPr>
          </p:sp>
          <p:sp>
            <p:nvSpPr>
              <p:cNvPr id="3084" name="four:temporal-output:rotated-tₙ-cell-110:3084">
                <a:extLst>
                  <a:ext uri="{FF2B5EF4-FFF2-40B4-BE49-F238E27FC236}">
                    <ns2:creationId id="{F425C43A-92C2-4139-BD20-FE1F63FC82C2}"/>
                  </a:ext>
                </a:extLst>
              </p:cNvPr>
              <p:cNvSpPr>
                <a:spLocks noGrp="1"/>
              </p:cNvSpPr>
              <p:nvPr/>
            </p:nvSpPr>
            <p:spPr>
              <a:xfrm>
                <a:off x="23369588" y="6502003"/>
                <a:ext cx="709613" cy="5953"/>
              </a:xfrm>
              <a:prstGeom prst="rect">
                <a:avLst/>
              </a:prstGeom>
              <a:solidFill>
                <a:srgbClr val="DBE7ED"/>
              </a:solidFill>
              <a:ln w="0">
                <a:noFill/>
                <a:prstDash val="solid"/>
              </a:ln>
            </p:spPr>
          </p:sp>
          <p:sp>
            <p:nvSpPr>
              <p:cNvPr id="3085" name="four:temporal-output:rotated-tₙ-cell-111:3085">
                <a:extLst>
                  <a:ext uri="{FF2B5EF4-FFF2-40B4-BE49-F238E27FC236}">
                    <ns2:creationId id="{A17AD00C-E641-4525-B5A2-DC5C05E21467}"/>
                  </a:ext>
                </a:extLst>
              </p:cNvPr>
              <p:cNvSpPr>
                <a:spLocks noGrp="1"/>
              </p:cNvSpPr>
              <p:nvPr/>
            </p:nvSpPr>
            <p:spPr>
              <a:xfrm>
                <a:off x="23369588" y="6496050"/>
                <a:ext cx="709613" cy="5953"/>
              </a:xfrm>
              <a:prstGeom prst="rect">
                <a:avLst/>
              </a:prstGeom>
              <a:solidFill>
                <a:srgbClr val="D0E0E7"/>
              </a:solidFill>
              <a:ln w="0">
                <a:noFill/>
                <a:prstDash val="solid"/>
              </a:ln>
            </p:spPr>
          </p:sp>
          <p:sp>
            <p:nvSpPr>
              <p:cNvPr id="3086" name="four:temporal-output:rotated-tₙ-cell-112:3086">
                <a:extLst>
                  <a:ext uri="{FF2B5EF4-FFF2-40B4-BE49-F238E27FC236}">
                    <ns2:creationId id="{FDD47210-A7B1-4D9E-BCD8-2ECD62F6C655}"/>
                  </a:ext>
                </a:extLst>
              </p:cNvPr>
              <p:cNvSpPr>
                <a:spLocks noGrp="1"/>
              </p:cNvSpPr>
              <p:nvPr/>
            </p:nvSpPr>
            <p:spPr>
              <a:xfrm>
                <a:off x="23369588" y="6490097"/>
                <a:ext cx="709613" cy="5953"/>
              </a:xfrm>
              <a:prstGeom prst="rect">
                <a:avLst/>
              </a:prstGeom>
              <a:solidFill>
                <a:srgbClr val="ABCEE0"/>
              </a:solidFill>
              <a:ln w="0">
                <a:noFill/>
                <a:prstDash val="solid"/>
              </a:ln>
            </p:spPr>
          </p:sp>
          <p:sp>
            <p:nvSpPr>
              <p:cNvPr id="3087" name="four:temporal-output:rotated-tₙ-cell-113:3087">
                <a:extLst>
                  <a:ext uri="{FF2B5EF4-FFF2-40B4-BE49-F238E27FC236}">
                    <ns2:creationId id="{8C836632-B52B-4CBA-9FFE-84E35485AE53}"/>
                  </a:ext>
                </a:extLst>
              </p:cNvPr>
              <p:cNvSpPr>
                <a:spLocks noGrp="1"/>
              </p:cNvSpPr>
              <p:nvPr/>
            </p:nvSpPr>
            <p:spPr>
              <a:xfrm>
                <a:off x="23369588" y="6484144"/>
                <a:ext cx="709613" cy="5953"/>
              </a:xfrm>
              <a:prstGeom prst="rect">
                <a:avLst/>
              </a:prstGeom>
              <a:solidFill>
                <a:srgbClr val="84B9D5"/>
              </a:solidFill>
              <a:ln w="0">
                <a:noFill/>
                <a:prstDash val="solid"/>
              </a:ln>
            </p:spPr>
          </p:sp>
          <p:sp>
            <p:nvSpPr>
              <p:cNvPr id="3088" name="four:temporal-output:rotated-tₙ-cell-114:3088">
                <a:extLst>
                  <a:ext uri="{FF2B5EF4-FFF2-40B4-BE49-F238E27FC236}">
                    <ns2:creationId id="{A0B6F800-CC2A-4C9E-A5B0-7082C4ECF8E5}"/>
                  </a:ext>
                </a:extLst>
              </p:cNvPr>
              <p:cNvSpPr>
                <a:spLocks noGrp="1"/>
              </p:cNvSpPr>
              <p:nvPr/>
            </p:nvSpPr>
            <p:spPr>
              <a:xfrm>
                <a:off x="23369588" y="6478191"/>
                <a:ext cx="709613" cy="5953"/>
              </a:xfrm>
              <a:prstGeom prst="rect">
                <a:avLst/>
              </a:prstGeom>
              <a:solidFill>
                <a:srgbClr val="58A1CA"/>
              </a:solidFill>
              <a:ln w="0">
                <a:noFill/>
                <a:prstDash val="solid"/>
              </a:ln>
            </p:spPr>
          </p:sp>
          <p:sp>
            <p:nvSpPr>
              <p:cNvPr id="3089" name="four:temporal-output:rotated-tₙ-cell-115:3089">
                <a:extLst>
                  <a:ext uri="{FF2B5EF4-FFF2-40B4-BE49-F238E27FC236}">
                    <ns2:creationId id="{9AB61D45-F563-47F0-A6A1-EB423B0549DF}"/>
                  </a:ext>
                </a:extLst>
              </p:cNvPr>
              <p:cNvSpPr>
                <a:spLocks noGrp="1"/>
              </p:cNvSpPr>
              <p:nvPr/>
            </p:nvSpPr>
            <p:spPr>
              <a:xfrm>
                <a:off x="23369588" y="6472238"/>
                <a:ext cx="709613" cy="5953"/>
              </a:xfrm>
              <a:prstGeom prst="rect">
                <a:avLst/>
              </a:prstGeom>
              <a:solidFill>
                <a:srgbClr val="318CBF"/>
              </a:solidFill>
              <a:ln w="0">
                <a:noFill/>
                <a:prstDash val="solid"/>
              </a:ln>
            </p:spPr>
          </p:sp>
          <p:sp>
            <p:nvSpPr>
              <p:cNvPr id="3090" name="four:temporal-output:rotated-tₙ-cell-116:3090">
                <a:extLst>
                  <a:ext uri="{FF2B5EF4-FFF2-40B4-BE49-F238E27FC236}">
                    <ns2:creationId id="{61A384DE-7DBC-4C8D-A9EB-2E8C43828782}"/>
                  </a:ext>
                </a:extLst>
              </p:cNvPr>
              <p:cNvSpPr>
                <a:spLocks noGrp="1"/>
              </p:cNvSpPr>
              <p:nvPr/>
            </p:nvSpPr>
            <p:spPr>
              <a:xfrm>
                <a:off x="23369588" y="6466284"/>
                <a:ext cx="709613" cy="5953"/>
              </a:xfrm>
              <a:prstGeom prst="rect">
                <a:avLst/>
              </a:prstGeom>
              <a:solidFill>
                <a:srgbClr val="127CB7"/>
              </a:solidFill>
              <a:ln w="0">
                <a:noFill/>
                <a:prstDash val="solid"/>
              </a:ln>
            </p:spPr>
          </p:sp>
          <p:sp>
            <p:nvSpPr>
              <p:cNvPr id="3091" name="four:temporal-output:rotated-tₙ-cell-117:3091">
                <a:extLst>
                  <a:ext uri="{FF2B5EF4-FFF2-40B4-BE49-F238E27FC236}">
                    <ns2:creationId id="{19249596-51B8-452D-AA42-34BE32E5CF81}"/>
                  </a:ext>
                </a:extLst>
              </p:cNvPr>
              <p:cNvSpPr>
                <a:spLocks noGrp="1"/>
              </p:cNvSpPr>
              <p:nvPr/>
            </p:nvSpPr>
            <p:spPr>
              <a:xfrm>
                <a:off x="23369588" y="6460331"/>
                <a:ext cx="709613" cy="5953"/>
              </a:xfrm>
              <a:prstGeom prst="rect">
                <a:avLst/>
              </a:prstGeom>
              <a:solidFill>
                <a:srgbClr val="0173B2"/>
              </a:solidFill>
              <a:ln w="0">
                <a:noFill/>
                <a:prstDash val="solid"/>
              </a:ln>
            </p:spPr>
          </p:sp>
          <p:sp>
            <p:nvSpPr>
              <p:cNvPr id="3092" name="four:temporal-output:rotated-tₙ-cell-118:3092">
                <a:extLst>
                  <a:ext uri="{FF2B5EF4-FFF2-40B4-BE49-F238E27FC236}">
                    <ns2:creationId id="{D48B8C5C-49E4-42E6-914B-EB9697C1304C}"/>
                  </a:ext>
                </a:extLst>
              </p:cNvPr>
              <p:cNvSpPr>
                <a:spLocks noGrp="1"/>
              </p:cNvSpPr>
              <p:nvPr/>
            </p:nvSpPr>
            <p:spPr>
              <a:xfrm>
                <a:off x="23369588" y="6454378"/>
                <a:ext cx="709613" cy="5953"/>
              </a:xfrm>
              <a:prstGeom prst="rect">
                <a:avLst/>
              </a:prstGeom>
              <a:solidFill>
                <a:srgbClr val="0072B2"/>
              </a:solidFill>
              <a:ln w="0">
                <a:noFill/>
                <a:prstDash val="solid"/>
              </a:ln>
            </p:spPr>
          </p:sp>
          <p:sp>
            <p:nvSpPr>
              <p:cNvPr id="3093" name="four:temporal-output:rotated-tₙ-cell-119:3093">
                <a:extLst>
                  <a:ext uri="{FF2B5EF4-FFF2-40B4-BE49-F238E27FC236}">
                    <ns2:creationId id="{159DB6F6-3800-46CE-A40C-AD96FA85C995}"/>
                  </a:ext>
                </a:extLst>
              </p:cNvPr>
              <p:cNvSpPr>
                <a:spLocks noGrp="1"/>
              </p:cNvSpPr>
              <p:nvPr/>
            </p:nvSpPr>
            <p:spPr>
              <a:xfrm>
                <a:off x="23369588" y="6448425"/>
                <a:ext cx="709613" cy="5953"/>
              </a:xfrm>
              <a:prstGeom prst="rect">
                <a:avLst/>
              </a:prstGeom>
              <a:solidFill>
                <a:srgbClr val="0072B2"/>
              </a:solidFill>
              <a:ln w="0">
                <a:noFill/>
                <a:prstDash val="solid"/>
              </a:ln>
            </p:spPr>
          </p:sp>
          <p:sp>
            <p:nvSpPr>
              <p:cNvPr id="3094" name="four:temporal-output:rotated-tₙ-cell-120:3094">
                <a:extLst>
                  <a:ext uri="{FF2B5EF4-FFF2-40B4-BE49-F238E27FC236}">
                    <ns2:creationId id="{474A75C0-0362-4DA6-994E-F99D9A08CE2F}"/>
                  </a:ext>
                </a:extLst>
              </p:cNvPr>
              <p:cNvSpPr>
                <a:spLocks noGrp="1"/>
              </p:cNvSpPr>
              <p:nvPr/>
            </p:nvSpPr>
            <p:spPr>
              <a:xfrm>
                <a:off x="23369588" y="6442472"/>
                <a:ext cx="709613" cy="5953"/>
              </a:xfrm>
              <a:prstGeom prst="rect">
                <a:avLst/>
              </a:prstGeom>
              <a:solidFill>
                <a:srgbClr val="0072B2"/>
              </a:solidFill>
              <a:ln w="0">
                <a:noFill/>
                <a:prstDash val="solid"/>
              </a:ln>
            </p:spPr>
          </p:sp>
          <p:sp>
            <p:nvSpPr>
              <p:cNvPr id="3095" name="four:temporal-output:rotated-tₙ-cell-121:3095">
                <a:extLst>
                  <a:ext uri="{FF2B5EF4-FFF2-40B4-BE49-F238E27FC236}">
                    <ns2:creationId id="{19D28CAC-FFF1-4083-A387-A59F8C624DBD}"/>
                  </a:ext>
                </a:extLst>
              </p:cNvPr>
              <p:cNvSpPr>
                <a:spLocks noGrp="1"/>
              </p:cNvSpPr>
              <p:nvPr/>
            </p:nvSpPr>
            <p:spPr>
              <a:xfrm>
                <a:off x="23369588" y="6436519"/>
                <a:ext cx="709613" cy="5953"/>
              </a:xfrm>
              <a:prstGeom prst="rect">
                <a:avLst/>
              </a:prstGeom>
              <a:solidFill>
                <a:srgbClr val="0072B2"/>
              </a:solidFill>
              <a:ln w="0">
                <a:noFill/>
                <a:prstDash val="solid"/>
              </a:ln>
            </p:spPr>
          </p:sp>
          <p:sp>
            <p:nvSpPr>
              <p:cNvPr id="3096" name="four:temporal-output:rotated-tₙ-cell-122:3096">
                <a:extLst>
                  <a:ext uri="{FF2B5EF4-FFF2-40B4-BE49-F238E27FC236}">
                    <ns2:creationId id="{2FEF067D-12E8-44DB-AEEA-8D5572F506B9}"/>
                  </a:ext>
                </a:extLst>
              </p:cNvPr>
              <p:cNvSpPr>
                <a:spLocks noGrp="1"/>
              </p:cNvSpPr>
              <p:nvPr/>
            </p:nvSpPr>
            <p:spPr>
              <a:xfrm>
                <a:off x="23369588" y="6430566"/>
                <a:ext cx="709613" cy="5953"/>
              </a:xfrm>
              <a:prstGeom prst="rect">
                <a:avLst/>
              </a:prstGeom>
              <a:solidFill>
                <a:srgbClr val="0072B2"/>
              </a:solidFill>
              <a:ln w="0">
                <a:noFill/>
                <a:prstDash val="solid"/>
              </a:ln>
            </p:spPr>
          </p:sp>
          <p:sp>
            <p:nvSpPr>
              <p:cNvPr id="3097" name="four:temporal-output:rotated-tₙ-cell-123:3097">
                <a:extLst>
                  <a:ext uri="{FF2B5EF4-FFF2-40B4-BE49-F238E27FC236}">
                    <ns2:creationId id="{BB43C8D4-0CEB-4A9E-9474-8F64407F11A0}"/>
                  </a:ext>
                </a:extLst>
              </p:cNvPr>
              <p:cNvSpPr>
                <a:spLocks noGrp="1"/>
              </p:cNvSpPr>
              <p:nvPr/>
            </p:nvSpPr>
            <p:spPr>
              <a:xfrm>
                <a:off x="23369588" y="6424613"/>
                <a:ext cx="709613" cy="5953"/>
              </a:xfrm>
              <a:prstGeom prst="rect">
                <a:avLst/>
              </a:prstGeom>
              <a:solidFill>
                <a:srgbClr val="0072B2"/>
              </a:solidFill>
              <a:ln w="0">
                <a:noFill/>
                <a:prstDash val="solid"/>
              </a:ln>
            </p:spPr>
          </p:sp>
          <p:sp>
            <p:nvSpPr>
              <p:cNvPr id="3098" name="four:temporal-output:rotated-tₙ-cell-124:3098">
                <a:extLst>
                  <a:ext uri="{FF2B5EF4-FFF2-40B4-BE49-F238E27FC236}">
                    <ns2:creationId id="{B04736F8-38A9-40D3-BB18-21B846C0974D}"/>
                  </a:ext>
                </a:extLst>
              </p:cNvPr>
              <p:cNvSpPr>
                <a:spLocks noGrp="1"/>
              </p:cNvSpPr>
              <p:nvPr/>
            </p:nvSpPr>
            <p:spPr>
              <a:xfrm>
                <a:off x="23369588" y="6418659"/>
                <a:ext cx="709613" cy="5953"/>
              </a:xfrm>
              <a:prstGeom prst="rect">
                <a:avLst/>
              </a:prstGeom>
              <a:solidFill>
                <a:srgbClr val="0072B2"/>
              </a:solidFill>
              <a:ln w="0">
                <a:noFill/>
                <a:prstDash val="solid"/>
              </a:ln>
            </p:spPr>
          </p:sp>
          <p:sp>
            <p:nvSpPr>
              <p:cNvPr id="3099" name="four:temporal-output:rotated-tₙ-cell-125:3099">
                <a:extLst>
                  <a:ext uri="{FF2B5EF4-FFF2-40B4-BE49-F238E27FC236}">
                    <ns2:creationId id="{DEB8647F-D250-4AFF-AA8C-9DFA03713836}"/>
                  </a:ext>
                </a:extLst>
              </p:cNvPr>
              <p:cNvSpPr>
                <a:spLocks noGrp="1"/>
              </p:cNvSpPr>
              <p:nvPr/>
            </p:nvSpPr>
            <p:spPr>
              <a:xfrm>
                <a:off x="23369588" y="6412706"/>
                <a:ext cx="709613" cy="5953"/>
              </a:xfrm>
              <a:prstGeom prst="rect">
                <a:avLst/>
              </a:prstGeom>
              <a:solidFill>
                <a:srgbClr val="0072B2"/>
              </a:solidFill>
              <a:ln w="0">
                <a:noFill/>
                <a:prstDash val="solid"/>
              </a:ln>
            </p:spPr>
          </p:sp>
          <p:sp>
            <p:nvSpPr>
              <p:cNvPr id="3100" name="four:temporal-output:rotated-tₙ-cell-126:3100">
                <a:extLst>
                  <a:ext uri="{FF2B5EF4-FFF2-40B4-BE49-F238E27FC236}">
                    <ns2:creationId id="{86787FEE-85F4-4905-8610-32EC893142D2}"/>
                  </a:ext>
                </a:extLst>
              </p:cNvPr>
              <p:cNvSpPr>
                <a:spLocks noGrp="1"/>
              </p:cNvSpPr>
              <p:nvPr/>
            </p:nvSpPr>
            <p:spPr>
              <a:xfrm>
                <a:off x="23369588" y="6406753"/>
                <a:ext cx="709613" cy="5953"/>
              </a:xfrm>
              <a:prstGeom prst="rect">
                <a:avLst/>
              </a:prstGeom>
              <a:solidFill>
                <a:srgbClr val="0072B2"/>
              </a:solidFill>
              <a:ln w="0">
                <a:noFill/>
                <a:prstDash val="solid"/>
              </a:ln>
            </p:spPr>
          </p:sp>
          <p:sp>
            <p:nvSpPr>
              <p:cNvPr id="3101" name="four:temporal-output:rotated-tₙ-cell-127:3101">
                <a:extLst>
                  <a:ext uri="{FF2B5EF4-FFF2-40B4-BE49-F238E27FC236}">
                    <ns2:creationId id="{04B820A5-5092-40CF-ACAB-A585386493CC}"/>
                  </a:ext>
                </a:extLst>
              </p:cNvPr>
              <p:cNvSpPr>
                <a:spLocks noGrp="1"/>
              </p:cNvSpPr>
              <p:nvPr/>
            </p:nvSpPr>
            <p:spPr>
              <a:xfrm>
                <a:off x="23369588" y="6400800"/>
                <a:ext cx="709613" cy="5953"/>
              </a:xfrm>
              <a:prstGeom prst="rect">
                <a:avLst/>
              </a:prstGeom>
              <a:solidFill>
                <a:srgbClr val="0072B2"/>
              </a:solidFill>
              <a:ln w="0">
                <a:noFill/>
                <a:prstDash val="solid"/>
              </a:ln>
            </p:spPr>
          </p:sp>
          <p:sp>
            <p:nvSpPr>
              <p:cNvPr id="3102" name="four:temporal-output:rotated-tₙ-cell-128:3102">
                <a:extLst>
                  <a:ext uri="{FF2B5EF4-FFF2-40B4-BE49-F238E27FC236}">
                    <ns2:creationId id="{B5DA8758-92FB-4704-846F-C21C1CA1FF9D}"/>
                  </a:ext>
                </a:extLst>
              </p:cNvPr>
              <p:cNvSpPr>
                <a:spLocks noGrp="1"/>
              </p:cNvSpPr>
              <p:nvPr/>
            </p:nvSpPr>
            <p:spPr>
              <a:xfrm>
                <a:off x="23369588" y="6394847"/>
                <a:ext cx="709613" cy="5953"/>
              </a:xfrm>
              <a:prstGeom prst="rect">
                <a:avLst/>
              </a:prstGeom>
              <a:solidFill>
                <a:srgbClr val="0072B2"/>
              </a:solidFill>
              <a:ln w="0">
                <a:noFill/>
                <a:prstDash val="solid"/>
              </a:ln>
            </p:spPr>
          </p:sp>
          <p:sp>
            <p:nvSpPr>
              <p:cNvPr id="3103" name="four:temporal-output:rotated-tₙ-cell-129:3103">
                <a:extLst>
                  <a:ext uri="{FF2B5EF4-FFF2-40B4-BE49-F238E27FC236}">
                    <ns2:creationId id="{2F8FE480-8A9D-454D-9937-7E128BD87850}"/>
                  </a:ext>
                </a:extLst>
              </p:cNvPr>
              <p:cNvSpPr>
                <a:spLocks noGrp="1"/>
              </p:cNvSpPr>
              <p:nvPr/>
            </p:nvSpPr>
            <p:spPr>
              <a:xfrm>
                <a:off x="23369588" y="6388894"/>
                <a:ext cx="709613" cy="5953"/>
              </a:xfrm>
              <a:prstGeom prst="rect">
                <a:avLst/>
              </a:prstGeom>
              <a:solidFill>
                <a:srgbClr val="0072B2"/>
              </a:solidFill>
              <a:ln w="0">
                <a:noFill/>
                <a:prstDash val="solid"/>
              </a:ln>
            </p:spPr>
          </p:sp>
          <p:sp>
            <p:nvSpPr>
              <p:cNvPr id="3104" name="four:temporal-output:rotated-tₙ-cell-130:3104">
                <a:extLst>
                  <a:ext uri="{FF2B5EF4-FFF2-40B4-BE49-F238E27FC236}">
                    <ns2:creationId id="{C30F5F4E-00C2-4341-98BC-3EABA7F8A9D5}"/>
                  </a:ext>
                </a:extLst>
              </p:cNvPr>
              <p:cNvSpPr>
                <a:spLocks noGrp="1"/>
              </p:cNvSpPr>
              <p:nvPr/>
            </p:nvSpPr>
            <p:spPr>
              <a:xfrm>
                <a:off x="23369588" y="6382941"/>
                <a:ext cx="709613" cy="5953"/>
              </a:xfrm>
              <a:prstGeom prst="rect">
                <a:avLst/>
              </a:prstGeom>
              <a:solidFill>
                <a:srgbClr val="0072B2"/>
              </a:solidFill>
              <a:ln w="0">
                <a:noFill/>
                <a:prstDash val="solid"/>
              </a:ln>
            </p:spPr>
          </p:sp>
          <p:sp>
            <p:nvSpPr>
              <p:cNvPr id="3105" name="four:temporal-output:rotated-tₙ-cell-131:3105">
                <a:extLst>
                  <a:ext uri="{FF2B5EF4-FFF2-40B4-BE49-F238E27FC236}">
                    <ns2:creationId id="{37BB7711-AC00-4D9D-BC78-3B6AA27D6CBD}"/>
                  </a:ext>
                </a:extLst>
              </p:cNvPr>
              <p:cNvSpPr>
                <a:spLocks noGrp="1"/>
              </p:cNvSpPr>
              <p:nvPr/>
            </p:nvSpPr>
            <p:spPr>
              <a:xfrm>
                <a:off x="23369588" y="6376988"/>
                <a:ext cx="709613" cy="5953"/>
              </a:xfrm>
              <a:prstGeom prst="rect">
                <a:avLst/>
              </a:prstGeom>
              <a:solidFill>
                <a:srgbClr val="0072B2"/>
              </a:solidFill>
              <a:ln w="0">
                <a:noFill/>
                <a:prstDash val="solid"/>
              </a:ln>
            </p:spPr>
          </p:sp>
          <p:sp>
            <p:nvSpPr>
              <p:cNvPr id="3106" name="four:temporal-output:rotated-tₙ-cell-132:3106">
                <a:extLst>
                  <a:ext uri="{FF2B5EF4-FFF2-40B4-BE49-F238E27FC236}">
                    <ns2:creationId id="{80E0DC3F-5870-4C48-96DB-605DFA0E7433}"/>
                  </a:ext>
                </a:extLst>
              </p:cNvPr>
              <p:cNvSpPr>
                <a:spLocks noGrp="1"/>
              </p:cNvSpPr>
              <p:nvPr/>
            </p:nvSpPr>
            <p:spPr>
              <a:xfrm>
                <a:off x="23369588" y="6371034"/>
                <a:ext cx="709613" cy="5953"/>
              </a:xfrm>
              <a:prstGeom prst="rect">
                <a:avLst/>
              </a:prstGeom>
              <a:solidFill>
                <a:srgbClr val="0575B3"/>
              </a:solidFill>
              <a:ln w="0">
                <a:noFill/>
                <a:prstDash val="solid"/>
              </a:ln>
            </p:spPr>
          </p:sp>
          <p:sp>
            <p:nvSpPr>
              <p:cNvPr id="3107" name="four:temporal-output:rotated-tₙ-cell-133:3107">
                <a:extLst>
                  <a:ext uri="{FF2B5EF4-FFF2-40B4-BE49-F238E27FC236}">
                    <ns2:creationId id="{7B729C9A-C26D-46FF-81AB-C0603444C9F9}"/>
                  </a:ext>
                </a:extLst>
              </p:cNvPr>
              <p:cNvSpPr>
                <a:spLocks noGrp="1"/>
              </p:cNvSpPr>
              <p:nvPr/>
            </p:nvSpPr>
            <p:spPr>
              <a:xfrm>
                <a:off x="23369588" y="6365081"/>
                <a:ext cx="709613" cy="5953"/>
              </a:xfrm>
              <a:prstGeom prst="rect">
                <a:avLst/>
              </a:prstGeom>
              <a:solidFill>
                <a:srgbClr val="167EB8"/>
              </a:solidFill>
              <a:ln w="0">
                <a:noFill/>
                <a:prstDash val="solid"/>
              </a:ln>
            </p:spPr>
          </p:sp>
          <p:sp>
            <p:nvSpPr>
              <p:cNvPr id="3108" name="four:temporal-output:rotated-tₙ-cell-134:3108">
                <a:extLst>
                  <a:ext uri="{FF2B5EF4-FFF2-40B4-BE49-F238E27FC236}">
                    <ns2:creationId id="{11C6F34E-4637-4B2B-9C6F-D21FA3711C4C}"/>
                  </a:ext>
                </a:extLst>
              </p:cNvPr>
              <p:cNvSpPr>
                <a:spLocks noGrp="1"/>
              </p:cNvSpPr>
              <p:nvPr/>
            </p:nvSpPr>
            <p:spPr>
              <a:xfrm>
                <a:off x="23369588" y="6359128"/>
                <a:ext cx="709613" cy="5953"/>
              </a:xfrm>
              <a:prstGeom prst="rect">
                <a:avLst/>
              </a:prstGeom>
              <a:solidFill>
                <a:srgbClr val="7698A5"/>
              </a:solidFill>
              <a:ln w="0">
                <a:noFill/>
                <a:prstDash val="solid"/>
              </a:ln>
            </p:spPr>
          </p:sp>
          <p:sp>
            <p:nvSpPr>
              <p:cNvPr id="3109" name="four:temporal-output:rotated-tₙ-cell-135:3109">
                <a:extLst>
                  <a:ext uri="{FF2B5EF4-FFF2-40B4-BE49-F238E27FC236}">
                    <ns2:creationId id="{D5624D55-04D2-4FDE-B4F6-FCF619CD6CF7}"/>
                  </a:ext>
                </a:extLst>
              </p:cNvPr>
              <p:cNvSpPr>
                <a:spLocks noGrp="1"/>
              </p:cNvSpPr>
              <p:nvPr/>
            </p:nvSpPr>
            <p:spPr>
              <a:xfrm>
                <a:off x="23369588" y="6353175"/>
                <a:ext cx="709613" cy="5953"/>
              </a:xfrm>
              <a:prstGeom prst="rect">
                <a:avLst/>
              </a:prstGeom>
              <a:solidFill>
                <a:srgbClr val="92A3A5"/>
              </a:solidFill>
              <a:ln w="0">
                <a:noFill/>
                <a:prstDash val="solid"/>
              </a:ln>
            </p:spPr>
          </p:sp>
          <p:sp>
            <p:nvSpPr>
              <p:cNvPr id="3110" name="four:temporal-output:rotated-tₙ-cell-136:3110">
                <a:extLst>
                  <a:ext uri="{FF2B5EF4-FFF2-40B4-BE49-F238E27FC236}">
                    <ns2:creationId id="{9DEA2AA2-457B-4E56-BD1A-9247BE982C87}"/>
                  </a:ext>
                </a:extLst>
              </p:cNvPr>
              <p:cNvSpPr>
                <a:spLocks noGrp="1"/>
              </p:cNvSpPr>
              <p:nvPr/>
            </p:nvSpPr>
            <p:spPr>
              <a:xfrm>
                <a:off x="23369588" y="6347222"/>
                <a:ext cx="709613" cy="5953"/>
              </a:xfrm>
              <a:prstGeom prst="rect">
                <a:avLst/>
              </a:prstGeom>
              <a:solidFill>
                <a:srgbClr val="AEAFA5"/>
              </a:solidFill>
              <a:ln w="0">
                <a:noFill/>
                <a:prstDash val="solid"/>
              </a:ln>
            </p:spPr>
          </p:sp>
          <p:sp>
            <p:nvSpPr>
              <p:cNvPr id="3111" name="four:temporal-output:rotated-tₙ-cell-137:3111">
                <a:extLst>
                  <a:ext uri="{FF2B5EF4-FFF2-40B4-BE49-F238E27FC236}">
                    <ns2:creationId id="{2EA72A2B-2EE1-4B3E-A5CF-824522DC789C}"/>
                  </a:ext>
                </a:extLst>
              </p:cNvPr>
              <p:cNvSpPr>
                <a:spLocks noGrp="1"/>
              </p:cNvSpPr>
              <p:nvPr/>
            </p:nvSpPr>
            <p:spPr>
              <a:xfrm>
                <a:off x="23369588" y="6341269"/>
                <a:ext cx="709613" cy="5953"/>
              </a:xfrm>
              <a:prstGeom prst="rect">
                <a:avLst/>
              </a:prstGeom>
              <a:solidFill>
                <a:srgbClr val="C7B9A5"/>
              </a:solidFill>
              <a:ln w="0">
                <a:noFill/>
                <a:prstDash val="solid"/>
              </a:ln>
            </p:spPr>
          </p:sp>
          <p:sp>
            <p:nvSpPr>
              <p:cNvPr id="3112" name="four:temporal-output:rotated-tₙ-cell-138:3112">
                <a:extLst>
                  <a:ext uri="{FF2B5EF4-FFF2-40B4-BE49-F238E27FC236}">
                    <ns2:creationId id="{B85AF518-65F8-49EA-88CA-E93C28C34F34}"/>
                  </a:ext>
                </a:extLst>
              </p:cNvPr>
              <p:cNvSpPr>
                <a:spLocks noGrp="1"/>
              </p:cNvSpPr>
              <p:nvPr/>
            </p:nvSpPr>
            <p:spPr>
              <a:xfrm>
                <a:off x="23369588" y="6335316"/>
                <a:ext cx="709613" cy="5953"/>
              </a:xfrm>
              <a:prstGeom prst="rect">
                <a:avLst/>
              </a:prstGeom>
              <a:solidFill>
                <a:srgbClr val="D4B3CB"/>
              </a:solidFill>
              <a:ln w="0">
                <a:noFill/>
                <a:prstDash val="solid"/>
              </a:ln>
            </p:spPr>
          </p:sp>
          <p:sp>
            <p:nvSpPr>
              <p:cNvPr id="3113" name="four:temporal-output:rotated-tₙ-cell-139:3113">
                <a:extLst>
                  <a:ext uri="{FF2B5EF4-FFF2-40B4-BE49-F238E27FC236}">
                    <ns2:creationId id="{A417B634-3031-4642-B91B-728BFD911ABC}"/>
                  </a:ext>
                </a:extLst>
              </p:cNvPr>
              <p:cNvSpPr>
                <a:spLocks noGrp="1"/>
              </p:cNvSpPr>
              <p:nvPr/>
            </p:nvSpPr>
            <p:spPr>
              <a:xfrm>
                <a:off x="23369588" y="6329363"/>
                <a:ext cx="709613" cy="5953"/>
              </a:xfrm>
              <a:prstGeom prst="rect">
                <a:avLst/>
              </a:prstGeom>
              <a:solidFill>
                <a:srgbClr val="D4B4CC"/>
              </a:solidFill>
              <a:ln w="0">
                <a:noFill/>
                <a:prstDash val="solid"/>
              </a:ln>
            </p:spPr>
          </p:sp>
          <p:sp>
            <p:nvSpPr>
              <p:cNvPr id="3114" name="four:temporal-output:rotated-tₙ-cell-140:3114">
                <a:extLst>
                  <a:ext uri="{FF2B5EF4-FFF2-40B4-BE49-F238E27FC236}">
                    <ns2:creationId id="{A20BB274-76C1-4350-B71F-AAA69668A436}"/>
                  </a:ext>
                </a:extLst>
              </p:cNvPr>
              <p:cNvSpPr>
                <a:spLocks noGrp="1"/>
              </p:cNvSpPr>
              <p:nvPr/>
            </p:nvSpPr>
            <p:spPr>
              <a:xfrm>
                <a:off x="23369588" y="6323409"/>
                <a:ext cx="709613" cy="5953"/>
              </a:xfrm>
              <a:prstGeom prst="rect">
                <a:avLst/>
              </a:prstGeom>
              <a:solidFill>
                <a:srgbClr val="D4B4CC"/>
              </a:solidFill>
              <a:ln w="0">
                <a:noFill/>
                <a:prstDash val="solid"/>
              </a:ln>
            </p:spPr>
          </p:sp>
          <p:sp>
            <p:nvSpPr>
              <p:cNvPr id="3115" name="four:temporal-output:rotated-tₙ-cell-141:3115">
                <a:extLst>
                  <a:ext uri="{FF2B5EF4-FFF2-40B4-BE49-F238E27FC236}">
                    <ns2:creationId id="{38227892-3BBE-4B9E-A005-13A9760DF89D}"/>
                  </a:ext>
                </a:extLst>
              </p:cNvPr>
              <p:cNvSpPr>
                <a:spLocks noGrp="1"/>
              </p:cNvSpPr>
              <p:nvPr/>
            </p:nvSpPr>
            <p:spPr>
              <a:xfrm>
                <a:off x="23369588" y="6317456"/>
                <a:ext cx="709613" cy="5953"/>
              </a:xfrm>
              <a:prstGeom prst="rect">
                <a:avLst/>
              </a:prstGeom>
              <a:solidFill>
                <a:srgbClr val="D4B4CC"/>
              </a:solidFill>
              <a:ln w="0">
                <a:noFill/>
                <a:prstDash val="solid"/>
              </a:ln>
            </p:spPr>
          </p:sp>
          <p:sp>
            <p:nvSpPr>
              <p:cNvPr id="3116" name="four:temporal-output:rotated-tₙ-cell-142:3116">
                <a:extLst>
                  <a:ext uri="{FF2B5EF4-FFF2-40B4-BE49-F238E27FC236}">
                    <ns2:creationId id="{D91BF388-512F-4C21-B33B-7A4F1924BD90}"/>
                  </a:ext>
                </a:extLst>
              </p:cNvPr>
              <p:cNvSpPr>
                <a:spLocks noGrp="1"/>
              </p:cNvSpPr>
              <p:nvPr/>
            </p:nvSpPr>
            <p:spPr>
              <a:xfrm>
                <a:off x="23369588" y="6311503"/>
                <a:ext cx="709613" cy="5953"/>
              </a:xfrm>
              <a:prstGeom prst="rect">
                <a:avLst/>
              </a:prstGeom>
              <a:solidFill>
                <a:srgbClr val="D4B4CC"/>
              </a:solidFill>
              <a:ln w="0">
                <a:noFill/>
                <a:prstDash val="solid"/>
              </a:ln>
            </p:spPr>
          </p:sp>
          <p:sp>
            <p:nvSpPr>
              <p:cNvPr id="3117" name="four:temporal-output:rotated-tₙ-cell-143:3117">
                <a:extLst>
                  <a:ext uri="{FF2B5EF4-FFF2-40B4-BE49-F238E27FC236}">
                    <ns2:creationId id="{C5D8B440-B6ED-494D-B4D3-6115038723D7}"/>
                  </a:ext>
                </a:extLst>
              </p:cNvPr>
              <p:cNvSpPr>
                <a:spLocks noGrp="1"/>
              </p:cNvSpPr>
              <p:nvPr/>
            </p:nvSpPr>
            <p:spPr>
              <a:xfrm>
                <a:off x="23369588" y="6305550"/>
                <a:ext cx="709613" cy="5953"/>
              </a:xfrm>
              <a:prstGeom prst="rect">
                <a:avLst/>
              </a:prstGeom>
              <a:solidFill>
                <a:srgbClr val="D4B4CC"/>
              </a:solidFill>
              <a:ln w="0">
                <a:noFill/>
                <a:prstDash val="solid"/>
              </a:ln>
            </p:spPr>
          </p:sp>
          <p:sp>
            <p:nvSpPr>
              <p:cNvPr id="3118" name="four:temporal-output:rotated-tₙ-cell-144:3118">
                <a:extLst>
                  <a:ext uri="{FF2B5EF4-FFF2-40B4-BE49-F238E27FC236}">
                    <ns2:creationId id="{D16DD093-8052-4A24-9155-493F6EAEED5B}"/>
                  </a:ext>
                </a:extLst>
              </p:cNvPr>
              <p:cNvSpPr>
                <a:spLocks noGrp="1"/>
              </p:cNvSpPr>
              <p:nvPr/>
            </p:nvSpPr>
            <p:spPr>
              <a:xfrm>
                <a:off x="23369588" y="6299597"/>
                <a:ext cx="709613" cy="5953"/>
              </a:xfrm>
              <a:prstGeom prst="rect">
                <a:avLst/>
              </a:prstGeom>
              <a:solidFill>
                <a:srgbClr val="D4B4CC"/>
              </a:solidFill>
              <a:ln w="0">
                <a:noFill/>
                <a:prstDash val="solid"/>
              </a:ln>
            </p:spPr>
          </p:sp>
          <p:sp>
            <p:nvSpPr>
              <p:cNvPr id="3119" name="four:temporal-output:rotated-tₙ-cell-145:3119">
                <a:extLst>
                  <a:ext uri="{FF2B5EF4-FFF2-40B4-BE49-F238E27FC236}">
                    <ns2:creationId id="{6450ABB3-F9C9-4192-A168-E897DA10A182}"/>
                  </a:ext>
                </a:extLst>
              </p:cNvPr>
              <p:cNvSpPr>
                <a:spLocks noGrp="1"/>
              </p:cNvSpPr>
              <p:nvPr/>
            </p:nvSpPr>
            <p:spPr>
              <a:xfrm>
                <a:off x="23369588" y="6293644"/>
                <a:ext cx="709613" cy="5953"/>
              </a:xfrm>
              <a:prstGeom prst="rect">
                <a:avLst/>
              </a:prstGeom>
              <a:solidFill>
                <a:srgbClr val="D4B4CC"/>
              </a:solidFill>
              <a:ln w="0">
                <a:noFill/>
                <a:prstDash val="solid"/>
              </a:ln>
            </p:spPr>
          </p:sp>
          <p:sp>
            <p:nvSpPr>
              <p:cNvPr id="3120" name="four:temporal-output:rotated-tₙ-cell-146:3120">
                <a:extLst>
                  <a:ext uri="{FF2B5EF4-FFF2-40B4-BE49-F238E27FC236}">
                    <ns2:creationId id="{AA5E92B3-7E6F-4E54-BE71-1212681ACABF}"/>
                  </a:ext>
                </a:extLst>
              </p:cNvPr>
              <p:cNvSpPr>
                <a:spLocks noGrp="1"/>
              </p:cNvSpPr>
              <p:nvPr/>
            </p:nvSpPr>
            <p:spPr>
              <a:xfrm>
                <a:off x="23369588" y="6287691"/>
                <a:ext cx="709613" cy="5953"/>
              </a:xfrm>
              <a:prstGeom prst="rect">
                <a:avLst/>
              </a:prstGeom>
              <a:solidFill>
                <a:srgbClr val="D4B4CC"/>
              </a:solidFill>
              <a:ln w="0">
                <a:noFill/>
                <a:prstDash val="solid"/>
              </a:ln>
            </p:spPr>
          </p:sp>
          <p:sp>
            <p:nvSpPr>
              <p:cNvPr id="3121" name="four:temporal-output:rotated-tₙ-cell-147:3121">
                <a:extLst>
                  <a:ext uri="{FF2B5EF4-FFF2-40B4-BE49-F238E27FC236}">
                    <ns2:creationId id="{EC64D81C-0BEF-4E43-BA4D-C5A9A221B8A1}"/>
                  </a:ext>
                </a:extLst>
              </p:cNvPr>
              <p:cNvSpPr>
                <a:spLocks noGrp="1"/>
              </p:cNvSpPr>
              <p:nvPr/>
            </p:nvSpPr>
            <p:spPr>
              <a:xfrm>
                <a:off x="23369588" y="6281738"/>
                <a:ext cx="709613" cy="5953"/>
              </a:xfrm>
              <a:prstGeom prst="rect">
                <a:avLst/>
              </a:prstGeom>
              <a:solidFill>
                <a:srgbClr val="D4B4CC"/>
              </a:solidFill>
              <a:ln w="0">
                <a:noFill/>
                <a:prstDash val="solid"/>
              </a:ln>
            </p:spPr>
          </p:sp>
          <p:sp>
            <p:nvSpPr>
              <p:cNvPr id="3122" name="four:temporal-output:rotated-tₙ-cell-148:3122">
                <a:extLst>
                  <a:ext uri="{FF2B5EF4-FFF2-40B4-BE49-F238E27FC236}">
                    <ns2:creationId id="{BE7B6768-0811-44F9-BA17-2BD95ECDCDBA}"/>
                  </a:ext>
                </a:extLst>
              </p:cNvPr>
              <p:cNvSpPr>
                <a:spLocks noGrp="1"/>
              </p:cNvSpPr>
              <p:nvPr/>
            </p:nvSpPr>
            <p:spPr>
              <a:xfrm>
                <a:off x="23369588" y="6275784"/>
                <a:ext cx="709613" cy="5953"/>
              </a:xfrm>
              <a:prstGeom prst="rect">
                <a:avLst/>
              </a:prstGeom>
              <a:solidFill>
                <a:srgbClr val="D4B4CC"/>
              </a:solidFill>
              <a:ln w="0">
                <a:noFill/>
                <a:prstDash val="solid"/>
              </a:ln>
            </p:spPr>
          </p:sp>
          <p:sp>
            <p:nvSpPr>
              <p:cNvPr id="3123" name="four:temporal-output:rotated-tₙ-cell-149:3123">
                <a:extLst>
                  <a:ext uri="{FF2B5EF4-FFF2-40B4-BE49-F238E27FC236}">
                    <ns2:creationId id="{0F82E725-66EE-4BBF-997F-43901E3DB1BD}"/>
                  </a:ext>
                </a:extLst>
              </p:cNvPr>
              <p:cNvSpPr>
                <a:spLocks noGrp="1"/>
              </p:cNvSpPr>
              <p:nvPr/>
            </p:nvSpPr>
            <p:spPr>
              <a:xfrm>
                <a:off x="23369588" y="6269831"/>
                <a:ext cx="709613" cy="5953"/>
              </a:xfrm>
              <a:prstGeom prst="rect">
                <a:avLst/>
              </a:prstGeom>
              <a:solidFill>
                <a:srgbClr val="D4B4CC"/>
              </a:solidFill>
              <a:ln w="0">
                <a:noFill/>
                <a:prstDash val="solid"/>
              </a:ln>
            </p:spPr>
          </p:sp>
          <p:sp>
            <p:nvSpPr>
              <p:cNvPr id="3124" name="four:temporal-output:rotated-tₙ-cell-150:3124">
                <a:extLst>
                  <a:ext uri="{FF2B5EF4-FFF2-40B4-BE49-F238E27FC236}">
                    <ns2:creationId id="{CB6AEB38-9281-4BD5-81C4-539099E555A7}"/>
                  </a:ext>
                </a:extLst>
              </p:cNvPr>
              <p:cNvSpPr>
                <a:spLocks noGrp="1"/>
              </p:cNvSpPr>
              <p:nvPr/>
            </p:nvSpPr>
            <p:spPr>
              <a:xfrm>
                <a:off x="23369588" y="6263878"/>
                <a:ext cx="709613" cy="5953"/>
              </a:xfrm>
              <a:prstGeom prst="rect">
                <a:avLst/>
              </a:prstGeom>
              <a:solidFill>
                <a:srgbClr val="D4B4CC"/>
              </a:solidFill>
              <a:ln w="0">
                <a:noFill/>
                <a:prstDash val="solid"/>
              </a:ln>
            </p:spPr>
          </p:sp>
          <p:sp>
            <p:nvSpPr>
              <p:cNvPr id="3125" name="four:temporal-output:rotated-tₙ-cell-151:3125">
                <a:extLst>
                  <a:ext uri="{FF2B5EF4-FFF2-40B4-BE49-F238E27FC236}">
                    <ns2:creationId id="{4820D7D7-29B1-4AEF-8713-B351E1A50AC3}"/>
                  </a:ext>
                </a:extLst>
              </p:cNvPr>
              <p:cNvSpPr>
                <a:spLocks noGrp="1"/>
              </p:cNvSpPr>
              <p:nvPr/>
            </p:nvSpPr>
            <p:spPr>
              <a:xfrm>
                <a:off x="23369588" y="6257925"/>
                <a:ext cx="709613" cy="5953"/>
              </a:xfrm>
              <a:prstGeom prst="rect">
                <a:avLst/>
              </a:prstGeom>
              <a:solidFill>
                <a:srgbClr val="D4B4CC"/>
              </a:solidFill>
              <a:ln w="0">
                <a:noFill/>
                <a:prstDash val="solid"/>
              </a:ln>
            </p:spPr>
          </p:sp>
          <p:sp>
            <p:nvSpPr>
              <p:cNvPr id="3126" name="four:temporal-output:rotated-tₙ-cell-152:3126">
                <a:extLst>
                  <a:ext uri="{FF2B5EF4-FFF2-40B4-BE49-F238E27FC236}">
                    <ns2:creationId id="{EC31B565-4A34-4C52-937C-EBCD494F4FD7}"/>
                  </a:ext>
                </a:extLst>
              </p:cNvPr>
              <p:cNvSpPr>
                <a:spLocks noGrp="1"/>
              </p:cNvSpPr>
              <p:nvPr/>
            </p:nvSpPr>
            <p:spPr>
              <a:xfrm>
                <a:off x="23369588" y="6251972"/>
                <a:ext cx="709613" cy="5953"/>
              </a:xfrm>
              <a:prstGeom prst="rect">
                <a:avLst/>
              </a:prstGeom>
              <a:solidFill>
                <a:srgbClr val="D4B4CC"/>
              </a:solidFill>
              <a:ln w="0">
                <a:noFill/>
                <a:prstDash val="solid"/>
              </a:ln>
            </p:spPr>
          </p:sp>
          <p:sp>
            <p:nvSpPr>
              <p:cNvPr id="3127" name="four:temporal-output:rotated-tₙ-cell-153:3127">
                <a:extLst>
                  <a:ext uri="{FF2B5EF4-FFF2-40B4-BE49-F238E27FC236}">
                    <ns2:creationId id="{9568CCF6-BA55-4F73-943B-4311A121E8C1}"/>
                  </a:ext>
                </a:extLst>
              </p:cNvPr>
              <p:cNvSpPr>
                <a:spLocks noGrp="1"/>
              </p:cNvSpPr>
              <p:nvPr/>
            </p:nvSpPr>
            <p:spPr>
              <a:xfrm>
                <a:off x="23369588" y="6246019"/>
                <a:ext cx="709613" cy="5953"/>
              </a:xfrm>
              <a:prstGeom prst="rect">
                <a:avLst/>
              </a:prstGeom>
              <a:solidFill>
                <a:srgbClr val="D4B4CC"/>
              </a:solidFill>
              <a:ln w="0">
                <a:noFill/>
                <a:prstDash val="solid"/>
              </a:ln>
            </p:spPr>
          </p:sp>
          <p:sp>
            <p:nvSpPr>
              <p:cNvPr id="3128" name="four:temporal-output:rotated-tₙ-cell-154:3128">
                <a:extLst>
                  <a:ext uri="{FF2B5EF4-FFF2-40B4-BE49-F238E27FC236}">
                    <ns2:creationId id="{6B596AEB-CED9-4DE5-8D4B-DDCAE893E214}"/>
                  </a:ext>
                </a:extLst>
              </p:cNvPr>
              <p:cNvSpPr>
                <a:spLocks noGrp="1"/>
              </p:cNvSpPr>
              <p:nvPr/>
            </p:nvSpPr>
            <p:spPr>
              <a:xfrm>
                <a:off x="23369588" y="6240066"/>
                <a:ext cx="709613" cy="5953"/>
              </a:xfrm>
              <a:prstGeom prst="rect">
                <a:avLst/>
              </a:prstGeom>
              <a:solidFill>
                <a:srgbClr val="D4B4CC"/>
              </a:solidFill>
              <a:ln w="0">
                <a:noFill/>
                <a:prstDash val="solid"/>
              </a:ln>
            </p:spPr>
          </p:sp>
          <p:sp>
            <p:nvSpPr>
              <p:cNvPr id="3129" name="four:temporal-output:rotated-tₙ-cell-155:3129">
                <a:extLst>
                  <a:ext uri="{FF2B5EF4-FFF2-40B4-BE49-F238E27FC236}">
                    <ns2:creationId id="{9FA53F3A-ADE9-42D5-808F-22C1DDD6124C}"/>
                  </a:ext>
                </a:extLst>
              </p:cNvPr>
              <p:cNvSpPr>
                <a:spLocks noGrp="1"/>
              </p:cNvSpPr>
              <p:nvPr/>
            </p:nvSpPr>
            <p:spPr>
              <a:xfrm>
                <a:off x="23369588" y="6234113"/>
                <a:ext cx="709613" cy="5953"/>
              </a:xfrm>
              <a:prstGeom prst="rect">
                <a:avLst/>
              </a:prstGeom>
              <a:solidFill>
                <a:srgbClr val="D4B4CC"/>
              </a:solidFill>
              <a:ln w="0">
                <a:noFill/>
                <a:prstDash val="solid"/>
              </a:ln>
            </p:spPr>
          </p:sp>
          <p:sp>
            <p:nvSpPr>
              <p:cNvPr id="3130" name="four:temporal-output:rotated-tₙ-cell-156:3130">
                <a:extLst>
                  <a:ext uri="{FF2B5EF4-FFF2-40B4-BE49-F238E27FC236}">
                    <ns2:creationId id="{AFCDB693-E446-4BE0-A97F-22D8653F0DB0}"/>
                  </a:ext>
                </a:extLst>
              </p:cNvPr>
              <p:cNvSpPr>
                <a:spLocks noGrp="1"/>
              </p:cNvSpPr>
              <p:nvPr/>
            </p:nvSpPr>
            <p:spPr>
              <a:xfrm>
                <a:off x="23369588" y="6228159"/>
                <a:ext cx="709613" cy="5953"/>
              </a:xfrm>
              <a:prstGeom prst="rect">
                <a:avLst/>
              </a:prstGeom>
              <a:solidFill>
                <a:srgbClr val="D4B4CC"/>
              </a:solidFill>
              <a:ln w="0">
                <a:noFill/>
                <a:prstDash val="solid"/>
              </a:ln>
            </p:spPr>
          </p:sp>
          <p:sp>
            <p:nvSpPr>
              <p:cNvPr id="3131" name="four:temporal-output:rotated-tₙ-cell-157:3131">
                <a:extLst>
                  <a:ext uri="{FF2B5EF4-FFF2-40B4-BE49-F238E27FC236}">
                    <ns2:creationId id="{31005162-3ADD-4B02-A083-6490D7C7BDCD}"/>
                  </a:ext>
                </a:extLst>
              </p:cNvPr>
              <p:cNvSpPr>
                <a:spLocks noGrp="1"/>
              </p:cNvSpPr>
              <p:nvPr/>
            </p:nvSpPr>
            <p:spPr>
              <a:xfrm>
                <a:off x="23369588" y="6222206"/>
                <a:ext cx="709613" cy="5953"/>
              </a:xfrm>
              <a:prstGeom prst="rect">
                <a:avLst/>
              </a:prstGeom>
              <a:solidFill>
                <a:srgbClr val="D4B4CC"/>
              </a:solidFill>
              <a:ln w="0">
                <a:noFill/>
                <a:prstDash val="solid"/>
              </a:ln>
            </p:spPr>
          </p:sp>
          <p:sp>
            <p:nvSpPr>
              <p:cNvPr id="3132" name="four:temporal-output:rotated-tₙ-cell-158:3132">
                <a:extLst>
                  <a:ext uri="{FF2B5EF4-FFF2-40B4-BE49-F238E27FC236}">
                    <ns2:creationId id="{4199163F-E638-4784-99EB-08D85B05AF05}"/>
                  </a:ext>
                </a:extLst>
              </p:cNvPr>
              <p:cNvSpPr>
                <a:spLocks noGrp="1"/>
              </p:cNvSpPr>
              <p:nvPr/>
            </p:nvSpPr>
            <p:spPr>
              <a:xfrm>
                <a:off x="23369588" y="6216253"/>
                <a:ext cx="709613" cy="5953"/>
              </a:xfrm>
              <a:prstGeom prst="rect">
                <a:avLst/>
              </a:prstGeom>
              <a:solidFill>
                <a:srgbClr val="D4B4CC"/>
              </a:solidFill>
              <a:ln w="0">
                <a:noFill/>
                <a:prstDash val="solid"/>
              </a:ln>
            </p:spPr>
          </p:sp>
          <p:sp>
            <p:nvSpPr>
              <p:cNvPr id="3133" name="four:temporal-output:rotated-tₙ-cell-159:3133">
                <a:extLst>
                  <a:ext uri="{FF2B5EF4-FFF2-40B4-BE49-F238E27FC236}">
                    <ns2:creationId id="{72F4F1CD-19B9-43D1-B4E6-D2AA83682ED0}"/>
                  </a:ext>
                </a:extLst>
              </p:cNvPr>
              <p:cNvSpPr>
                <a:spLocks noGrp="1"/>
              </p:cNvSpPr>
              <p:nvPr/>
            </p:nvSpPr>
            <p:spPr>
              <a:xfrm>
                <a:off x="23369588" y="6210300"/>
                <a:ext cx="709613" cy="5953"/>
              </a:xfrm>
              <a:prstGeom prst="rect">
                <a:avLst/>
              </a:prstGeom>
              <a:solidFill>
                <a:srgbClr val="D4B4CC"/>
              </a:solidFill>
              <a:ln w="0">
                <a:noFill/>
                <a:prstDash val="solid"/>
              </a:ln>
            </p:spPr>
          </p:sp>
          <p:sp>
            <p:nvSpPr>
              <p:cNvPr id="3134" name="four:temporal-output:rotated-tₙ-cell-160:3134">
                <a:extLst>
                  <a:ext uri="{FF2B5EF4-FFF2-40B4-BE49-F238E27FC236}">
                    <ns2:creationId id="{B2D4F3B3-634C-4E6A-8754-CC4547447ABA}"/>
                  </a:ext>
                </a:extLst>
              </p:cNvPr>
              <p:cNvSpPr>
                <a:spLocks noGrp="1"/>
              </p:cNvSpPr>
              <p:nvPr/>
            </p:nvSpPr>
            <p:spPr>
              <a:xfrm>
                <a:off x="23369588" y="6204347"/>
                <a:ext cx="709613" cy="5953"/>
              </a:xfrm>
              <a:prstGeom prst="rect">
                <a:avLst/>
              </a:prstGeom>
              <a:solidFill>
                <a:srgbClr val="D4B4CC"/>
              </a:solidFill>
              <a:ln w="0">
                <a:noFill/>
                <a:prstDash val="solid"/>
              </a:ln>
            </p:spPr>
          </p:sp>
          <p:sp>
            <p:nvSpPr>
              <p:cNvPr id="3135" name="four:temporal-output:rotated-tₙ-cell-161:3135">
                <a:extLst>
                  <a:ext uri="{FF2B5EF4-FFF2-40B4-BE49-F238E27FC236}">
                    <ns2:creationId id="{1E12FC67-4E6F-4B84-B3E6-34A1F54F3F94}"/>
                  </a:ext>
                </a:extLst>
              </p:cNvPr>
              <p:cNvSpPr>
                <a:spLocks noGrp="1"/>
              </p:cNvSpPr>
              <p:nvPr/>
            </p:nvSpPr>
            <p:spPr>
              <a:xfrm>
                <a:off x="23369588" y="6198394"/>
                <a:ext cx="709613" cy="5953"/>
              </a:xfrm>
              <a:prstGeom prst="rect">
                <a:avLst/>
              </a:prstGeom>
              <a:solidFill>
                <a:srgbClr val="D4B4CC"/>
              </a:solidFill>
              <a:ln w="0">
                <a:noFill/>
                <a:prstDash val="solid"/>
              </a:ln>
            </p:spPr>
          </p:sp>
          <p:sp>
            <p:nvSpPr>
              <p:cNvPr id="3136" name="four:temporal-output:rotated-tₙ-cell-162:3136">
                <a:extLst>
                  <a:ext uri="{FF2B5EF4-FFF2-40B4-BE49-F238E27FC236}">
                    <ns2:creationId id="{18DCDE5D-A6D4-4B3B-A036-A2CAD215F4D0}"/>
                  </a:ext>
                </a:extLst>
              </p:cNvPr>
              <p:cNvSpPr>
                <a:spLocks noGrp="1"/>
              </p:cNvSpPr>
              <p:nvPr/>
            </p:nvSpPr>
            <p:spPr>
              <a:xfrm>
                <a:off x="23369588" y="6192441"/>
                <a:ext cx="709613" cy="5953"/>
              </a:xfrm>
              <a:prstGeom prst="rect">
                <a:avLst/>
              </a:prstGeom>
              <a:solidFill>
                <a:srgbClr val="D4B4CC"/>
              </a:solidFill>
              <a:ln w="0">
                <a:noFill/>
                <a:prstDash val="solid"/>
              </a:ln>
            </p:spPr>
          </p:sp>
          <p:sp>
            <p:nvSpPr>
              <p:cNvPr id="3137" name="four:temporal-output:rotated-tₙ-cell-163:3137">
                <a:extLst>
                  <a:ext uri="{FF2B5EF4-FFF2-40B4-BE49-F238E27FC236}">
                    <ns2:creationId id="{888BDF6F-B9C8-4E54-9178-EEA80CA3D393}"/>
                  </a:ext>
                </a:extLst>
              </p:cNvPr>
              <p:cNvSpPr>
                <a:spLocks noGrp="1"/>
              </p:cNvSpPr>
              <p:nvPr/>
            </p:nvSpPr>
            <p:spPr>
              <a:xfrm>
                <a:off x="23369588" y="6186488"/>
                <a:ext cx="709613" cy="5953"/>
              </a:xfrm>
              <a:prstGeom prst="rect">
                <a:avLst/>
              </a:prstGeom>
              <a:solidFill>
                <a:srgbClr val="D4B4CC"/>
              </a:solidFill>
              <a:ln w="0">
                <a:noFill/>
                <a:prstDash val="solid"/>
              </a:ln>
            </p:spPr>
          </p:sp>
          <p:sp>
            <p:nvSpPr>
              <p:cNvPr id="3138" name="four:temporal-output:rotated-tₙ-cell-164:3138">
                <a:extLst>
                  <a:ext uri="{FF2B5EF4-FFF2-40B4-BE49-F238E27FC236}">
                    <ns2:creationId id="{E3875589-F260-4CBC-A703-F827EF9918A4}"/>
                  </a:ext>
                </a:extLst>
              </p:cNvPr>
              <p:cNvSpPr>
                <a:spLocks noGrp="1"/>
              </p:cNvSpPr>
              <p:nvPr/>
            </p:nvSpPr>
            <p:spPr>
              <a:xfrm>
                <a:off x="23369588" y="6180534"/>
                <a:ext cx="709613" cy="5953"/>
              </a:xfrm>
              <a:prstGeom prst="rect">
                <a:avLst/>
              </a:prstGeom>
              <a:solidFill>
                <a:srgbClr val="D4B4CC"/>
              </a:solidFill>
              <a:ln w="0">
                <a:noFill/>
                <a:prstDash val="solid"/>
              </a:ln>
            </p:spPr>
          </p:sp>
          <p:sp>
            <p:nvSpPr>
              <p:cNvPr id="3139" name="four:temporal-output:rotated-tₙ-cell-165:3139">
                <a:extLst>
                  <a:ext uri="{FF2B5EF4-FFF2-40B4-BE49-F238E27FC236}">
                    <ns2:creationId id="{C40B6C0B-FE10-4E52-A858-BD1CD0C8E958}"/>
                  </a:ext>
                </a:extLst>
              </p:cNvPr>
              <p:cNvSpPr>
                <a:spLocks noGrp="1"/>
              </p:cNvSpPr>
              <p:nvPr/>
            </p:nvSpPr>
            <p:spPr>
              <a:xfrm>
                <a:off x="23369588" y="6174581"/>
                <a:ext cx="709613" cy="5953"/>
              </a:xfrm>
              <a:prstGeom prst="rect">
                <a:avLst/>
              </a:prstGeom>
              <a:solidFill>
                <a:srgbClr val="D4B4CC"/>
              </a:solidFill>
              <a:ln w="0">
                <a:noFill/>
                <a:prstDash val="solid"/>
              </a:ln>
            </p:spPr>
          </p:sp>
          <p:sp>
            <p:nvSpPr>
              <p:cNvPr id="3140" name="four:temporal-output:rotated-tₙ-cell-166:3140">
                <a:extLst>
                  <a:ext uri="{FF2B5EF4-FFF2-40B4-BE49-F238E27FC236}">
                    <ns2:creationId id="{F984ED9C-ED76-407B-926B-0DD5B5DC9FE8}"/>
                  </a:ext>
                </a:extLst>
              </p:cNvPr>
              <p:cNvSpPr>
                <a:spLocks noGrp="1"/>
              </p:cNvSpPr>
              <p:nvPr/>
            </p:nvSpPr>
            <p:spPr>
              <a:xfrm>
                <a:off x="23369588" y="6168628"/>
                <a:ext cx="709613" cy="5953"/>
              </a:xfrm>
              <a:prstGeom prst="rect">
                <a:avLst/>
              </a:prstGeom>
              <a:solidFill>
                <a:srgbClr val="D4B4CC"/>
              </a:solidFill>
              <a:ln w="0">
                <a:noFill/>
                <a:prstDash val="solid"/>
              </a:ln>
            </p:spPr>
          </p:sp>
          <p:sp>
            <p:nvSpPr>
              <p:cNvPr id="3141" name="four:temporal-output:rotated-tₙ-cell-167:3141">
                <a:extLst>
                  <a:ext uri="{FF2B5EF4-FFF2-40B4-BE49-F238E27FC236}">
                    <ns2:creationId id="{F273FB7B-F813-46BA-B9E6-CAB6B44B3F0C}"/>
                  </a:ext>
                </a:extLst>
              </p:cNvPr>
              <p:cNvSpPr>
                <a:spLocks noGrp="1"/>
              </p:cNvSpPr>
              <p:nvPr/>
            </p:nvSpPr>
            <p:spPr>
              <a:xfrm>
                <a:off x="23369588" y="6162675"/>
                <a:ext cx="709613" cy="5953"/>
              </a:xfrm>
              <a:prstGeom prst="rect">
                <a:avLst/>
              </a:prstGeom>
              <a:solidFill>
                <a:srgbClr val="D4B4CC"/>
              </a:solidFill>
              <a:ln w="0">
                <a:noFill/>
                <a:prstDash val="solid"/>
              </a:ln>
            </p:spPr>
          </p:sp>
          <p:sp>
            <p:nvSpPr>
              <p:cNvPr id="3142" name="four:temporal-output:rotated-tₙ-cell-168:3142">
                <a:extLst>
                  <a:ext uri="{FF2B5EF4-FFF2-40B4-BE49-F238E27FC236}">
                    <ns2:creationId id="{34089D37-25AF-49DC-BD93-D87D7409D891}"/>
                  </a:ext>
                </a:extLst>
              </p:cNvPr>
              <p:cNvSpPr>
                <a:spLocks noGrp="1"/>
              </p:cNvSpPr>
              <p:nvPr/>
            </p:nvSpPr>
            <p:spPr>
              <a:xfrm>
                <a:off x="23369588" y="6156722"/>
                <a:ext cx="709613" cy="5953"/>
              </a:xfrm>
              <a:prstGeom prst="rect">
                <a:avLst/>
              </a:prstGeom>
              <a:solidFill>
                <a:srgbClr val="D4B2CB"/>
              </a:solidFill>
              <a:ln w="0">
                <a:noFill/>
                <a:prstDash val="solid"/>
              </a:ln>
            </p:spPr>
          </p:sp>
          <p:sp>
            <p:nvSpPr>
              <p:cNvPr id="3143" name="four:temporal-output:rotated-tₙ-cell-169:3143">
                <a:extLst>
                  <a:ext uri="{FF2B5EF4-FFF2-40B4-BE49-F238E27FC236}">
                    <ns2:creationId id="{1177D62D-92F6-44F4-A9A0-E209B4C8DBC3}"/>
                  </a:ext>
                </a:extLst>
              </p:cNvPr>
              <p:cNvSpPr>
                <a:spLocks noGrp="1"/>
              </p:cNvSpPr>
              <p:nvPr/>
            </p:nvSpPr>
            <p:spPr>
              <a:xfrm>
                <a:off x="23369588" y="6150769"/>
                <a:ext cx="709613" cy="5953"/>
              </a:xfrm>
              <a:prstGeom prst="rect">
                <a:avLst/>
              </a:prstGeom>
              <a:solidFill>
                <a:srgbClr val="D3ACC7"/>
              </a:solidFill>
              <a:ln w="0">
                <a:noFill/>
                <a:prstDash val="solid"/>
              </a:ln>
            </p:spPr>
          </p:sp>
          <p:sp>
            <p:nvSpPr>
              <p:cNvPr id="3144" name="four:temporal-output:rotated-tₙ-cell-170:3144">
                <a:extLst>
                  <a:ext uri="{FF2B5EF4-FFF2-40B4-BE49-F238E27FC236}">
                    <ns2:creationId id="{B2842014-DED5-4E00-A487-5BC11610C42B}"/>
                  </a:ext>
                </a:extLst>
              </p:cNvPr>
              <p:cNvSpPr>
                <a:spLocks noGrp="1"/>
              </p:cNvSpPr>
              <p:nvPr/>
            </p:nvSpPr>
            <p:spPr>
              <a:xfrm>
                <a:off x="23369588" y="6144816"/>
                <a:ext cx="709613" cy="5953"/>
              </a:xfrm>
              <a:prstGeom prst="rect">
                <a:avLst/>
              </a:prstGeom>
              <a:solidFill>
                <a:srgbClr val="D2A3C1"/>
              </a:solidFill>
              <a:ln w="0">
                <a:noFill/>
                <a:prstDash val="solid"/>
              </a:ln>
            </p:spPr>
          </p:sp>
          <p:sp>
            <p:nvSpPr>
              <p:cNvPr id="3145" name="four:temporal-output:rotated-tₙ-cell-171:3145">
                <a:extLst>
                  <a:ext uri="{FF2B5EF4-FFF2-40B4-BE49-F238E27FC236}">
                    <ns2:creationId id="{617ABC54-F400-45A7-BD39-3B2ABD0D1D07}"/>
                  </a:ext>
                </a:extLst>
              </p:cNvPr>
              <p:cNvSpPr>
                <a:spLocks noGrp="1"/>
              </p:cNvSpPr>
              <p:nvPr/>
            </p:nvSpPr>
            <p:spPr>
              <a:xfrm>
                <a:off x="23369588" y="6138863"/>
                <a:ext cx="709613" cy="5953"/>
              </a:xfrm>
              <a:prstGeom prst="rect">
                <a:avLst/>
              </a:prstGeom>
              <a:solidFill>
                <a:srgbClr val="D098BA"/>
              </a:solidFill>
              <a:ln w="0">
                <a:noFill/>
                <a:prstDash val="solid"/>
              </a:ln>
            </p:spPr>
          </p:sp>
          <p:sp>
            <p:nvSpPr>
              <p:cNvPr id="3146" name="four:temporal-output:rotated-tₙ-cell-172:3146">
                <a:extLst>
                  <a:ext uri="{FF2B5EF4-FFF2-40B4-BE49-F238E27FC236}">
                    <ns2:creationId id="{B72451BD-BC46-4948-AC38-8AB1BF33C41B}"/>
                  </a:ext>
                </a:extLst>
              </p:cNvPr>
              <p:cNvSpPr>
                <a:spLocks noGrp="1"/>
              </p:cNvSpPr>
              <p:nvPr/>
            </p:nvSpPr>
            <p:spPr>
              <a:xfrm>
                <a:off x="23369588" y="6132909"/>
                <a:ext cx="709613" cy="5953"/>
              </a:xfrm>
              <a:prstGeom prst="rect">
                <a:avLst/>
              </a:prstGeom>
              <a:solidFill>
                <a:srgbClr val="CF8DB3"/>
              </a:solidFill>
              <a:ln w="0">
                <a:noFill/>
                <a:prstDash val="solid"/>
              </a:ln>
            </p:spPr>
          </p:sp>
          <p:sp>
            <p:nvSpPr>
              <p:cNvPr id="3147" name="four:temporal-output:rotated-tₙ-cell-173:3147">
                <a:extLst>
                  <a:ext uri="{FF2B5EF4-FFF2-40B4-BE49-F238E27FC236}">
                    <ns2:creationId id="{99C6DAD2-C6A6-441A-9E25-AECDA5A816C6}"/>
                  </a:ext>
                </a:extLst>
              </p:cNvPr>
              <p:cNvSpPr>
                <a:spLocks noGrp="1"/>
              </p:cNvSpPr>
              <p:nvPr/>
            </p:nvSpPr>
            <p:spPr>
              <a:xfrm>
                <a:off x="23369588" y="6126956"/>
                <a:ext cx="709613" cy="5953"/>
              </a:xfrm>
              <a:prstGeom prst="rect">
                <a:avLst/>
              </a:prstGeom>
              <a:solidFill>
                <a:srgbClr val="CD82AD"/>
              </a:solidFill>
              <a:ln w="0">
                <a:noFill/>
                <a:prstDash val="solid"/>
              </a:ln>
            </p:spPr>
          </p:sp>
          <p:sp>
            <p:nvSpPr>
              <p:cNvPr id="3148" name="four:temporal-output:rotated-tₙ-cell-174:3148">
                <a:extLst>
                  <a:ext uri="{FF2B5EF4-FFF2-40B4-BE49-F238E27FC236}">
                    <ns2:creationId id="{C1363FB4-8DF5-4080-9CDC-259BD433A351}"/>
                  </a:ext>
                </a:extLst>
              </p:cNvPr>
              <p:cNvSpPr>
                <a:spLocks noGrp="1"/>
              </p:cNvSpPr>
              <p:nvPr/>
            </p:nvSpPr>
            <p:spPr>
              <a:xfrm>
                <a:off x="23369588" y="6121003"/>
                <a:ext cx="709613" cy="5953"/>
              </a:xfrm>
              <a:prstGeom prst="rect">
                <a:avLst/>
              </a:prstGeom>
              <a:solidFill>
                <a:srgbClr val="CC7BA9"/>
              </a:solidFill>
              <a:ln w="0">
                <a:noFill/>
                <a:prstDash val="solid"/>
              </a:ln>
            </p:spPr>
          </p:sp>
          <p:sp>
            <p:nvSpPr>
              <p:cNvPr id="3149" name="four:temporal-output:rotated-tₙ-cell-175:3149">
                <a:extLst>
                  <a:ext uri="{FF2B5EF4-FFF2-40B4-BE49-F238E27FC236}">
                    <ns2:creationId id="{0778D24A-56BC-4AE9-B760-3EE2D56A434F}"/>
                  </a:ext>
                </a:extLst>
              </p:cNvPr>
              <p:cNvSpPr>
                <a:spLocks noGrp="1"/>
              </p:cNvSpPr>
              <p:nvPr/>
            </p:nvSpPr>
            <p:spPr>
              <a:xfrm>
                <a:off x="23369588" y="6115050"/>
                <a:ext cx="709613" cy="5953"/>
              </a:xfrm>
              <a:prstGeom prst="rect">
                <a:avLst/>
              </a:prstGeom>
              <a:solidFill>
                <a:srgbClr val="CC79A7"/>
              </a:solidFill>
              <a:ln w="0">
                <a:noFill/>
                <a:prstDash val="solid"/>
              </a:ln>
            </p:spPr>
          </p:sp>
          <p:sp>
            <p:nvSpPr>
              <p:cNvPr id="3150" name="four:temporal-output:rotated-tₙ-cell-176:3150">
                <a:extLst>
                  <a:ext uri="{FF2B5EF4-FFF2-40B4-BE49-F238E27FC236}">
                    <ns2:creationId id="{2BF1FC2B-A8D7-41B5-BD91-B79C880632A6}"/>
                  </a:ext>
                </a:extLst>
              </p:cNvPr>
              <p:cNvSpPr>
                <a:spLocks noGrp="1"/>
              </p:cNvSpPr>
              <p:nvPr/>
            </p:nvSpPr>
            <p:spPr>
              <a:xfrm>
                <a:off x="23369588" y="6109097"/>
                <a:ext cx="709613" cy="5953"/>
              </a:xfrm>
              <a:prstGeom prst="rect">
                <a:avLst/>
              </a:prstGeom>
              <a:solidFill>
                <a:srgbClr val="CC79A7"/>
              </a:solidFill>
              <a:ln w="0">
                <a:noFill/>
                <a:prstDash val="solid"/>
              </a:ln>
            </p:spPr>
          </p:sp>
          <p:sp>
            <p:nvSpPr>
              <p:cNvPr id="3151" name="four:temporal-output:rotated-tₙ-cell-177:3151">
                <a:extLst>
                  <a:ext uri="{FF2B5EF4-FFF2-40B4-BE49-F238E27FC236}">
                    <ns2:creationId id="{2F8E9DB7-D10C-4A55-8484-1C4E1897B1C3}"/>
                  </a:ext>
                </a:extLst>
              </p:cNvPr>
              <p:cNvSpPr>
                <a:spLocks noGrp="1"/>
              </p:cNvSpPr>
              <p:nvPr/>
            </p:nvSpPr>
            <p:spPr>
              <a:xfrm>
                <a:off x="23369588" y="6103144"/>
                <a:ext cx="709613" cy="5953"/>
              </a:xfrm>
              <a:prstGeom prst="rect">
                <a:avLst/>
              </a:prstGeom>
              <a:solidFill>
                <a:srgbClr val="CC79A7"/>
              </a:solidFill>
              <a:ln w="0">
                <a:noFill/>
                <a:prstDash val="solid"/>
              </a:ln>
            </p:spPr>
          </p:sp>
          <p:sp>
            <p:nvSpPr>
              <p:cNvPr id="3152" name="four:temporal-output:rotated-tₙ-cell-178:3152">
                <a:extLst>
                  <a:ext uri="{FF2B5EF4-FFF2-40B4-BE49-F238E27FC236}">
                    <ns2:creationId id="{683CC657-F69C-4ED2-9ECD-5DF737ACEFE2}"/>
                  </a:ext>
                </a:extLst>
              </p:cNvPr>
              <p:cNvSpPr>
                <a:spLocks noGrp="1"/>
              </p:cNvSpPr>
              <p:nvPr/>
            </p:nvSpPr>
            <p:spPr>
              <a:xfrm>
                <a:off x="23369588" y="6097191"/>
                <a:ext cx="709613" cy="5953"/>
              </a:xfrm>
              <a:prstGeom prst="rect">
                <a:avLst/>
              </a:prstGeom>
              <a:solidFill>
                <a:srgbClr val="CC79A7"/>
              </a:solidFill>
              <a:ln w="0">
                <a:noFill/>
                <a:prstDash val="solid"/>
              </a:ln>
            </p:spPr>
          </p:sp>
          <p:sp>
            <p:nvSpPr>
              <p:cNvPr id="3153" name="four:temporal-output:rotated-tₙ-cell-179:3153">
                <a:extLst>
                  <a:ext uri="{FF2B5EF4-FFF2-40B4-BE49-F238E27FC236}">
                    <ns2:creationId id="{169C507C-6B3C-4890-A521-492C756708DE}"/>
                  </a:ext>
                </a:extLst>
              </p:cNvPr>
              <p:cNvSpPr>
                <a:spLocks noGrp="1"/>
              </p:cNvSpPr>
              <p:nvPr/>
            </p:nvSpPr>
            <p:spPr>
              <a:xfrm>
                <a:off x="23369588" y="6091238"/>
                <a:ext cx="709613" cy="5953"/>
              </a:xfrm>
              <a:prstGeom prst="rect">
                <a:avLst/>
              </a:prstGeom>
              <a:solidFill>
                <a:srgbClr val="CC79A7"/>
              </a:solidFill>
              <a:ln w="0">
                <a:noFill/>
                <a:prstDash val="solid"/>
              </a:ln>
            </p:spPr>
          </p:sp>
          <p:sp>
            <p:nvSpPr>
              <p:cNvPr id="3154" name="four:temporal-output:rotated-tₙ-cell-180:3154">
                <a:extLst>
                  <a:ext uri="{FF2B5EF4-FFF2-40B4-BE49-F238E27FC236}">
                    <ns2:creationId id="{BC4D6FA0-FF77-4271-8A4D-FE124CDD4E07}"/>
                  </a:ext>
                </a:extLst>
              </p:cNvPr>
              <p:cNvSpPr>
                <a:spLocks noGrp="1"/>
              </p:cNvSpPr>
              <p:nvPr/>
            </p:nvSpPr>
            <p:spPr>
              <a:xfrm>
                <a:off x="23369588" y="6085284"/>
                <a:ext cx="709613" cy="5953"/>
              </a:xfrm>
              <a:prstGeom prst="rect">
                <a:avLst/>
              </a:prstGeom>
              <a:solidFill>
                <a:srgbClr val="CC79A7"/>
              </a:solidFill>
              <a:ln w="0">
                <a:noFill/>
                <a:prstDash val="solid"/>
              </a:ln>
            </p:spPr>
          </p:sp>
          <p:sp>
            <p:nvSpPr>
              <p:cNvPr id="3155" name="four:temporal-output:rotated-tₙ-cell-181:3155">
                <a:extLst>
                  <a:ext uri="{FF2B5EF4-FFF2-40B4-BE49-F238E27FC236}">
                    <ns2:creationId id="{1FB801FC-6EFE-4F90-AE5D-1158A1B307FC}"/>
                  </a:ext>
                </a:extLst>
              </p:cNvPr>
              <p:cNvSpPr>
                <a:spLocks noGrp="1"/>
              </p:cNvSpPr>
              <p:nvPr/>
            </p:nvSpPr>
            <p:spPr>
              <a:xfrm>
                <a:off x="23369588" y="6079331"/>
                <a:ext cx="709613" cy="5953"/>
              </a:xfrm>
              <a:prstGeom prst="rect">
                <a:avLst/>
              </a:prstGeom>
              <a:solidFill>
                <a:srgbClr val="CC79A7"/>
              </a:solidFill>
              <a:ln w="0">
                <a:noFill/>
                <a:prstDash val="solid"/>
              </a:ln>
            </p:spPr>
          </p:sp>
          <p:sp>
            <p:nvSpPr>
              <p:cNvPr id="3156" name="four:temporal-output:rotated-tₙ-cell-182:3156">
                <a:extLst>
                  <a:ext uri="{FF2B5EF4-FFF2-40B4-BE49-F238E27FC236}">
                    <ns2:creationId id="{A5EB5CCB-B1A3-4DB5-A13D-78F5E2C5B251}"/>
                  </a:ext>
                </a:extLst>
              </p:cNvPr>
              <p:cNvSpPr>
                <a:spLocks noGrp="1"/>
              </p:cNvSpPr>
              <p:nvPr/>
            </p:nvSpPr>
            <p:spPr>
              <a:xfrm>
                <a:off x="23369588" y="6073378"/>
                <a:ext cx="709613" cy="5953"/>
              </a:xfrm>
              <a:prstGeom prst="rect">
                <a:avLst/>
              </a:prstGeom>
              <a:solidFill>
                <a:srgbClr val="CC79A7"/>
              </a:solidFill>
              <a:ln w="0">
                <a:noFill/>
                <a:prstDash val="solid"/>
              </a:ln>
            </p:spPr>
          </p:sp>
          <p:sp>
            <p:nvSpPr>
              <p:cNvPr id="3157" name="four:temporal-output:rotated-tₙ-cell-183:3157">
                <a:extLst>
                  <a:ext uri="{FF2B5EF4-FFF2-40B4-BE49-F238E27FC236}">
                    <ns2:creationId id="{99B452E4-90EE-45D1-9408-155032C3A4E9}"/>
                  </a:ext>
                </a:extLst>
              </p:cNvPr>
              <p:cNvSpPr>
                <a:spLocks noGrp="1"/>
              </p:cNvSpPr>
              <p:nvPr/>
            </p:nvSpPr>
            <p:spPr>
              <a:xfrm>
                <a:off x="23369588" y="6067425"/>
                <a:ext cx="709613" cy="5953"/>
              </a:xfrm>
              <a:prstGeom prst="rect">
                <a:avLst/>
              </a:prstGeom>
              <a:solidFill>
                <a:srgbClr val="CC79A7"/>
              </a:solidFill>
              <a:ln w="0">
                <a:noFill/>
                <a:prstDash val="solid"/>
              </a:ln>
            </p:spPr>
          </p:sp>
          <p:sp>
            <p:nvSpPr>
              <p:cNvPr id="3158" name="four:temporal-output:rotated-tₙ-cell-184:3158">
                <a:extLst>
                  <a:ext uri="{FF2B5EF4-FFF2-40B4-BE49-F238E27FC236}">
                    <ns2:creationId id="{63676138-A7B1-4054-BE38-E064C2C5678F}"/>
                  </a:ext>
                </a:extLst>
              </p:cNvPr>
              <p:cNvSpPr>
                <a:spLocks noGrp="1"/>
              </p:cNvSpPr>
              <p:nvPr/>
            </p:nvSpPr>
            <p:spPr>
              <a:xfrm>
                <a:off x="23369588" y="6061472"/>
                <a:ext cx="709613" cy="5953"/>
              </a:xfrm>
              <a:prstGeom prst="rect">
                <a:avLst/>
              </a:prstGeom>
              <a:solidFill>
                <a:srgbClr val="CD7EAA"/>
              </a:solidFill>
              <a:ln w="0">
                <a:noFill/>
                <a:prstDash val="solid"/>
              </a:ln>
            </p:spPr>
          </p:sp>
          <p:sp>
            <p:nvSpPr>
              <p:cNvPr id="3159" name="four:temporal-output:rotated-tₙ-cell-185:3159">
                <a:extLst>
                  <a:ext uri="{FF2B5EF4-FFF2-40B4-BE49-F238E27FC236}">
                    <ns2:creationId id="{C249D5B6-980B-4100-93C8-A38B9C393F24}"/>
                  </a:ext>
                </a:extLst>
              </p:cNvPr>
              <p:cNvSpPr>
                <a:spLocks noGrp="1"/>
              </p:cNvSpPr>
              <p:nvPr/>
            </p:nvSpPr>
            <p:spPr>
              <a:xfrm>
                <a:off x="23369588" y="6055519"/>
                <a:ext cx="709613" cy="5953"/>
              </a:xfrm>
              <a:prstGeom prst="rect">
                <a:avLst/>
              </a:prstGeom>
              <a:solidFill>
                <a:srgbClr val="D19CBD"/>
              </a:solidFill>
              <a:ln w="0">
                <a:noFill/>
                <a:prstDash val="solid"/>
              </a:ln>
            </p:spPr>
          </p:sp>
          <p:sp>
            <p:nvSpPr>
              <p:cNvPr id="3160" name="four:temporal-output:rotated-tₙ-cell-186:3160">
                <a:extLst>
                  <a:ext uri="{FF2B5EF4-FFF2-40B4-BE49-F238E27FC236}">
                    <ns2:creationId id="{B6FBC98E-288A-44E9-AF65-6BD4CA22242A}"/>
                  </a:ext>
                </a:extLst>
              </p:cNvPr>
              <p:cNvSpPr>
                <a:spLocks noGrp="1"/>
              </p:cNvSpPr>
              <p:nvPr/>
            </p:nvSpPr>
            <p:spPr>
              <a:xfrm>
                <a:off x="23369588" y="6049566"/>
                <a:ext cx="709613" cy="5953"/>
              </a:xfrm>
              <a:prstGeom prst="rect">
                <a:avLst/>
              </a:prstGeom>
              <a:solidFill>
                <a:srgbClr val="D7C5D7"/>
              </a:solidFill>
              <a:ln w="0">
                <a:noFill/>
                <a:prstDash val="solid"/>
              </a:ln>
            </p:spPr>
          </p:sp>
          <p:sp>
            <p:nvSpPr>
              <p:cNvPr id="3161" name="four:temporal-output:rotated-tₙ-cell-187:3161">
                <a:extLst>
                  <a:ext uri="{FF2B5EF4-FFF2-40B4-BE49-F238E27FC236}">
                    <ns2:creationId id="{28294D77-F57B-4EBB-A856-506C973998E6}"/>
                  </a:ext>
                </a:extLst>
              </p:cNvPr>
              <p:cNvSpPr>
                <a:spLocks noGrp="1"/>
              </p:cNvSpPr>
              <p:nvPr/>
            </p:nvSpPr>
            <p:spPr>
              <a:xfrm>
                <a:off x="23369588" y="6043613"/>
                <a:ext cx="709613" cy="5953"/>
              </a:xfrm>
              <a:prstGeom prst="rect">
                <a:avLst/>
              </a:prstGeom>
              <a:solidFill>
                <a:srgbClr val="DBE4E7"/>
              </a:solidFill>
              <a:ln w="0">
                <a:noFill/>
                <a:prstDash val="solid"/>
              </a:ln>
            </p:spPr>
          </p:sp>
          <p:sp>
            <p:nvSpPr>
              <p:cNvPr id="3162" name="four:temporal-output:rotated-tₙ-cell-188:3162">
                <a:extLst>
                  <a:ext uri="{FF2B5EF4-FFF2-40B4-BE49-F238E27FC236}">
                    <ns2:creationId id="{9EECC3B5-1D6B-4D77-8425-1758BCA00163}"/>
                  </a:ext>
                </a:extLst>
              </p:cNvPr>
              <p:cNvSpPr>
                <a:spLocks noGrp="1"/>
              </p:cNvSpPr>
              <p:nvPr/>
            </p:nvSpPr>
            <p:spPr>
              <a:xfrm>
                <a:off x="23369588" y="6037659"/>
                <a:ext cx="709613" cy="5953"/>
              </a:xfrm>
              <a:prstGeom prst="rect">
                <a:avLst/>
              </a:prstGeom>
              <a:solidFill>
                <a:srgbClr val="DCE8ED"/>
              </a:solidFill>
              <a:ln w="0">
                <a:noFill/>
                <a:prstDash val="solid"/>
              </a:ln>
            </p:spPr>
          </p:sp>
          <p:sp>
            <p:nvSpPr>
              <p:cNvPr id="3163" name="four:temporal-output:rotated-tₙ-cell-189:3163">
                <a:extLst>
                  <a:ext uri="{FF2B5EF4-FFF2-40B4-BE49-F238E27FC236}">
                    <ns2:creationId id="{ABD6FAEE-3B3F-4934-9BF2-341D5F1D6745}"/>
                  </a:ext>
                </a:extLst>
              </p:cNvPr>
              <p:cNvSpPr>
                <a:spLocks noGrp="1"/>
              </p:cNvSpPr>
              <p:nvPr/>
            </p:nvSpPr>
            <p:spPr>
              <a:xfrm>
                <a:off x="23369588" y="6031706"/>
                <a:ext cx="709613" cy="5953"/>
              </a:xfrm>
              <a:prstGeom prst="rect">
                <a:avLst/>
              </a:prstGeom>
              <a:solidFill>
                <a:srgbClr val="DCE8ED"/>
              </a:solidFill>
              <a:ln w="0">
                <a:noFill/>
                <a:prstDash val="solid"/>
              </a:ln>
            </p:spPr>
          </p:sp>
          <p:sp>
            <p:nvSpPr>
              <p:cNvPr id="3164" name="four:temporal-output:rotated-tₙ-cell-190:3164">
                <a:extLst>
                  <a:ext uri="{FF2B5EF4-FFF2-40B4-BE49-F238E27FC236}">
                    <ns2:creationId id="{E0C72A2B-8ED6-4C1C-A82B-31980B5A20C0}"/>
                  </a:ext>
                </a:extLst>
              </p:cNvPr>
              <p:cNvSpPr>
                <a:spLocks noGrp="1"/>
              </p:cNvSpPr>
              <p:nvPr/>
            </p:nvSpPr>
            <p:spPr>
              <a:xfrm>
                <a:off x="23369588" y="6025753"/>
                <a:ext cx="709613" cy="5953"/>
              </a:xfrm>
              <a:prstGeom prst="rect">
                <a:avLst/>
              </a:prstGeom>
              <a:solidFill>
                <a:srgbClr val="DCE8ED"/>
              </a:solidFill>
              <a:ln w="0">
                <a:noFill/>
                <a:prstDash val="solid"/>
              </a:ln>
            </p:spPr>
          </p:sp>
          <p:sp>
            <p:nvSpPr>
              <p:cNvPr id="3165" name="four:temporal-output:rotated-tₙ-cell-191:3165">
                <a:extLst>
                  <a:ext uri="{FF2B5EF4-FFF2-40B4-BE49-F238E27FC236}">
                    <ns2:creationId id="{EB1CB4FC-91FF-4328-BA3C-09295095A91C}"/>
                  </a:ext>
                </a:extLst>
              </p:cNvPr>
              <p:cNvSpPr>
                <a:spLocks noGrp="1"/>
              </p:cNvSpPr>
              <p:nvPr/>
            </p:nvSpPr>
            <p:spPr>
              <a:xfrm>
                <a:off x="23369588" y="6019800"/>
                <a:ext cx="709613" cy="5953"/>
              </a:xfrm>
              <a:prstGeom prst="rect">
                <a:avLst/>
              </a:prstGeom>
              <a:solidFill>
                <a:srgbClr val="DCE8ED"/>
              </a:solidFill>
              <a:ln w="0">
                <a:noFill/>
                <a:prstDash val="solid"/>
              </a:ln>
            </p:spPr>
          </p:sp>
          <p:sp>
            <p:nvSpPr>
              <p:cNvPr id="3166" name="four:temporal-output:rect:3166">
                <a:extLst>
                  <a:ext uri="{FF2B5EF4-FFF2-40B4-BE49-F238E27FC236}">
                    <ns2:creationId id="{A68AAC40-D277-42C1-A1EF-5F9EDB920DDC}"/>
                  </a:ext>
                </a:extLst>
              </p:cNvPr>
              <p:cNvSpPr>
                <a:spLocks noGrp="1"/>
              </p:cNvSpPr>
              <p:nvPr/>
            </p:nvSpPr>
            <p:spPr>
              <a:xfrm>
                <a:off x="21240750" y="6019800"/>
                <a:ext cx="2838450" cy="1143000"/>
              </a:xfrm>
              <a:prstGeom prst="rect">
                <a:avLst/>
              </a:prstGeom>
              <a:noFill/>
              <a:ln w="4886">
                <a:solidFill>
                  <a:srgbClr val="263238"/>
                </a:solidFill>
                <a:prstDash val="solid"/>
              </a:ln>
            </p:spPr>
          </p:sp>
          <p:sp>
            <p:nvSpPr>
              <p:cNvPr id="3167" name="four:temporal-output:line:3167">
                <a:extLst>
                  <a:ext uri="{FF2B5EF4-FFF2-40B4-BE49-F238E27FC236}">
                    <ns2:creationId id="{920078A8-5DE1-490F-BE9D-92646296F924}"/>
                  </a:ext>
                </a:extLst>
              </p:cNvPr>
              <p:cNvSpPr>
                <a:spLocks noGrp="1"/>
              </p:cNvSpPr>
              <p:nvPr/>
            </p:nvSpPr>
            <p:spPr>
              <a:xfrm>
                <a:off x="21078825" y="6019800"/>
                <a:ext cx="953" cy="1143000"/>
              </a:xfrm>
              <a:custGeom>
                <a:pathLst>
                  <a:path w="953" h="1143000">
                    <a:moveTo>
                      <a:pt x="0" y="1143000"/>
                    </a:moveTo>
                    <a:lnTo>
                      <a:pt x="0" y="0"/>
                    </a:lnTo>
                  </a:path>
                </a:pathLst>
              </a:custGeom>
              <a:noFill/>
              <a:ln w="6352">
                <a:solidFill>
                  <a:srgbClr val="263238"/>
                </a:solidFill>
                <a:prstDash val="solid"/>
              </a:ln>
            </p:spPr>
          </p:sp>
          <p:sp>
            <p:nvSpPr>
              <p:cNvPr id="3168" name="four:temporal-output:polygon:3168">
                <a:extLst>
                  <a:ext uri="{FF2B5EF4-FFF2-40B4-BE49-F238E27FC236}">
                    <ns2:creationId id="{347A7EDE-5761-4F1D-A646-463BAF7E64F2}"/>
                  </a:ext>
                </a:extLst>
              </p:cNvPr>
              <p:cNvSpPr>
                <a:spLocks noGrp="1"/>
              </p:cNvSpPr>
              <p:nvPr/>
            </p:nvSpPr>
            <p:spPr>
              <a:xfrm>
                <a:off x="21046059" y="6019800"/>
                <a:ext cx="65532" cy="76200"/>
              </a:xfrm>
              <a:custGeom>
                <a:pathLst>
                  <a:path w="65532" h="76200">
                    <a:moveTo>
                      <a:pt x="32766" y="0"/>
                    </a:moveTo>
                    <a:lnTo>
                      <a:pt x="0" y="76200"/>
                    </a:lnTo>
                    <a:lnTo>
                      <a:pt x="65532" y="76200"/>
                    </a:lnTo>
                    <a:close/>
                  </a:path>
                </a:pathLst>
              </a:custGeom>
              <a:solidFill>
                <a:srgbClr val="263238"/>
              </a:solidFill>
              <a:ln w="0">
                <a:noFill/>
                <a:prstDash val="solid"/>
              </a:ln>
            </p:spPr>
          </p:sp>
          <p:sp>
            <p:nvSpPr>
              <p:cNvPr id="3169" name="four:temporal-output:textbox:3169">
                <a:extLst>
                  <a:ext uri="{FF2B5EF4-FFF2-40B4-BE49-F238E27FC236}">
                    <ns2:creationId id="{14F2201E-50A3-4AC9-982C-5B14456C13B8}"/>
                  </a:ext>
                </a:extLst>
              </p:cNvPr>
              <p:cNvSpPr>
                <a:spLocks noGrp="1"/>
              </p:cNvSpPr>
              <p:nvPr/>
            </p:nvSpPr>
            <p:spPr>
              <a:xfrm>
                <a:off x="20840700" y="6419850"/>
                <a:ext cx="228600" cy="342900"/>
              </a:xfrm>
              <a:prstGeom prst="rect">
                <a:avLst/>
              </a:prstGeom>
              <a:noFill/>
              <a:ln w="0">
                <a:noFill/>
                <a:prstDash val="solid"/>
              </a:ln>
            </p:spPr>
            <p:txBody>
              <a:bodyPr wrap="none" lIns="0" tIns="0" rIns="0" bIns="0" anchor="ctr">
                <a:normAutofit fontScale="100000"/>
              </a:bodyPr>
              <a:lstStyle>
                <a:defPPr algn="ctr">
                  <a:defRPr sz="962" b="0">
                    <a:solidFill>
                      <a:srgbClr val="263238"/>
                    </a:solidFill>
                    <a:latin typeface="Arial"/>
                    <a:ea typeface="Arial"/>
                    <a:cs typeface="Arial"/>
                  </a:defRPr>
                </a:defPPr>
              </a:lstStyle>
              <a:p>
                <a:pPr algn="ctr">
                  <a:defRPr sz="962" b="0">
                    <a:solidFill>
                      <a:srgbClr val="263238"/>
                    </a:solidFill>
                    <a:latin typeface="Arial"/>
                    <a:ea typeface="Arial"/>
                    <a:cs typeface="Arial"/>
                  </a:defRPr>
                </a:pPr>
                <a:r>
                  <a:rPr sz="962" b="0">
                    <a:solidFill>
                      <a:srgbClr val="263238"/>
                    </a:solidFill>
                    <a:latin typeface="Arial"/>
                    <a:ea typeface="Arial"/>
                    <a:cs typeface="Arial"/>
                  </a:rPr>
                  <a:t>d</a:t>
                </a:r>
              </a:p>
            </p:txBody>
          </p:sp>
          <p:sp>
            <p:nvSpPr>
              <p:cNvPr id="3170" name="four:temporal-output:line:3170">
                <a:extLst>
                  <a:ext uri="{FF2B5EF4-FFF2-40B4-BE49-F238E27FC236}">
                    <ns2:creationId id="{A3FB4F95-0B51-4A2C-8697-8F94E10D9198}"/>
                  </a:ext>
                </a:extLst>
              </p:cNvPr>
              <p:cNvSpPr>
                <a:spLocks noGrp="1"/>
              </p:cNvSpPr>
              <p:nvPr/>
            </p:nvSpPr>
            <p:spPr>
              <a:xfrm>
                <a:off x="21240750" y="7372350"/>
                <a:ext cx="2838450" cy="953"/>
              </a:xfrm>
              <a:custGeom>
                <a:pathLst>
                  <a:path w="2838450" h="953">
                    <a:moveTo>
                      <a:pt x="0" y="0"/>
                    </a:moveTo>
                    <a:lnTo>
                      <a:pt x="2838450" y="0"/>
                    </a:lnTo>
                  </a:path>
                </a:pathLst>
              </a:custGeom>
              <a:noFill/>
              <a:ln w="6352">
                <a:solidFill>
                  <a:srgbClr val="263238"/>
                </a:solidFill>
                <a:prstDash val="solid"/>
              </a:ln>
            </p:spPr>
          </p:sp>
          <p:sp>
            <p:nvSpPr>
              <p:cNvPr id="3171" name="four:temporal-output:polygon:3171">
                <a:extLst>
                  <a:ext uri="{FF2B5EF4-FFF2-40B4-BE49-F238E27FC236}">
                    <ns2:creationId id="{D6B7A878-E114-4818-BABF-1E403AF5E00E}"/>
                  </a:ext>
                </a:extLst>
              </p:cNvPr>
              <p:cNvSpPr>
                <a:spLocks noGrp="1"/>
              </p:cNvSpPr>
              <p:nvPr/>
            </p:nvSpPr>
            <p:spPr>
              <a:xfrm>
                <a:off x="24003000" y="7339584"/>
                <a:ext cx="76200" cy="65532"/>
              </a:xfrm>
              <a:custGeom>
                <a:pathLst>
                  <a:path w="76200" h="65532">
                    <a:moveTo>
                      <a:pt x="76200" y="32766"/>
                    </a:moveTo>
                    <a:lnTo>
                      <a:pt x="0" y="0"/>
                    </a:lnTo>
                    <a:lnTo>
                      <a:pt x="0" y="65532"/>
                    </a:lnTo>
                    <a:close/>
                  </a:path>
                </a:pathLst>
              </a:custGeom>
              <a:solidFill>
                <a:srgbClr val="263238"/>
              </a:solidFill>
              <a:ln w="0">
                <a:noFill/>
                <a:prstDash val="solid"/>
              </a:ln>
            </p:spPr>
          </p:sp>
          <p:sp>
            <p:nvSpPr>
              <p:cNvPr id="3172" name="four:temporal-output:textbox:3172">
                <a:extLst>
                  <a:ext uri="{FF2B5EF4-FFF2-40B4-BE49-F238E27FC236}">
                    <ns2:creationId id="{A07180B3-C94A-4AA1-A829-D491ABEC7A70}"/>
                  </a:ext>
                </a:extLst>
              </p:cNvPr>
              <p:cNvSpPr>
                <a:spLocks noGrp="1"/>
              </p:cNvSpPr>
              <p:nvPr/>
            </p:nvSpPr>
            <p:spPr>
              <a:xfrm>
                <a:off x="24136350" y="7191375"/>
                <a:ext cx="219075" cy="342900"/>
              </a:xfrm>
              <a:prstGeom prst="rect">
                <a:avLst/>
              </a:prstGeom>
              <a:noFill/>
              <a:ln w="0">
                <a:noFill/>
                <a:prstDash val="solid"/>
              </a:ln>
            </p:spPr>
            <p:txBody>
              <a:bodyPr wrap="none" lIns="0" tIns="0" rIns="0" bIns="0" anchor="ctr">
                <a:normAutofit fontScale="100000"/>
              </a:bodyPr>
              <a:lstStyle>
                <a:defPPr algn="ctr">
                  <a:defRPr sz="1000" b="0">
                    <a:solidFill>
                      <a:srgbClr val="263238"/>
                    </a:solidFill>
                    <a:latin typeface="Arial"/>
                    <a:ea typeface="Arial"/>
                    <a:cs typeface="Arial"/>
                  </a:defRPr>
                </a:defPPr>
              </a:lstStyle>
              <a:p>
                <a:pPr algn="ctr">
                  <a:defRPr sz="1000" b="0">
                    <a:solidFill>
                      <a:srgbClr val="263238"/>
                    </a:solidFill>
                    <a:latin typeface="Arial"/>
                    <a:ea typeface="Arial"/>
                    <a:cs typeface="Arial"/>
                  </a:defRPr>
                </a:pPr>
                <a:r>
                  <a:rPr sz="1000" b="0">
                    <a:solidFill>
                      <a:srgbClr val="263238"/>
                    </a:solidFill>
                    <a:latin typeface="Arial"/>
                    <a:ea typeface="Arial"/>
                    <a:cs typeface="Arial"/>
                  </a:rPr>
                  <a:t>t</a:t>
                </a:r>
              </a:p>
            </p:txBody>
          </p:sp>
        </p:grpSp>
        <p:grpSp>
          <p:nvGrpSpPr>
            <p:cNvPr id="5000" name="三维时变标量场（可编辑）"/>
            <p:cNvGrpSpPr/>
            <p:nvPr/>
          </p:nvGrpSpPr>
          <p:grpSpPr>
            <a:xfrm>
              <a:off x="0" y="0"/>
              <a:ext cx="24955500" cy="8572500"/>
              <a:chOff x="0" y="0"/>
              <a:chExt cx="24955500" cy="8572500"/>
            </a:xfrm>
          </p:grpSpPr>
          <p:sp>
            <p:nvSpPr>
              <p:cNvPr id="7001" name="addition:input:3190">
                <a:extLst>
                  <a:ext uri="{FF2B5EF4-FFF2-40B4-BE49-F238E27FC236}">
                    <ns2:creationId id="{5950AC3E-6F2E-495E-9007-E5AE51E6DB09}"/>
                  </a:ext>
                </a:extLst>
              </p:cNvPr>
              <p:cNvSpPr>
                <a:spLocks noGrp="1"/>
              </p:cNvSpPr>
              <p:nvPr/>
            </p:nvSpPr>
            <p:spPr>
              <a:xfrm>
                <a:off x="374904" y="4957191"/>
                <a:ext cx="2359152" cy="2670048"/>
              </a:xfrm>
              <a:prstGeom prst="roundRect">
                <a:avLst/>
              </a:prstGeom>
              <a:solidFill>
                <a:srgbClr val="FFFFFF"/>
              </a:solidFill>
              <a:ln w="5538">
                <a:solidFill>
                  <a:srgbClr val="B2D2E2"/>
                </a:solidFill>
              </a:ln>
            </p:spPr>
            <p:txBody>
              <a:bodyPr anchor="ctr"/>
              <a:lstStyle/>
              <a:p>
                <a:pPr algn="ctr">
                  <a:buNone/>
                </a:pPr>
              </a:p>
            </p:txBody>
          </p:sp>
          <p:sp>
            <p:nvSpPr>
              <p:cNvPr id="7002" name="addition:input:3191">
                <a:extLst>
                  <a:ext uri="{FF2B5EF4-FFF2-40B4-BE49-F238E27FC236}">
                    <ns2:creationId id="{1519BBA7-79EF-4FE5-88EE-9B1D06BA1E4A}"/>
                  </a:ext>
                </a:extLst>
              </p:cNvPr>
              <p:cNvSpPr>
                <a:spLocks noGrp="1"/>
              </p:cNvSpPr>
              <p:nvPr/>
            </p:nvSpPr>
            <p:spPr>
              <a:xfrm>
                <a:off x="484632" y="5066919"/>
                <a:ext cx="2075688" cy="301752"/>
              </a:xfrm>
              <a:prstGeom prst="rect">
                <a:avLst/>
              </a:prstGeom>
              <a:noFill/>
            </p:spPr>
            <p:txBody>
              <a:bodyPr wrap="none" lIns="13716" tIns="0" rIns="9144" bIns="0">
                <a:spAutoFit/>
              </a:bodyPr>
              <a:lstStyle>
                <a:defPPr>
                  <a:defRPr sz="616"/>
                </a:defPPr>
                <a:lvl1pPr>
                  <a:defRPr sz="616"/>
                </a:lvl1pPr>
                <a:lvl2pPr>
                  <a:defRPr sz="616"/>
                </a:lvl2pPr>
                <a:lvl3pPr>
                  <a:defRPr sz="616"/>
                </a:lvl3pPr>
                <a:lvl4pPr>
                  <a:defRPr sz="616"/>
                </a:lvl4pPr>
                <a:lvl5pPr>
                  <a:defRPr sz="616"/>
                </a:lvl5pPr>
                <a:lvl6pPr>
                  <a:defRPr sz="616"/>
                </a:lvl6pPr>
                <a:lvl7pPr>
                  <a:defRPr sz="616"/>
                </a:lvl7pPr>
                <a:lvl8pPr>
                  <a:defRPr sz="616"/>
                </a:lvl8pPr>
                <a:lvl9pPr>
                  <a:defRPr sz="616"/>
                </a:lvl9pPr>
              </a:lstStyle>
              <a:p>
                <a:pPr>
                  <a:defRPr sz="616"/>
                </a:pPr>
                <a:r>
                  <a:rPr sz="616" b="1">
                    <a:solidFill>
                      <a:srgbClr val="263238"/>
                    </a:solidFill>
                    <a:latin typeface="Arial"/>
                    <a:ea typeface="Arial"/>
                    <a:cs typeface="Arial"/>
                  </a:rPr>
                  <a:t>3D time-varying scalar fields</a:t>
                </a:r>
              </a:p>
            </p:txBody>
          </p:sp>
          <p:sp>
            <p:nvSpPr>
              <p:cNvPr id="7003" name="addition:input:2">
                <a:extLst>
                  <a:ext uri="{FF2B5EF4-FFF2-40B4-BE49-F238E27FC236}">
                    <ns2:creationId id="{C7817362-2A7B-46EB-8629-1F375A8438B3}"/>
                  </a:ext>
                </a:extLst>
              </p:cNvPr>
              <p:cNvSpPr>
                <a:spLocks noGrp="1"/>
              </p:cNvSpPr>
              <p:nvPr/>
            </p:nvSpPr>
            <p:spPr>
              <a:xfrm>
                <a:off x="209550" y="5438775"/>
                <a:ext cx="2386584" cy="1690817"/>
              </a:xfrm>
              <a:custGeom>
                <a:rect l="l" t="t" r="r" b="b"/>
                <a:pathLst>
                  <a:path w="1450" h="902">
                    <a:moveTo>
                      <a:pt x="0" y="0"/>
                    </a:moveTo>
                    <a:moveTo>
                      <a:pt x="109" y="817"/>
                    </a:moveTo>
                    <a:lnTo>
                      <a:pt x="969" y="902"/>
                    </a:lnTo>
                    <a:lnTo>
                      <a:pt x="1450" y="513"/>
                    </a:lnTo>
                    <a:lnTo>
                      <a:pt x="645" y="542"/>
                    </a:lnTo>
                    <a:close/>
                  </a:path>
                </a:pathLst>
              </a:custGeom>
              <a:solidFill>
                <a:srgbClr val="D3EAFC">
                  <a:alpha val="19000"/>
                </a:srgbClr>
              </a:solidFill>
              <a:ln>
                <a:noFill/>
              </a:ln>
            </p:spPr>
            <p:txBody>
              <a:bodyPr anchor="ctr"/>
              <a:lstStyle/>
              <a:p>
                <a:pPr algn="ctr">
                  <a:buNone/>
                </a:pPr>
              </a:p>
            </p:txBody>
          </p:sp>
          <p:sp>
            <p:nvSpPr>
              <p:cNvPr id="7004" name="addition:input:3">
                <a:extLst>
                  <a:ext uri="{FF2B5EF4-FFF2-40B4-BE49-F238E27FC236}">
                    <ns2:creationId id="{BE906A0F-AD29-4883-803E-4066C60E093E}"/>
                  </a:ext>
                </a:extLst>
              </p:cNvPr>
              <p:cNvSpPr>
                <a:spLocks noGrp="1"/>
              </p:cNvSpPr>
              <p:nvPr/>
            </p:nvSpPr>
            <p:spPr>
              <a:xfrm>
                <a:off x="209550" y="5438775"/>
                <a:ext cx="2386584" cy="603595"/>
              </a:xfrm>
              <a:custGeom>
                <a:rect l="l" t="t" r="r" b="b"/>
                <a:pathLst>
                  <a:path w="1450" h="322">
                    <a:moveTo>
                      <a:pt x="0" y="0"/>
                    </a:moveTo>
                    <a:moveTo>
                      <a:pt x="109" y="322"/>
                    </a:moveTo>
                    <a:lnTo>
                      <a:pt x="967" y="322"/>
                    </a:lnTo>
                    <a:lnTo>
                      <a:pt x="1450" y="47"/>
                    </a:lnTo>
                    <a:lnTo>
                      <a:pt x="645" y="47"/>
                    </a:lnTo>
                    <a:close/>
                  </a:path>
                </a:pathLst>
              </a:custGeom>
              <a:solidFill>
                <a:srgbClr val="D7ECFD">
                  <a:alpha val="15000"/>
                </a:srgbClr>
              </a:solidFill>
              <a:ln>
                <a:noFill/>
              </a:ln>
            </p:spPr>
            <p:txBody>
              <a:bodyPr anchor="ctr"/>
              <a:lstStyle/>
              <a:p>
                <a:pPr algn="ctr">
                  <a:buNone/>
                </a:pPr>
              </a:p>
            </p:txBody>
          </p:sp>
          <p:sp>
            <p:nvSpPr>
              <p:cNvPr id="7005" name="addition:input:4">
                <a:extLst>
                  <a:ext uri="{FF2B5EF4-FFF2-40B4-BE49-F238E27FC236}">
                    <ns2:creationId id="{3779204D-A5C8-45C9-B972-2366592AB5B3}"/>
                  </a:ext>
                </a:extLst>
              </p:cNvPr>
              <p:cNvSpPr>
                <a:spLocks noGrp="1"/>
              </p:cNvSpPr>
              <p:nvPr/>
            </p:nvSpPr>
            <p:spPr>
              <a:xfrm>
                <a:off x="209550" y="5438775"/>
                <a:ext cx="2386584" cy="1694566"/>
              </a:xfrm>
              <a:custGeom>
                <a:rect l="l" t="t" r="r" b="b"/>
                <a:pathLst>
                  <a:path w="1450" h="904">
                    <a:moveTo>
                      <a:pt x="0" y="0"/>
                    </a:moveTo>
                    <a:moveTo>
                      <a:pt x="968" y="323"/>
                    </a:moveTo>
                    <a:lnTo>
                      <a:pt x="1450" y="47"/>
                    </a:lnTo>
                    <a:lnTo>
                      <a:pt x="1450" y="512"/>
                    </a:lnTo>
                    <a:lnTo>
                      <a:pt x="968" y="904"/>
                    </a:lnTo>
                    <a:close/>
                  </a:path>
                </a:pathLst>
              </a:custGeom>
              <a:solidFill>
                <a:srgbClr val="DDEEFF">
                  <a:alpha val="20000"/>
                </a:srgbClr>
              </a:solidFill>
              <a:ln>
                <a:noFill/>
              </a:ln>
            </p:spPr>
            <p:txBody>
              <a:bodyPr anchor="ctr"/>
              <a:lstStyle/>
              <a:p>
                <a:pPr algn="ctr">
                  <a:buNone/>
                </a:pPr>
              </a:p>
            </p:txBody>
          </p:sp>
          <p:sp>
            <p:nvSpPr>
              <p:cNvPr id="7006" name="addition:input:5">
                <a:extLst>
                  <a:ext uri="{FF2B5EF4-FFF2-40B4-BE49-F238E27FC236}">
                    <ns2:creationId id="{AD9134CB-4BD6-4DD6-B700-B71E972793B7}"/>
                  </a:ext>
                </a:extLst>
              </p:cNvPr>
              <p:cNvSpPr>
                <a:spLocks noGrp="1"/>
              </p:cNvSpPr>
              <p:nvPr/>
            </p:nvSpPr>
            <p:spPr>
              <a:xfrm>
                <a:off x="209550" y="5438775"/>
                <a:ext cx="1099475" cy="882899"/>
              </a:xfrm>
              <a:custGeom>
                <a:rect l="l" t="t" r="r" b="b"/>
                <a:pathLst>
                  <a:path w="668" h="471">
                    <a:moveTo>
                      <a:pt x="0" y="0"/>
                    </a:moveTo>
                    <a:moveTo>
                      <a:pt x="665" y="378"/>
                    </a:moveTo>
                    <a:lnTo>
                      <a:pt x="660" y="385"/>
                    </a:lnTo>
                    <a:lnTo>
                      <a:pt x="658" y="392"/>
                    </a:lnTo>
                    <a:lnTo>
                      <a:pt x="663" y="400"/>
                    </a:lnTo>
                    <a:lnTo>
                      <a:pt x="668" y="409"/>
                    </a:lnTo>
                    <a:lnTo>
                      <a:pt x="667" y="418"/>
                    </a:lnTo>
                    <a:lnTo>
                      <a:pt x="656" y="423"/>
                    </a:lnTo>
                    <a:lnTo>
                      <a:pt x="639" y="424"/>
                    </a:lnTo>
                    <a:lnTo>
                      <a:pt x="624" y="425"/>
                    </a:lnTo>
                    <a:lnTo>
                      <a:pt x="615" y="428"/>
                    </a:lnTo>
                    <a:lnTo>
                      <a:pt x="610" y="434"/>
                    </a:lnTo>
                    <a:lnTo>
                      <a:pt x="604" y="441"/>
                    </a:lnTo>
                    <a:lnTo>
                      <a:pt x="596" y="447"/>
                    </a:lnTo>
                    <a:lnTo>
                      <a:pt x="587" y="453"/>
                    </a:lnTo>
                    <a:lnTo>
                      <a:pt x="578" y="460"/>
                    </a:lnTo>
                    <a:lnTo>
                      <a:pt x="567" y="467"/>
                    </a:lnTo>
                    <a:lnTo>
                      <a:pt x="555" y="471"/>
                    </a:lnTo>
                    <a:lnTo>
                      <a:pt x="541" y="469"/>
                    </a:lnTo>
                    <a:lnTo>
                      <a:pt x="528" y="460"/>
                    </a:lnTo>
                    <a:lnTo>
                      <a:pt x="518" y="452"/>
                    </a:lnTo>
                    <a:lnTo>
                      <a:pt x="508" y="449"/>
                    </a:lnTo>
                    <a:lnTo>
                      <a:pt x="496" y="451"/>
                    </a:lnTo>
                    <a:lnTo>
                      <a:pt x="484" y="453"/>
                    </a:lnTo>
                    <a:lnTo>
                      <a:pt x="474" y="450"/>
                    </a:lnTo>
                    <a:lnTo>
                      <a:pt x="468" y="443"/>
                    </a:lnTo>
                    <a:lnTo>
                      <a:pt x="464" y="436"/>
                    </a:lnTo>
                    <a:lnTo>
                      <a:pt x="458" y="431"/>
                    </a:lnTo>
                    <a:lnTo>
                      <a:pt x="448" y="429"/>
                    </a:lnTo>
                    <a:lnTo>
                      <a:pt x="436" y="427"/>
                    </a:lnTo>
                    <a:lnTo>
                      <a:pt x="427" y="423"/>
                    </a:lnTo>
                    <a:lnTo>
                      <a:pt x="423" y="416"/>
                    </a:lnTo>
                    <a:lnTo>
                      <a:pt x="420" y="409"/>
                    </a:lnTo>
                    <a:lnTo>
                      <a:pt x="416" y="402"/>
                    </a:lnTo>
                    <a:lnTo>
                      <a:pt x="415" y="394"/>
                    </a:lnTo>
                    <a:lnTo>
                      <a:pt x="421" y="386"/>
                    </a:lnTo>
                    <a:lnTo>
                      <a:pt x="434" y="378"/>
                    </a:lnTo>
                    <a:lnTo>
                      <a:pt x="448" y="372"/>
                    </a:lnTo>
                    <a:lnTo>
                      <a:pt x="455" y="366"/>
                    </a:lnTo>
                    <a:lnTo>
                      <a:pt x="451" y="359"/>
                    </a:lnTo>
                    <a:lnTo>
                      <a:pt x="442" y="350"/>
                    </a:lnTo>
                    <a:lnTo>
                      <a:pt x="436" y="340"/>
                    </a:lnTo>
                    <a:lnTo>
                      <a:pt x="439" y="332"/>
                    </a:lnTo>
                    <a:lnTo>
                      <a:pt x="448" y="327"/>
                    </a:lnTo>
                    <a:lnTo>
                      <a:pt x="458" y="323"/>
                    </a:lnTo>
                    <a:lnTo>
                      <a:pt x="464" y="318"/>
                    </a:lnTo>
                    <a:lnTo>
                      <a:pt x="469" y="311"/>
                    </a:lnTo>
                    <a:lnTo>
                      <a:pt x="477" y="306"/>
                    </a:lnTo>
                    <a:lnTo>
                      <a:pt x="486" y="305"/>
                    </a:lnTo>
                    <a:lnTo>
                      <a:pt x="497" y="305"/>
                    </a:lnTo>
                    <a:lnTo>
                      <a:pt x="505" y="304"/>
                    </a:lnTo>
                    <a:lnTo>
                      <a:pt x="513" y="301"/>
                    </a:lnTo>
                    <a:lnTo>
                      <a:pt x="521" y="299"/>
                    </a:lnTo>
                    <a:lnTo>
                      <a:pt x="530" y="301"/>
                    </a:lnTo>
                    <a:lnTo>
                      <a:pt x="538" y="306"/>
                    </a:lnTo>
                    <a:lnTo>
                      <a:pt x="546" y="309"/>
                    </a:lnTo>
                    <a:lnTo>
                      <a:pt x="555" y="306"/>
                    </a:lnTo>
                    <a:lnTo>
                      <a:pt x="568" y="298"/>
                    </a:lnTo>
                    <a:lnTo>
                      <a:pt x="583" y="292"/>
                    </a:lnTo>
                    <a:lnTo>
                      <a:pt x="595" y="293"/>
                    </a:lnTo>
                    <a:lnTo>
                      <a:pt x="603" y="301"/>
                    </a:lnTo>
                    <a:lnTo>
                      <a:pt x="606" y="312"/>
                    </a:lnTo>
                    <a:lnTo>
                      <a:pt x="609" y="321"/>
                    </a:lnTo>
                    <a:lnTo>
                      <a:pt x="614" y="328"/>
                    </a:lnTo>
                    <a:lnTo>
                      <a:pt x="621" y="333"/>
                    </a:lnTo>
                    <a:lnTo>
                      <a:pt x="626" y="340"/>
                    </a:lnTo>
                    <a:lnTo>
                      <a:pt x="630" y="346"/>
                    </a:lnTo>
                    <a:lnTo>
                      <a:pt x="637" y="352"/>
                    </a:lnTo>
                    <a:lnTo>
                      <a:pt x="647" y="357"/>
                    </a:lnTo>
                    <a:lnTo>
                      <a:pt x="659" y="363"/>
                    </a:lnTo>
                    <a:lnTo>
                      <a:pt x="666" y="370"/>
                    </a:lnTo>
                    <a:close/>
                  </a:path>
                </a:pathLst>
              </a:custGeom>
              <a:solidFill>
                <a:srgbClr val="A7CEE4">
                  <a:alpha val="12900"/>
                </a:srgbClr>
              </a:solidFill>
              <a:ln>
                <a:noFill/>
              </a:ln>
            </p:spPr>
            <p:txBody>
              <a:bodyPr anchor="ctr"/>
              <a:lstStyle/>
              <a:p>
                <a:pPr algn="ctr">
                  <a:buNone/>
                </a:pPr>
              </a:p>
            </p:txBody>
          </p:sp>
          <p:sp>
            <p:nvSpPr>
              <p:cNvPr id="7007" name="addition:input:6">
                <a:extLst>
                  <a:ext uri="{FF2B5EF4-FFF2-40B4-BE49-F238E27FC236}">
                    <ns2:creationId id="{78C4828A-F68C-4458-BD24-5DCD39FB594B}"/>
                  </a:ext>
                </a:extLst>
              </p:cNvPr>
              <p:cNvSpPr>
                <a:spLocks noGrp="1"/>
              </p:cNvSpPr>
              <p:nvPr/>
            </p:nvSpPr>
            <p:spPr>
              <a:xfrm>
                <a:off x="209550" y="5438775"/>
                <a:ext cx="1050097" cy="862279"/>
              </a:xfrm>
              <a:custGeom>
                <a:rect l="l" t="t" r="r" b="b"/>
                <a:pathLst>
                  <a:path w="638" h="460">
                    <a:moveTo>
                      <a:pt x="0" y="0"/>
                    </a:moveTo>
                    <a:moveTo>
                      <a:pt x="629" y="383"/>
                    </a:moveTo>
                    <a:lnTo>
                      <a:pt x="630" y="389"/>
                    </a:lnTo>
                    <a:lnTo>
                      <a:pt x="629" y="395"/>
                    </a:lnTo>
                    <a:lnTo>
                      <a:pt x="629" y="401"/>
                    </a:lnTo>
                    <a:lnTo>
                      <a:pt x="633" y="409"/>
                    </a:lnTo>
                    <a:lnTo>
                      <a:pt x="638" y="417"/>
                    </a:lnTo>
                    <a:lnTo>
                      <a:pt x="637" y="425"/>
                    </a:lnTo>
                    <a:lnTo>
                      <a:pt x="628" y="428"/>
                    </a:lnTo>
                    <a:lnTo>
                      <a:pt x="613" y="428"/>
                    </a:lnTo>
                    <a:lnTo>
                      <a:pt x="599" y="426"/>
                    </a:lnTo>
                    <a:lnTo>
                      <a:pt x="591" y="428"/>
                    </a:lnTo>
                    <a:lnTo>
                      <a:pt x="587" y="433"/>
                    </a:lnTo>
                    <a:lnTo>
                      <a:pt x="583" y="440"/>
                    </a:lnTo>
                    <a:lnTo>
                      <a:pt x="577" y="446"/>
                    </a:lnTo>
                    <a:lnTo>
                      <a:pt x="569" y="449"/>
                    </a:lnTo>
                    <a:lnTo>
                      <a:pt x="560" y="453"/>
                    </a:lnTo>
                    <a:lnTo>
                      <a:pt x="550" y="457"/>
                    </a:lnTo>
                    <a:lnTo>
                      <a:pt x="540" y="460"/>
                    </a:lnTo>
                    <a:lnTo>
                      <a:pt x="528" y="459"/>
                    </a:lnTo>
                    <a:lnTo>
                      <a:pt x="518" y="454"/>
                    </a:lnTo>
                    <a:lnTo>
                      <a:pt x="509" y="448"/>
                    </a:lnTo>
                    <a:lnTo>
                      <a:pt x="500" y="446"/>
                    </a:lnTo>
                    <a:lnTo>
                      <a:pt x="489" y="446"/>
                    </a:lnTo>
                    <a:lnTo>
                      <a:pt x="478" y="446"/>
                    </a:lnTo>
                    <a:lnTo>
                      <a:pt x="469" y="442"/>
                    </a:lnTo>
                    <a:lnTo>
                      <a:pt x="466" y="435"/>
                    </a:lnTo>
                    <a:lnTo>
                      <a:pt x="465" y="427"/>
                    </a:lnTo>
                    <a:lnTo>
                      <a:pt x="461" y="422"/>
                    </a:lnTo>
                    <a:lnTo>
                      <a:pt x="451" y="420"/>
                    </a:lnTo>
                    <a:lnTo>
                      <a:pt x="439" y="419"/>
                    </a:lnTo>
                    <a:lnTo>
                      <a:pt x="427" y="416"/>
                    </a:lnTo>
                    <a:lnTo>
                      <a:pt x="422" y="410"/>
                    </a:lnTo>
                    <a:lnTo>
                      <a:pt x="420" y="403"/>
                    </a:lnTo>
                    <a:lnTo>
                      <a:pt x="420" y="397"/>
                    </a:lnTo>
                    <a:lnTo>
                      <a:pt x="422" y="390"/>
                    </a:lnTo>
                    <a:lnTo>
                      <a:pt x="426" y="383"/>
                    </a:lnTo>
                    <a:lnTo>
                      <a:pt x="436" y="377"/>
                    </a:lnTo>
                    <a:lnTo>
                      <a:pt x="448" y="372"/>
                    </a:lnTo>
                    <a:lnTo>
                      <a:pt x="455" y="368"/>
                    </a:lnTo>
                    <a:lnTo>
                      <a:pt x="455" y="362"/>
                    </a:lnTo>
                    <a:lnTo>
                      <a:pt x="450" y="354"/>
                    </a:lnTo>
                    <a:lnTo>
                      <a:pt x="448" y="346"/>
                    </a:lnTo>
                    <a:lnTo>
                      <a:pt x="453" y="340"/>
                    </a:lnTo>
                    <a:lnTo>
                      <a:pt x="463" y="337"/>
                    </a:lnTo>
                    <a:lnTo>
                      <a:pt x="473" y="334"/>
                    </a:lnTo>
                    <a:lnTo>
                      <a:pt x="479" y="330"/>
                    </a:lnTo>
                    <a:lnTo>
                      <a:pt x="483" y="323"/>
                    </a:lnTo>
                    <a:lnTo>
                      <a:pt x="488" y="316"/>
                    </a:lnTo>
                    <a:lnTo>
                      <a:pt x="496" y="313"/>
                    </a:lnTo>
                    <a:lnTo>
                      <a:pt x="506" y="314"/>
                    </a:lnTo>
                    <a:lnTo>
                      <a:pt x="515" y="316"/>
                    </a:lnTo>
                    <a:lnTo>
                      <a:pt x="523" y="317"/>
                    </a:lnTo>
                    <a:lnTo>
                      <a:pt x="530" y="317"/>
                    </a:lnTo>
                    <a:lnTo>
                      <a:pt x="537" y="319"/>
                    </a:lnTo>
                    <a:lnTo>
                      <a:pt x="543" y="323"/>
                    </a:lnTo>
                    <a:lnTo>
                      <a:pt x="549" y="325"/>
                    </a:lnTo>
                    <a:lnTo>
                      <a:pt x="557" y="323"/>
                    </a:lnTo>
                    <a:lnTo>
                      <a:pt x="568" y="318"/>
                    </a:lnTo>
                    <a:lnTo>
                      <a:pt x="581" y="313"/>
                    </a:lnTo>
                    <a:lnTo>
                      <a:pt x="591" y="314"/>
                    </a:lnTo>
                    <a:lnTo>
                      <a:pt x="595" y="321"/>
                    </a:lnTo>
                    <a:lnTo>
                      <a:pt x="595" y="331"/>
                    </a:lnTo>
                    <a:lnTo>
                      <a:pt x="596" y="339"/>
                    </a:lnTo>
                    <a:lnTo>
                      <a:pt x="600" y="344"/>
                    </a:lnTo>
                    <a:lnTo>
                      <a:pt x="607" y="349"/>
                    </a:lnTo>
                    <a:lnTo>
                      <a:pt x="612" y="354"/>
                    </a:lnTo>
                    <a:lnTo>
                      <a:pt x="614" y="360"/>
                    </a:lnTo>
                    <a:lnTo>
                      <a:pt x="615" y="366"/>
                    </a:lnTo>
                    <a:lnTo>
                      <a:pt x="619" y="371"/>
                    </a:lnTo>
                    <a:lnTo>
                      <a:pt x="624" y="377"/>
                    </a:lnTo>
                    <a:close/>
                  </a:path>
                </a:pathLst>
              </a:custGeom>
              <a:solidFill>
                <a:srgbClr val="59A3CD">
                  <a:alpha val="12900"/>
                </a:srgbClr>
              </a:solidFill>
              <a:ln>
                <a:noFill/>
              </a:ln>
            </p:spPr>
            <p:txBody>
              <a:bodyPr anchor="ctr"/>
              <a:lstStyle/>
              <a:p>
                <a:pPr algn="ctr">
                  <a:buNone/>
                </a:pPr>
              </a:p>
            </p:txBody>
          </p:sp>
          <p:sp>
            <p:nvSpPr>
              <p:cNvPr id="7008" name="addition:input:7">
                <a:extLst>
                  <a:ext uri="{FF2B5EF4-FFF2-40B4-BE49-F238E27FC236}">
                    <ns2:creationId id="{23FCEB2A-301C-47AE-A20F-BDC386CE3F8D}"/>
                  </a:ext>
                </a:extLst>
              </p:cNvPr>
              <p:cNvSpPr>
                <a:spLocks noGrp="1"/>
              </p:cNvSpPr>
              <p:nvPr/>
            </p:nvSpPr>
            <p:spPr>
              <a:xfrm>
                <a:off x="209550" y="5438775"/>
                <a:ext cx="1027054" cy="854781"/>
              </a:xfrm>
              <a:custGeom>
                <a:rect l="l" t="t" r="r" b="b"/>
                <a:pathLst>
                  <a:path w="624" h="456">
                    <a:moveTo>
                      <a:pt x="0" y="0"/>
                    </a:moveTo>
                    <a:moveTo>
                      <a:pt x="610" y="388"/>
                    </a:moveTo>
                    <a:lnTo>
                      <a:pt x="609" y="393"/>
                    </a:lnTo>
                    <a:lnTo>
                      <a:pt x="614" y="399"/>
                    </a:lnTo>
                    <a:lnTo>
                      <a:pt x="621" y="406"/>
                    </a:lnTo>
                    <a:lnTo>
                      <a:pt x="624" y="412"/>
                    </a:lnTo>
                    <a:lnTo>
                      <a:pt x="620" y="418"/>
                    </a:lnTo>
                    <a:lnTo>
                      <a:pt x="609" y="420"/>
                    </a:lnTo>
                    <a:lnTo>
                      <a:pt x="598" y="422"/>
                    </a:lnTo>
                    <a:lnTo>
                      <a:pt x="590" y="424"/>
                    </a:lnTo>
                    <a:lnTo>
                      <a:pt x="585" y="427"/>
                    </a:lnTo>
                    <a:lnTo>
                      <a:pt x="579" y="430"/>
                    </a:lnTo>
                    <a:lnTo>
                      <a:pt x="573" y="433"/>
                    </a:lnTo>
                    <a:lnTo>
                      <a:pt x="567" y="436"/>
                    </a:lnTo>
                    <a:lnTo>
                      <a:pt x="562" y="442"/>
                    </a:lnTo>
                    <a:lnTo>
                      <a:pt x="556" y="450"/>
                    </a:lnTo>
                    <a:lnTo>
                      <a:pt x="548" y="456"/>
                    </a:lnTo>
                    <a:lnTo>
                      <a:pt x="538" y="456"/>
                    </a:lnTo>
                    <a:lnTo>
                      <a:pt x="528" y="452"/>
                    </a:lnTo>
                    <a:lnTo>
                      <a:pt x="519" y="447"/>
                    </a:lnTo>
                    <a:lnTo>
                      <a:pt x="510" y="444"/>
                    </a:lnTo>
                    <a:lnTo>
                      <a:pt x="502" y="445"/>
                    </a:lnTo>
                    <a:lnTo>
                      <a:pt x="492" y="447"/>
                    </a:lnTo>
                    <a:lnTo>
                      <a:pt x="484" y="445"/>
                    </a:lnTo>
                    <a:lnTo>
                      <a:pt x="478" y="440"/>
                    </a:lnTo>
                    <a:lnTo>
                      <a:pt x="475" y="434"/>
                    </a:lnTo>
                    <a:lnTo>
                      <a:pt x="470" y="430"/>
                    </a:lnTo>
                    <a:lnTo>
                      <a:pt x="464" y="428"/>
                    </a:lnTo>
                    <a:lnTo>
                      <a:pt x="456" y="426"/>
                    </a:lnTo>
                    <a:lnTo>
                      <a:pt x="449" y="423"/>
                    </a:lnTo>
                    <a:lnTo>
                      <a:pt x="444" y="420"/>
                    </a:lnTo>
                    <a:lnTo>
                      <a:pt x="439" y="416"/>
                    </a:lnTo>
                    <a:lnTo>
                      <a:pt x="433" y="411"/>
                    </a:lnTo>
                    <a:lnTo>
                      <a:pt x="427" y="407"/>
                    </a:lnTo>
                    <a:lnTo>
                      <a:pt x="428" y="400"/>
                    </a:lnTo>
                    <a:lnTo>
                      <a:pt x="436" y="394"/>
                    </a:lnTo>
                    <a:lnTo>
                      <a:pt x="449" y="388"/>
                    </a:lnTo>
                    <a:lnTo>
                      <a:pt x="457" y="384"/>
                    </a:lnTo>
                    <a:lnTo>
                      <a:pt x="458" y="379"/>
                    </a:lnTo>
                    <a:lnTo>
                      <a:pt x="454" y="373"/>
                    </a:lnTo>
                    <a:lnTo>
                      <a:pt x="450" y="367"/>
                    </a:lnTo>
                    <a:lnTo>
                      <a:pt x="451" y="361"/>
                    </a:lnTo>
                    <a:lnTo>
                      <a:pt x="457" y="357"/>
                    </a:lnTo>
                    <a:lnTo>
                      <a:pt x="462" y="353"/>
                    </a:lnTo>
                    <a:lnTo>
                      <a:pt x="465" y="348"/>
                    </a:lnTo>
                    <a:lnTo>
                      <a:pt x="468" y="342"/>
                    </a:lnTo>
                    <a:lnTo>
                      <a:pt x="473" y="338"/>
                    </a:lnTo>
                    <a:lnTo>
                      <a:pt x="481" y="335"/>
                    </a:lnTo>
                    <a:lnTo>
                      <a:pt x="488" y="334"/>
                    </a:lnTo>
                    <a:lnTo>
                      <a:pt x="494" y="332"/>
                    </a:lnTo>
                    <a:lnTo>
                      <a:pt x="500" y="329"/>
                    </a:lnTo>
                    <a:lnTo>
                      <a:pt x="506" y="328"/>
                    </a:lnTo>
                    <a:lnTo>
                      <a:pt x="514" y="330"/>
                    </a:lnTo>
                    <a:lnTo>
                      <a:pt x="520" y="335"/>
                    </a:lnTo>
                    <a:lnTo>
                      <a:pt x="526" y="339"/>
                    </a:lnTo>
                    <a:lnTo>
                      <a:pt x="531" y="338"/>
                    </a:lnTo>
                    <a:lnTo>
                      <a:pt x="539" y="333"/>
                    </a:lnTo>
                    <a:lnTo>
                      <a:pt x="548" y="326"/>
                    </a:lnTo>
                    <a:lnTo>
                      <a:pt x="558" y="324"/>
                    </a:lnTo>
                    <a:lnTo>
                      <a:pt x="565" y="327"/>
                    </a:lnTo>
                    <a:lnTo>
                      <a:pt x="570" y="333"/>
                    </a:lnTo>
                    <a:lnTo>
                      <a:pt x="574" y="339"/>
                    </a:lnTo>
                    <a:lnTo>
                      <a:pt x="579" y="344"/>
                    </a:lnTo>
                    <a:lnTo>
                      <a:pt x="583" y="349"/>
                    </a:lnTo>
                    <a:lnTo>
                      <a:pt x="586" y="354"/>
                    </a:lnTo>
                    <a:lnTo>
                      <a:pt x="587" y="360"/>
                    </a:lnTo>
                    <a:lnTo>
                      <a:pt x="590" y="365"/>
                    </a:lnTo>
                    <a:lnTo>
                      <a:pt x="597" y="368"/>
                    </a:lnTo>
                    <a:lnTo>
                      <a:pt x="606" y="372"/>
                    </a:lnTo>
                    <a:lnTo>
                      <a:pt x="612" y="377"/>
                    </a:lnTo>
                    <a:lnTo>
                      <a:pt x="612" y="383"/>
                    </a:lnTo>
                    <a:close/>
                  </a:path>
                </a:pathLst>
              </a:custGeom>
              <a:solidFill>
                <a:srgbClr val="0675B4">
                  <a:alpha val="10500"/>
                </a:srgbClr>
              </a:solidFill>
              <a:ln>
                <a:noFill/>
              </a:ln>
            </p:spPr>
            <p:txBody>
              <a:bodyPr anchor="ctr"/>
              <a:lstStyle/>
              <a:p>
                <a:pPr algn="ctr">
                  <a:buNone/>
                </a:pPr>
              </a:p>
            </p:txBody>
          </p:sp>
          <p:sp>
            <p:nvSpPr>
              <p:cNvPr id="7009" name="addition:input:8">
                <a:extLst>
                  <a:ext uri="{FF2B5EF4-FFF2-40B4-BE49-F238E27FC236}">
                    <ns2:creationId id="{8A15B87E-7648-4F1D-A639-09618E8075A1}"/>
                  </a:ext>
                </a:extLst>
              </p:cNvPr>
              <p:cNvSpPr>
                <a:spLocks noGrp="1"/>
              </p:cNvSpPr>
              <p:nvPr/>
            </p:nvSpPr>
            <p:spPr>
              <a:xfrm>
                <a:off x="209550" y="5438775"/>
                <a:ext cx="867400" cy="744184"/>
              </a:xfrm>
              <a:custGeom>
                <a:rect l="l" t="t" r="r" b="b"/>
                <a:pathLst>
                  <a:path w="527" h="397">
                    <a:moveTo>
                      <a:pt x="0" y="0"/>
                    </a:moveTo>
                    <a:moveTo>
                      <a:pt x="518" y="368"/>
                    </a:moveTo>
                    <a:lnTo>
                      <a:pt x="520" y="370"/>
                    </a:lnTo>
                    <a:lnTo>
                      <a:pt x="523" y="373"/>
                    </a:lnTo>
                    <a:lnTo>
                      <a:pt x="523" y="375"/>
                    </a:lnTo>
                    <a:lnTo>
                      <a:pt x="522" y="377"/>
                    </a:lnTo>
                    <a:lnTo>
                      <a:pt x="521" y="379"/>
                    </a:lnTo>
                    <a:lnTo>
                      <a:pt x="520" y="382"/>
                    </a:lnTo>
                    <a:lnTo>
                      <a:pt x="520" y="384"/>
                    </a:lnTo>
                    <a:lnTo>
                      <a:pt x="518" y="386"/>
                    </a:lnTo>
                    <a:lnTo>
                      <a:pt x="515" y="387"/>
                    </a:lnTo>
                    <a:lnTo>
                      <a:pt x="512" y="388"/>
                    </a:lnTo>
                    <a:lnTo>
                      <a:pt x="510" y="389"/>
                    </a:lnTo>
                    <a:lnTo>
                      <a:pt x="508" y="391"/>
                    </a:lnTo>
                    <a:lnTo>
                      <a:pt x="506" y="392"/>
                    </a:lnTo>
                    <a:lnTo>
                      <a:pt x="503" y="392"/>
                    </a:lnTo>
                    <a:lnTo>
                      <a:pt x="499" y="390"/>
                    </a:lnTo>
                    <a:lnTo>
                      <a:pt x="496" y="389"/>
                    </a:lnTo>
                    <a:lnTo>
                      <a:pt x="494" y="390"/>
                    </a:lnTo>
                    <a:lnTo>
                      <a:pt x="491" y="393"/>
                    </a:lnTo>
                    <a:lnTo>
                      <a:pt x="488" y="396"/>
                    </a:lnTo>
                    <a:lnTo>
                      <a:pt x="484" y="397"/>
                    </a:lnTo>
                    <a:lnTo>
                      <a:pt x="480" y="395"/>
                    </a:lnTo>
                    <a:lnTo>
                      <a:pt x="477" y="394"/>
                    </a:lnTo>
                    <a:lnTo>
                      <a:pt x="474" y="392"/>
                    </a:lnTo>
                    <a:lnTo>
                      <a:pt x="471" y="390"/>
                    </a:lnTo>
                    <a:lnTo>
                      <a:pt x="469" y="388"/>
                    </a:lnTo>
                    <a:lnTo>
                      <a:pt x="468" y="385"/>
                    </a:lnTo>
                    <a:lnTo>
                      <a:pt x="466" y="383"/>
                    </a:lnTo>
                    <a:lnTo>
                      <a:pt x="464" y="381"/>
                    </a:lnTo>
                    <a:lnTo>
                      <a:pt x="460" y="380"/>
                    </a:lnTo>
                    <a:lnTo>
                      <a:pt x="456" y="379"/>
                    </a:lnTo>
                    <a:lnTo>
                      <a:pt x="453" y="378"/>
                    </a:lnTo>
                    <a:lnTo>
                      <a:pt x="453" y="375"/>
                    </a:lnTo>
                    <a:lnTo>
                      <a:pt x="454" y="373"/>
                    </a:lnTo>
                    <a:lnTo>
                      <a:pt x="453" y="370"/>
                    </a:lnTo>
                    <a:lnTo>
                      <a:pt x="451" y="368"/>
                    </a:lnTo>
                    <a:lnTo>
                      <a:pt x="447" y="366"/>
                    </a:lnTo>
                    <a:lnTo>
                      <a:pt x="446" y="363"/>
                    </a:lnTo>
                    <a:lnTo>
                      <a:pt x="448" y="361"/>
                    </a:lnTo>
                    <a:lnTo>
                      <a:pt x="453" y="359"/>
                    </a:lnTo>
                    <a:lnTo>
                      <a:pt x="457" y="358"/>
                    </a:lnTo>
                    <a:lnTo>
                      <a:pt x="460" y="357"/>
                    </a:lnTo>
                    <a:lnTo>
                      <a:pt x="462" y="355"/>
                    </a:lnTo>
                    <a:lnTo>
                      <a:pt x="465" y="354"/>
                    </a:lnTo>
                    <a:lnTo>
                      <a:pt x="467" y="352"/>
                    </a:lnTo>
                    <a:lnTo>
                      <a:pt x="469" y="350"/>
                    </a:lnTo>
                    <a:lnTo>
                      <a:pt x="471" y="348"/>
                    </a:lnTo>
                    <a:lnTo>
                      <a:pt x="472" y="344"/>
                    </a:lnTo>
                    <a:lnTo>
                      <a:pt x="475" y="341"/>
                    </a:lnTo>
                    <a:lnTo>
                      <a:pt x="479" y="341"/>
                    </a:lnTo>
                    <a:lnTo>
                      <a:pt x="484" y="342"/>
                    </a:lnTo>
                    <a:lnTo>
                      <a:pt x="488" y="344"/>
                    </a:lnTo>
                    <a:lnTo>
                      <a:pt x="491" y="345"/>
                    </a:lnTo>
                    <a:lnTo>
                      <a:pt x="494" y="344"/>
                    </a:lnTo>
                    <a:lnTo>
                      <a:pt x="498" y="343"/>
                    </a:lnTo>
                    <a:lnTo>
                      <a:pt x="501" y="343"/>
                    </a:lnTo>
                    <a:lnTo>
                      <a:pt x="503" y="345"/>
                    </a:lnTo>
                    <a:lnTo>
                      <a:pt x="505" y="347"/>
                    </a:lnTo>
                    <a:lnTo>
                      <a:pt x="508" y="348"/>
                    </a:lnTo>
                    <a:lnTo>
                      <a:pt x="510" y="349"/>
                    </a:lnTo>
                    <a:lnTo>
                      <a:pt x="513" y="349"/>
                    </a:lnTo>
                    <a:lnTo>
                      <a:pt x="516" y="350"/>
                    </a:lnTo>
                    <a:lnTo>
                      <a:pt x="518" y="352"/>
                    </a:lnTo>
                    <a:lnTo>
                      <a:pt x="521" y="353"/>
                    </a:lnTo>
                    <a:lnTo>
                      <a:pt x="524" y="354"/>
                    </a:lnTo>
                    <a:lnTo>
                      <a:pt x="527" y="356"/>
                    </a:lnTo>
                    <a:lnTo>
                      <a:pt x="527" y="358"/>
                    </a:lnTo>
                    <a:lnTo>
                      <a:pt x="523" y="361"/>
                    </a:lnTo>
                    <a:lnTo>
                      <a:pt x="519" y="364"/>
                    </a:lnTo>
                    <a:lnTo>
                      <a:pt x="517" y="366"/>
                    </a:lnTo>
                    <a:close/>
                  </a:path>
                </a:pathLst>
              </a:custGeom>
              <a:solidFill>
                <a:srgbClr val="59A3CD">
                  <a:alpha val="9600"/>
                </a:srgbClr>
              </a:solidFill>
              <a:ln>
                <a:noFill/>
              </a:ln>
            </p:spPr>
            <p:txBody>
              <a:bodyPr anchor="ctr"/>
              <a:lstStyle/>
              <a:p>
                <a:pPr algn="ctr">
                  <a:buNone/>
                </a:pPr>
              </a:p>
            </p:txBody>
          </p:sp>
          <p:sp>
            <p:nvSpPr>
              <p:cNvPr id="7010" name="addition:input:9">
                <a:extLst>
                  <a:ext uri="{FF2B5EF4-FFF2-40B4-BE49-F238E27FC236}">
                    <ns2:creationId id="{1AF2A61B-F0C2-4374-AA73-35B37D668972}"/>
                  </a:ext>
                </a:extLst>
              </p:cNvPr>
              <p:cNvSpPr>
                <a:spLocks noGrp="1"/>
              </p:cNvSpPr>
              <p:nvPr/>
            </p:nvSpPr>
            <p:spPr>
              <a:xfrm>
                <a:off x="209550" y="5438775"/>
                <a:ext cx="913486" cy="704820"/>
              </a:xfrm>
              <a:custGeom>
                <a:rect l="l" t="t" r="r" b="b"/>
                <a:pathLst>
                  <a:path w="555" h="376">
                    <a:moveTo>
                      <a:pt x="0" y="0"/>
                    </a:moveTo>
                    <a:moveTo>
                      <a:pt x="555" y="348"/>
                    </a:moveTo>
                    <a:lnTo>
                      <a:pt x="555" y="350"/>
                    </a:lnTo>
                    <a:lnTo>
                      <a:pt x="554" y="353"/>
                    </a:lnTo>
                    <a:lnTo>
                      <a:pt x="552" y="354"/>
                    </a:lnTo>
                    <a:lnTo>
                      <a:pt x="552" y="357"/>
                    </a:lnTo>
                    <a:lnTo>
                      <a:pt x="553" y="359"/>
                    </a:lnTo>
                    <a:lnTo>
                      <a:pt x="554" y="362"/>
                    </a:lnTo>
                    <a:lnTo>
                      <a:pt x="552" y="364"/>
                    </a:lnTo>
                    <a:lnTo>
                      <a:pt x="548" y="365"/>
                    </a:lnTo>
                    <a:lnTo>
                      <a:pt x="543" y="364"/>
                    </a:lnTo>
                    <a:lnTo>
                      <a:pt x="540" y="365"/>
                    </a:lnTo>
                    <a:lnTo>
                      <a:pt x="538" y="366"/>
                    </a:lnTo>
                    <a:lnTo>
                      <a:pt x="536" y="368"/>
                    </a:lnTo>
                    <a:lnTo>
                      <a:pt x="534" y="369"/>
                    </a:lnTo>
                    <a:lnTo>
                      <a:pt x="531" y="371"/>
                    </a:lnTo>
                    <a:lnTo>
                      <a:pt x="528" y="372"/>
                    </a:lnTo>
                    <a:lnTo>
                      <a:pt x="525" y="375"/>
                    </a:lnTo>
                    <a:lnTo>
                      <a:pt x="521" y="376"/>
                    </a:lnTo>
                    <a:lnTo>
                      <a:pt x="517" y="376"/>
                    </a:lnTo>
                    <a:lnTo>
                      <a:pt x="514" y="374"/>
                    </a:lnTo>
                    <a:lnTo>
                      <a:pt x="511" y="371"/>
                    </a:lnTo>
                    <a:lnTo>
                      <a:pt x="508" y="369"/>
                    </a:lnTo>
                    <a:lnTo>
                      <a:pt x="505" y="369"/>
                    </a:lnTo>
                    <a:lnTo>
                      <a:pt x="501" y="369"/>
                    </a:lnTo>
                    <a:lnTo>
                      <a:pt x="498" y="369"/>
                    </a:lnTo>
                    <a:lnTo>
                      <a:pt x="495" y="367"/>
                    </a:lnTo>
                    <a:lnTo>
                      <a:pt x="494" y="365"/>
                    </a:lnTo>
                    <a:lnTo>
                      <a:pt x="493" y="363"/>
                    </a:lnTo>
                    <a:lnTo>
                      <a:pt x="491" y="362"/>
                    </a:lnTo>
                    <a:lnTo>
                      <a:pt x="487" y="361"/>
                    </a:lnTo>
                    <a:lnTo>
                      <a:pt x="484" y="359"/>
                    </a:lnTo>
                    <a:lnTo>
                      <a:pt x="483" y="357"/>
                    </a:lnTo>
                    <a:lnTo>
                      <a:pt x="482" y="355"/>
                    </a:lnTo>
                    <a:lnTo>
                      <a:pt x="481" y="353"/>
                    </a:lnTo>
                    <a:lnTo>
                      <a:pt x="481" y="351"/>
                    </a:lnTo>
                    <a:lnTo>
                      <a:pt x="481" y="348"/>
                    </a:lnTo>
                    <a:lnTo>
                      <a:pt x="485" y="346"/>
                    </a:lnTo>
                    <a:lnTo>
                      <a:pt x="490" y="344"/>
                    </a:lnTo>
                    <a:lnTo>
                      <a:pt x="494" y="343"/>
                    </a:lnTo>
                    <a:lnTo>
                      <a:pt x="495" y="341"/>
                    </a:lnTo>
                    <a:lnTo>
                      <a:pt x="493" y="338"/>
                    </a:lnTo>
                    <a:lnTo>
                      <a:pt x="491" y="335"/>
                    </a:lnTo>
                    <a:lnTo>
                      <a:pt x="491" y="332"/>
                    </a:lnTo>
                    <a:lnTo>
                      <a:pt x="494" y="331"/>
                    </a:lnTo>
                    <a:lnTo>
                      <a:pt x="497" y="330"/>
                    </a:lnTo>
                    <a:lnTo>
                      <a:pt x="500" y="328"/>
                    </a:lnTo>
                    <a:lnTo>
                      <a:pt x="502" y="327"/>
                    </a:lnTo>
                    <a:lnTo>
                      <a:pt x="504" y="325"/>
                    </a:lnTo>
                    <a:lnTo>
                      <a:pt x="507" y="325"/>
                    </a:lnTo>
                    <a:lnTo>
                      <a:pt x="510" y="325"/>
                    </a:lnTo>
                    <a:lnTo>
                      <a:pt x="513" y="325"/>
                    </a:lnTo>
                    <a:lnTo>
                      <a:pt x="516" y="325"/>
                    </a:lnTo>
                    <a:lnTo>
                      <a:pt x="518" y="324"/>
                    </a:lnTo>
                    <a:lnTo>
                      <a:pt x="521" y="324"/>
                    </a:lnTo>
                    <a:lnTo>
                      <a:pt x="523" y="326"/>
                    </a:lnTo>
                    <a:lnTo>
                      <a:pt x="525" y="327"/>
                    </a:lnTo>
                    <a:lnTo>
                      <a:pt x="527" y="328"/>
                    </a:lnTo>
                    <a:lnTo>
                      <a:pt x="530" y="326"/>
                    </a:lnTo>
                    <a:lnTo>
                      <a:pt x="535" y="324"/>
                    </a:lnTo>
                    <a:lnTo>
                      <a:pt x="539" y="324"/>
                    </a:lnTo>
                    <a:lnTo>
                      <a:pt x="541" y="326"/>
                    </a:lnTo>
                    <a:lnTo>
                      <a:pt x="542" y="329"/>
                    </a:lnTo>
                    <a:lnTo>
                      <a:pt x="542" y="332"/>
                    </a:lnTo>
                    <a:lnTo>
                      <a:pt x="543" y="334"/>
                    </a:lnTo>
                    <a:lnTo>
                      <a:pt x="544" y="336"/>
                    </a:lnTo>
                    <a:lnTo>
                      <a:pt x="545" y="338"/>
                    </a:lnTo>
                    <a:lnTo>
                      <a:pt x="546" y="340"/>
                    </a:lnTo>
                    <a:lnTo>
                      <a:pt x="547" y="342"/>
                    </a:lnTo>
                    <a:lnTo>
                      <a:pt x="549" y="344"/>
                    </a:lnTo>
                    <a:lnTo>
                      <a:pt x="552" y="346"/>
                    </a:lnTo>
                    <a:close/>
                  </a:path>
                </a:pathLst>
              </a:custGeom>
              <a:solidFill>
                <a:srgbClr val="59A3CD">
                  <a:alpha val="9600"/>
                </a:srgbClr>
              </a:solidFill>
              <a:ln>
                <a:noFill/>
              </a:ln>
            </p:spPr>
            <p:txBody>
              <a:bodyPr anchor="ctr"/>
              <a:lstStyle/>
              <a:p>
                <a:pPr algn="ctr">
                  <a:buNone/>
                </a:pPr>
              </a:p>
            </p:txBody>
          </p:sp>
          <p:sp>
            <p:nvSpPr>
              <p:cNvPr id="7011" name="addition:input:10">
                <a:extLst>
                  <a:ext uri="{FF2B5EF4-FFF2-40B4-BE49-F238E27FC236}">
                    <ns2:creationId id="{1CF72AE2-5B7B-4155-9996-5B9C51A67402}"/>
                  </a:ext>
                </a:extLst>
              </p:cNvPr>
              <p:cNvSpPr>
                <a:spLocks noGrp="1"/>
              </p:cNvSpPr>
              <p:nvPr/>
            </p:nvSpPr>
            <p:spPr>
              <a:xfrm>
                <a:off x="209550" y="5438775"/>
                <a:ext cx="976031" cy="721690"/>
              </a:xfrm>
              <a:custGeom>
                <a:rect l="l" t="t" r="r" b="b"/>
                <a:pathLst>
                  <a:path w="593" h="385">
                    <a:moveTo>
                      <a:pt x="0" y="0"/>
                    </a:moveTo>
                    <a:moveTo>
                      <a:pt x="592" y="354"/>
                    </a:moveTo>
                    <a:lnTo>
                      <a:pt x="593" y="356"/>
                    </a:lnTo>
                    <a:lnTo>
                      <a:pt x="593" y="359"/>
                    </a:lnTo>
                    <a:lnTo>
                      <a:pt x="591" y="361"/>
                    </a:lnTo>
                    <a:lnTo>
                      <a:pt x="590" y="364"/>
                    </a:lnTo>
                    <a:lnTo>
                      <a:pt x="589" y="366"/>
                    </a:lnTo>
                    <a:lnTo>
                      <a:pt x="587" y="368"/>
                    </a:lnTo>
                    <a:lnTo>
                      <a:pt x="584" y="369"/>
                    </a:lnTo>
                    <a:lnTo>
                      <a:pt x="581" y="370"/>
                    </a:lnTo>
                    <a:lnTo>
                      <a:pt x="579" y="371"/>
                    </a:lnTo>
                    <a:lnTo>
                      <a:pt x="578" y="374"/>
                    </a:lnTo>
                    <a:lnTo>
                      <a:pt x="576" y="376"/>
                    </a:lnTo>
                    <a:lnTo>
                      <a:pt x="573" y="377"/>
                    </a:lnTo>
                    <a:lnTo>
                      <a:pt x="569" y="377"/>
                    </a:lnTo>
                    <a:lnTo>
                      <a:pt x="565" y="376"/>
                    </a:lnTo>
                    <a:lnTo>
                      <a:pt x="563" y="378"/>
                    </a:lnTo>
                    <a:lnTo>
                      <a:pt x="560" y="381"/>
                    </a:lnTo>
                    <a:lnTo>
                      <a:pt x="556" y="384"/>
                    </a:lnTo>
                    <a:lnTo>
                      <a:pt x="552" y="385"/>
                    </a:lnTo>
                    <a:lnTo>
                      <a:pt x="548" y="383"/>
                    </a:lnTo>
                    <a:lnTo>
                      <a:pt x="545" y="381"/>
                    </a:lnTo>
                    <a:lnTo>
                      <a:pt x="542" y="378"/>
                    </a:lnTo>
                    <a:lnTo>
                      <a:pt x="539" y="377"/>
                    </a:lnTo>
                    <a:lnTo>
                      <a:pt x="537" y="375"/>
                    </a:lnTo>
                    <a:lnTo>
                      <a:pt x="534" y="373"/>
                    </a:lnTo>
                    <a:lnTo>
                      <a:pt x="532" y="372"/>
                    </a:lnTo>
                    <a:lnTo>
                      <a:pt x="530" y="371"/>
                    </a:lnTo>
                    <a:lnTo>
                      <a:pt x="525" y="371"/>
                    </a:lnTo>
                    <a:lnTo>
                      <a:pt x="521" y="370"/>
                    </a:lnTo>
                    <a:lnTo>
                      <a:pt x="518" y="369"/>
                    </a:lnTo>
                    <a:lnTo>
                      <a:pt x="517" y="366"/>
                    </a:lnTo>
                    <a:lnTo>
                      <a:pt x="519" y="363"/>
                    </a:lnTo>
                    <a:lnTo>
                      <a:pt x="520" y="361"/>
                    </a:lnTo>
                    <a:lnTo>
                      <a:pt x="519" y="358"/>
                    </a:lnTo>
                    <a:lnTo>
                      <a:pt x="517" y="356"/>
                    </a:lnTo>
                    <a:lnTo>
                      <a:pt x="516" y="354"/>
                    </a:lnTo>
                    <a:lnTo>
                      <a:pt x="518" y="351"/>
                    </a:lnTo>
                    <a:lnTo>
                      <a:pt x="522" y="349"/>
                    </a:lnTo>
                    <a:lnTo>
                      <a:pt x="525" y="347"/>
                    </a:lnTo>
                    <a:lnTo>
                      <a:pt x="527" y="345"/>
                    </a:lnTo>
                    <a:lnTo>
                      <a:pt x="527" y="343"/>
                    </a:lnTo>
                    <a:lnTo>
                      <a:pt x="528" y="341"/>
                    </a:lnTo>
                    <a:lnTo>
                      <a:pt x="529" y="339"/>
                    </a:lnTo>
                    <a:lnTo>
                      <a:pt x="531" y="336"/>
                    </a:lnTo>
                    <a:lnTo>
                      <a:pt x="531" y="333"/>
                    </a:lnTo>
                    <a:lnTo>
                      <a:pt x="532" y="330"/>
                    </a:lnTo>
                    <a:lnTo>
                      <a:pt x="534" y="327"/>
                    </a:lnTo>
                    <a:lnTo>
                      <a:pt x="538" y="327"/>
                    </a:lnTo>
                    <a:lnTo>
                      <a:pt x="542" y="329"/>
                    </a:lnTo>
                    <a:lnTo>
                      <a:pt x="546" y="331"/>
                    </a:lnTo>
                    <a:lnTo>
                      <a:pt x="549" y="331"/>
                    </a:lnTo>
                    <a:lnTo>
                      <a:pt x="551" y="330"/>
                    </a:lnTo>
                    <a:lnTo>
                      <a:pt x="553" y="328"/>
                    </a:lnTo>
                    <a:lnTo>
                      <a:pt x="555" y="327"/>
                    </a:lnTo>
                    <a:lnTo>
                      <a:pt x="558" y="328"/>
                    </a:lnTo>
                    <a:lnTo>
                      <a:pt x="560" y="329"/>
                    </a:lnTo>
                    <a:lnTo>
                      <a:pt x="563" y="329"/>
                    </a:lnTo>
                    <a:lnTo>
                      <a:pt x="566" y="329"/>
                    </a:lnTo>
                    <a:lnTo>
                      <a:pt x="569" y="329"/>
                    </a:lnTo>
                    <a:lnTo>
                      <a:pt x="572" y="330"/>
                    </a:lnTo>
                    <a:lnTo>
                      <a:pt x="574" y="332"/>
                    </a:lnTo>
                    <a:lnTo>
                      <a:pt x="576" y="334"/>
                    </a:lnTo>
                    <a:lnTo>
                      <a:pt x="579" y="335"/>
                    </a:lnTo>
                    <a:lnTo>
                      <a:pt x="582" y="337"/>
                    </a:lnTo>
                    <a:lnTo>
                      <a:pt x="583" y="339"/>
                    </a:lnTo>
                    <a:lnTo>
                      <a:pt x="582" y="343"/>
                    </a:lnTo>
                    <a:lnTo>
                      <a:pt x="580" y="346"/>
                    </a:lnTo>
                    <a:lnTo>
                      <a:pt x="579" y="348"/>
                    </a:lnTo>
                    <a:lnTo>
                      <a:pt x="582" y="350"/>
                    </a:lnTo>
                    <a:lnTo>
                      <a:pt x="587" y="351"/>
                    </a:lnTo>
                    <a:close/>
                  </a:path>
                </a:pathLst>
              </a:custGeom>
              <a:solidFill>
                <a:srgbClr val="59A3CD">
                  <a:alpha val="9600"/>
                </a:srgbClr>
              </a:solidFill>
              <a:ln>
                <a:noFill/>
              </a:ln>
            </p:spPr>
            <p:txBody>
              <a:bodyPr anchor="ctr"/>
              <a:lstStyle/>
              <a:p>
                <a:pPr algn="ctr">
                  <a:buNone/>
                </a:pPr>
              </a:p>
            </p:txBody>
          </p:sp>
          <p:sp>
            <p:nvSpPr>
              <p:cNvPr id="7012" name="addition:input:11">
                <a:extLst>
                  <a:ext uri="{FF2B5EF4-FFF2-40B4-BE49-F238E27FC236}">
                    <ns2:creationId id="{441DFD40-14B2-4BFD-A397-493842242B5E}"/>
                  </a:ext>
                </a:extLst>
              </p:cNvPr>
              <p:cNvSpPr>
                <a:spLocks noGrp="1"/>
              </p:cNvSpPr>
              <p:nvPr/>
            </p:nvSpPr>
            <p:spPr>
              <a:xfrm>
                <a:off x="209550" y="5438775"/>
                <a:ext cx="1028700" cy="761055"/>
              </a:xfrm>
              <a:custGeom>
                <a:rect l="l" t="t" r="r" b="b"/>
                <a:pathLst>
                  <a:path w="625" h="406">
                    <a:moveTo>
                      <a:pt x="0" y="0"/>
                    </a:moveTo>
                    <a:moveTo>
                      <a:pt x="625" y="376"/>
                    </a:moveTo>
                    <a:lnTo>
                      <a:pt x="625" y="379"/>
                    </a:lnTo>
                    <a:lnTo>
                      <a:pt x="624" y="382"/>
                    </a:lnTo>
                    <a:lnTo>
                      <a:pt x="623" y="384"/>
                    </a:lnTo>
                    <a:lnTo>
                      <a:pt x="622" y="387"/>
                    </a:lnTo>
                    <a:lnTo>
                      <a:pt x="618" y="389"/>
                    </a:lnTo>
                    <a:lnTo>
                      <a:pt x="613" y="390"/>
                    </a:lnTo>
                    <a:lnTo>
                      <a:pt x="608" y="390"/>
                    </a:lnTo>
                    <a:lnTo>
                      <a:pt x="605" y="391"/>
                    </a:lnTo>
                    <a:lnTo>
                      <a:pt x="605" y="394"/>
                    </a:lnTo>
                    <a:lnTo>
                      <a:pt x="605" y="399"/>
                    </a:lnTo>
                    <a:lnTo>
                      <a:pt x="604" y="402"/>
                    </a:lnTo>
                    <a:lnTo>
                      <a:pt x="600" y="404"/>
                    </a:lnTo>
                    <a:lnTo>
                      <a:pt x="596" y="404"/>
                    </a:lnTo>
                    <a:lnTo>
                      <a:pt x="591" y="404"/>
                    </a:lnTo>
                    <a:lnTo>
                      <a:pt x="587" y="405"/>
                    </a:lnTo>
                    <a:lnTo>
                      <a:pt x="584" y="406"/>
                    </a:lnTo>
                    <a:lnTo>
                      <a:pt x="580" y="406"/>
                    </a:lnTo>
                    <a:lnTo>
                      <a:pt x="576" y="405"/>
                    </a:lnTo>
                    <a:lnTo>
                      <a:pt x="573" y="403"/>
                    </a:lnTo>
                    <a:lnTo>
                      <a:pt x="570" y="403"/>
                    </a:lnTo>
                    <a:lnTo>
                      <a:pt x="567" y="402"/>
                    </a:lnTo>
                    <a:lnTo>
                      <a:pt x="564" y="402"/>
                    </a:lnTo>
                    <a:lnTo>
                      <a:pt x="562" y="400"/>
                    </a:lnTo>
                    <a:lnTo>
                      <a:pt x="560" y="398"/>
                    </a:lnTo>
                    <a:lnTo>
                      <a:pt x="558" y="396"/>
                    </a:lnTo>
                    <a:lnTo>
                      <a:pt x="555" y="396"/>
                    </a:lnTo>
                    <a:lnTo>
                      <a:pt x="550" y="396"/>
                    </a:lnTo>
                    <a:lnTo>
                      <a:pt x="545" y="396"/>
                    </a:lnTo>
                    <a:lnTo>
                      <a:pt x="543" y="394"/>
                    </a:lnTo>
                    <a:lnTo>
                      <a:pt x="544" y="390"/>
                    </a:lnTo>
                    <a:lnTo>
                      <a:pt x="547" y="386"/>
                    </a:lnTo>
                    <a:lnTo>
                      <a:pt x="549" y="383"/>
                    </a:lnTo>
                    <a:lnTo>
                      <a:pt x="549" y="381"/>
                    </a:lnTo>
                    <a:lnTo>
                      <a:pt x="549" y="378"/>
                    </a:lnTo>
                    <a:lnTo>
                      <a:pt x="549" y="376"/>
                    </a:lnTo>
                    <a:lnTo>
                      <a:pt x="550" y="374"/>
                    </a:lnTo>
                    <a:lnTo>
                      <a:pt x="549" y="371"/>
                    </a:lnTo>
                    <a:lnTo>
                      <a:pt x="548" y="368"/>
                    </a:lnTo>
                    <a:lnTo>
                      <a:pt x="546" y="365"/>
                    </a:lnTo>
                    <a:lnTo>
                      <a:pt x="546" y="363"/>
                    </a:lnTo>
                    <a:lnTo>
                      <a:pt x="549" y="361"/>
                    </a:lnTo>
                    <a:lnTo>
                      <a:pt x="552" y="359"/>
                    </a:lnTo>
                    <a:lnTo>
                      <a:pt x="554" y="357"/>
                    </a:lnTo>
                    <a:lnTo>
                      <a:pt x="555" y="355"/>
                    </a:lnTo>
                    <a:lnTo>
                      <a:pt x="555" y="351"/>
                    </a:lnTo>
                    <a:lnTo>
                      <a:pt x="557" y="349"/>
                    </a:lnTo>
                    <a:lnTo>
                      <a:pt x="561" y="350"/>
                    </a:lnTo>
                    <a:lnTo>
                      <a:pt x="566" y="351"/>
                    </a:lnTo>
                    <a:lnTo>
                      <a:pt x="569" y="353"/>
                    </a:lnTo>
                    <a:lnTo>
                      <a:pt x="572" y="352"/>
                    </a:lnTo>
                    <a:lnTo>
                      <a:pt x="574" y="351"/>
                    </a:lnTo>
                    <a:lnTo>
                      <a:pt x="577" y="349"/>
                    </a:lnTo>
                    <a:lnTo>
                      <a:pt x="580" y="347"/>
                    </a:lnTo>
                    <a:lnTo>
                      <a:pt x="583" y="347"/>
                    </a:lnTo>
                    <a:lnTo>
                      <a:pt x="587" y="346"/>
                    </a:lnTo>
                    <a:lnTo>
                      <a:pt x="592" y="345"/>
                    </a:lnTo>
                    <a:lnTo>
                      <a:pt x="596" y="346"/>
                    </a:lnTo>
                    <a:lnTo>
                      <a:pt x="599" y="348"/>
                    </a:lnTo>
                    <a:lnTo>
                      <a:pt x="600" y="352"/>
                    </a:lnTo>
                    <a:lnTo>
                      <a:pt x="601" y="356"/>
                    </a:lnTo>
                    <a:lnTo>
                      <a:pt x="603" y="358"/>
                    </a:lnTo>
                    <a:lnTo>
                      <a:pt x="607" y="358"/>
                    </a:lnTo>
                    <a:lnTo>
                      <a:pt x="612" y="359"/>
                    </a:lnTo>
                    <a:lnTo>
                      <a:pt x="615" y="361"/>
                    </a:lnTo>
                    <a:lnTo>
                      <a:pt x="615" y="364"/>
                    </a:lnTo>
                    <a:lnTo>
                      <a:pt x="616" y="367"/>
                    </a:lnTo>
                    <a:lnTo>
                      <a:pt x="617" y="369"/>
                    </a:lnTo>
                    <a:lnTo>
                      <a:pt x="620" y="371"/>
                    </a:lnTo>
                    <a:lnTo>
                      <a:pt x="624" y="373"/>
                    </a:lnTo>
                    <a:close/>
                  </a:path>
                </a:pathLst>
              </a:custGeom>
              <a:solidFill>
                <a:srgbClr val="59A3CD">
                  <a:alpha val="9600"/>
                </a:srgbClr>
              </a:solidFill>
              <a:ln>
                <a:noFill/>
              </a:ln>
            </p:spPr>
            <p:txBody>
              <a:bodyPr anchor="ctr"/>
              <a:lstStyle/>
              <a:p>
                <a:pPr algn="ctr">
                  <a:buNone/>
                </a:pPr>
              </a:p>
            </p:txBody>
          </p:sp>
          <p:sp>
            <p:nvSpPr>
              <p:cNvPr id="7013" name="addition:input:12">
                <a:extLst>
                  <a:ext uri="{FF2B5EF4-FFF2-40B4-BE49-F238E27FC236}">
                    <ns2:creationId id="{C870D53D-D908-47C4-B799-774F778E4D06}"/>
                  </a:ext>
                </a:extLst>
              </p:cNvPr>
              <p:cNvSpPr>
                <a:spLocks noGrp="1"/>
              </p:cNvSpPr>
              <p:nvPr/>
            </p:nvSpPr>
            <p:spPr>
              <a:xfrm>
                <a:off x="209550" y="5438775"/>
                <a:ext cx="1000719" cy="806044"/>
              </a:xfrm>
              <a:custGeom>
                <a:rect l="l" t="t" r="r" b="b"/>
                <a:pathLst>
                  <a:path w="608" h="430">
                    <a:moveTo>
                      <a:pt x="0" y="0"/>
                    </a:moveTo>
                    <a:moveTo>
                      <a:pt x="596" y="400"/>
                    </a:moveTo>
                    <a:lnTo>
                      <a:pt x="595" y="403"/>
                    </a:lnTo>
                    <a:lnTo>
                      <a:pt x="594" y="405"/>
                    </a:lnTo>
                    <a:lnTo>
                      <a:pt x="593" y="407"/>
                    </a:lnTo>
                    <a:lnTo>
                      <a:pt x="592" y="410"/>
                    </a:lnTo>
                    <a:lnTo>
                      <a:pt x="592" y="413"/>
                    </a:lnTo>
                    <a:lnTo>
                      <a:pt x="594" y="416"/>
                    </a:lnTo>
                    <a:lnTo>
                      <a:pt x="594" y="420"/>
                    </a:lnTo>
                    <a:lnTo>
                      <a:pt x="592" y="422"/>
                    </a:lnTo>
                    <a:lnTo>
                      <a:pt x="587" y="423"/>
                    </a:lnTo>
                    <a:lnTo>
                      <a:pt x="582" y="423"/>
                    </a:lnTo>
                    <a:lnTo>
                      <a:pt x="578" y="424"/>
                    </a:lnTo>
                    <a:lnTo>
                      <a:pt x="576" y="426"/>
                    </a:lnTo>
                    <a:lnTo>
                      <a:pt x="574" y="429"/>
                    </a:lnTo>
                    <a:lnTo>
                      <a:pt x="571" y="430"/>
                    </a:lnTo>
                    <a:lnTo>
                      <a:pt x="567" y="429"/>
                    </a:lnTo>
                    <a:lnTo>
                      <a:pt x="563" y="427"/>
                    </a:lnTo>
                    <a:lnTo>
                      <a:pt x="559" y="426"/>
                    </a:lnTo>
                    <a:lnTo>
                      <a:pt x="556" y="427"/>
                    </a:lnTo>
                    <a:lnTo>
                      <a:pt x="553" y="428"/>
                    </a:lnTo>
                    <a:lnTo>
                      <a:pt x="549" y="429"/>
                    </a:lnTo>
                    <a:lnTo>
                      <a:pt x="545" y="429"/>
                    </a:lnTo>
                    <a:lnTo>
                      <a:pt x="541" y="429"/>
                    </a:lnTo>
                    <a:lnTo>
                      <a:pt x="536" y="429"/>
                    </a:lnTo>
                    <a:lnTo>
                      <a:pt x="530" y="429"/>
                    </a:lnTo>
                    <a:lnTo>
                      <a:pt x="527" y="427"/>
                    </a:lnTo>
                    <a:lnTo>
                      <a:pt x="525" y="423"/>
                    </a:lnTo>
                    <a:lnTo>
                      <a:pt x="526" y="419"/>
                    </a:lnTo>
                    <a:lnTo>
                      <a:pt x="527" y="415"/>
                    </a:lnTo>
                    <a:lnTo>
                      <a:pt x="525" y="413"/>
                    </a:lnTo>
                    <a:lnTo>
                      <a:pt x="520" y="412"/>
                    </a:lnTo>
                    <a:lnTo>
                      <a:pt x="514" y="411"/>
                    </a:lnTo>
                    <a:lnTo>
                      <a:pt x="510" y="408"/>
                    </a:lnTo>
                    <a:lnTo>
                      <a:pt x="510" y="406"/>
                    </a:lnTo>
                    <a:lnTo>
                      <a:pt x="510" y="403"/>
                    </a:lnTo>
                    <a:lnTo>
                      <a:pt x="508" y="400"/>
                    </a:lnTo>
                    <a:lnTo>
                      <a:pt x="506" y="398"/>
                    </a:lnTo>
                    <a:lnTo>
                      <a:pt x="505" y="395"/>
                    </a:lnTo>
                    <a:lnTo>
                      <a:pt x="505" y="392"/>
                    </a:lnTo>
                    <a:lnTo>
                      <a:pt x="508" y="390"/>
                    </a:lnTo>
                    <a:lnTo>
                      <a:pt x="510" y="387"/>
                    </a:lnTo>
                    <a:lnTo>
                      <a:pt x="511" y="385"/>
                    </a:lnTo>
                    <a:lnTo>
                      <a:pt x="514" y="383"/>
                    </a:lnTo>
                    <a:lnTo>
                      <a:pt x="518" y="381"/>
                    </a:lnTo>
                    <a:lnTo>
                      <a:pt x="524" y="381"/>
                    </a:lnTo>
                    <a:lnTo>
                      <a:pt x="530" y="382"/>
                    </a:lnTo>
                    <a:lnTo>
                      <a:pt x="533" y="380"/>
                    </a:lnTo>
                    <a:lnTo>
                      <a:pt x="534" y="377"/>
                    </a:lnTo>
                    <a:lnTo>
                      <a:pt x="536" y="372"/>
                    </a:lnTo>
                    <a:lnTo>
                      <a:pt x="539" y="369"/>
                    </a:lnTo>
                    <a:lnTo>
                      <a:pt x="544" y="368"/>
                    </a:lnTo>
                    <a:lnTo>
                      <a:pt x="550" y="369"/>
                    </a:lnTo>
                    <a:lnTo>
                      <a:pt x="555" y="370"/>
                    </a:lnTo>
                    <a:lnTo>
                      <a:pt x="560" y="370"/>
                    </a:lnTo>
                    <a:lnTo>
                      <a:pt x="565" y="371"/>
                    </a:lnTo>
                    <a:lnTo>
                      <a:pt x="569" y="372"/>
                    </a:lnTo>
                    <a:lnTo>
                      <a:pt x="573" y="374"/>
                    </a:lnTo>
                    <a:lnTo>
                      <a:pt x="576" y="376"/>
                    </a:lnTo>
                    <a:lnTo>
                      <a:pt x="580" y="377"/>
                    </a:lnTo>
                    <a:lnTo>
                      <a:pt x="585" y="376"/>
                    </a:lnTo>
                    <a:lnTo>
                      <a:pt x="589" y="377"/>
                    </a:lnTo>
                    <a:lnTo>
                      <a:pt x="591" y="379"/>
                    </a:lnTo>
                    <a:lnTo>
                      <a:pt x="592" y="382"/>
                    </a:lnTo>
                    <a:lnTo>
                      <a:pt x="593" y="384"/>
                    </a:lnTo>
                    <a:lnTo>
                      <a:pt x="597" y="386"/>
                    </a:lnTo>
                    <a:lnTo>
                      <a:pt x="603" y="387"/>
                    </a:lnTo>
                    <a:lnTo>
                      <a:pt x="607" y="388"/>
                    </a:lnTo>
                    <a:lnTo>
                      <a:pt x="608" y="391"/>
                    </a:lnTo>
                    <a:lnTo>
                      <a:pt x="604" y="395"/>
                    </a:lnTo>
                    <a:lnTo>
                      <a:pt x="600" y="398"/>
                    </a:lnTo>
                    <a:close/>
                  </a:path>
                </a:pathLst>
              </a:custGeom>
              <a:solidFill>
                <a:srgbClr val="59A3CD">
                  <a:alpha val="9600"/>
                </a:srgbClr>
              </a:solidFill>
              <a:ln>
                <a:noFill/>
              </a:ln>
            </p:spPr>
            <p:txBody>
              <a:bodyPr anchor="ctr"/>
              <a:lstStyle/>
              <a:p>
                <a:pPr algn="ctr">
                  <a:buNone/>
                </a:pPr>
              </a:p>
            </p:txBody>
          </p:sp>
          <p:sp>
            <p:nvSpPr>
              <p:cNvPr id="7014" name="addition:input:13">
                <a:extLst>
                  <a:ext uri="{FF2B5EF4-FFF2-40B4-BE49-F238E27FC236}">
                    <ns2:creationId id="{25D8C828-AD5B-45C2-8A63-37C8A9DD0AF9}"/>
                  </a:ext>
                </a:extLst>
              </p:cNvPr>
              <p:cNvSpPr>
                <a:spLocks noGrp="1"/>
              </p:cNvSpPr>
              <p:nvPr/>
            </p:nvSpPr>
            <p:spPr>
              <a:xfrm>
                <a:off x="209550" y="5438775"/>
                <a:ext cx="915132" cy="811667"/>
              </a:xfrm>
              <a:custGeom>
                <a:rect l="l" t="t" r="r" b="b"/>
                <a:pathLst>
                  <a:path w="556" h="433">
                    <a:moveTo>
                      <a:pt x="0" y="0"/>
                    </a:moveTo>
                    <a:moveTo>
                      <a:pt x="553" y="403"/>
                    </a:moveTo>
                    <a:lnTo>
                      <a:pt x="551" y="406"/>
                    </a:lnTo>
                    <a:lnTo>
                      <a:pt x="549" y="408"/>
                    </a:lnTo>
                    <a:lnTo>
                      <a:pt x="546" y="410"/>
                    </a:lnTo>
                    <a:lnTo>
                      <a:pt x="545" y="413"/>
                    </a:lnTo>
                    <a:lnTo>
                      <a:pt x="545" y="415"/>
                    </a:lnTo>
                    <a:lnTo>
                      <a:pt x="543" y="418"/>
                    </a:lnTo>
                    <a:lnTo>
                      <a:pt x="540" y="419"/>
                    </a:lnTo>
                    <a:lnTo>
                      <a:pt x="537" y="421"/>
                    </a:lnTo>
                    <a:lnTo>
                      <a:pt x="536" y="424"/>
                    </a:lnTo>
                    <a:lnTo>
                      <a:pt x="536" y="428"/>
                    </a:lnTo>
                    <a:lnTo>
                      <a:pt x="535" y="431"/>
                    </a:lnTo>
                    <a:lnTo>
                      <a:pt x="532" y="433"/>
                    </a:lnTo>
                    <a:lnTo>
                      <a:pt x="527" y="432"/>
                    </a:lnTo>
                    <a:lnTo>
                      <a:pt x="522" y="430"/>
                    </a:lnTo>
                    <a:lnTo>
                      <a:pt x="518" y="428"/>
                    </a:lnTo>
                    <a:lnTo>
                      <a:pt x="516" y="428"/>
                    </a:lnTo>
                    <a:lnTo>
                      <a:pt x="513" y="429"/>
                    </a:lnTo>
                    <a:lnTo>
                      <a:pt x="510" y="430"/>
                    </a:lnTo>
                    <a:lnTo>
                      <a:pt x="508" y="430"/>
                    </a:lnTo>
                    <a:lnTo>
                      <a:pt x="505" y="430"/>
                    </a:lnTo>
                    <a:lnTo>
                      <a:pt x="501" y="431"/>
                    </a:lnTo>
                    <a:lnTo>
                      <a:pt x="497" y="432"/>
                    </a:lnTo>
                    <a:lnTo>
                      <a:pt x="494" y="431"/>
                    </a:lnTo>
                    <a:lnTo>
                      <a:pt x="491" y="429"/>
                    </a:lnTo>
                    <a:lnTo>
                      <a:pt x="490" y="426"/>
                    </a:lnTo>
                    <a:lnTo>
                      <a:pt x="488" y="423"/>
                    </a:lnTo>
                    <a:lnTo>
                      <a:pt x="485" y="422"/>
                    </a:lnTo>
                    <a:lnTo>
                      <a:pt x="481" y="421"/>
                    </a:lnTo>
                    <a:lnTo>
                      <a:pt x="478" y="419"/>
                    </a:lnTo>
                    <a:lnTo>
                      <a:pt x="478" y="416"/>
                    </a:lnTo>
                    <a:lnTo>
                      <a:pt x="480" y="413"/>
                    </a:lnTo>
                    <a:lnTo>
                      <a:pt x="481" y="410"/>
                    </a:lnTo>
                    <a:lnTo>
                      <a:pt x="480" y="408"/>
                    </a:lnTo>
                    <a:lnTo>
                      <a:pt x="476" y="406"/>
                    </a:lnTo>
                    <a:lnTo>
                      <a:pt x="472" y="403"/>
                    </a:lnTo>
                    <a:lnTo>
                      <a:pt x="469" y="401"/>
                    </a:lnTo>
                    <a:lnTo>
                      <a:pt x="468" y="398"/>
                    </a:lnTo>
                    <a:lnTo>
                      <a:pt x="468" y="395"/>
                    </a:lnTo>
                    <a:lnTo>
                      <a:pt x="468" y="392"/>
                    </a:lnTo>
                    <a:lnTo>
                      <a:pt x="469" y="389"/>
                    </a:lnTo>
                    <a:lnTo>
                      <a:pt x="473" y="388"/>
                    </a:lnTo>
                    <a:lnTo>
                      <a:pt x="478" y="387"/>
                    </a:lnTo>
                    <a:lnTo>
                      <a:pt x="483" y="387"/>
                    </a:lnTo>
                    <a:lnTo>
                      <a:pt x="485" y="386"/>
                    </a:lnTo>
                    <a:lnTo>
                      <a:pt x="486" y="383"/>
                    </a:lnTo>
                    <a:lnTo>
                      <a:pt x="487" y="379"/>
                    </a:lnTo>
                    <a:lnTo>
                      <a:pt x="490" y="377"/>
                    </a:lnTo>
                    <a:lnTo>
                      <a:pt x="494" y="377"/>
                    </a:lnTo>
                    <a:lnTo>
                      <a:pt x="498" y="377"/>
                    </a:lnTo>
                    <a:lnTo>
                      <a:pt x="502" y="377"/>
                    </a:lnTo>
                    <a:lnTo>
                      <a:pt x="506" y="375"/>
                    </a:lnTo>
                    <a:lnTo>
                      <a:pt x="510" y="373"/>
                    </a:lnTo>
                    <a:lnTo>
                      <a:pt x="514" y="371"/>
                    </a:lnTo>
                    <a:lnTo>
                      <a:pt x="518" y="372"/>
                    </a:lnTo>
                    <a:lnTo>
                      <a:pt x="523" y="374"/>
                    </a:lnTo>
                    <a:lnTo>
                      <a:pt x="526" y="375"/>
                    </a:lnTo>
                    <a:lnTo>
                      <a:pt x="530" y="377"/>
                    </a:lnTo>
                    <a:lnTo>
                      <a:pt x="533" y="379"/>
                    </a:lnTo>
                    <a:lnTo>
                      <a:pt x="535" y="382"/>
                    </a:lnTo>
                    <a:lnTo>
                      <a:pt x="536" y="385"/>
                    </a:lnTo>
                    <a:lnTo>
                      <a:pt x="538" y="386"/>
                    </a:lnTo>
                    <a:lnTo>
                      <a:pt x="543" y="386"/>
                    </a:lnTo>
                    <a:lnTo>
                      <a:pt x="549" y="386"/>
                    </a:lnTo>
                    <a:lnTo>
                      <a:pt x="554" y="386"/>
                    </a:lnTo>
                    <a:lnTo>
                      <a:pt x="556" y="389"/>
                    </a:lnTo>
                    <a:lnTo>
                      <a:pt x="555" y="392"/>
                    </a:lnTo>
                    <a:lnTo>
                      <a:pt x="553" y="395"/>
                    </a:lnTo>
                    <a:lnTo>
                      <a:pt x="552" y="398"/>
                    </a:lnTo>
                    <a:lnTo>
                      <a:pt x="553" y="401"/>
                    </a:lnTo>
                    <a:close/>
                  </a:path>
                </a:pathLst>
              </a:custGeom>
              <a:solidFill>
                <a:srgbClr val="59A3CD">
                  <a:alpha val="9600"/>
                </a:srgbClr>
              </a:solidFill>
              <a:ln>
                <a:noFill/>
              </a:ln>
            </p:spPr>
            <p:txBody>
              <a:bodyPr anchor="ctr"/>
              <a:lstStyle/>
              <a:p>
                <a:pPr algn="ctr">
                  <a:buNone/>
                </a:pPr>
              </a:p>
            </p:txBody>
          </p:sp>
          <p:sp>
            <p:nvSpPr>
              <p:cNvPr id="7015" name="addition:input:14">
                <a:extLst>
                  <a:ext uri="{FF2B5EF4-FFF2-40B4-BE49-F238E27FC236}">
                    <ns2:creationId id="{6105D157-F9C1-4E2A-9334-7EB8426CCEAD}"/>
                  </a:ext>
                </a:extLst>
              </p:cNvPr>
              <p:cNvSpPr>
                <a:spLocks noGrp="1"/>
              </p:cNvSpPr>
              <p:nvPr/>
            </p:nvSpPr>
            <p:spPr>
              <a:xfrm>
                <a:off x="209550" y="5438775"/>
                <a:ext cx="837773" cy="785424"/>
              </a:xfrm>
              <a:custGeom>
                <a:rect l="l" t="t" r="r" b="b"/>
                <a:pathLst>
                  <a:path w="509" h="419">
                    <a:moveTo>
                      <a:pt x="0" y="0"/>
                    </a:moveTo>
                    <a:moveTo>
                      <a:pt x="508" y="393"/>
                    </a:moveTo>
                    <a:lnTo>
                      <a:pt x="507" y="395"/>
                    </a:lnTo>
                    <a:lnTo>
                      <a:pt x="505" y="397"/>
                    </a:lnTo>
                    <a:lnTo>
                      <a:pt x="502" y="399"/>
                    </a:lnTo>
                    <a:lnTo>
                      <a:pt x="500" y="400"/>
                    </a:lnTo>
                    <a:lnTo>
                      <a:pt x="500" y="402"/>
                    </a:lnTo>
                    <a:lnTo>
                      <a:pt x="502" y="405"/>
                    </a:lnTo>
                    <a:lnTo>
                      <a:pt x="504" y="409"/>
                    </a:lnTo>
                    <a:lnTo>
                      <a:pt x="503" y="412"/>
                    </a:lnTo>
                    <a:lnTo>
                      <a:pt x="500" y="413"/>
                    </a:lnTo>
                    <a:lnTo>
                      <a:pt x="497" y="413"/>
                    </a:lnTo>
                    <a:lnTo>
                      <a:pt x="494" y="414"/>
                    </a:lnTo>
                    <a:lnTo>
                      <a:pt x="491" y="414"/>
                    </a:lnTo>
                    <a:lnTo>
                      <a:pt x="489" y="414"/>
                    </a:lnTo>
                    <a:lnTo>
                      <a:pt x="486" y="414"/>
                    </a:lnTo>
                    <a:lnTo>
                      <a:pt x="484" y="413"/>
                    </a:lnTo>
                    <a:lnTo>
                      <a:pt x="482" y="414"/>
                    </a:lnTo>
                    <a:lnTo>
                      <a:pt x="480" y="416"/>
                    </a:lnTo>
                    <a:lnTo>
                      <a:pt x="477" y="418"/>
                    </a:lnTo>
                    <a:lnTo>
                      <a:pt x="474" y="419"/>
                    </a:lnTo>
                    <a:lnTo>
                      <a:pt x="472" y="417"/>
                    </a:lnTo>
                    <a:lnTo>
                      <a:pt x="470" y="416"/>
                    </a:lnTo>
                    <a:lnTo>
                      <a:pt x="467" y="415"/>
                    </a:lnTo>
                    <a:lnTo>
                      <a:pt x="464" y="415"/>
                    </a:lnTo>
                    <a:lnTo>
                      <a:pt x="460" y="415"/>
                    </a:lnTo>
                    <a:lnTo>
                      <a:pt x="457" y="414"/>
                    </a:lnTo>
                    <a:lnTo>
                      <a:pt x="455" y="412"/>
                    </a:lnTo>
                    <a:lnTo>
                      <a:pt x="455" y="409"/>
                    </a:lnTo>
                    <a:lnTo>
                      <a:pt x="454" y="406"/>
                    </a:lnTo>
                    <a:lnTo>
                      <a:pt x="453" y="404"/>
                    </a:lnTo>
                    <a:lnTo>
                      <a:pt x="452" y="402"/>
                    </a:lnTo>
                    <a:lnTo>
                      <a:pt x="450" y="401"/>
                    </a:lnTo>
                    <a:lnTo>
                      <a:pt x="449" y="399"/>
                    </a:lnTo>
                    <a:lnTo>
                      <a:pt x="447" y="397"/>
                    </a:lnTo>
                    <a:lnTo>
                      <a:pt x="443" y="395"/>
                    </a:lnTo>
                    <a:lnTo>
                      <a:pt x="439" y="393"/>
                    </a:lnTo>
                    <a:lnTo>
                      <a:pt x="437" y="390"/>
                    </a:lnTo>
                    <a:lnTo>
                      <a:pt x="439" y="388"/>
                    </a:lnTo>
                    <a:lnTo>
                      <a:pt x="442" y="386"/>
                    </a:lnTo>
                    <a:lnTo>
                      <a:pt x="446" y="385"/>
                    </a:lnTo>
                    <a:lnTo>
                      <a:pt x="448" y="383"/>
                    </a:lnTo>
                    <a:lnTo>
                      <a:pt x="448" y="381"/>
                    </a:lnTo>
                    <a:lnTo>
                      <a:pt x="449" y="378"/>
                    </a:lnTo>
                    <a:lnTo>
                      <a:pt x="451" y="377"/>
                    </a:lnTo>
                    <a:lnTo>
                      <a:pt x="454" y="376"/>
                    </a:lnTo>
                    <a:lnTo>
                      <a:pt x="457" y="375"/>
                    </a:lnTo>
                    <a:lnTo>
                      <a:pt x="459" y="374"/>
                    </a:lnTo>
                    <a:lnTo>
                      <a:pt x="462" y="372"/>
                    </a:lnTo>
                    <a:lnTo>
                      <a:pt x="464" y="370"/>
                    </a:lnTo>
                    <a:lnTo>
                      <a:pt x="467" y="369"/>
                    </a:lnTo>
                    <a:lnTo>
                      <a:pt x="470" y="368"/>
                    </a:lnTo>
                    <a:lnTo>
                      <a:pt x="473" y="367"/>
                    </a:lnTo>
                    <a:lnTo>
                      <a:pt x="477" y="366"/>
                    </a:lnTo>
                    <a:lnTo>
                      <a:pt x="480" y="365"/>
                    </a:lnTo>
                    <a:lnTo>
                      <a:pt x="484" y="366"/>
                    </a:lnTo>
                    <a:lnTo>
                      <a:pt x="486" y="369"/>
                    </a:lnTo>
                    <a:lnTo>
                      <a:pt x="488" y="373"/>
                    </a:lnTo>
                    <a:lnTo>
                      <a:pt x="490" y="375"/>
                    </a:lnTo>
                    <a:lnTo>
                      <a:pt x="492" y="375"/>
                    </a:lnTo>
                    <a:lnTo>
                      <a:pt x="496" y="374"/>
                    </a:lnTo>
                    <a:lnTo>
                      <a:pt x="500" y="373"/>
                    </a:lnTo>
                    <a:lnTo>
                      <a:pt x="502" y="374"/>
                    </a:lnTo>
                    <a:lnTo>
                      <a:pt x="504" y="376"/>
                    </a:lnTo>
                    <a:lnTo>
                      <a:pt x="505" y="378"/>
                    </a:lnTo>
                    <a:lnTo>
                      <a:pt x="507" y="379"/>
                    </a:lnTo>
                    <a:lnTo>
                      <a:pt x="509" y="381"/>
                    </a:lnTo>
                    <a:lnTo>
                      <a:pt x="509" y="384"/>
                    </a:lnTo>
                    <a:lnTo>
                      <a:pt x="508" y="386"/>
                    </a:lnTo>
                    <a:lnTo>
                      <a:pt x="507" y="389"/>
                    </a:lnTo>
                    <a:lnTo>
                      <a:pt x="507" y="391"/>
                    </a:lnTo>
                    <a:close/>
                  </a:path>
                </a:pathLst>
              </a:custGeom>
              <a:solidFill>
                <a:srgbClr val="59A3CD">
                  <a:alpha val="9600"/>
                </a:srgbClr>
              </a:solidFill>
              <a:ln>
                <a:noFill/>
              </a:ln>
            </p:spPr>
            <p:txBody>
              <a:bodyPr anchor="ctr"/>
              <a:lstStyle/>
              <a:p>
                <a:pPr algn="ctr">
                  <a:buNone/>
                </a:pPr>
              </a:p>
            </p:txBody>
          </p:sp>
          <p:sp>
            <p:nvSpPr>
              <p:cNvPr id="7016" name="addition:input:15">
                <a:extLst>
                  <a:ext uri="{FF2B5EF4-FFF2-40B4-BE49-F238E27FC236}">
                    <ns2:creationId id="{81CAB3F6-827B-441C-886E-78621D777A39}"/>
                  </a:ext>
                </a:extLst>
              </p:cNvPr>
              <p:cNvSpPr>
                <a:spLocks noGrp="1"/>
              </p:cNvSpPr>
              <p:nvPr/>
            </p:nvSpPr>
            <p:spPr>
              <a:xfrm>
                <a:off x="209550" y="5438775"/>
                <a:ext cx="957925" cy="794796"/>
              </a:xfrm>
              <a:custGeom>
                <a:rect l="l" t="t" r="r" b="b"/>
                <a:pathLst>
                  <a:path w="582" h="424">
                    <a:moveTo>
                      <a:pt x="0" y="0"/>
                    </a:moveTo>
                    <a:moveTo>
                      <a:pt x="574" y="389"/>
                    </a:moveTo>
                    <a:lnTo>
                      <a:pt x="577" y="391"/>
                    </a:lnTo>
                    <a:lnTo>
                      <a:pt x="579" y="394"/>
                    </a:lnTo>
                    <a:lnTo>
                      <a:pt x="577" y="397"/>
                    </a:lnTo>
                    <a:lnTo>
                      <a:pt x="574" y="399"/>
                    </a:lnTo>
                    <a:lnTo>
                      <a:pt x="572" y="402"/>
                    </a:lnTo>
                    <a:lnTo>
                      <a:pt x="572" y="405"/>
                    </a:lnTo>
                    <a:lnTo>
                      <a:pt x="573" y="408"/>
                    </a:lnTo>
                    <a:lnTo>
                      <a:pt x="572" y="411"/>
                    </a:lnTo>
                    <a:lnTo>
                      <a:pt x="569" y="413"/>
                    </a:lnTo>
                    <a:lnTo>
                      <a:pt x="565" y="415"/>
                    </a:lnTo>
                    <a:lnTo>
                      <a:pt x="561" y="416"/>
                    </a:lnTo>
                    <a:lnTo>
                      <a:pt x="558" y="417"/>
                    </a:lnTo>
                    <a:lnTo>
                      <a:pt x="554" y="417"/>
                    </a:lnTo>
                    <a:lnTo>
                      <a:pt x="550" y="416"/>
                    </a:lnTo>
                    <a:lnTo>
                      <a:pt x="546" y="414"/>
                    </a:lnTo>
                    <a:lnTo>
                      <a:pt x="542" y="414"/>
                    </a:lnTo>
                    <a:lnTo>
                      <a:pt x="539" y="416"/>
                    </a:lnTo>
                    <a:lnTo>
                      <a:pt x="535" y="420"/>
                    </a:lnTo>
                    <a:lnTo>
                      <a:pt x="531" y="424"/>
                    </a:lnTo>
                    <a:lnTo>
                      <a:pt x="525" y="424"/>
                    </a:lnTo>
                    <a:lnTo>
                      <a:pt x="521" y="422"/>
                    </a:lnTo>
                    <a:lnTo>
                      <a:pt x="518" y="419"/>
                    </a:lnTo>
                    <a:lnTo>
                      <a:pt x="514" y="416"/>
                    </a:lnTo>
                    <a:lnTo>
                      <a:pt x="510" y="415"/>
                    </a:lnTo>
                    <a:lnTo>
                      <a:pt x="506" y="414"/>
                    </a:lnTo>
                    <a:lnTo>
                      <a:pt x="503" y="411"/>
                    </a:lnTo>
                    <a:lnTo>
                      <a:pt x="501" y="408"/>
                    </a:lnTo>
                    <a:lnTo>
                      <a:pt x="498" y="406"/>
                    </a:lnTo>
                    <a:lnTo>
                      <a:pt x="495" y="404"/>
                    </a:lnTo>
                    <a:lnTo>
                      <a:pt x="491" y="402"/>
                    </a:lnTo>
                    <a:lnTo>
                      <a:pt x="488" y="399"/>
                    </a:lnTo>
                    <a:lnTo>
                      <a:pt x="488" y="397"/>
                    </a:lnTo>
                    <a:lnTo>
                      <a:pt x="487" y="394"/>
                    </a:lnTo>
                    <a:lnTo>
                      <a:pt x="485" y="391"/>
                    </a:lnTo>
                    <a:lnTo>
                      <a:pt x="480" y="389"/>
                    </a:lnTo>
                    <a:lnTo>
                      <a:pt x="475" y="385"/>
                    </a:lnTo>
                    <a:lnTo>
                      <a:pt x="474" y="382"/>
                    </a:lnTo>
                    <a:lnTo>
                      <a:pt x="478" y="379"/>
                    </a:lnTo>
                    <a:lnTo>
                      <a:pt x="485" y="378"/>
                    </a:lnTo>
                    <a:lnTo>
                      <a:pt x="492" y="376"/>
                    </a:lnTo>
                    <a:lnTo>
                      <a:pt x="495" y="375"/>
                    </a:lnTo>
                    <a:lnTo>
                      <a:pt x="497" y="372"/>
                    </a:lnTo>
                    <a:lnTo>
                      <a:pt x="499" y="370"/>
                    </a:lnTo>
                    <a:lnTo>
                      <a:pt x="502" y="367"/>
                    </a:lnTo>
                    <a:lnTo>
                      <a:pt x="505" y="365"/>
                    </a:lnTo>
                    <a:lnTo>
                      <a:pt x="507" y="362"/>
                    </a:lnTo>
                    <a:lnTo>
                      <a:pt x="510" y="359"/>
                    </a:lnTo>
                    <a:lnTo>
                      <a:pt x="514" y="357"/>
                    </a:lnTo>
                    <a:lnTo>
                      <a:pt x="520" y="356"/>
                    </a:lnTo>
                    <a:lnTo>
                      <a:pt x="526" y="357"/>
                    </a:lnTo>
                    <a:lnTo>
                      <a:pt x="531" y="358"/>
                    </a:lnTo>
                    <a:lnTo>
                      <a:pt x="535" y="358"/>
                    </a:lnTo>
                    <a:lnTo>
                      <a:pt x="540" y="356"/>
                    </a:lnTo>
                    <a:lnTo>
                      <a:pt x="545" y="355"/>
                    </a:lnTo>
                    <a:lnTo>
                      <a:pt x="549" y="357"/>
                    </a:lnTo>
                    <a:lnTo>
                      <a:pt x="552" y="360"/>
                    </a:lnTo>
                    <a:lnTo>
                      <a:pt x="554" y="364"/>
                    </a:lnTo>
                    <a:lnTo>
                      <a:pt x="556" y="365"/>
                    </a:lnTo>
                    <a:lnTo>
                      <a:pt x="561" y="365"/>
                    </a:lnTo>
                    <a:lnTo>
                      <a:pt x="566" y="365"/>
                    </a:lnTo>
                    <a:lnTo>
                      <a:pt x="570" y="365"/>
                    </a:lnTo>
                    <a:lnTo>
                      <a:pt x="574" y="366"/>
                    </a:lnTo>
                    <a:lnTo>
                      <a:pt x="577" y="368"/>
                    </a:lnTo>
                    <a:lnTo>
                      <a:pt x="580" y="370"/>
                    </a:lnTo>
                    <a:lnTo>
                      <a:pt x="582" y="373"/>
                    </a:lnTo>
                    <a:lnTo>
                      <a:pt x="581" y="377"/>
                    </a:lnTo>
                    <a:lnTo>
                      <a:pt x="578" y="380"/>
                    </a:lnTo>
                    <a:lnTo>
                      <a:pt x="573" y="384"/>
                    </a:lnTo>
                    <a:lnTo>
                      <a:pt x="571" y="386"/>
                    </a:lnTo>
                    <a:close/>
                  </a:path>
                </a:pathLst>
              </a:custGeom>
              <a:solidFill>
                <a:srgbClr val="59A3CD">
                  <a:alpha val="9600"/>
                </a:srgbClr>
              </a:solidFill>
              <a:ln>
                <a:noFill/>
              </a:ln>
            </p:spPr>
            <p:txBody>
              <a:bodyPr anchor="ctr"/>
              <a:lstStyle/>
              <a:p>
                <a:pPr algn="ctr">
                  <a:buNone/>
                </a:pPr>
              </a:p>
            </p:txBody>
          </p:sp>
          <p:sp>
            <p:nvSpPr>
              <p:cNvPr id="7017" name="addition:input:16">
                <a:extLst>
                  <a:ext uri="{FF2B5EF4-FFF2-40B4-BE49-F238E27FC236}">
                    <ns2:creationId id="{A9766663-71B4-4932-BDBE-F163BCE890FF}"/>
                  </a:ext>
                </a:extLst>
              </p:cNvPr>
              <p:cNvSpPr>
                <a:spLocks noGrp="1"/>
              </p:cNvSpPr>
              <p:nvPr/>
            </p:nvSpPr>
            <p:spPr>
              <a:xfrm>
                <a:off x="209550" y="5438775"/>
                <a:ext cx="994136" cy="807918"/>
              </a:xfrm>
              <a:custGeom>
                <a:rect l="l" t="t" r="r" b="b"/>
                <a:pathLst>
                  <a:path w="604" h="431">
                    <a:moveTo>
                      <a:pt x="0" y="0"/>
                    </a:moveTo>
                    <a:moveTo>
                      <a:pt x="598" y="383"/>
                    </a:moveTo>
                    <a:lnTo>
                      <a:pt x="603" y="387"/>
                    </a:lnTo>
                    <a:lnTo>
                      <a:pt x="604" y="392"/>
                    </a:lnTo>
                    <a:lnTo>
                      <a:pt x="604" y="396"/>
                    </a:lnTo>
                    <a:lnTo>
                      <a:pt x="603" y="400"/>
                    </a:lnTo>
                    <a:lnTo>
                      <a:pt x="601" y="405"/>
                    </a:lnTo>
                    <a:lnTo>
                      <a:pt x="598" y="408"/>
                    </a:lnTo>
                    <a:lnTo>
                      <a:pt x="591" y="410"/>
                    </a:lnTo>
                    <a:lnTo>
                      <a:pt x="581" y="410"/>
                    </a:lnTo>
                    <a:lnTo>
                      <a:pt x="573" y="410"/>
                    </a:lnTo>
                    <a:lnTo>
                      <a:pt x="569" y="412"/>
                    </a:lnTo>
                    <a:lnTo>
                      <a:pt x="568" y="417"/>
                    </a:lnTo>
                    <a:lnTo>
                      <a:pt x="567" y="424"/>
                    </a:lnTo>
                    <a:lnTo>
                      <a:pt x="562" y="429"/>
                    </a:lnTo>
                    <a:lnTo>
                      <a:pt x="555" y="430"/>
                    </a:lnTo>
                    <a:lnTo>
                      <a:pt x="548" y="429"/>
                    </a:lnTo>
                    <a:lnTo>
                      <a:pt x="541" y="429"/>
                    </a:lnTo>
                    <a:lnTo>
                      <a:pt x="534" y="430"/>
                    </a:lnTo>
                    <a:lnTo>
                      <a:pt x="527" y="431"/>
                    </a:lnTo>
                    <a:lnTo>
                      <a:pt x="520" y="430"/>
                    </a:lnTo>
                    <a:lnTo>
                      <a:pt x="514" y="427"/>
                    </a:lnTo>
                    <a:lnTo>
                      <a:pt x="508" y="425"/>
                    </a:lnTo>
                    <a:lnTo>
                      <a:pt x="503" y="423"/>
                    </a:lnTo>
                    <a:lnTo>
                      <a:pt x="497" y="422"/>
                    </a:lnTo>
                    <a:lnTo>
                      <a:pt x="492" y="420"/>
                    </a:lnTo>
                    <a:lnTo>
                      <a:pt x="489" y="416"/>
                    </a:lnTo>
                    <a:lnTo>
                      <a:pt x="488" y="412"/>
                    </a:lnTo>
                    <a:lnTo>
                      <a:pt x="484" y="409"/>
                    </a:lnTo>
                    <a:lnTo>
                      <a:pt x="477" y="409"/>
                    </a:lnTo>
                    <a:lnTo>
                      <a:pt x="467" y="409"/>
                    </a:lnTo>
                    <a:lnTo>
                      <a:pt x="460" y="406"/>
                    </a:lnTo>
                    <a:lnTo>
                      <a:pt x="458" y="402"/>
                    </a:lnTo>
                    <a:lnTo>
                      <a:pt x="462" y="396"/>
                    </a:lnTo>
                    <a:lnTo>
                      <a:pt x="468" y="391"/>
                    </a:lnTo>
                    <a:lnTo>
                      <a:pt x="471" y="387"/>
                    </a:lnTo>
                    <a:lnTo>
                      <a:pt x="473" y="383"/>
                    </a:lnTo>
                    <a:lnTo>
                      <a:pt x="474" y="379"/>
                    </a:lnTo>
                    <a:lnTo>
                      <a:pt x="477" y="376"/>
                    </a:lnTo>
                    <a:lnTo>
                      <a:pt x="480" y="372"/>
                    </a:lnTo>
                    <a:lnTo>
                      <a:pt x="480" y="368"/>
                    </a:lnTo>
                    <a:lnTo>
                      <a:pt x="478" y="363"/>
                    </a:lnTo>
                    <a:lnTo>
                      <a:pt x="478" y="358"/>
                    </a:lnTo>
                    <a:lnTo>
                      <a:pt x="481" y="354"/>
                    </a:lnTo>
                    <a:lnTo>
                      <a:pt x="487" y="352"/>
                    </a:lnTo>
                    <a:lnTo>
                      <a:pt x="493" y="351"/>
                    </a:lnTo>
                    <a:lnTo>
                      <a:pt x="496" y="348"/>
                    </a:lnTo>
                    <a:lnTo>
                      <a:pt x="498" y="343"/>
                    </a:lnTo>
                    <a:lnTo>
                      <a:pt x="501" y="338"/>
                    </a:lnTo>
                    <a:lnTo>
                      <a:pt x="506" y="336"/>
                    </a:lnTo>
                    <a:lnTo>
                      <a:pt x="513" y="339"/>
                    </a:lnTo>
                    <a:lnTo>
                      <a:pt x="519" y="342"/>
                    </a:lnTo>
                    <a:lnTo>
                      <a:pt x="524" y="344"/>
                    </a:lnTo>
                    <a:lnTo>
                      <a:pt x="528" y="344"/>
                    </a:lnTo>
                    <a:lnTo>
                      <a:pt x="533" y="342"/>
                    </a:lnTo>
                    <a:lnTo>
                      <a:pt x="537" y="340"/>
                    </a:lnTo>
                    <a:lnTo>
                      <a:pt x="543" y="340"/>
                    </a:lnTo>
                    <a:lnTo>
                      <a:pt x="548" y="339"/>
                    </a:lnTo>
                    <a:lnTo>
                      <a:pt x="555" y="337"/>
                    </a:lnTo>
                    <a:lnTo>
                      <a:pt x="563" y="337"/>
                    </a:lnTo>
                    <a:lnTo>
                      <a:pt x="568" y="339"/>
                    </a:lnTo>
                    <a:lnTo>
                      <a:pt x="571" y="345"/>
                    </a:lnTo>
                    <a:lnTo>
                      <a:pt x="571" y="351"/>
                    </a:lnTo>
                    <a:lnTo>
                      <a:pt x="571" y="356"/>
                    </a:lnTo>
                    <a:lnTo>
                      <a:pt x="576" y="359"/>
                    </a:lnTo>
                    <a:lnTo>
                      <a:pt x="583" y="360"/>
                    </a:lnTo>
                    <a:lnTo>
                      <a:pt x="589" y="363"/>
                    </a:lnTo>
                    <a:lnTo>
                      <a:pt x="591" y="367"/>
                    </a:lnTo>
                    <a:lnTo>
                      <a:pt x="590" y="372"/>
                    </a:lnTo>
                    <a:lnTo>
                      <a:pt x="590" y="376"/>
                    </a:lnTo>
                    <a:lnTo>
                      <a:pt x="593" y="379"/>
                    </a:lnTo>
                    <a:close/>
                  </a:path>
                </a:pathLst>
              </a:custGeom>
              <a:solidFill>
                <a:srgbClr val="0675B4">
                  <a:alpha val="11100"/>
                </a:srgbClr>
              </a:solidFill>
              <a:ln>
                <a:noFill/>
              </a:ln>
            </p:spPr>
            <p:txBody>
              <a:bodyPr anchor="ctr"/>
              <a:lstStyle/>
              <a:p>
                <a:pPr algn="ctr">
                  <a:buNone/>
                </a:pPr>
              </a:p>
            </p:txBody>
          </p:sp>
          <p:sp>
            <p:nvSpPr>
              <p:cNvPr id="7018" name="addition:input:17">
                <a:extLst>
                  <a:ext uri="{FF2B5EF4-FFF2-40B4-BE49-F238E27FC236}">
                    <ns2:creationId id="{3715AA99-A486-4741-876C-409C7EC64075}"/>
                  </a:ext>
                </a:extLst>
              </p:cNvPr>
              <p:cNvSpPr>
                <a:spLocks noGrp="1"/>
              </p:cNvSpPr>
              <p:nvPr/>
            </p:nvSpPr>
            <p:spPr>
              <a:xfrm>
                <a:off x="209550" y="5438775"/>
                <a:ext cx="893735" cy="740435"/>
              </a:xfrm>
              <a:custGeom>
                <a:rect l="l" t="t" r="r" b="b"/>
                <a:pathLst>
                  <a:path w="543" h="395">
                    <a:moveTo>
                      <a:pt x="0" y="0"/>
                    </a:moveTo>
                    <a:moveTo>
                      <a:pt x="543" y="370"/>
                    </a:moveTo>
                    <a:lnTo>
                      <a:pt x="542" y="373"/>
                    </a:lnTo>
                    <a:lnTo>
                      <a:pt x="539" y="375"/>
                    </a:lnTo>
                    <a:lnTo>
                      <a:pt x="536" y="377"/>
                    </a:lnTo>
                    <a:lnTo>
                      <a:pt x="534" y="378"/>
                    </a:lnTo>
                    <a:lnTo>
                      <a:pt x="532" y="380"/>
                    </a:lnTo>
                    <a:lnTo>
                      <a:pt x="529" y="381"/>
                    </a:lnTo>
                    <a:lnTo>
                      <a:pt x="527" y="382"/>
                    </a:lnTo>
                    <a:lnTo>
                      <a:pt x="525" y="384"/>
                    </a:lnTo>
                    <a:lnTo>
                      <a:pt x="524" y="386"/>
                    </a:lnTo>
                    <a:lnTo>
                      <a:pt x="524" y="389"/>
                    </a:lnTo>
                    <a:lnTo>
                      <a:pt x="523" y="392"/>
                    </a:lnTo>
                    <a:lnTo>
                      <a:pt x="520" y="393"/>
                    </a:lnTo>
                    <a:lnTo>
                      <a:pt x="516" y="393"/>
                    </a:lnTo>
                    <a:lnTo>
                      <a:pt x="512" y="392"/>
                    </a:lnTo>
                    <a:lnTo>
                      <a:pt x="509" y="392"/>
                    </a:lnTo>
                    <a:lnTo>
                      <a:pt x="507" y="394"/>
                    </a:lnTo>
                    <a:lnTo>
                      <a:pt x="504" y="395"/>
                    </a:lnTo>
                    <a:lnTo>
                      <a:pt x="501" y="395"/>
                    </a:lnTo>
                    <a:lnTo>
                      <a:pt x="499" y="393"/>
                    </a:lnTo>
                    <a:lnTo>
                      <a:pt x="497" y="391"/>
                    </a:lnTo>
                    <a:lnTo>
                      <a:pt x="495" y="390"/>
                    </a:lnTo>
                    <a:lnTo>
                      <a:pt x="493" y="389"/>
                    </a:lnTo>
                    <a:lnTo>
                      <a:pt x="490" y="389"/>
                    </a:lnTo>
                    <a:lnTo>
                      <a:pt x="488" y="389"/>
                    </a:lnTo>
                    <a:lnTo>
                      <a:pt x="486" y="388"/>
                    </a:lnTo>
                    <a:lnTo>
                      <a:pt x="483" y="388"/>
                    </a:lnTo>
                    <a:lnTo>
                      <a:pt x="480" y="387"/>
                    </a:lnTo>
                    <a:lnTo>
                      <a:pt x="477" y="386"/>
                    </a:lnTo>
                    <a:lnTo>
                      <a:pt x="476" y="384"/>
                    </a:lnTo>
                    <a:lnTo>
                      <a:pt x="477" y="381"/>
                    </a:lnTo>
                    <a:lnTo>
                      <a:pt x="480" y="378"/>
                    </a:lnTo>
                    <a:lnTo>
                      <a:pt x="482" y="376"/>
                    </a:lnTo>
                    <a:lnTo>
                      <a:pt x="481" y="374"/>
                    </a:lnTo>
                    <a:lnTo>
                      <a:pt x="479" y="372"/>
                    </a:lnTo>
                    <a:lnTo>
                      <a:pt x="478" y="370"/>
                    </a:lnTo>
                    <a:lnTo>
                      <a:pt x="478" y="368"/>
                    </a:lnTo>
                    <a:lnTo>
                      <a:pt x="479" y="366"/>
                    </a:lnTo>
                    <a:lnTo>
                      <a:pt x="479" y="365"/>
                    </a:lnTo>
                    <a:lnTo>
                      <a:pt x="479" y="362"/>
                    </a:lnTo>
                    <a:lnTo>
                      <a:pt x="478" y="360"/>
                    </a:lnTo>
                    <a:lnTo>
                      <a:pt x="479" y="358"/>
                    </a:lnTo>
                    <a:lnTo>
                      <a:pt x="480" y="356"/>
                    </a:lnTo>
                    <a:lnTo>
                      <a:pt x="482" y="355"/>
                    </a:lnTo>
                    <a:lnTo>
                      <a:pt x="483" y="353"/>
                    </a:lnTo>
                    <a:lnTo>
                      <a:pt x="484" y="351"/>
                    </a:lnTo>
                    <a:lnTo>
                      <a:pt x="486" y="350"/>
                    </a:lnTo>
                    <a:lnTo>
                      <a:pt x="489" y="350"/>
                    </a:lnTo>
                    <a:lnTo>
                      <a:pt x="493" y="352"/>
                    </a:lnTo>
                    <a:lnTo>
                      <a:pt x="496" y="353"/>
                    </a:lnTo>
                    <a:lnTo>
                      <a:pt x="497" y="352"/>
                    </a:lnTo>
                    <a:lnTo>
                      <a:pt x="499" y="349"/>
                    </a:lnTo>
                    <a:lnTo>
                      <a:pt x="501" y="347"/>
                    </a:lnTo>
                    <a:lnTo>
                      <a:pt x="504" y="345"/>
                    </a:lnTo>
                    <a:lnTo>
                      <a:pt x="507" y="345"/>
                    </a:lnTo>
                    <a:lnTo>
                      <a:pt x="510" y="346"/>
                    </a:lnTo>
                    <a:lnTo>
                      <a:pt x="513" y="347"/>
                    </a:lnTo>
                    <a:lnTo>
                      <a:pt x="516" y="348"/>
                    </a:lnTo>
                    <a:lnTo>
                      <a:pt x="518" y="349"/>
                    </a:lnTo>
                    <a:lnTo>
                      <a:pt x="520" y="351"/>
                    </a:lnTo>
                    <a:lnTo>
                      <a:pt x="522" y="353"/>
                    </a:lnTo>
                    <a:lnTo>
                      <a:pt x="524" y="355"/>
                    </a:lnTo>
                    <a:lnTo>
                      <a:pt x="527" y="356"/>
                    </a:lnTo>
                    <a:lnTo>
                      <a:pt x="530" y="357"/>
                    </a:lnTo>
                    <a:lnTo>
                      <a:pt x="532" y="359"/>
                    </a:lnTo>
                    <a:lnTo>
                      <a:pt x="532" y="361"/>
                    </a:lnTo>
                    <a:lnTo>
                      <a:pt x="532" y="363"/>
                    </a:lnTo>
                    <a:lnTo>
                      <a:pt x="533" y="365"/>
                    </a:lnTo>
                    <a:lnTo>
                      <a:pt x="536" y="366"/>
                    </a:lnTo>
                    <a:lnTo>
                      <a:pt x="540" y="368"/>
                    </a:lnTo>
                    <a:close/>
                  </a:path>
                </a:pathLst>
              </a:custGeom>
              <a:solidFill>
                <a:srgbClr val="0072B2">
                  <a:alpha val="10800"/>
                </a:srgbClr>
              </a:solidFill>
              <a:ln>
                <a:noFill/>
              </a:ln>
            </p:spPr>
            <p:txBody>
              <a:bodyPr anchor="ctr"/>
              <a:lstStyle/>
              <a:p>
                <a:pPr algn="ctr">
                  <a:buNone/>
                </a:pPr>
              </a:p>
            </p:txBody>
          </p:sp>
          <p:sp>
            <p:nvSpPr>
              <p:cNvPr id="7019" name="addition:input:18">
                <a:extLst>
                  <a:ext uri="{FF2B5EF4-FFF2-40B4-BE49-F238E27FC236}">
                    <ns2:creationId id="{085D5449-8462-4A0C-9853-B2F93CD24C7C}"/>
                  </a:ext>
                </a:extLst>
              </p:cNvPr>
              <p:cNvSpPr>
                <a:spLocks noGrp="1"/>
              </p:cNvSpPr>
              <p:nvPr/>
            </p:nvSpPr>
            <p:spPr>
              <a:xfrm>
                <a:off x="209550" y="5438775"/>
                <a:ext cx="939820" cy="717941"/>
              </a:xfrm>
              <a:custGeom>
                <a:rect l="l" t="t" r="r" b="b"/>
                <a:pathLst>
                  <a:path w="571" h="383">
                    <a:moveTo>
                      <a:pt x="0" y="0"/>
                    </a:moveTo>
                    <a:moveTo>
                      <a:pt x="571" y="363"/>
                    </a:moveTo>
                    <a:lnTo>
                      <a:pt x="570" y="365"/>
                    </a:lnTo>
                    <a:lnTo>
                      <a:pt x="568" y="366"/>
                    </a:lnTo>
                    <a:lnTo>
                      <a:pt x="568" y="368"/>
                    </a:lnTo>
                    <a:lnTo>
                      <a:pt x="569" y="369"/>
                    </a:lnTo>
                    <a:lnTo>
                      <a:pt x="570" y="371"/>
                    </a:lnTo>
                    <a:lnTo>
                      <a:pt x="570" y="373"/>
                    </a:lnTo>
                    <a:lnTo>
                      <a:pt x="569" y="375"/>
                    </a:lnTo>
                    <a:lnTo>
                      <a:pt x="568" y="376"/>
                    </a:lnTo>
                    <a:lnTo>
                      <a:pt x="566" y="377"/>
                    </a:lnTo>
                    <a:lnTo>
                      <a:pt x="565" y="378"/>
                    </a:lnTo>
                    <a:lnTo>
                      <a:pt x="562" y="378"/>
                    </a:lnTo>
                    <a:lnTo>
                      <a:pt x="560" y="378"/>
                    </a:lnTo>
                    <a:lnTo>
                      <a:pt x="557" y="377"/>
                    </a:lnTo>
                    <a:lnTo>
                      <a:pt x="556" y="377"/>
                    </a:lnTo>
                    <a:lnTo>
                      <a:pt x="555" y="378"/>
                    </a:lnTo>
                    <a:lnTo>
                      <a:pt x="553" y="381"/>
                    </a:lnTo>
                    <a:lnTo>
                      <a:pt x="551" y="383"/>
                    </a:lnTo>
                    <a:lnTo>
                      <a:pt x="549" y="383"/>
                    </a:lnTo>
                    <a:lnTo>
                      <a:pt x="546" y="382"/>
                    </a:lnTo>
                    <a:lnTo>
                      <a:pt x="544" y="381"/>
                    </a:lnTo>
                    <a:lnTo>
                      <a:pt x="542" y="380"/>
                    </a:lnTo>
                    <a:lnTo>
                      <a:pt x="539" y="380"/>
                    </a:lnTo>
                    <a:lnTo>
                      <a:pt x="537" y="379"/>
                    </a:lnTo>
                    <a:lnTo>
                      <a:pt x="535" y="378"/>
                    </a:lnTo>
                    <a:lnTo>
                      <a:pt x="534" y="377"/>
                    </a:lnTo>
                    <a:lnTo>
                      <a:pt x="532" y="375"/>
                    </a:lnTo>
                    <a:lnTo>
                      <a:pt x="530" y="374"/>
                    </a:lnTo>
                    <a:lnTo>
                      <a:pt x="528" y="373"/>
                    </a:lnTo>
                    <a:lnTo>
                      <a:pt x="527" y="372"/>
                    </a:lnTo>
                    <a:lnTo>
                      <a:pt x="527" y="370"/>
                    </a:lnTo>
                    <a:lnTo>
                      <a:pt x="526" y="369"/>
                    </a:lnTo>
                    <a:lnTo>
                      <a:pt x="524" y="368"/>
                    </a:lnTo>
                    <a:lnTo>
                      <a:pt x="521" y="367"/>
                    </a:lnTo>
                    <a:lnTo>
                      <a:pt x="518" y="365"/>
                    </a:lnTo>
                    <a:lnTo>
                      <a:pt x="517" y="363"/>
                    </a:lnTo>
                    <a:lnTo>
                      <a:pt x="519" y="362"/>
                    </a:lnTo>
                    <a:lnTo>
                      <a:pt x="522" y="360"/>
                    </a:lnTo>
                    <a:lnTo>
                      <a:pt x="525" y="359"/>
                    </a:lnTo>
                    <a:lnTo>
                      <a:pt x="527" y="358"/>
                    </a:lnTo>
                    <a:lnTo>
                      <a:pt x="527" y="357"/>
                    </a:lnTo>
                    <a:lnTo>
                      <a:pt x="528" y="355"/>
                    </a:lnTo>
                    <a:lnTo>
                      <a:pt x="530" y="354"/>
                    </a:lnTo>
                    <a:lnTo>
                      <a:pt x="531" y="353"/>
                    </a:lnTo>
                    <a:lnTo>
                      <a:pt x="532" y="351"/>
                    </a:lnTo>
                    <a:lnTo>
                      <a:pt x="533" y="349"/>
                    </a:lnTo>
                    <a:lnTo>
                      <a:pt x="535" y="348"/>
                    </a:lnTo>
                    <a:lnTo>
                      <a:pt x="537" y="347"/>
                    </a:lnTo>
                    <a:lnTo>
                      <a:pt x="540" y="347"/>
                    </a:lnTo>
                    <a:lnTo>
                      <a:pt x="542" y="347"/>
                    </a:lnTo>
                    <a:lnTo>
                      <a:pt x="544" y="346"/>
                    </a:lnTo>
                    <a:lnTo>
                      <a:pt x="546" y="345"/>
                    </a:lnTo>
                    <a:lnTo>
                      <a:pt x="549" y="344"/>
                    </a:lnTo>
                    <a:lnTo>
                      <a:pt x="551" y="345"/>
                    </a:lnTo>
                    <a:lnTo>
                      <a:pt x="553" y="347"/>
                    </a:lnTo>
                    <a:lnTo>
                      <a:pt x="554" y="349"/>
                    </a:lnTo>
                    <a:lnTo>
                      <a:pt x="556" y="350"/>
                    </a:lnTo>
                    <a:lnTo>
                      <a:pt x="557" y="349"/>
                    </a:lnTo>
                    <a:lnTo>
                      <a:pt x="560" y="349"/>
                    </a:lnTo>
                    <a:lnTo>
                      <a:pt x="562" y="349"/>
                    </a:lnTo>
                    <a:lnTo>
                      <a:pt x="564" y="349"/>
                    </a:lnTo>
                    <a:lnTo>
                      <a:pt x="566" y="350"/>
                    </a:lnTo>
                    <a:lnTo>
                      <a:pt x="568" y="351"/>
                    </a:lnTo>
                    <a:lnTo>
                      <a:pt x="569" y="352"/>
                    </a:lnTo>
                    <a:lnTo>
                      <a:pt x="570" y="354"/>
                    </a:lnTo>
                    <a:lnTo>
                      <a:pt x="568" y="356"/>
                    </a:lnTo>
                    <a:lnTo>
                      <a:pt x="567" y="358"/>
                    </a:lnTo>
                    <a:lnTo>
                      <a:pt x="566" y="359"/>
                    </a:lnTo>
                    <a:lnTo>
                      <a:pt x="568" y="361"/>
                    </a:lnTo>
                    <a:lnTo>
                      <a:pt x="570" y="362"/>
                    </a:lnTo>
                    <a:close/>
                  </a:path>
                </a:pathLst>
              </a:custGeom>
              <a:solidFill>
                <a:srgbClr val="0072B2">
                  <a:alpha val="10800"/>
                </a:srgbClr>
              </a:solidFill>
              <a:ln>
                <a:noFill/>
              </a:ln>
            </p:spPr>
            <p:txBody>
              <a:bodyPr anchor="ctr"/>
              <a:lstStyle/>
              <a:p>
                <a:pPr algn="ctr">
                  <a:buNone/>
                </a:pPr>
              </a:p>
            </p:txBody>
          </p:sp>
          <p:sp>
            <p:nvSpPr>
              <p:cNvPr id="7020" name="addition:input:19">
                <a:extLst>
                  <a:ext uri="{FF2B5EF4-FFF2-40B4-BE49-F238E27FC236}">
                    <ns2:creationId id="{60C18EB4-D08E-4F2D-9C8C-3F868225CCA1}"/>
                  </a:ext>
                </a:extLst>
              </p:cNvPr>
              <p:cNvSpPr>
                <a:spLocks noGrp="1"/>
              </p:cNvSpPr>
              <p:nvPr/>
            </p:nvSpPr>
            <p:spPr>
              <a:xfrm>
                <a:off x="209550" y="5438775"/>
                <a:ext cx="1000719" cy="787298"/>
              </a:xfrm>
              <a:custGeom>
                <a:rect l="l" t="t" r="r" b="b"/>
                <a:pathLst>
                  <a:path w="608" h="420">
                    <a:moveTo>
                      <a:pt x="0" y="0"/>
                    </a:moveTo>
                    <a:moveTo>
                      <a:pt x="606" y="394"/>
                    </a:moveTo>
                    <a:lnTo>
                      <a:pt x="601" y="396"/>
                    </a:lnTo>
                    <a:lnTo>
                      <a:pt x="597" y="398"/>
                    </a:lnTo>
                    <a:lnTo>
                      <a:pt x="596" y="400"/>
                    </a:lnTo>
                    <a:lnTo>
                      <a:pt x="596" y="402"/>
                    </a:lnTo>
                    <a:lnTo>
                      <a:pt x="595" y="404"/>
                    </a:lnTo>
                    <a:lnTo>
                      <a:pt x="594" y="406"/>
                    </a:lnTo>
                    <a:lnTo>
                      <a:pt x="591" y="407"/>
                    </a:lnTo>
                    <a:lnTo>
                      <a:pt x="589" y="409"/>
                    </a:lnTo>
                    <a:lnTo>
                      <a:pt x="587" y="410"/>
                    </a:lnTo>
                    <a:lnTo>
                      <a:pt x="586" y="413"/>
                    </a:lnTo>
                    <a:lnTo>
                      <a:pt x="583" y="414"/>
                    </a:lnTo>
                    <a:lnTo>
                      <a:pt x="581" y="415"/>
                    </a:lnTo>
                    <a:lnTo>
                      <a:pt x="577" y="416"/>
                    </a:lnTo>
                    <a:lnTo>
                      <a:pt x="575" y="417"/>
                    </a:lnTo>
                    <a:lnTo>
                      <a:pt x="572" y="419"/>
                    </a:lnTo>
                    <a:lnTo>
                      <a:pt x="569" y="420"/>
                    </a:lnTo>
                    <a:lnTo>
                      <a:pt x="566" y="419"/>
                    </a:lnTo>
                    <a:lnTo>
                      <a:pt x="564" y="416"/>
                    </a:lnTo>
                    <a:lnTo>
                      <a:pt x="562" y="413"/>
                    </a:lnTo>
                    <a:lnTo>
                      <a:pt x="560" y="412"/>
                    </a:lnTo>
                    <a:lnTo>
                      <a:pt x="557" y="413"/>
                    </a:lnTo>
                    <a:lnTo>
                      <a:pt x="554" y="415"/>
                    </a:lnTo>
                    <a:lnTo>
                      <a:pt x="551" y="416"/>
                    </a:lnTo>
                    <a:lnTo>
                      <a:pt x="548" y="415"/>
                    </a:lnTo>
                    <a:lnTo>
                      <a:pt x="546" y="414"/>
                    </a:lnTo>
                    <a:lnTo>
                      <a:pt x="544" y="412"/>
                    </a:lnTo>
                    <a:lnTo>
                      <a:pt x="542" y="411"/>
                    </a:lnTo>
                    <a:lnTo>
                      <a:pt x="541" y="409"/>
                    </a:lnTo>
                    <a:lnTo>
                      <a:pt x="541" y="406"/>
                    </a:lnTo>
                    <a:lnTo>
                      <a:pt x="542" y="404"/>
                    </a:lnTo>
                    <a:lnTo>
                      <a:pt x="542" y="402"/>
                    </a:lnTo>
                    <a:lnTo>
                      <a:pt x="541" y="400"/>
                    </a:lnTo>
                    <a:lnTo>
                      <a:pt x="538" y="398"/>
                    </a:lnTo>
                    <a:lnTo>
                      <a:pt x="537" y="396"/>
                    </a:lnTo>
                    <a:lnTo>
                      <a:pt x="538" y="394"/>
                    </a:lnTo>
                    <a:lnTo>
                      <a:pt x="540" y="392"/>
                    </a:lnTo>
                    <a:lnTo>
                      <a:pt x="541" y="391"/>
                    </a:lnTo>
                    <a:lnTo>
                      <a:pt x="539" y="388"/>
                    </a:lnTo>
                    <a:lnTo>
                      <a:pt x="537" y="386"/>
                    </a:lnTo>
                    <a:lnTo>
                      <a:pt x="535" y="383"/>
                    </a:lnTo>
                    <a:lnTo>
                      <a:pt x="535" y="380"/>
                    </a:lnTo>
                    <a:lnTo>
                      <a:pt x="538" y="379"/>
                    </a:lnTo>
                    <a:lnTo>
                      <a:pt x="541" y="378"/>
                    </a:lnTo>
                    <a:lnTo>
                      <a:pt x="543" y="377"/>
                    </a:lnTo>
                    <a:lnTo>
                      <a:pt x="546" y="377"/>
                    </a:lnTo>
                    <a:lnTo>
                      <a:pt x="549" y="376"/>
                    </a:lnTo>
                    <a:lnTo>
                      <a:pt x="552" y="376"/>
                    </a:lnTo>
                    <a:lnTo>
                      <a:pt x="554" y="376"/>
                    </a:lnTo>
                    <a:lnTo>
                      <a:pt x="556" y="375"/>
                    </a:lnTo>
                    <a:lnTo>
                      <a:pt x="557" y="372"/>
                    </a:lnTo>
                    <a:lnTo>
                      <a:pt x="560" y="369"/>
                    </a:lnTo>
                    <a:lnTo>
                      <a:pt x="563" y="368"/>
                    </a:lnTo>
                    <a:lnTo>
                      <a:pt x="566" y="370"/>
                    </a:lnTo>
                    <a:lnTo>
                      <a:pt x="570" y="371"/>
                    </a:lnTo>
                    <a:lnTo>
                      <a:pt x="573" y="372"/>
                    </a:lnTo>
                    <a:lnTo>
                      <a:pt x="576" y="372"/>
                    </a:lnTo>
                    <a:lnTo>
                      <a:pt x="580" y="371"/>
                    </a:lnTo>
                    <a:lnTo>
                      <a:pt x="583" y="372"/>
                    </a:lnTo>
                    <a:lnTo>
                      <a:pt x="586" y="374"/>
                    </a:lnTo>
                    <a:lnTo>
                      <a:pt x="587" y="377"/>
                    </a:lnTo>
                    <a:lnTo>
                      <a:pt x="588" y="379"/>
                    </a:lnTo>
                    <a:lnTo>
                      <a:pt x="590" y="380"/>
                    </a:lnTo>
                    <a:lnTo>
                      <a:pt x="593" y="382"/>
                    </a:lnTo>
                    <a:lnTo>
                      <a:pt x="595" y="383"/>
                    </a:lnTo>
                    <a:lnTo>
                      <a:pt x="596" y="385"/>
                    </a:lnTo>
                    <a:lnTo>
                      <a:pt x="599" y="386"/>
                    </a:lnTo>
                    <a:lnTo>
                      <a:pt x="602" y="388"/>
                    </a:lnTo>
                    <a:lnTo>
                      <a:pt x="606" y="389"/>
                    </a:lnTo>
                    <a:lnTo>
                      <a:pt x="608" y="392"/>
                    </a:lnTo>
                    <a:close/>
                  </a:path>
                </a:pathLst>
              </a:custGeom>
              <a:solidFill>
                <a:srgbClr val="0072B2">
                  <a:alpha val="10800"/>
                </a:srgbClr>
              </a:solidFill>
              <a:ln>
                <a:noFill/>
              </a:ln>
            </p:spPr>
            <p:txBody>
              <a:bodyPr anchor="ctr"/>
              <a:lstStyle/>
              <a:p>
                <a:pPr algn="ctr">
                  <a:buNone/>
                </a:pPr>
              </a:p>
            </p:txBody>
          </p:sp>
          <p:sp>
            <p:nvSpPr>
              <p:cNvPr id="7021" name="addition:input:20">
                <a:extLst>
                  <a:ext uri="{FF2B5EF4-FFF2-40B4-BE49-F238E27FC236}">
                    <ns2:creationId id="{E7C71F77-8BE8-4A67-9FFD-7F993A65341D}"/>
                  </a:ext>
                </a:extLst>
              </p:cNvPr>
              <p:cNvSpPr>
                <a:spLocks noGrp="1"/>
              </p:cNvSpPr>
              <p:nvPr/>
            </p:nvSpPr>
            <p:spPr>
              <a:xfrm>
                <a:off x="209550" y="5438775"/>
                <a:ext cx="915132" cy="807918"/>
              </a:xfrm>
              <a:custGeom>
                <a:rect l="l" t="t" r="r" b="b"/>
                <a:pathLst>
                  <a:path w="556" h="431">
                    <a:moveTo>
                      <a:pt x="0" y="0"/>
                    </a:moveTo>
                    <a:moveTo>
                      <a:pt x="554" y="407"/>
                    </a:moveTo>
                    <a:lnTo>
                      <a:pt x="556" y="410"/>
                    </a:lnTo>
                    <a:lnTo>
                      <a:pt x="555" y="411"/>
                    </a:lnTo>
                    <a:lnTo>
                      <a:pt x="552" y="413"/>
                    </a:lnTo>
                    <a:lnTo>
                      <a:pt x="549" y="414"/>
                    </a:lnTo>
                    <a:lnTo>
                      <a:pt x="548" y="416"/>
                    </a:lnTo>
                    <a:lnTo>
                      <a:pt x="548" y="417"/>
                    </a:lnTo>
                    <a:lnTo>
                      <a:pt x="547" y="419"/>
                    </a:lnTo>
                    <a:lnTo>
                      <a:pt x="545" y="420"/>
                    </a:lnTo>
                    <a:lnTo>
                      <a:pt x="542" y="421"/>
                    </a:lnTo>
                    <a:lnTo>
                      <a:pt x="540" y="422"/>
                    </a:lnTo>
                    <a:lnTo>
                      <a:pt x="538" y="423"/>
                    </a:lnTo>
                    <a:lnTo>
                      <a:pt x="536" y="424"/>
                    </a:lnTo>
                    <a:lnTo>
                      <a:pt x="534" y="425"/>
                    </a:lnTo>
                    <a:lnTo>
                      <a:pt x="531" y="426"/>
                    </a:lnTo>
                    <a:lnTo>
                      <a:pt x="528" y="426"/>
                    </a:lnTo>
                    <a:lnTo>
                      <a:pt x="526" y="428"/>
                    </a:lnTo>
                    <a:lnTo>
                      <a:pt x="523" y="430"/>
                    </a:lnTo>
                    <a:lnTo>
                      <a:pt x="519" y="431"/>
                    </a:lnTo>
                    <a:lnTo>
                      <a:pt x="516" y="429"/>
                    </a:lnTo>
                    <a:lnTo>
                      <a:pt x="514" y="427"/>
                    </a:lnTo>
                    <a:lnTo>
                      <a:pt x="512" y="424"/>
                    </a:lnTo>
                    <a:lnTo>
                      <a:pt x="511" y="422"/>
                    </a:lnTo>
                    <a:lnTo>
                      <a:pt x="508" y="422"/>
                    </a:lnTo>
                    <a:lnTo>
                      <a:pt x="505" y="423"/>
                    </a:lnTo>
                    <a:lnTo>
                      <a:pt x="503" y="422"/>
                    </a:lnTo>
                    <a:lnTo>
                      <a:pt x="500" y="422"/>
                    </a:lnTo>
                    <a:lnTo>
                      <a:pt x="499" y="420"/>
                    </a:lnTo>
                    <a:lnTo>
                      <a:pt x="497" y="419"/>
                    </a:lnTo>
                    <a:lnTo>
                      <a:pt x="495" y="418"/>
                    </a:lnTo>
                    <a:lnTo>
                      <a:pt x="493" y="417"/>
                    </a:lnTo>
                    <a:lnTo>
                      <a:pt x="494" y="415"/>
                    </a:lnTo>
                    <a:lnTo>
                      <a:pt x="495" y="413"/>
                    </a:lnTo>
                    <a:lnTo>
                      <a:pt x="495" y="411"/>
                    </a:lnTo>
                    <a:lnTo>
                      <a:pt x="494" y="409"/>
                    </a:lnTo>
                    <a:lnTo>
                      <a:pt x="493" y="407"/>
                    </a:lnTo>
                    <a:lnTo>
                      <a:pt x="494" y="406"/>
                    </a:lnTo>
                    <a:lnTo>
                      <a:pt x="497" y="404"/>
                    </a:lnTo>
                    <a:lnTo>
                      <a:pt x="500" y="403"/>
                    </a:lnTo>
                    <a:lnTo>
                      <a:pt x="502" y="402"/>
                    </a:lnTo>
                    <a:lnTo>
                      <a:pt x="502" y="400"/>
                    </a:lnTo>
                    <a:lnTo>
                      <a:pt x="501" y="398"/>
                    </a:lnTo>
                    <a:lnTo>
                      <a:pt x="500" y="395"/>
                    </a:lnTo>
                    <a:lnTo>
                      <a:pt x="500" y="393"/>
                    </a:lnTo>
                    <a:lnTo>
                      <a:pt x="502" y="392"/>
                    </a:lnTo>
                    <a:lnTo>
                      <a:pt x="505" y="391"/>
                    </a:lnTo>
                    <a:lnTo>
                      <a:pt x="507" y="390"/>
                    </a:lnTo>
                    <a:lnTo>
                      <a:pt x="509" y="389"/>
                    </a:lnTo>
                    <a:lnTo>
                      <a:pt x="512" y="390"/>
                    </a:lnTo>
                    <a:lnTo>
                      <a:pt x="515" y="391"/>
                    </a:lnTo>
                    <a:lnTo>
                      <a:pt x="517" y="391"/>
                    </a:lnTo>
                    <a:lnTo>
                      <a:pt x="518" y="390"/>
                    </a:lnTo>
                    <a:lnTo>
                      <a:pt x="520" y="389"/>
                    </a:lnTo>
                    <a:lnTo>
                      <a:pt x="522" y="387"/>
                    </a:lnTo>
                    <a:lnTo>
                      <a:pt x="525" y="387"/>
                    </a:lnTo>
                    <a:lnTo>
                      <a:pt x="527" y="388"/>
                    </a:lnTo>
                    <a:lnTo>
                      <a:pt x="528" y="390"/>
                    </a:lnTo>
                    <a:lnTo>
                      <a:pt x="531" y="390"/>
                    </a:lnTo>
                    <a:lnTo>
                      <a:pt x="534" y="390"/>
                    </a:lnTo>
                    <a:lnTo>
                      <a:pt x="537" y="389"/>
                    </a:lnTo>
                    <a:lnTo>
                      <a:pt x="540" y="390"/>
                    </a:lnTo>
                    <a:lnTo>
                      <a:pt x="541" y="392"/>
                    </a:lnTo>
                    <a:lnTo>
                      <a:pt x="542" y="394"/>
                    </a:lnTo>
                    <a:lnTo>
                      <a:pt x="542" y="396"/>
                    </a:lnTo>
                    <a:lnTo>
                      <a:pt x="543" y="398"/>
                    </a:lnTo>
                    <a:lnTo>
                      <a:pt x="544" y="400"/>
                    </a:lnTo>
                    <a:lnTo>
                      <a:pt x="544" y="401"/>
                    </a:lnTo>
                    <a:lnTo>
                      <a:pt x="545" y="403"/>
                    </a:lnTo>
                    <a:lnTo>
                      <a:pt x="547" y="404"/>
                    </a:lnTo>
                    <a:lnTo>
                      <a:pt x="550" y="406"/>
                    </a:lnTo>
                    <a:close/>
                  </a:path>
                </a:pathLst>
              </a:custGeom>
              <a:solidFill>
                <a:srgbClr val="0072B2">
                  <a:alpha val="10800"/>
                </a:srgbClr>
              </a:solidFill>
              <a:ln>
                <a:noFill/>
              </a:ln>
            </p:spPr>
            <p:txBody>
              <a:bodyPr anchor="ctr"/>
              <a:lstStyle/>
              <a:p>
                <a:pPr algn="ctr">
                  <a:buNone/>
                </a:pPr>
              </a:p>
            </p:txBody>
          </p:sp>
          <p:sp>
            <p:nvSpPr>
              <p:cNvPr id="7022" name="addition:input:21">
                <a:extLst>
                  <a:ext uri="{FF2B5EF4-FFF2-40B4-BE49-F238E27FC236}">
                    <ns2:creationId id="{8D758BC2-0CE1-495F-8A9F-DD9B92836D71}"/>
                  </a:ext>
                </a:extLst>
              </p:cNvPr>
              <p:cNvSpPr>
                <a:spLocks noGrp="1"/>
              </p:cNvSpPr>
              <p:nvPr/>
            </p:nvSpPr>
            <p:spPr>
              <a:xfrm>
                <a:off x="209550" y="5438775"/>
                <a:ext cx="1688714" cy="1197818"/>
              </a:xfrm>
              <a:custGeom>
                <a:rect l="l" t="t" r="r" b="b"/>
                <a:pathLst>
                  <a:path w="1026" h="639">
                    <a:moveTo>
                      <a:pt x="0" y="0"/>
                    </a:moveTo>
                    <a:moveTo>
                      <a:pt x="1004" y="555"/>
                    </a:moveTo>
                    <a:lnTo>
                      <a:pt x="1010" y="562"/>
                    </a:lnTo>
                    <a:lnTo>
                      <a:pt x="1019" y="570"/>
                    </a:lnTo>
                    <a:lnTo>
                      <a:pt x="1026" y="580"/>
                    </a:lnTo>
                    <a:lnTo>
                      <a:pt x="1023" y="587"/>
                    </a:lnTo>
                    <a:lnTo>
                      <a:pt x="1009" y="592"/>
                    </a:lnTo>
                    <a:lnTo>
                      <a:pt x="991" y="593"/>
                    </a:lnTo>
                    <a:lnTo>
                      <a:pt x="978" y="594"/>
                    </a:lnTo>
                    <a:lnTo>
                      <a:pt x="972" y="599"/>
                    </a:lnTo>
                    <a:lnTo>
                      <a:pt x="970" y="606"/>
                    </a:lnTo>
                    <a:lnTo>
                      <a:pt x="966" y="614"/>
                    </a:lnTo>
                    <a:lnTo>
                      <a:pt x="958" y="619"/>
                    </a:lnTo>
                    <a:lnTo>
                      <a:pt x="950" y="624"/>
                    </a:lnTo>
                    <a:lnTo>
                      <a:pt x="941" y="629"/>
                    </a:lnTo>
                    <a:lnTo>
                      <a:pt x="931" y="635"/>
                    </a:lnTo>
                    <a:lnTo>
                      <a:pt x="920" y="639"/>
                    </a:lnTo>
                    <a:lnTo>
                      <a:pt x="908" y="639"/>
                    </a:lnTo>
                    <a:lnTo>
                      <a:pt x="896" y="635"/>
                    </a:lnTo>
                    <a:lnTo>
                      <a:pt x="885" y="632"/>
                    </a:lnTo>
                    <a:lnTo>
                      <a:pt x="874" y="632"/>
                    </a:lnTo>
                    <a:lnTo>
                      <a:pt x="862" y="635"/>
                    </a:lnTo>
                    <a:lnTo>
                      <a:pt x="851" y="634"/>
                    </a:lnTo>
                    <a:lnTo>
                      <a:pt x="843" y="628"/>
                    </a:lnTo>
                    <a:lnTo>
                      <a:pt x="840" y="618"/>
                    </a:lnTo>
                    <a:lnTo>
                      <a:pt x="837" y="610"/>
                    </a:lnTo>
                    <a:lnTo>
                      <a:pt x="830" y="607"/>
                    </a:lnTo>
                    <a:lnTo>
                      <a:pt x="818" y="608"/>
                    </a:lnTo>
                    <a:lnTo>
                      <a:pt x="804" y="608"/>
                    </a:lnTo>
                    <a:lnTo>
                      <a:pt x="793" y="606"/>
                    </a:lnTo>
                    <a:lnTo>
                      <a:pt x="787" y="600"/>
                    </a:lnTo>
                    <a:lnTo>
                      <a:pt x="784" y="593"/>
                    </a:lnTo>
                    <a:lnTo>
                      <a:pt x="782" y="585"/>
                    </a:lnTo>
                    <a:lnTo>
                      <a:pt x="781" y="578"/>
                    </a:lnTo>
                    <a:lnTo>
                      <a:pt x="786" y="570"/>
                    </a:lnTo>
                    <a:lnTo>
                      <a:pt x="796" y="562"/>
                    </a:lnTo>
                    <a:lnTo>
                      <a:pt x="805" y="555"/>
                    </a:lnTo>
                    <a:lnTo>
                      <a:pt x="808" y="549"/>
                    </a:lnTo>
                    <a:lnTo>
                      <a:pt x="804" y="542"/>
                    </a:lnTo>
                    <a:lnTo>
                      <a:pt x="797" y="534"/>
                    </a:lnTo>
                    <a:lnTo>
                      <a:pt x="797" y="526"/>
                    </a:lnTo>
                    <a:lnTo>
                      <a:pt x="804" y="520"/>
                    </a:lnTo>
                    <a:lnTo>
                      <a:pt x="814" y="516"/>
                    </a:lnTo>
                    <a:lnTo>
                      <a:pt x="820" y="511"/>
                    </a:lnTo>
                    <a:lnTo>
                      <a:pt x="821" y="503"/>
                    </a:lnTo>
                    <a:lnTo>
                      <a:pt x="821" y="494"/>
                    </a:lnTo>
                    <a:lnTo>
                      <a:pt x="825" y="486"/>
                    </a:lnTo>
                    <a:lnTo>
                      <a:pt x="834" y="483"/>
                    </a:lnTo>
                    <a:lnTo>
                      <a:pt x="844" y="482"/>
                    </a:lnTo>
                    <a:lnTo>
                      <a:pt x="854" y="483"/>
                    </a:lnTo>
                    <a:lnTo>
                      <a:pt x="863" y="482"/>
                    </a:lnTo>
                    <a:lnTo>
                      <a:pt x="871" y="483"/>
                    </a:lnTo>
                    <a:lnTo>
                      <a:pt x="879" y="485"/>
                    </a:lnTo>
                    <a:lnTo>
                      <a:pt x="887" y="489"/>
                    </a:lnTo>
                    <a:lnTo>
                      <a:pt x="894" y="488"/>
                    </a:lnTo>
                    <a:lnTo>
                      <a:pt x="902" y="482"/>
                    </a:lnTo>
                    <a:lnTo>
                      <a:pt x="913" y="473"/>
                    </a:lnTo>
                    <a:lnTo>
                      <a:pt x="926" y="468"/>
                    </a:lnTo>
                    <a:lnTo>
                      <a:pt x="936" y="471"/>
                    </a:lnTo>
                    <a:lnTo>
                      <a:pt x="942" y="480"/>
                    </a:lnTo>
                    <a:lnTo>
                      <a:pt x="946" y="489"/>
                    </a:lnTo>
                    <a:lnTo>
                      <a:pt x="952" y="496"/>
                    </a:lnTo>
                    <a:lnTo>
                      <a:pt x="962" y="499"/>
                    </a:lnTo>
                    <a:lnTo>
                      <a:pt x="971" y="503"/>
                    </a:lnTo>
                    <a:lnTo>
                      <a:pt x="977" y="509"/>
                    </a:lnTo>
                    <a:lnTo>
                      <a:pt x="980" y="517"/>
                    </a:lnTo>
                    <a:lnTo>
                      <a:pt x="983" y="523"/>
                    </a:lnTo>
                    <a:lnTo>
                      <a:pt x="989" y="529"/>
                    </a:lnTo>
                    <a:lnTo>
                      <a:pt x="996" y="535"/>
                    </a:lnTo>
                    <a:lnTo>
                      <a:pt x="1001" y="541"/>
                    </a:lnTo>
                    <a:lnTo>
                      <a:pt x="1003" y="548"/>
                    </a:lnTo>
                    <a:close/>
                  </a:path>
                </a:pathLst>
              </a:custGeom>
              <a:solidFill>
                <a:srgbClr val="F5DAC5">
                  <a:alpha val="12900"/>
                </a:srgbClr>
              </a:solidFill>
              <a:ln>
                <a:noFill/>
              </a:ln>
            </p:spPr>
            <p:txBody>
              <a:bodyPr anchor="ctr"/>
              <a:lstStyle/>
              <a:p>
                <a:pPr algn="ctr">
                  <a:buNone/>
                </a:pPr>
              </a:p>
            </p:txBody>
          </p:sp>
          <p:sp>
            <p:nvSpPr>
              <p:cNvPr id="7023" name="addition:input:22">
                <a:extLst>
                  <a:ext uri="{FF2B5EF4-FFF2-40B4-BE49-F238E27FC236}">
                    <ns2:creationId id="{D3B821F7-FA8B-402C-801D-CE9F0F41F484}"/>
                  </a:ext>
                </a:extLst>
              </p:cNvPr>
              <p:cNvSpPr>
                <a:spLocks noGrp="1"/>
              </p:cNvSpPr>
              <p:nvPr/>
            </p:nvSpPr>
            <p:spPr>
              <a:xfrm>
                <a:off x="209550" y="5438775"/>
                <a:ext cx="1629461" cy="1190320"/>
              </a:xfrm>
              <a:custGeom>
                <a:rect l="l" t="t" r="r" b="b"/>
                <a:pathLst>
                  <a:path w="990" h="635">
                    <a:moveTo>
                      <a:pt x="0" y="0"/>
                    </a:moveTo>
                    <a:moveTo>
                      <a:pt x="983" y="560"/>
                    </a:moveTo>
                    <a:lnTo>
                      <a:pt x="986" y="566"/>
                    </a:lnTo>
                    <a:lnTo>
                      <a:pt x="990" y="573"/>
                    </a:lnTo>
                    <a:lnTo>
                      <a:pt x="989" y="579"/>
                    </a:lnTo>
                    <a:lnTo>
                      <a:pt x="984" y="585"/>
                    </a:lnTo>
                    <a:lnTo>
                      <a:pt x="977" y="589"/>
                    </a:lnTo>
                    <a:lnTo>
                      <a:pt x="973" y="594"/>
                    </a:lnTo>
                    <a:lnTo>
                      <a:pt x="971" y="600"/>
                    </a:lnTo>
                    <a:lnTo>
                      <a:pt x="969" y="606"/>
                    </a:lnTo>
                    <a:lnTo>
                      <a:pt x="961" y="610"/>
                    </a:lnTo>
                    <a:lnTo>
                      <a:pt x="950" y="610"/>
                    </a:lnTo>
                    <a:lnTo>
                      <a:pt x="938" y="608"/>
                    </a:lnTo>
                    <a:lnTo>
                      <a:pt x="930" y="609"/>
                    </a:lnTo>
                    <a:lnTo>
                      <a:pt x="926" y="615"/>
                    </a:lnTo>
                    <a:lnTo>
                      <a:pt x="921" y="624"/>
                    </a:lnTo>
                    <a:lnTo>
                      <a:pt x="913" y="632"/>
                    </a:lnTo>
                    <a:lnTo>
                      <a:pt x="904" y="635"/>
                    </a:lnTo>
                    <a:lnTo>
                      <a:pt x="893" y="635"/>
                    </a:lnTo>
                    <a:lnTo>
                      <a:pt x="882" y="633"/>
                    </a:lnTo>
                    <a:lnTo>
                      <a:pt x="872" y="631"/>
                    </a:lnTo>
                    <a:lnTo>
                      <a:pt x="863" y="628"/>
                    </a:lnTo>
                    <a:lnTo>
                      <a:pt x="855" y="622"/>
                    </a:lnTo>
                    <a:lnTo>
                      <a:pt x="850" y="615"/>
                    </a:lnTo>
                    <a:lnTo>
                      <a:pt x="844" y="610"/>
                    </a:lnTo>
                    <a:lnTo>
                      <a:pt x="836" y="610"/>
                    </a:lnTo>
                    <a:lnTo>
                      <a:pt x="824" y="611"/>
                    </a:lnTo>
                    <a:lnTo>
                      <a:pt x="814" y="611"/>
                    </a:lnTo>
                    <a:lnTo>
                      <a:pt x="808" y="606"/>
                    </a:lnTo>
                    <a:lnTo>
                      <a:pt x="807" y="599"/>
                    </a:lnTo>
                    <a:lnTo>
                      <a:pt x="806" y="593"/>
                    </a:lnTo>
                    <a:lnTo>
                      <a:pt x="801" y="588"/>
                    </a:lnTo>
                    <a:lnTo>
                      <a:pt x="792" y="585"/>
                    </a:lnTo>
                    <a:lnTo>
                      <a:pt x="784" y="580"/>
                    </a:lnTo>
                    <a:lnTo>
                      <a:pt x="783" y="573"/>
                    </a:lnTo>
                    <a:lnTo>
                      <a:pt x="788" y="566"/>
                    </a:lnTo>
                    <a:lnTo>
                      <a:pt x="795" y="560"/>
                    </a:lnTo>
                    <a:lnTo>
                      <a:pt x="801" y="554"/>
                    </a:lnTo>
                    <a:lnTo>
                      <a:pt x="806" y="549"/>
                    </a:lnTo>
                    <a:lnTo>
                      <a:pt x="811" y="544"/>
                    </a:lnTo>
                    <a:lnTo>
                      <a:pt x="817" y="539"/>
                    </a:lnTo>
                    <a:lnTo>
                      <a:pt x="822" y="535"/>
                    </a:lnTo>
                    <a:lnTo>
                      <a:pt x="822" y="529"/>
                    </a:lnTo>
                    <a:lnTo>
                      <a:pt x="818" y="520"/>
                    </a:lnTo>
                    <a:lnTo>
                      <a:pt x="816" y="510"/>
                    </a:lnTo>
                    <a:lnTo>
                      <a:pt x="820" y="503"/>
                    </a:lnTo>
                    <a:lnTo>
                      <a:pt x="830" y="501"/>
                    </a:lnTo>
                    <a:lnTo>
                      <a:pt x="842" y="503"/>
                    </a:lnTo>
                    <a:lnTo>
                      <a:pt x="852" y="503"/>
                    </a:lnTo>
                    <a:lnTo>
                      <a:pt x="858" y="501"/>
                    </a:lnTo>
                    <a:lnTo>
                      <a:pt x="863" y="497"/>
                    </a:lnTo>
                    <a:lnTo>
                      <a:pt x="870" y="494"/>
                    </a:lnTo>
                    <a:lnTo>
                      <a:pt x="877" y="495"/>
                    </a:lnTo>
                    <a:lnTo>
                      <a:pt x="884" y="497"/>
                    </a:lnTo>
                    <a:lnTo>
                      <a:pt x="891" y="499"/>
                    </a:lnTo>
                    <a:lnTo>
                      <a:pt x="897" y="498"/>
                    </a:lnTo>
                    <a:lnTo>
                      <a:pt x="904" y="496"/>
                    </a:lnTo>
                    <a:lnTo>
                      <a:pt x="912" y="497"/>
                    </a:lnTo>
                    <a:lnTo>
                      <a:pt x="918" y="499"/>
                    </a:lnTo>
                    <a:lnTo>
                      <a:pt x="926" y="501"/>
                    </a:lnTo>
                    <a:lnTo>
                      <a:pt x="936" y="500"/>
                    </a:lnTo>
                    <a:lnTo>
                      <a:pt x="947" y="500"/>
                    </a:lnTo>
                    <a:lnTo>
                      <a:pt x="956" y="503"/>
                    </a:lnTo>
                    <a:lnTo>
                      <a:pt x="958" y="511"/>
                    </a:lnTo>
                    <a:lnTo>
                      <a:pt x="955" y="521"/>
                    </a:lnTo>
                    <a:lnTo>
                      <a:pt x="950" y="530"/>
                    </a:lnTo>
                    <a:lnTo>
                      <a:pt x="952" y="536"/>
                    </a:lnTo>
                    <a:lnTo>
                      <a:pt x="959" y="539"/>
                    </a:lnTo>
                    <a:lnTo>
                      <a:pt x="969" y="543"/>
                    </a:lnTo>
                    <a:lnTo>
                      <a:pt x="976" y="548"/>
                    </a:lnTo>
                    <a:lnTo>
                      <a:pt x="980" y="554"/>
                    </a:lnTo>
                    <a:close/>
                  </a:path>
                </a:pathLst>
              </a:custGeom>
              <a:solidFill>
                <a:srgbClr val="ECB78D">
                  <a:alpha val="12900"/>
                </a:srgbClr>
              </a:solidFill>
              <a:ln>
                <a:noFill/>
              </a:ln>
            </p:spPr>
            <p:txBody>
              <a:bodyPr anchor="ctr"/>
              <a:lstStyle/>
              <a:p>
                <a:pPr algn="ctr">
                  <a:buNone/>
                </a:pPr>
              </a:p>
            </p:txBody>
          </p:sp>
          <p:sp>
            <p:nvSpPr>
              <p:cNvPr id="7024" name="addition:input:23">
                <a:extLst>
                  <a:ext uri="{FF2B5EF4-FFF2-40B4-BE49-F238E27FC236}">
                    <ns2:creationId id="{D604F40E-5F48-4B11-B3AD-6AADEC7D9F28}"/>
                  </a:ext>
                </a:extLst>
              </p:cNvPr>
              <p:cNvSpPr>
                <a:spLocks noGrp="1"/>
              </p:cNvSpPr>
              <p:nvPr/>
            </p:nvSpPr>
            <p:spPr>
              <a:xfrm>
                <a:off x="209550" y="5438775"/>
                <a:ext cx="1591605" cy="1173450"/>
              </a:xfrm>
              <a:custGeom>
                <a:rect l="l" t="t" r="r" b="b"/>
                <a:pathLst>
                  <a:path w="967" h="626">
                    <a:moveTo>
                      <a:pt x="0" y="0"/>
                    </a:moveTo>
                    <a:moveTo>
                      <a:pt x="957" y="565"/>
                    </a:moveTo>
                    <a:lnTo>
                      <a:pt x="960" y="570"/>
                    </a:lnTo>
                    <a:lnTo>
                      <a:pt x="958" y="576"/>
                    </a:lnTo>
                    <a:lnTo>
                      <a:pt x="951" y="580"/>
                    </a:lnTo>
                    <a:lnTo>
                      <a:pt x="943" y="583"/>
                    </a:lnTo>
                    <a:lnTo>
                      <a:pt x="938" y="587"/>
                    </a:lnTo>
                    <a:lnTo>
                      <a:pt x="939" y="593"/>
                    </a:lnTo>
                    <a:lnTo>
                      <a:pt x="941" y="600"/>
                    </a:lnTo>
                    <a:lnTo>
                      <a:pt x="940" y="606"/>
                    </a:lnTo>
                    <a:lnTo>
                      <a:pt x="936" y="611"/>
                    </a:lnTo>
                    <a:lnTo>
                      <a:pt x="931" y="615"/>
                    </a:lnTo>
                    <a:lnTo>
                      <a:pt x="925" y="618"/>
                    </a:lnTo>
                    <a:lnTo>
                      <a:pt x="919" y="621"/>
                    </a:lnTo>
                    <a:lnTo>
                      <a:pt x="911" y="621"/>
                    </a:lnTo>
                    <a:lnTo>
                      <a:pt x="903" y="618"/>
                    </a:lnTo>
                    <a:lnTo>
                      <a:pt x="896" y="614"/>
                    </a:lnTo>
                    <a:lnTo>
                      <a:pt x="890" y="612"/>
                    </a:lnTo>
                    <a:lnTo>
                      <a:pt x="886" y="615"/>
                    </a:lnTo>
                    <a:lnTo>
                      <a:pt x="880" y="622"/>
                    </a:lnTo>
                    <a:lnTo>
                      <a:pt x="873" y="626"/>
                    </a:lnTo>
                    <a:lnTo>
                      <a:pt x="866" y="626"/>
                    </a:lnTo>
                    <a:lnTo>
                      <a:pt x="860" y="623"/>
                    </a:lnTo>
                    <a:lnTo>
                      <a:pt x="855" y="619"/>
                    </a:lnTo>
                    <a:lnTo>
                      <a:pt x="849" y="617"/>
                    </a:lnTo>
                    <a:lnTo>
                      <a:pt x="841" y="616"/>
                    </a:lnTo>
                    <a:lnTo>
                      <a:pt x="833" y="614"/>
                    </a:lnTo>
                    <a:lnTo>
                      <a:pt x="828" y="610"/>
                    </a:lnTo>
                    <a:lnTo>
                      <a:pt x="825" y="604"/>
                    </a:lnTo>
                    <a:lnTo>
                      <a:pt x="822" y="599"/>
                    </a:lnTo>
                    <a:lnTo>
                      <a:pt x="818" y="594"/>
                    </a:lnTo>
                    <a:lnTo>
                      <a:pt x="814" y="589"/>
                    </a:lnTo>
                    <a:lnTo>
                      <a:pt x="813" y="584"/>
                    </a:lnTo>
                    <a:lnTo>
                      <a:pt x="814" y="579"/>
                    </a:lnTo>
                    <a:lnTo>
                      <a:pt x="813" y="574"/>
                    </a:lnTo>
                    <a:lnTo>
                      <a:pt x="807" y="570"/>
                    </a:lnTo>
                    <a:lnTo>
                      <a:pt x="796" y="565"/>
                    </a:lnTo>
                    <a:lnTo>
                      <a:pt x="785" y="559"/>
                    </a:lnTo>
                    <a:lnTo>
                      <a:pt x="782" y="553"/>
                    </a:lnTo>
                    <a:lnTo>
                      <a:pt x="787" y="547"/>
                    </a:lnTo>
                    <a:lnTo>
                      <a:pt x="797" y="544"/>
                    </a:lnTo>
                    <a:lnTo>
                      <a:pt x="805" y="541"/>
                    </a:lnTo>
                    <a:lnTo>
                      <a:pt x="809" y="537"/>
                    </a:lnTo>
                    <a:lnTo>
                      <a:pt x="812" y="532"/>
                    </a:lnTo>
                    <a:lnTo>
                      <a:pt x="817" y="529"/>
                    </a:lnTo>
                    <a:lnTo>
                      <a:pt x="823" y="526"/>
                    </a:lnTo>
                    <a:lnTo>
                      <a:pt x="829" y="523"/>
                    </a:lnTo>
                    <a:lnTo>
                      <a:pt x="834" y="519"/>
                    </a:lnTo>
                    <a:lnTo>
                      <a:pt x="839" y="514"/>
                    </a:lnTo>
                    <a:lnTo>
                      <a:pt x="845" y="510"/>
                    </a:lnTo>
                    <a:lnTo>
                      <a:pt x="854" y="508"/>
                    </a:lnTo>
                    <a:lnTo>
                      <a:pt x="863" y="509"/>
                    </a:lnTo>
                    <a:lnTo>
                      <a:pt x="871" y="508"/>
                    </a:lnTo>
                    <a:lnTo>
                      <a:pt x="879" y="504"/>
                    </a:lnTo>
                    <a:lnTo>
                      <a:pt x="888" y="500"/>
                    </a:lnTo>
                    <a:lnTo>
                      <a:pt x="897" y="498"/>
                    </a:lnTo>
                    <a:lnTo>
                      <a:pt x="905" y="503"/>
                    </a:lnTo>
                    <a:lnTo>
                      <a:pt x="911" y="511"/>
                    </a:lnTo>
                    <a:lnTo>
                      <a:pt x="914" y="518"/>
                    </a:lnTo>
                    <a:lnTo>
                      <a:pt x="919" y="522"/>
                    </a:lnTo>
                    <a:lnTo>
                      <a:pt x="926" y="523"/>
                    </a:lnTo>
                    <a:lnTo>
                      <a:pt x="934" y="523"/>
                    </a:lnTo>
                    <a:lnTo>
                      <a:pt x="941" y="524"/>
                    </a:lnTo>
                    <a:lnTo>
                      <a:pt x="948" y="527"/>
                    </a:lnTo>
                    <a:lnTo>
                      <a:pt x="954" y="529"/>
                    </a:lnTo>
                    <a:lnTo>
                      <a:pt x="961" y="532"/>
                    </a:lnTo>
                    <a:lnTo>
                      <a:pt x="967" y="536"/>
                    </a:lnTo>
                    <a:lnTo>
                      <a:pt x="967" y="542"/>
                    </a:lnTo>
                    <a:lnTo>
                      <a:pt x="962" y="549"/>
                    </a:lnTo>
                    <a:lnTo>
                      <a:pt x="956" y="555"/>
                    </a:lnTo>
                    <a:lnTo>
                      <a:pt x="954" y="560"/>
                    </a:lnTo>
                    <a:close/>
                  </a:path>
                </a:pathLst>
              </a:custGeom>
              <a:solidFill>
                <a:srgbClr val="E18B48">
                  <a:alpha val="10500"/>
                </a:srgbClr>
              </a:solidFill>
              <a:ln>
                <a:noFill/>
              </a:ln>
            </p:spPr>
            <p:txBody>
              <a:bodyPr anchor="ctr"/>
              <a:lstStyle/>
              <a:p>
                <a:pPr algn="ctr">
                  <a:buNone/>
                </a:pPr>
              </a:p>
            </p:txBody>
          </p:sp>
          <p:sp>
            <p:nvSpPr>
              <p:cNvPr id="7025" name="addition:input:24">
                <a:extLst>
                  <a:ext uri="{FF2B5EF4-FFF2-40B4-BE49-F238E27FC236}">
                    <ns2:creationId id="{47036575-9D67-47C6-A3BF-32892E84AF1E}"/>
                  </a:ext>
                </a:extLst>
              </p:cNvPr>
              <p:cNvSpPr>
                <a:spLocks noGrp="1"/>
              </p:cNvSpPr>
              <p:nvPr/>
            </p:nvSpPr>
            <p:spPr>
              <a:xfrm>
                <a:off x="209550" y="5438775"/>
                <a:ext cx="1451701" cy="1072225"/>
              </a:xfrm>
              <a:custGeom>
                <a:rect l="l" t="t" r="r" b="b"/>
                <a:pathLst>
                  <a:path w="882" h="572">
                    <a:moveTo>
                      <a:pt x="0" y="0"/>
                    </a:moveTo>
                    <a:moveTo>
                      <a:pt x="875" y="546"/>
                    </a:moveTo>
                    <a:lnTo>
                      <a:pt x="873" y="548"/>
                    </a:lnTo>
                    <a:lnTo>
                      <a:pt x="874" y="549"/>
                    </a:lnTo>
                    <a:lnTo>
                      <a:pt x="877" y="552"/>
                    </a:lnTo>
                    <a:lnTo>
                      <a:pt x="880" y="555"/>
                    </a:lnTo>
                    <a:lnTo>
                      <a:pt x="880" y="558"/>
                    </a:lnTo>
                    <a:lnTo>
                      <a:pt x="878" y="560"/>
                    </a:lnTo>
                    <a:lnTo>
                      <a:pt x="876" y="561"/>
                    </a:lnTo>
                    <a:lnTo>
                      <a:pt x="874" y="562"/>
                    </a:lnTo>
                    <a:lnTo>
                      <a:pt x="872" y="564"/>
                    </a:lnTo>
                    <a:lnTo>
                      <a:pt x="870" y="566"/>
                    </a:lnTo>
                    <a:lnTo>
                      <a:pt x="867" y="566"/>
                    </a:lnTo>
                    <a:lnTo>
                      <a:pt x="864" y="566"/>
                    </a:lnTo>
                    <a:lnTo>
                      <a:pt x="862" y="567"/>
                    </a:lnTo>
                    <a:lnTo>
                      <a:pt x="860" y="568"/>
                    </a:lnTo>
                    <a:lnTo>
                      <a:pt x="858" y="569"/>
                    </a:lnTo>
                    <a:lnTo>
                      <a:pt x="855" y="570"/>
                    </a:lnTo>
                    <a:lnTo>
                      <a:pt x="852" y="569"/>
                    </a:lnTo>
                    <a:lnTo>
                      <a:pt x="850" y="567"/>
                    </a:lnTo>
                    <a:lnTo>
                      <a:pt x="847" y="568"/>
                    </a:lnTo>
                    <a:lnTo>
                      <a:pt x="844" y="570"/>
                    </a:lnTo>
                    <a:lnTo>
                      <a:pt x="840" y="572"/>
                    </a:lnTo>
                    <a:lnTo>
                      <a:pt x="835" y="572"/>
                    </a:lnTo>
                    <a:lnTo>
                      <a:pt x="833" y="571"/>
                    </a:lnTo>
                    <a:lnTo>
                      <a:pt x="831" y="567"/>
                    </a:lnTo>
                    <a:lnTo>
                      <a:pt x="830" y="564"/>
                    </a:lnTo>
                    <a:lnTo>
                      <a:pt x="828" y="562"/>
                    </a:lnTo>
                    <a:lnTo>
                      <a:pt x="826" y="561"/>
                    </a:lnTo>
                    <a:lnTo>
                      <a:pt x="824" y="559"/>
                    </a:lnTo>
                    <a:lnTo>
                      <a:pt x="823" y="557"/>
                    </a:lnTo>
                    <a:lnTo>
                      <a:pt x="821" y="555"/>
                    </a:lnTo>
                    <a:lnTo>
                      <a:pt x="817" y="554"/>
                    </a:lnTo>
                    <a:lnTo>
                      <a:pt x="813" y="553"/>
                    </a:lnTo>
                    <a:lnTo>
                      <a:pt x="810" y="551"/>
                    </a:lnTo>
                    <a:lnTo>
                      <a:pt x="810" y="548"/>
                    </a:lnTo>
                    <a:lnTo>
                      <a:pt x="812" y="546"/>
                    </a:lnTo>
                    <a:lnTo>
                      <a:pt x="813" y="544"/>
                    </a:lnTo>
                    <a:lnTo>
                      <a:pt x="813" y="541"/>
                    </a:lnTo>
                    <a:lnTo>
                      <a:pt x="812" y="539"/>
                    </a:lnTo>
                    <a:lnTo>
                      <a:pt x="811" y="536"/>
                    </a:lnTo>
                    <a:lnTo>
                      <a:pt x="814" y="534"/>
                    </a:lnTo>
                    <a:lnTo>
                      <a:pt x="818" y="533"/>
                    </a:lnTo>
                    <a:lnTo>
                      <a:pt x="822" y="533"/>
                    </a:lnTo>
                    <a:lnTo>
                      <a:pt x="825" y="532"/>
                    </a:lnTo>
                    <a:lnTo>
                      <a:pt x="827" y="530"/>
                    </a:lnTo>
                    <a:lnTo>
                      <a:pt x="829" y="528"/>
                    </a:lnTo>
                    <a:lnTo>
                      <a:pt x="831" y="526"/>
                    </a:lnTo>
                    <a:lnTo>
                      <a:pt x="833" y="524"/>
                    </a:lnTo>
                    <a:lnTo>
                      <a:pt x="836" y="522"/>
                    </a:lnTo>
                    <a:lnTo>
                      <a:pt x="838" y="520"/>
                    </a:lnTo>
                    <a:lnTo>
                      <a:pt x="842" y="518"/>
                    </a:lnTo>
                    <a:lnTo>
                      <a:pt x="846" y="518"/>
                    </a:lnTo>
                    <a:lnTo>
                      <a:pt x="849" y="520"/>
                    </a:lnTo>
                    <a:lnTo>
                      <a:pt x="853" y="523"/>
                    </a:lnTo>
                    <a:lnTo>
                      <a:pt x="855" y="525"/>
                    </a:lnTo>
                    <a:lnTo>
                      <a:pt x="858" y="525"/>
                    </a:lnTo>
                    <a:lnTo>
                      <a:pt x="861" y="523"/>
                    </a:lnTo>
                    <a:lnTo>
                      <a:pt x="865" y="523"/>
                    </a:lnTo>
                    <a:lnTo>
                      <a:pt x="867" y="524"/>
                    </a:lnTo>
                    <a:lnTo>
                      <a:pt x="868" y="526"/>
                    </a:lnTo>
                    <a:lnTo>
                      <a:pt x="870" y="528"/>
                    </a:lnTo>
                    <a:lnTo>
                      <a:pt x="873" y="529"/>
                    </a:lnTo>
                    <a:lnTo>
                      <a:pt x="876" y="529"/>
                    </a:lnTo>
                    <a:lnTo>
                      <a:pt x="878" y="530"/>
                    </a:lnTo>
                    <a:lnTo>
                      <a:pt x="879" y="532"/>
                    </a:lnTo>
                    <a:lnTo>
                      <a:pt x="880" y="535"/>
                    </a:lnTo>
                    <a:lnTo>
                      <a:pt x="881" y="537"/>
                    </a:lnTo>
                    <a:lnTo>
                      <a:pt x="882" y="539"/>
                    </a:lnTo>
                    <a:lnTo>
                      <a:pt x="882" y="541"/>
                    </a:lnTo>
                    <a:lnTo>
                      <a:pt x="879" y="544"/>
                    </a:lnTo>
                    <a:close/>
                  </a:path>
                </a:pathLst>
              </a:custGeom>
              <a:solidFill>
                <a:srgbClr val="ECB78D">
                  <a:alpha val="9600"/>
                </a:srgbClr>
              </a:solidFill>
              <a:ln>
                <a:noFill/>
              </a:ln>
            </p:spPr>
            <p:txBody>
              <a:bodyPr anchor="ctr"/>
              <a:lstStyle/>
              <a:p>
                <a:pPr algn="ctr">
                  <a:buNone/>
                </a:pPr>
              </a:p>
            </p:txBody>
          </p:sp>
          <p:sp>
            <p:nvSpPr>
              <p:cNvPr id="7026" name="addition:input:25">
                <a:extLst>
                  <a:ext uri="{FF2B5EF4-FFF2-40B4-BE49-F238E27FC236}">
                    <ns2:creationId id="{B3C50B24-A6CF-4838-B437-FFAAC70ACE77}"/>
                  </a:ext>
                </a:extLst>
              </p:cNvPr>
              <p:cNvSpPr>
                <a:spLocks noGrp="1"/>
              </p:cNvSpPr>
              <p:nvPr/>
            </p:nvSpPr>
            <p:spPr>
              <a:xfrm>
                <a:off x="209550" y="5438775"/>
                <a:ext cx="1501079" cy="1034735"/>
              </a:xfrm>
              <a:custGeom>
                <a:rect l="l" t="t" r="r" b="b"/>
                <a:pathLst>
                  <a:path w="912" h="552">
                    <a:moveTo>
                      <a:pt x="0" y="0"/>
                    </a:moveTo>
                    <a:moveTo>
                      <a:pt x="909" y="526"/>
                    </a:moveTo>
                    <a:lnTo>
                      <a:pt x="911" y="528"/>
                    </a:lnTo>
                    <a:lnTo>
                      <a:pt x="912" y="531"/>
                    </a:lnTo>
                    <a:lnTo>
                      <a:pt x="910" y="533"/>
                    </a:lnTo>
                    <a:lnTo>
                      <a:pt x="906" y="534"/>
                    </a:lnTo>
                    <a:lnTo>
                      <a:pt x="902" y="535"/>
                    </a:lnTo>
                    <a:lnTo>
                      <a:pt x="899" y="537"/>
                    </a:lnTo>
                    <a:lnTo>
                      <a:pt x="898" y="539"/>
                    </a:lnTo>
                    <a:lnTo>
                      <a:pt x="897" y="541"/>
                    </a:lnTo>
                    <a:lnTo>
                      <a:pt x="896" y="543"/>
                    </a:lnTo>
                    <a:lnTo>
                      <a:pt x="894" y="545"/>
                    </a:lnTo>
                    <a:lnTo>
                      <a:pt x="892" y="547"/>
                    </a:lnTo>
                    <a:lnTo>
                      <a:pt x="890" y="550"/>
                    </a:lnTo>
                    <a:lnTo>
                      <a:pt x="888" y="552"/>
                    </a:lnTo>
                    <a:lnTo>
                      <a:pt x="884" y="552"/>
                    </a:lnTo>
                    <a:lnTo>
                      <a:pt x="881" y="550"/>
                    </a:lnTo>
                    <a:lnTo>
                      <a:pt x="877" y="548"/>
                    </a:lnTo>
                    <a:lnTo>
                      <a:pt x="875" y="546"/>
                    </a:lnTo>
                    <a:lnTo>
                      <a:pt x="873" y="547"/>
                    </a:lnTo>
                    <a:lnTo>
                      <a:pt x="870" y="549"/>
                    </a:lnTo>
                    <a:lnTo>
                      <a:pt x="867" y="550"/>
                    </a:lnTo>
                    <a:lnTo>
                      <a:pt x="865" y="549"/>
                    </a:lnTo>
                    <a:lnTo>
                      <a:pt x="863" y="547"/>
                    </a:lnTo>
                    <a:lnTo>
                      <a:pt x="862" y="546"/>
                    </a:lnTo>
                    <a:lnTo>
                      <a:pt x="859" y="546"/>
                    </a:lnTo>
                    <a:lnTo>
                      <a:pt x="856" y="545"/>
                    </a:lnTo>
                    <a:lnTo>
                      <a:pt x="853" y="545"/>
                    </a:lnTo>
                    <a:lnTo>
                      <a:pt x="852" y="543"/>
                    </a:lnTo>
                    <a:lnTo>
                      <a:pt x="851" y="541"/>
                    </a:lnTo>
                    <a:lnTo>
                      <a:pt x="849" y="539"/>
                    </a:lnTo>
                    <a:lnTo>
                      <a:pt x="848" y="537"/>
                    </a:lnTo>
                    <a:lnTo>
                      <a:pt x="847" y="535"/>
                    </a:lnTo>
                    <a:lnTo>
                      <a:pt x="849" y="532"/>
                    </a:lnTo>
                    <a:lnTo>
                      <a:pt x="851" y="530"/>
                    </a:lnTo>
                    <a:lnTo>
                      <a:pt x="853" y="528"/>
                    </a:lnTo>
                    <a:lnTo>
                      <a:pt x="851" y="526"/>
                    </a:lnTo>
                    <a:lnTo>
                      <a:pt x="847" y="524"/>
                    </a:lnTo>
                    <a:lnTo>
                      <a:pt x="844" y="522"/>
                    </a:lnTo>
                    <a:lnTo>
                      <a:pt x="842" y="519"/>
                    </a:lnTo>
                    <a:lnTo>
                      <a:pt x="843" y="517"/>
                    </a:lnTo>
                    <a:lnTo>
                      <a:pt x="846" y="515"/>
                    </a:lnTo>
                    <a:lnTo>
                      <a:pt x="847" y="514"/>
                    </a:lnTo>
                    <a:lnTo>
                      <a:pt x="848" y="512"/>
                    </a:lnTo>
                    <a:lnTo>
                      <a:pt x="850" y="510"/>
                    </a:lnTo>
                    <a:lnTo>
                      <a:pt x="852" y="509"/>
                    </a:lnTo>
                    <a:lnTo>
                      <a:pt x="855" y="509"/>
                    </a:lnTo>
                    <a:lnTo>
                      <a:pt x="857" y="508"/>
                    </a:lnTo>
                    <a:lnTo>
                      <a:pt x="859" y="506"/>
                    </a:lnTo>
                    <a:lnTo>
                      <a:pt x="861" y="505"/>
                    </a:lnTo>
                    <a:lnTo>
                      <a:pt x="864" y="504"/>
                    </a:lnTo>
                    <a:lnTo>
                      <a:pt x="867" y="504"/>
                    </a:lnTo>
                    <a:lnTo>
                      <a:pt x="870" y="505"/>
                    </a:lnTo>
                    <a:lnTo>
                      <a:pt x="872" y="504"/>
                    </a:lnTo>
                    <a:lnTo>
                      <a:pt x="875" y="502"/>
                    </a:lnTo>
                    <a:lnTo>
                      <a:pt x="879" y="500"/>
                    </a:lnTo>
                    <a:lnTo>
                      <a:pt x="883" y="499"/>
                    </a:lnTo>
                    <a:lnTo>
                      <a:pt x="886" y="500"/>
                    </a:lnTo>
                    <a:lnTo>
                      <a:pt x="889" y="503"/>
                    </a:lnTo>
                    <a:lnTo>
                      <a:pt x="890" y="506"/>
                    </a:lnTo>
                    <a:lnTo>
                      <a:pt x="892" y="508"/>
                    </a:lnTo>
                    <a:lnTo>
                      <a:pt x="895" y="509"/>
                    </a:lnTo>
                    <a:lnTo>
                      <a:pt x="897" y="511"/>
                    </a:lnTo>
                    <a:lnTo>
                      <a:pt x="899" y="512"/>
                    </a:lnTo>
                    <a:lnTo>
                      <a:pt x="901" y="514"/>
                    </a:lnTo>
                    <a:lnTo>
                      <a:pt x="905" y="514"/>
                    </a:lnTo>
                    <a:lnTo>
                      <a:pt x="908" y="515"/>
                    </a:lnTo>
                    <a:lnTo>
                      <a:pt x="911" y="517"/>
                    </a:lnTo>
                    <a:lnTo>
                      <a:pt x="912" y="519"/>
                    </a:lnTo>
                    <a:lnTo>
                      <a:pt x="911" y="522"/>
                    </a:lnTo>
                    <a:lnTo>
                      <a:pt x="909" y="524"/>
                    </a:lnTo>
                    <a:close/>
                  </a:path>
                </a:pathLst>
              </a:custGeom>
              <a:solidFill>
                <a:srgbClr val="ECB78D">
                  <a:alpha val="9600"/>
                </a:srgbClr>
              </a:solidFill>
              <a:ln>
                <a:noFill/>
              </a:ln>
            </p:spPr>
            <p:txBody>
              <a:bodyPr anchor="ctr"/>
              <a:lstStyle/>
              <a:p>
                <a:pPr algn="ctr">
                  <a:buNone/>
                </a:pPr>
              </a:p>
            </p:txBody>
          </p:sp>
          <p:sp>
            <p:nvSpPr>
              <p:cNvPr id="7027" name="addition:input:26">
                <a:extLst>
                  <a:ext uri="{FF2B5EF4-FFF2-40B4-BE49-F238E27FC236}">
                    <ns2:creationId id="{D526AD90-814F-43BC-9AC9-B00128397C2E}"/>
                  </a:ext>
                </a:extLst>
              </p:cNvPr>
              <p:cNvSpPr>
                <a:spLocks noGrp="1"/>
              </p:cNvSpPr>
              <p:nvPr/>
            </p:nvSpPr>
            <p:spPr>
              <a:xfrm>
                <a:off x="209550" y="5438775"/>
                <a:ext cx="1558686" cy="1047857"/>
              </a:xfrm>
              <a:custGeom>
                <a:rect l="l" t="t" r="r" b="b"/>
                <a:pathLst>
                  <a:path w="947" h="559">
                    <a:moveTo>
                      <a:pt x="0" y="0"/>
                    </a:moveTo>
                    <a:moveTo>
                      <a:pt x="946" y="532"/>
                    </a:moveTo>
                    <a:lnTo>
                      <a:pt x="945" y="534"/>
                    </a:lnTo>
                    <a:lnTo>
                      <a:pt x="942" y="536"/>
                    </a:lnTo>
                    <a:lnTo>
                      <a:pt x="938" y="538"/>
                    </a:lnTo>
                    <a:lnTo>
                      <a:pt x="936" y="539"/>
                    </a:lnTo>
                    <a:lnTo>
                      <a:pt x="936" y="542"/>
                    </a:lnTo>
                    <a:lnTo>
                      <a:pt x="936" y="545"/>
                    </a:lnTo>
                    <a:lnTo>
                      <a:pt x="935" y="547"/>
                    </a:lnTo>
                    <a:lnTo>
                      <a:pt x="932" y="549"/>
                    </a:lnTo>
                    <a:lnTo>
                      <a:pt x="929" y="549"/>
                    </a:lnTo>
                    <a:lnTo>
                      <a:pt x="926" y="550"/>
                    </a:lnTo>
                    <a:lnTo>
                      <a:pt x="924" y="553"/>
                    </a:lnTo>
                    <a:lnTo>
                      <a:pt x="923" y="556"/>
                    </a:lnTo>
                    <a:lnTo>
                      <a:pt x="921" y="559"/>
                    </a:lnTo>
                    <a:lnTo>
                      <a:pt x="917" y="559"/>
                    </a:lnTo>
                    <a:lnTo>
                      <a:pt x="914" y="559"/>
                    </a:lnTo>
                    <a:lnTo>
                      <a:pt x="911" y="557"/>
                    </a:lnTo>
                    <a:lnTo>
                      <a:pt x="908" y="556"/>
                    </a:lnTo>
                    <a:lnTo>
                      <a:pt x="905" y="556"/>
                    </a:lnTo>
                    <a:lnTo>
                      <a:pt x="903" y="555"/>
                    </a:lnTo>
                    <a:lnTo>
                      <a:pt x="901" y="553"/>
                    </a:lnTo>
                    <a:lnTo>
                      <a:pt x="899" y="552"/>
                    </a:lnTo>
                    <a:lnTo>
                      <a:pt x="896" y="553"/>
                    </a:lnTo>
                    <a:lnTo>
                      <a:pt x="893" y="555"/>
                    </a:lnTo>
                    <a:lnTo>
                      <a:pt x="889" y="556"/>
                    </a:lnTo>
                    <a:lnTo>
                      <a:pt x="886" y="555"/>
                    </a:lnTo>
                    <a:lnTo>
                      <a:pt x="885" y="552"/>
                    </a:lnTo>
                    <a:lnTo>
                      <a:pt x="886" y="549"/>
                    </a:lnTo>
                    <a:lnTo>
                      <a:pt x="885" y="546"/>
                    </a:lnTo>
                    <a:lnTo>
                      <a:pt x="883" y="545"/>
                    </a:lnTo>
                    <a:lnTo>
                      <a:pt x="881" y="543"/>
                    </a:lnTo>
                    <a:lnTo>
                      <a:pt x="880" y="541"/>
                    </a:lnTo>
                    <a:lnTo>
                      <a:pt x="880" y="538"/>
                    </a:lnTo>
                    <a:lnTo>
                      <a:pt x="881" y="536"/>
                    </a:lnTo>
                    <a:lnTo>
                      <a:pt x="881" y="534"/>
                    </a:lnTo>
                    <a:lnTo>
                      <a:pt x="880" y="532"/>
                    </a:lnTo>
                    <a:lnTo>
                      <a:pt x="879" y="529"/>
                    </a:lnTo>
                    <a:lnTo>
                      <a:pt x="879" y="527"/>
                    </a:lnTo>
                    <a:lnTo>
                      <a:pt x="879" y="525"/>
                    </a:lnTo>
                    <a:lnTo>
                      <a:pt x="878" y="522"/>
                    </a:lnTo>
                    <a:lnTo>
                      <a:pt x="877" y="519"/>
                    </a:lnTo>
                    <a:lnTo>
                      <a:pt x="875" y="516"/>
                    </a:lnTo>
                    <a:lnTo>
                      <a:pt x="876" y="514"/>
                    </a:lnTo>
                    <a:lnTo>
                      <a:pt x="880" y="513"/>
                    </a:lnTo>
                    <a:lnTo>
                      <a:pt x="885" y="514"/>
                    </a:lnTo>
                    <a:lnTo>
                      <a:pt x="889" y="514"/>
                    </a:lnTo>
                    <a:lnTo>
                      <a:pt x="891" y="513"/>
                    </a:lnTo>
                    <a:lnTo>
                      <a:pt x="892" y="511"/>
                    </a:lnTo>
                    <a:lnTo>
                      <a:pt x="894" y="509"/>
                    </a:lnTo>
                    <a:lnTo>
                      <a:pt x="896" y="507"/>
                    </a:lnTo>
                    <a:lnTo>
                      <a:pt x="899" y="507"/>
                    </a:lnTo>
                    <a:lnTo>
                      <a:pt x="902" y="506"/>
                    </a:lnTo>
                    <a:lnTo>
                      <a:pt x="905" y="505"/>
                    </a:lnTo>
                    <a:lnTo>
                      <a:pt x="908" y="504"/>
                    </a:lnTo>
                    <a:lnTo>
                      <a:pt x="912" y="504"/>
                    </a:lnTo>
                    <a:lnTo>
                      <a:pt x="915" y="506"/>
                    </a:lnTo>
                    <a:lnTo>
                      <a:pt x="918" y="507"/>
                    </a:lnTo>
                    <a:lnTo>
                      <a:pt x="921" y="508"/>
                    </a:lnTo>
                    <a:lnTo>
                      <a:pt x="925" y="508"/>
                    </a:lnTo>
                    <a:lnTo>
                      <a:pt x="928" y="509"/>
                    </a:lnTo>
                    <a:lnTo>
                      <a:pt x="931" y="511"/>
                    </a:lnTo>
                    <a:lnTo>
                      <a:pt x="931" y="514"/>
                    </a:lnTo>
                    <a:lnTo>
                      <a:pt x="931" y="518"/>
                    </a:lnTo>
                    <a:lnTo>
                      <a:pt x="932" y="519"/>
                    </a:lnTo>
                    <a:lnTo>
                      <a:pt x="936" y="520"/>
                    </a:lnTo>
                    <a:lnTo>
                      <a:pt x="941" y="520"/>
                    </a:lnTo>
                    <a:lnTo>
                      <a:pt x="945" y="522"/>
                    </a:lnTo>
                    <a:lnTo>
                      <a:pt x="946" y="524"/>
                    </a:lnTo>
                    <a:lnTo>
                      <a:pt x="947" y="527"/>
                    </a:lnTo>
                    <a:lnTo>
                      <a:pt x="947" y="529"/>
                    </a:lnTo>
                    <a:close/>
                  </a:path>
                </a:pathLst>
              </a:custGeom>
              <a:solidFill>
                <a:srgbClr val="ECB78D">
                  <a:alpha val="9600"/>
                </a:srgbClr>
              </a:solidFill>
              <a:ln>
                <a:noFill/>
              </a:ln>
            </p:spPr>
            <p:txBody>
              <a:bodyPr anchor="ctr"/>
              <a:lstStyle/>
              <a:p>
                <a:pPr algn="ctr">
                  <a:buNone/>
                </a:pPr>
              </a:p>
            </p:txBody>
          </p:sp>
          <p:sp>
            <p:nvSpPr>
              <p:cNvPr id="7028" name="addition:input:27">
                <a:extLst>
                  <a:ext uri="{FF2B5EF4-FFF2-40B4-BE49-F238E27FC236}">
                    <ns2:creationId id="{1DE9C327-D9AD-4EE7-A0FF-FA4731854B9A}"/>
                  </a:ext>
                </a:extLst>
              </p:cNvPr>
              <p:cNvSpPr>
                <a:spLocks noGrp="1"/>
              </p:cNvSpPr>
              <p:nvPr/>
            </p:nvSpPr>
            <p:spPr>
              <a:xfrm>
                <a:off x="209550" y="5438775"/>
                <a:ext cx="1598188" cy="1090971"/>
              </a:xfrm>
              <a:custGeom>
                <a:rect l="l" t="t" r="r" b="b"/>
                <a:pathLst>
                  <a:path w="971" h="582">
                    <a:moveTo>
                      <a:pt x="0" y="0"/>
                    </a:moveTo>
                    <a:moveTo>
                      <a:pt x="962" y="553"/>
                    </a:moveTo>
                    <a:lnTo>
                      <a:pt x="961" y="555"/>
                    </a:lnTo>
                    <a:lnTo>
                      <a:pt x="962" y="558"/>
                    </a:lnTo>
                    <a:lnTo>
                      <a:pt x="963" y="560"/>
                    </a:lnTo>
                    <a:lnTo>
                      <a:pt x="964" y="563"/>
                    </a:lnTo>
                    <a:lnTo>
                      <a:pt x="964" y="565"/>
                    </a:lnTo>
                    <a:lnTo>
                      <a:pt x="964" y="568"/>
                    </a:lnTo>
                    <a:lnTo>
                      <a:pt x="964" y="572"/>
                    </a:lnTo>
                    <a:lnTo>
                      <a:pt x="963" y="574"/>
                    </a:lnTo>
                    <a:lnTo>
                      <a:pt x="960" y="576"/>
                    </a:lnTo>
                    <a:lnTo>
                      <a:pt x="956" y="575"/>
                    </a:lnTo>
                    <a:lnTo>
                      <a:pt x="952" y="575"/>
                    </a:lnTo>
                    <a:lnTo>
                      <a:pt x="949" y="575"/>
                    </a:lnTo>
                    <a:lnTo>
                      <a:pt x="948" y="577"/>
                    </a:lnTo>
                    <a:lnTo>
                      <a:pt x="946" y="579"/>
                    </a:lnTo>
                    <a:lnTo>
                      <a:pt x="944" y="581"/>
                    </a:lnTo>
                    <a:lnTo>
                      <a:pt x="941" y="580"/>
                    </a:lnTo>
                    <a:lnTo>
                      <a:pt x="938" y="579"/>
                    </a:lnTo>
                    <a:lnTo>
                      <a:pt x="935" y="578"/>
                    </a:lnTo>
                    <a:lnTo>
                      <a:pt x="932" y="580"/>
                    </a:lnTo>
                    <a:lnTo>
                      <a:pt x="929" y="581"/>
                    </a:lnTo>
                    <a:lnTo>
                      <a:pt x="925" y="582"/>
                    </a:lnTo>
                    <a:lnTo>
                      <a:pt x="921" y="581"/>
                    </a:lnTo>
                    <a:lnTo>
                      <a:pt x="918" y="580"/>
                    </a:lnTo>
                    <a:lnTo>
                      <a:pt x="915" y="578"/>
                    </a:lnTo>
                    <a:lnTo>
                      <a:pt x="912" y="577"/>
                    </a:lnTo>
                    <a:lnTo>
                      <a:pt x="910" y="574"/>
                    </a:lnTo>
                    <a:lnTo>
                      <a:pt x="909" y="571"/>
                    </a:lnTo>
                    <a:lnTo>
                      <a:pt x="910" y="567"/>
                    </a:lnTo>
                    <a:lnTo>
                      <a:pt x="909" y="565"/>
                    </a:lnTo>
                    <a:lnTo>
                      <a:pt x="906" y="563"/>
                    </a:lnTo>
                    <a:lnTo>
                      <a:pt x="900" y="563"/>
                    </a:lnTo>
                    <a:lnTo>
                      <a:pt x="895" y="561"/>
                    </a:lnTo>
                    <a:lnTo>
                      <a:pt x="893" y="559"/>
                    </a:lnTo>
                    <a:lnTo>
                      <a:pt x="893" y="556"/>
                    </a:lnTo>
                    <a:lnTo>
                      <a:pt x="895" y="553"/>
                    </a:lnTo>
                    <a:lnTo>
                      <a:pt x="895" y="551"/>
                    </a:lnTo>
                    <a:lnTo>
                      <a:pt x="895" y="548"/>
                    </a:lnTo>
                    <a:lnTo>
                      <a:pt x="895" y="545"/>
                    </a:lnTo>
                    <a:lnTo>
                      <a:pt x="897" y="543"/>
                    </a:lnTo>
                    <a:lnTo>
                      <a:pt x="900" y="541"/>
                    </a:lnTo>
                    <a:lnTo>
                      <a:pt x="902" y="540"/>
                    </a:lnTo>
                    <a:lnTo>
                      <a:pt x="904" y="538"/>
                    </a:lnTo>
                    <a:lnTo>
                      <a:pt x="906" y="535"/>
                    </a:lnTo>
                    <a:lnTo>
                      <a:pt x="909" y="534"/>
                    </a:lnTo>
                    <a:lnTo>
                      <a:pt x="913" y="534"/>
                    </a:lnTo>
                    <a:lnTo>
                      <a:pt x="916" y="533"/>
                    </a:lnTo>
                    <a:lnTo>
                      <a:pt x="919" y="531"/>
                    </a:lnTo>
                    <a:lnTo>
                      <a:pt x="920" y="527"/>
                    </a:lnTo>
                    <a:lnTo>
                      <a:pt x="922" y="523"/>
                    </a:lnTo>
                    <a:lnTo>
                      <a:pt x="926" y="521"/>
                    </a:lnTo>
                    <a:lnTo>
                      <a:pt x="930" y="522"/>
                    </a:lnTo>
                    <a:lnTo>
                      <a:pt x="935" y="524"/>
                    </a:lnTo>
                    <a:lnTo>
                      <a:pt x="938" y="527"/>
                    </a:lnTo>
                    <a:lnTo>
                      <a:pt x="941" y="528"/>
                    </a:lnTo>
                    <a:lnTo>
                      <a:pt x="944" y="528"/>
                    </a:lnTo>
                    <a:lnTo>
                      <a:pt x="947" y="529"/>
                    </a:lnTo>
                    <a:lnTo>
                      <a:pt x="949" y="530"/>
                    </a:lnTo>
                    <a:lnTo>
                      <a:pt x="952" y="531"/>
                    </a:lnTo>
                    <a:lnTo>
                      <a:pt x="955" y="531"/>
                    </a:lnTo>
                    <a:lnTo>
                      <a:pt x="959" y="531"/>
                    </a:lnTo>
                    <a:lnTo>
                      <a:pt x="962" y="532"/>
                    </a:lnTo>
                    <a:lnTo>
                      <a:pt x="963" y="534"/>
                    </a:lnTo>
                    <a:lnTo>
                      <a:pt x="963" y="537"/>
                    </a:lnTo>
                    <a:lnTo>
                      <a:pt x="964" y="539"/>
                    </a:lnTo>
                    <a:lnTo>
                      <a:pt x="966" y="541"/>
                    </a:lnTo>
                    <a:lnTo>
                      <a:pt x="969" y="543"/>
                    </a:lnTo>
                    <a:lnTo>
                      <a:pt x="971" y="545"/>
                    </a:lnTo>
                    <a:lnTo>
                      <a:pt x="970" y="548"/>
                    </a:lnTo>
                    <a:lnTo>
                      <a:pt x="966" y="551"/>
                    </a:lnTo>
                    <a:close/>
                  </a:path>
                </a:pathLst>
              </a:custGeom>
              <a:solidFill>
                <a:srgbClr val="ECB78D">
                  <a:alpha val="9600"/>
                </a:srgbClr>
              </a:solidFill>
              <a:ln>
                <a:noFill/>
              </a:ln>
            </p:spPr>
            <p:txBody>
              <a:bodyPr anchor="ctr"/>
              <a:lstStyle/>
              <a:p>
                <a:pPr algn="ctr">
                  <a:buNone/>
                </a:pPr>
              </a:p>
            </p:txBody>
          </p:sp>
          <p:sp>
            <p:nvSpPr>
              <p:cNvPr id="7029" name="addition:input:28">
                <a:extLst>
                  <a:ext uri="{FF2B5EF4-FFF2-40B4-BE49-F238E27FC236}">
                    <ns2:creationId id="{0C99A1F8-97CF-4A08-8100-1301A67EC37A}"/>
                  </a:ext>
                </a:extLst>
              </p:cNvPr>
              <p:cNvSpPr>
                <a:spLocks noGrp="1"/>
              </p:cNvSpPr>
              <p:nvPr/>
            </p:nvSpPr>
            <p:spPr>
              <a:xfrm>
                <a:off x="209550" y="5438775"/>
                <a:ext cx="1575145" cy="1139708"/>
              </a:xfrm>
              <a:custGeom>
                <a:rect l="l" t="t" r="r" b="b"/>
                <a:pathLst>
                  <a:path w="957" h="608">
                    <a:moveTo>
                      <a:pt x="0" y="0"/>
                    </a:moveTo>
                    <a:moveTo>
                      <a:pt x="946" y="577"/>
                    </a:moveTo>
                    <a:lnTo>
                      <a:pt x="949" y="579"/>
                    </a:lnTo>
                    <a:lnTo>
                      <a:pt x="950" y="582"/>
                    </a:lnTo>
                    <a:lnTo>
                      <a:pt x="948" y="584"/>
                    </a:lnTo>
                    <a:lnTo>
                      <a:pt x="946" y="586"/>
                    </a:lnTo>
                    <a:lnTo>
                      <a:pt x="944" y="589"/>
                    </a:lnTo>
                    <a:lnTo>
                      <a:pt x="944" y="591"/>
                    </a:lnTo>
                    <a:lnTo>
                      <a:pt x="944" y="594"/>
                    </a:lnTo>
                    <a:lnTo>
                      <a:pt x="942" y="597"/>
                    </a:lnTo>
                    <a:lnTo>
                      <a:pt x="940" y="599"/>
                    </a:lnTo>
                    <a:lnTo>
                      <a:pt x="937" y="600"/>
                    </a:lnTo>
                    <a:lnTo>
                      <a:pt x="934" y="602"/>
                    </a:lnTo>
                    <a:lnTo>
                      <a:pt x="932" y="604"/>
                    </a:lnTo>
                    <a:lnTo>
                      <a:pt x="928" y="605"/>
                    </a:lnTo>
                    <a:lnTo>
                      <a:pt x="924" y="603"/>
                    </a:lnTo>
                    <a:lnTo>
                      <a:pt x="920" y="601"/>
                    </a:lnTo>
                    <a:lnTo>
                      <a:pt x="917" y="599"/>
                    </a:lnTo>
                    <a:lnTo>
                      <a:pt x="914" y="601"/>
                    </a:lnTo>
                    <a:lnTo>
                      <a:pt x="911" y="604"/>
                    </a:lnTo>
                    <a:lnTo>
                      <a:pt x="907" y="607"/>
                    </a:lnTo>
                    <a:lnTo>
                      <a:pt x="903" y="608"/>
                    </a:lnTo>
                    <a:lnTo>
                      <a:pt x="899" y="607"/>
                    </a:lnTo>
                    <a:lnTo>
                      <a:pt x="896" y="605"/>
                    </a:lnTo>
                    <a:lnTo>
                      <a:pt x="892" y="603"/>
                    </a:lnTo>
                    <a:lnTo>
                      <a:pt x="889" y="602"/>
                    </a:lnTo>
                    <a:lnTo>
                      <a:pt x="886" y="600"/>
                    </a:lnTo>
                    <a:lnTo>
                      <a:pt x="884" y="597"/>
                    </a:lnTo>
                    <a:lnTo>
                      <a:pt x="882" y="594"/>
                    </a:lnTo>
                    <a:lnTo>
                      <a:pt x="880" y="592"/>
                    </a:lnTo>
                    <a:lnTo>
                      <a:pt x="876" y="591"/>
                    </a:lnTo>
                    <a:lnTo>
                      <a:pt x="872" y="589"/>
                    </a:lnTo>
                    <a:lnTo>
                      <a:pt x="870" y="587"/>
                    </a:lnTo>
                    <a:lnTo>
                      <a:pt x="871" y="584"/>
                    </a:lnTo>
                    <a:lnTo>
                      <a:pt x="871" y="581"/>
                    </a:lnTo>
                    <a:lnTo>
                      <a:pt x="869" y="579"/>
                    </a:lnTo>
                    <a:lnTo>
                      <a:pt x="864" y="577"/>
                    </a:lnTo>
                    <a:lnTo>
                      <a:pt x="859" y="574"/>
                    </a:lnTo>
                    <a:lnTo>
                      <a:pt x="857" y="571"/>
                    </a:lnTo>
                    <a:lnTo>
                      <a:pt x="860" y="568"/>
                    </a:lnTo>
                    <a:lnTo>
                      <a:pt x="864" y="566"/>
                    </a:lnTo>
                    <a:lnTo>
                      <a:pt x="869" y="565"/>
                    </a:lnTo>
                    <a:lnTo>
                      <a:pt x="873" y="563"/>
                    </a:lnTo>
                    <a:lnTo>
                      <a:pt x="875" y="562"/>
                    </a:lnTo>
                    <a:lnTo>
                      <a:pt x="879" y="560"/>
                    </a:lnTo>
                    <a:lnTo>
                      <a:pt x="882" y="559"/>
                    </a:lnTo>
                    <a:lnTo>
                      <a:pt x="885" y="557"/>
                    </a:lnTo>
                    <a:lnTo>
                      <a:pt x="886" y="554"/>
                    </a:lnTo>
                    <a:lnTo>
                      <a:pt x="888" y="550"/>
                    </a:lnTo>
                    <a:lnTo>
                      <a:pt x="891" y="548"/>
                    </a:lnTo>
                    <a:lnTo>
                      <a:pt x="896" y="547"/>
                    </a:lnTo>
                    <a:lnTo>
                      <a:pt x="902" y="548"/>
                    </a:lnTo>
                    <a:lnTo>
                      <a:pt x="906" y="549"/>
                    </a:lnTo>
                    <a:lnTo>
                      <a:pt x="911" y="549"/>
                    </a:lnTo>
                    <a:lnTo>
                      <a:pt x="915" y="547"/>
                    </a:lnTo>
                    <a:lnTo>
                      <a:pt x="920" y="546"/>
                    </a:lnTo>
                    <a:lnTo>
                      <a:pt x="924" y="547"/>
                    </a:lnTo>
                    <a:lnTo>
                      <a:pt x="927" y="551"/>
                    </a:lnTo>
                    <a:lnTo>
                      <a:pt x="929" y="553"/>
                    </a:lnTo>
                    <a:lnTo>
                      <a:pt x="932" y="555"/>
                    </a:lnTo>
                    <a:lnTo>
                      <a:pt x="935" y="556"/>
                    </a:lnTo>
                    <a:lnTo>
                      <a:pt x="939" y="556"/>
                    </a:lnTo>
                    <a:lnTo>
                      <a:pt x="942" y="557"/>
                    </a:lnTo>
                    <a:lnTo>
                      <a:pt x="945" y="558"/>
                    </a:lnTo>
                    <a:lnTo>
                      <a:pt x="949" y="559"/>
                    </a:lnTo>
                    <a:lnTo>
                      <a:pt x="953" y="560"/>
                    </a:lnTo>
                    <a:lnTo>
                      <a:pt x="957" y="562"/>
                    </a:lnTo>
                    <a:lnTo>
                      <a:pt x="957" y="565"/>
                    </a:lnTo>
                    <a:lnTo>
                      <a:pt x="953" y="569"/>
                    </a:lnTo>
                    <a:lnTo>
                      <a:pt x="948" y="572"/>
                    </a:lnTo>
                    <a:lnTo>
                      <a:pt x="945" y="575"/>
                    </a:lnTo>
                    <a:close/>
                  </a:path>
                </a:pathLst>
              </a:custGeom>
              <a:solidFill>
                <a:srgbClr val="ECB78D">
                  <a:alpha val="9600"/>
                </a:srgbClr>
              </a:solidFill>
              <a:ln>
                <a:noFill/>
              </a:ln>
            </p:spPr>
            <p:txBody>
              <a:bodyPr anchor="ctr"/>
              <a:lstStyle/>
              <a:p>
                <a:pPr algn="ctr">
                  <a:buNone/>
                </a:pPr>
              </a:p>
            </p:txBody>
          </p:sp>
          <p:sp>
            <p:nvSpPr>
              <p:cNvPr id="7030" name="addition:input:29">
                <a:extLst>
                  <a:ext uri="{FF2B5EF4-FFF2-40B4-BE49-F238E27FC236}">
                    <ns2:creationId id="{D7ED6FC4-4924-4F11-85D5-8F47D6D3FC5B}"/>
                  </a:ext>
                </a:extLst>
              </p:cNvPr>
              <p:cNvSpPr>
                <a:spLocks noGrp="1"/>
              </p:cNvSpPr>
              <p:nvPr/>
            </p:nvSpPr>
            <p:spPr>
              <a:xfrm>
                <a:off x="209550" y="5438775"/>
                <a:ext cx="1491204" cy="1145332"/>
              </a:xfrm>
              <a:custGeom>
                <a:rect l="l" t="t" r="r" b="b"/>
                <a:pathLst>
                  <a:path w="906" h="611">
                    <a:moveTo>
                      <a:pt x="0" y="0"/>
                    </a:moveTo>
                    <a:moveTo>
                      <a:pt x="900" y="580"/>
                    </a:moveTo>
                    <a:lnTo>
                      <a:pt x="903" y="582"/>
                    </a:lnTo>
                    <a:lnTo>
                      <a:pt x="905" y="585"/>
                    </a:lnTo>
                    <a:lnTo>
                      <a:pt x="906" y="588"/>
                    </a:lnTo>
                    <a:lnTo>
                      <a:pt x="905" y="590"/>
                    </a:lnTo>
                    <a:lnTo>
                      <a:pt x="902" y="592"/>
                    </a:lnTo>
                    <a:lnTo>
                      <a:pt x="900" y="593"/>
                    </a:lnTo>
                    <a:lnTo>
                      <a:pt x="900" y="596"/>
                    </a:lnTo>
                    <a:lnTo>
                      <a:pt x="901" y="600"/>
                    </a:lnTo>
                    <a:lnTo>
                      <a:pt x="899" y="602"/>
                    </a:lnTo>
                    <a:lnTo>
                      <a:pt x="896" y="603"/>
                    </a:lnTo>
                    <a:lnTo>
                      <a:pt x="891" y="602"/>
                    </a:lnTo>
                    <a:lnTo>
                      <a:pt x="887" y="601"/>
                    </a:lnTo>
                    <a:lnTo>
                      <a:pt x="885" y="602"/>
                    </a:lnTo>
                    <a:lnTo>
                      <a:pt x="882" y="603"/>
                    </a:lnTo>
                    <a:lnTo>
                      <a:pt x="880" y="605"/>
                    </a:lnTo>
                    <a:lnTo>
                      <a:pt x="877" y="606"/>
                    </a:lnTo>
                    <a:lnTo>
                      <a:pt x="874" y="607"/>
                    </a:lnTo>
                    <a:lnTo>
                      <a:pt x="870" y="609"/>
                    </a:lnTo>
                    <a:lnTo>
                      <a:pt x="866" y="611"/>
                    </a:lnTo>
                    <a:lnTo>
                      <a:pt x="862" y="611"/>
                    </a:lnTo>
                    <a:lnTo>
                      <a:pt x="858" y="610"/>
                    </a:lnTo>
                    <a:lnTo>
                      <a:pt x="855" y="606"/>
                    </a:lnTo>
                    <a:lnTo>
                      <a:pt x="854" y="602"/>
                    </a:lnTo>
                    <a:lnTo>
                      <a:pt x="851" y="600"/>
                    </a:lnTo>
                    <a:lnTo>
                      <a:pt x="847" y="600"/>
                    </a:lnTo>
                    <a:lnTo>
                      <a:pt x="843" y="600"/>
                    </a:lnTo>
                    <a:lnTo>
                      <a:pt x="840" y="598"/>
                    </a:lnTo>
                    <a:lnTo>
                      <a:pt x="838" y="595"/>
                    </a:lnTo>
                    <a:lnTo>
                      <a:pt x="837" y="593"/>
                    </a:lnTo>
                    <a:lnTo>
                      <a:pt x="836" y="591"/>
                    </a:lnTo>
                    <a:lnTo>
                      <a:pt x="833" y="589"/>
                    </a:lnTo>
                    <a:lnTo>
                      <a:pt x="829" y="587"/>
                    </a:lnTo>
                    <a:lnTo>
                      <a:pt x="827" y="585"/>
                    </a:lnTo>
                    <a:lnTo>
                      <a:pt x="827" y="582"/>
                    </a:lnTo>
                    <a:lnTo>
                      <a:pt x="826" y="580"/>
                    </a:lnTo>
                    <a:lnTo>
                      <a:pt x="826" y="577"/>
                    </a:lnTo>
                    <a:lnTo>
                      <a:pt x="826" y="574"/>
                    </a:lnTo>
                    <a:lnTo>
                      <a:pt x="829" y="572"/>
                    </a:lnTo>
                    <a:lnTo>
                      <a:pt x="834" y="570"/>
                    </a:lnTo>
                    <a:lnTo>
                      <a:pt x="840" y="569"/>
                    </a:lnTo>
                    <a:lnTo>
                      <a:pt x="843" y="568"/>
                    </a:lnTo>
                    <a:lnTo>
                      <a:pt x="844" y="566"/>
                    </a:lnTo>
                    <a:lnTo>
                      <a:pt x="843" y="562"/>
                    </a:lnTo>
                    <a:lnTo>
                      <a:pt x="843" y="558"/>
                    </a:lnTo>
                    <a:lnTo>
                      <a:pt x="845" y="556"/>
                    </a:lnTo>
                    <a:lnTo>
                      <a:pt x="849" y="555"/>
                    </a:lnTo>
                    <a:lnTo>
                      <a:pt x="853" y="554"/>
                    </a:lnTo>
                    <a:lnTo>
                      <a:pt x="857" y="553"/>
                    </a:lnTo>
                    <a:lnTo>
                      <a:pt x="860" y="552"/>
                    </a:lnTo>
                    <a:lnTo>
                      <a:pt x="863" y="551"/>
                    </a:lnTo>
                    <a:lnTo>
                      <a:pt x="867" y="552"/>
                    </a:lnTo>
                    <a:lnTo>
                      <a:pt x="871" y="553"/>
                    </a:lnTo>
                    <a:lnTo>
                      <a:pt x="874" y="553"/>
                    </a:lnTo>
                    <a:lnTo>
                      <a:pt x="877" y="553"/>
                    </a:lnTo>
                    <a:lnTo>
                      <a:pt x="880" y="553"/>
                    </a:lnTo>
                    <a:lnTo>
                      <a:pt x="882" y="554"/>
                    </a:lnTo>
                    <a:lnTo>
                      <a:pt x="884" y="557"/>
                    </a:lnTo>
                    <a:lnTo>
                      <a:pt x="885" y="559"/>
                    </a:lnTo>
                    <a:lnTo>
                      <a:pt x="888" y="559"/>
                    </a:lnTo>
                    <a:lnTo>
                      <a:pt x="893" y="557"/>
                    </a:lnTo>
                    <a:lnTo>
                      <a:pt x="898" y="557"/>
                    </a:lnTo>
                    <a:lnTo>
                      <a:pt x="902" y="558"/>
                    </a:lnTo>
                    <a:lnTo>
                      <a:pt x="902" y="561"/>
                    </a:lnTo>
                    <a:lnTo>
                      <a:pt x="901" y="565"/>
                    </a:lnTo>
                    <a:lnTo>
                      <a:pt x="900" y="568"/>
                    </a:lnTo>
                    <a:lnTo>
                      <a:pt x="900" y="570"/>
                    </a:lnTo>
                    <a:lnTo>
                      <a:pt x="900" y="573"/>
                    </a:lnTo>
                    <a:lnTo>
                      <a:pt x="900" y="575"/>
                    </a:lnTo>
                    <a:lnTo>
                      <a:pt x="899" y="577"/>
                    </a:lnTo>
                    <a:close/>
                  </a:path>
                </a:pathLst>
              </a:custGeom>
              <a:solidFill>
                <a:srgbClr val="ECB78D">
                  <a:alpha val="9600"/>
                </a:srgbClr>
              </a:solidFill>
              <a:ln>
                <a:noFill/>
              </a:ln>
            </p:spPr>
            <p:txBody>
              <a:bodyPr anchor="ctr"/>
              <a:lstStyle/>
              <a:p>
                <a:pPr algn="ctr">
                  <a:buNone/>
                </a:pPr>
              </a:p>
            </p:txBody>
          </p:sp>
          <p:sp>
            <p:nvSpPr>
              <p:cNvPr id="7031" name="addition:input:30">
                <a:extLst>
                  <a:ext uri="{FF2B5EF4-FFF2-40B4-BE49-F238E27FC236}">
                    <ns2:creationId id="{3D803637-5388-4325-9745-CA1C7802C393}"/>
                  </a:ext>
                </a:extLst>
              </p:cNvPr>
              <p:cNvSpPr>
                <a:spLocks noGrp="1"/>
              </p:cNvSpPr>
              <p:nvPr/>
            </p:nvSpPr>
            <p:spPr>
              <a:xfrm>
                <a:off x="209550" y="5438775"/>
                <a:ext cx="1435242" cy="1115339"/>
              </a:xfrm>
              <a:custGeom>
                <a:rect l="l" t="t" r="r" b="b"/>
                <a:pathLst>
                  <a:path w="872" h="595">
                    <a:moveTo>
                      <a:pt x="0" y="0"/>
                    </a:moveTo>
                    <a:moveTo>
                      <a:pt x="869" y="569"/>
                    </a:moveTo>
                    <a:lnTo>
                      <a:pt x="871" y="572"/>
                    </a:lnTo>
                    <a:lnTo>
                      <a:pt x="872" y="574"/>
                    </a:lnTo>
                    <a:lnTo>
                      <a:pt x="870" y="576"/>
                    </a:lnTo>
                    <a:lnTo>
                      <a:pt x="869" y="578"/>
                    </a:lnTo>
                    <a:lnTo>
                      <a:pt x="867" y="580"/>
                    </a:lnTo>
                    <a:lnTo>
                      <a:pt x="865" y="582"/>
                    </a:lnTo>
                    <a:lnTo>
                      <a:pt x="861" y="582"/>
                    </a:lnTo>
                    <a:lnTo>
                      <a:pt x="858" y="583"/>
                    </a:lnTo>
                    <a:lnTo>
                      <a:pt x="855" y="583"/>
                    </a:lnTo>
                    <a:lnTo>
                      <a:pt x="854" y="586"/>
                    </a:lnTo>
                    <a:lnTo>
                      <a:pt x="854" y="589"/>
                    </a:lnTo>
                    <a:lnTo>
                      <a:pt x="853" y="592"/>
                    </a:lnTo>
                    <a:lnTo>
                      <a:pt x="850" y="594"/>
                    </a:lnTo>
                    <a:lnTo>
                      <a:pt x="846" y="594"/>
                    </a:lnTo>
                    <a:lnTo>
                      <a:pt x="843" y="593"/>
                    </a:lnTo>
                    <a:lnTo>
                      <a:pt x="839" y="593"/>
                    </a:lnTo>
                    <a:lnTo>
                      <a:pt x="836" y="594"/>
                    </a:lnTo>
                    <a:lnTo>
                      <a:pt x="833" y="595"/>
                    </a:lnTo>
                    <a:lnTo>
                      <a:pt x="830" y="594"/>
                    </a:lnTo>
                    <a:lnTo>
                      <a:pt x="828" y="592"/>
                    </a:lnTo>
                    <a:lnTo>
                      <a:pt x="825" y="591"/>
                    </a:lnTo>
                    <a:lnTo>
                      <a:pt x="823" y="590"/>
                    </a:lnTo>
                    <a:lnTo>
                      <a:pt x="821" y="589"/>
                    </a:lnTo>
                    <a:lnTo>
                      <a:pt x="819" y="588"/>
                    </a:lnTo>
                    <a:lnTo>
                      <a:pt x="817" y="586"/>
                    </a:lnTo>
                    <a:lnTo>
                      <a:pt x="816" y="585"/>
                    </a:lnTo>
                    <a:lnTo>
                      <a:pt x="814" y="584"/>
                    </a:lnTo>
                    <a:lnTo>
                      <a:pt x="810" y="584"/>
                    </a:lnTo>
                    <a:lnTo>
                      <a:pt x="806" y="584"/>
                    </a:lnTo>
                    <a:lnTo>
                      <a:pt x="804" y="582"/>
                    </a:lnTo>
                    <a:lnTo>
                      <a:pt x="805" y="579"/>
                    </a:lnTo>
                    <a:lnTo>
                      <a:pt x="808" y="576"/>
                    </a:lnTo>
                    <a:lnTo>
                      <a:pt x="810" y="573"/>
                    </a:lnTo>
                    <a:lnTo>
                      <a:pt x="811" y="571"/>
                    </a:lnTo>
                    <a:lnTo>
                      <a:pt x="811" y="569"/>
                    </a:lnTo>
                    <a:lnTo>
                      <a:pt x="810" y="567"/>
                    </a:lnTo>
                    <a:lnTo>
                      <a:pt x="811" y="566"/>
                    </a:lnTo>
                    <a:lnTo>
                      <a:pt x="812" y="564"/>
                    </a:lnTo>
                    <a:lnTo>
                      <a:pt x="812" y="561"/>
                    </a:lnTo>
                    <a:lnTo>
                      <a:pt x="811" y="559"/>
                    </a:lnTo>
                    <a:lnTo>
                      <a:pt x="811" y="557"/>
                    </a:lnTo>
                    <a:lnTo>
                      <a:pt x="813" y="555"/>
                    </a:lnTo>
                    <a:lnTo>
                      <a:pt x="816" y="554"/>
                    </a:lnTo>
                    <a:lnTo>
                      <a:pt x="818" y="552"/>
                    </a:lnTo>
                    <a:lnTo>
                      <a:pt x="819" y="550"/>
                    </a:lnTo>
                    <a:lnTo>
                      <a:pt x="819" y="548"/>
                    </a:lnTo>
                    <a:lnTo>
                      <a:pt x="821" y="546"/>
                    </a:lnTo>
                    <a:lnTo>
                      <a:pt x="824" y="546"/>
                    </a:lnTo>
                    <a:lnTo>
                      <a:pt x="827" y="548"/>
                    </a:lnTo>
                    <a:lnTo>
                      <a:pt x="830" y="550"/>
                    </a:lnTo>
                    <a:lnTo>
                      <a:pt x="832" y="550"/>
                    </a:lnTo>
                    <a:lnTo>
                      <a:pt x="834" y="549"/>
                    </a:lnTo>
                    <a:lnTo>
                      <a:pt x="836" y="547"/>
                    </a:lnTo>
                    <a:lnTo>
                      <a:pt x="839" y="546"/>
                    </a:lnTo>
                    <a:lnTo>
                      <a:pt x="841" y="545"/>
                    </a:lnTo>
                    <a:lnTo>
                      <a:pt x="844" y="545"/>
                    </a:lnTo>
                    <a:lnTo>
                      <a:pt x="847" y="545"/>
                    </a:lnTo>
                    <a:lnTo>
                      <a:pt x="850" y="546"/>
                    </a:lnTo>
                    <a:lnTo>
                      <a:pt x="852" y="548"/>
                    </a:lnTo>
                    <a:lnTo>
                      <a:pt x="853" y="551"/>
                    </a:lnTo>
                    <a:lnTo>
                      <a:pt x="854" y="554"/>
                    </a:lnTo>
                    <a:lnTo>
                      <a:pt x="855" y="556"/>
                    </a:lnTo>
                    <a:lnTo>
                      <a:pt x="858" y="556"/>
                    </a:lnTo>
                    <a:lnTo>
                      <a:pt x="861" y="557"/>
                    </a:lnTo>
                    <a:lnTo>
                      <a:pt x="864" y="559"/>
                    </a:lnTo>
                    <a:lnTo>
                      <a:pt x="864" y="561"/>
                    </a:lnTo>
                    <a:lnTo>
                      <a:pt x="864" y="564"/>
                    </a:lnTo>
                    <a:lnTo>
                      <a:pt x="864" y="566"/>
                    </a:lnTo>
                    <a:lnTo>
                      <a:pt x="866" y="567"/>
                    </a:lnTo>
                    <a:close/>
                  </a:path>
                </a:pathLst>
              </a:custGeom>
              <a:solidFill>
                <a:srgbClr val="ECB78D">
                  <a:alpha val="9600"/>
                </a:srgbClr>
              </a:solidFill>
              <a:ln>
                <a:noFill/>
              </a:ln>
            </p:spPr>
            <p:txBody>
              <a:bodyPr anchor="ctr"/>
              <a:lstStyle/>
              <a:p>
                <a:pPr algn="ctr">
                  <a:buNone/>
                </a:pPr>
              </a:p>
            </p:txBody>
          </p:sp>
          <p:sp>
            <p:nvSpPr>
              <p:cNvPr id="7032" name="addition:input:31">
                <a:extLst>
                  <a:ext uri="{FF2B5EF4-FFF2-40B4-BE49-F238E27FC236}">
                    <ns2:creationId id="{60C17816-64C0-4AF0-AE98-47E1F0F99AC2}"/>
                  </a:ext>
                </a:extLst>
              </p:cNvPr>
              <p:cNvSpPr>
                <a:spLocks noGrp="1"/>
              </p:cNvSpPr>
              <p:nvPr/>
            </p:nvSpPr>
            <p:spPr>
              <a:xfrm>
                <a:off x="209550" y="5438775"/>
                <a:ext cx="1542227" cy="1128461"/>
              </a:xfrm>
              <a:custGeom>
                <a:rect l="l" t="t" r="r" b="b"/>
                <a:pathLst>
                  <a:path w="937" h="602">
                    <a:moveTo>
                      <a:pt x="0" y="0"/>
                    </a:moveTo>
                    <a:moveTo>
                      <a:pt x="929" y="565"/>
                    </a:moveTo>
                    <a:lnTo>
                      <a:pt x="935" y="568"/>
                    </a:lnTo>
                    <a:lnTo>
                      <a:pt x="937" y="571"/>
                    </a:lnTo>
                    <a:lnTo>
                      <a:pt x="936" y="574"/>
                    </a:lnTo>
                    <a:lnTo>
                      <a:pt x="933" y="576"/>
                    </a:lnTo>
                    <a:lnTo>
                      <a:pt x="930" y="579"/>
                    </a:lnTo>
                    <a:lnTo>
                      <a:pt x="930" y="581"/>
                    </a:lnTo>
                    <a:lnTo>
                      <a:pt x="930" y="584"/>
                    </a:lnTo>
                    <a:lnTo>
                      <a:pt x="928" y="587"/>
                    </a:lnTo>
                    <a:lnTo>
                      <a:pt x="924" y="588"/>
                    </a:lnTo>
                    <a:lnTo>
                      <a:pt x="920" y="589"/>
                    </a:lnTo>
                    <a:lnTo>
                      <a:pt x="916" y="589"/>
                    </a:lnTo>
                    <a:lnTo>
                      <a:pt x="913" y="591"/>
                    </a:lnTo>
                    <a:lnTo>
                      <a:pt x="910" y="592"/>
                    </a:lnTo>
                    <a:lnTo>
                      <a:pt x="906" y="592"/>
                    </a:lnTo>
                    <a:lnTo>
                      <a:pt x="902" y="592"/>
                    </a:lnTo>
                    <a:lnTo>
                      <a:pt x="899" y="593"/>
                    </a:lnTo>
                    <a:lnTo>
                      <a:pt x="895" y="596"/>
                    </a:lnTo>
                    <a:lnTo>
                      <a:pt x="890" y="600"/>
                    </a:lnTo>
                    <a:lnTo>
                      <a:pt x="885" y="602"/>
                    </a:lnTo>
                    <a:lnTo>
                      <a:pt x="880" y="600"/>
                    </a:lnTo>
                    <a:lnTo>
                      <a:pt x="876" y="596"/>
                    </a:lnTo>
                    <a:lnTo>
                      <a:pt x="873" y="592"/>
                    </a:lnTo>
                    <a:lnTo>
                      <a:pt x="870" y="590"/>
                    </a:lnTo>
                    <a:lnTo>
                      <a:pt x="866" y="589"/>
                    </a:lnTo>
                    <a:lnTo>
                      <a:pt x="862" y="588"/>
                    </a:lnTo>
                    <a:lnTo>
                      <a:pt x="858" y="586"/>
                    </a:lnTo>
                    <a:lnTo>
                      <a:pt x="855" y="584"/>
                    </a:lnTo>
                    <a:lnTo>
                      <a:pt x="852" y="582"/>
                    </a:lnTo>
                    <a:lnTo>
                      <a:pt x="848" y="581"/>
                    </a:lnTo>
                    <a:lnTo>
                      <a:pt x="844" y="579"/>
                    </a:lnTo>
                    <a:lnTo>
                      <a:pt x="842" y="577"/>
                    </a:lnTo>
                    <a:lnTo>
                      <a:pt x="842" y="574"/>
                    </a:lnTo>
                    <a:lnTo>
                      <a:pt x="842" y="571"/>
                    </a:lnTo>
                    <a:lnTo>
                      <a:pt x="841" y="568"/>
                    </a:lnTo>
                    <a:lnTo>
                      <a:pt x="839" y="565"/>
                    </a:lnTo>
                    <a:lnTo>
                      <a:pt x="837" y="562"/>
                    </a:lnTo>
                    <a:lnTo>
                      <a:pt x="839" y="559"/>
                    </a:lnTo>
                    <a:lnTo>
                      <a:pt x="845" y="557"/>
                    </a:lnTo>
                    <a:lnTo>
                      <a:pt x="852" y="556"/>
                    </a:lnTo>
                    <a:lnTo>
                      <a:pt x="857" y="555"/>
                    </a:lnTo>
                    <a:lnTo>
                      <a:pt x="858" y="552"/>
                    </a:lnTo>
                    <a:lnTo>
                      <a:pt x="858" y="549"/>
                    </a:lnTo>
                    <a:lnTo>
                      <a:pt x="858" y="545"/>
                    </a:lnTo>
                    <a:lnTo>
                      <a:pt x="860" y="543"/>
                    </a:lnTo>
                    <a:lnTo>
                      <a:pt x="863" y="540"/>
                    </a:lnTo>
                    <a:lnTo>
                      <a:pt x="866" y="538"/>
                    </a:lnTo>
                    <a:lnTo>
                      <a:pt x="869" y="535"/>
                    </a:lnTo>
                    <a:lnTo>
                      <a:pt x="874" y="534"/>
                    </a:lnTo>
                    <a:lnTo>
                      <a:pt x="879" y="535"/>
                    </a:lnTo>
                    <a:lnTo>
                      <a:pt x="884" y="537"/>
                    </a:lnTo>
                    <a:lnTo>
                      <a:pt x="888" y="538"/>
                    </a:lnTo>
                    <a:lnTo>
                      <a:pt x="891" y="537"/>
                    </a:lnTo>
                    <a:lnTo>
                      <a:pt x="894" y="536"/>
                    </a:lnTo>
                    <a:lnTo>
                      <a:pt x="898" y="534"/>
                    </a:lnTo>
                    <a:lnTo>
                      <a:pt x="901" y="536"/>
                    </a:lnTo>
                    <a:lnTo>
                      <a:pt x="904" y="538"/>
                    </a:lnTo>
                    <a:lnTo>
                      <a:pt x="906" y="541"/>
                    </a:lnTo>
                    <a:lnTo>
                      <a:pt x="909" y="541"/>
                    </a:lnTo>
                    <a:lnTo>
                      <a:pt x="914" y="540"/>
                    </a:lnTo>
                    <a:lnTo>
                      <a:pt x="919" y="539"/>
                    </a:lnTo>
                    <a:lnTo>
                      <a:pt x="923" y="541"/>
                    </a:lnTo>
                    <a:lnTo>
                      <a:pt x="925" y="543"/>
                    </a:lnTo>
                    <a:lnTo>
                      <a:pt x="926" y="546"/>
                    </a:lnTo>
                    <a:lnTo>
                      <a:pt x="927" y="549"/>
                    </a:lnTo>
                    <a:lnTo>
                      <a:pt x="928" y="552"/>
                    </a:lnTo>
                    <a:lnTo>
                      <a:pt x="927" y="555"/>
                    </a:lnTo>
                    <a:lnTo>
                      <a:pt x="925" y="558"/>
                    </a:lnTo>
                    <a:lnTo>
                      <a:pt x="923" y="561"/>
                    </a:lnTo>
                    <a:lnTo>
                      <a:pt x="924" y="563"/>
                    </a:lnTo>
                    <a:close/>
                  </a:path>
                </a:pathLst>
              </a:custGeom>
              <a:solidFill>
                <a:srgbClr val="ECB78D">
                  <a:alpha val="9600"/>
                </a:srgbClr>
              </a:solidFill>
              <a:ln>
                <a:noFill/>
              </a:ln>
            </p:spPr>
            <p:txBody>
              <a:bodyPr anchor="ctr"/>
              <a:lstStyle/>
              <a:p>
                <a:pPr algn="ctr">
                  <a:buNone/>
                </a:pPr>
              </a:p>
            </p:txBody>
          </p:sp>
          <p:sp>
            <p:nvSpPr>
              <p:cNvPr id="7033" name="addition:input:32">
                <a:extLst>
                  <a:ext uri="{FF2B5EF4-FFF2-40B4-BE49-F238E27FC236}">
                    <ns2:creationId id="{4608855B-5F62-44B7-A4E1-AD90CC8BA807}"/>
                  </a:ext>
                </a:extLst>
              </p:cNvPr>
              <p:cNvSpPr>
                <a:spLocks noGrp="1"/>
              </p:cNvSpPr>
              <p:nvPr/>
            </p:nvSpPr>
            <p:spPr>
              <a:xfrm>
                <a:off x="209550" y="5438775"/>
                <a:ext cx="1580083" cy="1143457"/>
              </a:xfrm>
              <a:custGeom>
                <a:rect l="l" t="t" r="r" b="b"/>
                <a:pathLst>
                  <a:path w="960" h="610">
                    <a:moveTo>
                      <a:pt x="0" y="0"/>
                    </a:moveTo>
                    <a:moveTo>
                      <a:pt x="953" y="560"/>
                    </a:moveTo>
                    <a:lnTo>
                      <a:pt x="954" y="564"/>
                    </a:lnTo>
                    <a:lnTo>
                      <a:pt x="953" y="568"/>
                    </a:lnTo>
                    <a:lnTo>
                      <a:pt x="950" y="572"/>
                    </a:lnTo>
                    <a:lnTo>
                      <a:pt x="945" y="575"/>
                    </a:lnTo>
                    <a:lnTo>
                      <a:pt x="941" y="578"/>
                    </a:lnTo>
                    <a:lnTo>
                      <a:pt x="938" y="581"/>
                    </a:lnTo>
                    <a:lnTo>
                      <a:pt x="935" y="585"/>
                    </a:lnTo>
                    <a:lnTo>
                      <a:pt x="931" y="588"/>
                    </a:lnTo>
                    <a:lnTo>
                      <a:pt x="925" y="590"/>
                    </a:lnTo>
                    <a:lnTo>
                      <a:pt x="920" y="592"/>
                    </a:lnTo>
                    <a:lnTo>
                      <a:pt x="917" y="596"/>
                    </a:lnTo>
                    <a:lnTo>
                      <a:pt x="915" y="602"/>
                    </a:lnTo>
                    <a:lnTo>
                      <a:pt x="912" y="608"/>
                    </a:lnTo>
                    <a:lnTo>
                      <a:pt x="906" y="610"/>
                    </a:lnTo>
                    <a:lnTo>
                      <a:pt x="898" y="608"/>
                    </a:lnTo>
                    <a:lnTo>
                      <a:pt x="891" y="603"/>
                    </a:lnTo>
                    <a:lnTo>
                      <a:pt x="886" y="600"/>
                    </a:lnTo>
                    <a:lnTo>
                      <a:pt x="881" y="599"/>
                    </a:lnTo>
                    <a:lnTo>
                      <a:pt x="877" y="599"/>
                    </a:lnTo>
                    <a:lnTo>
                      <a:pt x="872" y="600"/>
                    </a:lnTo>
                    <a:lnTo>
                      <a:pt x="868" y="599"/>
                    </a:lnTo>
                    <a:lnTo>
                      <a:pt x="863" y="599"/>
                    </a:lnTo>
                    <a:lnTo>
                      <a:pt x="858" y="599"/>
                    </a:lnTo>
                    <a:lnTo>
                      <a:pt x="852" y="599"/>
                    </a:lnTo>
                    <a:lnTo>
                      <a:pt x="847" y="598"/>
                    </a:lnTo>
                    <a:lnTo>
                      <a:pt x="845" y="594"/>
                    </a:lnTo>
                    <a:lnTo>
                      <a:pt x="844" y="589"/>
                    </a:lnTo>
                    <a:lnTo>
                      <a:pt x="843" y="585"/>
                    </a:lnTo>
                    <a:lnTo>
                      <a:pt x="839" y="583"/>
                    </a:lnTo>
                    <a:lnTo>
                      <a:pt x="833" y="580"/>
                    </a:lnTo>
                    <a:lnTo>
                      <a:pt x="830" y="577"/>
                    </a:lnTo>
                    <a:lnTo>
                      <a:pt x="832" y="572"/>
                    </a:lnTo>
                    <a:lnTo>
                      <a:pt x="837" y="567"/>
                    </a:lnTo>
                    <a:lnTo>
                      <a:pt x="842" y="563"/>
                    </a:lnTo>
                    <a:lnTo>
                      <a:pt x="842" y="560"/>
                    </a:lnTo>
                    <a:lnTo>
                      <a:pt x="838" y="556"/>
                    </a:lnTo>
                    <a:lnTo>
                      <a:pt x="833" y="552"/>
                    </a:lnTo>
                    <a:lnTo>
                      <a:pt x="830" y="548"/>
                    </a:lnTo>
                    <a:lnTo>
                      <a:pt x="829" y="543"/>
                    </a:lnTo>
                    <a:lnTo>
                      <a:pt x="830" y="539"/>
                    </a:lnTo>
                    <a:lnTo>
                      <a:pt x="830" y="535"/>
                    </a:lnTo>
                    <a:lnTo>
                      <a:pt x="832" y="531"/>
                    </a:lnTo>
                    <a:lnTo>
                      <a:pt x="837" y="529"/>
                    </a:lnTo>
                    <a:lnTo>
                      <a:pt x="845" y="529"/>
                    </a:lnTo>
                    <a:lnTo>
                      <a:pt x="851" y="529"/>
                    </a:lnTo>
                    <a:lnTo>
                      <a:pt x="856" y="528"/>
                    </a:lnTo>
                    <a:lnTo>
                      <a:pt x="858" y="524"/>
                    </a:lnTo>
                    <a:lnTo>
                      <a:pt x="860" y="520"/>
                    </a:lnTo>
                    <a:lnTo>
                      <a:pt x="864" y="517"/>
                    </a:lnTo>
                    <a:lnTo>
                      <a:pt x="870" y="517"/>
                    </a:lnTo>
                    <a:lnTo>
                      <a:pt x="875" y="519"/>
                    </a:lnTo>
                    <a:lnTo>
                      <a:pt x="881" y="519"/>
                    </a:lnTo>
                    <a:lnTo>
                      <a:pt x="886" y="517"/>
                    </a:lnTo>
                    <a:lnTo>
                      <a:pt x="893" y="514"/>
                    </a:lnTo>
                    <a:lnTo>
                      <a:pt x="900" y="512"/>
                    </a:lnTo>
                    <a:lnTo>
                      <a:pt x="906" y="514"/>
                    </a:lnTo>
                    <a:lnTo>
                      <a:pt x="912" y="517"/>
                    </a:lnTo>
                    <a:lnTo>
                      <a:pt x="917" y="519"/>
                    </a:lnTo>
                    <a:lnTo>
                      <a:pt x="922" y="522"/>
                    </a:lnTo>
                    <a:lnTo>
                      <a:pt x="926" y="526"/>
                    </a:lnTo>
                    <a:lnTo>
                      <a:pt x="928" y="531"/>
                    </a:lnTo>
                    <a:lnTo>
                      <a:pt x="929" y="536"/>
                    </a:lnTo>
                    <a:lnTo>
                      <a:pt x="931" y="539"/>
                    </a:lnTo>
                    <a:lnTo>
                      <a:pt x="938" y="540"/>
                    </a:lnTo>
                    <a:lnTo>
                      <a:pt x="948" y="541"/>
                    </a:lnTo>
                    <a:lnTo>
                      <a:pt x="957" y="543"/>
                    </a:lnTo>
                    <a:lnTo>
                      <a:pt x="960" y="547"/>
                    </a:lnTo>
                    <a:lnTo>
                      <a:pt x="958" y="551"/>
                    </a:lnTo>
                    <a:lnTo>
                      <a:pt x="955" y="556"/>
                    </a:lnTo>
                    <a:close/>
                  </a:path>
                </a:pathLst>
              </a:custGeom>
              <a:solidFill>
                <a:srgbClr val="E18B48">
                  <a:alpha val="11100"/>
                </a:srgbClr>
              </a:solidFill>
              <a:ln>
                <a:noFill/>
              </a:ln>
            </p:spPr>
            <p:txBody>
              <a:bodyPr anchor="ctr"/>
              <a:lstStyle/>
              <a:p>
                <a:pPr algn="ctr">
                  <a:buNone/>
                </a:pPr>
              </a:p>
            </p:txBody>
          </p:sp>
          <p:sp>
            <p:nvSpPr>
              <p:cNvPr id="7034" name="addition:input:33">
                <a:extLst>
                  <a:ext uri="{FF2B5EF4-FFF2-40B4-BE49-F238E27FC236}">
                    <ns2:creationId id="{B2E62581-D6E7-4F67-B968-1D5F68C3B297}"/>
                  </a:ext>
                </a:extLst>
              </p:cNvPr>
              <p:cNvSpPr>
                <a:spLocks noGrp="1"/>
              </p:cNvSpPr>
              <p:nvPr/>
            </p:nvSpPr>
            <p:spPr>
              <a:xfrm>
                <a:off x="209550" y="5438775"/>
                <a:ext cx="1473098" cy="1074100"/>
              </a:xfrm>
              <a:custGeom>
                <a:rect l="l" t="t" r="r" b="b"/>
                <a:pathLst>
                  <a:path w="895" h="573">
                    <a:moveTo>
                      <a:pt x="0" y="0"/>
                    </a:moveTo>
                    <a:moveTo>
                      <a:pt x="893" y="548"/>
                    </a:moveTo>
                    <a:lnTo>
                      <a:pt x="895" y="550"/>
                    </a:lnTo>
                    <a:lnTo>
                      <a:pt x="895" y="552"/>
                    </a:lnTo>
                    <a:lnTo>
                      <a:pt x="894" y="554"/>
                    </a:lnTo>
                    <a:lnTo>
                      <a:pt x="893" y="556"/>
                    </a:lnTo>
                    <a:lnTo>
                      <a:pt x="891" y="558"/>
                    </a:lnTo>
                    <a:lnTo>
                      <a:pt x="889" y="559"/>
                    </a:lnTo>
                    <a:lnTo>
                      <a:pt x="887" y="560"/>
                    </a:lnTo>
                    <a:lnTo>
                      <a:pt x="884" y="561"/>
                    </a:lnTo>
                    <a:lnTo>
                      <a:pt x="882" y="562"/>
                    </a:lnTo>
                    <a:lnTo>
                      <a:pt x="881" y="564"/>
                    </a:lnTo>
                    <a:lnTo>
                      <a:pt x="880" y="567"/>
                    </a:lnTo>
                    <a:lnTo>
                      <a:pt x="878" y="568"/>
                    </a:lnTo>
                    <a:lnTo>
                      <a:pt x="875" y="569"/>
                    </a:lnTo>
                    <a:lnTo>
                      <a:pt x="872" y="568"/>
                    </a:lnTo>
                    <a:lnTo>
                      <a:pt x="869" y="568"/>
                    </a:lnTo>
                    <a:lnTo>
                      <a:pt x="867" y="570"/>
                    </a:lnTo>
                    <a:lnTo>
                      <a:pt x="864" y="572"/>
                    </a:lnTo>
                    <a:lnTo>
                      <a:pt x="861" y="573"/>
                    </a:lnTo>
                    <a:lnTo>
                      <a:pt x="857" y="573"/>
                    </a:lnTo>
                    <a:lnTo>
                      <a:pt x="855" y="571"/>
                    </a:lnTo>
                    <a:lnTo>
                      <a:pt x="853" y="569"/>
                    </a:lnTo>
                    <a:lnTo>
                      <a:pt x="850" y="567"/>
                    </a:lnTo>
                    <a:lnTo>
                      <a:pt x="848" y="566"/>
                    </a:lnTo>
                    <a:lnTo>
                      <a:pt x="847" y="564"/>
                    </a:lnTo>
                    <a:lnTo>
                      <a:pt x="845" y="563"/>
                    </a:lnTo>
                    <a:lnTo>
                      <a:pt x="843" y="562"/>
                    </a:lnTo>
                    <a:lnTo>
                      <a:pt x="840" y="562"/>
                    </a:lnTo>
                    <a:lnTo>
                      <a:pt x="836" y="562"/>
                    </a:lnTo>
                    <a:lnTo>
                      <a:pt x="833" y="561"/>
                    </a:lnTo>
                    <a:lnTo>
                      <a:pt x="832" y="559"/>
                    </a:lnTo>
                    <a:lnTo>
                      <a:pt x="833" y="556"/>
                    </a:lnTo>
                    <a:lnTo>
                      <a:pt x="835" y="554"/>
                    </a:lnTo>
                    <a:lnTo>
                      <a:pt x="836" y="552"/>
                    </a:lnTo>
                    <a:lnTo>
                      <a:pt x="835" y="550"/>
                    </a:lnTo>
                    <a:lnTo>
                      <a:pt x="835" y="548"/>
                    </a:lnTo>
                    <a:lnTo>
                      <a:pt x="835" y="546"/>
                    </a:lnTo>
                    <a:lnTo>
                      <a:pt x="837" y="544"/>
                    </a:lnTo>
                    <a:lnTo>
                      <a:pt x="839" y="542"/>
                    </a:lnTo>
                    <a:lnTo>
                      <a:pt x="841" y="541"/>
                    </a:lnTo>
                    <a:lnTo>
                      <a:pt x="841" y="539"/>
                    </a:lnTo>
                    <a:lnTo>
                      <a:pt x="841" y="537"/>
                    </a:lnTo>
                    <a:lnTo>
                      <a:pt x="843" y="535"/>
                    </a:lnTo>
                    <a:lnTo>
                      <a:pt x="844" y="533"/>
                    </a:lnTo>
                    <a:lnTo>
                      <a:pt x="845" y="531"/>
                    </a:lnTo>
                    <a:lnTo>
                      <a:pt x="845" y="529"/>
                    </a:lnTo>
                    <a:lnTo>
                      <a:pt x="846" y="526"/>
                    </a:lnTo>
                    <a:lnTo>
                      <a:pt x="849" y="525"/>
                    </a:lnTo>
                    <a:lnTo>
                      <a:pt x="852" y="526"/>
                    </a:lnTo>
                    <a:lnTo>
                      <a:pt x="856" y="528"/>
                    </a:lnTo>
                    <a:lnTo>
                      <a:pt x="858" y="530"/>
                    </a:lnTo>
                    <a:lnTo>
                      <a:pt x="860" y="529"/>
                    </a:lnTo>
                    <a:lnTo>
                      <a:pt x="861" y="528"/>
                    </a:lnTo>
                    <a:lnTo>
                      <a:pt x="863" y="526"/>
                    </a:lnTo>
                    <a:lnTo>
                      <a:pt x="866" y="526"/>
                    </a:lnTo>
                    <a:lnTo>
                      <a:pt x="868" y="526"/>
                    </a:lnTo>
                    <a:lnTo>
                      <a:pt x="870" y="526"/>
                    </a:lnTo>
                    <a:lnTo>
                      <a:pt x="872" y="526"/>
                    </a:lnTo>
                    <a:lnTo>
                      <a:pt x="875" y="527"/>
                    </a:lnTo>
                    <a:lnTo>
                      <a:pt x="877" y="528"/>
                    </a:lnTo>
                    <a:lnTo>
                      <a:pt x="879" y="530"/>
                    </a:lnTo>
                    <a:lnTo>
                      <a:pt x="880" y="532"/>
                    </a:lnTo>
                    <a:lnTo>
                      <a:pt x="882" y="533"/>
                    </a:lnTo>
                    <a:lnTo>
                      <a:pt x="884" y="534"/>
                    </a:lnTo>
                    <a:lnTo>
                      <a:pt x="886" y="536"/>
                    </a:lnTo>
                    <a:lnTo>
                      <a:pt x="887" y="538"/>
                    </a:lnTo>
                    <a:lnTo>
                      <a:pt x="885" y="541"/>
                    </a:lnTo>
                    <a:lnTo>
                      <a:pt x="884" y="543"/>
                    </a:lnTo>
                    <a:lnTo>
                      <a:pt x="885" y="544"/>
                    </a:lnTo>
                    <a:lnTo>
                      <a:pt x="889" y="546"/>
                    </a:lnTo>
                    <a:close/>
                  </a:path>
                </a:pathLst>
              </a:custGeom>
              <a:solidFill>
                <a:srgbClr val="DE8036">
                  <a:alpha val="10800"/>
                </a:srgbClr>
              </a:solidFill>
              <a:ln>
                <a:noFill/>
              </a:ln>
            </p:spPr>
            <p:txBody>
              <a:bodyPr anchor="ctr"/>
              <a:lstStyle/>
              <a:p>
                <a:pPr algn="ctr">
                  <a:buNone/>
                </a:pPr>
              </a:p>
            </p:txBody>
          </p:sp>
          <p:sp>
            <p:nvSpPr>
              <p:cNvPr id="7035" name="addition:input:34">
                <a:extLst>
                  <a:ext uri="{FF2B5EF4-FFF2-40B4-BE49-F238E27FC236}">
                    <ns2:creationId id="{893E7C2B-FED0-48CB-8156-E9BB919864AA}"/>
                  </a:ext>
                </a:extLst>
              </p:cNvPr>
              <p:cNvSpPr>
                <a:spLocks noGrp="1"/>
              </p:cNvSpPr>
              <p:nvPr/>
            </p:nvSpPr>
            <p:spPr>
              <a:xfrm>
                <a:off x="209550" y="5438775"/>
                <a:ext cx="1529060" cy="1049731"/>
              </a:xfrm>
              <a:custGeom>
                <a:rect l="l" t="t" r="r" b="b"/>
                <a:pathLst>
                  <a:path w="929" h="560">
                    <a:moveTo>
                      <a:pt x="0" y="0"/>
                    </a:moveTo>
                    <a:moveTo>
                      <a:pt x="928" y="541"/>
                    </a:moveTo>
                    <a:lnTo>
                      <a:pt x="929" y="543"/>
                    </a:lnTo>
                    <a:lnTo>
                      <a:pt x="929" y="544"/>
                    </a:lnTo>
                    <a:lnTo>
                      <a:pt x="927" y="546"/>
                    </a:lnTo>
                    <a:lnTo>
                      <a:pt x="926" y="547"/>
                    </a:lnTo>
                    <a:lnTo>
                      <a:pt x="924" y="548"/>
                    </a:lnTo>
                    <a:lnTo>
                      <a:pt x="923" y="550"/>
                    </a:lnTo>
                    <a:lnTo>
                      <a:pt x="923" y="551"/>
                    </a:lnTo>
                    <a:lnTo>
                      <a:pt x="922" y="552"/>
                    </a:lnTo>
                    <a:lnTo>
                      <a:pt x="919" y="553"/>
                    </a:lnTo>
                    <a:lnTo>
                      <a:pt x="916" y="553"/>
                    </a:lnTo>
                    <a:lnTo>
                      <a:pt x="914" y="553"/>
                    </a:lnTo>
                    <a:lnTo>
                      <a:pt x="913" y="555"/>
                    </a:lnTo>
                    <a:lnTo>
                      <a:pt x="912" y="557"/>
                    </a:lnTo>
                    <a:lnTo>
                      <a:pt x="910" y="559"/>
                    </a:lnTo>
                    <a:lnTo>
                      <a:pt x="908" y="560"/>
                    </a:lnTo>
                    <a:lnTo>
                      <a:pt x="905" y="560"/>
                    </a:lnTo>
                    <a:lnTo>
                      <a:pt x="903" y="559"/>
                    </a:lnTo>
                    <a:lnTo>
                      <a:pt x="900" y="558"/>
                    </a:lnTo>
                    <a:lnTo>
                      <a:pt x="898" y="558"/>
                    </a:lnTo>
                    <a:lnTo>
                      <a:pt x="896" y="557"/>
                    </a:lnTo>
                    <a:lnTo>
                      <a:pt x="895" y="555"/>
                    </a:lnTo>
                    <a:lnTo>
                      <a:pt x="894" y="554"/>
                    </a:lnTo>
                    <a:lnTo>
                      <a:pt x="892" y="554"/>
                    </a:lnTo>
                    <a:lnTo>
                      <a:pt x="889" y="555"/>
                    </a:lnTo>
                    <a:lnTo>
                      <a:pt x="887" y="555"/>
                    </a:lnTo>
                    <a:lnTo>
                      <a:pt x="885" y="554"/>
                    </a:lnTo>
                    <a:lnTo>
                      <a:pt x="884" y="553"/>
                    </a:lnTo>
                    <a:lnTo>
                      <a:pt x="884" y="551"/>
                    </a:lnTo>
                    <a:lnTo>
                      <a:pt x="884" y="550"/>
                    </a:lnTo>
                    <a:lnTo>
                      <a:pt x="882" y="549"/>
                    </a:lnTo>
                    <a:lnTo>
                      <a:pt x="880" y="548"/>
                    </a:lnTo>
                    <a:lnTo>
                      <a:pt x="879" y="546"/>
                    </a:lnTo>
                    <a:lnTo>
                      <a:pt x="880" y="544"/>
                    </a:lnTo>
                    <a:lnTo>
                      <a:pt x="882" y="543"/>
                    </a:lnTo>
                    <a:lnTo>
                      <a:pt x="884" y="541"/>
                    </a:lnTo>
                    <a:lnTo>
                      <a:pt x="884" y="540"/>
                    </a:lnTo>
                    <a:lnTo>
                      <a:pt x="885" y="538"/>
                    </a:lnTo>
                    <a:lnTo>
                      <a:pt x="885" y="537"/>
                    </a:lnTo>
                    <a:lnTo>
                      <a:pt x="886" y="536"/>
                    </a:lnTo>
                    <a:lnTo>
                      <a:pt x="886" y="534"/>
                    </a:lnTo>
                    <a:lnTo>
                      <a:pt x="885" y="532"/>
                    </a:lnTo>
                    <a:lnTo>
                      <a:pt x="884" y="530"/>
                    </a:lnTo>
                    <a:lnTo>
                      <a:pt x="884" y="528"/>
                    </a:lnTo>
                    <a:lnTo>
                      <a:pt x="886" y="527"/>
                    </a:lnTo>
                    <a:lnTo>
                      <a:pt x="889" y="527"/>
                    </a:lnTo>
                    <a:lnTo>
                      <a:pt x="892" y="528"/>
                    </a:lnTo>
                    <a:lnTo>
                      <a:pt x="893" y="527"/>
                    </a:lnTo>
                    <a:lnTo>
                      <a:pt x="894" y="526"/>
                    </a:lnTo>
                    <a:lnTo>
                      <a:pt x="896" y="525"/>
                    </a:lnTo>
                    <a:lnTo>
                      <a:pt x="897" y="525"/>
                    </a:lnTo>
                    <a:lnTo>
                      <a:pt x="899" y="525"/>
                    </a:lnTo>
                    <a:lnTo>
                      <a:pt x="901" y="525"/>
                    </a:lnTo>
                    <a:lnTo>
                      <a:pt x="902" y="525"/>
                    </a:lnTo>
                    <a:lnTo>
                      <a:pt x="904" y="524"/>
                    </a:lnTo>
                    <a:lnTo>
                      <a:pt x="906" y="524"/>
                    </a:lnTo>
                    <a:lnTo>
                      <a:pt x="908" y="525"/>
                    </a:lnTo>
                    <a:lnTo>
                      <a:pt x="910" y="525"/>
                    </a:lnTo>
                    <a:lnTo>
                      <a:pt x="913" y="525"/>
                    </a:lnTo>
                    <a:lnTo>
                      <a:pt x="915" y="525"/>
                    </a:lnTo>
                    <a:lnTo>
                      <a:pt x="918" y="526"/>
                    </a:lnTo>
                    <a:lnTo>
                      <a:pt x="919" y="528"/>
                    </a:lnTo>
                    <a:lnTo>
                      <a:pt x="918" y="530"/>
                    </a:lnTo>
                    <a:lnTo>
                      <a:pt x="918" y="533"/>
                    </a:lnTo>
                    <a:lnTo>
                      <a:pt x="918" y="534"/>
                    </a:lnTo>
                    <a:lnTo>
                      <a:pt x="920" y="535"/>
                    </a:lnTo>
                    <a:lnTo>
                      <a:pt x="923" y="535"/>
                    </a:lnTo>
                    <a:lnTo>
                      <a:pt x="926" y="536"/>
                    </a:lnTo>
                    <a:lnTo>
                      <a:pt x="927" y="538"/>
                    </a:lnTo>
                    <a:lnTo>
                      <a:pt x="928" y="539"/>
                    </a:lnTo>
                    <a:close/>
                  </a:path>
                </a:pathLst>
              </a:custGeom>
              <a:solidFill>
                <a:srgbClr val="DE8036">
                  <a:alpha val="10800"/>
                </a:srgbClr>
              </a:solidFill>
              <a:ln>
                <a:noFill/>
              </a:ln>
            </p:spPr>
            <p:txBody>
              <a:bodyPr anchor="ctr"/>
              <a:lstStyle/>
              <a:p>
                <a:pPr algn="ctr">
                  <a:buNone/>
                </a:pPr>
              </a:p>
            </p:txBody>
          </p:sp>
          <p:sp>
            <p:nvSpPr>
              <p:cNvPr id="7036" name="addition:input:35">
                <a:extLst>
                  <a:ext uri="{FF2B5EF4-FFF2-40B4-BE49-F238E27FC236}">
                    <ns2:creationId id="{01ACD4C2-C9EF-476F-A681-48F73968FDCC}"/>
                  </a:ext>
                </a:extLst>
              </p:cNvPr>
              <p:cNvSpPr>
                <a:spLocks noGrp="1"/>
              </p:cNvSpPr>
              <p:nvPr/>
            </p:nvSpPr>
            <p:spPr>
              <a:xfrm>
                <a:off x="209550" y="5438775"/>
                <a:ext cx="1573500" cy="1119088"/>
              </a:xfrm>
              <a:custGeom>
                <a:rect l="l" t="t" r="r" b="b"/>
                <a:pathLst>
                  <a:path w="956" h="597">
                    <a:moveTo>
                      <a:pt x="0" y="0"/>
                    </a:moveTo>
                    <a:moveTo>
                      <a:pt x="953" y="571"/>
                    </a:moveTo>
                    <a:lnTo>
                      <a:pt x="952" y="573"/>
                    </a:lnTo>
                    <a:lnTo>
                      <a:pt x="953" y="575"/>
                    </a:lnTo>
                    <a:lnTo>
                      <a:pt x="954" y="577"/>
                    </a:lnTo>
                    <a:lnTo>
                      <a:pt x="953" y="579"/>
                    </a:lnTo>
                    <a:lnTo>
                      <a:pt x="951" y="581"/>
                    </a:lnTo>
                    <a:lnTo>
                      <a:pt x="947" y="582"/>
                    </a:lnTo>
                    <a:lnTo>
                      <a:pt x="945" y="583"/>
                    </a:lnTo>
                    <a:lnTo>
                      <a:pt x="943" y="584"/>
                    </a:lnTo>
                    <a:lnTo>
                      <a:pt x="941" y="586"/>
                    </a:lnTo>
                    <a:lnTo>
                      <a:pt x="938" y="587"/>
                    </a:lnTo>
                    <a:lnTo>
                      <a:pt x="936" y="588"/>
                    </a:lnTo>
                    <a:lnTo>
                      <a:pt x="934" y="590"/>
                    </a:lnTo>
                    <a:lnTo>
                      <a:pt x="932" y="592"/>
                    </a:lnTo>
                    <a:lnTo>
                      <a:pt x="930" y="595"/>
                    </a:lnTo>
                    <a:lnTo>
                      <a:pt x="927" y="597"/>
                    </a:lnTo>
                    <a:lnTo>
                      <a:pt x="924" y="596"/>
                    </a:lnTo>
                    <a:lnTo>
                      <a:pt x="920" y="594"/>
                    </a:lnTo>
                    <a:lnTo>
                      <a:pt x="917" y="591"/>
                    </a:lnTo>
                    <a:lnTo>
                      <a:pt x="915" y="590"/>
                    </a:lnTo>
                    <a:lnTo>
                      <a:pt x="912" y="591"/>
                    </a:lnTo>
                    <a:lnTo>
                      <a:pt x="910" y="591"/>
                    </a:lnTo>
                    <a:lnTo>
                      <a:pt x="907" y="591"/>
                    </a:lnTo>
                    <a:lnTo>
                      <a:pt x="905" y="590"/>
                    </a:lnTo>
                    <a:lnTo>
                      <a:pt x="903" y="589"/>
                    </a:lnTo>
                    <a:lnTo>
                      <a:pt x="901" y="588"/>
                    </a:lnTo>
                    <a:lnTo>
                      <a:pt x="898" y="588"/>
                    </a:lnTo>
                    <a:lnTo>
                      <a:pt x="896" y="586"/>
                    </a:lnTo>
                    <a:lnTo>
                      <a:pt x="895" y="584"/>
                    </a:lnTo>
                    <a:lnTo>
                      <a:pt x="895" y="582"/>
                    </a:lnTo>
                    <a:lnTo>
                      <a:pt x="894" y="581"/>
                    </a:lnTo>
                    <a:lnTo>
                      <a:pt x="892" y="579"/>
                    </a:lnTo>
                    <a:lnTo>
                      <a:pt x="890" y="577"/>
                    </a:lnTo>
                    <a:lnTo>
                      <a:pt x="891" y="575"/>
                    </a:lnTo>
                    <a:lnTo>
                      <a:pt x="894" y="573"/>
                    </a:lnTo>
                    <a:lnTo>
                      <a:pt x="897" y="571"/>
                    </a:lnTo>
                    <a:lnTo>
                      <a:pt x="899" y="569"/>
                    </a:lnTo>
                    <a:lnTo>
                      <a:pt x="898" y="567"/>
                    </a:lnTo>
                    <a:lnTo>
                      <a:pt x="896" y="565"/>
                    </a:lnTo>
                    <a:lnTo>
                      <a:pt x="894" y="563"/>
                    </a:lnTo>
                    <a:lnTo>
                      <a:pt x="894" y="560"/>
                    </a:lnTo>
                    <a:lnTo>
                      <a:pt x="895" y="558"/>
                    </a:lnTo>
                    <a:lnTo>
                      <a:pt x="896" y="557"/>
                    </a:lnTo>
                    <a:lnTo>
                      <a:pt x="897" y="555"/>
                    </a:lnTo>
                    <a:lnTo>
                      <a:pt x="899" y="553"/>
                    </a:lnTo>
                    <a:lnTo>
                      <a:pt x="902" y="553"/>
                    </a:lnTo>
                    <a:lnTo>
                      <a:pt x="905" y="553"/>
                    </a:lnTo>
                    <a:lnTo>
                      <a:pt x="908" y="553"/>
                    </a:lnTo>
                    <a:lnTo>
                      <a:pt x="909" y="552"/>
                    </a:lnTo>
                    <a:lnTo>
                      <a:pt x="910" y="550"/>
                    </a:lnTo>
                    <a:lnTo>
                      <a:pt x="912" y="549"/>
                    </a:lnTo>
                    <a:lnTo>
                      <a:pt x="915" y="549"/>
                    </a:lnTo>
                    <a:lnTo>
                      <a:pt x="917" y="550"/>
                    </a:lnTo>
                    <a:lnTo>
                      <a:pt x="920" y="551"/>
                    </a:lnTo>
                    <a:lnTo>
                      <a:pt x="922" y="550"/>
                    </a:lnTo>
                    <a:lnTo>
                      <a:pt x="925" y="549"/>
                    </a:lnTo>
                    <a:lnTo>
                      <a:pt x="929" y="547"/>
                    </a:lnTo>
                    <a:lnTo>
                      <a:pt x="932" y="547"/>
                    </a:lnTo>
                    <a:lnTo>
                      <a:pt x="935" y="549"/>
                    </a:lnTo>
                    <a:lnTo>
                      <a:pt x="937" y="551"/>
                    </a:lnTo>
                    <a:lnTo>
                      <a:pt x="938" y="553"/>
                    </a:lnTo>
                    <a:lnTo>
                      <a:pt x="940" y="555"/>
                    </a:lnTo>
                    <a:lnTo>
                      <a:pt x="941" y="557"/>
                    </a:lnTo>
                    <a:lnTo>
                      <a:pt x="942" y="559"/>
                    </a:lnTo>
                    <a:lnTo>
                      <a:pt x="942" y="561"/>
                    </a:lnTo>
                    <a:lnTo>
                      <a:pt x="945" y="562"/>
                    </a:lnTo>
                    <a:lnTo>
                      <a:pt x="949" y="563"/>
                    </a:lnTo>
                    <a:lnTo>
                      <a:pt x="953" y="564"/>
                    </a:lnTo>
                    <a:lnTo>
                      <a:pt x="956" y="566"/>
                    </a:lnTo>
                    <a:lnTo>
                      <a:pt x="955" y="569"/>
                    </a:lnTo>
                    <a:close/>
                  </a:path>
                </a:pathLst>
              </a:custGeom>
              <a:solidFill>
                <a:srgbClr val="DE8036">
                  <a:alpha val="10800"/>
                </a:srgbClr>
              </a:solidFill>
              <a:ln>
                <a:noFill/>
              </a:ln>
            </p:spPr>
            <p:txBody>
              <a:bodyPr anchor="ctr"/>
              <a:lstStyle/>
              <a:p>
                <a:pPr algn="ctr">
                  <a:buNone/>
                </a:pPr>
              </a:p>
            </p:txBody>
          </p:sp>
          <p:sp>
            <p:nvSpPr>
              <p:cNvPr id="7037" name="addition:input:36">
                <a:extLst>
                  <a:ext uri="{FF2B5EF4-FFF2-40B4-BE49-F238E27FC236}">
                    <ns2:creationId id="{5307DCD7-5A7F-44B3-B04C-E96150C76FAF}"/>
                  </a:ext>
                </a:extLst>
              </p:cNvPr>
              <p:cNvSpPr>
                <a:spLocks noGrp="1"/>
              </p:cNvSpPr>
              <p:nvPr/>
            </p:nvSpPr>
            <p:spPr>
              <a:xfrm>
                <a:off x="209550" y="5438775"/>
                <a:ext cx="1496141" cy="1130336"/>
              </a:xfrm>
              <a:custGeom>
                <a:rect l="l" t="t" r="r" b="b"/>
                <a:pathLst>
                  <a:path w="909" h="603">
                    <a:moveTo>
                      <a:pt x="0" y="0"/>
                    </a:moveTo>
                    <a:moveTo>
                      <a:pt x="908" y="584"/>
                    </a:moveTo>
                    <a:lnTo>
                      <a:pt x="905" y="585"/>
                    </a:lnTo>
                    <a:lnTo>
                      <a:pt x="902" y="587"/>
                    </a:lnTo>
                    <a:lnTo>
                      <a:pt x="899" y="588"/>
                    </a:lnTo>
                    <a:lnTo>
                      <a:pt x="899" y="589"/>
                    </a:lnTo>
                    <a:lnTo>
                      <a:pt x="900" y="592"/>
                    </a:lnTo>
                    <a:lnTo>
                      <a:pt x="901" y="594"/>
                    </a:lnTo>
                    <a:lnTo>
                      <a:pt x="899" y="595"/>
                    </a:lnTo>
                    <a:lnTo>
                      <a:pt x="897" y="596"/>
                    </a:lnTo>
                    <a:lnTo>
                      <a:pt x="894" y="597"/>
                    </a:lnTo>
                    <a:lnTo>
                      <a:pt x="893" y="598"/>
                    </a:lnTo>
                    <a:lnTo>
                      <a:pt x="892" y="600"/>
                    </a:lnTo>
                    <a:lnTo>
                      <a:pt x="890" y="602"/>
                    </a:lnTo>
                    <a:lnTo>
                      <a:pt x="888" y="603"/>
                    </a:lnTo>
                    <a:lnTo>
                      <a:pt x="885" y="603"/>
                    </a:lnTo>
                    <a:lnTo>
                      <a:pt x="883" y="602"/>
                    </a:lnTo>
                    <a:lnTo>
                      <a:pt x="881" y="602"/>
                    </a:lnTo>
                    <a:lnTo>
                      <a:pt x="879" y="602"/>
                    </a:lnTo>
                    <a:lnTo>
                      <a:pt x="877" y="601"/>
                    </a:lnTo>
                    <a:lnTo>
                      <a:pt x="875" y="600"/>
                    </a:lnTo>
                    <a:lnTo>
                      <a:pt x="874" y="599"/>
                    </a:lnTo>
                    <a:lnTo>
                      <a:pt x="872" y="600"/>
                    </a:lnTo>
                    <a:lnTo>
                      <a:pt x="869" y="601"/>
                    </a:lnTo>
                    <a:lnTo>
                      <a:pt x="866" y="603"/>
                    </a:lnTo>
                    <a:lnTo>
                      <a:pt x="863" y="602"/>
                    </a:lnTo>
                    <a:lnTo>
                      <a:pt x="862" y="601"/>
                    </a:lnTo>
                    <a:lnTo>
                      <a:pt x="861" y="598"/>
                    </a:lnTo>
                    <a:lnTo>
                      <a:pt x="861" y="596"/>
                    </a:lnTo>
                    <a:lnTo>
                      <a:pt x="860" y="595"/>
                    </a:lnTo>
                    <a:lnTo>
                      <a:pt x="859" y="593"/>
                    </a:lnTo>
                    <a:lnTo>
                      <a:pt x="857" y="592"/>
                    </a:lnTo>
                    <a:lnTo>
                      <a:pt x="857" y="590"/>
                    </a:lnTo>
                    <a:lnTo>
                      <a:pt x="857" y="588"/>
                    </a:lnTo>
                    <a:lnTo>
                      <a:pt x="856" y="587"/>
                    </a:lnTo>
                    <a:lnTo>
                      <a:pt x="855" y="585"/>
                    </a:lnTo>
                    <a:lnTo>
                      <a:pt x="853" y="584"/>
                    </a:lnTo>
                    <a:lnTo>
                      <a:pt x="853" y="582"/>
                    </a:lnTo>
                    <a:lnTo>
                      <a:pt x="854" y="580"/>
                    </a:lnTo>
                    <a:lnTo>
                      <a:pt x="854" y="579"/>
                    </a:lnTo>
                    <a:lnTo>
                      <a:pt x="852" y="577"/>
                    </a:lnTo>
                    <a:lnTo>
                      <a:pt x="851" y="574"/>
                    </a:lnTo>
                    <a:lnTo>
                      <a:pt x="851" y="572"/>
                    </a:lnTo>
                    <a:lnTo>
                      <a:pt x="853" y="571"/>
                    </a:lnTo>
                    <a:lnTo>
                      <a:pt x="857" y="571"/>
                    </a:lnTo>
                    <a:lnTo>
                      <a:pt x="861" y="572"/>
                    </a:lnTo>
                    <a:lnTo>
                      <a:pt x="863" y="571"/>
                    </a:lnTo>
                    <a:lnTo>
                      <a:pt x="864" y="570"/>
                    </a:lnTo>
                    <a:lnTo>
                      <a:pt x="865" y="568"/>
                    </a:lnTo>
                    <a:lnTo>
                      <a:pt x="867" y="567"/>
                    </a:lnTo>
                    <a:lnTo>
                      <a:pt x="869" y="566"/>
                    </a:lnTo>
                    <a:lnTo>
                      <a:pt x="871" y="565"/>
                    </a:lnTo>
                    <a:lnTo>
                      <a:pt x="874" y="564"/>
                    </a:lnTo>
                    <a:lnTo>
                      <a:pt x="876" y="563"/>
                    </a:lnTo>
                    <a:lnTo>
                      <a:pt x="879" y="563"/>
                    </a:lnTo>
                    <a:lnTo>
                      <a:pt x="882" y="564"/>
                    </a:lnTo>
                    <a:lnTo>
                      <a:pt x="884" y="566"/>
                    </a:lnTo>
                    <a:lnTo>
                      <a:pt x="887" y="566"/>
                    </a:lnTo>
                    <a:lnTo>
                      <a:pt x="890" y="566"/>
                    </a:lnTo>
                    <a:lnTo>
                      <a:pt x="893" y="566"/>
                    </a:lnTo>
                    <a:lnTo>
                      <a:pt x="895" y="567"/>
                    </a:lnTo>
                    <a:lnTo>
                      <a:pt x="896" y="569"/>
                    </a:lnTo>
                    <a:lnTo>
                      <a:pt x="896" y="572"/>
                    </a:lnTo>
                    <a:lnTo>
                      <a:pt x="897" y="573"/>
                    </a:lnTo>
                    <a:lnTo>
                      <a:pt x="900" y="574"/>
                    </a:lnTo>
                    <a:lnTo>
                      <a:pt x="903" y="574"/>
                    </a:lnTo>
                    <a:lnTo>
                      <a:pt x="906" y="575"/>
                    </a:lnTo>
                    <a:lnTo>
                      <a:pt x="907" y="576"/>
                    </a:lnTo>
                    <a:lnTo>
                      <a:pt x="908" y="578"/>
                    </a:lnTo>
                    <a:lnTo>
                      <a:pt x="909" y="580"/>
                    </a:lnTo>
                    <a:lnTo>
                      <a:pt x="909" y="582"/>
                    </a:lnTo>
                    <a:close/>
                  </a:path>
                </a:pathLst>
              </a:custGeom>
              <a:solidFill>
                <a:srgbClr val="DE8036">
                  <a:alpha val="10800"/>
                </a:srgbClr>
              </a:solidFill>
              <a:ln>
                <a:noFill/>
              </a:ln>
            </p:spPr>
            <p:txBody>
              <a:bodyPr anchor="ctr"/>
              <a:lstStyle/>
              <a:p>
                <a:pPr algn="ctr">
                  <a:buNone/>
                </a:pPr>
              </a:p>
            </p:txBody>
          </p:sp>
          <p:sp>
            <p:nvSpPr>
              <p:cNvPr id="7038" name="addition:input:37">
                <a:extLst>
                  <a:ext uri="{FF2B5EF4-FFF2-40B4-BE49-F238E27FC236}">
                    <ns2:creationId id="{E1D21166-5010-4FBC-991D-D9632F274E0C}"/>
                  </a:ext>
                </a:extLst>
              </p:cNvPr>
              <p:cNvSpPr>
                <a:spLocks noGrp="1"/>
              </p:cNvSpPr>
              <p:nvPr/>
            </p:nvSpPr>
            <p:spPr>
              <a:xfrm>
                <a:off x="209550" y="5438775"/>
                <a:ext cx="2319101" cy="678576"/>
              </a:xfrm>
              <a:custGeom>
                <a:rect l="l" t="t" r="r" b="b"/>
                <a:pathLst>
                  <a:path w="1409" h="362">
                    <a:moveTo>
                      <a:pt x="0" y="0"/>
                    </a:moveTo>
                    <a:moveTo>
                      <a:pt x="1405" y="262"/>
                    </a:moveTo>
                    <a:lnTo>
                      <a:pt x="1409" y="271"/>
                    </a:lnTo>
                    <a:lnTo>
                      <a:pt x="1409" y="279"/>
                    </a:lnTo>
                    <a:lnTo>
                      <a:pt x="1402" y="287"/>
                    </a:lnTo>
                    <a:lnTo>
                      <a:pt x="1391" y="293"/>
                    </a:lnTo>
                    <a:lnTo>
                      <a:pt x="1383" y="299"/>
                    </a:lnTo>
                    <a:lnTo>
                      <a:pt x="1379" y="306"/>
                    </a:lnTo>
                    <a:lnTo>
                      <a:pt x="1376" y="315"/>
                    </a:lnTo>
                    <a:lnTo>
                      <a:pt x="1368" y="321"/>
                    </a:lnTo>
                    <a:lnTo>
                      <a:pt x="1354" y="323"/>
                    </a:lnTo>
                    <a:lnTo>
                      <a:pt x="1337" y="323"/>
                    </a:lnTo>
                    <a:lnTo>
                      <a:pt x="1325" y="325"/>
                    </a:lnTo>
                    <a:lnTo>
                      <a:pt x="1319" y="333"/>
                    </a:lnTo>
                    <a:lnTo>
                      <a:pt x="1313" y="345"/>
                    </a:lnTo>
                    <a:lnTo>
                      <a:pt x="1305" y="357"/>
                    </a:lnTo>
                    <a:lnTo>
                      <a:pt x="1291" y="362"/>
                    </a:lnTo>
                    <a:lnTo>
                      <a:pt x="1276" y="361"/>
                    </a:lnTo>
                    <a:lnTo>
                      <a:pt x="1261" y="357"/>
                    </a:lnTo>
                    <a:lnTo>
                      <a:pt x="1248" y="353"/>
                    </a:lnTo>
                    <a:lnTo>
                      <a:pt x="1236" y="350"/>
                    </a:lnTo>
                    <a:lnTo>
                      <a:pt x="1225" y="344"/>
                    </a:lnTo>
                    <a:lnTo>
                      <a:pt x="1216" y="337"/>
                    </a:lnTo>
                    <a:lnTo>
                      <a:pt x="1209" y="332"/>
                    </a:lnTo>
                    <a:lnTo>
                      <a:pt x="1198" y="331"/>
                    </a:lnTo>
                    <a:lnTo>
                      <a:pt x="1184" y="334"/>
                    </a:lnTo>
                    <a:lnTo>
                      <a:pt x="1169" y="335"/>
                    </a:lnTo>
                    <a:lnTo>
                      <a:pt x="1159" y="331"/>
                    </a:lnTo>
                    <a:lnTo>
                      <a:pt x="1156" y="322"/>
                    </a:lnTo>
                    <a:lnTo>
                      <a:pt x="1156" y="313"/>
                    </a:lnTo>
                    <a:lnTo>
                      <a:pt x="1152" y="306"/>
                    </a:lnTo>
                    <a:lnTo>
                      <a:pt x="1141" y="302"/>
                    </a:lnTo>
                    <a:lnTo>
                      <a:pt x="1130" y="296"/>
                    </a:lnTo>
                    <a:lnTo>
                      <a:pt x="1126" y="288"/>
                    </a:lnTo>
                    <a:lnTo>
                      <a:pt x="1132" y="279"/>
                    </a:lnTo>
                    <a:lnTo>
                      <a:pt x="1143" y="270"/>
                    </a:lnTo>
                    <a:lnTo>
                      <a:pt x="1151" y="262"/>
                    </a:lnTo>
                    <a:lnTo>
                      <a:pt x="1155" y="255"/>
                    </a:lnTo>
                    <a:lnTo>
                      <a:pt x="1157" y="248"/>
                    </a:lnTo>
                    <a:lnTo>
                      <a:pt x="1161" y="241"/>
                    </a:lnTo>
                    <a:lnTo>
                      <a:pt x="1164" y="234"/>
                    </a:lnTo>
                    <a:lnTo>
                      <a:pt x="1163" y="226"/>
                    </a:lnTo>
                    <a:lnTo>
                      <a:pt x="1157" y="215"/>
                    </a:lnTo>
                    <a:lnTo>
                      <a:pt x="1151" y="202"/>
                    </a:lnTo>
                    <a:lnTo>
                      <a:pt x="1155" y="193"/>
                    </a:lnTo>
                    <a:lnTo>
                      <a:pt x="1167" y="189"/>
                    </a:lnTo>
                    <a:lnTo>
                      <a:pt x="1185" y="191"/>
                    </a:lnTo>
                    <a:lnTo>
                      <a:pt x="1199" y="193"/>
                    </a:lnTo>
                    <a:lnTo>
                      <a:pt x="1208" y="191"/>
                    </a:lnTo>
                    <a:lnTo>
                      <a:pt x="1213" y="184"/>
                    </a:lnTo>
                    <a:lnTo>
                      <a:pt x="1220" y="178"/>
                    </a:lnTo>
                    <a:lnTo>
                      <a:pt x="1230" y="177"/>
                    </a:lnTo>
                    <a:lnTo>
                      <a:pt x="1240" y="179"/>
                    </a:lnTo>
                    <a:lnTo>
                      <a:pt x="1250" y="180"/>
                    </a:lnTo>
                    <a:lnTo>
                      <a:pt x="1259" y="179"/>
                    </a:lnTo>
                    <a:lnTo>
                      <a:pt x="1270" y="175"/>
                    </a:lnTo>
                    <a:lnTo>
                      <a:pt x="1281" y="174"/>
                    </a:lnTo>
                    <a:lnTo>
                      <a:pt x="1292" y="176"/>
                    </a:lnTo>
                    <a:lnTo>
                      <a:pt x="1304" y="178"/>
                    </a:lnTo>
                    <a:lnTo>
                      <a:pt x="1317" y="179"/>
                    </a:lnTo>
                    <a:lnTo>
                      <a:pt x="1332" y="179"/>
                    </a:lnTo>
                    <a:lnTo>
                      <a:pt x="1345" y="183"/>
                    </a:lnTo>
                    <a:lnTo>
                      <a:pt x="1352" y="192"/>
                    </a:lnTo>
                    <a:lnTo>
                      <a:pt x="1350" y="206"/>
                    </a:lnTo>
                    <a:lnTo>
                      <a:pt x="1346" y="218"/>
                    </a:lnTo>
                    <a:lnTo>
                      <a:pt x="1348" y="225"/>
                    </a:lnTo>
                    <a:lnTo>
                      <a:pt x="1361" y="229"/>
                    </a:lnTo>
                    <a:lnTo>
                      <a:pt x="1379" y="232"/>
                    </a:lnTo>
                    <a:lnTo>
                      <a:pt x="1393" y="238"/>
                    </a:lnTo>
                    <a:lnTo>
                      <a:pt x="1400" y="245"/>
                    </a:lnTo>
                    <a:lnTo>
                      <a:pt x="1403" y="254"/>
                    </a:lnTo>
                    <a:close/>
                  </a:path>
                </a:pathLst>
              </a:custGeom>
              <a:solidFill>
                <a:srgbClr val="C5E9DF">
                  <a:alpha val="12900"/>
                </a:srgbClr>
              </a:solidFill>
              <a:ln>
                <a:noFill/>
              </a:ln>
            </p:spPr>
            <p:txBody>
              <a:bodyPr anchor="ctr"/>
              <a:lstStyle/>
              <a:p>
                <a:pPr algn="ctr">
                  <a:buNone/>
                </a:pPr>
              </a:p>
            </p:txBody>
          </p:sp>
          <p:sp>
            <p:nvSpPr>
              <p:cNvPr id="7039" name="addition:input:38">
                <a:extLst>
                  <a:ext uri="{FF2B5EF4-FFF2-40B4-BE49-F238E27FC236}">
                    <ns2:creationId id="{A72C036B-E9CB-46A5-A683-6FD0C055FCF6}"/>
                  </a:ext>
                </a:extLst>
              </p:cNvPr>
              <p:cNvSpPr>
                <a:spLocks noGrp="1"/>
              </p:cNvSpPr>
              <p:nvPr/>
            </p:nvSpPr>
            <p:spPr>
              <a:xfrm>
                <a:off x="209550" y="5438775"/>
                <a:ext cx="2249973" cy="642960"/>
              </a:xfrm>
              <a:custGeom>
                <a:rect l="l" t="t" r="r" b="b"/>
                <a:pathLst>
                  <a:path w="1367" h="343">
                    <a:moveTo>
                      <a:pt x="0" y="0"/>
                    </a:moveTo>
                    <a:moveTo>
                      <a:pt x="1352" y="267"/>
                    </a:moveTo>
                    <a:lnTo>
                      <a:pt x="1347" y="273"/>
                    </a:lnTo>
                    <a:lnTo>
                      <a:pt x="1345" y="279"/>
                    </a:lnTo>
                    <a:lnTo>
                      <a:pt x="1344" y="286"/>
                    </a:lnTo>
                    <a:lnTo>
                      <a:pt x="1342" y="292"/>
                    </a:lnTo>
                    <a:lnTo>
                      <a:pt x="1339" y="298"/>
                    </a:lnTo>
                    <a:lnTo>
                      <a:pt x="1339" y="305"/>
                    </a:lnTo>
                    <a:lnTo>
                      <a:pt x="1343" y="315"/>
                    </a:lnTo>
                    <a:lnTo>
                      <a:pt x="1345" y="325"/>
                    </a:lnTo>
                    <a:lnTo>
                      <a:pt x="1340" y="332"/>
                    </a:lnTo>
                    <a:lnTo>
                      <a:pt x="1328" y="333"/>
                    </a:lnTo>
                    <a:lnTo>
                      <a:pt x="1313" y="330"/>
                    </a:lnTo>
                    <a:lnTo>
                      <a:pt x="1301" y="327"/>
                    </a:lnTo>
                    <a:lnTo>
                      <a:pt x="1293" y="328"/>
                    </a:lnTo>
                    <a:lnTo>
                      <a:pt x="1288" y="333"/>
                    </a:lnTo>
                    <a:lnTo>
                      <a:pt x="1282" y="338"/>
                    </a:lnTo>
                    <a:lnTo>
                      <a:pt x="1274" y="340"/>
                    </a:lnTo>
                    <a:lnTo>
                      <a:pt x="1266" y="340"/>
                    </a:lnTo>
                    <a:lnTo>
                      <a:pt x="1257" y="339"/>
                    </a:lnTo>
                    <a:lnTo>
                      <a:pt x="1248" y="341"/>
                    </a:lnTo>
                    <a:lnTo>
                      <a:pt x="1238" y="343"/>
                    </a:lnTo>
                    <a:lnTo>
                      <a:pt x="1228" y="343"/>
                    </a:lnTo>
                    <a:lnTo>
                      <a:pt x="1219" y="339"/>
                    </a:lnTo>
                    <a:lnTo>
                      <a:pt x="1210" y="335"/>
                    </a:lnTo>
                    <a:lnTo>
                      <a:pt x="1200" y="333"/>
                    </a:lnTo>
                    <a:lnTo>
                      <a:pt x="1187" y="331"/>
                    </a:lnTo>
                    <a:lnTo>
                      <a:pt x="1177" y="327"/>
                    </a:lnTo>
                    <a:lnTo>
                      <a:pt x="1173" y="319"/>
                    </a:lnTo>
                    <a:lnTo>
                      <a:pt x="1175" y="308"/>
                    </a:lnTo>
                    <a:lnTo>
                      <a:pt x="1179" y="299"/>
                    </a:lnTo>
                    <a:lnTo>
                      <a:pt x="1176" y="293"/>
                    </a:lnTo>
                    <a:lnTo>
                      <a:pt x="1164" y="290"/>
                    </a:lnTo>
                    <a:lnTo>
                      <a:pt x="1148" y="287"/>
                    </a:lnTo>
                    <a:lnTo>
                      <a:pt x="1136" y="281"/>
                    </a:lnTo>
                    <a:lnTo>
                      <a:pt x="1130" y="274"/>
                    </a:lnTo>
                    <a:lnTo>
                      <a:pt x="1129" y="267"/>
                    </a:lnTo>
                    <a:lnTo>
                      <a:pt x="1129" y="260"/>
                    </a:lnTo>
                    <a:lnTo>
                      <a:pt x="1129" y="252"/>
                    </a:lnTo>
                    <a:lnTo>
                      <a:pt x="1133" y="246"/>
                    </a:lnTo>
                    <a:lnTo>
                      <a:pt x="1142" y="240"/>
                    </a:lnTo>
                    <a:lnTo>
                      <a:pt x="1153" y="236"/>
                    </a:lnTo>
                    <a:lnTo>
                      <a:pt x="1161" y="232"/>
                    </a:lnTo>
                    <a:lnTo>
                      <a:pt x="1164" y="225"/>
                    </a:lnTo>
                    <a:lnTo>
                      <a:pt x="1166" y="217"/>
                    </a:lnTo>
                    <a:lnTo>
                      <a:pt x="1172" y="211"/>
                    </a:lnTo>
                    <a:lnTo>
                      <a:pt x="1184" y="209"/>
                    </a:lnTo>
                    <a:lnTo>
                      <a:pt x="1197" y="210"/>
                    </a:lnTo>
                    <a:lnTo>
                      <a:pt x="1208" y="208"/>
                    </a:lnTo>
                    <a:lnTo>
                      <a:pt x="1215" y="201"/>
                    </a:lnTo>
                    <a:lnTo>
                      <a:pt x="1221" y="191"/>
                    </a:lnTo>
                    <a:lnTo>
                      <a:pt x="1231" y="183"/>
                    </a:lnTo>
                    <a:lnTo>
                      <a:pt x="1243" y="181"/>
                    </a:lnTo>
                    <a:lnTo>
                      <a:pt x="1256" y="184"/>
                    </a:lnTo>
                    <a:lnTo>
                      <a:pt x="1267" y="188"/>
                    </a:lnTo>
                    <a:lnTo>
                      <a:pt x="1278" y="192"/>
                    </a:lnTo>
                    <a:lnTo>
                      <a:pt x="1287" y="196"/>
                    </a:lnTo>
                    <a:lnTo>
                      <a:pt x="1295" y="201"/>
                    </a:lnTo>
                    <a:lnTo>
                      <a:pt x="1301" y="207"/>
                    </a:lnTo>
                    <a:lnTo>
                      <a:pt x="1307" y="211"/>
                    </a:lnTo>
                    <a:lnTo>
                      <a:pt x="1317" y="210"/>
                    </a:lnTo>
                    <a:lnTo>
                      <a:pt x="1331" y="208"/>
                    </a:lnTo>
                    <a:lnTo>
                      <a:pt x="1345" y="207"/>
                    </a:lnTo>
                    <a:lnTo>
                      <a:pt x="1353" y="211"/>
                    </a:lnTo>
                    <a:lnTo>
                      <a:pt x="1353" y="219"/>
                    </a:lnTo>
                    <a:lnTo>
                      <a:pt x="1351" y="228"/>
                    </a:lnTo>
                    <a:lnTo>
                      <a:pt x="1352" y="235"/>
                    </a:lnTo>
                    <a:lnTo>
                      <a:pt x="1359" y="240"/>
                    </a:lnTo>
                    <a:lnTo>
                      <a:pt x="1365" y="246"/>
                    </a:lnTo>
                    <a:lnTo>
                      <a:pt x="1367" y="253"/>
                    </a:lnTo>
                    <a:lnTo>
                      <a:pt x="1361" y="260"/>
                    </a:lnTo>
                    <a:close/>
                  </a:path>
                </a:pathLst>
              </a:custGeom>
              <a:solidFill>
                <a:srgbClr val="86D1BC">
                  <a:alpha val="12900"/>
                </a:srgbClr>
              </a:solidFill>
              <a:ln>
                <a:noFill/>
              </a:ln>
            </p:spPr>
            <p:txBody>
              <a:bodyPr anchor="ctr"/>
              <a:lstStyle/>
              <a:p>
                <a:pPr algn="ctr">
                  <a:buNone/>
                </a:pPr>
              </a:p>
            </p:txBody>
          </p:sp>
          <p:sp>
            <p:nvSpPr>
              <p:cNvPr id="7040" name="addition:input:39">
                <a:extLst>
                  <a:ext uri="{FF2B5EF4-FFF2-40B4-BE49-F238E27FC236}">
                    <ns2:creationId id="{16ECE7B8-7323-407B-9CC5-AD8E96A4D9B9}"/>
                  </a:ext>
                </a:extLst>
              </p:cNvPr>
              <p:cNvSpPr>
                <a:spLocks noGrp="1"/>
              </p:cNvSpPr>
              <p:nvPr/>
            </p:nvSpPr>
            <p:spPr>
              <a:xfrm>
                <a:off x="209550" y="5438775"/>
                <a:ext cx="2220346" cy="635462"/>
              </a:xfrm>
              <a:custGeom>
                <a:rect l="l" t="t" r="r" b="b"/>
                <a:pathLst>
                  <a:path w="1349" h="339">
                    <a:moveTo>
                      <a:pt x="0" y="0"/>
                    </a:moveTo>
                    <a:moveTo>
                      <a:pt x="1349" y="272"/>
                    </a:moveTo>
                    <a:lnTo>
                      <a:pt x="1341" y="278"/>
                    </a:lnTo>
                    <a:lnTo>
                      <a:pt x="1329" y="283"/>
                    </a:lnTo>
                    <a:lnTo>
                      <a:pt x="1320" y="287"/>
                    </a:lnTo>
                    <a:lnTo>
                      <a:pt x="1318" y="292"/>
                    </a:lnTo>
                    <a:lnTo>
                      <a:pt x="1320" y="298"/>
                    </a:lnTo>
                    <a:lnTo>
                      <a:pt x="1322" y="305"/>
                    </a:lnTo>
                    <a:lnTo>
                      <a:pt x="1320" y="312"/>
                    </a:lnTo>
                    <a:lnTo>
                      <a:pt x="1317" y="318"/>
                    </a:lnTo>
                    <a:lnTo>
                      <a:pt x="1313" y="324"/>
                    </a:lnTo>
                    <a:lnTo>
                      <a:pt x="1309" y="330"/>
                    </a:lnTo>
                    <a:lnTo>
                      <a:pt x="1302" y="334"/>
                    </a:lnTo>
                    <a:lnTo>
                      <a:pt x="1292" y="334"/>
                    </a:lnTo>
                    <a:lnTo>
                      <a:pt x="1280" y="330"/>
                    </a:lnTo>
                    <a:lnTo>
                      <a:pt x="1271" y="326"/>
                    </a:lnTo>
                    <a:lnTo>
                      <a:pt x="1265" y="327"/>
                    </a:lnTo>
                    <a:lnTo>
                      <a:pt x="1260" y="332"/>
                    </a:lnTo>
                    <a:lnTo>
                      <a:pt x="1254" y="338"/>
                    </a:lnTo>
                    <a:lnTo>
                      <a:pt x="1247" y="339"/>
                    </a:lnTo>
                    <a:lnTo>
                      <a:pt x="1240" y="337"/>
                    </a:lnTo>
                    <a:lnTo>
                      <a:pt x="1233" y="333"/>
                    </a:lnTo>
                    <a:lnTo>
                      <a:pt x="1226" y="332"/>
                    </a:lnTo>
                    <a:lnTo>
                      <a:pt x="1217" y="333"/>
                    </a:lnTo>
                    <a:lnTo>
                      <a:pt x="1207" y="334"/>
                    </a:lnTo>
                    <a:lnTo>
                      <a:pt x="1198" y="332"/>
                    </a:lnTo>
                    <a:lnTo>
                      <a:pt x="1191" y="327"/>
                    </a:lnTo>
                    <a:lnTo>
                      <a:pt x="1186" y="322"/>
                    </a:lnTo>
                    <a:lnTo>
                      <a:pt x="1180" y="317"/>
                    </a:lnTo>
                    <a:lnTo>
                      <a:pt x="1175" y="312"/>
                    </a:lnTo>
                    <a:lnTo>
                      <a:pt x="1173" y="305"/>
                    </a:lnTo>
                    <a:lnTo>
                      <a:pt x="1175" y="298"/>
                    </a:lnTo>
                    <a:lnTo>
                      <a:pt x="1177" y="291"/>
                    </a:lnTo>
                    <a:lnTo>
                      <a:pt x="1174" y="286"/>
                    </a:lnTo>
                    <a:lnTo>
                      <a:pt x="1163" y="283"/>
                    </a:lnTo>
                    <a:lnTo>
                      <a:pt x="1148" y="278"/>
                    </a:lnTo>
                    <a:lnTo>
                      <a:pt x="1137" y="272"/>
                    </a:lnTo>
                    <a:lnTo>
                      <a:pt x="1136" y="265"/>
                    </a:lnTo>
                    <a:lnTo>
                      <a:pt x="1141" y="259"/>
                    </a:lnTo>
                    <a:lnTo>
                      <a:pt x="1148" y="254"/>
                    </a:lnTo>
                    <a:lnTo>
                      <a:pt x="1151" y="249"/>
                    </a:lnTo>
                    <a:lnTo>
                      <a:pt x="1153" y="243"/>
                    </a:lnTo>
                    <a:lnTo>
                      <a:pt x="1157" y="238"/>
                    </a:lnTo>
                    <a:lnTo>
                      <a:pt x="1165" y="234"/>
                    </a:lnTo>
                    <a:lnTo>
                      <a:pt x="1173" y="231"/>
                    </a:lnTo>
                    <a:lnTo>
                      <a:pt x="1179" y="228"/>
                    </a:lnTo>
                    <a:lnTo>
                      <a:pt x="1184" y="223"/>
                    </a:lnTo>
                    <a:lnTo>
                      <a:pt x="1191" y="218"/>
                    </a:lnTo>
                    <a:lnTo>
                      <a:pt x="1199" y="216"/>
                    </a:lnTo>
                    <a:lnTo>
                      <a:pt x="1209" y="216"/>
                    </a:lnTo>
                    <a:lnTo>
                      <a:pt x="1218" y="214"/>
                    </a:lnTo>
                    <a:lnTo>
                      <a:pt x="1226" y="209"/>
                    </a:lnTo>
                    <a:lnTo>
                      <a:pt x="1234" y="201"/>
                    </a:lnTo>
                    <a:lnTo>
                      <a:pt x="1245" y="195"/>
                    </a:lnTo>
                    <a:lnTo>
                      <a:pt x="1256" y="194"/>
                    </a:lnTo>
                    <a:lnTo>
                      <a:pt x="1266" y="201"/>
                    </a:lnTo>
                    <a:lnTo>
                      <a:pt x="1274" y="210"/>
                    </a:lnTo>
                    <a:lnTo>
                      <a:pt x="1281" y="216"/>
                    </a:lnTo>
                    <a:lnTo>
                      <a:pt x="1288" y="219"/>
                    </a:lnTo>
                    <a:lnTo>
                      <a:pt x="1296" y="220"/>
                    </a:lnTo>
                    <a:lnTo>
                      <a:pt x="1304" y="222"/>
                    </a:lnTo>
                    <a:lnTo>
                      <a:pt x="1311" y="224"/>
                    </a:lnTo>
                    <a:lnTo>
                      <a:pt x="1318" y="227"/>
                    </a:lnTo>
                    <a:lnTo>
                      <a:pt x="1328" y="228"/>
                    </a:lnTo>
                    <a:lnTo>
                      <a:pt x="1338" y="230"/>
                    </a:lnTo>
                    <a:lnTo>
                      <a:pt x="1344" y="235"/>
                    </a:lnTo>
                    <a:lnTo>
                      <a:pt x="1344" y="242"/>
                    </a:lnTo>
                    <a:lnTo>
                      <a:pt x="1340" y="249"/>
                    </a:lnTo>
                    <a:lnTo>
                      <a:pt x="1339" y="255"/>
                    </a:lnTo>
                    <a:lnTo>
                      <a:pt x="1343" y="260"/>
                    </a:lnTo>
                    <a:lnTo>
                      <a:pt x="1348" y="266"/>
                    </a:lnTo>
                    <a:close/>
                  </a:path>
                </a:pathLst>
              </a:custGeom>
              <a:solidFill>
                <a:srgbClr val="56BFA2">
                  <a:alpha val="10500"/>
                </a:srgbClr>
              </a:solidFill>
              <a:ln>
                <a:noFill/>
              </a:ln>
            </p:spPr>
            <p:txBody>
              <a:bodyPr anchor="ctr"/>
              <a:lstStyle/>
              <a:p>
                <a:pPr algn="ctr">
                  <a:buNone/>
                </a:pPr>
              </a:p>
            </p:txBody>
          </p:sp>
          <p:sp>
            <p:nvSpPr>
              <p:cNvPr id="7041" name="addition:input:40">
                <a:extLst>
                  <a:ext uri="{FF2B5EF4-FFF2-40B4-BE49-F238E27FC236}">
                    <ns2:creationId id="{95C9EFB3-531B-4D31-BFFF-15B38EB6008C}"/>
                  </a:ext>
                </a:extLst>
              </p:cNvPr>
              <p:cNvSpPr>
                <a:spLocks noGrp="1"/>
              </p:cNvSpPr>
              <p:nvPr/>
            </p:nvSpPr>
            <p:spPr>
              <a:xfrm>
                <a:off x="209550" y="5438775"/>
                <a:ext cx="2055754" cy="524866"/>
              </a:xfrm>
              <a:custGeom>
                <a:rect l="l" t="t" r="r" b="b"/>
                <a:pathLst>
                  <a:path w="1249" h="280">
                    <a:moveTo>
                      <a:pt x="0" y="0"/>
                    </a:moveTo>
                    <a:moveTo>
                      <a:pt x="1243" y="251"/>
                    </a:moveTo>
                    <a:lnTo>
                      <a:pt x="1246" y="253"/>
                    </a:lnTo>
                    <a:lnTo>
                      <a:pt x="1248" y="256"/>
                    </a:lnTo>
                    <a:lnTo>
                      <a:pt x="1249" y="259"/>
                    </a:lnTo>
                    <a:lnTo>
                      <a:pt x="1249" y="261"/>
                    </a:lnTo>
                    <a:lnTo>
                      <a:pt x="1249" y="264"/>
                    </a:lnTo>
                    <a:lnTo>
                      <a:pt x="1248" y="267"/>
                    </a:lnTo>
                    <a:lnTo>
                      <a:pt x="1247" y="269"/>
                    </a:lnTo>
                    <a:lnTo>
                      <a:pt x="1243" y="270"/>
                    </a:lnTo>
                    <a:lnTo>
                      <a:pt x="1238" y="270"/>
                    </a:lnTo>
                    <a:lnTo>
                      <a:pt x="1232" y="269"/>
                    </a:lnTo>
                    <a:lnTo>
                      <a:pt x="1229" y="269"/>
                    </a:lnTo>
                    <a:lnTo>
                      <a:pt x="1228" y="272"/>
                    </a:lnTo>
                    <a:lnTo>
                      <a:pt x="1227" y="276"/>
                    </a:lnTo>
                    <a:lnTo>
                      <a:pt x="1224" y="279"/>
                    </a:lnTo>
                    <a:lnTo>
                      <a:pt x="1220" y="280"/>
                    </a:lnTo>
                    <a:lnTo>
                      <a:pt x="1216" y="279"/>
                    </a:lnTo>
                    <a:lnTo>
                      <a:pt x="1212" y="279"/>
                    </a:lnTo>
                    <a:lnTo>
                      <a:pt x="1208" y="280"/>
                    </a:lnTo>
                    <a:lnTo>
                      <a:pt x="1203" y="280"/>
                    </a:lnTo>
                    <a:lnTo>
                      <a:pt x="1199" y="279"/>
                    </a:lnTo>
                    <a:lnTo>
                      <a:pt x="1195" y="278"/>
                    </a:lnTo>
                    <a:lnTo>
                      <a:pt x="1192" y="276"/>
                    </a:lnTo>
                    <a:lnTo>
                      <a:pt x="1188" y="275"/>
                    </a:lnTo>
                    <a:lnTo>
                      <a:pt x="1184" y="274"/>
                    </a:lnTo>
                    <a:lnTo>
                      <a:pt x="1181" y="272"/>
                    </a:lnTo>
                    <a:lnTo>
                      <a:pt x="1180" y="270"/>
                    </a:lnTo>
                    <a:lnTo>
                      <a:pt x="1179" y="267"/>
                    </a:lnTo>
                    <a:lnTo>
                      <a:pt x="1178" y="265"/>
                    </a:lnTo>
                    <a:lnTo>
                      <a:pt x="1174" y="264"/>
                    </a:lnTo>
                    <a:lnTo>
                      <a:pt x="1168" y="263"/>
                    </a:lnTo>
                    <a:lnTo>
                      <a:pt x="1162" y="262"/>
                    </a:lnTo>
                    <a:lnTo>
                      <a:pt x="1160" y="260"/>
                    </a:lnTo>
                    <a:lnTo>
                      <a:pt x="1162" y="257"/>
                    </a:lnTo>
                    <a:lnTo>
                      <a:pt x="1165" y="254"/>
                    </a:lnTo>
                    <a:lnTo>
                      <a:pt x="1167" y="251"/>
                    </a:lnTo>
                    <a:lnTo>
                      <a:pt x="1169" y="249"/>
                    </a:lnTo>
                    <a:lnTo>
                      <a:pt x="1171" y="246"/>
                    </a:lnTo>
                    <a:lnTo>
                      <a:pt x="1173" y="244"/>
                    </a:lnTo>
                    <a:lnTo>
                      <a:pt x="1176" y="242"/>
                    </a:lnTo>
                    <a:lnTo>
                      <a:pt x="1177" y="240"/>
                    </a:lnTo>
                    <a:lnTo>
                      <a:pt x="1177" y="237"/>
                    </a:lnTo>
                    <a:lnTo>
                      <a:pt x="1177" y="234"/>
                    </a:lnTo>
                    <a:lnTo>
                      <a:pt x="1179" y="232"/>
                    </a:lnTo>
                    <a:lnTo>
                      <a:pt x="1183" y="231"/>
                    </a:lnTo>
                    <a:lnTo>
                      <a:pt x="1187" y="230"/>
                    </a:lnTo>
                    <a:lnTo>
                      <a:pt x="1190" y="229"/>
                    </a:lnTo>
                    <a:lnTo>
                      <a:pt x="1192" y="226"/>
                    </a:lnTo>
                    <a:lnTo>
                      <a:pt x="1194" y="223"/>
                    </a:lnTo>
                    <a:lnTo>
                      <a:pt x="1197" y="221"/>
                    </a:lnTo>
                    <a:lnTo>
                      <a:pt x="1201" y="222"/>
                    </a:lnTo>
                    <a:lnTo>
                      <a:pt x="1205" y="225"/>
                    </a:lnTo>
                    <a:lnTo>
                      <a:pt x="1209" y="227"/>
                    </a:lnTo>
                    <a:lnTo>
                      <a:pt x="1211" y="227"/>
                    </a:lnTo>
                    <a:lnTo>
                      <a:pt x="1214" y="227"/>
                    </a:lnTo>
                    <a:lnTo>
                      <a:pt x="1217" y="226"/>
                    </a:lnTo>
                    <a:lnTo>
                      <a:pt x="1220" y="226"/>
                    </a:lnTo>
                    <a:lnTo>
                      <a:pt x="1223" y="226"/>
                    </a:lnTo>
                    <a:lnTo>
                      <a:pt x="1227" y="225"/>
                    </a:lnTo>
                    <a:lnTo>
                      <a:pt x="1231" y="225"/>
                    </a:lnTo>
                    <a:lnTo>
                      <a:pt x="1235" y="226"/>
                    </a:lnTo>
                    <a:lnTo>
                      <a:pt x="1236" y="229"/>
                    </a:lnTo>
                    <a:lnTo>
                      <a:pt x="1236" y="233"/>
                    </a:lnTo>
                    <a:lnTo>
                      <a:pt x="1235" y="236"/>
                    </a:lnTo>
                    <a:lnTo>
                      <a:pt x="1237" y="238"/>
                    </a:lnTo>
                    <a:lnTo>
                      <a:pt x="1240" y="239"/>
                    </a:lnTo>
                    <a:lnTo>
                      <a:pt x="1243" y="241"/>
                    </a:lnTo>
                    <a:lnTo>
                      <a:pt x="1245" y="244"/>
                    </a:lnTo>
                    <a:lnTo>
                      <a:pt x="1243" y="246"/>
                    </a:lnTo>
                    <a:lnTo>
                      <a:pt x="1242" y="249"/>
                    </a:lnTo>
                    <a:close/>
                  </a:path>
                </a:pathLst>
              </a:custGeom>
              <a:solidFill>
                <a:srgbClr val="86D1BC">
                  <a:alpha val="9600"/>
                </a:srgbClr>
              </a:solidFill>
              <a:ln>
                <a:noFill/>
              </a:ln>
            </p:spPr>
            <p:txBody>
              <a:bodyPr anchor="ctr"/>
              <a:lstStyle/>
              <a:p>
                <a:pPr algn="ctr">
                  <a:buNone/>
                </a:pPr>
              </a:p>
            </p:txBody>
          </p:sp>
          <p:sp>
            <p:nvSpPr>
              <p:cNvPr id="7042" name="addition:input:41">
                <a:extLst>
                  <a:ext uri="{FF2B5EF4-FFF2-40B4-BE49-F238E27FC236}">
                    <ns2:creationId id="{06846F97-735A-482C-BFF9-A6FE5FAA2197}"/>
                  </a:ext>
                </a:extLst>
              </p:cNvPr>
              <p:cNvSpPr>
                <a:spLocks noGrp="1"/>
              </p:cNvSpPr>
              <p:nvPr/>
            </p:nvSpPr>
            <p:spPr>
              <a:xfrm>
                <a:off x="209550" y="5438775"/>
                <a:ext cx="2115007" cy="483626"/>
              </a:xfrm>
              <a:custGeom>
                <a:rect l="l" t="t" r="r" b="b"/>
                <a:pathLst>
                  <a:path w="1285" h="258">
                    <a:moveTo>
                      <a:pt x="0" y="0"/>
                    </a:moveTo>
                    <a:moveTo>
                      <a:pt x="1280" y="229"/>
                    </a:moveTo>
                    <a:lnTo>
                      <a:pt x="1281" y="231"/>
                    </a:lnTo>
                    <a:lnTo>
                      <a:pt x="1283" y="234"/>
                    </a:lnTo>
                    <a:lnTo>
                      <a:pt x="1285" y="237"/>
                    </a:lnTo>
                    <a:lnTo>
                      <a:pt x="1284" y="240"/>
                    </a:lnTo>
                    <a:lnTo>
                      <a:pt x="1280" y="241"/>
                    </a:lnTo>
                    <a:lnTo>
                      <a:pt x="1274" y="242"/>
                    </a:lnTo>
                    <a:lnTo>
                      <a:pt x="1269" y="242"/>
                    </a:lnTo>
                    <a:lnTo>
                      <a:pt x="1266" y="243"/>
                    </a:lnTo>
                    <a:lnTo>
                      <a:pt x="1265" y="246"/>
                    </a:lnTo>
                    <a:lnTo>
                      <a:pt x="1264" y="249"/>
                    </a:lnTo>
                    <a:lnTo>
                      <a:pt x="1262" y="251"/>
                    </a:lnTo>
                    <a:lnTo>
                      <a:pt x="1259" y="253"/>
                    </a:lnTo>
                    <a:lnTo>
                      <a:pt x="1256" y="255"/>
                    </a:lnTo>
                    <a:lnTo>
                      <a:pt x="1253" y="257"/>
                    </a:lnTo>
                    <a:lnTo>
                      <a:pt x="1249" y="258"/>
                    </a:lnTo>
                    <a:lnTo>
                      <a:pt x="1244" y="258"/>
                    </a:lnTo>
                    <a:lnTo>
                      <a:pt x="1240" y="256"/>
                    </a:lnTo>
                    <a:lnTo>
                      <a:pt x="1236" y="254"/>
                    </a:lnTo>
                    <a:lnTo>
                      <a:pt x="1233" y="253"/>
                    </a:lnTo>
                    <a:lnTo>
                      <a:pt x="1229" y="254"/>
                    </a:lnTo>
                    <a:lnTo>
                      <a:pt x="1226" y="255"/>
                    </a:lnTo>
                    <a:lnTo>
                      <a:pt x="1222" y="254"/>
                    </a:lnTo>
                    <a:lnTo>
                      <a:pt x="1221" y="251"/>
                    </a:lnTo>
                    <a:lnTo>
                      <a:pt x="1220" y="249"/>
                    </a:lnTo>
                    <a:lnTo>
                      <a:pt x="1218" y="247"/>
                    </a:lnTo>
                    <a:lnTo>
                      <a:pt x="1214" y="247"/>
                    </a:lnTo>
                    <a:lnTo>
                      <a:pt x="1210" y="247"/>
                    </a:lnTo>
                    <a:lnTo>
                      <a:pt x="1206" y="246"/>
                    </a:lnTo>
                    <a:lnTo>
                      <a:pt x="1204" y="244"/>
                    </a:lnTo>
                    <a:lnTo>
                      <a:pt x="1203" y="242"/>
                    </a:lnTo>
                    <a:lnTo>
                      <a:pt x="1203" y="239"/>
                    </a:lnTo>
                    <a:lnTo>
                      <a:pt x="1203" y="236"/>
                    </a:lnTo>
                    <a:lnTo>
                      <a:pt x="1204" y="234"/>
                    </a:lnTo>
                    <a:lnTo>
                      <a:pt x="1207" y="231"/>
                    </a:lnTo>
                    <a:lnTo>
                      <a:pt x="1211" y="229"/>
                    </a:lnTo>
                    <a:lnTo>
                      <a:pt x="1212" y="227"/>
                    </a:lnTo>
                    <a:lnTo>
                      <a:pt x="1211" y="225"/>
                    </a:lnTo>
                    <a:lnTo>
                      <a:pt x="1208" y="222"/>
                    </a:lnTo>
                    <a:lnTo>
                      <a:pt x="1206" y="219"/>
                    </a:lnTo>
                    <a:lnTo>
                      <a:pt x="1207" y="216"/>
                    </a:lnTo>
                    <a:lnTo>
                      <a:pt x="1210" y="215"/>
                    </a:lnTo>
                    <a:lnTo>
                      <a:pt x="1213" y="213"/>
                    </a:lnTo>
                    <a:lnTo>
                      <a:pt x="1214" y="211"/>
                    </a:lnTo>
                    <a:lnTo>
                      <a:pt x="1215" y="209"/>
                    </a:lnTo>
                    <a:lnTo>
                      <a:pt x="1216" y="206"/>
                    </a:lnTo>
                    <a:lnTo>
                      <a:pt x="1219" y="205"/>
                    </a:lnTo>
                    <a:lnTo>
                      <a:pt x="1223" y="205"/>
                    </a:lnTo>
                    <a:lnTo>
                      <a:pt x="1226" y="205"/>
                    </a:lnTo>
                    <a:lnTo>
                      <a:pt x="1229" y="205"/>
                    </a:lnTo>
                    <a:lnTo>
                      <a:pt x="1231" y="204"/>
                    </a:lnTo>
                    <a:lnTo>
                      <a:pt x="1234" y="204"/>
                    </a:lnTo>
                    <a:lnTo>
                      <a:pt x="1237" y="205"/>
                    </a:lnTo>
                    <a:lnTo>
                      <a:pt x="1240" y="206"/>
                    </a:lnTo>
                    <a:lnTo>
                      <a:pt x="1243" y="204"/>
                    </a:lnTo>
                    <a:lnTo>
                      <a:pt x="1246" y="201"/>
                    </a:lnTo>
                    <a:lnTo>
                      <a:pt x="1251" y="199"/>
                    </a:lnTo>
                    <a:lnTo>
                      <a:pt x="1255" y="199"/>
                    </a:lnTo>
                    <a:lnTo>
                      <a:pt x="1258" y="202"/>
                    </a:lnTo>
                    <a:lnTo>
                      <a:pt x="1259" y="206"/>
                    </a:lnTo>
                    <a:lnTo>
                      <a:pt x="1260" y="209"/>
                    </a:lnTo>
                    <a:lnTo>
                      <a:pt x="1263" y="211"/>
                    </a:lnTo>
                    <a:lnTo>
                      <a:pt x="1266" y="212"/>
                    </a:lnTo>
                    <a:lnTo>
                      <a:pt x="1269" y="214"/>
                    </a:lnTo>
                    <a:lnTo>
                      <a:pt x="1271" y="216"/>
                    </a:lnTo>
                    <a:lnTo>
                      <a:pt x="1272" y="218"/>
                    </a:lnTo>
                    <a:lnTo>
                      <a:pt x="1275" y="220"/>
                    </a:lnTo>
                    <a:lnTo>
                      <a:pt x="1278" y="222"/>
                    </a:lnTo>
                    <a:lnTo>
                      <a:pt x="1280" y="224"/>
                    </a:lnTo>
                    <a:lnTo>
                      <a:pt x="1281" y="226"/>
                    </a:lnTo>
                    <a:close/>
                  </a:path>
                </a:pathLst>
              </a:custGeom>
              <a:solidFill>
                <a:srgbClr val="86D1BC">
                  <a:alpha val="9600"/>
                </a:srgbClr>
              </a:solidFill>
              <a:ln>
                <a:noFill/>
              </a:ln>
            </p:spPr>
            <p:txBody>
              <a:bodyPr anchor="ctr"/>
              <a:lstStyle/>
              <a:p>
                <a:pPr algn="ctr">
                  <a:buNone/>
                </a:pPr>
              </a:p>
            </p:txBody>
          </p:sp>
          <p:sp>
            <p:nvSpPr>
              <p:cNvPr id="7043" name="addition:input:42">
                <a:extLst>
                  <a:ext uri="{FF2B5EF4-FFF2-40B4-BE49-F238E27FC236}">
                    <ns2:creationId id="{DD9881F5-5A88-4487-B8BD-DB63DEE17B0C}"/>
                  </a:ext>
                </a:extLst>
              </p:cNvPr>
              <p:cNvSpPr>
                <a:spLocks noGrp="1"/>
              </p:cNvSpPr>
              <p:nvPr/>
            </p:nvSpPr>
            <p:spPr>
              <a:xfrm>
                <a:off x="209550" y="5438775"/>
                <a:ext cx="2179198" cy="498622"/>
              </a:xfrm>
              <a:custGeom>
                <a:rect l="l" t="t" r="r" b="b"/>
                <a:pathLst>
                  <a:path w="1324" h="266">
                    <a:moveTo>
                      <a:pt x="0" y="0"/>
                    </a:moveTo>
                    <a:moveTo>
                      <a:pt x="1315" y="235"/>
                    </a:moveTo>
                    <a:lnTo>
                      <a:pt x="1319" y="238"/>
                    </a:lnTo>
                    <a:lnTo>
                      <a:pt x="1323" y="241"/>
                    </a:lnTo>
                    <a:lnTo>
                      <a:pt x="1324" y="244"/>
                    </a:lnTo>
                    <a:lnTo>
                      <a:pt x="1322" y="246"/>
                    </a:lnTo>
                    <a:lnTo>
                      <a:pt x="1320" y="248"/>
                    </a:lnTo>
                    <a:lnTo>
                      <a:pt x="1317" y="250"/>
                    </a:lnTo>
                    <a:lnTo>
                      <a:pt x="1314" y="252"/>
                    </a:lnTo>
                    <a:lnTo>
                      <a:pt x="1310" y="253"/>
                    </a:lnTo>
                    <a:lnTo>
                      <a:pt x="1306" y="253"/>
                    </a:lnTo>
                    <a:lnTo>
                      <a:pt x="1303" y="254"/>
                    </a:lnTo>
                    <a:lnTo>
                      <a:pt x="1301" y="256"/>
                    </a:lnTo>
                    <a:lnTo>
                      <a:pt x="1300" y="260"/>
                    </a:lnTo>
                    <a:lnTo>
                      <a:pt x="1298" y="263"/>
                    </a:lnTo>
                    <a:lnTo>
                      <a:pt x="1294" y="265"/>
                    </a:lnTo>
                    <a:lnTo>
                      <a:pt x="1290" y="265"/>
                    </a:lnTo>
                    <a:lnTo>
                      <a:pt x="1285" y="264"/>
                    </a:lnTo>
                    <a:lnTo>
                      <a:pt x="1281" y="263"/>
                    </a:lnTo>
                    <a:lnTo>
                      <a:pt x="1277" y="265"/>
                    </a:lnTo>
                    <a:lnTo>
                      <a:pt x="1273" y="266"/>
                    </a:lnTo>
                    <a:lnTo>
                      <a:pt x="1269" y="266"/>
                    </a:lnTo>
                    <a:lnTo>
                      <a:pt x="1265" y="264"/>
                    </a:lnTo>
                    <a:lnTo>
                      <a:pt x="1262" y="261"/>
                    </a:lnTo>
                    <a:lnTo>
                      <a:pt x="1260" y="259"/>
                    </a:lnTo>
                    <a:lnTo>
                      <a:pt x="1257" y="257"/>
                    </a:lnTo>
                    <a:lnTo>
                      <a:pt x="1254" y="256"/>
                    </a:lnTo>
                    <a:lnTo>
                      <a:pt x="1252" y="254"/>
                    </a:lnTo>
                    <a:lnTo>
                      <a:pt x="1250" y="252"/>
                    </a:lnTo>
                    <a:lnTo>
                      <a:pt x="1247" y="251"/>
                    </a:lnTo>
                    <a:lnTo>
                      <a:pt x="1242" y="250"/>
                    </a:lnTo>
                    <a:lnTo>
                      <a:pt x="1237" y="249"/>
                    </a:lnTo>
                    <a:lnTo>
                      <a:pt x="1234" y="247"/>
                    </a:lnTo>
                    <a:lnTo>
                      <a:pt x="1235" y="244"/>
                    </a:lnTo>
                    <a:lnTo>
                      <a:pt x="1239" y="240"/>
                    </a:lnTo>
                    <a:lnTo>
                      <a:pt x="1243" y="237"/>
                    </a:lnTo>
                    <a:lnTo>
                      <a:pt x="1244" y="235"/>
                    </a:lnTo>
                    <a:lnTo>
                      <a:pt x="1244" y="233"/>
                    </a:lnTo>
                    <a:lnTo>
                      <a:pt x="1244" y="230"/>
                    </a:lnTo>
                    <a:lnTo>
                      <a:pt x="1245" y="227"/>
                    </a:lnTo>
                    <a:lnTo>
                      <a:pt x="1247" y="225"/>
                    </a:lnTo>
                    <a:lnTo>
                      <a:pt x="1249" y="223"/>
                    </a:lnTo>
                    <a:lnTo>
                      <a:pt x="1250" y="220"/>
                    </a:lnTo>
                    <a:lnTo>
                      <a:pt x="1250" y="218"/>
                    </a:lnTo>
                    <a:lnTo>
                      <a:pt x="1252" y="215"/>
                    </a:lnTo>
                    <a:lnTo>
                      <a:pt x="1255" y="214"/>
                    </a:lnTo>
                    <a:lnTo>
                      <a:pt x="1258" y="212"/>
                    </a:lnTo>
                    <a:lnTo>
                      <a:pt x="1260" y="210"/>
                    </a:lnTo>
                    <a:lnTo>
                      <a:pt x="1262" y="207"/>
                    </a:lnTo>
                    <a:lnTo>
                      <a:pt x="1264" y="205"/>
                    </a:lnTo>
                    <a:lnTo>
                      <a:pt x="1268" y="205"/>
                    </a:lnTo>
                    <a:lnTo>
                      <a:pt x="1272" y="207"/>
                    </a:lnTo>
                    <a:lnTo>
                      <a:pt x="1276" y="210"/>
                    </a:lnTo>
                    <a:lnTo>
                      <a:pt x="1278" y="212"/>
                    </a:lnTo>
                    <a:lnTo>
                      <a:pt x="1280" y="210"/>
                    </a:lnTo>
                    <a:lnTo>
                      <a:pt x="1283" y="208"/>
                    </a:lnTo>
                    <a:lnTo>
                      <a:pt x="1287" y="206"/>
                    </a:lnTo>
                    <a:lnTo>
                      <a:pt x="1290" y="206"/>
                    </a:lnTo>
                    <a:lnTo>
                      <a:pt x="1293" y="207"/>
                    </a:lnTo>
                    <a:lnTo>
                      <a:pt x="1297" y="207"/>
                    </a:lnTo>
                    <a:lnTo>
                      <a:pt x="1300" y="208"/>
                    </a:lnTo>
                    <a:lnTo>
                      <a:pt x="1303" y="210"/>
                    </a:lnTo>
                    <a:lnTo>
                      <a:pt x="1304" y="213"/>
                    </a:lnTo>
                    <a:lnTo>
                      <a:pt x="1305" y="217"/>
                    </a:lnTo>
                    <a:lnTo>
                      <a:pt x="1306" y="219"/>
                    </a:lnTo>
                    <a:lnTo>
                      <a:pt x="1308" y="221"/>
                    </a:lnTo>
                    <a:lnTo>
                      <a:pt x="1312" y="222"/>
                    </a:lnTo>
                    <a:lnTo>
                      <a:pt x="1315" y="225"/>
                    </a:lnTo>
                    <a:lnTo>
                      <a:pt x="1315" y="227"/>
                    </a:lnTo>
                    <a:lnTo>
                      <a:pt x="1313" y="230"/>
                    </a:lnTo>
                    <a:lnTo>
                      <a:pt x="1312" y="233"/>
                    </a:lnTo>
                    <a:close/>
                  </a:path>
                </a:pathLst>
              </a:custGeom>
              <a:solidFill>
                <a:srgbClr val="86D1BC">
                  <a:alpha val="9600"/>
                </a:srgbClr>
              </a:solidFill>
              <a:ln>
                <a:noFill/>
              </a:ln>
            </p:spPr>
            <p:txBody>
              <a:bodyPr anchor="ctr"/>
              <a:lstStyle/>
              <a:p>
                <a:pPr algn="ctr">
                  <a:buNone/>
                </a:pPr>
              </a:p>
            </p:txBody>
          </p:sp>
          <p:sp>
            <p:nvSpPr>
              <p:cNvPr id="7044" name="addition:input:43">
                <a:extLst>
                  <a:ext uri="{FF2B5EF4-FFF2-40B4-BE49-F238E27FC236}">
                    <ns2:creationId id="{8C914D0C-C729-4911-844A-2F7C3532576B}"/>
                  </a:ext>
                </a:extLst>
              </p:cNvPr>
              <p:cNvSpPr>
                <a:spLocks noGrp="1"/>
              </p:cNvSpPr>
              <p:nvPr/>
            </p:nvSpPr>
            <p:spPr>
              <a:xfrm>
                <a:off x="209550" y="5438775"/>
                <a:ext cx="2235159" cy="547360"/>
              </a:xfrm>
              <a:custGeom>
                <a:rect l="l" t="t" r="r" b="b"/>
                <a:pathLst>
                  <a:path w="1358" h="292">
                    <a:moveTo>
                      <a:pt x="0" y="0"/>
                    </a:moveTo>
                    <a:moveTo>
                      <a:pt x="1358" y="259"/>
                    </a:moveTo>
                    <a:lnTo>
                      <a:pt x="1357" y="262"/>
                    </a:lnTo>
                    <a:lnTo>
                      <a:pt x="1356" y="265"/>
                    </a:lnTo>
                    <a:lnTo>
                      <a:pt x="1356" y="268"/>
                    </a:lnTo>
                    <a:lnTo>
                      <a:pt x="1355" y="271"/>
                    </a:lnTo>
                    <a:lnTo>
                      <a:pt x="1352" y="274"/>
                    </a:lnTo>
                    <a:lnTo>
                      <a:pt x="1346" y="275"/>
                    </a:lnTo>
                    <a:lnTo>
                      <a:pt x="1340" y="275"/>
                    </a:lnTo>
                    <a:lnTo>
                      <a:pt x="1336" y="276"/>
                    </a:lnTo>
                    <a:lnTo>
                      <a:pt x="1335" y="279"/>
                    </a:lnTo>
                    <a:lnTo>
                      <a:pt x="1335" y="283"/>
                    </a:lnTo>
                    <a:lnTo>
                      <a:pt x="1334" y="288"/>
                    </a:lnTo>
                    <a:lnTo>
                      <a:pt x="1331" y="290"/>
                    </a:lnTo>
                    <a:lnTo>
                      <a:pt x="1326" y="291"/>
                    </a:lnTo>
                    <a:lnTo>
                      <a:pt x="1321" y="291"/>
                    </a:lnTo>
                    <a:lnTo>
                      <a:pt x="1317" y="291"/>
                    </a:lnTo>
                    <a:lnTo>
                      <a:pt x="1312" y="292"/>
                    </a:lnTo>
                    <a:lnTo>
                      <a:pt x="1308" y="292"/>
                    </a:lnTo>
                    <a:lnTo>
                      <a:pt x="1304" y="290"/>
                    </a:lnTo>
                    <a:lnTo>
                      <a:pt x="1301" y="288"/>
                    </a:lnTo>
                    <a:lnTo>
                      <a:pt x="1297" y="288"/>
                    </a:lnTo>
                    <a:lnTo>
                      <a:pt x="1294" y="288"/>
                    </a:lnTo>
                    <a:lnTo>
                      <a:pt x="1290" y="288"/>
                    </a:lnTo>
                    <a:lnTo>
                      <a:pt x="1287" y="287"/>
                    </a:lnTo>
                    <a:lnTo>
                      <a:pt x="1286" y="284"/>
                    </a:lnTo>
                    <a:lnTo>
                      <a:pt x="1284" y="281"/>
                    </a:lnTo>
                    <a:lnTo>
                      <a:pt x="1281" y="280"/>
                    </a:lnTo>
                    <a:lnTo>
                      <a:pt x="1276" y="281"/>
                    </a:lnTo>
                    <a:lnTo>
                      <a:pt x="1270" y="280"/>
                    </a:lnTo>
                    <a:lnTo>
                      <a:pt x="1267" y="278"/>
                    </a:lnTo>
                    <a:lnTo>
                      <a:pt x="1267" y="275"/>
                    </a:lnTo>
                    <a:lnTo>
                      <a:pt x="1270" y="271"/>
                    </a:lnTo>
                    <a:lnTo>
                      <a:pt x="1272" y="267"/>
                    </a:lnTo>
                    <a:lnTo>
                      <a:pt x="1273" y="265"/>
                    </a:lnTo>
                    <a:lnTo>
                      <a:pt x="1274" y="262"/>
                    </a:lnTo>
                    <a:lnTo>
                      <a:pt x="1275" y="259"/>
                    </a:lnTo>
                    <a:lnTo>
                      <a:pt x="1276" y="257"/>
                    </a:lnTo>
                    <a:lnTo>
                      <a:pt x="1275" y="254"/>
                    </a:lnTo>
                    <a:lnTo>
                      <a:pt x="1273" y="251"/>
                    </a:lnTo>
                    <a:lnTo>
                      <a:pt x="1270" y="248"/>
                    </a:lnTo>
                    <a:lnTo>
                      <a:pt x="1270" y="244"/>
                    </a:lnTo>
                    <a:lnTo>
                      <a:pt x="1272" y="242"/>
                    </a:lnTo>
                    <a:lnTo>
                      <a:pt x="1277" y="241"/>
                    </a:lnTo>
                    <a:lnTo>
                      <a:pt x="1280" y="239"/>
                    </a:lnTo>
                    <a:lnTo>
                      <a:pt x="1281" y="237"/>
                    </a:lnTo>
                    <a:lnTo>
                      <a:pt x="1282" y="233"/>
                    </a:lnTo>
                    <a:lnTo>
                      <a:pt x="1284" y="231"/>
                    </a:lnTo>
                    <a:lnTo>
                      <a:pt x="1287" y="230"/>
                    </a:lnTo>
                    <a:lnTo>
                      <a:pt x="1292" y="232"/>
                    </a:lnTo>
                    <a:lnTo>
                      <a:pt x="1296" y="233"/>
                    </a:lnTo>
                    <a:lnTo>
                      <a:pt x="1299" y="233"/>
                    </a:lnTo>
                    <a:lnTo>
                      <a:pt x="1301" y="231"/>
                    </a:lnTo>
                    <a:lnTo>
                      <a:pt x="1304" y="230"/>
                    </a:lnTo>
                    <a:lnTo>
                      <a:pt x="1308" y="229"/>
                    </a:lnTo>
                    <a:lnTo>
                      <a:pt x="1312" y="228"/>
                    </a:lnTo>
                    <a:lnTo>
                      <a:pt x="1316" y="227"/>
                    </a:lnTo>
                    <a:lnTo>
                      <a:pt x="1321" y="225"/>
                    </a:lnTo>
                    <a:lnTo>
                      <a:pt x="1326" y="225"/>
                    </a:lnTo>
                    <a:lnTo>
                      <a:pt x="1329" y="228"/>
                    </a:lnTo>
                    <a:lnTo>
                      <a:pt x="1331" y="233"/>
                    </a:lnTo>
                    <a:lnTo>
                      <a:pt x="1331" y="237"/>
                    </a:lnTo>
                    <a:lnTo>
                      <a:pt x="1333" y="240"/>
                    </a:lnTo>
                    <a:lnTo>
                      <a:pt x="1337" y="241"/>
                    </a:lnTo>
                    <a:lnTo>
                      <a:pt x="1343" y="241"/>
                    </a:lnTo>
                    <a:lnTo>
                      <a:pt x="1346" y="243"/>
                    </a:lnTo>
                    <a:lnTo>
                      <a:pt x="1348" y="246"/>
                    </a:lnTo>
                    <a:lnTo>
                      <a:pt x="1349" y="249"/>
                    </a:lnTo>
                    <a:lnTo>
                      <a:pt x="1350" y="251"/>
                    </a:lnTo>
                    <a:lnTo>
                      <a:pt x="1353" y="254"/>
                    </a:lnTo>
                    <a:lnTo>
                      <a:pt x="1356" y="256"/>
                    </a:lnTo>
                    <a:close/>
                  </a:path>
                </a:pathLst>
              </a:custGeom>
              <a:solidFill>
                <a:srgbClr val="86D1BC">
                  <a:alpha val="9600"/>
                </a:srgbClr>
              </a:solidFill>
              <a:ln>
                <a:noFill/>
              </a:ln>
            </p:spPr>
            <p:txBody>
              <a:bodyPr anchor="ctr"/>
              <a:lstStyle/>
              <a:p>
                <a:pPr algn="ctr">
                  <a:buNone/>
                </a:pPr>
              </a:p>
            </p:txBody>
          </p:sp>
          <p:sp>
            <p:nvSpPr>
              <p:cNvPr id="7045" name="addition:input:44">
                <a:extLst>
                  <a:ext uri="{FF2B5EF4-FFF2-40B4-BE49-F238E27FC236}">
                    <ns2:creationId id="{88E1659D-17DC-4BA1-BCA3-F2E9B6F66EFB}"/>
                  </a:ext>
                </a:extLst>
              </p:cNvPr>
              <p:cNvSpPr>
                <a:spLocks noGrp="1"/>
              </p:cNvSpPr>
              <p:nvPr/>
            </p:nvSpPr>
            <p:spPr>
              <a:xfrm>
                <a:off x="209550" y="5438775"/>
                <a:ext cx="2207179" cy="607344"/>
              </a:xfrm>
              <a:custGeom>
                <a:rect l="l" t="t" r="r" b="b"/>
                <a:pathLst>
                  <a:path w="1341" h="324">
                    <a:moveTo>
                      <a:pt x="0" y="0"/>
                    </a:moveTo>
                    <a:moveTo>
                      <a:pt x="1341" y="286"/>
                    </a:moveTo>
                    <a:lnTo>
                      <a:pt x="1339" y="289"/>
                    </a:lnTo>
                    <a:lnTo>
                      <a:pt x="1338" y="292"/>
                    </a:lnTo>
                    <a:lnTo>
                      <a:pt x="1337" y="295"/>
                    </a:lnTo>
                    <a:lnTo>
                      <a:pt x="1335" y="298"/>
                    </a:lnTo>
                    <a:lnTo>
                      <a:pt x="1332" y="300"/>
                    </a:lnTo>
                    <a:lnTo>
                      <a:pt x="1328" y="302"/>
                    </a:lnTo>
                    <a:lnTo>
                      <a:pt x="1324" y="304"/>
                    </a:lnTo>
                    <a:lnTo>
                      <a:pt x="1321" y="306"/>
                    </a:lnTo>
                    <a:lnTo>
                      <a:pt x="1319" y="309"/>
                    </a:lnTo>
                    <a:lnTo>
                      <a:pt x="1316" y="311"/>
                    </a:lnTo>
                    <a:lnTo>
                      <a:pt x="1311" y="312"/>
                    </a:lnTo>
                    <a:lnTo>
                      <a:pt x="1305" y="312"/>
                    </a:lnTo>
                    <a:lnTo>
                      <a:pt x="1300" y="313"/>
                    </a:lnTo>
                    <a:lnTo>
                      <a:pt x="1297" y="316"/>
                    </a:lnTo>
                    <a:lnTo>
                      <a:pt x="1293" y="320"/>
                    </a:lnTo>
                    <a:lnTo>
                      <a:pt x="1288" y="324"/>
                    </a:lnTo>
                    <a:lnTo>
                      <a:pt x="1282" y="324"/>
                    </a:lnTo>
                    <a:lnTo>
                      <a:pt x="1276" y="321"/>
                    </a:lnTo>
                    <a:lnTo>
                      <a:pt x="1272" y="317"/>
                    </a:lnTo>
                    <a:lnTo>
                      <a:pt x="1267" y="315"/>
                    </a:lnTo>
                    <a:lnTo>
                      <a:pt x="1263" y="314"/>
                    </a:lnTo>
                    <a:lnTo>
                      <a:pt x="1259" y="313"/>
                    </a:lnTo>
                    <a:lnTo>
                      <a:pt x="1256" y="311"/>
                    </a:lnTo>
                    <a:lnTo>
                      <a:pt x="1252" y="310"/>
                    </a:lnTo>
                    <a:lnTo>
                      <a:pt x="1248" y="310"/>
                    </a:lnTo>
                    <a:lnTo>
                      <a:pt x="1242" y="310"/>
                    </a:lnTo>
                    <a:lnTo>
                      <a:pt x="1236" y="309"/>
                    </a:lnTo>
                    <a:lnTo>
                      <a:pt x="1233" y="307"/>
                    </a:lnTo>
                    <a:lnTo>
                      <a:pt x="1234" y="303"/>
                    </a:lnTo>
                    <a:lnTo>
                      <a:pt x="1235" y="300"/>
                    </a:lnTo>
                    <a:lnTo>
                      <a:pt x="1235" y="297"/>
                    </a:lnTo>
                    <a:lnTo>
                      <a:pt x="1232" y="295"/>
                    </a:lnTo>
                    <a:lnTo>
                      <a:pt x="1229" y="292"/>
                    </a:lnTo>
                    <a:lnTo>
                      <a:pt x="1229" y="289"/>
                    </a:lnTo>
                    <a:lnTo>
                      <a:pt x="1233" y="286"/>
                    </a:lnTo>
                    <a:lnTo>
                      <a:pt x="1238" y="283"/>
                    </a:lnTo>
                    <a:lnTo>
                      <a:pt x="1242" y="281"/>
                    </a:lnTo>
                    <a:lnTo>
                      <a:pt x="1242" y="279"/>
                    </a:lnTo>
                    <a:lnTo>
                      <a:pt x="1241" y="276"/>
                    </a:lnTo>
                    <a:lnTo>
                      <a:pt x="1241" y="273"/>
                    </a:lnTo>
                    <a:lnTo>
                      <a:pt x="1242" y="270"/>
                    </a:lnTo>
                    <a:lnTo>
                      <a:pt x="1242" y="266"/>
                    </a:lnTo>
                    <a:lnTo>
                      <a:pt x="1243" y="263"/>
                    </a:lnTo>
                    <a:lnTo>
                      <a:pt x="1244" y="259"/>
                    </a:lnTo>
                    <a:lnTo>
                      <a:pt x="1247" y="257"/>
                    </a:lnTo>
                    <a:lnTo>
                      <a:pt x="1253" y="257"/>
                    </a:lnTo>
                    <a:lnTo>
                      <a:pt x="1260" y="259"/>
                    </a:lnTo>
                    <a:lnTo>
                      <a:pt x="1265" y="261"/>
                    </a:lnTo>
                    <a:lnTo>
                      <a:pt x="1268" y="260"/>
                    </a:lnTo>
                    <a:lnTo>
                      <a:pt x="1270" y="257"/>
                    </a:lnTo>
                    <a:lnTo>
                      <a:pt x="1273" y="254"/>
                    </a:lnTo>
                    <a:lnTo>
                      <a:pt x="1277" y="254"/>
                    </a:lnTo>
                    <a:lnTo>
                      <a:pt x="1281" y="255"/>
                    </a:lnTo>
                    <a:lnTo>
                      <a:pt x="1285" y="256"/>
                    </a:lnTo>
                    <a:lnTo>
                      <a:pt x="1289" y="256"/>
                    </a:lnTo>
                    <a:lnTo>
                      <a:pt x="1294" y="255"/>
                    </a:lnTo>
                    <a:lnTo>
                      <a:pt x="1299" y="255"/>
                    </a:lnTo>
                    <a:lnTo>
                      <a:pt x="1304" y="256"/>
                    </a:lnTo>
                    <a:lnTo>
                      <a:pt x="1307" y="258"/>
                    </a:lnTo>
                    <a:lnTo>
                      <a:pt x="1312" y="260"/>
                    </a:lnTo>
                    <a:lnTo>
                      <a:pt x="1316" y="261"/>
                    </a:lnTo>
                    <a:lnTo>
                      <a:pt x="1320" y="264"/>
                    </a:lnTo>
                    <a:lnTo>
                      <a:pt x="1321" y="267"/>
                    </a:lnTo>
                    <a:lnTo>
                      <a:pt x="1319" y="271"/>
                    </a:lnTo>
                    <a:lnTo>
                      <a:pt x="1318" y="275"/>
                    </a:lnTo>
                    <a:lnTo>
                      <a:pt x="1320" y="277"/>
                    </a:lnTo>
                    <a:lnTo>
                      <a:pt x="1327" y="278"/>
                    </a:lnTo>
                    <a:lnTo>
                      <a:pt x="1335" y="280"/>
                    </a:lnTo>
                    <a:lnTo>
                      <a:pt x="1341" y="283"/>
                    </a:lnTo>
                    <a:close/>
                  </a:path>
                </a:pathLst>
              </a:custGeom>
              <a:solidFill>
                <a:srgbClr val="86D1BC">
                  <a:alpha val="9600"/>
                </a:srgbClr>
              </a:solidFill>
              <a:ln>
                <a:noFill/>
              </a:ln>
            </p:spPr>
            <p:txBody>
              <a:bodyPr anchor="ctr"/>
              <a:lstStyle/>
              <a:p>
                <a:pPr algn="ctr">
                  <a:buNone/>
                </a:pPr>
              </a:p>
            </p:txBody>
          </p:sp>
          <p:sp>
            <p:nvSpPr>
              <p:cNvPr id="7046" name="addition:input:45">
                <a:extLst>
                  <a:ext uri="{FF2B5EF4-FFF2-40B4-BE49-F238E27FC236}">
                    <ns2:creationId id="{D5A1465A-DCCB-4B74-97B0-AAF2A0FA9C79}"/>
                  </a:ext>
                </a:extLst>
              </p:cNvPr>
              <p:cNvSpPr>
                <a:spLocks noGrp="1"/>
              </p:cNvSpPr>
              <p:nvPr/>
            </p:nvSpPr>
            <p:spPr>
              <a:xfrm>
                <a:off x="209550" y="5438775"/>
                <a:ext cx="2116653" cy="603595"/>
              </a:xfrm>
              <a:custGeom>
                <a:rect l="l" t="t" r="r" b="b"/>
                <a:pathLst>
                  <a:path w="1286" h="322">
                    <a:moveTo>
                      <a:pt x="0" y="0"/>
                    </a:moveTo>
                    <a:moveTo>
                      <a:pt x="1281" y="289"/>
                    </a:moveTo>
                    <a:lnTo>
                      <a:pt x="1284" y="292"/>
                    </a:lnTo>
                    <a:lnTo>
                      <a:pt x="1286" y="296"/>
                    </a:lnTo>
                    <a:lnTo>
                      <a:pt x="1286" y="299"/>
                    </a:lnTo>
                    <a:lnTo>
                      <a:pt x="1282" y="301"/>
                    </a:lnTo>
                    <a:lnTo>
                      <a:pt x="1276" y="302"/>
                    </a:lnTo>
                    <a:lnTo>
                      <a:pt x="1269" y="303"/>
                    </a:lnTo>
                    <a:lnTo>
                      <a:pt x="1265" y="304"/>
                    </a:lnTo>
                    <a:lnTo>
                      <a:pt x="1265" y="307"/>
                    </a:lnTo>
                    <a:lnTo>
                      <a:pt x="1264" y="311"/>
                    </a:lnTo>
                    <a:lnTo>
                      <a:pt x="1262" y="314"/>
                    </a:lnTo>
                    <a:lnTo>
                      <a:pt x="1259" y="316"/>
                    </a:lnTo>
                    <a:lnTo>
                      <a:pt x="1254" y="317"/>
                    </a:lnTo>
                    <a:lnTo>
                      <a:pt x="1250" y="318"/>
                    </a:lnTo>
                    <a:lnTo>
                      <a:pt x="1246" y="320"/>
                    </a:lnTo>
                    <a:lnTo>
                      <a:pt x="1242" y="322"/>
                    </a:lnTo>
                    <a:lnTo>
                      <a:pt x="1237" y="322"/>
                    </a:lnTo>
                    <a:lnTo>
                      <a:pt x="1232" y="321"/>
                    </a:lnTo>
                    <a:lnTo>
                      <a:pt x="1228" y="321"/>
                    </a:lnTo>
                    <a:lnTo>
                      <a:pt x="1223" y="321"/>
                    </a:lnTo>
                    <a:lnTo>
                      <a:pt x="1219" y="321"/>
                    </a:lnTo>
                    <a:lnTo>
                      <a:pt x="1215" y="320"/>
                    </a:lnTo>
                    <a:lnTo>
                      <a:pt x="1213" y="316"/>
                    </a:lnTo>
                    <a:lnTo>
                      <a:pt x="1212" y="312"/>
                    </a:lnTo>
                    <a:lnTo>
                      <a:pt x="1210" y="310"/>
                    </a:lnTo>
                    <a:lnTo>
                      <a:pt x="1206" y="311"/>
                    </a:lnTo>
                    <a:lnTo>
                      <a:pt x="1200" y="312"/>
                    </a:lnTo>
                    <a:lnTo>
                      <a:pt x="1194" y="312"/>
                    </a:lnTo>
                    <a:lnTo>
                      <a:pt x="1190" y="310"/>
                    </a:lnTo>
                    <a:lnTo>
                      <a:pt x="1190" y="307"/>
                    </a:lnTo>
                    <a:lnTo>
                      <a:pt x="1190" y="304"/>
                    </a:lnTo>
                    <a:lnTo>
                      <a:pt x="1190" y="301"/>
                    </a:lnTo>
                    <a:lnTo>
                      <a:pt x="1190" y="298"/>
                    </a:lnTo>
                    <a:lnTo>
                      <a:pt x="1192" y="295"/>
                    </a:lnTo>
                    <a:lnTo>
                      <a:pt x="1194" y="292"/>
                    </a:lnTo>
                    <a:lnTo>
                      <a:pt x="1196" y="289"/>
                    </a:lnTo>
                    <a:lnTo>
                      <a:pt x="1196" y="287"/>
                    </a:lnTo>
                    <a:lnTo>
                      <a:pt x="1194" y="284"/>
                    </a:lnTo>
                    <a:lnTo>
                      <a:pt x="1192" y="281"/>
                    </a:lnTo>
                    <a:lnTo>
                      <a:pt x="1194" y="278"/>
                    </a:lnTo>
                    <a:lnTo>
                      <a:pt x="1197" y="276"/>
                    </a:lnTo>
                    <a:lnTo>
                      <a:pt x="1200" y="274"/>
                    </a:lnTo>
                    <a:lnTo>
                      <a:pt x="1201" y="271"/>
                    </a:lnTo>
                    <a:lnTo>
                      <a:pt x="1200" y="267"/>
                    </a:lnTo>
                    <a:lnTo>
                      <a:pt x="1200" y="263"/>
                    </a:lnTo>
                    <a:lnTo>
                      <a:pt x="1202" y="261"/>
                    </a:lnTo>
                    <a:lnTo>
                      <a:pt x="1207" y="260"/>
                    </a:lnTo>
                    <a:lnTo>
                      <a:pt x="1212" y="261"/>
                    </a:lnTo>
                    <a:lnTo>
                      <a:pt x="1216" y="262"/>
                    </a:lnTo>
                    <a:lnTo>
                      <a:pt x="1219" y="262"/>
                    </a:lnTo>
                    <a:lnTo>
                      <a:pt x="1222" y="262"/>
                    </a:lnTo>
                    <a:lnTo>
                      <a:pt x="1226" y="262"/>
                    </a:lnTo>
                    <a:lnTo>
                      <a:pt x="1229" y="262"/>
                    </a:lnTo>
                    <a:lnTo>
                      <a:pt x="1232" y="260"/>
                    </a:lnTo>
                    <a:lnTo>
                      <a:pt x="1236" y="257"/>
                    </a:lnTo>
                    <a:lnTo>
                      <a:pt x="1240" y="255"/>
                    </a:lnTo>
                    <a:lnTo>
                      <a:pt x="1245" y="254"/>
                    </a:lnTo>
                    <a:lnTo>
                      <a:pt x="1249" y="257"/>
                    </a:lnTo>
                    <a:lnTo>
                      <a:pt x="1251" y="261"/>
                    </a:lnTo>
                    <a:lnTo>
                      <a:pt x="1253" y="264"/>
                    </a:lnTo>
                    <a:lnTo>
                      <a:pt x="1257" y="266"/>
                    </a:lnTo>
                    <a:lnTo>
                      <a:pt x="1261" y="266"/>
                    </a:lnTo>
                    <a:lnTo>
                      <a:pt x="1266" y="268"/>
                    </a:lnTo>
                    <a:lnTo>
                      <a:pt x="1268" y="271"/>
                    </a:lnTo>
                    <a:lnTo>
                      <a:pt x="1268" y="274"/>
                    </a:lnTo>
                    <a:lnTo>
                      <a:pt x="1269" y="277"/>
                    </a:lnTo>
                    <a:lnTo>
                      <a:pt x="1271" y="279"/>
                    </a:lnTo>
                    <a:lnTo>
                      <a:pt x="1275" y="281"/>
                    </a:lnTo>
                    <a:lnTo>
                      <a:pt x="1277" y="284"/>
                    </a:lnTo>
                    <a:lnTo>
                      <a:pt x="1279" y="286"/>
                    </a:lnTo>
                    <a:close/>
                  </a:path>
                </a:pathLst>
              </a:custGeom>
              <a:solidFill>
                <a:srgbClr val="86D1BC">
                  <a:alpha val="9600"/>
                </a:srgbClr>
              </a:solidFill>
              <a:ln>
                <a:noFill/>
              </a:ln>
            </p:spPr>
            <p:txBody>
              <a:bodyPr anchor="ctr"/>
              <a:lstStyle/>
              <a:p>
                <a:pPr algn="ctr">
                  <a:buNone/>
                </a:pPr>
              </a:p>
            </p:txBody>
          </p:sp>
          <p:sp>
            <p:nvSpPr>
              <p:cNvPr id="7047" name="addition:input:46">
                <a:extLst>
                  <a:ext uri="{FF2B5EF4-FFF2-40B4-BE49-F238E27FC236}">
                    <ns2:creationId id="{2C4F6413-3EA1-4359-A9C9-44B91FAE3C9A}"/>
                  </a:ext>
                </a:extLst>
              </p:cNvPr>
              <p:cNvSpPr>
                <a:spLocks noGrp="1"/>
              </p:cNvSpPr>
              <p:nvPr/>
            </p:nvSpPr>
            <p:spPr>
              <a:xfrm>
                <a:off x="209550" y="5438775"/>
                <a:ext cx="2032711" cy="569854"/>
              </a:xfrm>
              <a:custGeom>
                <a:rect l="l" t="t" r="r" b="b"/>
                <a:pathLst>
                  <a:path w="1235" h="304">
                    <a:moveTo>
                      <a:pt x="0" y="0"/>
                    </a:moveTo>
                    <a:moveTo>
                      <a:pt x="1234" y="278"/>
                    </a:moveTo>
                    <a:lnTo>
                      <a:pt x="1232" y="280"/>
                    </a:lnTo>
                    <a:lnTo>
                      <a:pt x="1230" y="282"/>
                    </a:lnTo>
                    <a:lnTo>
                      <a:pt x="1228" y="285"/>
                    </a:lnTo>
                    <a:lnTo>
                      <a:pt x="1225" y="287"/>
                    </a:lnTo>
                    <a:lnTo>
                      <a:pt x="1222" y="288"/>
                    </a:lnTo>
                    <a:lnTo>
                      <a:pt x="1218" y="289"/>
                    </a:lnTo>
                    <a:lnTo>
                      <a:pt x="1217" y="291"/>
                    </a:lnTo>
                    <a:lnTo>
                      <a:pt x="1218" y="295"/>
                    </a:lnTo>
                    <a:lnTo>
                      <a:pt x="1218" y="299"/>
                    </a:lnTo>
                    <a:lnTo>
                      <a:pt x="1217" y="302"/>
                    </a:lnTo>
                    <a:lnTo>
                      <a:pt x="1214" y="304"/>
                    </a:lnTo>
                    <a:lnTo>
                      <a:pt x="1209" y="303"/>
                    </a:lnTo>
                    <a:lnTo>
                      <a:pt x="1205" y="302"/>
                    </a:lnTo>
                    <a:lnTo>
                      <a:pt x="1202" y="302"/>
                    </a:lnTo>
                    <a:lnTo>
                      <a:pt x="1199" y="303"/>
                    </a:lnTo>
                    <a:lnTo>
                      <a:pt x="1197" y="304"/>
                    </a:lnTo>
                    <a:lnTo>
                      <a:pt x="1194" y="304"/>
                    </a:lnTo>
                    <a:lnTo>
                      <a:pt x="1191" y="303"/>
                    </a:lnTo>
                    <a:lnTo>
                      <a:pt x="1189" y="302"/>
                    </a:lnTo>
                    <a:lnTo>
                      <a:pt x="1186" y="302"/>
                    </a:lnTo>
                    <a:lnTo>
                      <a:pt x="1183" y="303"/>
                    </a:lnTo>
                    <a:lnTo>
                      <a:pt x="1181" y="302"/>
                    </a:lnTo>
                    <a:lnTo>
                      <a:pt x="1179" y="300"/>
                    </a:lnTo>
                    <a:lnTo>
                      <a:pt x="1177" y="299"/>
                    </a:lnTo>
                    <a:lnTo>
                      <a:pt x="1173" y="299"/>
                    </a:lnTo>
                    <a:lnTo>
                      <a:pt x="1169" y="299"/>
                    </a:lnTo>
                    <a:lnTo>
                      <a:pt x="1165" y="298"/>
                    </a:lnTo>
                    <a:lnTo>
                      <a:pt x="1163" y="296"/>
                    </a:lnTo>
                    <a:lnTo>
                      <a:pt x="1165" y="292"/>
                    </a:lnTo>
                    <a:lnTo>
                      <a:pt x="1167" y="288"/>
                    </a:lnTo>
                    <a:lnTo>
                      <a:pt x="1169" y="286"/>
                    </a:lnTo>
                    <a:lnTo>
                      <a:pt x="1167" y="284"/>
                    </a:lnTo>
                    <a:lnTo>
                      <a:pt x="1165" y="282"/>
                    </a:lnTo>
                    <a:lnTo>
                      <a:pt x="1162" y="280"/>
                    </a:lnTo>
                    <a:lnTo>
                      <a:pt x="1161" y="278"/>
                    </a:lnTo>
                    <a:lnTo>
                      <a:pt x="1160" y="275"/>
                    </a:lnTo>
                    <a:lnTo>
                      <a:pt x="1158" y="273"/>
                    </a:lnTo>
                    <a:lnTo>
                      <a:pt x="1157" y="270"/>
                    </a:lnTo>
                    <a:lnTo>
                      <a:pt x="1157" y="267"/>
                    </a:lnTo>
                    <a:lnTo>
                      <a:pt x="1159" y="265"/>
                    </a:lnTo>
                    <a:lnTo>
                      <a:pt x="1162" y="264"/>
                    </a:lnTo>
                    <a:lnTo>
                      <a:pt x="1165" y="263"/>
                    </a:lnTo>
                    <a:lnTo>
                      <a:pt x="1166" y="260"/>
                    </a:lnTo>
                    <a:lnTo>
                      <a:pt x="1166" y="258"/>
                    </a:lnTo>
                    <a:lnTo>
                      <a:pt x="1168" y="256"/>
                    </a:lnTo>
                    <a:lnTo>
                      <a:pt x="1172" y="256"/>
                    </a:lnTo>
                    <a:lnTo>
                      <a:pt x="1176" y="257"/>
                    </a:lnTo>
                    <a:lnTo>
                      <a:pt x="1179" y="257"/>
                    </a:lnTo>
                    <a:lnTo>
                      <a:pt x="1182" y="256"/>
                    </a:lnTo>
                    <a:lnTo>
                      <a:pt x="1184" y="253"/>
                    </a:lnTo>
                    <a:lnTo>
                      <a:pt x="1187" y="250"/>
                    </a:lnTo>
                    <a:lnTo>
                      <a:pt x="1190" y="249"/>
                    </a:lnTo>
                    <a:lnTo>
                      <a:pt x="1194" y="248"/>
                    </a:lnTo>
                    <a:lnTo>
                      <a:pt x="1198" y="248"/>
                    </a:lnTo>
                    <a:lnTo>
                      <a:pt x="1202" y="249"/>
                    </a:lnTo>
                    <a:lnTo>
                      <a:pt x="1206" y="250"/>
                    </a:lnTo>
                    <a:lnTo>
                      <a:pt x="1209" y="253"/>
                    </a:lnTo>
                    <a:lnTo>
                      <a:pt x="1210" y="256"/>
                    </a:lnTo>
                    <a:lnTo>
                      <a:pt x="1212" y="259"/>
                    </a:lnTo>
                    <a:lnTo>
                      <a:pt x="1215" y="260"/>
                    </a:lnTo>
                    <a:lnTo>
                      <a:pt x="1219" y="260"/>
                    </a:lnTo>
                    <a:lnTo>
                      <a:pt x="1224" y="260"/>
                    </a:lnTo>
                    <a:lnTo>
                      <a:pt x="1227" y="261"/>
                    </a:lnTo>
                    <a:lnTo>
                      <a:pt x="1228" y="264"/>
                    </a:lnTo>
                    <a:lnTo>
                      <a:pt x="1228" y="266"/>
                    </a:lnTo>
                    <a:lnTo>
                      <a:pt x="1229" y="269"/>
                    </a:lnTo>
                    <a:lnTo>
                      <a:pt x="1232" y="270"/>
                    </a:lnTo>
                    <a:lnTo>
                      <a:pt x="1234" y="272"/>
                    </a:lnTo>
                    <a:lnTo>
                      <a:pt x="1235" y="275"/>
                    </a:lnTo>
                    <a:close/>
                  </a:path>
                </a:pathLst>
              </a:custGeom>
              <a:solidFill>
                <a:srgbClr val="86D1BC">
                  <a:alpha val="9600"/>
                </a:srgbClr>
              </a:solidFill>
              <a:ln>
                <a:noFill/>
              </a:ln>
            </p:spPr>
            <p:txBody>
              <a:bodyPr anchor="ctr"/>
              <a:lstStyle/>
              <a:p>
                <a:pPr algn="ctr">
                  <a:buNone/>
                </a:pPr>
              </a:p>
            </p:txBody>
          </p:sp>
          <p:sp>
            <p:nvSpPr>
              <p:cNvPr id="7048" name="addition:input:47">
                <a:extLst>
                  <a:ext uri="{FF2B5EF4-FFF2-40B4-BE49-F238E27FC236}">
                    <ns2:creationId id="{7A0CEB4D-A204-4664-9CA3-F16A76B460C5}"/>
                  </a:ext>
                </a:extLst>
              </p:cNvPr>
              <p:cNvSpPr>
                <a:spLocks noGrp="1"/>
              </p:cNvSpPr>
              <p:nvPr/>
            </p:nvSpPr>
            <p:spPr>
              <a:xfrm>
                <a:off x="209550" y="5438775"/>
                <a:ext cx="2164385" cy="579227"/>
              </a:xfrm>
              <a:custGeom>
                <a:rect l="l" t="t" r="r" b="b"/>
                <a:pathLst>
                  <a:path w="1315" h="309">
                    <a:moveTo>
                      <a:pt x="0" y="0"/>
                    </a:moveTo>
                    <a:moveTo>
                      <a:pt x="1307" y="273"/>
                    </a:moveTo>
                    <a:lnTo>
                      <a:pt x="1303" y="276"/>
                    </a:lnTo>
                    <a:lnTo>
                      <a:pt x="1299" y="278"/>
                    </a:lnTo>
                    <a:lnTo>
                      <a:pt x="1296" y="281"/>
                    </a:lnTo>
                    <a:lnTo>
                      <a:pt x="1298" y="284"/>
                    </a:lnTo>
                    <a:lnTo>
                      <a:pt x="1302" y="288"/>
                    </a:lnTo>
                    <a:lnTo>
                      <a:pt x="1304" y="293"/>
                    </a:lnTo>
                    <a:lnTo>
                      <a:pt x="1302" y="296"/>
                    </a:lnTo>
                    <a:lnTo>
                      <a:pt x="1296" y="297"/>
                    </a:lnTo>
                    <a:lnTo>
                      <a:pt x="1291" y="298"/>
                    </a:lnTo>
                    <a:lnTo>
                      <a:pt x="1287" y="300"/>
                    </a:lnTo>
                    <a:lnTo>
                      <a:pt x="1285" y="302"/>
                    </a:lnTo>
                    <a:lnTo>
                      <a:pt x="1282" y="305"/>
                    </a:lnTo>
                    <a:lnTo>
                      <a:pt x="1278" y="306"/>
                    </a:lnTo>
                    <a:lnTo>
                      <a:pt x="1273" y="306"/>
                    </a:lnTo>
                    <a:lnTo>
                      <a:pt x="1269" y="305"/>
                    </a:lnTo>
                    <a:lnTo>
                      <a:pt x="1265" y="304"/>
                    </a:lnTo>
                    <a:lnTo>
                      <a:pt x="1261" y="305"/>
                    </a:lnTo>
                    <a:lnTo>
                      <a:pt x="1257" y="305"/>
                    </a:lnTo>
                    <a:lnTo>
                      <a:pt x="1254" y="305"/>
                    </a:lnTo>
                    <a:lnTo>
                      <a:pt x="1250" y="304"/>
                    </a:lnTo>
                    <a:lnTo>
                      <a:pt x="1245" y="305"/>
                    </a:lnTo>
                    <a:lnTo>
                      <a:pt x="1239" y="307"/>
                    </a:lnTo>
                    <a:lnTo>
                      <a:pt x="1232" y="309"/>
                    </a:lnTo>
                    <a:lnTo>
                      <a:pt x="1226" y="307"/>
                    </a:lnTo>
                    <a:lnTo>
                      <a:pt x="1224" y="303"/>
                    </a:lnTo>
                    <a:lnTo>
                      <a:pt x="1225" y="298"/>
                    </a:lnTo>
                    <a:lnTo>
                      <a:pt x="1225" y="293"/>
                    </a:lnTo>
                    <a:lnTo>
                      <a:pt x="1222" y="291"/>
                    </a:lnTo>
                    <a:lnTo>
                      <a:pt x="1218" y="289"/>
                    </a:lnTo>
                    <a:lnTo>
                      <a:pt x="1213" y="287"/>
                    </a:lnTo>
                    <a:lnTo>
                      <a:pt x="1210" y="285"/>
                    </a:lnTo>
                    <a:lnTo>
                      <a:pt x="1208" y="282"/>
                    </a:lnTo>
                    <a:lnTo>
                      <a:pt x="1206" y="279"/>
                    </a:lnTo>
                    <a:lnTo>
                      <a:pt x="1202" y="276"/>
                    </a:lnTo>
                    <a:lnTo>
                      <a:pt x="1199" y="273"/>
                    </a:lnTo>
                    <a:lnTo>
                      <a:pt x="1198" y="270"/>
                    </a:lnTo>
                    <a:lnTo>
                      <a:pt x="1200" y="267"/>
                    </a:lnTo>
                    <a:lnTo>
                      <a:pt x="1202" y="264"/>
                    </a:lnTo>
                    <a:lnTo>
                      <a:pt x="1202" y="261"/>
                    </a:lnTo>
                    <a:lnTo>
                      <a:pt x="1201" y="257"/>
                    </a:lnTo>
                    <a:lnTo>
                      <a:pt x="1203" y="254"/>
                    </a:lnTo>
                    <a:lnTo>
                      <a:pt x="1208" y="252"/>
                    </a:lnTo>
                    <a:lnTo>
                      <a:pt x="1216" y="252"/>
                    </a:lnTo>
                    <a:lnTo>
                      <a:pt x="1223" y="253"/>
                    </a:lnTo>
                    <a:lnTo>
                      <a:pt x="1227" y="251"/>
                    </a:lnTo>
                    <a:lnTo>
                      <a:pt x="1229" y="248"/>
                    </a:lnTo>
                    <a:lnTo>
                      <a:pt x="1230" y="243"/>
                    </a:lnTo>
                    <a:lnTo>
                      <a:pt x="1234" y="240"/>
                    </a:lnTo>
                    <a:lnTo>
                      <a:pt x="1239" y="238"/>
                    </a:lnTo>
                    <a:lnTo>
                      <a:pt x="1245" y="237"/>
                    </a:lnTo>
                    <a:lnTo>
                      <a:pt x="1250" y="236"/>
                    </a:lnTo>
                    <a:lnTo>
                      <a:pt x="1256" y="235"/>
                    </a:lnTo>
                    <a:lnTo>
                      <a:pt x="1262" y="236"/>
                    </a:lnTo>
                    <a:lnTo>
                      <a:pt x="1267" y="239"/>
                    </a:lnTo>
                    <a:lnTo>
                      <a:pt x="1272" y="242"/>
                    </a:lnTo>
                    <a:lnTo>
                      <a:pt x="1276" y="244"/>
                    </a:lnTo>
                    <a:lnTo>
                      <a:pt x="1281" y="244"/>
                    </a:lnTo>
                    <a:lnTo>
                      <a:pt x="1287" y="243"/>
                    </a:lnTo>
                    <a:lnTo>
                      <a:pt x="1291" y="244"/>
                    </a:lnTo>
                    <a:lnTo>
                      <a:pt x="1294" y="247"/>
                    </a:lnTo>
                    <a:lnTo>
                      <a:pt x="1295" y="250"/>
                    </a:lnTo>
                    <a:lnTo>
                      <a:pt x="1297" y="253"/>
                    </a:lnTo>
                    <a:lnTo>
                      <a:pt x="1302" y="254"/>
                    </a:lnTo>
                    <a:lnTo>
                      <a:pt x="1308" y="254"/>
                    </a:lnTo>
                    <a:lnTo>
                      <a:pt x="1313" y="256"/>
                    </a:lnTo>
                    <a:lnTo>
                      <a:pt x="1315" y="259"/>
                    </a:lnTo>
                    <a:lnTo>
                      <a:pt x="1313" y="263"/>
                    </a:lnTo>
                    <a:lnTo>
                      <a:pt x="1311" y="267"/>
                    </a:lnTo>
                    <a:lnTo>
                      <a:pt x="1309" y="270"/>
                    </a:lnTo>
                    <a:close/>
                  </a:path>
                </a:pathLst>
              </a:custGeom>
              <a:solidFill>
                <a:srgbClr val="86D1BC">
                  <a:alpha val="9600"/>
                </a:srgbClr>
              </a:solidFill>
              <a:ln>
                <a:noFill/>
              </a:ln>
            </p:spPr>
            <p:txBody>
              <a:bodyPr anchor="ctr"/>
              <a:lstStyle/>
              <a:p>
                <a:pPr algn="ctr">
                  <a:buNone/>
                </a:pPr>
              </a:p>
            </p:txBody>
          </p:sp>
          <p:sp>
            <p:nvSpPr>
              <p:cNvPr id="7049" name="addition:input:48">
                <a:extLst>
                  <a:ext uri="{FF2B5EF4-FFF2-40B4-BE49-F238E27FC236}">
                    <ns2:creationId id="{E75DF1E9-76D1-4B54-B9F2-F614A7EADB44}"/>
                  </a:ext>
                </a:extLst>
              </p:cNvPr>
              <p:cNvSpPr>
                <a:spLocks noGrp="1"/>
              </p:cNvSpPr>
              <p:nvPr/>
            </p:nvSpPr>
            <p:spPr>
              <a:xfrm>
                <a:off x="209550" y="5438775"/>
                <a:ext cx="2197303" cy="596097"/>
              </a:xfrm>
              <a:custGeom>
                <a:rect l="l" t="t" r="r" b="b"/>
                <a:pathLst>
                  <a:path w="1335" h="318">
                    <a:moveTo>
                      <a:pt x="0" y="0"/>
                    </a:moveTo>
                    <a:moveTo>
                      <a:pt x="1329" y="267"/>
                    </a:moveTo>
                    <a:lnTo>
                      <a:pt x="1330" y="272"/>
                    </a:lnTo>
                    <a:lnTo>
                      <a:pt x="1327" y="276"/>
                    </a:lnTo>
                    <a:lnTo>
                      <a:pt x="1320" y="280"/>
                    </a:lnTo>
                    <a:lnTo>
                      <a:pt x="1312" y="282"/>
                    </a:lnTo>
                    <a:lnTo>
                      <a:pt x="1308" y="286"/>
                    </a:lnTo>
                    <a:lnTo>
                      <a:pt x="1307" y="290"/>
                    </a:lnTo>
                    <a:lnTo>
                      <a:pt x="1307" y="295"/>
                    </a:lnTo>
                    <a:lnTo>
                      <a:pt x="1305" y="300"/>
                    </a:lnTo>
                    <a:lnTo>
                      <a:pt x="1301" y="304"/>
                    </a:lnTo>
                    <a:lnTo>
                      <a:pt x="1298" y="309"/>
                    </a:lnTo>
                    <a:lnTo>
                      <a:pt x="1294" y="314"/>
                    </a:lnTo>
                    <a:lnTo>
                      <a:pt x="1289" y="318"/>
                    </a:lnTo>
                    <a:lnTo>
                      <a:pt x="1282" y="318"/>
                    </a:lnTo>
                    <a:lnTo>
                      <a:pt x="1273" y="314"/>
                    </a:lnTo>
                    <a:lnTo>
                      <a:pt x="1266" y="310"/>
                    </a:lnTo>
                    <a:lnTo>
                      <a:pt x="1261" y="308"/>
                    </a:lnTo>
                    <a:lnTo>
                      <a:pt x="1257" y="310"/>
                    </a:lnTo>
                    <a:lnTo>
                      <a:pt x="1252" y="314"/>
                    </a:lnTo>
                    <a:lnTo>
                      <a:pt x="1246" y="317"/>
                    </a:lnTo>
                    <a:lnTo>
                      <a:pt x="1240" y="317"/>
                    </a:lnTo>
                    <a:lnTo>
                      <a:pt x="1236" y="314"/>
                    </a:lnTo>
                    <a:lnTo>
                      <a:pt x="1231" y="312"/>
                    </a:lnTo>
                    <a:lnTo>
                      <a:pt x="1225" y="311"/>
                    </a:lnTo>
                    <a:lnTo>
                      <a:pt x="1218" y="311"/>
                    </a:lnTo>
                    <a:lnTo>
                      <a:pt x="1212" y="309"/>
                    </a:lnTo>
                    <a:lnTo>
                      <a:pt x="1208" y="305"/>
                    </a:lnTo>
                    <a:lnTo>
                      <a:pt x="1205" y="301"/>
                    </a:lnTo>
                    <a:lnTo>
                      <a:pt x="1201" y="297"/>
                    </a:lnTo>
                    <a:lnTo>
                      <a:pt x="1196" y="293"/>
                    </a:lnTo>
                    <a:lnTo>
                      <a:pt x="1194" y="289"/>
                    </a:lnTo>
                    <a:lnTo>
                      <a:pt x="1195" y="284"/>
                    </a:lnTo>
                    <a:lnTo>
                      <a:pt x="1199" y="278"/>
                    </a:lnTo>
                    <a:lnTo>
                      <a:pt x="1200" y="274"/>
                    </a:lnTo>
                    <a:lnTo>
                      <a:pt x="1195" y="271"/>
                    </a:lnTo>
                    <a:lnTo>
                      <a:pt x="1185" y="267"/>
                    </a:lnTo>
                    <a:lnTo>
                      <a:pt x="1175" y="262"/>
                    </a:lnTo>
                    <a:lnTo>
                      <a:pt x="1171" y="257"/>
                    </a:lnTo>
                    <a:lnTo>
                      <a:pt x="1174" y="252"/>
                    </a:lnTo>
                    <a:lnTo>
                      <a:pt x="1180" y="248"/>
                    </a:lnTo>
                    <a:lnTo>
                      <a:pt x="1184" y="245"/>
                    </a:lnTo>
                    <a:lnTo>
                      <a:pt x="1188" y="241"/>
                    </a:lnTo>
                    <a:lnTo>
                      <a:pt x="1192" y="238"/>
                    </a:lnTo>
                    <a:lnTo>
                      <a:pt x="1197" y="236"/>
                    </a:lnTo>
                    <a:lnTo>
                      <a:pt x="1204" y="234"/>
                    </a:lnTo>
                    <a:lnTo>
                      <a:pt x="1208" y="232"/>
                    </a:lnTo>
                    <a:lnTo>
                      <a:pt x="1212" y="228"/>
                    </a:lnTo>
                    <a:lnTo>
                      <a:pt x="1216" y="223"/>
                    </a:lnTo>
                    <a:lnTo>
                      <a:pt x="1222" y="221"/>
                    </a:lnTo>
                    <a:lnTo>
                      <a:pt x="1229" y="221"/>
                    </a:lnTo>
                    <a:lnTo>
                      <a:pt x="1237" y="222"/>
                    </a:lnTo>
                    <a:lnTo>
                      <a:pt x="1244" y="220"/>
                    </a:lnTo>
                    <a:lnTo>
                      <a:pt x="1250" y="216"/>
                    </a:lnTo>
                    <a:lnTo>
                      <a:pt x="1258" y="211"/>
                    </a:lnTo>
                    <a:lnTo>
                      <a:pt x="1267" y="209"/>
                    </a:lnTo>
                    <a:lnTo>
                      <a:pt x="1275" y="212"/>
                    </a:lnTo>
                    <a:lnTo>
                      <a:pt x="1281" y="219"/>
                    </a:lnTo>
                    <a:lnTo>
                      <a:pt x="1285" y="225"/>
                    </a:lnTo>
                    <a:lnTo>
                      <a:pt x="1290" y="228"/>
                    </a:lnTo>
                    <a:lnTo>
                      <a:pt x="1295" y="230"/>
                    </a:lnTo>
                    <a:lnTo>
                      <a:pt x="1301" y="232"/>
                    </a:lnTo>
                    <a:lnTo>
                      <a:pt x="1306" y="235"/>
                    </a:lnTo>
                    <a:lnTo>
                      <a:pt x="1311" y="237"/>
                    </a:lnTo>
                    <a:lnTo>
                      <a:pt x="1319" y="238"/>
                    </a:lnTo>
                    <a:lnTo>
                      <a:pt x="1328" y="239"/>
                    </a:lnTo>
                    <a:lnTo>
                      <a:pt x="1334" y="242"/>
                    </a:lnTo>
                    <a:lnTo>
                      <a:pt x="1335" y="247"/>
                    </a:lnTo>
                    <a:lnTo>
                      <a:pt x="1331" y="253"/>
                    </a:lnTo>
                    <a:lnTo>
                      <a:pt x="1326" y="258"/>
                    </a:lnTo>
                    <a:lnTo>
                      <a:pt x="1326" y="263"/>
                    </a:lnTo>
                    <a:close/>
                  </a:path>
                </a:pathLst>
              </a:custGeom>
              <a:solidFill>
                <a:srgbClr val="56BFA2">
                  <a:alpha val="11100"/>
                </a:srgbClr>
              </a:solidFill>
              <a:ln>
                <a:noFill/>
              </a:ln>
            </p:spPr>
            <p:txBody>
              <a:bodyPr anchor="ctr"/>
              <a:lstStyle/>
              <a:p>
                <a:pPr algn="ctr">
                  <a:buNone/>
                </a:pPr>
              </a:p>
            </p:txBody>
          </p:sp>
          <p:sp>
            <p:nvSpPr>
              <p:cNvPr id="7050" name="addition:input:49">
                <a:extLst>
                  <a:ext uri="{FF2B5EF4-FFF2-40B4-BE49-F238E27FC236}">
                    <ns2:creationId id="{272154A9-ACF8-4996-B8FC-1B41BF65A5A5}"/>
                  </a:ext>
                </a:extLst>
              </p:cNvPr>
              <p:cNvSpPr>
                <a:spLocks noGrp="1"/>
              </p:cNvSpPr>
              <p:nvPr/>
            </p:nvSpPr>
            <p:spPr>
              <a:xfrm>
                <a:off x="209550" y="5438775"/>
                <a:ext cx="2080443" cy="526740"/>
              </a:xfrm>
              <a:custGeom>
                <a:rect l="l" t="t" r="r" b="b"/>
                <a:pathLst>
                  <a:path w="1264" h="281">
                    <a:moveTo>
                      <a:pt x="0" y="0"/>
                    </a:moveTo>
                    <a:moveTo>
                      <a:pt x="1263" y="253"/>
                    </a:moveTo>
                    <a:lnTo>
                      <a:pt x="1264" y="256"/>
                    </a:lnTo>
                    <a:lnTo>
                      <a:pt x="1263" y="258"/>
                    </a:lnTo>
                    <a:lnTo>
                      <a:pt x="1260" y="260"/>
                    </a:lnTo>
                    <a:lnTo>
                      <a:pt x="1258" y="262"/>
                    </a:lnTo>
                    <a:lnTo>
                      <a:pt x="1257" y="264"/>
                    </a:lnTo>
                    <a:lnTo>
                      <a:pt x="1257" y="267"/>
                    </a:lnTo>
                    <a:lnTo>
                      <a:pt x="1256" y="269"/>
                    </a:lnTo>
                    <a:lnTo>
                      <a:pt x="1253" y="270"/>
                    </a:lnTo>
                    <a:lnTo>
                      <a:pt x="1248" y="270"/>
                    </a:lnTo>
                    <a:lnTo>
                      <a:pt x="1245" y="270"/>
                    </a:lnTo>
                    <a:lnTo>
                      <a:pt x="1242" y="271"/>
                    </a:lnTo>
                    <a:lnTo>
                      <a:pt x="1241" y="274"/>
                    </a:lnTo>
                    <a:lnTo>
                      <a:pt x="1239" y="277"/>
                    </a:lnTo>
                    <a:lnTo>
                      <a:pt x="1236" y="279"/>
                    </a:lnTo>
                    <a:lnTo>
                      <a:pt x="1233" y="280"/>
                    </a:lnTo>
                    <a:lnTo>
                      <a:pt x="1229" y="281"/>
                    </a:lnTo>
                    <a:lnTo>
                      <a:pt x="1226" y="281"/>
                    </a:lnTo>
                    <a:lnTo>
                      <a:pt x="1222" y="281"/>
                    </a:lnTo>
                    <a:lnTo>
                      <a:pt x="1218" y="279"/>
                    </a:lnTo>
                    <a:lnTo>
                      <a:pt x="1216" y="277"/>
                    </a:lnTo>
                    <a:lnTo>
                      <a:pt x="1214" y="274"/>
                    </a:lnTo>
                    <a:lnTo>
                      <a:pt x="1211" y="273"/>
                    </a:lnTo>
                    <a:lnTo>
                      <a:pt x="1208" y="273"/>
                    </a:lnTo>
                    <a:lnTo>
                      <a:pt x="1204" y="274"/>
                    </a:lnTo>
                    <a:lnTo>
                      <a:pt x="1201" y="274"/>
                    </a:lnTo>
                    <a:lnTo>
                      <a:pt x="1199" y="272"/>
                    </a:lnTo>
                    <a:lnTo>
                      <a:pt x="1199" y="269"/>
                    </a:lnTo>
                    <a:lnTo>
                      <a:pt x="1198" y="267"/>
                    </a:lnTo>
                    <a:lnTo>
                      <a:pt x="1195" y="266"/>
                    </a:lnTo>
                    <a:lnTo>
                      <a:pt x="1192" y="265"/>
                    </a:lnTo>
                    <a:lnTo>
                      <a:pt x="1190" y="263"/>
                    </a:lnTo>
                    <a:lnTo>
                      <a:pt x="1190" y="261"/>
                    </a:lnTo>
                    <a:lnTo>
                      <a:pt x="1191" y="258"/>
                    </a:lnTo>
                    <a:lnTo>
                      <a:pt x="1193" y="256"/>
                    </a:lnTo>
                    <a:lnTo>
                      <a:pt x="1194" y="253"/>
                    </a:lnTo>
                    <a:lnTo>
                      <a:pt x="1195" y="251"/>
                    </a:lnTo>
                    <a:lnTo>
                      <a:pt x="1198" y="249"/>
                    </a:lnTo>
                    <a:lnTo>
                      <a:pt x="1200" y="248"/>
                    </a:lnTo>
                    <a:lnTo>
                      <a:pt x="1201" y="246"/>
                    </a:lnTo>
                    <a:lnTo>
                      <a:pt x="1200" y="243"/>
                    </a:lnTo>
                    <a:lnTo>
                      <a:pt x="1198" y="240"/>
                    </a:lnTo>
                    <a:lnTo>
                      <a:pt x="1197" y="236"/>
                    </a:lnTo>
                    <a:lnTo>
                      <a:pt x="1198" y="234"/>
                    </a:lnTo>
                    <a:lnTo>
                      <a:pt x="1202" y="233"/>
                    </a:lnTo>
                    <a:lnTo>
                      <a:pt x="1206" y="233"/>
                    </a:lnTo>
                    <a:lnTo>
                      <a:pt x="1209" y="233"/>
                    </a:lnTo>
                    <a:lnTo>
                      <a:pt x="1211" y="231"/>
                    </a:lnTo>
                    <a:lnTo>
                      <a:pt x="1213" y="230"/>
                    </a:lnTo>
                    <a:lnTo>
                      <a:pt x="1215" y="230"/>
                    </a:lnTo>
                    <a:lnTo>
                      <a:pt x="1218" y="230"/>
                    </a:lnTo>
                    <a:lnTo>
                      <a:pt x="1220" y="230"/>
                    </a:lnTo>
                    <a:lnTo>
                      <a:pt x="1222" y="230"/>
                    </a:lnTo>
                    <a:lnTo>
                      <a:pt x="1225" y="229"/>
                    </a:lnTo>
                    <a:lnTo>
                      <a:pt x="1228" y="229"/>
                    </a:lnTo>
                    <a:lnTo>
                      <a:pt x="1230" y="229"/>
                    </a:lnTo>
                    <a:lnTo>
                      <a:pt x="1232" y="230"/>
                    </a:lnTo>
                    <a:lnTo>
                      <a:pt x="1235" y="230"/>
                    </a:lnTo>
                    <a:lnTo>
                      <a:pt x="1240" y="229"/>
                    </a:lnTo>
                    <a:lnTo>
                      <a:pt x="1244" y="229"/>
                    </a:lnTo>
                    <a:lnTo>
                      <a:pt x="1247" y="230"/>
                    </a:lnTo>
                    <a:lnTo>
                      <a:pt x="1248" y="233"/>
                    </a:lnTo>
                    <a:lnTo>
                      <a:pt x="1247" y="237"/>
                    </a:lnTo>
                    <a:lnTo>
                      <a:pt x="1247" y="240"/>
                    </a:lnTo>
                    <a:lnTo>
                      <a:pt x="1248" y="242"/>
                    </a:lnTo>
                    <a:lnTo>
                      <a:pt x="1251" y="243"/>
                    </a:lnTo>
                    <a:lnTo>
                      <a:pt x="1254" y="245"/>
                    </a:lnTo>
                    <a:lnTo>
                      <a:pt x="1256" y="247"/>
                    </a:lnTo>
                    <a:lnTo>
                      <a:pt x="1258" y="249"/>
                    </a:lnTo>
                    <a:lnTo>
                      <a:pt x="1260" y="251"/>
                    </a:lnTo>
                    <a:close/>
                  </a:path>
                </a:pathLst>
              </a:custGeom>
              <a:solidFill>
                <a:srgbClr val="41B796">
                  <a:alpha val="10800"/>
                </a:srgbClr>
              </a:solidFill>
              <a:ln>
                <a:noFill/>
              </a:ln>
            </p:spPr>
            <p:txBody>
              <a:bodyPr anchor="ctr"/>
              <a:lstStyle/>
              <a:p>
                <a:pPr algn="ctr">
                  <a:buNone/>
                </a:pPr>
              </a:p>
            </p:txBody>
          </p:sp>
          <p:sp>
            <p:nvSpPr>
              <p:cNvPr id="7051" name="addition:input:50">
                <a:extLst>
                  <a:ext uri="{FF2B5EF4-FFF2-40B4-BE49-F238E27FC236}">
                    <ns2:creationId id="{152EAF59-C6E8-4583-B816-C6A488B70507}"/>
                  </a:ext>
                </a:extLst>
              </p:cNvPr>
              <p:cNvSpPr>
                <a:spLocks noGrp="1"/>
              </p:cNvSpPr>
              <p:nvPr/>
            </p:nvSpPr>
            <p:spPr>
              <a:xfrm>
                <a:off x="209550" y="5438775"/>
                <a:ext cx="2147926" cy="498622"/>
              </a:xfrm>
              <a:custGeom>
                <a:rect l="l" t="t" r="r" b="b"/>
                <a:pathLst>
                  <a:path w="1305" h="266">
                    <a:moveTo>
                      <a:pt x="0" y="0"/>
                    </a:moveTo>
                    <a:moveTo>
                      <a:pt x="1299" y="246"/>
                    </a:moveTo>
                    <a:lnTo>
                      <a:pt x="1302" y="247"/>
                    </a:lnTo>
                    <a:lnTo>
                      <a:pt x="1304" y="250"/>
                    </a:lnTo>
                    <a:lnTo>
                      <a:pt x="1305" y="252"/>
                    </a:lnTo>
                    <a:lnTo>
                      <a:pt x="1303" y="253"/>
                    </a:lnTo>
                    <a:lnTo>
                      <a:pt x="1299" y="254"/>
                    </a:lnTo>
                    <a:lnTo>
                      <a:pt x="1296" y="255"/>
                    </a:lnTo>
                    <a:lnTo>
                      <a:pt x="1294" y="256"/>
                    </a:lnTo>
                    <a:lnTo>
                      <a:pt x="1293" y="257"/>
                    </a:lnTo>
                    <a:lnTo>
                      <a:pt x="1293" y="259"/>
                    </a:lnTo>
                    <a:lnTo>
                      <a:pt x="1291" y="260"/>
                    </a:lnTo>
                    <a:lnTo>
                      <a:pt x="1288" y="261"/>
                    </a:lnTo>
                    <a:lnTo>
                      <a:pt x="1286" y="262"/>
                    </a:lnTo>
                    <a:lnTo>
                      <a:pt x="1284" y="263"/>
                    </a:lnTo>
                    <a:lnTo>
                      <a:pt x="1282" y="264"/>
                    </a:lnTo>
                    <a:lnTo>
                      <a:pt x="1279" y="265"/>
                    </a:lnTo>
                    <a:lnTo>
                      <a:pt x="1276" y="265"/>
                    </a:lnTo>
                    <a:lnTo>
                      <a:pt x="1274" y="265"/>
                    </a:lnTo>
                    <a:lnTo>
                      <a:pt x="1271" y="265"/>
                    </a:lnTo>
                    <a:lnTo>
                      <a:pt x="1268" y="266"/>
                    </a:lnTo>
                    <a:lnTo>
                      <a:pt x="1265" y="266"/>
                    </a:lnTo>
                    <a:lnTo>
                      <a:pt x="1262" y="265"/>
                    </a:lnTo>
                    <a:lnTo>
                      <a:pt x="1261" y="262"/>
                    </a:lnTo>
                    <a:lnTo>
                      <a:pt x="1260" y="260"/>
                    </a:lnTo>
                    <a:lnTo>
                      <a:pt x="1259" y="258"/>
                    </a:lnTo>
                    <a:lnTo>
                      <a:pt x="1256" y="259"/>
                    </a:lnTo>
                    <a:lnTo>
                      <a:pt x="1253" y="259"/>
                    </a:lnTo>
                    <a:lnTo>
                      <a:pt x="1250" y="259"/>
                    </a:lnTo>
                    <a:lnTo>
                      <a:pt x="1248" y="258"/>
                    </a:lnTo>
                    <a:lnTo>
                      <a:pt x="1247" y="256"/>
                    </a:lnTo>
                    <a:lnTo>
                      <a:pt x="1245" y="255"/>
                    </a:lnTo>
                    <a:lnTo>
                      <a:pt x="1244" y="253"/>
                    </a:lnTo>
                    <a:lnTo>
                      <a:pt x="1244" y="251"/>
                    </a:lnTo>
                    <a:lnTo>
                      <a:pt x="1246" y="249"/>
                    </a:lnTo>
                    <a:lnTo>
                      <a:pt x="1248" y="247"/>
                    </a:lnTo>
                    <a:lnTo>
                      <a:pt x="1249" y="246"/>
                    </a:lnTo>
                    <a:lnTo>
                      <a:pt x="1249" y="244"/>
                    </a:lnTo>
                    <a:lnTo>
                      <a:pt x="1248" y="242"/>
                    </a:lnTo>
                    <a:lnTo>
                      <a:pt x="1248" y="240"/>
                    </a:lnTo>
                    <a:lnTo>
                      <a:pt x="1250" y="239"/>
                    </a:lnTo>
                    <a:lnTo>
                      <a:pt x="1253" y="238"/>
                    </a:lnTo>
                    <a:lnTo>
                      <a:pt x="1255" y="237"/>
                    </a:lnTo>
                    <a:lnTo>
                      <a:pt x="1255" y="235"/>
                    </a:lnTo>
                    <a:lnTo>
                      <a:pt x="1254" y="233"/>
                    </a:lnTo>
                    <a:lnTo>
                      <a:pt x="1254" y="230"/>
                    </a:lnTo>
                    <a:lnTo>
                      <a:pt x="1256" y="228"/>
                    </a:lnTo>
                    <a:lnTo>
                      <a:pt x="1258" y="228"/>
                    </a:lnTo>
                    <a:lnTo>
                      <a:pt x="1261" y="228"/>
                    </a:lnTo>
                    <a:lnTo>
                      <a:pt x="1263" y="228"/>
                    </a:lnTo>
                    <a:lnTo>
                      <a:pt x="1265" y="228"/>
                    </a:lnTo>
                    <a:lnTo>
                      <a:pt x="1268" y="228"/>
                    </a:lnTo>
                    <a:lnTo>
                      <a:pt x="1270" y="229"/>
                    </a:lnTo>
                    <a:lnTo>
                      <a:pt x="1271" y="230"/>
                    </a:lnTo>
                    <a:lnTo>
                      <a:pt x="1273" y="229"/>
                    </a:lnTo>
                    <a:lnTo>
                      <a:pt x="1275" y="227"/>
                    </a:lnTo>
                    <a:lnTo>
                      <a:pt x="1278" y="225"/>
                    </a:lnTo>
                    <a:lnTo>
                      <a:pt x="1280" y="225"/>
                    </a:lnTo>
                    <a:lnTo>
                      <a:pt x="1282" y="227"/>
                    </a:lnTo>
                    <a:lnTo>
                      <a:pt x="1283" y="229"/>
                    </a:lnTo>
                    <a:lnTo>
                      <a:pt x="1285" y="230"/>
                    </a:lnTo>
                    <a:lnTo>
                      <a:pt x="1288" y="230"/>
                    </a:lnTo>
                    <a:lnTo>
                      <a:pt x="1290" y="231"/>
                    </a:lnTo>
                    <a:lnTo>
                      <a:pt x="1292" y="232"/>
                    </a:lnTo>
                    <a:lnTo>
                      <a:pt x="1293" y="234"/>
                    </a:lnTo>
                    <a:lnTo>
                      <a:pt x="1293" y="236"/>
                    </a:lnTo>
                    <a:lnTo>
                      <a:pt x="1294" y="238"/>
                    </a:lnTo>
                    <a:lnTo>
                      <a:pt x="1295" y="239"/>
                    </a:lnTo>
                    <a:lnTo>
                      <a:pt x="1296" y="241"/>
                    </a:lnTo>
                    <a:lnTo>
                      <a:pt x="1297" y="243"/>
                    </a:lnTo>
                    <a:lnTo>
                      <a:pt x="1297" y="244"/>
                    </a:lnTo>
                    <a:close/>
                  </a:path>
                </a:pathLst>
              </a:custGeom>
              <a:solidFill>
                <a:srgbClr val="41B796">
                  <a:alpha val="10800"/>
                </a:srgbClr>
              </a:solidFill>
              <a:ln>
                <a:noFill/>
              </a:ln>
            </p:spPr>
            <p:txBody>
              <a:bodyPr anchor="ctr"/>
              <a:lstStyle/>
              <a:p>
                <a:pPr algn="ctr">
                  <a:buNone/>
                </a:pPr>
              </a:p>
            </p:txBody>
          </p:sp>
          <p:sp>
            <p:nvSpPr>
              <p:cNvPr id="7052" name="addition:input:51">
                <a:extLst>
                  <a:ext uri="{FF2B5EF4-FFF2-40B4-BE49-F238E27FC236}">
                    <ns2:creationId id="{4DF9F1A9-B64D-4CD4-85CB-024987758C1E}"/>
                  </a:ext>
                </a:extLst>
              </p:cNvPr>
              <p:cNvSpPr>
                <a:spLocks noGrp="1"/>
              </p:cNvSpPr>
              <p:nvPr/>
            </p:nvSpPr>
            <p:spPr>
              <a:xfrm>
                <a:off x="209550" y="5438775"/>
                <a:ext cx="2200595" cy="573603"/>
              </a:xfrm>
              <a:custGeom>
                <a:rect l="l" t="t" r="r" b="b"/>
                <a:pathLst>
                  <a:path w="1337" h="306">
                    <a:moveTo>
                      <a:pt x="0" y="0"/>
                    </a:moveTo>
                    <a:moveTo>
                      <a:pt x="1334" y="279"/>
                    </a:moveTo>
                    <a:lnTo>
                      <a:pt x="1329" y="281"/>
                    </a:lnTo>
                    <a:lnTo>
                      <a:pt x="1324" y="283"/>
                    </a:lnTo>
                    <a:lnTo>
                      <a:pt x="1322" y="285"/>
                    </a:lnTo>
                    <a:lnTo>
                      <a:pt x="1323" y="287"/>
                    </a:lnTo>
                    <a:lnTo>
                      <a:pt x="1323" y="290"/>
                    </a:lnTo>
                    <a:lnTo>
                      <a:pt x="1322" y="292"/>
                    </a:lnTo>
                    <a:lnTo>
                      <a:pt x="1320" y="294"/>
                    </a:lnTo>
                    <a:lnTo>
                      <a:pt x="1318" y="296"/>
                    </a:lnTo>
                    <a:lnTo>
                      <a:pt x="1317" y="298"/>
                    </a:lnTo>
                    <a:lnTo>
                      <a:pt x="1315" y="300"/>
                    </a:lnTo>
                    <a:lnTo>
                      <a:pt x="1312" y="302"/>
                    </a:lnTo>
                    <a:lnTo>
                      <a:pt x="1308" y="302"/>
                    </a:lnTo>
                    <a:lnTo>
                      <a:pt x="1305" y="302"/>
                    </a:lnTo>
                    <a:lnTo>
                      <a:pt x="1302" y="303"/>
                    </a:lnTo>
                    <a:lnTo>
                      <a:pt x="1300" y="305"/>
                    </a:lnTo>
                    <a:lnTo>
                      <a:pt x="1297" y="306"/>
                    </a:lnTo>
                    <a:lnTo>
                      <a:pt x="1294" y="305"/>
                    </a:lnTo>
                    <a:lnTo>
                      <a:pt x="1291" y="303"/>
                    </a:lnTo>
                    <a:lnTo>
                      <a:pt x="1289" y="300"/>
                    </a:lnTo>
                    <a:lnTo>
                      <a:pt x="1287" y="299"/>
                    </a:lnTo>
                    <a:lnTo>
                      <a:pt x="1284" y="301"/>
                    </a:lnTo>
                    <a:lnTo>
                      <a:pt x="1281" y="303"/>
                    </a:lnTo>
                    <a:lnTo>
                      <a:pt x="1277" y="304"/>
                    </a:lnTo>
                    <a:lnTo>
                      <a:pt x="1274" y="303"/>
                    </a:lnTo>
                    <a:lnTo>
                      <a:pt x="1271" y="301"/>
                    </a:lnTo>
                    <a:lnTo>
                      <a:pt x="1270" y="299"/>
                    </a:lnTo>
                    <a:lnTo>
                      <a:pt x="1268" y="297"/>
                    </a:lnTo>
                    <a:lnTo>
                      <a:pt x="1267" y="295"/>
                    </a:lnTo>
                    <a:lnTo>
                      <a:pt x="1267" y="292"/>
                    </a:lnTo>
                    <a:lnTo>
                      <a:pt x="1268" y="289"/>
                    </a:lnTo>
                    <a:lnTo>
                      <a:pt x="1268" y="287"/>
                    </a:lnTo>
                    <a:lnTo>
                      <a:pt x="1265" y="285"/>
                    </a:lnTo>
                    <a:lnTo>
                      <a:pt x="1261" y="284"/>
                    </a:lnTo>
                    <a:lnTo>
                      <a:pt x="1259" y="282"/>
                    </a:lnTo>
                    <a:lnTo>
                      <a:pt x="1259" y="279"/>
                    </a:lnTo>
                    <a:lnTo>
                      <a:pt x="1261" y="277"/>
                    </a:lnTo>
                    <a:lnTo>
                      <a:pt x="1262" y="275"/>
                    </a:lnTo>
                    <a:lnTo>
                      <a:pt x="1260" y="273"/>
                    </a:lnTo>
                    <a:lnTo>
                      <a:pt x="1258" y="270"/>
                    </a:lnTo>
                    <a:lnTo>
                      <a:pt x="1256" y="267"/>
                    </a:lnTo>
                    <a:lnTo>
                      <a:pt x="1258" y="265"/>
                    </a:lnTo>
                    <a:lnTo>
                      <a:pt x="1261" y="263"/>
                    </a:lnTo>
                    <a:lnTo>
                      <a:pt x="1264" y="262"/>
                    </a:lnTo>
                    <a:lnTo>
                      <a:pt x="1268" y="262"/>
                    </a:lnTo>
                    <a:lnTo>
                      <a:pt x="1270" y="261"/>
                    </a:lnTo>
                    <a:lnTo>
                      <a:pt x="1273" y="260"/>
                    </a:lnTo>
                    <a:lnTo>
                      <a:pt x="1276" y="260"/>
                    </a:lnTo>
                    <a:lnTo>
                      <a:pt x="1279" y="259"/>
                    </a:lnTo>
                    <a:lnTo>
                      <a:pt x="1281" y="257"/>
                    </a:lnTo>
                    <a:lnTo>
                      <a:pt x="1283" y="254"/>
                    </a:lnTo>
                    <a:lnTo>
                      <a:pt x="1286" y="251"/>
                    </a:lnTo>
                    <a:lnTo>
                      <a:pt x="1290" y="250"/>
                    </a:lnTo>
                    <a:lnTo>
                      <a:pt x="1294" y="251"/>
                    </a:lnTo>
                    <a:lnTo>
                      <a:pt x="1298" y="254"/>
                    </a:lnTo>
                    <a:lnTo>
                      <a:pt x="1301" y="255"/>
                    </a:lnTo>
                    <a:lnTo>
                      <a:pt x="1305" y="256"/>
                    </a:lnTo>
                    <a:lnTo>
                      <a:pt x="1309" y="256"/>
                    </a:lnTo>
                    <a:lnTo>
                      <a:pt x="1312" y="256"/>
                    </a:lnTo>
                    <a:lnTo>
                      <a:pt x="1315" y="259"/>
                    </a:lnTo>
                    <a:lnTo>
                      <a:pt x="1317" y="261"/>
                    </a:lnTo>
                    <a:lnTo>
                      <a:pt x="1319" y="263"/>
                    </a:lnTo>
                    <a:lnTo>
                      <a:pt x="1321" y="264"/>
                    </a:lnTo>
                    <a:lnTo>
                      <a:pt x="1324" y="265"/>
                    </a:lnTo>
                    <a:lnTo>
                      <a:pt x="1326" y="267"/>
                    </a:lnTo>
                    <a:lnTo>
                      <a:pt x="1328" y="269"/>
                    </a:lnTo>
                    <a:lnTo>
                      <a:pt x="1330" y="270"/>
                    </a:lnTo>
                    <a:lnTo>
                      <a:pt x="1333" y="272"/>
                    </a:lnTo>
                    <a:lnTo>
                      <a:pt x="1337" y="274"/>
                    </a:lnTo>
                    <a:lnTo>
                      <a:pt x="1337" y="277"/>
                    </a:lnTo>
                    <a:close/>
                  </a:path>
                </a:pathLst>
              </a:custGeom>
              <a:solidFill>
                <a:srgbClr val="41B796">
                  <a:alpha val="10800"/>
                </a:srgbClr>
              </a:solidFill>
              <a:ln>
                <a:noFill/>
              </a:ln>
            </p:spPr>
            <p:txBody>
              <a:bodyPr anchor="ctr"/>
              <a:lstStyle/>
              <a:p>
                <a:pPr algn="ctr">
                  <a:buNone/>
                </a:pPr>
              </a:p>
            </p:txBody>
          </p:sp>
          <p:sp>
            <p:nvSpPr>
              <p:cNvPr id="7053" name="addition:input:52">
                <a:extLst>
                  <a:ext uri="{FF2B5EF4-FFF2-40B4-BE49-F238E27FC236}">
                    <ns2:creationId id="{BA115CD4-DBED-486C-8450-C3F4FCE4200B}"/>
                  </a:ext>
                </a:extLst>
              </p:cNvPr>
              <p:cNvSpPr>
                <a:spLocks noGrp="1"/>
              </p:cNvSpPr>
              <p:nvPr/>
            </p:nvSpPr>
            <p:spPr>
              <a:xfrm>
                <a:off x="209550" y="5438775"/>
                <a:ext cx="2096902" cy="594223"/>
              </a:xfrm>
              <a:custGeom>
                <a:rect l="l" t="t" r="r" b="b"/>
                <a:pathLst>
                  <a:path w="1274" h="317">
                    <a:moveTo>
                      <a:pt x="0" y="0"/>
                    </a:moveTo>
                    <a:moveTo>
                      <a:pt x="1270" y="294"/>
                    </a:moveTo>
                    <a:lnTo>
                      <a:pt x="1272" y="296"/>
                    </a:lnTo>
                    <a:lnTo>
                      <a:pt x="1272" y="298"/>
                    </a:lnTo>
                    <a:lnTo>
                      <a:pt x="1271" y="299"/>
                    </a:lnTo>
                    <a:lnTo>
                      <a:pt x="1269" y="301"/>
                    </a:lnTo>
                    <a:lnTo>
                      <a:pt x="1267" y="302"/>
                    </a:lnTo>
                    <a:lnTo>
                      <a:pt x="1267" y="304"/>
                    </a:lnTo>
                    <a:lnTo>
                      <a:pt x="1268" y="307"/>
                    </a:lnTo>
                    <a:lnTo>
                      <a:pt x="1269" y="310"/>
                    </a:lnTo>
                    <a:lnTo>
                      <a:pt x="1268" y="312"/>
                    </a:lnTo>
                    <a:lnTo>
                      <a:pt x="1265" y="312"/>
                    </a:lnTo>
                    <a:lnTo>
                      <a:pt x="1261" y="312"/>
                    </a:lnTo>
                    <a:lnTo>
                      <a:pt x="1258" y="312"/>
                    </a:lnTo>
                    <a:lnTo>
                      <a:pt x="1256" y="312"/>
                    </a:lnTo>
                    <a:lnTo>
                      <a:pt x="1254" y="312"/>
                    </a:lnTo>
                    <a:lnTo>
                      <a:pt x="1251" y="312"/>
                    </a:lnTo>
                    <a:lnTo>
                      <a:pt x="1249" y="312"/>
                    </a:lnTo>
                    <a:lnTo>
                      <a:pt x="1247" y="313"/>
                    </a:lnTo>
                    <a:lnTo>
                      <a:pt x="1245" y="315"/>
                    </a:lnTo>
                    <a:lnTo>
                      <a:pt x="1242" y="317"/>
                    </a:lnTo>
                    <a:lnTo>
                      <a:pt x="1239" y="317"/>
                    </a:lnTo>
                    <a:lnTo>
                      <a:pt x="1236" y="316"/>
                    </a:lnTo>
                    <a:lnTo>
                      <a:pt x="1234" y="314"/>
                    </a:lnTo>
                    <a:lnTo>
                      <a:pt x="1232" y="312"/>
                    </a:lnTo>
                    <a:lnTo>
                      <a:pt x="1229" y="311"/>
                    </a:lnTo>
                    <a:lnTo>
                      <a:pt x="1225" y="311"/>
                    </a:lnTo>
                    <a:lnTo>
                      <a:pt x="1222" y="310"/>
                    </a:lnTo>
                    <a:lnTo>
                      <a:pt x="1221" y="308"/>
                    </a:lnTo>
                    <a:lnTo>
                      <a:pt x="1221" y="306"/>
                    </a:lnTo>
                    <a:lnTo>
                      <a:pt x="1220" y="304"/>
                    </a:lnTo>
                    <a:lnTo>
                      <a:pt x="1219" y="302"/>
                    </a:lnTo>
                    <a:lnTo>
                      <a:pt x="1216" y="301"/>
                    </a:lnTo>
                    <a:lnTo>
                      <a:pt x="1214" y="299"/>
                    </a:lnTo>
                    <a:lnTo>
                      <a:pt x="1213" y="297"/>
                    </a:lnTo>
                    <a:lnTo>
                      <a:pt x="1211" y="296"/>
                    </a:lnTo>
                    <a:lnTo>
                      <a:pt x="1209" y="294"/>
                    </a:lnTo>
                    <a:lnTo>
                      <a:pt x="1206" y="292"/>
                    </a:lnTo>
                    <a:lnTo>
                      <a:pt x="1205" y="289"/>
                    </a:lnTo>
                    <a:lnTo>
                      <a:pt x="1208" y="287"/>
                    </a:lnTo>
                    <a:lnTo>
                      <a:pt x="1212" y="286"/>
                    </a:lnTo>
                    <a:lnTo>
                      <a:pt x="1217" y="285"/>
                    </a:lnTo>
                    <a:lnTo>
                      <a:pt x="1219" y="284"/>
                    </a:lnTo>
                    <a:lnTo>
                      <a:pt x="1220" y="282"/>
                    </a:lnTo>
                    <a:lnTo>
                      <a:pt x="1220" y="280"/>
                    </a:lnTo>
                    <a:lnTo>
                      <a:pt x="1221" y="278"/>
                    </a:lnTo>
                    <a:lnTo>
                      <a:pt x="1224" y="277"/>
                    </a:lnTo>
                    <a:lnTo>
                      <a:pt x="1227" y="276"/>
                    </a:lnTo>
                    <a:lnTo>
                      <a:pt x="1229" y="275"/>
                    </a:lnTo>
                    <a:lnTo>
                      <a:pt x="1232" y="274"/>
                    </a:lnTo>
                    <a:lnTo>
                      <a:pt x="1235" y="272"/>
                    </a:lnTo>
                    <a:lnTo>
                      <a:pt x="1238" y="272"/>
                    </a:lnTo>
                    <a:lnTo>
                      <a:pt x="1241" y="272"/>
                    </a:lnTo>
                    <a:lnTo>
                      <a:pt x="1244" y="272"/>
                    </a:lnTo>
                    <a:lnTo>
                      <a:pt x="1248" y="271"/>
                    </a:lnTo>
                    <a:lnTo>
                      <a:pt x="1251" y="271"/>
                    </a:lnTo>
                    <a:lnTo>
                      <a:pt x="1254" y="272"/>
                    </a:lnTo>
                    <a:lnTo>
                      <a:pt x="1255" y="274"/>
                    </a:lnTo>
                    <a:lnTo>
                      <a:pt x="1257" y="277"/>
                    </a:lnTo>
                    <a:lnTo>
                      <a:pt x="1258" y="279"/>
                    </a:lnTo>
                    <a:lnTo>
                      <a:pt x="1261" y="278"/>
                    </a:lnTo>
                    <a:lnTo>
                      <a:pt x="1265" y="277"/>
                    </a:lnTo>
                    <a:lnTo>
                      <a:pt x="1269" y="277"/>
                    </a:lnTo>
                    <a:lnTo>
                      <a:pt x="1271" y="278"/>
                    </a:lnTo>
                    <a:lnTo>
                      <a:pt x="1272" y="280"/>
                    </a:lnTo>
                    <a:lnTo>
                      <a:pt x="1273" y="282"/>
                    </a:lnTo>
                    <a:lnTo>
                      <a:pt x="1273" y="284"/>
                    </a:lnTo>
                    <a:lnTo>
                      <a:pt x="1274" y="286"/>
                    </a:lnTo>
                    <a:lnTo>
                      <a:pt x="1273" y="288"/>
                    </a:lnTo>
                    <a:lnTo>
                      <a:pt x="1272" y="290"/>
                    </a:lnTo>
                    <a:lnTo>
                      <a:pt x="1270" y="292"/>
                    </a:lnTo>
                    <a:close/>
                  </a:path>
                </a:pathLst>
              </a:custGeom>
              <a:solidFill>
                <a:srgbClr val="41B796">
                  <a:alpha val="10800"/>
                </a:srgbClr>
              </a:solidFill>
              <a:ln>
                <a:noFill/>
              </a:ln>
            </p:spPr>
            <p:txBody>
              <a:bodyPr anchor="ctr"/>
              <a:lstStyle/>
              <a:p>
                <a:pPr algn="ctr">
                  <a:buNone/>
                </a:pPr>
              </a:p>
            </p:txBody>
          </p:sp>
          <p:sp>
            <p:nvSpPr>
              <p:cNvPr id="7054" name="addition:input:53">
                <a:extLst>
                  <a:ext uri="{FF2B5EF4-FFF2-40B4-BE49-F238E27FC236}">
                    <ns2:creationId id="{D2363ACF-6DA3-4282-BE5F-0E424261177D}"/>
                  </a:ext>
                </a:extLst>
              </p:cNvPr>
              <p:cNvSpPr>
                <a:spLocks noGrp="1"/>
              </p:cNvSpPr>
              <p:nvPr/>
            </p:nvSpPr>
            <p:spPr>
              <a:xfrm>
                <a:off x="209550" y="5438775"/>
                <a:ext cx="2384938" cy="821040"/>
              </a:xfrm>
              <a:custGeom>
                <a:rect l="l" t="t" r="r" b="b"/>
                <a:pathLst>
                  <a:path w="1449" h="438">
                    <a:moveTo>
                      <a:pt x="0" y="0"/>
                    </a:moveTo>
                    <a:moveTo>
                      <a:pt x="1422" y="349"/>
                    </a:moveTo>
                    <a:lnTo>
                      <a:pt x="1435" y="357"/>
                    </a:lnTo>
                    <a:lnTo>
                      <a:pt x="1446" y="366"/>
                    </a:lnTo>
                    <a:lnTo>
                      <a:pt x="1449" y="375"/>
                    </a:lnTo>
                    <a:lnTo>
                      <a:pt x="1439" y="382"/>
                    </a:lnTo>
                    <a:lnTo>
                      <a:pt x="1423" y="385"/>
                    </a:lnTo>
                    <a:lnTo>
                      <a:pt x="1408" y="387"/>
                    </a:lnTo>
                    <a:lnTo>
                      <a:pt x="1401" y="392"/>
                    </a:lnTo>
                    <a:lnTo>
                      <a:pt x="1398" y="399"/>
                    </a:lnTo>
                    <a:lnTo>
                      <a:pt x="1395" y="406"/>
                    </a:lnTo>
                    <a:lnTo>
                      <a:pt x="1387" y="411"/>
                    </a:lnTo>
                    <a:lnTo>
                      <a:pt x="1377" y="414"/>
                    </a:lnTo>
                    <a:lnTo>
                      <a:pt x="1367" y="418"/>
                    </a:lnTo>
                    <a:lnTo>
                      <a:pt x="1358" y="423"/>
                    </a:lnTo>
                    <a:lnTo>
                      <a:pt x="1349" y="429"/>
                    </a:lnTo>
                    <a:lnTo>
                      <a:pt x="1338" y="433"/>
                    </a:lnTo>
                    <a:lnTo>
                      <a:pt x="1325" y="433"/>
                    </a:lnTo>
                    <a:lnTo>
                      <a:pt x="1313" y="432"/>
                    </a:lnTo>
                    <a:lnTo>
                      <a:pt x="1300" y="434"/>
                    </a:lnTo>
                    <a:lnTo>
                      <a:pt x="1287" y="438"/>
                    </a:lnTo>
                    <a:lnTo>
                      <a:pt x="1274" y="438"/>
                    </a:lnTo>
                    <a:lnTo>
                      <a:pt x="1264" y="432"/>
                    </a:lnTo>
                    <a:lnTo>
                      <a:pt x="1258" y="421"/>
                    </a:lnTo>
                    <a:lnTo>
                      <a:pt x="1254" y="409"/>
                    </a:lnTo>
                    <a:lnTo>
                      <a:pt x="1249" y="404"/>
                    </a:lnTo>
                    <a:lnTo>
                      <a:pt x="1238" y="404"/>
                    </a:lnTo>
                    <a:lnTo>
                      <a:pt x="1223" y="406"/>
                    </a:lnTo>
                    <a:lnTo>
                      <a:pt x="1210" y="405"/>
                    </a:lnTo>
                    <a:lnTo>
                      <a:pt x="1201" y="401"/>
                    </a:lnTo>
                    <a:lnTo>
                      <a:pt x="1196" y="394"/>
                    </a:lnTo>
                    <a:lnTo>
                      <a:pt x="1191" y="388"/>
                    </a:lnTo>
                    <a:lnTo>
                      <a:pt x="1187" y="381"/>
                    </a:lnTo>
                    <a:lnTo>
                      <a:pt x="1186" y="373"/>
                    </a:lnTo>
                    <a:lnTo>
                      <a:pt x="1192" y="364"/>
                    </a:lnTo>
                    <a:lnTo>
                      <a:pt x="1201" y="356"/>
                    </a:lnTo>
                    <a:lnTo>
                      <a:pt x="1206" y="349"/>
                    </a:lnTo>
                    <a:lnTo>
                      <a:pt x="1205" y="342"/>
                    </a:lnTo>
                    <a:lnTo>
                      <a:pt x="1201" y="334"/>
                    </a:lnTo>
                    <a:lnTo>
                      <a:pt x="1202" y="327"/>
                    </a:lnTo>
                    <a:lnTo>
                      <a:pt x="1211" y="321"/>
                    </a:lnTo>
                    <a:lnTo>
                      <a:pt x="1223" y="317"/>
                    </a:lnTo>
                    <a:lnTo>
                      <a:pt x="1231" y="312"/>
                    </a:lnTo>
                    <a:lnTo>
                      <a:pt x="1231" y="304"/>
                    </a:lnTo>
                    <a:lnTo>
                      <a:pt x="1228" y="293"/>
                    </a:lnTo>
                    <a:lnTo>
                      <a:pt x="1228" y="282"/>
                    </a:lnTo>
                    <a:lnTo>
                      <a:pt x="1234" y="275"/>
                    </a:lnTo>
                    <a:lnTo>
                      <a:pt x="1246" y="273"/>
                    </a:lnTo>
                    <a:lnTo>
                      <a:pt x="1257" y="273"/>
                    </a:lnTo>
                    <a:lnTo>
                      <a:pt x="1268" y="272"/>
                    </a:lnTo>
                    <a:lnTo>
                      <a:pt x="1277" y="272"/>
                    </a:lnTo>
                    <a:lnTo>
                      <a:pt x="1287" y="275"/>
                    </a:lnTo>
                    <a:lnTo>
                      <a:pt x="1296" y="279"/>
                    </a:lnTo>
                    <a:lnTo>
                      <a:pt x="1303" y="281"/>
                    </a:lnTo>
                    <a:lnTo>
                      <a:pt x="1310" y="277"/>
                    </a:lnTo>
                    <a:lnTo>
                      <a:pt x="1320" y="269"/>
                    </a:lnTo>
                    <a:lnTo>
                      <a:pt x="1331" y="262"/>
                    </a:lnTo>
                    <a:lnTo>
                      <a:pt x="1342" y="262"/>
                    </a:lnTo>
                    <a:lnTo>
                      <a:pt x="1349" y="269"/>
                    </a:lnTo>
                    <a:lnTo>
                      <a:pt x="1355" y="277"/>
                    </a:lnTo>
                    <a:lnTo>
                      <a:pt x="1362" y="282"/>
                    </a:lnTo>
                    <a:lnTo>
                      <a:pt x="1373" y="284"/>
                    </a:lnTo>
                    <a:lnTo>
                      <a:pt x="1386" y="286"/>
                    </a:lnTo>
                    <a:lnTo>
                      <a:pt x="1394" y="291"/>
                    </a:lnTo>
                    <a:lnTo>
                      <a:pt x="1397" y="300"/>
                    </a:lnTo>
                    <a:lnTo>
                      <a:pt x="1397" y="309"/>
                    </a:lnTo>
                    <a:lnTo>
                      <a:pt x="1399" y="316"/>
                    </a:lnTo>
                    <a:lnTo>
                      <a:pt x="1404" y="323"/>
                    </a:lnTo>
                    <a:lnTo>
                      <a:pt x="1409" y="329"/>
                    </a:lnTo>
                    <a:lnTo>
                      <a:pt x="1412" y="336"/>
                    </a:lnTo>
                    <a:lnTo>
                      <a:pt x="1415" y="342"/>
                    </a:lnTo>
                    <a:close/>
                  </a:path>
                </a:pathLst>
              </a:custGeom>
              <a:solidFill>
                <a:srgbClr val="EFD4E3">
                  <a:alpha val="12900"/>
                </a:srgbClr>
              </a:solidFill>
              <a:ln>
                <a:noFill/>
              </a:ln>
            </p:spPr>
            <p:txBody>
              <a:bodyPr anchor="ctr"/>
              <a:lstStyle/>
              <a:p>
                <a:pPr algn="ctr">
                  <a:buNone/>
                </a:pPr>
              </a:p>
            </p:txBody>
          </p:sp>
          <p:sp>
            <p:nvSpPr>
              <p:cNvPr id="7055" name="addition:input:54">
                <a:extLst>
                  <a:ext uri="{FF2B5EF4-FFF2-40B4-BE49-F238E27FC236}">
                    <ns2:creationId id="{B56232AE-C502-4019-8457-936814F4E868}"/>
                  </a:ext>
                </a:extLst>
              </p:cNvPr>
              <p:cNvSpPr>
                <a:spLocks noGrp="1"/>
              </p:cNvSpPr>
              <p:nvPr/>
            </p:nvSpPr>
            <p:spPr>
              <a:xfrm>
                <a:off x="209550" y="5438775"/>
                <a:ext cx="2299350" cy="804169"/>
              </a:xfrm>
              <a:custGeom>
                <a:rect l="l" t="t" r="r" b="b"/>
                <a:pathLst>
                  <a:path w="1397" h="429">
                    <a:moveTo>
                      <a:pt x="0" y="0"/>
                    </a:moveTo>
                    <a:moveTo>
                      <a:pt x="1385" y="354"/>
                    </a:moveTo>
                    <a:lnTo>
                      <a:pt x="1388" y="360"/>
                    </a:lnTo>
                    <a:lnTo>
                      <a:pt x="1389" y="366"/>
                    </a:lnTo>
                    <a:lnTo>
                      <a:pt x="1388" y="372"/>
                    </a:lnTo>
                    <a:lnTo>
                      <a:pt x="1387" y="378"/>
                    </a:lnTo>
                    <a:lnTo>
                      <a:pt x="1391" y="385"/>
                    </a:lnTo>
                    <a:lnTo>
                      <a:pt x="1396" y="394"/>
                    </a:lnTo>
                    <a:lnTo>
                      <a:pt x="1397" y="403"/>
                    </a:lnTo>
                    <a:lnTo>
                      <a:pt x="1389" y="407"/>
                    </a:lnTo>
                    <a:lnTo>
                      <a:pt x="1376" y="407"/>
                    </a:lnTo>
                    <a:lnTo>
                      <a:pt x="1362" y="404"/>
                    </a:lnTo>
                    <a:lnTo>
                      <a:pt x="1353" y="403"/>
                    </a:lnTo>
                    <a:lnTo>
                      <a:pt x="1348" y="407"/>
                    </a:lnTo>
                    <a:lnTo>
                      <a:pt x="1345" y="413"/>
                    </a:lnTo>
                    <a:lnTo>
                      <a:pt x="1339" y="419"/>
                    </a:lnTo>
                    <a:lnTo>
                      <a:pt x="1331" y="421"/>
                    </a:lnTo>
                    <a:lnTo>
                      <a:pt x="1323" y="422"/>
                    </a:lnTo>
                    <a:lnTo>
                      <a:pt x="1314" y="425"/>
                    </a:lnTo>
                    <a:lnTo>
                      <a:pt x="1305" y="428"/>
                    </a:lnTo>
                    <a:lnTo>
                      <a:pt x="1294" y="429"/>
                    </a:lnTo>
                    <a:lnTo>
                      <a:pt x="1285" y="426"/>
                    </a:lnTo>
                    <a:lnTo>
                      <a:pt x="1276" y="422"/>
                    </a:lnTo>
                    <a:lnTo>
                      <a:pt x="1267" y="418"/>
                    </a:lnTo>
                    <a:lnTo>
                      <a:pt x="1256" y="417"/>
                    </a:lnTo>
                    <a:lnTo>
                      <a:pt x="1245" y="416"/>
                    </a:lnTo>
                    <a:lnTo>
                      <a:pt x="1236" y="412"/>
                    </a:lnTo>
                    <a:lnTo>
                      <a:pt x="1233" y="404"/>
                    </a:lnTo>
                    <a:lnTo>
                      <a:pt x="1234" y="394"/>
                    </a:lnTo>
                    <a:lnTo>
                      <a:pt x="1233" y="387"/>
                    </a:lnTo>
                    <a:lnTo>
                      <a:pt x="1225" y="384"/>
                    </a:lnTo>
                    <a:lnTo>
                      <a:pt x="1212" y="383"/>
                    </a:lnTo>
                    <a:lnTo>
                      <a:pt x="1198" y="380"/>
                    </a:lnTo>
                    <a:lnTo>
                      <a:pt x="1190" y="375"/>
                    </a:lnTo>
                    <a:lnTo>
                      <a:pt x="1187" y="368"/>
                    </a:lnTo>
                    <a:lnTo>
                      <a:pt x="1187" y="361"/>
                    </a:lnTo>
                    <a:lnTo>
                      <a:pt x="1187" y="354"/>
                    </a:lnTo>
                    <a:lnTo>
                      <a:pt x="1190" y="347"/>
                    </a:lnTo>
                    <a:lnTo>
                      <a:pt x="1197" y="341"/>
                    </a:lnTo>
                    <a:lnTo>
                      <a:pt x="1207" y="336"/>
                    </a:lnTo>
                    <a:lnTo>
                      <a:pt x="1217" y="332"/>
                    </a:lnTo>
                    <a:lnTo>
                      <a:pt x="1221" y="327"/>
                    </a:lnTo>
                    <a:lnTo>
                      <a:pt x="1220" y="320"/>
                    </a:lnTo>
                    <a:lnTo>
                      <a:pt x="1221" y="312"/>
                    </a:lnTo>
                    <a:lnTo>
                      <a:pt x="1227" y="307"/>
                    </a:lnTo>
                    <a:lnTo>
                      <a:pt x="1238" y="304"/>
                    </a:lnTo>
                    <a:lnTo>
                      <a:pt x="1249" y="303"/>
                    </a:lnTo>
                    <a:lnTo>
                      <a:pt x="1256" y="299"/>
                    </a:lnTo>
                    <a:lnTo>
                      <a:pt x="1261" y="292"/>
                    </a:lnTo>
                    <a:lnTo>
                      <a:pt x="1266" y="283"/>
                    </a:lnTo>
                    <a:lnTo>
                      <a:pt x="1275" y="278"/>
                    </a:lnTo>
                    <a:lnTo>
                      <a:pt x="1285" y="278"/>
                    </a:lnTo>
                    <a:lnTo>
                      <a:pt x="1296" y="281"/>
                    </a:lnTo>
                    <a:lnTo>
                      <a:pt x="1305" y="284"/>
                    </a:lnTo>
                    <a:lnTo>
                      <a:pt x="1314" y="287"/>
                    </a:lnTo>
                    <a:lnTo>
                      <a:pt x="1321" y="290"/>
                    </a:lnTo>
                    <a:lnTo>
                      <a:pt x="1327" y="294"/>
                    </a:lnTo>
                    <a:lnTo>
                      <a:pt x="1332" y="298"/>
                    </a:lnTo>
                    <a:lnTo>
                      <a:pt x="1339" y="298"/>
                    </a:lnTo>
                    <a:lnTo>
                      <a:pt x="1349" y="295"/>
                    </a:lnTo>
                    <a:lnTo>
                      <a:pt x="1362" y="291"/>
                    </a:lnTo>
                    <a:lnTo>
                      <a:pt x="1372" y="291"/>
                    </a:lnTo>
                    <a:lnTo>
                      <a:pt x="1377" y="297"/>
                    </a:lnTo>
                    <a:lnTo>
                      <a:pt x="1377" y="305"/>
                    </a:lnTo>
                    <a:lnTo>
                      <a:pt x="1376" y="314"/>
                    </a:lnTo>
                    <a:lnTo>
                      <a:pt x="1379" y="319"/>
                    </a:lnTo>
                    <a:lnTo>
                      <a:pt x="1385" y="323"/>
                    </a:lnTo>
                    <a:lnTo>
                      <a:pt x="1390" y="329"/>
                    </a:lnTo>
                    <a:lnTo>
                      <a:pt x="1390" y="335"/>
                    </a:lnTo>
                    <a:lnTo>
                      <a:pt x="1387" y="342"/>
                    </a:lnTo>
                    <a:lnTo>
                      <a:pt x="1384" y="348"/>
                    </a:lnTo>
                    <a:close/>
                  </a:path>
                </a:pathLst>
              </a:custGeom>
              <a:solidFill>
                <a:srgbClr val="DA9FC0">
                  <a:alpha val="12900"/>
                </a:srgbClr>
              </a:solidFill>
              <a:ln>
                <a:noFill/>
              </a:ln>
            </p:spPr>
            <p:txBody>
              <a:bodyPr anchor="ctr"/>
              <a:lstStyle/>
              <a:p>
                <a:pPr algn="ctr">
                  <a:buNone/>
                </a:pPr>
              </a:p>
            </p:txBody>
          </p:sp>
          <p:sp>
            <p:nvSpPr>
              <p:cNvPr id="7056" name="addition:input:55">
                <a:extLst>
                  <a:ext uri="{FF2B5EF4-FFF2-40B4-BE49-F238E27FC236}">
                    <ns2:creationId id="{23DD6B3D-F0C4-48E6-98E7-2A5349241C97}"/>
                  </a:ext>
                </a:extLst>
              </p:cNvPr>
              <p:cNvSpPr>
                <a:spLocks noGrp="1"/>
              </p:cNvSpPr>
              <p:nvPr/>
            </p:nvSpPr>
            <p:spPr>
              <a:xfrm>
                <a:off x="209550" y="5438775"/>
                <a:ext cx="2304288" cy="804169"/>
              </a:xfrm>
              <a:custGeom>
                <a:rect l="l" t="t" r="r" b="b"/>
                <a:pathLst>
                  <a:path w="1400" h="429">
                    <a:moveTo>
                      <a:pt x="0" y="0"/>
                    </a:moveTo>
                    <a:moveTo>
                      <a:pt x="1397" y="359"/>
                    </a:moveTo>
                    <a:lnTo>
                      <a:pt x="1392" y="365"/>
                    </a:lnTo>
                    <a:lnTo>
                      <a:pt x="1388" y="370"/>
                    </a:lnTo>
                    <a:lnTo>
                      <a:pt x="1385" y="375"/>
                    </a:lnTo>
                    <a:lnTo>
                      <a:pt x="1380" y="380"/>
                    </a:lnTo>
                    <a:lnTo>
                      <a:pt x="1372" y="384"/>
                    </a:lnTo>
                    <a:lnTo>
                      <a:pt x="1365" y="387"/>
                    </a:lnTo>
                    <a:lnTo>
                      <a:pt x="1361" y="392"/>
                    </a:lnTo>
                    <a:lnTo>
                      <a:pt x="1360" y="398"/>
                    </a:lnTo>
                    <a:lnTo>
                      <a:pt x="1356" y="404"/>
                    </a:lnTo>
                    <a:lnTo>
                      <a:pt x="1349" y="407"/>
                    </a:lnTo>
                    <a:lnTo>
                      <a:pt x="1339" y="408"/>
                    </a:lnTo>
                    <a:lnTo>
                      <a:pt x="1330" y="409"/>
                    </a:lnTo>
                    <a:lnTo>
                      <a:pt x="1324" y="413"/>
                    </a:lnTo>
                    <a:lnTo>
                      <a:pt x="1318" y="420"/>
                    </a:lnTo>
                    <a:lnTo>
                      <a:pt x="1311" y="427"/>
                    </a:lnTo>
                    <a:lnTo>
                      <a:pt x="1302" y="429"/>
                    </a:lnTo>
                    <a:lnTo>
                      <a:pt x="1293" y="425"/>
                    </a:lnTo>
                    <a:lnTo>
                      <a:pt x="1284" y="419"/>
                    </a:lnTo>
                    <a:lnTo>
                      <a:pt x="1278" y="414"/>
                    </a:lnTo>
                    <a:lnTo>
                      <a:pt x="1271" y="412"/>
                    </a:lnTo>
                    <a:lnTo>
                      <a:pt x="1265" y="411"/>
                    </a:lnTo>
                    <a:lnTo>
                      <a:pt x="1259" y="409"/>
                    </a:lnTo>
                    <a:lnTo>
                      <a:pt x="1254" y="407"/>
                    </a:lnTo>
                    <a:lnTo>
                      <a:pt x="1247" y="407"/>
                    </a:lnTo>
                    <a:lnTo>
                      <a:pt x="1237" y="408"/>
                    </a:lnTo>
                    <a:lnTo>
                      <a:pt x="1227" y="408"/>
                    </a:lnTo>
                    <a:lnTo>
                      <a:pt x="1220" y="405"/>
                    </a:lnTo>
                    <a:lnTo>
                      <a:pt x="1219" y="398"/>
                    </a:lnTo>
                    <a:lnTo>
                      <a:pt x="1223" y="391"/>
                    </a:lnTo>
                    <a:lnTo>
                      <a:pt x="1225" y="384"/>
                    </a:lnTo>
                    <a:lnTo>
                      <a:pt x="1222" y="380"/>
                    </a:lnTo>
                    <a:lnTo>
                      <a:pt x="1216" y="375"/>
                    </a:lnTo>
                    <a:lnTo>
                      <a:pt x="1213" y="370"/>
                    </a:lnTo>
                    <a:lnTo>
                      <a:pt x="1215" y="365"/>
                    </a:lnTo>
                    <a:lnTo>
                      <a:pt x="1221" y="359"/>
                    </a:lnTo>
                    <a:lnTo>
                      <a:pt x="1226" y="354"/>
                    </a:lnTo>
                    <a:lnTo>
                      <a:pt x="1227" y="349"/>
                    </a:lnTo>
                    <a:lnTo>
                      <a:pt x="1224" y="344"/>
                    </a:lnTo>
                    <a:lnTo>
                      <a:pt x="1222" y="338"/>
                    </a:lnTo>
                    <a:lnTo>
                      <a:pt x="1222" y="332"/>
                    </a:lnTo>
                    <a:lnTo>
                      <a:pt x="1223" y="327"/>
                    </a:lnTo>
                    <a:lnTo>
                      <a:pt x="1223" y="320"/>
                    </a:lnTo>
                    <a:lnTo>
                      <a:pt x="1224" y="313"/>
                    </a:lnTo>
                    <a:lnTo>
                      <a:pt x="1228" y="308"/>
                    </a:lnTo>
                    <a:lnTo>
                      <a:pt x="1237" y="307"/>
                    </a:lnTo>
                    <a:lnTo>
                      <a:pt x="1248" y="310"/>
                    </a:lnTo>
                    <a:lnTo>
                      <a:pt x="1258" y="313"/>
                    </a:lnTo>
                    <a:lnTo>
                      <a:pt x="1264" y="313"/>
                    </a:lnTo>
                    <a:lnTo>
                      <a:pt x="1267" y="308"/>
                    </a:lnTo>
                    <a:lnTo>
                      <a:pt x="1271" y="301"/>
                    </a:lnTo>
                    <a:lnTo>
                      <a:pt x="1277" y="297"/>
                    </a:lnTo>
                    <a:lnTo>
                      <a:pt x="1285" y="297"/>
                    </a:lnTo>
                    <a:lnTo>
                      <a:pt x="1292" y="298"/>
                    </a:lnTo>
                    <a:lnTo>
                      <a:pt x="1300" y="299"/>
                    </a:lnTo>
                    <a:lnTo>
                      <a:pt x="1308" y="298"/>
                    </a:lnTo>
                    <a:lnTo>
                      <a:pt x="1317" y="297"/>
                    </a:lnTo>
                    <a:lnTo>
                      <a:pt x="1325" y="299"/>
                    </a:lnTo>
                    <a:lnTo>
                      <a:pt x="1332" y="304"/>
                    </a:lnTo>
                    <a:lnTo>
                      <a:pt x="1339" y="308"/>
                    </a:lnTo>
                    <a:lnTo>
                      <a:pt x="1347" y="310"/>
                    </a:lnTo>
                    <a:lnTo>
                      <a:pt x="1355" y="313"/>
                    </a:lnTo>
                    <a:lnTo>
                      <a:pt x="1360" y="319"/>
                    </a:lnTo>
                    <a:lnTo>
                      <a:pt x="1360" y="326"/>
                    </a:lnTo>
                    <a:lnTo>
                      <a:pt x="1358" y="333"/>
                    </a:lnTo>
                    <a:lnTo>
                      <a:pt x="1361" y="338"/>
                    </a:lnTo>
                    <a:lnTo>
                      <a:pt x="1370" y="340"/>
                    </a:lnTo>
                    <a:lnTo>
                      <a:pt x="1384" y="343"/>
                    </a:lnTo>
                    <a:lnTo>
                      <a:pt x="1396" y="347"/>
                    </a:lnTo>
                    <a:lnTo>
                      <a:pt x="1400" y="353"/>
                    </a:lnTo>
                    <a:close/>
                  </a:path>
                </a:pathLst>
              </a:custGeom>
              <a:solidFill>
                <a:srgbClr val="CC79A7">
                  <a:alpha val="10500"/>
                </a:srgbClr>
              </a:solidFill>
              <a:ln>
                <a:noFill/>
              </a:ln>
            </p:spPr>
            <p:txBody>
              <a:bodyPr anchor="ctr"/>
              <a:lstStyle/>
              <a:p>
                <a:pPr algn="ctr">
                  <a:buNone/>
                </a:pPr>
              </a:p>
            </p:txBody>
          </p:sp>
          <p:sp>
            <p:nvSpPr>
              <p:cNvPr id="7057" name="addition:input:56">
                <a:extLst>
                  <a:ext uri="{FF2B5EF4-FFF2-40B4-BE49-F238E27FC236}">
                    <ns2:creationId id="{4B1BEF9A-A464-48A2-AD7A-BA98856A277D}"/>
                  </a:ext>
                </a:extLst>
              </p:cNvPr>
              <p:cNvSpPr>
                <a:spLocks noGrp="1"/>
              </p:cNvSpPr>
              <p:nvPr/>
            </p:nvSpPr>
            <p:spPr>
              <a:xfrm>
                <a:off x="209550" y="5438775"/>
                <a:ext cx="2142988" cy="686074"/>
              </a:xfrm>
              <a:custGeom>
                <a:rect l="l" t="t" r="r" b="b"/>
                <a:pathLst>
                  <a:path w="1302" h="366">
                    <a:moveTo>
                      <a:pt x="0" y="0"/>
                    </a:moveTo>
                    <a:moveTo>
                      <a:pt x="1294" y="339"/>
                    </a:moveTo>
                    <a:lnTo>
                      <a:pt x="1295" y="341"/>
                    </a:lnTo>
                    <a:lnTo>
                      <a:pt x="1298" y="344"/>
                    </a:lnTo>
                    <a:lnTo>
                      <a:pt x="1301" y="347"/>
                    </a:lnTo>
                    <a:lnTo>
                      <a:pt x="1302" y="350"/>
                    </a:lnTo>
                    <a:lnTo>
                      <a:pt x="1299" y="352"/>
                    </a:lnTo>
                    <a:lnTo>
                      <a:pt x="1294" y="352"/>
                    </a:lnTo>
                    <a:lnTo>
                      <a:pt x="1289" y="353"/>
                    </a:lnTo>
                    <a:lnTo>
                      <a:pt x="1287" y="354"/>
                    </a:lnTo>
                    <a:lnTo>
                      <a:pt x="1286" y="356"/>
                    </a:lnTo>
                    <a:lnTo>
                      <a:pt x="1285" y="358"/>
                    </a:lnTo>
                    <a:lnTo>
                      <a:pt x="1282" y="360"/>
                    </a:lnTo>
                    <a:lnTo>
                      <a:pt x="1279" y="361"/>
                    </a:lnTo>
                    <a:lnTo>
                      <a:pt x="1276" y="362"/>
                    </a:lnTo>
                    <a:lnTo>
                      <a:pt x="1273" y="363"/>
                    </a:lnTo>
                    <a:lnTo>
                      <a:pt x="1270" y="365"/>
                    </a:lnTo>
                    <a:lnTo>
                      <a:pt x="1266" y="366"/>
                    </a:lnTo>
                    <a:lnTo>
                      <a:pt x="1262" y="366"/>
                    </a:lnTo>
                    <a:lnTo>
                      <a:pt x="1259" y="365"/>
                    </a:lnTo>
                    <a:lnTo>
                      <a:pt x="1255" y="365"/>
                    </a:lnTo>
                    <a:lnTo>
                      <a:pt x="1251" y="366"/>
                    </a:lnTo>
                    <a:lnTo>
                      <a:pt x="1247" y="366"/>
                    </a:lnTo>
                    <a:lnTo>
                      <a:pt x="1243" y="364"/>
                    </a:lnTo>
                    <a:lnTo>
                      <a:pt x="1242" y="360"/>
                    </a:lnTo>
                    <a:lnTo>
                      <a:pt x="1241" y="357"/>
                    </a:lnTo>
                    <a:lnTo>
                      <a:pt x="1240" y="355"/>
                    </a:lnTo>
                    <a:lnTo>
                      <a:pt x="1236" y="355"/>
                    </a:lnTo>
                    <a:lnTo>
                      <a:pt x="1231" y="355"/>
                    </a:lnTo>
                    <a:lnTo>
                      <a:pt x="1227" y="355"/>
                    </a:lnTo>
                    <a:lnTo>
                      <a:pt x="1224" y="353"/>
                    </a:lnTo>
                    <a:lnTo>
                      <a:pt x="1223" y="351"/>
                    </a:lnTo>
                    <a:lnTo>
                      <a:pt x="1222" y="349"/>
                    </a:lnTo>
                    <a:lnTo>
                      <a:pt x="1221" y="346"/>
                    </a:lnTo>
                    <a:lnTo>
                      <a:pt x="1221" y="344"/>
                    </a:lnTo>
                    <a:lnTo>
                      <a:pt x="1223" y="342"/>
                    </a:lnTo>
                    <a:lnTo>
                      <a:pt x="1226" y="339"/>
                    </a:lnTo>
                    <a:lnTo>
                      <a:pt x="1228" y="337"/>
                    </a:lnTo>
                    <a:lnTo>
                      <a:pt x="1228" y="335"/>
                    </a:lnTo>
                    <a:lnTo>
                      <a:pt x="1227" y="333"/>
                    </a:lnTo>
                    <a:lnTo>
                      <a:pt x="1228" y="330"/>
                    </a:lnTo>
                    <a:lnTo>
                      <a:pt x="1231" y="328"/>
                    </a:lnTo>
                    <a:lnTo>
                      <a:pt x="1234" y="327"/>
                    </a:lnTo>
                    <a:lnTo>
                      <a:pt x="1237" y="326"/>
                    </a:lnTo>
                    <a:lnTo>
                      <a:pt x="1238" y="324"/>
                    </a:lnTo>
                    <a:lnTo>
                      <a:pt x="1237" y="320"/>
                    </a:lnTo>
                    <a:lnTo>
                      <a:pt x="1238" y="317"/>
                    </a:lnTo>
                    <a:lnTo>
                      <a:pt x="1240" y="315"/>
                    </a:lnTo>
                    <a:lnTo>
                      <a:pt x="1244" y="314"/>
                    </a:lnTo>
                    <a:lnTo>
                      <a:pt x="1248" y="315"/>
                    </a:lnTo>
                    <a:lnTo>
                      <a:pt x="1251" y="315"/>
                    </a:lnTo>
                    <a:lnTo>
                      <a:pt x="1254" y="315"/>
                    </a:lnTo>
                    <a:lnTo>
                      <a:pt x="1257" y="316"/>
                    </a:lnTo>
                    <a:lnTo>
                      <a:pt x="1259" y="317"/>
                    </a:lnTo>
                    <a:lnTo>
                      <a:pt x="1262" y="318"/>
                    </a:lnTo>
                    <a:lnTo>
                      <a:pt x="1264" y="317"/>
                    </a:lnTo>
                    <a:lnTo>
                      <a:pt x="1267" y="315"/>
                    </a:lnTo>
                    <a:lnTo>
                      <a:pt x="1271" y="313"/>
                    </a:lnTo>
                    <a:lnTo>
                      <a:pt x="1274" y="313"/>
                    </a:lnTo>
                    <a:lnTo>
                      <a:pt x="1276" y="315"/>
                    </a:lnTo>
                    <a:lnTo>
                      <a:pt x="1278" y="318"/>
                    </a:lnTo>
                    <a:lnTo>
                      <a:pt x="1279" y="320"/>
                    </a:lnTo>
                    <a:lnTo>
                      <a:pt x="1282" y="321"/>
                    </a:lnTo>
                    <a:lnTo>
                      <a:pt x="1286" y="321"/>
                    </a:lnTo>
                    <a:lnTo>
                      <a:pt x="1289" y="323"/>
                    </a:lnTo>
                    <a:lnTo>
                      <a:pt x="1289" y="326"/>
                    </a:lnTo>
                    <a:lnTo>
                      <a:pt x="1289" y="329"/>
                    </a:lnTo>
                    <a:lnTo>
                      <a:pt x="1289" y="331"/>
                    </a:lnTo>
                    <a:lnTo>
                      <a:pt x="1290" y="333"/>
                    </a:lnTo>
                    <a:lnTo>
                      <a:pt x="1291" y="335"/>
                    </a:lnTo>
                    <a:lnTo>
                      <a:pt x="1293" y="337"/>
                    </a:lnTo>
                    <a:close/>
                  </a:path>
                </a:pathLst>
              </a:custGeom>
              <a:solidFill>
                <a:srgbClr val="DA9FC0">
                  <a:alpha val="9600"/>
                </a:srgbClr>
              </a:solidFill>
              <a:ln>
                <a:noFill/>
              </a:ln>
            </p:spPr>
            <p:txBody>
              <a:bodyPr anchor="ctr"/>
              <a:lstStyle/>
              <a:p>
                <a:pPr algn="ctr">
                  <a:buNone/>
                </a:pPr>
              </a:p>
            </p:txBody>
          </p:sp>
          <p:sp>
            <p:nvSpPr>
              <p:cNvPr id="7058" name="addition:input:57">
                <a:extLst>
                  <a:ext uri="{FF2B5EF4-FFF2-40B4-BE49-F238E27FC236}">
                    <ns2:creationId id="{B6E71034-37F5-4B9E-A4CF-2E140CA8F655}"/>
                  </a:ext>
                </a:extLst>
              </p:cNvPr>
              <p:cNvSpPr>
                <a:spLocks noGrp="1"/>
              </p:cNvSpPr>
              <p:nvPr/>
            </p:nvSpPr>
            <p:spPr>
              <a:xfrm>
                <a:off x="209550" y="5438775"/>
                <a:ext cx="2182490" cy="646709"/>
              </a:xfrm>
              <a:custGeom>
                <a:rect l="l" t="t" r="r" b="b"/>
                <a:pathLst>
                  <a:path w="1326" h="345">
                    <a:moveTo>
                      <a:pt x="0" y="0"/>
                    </a:moveTo>
                    <a:moveTo>
                      <a:pt x="1326" y="319"/>
                    </a:moveTo>
                    <a:lnTo>
                      <a:pt x="1325" y="321"/>
                    </a:lnTo>
                    <a:lnTo>
                      <a:pt x="1322" y="323"/>
                    </a:lnTo>
                    <a:lnTo>
                      <a:pt x="1320" y="325"/>
                    </a:lnTo>
                    <a:lnTo>
                      <a:pt x="1320" y="327"/>
                    </a:lnTo>
                    <a:lnTo>
                      <a:pt x="1319" y="329"/>
                    </a:lnTo>
                    <a:lnTo>
                      <a:pt x="1317" y="331"/>
                    </a:lnTo>
                    <a:lnTo>
                      <a:pt x="1313" y="332"/>
                    </a:lnTo>
                    <a:lnTo>
                      <a:pt x="1310" y="333"/>
                    </a:lnTo>
                    <a:lnTo>
                      <a:pt x="1308" y="335"/>
                    </a:lnTo>
                    <a:lnTo>
                      <a:pt x="1308" y="338"/>
                    </a:lnTo>
                    <a:lnTo>
                      <a:pt x="1307" y="342"/>
                    </a:lnTo>
                    <a:lnTo>
                      <a:pt x="1305" y="345"/>
                    </a:lnTo>
                    <a:lnTo>
                      <a:pt x="1302" y="345"/>
                    </a:lnTo>
                    <a:lnTo>
                      <a:pt x="1298" y="344"/>
                    </a:lnTo>
                    <a:lnTo>
                      <a:pt x="1294" y="342"/>
                    </a:lnTo>
                    <a:lnTo>
                      <a:pt x="1291" y="342"/>
                    </a:lnTo>
                    <a:lnTo>
                      <a:pt x="1288" y="342"/>
                    </a:lnTo>
                    <a:lnTo>
                      <a:pt x="1286" y="341"/>
                    </a:lnTo>
                    <a:lnTo>
                      <a:pt x="1284" y="341"/>
                    </a:lnTo>
                    <a:lnTo>
                      <a:pt x="1282" y="340"/>
                    </a:lnTo>
                    <a:lnTo>
                      <a:pt x="1279" y="341"/>
                    </a:lnTo>
                    <a:lnTo>
                      <a:pt x="1275" y="342"/>
                    </a:lnTo>
                    <a:lnTo>
                      <a:pt x="1272" y="343"/>
                    </a:lnTo>
                    <a:lnTo>
                      <a:pt x="1270" y="341"/>
                    </a:lnTo>
                    <a:lnTo>
                      <a:pt x="1269" y="339"/>
                    </a:lnTo>
                    <a:lnTo>
                      <a:pt x="1268" y="336"/>
                    </a:lnTo>
                    <a:lnTo>
                      <a:pt x="1266" y="335"/>
                    </a:lnTo>
                    <a:lnTo>
                      <a:pt x="1263" y="334"/>
                    </a:lnTo>
                    <a:lnTo>
                      <a:pt x="1260" y="333"/>
                    </a:lnTo>
                    <a:lnTo>
                      <a:pt x="1259" y="330"/>
                    </a:lnTo>
                    <a:lnTo>
                      <a:pt x="1260" y="327"/>
                    </a:lnTo>
                    <a:lnTo>
                      <a:pt x="1262" y="325"/>
                    </a:lnTo>
                    <a:lnTo>
                      <a:pt x="1263" y="323"/>
                    </a:lnTo>
                    <a:lnTo>
                      <a:pt x="1262" y="321"/>
                    </a:lnTo>
                    <a:lnTo>
                      <a:pt x="1260" y="319"/>
                    </a:lnTo>
                    <a:lnTo>
                      <a:pt x="1258" y="317"/>
                    </a:lnTo>
                    <a:lnTo>
                      <a:pt x="1257" y="314"/>
                    </a:lnTo>
                    <a:lnTo>
                      <a:pt x="1256" y="312"/>
                    </a:lnTo>
                    <a:lnTo>
                      <a:pt x="1254" y="309"/>
                    </a:lnTo>
                    <a:lnTo>
                      <a:pt x="1253" y="306"/>
                    </a:lnTo>
                    <a:lnTo>
                      <a:pt x="1255" y="304"/>
                    </a:lnTo>
                    <a:lnTo>
                      <a:pt x="1259" y="303"/>
                    </a:lnTo>
                    <a:lnTo>
                      <a:pt x="1264" y="304"/>
                    </a:lnTo>
                    <a:lnTo>
                      <a:pt x="1267" y="303"/>
                    </a:lnTo>
                    <a:lnTo>
                      <a:pt x="1268" y="301"/>
                    </a:lnTo>
                    <a:lnTo>
                      <a:pt x="1268" y="299"/>
                    </a:lnTo>
                    <a:lnTo>
                      <a:pt x="1270" y="297"/>
                    </a:lnTo>
                    <a:lnTo>
                      <a:pt x="1273" y="296"/>
                    </a:lnTo>
                    <a:lnTo>
                      <a:pt x="1277" y="296"/>
                    </a:lnTo>
                    <a:lnTo>
                      <a:pt x="1280" y="296"/>
                    </a:lnTo>
                    <a:lnTo>
                      <a:pt x="1282" y="295"/>
                    </a:lnTo>
                    <a:lnTo>
                      <a:pt x="1286" y="293"/>
                    </a:lnTo>
                    <a:lnTo>
                      <a:pt x="1289" y="292"/>
                    </a:lnTo>
                    <a:lnTo>
                      <a:pt x="1293" y="292"/>
                    </a:lnTo>
                    <a:lnTo>
                      <a:pt x="1296" y="293"/>
                    </a:lnTo>
                    <a:lnTo>
                      <a:pt x="1300" y="293"/>
                    </a:lnTo>
                    <a:lnTo>
                      <a:pt x="1304" y="294"/>
                    </a:lnTo>
                    <a:lnTo>
                      <a:pt x="1307" y="296"/>
                    </a:lnTo>
                    <a:lnTo>
                      <a:pt x="1308" y="298"/>
                    </a:lnTo>
                    <a:lnTo>
                      <a:pt x="1309" y="302"/>
                    </a:lnTo>
                    <a:lnTo>
                      <a:pt x="1310" y="304"/>
                    </a:lnTo>
                    <a:lnTo>
                      <a:pt x="1312" y="305"/>
                    </a:lnTo>
                    <a:lnTo>
                      <a:pt x="1317" y="305"/>
                    </a:lnTo>
                    <a:lnTo>
                      <a:pt x="1322" y="305"/>
                    </a:lnTo>
                    <a:lnTo>
                      <a:pt x="1326" y="307"/>
                    </a:lnTo>
                    <a:lnTo>
                      <a:pt x="1326" y="309"/>
                    </a:lnTo>
                    <a:lnTo>
                      <a:pt x="1326" y="312"/>
                    </a:lnTo>
                    <a:lnTo>
                      <a:pt x="1326" y="314"/>
                    </a:lnTo>
                    <a:lnTo>
                      <a:pt x="1326" y="316"/>
                    </a:lnTo>
                    <a:close/>
                  </a:path>
                </a:pathLst>
              </a:custGeom>
              <a:solidFill>
                <a:srgbClr val="DA9FC0">
                  <a:alpha val="9600"/>
                </a:srgbClr>
              </a:solidFill>
              <a:ln>
                <a:noFill/>
              </a:ln>
            </p:spPr>
            <p:txBody>
              <a:bodyPr anchor="ctr"/>
              <a:lstStyle/>
              <a:p>
                <a:pPr algn="ctr">
                  <a:buNone/>
                </a:pPr>
              </a:p>
            </p:txBody>
          </p:sp>
          <p:sp>
            <p:nvSpPr>
              <p:cNvPr id="7059" name="addition:input:58">
                <a:extLst>
                  <a:ext uri="{FF2B5EF4-FFF2-40B4-BE49-F238E27FC236}">
                    <ns2:creationId id="{5A45B3C9-D892-4082-8A27-C3134FC1549A}"/>
                  </a:ext>
                </a:extLst>
              </p:cNvPr>
              <p:cNvSpPr>
                <a:spLocks noGrp="1"/>
              </p:cNvSpPr>
              <p:nvPr/>
            </p:nvSpPr>
            <p:spPr>
              <a:xfrm>
                <a:off x="209550" y="5438775"/>
                <a:ext cx="2240097" cy="659831"/>
              </a:xfrm>
              <a:custGeom>
                <a:rect l="l" t="t" r="r" b="b"/>
                <a:pathLst>
                  <a:path w="1361" h="352">
                    <a:moveTo>
                      <a:pt x="0" y="0"/>
                    </a:moveTo>
                    <a:moveTo>
                      <a:pt x="1359" y="324"/>
                    </a:moveTo>
                    <a:lnTo>
                      <a:pt x="1359" y="327"/>
                    </a:lnTo>
                    <a:lnTo>
                      <a:pt x="1357" y="329"/>
                    </a:lnTo>
                    <a:lnTo>
                      <a:pt x="1353" y="331"/>
                    </a:lnTo>
                    <a:lnTo>
                      <a:pt x="1349" y="332"/>
                    </a:lnTo>
                    <a:lnTo>
                      <a:pt x="1348" y="334"/>
                    </a:lnTo>
                    <a:lnTo>
                      <a:pt x="1349" y="337"/>
                    </a:lnTo>
                    <a:lnTo>
                      <a:pt x="1350" y="341"/>
                    </a:lnTo>
                    <a:lnTo>
                      <a:pt x="1350" y="344"/>
                    </a:lnTo>
                    <a:lnTo>
                      <a:pt x="1348" y="346"/>
                    </a:lnTo>
                    <a:lnTo>
                      <a:pt x="1345" y="348"/>
                    </a:lnTo>
                    <a:lnTo>
                      <a:pt x="1343" y="349"/>
                    </a:lnTo>
                    <a:lnTo>
                      <a:pt x="1340" y="350"/>
                    </a:lnTo>
                    <a:lnTo>
                      <a:pt x="1336" y="350"/>
                    </a:lnTo>
                    <a:lnTo>
                      <a:pt x="1333" y="348"/>
                    </a:lnTo>
                    <a:lnTo>
                      <a:pt x="1330" y="347"/>
                    </a:lnTo>
                    <a:lnTo>
                      <a:pt x="1328" y="347"/>
                    </a:lnTo>
                    <a:lnTo>
                      <a:pt x="1326" y="349"/>
                    </a:lnTo>
                    <a:lnTo>
                      <a:pt x="1323" y="351"/>
                    </a:lnTo>
                    <a:lnTo>
                      <a:pt x="1320" y="352"/>
                    </a:lnTo>
                    <a:lnTo>
                      <a:pt x="1318" y="351"/>
                    </a:lnTo>
                    <a:lnTo>
                      <a:pt x="1315" y="349"/>
                    </a:lnTo>
                    <a:lnTo>
                      <a:pt x="1313" y="348"/>
                    </a:lnTo>
                    <a:lnTo>
                      <a:pt x="1310" y="348"/>
                    </a:lnTo>
                    <a:lnTo>
                      <a:pt x="1306" y="348"/>
                    </a:lnTo>
                    <a:lnTo>
                      <a:pt x="1303" y="348"/>
                    </a:lnTo>
                    <a:lnTo>
                      <a:pt x="1300" y="346"/>
                    </a:lnTo>
                    <a:lnTo>
                      <a:pt x="1299" y="343"/>
                    </a:lnTo>
                    <a:lnTo>
                      <a:pt x="1298" y="340"/>
                    </a:lnTo>
                    <a:lnTo>
                      <a:pt x="1297" y="338"/>
                    </a:lnTo>
                    <a:lnTo>
                      <a:pt x="1296" y="335"/>
                    </a:lnTo>
                    <a:lnTo>
                      <a:pt x="1296" y="333"/>
                    </a:lnTo>
                    <a:lnTo>
                      <a:pt x="1296" y="330"/>
                    </a:lnTo>
                    <a:lnTo>
                      <a:pt x="1295" y="328"/>
                    </a:lnTo>
                    <a:lnTo>
                      <a:pt x="1292" y="327"/>
                    </a:lnTo>
                    <a:lnTo>
                      <a:pt x="1286" y="324"/>
                    </a:lnTo>
                    <a:lnTo>
                      <a:pt x="1283" y="322"/>
                    </a:lnTo>
                    <a:lnTo>
                      <a:pt x="1282" y="319"/>
                    </a:lnTo>
                    <a:lnTo>
                      <a:pt x="1285" y="317"/>
                    </a:lnTo>
                    <a:lnTo>
                      <a:pt x="1289" y="315"/>
                    </a:lnTo>
                    <a:lnTo>
                      <a:pt x="1291" y="313"/>
                    </a:lnTo>
                    <a:lnTo>
                      <a:pt x="1292" y="311"/>
                    </a:lnTo>
                    <a:lnTo>
                      <a:pt x="1293" y="309"/>
                    </a:lnTo>
                    <a:lnTo>
                      <a:pt x="1295" y="307"/>
                    </a:lnTo>
                    <a:lnTo>
                      <a:pt x="1298" y="306"/>
                    </a:lnTo>
                    <a:lnTo>
                      <a:pt x="1301" y="305"/>
                    </a:lnTo>
                    <a:lnTo>
                      <a:pt x="1303" y="303"/>
                    </a:lnTo>
                    <a:lnTo>
                      <a:pt x="1306" y="301"/>
                    </a:lnTo>
                    <a:lnTo>
                      <a:pt x="1309" y="300"/>
                    </a:lnTo>
                    <a:lnTo>
                      <a:pt x="1312" y="299"/>
                    </a:lnTo>
                    <a:lnTo>
                      <a:pt x="1316" y="299"/>
                    </a:lnTo>
                    <a:lnTo>
                      <a:pt x="1319" y="298"/>
                    </a:lnTo>
                    <a:lnTo>
                      <a:pt x="1322" y="295"/>
                    </a:lnTo>
                    <a:lnTo>
                      <a:pt x="1326" y="293"/>
                    </a:lnTo>
                    <a:lnTo>
                      <a:pt x="1331" y="293"/>
                    </a:lnTo>
                    <a:lnTo>
                      <a:pt x="1334" y="296"/>
                    </a:lnTo>
                    <a:lnTo>
                      <a:pt x="1336" y="300"/>
                    </a:lnTo>
                    <a:lnTo>
                      <a:pt x="1338" y="303"/>
                    </a:lnTo>
                    <a:lnTo>
                      <a:pt x="1340" y="304"/>
                    </a:lnTo>
                    <a:lnTo>
                      <a:pt x="1344" y="304"/>
                    </a:lnTo>
                    <a:lnTo>
                      <a:pt x="1347" y="305"/>
                    </a:lnTo>
                    <a:lnTo>
                      <a:pt x="1350" y="305"/>
                    </a:lnTo>
                    <a:lnTo>
                      <a:pt x="1353" y="307"/>
                    </a:lnTo>
                    <a:lnTo>
                      <a:pt x="1355" y="308"/>
                    </a:lnTo>
                    <a:lnTo>
                      <a:pt x="1358" y="309"/>
                    </a:lnTo>
                    <a:lnTo>
                      <a:pt x="1361" y="311"/>
                    </a:lnTo>
                    <a:lnTo>
                      <a:pt x="1360" y="314"/>
                    </a:lnTo>
                    <a:lnTo>
                      <a:pt x="1359" y="317"/>
                    </a:lnTo>
                    <a:lnTo>
                      <a:pt x="1357" y="320"/>
                    </a:lnTo>
                    <a:lnTo>
                      <a:pt x="1358" y="322"/>
                    </a:lnTo>
                    <a:close/>
                  </a:path>
                </a:pathLst>
              </a:custGeom>
              <a:solidFill>
                <a:srgbClr val="DA9FC0">
                  <a:alpha val="9600"/>
                </a:srgbClr>
              </a:solidFill>
              <a:ln>
                <a:noFill/>
              </a:ln>
            </p:spPr>
            <p:txBody>
              <a:bodyPr anchor="ctr"/>
              <a:lstStyle/>
              <a:p>
                <a:pPr algn="ctr">
                  <a:buNone/>
                </a:pPr>
              </a:p>
            </p:txBody>
          </p:sp>
          <p:sp>
            <p:nvSpPr>
              <p:cNvPr id="7060" name="addition:input:59">
                <a:extLst>
                  <a:ext uri="{FF2B5EF4-FFF2-40B4-BE49-F238E27FC236}">
                    <ns2:creationId id="{5F028C3C-7DAE-48F0-A3DF-D42A946297CC}"/>
                  </a:ext>
                </a:extLst>
              </p:cNvPr>
              <p:cNvSpPr>
                <a:spLocks noGrp="1"/>
              </p:cNvSpPr>
              <p:nvPr/>
            </p:nvSpPr>
            <p:spPr>
              <a:xfrm>
                <a:off x="209550" y="5438775"/>
                <a:ext cx="2292767" cy="712318"/>
              </a:xfrm>
              <a:custGeom>
                <a:rect l="l" t="t" r="r" b="b"/>
                <a:pathLst>
                  <a:path w="1393" h="380">
                    <a:moveTo>
                      <a:pt x="0" y="0"/>
                    </a:moveTo>
                    <a:moveTo>
                      <a:pt x="1392" y="347"/>
                    </a:moveTo>
                    <a:lnTo>
                      <a:pt x="1393" y="350"/>
                    </a:lnTo>
                    <a:lnTo>
                      <a:pt x="1393" y="352"/>
                    </a:lnTo>
                    <a:lnTo>
                      <a:pt x="1392" y="355"/>
                    </a:lnTo>
                    <a:lnTo>
                      <a:pt x="1389" y="357"/>
                    </a:lnTo>
                    <a:lnTo>
                      <a:pt x="1386" y="359"/>
                    </a:lnTo>
                    <a:lnTo>
                      <a:pt x="1384" y="361"/>
                    </a:lnTo>
                    <a:lnTo>
                      <a:pt x="1382" y="364"/>
                    </a:lnTo>
                    <a:lnTo>
                      <a:pt x="1379" y="365"/>
                    </a:lnTo>
                    <a:lnTo>
                      <a:pt x="1375" y="366"/>
                    </a:lnTo>
                    <a:lnTo>
                      <a:pt x="1371" y="367"/>
                    </a:lnTo>
                    <a:lnTo>
                      <a:pt x="1369" y="368"/>
                    </a:lnTo>
                    <a:lnTo>
                      <a:pt x="1367" y="372"/>
                    </a:lnTo>
                    <a:lnTo>
                      <a:pt x="1366" y="377"/>
                    </a:lnTo>
                    <a:lnTo>
                      <a:pt x="1363" y="380"/>
                    </a:lnTo>
                    <a:lnTo>
                      <a:pt x="1358" y="380"/>
                    </a:lnTo>
                    <a:lnTo>
                      <a:pt x="1354" y="378"/>
                    </a:lnTo>
                    <a:lnTo>
                      <a:pt x="1350" y="375"/>
                    </a:lnTo>
                    <a:lnTo>
                      <a:pt x="1346" y="374"/>
                    </a:lnTo>
                    <a:lnTo>
                      <a:pt x="1343" y="374"/>
                    </a:lnTo>
                    <a:lnTo>
                      <a:pt x="1340" y="373"/>
                    </a:lnTo>
                    <a:lnTo>
                      <a:pt x="1337" y="372"/>
                    </a:lnTo>
                    <a:lnTo>
                      <a:pt x="1335" y="371"/>
                    </a:lnTo>
                    <a:lnTo>
                      <a:pt x="1332" y="371"/>
                    </a:lnTo>
                    <a:lnTo>
                      <a:pt x="1328" y="371"/>
                    </a:lnTo>
                    <a:lnTo>
                      <a:pt x="1324" y="371"/>
                    </a:lnTo>
                    <a:lnTo>
                      <a:pt x="1322" y="369"/>
                    </a:lnTo>
                    <a:lnTo>
                      <a:pt x="1321" y="366"/>
                    </a:lnTo>
                    <a:lnTo>
                      <a:pt x="1321" y="364"/>
                    </a:lnTo>
                    <a:lnTo>
                      <a:pt x="1319" y="362"/>
                    </a:lnTo>
                    <a:lnTo>
                      <a:pt x="1315" y="360"/>
                    </a:lnTo>
                    <a:lnTo>
                      <a:pt x="1312" y="358"/>
                    </a:lnTo>
                    <a:lnTo>
                      <a:pt x="1312" y="355"/>
                    </a:lnTo>
                    <a:lnTo>
                      <a:pt x="1316" y="352"/>
                    </a:lnTo>
                    <a:lnTo>
                      <a:pt x="1320" y="349"/>
                    </a:lnTo>
                    <a:lnTo>
                      <a:pt x="1322" y="347"/>
                    </a:lnTo>
                    <a:lnTo>
                      <a:pt x="1321" y="345"/>
                    </a:lnTo>
                    <a:lnTo>
                      <a:pt x="1320" y="342"/>
                    </a:lnTo>
                    <a:lnTo>
                      <a:pt x="1319" y="340"/>
                    </a:lnTo>
                    <a:lnTo>
                      <a:pt x="1318" y="337"/>
                    </a:lnTo>
                    <a:lnTo>
                      <a:pt x="1318" y="334"/>
                    </a:lnTo>
                    <a:lnTo>
                      <a:pt x="1317" y="331"/>
                    </a:lnTo>
                    <a:lnTo>
                      <a:pt x="1317" y="327"/>
                    </a:lnTo>
                    <a:lnTo>
                      <a:pt x="1319" y="325"/>
                    </a:lnTo>
                    <a:lnTo>
                      <a:pt x="1324" y="325"/>
                    </a:lnTo>
                    <a:lnTo>
                      <a:pt x="1328" y="325"/>
                    </a:lnTo>
                    <a:lnTo>
                      <a:pt x="1332" y="325"/>
                    </a:lnTo>
                    <a:lnTo>
                      <a:pt x="1333" y="324"/>
                    </a:lnTo>
                    <a:lnTo>
                      <a:pt x="1335" y="321"/>
                    </a:lnTo>
                    <a:lnTo>
                      <a:pt x="1337" y="319"/>
                    </a:lnTo>
                    <a:lnTo>
                      <a:pt x="1340" y="319"/>
                    </a:lnTo>
                    <a:lnTo>
                      <a:pt x="1343" y="320"/>
                    </a:lnTo>
                    <a:lnTo>
                      <a:pt x="1346" y="321"/>
                    </a:lnTo>
                    <a:lnTo>
                      <a:pt x="1349" y="320"/>
                    </a:lnTo>
                    <a:lnTo>
                      <a:pt x="1353" y="318"/>
                    </a:lnTo>
                    <a:lnTo>
                      <a:pt x="1357" y="317"/>
                    </a:lnTo>
                    <a:lnTo>
                      <a:pt x="1361" y="317"/>
                    </a:lnTo>
                    <a:lnTo>
                      <a:pt x="1364" y="318"/>
                    </a:lnTo>
                    <a:lnTo>
                      <a:pt x="1368" y="319"/>
                    </a:lnTo>
                    <a:lnTo>
                      <a:pt x="1372" y="321"/>
                    </a:lnTo>
                    <a:lnTo>
                      <a:pt x="1374" y="323"/>
                    </a:lnTo>
                    <a:lnTo>
                      <a:pt x="1376" y="326"/>
                    </a:lnTo>
                    <a:lnTo>
                      <a:pt x="1375" y="330"/>
                    </a:lnTo>
                    <a:lnTo>
                      <a:pt x="1375" y="333"/>
                    </a:lnTo>
                    <a:lnTo>
                      <a:pt x="1378" y="335"/>
                    </a:lnTo>
                    <a:lnTo>
                      <a:pt x="1384" y="335"/>
                    </a:lnTo>
                    <a:lnTo>
                      <a:pt x="1389" y="336"/>
                    </a:lnTo>
                    <a:lnTo>
                      <a:pt x="1393" y="338"/>
                    </a:lnTo>
                    <a:lnTo>
                      <a:pt x="1393" y="341"/>
                    </a:lnTo>
                    <a:lnTo>
                      <a:pt x="1392" y="344"/>
                    </a:lnTo>
                    <a:close/>
                  </a:path>
                </a:pathLst>
              </a:custGeom>
              <a:solidFill>
                <a:srgbClr val="DA9FC0">
                  <a:alpha val="9600"/>
                </a:srgbClr>
              </a:solidFill>
              <a:ln>
                <a:noFill/>
              </a:ln>
            </p:spPr>
            <p:txBody>
              <a:bodyPr anchor="ctr"/>
              <a:lstStyle/>
              <a:p>
                <a:pPr algn="ctr">
                  <a:buNone/>
                </a:pPr>
              </a:p>
            </p:txBody>
          </p:sp>
          <p:sp>
            <p:nvSpPr>
              <p:cNvPr id="7061" name="addition:input:60">
                <a:extLst>
                  <a:ext uri="{FF2B5EF4-FFF2-40B4-BE49-F238E27FC236}">
                    <ns2:creationId id="{15BC7A6F-BFF3-4A81-986F-6663F1C37C2C}"/>
                  </a:ext>
                </a:extLst>
              </p:cNvPr>
              <p:cNvSpPr>
                <a:spLocks noGrp="1"/>
              </p:cNvSpPr>
              <p:nvPr/>
            </p:nvSpPr>
            <p:spPr>
              <a:xfrm>
                <a:off x="209550" y="5438775"/>
                <a:ext cx="2274661" cy="755432"/>
              </a:xfrm>
              <a:custGeom>
                <a:rect l="l" t="t" r="r" b="b"/>
                <a:pathLst>
                  <a:path w="1382" h="403">
                    <a:moveTo>
                      <a:pt x="0" y="0"/>
                    </a:moveTo>
                    <a:moveTo>
                      <a:pt x="1381" y="372"/>
                    </a:moveTo>
                    <a:lnTo>
                      <a:pt x="1376" y="374"/>
                    </a:lnTo>
                    <a:lnTo>
                      <a:pt x="1368" y="377"/>
                    </a:lnTo>
                    <a:lnTo>
                      <a:pt x="1363" y="378"/>
                    </a:lnTo>
                    <a:lnTo>
                      <a:pt x="1361" y="380"/>
                    </a:lnTo>
                    <a:lnTo>
                      <a:pt x="1362" y="383"/>
                    </a:lnTo>
                    <a:lnTo>
                      <a:pt x="1362" y="386"/>
                    </a:lnTo>
                    <a:lnTo>
                      <a:pt x="1361" y="389"/>
                    </a:lnTo>
                    <a:lnTo>
                      <a:pt x="1358" y="391"/>
                    </a:lnTo>
                    <a:lnTo>
                      <a:pt x="1355" y="394"/>
                    </a:lnTo>
                    <a:lnTo>
                      <a:pt x="1353" y="397"/>
                    </a:lnTo>
                    <a:lnTo>
                      <a:pt x="1350" y="399"/>
                    </a:lnTo>
                    <a:lnTo>
                      <a:pt x="1345" y="400"/>
                    </a:lnTo>
                    <a:lnTo>
                      <a:pt x="1340" y="399"/>
                    </a:lnTo>
                    <a:lnTo>
                      <a:pt x="1336" y="399"/>
                    </a:lnTo>
                    <a:lnTo>
                      <a:pt x="1333" y="400"/>
                    </a:lnTo>
                    <a:lnTo>
                      <a:pt x="1329" y="402"/>
                    </a:lnTo>
                    <a:lnTo>
                      <a:pt x="1326" y="403"/>
                    </a:lnTo>
                    <a:lnTo>
                      <a:pt x="1322" y="401"/>
                    </a:lnTo>
                    <a:lnTo>
                      <a:pt x="1319" y="398"/>
                    </a:lnTo>
                    <a:lnTo>
                      <a:pt x="1317" y="396"/>
                    </a:lnTo>
                    <a:lnTo>
                      <a:pt x="1314" y="396"/>
                    </a:lnTo>
                    <a:lnTo>
                      <a:pt x="1310" y="397"/>
                    </a:lnTo>
                    <a:lnTo>
                      <a:pt x="1304" y="399"/>
                    </a:lnTo>
                    <a:lnTo>
                      <a:pt x="1300" y="399"/>
                    </a:lnTo>
                    <a:lnTo>
                      <a:pt x="1296" y="398"/>
                    </a:lnTo>
                    <a:lnTo>
                      <a:pt x="1294" y="395"/>
                    </a:lnTo>
                    <a:lnTo>
                      <a:pt x="1292" y="393"/>
                    </a:lnTo>
                    <a:lnTo>
                      <a:pt x="1290" y="390"/>
                    </a:lnTo>
                    <a:lnTo>
                      <a:pt x="1290" y="387"/>
                    </a:lnTo>
                    <a:lnTo>
                      <a:pt x="1291" y="384"/>
                    </a:lnTo>
                    <a:lnTo>
                      <a:pt x="1293" y="381"/>
                    </a:lnTo>
                    <a:lnTo>
                      <a:pt x="1292" y="378"/>
                    </a:lnTo>
                    <a:lnTo>
                      <a:pt x="1287" y="377"/>
                    </a:lnTo>
                    <a:lnTo>
                      <a:pt x="1282" y="374"/>
                    </a:lnTo>
                    <a:lnTo>
                      <a:pt x="1280" y="372"/>
                    </a:lnTo>
                    <a:lnTo>
                      <a:pt x="1280" y="369"/>
                    </a:lnTo>
                    <a:lnTo>
                      <a:pt x="1283" y="366"/>
                    </a:lnTo>
                    <a:lnTo>
                      <a:pt x="1284" y="364"/>
                    </a:lnTo>
                    <a:lnTo>
                      <a:pt x="1282" y="361"/>
                    </a:lnTo>
                    <a:lnTo>
                      <a:pt x="1280" y="358"/>
                    </a:lnTo>
                    <a:lnTo>
                      <a:pt x="1280" y="355"/>
                    </a:lnTo>
                    <a:lnTo>
                      <a:pt x="1283" y="352"/>
                    </a:lnTo>
                    <a:lnTo>
                      <a:pt x="1287" y="351"/>
                    </a:lnTo>
                    <a:lnTo>
                      <a:pt x="1292" y="351"/>
                    </a:lnTo>
                    <a:lnTo>
                      <a:pt x="1295" y="350"/>
                    </a:lnTo>
                    <a:lnTo>
                      <a:pt x="1299" y="349"/>
                    </a:lnTo>
                    <a:lnTo>
                      <a:pt x="1303" y="348"/>
                    </a:lnTo>
                    <a:lnTo>
                      <a:pt x="1307" y="348"/>
                    </a:lnTo>
                    <a:lnTo>
                      <a:pt x="1310" y="347"/>
                    </a:lnTo>
                    <a:lnTo>
                      <a:pt x="1313" y="344"/>
                    </a:lnTo>
                    <a:lnTo>
                      <a:pt x="1316" y="340"/>
                    </a:lnTo>
                    <a:lnTo>
                      <a:pt x="1321" y="337"/>
                    </a:lnTo>
                    <a:lnTo>
                      <a:pt x="1326" y="337"/>
                    </a:lnTo>
                    <a:lnTo>
                      <a:pt x="1331" y="340"/>
                    </a:lnTo>
                    <a:lnTo>
                      <a:pt x="1335" y="343"/>
                    </a:lnTo>
                    <a:lnTo>
                      <a:pt x="1339" y="345"/>
                    </a:lnTo>
                    <a:lnTo>
                      <a:pt x="1344" y="345"/>
                    </a:lnTo>
                    <a:lnTo>
                      <a:pt x="1349" y="346"/>
                    </a:lnTo>
                    <a:lnTo>
                      <a:pt x="1353" y="347"/>
                    </a:lnTo>
                    <a:lnTo>
                      <a:pt x="1356" y="350"/>
                    </a:lnTo>
                    <a:lnTo>
                      <a:pt x="1358" y="352"/>
                    </a:lnTo>
                    <a:lnTo>
                      <a:pt x="1361" y="353"/>
                    </a:lnTo>
                    <a:lnTo>
                      <a:pt x="1365" y="355"/>
                    </a:lnTo>
                    <a:lnTo>
                      <a:pt x="1368" y="357"/>
                    </a:lnTo>
                    <a:lnTo>
                      <a:pt x="1370" y="359"/>
                    </a:lnTo>
                    <a:lnTo>
                      <a:pt x="1371" y="361"/>
                    </a:lnTo>
                    <a:lnTo>
                      <a:pt x="1374" y="364"/>
                    </a:lnTo>
                    <a:lnTo>
                      <a:pt x="1378" y="366"/>
                    </a:lnTo>
                    <a:lnTo>
                      <a:pt x="1382" y="369"/>
                    </a:lnTo>
                    <a:close/>
                  </a:path>
                </a:pathLst>
              </a:custGeom>
              <a:solidFill>
                <a:srgbClr val="DA9FC0">
                  <a:alpha val="9600"/>
                </a:srgbClr>
              </a:solidFill>
              <a:ln>
                <a:noFill/>
              </a:ln>
            </p:spPr>
            <p:txBody>
              <a:bodyPr anchor="ctr"/>
              <a:lstStyle/>
              <a:p>
                <a:pPr algn="ctr">
                  <a:buNone/>
                </a:pPr>
              </a:p>
            </p:txBody>
          </p:sp>
          <p:sp>
            <p:nvSpPr>
              <p:cNvPr id="7062" name="addition:input:61">
                <a:extLst>
                  <a:ext uri="{FF2B5EF4-FFF2-40B4-BE49-F238E27FC236}">
                    <ns2:creationId id="{F29B50E5-70D2-47A5-80F8-370C3F6A67AD}"/>
                  </a:ext>
                </a:extLst>
              </p:cNvPr>
              <p:cNvSpPr>
                <a:spLocks noGrp="1"/>
              </p:cNvSpPr>
              <p:nvPr/>
            </p:nvSpPr>
            <p:spPr>
              <a:xfrm>
                <a:off x="209550" y="5438775"/>
                <a:ext cx="2189074" cy="762930"/>
              </a:xfrm>
              <a:custGeom>
                <a:rect l="l" t="t" r="r" b="b"/>
                <a:pathLst>
                  <a:path w="1330" h="407">
                    <a:moveTo>
                      <a:pt x="0" y="0"/>
                    </a:moveTo>
                    <a:moveTo>
                      <a:pt x="1330" y="374"/>
                    </a:moveTo>
                    <a:lnTo>
                      <a:pt x="1330" y="377"/>
                    </a:lnTo>
                    <a:lnTo>
                      <a:pt x="1328" y="380"/>
                    </a:lnTo>
                    <a:lnTo>
                      <a:pt x="1326" y="383"/>
                    </a:lnTo>
                    <a:lnTo>
                      <a:pt x="1324" y="385"/>
                    </a:lnTo>
                    <a:lnTo>
                      <a:pt x="1321" y="387"/>
                    </a:lnTo>
                    <a:lnTo>
                      <a:pt x="1318" y="389"/>
                    </a:lnTo>
                    <a:lnTo>
                      <a:pt x="1314" y="390"/>
                    </a:lnTo>
                    <a:lnTo>
                      <a:pt x="1311" y="391"/>
                    </a:lnTo>
                    <a:lnTo>
                      <a:pt x="1309" y="394"/>
                    </a:lnTo>
                    <a:lnTo>
                      <a:pt x="1308" y="397"/>
                    </a:lnTo>
                    <a:lnTo>
                      <a:pt x="1306" y="400"/>
                    </a:lnTo>
                    <a:lnTo>
                      <a:pt x="1302" y="401"/>
                    </a:lnTo>
                    <a:lnTo>
                      <a:pt x="1298" y="401"/>
                    </a:lnTo>
                    <a:lnTo>
                      <a:pt x="1293" y="401"/>
                    </a:lnTo>
                    <a:lnTo>
                      <a:pt x="1290" y="402"/>
                    </a:lnTo>
                    <a:lnTo>
                      <a:pt x="1286" y="405"/>
                    </a:lnTo>
                    <a:lnTo>
                      <a:pt x="1282" y="407"/>
                    </a:lnTo>
                    <a:lnTo>
                      <a:pt x="1278" y="407"/>
                    </a:lnTo>
                    <a:lnTo>
                      <a:pt x="1274" y="405"/>
                    </a:lnTo>
                    <a:lnTo>
                      <a:pt x="1271" y="402"/>
                    </a:lnTo>
                    <a:lnTo>
                      <a:pt x="1268" y="400"/>
                    </a:lnTo>
                    <a:lnTo>
                      <a:pt x="1265" y="398"/>
                    </a:lnTo>
                    <a:lnTo>
                      <a:pt x="1262" y="397"/>
                    </a:lnTo>
                    <a:lnTo>
                      <a:pt x="1260" y="396"/>
                    </a:lnTo>
                    <a:lnTo>
                      <a:pt x="1257" y="395"/>
                    </a:lnTo>
                    <a:lnTo>
                      <a:pt x="1253" y="395"/>
                    </a:lnTo>
                    <a:lnTo>
                      <a:pt x="1248" y="395"/>
                    </a:lnTo>
                    <a:lnTo>
                      <a:pt x="1243" y="394"/>
                    </a:lnTo>
                    <a:lnTo>
                      <a:pt x="1241" y="392"/>
                    </a:lnTo>
                    <a:lnTo>
                      <a:pt x="1242" y="388"/>
                    </a:lnTo>
                    <a:lnTo>
                      <a:pt x="1245" y="385"/>
                    </a:lnTo>
                    <a:lnTo>
                      <a:pt x="1247" y="382"/>
                    </a:lnTo>
                    <a:lnTo>
                      <a:pt x="1246" y="379"/>
                    </a:lnTo>
                    <a:lnTo>
                      <a:pt x="1245" y="377"/>
                    </a:lnTo>
                    <a:lnTo>
                      <a:pt x="1244" y="374"/>
                    </a:lnTo>
                    <a:lnTo>
                      <a:pt x="1246" y="372"/>
                    </a:lnTo>
                    <a:lnTo>
                      <a:pt x="1249" y="370"/>
                    </a:lnTo>
                    <a:lnTo>
                      <a:pt x="1250" y="367"/>
                    </a:lnTo>
                    <a:lnTo>
                      <a:pt x="1251" y="365"/>
                    </a:lnTo>
                    <a:lnTo>
                      <a:pt x="1250" y="362"/>
                    </a:lnTo>
                    <a:lnTo>
                      <a:pt x="1251" y="359"/>
                    </a:lnTo>
                    <a:lnTo>
                      <a:pt x="1252" y="357"/>
                    </a:lnTo>
                    <a:lnTo>
                      <a:pt x="1254" y="355"/>
                    </a:lnTo>
                    <a:lnTo>
                      <a:pt x="1254" y="352"/>
                    </a:lnTo>
                    <a:lnTo>
                      <a:pt x="1255" y="349"/>
                    </a:lnTo>
                    <a:lnTo>
                      <a:pt x="1258" y="347"/>
                    </a:lnTo>
                    <a:lnTo>
                      <a:pt x="1263" y="347"/>
                    </a:lnTo>
                    <a:lnTo>
                      <a:pt x="1268" y="350"/>
                    </a:lnTo>
                    <a:lnTo>
                      <a:pt x="1271" y="352"/>
                    </a:lnTo>
                    <a:lnTo>
                      <a:pt x="1274" y="351"/>
                    </a:lnTo>
                    <a:lnTo>
                      <a:pt x="1276" y="349"/>
                    </a:lnTo>
                    <a:lnTo>
                      <a:pt x="1278" y="346"/>
                    </a:lnTo>
                    <a:lnTo>
                      <a:pt x="1282" y="345"/>
                    </a:lnTo>
                    <a:lnTo>
                      <a:pt x="1285" y="345"/>
                    </a:lnTo>
                    <a:lnTo>
                      <a:pt x="1288" y="345"/>
                    </a:lnTo>
                    <a:lnTo>
                      <a:pt x="1292" y="346"/>
                    </a:lnTo>
                    <a:lnTo>
                      <a:pt x="1296" y="346"/>
                    </a:lnTo>
                    <a:lnTo>
                      <a:pt x="1299" y="347"/>
                    </a:lnTo>
                    <a:lnTo>
                      <a:pt x="1302" y="349"/>
                    </a:lnTo>
                    <a:lnTo>
                      <a:pt x="1304" y="352"/>
                    </a:lnTo>
                    <a:lnTo>
                      <a:pt x="1307" y="354"/>
                    </a:lnTo>
                    <a:lnTo>
                      <a:pt x="1310" y="355"/>
                    </a:lnTo>
                    <a:lnTo>
                      <a:pt x="1314" y="357"/>
                    </a:lnTo>
                    <a:lnTo>
                      <a:pt x="1315" y="360"/>
                    </a:lnTo>
                    <a:lnTo>
                      <a:pt x="1315" y="363"/>
                    </a:lnTo>
                    <a:lnTo>
                      <a:pt x="1314" y="366"/>
                    </a:lnTo>
                    <a:lnTo>
                      <a:pt x="1315" y="368"/>
                    </a:lnTo>
                    <a:lnTo>
                      <a:pt x="1320" y="370"/>
                    </a:lnTo>
                    <a:lnTo>
                      <a:pt x="1326" y="372"/>
                    </a:lnTo>
                    <a:close/>
                  </a:path>
                </a:pathLst>
              </a:custGeom>
              <a:solidFill>
                <a:srgbClr val="DA9FC0">
                  <a:alpha val="9600"/>
                </a:srgbClr>
              </a:solidFill>
              <a:ln>
                <a:noFill/>
              </a:ln>
            </p:spPr>
            <p:txBody>
              <a:bodyPr anchor="ctr"/>
              <a:lstStyle/>
              <a:p>
                <a:pPr algn="ctr">
                  <a:buNone/>
                </a:pPr>
              </a:p>
            </p:txBody>
          </p:sp>
          <p:sp>
            <p:nvSpPr>
              <p:cNvPr id="7063" name="addition:input:62">
                <a:extLst>
                  <a:ext uri="{FF2B5EF4-FFF2-40B4-BE49-F238E27FC236}">
                    <ns2:creationId id="{94D0F6DA-BFF2-496D-BECC-79FBD32B63FC}"/>
                  </a:ext>
                </a:extLst>
              </p:cNvPr>
              <p:cNvSpPr>
                <a:spLocks noGrp="1"/>
              </p:cNvSpPr>
              <p:nvPr/>
            </p:nvSpPr>
            <p:spPr>
              <a:xfrm>
                <a:off x="209550" y="5438775"/>
                <a:ext cx="2115007" cy="732937"/>
              </a:xfrm>
              <a:custGeom>
                <a:rect l="l" t="t" r="r" b="b"/>
                <a:pathLst>
                  <a:path w="1285" h="391">
                    <a:moveTo>
                      <a:pt x="0" y="0"/>
                    </a:moveTo>
                    <a:moveTo>
                      <a:pt x="1281" y="364"/>
                    </a:moveTo>
                    <a:lnTo>
                      <a:pt x="1282" y="366"/>
                    </a:lnTo>
                    <a:lnTo>
                      <a:pt x="1284" y="369"/>
                    </a:lnTo>
                    <a:lnTo>
                      <a:pt x="1285" y="371"/>
                    </a:lnTo>
                    <a:lnTo>
                      <a:pt x="1283" y="374"/>
                    </a:lnTo>
                    <a:lnTo>
                      <a:pt x="1279" y="375"/>
                    </a:lnTo>
                    <a:lnTo>
                      <a:pt x="1274" y="375"/>
                    </a:lnTo>
                    <a:lnTo>
                      <a:pt x="1271" y="376"/>
                    </a:lnTo>
                    <a:lnTo>
                      <a:pt x="1270" y="378"/>
                    </a:lnTo>
                    <a:lnTo>
                      <a:pt x="1268" y="380"/>
                    </a:lnTo>
                    <a:lnTo>
                      <a:pt x="1267" y="382"/>
                    </a:lnTo>
                    <a:lnTo>
                      <a:pt x="1265" y="384"/>
                    </a:lnTo>
                    <a:lnTo>
                      <a:pt x="1263" y="386"/>
                    </a:lnTo>
                    <a:lnTo>
                      <a:pt x="1260" y="389"/>
                    </a:lnTo>
                    <a:lnTo>
                      <a:pt x="1257" y="391"/>
                    </a:lnTo>
                    <a:lnTo>
                      <a:pt x="1254" y="391"/>
                    </a:lnTo>
                    <a:lnTo>
                      <a:pt x="1250" y="390"/>
                    </a:lnTo>
                    <a:lnTo>
                      <a:pt x="1247" y="388"/>
                    </a:lnTo>
                    <a:lnTo>
                      <a:pt x="1244" y="387"/>
                    </a:lnTo>
                    <a:lnTo>
                      <a:pt x="1241" y="387"/>
                    </a:lnTo>
                    <a:lnTo>
                      <a:pt x="1238" y="388"/>
                    </a:lnTo>
                    <a:lnTo>
                      <a:pt x="1235" y="388"/>
                    </a:lnTo>
                    <a:lnTo>
                      <a:pt x="1233" y="386"/>
                    </a:lnTo>
                    <a:lnTo>
                      <a:pt x="1231" y="384"/>
                    </a:lnTo>
                    <a:lnTo>
                      <a:pt x="1230" y="382"/>
                    </a:lnTo>
                    <a:lnTo>
                      <a:pt x="1228" y="382"/>
                    </a:lnTo>
                    <a:lnTo>
                      <a:pt x="1224" y="382"/>
                    </a:lnTo>
                    <a:lnTo>
                      <a:pt x="1221" y="381"/>
                    </a:lnTo>
                    <a:lnTo>
                      <a:pt x="1219" y="380"/>
                    </a:lnTo>
                    <a:lnTo>
                      <a:pt x="1218" y="378"/>
                    </a:lnTo>
                    <a:lnTo>
                      <a:pt x="1216" y="376"/>
                    </a:lnTo>
                    <a:lnTo>
                      <a:pt x="1215" y="374"/>
                    </a:lnTo>
                    <a:lnTo>
                      <a:pt x="1216" y="371"/>
                    </a:lnTo>
                    <a:lnTo>
                      <a:pt x="1218" y="368"/>
                    </a:lnTo>
                    <a:lnTo>
                      <a:pt x="1222" y="366"/>
                    </a:lnTo>
                    <a:lnTo>
                      <a:pt x="1224" y="364"/>
                    </a:lnTo>
                    <a:lnTo>
                      <a:pt x="1223" y="362"/>
                    </a:lnTo>
                    <a:lnTo>
                      <a:pt x="1220" y="360"/>
                    </a:lnTo>
                    <a:lnTo>
                      <a:pt x="1218" y="357"/>
                    </a:lnTo>
                    <a:lnTo>
                      <a:pt x="1218" y="355"/>
                    </a:lnTo>
                    <a:lnTo>
                      <a:pt x="1220" y="353"/>
                    </a:lnTo>
                    <a:lnTo>
                      <a:pt x="1222" y="351"/>
                    </a:lnTo>
                    <a:lnTo>
                      <a:pt x="1223" y="349"/>
                    </a:lnTo>
                    <a:lnTo>
                      <a:pt x="1224" y="347"/>
                    </a:lnTo>
                    <a:lnTo>
                      <a:pt x="1225" y="345"/>
                    </a:lnTo>
                    <a:lnTo>
                      <a:pt x="1227" y="343"/>
                    </a:lnTo>
                    <a:lnTo>
                      <a:pt x="1230" y="343"/>
                    </a:lnTo>
                    <a:lnTo>
                      <a:pt x="1232" y="342"/>
                    </a:lnTo>
                    <a:lnTo>
                      <a:pt x="1234" y="342"/>
                    </a:lnTo>
                    <a:lnTo>
                      <a:pt x="1236" y="341"/>
                    </a:lnTo>
                    <a:lnTo>
                      <a:pt x="1239" y="341"/>
                    </a:lnTo>
                    <a:lnTo>
                      <a:pt x="1242" y="342"/>
                    </a:lnTo>
                    <a:lnTo>
                      <a:pt x="1244" y="343"/>
                    </a:lnTo>
                    <a:lnTo>
                      <a:pt x="1246" y="342"/>
                    </a:lnTo>
                    <a:lnTo>
                      <a:pt x="1249" y="340"/>
                    </a:lnTo>
                    <a:lnTo>
                      <a:pt x="1253" y="337"/>
                    </a:lnTo>
                    <a:lnTo>
                      <a:pt x="1257" y="336"/>
                    </a:lnTo>
                    <a:lnTo>
                      <a:pt x="1259" y="338"/>
                    </a:lnTo>
                    <a:lnTo>
                      <a:pt x="1261" y="341"/>
                    </a:lnTo>
                    <a:lnTo>
                      <a:pt x="1263" y="343"/>
                    </a:lnTo>
                    <a:lnTo>
                      <a:pt x="1265" y="345"/>
                    </a:lnTo>
                    <a:lnTo>
                      <a:pt x="1267" y="347"/>
                    </a:lnTo>
                    <a:lnTo>
                      <a:pt x="1269" y="348"/>
                    </a:lnTo>
                    <a:lnTo>
                      <a:pt x="1271" y="350"/>
                    </a:lnTo>
                    <a:lnTo>
                      <a:pt x="1272" y="352"/>
                    </a:lnTo>
                    <a:lnTo>
                      <a:pt x="1275" y="354"/>
                    </a:lnTo>
                    <a:lnTo>
                      <a:pt x="1278" y="355"/>
                    </a:lnTo>
                    <a:lnTo>
                      <a:pt x="1281" y="357"/>
                    </a:lnTo>
                    <a:lnTo>
                      <a:pt x="1281" y="359"/>
                    </a:lnTo>
                    <a:lnTo>
                      <a:pt x="1281" y="362"/>
                    </a:lnTo>
                    <a:close/>
                  </a:path>
                </a:pathLst>
              </a:custGeom>
              <a:solidFill>
                <a:srgbClr val="DA9FC0">
                  <a:alpha val="9600"/>
                </a:srgbClr>
              </a:solidFill>
              <a:ln>
                <a:noFill/>
              </a:ln>
            </p:spPr>
            <p:txBody>
              <a:bodyPr anchor="ctr"/>
              <a:lstStyle/>
              <a:p>
                <a:pPr algn="ctr">
                  <a:buNone/>
                </a:pPr>
              </a:p>
            </p:txBody>
          </p:sp>
          <p:sp>
            <p:nvSpPr>
              <p:cNvPr id="7064" name="addition:input:63">
                <a:extLst>
                  <a:ext uri="{FF2B5EF4-FFF2-40B4-BE49-F238E27FC236}">
                    <ns2:creationId id="{464D10AF-69AA-4711-8BBC-2B26E8BD02AF}"/>
                  </a:ext>
                </a:extLst>
              </p:cNvPr>
              <p:cNvSpPr>
                <a:spLocks noGrp="1"/>
              </p:cNvSpPr>
              <p:nvPr/>
            </p:nvSpPr>
            <p:spPr>
              <a:xfrm>
                <a:off x="209550" y="5438775"/>
                <a:ext cx="2245035" cy="738561"/>
              </a:xfrm>
              <a:custGeom>
                <a:rect l="l" t="t" r="r" b="b"/>
                <a:pathLst>
                  <a:path w="1364" h="394">
                    <a:moveTo>
                      <a:pt x="0" y="0"/>
                    </a:moveTo>
                    <a:moveTo>
                      <a:pt x="1359" y="360"/>
                    </a:moveTo>
                    <a:lnTo>
                      <a:pt x="1353" y="362"/>
                    </a:lnTo>
                    <a:lnTo>
                      <a:pt x="1347" y="365"/>
                    </a:lnTo>
                    <a:lnTo>
                      <a:pt x="1346" y="367"/>
                    </a:lnTo>
                    <a:lnTo>
                      <a:pt x="1346" y="370"/>
                    </a:lnTo>
                    <a:lnTo>
                      <a:pt x="1345" y="373"/>
                    </a:lnTo>
                    <a:lnTo>
                      <a:pt x="1343" y="375"/>
                    </a:lnTo>
                    <a:lnTo>
                      <a:pt x="1339" y="378"/>
                    </a:lnTo>
                    <a:lnTo>
                      <a:pt x="1337" y="380"/>
                    </a:lnTo>
                    <a:lnTo>
                      <a:pt x="1335" y="383"/>
                    </a:lnTo>
                    <a:lnTo>
                      <a:pt x="1332" y="386"/>
                    </a:lnTo>
                    <a:lnTo>
                      <a:pt x="1328" y="388"/>
                    </a:lnTo>
                    <a:lnTo>
                      <a:pt x="1324" y="388"/>
                    </a:lnTo>
                    <a:lnTo>
                      <a:pt x="1319" y="389"/>
                    </a:lnTo>
                    <a:lnTo>
                      <a:pt x="1316" y="391"/>
                    </a:lnTo>
                    <a:lnTo>
                      <a:pt x="1312" y="394"/>
                    </a:lnTo>
                    <a:lnTo>
                      <a:pt x="1308" y="394"/>
                    </a:lnTo>
                    <a:lnTo>
                      <a:pt x="1303" y="393"/>
                    </a:lnTo>
                    <a:lnTo>
                      <a:pt x="1299" y="389"/>
                    </a:lnTo>
                    <a:lnTo>
                      <a:pt x="1297" y="385"/>
                    </a:lnTo>
                    <a:lnTo>
                      <a:pt x="1294" y="385"/>
                    </a:lnTo>
                    <a:lnTo>
                      <a:pt x="1290" y="387"/>
                    </a:lnTo>
                    <a:lnTo>
                      <a:pt x="1285" y="389"/>
                    </a:lnTo>
                    <a:lnTo>
                      <a:pt x="1280" y="389"/>
                    </a:lnTo>
                    <a:lnTo>
                      <a:pt x="1277" y="388"/>
                    </a:lnTo>
                    <a:lnTo>
                      <a:pt x="1274" y="387"/>
                    </a:lnTo>
                    <a:lnTo>
                      <a:pt x="1270" y="385"/>
                    </a:lnTo>
                    <a:lnTo>
                      <a:pt x="1267" y="383"/>
                    </a:lnTo>
                    <a:lnTo>
                      <a:pt x="1266" y="380"/>
                    </a:lnTo>
                    <a:lnTo>
                      <a:pt x="1267" y="376"/>
                    </a:lnTo>
                    <a:lnTo>
                      <a:pt x="1268" y="372"/>
                    </a:lnTo>
                    <a:lnTo>
                      <a:pt x="1268" y="370"/>
                    </a:lnTo>
                    <a:lnTo>
                      <a:pt x="1264" y="368"/>
                    </a:lnTo>
                    <a:lnTo>
                      <a:pt x="1260" y="365"/>
                    </a:lnTo>
                    <a:lnTo>
                      <a:pt x="1259" y="363"/>
                    </a:lnTo>
                    <a:lnTo>
                      <a:pt x="1261" y="360"/>
                    </a:lnTo>
                    <a:lnTo>
                      <a:pt x="1263" y="357"/>
                    </a:lnTo>
                    <a:lnTo>
                      <a:pt x="1264" y="355"/>
                    </a:lnTo>
                    <a:lnTo>
                      <a:pt x="1261" y="351"/>
                    </a:lnTo>
                    <a:lnTo>
                      <a:pt x="1257" y="348"/>
                    </a:lnTo>
                    <a:lnTo>
                      <a:pt x="1255" y="344"/>
                    </a:lnTo>
                    <a:lnTo>
                      <a:pt x="1256" y="341"/>
                    </a:lnTo>
                    <a:lnTo>
                      <a:pt x="1260" y="339"/>
                    </a:lnTo>
                    <a:lnTo>
                      <a:pt x="1265" y="338"/>
                    </a:lnTo>
                    <a:lnTo>
                      <a:pt x="1268" y="337"/>
                    </a:lnTo>
                    <a:lnTo>
                      <a:pt x="1272" y="336"/>
                    </a:lnTo>
                    <a:lnTo>
                      <a:pt x="1277" y="336"/>
                    </a:lnTo>
                    <a:lnTo>
                      <a:pt x="1281" y="336"/>
                    </a:lnTo>
                    <a:lnTo>
                      <a:pt x="1284" y="335"/>
                    </a:lnTo>
                    <a:lnTo>
                      <a:pt x="1287" y="332"/>
                    </a:lnTo>
                    <a:lnTo>
                      <a:pt x="1289" y="328"/>
                    </a:lnTo>
                    <a:lnTo>
                      <a:pt x="1293" y="325"/>
                    </a:lnTo>
                    <a:lnTo>
                      <a:pt x="1299" y="324"/>
                    </a:lnTo>
                    <a:lnTo>
                      <a:pt x="1304" y="326"/>
                    </a:lnTo>
                    <a:lnTo>
                      <a:pt x="1308" y="328"/>
                    </a:lnTo>
                    <a:lnTo>
                      <a:pt x="1313" y="329"/>
                    </a:lnTo>
                    <a:lnTo>
                      <a:pt x="1318" y="329"/>
                    </a:lnTo>
                    <a:lnTo>
                      <a:pt x="1324" y="328"/>
                    </a:lnTo>
                    <a:lnTo>
                      <a:pt x="1328" y="330"/>
                    </a:lnTo>
                    <a:lnTo>
                      <a:pt x="1331" y="333"/>
                    </a:lnTo>
                    <a:lnTo>
                      <a:pt x="1334" y="336"/>
                    </a:lnTo>
                    <a:lnTo>
                      <a:pt x="1337" y="339"/>
                    </a:lnTo>
                    <a:lnTo>
                      <a:pt x="1340" y="340"/>
                    </a:lnTo>
                    <a:lnTo>
                      <a:pt x="1343" y="342"/>
                    </a:lnTo>
                    <a:lnTo>
                      <a:pt x="1345" y="345"/>
                    </a:lnTo>
                    <a:lnTo>
                      <a:pt x="1348" y="347"/>
                    </a:lnTo>
                    <a:lnTo>
                      <a:pt x="1352" y="349"/>
                    </a:lnTo>
                    <a:lnTo>
                      <a:pt x="1358" y="350"/>
                    </a:lnTo>
                    <a:lnTo>
                      <a:pt x="1363" y="353"/>
                    </a:lnTo>
                    <a:lnTo>
                      <a:pt x="1364" y="356"/>
                    </a:lnTo>
                    <a:close/>
                  </a:path>
                </a:pathLst>
              </a:custGeom>
              <a:solidFill>
                <a:srgbClr val="DA9FC0">
                  <a:alpha val="9600"/>
                </a:srgbClr>
              </a:solidFill>
              <a:ln>
                <a:noFill/>
              </a:ln>
            </p:spPr>
            <p:txBody>
              <a:bodyPr anchor="ctr"/>
              <a:lstStyle/>
              <a:p>
                <a:pPr algn="ctr">
                  <a:buNone/>
                </a:pPr>
              </a:p>
            </p:txBody>
          </p:sp>
          <p:sp>
            <p:nvSpPr>
              <p:cNvPr id="7065" name="addition:input:64">
                <a:extLst>
                  <a:ext uri="{FF2B5EF4-FFF2-40B4-BE49-F238E27FC236}">
                    <ns2:creationId id="{1E77A6F0-E2F9-4E11-B82D-94D2D00F54FE}"/>
                  </a:ext>
                </a:extLst>
              </p:cNvPr>
              <p:cNvSpPr>
                <a:spLocks noGrp="1"/>
              </p:cNvSpPr>
              <p:nvPr/>
            </p:nvSpPr>
            <p:spPr>
              <a:xfrm>
                <a:off x="209550" y="5438775"/>
                <a:ext cx="2263140" cy="751683"/>
              </a:xfrm>
              <a:custGeom>
                <a:rect l="l" t="t" r="r" b="b"/>
                <a:pathLst>
                  <a:path w="1375" h="401">
                    <a:moveTo>
                      <a:pt x="0" y="0"/>
                    </a:moveTo>
                    <a:moveTo>
                      <a:pt x="1371" y="354"/>
                    </a:moveTo>
                    <a:lnTo>
                      <a:pt x="1362" y="358"/>
                    </a:lnTo>
                    <a:lnTo>
                      <a:pt x="1354" y="361"/>
                    </a:lnTo>
                    <a:lnTo>
                      <a:pt x="1351" y="364"/>
                    </a:lnTo>
                    <a:lnTo>
                      <a:pt x="1351" y="368"/>
                    </a:lnTo>
                    <a:lnTo>
                      <a:pt x="1352" y="373"/>
                    </a:lnTo>
                    <a:lnTo>
                      <a:pt x="1352" y="377"/>
                    </a:lnTo>
                    <a:lnTo>
                      <a:pt x="1350" y="381"/>
                    </a:lnTo>
                    <a:lnTo>
                      <a:pt x="1349" y="386"/>
                    </a:lnTo>
                    <a:lnTo>
                      <a:pt x="1347" y="391"/>
                    </a:lnTo>
                    <a:lnTo>
                      <a:pt x="1343" y="395"/>
                    </a:lnTo>
                    <a:lnTo>
                      <a:pt x="1337" y="396"/>
                    </a:lnTo>
                    <a:lnTo>
                      <a:pt x="1329" y="395"/>
                    </a:lnTo>
                    <a:lnTo>
                      <a:pt x="1322" y="393"/>
                    </a:lnTo>
                    <a:lnTo>
                      <a:pt x="1318" y="393"/>
                    </a:lnTo>
                    <a:lnTo>
                      <a:pt x="1314" y="397"/>
                    </a:lnTo>
                    <a:lnTo>
                      <a:pt x="1310" y="400"/>
                    </a:lnTo>
                    <a:lnTo>
                      <a:pt x="1305" y="401"/>
                    </a:lnTo>
                    <a:lnTo>
                      <a:pt x="1300" y="398"/>
                    </a:lnTo>
                    <a:lnTo>
                      <a:pt x="1296" y="395"/>
                    </a:lnTo>
                    <a:lnTo>
                      <a:pt x="1292" y="394"/>
                    </a:lnTo>
                    <a:lnTo>
                      <a:pt x="1286" y="396"/>
                    </a:lnTo>
                    <a:lnTo>
                      <a:pt x="1280" y="398"/>
                    </a:lnTo>
                    <a:lnTo>
                      <a:pt x="1273" y="398"/>
                    </a:lnTo>
                    <a:lnTo>
                      <a:pt x="1268" y="396"/>
                    </a:lnTo>
                    <a:lnTo>
                      <a:pt x="1263" y="393"/>
                    </a:lnTo>
                    <a:lnTo>
                      <a:pt x="1258" y="390"/>
                    </a:lnTo>
                    <a:lnTo>
                      <a:pt x="1254" y="387"/>
                    </a:lnTo>
                    <a:lnTo>
                      <a:pt x="1252" y="382"/>
                    </a:lnTo>
                    <a:lnTo>
                      <a:pt x="1254" y="376"/>
                    </a:lnTo>
                    <a:lnTo>
                      <a:pt x="1257" y="371"/>
                    </a:lnTo>
                    <a:lnTo>
                      <a:pt x="1256" y="367"/>
                    </a:lnTo>
                    <a:lnTo>
                      <a:pt x="1250" y="365"/>
                    </a:lnTo>
                    <a:lnTo>
                      <a:pt x="1240" y="362"/>
                    </a:lnTo>
                    <a:lnTo>
                      <a:pt x="1233" y="358"/>
                    </a:lnTo>
                    <a:lnTo>
                      <a:pt x="1230" y="354"/>
                    </a:lnTo>
                    <a:lnTo>
                      <a:pt x="1232" y="350"/>
                    </a:lnTo>
                    <a:lnTo>
                      <a:pt x="1235" y="346"/>
                    </a:lnTo>
                    <a:lnTo>
                      <a:pt x="1235" y="342"/>
                    </a:lnTo>
                    <a:lnTo>
                      <a:pt x="1235" y="337"/>
                    </a:lnTo>
                    <a:lnTo>
                      <a:pt x="1236" y="333"/>
                    </a:lnTo>
                    <a:lnTo>
                      <a:pt x="1240" y="330"/>
                    </a:lnTo>
                    <a:lnTo>
                      <a:pt x="1245" y="327"/>
                    </a:lnTo>
                    <a:lnTo>
                      <a:pt x="1250" y="325"/>
                    </a:lnTo>
                    <a:lnTo>
                      <a:pt x="1254" y="322"/>
                    </a:lnTo>
                    <a:lnTo>
                      <a:pt x="1258" y="319"/>
                    </a:lnTo>
                    <a:lnTo>
                      <a:pt x="1264" y="318"/>
                    </a:lnTo>
                    <a:lnTo>
                      <a:pt x="1271" y="318"/>
                    </a:lnTo>
                    <a:lnTo>
                      <a:pt x="1277" y="317"/>
                    </a:lnTo>
                    <a:lnTo>
                      <a:pt x="1281" y="314"/>
                    </a:lnTo>
                    <a:lnTo>
                      <a:pt x="1285" y="307"/>
                    </a:lnTo>
                    <a:lnTo>
                      <a:pt x="1291" y="301"/>
                    </a:lnTo>
                    <a:lnTo>
                      <a:pt x="1299" y="299"/>
                    </a:lnTo>
                    <a:lnTo>
                      <a:pt x="1306" y="302"/>
                    </a:lnTo>
                    <a:lnTo>
                      <a:pt x="1313" y="307"/>
                    </a:lnTo>
                    <a:lnTo>
                      <a:pt x="1319" y="311"/>
                    </a:lnTo>
                    <a:lnTo>
                      <a:pt x="1324" y="313"/>
                    </a:lnTo>
                    <a:lnTo>
                      <a:pt x="1330" y="314"/>
                    </a:lnTo>
                    <a:lnTo>
                      <a:pt x="1335" y="316"/>
                    </a:lnTo>
                    <a:lnTo>
                      <a:pt x="1340" y="319"/>
                    </a:lnTo>
                    <a:lnTo>
                      <a:pt x="1344" y="321"/>
                    </a:lnTo>
                    <a:lnTo>
                      <a:pt x="1350" y="322"/>
                    </a:lnTo>
                    <a:lnTo>
                      <a:pt x="1357" y="323"/>
                    </a:lnTo>
                    <a:lnTo>
                      <a:pt x="1362" y="325"/>
                    </a:lnTo>
                    <a:lnTo>
                      <a:pt x="1364" y="330"/>
                    </a:lnTo>
                    <a:lnTo>
                      <a:pt x="1363" y="334"/>
                    </a:lnTo>
                    <a:lnTo>
                      <a:pt x="1364" y="338"/>
                    </a:lnTo>
                    <a:lnTo>
                      <a:pt x="1369" y="341"/>
                    </a:lnTo>
                    <a:lnTo>
                      <a:pt x="1374" y="345"/>
                    </a:lnTo>
                    <a:lnTo>
                      <a:pt x="1375" y="349"/>
                    </a:lnTo>
                    <a:close/>
                  </a:path>
                </a:pathLst>
              </a:custGeom>
              <a:solidFill>
                <a:srgbClr val="CC79A7">
                  <a:alpha val="11100"/>
                </a:srgbClr>
              </a:solidFill>
              <a:ln>
                <a:noFill/>
              </a:ln>
            </p:spPr>
            <p:txBody>
              <a:bodyPr anchor="ctr"/>
              <a:lstStyle/>
              <a:p>
                <a:pPr algn="ctr">
                  <a:buNone/>
                </a:pPr>
              </a:p>
            </p:txBody>
          </p:sp>
          <p:sp>
            <p:nvSpPr>
              <p:cNvPr id="7066" name="addition:input:65">
                <a:extLst>
                  <a:ext uri="{FF2B5EF4-FFF2-40B4-BE49-F238E27FC236}">
                    <ns2:creationId id="{DB3C055C-F6BF-4B75-B37B-782F3317E971}"/>
                  </a:ext>
                </a:extLst>
              </p:cNvPr>
              <p:cNvSpPr>
                <a:spLocks noGrp="1"/>
              </p:cNvSpPr>
              <p:nvPr/>
            </p:nvSpPr>
            <p:spPr>
              <a:xfrm>
                <a:off x="209550" y="5438775"/>
                <a:ext cx="2156155" cy="686074"/>
              </a:xfrm>
              <a:custGeom>
                <a:rect l="l" t="t" r="r" b="b"/>
                <a:pathLst>
                  <a:path w="1310" h="366">
                    <a:moveTo>
                      <a:pt x="0" y="0"/>
                    </a:moveTo>
                    <a:moveTo>
                      <a:pt x="1309" y="341"/>
                    </a:moveTo>
                    <a:lnTo>
                      <a:pt x="1310" y="344"/>
                    </a:lnTo>
                    <a:lnTo>
                      <a:pt x="1309" y="346"/>
                    </a:lnTo>
                    <a:lnTo>
                      <a:pt x="1309" y="348"/>
                    </a:lnTo>
                    <a:lnTo>
                      <a:pt x="1308" y="350"/>
                    </a:lnTo>
                    <a:lnTo>
                      <a:pt x="1306" y="352"/>
                    </a:lnTo>
                    <a:lnTo>
                      <a:pt x="1303" y="353"/>
                    </a:lnTo>
                    <a:lnTo>
                      <a:pt x="1298" y="353"/>
                    </a:lnTo>
                    <a:lnTo>
                      <a:pt x="1295" y="354"/>
                    </a:lnTo>
                    <a:lnTo>
                      <a:pt x="1293" y="355"/>
                    </a:lnTo>
                    <a:lnTo>
                      <a:pt x="1293" y="358"/>
                    </a:lnTo>
                    <a:lnTo>
                      <a:pt x="1293" y="362"/>
                    </a:lnTo>
                    <a:lnTo>
                      <a:pt x="1291" y="364"/>
                    </a:lnTo>
                    <a:lnTo>
                      <a:pt x="1288" y="365"/>
                    </a:lnTo>
                    <a:lnTo>
                      <a:pt x="1284" y="365"/>
                    </a:lnTo>
                    <a:lnTo>
                      <a:pt x="1281" y="365"/>
                    </a:lnTo>
                    <a:lnTo>
                      <a:pt x="1278" y="365"/>
                    </a:lnTo>
                    <a:lnTo>
                      <a:pt x="1275" y="366"/>
                    </a:lnTo>
                    <a:lnTo>
                      <a:pt x="1272" y="365"/>
                    </a:lnTo>
                    <a:lnTo>
                      <a:pt x="1269" y="364"/>
                    </a:lnTo>
                    <a:lnTo>
                      <a:pt x="1266" y="363"/>
                    </a:lnTo>
                    <a:lnTo>
                      <a:pt x="1264" y="363"/>
                    </a:lnTo>
                    <a:lnTo>
                      <a:pt x="1261" y="362"/>
                    </a:lnTo>
                    <a:lnTo>
                      <a:pt x="1259" y="361"/>
                    </a:lnTo>
                    <a:lnTo>
                      <a:pt x="1258" y="359"/>
                    </a:lnTo>
                    <a:lnTo>
                      <a:pt x="1257" y="357"/>
                    </a:lnTo>
                    <a:lnTo>
                      <a:pt x="1255" y="356"/>
                    </a:lnTo>
                    <a:lnTo>
                      <a:pt x="1252" y="356"/>
                    </a:lnTo>
                    <a:lnTo>
                      <a:pt x="1248" y="357"/>
                    </a:lnTo>
                    <a:lnTo>
                      <a:pt x="1244" y="356"/>
                    </a:lnTo>
                    <a:lnTo>
                      <a:pt x="1244" y="353"/>
                    </a:lnTo>
                    <a:lnTo>
                      <a:pt x="1245" y="350"/>
                    </a:lnTo>
                    <a:lnTo>
                      <a:pt x="1248" y="347"/>
                    </a:lnTo>
                    <a:lnTo>
                      <a:pt x="1249" y="345"/>
                    </a:lnTo>
                    <a:lnTo>
                      <a:pt x="1249" y="343"/>
                    </a:lnTo>
                    <a:lnTo>
                      <a:pt x="1250" y="341"/>
                    </a:lnTo>
                    <a:lnTo>
                      <a:pt x="1250" y="339"/>
                    </a:lnTo>
                    <a:lnTo>
                      <a:pt x="1251" y="338"/>
                    </a:lnTo>
                    <a:lnTo>
                      <a:pt x="1250" y="335"/>
                    </a:lnTo>
                    <a:lnTo>
                      <a:pt x="1249" y="333"/>
                    </a:lnTo>
                    <a:lnTo>
                      <a:pt x="1249" y="330"/>
                    </a:lnTo>
                    <a:lnTo>
                      <a:pt x="1250" y="328"/>
                    </a:lnTo>
                    <a:lnTo>
                      <a:pt x="1252" y="327"/>
                    </a:lnTo>
                    <a:lnTo>
                      <a:pt x="1255" y="326"/>
                    </a:lnTo>
                    <a:lnTo>
                      <a:pt x="1256" y="325"/>
                    </a:lnTo>
                    <a:lnTo>
                      <a:pt x="1256" y="322"/>
                    </a:lnTo>
                    <a:lnTo>
                      <a:pt x="1257" y="320"/>
                    </a:lnTo>
                    <a:lnTo>
                      <a:pt x="1260" y="319"/>
                    </a:lnTo>
                    <a:lnTo>
                      <a:pt x="1263" y="320"/>
                    </a:lnTo>
                    <a:lnTo>
                      <a:pt x="1266" y="321"/>
                    </a:lnTo>
                    <a:lnTo>
                      <a:pt x="1268" y="322"/>
                    </a:lnTo>
                    <a:lnTo>
                      <a:pt x="1270" y="321"/>
                    </a:lnTo>
                    <a:lnTo>
                      <a:pt x="1272" y="320"/>
                    </a:lnTo>
                    <a:lnTo>
                      <a:pt x="1274" y="319"/>
                    </a:lnTo>
                    <a:lnTo>
                      <a:pt x="1277" y="318"/>
                    </a:lnTo>
                    <a:lnTo>
                      <a:pt x="1280" y="318"/>
                    </a:lnTo>
                    <a:lnTo>
                      <a:pt x="1283" y="317"/>
                    </a:lnTo>
                    <a:lnTo>
                      <a:pt x="1286" y="317"/>
                    </a:lnTo>
                    <a:lnTo>
                      <a:pt x="1289" y="318"/>
                    </a:lnTo>
                    <a:lnTo>
                      <a:pt x="1291" y="321"/>
                    </a:lnTo>
                    <a:lnTo>
                      <a:pt x="1291" y="324"/>
                    </a:lnTo>
                    <a:lnTo>
                      <a:pt x="1292" y="326"/>
                    </a:lnTo>
                    <a:lnTo>
                      <a:pt x="1294" y="327"/>
                    </a:lnTo>
                    <a:lnTo>
                      <a:pt x="1298" y="328"/>
                    </a:lnTo>
                    <a:lnTo>
                      <a:pt x="1301" y="329"/>
                    </a:lnTo>
                    <a:lnTo>
                      <a:pt x="1302" y="331"/>
                    </a:lnTo>
                    <a:lnTo>
                      <a:pt x="1302" y="334"/>
                    </a:lnTo>
                    <a:lnTo>
                      <a:pt x="1302" y="336"/>
                    </a:lnTo>
                    <a:lnTo>
                      <a:pt x="1304" y="337"/>
                    </a:lnTo>
                    <a:lnTo>
                      <a:pt x="1307" y="339"/>
                    </a:lnTo>
                    <a:close/>
                  </a:path>
                </a:pathLst>
              </a:custGeom>
              <a:solidFill>
                <a:srgbClr val="CC79A7">
                  <a:alpha val="10800"/>
                </a:srgbClr>
              </a:solidFill>
              <a:ln>
                <a:noFill/>
              </a:ln>
            </p:spPr>
            <p:txBody>
              <a:bodyPr anchor="ctr"/>
              <a:lstStyle/>
              <a:p>
                <a:pPr algn="ctr">
                  <a:buNone/>
                </a:pPr>
              </a:p>
            </p:txBody>
          </p:sp>
          <p:sp>
            <p:nvSpPr>
              <p:cNvPr id="7067" name="addition:input:66">
                <a:extLst>
                  <a:ext uri="{FF2B5EF4-FFF2-40B4-BE49-F238E27FC236}">
                    <ns2:creationId id="{CA2674A5-D52A-4AFD-94BB-7ADCE5E570DA}"/>
                  </a:ext>
                </a:extLst>
              </p:cNvPr>
              <p:cNvSpPr>
                <a:spLocks noGrp="1"/>
              </p:cNvSpPr>
              <p:nvPr/>
            </p:nvSpPr>
            <p:spPr>
              <a:xfrm>
                <a:off x="209550" y="5438775"/>
                <a:ext cx="2207179" cy="661706"/>
              </a:xfrm>
              <a:custGeom>
                <a:rect l="l" t="t" r="r" b="b"/>
                <a:pathLst>
                  <a:path w="1341" h="353">
                    <a:moveTo>
                      <a:pt x="0" y="0"/>
                    </a:moveTo>
                    <a:moveTo>
                      <a:pt x="1339" y="334"/>
                    </a:moveTo>
                    <a:lnTo>
                      <a:pt x="1337" y="336"/>
                    </a:lnTo>
                    <a:lnTo>
                      <a:pt x="1336" y="337"/>
                    </a:lnTo>
                    <a:lnTo>
                      <a:pt x="1337" y="338"/>
                    </a:lnTo>
                    <a:lnTo>
                      <a:pt x="1339" y="341"/>
                    </a:lnTo>
                    <a:lnTo>
                      <a:pt x="1341" y="343"/>
                    </a:lnTo>
                    <a:lnTo>
                      <a:pt x="1341" y="345"/>
                    </a:lnTo>
                    <a:lnTo>
                      <a:pt x="1339" y="346"/>
                    </a:lnTo>
                    <a:lnTo>
                      <a:pt x="1337" y="347"/>
                    </a:lnTo>
                    <a:lnTo>
                      <a:pt x="1335" y="347"/>
                    </a:lnTo>
                    <a:lnTo>
                      <a:pt x="1333" y="348"/>
                    </a:lnTo>
                    <a:lnTo>
                      <a:pt x="1331" y="348"/>
                    </a:lnTo>
                    <a:lnTo>
                      <a:pt x="1329" y="348"/>
                    </a:lnTo>
                    <a:lnTo>
                      <a:pt x="1327" y="348"/>
                    </a:lnTo>
                    <a:lnTo>
                      <a:pt x="1326" y="349"/>
                    </a:lnTo>
                    <a:lnTo>
                      <a:pt x="1325" y="351"/>
                    </a:lnTo>
                    <a:lnTo>
                      <a:pt x="1323" y="352"/>
                    </a:lnTo>
                    <a:lnTo>
                      <a:pt x="1321" y="353"/>
                    </a:lnTo>
                    <a:lnTo>
                      <a:pt x="1319" y="352"/>
                    </a:lnTo>
                    <a:lnTo>
                      <a:pt x="1317" y="351"/>
                    </a:lnTo>
                    <a:lnTo>
                      <a:pt x="1314" y="351"/>
                    </a:lnTo>
                    <a:lnTo>
                      <a:pt x="1312" y="352"/>
                    </a:lnTo>
                    <a:lnTo>
                      <a:pt x="1309" y="352"/>
                    </a:lnTo>
                    <a:lnTo>
                      <a:pt x="1306" y="352"/>
                    </a:lnTo>
                    <a:lnTo>
                      <a:pt x="1304" y="350"/>
                    </a:lnTo>
                    <a:lnTo>
                      <a:pt x="1304" y="348"/>
                    </a:lnTo>
                    <a:lnTo>
                      <a:pt x="1303" y="346"/>
                    </a:lnTo>
                    <a:lnTo>
                      <a:pt x="1302" y="345"/>
                    </a:lnTo>
                    <a:lnTo>
                      <a:pt x="1300" y="344"/>
                    </a:lnTo>
                    <a:lnTo>
                      <a:pt x="1299" y="342"/>
                    </a:lnTo>
                    <a:lnTo>
                      <a:pt x="1297" y="341"/>
                    </a:lnTo>
                    <a:lnTo>
                      <a:pt x="1295" y="340"/>
                    </a:lnTo>
                    <a:lnTo>
                      <a:pt x="1292" y="339"/>
                    </a:lnTo>
                    <a:lnTo>
                      <a:pt x="1289" y="338"/>
                    </a:lnTo>
                    <a:lnTo>
                      <a:pt x="1288" y="336"/>
                    </a:lnTo>
                    <a:lnTo>
                      <a:pt x="1289" y="334"/>
                    </a:lnTo>
                    <a:lnTo>
                      <a:pt x="1292" y="333"/>
                    </a:lnTo>
                    <a:lnTo>
                      <a:pt x="1294" y="331"/>
                    </a:lnTo>
                    <a:lnTo>
                      <a:pt x="1295" y="330"/>
                    </a:lnTo>
                    <a:lnTo>
                      <a:pt x="1295" y="328"/>
                    </a:lnTo>
                    <a:lnTo>
                      <a:pt x="1295" y="326"/>
                    </a:lnTo>
                    <a:lnTo>
                      <a:pt x="1297" y="325"/>
                    </a:lnTo>
                    <a:lnTo>
                      <a:pt x="1299" y="324"/>
                    </a:lnTo>
                    <a:lnTo>
                      <a:pt x="1301" y="324"/>
                    </a:lnTo>
                    <a:lnTo>
                      <a:pt x="1303" y="323"/>
                    </a:lnTo>
                    <a:lnTo>
                      <a:pt x="1304" y="321"/>
                    </a:lnTo>
                    <a:lnTo>
                      <a:pt x="1305" y="319"/>
                    </a:lnTo>
                    <a:lnTo>
                      <a:pt x="1307" y="318"/>
                    </a:lnTo>
                    <a:lnTo>
                      <a:pt x="1310" y="317"/>
                    </a:lnTo>
                    <a:lnTo>
                      <a:pt x="1312" y="316"/>
                    </a:lnTo>
                    <a:lnTo>
                      <a:pt x="1314" y="315"/>
                    </a:lnTo>
                    <a:lnTo>
                      <a:pt x="1316" y="314"/>
                    </a:lnTo>
                    <a:lnTo>
                      <a:pt x="1319" y="315"/>
                    </a:lnTo>
                    <a:lnTo>
                      <a:pt x="1321" y="317"/>
                    </a:lnTo>
                    <a:lnTo>
                      <a:pt x="1322" y="319"/>
                    </a:lnTo>
                    <a:lnTo>
                      <a:pt x="1324" y="320"/>
                    </a:lnTo>
                    <a:lnTo>
                      <a:pt x="1326" y="320"/>
                    </a:lnTo>
                    <a:lnTo>
                      <a:pt x="1328" y="319"/>
                    </a:lnTo>
                    <a:lnTo>
                      <a:pt x="1331" y="318"/>
                    </a:lnTo>
                    <a:lnTo>
                      <a:pt x="1332" y="319"/>
                    </a:lnTo>
                    <a:lnTo>
                      <a:pt x="1334" y="320"/>
                    </a:lnTo>
                    <a:lnTo>
                      <a:pt x="1335" y="321"/>
                    </a:lnTo>
                    <a:lnTo>
                      <a:pt x="1337" y="322"/>
                    </a:lnTo>
                    <a:lnTo>
                      <a:pt x="1338" y="323"/>
                    </a:lnTo>
                    <a:lnTo>
                      <a:pt x="1339" y="325"/>
                    </a:lnTo>
                    <a:lnTo>
                      <a:pt x="1338" y="326"/>
                    </a:lnTo>
                    <a:lnTo>
                      <a:pt x="1338" y="328"/>
                    </a:lnTo>
                    <a:lnTo>
                      <a:pt x="1339" y="330"/>
                    </a:lnTo>
                    <a:lnTo>
                      <a:pt x="1340" y="331"/>
                    </a:lnTo>
                    <a:lnTo>
                      <a:pt x="1340" y="333"/>
                    </a:lnTo>
                    <a:close/>
                  </a:path>
                </a:pathLst>
              </a:custGeom>
              <a:solidFill>
                <a:srgbClr val="CC79A7">
                  <a:alpha val="10800"/>
                </a:srgbClr>
              </a:solidFill>
              <a:ln>
                <a:noFill/>
              </a:ln>
            </p:spPr>
            <p:txBody>
              <a:bodyPr anchor="ctr"/>
              <a:lstStyle/>
              <a:p>
                <a:pPr algn="ctr">
                  <a:buNone/>
                </a:pPr>
              </a:p>
            </p:txBody>
          </p:sp>
          <p:sp>
            <p:nvSpPr>
              <p:cNvPr id="7068" name="addition:input:67">
                <a:extLst>
                  <a:ext uri="{FF2B5EF4-FFF2-40B4-BE49-F238E27FC236}">
                    <ns2:creationId id="{13508809-7CBC-49E0-AD0B-7205196A5E08}"/>
                  </a:ext>
                </a:extLst>
              </p:cNvPr>
              <p:cNvSpPr>
                <a:spLocks noGrp="1"/>
              </p:cNvSpPr>
              <p:nvPr/>
            </p:nvSpPr>
            <p:spPr>
              <a:xfrm>
                <a:off x="209550" y="5438775"/>
                <a:ext cx="2261494" cy="731063"/>
              </a:xfrm>
              <a:custGeom>
                <a:rect l="l" t="t" r="r" b="b"/>
                <a:pathLst>
                  <a:path w="1374" h="390">
                    <a:moveTo>
                      <a:pt x="0" y="0"/>
                    </a:moveTo>
                    <a:moveTo>
                      <a:pt x="1367" y="365"/>
                    </a:moveTo>
                    <a:lnTo>
                      <a:pt x="1366" y="367"/>
                    </a:lnTo>
                    <a:lnTo>
                      <a:pt x="1365" y="369"/>
                    </a:lnTo>
                    <a:lnTo>
                      <a:pt x="1364" y="371"/>
                    </a:lnTo>
                    <a:lnTo>
                      <a:pt x="1362" y="373"/>
                    </a:lnTo>
                    <a:lnTo>
                      <a:pt x="1362" y="375"/>
                    </a:lnTo>
                    <a:lnTo>
                      <a:pt x="1362" y="377"/>
                    </a:lnTo>
                    <a:lnTo>
                      <a:pt x="1362" y="380"/>
                    </a:lnTo>
                    <a:lnTo>
                      <a:pt x="1360" y="382"/>
                    </a:lnTo>
                    <a:lnTo>
                      <a:pt x="1357" y="382"/>
                    </a:lnTo>
                    <a:lnTo>
                      <a:pt x="1354" y="383"/>
                    </a:lnTo>
                    <a:lnTo>
                      <a:pt x="1352" y="385"/>
                    </a:lnTo>
                    <a:lnTo>
                      <a:pt x="1351" y="387"/>
                    </a:lnTo>
                    <a:lnTo>
                      <a:pt x="1349" y="390"/>
                    </a:lnTo>
                    <a:lnTo>
                      <a:pt x="1346" y="390"/>
                    </a:lnTo>
                    <a:lnTo>
                      <a:pt x="1343" y="388"/>
                    </a:lnTo>
                    <a:lnTo>
                      <a:pt x="1340" y="386"/>
                    </a:lnTo>
                    <a:lnTo>
                      <a:pt x="1337" y="385"/>
                    </a:lnTo>
                    <a:lnTo>
                      <a:pt x="1335" y="385"/>
                    </a:lnTo>
                    <a:lnTo>
                      <a:pt x="1333" y="386"/>
                    </a:lnTo>
                    <a:lnTo>
                      <a:pt x="1331" y="387"/>
                    </a:lnTo>
                    <a:lnTo>
                      <a:pt x="1328" y="387"/>
                    </a:lnTo>
                    <a:lnTo>
                      <a:pt x="1326" y="387"/>
                    </a:lnTo>
                    <a:lnTo>
                      <a:pt x="1322" y="388"/>
                    </a:lnTo>
                    <a:lnTo>
                      <a:pt x="1319" y="388"/>
                    </a:lnTo>
                    <a:lnTo>
                      <a:pt x="1316" y="386"/>
                    </a:lnTo>
                    <a:lnTo>
                      <a:pt x="1316" y="383"/>
                    </a:lnTo>
                    <a:lnTo>
                      <a:pt x="1316" y="380"/>
                    </a:lnTo>
                    <a:lnTo>
                      <a:pt x="1316" y="378"/>
                    </a:lnTo>
                    <a:lnTo>
                      <a:pt x="1314" y="376"/>
                    </a:lnTo>
                    <a:lnTo>
                      <a:pt x="1311" y="375"/>
                    </a:lnTo>
                    <a:lnTo>
                      <a:pt x="1308" y="374"/>
                    </a:lnTo>
                    <a:lnTo>
                      <a:pt x="1308" y="371"/>
                    </a:lnTo>
                    <a:lnTo>
                      <a:pt x="1309" y="369"/>
                    </a:lnTo>
                    <a:lnTo>
                      <a:pt x="1309" y="367"/>
                    </a:lnTo>
                    <a:lnTo>
                      <a:pt x="1308" y="365"/>
                    </a:lnTo>
                    <a:lnTo>
                      <a:pt x="1305" y="363"/>
                    </a:lnTo>
                    <a:lnTo>
                      <a:pt x="1303" y="361"/>
                    </a:lnTo>
                    <a:lnTo>
                      <a:pt x="1303" y="359"/>
                    </a:lnTo>
                    <a:lnTo>
                      <a:pt x="1303" y="356"/>
                    </a:lnTo>
                    <a:lnTo>
                      <a:pt x="1304" y="354"/>
                    </a:lnTo>
                    <a:lnTo>
                      <a:pt x="1305" y="352"/>
                    </a:lnTo>
                    <a:lnTo>
                      <a:pt x="1307" y="350"/>
                    </a:lnTo>
                    <a:lnTo>
                      <a:pt x="1310" y="350"/>
                    </a:lnTo>
                    <a:lnTo>
                      <a:pt x="1315" y="350"/>
                    </a:lnTo>
                    <a:lnTo>
                      <a:pt x="1318" y="351"/>
                    </a:lnTo>
                    <a:lnTo>
                      <a:pt x="1320" y="349"/>
                    </a:lnTo>
                    <a:lnTo>
                      <a:pt x="1321" y="346"/>
                    </a:lnTo>
                    <a:lnTo>
                      <a:pt x="1322" y="343"/>
                    </a:lnTo>
                    <a:lnTo>
                      <a:pt x="1324" y="341"/>
                    </a:lnTo>
                    <a:lnTo>
                      <a:pt x="1328" y="341"/>
                    </a:lnTo>
                    <a:lnTo>
                      <a:pt x="1331" y="341"/>
                    </a:lnTo>
                    <a:lnTo>
                      <a:pt x="1335" y="342"/>
                    </a:lnTo>
                    <a:lnTo>
                      <a:pt x="1338" y="341"/>
                    </a:lnTo>
                    <a:lnTo>
                      <a:pt x="1342" y="341"/>
                    </a:lnTo>
                    <a:lnTo>
                      <a:pt x="1345" y="342"/>
                    </a:lnTo>
                    <a:lnTo>
                      <a:pt x="1348" y="343"/>
                    </a:lnTo>
                    <a:lnTo>
                      <a:pt x="1351" y="345"/>
                    </a:lnTo>
                    <a:lnTo>
                      <a:pt x="1353" y="345"/>
                    </a:lnTo>
                    <a:lnTo>
                      <a:pt x="1356" y="346"/>
                    </a:lnTo>
                    <a:lnTo>
                      <a:pt x="1358" y="348"/>
                    </a:lnTo>
                    <a:lnTo>
                      <a:pt x="1359" y="350"/>
                    </a:lnTo>
                    <a:lnTo>
                      <a:pt x="1360" y="352"/>
                    </a:lnTo>
                    <a:lnTo>
                      <a:pt x="1362" y="353"/>
                    </a:lnTo>
                    <a:lnTo>
                      <a:pt x="1366" y="354"/>
                    </a:lnTo>
                    <a:lnTo>
                      <a:pt x="1371" y="354"/>
                    </a:lnTo>
                    <a:lnTo>
                      <a:pt x="1374" y="356"/>
                    </a:lnTo>
                    <a:lnTo>
                      <a:pt x="1374" y="358"/>
                    </a:lnTo>
                    <a:lnTo>
                      <a:pt x="1372" y="361"/>
                    </a:lnTo>
                    <a:lnTo>
                      <a:pt x="1369" y="363"/>
                    </a:lnTo>
                    <a:close/>
                  </a:path>
                </a:pathLst>
              </a:custGeom>
              <a:solidFill>
                <a:srgbClr val="CC79A7">
                  <a:alpha val="10800"/>
                </a:srgbClr>
              </a:solidFill>
              <a:ln>
                <a:noFill/>
              </a:ln>
            </p:spPr>
            <p:txBody>
              <a:bodyPr anchor="ctr"/>
              <a:lstStyle/>
              <a:p>
                <a:pPr algn="ctr">
                  <a:buNone/>
                </a:pPr>
              </a:p>
            </p:txBody>
          </p:sp>
          <p:sp>
            <p:nvSpPr>
              <p:cNvPr id="7069" name="addition:input:68">
                <a:extLst>
                  <a:ext uri="{FF2B5EF4-FFF2-40B4-BE49-F238E27FC236}">
                    <ns2:creationId id="{606DB0F6-863A-462B-B727-7AF2469CAFAB}"/>
                  </a:ext>
                </a:extLst>
              </p:cNvPr>
              <p:cNvSpPr>
                <a:spLocks noGrp="1"/>
              </p:cNvSpPr>
              <p:nvPr/>
            </p:nvSpPr>
            <p:spPr>
              <a:xfrm>
                <a:off x="209550" y="5438775"/>
                <a:ext cx="2177552" cy="749808"/>
              </a:xfrm>
              <a:custGeom>
                <a:rect l="l" t="t" r="r" b="b"/>
                <a:pathLst>
                  <a:path w="1323" h="400">
                    <a:moveTo>
                      <a:pt x="0" y="0"/>
                    </a:moveTo>
                    <a:moveTo>
                      <a:pt x="1317" y="379"/>
                    </a:moveTo>
                    <a:lnTo>
                      <a:pt x="1314" y="380"/>
                    </a:lnTo>
                    <a:lnTo>
                      <a:pt x="1314" y="382"/>
                    </a:lnTo>
                    <a:lnTo>
                      <a:pt x="1315" y="384"/>
                    </a:lnTo>
                    <a:lnTo>
                      <a:pt x="1317" y="386"/>
                    </a:lnTo>
                    <a:lnTo>
                      <a:pt x="1316" y="388"/>
                    </a:lnTo>
                    <a:lnTo>
                      <a:pt x="1314" y="389"/>
                    </a:lnTo>
                    <a:lnTo>
                      <a:pt x="1312" y="390"/>
                    </a:lnTo>
                    <a:lnTo>
                      <a:pt x="1311" y="392"/>
                    </a:lnTo>
                    <a:lnTo>
                      <a:pt x="1310" y="393"/>
                    </a:lnTo>
                    <a:lnTo>
                      <a:pt x="1309" y="395"/>
                    </a:lnTo>
                    <a:lnTo>
                      <a:pt x="1307" y="397"/>
                    </a:lnTo>
                    <a:lnTo>
                      <a:pt x="1304" y="397"/>
                    </a:lnTo>
                    <a:lnTo>
                      <a:pt x="1302" y="397"/>
                    </a:lnTo>
                    <a:lnTo>
                      <a:pt x="1300" y="398"/>
                    </a:lnTo>
                    <a:lnTo>
                      <a:pt x="1298" y="398"/>
                    </a:lnTo>
                    <a:lnTo>
                      <a:pt x="1296" y="398"/>
                    </a:lnTo>
                    <a:lnTo>
                      <a:pt x="1294" y="396"/>
                    </a:lnTo>
                    <a:lnTo>
                      <a:pt x="1292" y="395"/>
                    </a:lnTo>
                    <a:lnTo>
                      <a:pt x="1290" y="395"/>
                    </a:lnTo>
                    <a:lnTo>
                      <a:pt x="1288" y="397"/>
                    </a:lnTo>
                    <a:lnTo>
                      <a:pt x="1285" y="399"/>
                    </a:lnTo>
                    <a:lnTo>
                      <a:pt x="1281" y="400"/>
                    </a:lnTo>
                    <a:lnTo>
                      <a:pt x="1279" y="399"/>
                    </a:lnTo>
                    <a:lnTo>
                      <a:pt x="1277" y="397"/>
                    </a:lnTo>
                    <a:lnTo>
                      <a:pt x="1277" y="394"/>
                    </a:lnTo>
                    <a:lnTo>
                      <a:pt x="1275" y="393"/>
                    </a:lnTo>
                    <a:lnTo>
                      <a:pt x="1273" y="392"/>
                    </a:lnTo>
                    <a:lnTo>
                      <a:pt x="1272" y="390"/>
                    </a:lnTo>
                    <a:lnTo>
                      <a:pt x="1271" y="388"/>
                    </a:lnTo>
                    <a:lnTo>
                      <a:pt x="1270" y="387"/>
                    </a:lnTo>
                    <a:lnTo>
                      <a:pt x="1269" y="385"/>
                    </a:lnTo>
                    <a:lnTo>
                      <a:pt x="1267" y="384"/>
                    </a:lnTo>
                    <a:lnTo>
                      <a:pt x="1265" y="382"/>
                    </a:lnTo>
                    <a:lnTo>
                      <a:pt x="1264" y="380"/>
                    </a:lnTo>
                    <a:lnTo>
                      <a:pt x="1265" y="379"/>
                    </a:lnTo>
                    <a:lnTo>
                      <a:pt x="1265" y="377"/>
                    </a:lnTo>
                    <a:lnTo>
                      <a:pt x="1263" y="375"/>
                    </a:lnTo>
                    <a:lnTo>
                      <a:pt x="1261" y="373"/>
                    </a:lnTo>
                    <a:lnTo>
                      <a:pt x="1260" y="371"/>
                    </a:lnTo>
                    <a:lnTo>
                      <a:pt x="1261" y="369"/>
                    </a:lnTo>
                    <a:lnTo>
                      <a:pt x="1265" y="368"/>
                    </a:lnTo>
                    <a:lnTo>
                      <a:pt x="1269" y="368"/>
                    </a:lnTo>
                    <a:lnTo>
                      <a:pt x="1272" y="367"/>
                    </a:lnTo>
                    <a:lnTo>
                      <a:pt x="1273" y="366"/>
                    </a:lnTo>
                    <a:lnTo>
                      <a:pt x="1275" y="365"/>
                    </a:lnTo>
                    <a:lnTo>
                      <a:pt x="1276" y="363"/>
                    </a:lnTo>
                    <a:lnTo>
                      <a:pt x="1278" y="362"/>
                    </a:lnTo>
                    <a:lnTo>
                      <a:pt x="1280" y="361"/>
                    </a:lnTo>
                    <a:lnTo>
                      <a:pt x="1282" y="359"/>
                    </a:lnTo>
                    <a:lnTo>
                      <a:pt x="1285" y="357"/>
                    </a:lnTo>
                    <a:lnTo>
                      <a:pt x="1288" y="356"/>
                    </a:lnTo>
                    <a:lnTo>
                      <a:pt x="1291" y="357"/>
                    </a:lnTo>
                    <a:lnTo>
                      <a:pt x="1294" y="359"/>
                    </a:lnTo>
                    <a:lnTo>
                      <a:pt x="1297" y="360"/>
                    </a:lnTo>
                    <a:lnTo>
                      <a:pt x="1300" y="360"/>
                    </a:lnTo>
                    <a:lnTo>
                      <a:pt x="1303" y="359"/>
                    </a:lnTo>
                    <a:lnTo>
                      <a:pt x="1305" y="360"/>
                    </a:lnTo>
                    <a:lnTo>
                      <a:pt x="1307" y="361"/>
                    </a:lnTo>
                    <a:lnTo>
                      <a:pt x="1308" y="364"/>
                    </a:lnTo>
                    <a:lnTo>
                      <a:pt x="1309" y="365"/>
                    </a:lnTo>
                    <a:lnTo>
                      <a:pt x="1311" y="366"/>
                    </a:lnTo>
                    <a:lnTo>
                      <a:pt x="1314" y="366"/>
                    </a:lnTo>
                    <a:lnTo>
                      <a:pt x="1317" y="367"/>
                    </a:lnTo>
                    <a:lnTo>
                      <a:pt x="1319" y="368"/>
                    </a:lnTo>
                    <a:lnTo>
                      <a:pt x="1320" y="369"/>
                    </a:lnTo>
                    <a:lnTo>
                      <a:pt x="1322" y="371"/>
                    </a:lnTo>
                    <a:lnTo>
                      <a:pt x="1323" y="373"/>
                    </a:lnTo>
                    <a:lnTo>
                      <a:pt x="1323" y="375"/>
                    </a:lnTo>
                    <a:lnTo>
                      <a:pt x="1321" y="377"/>
                    </a:lnTo>
                    <a:close/>
                  </a:path>
                </a:pathLst>
              </a:custGeom>
              <a:solidFill>
                <a:srgbClr val="CC79A7">
                  <a:alpha val="10800"/>
                </a:srgbClr>
              </a:solidFill>
              <a:ln>
                <a:noFill/>
              </a:ln>
            </p:spPr>
            <p:txBody>
              <a:bodyPr anchor="ctr"/>
              <a:lstStyle/>
              <a:p>
                <a:pPr algn="ctr">
                  <a:buNone/>
                </a:pPr>
              </a:p>
            </p:txBody>
          </p:sp>
          <p:sp>
            <p:nvSpPr>
              <p:cNvPr id="7070" name="addition:input:69">
                <a:extLst>
                  <a:ext uri="{FF2B5EF4-FFF2-40B4-BE49-F238E27FC236}">
                    <ns2:creationId id="{A04D3A4C-0EF1-43DA-BB6E-E156D3A2180A}"/>
                  </a:ext>
                </a:extLst>
              </p:cNvPr>
              <p:cNvSpPr>
                <a:spLocks noGrp="1"/>
              </p:cNvSpPr>
              <p:nvPr/>
            </p:nvSpPr>
            <p:spPr>
              <a:xfrm>
                <a:off x="209550" y="5438775"/>
                <a:ext cx="1107704" cy="1085347"/>
              </a:xfrm>
              <a:custGeom>
                <a:rect l="l" t="t" r="r" b="b"/>
                <a:pathLst>
                  <a:path w="673" h="579">
                    <a:moveTo>
                      <a:pt x="0" y="0"/>
                    </a:moveTo>
                    <a:moveTo>
                      <a:pt x="662" y="506"/>
                    </a:moveTo>
                    <a:lnTo>
                      <a:pt x="650" y="512"/>
                    </a:lnTo>
                    <a:lnTo>
                      <a:pt x="640" y="516"/>
                    </a:lnTo>
                    <a:lnTo>
                      <a:pt x="639" y="522"/>
                    </a:lnTo>
                    <a:lnTo>
                      <a:pt x="644" y="529"/>
                    </a:lnTo>
                    <a:lnTo>
                      <a:pt x="649" y="537"/>
                    </a:lnTo>
                    <a:lnTo>
                      <a:pt x="647" y="544"/>
                    </a:lnTo>
                    <a:lnTo>
                      <a:pt x="639" y="549"/>
                    </a:lnTo>
                    <a:lnTo>
                      <a:pt x="629" y="551"/>
                    </a:lnTo>
                    <a:lnTo>
                      <a:pt x="622" y="555"/>
                    </a:lnTo>
                    <a:lnTo>
                      <a:pt x="619" y="562"/>
                    </a:lnTo>
                    <a:lnTo>
                      <a:pt x="615" y="569"/>
                    </a:lnTo>
                    <a:lnTo>
                      <a:pt x="607" y="573"/>
                    </a:lnTo>
                    <a:lnTo>
                      <a:pt x="598" y="573"/>
                    </a:lnTo>
                    <a:lnTo>
                      <a:pt x="589" y="572"/>
                    </a:lnTo>
                    <a:lnTo>
                      <a:pt x="581" y="572"/>
                    </a:lnTo>
                    <a:lnTo>
                      <a:pt x="573" y="573"/>
                    </a:lnTo>
                    <a:lnTo>
                      <a:pt x="566" y="571"/>
                    </a:lnTo>
                    <a:lnTo>
                      <a:pt x="559" y="568"/>
                    </a:lnTo>
                    <a:lnTo>
                      <a:pt x="553" y="564"/>
                    </a:lnTo>
                    <a:lnTo>
                      <a:pt x="546" y="565"/>
                    </a:lnTo>
                    <a:lnTo>
                      <a:pt x="537" y="570"/>
                    </a:lnTo>
                    <a:lnTo>
                      <a:pt x="524" y="577"/>
                    </a:lnTo>
                    <a:lnTo>
                      <a:pt x="513" y="579"/>
                    </a:lnTo>
                    <a:lnTo>
                      <a:pt x="505" y="574"/>
                    </a:lnTo>
                    <a:lnTo>
                      <a:pt x="503" y="564"/>
                    </a:lnTo>
                    <a:lnTo>
                      <a:pt x="501" y="556"/>
                    </a:lnTo>
                    <a:lnTo>
                      <a:pt x="498" y="549"/>
                    </a:lnTo>
                    <a:lnTo>
                      <a:pt x="491" y="545"/>
                    </a:lnTo>
                    <a:lnTo>
                      <a:pt x="485" y="541"/>
                    </a:lnTo>
                    <a:lnTo>
                      <a:pt x="482" y="535"/>
                    </a:lnTo>
                    <a:lnTo>
                      <a:pt x="480" y="529"/>
                    </a:lnTo>
                    <a:lnTo>
                      <a:pt x="476" y="523"/>
                    </a:lnTo>
                    <a:lnTo>
                      <a:pt x="469" y="518"/>
                    </a:lnTo>
                    <a:lnTo>
                      <a:pt x="462" y="512"/>
                    </a:lnTo>
                    <a:lnTo>
                      <a:pt x="460" y="506"/>
                    </a:lnTo>
                    <a:lnTo>
                      <a:pt x="461" y="500"/>
                    </a:lnTo>
                    <a:lnTo>
                      <a:pt x="462" y="494"/>
                    </a:lnTo>
                    <a:lnTo>
                      <a:pt x="459" y="487"/>
                    </a:lnTo>
                    <a:lnTo>
                      <a:pt x="453" y="479"/>
                    </a:lnTo>
                    <a:lnTo>
                      <a:pt x="450" y="471"/>
                    </a:lnTo>
                    <a:lnTo>
                      <a:pt x="457" y="465"/>
                    </a:lnTo>
                    <a:lnTo>
                      <a:pt x="470" y="464"/>
                    </a:lnTo>
                    <a:lnTo>
                      <a:pt x="486" y="465"/>
                    </a:lnTo>
                    <a:lnTo>
                      <a:pt x="496" y="464"/>
                    </a:lnTo>
                    <a:lnTo>
                      <a:pt x="501" y="460"/>
                    </a:lnTo>
                    <a:lnTo>
                      <a:pt x="505" y="453"/>
                    </a:lnTo>
                    <a:lnTo>
                      <a:pt x="510" y="447"/>
                    </a:lnTo>
                    <a:lnTo>
                      <a:pt x="518" y="443"/>
                    </a:lnTo>
                    <a:lnTo>
                      <a:pt x="526" y="439"/>
                    </a:lnTo>
                    <a:lnTo>
                      <a:pt x="535" y="434"/>
                    </a:lnTo>
                    <a:lnTo>
                      <a:pt x="545" y="429"/>
                    </a:lnTo>
                    <a:lnTo>
                      <a:pt x="557" y="428"/>
                    </a:lnTo>
                    <a:lnTo>
                      <a:pt x="568" y="432"/>
                    </a:lnTo>
                    <a:lnTo>
                      <a:pt x="578" y="438"/>
                    </a:lnTo>
                    <a:lnTo>
                      <a:pt x="587" y="442"/>
                    </a:lnTo>
                    <a:lnTo>
                      <a:pt x="597" y="442"/>
                    </a:lnTo>
                    <a:lnTo>
                      <a:pt x="608" y="441"/>
                    </a:lnTo>
                    <a:lnTo>
                      <a:pt x="618" y="442"/>
                    </a:lnTo>
                    <a:lnTo>
                      <a:pt x="624" y="449"/>
                    </a:lnTo>
                    <a:lnTo>
                      <a:pt x="627" y="457"/>
                    </a:lnTo>
                    <a:lnTo>
                      <a:pt x="629" y="463"/>
                    </a:lnTo>
                    <a:lnTo>
                      <a:pt x="637" y="466"/>
                    </a:lnTo>
                    <a:lnTo>
                      <a:pt x="648" y="466"/>
                    </a:lnTo>
                    <a:lnTo>
                      <a:pt x="660" y="468"/>
                    </a:lnTo>
                    <a:lnTo>
                      <a:pt x="667" y="473"/>
                    </a:lnTo>
                    <a:lnTo>
                      <a:pt x="671" y="479"/>
                    </a:lnTo>
                    <a:lnTo>
                      <a:pt x="672" y="486"/>
                    </a:lnTo>
                    <a:lnTo>
                      <a:pt x="673" y="492"/>
                    </a:lnTo>
                    <a:lnTo>
                      <a:pt x="670" y="499"/>
                    </a:lnTo>
                    <a:close/>
                  </a:path>
                </a:pathLst>
              </a:custGeom>
              <a:solidFill>
                <a:srgbClr val="A7CEE4">
                  <a:alpha val="12900"/>
                </a:srgbClr>
              </a:solidFill>
              <a:ln>
                <a:noFill/>
              </a:ln>
            </p:spPr>
            <p:txBody>
              <a:bodyPr anchor="ctr"/>
              <a:lstStyle/>
              <a:p>
                <a:pPr algn="ctr">
                  <a:buNone/>
                </a:pPr>
              </a:p>
            </p:txBody>
          </p:sp>
          <p:sp>
            <p:nvSpPr>
              <p:cNvPr id="7071" name="addition:input:70">
                <a:extLst>
                  <a:ext uri="{FF2B5EF4-FFF2-40B4-BE49-F238E27FC236}">
                    <ns2:creationId id="{1773FB01-93CE-4292-AFD0-C7CDB8B8AB73}"/>
                  </a:ext>
                </a:extLst>
              </p:cNvPr>
              <p:cNvSpPr>
                <a:spLocks noGrp="1"/>
              </p:cNvSpPr>
              <p:nvPr/>
            </p:nvSpPr>
            <p:spPr>
              <a:xfrm>
                <a:off x="209550" y="5438775"/>
                <a:ext cx="1059972" cy="1083473"/>
              </a:xfrm>
              <a:custGeom>
                <a:rect l="l" t="t" r="r" b="b"/>
                <a:pathLst>
                  <a:path w="644" h="578">
                    <a:moveTo>
                      <a:pt x="0" y="0"/>
                    </a:moveTo>
                    <a:moveTo>
                      <a:pt x="633" y="511"/>
                    </a:moveTo>
                    <a:lnTo>
                      <a:pt x="640" y="516"/>
                    </a:lnTo>
                    <a:lnTo>
                      <a:pt x="644" y="522"/>
                    </a:lnTo>
                    <a:lnTo>
                      <a:pt x="643" y="528"/>
                    </a:lnTo>
                    <a:lnTo>
                      <a:pt x="638" y="532"/>
                    </a:lnTo>
                    <a:lnTo>
                      <a:pt x="633" y="536"/>
                    </a:lnTo>
                    <a:lnTo>
                      <a:pt x="631" y="541"/>
                    </a:lnTo>
                    <a:lnTo>
                      <a:pt x="633" y="548"/>
                    </a:lnTo>
                    <a:lnTo>
                      <a:pt x="631" y="554"/>
                    </a:lnTo>
                    <a:lnTo>
                      <a:pt x="625" y="557"/>
                    </a:lnTo>
                    <a:lnTo>
                      <a:pt x="614" y="556"/>
                    </a:lnTo>
                    <a:lnTo>
                      <a:pt x="603" y="554"/>
                    </a:lnTo>
                    <a:lnTo>
                      <a:pt x="596" y="555"/>
                    </a:lnTo>
                    <a:lnTo>
                      <a:pt x="591" y="558"/>
                    </a:lnTo>
                    <a:lnTo>
                      <a:pt x="586" y="564"/>
                    </a:lnTo>
                    <a:lnTo>
                      <a:pt x="580" y="568"/>
                    </a:lnTo>
                    <a:lnTo>
                      <a:pt x="572" y="571"/>
                    </a:lnTo>
                    <a:lnTo>
                      <a:pt x="564" y="574"/>
                    </a:lnTo>
                    <a:lnTo>
                      <a:pt x="554" y="577"/>
                    </a:lnTo>
                    <a:lnTo>
                      <a:pt x="544" y="578"/>
                    </a:lnTo>
                    <a:lnTo>
                      <a:pt x="535" y="576"/>
                    </a:lnTo>
                    <a:lnTo>
                      <a:pt x="528" y="569"/>
                    </a:lnTo>
                    <a:lnTo>
                      <a:pt x="523" y="561"/>
                    </a:lnTo>
                    <a:lnTo>
                      <a:pt x="517" y="557"/>
                    </a:lnTo>
                    <a:lnTo>
                      <a:pt x="509" y="556"/>
                    </a:lnTo>
                    <a:lnTo>
                      <a:pt x="498" y="556"/>
                    </a:lnTo>
                    <a:lnTo>
                      <a:pt x="489" y="555"/>
                    </a:lnTo>
                    <a:lnTo>
                      <a:pt x="485" y="550"/>
                    </a:lnTo>
                    <a:lnTo>
                      <a:pt x="483" y="544"/>
                    </a:lnTo>
                    <a:lnTo>
                      <a:pt x="481" y="539"/>
                    </a:lnTo>
                    <a:lnTo>
                      <a:pt x="474" y="536"/>
                    </a:lnTo>
                    <a:lnTo>
                      <a:pt x="466" y="532"/>
                    </a:lnTo>
                    <a:lnTo>
                      <a:pt x="459" y="528"/>
                    </a:lnTo>
                    <a:lnTo>
                      <a:pt x="457" y="523"/>
                    </a:lnTo>
                    <a:lnTo>
                      <a:pt x="458" y="517"/>
                    </a:lnTo>
                    <a:lnTo>
                      <a:pt x="459" y="511"/>
                    </a:lnTo>
                    <a:lnTo>
                      <a:pt x="461" y="505"/>
                    </a:lnTo>
                    <a:lnTo>
                      <a:pt x="466" y="500"/>
                    </a:lnTo>
                    <a:lnTo>
                      <a:pt x="475" y="496"/>
                    </a:lnTo>
                    <a:lnTo>
                      <a:pt x="487" y="493"/>
                    </a:lnTo>
                    <a:lnTo>
                      <a:pt x="495" y="490"/>
                    </a:lnTo>
                    <a:lnTo>
                      <a:pt x="496" y="485"/>
                    </a:lnTo>
                    <a:lnTo>
                      <a:pt x="493" y="478"/>
                    </a:lnTo>
                    <a:lnTo>
                      <a:pt x="490" y="469"/>
                    </a:lnTo>
                    <a:lnTo>
                      <a:pt x="494" y="463"/>
                    </a:lnTo>
                    <a:lnTo>
                      <a:pt x="503" y="460"/>
                    </a:lnTo>
                    <a:lnTo>
                      <a:pt x="512" y="459"/>
                    </a:lnTo>
                    <a:lnTo>
                      <a:pt x="521" y="458"/>
                    </a:lnTo>
                    <a:lnTo>
                      <a:pt x="527" y="455"/>
                    </a:lnTo>
                    <a:lnTo>
                      <a:pt x="534" y="452"/>
                    </a:lnTo>
                    <a:lnTo>
                      <a:pt x="542" y="452"/>
                    </a:lnTo>
                    <a:lnTo>
                      <a:pt x="549" y="453"/>
                    </a:lnTo>
                    <a:lnTo>
                      <a:pt x="556" y="455"/>
                    </a:lnTo>
                    <a:lnTo>
                      <a:pt x="562" y="455"/>
                    </a:lnTo>
                    <a:lnTo>
                      <a:pt x="569" y="454"/>
                    </a:lnTo>
                    <a:lnTo>
                      <a:pt x="575" y="455"/>
                    </a:lnTo>
                    <a:lnTo>
                      <a:pt x="580" y="459"/>
                    </a:lnTo>
                    <a:lnTo>
                      <a:pt x="584" y="462"/>
                    </a:lnTo>
                    <a:lnTo>
                      <a:pt x="590" y="463"/>
                    </a:lnTo>
                    <a:lnTo>
                      <a:pt x="600" y="461"/>
                    </a:lnTo>
                    <a:lnTo>
                      <a:pt x="611" y="458"/>
                    </a:lnTo>
                    <a:lnTo>
                      <a:pt x="621" y="460"/>
                    </a:lnTo>
                    <a:lnTo>
                      <a:pt x="624" y="466"/>
                    </a:lnTo>
                    <a:lnTo>
                      <a:pt x="621" y="474"/>
                    </a:lnTo>
                    <a:lnTo>
                      <a:pt x="618" y="482"/>
                    </a:lnTo>
                    <a:lnTo>
                      <a:pt x="618" y="488"/>
                    </a:lnTo>
                    <a:lnTo>
                      <a:pt x="621" y="492"/>
                    </a:lnTo>
                    <a:lnTo>
                      <a:pt x="625" y="497"/>
                    </a:lnTo>
                    <a:lnTo>
                      <a:pt x="627" y="501"/>
                    </a:lnTo>
                    <a:lnTo>
                      <a:pt x="629" y="506"/>
                    </a:lnTo>
                    <a:close/>
                  </a:path>
                </a:pathLst>
              </a:custGeom>
              <a:solidFill>
                <a:srgbClr val="59A3CD">
                  <a:alpha val="12900"/>
                </a:srgbClr>
              </a:solidFill>
              <a:ln>
                <a:noFill/>
              </a:ln>
            </p:spPr>
            <p:txBody>
              <a:bodyPr anchor="ctr"/>
              <a:lstStyle/>
              <a:p>
                <a:pPr algn="ctr">
                  <a:buNone/>
                </a:pPr>
              </a:p>
            </p:txBody>
          </p:sp>
          <p:sp>
            <p:nvSpPr>
              <p:cNvPr id="7072" name="addition:input:71">
                <a:extLst>
                  <a:ext uri="{FF2B5EF4-FFF2-40B4-BE49-F238E27FC236}">
                    <ns2:creationId id="{13CC07AD-2DED-4CDE-A6A5-21C3E2BC90F4}"/>
                  </a:ext>
                </a:extLst>
              </p:cNvPr>
              <p:cNvSpPr>
                <a:spLocks noGrp="1"/>
              </p:cNvSpPr>
              <p:nvPr/>
            </p:nvSpPr>
            <p:spPr>
              <a:xfrm>
                <a:off x="209550" y="5438775"/>
                <a:ext cx="1028700" cy="1077849"/>
              </a:xfrm>
              <a:custGeom>
                <a:rect l="l" t="t" r="r" b="b"/>
                <a:pathLst>
                  <a:path w="625" h="575">
                    <a:moveTo>
                      <a:pt x="0" y="0"/>
                    </a:moveTo>
                    <a:moveTo>
                      <a:pt x="622" y="516"/>
                    </a:moveTo>
                    <a:lnTo>
                      <a:pt x="622" y="521"/>
                    </a:lnTo>
                    <a:lnTo>
                      <a:pt x="622" y="525"/>
                    </a:lnTo>
                    <a:lnTo>
                      <a:pt x="624" y="530"/>
                    </a:lnTo>
                    <a:lnTo>
                      <a:pt x="625" y="535"/>
                    </a:lnTo>
                    <a:lnTo>
                      <a:pt x="622" y="540"/>
                    </a:lnTo>
                    <a:lnTo>
                      <a:pt x="617" y="543"/>
                    </a:lnTo>
                    <a:lnTo>
                      <a:pt x="613" y="546"/>
                    </a:lnTo>
                    <a:lnTo>
                      <a:pt x="610" y="550"/>
                    </a:lnTo>
                    <a:lnTo>
                      <a:pt x="607" y="555"/>
                    </a:lnTo>
                    <a:lnTo>
                      <a:pt x="601" y="557"/>
                    </a:lnTo>
                    <a:lnTo>
                      <a:pt x="593" y="556"/>
                    </a:lnTo>
                    <a:lnTo>
                      <a:pt x="584" y="555"/>
                    </a:lnTo>
                    <a:lnTo>
                      <a:pt x="577" y="555"/>
                    </a:lnTo>
                    <a:lnTo>
                      <a:pt x="573" y="559"/>
                    </a:lnTo>
                    <a:lnTo>
                      <a:pt x="569" y="567"/>
                    </a:lnTo>
                    <a:lnTo>
                      <a:pt x="563" y="573"/>
                    </a:lnTo>
                    <a:lnTo>
                      <a:pt x="555" y="575"/>
                    </a:lnTo>
                    <a:lnTo>
                      <a:pt x="546" y="574"/>
                    </a:lnTo>
                    <a:lnTo>
                      <a:pt x="538" y="571"/>
                    </a:lnTo>
                    <a:lnTo>
                      <a:pt x="530" y="568"/>
                    </a:lnTo>
                    <a:lnTo>
                      <a:pt x="523" y="566"/>
                    </a:lnTo>
                    <a:lnTo>
                      <a:pt x="517" y="562"/>
                    </a:lnTo>
                    <a:lnTo>
                      <a:pt x="512" y="558"/>
                    </a:lnTo>
                    <a:lnTo>
                      <a:pt x="508" y="554"/>
                    </a:lnTo>
                    <a:lnTo>
                      <a:pt x="501" y="552"/>
                    </a:lnTo>
                    <a:lnTo>
                      <a:pt x="493" y="552"/>
                    </a:lnTo>
                    <a:lnTo>
                      <a:pt x="485" y="551"/>
                    </a:lnTo>
                    <a:lnTo>
                      <a:pt x="480" y="547"/>
                    </a:lnTo>
                    <a:lnTo>
                      <a:pt x="479" y="542"/>
                    </a:lnTo>
                    <a:lnTo>
                      <a:pt x="479" y="537"/>
                    </a:lnTo>
                    <a:lnTo>
                      <a:pt x="476" y="533"/>
                    </a:lnTo>
                    <a:lnTo>
                      <a:pt x="468" y="530"/>
                    </a:lnTo>
                    <a:lnTo>
                      <a:pt x="461" y="526"/>
                    </a:lnTo>
                    <a:lnTo>
                      <a:pt x="459" y="521"/>
                    </a:lnTo>
                    <a:lnTo>
                      <a:pt x="465" y="516"/>
                    </a:lnTo>
                    <a:lnTo>
                      <a:pt x="473" y="511"/>
                    </a:lnTo>
                    <a:lnTo>
                      <a:pt x="480" y="507"/>
                    </a:lnTo>
                    <a:lnTo>
                      <a:pt x="484" y="504"/>
                    </a:lnTo>
                    <a:lnTo>
                      <a:pt x="488" y="500"/>
                    </a:lnTo>
                    <a:lnTo>
                      <a:pt x="491" y="496"/>
                    </a:lnTo>
                    <a:lnTo>
                      <a:pt x="495" y="493"/>
                    </a:lnTo>
                    <a:lnTo>
                      <a:pt x="496" y="488"/>
                    </a:lnTo>
                    <a:lnTo>
                      <a:pt x="496" y="481"/>
                    </a:lnTo>
                    <a:lnTo>
                      <a:pt x="496" y="474"/>
                    </a:lnTo>
                    <a:lnTo>
                      <a:pt x="500" y="469"/>
                    </a:lnTo>
                    <a:lnTo>
                      <a:pt x="508" y="468"/>
                    </a:lnTo>
                    <a:lnTo>
                      <a:pt x="518" y="470"/>
                    </a:lnTo>
                    <a:lnTo>
                      <a:pt x="526" y="471"/>
                    </a:lnTo>
                    <a:lnTo>
                      <a:pt x="531" y="470"/>
                    </a:lnTo>
                    <a:lnTo>
                      <a:pt x="536" y="466"/>
                    </a:lnTo>
                    <a:lnTo>
                      <a:pt x="541" y="463"/>
                    </a:lnTo>
                    <a:lnTo>
                      <a:pt x="547" y="464"/>
                    </a:lnTo>
                    <a:lnTo>
                      <a:pt x="553" y="467"/>
                    </a:lnTo>
                    <a:lnTo>
                      <a:pt x="558" y="470"/>
                    </a:lnTo>
                    <a:lnTo>
                      <a:pt x="563" y="471"/>
                    </a:lnTo>
                    <a:lnTo>
                      <a:pt x="568" y="470"/>
                    </a:lnTo>
                    <a:lnTo>
                      <a:pt x="574" y="469"/>
                    </a:lnTo>
                    <a:lnTo>
                      <a:pt x="580" y="470"/>
                    </a:lnTo>
                    <a:lnTo>
                      <a:pt x="586" y="472"/>
                    </a:lnTo>
                    <a:lnTo>
                      <a:pt x="593" y="473"/>
                    </a:lnTo>
                    <a:lnTo>
                      <a:pt x="601" y="474"/>
                    </a:lnTo>
                    <a:lnTo>
                      <a:pt x="607" y="477"/>
                    </a:lnTo>
                    <a:lnTo>
                      <a:pt x="608" y="483"/>
                    </a:lnTo>
                    <a:lnTo>
                      <a:pt x="605" y="490"/>
                    </a:lnTo>
                    <a:lnTo>
                      <a:pt x="600" y="497"/>
                    </a:lnTo>
                    <a:lnTo>
                      <a:pt x="600" y="501"/>
                    </a:lnTo>
                    <a:lnTo>
                      <a:pt x="606" y="504"/>
                    </a:lnTo>
                    <a:lnTo>
                      <a:pt x="614" y="507"/>
                    </a:lnTo>
                    <a:lnTo>
                      <a:pt x="620" y="511"/>
                    </a:lnTo>
                    <a:close/>
                  </a:path>
                </a:pathLst>
              </a:custGeom>
              <a:solidFill>
                <a:srgbClr val="0675B4">
                  <a:alpha val="10500"/>
                </a:srgbClr>
              </a:solidFill>
              <a:ln>
                <a:noFill/>
              </a:ln>
            </p:spPr>
            <p:txBody>
              <a:bodyPr anchor="ctr"/>
              <a:lstStyle/>
              <a:p>
                <a:pPr algn="ctr">
                  <a:buNone/>
                </a:pPr>
              </a:p>
            </p:txBody>
          </p:sp>
          <p:sp>
            <p:nvSpPr>
              <p:cNvPr id="7073" name="addition:input:72">
                <a:extLst>
                  <a:ext uri="{FF2B5EF4-FFF2-40B4-BE49-F238E27FC236}">
                    <ns2:creationId id="{24315D59-0734-4368-AFAC-B80D05DE462B}"/>
                  </a:ext>
                </a:extLst>
              </p:cNvPr>
              <p:cNvSpPr>
                <a:spLocks noGrp="1"/>
              </p:cNvSpPr>
              <p:nvPr/>
            </p:nvSpPr>
            <p:spPr>
              <a:xfrm>
                <a:off x="209550" y="5438775"/>
                <a:ext cx="908548" cy="980374"/>
              </a:xfrm>
              <a:custGeom>
                <a:rect l="l" t="t" r="r" b="b"/>
                <a:pathLst>
                  <a:path w="552" h="523">
                    <a:moveTo>
                      <a:pt x="0" y="0"/>
                    </a:moveTo>
                    <a:moveTo>
                      <a:pt x="552" y="498"/>
                    </a:moveTo>
                    <a:lnTo>
                      <a:pt x="552" y="501"/>
                    </a:lnTo>
                    <a:lnTo>
                      <a:pt x="550" y="502"/>
                    </a:lnTo>
                    <a:lnTo>
                      <a:pt x="549" y="504"/>
                    </a:lnTo>
                    <a:lnTo>
                      <a:pt x="549" y="506"/>
                    </a:lnTo>
                    <a:lnTo>
                      <a:pt x="550" y="508"/>
                    </a:lnTo>
                    <a:lnTo>
                      <a:pt x="551" y="511"/>
                    </a:lnTo>
                    <a:lnTo>
                      <a:pt x="549" y="513"/>
                    </a:lnTo>
                    <a:lnTo>
                      <a:pt x="545" y="513"/>
                    </a:lnTo>
                    <a:lnTo>
                      <a:pt x="541" y="513"/>
                    </a:lnTo>
                    <a:lnTo>
                      <a:pt x="538" y="513"/>
                    </a:lnTo>
                    <a:lnTo>
                      <a:pt x="536" y="514"/>
                    </a:lnTo>
                    <a:lnTo>
                      <a:pt x="534" y="516"/>
                    </a:lnTo>
                    <a:lnTo>
                      <a:pt x="532" y="517"/>
                    </a:lnTo>
                    <a:lnTo>
                      <a:pt x="530" y="518"/>
                    </a:lnTo>
                    <a:lnTo>
                      <a:pt x="527" y="520"/>
                    </a:lnTo>
                    <a:lnTo>
                      <a:pt x="524" y="522"/>
                    </a:lnTo>
                    <a:lnTo>
                      <a:pt x="521" y="523"/>
                    </a:lnTo>
                    <a:lnTo>
                      <a:pt x="517" y="523"/>
                    </a:lnTo>
                    <a:lnTo>
                      <a:pt x="514" y="521"/>
                    </a:lnTo>
                    <a:lnTo>
                      <a:pt x="511" y="519"/>
                    </a:lnTo>
                    <a:lnTo>
                      <a:pt x="509" y="517"/>
                    </a:lnTo>
                    <a:lnTo>
                      <a:pt x="506" y="516"/>
                    </a:lnTo>
                    <a:lnTo>
                      <a:pt x="503" y="517"/>
                    </a:lnTo>
                    <a:lnTo>
                      <a:pt x="499" y="517"/>
                    </a:lnTo>
                    <a:lnTo>
                      <a:pt x="497" y="515"/>
                    </a:lnTo>
                    <a:lnTo>
                      <a:pt x="496" y="513"/>
                    </a:lnTo>
                    <a:lnTo>
                      <a:pt x="495" y="511"/>
                    </a:lnTo>
                    <a:lnTo>
                      <a:pt x="493" y="510"/>
                    </a:lnTo>
                    <a:lnTo>
                      <a:pt x="490" y="509"/>
                    </a:lnTo>
                    <a:lnTo>
                      <a:pt x="487" y="508"/>
                    </a:lnTo>
                    <a:lnTo>
                      <a:pt x="486" y="507"/>
                    </a:lnTo>
                    <a:lnTo>
                      <a:pt x="485" y="505"/>
                    </a:lnTo>
                    <a:lnTo>
                      <a:pt x="484" y="503"/>
                    </a:lnTo>
                    <a:lnTo>
                      <a:pt x="484" y="501"/>
                    </a:lnTo>
                    <a:lnTo>
                      <a:pt x="484" y="498"/>
                    </a:lnTo>
                    <a:lnTo>
                      <a:pt x="487" y="496"/>
                    </a:lnTo>
                    <a:lnTo>
                      <a:pt x="492" y="495"/>
                    </a:lnTo>
                    <a:lnTo>
                      <a:pt x="495" y="494"/>
                    </a:lnTo>
                    <a:lnTo>
                      <a:pt x="496" y="492"/>
                    </a:lnTo>
                    <a:lnTo>
                      <a:pt x="495" y="490"/>
                    </a:lnTo>
                    <a:lnTo>
                      <a:pt x="493" y="487"/>
                    </a:lnTo>
                    <a:lnTo>
                      <a:pt x="494" y="485"/>
                    </a:lnTo>
                    <a:lnTo>
                      <a:pt x="496" y="483"/>
                    </a:lnTo>
                    <a:lnTo>
                      <a:pt x="499" y="482"/>
                    </a:lnTo>
                    <a:lnTo>
                      <a:pt x="501" y="481"/>
                    </a:lnTo>
                    <a:lnTo>
                      <a:pt x="503" y="480"/>
                    </a:lnTo>
                    <a:lnTo>
                      <a:pt x="505" y="478"/>
                    </a:lnTo>
                    <a:lnTo>
                      <a:pt x="508" y="478"/>
                    </a:lnTo>
                    <a:lnTo>
                      <a:pt x="511" y="478"/>
                    </a:lnTo>
                    <a:lnTo>
                      <a:pt x="513" y="478"/>
                    </a:lnTo>
                    <a:lnTo>
                      <a:pt x="516" y="478"/>
                    </a:lnTo>
                    <a:lnTo>
                      <a:pt x="518" y="477"/>
                    </a:lnTo>
                    <a:lnTo>
                      <a:pt x="520" y="477"/>
                    </a:lnTo>
                    <a:lnTo>
                      <a:pt x="522" y="479"/>
                    </a:lnTo>
                    <a:lnTo>
                      <a:pt x="524" y="480"/>
                    </a:lnTo>
                    <a:lnTo>
                      <a:pt x="526" y="481"/>
                    </a:lnTo>
                    <a:lnTo>
                      <a:pt x="529" y="479"/>
                    </a:lnTo>
                    <a:lnTo>
                      <a:pt x="533" y="478"/>
                    </a:lnTo>
                    <a:lnTo>
                      <a:pt x="537" y="477"/>
                    </a:lnTo>
                    <a:lnTo>
                      <a:pt x="539" y="479"/>
                    </a:lnTo>
                    <a:lnTo>
                      <a:pt x="540" y="481"/>
                    </a:lnTo>
                    <a:lnTo>
                      <a:pt x="540" y="484"/>
                    </a:lnTo>
                    <a:lnTo>
                      <a:pt x="540" y="486"/>
                    </a:lnTo>
                    <a:lnTo>
                      <a:pt x="542" y="488"/>
                    </a:lnTo>
                    <a:lnTo>
                      <a:pt x="543" y="490"/>
                    </a:lnTo>
                    <a:lnTo>
                      <a:pt x="543" y="492"/>
                    </a:lnTo>
                    <a:lnTo>
                      <a:pt x="544" y="493"/>
                    </a:lnTo>
                    <a:lnTo>
                      <a:pt x="546" y="495"/>
                    </a:lnTo>
                    <a:lnTo>
                      <a:pt x="549" y="497"/>
                    </a:lnTo>
                    <a:close/>
                  </a:path>
                </a:pathLst>
              </a:custGeom>
              <a:solidFill>
                <a:srgbClr val="59A3CD">
                  <a:alpha val="9600"/>
                </a:srgbClr>
              </a:solidFill>
              <a:ln>
                <a:noFill/>
              </a:ln>
            </p:spPr>
            <p:txBody>
              <a:bodyPr anchor="ctr"/>
              <a:lstStyle/>
              <a:p>
                <a:pPr algn="ctr">
                  <a:buNone/>
                </a:pPr>
              </a:p>
            </p:txBody>
          </p:sp>
          <p:sp>
            <p:nvSpPr>
              <p:cNvPr id="7074" name="addition:input:73">
                <a:extLst>
                  <a:ext uri="{FF2B5EF4-FFF2-40B4-BE49-F238E27FC236}">
                    <ns2:creationId id="{9B19F297-C197-4F54-B177-C5E565EB9A0C}"/>
                  </a:ext>
                </a:extLst>
              </p:cNvPr>
              <p:cNvSpPr>
                <a:spLocks noGrp="1"/>
              </p:cNvSpPr>
              <p:nvPr/>
            </p:nvSpPr>
            <p:spPr>
              <a:xfrm>
                <a:off x="209550" y="5438775"/>
                <a:ext cx="949696" cy="948507"/>
              </a:xfrm>
              <a:custGeom>
                <a:rect l="l" t="t" r="r" b="b"/>
                <a:pathLst>
                  <a:path w="577" h="506">
                    <a:moveTo>
                      <a:pt x="0" y="0"/>
                    </a:moveTo>
                    <a:moveTo>
                      <a:pt x="575" y="481"/>
                    </a:moveTo>
                    <a:lnTo>
                      <a:pt x="577" y="483"/>
                    </a:lnTo>
                    <a:lnTo>
                      <a:pt x="576" y="485"/>
                    </a:lnTo>
                    <a:lnTo>
                      <a:pt x="575" y="487"/>
                    </a:lnTo>
                    <a:lnTo>
                      <a:pt x="574" y="489"/>
                    </a:lnTo>
                    <a:lnTo>
                      <a:pt x="573" y="491"/>
                    </a:lnTo>
                    <a:lnTo>
                      <a:pt x="572" y="492"/>
                    </a:lnTo>
                    <a:lnTo>
                      <a:pt x="569" y="493"/>
                    </a:lnTo>
                    <a:lnTo>
                      <a:pt x="567" y="494"/>
                    </a:lnTo>
                    <a:lnTo>
                      <a:pt x="565" y="495"/>
                    </a:lnTo>
                    <a:lnTo>
                      <a:pt x="564" y="497"/>
                    </a:lnTo>
                    <a:lnTo>
                      <a:pt x="562" y="499"/>
                    </a:lnTo>
                    <a:lnTo>
                      <a:pt x="560" y="499"/>
                    </a:lnTo>
                    <a:lnTo>
                      <a:pt x="556" y="499"/>
                    </a:lnTo>
                    <a:lnTo>
                      <a:pt x="553" y="499"/>
                    </a:lnTo>
                    <a:lnTo>
                      <a:pt x="551" y="500"/>
                    </a:lnTo>
                    <a:lnTo>
                      <a:pt x="549" y="503"/>
                    </a:lnTo>
                    <a:lnTo>
                      <a:pt x="546" y="505"/>
                    </a:lnTo>
                    <a:lnTo>
                      <a:pt x="542" y="506"/>
                    </a:lnTo>
                    <a:lnTo>
                      <a:pt x="539" y="505"/>
                    </a:lnTo>
                    <a:lnTo>
                      <a:pt x="536" y="502"/>
                    </a:lnTo>
                    <a:lnTo>
                      <a:pt x="534" y="501"/>
                    </a:lnTo>
                    <a:lnTo>
                      <a:pt x="531" y="499"/>
                    </a:lnTo>
                    <a:lnTo>
                      <a:pt x="529" y="498"/>
                    </a:lnTo>
                    <a:lnTo>
                      <a:pt x="527" y="497"/>
                    </a:lnTo>
                    <a:lnTo>
                      <a:pt x="526" y="495"/>
                    </a:lnTo>
                    <a:lnTo>
                      <a:pt x="523" y="495"/>
                    </a:lnTo>
                    <a:lnTo>
                      <a:pt x="520" y="495"/>
                    </a:lnTo>
                    <a:lnTo>
                      <a:pt x="516" y="494"/>
                    </a:lnTo>
                    <a:lnTo>
                      <a:pt x="513" y="493"/>
                    </a:lnTo>
                    <a:lnTo>
                      <a:pt x="513" y="491"/>
                    </a:lnTo>
                    <a:lnTo>
                      <a:pt x="514" y="489"/>
                    </a:lnTo>
                    <a:lnTo>
                      <a:pt x="515" y="487"/>
                    </a:lnTo>
                    <a:lnTo>
                      <a:pt x="514" y="485"/>
                    </a:lnTo>
                    <a:lnTo>
                      <a:pt x="512" y="483"/>
                    </a:lnTo>
                    <a:lnTo>
                      <a:pt x="512" y="481"/>
                    </a:lnTo>
                    <a:lnTo>
                      <a:pt x="513" y="479"/>
                    </a:lnTo>
                    <a:lnTo>
                      <a:pt x="517" y="478"/>
                    </a:lnTo>
                    <a:lnTo>
                      <a:pt x="520" y="476"/>
                    </a:lnTo>
                    <a:lnTo>
                      <a:pt x="521" y="475"/>
                    </a:lnTo>
                    <a:lnTo>
                      <a:pt x="521" y="473"/>
                    </a:lnTo>
                    <a:lnTo>
                      <a:pt x="522" y="471"/>
                    </a:lnTo>
                    <a:lnTo>
                      <a:pt x="523" y="469"/>
                    </a:lnTo>
                    <a:lnTo>
                      <a:pt x="524" y="467"/>
                    </a:lnTo>
                    <a:lnTo>
                      <a:pt x="525" y="465"/>
                    </a:lnTo>
                    <a:lnTo>
                      <a:pt x="525" y="462"/>
                    </a:lnTo>
                    <a:lnTo>
                      <a:pt x="527" y="460"/>
                    </a:lnTo>
                    <a:lnTo>
                      <a:pt x="530" y="460"/>
                    </a:lnTo>
                    <a:lnTo>
                      <a:pt x="534" y="461"/>
                    </a:lnTo>
                    <a:lnTo>
                      <a:pt x="537" y="463"/>
                    </a:lnTo>
                    <a:lnTo>
                      <a:pt x="539" y="464"/>
                    </a:lnTo>
                    <a:lnTo>
                      <a:pt x="541" y="463"/>
                    </a:lnTo>
                    <a:lnTo>
                      <a:pt x="543" y="461"/>
                    </a:lnTo>
                    <a:lnTo>
                      <a:pt x="545" y="460"/>
                    </a:lnTo>
                    <a:lnTo>
                      <a:pt x="547" y="461"/>
                    </a:lnTo>
                    <a:lnTo>
                      <a:pt x="549" y="462"/>
                    </a:lnTo>
                    <a:lnTo>
                      <a:pt x="551" y="462"/>
                    </a:lnTo>
                    <a:lnTo>
                      <a:pt x="554" y="462"/>
                    </a:lnTo>
                    <a:lnTo>
                      <a:pt x="557" y="462"/>
                    </a:lnTo>
                    <a:lnTo>
                      <a:pt x="559" y="463"/>
                    </a:lnTo>
                    <a:lnTo>
                      <a:pt x="561" y="464"/>
                    </a:lnTo>
                    <a:lnTo>
                      <a:pt x="563" y="465"/>
                    </a:lnTo>
                    <a:lnTo>
                      <a:pt x="565" y="466"/>
                    </a:lnTo>
                    <a:lnTo>
                      <a:pt x="567" y="468"/>
                    </a:lnTo>
                    <a:lnTo>
                      <a:pt x="568" y="470"/>
                    </a:lnTo>
                    <a:lnTo>
                      <a:pt x="567" y="472"/>
                    </a:lnTo>
                    <a:lnTo>
                      <a:pt x="565" y="475"/>
                    </a:lnTo>
                    <a:lnTo>
                      <a:pt x="565" y="477"/>
                    </a:lnTo>
                    <a:lnTo>
                      <a:pt x="567" y="478"/>
                    </a:lnTo>
                    <a:lnTo>
                      <a:pt x="572" y="479"/>
                    </a:lnTo>
                    <a:close/>
                  </a:path>
                </a:pathLst>
              </a:custGeom>
              <a:solidFill>
                <a:srgbClr val="59A3CD">
                  <a:alpha val="9600"/>
                </a:srgbClr>
              </a:solidFill>
              <a:ln>
                <a:noFill/>
              </a:ln>
            </p:spPr>
            <p:txBody>
              <a:bodyPr anchor="ctr"/>
              <a:lstStyle/>
              <a:p>
                <a:pPr algn="ctr">
                  <a:buNone/>
                </a:pPr>
              </a:p>
            </p:txBody>
          </p:sp>
          <p:sp>
            <p:nvSpPr>
              <p:cNvPr id="7075" name="addition:input:74">
                <a:extLst>
                  <a:ext uri="{FF2B5EF4-FFF2-40B4-BE49-F238E27FC236}">
                    <ns2:creationId id="{8A3BED10-83D9-49F9-998A-197C0B6251E7}"/>
                  </a:ext>
                </a:extLst>
              </p:cNvPr>
              <p:cNvSpPr>
                <a:spLocks noGrp="1"/>
              </p:cNvSpPr>
              <p:nvPr/>
            </p:nvSpPr>
            <p:spPr>
              <a:xfrm>
                <a:off x="209550" y="5438775"/>
                <a:ext cx="1002365" cy="956005"/>
              </a:xfrm>
              <a:custGeom>
                <a:rect l="l" t="t" r="r" b="b"/>
                <a:pathLst>
                  <a:path w="609" h="510">
                    <a:moveTo>
                      <a:pt x="0" y="0"/>
                    </a:moveTo>
                    <a:moveTo>
                      <a:pt x="609" y="486"/>
                    </a:moveTo>
                    <a:lnTo>
                      <a:pt x="609" y="488"/>
                    </a:lnTo>
                    <a:lnTo>
                      <a:pt x="608" y="490"/>
                    </a:lnTo>
                    <a:lnTo>
                      <a:pt x="608" y="492"/>
                    </a:lnTo>
                    <a:lnTo>
                      <a:pt x="607" y="494"/>
                    </a:lnTo>
                    <a:lnTo>
                      <a:pt x="604" y="496"/>
                    </a:lnTo>
                    <a:lnTo>
                      <a:pt x="600" y="497"/>
                    </a:lnTo>
                    <a:lnTo>
                      <a:pt x="596" y="497"/>
                    </a:lnTo>
                    <a:lnTo>
                      <a:pt x="593" y="498"/>
                    </a:lnTo>
                    <a:lnTo>
                      <a:pt x="593" y="500"/>
                    </a:lnTo>
                    <a:lnTo>
                      <a:pt x="593" y="504"/>
                    </a:lnTo>
                    <a:lnTo>
                      <a:pt x="592" y="507"/>
                    </a:lnTo>
                    <a:lnTo>
                      <a:pt x="589" y="508"/>
                    </a:lnTo>
                    <a:lnTo>
                      <a:pt x="586" y="508"/>
                    </a:lnTo>
                    <a:lnTo>
                      <a:pt x="582" y="508"/>
                    </a:lnTo>
                    <a:lnTo>
                      <a:pt x="579" y="509"/>
                    </a:lnTo>
                    <a:lnTo>
                      <a:pt x="576" y="509"/>
                    </a:lnTo>
                    <a:lnTo>
                      <a:pt x="573" y="510"/>
                    </a:lnTo>
                    <a:lnTo>
                      <a:pt x="570" y="509"/>
                    </a:lnTo>
                    <a:lnTo>
                      <a:pt x="568" y="508"/>
                    </a:lnTo>
                    <a:lnTo>
                      <a:pt x="565" y="507"/>
                    </a:lnTo>
                    <a:lnTo>
                      <a:pt x="563" y="507"/>
                    </a:lnTo>
                    <a:lnTo>
                      <a:pt x="560" y="506"/>
                    </a:lnTo>
                    <a:lnTo>
                      <a:pt x="559" y="505"/>
                    </a:lnTo>
                    <a:lnTo>
                      <a:pt x="557" y="503"/>
                    </a:lnTo>
                    <a:lnTo>
                      <a:pt x="556" y="502"/>
                    </a:lnTo>
                    <a:lnTo>
                      <a:pt x="553" y="501"/>
                    </a:lnTo>
                    <a:lnTo>
                      <a:pt x="549" y="502"/>
                    </a:lnTo>
                    <a:lnTo>
                      <a:pt x="545" y="502"/>
                    </a:lnTo>
                    <a:lnTo>
                      <a:pt x="543" y="500"/>
                    </a:lnTo>
                    <a:lnTo>
                      <a:pt x="544" y="497"/>
                    </a:lnTo>
                    <a:lnTo>
                      <a:pt x="547" y="494"/>
                    </a:lnTo>
                    <a:lnTo>
                      <a:pt x="548" y="492"/>
                    </a:lnTo>
                    <a:lnTo>
                      <a:pt x="549" y="490"/>
                    </a:lnTo>
                    <a:lnTo>
                      <a:pt x="548" y="488"/>
                    </a:lnTo>
                    <a:lnTo>
                      <a:pt x="549" y="486"/>
                    </a:lnTo>
                    <a:lnTo>
                      <a:pt x="549" y="484"/>
                    </a:lnTo>
                    <a:lnTo>
                      <a:pt x="549" y="482"/>
                    </a:lnTo>
                    <a:lnTo>
                      <a:pt x="548" y="480"/>
                    </a:lnTo>
                    <a:lnTo>
                      <a:pt x="546" y="477"/>
                    </a:lnTo>
                    <a:lnTo>
                      <a:pt x="546" y="475"/>
                    </a:lnTo>
                    <a:lnTo>
                      <a:pt x="548" y="474"/>
                    </a:lnTo>
                    <a:lnTo>
                      <a:pt x="551" y="473"/>
                    </a:lnTo>
                    <a:lnTo>
                      <a:pt x="553" y="471"/>
                    </a:lnTo>
                    <a:lnTo>
                      <a:pt x="553" y="469"/>
                    </a:lnTo>
                    <a:lnTo>
                      <a:pt x="553" y="466"/>
                    </a:lnTo>
                    <a:lnTo>
                      <a:pt x="555" y="465"/>
                    </a:lnTo>
                    <a:lnTo>
                      <a:pt x="558" y="465"/>
                    </a:lnTo>
                    <a:lnTo>
                      <a:pt x="562" y="466"/>
                    </a:lnTo>
                    <a:lnTo>
                      <a:pt x="565" y="467"/>
                    </a:lnTo>
                    <a:lnTo>
                      <a:pt x="567" y="467"/>
                    </a:lnTo>
                    <a:lnTo>
                      <a:pt x="568" y="466"/>
                    </a:lnTo>
                    <a:lnTo>
                      <a:pt x="570" y="464"/>
                    </a:lnTo>
                    <a:lnTo>
                      <a:pt x="573" y="463"/>
                    </a:lnTo>
                    <a:lnTo>
                      <a:pt x="576" y="463"/>
                    </a:lnTo>
                    <a:lnTo>
                      <a:pt x="579" y="462"/>
                    </a:lnTo>
                    <a:lnTo>
                      <a:pt x="582" y="461"/>
                    </a:lnTo>
                    <a:lnTo>
                      <a:pt x="586" y="462"/>
                    </a:lnTo>
                    <a:lnTo>
                      <a:pt x="588" y="464"/>
                    </a:lnTo>
                    <a:lnTo>
                      <a:pt x="589" y="467"/>
                    </a:lnTo>
                    <a:lnTo>
                      <a:pt x="590" y="470"/>
                    </a:lnTo>
                    <a:lnTo>
                      <a:pt x="592" y="471"/>
                    </a:lnTo>
                    <a:lnTo>
                      <a:pt x="595" y="472"/>
                    </a:lnTo>
                    <a:lnTo>
                      <a:pt x="599" y="473"/>
                    </a:lnTo>
                    <a:lnTo>
                      <a:pt x="601" y="474"/>
                    </a:lnTo>
                    <a:lnTo>
                      <a:pt x="601" y="476"/>
                    </a:lnTo>
                    <a:lnTo>
                      <a:pt x="601" y="479"/>
                    </a:lnTo>
                    <a:lnTo>
                      <a:pt x="603" y="480"/>
                    </a:lnTo>
                    <a:lnTo>
                      <a:pt x="605" y="482"/>
                    </a:lnTo>
                    <a:lnTo>
                      <a:pt x="608" y="484"/>
                    </a:lnTo>
                    <a:close/>
                  </a:path>
                </a:pathLst>
              </a:custGeom>
              <a:solidFill>
                <a:srgbClr val="59A3CD">
                  <a:alpha val="9600"/>
                </a:srgbClr>
              </a:solidFill>
              <a:ln>
                <a:noFill/>
              </a:ln>
            </p:spPr>
            <p:txBody>
              <a:bodyPr anchor="ctr"/>
              <a:lstStyle/>
              <a:p>
                <a:pPr algn="ctr">
                  <a:buNone/>
                </a:pPr>
              </a:p>
            </p:txBody>
          </p:sp>
          <p:sp>
            <p:nvSpPr>
              <p:cNvPr id="7076" name="addition:input:75">
                <a:extLst>
                  <a:ext uri="{FF2B5EF4-FFF2-40B4-BE49-F238E27FC236}">
                    <ns2:creationId id="{DCCA4259-DC50-46D9-98C1-EB2458E0514E}"/>
                  </a:ext>
                </a:extLst>
              </p:cNvPr>
              <p:cNvSpPr>
                <a:spLocks noGrp="1"/>
              </p:cNvSpPr>
              <p:nvPr/>
            </p:nvSpPr>
            <p:spPr>
              <a:xfrm>
                <a:off x="209550" y="5438775"/>
                <a:ext cx="1043513" cy="993496"/>
              </a:xfrm>
              <a:custGeom>
                <a:rect l="l" t="t" r="r" b="b"/>
                <a:pathLst>
                  <a:path w="634" h="530">
                    <a:moveTo>
                      <a:pt x="0" y="0"/>
                    </a:moveTo>
                    <a:moveTo>
                      <a:pt x="626" y="505"/>
                    </a:moveTo>
                    <a:lnTo>
                      <a:pt x="625" y="507"/>
                    </a:lnTo>
                    <a:lnTo>
                      <a:pt x="624" y="509"/>
                    </a:lnTo>
                    <a:lnTo>
                      <a:pt x="623" y="511"/>
                    </a:lnTo>
                    <a:lnTo>
                      <a:pt x="623" y="513"/>
                    </a:lnTo>
                    <a:lnTo>
                      <a:pt x="623" y="515"/>
                    </a:lnTo>
                    <a:lnTo>
                      <a:pt x="624" y="518"/>
                    </a:lnTo>
                    <a:lnTo>
                      <a:pt x="625" y="521"/>
                    </a:lnTo>
                    <a:lnTo>
                      <a:pt x="623" y="523"/>
                    </a:lnTo>
                    <a:lnTo>
                      <a:pt x="620" y="524"/>
                    </a:lnTo>
                    <a:lnTo>
                      <a:pt x="616" y="524"/>
                    </a:lnTo>
                    <a:lnTo>
                      <a:pt x="613" y="525"/>
                    </a:lnTo>
                    <a:lnTo>
                      <a:pt x="611" y="526"/>
                    </a:lnTo>
                    <a:lnTo>
                      <a:pt x="610" y="528"/>
                    </a:lnTo>
                    <a:lnTo>
                      <a:pt x="608" y="530"/>
                    </a:lnTo>
                    <a:lnTo>
                      <a:pt x="605" y="529"/>
                    </a:lnTo>
                    <a:lnTo>
                      <a:pt x="602" y="527"/>
                    </a:lnTo>
                    <a:lnTo>
                      <a:pt x="600" y="526"/>
                    </a:lnTo>
                    <a:lnTo>
                      <a:pt x="598" y="527"/>
                    </a:lnTo>
                    <a:lnTo>
                      <a:pt x="595" y="528"/>
                    </a:lnTo>
                    <a:lnTo>
                      <a:pt x="592" y="529"/>
                    </a:lnTo>
                    <a:lnTo>
                      <a:pt x="589" y="529"/>
                    </a:lnTo>
                    <a:lnTo>
                      <a:pt x="586" y="529"/>
                    </a:lnTo>
                    <a:lnTo>
                      <a:pt x="583" y="529"/>
                    </a:lnTo>
                    <a:lnTo>
                      <a:pt x="579" y="529"/>
                    </a:lnTo>
                    <a:lnTo>
                      <a:pt x="576" y="527"/>
                    </a:lnTo>
                    <a:lnTo>
                      <a:pt x="575" y="524"/>
                    </a:lnTo>
                    <a:lnTo>
                      <a:pt x="576" y="520"/>
                    </a:lnTo>
                    <a:lnTo>
                      <a:pt x="577" y="517"/>
                    </a:lnTo>
                    <a:lnTo>
                      <a:pt x="575" y="516"/>
                    </a:lnTo>
                    <a:lnTo>
                      <a:pt x="571" y="515"/>
                    </a:lnTo>
                    <a:lnTo>
                      <a:pt x="567" y="514"/>
                    </a:lnTo>
                    <a:lnTo>
                      <a:pt x="565" y="512"/>
                    </a:lnTo>
                    <a:lnTo>
                      <a:pt x="564" y="509"/>
                    </a:lnTo>
                    <a:lnTo>
                      <a:pt x="564" y="507"/>
                    </a:lnTo>
                    <a:lnTo>
                      <a:pt x="563" y="505"/>
                    </a:lnTo>
                    <a:lnTo>
                      <a:pt x="562" y="503"/>
                    </a:lnTo>
                    <a:lnTo>
                      <a:pt x="561" y="500"/>
                    </a:lnTo>
                    <a:lnTo>
                      <a:pt x="561" y="498"/>
                    </a:lnTo>
                    <a:lnTo>
                      <a:pt x="563" y="496"/>
                    </a:lnTo>
                    <a:lnTo>
                      <a:pt x="564" y="494"/>
                    </a:lnTo>
                    <a:lnTo>
                      <a:pt x="566" y="492"/>
                    </a:lnTo>
                    <a:lnTo>
                      <a:pt x="567" y="490"/>
                    </a:lnTo>
                    <a:lnTo>
                      <a:pt x="570" y="489"/>
                    </a:lnTo>
                    <a:lnTo>
                      <a:pt x="575" y="489"/>
                    </a:lnTo>
                    <a:lnTo>
                      <a:pt x="579" y="489"/>
                    </a:lnTo>
                    <a:lnTo>
                      <a:pt x="581" y="488"/>
                    </a:lnTo>
                    <a:lnTo>
                      <a:pt x="582" y="485"/>
                    </a:lnTo>
                    <a:lnTo>
                      <a:pt x="583" y="481"/>
                    </a:lnTo>
                    <a:lnTo>
                      <a:pt x="585" y="478"/>
                    </a:lnTo>
                    <a:lnTo>
                      <a:pt x="589" y="478"/>
                    </a:lnTo>
                    <a:lnTo>
                      <a:pt x="593" y="478"/>
                    </a:lnTo>
                    <a:lnTo>
                      <a:pt x="597" y="479"/>
                    </a:lnTo>
                    <a:lnTo>
                      <a:pt x="600" y="480"/>
                    </a:lnTo>
                    <a:lnTo>
                      <a:pt x="604" y="480"/>
                    </a:lnTo>
                    <a:lnTo>
                      <a:pt x="607" y="482"/>
                    </a:lnTo>
                    <a:lnTo>
                      <a:pt x="609" y="483"/>
                    </a:lnTo>
                    <a:lnTo>
                      <a:pt x="612" y="485"/>
                    </a:lnTo>
                    <a:lnTo>
                      <a:pt x="614" y="485"/>
                    </a:lnTo>
                    <a:lnTo>
                      <a:pt x="618" y="485"/>
                    </a:lnTo>
                    <a:lnTo>
                      <a:pt x="621" y="486"/>
                    </a:lnTo>
                    <a:lnTo>
                      <a:pt x="622" y="487"/>
                    </a:lnTo>
                    <a:lnTo>
                      <a:pt x="623" y="490"/>
                    </a:lnTo>
                    <a:lnTo>
                      <a:pt x="624" y="492"/>
                    </a:lnTo>
                    <a:lnTo>
                      <a:pt x="626" y="493"/>
                    </a:lnTo>
                    <a:lnTo>
                      <a:pt x="630" y="493"/>
                    </a:lnTo>
                    <a:lnTo>
                      <a:pt x="634" y="495"/>
                    </a:lnTo>
                    <a:lnTo>
                      <a:pt x="634" y="497"/>
                    </a:lnTo>
                    <a:lnTo>
                      <a:pt x="632" y="500"/>
                    </a:lnTo>
                    <a:lnTo>
                      <a:pt x="628" y="503"/>
                    </a:lnTo>
                    <a:close/>
                  </a:path>
                </a:pathLst>
              </a:custGeom>
              <a:solidFill>
                <a:srgbClr val="59A3CD">
                  <a:alpha val="9600"/>
                </a:srgbClr>
              </a:solidFill>
              <a:ln>
                <a:noFill/>
              </a:ln>
            </p:spPr>
            <p:txBody>
              <a:bodyPr anchor="ctr"/>
              <a:lstStyle/>
              <a:p>
                <a:pPr algn="ctr">
                  <a:buNone/>
                </a:pPr>
              </a:p>
            </p:txBody>
          </p:sp>
          <p:sp>
            <p:nvSpPr>
              <p:cNvPr id="7077" name="addition:input:76">
                <a:extLst>
                  <a:ext uri="{FF2B5EF4-FFF2-40B4-BE49-F238E27FC236}">
                    <ns2:creationId id="{83C93C08-1E1D-4F88-A524-9216AD2C1889}"/>
                  </a:ext>
                </a:extLst>
              </p:cNvPr>
              <p:cNvSpPr>
                <a:spLocks noGrp="1"/>
              </p:cNvSpPr>
              <p:nvPr/>
            </p:nvSpPr>
            <p:spPr>
              <a:xfrm>
                <a:off x="209550" y="5438775"/>
                <a:ext cx="1020470" cy="1034735"/>
              </a:xfrm>
              <a:custGeom>
                <a:rect l="l" t="t" r="r" b="b"/>
                <a:pathLst>
                  <a:path w="620" h="552">
                    <a:moveTo>
                      <a:pt x="0" y="0"/>
                    </a:moveTo>
                    <a:moveTo>
                      <a:pt x="616" y="526"/>
                    </a:moveTo>
                    <a:lnTo>
                      <a:pt x="615" y="528"/>
                    </a:lnTo>
                    <a:lnTo>
                      <a:pt x="612" y="530"/>
                    </a:lnTo>
                    <a:lnTo>
                      <a:pt x="610" y="532"/>
                    </a:lnTo>
                    <a:lnTo>
                      <a:pt x="609" y="534"/>
                    </a:lnTo>
                    <a:lnTo>
                      <a:pt x="608" y="537"/>
                    </a:lnTo>
                    <a:lnTo>
                      <a:pt x="606" y="538"/>
                    </a:lnTo>
                    <a:lnTo>
                      <a:pt x="603" y="540"/>
                    </a:lnTo>
                    <a:lnTo>
                      <a:pt x="601" y="541"/>
                    </a:lnTo>
                    <a:lnTo>
                      <a:pt x="600" y="544"/>
                    </a:lnTo>
                    <a:lnTo>
                      <a:pt x="600" y="547"/>
                    </a:lnTo>
                    <a:lnTo>
                      <a:pt x="599" y="551"/>
                    </a:lnTo>
                    <a:lnTo>
                      <a:pt x="595" y="552"/>
                    </a:lnTo>
                    <a:lnTo>
                      <a:pt x="590" y="551"/>
                    </a:lnTo>
                    <a:lnTo>
                      <a:pt x="586" y="549"/>
                    </a:lnTo>
                    <a:lnTo>
                      <a:pt x="582" y="548"/>
                    </a:lnTo>
                    <a:lnTo>
                      <a:pt x="579" y="548"/>
                    </a:lnTo>
                    <a:lnTo>
                      <a:pt x="577" y="549"/>
                    </a:lnTo>
                    <a:lnTo>
                      <a:pt x="574" y="549"/>
                    </a:lnTo>
                    <a:lnTo>
                      <a:pt x="571" y="550"/>
                    </a:lnTo>
                    <a:lnTo>
                      <a:pt x="568" y="550"/>
                    </a:lnTo>
                    <a:lnTo>
                      <a:pt x="565" y="550"/>
                    </a:lnTo>
                    <a:lnTo>
                      <a:pt x="561" y="551"/>
                    </a:lnTo>
                    <a:lnTo>
                      <a:pt x="557" y="550"/>
                    </a:lnTo>
                    <a:lnTo>
                      <a:pt x="555" y="548"/>
                    </a:lnTo>
                    <a:lnTo>
                      <a:pt x="554" y="546"/>
                    </a:lnTo>
                    <a:lnTo>
                      <a:pt x="552" y="544"/>
                    </a:lnTo>
                    <a:lnTo>
                      <a:pt x="549" y="542"/>
                    </a:lnTo>
                    <a:lnTo>
                      <a:pt x="545" y="542"/>
                    </a:lnTo>
                    <a:lnTo>
                      <a:pt x="542" y="540"/>
                    </a:lnTo>
                    <a:lnTo>
                      <a:pt x="542" y="537"/>
                    </a:lnTo>
                    <a:lnTo>
                      <a:pt x="544" y="534"/>
                    </a:lnTo>
                    <a:lnTo>
                      <a:pt x="545" y="532"/>
                    </a:lnTo>
                    <a:lnTo>
                      <a:pt x="544" y="530"/>
                    </a:lnTo>
                    <a:lnTo>
                      <a:pt x="540" y="528"/>
                    </a:lnTo>
                    <a:lnTo>
                      <a:pt x="536" y="526"/>
                    </a:lnTo>
                    <a:lnTo>
                      <a:pt x="534" y="524"/>
                    </a:lnTo>
                    <a:lnTo>
                      <a:pt x="533" y="521"/>
                    </a:lnTo>
                    <a:lnTo>
                      <a:pt x="532" y="519"/>
                    </a:lnTo>
                    <a:lnTo>
                      <a:pt x="532" y="516"/>
                    </a:lnTo>
                    <a:lnTo>
                      <a:pt x="533" y="514"/>
                    </a:lnTo>
                    <a:lnTo>
                      <a:pt x="537" y="512"/>
                    </a:lnTo>
                    <a:lnTo>
                      <a:pt x="542" y="512"/>
                    </a:lnTo>
                    <a:lnTo>
                      <a:pt x="547" y="512"/>
                    </a:lnTo>
                    <a:lnTo>
                      <a:pt x="549" y="510"/>
                    </a:lnTo>
                    <a:lnTo>
                      <a:pt x="550" y="508"/>
                    </a:lnTo>
                    <a:lnTo>
                      <a:pt x="551" y="505"/>
                    </a:lnTo>
                    <a:lnTo>
                      <a:pt x="553" y="503"/>
                    </a:lnTo>
                    <a:lnTo>
                      <a:pt x="558" y="503"/>
                    </a:lnTo>
                    <a:lnTo>
                      <a:pt x="562" y="503"/>
                    </a:lnTo>
                    <a:lnTo>
                      <a:pt x="566" y="503"/>
                    </a:lnTo>
                    <a:lnTo>
                      <a:pt x="569" y="501"/>
                    </a:lnTo>
                    <a:lnTo>
                      <a:pt x="573" y="499"/>
                    </a:lnTo>
                    <a:lnTo>
                      <a:pt x="578" y="498"/>
                    </a:lnTo>
                    <a:lnTo>
                      <a:pt x="582" y="499"/>
                    </a:lnTo>
                    <a:lnTo>
                      <a:pt x="586" y="500"/>
                    </a:lnTo>
                    <a:lnTo>
                      <a:pt x="590" y="501"/>
                    </a:lnTo>
                    <a:lnTo>
                      <a:pt x="594" y="503"/>
                    </a:lnTo>
                    <a:lnTo>
                      <a:pt x="597" y="504"/>
                    </a:lnTo>
                    <a:lnTo>
                      <a:pt x="598" y="507"/>
                    </a:lnTo>
                    <a:lnTo>
                      <a:pt x="599" y="510"/>
                    </a:lnTo>
                    <a:lnTo>
                      <a:pt x="602" y="511"/>
                    </a:lnTo>
                    <a:lnTo>
                      <a:pt x="606" y="511"/>
                    </a:lnTo>
                    <a:lnTo>
                      <a:pt x="612" y="511"/>
                    </a:lnTo>
                    <a:lnTo>
                      <a:pt x="618" y="511"/>
                    </a:lnTo>
                    <a:lnTo>
                      <a:pt x="620" y="513"/>
                    </a:lnTo>
                    <a:lnTo>
                      <a:pt x="619" y="516"/>
                    </a:lnTo>
                    <a:lnTo>
                      <a:pt x="617" y="519"/>
                    </a:lnTo>
                    <a:lnTo>
                      <a:pt x="616" y="521"/>
                    </a:lnTo>
                    <a:lnTo>
                      <a:pt x="616" y="524"/>
                    </a:lnTo>
                    <a:close/>
                  </a:path>
                </a:pathLst>
              </a:custGeom>
              <a:solidFill>
                <a:srgbClr val="59A3CD">
                  <a:alpha val="9600"/>
                </a:srgbClr>
              </a:solidFill>
              <a:ln>
                <a:noFill/>
              </a:ln>
            </p:spPr>
            <p:txBody>
              <a:bodyPr anchor="ctr"/>
              <a:lstStyle/>
              <a:p>
                <a:pPr algn="ctr">
                  <a:buNone/>
                </a:pPr>
              </a:p>
            </p:txBody>
          </p:sp>
          <p:sp>
            <p:nvSpPr>
              <p:cNvPr id="7078" name="addition:input:77">
                <a:extLst>
                  <a:ext uri="{FF2B5EF4-FFF2-40B4-BE49-F238E27FC236}">
                    <ns2:creationId id="{3B48F4FB-8972-4197-8DC1-2A78D6DDC003}"/>
                  </a:ext>
                </a:extLst>
              </p:cNvPr>
              <p:cNvSpPr>
                <a:spLocks noGrp="1"/>
              </p:cNvSpPr>
              <p:nvPr/>
            </p:nvSpPr>
            <p:spPr>
              <a:xfrm>
                <a:off x="209550" y="5438775"/>
                <a:ext cx="941466" cy="1038484"/>
              </a:xfrm>
              <a:custGeom>
                <a:rect l="l" t="t" r="r" b="b"/>
                <a:pathLst>
                  <a:path w="572" h="554">
                    <a:moveTo>
                      <a:pt x="0" y="0"/>
                    </a:moveTo>
                    <a:moveTo>
                      <a:pt x="571" y="528"/>
                    </a:moveTo>
                    <a:lnTo>
                      <a:pt x="571" y="531"/>
                    </a:lnTo>
                    <a:lnTo>
                      <a:pt x="568" y="533"/>
                    </a:lnTo>
                    <a:lnTo>
                      <a:pt x="565" y="534"/>
                    </a:lnTo>
                    <a:lnTo>
                      <a:pt x="562" y="536"/>
                    </a:lnTo>
                    <a:lnTo>
                      <a:pt x="562" y="538"/>
                    </a:lnTo>
                    <a:lnTo>
                      <a:pt x="565" y="541"/>
                    </a:lnTo>
                    <a:lnTo>
                      <a:pt x="566" y="544"/>
                    </a:lnTo>
                    <a:lnTo>
                      <a:pt x="566" y="547"/>
                    </a:lnTo>
                    <a:lnTo>
                      <a:pt x="563" y="548"/>
                    </a:lnTo>
                    <a:lnTo>
                      <a:pt x="559" y="549"/>
                    </a:lnTo>
                    <a:lnTo>
                      <a:pt x="556" y="549"/>
                    </a:lnTo>
                    <a:lnTo>
                      <a:pt x="553" y="550"/>
                    </a:lnTo>
                    <a:lnTo>
                      <a:pt x="551" y="550"/>
                    </a:lnTo>
                    <a:lnTo>
                      <a:pt x="548" y="550"/>
                    </a:lnTo>
                    <a:lnTo>
                      <a:pt x="545" y="549"/>
                    </a:lnTo>
                    <a:lnTo>
                      <a:pt x="543" y="550"/>
                    </a:lnTo>
                    <a:lnTo>
                      <a:pt x="541" y="552"/>
                    </a:lnTo>
                    <a:lnTo>
                      <a:pt x="538" y="554"/>
                    </a:lnTo>
                    <a:lnTo>
                      <a:pt x="535" y="554"/>
                    </a:lnTo>
                    <a:lnTo>
                      <a:pt x="532" y="553"/>
                    </a:lnTo>
                    <a:lnTo>
                      <a:pt x="530" y="551"/>
                    </a:lnTo>
                    <a:lnTo>
                      <a:pt x="527" y="550"/>
                    </a:lnTo>
                    <a:lnTo>
                      <a:pt x="524" y="550"/>
                    </a:lnTo>
                    <a:lnTo>
                      <a:pt x="519" y="551"/>
                    </a:lnTo>
                    <a:lnTo>
                      <a:pt x="516" y="550"/>
                    </a:lnTo>
                    <a:lnTo>
                      <a:pt x="514" y="548"/>
                    </a:lnTo>
                    <a:lnTo>
                      <a:pt x="514" y="544"/>
                    </a:lnTo>
                    <a:lnTo>
                      <a:pt x="513" y="542"/>
                    </a:lnTo>
                    <a:lnTo>
                      <a:pt x="512" y="540"/>
                    </a:lnTo>
                    <a:lnTo>
                      <a:pt x="510" y="538"/>
                    </a:lnTo>
                    <a:lnTo>
                      <a:pt x="509" y="536"/>
                    </a:lnTo>
                    <a:lnTo>
                      <a:pt x="507" y="534"/>
                    </a:lnTo>
                    <a:lnTo>
                      <a:pt x="505" y="532"/>
                    </a:lnTo>
                    <a:lnTo>
                      <a:pt x="501" y="531"/>
                    </a:lnTo>
                    <a:lnTo>
                      <a:pt x="497" y="528"/>
                    </a:lnTo>
                    <a:lnTo>
                      <a:pt x="495" y="526"/>
                    </a:lnTo>
                    <a:lnTo>
                      <a:pt x="496" y="523"/>
                    </a:lnTo>
                    <a:lnTo>
                      <a:pt x="500" y="522"/>
                    </a:lnTo>
                    <a:lnTo>
                      <a:pt x="504" y="520"/>
                    </a:lnTo>
                    <a:lnTo>
                      <a:pt x="506" y="519"/>
                    </a:lnTo>
                    <a:lnTo>
                      <a:pt x="507" y="516"/>
                    </a:lnTo>
                    <a:lnTo>
                      <a:pt x="507" y="514"/>
                    </a:lnTo>
                    <a:lnTo>
                      <a:pt x="509" y="512"/>
                    </a:lnTo>
                    <a:lnTo>
                      <a:pt x="513" y="511"/>
                    </a:lnTo>
                    <a:lnTo>
                      <a:pt x="516" y="511"/>
                    </a:lnTo>
                    <a:lnTo>
                      <a:pt x="519" y="509"/>
                    </a:lnTo>
                    <a:lnTo>
                      <a:pt x="521" y="507"/>
                    </a:lnTo>
                    <a:lnTo>
                      <a:pt x="524" y="506"/>
                    </a:lnTo>
                    <a:lnTo>
                      <a:pt x="527" y="504"/>
                    </a:lnTo>
                    <a:lnTo>
                      <a:pt x="530" y="504"/>
                    </a:lnTo>
                    <a:lnTo>
                      <a:pt x="534" y="503"/>
                    </a:lnTo>
                    <a:lnTo>
                      <a:pt x="538" y="501"/>
                    </a:lnTo>
                    <a:lnTo>
                      <a:pt x="541" y="500"/>
                    </a:lnTo>
                    <a:lnTo>
                      <a:pt x="545" y="501"/>
                    </a:lnTo>
                    <a:lnTo>
                      <a:pt x="548" y="505"/>
                    </a:lnTo>
                    <a:lnTo>
                      <a:pt x="550" y="508"/>
                    </a:lnTo>
                    <a:lnTo>
                      <a:pt x="551" y="510"/>
                    </a:lnTo>
                    <a:lnTo>
                      <a:pt x="554" y="510"/>
                    </a:lnTo>
                    <a:lnTo>
                      <a:pt x="558" y="509"/>
                    </a:lnTo>
                    <a:lnTo>
                      <a:pt x="562" y="509"/>
                    </a:lnTo>
                    <a:lnTo>
                      <a:pt x="565" y="510"/>
                    </a:lnTo>
                    <a:lnTo>
                      <a:pt x="567" y="512"/>
                    </a:lnTo>
                    <a:lnTo>
                      <a:pt x="568" y="513"/>
                    </a:lnTo>
                    <a:lnTo>
                      <a:pt x="570" y="515"/>
                    </a:lnTo>
                    <a:lnTo>
                      <a:pt x="572" y="517"/>
                    </a:lnTo>
                    <a:lnTo>
                      <a:pt x="572" y="519"/>
                    </a:lnTo>
                    <a:lnTo>
                      <a:pt x="571" y="522"/>
                    </a:lnTo>
                    <a:lnTo>
                      <a:pt x="570" y="524"/>
                    </a:lnTo>
                    <a:lnTo>
                      <a:pt x="570" y="526"/>
                    </a:lnTo>
                    <a:close/>
                  </a:path>
                </a:pathLst>
              </a:custGeom>
              <a:solidFill>
                <a:srgbClr val="59A3CD">
                  <a:alpha val="9600"/>
                </a:srgbClr>
              </a:solidFill>
              <a:ln>
                <a:noFill/>
              </a:ln>
            </p:spPr>
            <p:txBody>
              <a:bodyPr anchor="ctr"/>
              <a:lstStyle/>
              <a:p>
                <a:pPr algn="ctr">
                  <a:buNone/>
                </a:pPr>
              </a:p>
            </p:txBody>
          </p:sp>
          <p:sp>
            <p:nvSpPr>
              <p:cNvPr id="7079" name="addition:input:78">
                <a:extLst>
                  <a:ext uri="{FF2B5EF4-FFF2-40B4-BE49-F238E27FC236}">
                    <ns2:creationId id="{C05A0609-34FB-414D-8275-3BD4A86B9ACC}"/>
                  </a:ext>
                </a:extLst>
              </p:cNvPr>
              <p:cNvSpPr>
                <a:spLocks noGrp="1"/>
              </p:cNvSpPr>
              <p:nvPr/>
            </p:nvSpPr>
            <p:spPr>
              <a:xfrm>
                <a:off x="209550" y="5438775"/>
                <a:ext cx="880567" cy="1017864"/>
              </a:xfrm>
              <a:custGeom>
                <a:rect l="l" t="t" r="r" b="b"/>
                <a:pathLst>
                  <a:path w="535" h="543">
                    <a:moveTo>
                      <a:pt x="0" y="0"/>
                    </a:moveTo>
                    <a:moveTo>
                      <a:pt x="530" y="519"/>
                    </a:moveTo>
                    <a:lnTo>
                      <a:pt x="532" y="521"/>
                    </a:lnTo>
                    <a:lnTo>
                      <a:pt x="533" y="523"/>
                    </a:lnTo>
                    <a:lnTo>
                      <a:pt x="532" y="525"/>
                    </a:lnTo>
                    <a:lnTo>
                      <a:pt x="530" y="526"/>
                    </a:lnTo>
                    <a:lnTo>
                      <a:pt x="529" y="528"/>
                    </a:lnTo>
                    <a:lnTo>
                      <a:pt x="529" y="530"/>
                    </a:lnTo>
                    <a:lnTo>
                      <a:pt x="530" y="532"/>
                    </a:lnTo>
                    <a:lnTo>
                      <a:pt x="529" y="535"/>
                    </a:lnTo>
                    <a:lnTo>
                      <a:pt x="528" y="536"/>
                    </a:lnTo>
                    <a:lnTo>
                      <a:pt x="525" y="537"/>
                    </a:lnTo>
                    <a:lnTo>
                      <a:pt x="523" y="537"/>
                    </a:lnTo>
                    <a:lnTo>
                      <a:pt x="521" y="538"/>
                    </a:lnTo>
                    <a:lnTo>
                      <a:pt x="519" y="538"/>
                    </a:lnTo>
                    <a:lnTo>
                      <a:pt x="516" y="538"/>
                    </a:lnTo>
                    <a:lnTo>
                      <a:pt x="514" y="537"/>
                    </a:lnTo>
                    <a:lnTo>
                      <a:pt x="512" y="536"/>
                    </a:lnTo>
                    <a:lnTo>
                      <a:pt x="511" y="538"/>
                    </a:lnTo>
                    <a:lnTo>
                      <a:pt x="508" y="540"/>
                    </a:lnTo>
                    <a:lnTo>
                      <a:pt x="505" y="543"/>
                    </a:lnTo>
                    <a:lnTo>
                      <a:pt x="503" y="543"/>
                    </a:lnTo>
                    <a:lnTo>
                      <a:pt x="500" y="541"/>
                    </a:lnTo>
                    <a:lnTo>
                      <a:pt x="498" y="539"/>
                    </a:lnTo>
                    <a:lnTo>
                      <a:pt x="496" y="538"/>
                    </a:lnTo>
                    <a:lnTo>
                      <a:pt x="494" y="537"/>
                    </a:lnTo>
                    <a:lnTo>
                      <a:pt x="491" y="536"/>
                    </a:lnTo>
                    <a:lnTo>
                      <a:pt x="489" y="534"/>
                    </a:lnTo>
                    <a:lnTo>
                      <a:pt x="488" y="532"/>
                    </a:lnTo>
                    <a:lnTo>
                      <a:pt x="487" y="531"/>
                    </a:lnTo>
                    <a:lnTo>
                      <a:pt x="485" y="529"/>
                    </a:lnTo>
                    <a:lnTo>
                      <a:pt x="483" y="528"/>
                    </a:lnTo>
                    <a:lnTo>
                      <a:pt x="481" y="527"/>
                    </a:lnTo>
                    <a:lnTo>
                      <a:pt x="481" y="525"/>
                    </a:lnTo>
                    <a:lnTo>
                      <a:pt x="481" y="523"/>
                    </a:lnTo>
                    <a:lnTo>
                      <a:pt x="479" y="521"/>
                    </a:lnTo>
                    <a:lnTo>
                      <a:pt x="476" y="519"/>
                    </a:lnTo>
                    <a:lnTo>
                      <a:pt x="473" y="517"/>
                    </a:lnTo>
                    <a:lnTo>
                      <a:pt x="473" y="515"/>
                    </a:lnTo>
                    <a:lnTo>
                      <a:pt x="475" y="513"/>
                    </a:lnTo>
                    <a:lnTo>
                      <a:pt x="479" y="512"/>
                    </a:lnTo>
                    <a:lnTo>
                      <a:pt x="483" y="511"/>
                    </a:lnTo>
                    <a:lnTo>
                      <a:pt x="485" y="510"/>
                    </a:lnTo>
                    <a:lnTo>
                      <a:pt x="486" y="508"/>
                    </a:lnTo>
                    <a:lnTo>
                      <a:pt x="487" y="507"/>
                    </a:lnTo>
                    <a:lnTo>
                      <a:pt x="489" y="505"/>
                    </a:lnTo>
                    <a:lnTo>
                      <a:pt x="491" y="504"/>
                    </a:lnTo>
                    <a:lnTo>
                      <a:pt x="492" y="502"/>
                    </a:lnTo>
                    <a:lnTo>
                      <a:pt x="494" y="500"/>
                    </a:lnTo>
                    <a:lnTo>
                      <a:pt x="496" y="498"/>
                    </a:lnTo>
                    <a:lnTo>
                      <a:pt x="499" y="498"/>
                    </a:lnTo>
                    <a:lnTo>
                      <a:pt x="503" y="498"/>
                    </a:lnTo>
                    <a:lnTo>
                      <a:pt x="506" y="499"/>
                    </a:lnTo>
                    <a:lnTo>
                      <a:pt x="508" y="499"/>
                    </a:lnTo>
                    <a:lnTo>
                      <a:pt x="511" y="498"/>
                    </a:lnTo>
                    <a:lnTo>
                      <a:pt x="514" y="497"/>
                    </a:lnTo>
                    <a:lnTo>
                      <a:pt x="516" y="498"/>
                    </a:lnTo>
                    <a:lnTo>
                      <a:pt x="518" y="501"/>
                    </a:lnTo>
                    <a:lnTo>
                      <a:pt x="519" y="503"/>
                    </a:lnTo>
                    <a:lnTo>
                      <a:pt x="520" y="504"/>
                    </a:lnTo>
                    <a:lnTo>
                      <a:pt x="523" y="504"/>
                    </a:lnTo>
                    <a:lnTo>
                      <a:pt x="526" y="503"/>
                    </a:lnTo>
                    <a:lnTo>
                      <a:pt x="528" y="504"/>
                    </a:lnTo>
                    <a:lnTo>
                      <a:pt x="530" y="505"/>
                    </a:lnTo>
                    <a:lnTo>
                      <a:pt x="532" y="506"/>
                    </a:lnTo>
                    <a:lnTo>
                      <a:pt x="534" y="507"/>
                    </a:lnTo>
                    <a:lnTo>
                      <a:pt x="535" y="509"/>
                    </a:lnTo>
                    <a:lnTo>
                      <a:pt x="535" y="511"/>
                    </a:lnTo>
                    <a:lnTo>
                      <a:pt x="533" y="514"/>
                    </a:lnTo>
                    <a:lnTo>
                      <a:pt x="530" y="516"/>
                    </a:lnTo>
                    <a:lnTo>
                      <a:pt x="529" y="518"/>
                    </a:lnTo>
                    <a:close/>
                  </a:path>
                </a:pathLst>
              </a:custGeom>
              <a:solidFill>
                <a:srgbClr val="59A3CD">
                  <a:alpha val="9600"/>
                </a:srgbClr>
              </a:solidFill>
              <a:ln>
                <a:noFill/>
              </a:ln>
            </p:spPr>
            <p:txBody>
              <a:bodyPr anchor="ctr"/>
              <a:lstStyle/>
              <a:p>
                <a:pPr algn="ctr">
                  <a:buNone/>
                </a:pPr>
              </a:p>
            </p:txBody>
          </p:sp>
          <p:sp>
            <p:nvSpPr>
              <p:cNvPr id="7080" name="addition:input:79">
                <a:extLst>
                  <a:ext uri="{FF2B5EF4-FFF2-40B4-BE49-F238E27FC236}">
                    <ns2:creationId id="{ADE92909-C42A-406F-A231-190170006204}"/>
                  </a:ext>
                </a:extLst>
              </p:cNvPr>
              <p:cNvSpPr>
                <a:spLocks noGrp="1"/>
              </p:cNvSpPr>
              <p:nvPr/>
            </p:nvSpPr>
            <p:spPr>
              <a:xfrm>
                <a:off x="209550" y="5438775"/>
                <a:ext cx="994136" cy="1019739"/>
              </a:xfrm>
              <a:custGeom>
                <a:rect l="l" t="t" r="r" b="b"/>
                <a:pathLst>
                  <a:path w="604" h="544">
                    <a:moveTo>
                      <a:pt x="0" y="0"/>
                    </a:moveTo>
                    <a:moveTo>
                      <a:pt x="602" y="516"/>
                    </a:moveTo>
                    <a:lnTo>
                      <a:pt x="599" y="518"/>
                    </a:lnTo>
                    <a:lnTo>
                      <a:pt x="595" y="520"/>
                    </a:lnTo>
                    <a:lnTo>
                      <a:pt x="593" y="522"/>
                    </a:lnTo>
                    <a:lnTo>
                      <a:pt x="593" y="525"/>
                    </a:lnTo>
                    <a:lnTo>
                      <a:pt x="593" y="528"/>
                    </a:lnTo>
                    <a:lnTo>
                      <a:pt x="592" y="530"/>
                    </a:lnTo>
                    <a:lnTo>
                      <a:pt x="588" y="531"/>
                    </a:lnTo>
                    <a:lnTo>
                      <a:pt x="583" y="532"/>
                    </a:lnTo>
                    <a:lnTo>
                      <a:pt x="580" y="533"/>
                    </a:lnTo>
                    <a:lnTo>
                      <a:pt x="579" y="536"/>
                    </a:lnTo>
                    <a:lnTo>
                      <a:pt x="578" y="540"/>
                    </a:lnTo>
                    <a:lnTo>
                      <a:pt x="576" y="543"/>
                    </a:lnTo>
                    <a:lnTo>
                      <a:pt x="572" y="544"/>
                    </a:lnTo>
                    <a:lnTo>
                      <a:pt x="567" y="543"/>
                    </a:lnTo>
                    <a:lnTo>
                      <a:pt x="563" y="542"/>
                    </a:lnTo>
                    <a:lnTo>
                      <a:pt x="559" y="542"/>
                    </a:lnTo>
                    <a:lnTo>
                      <a:pt x="556" y="541"/>
                    </a:lnTo>
                    <a:lnTo>
                      <a:pt x="553" y="540"/>
                    </a:lnTo>
                    <a:lnTo>
                      <a:pt x="551" y="539"/>
                    </a:lnTo>
                    <a:lnTo>
                      <a:pt x="548" y="538"/>
                    </a:lnTo>
                    <a:lnTo>
                      <a:pt x="545" y="540"/>
                    </a:lnTo>
                    <a:lnTo>
                      <a:pt x="540" y="542"/>
                    </a:lnTo>
                    <a:lnTo>
                      <a:pt x="536" y="543"/>
                    </a:lnTo>
                    <a:lnTo>
                      <a:pt x="533" y="541"/>
                    </a:lnTo>
                    <a:lnTo>
                      <a:pt x="531" y="538"/>
                    </a:lnTo>
                    <a:lnTo>
                      <a:pt x="531" y="535"/>
                    </a:lnTo>
                    <a:lnTo>
                      <a:pt x="529" y="533"/>
                    </a:lnTo>
                    <a:lnTo>
                      <a:pt x="526" y="532"/>
                    </a:lnTo>
                    <a:lnTo>
                      <a:pt x="522" y="530"/>
                    </a:lnTo>
                    <a:lnTo>
                      <a:pt x="521" y="528"/>
                    </a:lnTo>
                    <a:lnTo>
                      <a:pt x="522" y="525"/>
                    </a:lnTo>
                    <a:lnTo>
                      <a:pt x="523" y="522"/>
                    </a:lnTo>
                    <a:lnTo>
                      <a:pt x="523" y="520"/>
                    </a:lnTo>
                    <a:lnTo>
                      <a:pt x="521" y="518"/>
                    </a:lnTo>
                    <a:lnTo>
                      <a:pt x="520" y="516"/>
                    </a:lnTo>
                    <a:lnTo>
                      <a:pt x="519" y="514"/>
                    </a:lnTo>
                    <a:lnTo>
                      <a:pt x="519" y="511"/>
                    </a:lnTo>
                    <a:lnTo>
                      <a:pt x="517" y="509"/>
                    </a:lnTo>
                    <a:lnTo>
                      <a:pt x="514" y="505"/>
                    </a:lnTo>
                    <a:lnTo>
                      <a:pt x="512" y="502"/>
                    </a:lnTo>
                    <a:lnTo>
                      <a:pt x="513" y="499"/>
                    </a:lnTo>
                    <a:lnTo>
                      <a:pt x="519" y="499"/>
                    </a:lnTo>
                    <a:lnTo>
                      <a:pt x="525" y="499"/>
                    </a:lnTo>
                    <a:lnTo>
                      <a:pt x="529" y="499"/>
                    </a:lnTo>
                    <a:lnTo>
                      <a:pt x="531" y="497"/>
                    </a:lnTo>
                    <a:lnTo>
                      <a:pt x="532" y="495"/>
                    </a:lnTo>
                    <a:lnTo>
                      <a:pt x="534" y="493"/>
                    </a:lnTo>
                    <a:lnTo>
                      <a:pt x="537" y="491"/>
                    </a:lnTo>
                    <a:lnTo>
                      <a:pt x="541" y="491"/>
                    </a:lnTo>
                    <a:lnTo>
                      <a:pt x="545" y="490"/>
                    </a:lnTo>
                    <a:lnTo>
                      <a:pt x="548" y="489"/>
                    </a:lnTo>
                    <a:lnTo>
                      <a:pt x="552" y="487"/>
                    </a:lnTo>
                    <a:lnTo>
                      <a:pt x="557" y="487"/>
                    </a:lnTo>
                    <a:lnTo>
                      <a:pt x="561" y="488"/>
                    </a:lnTo>
                    <a:lnTo>
                      <a:pt x="565" y="489"/>
                    </a:lnTo>
                    <a:lnTo>
                      <a:pt x="570" y="489"/>
                    </a:lnTo>
                    <a:lnTo>
                      <a:pt x="575" y="489"/>
                    </a:lnTo>
                    <a:lnTo>
                      <a:pt x="579" y="490"/>
                    </a:lnTo>
                    <a:lnTo>
                      <a:pt x="582" y="493"/>
                    </a:lnTo>
                    <a:lnTo>
                      <a:pt x="582" y="497"/>
                    </a:lnTo>
                    <a:lnTo>
                      <a:pt x="582" y="500"/>
                    </a:lnTo>
                    <a:lnTo>
                      <a:pt x="585" y="501"/>
                    </a:lnTo>
                    <a:lnTo>
                      <a:pt x="590" y="501"/>
                    </a:lnTo>
                    <a:lnTo>
                      <a:pt x="596" y="502"/>
                    </a:lnTo>
                    <a:lnTo>
                      <a:pt x="601" y="503"/>
                    </a:lnTo>
                    <a:lnTo>
                      <a:pt x="603" y="505"/>
                    </a:lnTo>
                    <a:lnTo>
                      <a:pt x="603" y="508"/>
                    </a:lnTo>
                    <a:lnTo>
                      <a:pt x="604" y="511"/>
                    </a:lnTo>
                    <a:lnTo>
                      <a:pt x="604" y="513"/>
                    </a:lnTo>
                    <a:close/>
                  </a:path>
                </a:pathLst>
              </a:custGeom>
              <a:solidFill>
                <a:srgbClr val="59A3CD">
                  <a:alpha val="9600"/>
                </a:srgbClr>
              </a:solidFill>
              <a:ln>
                <a:noFill/>
              </a:ln>
            </p:spPr>
            <p:txBody>
              <a:bodyPr anchor="ctr"/>
              <a:lstStyle/>
              <a:p>
                <a:pPr algn="ctr">
                  <a:buNone/>
                </a:pPr>
              </a:p>
            </p:txBody>
          </p:sp>
          <p:sp>
            <p:nvSpPr>
              <p:cNvPr id="7081" name="addition:input:80">
                <a:extLst>
                  <a:ext uri="{FF2B5EF4-FFF2-40B4-BE49-F238E27FC236}">
                    <ns2:creationId id="{7563345B-78A5-48F8-BE20-46AAC20EA235}"/>
                  </a:ext>
                </a:extLst>
              </p:cNvPr>
              <p:cNvSpPr>
                <a:spLocks noGrp="1"/>
              </p:cNvSpPr>
              <p:nvPr/>
            </p:nvSpPr>
            <p:spPr>
              <a:xfrm>
                <a:off x="209550" y="5438775"/>
                <a:ext cx="1028700" cy="1036610"/>
              </a:xfrm>
              <a:custGeom>
                <a:rect l="l" t="t" r="r" b="b"/>
                <a:pathLst>
                  <a:path w="625" h="553">
                    <a:moveTo>
                      <a:pt x="0" y="0"/>
                    </a:moveTo>
                    <a:moveTo>
                      <a:pt x="624" y="511"/>
                    </a:moveTo>
                    <a:lnTo>
                      <a:pt x="617" y="515"/>
                    </a:lnTo>
                    <a:lnTo>
                      <a:pt x="609" y="517"/>
                    </a:lnTo>
                    <a:lnTo>
                      <a:pt x="603" y="520"/>
                    </a:lnTo>
                    <a:lnTo>
                      <a:pt x="602" y="523"/>
                    </a:lnTo>
                    <a:lnTo>
                      <a:pt x="603" y="527"/>
                    </a:lnTo>
                    <a:lnTo>
                      <a:pt x="602" y="531"/>
                    </a:lnTo>
                    <a:lnTo>
                      <a:pt x="599" y="534"/>
                    </a:lnTo>
                    <a:lnTo>
                      <a:pt x="594" y="536"/>
                    </a:lnTo>
                    <a:lnTo>
                      <a:pt x="590" y="538"/>
                    </a:lnTo>
                    <a:lnTo>
                      <a:pt x="587" y="542"/>
                    </a:lnTo>
                    <a:lnTo>
                      <a:pt x="584" y="545"/>
                    </a:lnTo>
                    <a:lnTo>
                      <a:pt x="579" y="547"/>
                    </a:lnTo>
                    <a:lnTo>
                      <a:pt x="574" y="548"/>
                    </a:lnTo>
                    <a:lnTo>
                      <a:pt x="568" y="549"/>
                    </a:lnTo>
                    <a:lnTo>
                      <a:pt x="564" y="551"/>
                    </a:lnTo>
                    <a:lnTo>
                      <a:pt x="559" y="552"/>
                    </a:lnTo>
                    <a:lnTo>
                      <a:pt x="554" y="553"/>
                    </a:lnTo>
                    <a:lnTo>
                      <a:pt x="549" y="550"/>
                    </a:lnTo>
                    <a:lnTo>
                      <a:pt x="545" y="545"/>
                    </a:lnTo>
                    <a:lnTo>
                      <a:pt x="543" y="541"/>
                    </a:lnTo>
                    <a:lnTo>
                      <a:pt x="539" y="542"/>
                    </a:lnTo>
                    <a:lnTo>
                      <a:pt x="534" y="544"/>
                    </a:lnTo>
                    <a:lnTo>
                      <a:pt x="527" y="547"/>
                    </a:lnTo>
                    <a:lnTo>
                      <a:pt x="521" y="547"/>
                    </a:lnTo>
                    <a:lnTo>
                      <a:pt x="518" y="545"/>
                    </a:lnTo>
                    <a:lnTo>
                      <a:pt x="515" y="541"/>
                    </a:lnTo>
                    <a:lnTo>
                      <a:pt x="513" y="538"/>
                    </a:lnTo>
                    <a:lnTo>
                      <a:pt x="510" y="535"/>
                    </a:lnTo>
                    <a:lnTo>
                      <a:pt x="509" y="532"/>
                    </a:lnTo>
                    <a:lnTo>
                      <a:pt x="510" y="527"/>
                    </a:lnTo>
                    <a:lnTo>
                      <a:pt x="511" y="523"/>
                    </a:lnTo>
                    <a:lnTo>
                      <a:pt x="511" y="520"/>
                    </a:lnTo>
                    <a:lnTo>
                      <a:pt x="507" y="518"/>
                    </a:lnTo>
                    <a:lnTo>
                      <a:pt x="503" y="515"/>
                    </a:lnTo>
                    <a:lnTo>
                      <a:pt x="502" y="511"/>
                    </a:lnTo>
                    <a:lnTo>
                      <a:pt x="504" y="508"/>
                    </a:lnTo>
                    <a:lnTo>
                      <a:pt x="507" y="505"/>
                    </a:lnTo>
                    <a:lnTo>
                      <a:pt x="507" y="502"/>
                    </a:lnTo>
                    <a:lnTo>
                      <a:pt x="504" y="497"/>
                    </a:lnTo>
                    <a:lnTo>
                      <a:pt x="499" y="492"/>
                    </a:lnTo>
                    <a:lnTo>
                      <a:pt x="498" y="488"/>
                    </a:lnTo>
                    <a:lnTo>
                      <a:pt x="502" y="485"/>
                    </a:lnTo>
                    <a:lnTo>
                      <a:pt x="508" y="484"/>
                    </a:lnTo>
                    <a:lnTo>
                      <a:pt x="514" y="483"/>
                    </a:lnTo>
                    <a:lnTo>
                      <a:pt x="518" y="482"/>
                    </a:lnTo>
                    <a:lnTo>
                      <a:pt x="523" y="481"/>
                    </a:lnTo>
                    <a:lnTo>
                      <a:pt x="527" y="480"/>
                    </a:lnTo>
                    <a:lnTo>
                      <a:pt x="532" y="480"/>
                    </a:lnTo>
                    <a:lnTo>
                      <a:pt x="535" y="479"/>
                    </a:lnTo>
                    <a:lnTo>
                      <a:pt x="539" y="475"/>
                    </a:lnTo>
                    <a:lnTo>
                      <a:pt x="543" y="470"/>
                    </a:lnTo>
                    <a:lnTo>
                      <a:pt x="548" y="467"/>
                    </a:lnTo>
                    <a:lnTo>
                      <a:pt x="554" y="467"/>
                    </a:lnTo>
                    <a:lnTo>
                      <a:pt x="560" y="471"/>
                    </a:lnTo>
                    <a:lnTo>
                      <a:pt x="565" y="474"/>
                    </a:lnTo>
                    <a:lnTo>
                      <a:pt x="570" y="475"/>
                    </a:lnTo>
                    <a:lnTo>
                      <a:pt x="577" y="474"/>
                    </a:lnTo>
                    <a:lnTo>
                      <a:pt x="583" y="475"/>
                    </a:lnTo>
                    <a:lnTo>
                      <a:pt x="588" y="477"/>
                    </a:lnTo>
                    <a:lnTo>
                      <a:pt x="591" y="481"/>
                    </a:lnTo>
                    <a:lnTo>
                      <a:pt x="593" y="485"/>
                    </a:lnTo>
                    <a:lnTo>
                      <a:pt x="596" y="488"/>
                    </a:lnTo>
                    <a:lnTo>
                      <a:pt x="600" y="490"/>
                    </a:lnTo>
                    <a:lnTo>
                      <a:pt x="604" y="492"/>
                    </a:lnTo>
                    <a:lnTo>
                      <a:pt x="608" y="495"/>
                    </a:lnTo>
                    <a:lnTo>
                      <a:pt x="611" y="498"/>
                    </a:lnTo>
                    <a:lnTo>
                      <a:pt x="616" y="500"/>
                    </a:lnTo>
                    <a:lnTo>
                      <a:pt x="621" y="503"/>
                    </a:lnTo>
                    <a:lnTo>
                      <a:pt x="625" y="507"/>
                    </a:lnTo>
                    <a:close/>
                  </a:path>
                </a:pathLst>
              </a:custGeom>
              <a:solidFill>
                <a:srgbClr val="0675B4">
                  <a:alpha val="11100"/>
                </a:srgbClr>
              </a:solidFill>
              <a:ln>
                <a:noFill/>
              </a:ln>
            </p:spPr>
            <p:txBody>
              <a:bodyPr anchor="ctr"/>
              <a:lstStyle/>
              <a:p>
                <a:pPr algn="ctr">
                  <a:buNone/>
                </a:pPr>
              </a:p>
            </p:txBody>
          </p:sp>
          <p:sp>
            <p:nvSpPr>
              <p:cNvPr id="7082" name="addition:input:81">
                <a:extLst>
                  <a:ext uri="{FF2B5EF4-FFF2-40B4-BE49-F238E27FC236}">
                    <ns2:creationId id="{1B6F2342-DCC8-4B9B-A6E7-9C75128DCA9E}"/>
                  </a:ext>
                </a:extLst>
              </p:cNvPr>
              <p:cNvSpPr>
                <a:spLocks noGrp="1"/>
              </p:cNvSpPr>
              <p:nvPr/>
            </p:nvSpPr>
            <p:spPr>
              <a:xfrm>
                <a:off x="209550" y="5438775"/>
                <a:ext cx="915132" cy="978499"/>
              </a:xfrm>
              <a:custGeom>
                <a:rect l="l" t="t" r="r" b="b"/>
                <a:pathLst>
                  <a:path w="556" h="522">
                    <a:moveTo>
                      <a:pt x="0" y="0"/>
                    </a:moveTo>
                    <a:moveTo>
                      <a:pt x="556" y="500"/>
                    </a:moveTo>
                    <a:lnTo>
                      <a:pt x="555" y="502"/>
                    </a:lnTo>
                    <a:lnTo>
                      <a:pt x="554" y="504"/>
                    </a:lnTo>
                    <a:lnTo>
                      <a:pt x="553" y="505"/>
                    </a:lnTo>
                    <a:lnTo>
                      <a:pt x="554" y="507"/>
                    </a:lnTo>
                    <a:lnTo>
                      <a:pt x="555" y="509"/>
                    </a:lnTo>
                    <a:lnTo>
                      <a:pt x="555" y="511"/>
                    </a:lnTo>
                    <a:lnTo>
                      <a:pt x="554" y="513"/>
                    </a:lnTo>
                    <a:lnTo>
                      <a:pt x="553" y="514"/>
                    </a:lnTo>
                    <a:lnTo>
                      <a:pt x="551" y="515"/>
                    </a:lnTo>
                    <a:lnTo>
                      <a:pt x="550" y="517"/>
                    </a:lnTo>
                    <a:lnTo>
                      <a:pt x="547" y="517"/>
                    </a:lnTo>
                    <a:lnTo>
                      <a:pt x="545" y="516"/>
                    </a:lnTo>
                    <a:lnTo>
                      <a:pt x="542" y="515"/>
                    </a:lnTo>
                    <a:lnTo>
                      <a:pt x="540" y="515"/>
                    </a:lnTo>
                    <a:lnTo>
                      <a:pt x="539" y="517"/>
                    </a:lnTo>
                    <a:lnTo>
                      <a:pt x="537" y="520"/>
                    </a:lnTo>
                    <a:lnTo>
                      <a:pt x="535" y="522"/>
                    </a:lnTo>
                    <a:lnTo>
                      <a:pt x="532" y="522"/>
                    </a:lnTo>
                    <a:lnTo>
                      <a:pt x="530" y="521"/>
                    </a:lnTo>
                    <a:lnTo>
                      <a:pt x="527" y="520"/>
                    </a:lnTo>
                    <a:lnTo>
                      <a:pt x="525" y="519"/>
                    </a:lnTo>
                    <a:lnTo>
                      <a:pt x="522" y="519"/>
                    </a:lnTo>
                    <a:lnTo>
                      <a:pt x="520" y="518"/>
                    </a:lnTo>
                    <a:lnTo>
                      <a:pt x="518" y="517"/>
                    </a:lnTo>
                    <a:lnTo>
                      <a:pt x="516" y="515"/>
                    </a:lnTo>
                    <a:lnTo>
                      <a:pt x="514" y="514"/>
                    </a:lnTo>
                    <a:lnTo>
                      <a:pt x="512" y="513"/>
                    </a:lnTo>
                    <a:lnTo>
                      <a:pt x="510" y="511"/>
                    </a:lnTo>
                    <a:lnTo>
                      <a:pt x="509" y="510"/>
                    </a:lnTo>
                    <a:lnTo>
                      <a:pt x="509" y="508"/>
                    </a:lnTo>
                    <a:lnTo>
                      <a:pt x="508" y="506"/>
                    </a:lnTo>
                    <a:lnTo>
                      <a:pt x="506" y="505"/>
                    </a:lnTo>
                    <a:lnTo>
                      <a:pt x="503" y="504"/>
                    </a:lnTo>
                    <a:lnTo>
                      <a:pt x="499" y="502"/>
                    </a:lnTo>
                    <a:lnTo>
                      <a:pt x="499" y="500"/>
                    </a:lnTo>
                    <a:lnTo>
                      <a:pt x="500" y="498"/>
                    </a:lnTo>
                    <a:lnTo>
                      <a:pt x="504" y="497"/>
                    </a:lnTo>
                    <a:lnTo>
                      <a:pt x="507" y="495"/>
                    </a:lnTo>
                    <a:lnTo>
                      <a:pt x="509" y="494"/>
                    </a:lnTo>
                    <a:lnTo>
                      <a:pt x="509" y="492"/>
                    </a:lnTo>
                    <a:lnTo>
                      <a:pt x="510" y="491"/>
                    </a:lnTo>
                    <a:lnTo>
                      <a:pt x="512" y="490"/>
                    </a:lnTo>
                    <a:lnTo>
                      <a:pt x="514" y="488"/>
                    </a:lnTo>
                    <a:lnTo>
                      <a:pt x="515" y="486"/>
                    </a:lnTo>
                    <a:lnTo>
                      <a:pt x="516" y="484"/>
                    </a:lnTo>
                    <a:lnTo>
                      <a:pt x="517" y="482"/>
                    </a:lnTo>
                    <a:lnTo>
                      <a:pt x="520" y="482"/>
                    </a:lnTo>
                    <a:lnTo>
                      <a:pt x="523" y="482"/>
                    </a:lnTo>
                    <a:lnTo>
                      <a:pt x="526" y="482"/>
                    </a:lnTo>
                    <a:lnTo>
                      <a:pt x="528" y="481"/>
                    </a:lnTo>
                    <a:lnTo>
                      <a:pt x="530" y="479"/>
                    </a:lnTo>
                    <a:lnTo>
                      <a:pt x="532" y="478"/>
                    </a:lnTo>
                    <a:lnTo>
                      <a:pt x="535" y="479"/>
                    </a:lnTo>
                    <a:lnTo>
                      <a:pt x="537" y="482"/>
                    </a:lnTo>
                    <a:lnTo>
                      <a:pt x="538" y="484"/>
                    </a:lnTo>
                    <a:lnTo>
                      <a:pt x="540" y="485"/>
                    </a:lnTo>
                    <a:lnTo>
                      <a:pt x="542" y="484"/>
                    </a:lnTo>
                    <a:lnTo>
                      <a:pt x="544" y="484"/>
                    </a:lnTo>
                    <a:lnTo>
                      <a:pt x="547" y="484"/>
                    </a:lnTo>
                    <a:lnTo>
                      <a:pt x="549" y="484"/>
                    </a:lnTo>
                    <a:lnTo>
                      <a:pt x="551" y="485"/>
                    </a:lnTo>
                    <a:lnTo>
                      <a:pt x="553" y="486"/>
                    </a:lnTo>
                    <a:lnTo>
                      <a:pt x="555" y="487"/>
                    </a:lnTo>
                    <a:lnTo>
                      <a:pt x="555" y="489"/>
                    </a:lnTo>
                    <a:lnTo>
                      <a:pt x="554" y="492"/>
                    </a:lnTo>
                    <a:lnTo>
                      <a:pt x="552" y="494"/>
                    </a:lnTo>
                    <a:lnTo>
                      <a:pt x="552" y="496"/>
                    </a:lnTo>
                    <a:lnTo>
                      <a:pt x="553" y="497"/>
                    </a:lnTo>
                    <a:lnTo>
                      <a:pt x="555" y="498"/>
                    </a:lnTo>
                    <a:close/>
                  </a:path>
                </a:pathLst>
              </a:custGeom>
              <a:solidFill>
                <a:srgbClr val="0072B2">
                  <a:alpha val="10800"/>
                </a:srgbClr>
              </a:solidFill>
              <a:ln>
                <a:noFill/>
              </a:ln>
            </p:spPr>
            <p:txBody>
              <a:bodyPr anchor="ctr"/>
              <a:lstStyle/>
              <a:p>
                <a:pPr algn="ctr">
                  <a:buNone/>
                </a:pPr>
              </a:p>
            </p:txBody>
          </p:sp>
          <p:sp>
            <p:nvSpPr>
              <p:cNvPr id="7083" name="addition:input:82">
                <a:extLst>
                  <a:ext uri="{FF2B5EF4-FFF2-40B4-BE49-F238E27FC236}">
                    <ns2:creationId id="{58BA7711-751F-4655-B12C-B94F656F0BD6}"/>
                  </a:ext>
                </a:extLst>
              </p:cNvPr>
              <p:cNvSpPr>
                <a:spLocks noGrp="1"/>
              </p:cNvSpPr>
              <p:nvPr/>
            </p:nvSpPr>
            <p:spPr>
              <a:xfrm>
                <a:off x="209550" y="5438775"/>
                <a:ext cx="979322" cy="957880"/>
              </a:xfrm>
              <a:custGeom>
                <a:rect l="l" t="t" r="r" b="b"/>
                <a:pathLst>
                  <a:path w="595" h="511">
                    <a:moveTo>
                      <a:pt x="0" y="0"/>
                    </a:moveTo>
                    <a:moveTo>
                      <a:pt x="594" y="494"/>
                    </a:moveTo>
                    <a:lnTo>
                      <a:pt x="591" y="496"/>
                    </a:lnTo>
                    <a:lnTo>
                      <a:pt x="588" y="497"/>
                    </a:lnTo>
                    <a:lnTo>
                      <a:pt x="587" y="498"/>
                    </a:lnTo>
                    <a:lnTo>
                      <a:pt x="587" y="499"/>
                    </a:lnTo>
                    <a:lnTo>
                      <a:pt x="587" y="501"/>
                    </a:lnTo>
                    <a:lnTo>
                      <a:pt x="586" y="502"/>
                    </a:lnTo>
                    <a:lnTo>
                      <a:pt x="585" y="503"/>
                    </a:lnTo>
                    <a:lnTo>
                      <a:pt x="583" y="504"/>
                    </a:lnTo>
                    <a:lnTo>
                      <a:pt x="582" y="505"/>
                    </a:lnTo>
                    <a:lnTo>
                      <a:pt x="581" y="506"/>
                    </a:lnTo>
                    <a:lnTo>
                      <a:pt x="579" y="507"/>
                    </a:lnTo>
                    <a:lnTo>
                      <a:pt x="578" y="508"/>
                    </a:lnTo>
                    <a:lnTo>
                      <a:pt x="576" y="508"/>
                    </a:lnTo>
                    <a:lnTo>
                      <a:pt x="574" y="509"/>
                    </a:lnTo>
                    <a:lnTo>
                      <a:pt x="572" y="510"/>
                    </a:lnTo>
                    <a:lnTo>
                      <a:pt x="570" y="511"/>
                    </a:lnTo>
                    <a:lnTo>
                      <a:pt x="568" y="510"/>
                    </a:lnTo>
                    <a:lnTo>
                      <a:pt x="567" y="508"/>
                    </a:lnTo>
                    <a:lnTo>
                      <a:pt x="565" y="507"/>
                    </a:lnTo>
                    <a:lnTo>
                      <a:pt x="564" y="506"/>
                    </a:lnTo>
                    <a:lnTo>
                      <a:pt x="563" y="507"/>
                    </a:lnTo>
                    <a:lnTo>
                      <a:pt x="560" y="508"/>
                    </a:lnTo>
                    <a:lnTo>
                      <a:pt x="558" y="508"/>
                    </a:lnTo>
                    <a:lnTo>
                      <a:pt x="557" y="508"/>
                    </a:lnTo>
                    <a:lnTo>
                      <a:pt x="555" y="507"/>
                    </a:lnTo>
                    <a:lnTo>
                      <a:pt x="554" y="506"/>
                    </a:lnTo>
                    <a:lnTo>
                      <a:pt x="553" y="505"/>
                    </a:lnTo>
                    <a:lnTo>
                      <a:pt x="552" y="504"/>
                    </a:lnTo>
                    <a:lnTo>
                      <a:pt x="552" y="502"/>
                    </a:lnTo>
                    <a:lnTo>
                      <a:pt x="553" y="500"/>
                    </a:lnTo>
                    <a:lnTo>
                      <a:pt x="553" y="499"/>
                    </a:lnTo>
                    <a:lnTo>
                      <a:pt x="552" y="498"/>
                    </a:lnTo>
                    <a:lnTo>
                      <a:pt x="550" y="497"/>
                    </a:lnTo>
                    <a:lnTo>
                      <a:pt x="549" y="496"/>
                    </a:lnTo>
                    <a:lnTo>
                      <a:pt x="550" y="494"/>
                    </a:lnTo>
                    <a:lnTo>
                      <a:pt x="551" y="493"/>
                    </a:lnTo>
                    <a:lnTo>
                      <a:pt x="552" y="492"/>
                    </a:lnTo>
                    <a:lnTo>
                      <a:pt x="551" y="491"/>
                    </a:lnTo>
                    <a:lnTo>
                      <a:pt x="549" y="489"/>
                    </a:lnTo>
                    <a:lnTo>
                      <a:pt x="548" y="487"/>
                    </a:lnTo>
                    <a:lnTo>
                      <a:pt x="548" y="485"/>
                    </a:lnTo>
                    <a:lnTo>
                      <a:pt x="550" y="484"/>
                    </a:lnTo>
                    <a:lnTo>
                      <a:pt x="552" y="484"/>
                    </a:lnTo>
                    <a:lnTo>
                      <a:pt x="554" y="483"/>
                    </a:lnTo>
                    <a:lnTo>
                      <a:pt x="555" y="483"/>
                    </a:lnTo>
                    <a:lnTo>
                      <a:pt x="557" y="483"/>
                    </a:lnTo>
                    <a:lnTo>
                      <a:pt x="559" y="483"/>
                    </a:lnTo>
                    <a:lnTo>
                      <a:pt x="560" y="483"/>
                    </a:lnTo>
                    <a:lnTo>
                      <a:pt x="561" y="482"/>
                    </a:lnTo>
                    <a:lnTo>
                      <a:pt x="563" y="480"/>
                    </a:lnTo>
                    <a:lnTo>
                      <a:pt x="564" y="478"/>
                    </a:lnTo>
                    <a:lnTo>
                      <a:pt x="566" y="478"/>
                    </a:lnTo>
                    <a:lnTo>
                      <a:pt x="568" y="478"/>
                    </a:lnTo>
                    <a:lnTo>
                      <a:pt x="570" y="479"/>
                    </a:lnTo>
                    <a:lnTo>
                      <a:pt x="572" y="480"/>
                    </a:lnTo>
                    <a:lnTo>
                      <a:pt x="575" y="480"/>
                    </a:lnTo>
                    <a:lnTo>
                      <a:pt x="577" y="479"/>
                    </a:lnTo>
                    <a:lnTo>
                      <a:pt x="579" y="480"/>
                    </a:lnTo>
                    <a:lnTo>
                      <a:pt x="581" y="481"/>
                    </a:lnTo>
                    <a:lnTo>
                      <a:pt x="582" y="483"/>
                    </a:lnTo>
                    <a:lnTo>
                      <a:pt x="583" y="484"/>
                    </a:lnTo>
                    <a:lnTo>
                      <a:pt x="584" y="485"/>
                    </a:lnTo>
                    <a:lnTo>
                      <a:pt x="585" y="486"/>
                    </a:lnTo>
                    <a:lnTo>
                      <a:pt x="587" y="487"/>
                    </a:lnTo>
                    <a:lnTo>
                      <a:pt x="588" y="488"/>
                    </a:lnTo>
                    <a:lnTo>
                      <a:pt x="589" y="489"/>
                    </a:lnTo>
                    <a:lnTo>
                      <a:pt x="592" y="490"/>
                    </a:lnTo>
                    <a:lnTo>
                      <a:pt x="594" y="491"/>
                    </a:lnTo>
                    <a:lnTo>
                      <a:pt x="595" y="493"/>
                    </a:lnTo>
                    <a:close/>
                  </a:path>
                </a:pathLst>
              </a:custGeom>
              <a:solidFill>
                <a:srgbClr val="0072B2">
                  <a:alpha val="10800"/>
                </a:srgbClr>
              </a:solidFill>
              <a:ln>
                <a:noFill/>
              </a:ln>
            </p:spPr>
            <p:txBody>
              <a:bodyPr anchor="ctr"/>
              <a:lstStyle/>
              <a:p>
                <a:pPr algn="ctr">
                  <a:buNone/>
                </a:pPr>
              </a:p>
            </p:txBody>
          </p:sp>
          <p:sp>
            <p:nvSpPr>
              <p:cNvPr id="7084" name="addition:input:83">
                <a:extLst>
                  <a:ext uri="{FF2B5EF4-FFF2-40B4-BE49-F238E27FC236}">
                    <ns2:creationId id="{544AC686-864C-4515-8699-B12247CE4028}"/>
                  </a:ext>
                </a:extLst>
              </p:cNvPr>
              <p:cNvSpPr>
                <a:spLocks noGrp="1"/>
              </p:cNvSpPr>
              <p:nvPr/>
            </p:nvSpPr>
            <p:spPr>
              <a:xfrm>
                <a:off x="209550" y="5438775"/>
                <a:ext cx="1018824" cy="1019739"/>
              </a:xfrm>
              <a:custGeom>
                <a:rect l="l" t="t" r="r" b="b"/>
                <a:pathLst>
                  <a:path w="619" h="544">
                    <a:moveTo>
                      <a:pt x="0" y="0"/>
                    </a:moveTo>
                    <a:moveTo>
                      <a:pt x="617" y="521"/>
                    </a:moveTo>
                    <a:lnTo>
                      <a:pt x="619" y="523"/>
                    </a:lnTo>
                    <a:lnTo>
                      <a:pt x="618" y="525"/>
                    </a:lnTo>
                    <a:lnTo>
                      <a:pt x="615" y="526"/>
                    </a:lnTo>
                    <a:lnTo>
                      <a:pt x="612" y="527"/>
                    </a:lnTo>
                    <a:lnTo>
                      <a:pt x="611" y="529"/>
                    </a:lnTo>
                    <a:lnTo>
                      <a:pt x="611" y="531"/>
                    </a:lnTo>
                    <a:lnTo>
                      <a:pt x="610" y="532"/>
                    </a:lnTo>
                    <a:lnTo>
                      <a:pt x="608" y="533"/>
                    </a:lnTo>
                    <a:lnTo>
                      <a:pt x="605" y="534"/>
                    </a:lnTo>
                    <a:lnTo>
                      <a:pt x="603" y="535"/>
                    </a:lnTo>
                    <a:lnTo>
                      <a:pt x="601" y="536"/>
                    </a:lnTo>
                    <a:lnTo>
                      <a:pt x="599" y="537"/>
                    </a:lnTo>
                    <a:lnTo>
                      <a:pt x="597" y="538"/>
                    </a:lnTo>
                    <a:lnTo>
                      <a:pt x="594" y="539"/>
                    </a:lnTo>
                    <a:lnTo>
                      <a:pt x="591" y="540"/>
                    </a:lnTo>
                    <a:lnTo>
                      <a:pt x="589" y="541"/>
                    </a:lnTo>
                    <a:lnTo>
                      <a:pt x="586" y="543"/>
                    </a:lnTo>
                    <a:lnTo>
                      <a:pt x="583" y="544"/>
                    </a:lnTo>
                    <a:lnTo>
                      <a:pt x="580" y="543"/>
                    </a:lnTo>
                    <a:lnTo>
                      <a:pt x="577" y="540"/>
                    </a:lnTo>
                    <a:lnTo>
                      <a:pt x="576" y="537"/>
                    </a:lnTo>
                    <a:lnTo>
                      <a:pt x="574" y="536"/>
                    </a:lnTo>
                    <a:lnTo>
                      <a:pt x="572" y="536"/>
                    </a:lnTo>
                    <a:lnTo>
                      <a:pt x="569" y="536"/>
                    </a:lnTo>
                    <a:lnTo>
                      <a:pt x="566" y="536"/>
                    </a:lnTo>
                    <a:lnTo>
                      <a:pt x="564" y="535"/>
                    </a:lnTo>
                    <a:lnTo>
                      <a:pt x="562" y="534"/>
                    </a:lnTo>
                    <a:lnTo>
                      <a:pt x="560" y="533"/>
                    </a:lnTo>
                    <a:lnTo>
                      <a:pt x="558" y="531"/>
                    </a:lnTo>
                    <a:lnTo>
                      <a:pt x="557" y="530"/>
                    </a:lnTo>
                    <a:lnTo>
                      <a:pt x="557" y="528"/>
                    </a:lnTo>
                    <a:lnTo>
                      <a:pt x="558" y="526"/>
                    </a:lnTo>
                    <a:lnTo>
                      <a:pt x="559" y="524"/>
                    </a:lnTo>
                    <a:lnTo>
                      <a:pt x="558" y="522"/>
                    </a:lnTo>
                    <a:lnTo>
                      <a:pt x="557" y="521"/>
                    </a:lnTo>
                    <a:lnTo>
                      <a:pt x="558" y="519"/>
                    </a:lnTo>
                    <a:lnTo>
                      <a:pt x="560" y="517"/>
                    </a:lnTo>
                    <a:lnTo>
                      <a:pt x="564" y="516"/>
                    </a:lnTo>
                    <a:lnTo>
                      <a:pt x="566" y="515"/>
                    </a:lnTo>
                    <a:lnTo>
                      <a:pt x="566" y="513"/>
                    </a:lnTo>
                    <a:lnTo>
                      <a:pt x="564" y="511"/>
                    </a:lnTo>
                    <a:lnTo>
                      <a:pt x="563" y="508"/>
                    </a:lnTo>
                    <a:lnTo>
                      <a:pt x="564" y="506"/>
                    </a:lnTo>
                    <a:lnTo>
                      <a:pt x="566" y="505"/>
                    </a:lnTo>
                    <a:lnTo>
                      <a:pt x="568" y="504"/>
                    </a:lnTo>
                    <a:lnTo>
                      <a:pt x="570" y="503"/>
                    </a:lnTo>
                    <a:lnTo>
                      <a:pt x="573" y="502"/>
                    </a:lnTo>
                    <a:lnTo>
                      <a:pt x="575" y="503"/>
                    </a:lnTo>
                    <a:lnTo>
                      <a:pt x="578" y="504"/>
                    </a:lnTo>
                    <a:lnTo>
                      <a:pt x="580" y="504"/>
                    </a:lnTo>
                    <a:lnTo>
                      <a:pt x="582" y="503"/>
                    </a:lnTo>
                    <a:lnTo>
                      <a:pt x="583" y="502"/>
                    </a:lnTo>
                    <a:lnTo>
                      <a:pt x="585" y="500"/>
                    </a:lnTo>
                    <a:lnTo>
                      <a:pt x="588" y="500"/>
                    </a:lnTo>
                    <a:lnTo>
                      <a:pt x="590" y="501"/>
                    </a:lnTo>
                    <a:lnTo>
                      <a:pt x="592" y="503"/>
                    </a:lnTo>
                    <a:lnTo>
                      <a:pt x="594" y="503"/>
                    </a:lnTo>
                    <a:lnTo>
                      <a:pt x="597" y="503"/>
                    </a:lnTo>
                    <a:lnTo>
                      <a:pt x="600" y="502"/>
                    </a:lnTo>
                    <a:lnTo>
                      <a:pt x="603" y="503"/>
                    </a:lnTo>
                    <a:lnTo>
                      <a:pt x="604" y="505"/>
                    </a:lnTo>
                    <a:lnTo>
                      <a:pt x="605" y="507"/>
                    </a:lnTo>
                    <a:lnTo>
                      <a:pt x="605" y="509"/>
                    </a:lnTo>
                    <a:lnTo>
                      <a:pt x="606" y="511"/>
                    </a:lnTo>
                    <a:lnTo>
                      <a:pt x="607" y="513"/>
                    </a:lnTo>
                    <a:lnTo>
                      <a:pt x="607" y="514"/>
                    </a:lnTo>
                    <a:lnTo>
                      <a:pt x="608" y="516"/>
                    </a:lnTo>
                    <a:lnTo>
                      <a:pt x="610" y="517"/>
                    </a:lnTo>
                    <a:lnTo>
                      <a:pt x="613" y="519"/>
                    </a:lnTo>
                    <a:close/>
                  </a:path>
                </a:pathLst>
              </a:custGeom>
              <a:solidFill>
                <a:srgbClr val="0072B2">
                  <a:alpha val="10800"/>
                </a:srgbClr>
              </a:solidFill>
              <a:ln>
                <a:noFill/>
              </a:ln>
            </p:spPr>
            <p:txBody>
              <a:bodyPr anchor="ctr"/>
              <a:lstStyle/>
              <a:p>
                <a:pPr algn="ctr">
                  <a:buNone/>
                </a:pPr>
              </a:p>
            </p:txBody>
          </p:sp>
          <p:sp>
            <p:nvSpPr>
              <p:cNvPr id="7085" name="addition:input:84">
                <a:extLst>
                  <a:ext uri="{FF2B5EF4-FFF2-40B4-BE49-F238E27FC236}">
                    <ns2:creationId id="{2CA8CA6E-1ADE-4909-9360-831FA92FEA15}"/>
                  </a:ext>
                </a:extLst>
              </p:cNvPr>
              <p:cNvSpPr>
                <a:spLocks noGrp="1"/>
              </p:cNvSpPr>
              <p:nvPr/>
            </p:nvSpPr>
            <p:spPr>
              <a:xfrm>
                <a:off x="209550" y="5438775"/>
                <a:ext cx="936528" cy="1030986"/>
              </a:xfrm>
              <a:custGeom>
                <a:rect l="l" t="t" r="r" b="b"/>
                <a:pathLst>
                  <a:path w="569" h="550">
                    <a:moveTo>
                      <a:pt x="0" y="0"/>
                    </a:moveTo>
                    <a:moveTo>
                      <a:pt x="567" y="532"/>
                    </a:moveTo>
                    <a:lnTo>
                      <a:pt x="567" y="533"/>
                    </a:lnTo>
                    <a:lnTo>
                      <a:pt x="567" y="535"/>
                    </a:lnTo>
                    <a:lnTo>
                      <a:pt x="567" y="536"/>
                    </a:lnTo>
                    <a:lnTo>
                      <a:pt x="566" y="538"/>
                    </a:lnTo>
                    <a:lnTo>
                      <a:pt x="565" y="539"/>
                    </a:lnTo>
                    <a:lnTo>
                      <a:pt x="565" y="540"/>
                    </a:lnTo>
                    <a:lnTo>
                      <a:pt x="566" y="543"/>
                    </a:lnTo>
                    <a:lnTo>
                      <a:pt x="567" y="545"/>
                    </a:lnTo>
                    <a:lnTo>
                      <a:pt x="566" y="546"/>
                    </a:lnTo>
                    <a:lnTo>
                      <a:pt x="563" y="546"/>
                    </a:lnTo>
                    <a:lnTo>
                      <a:pt x="560" y="546"/>
                    </a:lnTo>
                    <a:lnTo>
                      <a:pt x="557" y="545"/>
                    </a:lnTo>
                    <a:lnTo>
                      <a:pt x="555" y="545"/>
                    </a:lnTo>
                    <a:lnTo>
                      <a:pt x="554" y="546"/>
                    </a:lnTo>
                    <a:lnTo>
                      <a:pt x="553" y="547"/>
                    </a:lnTo>
                    <a:lnTo>
                      <a:pt x="551" y="548"/>
                    </a:lnTo>
                    <a:lnTo>
                      <a:pt x="549" y="548"/>
                    </a:lnTo>
                    <a:lnTo>
                      <a:pt x="547" y="549"/>
                    </a:lnTo>
                    <a:lnTo>
                      <a:pt x="545" y="550"/>
                    </a:lnTo>
                    <a:lnTo>
                      <a:pt x="542" y="550"/>
                    </a:lnTo>
                    <a:lnTo>
                      <a:pt x="540" y="549"/>
                    </a:lnTo>
                    <a:lnTo>
                      <a:pt x="538" y="548"/>
                    </a:lnTo>
                    <a:lnTo>
                      <a:pt x="537" y="546"/>
                    </a:lnTo>
                    <a:lnTo>
                      <a:pt x="534" y="546"/>
                    </a:lnTo>
                    <a:lnTo>
                      <a:pt x="532" y="546"/>
                    </a:lnTo>
                    <a:lnTo>
                      <a:pt x="529" y="545"/>
                    </a:lnTo>
                    <a:lnTo>
                      <a:pt x="528" y="543"/>
                    </a:lnTo>
                    <a:lnTo>
                      <a:pt x="528" y="541"/>
                    </a:lnTo>
                    <a:lnTo>
                      <a:pt x="529" y="539"/>
                    </a:lnTo>
                    <a:lnTo>
                      <a:pt x="528" y="538"/>
                    </a:lnTo>
                    <a:lnTo>
                      <a:pt x="525" y="537"/>
                    </a:lnTo>
                    <a:lnTo>
                      <a:pt x="522" y="536"/>
                    </a:lnTo>
                    <a:lnTo>
                      <a:pt x="519" y="535"/>
                    </a:lnTo>
                    <a:lnTo>
                      <a:pt x="518" y="534"/>
                    </a:lnTo>
                    <a:lnTo>
                      <a:pt x="518" y="532"/>
                    </a:lnTo>
                    <a:lnTo>
                      <a:pt x="518" y="530"/>
                    </a:lnTo>
                    <a:lnTo>
                      <a:pt x="518" y="529"/>
                    </a:lnTo>
                    <a:lnTo>
                      <a:pt x="520" y="527"/>
                    </a:lnTo>
                    <a:lnTo>
                      <a:pt x="523" y="526"/>
                    </a:lnTo>
                    <a:lnTo>
                      <a:pt x="526" y="526"/>
                    </a:lnTo>
                    <a:lnTo>
                      <a:pt x="527" y="525"/>
                    </a:lnTo>
                    <a:lnTo>
                      <a:pt x="527" y="523"/>
                    </a:lnTo>
                    <a:lnTo>
                      <a:pt x="527" y="521"/>
                    </a:lnTo>
                    <a:lnTo>
                      <a:pt x="528" y="519"/>
                    </a:lnTo>
                    <a:lnTo>
                      <a:pt x="531" y="519"/>
                    </a:lnTo>
                    <a:lnTo>
                      <a:pt x="534" y="519"/>
                    </a:lnTo>
                    <a:lnTo>
                      <a:pt x="536" y="518"/>
                    </a:lnTo>
                    <a:lnTo>
                      <a:pt x="538" y="517"/>
                    </a:lnTo>
                    <a:lnTo>
                      <a:pt x="540" y="515"/>
                    </a:lnTo>
                    <a:lnTo>
                      <a:pt x="542" y="514"/>
                    </a:lnTo>
                    <a:lnTo>
                      <a:pt x="544" y="513"/>
                    </a:lnTo>
                    <a:lnTo>
                      <a:pt x="547" y="514"/>
                    </a:lnTo>
                    <a:lnTo>
                      <a:pt x="549" y="515"/>
                    </a:lnTo>
                    <a:lnTo>
                      <a:pt x="552" y="515"/>
                    </a:lnTo>
                    <a:lnTo>
                      <a:pt x="553" y="516"/>
                    </a:lnTo>
                    <a:lnTo>
                      <a:pt x="555" y="517"/>
                    </a:lnTo>
                    <a:lnTo>
                      <a:pt x="556" y="519"/>
                    </a:lnTo>
                    <a:lnTo>
                      <a:pt x="557" y="520"/>
                    </a:lnTo>
                    <a:lnTo>
                      <a:pt x="560" y="519"/>
                    </a:lnTo>
                    <a:lnTo>
                      <a:pt x="563" y="518"/>
                    </a:lnTo>
                    <a:lnTo>
                      <a:pt x="566" y="518"/>
                    </a:lnTo>
                    <a:lnTo>
                      <a:pt x="568" y="519"/>
                    </a:lnTo>
                    <a:lnTo>
                      <a:pt x="568" y="521"/>
                    </a:lnTo>
                    <a:lnTo>
                      <a:pt x="567" y="523"/>
                    </a:lnTo>
                    <a:lnTo>
                      <a:pt x="567" y="525"/>
                    </a:lnTo>
                    <a:lnTo>
                      <a:pt x="568" y="526"/>
                    </a:lnTo>
                    <a:lnTo>
                      <a:pt x="569" y="527"/>
                    </a:lnTo>
                    <a:lnTo>
                      <a:pt x="569" y="529"/>
                    </a:lnTo>
                    <a:lnTo>
                      <a:pt x="568" y="530"/>
                    </a:lnTo>
                    <a:close/>
                  </a:path>
                </a:pathLst>
              </a:custGeom>
              <a:solidFill>
                <a:srgbClr val="0072B2">
                  <a:alpha val="10800"/>
                </a:srgbClr>
              </a:solidFill>
              <a:ln>
                <a:noFill/>
              </a:ln>
            </p:spPr>
            <p:txBody>
              <a:bodyPr anchor="ctr"/>
              <a:lstStyle/>
              <a:p>
                <a:pPr algn="ctr">
                  <a:buNone/>
                </a:pPr>
              </a:p>
            </p:txBody>
          </p:sp>
          <p:sp>
            <p:nvSpPr>
              <p:cNvPr id="7086" name="addition:input:85">
                <a:extLst>
                  <a:ext uri="{FF2B5EF4-FFF2-40B4-BE49-F238E27FC236}">
                    <ns2:creationId id="{48154753-1603-419D-A6A2-739FE65F40BC}"/>
                  </a:ext>
                </a:extLst>
              </p:cNvPr>
              <p:cNvSpPr>
                <a:spLocks noGrp="1"/>
              </p:cNvSpPr>
              <p:nvPr/>
            </p:nvSpPr>
            <p:spPr>
              <a:xfrm>
                <a:off x="209550" y="5438775"/>
                <a:ext cx="1948769" cy="1053480"/>
              </a:xfrm>
              <a:custGeom>
                <a:rect l="l" t="t" r="r" b="b"/>
                <a:pathLst>
                  <a:path w="1184" h="562">
                    <a:moveTo>
                      <a:pt x="0" y="0"/>
                    </a:moveTo>
                    <a:moveTo>
                      <a:pt x="1181" y="505"/>
                    </a:moveTo>
                    <a:lnTo>
                      <a:pt x="1176" y="510"/>
                    </a:lnTo>
                    <a:lnTo>
                      <a:pt x="1172" y="516"/>
                    </a:lnTo>
                    <a:lnTo>
                      <a:pt x="1168" y="521"/>
                    </a:lnTo>
                    <a:lnTo>
                      <a:pt x="1159" y="525"/>
                    </a:lnTo>
                    <a:lnTo>
                      <a:pt x="1148" y="527"/>
                    </a:lnTo>
                    <a:lnTo>
                      <a:pt x="1139" y="530"/>
                    </a:lnTo>
                    <a:lnTo>
                      <a:pt x="1136" y="534"/>
                    </a:lnTo>
                    <a:lnTo>
                      <a:pt x="1139" y="542"/>
                    </a:lnTo>
                    <a:lnTo>
                      <a:pt x="1141" y="552"/>
                    </a:lnTo>
                    <a:lnTo>
                      <a:pt x="1138" y="558"/>
                    </a:lnTo>
                    <a:lnTo>
                      <a:pt x="1128" y="561"/>
                    </a:lnTo>
                    <a:lnTo>
                      <a:pt x="1116" y="560"/>
                    </a:lnTo>
                    <a:lnTo>
                      <a:pt x="1105" y="559"/>
                    </a:lnTo>
                    <a:lnTo>
                      <a:pt x="1097" y="560"/>
                    </a:lnTo>
                    <a:lnTo>
                      <a:pt x="1089" y="562"/>
                    </a:lnTo>
                    <a:lnTo>
                      <a:pt x="1082" y="562"/>
                    </a:lnTo>
                    <a:lnTo>
                      <a:pt x="1074" y="561"/>
                    </a:lnTo>
                    <a:lnTo>
                      <a:pt x="1067" y="559"/>
                    </a:lnTo>
                    <a:lnTo>
                      <a:pt x="1060" y="559"/>
                    </a:lnTo>
                    <a:lnTo>
                      <a:pt x="1053" y="560"/>
                    </a:lnTo>
                    <a:lnTo>
                      <a:pt x="1046" y="560"/>
                    </a:lnTo>
                    <a:lnTo>
                      <a:pt x="1039" y="558"/>
                    </a:lnTo>
                    <a:lnTo>
                      <a:pt x="1035" y="554"/>
                    </a:lnTo>
                    <a:lnTo>
                      <a:pt x="1029" y="552"/>
                    </a:lnTo>
                    <a:lnTo>
                      <a:pt x="1019" y="552"/>
                    </a:lnTo>
                    <a:lnTo>
                      <a:pt x="1007" y="553"/>
                    </a:lnTo>
                    <a:lnTo>
                      <a:pt x="997" y="551"/>
                    </a:lnTo>
                    <a:lnTo>
                      <a:pt x="994" y="545"/>
                    </a:lnTo>
                    <a:lnTo>
                      <a:pt x="998" y="536"/>
                    </a:lnTo>
                    <a:lnTo>
                      <a:pt x="1003" y="528"/>
                    </a:lnTo>
                    <a:lnTo>
                      <a:pt x="1005" y="523"/>
                    </a:lnTo>
                    <a:lnTo>
                      <a:pt x="1002" y="519"/>
                    </a:lnTo>
                    <a:lnTo>
                      <a:pt x="996" y="514"/>
                    </a:lnTo>
                    <a:lnTo>
                      <a:pt x="992" y="510"/>
                    </a:lnTo>
                    <a:lnTo>
                      <a:pt x="989" y="505"/>
                    </a:lnTo>
                    <a:lnTo>
                      <a:pt x="984" y="500"/>
                    </a:lnTo>
                    <a:lnTo>
                      <a:pt x="978" y="494"/>
                    </a:lnTo>
                    <a:lnTo>
                      <a:pt x="973" y="488"/>
                    </a:lnTo>
                    <a:lnTo>
                      <a:pt x="975" y="482"/>
                    </a:lnTo>
                    <a:lnTo>
                      <a:pt x="983" y="478"/>
                    </a:lnTo>
                    <a:lnTo>
                      <a:pt x="991" y="476"/>
                    </a:lnTo>
                    <a:lnTo>
                      <a:pt x="996" y="472"/>
                    </a:lnTo>
                    <a:lnTo>
                      <a:pt x="998" y="466"/>
                    </a:lnTo>
                    <a:lnTo>
                      <a:pt x="999" y="460"/>
                    </a:lnTo>
                    <a:lnTo>
                      <a:pt x="1005" y="457"/>
                    </a:lnTo>
                    <a:lnTo>
                      <a:pt x="1016" y="457"/>
                    </a:lnTo>
                    <a:lnTo>
                      <a:pt x="1027" y="459"/>
                    </a:lnTo>
                    <a:lnTo>
                      <a:pt x="1036" y="460"/>
                    </a:lnTo>
                    <a:lnTo>
                      <a:pt x="1042" y="456"/>
                    </a:lnTo>
                    <a:lnTo>
                      <a:pt x="1048" y="450"/>
                    </a:lnTo>
                    <a:lnTo>
                      <a:pt x="1056" y="445"/>
                    </a:lnTo>
                    <a:lnTo>
                      <a:pt x="1065" y="443"/>
                    </a:lnTo>
                    <a:lnTo>
                      <a:pt x="1076" y="441"/>
                    </a:lnTo>
                    <a:lnTo>
                      <a:pt x="1086" y="441"/>
                    </a:lnTo>
                    <a:lnTo>
                      <a:pt x="1097" y="441"/>
                    </a:lnTo>
                    <a:lnTo>
                      <a:pt x="1107" y="444"/>
                    </a:lnTo>
                    <a:lnTo>
                      <a:pt x="1114" y="450"/>
                    </a:lnTo>
                    <a:lnTo>
                      <a:pt x="1118" y="458"/>
                    </a:lnTo>
                    <a:lnTo>
                      <a:pt x="1123" y="464"/>
                    </a:lnTo>
                    <a:lnTo>
                      <a:pt x="1131" y="466"/>
                    </a:lnTo>
                    <a:lnTo>
                      <a:pt x="1143" y="465"/>
                    </a:lnTo>
                    <a:lnTo>
                      <a:pt x="1155" y="466"/>
                    </a:lnTo>
                    <a:lnTo>
                      <a:pt x="1162" y="469"/>
                    </a:lnTo>
                    <a:lnTo>
                      <a:pt x="1165" y="475"/>
                    </a:lnTo>
                    <a:lnTo>
                      <a:pt x="1166" y="480"/>
                    </a:lnTo>
                    <a:lnTo>
                      <a:pt x="1170" y="485"/>
                    </a:lnTo>
                    <a:lnTo>
                      <a:pt x="1177" y="489"/>
                    </a:lnTo>
                    <a:lnTo>
                      <a:pt x="1183" y="494"/>
                    </a:lnTo>
                    <a:lnTo>
                      <a:pt x="1184" y="499"/>
                    </a:lnTo>
                    <a:close/>
                  </a:path>
                </a:pathLst>
              </a:custGeom>
              <a:solidFill>
                <a:srgbClr val="F5DAC5">
                  <a:alpha val="12900"/>
                </a:srgbClr>
              </a:solidFill>
              <a:ln>
                <a:noFill/>
              </a:ln>
            </p:spPr>
            <p:txBody>
              <a:bodyPr anchor="ctr"/>
              <a:lstStyle/>
              <a:p>
                <a:pPr algn="ctr">
                  <a:buNone/>
                </a:pPr>
              </a:p>
            </p:txBody>
          </p:sp>
          <p:sp>
            <p:nvSpPr>
              <p:cNvPr id="7087" name="addition:input:86">
                <a:extLst>
                  <a:ext uri="{FF2B5EF4-FFF2-40B4-BE49-F238E27FC236}">
                    <ns2:creationId id="{972517A7-0AEC-431C-B47C-CA204122F362}"/>
                  </a:ext>
                </a:extLst>
              </p:cNvPr>
              <p:cNvSpPr>
                <a:spLocks noGrp="1"/>
              </p:cNvSpPr>
              <p:nvPr/>
            </p:nvSpPr>
            <p:spPr>
              <a:xfrm>
                <a:off x="209550" y="5438775"/>
                <a:ext cx="1915851" cy="1055355"/>
              </a:xfrm>
              <a:custGeom>
                <a:rect l="l" t="t" r="r" b="b"/>
                <a:pathLst>
                  <a:path w="1164" h="563">
                    <a:moveTo>
                      <a:pt x="0" y="0"/>
                    </a:moveTo>
                    <a:moveTo>
                      <a:pt x="1141" y="510"/>
                    </a:moveTo>
                    <a:lnTo>
                      <a:pt x="1140" y="514"/>
                    </a:lnTo>
                    <a:lnTo>
                      <a:pt x="1140" y="518"/>
                    </a:lnTo>
                    <a:lnTo>
                      <a:pt x="1139" y="523"/>
                    </a:lnTo>
                    <a:lnTo>
                      <a:pt x="1136" y="527"/>
                    </a:lnTo>
                    <a:lnTo>
                      <a:pt x="1132" y="531"/>
                    </a:lnTo>
                    <a:lnTo>
                      <a:pt x="1131" y="535"/>
                    </a:lnTo>
                    <a:lnTo>
                      <a:pt x="1130" y="540"/>
                    </a:lnTo>
                    <a:lnTo>
                      <a:pt x="1126" y="545"/>
                    </a:lnTo>
                    <a:lnTo>
                      <a:pt x="1120" y="548"/>
                    </a:lnTo>
                    <a:lnTo>
                      <a:pt x="1113" y="549"/>
                    </a:lnTo>
                    <a:lnTo>
                      <a:pt x="1107" y="552"/>
                    </a:lnTo>
                    <a:lnTo>
                      <a:pt x="1103" y="556"/>
                    </a:lnTo>
                    <a:lnTo>
                      <a:pt x="1099" y="561"/>
                    </a:lnTo>
                    <a:lnTo>
                      <a:pt x="1092" y="563"/>
                    </a:lnTo>
                    <a:lnTo>
                      <a:pt x="1084" y="560"/>
                    </a:lnTo>
                    <a:lnTo>
                      <a:pt x="1076" y="555"/>
                    </a:lnTo>
                    <a:lnTo>
                      <a:pt x="1071" y="551"/>
                    </a:lnTo>
                    <a:lnTo>
                      <a:pt x="1066" y="551"/>
                    </a:lnTo>
                    <a:lnTo>
                      <a:pt x="1060" y="555"/>
                    </a:lnTo>
                    <a:lnTo>
                      <a:pt x="1053" y="558"/>
                    </a:lnTo>
                    <a:lnTo>
                      <a:pt x="1046" y="560"/>
                    </a:lnTo>
                    <a:lnTo>
                      <a:pt x="1039" y="559"/>
                    </a:lnTo>
                    <a:lnTo>
                      <a:pt x="1032" y="558"/>
                    </a:lnTo>
                    <a:lnTo>
                      <a:pt x="1024" y="556"/>
                    </a:lnTo>
                    <a:lnTo>
                      <a:pt x="1018" y="553"/>
                    </a:lnTo>
                    <a:lnTo>
                      <a:pt x="1015" y="548"/>
                    </a:lnTo>
                    <a:lnTo>
                      <a:pt x="1015" y="542"/>
                    </a:lnTo>
                    <a:lnTo>
                      <a:pt x="1014" y="537"/>
                    </a:lnTo>
                    <a:lnTo>
                      <a:pt x="1010" y="533"/>
                    </a:lnTo>
                    <a:lnTo>
                      <a:pt x="1002" y="531"/>
                    </a:lnTo>
                    <a:lnTo>
                      <a:pt x="995" y="528"/>
                    </a:lnTo>
                    <a:lnTo>
                      <a:pt x="992" y="523"/>
                    </a:lnTo>
                    <a:lnTo>
                      <a:pt x="994" y="518"/>
                    </a:lnTo>
                    <a:lnTo>
                      <a:pt x="996" y="514"/>
                    </a:lnTo>
                    <a:lnTo>
                      <a:pt x="994" y="510"/>
                    </a:lnTo>
                    <a:lnTo>
                      <a:pt x="987" y="506"/>
                    </a:lnTo>
                    <a:lnTo>
                      <a:pt x="979" y="500"/>
                    </a:lnTo>
                    <a:lnTo>
                      <a:pt x="976" y="495"/>
                    </a:lnTo>
                    <a:lnTo>
                      <a:pt x="978" y="490"/>
                    </a:lnTo>
                    <a:lnTo>
                      <a:pt x="983" y="487"/>
                    </a:lnTo>
                    <a:lnTo>
                      <a:pt x="989" y="483"/>
                    </a:lnTo>
                    <a:lnTo>
                      <a:pt x="994" y="480"/>
                    </a:lnTo>
                    <a:lnTo>
                      <a:pt x="1002" y="478"/>
                    </a:lnTo>
                    <a:lnTo>
                      <a:pt x="1011" y="478"/>
                    </a:lnTo>
                    <a:lnTo>
                      <a:pt x="1020" y="478"/>
                    </a:lnTo>
                    <a:lnTo>
                      <a:pt x="1025" y="475"/>
                    </a:lnTo>
                    <a:lnTo>
                      <a:pt x="1027" y="470"/>
                    </a:lnTo>
                    <a:lnTo>
                      <a:pt x="1030" y="462"/>
                    </a:lnTo>
                    <a:lnTo>
                      <a:pt x="1036" y="457"/>
                    </a:lnTo>
                    <a:lnTo>
                      <a:pt x="1045" y="456"/>
                    </a:lnTo>
                    <a:lnTo>
                      <a:pt x="1055" y="458"/>
                    </a:lnTo>
                    <a:lnTo>
                      <a:pt x="1064" y="460"/>
                    </a:lnTo>
                    <a:lnTo>
                      <a:pt x="1072" y="460"/>
                    </a:lnTo>
                    <a:lnTo>
                      <a:pt x="1081" y="458"/>
                    </a:lnTo>
                    <a:lnTo>
                      <a:pt x="1090" y="458"/>
                    </a:lnTo>
                    <a:lnTo>
                      <a:pt x="1098" y="461"/>
                    </a:lnTo>
                    <a:lnTo>
                      <a:pt x="1104" y="465"/>
                    </a:lnTo>
                    <a:lnTo>
                      <a:pt x="1110" y="469"/>
                    </a:lnTo>
                    <a:lnTo>
                      <a:pt x="1116" y="471"/>
                    </a:lnTo>
                    <a:lnTo>
                      <a:pt x="1122" y="473"/>
                    </a:lnTo>
                    <a:lnTo>
                      <a:pt x="1127" y="477"/>
                    </a:lnTo>
                    <a:lnTo>
                      <a:pt x="1130" y="480"/>
                    </a:lnTo>
                    <a:lnTo>
                      <a:pt x="1134" y="483"/>
                    </a:lnTo>
                    <a:lnTo>
                      <a:pt x="1143" y="485"/>
                    </a:lnTo>
                    <a:lnTo>
                      <a:pt x="1154" y="486"/>
                    </a:lnTo>
                    <a:lnTo>
                      <a:pt x="1163" y="489"/>
                    </a:lnTo>
                    <a:lnTo>
                      <a:pt x="1164" y="494"/>
                    </a:lnTo>
                    <a:lnTo>
                      <a:pt x="1157" y="500"/>
                    </a:lnTo>
                    <a:lnTo>
                      <a:pt x="1147" y="506"/>
                    </a:lnTo>
                    <a:close/>
                  </a:path>
                </a:pathLst>
              </a:custGeom>
              <a:solidFill>
                <a:srgbClr val="ECB78D">
                  <a:alpha val="12900"/>
                </a:srgbClr>
              </a:solidFill>
              <a:ln>
                <a:noFill/>
              </a:ln>
            </p:spPr>
            <p:txBody>
              <a:bodyPr anchor="ctr"/>
              <a:lstStyle/>
              <a:p>
                <a:pPr algn="ctr">
                  <a:buNone/>
                </a:pPr>
              </a:p>
            </p:txBody>
          </p:sp>
          <p:sp>
            <p:nvSpPr>
              <p:cNvPr id="7088" name="addition:input:87">
                <a:extLst>
                  <a:ext uri="{FF2B5EF4-FFF2-40B4-BE49-F238E27FC236}">
                    <ns2:creationId id="{1114F0EB-CA21-4AEB-97C8-30909D48F8C6}"/>
                  </a:ext>
                </a:extLst>
              </p:cNvPr>
              <p:cNvSpPr>
                <a:spLocks noGrp="1"/>
              </p:cNvSpPr>
              <p:nvPr/>
            </p:nvSpPr>
            <p:spPr>
              <a:xfrm>
                <a:off x="209550" y="5438775"/>
                <a:ext cx="1887870" cy="1055355"/>
              </a:xfrm>
              <a:custGeom>
                <a:rect l="l" t="t" r="r" b="b"/>
                <a:pathLst>
                  <a:path w="1147" h="563">
                    <a:moveTo>
                      <a:pt x="0" y="0"/>
                    </a:moveTo>
                    <a:moveTo>
                      <a:pt x="1132" y="515"/>
                    </a:moveTo>
                    <a:lnTo>
                      <a:pt x="1129" y="519"/>
                    </a:lnTo>
                    <a:lnTo>
                      <a:pt x="1130" y="523"/>
                    </a:lnTo>
                    <a:lnTo>
                      <a:pt x="1131" y="527"/>
                    </a:lnTo>
                    <a:lnTo>
                      <a:pt x="1127" y="530"/>
                    </a:lnTo>
                    <a:lnTo>
                      <a:pt x="1120" y="533"/>
                    </a:lnTo>
                    <a:lnTo>
                      <a:pt x="1115" y="535"/>
                    </a:lnTo>
                    <a:lnTo>
                      <a:pt x="1111" y="539"/>
                    </a:lnTo>
                    <a:lnTo>
                      <a:pt x="1109" y="543"/>
                    </a:lnTo>
                    <a:lnTo>
                      <a:pt x="1105" y="546"/>
                    </a:lnTo>
                    <a:lnTo>
                      <a:pt x="1101" y="549"/>
                    </a:lnTo>
                    <a:lnTo>
                      <a:pt x="1095" y="552"/>
                    </a:lnTo>
                    <a:lnTo>
                      <a:pt x="1091" y="556"/>
                    </a:lnTo>
                    <a:lnTo>
                      <a:pt x="1087" y="560"/>
                    </a:lnTo>
                    <a:lnTo>
                      <a:pt x="1081" y="563"/>
                    </a:lnTo>
                    <a:lnTo>
                      <a:pt x="1073" y="562"/>
                    </a:lnTo>
                    <a:lnTo>
                      <a:pt x="1066" y="558"/>
                    </a:lnTo>
                    <a:lnTo>
                      <a:pt x="1060" y="552"/>
                    </a:lnTo>
                    <a:lnTo>
                      <a:pt x="1055" y="550"/>
                    </a:lnTo>
                    <a:lnTo>
                      <a:pt x="1050" y="552"/>
                    </a:lnTo>
                    <a:lnTo>
                      <a:pt x="1045" y="555"/>
                    </a:lnTo>
                    <a:lnTo>
                      <a:pt x="1038" y="557"/>
                    </a:lnTo>
                    <a:lnTo>
                      <a:pt x="1033" y="556"/>
                    </a:lnTo>
                    <a:lnTo>
                      <a:pt x="1028" y="554"/>
                    </a:lnTo>
                    <a:lnTo>
                      <a:pt x="1023" y="553"/>
                    </a:lnTo>
                    <a:lnTo>
                      <a:pt x="1017" y="551"/>
                    </a:lnTo>
                    <a:lnTo>
                      <a:pt x="1012" y="549"/>
                    </a:lnTo>
                    <a:lnTo>
                      <a:pt x="1009" y="545"/>
                    </a:lnTo>
                    <a:lnTo>
                      <a:pt x="1009" y="541"/>
                    </a:lnTo>
                    <a:lnTo>
                      <a:pt x="1007" y="537"/>
                    </a:lnTo>
                    <a:lnTo>
                      <a:pt x="1004" y="534"/>
                    </a:lnTo>
                    <a:lnTo>
                      <a:pt x="999" y="531"/>
                    </a:lnTo>
                    <a:lnTo>
                      <a:pt x="997" y="527"/>
                    </a:lnTo>
                    <a:lnTo>
                      <a:pt x="999" y="522"/>
                    </a:lnTo>
                    <a:lnTo>
                      <a:pt x="1004" y="518"/>
                    </a:lnTo>
                    <a:lnTo>
                      <a:pt x="1006" y="515"/>
                    </a:lnTo>
                    <a:lnTo>
                      <a:pt x="1002" y="512"/>
                    </a:lnTo>
                    <a:lnTo>
                      <a:pt x="993" y="507"/>
                    </a:lnTo>
                    <a:lnTo>
                      <a:pt x="986" y="502"/>
                    </a:lnTo>
                    <a:lnTo>
                      <a:pt x="985" y="497"/>
                    </a:lnTo>
                    <a:lnTo>
                      <a:pt x="988" y="494"/>
                    </a:lnTo>
                    <a:lnTo>
                      <a:pt x="994" y="491"/>
                    </a:lnTo>
                    <a:lnTo>
                      <a:pt x="998" y="488"/>
                    </a:lnTo>
                    <a:lnTo>
                      <a:pt x="1003" y="486"/>
                    </a:lnTo>
                    <a:lnTo>
                      <a:pt x="1009" y="485"/>
                    </a:lnTo>
                    <a:lnTo>
                      <a:pt x="1016" y="484"/>
                    </a:lnTo>
                    <a:lnTo>
                      <a:pt x="1022" y="484"/>
                    </a:lnTo>
                    <a:lnTo>
                      <a:pt x="1026" y="481"/>
                    </a:lnTo>
                    <a:lnTo>
                      <a:pt x="1029" y="477"/>
                    </a:lnTo>
                    <a:lnTo>
                      <a:pt x="1033" y="472"/>
                    </a:lnTo>
                    <a:lnTo>
                      <a:pt x="1039" y="470"/>
                    </a:lnTo>
                    <a:lnTo>
                      <a:pt x="1047" y="471"/>
                    </a:lnTo>
                    <a:lnTo>
                      <a:pt x="1054" y="473"/>
                    </a:lnTo>
                    <a:lnTo>
                      <a:pt x="1061" y="473"/>
                    </a:lnTo>
                    <a:lnTo>
                      <a:pt x="1068" y="471"/>
                    </a:lnTo>
                    <a:lnTo>
                      <a:pt x="1077" y="468"/>
                    </a:lnTo>
                    <a:lnTo>
                      <a:pt x="1085" y="468"/>
                    </a:lnTo>
                    <a:lnTo>
                      <a:pt x="1092" y="472"/>
                    </a:lnTo>
                    <a:lnTo>
                      <a:pt x="1096" y="477"/>
                    </a:lnTo>
                    <a:lnTo>
                      <a:pt x="1100" y="481"/>
                    </a:lnTo>
                    <a:lnTo>
                      <a:pt x="1104" y="484"/>
                    </a:lnTo>
                    <a:lnTo>
                      <a:pt x="1109" y="487"/>
                    </a:lnTo>
                    <a:lnTo>
                      <a:pt x="1113" y="490"/>
                    </a:lnTo>
                    <a:lnTo>
                      <a:pt x="1117" y="492"/>
                    </a:lnTo>
                    <a:lnTo>
                      <a:pt x="1123" y="494"/>
                    </a:lnTo>
                    <a:lnTo>
                      <a:pt x="1132" y="496"/>
                    </a:lnTo>
                    <a:lnTo>
                      <a:pt x="1141" y="498"/>
                    </a:lnTo>
                    <a:lnTo>
                      <a:pt x="1147" y="501"/>
                    </a:lnTo>
                    <a:lnTo>
                      <a:pt x="1145" y="506"/>
                    </a:lnTo>
                    <a:lnTo>
                      <a:pt x="1139" y="511"/>
                    </a:lnTo>
                    <a:close/>
                  </a:path>
                </a:pathLst>
              </a:custGeom>
              <a:solidFill>
                <a:srgbClr val="E18B48">
                  <a:alpha val="10500"/>
                </a:srgbClr>
              </a:solidFill>
              <a:ln>
                <a:noFill/>
              </a:ln>
            </p:spPr>
            <p:txBody>
              <a:bodyPr anchor="ctr"/>
              <a:lstStyle/>
              <a:p>
                <a:pPr algn="ctr">
                  <a:buNone/>
                </a:pPr>
              </a:p>
            </p:txBody>
          </p:sp>
          <p:sp>
            <p:nvSpPr>
              <p:cNvPr id="7089" name="addition:input:88">
                <a:extLst>
                  <a:ext uri="{FF2B5EF4-FFF2-40B4-BE49-F238E27FC236}">
                    <ns2:creationId id="{C5B83689-8734-4B22-8A36-46A1E6ABFD83}"/>
                  </a:ext>
                </a:extLst>
              </p:cNvPr>
              <p:cNvSpPr>
                <a:spLocks noGrp="1"/>
              </p:cNvSpPr>
              <p:nvPr/>
            </p:nvSpPr>
            <p:spPr>
              <a:xfrm>
                <a:off x="209550" y="5438775"/>
                <a:ext cx="1756197" cy="972876"/>
              </a:xfrm>
              <a:custGeom>
                <a:rect l="l" t="t" r="r" b="b"/>
                <a:pathLst>
                  <a:path w="1067" h="519">
                    <a:moveTo>
                      <a:pt x="0" y="0"/>
                    </a:moveTo>
                    <a:moveTo>
                      <a:pt x="1065" y="499"/>
                    </a:moveTo>
                    <a:lnTo>
                      <a:pt x="1066" y="501"/>
                    </a:lnTo>
                    <a:lnTo>
                      <a:pt x="1067" y="503"/>
                    </a:lnTo>
                    <a:lnTo>
                      <a:pt x="1065" y="505"/>
                    </a:lnTo>
                    <a:lnTo>
                      <a:pt x="1061" y="506"/>
                    </a:lnTo>
                    <a:lnTo>
                      <a:pt x="1057" y="506"/>
                    </a:lnTo>
                    <a:lnTo>
                      <a:pt x="1055" y="507"/>
                    </a:lnTo>
                    <a:lnTo>
                      <a:pt x="1054" y="509"/>
                    </a:lnTo>
                    <a:lnTo>
                      <a:pt x="1053" y="511"/>
                    </a:lnTo>
                    <a:lnTo>
                      <a:pt x="1052" y="512"/>
                    </a:lnTo>
                    <a:lnTo>
                      <a:pt x="1050" y="514"/>
                    </a:lnTo>
                    <a:lnTo>
                      <a:pt x="1049" y="515"/>
                    </a:lnTo>
                    <a:lnTo>
                      <a:pt x="1047" y="517"/>
                    </a:lnTo>
                    <a:lnTo>
                      <a:pt x="1045" y="519"/>
                    </a:lnTo>
                    <a:lnTo>
                      <a:pt x="1042" y="519"/>
                    </a:lnTo>
                    <a:lnTo>
                      <a:pt x="1038" y="518"/>
                    </a:lnTo>
                    <a:lnTo>
                      <a:pt x="1035" y="516"/>
                    </a:lnTo>
                    <a:lnTo>
                      <a:pt x="1033" y="515"/>
                    </a:lnTo>
                    <a:lnTo>
                      <a:pt x="1030" y="516"/>
                    </a:lnTo>
                    <a:lnTo>
                      <a:pt x="1028" y="517"/>
                    </a:lnTo>
                    <a:lnTo>
                      <a:pt x="1026" y="517"/>
                    </a:lnTo>
                    <a:lnTo>
                      <a:pt x="1024" y="517"/>
                    </a:lnTo>
                    <a:lnTo>
                      <a:pt x="1022" y="515"/>
                    </a:lnTo>
                    <a:lnTo>
                      <a:pt x="1020" y="515"/>
                    </a:lnTo>
                    <a:lnTo>
                      <a:pt x="1018" y="514"/>
                    </a:lnTo>
                    <a:lnTo>
                      <a:pt x="1015" y="514"/>
                    </a:lnTo>
                    <a:lnTo>
                      <a:pt x="1013" y="514"/>
                    </a:lnTo>
                    <a:lnTo>
                      <a:pt x="1011" y="512"/>
                    </a:lnTo>
                    <a:lnTo>
                      <a:pt x="1010" y="511"/>
                    </a:lnTo>
                    <a:lnTo>
                      <a:pt x="1009" y="509"/>
                    </a:lnTo>
                    <a:lnTo>
                      <a:pt x="1007" y="508"/>
                    </a:lnTo>
                    <a:lnTo>
                      <a:pt x="1007" y="506"/>
                    </a:lnTo>
                    <a:lnTo>
                      <a:pt x="1008" y="504"/>
                    </a:lnTo>
                    <a:lnTo>
                      <a:pt x="1011" y="502"/>
                    </a:lnTo>
                    <a:lnTo>
                      <a:pt x="1012" y="501"/>
                    </a:lnTo>
                    <a:lnTo>
                      <a:pt x="1011" y="499"/>
                    </a:lnTo>
                    <a:lnTo>
                      <a:pt x="1007" y="498"/>
                    </a:lnTo>
                    <a:lnTo>
                      <a:pt x="1004" y="496"/>
                    </a:lnTo>
                    <a:lnTo>
                      <a:pt x="1002" y="494"/>
                    </a:lnTo>
                    <a:lnTo>
                      <a:pt x="1003" y="492"/>
                    </a:lnTo>
                    <a:lnTo>
                      <a:pt x="1005" y="491"/>
                    </a:lnTo>
                    <a:lnTo>
                      <a:pt x="1007" y="490"/>
                    </a:lnTo>
                    <a:lnTo>
                      <a:pt x="1008" y="488"/>
                    </a:lnTo>
                    <a:lnTo>
                      <a:pt x="1010" y="487"/>
                    </a:lnTo>
                    <a:lnTo>
                      <a:pt x="1012" y="486"/>
                    </a:lnTo>
                    <a:lnTo>
                      <a:pt x="1014" y="486"/>
                    </a:lnTo>
                    <a:lnTo>
                      <a:pt x="1016" y="485"/>
                    </a:lnTo>
                    <a:lnTo>
                      <a:pt x="1018" y="484"/>
                    </a:lnTo>
                    <a:lnTo>
                      <a:pt x="1020" y="483"/>
                    </a:lnTo>
                    <a:lnTo>
                      <a:pt x="1022" y="482"/>
                    </a:lnTo>
                    <a:lnTo>
                      <a:pt x="1025" y="483"/>
                    </a:lnTo>
                    <a:lnTo>
                      <a:pt x="1028" y="483"/>
                    </a:lnTo>
                    <a:lnTo>
                      <a:pt x="1030" y="483"/>
                    </a:lnTo>
                    <a:lnTo>
                      <a:pt x="1033" y="481"/>
                    </a:lnTo>
                    <a:lnTo>
                      <a:pt x="1036" y="479"/>
                    </a:lnTo>
                    <a:lnTo>
                      <a:pt x="1040" y="478"/>
                    </a:lnTo>
                    <a:lnTo>
                      <a:pt x="1043" y="480"/>
                    </a:lnTo>
                    <a:lnTo>
                      <a:pt x="1045" y="482"/>
                    </a:lnTo>
                    <a:lnTo>
                      <a:pt x="1047" y="484"/>
                    </a:lnTo>
                    <a:lnTo>
                      <a:pt x="1049" y="485"/>
                    </a:lnTo>
                    <a:lnTo>
                      <a:pt x="1051" y="486"/>
                    </a:lnTo>
                    <a:lnTo>
                      <a:pt x="1053" y="488"/>
                    </a:lnTo>
                    <a:lnTo>
                      <a:pt x="1055" y="489"/>
                    </a:lnTo>
                    <a:lnTo>
                      <a:pt x="1057" y="490"/>
                    </a:lnTo>
                    <a:lnTo>
                      <a:pt x="1060" y="490"/>
                    </a:lnTo>
                    <a:lnTo>
                      <a:pt x="1064" y="491"/>
                    </a:lnTo>
                    <a:lnTo>
                      <a:pt x="1067" y="492"/>
                    </a:lnTo>
                    <a:lnTo>
                      <a:pt x="1067" y="494"/>
                    </a:lnTo>
                    <a:lnTo>
                      <a:pt x="1066" y="496"/>
                    </a:lnTo>
                    <a:lnTo>
                      <a:pt x="1064" y="498"/>
                    </a:lnTo>
                    <a:close/>
                  </a:path>
                </a:pathLst>
              </a:custGeom>
              <a:solidFill>
                <a:srgbClr val="ECB78D">
                  <a:alpha val="9600"/>
                </a:srgbClr>
              </a:solidFill>
              <a:ln>
                <a:noFill/>
              </a:ln>
            </p:spPr>
            <p:txBody>
              <a:bodyPr anchor="ctr"/>
              <a:lstStyle/>
              <a:p>
                <a:pPr algn="ctr">
                  <a:buNone/>
                </a:pPr>
              </a:p>
            </p:txBody>
          </p:sp>
          <p:sp>
            <p:nvSpPr>
              <p:cNvPr id="7090" name="addition:input:89">
                <a:extLst>
                  <a:ext uri="{FF2B5EF4-FFF2-40B4-BE49-F238E27FC236}">
                    <ns2:creationId id="{92E9CAD3-44FF-493C-BB0E-C89FF11F2D0A}"/>
                  </a:ext>
                </a:extLst>
              </p:cNvPr>
              <p:cNvSpPr>
                <a:spLocks noGrp="1"/>
              </p:cNvSpPr>
              <p:nvPr/>
            </p:nvSpPr>
            <p:spPr>
              <a:xfrm>
                <a:off x="209550" y="5438775"/>
                <a:ext cx="1794053" cy="944758"/>
              </a:xfrm>
              <a:custGeom>
                <a:rect l="l" t="t" r="r" b="b"/>
                <a:pathLst>
                  <a:path w="1090" h="504">
                    <a:moveTo>
                      <a:pt x="0" y="0"/>
                    </a:moveTo>
                    <a:moveTo>
                      <a:pt x="1089" y="485"/>
                    </a:moveTo>
                    <a:lnTo>
                      <a:pt x="1088" y="486"/>
                    </a:lnTo>
                    <a:lnTo>
                      <a:pt x="1085" y="488"/>
                    </a:lnTo>
                    <a:lnTo>
                      <a:pt x="1082" y="489"/>
                    </a:lnTo>
                    <a:lnTo>
                      <a:pt x="1081" y="490"/>
                    </a:lnTo>
                    <a:lnTo>
                      <a:pt x="1081" y="492"/>
                    </a:lnTo>
                    <a:lnTo>
                      <a:pt x="1081" y="494"/>
                    </a:lnTo>
                    <a:lnTo>
                      <a:pt x="1080" y="496"/>
                    </a:lnTo>
                    <a:lnTo>
                      <a:pt x="1078" y="497"/>
                    </a:lnTo>
                    <a:lnTo>
                      <a:pt x="1074" y="497"/>
                    </a:lnTo>
                    <a:lnTo>
                      <a:pt x="1072" y="498"/>
                    </a:lnTo>
                    <a:lnTo>
                      <a:pt x="1070" y="499"/>
                    </a:lnTo>
                    <a:lnTo>
                      <a:pt x="1069" y="501"/>
                    </a:lnTo>
                    <a:lnTo>
                      <a:pt x="1068" y="503"/>
                    </a:lnTo>
                    <a:lnTo>
                      <a:pt x="1065" y="504"/>
                    </a:lnTo>
                    <a:lnTo>
                      <a:pt x="1062" y="503"/>
                    </a:lnTo>
                    <a:lnTo>
                      <a:pt x="1059" y="502"/>
                    </a:lnTo>
                    <a:lnTo>
                      <a:pt x="1057" y="502"/>
                    </a:lnTo>
                    <a:lnTo>
                      <a:pt x="1054" y="501"/>
                    </a:lnTo>
                    <a:lnTo>
                      <a:pt x="1053" y="501"/>
                    </a:lnTo>
                    <a:lnTo>
                      <a:pt x="1051" y="500"/>
                    </a:lnTo>
                    <a:lnTo>
                      <a:pt x="1049" y="499"/>
                    </a:lnTo>
                    <a:lnTo>
                      <a:pt x="1047" y="500"/>
                    </a:lnTo>
                    <a:lnTo>
                      <a:pt x="1044" y="501"/>
                    </a:lnTo>
                    <a:lnTo>
                      <a:pt x="1040" y="502"/>
                    </a:lnTo>
                    <a:lnTo>
                      <a:pt x="1038" y="501"/>
                    </a:lnTo>
                    <a:lnTo>
                      <a:pt x="1037" y="499"/>
                    </a:lnTo>
                    <a:lnTo>
                      <a:pt x="1038" y="496"/>
                    </a:lnTo>
                    <a:lnTo>
                      <a:pt x="1037" y="495"/>
                    </a:lnTo>
                    <a:lnTo>
                      <a:pt x="1036" y="494"/>
                    </a:lnTo>
                    <a:lnTo>
                      <a:pt x="1034" y="493"/>
                    </a:lnTo>
                    <a:lnTo>
                      <a:pt x="1033" y="491"/>
                    </a:lnTo>
                    <a:lnTo>
                      <a:pt x="1033" y="489"/>
                    </a:lnTo>
                    <a:lnTo>
                      <a:pt x="1034" y="488"/>
                    </a:lnTo>
                    <a:lnTo>
                      <a:pt x="1034" y="486"/>
                    </a:lnTo>
                    <a:lnTo>
                      <a:pt x="1033" y="485"/>
                    </a:lnTo>
                    <a:lnTo>
                      <a:pt x="1032" y="483"/>
                    </a:lnTo>
                    <a:lnTo>
                      <a:pt x="1032" y="482"/>
                    </a:lnTo>
                    <a:lnTo>
                      <a:pt x="1032" y="480"/>
                    </a:lnTo>
                    <a:lnTo>
                      <a:pt x="1032" y="479"/>
                    </a:lnTo>
                    <a:lnTo>
                      <a:pt x="1030" y="476"/>
                    </a:lnTo>
                    <a:lnTo>
                      <a:pt x="1029" y="474"/>
                    </a:lnTo>
                    <a:lnTo>
                      <a:pt x="1030" y="473"/>
                    </a:lnTo>
                    <a:lnTo>
                      <a:pt x="1033" y="472"/>
                    </a:lnTo>
                    <a:lnTo>
                      <a:pt x="1037" y="473"/>
                    </a:lnTo>
                    <a:lnTo>
                      <a:pt x="1041" y="473"/>
                    </a:lnTo>
                    <a:lnTo>
                      <a:pt x="1042" y="472"/>
                    </a:lnTo>
                    <a:lnTo>
                      <a:pt x="1043" y="471"/>
                    </a:lnTo>
                    <a:lnTo>
                      <a:pt x="1045" y="469"/>
                    </a:lnTo>
                    <a:lnTo>
                      <a:pt x="1047" y="468"/>
                    </a:lnTo>
                    <a:lnTo>
                      <a:pt x="1049" y="468"/>
                    </a:lnTo>
                    <a:lnTo>
                      <a:pt x="1051" y="467"/>
                    </a:lnTo>
                    <a:lnTo>
                      <a:pt x="1054" y="467"/>
                    </a:lnTo>
                    <a:lnTo>
                      <a:pt x="1057" y="466"/>
                    </a:lnTo>
                    <a:lnTo>
                      <a:pt x="1060" y="466"/>
                    </a:lnTo>
                    <a:lnTo>
                      <a:pt x="1063" y="467"/>
                    </a:lnTo>
                    <a:lnTo>
                      <a:pt x="1065" y="468"/>
                    </a:lnTo>
                    <a:lnTo>
                      <a:pt x="1068" y="468"/>
                    </a:lnTo>
                    <a:lnTo>
                      <a:pt x="1071" y="468"/>
                    </a:lnTo>
                    <a:lnTo>
                      <a:pt x="1074" y="469"/>
                    </a:lnTo>
                    <a:lnTo>
                      <a:pt x="1076" y="471"/>
                    </a:lnTo>
                    <a:lnTo>
                      <a:pt x="1076" y="473"/>
                    </a:lnTo>
                    <a:lnTo>
                      <a:pt x="1076" y="475"/>
                    </a:lnTo>
                    <a:lnTo>
                      <a:pt x="1078" y="476"/>
                    </a:lnTo>
                    <a:lnTo>
                      <a:pt x="1081" y="477"/>
                    </a:lnTo>
                    <a:lnTo>
                      <a:pt x="1085" y="477"/>
                    </a:lnTo>
                    <a:lnTo>
                      <a:pt x="1088" y="478"/>
                    </a:lnTo>
                    <a:lnTo>
                      <a:pt x="1090" y="480"/>
                    </a:lnTo>
                    <a:lnTo>
                      <a:pt x="1090" y="481"/>
                    </a:lnTo>
                    <a:lnTo>
                      <a:pt x="1090" y="483"/>
                    </a:lnTo>
                    <a:close/>
                  </a:path>
                </a:pathLst>
              </a:custGeom>
              <a:solidFill>
                <a:srgbClr val="ECB78D">
                  <a:alpha val="9600"/>
                </a:srgbClr>
              </a:solidFill>
              <a:ln>
                <a:noFill/>
              </a:ln>
            </p:spPr>
            <p:txBody>
              <a:bodyPr anchor="ctr"/>
              <a:lstStyle/>
              <a:p>
                <a:pPr algn="ctr">
                  <a:buNone/>
                </a:pPr>
              </a:p>
            </p:txBody>
          </p:sp>
          <p:sp>
            <p:nvSpPr>
              <p:cNvPr id="7091" name="addition:input:90">
                <a:extLst>
                  <a:ext uri="{FF2B5EF4-FFF2-40B4-BE49-F238E27FC236}">
                    <ns2:creationId id="{8ECC188D-E519-41C3-A8F1-FA77552E2C93}"/>
                  </a:ext>
                </a:extLst>
              </p:cNvPr>
              <p:cNvSpPr>
                <a:spLocks noGrp="1"/>
              </p:cNvSpPr>
              <p:nvPr/>
            </p:nvSpPr>
            <p:spPr>
              <a:xfrm>
                <a:off x="209550" y="5438775"/>
                <a:ext cx="1836847" cy="954131"/>
              </a:xfrm>
              <a:custGeom>
                <a:rect l="l" t="t" r="r" b="b"/>
                <a:pathLst>
                  <a:path w="1116" h="509">
                    <a:moveTo>
                      <a:pt x="0" y="0"/>
                    </a:moveTo>
                    <a:moveTo>
                      <a:pt x="1109" y="489"/>
                    </a:moveTo>
                    <a:lnTo>
                      <a:pt x="1108" y="490"/>
                    </a:lnTo>
                    <a:lnTo>
                      <a:pt x="1109" y="492"/>
                    </a:lnTo>
                    <a:lnTo>
                      <a:pt x="1110" y="494"/>
                    </a:lnTo>
                    <a:lnTo>
                      <a:pt x="1110" y="495"/>
                    </a:lnTo>
                    <a:lnTo>
                      <a:pt x="1110" y="497"/>
                    </a:lnTo>
                    <a:lnTo>
                      <a:pt x="1110" y="499"/>
                    </a:lnTo>
                    <a:lnTo>
                      <a:pt x="1110" y="501"/>
                    </a:lnTo>
                    <a:lnTo>
                      <a:pt x="1110" y="503"/>
                    </a:lnTo>
                    <a:lnTo>
                      <a:pt x="1107" y="504"/>
                    </a:lnTo>
                    <a:lnTo>
                      <a:pt x="1104" y="504"/>
                    </a:lnTo>
                    <a:lnTo>
                      <a:pt x="1101" y="504"/>
                    </a:lnTo>
                    <a:lnTo>
                      <a:pt x="1098" y="504"/>
                    </a:lnTo>
                    <a:lnTo>
                      <a:pt x="1097" y="505"/>
                    </a:lnTo>
                    <a:lnTo>
                      <a:pt x="1096" y="507"/>
                    </a:lnTo>
                    <a:lnTo>
                      <a:pt x="1094" y="508"/>
                    </a:lnTo>
                    <a:lnTo>
                      <a:pt x="1092" y="507"/>
                    </a:lnTo>
                    <a:lnTo>
                      <a:pt x="1089" y="507"/>
                    </a:lnTo>
                    <a:lnTo>
                      <a:pt x="1087" y="506"/>
                    </a:lnTo>
                    <a:lnTo>
                      <a:pt x="1085" y="507"/>
                    </a:lnTo>
                    <a:lnTo>
                      <a:pt x="1082" y="508"/>
                    </a:lnTo>
                    <a:lnTo>
                      <a:pt x="1079" y="509"/>
                    </a:lnTo>
                    <a:lnTo>
                      <a:pt x="1076" y="508"/>
                    </a:lnTo>
                    <a:lnTo>
                      <a:pt x="1073" y="507"/>
                    </a:lnTo>
                    <a:lnTo>
                      <a:pt x="1071" y="506"/>
                    </a:lnTo>
                    <a:lnTo>
                      <a:pt x="1068" y="505"/>
                    </a:lnTo>
                    <a:lnTo>
                      <a:pt x="1067" y="503"/>
                    </a:lnTo>
                    <a:lnTo>
                      <a:pt x="1066" y="501"/>
                    </a:lnTo>
                    <a:lnTo>
                      <a:pt x="1067" y="498"/>
                    </a:lnTo>
                    <a:lnTo>
                      <a:pt x="1066" y="497"/>
                    </a:lnTo>
                    <a:lnTo>
                      <a:pt x="1064" y="496"/>
                    </a:lnTo>
                    <a:lnTo>
                      <a:pt x="1059" y="495"/>
                    </a:lnTo>
                    <a:lnTo>
                      <a:pt x="1055" y="494"/>
                    </a:lnTo>
                    <a:lnTo>
                      <a:pt x="1053" y="493"/>
                    </a:lnTo>
                    <a:lnTo>
                      <a:pt x="1053" y="491"/>
                    </a:lnTo>
                    <a:lnTo>
                      <a:pt x="1054" y="489"/>
                    </a:lnTo>
                    <a:lnTo>
                      <a:pt x="1055" y="487"/>
                    </a:lnTo>
                    <a:lnTo>
                      <a:pt x="1054" y="485"/>
                    </a:lnTo>
                    <a:lnTo>
                      <a:pt x="1055" y="483"/>
                    </a:lnTo>
                    <a:lnTo>
                      <a:pt x="1056" y="482"/>
                    </a:lnTo>
                    <a:lnTo>
                      <a:pt x="1059" y="481"/>
                    </a:lnTo>
                    <a:lnTo>
                      <a:pt x="1061" y="479"/>
                    </a:lnTo>
                    <a:lnTo>
                      <a:pt x="1062" y="478"/>
                    </a:lnTo>
                    <a:lnTo>
                      <a:pt x="1064" y="477"/>
                    </a:lnTo>
                    <a:lnTo>
                      <a:pt x="1066" y="476"/>
                    </a:lnTo>
                    <a:lnTo>
                      <a:pt x="1069" y="475"/>
                    </a:lnTo>
                    <a:lnTo>
                      <a:pt x="1072" y="475"/>
                    </a:lnTo>
                    <a:lnTo>
                      <a:pt x="1074" y="473"/>
                    </a:lnTo>
                    <a:lnTo>
                      <a:pt x="1075" y="471"/>
                    </a:lnTo>
                    <a:lnTo>
                      <a:pt x="1077" y="468"/>
                    </a:lnTo>
                    <a:lnTo>
                      <a:pt x="1080" y="466"/>
                    </a:lnTo>
                    <a:lnTo>
                      <a:pt x="1083" y="467"/>
                    </a:lnTo>
                    <a:lnTo>
                      <a:pt x="1087" y="469"/>
                    </a:lnTo>
                    <a:lnTo>
                      <a:pt x="1089" y="471"/>
                    </a:lnTo>
                    <a:lnTo>
                      <a:pt x="1092" y="471"/>
                    </a:lnTo>
                    <a:lnTo>
                      <a:pt x="1094" y="472"/>
                    </a:lnTo>
                    <a:lnTo>
                      <a:pt x="1097" y="472"/>
                    </a:lnTo>
                    <a:lnTo>
                      <a:pt x="1099" y="473"/>
                    </a:lnTo>
                    <a:lnTo>
                      <a:pt x="1101" y="473"/>
                    </a:lnTo>
                    <a:lnTo>
                      <a:pt x="1103" y="473"/>
                    </a:lnTo>
                    <a:lnTo>
                      <a:pt x="1106" y="473"/>
                    </a:lnTo>
                    <a:lnTo>
                      <a:pt x="1109" y="474"/>
                    </a:lnTo>
                    <a:lnTo>
                      <a:pt x="1110" y="475"/>
                    </a:lnTo>
                    <a:lnTo>
                      <a:pt x="1110" y="477"/>
                    </a:lnTo>
                    <a:lnTo>
                      <a:pt x="1110" y="479"/>
                    </a:lnTo>
                    <a:lnTo>
                      <a:pt x="1112" y="480"/>
                    </a:lnTo>
                    <a:lnTo>
                      <a:pt x="1114" y="482"/>
                    </a:lnTo>
                    <a:lnTo>
                      <a:pt x="1116" y="483"/>
                    </a:lnTo>
                    <a:lnTo>
                      <a:pt x="1115" y="485"/>
                    </a:lnTo>
                    <a:lnTo>
                      <a:pt x="1112" y="487"/>
                    </a:lnTo>
                    <a:close/>
                  </a:path>
                </a:pathLst>
              </a:custGeom>
              <a:solidFill>
                <a:srgbClr val="ECB78D">
                  <a:alpha val="9600"/>
                </a:srgbClr>
              </a:solidFill>
              <a:ln>
                <a:noFill/>
              </a:ln>
            </p:spPr>
            <p:txBody>
              <a:bodyPr anchor="ctr"/>
              <a:lstStyle/>
              <a:p>
                <a:pPr algn="ctr">
                  <a:buNone/>
                </a:pPr>
              </a:p>
            </p:txBody>
          </p:sp>
          <p:sp>
            <p:nvSpPr>
              <p:cNvPr id="7092" name="addition:input:91">
                <a:extLst>
                  <a:ext uri="{FF2B5EF4-FFF2-40B4-BE49-F238E27FC236}">
                    <ns2:creationId id="{BB8391F3-48AE-4E0C-B484-E7D913544228}"/>
                  </a:ext>
                </a:extLst>
              </p:cNvPr>
              <p:cNvSpPr>
                <a:spLocks noGrp="1"/>
              </p:cNvSpPr>
              <p:nvPr/>
            </p:nvSpPr>
            <p:spPr>
              <a:xfrm>
                <a:off x="209550" y="5438775"/>
                <a:ext cx="1879641" cy="987872"/>
              </a:xfrm>
              <a:custGeom>
                <a:rect l="l" t="t" r="r" b="b"/>
                <a:pathLst>
                  <a:path w="1142" h="527">
                    <a:moveTo>
                      <a:pt x="0" y="0"/>
                    </a:moveTo>
                    <a:moveTo>
                      <a:pt x="1134" y="505"/>
                    </a:moveTo>
                    <a:lnTo>
                      <a:pt x="1136" y="507"/>
                    </a:lnTo>
                    <a:lnTo>
                      <a:pt x="1137" y="509"/>
                    </a:lnTo>
                    <a:lnTo>
                      <a:pt x="1136" y="510"/>
                    </a:lnTo>
                    <a:lnTo>
                      <a:pt x="1134" y="512"/>
                    </a:lnTo>
                    <a:lnTo>
                      <a:pt x="1133" y="514"/>
                    </a:lnTo>
                    <a:lnTo>
                      <a:pt x="1132" y="515"/>
                    </a:lnTo>
                    <a:lnTo>
                      <a:pt x="1132" y="518"/>
                    </a:lnTo>
                    <a:lnTo>
                      <a:pt x="1131" y="519"/>
                    </a:lnTo>
                    <a:lnTo>
                      <a:pt x="1129" y="521"/>
                    </a:lnTo>
                    <a:lnTo>
                      <a:pt x="1127" y="522"/>
                    </a:lnTo>
                    <a:lnTo>
                      <a:pt x="1126" y="523"/>
                    </a:lnTo>
                    <a:lnTo>
                      <a:pt x="1124" y="525"/>
                    </a:lnTo>
                    <a:lnTo>
                      <a:pt x="1121" y="525"/>
                    </a:lnTo>
                    <a:lnTo>
                      <a:pt x="1118" y="524"/>
                    </a:lnTo>
                    <a:lnTo>
                      <a:pt x="1115" y="522"/>
                    </a:lnTo>
                    <a:lnTo>
                      <a:pt x="1113" y="521"/>
                    </a:lnTo>
                    <a:lnTo>
                      <a:pt x="1111" y="522"/>
                    </a:lnTo>
                    <a:lnTo>
                      <a:pt x="1109" y="525"/>
                    </a:lnTo>
                    <a:lnTo>
                      <a:pt x="1106" y="527"/>
                    </a:lnTo>
                    <a:lnTo>
                      <a:pt x="1103" y="527"/>
                    </a:lnTo>
                    <a:lnTo>
                      <a:pt x="1100" y="527"/>
                    </a:lnTo>
                    <a:lnTo>
                      <a:pt x="1098" y="525"/>
                    </a:lnTo>
                    <a:lnTo>
                      <a:pt x="1095" y="524"/>
                    </a:lnTo>
                    <a:lnTo>
                      <a:pt x="1093" y="523"/>
                    </a:lnTo>
                    <a:lnTo>
                      <a:pt x="1090" y="522"/>
                    </a:lnTo>
                    <a:lnTo>
                      <a:pt x="1089" y="520"/>
                    </a:lnTo>
                    <a:lnTo>
                      <a:pt x="1088" y="518"/>
                    </a:lnTo>
                    <a:lnTo>
                      <a:pt x="1086" y="516"/>
                    </a:lnTo>
                    <a:lnTo>
                      <a:pt x="1083" y="515"/>
                    </a:lnTo>
                    <a:lnTo>
                      <a:pt x="1080" y="514"/>
                    </a:lnTo>
                    <a:lnTo>
                      <a:pt x="1079" y="512"/>
                    </a:lnTo>
                    <a:lnTo>
                      <a:pt x="1079" y="510"/>
                    </a:lnTo>
                    <a:lnTo>
                      <a:pt x="1080" y="508"/>
                    </a:lnTo>
                    <a:lnTo>
                      <a:pt x="1078" y="507"/>
                    </a:lnTo>
                    <a:lnTo>
                      <a:pt x="1075" y="505"/>
                    </a:lnTo>
                    <a:lnTo>
                      <a:pt x="1071" y="503"/>
                    </a:lnTo>
                    <a:lnTo>
                      <a:pt x="1070" y="501"/>
                    </a:lnTo>
                    <a:lnTo>
                      <a:pt x="1071" y="499"/>
                    </a:lnTo>
                    <a:lnTo>
                      <a:pt x="1075" y="497"/>
                    </a:lnTo>
                    <a:lnTo>
                      <a:pt x="1078" y="496"/>
                    </a:lnTo>
                    <a:lnTo>
                      <a:pt x="1081" y="495"/>
                    </a:lnTo>
                    <a:lnTo>
                      <a:pt x="1083" y="494"/>
                    </a:lnTo>
                    <a:lnTo>
                      <a:pt x="1085" y="493"/>
                    </a:lnTo>
                    <a:lnTo>
                      <a:pt x="1088" y="492"/>
                    </a:lnTo>
                    <a:lnTo>
                      <a:pt x="1089" y="490"/>
                    </a:lnTo>
                    <a:lnTo>
                      <a:pt x="1091" y="488"/>
                    </a:lnTo>
                    <a:lnTo>
                      <a:pt x="1092" y="486"/>
                    </a:lnTo>
                    <a:lnTo>
                      <a:pt x="1094" y="484"/>
                    </a:lnTo>
                    <a:lnTo>
                      <a:pt x="1098" y="483"/>
                    </a:lnTo>
                    <a:lnTo>
                      <a:pt x="1102" y="484"/>
                    </a:lnTo>
                    <a:lnTo>
                      <a:pt x="1105" y="485"/>
                    </a:lnTo>
                    <a:lnTo>
                      <a:pt x="1108" y="485"/>
                    </a:lnTo>
                    <a:lnTo>
                      <a:pt x="1112" y="483"/>
                    </a:lnTo>
                    <a:lnTo>
                      <a:pt x="1115" y="483"/>
                    </a:lnTo>
                    <a:lnTo>
                      <a:pt x="1118" y="484"/>
                    </a:lnTo>
                    <a:lnTo>
                      <a:pt x="1120" y="486"/>
                    </a:lnTo>
                    <a:lnTo>
                      <a:pt x="1122" y="488"/>
                    </a:lnTo>
                    <a:lnTo>
                      <a:pt x="1124" y="489"/>
                    </a:lnTo>
                    <a:lnTo>
                      <a:pt x="1126" y="490"/>
                    </a:lnTo>
                    <a:lnTo>
                      <a:pt x="1129" y="490"/>
                    </a:lnTo>
                    <a:lnTo>
                      <a:pt x="1131" y="491"/>
                    </a:lnTo>
                    <a:lnTo>
                      <a:pt x="1133" y="491"/>
                    </a:lnTo>
                    <a:lnTo>
                      <a:pt x="1136" y="492"/>
                    </a:lnTo>
                    <a:lnTo>
                      <a:pt x="1139" y="493"/>
                    </a:lnTo>
                    <a:lnTo>
                      <a:pt x="1142" y="494"/>
                    </a:lnTo>
                    <a:lnTo>
                      <a:pt x="1142" y="497"/>
                    </a:lnTo>
                    <a:lnTo>
                      <a:pt x="1139" y="499"/>
                    </a:lnTo>
                    <a:lnTo>
                      <a:pt x="1135" y="502"/>
                    </a:lnTo>
                    <a:lnTo>
                      <a:pt x="1134" y="503"/>
                    </a:lnTo>
                    <a:close/>
                  </a:path>
                </a:pathLst>
              </a:custGeom>
              <a:solidFill>
                <a:srgbClr val="ECB78D">
                  <a:alpha val="9600"/>
                </a:srgbClr>
              </a:solidFill>
              <a:ln>
                <a:noFill/>
              </a:ln>
            </p:spPr>
            <p:txBody>
              <a:bodyPr anchor="ctr"/>
              <a:lstStyle/>
              <a:p>
                <a:pPr algn="ctr">
                  <a:buNone/>
                </a:pPr>
              </a:p>
            </p:txBody>
          </p:sp>
          <p:sp>
            <p:nvSpPr>
              <p:cNvPr id="7093" name="addition:input:92">
                <a:extLst>
                  <a:ext uri="{FF2B5EF4-FFF2-40B4-BE49-F238E27FC236}">
                    <ns2:creationId id="{69E68B30-F6AB-4B00-8469-5A741DC67DA1}"/>
                  </a:ext>
                </a:extLst>
              </p:cNvPr>
              <p:cNvSpPr>
                <a:spLocks noGrp="1"/>
              </p:cNvSpPr>
              <p:nvPr/>
            </p:nvSpPr>
            <p:spPr>
              <a:xfrm>
                <a:off x="209550" y="5438775"/>
                <a:ext cx="1851660" cy="1025362"/>
              </a:xfrm>
              <a:custGeom>
                <a:rect l="l" t="t" r="r" b="b"/>
                <a:pathLst>
                  <a:path w="1125" h="547">
                    <a:moveTo>
                      <a:pt x="0" y="0"/>
                    </a:moveTo>
                    <a:moveTo>
                      <a:pt x="1119" y="523"/>
                    </a:moveTo>
                    <a:lnTo>
                      <a:pt x="1121" y="524"/>
                    </a:lnTo>
                    <a:lnTo>
                      <a:pt x="1124" y="527"/>
                    </a:lnTo>
                    <a:lnTo>
                      <a:pt x="1125" y="529"/>
                    </a:lnTo>
                    <a:lnTo>
                      <a:pt x="1123" y="530"/>
                    </a:lnTo>
                    <a:lnTo>
                      <a:pt x="1120" y="532"/>
                    </a:lnTo>
                    <a:lnTo>
                      <a:pt x="1119" y="533"/>
                    </a:lnTo>
                    <a:lnTo>
                      <a:pt x="1119" y="535"/>
                    </a:lnTo>
                    <a:lnTo>
                      <a:pt x="1119" y="538"/>
                    </a:lnTo>
                    <a:lnTo>
                      <a:pt x="1118" y="540"/>
                    </a:lnTo>
                    <a:lnTo>
                      <a:pt x="1115" y="540"/>
                    </a:lnTo>
                    <a:lnTo>
                      <a:pt x="1110" y="540"/>
                    </a:lnTo>
                    <a:lnTo>
                      <a:pt x="1106" y="539"/>
                    </a:lnTo>
                    <a:lnTo>
                      <a:pt x="1103" y="539"/>
                    </a:lnTo>
                    <a:lnTo>
                      <a:pt x="1101" y="540"/>
                    </a:lnTo>
                    <a:lnTo>
                      <a:pt x="1098" y="542"/>
                    </a:lnTo>
                    <a:lnTo>
                      <a:pt x="1096" y="542"/>
                    </a:lnTo>
                    <a:lnTo>
                      <a:pt x="1092" y="543"/>
                    </a:lnTo>
                    <a:lnTo>
                      <a:pt x="1089" y="545"/>
                    </a:lnTo>
                    <a:lnTo>
                      <a:pt x="1085" y="546"/>
                    </a:lnTo>
                    <a:lnTo>
                      <a:pt x="1080" y="547"/>
                    </a:lnTo>
                    <a:lnTo>
                      <a:pt x="1076" y="545"/>
                    </a:lnTo>
                    <a:lnTo>
                      <a:pt x="1074" y="543"/>
                    </a:lnTo>
                    <a:lnTo>
                      <a:pt x="1072" y="540"/>
                    </a:lnTo>
                    <a:lnTo>
                      <a:pt x="1069" y="538"/>
                    </a:lnTo>
                    <a:lnTo>
                      <a:pt x="1065" y="538"/>
                    </a:lnTo>
                    <a:lnTo>
                      <a:pt x="1061" y="538"/>
                    </a:lnTo>
                    <a:lnTo>
                      <a:pt x="1058" y="537"/>
                    </a:lnTo>
                    <a:lnTo>
                      <a:pt x="1056" y="535"/>
                    </a:lnTo>
                    <a:lnTo>
                      <a:pt x="1056" y="533"/>
                    </a:lnTo>
                    <a:lnTo>
                      <a:pt x="1054" y="531"/>
                    </a:lnTo>
                    <a:lnTo>
                      <a:pt x="1051" y="530"/>
                    </a:lnTo>
                    <a:lnTo>
                      <a:pt x="1047" y="528"/>
                    </a:lnTo>
                    <a:lnTo>
                      <a:pt x="1045" y="527"/>
                    </a:lnTo>
                    <a:lnTo>
                      <a:pt x="1045" y="525"/>
                    </a:lnTo>
                    <a:lnTo>
                      <a:pt x="1044" y="523"/>
                    </a:lnTo>
                    <a:lnTo>
                      <a:pt x="1044" y="521"/>
                    </a:lnTo>
                    <a:lnTo>
                      <a:pt x="1044" y="518"/>
                    </a:lnTo>
                    <a:lnTo>
                      <a:pt x="1047" y="517"/>
                    </a:lnTo>
                    <a:lnTo>
                      <a:pt x="1052" y="515"/>
                    </a:lnTo>
                    <a:lnTo>
                      <a:pt x="1058" y="515"/>
                    </a:lnTo>
                    <a:lnTo>
                      <a:pt x="1061" y="514"/>
                    </a:lnTo>
                    <a:lnTo>
                      <a:pt x="1062" y="512"/>
                    </a:lnTo>
                    <a:lnTo>
                      <a:pt x="1061" y="509"/>
                    </a:lnTo>
                    <a:lnTo>
                      <a:pt x="1061" y="506"/>
                    </a:lnTo>
                    <a:lnTo>
                      <a:pt x="1064" y="505"/>
                    </a:lnTo>
                    <a:lnTo>
                      <a:pt x="1067" y="504"/>
                    </a:lnTo>
                    <a:lnTo>
                      <a:pt x="1071" y="503"/>
                    </a:lnTo>
                    <a:lnTo>
                      <a:pt x="1075" y="502"/>
                    </a:lnTo>
                    <a:lnTo>
                      <a:pt x="1078" y="501"/>
                    </a:lnTo>
                    <a:lnTo>
                      <a:pt x="1082" y="501"/>
                    </a:lnTo>
                    <a:lnTo>
                      <a:pt x="1086" y="501"/>
                    </a:lnTo>
                    <a:lnTo>
                      <a:pt x="1089" y="502"/>
                    </a:lnTo>
                    <a:lnTo>
                      <a:pt x="1092" y="502"/>
                    </a:lnTo>
                    <a:lnTo>
                      <a:pt x="1095" y="502"/>
                    </a:lnTo>
                    <a:lnTo>
                      <a:pt x="1098" y="502"/>
                    </a:lnTo>
                    <a:lnTo>
                      <a:pt x="1101" y="503"/>
                    </a:lnTo>
                    <a:lnTo>
                      <a:pt x="1102" y="505"/>
                    </a:lnTo>
                    <a:lnTo>
                      <a:pt x="1104" y="507"/>
                    </a:lnTo>
                    <a:lnTo>
                      <a:pt x="1107" y="507"/>
                    </a:lnTo>
                    <a:lnTo>
                      <a:pt x="1112" y="506"/>
                    </a:lnTo>
                    <a:lnTo>
                      <a:pt x="1117" y="505"/>
                    </a:lnTo>
                    <a:lnTo>
                      <a:pt x="1120" y="506"/>
                    </a:lnTo>
                    <a:lnTo>
                      <a:pt x="1121" y="508"/>
                    </a:lnTo>
                    <a:lnTo>
                      <a:pt x="1120" y="511"/>
                    </a:lnTo>
                    <a:lnTo>
                      <a:pt x="1119" y="514"/>
                    </a:lnTo>
                    <a:lnTo>
                      <a:pt x="1119" y="515"/>
                    </a:lnTo>
                    <a:lnTo>
                      <a:pt x="1119" y="517"/>
                    </a:lnTo>
                    <a:lnTo>
                      <a:pt x="1119" y="519"/>
                    </a:lnTo>
                    <a:lnTo>
                      <a:pt x="1118" y="521"/>
                    </a:lnTo>
                    <a:close/>
                  </a:path>
                </a:pathLst>
              </a:custGeom>
              <a:solidFill>
                <a:srgbClr val="ECB78D">
                  <a:alpha val="9600"/>
                </a:srgbClr>
              </a:solidFill>
              <a:ln>
                <a:noFill/>
              </a:ln>
            </p:spPr>
            <p:txBody>
              <a:bodyPr anchor="ctr"/>
              <a:lstStyle/>
              <a:p>
                <a:pPr algn="ctr">
                  <a:buNone/>
                </a:pPr>
              </a:p>
            </p:txBody>
          </p:sp>
          <p:sp>
            <p:nvSpPr>
              <p:cNvPr id="7094" name="addition:input:93">
                <a:extLst>
                  <a:ext uri="{FF2B5EF4-FFF2-40B4-BE49-F238E27FC236}">
                    <ns2:creationId id="{31EDFD8D-611D-41F7-A91A-59BBE1CEA26C}"/>
                  </a:ext>
                </a:extLst>
              </p:cNvPr>
              <p:cNvSpPr>
                <a:spLocks noGrp="1"/>
              </p:cNvSpPr>
              <p:nvPr/>
            </p:nvSpPr>
            <p:spPr>
              <a:xfrm>
                <a:off x="209550" y="5438775"/>
                <a:ext cx="1794053" cy="1023488"/>
              </a:xfrm>
              <a:custGeom>
                <a:rect l="l" t="t" r="r" b="b"/>
                <a:pathLst>
                  <a:path w="1090" h="546">
                    <a:moveTo>
                      <a:pt x="0" y="0"/>
                    </a:moveTo>
                    <a:moveTo>
                      <a:pt x="1088" y="525"/>
                    </a:moveTo>
                    <a:lnTo>
                      <a:pt x="1090" y="527"/>
                    </a:lnTo>
                    <a:lnTo>
                      <a:pt x="1090" y="529"/>
                    </a:lnTo>
                    <a:lnTo>
                      <a:pt x="1089" y="531"/>
                    </a:lnTo>
                    <a:lnTo>
                      <a:pt x="1087" y="532"/>
                    </a:lnTo>
                    <a:lnTo>
                      <a:pt x="1085" y="534"/>
                    </a:lnTo>
                    <a:lnTo>
                      <a:pt x="1083" y="535"/>
                    </a:lnTo>
                    <a:lnTo>
                      <a:pt x="1079" y="536"/>
                    </a:lnTo>
                    <a:lnTo>
                      <a:pt x="1075" y="536"/>
                    </a:lnTo>
                    <a:lnTo>
                      <a:pt x="1072" y="537"/>
                    </a:lnTo>
                    <a:lnTo>
                      <a:pt x="1071" y="539"/>
                    </a:lnTo>
                    <a:lnTo>
                      <a:pt x="1071" y="542"/>
                    </a:lnTo>
                    <a:lnTo>
                      <a:pt x="1069" y="545"/>
                    </a:lnTo>
                    <a:lnTo>
                      <a:pt x="1066" y="546"/>
                    </a:lnTo>
                    <a:lnTo>
                      <a:pt x="1062" y="546"/>
                    </a:lnTo>
                    <a:lnTo>
                      <a:pt x="1058" y="545"/>
                    </a:lnTo>
                    <a:lnTo>
                      <a:pt x="1055" y="545"/>
                    </a:lnTo>
                    <a:lnTo>
                      <a:pt x="1052" y="546"/>
                    </a:lnTo>
                    <a:lnTo>
                      <a:pt x="1048" y="546"/>
                    </a:lnTo>
                    <a:lnTo>
                      <a:pt x="1045" y="546"/>
                    </a:lnTo>
                    <a:lnTo>
                      <a:pt x="1042" y="545"/>
                    </a:lnTo>
                    <a:lnTo>
                      <a:pt x="1039" y="543"/>
                    </a:lnTo>
                    <a:lnTo>
                      <a:pt x="1037" y="543"/>
                    </a:lnTo>
                    <a:lnTo>
                      <a:pt x="1034" y="542"/>
                    </a:lnTo>
                    <a:lnTo>
                      <a:pt x="1032" y="541"/>
                    </a:lnTo>
                    <a:lnTo>
                      <a:pt x="1031" y="539"/>
                    </a:lnTo>
                    <a:lnTo>
                      <a:pt x="1029" y="538"/>
                    </a:lnTo>
                    <a:lnTo>
                      <a:pt x="1027" y="537"/>
                    </a:lnTo>
                    <a:lnTo>
                      <a:pt x="1022" y="537"/>
                    </a:lnTo>
                    <a:lnTo>
                      <a:pt x="1018" y="537"/>
                    </a:lnTo>
                    <a:lnTo>
                      <a:pt x="1016" y="535"/>
                    </a:lnTo>
                    <a:lnTo>
                      <a:pt x="1017" y="533"/>
                    </a:lnTo>
                    <a:lnTo>
                      <a:pt x="1020" y="530"/>
                    </a:lnTo>
                    <a:lnTo>
                      <a:pt x="1023" y="528"/>
                    </a:lnTo>
                    <a:lnTo>
                      <a:pt x="1023" y="526"/>
                    </a:lnTo>
                    <a:lnTo>
                      <a:pt x="1023" y="525"/>
                    </a:lnTo>
                    <a:lnTo>
                      <a:pt x="1023" y="523"/>
                    </a:lnTo>
                    <a:lnTo>
                      <a:pt x="1024" y="521"/>
                    </a:lnTo>
                    <a:lnTo>
                      <a:pt x="1024" y="519"/>
                    </a:lnTo>
                    <a:lnTo>
                      <a:pt x="1024" y="518"/>
                    </a:lnTo>
                    <a:lnTo>
                      <a:pt x="1024" y="515"/>
                    </a:lnTo>
                    <a:lnTo>
                      <a:pt x="1024" y="513"/>
                    </a:lnTo>
                    <a:lnTo>
                      <a:pt x="1026" y="512"/>
                    </a:lnTo>
                    <a:lnTo>
                      <a:pt x="1029" y="511"/>
                    </a:lnTo>
                    <a:lnTo>
                      <a:pt x="1031" y="510"/>
                    </a:lnTo>
                    <a:lnTo>
                      <a:pt x="1032" y="508"/>
                    </a:lnTo>
                    <a:lnTo>
                      <a:pt x="1033" y="506"/>
                    </a:lnTo>
                    <a:lnTo>
                      <a:pt x="1035" y="504"/>
                    </a:lnTo>
                    <a:lnTo>
                      <a:pt x="1038" y="504"/>
                    </a:lnTo>
                    <a:lnTo>
                      <a:pt x="1042" y="506"/>
                    </a:lnTo>
                    <a:lnTo>
                      <a:pt x="1045" y="507"/>
                    </a:lnTo>
                    <a:lnTo>
                      <a:pt x="1047" y="508"/>
                    </a:lnTo>
                    <a:lnTo>
                      <a:pt x="1049" y="507"/>
                    </a:lnTo>
                    <a:lnTo>
                      <a:pt x="1051" y="505"/>
                    </a:lnTo>
                    <a:lnTo>
                      <a:pt x="1054" y="504"/>
                    </a:lnTo>
                    <a:lnTo>
                      <a:pt x="1057" y="504"/>
                    </a:lnTo>
                    <a:lnTo>
                      <a:pt x="1060" y="503"/>
                    </a:lnTo>
                    <a:lnTo>
                      <a:pt x="1063" y="503"/>
                    </a:lnTo>
                    <a:lnTo>
                      <a:pt x="1067" y="504"/>
                    </a:lnTo>
                    <a:lnTo>
                      <a:pt x="1069" y="506"/>
                    </a:lnTo>
                    <a:lnTo>
                      <a:pt x="1070" y="508"/>
                    </a:lnTo>
                    <a:lnTo>
                      <a:pt x="1070" y="511"/>
                    </a:lnTo>
                    <a:lnTo>
                      <a:pt x="1072" y="513"/>
                    </a:lnTo>
                    <a:lnTo>
                      <a:pt x="1075" y="513"/>
                    </a:lnTo>
                    <a:lnTo>
                      <a:pt x="1079" y="514"/>
                    </a:lnTo>
                    <a:lnTo>
                      <a:pt x="1081" y="515"/>
                    </a:lnTo>
                    <a:lnTo>
                      <a:pt x="1082" y="517"/>
                    </a:lnTo>
                    <a:lnTo>
                      <a:pt x="1081" y="520"/>
                    </a:lnTo>
                    <a:lnTo>
                      <a:pt x="1082" y="521"/>
                    </a:lnTo>
                    <a:lnTo>
                      <a:pt x="1084" y="523"/>
                    </a:lnTo>
                    <a:close/>
                  </a:path>
                </a:pathLst>
              </a:custGeom>
              <a:solidFill>
                <a:srgbClr val="ECB78D">
                  <a:alpha val="9600"/>
                </a:srgbClr>
              </a:solidFill>
              <a:ln>
                <a:noFill/>
              </a:ln>
            </p:spPr>
            <p:txBody>
              <a:bodyPr anchor="ctr"/>
              <a:lstStyle/>
              <a:p>
                <a:pPr algn="ctr">
                  <a:buNone/>
                </a:pPr>
              </a:p>
            </p:txBody>
          </p:sp>
          <p:sp>
            <p:nvSpPr>
              <p:cNvPr id="7095" name="addition:input:94">
                <a:extLst>
                  <a:ext uri="{FF2B5EF4-FFF2-40B4-BE49-F238E27FC236}">
                    <ns2:creationId id="{8B75DD6B-426C-4B41-A8F0-E8A54C546EB3}"/>
                  </a:ext>
                </a:extLst>
              </p:cNvPr>
              <p:cNvSpPr>
                <a:spLocks noGrp="1"/>
              </p:cNvSpPr>
              <p:nvPr/>
            </p:nvSpPr>
            <p:spPr>
              <a:xfrm>
                <a:off x="209550" y="5438775"/>
                <a:ext cx="1729862" cy="1008492"/>
              </a:xfrm>
              <a:custGeom>
                <a:rect l="l" t="t" r="r" b="b"/>
                <a:pathLst>
                  <a:path w="1051" h="538">
                    <a:moveTo>
                      <a:pt x="0" y="0"/>
                    </a:moveTo>
                    <a:moveTo>
                      <a:pt x="1046" y="517"/>
                    </a:moveTo>
                    <a:lnTo>
                      <a:pt x="1049" y="519"/>
                    </a:lnTo>
                    <a:lnTo>
                      <a:pt x="1051" y="521"/>
                    </a:lnTo>
                    <a:lnTo>
                      <a:pt x="1050" y="522"/>
                    </a:lnTo>
                    <a:lnTo>
                      <a:pt x="1048" y="523"/>
                    </a:lnTo>
                    <a:lnTo>
                      <a:pt x="1046" y="525"/>
                    </a:lnTo>
                    <a:lnTo>
                      <a:pt x="1046" y="526"/>
                    </a:lnTo>
                    <a:lnTo>
                      <a:pt x="1046" y="528"/>
                    </a:lnTo>
                    <a:lnTo>
                      <a:pt x="1045" y="529"/>
                    </a:lnTo>
                    <a:lnTo>
                      <a:pt x="1043" y="530"/>
                    </a:lnTo>
                    <a:lnTo>
                      <a:pt x="1041" y="531"/>
                    </a:lnTo>
                    <a:lnTo>
                      <a:pt x="1038" y="531"/>
                    </a:lnTo>
                    <a:lnTo>
                      <a:pt x="1037" y="532"/>
                    </a:lnTo>
                    <a:lnTo>
                      <a:pt x="1035" y="532"/>
                    </a:lnTo>
                    <a:lnTo>
                      <a:pt x="1032" y="532"/>
                    </a:lnTo>
                    <a:lnTo>
                      <a:pt x="1030" y="532"/>
                    </a:lnTo>
                    <a:lnTo>
                      <a:pt x="1028" y="533"/>
                    </a:lnTo>
                    <a:lnTo>
                      <a:pt x="1026" y="535"/>
                    </a:lnTo>
                    <a:lnTo>
                      <a:pt x="1023" y="537"/>
                    </a:lnTo>
                    <a:lnTo>
                      <a:pt x="1020" y="538"/>
                    </a:lnTo>
                    <a:lnTo>
                      <a:pt x="1017" y="537"/>
                    </a:lnTo>
                    <a:lnTo>
                      <a:pt x="1015" y="535"/>
                    </a:lnTo>
                    <a:lnTo>
                      <a:pt x="1013" y="533"/>
                    </a:lnTo>
                    <a:lnTo>
                      <a:pt x="1011" y="531"/>
                    </a:lnTo>
                    <a:lnTo>
                      <a:pt x="1009" y="531"/>
                    </a:lnTo>
                    <a:lnTo>
                      <a:pt x="1006" y="530"/>
                    </a:lnTo>
                    <a:lnTo>
                      <a:pt x="1004" y="529"/>
                    </a:lnTo>
                    <a:lnTo>
                      <a:pt x="1003" y="528"/>
                    </a:lnTo>
                    <a:lnTo>
                      <a:pt x="1001" y="527"/>
                    </a:lnTo>
                    <a:lnTo>
                      <a:pt x="999" y="526"/>
                    </a:lnTo>
                    <a:lnTo>
                      <a:pt x="996" y="525"/>
                    </a:lnTo>
                    <a:lnTo>
                      <a:pt x="995" y="524"/>
                    </a:lnTo>
                    <a:lnTo>
                      <a:pt x="995" y="522"/>
                    </a:lnTo>
                    <a:lnTo>
                      <a:pt x="995" y="520"/>
                    </a:lnTo>
                    <a:lnTo>
                      <a:pt x="994" y="519"/>
                    </a:lnTo>
                    <a:lnTo>
                      <a:pt x="993" y="517"/>
                    </a:lnTo>
                    <a:lnTo>
                      <a:pt x="992" y="515"/>
                    </a:lnTo>
                    <a:lnTo>
                      <a:pt x="993" y="514"/>
                    </a:lnTo>
                    <a:lnTo>
                      <a:pt x="997" y="512"/>
                    </a:lnTo>
                    <a:lnTo>
                      <a:pt x="1001" y="512"/>
                    </a:lnTo>
                    <a:lnTo>
                      <a:pt x="1004" y="511"/>
                    </a:lnTo>
                    <a:lnTo>
                      <a:pt x="1004" y="509"/>
                    </a:lnTo>
                    <a:lnTo>
                      <a:pt x="1004" y="507"/>
                    </a:lnTo>
                    <a:lnTo>
                      <a:pt x="1004" y="505"/>
                    </a:lnTo>
                    <a:lnTo>
                      <a:pt x="1005" y="504"/>
                    </a:lnTo>
                    <a:lnTo>
                      <a:pt x="1007" y="502"/>
                    </a:lnTo>
                    <a:lnTo>
                      <a:pt x="1009" y="501"/>
                    </a:lnTo>
                    <a:lnTo>
                      <a:pt x="1011" y="500"/>
                    </a:lnTo>
                    <a:lnTo>
                      <a:pt x="1013" y="499"/>
                    </a:lnTo>
                    <a:lnTo>
                      <a:pt x="1016" y="499"/>
                    </a:lnTo>
                    <a:lnTo>
                      <a:pt x="1019" y="500"/>
                    </a:lnTo>
                    <a:lnTo>
                      <a:pt x="1022" y="501"/>
                    </a:lnTo>
                    <a:lnTo>
                      <a:pt x="1023" y="501"/>
                    </a:lnTo>
                    <a:lnTo>
                      <a:pt x="1025" y="500"/>
                    </a:lnTo>
                    <a:lnTo>
                      <a:pt x="1028" y="499"/>
                    </a:lnTo>
                    <a:lnTo>
                      <a:pt x="1030" y="500"/>
                    </a:lnTo>
                    <a:lnTo>
                      <a:pt x="1031" y="501"/>
                    </a:lnTo>
                    <a:lnTo>
                      <a:pt x="1032" y="503"/>
                    </a:lnTo>
                    <a:lnTo>
                      <a:pt x="1034" y="503"/>
                    </a:lnTo>
                    <a:lnTo>
                      <a:pt x="1037" y="502"/>
                    </a:lnTo>
                    <a:lnTo>
                      <a:pt x="1040" y="502"/>
                    </a:lnTo>
                    <a:lnTo>
                      <a:pt x="1042" y="503"/>
                    </a:lnTo>
                    <a:lnTo>
                      <a:pt x="1043" y="504"/>
                    </a:lnTo>
                    <a:lnTo>
                      <a:pt x="1044" y="506"/>
                    </a:lnTo>
                    <a:lnTo>
                      <a:pt x="1045" y="507"/>
                    </a:lnTo>
                    <a:lnTo>
                      <a:pt x="1045" y="509"/>
                    </a:lnTo>
                    <a:lnTo>
                      <a:pt x="1045" y="511"/>
                    </a:lnTo>
                    <a:lnTo>
                      <a:pt x="1043" y="513"/>
                    </a:lnTo>
                    <a:lnTo>
                      <a:pt x="1042" y="514"/>
                    </a:lnTo>
                    <a:lnTo>
                      <a:pt x="1043" y="516"/>
                    </a:lnTo>
                    <a:close/>
                  </a:path>
                </a:pathLst>
              </a:custGeom>
              <a:solidFill>
                <a:srgbClr val="ECB78D">
                  <a:alpha val="9600"/>
                </a:srgbClr>
              </a:solidFill>
              <a:ln>
                <a:noFill/>
              </a:ln>
            </p:spPr>
            <p:txBody>
              <a:bodyPr anchor="ctr"/>
              <a:lstStyle/>
              <a:p>
                <a:pPr algn="ctr">
                  <a:buNone/>
                </a:pPr>
              </a:p>
            </p:txBody>
          </p:sp>
          <p:sp>
            <p:nvSpPr>
              <p:cNvPr id="7096" name="addition:input:95">
                <a:extLst>
                  <a:ext uri="{FF2B5EF4-FFF2-40B4-BE49-F238E27FC236}">
                    <ns2:creationId id="{5B1B3EF6-DF16-43B3-851F-A469DAEEFD79}"/>
                  </a:ext>
                </a:extLst>
              </p:cNvPr>
              <p:cNvSpPr>
                <a:spLocks noGrp="1"/>
              </p:cNvSpPr>
              <p:nvPr/>
            </p:nvSpPr>
            <p:spPr>
              <a:xfrm>
                <a:off x="209550" y="5438775"/>
                <a:ext cx="1825325" cy="1010366"/>
              </a:xfrm>
              <a:custGeom>
                <a:rect l="l" t="t" r="r" b="b"/>
                <a:pathLst>
                  <a:path w="1109" h="539">
                    <a:moveTo>
                      <a:pt x="0" y="0"/>
                    </a:moveTo>
                    <a:moveTo>
                      <a:pt x="1102" y="514"/>
                    </a:moveTo>
                    <a:lnTo>
                      <a:pt x="1100" y="516"/>
                    </a:lnTo>
                    <a:lnTo>
                      <a:pt x="1100" y="518"/>
                    </a:lnTo>
                    <a:lnTo>
                      <a:pt x="1103" y="520"/>
                    </a:lnTo>
                    <a:lnTo>
                      <a:pt x="1106" y="522"/>
                    </a:lnTo>
                    <a:lnTo>
                      <a:pt x="1107" y="525"/>
                    </a:lnTo>
                    <a:lnTo>
                      <a:pt x="1105" y="527"/>
                    </a:lnTo>
                    <a:lnTo>
                      <a:pt x="1101" y="528"/>
                    </a:lnTo>
                    <a:lnTo>
                      <a:pt x="1097" y="529"/>
                    </a:lnTo>
                    <a:lnTo>
                      <a:pt x="1095" y="530"/>
                    </a:lnTo>
                    <a:lnTo>
                      <a:pt x="1095" y="532"/>
                    </a:lnTo>
                    <a:lnTo>
                      <a:pt x="1093" y="534"/>
                    </a:lnTo>
                    <a:lnTo>
                      <a:pt x="1090" y="535"/>
                    </a:lnTo>
                    <a:lnTo>
                      <a:pt x="1086" y="534"/>
                    </a:lnTo>
                    <a:lnTo>
                      <a:pt x="1082" y="534"/>
                    </a:lnTo>
                    <a:lnTo>
                      <a:pt x="1080" y="534"/>
                    </a:lnTo>
                    <a:lnTo>
                      <a:pt x="1077" y="535"/>
                    </a:lnTo>
                    <a:lnTo>
                      <a:pt x="1074" y="535"/>
                    </a:lnTo>
                    <a:lnTo>
                      <a:pt x="1071" y="535"/>
                    </a:lnTo>
                    <a:lnTo>
                      <a:pt x="1068" y="536"/>
                    </a:lnTo>
                    <a:lnTo>
                      <a:pt x="1064" y="537"/>
                    </a:lnTo>
                    <a:lnTo>
                      <a:pt x="1059" y="538"/>
                    </a:lnTo>
                    <a:lnTo>
                      <a:pt x="1054" y="539"/>
                    </a:lnTo>
                    <a:lnTo>
                      <a:pt x="1050" y="537"/>
                    </a:lnTo>
                    <a:lnTo>
                      <a:pt x="1049" y="534"/>
                    </a:lnTo>
                    <a:lnTo>
                      <a:pt x="1048" y="531"/>
                    </a:lnTo>
                    <a:lnTo>
                      <a:pt x="1047" y="528"/>
                    </a:lnTo>
                    <a:lnTo>
                      <a:pt x="1044" y="527"/>
                    </a:lnTo>
                    <a:lnTo>
                      <a:pt x="1040" y="527"/>
                    </a:lnTo>
                    <a:lnTo>
                      <a:pt x="1036" y="525"/>
                    </a:lnTo>
                    <a:lnTo>
                      <a:pt x="1034" y="524"/>
                    </a:lnTo>
                    <a:lnTo>
                      <a:pt x="1033" y="522"/>
                    </a:lnTo>
                    <a:lnTo>
                      <a:pt x="1031" y="520"/>
                    </a:lnTo>
                    <a:lnTo>
                      <a:pt x="1028" y="518"/>
                    </a:lnTo>
                    <a:lnTo>
                      <a:pt x="1026" y="516"/>
                    </a:lnTo>
                    <a:lnTo>
                      <a:pt x="1025" y="514"/>
                    </a:lnTo>
                    <a:lnTo>
                      <a:pt x="1026" y="512"/>
                    </a:lnTo>
                    <a:lnTo>
                      <a:pt x="1027" y="510"/>
                    </a:lnTo>
                    <a:lnTo>
                      <a:pt x="1027" y="508"/>
                    </a:lnTo>
                    <a:lnTo>
                      <a:pt x="1026" y="505"/>
                    </a:lnTo>
                    <a:lnTo>
                      <a:pt x="1029" y="503"/>
                    </a:lnTo>
                    <a:lnTo>
                      <a:pt x="1033" y="502"/>
                    </a:lnTo>
                    <a:lnTo>
                      <a:pt x="1040" y="502"/>
                    </a:lnTo>
                    <a:lnTo>
                      <a:pt x="1044" y="502"/>
                    </a:lnTo>
                    <a:lnTo>
                      <a:pt x="1046" y="500"/>
                    </a:lnTo>
                    <a:lnTo>
                      <a:pt x="1046" y="498"/>
                    </a:lnTo>
                    <a:lnTo>
                      <a:pt x="1047" y="494"/>
                    </a:lnTo>
                    <a:lnTo>
                      <a:pt x="1050" y="492"/>
                    </a:lnTo>
                    <a:lnTo>
                      <a:pt x="1054" y="491"/>
                    </a:lnTo>
                    <a:lnTo>
                      <a:pt x="1058" y="491"/>
                    </a:lnTo>
                    <a:lnTo>
                      <a:pt x="1062" y="490"/>
                    </a:lnTo>
                    <a:lnTo>
                      <a:pt x="1066" y="490"/>
                    </a:lnTo>
                    <a:lnTo>
                      <a:pt x="1071" y="490"/>
                    </a:lnTo>
                    <a:lnTo>
                      <a:pt x="1074" y="492"/>
                    </a:lnTo>
                    <a:lnTo>
                      <a:pt x="1078" y="494"/>
                    </a:lnTo>
                    <a:lnTo>
                      <a:pt x="1081" y="494"/>
                    </a:lnTo>
                    <a:lnTo>
                      <a:pt x="1084" y="493"/>
                    </a:lnTo>
                    <a:lnTo>
                      <a:pt x="1088" y="493"/>
                    </a:lnTo>
                    <a:lnTo>
                      <a:pt x="1091" y="494"/>
                    </a:lnTo>
                    <a:lnTo>
                      <a:pt x="1093" y="496"/>
                    </a:lnTo>
                    <a:lnTo>
                      <a:pt x="1094" y="498"/>
                    </a:lnTo>
                    <a:lnTo>
                      <a:pt x="1096" y="499"/>
                    </a:lnTo>
                    <a:lnTo>
                      <a:pt x="1100" y="499"/>
                    </a:lnTo>
                    <a:lnTo>
                      <a:pt x="1105" y="499"/>
                    </a:lnTo>
                    <a:lnTo>
                      <a:pt x="1109" y="501"/>
                    </a:lnTo>
                    <a:lnTo>
                      <a:pt x="1109" y="503"/>
                    </a:lnTo>
                    <a:lnTo>
                      <a:pt x="1108" y="506"/>
                    </a:lnTo>
                    <a:lnTo>
                      <a:pt x="1106" y="508"/>
                    </a:lnTo>
                    <a:lnTo>
                      <a:pt x="1105" y="510"/>
                    </a:lnTo>
                    <a:lnTo>
                      <a:pt x="1104" y="512"/>
                    </a:lnTo>
                    <a:close/>
                  </a:path>
                </a:pathLst>
              </a:custGeom>
              <a:solidFill>
                <a:srgbClr val="ECB78D">
                  <a:alpha val="9600"/>
                </a:srgbClr>
              </a:solidFill>
              <a:ln>
                <a:noFill/>
              </a:ln>
            </p:spPr>
            <p:txBody>
              <a:bodyPr anchor="ctr"/>
              <a:lstStyle/>
              <a:p>
                <a:pPr algn="ctr">
                  <a:buNone/>
                </a:pPr>
              </a:p>
            </p:txBody>
          </p:sp>
          <p:sp>
            <p:nvSpPr>
              <p:cNvPr id="7097" name="addition:input:96">
                <a:extLst>
                  <a:ext uri="{FF2B5EF4-FFF2-40B4-BE49-F238E27FC236}">
                    <ns2:creationId id="{43B28DA0-1B83-4DB0-9A39-525E69B5A7E7}"/>
                  </a:ext>
                </a:extLst>
              </p:cNvPr>
              <p:cNvSpPr>
                <a:spLocks noGrp="1"/>
              </p:cNvSpPr>
              <p:nvPr/>
            </p:nvSpPr>
            <p:spPr>
              <a:xfrm>
                <a:off x="209550" y="5438775"/>
                <a:ext cx="1854952" cy="1029111"/>
              </a:xfrm>
              <a:custGeom>
                <a:rect l="l" t="t" r="r" b="b"/>
                <a:pathLst>
                  <a:path w="1127" h="549">
                    <a:moveTo>
                      <a:pt x="0" y="0"/>
                    </a:moveTo>
                    <a:moveTo>
                      <a:pt x="1127" y="510"/>
                    </a:moveTo>
                    <a:lnTo>
                      <a:pt x="1126" y="513"/>
                    </a:lnTo>
                    <a:lnTo>
                      <a:pt x="1124" y="516"/>
                    </a:lnTo>
                    <a:lnTo>
                      <a:pt x="1124" y="519"/>
                    </a:lnTo>
                    <a:lnTo>
                      <a:pt x="1124" y="522"/>
                    </a:lnTo>
                    <a:lnTo>
                      <a:pt x="1122" y="525"/>
                    </a:lnTo>
                    <a:lnTo>
                      <a:pt x="1118" y="527"/>
                    </a:lnTo>
                    <a:lnTo>
                      <a:pt x="1114" y="529"/>
                    </a:lnTo>
                    <a:lnTo>
                      <a:pt x="1111" y="531"/>
                    </a:lnTo>
                    <a:lnTo>
                      <a:pt x="1108" y="533"/>
                    </a:lnTo>
                    <a:lnTo>
                      <a:pt x="1105" y="535"/>
                    </a:lnTo>
                    <a:lnTo>
                      <a:pt x="1100" y="536"/>
                    </a:lnTo>
                    <a:lnTo>
                      <a:pt x="1094" y="536"/>
                    </a:lnTo>
                    <a:lnTo>
                      <a:pt x="1089" y="536"/>
                    </a:lnTo>
                    <a:lnTo>
                      <a:pt x="1085" y="539"/>
                    </a:lnTo>
                    <a:lnTo>
                      <a:pt x="1082" y="543"/>
                    </a:lnTo>
                    <a:lnTo>
                      <a:pt x="1077" y="547"/>
                    </a:lnTo>
                    <a:lnTo>
                      <a:pt x="1071" y="549"/>
                    </a:lnTo>
                    <a:lnTo>
                      <a:pt x="1064" y="547"/>
                    </a:lnTo>
                    <a:lnTo>
                      <a:pt x="1059" y="544"/>
                    </a:lnTo>
                    <a:lnTo>
                      <a:pt x="1054" y="541"/>
                    </a:lnTo>
                    <a:lnTo>
                      <a:pt x="1049" y="540"/>
                    </a:lnTo>
                    <a:lnTo>
                      <a:pt x="1045" y="538"/>
                    </a:lnTo>
                    <a:lnTo>
                      <a:pt x="1041" y="536"/>
                    </a:lnTo>
                    <a:lnTo>
                      <a:pt x="1038" y="534"/>
                    </a:lnTo>
                    <a:lnTo>
                      <a:pt x="1034" y="533"/>
                    </a:lnTo>
                    <a:lnTo>
                      <a:pt x="1028" y="533"/>
                    </a:lnTo>
                    <a:lnTo>
                      <a:pt x="1022" y="533"/>
                    </a:lnTo>
                    <a:lnTo>
                      <a:pt x="1018" y="531"/>
                    </a:lnTo>
                    <a:lnTo>
                      <a:pt x="1017" y="528"/>
                    </a:lnTo>
                    <a:lnTo>
                      <a:pt x="1017" y="524"/>
                    </a:lnTo>
                    <a:lnTo>
                      <a:pt x="1017" y="521"/>
                    </a:lnTo>
                    <a:lnTo>
                      <a:pt x="1013" y="519"/>
                    </a:lnTo>
                    <a:lnTo>
                      <a:pt x="1009" y="516"/>
                    </a:lnTo>
                    <a:lnTo>
                      <a:pt x="1008" y="513"/>
                    </a:lnTo>
                    <a:lnTo>
                      <a:pt x="1011" y="510"/>
                    </a:lnTo>
                    <a:lnTo>
                      <a:pt x="1018" y="507"/>
                    </a:lnTo>
                    <a:lnTo>
                      <a:pt x="1024" y="505"/>
                    </a:lnTo>
                    <a:lnTo>
                      <a:pt x="1026" y="502"/>
                    </a:lnTo>
                    <a:lnTo>
                      <a:pt x="1027" y="500"/>
                    </a:lnTo>
                    <a:lnTo>
                      <a:pt x="1027" y="497"/>
                    </a:lnTo>
                    <a:lnTo>
                      <a:pt x="1028" y="494"/>
                    </a:lnTo>
                    <a:lnTo>
                      <a:pt x="1029" y="491"/>
                    </a:lnTo>
                    <a:lnTo>
                      <a:pt x="1030" y="487"/>
                    </a:lnTo>
                    <a:lnTo>
                      <a:pt x="1030" y="483"/>
                    </a:lnTo>
                    <a:lnTo>
                      <a:pt x="1033" y="480"/>
                    </a:lnTo>
                    <a:lnTo>
                      <a:pt x="1039" y="479"/>
                    </a:lnTo>
                    <a:lnTo>
                      <a:pt x="1046" y="481"/>
                    </a:lnTo>
                    <a:lnTo>
                      <a:pt x="1051" y="482"/>
                    </a:lnTo>
                    <a:lnTo>
                      <a:pt x="1055" y="482"/>
                    </a:lnTo>
                    <a:lnTo>
                      <a:pt x="1058" y="480"/>
                    </a:lnTo>
                    <a:lnTo>
                      <a:pt x="1061" y="477"/>
                    </a:lnTo>
                    <a:lnTo>
                      <a:pt x="1065" y="477"/>
                    </a:lnTo>
                    <a:lnTo>
                      <a:pt x="1069" y="478"/>
                    </a:lnTo>
                    <a:lnTo>
                      <a:pt x="1073" y="480"/>
                    </a:lnTo>
                    <a:lnTo>
                      <a:pt x="1077" y="481"/>
                    </a:lnTo>
                    <a:lnTo>
                      <a:pt x="1081" y="480"/>
                    </a:lnTo>
                    <a:lnTo>
                      <a:pt x="1086" y="479"/>
                    </a:lnTo>
                    <a:lnTo>
                      <a:pt x="1091" y="479"/>
                    </a:lnTo>
                    <a:lnTo>
                      <a:pt x="1095" y="481"/>
                    </a:lnTo>
                    <a:lnTo>
                      <a:pt x="1100" y="482"/>
                    </a:lnTo>
                    <a:lnTo>
                      <a:pt x="1104" y="484"/>
                    </a:lnTo>
                    <a:lnTo>
                      <a:pt x="1108" y="486"/>
                    </a:lnTo>
                    <a:lnTo>
                      <a:pt x="1110" y="490"/>
                    </a:lnTo>
                    <a:lnTo>
                      <a:pt x="1108" y="494"/>
                    </a:lnTo>
                    <a:lnTo>
                      <a:pt x="1105" y="498"/>
                    </a:lnTo>
                    <a:lnTo>
                      <a:pt x="1105" y="501"/>
                    </a:lnTo>
                    <a:lnTo>
                      <a:pt x="1110" y="503"/>
                    </a:lnTo>
                    <a:lnTo>
                      <a:pt x="1118" y="504"/>
                    </a:lnTo>
                    <a:lnTo>
                      <a:pt x="1125" y="507"/>
                    </a:lnTo>
                    <a:close/>
                  </a:path>
                </a:pathLst>
              </a:custGeom>
              <a:solidFill>
                <a:srgbClr val="E18B48">
                  <a:alpha val="11100"/>
                </a:srgbClr>
              </a:solidFill>
              <a:ln>
                <a:noFill/>
              </a:ln>
            </p:spPr>
            <p:txBody>
              <a:bodyPr anchor="ctr"/>
              <a:lstStyle/>
              <a:p>
                <a:pPr algn="ctr">
                  <a:buNone/>
                </a:pPr>
              </a:p>
            </p:txBody>
          </p:sp>
          <p:sp>
            <p:nvSpPr>
              <p:cNvPr id="7098" name="addition:input:97">
                <a:extLst>
                  <a:ext uri="{FF2B5EF4-FFF2-40B4-BE49-F238E27FC236}">
                    <ns2:creationId id="{F4775370-5E34-44ED-92F5-6C6EDD313811}"/>
                  </a:ext>
                </a:extLst>
              </p:cNvPr>
              <p:cNvSpPr>
                <a:spLocks noGrp="1"/>
              </p:cNvSpPr>
              <p:nvPr/>
            </p:nvSpPr>
            <p:spPr>
              <a:xfrm>
                <a:off x="209550" y="5438775"/>
                <a:ext cx="1767718" cy="974750"/>
              </a:xfrm>
              <a:custGeom>
                <a:rect l="l" t="t" r="r" b="b"/>
                <a:pathLst>
                  <a:path w="1074" h="520">
                    <a:moveTo>
                      <a:pt x="0" y="0"/>
                    </a:moveTo>
                    <a:moveTo>
                      <a:pt x="1073" y="501"/>
                    </a:moveTo>
                    <a:lnTo>
                      <a:pt x="1074" y="503"/>
                    </a:lnTo>
                    <a:lnTo>
                      <a:pt x="1074" y="504"/>
                    </a:lnTo>
                    <a:lnTo>
                      <a:pt x="1073" y="506"/>
                    </a:lnTo>
                    <a:lnTo>
                      <a:pt x="1071" y="507"/>
                    </a:lnTo>
                    <a:lnTo>
                      <a:pt x="1069" y="508"/>
                    </a:lnTo>
                    <a:lnTo>
                      <a:pt x="1068" y="509"/>
                    </a:lnTo>
                    <a:lnTo>
                      <a:pt x="1068" y="511"/>
                    </a:lnTo>
                    <a:lnTo>
                      <a:pt x="1066" y="512"/>
                    </a:lnTo>
                    <a:lnTo>
                      <a:pt x="1063" y="512"/>
                    </a:lnTo>
                    <a:lnTo>
                      <a:pt x="1060" y="512"/>
                    </a:lnTo>
                    <a:lnTo>
                      <a:pt x="1058" y="513"/>
                    </a:lnTo>
                    <a:lnTo>
                      <a:pt x="1057" y="514"/>
                    </a:lnTo>
                    <a:lnTo>
                      <a:pt x="1056" y="517"/>
                    </a:lnTo>
                    <a:lnTo>
                      <a:pt x="1054" y="519"/>
                    </a:lnTo>
                    <a:lnTo>
                      <a:pt x="1051" y="520"/>
                    </a:lnTo>
                    <a:lnTo>
                      <a:pt x="1048" y="519"/>
                    </a:lnTo>
                    <a:lnTo>
                      <a:pt x="1046" y="519"/>
                    </a:lnTo>
                    <a:lnTo>
                      <a:pt x="1043" y="518"/>
                    </a:lnTo>
                    <a:lnTo>
                      <a:pt x="1041" y="517"/>
                    </a:lnTo>
                    <a:lnTo>
                      <a:pt x="1039" y="516"/>
                    </a:lnTo>
                    <a:lnTo>
                      <a:pt x="1037" y="515"/>
                    </a:lnTo>
                    <a:lnTo>
                      <a:pt x="1036" y="514"/>
                    </a:lnTo>
                    <a:lnTo>
                      <a:pt x="1034" y="514"/>
                    </a:lnTo>
                    <a:lnTo>
                      <a:pt x="1031" y="514"/>
                    </a:lnTo>
                    <a:lnTo>
                      <a:pt x="1028" y="515"/>
                    </a:lnTo>
                    <a:lnTo>
                      <a:pt x="1026" y="514"/>
                    </a:lnTo>
                    <a:lnTo>
                      <a:pt x="1026" y="512"/>
                    </a:lnTo>
                    <a:lnTo>
                      <a:pt x="1026" y="511"/>
                    </a:lnTo>
                    <a:lnTo>
                      <a:pt x="1025" y="509"/>
                    </a:lnTo>
                    <a:lnTo>
                      <a:pt x="1023" y="508"/>
                    </a:lnTo>
                    <a:lnTo>
                      <a:pt x="1021" y="507"/>
                    </a:lnTo>
                    <a:lnTo>
                      <a:pt x="1020" y="506"/>
                    </a:lnTo>
                    <a:lnTo>
                      <a:pt x="1021" y="504"/>
                    </a:lnTo>
                    <a:lnTo>
                      <a:pt x="1023" y="502"/>
                    </a:lnTo>
                    <a:lnTo>
                      <a:pt x="1025" y="501"/>
                    </a:lnTo>
                    <a:lnTo>
                      <a:pt x="1025" y="500"/>
                    </a:lnTo>
                    <a:lnTo>
                      <a:pt x="1026" y="498"/>
                    </a:lnTo>
                    <a:lnTo>
                      <a:pt x="1026" y="497"/>
                    </a:lnTo>
                    <a:lnTo>
                      <a:pt x="1027" y="496"/>
                    </a:lnTo>
                    <a:lnTo>
                      <a:pt x="1027" y="494"/>
                    </a:lnTo>
                    <a:lnTo>
                      <a:pt x="1026" y="492"/>
                    </a:lnTo>
                    <a:lnTo>
                      <a:pt x="1025" y="490"/>
                    </a:lnTo>
                    <a:lnTo>
                      <a:pt x="1025" y="488"/>
                    </a:lnTo>
                    <a:lnTo>
                      <a:pt x="1028" y="487"/>
                    </a:lnTo>
                    <a:lnTo>
                      <a:pt x="1031" y="488"/>
                    </a:lnTo>
                    <a:lnTo>
                      <a:pt x="1034" y="488"/>
                    </a:lnTo>
                    <a:lnTo>
                      <a:pt x="1035" y="488"/>
                    </a:lnTo>
                    <a:lnTo>
                      <a:pt x="1037" y="486"/>
                    </a:lnTo>
                    <a:lnTo>
                      <a:pt x="1038" y="485"/>
                    </a:lnTo>
                    <a:lnTo>
                      <a:pt x="1040" y="485"/>
                    </a:lnTo>
                    <a:lnTo>
                      <a:pt x="1042" y="485"/>
                    </a:lnTo>
                    <a:lnTo>
                      <a:pt x="1043" y="486"/>
                    </a:lnTo>
                    <a:lnTo>
                      <a:pt x="1045" y="485"/>
                    </a:lnTo>
                    <a:lnTo>
                      <a:pt x="1047" y="485"/>
                    </a:lnTo>
                    <a:lnTo>
                      <a:pt x="1050" y="484"/>
                    </a:lnTo>
                    <a:lnTo>
                      <a:pt x="1052" y="485"/>
                    </a:lnTo>
                    <a:lnTo>
                      <a:pt x="1054" y="485"/>
                    </a:lnTo>
                    <a:lnTo>
                      <a:pt x="1056" y="485"/>
                    </a:lnTo>
                    <a:lnTo>
                      <a:pt x="1059" y="485"/>
                    </a:lnTo>
                    <a:lnTo>
                      <a:pt x="1062" y="486"/>
                    </a:lnTo>
                    <a:lnTo>
                      <a:pt x="1063" y="488"/>
                    </a:lnTo>
                    <a:lnTo>
                      <a:pt x="1063" y="490"/>
                    </a:lnTo>
                    <a:lnTo>
                      <a:pt x="1062" y="493"/>
                    </a:lnTo>
                    <a:lnTo>
                      <a:pt x="1062" y="494"/>
                    </a:lnTo>
                    <a:lnTo>
                      <a:pt x="1065" y="495"/>
                    </a:lnTo>
                    <a:lnTo>
                      <a:pt x="1068" y="495"/>
                    </a:lnTo>
                    <a:lnTo>
                      <a:pt x="1071" y="496"/>
                    </a:lnTo>
                    <a:lnTo>
                      <a:pt x="1072" y="498"/>
                    </a:lnTo>
                    <a:lnTo>
                      <a:pt x="1073" y="499"/>
                    </a:lnTo>
                    <a:close/>
                  </a:path>
                </a:pathLst>
              </a:custGeom>
              <a:solidFill>
                <a:srgbClr val="DE8036">
                  <a:alpha val="10800"/>
                </a:srgbClr>
              </a:solidFill>
              <a:ln>
                <a:noFill/>
              </a:ln>
            </p:spPr>
            <p:txBody>
              <a:bodyPr anchor="ctr"/>
              <a:lstStyle/>
              <a:p>
                <a:pPr algn="ctr">
                  <a:buNone/>
                </a:pPr>
              </a:p>
            </p:txBody>
          </p:sp>
          <p:sp>
            <p:nvSpPr>
              <p:cNvPr id="7099" name="addition:input:98">
                <a:extLst>
                  <a:ext uri="{FF2B5EF4-FFF2-40B4-BE49-F238E27FC236}">
                    <ns2:creationId id="{C86048FB-695E-4BD7-9C07-DAC6A2456EB6}"/>
                  </a:ext>
                </a:extLst>
              </p:cNvPr>
              <p:cNvSpPr>
                <a:spLocks noGrp="1"/>
              </p:cNvSpPr>
              <p:nvPr/>
            </p:nvSpPr>
            <p:spPr>
              <a:xfrm>
                <a:off x="209550" y="5438775"/>
                <a:ext cx="1817096" cy="957880"/>
              </a:xfrm>
              <a:custGeom>
                <a:rect l="l" t="t" r="r" b="b"/>
                <a:pathLst>
                  <a:path w="1104" h="511">
                    <a:moveTo>
                      <a:pt x="0" y="0"/>
                    </a:moveTo>
                    <a:moveTo>
                      <a:pt x="1103" y="496"/>
                    </a:moveTo>
                    <a:lnTo>
                      <a:pt x="1102" y="497"/>
                    </a:lnTo>
                    <a:lnTo>
                      <a:pt x="1102" y="498"/>
                    </a:lnTo>
                    <a:lnTo>
                      <a:pt x="1103" y="499"/>
                    </a:lnTo>
                    <a:lnTo>
                      <a:pt x="1102" y="501"/>
                    </a:lnTo>
                    <a:lnTo>
                      <a:pt x="1101" y="502"/>
                    </a:lnTo>
                    <a:lnTo>
                      <a:pt x="1099" y="502"/>
                    </a:lnTo>
                    <a:lnTo>
                      <a:pt x="1097" y="503"/>
                    </a:lnTo>
                    <a:lnTo>
                      <a:pt x="1096" y="504"/>
                    </a:lnTo>
                    <a:lnTo>
                      <a:pt x="1094" y="504"/>
                    </a:lnTo>
                    <a:lnTo>
                      <a:pt x="1093" y="505"/>
                    </a:lnTo>
                    <a:lnTo>
                      <a:pt x="1091" y="506"/>
                    </a:lnTo>
                    <a:lnTo>
                      <a:pt x="1090" y="506"/>
                    </a:lnTo>
                    <a:lnTo>
                      <a:pt x="1089" y="508"/>
                    </a:lnTo>
                    <a:lnTo>
                      <a:pt x="1087" y="510"/>
                    </a:lnTo>
                    <a:lnTo>
                      <a:pt x="1085" y="511"/>
                    </a:lnTo>
                    <a:lnTo>
                      <a:pt x="1083" y="510"/>
                    </a:lnTo>
                    <a:lnTo>
                      <a:pt x="1081" y="509"/>
                    </a:lnTo>
                    <a:lnTo>
                      <a:pt x="1079" y="508"/>
                    </a:lnTo>
                    <a:lnTo>
                      <a:pt x="1077" y="507"/>
                    </a:lnTo>
                    <a:lnTo>
                      <a:pt x="1076" y="507"/>
                    </a:lnTo>
                    <a:lnTo>
                      <a:pt x="1074" y="507"/>
                    </a:lnTo>
                    <a:lnTo>
                      <a:pt x="1072" y="507"/>
                    </a:lnTo>
                    <a:lnTo>
                      <a:pt x="1071" y="507"/>
                    </a:lnTo>
                    <a:lnTo>
                      <a:pt x="1070" y="506"/>
                    </a:lnTo>
                    <a:lnTo>
                      <a:pt x="1068" y="506"/>
                    </a:lnTo>
                    <a:lnTo>
                      <a:pt x="1066" y="505"/>
                    </a:lnTo>
                    <a:lnTo>
                      <a:pt x="1065" y="505"/>
                    </a:lnTo>
                    <a:lnTo>
                      <a:pt x="1064" y="504"/>
                    </a:lnTo>
                    <a:lnTo>
                      <a:pt x="1064" y="502"/>
                    </a:lnTo>
                    <a:lnTo>
                      <a:pt x="1063" y="502"/>
                    </a:lnTo>
                    <a:lnTo>
                      <a:pt x="1062" y="501"/>
                    </a:lnTo>
                    <a:lnTo>
                      <a:pt x="1061" y="500"/>
                    </a:lnTo>
                    <a:lnTo>
                      <a:pt x="1061" y="498"/>
                    </a:lnTo>
                    <a:lnTo>
                      <a:pt x="1063" y="497"/>
                    </a:lnTo>
                    <a:lnTo>
                      <a:pt x="1066" y="496"/>
                    </a:lnTo>
                    <a:lnTo>
                      <a:pt x="1067" y="495"/>
                    </a:lnTo>
                    <a:lnTo>
                      <a:pt x="1066" y="494"/>
                    </a:lnTo>
                    <a:lnTo>
                      <a:pt x="1065" y="493"/>
                    </a:lnTo>
                    <a:lnTo>
                      <a:pt x="1064" y="491"/>
                    </a:lnTo>
                    <a:lnTo>
                      <a:pt x="1063" y="490"/>
                    </a:lnTo>
                    <a:lnTo>
                      <a:pt x="1064" y="489"/>
                    </a:lnTo>
                    <a:lnTo>
                      <a:pt x="1065" y="488"/>
                    </a:lnTo>
                    <a:lnTo>
                      <a:pt x="1066" y="487"/>
                    </a:lnTo>
                    <a:lnTo>
                      <a:pt x="1067" y="486"/>
                    </a:lnTo>
                    <a:lnTo>
                      <a:pt x="1069" y="486"/>
                    </a:lnTo>
                    <a:lnTo>
                      <a:pt x="1071" y="486"/>
                    </a:lnTo>
                    <a:lnTo>
                      <a:pt x="1072" y="486"/>
                    </a:lnTo>
                    <a:lnTo>
                      <a:pt x="1073" y="485"/>
                    </a:lnTo>
                    <a:lnTo>
                      <a:pt x="1074" y="484"/>
                    </a:lnTo>
                    <a:lnTo>
                      <a:pt x="1076" y="483"/>
                    </a:lnTo>
                    <a:lnTo>
                      <a:pt x="1077" y="483"/>
                    </a:lnTo>
                    <a:lnTo>
                      <a:pt x="1079" y="484"/>
                    </a:lnTo>
                    <a:lnTo>
                      <a:pt x="1080" y="485"/>
                    </a:lnTo>
                    <a:lnTo>
                      <a:pt x="1082" y="484"/>
                    </a:lnTo>
                    <a:lnTo>
                      <a:pt x="1084" y="483"/>
                    </a:lnTo>
                    <a:lnTo>
                      <a:pt x="1086" y="482"/>
                    </a:lnTo>
                    <a:lnTo>
                      <a:pt x="1089" y="483"/>
                    </a:lnTo>
                    <a:lnTo>
                      <a:pt x="1090" y="483"/>
                    </a:lnTo>
                    <a:lnTo>
                      <a:pt x="1092" y="485"/>
                    </a:lnTo>
                    <a:lnTo>
                      <a:pt x="1093" y="486"/>
                    </a:lnTo>
                    <a:lnTo>
                      <a:pt x="1094" y="487"/>
                    </a:lnTo>
                    <a:lnTo>
                      <a:pt x="1095" y="488"/>
                    </a:lnTo>
                    <a:lnTo>
                      <a:pt x="1095" y="489"/>
                    </a:lnTo>
                    <a:lnTo>
                      <a:pt x="1095" y="490"/>
                    </a:lnTo>
                    <a:lnTo>
                      <a:pt x="1097" y="491"/>
                    </a:lnTo>
                    <a:lnTo>
                      <a:pt x="1100" y="492"/>
                    </a:lnTo>
                    <a:lnTo>
                      <a:pt x="1103" y="492"/>
                    </a:lnTo>
                    <a:lnTo>
                      <a:pt x="1104" y="493"/>
                    </a:lnTo>
                    <a:lnTo>
                      <a:pt x="1104" y="495"/>
                    </a:lnTo>
                    <a:close/>
                  </a:path>
                </a:pathLst>
              </a:custGeom>
              <a:solidFill>
                <a:srgbClr val="DE8036">
                  <a:alpha val="10800"/>
                </a:srgbClr>
              </a:solidFill>
              <a:ln>
                <a:noFill/>
              </a:ln>
            </p:spPr>
            <p:txBody>
              <a:bodyPr anchor="ctr"/>
              <a:lstStyle/>
              <a:p>
                <a:pPr algn="ctr">
                  <a:buNone/>
                </a:pPr>
              </a:p>
            </p:txBody>
          </p:sp>
          <p:sp>
            <p:nvSpPr>
              <p:cNvPr id="7100" name="addition:input:99">
                <a:extLst>
                  <a:ext uri="{FF2B5EF4-FFF2-40B4-BE49-F238E27FC236}">
                    <ns2:creationId id="{936675AA-FB60-4E96-A593-137D81E70197}"/>
                  </a:ext>
                </a:extLst>
              </p:cNvPr>
              <p:cNvSpPr>
                <a:spLocks noGrp="1"/>
              </p:cNvSpPr>
              <p:nvPr/>
            </p:nvSpPr>
            <p:spPr>
              <a:xfrm>
                <a:off x="209550" y="5438775"/>
                <a:ext cx="1854952" cy="1002868"/>
              </a:xfrm>
              <a:custGeom>
                <a:rect l="l" t="t" r="r" b="b"/>
                <a:pathLst>
                  <a:path w="1127" h="535">
                    <a:moveTo>
                      <a:pt x="0" y="0"/>
                    </a:moveTo>
                    <a:moveTo>
                      <a:pt x="1126" y="518"/>
                    </a:moveTo>
                    <a:lnTo>
                      <a:pt x="1123" y="520"/>
                    </a:lnTo>
                    <a:lnTo>
                      <a:pt x="1120" y="521"/>
                    </a:lnTo>
                    <a:lnTo>
                      <a:pt x="1118" y="522"/>
                    </a:lnTo>
                    <a:lnTo>
                      <a:pt x="1118" y="523"/>
                    </a:lnTo>
                    <a:lnTo>
                      <a:pt x="1119" y="525"/>
                    </a:lnTo>
                    <a:lnTo>
                      <a:pt x="1119" y="527"/>
                    </a:lnTo>
                    <a:lnTo>
                      <a:pt x="1118" y="528"/>
                    </a:lnTo>
                    <a:lnTo>
                      <a:pt x="1115" y="529"/>
                    </a:lnTo>
                    <a:lnTo>
                      <a:pt x="1112" y="530"/>
                    </a:lnTo>
                    <a:lnTo>
                      <a:pt x="1111" y="531"/>
                    </a:lnTo>
                    <a:lnTo>
                      <a:pt x="1110" y="533"/>
                    </a:lnTo>
                    <a:lnTo>
                      <a:pt x="1108" y="534"/>
                    </a:lnTo>
                    <a:lnTo>
                      <a:pt x="1106" y="535"/>
                    </a:lnTo>
                    <a:lnTo>
                      <a:pt x="1103" y="535"/>
                    </a:lnTo>
                    <a:lnTo>
                      <a:pt x="1101" y="535"/>
                    </a:lnTo>
                    <a:lnTo>
                      <a:pt x="1099" y="534"/>
                    </a:lnTo>
                    <a:lnTo>
                      <a:pt x="1097" y="534"/>
                    </a:lnTo>
                    <a:lnTo>
                      <a:pt x="1095" y="534"/>
                    </a:lnTo>
                    <a:lnTo>
                      <a:pt x="1093" y="532"/>
                    </a:lnTo>
                    <a:lnTo>
                      <a:pt x="1092" y="532"/>
                    </a:lnTo>
                    <a:lnTo>
                      <a:pt x="1090" y="532"/>
                    </a:lnTo>
                    <a:lnTo>
                      <a:pt x="1087" y="533"/>
                    </a:lnTo>
                    <a:lnTo>
                      <a:pt x="1084" y="535"/>
                    </a:lnTo>
                    <a:lnTo>
                      <a:pt x="1081" y="534"/>
                    </a:lnTo>
                    <a:lnTo>
                      <a:pt x="1080" y="533"/>
                    </a:lnTo>
                    <a:lnTo>
                      <a:pt x="1080" y="531"/>
                    </a:lnTo>
                    <a:lnTo>
                      <a:pt x="1079" y="529"/>
                    </a:lnTo>
                    <a:lnTo>
                      <a:pt x="1078" y="528"/>
                    </a:lnTo>
                    <a:lnTo>
                      <a:pt x="1077" y="526"/>
                    </a:lnTo>
                    <a:lnTo>
                      <a:pt x="1075" y="525"/>
                    </a:lnTo>
                    <a:lnTo>
                      <a:pt x="1075" y="524"/>
                    </a:lnTo>
                    <a:lnTo>
                      <a:pt x="1075" y="522"/>
                    </a:lnTo>
                    <a:lnTo>
                      <a:pt x="1074" y="521"/>
                    </a:lnTo>
                    <a:lnTo>
                      <a:pt x="1073" y="520"/>
                    </a:lnTo>
                    <a:lnTo>
                      <a:pt x="1071" y="518"/>
                    </a:lnTo>
                    <a:lnTo>
                      <a:pt x="1071" y="517"/>
                    </a:lnTo>
                    <a:lnTo>
                      <a:pt x="1072" y="515"/>
                    </a:lnTo>
                    <a:lnTo>
                      <a:pt x="1072" y="514"/>
                    </a:lnTo>
                    <a:lnTo>
                      <a:pt x="1070" y="512"/>
                    </a:lnTo>
                    <a:lnTo>
                      <a:pt x="1069" y="510"/>
                    </a:lnTo>
                    <a:lnTo>
                      <a:pt x="1069" y="508"/>
                    </a:lnTo>
                    <a:lnTo>
                      <a:pt x="1071" y="507"/>
                    </a:lnTo>
                    <a:lnTo>
                      <a:pt x="1075" y="507"/>
                    </a:lnTo>
                    <a:lnTo>
                      <a:pt x="1079" y="507"/>
                    </a:lnTo>
                    <a:lnTo>
                      <a:pt x="1081" y="507"/>
                    </a:lnTo>
                    <a:lnTo>
                      <a:pt x="1082" y="506"/>
                    </a:lnTo>
                    <a:lnTo>
                      <a:pt x="1083" y="505"/>
                    </a:lnTo>
                    <a:lnTo>
                      <a:pt x="1085" y="503"/>
                    </a:lnTo>
                    <a:lnTo>
                      <a:pt x="1087" y="503"/>
                    </a:lnTo>
                    <a:lnTo>
                      <a:pt x="1089" y="502"/>
                    </a:lnTo>
                    <a:lnTo>
                      <a:pt x="1092" y="500"/>
                    </a:lnTo>
                    <a:lnTo>
                      <a:pt x="1094" y="500"/>
                    </a:lnTo>
                    <a:lnTo>
                      <a:pt x="1097" y="500"/>
                    </a:lnTo>
                    <a:lnTo>
                      <a:pt x="1100" y="501"/>
                    </a:lnTo>
                    <a:lnTo>
                      <a:pt x="1102" y="502"/>
                    </a:lnTo>
                    <a:lnTo>
                      <a:pt x="1105" y="503"/>
                    </a:lnTo>
                    <a:lnTo>
                      <a:pt x="1108" y="503"/>
                    </a:lnTo>
                    <a:lnTo>
                      <a:pt x="1111" y="503"/>
                    </a:lnTo>
                    <a:lnTo>
                      <a:pt x="1113" y="504"/>
                    </a:lnTo>
                    <a:lnTo>
                      <a:pt x="1114" y="506"/>
                    </a:lnTo>
                    <a:lnTo>
                      <a:pt x="1114" y="508"/>
                    </a:lnTo>
                    <a:lnTo>
                      <a:pt x="1115" y="509"/>
                    </a:lnTo>
                    <a:lnTo>
                      <a:pt x="1118" y="509"/>
                    </a:lnTo>
                    <a:lnTo>
                      <a:pt x="1121" y="510"/>
                    </a:lnTo>
                    <a:lnTo>
                      <a:pt x="1124" y="510"/>
                    </a:lnTo>
                    <a:lnTo>
                      <a:pt x="1126" y="512"/>
                    </a:lnTo>
                    <a:lnTo>
                      <a:pt x="1126" y="513"/>
                    </a:lnTo>
                    <a:lnTo>
                      <a:pt x="1127" y="515"/>
                    </a:lnTo>
                    <a:lnTo>
                      <a:pt x="1127" y="516"/>
                    </a:lnTo>
                    <a:close/>
                  </a:path>
                </a:pathLst>
              </a:custGeom>
              <a:solidFill>
                <a:srgbClr val="DE8036">
                  <a:alpha val="10800"/>
                </a:srgbClr>
              </a:solidFill>
              <a:ln>
                <a:noFill/>
              </a:ln>
            </p:spPr>
            <p:txBody>
              <a:bodyPr anchor="ctr"/>
              <a:lstStyle/>
              <a:p>
                <a:pPr algn="ctr">
                  <a:buNone/>
                </a:pPr>
              </a:p>
            </p:txBody>
          </p:sp>
          <p:sp>
            <p:nvSpPr>
              <p:cNvPr id="7101" name="addition:input:100">
                <a:extLst>
                  <a:ext uri="{FF2B5EF4-FFF2-40B4-BE49-F238E27FC236}">
                    <ns2:creationId id="{5223B839-0FE9-425C-AF8B-57A1925024C5}"/>
                  </a:ext>
                </a:extLst>
              </p:cNvPr>
              <p:cNvSpPr>
                <a:spLocks noGrp="1"/>
              </p:cNvSpPr>
              <p:nvPr/>
            </p:nvSpPr>
            <p:spPr>
              <a:xfrm>
                <a:off x="209550" y="5438775"/>
                <a:ext cx="1782531" cy="1015990"/>
              </a:xfrm>
              <a:custGeom>
                <a:rect l="l" t="t" r="r" b="b"/>
                <a:pathLst>
                  <a:path w="1083" h="542">
                    <a:moveTo>
                      <a:pt x="0" y="0"/>
                    </a:moveTo>
                    <a:moveTo>
                      <a:pt x="1080" y="528"/>
                    </a:moveTo>
                    <a:lnTo>
                      <a:pt x="1079" y="529"/>
                    </a:lnTo>
                    <a:lnTo>
                      <a:pt x="1079" y="530"/>
                    </a:lnTo>
                    <a:lnTo>
                      <a:pt x="1078" y="531"/>
                    </a:lnTo>
                    <a:lnTo>
                      <a:pt x="1078" y="532"/>
                    </a:lnTo>
                    <a:lnTo>
                      <a:pt x="1077" y="533"/>
                    </a:lnTo>
                    <a:lnTo>
                      <a:pt x="1077" y="535"/>
                    </a:lnTo>
                    <a:lnTo>
                      <a:pt x="1078" y="537"/>
                    </a:lnTo>
                    <a:lnTo>
                      <a:pt x="1079" y="539"/>
                    </a:lnTo>
                    <a:lnTo>
                      <a:pt x="1078" y="540"/>
                    </a:lnTo>
                    <a:lnTo>
                      <a:pt x="1075" y="540"/>
                    </a:lnTo>
                    <a:lnTo>
                      <a:pt x="1072" y="539"/>
                    </a:lnTo>
                    <a:lnTo>
                      <a:pt x="1069" y="539"/>
                    </a:lnTo>
                    <a:lnTo>
                      <a:pt x="1068" y="539"/>
                    </a:lnTo>
                    <a:lnTo>
                      <a:pt x="1067" y="540"/>
                    </a:lnTo>
                    <a:lnTo>
                      <a:pt x="1065" y="541"/>
                    </a:lnTo>
                    <a:lnTo>
                      <a:pt x="1064" y="541"/>
                    </a:lnTo>
                    <a:lnTo>
                      <a:pt x="1062" y="541"/>
                    </a:lnTo>
                    <a:lnTo>
                      <a:pt x="1060" y="541"/>
                    </a:lnTo>
                    <a:lnTo>
                      <a:pt x="1058" y="542"/>
                    </a:lnTo>
                    <a:lnTo>
                      <a:pt x="1056" y="542"/>
                    </a:lnTo>
                    <a:lnTo>
                      <a:pt x="1054" y="542"/>
                    </a:lnTo>
                    <a:lnTo>
                      <a:pt x="1052" y="541"/>
                    </a:lnTo>
                    <a:lnTo>
                      <a:pt x="1050" y="540"/>
                    </a:lnTo>
                    <a:lnTo>
                      <a:pt x="1048" y="540"/>
                    </a:lnTo>
                    <a:lnTo>
                      <a:pt x="1046" y="540"/>
                    </a:lnTo>
                    <a:lnTo>
                      <a:pt x="1043" y="539"/>
                    </a:lnTo>
                    <a:lnTo>
                      <a:pt x="1043" y="537"/>
                    </a:lnTo>
                    <a:lnTo>
                      <a:pt x="1043" y="535"/>
                    </a:lnTo>
                    <a:lnTo>
                      <a:pt x="1044" y="534"/>
                    </a:lnTo>
                    <a:lnTo>
                      <a:pt x="1043" y="533"/>
                    </a:lnTo>
                    <a:lnTo>
                      <a:pt x="1041" y="532"/>
                    </a:lnTo>
                    <a:lnTo>
                      <a:pt x="1037" y="531"/>
                    </a:lnTo>
                    <a:lnTo>
                      <a:pt x="1035" y="530"/>
                    </a:lnTo>
                    <a:lnTo>
                      <a:pt x="1034" y="529"/>
                    </a:lnTo>
                    <a:lnTo>
                      <a:pt x="1033" y="528"/>
                    </a:lnTo>
                    <a:lnTo>
                      <a:pt x="1033" y="526"/>
                    </a:lnTo>
                    <a:lnTo>
                      <a:pt x="1033" y="525"/>
                    </a:lnTo>
                    <a:lnTo>
                      <a:pt x="1034" y="524"/>
                    </a:lnTo>
                    <a:lnTo>
                      <a:pt x="1036" y="523"/>
                    </a:lnTo>
                    <a:lnTo>
                      <a:pt x="1039" y="522"/>
                    </a:lnTo>
                    <a:lnTo>
                      <a:pt x="1040" y="521"/>
                    </a:lnTo>
                    <a:lnTo>
                      <a:pt x="1041" y="520"/>
                    </a:lnTo>
                    <a:lnTo>
                      <a:pt x="1041" y="518"/>
                    </a:lnTo>
                    <a:lnTo>
                      <a:pt x="1042" y="517"/>
                    </a:lnTo>
                    <a:lnTo>
                      <a:pt x="1045" y="517"/>
                    </a:lnTo>
                    <a:lnTo>
                      <a:pt x="1048" y="517"/>
                    </a:lnTo>
                    <a:lnTo>
                      <a:pt x="1050" y="517"/>
                    </a:lnTo>
                    <a:lnTo>
                      <a:pt x="1051" y="515"/>
                    </a:lnTo>
                    <a:lnTo>
                      <a:pt x="1053" y="513"/>
                    </a:lnTo>
                    <a:lnTo>
                      <a:pt x="1055" y="512"/>
                    </a:lnTo>
                    <a:lnTo>
                      <a:pt x="1057" y="511"/>
                    </a:lnTo>
                    <a:lnTo>
                      <a:pt x="1060" y="512"/>
                    </a:lnTo>
                    <a:lnTo>
                      <a:pt x="1062" y="513"/>
                    </a:lnTo>
                    <a:lnTo>
                      <a:pt x="1065" y="514"/>
                    </a:lnTo>
                    <a:lnTo>
                      <a:pt x="1067" y="514"/>
                    </a:lnTo>
                    <a:lnTo>
                      <a:pt x="1068" y="515"/>
                    </a:lnTo>
                    <a:lnTo>
                      <a:pt x="1069" y="516"/>
                    </a:lnTo>
                    <a:lnTo>
                      <a:pt x="1071" y="517"/>
                    </a:lnTo>
                    <a:lnTo>
                      <a:pt x="1073" y="517"/>
                    </a:lnTo>
                    <a:lnTo>
                      <a:pt x="1076" y="517"/>
                    </a:lnTo>
                    <a:lnTo>
                      <a:pt x="1079" y="516"/>
                    </a:lnTo>
                    <a:lnTo>
                      <a:pt x="1080" y="517"/>
                    </a:lnTo>
                    <a:lnTo>
                      <a:pt x="1080" y="519"/>
                    </a:lnTo>
                    <a:lnTo>
                      <a:pt x="1080" y="520"/>
                    </a:lnTo>
                    <a:lnTo>
                      <a:pt x="1080" y="522"/>
                    </a:lnTo>
                    <a:lnTo>
                      <a:pt x="1081" y="523"/>
                    </a:lnTo>
                    <a:lnTo>
                      <a:pt x="1083" y="524"/>
                    </a:lnTo>
                    <a:lnTo>
                      <a:pt x="1083" y="525"/>
                    </a:lnTo>
                    <a:lnTo>
                      <a:pt x="1082" y="526"/>
                    </a:lnTo>
                    <a:close/>
                  </a:path>
                </a:pathLst>
              </a:custGeom>
              <a:solidFill>
                <a:srgbClr val="DE8036">
                  <a:alpha val="10800"/>
                </a:srgbClr>
              </a:solidFill>
              <a:ln>
                <a:noFill/>
              </a:ln>
            </p:spPr>
            <p:txBody>
              <a:bodyPr anchor="ctr"/>
              <a:lstStyle/>
              <a:p>
                <a:pPr algn="ctr">
                  <a:buNone/>
                </a:pPr>
              </a:p>
            </p:txBody>
          </p:sp>
          <p:sp>
            <p:nvSpPr>
              <p:cNvPr id="7102" name="addition:input:101">
                <a:extLst>
                  <a:ext uri="{FF2B5EF4-FFF2-40B4-BE49-F238E27FC236}">
                    <ns2:creationId id="{7526175E-A621-4419-BF0A-F9F6522072A2}"/>
                  </a:ext>
                </a:extLst>
              </p:cNvPr>
              <p:cNvSpPr>
                <a:spLocks noGrp="1"/>
              </p:cNvSpPr>
              <p:nvPr/>
            </p:nvSpPr>
            <p:spPr>
              <a:xfrm>
                <a:off x="209550" y="5438775"/>
                <a:ext cx="1752905" cy="1589593"/>
              </a:xfrm>
              <a:custGeom>
                <a:rect l="l" t="t" r="r" b="b"/>
                <a:pathLst>
                  <a:path w="1065" h="848">
                    <a:moveTo>
                      <a:pt x="0" y="0"/>
                    </a:moveTo>
                    <a:moveTo>
                      <a:pt x="203" y="266"/>
                    </a:moveTo>
                    <a:lnTo>
                      <a:pt x="1065" y="266"/>
                    </a:lnTo>
                    <a:lnTo>
                      <a:pt x="1065" y="848"/>
                    </a:lnTo>
                    <a:lnTo>
                      <a:pt x="203" y="762"/>
                    </a:lnTo>
                    <a:close/>
                  </a:path>
                </a:pathLst>
              </a:custGeom>
              <a:solidFill>
                <a:srgbClr val="7AB5D7">
                  <a:alpha val="4500"/>
                </a:srgbClr>
              </a:solidFill>
              <a:ln w="2199">
                <a:solidFill>
                  <a:srgbClr val="338EC1">
                    <a:alpha val="28000"/>
                  </a:srgbClr>
                </a:solidFill>
              </a:ln>
            </p:spPr>
            <p:txBody>
              <a:bodyPr anchor="ctr"/>
              <a:lstStyle/>
              <a:p>
                <a:pPr algn="ctr">
                  <a:buNone/>
                </a:pPr>
              </a:p>
            </p:txBody>
          </p:sp>
          <p:sp>
            <p:nvSpPr>
              <p:cNvPr id="7103" name="addition:input:102">
                <a:extLst>
                  <a:ext uri="{FF2B5EF4-FFF2-40B4-BE49-F238E27FC236}">
                    <ns2:creationId id="{A198628E-CD12-4E68-B032-BB6652349B17}"/>
                  </a:ext>
                </a:extLst>
              </p:cNvPr>
              <p:cNvSpPr>
                <a:spLocks noGrp="1"/>
              </p:cNvSpPr>
              <p:nvPr/>
            </p:nvSpPr>
            <p:spPr>
              <a:xfrm>
                <a:off x="209550" y="5438775"/>
                <a:ext cx="1910913" cy="1486494"/>
              </a:xfrm>
              <a:custGeom>
                <a:rect l="l" t="t" r="r" b="b"/>
                <a:pathLst>
                  <a:path w="1161" h="793">
                    <a:moveTo>
                      <a:pt x="0" y="0"/>
                    </a:moveTo>
                    <a:moveTo>
                      <a:pt x="299" y="211"/>
                    </a:moveTo>
                    <a:lnTo>
                      <a:pt x="1161" y="211"/>
                    </a:lnTo>
                    <a:lnTo>
                      <a:pt x="1161" y="793"/>
                    </a:lnTo>
                    <a:lnTo>
                      <a:pt x="299" y="707"/>
                    </a:lnTo>
                    <a:close/>
                  </a:path>
                </a:pathLst>
              </a:custGeom>
              <a:solidFill>
                <a:srgbClr val="7AB5D7">
                  <a:alpha val="4500"/>
                </a:srgbClr>
              </a:solidFill>
              <a:ln w="2199">
                <a:solidFill>
                  <a:srgbClr val="338EC1">
                    <a:alpha val="28000"/>
                  </a:srgbClr>
                </a:solidFill>
              </a:ln>
            </p:spPr>
            <p:txBody>
              <a:bodyPr anchor="ctr"/>
              <a:lstStyle/>
              <a:p>
                <a:pPr algn="ctr">
                  <a:buNone/>
                </a:pPr>
              </a:p>
            </p:txBody>
          </p:sp>
          <p:sp>
            <p:nvSpPr>
              <p:cNvPr id="7104" name="addition:input:103">
                <a:extLst>
                  <a:ext uri="{FF2B5EF4-FFF2-40B4-BE49-F238E27FC236}">
                    <ns2:creationId id="{D93B1777-9A03-49BE-9876-38B4A5F1936F}"/>
                  </a:ext>
                </a:extLst>
              </p:cNvPr>
              <p:cNvSpPr>
                <a:spLocks noGrp="1"/>
              </p:cNvSpPr>
              <p:nvPr/>
            </p:nvSpPr>
            <p:spPr>
              <a:xfrm>
                <a:off x="209550" y="5438775"/>
                <a:ext cx="2070567" cy="1381521"/>
              </a:xfrm>
              <a:custGeom>
                <a:rect l="l" t="t" r="r" b="b"/>
                <a:pathLst>
                  <a:path w="1258" h="737">
                    <a:moveTo>
                      <a:pt x="0" y="0"/>
                    </a:moveTo>
                    <a:moveTo>
                      <a:pt x="396" y="155"/>
                    </a:moveTo>
                    <a:lnTo>
                      <a:pt x="1258" y="155"/>
                    </a:lnTo>
                    <a:lnTo>
                      <a:pt x="1258" y="737"/>
                    </a:lnTo>
                    <a:lnTo>
                      <a:pt x="396" y="651"/>
                    </a:lnTo>
                    <a:close/>
                  </a:path>
                </a:pathLst>
              </a:custGeom>
              <a:solidFill>
                <a:srgbClr val="7AB5D7">
                  <a:alpha val="4500"/>
                </a:srgbClr>
              </a:solidFill>
              <a:ln w="2199">
                <a:solidFill>
                  <a:srgbClr val="338EC1">
                    <a:alpha val="28000"/>
                  </a:srgbClr>
                </a:solidFill>
              </a:ln>
            </p:spPr>
            <p:txBody>
              <a:bodyPr anchor="ctr"/>
              <a:lstStyle/>
              <a:p>
                <a:pPr algn="ctr">
                  <a:buNone/>
                </a:pPr>
              </a:p>
            </p:txBody>
          </p:sp>
          <p:sp>
            <p:nvSpPr>
              <p:cNvPr id="7105" name="addition:input:104">
                <a:extLst>
                  <a:ext uri="{FF2B5EF4-FFF2-40B4-BE49-F238E27FC236}">
                    <ns2:creationId id="{02676330-45A4-47CE-9335-D1663162C82C}"/>
                  </a:ext>
                </a:extLst>
              </p:cNvPr>
              <p:cNvSpPr>
                <a:spLocks noGrp="1"/>
              </p:cNvSpPr>
              <p:nvPr/>
            </p:nvSpPr>
            <p:spPr>
              <a:xfrm>
                <a:off x="209550" y="5438775"/>
                <a:ext cx="2228576" cy="1278423"/>
              </a:xfrm>
              <a:custGeom>
                <a:rect l="l" t="t" r="r" b="b"/>
                <a:pathLst>
                  <a:path w="1354" h="682">
                    <a:moveTo>
                      <a:pt x="0" y="0"/>
                    </a:moveTo>
                    <a:moveTo>
                      <a:pt x="492" y="100"/>
                    </a:moveTo>
                    <a:lnTo>
                      <a:pt x="1354" y="100"/>
                    </a:lnTo>
                    <a:lnTo>
                      <a:pt x="1354" y="682"/>
                    </a:lnTo>
                    <a:lnTo>
                      <a:pt x="492" y="596"/>
                    </a:lnTo>
                    <a:close/>
                  </a:path>
                </a:pathLst>
              </a:custGeom>
              <a:solidFill>
                <a:srgbClr val="7AB5D7">
                  <a:alpha val="4500"/>
                </a:srgbClr>
              </a:solidFill>
              <a:ln w="2199">
                <a:solidFill>
                  <a:srgbClr val="338EC1">
                    <a:alpha val="28000"/>
                  </a:srgbClr>
                </a:solidFill>
              </a:ln>
            </p:spPr>
            <p:txBody>
              <a:bodyPr anchor="ctr"/>
              <a:lstStyle/>
              <a:p>
                <a:pPr algn="ctr">
                  <a:buNone/>
                </a:pPr>
              </a:p>
            </p:txBody>
          </p:sp>
          <p:sp>
            <p:nvSpPr>
              <p:cNvPr id="7106" name="addition:input:105">
                <a:extLst>
                  <a:ext uri="{FF2B5EF4-FFF2-40B4-BE49-F238E27FC236}">
                    <ns2:creationId id="{568BE359-47D8-45B7-AB72-F4984BF019FF}"/>
                  </a:ext>
                </a:extLst>
              </p:cNvPr>
              <p:cNvSpPr>
                <a:spLocks noGrp="1"/>
              </p:cNvSpPr>
              <p:nvPr/>
            </p:nvSpPr>
            <p:spPr>
              <a:xfrm>
                <a:off x="209550" y="5438775"/>
                <a:ext cx="870692" cy="1392768"/>
              </a:xfrm>
              <a:custGeom>
                <a:rect l="l" t="t" r="r" b="b"/>
                <a:pathLst>
                  <a:path w="529" h="743">
                    <a:moveTo>
                      <a:pt x="0" y="0"/>
                    </a:moveTo>
                    <a:moveTo>
                      <a:pt x="529" y="580"/>
                    </a:moveTo>
                    <a:lnTo>
                      <a:pt x="518" y="596"/>
                    </a:lnTo>
                    <a:lnTo>
                      <a:pt x="493" y="608"/>
                    </a:lnTo>
                    <a:lnTo>
                      <a:pt x="467" y="617"/>
                    </a:lnTo>
                    <a:lnTo>
                      <a:pt x="451" y="626"/>
                    </a:lnTo>
                    <a:lnTo>
                      <a:pt x="449" y="639"/>
                    </a:lnTo>
                    <a:lnTo>
                      <a:pt x="452" y="655"/>
                    </a:lnTo>
                    <a:lnTo>
                      <a:pt x="450" y="672"/>
                    </a:lnTo>
                    <a:lnTo>
                      <a:pt x="441" y="685"/>
                    </a:lnTo>
                    <a:lnTo>
                      <a:pt x="431" y="697"/>
                    </a:lnTo>
                    <a:lnTo>
                      <a:pt x="421" y="711"/>
                    </a:lnTo>
                    <a:lnTo>
                      <a:pt x="410" y="725"/>
                    </a:lnTo>
                    <a:lnTo>
                      <a:pt x="395" y="733"/>
                    </a:lnTo>
                    <a:lnTo>
                      <a:pt x="376" y="732"/>
                    </a:lnTo>
                    <a:lnTo>
                      <a:pt x="358" y="728"/>
                    </a:lnTo>
                    <a:lnTo>
                      <a:pt x="343" y="727"/>
                    </a:lnTo>
                    <a:lnTo>
                      <a:pt x="330" y="734"/>
                    </a:lnTo>
                    <a:lnTo>
                      <a:pt x="317" y="743"/>
                    </a:lnTo>
                    <a:lnTo>
                      <a:pt x="303" y="743"/>
                    </a:lnTo>
                    <a:lnTo>
                      <a:pt x="290" y="732"/>
                    </a:lnTo>
                    <a:lnTo>
                      <a:pt x="281" y="716"/>
                    </a:lnTo>
                    <a:lnTo>
                      <a:pt x="273" y="706"/>
                    </a:lnTo>
                    <a:lnTo>
                      <a:pt x="260" y="709"/>
                    </a:lnTo>
                    <a:lnTo>
                      <a:pt x="241" y="718"/>
                    </a:lnTo>
                    <a:lnTo>
                      <a:pt x="222" y="723"/>
                    </a:lnTo>
                    <a:lnTo>
                      <a:pt x="206" y="719"/>
                    </a:lnTo>
                    <a:lnTo>
                      <a:pt x="196" y="707"/>
                    </a:lnTo>
                    <a:lnTo>
                      <a:pt x="189" y="694"/>
                    </a:lnTo>
                    <a:lnTo>
                      <a:pt x="182" y="680"/>
                    </a:lnTo>
                    <a:lnTo>
                      <a:pt x="178" y="665"/>
                    </a:lnTo>
                    <a:lnTo>
                      <a:pt x="181" y="647"/>
                    </a:lnTo>
                    <a:lnTo>
                      <a:pt x="189" y="629"/>
                    </a:lnTo>
                    <a:lnTo>
                      <a:pt x="193" y="615"/>
                    </a:lnTo>
                    <a:lnTo>
                      <a:pt x="185" y="604"/>
                    </a:lnTo>
                    <a:lnTo>
                      <a:pt x="166" y="594"/>
                    </a:lnTo>
                    <a:lnTo>
                      <a:pt x="149" y="580"/>
                    </a:lnTo>
                    <a:lnTo>
                      <a:pt x="143" y="565"/>
                    </a:lnTo>
                    <a:lnTo>
                      <a:pt x="151" y="551"/>
                    </a:lnTo>
                    <a:lnTo>
                      <a:pt x="160" y="539"/>
                    </a:lnTo>
                    <a:lnTo>
                      <a:pt x="162" y="526"/>
                    </a:lnTo>
                    <a:lnTo>
                      <a:pt x="157" y="509"/>
                    </a:lnTo>
                    <a:lnTo>
                      <a:pt x="153" y="491"/>
                    </a:lnTo>
                    <a:lnTo>
                      <a:pt x="158" y="477"/>
                    </a:lnTo>
                    <a:lnTo>
                      <a:pt x="172" y="469"/>
                    </a:lnTo>
                    <a:lnTo>
                      <a:pt x="190" y="466"/>
                    </a:lnTo>
                    <a:lnTo>
                      <a:pt x="204" y="461"/>
                    </a:lnTo>
                    <a:lnTo>
                      <a:pt x="217" y="456"/>
                    </a:lnTo>
                    <a:lnTo>
                      <a:pt x="231" y="452"/>
                    </a:lnTo>
                    <a:lnTo>
                      <a:pt x="246" y="452"/>
                    </a:lnTo>
                    <a:lnTo>
                      <a:pt x="260" y="451"/>
                    </a:lnTo>
                    <a:lnTo>
                      <a:pt x="272" y="441"/>
                    </a:lnTo>
                    <a:lnTo>
                      <a:pt x="284" y="422"/>
                    </a:lnTo>
                    <a:lnTo>
                      <a:pt x="300" y="402"/>
                    </a:lnTo>
                    <a:lnTo>
                      <a:pt x="320" y="392"/>
                    </a:lnTo>
                    <a:lnTo>
                      <a:pt x="339" y="400"/>
                    </a:lnTo>
                    <a:lnTo>
                      <a:pt x="355" y="419"/>
                    </a:lnTo>
                    <a:lnTo>
                      <a:pt x="369" y="435"/>
                    </a:lnTo>
                    <a:lnTo>
                      <a:pt x="383" y="443"/>
                    </a:lnTo>
                    <a:lnTo>
                      <a:pt x="401" y="446"/>
                    </a:lnTo>
                    <a:lnTo>
                      <a:pt x="418" y="450"/>
                    </a:lnTo>
                    <a:lnTo>
                      <a:pt x="431" y="460"/>
                    </a:lnTo>
                    <a:lnTo>
                      <a:pt x="440" y="473"/>
                    </a:lnTo>
                    <a:lnTo>
                      <a:pt x="450" y="484"/>
                    </a:lnTo>
                    <a:lnTo>
                      <a:pt x="464" y="491"/>
                    </a:lnTo>
                    <a:lnTo>
                      <a:pt x="479" y="500"/>
                    </a:lnTo>
                    <a:lnTo>
                      <a:pt x="488" y="511"/>
                    </a:lnTo>
                    <a:lnTo>
                      <a:pt x="492" y="525"/>
                    </a:lnTo>
                    <a:lnTo>
                      <a:pt x="497" y="538"/>
                    </a:lnTo>
                    <a:lnTo>
                      <a:pt x="508" y="551"/>
                    </a:lnTo>
                    <a:lnTo>
                      <a:pt x="522" y="564"/>
                    </a:lnTo>
                    <a:close/>
                  </a:path>
                </a:pathLst>
              </a:custGeom>
              <a:solidFill>
                <a:srgbClr val="A7CEE4">
                  <a:alpha val="43000"/>
                </a:srgbClr>
              </a:solidFill>
              <a:ln>
                <a:noFill/>
              </a:ln>
            </p:spPr>
            <p:txBody>
              <a:bodyPr anchor="ctr"/>
              <a:lstStyle/>
              <a:p>
                <a:pPr algn="ctr">
                  <a:buNone/>
                </a:pPr>
              </a:p>
            </p:txBody>
          </p:sp>
          <p:sp>
            <p:nvSpPr>
              <p:cNvPr id="7107" name="addition:input:106">
                <a:extLst>
                  <a:ext uri="{FF2B5EF4-FFF2-40B4-BE49-F238E27FC236}">
                    <ns2:creationId id="{EE7E091D-2E9F-4F2B-A6AF-DC09E7E454B2}"/>
                  </a:ext>
                </a:extLst>
              </p:cNvPr>
              <p:cNvSpPr>
                <a:spLocks noGrp="1"/>
              </p:cNvSpPr>
              <p:nvPr/>
            </p:nvSpPr>
            <p:spPr>
              <a:xfrm>
                <a:off x="209550" y="5438775"/>
                <a:ext cx="806501" cy="1372149"/>
              </a:xfrm>
              <a:custGeom>
                <a:rect l="l" t="t" r="r" b="b"/>
                <a:pathLst>
                  <a:path w="490" h="732">
                    <a:moveTo>
                      <a:pt x="0" y="0"/>
                    </a:moveTo>
                    <a:moveTo>
                      <a:pt x="464" y="585"/>
                    </a:moveTo>
                    <a:lnTo>
                      <a:pt x="458" y="597"/>
                    </a:lnTo>
                    <a:lnTo>
                      <a:pt x="452" y="608"/>
                    </a:lnTo>
                    <a:lnTo>
                      <a:pt x="444" y="618"/>
                    </a:lnTo>
                    <a:lnTo>
                      <a:pt x="434" y="628"/>
                    </a:lnTo>
                    <a:lnTo>
                      <a:pt x="428" y="638"/>
                    </a:lnTo>
                    <a:lnTo>
                      <a:pt x="427" y="651"/>
                    </a:lnTo>
                    <a:lnTo>
                      <a:pt x="426" y="666"/>
                    </a:lnTo>
                    <a:lnTo>
                      <a:pt x="420" y="679"/>
                    </a:lnTo>
                    <a:lnTo>
                      <a:pt x="406" y="685"/>
                    </a:lnTo>
                    <a:lnTo>
                      <a:pt x="391" y="688"/>
                    </a:lnTo>
                    <a:lnTo>
                      <a:pt x="379" y="694"/>
                    </a:lnTo>
                    <a:lnTo>
                      <a:pt x="372" y="707"/>
                    </a:lnTo>
                    <a:lnTo>
                      <a:pt x="365" y="723"/>
                    </a:lnTo>
                    <a:lnTo>
                      <a:pt x="353" y="732"/>
                    </a:lnTo>
                    <a:lnTo>
                      <a:pt x="338" y="729"/>
                    </a:lnTo>
                    <a:lnTo>
                      <a:pt x="323" y="717"/>
                    </a:lnTo>
                    <a:lnTo>
                      <a:pt x="311" y="705"/>
                    </a:lnTo>
                    <a:lnTo>
                      <a:pt x="301" y="701"/>
                    </a:lnTo>
                    <a:lnTo>
                      <a:pt x="291" y="703"/>
                    </a:lnTo>
                    <a:lnTo>
                      <a:pt x="281" y="705"/>
                    </a:lnTo>
                    <a:lnTo>
                      <a:pt x="270" y="705"/>
                    </a:lnTo>
                    <a:lnTo>
                      <a:pt x="259" y="706"/>
                    </a:lnTo>
                    <a:lnTo>
                      <a:pt x="245" y="708"/>
                    </a:lnTo>
                    <a:lnTo>
                      <a:pt x="228" y="711"/>
                    </a:lnTo>
                    <a:lnTo>
                      <a:pt x="214" y="707"/>
                    </a:lnTo>
                    <a:lnTo>
                      <a:pt x="207" y="695"/>
                    </a:lnTo>
                    <a:lnTo>
                      <a:pt x="209" y="677"/>
                    </a:lnTo>
                    <a:lnTo>
                      <a:pt x="212" y="660"/>
                    </a:lnTo>
                    <a:lnTo>
                      <a:pt x="208" y="648"/>
                    </a:lnTo>
                    <a:lnTo>
                      <a:pt x="197" y="641"/>
                    </a:lnTo>
                    <a:lnTo>
                      <a:pt x="184" y="633"/>
                    </a:lnTo>
                    <a:lnTo>
                      <a:pt x="179" y="621"/>
                    </a:lnTo>
                    <a:lnTo>
                      <a:pt x="182" y="608"/>
                    </a:lnTo>
                    <a:lnTo>
                      <a:pt x="188" y="596"/>
                    </a:lnTo>
                    <a:lnTo>
                      <a:pt x="187" y="585"/>
                    </a:lnTo>
                    <a:lnTo>
                      <a:pt x="179" y="574"/>
                    </a:lnTo>
                    <a:lnTo>
                      <a:pt x="169" y="561"/>
                    </a:lnTo>
                    <a:lnTo>
                      <a:pt x="163" y="547"/>
                    </a:lnTo>
                    <a:lnTo>
                      <a:pt x="164" y="534"/>
                    </a:lnTo>
                    <a:lnTo>
                      <a:pt x="165" y="522"/>
                    </a:lnTo>
                    <a:lnTo>
                      <a:pt x="167" y="508"/>
                    </a:lnTo>
                    <a:lnTo>
                      <a:pt x="172" y="496"/>
                    </a:lnTo>
                    <a:lnTo>
                      <a:pt x="184" y="489"/>
                    </a:lnTo>
                    <a:lnTo>
                      <a:pt x="203" y="490"/>
                    </a:lnTo>
                    <a:lnTo>
                      <a:pt x="223" y="495"/>
                    </a:lnTo>
                    <a:lnTo>
                      <a:pt x="236" y="495"/>
                    </a:lnTo>
                    <a:lnTo>
                      <a:pt x="241" y="484"/>
                    </a:lnTo>
                    <a:lnTo>
                      <a:pt x="245" y="466"/>
                    </a:lnTo>
                    <a:lnTo>
                      <a:pt x="253" y="450"/>
                    </a:lnTo>
                    <a:lnTo>
                      <a:pt x="267" y="444"/>
                    </a:lnTo>
                    <a:lnTo>
                      <a:pt x="283" y="446"/>
                    </a:lnTo>
                    <a:lnTo>
                      <a:pt x="298" y="448"/>
                    </a:lnTo>
                    <a:lnTo>
                      <a:pt x="313" y="446"/>
                    </a:lnTo>
                    <a:lnTo>
                      <a:pt x="329" y="444"/>
                    </a:lnTo>
                    <a:lnTo>
                      <a:pt x="345" y="445"/>
                    </a:lnTo>
                    <a:lnTo>
                      <a:pt x="360" y="452"/>
                    </a:lnTo>
                    <a:lnTo>
                      <a:pt x="372" y="462"/>
                    </a:lnTo>
                    <a:lnTo>
                      <a:pt x="385" y="469"/>
                    </a:lnTo>
                    <a:lnTo>
                      <a:pt x="399" y="473"/>
                    </a:lnTo>
                    <a:lnTo>
                      <a:pt x="411" y="480"/>
                    </a:lnTo>
                    <a:lnTo>
                      <a:pt x="418" y="493"/>
                    </a:lnTo>
                    <a:lnTo>
                      <a:pt x="420" y="507"/>
                    </a:lnTo>
                    <a:lnTo>
                      <a:pt x="423" y="518"/>
                    </a:lnTo>
                    <a:lnTo>
                      <a:pt x="436" y="523"/>
                    </a:lnTo>
                    <a:lnTo>
                      <a:pt x="458" y="526"/>
                    </a:lnTo>
                    <a:lnTo>
                      <a:pt x="480" y="531"/>
                    </a:lnTo>
                    <a:lnTo>
                      <a:pt x="490" y="542"/>
                    </a:lnTo>
                    <a:lnTo>
                      <a:pt x="486" y="558"/>
                    </a:lnTo>
                    <a:lnTo>
                      <a:pt x="475" y="572"/>
                    </a:lnTo>
                    <a:close/>
                  </a:path>
                </a:pathLst>
              </a:custGeom>
              <a:solidFill>
                <a:srgbClr val="59A3CD">
                  <a:alpha val="43000"/>
                </a:srgbClr>
              </a:solidFill>
              <a:ln>
                <a:noFill/>
              </a:ln>
            </p:spPr>
            <p:txBody>
              <a:bodyPr anchor="ctr"/>
              <a:lstStyle/>
              <a:p>
                <a:pPr algn="ctr">
                  <a:buNone/>
                </a:pPr>
              </a:p>
            </p:txBody>
          </p:sp>
          <p:sp>
            <p:nvSpPr>
              <p:cNvPr id="7108" name="addition:input:107">
                <a:extLst>
                  <a:ext uri="{FF2B5EF4-FFF2-40B4-BE49-F238E27FC236}">
                    <ns2:creationId id="{1027E537-BC23-4999-97B0-6CB22A15349E}"/>
                  </a:ext>
                </a:extLst>
              </p:cNvPr>
              <p:cNvSpPr>
                <a:spLocks noGrp="1"/>
              </p:cNvSpPr>
              <p:nvPr/>
            </p:nvSpPr>
            <p:spPr>
              <a:xfrm>
                <a:off x="209550" y="5438775"/>
                <a:ext cx="766999" cy="1347780"/>
              </a:xfrm>
              <a:custGeom>
                <a:rect l="l" t="t" r="r" b="b"/>
                <a:pathLst>
                  <a:path w="466" h="719">
                    <a:moveTo>
                      <a:pt x="0" y="0"/>
                    </a:moveTo>
                    <a:moveTo>
                      <a:pt x="455" y="590"/>
                    </a:moveTo>
                    <a:lnTo>
                      <a:pt x="437" y="600"/>
                    </a:lnTo>
                    <a:lnTo>
                      <a:pt x="423" y="609"/>
                    </a:lnTo>
                    <a:lnTo>
                      <a:pt x="418" y="618"/>
                    </a:lnTo>
                    <a:lnTo>
                      <a:pt x="418" y="628"/>
                    </a:lnTo>
                    <a:lnTo>
                      <a:pt x="415" y="639"/>
                    </a:lnTo>
                    <a:lnTo>
                      <a:pt x="408" y="648"/>
                    </a:lnTo>
                    <a:lnTo>
                      <a:pt x="400" y="655"/>
                    </a:lnTo>
                    <a:lnTo>
                      <a:pt x="393" y="664"/>
                    </a:lnTo>
                    <a:lnTo>
                      <a:pt x="388" y="676"/>
                    </a:lnTo>
                    <a:lnTo>
                      <a:pt x="381" y="686"/>
                    </a:lnTo>
                    <a:lnTo>
                      <a:pt x="370" y="693"/>
                    </a:lnTo>
                    <a:lnTo>
                      <a:pt x="357" y="695"/>
                    </a:lnTo>
                    <a:lnTo>
                      <a:pt x="345" y="699"/>
                    </a:lnTo>
                    <a:lnTo>
                      <a:pt x="336" y="706"/>
                    </a:lnTo>
                    <a:lnTo>
                      <a:pt x="326" y="716"/>
                    </a:lnTo>
                    <a:lnTo>
                      <a:pt x="315" y="719"/>
                    </a:lnTo>
                    <a:lnTo>
                      <a:pt x="302" y="712"/>
                    </a:lnTo>
                    <a:lnTo>
                      <a:pt x="292" y="698"/>
                    </a:lnTo>
                    <a:lnTo>
                      <a:pt x="285" y="686"/>
                    </a:lnTo>
                    <a:lnTo>
                      <a:pt x="277" y="683"/>
                    </a:lnTo>
                    <a:lnTo>
                      <a:pt x="267" y="689"/>
                    </a:lnTo>
                    <a:lnTo>
                      <a:pt x="254" y="696"/>
                    </a:lnTo>
                    <a:lnTo>
                      <a:pt x="242" y="698"/>
                    </a:lnTo>
                    <a:lnTo>
                      <a:pt x="232" y="695"/>
                    </a:lnTo>
                    <a:lnTo>
                      <a:pt x="223" y="689"/>
                    </a:lnTo>
                    <a:lnTo>
                      <a:pt x="214" y="683"/>
                    </a:lnTo>
                    <a:lnTo>
                      <a:pt x="206" y="675"/>
                    </a:lnTo>
                    <a:lnTo>
                      <a:pt x="203" y="664"/>
                    </a:lnTo>
                    <a:lnTo>
                      <a:pt x="205" y="650"/>
                    </a:lnTo>
                    <a:lnTo>
                      <a:pt x="209" y="637"/>
                    </a:lnTo>
                    <a:lnTo>
                      <a:pt x="208" y="627"/>
                    </a:lnTo>
                    <a:lnTo>
                      <a:pt x="199" y="619"/>
                    </a:lnTo>
                    <a:lnTo>
                      <a:pt x="189" y="611"/>
                    </a:lnTo>
                    <a:lnTo>
                      <a:pt x="185" y="601"/>
                    </a:lnTo>
                    <a:lnTo>
                      <a:pt x="190" y="590"/>
                    </a:lnTo>
                    <a:lnTo>
                      <a:pt x="197" y="581"/>
                    </a:lnTo>
                    <a:lnTo>
                      <a:pt x="198" y="571"/>
                    </a:lnTo>
                    <a:lnTo>
                      <a:pt x="191" y="560"/>
                    </a:lnTo>
                    <a:lnTo>
                      <a:pt x="180" y="546"/>
                    </a:lnTo>
                    <a:lnTo>
                      <a:pt x="175" y="532"/>
                    </a:lnTo>
                    <a:lnTo>
                      <a:pt x="179" y="522"/>
                    </a:lnTo>
                    <a:lnTo>
                      <a:pt x="189" y="515"/>
                    </a:lnTo>
                    <a:lnTo>
                      <a:pt x="199" y="509"/>
                    </a:lnTo>
                    <a:lnTo>
                      <a:pt x="209" y="504"/>
                    </a:lnTo>
                    <a:lnTo>
                      <a:pt x="220" y="501"/>
                    </a:lnTo>
                    <a:lnTo>
                      <a:pt x="232" y="501"/>
                    </a:lnTo>
                    <a:lnTo>
                      <a:pt x="244" y="503"/>
                    </a:lnTo>
                    <a:lnTo>
                      <a:pt x="253" y="500"/>
                    </a:lnTo>
                    <a:lnTo>
                      <a:pt x="259" y="490"/>
                    </a:lnTo>
                    <a:lnTo>
                      <a:pt x="266" y="474"/>
                    </a:lnTo>
                    <a:lnTo>
                      <a:pt x="277" y="461"/>
                    </a:lnTo>
                    <a:lnTo>
                      <a:pt x="290" y="459"/>
                    </a:lnTo>
                    <a:lnTo>
                      <a:pt x="303" y="466"/>
                    </a:lnTo>
                    <a:lnTo>
                      <a:pt x="316" y="474"/>
                    </a:lnTo>
                    <a:lnTo>
                      <a:pt x="328" y="477"/>
                    </a:lnTo>
                    <a:lnTo>
                      <a:pt x="343" y="475"/>
                    </a:lnTo>
                    <a:lnTo>
                      <a:pt x="357" y="475"/>
                    </a:lnTo>
                    <a:lnTo>
                      <a:pt x="369" y="481"/>
                    </a:lnTo>
                    <a:lnTo>
                      <a:pt x="378" y="492"/>
                    </a:lnTo>
                    <a:lnTo>
                      <a:pt x="384" y="504"/>
                    </a:lnTo>
                    <a:lnTo>
                      <a:pt x="392" y="512"/>
                    </a:lnTo>
                    <a:lnTo>
                      <a:pt x="401" y="518"/>
                    </a:lnTo>
                    <a:lnTo>
                      <a:pt x="409" y="526"/>
                    </a:lnTo>
                    <a:lnTo>
                      <a:pt x="414" y="535"/>
                    </a:lnTo>
                    <a:lnTo>
                      <a:pt x="420" y="543"/>
                    </a:lnTo>
                    <a:lnTo>
                      <a:pt x="431" y="550"/>
                    </a:lnTo>
                    <a:lnTo>
                      <a:pt x="448" y="556"/>
                    </a:lnTo>
                    <a:lnTo>
                      <a:pt x="463" y="565"/>
                    </a:lnTo>
                    <a:lnTo>
                      <a:pt x="466" y="577"/>
                    </a:lnTo>
                    <a:close/>
                  </a:path>
                </a:pathLst>
              </a:custGeom>
              <a:solidFill>
                <a:srgbClr val="0675B4">
                  <a:alpha val="35000"/>
                </a:srgbClr>
              </a:solidFill>
              <a:ln>
                <a:noFill/>
              </a:ln>
            </p:spPr>
            <p:txBody>
              <a:bodyPr anchor="ctr"/>
              <a:lstStyle/>
              <a:p>
                <a:pPr algn="ctr">
                  <a:buNone/>
                </a:pPr>
              </a:p>
            </p:txBody>
          </p:sp>
          <p:sp>
            <p:nvSpPr>
              <p:cNvPr id="7109" name="addition:input:108">
                <a:extLst>
                  <a:ext uri="{FF2B5EF4-FFF2-40B4-BE49-F238E27FC236}">
                    <ns2:creationId id="{6C20BBF2-C379-4698-AE37-2E3445600FDF}"/>
                  </a:ext>
                </a:extLst>
              </p:cNvPr>
              <p:cNvSpPr>
                <a:spLocks noGrp="1"/>
              </p:cNvSpPr>
              <p:nvPr/>
            </p:nvSpPr>
            <p:spPr>
              <a:xfrm>
                <a:off x="209550" y="5438775"/>
                <a:ext cx="513527" cy="1145332"/>
              </a:xfrm>
              <a:custGeom>
                <a:rect l="l" t="t" r="r" b="b"/>
                <a:pathLst>
                  <a:path w="312" h="611">
                    <a:moveTo>
                      <a:pt x="0" y="0"/>
                    </a:moveTo>
                    <a:moveTo>
                      <a:pt x="309" y="556"/>
                    </a:moveTo>
                    <a:lnTo>
                      <a:pt x="308" y="561"/>
                    </a:lnTo>
                    <a:lnTo>
                      <a:pt x="305" y="565"/>
                    </a:lnTo>
                    <a:lnTo>
                      <a:pt x="301" y="569"/>
                    </a:lnTo>
                    <a:lnTo>
                      <a:pt x="298" y="572"/>
                    </a:lnTo>
                    <a:lnTo>
                      <a:pt x="296" y="576"/>
                    </a:lnTo>
                    <a:lnTo>
                      <a:pt x="295" y="581"/>
                    </a:lnTo>
                    <a:lnTo>
                      <a:pt x="292" y="585"/>
                    </a:lnTo>
                    <a:lnTo>
                      <a:pt x="287" y="588"/>
                    </a:lnTo>
                    <a:lnTo>
                      <a:pt x="281" y="589"/>
                    </a:lnTo>
                    <a:lnTo>
                      <a:pt x="277" y="591"/>
                    </a:lnTo>
                    <a:lnTo>
                      <a:pt x="275" y="597"/>
                    </a:lnTo>
                    <a:lnTo>
                      <a:pt x="274" y="604"/>
                    </a:lnTo>
                    <a:lnTo>
                      <a:pt x="271" y="610"/>
                    </a:lnTo>
                    <a:lnTo>
                      <a:pt x="265" y="611"/>
                    </a:lnTo>
                    <a:lnTo>
                      <a:pt x="258" y="608"/>
                    </a:lnTo>
                    <a:lnTo>
                      <a:pt x="253" y="604"/>
                    </a:lnTo>
                    <a:lnTo>
                      <a:pt x="248" y="602"/>
                    </a:lnTo>
                    <a:lnTo>
                      <a:pt x="244" y="601"/>
                    </a:lnTo>
                    <a:lnTo>
                      <a:pt x="240" y="600"/>
                    </a:lnTo>
                    <a:lnTo>
                      <a:pt x="237" y="599"/>
                    </a:lnTo>
                    <a:lnTo>
                      <a:pt x="233" y="598"/>
                    </a:lnTo>
                    <a:lnTo>
                      <a:pt x="229" y="599"/>
                    </a:lnTo>
                    <a:lnTo>
                      <a:pt x="223" y="601"/>
                    </a:lnTo>
                    <a:lnTo>
                      <a:pt x="218" y="602"/>
                    </a:lnTo>
                    <a:lnTo>
                      <a:pt x="214" y="599"/>
                    </a:lnTo>
                    <a:lnTo>
                      <a:pt x="213" y="594"/>
                    </a:lnTo>
                    <a:lnTo>
                      <a:pt x="213" y="588"/>
                    </a:lnTo>
                    <a:lnTo>
                      <a:pt x="211" y="584"/>
                    </a:lnTo>
                    <a:lnTo>
                      <a:pt x="207" y="582"/>
                    </a:lnTo>
                    <a:lnTo>
                      <a:pt x="202" y="579"/>
                    </a:lnTo>
                    <a:lnTo>
                      <a:pt x="200" y="575"/>
                    </a:lnTo>
                    <a:lnTo>
                      <a:pt x="202" y="570"/>
                    </a:lnTo>
                    <a:lnTo>
                      <a:pt x="206" y="564"/>
                    </a:lnTo>
                    <a:lnTo>
                      <a:pt x="208" y="560"/>
                    </a:lnTo>
                    <a:lnTo>
                      <a:pt x="207" y="556"/>
                    </a:lnTo>
                    <a:lnTo>
                      <a:pt x="204" y="552"/>
                    </a:lnTo>
                    <a:lnTo>
                      <a:pt x="202" y="548"/>
                    </a:lnTo>
                    <a:lnTo>
                      <a:pt x="201" y="543"/>
                    </a:lnTo>
                    <a:lnTo>
                      <a:pt x="200" y="539"/>
                    </a:lnTo>
                    <a:lnTo>
                      <a:pt x="198" y="533"/>
                    </a:lnTo>
                    <a:lnTo>
                      <a:pt x="197" y="527"/>
                    </a:lnTo>
                    <a:lnTo>
                      <a:pt x="199" y="523"/>
                    </a:lnTo>
                    <a:lnTo>
                      <a:pt x="205" y="522"/>
                    </a:lnTo>
                    <a:lnTo>
                      <a:pt x="213" y="523"/>
                    </a:lnTo>
                    <a:lnTo>
                      <a:pt x="218" y="523"/>
                    </a:lnTo>
                    <a:lnTo>
                      <a:pt x="221" y="521"/>
                    </a:lnTo>
                    <a:lnTo>
                      <a:pt x="223" y="516"/>
                    </a:lnTo>
                    <a:lnTo>
                      <a:pt x="225" y="511"/>
                    </a:lnTo>
                    <a:lnTo>
                      <a:pt x="229" y="509"/>
                    </a:lnTo>
                    <a:lnTo>
                      <a:pt x="234" y="510"/>
                    </a:lnTo>
                    <a:lnTo>
                      <a:pt x="239" y="510"/>
                    </a:lnTo>
                    <a:lnTo>
                      <a:pt x="244" y="509"/>
                    </a:lnTo>
                    <a:lnTo>
                      <a:pt x="249" y="506"/>
                    </a:lnTo>
                    <a:lnTo>
                      <a:pt x="254" y="505"/>
                    </a:lnTo>
                    <a:lnTo>
                      <a:pt x="260" y="505"/>
                    </a:lnTo>
                    <a:lnTo>
                      <a:pt x="265" y="507"/>
                    </a:lnTo>
                    <a:lnTo>
                      <a:pt x="271" y="509"/>
                    </a:lnTo>
                    <a:lnTo>
                      <a:pt x="276" y="510"/>
                    </a:lnTo>
                    <a:lnTo>
                      <a:pt x="281" y="513"/>
                    </a:lnTo>
                    <a:lnTo>
                      <a:pt x="284" y="518"/>
                    </a:lnTo>
                    <a:lnTo>
                      <a:pt x="284" y="525"/>
                    </a:lnTo>
                    <a:lnTo>
                      <a:pt x="285" y="530"/>
                    </a:lnTo>
                    <a:lnTo>
                      <a:pt x="288" y="533"/>
                    </a:lnTo>
                    <a:lnTo>
                      <a:pt x="295" y="534"/>
                    </a:lnTo>
                    <a:lnTo>
                      <a:pt x="304" y="534"/>
                    </a:lnTo>
                    <a:lnTo>
                      <a:pt x="310" y="537"/>
                    </a:lnTo>
                    <a:lnTo>
                      <a:pt x="312" y="542"/>
                    </a:lnTo>
                    <a:lnTo>
                      <a:pt x="311" y="547"/>
                    </a:lnTo>
                    <a:lnTo>
                      <a:pt x="309" y="552"/>
                    </a:lnTo>
                    <a:close/>
                  </a:path>
                </a:pathLst>
              </a:custGeom>
              <a:solidFill>
                <a:srgbClr val="59A3CD">
                  <a:alpha val="32000"/>
                </a:srgbClr>
              </a:solidFill>
              <a:ln>
                <a:noFill/>
              </a:ln>
            </p:spPr>
            <p:txBody>
              <a:bodyPr anchor="ctr"/>
              <a:lstStyle/>
              <a:p>
                <a:pPr algn="ctr">
                  <a:buNone/>
                </a:pPr>
              </a:p>
            </p:txBody>
          </p:sp>
          <p:sp>
            <p:nvSpPr>
              <p:cNvPr id="7110" name="addition:input:109">
                <a:extLst>
                  <a:ext uri="{FF2B5EF4-FFF2-40B4-BE49-F238E27FC236}">
                    <ns2:creationId id="{E7DFC39C-C536-4982-9C4D-A62189C520C6}"/>
                  </a:ext>
                </a:extLst>
              </p:cNvPr>
              <p:cNvSpPr>
                <a:spLocks noGrp="1"/>
              </p:cNvSpPr>
              <p:nvPr/>
            </p:nvSpPr>
            <p:spPr>
              <a:xfrm>
                <a:off x="209550" y="5438775"/>
                <a:ext cx="574426" cy="1066602"/>
              </a:xfrm>
              <a:custGeom>
                <a:rect l="l" t="t" r="r" b="b"/>
                <a:pathLst>
                  <a:path w="349" h="569">
                    <a:moveTo>
                      <a:pt x="0" y="0"/>
                    </a:moveTo>
                    <a:moveTo>
                      <a:pt x="345" y="517"/>
                    </a:moveTo>
                    <a:lnTo>
                      <a:pt x="348" y="521"/>
                    </a:lnTo>
                    <a:lnTo>
                      <a:pt x="349" y="526"/>
                    </a:lnTo>
                    <a:lnTo>
                      <a:pt x="348" y="530"/>
                    </a:lnTo>
                    <a:lnTo>
                      <a:pt x="346" y="534"/>
                    </a:lnTo>
                    <a:lnTo>
                      <a:pt x="344" y="539"/>
                    </a:lnTo>
                    <a:lnTo>
                      <a:pt x="343" y="543"/>
                    </a:lnTo>
                    <a:lnTo>
                      <a:pt x="339" y="546"/>
                    </a:lnTo>
                    <a:lnTo>
                      <a:pt x="333" y="547"/>
                    </a:lnTo>
                    <a:lnTo>
                      <a:pt x="326" y="546"/>
                    </a:lnTo>
                    <a:lnTo>
                      <a:pt x="321" y="547"/>
                    </a:lnTo>
                    <a:lnTo>
                      <a:pt x="319" y="550"/>
                    </a:lnTo>
                    <a:lnTo>
                      <a:pt x="318" y="557"/>
                    </a:lnTo>
                    <a:lnTo>
                      <a:pt x="316" y="564"/>
                    </a:lnTo>
                    <a:lnTo>
                      <a:pt x="311" y="568"/>
                    </a:lnTo>
                    <a:lnTo>
                      <a:pt x="305" y="569"/>
                    </a:lnTo>
                    <a:lnTo>
                      <a:pt x="299" y="567"/>
                    </a:lnTo>
                    <a:lnTo>
                      <a:pt x="294" y="567"/>
                    </a:lnTo>
                    <a:lnTo>
                      <a:pt x="288" y="566"/>
                    </a:lnTo>
                    <a:lnTo>
                      <a:pt x="283" y="565"/>
                    </a:lnTo>
                    <a:lnTo>
                      <a:pt x="279" y="562"/>
                    </a:lnTo>
                    <a:lnTo>
                      <a:pt x="275" y="559"/>
                    </a:lnTo>
                    <a:lnTo>
                      <a:pt x="271" y="557"/>
                    </a:lnTo>
                    <a:lnTo>
                      <a:pt x="266" y="557"/>
                    </a:lnTo>
                    <a:lnTo>
                      <a:pt x="261" y="557"/>
                    </a:lnTo>
                    <a:lnTo>
                      <a:pt x="257" y="554"/>
                    </a:lnTo>
                    <a:lnTo>
                      <a:pt x="256" y="550"/>
                    </a:lnTo>
                    <a:lnTo>
                      <a:pt x="255" y="545"/>
                    </a:lnTo>
                    <a:lnTo>
                      <a:pt x="252" y="543"/>
                    </a:lnTo>
                    <a:lnTo>
                      <a:pt x="246" y="542"/>
                    </a:lnTo>
                    <a:lnTo>
                      <a:pt x="240" y="540"/>
                    </a:lnTo>
                    <a:lnTo>
                      <a:pt x="236" y="537"/>
                    </a:lnTo>
                    <a:lnTo>
                      <a:pt x="237" y="531"/>
                    </a:lnTo>
                    <a:lnTo>
                      <a:pt x="241" y="526"/>
                    </a:lnTo>
                    <a:lnTo>
                      <a:pt x="246" y="521"/>
                    </a:lnTo>
                    <a:lnTo>
                      <a:pt x="248" y="517"/>
                    </a:lnTo>
                    <a:lnTo>
                      <a:pt x="250" y="513"/>
                    </a:lnTo>
                    <a:lnTo>
                      <a:pt x="251" y="509"/>
                    </a:lnTo>
                    <a:lnTo>
                      <a:pt x="253" y="506"/>
                    </a:lnTo>
                    <a:lnTo>
                      <a:pt x="254" y="502"/>
                    </a:lnTo>
                    <a:lnTo>
                      <a:pt x="252" y="497"/>
                    </a:lnTo>
                    <a:lnTo>
                      <a:pt x="251" y="491"/>
                    </a:lnTo>
                    <a:lnTo>
                      <a:pt x="251" y="485"/>
                    </a:lnTo>
                    <a:lnTo>
                      <a:pt x="255" y="482"/>
                    </a:lnTo>
                    <a:lnTo>
                      <a:pt x="260" y="481"/>
                    </a:lnTo>
                    <a:lnTo>
                      <a:pt x="265" y="481"/>
                    </a:lnTo>
                    <a:lnTo>
                      <a:pt x="268" y="478"/>
                    </a:lnTo>
                    <a:lnTo>
                      <a:pt x="270" y="473"/>
                    </a:lnTo>
                    <a:lnTo>
                      <a:pt x="273" y="470"/>
                    </a:lnTo>
                    <a:lnTo>
                      <a:pt x="277" y="469"/>
                    </a:lnTo>
                    <a:lnTo>
                      <a:pt x="282" y="472"/>
                    </a:lnTo>
                    <a:lnTo>
                      <a:pt x="286" y="475"/>
                    </a:lnTo>
                    <a:lnTo>
                      <a:pt x="289" y="476"/>
                    </a:lnTo>
                    <a:lnTo>
                      <a:pt x="293" y="474"/>
                    </a:lnTo>
                    <a:lnTo>
                      <a:pt x="296" y="472"/>
                    </a:lnTo>
                    <a:lnTo>
                      <a:pt x="301" y="471"/>
                    </a:lnTo>
                    <a:lnTo>
                      <a:pt x="305" y="471"/>
                    </a:lnTo>
                    <a:lnTo>
                      <a:pt x="310" y="471"/>
                    </a:lnTo>
                    <a:lnTo>
                      <a:pt x="316" y="470"/>
                    </a:lnTo>
                    <a:lnTo>
                      <a:pt x="321" y="470"/>
                    </a:lnTo>
                    <a:lnTo>
                      <a:pt x="325" y="475"/>
                    </a:lnTo>
                    <a:lnTo>
                      <a:pt x="325" y="482"/>
                    </a:lnTo>
                    <a:lnTo>
                      <a:pt x="324" y="489"/>
                    </a:lnTo>
                    <a:lnTo>
                      <a:pt x="324" y="493"/>
                    </a:lnTo>
                    <a:lnTo>
                      <a:pt x="329" y="495"/>
                    </a:lnTo>
                    <a:lnTo>
                      <a:pt x="335" y="497"/>
                    </a:lnTo>
                    <a:lnTo>
                      <a:pt x="339" y="500"/>
                    </a:lnTo>
                    <a:lnTo>
                      <a:pt x="341" y="504"/>
                    </a:lnTo>
                    <a:lnTo>
                      <a:pt x="341" y="509"/>
                    </a:lnTo>
                    <a:lnTo>
                      <a:pt x="342" y="513"/>
                    </a:lnTo>
                    <a:close/>
                  </a:path>
                </a:pathLst>
              </a:custGeom>
              <a:solidFill>
                <a:srgbClr val="59A3CD">
                  <a:alpha val="32000"/>
                </a:srgbClr>
              </a:solidFill>
              <a:ln>
                <a:noFill/>
              </a:ln>
            </p:spPr>
            <p:txBody>
              <a:bodyPr anchor="ctr"/>
              <a:lstStyle/>
              <a:p>
                <a:pPr algn="ctr">
                  <a:buNone/>
                </a:pPr>
              </a:p>
            </p:txBody>
          </p:sp>
          <p:sp>
            <p:nvSpPr>
              <p:cNvPr id="7111" name="addition:input:110">
                <a:extLst>
                  <a:ext uri="{FF2B5EF4-FFF2-40B4-BE49-F238E27FC236}">
                    <ns2:creationId id="{AFB4E9BD-4DC9-47B6-BC3E-1B943DC156BC}"/>
                  </a:ext>
                </a:extLst>
              </p:cNvPr>
              <p:cNvSpPr>
                <a:spLocks noGrp="1"/>
              </p:cNvSpPr>
              <p:nvPr/>
            </p:nvSpPr>
            <p:spPr>
              <a:xfrm>
                <a:off x="209550" y="5438775"/>
                <a:ext cx="673181" cy="1100343"/>
              </a:xfrm>
              <a:custGeom>
                <a:rect l="l" t="t" r="r" b="b"/>
                <a:pathLst>
                  <a:path w="409" h="587">
                    <a:moveTo>
                      <a:pt x="0" y="0"/>
                    </a:moveTo>
                    <a:moveTo>
                      <a:pt x="404" y="528"/>
                    </a:moveTo>
                    <a:lnTo>
                      <a:pt x="399" y="532"/>
                    </a:lnTo>
                    <a:lnTo>
                      <a:pt x="397" y="537"/>
                    </a:lnTo>
                    <a:lnTo>
                      <a:pt x="396" y="541"/>
                    </a:lnTo>
                    <a:lnTo>
                      <a:pt x="395" y="546"/>
                    </a:lnTo>
                    <a:lnTo>
                      <a:pt x="392" y="550"/>
                    </a:lnTo>
                    <a:lnTo>
                      <a:pt x="388" y="553"/>
                    </a:lnTo>
                    <a:lnTo>
                      <a:pt x="384" y="556"/>
                    </a:lnTo>
                    <a:lnTo>
                      <a:pt x="381" y="560"/>
                    </a:lnTo>
                    <a:lnTo>
                      <a:pt x="379" y="564"/>
                    </a:lnTo>
                    <a:lnTo>
                      <a:pt x="375" y="568"/>
                    </a:lnTo>
                    <a:lnTo>
                      <a:pt x="370" y="570"/>
                    </a:lnTo>
                    <a:lnTo>
                      <a:pt x="366" y="573"/>
                    </a:lnTo>
                    <a:lnTo>
                      <a:pt x="362" y="577"/>
                    </a:lnTo>
                    <a:lnTo>
                      <a:pt x="359" y="583"/>
                    </a:lnTo>
                    <a:lnTo>
                      <a:pt x="354" y="587"/>
                    </a:lnTo>
                    <a:lnTo>
                      <a:pt x="348" y="587"/>
                    </a:lnTo>
                    <a:lnTo>
                      <a:pt x="343" y="581"/>
                    </a:lnTo>
                    <a:lnTo>
                      <a:pt x="338" y="574"/>
                    </a:lnTo>
                    <a:lnTo>
                      <a:pt x="335" y="570"/>
                    </a:lnTo>
                    <a:lnTo>
                      <a:pt x="331" y="571"/>
                    </a:lnTo>
                    <a:lnTo>
                      <a:pt x="327" y="573"/>
                    </a:lnTo>
                    <a:lnTo>
                      <a:pt x="322" y="574"/>
                    </a:lnTo>
                    <a:lnTo>
                      <a:pt x="318" y="574"/>
                    </a:lnTo>
                    <a:lnTo>
                      <a:pt x="315" y="572"/>
                    </a:lnTo>
                    <a:lnTo>
                      <a:pt x="311" y="570"/>
                    </a:lnTo>
                    <a:lnTo>
                      <a:pt x="306" y="568"/>
                    </a:lnTo>
                    <a:lnTo>
                      <a:pt x="303" y="565"/>
                    </a:lnTo>
                    <a:lnTo>
                      <a:pt x="302" y="560"/>
                    </a:lnTo>
                    <a:lnTo>
                      <a:pt x="303" y="554"/>
                    </a:lnTo>
                    <a:lnTo>
                      <a:pt x="303" y="550"/>
                    </a:lnTo>
                    <a:lnTo>
                      <a:pt x="300" y="546"/>
                    </a:lnTo>
                    <a:lnTo>
                      <a:pt x="297" y="542"/>
                    </a:lnTo>
                    <a:lnTo>
                      <a:pt x="295" y="538"/>
                    </a:lnTo>
                    <a:lnTo>
                      <a:pt x="298" y="532"/>
                    </a:lnTo>
                    <a:lnTo>
                      <a:pt x="302" y="528"/>
                    </a:lnTo>
                    <a:lnTo>
                      <a:pt x="305" y="524"/>
                    </a:lnTo>
                    <a:lnTo>
                      <a:pt x="304" y="520"/>
                    </a:lnTo>
                    <a:lnTo>
                      <a:pt x="299" y="515"/>
                    </a:lnTo>
                    <a:lnTo>
                      <a:pt x="295" y="508"/>
                    </a:lnTo>
                    <a:lnTo>
                      <a:pt x="294" y="503"/>
                    </a:lnTo>
                    <a:lnTo>
                      <a:pt x="296" y="498"/>
                    </a:lnTo>
                    <a:lnTo>
                      <a:pt x="299" y="494"/>
                    </a:lnTo>
                    <a:lnTo>
                      <a:pt x="302" y="491"/>
                    </a:lnTo>
                    <a:lnTo>
                      <a:pt x="306" y="488"/>
                    </a:lnTo>
                    <a:lnTo>
                      <a:pt x="311" y="487"/>
                    </a:lnTo>
                    <a:lnTo>
                      <a:pt x="316" y="488"/>
                    </a:lnTo>
                    <a:lnTo>
                      <a:pt x="321" y="489"/>
                    </a:lnTo>
                    <a:lnTo>
                      <a:pt x="324" y="487"/>
                    </a:lnTo>
                    <a:lnTo>
                      <a:pt x="326" y="482"/>
                    </a:lnTo>
                    <a:lnTo>
                      <a:pt x="329" y="476"/>
                    </a:lnTo>
                    <a:lnTo>
                      <a:pt x="333" y="474"/>
                    </a:lnTo>
                    <a:lnTo>
                      <a:pt x="338" y="475"/>
                    </a:lnTo>
                    <a:lnTo>
                      <a:pt x="343" y="478"/>
                    </a:lnTo>
                    <a:lnTo>
                      <a:pt x="348" y="478"/>
                    </a:lnTo>
                    <a:lnTo>
                      <a:pt x="353" y="476"/>
                    </a:lnTo>
                    <a:lnTo>
                      <a:pt x="359" y="474"/>
                    </a:lnTo>
                    <a:lnTo>
                      <a:pt x="365" y="475"/>
                    </a:lnTo>
                    <a:lnTo>
                      <a:pt x="370" y="478"/>
                    </a:lnTo>
                    <a:lnTo>
                      <a:pt x="373" y="484"/>
                    </a:lnTo>
                    <a:lnTo>
                      <a:pt x="376" y="489"/>
                    </a:lnTo>
                    <a:lnTo>
                      <a:pt x="379" y="492"/>
                    </a:lnTo>
                    <a:lnTo>
                      <a:pt x="382" y="496"/>
                    </a:lnTo>
                    <a:lnTo>
                      <a:pt x="384" y="501"/>
                    </a:lnTo>
                    <a:lnTo>
                      <a:pt x="385" y="505"/>
                    </a:lnTo>
                    <a:lnTo>
                      <a:pt x="389" y="508"/>
                    </a:lnTo>
                    <a:lnTo>
                      <a:pt x="396" y="510"/>
                    </a:lnTo>
                    <a:lnTo>
                      <a:pt x="404" y="513"/>
                    </a:lnTo>
                    <a:lnTo>
                      <a:pt x="409" y="517"/>
                    </a:lnTo>
                    <a:lnTo>
                      <a:pt x="409" y="523"/>
                    </a:lnTo>
                    <a:close/>
                  </a:path>
                </a:pathLst>
              </a:custGeom>
              <a:solidFill>
                <a:srgbClr val="59A3CD">
                  <a:alpha val="32000"/>
                </a:srgbClr>
              </a:solidFill>
              <a:ln>
                <a:noFill/>
              </a:ln>
            </p:spPr>
            <p:txBody>
              <a:bodyPr anchor="ctr"/>
              <a:lstStyle/>
              <a:p>
                <a:pPr algn="ctr">
                  <a:buNone/>
                </a:pPr>
              </a:p>
            </p:txBody>
          </p:sp>
          <p:sp>
            <p:nvSpPr>
              <p:cNvPr id="7112" name="addition:input:111">
                <a:extLst>
                  <a:ext uri="{FF2B5EF4-FFF2-40B4-BE49-F238E27FC236}">
                    <ns2:creationId id="{409477EF-BDA6-489D-928B-C0FA73B6CEA0}"/>
                  </a:ext>
                </a:extLst>
              </p:cNvPr>
              <p:cNvSpPr>
                <a:spLocks noGrp="1"/>
              </p:cNvSpPr>
              <p:nvPr/>
            </p:nvSpPr>
            <p:spPr>
              <a:xfrm>
                <a:off x="209550" y="5438775"/>
                <a:ext cx="729143" cy="1184697"/>
              </a:xfrm>
              <a:custGeom>
                <a:rect l="l" t="t" r="r" b="b"/>
                <a:pathLst>
                  <a:path w="443" h="632">
                    <a:moveTo>
                      <a:pt x="0" y="0"/>
                    </a:moveTo>
                    <a:moveTo>
                      <a:pt x="435" y="571"/>
                    </a:moveTo>
                    <a:lnTo>
                      <a:pt x="436" y="576"/>
                    </a:lnTo>
                    <a:lnTo>
                      <a:pt x="435" y="581"/>
                    </a:lnTo>
                    <a:lnTo>
                      <a:pt x="435" y="586"/>
                    </a:lnTo>
                    <a:lnTo>
                      <a:pt x="437" y="591"/>
                    </a:lnTo>
                    <a:lnTo>
                      <a:pt x="441" y="598"/>
                    </a:lnTo>
                    <a:lnTo>
                      <a:pt x="443" y="605"/>
                    </a:lnTo>
                    <a:lnTo>
                      <a:pt x="440" y="610"/>
                    </a:lnTo>
                    <a:lnTo>
                      <a:pt x="432" y="611"/>
                    </a:lnTo>
                    <a:lnTo>
                      <a:pt x="424" y="609"/>
                    </a:lnTo>
                    <a:lnTo>
                      <a:pt x="418" y="609"/>
                    </a:lnTo>
                    <a:lnTo>
                      <a:pt x="415" y="612"/>
                    </a:lnTo>
                    <a:lnTo>
                      <a:pt x="413" y="616"/>
                    </a:lnTo>
                    <a:lnTo>
                      <a:pt x="410" y="620"/>
                    </a:lnTo>
                    <a:lnTo>
                      <a:pt x="406" y="623"/>
                    </a:lnTo>
                    <a:lnTo>
                      <a:pt x="401" y="625"/>
                    </a:lnTo>
                    <a:lnTo>
                      <a:pt x="396" y="628"/>
                    </a:lnTo>
                    <a:lnTo>
                      <a:pt x="391" y="631"/>
                    </a:lnTo>
                    <a:lnTo>
                      <a:pt x="385" y="632"/>
                    </a:lnTo>
                    <a:lnTo>
                      <a:pt x="379" y="630"/>
                    </a:lnTo>
                    <a:lnTo>
                      <a:pt x="374" y="626"/>
                    </a:lnTo>
                    <a:lnTo>
                      <a:pt x="368" y="624"/>
                    </a:lnTo>
                    <a:lnTo>
                      <a:pt x="362" y="624"/>
                    </a:lnTo>
                    <a:lnTo>
                      <a:pt x="356" y="624"/>
                    </a:lnTo>
                    <a:lnTo>
                      <a:pt x="350" y="621"/>
                    </a:lnTo>
                    <a:lnTo>
                      <a:pt x="347" y="615"/>
                    </a:lnTo>
                    <a:lnTo>
                      <a:pt x="347" y="608"/>
                    </a:lnTo>
                    <a:lnTo>
                      <a:pt x="346" y="602"/>
                    </a:lnTo>
                    <a:lnTo>
                      <a:pt x="342" y="599"/>
                    </a:lnTo>
                    <a:lnTo>
                      <a:pt x="335" y="598"/>
                    </a:lnTo>
                    <a:lnTo>
                      <a:pt x="328" y="596"/>
                    </a:lnTo>
                    <a:lnTo>
                      <a:pt x="323" y="593"/>
                    </a:lnTo>
                    <a:lnTo>
                      <a:pt x="320" y="588"/>
                    </a:lnTo>
                    <a:lnTo>
                      <a:pt x="319" y="582"/>
                    </a:lnTo>
                    <a:lnTo>
                      <a:pt x="319" y="577"/>
                    </a:lnTo>
                    <a:lnTo>
                      <a:pt x="319" y="571"/>
                    </a:lnTo>
                    <a:lnTo>
                      <a:pt x="323" y="566"/>
                    </a:lnTo>
                    <a:lnTo>
                      <a:pt x="330" y="562"/>
                    </a:lnTo>
                    <a:lnTo>
                      <a:pt x="336" y="558"/>
                    </a:lnTo>
                    <a:lnTo>
                      <a:pt x="338" y="554"/>
                    </a:lnTo>
                    <a:lnTo>
                      <a:pt x="337" y="549"/>
                    </a:lnTo>
                    <a:lnTo>
                      <a:pt x="336" y="542"/>
                    </a:lnTo>
                    <a:lnTo>
                      <a:pt x="339" y="537"/>
                    </a:lnTo>
                    <a:lnTo>
                      <a:pt x="345" y="535"/>
                    </a:lnTo>
                    <a:lnTo>
                      <a:pt x="351" y="533"/>
                    </a:lnTo>
                    <a:lnTo>
                      <a:pt x="355" y="530"/>
                    </a:lnTo>
                    <a:lnTo>
                      <a:pt x="357" y="525"/>
                    </a:lnTo>
                    <a:lnTo>
                      <a:pt x="360" y="518"/>
                    </a:lnTo>
                    <a:lnTo>
                      <a:pt x="364" y="513"/>
                    </a:lnTo>
                    <a:lnTo>
                      <a:pt x="370" y="513"/>
                    </a:lnTo>
                    <a:lnTo>
                      <a:pt x="376" y="514"/>
                    </a:lnTo>
                    <a:lnTo>
                      <a:pt x="381" y="515"/>
                    </a:lnTo>
                    <a:lnTo>
                      <a:pt x="386" y="517"/>
                    </a:lnTo>
                    <a:lnTo>
                      <a:pt x="390" y="519"/>
                    </a:lnTo>
                    <a:lnTo>
                      <a:pt x="394" y="522"/>
                    </a:lnTo>
                    <a:lnTo>
                      <a:pt x="397" y="526"/>
                    </a:lnTo>
                    <a:lnTo>
                      <a:pt x="400" y="526"/>
                    </a:lnTo>
                    <a:lnTo>
                      <a:pt x="406" y="523"/>
                    </a:lnTo>
                    <a:lnTo>
                      <a:pt x="413" y="519"/>
                    </a:lnTo>
                    <a:lnTo>
                      <a:pt x="419" y="518"/>
                    </a:lnTo>
                    <a:lnTo>
                      <a:pt x="423" y="521"/>
                    </a:lnTo>
                    <a:lnTo>
                      <a:pt x="423" y="528"/>
                    </a:lnTo>
                    <a:lnTo>
                      <a:pt x="424" y="535"/>
                    </a:lnTo>
                    <a:lnTo>
                      <a:pt x="425" y="539"/>
                    </a:lnTo>
                    <a:lnTo>
                      <a:pt x="429" y="543"/>
                    </a:lnTo>
                    <a:lnTo>
                      <a:pt x="432" y="547"/>
                    </a:lnTo>
                    <a:lnTo>
                      <a:pt x="433" y="552"/>
                    </a:lnTo>
                    <a:lnTo>
                      <a:pt x="432" y="557"/>
                    </a:lnTo>
                    <a:lnTo>
                      <a:pt x="431" y="562"/>
                    </a:lnTo>
                    <a:lnTo>
                      <a:pt x="433" y="567"/>
                    </a:lnTo>
                    <a:close/>
                  </a:path>
                </a:pathLst>
              </a:custGeom>
              <a:solidFill>
                <a:srgbClr val="59A3CD">
                  <a:alpha val="32000"/>
                </a:srgbClr>
              </a:solidFill>
              <a:ln>
                <a:noFill/>
              </a:ln>
            </p:spPr>
            <p:txBody>
              <a:bodyPr anchor="ctr"/>
              <a:lstStyle/>
              <a:p>
                <a:pPr algn="ctr">
                  <a:buNone/>
                </a:pPr>
              </a:p>
            </p:txBody>
          </p:sp>
          <p:sp>
            <p:nvSpPr>
              <p:cNvPr id="7113" name="addition:input:112">
                <a:extLst>
                  <a:ext uri="{FF2B5EF4-FFF2-40B4-BE49-F238E27FC236}">
                    <ns2:creationId id="{7C49D6B3-D132-4045-8990-844261A031EE}"/>
                  </a:ext>
                </a:extLst>
              </p:cNvPr>
              <p:cNvSpPr>
                <a:spLocks noGrp="1"/>
              </p:cNvSpPr>
              <p:nvPr/>
            </p:nvSpPr>
            <p:spPr>
              <a:xfrm>
                <a:off x="209550" y="5438775"/>
                <a:ext cx="699516" cy="1269050"/>
              </a:xfrm>
              <a:custGeom>
                <a:rect l="l" t="t" r="r" b="b"/>
                <a:pathLst>
                  <a:path w="425" h="677">
                    <a:moveTo>
                      <a:pt x="0" y="0"/>
                    </a:moveTo>
                    <a:moveTo>
                      <a:pt x="422" y="619"/>
                    </a:moveTo>
                    <a:lnTo>
                      <a:pt x="417" y="624"/>
                    </a:lnTo>
                    <a:lnTo>
                      <a:pt x="409" y="628"/>
                    </a:lnTo>
                    <a:lnTo>
                      <a:pt x="401" y="632"/>
                    </a:lnTo>
                    <a:lnTo>
                      <a:pt x="398" y="635"/>
                    </a:lnTo>
                    <a:lnTo>
                      <a:pt x="399" y="641"/>
                    </a:lnTo>
                    <a:lnTo>
                      <a:pt x="402" y="648"/>
                    </a:lnTo>
                    <a:lnTo>
                      <a:pt x="403" y="656"/>
                    </a:lnTo>
                    <a:lnTo>
                      <a:pt x="399" y="660"/>
                    </a:lnTo>
                    <a:lnTo>
                      <a:pt x="391" y="662"/>
                    </a:lnTo>
                    <a:lnTo>
                      <a:pt x="384" y="663"/>
                    </a:lnTo>
                    <a:lnTo>
                      <a:pt x="380" y="667"/>
                    </a:lnTo>
                    <a:lnTo>
                      <a:pt x="376" y="672"/>
                    </a:lnTo>
                    <a:lnTo>
                      <a:pt x="372" y="676"/>
                    </a:lnTo>
                    <a:lnTo>
                      <a:pt x="365" y="677"/>
                    </a:lnTo>
                    <a:lnTo>
                      <a:pt x="359" y="675"/>
                    </a:lnTo>
                    <a:lnTo>
                      <a:pt x="353" y="674"/>
                    </a:lnTo>
                    <a:lnTo>
                      <a:pt x="348" y="673"/>
                    </a:lnTo>
                    <a:lnTo>
                      <a:pt x="343" y="673"/>
                    </a:lnTo>
                    <a:lnTo>
                      <a:pt x="339" y="671"/>
                    </a:lnTo>
                    <a:lnTo>
                      <a:pt x="335" y="668"/>
                    </a:lnTo>
                    <a:lnTo>
                      <a:pt x="331" y="667"/>
                    </a:lnTo>
                    <a:lnTo>
                      <a:pt x="325" y="669"/>
                    </a:lnTo>
                    <a:lnTo>
                      <a:pt x="316" y="673"/>
                    </a:lnTo>
                    <a:lnTo>
                      <a:pt x="307" y="675"/>
                    </a:lnTo>
                    <a:lnTo>
                      <a:pt x="301" y="672"/>
                    </a:lnTo>
                    <a:lnTo>
                      <a:pt x="300" y="665"/>
                    </a:lnTo>
                    <a:lnTo>
                      <a:pt x="301" y="657"/>
                    </a:lnTo>
                    <a:lnTo>
                      <a:pt x="301" y="650"/>
                    </a:lnTo>
                    <a:lnTo>
                      <a:pt x="299" y="646"/>
                    </a:lnTo>
                    <a:lnTo>
                      <a:pt x="295" y="642"/>
                    </a:lnTo>
                    <a:lnTo>
                      <a:pt x="291" y="638"/>
                    </a:lnTo>
                    <a:lnTo>
                      <a:pt x="290" y="633"/>
                    </a:lnTo>
                    <a:lnTo>
                      <a:pt x="289" y="628"/>
                    </a:lnTo>
                    <a:lnTo>
                      <a:pt x="285" y="624"/>
                    </a:lnTo>
                    <a:lnTo>
                      <a:pt x="280" y="619"/>
                    </a:lnTo>
                    <a:lnTo>
                      <a:pt x="278" y="614"/>
                    </a:lnTo>
                    <a:lnTo>
                      <a:pt x="278" y="609"/>
                    </a:lnTo>
                    <a:lnTo>
                      <a:pt x="281" y="604"/>
                    </a:lnTo>
                    <a:lnTo>
                      <a:pt x="282" y="599"/>
                    </a:lnTo>
                    <a:lnTo>
                      <a:pt x="280" y="593"/>
                    </a:lnTo>
                    <a:lnTo>
                      <a:pt x="278" y="586"/>
                    </a:lnTo>
                    <a:lnTo>
                      <a:pt x="280" y="581"/>
                    </a:lnTo>
                    <a:lnTo>
                      <a:pt x="288" y="579"/>
                    </a:lnTo>
                    <a:lnTo>
                      <a:pt x="298" y="580"/>
                    </a:lnTo>
                    <a:lnTo>
                      <a:pt x="306" y="581"/>
                    </a:lnTo>
                    <a:lnTo>
                      <a:pt x="311" y="580"/>
                    </a:lnTo>
                    <a:lnTo>
                      <a:pt x="314" y="575"/>
                    </a:lnTo>
                    <a:lnTo>
                      <a:pt x="317" y="569"/>
                    </a:lnTo>
                    <a:lnTo>
                      <a:pt x="322" y="564"/>
                    </a:lnTo>
                    <a:lnTo>
                      <a:pt x="328" y="561"/>
                    </a:lnTo>
                    <a:lnTo>
                      <a:pt x="335" y="559"/>
                    </a:lnTo>
                    <a:lnTo>
                      <a:pt x="342" y="556"/>
                    </a:lnTo>
                    <a:lnTo>
                      <a:pt x="350" y="555"/>
                    </a:lnTo>
                    <a:lnTo>
                      <a:pt x="357" y="557"/>
                    </a:lnTo>
                    <a:lnTo>
                      <a:pt x="364" y="563"/>
                    </a:lnTo>
                    <a:lnTo>
                      <a:pt x="369" y="568"/>
                    </a:lnTo>
                    <a:lnTo>
                      <a:pt x="375" y="571"/>
                    </a:lnTo>
                    <a:lnTo>
                      <a:pt x="382" y="570"/>
                    </a:lnTo>
                    <a:lnTo>
                      <a:pt x="390" y="570"/>
                    </a:lnTo>
                    <a:lnTo>
                      <a:pt x="395" y="574"/>
                    </a:lnTo>
                    <a:lnTo>
                      <a:pt x="397" y="580"/>
                    </a:lnTo>
                    <a:lnTo>
                      <a:pt x="398" y="586"/>
                    </a:lnTo>
                    <a:lnTo>
                      <a:pt x="402" y="589"/>
                    </a:lnTo>
                    <a:lnTo>
                      <a:pt x="408" y="591"/>
                    </a:lnTo>
                    <a:lnTo>
                      <a:pt x="417" y="593"/>
                    </a:lnTo>
                    <a:lnTo>
                      <a:pt x="423" y="597"/>
                    </a:lnTo>
                    <a:lnTo>
                      <a:pt x="425" y="602"/>
                    </a:lnTo>
                    <a:lnTo>
                      <a:pt x="425" y="608"/>
                    </a:lnTo>
                    <a:lnTo>
                      <a:pt x="424" y="613"/>
                    </a:lnTo>
                    <a:close/>
                  </a:path>
                </a:pathLst>
              </a:custGeom>
              <a:solidFill>
                <a:srgbClr val="59A3CD">
                  <a:alpha val="32000"/>
                </a:srgbClr>
              </a:solidFill>
              <a:ln>
                <a:noFill/>
              </a:ln>
            </p:spPr>
            <p:txBody>
              <a:bodyPr anchor="ctr"/>
              <a:lstStyle/>
              <a:p>
                <a:pPr algn="ctr">
                  <a:buNone/>
                </a:pPr>
              </a:p>
            </p:txBody>
          </p:sp>
          <p:sp>
            <p:nvSpPr>
              <p:cNvPr id="7114" name="addition:input:113">
                <a:extLst>
                  <a:ext uri="{FF2B5EF4-FFF2-40B4-BE49-F238E27FC236}">
                    <ns2:creationId id="{09D7A516-64EA-4F5F-8600-DD4D735AA8A7}"/>
                  </a:ext>
                </a:extLst>
              </p:cNvPr>
              <p:cNvSpPr>
                <a:spLocks noGrp="1"/>
              </p:cNvSpPr>
              <p:nvPr/>
            </p:nvSpPr>
            <p:spPr>
              <a:xfrm>
                <a:off x="209550" y="5438775"/>
                <a:ext cx="577718" cy="1280297"/>
              </a:xfrm>
              <a:custGeom>
                <a:rect l="l" t="t" r="r" b="b"/>
                <a:pathLst>
                  <a:path w="351" h="683">
                    <a:moveTo>
                      <a:pt x="0" y="0"/>
                    </a:moveTo>
                    <a:moveTo>
                      <a:pt x="351" y="624"/>
                    </a:moveTo>
                    <a:lnTo>
                      <a:pt x="350" y="630"/>
                    </a:lnTo>
                    <a:lnTo>
                      <a:pt x="345" y="635"/>
                    </a:lnTo>
                    <a:lnTo>
                      <a:pt x="339" y="639"/>
                    </a:lnTo>
                    <a:lnTo>
                      <a:pt x="334" y="643"/>
                    </a:lnTo>
                    <a:lnTo>
                      <a:pt x="331" y="647"/>
                    </a:lnTo>
                    <a:lnTo>
                      <a:pt x="328" y="651"/>
                    </a:lnTo>
                    <a:lnTo>
                      <a:pt x="323" y="654"/>
                    </a:lnTo>
                    <a:lnTo>
                      <a:pt x="320" y="657"/>
                    </a:lnTo>
                    <a:lnTo>
                      <a:pt x="318" y="663"/>
                    </a:lnTo>
                    <a:lnTo>
                      <a:pt x="317" y="670"/>
                    </a:lnTo>
                    <a:lnTo>
                      <a:pt x="316" y="679"/>
                    </a:lnTo>
                    <a:lnTo>
                      <a:pt x="311" y="683"/>
                    </a:lnTo>
                    <a:lnTo>
                      <a:pt x="304" y="683"/>
                    </a:lnTo>
                    <a:lnTo>
                      <a:pt x="296" y="678"/>
                    </a:lnTo>
                    <a:lnTo>
                      <a:pt x="290" y="675"/>
                    </a:lnTo>
                    <a:lnTo>
                      <a:pt x="285" y="675"/>
                    </a:lnTo>
                    <a:lnTo>
                      <a:pt x="281" y="677"/>
                    </a:lnTo>
                    <a:lnTo>
                      <a:pt x="277" y="679"/>
                    </a:lnTo>
                    <a:lnTo>
                      <a:pt x="272" y="678"/>
                    </a:lnTo>
                    <a:lnTo>
                      <a:pt x="268" y="676"/>
                    </a:lnTo>
                    <a:lnTo>
                      <a:pt x="264" y="674"/>
                    </a:lnTo>
                    <a:lnTo>
                      <a:pt x="260" y="674"/>
                    </a:lnTo>
                    <a:lnTo>
                      <a:pt x="255" y="674"/>
                    </a:lnTo>
                    <a:lnTo>
                      <a:pt x="250" y="672"/>
                    </a:lnTo>
                    <a:lnTo>
                      <a:pt x="247" y="669"/>
                    </a:lnTo>
                    <a:lnTo>
                      <a:pt x="244" y="665"/>
                    </a:lnTo>
                    <a:lnTo>
                      <a:pt x="239" y="663"/>
                    </a:lnTo>
                    <a:lnTo>
                      <a:pt x="233" y="661"/>
                    </a:lnTo>
                    <a:lnTo>
                      <a:pt x="229" y="657"/>
                    </a:lnTo>
                    <a:lnTo>
                      <a:pt x="230" y="651"/>
                    </a:lnTo>
                    <a:lnTo>
                      <a:pt x="234" y="643"/>
                    </a:lnTo>
                    <a:lnTo>
                      <a:pt x="239" y="637"/>
                    </a:lnTo>
                    <a:lnTo>
                      <a:pt x="240" y="632"/>
                    </a:lnTo>
                    <a:lnTo>
                      <a:pt x="235" y="629"/>
                    </a:lnTo>
                    <a:lnTo>
                      <a:pt x="229" y="624"/>
                    </a:lnTo>
                    <a:lnTo>
                      <a:pt x="224" y="619"/>
                    </a:lnTo>
                    <a:lnTo>
                      <a:pt x="223" y="614"/>
                    </a:lnTo>
                    <a:lnTo>
                      <a:pt x="223" y="609"/>
                    </a:lnTo>
                    <a:lnTo>
                      <a:pt x="223" y="603"/>
                    </a:lnTo>
                    <a:lnTo>
                      <a:pt x="223" y="598"/>
                    </a:lnTo>
                    <a:lnTo>
                      <a:pt x="226" y="593"/>
                    </a:lnTo>
                    <a:lnTo>
                      <a:pt x="231" y="591"/>
                    </a:lnTo>
                    <a:lnTo>
                      <a:pt x="237" y="589"/>
                    </a:lnTo>
                    <a:lnTo>
                      <a:pt x="241" y="587"/>
                    </a:lnTo>
                    <a:lnTo>
                      <a:pt x="243" y="582"/>
                    </a:lnTo>
                    <a:lnTo>
                      <a:pt x="245" y="577"/>
                    </a:lnTo>
                    <a:lnTo>
                      <a:pt x="249" y="574"/>
                    </a:lnTo>
                    <a:lnTo>
                      <a:pt x="255" y="575"/>
                    </a:lnTo>
                    <a:lnTo>
                      <a:pt x="262" y="578"/>
                    </a:lnTo>
                    <a:lnTo>
                      <a:pt x="267" y="578"/>
                    </a:lnTo>
                    <a:lnTo>
                      <a:pt x="271" y="573"/>
                    </a:lnTo>
                    <a:lnTo>
                      <a:pt x="276" y="567"/>
                    </a:lnTo>
                    <a:lnTo>
                      <a:pt x="282" y="562"/>
                    </a:lnTo>
                    <a:lnTo>
                      <a:pt x="289" y="561"/>
                    </a:lnTo>
                    <a:lnTo>
                      <a:pt x="295" y="564"/>
                    </a:lnTo>
                    <a:lnTo>
                      <a:pt x="301" y="568"/>
                    </a:lnTo>
                    <a:lnTo>
                      <a:pt x="307" y="571"/>
                    </a:lnTo>
                    <a:lnTo>
                      <a:pt x="311" y="575"/>
                    </a:lnTo>
                    <a:lnTo>
                      <a:pt x="315" y="581"/>
                    </a:lnTo>
                    <a:lnTo>
                      <a:pt x="317" y="587"/>
                    </a:lnTo>
                    <a:lnTo>
                      <a:pt x="320" y="591"/>
                    </a:lnTo>
                    <a:lnTo>
                      <a:pt x="326" y="592"/>
                    </a:lnTo>
                    <a:lnTo>
                      <a:pt x="334" y="592"/>
                    </a:lnTo>
                    <a:lnTo>
                      <a:pt x="342" y="594"/>
                    </a:lnTo>
                    <a:lnTo>
                      <a:pt x="345" y="598"/>
                    </a:lnTo>
                    <a:lnTo>
                      <a:pt x="345" y="604"/>
                    </a:lnTo>
                    <a:lnTo>
                      <a:pt x="343" y="610"/>
                    </a:lnTo>
                    <a:lnTo>
                      <a:pt x="344" y="615"/>
                    </a:lnTo>
                    <a:lnTo>
                      <a:pt x="348" y="619"/>
                    </a:lnTo>
                    <a:close/>
                  </a:path>
                </a:pathLst>
              </a:custGeom>
              <a:solidFill>
                <a:srgbClr val="59A3CD">
                  <a:alpha val="32000"/>
                </a:srgbClr>
              </a:solidFill>
              <a:ln>
                <a:noFill/>
              </a:ln>
            </p:spPr>
            <p:txBody>
              <a:bodyPr anchor="ctr"/>
              <a:lstStyle/>
              <a:p>
                <a:pPr algn="ctr">
                  <a:buNone/>
                </a:pPr>
              </a:p>
            </p:txBody>
          </p:sp>
          <p:sp>
            <p:nvSpPr>
              <p:cNvPr id="7115" name="addition:input:114">
                <a:extLst>
                  <a:ext uri="{FF2B5EF4-FFF2-40B4-BE49-F238E27FC236}">
                    <ns2:creationId id="{CB405C87-B02A-44C6-A6AB-6DE53BF119B1}"/>
                  </a:ext>
                </a:extLst>
              </p:cNvPr>
              <p:cNvSpPr>
                <a:spLocks noGrp="1"/>
              </p:cNvSpPr>
              <p:nvPr/>
            </p:nvSpPr>
            <p:spPr>
              <a:xfrm>
                <a:off x="209550" y="5438775"/>
                <a:ext cx="454274" cy="1233434"/>
              </a:xfrm>
              <a:custGeom>
                <a:rect l="l" t="t" r="r" b="b"/>
                <a:pathLst>
                  <a:path w="276" h="658">
                    <a:moveTo>
                      <a:pt x="0" y="0"/>
                    </a:moveTo>
                    <a:moveTo>
                      <a:pt x="275" y="604"/>
                    </a:moveTo>
                    <a:lnTo>
                      <a:pt x="274" y="608"/>
                    </a:lnTo>
                    <a:lnTo>
                      <a:pt x="271" y="612"/>
                    </a:lnTo>
                    <a:lnTo>
                      <a:pt x="269" y="615"/>
                    </a:lnTo>
                    <a:lnTo>
                      <a:pt x="271" y="620"/>
                    </a:lnTo>
                    <a:lnTo>
                      <a:pt x="275" y="626"/>
                    </a:lnTo>
                    <a:lnTo>
                      <a:pt x="276" y="632"/>
                    </a:lnTo>
                    <a:lnTo>
                      <a:pt x="275" y="636"/>
                    </a:lnTo>
                    <a:lnTo>
                      <a:pt x="270" y="638"/>
                    </a:lnTo>
                    <a:lnTo>
                      <a:pt x="266" y="640"/>
                    </a:lnTo>
                    <a:lnTo>
                      <a:pt x="262" y="641"/>
                    </a:lnTo>
                    <a:lnTo>
                      <a:pt x="258" y="642"/>
                    </a:lnTo>
                    <a:lnTo>
                      <a:pt x="254" y="642"/>
                    </a:lnTo>
                    <a:lnTo>
                      <a:pt x="250" y="642"/>
                    </a:lnTo>
                    <a:lnTo>
                      <a:pt x="247" y="642"/>
                    </a:lnTo>
                    <a:lnTo>
                      <a:pt x="244" y="646"/>
                    </a:lnTo>
                    <a:lnTo>
                      <a:pt x="241" y="652"/>
                    </a:lnTo>
                    <a:lnTo>
                      <a:pt x="237" y="657"/>
                    </a:lnTo>
                    <a:lnTo>
                      <a:pt x="232" y="658"/>
                    </a:lnTo>
                    <a:lnTo>
                      <a:pt x="227" y="655"/>
                    </a:lnTo>
                    <a:lnTo>
                      <a:pt x="223" y="651"/>
                    </a:lnTo>
                    <a:lnTo>
                      <a:pt x="219" y="648"/>
                    </a:lnTo>
                    <a:lnTo>
                      <a:pt x="213" y="648"/>
                    </a:lnTo>
                    <a:lnTo>
                      <a:pt x="208" y="648"/>
                    </a:lnTo>
                    <a:lnTo>
                      <a:pt x="203" y="646"/>
                    </a:lnTo>
                    <a:lnTo>
                      <a:pt x="201" y="641"/>
                    </a:lnTo>
                    <a:lnTo>
                      <a:pt x="199" y="636"/>
                    </a:lnTo>
                    <a:lnTo>
                      <a:pt x="197" y="632"/>
                    </a:lnTo>
                    <a:lnTo>
                      <a:pt x="193" y="630"/>
                    </a:lnTo>
                    <a:lnTo>
                      <a:pt x="190" y="627"/>
                    </a:lnTo>
                    <a:lnTo>
                      <a:pt x="187" y="623"/>
                    </a:lnTo>
                    <a:lnTo>
                      <a:pt x="185" y="620"/>
                    </a:lnTo>
                    <a:lnTo>
                      <a:pt x="182" y="617"/>
                    </a:lnTo>
                    <a:lnTo>
                      <a:pt x="176" y="613"/>
                    </a:lnTo>
                    <a:lnTo>
                      <a:pt x="172" y="609"/>
                    </a:lnTo>
                    <a:lnTo>
                      <a:pt x="170" y="604"/>
                    </a:lnTo>
                    <a:lnTo>
                      <a:pt x="175" y="599"/>
                    </a:lnTo>
                    <a:lnTo>
                      <a:pt x="182" y="596"/>
                    </a:lnTo>
                    <a:lnTo>
                      <a:pt x="188" y="593"/>
                    </a:lnTo>
                    <a:lnTo>
                      <a:pt x="190" y="590"/>
                    </a:lnTo>
                    <a:lnTo>
                      <a:pt x="190" y="585"/>
                    </a:lnTo>
                    <a:lnTo>
                      <a:pt x="191" y="580"/>
                    </a:lnTo>
                    <a:lnTo>
                      <a:pt x="193" y="577"/>
                    </a:lnTo>
                    <a:lnTo>
                      <a:pt x="197" y="574"/>
                    </a:lnTo>
                    <a:lnTo>
                      <a:pt x="200" y="571"/>
                    </a:lnTo>
                    <a:lnTo>
                      <a:pt x="203" y="567"/>
                    </a:lnTo>
                    <a:lnTo>
                      <a:pt x="206" y="562"/>
                    </a:lnTo>
                    <a:lnTo>
                      <a:pt x="210" y="560"/>
                    </a:lnTo>
                    <a:lnTo>
                      <a:pt x="215" y="559"/>
                    </a:lnTo>
                    <a:lnTo>
                      <a:pt x="219" y="558"/>
                    </a:lnTo>
                    <a:lnTo>
                      <a:pt x="223" y="556"/>
                    </a:lnTo>
                    <a:lnTo>
                      <a:pt x="228" y="553"/>
                    </a:lnTo>
                    <a:lnTo>
                      <a:pt x="232" y="552"/>
                    </a:lnTo>
                    <a:lnTo>
                      <a:pt x="236" y="554"/>
                    </a:lnTo>
                    <a:lnTo>
                      <a:pt x="240" y="560"/>
                    </a:lnTo>
                    <a:lnTo>
                      <a:pt x="242" y="566"/>
                    </a:lnTo>
                    <a:lnTo>
                      <a:pt x="245" y="567"/>
                    </a:lnTo>
                    <a:lnTo>
                      <a:pt x="249" y="565"/>
                    </a:lnTo>
                    <a:lnTo>
                      <a:pt x="254" y="562"/>
                    </a:lnTo>
                    <a:lnTo>
                      <a:pt x="259" y="561"/>
                    </a:lnTo>
                    <a:lnTo>
                      <a:pt x="263" y="563"/>
                    </a:lnTo>
                    <a:lnTo>
                      <a:pt x="265" y="567"/>
                    </a:lnTo>
                    <a:lnTo>
                      <a:pt x="268" y="570"/>
                    </a:lnTo>
                    <a:lnTo>
                      <a:pt x="270" y="574"/>
                    </a:lnTo>
                    <a:lnTo>
                      <a:pt x="271" y="578"/>
                    </a:lnTo>
                    <a:lnTo>
                      <a:pt x="270" y="583"/>
                    </a:lnTo>
                    <a:lnTo>
                      <a:pt x="268" y="589"/>
                    </a:lnTo>
                    <a:lnTo>
                      <a:pt x="268" y="593"/>
                    </a:lnTo>
                    <a:lnTo>
                      <a:pt x="270" y="596"/>
                    </a:lnTo>
                    <a:lnTo>
                      <a:pt x="274" y="600"/>
                    </a:lnTo>
                    <a:close/>
                  </a:path>
                </a:pathLst>
              </a:custGeom>
              <a:solidFill>
                <a:srgbClr val="59A3CD">
                  <a:alpha val="32000"/>
                </a:srgbClr>
              </a:solidFill>
              <a:ln>
                <a:noFill/>
              </a:ln>
            </p:spPr>
            <p:txBody>
              <a:bodyPr anchor="ctr"/>
              <a:lstStyle/>
              <a:p>
                <a:pPr algn="ctr">
                  <a:buNone/>
                </a:pPr>
              </a:p>
            </p:txBody>
          </p:sp>
          <p:sp>
            <p:nvSpPr>
              <p:cNvPr id="7116" name="addition:input:115">
                <a:extLst>
                  <a:ext uri="{FF2B5EF4-FFF2-40B4-BE49-F238E27FC236}">
                    <ns2:creationId id="{23018B82-E135-4C11-B9F9-8C57762F3326}"/>
                  </a:ext>
                </a:extLst>
              </p:cNvPr>
              <p:cNvSpPr>
                <a:spLocks noGrp="1"/>
              </p:cNvSpPr>
              <p:nvPr/>
            </p:nvSpPr>
            <p:spPr>
              <a:xfrm>
                <a:off x="209550" y="5438775"/>
                <a:ext cx="636971" cy="1252179"/>
              </a:xfrm>
              <a:custGeom>
                <a:rect l="l" t="t" r="r" b="b"/>
                <a:pathLst>
                  <a:path w="387" h="668">
                    <a:moveTo>
                      <a:pt x="0" y="0"/>
                    </a:moveTo>
                    <a:moveTo>
                      <a:pt x="376" y="596"/>
                    </a:moveTo>
                    <a:lnTo>
                      <a:pt x="383" y="602"/>
                    </a:lnTo>
                    <a:lnTo>
                      <a:pt x="387" y="608"/>
                    </a:lnTo>
                    <a:lnTo>
                      <a:pt x="384" y="613"/>
                    </a:lnTo>
                    <a:lnTo>
                      <a:pt x="379" y="617"/>
                    </a:lnTo>
                    <a:lnTo>
                      <a:pt x="376" y="622"/>
                    </a:lnTo>
                    <a:lnTo>
                      <a:pt x="376" y="628"/>
                    </a:lnTo>
                    <a:lnTo>
                      <a:pt x="377" y="635"/>
                    </a:lnTo>
                    <a:lnTo>
                      <a:pt x="376" y="641"/>
                    </a:lnTo>
                    <a:lnTo>
                      <a:pt x="370" y="644"/>
                    </a:lnTo>
                    <a:lnTo>
                      <a:pt x="363" y="644"/>
                    </a:lnTo>
                    <a:lnTo>
                      <a:pt x="356" y="645"/>
                    </a:lnTo>
                    <a:lnTo>
                      <a:pt x="351" y="646"/>
                    </a:lnTo>
                    <a:lnTo>
                      <a:pt x="346" y="648"/>
                    </a:lnTo>
                    <a:lnTo>
                      <a:pt x="340" y="648"/>
                    </a:lnTo>
                    <a:lnTo>
                      <a:pt x="335" y="648"/>
                    </a:lnTo>
                    <a:lnTo>
                      <a:pt x="329" y="651"/>
                    </a:lnTo>
                    <a:lnTo>
                      <a:pt x="324" y="656"/>
                    </a:lnTo>
                    <a:lnTo>
                      <a:pt x="316" y="664"/>
                    </a:lnTo>
                    <a:lnTo>
                      <a:pt x="308" y="668"/>
                    </a:lnTo>
                    <a:lnTo>
                      <a:pt x="300" y="666"/>
                    </a:lnTo>
                    <a:lnTo>
                      <a:pt x="294" y="659"/>
                    </a:lnTo>
                    <a:lnTo>
                      <a:pt x="290" y="650"/>
                    </a:lnTo>
                    <a:lnTo>
                      <a:pt x="285" y="646"/>
                    </a:lnTo>
                    <a:lnTo>
                      <a:pt x="278" y="644"/>
                    </a:lnTo>
                    <a:lnTo>
                      <a:pt x="271" y="643"/>
                    </a:lnTo>
                    <a:lnTo>
                      <a:pt x="265" y="639"/>
                    </a:lnTo>
                    <a:lnTo>
                      <a:pt x="261" y="634"/>
                    </a:lnTo>
                    <a:lnTo>
                      <a:pt x="258" y="629"/>
                    </a:lnTo>
                    <a:lnTo>
                      <a:pt x="253" y="626"/>
                    </a:lnTo>
                    <a:lnTo>
                      <a:pt x="247" y="622"/>
                    </a:lnTo>
                    <a:lnTo>
                      <a:pt x="242" y="618"/>
                    </a:lnTo>
                    <a:lnTo>
                      <a:pt x="240" y="612"/>
                    </a:lnTo>
                    <a:lnTo>
                      <a:pt x="239" y="607"/>
                    </a:lnTo>
                    <a:lnTo>
                      <a:pt x="236" y="602"/>
                    </a:lnTo>
                    <a:lnTo>
                      <a:pt x="232" y="596"/>
                    </a:lnTo>
                    <a:lnTo>
                      <a:pt x="229" y="590"/>
                    </a:lnTo>
                    <a:lnTo>
                      <a:pt x="232" y="584"/>
                    </a:lnTo>
                    <a:lnTo>
                      <a:pt x="241" y="579"/>
                    </a:lnTo>
                    <a:lnTo>
                      <a:pt x="253" y="577"/>
                    </a:lnTo>
                    <a:lnTo>
                      <a:pt x="261" y="574"/>
                    </a:lnTo>
                    <a:lnTo>
                      <a:pt x="264" y="570"/>
                    </a:lnTo>
                    <a:lnTo>
                      <a:pt x="263" y="563"/>
                    </a:lnTo>
                    <a:lnTo>
                      <a:pt x="263" y="556"/>
                    </a:lnTo>
                    <a:lnTo>
                      <a:pt x="267" y="550"/>
                    </a:lnTo>
                    <a:lnTo>
                      <a:pt x="272" y="546"/>
                    </a:lnTo>
                    <a:lnTo>
                      <a:pt x="278" y="542"/>
                    </a:lnTo>
                    <a:lnTo>
                      <a:pt x="283" y="537"/>
                    </a:lnTo>
                    <a:lnTo>
                      <a:pt x="290" y="534"/>
                    </a:lnTo>
                    <a:lnTo>
                      <a:pt x="297" y="534"/>
                    </a:lnTo>
                    <a:lnTo>
                      <a:pt x="305" y="536"/>
                    </a:lnTo>
                    <a:lnTo>
                      <a:pt x="312" y="538"/>
                    </a:lnTo>
                    <a:lnTo>
                      <a:pt x="317" y="537"/>
                    </a:lnTo>
                    <a:lnTo>
                      <a:pt x="323" y="535"/>
                    </a:lnTo>
                    <a:lnTo>
                      <a:pt x="329" y="533"/>
                    </a:lnTo>
                    <a:lnTo>
                      <a:pt x="334" y="537"/>
                    </a:lnTo>
                    <a:lnTo>
                      <a:pt x="338" y="543"/>
                    </a:lnTo>
                    <a:lnTo>
                      <a:pt x="341" y="548"/>
                    </a:lnTo>
                    <a:lnTo>
                      <a:pt x="345" y="549"/>
                    </a:lnTo>
                    <a:lnTo>
                      <a:pt x="353" y="546"/>
                    </a:lnTo>
                    <a:lnTo>
                      <a:pt x="362" y="544"/>
                    </a:lnTo>
                    <a:lnTo>
                      <a:pt x="369" y="545"/>
                    </a:lnTo>
                    <a:lnTo>
                      <a:pt x="373" y="550"/>
                    </a:lnTo>
                    <a:lnTo>
                      <a:pt x="374" y="556"/>
                    </a:lnTo>
                    <a:lnTo>
                      <a:pt x="375" y="562"/>
                    </a:lnTo>
                    <a:lnTo>
                      <a:pt x="376" y="568"/>
                    </a:lnTo>
                    <a:lnTo>
                      <a:pt x="375" y="575"/>
                    </a:lnTo>
                    <a:lnTo>
                      <a:pt x="372" y="581"/>
                    </a:lnTo>
                    <a:lnTo>
                      <a:pt x="369" y="587"/>
                    </a:lnTo>
                    <a:lnTo>
                      <a:pt x="370" y="591"/>
                    </a:lnTo>
                    <a:close/>
                  </a:path>
                </a:pathLst>
              </a:custGeom>
              <a:solidFill>
                <a:srgbClr val="59A3CD">
                  <a:alpha val="32000"/>
                </a:srgbClr>
              </a:solidFill>
              <a:ln>
                <a:noFill/>
              </a:ln>
            </p:spPr>
            <p:txBody>
              <a:bodyPr anchor="ctr"/>
              <a:lstStyle/>
              <a:p>
                <a:pPr algn="ctr">
                  <a:buNone/>
                </a:pPr>
              </a:p>
            </p:txBody>
          </p:sp>
          <p:sp>
            <p:nvSpPr>
              <p:cNvPr id="7117" name="addition:input:116">
                <a:extLst>
                  <a:ext uri="{FF2B5EF4-FFF2-40B4-BE49-F238E27FC236}">
                    <ns2:creationId id="{B8B23A0E-4122-45C1-9998-486F45623071}"/>
                  </a:ext>
                </a:extLst>
              </p:cNvPr>
              <p:cNvSpPr>
                <a:spLocks noGrp="1"/>
              </p:cNvSpPr>
              <p:nvPr/>
            </p:nvSpPr>
            <p:spPr>
              <a:xfrm>
                <a:off x="209550" y="5438775"/>
                <a:ext cx="683057" cy="1308415"/>
              </a:xfrm>
              <a:custGeom>
                <a:rect l="l" t="t" r="r" b="b"/>
                <a:pathLst>
                  <a:path w="415" h="698">
                    <a:moveTo>
                      <a:pt x="0" y="0"/>
                    </a:moveTo>
                    <a:moveTo>
                      <a:pt x="413" y="585"/>
                    </a:moveTo>
                    <a:lnTo>
                      <a:pt x="415" y="594"/>
                    </a:lnTo>
                    <a:lnTo>
                      <a:pt x="409" y="603"/>
                    </a:lnTo>
                    <a:lnTo>
                      <a:pt x="400" y="610"/>
                    </a:lnTo>
                    <a:lnTo>
                      <a:pt x="396" y="617"/>
                    </a:lnTo>
                    <a:lnTo>
                      <a:pt x="400" y="627"/>
                    </a:lnTo>
                    <a:lnTo>
                      <a:pt x="405" y="640"/>
                    </a:lnTo>
                    <a:lnTo>
                      <a:pt x="407" y="652"/>
                    </a:lnTo>
                    <a:lnTo>
                      <a:pt x="402" y="660"/>
                    </a:lnTo>
                    <a:lnTo>
                      <a:pt x="393" y="665"/>
                    </a:lnTo>
                    <a:lnTo>
                      <a:pt x="384" y="668"/>
                    </a:lnTo>
                    <a:lnTo>
                      <a:pt x="375" y="671"/>
                    </a:lnTo>
                    <a:lnTo>
                      <a:pt x="366" y="672"/>
                    </a:lnTo>
                    <a:lnTo>
                      <a:pt x="356" y="670"/>
                    </a:lnTo>
                    <a:lnTo>
                      <a:pt x="346" y="666"/>
                    </a:lnTo>
                    <a:lnTo>
                      <a:pt x="339" y="666"/>
                    </a:lnTo>
                    <a:lnTo>
                      <a:pt x="333" y="674"/>
                    </a:lnTo>
                    <a:lnTo>
                      <a:pt x="325" y="686"/>
                    </a:lnTo>
                    <a:lnTo>
                      <a:pt x="315" y="696"/>
                    </a:lnTo>
                    <a:lnTo>
                      <a:pt x="304" y="698"/>
                    </a:lnTo>
                    <a:lnTo>
                      <a:pt x="294" y="690"/>
                    </a:lnTo>
                    <a:lnTo>
                      <a:pt x="286" y="681"/>
                    </a:lnTo>
                    <a:lnTo>
                      <a:pt x="277" y="677"/>
                    </a:lnTo>
                    <a:lnTo>
                      <a:pt x="265" y="676"/>
                    </a:lnTo>
                    <a:lnTo>
                      <a:pt x="253" y="674"/>
                    </a:lnTo>
                    <a:lnTo>
                      <a:pt x="244" y="668"/>
                    </a:lnTo>
                    <a:lnTo>
                      <a:pt x="239" y="658"/>
                    </a:lnTo>
                    <a:lnTo>
                      <a:pt x="235" y="648"/>
                    </a:lnTo>
                    <a:lnTo>
                      <a:pt x="229" y="640"/>
                    </a:lnTo>
                    <a:lnTo>
                      <a:pt x="222" y="633"/>
                    </a:lnTo>
                    <a:lnTo>
                      <a:pt x="216" y="626"/>
                    </a:lnTo>
                    <a:lnTo>
                      <a:pt x="213" y="618"/>
                    </a:lnTo>
                    <a:lnTo>
                      <a:pt x="209" y="610"/>
                    </a:lnTo>
                    <a:lnTo>
                      <a:pt x="200" y="602"/>
                    </a:lnTo>
                    <a:lnTo>
                      <a:pt x="187" y="595"/>
                    </a:lnTo>
                    <a:lnTo>
                      <a:pt x="175" y="585"/>
                    </a:lnTo>
                    <a:lnTo>
                      <a:pt x="172" y="574"/>
                    </a:lnTo>
                    <a:lnTo>
                      <a:pt x="182" y="565"/>
                    </a:lnTo>
                    <a:lnTo>
                      <a:pt x="198" y="558"/>
                    </a:lnTo>
                    <a:lnTo>
                      <a:pt x="212" y="553"/>
                    </a:lnTo>
                    <a:lnTo>
                      <a:pt x="218" y="546"/>
                    </a:lnTo>
                    <a:lnTo>
                      <a:pt x="220" y="538"/>
                    </a:lnTo>
                    <a:lnTo>
                      <a:pt x="223" y="529"/>
                    </a:lnTo>
                    <a:lnTo>
                      <a:pt x="230" y="522"/>
                    </a:lnTo>
                    <a:lnTo>
                      <a:pt x="238" y="516"/>
                    </a:lnTo>
                    <a:lnTo>
                      <a:pt x="246" y="509"/>
                    </a:lnTo>
                    <a:lnTo>
                      <a:pt x="252" y="500"/>
                    </a:lnTo>
                    <a:lnTo>
                      <a:pt x="260" y="491"/>
                    </a:lnTo>
                    <a:lnTo>
                      <a:pt x="271" y="487"/>
                    </a:lnTo>
                    <a:lnTo>
                      <a:pt x="283" y="487"/>
                    </a:lnTo>
                    <a:lnTo>
                      <a:pt x="294" y="486"/>
                    </a:lnTo>
                    <a:lnTo>
                      <a:pt x="304" y="482"/>
                    </a:lnTo>
                    <a:lnTo>
                      <a:pt x="315" y="475"/>
                    </a:lnTo>
                    <a:lnTo>
                      <a:pt x="326" y="473"/>
                    </a:lnTo>
                    <a:lnTo>
                      <a:pt x="336" y="480"/>
                    </a:lnTo>
                    <a:lnTo>
                      <a:pt x="343" y="493"/>
                    </a:lnTo>
                    <a:lnTo>
                      <a:pt x="348" y="505"/>
                    </a:lnTo>
                    <a:lnTo>
                      <a:pt x="354" y="510"/>
                    </a:lnTo>
                    <a:lnTo>
                      <a:pt x="364" y="507"/>
                    </a:lnTo>
                    <a:lnTo>
                      <a:pt x="376" y="503"/>
                    </a:lnTo>
                    <a:lnTo>
                      <a:pt x="387" y="503"/>
                    </a:lnTo>
                    <a:lnTo>
                      <a:pt x="396" y="507"/>
                    </a:lnTo>
                    <a:lnTo>
                      <a:pt x="402" y="513"/>
                    </a:lnTo>
                    <a:lnTo>
                      <a:pt x="409" y="520"/>
                    </a:lnTo>
                    <a:lnTo>
                      <a:pt x="414" y="528"/>
                    </a:lnTo>
                    <a:lnTo>
                      <a:pt x="415" y="538"/>
                    </a:lnTo>
                    <a:lnTo>
                      <a:pt x="410" y="550"/>
                    </a:lnTo>
                    <a:lnTo>
                      <a:pt x="403" y="560"/>
                    </a:lnTo>
                    <a:lnTo>
                      <a:pt x="401" y="569"/>
                    </a:lnTo>
                    <a:lnTo>
                      <a:pt x="406" y="577"/>
                    </a:lnTo>
                    <a:close/>
                  </a:path>
                </a:pathLst>
              </a:custGeom>
              <a:solidFill>
                <a:srgbClr val="0675B4">
                  <a:alpha val="37000"/>
                </a:srgbClr>
              </a:solidFill>
              <a:ln>
                <a:noFill/>
              </a:ln>
            </p:spPr>
            <p:txBody>
              <a:bodyPr anchor="ctr"/>
              <a:lstStyle/>
              <a:p>
                <a:pPr algn="ctr">
                  <a:buNone/>
                </a:pPr>
              </a:p>
            </p:txBody>
          </p:sp>
          <p:sp>
            <p:nvSpPr>
              <p:cNvPr id="7118" name="addition:input:117">
                <a:extLst>
                  <a:ext uri="{FF2B5EF4-FFF2-40B4-BE49-F238E27FC236}">
                    <ns2:creationId id="{8AA2259A-FD91-4124-9422-038FDF73FF63}"/>
                  </a:ext>
                </a:extLst>
              </p:cNvPr>
              <p:cNvSpPr>
                <a:spLocks noGrp="1"/>
              </p:cNvSpPr>
              <p:nvPr/>
            </p:nvSpPr>
            <p:spPr>
              <a:xfrm>
                <a:off x="209550" y="5438775"/>
                <a:ext cx="526694" cy="1139708"/>
              </a:xfrm>
              <a:custGeom>
                <a:rect l="l" t="t" r="r" b="b"/>
                <a:pathLst>
                  <a:path w="320" h="608">
                    <a:moveTo>
                      <a:pt x="0" y="0"/>
                    </a:moveTo>
                    <a:moveTo>
                      <a:pt x="314" y="561"/>
                    </a:moveTo>
                    <a:lnTo>
                      <a:pt x="315" y="565"/>
                    </a:lnTo>
                    <a:lnTo>
                      <a:pt x="315" y="569"/>
                    </a:lnTo>
                    <a:lnTo>
                      <a:pt x="313" y="573"/>
                    </a:lnTo>
                    <a:lnTo>
                      <a:pt x="308" y="575"/>
                    </a:lnTo>
                    <a:lnTo>
                      <a:pt x="303" y="577"/>
                    </a:lnTo>
                    <a:lnTo>
                      <a:pt x="302" y="580"/>
                    </a:lnTo>
                    <a:lnTo>
                      <a:pt x="303" y="586"/>
                    </a:lnTo>
                    <a:lnTo>
                      <a:pt x="304" y="592"/>
                    </a:lnTo>
                    <a:lnTo>
                      <a:pt x="304" y="598"/>
                    </a:lnTo>
                    <a:lnTo>
                      <a:pt x="300" y="601"/>
                    </a:lnTo>
                    <a:lnTo>
                      <a:pt x="296" y="602"/>
                    </a:lnTo>
                    <a:lnTo>
                      <a:pt x="292" y="602"/>
                    </a:lnTo>
                    <a:lnTo>
                      <a:pt x="288" y="603"/>
                    </a:lnTo>
                    <a:lnTo>
                      <a:pt x="284" y="603"/>
                    </a:lnTo>
                    <a:lnTo>
                      <a:pt x="280" y="601"/>
                    </a:lnTo>
                    <a:lnTo>
                      <a:pt x="277" y="599"/>
                    </a:lnTo>
                    <a:lnTo>
                      <a:pt x="274" y="599"/>
                    </a:lnTo>
                    <a:lnTo>
                      <a:pt x="271" y="601"/>
                    </a:lnTo>
                    <a:lnTo>
                      <a:pt x="267" y="605"/>
                    </a:lnTo>
                    <a:lnTo>
                      <a:pt x="263" y="608"/>
                    </a:lnTo>
                    <a:lnTo>
                      <a:pt x="260" y="606"/>
                    </a:lnTo>
                    <a:lnTo>
                      <a:pt x="257" y="602"/>
                    </a:lnTo>
                    <a:lnTo>
                      <a:pt x="255" y="599"/>
                    </a:lnTo>
                    <a:lnTo>
                      <a:pt x="251" y="598"/>
                    </a:lnTo>
                    <a:lnTo>
                      <a:pt x="246" y="598"/>
                    </a:lnTo>
                    <a:lnTo>
                      <a:pt x="241" y="597"/>
                    </a:lnTo>
                    <a:lnTo>
                      <a:pt x="239" y="593"/>
                    </a:lnTo>
                    <a:lnTo>
                      <a:pt x="238" y="588"/>
                    </a:lnTo>
                    <a:lnTo>
                      <a:pt x="239" y="583"/>
                    </a:lnTo>
                    <a:lnTo>
                      <a:pt x="238" y="578"/>
                    </a:lnTo>
                    <a:lnTo>
                      <a:pt x="236" y="575"/>
                    </a:lnTo>
                    <a:lnTo>
                      <a:pt x="235" y="571"/>
                    </a:lnTo>
                    <a:lnTo>
                      <a:pt x="234" y="568"/>
                    </a:lnTo>
                    <a:lnTo>
                      <a:pt x="232" y="564"/>
                    </a:lnTo>
                    <a:lnTo>
                      <a:pt x="228" y="561"/>
                    </a:lnTo>
                    <a:lnTo>
                      <a:pt x="223" y="556"/>
                    </a:lnTo>
                    <a:lnTo>
                      <a:pt x="219" y="551"/>
                    </a:lnTo>
                    <a:lnTo>
                      <a:pt x="219" y="546"/>
                    </a:lnTo>
                    <a:lnTo>
                      <a:pt x="224" y="543"/>
                    </a:lnTo>
                    <a:lnTo>
                      <a:pt x="230" y="541"/>
                    </a:lnTo>
                    <a:lnTo>
                      <a:pt x="234" y="539"/>
                    </a:lnTo>
                    <a:lnTo>
                      <a:pt x="235" y="536"/>
                    </a:lnTo>
                    <a:lnTo>
                      <a:pt x="236" y="532"/>
                    </a:lnTo>
                    <a:lnTo>
                      <a:pt x="238" y="528"/>
                    </a:lnTo>
                    <a:lnTo>
                      <a:pt x="242" y="527"/>
                    </a:lnTo>
                    <a:lnTo>
                      <a:pt x="246" y="526"/>
                    </a:lnTo>
                    <a:lnTo>
                      <a:pt x="250" y="524"/>
                    </a:lnTo>
                    <a:lnTo>
                      <a:pt x="253" y="521"/>
                    </a:lnTo>
                    <a:lnTo>
                      <a:pt x="256" y="517"/>
                    </a:lnTo>
                    <a:lnTo>
                      <a:pt x="261" y="516"/>
                    </a:lnTo>
                    <a:lnTo>
                      <a:pt x="265" y="515"/>
                    </a:lnTo>
                    <a:lnTo>
                      <a:pt x="270" y="514"/>
                    </a:lnTo>
                    <a:lnTo>
                      <a:pt x="275" y="512"/>
                    </a:lnTo>
                    <a:lnTo>
                      <a:pt x="280" y="510"/>
                    </a:lnTo>
                    <a:lnTo>
                      <a:pt x="285" y="511"/>
                    </a:lnTo>
                    <a:lnTo>
                      <a:pt x="289" y="516"/>
                    </a:lnTo>
                    <a:lnTo>
                      <a:pt x="291" y="523"/>
                    </a:lnTo>
                    <a:lnTo>
                      <a:pt x="292" y="528"/>
                    </a:lnTo>
                    <a:lnTo>
                      <a:pt x="295" y="530"/>
                    </a:lnTo>
                    <a:lnTo>
                      <a:pt x="300" y="529"/>
                    </a:lnTo>
                    <a:lnTo>
                      <a:pt x="306" y="529"/>
                    </a:lnTo>
                    <a:lnTo>
                      <a:pt x="310" y="530"/>
                    </a:lnTo>
                    <a:lnTo>
                      <a:pt x="313" y="533"/>
                    </a:lnTo>
                    <a:lnTo>
                      <a:pt x="315" y="536"/>
                    </a:lnTo>
                    <a:lnTo>
                      <a:pt x="317" y="540"/>
                    </a:lnTo>
                    <a:lnTo>
                      <a:pt x="319" y="543"/>
                    </a:lnTo>
                    <a:lnTo>
                      <a:pt x="320" y="548"/>
                    </a:lnTo>
                    <a:lnTo>
                      <a:pt x="317" y="552"/>
                    </a:lnTo>
                    <a:lnTo>
                      <a:pt x="315" y="557"/>
                    </a:lnTo>
                    <a:close/>
                  </a:path>
                </a:pathLst>
              </a:custGeom>
              <a:solidFill>
                <a:srgbClr val="0072B2">
                  <a:alpha val="36000"/>
                </a:srgbClr>
              </a:solidFill>
              <a:ln>
                <a:noFill/>
              </a:ln>
            </p:spPr>
            <p:txBody>
              <a:bodyPr anchor="ctr"/>
              <a:lstStyle/>
              <a:p>
                <a:pPr algn="ctr">
                  <a:buNone/>
                </a:pPr>
              </a:p>
            </p:txBody>
          </p:sp>
          <p:sp>
            <p:nvSpPr>
              <p:cNvPr id="7119" name="addition:input:118">
                <a:extLst>
                  <a:ext uri="{FF2B5EF4-FFF2-40B4-BE49-F238E27FC236}">
                    <ns2:creationId id="{B9C8107E-7D38-44A8-89A3-27B171BEA4D6}"/>
                  </a:ext>
                </a:extLst>
              </p:cNvPr>
              <p:cNvSpPr>
                <a:spLocks noGrp="1"/>
              </p:cNvSpPr>
              <p:nvPr/>
            </p:nvSpPr>
            <p:spPr>
              <a:xfrm>
                <a:off x="209550" y="5438775"/>
                <a:ext cx="615574" cy="1094720"/>
              </a:xfrm>
              <a:custGeom>
                <a:rect l="l" t="t" r="r" b="b"/>
                <a:pathLst>
                  <a:path w="374" h="584">
                    <a:moveTo>
                      <a:pt x="0" y="0"/>
                    </a:moveTo>
                    <a:moveTo>
                      <a:pt x="366" y="547"/>
                    </a:moveTo>
                    <a:lnTo>
                      <a:pt x="363" y="549"/>
                    </a:lnTo>
                    <a:lnTo>
                      <a:pt x="363" y="552"/>
                    </a:lnTo>
                    <a:lnTo>
                      <a:pt x="365" y="555"/>
                    </a:lnTo>
                    <a:lnTo>
                      <a:pt x="367" y="559"/>
                    </a:lnTo>
                    <a:lnTo>
                      <a:pt x="367" y="563"/>
                    </a:lnTo>
                    <a:lnTo>
                      <a:pt x="365" y="565"/>
                    </a:lnTo>
                    <a:lnTo>
                      <a:pt x="362" y="567"/>
                    </a:lnTo>
                    <a:lnTo>
                      <a:pt x="360" y="569"/>
                    </a:lnTo>
                    <a:lnTo>
                      <a:pt x="359" y="572"/>
                    </a:lnTo>
                    <a:lnTo>
                      <a:pt x="357" y="576"/>
                    </a:lnTo>
                    <a:lnTo>
                      <a:pt x="355" y="577"/>
                    </a:lnTo>
                    <a:lnTo>
                      <a:pt x="352" y="578"/>
                    </a:lnTo>
                    <a:lnTo>
                      <a:pt x="349" y="578"/>
                    </a:lnTo>
                    <a:lnTo>
                      <a:pt x="346" y="579"/>
                    </a:lnTo>
                    <a:lnTo>
                      <a:pt x="344" y="580"/>
                    </a:lnTo>
                    <a:lnTo>
                      <a:pt x="341" y="579"/>
                    </a:lnTo>
                    <a:lnTo>
                      <a:pt x="338" y="577"/>
                    </a:lnTo>
                    <a:lnTo>
                      <a:pt x="336" y="576"/>
                    </a:lnTo>
                    <a:lnTo>
                      <a:pt x="334" y="576"/>
                    </a:lnTo>
                    <a:lnTo>
                      <a:pt x="330" y="579"/>
                    </a:lnTo>
                    <a:lnTo>
                      <a:pt x="326" y="583"/>
                    </a:lnTo>
                    <a:lnTo>
                      <a:pt x="322" y="584"/>
                    </a:lnTo>
                    <a:lnTo>
                      <a:pt x="319" y="582"/>
                    </a:lnTo>
                    <a:lnTo>
                      <a:pt x="317" y="578"/>
                    </a:lnTo>
                    <a:lnTo>
                      <a:pt x="316" y="574"/>
                    </a:lnTo>
                    <a:lnTo>
                      <a:pt x="315" y="571"/>
                    </a:lnTo>
                    <a:lnTo>
                      <a:pt x="312" y="568"/>
                    </a:lnTo>
                    <a:lnTo>
                      <a:pt x="310" y="566"/>
                    </a:lnTo>
                    <a:lnTo>
                      <a:pt x="309" y="563"/>
                    </a:lnTo>
                    <a:lnTo>
                      <a:pt x="307" y="560"/>
                    </a:lnTo>
                    <a:lnTo>
                      <a:pt x="305" y="558"/>
                    </a:lnTo>
                    <a:lnTo>
                      <a:pt x="302" y="556"/>
                    </a:lnTo>
                    <a:lnTo>
                      <a:pt x="299" y="553"/>
                    </a:lnTo>
                    <a:lnTo>
                      <a:pt x="298" y="550"/>
                    </a:lnTo>
                    <a:lnTo>
                      <a:pt x="299" y="547"/>
                    </a:lnTo>
                    <a:lnTo>
                      <a:pt x="300" y="544"/>
                    </a:lnTo>
                    <a:lnTo>
                      <a:pt x="298" y="541"/>
                    </a:lnTo>
                    <a:lnTo>
                      <a:pt x="296" y="537"/>
                    </a:lnTo>
                    <a:lnTo>
                      <a:pt x="294" y="533"/>
                    </a:lnTo>
                    <a:lnTo>
                      <a:pt x="296" y="530"/>
                    </a:lnTo>
                    <a:lnTo>
                      <a:pt x="301" y="529"/>
                    </a:lnTo>
                    <a:lnTo>
                      <a:pt x="307" y="529"/>
                    </a:lnTo>
                    <a:lnTo>
                      <a:pt x="310" y="528"/>
                    </a:lnTo>
                    <a:lnTo>
                      <a:pt x="312" y="526"/>
                    </a:lnTo>
                    <a:lnTo>
                      <a:pt x="314" y="523"/>
                    </a:lnTo>
                    <a:lnTo>
                      <a:pt x="315" y="520"/>
                    </a:lnTo>
                    <a:lnTo>
                      <a:pt x="318" y="518"/>
                    </a:lnTo>
                    <a:lnTo>
                      <a:pt x="321" y="515"/>
                    </a:lnTo>
                    <a:lnTo>
                      <a:pt x="324" y="512"/>
                    </a:lnTo>
                    <a:lnTo>
                      <a:pt x="327" y="509"/>
                    </a:lnTo>
                    <a:lnTo>
                      <a:pt x="331" y="509"/>
                    </a:lnTo>
                    <a:lnTo>
                      <a:pt x="335" y="511"/>
                    </a:lnTo>
                    <a:lnTo>
                      <a:pt x="339" y="514"/>
                    </a:lnTo>
                    <a:lnTo>
                      <a:pt x="342" y="516"/>
                    </a:lnTo>
                    <a:lnTo>
                      <a:pt x="346" y="515"/>
                    </a:lnTo>
                    <a:lnTo>
                      <a:pt x="349" y="514"/>
                    </a:lnTo>
                    <a:lnTo>
                      <a:pt x="353" y="515"/>
                    </a:lnTo>
                    <a:lnTo>
                      <a:pt x="355" y="517"/>
                    </a:lnTo>
                    <a:lnTo>
                      <a:pt x="356" y="521"/>
                    </a:lnTo>
                    <a:lnTo>
                      <a:pt x="358" y="524"/>
                    </a:lnTo>
                    <a:lnTo>
                      <a:pt x="360" y="525"/>
                    </a:lnTo>
                    <a:lnTo>
                      <a:pt x="364" y="525"/>
                    </a:lnTo>
                    <a:lnTo>
                      <a:pt x="368" y="526"/>
                    </a:lnTo>
                    <a:lnTo>
                      <a:pt x="370" y="528"/>
                    </a:lnTo>
                    <a:lnTo>
                      <a:pt x="372" y="531"/>
                    </a:lnTo>
                    <a:lnTo>
                      <a:pt x="373" y="534"/>
                    </a:lnTo>
                    <a:lnTo>
                      <a:pt x="374" y="537"/>
                    </a:lnTo>
                    <a:lnTo>
                      <a:pt x="373" y="540"/>
                    </a:lnTo>
                    <a:lnTo>
                      <a:pt x="371" y="544"/>
                    </a:lnTo>
                    <a:close/>
                  </a:path>
                </a:pathLst>
              </a:custGeom>
              <a:solidFill>
                <a:srgbClr val="0072B2">
                  <a:alpha val="36000"/>
                </a:srgbClr>
              </a:solidFill>
              <a:ln>
                <a:noFill/>
              </a:ln>
            </p:spPr>
            <p:txBody>
              <a:bodyPr anchor="ctr"/>
              <a:lstStyle/>
              <a:p>
                <a:pPr algn="ctr">
                  <a:buNone/>
                </a:pPr>
              </a:p>
            </p:txBody>
          </p:sp>
          <p:sp>
            <p:nvSpPr>
              <p:cNvPr id="7120" name="addition:input:119">
                <a:extLst>
                  <a:ext uri="{FF2B5EF4-FFF2-40B4-BE49-F238E27FC236}">
                    <ns2:creationId id="{5AC313EE-1726-450C-90E7-632525416E39}"/>
                  </a:ext>
                </a:extLst>
              </p:cNvPr>
              <p:cNvSpPr>
                <a:spLocks noGrp="1"/>
              </p:cNvSpPr>
              <p:nvPr/>
            </p:nvSpPr>
            <p:spPr>
              <a:xfrm>
                <a:off x="209550" y="5438775"/>
                <a:ext cx="681411" cy="1233434"/>
              </a:xfrm>
              <a:custGeom>
                <a:rect l="l" t="t" r="r" b="b"/>
                <a:pathLst>
                  <a:path w="414" h="658">
                    <a:moveTo>
                      <a:pt x="0" y="0"/>
                    </a:moveTo>
                    <a:moveTo>
                      <a:pt x="405" y="607"/>
                    </a:moveTo>
                    <a:lnTo>
                      <a:pt x="411" y="611"/>
                    </a:lnTo>
                    <a:lnTo>
                      <a:pt x="414" y="616"/>
                    </a:lnTo>
                    <a:lnTo>
                      <a:pt x="414" y="620"/>
                    </a:lnTo>
                    <a:lnTo>
                      <a:pt x="413" y="624"/>
                    </a:lnTo>
                    <a:lnTo>
                      <a:pt x="412" y="628"/>
                    </a:lnTo>
                    <a:lnTo>
                      <a:pt x="410" y="632"/>
                    </a:lnTo>
                    <a:lnTo>
                      <a:pt x="406" y="634"/>
                    </a:lnTo>
                    <a:lnTo>
                      <a:pt x="401" y="635"/>
                    </a:lnTo>
                    <a:lnTo>
                      <a:pt x="397" y="636"/>
                    </a:lnTo>
                    <a:lnTo>
                      <a:pt x="393" y="638"/>
                    </a:lnTo>
                    <a:lnTo>
                      <a:pt x="392" y="642"/>
                    </a:lnTo>
                    <a:lnTo>
                      <a:pt x="390" y="646"/>
                    </a:lnTo>
                    <a:lnTo>
                      <a:pt x="387" y="649"/>
                    </a:lnTo>
                    <a:lnTo>
                      <a:pt x="382" y="649"/>
                    </a:lnTo>
                    <a:lnTo>
                      <a:pt x="377" y="647"/>
                    </a:lnTo>
                    <a:lnTo>
                      <a:pt x="373" y="648"/>
                    </a:lnTo>
                    <a:lnTo>
                      <a:pt x="368" y="651"/>
                    </a:lnTo>
                    <a:lnTo>
                      <a:pt x="363" y="655"/>
                    </a:lnTo>
                    <a:lnTo>
                      <a:pt x="358" y="658"/>
                    </a:lnTo>
                    <a:lnTo>
                      <a:pt x="352" y="656"/>
                    </a:lnTo>
                    <a:lnTo>
                      <a:pt x="348" y="653"/>
                    </a:lnTo>
                    <a:lnTo>
                      <a:pt x="344" y="649"/>
                    </a:lnTo>
                    <a:lnTo>
                      <a:pt x="340" y="645"/>
                    </a:lnTo>
                    <a:lnTo>
                      <a:pt x="337" y="642"/>
                    </a:lnTo>
                    <a:lnTo>
                      <a:pt x="335" y="638"/>
                    </a:lnTo>
                    <a:lnTo>
                      <a:pt x="333" y="634"/>
                    </a:lnTo>
                    <a:lnTo>
                      <a:pt x="330" y="632"/>
                    </a:lnTo>
                    <a:lnTo>
                      <a:pt x="325" y="631"/>
                    </a:lnTo>
                    <a:lnTo>
                      <a:pt x="317" y="631"/>
                    </a:lnTo>
                    <a:lnTo>
                      <a:pt x="311" y="629"/>
                    </a:lnTo>
                    <a:lnTo>
                      <a:pt x="310" y="625"/>
                    </a:lnTo>
                    <a:lnTo>
                      <a:pt x="311" y="620"/>
                    </a:lnTo>
                    <a:lnTo>
                      <a:pt x="314" y="615"/>
                    </a:lnTo>
                    <a:lnTo>
                      <a:pt x="315" y="611"/>
                    </a:lnTo>
                    <a:lnTo>
                      <a:pt x="314" y="607"/>
                    </a:lnTo>
                    <a:lnTo>
                      <a:pt x="313" y="603"/>
                    </a:lnTo>
                    <a:lnTo>
                      <a:pt x="315" y="598"/>
                    </a:lnTo>
                    <a:lnTo>
                      <a:pt x="319" y="595"/>
                    </a:lnTo>
                    <a:lnTo>
                      <a:pt x="323" y="592"/>
                    </a:lnTo>
                    <a:lnTo>
                      <a:pt x="326" y="589"/>
                    </a:lnTo>
                    <a:lnTo>
                      <a:pt x="328" y="585"/>
                    </a:lnTo>
                    <a:lnTo>
                      <a:pt x="330" y="582"/>
                    </a:lnTo>
                    <a:lnTo>
                      <a:pt x="333" y="579"/>
                    </a:lnTo>
                    <a:lnTo>
                      <a:pt x="336" y="576"/>
                    </a:lnTo>
                    <a:lnTo>
                      <a:pt x="338" y="571"/>
                    </a:lnTo>
                    <a:lnTo>
                      <a:pt x="339" y="565"/>
                    </a:lnTo>
                    <a:lnTo>
                      <a:pt x="341" y="560"/>
                    </a:lnTo>
                    <a:lnTo>
                      <a:pt x="346" y="558"/>
                    </a:lnTo>
                    <a:lnTo>
                      <a:pt x="351" y="560"/>
                    </a:lnTo>
                    <a:lnTo>
                      <a:pt x="357" y="565"/>
                    </a:lnTo>
                    <a:lnTo>
                      <a:pt x="361" y="568"/>
                    </a:lnTo>
                    <a:lnTo>
                      <a:pt x="364" y="568"/>
                    </a:lnTo>
                    <a:lnTo>
                      <a:pt x="368" y="566"/>
                    </a:lnTo>
                    <a:lnTo>
                      <a:pt x="371" y="564"/>
                    </a:lnTo>
                    <a:lnTo>
                      <a:pt x="375" y="564"/>
                    </a:lnTo>
                    <a:lnTo>
                      <a:pt x="378" y="565"/>
                    </a:lnTo>
                    <a:lnTo>
                      <a:pt x="381" y="566"/>
                    </a:lnTo>
                    <a:lnTo>
                      <a:pt x="385" y="566"/>
                    </a:lnTo>
                    <a:lnTo>
                      <a:pt x="390" y="567"/>
                    </a:lnTo>
                    <a:lnTo>
                      <a:pt x="393" y="569"/>
                    </a:lnTo>
                    <a:lnTo>
                      <a:pt x="394" y="573"/>
                    </a:lnTo>
                    <a:lnTo>
                      <a:pt x="396" y="577"/>
                    </a:lnTo>
                    <a:lnTo>
                      <a:pt x="400" y="580"/>
                    </a:lnTo>
                    <a:lnTo>
                      <a:pt x="404" y="582"/>
                    </a:lnTo>
                    <a:lnTo>
                      <a:pt x="406" y="586"/>
                    </a:lnTo>
                    <a:lnTo>
                      <a:pt x="405" y="591"/>
                    </a:lnTo>
                    <a:lnTo>
                      <a:pt x="402" y="596"/>
                    </a:lnTo>
                    <a:lnTo>
                      <a:pt x="399" y="600"/>
                    </a:lnTo>
                    <a:lnTo>
                      <a:pt x="400" y="603"/>
                    </a:lnTo>
                    <a:close/>
                  </a:path>
                </a:pathLst>
              </a:custGeom>
              <a:solidFill>
                <a:srgbClr val="0072B2">
                  <a:alpha val="36000"/>
                </a:srgbClr>
              </a:solidFill>
              <a:ln>
                <a:noFill/>
              </a:ln>
            </p:spPr>
            <p:txBody>
              <a:bodyPr anchor="ctr"/>
              <a:lstStyle/>
              <a:p>
                <a:pPr algn="ctr">
                  <a:buNone/>
                </a:pPr>
              </a:p>
            </p:txBody>
          </p:sp>
          <p:sp>
            <p:nvSpPr>
              <p:cNvPr id="7121" name="addition:input:120">
                <a:extLst>
                  <a:ext uri="{FF2B5EF4-FFF2-40B4-BE49-F238E27FC236}">
                    <ns2:creationId id="{B15E4C44-DAE8-449A-8714-72758EB5894A}"/>
                  </a:ext>
                </a:extLst>
              </p:cNvPr>
              <p:cNvSpPr>
                <a:spLocks noGrp="1"/>
              </p:cNvSpPr>
              <p:nvPr/>
            </p:nvSpPr>
            <p:spPr>
              <a:xfrm>
                <a:off x="209550" y="5438775"/>
                <a:ext cx="569488" cy="1259677"/>
              </a:xfrm>
              <a:custGeom>
                <a:rect l="l" t="t" r="r" b="b"/>
                <a:pathLst>
                  <a:path w="346" h="672">
                    <a:moveTo>
                      <a:pt x="0" y="0"/>
                    </a:moveTo>
                    <a:moveTo>
                      <a:pt x="341" y="633"/>
                    </a:moveTo>
                    <a:lnTo>
                      <a:pt x="339" y="636"/>
                    </a:lnTo>
                    <a:lnTo>
                      <a:pt x="335" y="639"/>
                    </a:lnTo>
                    <a:lnTo>
                      <a:pt x="331" y="641"/>
                    </a:lnTo>
                    <a:lnTo>
                      <a:pt x="329" y="644"/>
                    </a:lnTo>
                    <a:lnTo>
                      <a:pt x="328" y="647"/>
                    </a:lnTo>
                    <a:lnTo>
                      <a:pt x="330" y="652"/>
                    </a:lnTo>
                    <a:lnTo>
                      <a:pt x="331" y="657"/>
                    </a:lnTo>
                    <a:lnTo>
                      <a:pt x="329" y="660"/>
                    </a:lnTo>
                    <a:lnTo>
                      <a:pt x="324" y="662"/>
                    </a:lnTo>
                    <a:lnTo>
                      <a:pt x="320" y="662"/>
                    </a:lnTo>
                    <a:lnTo>
                      <a:pt x="316" y="664"/>
                    </a:lnTo>
                    <a:lnTo>
                      <a:pt x="314" y="667"/>
                    </a:lnTo>
                    <a:lnTo>
                      <a:pt x="312" y="671"/>
                    </a:lnTo>
                    <a:lnTo>
                      <a:pt x="308" y="672"/>
                    </a:lnTo>
                    <a:lnTo>
                      <a:pt x="304" y="671"/>
                    </a:lnTo>
                    <a:lnTo>
                      <a:pt x="301" y="669"/>
                    </a:lnTo>
                    <a:lnTo>
                      <a:pt x="298" y="668"/>
                    </a:lnTo>
                    <a:lnTo>
                      <a:pt x="295" y="667"/>
                    </a:lnTo>
                    <a:lnTo>
                      <a:pt x="292" y="667"/>
                    </a:lnTo>
                    <a:lnTo>
                      <a:pt x="289" y="666"/>
                    </a:lnTo>
                    <a:lnTo>
                      <a:pt x="287" y="665"/>
                    </a:lnTo>
                    <a:lnTo>
                      <a:pt x="283" y="666"/>
                    </a:lnTo>
                    <a:lnTo>
                      <a:pt x="279" y="668"/>
                    </a:lnTo>
                    <a:lnTo>
                      <a:pt x="273" y="669"/>
                    </a:lnTo>
                    <a:lnTo>
                      <a:pt x="269" y="668"/>
                    </a:lnTo>
                    <a:lnTo>
                      <a:pt x="268" y="664"/>
                    </a:lnTo>
                    <a:lnTo>
                      <a:pt x="268" y="658"/>
                    </a:lnTo>
                    <a:lnTo>
                      <a:pt x="269" y="653"/>
                    </a:lnTo>
                    <a:lnTo>
                      <a:pt x="268" y="650"/>
                    </a:lnTo>
                    <a:lnTo>
                      <a:pt x="265" y="648"/>
                    </a:lnTo>
                    <a:lnTo>
                      <a:pt x="262" y="646"/>
                    </a:lnTo>
                    <a:lnTo>
                      <a:pt x="261" y="642"/>
                    </a:lnTo>
                    <a:lnTo>
                      <a:pt x="261" y="639"/>
                    </a:lnTo>
                    <a:lnTo>
                      <a:pt x="260" y="636"/>
                    </a:lnTo>
                    <a:lnTo>
                      <a:pt x="258" y="633"/>
                    </a:lnTo>
                    <a:lnTo>
                      <a:pt x="256" y="629"/>
                    </a:lnTo>
                    <a:lnTo>
                      <a:pt x="255" y="626"/>
                    </a:lnTo>
                    <a:lnTo>
                      <a:pt x="255" y="622"/>
                    </a:lnTo>
                    <a:lnTo>
                      <a:pt x="256" y="619"/>
                    </a:lnTo>
                    <a:lnTo>
                      <a:pt x="256" y="615"/>
                    </a:lnTo>
                    <a:lnTo>
                      <a:pt x="256" y="611"/>
                    </a:lnTo>
                    <a:lnTo>
                      <a:pt x="257" y="607"/>
                    </a:lnTo>
                    <a:lnTo>
                      <a:pt x="260" y="605"/>
                    </a:lnTo>
                    <a:lnTo>
                      <a:pt x="266" y="606"/>
                    </a:lnTo>
                    <a:lnTo>
                      <a:pt x="272" y="607"/>
                    </a:lnTo>
                    <a:lnTo>
                      <a:pt x="276" y="607"/>
                    </a:lnTo>
                    <a:lnTo>
                      <a:pt x="277" y="604"/>
                    </a:lnTo>
                    <a:lnTo>
                      <a:pt x="279" y="599"/>
                    </a:lnTo>
                    <a:lnTo>
                      <a:pt x="281" y="595"/>
                    </a:lnTo>
                    <a:lnTo>
                      <a:pt x="285" y="593"/>
                    </a:lnTo>
                    <a:lnTo>
                      <a:pt x="289" y="592"/>
                    </a:lnTo>
                    <a:lnTo>
                      <a:pt x="294" y="592"/>
                    </a:lnTo>
                    <a:lnTo>
                      <a:pt x="298" y="591"/>
                    </a:lnTo>
                    <a:lnTo>
                      <a:pt x="303" y="592"/>
                    </a:lnTo>
                    <a:lnTo>
                      <a:pt x="307" y="594"/>
                    </a:lnTo>
                    <a:lnTo>
                      <a:pt x="311" y="598"/>
                    </a:lnTo>
                    <a:lnTo>
                      <a:pt x="314" y="600"/>
                    </a:lnTo>
                    <a:lnTo>
                      <a:pt x="318" y="601"/>
                    </a:lnTo>
                    <a:lnTo>
                      <a:pt x="323" y="601"/>
                    </a:lnTo>
                    <a:lnTo>
                      <a:pt x="326" y="602"/>
                    </a:lnTo>
                    <a:lnTo>
                      <a:pt x="328" y="606"/>
                    </a:lnTo>
                    <a:lnTo>
                      <a:pt x="328" y="610"/>
                    </a:lnTo>
                    <a:lnTo>
                      <a:pt x="330" y="613"/>
                    </a:lnTo>
                    <a:lnTo>
                      <a:pt x="333" y="615"/>
                    </a:lnTo>
                    <a:lnTo>
                      <a:pt x="339" y="616"/>
                    </a:lnTo>
                    <a:lnTo>
                      <a:pt x="344" y="618"/>
                    </a:lnTo>
                    <a:lnTo>
                      <a:pt x="346" y="621"/>
                    </a:lnTo>
                    <a:lnTo>
                      <a:pt x="345" y="625"/>
                    </a:lnTo>
                    <a:lnTo>
                      <a:pt x="343" y="629"/>
                    </a:lnTo>
                    <a:close/>
                  </a:path>
                </a:pathLst>
              </a:custGeom>
              <a:solidFill>
                <a:srgbClr val="0072B2">
                  <a:alpha val="36000"/>
                </a:srgbClr>
              </a:solidFill>
              <a:ln>
                <a:noFill/>
              </a:ln>
            </p:spPr>
            <p:txBody>
              <a:bodyPr anchor="ctr"/>
              <a:lstStyle/>
              <a:p>
                <a:pPr algn="ctr">
                  <a:buNone/>
                </a:pPr>
              </a:p>
            </p:txBody>
          </p:sp>
          <p:sp>
            <p:nvSpPr>
              <p:cNvPr id="7122" name="addition:input:121">
                <a:extLst>
                  <a:ext uri="{FF2B5EF4-FFF2-40B4-BE49-F238E27FC236}">
                    <ns2:creationId id="{68A9CBA0-B858-49AF-A788-031CF3C837DC}"/>
                  </a:ext>
                </a:extLst>
              </p:cNvPr>
              <p:cNvSpPr>
                <a:spLocks noGrp="1"/>
              </p:cNvSpPr>
              <p:nvPr/>
            </p:nvSpPr>
            <p:spPr>
              <a:xfrm>
                <a:off x="209550" y="5438775"/>
                <a:ext cx="511881" cy="1132210"/>
              </a:xfrm>
              <a:custGeom>
                <a:rect l="l" t="t" r="r" b="b"/>
                <a:pathLst>
                  <a:path w="311" h="604">
                    <a:moveTo>
                      <a:pt x="0" y="0"/>
                    </a:moveTo>
                    <a:moveTo>
                      <a:pt x="303" y="565"/>
                    </a:moveTo>
                    <a:lnTo>
                      <a:pt x="307" y="568"/>
                    </a:lnTo>
                    <a:lnTo>
                      <a:pt x="310" y="571"/>
                    </a:lnTo>
                    <a:lnTo>
                      <a:pt x="311" y="575"/>
                    </a:lnTo>
                    <a:lnTo>
                      <a:pt x="309" y="578"/>
                    </a:lnTo>
                    <a:lnTo>
                      <a:pt x="307" y="580"/>
                    </a:lnTo>
                    <a:lnTo>
                      <a:pt x="305" y="582"/>
                    </a:lnTo>
                    <a:lnTo>
                      <a:pt x="304" y="585"/>
                    </a:lnTo>
                    <a:lnTo>
                      <a:pt x="303" y="588"/>
                    </a:lnTo>
                    <a:lnTo>
                      <a:pt x="301" y="590"/>
                    </a:lnTo>
                    <a:lnTo>
                      <a:pt x="299" y="591"/>
                    </a:lnTo>
                    <a:lnTo>
                      <a:pt x="296" y="591"/>
                    </a:lnTo>
                    <a:lnTo>
                      <a:pt x="293" y="593"/>
                    </a:lnTo>
                    <a:lnTo>
                      <a:pt x="291" y="594"/>
                    </a:lnTo>
                    <a:lnTo>
                      <a:pt x="289" y="595"/>
                    </a:lnTo>
                    <a:lnTo>
                      <a:pt x="286" y="596"/>
                    </a:lnTo>
                    <a:lnTo>
                      <a:pt x="283" y="595"/>
                    </a:lnTo>
                    <a:lnTo>
                      <a:pt x="280" y="597"/>
                    </a:lnTo>
                    <a:lnTo>
                      <a:pt x="277" y="600"/>
                    </a:lnTo>
                    <a:lnTo>
                      <a:pt x="273" y="604"/>
                    </a:lnTo>
                    <a:lnTo>
                      <a:pt x="269" y="604"/>
                    </a:lnTo>
                    <a:lnTo>
                      <a:pt x="266" y="602"/>
                    </a:lnTo>
                    <a:lnTo>
                      <a:pt x="264" y="597"/>
                    </a:lnTo>
                    <a:lnTo>
                      <a:pt x="262" y="592"/>
                    </a:lnTo>
                    <a:lnTo>
                      <a:pt x="260" y="590"/>
                    </a:lnTo>
                    <a:lnTo>
                      <a:pt x="257" y="589"/>
                    </a:lnTo>
                    <a:lnTo>
                      <a:pt x="254" y="588"/>
                    </a:lnTo>
                    <a:lnTo>
                      <a:pt x="251" y="586"/>
                    </a:lnTo>
                    <a:lnTo>
                      <a:pt x="249" y="584"/>
                    </a:lnTo>
                    <a:lnTo>
                      <a:pt x="247" y="582"/>
                    </a:lnTo>
                    <a:lnTo>
                      <a:pt x="244" y="580"/>
                    </a:lnTo>
                    <a:lnTo>
                      <a:pt x="241" y="577"/>
                    </a:lnTo>
                    <a:lnTo>
                      <a:pt x="240" y="574"/>
                    </a:lnTo>
                    <a:lnTo>
                      <a:pt x="241" y="571"/>
                    </a:lnTo>
                    <a:lnTo>
                      <a:pt x="242" y="568"/>
                    </a:lnTo>
                    <a:lnTo>
                      <a:pt x="241" y="565"/>
                    </a:lnTo>
                    <a:lnTo>
                      <a:pt x="240" y="561"/>
                    </a:lnTo>
                    <a:lnTo>
                      <a:pt x="240" y="558"/>
                    </a:lnTo>
                    <a:lnTo>
                      <a:pt x="242" y="555"/>
                    </a:lnTo>
                    <a:lnTo>
                      <a:pt x="247" y="553"/>
                    </a:lnTo>
                    <a:lnTo>
                      <a:pt x="251" y="552"/>
                    </a:lnTo>
                    <a:lnTo>
                      <a:pt x="254" y="550"/>
                    </a:lnTo>
                    <a:lnTo>
                      <a:pt x="254" y="547"/>
                    </a:lnTo>
                    <a:lnTo>
                      <a:pt x="254" y="543"/>
                    </a:lnTo>
                    <a:lnTo>
                      <a:pt x="255" y="539"/>
                    </a:lnTo>
                    <a:lnTo>
                      <a:pt x="257" y="536"/>
                    </a:lnTo>
                    <a:lnTo>
                      <a:pt x="259" y="534"/>
                    </a:lnTo>
                    <a:lnTo>
                      <a:pt x="262" y="531"/>
                    </a:lnTo>
                    <a:lnTo>
                      <a:pt x="265" y="529"/>
                    </a:lnTo>
                    <a:lnTo>
                      <a:pt x="268" y="529"/>
                    </a:lnTo>
                    <a:lnTo>
                      <a:pt x="272" y="531"/>
                    </a:lnTo>
                    <a:lnTo>
                      <a:pt x="275" y="534"/>
                    </a:lnTo>
                    <a:lnTo>
                      <a:pt x="277" y="535"/>
                    </a:lnTo>
                    <a:lnTo>
                      <a:pt x="280" y="534"/>
                    </a:lnTo>
                    <a:lnTo>
                      <a:pt x="282" y="531"/>
                    </a:lnTo>
                    <a:lnTo>
                      <a:pt x="285" y="531"/>
                    </a:lnTo>
                    <a:lnTo>
                      <a:pt x="287" y="532"/>
                    </a:lnTo>
                    <a:lnTo>
                      <a:pt x="289" y="535"/>
                    </a:lnTo>
                    <a:lnTo>
                      <a:pt x="290" y="537"/>
                    </a:lnTo>
                    <a:lnTo>
                      <a:pt x="293" y="537"/>
                    </a:lnTo>
                    <a:lnTo>
                      <a:pt x="297" y="537"/>
                    </a:lnTo>
                    <a:lnTo>
                      <a:pt x="300" y="537"/>
                    </a:lnTo>
                    <a:lnTo>
                      <a:pt x="302" y="539"/>
                    </a:lnTo>
                    <a:lnTo>
                      <a:pt x="303" y="543"/>
                    </a:lnTo>
                    <a:lnTo>
                      <a:pt x="304" y="546"/>
                    </a:lnTo>
                    <a:lnTo>
                      <a:pt x="304" y="549"/>
                    </a:lnTo>
                    <a:lnTo>
                      <a:pt x="304" y="553"/>
                    </a:lnTo>
                    <a:lnTo>
                      <a:pt x="303" y="556"/>
                    </a:lnTo>
                    <a:lnTo>
                      <a:pt x="301" y="559"/>
                    </a:lnTo>
                    <a:lnTo>
                      <a:pt x="301" y="562"/>
                    </a:lnTo>
                    <a:close/>
                  </a:path>
                </a:pathLst>
              </a:custGeom>
              <a:solidFill>
                <a:srgbClr val="0F7AB7">
                  <a:alpha val="32000"/>
                </a:srgbClr>
              </a:solidFill>
              <a:ln>
                <a:noFill/>
              </a:ln>
            </p:spPr>
            <p:txBody>
              <a:bodyPr anchor="ctr"/>
              <a:lstStyle/>
              <a:p>
                <a:pPr algn="ctr">
                  <a:buNone/>
                </a:pPr>
              </a:p>
            </p:txBody>
          </p:sp>
          <p:sp>
            <p:nvSpPr>
              <p:cNvPr id="7123" name="addition:input:122">
                <a:extLst>
                  <a:ext uri="{FF2B5EF4-FFF2-40B4-BE49-F238E27FC236}">
                    <ns2:creationId id="{D3A6404C-A6D5-4E9E-B29B-9387556B20F5}"/>
                  </a:ext>
                </a:extLst>
              </p:cNvPr>
              <p:cNvSpPr>
                <a:spLocks noGrp="1"/>
              </p:cNvSpPr>
              <p:nvPr/>
            </p:nvSpPr>
            <p:spPr>
              <a:xfrm>
                <a:off x="209550" y="5438775"/>
                <a:ext cx="643555" cy="1212814"/>
              </a:xfrm>
              <a:custGeom>
                <a:rect l="l" t="t" r="r" b="b"/>
                <a:pathLst>
                  <a:path w="391" h="647">
                    <a:moveTo>
                      <a:pt x="0" y="0"/>
                    </a:moveTo>
                    <a:moveTo>
                      <a:pt x="391" y="615"/>
                    </a:moveTo>
                    <a:lnTo>
                      <a:pt x="391" y="618"/>
                    </a:lnTo>
                    <a:lnTo>
                      <a:pt x="387" y="621"/>
                    </a:lnTo>
                    <a:lnTo>
                      <a:pt x="382" y="622"/>
                    </a:lnTo>
                    <a:lnTo>
                      <a:pt x="378" y="624"/>
                    </a:lnTo>
                    <a:lnTo>
                      <a:pt x="377" y="626"/>
                    </a:lnTo>
                    <a:lnTo>
                      <a:pt x="377" y="629"/>
                    </a:lnTo>
                    <a:lnTo>
                      <a:pt x="376" y="632"/>
                    </a:lnTo>
                    <a:lnTo>
                      <a:pt x="375" y="635"/>
                    </a:lnTo>
                    <a:lnTo>
                      <a:pt x="372" y="636"/>
                    </a:lnTo>
                    <a:lnTo>
                      <a:pt x="370" y="638"/>
                    </a:lnTo>
                    <a:lnTo>
                      <a:pt x="367" y="641"/>
                    </a:lnTo>
                    <a:lnTo>
                      <a:pt x="365" y="643"/>
                    </a:lnTo>
                    <a:lnTo>
                      <a:pt x="362" y="644"/>
                    </a:lnTo>
                    <a:lnTo>
                      <a:pt x="359" y="644"/>
                    </a:lnTo>
                    <a:lnTo>
                      <a:pt x="355" y="644"/>
                    </a:lnTo>
                    <a:lnTo>
                      <a:pt x="352" y="645"/>
                    </a:lnTo>
                    <a:lnTo>
                      <a:pt x="349" y="647"/>
                    </a:lnTo>
                    <a:lnTo>
                      <a:pt x="346" y="647"/>
                    </a:lnTo>
                    <a:lnTo>
                      <a:pt x="344" y="645"/>
                    </a:lnTo>
                    <a:lnTo>
                      <a:pt x="342" y="641"/>
                    </a:lnTo>
                    <a:lnTo>
                      <a:pt x="340" y="638"/>
                    </a:lnTo>
                    <a:lnTo>
                      <a:pt x="339" y="638"/>
                    </a:lnTo>
                    <a:lnTo>
                      <a:pt x="335" y="639"/>
                    </a:lnTo>
                    <a:lnTo>
                      <a:pt x="331" y="641"/>
                    </a:lnTo>
                    <a:lnTo>
                      <a:pt x="328" y="641"/>
                    </a:lnTo>
                    <a:lnTo>
                      <a:pt x="326" y="639"/>
                    </a:lnTo>
                    <a:lnTo>
                      <a:pt x="324" y="637"/>
                    </a:lnTo>
                    <a:lnTo>
                      <a:pt x="323" y="634"/>
                    </a:lnTo>
                    <a:lnTo>
                      <a:pt x="322" y="631"/>
                    </a:lnTo>
                    <a:lnTo>
                      <a:pt x="322" y="628"/>
                    </a:lnTo>
                    <a:lnTo>
                      <a:pt x="323" y="625"/>
                    </a:lnTo>
                    <a:lnTo>
                      <a:pt x="325" y="622"/>
                    </a:lnTo>
                    <a:lnTo>
                      <a:pt x="325" y="620"/>
                    </a:lnTo>
                    <a:lnTo>
                      <a:pt x="323" y="617"/>
                    </a:lnTo>
                    <a:lnTo>
                      <a:pt x="320" y="615"/>
                    </a:lnTo>
                    <a:lnTo>
                      <a:pt x="319" y="612"/>
                    </a:lnTo>
                    <a:lnTo>
                      <a:pt x="321" y="610"/>
                    </a:lnTo>
                    <a:lnTo>
                      <a:pt x="323" y="607"/>
                    </a:lnTo>
                    <a:lnTo>
                      <a:pt x="324" y="605"/>
                    </a:lnTo>
                    <a:lnTo>
                      <a:pt x="323" y="602"/>
                    </a:lnTo>
                    <a:lnTo>
                      <a:pt x="321" y="598"/>
                    </a:lnTo>
                    <a:lnTo>
                      <a:pt x="320" y="595"/>
                    </a:lnTo>
                    <a:lnTo>
                      <a:pt x="322" y="593"/>
                    </a:lnTo>
                    <a:lnTo>
                      <a:pt x="326" y="592"/>
                    </a:lnTo>
                    <a:lnTo>
                      <a:pt x="329" y="592"/>
                    </a:lnTo>
                    <a:lnTo>
                      <a:pt x="332" y="591"/>
                    </a:lnTo>
                    <a:lnTo>
                      <a:pt x="334" y="590"/>
                    </a:lnTo>
                    <a:lnTo>
                      <a:pt x="337" y="590"/>
                    </a:lnTo>
                    <a:lnTo>
                      <a:pt x="339" y="590"/>
                    </a:lnTo>
                    <a:lnTo>
                      <a:pt x="342" y="590"/>
                    </a:lnTo>
                    <a:lnTo>
                      <a:pt x="344" y="587"/>
                    </a:lnTo>
                    <a:lnTo>
                      <a:pt x="346" y="583"/>
                    </a:lnTo>
                    <a:lnTo>
                      <a:pt x="350" y="581"/>
                    </a:lnTo>
                    <a:lnTo>
                      <a:pt x="353" y="581"/>
                    </a:lnTo>
                    <a:lnTo>
                      <a:pt x="356" y="584"/>
                    </a:lnTo>
                    <a:lnTo>
                      <a:pt x="359" y="587"/>
                    </a:lnTo>
                    <a:lnTo>
                      <a:pt x="361" y="588"/>
                    </a:lnTo>
                    <a:lnTo>
                      <a:pt x="365" y="589"/>
                    </a:lnTo>
                    <a:lnTo>
                      <a:pt x="369" y="589"/>
                    </a:lnTo>
                    <a:lnTo>
                      <a:pt x="371" y="591"/>
                    </a:lnTo>
                    <a:lnTo>
                      <a:pt x="373" y="594"/>
                    </a:lnTo>
                    <a:lnTo>
                      <a:pt x="374" y="597"/>
                    </a:lnTo>
                    <a:lnTo>
                      <a:pt x="376" y="599"/>
                    </a:lnTo>
                    <a:lnTo>
                      <a:pt x="378" y="601"/>
                    </a:lnTo>
                    <a:lnTo>
                      <a:pt x="380" y="603"/>
                    </a:lnTo>
                    <a:lnTo>
                      <a:pt x="382" y="605"/>
                    </a:lnTo>
                    <a:lnTo>
                      <a:pt x="384" y="607"/>
                    </a:lnTo>
                    <a:lnTo>
                      <a:pt x="386" y="609"/>
                    </a:lnTo>
                    <a:lnTo>
                      <a:pt x="389" y="612"/>
                    </a:lnTo>
                    <a:close/>
                  </a:path>
                </a:pathLst>
              </a:custGeom>
              <a:solidFill>
                <a:srgbClr val="0F7AB7">
                  <a:alpha val="32000"/>
                </a:srgbClr>
              </a:solidFill>
              <a:ln>
                <a:noFill/>
              </a:ln>
            </p:spPr>
            <p:txBody>
              <a:bodyPr anchor="ctr"/>
              <a:lstStyle/>
              <a:p>
                <a:pPr algn="ctr">
                  <a:buNone/>
                </a:pPr>
              </a:p>
            </p:txBody>
          </p:sp>
          <p:sp>
            <p:nvSpPr>
              <p:cNvPr id="7124" name="addition:input:123">
                <a:extLst>
                  <a:ext uri="{FF2B5EF4-FFF2-40B4-BE49-F238E27FC236}">
                    <ns2:creationId id="{0389E786-E42E-49D5-8C52-23AF16640A30}"/>
                  </a:ext>
                </a:extLst>
              </p:cNvPr>
              <p:cNvSpPr>
                <a:spLocks noGrp="1"/>
              </p:cNvSpPr>
              <p:nvPr/>
            </p:nvSpPr>
            <p:spPr>
              <a:xfrm>
                <a:off x="209550" y="5438775"/>
                <a:ext cx="722559" cy="1165951"/>
              </a:xfrm>
              <a:custGeom>
                <a:rect l="l" t="t" r="r" b="b"/>
                <a:pathLst>
                  <a:path w="439" h="622">
                    <a:moveTo>
                      <a:pt x="0" y="0"/>
                    </a:moveTo>
                    <a:moveTo>
                      <a:pt x="439" y="594"/>
                    </a:moveTo>
                    <a:lnTo>
                      <a:pt x="439" y="597"/>
                    </a:lnTo>
                    <a:lnTo>
                      <a:pt x="437" y="599"/>
                    </a:lnTo>
                    <a:lnTo>
                      <a:pt x="434" y="601"/>
                    </a:lnTo>
                    <a:lnTo>
                      <a:pt x="432" y="603"/>
                    </a:lnTo>
                    <a:lnTo>
                      <a:pt x="431" y="605"/>
                    </a:lnTo>
                    <a:lnTo>
                      <a:pt x="430" y="607"/>
                    </a:lnTo>
                    <a:lnTo>
                      <a:pt x="429" y="609"/>
                    </a:lnTo>
                    <a:lnTo>
                      <a:pt x="428" y="611"/>
                    </a:lnTo>
                    <a:lnTo>
                      <a:pt x="428" y="614"/>
                    </a:lnTo>
                    <a:lnTo>
                      <a:pt x="427" y="617"/>
                    </a:lnTo>
                    <a:lnTo>
                      <a:pt x="426" y="621"/>
                    </a:lnTo>
                    <a:lnTo>
                      <a:pt x="424" y="622"/>
                    </a:lnTo>
                    <a:lnTo>
                      <a:pt x="422" y="622"/>
                    </a:lnTo>
                    <a:lnTo>
                      <a:pt x="419" y="619"/>
                    </a:lnTo>
                    <a:lnTo>
                      <a:pt x="416" y="617"/>
                    </a:lnTo>
                    <a:lnTo>
                      <a:pt x="415" y="618"/>
                    </a:lnTo>
                    <a:lnTo>
                      <a:pt x="413" y="619"/>
                    </a:lnTo>
                    <a:lnTo>
                      <a:pt x="412" y="621"/>
                    </a:lnTo>
                    <a:lnTo>
                      <a:pt x="410" y="621"/>
                    </a:lnTo>
                    <a:lnTo>
                      <a:pt x="408" y="619"/>
                    </a:lnTo>
                    <a:lnTo>
                      <a:pt x="407" y="619"/>
                    </a:lnTo>
                    <a:lnTo>
                      <a:pt x="405" y="618"/>
                    </a:lnTo>
                    <a:lnTo>
                      <a:pt x="403" y="619"/>
                    </a:lnTo>
                    <a:lnTo>
                      <a:pt x="401" y="618"/>
                    </a:lnTo>
                    <a:lnTo>
                      <a:pt x="400" y="616"/>
                    </a:lnTo>
                    <a:lnTo>
                      <a:pt x="398" y="614"/>
                    </a:lnTo>
                    <a:lnTo>
                      <a:pt x="397" y="613"/>
                    </a:lnTo>
                    <a:lnTo>
                      <a:pt x="395" y="611"/>
                    </a:lnTo>
                    <a:lnTo>
                      <a:pt x="393" y="609"/>
                    </a:lnTo>
                    <a:lnTo>
                      <a:pt x="394" y="606"/>
                    </a:lnTo>
                    <a:lnTo>
                      <a:pt x="395" y="603"/>
                    </a:lnTo>
                    <a:lnTo>
                      <a:pt x="397" y="600"/>
                    </a:lnTo>
                    <a:lnTo>
                      <a:pt x="396" y="598"/>
                    </a:lnTo>
                    <a:lnTo>
                      <a:pt x="394" y="596"/>
                    </a:lnTo>
                    <a:lnTo>
                      <a:pt x="391" y="594"/>
                    </a:lnTo>
                    <a:lnTo>
                      <a:pt x="389" y="592"/>
                    </a:lnTo>
                    <a:lnTo>
                      <a:pt x="388" y="589"/>
                    </a:lnTo>
                    <a:lnTo>
                      <a:pt x="389" y="587"/>
                    </a:lnTo>
                    <a:lnTo>
                      <a:pt x="390" y="584"/>
                    </a:lnTo>
                    <a:lnTo>
                      <a:pt x="390" y="582"/>
                    </a:lnTo>
                    <a:lnTo>
                      <a:pt x="391" y="580"/>
                    </a:lnTo>
                    <a:lnTo>
                      <a:pt x="393" y="578"/>
                    </a:lnTo>
                    <a:lnTo>
                      <a:pt x="395" y="578"/>
                    </a:lnTo>
                    <a:lnTo>
                      <a:pt x="397" y="577"/>
                    </a:lnTo>
                    <a:lnTo>
                      <a:pt x="398" y="575"/>
                    </a:lnTo>
                    <a:lnTo>
                      <a:pt x="399" y="572"/>
                    </a:lnTo>
                    <a:lnTo>
                      <a:pt x="400" y="571"/>
                    </a:lnTo>
                    <a:lnTo>
                      <a:pt x="403" y="571"/>
                    </a:lnTo>
                    <a:lnTo>
                      <a:pt x="405" y="571"/>
                    </a:lnTo>
                    <a:lnTo>
                      <a:pt x="407" y="571"/>
                    </a:lnTo>
                    <a:lnTo>
                      <a:pt x="409" y="569"/>
                    </a:lnTo>
                    <a:lnTo>
                      <a:pt x="411" y="566"/>
                    </a:lnTo>
                    <a:lnTo>
                      <a:pt x="414" y="563"/>
                    </a:lnTo>
                    <a:lnTo>
                      <a:pt x="417" y="563"/>
                    </a:lnTo>
                    <a:lnTo>
                      <a:pt x="419" y="566"/>
                    </a:lnTo>
                    <a:lnTo>
                      <a:pt x="421" y="568"/>
                    </a:lnTo>
                    <a:lnTo>
                      <a:pt x="423" y="570"/>
                    </a:lnTo>
                    <a:lnTo>
                      <a:pt x="425" y="572"/>
                    </a:lnTo>
                    <a:lnTo>
                      <a:pt x="426" y="574"/>
                    </a:lnTo>
                    <a:lnTo>
                      <a:pt x="427" y="576"/>
                    </a:lnTo>
                    <a:lnTo>
                      <a:pt x="429" y="578"/>
                    </a:lnTo>
                    <a:lnTo>
                      <a:pt x="431" y="578"/>
                    </a:lnTo>
                    <a:lnTo>
                      <a:pt x="434" y="578"/>
                    </a:lnTo>
                    <a:lnTo>
                      <a:pt x="437" y="579"/>
                    </a:lnTo>
                    <a:lnTo>
                      <a:pt x="438" y="581"/>
                    </a:lnTo>
                    <a:lnTo>
                      <a:pt x="438" y="584"/>
                    </a:lnTo>
                    <a:lnTo>
                      <a:pt x="437" y="587"/>
                    </a:lnTo>
                    <a:lnTo>
                      <a:pt x="437" y="590"/>
                    </a:lnTo>
                    <a:lnTo>
                      <a:pt x="438" y="592"/>
                    </a:lnTo>
                    <a:close/>
                  </a:path>
                </a:pathLst>
              </a:custGeom>
              <a:solidFill>
                <a:srgbClr val="59A3CD">
                  <a:alpha val="24000"/>
                </a:srgbClr>
              </a:solidFill>
              <a:ln>
                <a:noFill/>
              </a:ln>
            </p:spPr>
            <p:txBody>
              <a:bodyPr anchor="ctr"/>
              <a:lstStyle/>
              <a:p>
                <a:pPr algn="ctr">
                  <a:buNone/>
                </a:pPr>
              </a:p>
            </p:txBody>
          </p:sp>
          <p:sp>
            <p:nvSpPr>
              <p:cNvPr id="7125" name="addition:input:124">
                <a:extLst>
                  <a:ext uri="{FF2B5EF4-FFF2-40B4-BE49-F238E27FC236}">
                    <ns2:creationId id="{44106A9E-B62F-40BB-A9F5-371DE1C128B9}"/>
                  </a:ext>
                </a:extLst>
              </p:cNvPr>
              <p:cNvSpPr>
                <a:spLocks noGrp="1"/>
              </p:cNvSpPr>
              <p:nvPr/>
            </p:nvSpPr>
            <p:spPr>
              <a:xfrm>
                <a:off x="209550" y="5438775"/>
                <a:ext cx="683057" cy="1304666"/>
              </a:xfrm>
              <a:custGeom>
                <a:rect l="l" t="t" r="r" b="b"/>
                <a:pathLst>
                  <a:path w="415" h="696">
                    <a:moveTo>
                      <a:pt x="0" y="0"/>
                    </a:moveTo>
                    <a:moveTo>
                      <a:pt x="412" y="663"/>
                    </a:moveTo>
                    <a:lnTo>
                      <a:pt x="409" y="666"/>
                    </a:lnTo>
                    <a:lnTo>
                      <a:pt x="407" y="668"/>
                    </a:lnTo>
                    <a:lnTo>
                      <a:pt x="407" y="670"/>
                    </a:lnTo>
                    <a:lnTo>
                      <a:pt x="407" y="673"/>
                    </a:lnTo>
                    <a:lnTo>
                      <a:pt x="406" y="676"/>
                    </a:lnTo>
                    <a:lnTo>
                      <a:pt x="404" y="678"/>
                    </a:lnTo>
                    <a:lnTo>
                      <a:pt x="401" y="679"/>
                    </a:lnTo>
                    <a:lnTo>
                      <a:pt x="399" y="681"/>
                    </a:lnTo>
                    <a:lnTo>
                      <a:pt x="398" y="683"/>
                    </a:lnTo>
                    <a:lnTo>
                      <a:pt x="397" y="686"/>
                    </a:lnTo>
                    <a:lnTo>
                      <a:pt x="395" y="688"/>
                    </a:lnTo>
                    <a:lnTo>
                      <a:pt x="393" y="690"/>
                    </a:lnTo>
                    <a:lnTo>
                      <a:pt x="391" y="692"/>
                    </a:lnTo>
                    <a:lnTo>
                      <a:pt x="388" y="694"/>
                    </a:lnTo>
                    <a:lnTo>
                      <a:pt x="386" y="696"/>
                    </a:lnTo>
                    <a:lnTo>
                      <a:pt x="383" y="696"/>
                    </a:lnTo>
                    <a:lnTo>
                      <a:pt x="381" y="693"/>
                    </a:lnTo>
                    <a:lnTo>
                      <a:pt x="378" y="690"/>
                    </a:lnTo>
                    <a:lnTo>
                      <a:pt x="377" y="687"/>
                    </a:lnTo>
                    <a:lnTo>
                      <a:pt x="375" y="687"/>
                    </a:lnTo>
                    <a:lnTo>
                      <a:pt x="373" y="689"/>
                    </a:lnTo>
                    <a:lnTo>
                      <a:pt x="370" y="691"/>
                    </a:lnTo>
                    <a:lnTo>
                      <a:pt x="368" y="691"/>
                    </a:lnTo>
                    <a:lnTo>
                      <a:pt x="366" y="689"/>
                    </a:lnTo>
                    <a:lnTo>
                      <a:pt x="364" y="687"/>
                    </a:lnTo>
                    <a:lnTo>
                      <a:pt x="363" y="686"/>
                    </a:lnTo>
                    <a:lnTo>
                      <a:pt x="361" y="684"/>
                    </a:lnTo>
                    <a:lnTo>
                      <a:pt x="360" y="682"/>
                    </a:lnTo>
                    <a:lnTo>
                      <a:pt x="360" y="679"/>
                    </a:lnTo>
                    <a:lnTo>
                      <a:pt x="360" y="676"/>
                    </a:lnTo>
                    <a:lnTo>
                      <a:pt x="359" y="673"/>
                    </a:lnTo>
                    <a:lnTo>
                      <a:pt x="358" y="671"/>
                    </a:lnTo>
                    <a:lnTo>
                      <a:pt x="357" y="668"/>
                    </a:lnTo>
                    <a:lnTo>
                      <a:pt x="357" y="666"/>
                    </a:lnTo>
                    <a:lnTo>
                      <a:pt x="359" y="663"/>
                    </a:lnTo>
                    <a:lnTo>
                      <a:pt x="361" y="661"/>
                    </a:lnTo>
                    <a:lnTo>
                      <a:pt x="360" y="658"/>
                    </a:lnTo>
                    <a:lnTo>
                      <a:pt x="358" y="655"/>
                    </a:lnTo>
                    <a:lnTo>
                      <a:pt x="355" y="652"/>
                    </a:lnTo>
                    <a:lnTo>
                      <a:pt x="354" y="648"/>
                    </a:lnTo>
                    <a:lnTo>
                      <a:pt x="355" y="646"/>
                    </a:lnTo>
                    <a:lnTo>
                      <a:pt x="358" y="644"/>
                    </a:lnTo>
                    <a:lnTo>
                      <a:pt x="360" y="643"/>
                    </a:lnTo>
                    <a:lnTo>
                      <a:pt x="362" y="642"/>
                    </a:lnTo>
                    <a:lnTo>
                      <a:pt x="364" y="641"/>
                    </a:lnTo>
                    <a:lnTo>
                      <a:pt x="366" y="640"/>
                    </a:lnTo>
                    <a:lnTo>
                      <a:pt x="369" y="640"/>
                    </a:lnTo>
                    <a:lnTo>
                      <a:pt x="370" y="639"/>
                    </a:lnTo>
                    <a:lnTo>
                      <a:pt x="372" y="637"/>
                    </a:lnTo>
                    <a:lnTo>
                      <a:pt x="373" y="634"/>
                    </a:lnTo>
                    <a:lnTo>
                      <a:pt x="375" y="632"/>
                    </a:lnTo>
                    <a:lnTo>
                      <a:pt x="378" y="632"/>
                    </a:lnTo>
                    <a:lnTo>
                      <a:pt x="381" y="633"/>
                    </a:lnTo>
                    <a:lnTo>
                      <a:pt x="383" y="635"/>
                    </a:lnTo>
                    <a:lnTo>
                      <a:pt x="386" y="634"/>
                    </a:lnTo>
                    <a:lnTo>
                      <a:pt x="389" y="633"/>
                    </a:lnTo>
                    <a:lnTo>
                      <a:pt x="393" y="632"/>
                    </a:lnTo>
                    <a:lnTo>
                      <a:pt x="395" y="634"/>
                    </a:lnTo>
                    <a:lnTo>
                      <a:pt x="397" y="638"/>
                    </a:lnTo>
                    <a:lnTo>
                      <a:pt x="397" y="641"/>
                    </a:lnTo>
                    <a:lnTo>
                      <a:pt x="399" y="644"/>
                    </a:lnTo>
                    <a:lnTo>
                      <a:pt x="401" y="646"/>
                    </a:lnTo>
                    <a:lnTo>
                      <a:pt x="402" y="647"/>
                    </a:lnTo>
                    <a:lnTo>
                      <a:pt x="404" y="649"/>
                    </a:lnTo>
                    <a:lnTo>
                      <a:pt x="406" y="651"/>
                    </a:lnTo>
                    <a:lnTo>
                      <a:pt x="408" y="653"/>
                    </a:lnTo>
                    <a:lnTo>
                      <a:pt x="412" y="654"/>
                    </a:lnTo>
                    <a:lnTo>
                      <a:pt x="414" y="657"/>
                    </a:lnTo>
                    <a:lnTo>
                      <a:pt x="415" y="660"/>
                    </a:lnTo>
                    <a:close/>
                  </a:path>
                </a:pathLst>
              </a:custGeom>
              <a:solidFill>
                <a:srgbClr val="59A3CD">
                  <a:alpha val="24000"/>
                </a:srgbClr>
              </a:solidFill>
              <a:ln>
                <a:noFill/>
              </a:ln>
            </p:spPr>
            <p:txBody>
              <a:bodyPr anchor="ctr"/>
              <a:lstStyle/>
              <a:p>
                <a:pPr algn="ctr">
                  <a:buNone/>
                </a:pPr>
              </a:p>
            </p:txBody>
          </p:sp>
          <p:sp>
            <p:nvSpPr>
              <p:cNvPr id="7126" name="addition:input:125">
                <a:extLst>
                  <a:ext uri="{FF2B5EF4-FFF2-40B4-BE49-F238E27FC236}">
                    <ns2:creationId id="{A5BB93AE-1CBD-41BA-9035-2B50E0E9D503}"/>
                  </a:ext>
                </a:extLst>
              </p:cNvPr>
              <p:cNvSpPr>
                <a:spLocks noGrp="1"/>
              </p:cNvSpPr>
              <p:nvPr/>
            </p:nvSpPr>
            <p:spPr>
              <a:xfrm>
                <a:off x="209550" y="5438775"/>
                <a:ext cx="536570" cy="1338407"/>
              </a:xfrm>
              <a:custGeom>
                <a:rect l="l" t="t" r="r" b="b"/>
                <a:pathLst>
                  <a:path w="326" h="714">
                    <a:moveTo>
                      <a:pt x="0" y="0"/>
                    </a:moveTo>
                    <a:moveTo>
                      <a:pt x="320" y="680"/>
                    </a:moveTo>
                    <a:lnTo>
                      <a:pt x="323" y="683"/>
                    </a:lnTo>
                    <a:lnTo>
                      <a:pt x="324" y="686"/>
                    </a:lnTo>
                    <a:lnTo>
                      <a:pt x="325" y="689"/>
                    </a:lnTo>
                    <a:lnTo>
                      <a:pt x="324" y="691"/>
                    </a:lnTo>
                    <a:lnTo>
                      <a:pt x="324" y="694"/>
                    </a:lnTo>
                    <a:lnTo>
                      <a:pt x="323" y="697"/>
                    </a:lnTo>
                    <a:lnTo>
                      <a:pt x="323" y="699"/>
                    </a:lnTo>
                    <a:lnTo>
                      <a:pt x="321" y="701"/>
                    </a:lnTo>
                    <a:lnTo>
                      <a:pt x="319" y="702"/>
                    </a:lnTo>
                    <a:lnTo>
                      <a:pt x="317" y="703"/>
                    </a:lnTo>
                    <a:lnTo>
                      <a:pt x="316" y="705"/>
                    </a:lnTo>
                    <a:lnTo>
                      <a:pt x="314" y="707"/>
                    </a:lnTo>
                    <a:lnTo>
                      <a:pt x="313" y="709"/>
                    </a:lnTo>
                    <a:lnTo>
                      <a:pt x="311" y="708"/>
                    </a:lnTo>
                    <a:lnTo>
                      <a:pt x="308" y="706"/>
                    </a:lnTo>
                    <a:lnTo>
                      <a:pt x="306" y="705"/>
                    </a:lnTo>
                    <a:lnTo>
                      <a:pt x="305" y="707"/>
                    </a:lnTo>
                    <a:lnTo>
                      <a:pt x="302" y="710"/>
                    </a:lnTo>
                    <a:lnTo>
                      <a:pt x="300" y="713"/>
                    </a:lnTo>
                    <a:lnTo>
                      <a:pt x="297" y="714"/>
                    </a:lnTo>
                    <a:lnTo>
                      <a:pt x="295" y="713"/>
                    </a:lnTo>
                    <a:lnTo>
                      <a:pt x="292" y="710"/>
                    </a:lnTo>
                    <a:lnTo>
                      <a:pt x="290" y="708"/>
                    </a:lnTo>
                    <a:lnTo>
                      <a:pt x="289" y="706"/>
                    </a:lnTo>
                    <a:lnTo>
                      <a:pt x="287" y="703"/>
                    </a:lnTo>
                    <a:lnTo>
                      <a:pt x="286" y="700"/>
                    </a:lnTo>
                    <a:lnTo>
                      <a:pt x="285" y="697"/>
                    </a:lnTo>
                    <a:lnTo>
                      <a:pt x="284" y="696"/>
                    </a:lnTo>
                    <a:lnTo>
                      <a:pt x="281" y="695"/>
                    </a:lnTo>
                    <a:lnTo>
                      <a:pt x="277" y="694"/>
                    </a:lnTo>
                    <a:lnTo>
                      <a:pt x="275" y="692"/>
                    </a:lnTo>
                    <a:lnTo>
                      <a:pt x="275" y="689"/>
                    </a:lnTo>
                    <a:lnTo>
                      <a:pt x="276" y="686"/>
                    </a:lnTo>
                    <a:lnTo>
                      <a:pt x="276" y="683"/>
                    </a:lnTo>
                    <a:lnTo>
                      <a:pt x="274" y="680"/>
                    </a:lnTo>
                    <a:lnTo>
                      <a:pt x="273" y="678"/>
                    </a:lnTo>
                    <a:lnTo>
                      <a:pt x="272" y="674"/>
                    </a:lnTo>
                    <a:lnTo>
                      <a:pt x="274" y="672"/>
                    </a:lnTo>
                    <a:lnTo>
                      <a:pt x="277" y="670"/>
                    </a:lnTo>
                    <a:lnTo>
                      <a:pt x="279" y="668"/>
                    </a:lnTo>
                    <a:lnTo>
                      <a:pt x="281" y="666"/>
                    </a:lnTo>
                    <a:lnTo>
                      <a:pt x="283" y="665"/>
                    </a:lnTo>
                    <a:lnTo>
                      <a:pt x="285" y="663"/>
                    </a:lnTo>
                    <a:lnTo>
                      <a:pt x="286" y="661"/>
                    </a:lnTo>
                    <a:lnTo>
                      <a:pt x="288" y="659"/>
                    </a:lnTo>
                    <a:lnTo>
                      <a:pt x="289" y="655"/>
                    </a:lnTo>
                    <a:lnTo>
                      <a:pt x="289" y="651"/>
                    </a:lnTo>
                    <a:lnTo>
                      <a:pt x="291" y="648"/>
                    </a:lnTo>
                    <a:lnTo>
                      <a:pt x="294" y="648"/>
                    </a:lnTo>
                    <a:lnTo>
                      <a:pt x="298" y="650"/>
                    </a:lnTo>
                    <a:lnTo>
                      <a:pt x="300" y="652"/>
                    </a:lnTo>
                    <a:lnTo>
                      <a:pt x="303" y="653"/>
                    </a:lnTo>
                    <a:lnTo>
                      <a:pt x="305" y="652"/>
                    </a:lnTo>
                    <a:lnTo>
                      <a:pt x="307" y="651"/>
                    </a:lnTo>
                    <a:lnTo>
                      <a:pt x="309" y="652"/>
                    </a:lnTo>
                    <a:lnTo>
                      <a:pt x="311" y="653"/>
                    </a:lnTo>
                    <a:lnTo>
                      <a:pt x="312" y="655"/>
                    </a:lnTo>
                    <a:lnTo>
                      <a:pt x="314" y="656"/>
                    </a:lnTo>
                    <a:lnTo>
                      <a:pt x="316" y="656"/>
                    </a:lnTo>
                    <a:lnTo>
                      <a:pt x="318" y="657"/>
                    </a:lnTo>
                    <a:lnTo>
                      <a:pt x="319" y="659"/>
                    </a:lnTo>
                    <a:lnTo>
                      <a:pt x="320" y="660"/>
                    </a:lnTo>
                    <a:lnTo>
                      <a:pt x="322" y="662"/>
                    </a:lnTo>
                    <a:lnTo>
                      <a:pt x="324" y="663"/>
                    </a:lnTo>
                    <a:lnTo>
                      <a:pt x="326" y="665"/>
                    </a:lnTo>
                    <a:lnTo>
                      <a:pt x="326" y="669"/>
                    </a:lnTo>
                    <a:lnTo>
                      <a:pt x="324" y="672"/>
                    </a:lnTo>
                    <a:lnTo>
                      <a:pt x="321" y="676"/>
                    </a:lnTo>
                    <a:lnTo>
                      <a:pt x="320" y="678"/>
                    </a:lnTo>
                    <a:close/>
                  </a:path>
                </a:pathLst>
              </a:custGeom>
              <a:solidFill>
                <a:srgbClr val="59A3CD">
                  <a:alpha val="24000"/>
                </a:srgbClr>
              </a:solidFill>
              <a:ln>
                <a:noFill/>
              </a:ln>
            </p:spPr>
            <p:txBody>
              <a:bodyPr anchor="ctr"/>
              <a:lstStyle/>
              <a:p>
                <a:pPr algn="ctr">
                  <a:buNone/>
                </a:pPr>
              </a:p>
            </p:txBody>
          </p:sp>
          <p:sp>
            <p:nvSpPr>
              <p:cNvPr id="7127" name="addition:input:126">
                <a:extLst>
                  <a:ext uri="{FF2B5EF4-FFF2-40B4-BE49-F238E27FC236}">
                    <ns2:creationId id="{28036868-D9E0-44CB-AFB9-58EFAB5AE534}"/>
                  </a:ext>
                </a:extLst>
              </p:cNvPr>
              <p:cNvSpPr>
                <a:spLocks noGrp="1"/>
              </p:cNvSpPr>
              <p:nvPr/>
            </p:nvSpPr>
            <p:spPr>
              <a:xfrm>
                <a:off x="209550" y="5438775"/>
                <a:ext cx="429585" cy="1270925"/>
              </a:xfrm>
              <a:custGeom>
                <a:rect l="l" t="t" r="r" b="b"/>
                <a:pathLst>
                  <a:path w="261" h="678">
                    <a:moveTo>
                      <a:pt x="0" y="0"/>
                    </a:moveTo>
                    <a:moveTo>
                      <a:pt x="254" y="646"/>
                    </a:moveTo>
                    <a:lnTo>
                      <a:pt x="252" y="648"/>
                    </a:lnTo>
                    <a:lnTo>
                      <a:pt x="253" y="650"/>
                    </a:lnTo>
                    <a:lnTo>
                      <a:pt x="255" y="653"/>
                    </a:lnTo>
                    <a:lnTo>
                      <a:pt x="257" y="657"/>
                    </a:lnTo>
                    <a:lnTo>
                      <a:pt x="257" y="660"/>
                    </a:lnTo>
                    <a:lnTo>
                      <a:pt x="255" y="662"/>
                    </a:lnTo>
                    <a:lnTo>
                      <a:pt x="253" y="664"/>
                    </a:lnTo>
                    <a:lnTo>
                      <a:pt x="251" y="666"/>
                    </a:lnTo>
                    <a:lnTo>
                      <a:pt x="250" y="668"/>
                    </a:lnTo>
                    <a:lnTo>
                      <a:pt x="249" y="670"/>
                    </a:lnTo>
                    <a:lnTo>
                      <a:pt x="247" y="672"/>
                    </a:lnTo>
                    <a:lnTo>
                      <a:pt x="244" y="672"/>
                    </a:lnTo>
                    <a:lnTo>
                      <a:pt x="242" y="672"/>
                    </a:lnTo>
                    <a:lnTo>
                      <a:pt x="240" y="674"/>
                    </a:lnTo>
                    <a:lnTo>
                      <a:pt x="238" y="674"/>
                    </a:lnTo>
                    <a:lnTo>
                      <a:pt x="236" y="674"/>
                    </a:lnTo>
                    <a:lnTo>
                      <a:pt x="234" y="672"/>
                    </a:lnTo>
                    <a:lnTo>
                      <a:pt x="232" y="671"/>
                    </a:lnTo>
                    <a:lnTo>
                      <a:pt x="229" y="672"/>
                    </a:lnTo>
                    <a:lnTo>
                      <a:pt x="227" y="675"/>
                    </a:lnTo>
                    <a:lnTo>
                      <a:pt x="223" y="678"/>
                    </a:lnTo>
                    <a:lnTo>
                      <a:pt x="220" y="678"/>
                    </a:lnTo>
                    <a:lnTo>
                      <a:pt x="217" y="676"/>
                    </a:lnTo>
                    <a:lnTo>
                      <a:pt x="216" y="672"/>
                    </a:lnTo>
                    <a:lnTo>
                      <a:pt x="215" y="669"/>
                    </a:lnTo>
                    <a:lnTo>
                      <a:pt x="214" y="666"/>
                    </a:lnTo>
                    <a:lnTo>
                      <a:pt x="212" y="664"/>
                    </a:lnTo>
                    <a:lnTo>
                      <a:pt x="210" y="662"/>
                    </a:lnTo>
                    <a:lnTo>
                      <a:pt x="209" y="660"/>
                    </a:lnTo>
                    <a:lnTo>
                      <a:pt x="208" y="657"/>
                    </a:lnTo>
                    <a:lnTo>
                      <a:pt x="205" y="656"/>
                    </a:lnTo>
                    <a:lnTo>
                      <a:pt x="202" y="654"/>
                    </a:lnTo>
                    <a:lnTo>
                      <a:pt x="200" y="651"/>
                    </a:lnTo>
                    <a:lnTo>
                      <a:pt x="200" y="649"/>
                    </a:lnTo>
                    <a:lnTo>
                      <a:pt x="201" y="646"/>
                    </a:lnTo>
                    <a:lnTo>
                      <a:pt x="201" y="643"/>
                    </a:lnTo>
                    <a:lnTo>
                      <a:pt x="200" y="641"/>
                    </a:lnTo>
                    <a:lnTo>
                      <a:pt x="198" y="637"/>
                    </a:lnTo>
                    <a:lnTo>
                      <a:pt x="198" y="634"/>
                    </a:lnTo>
                    <a:lnTo>
                      <a:pt x="200" y="632"/>
                    </a:lnTo>
                    <a:lnTo>
                      <a:pt x="204" y="631"/>
                    </a:lnTo>
                    <a:lnTo>
                      <a:pt x="208" y="630"/>
                    </a:lnTo>
                    <a:lnTo>
                      <a:pt x="210" y="629"/>
                    </a:lnTo>
                    <a:lnTo>
                      <a:pt x="212" y="627"/>
                    </a:lnTo>
                    <a:lnTo>
                      <a:pt x="213" y="625"/>
                    </a:lnTo>
                    <a:lnTo>
                      <a:pt x="215" y="623"/>
                    </a:lnTo>
                    <a:lnTo>
                      <a:pt x="217" y="621"/>
                    </a:lnTo>
                    <a:lnTo>
                      <a:pt x="219" y="618"/>
                    </a:lnTo>
                    <a:lnTo>
                      <a:pt x="221" y="615"/>
                    </a:lnTo>
                    <a:lnTo>
                      <a:pt x="224" y="613"/>
                    </a:lnTo>
                    <a:lnTo>
                      <a:pt x="228" y="613"/>
                    </a:lnTo>
                    <a:lnTo>
                      <a:pt x="231" y="615"/>
                    </a:lnTo>
                    <a:lnTo>
                      <a:pt x="234" y="618"/>
                    </a:lnTo>
                    <a:lnTo>
                      <a:pt x="236" y="619"/>
                    </a:lnTo>
                    <a:lnTo>
                      <a:pt x="239" y="619"/>
                    </a:lnTo>
                    <a:lnTo>
                      <a:pt x="242" y="618"/>
                    </a:lnTo>
                    <a:lnTo>
                      <a:pt x="245" y="618"/>
                    </a:lnTo>
                    <a:lnTo>
                      <a:pt x="247" y="621"/>
                    </a:lnTo>
                    <a:lnTo>
                      <a:pt x="248" y="623"/>
                    </a:lnTo>
                    <a:lnTo>
                      <a:pt x="249" y="625"/>
                    </a:lnTo>
                    <a:lnTo>
                      <a:pt x="251" y="626"/>
                    </a:lnTo>
                    <a:lnTo>
                      <a:pt x="254" y="626"/>
                    </a:lnTo>
                    <a:lnTo>
                      <a:pt x="257" y="628"/>
                    </a:lnTo>
                    <a:lnTo>
                      <a:pt x="258" y="630"/>
                    </a:lnTo>
                    <a:lnTo>
                      <a:pt x="259" y="632"/>
                    </a:lnTo>
                    <a:lnTo>
                      <a:pt x="261" y="635"/>
                    </a:lnTo>
                    <a:lnTo>
                      <a:pt x="261" y="637"/>
                    </a:lnTo>
                    <a:lnTo>
                      <a:pt x="261" y="640"/>
                    </a:lnTo>
                    <a:lnTo>
                      <a:pt x="258" y="643"/>
                    </a:lnTo>
                    <a:close/>
                  </a:path>
                </a:pathLst>
              </a:custGeom>
              <a:solidFill>
                <a:srgbClr val="59A3CD">
                  <a:alpha val="24000"/>
                </a:srgbClr>
              </a:solidFill>
              <a:ln>
                <a:noFill/>
              </a:ln>
            </p:spPr>
            <p:txBody>
              <a:bodyPr anchor="ctr"/>
              <a:lstStyle/>
              <a:p>
                <a:pPr algn="ctr">
                  <a:buNone/>
                </a:pPr>
              </a:p>
            </p:txBody>
          </p:sp>
          <p:sp>
            <p:nvSpPr>
              <p:cNvPr id="7128" name="addition:input:127">
                <a:extLst>
                  <a:ext uri="{FF2B5EF4-FFF2-40B4-BE49-F238E27FC236}">
                    <ns2:creationId id="{D03AA227-A350-4248-9AAA-CCB30B423F89}"/>
                  </a:ext>
                </a:extLst>
              </p:cNvPr>
              <p:cNvSpPr>
                <a:spLocks noGrp="1"/>
              </p:cNvSpPr>
              <p:nvPr/>
            </p:nvSpPr>
            <p:spPr>
              <a:xfrm>
                <a:off x="209550" y="5438775"/>
                <a:ext cx="376916" cy="1132210"/>
              </a:xfrm>
              <a:custGeom>
                <a:rect l="l" t="t" r="r" b="b"/>
                <a:pathLst>
                  <a:path w="229" h="604">
                    <a:moveTo>
                      <a:pt x="0" y="0"/>
                    </a:moveTo>
                    <a:moveTo>
                      <a:pt x="227" y="575"/>
                    </a:moveTo>
                    <a:lnTo>
                      <a:pt x="225" y="577"/>
                    </a:lnTo>
                    <a:lnTo>
                      <a:pt x="224" y="579"/>
                    </a:lnTo>
                    <a:lnTo>
                      <a:pt x="225" y="581"/>
                    </a:lnTo>
                    <a:lnTo>
                      <a:pt x="227" y="585"/>
                    </a:lnTo>
                    <a:lnTo>
                      <a:pt x="229" y="588"/>
                    </a:lnTo>
                    <a:lnTo>
                      <a:pt x="229" y="591"/>
                    </a:lnTo>
                    <a:lnTo>
                      <a:pt x="227" y="593"/>
                    </a:lnTo>
                    <a:lnTo>
                      <a:pt x="224" y="594"/>
                    </a:lnTo>
                    <a:lnTo>
                      <a:pt x="222" y="594"/>
                    </a:lnTo>
                    <a:lnTo>
                      <a:pt x="220" y="595"/>
                    </a:lnTo>
                    <a:lnTo>
                      <a:pt x="218" y="596"/>
                    </a:lnTo>
                    <a:lnTo>
                      <a:pt x="216" y="596"/>
                    </a:lnTo>
                    <a:lnTo>
                      <a:pt x="215" y="597"/>
                    </a:lnTo>
                    <a:lnTo>
                      <a:pt x="213" y="598"/>
                    </a:lnTo>
                    <a:lnTo>
                      <a:pt x="211" y="600"/>
                    </a:lnTo>
                    <a:lnTo>
                      <a:pt x="210" y="603"/>
                    </a:lnTo>
                    <a:lnTo>
                      <a:pt x="207" y="604"/>
                    </a:lnTo>
                    <a:lnTo>
                      <a:pt x="205" y="603"/>
                    </a:lnTo>
                    <a:lnTo>
                      <a:pt x="202" y="602"/>
                    </a:lnTo>
                    <a:lnTo>
                      <a:pt x="200" y="600"/>
                    </a:lnTo>
                    <a:lnTo>
                      <a:pt x="197" y="601"/>
                    </a:lnTo>
                    <a:lnTo>
                      <a:pt x="194" y="602"/>
                    </a:lnTo>
                    <a:lnTo>
                      <a:pt x="191" y="601"/>
                    </a:lnTo>
                    <a:lnTo>
                      <a:pt x="189" y="599"/>
                    </a:lnTo>
                    <a:lnTo>
                      <a:pt x="188" y="595"/>
                    </a:lnTo>
                    <a:lnTo>
                      <a:pt x="188" y="592"/>
                    </a:lnTo>
                    <a:lnTo>
                      <a:pt x="186" y="590"/>
                    </a:lnTo>
                    <a:lnTo>
                      <a:pt x="184" y="589"/>
                    </a:lnTo>
                    <a:lnTo>
                      <a:pt x="182" y="588"/>
                    </a:lnTo>
                    <a:lnTo>
                      <a:pt x="181" y="586"/>
                    </a:lnTo>
                    <a:lnTo>
                      <a:pt x="179" y="584"/>
                    </a:lnTo>
                    <a:lnTo>
                      <a:pt x="176" y="583"/>
                    </a:lnTo>
                    <a:lnTo>
                      <a:pt x="174" y="580"/>
                    </a:lnTo>
                    <a:lnTo>
                      <a:pt x="172" y="578"/>
                    </a:lnTo>
                    <a:lnTo>
                      <a:pt x="173" y="575"/>
                    </a:lnTo>
                    <a:lnTo>
                      <a:pt x="176" y="573"/>
                    </a:lnTo>
                    <a:lnTo>
                      <a:pt x="179" y="571"/>
                    </a:lnTo>
                    <a:lnTo>
                      <a:pt x="181" y="569"/>
                    </a:lnTo>
                    <a:lnTo>
                      <a:pt x="181" y="566"/>
                    </a:lnTo>
                    <a:lnTo>
                      <a:pt x="181" y="564"/>
                    </a:lnTo>
                    <a:lnTo>
                      <a:pt x="182" y="561"/>
                    </a:lnTo>
                    <a:lnTo>
                      <a:pt x="184" y="560"/>
                    </a:lnTo>
                    <a:lnTo>
                      <a:pt x="187" y="559"/>
                    </a:lnTo>
                    <a:lnTo>
                      <a:pt x="188" y="557"/>
                    </a:lnTo>
                    <a:lnTo>
                      <a:pt x="190" y="555"/>
                    </a:lnTo>
                    <a:lnTo>
                      <a:pt x="191" y="552"/>
                    </a:lnTo>
                    <a:lnTo>
                      <a:pt x="193" y="550"/>
                    </a:lnTo>
                    <a:lnTo>
                      <a:pt x="195" y="549"/>
                    </a:lnTo>
                    <a:lnTo>
                      <a:pt x="198" y="548"/>
                    </a:lnTo>
                    <a:lnTo>
                      <a:pt x="200" y="547"/>
                    </a:lnTo>
                    <a:lnTo>
                      <a:pt x="202" y="546"/>
                    </a:lnTo>
                    <a:lnTo>
                      <a:pt x="205" y="547"/>
                    </a:lnTo>
                    <a:lnTo>
                      <a:pt x="207" y="549"/>
                    </a:lnTo>
                    <a:lnTo>
                      <a:pt x="208" y="553"/>
                    </a:lnTo>
                    <a:lnTo>
                      <a:pt x="210" y="554"/>
                    </a:lnTo>
                    <a:lnTo>
                      <a:pt x="212" y="554"/>
                    </a:lnTo>
                    <a:lnTo>
                      <a:pt x="214" y="551"/>
                    </a:lnTo>
                    <a:lnTo>
                      <a:pt x="217" y="550"/>
                    </a:lnTo>
                    <a:lnTo>
                      <a:pt x="219" y="551"/>
                    </a:lnTo>
                    <a:lnTo>
                      <a:pt x="221" y="553"/>
                    </a:lnTo>
                    <a:lnTo>
                      <a:pt x="222" y="555"/>
                    </a:lnTo>
                    <a:lnTo>
                      <a:pt x="223" y="557"/>
                    </a:lnTo>
                    <a:lnTo>
                      <a:pt x="224" y="558"/>
                    </a:lnTo>
                    <a:lnTo>
                      <a:pt x="225" y="561"/>
                    </a:lnTo>
                    <a:lnTo>
                      <a:pt x="225" y="563"/>
                    </a:lnTo>
                    <a:lnTo>
                      <a:pt x="225" y="566"/>
                    </a:lnTo>
                    <a:lnTo>
                      <a:pt x="225" y="568"/>
                    </a:lnTo>
                    <a:lnTo>
                      <a:pt x="226" y="570"/>
                    </a:lnTo>
                    <a:lnTo>
                      <a:pt x="227" y="573"/>
                    </a:lnTo>
                    <a:close/>
                  </a:path>
                </a:pathLst>
              </a:custGeom>
              <a:solidFill>
                <a:srgbClr val="59A3CD">
                  <a:alpha val="24000"/>
                </a:srgbClr>
              </a:solidFill>
              <a:ln>
                <a:noFill/>
              </a:ln>
            </p:spPr>
            <p:txBody>
              <a:bodyPr anchor="ctr"/>
              <a:lstStyle/>
              <a:p>
                <a:pPr algn="ctr">
                  <a:buNone/>
                </a:pPr>
              </a:p>
            </p:txBody>
          </p:sp>
          <p:sp>
            <p:nvSpPr>
              <p:cNvPr id="7129" name="addition:input:128">
                <a:extLst>
                  <a:ext uri="{FF2B5EF4-FFF2-40B4-BE49-F238E27FC236}">
                    <ns2:creationId id="{909C380D-568D-486A-9206-C8CB325D5185}"/>
                  </a:ext>
                </a:extLst>
              </p:cNvPr>
              <p:cNvSpPr>
                <a:spLocks noGrp="1"/>
              </p:cNvSpPr>
              <p:nvPr/>
            </p:nvSpPr>
            <p:spPr>
              <a:xfrm>
                <a:off x="209550" y="5438775"/>
                <a:ext cx="462504" cy="1021613"/>
              </a:xfrm>
              <a:custGeom>
                <a:rect l="l" t="t" r="r" b="b"/>
                <a:pathLst>
                  <a:path w="281" h="545">
                    <a:moveTo>
                      <a:pt x="0" y="0"/>
                    </a:moveTo>
                    <a:moveTo>
                      <a:pt x="275" y="515"/>
                    </a:moveTo>
                    <a:lnTo>
                      <a:pt x="276" y="517"/>
                    </a:lnTo>
                    <a:lnTo>
                      <a:pt x="278" y="520"/>
                    </a:lnTo>
                    <a:lnTo>
                      <a:pt x="280" y="523"/>
                    </a:lnTo>
                    <a:lnTo>
                      <a:pt x="281" y="526"/>
                    </a:lnTo>
                    <a:lnTo>
                      <a:pt x="279" y="528"/>
                    </a:lnTo>
                    <a:lnTo>
                      <a:pt x="277" y="530"/>
                    </a:lnTo>
                    <a:lnTo>
                      <a:pt x="275" y="531"/>
                    </a:lnTo>
                    <a:lnTo>
                      <a:pt x="273" y="533"/>
                    </a:lnTo>
                    <a:lnTo>
                      <a:pt x="271" y="534"/>
                    </a:lnTo>
                    <a:lnTo>
                      <a:pt x="268" y="534"/>
                    </a:lnTo>
                    <a:lnTo>
                      <a:pt x="265" y="534"/>
                    </a:lnTo>
                    <a:lnTo>
                      <a:pt x="263" y="535"/>
                    </a:lnTo>
                    <a:lnTo>
                      <a:pt x="262" y="538"/>
                    </a:lnTo>
                    <a:lnTo>
                      <a:pt x="261" y="542"/>
                    </a:lnTo>
                    <a:lnTo>
                      <a:pt x="258" y="545"/>
                    </a:lnTo>
                    <a:lnTo>
                      <a:pt x="255" y="545"/>
                    </a:lnTo>
                    <a:lnTo>
                      <a:pt x="252" y="543"/>
                    </a:lnTo>
                    <a:lnTo>
                      <a:pt x="249" y="542"/>
                    </a:lnTo>
                    <a:lnTo>
                      <a:pt x="246" y="541"/>
                    </a:lnTo>
                    <a:lnTo>
                      <a:pt x="243" y="542"/>
                    </a:lnTo>
                    <a:lnTo>
                      <a:pt x="240" y="542"/>
                    </a:lnTo>
                    <a:lnTo>
                      <a:pt x="237" y="540"/>
                    </a:lnTo>
                    <a:lnTo>
                      <a:pt x="235" y="538"/>
                    </a:lnTo>
                    <a:lnTo>
                      <a:pt x="233" y="536"/>
                    </a:lnTo>
                    <a:lnTo>
                      <a:pt x="231" y="535"/>
                    </a:lnTo>
                    <a:lnTo>
                      <a:pt x="229" y="533"/>
                    </a:lnTo>
                    <a:lnTo>
                      <a:pt x="227" y="532"/>
                    </a:lnTo>
                    <a:lnTo>
                      <a:pt x="226" y="530"/>
                    </a:lnTo>
                    <a:lnTo>
                      <a:pt x="225" y="528"/>
                    </a:lnTo>
                    <a:lnTo>
                      <a:pt x="222" y="527"/>
                    </a:lnTo>
                    <a:lnTo>
                      <a:pt x="219" y="525"/>
                    </a:lnTo>
                    <a:lnTo>
                      <a:pt x="216" y="523"/>
                    </a:lnTo>
                    <a:lnTo>
                      <a:pt x="216" y="521"/>
                    </a:lnTo>
                    <a:lnTo>
                      <a:pt x="218" y="518"/>
                    </a:lnTo>
                    <a:lnTo>
                      <a:pt x="222" y="515"/>
                    </a:lnTo>
                    <a:lnTo>
                      <a:pt x="225" y="513"/>
                    </a:lnTo>
                    <a:lnTo>
                      <a:pt x="225" y="511"/>
                    </a:lnTo>
                    <a:lnTo>
                      <a:pt x="225" y="508"/>
                    </a:lnTo>
                    <a:lnTo>
                      <a:pt x="226" y="506"/>
                    </a:lnTo>
                    <a:lnTo>
                      <a:pt x="227" y="504"/>
                    </a:lnTo>
                    <a:lnTo>
                      <a:pt x="228" y="502"/>
                    </a:lnTo>
                    <a:lnTo>
                      <a:pt x="229" y="499"/>
                    </a:lnTo>
                    <a:lnTo>
                      <a:pt x="229" y="496"/>
                    </a:lnTo>
                    <a:lnTo>
                      <a:pt x="231" y="494"/>
                    </a:lnTo>
                    <a:lnTo>
                      <a:pt x="233" y="493"/>
                    </a:lnTo>
                    <a:lnTo>
                      <a:pt x="236" y="492"/>
                    </a:lnTo>
                    <a:lnTo>
                      <a:pt x="238" y="491"/>
                    </a:lnTo>
                    <a:lnTo>
                      <a:pt x="240" y="489"/>
                    </a:lnTo>
                    <a:lnTo>
                      <a:pt x="242" y="487"/>
                    </a:lnTo>
                    <a:lnTo>
                      <a:pt x="244" y="486"/>
                    </a:lnTo>
                    <a:lnTo>
                      <a:pt x="247" y="488"/>
                    </a:lnTo>
                    <a:lnTo>
                      <a:pt x="249" y="491"/>
                    </a:lnTo>
                    <a:lnTo>
                      <a:pt x="251" y="493"/>
                    </a:lnTo>
                    <a:lnTo>
                      <a:pt x="253" y="493"/>
                    </a:lnTo>
                    <a:lnTo>
                      <a:pt x="255" y="491"/>
                    </a:lnTo>
                    <a:lnTo>
                      <a:pt x="258" y="489"/>
                    </a:lnTo>
                    <a:lnTo>
                      <a:pt x="260" y="489"/>
                    </a:lnTo>
                    <a:lnTo>
                      <a:pt x="263" y="490"/>
                    </a:lnTo>
                    <a:lnTo>
                      <a:pt x="265" y="491"/>
                    </a:lnTo>
                    <a:lnTo>
                      <a:pt x="267" y="492"/>
                    </a:lnTo>
                    <a:lnTo>
                      <a:pt x="269" y="493"/>
                    </a:lnTo>
                    <a:lnTo>
                      <a:pt x="270" y="496"/>
                    </a:lnTo>
                    <a:lnTo>
                      <a:pt x="269" y="500"/>
                    </a:lnTo>
                    <a:lnTo>
                      <a:pt x="269" y="503"/>
                    </a:lnTo>
                    <a:lnTo>
                      <a:pt x="270" y="505"/>
                    </a:lnTo>
                    <a:lnTo>
                      <a:pt x="273" y="506"/>
                    </a:lnTo>
                    <a:lnTo>
                      <a:pt x="276" y="508"/>
                    </a:lnTo>
                    <a:lnTo>
                      <a:pt x="277" y="510"/>
                    </a:lnTo>
                    <a:lnTo>
                      <a:pt x="276" y="513"/>
                    </a:lnTo>
                    <a:close/>
                  </a:path>
                </a:pathLst>
              </a:custGeom>
              <a:solidFill>
                <a:srgbClr val="59A3CD">
                  <a:alpha val="24000"/>
                </a:srgbClr>
              </a:solidFill>
              <a:ln>
                <a:noFill/>
              </a:ln>
            </p:spPr>
            <p:txBody>
              <a:bodyPr anchor="ctr"/>
              <a:lstStyle/>
              <a:p>
                <a:pPr algn="ctr">
                  <a:buNone/>
                </a:pPr>
              </a:p>
            </p:txBody>
          </p:sp>
          <p:sp>
            <p:nvSpPr>
              <p:cNvPr id="7130" name="addition:input:129">
                <a:extLst>
                  <a:ext uri="{FF2B5EF4-FFF2-40B4-BE49-F238E27FC236}">
                    <ns2:creationId id="{79C9498A-3535-45B8-9524-096CEFE53C76}"/>
                  </a:ext>
                </a:extLst>
              </p:cNvPr>
              <p:cNvSpPr>
                <a:spLocks noGrp="1"/>
              </p:cNvSpPr>
              <p:nvPr/>
            </p:nvSpPr>
            <p:spPr>
              <a:xfrm>
                <a:off x="209550" y="5438775"/>
                <a:ext cx="585948" cy="971001"/>
              </a:xfrm>
              <a:custGeom>
                <a:rect l="l" t="t" r="r" b="b"/>
                <a:pathLst>
                  <a:path w="356" h="518">
                    <a:moveTo>
                      <a:pt x="0" y="0"/>
                    </a:moveTo>
                    <a:moveTo>
                      <a:pt x="356" y="488"/>
                    </a:moveTo>
                    <a:lnTo>
                      <a:pt x="353" y="491"/>
                    </a:lnTo>
                    <a:lnTo>
                      <a:pt x="351" y="493"/>
                    </a:lnTo>
                    <a:lnTo>
                      <a:pt x="349" y="495"/>
                    </a:lnTo>
                    <a:lnTo>
                      <a:pt x="350" y="497"/>
                    </a:lnTo>
                    <a:lnTo>
                      <a:pt x="349" y="500"/>
                    </a:lnTo>
                    <a:lnTo>
                      <a:pt x="348" y="502"/>
                    </a:lnTo>
                    <a:lnTo>
                      <a:pt x="345" y="503"/>
                    </a:lnTo>
                    <a:lnTo>
                      <a:pt x="342" y="504"/>
                    </a:lnTo>
                    <a:lnTo>
                      <a:pt x="340" y="505"/>
                    </a:lnTo>
                    <a:lnTo>
                      <a:pt x="339" y="507"/>
                    </a:lnTo>
                    <a:lnTo>
                      <a:pt x="337" y="510"/>
                    </a:lnTo>
                    <a:lnTo>
                      <a:pt x="335" y="511"/>
                    </a:lnTo>
                    <a:lnTo>
                      <a:pt x="332" y="513"/>
                    </a:lnTo>
                    <a:lnTo>
                      <a:pt x="330" y="514"/>
                    </a:lnTo>
                    <a:lnTo>
                      <a:pt x="328" y="517"/>
                    </a:lnTo>
                    <a:lnTo>
                      <a:pt x="325" y="518"/>
                    </a:lnTo>
                    <a:lnTo>
                      <a:pt x="322" y="518"/>
                    </a:lnTo>
                    <a:lnTo>
                      <a:pt x="319" y="515"/>
                    </a:lnTo>
                    <a:lnTo>
                      <a:pt x="317" y="511"/>
                    </a:lnTo>
                    <a:lnTo>
                      <a:pt x="315" y="509"/>
                    </a:lnTo>
                    <a:lnTo>
                      <a:pt x="313" y="509"/>
                    </a:lnTo>
                    <a:lnTo>
                      <a:pt x="311" y="510"/>
                    </a:lnTo>
                    <a:lnTo>
                      <a:pt x="308" y="511"/>
                    </a:lnTo>
                    <a:lnTo>
                      <a:pt x="306" y="511"/>
                    </a:lnTo>
                    <a:lnTo>
                      <a:pt x="304" y="509"/>
                    </a:lnTo>
                    <a:lnTo>
                      <a:pt x="303" y="507"/>
                    </a:lnTo>
                    <a:lnTo>
                      <a:pt x="301" y="506"/>
                    </a:lnTo>
                    <a:lnTo>
                      <a:pt x="299" y="505"/>
                    </a:lnTo>
                    <a:lnTo>
                      <a:pt x="298" y="503"/>
                    </a:lnTo>
                    <a:lnTo>
                      <a:pt x="298" y="500"/>
                    </a:lnTo>
                    <a:lnTo>
                      <a:pt x="298" y="497"/>
                    </a:lnTo>
                    <a:lnTo>
                      <a:pt x="298" y="495"/>
                    </a:lnTo>
                    <a:lnTo>
                      <a:pt x="297" y="493"/>
                    </a:lnTo>
                    <a:lnTo>
                      <a:pt x="296" y="491"/>
                    </a:lnTo>
                    <a:lnTo>
                      <a:pt x="298" y="488"/>
                    </a:lnTo>
                    <a:lnTo>
                      <a:pt x="301" y="486"/>
                    </a:lnTo>
                    <a:lnTo>
                      <a:pt x="303" y="484"/>
                    </a:lnTo>
                    <a:lnTo>
                      <a:pt x="302" y="482"/>
                    </a:lnTo>
                    <a:lnTo>
                      <a:pt x="300" y="479"/>
                    </a:lnTo>
                    <a:lnTo>
                      <a:pt x="298" y="476"/>
                    </a:lnTo>
                    <a:lnTo>
                      <a:pt x="297" y="473"/>
                    </a:lnTo>
                    <a:lnTo>
                      <a:pt x="299" y="471"/>
                    </a:lnTo>
                    <a:lnTo>
                      <a:pt x="301" y="469"/>
                    </a:lnTo>
                    <a:lnTo>
                      <a:pt x="303" y="468"/>
                    </a:lnTo>
                    <a:lnTo>
                      <a:pt x="305" y="467"/>
                    </a:lnTo>
                    <a:lnTo>
                      <a:pt x="307" y="466"/>
                    </a:lnTo>
                    <a:lnTo>
                      <a:pt x="310" y="467"/>
                    </a:lnTo>
                    <a:lnTo>
                      <a:pt x="312" y="467"/>
                    </a:lnTo>
                    <a:lnTo>
                      <a:pt x="314" y="466"/>
                    </a:lnTo>
                    <a:lnTo>
                      <a:pt x="315" y="464"/>
                    </a:lnTo>
                    <a:lnTo>
                      <a:pt x="317" y="462"/>
                    </a:lnTo>
                    <a:lnTo>
                      <a:pt x="319" y="461"/>
                    </a:lnTo>
                    <a:lnTo>
                      <a:pt x="322" y="462"/>
                    </a:lnTo>
                    <a:lnTo>
                      <a:pt x="324" y="463"/>
                    </a:lnTo>
                    <a:lnTo>
                      <a:pt x="326" y="464"/>
                    </a:lnTo>
                    <a:lnTo>
                      <a:pt x="329" y="463"/>
                    </a:lnTo>
                    <a:lnTo>
                      <a:pt x="332" y="462"/>
                    </a:lnTo>
                    <a:lnTo>
                      <a:pt x="336" y="462"/>
                    </a:lnTo>
                    <a:lnTo>
                      <a:pt x="338" y="464"/>
                    </a:lnTo>
                    <a:lnTo>
                      <a:pt x="339" y="467"/>
                    </a:lnTo>
                    <a:lnTo>
                      <a:pt x="340" y="470"/>
                    </a:lnTo>
                    <a:lnTo>
                      <a:pt x="341" y="472"/>
                    </a:lnTo>
                    <a:lnTo>
                      <a:pt x="342" y="474"/>
                    </a:lnTo>
                    <a:lnTo>
                      <a:pt x="344" y="476"/>
                    </a:lnTo>
                    <a:lnTo>
                      <a:pt x="345" y="478"/>
                    </a:lnTo>
                    <a:lnTo>
                      <a:pt x="347" y="480"/>
                    </a:lnTo>
                    <a:lnTo>
                      <a:pt x="350" y="481"/>
                    </a:lnTo>
                    <a:lnTo>
                      <a:pt x="353" y="483"/>
                    </a:lnTo>
                    <a:lnTo>
                      <a:pt x="356" y="485"/>
                    </a:lnTo>
                    <a:close/>
                  </a:path>
                </a:pathLst>
              </a:custGeom>
              <a:solidFill>
                <a:srgbClr val="59A3CD">
                  <a:alpha val="24000"/>
                </a:srgbClr>
              </a:solidFill>
              <a:ln>
                <a:noFill/>
              </a:ln>
            </p:spPr>
            <p:txBody>
              <a:bodyPr anchor="ctr"/>
              <a:lstStyle/>
              <a:p>
                <a:pPr algn="ctr">
                  <a:buNone/>
                </a:pPr>
              </a:p>
            </p:txBody>
          </p:sp>
          <p:sp>
            <p:nvSpPr>
              <p:cNvPr id="7131" name="addition:input:130">
                <a:extLst>
                  <a:ext uri="{FF2B5EF4-FFF2-40B4-BE49-F238E27FC236}">
                    <ns2:creationId id="{97843C36-FEB1-4C5D-A94B-E3F586D83255}"/>
                  </a:ext>
                </a:extLst>
              </p:cNvPr>
              <p:cNvSpPr>
                <a:spLocks noGrp="1"/>
              </p:cNvSpPr>
              <p:nvPr/>
            </p:nvSpPr>
            <p:spPr>
              <a:xfrm>
                <a:off x="209550" y="5438775"/>
                <a:ext cx="684703" cy="1038484"/>
              </a:xfrm>
              <a:custGeom>
                <a:rect l="l" t="t" r="r" b="b"/>
                <a:pathLst>
                  <a:path w="416" h="554">
                    <a:moveTo>
                      <a:pt x="0" y="0"/>
                    </a:moveTo>
                    <a:moveTo>
                      <a:pt x="414" y="522"/>
                    </a:moveTo>
                    <a:lnTo>
                      <a:pt x="412" y="525"/>
                    </a:lnTo>
                    <a:lnTo>
                      <a:pt x="411" y="527"/>
                    </a:lnTo>
                    <a:lnTo>
                      <a:pt x="412" y="530"/>
                    </a:lnTo>
                    <a:lnTo>
                      <a:pt x="414" y="533"/>
                    </a:lnTo>
                    <a:lnTo>
                      <a:pt x="416" y="537"/>
                    </a:lnTo>
                    <a:lnTo>
                      <a:pt x="416" y="541"/>
                    </a:lnTo>
                    <a:lnTo>
                      <a:pt x="414" y="543"/>
                    </a:lnTo>
                    <a:lnTo>
                      <a:pt x="412" y="543"/>
                    </a:lnTo>
                    <a:lnTo>
                      <a:pt x="410" y="544"/>
                    </a:lnTo>
                    <a:lnTo>
                      <a:pt x="409" y="545"/>
                    </a:lnTo>
                    <a:lnTo>
                      <a:pt x="407" y="547"/>
                    </a:lnTo>
                    <a:lnTo>
                      <a:pt x="406" y="548"/>
                    </a:lnTo>
                    <a:lnTo>
                      <a:pt x="404" y="548"/>
                    </a:lnTo>
                    <a:lnTo>
                      <a:pt x="403" y="549"/>
                    </a:lnTo>
                    <a:lnTo>
                      <a:pt x="401" y="551"/>
                    </a:lnTo>
                    <a:lnTo>
                      <a:pt x="400" y="553"/>
                    </a:lnTo>
                    <a:lnTo>
                      <a:pt x="398" y="554"/>
                    </a:lnTo>
                    <a:lnTo>
                      <a:pt x="396" y="553"/>
                    </a:lnTo>
                    <a:lnTo>
                      <a:pt x="394" y="552"/>
                    </a:lnTo>
                    <a:lnTo>
                      <a:pt x="392" y="551"/>
                    </a:lnTo>
                    <a:lnTo>
                      <a:pt x="390" y="552"/>
                    </a:lnTo>
                    <a:lnTo>
                      <a:pt x="387" y="554"/>
                    </a:lnTo>
                    <a:lnTo>
                      <a:pt x="385" y="553"/>
                    </a:lnTo>
                    <a:lnTo>
                      <a:pt x="383" y="550"/>
                    </a:lnTo>
                    <a:lnTo>
                      <a:pt x="383" y="546"/>
                    </a:lnTo>
                    <a:lnTo>
                      <a:pt x="383" y="542"/>
                    </a:lnTo>
                    <a:lnTo>
                      <a:pt x="382" y="540"/>
                    </a:lnTo>
                    <a:lnTo>
                      <a:pt x="380" y="538"/>
                    </a:lnTo>
                    <a:lnTo>
                      <a:pt x="378" y="537"/>
                    </a:lnTo>
                    <a:lnTo>
                      <a:pt x="376" y="535"/>
                    </a:lnTo>
                    <a:lnTo>
                      <a:pt x="375" y="533"/>
                    </a:lnTo>
                    <a:lnTo>
                      <a:pt x="373" y="531"/>
                    </a:lnTo>
                    <a:lnTo>
                      <a:pt x="371" y="528"/>
                    </a:lnTo>
                    <a:lnTo>
                      <a:pt x="370" y="525"/>
                    </a:lnTo>
                    <a:lnTo>
                      <a:pt x="370" y="522"/>
                    </a:lnTo>
                    <a:lnTo>
                      <a:pt x="372" y="519"/>
                    </a:lnTo>
                    <a:lnTo>
                      <a:pt x="374" y="517"/>
                    </a:lnTo>
                    <a:lnTo>
                      <a:pt x="375" y="515"/>
                    </a:lnTo>
                    <a:lnTo>
                      <a:pt x="375" y="512"/>
                    </a:lnTo>
                    <a:lnTo>
                      <a:pt x="375" y="509"/>
                    </a:lnTo>
                    <a:lnTo>
                      <a:pt x="376" y="506"/>
                    </a:lnTo>
                    <a:lnTo>
                      <a:pt x="379" y="505"/>
                    </a:lnTo>
                    <a:lnTo>
                      <a:pt x="381" y="504"/>
                    </a:lnTo>
                    <a:lnTo>
                      <a:pt x="383" y="503"/>
                    </a:lnTo>
                    <a:lnTo>
                      <a:pt x="384" y="500"/>
                    </a:lnTo>
                    <a:lnTo>
                      <a:pt x="384" y="497"/>
                    </a:lnTo>
                    <a:lnTo>
                      <a:pt x="386" y="494"/>
                    </a:lnTo>
                    <a:lnTo>
                      <a:pt x="388" y="492"/>
                    </a:lnTo>
                    <a:lnTo>
                      <a:pt x="390" y="491"/>
                    </a:lnTo>
                    <a:lnTo>
                      <a:pt x="392" y="489"/>
                    </a:lnTo>
                    <a:lnTo>
                      <a:pt x="394" y="488"/>
                    </a:lnTo>
                    <a:lnTo>
                      <a:pt x="396" y="489"/>
                    </a:lnTo>
                    <a:lnTo>
                      <a:pt x="398" y="493"/>
                    </a:lnTo>
                    <a:lnTo>
                      <a:pt x="399" y="496"/>
                    </a:lnTo>
                    <a:lnTo>
                      <a:pt x="401" y="498"/>
                    </a:lnTo>
                    <a:lnTo>
                      <a:pt x="402" y="497"/>
                    </a:lnTo>
                    <a:lnTo>
                      <a:pt x="405" y="495"/>
                    </a:lnTo>
                    <a:lnTo>
                      <a:pt x="407" y="494"/>
                    </a:lnTo>
                    <a:lnTo>
                      <a:pt x="408" y="495"/>
                    </a:lnTo>
                    <a:lnTo>
                      <a:pt x="409" y="498"/>
                    </a:lnTo>
                    <a:lnTo>
                      <a:pt x="410" y="500"/>
                    </a:lnTo>
                    <a:lnTo>
                      <a:pt x="411" y="502"/>
                    </a:lnTo>
                    <a:lnTo>
                      <a:pt x="413" y="503"/>
                    </a:lnTo>
                    <a:lnTo>
                      <a:pt x="414" y="505"/>
                    </a:lnTo>
                    <a:lnTo>
                      <a:pt x="414" y="508"/>
                    </a:lnTo>
                    <a:lnTo>
                      <a:pt x="414" y="511"/>
                    </a:lnTo>
                    <a:lnTo>
                      <a:pt x="414" y="514"/>
                    </a:lnTo>
                    <a:lnTo>
                      <a:pt x="414" y="517"/>
                    </a:lnTo>
                    <a:lnTo>
                      <a:pt x="415" y="520"/>
                    </a:lnTo>
                    <a:close/>
                  </a:path>
                </a:pathLst>
              </a:custGeom>
              <a:solidFill>
                <a:srgbClr val="59A3CD">
                  <a:alpha val="24000"/>
                </a:srgbClr>
              </a:solidFill>
              <a:ln>
                <a:noFill/>
              </a:ln>
            </p:spPr>
            <p:txBody>
              <a:bodyPr anchor="ctr"/>
              <a:lstStyle/>
              <a:p>
                <a:pPr algn="ctr">
                  <a:buNone/>
                </a:pPr>
              </a:p>
            </p:txBody>
          </p:sp>
          <p:sp>
            <p:nvSpPr>
              <p:cNvPr id="7132" name="addition:input:131">
                <a:extLst>
                  <a:ext uri="{FF2B5EF4-FFF2-40B4-BE49-F238E27FC236}">
                    <ns2:creationId id="{A1A68654-4176-4A12-A63B-2CCD28F428E9}"/>
                  </a:ext>
                </a:extLst>
              </p:cNvPr>
              <p:cNvSpPr>
                <a:spLocks noGrp="1"/>
              </p:cNvSpPr>
              <p:nvPr/>
            </p:nvSpPr>
            <p:spPr>
              <a:xfrm>
                <a:off x="209550" y="5438775"/>
                <a:ext cx="1379281" cy="1396517"/>
              </a:xfrm>
              <a:custGeom>
                <a:rect l="l" t="t" r="r" b="b"/>
                <a:pathLst>
                  <a:path w="838" h="745">
                    <a:moveTo>
                      <a:pt x="0" y="0"/>
                    </a:moveTo>
                    <a:moveTo>
                      <a:pt x="820" y="596"/>
                    </a:moveTo>
                    <a:lnTo>
                      <a:pt x="825" y="608"/>
                    </a:lnTo>
                    <a:lnTo>
                      <a:pt x="832" y="621"/>
                    </a:lnTo>
                    <a:lnTo>
                      <a:pt x="838" y="635"/>
                    </a:lnTo>
                    <a:lnTo>
                      <a:pt x="836" y="648"/>
                    </a:lnTo>
                    <a:lnTo>
                      <a:pt x="825" y="657"/>
                    </a:lnTo>
                    <a:lnTo>
                      <a:pt x="811" y="664"/>
                    </a:lnTo>
                    <a:lnTo>
                      <a:pt x="802" y="673"/>
                    </a:lnTo>
                    <a:lnTo>
                      <a:pt x="799" y="685"/>
                    </a:lnTo>
                    <a:lnTo>
                      <a:pt x="795" y="699"/>
                    </a:lnTo>
                    <a:lnTo>
                      <a:pt x="784" y="706"/>
                    </a:lnTo>
                    <a:lnTo>
                      <a:pt x="765" y="705"/>
                    </a:lnTo>
                    <a:lnTo>
                      <a:pt x="745" y="700"/>
                    </a:lnTo>
                    <a:lnTo>
                      <a:pt x="730" y="699"/>
                    </a:lnTo>
                    <a:lnTo>
                      <a:pt x="720" y="708"/>
                    </a:lnTo>
                    <a:lnTo>
                      <a:pt x="710" y="724"/>
                    </a:lnTo>
                    <a:lnTo>
                      <a:pt x="696" y="738"/>
                    </a:lnTo>
                    <a:lnTo>
                      <a:pt x="679" y="745"/>
                    </a:lnTo>
                    <a:lnTo>
                      <a:pt x="661" y="745"/>
                    </a:lnTo>
                    <a:lnTo>
                      <a:pt x="642" y="743"/>
                    </a:lnTo>
                    <a:lnTo>
                      <a:pt x="624" y="740"/>
                    </a:lnTo>
                    <a:lnTo>
                      <a:pt x="607" y="733"/>
                    </a:lnTo>
                    <a:lnTo>
                      <a:pt x="594" y="720"/>
                    </a:lnTo>
                    <a:lnTo>
                      <a:pt x="586" y="703"/>
                    </a:lnTo>
                    <a:lnTo>
                      <a:pt x="578" y="691"/>
                    </a:lnTo>
                    <a:lnTo>
                      <a:pt x="563" y="688"/>
                    </a:lnTo>
                    <a:lnTo>
                      <a:pt x="542" y="689"/>
                    </a:lnTo>
                    <a:lnTo>
                      <a:pt x="522" y="688"/>
                    </a:lnTo>
                    <a:lnTo>
                      <a:pt x="509" y="679"/>
                    </a:lnTo>
                    <a:lnTo>
                      <a:pt x="507" y="665"/>
                    </a:lnTo>
                    <a:lnTo>
                      <a:pt x="507" y="652"/>
                    </a:lnTo>
                    <a:lnTo>
                      <a:pt x="500" y="642"/>
                    </a:lnTo>
                    <a:lnTo>
                      <a:pt x="486" y="633"/>
                    </a:lnTo>
                    <a:lnTo>
                      <a:pt x="473" y="622"/>
                    </a:lnTo>
                    <a:lnTo>
                      <a:pt x="470" y="609"/>
                    </a:lnTo>
                    <a:lnTo>
                      <a:pt x="477" y="596"/>
                    </a:lnTo>
                    <a:lnTo>
                      <a:pt x="489" y="584"/>
                    </a:lnTo>
                    <a:lnTo>
                      <a:pt x="499" y="572"/>
                    </a:lnTo>
                    <a:lnTo>
                      <a:pt x="509" y="561"/>
                    </a:lnTo>
                    <a:lnTo>
                      <a:pt x="521" y="552"/>
                    </a:lnTo>
                    <a:lnTo>
                      <a:pt x="537" y="545"/>
                    </a:lnTo>
                    <a:lnTo>
                      <a:pt x="550" y="538"/>
                    </a:lnTo>
                    <a:lnTo>
                      <a:pt x="554" y="527"/>
                    </a:lnTo>
                    <a:lnTo>
                      <a:pt x="550" y="508"/>
                    </a:lnTo>
                    <a:lnTo>
                      <a:pt x="547" y="487"/>
                    </a:lnTo>
                    <a:lnTo>
                      <a:pt x="554" y="472"/>
                    </a:lnTo>
                    <a:lnTo>
                      <a:pt x="572" y="468"/>
                    </a:lnTo>
                    <a:lnTo>
                      <a:pt x="593" y="471"/>
                    </a:lnTo>
                    <a:lnTo>
                      <a:pt x="612" y="475"/>
                    </a:lnTo>
                    <a:lnTo>
                      <a:pt x="626" y="472"/>
                    </a:lnTo>
                    <a:lnTo>
                      <a:pt x="637" y="466"/>
                    </a:lnTo>
                    <a:lnTo>
                      <a:pt x="650" y="462"/>
                    </a:lnTo>
                    <a:lnTo>
                      <a:pt x="664" y="465"/>
                    </a:lnTo>
                    <a:lnTo>
                      <a:pt x="676" y="470"/>
                    </a:lnTo>
                    <a:lnTo>
                      <a:pt x="687" y="473"/>
                    </a:lnTo>
                    <a:lnTo>
                      <a:pt x="699" y="471"/>
                    </a:lnTo>
                    <a:lnTo>
                      <a:pt x="712" y="471"/>
                    </a:lnTo>
                    <a:lnTo>
                      <a:pt x="724" y="474"/>
                    </a:lnTo>
                    <a:lnTo>
                      <a:pt x="733" y="481"/>
                    </a:lnTo>
                    <a:lnTo>
                      <a:pt x="744" y="486"/>
                    </a:lnTo>
                    <a:lnTo>
                      <a:pt x="761" y="486"/>
                    </a:lnTo>
                    <a:lnTo>
                      <a:pt x="782" y="486"/>
                    </a:lnTo>
                    <a:lnTo>
                      <a:pt x="799" y="491"/>
                    </a:lnTo>
                    <a:lnTo>
                      <a:pt x="803" y="506"/>
                    </a:lnTo>
                    <a:lnTo>
                      <a:pt x="795" y="526"/>
                    </a:lnTo>
                    <a:lnTo>
                      <a:pt x="784" y="544"/>
                    </a:lnTo>
                    <a:lnTo>
                      <a:pt x="781" y="556"/>
                    </a:lnTo>
                    <a:lnTo>
                      <a:pt x="790" y="565"/>
                    </a:lnTo>
                    <a:lnTo>
                      <a:pt x="803" y="574"/>
                    </a:lnTo>
                    <a:lnTo>
                      <a:pt x="814" y="584"/>
                    </a:lnTo>
                    <a:close/>
                  </a:path>
                </a:pathLst>
              </a:custGeom>
              <a:solidFill>
                <a:srgbClr val="F5DAC5">
                  <a:alpha val="43000"/>
                </a:srgbClr>
              </a:solidFill>
              <a:ln>
                <a:noFill/>
              </a:ln>
            </p:spPr>
            <p:txBody>
              <a:bodyPr anchor="ctr"/>
              <a:lstStyle/>
              <a:p>
                <a:pPr algn="ctr">
                  <a:buNone/>
                </a:pPr>
              </a:p>
            </p:txBody>
          </p:sp>
          <p:sp>
            <p:nvSpPr>
              <p:cNvPr id="7133" name="addition:input:132">
                <a:extLst>
                  <a:ext uri="{FF2B5EF4-FFF2-40B4-BE49-F238E27FC236}">
                    <ns2:creationId id="{4A5E4B84-97B2-4FFB-9E32-017A4312C700}"/>
                  </a:ext>
                </a:extLst>
              </p:cNvPr>
              <p:cNvSpPr>
                <a:spLocks noGrp="1"/>
              </p:cNvSpPr>
              <p:nvPr/>
            </p:nvSpPr>
            <p:spPr>
              <a:xfrm>
                <a:off x="209550" y="5438775"/>
                <a:ext cx="1334841" cy="1355278"/>
              </a:xfrm>
              <a:custGeom>
                <a:rect l="l" t="t" r="r" b="b"/>
                <a:pathLst>
                  <a:path w="811" h="723">
                    <a:moveTo>
                      <a:pt x="0" y="0"/>
                    </a:moveTo>
                    <a:moveTo>
                      <a:pt x="800" y="601"/>
                    </a:moveTo>
                    <a:lnTo>
                      <a:pt x="808" y="612"/>
                    </a:lnTo>
                    <a:lnTo>
                      <a:pt x="811" y="623"/>
                    </a:lnTo>
                    <a:lnTo>
                      <a:pt x="808" y="633"/>
                    </a:lnTo>
                    <a:lnTo>
                      <a:pt x="805" y="643"/>
                    </a:lnTo>
                    <a:lnTo>
                      <a:pt x="803" y="654"/>
                    </a:lnTo>
                    <a:lnTo>
                      <a:pt x="800" y="666"/>
                    </a:lnTo>
                    <a:lnTo>
                      <a:pt x="789" y="673"/>
                    </a:lnTo>
                    <a:lnTo>
                      <a:pt x="771" y="674"/>
                    </a:lnTo>
                    <a:lnTo>
                      <a:pt x="750" y="672"/>
                    </a:lnTo>
                    <a:lnTo>
                      <a:pt x="736" y="672"/>
                    </a:lnTo>
                    <a:lnTo>
                      <a:pt x="730" y="681"/>
                    </a:lnTo>
                    <a:lnTo>
                      <a:pt x="727" y="698"/>
                    </a:lnTo>
                    <a:lnTo>
                      <a:pt x="721" y="713"/>
                    </a:lnTo>
                    <a:lnTo>
                      <a:pt x="708" y="722"/>
                    </a:lnTo>
                    <a:lnTo>
                      <a:pt x="692" y="723"/>
                    </a:lnTo>
                    <a:lnTo>
                      <a:pt x="676" y="722"/>
                    </a:lnTo>
                    <a:lnTo>
                      <a:pt x="661" y="722"/>
                    </a:lnTo>
                    <a:lnTo>
                      <a:pt x="645" y="722"/>
                    </a:lnTo>
                    <a:lnTo>
                      <a:pt x="630" y="719"/>
                    </a:lnTo>
                    <a:lnTo>
                      <a:pt x="617" y="711"/>
                    </a:lnTo>
                    <a:lnTo>
                      <a:pt x="606" y="703"/>
                    </a:lnTo>
                    <a:lnTo>
                      <a:pt x="594" y="699"/>
                    </a:lnTo>
                    <a:lnTo>
                      <a:pt x="580" y="699"/>
                    </a:lnTo>
                    <a:lnTo>
                      <a:pt x="566" y="697"/>
                    </a:lnTo>
                    <a:lnTo>
                      <a:pt x="557" y="690"/>
                    </a:lnTo>
                    <a:lnTo>
                      <a:pt x="554" y="678"/>
                    </a:lnTo>
                    <a:lnTo>
                      <a:pt x="551" y="668"/>
                    </a:lnTo>
                    <a:lnTo>
                      <a:pt x="542" y="663"/>
                    </a:lnTo>
                    <a:lnTo>
                      <a:pt x="524" y="661"/>
                    </a:lnTo>
                    <a:lnTo>
                      <a:pt x="505" y="657"/>
                    </a:lnTo>
                    <a:lnTo>
                      <a:pt x="494" y="649"/>
                    </a:lnTo>
                    <a:lnTo>
                      <a:pt x="497" y="636"/>
                    </a:lnTo>
                    <a:lnTo>
                      <a:pt x="508" y="623"/>
                    </a:lnTo>
                    <a:lnTo>
                      <a:pt x="518" y="611"/>
                    </a:lnTo>
                    <a:lnTo>
                      <a:pt x="525" y="601"/>
                    </a:lnTo>
                    <a:lnTo>
                      <a:pt x="530" y="591"/>
                    </a:lnTo>
                    <a:lnTo>
                      <a:pt x="538" y="583"/>
                    </a:lnTo>
                    <a:lnTo>
                      <a:pt x="545" y="574"/>
                    </a:lnTo>
                    <a:lnTo>
                      <a:pt x="547" y="565"/>
                    </a:lnTo>
                    <a:lnTo>
                      <a:pt x="543" y="553"/>
                    </a:lnTo>
                    <a:lnTo>
                      <a:pt x="538" y="538"/>
                    </a:lnTo>
                    <a:lnTo>
                      <a:pt x="540" y="526"/>
                    </a:lnTo>
                    <a:lnTo>
                      <a:pt x="551" y="519"/>
                    </a:lnTo>
                    <a:lnTo>
                      <a:pt x="567" y="516"/>
                    </a:lnTo>
                    <a:lnTo>
                      <a:pt x="580" y="513"/>
                    </a:lnTo>
                    <a:lnTo>
                      <a:pt x="587" y="505"/>
                    </a:lnTo>
                    <a:lnTo>
                      <a:pt x="592" y="494"/>
                    </a:lnTo>
                    <a:lnTo>
                      <a:pt x="601" y="485"/>
                    </a:lnTo>
                    <a:lnTo>
                      <a:pt x="614" y="485"/>
                    </a:lnTo>
                    <a:lnTo>
                      <a:pt x="627" y="492"/>
                    </a:lnTo>
                    <a:lnTo>
                      <a:pt x="639" y="499"/>
                    </a:lnTo>
                    <a:lnTo>
                      <a:pt x="648" y="500"/>
                    </a:lnTo>
                    <a:lnTo>
                      <a:pt x="658" y="498"/>
                    </a:lnTo>
                    <a:lnTo>
                      <a:pt x="668" y="495"/>
                    </a:lnTo>
                    <a:lnTo>
                      <a:pt x="679" y="494"/>
                    </a:lnTo>
                    <a:lnTo>
                      <a:pt x="690" y="493"/>
                    </a:lnTo>
                    <a:lnTo>
                      <a:pt x="704" y="490"/>
                    </a:lnTo>
                    <a:lnTo>
                      <a:pt x="721" y="486"/>
                    </a:lnTo>
                    <a:lnTo>
                      <a:pt x="737" y="488"/>
                    </a:lnTo>
                    <a:lnTo>
                      <a:pt x="746" y="498"/>
                    </a:lnTo>
                    <a:lnTo>
                      <a:pt x="746" y="515"/>
                    </a:lnTo>
                    <a:lnTo>
                      <a:pt x="743" y="532"/>
                    </a:lnTo>
                    <a:lnTo>
                      <a:pt x="746" y="542"/>
                    </a:lnTo>
                    <a:lnTo>
                      <a:pt x="757" y="548"/>
                    </a:lnTo>
                    <a:lnTo>
                      <a:pt x="773" y="553"/>
                    </a:lnTo>
                    <a:lnTo>
                      <a:pt x="784" y="561"/>
                    </a:lnTo>
                    <a:lnTo>
                      <a:pt x="787" y="571"/>
                    </a:lnTo>
                    <a:lnTo>
                      <a:pt x="788" y="581"/>
                    </a:lnTo>
                    <a:lnTo>
                      <a:pt x="791" y="591"/>
                    </a:lnTo>
                    <a:close/>
                  </a:path>
                </a:pathLst>
              </a:custGeom>
              <a:solidFill>
                <a:srgbClr val="ECB78D">
                  <a:alpha val="43000"/>
                </a:srgbClr>
              </a:solidFill>
              <a:ln>
                <a:noFill/>
              </a:ln>
            </p:spPr>
            <p:txBody>
              <a:bodyPr anchor="ctr"/>
              <a:lstStyle/>
              <a:p>
                <a:pPr algn="ctr">
                  <a:buNone/>
                </a:pPr>
              </a:p>
            </p:txBody>
          </p:sp>
          <p:sp>
            <p:nvSpPr>
              <p:cNvPr id="7134" name="addition:input:133">
                <a:extLst>
                  <a:ext uri="{FF2B5EF4-FFF2-40B4-BE49-F238E27FC236}">
                    <ns2:creationId id="{65A9C00C-0D6F-4483-8A8D-4AFE9035D298}"/>
                  </a:ext>
                </a:extLst>
              </p:cNvPr>
              <p:cNvSpPr>
                <a:spLocks noGrp="1"/>
              </p:cNvSpPr>
              <p:nvPr/>
            </p:nvSpPr>
            <p:spPr>
              <a:xfrm>
                <a:off x="209550" y="5438775"/>
                <a:ext cx="1311798" cy="1332784"/>
              </a:xfrm>
              <a:custGeom>
                <a:rect l="l" t="t" r="r" b="b"/>
                <a:pathLst>
                  <a:path w="797" h="711">
                    <a:moveTo>
                      <a:pt x="0" y="0"/>
                    </a:moveTo>
                    <a:moveTo>
                      <a:pt x="794" y="606"/>
                    </a:moveTo>
                    <a:lnTo>
                      <a:pt x="782" y="615"/>
                    </a:lnTo>
                    <a:lnTo>
                      <a:pt x="770" y="623"/>
                    </a:lnTo>
                    <a:lnTo>
                      <a:pt x="763" y="630"/>
                    </a:lnTo>
                    <a:lnTo>
                      <a:pt x="763" y="639"/>
                    </a:lnTo>
                    <a:lnTo>
                      <a:pt x="764" y="650"/>
                    </a:lnTo>
                    <a:lnTo>
                      <a:pt x="758" y="658"/>
                    </a:lnTo>
                    <a:lnTo>
                      <a:pt x="745" y="663"/>
                    </a:lnTo>
                    <a:lnTo>
                      <a:pt x="730" y="665"/>
                    </a:lnTo>
                    <a:lnTo>
                      <a:pt x="720" y="670"/>
                    </a:lnTo>
                    <a:lnTo>
                      <a:pt x="716" y="679"/>
                    </a:lnTo>
                    <a:lnTo>
                      <a:pt x="712" y="692"/>
                    </a:lnTo>
                    <a:lnTo>
                      <a:pt x="705" y="703"/>
                    </a:lnTo>
                    <a:lnTo>
                      <a:pt x="694" y="708"/>
                    </a:lnTo>
                    <a:lnTo>
                      <a:pt x="681" y="710"/>
                    </a:lnTo>
                    <a:lnTo>
                      <a:pt x="669" y="711"/>
                    </a:lnTo>
                    <a:lnTo>
                      <a:pt x="657" y="711"/>
                    </a:lnTo>
                    <a:lnTo>
                      <a:pt x="645" y="708"/>
                    </a:lnTo>
                    <a:lnTo>
                      <a:pt x="635" y="700"/>
                    </a:lnTo>
                    <a:lnTo>
                      <a:pt x="627" y="690"/>
                    </a:lnTo>
                    <a:lnTo>
                      <a:pt x="620" y="685"/>
                    </a:lnTo>
                    <a:lnTo>
                      <a:pt x="611" y="688"/>
                    </a:lnTo>
                    <a:lnTo>
                      <a:pt x="598" y="696"/>
                    </a:lnTo>
                    <a:lnTo>
                      <a:pt x="584" y="701"/>
                    </a:lnTo>
                    <a:lnTo>
                      <a:pt x="574" y="698"/>
                    </a:lnTo>
                    <a:lnTo>
                      <a:pt x="569" y="689"/>
                    </a:lnTo>
                    <a:lnTo>
                      <a:pt x="566" y="679"/>
                    </a:lnTo>
                    <a:lnTo>
                      <a:pt x="561" y="672"/>
                    </a:lnTo>
                    <a:lnTo>
                      <a:pt x="552" y="667"/>
                    </a:lnTo>
                    <a:lnTo>
                      <a:pt x="543" y="661"/>
                    </a:lnTo>
                    <a:lnTo>
                      <a:pt x="540" y="652"/>
                    </a:lnTo>
                    <a:lnTo>
                      <a:pt x="542" y="641"/>
                    </a:lnTo>
                    <a:lnTo>
                      <a:pt x="544" y="632"/>
                    </a:lnTo>
                    <a:lnTo>
                      <a:pt x="544" y="623"/>
                    </a:lnTo>
                    <a:lnTo>
                      <a:pt x="542" y="615"/>
                    </a:lnTo>
                    <a:lnTo>
                      <a:pt x="543" y="606"/>
                    </a:lnTo>
                    <a:lnTo>
                      <a:pt x="548" y="598"/>
                    </a:lnTo>
                    <a:lnTo>
                      <a:pt x="550" y="590"/>
                    </a:lnTo>
                    <a:lnTo>
                      <a:pt x="545" y="581"/>
                    </a:lnTo>
                    <a:lnTo>
                      <a:pt x="533" y="569"/>
                    </a:lnTo>
                    <a:lnTo>
                      <a:pt x="523" y="556"/>
                    </a:lnTo>
                    <a:lnTo>
                      <a:pt x="523" y="544"/>
                    </a:lnTo>
                    <a:lnTo>
                      <a:pt x="535" y="539"/>
                    </a:lnTo>
                    <a:lnTo>
                      <a:pt x="552" y="539"/>
                    </a:lnTo>
                    <a:lnTo>
                      <a:pt x="565" y="538"/>
                    </a:lnTo>
                    <a:lnTo>
                      <a:pt x="573" y="534"/>
                    </a:lnTo>
                    <a:lnTo>
                      <a:pt x="579" y="528"/>
                    </a:lnTo>
                    <a:lnTo>
                      <a:pt x="586" y="523"/>
                    </a:lnTo>
                    <a:lnTo>
                      <a:pt x="595" y="520"/>
                    </a:lnTo>
                    <a:lnTo>
                      <a:pt x="604" y="518"/>
                    </a:lnTo>
                    <a:lnTo>
                      <a:pt x="613" y="513"/>
                    </a:lnTo>
                    <a:lnTo>
                      <a:pt x="623" y="506"/>
                    </a:lnTo>
                    <a:lnTo>
                      <a:pt x="634" y="501"/>
                    </a:lnTo>
                    <a:lnTo>
                      <a:pt x="646" y="502"/>
                    </a:lnTo>
                    <a:lnTo>
                      <a:pt x="658" y="507"/>
                    </a:lnTo>
                    <a:lnTo>
                      <a:pt x="669" y="509"/>
                    </a:lnTo>
                    <a:lnTo>
                      <a:pt x="683" y="508"/>
                    </a:lnTo>
                    <a:lnTo>
                      <a:pt x="699" y="504"/>
                    </a:lnTo>
                    <a:lnTo>
                      <a:pt x="713" y="506"/>
                    </a:lnTo>
                    <a:lnTo>
                      <a:pt x="722" y="516"/>
                    </a:lnTo>
                    <a:lnTo>
                      <a:pt x="724" y="531"/>
                    </a:lnTo>
                    <a:lnTo>
                      <a:pt x="725" y="544"/>
                    </a:lnTo>
                    <a:lnTo>
                      <a:pt x="730" y="552"/>
                    </a:lnTo>
                    <a:lnTo>
                      <a:pt x="742" y="555"/>
                    </a:lnTo>
                    <a:lnTo>
                      <a:pt x="756" y="558"/>
                    </a:lnTo>
                    <a:lnTo>
                      <a:pt x="769" y="563"/>
                    </a:lnTo>
                    <a:lnTo>
                      <a:pt x="777" y="570"/>
                    </a:lnTo>
                    <a:lnTo>
                      <a:pt x="785" y="578"/>
                    </a:lnTo>
                    <a:lnTo>
                      <a:pt x="793" y="586"/>
                    </a:lnTo>
                    <a:lnTo>
                      <a:pt x="797" y="596"/>
                    </a:lnTo>
                    <a:close/>
                  </a:path>
                </a:pathLst>
              </a:custGeom>
              <a:solidFill>
                <a:srgbClr val="E18B48">
                  <a:alpha val="35000"/>
                </a:srgbClr>
              </a:solidFill>
              <a:ln>
                <a:noFill/>
              </a:ln>
            </p:spPr>
            <p:txBody>
              <a:bodyPr anchor="ctr"/>
              <a:lstStyle/>
              <a:p>
                <a:pPr algn="ctr">
                  <a:buNone/>
                </a:pPr>
              </a:p>
            </p:txBody>
          </p:sp>
          <p:sp>
            <p:nvSpPr>
              <p:cNvPr id="7135" name="addition:input:134">
                <a:extLst>
                  <a:ext uri="{FF2B5EF4-FFF2-40B4-BE49-F238E27FC236}">
                    <ns2:creationId id="{B9B949C3-C583-4F3A-ABC2-1B92C186FE26}"/>
                  </a:ext>
                </a:extLst>
              </p:cNvPr>
              <p:cNvSpPr>
                <a:spLocks noGrp="1"/>
              </p:cNvSpPr>
              <p:nvPr/>
            </p:nvSpPr>
            <p:spPr>
              <a:xfrm>
                <a:off x="209550" y="5438775"/>
                <a:ext cx="1066556" cy="1167826"/>
              </a:xfrm>
              <a:custGeom>
                <a:rect l="l" t="t" r="r" b="b"/>
                <a:pathLst>
                  <a:path w="648" h="623">
                    <a:moveTo>
                      <a:pt x="0" y="0"/>
                    </a:moveTo>
                    <a:moveTo>
                      <a:pt x="638" y="577"/>
                    </a:moveTo>
                    <a:lnTo>
                      <a:pt x="642" y="580"/>
                    </a:lnTo>
                    <a:lnTo>
                      <a:pt x="644" y="584"/>
                    </a:lnTo>
                    <a:lnTo>
                      <a:pt x="643" y="588"/>
                    </a:lnTo>
                    <a:lnTo>
                      <a:pt x="641" y="591"/>
                    </a:lnTo>
                    <a:lnTo>
                      <a:pt x="640" y="595"/>
                    </a:lnTo>
                    <a:lnTo>
                      <a:pt x="640" y="599"/>
                    </a:lnTo>
                    <a:lnTo>
                      <a:pt x="639" y="603"/>
                    </a:lnTo>
                    <a:lnTo>
                      <a:pt x="636" y="606"/>
                    </a:lnTo>
                    <a:lnTo>
                      <a:pt x="632" y="607"/>
                    </a:lnTo>
                    <a:lnTo>
                      <a:pt x="629" y="609"/>
                    </a:lnTo>
                    <a:lnTo>
                      <a:pt x="626" y="612"/>
                    </a:lnTo>
                    <a:lnTo>
                      <a:pt x="623" y="615"/>
                    </a:lnTo>
                    <a:lnTo>
                      <a:pt x="619" y="616"/>
                    </a:lnTo>
                    <a:lnTo>
                      <a:pt x="614" y="613"/>
                    </a:lnTo>
                    <a:lnTo>
                      <a:pt x="609" y="611"/>
                    </a:lnTo>
                    <a:lnTo>
                      <a:pt x="605" y="611"/>
                    </a:lnTo>
                    <a:lnTo>
                      <a:pt x="602" y="614"/>
                    </a:lnTo>
                    <a:lnTo>
                      <a:pt x="598" y="620"/>
                    </a:lnTo>
                    <a:lnTo>
                      <a:pt x="592" y="623"/>
                    </a:lnTo>
                    <a:lnTo>
                      <a:pt x="587" y="623"/>
                    </a:lnTo>
                    <a:lnTo>
                      <a:pt x="582" y="621"/>
                    </a:lnTo>
                    <a:lnTo>
                      <a:pt x="578" y="618"/>
                    </a:lnTo>
                    <a:lnTo>
                      <a:pt x="573" y="615"/>
                    </a:lnTo>
                    <a:lnTo>
                      <a:pt x="569" y="612"/>
                    </a:lnTo>
                    <a:lnTo>
                      <a:pt x="566" y="608"/>
                    </a:lnTo>
                    <a:lnTo>
                      <a:pt x="564" y="604"/>
                    </a:lnTo>
                    <a:lnTo>
                      <a:pt x="562" y="601"/>
                    </a:lnTo>
                    <a:lnTo>
                      <a:pt x="557" y="599"/>
                    </a:lnTo>
                    <a:lnTo>
                      <a:pt x="551" y="598"/>
                    </a:lnTo>
                    <a:lnTo>
                      <a:pt x="546" y="595"/>
                    </a:lnTo>
                    <a:lnTo>
                      <a:pt x="544" y="592"/>
                    </a:lnTo>
                    <a:lnTo>
                      <a:pt x="544" y="587"/>
                    </a:lnTo>
                    <a:lnTo>
                      <a:pt x="545" y="584"/>
                    </a:lnTo>
                    <a:lnTo>
                      <a:pt x="542" y="580"/>
                    </a:lnTo>
                    <a:lnTo>
                      <a:pt x="537" y="577"/>
                    </a:lnTo>
                    <a:lnTo>
                      <a:pt x="533" y="572"/>
                    </a:lnTo>
                    <a:lnTo>
                      <a:pt x="534" y="568"/>
                    </a:lnTo>
                    <a:lnTo>
                      <a:pt x="539" y="565"/>
                    </a:lnTo>
                    <a:lnTo>
                      <a:pt x="545" y="562"/>
                    </a:lnTo>
                    <a:lnTo>
                      <a:pt x="550" y="560"/>
                    </a:lnTo>
                    <a:lnTo>
                      <a:pt x="554" y="557"/>
                    </a:lnTo>
                    <a:lnTo>
                      <a:pt x="557" y="555"/>
                    </a:lnTo>
                    <a:lnTo>
                      <a:pt x="561" y="552"/>
                    </a:lnTo>
                    <a:lnTo>
                      <a:pt x="564" y="550"/>
                    </a:lnTo>
                    <a:lnTo>
                      <a:pt x="566" y="546"/>
                    </a:lnTo>
                    <a:lnTo>
                      <a:pt x="568" y="540"/>
                    </a:lnTo>
                    <a:lnTo>
                      <a:pt x="570" y="535"/>
                    </a:lnTo>
                    <a:lnTo>
                      <a:pt x="575" y="532"/>
                    </a:lnTo>
                    <a:lnTo>
                      <a:pt x="581" y="533"/>
                    </a:lnTo>
                    <a:lnTo>
                      <a:pt x="588" y="536"/>
                    </a:lnTo>
                    <a:lnTo>
                      <a:pt x="593" y="537"/>
                    </a:lnTo>
                    <a:lnTo>
                      <a:pt x="598" y="536"/>
                    </a:lnTo>
                    <a:lnTo>
                      <a:pt x="602" y="534"/>
                    </a:lnTo>
                    <a:lnTo>
                      <a:pt x="607" y="534"/>
                    </a:lnTo>
                    <a:lnTo>
                      <a:pt x="611" y="536"/>
                    </a:lnTo>
                    <a:lnTo>
                      <a:pt x="614" y="540"/>
                    </a:lnTo>
                    <a:lnTo>
                      <a:pt x="617" y="542"/>
                    </a:lnTo>
                    <a:lnTo>
                      <a:pt x="621" y="543"/>
                    </a:lnTo>
                    <a:lnTo>
                      <a:pt x="625" y="543"/>
                    </a:lnTo>
                    <a:lnTo>
                      <a:pt x="629" y="544"/>
                    </a:lnTo>
                    <a:lnTo>
                      <a:pt x="632" y="546"/>
                    </a:lnTo>
                    <a:lnTo>
                      <a:pt x="636" y="548"/>
                    </a:lnTo>
                    <a:lnTo>
                      <a:pt x="641" y="550"/>
                    </a:lnTo>
                    <a:lnTo>
                      <a:pt x="645" y="552"/>
                    </a:lnTo>
                    <a:lnTo>
                      <a:pt x="648" y="556"/>
                    </a:lnTo>
                    <a:lnTo>
                      <a:pt x="646" y="561"/>
                    </a:lnTo>
                    <a:lnTo>
                      <a:pt x="640" y="566"/>
                    </a:lnTo>
                    <a:lnTo>
                      <a:pt x="635" y="570"/>
                    </a:lnTo>
                    <a:lnTo>
                      <a:pt x="634" y="574"/>
                    </a:lnTo>
                    <a:close/>
                  </a:path>
                </a:pathLst>
              </a:custGeom>
              <a:solidFill>
                <a:srgbClr val="ECB78D">
                  <a:alpha val="32000"/>
                </a:srgbClr>
              </a:solidFill>
              <a:ln>
                <a:noFill/>
              </a:ln>
            </p:spPr>
            <p:txBody>
              <a:bodyPr anchor="ctr"/>
              <a:lstStyle/>
              <a:p>
                <a:pPr algn="ctr">
                  <a:buNone/>
                </a:pPr>
              </a:p>
            </p:txBody>
          </p:sp>
          <p:sp>
            <p:nvSpPr>
              <p:cNvPr id="7136" name="addition:input:135">
                <a:extLst>
                  <a:ext uri="{FF2B5EF4-FFF2-40B4-BE49-F238E27FC236}">
                    <ns2:creationId id="{15FFE261-4E9E-41C1-B926-2EA1B5301117}"/>
                  </a:ext>
                </a:extLst>
              </p:cNvPr>
              <p:cNvSpPr>
                <a:spLocks noGrp="1"/>
              </p:cNvSpPr>
              <p:nvPr/>
            </p:nvSpPr>
            <p:spPr>
              <a:xfrm>
                <a:off x="209550" y="5438775"/>
                <a:ext cx="1140623" cy="1100343"/>
              </a:xfrm>
              <a:custGeom>
                <a:rect l="l" t="t" r="r" b="b"/>
                <a:pathLst>
                  <a:path w="693" h="587">
                    <a:moveTo>
                      <a:pt x="0" y="0"/>
                    </a:moveTo>
                    <a:moveTo>
                      <a:pt x="693" y="543"/>
                    </a:moveTo>
                    <a:lnTo>
                      <a:pt x="693" y="547"/>
                    </a:lnTo>
                    <a:lnTo>
                      <a:pt x="691" y="551"/>
                    </a:lnTo>
                    <a:lnTo>
                      <a:pt x="688" y="554"/>
                    </a:lnTo>
                    <a:lnTo>
                      <a:pt x="686" y="557"/>
                    </a:lnTo>
                    <a:lnTo>
                      <a:pt x="685" y="561"/>
                    </a:lnTo>
                    <a:lnTo>
                      <a:pt x="683" y="565"/>
                    </a:lnTo>
                    <a:lnTo>
                      <a:pt x="679" y="567"/>
                    </a:lnTo>
                    <a:lnTo>
                      <a:pt x="672" y="567"/>
                    </a:lnTo>
                    <a:lnTo>
                      <a:pt x="666" y="567"/>
                    </a:lnTo>
                    <a:lnTo>
                      <a:pt x="663" y="570"/>
                    </a:lnTo>
                    <a:lnTo>
                      <a:pt x="662" y="575"/>
                    </a:lnTo>
                    <a:lnTo>
                      <a:pt x="661" y="581"/>
                    </a:lnTo>
                    <a:lnTo>
                      <a:pt x="658" y="586"/>
                    </a:lnTo>
                    <a:lnTo>
                      <a:pt x="652" y="587"/>
                    </a:lnTo>
                    <a:lnTo>
                      <a:pt x="647" y="587"/>
                    </a:lnTo>
                    <a:lnTo>
                      <a:pt x="641" y="586"/>
                    </a:lnTo>
                    <a:lnTo>
                      <a:pt x="636" y="585"/>
                    </a:lnTo>
                    <a:lnTo>
                      <a:pt x="631" y="583"/>
                    </a:lnTo>
                    <a:lnTo>
                      <a:pt x="627" y="581"/>
                    </a:lnTo>
                    <a:lnTo>
                      <a:pt x="624" y="578"/>
                    </a:lnTo>
                    <a:lnTo>
                      <a:pt x="621" y="577"/>
                    </a:lnTo>
                    <a:lnTo>
                      <a:pt x="616" y="577"/>
                    </a:lnTo>
                    <a:lnTo>
                      <a:pt x="611" y="579"/>
                    </a:lnTo>
                    <a:lnTo>
                      <a:pt x="607" y="579"/>
                    </a:lnTo>
                    <a:lnTo>
                      <a:pt x="604" y="576"/>
                    </a:lnTo>
                    <a:lnTo>
                      <a:pt x="603" y="572"/>
                    </a:lnTo>
                    <a:lnTo>
                      <a:pt x="602" y="568"/>
                    </a:lnTo>
                    <a:lnTo>
                      <a:pt x="598" y="567"/>
                    </a:lnTo>
                    <a:lnTo>
                      <a:pt x="593" y="566"/>
                    </a:lnTo>
                    <a:lnTo>
                      <a:pt x="589" y="563"/>
                    </a:lnTo>
                    <a:lnTo>
                      <a:pt x="588" y="559"/>
                    </a:lnTo>
                    <a:lnTo>
                      <a:pt x="591" y="554"/>
                    </a:lnTo>
                    <a:lnTo>
                      <a:pt x="594" y="550"/>
                    </a:lnTo>
                    <a:lnTo>
                      <a:pt x="597" y="546"/>
                    </a:lnTo>
                    <a:lnTo>
                      <a:pt x="597" y="543"/>
                    </a:lnTo>
                    <a:lnTo>
                      <a:pt x="598" y="540"/>
                    </a:lnTo>
                    <a:lnTo>
                      <a:pt x="599" y="537"/>
                    </a:lnTo>
                    <a:lnTo>
                      <a:pt x="599" y="533"/>
                    </a:lnTo>
                    <a:lnTo>
                      <a:pt x="597" y="529"/>
                    </a:lnTo>
                    <a:lnTo>
                      <a:pt x="593" y="524"/>
                    </a:lnTo>
                    <a:lnTo>
                      <a:pt x="592" y="519"/>
                    </a:lnTo>
                    <a:lnTo>
                      <a:pt x="594" y="515"/>
                    </a:lnTo>
                    <a:lnTo>
                      <a:pt x="599" y="514"/>
                    </a:lnTo>
                    <a:lnTo>
                      <a:pt x="605" y="514"/>
                    </a:lnTo>
                    <a:lnTo>
                      <a:pt x="609" y="513"/>
                    </a:lnTo>
                    <a:lnTo>
                      <a:pt x="611" y="510"/>
                    </a:lnTo>
                    <a:lnTo>
                      <a:pt x="613" y="507"/>
                    </a:lnTo>
                    <a:lnTo>
                      <a:pt x="616" y="505"/>
                    </a:lnTo>
                    <a:lnTo>
                      <a:pt x="620" y="505"/>
                    </a:lnTo>
                    <a:lnTo>
                      <a:pt x="625" y="506"/>
                    </a:lnTo>
                    <a:lnTo>
                      <a:pt x="628" y="507"/>
                    </a:lnTo>
                    <a:lnTo>
                      <a:pt x="632" y="505"/>
                    </a:lnTo>
                    <a:lnTo>
                      <a:pt x="636" y="503"/>
                    </a:lnTo>
                    <a:lnTo>
                      <a:pt x="640" y="503"/>
                    </a:lnTo>
                    <a:lnTo>
                      <a:pt x="645" y="503"/>
                    </a:lnTo>
                    <a:lnTo>
                      <a:pt x="649" y="503"/>
                    </a:lnTo>
                    <a:lnTo>
                      <a:pt x="655" y="502"/>
                    </a:lnTo>
                    <a:lnTo>
                      <a:pt x="661" y="502"/>
                    </a:lnTo>
                    <a:lnTo>
                      <a:pt x="666" y="504"/>
                    </a:lnTo>
                    <a:lnTo>
                      <a:pt x="667" y="510"/>
                    </a:lnTo>
                    <a:lnTo>
                      <a:pt x="667" y="516"/>
                    </a:lnTo>
                    <a:lnTo>
                      <a:pt x="667" y="521"/>
                    </a:lnTo>
                    <a:lnTo>
                      <a:pt x="670" y="523"/>
                    </a:lnTo>
                    <a:lnTo>
                      <a:pt x="676" y="524"/>
                    </a:lnTo>
                    <a:lnTo>
                      <a:pt x="682" y="526"/>
                    </a:lnTo>
                    <a:lnTo>
                      <a:pt x="686" y="528"/>
                    </a:lnTo>
                    <a:lnTo>
                      <a:pt x="688" y="532"/>
                    </a:lnTo>
                    <a:lnTo>
                      <a:pt x="689" y="536"/>
                    </a:lnTo>
                    <a:lnTo>
                      <a:pt x="691" y="539"/>
                    </a:lnTo>
                    <a:close/>
                  </a:path>
                </a:pathLst>
              </a:custGeom>
              <a:solidFill>
                <a:srgbClr val="ECB78D">
                  <a:alpha val="32000"/>
                </a:srgbClr>
              </a:solidFill>
              <a:ln>
                <a:noFill/>
              </a:ln>
            </p:spPr>
            <p:txBody>
              <a:bodyPr anchor="ctr"/>
              <a:lstStyle/>
              <a:p>
                <a:pPr algn="ctr">
                  <a:buNone/>
                </a:pPr>
              </a:p>
            </p:txBody>
          </p:sp>
          <p:sp>
            <p:nvSpPr>
              <p:cNvPr id="7137" name="addition:input:136">
                <a:extLst>
                  <a:ext uri="{FF2B5EF4-FFF2-40B4-BE49-F238E27FC236}">
                    <ns2:creationId id="{05986415-8C89-47F1-BA8E-756202B2C55C}"/>
                  </a:ext>
                </a:extLst>
              </p:cNvPr>
              <p:cNvSpPr>
                <a:spLocks noGrp="1"/>
              </p:cNvSpPr>
              <p:nvPr/>
            </p:nvSpPr>
            <p:spPr>
              <a:xfrm>
                <a:off x="209550" y="5438775"/>
                <a:ext cx="1213043" cy="1132210"/>
              </a:xfrm>
              <a:custGeom>
                <a:rect l="l" t="t" r="r" b="b"/>
                <a:pathLst>
                  <a:path w="737" h="604">
                    <a:moveTo>
                      <a:pt x="0" y="0"/>
                    </a:moveTo>
                    <a:moveTo>
                      <a:pt x="728" y="552"/>
                    </a:moveTo>
                    <a:lnTo>
                      <a:pt x="733" y="556"/>
                    </a:lnTo>
                    <a:lnTo>
                      <a:pt x="737" y="561"/>
                    </a:lnTo>
                    <a:lnTo>
                      <a:pt x="737" y="565"/>
                    </a:lnTo>
                    <a:lnTo>
                      <a:pt x="734" y="568"/>
                    </a:lnTo>
                    <a:lnTo>
                      <a:pt x="730" y="571"/>
                    </a:lnTo>
                    <a:lnTo>
                      <a:pt x="729" y="575"/>
                    </a:lnTo>
                    <a:lnTo>
                      <a:pt x="729" y="579"/>
                    </a:lnTo>
                    <a:lnTo>
                      <a:pt x="729" y="584"/>
                    </a:lnTo>
                    <a:lnTo>
                      <a:pt x="727" y="587"/>
                    </a:lnTo>
                    <a:lnTo>
                      <a:pt x="722" y="588"/>
                    </a:lnTo>
                    <a:lnTo>
                      <a:pt x="717" y="588"/>
                    </a:lnTo>
                    <a:lnTo>
                      <a:pt x="713" y="589"/>
                    </a:lnTo>
                    <a:lnTo>
                      <a:pt x="709" y="590"/>
                    </a:lnTo>
                    <a:lnTo>
                      <a:pt x="705" y="591"/>
                    </a:lnTo>
                    <a:lnTo>
                      <a:pt x="701" y="591"/>
                    </a:lnTo>
                    <a:lnTo>
                      <a:pt x="697" y="591"/>
                    </a:lnTo>
                    <a:lnTo>
                      <a:pt x="694" y="594"/>
                    </a:lnTo>
                    <a:lnTo>
                      <a:pt x="689" y="599"/>
                    </a:lnTo>
                    <a:lnTo>
                      <a:pt x="683" y="603"/>
                    </a:lnTo>
                    <a:lnTo>
                      <a:pt x="677" y="604"/>
                    </a:lnTo>
                    <a:lnTo>
                      <a:pt x="672" y="600"/>
                    </a:lnTo>
                    <a:lnTo>
                      <a:pt x="669" y="594"/>
                    </a:lnTo>
                    <a:lnTo>
                      <a:pt x="667" y="588"/>
                    </a:lnTo>
                    <a:lnTo>
                      <a:pt x="663" y="586"/>
                    </a:lnTo>
                    <a:lnTo>
                      <a:pt x="658" y="585"/>
                    </a:lnTo>
                    <a:lnTo>
                      <a:pt x="653" y="583"/>
                    </a:lnTo>
                    <a:lnTo>
                      <a:pt x="650" y="580"/>
                    </a:lnTo>
                    <a:lnTo>
                      <a:pt x="647" y="577"/>
                    </a:lnTo>
                    <a:lnTo>
                      <a:pt x="644" y="574"/>
                    </a:lnTo>
                    <a:lnTo>
                      <a:pt x="640" y="571"/>
                    </a:lnTo>
                    <a:lnTo>
                      <a:pt x="636" y="568"/>
                    </a:lnTo>
                    <a:lnTo>
                      <a:pt x="634" y="564"/>
                    </a:lnTo>
                    <a:lnTo>
                      <a:pt x="634" y="560"/>
                    </a:lnTo>
                    <a:lnTo>
                      <a:pt x="633" y="556"/>
                    </a:lnTo>
                    <a:lnTo>
                      <a:pt x="631" y="552"/>
                    </a:lnTo>
                    <a:lnTo>
                      <a:pt x="628" y="548"/>
                    </a:lnTo>
                    <a:lnTo>
                      <a:pt x="628" y="543"/>
                    </a:lnTo>
                    <a:lnTo>
                      <a:pt x="632" y="540"/>
                    </a:lnTo>
                    <a:lnTo>
                      <a:pt x="640" y="537"/>
                    </a:lnTo>
                    <a:lnTo>
                      <a:pt x="648" y="536"/>
                    </a:lnTo>
                    <a:lnTo>
                      <a:pt x="652" y="534"/>
                    </a:lnTo>
                    <a:lnTo>
                      <a:pt x="652" y="530"/>
                    </a:lnTo>
                    <a:lnTo>
                      <a:pt x="652" y="524"/>
                    </a:lnTo>
                    <a:lnTo>
                      <a:pt x="653" y="520"/>
                    </a:lnTo>
                    <a:lnTo>
                      <a:pt x="657" y="516"/>
                    </a:lnTo>
                    <a:lnTo>
                      <a:pt x="661" y="513"/>
                    </a:lnTo>
                    <a:lnTo>
                      <a:pt x="665" y="510"/>
                    </a:lnTo>
                    <a:lnTo>
                      <a:pt x="669" y="508"/>
                    </a:lnTo>
                    <a:lnTo>
                      <a:pt x="674" y="507"/>
                    </a:lnTo>
                    <a:lnTo>
                      <a:pt x="680" y="508"/>
                    </a:lnTo>
                    <a:lnTo>
                      <a:pt x="685" y="510"/>
                    </a:lnTo>
                    <a:lnTo>
                      <a:pt x="689" y="511"/>
                    </a:lnTo>
                    <a:lnTo>
                      <a:pt x="693" y="510"/>
                    </a:lnTo>
                    <a:lnTo>
                      <a:pt x="698" y="508"/>
                    </a:lnTo>
                    <a:lnTo>
                      <a:pt x="702" y="508"/>
                    </a:lnTo>
                    <a:lnTo>
                      <a:pt x="705" y="512"/>
                    </a:lnTo>
                    <a:lnTo>
                      <a:pt x="707" y="517"/>
                    </a:lnTo>
                    <a:lnTo>
                      <a:pt x="709" y="519"/>
                    </a:lnTo>
                    <a:lnTo>
                      <a:pt x="714" y="518"/>
                    </a:lnTo>
                    <a:lnTo>
                      <a:pt x="720" y="517"/>
                    </a:lnTo>
                    <a:lnTo>
                      <a:pt x="725" y="517"/>
                    </a:lnTo>
                    <a:lnTo>
                      <a:pt x="729" y="519"/>
                    </a:lnTo>
                    <a:lnTo>
                      <a:pt x="730" y="523"/>
                    </a:lnTo>
                    <a:lnTo>
                      <a:pt x="731" y="528"/>
                    </a:lnTo>
                    <a:lnTo>
                      <a:pt x="731" y="532"/>
                    </a:lnTo>
                    <a:lnTo>
                      <a:pt x="731" y="537"/>
                    </a:lnTo>
                    <a:lnTo>
                      <a:pt x="729" y="541"/>
                    </a:lnTo>
                    <a:lnTo>
                      <a:pt x="726" y="545"/>
                    </a:lnTo>
                    <a:lnTo>
                      <a:pt x="725" y="549"/>
                    </a:lnTo>
                    <a:close/>
                  </a:path>
                </a:pathLst>
              </a:custGeom>
              <a:solidFill>
                <a:srgbClr val="ECB78D">
                  <a:alpha val="32000"/>
                </a:srgbClr>
              </a:solidFill>
              <a:ln>
                <a:noFill/>
              </a:ln>
            </p:spPr>
            <p:txBody>
              <a:bodyPr anchor="ctr"/>
              <a:lstStyle/>
              <a:p>
                <a:pPr algn="ctr">
                  <a:buNone/>
                </a:pPr>
              </a:p>
            </p:txBody>
          </p:sp>
          <p:sp>
            <p:nvSpPr>
              <p:cNvPr id="7138" name="addition:input:137">
                <a:extLst>
                  <a:ext uri="{FF2B5EF4-FFF2-40B4-BE49-F238E27FC236}">
                    <ns2:creationId id="{B967D051-07BC-4DAA-B8DF-8083BBBF3727}"/>
                  </a:ext>
                </a:extLst>
              </p:cNvPr>
              <p:cNvSpPr>
                <a:spLocks noGrp="1"/>
              </p:cNvSpPr>
              <p:nvPr/>
            </p:nvSpPr>
            <p:spPr>
              <a:xfrm>
                <a:off x="209550" y="5438775"/>
                <a:ext cx="1305215" cy="1201567"/>
              </a:xfrm>
              <a:custGeom>
                <a:rect l="l" t="t" r="r" b="b"/>
                <a:pathLst>
                  <a:path w="793" h="641">
                    <a:moveTo>
                      <a:pt x="0" y="0"/>
                    </a:moveTo>
                    <a:moveTo>
                      <a:pt x="789" y="589"/>
                    </a:moveTo>
                    <a:lnTo>
                      <a:pt x="792" y="594"/>
                    </a:lnTo>
                    <a:lnTo>
                      <a:pt x="793" y="599"/>
                    </a:lnTo>
                    <a:lnTo>
                      <a:pt x="788" y="603"/>
                    </a:lnTo>
                    <a:lnTo>
                      <a:pt x="780" y="606"/>
                    </a:lnTo>
                    <a:lnTo>
                      <a:pt x="774" y="608"/>
                    </a:lnTo>
                    <a:lnTo>
                      <a:pt x="771" y="611"/>
                    </a:lnTo>
                    <a:lnTo>
                      <a:pt x="771" y="616"/>
                    </a:lnTo>
                    <a:lnTo>
                      <a:pt x="770" y="621"/>
                    </a:lnTo>
                    <a:lnTo>
                      <a:pt x="766" y="624"/>
                    </a:lnTo>
                    <a:lnTo>
                      <a:pt x="761" y="625"/>
                    </a:lnTo>
                    <a:lnTo>
                      <a:pt x="755" y="626"/>
                    </a:lnTo>
                    <a:lnTo>
                      <a:pt x="751" y="629"/>
                    </a:lnTo>
                    <a:lnTo>
                      <a:pt x="747" y="633"/>
                    </a:lnTo>
                    <a:lnTo>
                      <a:pt x="743" y="637"/>
                    </a:lnTo>
                    <a:lnTo>
                      <a:pt x="737" y="639"/>
                    </a:lnTo>
                    <a:lnTo>
                      <a:pt x="731" y="640"/>
                    </a:lnTo>
                    <a:lnTo>
                      <a:pt x="725" y="640"/>
                    </a:lnTo>
                    <a:lnTo>
                      <a:pt x="720" y="641"/>
                    </a:lnTo>
                    <a:lnTo>
                      <a:pt x="714" y="640"/>
                    </a:lnTo>
                    <a:lnTo>
                      <a:pt x="709" y="637"/>
                    </a:lnTo>
                    <a:lnTo>
                      <a:pt x="706" y="631"/>
                    </a:lnTo>
                    <a:lnTo>
                      <a:pt x="704" y="625"/>
                    </a:lnTo>
                    <a:lnTo>
                      <a:pt x="701" y="623"/>
                    </a:lnTo>
                    <a:lnTo>
                      <a:pt x="696" y="625"/>
                    </a:lnTo>
                    <a:lnTo>
                      <a:pt x="688" y="627"/>
                    </a:lnTo>
                    <a:lnTo>
                      <a:pt x="682" y="627"/>
                    </a:lnTo>
                    <a:lnTo>
                      <a:pt x="678" y="624"/>
                    </a:lnTo>
                    <a:lnTo>
                      <a:pt x="677" y="619"/>
                    </a:lnTo>
                    <a:lnTo>
                      <a:pt x="677" y="615"/>
                    </a:lnTo>
                    <a:lnTo>
                      <a:pt x="675" y="611"/>
                    </a:lnTo>
                    <a:lnTo>
                      <a:pt x="674" y="607"/>
                    </a:lnTo>
                    <a:lnTo>
                      <a:pt x="674" y="602"/>
                    </a:lnTo>
                    <a:lnTo>
                      <a:pt x="676" y="598"/>
                    </a:lnTo>
                    <a:lnTo>
                      <a:pt x="678" y="593"/>
                    </a:lnTo>
                    <a:lnTo>
                      <a:pt x="678" y="589"/>
                    </a:lnTo>
                    <a:lnTo>
                      <a:pt x="677" y="585"/>
                    </a:lnTo>
                    <a:lnTo>
                      <a:pt x="677" y="581"/>
                    </a:lnTo>
                    <a:lnTo>
                      <a:pt x="680" y="577"/>
                    </a:lnTo>
                    <a:lnTo>
                      <a:pt x="684" y="574"/>
                    </a:lnTo>
                    <a:lnTo>
                      <a:pt x="687" y="571"/>
                    </a:lnTo>
                    <a:lnTo>
                      <a:pt x="685" y="566"/>
                    </a:lnTo>
                    <a:lnTo>
                      <a:pt x="682" y="559"/>
                    </a:lnTo>
                    <a:lnTo>
                      <a:pt x="681" y="553"/>
                    </a:lnTo>
                    <a:lnTo>
                      <a:pt x="684" y="549"/>
                    </a:lnTo>
                    <a:lnTo>
                      <a:pt x="690" y="548"/>
                    </a:lnTo>
                    <a:lnTo>
                      <a:pt x="697" y="549"/>
                    </a:lnTo>
                    <a:lnTo>
                      <a:pt x="702" y="550"/>
                    </a:lnTo>
                    <a:lnTo>
                      <a:pt x="706" y="549"/>
                    </a:lnTo>
                    <a:lnTo>
                      <a:pt x="709" y="548"/>
                    </a:lnTo>
                    <a:lnTo>
                      <a:pt x="713" y="548"/>
                    </a:lnTo>
                    <a:lnTo>
                      <a:pt x="717" y="547"/>
                    </a:lnTo>
                    <a:lnTo>
                      <a:pt x="721" y="545"/>
                    </a:lnTo>
                    <a:lnTo>
                      <a:pt x="725" y="542"/>
                    </a:lnTo>
                    <a:lnTo>
                      <a:pt x="730" y="538"/>
                    </a:lnTo>
                    <a:lnTo>
                      <a:pt x="735" y="538"/>
                    </a:lnTo>
                    <a:lnTo>
                      <a:pt x="739" y="542"/>
                    </a:lnTo>
                    <a:lnTo>
                      <a:pt x="743" y="546"/>
                    </a:lnTo>
                    <a:lnTo>
                      <a:pt x="747" y="548"/>
                    </a:lnTo>
                    <a:lnTo>
                      <a:pt x="753" y="549"/>
                    </a:lnTo>
                    <a:lnTo>
                      <a:pt x="760" y="549"/>
                    </a:lnTo>
                    <a:lnTo>
                      <a:pt x="765" y="552"/>
                    </a:lnTo>
                    <a:lnTo>
                      <a:pt x="766" y="557"/>
                    </a:lnTo>
                    <a:lnTo>
                      <a:pt x="766" y="563"/>
                    </a:lnTo>
                    <a:lnTo>
                      <a:pt x="766" y="568"/>
                    </a:lnTo>
                    <a:lnTo>
                      <a:pt x="768" y="572"/>
                    </a:lnTo>
                    <a:lnTo>
                      <a:pt x="773" y="574"/>
                    </a:lnTo>
                    <a:lnTo>
                      <a:pt x="778" y="577"/>
                    </a:lnTo>
                    <a:lnTo>
                      <a:pt x="781" y="581"/>
                    </a:lnTo>
                    <a:lnTo>
                      <a:pt x="785" y="585"/>
                    </a:lnTo>
                    <a:close/>
                  </a:path>
                </a:pathLst>
              </a:custGeom>
              <a:solidFill>
                <a:srgbClr val="ECB78D">
                  <a:alpha val="32000"/>
                </a:srgbClr>
              </a:solidFill>
              <a:ln>
                <a:noFill/>
              </a:ln>
            </p:spPr>
            <p:txBody>
              <a:bodyPr anchor="ctr"/>
              <a:lstStyle/>
              <a:p>
                <a:pPr algn="ctr">
                  <a:buNone/>
                </a:pPr>
              </a:p>
            </p:txBody>
          </p:sp>
          <p:sp>
            <p:nvSpPr>
              <p:cNvPr id="7139" name="addition:input:138">
                <a:extLst>
                  <a:ext uri="{FF2B5EF4-FFF2-40B4-BE49-F238E27FC236}">
                    <ns2:creationId id="{4AB9F940-FC83-4080-A3FE-D8398000E291}"/>
                  </a:ext>
                </a:extLst>
              </p:cNvPr>
              <p:cNvSpPr>
                <a:spLocks noGrp="1"/>
              </p:cNvSpPr>
              <p:nvPr/>
            </p:nvSpPr>
            <p:spPr>
              <a:xfrm>
                <a:off x="209550" y="5438775"/>
                <a:ext cx="1259129" cy="1270925"/>
              </a:xfrm>
              <a:custGeom>
                <a:rect l="l" t="t" r="r" b="b"/>
                <a:pathLst>
                  <a:path w="765" h="678">
                    <a:moveTo>
                      <a:pt x="0" y="0"/>
                    </a:moveTo>
                    <a:moveTo>
                      <a:pt x="765" y="630"/>
                    </a:moveTo>
                    <a:lnTo>
                      <a:pt x="765" y="635"/>
                    </a:lnTo>
                    <a:lnTo>
                      <a:pt x="760" y="639"/>
                    </a:lnTo>
                    <a:lnTo>
                      <a:pt x="751" y="642"/>
                    </a:lnTo>
                    <a:lnTo>
                      <a:pt x="742" y="644"/>
                    </a:lnTo>
                    <a:lnTo>
                      <a:pt x="736" y="647"/>
                    </a:lnTo>
                    <a:lnTo>
                      <a:pt x="736" y="651"/>
                    </a:lnTo>
                    <a:lnTo>
                      <a:pt x="739" y="658"/>
                    </a:lnTo>
                    <a:lnTo>
                      <a:pt x="740" y="664"/>
                    </a:lnTo>
                    <a:lnTo>
                      <a:pt x="736" y="669"/>
                    </a:lnTo>
                    <a:lnTo>
                      <a:pt x="730" y="671"/>
                    </a:lnTo>
                    <a:lnTo>
                      <a:pt x="723" y="673"/>
                    </a:lnTo>
                    <a:lnTo>
                      <a:pt x="718" y="675"/>
                    </a:lnTo>
                    <a:lnTo>
                      <a:pt x="712" y="677"/>
                    </a:lnTo>
                    <a:lnTo>
                      <a:pt x="706" y="678"/>
                    </a:lnTo>
                    <a:lnTo>
                      <a:pt x="700" y="677"/>
                    </a:lnTo>
                    <a:lnTo>
                      <a:pt x="695" y="676"/>
                    </a:lnTo>
                    <a:lnTo>
                      <a:pt x="690" y="676"/>
                    </a:lnTo>
                    <a:lnTo>
                      <a:pt x="685" y="678"/>
                    </a:lnTo>
                    <a:lnTo>
                      <a:pt x="680" y="678"/>
                    </a:lnTo>
                    <a:lnTo>
                      <a:pt x="675" y="676"/>
                    </a:lnTo>
                    <a:lnTo>
                      <a:pt x="672" y="672"/>
                    </a:lnTo>
                    <a:lnTo>
                      <a:pt x="669" y="669"/>
                    </a:lnTo>
                    <a:lnTo>
                      <a:pt x="663" y="670"/>
                    </a:lnTo>
                    <a:lnTo>
                      <a:pt x="655" y="672"/>
                    </a:lnTo>
                    <a:lnTo>
                      <a:pt x="647" y="674"/>
                    </a:lnTo>
                    <a:lnTo>
                      <a:pt x="641" y="672"/>
                    </a:lnTo>
                    <a:lnTo>
                      <a:pt x="639" y="666"/>
                    </a:lnTo>
                    <a:lnTo>
                      <a:pt x="640" y="660"/>
                    </a:lnTo>
                    <a:lnTo>
                      <a:pt x="640" y="654"/>
                    </a:lnTo>
                    <a:lnTo>
                      <a:pt x="639" y="650"/>
                    </a:lnTo>
                    <a:lnTo>
                      <a:pt x="638" y="646"/>
                    </a:lnTo>
                    <a:lnTo>
                      <a:pt x="638" y="642"/>
                    </a:lnTo>
                    <a:lnTo>
                      <a:pt x="638" y="638"/>
                    </a:lnTo>
                    <a:lnTo>
                      <a:pt x="635" y="634"/>
                    </a:lnTo>
                    <a:lnTo>
                      <a:pt x="629" y="630"/>
                    </a:lnTo>
                    <a:lnTo>
                      <a:pt x="623" y="625"/>
                    </a:lnTo>
                    <a:lnTo>
                      <a:pt x="620" y="620"/>
                    </a:lnTo>
                    <a:lnTo>
                      <a:pt x="623" y="616"/>
                    </a:lnTo>
                    <a:lnTo>
                      <a:pt x="628" y="613"/>
                    </a:lnTo>
                    <a:lnTo>
                      <a:pt x="631" y="609"/>
                    </a:lnTo>
                    <a:lnTo>
                      <a:pt x="631" y="605"/>
                    </a:lnTo>
                    <a:lnTo>
                      <a:pt x="630" y="599"/>
                    </a:lnTo>
                    <a:lnTo>
                      <a:pt x="632" y="595"/>
                    </a:lnTo>
                    <a:lnTo>
                      <a:pt x="638" y="593"/>
                    </a:lnTo>
                    <a:lnTo>
                      <a:pt x="646" y="593"/>
                    </a:lnTo>
                    <a:lnTo>
                      <a:pt x="653" y="594"/>
                    </a:lnTo>
                    <a:lnTo>
                      <a:pt x="658" y="593"/>
                    </a:lnTo>
                    <a:lnTo>
                      <a:pt x="662" y="590"/>
                    </a:lnTo>
                    <a:lnTo>
                      <a:pt x="666" y="587"/>
                    </a:lnTo>
                    <a:lnTo>
                      <a:pt x="672" y="585"/>
                    </a:lnTo>
                    <a:lnTo>
                      <a:pt x="677" y="582"/>
                    </a:lnTo>
                    <a:lnTo>
                      <a:pt x="684" y="578"/>
                    </a:lnTo>
                    <a:lnTo>
                      <a:pt x="691" y="574"/>
                    </a:lnTo>
                    <a:lnTo>
                      <a:pt x="699" y="573"/>
                    </a:lnTo>
                    <a:lnTo>
                      <a:pt x="706" y="576"/>
                    </a:lnTo>
                    <a:lnTo>
                      <a:pt x="711" y="583"/>
                    </a:lnTo>
                    <a:lnTo>
                      <a:pt x="715" y="589"/>
                    </a:lnTo>
                    <a:lnTo>
                      <a:pt x="719" y="592"/>
                    </a:lnTo>
                    <a:lnTo>
                      <a:pt x="726" y="593"/>
                    </a:lnTo>
                    <a:lnTo>
                      <a:pt x="734" y="593"/>
                    </a:lnTo>
                    <a:lnTo>
                      <a:pt x="740" y="595"/>
                    </a:lnTo>
                    <a:lnTo>
                      <a:pt x="743" y="599"/>
                    </a:lnTo>
                    <a:lnTo>
                      <a:pt x="745" y="603"/>
                    </a:lnTo>
                    <a:lnTo>
                      <a:pt x="749" y="606"/>
                    </a:lnTo>
                    <a:lnTo>
                      <a:pt x="754" y="609"/>
                    </a:lnTo>
                    <a:lnTo>
                      <a:pt x="760" y="612"/>
                    </a:lnTo>
                    <a:lnTo>
                      <a:pt x="762" y="616"/>
                    </a:lnTo>
                    <a:lnTo>
                      <a:pt x="763" y="621"/>
                    </a:lnTo>
                    <a:lnTo>
                      <a:pt x="764" y="625"/>
                    </a:lnTo>
                    <a:close/>
                  </a:path>
                </a:pathLst>
              </a:custGeom>
              <a:solidFill>
                <a:srgbClr val="ECB78D">
                  <a:alpha val="32000"/>
                </a:srgbClr>
              </a:solidFill>
              <a:ln>
                <a:noFill/>
              </a:ln>
            </p:spPr>
            <p:txBody>
              <a:bodyPr anchor="ctr"/>
              <a:lstStyle/>
              <a:p>
                <a:pPr algn="ctr">
                  <a:buNone/>
                </a:pPr>
              </a:p>
            </p:txBody>
          </p:sp>
          <p:sp>
            <p:nvSpPr>
              <p:cNvPr id="7140" name="addition:input:139">
                <a:extLst>
                  <a:ext uri="{FF2B5EF4-FFF2-40B4-BE49-F238E27FC236}">
                    <ns2:creationId id="{D7117E28-AFFF-412A-A99E-8BC37C441332}"/>
                  </a:ext>
                </a:extLst>
              </p:cNvPr>
              <p:cNvSpPr>
                <a:spLocks noGrp="1"/>
              </p:cNvSpPr>
              <p:nvPr/>
            </p:nvSpPr>
            <p:spPr>
              <a:xfrm>
                <a:off x="209550" y="5438775"/>
                <a:ext cx="1137331" cy="1285921"/>
              </a:xfrm>
              <a:custGeom>
                <a:rect l="l" t="t" r="r" b="b"/>
                <a:pathLst>
                  <a:path w="691" h="686">
                    <a:moveTo>
                      <a:pt x="0" y="0"/>
                    </a:moveTo>
                    <a:moveTo>
                      <a:pt x="687" y="635"/>
                    </a:moveTo>
                    <a:lnTo>
                      <a:pt x="690" y="639"/>
                    </a:lnTo>
                    <a:lnTo>
                      <a:pt x="691" y="644"/>
                    </a:lnTo>
                    <a:lnTo>
                      <a:pt x="690" y="648"/>
                    </a:lnTo>
                    <a:lnTo>
                      <a:pt x="688" y="652"/>
                    </a:lnTo>
                    <a:lnTo>
                      <a:pt x="686" y="656"/>
                    </a:lnTo>
                    <a:lnTo>
                      <a:pt x="684" y="661"/>
                    </a:lnTo>
                    <a:lnTo>
                      <a:pt x="680" y="664"/>
                    </a:lnTo>
                    <a:lnTo>
                      <a:pt x="673" y="665"/>
                    </a:lnTo>
                    <a:lnTo>
                      <a:pt x="665" y="664"/>
                    </a:lnTo>
                    <a:lnTo>
                      <a:pt x="659" y="664"/>
                    </a:lnTo>
                    <a:lnTo>
                      <a:pt x="657" y="668"/>
                    </a:lnTo>
                    <a:lnTo>
                      <a:pt x="656" y="675"/>
                    </a:lnTo>
                    <a:lnTo>
                      <a:pt x="653" y="682"/>
                    </a:lnTo>
                    <a:lnTo>
                      <a:pt x="648" y="686"/>
                    </a:lnTo>
                    <a:lnTo>
                      <a:pt x="641" y="686"/>
                    </a:lnTo>
                    <a:lnTo>
                      <a:pt x="634" y="685"/>
                    </a:lnTo>
                    <a:lnTo>
                      <a:pt x="628" y="684"/>
                    </a:lnTo>
                    <a:lnTo>
                      <a:pt x="622" y="684"/>
                    </a:lnTo>
                    <a:lnTo>
                      <a:pt x="616" y="683"/>
                    </a:lnTo>
                    <a:lnTo>
                      <a:pt x="611" y="680"/>
                    </a:lnTo>
                    <a:lnTo>
                      <a:pt x="607" y="677"/>
                    </a:lnTo>
                    <a:lnTo>
                      <a:pt x="602" y="675"/>
                    </a:lnTo>
                    <a:lnTo>
                      <a:pt x="597" y="675"/>
                    </a:lnTo>
                    <a:lnTo>
                      <a:pt x="591" y="674"/>
                    </a:lnTo>
                    <a:lnTo>
                      <a:pt x="587" y="672"/>
                    </a:lnTo>
                    <a:lnTo>
                      <a:pt x="586" y="667"/>
                    </a:lnTo>
                    <a:lnTo>
                      <a:pt x="585" y="663"/>
                    </a:lnTo>
                    <a:lnTo>
                      <a:pt x="581" y="661"/>
                    </a:lnTo>
                    <a:lnTo>
                      <a:pt x="574" y="660"/>
                    </a:lnTo>
                    <a:lnTo>
                      <a:pt x="567" y="658"/>
                    </a:lnTo>
                    <a:lnTo>
                      <a:pt x="563" y="654"/>
                    </a:lnTo>
                    <a:lnTo>
                      <a:pt x="565" y="649"/>
                    </a:lnTo>
                    <a:lnTo>
                      <a:pt x="570" y="643"/>
                    </a:lnTo>
                    <a:lnTo>
                      <a:pt x="575" y="639"/>
                    </a:lnTo>
                    <a:lnTo>
                      <a:pt x="577" y="635"/>
                    </a:lnTo>
                    <a:lnTo>
                      <a:pt x="579" y="631"/>
                    </a:lnTo>
                    <a:lnTo>
                      <a:pt x="580" y="627"/>
                    </a:lnTo>
                    <a:lnTo>
                      <a:pt x="582" y="623"/>
                    </a:lnTo>
                    <a:lnTo>
                      <a:pt x="583" y="619"/>
                    </a:lnTo>
                    <a:lnTo>
                      <a:pt x="581" y="614"/>
                    </a:lnTo>
                    <a:lnTo>
                      <a:pt x="579" y="608"/>
                    </a:lnTo>
                    <a:lnTo>
                      <a:pt x="580" y="603"/>
                    </a:lnTo>
                    <a:lnTo>
                      <a:pt x="584" y="600"/>
                    </a:lnTo>
                    <a:lnTo>
                      <a:pt x="591" y="599"/>
                    </a:lnTo>
                    <a:lnTo>
                      <a:pt x="596" y="598"/>
                    </a:lnTo>
                    <a:lnTo>
                      <a:pt x="599" y="596"/>
                    </a:lnTo>
                    <a:lnTo>
                      <a:pt x="601" y="591"/>
                    </a:lnTo>
                    <a:lnTo>
                      <a:pt x="604" y="587"/>
                    </a:lnTo>
                    <a:lnTo>
                      <a:pt x="609" y="587"/>
                    </a:lnTo>
                    <a:lnTo>
                      <a:pt x="615" y="590"/>
                    </a:lnTo>
                    <a:lnTo>
                      <a:pt x="620" y="593"/>
                    </a:lnTo>
                    <a:lnTo>
                      <a:pt x="623" y="593"/>
                    </a:lnTo>
                    <a:lnTo>
                      <a:pt x="627" y="592"/>
                    </a:lnTo>
                    <a:lnTo>
                      <a:pt x="631" y="590"/>
                    </a:lnTo>
                    <a:lnTo>
                      <a:pt x="636" y="589"/>
                    </a:lnTo>
                    <a:lnTo>
                      <a:pt x="641" y="589"/>
                    </a:lnTo>
                    <a:lnTo>
                      <a:pt x="647" y="588"/>
                    </a:lnTo>
                    <a:lnTo>
                      <a:pt x="654" y="587"/>
                    </a:lnTo>
                    <a:lnTo>
                      <a:pt x="660" y="588"/>
                    </a:lnTo>
                    <a:lnTo>
                      <a:pt x="663" y="593"/>
                    </a:lnTo>
                    <a:lnTo>
                      <a:pt x="664" y="600"/>
                    </a:lnTo>
                    <a:lnTo>
                      <a:pt x="662" y="607"/>
                    </a:lnTo>
                    <a:lnTo>
                      <a:pt x="664" y="611"/>
                    </a:lnTo>
                    <a:lnTo>
                      <a:pt x="668" y="613"/>
                    </a:lnTo>
                    <a:lnTo>
                      <a:pt x="675" y="615"/>
                    </a:lnTo>
                    <a:lnTo>
                      <a:pt x="681" y="618"/>
                    </a:lnTo>
                    <a:lnTo>
                      <a:pt x="683" y="622"/>
                    </a:lnTo>
                    <a:lnTo>
                      <a:pt x="683" y="626"/>
                    </a:lnTo>
                    <a:lnTo>
                      <a:pt x="684" y="631"/>
                    </a:lnTo>
                    <a:close/>
                  </a:path>
                </a:pathLst>
              </a:custGeom>
              <a:solidFill>
                <a:srgbClr val="ECB78D">
                  <a:alpha val="32000"/>
                </a:srgbClr>
              </a:solidFill>
              <a:ln>
                <a:noFill/>
              </a:ln>
            </p:spPr>
            <p:txBody>
              <a:bodyPr anchor="ctr"/>
              <a:lstStyle/>
              <a:p>
                <a:pPr algn="ctr">
                  <a:buNone/>
                </a:pPr>
              </a:p>
            </p:txBody>
          </p:sp>
          <p:sp>
            <p:nvSpPr>
              <p:cNvPr id="7141" name="addition:input:140">
                <a:extLst>
                  <a:ext uri="{FF2B5EF4-FFF2-40B4-BE49-F238E27FC236}">
                    <ns2:creationId id="{8C260B7F-BD71-430C-AE27-9C3040285C26}"/>
                  </a:ext>
                </a:extLst>
              </p:cNvPr>
              <p:cNvSpPr>
                <a:spLocks noGrp="1"/>
              </p:cNvSpPr>
              <p:nvPr/>
            </p:nvSpPr>
            <p:spPr>
              <a:xfrm>
                <a:off x="209550" y="5438775"/>
                <a:ext cx="1040221" cy="1237183"/>
              </a:xfrm>
              <a:custGeom>
                <a:rect l="l" t="t" r="r" b="b"/>
                <a:pathLst>
                  <a:path w="632" h="660">
                    <a:moveTo>
                      <a:pt x="0" y="0"/>
                    </a:moveTo>
                    <a:moveTo>
                      <a:pt x="630" y="617"/>
                    </a:moveTo>
                    <a:lnTo>
                      <a:pt x="631" y="621"/>
                    </a:lnTo>
                    <a:lnTo>
                      <a:pt x="632" y="625"/>
                    </a:lnTo>
                    <a:lnTo>
                      <a:pt x="630" y="629"/>
                    </a:lnTo>
                    <a:lnTo>
                      <a:pt x="625" y="632"/>
                    </a:lnTo>
                    <a:lnTo>
                      <a:pt x="618" y="633"/>
                    </a:lnTo>
                    <a:lnTo>
                      <a:pt x="612" y="634"/>
                    </a:lnTo>
                    <a:lnTo>
                      <a:pt x="610" y="637"/>
                    </a:lnTo>
                    <a:lnTo>
                      <a:pt x="611" y="642"/>
                    </a:lnTo>
                    <a:lnTo>
                      <a:pt x="610" y="647"/>
                    </a:lnTo>
                    <a:lnTo>
                      <a:pt x="608" y="651"/>
                    </a:lnTo>
                    <a:lnTo>
                      <a:pt x="603" y="652"/>
                    </a:lnTo>
                    <a:lnTo>
                      <a:pt x="598" y="653"/>
                    </a:lnTo>
                    <a:lnTo>
                      <a:pt x="594" y="655"/>
                    </a:lnTo>
                    <a:lnTo>
                      <a:pt x="590" y="658"/>
                    </a:lnTo>
                    <a:lnTo>
                      <a:pt x="586" y="660"/>
                    </a:lnTo>
                    <a:lnTo>
                      <a:pt x="581" y="660"/>
                    </a:lnTo>
                    <a:lnTo>
                      <a:pt x="576" y="659"/>
                    </a:lnTo>
                    <a:lnTo>
                      <a:pt x="572" y="658"/>
                    </a:lnTo>
                    <a:lnTo>
                      <a:pt x="568" y="658"/>
                    </a:lnTo>
                    <a:lnTo>
                      <a:pt x="564" y="657"/>
                    </a:lnTo>
                    <a:lnTo>
                      <a:pt x="560" y="655"/>
                    </a:lnTo>
                    <a:lnTo>
                      <a:pt x="558" y="651"/>
                    </a:lnTo>
                    <a:lnTo>
                      <a:pt x="556" y="647"/>
                    </a:lnTo>
                    <a:lnTo>
                      <a:pt x="554" y="646"/>
                    </a:lnTo>
                    <a:lnTo>
                      <a:pt x="548" y="648"/>
                    </a:lnTo>
                    <a:lnTo>
                      <a:pt x="542" y="649"/>
                    </a:lnTo>
                    <a:lnTo>
                      <a:pt x="536" y="649"/>
                    </a:lnTo>
                    <a:lnTo>
                      <a:pt x="534" y="645"/>
                    </a:lnTo>
                    <a:lnTo>
                      <a:pt x="535" y="640"/>
                    </a:lnTo>
                    <a:lnTo>
                      <a:pt x="537" y="635"/>
                    </a:lnTo>
                    <a:lnTo>
                      <a:pt x="537" y="631"/>
                    </a:lnTo>
                    <a:lnTo>
                      <a:pt x="537" y="628"/>
                    </a:lnTo>
                    <a:lnTo>
                      <a:pt x="537" y="624"/>
                    </a:lnTo>
                    <a:lnTo>
                      <a:pt x="538" y="621"/>
                    </a:lnTo>
                    <a:lnTo>
                      <a:pt x="539" y="617"/>
                    </a:lnTo>
                    <a:lnTo>
                      <a:pt x="539" y="614"/>
                    </a:lnTo>
                    <a:lnTo>
                      <a:pt x="537" y="610"/>
                    </a:lnTo>
                    <a:lnTo>
                      <a:pt x="536" y="606"/>
                    </a:lnTo>
                    <a:lnTo>
                      <a:pt x="537" y="603"/>
                    </a:lnTo>
                    <a:lnTo>
                      <a:pt x="540" y="600"/>
                    </a:lnTo>
                    <a:lnTo>
                      <a:pt x="542" y="597"/>
                    </a:lnTo>
                    <a:lnTo>
                      <a:pt x="542" y="593"/>
                    </a:lnTo>
                    <a:lnTo>
                      <a:pt x="541" y="588"/>
                    </a:lnTo>
                    <a:lnTo>
                      <a:pt x="541" y="583"/>
                    </a:lnTo>
                    <a:lnTo>
                      <a:pt x="545" y="581"/>
                    </a:lnTo>
                    <a:lnTo>
                      <a:pt x="551" y="582"/>
                    </a:lnTo>
                    <a:lnTo>
                      <a:pt x="556" y="584"/>
                    </a:lnTo>
                    <a:lnTo>
                      <a:pt x="560" y="585"/>
                    </a:lnTo>
                    <a:lnTo>
                      <a:pt x="563" y="584"/>
                    </a:lnTo>
                    <a:lnTo>
                      <a:pt x="565" y="582"/>
                    </a:lnTo>
                    <a:lnTo>
                      <a:pt x="569" y="580"/>
                    </a:lnTo>
                    <a:lnTo>
                      <a:pt x="572" y="579"/>
                    </a:lnTo>
                    <a:lnTo>
                      <a:pt x="576" y="577"/>
                    </a:lnTo>
                    <a:lnTo>
                      <a:pt x="580" y="574"/>
                    </a:lnTo>
                    <a:lnTo>
                      <a:pt x="585" y="572"/>
                    </a:lnTo>
                    <a:lnTo>
                      <a:pt x="590" y="573"/>
                    </a:lnTo>
                    <a:lnTo>
                      <a:pt x="593" y="577"/>
                    </a:lnTo>
                    <a:lnTo>
                      <a:pt x="596" y="582"/>
                    </a:lnTo>
                    <a:lnTo>
                      <a:pt x="599" y="585"/>
                    </a:lnTo>
                    <a:lnTo>
                      <a:pt x="603" y="586"/>
                    </a:lnTo>
                    <a:lnTo>
                      <a:pt x="609" y="587"/>
                    </a:lnTo>
                    <a:lnTo>
                      <a:pt x="613" y="589"/>
                    </a:lnTo>
                    <a:lnTo>
                      <a:pt x="614" y="594"/>
                    </a:lnTo>
                    <a:lnTo>
                      <a:pt x="614" y="598"/>
                    </a:lnTo>
                    <a:lnTo>
                      <a:pt x="615" y="602"/>
                    </a:lnTo>
                    <a:lnTo>
                      <a:pt x="618" y="604"/>
                    </a:lnTo>
                    <a:lnTo>
                      <a:pt x="623" y="607"/>
                    </a:lnTo>
                    <a:lnTo>
                      <a:pt x="627" y="610"/>
                    </a:lnTo>
                    <a:lnTo>
                      <a:pt x="629" y="613"/>
                    </a:lnTo>
                    <a:close/>
                  </a:path>
                </a:pathLst>
              </a:custGeom>
              <a:solidFill>
                <a:srgbClr val="ECB78D">
                  <a:alpha val="32000"/>
                </a:srgbClr>
              </a:solidFill>
              <a:ln>
                <a:noFill/>
              </a:ln>
            </p:spPr>
            <p:txBody>
              <a:bodyPr anchor="ctr"/>
              <a:lstStyle/>
              <a:p>
                <a:pPr algn="ctr">
                  <a:buNone/>
                </a:pPr>
              </a:p>
            </p:txBody>
          </p:sp>
          <p:sp>
            <p:nvSpPr>
              <p:cNvPr id="7142" name="addition:input:141">
                <a:extLst>
                  <a:ext uri="{FF2B5EF4-FFF2-40B4-BE49-F238E27FC236}">
                    <ns2:creationId id="{4F0711DD-9382-42C1-8BE1-8C9CB665E589}"/>
                  </a:ext>
                </a:extLst>
              </p:cNvPr>
              <p:cNvSpPr>
                <a:spLocks noGrp="1"/>
              </p:cNvSpPr>
              <p:nvPr/>
            </p:nvSpPr>
            <p:spPr>
              <a:xfrm>
                <a:off x="209550" y="5438775"/>
                <a:ext cx="1217981" cy="1252179"/>
              </a:xfrm>
              <a:custGeom>
                <a:rect l="l" t="t" r="r" b="b"/>
                <a:pathLst>
                  <a:path w="740" h="668">
                    <a:moveTo>
                      <a:pt x="0" y="0"/>
                    </a:moveTo>
                    <a:moveTo>
                      <a:pt x="734" y="610"/>
                    </a:moveTo>
                    <a:lnTo>
                      <a:pt x="737" y="615"/>
                    </a:lnTo>
                    <a:lnTo>
                      <a:pt x="740" y="621"/>
                    </a:lnTo>
                    <a:lnTo>
                      <a:pt x="738" y="626"/>
                    </a:lnTo>
                    <a:lnTo>
                      <a:pt x="732" y="630"/>
                    </a:lnTo>
                    <a:lnTo>
                      <a:pt x="723" y="632"/>
                    </a:lnTo>
                    <a:lnTo>
                      <a:pt x="717" y="634"/>
                    </a:lnTo>
                    <a:lnTo>
                      <a:pt x="715" y="638"/>
                    </a:lnTo>
                    <a:lnTo>
                      <a:pt x="714" y="644"/>
                    </a:lnTo>
                    <a:lnTo>
                      <a:pt x="712" y="649"/>
                    </a:lnTo>
                    <a:lnTo>
                      <a:pt x="706" y="651"/>
                    </a:lnTo>
                    <a:lnTo>
                      <a:pt x="698" y="651"/>
                    </a:lnTo>
                    <a:lnTo>
                      <a:pt x="691" y="652"/>
                    </a:lnTo>
                    <a:lnTo>
                      <a:pt x="685" y="655"/>
                    </a:lnTo>
                    <a:lnTo>
                      <a:pt x="681" y="660"/>
                    </a:lnTo>
                    <a:lnTo>
                      <a:pt x="675" y="665"/>
                    </a:lnTo>
                    <a:lnTo>
                      <a:pt x="668" y="668"/>
                    </a:lnTo>
                    <a:lnTo>
                      <a:pt x="660" y="668"/>
                    </a:lnTo>
                    <a:lnTo>
                      <a:pt x="652" y="667"/>
                    </a:lnTo>
                    <a:lnTo>
                      <a:pt x="645" y="666"/>
                    </a:lnTo>
                    <a:lnTo>
                      <a:pt x="638" y="663"/>
                    </a:lnTo>
                    <a:lnTo>
                      <a:pt x="633" y="659"/>
                    </a:lnTo>
                    <a:lnTo>
                      <a:pt x="630" y="652"/>
                    </a:lnTo>
                    <a:lnTo>
                      <a:pt x="627" y="648"/>
                    </a:lnTo>
                    <a:lnTo>
                      <a:pt x="622" y="647"/>
                    </a:lnTo>
                    <a:lnTo>
                      <a:pt x="614" y="649"/>
                    </a:lnTo>
                    <a:lnTo>
                      <a:pt x="604" y="650"/>
                    </a:lnTo>
                    <a:lnTo>
                      <a:pt x="597" y="649"/>
                    </a:lnTo>
                    <a:lnTo>
                      <a:pt x="594" y="644"/>
                    </a:lnTo>
                    <a:lnTo>
                      <a:pt x="595" y="638"/>
                    </a:lnTo>
                    <a:lnTo>
                      <a:pt x="595" y="633"/>
                    </a:lnTo>
                    <a:lnTo>
                      <a:pt x="592" y="629"/>
                    </a:lnTo>
                    <a:lnTo>
                      <a:pt x="589" y="625"/>
                    </a:lnTo>
                    <a:lnTo>
                      <a:pt x="589" y="620"/>
                    </a:lnTo>
                    <a:lnTo>
                      <a:pt x="592" y="615"/>
                    </a:lnTo>
                    <a:lnTo>
                      <a:pt x="595" y="610"/>
                    </a:lnTo>
                    <a:lnTo>
                      <a:pt x="598" y="606"/>
                    </a:lnTo>
                    <a:lnTo>
                      <a:pt x="598" y="601"/>
                    </a:lnTo>
                    <a:lnTo>
                      <a:pt x="600" y="597"/>
                    </a:lnTo>
                    <a:lnTo>
                      <a:pt x="605" y="593"/>
                    </a:lnTo>
                    <a:lnTo>
                      <a:pt x="609" y="590"/>
                    </a:lnTo>
                    <a:lnTo>
                      <a:pt x="611" y="586"/>
                    </a:lnTo>
                    <a:lnTo>
                      <a:pt x="609" y="580"/>
                    </a:lnTo>
                    <a:lnTo>
                      <a:pt x="606" y="572"/>
                    </a:lnTo>
                    <a:lnTo>
                      <a:pt x="607" y="565"/>
                    </a:lnTo>
                    <a:lnTo>
                      <a:pt x="613" y="562"/>
                    </a:lnTo>
                    <a:lnTo>
                      <a:pt x="622" y="564"/>
                    </a:lnTo>
                    <a:lnTo>
                      <a:pt x="630" y="566"/>
                    </a:lnTo>
                    <a:lnTo>
                      <a:pt x="636" y="566"/>
                    </a:lnTo>
                    <a:lnTo>
                      <a:pt x="640" y="565"/>
                    </a:lnTo>
                    <a:lnTo>
                      <a:pt x="644" y="563"/>
                    </a:lnTo>
                    <a:lnTo>
                      <a:pt x="649" y="562"/>
                    </a:lnTo>
                    <a:lnTo>
                      <a:pt x="654" y="562"/>
                    </a:lnTo>
                    <a:lnTo>
                      <a:pt x="659" y="561"/>
                    </a:lnTo>
                    <a:lnTo>
                      <a:pt x="664" y="558"/>
                    </a:lnTo>
                    <a:lnTo>
                      <a:pt x="670" y="557"/>
                    </a:lnTo>
                    <a:lnTo>
                      <a:pt x="676" y="557"/>
                    </a:lnTo>
                    <a:lnTo>
                      <a:pt x="681" y="561"/>
                    </a:lnTo>
                    <a:lnTo>
                      <a:pt x="686" y="565"/>
                    </a:lnTo>
                    <a:lnTo>
                      <a:pt x="691" y="566"/>
                    </a:lnTo>
                    <a:lnTo>
                      <a:pt x="699" y="567"/>
                    </a:lnTo>
                    <a:lnTo>
                      <a:pt x="707" y="568"/>
                    </a:lnTo>
                    <a:lnTo>
                      <a:pt x="712" y="572"/>
                    </a:lnTo>
                    <a:lnTo>
                      <a:pt x="711" y="579"/>
                    </a:lnTo>
                    <a:lnTo>
                      <a:pt x="708" y="586"/>
                    </a:lnTo>
                    <a:lnTo>
                      <a:pt x="708" y="592"/>
                    </a:lnTo>
                    <a:lnTo>
                      <a:pt x="712" y="595"/>
                    </a:lnTo>
                    <a:lnTo>
                      <a:pt x="720" y="597"/>
                    </a:lnTo>
                    <a:lnTo>
                      <a:pt x="726" y="601"/>
                    </a:lnTo>
                    <a:lnTo>
                      <a:pt x="731" y="605"/>
                    </a:lnTo>
                    <a:close/>
                  </a:path>
                </a:pathLst>
              </a:custGeom>
              <a:solidFill>
                <a:srgbClr val="ECB78D">
                  <a:alpha val="32000"/>
                </a:srgbClr>
              </a:solidFill>
              <a:ln>
                <a:noFill/>
              </a:ln>
            </p:spPr>
            <p:txBody>
              <a:bodyPr anchor="ctr"/>
              <a:lstStyle/>
              <a:p>
                <a:pPr algn="ctr">
                  <a:buNone/>
                </a:pPr>
              </a:p>
            </p:txBody>
          </p:sp>
          <p:sp>
            <p:nvSpPr>
              <p:cNvPr id="7143" name="addition:input:142">
                <a:extLst>
                  <a:ext uri="{FF2B5EF4-FFF2-40B4-BE49-F238E27FC236}">
                    <ns2:creationId id="{50C84D6A-28BE-4A07-B9E6-65F86FEFF21B}"/>
                  </a:ext>
                </a:extLst>
              </p:cNvPr>
              <p:cNvSpPr>
                <a:spLocks noGrp="1"/>
              </p:cNvSpPr>
              <p:nvPr/>
            </p:nvSpPr>
            <p:spPr>
              <a:xfrm>
                <a:off x="209550" y="5438775"/>
                <a:ext cx="1275588" cy="1304666"/>
              </a:xfrm>
              <a:custGeom>
                <a:rect l="l" t="t" r="r" b="b"/>
                <a:pathLst>
                  <a:path w="775" h="696">
                    <a:moveTo>
                      <a:pt x="0" y="0"/>
                    </a:moveTo>
                    <a:moveTo>
                      <a:pt x="774" y="601"/>
                    </a:moveTo>
                    <a:lnTo>
                      <a:pt x="775" y="609"/>
                    </a:lnTo>
                    <a:lnTo>
                      <a:pt x="771" y="617"/>
                    </a:lnTo>
                    <a:lnTo>
                      <a:pt x="762" y="624"/>
                    </a:lnTo>
                    <a:lnTo>
                      <a:pt x="755" y="630"/>
                    </a:lnTo>
                    <a:lnTo>
                      <a:pt x="750" y="637"/>
                    </a:lnTo>
                    <a:lnTo>
                      <a:pt x="744" y="643"/>
                    </a:lnTo>
                    <a:lnTo>
                      <a:pt x="736" y="648"/>
                    </a:lnTo>
                    <a:lnTo>
                      <a:pt x="725" y="652"/>
                    </a:lnTo>
                    <a:lnTo>
                      <a:pt x="716" y="655"/>
                    </a:lnTo>
                    <a:lnTo>
                      <a:pt x="713" y="664"/>
                    </a:lnTo>
                    <a:lnTo>
                      <a:pt x="711" y="677"/>
                    </a:lnTo>
                    <a:lnTo>
                      <a:pt x="708" y="689"/>
                    </a:lnTo>
                    <a:lnTo>
                      <a:pt x="698" y="696"/>
                    </a:lnTo>
                    <a:lnTo>
                      <a:pt x="685" y="694"/>
                    </a:lnTo>
                    <a:lnTo>
                      <a:pt x="672" y="687"/>
                    </a:lnTo>
                    <a:lnTo>
                      <a:pt x="661" y="681"/>
                    </a:lnTo>
                    <a:lnTo>
                      <a:pt x="652" y="680"/>
                    </a:lnTo>
                    <a:lnTo>
                      <a:pt x="644" y="681"/>
                    </a:lnTo>
                    <a:lnTo>
                      <a:pt x="636" y="681"/>
                    </a:lnTo>
                    <a:lnTo>
                      <a:pt x="629" y="679"/>
                    </a:lnTo>
                    <a:lnTo>
                      <a:pt x="621" y="677"/>
                    </a:lnTo>
                    <a:lnTo>
                      <a:pt x="613" y="677"/>
                    </a:lnTo>
                    <a:lnTo>
                      <a:pt x="603" y="678"/>
                    </a:lnTo>
                    <a:lnTo>
                      <a:pt x="594" y="677"/>
                    </a:lnTo>
                    <a:lnTo>
                      <a:pt x="589" y="671"/>
                    </a:lnTo>
                    <a:lnTo>
                      <a:pt x="586" y="663"/>
                    </a:lnTo>
                    <a:lnTo>
                      <a:pt x="582" y="657"/>
                    </a:lnTo>
                    <a:lnTo>
                      <a:pt x="573" y="653"/>
                    </a:lnTo>
                    <a:lnTo>
                      <a:pt x="562" y="650"/>
                    </a:lnTo>
                    <a:lnTo>
                      <a:pt x="555" y="643"/>
                    </a:lnTo>
                    <a:lnTo>
                      <a:pt x="558" y="633"/>
                    </a:lnTo>
                    <a:lnTo>
                      <a:pt x="567" y="623"/>
                    </a:lnTo>
                    <a:lnTo>
                      <a:pt x="576" y="614"/>
                    </a:lnTo>
                    <a:lnTo>
                      <a:pt x="577" y="607"/>
                    </a:lnTo>
                    <a:lnTo>
                      <a:pt x="571" y="601"/>
                    </a:lnTo>
                    <a:lnTo>
                      <a:pt x="563" y="594"/>
                    </a:lnTo>
                    <a:lnTo>
                      <a:pt x="558" y="586"/>
                    </a:lnTo>
                    <a:lnTo>
                      <a:pt x="556" y="577"/>
                    </a:lnTo>
                    <a:lnTo>
                      <a:pt x="554" y="569"/>
                    </a:lnTo>
                    <a:lnTo>
                      <a:pt x="552" y="559"/>
                    </a:lnTo>
                    <a:lnTo>
                      <a:pt x="553" y="551"/>
                    </a:lnTo>
                    <a:lnTo>
                      <a:pt x="561" y="545"/>
                    </a:lnTo>
                    <a:lnTo>
                      <a:pt x="573" y="544"/>
                    </a:lnTo>
                    <a:lnTo>
                      <a:pt x="585" y="544"/>
                    </a:lnTo>
                    <a:lnTo>
                      <a:pt x="591" y="540"/>
                    </a:lnTo>
                    <a:lnTo>
                      <a:pt x="595" y="533"/>
                    </a:lnTo>
                    <a:lnTo>
                      <a:pt x="598" y="525"/>
                    </a:lnTo>
                    <a:lnTo>
                      <a:pt x="606" y="520"/>
                    </a:lnTo>
                    <a:lnTo>
                      <a:pt x="616" y="522"/>
                    </a:lnTo>
                    <a:lnTo>
                      <a:pt x="626" y="525"/>
                    </a:lnTo>
                    <a:lnTo>
                      <a:pt x="635" y="525"/>
                    </a:lnTo>
                    <a:lnTo>
                      <a:pt x="643" y="519"/>
                    </a:lnTo>
                    <a:lnTo>
                      <a:pt x="654" y="512"/>
                    </a:lnTo>
                    <a:lnTo>
                      <a:pt x="665" y="508"/>
                    </a:lnTo>
                    <a:lnTo>
                      <a:pt x="677" y="508"/>
                    </a:lnTo>
                    <a:lnTo>
                      <a:pt x="687" y="512"/>
                    </a:lnTo>
                    <a:lnTo>
                      <a:pt x="698" y="515"/>
                    </a:lnTo>
                    <a:lnTo>
                      <a:pt x="708" y="520"/>
                    </a:lnTo>
                    <a:lnTo>
                      <a:pt x="716" y="528"/>
                    </a:lnTo>
                    <a:lnTo>
                      <a:pt x="719" y="538"/>
                    </a:lnTo>
                    <a:lnTo>
                      <a:pt x="721" y="549"/>
                    </a:lnTo>
                    <a:lnTo>
                      <a:pt x="725" y="555"/>
                    </a:lnTo>
                    <a:lnTo>
                      <a:pt x="736" y="557"/>
                    </a:lnTo>
                    <a:lnTo>
                      <a:pt x="753" y="557"/>
                    </a:lnTo>
                    <a:lnTo>
                      <a:pt x="767" y="560"/>
                    </a:lnTo>
                    <a:lnTo>
                      <a:pt x="774" y="568"/>
                    </a:lnTo>
                    <a:lnTo>
                      <a:pt x="773" y="577"/>
                    </a:lnTo>
                    <a:lnTo>
                      <a:pt x="770" y="585"/>
                    </a:lnTo>
                    <a:lnTo>
                      <a:pt x="771" y="593"/>
                    </a:lnTo>
                    <a:close/>
                  </a:path>
                </a:pathLst>
              </a:custGeom>
              <a:solidFill>
                <a:srgbClr val="E18B48">
                  <a:alpha val="37000"/>
                </a:srgbClr>
              </a:solidFill>
              <a:ln>
                <a:noFill/>
              </a:ln>
            </p:spPr>
            <p:txBody>
              <a:bodyPr anchor="ctr"/>
              <a:lstStyle/>
              <a:p>
                <a:pPr algn="ctr">
                  <a:buNone/>
                </a:pPr>
              </a:p>
            </p:txBody>
          </p:sp>
          <p:sp>
            <p:nvSpPr>
              <p:cNvPr id="7144" name="addition:input:143">
                <a:extLst>
                  <a:ext uri="{FF2B5EF4-FFF2-40B4-BE49-F238E27FC236}">
                    <ns2:creationId id="{2219FEB7-B288-4BFC-BE2D-3DC7EC184AE1}"/>
                  </a:ext>
                </a:extLst>
              </p:cNvPr>
              <p:cNvSpPr>
                <a:spLocks noGrp="1"/>
              </p:cNvSpPr>
              <p:nvPr/>
            </p:nvSpPr>
            <p:spPr>
              <a:xfrm>
                <a:off x="209550" y="5438775"/>
                <a:ext cx="1097829" cy="1162202"/>
              </a:xfrm>
              <a:custGeom>
                <a:rect l="l" t="t" r="r" b="b"/>
                <a:pathLst>
                  <a:path w="667" h="620">
                    <a:moveTo>
                      <a:pt x="0" y="0"/>
                    </a:moveTo>
                    <a:moveTo>
                      <a:pt x="667" y="580"/>
                    </a:moveTo>
                    <a:lnTo>
                      <a:pt x="667" y="584"/>
                    </a:lnTo>
                    <a:lnTo>
                      <a:pt x="666" y="587"/>
                    </a:lnTo>
                    <a:lnTo>
                      <a:pt x="665" y="591"/>
                    </a:lnTo>
                    <a:lnTo>
                      <a:pt x="663" y="595"/>
                    </a:lnTo>
                    <a:lnTo>
                      <a:pt x="660" y="597"/>
                    </a:lnTo>
                    <a:lnTo>
                      <a:pt x="654" y="598"/>
                    </a:lnTo>
                    <a:lnTo>
                      <a:pt x="648" y="599"/>
                    </a:lnTo>
                    <a:lnTo>
                      <a:pt x="645" y="600"/>
                    </a:lnTo>
                    <a:lnTo>
                      <a:pt x="644" y="605"/>
                    </a:lnTo>
                    <a:lnTo>
                      <a:pt x="645" y="610"/>
                    </a:lnTo>
                    <a:lnTo>
                      <a:pt x="643" y="615"/>
                    </a:lnTo>
                    <a:lnTo>
                      <a:pt x="639" y="618"/>
                    </a:lnTo>
                    <a:lnTo>
                      <a:pt x="634" y="618"/>
                    </a:lnTo>
                    <a:lnTo>
                      <a:pt x="629" y="618"/>
                    </a:lnTo>
                    <a:lnTo>
                      <a:pt x="625" y="618"/>
                    </a:lnTo>
                    <a:lnTo>
                      <a:pt x="620" y="620"/>
                    </a:lnTo>
                    <a:lnTo>
                      <a:pt x="616" y="620"/>
                    </a:lnTo>
                    <a:lnTo>
                      <a:pt x="612" y="619"/>
                    </a:lnTo>
                    <a:lnTo>
                      <a:pt x="608" y="617"/>
                    </a:lnTo>
                    <a:lnTo>
                      <a:pt x="605" y="616"/>
                    </a:lnTo>
                    <a:lnTo>
                      <a:pt x="601" y="615"/>
                    </a:lnTo>
                    <a:lnTo>
                      <a:pt x="598" y="614"/>
                    </a:lnTo>
                    <a:lnTo>
                      <a:pt x="595" y="612"/>
                    </a:lnTo>
                    <a:lnTo>
                      <a:pt x="594" y="609"/>
                    </a:lnTo>
                    <a:lnTo>
                      <a:pt x="592" y="607"/>
                    </a:lnTo>
                    <a:lnTo>
                      <a:pt x="588" y="606"/>
                    </a:lnTo>
                    <a:lnTo>
                      <a:pt x="582" y="607"/>
                    </a:lnTo>
                    <a:lnTo>
                      <a:pt x="577" y="607"/>
                    </a:lnTo>
                    <a:lnTo>
                      <a:pt x="574" y="604"/>
                    </a:lnTo>
                    <a:lnTo>
                      <a:pt x="575" y="599"/>
                    </a:lnTo>
                    <a:lnTo>
                      <a:pt x="579" y="594"/>
                    </a:lnTo>
                    <a:lnTo>
                      <a:pt x="581" y="590"/>
                    </a:lnTo>
                    <a:lnTo>
                      <a:pt x="581" y="586"/>
                    </a:lnTo>
                    <a:lnTo>
                      <a:pt x="581" y="583"/>
                    </a:lnTo>
                    <a:lnTo>
                      <a:pt x="581" y="580"/>
                    </a:lnTo>
                    <a:lnTo>
                      <a:pt x="582" y="577"/>
                    </a:lnTo>
                    <a:lnTo>
                      <a:pt x="582" y="574"/>
                    </a:lnTo>
                    <a:lnTo>
                      <a:pt x="580" y="570"/>
                    </a:lnTo>
                    <a:lnTo>
                      <a:pt x="578" y="566"/>
                    </a:lnTo>
                    <a:lnTo>
                      <a:pt x="578" y="562"/>
                    </a:lnTo>
                    <a:lnTo>
                      <a:pt x="581" y="559"/>
                    </a:lnTo>
                    <a:lnTo>
                      <a:pt x="585" y="558"/>
                    </a:lnTo>
                    <a:lnTo>
                      <a:pt x="587" y="555"/>
                    </a:lnTo>
                    <a:lnTo>
                      <a:pt x="588" y="552"/>
                    </a:lnTo>
                    <a:lnTo>
                      <a:pt x="588" y="547"/>
                    </a:lnTo>
                    <a:lnTo>
                      <a:pt x="591" y="545"/>
                    </a:lnTo>
                    <a:lnTo>
                      <a:pt x="595" y="545"/>
                    </a:lnTo>
                    <a:lnTo>
                      <a:pt x="600" y="547"/>
                    </a:lnTo>
                    <a:lnTo>
                      <a:pt x="604" y="549"/>
                    </a:lnTo>
                    <a:lnTo>
                      <a:pt x="607" y="549"/>
                    </a:lnTo>
                    <a:lnTo>
                      <a:pt x="609" y="546"/>
                    </a:lnTo>
                    <a:lnTo>
                      <a:pt x="612" y="544"/>
                    </a:lnTo>
                    <a:lnTo>
                      <a:pt x="616" y="542"/>
                    </a:lnTo>
                    <a:lnTo>
                      <a:pt x="620" y="541"/>
                    </a:lnTo>
                    <a:lnTo>
                      <a:pt x="624" y="540"/>
                    </a:lnTo>
                    <a:lnTo>
                      <a:pt x="629" y="539"/>
                    </a:lnTo>
                    <a:lnTo>
                      <a:pt x="634" y="539"/>
                    </a:lnTo>
                    <a:lnTo>
                      <a:pt x="637" y="543"/>
                    </a:lnTo>
                    <a:lnTo>
                      <a:pt x="639" y="548"/>
                    </a:lnTo>
                    <a:lnTo>
                      <a:pt x="640" y="553"/>
                    </a:lnTo>
                    <a:lnTo>
                      <a:pt x="642" y="556"/>
                    </a:lnTo>
                    <a:lnTo>
                      <a:pt x="647" y="556"/>
                    </a:lnTo>
                    <a:lnTo>
                      <a:pt x="652" y="558"/>
                    </a:lnTo>
                    <a:lnTo>
                      <a:pt x="656" y="560"/>
                    </a:lnTo>
                    <a:lnTo>
                      <a:pt x="656" y="564"/>
                    </a:lnTo>
                    <a:lnTo>
                      <a:pt x="656" y="568"/>
                    </a:lnTo>
                    <a:lnTo>
                      <a:pt x="658" y="571"/>
                    </a:lnTo>
                    <a:lnTo>
                      <a:pt x="662" y="573"/>
                    </a:lnTo>
                    <a:lnTo>
                      <a:pt x="665" y="577"/>
                    </a:lnTo>
                    <a:close/>
                  </a:path>
                </a:pathLst>
              </a:custGeom>
              <a:solidFill>
                <a:srgbClr val="DE8036">
                  <a:alpha val="36000"/>
                </a:srgbClr>
              </a:solidFill>
              <a:ln>
                <a:noFill/>
              </a:ln>
            </p:spPr>
            <p:txBody>
              <a:bodyPr anchor="ctr"/>
              <a:lstStyle/>
              <a:p>
                <a:pPr algn="ctr">
                  <a:buNone/>
                </a:pPr>
              </a:p>
            </p:txBody>
          </p:sp>
          <p:sp>
            <p:nvSpPr>
              <p:cNvPr id="7145" name="addition:input:144">
                <a:extLst>
                  <a:ext uri="{FF2B5EF4-FFF2-40B4-BE49-F238E27FC236}">
                    <ns2:creationId id="{8AF84737-5B84-4733-A371-BB524268E80A}"/>
                  </a:ext>
                </a:extLst>
              </p:cNvPr>
              <p:cNvSpPr>
                <a:spLocks noGrp="1"/>
              </p:cNvSpPr>
              <p:nvPr/>
            </p:nvSpPr>
            <p:spPr>
              <a:xfrm>
                <a:off x="209550" y="5438775"/>
                <a:ext cx="1180125" cy="1120963"/>
              </a:xfrm>
              <a:custGeom>
                <a:rect l="l" t="t" r="r" b="b"/>
                <a:pathLst>
                  <a:path w="717" h="598">
                    <a:moveTo>
                      <a:pt x="0" y="0"/>
                    </a:moveTo>
                    <a:moveTo>
                      <a:pt x="709" y="569"/>
                    </a:moveTo>
                    <a:lnTo>
                      <a:pt x="708" y="571"/>
                    </a:lnTo>
                    <a:lnTo>
                      <a:pt x="707" y="573"/>
                    </a:lnTo>
                    <a:lnTo>
                      <a:pt x="706" y="575"/>
                    </a:lnTo>
                    <a:lnTo>
                      <a:pt x="705" y="578"/>
                    </a:lnTo>
                    <a:lnTo>
                      <a:pt x="706" y="581"/>
                    </a:lnTo>
                    <a:lnTo>
                      <a:pt x="707" y="584"/>
                    </a:lnTo>
                    <a:lnTo>
                      <a:pt x="707" y="588"/>
                    </a:lnTo>
                    <a:lnTo>
                      <a:pt x="706" y="590"/>
                    </a:lnTo>
                    <a:lnTo>
                      <a:pt x="702" y="591"/>
                    </a:lnTo>
                    <a:lnTo>
                      <a:pt x="698" y="591"/>
                    </a:lnTo>
                    <a:lnTo>
                      <a:pt x="695" y="592"/>
                    </a:lnTo>
                    <a:lnTo>
                      <a:pt x="694" y="594"/>
                    </a:lnTo>
                    <a:lnTo>
                      <a:pt x="692" y="596"/>
                    </a:lnTo>
                    <a:lnTo>
                      <a:pt x="690" y="598"/>
                    </a:lnTo>
                    <a:lnTo>
                      <a:pt x="687" y="597"/>
                    </a:lnTo>
                    <a:lnTo>
                      <a:pt x="684" y="595"/>
                    </a:lnTo>
                    <a:lnTo>
                      <a:pt x="681" y="594"/>
                    </a:lnTo>
                    <a:lnTo>
                      <a:pt x="679" y="594"/>
                    </a:lnTo>
                    <a:lnTo>
                      <a:pt x="676" y="596"/>
                    </a:lnTo>
                    <a:lnTo>
                      <a:pt x="674" y="597"/>
                    </a:lnTo>
                    <a:lnTo>
                      <a:pt x="671" y="597"/>
                    </a:lnTo>
                    <a:lnTo>
                      <a:pt x="667" y="597"/>
                    </a:lnTo>
                    <a:lnTo>
                      <a:pt x="664" y="597"/>
                    </a:lnTo>
                    <a:lnTo>
                      <a:pt x="660" y="596"/>
                    </a:lnTo>
                    <a:lnTo>
                      <a:pt x="657" y="595"/>
                    </a:lnTo>
                    <a:lnTo>
                      <a:pt x="656" y="591"/>
                    </a:lnTo>
                    <a:lnTo>
                      <a:pt x="657" y="586"/>
                    </a:lnTo>
                    <a:lnTo>
                      <a:pt x="657" y="583"/>
                    </a:lnTo>
                    <a:lnTo>
                      <a:pt x="656" y="581"/>
                    </a:lnTo>
                    <a:lnTo>
                      <a:pt x="652" y="580"/>
                    </a:lnTo>
                    <a:lnTo>
                      <a:pt x="648" y="579"/>
                    </a:lnTo>
                    <a:lnTo>
                      <a:pt x="645" y="576"/>
                    </a:lnTo>
                    <a:lnTo>
                      <a:pt x="644" y="574"/>
                    </a:lnTo>
                    <a:lnTo>
                      <a:pt x="644" y="571"/>
                    </a:lnTo>
                    <a:lnTo>
                      <a:pt x="643" y="569"/>
                    </a:lnTo>
                    <a:lnTo>
                      <a:pt x="642" y="566"/>
                    </a:lnTo>
                    <a:lnTo>
                      <a:pt x="641" y="563"/>
                    </a:lnTo>
                    <a:lnTo>
                      <a:pt x="641" y="560"/>
                    </a:lnTo>
                    <a:lnTo>
                      <a:pt x="643" y="558"/>
                    </a:lnTo>
                    <a:lnTo>
                      <a:pt x="644" y="556"/>
                    </a:lnTo>
                    <a:lnTo>
                      <a:pt x="646" y="553"/>
                    </a:lnTo>
                    <a:lnTo>
                      <a:pt x="647" y="551"/>
                    </a:lnTo>
                    <a:lnTo>
                      <a:pt x="651" y="550"/>
                    </a:lnTo>
                    <a:lnTo>
                      <a:pt x="655" y="550"/>
                    </a:lnTo>
                    <a:lnTo>
                      <a:pt x="659" y="550"/>
                    </a:lnTo>
                    <a:lnTo>
                      <a:pt x="662" y="549"/>
                    </a:lnTo>
                    <a:lnTo>
                      <a:pt x="663" y="545"/>
                    </a:lnTo>
                    <a:lnTo>
                      <a:pt x="664" y="541"/>
                    </a:lnTo>
                    <a:lnTo>
                      <a:pt x="666" y="537"/>
                    </a:lnTo>
                    <a:lnTo>
                      <a:pt x="670" y="536"/>
                    </a:lnTo>
                    <a:lnTo>
                      <a:pt x="674" y="537"/>
                    </a:lnTo>
                    <a:lnTo>
                      <a:pt x="678" y="538"/>
                    </a:lnTo>
                    <a:lnTo>
                      <a:pt x="682" y="539"/>
                    </a:lnTo>
                    <a:lnTo>
                      <a:pt x="685" y="539"/>
                    </a:lnTo>
                    <a:lnTo>
                      <a:pt x="689" y="541"/>
                    </a:lnTo>
                    <a:lnTo>
                      <a:pt x="691" y="543"/>
                    </a:lnTo>
                    <a:lnTo>
                      <a:pt x="694" y="544"/>
                    </a:lnTo>
                    <a:lnTo>
                      <a:pt x="697" y="545"/>
                    </a:lnTo>
                    <a:lnTo>
                      <a:pt x="700" y="545"/>
                    </a:lnTo>
                    <a:lnTo>
                      <a:pt x="703" y="545"/>
                    </a:lnTo>
                    <a:lnTo>
                      <a:pt x="705" y="548"/>
                    </a:lnTo>
                    <a:lnTo>
                      <a:pt x="706" y="550"/>
                    </a:lnTo>
                    <a:lnTo>
                      <a:pt x="707" y="553"/>
                    </a:lnTo>
                    <a:lnTo>
                      <a:pt x="709" y="554"/>
                    </a:lnTo>
                    <a:lnTo>
                      <a:pt x="714" y="555"/>
                    </a:lnTo>
                    <a:lnTo>
                      <a:pt x="717" y="557"/>
                    </a:lnTo>
                    <a:lnTo>
                      <a:pt x="717" y="560"/>
                    </a:lnTo>
                    <a:lnTo>
                      <a:pt x="715" y="563"/>
                    </a:lnTo>
                    <a:lnTo>
                      <a:pt x="711" y="566"/>
                    </a:lnTo>
                    <a:close/>
                  </a:path>
                </a:pathLst>
              </a:custGeom>
              <a:solidFill>
                <a:srgbClr val="DE8036">
                  <a:alpha val="36000"/>
                </a:srgbClr>
              </a:solidFill>
              <a:ln>
                <a:noFill/>
              </a:ln>
            </p:spPr>
            <p:txBody>
              <a:bodyPr anchor="ctr"/>
              <a:lstStyle/>
              <a:p>
                <a:pPr algn="ctr">
                  <a:buNone/>
                </a:pPr>
              </a:p>
            </p:txBody>
          </p:sp>
          <p:sp>
            <p:nvSpPr>
              <p:cNvPr id="7146" name="addition:input:145">
                <a:extLst>
                  <a:ext uri="{FF2B5EF4-FFF2-40B4-BE49-F238E27FC236}">
                    <ns2:creationId id="{F522BCBC-7DA5-45BD-A87A-9E5D626C8ACD}"/>
                  </a:ext>
                </a:extLst>
              </p:cNvPr>
              <p:cNvSpPr>
                <a:spLocks noGrp="1"/>
              </p:cNvSpPr>
              <p:nvPr/>
            </p:nvSpPr>
            <p:spPr>
              <a:xfrm>
                <a:off x="209550" y="5438775"/>
                <a:ext cx="1245961" cy="1237183"/>
              </a:xfrm>
              <a:custGeom>
                <a:rect l="l" t="t" r="r" b="b"/>
                <a:pathLst>
                  <a:path w="757" h="660">
                    <a:moveTo>
                      <a:pt x="0" y="0"/>
                    </a:moveTo>
                    <a:moveTo>
                      <a:pt x="753" y="620"/>
                    </a:moveTo>
                    <a:lnTo>
                      <a:pt x="751" y="623"/>
                    </a:lnTo>
                    <a:lnTo>
                      <a:pt x="748" y="626"/>
                    </a:lnTo>
                    <a:lnTo>
                      <a:pt x="745" y="629"/>
                    </a:lnTo>
                    <a:lnTo>
                      <a:pt x="744" y="632"/>
                    </a:lnTo>
                    <a:lnTo>
                      <a:pt x="743" y="636"/>
                    </a:lnTo>
                    <a:lnTo>
                      <a:pt x="741" y="639"/>
                    </a:lnTo>
                    <a:lnTo>
                      <a:pt x="738" y="641"/>
                    </a:lnTo>
                    <a:lnTo>
                      <a:pt x="735" y="643"/>
                    </a:lnTo>
                    <a:lnTo>
                      <a:pt x="734" y="647"/>
                    </a:lnTo>
                    <a:lnTo>
                      <a:pt x="733" y="652"/>
                    </a:lnTo>
                    <a:lnTo>
                      <a:pt x="732" y="657"/>
                    </a:lnTo>
                    <a:lnTo>
                      <a:pt x="729" y="660"/>
                    </a:lnTo>
                    <a:lnTo>
                      <a:pt x="723" y="658"/>
                    </a:lnTo>
                    <a:lnTo>
                      <a:pt x="717" y="655"/>
                    </a:lnTo>
                    <a:lnTo>
                      <a:pt x="713" y="653"/>
                    </a:lnTo>
                    <a:lnTo>
                      <a:pt x="710" y="652"/>
                    </a:lnTo>
                    <a:lnTo>
                      <a:pt x="707" y="654"/>
                    </a:lnTo>
                    <a:lnTo>
                      <a:pt x="704" y="655"/>
                    </a:lnTo>
                    <a:lnTo>
                      <a:pt x="701" y="656"/>
                    </a:lnTo>
                    <a:lnTo>
                      <a:pt x="698" y="656"/>
                    </a:lnTo>
                    <a:lnTo>
                      <a:pt x="694" y="657"/>
                    </a:lnTo>
                    <a:lnTo>
                      <a:pt x="689" y="657"/>
                    </a:lnTo>
                    <a:lnTo>
                      <a:pt x="685" y="657"/>
                    </a:lnTo>
                    <a:lnTo>
                      <a:pt x="682" y="654"/>
                    </a:lnTo>
                    <a:lnTo>
                      <a:pt x="681" y="650"/>
                    </a:lnTo>
                    <a:lnTo>
                      <a:pt x="679" y="647"/>
                    </a:lnTo>
                    <a:lnTo>
                      <a:pt x="675" y="645"/>
                    </a:lnTo>
                    <a:lnTo>
                      <a:pt x="671" y="643"/>
                    </a:lnTo>
                    <a:lnTo>
                      <a:pt x="667" y="641"/>
                    </a:lnTo>
                    <a:lnTo>
                      <a:pt x="667" y="637"/>
                    </a:lnTo>
                    <a:lnTo>
                      <a:pt x="669" y="632"/>
                    </a:lnTo>
                    <a:lnTo>
                      <a:pt x="671" y="628"/>
                    </a:lnTo>
                    <a:lnTo>
                      <a:pt x="670" y="625"/>
                    </a:lnTo>
                    <a:lnTo>
                      <a:pt x="665" y="623"/>
                    </a:lnTo>
                    <a:lnTo>
                      <a:pt x="661" y="620"/>
                    </a:lnTo>
                    <a:lnTo>
                      <a:pt x="657" y="616"/>
                    </a:lnTo>
                    <a:lnTo>
                      <a:pt x="656" y="612"/>
                    </a:lnTo>
                    <a:lnTo>
                      <a:pt x="656" y="608"/>
                    </a:lnTo>
                    <a:lnTo>
                      <a:pt x="656" y="604"/>
                    </a:lnTo>
                    <a:lnTo>
                      <a:pt x="657" y="601"/>
                    </a:lnTo>
                    <a:lnTo>
                      <a:pt x="661" y="599"/>
                    </a:lnTo>
                    <a:lnTo>
                      <a:pt x="667" y="598"/>
                    </a:lnTo>
                    <a:lnTo>
                      <a:pt x="672" y="598"/>
                    </a:lnTo>
                    <a:lnTo>
                      <a:pt x="675" y="596"/>
                    </a:lnTo>
                    <a:lnTo>
                      <a:pt x="676" y="592"/>
                    </a:lnTo>
                    <a:lnTo>
                      <a:pt x="677" y="588"/>
                    </a:lnTo>
                    <a:lnTo>
                      <a:pt x="680" y="585"/>
                    </a:lnTo>
                    <a:lnTo>
                      <a:pt x="685" y="584"/>
                    </a:lnTo>
                    <a:lnTo>
                      <a:pt x="690" y="585"/>
                    </a:lnTo>
                    <a:lnTo>
                      <a:pt x="695" y="584"/>
                    </a:lnTo>
                    <a:lnTo>
                      <a:pt x="699" y="582"/>
                    </a:lnTo>
                    <a:lnTo>
                      <a:pt x="703" y="579"/>
                    </a:lnTo>
                    <a:lnTo>
                      <a:pt x="708" y="577"/>
                    </a:lnTo>
                    <a:lnTo>
                      <a:pt x="713" y="578"/>
                    </a:lnTo>
                    <a:lnTo>
                      <a:pt x="718" y="580"/>
                    </a:lnTo>
                    <a:lnTo>
                      <a:pt x="723" y="582"/>
                    </a:lnTo>
                    <a:lnTo>
                      <a:pt x="727" y="584"/>
                    </a:lnTo>
                    <a:lnTo>
                      <a:pt x="730" y="587"/>
                    </a:lnTo>
                    <a:lnTo>
                      <a:pt x="732" y="591"/>
                    </a:lnTo>
                    <a:lnTo>
                      <a:pt x="733" y="595"/>
                    </a:lnTo>
                    <a:lnTo>
                      <a:pt x="736" y="597"/>
                    </a:lnTo>
                    <a:lnTo>
                      <a:pt x="741" y="597"/>
                    </a:lnTo>
                    <a:lnTo>
                      <a:pt x="748" y="596"/>
                    </a:lnTo>
                    <a:lnTo>
                      <a:pt x="754" y="597"/>
                    </a:lnTo>
                    <a:lnTo>
                      <a:pt x="757" y="600"/>
                    </a:lnTo>
                    <a:lnTo>
                      <a:pt x="756" y="605"/>
                    </a:lnTo>
                    <a:lnTo>
                      <a:pt x="753" y="609"/>
                    </a:lnTo>
                    <a:lnTo>
                      <a:pt x="752" y="613"/>
                    </a:lnTo>
                    <a:lnTo>
                      <a:pt x="753" y="616"/>
                    </a:lnTo>
                    <a:close/>
                  </a:path>
                </a:pathLst>
              </a:custGeom>
              <a:solidFill>
                <a:srgbClr val="DE8036">
                  <a:alpha val="36000"/>
                </a:srgbClr>
              </a:solidFill>
              <a:ln>
                <a:noFill/>
              </a:ln>
            </p:spPr>
            <p:txBody>
              <a:bodyPr anchor="ctr"/>
              <a:lstStyle/>
              <a:p>
                <a:pPr algn="ctr">
                  <a:buNone/>
                </a:pPr>
              </a:p>
            </p:txBody>
          </p:sp>
          <p:sp>
            <p:nvSpPr>
              <p:cNvPr id="7147" name="addition:input:146">
                <a:extLst>
                  <a:ext uri="{FF2B5EF4-FFF2-40B4-BE49-F238E27FC236}">
                    <ns2:creationId id="{F4A8964B-849F-4608-A90F-7BC7231882A8}"/>
                  </a:ext>
                </a:extLst>
              </p:cNvPr>
              <p:cNvSpPr>
                <a:spLocks noGrp="1"/>
              </p:cNvSpPr>
              <p:nvPr/>
            </p:nvSpPr>
            <p:spPr>
              <a:xfrm>
                <a:off x="209550" y="5438775"/>
                <a:ext cx="1120872" cy="1267176"/>
              </a:xfrm>
              <a:custGeom>
                <a:rect l="l" t="t" r="r" b="b"/>
                <a:pathLst>
                  <a:path w="681" h="676">
                    <a:moveTo>
                      <a:pt x="0" y="0"/>
                    </a:moveTo>
                    <a:moveTo>
                      <a:pt x="680" y="642"/>
                    </a:moveTo>
                    <a:lnTo>
                      <a:pt x="680" y="645"/>
                    </a:lnTo>
                    <a:lnTo>
                      <a:pt x="677" y="647"/>
                    </a:lnTo>
                    <a:lnTo>
                      <a:pt x="673" y="649"/>
                    </a:lnTo>
                    <a:lnTo>
                      <a:pt x="670" y="651"/>
                    </a:lnTo>
                    <a:lnTo>
                      <a:pt x="670" y="654"/>
                    </a:lnTo>
                    <a:lnTo>
                      <a:pt x="673" y="658"/>
                    </a:lnTo>
                    <a:lnTo>
                      <a:pt x="675" y="663"/>
                    </a:lnTo>
                    <a:lnTo>
                      <a:pt x="674" y="666"/>
                    </a:lnTo>
                    <a:lnTo>
                      <a:pt x="671" y="668"/>
                    </a:lnTo>
                    <a:lnTo>
                      <a:pt x="667" y="669"/>
                    </a:lnTo>
                    <a:lnTo>
                      <a:pt x="663" y="670"/>
                    </a:lnTo>
                    <a:lnTo>
                      <a:pt x="660" y="670"/>
                    </a:lnTo>
                    <a:lnTo>
                      <a:pt x="657" y="670"/>
                    </a:lnTo>
                    <a:lnTo>
                      <a:pt x="653" y="670"/>
                    </a:lnTo>
                    <a:lnTo>
                      <a:pt x="650" y="669"/>
                    </a:lnTo>
                    <a:lnTo>
                      <a:pt x="648" y="670"/>
                    </a:lnTo>
                    <a:lnTo>
                      <a:pt x="645" y="673"/>
                    </a:lnTo>
                    <a:lnTo>
                      <a:pt x="642" y="675"/>
                    </a:lnTo>
                    <a:lnTo>
                      <a:pt x="639" y="676"/>
                    </a:lnTo>
                    <a:lnTo>
                      <a:pt x="635" y="674"/>
                    </a:lnTo>
                    <a:lnTo>
                      <a:pt x="633" y="672"/>
                    </a:lnTo>
                    <a:lnTo>
                      <a:pt x="630" y="671"/>
                    </a:lnTo>
                    <a:lnTo>
                      <a:pt x="625" y="671"/>
                    </a:lnTo>
                    <a:lnTo>
                      <a:pt x="620" y="672"/>
                    </a:lnTo>
                    <a:lnTo>
                      <a:pt x="616" y="670"/>
                    </a:lnTo>
                    <a:lnTo>
                      <a:pt x="614" y="667"/>
                    </a:lnTo>
                    <a:lnTo>
                      <a:pt x="614" y="663"/>
                    </a:lnTo>
                    <a:lnTo>
                      <a:pt x="613" y="659"/>
                    </a:lnTo>
                    <a:lnTo>
                      <a:pt x="612" y="657"/>
                    </a:lnTo>
                    <a:lnTo>
                      <a:pt x="610" y="654"/>
                    </a:lnTo>
                    <a:lnTo>
                      <a:pt x="608" y="652"/>
                    </a:lnTo>
                    <a:lnTo>
                      <a:pt x="606" y="649"/>
                    </a:lnTo>
                    <a:lnTo>
                      <a:pt x="604" y="647"/>
                    </a:lnTo>
                    <a:lnTo>
                      <a:pt x="599" y="645"/>
                    </a:lnTo>
                    <a:lnTo>
                      <a:pt x="594" y="642"/>
                    </a:lnTo>
                    <a:lnTo>
                      <a:pt x="592" y="638"/>
                    </a:lnTo>
                    <a:lnTo>
                      <a:pt x="594" y="635"/>
                    </a:lnTo>
                    <a:lnTo>
                      <a:pt x="598" y="633"/>
                    </a:lnTo>
                    <a:lnTo>
                      <a:pt x="603" y="631"/>
                    </a:lnTo>
                    <a:lnTo>
                      <a:pt x="605" y="629"/>
                    </a:lnTo>
                    <a:lnTo>
                      <a:pt x="606" y="626"/>
                    </a:lnTo>
                    <a:lnTo>
                      <a:pt x="606" y="622"/>
                    </a:lnTo>
                    <a:lnTo>
                      <a:pt x="609" y="620"/>
                    </a:lnTo>
                    <a:lnTo>
                      <a:pt x="613" y="619"/>
                    </a:lnTo>
                    <a:lnTo>
                      <a:pt x="617" y="618"/>
                    </a:lnTo>
                    <a:lnTo>
                      <a:pt x="620" y="617"/>
                    </a:lnTo>
                    <a:lnTo>
                      <a:pt x="622" y="614"/>
                    </a:lnTo>
                    <a:lnTo>
                      <a:pt x="625" y="611"/>
                    </a:lnTo>
                    <a:lnTo>
                      <a:pt x="629" y="610"/>
                    </a:lnTo>
                    <a:lnTo>
                      <a:pt x="633" y="609"/>
                    </a:lnTo>
                    <a:lnTo>
                      <a:pt x="637" y="607"/>
                    </a:lnTo>
                    <a:lnTo>
                      <a:pt x="642" y="605"/>
                    </a:lnTo>
                    <a:lnTo>
                      <a:pt x="646" y="604"/>
                    </a:lnTo>
                    <a:lnTo>
                      <a:pt x="650" y="606"/>
                    </a:lnTo>
                    <a:lnTo>
                      <a:pt x="653" y="610"/>
                    </a:lnTo>
                    <a:lnTo>
                      <a:pt x="655" y="615"/>
                    </a:lnTo>
                    <a:lnTo>
                      <a:pt x="658" y="618"/>
                    </a:lnTo>
                    <a:lnTo>
                      <a:pt x="661" y="617"/>
                    </a:lnTo>
                    <a:lnTo>
                      <a:pt x="666" y="616"/>
                    </a:lnTo>
                    <a:lnTo>
                      <a:pt x="670" y="616"/>
                    </a:lnTo>
                    <a:lnTo>
                      <a:pt x="673" y="617"/>
                    </a:lnTo>
                    <a:lnTo>
                      <a:pt x="675" y="619"/>
                    </a:lnTo>
                    <a:lnTo>
                      <a:pt x="677" y="622"/>
                    </a:lnTo>
                    <a:lnTo>
                      <a:pt x="679" y="624"/>
                    </a:lnTo>
                    <a:lnTo>
                      <a:pt x="681" y="626"/>
                    </a:lnTo>
                    <a:lnTo>
                      <a:pt x="681" y="630"/>
                    </a:lnTo>
                    <a:lnTo>
                      <a:pt x="680" y="633"/>
                    </a:lnTo>
                    <a:lnTo>
                      <a:pt x="679" y="636"/>
                    </a:lnTo>
                    <a:lnTo>
                      <a:pt x="679" y="639"/>
                    </a:lnTo>
                    <a:close/>
                  </a:path>
                </a:pathLst>
              </a:custGeom>
              <a:solidFill>
                <a:srgbClr val="DE8036">
                  <a:alpha val="36000"/>
                </a:srgbClr>
              </a:solidFill>
              <a:ln>
                <a:noFill/>
              </a:ln>
            </p:spPr>
            <p:txBody>
              <a:bodyPr anchor="ctr"/>
              <a:lstStyle/>
              <a:p>
                <a:pPr algn="ctr">
                  <a:buNone/>
                </a:pPr>
              </a:p>
            </p:txBody>
          </p:sp>
          <p:sp>
            <p:nvSpPr>
              <p:cNvPr id="7148" name="addition:input:147">
                <a:extLst>
                  <a:ext uri="{FF2B5EF4-FFF2-40B4-BE49-F238E27FC236}">
                    <ns2:creationId id="{BBF8C925-1837-4244-80D5-0D4335DFFD92}"/>
                  </a:ext>
                </a:extLst>
              </p:cNvPr>
              <p:cNvSpPr>
                <a:spLocks noGrp="1"/>
              </p:cNvSpPr>
              <p:nvPr/>
            </p:nvSpPr>
            <p:spPr>
              <a:xfrm>
                <a:off x="209550" y="5438775"/>
                <a:ext cx="1083015" cy="1152830"/>
              </a:xfrm>
              <a:custGeom>
                <a:rect l="l" t="t" r="r" b="b"/>
                <a:pathLst>
                  <a:path w="658" h="615">
                    <a:moveTo>
                      <a:pt x="0" y="0"/>
                    </a:moveTo>
                    <a:moveTo>
                      <a:pt x="648" y="584"/>
                    </a:moveTo>
                    <a:lnTo>
                      <a:pt x="651" y="586"/>
                    </a:lnTo>
                    <a:lnTo>
                      <a:pt x="655" y="589"/>
                    </a:lnTo>
                    <a:lnTo>
                      <a:pt x="658" y="593"/>
                    </a:lnTo>
                    <a:lnTo>
                      <a:pt x="658" y="596"/>
                    </a:lnTo>
                    <a:lnTo>
                      <a:pt x="655" y="598"/>
                    </a:lnTo>
                    <a:lnTo>
                      <a:pt x="651" y="599"/>
                    </a:lnTo>
                    <a:lnTo>
                      <a:pt x="648" y="600"/>
                    </a:lnTo>
                    <a:lnTo>
                      <a:pt x="646" y="602"/>
                    </a:lnTo>
                    <a:lnTo>
                      <a:pt x="645" y="603"/>
                    </a:lnTo>
                    <a:lnTo>
                      <a:pt x="642" y="605"/>
                    </a:lnTo>
                    <a:lnTo>
                      <a:pt x="640" y="606"/>
                    </a:lnTo>
                    <a:lnTo>
                      <a:pt x="638" y="607"/>
                    </a:lnTo>
                    <a:lnTo>
                      <a:pt x="636" y="610"/>
                    </a:lnTo>
                    <a:lnTo>
                      <a:pt x="634" y="612"/>
                    </a:lnTo>
                    <a:lnTo>
                      <a:pt x="631" y="614"/>
                    </a:lnTo>
                    <a:lnTo>
                      <a:pt x="627" y="613"/>
                    </a:lnTo>
                    <a:lnTo>
                      <a:pt x="624" y="612"/>
                    </a:lnTo>
                    <a:lnTo>
                      <a:pt x="621" y="612"/>
                    </a:lnTo>
                    <a:lnTo>
                      <a:pt x="617" y="614"/>
                    </a:lnTo>
                    <a:lnTo>
                      <a:pt x="614" y="615"/>
                    </a:lnTo>
                    <a:lnTo>
                      <a:pt x="610" y="615"/>
                    </a:lnTo>
                    <a:lnTo>
                      <a:pt x="607" y="612"/>
                    </a:lnTo>
                    <a:lnTo>
                      <a:pt x="606" y="608"/>
                    </a:lnTo>
                    <a:lnTo>
                      <a:pt x="605" y="604"/>
                    </a:lnTo>
                    <a:lnTo>
                      <a:pt x="603" y="603"/>
                    </a:lnTo>
                    <a:lnTo>
                      <a:pt x="600" y="602"/>
                    </a:lnTo>
                    <a:lnTo>
                      <a:pt x="597" y="601"/>
                    </a:lnTo>
                    <a:lnTo>
                      <a:pt x="594" y="600"/>
                    </a:lnTo>
                    <a:lnTo>
                      <a:pt x="592" y="599"/>
                    </a:lnTo>
                    <a:lnTo>
                      <a:pt x="589" y="597"/>
                    </a:lnTo>
                    <a:lnTo>
                      <a:pt x="586" y="595"/>
                    </a:lnTo>
                    <a:lnTo>
                      <a:pt x="585" y="593"/>
                    </a:lnTo>
                    <a:lnTo>
                      <a:pt x="586" y="589"/>
                    </a:lnTo>
                    <a:lnTo>
                      <a:pt x="589" y="586"/>
                    </a:lnTo>
                    <a:lnTo>
                      <a:pt x="592" y="584"/>
                    </a:lnTo>
                    <a:lnTo>
                      <a:pt x="593" y="581"/>
                    </a:lnTo>
                    <a:lnTo>
                      <a:pt x="592" y="579"/>
                    </a:lnTo>
                    <a:lnTo>
                      <a:pt x="591" y="576"/>
                    </a:lnTo>
                    <a:lnTo>
                      <a:pt x="593" y="573"/>
                    </a:lnTo>
                    <a:lnTo>
                      <a:pt x="596" y="572"/>
                    </a:lnTo>
                    <a:lnTo>
                      <a:pt x="599" y="570"/>
                    </a:lnTo>
                    <a:lnTo>
                      <a:pt x="601" y="568"/>
                    </a:lnTo>
                    <a:lnTo>
                      <a:pt x="601" y="565"/>
                    </a:lnTo>
                    <a:lnTo>
                      <a:pt x="602" y="562"/>
                    </a:lnTo>
                    <a:lnTo>
                      <a:pt x="603" y="559"/>
                    </a:lnTo>
                    <a:lnTo>
                      <a:pt x="605" y="557"/>
                    </a:lnTo>
                    <a:lnTo>
                      <a:pt x="608" y="556"/>
                    </a:lnTo>
                    <a:lnTo>
                      <a:pt x="610" y="554"/>
                    </a:lnTo>
                    <a:lnTo>
                      <a:pt x="613" y="553"/>
                    </a:lnTo>
                    <a:lnTo>
                      <a:pt x="616" y="554"/>
                    </a:lnTo>
                    <a:lnTo>
                      <a:pt x="619" y="557"/>
                    </a:lnTo>
                    <a:lnTo>
                      <a:pt x="622" y="560"/>
                    </a:lnTo>
                    <a:lnTo>
                      <a:pt x="623" y="560"/>
                    </a:lnTo>
                    <a:lnTo>
                      <a:pt x="626" y="558"/>
                    </a:lnTo>
                    <a:lnTo>
                      <a:pt x="628" y="555"/>
                    </a:lnTo>
                    <a:lnTo>
                      <a:pt x="631" y="554"/>
                    </a:lnTo>
                    <a:lnTo>
                      <a:pt x="634" y="555"/>
                    </a:lnTo>
                    <a:lnTo>
                      <a:pt x="636" y="557"/>
                    </a:lnTo>
                    <a:lnTo>
                      <a:pt x="637" y="559"/>
                    </a:lnTo>
                    <a:lnTo>
                      <a:pt x="640" y="560"/>
                    </a:lnTo>
                    <a:lnTo>
                      <a:pt x="642" y="561"/>
                    </a:lnTo>
                    <a:lnTo>
                      <a:pt x="644" y="563"/>
                    </a:lnTo>
                    <a:lnTo>
                      <a:pt x="645" y="566"/>
                    </a:lnTo>
                    <a:lnTo>
                      <a:pt x="646" y="569"/>
                    </a:lnTo>
                    <a:lnTo>
                      <a:pt x="647" y="571"/>
                    </a:lnTo>
                    <a:lnTo>
                      <a:pt x="648" y="574"/>
                    </a:lnTo>
                    <a:lnTo>
                      <a:pt x="649" y="576"/>
                    </a:lnTo>
                    <a:lnTo>
                      <a:pt x="649" y="579"/>
                    </a:lnTo>
                    <a:lnTo>
                      <a:pt x="648" y="581"/>
                    </a:lnTo>
                    <a:close/>
                  </a:path>
                </a:pathLst>
              </a:custGeom>
              <a:solidFill>
                <a:srgbClr val="E8A571">
                  <a:alpha val="32000"/>
                </a:srgbClr>
              </a:solidFill>
              <a:ln>
                <a:noFill/>
              </a:ln>
            </p:spPr>
            <p:txBody>
              <a:bodyPr anchor="ctr"/>
              <a:lstStyle/>
              <a:p>
                <a:pPr algn="ctr">
                  <a:buNone/>
                </a:pPr>
              </a:p>
            </p:txBody>
          </p:sp>
          <p:sp>
            <p:nvSpPr>
              <p:cNvPr id="7149" name="addition:input:148">
                <a:extLst>
                  <a:ext uri="{FF2B5EF4-FFF2-40B4-BE49-F238E27FC236}">
                    <ns2:creationId id="{B553C476-AD64-4B66-B214-554086EB61EB}"/>
                  </a:ext>
                </a:extLst>
              </p:cNvPr>
              <p:cNvSpPr>
                <a:spLocks noGrp="1"/>
              </p:cNvSpPr>
              <p:nvPr/>
            </p:nvSpPr>
            <p:spPr>
              <a:xfrm>
                <a:off x="209550" y="5438775"/>
                <a:ext cx="1201522" cy="1231560"/>
              </a:xfrm>
              <a:custGeom>
                <a:rect l="l" t="t" r="r" b="b"/>
                <a:pathLst>
                  <a:path w="730" h="657">
                    <a:moveTo>
                      <a:pt x="0" y="0"/>
                    </a:moveTo>
                    <a:moveTo>
                      <a:pt x="729" y="627"/>
                    </a:moveTo>
                    <a:lnTo>
                      <a:pt x="727" y="629"/>
                    </a:lnTo>
                    <a:lnTo>
                      <a:pt x="726" y="631"/>
                    </a:lnTo>
                    <a:lnTo>
                      <a:pt x="726" y="633"/>
                    </a:lnTo>
                    <a:lnTo>
                      <a:pt x="727" y="636"/>
                    </a:lnTo>
                    <a:lnTo>
                      <a:pt x="726" y="638"/>
                    </a:lnTo>
                    <a:lnTo>
                      <a:pt x="723" y="640"/>
                    </a:lnTo>
                    <a:lnTo>
                      <a:pt x="720" y="641"/>
                    </a:lnTo>
                    <a:lnTo>
                      <a:pt x="717" y="642"/>
                    </a:lnTo>
                    <a:lnTo>
                      <a:pt x="715" y="643"/>
                    </a:lnTo>
                    <a:lnTo>
                      <a:pt x="713" y="645"/>
                    </a:lnTo>
                    <a:lnTo>
                      <a:pt x="710" y="646"/>
                    </a:lnTo>
                    <a:lnTo>
                      <a:pt x="708" y="647"/>
                    </a:lnTo>
                    <a:lnTo>
                      <a:pt x="705" y="649"/>
                    </a:lnTo>
                    <a:lnTo>
                      <a:pt x="703" y="652"/>
                    </a:lnTo>
                    <a:lnTo>
                      <a:pt x="700" y="655"/>
                    </a:lnTo>
                    <a:lnTo>
                      <a:pt x="697" y="657"/>
                    </a:lnTo>
                    <a:lnTo>
                      <a:pt x="693" y="656"/>
                    </a:lnTo>
                    <a:lnTo>
                      <a:pt x="690" y="653"/>
                    </a:lnTo>
                    <a:lnTo>
                      <a:pt x="687" y="650"/>
                    </a:lnTo>
                    <a:lnTo>
                      <a:pt x="685" y="648"/>
                    </a:lnTo>
                    <a:lnTo>
                      <a:pt x="682" y="648"/>
                    </a:lnTo>
                    <a:lnTo>
                      <a:pt x="679" y="649"/>
                    </a:lnTo>
                    <a:lnTo>
                      <a:pt x="676" y="649"/>
                    </a:lnTo>
                    <a:lnTo>
                      <a:pt x="674" y="647"/>
                    </a:lnTo>
                    <a:lnTo>
                      <a:pt x="672" y="646"/>
                    </a:lnTo>
                    <a:lnTo>
                      <a:pt x="670" y="645"/>
                    </a:lnTo>
                    <a:lnTo>
                      <a:pt x="667" y="644"/>
                    </a:lnTo>
                    <a:lnTo>
                      <a:pt x="665" y="642"/>
                    </a:lnTo>
                    <a:lnTo>
                      <a:pt x="664" y="640"/>
                    </a:lnTo>
                    <a:lnTo>
                      <a:pt x="664" y="638"/>
                    </a:lnTo>
                    <a:lnTo>
                      <a:pt x="663" y="636"/>
                    </a:lnTo>
                    <a:lnTo>
                      <a:pt x="661" y="634"/>
                    </a:lnTo>
                    <a:lnTo>
                      <a:pt x="660" y="632"/>
                    </a:lnTo>
                    <a:lnTo>
                      <a:pt x="661" y="629"/>
                    </a:lnTo>
                    <a:lnTo>
                      <a:pt x="665" y="627"/>
                    </a:lnTo>
                    <a:lnTo>
                      <a:pt x="669" y="625"/>
                    </a:lnTo>
                    <a:lnTo>
                      <a:pt x="671" y="623"/>
                    </a:lnTo>
                    <a:lnTo>
                      <a:pt x="670" y="621"/>
                    </a:lnTo>
                    <a:lnTo>
                      <a:pt x="667" y="618"/>
                    </a:lnTo>
                    <a:lnTo>
                      <a:pt x="666" y="615"/>
                    </a:lnTo>
                    <a:lnTo>
                      <a:pt x="666" y="612"/>
                    </a:lnTo>
                    <a:lnTo>
                      <a:pt x="668" y="610"/>
                    </a:lnTo>
                    <a:lnTo>
                      <a:pt x="670" y="608"/>
                    </a:lnTo>
                    <a:lnTo>
                      <a:pt x="671" y="606"/>
                    </a:lnTo>
                    <a:lnTo>
                      <a:pt x="673" y="605"/>
                    </a:lnTo>
                    <a:lnTo>
                      <a:pt x="676" y="605"/>
                    </a:lnTo>
                    <a:lnTo>
                      <a:pt x="679" y="605"/>
                    </a:lnTo>
                    <a:lnTo>
                      <a:pt x="682" y="605"/>
                    </a:lnTo>
                    <a:lnTo>
                      <a:pt x="684" y="604"/>
                    </a:lnTo>
                    <a:lnTo>
                      <a:pt x="685" y="602"/>
                    </a:lnTo>
                    <a:lnTo>
                      <a:pt x="688" y="601"/>
                    </a:lnTo>
                    <a:lnTo>
                      <a:pt x="690" y="601"/>
                    </a:lnTo>
                    <a:lnTo>
                      <a:pt x="693" y="603"/>
                    </a:lnTo>
                    <a:lnTo>
                      <a:pt x="695" y="604"/>
                    </a:lnTo>
                    <a:lnTo>
                      <a:pt x="697" y="603"/>
                    </a:lnTo>
                    <a:lnTo>
                      <a:pt x="701" y="601"/>
                    </a:lnTo>
                    <a:lnTo>
                      <a:pt x="705" y="600"/>
                    </a:lnTo>
                    <a:lnTo>
                      <a:pt x="708" y="600"/>
                    </a:lnTo>
                    <a:lnTo>
                      <a:pt x="710" y="603"/>
                    </a:lnTo>
                    <a:lnTo>
                      <a:pt x="712" y="605"/>
                    </a:lnTo>
                    <a:lnTo>
                      <a:pt x="713" y="608"/>
                    </a:lnTo>
                    <a:lnTo>
                      <a:pt x="715" y="610"/>
                    </a:lnTo>
                    <a:lnTo>
                      <a:pt x="716" y="613"/>
                    </a:lnTo>
                    <a:lnTo>
                      <a:pt x="716" y="615"/>
                    </a:lnTo>
                    <a:lnTo>
                      <a:pt x="717" y="617"/>
                    </a:lnTo>
                    <a:lnTo>
                      <a:pt x="719" y="619"/>
                    </a:lnTo>
                    <a:lnTo>
                      <a:pt x="724" y="620"/>
                    </a:lnTo>
                    <a:lnTo>
                      <a:pt x="728" y="622"/>
                    </a:lnTo>
                    <a:lnTo>
                      <a:pt x="730" y="624"/>
                    </a:lnTo>
                    <a:close/>
                  </a:path>
                </a:pathLst>
              </a:custGeom>
              <a:solidFill>
                <a:srgbClr val="E8A571">
                  <a:alpha val="32000"/>
                </a:srgbClr>
              </a:solidFill>
              <a:ln>
                <a:noFill/>
              </a:ln>
            </p:spPr>
            <p:txBody>
              <a:bodyPr anchor="ctr"/>
              <a:lstStyle/>
              <a:p>
                <a:pPr algn="ctr">
                  <a:buNone/>
                </a:pPr>
              </a:p>
            </p:txBody>
          </p:sp>
          <p:sp>
            <p:nvSpPr>
              <p:cNvPr id="7150" name="addition:input:149">
                <a:extLst>
                  <a:ext uri="{FF2B5EF4-FFF2-40B4-BE49-F238E27FC236}">
                    <ns2:creationId id="{A7CCC38C-BDF6-4858-9DBE-F3D8EFF2BA8E}"/>
                  </a:ext>
                </a:extLst>
              </p:cNvPr>
              <p:cNvSpPr>
                <a:spLocks noGrp="1"/>
              </p:cNvSpPr>
              <p:nvPr/>
            </p:nvSpPr>
            <p:spPr>
              <a:xfrm>
                <a:off x="209550" y="5438775"/>
                <a:ext cx="1295339" cy="1194069"/>
              </a:xfrm>
              <a:custGeom>
                <a:rect l="l" t="t" r="r" b="b"/>
                <a:pathLst>
                  <a:path w="787" h="637">
                    <a:moveTo>
                      <a:pt x="0" y="0"/>
                    </a:moveTo>
                    <a:moveTo>
                      <a:pt x="787" y="610"/>
                    </a:moveTo>
                    <a:lnTo>
                      <a:pt x="787" y="612"/>
                    </a:lnTo>
                    <a:lnTo>
                      <a:pt x="786" y="614"/>
                    </a:lnTo>
                    <a:lnTo>
                      <a:pt x="784" y="616"/>
                    </a:lnTo>
                    <a:lnTo>
                      <a:pt x="782" y="618"/>
                    </a:lnTo>
                    <a:lnTo>
                      <a:pt x="781" y="620"/>
                    </a:lnTo>
                    <a:lnTo>
                      <a:pt x="781" y="622"/>
                    </a:lnTo>
                    <a:lnTo>
                      <a:pt x="781" y="625"/>
                    </a:lnTo>
                    <a:lnTo>
                      <a:pt x="779" y="626"/>
                    </a:lnTo>
                    <a:lnTo>
                      <a:pt x="776" y="626"/>
                    </a:lnTo>
                    <a:lnTo>
                      <a:pt x="774" y="626"/>
                    </a:lnTo>
                    <a:lnTo>
                      <a:pt x="772" y="628"/>
                    </a:lnTo>
                    <a:lnTo>
                      <a:pt x="771" y="631"/>
                    </a:lnTo>
                    <a:lnTo>
                      <a:pt x="770" y="633"/>
                    </a:lnTo>
                    <a:lnTo>
                      <a:pt x="768" y="635"/>
                    </a:lnTo>
                    <a:lnTo>
                      <a:pt x="766" y="636"/>
                    </a:lnTo>
                    <a:lnTo>
                      <a:pt x="764" y="636"/>
                    </a:lnTo>
                    <a:lnTo>
                      <a:pt x="761" y="637"/>
                    </a:lnTo>
                    <a:lnTo>
                      <a:pt x="759" y="637"/>
                    </a:lnTo>
                    <a:lnTo>
                      <a:pt x="757" y="635"/>
                    </a:lnTo>
                    <a:lnTo>
                      <a:pt x="755" y="632"/>
                    </a:lnTo>
                    <a:lnTo>
                      <a:pt x="754" y="629"/>
                    </a:lnTo>
                    <a:lnTo>
                      <a:pt x="753" y="628"/>
                    </a:lnTo>
                    <a:lnTo>
                      <a:pt x="751" y="629"/>
                    </a:lnTo>
                    <a:lnTo>
                      <a:pt x="748" y="630"/>
                    </a:lnTo>
                    <a:lnTo>
                      <a:pt x="746" y="630"/>
                    </a:lnTo>
                    <a:lnTo>
                      <a:pt x="745" y="628"/>
                    </a:lnTo>
                    <a:lnTo>
                      <a:pt x="744" y="626"/>
                    </a:lnTo>
                    <a:lnTo>
                      <a:pt x="744" y="624"/>
                    </a:lnTo>
                    <a:lnTo>
                      <a:pt x="742" y="623"/>
                    </a:lnTo>
                    <a:lnTo>
                      <a:pt x="741" y="621"/>
                    </a:lnTo>
                    <a:lnTo>
                      <a:pt x="740" y="619"/>
                    </a:lnTo>
                    <a:lnTo>
                      <a:pt x="741" y="616"/>
                    </a:lnTo>
                    <a:lnTo>
                      <a:pt x="741" y="614"/>
                    </a:lnTo>
                    <a:lnTo>
                      <a:pt x="742" y="612"/>
                    </a:lnTo>
                    <a:lnTo>
                      <a:pt x="742" y="610"/>
                    </a:lnTo>
                    <a:lnTo>
                      <a:pt x="742" y="607"/>
                    </a:lnTo>
                    <a:lnTo>
                      <a:pt x="744" y="606"/>
                    </a:lnTo>
                    <a:lnTo>
                      <a:pt x="746" y="604"/>
                    </a:lnTo>
                    <a:lnTo>
                      <a:pt x="746" y="602"/>
                    </a:lnTo>
                    <a:lnTo>
                      <a:pt x="745" y="599"/>
                    </a:lnTo>
                    <a:lnTo>
                      <a:pt x="743" y="596"/>
                    </a:lnTo>
                    <a:lnTo>
                      <a:pt x="743" y="593"/>
                    </a:lnTo>
                    <a:lnTo>
                      <a:pt x="744" y="591"/>
                    </a:lnTo>
                    <a:lnTo>
                      <a:pt x="746" y="590"/>
                    </a:lnTo>
                    <a:lnTo>
                      <a:pt x="749" y="590"/>
                    </a:lnTo>
                    <a:lnTo>
                      <a:pt x="750" y="590"/>
                    </a:lnTo>
                    <a:lnTo>
                      <a:pt x="752" y="589"/>
                    </a:lnTo>
                    <a:lnTo>
                      <a:pt x="753" y="588"/>
                    </a:lnTo>
                    <a:lnTo>
                      <a:pt x="755" y="588"/>
                    </a:lnTo>
                    <a:lnTo>
                      <a:pt x="756" y="588"/>
                    </a:lnTo>
                    <a:lnTo>
                      <a:pt x="758" y="587"/>
                    </a:lnTo>
                    <a:lnTo>
                      <a:pt x="759" y="586"/>
                    </a:lnTo>
                    <a:lnTo>
                      <a:pt x="761" y="584"/>
                    </a:lnTo>
                    <a:lnTo>
                      <a:pt x="763" y="584"/>
                    </a:lnTo>
                    <a:lnTo>
                      <a:pt x="765" y="586"/>
                    </a:lnTo>
                    <a:lnTo>
                      <a:pt x="766" y="587"/>
                    </a:lnTo>
                    <a:lnTo>
                      <a:pt x="768" y="587"/>
                    </a:lnTo>
                    <a:lnTo>
                      <a:pt x="771" y="586"/>
                    </a:lnTo>
                    <a:lnTo>
                      <a:pt x="774" y="586"/>
                    </a:lnTo>
                    <a:lnTo>
                      <a:pt x="775" y="588"/>
                    </a:lnTo>
                    <a:lnTo>
                      <a:pt x="776" y="591"/>
                    </a:lnTo>
                    <a:lnTo>
                      <a:pt x="776" y="594"/>
                    </a:lnTo>
                    <a:lnTo>
                      <a:pt x="776" y="597"/>
                    </a:lnTo>
                    <a:lnTo>
                      <a:pt x="777" y="599"/>
                    </a:lnTo>
                    <a:lnTo>
                      <a:pt x="779" y="600"/>
                    </a:lnTo>
                    <a:lnTo>
                      <a:pt x="781" y="601"/>
                    </a:lnTo>
                    <a:lnTo>
                      <a:pt x="782" y="603"/>
                    </a:lnTo>
                    <a:lnTo>
                      <a:pt x="784" y="605"/>
                    </a:lnTo>
                    <a:lnTo>
                      <a:pt x="785" y="607"/>
                    </a:lnTo>
                    <a:close/>
                  </a:path>
                </a:pathLst>
              </a:custGeom>
              <a:solidFill>
                <a:srgbClr val="ECB78D">
                  <a:alpha val="24000"/>
                </a:srgbClr>
              </a:solidFill>
              <a:ln>
                <a:noFill/>
              </a:ln>
            </p:spPr>
            <p:txBody>
              <a:bodyPr anchor="ctr"/>
              <a:lstStyle/>
              <a:p>
                <a:pPr algn="ctr">
                  <a:buNone/>
                </a:pPr>
              </a:p>
            </p:txBody>
          </p:sp>
          <p:sp>
            <p:nvSpPr>
              <p:cNvPr id="7151" name="addition:input:150">
                <a:extLst>
                  <a:ext uri="{FF2B5EF4-FFF2-40B4-BE49-F238E27FC236}">
                    <ns2:creationId id="{792E5EDF-7D1D-4631-97E4-089F2B19CCFA}"/>
                  </a:ext>
                </a:extLst>
              </p:cNvPr>
              <p:cNvSpPr>
                <a:spLocks noGrp="1"/>
              </p:cNvSpPr>
              <p:nvPr/>
            </p:nvSpPr>
            <p:spPr>
              <a:xfrm>
                <a:off x="209550" y="5438775"/>
                <a:ext cx="1232794" cy="1295293"/>
              </a:xfrm>
              <a:custGeom>
                <a:rect l="l" t="t" r="r" b="b"/>
                <a:pathLst>
                  <a:path w="749" h="691">
                    <a:moveTo>
                      <a:pt x="0" y="0"/>
                    </a:moveTo>
                    <a:moveTo>
                      <a:pt x="741" y="664"/>
                    </a:moveTo>
                    <a:lnTo>
                      <a:pt x="742" y="666"/>
                    </a:lnTo>
                    <a:lnTo>
                      <a:pt x="745" y="668"/>
                    </a:lnTo>
                    <a:lnTo>
                      <a:pt x="748" y="670"/>
                    </a:lnTo>
                    <a:lnTo>
                      <a:pt x="749" y="673"/>
                    </a:lnTo>
                    <a:lnTo>
                      <a:pt x="748" y="675"/>
                    </a:lnTo>
                    <a:lnTo>
                      <a:pt x="745" y="677"/>
                    </a:lnTo>
                    <a:lnTo>
                      <a:pt x="742" y="678"/>
                    </a:lnTo>
                    <a:lnTo>
                      <a:pt x="741" y="679"/>
                    </a:lnTo>
                    <a:lnTo>
                      <a:pt x="741" y="681"/>
                    </a:lnTo>
                    <a:lnTo>
                      <a:pt x="739" y="683"/>
                    </a:lnTo>
                    <a:lnTo>
                      <a:pt x="737" y="684"/>
                    </a:lnTo>
                    <a:lnTo>
                      <a:pt x="734" y="684"/>
                    </a:lnTo>
                    <a:lnTo>
                      <a:pt x="732" y="684"/>
                    </a:lnTo>
                    <a:lnTo>
                      <a:pt x="730" y="685"/>
                    </a:lnTo>
                    <a:lnTo>
                      <a:pt x="728" y="686"/>
                    </a:lnTo>
                    <a:lnTo>
                      <a:pt x="725" y="686"/>
                    </a:lnTo>
                    <a:lnTo>
                      <a:pt x="723" y="686"/>
                    </a:lnTo>
                    <a:lnTo>
                      <a:pt x="720" y="686"/>
                    </a:lnTo>
                    <a:lnTo>
                      <a:pt x="717" y="688"/>
                    </a:lnTo>
                    <a:lnTo>
                      <a:pt x="714" y="690"/>
                    </a:lnTo>
                    <a:lnTo>
                      <a:pt x="710" y="691"/>
                    </a:lnTo>
                    <a:lnTo>
                      <a:pt x="707" y="689"/>
                    </a:lnTo>
                    <a:lnTo>
                      <a:pt x="705" y="686"/>
                    </a:lnTo>
                    <a:lnTo>
                      <a:pt x="705" y="682"/>
                    </a:lnTo>
                    <a:lnTo>
                      <a:pt x="703" y="680"/>
                    </a:lnTo>
                    <a:lnTo>
                      <a:pt x="701" y="679"/>
                    </a:lnTo>
                    <a:lnTo>
                      <a:pt x="698" y="678"/>
                    </a:lnTo>
                    <a:lnTo>
                      <a:pt x="695" y="677"/>
                    </a:lnTo>
                    <a:lnTo>
                      <a:pt x="694" y="675"/>
                    </a:lnTo>
                    <a:lnTo>
                      <a:pt x="692" y="674"/>
                    </a:lnTo>
                    <a:lnTo>
                      <a:pt x="690" y="672"/>
                    </a:lnTo>
                    <a:lnTo>
                      <a:pt x="687" y="670"/>
                    </a:lnTo>
                    <a:lnTo>
                      <a:pt x="686" y="668"/>
                    </a:lnTo>
                    <a:lnTo>
                      <a:pt x="686" y="666"/>
                    </a:lnTo>
                    <a:lnTo>
                      <a:pt x="687" y="664"/>
                    </a:lnTo>
                    <a:lnTo>
                      <a:pt x="687" y="662"/>
                    </a:lnTo>
                    <a:lnTo>
                      <a:pt x="686" y="659"/>
                    </a:lnTo>
                    <a:lnTo>
                      <a:pt x="686" y="657"/>
                    </a:lnTo>
                    <a:lnTo>
                      <a:pt x="687" y="655"/>
                    </a:lnTo>
                    <a:lnTo>
                      <a:pt x="691" y="653"/>
                    </a:lnTo>
                    <a:lnTo>
                      <a:pt x="696" y="653"/>
                    </a:lnTo>
                    <a:lnTo>
                      <a:pt x="699" y="652"/>
                    </a:lnTo>
                    <a:lnTo>
                      <a:pt x="700" y="651"/>
                    </a:lnTo>
                    <a:lnTo>
                      <a:pt x="700" y="648"/>
                    </a:lnTo>
                    <a:lnTo>
                      <a:pt x="701" y="645"/>
                    </a:lnTo>
                    <a:lnTo>
                      <a:pt x="703" y="642"/>
                    </a:lnTo>
                    <a:lnTo>
                      <a:pt x="705" y="641"/>
                    </a:lnTo>
                    <a:lnTo>
                      <a:pt x="708" y="640"/>
                    </a:lnTo>
                    <a:lnTo>
                      <a:pt x="711" y="639"/>
                    </a:lnTo>
                    <a:lnTo>
                      <a:pt x="714" y="638"/>
                    </a:lnTo>
                    <a:lnTo>
                      <a:pt x="717" y="639"/>
                    </a:lnTo>
                    <a:lnTo>
                      <a:pt x="720" y="641"/>
                    </a:lnTo>
                    <a:lnTo>
                      <a:pt x="723" y="643"/>
                    </a:lnTo>
                    <a:lnTo>
                      <a:pt x="725" y="643"/>
                    </a:lnTo>
                    <a:lnTo>
                      <a:pt x="728" y="641"/>
                    </a:lnTo>
                    <a:lnTo>
                      <a:pt x="730" y="641"/>
                    </a:lnTo>
                    <a:lnTo>
                      <a:pt x="733" y="641"/>
                    </a:lnTo>
                    <a:lnTo>
                      <a:pt x="734" y="644"/>
                    </a:lnTo>
                    <a:lnTo>
                      <a:pt x="735" y="646"/>
                    </a:lnTo>
                    <a:lnTo>
                      <a:pt x="737" y="646"/>
                    </a:lnTo>
                    <a:lnTo>
                      <a:pt x="740" y="646"/>
                    </a:lnTo>
                    <a:lnTo>
                      <a:pt x="743" y="647"/>
                    </a:lnTo>
                    <a:lnTo>
                      <a:pt x="746" y="648"/>
                    </a:lnTo>
                    <a:lnTo>
                      <a:pt x="746" y="650"/>
                    </a:lnTo>
                    <a:lnTo>
                      <a:pt x="746" y="653"/>
                    </a:lnTo>
                    <a:lnTo>
                      <a:pt x="746" y="655"/>
                    </a:lnTo>
                    <a:lnTo>
                      <a:pt x="746" y="657"/>
                    </a:lnTo>
                    <a:lnTo>
                      <a:pt x="745" y="660"/>
                    </a:lnTo>
                    <a:lnTo>
                      <a:pt x="743" y="662"/>
                    </a:lnTo>
                    <a:close/>
                  </a:path>
                </a:pathLst>
              </a:custGeom>
              <a:solidFill>
                <a:srgbClr val="ECB78D">
                  <a:alpha val="24000"/>
                </a:srgbClr>
              </a:solidFill>
              <a:ln>
                <a:noFill/>
              </a:ln>
            </p:spPr>
            <p:txBody>
              <a:bodyPr anchor="ctr"/>
              <a:lstStyle/>
              <a:p>
                <a:pPr algn="ctr">
                  <a:buNone/>
                </a:pPr>
              </a:p>
            </p:txBody>
          </p:sp>
          <p:sp>
            <p:nvSpPr>
              <p:cNvPr id="7152" name="addition:input:151">
                <a:extLst>
                  <a:ext uri="{FF2B5EF4-FFF2-40B4-BE49-F238E27FC236}">
                    <ns2:creationId id="{79F97C2D-BB0D-4CBC-976A-9E8AE9F084A5}"/>
                  </a:ext>
                </a:extLst>
              </p:cNvPr>
              <p:cNvSpPr>
                <a:spLocks noGrp="1"/>
              </p:cNvSpPr>
              <p:nvPr/>
            </p:nvSpPr>
            <p:spPr>
              <a:xfrm>
                <a:off x="209550" y="5438775"/>
                <a:ext cx="1112642" cy="1321537"/>
              </a:xfrm>
              <a:custGeom>
                <a:rect l="l" t="t" r="r" b="b"/>
                <a:pathLst>
                  <a:path w="676" h="705">
                    <a:moveTo>
                      <a:pt x="0" y="0"/>
                    </a:moveTo>
                    <a:moveTo>
                      <a:pt x="675" y="681"/>
                    </a:moveTo>
                    <a:lnTo>
                      <a:pt x="675" y="683"/>
                    </a:lnTo>
                    <a:lnTo>
                      <a:pt x="674" y="686"/>
                    </a:lnTo>
                    <a:lnTo>
                      <a:pt x="671" y="687"/>
                    </a:lnTo>
                    <a:lnTo>
                      <a:pt x="668" y="689"/>
                    </a:lnTo>
                    <a:lnTo>
                      <a:pt x="665" y="690"/>
                    </a:lnTo>
                    <a:lnTo>
                      <a:pt x="664" y="691"/>
                    </a:lnTo>
                    <a:lnTo>
                      <a:pt x="664" y="694"/>
                    </a:lnTo>
                    <a:lnTo>
                      <a:pt x="665" y="698"/>
                    </a:lnTo>
                    <a:lnTo>
                      <a:pt x="665" y="700"/>
                    </a:lnTo>
                    <a:lnTo>
                      <a:pt x="662" y="702"/>
                    </a:lnTo>
                    <a:lnTo>
                      <a:pt x="659" y="702"/>
                    </a:lnTo>
                    <a:lnTo>
                      <a:pt x="656" y="702"/>
                    </a:lnTo>
                    <a:lnTo>
                      <a:pt x="654" y="704"/>
                    </a:lnTo>
                    <a:lnTo>
                      <a:pt x="652" y="705"/>
                    </a:lnTo>
                    <a:lnTo>
                      <a:pt x="650" y="705"/>
                    </a:lnTo>
                    <a:lnTo>
                      <a:pt x="648" y="705"/>
                    </a:lnTo>
                    <a:lnTo>
                      <a:pt x="646" y="704"/>
                    </a:lnTo>
                    <a:lnTo>
                      <a:pt x="644" y="704"/>
                    </a:lnTo>
                    <a:lnTo>
                      <a:pt x="642" y="704"/>
                    </a:lnTo>
                    <a:lnTo>
                      <a:pt x="640" y="704"/>
                    </a:lnTo>
                    <a:lnTo>
                      <a:pt x="638" y="702"/>
                    </a:lnTo>
                    <a:lnTo>
                      <a:pt x="637" y="701"/>
                    </a:lnTo>
                    <a:lnTo>
                      <a:pt x="635" y="700"/>
                    </a:lnTo>
                    <a:lnTo>
                      <a:pt x="633" y="701"/>
                    </a:lnTo>
                    <a:lnTo>
                      <a:pt x="629" y="702"/>
                    </a:lnTo>
                    <a:lnTo>
                      <a:pt x="626" y="702"/>
                    </a:lnTo>
                    <a:lnTo>
                      <a:pt x="625" y="700"/>
                    </a:lnTo>
                    <a:lnTo>
                      <a:pt x="625" y="696"/>
                    </a:lnTo>
                    <a:lnTo>
                      <a:pt x="626" y="693"/>
                    </a:lnTo>
                    <a:lnTo>
                      <a:pt x="627" y="691"/>
                    </a:lnTo>
                    <a:lnTo>
                      <a:pt x="626" y="689"/>
                    </a:lnTo>
                    <a:lnTo>
                      <a:pt x="625" y="687"/>
                    </a:lnTo>
                    <a:lnTo>
                      <a:pt x="625" y="685"/>
                    </a:lnTo>
                    <a:lnTo>
                      <a:pt x="624" y="683"/>
                    </a:lnTo>
                    <a:lnTo>
                      <a:pt x="623" y="681"/>
                    </a:lnTo>
                    <a:lnTo>
                      <a:pt x="621" y="679"/>
                    </a:lnTo>
                    <a:lnTo>
                      <a:pt x="620" y="677"/>
                    </a:lnTo>
                    <a:lnTo>
                      <a:pt x="620" y="674"/>
                    </a:lnTo>
                    <a:lnTo>
                      <a:pt x="621" y="672"/>
                    </a:lnTo>
                    <a:lnTo>
                      <a:pt x="623" y="671"/>
                    </a:lnTo>
                    <a:lnTo>
                      <a:pt x="624" y="669"/>
                    </a:lnTo>
                    <a:lnTo>
                      <a:pt x="623" y="666"/>
                    </a:lnTo>
                    <a:lnTo>
                      <a:pt x="623" y="664"/>
                    </a:lnTo>
                    <a:lnTo>
                      <a:pt x="625" y="662"/>
                    </a:lnTo>
                    <a:lnTo>
                      <a:pt x="628" y="662"/>
                    </a:lnTo>
                    <a:lnTo>
                      <a:pt x="631" y="663"/>
                    </a:lnTo>
                    <a:lnTo>
                      <a:pt x="634" y="664"/>
                    </a:lnTo>
                    <a:lnTo>
                      <a:pt x="635" y="663"/>
                    </a:lnTo>
                    <a:lnTo>
                      <a:pt x="637" y="660"/>
                    </a:lnTo>
                    <a:lnTo>
                      <a:pt x="639" y="658"/>
                    </a:lnTo>
                    <a:lnTo>
                      <a:pt x="641" y="657"/>
                    </a:lnTo>
                    <a:lnTo>
                      <a:pt x="643" y="656"/>
                    </a:lnTo>
                    <a:lnTo>
                      <a:pt x="646" y="655"/>
                    </a:lnTo>
                    <a:lnTo>
                      <a:pt x="649" y="654"/>
                    </a:lnTo>
                    <a:lnTo>
                      <a:pt x="652" y="655"/>
                    </a:lnTo>
                    <a:lnTo>
                      <a:pt x="654" y="657"/>
                    </a:lnTo>
                    <a:lnTo>
                      <a:pt x="656" y="660"/>
                    </a:lnTo>
                    <a:lnTo>
                      <a:pt x="657" y="663"/>
                    </a:lnTo>
                    <a:lnTo>
                      <a:pt x="660" y="663"/>
                    </a:lnTo>
                    <a:lnTo>
                      <a:pt x="663" y="663"/>
                    </a:lnTo>
                    <a:lnTo>
                      <a:pt x="666" y="664"/>
                    </a:lnTo>
                    <a:lnTo>
                      <a:pt x="667" y="665"/>
                    </a:lnTo>
                    <a:lnTo>
                      <a:pt x="668" y="668"/>
                    </a:lnTo>
                    <a:lnTo>
                      <a:pt x="668" y="670"/>
                    </a:lnTo>
                    <a:lnTo>
                      <a:pt x="670" y="672"/>
                    </a:lnTo>
                    <a:lnTo>
                      <a:pt x="672" y="673"/>
                    </a:lnTo>
                    <a:lnTo>
                      <a:pt x="675" y="674"/>
                    </a:lnTo>
                    <a:lnTo>
                      <a:pt x="676" y="676"/>
                    </a:lnTo>
                    <a:lnTo>
                      <a:pt x="676" y="679"/>
                    </a:lnTo>
                    <a:close/>
                  </a:path>
                </a:pathLst>
              </a:custGeom>
              <a:solidFill>
                <a:srgbClr val="ECB78D">
                  <a:alpha val="24000"/>
                </a:srgbClr>
              </a:solidFill>
              <a:ln>
                <a:noFill/>
              </a:ln>
            </p:spPr>
            <p:txBody>
              <a:bodyPr anchor="ctr"/>
              <a:lstStyle/>
              <a:p>
                <a:pPr algn="ctr">
                  <a:buNone/>
                </a:pPr>
              </a:p>
            </p:txBody>
          </p:sp>
          <p:sp>
            <p:nvSpPr>
              <p:cNvPr id="7153" name="addition:input:152">
                <a:extLst>
                  <a:ext uri="{FF2B5EF4-FFF2-40B4-BE49-F238E27FC236}">
                    <ns2:creationId id="{F8B1B0A3-3470-4831-9057-97AF91222ECE}"/>
                  </a:ext>
                </a:extLst>
              </p:cNvPr>
              <p:cNvSpPr>
                <a:spLocks noGrp="1"/>
              </p:cNvSpPr>
              <p:nvPr/>
            </p:nvSpPr>
            <p:spPr>
              <a:xfrm>
                <a:off x="209550" y="5438775"/>
                <a:ext cx="994136" cy="1282172"/>
              </a:xfrm>
              <a:custGeom>
                <a:rect l="l" t="t" r="r" b="b"/>
                <a:pathLst>
                  <a:path w="604" h="684">
                    <a:moveTo>
                      <a:pt x="0" y="0"/>
                    </a:moveTo>
                    <a:moveTo>
                      <a:pt x="600" y="655"/>
                    </a:moveTo>
                    <a:lnTo>
                      <a:pt x="603" y="658"/>
                    </a:lnTo>
                    <a:lnTo>
                      <a:pt x="603" y="660"/>
                    </a:lnTo>
                    <a:lnTo>
                      <a:pt x="604" y="663"/>
                    </a:lnTo>
                    <a:lnTo>
                      <a:pt x="604" y="665"/>
                    </a:lnTo>
                    <a:lnTo>
                      <a:pt x="604" y="668"/>
                    </a:lnTo>
                    <a:lnTo>
                      <a:pt x="602" y="670"/>
                    </a:lnTo>
                    <a:lnTo>
                      <a:pt x="599" y="671"/>
                    </a:lnTo>
                    <a:lnTo>
                      <a:pt x="596" y="671"/>
                    </a:lnTo>
                    <a:lnTo>
                      <a:pt x="594" y="672"/>
                    </a:lnTo>
                    <a:lnTo>
                      <a:pt x="593" y="674"/>
                    </a:lnTo>
                    <a:lnTo>
                      <a:pt x="592" y="677"/>
                    </a:lnTo>
                    <a:lnTo>
                      <a:pt x="590" y="678"/>
                    </a:lnTo>
                    <a:lnTo>
                      <a:pt x="587" y="678"/>
                    </a:lnTo>
                    <a:lnTo>
                      <a:pt x="584" y="677"/>
                    </a:lnTo>
                    <a:lnTo>
                      <a:pt x="582" y="677"/>
                    </a:lnTo>
                    <a:lnTo>
                      <a:pt x="579" y="679"/>
                    </a:lnTo>
                    <a:lnTo>
                      <a:pt x="577" y="682"/>
                    </a:lnTo>
                    <a:lnTo>
                      <a:pt x="574" y="684"/>
                    </a:lnTo>
                    <a:lnTo>
                      <a:pt x="570" y="684"/>
                    </a:lnTo>
                    <a:lnTo>
                      <a:pt x="567" y="683"/>
                    </a:lnTo>
                    <a:lnTo>
                      <a:pt x="564" y="681"/>
                    </a:lnTo>
                    <a:lnTo>
                      <a:pt x="562" y="680"/>
                    </a:lnTo>
                    <a:lnTo>
                      <a:pt x="559" y="678"/>
                    </a:lnTo>
                    <a:lnTo>
                      <a:pt x="558" y="675"/>
                    </a:lnTo>
                    <a:lnTo>
                      <a:pt x="557" y="672"/>
                    </a:lnTo>
                    <a:lnTo>
                      <a:pt x="556" y="671"/>
                    </a:lnTo>
                    <a:lnTo>
                      <a:pt x="553" y="670"/>
                    </a:lnTo>
                    <a:lnTo>
                      <a:pt x="548" y="670"/>
                    </a:lnTo>
                    <a:lnTo>
                      <a:pt x="545" y="670"/>
                    </a:lnTo>
                    <a:lnTo>
                      <a:pt x="543" y="668"/>
                    </a:lnTo>
                    <a:lnTo>
                      <a:pt x="543" y="665"/>
                    </a:lnTo>
                    <a:lnTo>
                      <a:pt x="544" y="662"/>
                    </a:lnTo>
                    <a:lnTo>
                      <a:pt x="544" y="660"/>
                    </a:lnTo>
                    <a:lnTo>
                      <a:pt x="543" y="658"/>
                    </a:lnTo>
                    <a:lnTo>
                      <a:pt x="542" y="655"/>
                    </a:lnTo>
                    <a:lnTo>
                      <a:pt x="543" y="653"/>
                    </a:lnTo>
                    <a:lnTo>
                      <a:pt x="545" y="651"/>
                    </a:lnTo>
                    <a:lnTo>
                      <a:pt x="547" y="649"/>
                    </a:lnTo>
                    <a:lnTo>
                      <a:pt x="549" y="647"/>
                    </a:lnTo>
                    <a:lnTo>
                      <a:pt x="550" y="645"/>
                    </a:lnTo>
                    <a:lnTo>
                      <a:pt x="552" y="643"/>
                    </a:lnTo>
                    <a:lnTo>
                      <a:pt x="554" y="642"/>
                    </a:lnTo>
                    <a:lnTo>
                      <a:pt x="556" y="640"/>
                    </a:lnTo>
                    <a:lnTo>
                      <a:pt x="557" y="638"/>
                    </a:lnTo>
                    <a:lnTo>
                      <a:pt x="557" y="634"/>
                    </a:lnTo>
                    <a:lnTo>
                      <a:pt x="558" y="631"/>
                    </a:lnTo>
                    <a:lnTo>
                      <a:pt x="560" y="629"/>
                    </a:lnTo>
                    <a:lnTo>
                      <a:pt x="563" y="629"/>
                    </a:lnTo>
                    <a:lnTo>
                      <a:pt x="567" y="631"/>
                    </a:lnTo>
                    <a:lnTo>
                      <a:pt x="570" y="633"/>
                    </a:lnTo>
                    <a:lnTo>
                      <a:pt x="572" y="633"/>
                    </a:lnTo>
                    <a:lnTo>
                      <a:pt x="574" y="632"/>
                    </a:lnTo>
                    <a:lnTo>
                      <a:pt x="576" y="631"/>
                    </a:lnTo>
                    <a:lnTo>
                      <a:pt x="578" y="631"/>
                    </a:lnTo>
                    <a:lnTo>
                      <a:pt x="580" y="632"/>
                    </a:lnTo>
                    <a:lnTo>
                      <a:pt x="582" y="632"/>
                    </a:lnTo>
                    <a:lnTo>
                      <a:pt x="585" y="632"/>
                    </a:lnTo>
                    <a:lnTo>
                      <a:pt x="587" y="632"/>
                    </a:lnTo>
                    <a:lnTo>
                      <a:pt x="589" y="633"/>
                    </a:lnTo>
                    <a:lnTo>
                      <a:pt x="591" y="635"/>
                    </a:lnTo>
                    <a:lnTo>
                      <a:pt x="592" y="637"/>
                    </a:lnTo>
                    <a:lnTo>
                      <a:pt x="594" y="638"/>
                    </a:lnTo>
                    <a:lnTo>
                      <a:pt x="597" y="639"/>
                    </a:lnTo>
                    <a:lnTo>
                      <a:pt x="600" y="641"/>
                    </a:lnTo>
                    <a:lnTo>
                      <a:pt x="599" y="644"/>
                    </a:lnTo>
                    <a:lnTo>
                      <a:pt x="597" y="647"/>
                    </a:lnTo>
                    <a:lnTo>
                      <a:pt x="595" y="650"/>
                    </a:lnTo>
                    <a:lnTo>
                      <a:pt x="595" y="652"/>
                    </a:lnTo>
                    <a:lnTo>
                      <a:pt x="597" y="653"/>
                    </a:lnTo>
                    <a:close/>
                  </a:path>
                </a:pathLst>
              </a:custGeom>
              <a:solidFill>
                <a:srgbClr val="ECB78D">
                  <a:alpha val="24000"/>
                </a:srgbClr>
              </a:solidFill>
              <a:ln>
                <a:noFill/>
              </a:ln>
            </p:spPr>
            <p:txBody>
              <a:bodyPr anchor="ctr"/>
              <a:lstStyle/>
              <a:p>
                <a:pPr algn="ctr">
                  <a:buNone/>
                </a:pPr>
              </a:p>
            </p:txBody>
          </p:sp>
          <p:sp>
            <p:nvSpPr>
              <p:cNvPr id="7154" name="addition:input:153">
                <a:extLst>
                  <a:ext uri="{FF2B5EF4-FFF2-40B4-BE49-F238E27FC236}">
                    <ns2:creationId id="{B8323166-BDCA-4459-BF13-31B5EBB383BD}"/>
                  </a:ext>
                </a:extLst>
              </p:cNvPr>
              <p:cNvSpPr>
                <a:spLocks noGrp="1"/>
              </p:cNvSpPr>
              <p:nvPr/>
            </p:nvSpPr>
            <p:spPr>
              <a:xfrm>
                <a:off x="209550" y="5438775"/>
                <a:ext cx="977676" cy="1162202"/>
              </a:xfrm>
              <a:custGeom>
                <a:rect l="l" t="t" r="r" b="b"/>
                <a:pathLst>
                  <a:path w="594" h="620">
                    <a:moveTo>
                      <a:pt x="0" y="0"/>
                    </a:moveTo>
                    <a:moveTo>
                      <a:pt x="590" y="593"/>
                    </a:moveTo>
                    <a:lnTo>
                      <a:pt x="591" y="596"/>
                    </a:lnTo>
                    <a:lnTo>
                      <a:pt x="592" y="598"/>
                    </a:lnTo>
                    <a:lnTo>
                      <a:pt x="591" y="600"/>
                    </a:lnTo>
                    <a:lnTo>
                      <a:pt x="592" y="602"/>
                    </a:lnTo>
                    <a:lnTo>
                      <a:pt x="593" y="605"/>
                    </a:lnTo>
                    <a:lnTo>
                      <a:pt x="594" y="608"/>
                    </a:lnTo>
                    <a:lnTo>
                      <a:pt x="592" y="610"/>
                    </a:lnTo>
                    <a:lnTo>
                      <a:pt x="589" y="611"/>
                    </a:lnTo>
                    <a:lnTo>
                      <a:pt x="584" y="610"/>
                    </a:lnTo>
                    <a:lnTo>
                      <a:pt x="581" y="610"/>
                    </a:lnTo>
                    <a:lnTo>
                      <a:pt x="579" y="610"/>
                    </a:lnTo>
                    <a:lnTo>
                      <a:pt x="578" y="613"/>
                    </a:lnTo>
                    <a:lnTo>
                      <a:pt x="576" y="615"/>
                    </a:lnTo>
                    <a:lnTo>
                      <a:pt x="574" y="617"/>
                    </a:lnTo>
                    <a:lnTo>
                      <a:pt x="572" y="618"/>
                    </a:lnTo>
                    <a:lnTo>
                      <a:pt x="569" y="619"/>
                    </a:lnTo>
                    <a:lnTo>
                      <a:pt x="566" y="620"/>
                    </a:lnTo>
                    <a:lnTo>
                      <a:pt x="562" y="620"/>
                    </a:lnTo>
                    <a:lnTo>
                      <a:pt x="559" y="620"/>
                    </a:lnTo>
                    <a:lnTo>
                      <a:pt x="556" y="618"/>
                    </a:lnTo>
                    <a:lnTo>
                      <a:pt x="554" y="616"/>
                    </a:lnTo>
                    <a:lnTo>
                      <a:pt x="551" y="615"/>
                    </a:lnTo>
                    <a:lnTo>
                      <a:pt x="547" y="615"/>
                    </a:lnTo>
                    <a:lnTo>
                      <a:pt x="544" y="615"/>
                    </a:lnTo>
                    <a:lnTo>
                      <a:pt x="542" y="613"/>
                    </a:lnTo>
                    <a:lnTo>
                      <a:pt x="542" y="610"/>
                    </a:lnTo>
                    <a:lnTo>
                      <a:pt x="541" y="607"/>
                    </a:lnTo>
                    <a:lnTo>
                      <a:pt x="540" y="606"/>
                    </a:lnTo>
                    <a:lnTo>
                      <a:pt x="536" y="605"/>
                    </a:lnTo>
                    <a:lnTo>
                      <a:pt x="532" y="605"/>
                    </a:lnTo>
                    <a:lnTo>
                      <a:pt x="529" y="603"/>
                    </a:lnTo>
                    <a:lnTo>
                      <a:pt x="528" y="601"/>
                    </a:lnTo>
                    <a:lnTo>
                      <a:pt x="528" y="598"/>
                    </a:lnTo>
                    <a:lnTo>
                      <a:pt x="529" y="596"/>
                    </a:lnTo>
                    <a:lnTo>
                      <a:pt x="530" y="593"/>
                    </a:lnTo>
                    <a:lnTo>
                      <a:pt x="531" y="591"/>
                    </a:lnTo>
                    <a:lnTo>
                      <a:pt x="534" y="589"/>
                    </a:lnTo>
                    <a:lnTo>
                      <a:pt x="538" y="588"/>
                    </a:lnTo>
                    <a:lnTo>
                      <a:pt x="539" y="586"/>
                    </a:lnTo>
                    <a:lnTo>
                      <a:pt x="539" y="584"/>
                    </a:lnTo>
                    <a:lnTo>
                      <a:pt x="538" y="581"/>
                    </a:lnTo>
                    <a:lnTo>
                      <a:pt x="538" y="578"/>
                    </a:lnTo>
                    <a:lnTo>
                      <a:pt x="541" y="576"/>
                    </a:lnTo>
                    <a:lnTo>
                      <a:pt x="544" y="576"/>
                    </a:lnTo>
                    <a:lnTo>
                      <a:pt x="547" y="575"/>
                    </a:lnTo>
                    <a:lnTo>
                      <a:pt x="549" y="573"/>
                    </a:lnTo>
                    <a:lnTo>
                      <a:pt x="550" y="570"/>
                    </a:lnTo>
                    <a:lnTo>
                      <a:pt x="552" y="568"/>
                    </a:lnTo>
                    <a:lnTo>
                      <a:pt x="555" y="568"/>
                    </a:lnTo>
                    <a:lnTo>
                      <a:pt x="558" y="568"/>
                    </a:lnTo>
                    <a:lnTo>
                      <a:pt x="561" y="570"/>
                    </a:lnTo>
                    <a:lnTo>
                      <a:pt x="563" y="570"/>
                    </a:lnTo>
                    <a:lnTo>
                      <a:pt x="565" y="571"/>
                    </a:lnTo>
                    <a:lnTo>
                      <a:pt x="567" y="571"/>
                    </a:lnTo>
                    <a:lnTo>
                      <a:pt x="569" y="573"/>
                    </a:lnTo>
                    <a:lnTo>
                      <a:pt x="571" y="573"/>
                    </a:lnTo>
                    <a:lnTo>
                      <a:pt x="573" y="572"/>
                    </a:lnTo>
                    <a:lnTo>
                      <a:pt x="577" y="570"/>
                    </a:lnTo>
                    <a:lnTo>
                      <a:pt x="581" y="569"/>
                    </a:lnTo>
                    <a:lnTo>
                      <a:pt x="583" y="571"/>
                    </a:lnTo>
                    <a:lnTo>
                      <a:pt x="584" y="574"/>
                    </a:lnTo>
                    <a:lnTo>
                      <a:pt x="583" y="577"/>
                    </a:lnTo>
                    <a:lnTo>
                      <a:pt x="583" y="580"/>
                    </a:lnTo>
                    <a:lnTo>
                      <a:pt x="585" y="581"/>
                    </a:lnTo>
                    <a:lnTo>
                      <a:pt x="587" y="583"/>
                    </a:lnTo>
                    <a:lnTo>
                      <a:pt x="588" y="585"/>
                    </a:lnTo>
                    <a:lnTo>
                      <a:pt x="588" y="587"/>
                    </a:lnTo>
                    <a:lnTo>
                      <a:pt x="588" y="589"/>
                    </a:lnTo>
                    <a:lnTo>
                      <a:pt x="589" y="591"/>
                    </a:lnTo>
                    <a:close/>
                  </a:path>
                </a:pathLst>
              </a:custGeom>
              <a:solidFill>
                <a:srgbClr val="ECB78D">
                  <a:alpha val="24000"/>
                </a:srgbClr>
              </a:solidFill>
              <a:ln>
                <a:noFill/>
              </a:ln>
            </p:spPr>
            <p:txBody>
              <a:bodyPr anchor="ctr"/>
              <a:lstStyle/>
              <a:p>
                <a:pPr algn="ctr">
                  <a:buNone/>
                </a:pPr>
              </a:p>
            </p:txBody>
          </p:sp>
          <p:sp>
            <p:nvSpPr>
              <p:cNvPr id="7155" name="addition:input:154">
                <a:extLst>
                  <a:ext uri="{FF2B5EF4-FFF2-40B4-BE49-F238E27FC236}">
                    <ns2:creationId id="{F589EDE7-EAB6-41E5-87E2-465D3964C74D}"/>
                  </a:ext>
                </a:extLst>
              </p:cNvPr>
              <p:cNvSpPr>
                <a:spLocks noGrp="1"/>
              </p:cNvSpPr>
              <p:nvPr/>
            </p:nvSpPr>
            <p:spPr>
              <a:xfrm>
                <a:off x="209550" y="5438775"/>
                <a:ext cx="1022116" cy="1057229"/>
              </a:xfrm>
              <a:custGeom>
                <a:rect l="l" t="t" r="r" b="b"/>
                <a:pathLst>
                  <a:path w="621" h="564">
                    <a:moveTo>
                      <a:pt x="0" y="0"/>
                    </a:moveTo>
                    <a:moveTo>
                      <a:pt x="618" y="537"/>
                    </a:moveTo>
                    <a:lnTo>
                      <a:pt x="618" y="539"/>
                    </a:lnTo>
                    <a:lnTo>
                      <a:pt x="617" y="542"/>
                    </a:lnTo>
                    <a:lnTo>
                      <a:pt x="615" y="544"/>
                    </a:lnTo>
                    <a:lnTo>
                      <a:pt x="614" y="545"/>
                    </a:lnTo>
                    <a:lnTo>
                      <a:pt x="612" y="547"/>
                    </a:lnTo>
                    <a:lnTo>
                      <a:pt x="612" y="549"/>
                    </a:lnTo>
                    <a:lnTo>
                      <a:pt x="610" y="551"/>
                    </a:lnTo>
                    <a:lnTo>
                      <a:pt x="608" y="553"/>
                    </a:lnTo>
                    <a:lnTo>
                      <a:pt x="607" y="554"/>
                    </a:lnTo>
                    <a:lnTo>
                      <a:pt x="605" y="556"/>
                    </a:lnTo>
                    <a:lnTo>
                      <a:pt x="605" y="559"/>
                    </a:lnTo>
                    <a:lnTo>
                      <a:pt x="604" y="563"/>
                    </a:lnTo>
                    <a:lnTo>
                      <a:pt x="602" y="564"/>
                    </a:lnTo>
                    <a:lnTo>
                      <a:pt x="599" y="563"/>
                    </a:lnTo>
                    <a:lnTo>
                      <a:pt x="596" y="560"/>
                    </a:lnTo>
                    <a:lnTo>
                      <a:pt x="593" y="559"/>
                    </a:lnTo>
                    <a:lnTo>
                      <a:pt x="592" y="558"/>
                    </a:lnTo>
                    <a:lnTo>
                      <a:pt x="590" y="559"/>
                    </a:lnTo>
                    <a:lnTo>
                      <a:pt x="588" y="560"/>
                    </a:lnTo>
                    <a:lnTo>
                      <a:pt x="586" y="560"/>
                    </a:lnTo>
                    <a:lnTo>
                      <a:pt x="584" y="560"/>
                    </a:lnTo>
                    <a:lnTo>
                      <a:pt x="582" y="560"/>
                    </a:lnTo>
                    <a:lnTo>
                      <a:pt x="580" y="560"/>
                    </a:lnTo>
                    <a:lnTo>
                      <a:pt x="578" y="560"/>
                    </a:lnTo>
                    <a:lnTo>
                      <a:pt x="576" y="558"/>
                    </a:lnTo>
                    <a:lnTo>
                      <a:pt x="575" y="555"/>
                    </a:lnTo>
                    <a:lnTo>
                      <a:pt x="575" y="553"/>
                    </a:lnTo>
                    <a:lnTo>
                      <a:pt x="573" y="552"/>
                    </a:lnTo>
                    <a:lnTo>
                      <a:pt x="571" y="550"/>
                    </a:lnTo>
                    <a:lnTo>
                      <a:pt x="569" y="549"/>
                    </a:lnTo>
                    <a:lnTo>
                      <a:pt x="569" y="546"/>
                    </a:lnTo>
                    <a:lnTo>
                      <a:pt x="571" y="543"/>
                    </a:lnTo>
                    <a:lnTo>
                      <a:pt x="572" y="541"/>
                    </a:lnTo>
                    <a:lnTo>
                      <a:pt x="572" y="539"/>
                    </a:lnTo>
                    <a:lnTo>
                      <a:pt x="570" y="537"/>
                    </a:lnTo>
                    <a:lnTo>
                      <a:pt x="567" y="535"/>
                    </a:lnTo>
                    <a:lnTo>
                      <a:pt x="565" y="533"/>
                    </a:lnTo>
                    <a:lnTo>
                      <a:pt x="565" y="530"/>
                    </a:lnTo>
                    <a:lnTo>
                      <a:pt x="565" y="528"/>
                    </a:lnTo>
                    <a:lnTo>
                      <a:pt x="566" y="525"/>
                    </a:lnTo>
                    <a:lnTo>
                      <a:pt x="566" y="523"/>
                    </a:lnTo>
                    <a:lnTo>
                      <a:pt x="569" y="522"/>
                    </a:lnTo>
                    <a:lnTo>
                      <a:pt x="572" y="522"/>
                    </a:lnTo>
                    <a:lnTo>
                      <a:pt x="574" y="522"/>
                    </a:lnTo>
                    <a:lnTo>
                      <a:pt x="576" y="521"/>
                    </a:lnTo>
                    <a:lnTo>
                      <a:pt x="577" y="519"/>
                    </a:lnTo>
                    <a:lnTo>
                      <a:pt x="578" y="516"/>
                    </a:lnTo>
                    <a:lnTo>
                      <a:pt x="579" y="514"/>
                    </a:lnTo>
                    <a:lnTo>
                      <a:pt x="582" y="514"/>
                    </a:lnTo>
                    <a:lnTo>
                      <a:pt x="585" y="515"/>
                    </a:lnTo>
                    <a:lnTo>
                      <a:pt x="587" y="515"/>
                    </a:lnTo>
                    <a:lnTo>
                      <a:pt x="589" y="513"/>
                    </a:lnTo>
                    <a:lnTo>
                      <a:pt x="592" y="511"/>
                    </a:lnTo>
                    <a:lnTo>
                      <a:pt x="595" y="510"/>
                    </a:lnTo>
                    <a:lnTo>
                      <a:pt x="598" y="511"/>
                    </a:lnTo>
                    <a:lnTo>
                      <a:pt x="600" y="512"/>
                    </a:lnTo>
                    <a:lnTo>
                      <a:pt x="603" y="514"/>
                    </a:lnTo>
                    <a:lnTo>
                      <a:pt x="605" y="516"/>
                    </a:lnTo>
                    <a:lnTo>
                      <a:pt x="606" y="518"/>
                    </a:lnTo>
                    <a:lnTo>
                      <a:pt x="608" y="520"/>
                    </a:lnTo>
                    <a:lnTo>
                      <a:pt x="608" y="522"/>
                    </a:lnTo>
                    <a:lnTo>
                      <a:pt x="610" y="524"/>
                    </a:lnTo>
                    <a:lnTo>
                      <a:pt x="612" y="524"/>
                    </a:lnTo>
                    <a:lnTo>
                      <a:pt x="616" y="524"/>
                    </a:lnTo>
                    <a:lnTo>
                      <a:pt x="620" y="525"/>
                    </a:lnTo>
                    <a:lnTo>
                      <a:pt x="621" y="527"/>
                    </a:lnTo>
                    <a:lnTo>
                      <a:pt x="620" y="530"/>
                    </a:lnTo>
                    <a:lnTo>
                      <a:pt x="619" y="533"/>
                    </a:lnTo>
                    <a:lnTo>
                      <a:pt x="618" y="535"/>
                    </a:lnTo>
                    <a:close/>
                  </a:path>
                </a:pathLst>
              </a:custGeom>
              <a:solidFill>
                <a:srgbClr val="ECB78D">
                  <a:alpha val="24000"/>
                </a:srgbClr>
              </a:solidFill>
              <a:ln>
                <a:noFill/>
              </a:ln>
            </p:spPr>
            <p:txBody>
              <a:bodyPr anchor="ctr"/>
              <a:lstStyle/>
              <a:p>
                <a:pPr algn="ctr">
                  <a:buNone/>
                </a:pPr>
              </a:p>
            </p:txBody>
          </p:sp>
          <p:sp>
            <p:nvSpPr>
              <p:cNvPr id="7156" name="addition:input:155">
                <a:extLst>
                  <a:ext uri="{FF2B5EF4-FFF2-40B4-BE49-F238E27FC236}">
                    <ns2:creationId id="{B4EDD401-4F02-4EC4-9268-10473AFD7E35}"/>
                  </a:ext>
                </a:extLst>
              </p:cNvPr>
              <p:cNvSpPr>
                <a:spLocks noGrp="1"/>
              </p:cNvSpPr>
              <p:nvPr/>
            </p:nvSpPr>
            <p:spPr>
              <a:xfrm>
                <a:off x="209550" y="5438775"/>
                <a:ext cx="1142268" cy="1014115"/>
              </a:xfrm>
              <a:custGeom>
                <a:rect l="l" t="t" r="r" b="b"/>
                <a:pathLst>
                  <a:path w="694" h="541">
                    <a:moveTo>
                      <a:pt x="0" y="0"/>
                    </a:moveTo>
                    <a:moveTo>
                      <a:pt x="691" y="515"/>
                    </a:moveTo>
                    <a:lnTo>
                      <a:pt x="691" y="517"/>
                    </a:lnTo>
                    <a:lnTo>
                      <a:pt x="691" y="519"/>
                    </a:lnTo>
                    <a:lnTo>
                      <a:pt x="690" y="521"/>
                    </a:lnTo>
                    <a:lnTo>
                      <a:pt x="688" y="523"/>
                    </a:lnTo>
                    <a:lnTo>
                      <a:pt x="686" y="524"/>
                    </a:lnTo>
                    <a:lnTo>
                      <a:pt x="685" y="526"/>
                    </a:lnTo>
                    <a:lnTo>
                      <a:pt x="684" y="528"/>
                    </a:lnTo>
                    <a:lnTo>
                      <a:pt x="683" y="530"/>
                    </a:lnTo>
                    <a:lnTo>
                      <a:pt x="681" y="531"/>
                    </a:lnTo>
                    <a:lnTo>
                      <a:pt x="679" y="532"/>
                    </a:lnTo>
                    <a:lnTo>
                      <a:pt x="677" y="534"/>
                    </a:lnTo>
                    <a:lnTo>
                      <a:pt x="677" y="537"/>
                    </a:lnTo>
                    <a:lnTo>
                      <a:pt x="675" y="540"/>
                    </a:lnTo>
                    <a:lnTo>
                      <a:pt x="673" y="541"/>
                    </a:lnTo>
                    <a:lnTo>
                      <a:pt x="670" y="540"/>
                    </a:lnTo>
                    <a:lnTo>
                      <a:pt x="668" y="538"/>
                    </a:lnTo>
                    <a:lnTo>
                      <a:pt x="666" y="536"/>
                    </a:lnTo>
                    <a:lnTo>
                      <a:pt x="664" y="535"/>
                    </a:lnTo>
                    <a:lnTo>
                      <a:pt x="662" y="536"/>
                    </a:lnTo>
                    <a:lnTo>
                      <a:pt x="661" y="536"/>
                    </a:lnTo>
                    <a:lnTo>
                      <a:pt x="659" y="536"/>
                    </a:lnTo>
                    <a:lnTo>
                      <a:pt x="657" y="535"/>
                    </a:lnTo>
                    <a:lnTo>
                      <a:pt x="656" y="535"/>
                    </a:lnTo>
                    <a:lnTo>
                      <a:pt x="653" y="535"/>
                    </a:lnTo>
                    <a:lnTo>
                      <a:pt x="651" y="535"/>
                    </a:lnTo>
                    <a:lnTo>
                      <a:pt x="650" y="533"/>
                    </a:lnTo>
                    <a:lnTo>
                      <a:pt x="650" y="530"/>
                    </a:lnTo>
                    <a:lnTo>
                      <a:pt x="650" y="528"/>
                    </a:lnTo>
                    <a:lnTo>
                      <a:pt x="648" y="527"/>
                    </a:lnTo>
                    <a:lnTo>
                      <a:pt x="646" y="526"/>
                    </a:lnTo>
                    <a:lnTo>
                      <a:pt x="645" y="524"/>
                    </a:lnTo>
                    <a:lnTo>
                      <a:pt x="646" y="522"/>
                    </a:lnTo>
                    <a:lnTo>
                      <a:pt x="648" y="519"/>
                    </a:lnTo>
                    <a:lnTo>
                      <a:pt x="649" y="517"/>
                    </a:lnTo>
                    <a:lnTo>
                      <a:pt x="649" y="515"/>
                    </a:lnTo>
                    <a:lnTo>
                      <a:pt x="648" y="513"/>
                    </a:lnTo>
                    <a:lnTo>
                      <a:pt x="646" y="511"/>
                    </a:lnTo>
                    <a:lnTo>
                      <a:pt x="645" y="509"/>
                    </a:lnTo>
                    <a:lnTo>
                      <a:pt x="645" y="507"/>
                    </a:lnTo>
                    <a:lnTo>
                      <a:pt x="645" y="504"/>
                    </a:lnTo>
                    <a:lnTo>
                      <a:pt x="645" y="502"/>
                    </a:lnTo>
                    <a:lnTo>
                      <a:pt x="646" y="500"/>
                    </a:lnTo>
                    <a:lnTo>
                      <a:pt x="648" y="499"/>
                    </a:lnTo>
                    <a:lnTo>
                      <a:pt x="650" y="499"/>
                    </a:lnTo>
                    <a:lnTo>
                      <a:pt x="653" y="499"/>
                    </a:lnTo>
                    <a:lnTo>
                      <a:pt x="654" y="499"/>
                    </a:lnTo>
                    <a:lnTo>
                      <a:pt x="655" y="497"/>
                    </a:lnTo>
                    <a:lnTo>
                      <a:pt x="656" y="494"/>
                    </a:lnTo>
                    <a:lnTo>
                      <a:pt x="658" y="493"/>
                    </a:lnTo>
                    <a:lnTo>
                      <a:pt x="660" y="493"/>
                    </a:lnTo>
                    <a:lnTo>
                      <a:pt x="662" y="494"/>
                    </a:lnTo>
                    <a:lnTo>
                      <a:pt x="664" y="494"/>
                    </a:lnTo>
                    <a:lnTo>
                      <a:pt x="666" y="493"/>
                    </a:lnTo>
                    <a:lnTo>
                      <a:pt x="668" y="491"/>
                    </a:lnTo>
                    <a:lnTo>
                      <a:pt x="671" y="491"/>
                    </a:lnTo>
                    <a:lnTo>
                      <a:pt x="673" y="491"/>
                    </a:lnTo>
                    <a:lnTo>
                      <a:pt x="676" y="493"/>
                    </a:lnTo>
                    <a:lnTo>
                      <a:pt x="678" y="494"/>
                    </a:lnTo>
                    <a:lnTo>
                      <a:pt x="679" y="496"/>
                    </a:lnTo>
                    <a:lnTo>
                      <a:pt x="681" y="498"/>
                    </a:lnTo>
                    <a:lnTo>
                      <a:pt x="682" y="500"/>
                    </a:lnTo>
                    <a:lnTo>
                      <a:pt x="682" y="503"/>
                    </a:lnTo>
                    <a:lnTo>
                      <a:pt x="683" y="504"/>
                    </a:lnTo>
                    <a:lnTo>
                      <a:pt x="685" y="505"/>
                    </a:lnTo>
                    <a:lnTo>
                      <a:pt x="689" y="505"/>
                    </a:lnTo>
                    <a:lnTo>
                      <a:pt x="692" y="506"/>
                    </a:lnTo>
                    <a:lnTo>
                      <a:pt x="694" y="508"/>
                    </a:lnTo>
                    <a:lnTo>
                      <a:pt x="693" y="511"/>
                    </a:lnTo>
                    <a:lnTo>
                      <a:pt x="692" y="513"/>
                    </a:lnTo>
                    <a:close/>
                  </a:path>
                </a:pathLst>
              </a:custGeom>
              <a:solidFill>
                <a:srgbClr val="ECB78D">
                  <a:alpha val="24000"/>
                </a:srgbClr>
              </a:solidFill>
              <a:ln>
                <a:noFill/>
              </a:ln>
            </p:spPr>
            <p:txBody>
              <a:bodyPr anchor="ctr"/>
              <a:lstStyle/>
              <a:p>
                <a:pPr algn="ctr">
                  <a:buNone/>
                </a:pPr>
              </a:p>
            </p:txBody>
          </p:sp>
          <p:sp>
            <p:nvSpPr>
              <p:cNvPr id="7157" name="addition:input:156">
                <a:extLst>
                  <a:ext uri="{FF2B5EF4-FFF2-40B4-BE49-F238E27FC236}">
                    <ns2:creationId id="{0D7D44F1-D1CC-4007-A97A-F6CA85583425}"/>
                  </a:ext>
                </a:extLst>
              </p:cNvPr>
              <p:cNvSpPr>
                <a:spLocks noGrp="1"/>
              </p:cNvSpPr>
              <p:nvPr/>
            </p:nvSpPr>
            <p:spPr>
              <a:xfrm>
                <a:off x="209550" y="5438775"/>
                <a:ext cx="1257483" cy="1075974"/>
              </a:xfrm>
              <a:custGeom>
                <a:rect l="l" t="t" r="r" b="b"/>
                <a:pathLst>
                  <a:path w="764" h="574">
                    <a:moveTo>
                      <a:pt x="0" y="0"/>
                    </a:moveTo>
                    <a:moveTo>
                      <a:pt x="764" y="546"/>
                    </a:moveTo>
                    <a:lnTo>
                      <a:pt x="764" y="548"/>
                    </a:lnTo>
                    <a:lnTo>
                      <a:pt x="763" y="550"/>
                    </a:lnTo>
                    <a:lnTo>
                      <a:pt x="763" y="552"/>
                    </a:lnTo>
                    <a:lnTo>
                      <a:pt x="763" y="555"/>
                    </a:lnTo>
                    <a:lnTo>
                      <a:pt x="762" y="557"/>
                    </a:lnTo>
                    <a:lnTo>
                      <a:pt x="760" y="558"/>
                    </a:lnTo>
                    <a:lnTo>
                      <a:pt x="759" y="559"/>
                    </a:lnTo>
                    <a:lnTo>
                      <a:pt x="757" y="561"/>
                    </a:lnTo>
                    <a:lnTo>
                      <a:pt x="756" y="563"/>
                    </a:lnTo>
                    <a:lnTo>
                      <a:pt x="755" y="564"/>
                    </a:lnTo>
                    <a:lnTo>
                      <a:pt x="752" y="565"/>
                    </a:lnTo>
                    <a:lnTo>
                      <a:pt x="750" y="564"/>
                    </a:lnTo>
                    <a:lnTo>
                      <a:pt x="748" y="564"/>
                    </a:lnTo>
                    <a:lnTo>
                      <a:pt x="746" y="566"/>
                    </a:lnTo>
                    <a:lnTo>
                      <a:pt x="745" y="570"/>
                    </a:lnTo>
                    <a:lnTo>
                      <a:pt x="743" y="573"/>
                    </a:lnTo>
                    <a:lnTo>
                      <a:pt x="740" y="574"/>
                    </a:lnTo>
                    <a:lnTo>
                      <a:pt x="737" y="572"/>
                    </a:lnTo>
                    <a:lnTo>
                      <a:pt x="735" y="570"/>
                    </a:lnTo>
                    <a:lnTo>
                      <a:pt x="733" y="568"/>
                    </a:lnTo>
                    <a:lnTo>
                      <a:pt x="731" y="567"/>
                    </a:lnTo>
                    <a:lnTo>
                      <a:pt x="729" y="566"/>
                    </a:lnTo>
                    <a:lnTo>
                      <a:pt x="728" y="565"/>
                    </a:lnTo>
                    <a:lnTo>
                      <a:pt x="726" y="563"/>
                    </a:lnTo>
                    <a:lnTo>
                      <a:pt x="724" y="562"/>
                    </a:lnTo>
                    <a:lnTo>
                      <a:pt x="722" y="562"/>
                    </a:lnTo>
                    <a:lnTo>
                      <a:pt x="719" y="562"/>
                    </a:lnTo>
                    <a:lnTo>
                      <a:pt x="718" y="561"/>
                    </a:lnTo>
                    <a:lnTo>
                      <a:pt x="717" y="558"/>
                    </a:lnTo>
                    <a:lnTo>
                      <a:pt x="718" y="556"/>
                    </a:lnTo>
                    <a:lnTo>
                      <a:pt x="717" y="554"/>
                    </a:lnTo>
                    <a:lnTo>
                      <a:pt x="716" y="552"/>
                    </a:lnTo>
                    <a:lnTo>
                      <a:pt x="714" y="551"/>
                    </a:lnTo>
                    <a:lnTo>
                      <a:pt x="714" y="548"/>
                    </a:lnTo>
                    <a:lnTo>
                      <a:pt x="715" y="546"/>
                    </a:lnTo>
                    <a:lnTo>
                      <a:pt x="718" y="544"/>
                    </a:lnTo>
                    <a:lnTo>
                      <a:pt x="720" y="542"/>
                    </a:lnTo>
                    <a:lnTo>
                      <a:pt x="721" y="541"/>
                    </a:lnTo>
                    <a:lnTo>
                      <a:pt x="722" y="539"/>
                    </a:lnTo>
                    <a:lnTo>
                      <a:pt x="722" y="537"/>
                    </a:lnTo>
                    <a:lnTo>
                      <a:pt x="722" y="535"/>
                    </a:lnTo>
                    <a:lnTo>
                      <a:pt x="723" y="532"/>
                    </a:lnTo>
                    <a:lnTo>
                      <a:pt x="723" y="530"/>
                    </a:lnTo>
                    <a:lnTo>
                      <a:pt x="723" y="527"/>
                    </a:lnTo>
                    <a:lnTo>
                      <a:pt x="724" y="525"/>
                    </a:lnTo>
                    <a:lnTo>
                      <a:pt x="727" y="524"/>
                    </a:lnTo>
                    <a:lnTo>
                      <a:pt x="730" y="525"/>
                    </a:lnTo>
                    <a:lnTo>
                      <a:pt x="732" y="526"/>
                    </a:lnTo>
                    <a:lnTo>
                      <a:pt x="734" y="526"/>
                    </a:lnTo>
                    <a:lnTo>
                      <a:pt x="735" y="524"/>
                    </a:lnTo>
                    <a:lnTo>
                      <a:pt x="736" y="523"/>
                    </a:lnTo>
                    <a:lnTo>
                      <a:pt x="738" y="522"/>
                    </a:lnTo>
                    <a:lnTo>
                      <a:pt x="740" y="523"/>
                    </a:lnTo>
                    <a:lnTo>
                      <a:pt x="741" y="525"/>
                    </a:lnTo>
                    <a:lnTo>
                      <a:pt x="743" y="525"/>
                    </a:lnTo>
                    <a:lnTo>
                      <a:pt x="745" y="524"/>
                    </a:lnTo>
                    <a:lnTo>
                      <a:pt x="747" y="524"/>
                    </a:lnTo>
                    <a:lnTo>
                      <a:pt x="749" y="524"/>
                    </a:lnTo>
                    <a:lnTo>
                      <a:pt x="751" y="525"/>
                    </a:lnTo>
                    <a:lnTo>
                      <a:pt x="752" y="526"/>
                    </a:lnTo>
                    <a:lnTo>
                      <a:pt x="754" y="527"/>
                    </a:lnTo>
                    <a:lnTo>
                      <a:pt x="756" y="529"/>
                    </a:lnTo>
                    <a:lnTo>
                      <a:pt x="757" y="531"/>
                    </a:lnTo>
                    <a:lnTo>
                      <a:pt x="756" y="535"/>
                    </a:lnTo>
                    <a:lnTo>
                      <a:pt x="755" y="537"/>
                    </a:lnTo>
                    <a:lnTo>
                      <a:pt x="755" y="539"/>
                    </a:lnTo>
                    <a:lnTo>
                      <a:pt x="757" y="541"/>
                    </a:lnTo>
                    <a:lnTo>
                      <a:pt x="760" y="542"/>
                    </a:lnTo>
                    <a:lnTo>
                      <a:pt x="763" y="544"/>
                    </a:lnTo>
                    <a:close/>
                  </a:path>
                </a:pathLst>
              </a:custGeom>
              <a:solidFill>
                <a:srgbClr val="ECB78D">
                  <a:alpha val="24000"/>
                </a:srgbClr>
              </a:solidFill>
              <a:ln>
                <a:noFill/>
              </a:ln>
            </p:spPr>
            <p:txBody>
              <a:bodyPr anchor="ctr"/>
              <a:lstStyle/>
              <a:p>
                <a:pPr algn="ctr">
                  <a:buNone/>
                </a:pPr>
              </a:p>
            </p:txBody>
          </p:sp>
          <p:sp>
            <p:nvSpPr>
              <p:cNvPr id="7158" name="addition:input:157">
                <a:extLst>
                  <a:ext uri="{FF2B5EF4-FFF2-40B4-BE49-F238E27FC236}">
                    <ns2:creationId id="{7D8F4D0D-34FD-4C69-8534-5F2CE41F5AE4}"/>
                  </a:ext>
                </a:extLst>
              </p:cNvPr>
              <p:cNvSpPr>
                <a:spLocks noGrp="1"/>
              </p:cNvSpPr>
              <p:nvPr/>
            </p:nvSpPr>
            <p:spPr>
              <a:xfrm>
                <a:off x="209550" y="5438775"/>
                <a:ext cx="1665671" cy="834161"/>
              </a:xfrm>
              <a:custGeom>
                <a:rect l="l" t="t" r="r" b="b"/>
                <a:pathLst>
                  <a:path w="1012" h="445">
                    <a:moveTo>
                      <a:pt x="0" y="0"/>
                    </a:moveTo>
                    <a:moveTo>
                      <a:pt x="1007" y="309"/>
                    </a:moveTo>
                    <a:lnTo>
                      <a:pt x="1001" y="322"/>
                    </a:lnTo>
                    <a:lnTo>
                      <a:pt x="987" y="333"/>
                    </a:lnTo>
                    <a:lnTo>
                      <a:pt x="966" y="342"/>
                    </a:lnTo>
                    <a:lnTo>
                      <a:pt x="947" y="349"/>
                    </a:lnTo>
                    <a:lnTo>
                      <a:pt x="940" y="358"/>
                    </a:lnTo>
                    <a:lnTo>
                      <a:pt x="945" y="373"/>
                    </a:lnTo>
                    <a:lnTo>
                      <a:pt x="954" y="393"/>
                    </a:lnTo>
                    <a:lnTo>
                      <a:pt x="953" y="411"/>
                    </a:lnTo>
                    <a:lnTo>
                      <a:pt x="940" y="421"/>
                    </a:lnTo>
                    <a:lnTo>
                      <a:pt x="921" y="424"/>
                    </a:lnTo>
                    <a:lnTo>
                      <a:pt x="904" y="427"/>
                    </a:lnTo>
                    <a:lnTo>
                      <a:pt x="891" y="433"/>
                    </a:lnTo>
                    <a:lnTo>
                      <a:pt x="879" y="441"/>
                    </a:lnTo>
                    <a:lnTo>
                      <a:pt x="866" y="445"/>
                    </a:lnTo>
                    <a:lnTo>
                      <a:pt x="851" y="444"/>
                    </a:lnTo>
                    <a:lnTo>
                      <a:pt x="837" y="440"/>
                    </a:lnTo>
                    <a:lnTo>
                      <a:pt x="824" y="439"/>
                    </a:lnTo>
                    <a:lnTo>
                      <a:pt x="812" y="442"/>
                    </a:lnTo>
                    <a:lnTo>
                      <a:pt x="800" y="442"/>
                    </a:lnTo>
                    <a:lnTo>
                      <a:pt x="789" y="436"/>
                    </a:lnTo>
                    <a:lnTo>
                      <a:pt x="780" y="428"/>
                    </a:lnTo>
                    <a:lnTo>
                      <a:pt x="769" y="424"/>
                    </a:lnTo>
                    <a:lnTo>
                      <a:pt x="753" y="428"/>
                    </a:lnTo>
                    <a:lnTo>
                      <a:pt x="731" y="436"/>
                    </a:lnTo>
                    <a:lnTo>
                      <a:pt x="710" y="437"/>
                    </a:lnTo>
                    <a:lnTo>
                      <a:pt x="697" y="427"/>
                    </a:lnTo>
                    <a:lnTo>
                      <a:pt x="697" y="409"/>
                    </a:lnTo>
                    <a:lnTo>
                      <a:pt x="702" y="389"/>
                    </a:lnTo>
                    <a:lnTo>
                      <a:pt x="704" y="374"/>
                    </a:lnTo>
                    <a:lnTo>
                      <a:pt x="699" y="363"/>
                    </a:lnTo>
                    <a:lnTo>
                      <a:pt x="690" y="354"/>
                    </a:lnTo>
                    <a:lnTo>
                      <a:pt x="684" y="343"/>
                    </a:lnTo>
                    <a:lnTo>
                      <a:pt x="679" y="332"/>
                    </a:lnTo>
                    <a:lnTo>
                      <a:pt x="671" y="321"/>
                    </a:lnTo>
                    <a:lnTo>
                      <a:pt x="658" y="309"/>
                    </a:lnTo>
                    <a:lnTo>
                      <a:pt x="646" y="296"/>
                    </a:lnTo>
                    <a:lnTo>
                      <a:pt x="643" y="282"/>
                    </a:lnTo>
                    <a:lnTo>
                      <a:pt x="650" y="270"/>
                    </a:lnTo>
                    <a:lnTo>
                      <a:pt x="661" y="261"/>
                    </a:lnTo>
                    <a:lnTo>
                      <a:pt x="666" y="250"/>
                    </a:lnTo>
                    <a:lnTo>
                      <a:pt x="664" y="236"/>
                    </a:lnTo>
                    <a:lnTo>
                      <a:pt x="663" y="220"/>
                    </a:lnTo>
                    <a:lnTo>
                      <a:pt x="671" y="209"/>
                    </a:lnTo>
                    <a:lnTo>
                      <a:pt x="691" y="207"/>
                    </a:lnTo>
                    <a:lnTo>
                      <a:pt x="714" y="210"/>
                    </a:lnTo>
                    <a:lnTo>
                      <a:pt x="732" y="212"/>
                    </a:lnTo>
                    <a:lnTo>
                      <a:pt x="742" y="206"/>
                    </a:lnTo>
                    <a:lnTo>
                      <a:pt x="751" y="193"/>
                    </a:lnTo>
                    <a:lnTo>
                      <a:pt x="761" y="181"/>
                    </a:lnTo>
                    <a:lnTo>
                      <a:pt x="775" y="172"/>
                    </a:lnTo>
                    <a:lnTo>
                      <a:pt x="792" y="165"/>
                    </a:lnTo>
                    <a:lnTo>
                      <a:pt x="809" y="158"/>
                    </a:lnTo>
                    <a:lnTo>
                      <a:pt x="828" y="152"/>
                    </a:lnTo>
                    <a:lnTo>
                      <a:pt x="848" y="153"/>
                    </a:lnTo>
                    <a:lnTo>
                      <a:pt x="865" y="164"/>
                    </a:lnTo>
                    <a:lnTo>
                      <a:pt x="877" y="182"/>
                    </a:lnTo>
                    <a:lnTo>
                      <a:pt x="887" y="197"/>
                    </a:lnTo>
                    <a:lnTo>
                      <a:pt x="901" y="202"/>
                    </a:lnTo>
                    <a:lnTo>
                      <a:pt x="921" y="200"/>
                    </a:lnTo>
                    <a:lnTo>
                      <a:pt x="940" y="200"/>
                    </a:lnTo>
                    <a:lnTo>
                      <a:pt x="954" y="208"/>
                    </a:lnTo>
                    <a:lnTo>
                      <a:pt x="959" y="221"/>
                    </a:lnTo>
                    <a:lnTo>
                      <a:pt x="962" y="234"/>
                    </a:lnTo>
                    <a:lnTo>
                      <a:pt x="971" y="243"/>
                    </a:lnTo>
                    <a:lnTo>
                      <a:pt x="987" y="249"/>
                    </a:lnTo>
                    <a:lnTo>
                      <a:pt x="1003" y="257"/>
                    </a:lnTo>
                    <a:lnTo>
                      <a:pt x="1012" y="269"/>
                    </a:lnTo>
                    <a:lnTo>
                      <a:pt x="1012" y="282"/>
                    </a:lnTo>
                    <a:lnTo>
                      <a:pt x="1010" y="296"/>
                    </a:lnTo>
                    <a:close/>
                  </a:path>
                </a:pathLst>
              </a:custGeom>
              <a:solidFill>
                <a:srgbClr val="C5E9DF">
                  <a:alpha val="43000"/>
                </a:srgbClr>
              </a:solidFill>
              <a:ln>
                <a:noFill/>
              </a:ln>
            </p:spPr>
            <p:txBody>
              <a:bodyPr anchor="ctr"/>
              <a:lstStyle/>
              <a:p>
                <a:pPr algn="ctr">
                  <a:buNone/>
                </a:pPr>
              </a:p>
            </p:txBody>
          </p:sp>
          <p:sp>
            <p:nvSpPr>
              <p:cNvPr id="7159" name="addition:input:158">
                <a:extLst>
                  <a:ext uri="{FF2B5EF4-FFF2-40B4-BE49-F238E27FC236}">
                    <ns2:creationId id="{8D4785FF-DF19-49B5-8531-87C0EC22DE63}"/>
                  </a:ext>
                </a:extLst>
              </p:cNvPr>
              <p:cNvSpPr>
                <a:spLocks noGrp="1"/>
              </p:cNvSpPr>
              <p:nvPr/>
            </p:nvSpPr>
            <p:spPr>
              <a:xfrm>
                <a:off x="209550" y="5438775"/>
                <a:ext cx="1614648" cy="847283"/>
              </a:xfrm>
              <a:custGeom>
                <a:rect l="l" t="t" r="r" b="b"/>
                <a:pathLst>
                  <a:path w="981" h="452">
                    <a:moveTo>
                      <a:pt x="0" y="0"/>
                    </a:moveTo>
                    <a:moveTo>
                      <a:pt x="981" y="314"/>
                    </a:moveTo>
                    <a:lnTo>
                      <a:pt x="976" y="325"/>
                    </a:lnTo>
                    <a:lnTo>
                      <a:pt x="966" y="335"/>
                    </a:lnTo>
                    <a:lnTo>
                      <a:pt x="960" y="345"/>
                    </a:lnTo>
                    <a:lnTo>
                      <a:pt x="962" y="356"/>
                    </a:lnTo>
                    <a:lnTo>
                      <a:pt x="966" y="369"/>
                    </a:lnTo>
                    <a:lnTo>
                      <a:pt x="962" y="380"/>
                    </a:lnTo>
                    <a:lnTo>
                      <a:pt x="948" y="386"/>
                    </a:lnTo>
                    <a:lnTo>
                      <a:pt x="930" y="388"/>
                    </a:lnTo>
                    <a:lnTo>
                      <a:pt x="913" y="389"/>
                    </a:lnTo>
                    <a:lnTo>
                      <a:pt x="903" y="394"/>
                    </a:lnTo>
                    <a:lnTo>
                      <a:pt x="895" y="403"/>
                    </a:lnTo>
                    <a:lnTo>
                      <a:pt x="886" y="412"/>
                    </a:lnTo>
                    <a:lnTo>
                      <a:pt x="875" y="420"/>
                    </a:lnTo>
                    <a:lnTo>
                      <a:pt x="863" y="428"/>
                    </a:lnTo>
                    <a:lnTo>
                      <a:pt x="850" y="438"/>
                    </a:lnTo>
                    <a:lnTo>
                      <a:pt x="836" y="448"/>
                    </a:lnTo>
                    <a:lnTo>
                      <a:pt x="820" y="452"/>
                    </a:lnTo>
                    <a:lnTo>
                      <a:pt x="803" y="446"/>
                    </a:lnTo>
                    <a:lnTo>
                      <a:pt x="789" y="431"/>
                    </a:lnTo>
                    <a:lnTo>
                      <a:pt x="779" y="416"/>
                    </a:lnTo>
                    <a:lnTo>
                      <a:pt x="768" y="411"/>
                    </a:lnTo>
                    <a:lnTo>
                      <a:pt x="753" y="413"/>
                    </a:lnTo>
                    <a:lnTo>
                      <a:pt x="738" y="416"/>
                    </a:lnTo>
                    <a:lnTo>
                      <a:pt x="725" y="413"/>
                    </a:lnTo>
                    <a:lnTo>
                      <a:pt x="717" y="404"/>
                    </a:lnTo>
                    <a:lnTo>
                      <a:pt x="711" y="395"/>
                    </a:lnTo>
                    <a:lnTo>
                      <a:pt x="703" y="388"/>
                    </a:lnTo>
                    <a:lnTo>
                      <a:pt x="691" y="384"/>
                    </a:lnTo>
                    <a:lnTo>
                      <a:pt x="679" y="378"/>
                    </a:lnTo>
                    <a:lnTo>
                      <a:pt x="673" y="369"/>
                    </a:lnTo>
                    <a:lnTo>
                      <a:pt x="670" y="358"/>
                    </a:lnTo>
                    <a:lnTo>
                      <a:pt x="669" y="347"/>
                    </a:lnTo>
                    <a:lnTo>
                      <a:pt x="665" y="337"/>
                    </a:lnTo>
                    <a:lnTo>
                      <a:pt x="664" y="325"/>
                    </a:lnTo>
                    <a:lnTo>
                      <a:pt x="672" y="314"/>
                    </a:lnTo>
                    <a:lnTo>
                      <a:pt x="689" y="304"/>
                    </a:lnTo>
                    <a:lnTo>
                      <a:pt x="707" y="297"/>
                    </a:lnTo>
                    <a:lnTo>
                      <a:pt x="715" y="289"/>
                    </a:lnTo>
                    <a:lnTo>
                      <a:pt x="710" y="278"/>
                    </a:lnTo>
                    <a:lnTo>
                      <a:pt x="699" y="263"/>
                    </a:lnTo>
                    <a:lnTo>
                      <a:pt x="693" y="248"/>
                    </a:lnTo>
                    <a:lnTo>
                      <a:pt x="697" y="236"/>
                    </a:lnTo>
                    <a:lnTo>
                      <a:pt x="709" y="230"/>
                    </a:lnTo>
                    <a:lnTo>
                      <a:pt x="722" y="224"/>
                    </a:lnTo>
                    <a:lnTo>
                      <a:pt x="731" y="218"/>
                    </a:lnTo>
                    <a:lnTo>
                      <a:pt x="741" y="211"/>
                    </a:lnTo>
                    <a:lnTo>
                      <a:pt x="752" y="208"/>
                    </a:lnTo>
                    <a:lnTo>
                      <a:pt x="765" y="208"/>
                    </a:lnTo>
                    <a:lnTo>
                      <a:pt x="777" y="209"/>
                    </a:lnTo>
                    <a:lnTo>
                      <a:pt x="786" y="206"/>
                    </a:lnTo>
                    <a:lnTo>
                      <a:pt x="795" y="200"/>
                    </a:lnTo>
                    <a:lnTo>
                      <a:pt x="806" y="196"/>
                    </a:lnTo>
                    <a:lnTo>
                      <a:pt x="816" y="199"/>
                    </a:lnTo>
                    <a:lnTo>
                      <a:pt x="826" y="207"/>
                    </a:lnTo>
                    <a:lnTo>
                      <a:pt x="836" y="212"/>
                    </a:lnTo>
                    <a:lnTo>
                      <a:pt x="848" y="209"/>
                    </a:lnTo>
                    <a:lnTo>
                      <a:pt x="865" y="200"/>
                    </a:lnTo>
                    <a:lnTo>
                      <a:pt x="883" y="194"/>
                    </a:lnTo>
                    <a:lnTo>
                      <a:pt x="898" y="198"/>
                    </a:lnTo>
                    <a:lnTo>
                      <a:pt x="905" y="211"/>
                    </a:lnTo>
                    <a:lnTo>
                      <a:pt x="907" y="226"/>
                    </a:lnTo>
                    <a:lnTo>
                      <a:pt x="910" y="240"/>
                    </a:lnTo>
                    <a:lnTo>
                      <a:pt x="915" y="250"/>
                    </a:lnTo>
                    <a:lnTo>
                      <a:pt x="922" y="259"/>
                    </a:lnTo>
                    <a:lnTo>
                      <a:pt x="927" y="268"/>
                    </a:lnTo>
                    <a:lnTo>
                      <a:pt x="932" y="277"/>
                    </a:lnTo>
                    <a:lnTo>
                      <a:pt x="942" y="285"/>
                    </a:lnTo>
                    <a:lnTo>
                      <a:pt x="957" y="293"/>
                    </a:lnTo>
                    <a:lnTo>
                      <a:pt x="974" y="303"/>
                    </a:lnTo>
                    <a:close/>
                  </a:path>
                </a:pathLst>
              </a:custGeom>
              <a:solidFill>
                <a:srgbClr val="86D1BC">
                  <a:alpha val="43000"/>
                </a:srgbClr>
              </a:solidFill>
              <a:ln>
                <a:noFill/>
              </a:ln>
            </p:spPr>
            <p:txBody>
              <a:bodyPr anchor="ctr"/>
              <a:lstStyle/>
              <a:p>
                <a:pPr algn="ctr">
                  <a:buNone/>
                </a:pPr>
              </a:p>
            </p:txBody>
          </p:sp>
          <p:sp>
            <p:nvSpPr>
              <p:cNvPr id="7160" name="addition:input:159">
                <a:extLst>
                  <a:ext uri="{FF2B5EF4-FFF2-40B4-BE49-F238E27FC236}">
                    <ns2:creationId id="{FF531E51-A722-4DE4-AE10-FA1334FE9AAE}"/>
                  </a:ext>
                </a:extLst>
              </p:cNvPr>
              <p:cNvSpPr>
                <a:spLocks noGrp="1"/>
              </p:cNvSpPr>
              <p:nvPr/>
            </p:nvSpPr>
            <p:spPr>
              <a:xfrm>
                <a:off x="209550" y="5438775"/>
                <a:ext cx="1535643" cy="809793"/>
              </a:xfrm>
              <a:custGeom>
                <a:rect l="l" t="t" r="r" b="b"/>
                <a:pathLst>
                  <a:path w="933" h="432">
                    <a:moveTo>
                      <a:pt x="0" y="0"/>
                    </a:moveTo>
                    <a:moveTo>
                      <a:pt x="924" y="319"/>
                    </a:moveTo>
                    <a:lnTo>
                      <a:pt x="925" y="328"/>
                    </a:lnTo>
                    <a:lnTo>
                      <a:pt x="919" y="337"/>
                    </a:lnTo>
                    <a:lnTo>
                      <a:pt x="910" y="344"/>
                    </a:lnTo>
                    <a:lnTo>
                      <a:pt x="907" y="352"/>
                    </a:lnTo>
                    <a:lnTo>
                      <a:pt x="910" y="362"/>
                    </a:lnTo>
                    <a:lnTo>
                      <a:pt x="913" y="374"/>
                    </a:lnTo>
                    <a:lnTo>
                      <a:pt x="911" y="384"/>
                    </a:lnTo>
                    <a:lnTo>
                      <a:pt x="905" y="392"/>
                    </a:lnTo>
                    <a:lnTo>
                      <a:pt x="898" y="399"/>
                    </a:lnTo>
                    <a:lnTo>
                      <a:pt x="891" y="406"/>
                    </a:lnTo>
                    <a:lnTo>
                      <a:pt x="883" y="412"/>
                    </a:lnTo>
                    <a:lnTo>
                      <a:pt x="872" y="413"/>
                    </a:lnTo>
                    <a:lnTo>
                      <a:pt x="858" y="407"/>
                    </a:lnTo>
                    <a:lnTo>
                      <a:pt x="846" y="400"/>
                    </a:lnTo>
                    <a:lnTo>
                      <a:pt x="838" y="399"/>
                    </a:lnTo>
                    <a:lnTo>
                      <a:pt x="831" y="407"/>
                    </a:lnTo>
                    <a:lnTo>
                      <a:pt x="823" y="420"/>
                    </a:lnTo>
                    <a:lnTo>
                      <a:pt x="812" y="430"/>
                    </a:lnTo>
                    <a:lnTo>
                      <a:pt x="800" y="432"/>
                    </a:lnTo>
                    <a:lnTo>
                      <a:pt x="789" y="426"/>
                    </a:lnTo>
                    <a:lnTo>
                      <a:pt x="779" y="420"/>
                    </a:lnTo>
                    <a:lnTo>
                      <a:pt x="768" y="416"/>
                    </a:lnTo>
                    <a:lnTo>
                      <a:pt x="755" y="413"/>
                    </a:lnTo>
                    <a:lnTo>
                      <a:pt x="744" y="408"/>
                    </a:lnTo>
                    <a:lnTo>
                      <a:pt x="736" y="400"/>
                    </a:lnTo>
                    <a:lnTo>
                      <a:pt x="730" y="391"/>
                    </a:lnTo>
                    <a:lnTo>
                      <a:pt x="722" y="383"/>
                    </a:lnTo>
                    <a:lnTo>
                      <a:pt x="712" y="377"/>
                    </a:lnTo>
                    <a:lnTo>
                      <a:pt x="703" y="371"/>
                    </a:lnTo>
                    <a:lnTo>
                      <a:pt x="699" y="361"/>
                    </a:lnTo>
                    <a:lnTo>
                      <a:pt x="699" y="351"/>
                    </a:lnTo>
                    <a:lnTo>
                      <a:pt x="698" y="343"/>
                    </a:lnTo>
                    <a:lnTo>
                      <a:pt x="688" y="336"/>
                    </a:lnTo>
                    <a:lnTo>
                      <a:pt x="670" y="329"/>
                    </a:lnTo>
                    <a:lnTo>
                      <a:pt x="655" y="319"/>
                    </a:lnTo>
                    <a:lnTo>
                      <a:pt x="651" y="308"/>
                    </a:lnTo>
                    <a:lnTo>
                      <a:pt x="660" y="298"/>
                    </a:lnTo>
                    <a:lnTo>
                      <a:pt x="675" y="291"/>
                    </a:lnTo>
                    <a:lnTo>
                      <a:pt x="688" y="285"/>
                    </a:lnTo>
                    <a:lnTo>
                      <a:pt x="696" y="278"/>
                    </a:lnTo>
                    <a:lnTo>
                      <a:pt x="702" y="270"/>
                    </a:lnTo>
                    <a:lnTo>
                      <a:pt x="710" y="264"/>
                    </a:lnTo>
                    <a:lnTo>
                      <a:pt x="719" y="258"/>
                    </a:lnTo>
                    <a:lnTo>
                      <a:pt x="726" y="251"/>
                    </a:lnTo>
                    <a:lnTo>
                      <a:pt x="731" y="241"/>
                    </a:lnTo>
                    <a:lnTo>
                      <a:pt x="737" y="229"/>
                    </a:lnTo>
                    <a:lnTo>
                      <a:pt x="747" y="221"/>
                    </a:lnTo>
                    <a:lnTo>
                      <a:pt x="761" y="220"/>
                    </a:lnTo>
                    <a:lnTo>
                      <a:pt x="775" y="222"/>
                    </a:lnTo>
                    <a:lnTo>
                      <a:pt x="788" y="221"/>
                    </a:lnTo>
                    <a:lnTo>
                      <a:pt x="800" y="215"/>
                    </a:lnTo>
                    <a:lnTo>
                      <a:pt x="812" y="207"/>
                    </a:lnTo>
                    <a:lnTo>
                      <a:pt x="825" y="204"/>
                    </a:lnTo>
                    <a:lnTo>
                      <a:pt x="837" y="211"/>
                    </a:lnTo>
                    <a:lnTo>
                      <a:pt x="846" y="223"/>
                    </a:lnTo>
                    <a:lnTo>
                      <a:pt x="852" y="234"/>
                    </a:lnTo>
                    <a:lnTo>
                      <a:pt x="860" y="239"/>
                    </a:lnTo>
                    <a:lnTo>
                      <a:pt x="870" y="239"/>
                    </a:lnTo>
                    <a:lnTo>
                      <a:pt x="881" y="239"/>
                    </a:lnTo>
                    <a:lnTo>
                      <a:pt x="891" y="241"/>
                    </a:lnTo>
                    <a:lnTo>
                      <a:pt x="901" y="244"/>
                    </a:lnTo>
                    <a:lnTo>
                      <a:pt x="912" y="247"/>
                    </a:lnTo>
                    <a:lnTo>
                      <a:pt x="924" y="251"/>
                    </a:lnTo>
                    <a:lnTo>
                      <a:pt x="933" y="258"/>
                    </a:lnTo>
                    <a:lnTo>
                      <a:pt x="932" y="269"/>
                    </a:lnTo>
                    <a:lnTo>
                      <a:pt x="923" y="283"/>
                    </a:lnTo>
                    <a:lnTo>
                      <a:pt x="913" y="294"/>
                    </a:lnTo>
                    <a:lnTo>
                      <a:pt x="910" y="303"/>
                    </a:lnTo>
                    <a:lnTo>
                      <a:pt x="917" y="310"/>
                    </a:lnTo>
                    <a:close/>
                  </a:path>
                </a:pathLst>
              </a:custGeom>
              <a:solidFill>
                <a:srgbClr val="56BFA2">
                  <a:alpha val="35000"/>
                </a:srgbClr>
              </a:solidFill>
              <a:ln>
                <a:noFill/>
              </a:ln>
            </p:spPr>
            <p:txBody>
              <a:bodyPr anchor="ctr"/>
              <a:lstStyle/>
              <a:p>
                <a:pPr algn="ctr">
                  <a:buNone/>
                </a:pPr>
              </a:p>
            </p:txBody>
          </p:sp>
          <p:sp>
            <p:nvSpPr>
              <p:cNvPr id="7161" name="addition:input:160">
                <a:extLst>
                  <a:ext uri="{FF2B5EF4-FFF2-40B4-BE49-F238E27FC236}">
                    <ns2:creationId id="{826EE35D-A39C-45EA-8D6E-89B8145BD670}"/>
                  </a:ext>
                </a:extLst>
              </p:cNvPr>
              <p:cNvSpPr>
                <a:spLocks noGrp="1"/>
              </p:cNvSpPr>
              <p:nvPr/>
            </p:nvSpPr>
            <p:spPr>
              <a:xfrm>
                <a:off x="209550" y="5438775"/>
                <a:ext cx="1333195" cy="631713"/>
              </a:xfrm>
              <a:custGeom>
                <a:rect l="l" t="t" r="r" b="b"/>
                <a:pathLst>
                  <a:path w="810" h="337">
                    <a:moveTo>
                      <a:pt x="0" y="0"/>
                    </a:moveTo>
                    <a:moveTo>
                      <a:pt x="802" y="289"/>
                    </a:moveTo>
                    <a:lnTo>
                      <a:pt x="800" y="292"/>
                    </a:lnTo>
                    <a:lnTo>
                      <a:pt x="803" y="296"/>
                    </a:lnTo>
                    <a:lnTo>
                      <a:pt x="807" y="301"/>
                    </a:lnTo>
                    <a:lnTo>
                      <a:pt x="810" y="306"/>
                    </a:lnTo>
                    <a:lnTo>
                      <a:pt x="810" y="310"/>
                    </a:lnTo>
                    <a:lnTo>
                      <a:pt x="807" y="313"/>
                    </a:lnTo>
                    <a:lnTo>
                      <a:pt x="803" y="316"/>
                    </a:lnTo>
                    <a:lnTo>
                      <a:pt x="799" y="318"/>
                    </a:lnTo>
                    <a:lnTo>
                      <a:pt x="795" y="320"/>
                    </a:lnTo>
                    <a:lnTo>
                      <a:pt x="790" y="320"/>
                    </a:lnTo>
                    <a:lnTo>
                      <a:pt x="784" y="320"/>
                    </a:lnTo>
                    <a:lnTo>
                      <a:pt x="780" y="320"/>
                    </a:lnTo>
                    <a:lnTo>
                      <a:pt x="777" y="323"/>
                    </a:lnTo>
                    <a:lnTo>
                      <a:pt x="775" y="329"/>
                    </a:lnTo>
                    <a:lnTo>
                      <a:pt x="771" y="335"/>
                    </a:lnTo>
                    <a:lnTo>
                      <a:pt x="766" y="337"/>
                    </a:lnTo>
                    <a:lnTo>
                      <a:pt x="760" y="336"/>
                    </a:lnTo>
                    <a:lnTo>
                      <a:pt x="755" y="333"/>
                    </a:lnTo>
                    <a:lnTo>
                      <a:pt x="749" y="331"/>
                    </a:lnTo>
                    <a:lnTo>
                      <a:pt x="744" y="331"/>
                    </a:lnTo>
                    <a:lnTo>
                      <a:pt x="738" y="332"/>
                    </a:lnTo>
                    <a:lnTo>
                      <a:pt x="732" y="331"/>
                    </a:lnTo>
                    <a:lnTo>
                      <a:pt x="728" y="327"/>
                    </a:lnTo>
                    <a:lnTo>
                      <a:pt x="725" y="323"/>
                    </a:lnTo>
                    <a:lnTo>
                      <a:pt x="722" y="320"/>
                    </a:lnTo>
                    <a:lnTo>
                      <a:pt x="718" y="318"/>
                    </a:lnTo>
                    <a:lnTo>
                      <a:pt x="714" y="316"/>
                    </a:lnTo>
                    <a:lnTo>
                      <a:pt x="712" y="312"/>
                    </a:lnTo>
                    <a:lnTo>
                      <a:pt x="710" y="309"/>
                    </a:lnTo>
                    <a:lnTo>
                      <a:pt x="706" y="307"/>
                    </a:lnTo>
                    <a:lnTo>
                      <a:pt x="700" y="305"/>
                    </a:lnTo>
                    <a:lnTo>
                      <a:pt x="693" y="302"/>
                    </a:lnTo>
                    <a:lnTo>
                      <a:pt x="690" y="298"/>
                    </a:lnTo>
                    <a:lnTo>
                      <a:pt x="692" y="293"/>
                    </a:lnTo>
                    <a:lnTo>
                      <a:pt x="699" y="289"/>
                    </a:lnTo>
                    <a:lnTo>
                      <a:pt x="706" y="285"/>
                    </a:lnTo>
                    <a:lnTo>
                      <a:pt x="709" y="282"/>
                    </a:lnTo>
                    <a:lnTo>
                      <a:pt x="710" y="279"/>
                    </a:lnTo>
                    <a:lnTo>
                      <a:pt x="710" y="275"/>
                    </a:lnTo>
                    <a:lnTo>
                      <a:pt x="711" y="271"/>
                    </a:lnTo>
                    <a:lnTo>
                      <a:pt x="714" y="268"/>
                    </a:lnTo>
                    <a:lnTo>
                      <a:pt x="717" y="265"/>
                    </a:lnTo>
                    <a:lnTo>
                      <a:pt x="719" y="261"/>
                    </a:lnTo>
                    <a:lnTo>
                      <a:pt x="721" y="256"/>
                    </a:lnTo>
                    <a:lnTo>
                      <a:pt x="724" y="253"/>
                    </a:lnTo>
                    <a:lnTo>
                      <a:pt x="729" y="252"/>
                    </a:lnTo>
                    <a:lnTo>
                      <a:pt x="734" y="251"/>
                    </a:lnTo>
                    <a:lnTo>
                      <a:pt x="738" y="249"/>
                    </a:lnTo>
                    <a:lnTo>
                      <a:pt x="742" y="245"/>
                    </a:lnTo>
                    <a:lnTo>
                      <a:pt x="746" y="243"/>
                    </a:lnTo>
                    <a:lnTo>
                      <a:pt x="751" y="243"/>
                    </a:lnTo>
                    <a:lnTo>
                      <a:pt x="755" y="248"/>
                    </a:lnTo>
                    <a:lnTo>
                      <a:pt x="759" y="252"/>
                    </a:lnTo>
                    <a:lnTo>
                      <a:pt x="762" y="255"/>
                    </a:lnTo>
                    <a:lnTo>
                      <a:pt x="765" y="253"/>
                    </a:lnTo>
                    <a:lnTo>
                      <a:pt x="770" y="250"/>
                    </a:lnTo>
                    <a:lnTo>
                      <a:pt x="775" y="248"/>
                    </a:lnTo>
                    <a:lnTo>
                      <a:pt x="780" y="249"/>
                    </a:lnTo>
                    <a:lnTo>
                      <a:pt x="784" y="250"/>
                    </a:lnTo>
                    <a:lnTo>
                      <a:pt x="788" y="252"/>
                    </a:lnTo>
                    <a:lnTo>
                      <a:pt x="792" y="255"/>
                    </a:lnTo>
                    <a:lnTo>
                      <a:pt x="794" y="258"/>
                    </a:lnTo>
                    <a:lnTo>
                      <a:pt x="794" y="263"/>
                    </a:lnTo>
                    <a:lnTo>
                      <a:pt x="793" y="268"/>
                    </a:lnTo>
                    <a:lnTo>
                      <a:pt x="793" y="272"/>
                    </a:lnTo>
                    <a:lnTo>
                      <a:pt x="796" y="275"/>
                    </a:lnTo>
                    <a:lnTo>
                      <a:pt x="801" y="278"/>
                    </a:lnTo>
                    <a:lnTo>
                      <a:pt x="804" y="281"/>
                    </a:lnTo>
                    <a:lnTo>
                      <a:pt x="804" y="285"/>
                    </a:lnTo>
                    <a:close/>
                  </a:path>
                </a:pathLst>
              </a:custGeom>
              <a:solidFill>
                <a:srgbClr val="86D1BC">
                  <a:alpha val="32000"/>
                </a:srgbClr>
              </a:solidFill>
              <a:ln>
                <a:noFill/>
              </a:ln>
            </p:spPr>
            <p:txBody>
              <a:bodyPr anchor="ctr"/>
              <a:lstStyle/>
              <a:p>
                <a:pPr algn="ctr">
                  <a:buNone/>
                </a:pPr>
              </a:p>
            </p:txBody>
          </p:sp>
          <p:sp>
            <p:nvSpPr>
              <p:cNvPr id="7162" name="addition:input:161">
                <a:extLst>
                  <a:ext uri="{FF2B5EF4-FFF2-40B4-BE49-F238E27FC236}">
                    <ns2:creationId id="{FD9A1303-0415-4CC5-8830-A9E78F826A14}"/>
                  </a:ext>
                </a:extLst>
              </p:cNvPr>
              <p:cNvSpPr>
                <a:spLocks noGrp="1"/>
              </p:cNvSpPr>
              <p:nvPr/>
            </p:nvSpPr>
            <p:spPr>
              <a:xfrm>
                <a:off x="209550" y="5438775"/>
                <a:ext cx="1397386" cy="556732"/>
              </a:xfrm>
              <a:custGeom>
                <a:rect l="l" t="t" r="r" b="b"/>
                <a:pathLst>
                  <a:path w="849" h="297">
                    <a:moveTo>
                      <a:pt x="0" y="0"/>
                    </a:moveTo>
                    <a:moveTo>
                      <a:pt x="849" y="254"/>
                    </a:moveTo>
                    <a:lnTo>
                      <a:pt x="845" y="258"/>
                    </a:lnTo>
                    <a:lnTo>
                      <a:pt x="840" y="261"/>
                    </a:lnTo>
                    <a:lnTo>
                      <a:pt x="836" y="264"/>
                    </a:lnTo>
                    <a:lnTo>
                      <a:pt x="834" y="267"/>
                    </a:lnTo>
                    <a:lnTo>
                      <a:pt x="835" y="271"/>
                    </a:lnTo>
                    <a:lnTo>
                      <a:pt x="834" y="275"/>
                    </a:lnTo>
                    <a:lnTo>
                      <a:pt x="833" y="279"/>
                    </a:lnTo>
                    <a:lnTo>
                      <a:pt x="832" y="283"/>
                    </a:lnTo>
                    <a:lnTo>
                      <a:pt x="831" y="287"/>
                    </a:lnTo>
                    <a:lnTo>
                      <a:pt x="829" y="292"/>
                    </a:lnTo>
                    <a:lnTo>
                      <a:pt x="826" y="295"/>
                    </a:lnTo>
                    <a:lnTo>
                      <a:pt x="820" y="295"/>
                    </a:lnTo>
                    <a:lnTo>
                      <a:pt x="814" y="292"/>
                    </a:lnTo>
                    <a:lnTo>
                      <a:pt x="809" y="289"/>
                    </a:lnTo>
                    <a:lnTo>
                      <a:pt x="806" y="289"/>
                    </a:lnTo>
                    <a:lnTo>
                      <a:pt x="803" y="292"/>
                    </a:lnTo>
                    <a:lnTo>
                      <a:pt x="800" y="295"/>
                    </a:lnTo>
                    <a:lnTo>
                      <a:pt x="796" y="297"/>
                    </a:lnTo>
                    <a:lnTo>
                      <a:pt x="793" y="296"/>
                    </a:lnTo>
                    <a:lnTo>
                      <a:pt x="789" y="294"/>
                    </a:lnTo>
                    <a:lnTo>
                      <a:pt x="785" y="293"/>
                    </a:lnTo>
                    <a:lnTo>
                      <a:pt x="781" y="294"/>
                    </a:lnTo>
                    <a:lnTo>
                      <a:pt x="776" y="294"/>
                    </a:lnTo>
                    <a:lnTo>
                      <a:pt x="772" y="292"/>
                    </a:lnTo>
                    <a:lnTo>
                      <a:pt x="769" y="289"/>
                    </a:lnTo>
                    <a:lnTo>
                      <a:pt x="766" y="286"/>
                    </a:lnTo>
                    <a:lnTo>
                      <a:pt x="762" y="283"/>
                    </a:lnTo>
                    <a:lnTo>
                      <a:pt x="758" y="280"/>
                    </a:lnTo>
                    <a:lnTo>
                      <a:pt x="757" y="276"/>
                    </a:lnTo>
                    <a:lnTo>
                      <a:pt x="759" y="271"/>
                    </a:lnTo>
                    <a:lnTo>
                      <a:pt x="761" y="267"/>
                    </a:lnTo>
                    <a:lnTo>
                      <a:pt x="760" y="263"/>
                    </a:lnTo>
                    <a:lnTo>
                      <a:pt x="754" y="261"/>
                    </a:lnTo>
                    <a:lnTo>
                      <a:pt x="747" y="258"/>
                    </a:lnTo>
                    <a:lnTo>
                      <a:pt x="741" y="254"/>
                    </a:lnTo>
                    <a:lnTo>
                      <a:pt x="739" y="250"/>
                    </a:lnTo>
                    <a:lnTo>
                      <a:pt x="741" y="246"/>
                    </a:lnTo>
                    <a:lnTo>
                      <a:pt x="744" y="243"/>
                    </a:lnTo>
                    <a:lnTo>
                      <a:pt x="746" y="239"/>
                    </a:lnTo>
                    <a:lnTo>
                      <a:pt x="748" y="236"/>
                    </a:lnTo>
                    <a:lnTo>
                      <a:pt x="751" y="233"/>
                    </a:lnTo>
                    <a:lnTo>
                      <a:pt x="755" y="231"/>
                    </a:lnTo>
                    <a:lnTo>
                      <a:pt x="759" y="229"/>
                    </a:lnTo>
                    <a:lnTo>
                      <a:pt x="762" y="227"/>
                    </a:lnTo>
                    <a:lnTo>
                      <a:pt x="764" y="223"/>
                    </a:lnTo>
                    <a:lnTo>
                      <a:pt x="767" y="219"/>
                    </a:lnTo>
                    <a:lnTo>
                      <a:pt x="771" y="218"/>
                    </a:lnTo>
                    <a:lnTo>
                      <a:pt x="777" y="218"/>
                    </a:lnTo>
                    <a:lnTo>
                      <a:pt x="782" y="218"/>
                    </a:lnTo>
                    <a:lnTo>
                      <a:pt x="786" y="215"/>
                    </a:lnTo>
                    <a:lnTo>
                      <a:pt x="790" y="210"/>
                    </a:lnTo>
                    <a:lnTo>
                      <a:pt x="795" y="206"/>
                    </a:lnTo>
                    <a:lnTo>
                      <a:pt x="801" y="206"/>
                    </a:lnTo>
                    <a:lnTo>
                      <a:pt x="807" y="209"/>
                    </a:lnTo>
                    <a:lnTo>
                      <a:pt x="811" y="214"/>
                    </a:lnTo>
                    <a:lnTo>
                      <a:pt x="814" y="218"/>
                    </a:lnTo>
                    <a:lnTo>
                      <a:pt x="818" y="220"/>
                    </a:lnTo>
                    <a:lnTo>
                      <a:pt x="822" y="221"/>
                    </a:lnTo>
                    <a:lnTo>
                      <a:pt x="825" y="223"/>
                    </a:lnTo>
                    <a:lnTo>
                      <a:pt x="829" y="225"/>
                    </a:lnTo>
                    <a:lnTo>
                      <a:pt x="833" y="226"/>
                    </a:lnTo>
                    <a:lnTo>
                      <a:pt x="839" y="226"/>
                    </a:lnTo>
                    <a:lnTo>
                      <a:pt x="845" y="227"/>
                    </a:lnTo>
                    <a:lnTo>
                      <a:pt x="848" y="230"/>
                    </a:lnTo>
                    <a:lnTo>
                      <a:pt x="848" y="235"/>
                    </a:lnTo>
                    <a:lnTo>
                      <a:pt x="845" y="240"/>
                    </a:lnTo>
                    <a:lnTo>
                      <a:pt x="844" y="244"/>
                    </a:lnTo>
                    <a:lnTo>
                      <a:pt x="846" y="247"/>
                    </a:lnTo>
                    <a:lnTo>
                      <a:pt x="848" y="251"/>
                    </a:lnTo>
                    <a:close/>
                  </a:path>
                </a:pathLst>
              </a:custGeom>
              <a:solidFill>
                <a:srgbClr val="86D1BC">
                  <a:alpha val="32000"/>
                </a:srgbClr>
              </a:solidFill>
              <a:ln>
                <a:noFill/>
              </a:ln>
            </p:spPr>
            <p:txBody>
              <a:bodyPr anchor="ctr"/>
              <a:lstStyle/>
              <a:p>
                <a:pPr algn="ctr">
                  <a:buNone/>
                </a:pPr>
              </a:p>
            </p:txBody>
          </p:sp>
          <p:sp>
            <p:nvSpPr>
              <p:cNvPr id="7163" name="addition:input:162">
                <a:extLst>
                  <a:ext uri="{FF2B5EF4-FFF2-40B4-BE49-F238E27FC236}">
                    <ns2:creationId id="{9195B367-0969-45A4-99EF-FE07FA7A796F}"/>
                  </a:ext>
                </a:extLst>
              </p:cNvPr>
              <p:cNvSpPr>
                <a:spLocks noGrp="1"/>
              </p:cNvSpPr>
              <p:nvPr/>
            </p:nvSpPr>
            <p:spPr>
              <a:xfrm>
                <a:off x="209550" y="5438775"/>
                <a:ext cx="1474744" cy="582976"/>
              </a:xfrm>
              <a:custGeom>
                <a:rect l="l" t="t" r="r" b="b"/>
                <a:pathLst>
                  <a:path w="896" h="311">
                    <a:moveTo>
                      <a:pt x="0" y="0"/>
                    </a:moveTo>
                    <a:moveTo>
                      <a:pt x="890" y="264"/>
                    </a:moveTo>
                    <a:lnTo>
                      <a:pt x="890" y="268"/>
                    </a:lnTo>
                    <a:lnTo>
                      <a:pt x="890" y="271"/>
                    </a:lnTo>
                    <a:lnTo>
                      <a:pt x="890" y="275"/>
                    </a:lnTo>
                    <a:lnTo>
                      <a:pt x="891" y="279"/>
                    </a:lnTo>
                    <a:lnTo>
                      <a:pt x="894" y="285"/>
                    </a:lnTo>
                    <a:lnTo>
                      <a:pt x="896" y="291"/>
                    </a:lnTo>
                    <a:lnTo>
                      <a:pt x="896" y="296"/>
                    </a:lnTo>
                    <a:lnTo>
                      <a:pt x="891" y="298"/>
                    </a:lnTo>
                    <a:lnTo>
                      <a:pt x="884" y="297"/>
                    </a:lnTo>
                    <a:lnTo>
                      <a:pt x="878" y="296"/>
                    </a:lnTo>
                    <a:lnTo>
                      <a:pt x="874" y="297"/>
                    </a:lnTo>
                    <a:lnTo>
                      <a:pt x="872" y="300"/>
                    </a:lnTo>
                    <a:lnTo>
                      <a:pt x="870" y="304"/>
                    </a:lnTo>
                    <a:lnTo>
                      <a:pt x="867" y="306"/>
                    </a:lnTo>
                    <a:lnTo>
                      <a:pt x="863" y="307"/>
                    </a:lnTo>
                    <a:lnTo>
                      <a:pt x="858" y="307"/>
                    </a:lnTo>
                    <a:lnTo>
                      <a:pt x="854" y="308"/>
                    </a:lnTo>
                    <a:lnTo>
                      <a:pt x="850" y="310"/>
                    </a:lnTo>
                    <a:lnTo>
                      <a:pt x="845" y="311"/>
                    </a:lnTo>
                    <a:lnTo>
                      <a:pt x="840" y="310"/>
                    </a:lnTo>
                    <a:lnTo>
                      <a:pt x="835" y="308"/>
                    </a:lnTo>
                    <a:lnTo>
                      <a:pt x="830" y="307"/>
                    </a:lnTo>
                    <a:lnTo>
                      <a:pt x="824" y="307"/>
                    </a:lnTo>
                    <a:lnTo>
                      <a:pt x="818" y="306"/>
                    </a:lnTo>
                    <a:lnTo>
                      <a:pt x="815" y="302"/>
                    </a:lnTo>
                    <a:lnTo>
                      <a:pt x="814" y="295"/>
                    </a:lnTo>
                    <a:lnTo>
                      <a:pt x="815" y="289"/>
                    </a:lnTo>
                    <a:lnTo>
                      <a:pt x="814" y="285"/>
                    </a:lnTo>
                    <a:lnTo>
                      <a:pt x="809" y="284"/>
                    </a:lnTo>
                    <a:lnTo>
                      <a:pt x="801" y="283"/>
                    </a:lnTo>
                    <a:lnTo>
                      <a:pt x="795" y="281"/>
                    </a:lnTo>
                    <a:lnTo>
                      <a:pt x="791" y="277"/>
                    </a:lnTo>
                    <a:lnTo>
                      <a:pt x="790" y="273"/>
                    </a:lnTo>
                    <a:lnTo>
                      <a:pt x="789" y="268"/>
                    </a:lnTo>
                    <a:lnTo>
                      <a:pt x="789" y="264"/>
                    </a:lnTo>
                    <a:lnTo>
                      <a:pt x="790" y="260"/>
                    </a:lnTo>
                    <a:lnTo>
                      <a:pt x="793" y="256"/>
                    </a:lnTo>
                    <a:lnTo>
                      <a:pt x="798" y="252"/>
                    </a:lnTo>
                    <a:lnTo>
                      <a:pt x="801" y="249"/>
                    </a:lnTo>
                    <a:lnTo>
                      <a:pt x="803" y="246"/>
                    </a:lnTo>
                    <a:lnTo>
                      <a:pt x="803" y="241"/>
                    </a:lnTo>
                    <a:lnTo>
                      <a:pt x="805" y="237"/>
                    </a:lnTo>
                    <a:lnTo>
                      <a:pt x="810" y="235"/>
                    </a:lnTo>
                    <a:lnTo>
                      <a:pt x="816" y="234"/>
                    </a:lnTo>
                    <a:lnTo>
                      <a:pt x="821" y="233"/>
                    </a:lnTo>
                    <a:lnTo>
                      <a:pt x="824" y="229"/>
                    </a:lnTo>
                    <a:lnTo>
                      <a:pt x="825" y="223"/>
                    </a:lnTo>
                    <a:lnTo>
                      <a:pt x="828" y="217"/>
                    </a:lnTo>
                    <a:lnTo>
                      <a:pt x="833" y="214"/>
                    </a:lnTo>
                    <a:lnTo>
                      <a:pt x="839" y="215"/>
                    </a:lnTo>
                    <a:lnTo>
                      <a:pt x="845" y="217"/>
                    </a:lnTo>
                    <a:lnTo>
                      <a:pt x="850" y="219"/>
                    </a:lnTo>
                    <a:lnTo>
                      <a:pt x="854" y="220"/>
                    </a:lnTo>
                    <a:lnTo>
                      <a:pt x="858" y="222"/>
                    </a:lnTo>
                    <a:lnTo>
                      <a:pt x="861" y="225"/>
                    </a:lnTo>
                    <a:lnTo>
                      <a:pt x="864" y="228"/>
                    </a:lnTo>
                    <a:lnTo>
                      <a:pt x="868" y="227"/>
                    </a:lnTo>
                    <a:lnTo>
                      <a:pt x="874" y="225"/>
                    </a:lnTo>
                    <a:lnTo>
                      <a:pt x="880" y="223"/>
                    </a:lnTo>
                    <a:lnTo>
                      <a:pt x="884" y="224"/>
                    </a:lnTo>
                    <a:lnTo>
                      <a:pt x="886" y="229"/>
                    </a:lnTo>
                    <a:lnTo>
                      <a:pt x="886" y="234"/>
                    </a:lnTo>
                    <a:lnTo>
                      <a:pt x="887" y="238"/>
                    </a:lnTo>
                    <a:lnTo>
                      <a:pt x="890" y="241"/>
                    </a:lnTo>
                    <a:lnTo>
                      <a:pt x="894" y="243"/>
                    </a:lnTo>
                    <a:lnTo>
                      <a:pt x="896" y="247"/>
                    </a:lnTo>
                    <a:lnTo>
                      <a:pt x="895" y="252"/>
                    </a:lnTo>
                    <a:lnTo>
                      <a:pt x="892" y="256"/>
                    </a:lnTo>
                    <a:lnTo>
                      <a:pt x="890" y="260"/>
                    </a:lnTo>
                    <a:close/>
                  </a:path>
                </a:pathLst>
              </a:custGeom>
              <a:solidFill>
                <a:srgbClr val="86D1BC">
                  <a:alpha val="32000"/>
                </a:srgbClr>
              </a:solidFill>
              <a:ln>
                <a:noFill/>
              </a:ln>
            </p:spPr>
            <p:txBody>
              <a:bodyPr anchor="ctr"/>
              <a:lstStyle/>
              <a:p>
                <a:pPr algn="ctr">
                  <a:buNone/>
                </a:pPr>
              </a:p>
            </p:txBody>
          </p:sp>
          <p:sp>
            <p:nvSpPr>
              <p:cNvPr id="7164" name="addition:input:163">
                <a:extLst>
                  <a:ext uri="{FF2B5EF4-FFF2-40B4-BE49-F238E27FC236}">
                    <ns2:creationId id="{411886E6-8720-46CE-8030-BE8D9278F895}"/>
                  </a:ext>
                </a:extLst>
              </p:cNvPr>
              <p:cNvSpPr>
                <a:spLocks noGrp="1"/>
              </p:cNvSpPr>
              <p:nvPr/>
            </p:nvSpPr>
            <p:spPr>
              <a:xfrm>
                <a:off x="209550" y="5438775"/>
                <a:ext cx="1563624" cy="659831"/>
              </a:xfrm>
              <a:custGeom>
                <a:rect l="l" t="t" r="r" b="b"/>
                <a:pathLst>
                  <a:path w="950" h="352">
                    <a:moveTo>
                      <a:pt x="0" y="0"/>
                    </a:moveTo>
                    <a:moveTo>
                      <a:pt x="949" y="302"/>
                    </a:moveTo>
                    <a:lnTo>
                      <a:pt x="946" y="307"/>
                    </a:lnTo>
                    <a:lnTo>
                      <a:pt x="943" y="311"/>
                    </a:lnTo>
                    <a:lnTo>
                      <a:pt x="941" y="315"/>
                    </a:lnTo>
                    <a:lnTo>
                      <a:pt x="939" y="319"/>
                    </a:lnTo>
                    <a:lnTo>
                      <a:pt x="935" y="323"/>
                    </a:lnTo>
                    <a:lnTo>
                      <a:pt x="929" y="325"/>
                    </a:lnTo>
                    <a:lnTo>
                      <a:pt x="923" y="326"/>
                    </a:lnTo>
                    <a:lnTo>
                      <a:pt x="920" y="330"/>
                    </a:lnTo>
                    <a:lnTo>
                      <a:pt x="921" y="336"/>
                    </a:lnTo>
                    <a:lnTo>
                      <a:pt x="921" y="344"/>
                    </a:lnTo>
                    <a:lnTo>
                      <a:pt x="919" y="350"/>
                    </a:lnTo>
                    <a:lnTo>
                      <a:pt x="913" y="352"/>
                    </a:lnTo>
                    <a:lnTo>
                      <a:pt x="906" y="351"/>
                    </a:lnTo>
                    <a:lnTo>
                      <a:pt x="900" y="349"/>
                    </a:lnTo>
                    <a:lnTo>
                      <a:pt x="895" y="349"/>
                    </a:lnTo>
                    <a:lnTo>
                      <a:pt x="890" y="349"/>
                    </a:lnTo>
                    <a:lnTo>
                      <a:pt x="886" y="348"/>
                    </a:lnTo>
                    <a:lnTo>
                      <a:pt x="882" y="347"/>
                    </a:lnTo>
                    <a:lnTo>
                      <a:pt x="878" y="346"/>
                    </a:lnTo>
                    <a:lnTo>
                      <a:pt x="874" y="346"/>
                    </a:lnTo>
                    <a:lnTo>
                      <a:pt x="869" y="348"/>
                    </a:lnTo>
                    <a:lnTo>
                      <a:pt x="864" y="349"/>
                    </a:lnTo>
                    <a:lnTo>
                      <a:pt x="861" y="347"/>
                    </a:lnTo>
                    <a:lnTo>
                      <a:pt x="859" y="342"/>
                    </a:lnTo>
                    <a:lnTo>
                      <a:pt x="856" y="339"/>
                    </a:lnTo>
                    <a:lnTo>
                      <a:pt x="852" y="338"/>
                    </a:lnTo>
                    <a:lnTo>
                      <a:pt x="845" y="337"/>
                    </a:lnTo>
                    <a:lnTo>
                      <a:pt x="840" y="335"/>
                    </a:lnTo>
                    <a:lnTo>
                      <a:pt x="838" y="330"/>
                    </a:lnTo>
                    <a:lnTo>
                      <a:pt x="840" y="324"/>
                    </a:lnTo>
                    <a:lnTo>
                      <a:pt x="844" y="318"/>
                    </a:lnTo>
                    <a:lnTo>
                      <a:pt x="845" y="313"/>
                    </a:lnTo>
                    <a:lnTo>
                      <a:pt x="844" y="310"/>
                    </a:lnTo>
                    <a:lnTo>
                      <a:pt x="841" y="306"/>
                    </a:lnTo>
                    <a:lnTo>
                      <a:pt x="839" y="302"/>
                    </a:lnTo>
                    <a:lnTo>
                      <a:pt x="837" y="298"/>
                    </a:lnTo>
                    <a:lnTo>
                      <a:pt x="834" y="293"/>
                    </a:lnTo>
                    <a:lnTo>
                      <a:pt x="831" y="288"/>
                    </a:lnTo>
                    <a:lnTo>
                      <a:pt x="828" y="282"/>
                    </a:lnTo>
                    <a:lnTo>
                      <a:pt x="830" y="278"/>
                    </a:lnTo>
                    <a:lnTo>
                      <a:pt x="835" y="275"/>
                    </a:lnTo>
                    <a:lnTo>
                      <a:pt x="842" y="274"/>
                    </a:lnTo>
                    <a:lnTo>
                      <a:pt x="846" y="272"/>
                    </a:lnTo>
                    <a:lnTo>
                      <a:pt x="848" y="269"/>
                    </a:lnTo>
                    <a:lnTo>
                      <a:pt x="849" y="264"/>
                    </a:lnTo>
                    <a:lnTo>
                      <a:pt x="852" y="260"/>
                    </a:lnTo>
                    <a:lnTo>
                      <a:pt x="857" y="260"/>
                    </a:lnTo>
                    <a:lnTo>
                      <a:pt x="863" y="261"/>
                    </a:lnTo>
                    <a:lnTo>
                      <a:pt x="868" y="261"/>
                    </a:lnTo>
                    <a:lnTo>
                      <a:pt x="872" y="259"/>
                    </a:lnTo>
                    <a:lnTo>
                      <a:pt x="876" y="255"/>
                    </a:lnTo>
                    <a:lnTo>
                      <a:pt x="881" y="251"/>
                    </a:lnTo>
                    <a:lnTo>
                      <a:pt x="887" y="250"/>
                    </a:lnTo>
                    <a:lnTo>
                      <a:pt x="893" y="250"/>
                    </a:lnTo>
                    <a:lnTo>
                      <a:pt x="899" y="250"/>
                    </a:lnTo>
                    <a:lnTo>
                      <a:pt x="905" y="250"/>
                    </a:lnTo>
                    <a:lnTo>
                      <a:pt x="911" y="252"/>
                    </a:lnTo>
                    <a:lnTo>
                      <a:pt x="914" y="258"/>
                    </a:lnTo>
                    <a:lnTo>
                      <a:pt x="916" y="266"/>
                    </a:lnTo>
                    <a:lnTo>
                      <a:pt x="917" y="271"/>
                    </a:lnTo>
                    <a:lnTo>
                      <a:pt x="921" y="273"/>
                    </a:lnTo>
                    <a:lnTo>
                      <a:pt x="929" y="273"/>
                    </a:lnTo>
                    <a:lnTo>
                      <a:pt x="936" y="273"/>
                    </a:lnTo>
                    <a:lnTo>
                      <a:pt x="942" y="275"/>
                    </a:lnTo>
                    <a:lnTo>
                      <a:pt x="944" y="280"/>
                    </a:lnTo>
                    <a:lnTo>
                      <a:pt x="944" y="285"/>
                    </a:lnTo>
                    <a:lnTo>
                      <a:pt x="945" y="289"/>
                    </a:lnTo>
                    <a:lnTo>
                      <a:pt x="948" y="293"/>
                    </a:lnTo>
                    <a:lnTo>
                      <a:pt x="950" y="297"/>
                    </a:lnTo>
                    <a:close/>
                  </a:path>
                </a:pathLst>
              </a:custGeom>
              <a:solidFill>
                <a:srgbClr val="86D1BC">
                  <a:alpha val="32000"/>
                </a:srgbClr>
              </a:solidFill>
              <a:ln>
                <a:noFill/>
              </a:ln>
            </p:spPr>
            <p:txBody>
              <a:bodyPr anchor="ctr"/>
              <a:lstStyle/>
              <a:p>
                <a:pPr algn="ctr">
                  <a:buNone/>
                </a:pPr>
              </a:p>
            </p:txBody>
          </p:sp>
          <p:sp>
            <p:nvSpPr>
              <p:cNvPr id="7165" name="addition:input:164">
                <a:extLst>
                  <a:ext uri="{FF2B5EF4-FFF2-40B4-BE49-F238E27FC236}">
                    <ns2:creationId id="{462B058F-7F0C-485A-B4AB-7B32D1B925E7}"/>
                  </a:ext>
                </a:extLst>
              </p:cNvPr>
              <p:cNvSpPr>
                <a:spLocks noGrp="1"/>
              </p:cNvSpPr>
              <p:nvPr/>
            </p:nvSpPr>
            <p:spPr>
              <a:xfrm>
                <a:off x="209550" y="5438775"/>
                <a:ext cx="1524122" cy="742310"/>
              </a:xfrm>
              <a:custGeom>
                <a:rect l="l" t="t" r="r" b="b"/>
                <a:pathLst>
                  <a:path w="926" h="396">
                    <a:moveTo>
                      <a:pt x="0" y="0"/>
                    </a:moveTo>
                    <a:moveTo>
                      <a:pt x="926" y="344"/>
                    </a:moveTo>
                    <a:lnTo>
                      <a:pt x="925" y="348"/>
                    </a:lnTo>
                    <a:lnTo>
                      <a:pt x="925" y="353"/>
                    </a:lnTo>
                    <a:lnTo>
                      <a:pt x="925" y="358"/>
                    </a:lnTo>
                    <a:lnTo>
                      <a:pt x="924" y="363"/>
                    </a:lnTo>
                    <a:lnTo>
                      <a:pt x="919" y="367"/>
                    </a:lnTo>
                    <a:lnTo>
                      <a:pt x="910" y="369"/>
                    </a:lnTo>
                    <a:lnTo>
                      <a:pt x="900" y="369"/>
                    </a:lnTo>
                    <a:lnTo>
                      <a:pt x="893" y="370"/>
                    </a:lnTo>
                    <a:lnTo>
                      <a:pt x="891" y="374"/>
                    </a:lnTo>
                    <a:lnTo>
                      <a:pt x="891" y="381"/>
                    </a:lnTo>
                    <a:lnTo>
                      <a:pt x="890" y="388"/>
                    </a:lnTo>
                    <a:lnTo>
                      <a:pt x="885" y="393"/>
                    </a:lnTo>
                    <a:lnTo>
                      <a:pt x="877" y="394"/>
                    </a:lnTo>
                    <a:lnTo>
                      <a:pt x="870" y="395"/>
                    </a:lnTo>
                    <a:lnTo>
                      <a:pt x="863" y="396"/>
                    </a:lnTo>
                    <a:lnTo>
                      <a:pt x="856" y="396"/>
                    </a:lnTo>
                    <a:lnTo>
                      <a:pt x="849" y="395"/>
                    </a:lnTo>
                    <a:lnTo>
                      <a:pt x="843" y="392"/>
                    </a:lnTo>
                    <a:lnTo>
                      <a:pt x="837" y="390"/>
                    </a:lnTo>
                    <a:lnTo>
                      <a:pt x="832" y="389"/>
                    </a:lnTo>
                    <a:lnTo>
                      <a:pt x="826" y="390"/>
                    </a:lnTo>
                    <a:lnTo>
                      <a:pt x="820" y="390"/>
                    </a:lnTo>
                    <a:lnTo>
                      <a:pt x="815" y="388"/>
                    </a:lnTo>
                    <a:lnTo>
                      <a:pt x="813" y="383"/>
                    </a:lnTo>
                    <a:lnTo>
                      <a:pt x="811" y="379"/>
                    </a:lnTo>
                    <a:lnTo>
                      <a:pt x="806" y="377"/>
                    </a:lnTo>
                    <a:lnTo>
                      <a:pt x="798" y="377"/>
                    </a:lnTo>
                    <a:lnTo>
                      <a:pt x="790" y="377"/>
                    </a:lnTo>
                    <a:lnTo>
                      <a:pt x="784" y="374"/>
                    </a:lnTo>
                    <a:lnTo>
                      <a:pt x="784" y="368"/>
                    </a:lnTo>
                    <a:lnTo>
                      <a:pt x="787" y="362"/>
                    </a:lnTo>
                    <a:lnTo>
                      <a:pt x="791" y="357"/>
                    </a:lnTo>
                    <a:lnTo>
                      <a:pt x="793" y="352"/>
                    </a:lnTo>
                    <a:lnTo>
                      <a:pt x="794" y="348"/>
                    </a:lnTo>
                    <a:lnTo>
                      <a:pt x="796" y="344"/>
                    </a:lnTo>
                    <a:lnTo>
                      <a:pt x="799" y="340"/>
                    </a:lnTo>
                    <a:lnTo>
                      <a:pt x="798" y="336"/>
                    </a:lnTo>
                    <a:lnTo>
                      <a:pt x="794" y="331"/>
                    </a:lnTo>
                    <a:lnTo>
                      <a:pt x="789" y="325"/>
                    </a:lnTo>
                    <a:lnTo>
                      <a:pt x="788" y="319"/>
                    </a:lnTo>
                    <a:lnTo>
                      <a:pt x="792" y="316"/>
                    </a:lnTo>
                    <a:lnTo>
                      <a:pt x="799" y="314"/>
                    </a:lnTo>
                    <a:lnTo>
                      <a:pt x="804" y="312"/>
                    </a:lnTo>
                    <a:lnTo>
                      <a:pt x="807" y="308"/>
                    </a:lnTo>
                    <a:lnTo>
                      <a:pt x="808" y="303"/>
                    </a:lnTo>
                    <a:lnTo>
                      <a:pt x="811" y="298"/>
                    </a:lnTo>
                    <a:lnTo>
                      <a:pt x="816" y="297"/>
                    </a:lnTo>
                    <a:lnTo>
                      <a:pt x="823" y="299"/>
                    </a:lnTo>
                    <a:lnTo>
                      <a:pt x="829" y="301"/>
                    </a:lnTo>
                    <a:lnTo>
                      <a:pt x="834" y="301"/>
                    </a:lnTo>
                    <a:lnTo>
                      <a:pt x="838" y="299"/>
                    </a:lnTo>
                    <a:lnTo>
                      <a:pt x="843" y="297"/>
                    </a:lnTo>
                    <a:lnTo>
                      <a:pt x="848" y="296"/>
                    </a:lnTo>
                    <a:lnTo>
                      <a:pt x="854" y="295"/>
                    </a:lnTo>
                    <a:lnTo>
                      <a:pt x="861" y="293"/>
                    </a:lnTo>
                    <a:lnTo>
                      <a:pt x="869" y="290"/>
                    </a:lnTo>
                    <a:lnTo>
                      <a:pt x="877" y="289"/>
                    </a:lnTo>
                    <a:lnTo>
                      <a:pt x="883" y="293"/>
                    </a:lnTo>
                    <a:lnTo>
                      <a:pt x="885" y="301"/>
                    </a:lnTo>
                    <a:lnTo>
                      <a:pt x="886" y="308"/>
                    </a:lnTo>
                    <a:lnTo>
                      <a:pt x="889" y="313"/>
                    </a:lnTo>
                    <a:lnTo>
                      <a:pt x="895" y="314"/>
                    </a:lnTo>
                    <a:lnTo>
                      <a:pt x="903" y="315"/>
                    </a:lnTo>
                    <a:lnTo>
                      <a:pt x="909" y="318"/>
                    </a:lnTo>
                    <a:lnTo>
                      <a:pt x="912" y="322"/>
                    </a:lnTo>
                    <a:lnTo>
                      <a:pt x="913" y="327"/>
                    </a:lnTo>
                    <a:lnTo>
                      <a:pt x="916" y="331"/>
                    </a:lnTo>
                    <a:lnTo>
                      <a:pt x="921" y="335"/>
                    </a:lnTo>
                    <a:lnTo>
                      <a:pt x="925" y="339"/>
                    </a:lnTo>
                    <a:close/>
                  </a:path>
                </a:pathLst>
              </a:custGeom>
              <a:solidFill>
                <a:srgbClr val="86D1BC">
                  <a:alpha val="32000"/>
                </a:srgbClr>
              </a:solidFill>
              <a:ln>
                <a:noFill/>
              </a:ln>
            </p:spPr>
            <p:txBody>
              <a:bodyPr anchor="ctr"/>
              <a:lstStyle/>
              <a:p>
                <a:pPr algn="ctr">
                  <a:buNone/>
                </a:pPr>
              </a:p>
            </p:txBody>
          </p:sp>
          <p:sp>
            <p:nvSpPr>
              <p:cNvPr id="7166" name="addition:input:165">
                <a:extLst>
                  <a:ext uri="{FF2B5EF4-FFF2-40B4-BE49-F238E27FC236}">
                    <ns2:creationId id="{272255D2-3369-416D-B489-3F108A84D030}"/>
                  </a:ext>
                </a:extLst>
              </p:cNvPr>
              <p:cNvSpPr>
                <a:spLocks noGrp="1"/>
              </p:cNvSpPr>
              <p:nvPr/>
            </p:nvSpPr>
            <p:spPr>
              <a:xfrm>
                <a:off x="209550" y="5438775"/>
                <a:ext cx="1403970" cy="747933"/>
              </a:xfrm>
              <a:custGeom>
                <a:rect l="l" t="t" r="r" b="b"/>
                <a:pathLst>
                  <a:path w="853" h="399">
                    <a:moveTo>
                      <a:pt x="0" y="0"/>
                    </a:moveTo>
                    <a:moveTo>
                      <a:pt x="852" y="349"/>
                    </a:moveTo>
                    <a:lnTo>
                      <a:pt x="848" y="353"/>
                    </a:lnTo>
                    <a:lnTo>
                      <a:pt x="845" y="357"/>
                    </a:lnTo>
                    <a:lnTo>
                      <a:pt x="844" y="361"/>
                    </a:lnTo>
                    <a:lnTo>
                      <a:pt x="842" y="366"/>
                    </a:lnTo>
                    <a:lnTo>
                      <a:pt x="839" y="370"/>
                    </a:lnTo>
                    <a:lnTo>
                      <a:pt x="833" y="372"/>
                    </a:lnTo>
                    <a:lnTo>
                      <a:pt x="826" y="373"/>
                    </a:lnTo>
                    <a:lnTo>
                      <a:pt x="822" y="376"/>
                    </a:lnTo>
                    <a:lnTo>
                      <a:pt x="821" y="381"/>
                    </a:lnTo>
                    <a:lnTo>
                      <a:pt x="821" y="389"/>
                    </a:lnTo>
                    <a:lnTo>
                      <a:pt x="820" y="396"/>
                    </a:lnTo>
                    <a:lnTo>
                      <a:pt x="815" y="399"/>
                    </a:lnTo>
                    <a:lnTo>
                      <a:pt x="808" y="399"/>
                    </a:lnTo>
                    <a:lnTo>
                      <a:pt x="801" y="397"/>
                    </a:lnTo>
                    <a:lnTo>
                      <a:pt x="795" y="396"/>
                    </a:lnTo>
                    <a:lnTo>
                      <a:pt x="790" y="396"/>
                    </a:lnTo>
                    <a:lnTo>
                      <a:pt x="786" y="395"/>
                    </a:lnTo>
                    <a:lnTo>
                      <a:pt x="781" y="393"/>
                    </a:lnTo>
                    <a:lnTo>
                      <a:pt x="777" y="391"/>
                    </a:lnTo>
                    <a:lnTo>
                      <a:pt x="773" y="392"/>
                    </a:lnTo>
                    <a:lnTo>
                      <a:pt x="768" y="394"/>
                    </a:lnTo>
                    <a:lnTo>
                      <a:pt x="763" y="396"/>
                    </a:lnTo>
                    <a:lnTo>
                      <a:pt x="758" y="394"/>
                    </a:lnTo>
                    <a:lnTo>
                      <a:pt x="756" y="390"/>
                    </a:lnTo>
                    <a:lnTo>
                      <a:pt x="754" y="386"/>
                    </a:lnTo>
                    <a:lnTo>
                      <a:pt x="750" y="383"/>
                    </a:lnTo>
                    <a:lnTo>
                      <a:pt x="745" y="382"/>
                    </a:lnTo>
                    <a:lnTo>
                      <a:pt x="738" y="381"/>
                    </a:lnTo>
                    <a:lnTo>
                      <a:pt x="735" y="377"/>
                    </a:lnTo>
                    <a:lnTo>
                      <a:pt x="736" y="371"/>
                    </a:lnTo>
                    <a:lnTo>
                      <a:pt x="739" y="365"/>
                    </a:lnTo>
                    <a:lnTo>
                      <a:pt x="742" y="360"/>
                    </a:lnTo>
                    <a:lnTo>
                      <a:pt x="741" y="356"/>
                    </a:lnTo>
                    <a:lnTo>
                      <a:pt x="739" y="352"/>
                    </a:lnTo>
                    <a:lnTo>
                      <a:pt x="738" y="349"/>
                    </a:lnTo>
                    <a:lnTo>
                      <a:pt x="736" y="344"/>
                    </a:lnTo>
                    <a:lnTo>
                      <a:pt x="734" y="340"/>
                    </a:lnTo>
                    <a:lnTo>
                      <a:pt x="729" y="335"/>
                    </a:lnTo>
                    <a:lnTo>
                      <a:pt x="726" y="329"/>
                    </a:lnTo>
                    <a:lnTo>
                      <a:pt x="726" y="324"/>
                    </a:lnTo>
                    <a:lnTo>
                      <a:pt x="731" y="321"/>
                    </a:lnTo>
                    <a:lnTo>
                      <a:pt x="738" y="320"/>
                    </a:lnTo>
                    <a:lnTo>
                      <a:pt x="744" y="319"/>
                    </a:lnTo>
                    <a:lnTo>
                      <a:pt x="747" y="316"/>
                    </a:lnTo>
                    <a:lnTo>
                      <a:pt x="748" y="311"/>
                    </a:lnTo>
                    <a:lnTo>
                      <a:pt x="751" y="307"/>
                    </a:lnTo>
                    <a:lnTo>
                      <a:pt x="755" y="305"/>
                    </a:lnTo>
                    <a:lnTo>
                      <a:pt x="761" y="306"/>
                    </a:lnTo>
                    <a:lnTo>
                      <a:pt x="766" y="306"/>
                    </a:lnTo>
                    <a:lnTo>
                      <a:pt x="771" y="305"/>
                    </a:lnTo>
                    <a:lnTo>
                      <a:pt x="775" y="301"/>
                    </a:lnTo>
                    <a:lnTo>
                      <a:pt x="780" y="299"/>
                    </a:lnTo>
                    <a:lnTo>
                      <a:pt x="786" y="297"/>
                    </a:lnTo>
                    <a:lnTo>
                      <a:pt x="792" y="297"/>
                    </a:lnTo>
                    <a:lnTo>
                      <a:pt x="799" y="297"/>
                    </a:lnTo>
                    <a:lnTo>
                      <a:pt x="806" y="297"/>
                    </a:lnTo>
                    <a:lnTo>
                      <a:pt x="812" y="298"/>
                    </a:lnTo>
                    <a:lnTo>
                      <a:pt x="817" y="303"/>
                    </a:lnTo>
                    <a:lnTo>
                      <a:pt x="818" y="310"/>
                    </a:lnTo>
                    <a:lnTo>
                      <a:pt x="819" y="317"/>
                    </a:lnTo>
                    <a:lnTo>
                      <a:pt x="822" y="320"/>
                    </a:lnTo>
                    <a:lnTo>
                      <a:pt x="829" y="320"/>
                    </a:lnTo>
                    <a:lnTo>
                      <a:pt x="837" y="320"/>
                    </a:lnTo>
                    <a:lnTo>
                      <a:pt x="844" y="322"/>
                    </a:lnTo>
                    <a:lnTo>
                      <a:pt x="847" y="326"/>
                    </a:lnTo>
                    <a:lnTo>
                      <a:pt x="848" y="331"/>
                    </a:lnTo>
                    <a:lnTo>
                      <a:pt x="849" y="335"/>
                    </a:lnTo>
                    <a:lnTo>
                      <a:pt x="851" y="339"/>
                    </a:lnTo>
                    <a:lnTo>
                      <a:pt x="853" y="344"/>
                    </a:lnTo>
                    <a:close/>
                  </a:path>
                </a:pathLst>
              </a:custGeom>
              <a:solidFill>
                <a:srgbClr val="86D1BC">
                  <a:alpha val="32000"/>
                </a:srgbClr>
              </a:solidFill>
              <a:ln>
                <a:noFill/>
              </a:ln>
            </p:spPr>
            <p:txBody>
              <a:bodyPr anchor="ctr"/>
              <a:lstStyle/>
              <a:p>
                <a:pPr algn="ctr">
                  <a:buNone/>
                </a:pPr>
              </a:p>
            </p:txBody>
          </p:sp>
          <p:sp>
            <p:nvSpPr>
              <p:cNvPr id="7167" name="addition:input:166">
                <a:extLst>
                  <a:ext uri="{FF2B5EF4-FFF2-40B4-BE49-F238E27FC236}">
                    <ns2:creationId id="{1480D8AA-6C97-492F-8B8F-BE0A402D085B}"/>
                  </a:ext>
                </a:extLst>
              </p:cNvPr>
              <p:cNvSpPr>
                <a:spLocks noGrp="1"/>
              </p:cNvSpPr>
              <p:nvPr/>
            </p:nvSpPr>
            <p:spPr>
              <a:xfrm>
                <a:off x="209550" y="5438775"/>
                <a:ext cx="1303569" cy="701070"/>
              </a:xfrm>
              <a:custGeom>
                <a:rect l="l" t="t" r="r" b="b"/>
                <a:pathLst>
                  <a:path w="792" h="374">
                    <a:moveTo>
                      <a:pt x="0" y="0"/>
                    </a:moveTo>
                    <a:moveTo>
                      <a:pt x="792" y="331"/>
                    </a:moveTo>
                    <a:lnTo>
                      <a:pt x="789" y="335"/>
                    </a:lnTo>
                    <a:lnTo>
                      <a:pt x="783" y="338"/>
                    </a:lnTo>
                    <a:lnTo>
                      <a:pt x="776" y="340"/>
                    </a:lnTo>
                    <a:lnTo>
                      <a:pt x="772" y="343"/>
                    </a:lnTo>
                    <a:lnTo>
                      <a:pt x="771" y="346"/>
                    </a:lnTo>
                    <a:lnTo>
                      <a:pt x="771" y="350"/>
                    </a:lnTo>
                    <a:lnTo>
                      <a:pt x="771" y="355"/>
                    </a:lnTo>
                    <a:lnTo>
                      <a:pt x="769" y="358"/>
                    </a:lnTo>
                    <a:lnTo>
                      <a:pt x="766" y="362"/>
                    </a:lnTo>
                    <a:lnTo>
                      <a:pt x="764" y="366"/>
                    </a:lnTo>
                    <a:lnTo>
                      <a:pt x="761" y="370"/>
                    </a:lnTo>
                    <a:lnTo>
                      <a:pt x="757" y="371"/>
                    </a:lnTo>
                    <a:lnTo>
                      <a:pt x="752" y="371"/>
                    </a:lnTo>
                    <a:lnTo>
                      <a:pt x="747" y="369"/>
                    </a:lnTo>
                    <a:lnTo>
                      <a:pt x="743" y="368"/>
                    </a:lnTo>
                    <a:lnTo>
                      <a:pt x="739" y="370"/>
                    </a:lnTo>
                    <a:lnTo>
                      <a:pt x="736" y="373"/>
                    </a:lnTo>
                    <a:lnTo>
                      <a:pt x="732" y="374"/>
                    </a:lnTo>
                    <a:lnTo>
                      <a:pt x="729" y="371"/>
                    </a:lnTo>
                    <a:lnTo>
                      <a:pt x="726" y="367"/>
                    </a:lnTo>
                    <a:lnTo>
                      <a:pt x="724" y="365"/>
                    </a:lnTo>
                    <a:lnTo>
                      <a:pt x="720" y="365"/>
                    </a:lnTo>
                    <a:lnTo>
                      <a:pt x="716" y="367"/>
                    </a:lnTo>
                    <a:lnTo>
                      <a:pt x="710" y="368"/>
                    </a:lnTo>
                    <a:lnTo>
                      <a:pt x="706" y="367"/>
                    </a:lnTo>
                    <a:lnTo>
                      <a:pt x="704" y="364"/>
                    </a:lnTo>
                    <a:lnTo>
                      <a:pt x="701" y="361"/>
                    </a:lnTo>
                    <a:lnTo>
                      <a:pt x="699" y="357"/>
                    </a:lnTo>
                    <a:lnTo>
                      <a:pt x="698" y="353"/>
                    </a:lnTo>
                    <a:lnTo>
                      <a:pt x="699" y="348"/>
                    </a:lnTo>
                    <a:lnTo>
                      <a:pt x="702" y="343"/>
                    </a:lnTo>
                    <a:lnTo>
                      <a:pt x="703" y="340"/>
                    </a:lnTo>
                    <a:lnTo>
                      <a:pt x="700" y="337"/>
                    </a:lnTo>
                    <a:lnTo>
                      <a:pt x="695" y="334"/>
                    </a:lnTo>
                    <a:lnTo>
                      <a:pt x="689" y="331"/>
                    </a:lnTo>
                    <a:lnTo>
                      <a:pt x="688" y="327"/>
                    </a:lnTo>
                    <a:lnTo>
                      <a:pt x="689" y="323"/>
                    </a:lnTo>
                    <a:lnTo>
                      <a:pt x="692" y="320"/>
                    </a:lnTo>
                    <a:lnTo>
                      <a:pt x="693" y="316"/>
                    </a:lnTo>
                    <a:lnTo>
                      <a:pt x="692" y="312"/>
                    </a:lnTo>
                    <a:lnTo>
                      <a:pt x="691" y="308"/>
                    </a:lnTo>
                    <a:lnTo>
                      <a:pt x="693" y="304"/>
                    </a:lnTo>
                    <a:lnTo>
                      <a:pt x="697" y="302"/>
                    </a:lnTo>
                    <a:lnTo>
                      <a:pt x="701" y="301"/>
                    </a:lnTo>
                    <a:lnTo>
                      <a:pt x="705" y="299"/>
                    </a:lnTo>
                    <a:lnTo>
                      <a:pt x="708" y="298"/>
                    </a:lnTo>
                    <a:lnTo>
                      <a:pt x="712" y="296"/>
                    </a:lnTo>
                    <a:lnTo>
                      <a:pt x="716" y="297"/>
                    </a:lnTo>
                    <a:lnTo>
                      <a:pt x="720" y="296"/>
                    </a:lnTo>
                    <a:lnTo>
                      <a:pt x="724" y="294"/>
                    </a:lnTo>
                    <a:lnTo>
                      <a:pt x="727" y="289"/>
                    </a:lnTo>
                    <a:lnTo>
                      <a:pt x="732" y="283"/>
                    </a:lnTo>
                    <a:lnTo>
                      <a:pt x="737" y="281"/>
                    </a:lnTo>
                    <a:lnTo>
                      <a:pt x="742" y="283"/>
                    </a:lnTo>
                    <a:lnTo>
                      <a:pt x="747" y="288"/>
                    </a:lnTo>
                    <a:lnTo>
                      <a:pt x="750" y="292"/>
                    </a:lnTo>
                    <a:lnTo>
                      <a:pt x="754" y="295"/>
                    </a:lnTo>
                    <a:lnTo>
                      <a:pt x="759" y="296"/>
                    </a:lnTo>
                    <a:lnTo>
                      <a:pt x="763" y="297"/>
                    </a:lnTo>
                    <a:lnTo>
                      <a:pt x="766" y="300"/>
                    </a:lnTo>
                    <a:lnTo>
                      <a:pt x="769" y="303"/>
                    </a:lnTo>
                    <a:lnTo>
                      <a:pt x="772" y="305"/>
                    </a:lnTo>
                    <a:lnTo>
                      <a:pt x="777" y="307"/>
                    </a:lnTo>
                    <a:lnTo>
                      <a:pt x="781" y="309"/>
                    </a:lnTo>
                    <a:lnTo>
                      <a:pt x="783" y="312"/>
                    </a:lnTo>
                    <a:lnTo>
                      <a:pt x="783" y="316"/>
                    </a:lnTo>
                    <a:lnTo>
                      <a:pt x="784" y="320"/>
                    </a:lnTo>
                    <a:lnTo>
                      <a:pt x="787" y="323"/>
                    </a:lnTo>
                    <a:lnTo>
                      <a:pt x="790" y="327"/>
                    </a:lnTo>
                    <a:close/>
                  </a:path>
                </a:pathLst>
              </a:custGeom>
              <a:solidFill>
                <a:srgbClr val="86D1BC">
                  <a:alpha val="32000"/>
                </a:srgbClr>
              </a:solidFill>
              <a:ln>
                <a:noFill/>
              </a:ln>
            </p:spPr>
            <p:txBody>
              <a:bodyPr anchor="ctr"/>
              <a:lstStyle/>
              <a:p>
                <a:pPr algn="ctr">
                  <a:buNone/>
                </a:pPr>
              </a:p>
            </p:txBody>
          </p:sp>
          <p:sp>
            <p:nvSpPr>
              <p:cNvPr id="7168" name="addition:input:167">
                <a:extLst>
                  <a:ext uri="{FF2B5EF4-FFF2-40B4-BE49-F238E27FC236}">
                    <ns2:creationId id="{8EFC9DA0-F183-419E-B2E7-19A358B86701}"/>
                  </a:ext>
                </a:extLst>
              </p:cNvPr>
              <p:cNvSpPr>
                <a:spLocks noGrp="1"/>
              </p:cNvSpPr>
              <p:nvPr/>
            </p:nvSpPr>
            <p:spPr>
              <a:xfrm>
                <a:off x="209550" y="5438775"/>
                <a:ext cx="1476390" cy="721690"/>
              </a:xfrm>
              <a:custGeom>
                <a:rect l="l" t="t" r="r" b="b"/>
                <a:pathLst>
                  <a:path w="897" h="385">
                    <a:moveTo>
                      <a:pt x="0" y="0"/>
                    </a:moveTo>
                    <a:moveTo>
                      <a:pt x="896" y="324"/>
                    </a:moveTo>
                    <a:lnTo>
                      <a:pt x="896" y="329"/>
                    </a:lnTo>
                    <a:lnTo>
                      <a:pt x="897" y="334"/>
                    </a:lnTo>
                    <a:lnTo>
                      <a:pt x="895" y="339"/>
                    </a:lnTo>
                    <a:lnTo>
                      <a:pt x="891" y="343"/>
                    </a:lnTo>
                    <a:lnTo>
                      <a:pt x="885" y="346"/>
                    </a:lnTo>
                    <a:lnTo>
                      <a:pt x="881" y="350"/>
                    </a:lnTo>
                    <a:lnTo>
                      <a:pt x="879" y="355"/>
                    </a:lnTo>
                    <a:lnTo>
                      <a:pt x="875" y="359"/>
                    </a:lnTo>
                    <a:lnTo>
                      <a:pt x="869" y="361"/>
                    </a:lnTo>
                    <a:lnTo>
                      <a:pt x="860" y="361"/>
                    </a:lnTo>
                    <a:lnTo>
                      <a:pt x="853" y="362"/>
                    </a:lnTo>
                    <a:lnTo>
                      <a:pt x="849" y="366"/>
                    </a:lnTo>
                    <a:lnTo>
                      <a:pt x="846" y="374"/>
                    </a:lnTo>
                    <a:lnTo>
                      <a:pt x="842" y="381"/>
                    </a:lnTo>
                    <a:lnTo>
                      <a:pt x="835" y="385"/>
                    </a:lnTo>
                    <a:lnTo>
                      <a:pt x="826" y="384"/>
                    </a:lnTo>
                    <a:lnTo>
                      <a:pt x="818" y="380"/>
                    </a:lnTo>
                    <a:lnTo>
                      <a:pt x="811" y="377"/>
                    </a:lnTo>
                    <a:lnTo>
                      <a:pt x="805" y="375"/>
                    </a:lnTo>
                    <a:lnTo>
                      <a:pt x="799" y="373"/>
                    </a:lnTo>
                    <a:lnTo>
                      <a:pt x="794" y="370"/>
                    </a:lnTo>
                    <a:lnTo>
                      <a:pt x="789" y="367"/>
                    </a:lnTo>
                    <a:lnTo>
                      <a:pt x="784" y="366"/>
                    </a:lnTo>
                    <a:lnTo>
                      <a:pt x="777" y="366"/>
                    </a:lnTo>
                    <a:lnTo>
                      <a:pt x="769" y="367"/>
                    </a:lnTo>
                    <a:lnTo>
                      <a:pt x="763" y="365"/>
                    </a:lnTo>
                    <a:lnTo>
                      <a:pt x="761" y="361"/>
                    </a:lnTo>
                    <a:lnTo>
                      <a:pt x="761" y="355"/>
                    </a:lnTo>
                    <a:lnTo>
                      <a:pt x="760" y="350"/>
                    </a:lnTo>
                    <a:lnTo>
                      <a:pt x="755" y="347"/>
                    </a:lnTo>
                    <a:lnTo>
                      <a:pt x="749" y="344"/>
                    </a:lnTo>
                    <a:lnTo>
                      <a:pt x="745" y="340"/>
                    </a:lnTo>
                    <a:lnTo>
                      <a:pt x="748" y="334"/>
                    </a:lnTo>
                    <a:lnTo>
                      <a:pt x="754" y="328"/>
                    </a:lnTo>
                    <a:lnTo>
                      <a:pt x="761" y="324"/>
                    </a:lnTo>
                    <a:lnTo>
                      <a:pt x="764" y="319"/>
                    </a:lnTo>
                    <a:lnTo>
                      <a:pt x="764" y="315"/>
                    </a:lnTo>
                    <a:lnTo>
                      <a:pt x="763" y="310"/>
                    </a:lnTo>
                    <a:lnTo>
                      <a:pt x="763" y="306"/>
                    </a:lnTo>
                    <a:lnTo>
                      <a:pt x="763" y="301"/>
                    </a:lnTo>
                    <a:lnTo>
                      <a:pt x="762" y="295"/>
                    </a:lnTo>
                    <a:lnTo>
                      <a:pt x="760" y="288"/>
                    </a:lnTo>
                    <a:lnTo>
                      <a:pt x="761" y="282"/>
                    </a:lnTo>
                    <a:lnTo>
                      <a:pt x="767" y="279"/>
                    </a:lnTo>
                    <a:lnTo>
                      <a:pt x="776" y="280"/>
                    </a:lnTo>
                    <a:lnTo>
                      <a:pt x="785" y="282"/>
                    </a:lnTo>
                    <a:lnTo>
                      <a:pt x="790" y="281"/>
                    </a:lnTo>
                    <a:lnTo>
                      <a:pt x="793" y="277"/>
                    </a:lnTo>
                    <a:lnTo>
                      <a:pt x="796" y="273"/>
                    </a:lnTo>
                    <a:lnTo>
                      <a:pt x="801" y="271"/>
                    </a:lnTo>
                    <a:lnTo>
                      <a:pt x="806" y="272"/>
                    </a:lnTo>
                    <a:lnTo>
                      <a:pt x="812" y="274"/>
                    </a:lnTo>
                    <a:lnTo>
                      <a:pt x="817" y="274"/>
                    </a:lnTo>
                    <a:lnTo>
                      <a:pt x="823" y="272"/>
                    </a:lnTo>
                    <a:lnTo>
                      <a:pt x="829" y="270"/>
                    </a:lnTo>
                    <a:lnTo>
                      <a:pt x="836" y="270"/>
                    </a:lnTo>
                    <a:lnTo>
                      <a:pt x="842" y="271"/>
                    </a:lnTo>
                    <a:lnTo>
                      <a:pt x="849" y="273"/>
                    </a:lnTo>
                    <a:lnTo>
                      <a:pt x="856" y="274"/>
                    </a:lnTo>
                    <a:lnTo>
                      <a:pt x="863" y="277"/>
                    </a:lnTo>
                    <a:lnTo>
                      <a:pt x="867" y="282"/>
                    </a:lnTo>
                    <a:lnTo>
                      <a:pt x="867" y="289"/>
                    </a:lnTo>
                    <a:lnTo>
                      <a:pt x="865" y="297"/>
                    </a:lnTo>
                    <a:lnTo>
                      <a:pt x="866" y="302"/>
                    </a:lnTo>
                    <a:lnTo>
                      <a:pt x="872" y="304"/>
                    </a:lnTo>
                    <a:lnTo>
                      <a:pt x="882" y="306"/>
                    </a:lnTo>
                    <a:lnTo>
                      <a:pt x="892" y="308"/>
                    </a:lnTo>
                    <a:lnTo>
                      <a:pt x="896" y="313"/>
                    </a:lnTo>
                    <a:lnTo>
                      <a:pt x="897" y="318"/>
                    </a:lnTo>
                    <a:close/>
                  </a:path>
                </a:pathLst>
              </a:custGeom>
              <a:solidFill>
                <a:srgbClr val="86D1BC">
                  <a:alpha val="32000"/>
                </a:srgbClr>
              </a:solidFill>
              <a:ln>
                <a:noFill/>
              </a:ln>
            </p:spPr>
            <p:txBody>
              <a:bodyPr anchor="ctr"/>
              <a:lstStyle/>
              <a:p>
                <a:pPr algn="ctr">
                  <a:buNone/>
                </a:pPr>
              </a:p>
            </p:txBody>
          </p:sp>
          <p:sp>
            <p:nvSpPr>
              <p:cNvPr id="7169" name="addition:input:168">
                <a:extLst>
                  <a:ext uri="{FF2B5EF4-FFF2-40B4-BE49-F238E27FC236}">
                    <ns2:creationId id="{CDB6C267-B660-47C1-9BB6-97AB76060EE0}"/>
                  </a:ext>
                </a:extLst>
              </p:cNvPr>
              <p:cNvSpPr>
                <a:spLocks noGrp="1"/>
              </p:cNvSpPr>
              <p:nvPr/>
            </p:nvSpPr>
            <p:spPr>
              <a:xfrm>
                <a:off x="209550" y="5438775"/>
                <a:ext cx="1510955" cy="774177"/>
              </a:xfrm>
              <a:custGeom>
                <a:rect l="l" t="t" r="r" b="b"/>
                <a:pathLst>
                  <a:path w="918" h="413">
                    <a:moveTo>
                      <a:pt x="0" y="0"/>
                    </a:moveTo>
                    <a:moveTo>
                      <a:pt x="914" y="314"/>
                    </a:moveTo>
                    <a:lnTo>
                      <a:pt x="915" y="322"/>
                    </a:lnTo>
                    <a:lnTo>
                      <a:pt x="912" y="329"/>
                    </a:lnTo>
                    <a:lnTo>
                      <a:pt x="909" y="337"/>
                    </a:lnTo>
                    <a:lnTo>
                      <a:pt x="910" y="345"/>
                    </a:lnTo>
                    <a:lnTo>
                      <a:pt x="913" y="354"/>
                    </a:lnTo>
                    <a:lnTo>
                      <a:pt x="912" y="362"/>
                    </a:lnTo>
                    <a:lnTo>
                      <a:pt x="906" y="369"/>
                    </a:lnTo>
                    <a:lnTo>
                      <a:pt x="900" y="374"/>
                    </a:lnTo>
                    <a:lnTo>
                      <a:pt x="895" y="381"/>
                    </a:lnTo>
                    <a:lnTo>
                      <a:pt x="890" y="387"/>
                    </a:lnTo>
                    <a:lnTo>
                      <a:pt x="883" y="392"/>
                    </a:lnTo>
                    <a:lnTo>
                      <a:pt x="872" y="391"/>
                    </a:lnTo>
                    <a:lnTo>
                      <a:pt x="860" y="386"/>
                    </a:lnTo>
                    <a:lnTo>
                      <a:pt x="850" y="382"/>
                    </a:lnTo>
                    <a:lnTo>
                      <a:pt x="844" y="385"/>
                    </a:lnTo>
                    <a:lnTo>
                      <a:pt x="838" y="395"/>
                    </a:lnTo>
                    <a:lnTo>
                      <a:pt x="830" y="407"/>
                    </a:lnTo>
                    <a:lnTo>
                      <a:pt x="819" y="413"/>
                    </a:lnTo>
                    <a:lnTo>
                      <a:pt x="808" y="412"/>
                    </a:lnTo>
                    <a:lnTo>
                      <a:pt x="797" y="407"/>
                    </a:lnTo>
                    <a:lnTo>
                      <a:pt x="787" y="402"/>
                    </a:lnTo>
                    <a:lnTo>
                      <a:pt x="777" y="399"/>
                    </a:lnTo>
                    <a:lnTo>
                      <a:pt x="767" y="394"/>
                    </a:lnTo>
                    <a:lnTo>
                      <a:pt x="760" y="387"/>
                    </a:lnTo>
                    <a:lnTo>
                      <a:pt x="754" y="378"/>
                    </a:lnTo>
                    <a:lnTo>
                      <a:pt x="748" y="372"/>
                    </a:lnTo>
                    <a:lnTo>
                      <a:pt x="738" y="369"/>
                    </a:lnTo>
                    <a:lnTo>
                      <a:pt x="726" y="365"/>
                    </a:lnTo>
                    <a:lnTo>
                      <a:pt x="718" y="360"/>
                    </a:lnTo>
                    <a:lnTo>
                      <a:pt x="716" y="351"/>
                    </a:lnTo>
                    <a:lnTo>
                      <a:pt x="717" y="342"/>
                    </a:lnTo>
                    <a:lnTo>
                      <a:pt x="713" y="335"/>
                    </a:lnTo>
                    <a:lnTo>
                      <a:pt x="703" y="330"/>
                    </a:lnTo>
                    <a:lnTo>
                      <a:pt x="689" y="323"/>
                    </a:lnTo>
                    <a:lnTo>
                      <a:pt x="681" y="314"/>
                    </a:lnTo>
                    <a:lnTo>
                      <a:pt x="684" y="305"/>
                    </a:lnTo>
                    <a:lnTo>
                      <a:pt x="695" y="297"/>
                    </a:lnTo>
                    <a:lnTo>
                      <a:pt x="708" y="291"/>
                    </a:lnTo>
                    <a:lnTo>
                      <a:pt x="717" y="285"/>
                    </a:lnTo>
                    <a:lnTo>
                      <a:pt x="723" y="279"/>
                    </a:lnTo>
                    <a:lnTo>
                      <a:pt x="730" y="273"/>
                    </a:lnTo>
                    <a:lnTo>
                      <a:pt x="738" y="268"/>
                    </a:lnTo>
                    <a:lnTo>
                      <a:pt x="744" y="262"/>
                    </a:lnTo>
                    <a:lnTo>
                      <a:pt x="747" y="253"/>
                    </a:lnTo>
                    <a:lnTo>
                      <a:pt x="749" y="242"/>
                    </a:lnTo>
                    <a:lnTo>
                      <a:pt x="754" y="231"/>
                    </a:lnTo>
                    <a:lnTo>
                      <a:pt x="765" y="227"/>
                    </a:lnTo>
                    <a:lnTo>
                      <a:pt x="778" y="229"/>
                    </a:lnTo>
                    <a:lnTo>
                      <a:pt x="791" y="232"/>
                    </a:lnTo>
                    <a:lnTo>
                      <a:pt x="801" y="231"/>
                    </a:lnTo>
                    <a:lnTo>
                      <a:pt x="810" y="225"/>
                    </a:lnTo>
                    <a:lnTo>
                      <a:pt x="819" y="220"/>
                    </a:lnTo>
                    <a:lnTo>
                      <a:pt x="829" y="221"/>
                    </a:lnTo>
                    <a:lnTo>
                      <a:pt x="838" y="227"/>
                    </a:lnTo>
                    <a:lnTo>
                      <a:pt x="845" y="236"/>
                    </a:lnTo>
                    <a:lnTo>
                      <a:pt x="851" y="241"/>
                    </a:lnTo>
                    <a:lnTo>
                      <a:pt x="859" y="241"/>
                    </a:lnTo>
                    <a:lnTo>
                      <a:pt x="867" y="241"/>
                    </a:lnTo>
                    <a:lnTo>
                      <a:pt x="876" y="243"/>
                    </a:lnTo>
                    <a:lnTo>
                      <a:pt x="883" y="245"/>
                    </a:lnTo>
                    <a:lnTo>
                      <a:pt x="892" y="248"/>
                    </a:lnTo>
                    <a:lnTo>
                      <a:pt x="904" y="249"/>
                    </a:lnTo>
                    <a:lnTo>
                      <a:pt x="914" y="253"/>
                    </a:lnTo>
                    <a:lnTo>
                      <a:pt x="918" y="262"/>
                    </a:lnTo>
                    <a:lnTo>
                      <a:pt x="913" y="273"/>
                    </a:lnTo>
                    <a:lnTo>
                      <a:pt x="903" y="285"/>
                    </a:lnTo>
                    <a:lnTo>
                      <a:pt x="896" y="294"/>
                    </a:lnTo>
                    <a:lnTo>
                      <a:pt x="899" y="300"/>
                    </a:lnTo>
                    <a:lnTo>
                      <a:pt x="907" y="307"/>
                    </a:lnTo>
                    <a:close/>
                  </a:path>
                </a:pathLst>
              </a:custGeom>
              <a:solidFill>
                <a:srgbClr val="56BFA2">
                  <a:alpha val="37000"/>
                </a:srgbClr>
              </a:solidFill>
              <a:ln>
                <a:noFill/>
              </a:ln>
            </p:spPr>
            <p:txBody>
              <a:bodyPr anchor="ctr"/>
              <a:lstStyle/>
              <a:p>
                <a:pPr algn="ctr">
                  <a:buNone/>
                </a:pPr>
              </a:p>
            </p:txBody>
          </p:sp>
          <p:sp>
            <p:nvSpPr>
              <p:cNvPr id="7170" name="addition:input:169">
                <a:extLst>
                  <a:ext uri="{FF2B5EF4-FFF2-40B4-BE49-F238E27FC236}">
                    <ns2:creationId id="{1C070F34-16E7-45EB-9979-E52E0C9DE46C}"/>
                  </a:ext>
                </a:extLst>
              </p:cNvPr>
              <p:cNvSpPr>
                <a:spLocks noGrp="1"/>
              </p:cNvSpPr>
              <p:nvPr/>
            </p:nvSpPr>
            <p:spPr>
              <a:xfrm>
                <a:off x="209550" y="5438775"/>
                <a:ext cx="1361176" cy="622341"/>
              </a:xfrm>
              <a:custGeom>
                <a:rect l="l" t="t" r="r" b="b"/>
                <a:pathLst>
                  <a:path w="827" h="332">
                    <a:moveTo>
                      <a:pt x="0" y="0"/>
                    </a:moveTo>
                    <a:moveTo>
                      <a:pt x="818" y="293"/>
                    </a:moveTo>
                    <a:lnTo>
                      <a:pt x="813" y="296"/>
                    </a:lnTo>
                    <a:lnTo>
                      <a:pt x="811" y="298"/>
                    </a:lnTo>
                    <a:lnTo>
                      <a:pt x="811" y="302"/>
                    </a:lnTo>
                    <a:lnTo>
                      <a:pt x="812" y="306"/>
                    </a:lnTo>
                    <a:lnTo>
                      <a:pt x="812" y="309"/>
                    </a:lnTo>
                    <a:lnTo>
                      <a:pt x="811" y="313"/>
                    </a:lnTo>
                    <a:lnTo>
                      <a:pt x="810" y="317"/>
                    </a:lnTo>
                    <a:lnTo>
                      <a:pt x="809" y="321"/>
                    </a:lnTo>
                    <a:lnTo>
                      <a:pt x="807" y="324"/>
                    </a:lnTo>
                    <a:lnTo>
                      <a:pt x="804" y="326"/>
                    </a:lnTo>
                    <a:lnTo>
                      <a:pt x="799" y="326"/>
                    </a:lnTo>
                    <a:lnTo>
                      <a:pt x="794" y="326"/>
                    </a:lnTo>
                    <a:lnTo>
                      <a:pt x="791" y="327"/>
                    </a:lnTo>
                    <a:lnTo>
                      <a:pt x="789" y="330"/>
                    </a:lnTo>
                    <a:lnTo>
                      <a:pt x="786" y="332"/>
                    </a:lnTo>
                    <a:lnTo>
                      <a:pt x="783" y="332"/>
                    </a:lnTo>
                    <a:lnTo>
                      <a:pt x="779" y="330"/>
                    </a:lnTo>
                    <a:lnTo>
                      <a:pt x="776" y="327"/>
                    </a:lnTo>
                    <a:lnTo>
                      <a:pt x="774" y="326"/>
                    </a:lnTo>
                    <a:lnTo>
                      <a:pt x="770" y="328"/>
                    </a:lnTo>
                    <a:lnTo>
                      <a:pt x="766" y="331"/>
                    </a:lnTo>
                    <a:lnTo>
                      <a:pt x="761" y="332"/>
                    </a:lnTo>
                    <a:lnTo>
                      <a:pt x="757" y="331"/>
                    </a:lnTo>
                    <a:lnTo>
                      <a:pt x="754" y="329"/>
                    </a:lnTo>
                    <a:lnTo>
                      <a:pt x="750" y="326"/>
                    </a:lnTo>
                    <a:lnTo>
                      <a:pt x="747" y="324"/>
                    </a:lnTo>
                    <a:lnTo>
                      <a:pt x="746" y="320"/>
                    </a:lnTo>
                    <a:lnTo>
                      <a:pt x="746" y="315"/>
                    </a:lnTo>
                    <a:lnTo>
                      <a:pt x="747" y="310"/>
                    </a:lnTo>
                    <a:lnTo>
                      <a:pt x="747" y="307"/>
                    </a:lnTo>
                    <a:lnTo>
                      <a:pt x="743" y="305"/>
                    </a:lnTo>
                    <a:lnTo>
                      <a:pt x="737" y="303"/>
                    </a:lnTo>
                    <a:lnTo>
                      <a:pt x="732" y="300"/>
                    </a:lnTo>
                    <a:lnTo>
                      <a:pt x="730" y="296"/>
                    </a:lnTo>
                    <a:lnTo>
                      <a:pt x="732" y="293"/>
                    </a:lnTo>
                    <a:lnTo>
                      <a:pt x="733" y="289"/>
                    </a:lnTo>
                    <a:lnTo>
                      <a:pt x="732" y="286"/>
                    </a:lnTo>
                    <a:lnTo>
                      <a:pt x="730" y="282"/>
                    </a:lnTo>
                    <a:lnTo>
                      <a:pt x="729" y="277"/>
                    </a:lnTo>
                    <a:lnTo>
                      <a:pt x="731" y="274"/>
                    </a:lnTo>
                    <a:lnTo>
                      <a:pt x="735" y="272"/>
                    </a:lnTo>
                    <a:lnTo>
                      <a:pt x="738" y="270"/>
                    </a:lnTo>
                    <a:lnTo>
                      <a:pt x="741" y="267"/>
                    </a:lnTo>
                    <a:lnTo>
                      <a:pt x="745" y="265"/>
                    </a:lnTo>
                    <a:lnTo>
                      <a:pt x="749" y="264"/>
                    </a:lnTo>
                    <a:lnTo>
                      <a:pt x="753" y="264"/>
                    </a:lnTo>
                    <a:lnTo>
                      <a:pt x="757" y="263"/>
                    </a:lnTo>
                    <a:lnTo>
                      <a:pt x="759" y="260"/>
                    </a:lnTo>
                    <a:lnTo>
                      <a:pt x="762" y="254"/>
                    </a:lnTo>
                    <a:lnTo>
                      <a:pt x="765" y="248"/>
                    </a:lnTo>
                    <a:lnTo>
                      <a:pt x="770" y="246"/>
                    </a:lnTo>
                    <a:lnTo>
                      <a:pt x="775" y="248"/>
                    </a:lnTo>
                    <a:lnTo>
                      <a:pt x="780" y="252"/>
                    </a:lnTo>
                    <a:lnTo>
                      <a:pt x="784" y="255"/>
                    </a:lnTo>
                    <a:lnTo>
                      <a:pt x="788" y="256"/>
                    </a:lnTo>
                    <a:lnTo>
                      <a:pt x="793" y="256"/>
                    </a:lnTo>
                    <a:lnTo>
                      <a:pt x="796" y="258"/>
                    </a:lnTo>
                    <a:lnTo>
                      <a:pt x="800" y="260"/>
                    </a:lnTo>
                    <a:lnTo>
                      <a:pt x="802" y="262"/>
                    </a:lnTo>
                    <a:lnTo>
                      <a:pt x="806" y="264"/>
                    </a:lnTo>
                    <a:lnTo>
                      <a:pt x="810" y="265"/>
                    </a:lnTo>
                    <a:lnTo>
                      <a:pt x="813" y="266"/>
                    </a:lnTo>
                    <a:lnTo>
                      <a:pt x="815" y="269"/>
                    </a:lnTo>
                    <a:lnTo>
                      <a:pt x="816" y="273"/>
                    </a:lnTo>
                    <a:lnTo>
                      <a:pt x="818" y="276"/>
                    </a:lnTo>
                    <a:lnTo>
                      <a:pt x="822" y="278"/>
                    </a:lnTo>
                    <a:lnTo>
                      <a:pt x="826" y="281"/>
                    </a:lnTo>
                    <a:lnTo>
                      <a:pt x="827" y="284"/>
                    </a:lnTo>
                    <a:lnTo>
                      <a:pt x="824" y="289"/>
                    </a:lnTo>
                    <a:close/>
                  </a:path>
                </a:pathLst>
              </a:custGeom>
              <a:solidFill>
                <a:srgbClr val="41B796">
                  <a:alpha val="36000"/>
                </a:srgbClr>
              </a:solidFill>
              <a:ln>
                <a:noFill/>
              </a:ln>
            </p:spPr>
            <p:txBody>
              <a:bodyPr anchor="ctr"/>
              <a:lstStyle/>
              <a:p>
                <a:pPr algn="ctr">
                  <a:buNone/>
                </a:pPr>
              </a:p>
            </p:txBody>
          </p:sp>
          <p:sp>
            <p:nvSpPr>
              <p:cNvPr id="7171" name="addition:input:170">
                <a:extLst>
                  <a:ext uri="{FF2B5EF4-FFF2-40B4-BE49-F238E27FC236}">
                    <ns2:creationId id="{FE6E40B2-11C2-46D3-8D9D-8B29C634EDDB}"/>
                  </a:ext>
                </a:extLst>
              </p:cNvPr>
              <p:cNvSpPr>
                <a:spLocks noGrp="1"/>
              </p:cNvSpPr>
              <p:nvPr/>
            </p:nvSpPr>
            <p:spPr>
              <a:xfrm>
                <a:off x="209550" y="5438775"/>
                <a:ext cx="1450056" cy="588599"/>
              </a:xfrm>
              <a:custGeom>
                <a:rect l="l" t="t" r="r" b="b"/>
                <a:pathLst>
                  <a:path w="881" h="314">
                    <a:moveTo>
                      <a:pt x="0" y="0"/>
                    </a:moveTo>
                    <a:moveTo>
                      <a:pt x="879" y="281"/>
                    </a:moveTo>
                    <a:lnTo>
                      <a:pt x="881" y="284"/>
                    </a:lnTo>
                    <a:lnTo>
                      <a:pt x="880" y="287"/>
                    </a:lnTo>
                    <a:lnTo>
                      <a:pt x="877" y="289"/>
                    </a:lnTo>
                    <a:lnTo>
                      <a:pt x="873" y="291"/>
                    </a:lnTo>
                    <a:lnTo>
                      <a:pt x="871" y="293"/>
                    </a:lnTo>
                    <a:lnTo>
                      <a:pt x="871" y="296"/>
                    </a:lnTo>
                    <a:lnTo>
                      <a:pt x="871" y="299"/>
                    </a:lnTo>
                    <a:lnTo>
                      <a:pt x="869" y="301"/>
                    </a:lnTo>
                    <a:lnTo>
                      <a:pt x="865" y="302"/>
                    </a:lnTo>
                    <a:lnTo>
                      <a:pt x="861" y="302"/>
                    </a:lnTo>
                    <a:lnTo>
                      <a:pt x="857" y="302"/>
                    </a:lnTo>
                    <a:lnTo>
                      <a:pt x="855" y="305"/>
                    </a:lnTo>
                    <a:lnTo>
                      <a:pt x="853" y="308"/>
                    </a:lnTo>
                    <a:lnTo>
                      <a:pt x="851" y="311"/>
                    </a:lnTo>
                    <a:lnTo>
                      <a:pt x="847" y="312"/>
                    </a:lnTo>
                    <a:lnTo>
                      <a:pt x="843" y="313"/>
                    </a:lnTo>
                    <a:lnTo>
                      <a:pt x="840" y="314"/>
                    </a:lnTo>
                    <a:lnTo>
                      <a:pt x="836" y="314"/>
                    </a:lnTo>
                    <a:lnTo>
                      <a:pt x="832" y="313"/>
                    </a:lnTo>
                    <a:lnTo>
                      <a:pt x="829" y="309"/>
                    </a:lnTo>
                    <a:lnTo>
                      <a:pt x="827" y="305"/>
                    </a:lnTo>
                    <a:lnTo>
                      <a:pt x="825" y="303"/>
                    </a:lnTo>
                    <a:lnTo>
                      <a:pt x="822" y="303"/>
                    </a:lnTo>
                    <a:lnTo>
                      <a:pt x="818" y="304"/>
                    </a:lnTo>
                    <a:lnTo>
                      <a:pt x="814" y="305"/>
                    </a:lnTo>
                    <a:lnTo>
                      <a:pt x="811" y="304"/>
                    </a:lnTo>
                    <a:lnTo>
                      <a:pt x="810" y="301"/>
                    </a:lnTo>
                    <a:lnTo>
                      <a:pt x="809" y="298"/>
                    </a:lnTo>
                    <a:lnTo>
                      <a:pt x="808" y="296"/>
                    </a:lnTo>
                    <a:lnTo>
                      <a:pt x="805" y="294"/>
                    </a:lnTo>
                    <a:lnTo>
                      <a:pt x="804" y="292"/>
                    </a:lnTo>
                    <a:lnTo>
                      <a:pt x="804" y="289"/>
                    </a:lnTo>
                    <a:lnTo>
                      <a:pt x="805" y="286"/>
                    </a:lnTo>
                    <a:lnTo>
                      <a:pt x="806" y="283"/>
                    </a:lnTo>
                    <a:lnTo>
                      <a:pt x="806" y="281"/>
                    </a:lnTo>
                    <a:lnTo>
                      <a:pt x="807" y="278"/>
                    </a:lnTo>
                    <a:lnTo>
                      <a:pt x="809" y="276"/>
                    </a:lnTo>
                    <a:lnTo>
                      <a:pt x="812" y="274"/>
                    </a:lnTo>
                    <a:lnTo>
                      <a:pt x="815" y="272"/>
                    </a:lnTo>
                    <a:lnTo>
                      <a:pt x="814" y="269"/>
                    </a:lnTo>
                    <a:lnTo>
                      <a:pt x="812" y="265"/>
                    </a:lnTo>
                    <a:lnTo>
                      <a:pt x="810" y="261"/>
                    </a:lnTo>
                    <a:lnTo>
                      <a:pt x="811" y="257"/>
                    </a:lnTo>
                    <a:lnTo>
                      <a:pt x="814" y="256"/>
                    </a:lnTo>
                    <a:lnTo>
                      <a:pt x="818" y="256"/>
                    </a:lnTo>
                    <a:lnTo>
                      <a:pt x="822" y="256"/>
                    </a:lnTo>
                    <a:lnTo>
                      <a:pt x="824" y="255"/>
                    </a:lnTo>
                    <a:lnTo>
                      <a:pt x="827" y="254"/>
                    </a:lnTo>
                    <a:lnTo>
                      <a:pt x="829" y="254"/>
                    </a:lnTo>
                    <a:lnTo>
                      <a:pt x="832" y="254"/>
                    </a:lnTo>
                    <a:lnTo>
                      <a:pt x="834" y="254"/>
                    </a:lnTo>
                    <a:lnTo>
                      <a:pt x="836" y="253"/>
                    </a:lnTo>
                    <a:lnTo>
                      <a:pt x="839" y="251"/>
                    </a:lnTo>
                    <a:lnTo>
                      <a:pt x="842" y="250"/>
                    </a:lnTo>
                    <a:lnTo>
                      <a:pt x="845" y="251"/>
                    </a:lnTo>
                    <a:lnTo>
                      <a:pt x="847" y="253"/>
                    </a:lnTo>
                    <a:lnTo>
                      <a:pt x="850" y="254"/>
                    </a:lnTo>
                    <a:lnTo>
                      <a:pt x="853" y="254"/>
                    </a:lnTo>
                    <a:lnTo>
                      <a:pt x="858" y="253"/>
                    </a:lnTo>
                    <a:lnTo>
                      <a:pt x="862" y="254"/>
                    </a:lnTo>
                    <a:lnTo>
                      <a:pt x="864" y="257"/>
                    </a:lnTo>
                    <a:lnTo>
                      <a:pt x="864" y="261"/>
                    </a:lnTo>
                    <a:lnTo>
                      <a:pt x="863" y="265"/>
                    </a:lnTo>
                    <a:lnTo>
                      <a:pt x="863" y="268"/>
                    </a:lnTo>
                    <a:lnTo>
                      <a:pt x="866" y="269"/>
                    </a:lnTo>
                    <a:lnTo>
                      <a:pt x="869" y="271"/>
                    </a:lnTo>
                    <a:lnTo>
                      <a:pt x="871" y="273"/>
                    </a:lnTo>
                    <a:lnTo>
                      <a:pt x="873" y="276"/>
                    </a:lnTo>
                    <a:lnTo>
                      <a:pt x="876" y="278"/>
                    </a:lnTo>
                    <a:close/>
                  </a:path>
                </a:pathLst>
              </a:custGeom>
              <a:solidFill>
                <a:srgbClr val="41B796">
                  <a:alpha val="36000"/>
                </a:srgbClr>
              </a:solidFill>
              <a:ln>
                <a:noFill/>
              </a:ln>
            </p:spPr>
            <p:txBody>
              <a:bodyPr anchor="ctr"/>
              <a:lstStyle/>
              <a:p>
                <a:pPr algn="ctr">
                  <a:buNone/>
                </a:pPr>
              </a:p>
            </p:txBody>
          </p:sp>
          <p:sp>
            <p:nvSpPr>
              <p:cNvPr id="7172" name="addition:input:171">
                <a:extLst>
                  <a:ext uri="{FF2B5EF4-FFF2-40B4-BE49-F238E27FC236}">
                    <ns2:creationId id="{C4512996-D102-47AD-B57A-CE81B97ADA5D}"/>
                  </a:ext>
                </a:extLst>
              </p:cNvPr>
              <p:cNvSpPr>
                <a:spLocks noGrp="1"/>
              </p:cNvSpPr>
              <p:nvPr/>
            </p:nvSpPr>
            <p:spPr>
              <a:xfrm>
                <a:off x="209550" y="5438775"/>
                <a:ext cx="1519184" cy="708569"/>
              </a:xfrm>
              <a:custGeom>
                <a:rect l="l" t="t" r="r" b="b"/>
                <a:pathLst>
                  <a:path w="923" h="378">
                    <a:moveTo>
                      <a:pt x="0" y="0"/>
                    </a:moveTo>
                    <a:moveTo>
                      <a:pt x="912" y="333"/>
                    </a:moveTo>
                    <a:lnTo>
                      <a:pt x="918" y="337"/>
                    </a:lnTo>
                    <a:lnTo>
                      <a:pt x="923" y="341"/>
                    </a:lnTo>
                    <a:lnTo>
                      <a:pt x="922" y="345"/>
                    </a:lnTo>
                    <a:lnTo>
                      <a:pt x="917" y="348"/>
                    </a:lnTo>
                    <a:lnTo>
                      <a:pt x="912" y="350"/>
                    </a:lnTo>
                    <a:lnTo>
                      <a:pt x="908" y="352"/>
                    </a:lnTo>
                    <a:lnTo>
                      <a:pt x="906" y="355"/>
                    </a:lnTo>
                    <a:lnTo>
                      <a:pt x="904" y="358"/>
                    </a:lnTo>
                    <a:lnTo>
                      <a:pt x="901" y="360"/>
                    </a:lnTo>
                    <a:lnTo>
                      <a:pt x="897" y="361"/>
                    </a:lnTo>
                    <a:lnTo>
                      <a:pt x="894" y="363"/>
                    </a:lnTo>
                    <a:lnTo>
                      <a:pt x="891" y="367"/>
                    </a:lnTo>
                    <a:lnTo>
                      <a:pt x="888" y="370"/>
                    </a:lnTo>
                    <a:lnTo>
                      <a:pt x="883" y="372"/>
                    </a:lnTo>
                    <a:lnTo>
                      <a:pt x="878" y="371"/>
                    </a:lnTo>
                    <a:lnTo>
                      <a:pt x="873" y="371"/>
                    </a:lnTo>
                    <a:lnTo>
                      <a:pt x="869" y="372"/>
                    </a:lnTo>
                    <a:lnTo>
                      <a:pt x="864" y="376"/>
                    </a:lnTo>
                    <a:lnTo>
                      <a:pt x="858" y="378"/>
                    </a:lnTo>
                    <a:lnTo>
                      <a:pt x="853" y="377"/>
                    </a:lnTo>
                    <a:lnTo>
                      <a:pt x="849" y="372"/>
                    </a:lnTo>
                    <a:lnTo>
                      <a:pt x="847" y="366"/>
                    </a:lnTo>
                    <a:lnTo>
                      <a:pt x="845" y="362"/>
                    </a:lnTo>
                    <a:lnTo>
                      <a:pt x="841" y="361"/>
                    </a:lnTo>
                    <a:lnTo>
                      <a:pt x="837" y="361"/>
                    </a:lnTo>
                    <a:lnTo>
                      <a:pt x="833" y="360"/>
                    </a:lnTo>
                    <a:lnTo>
                      <a:pt x="829" y="358"/>
                    </a:lnTo>
                    <a:lnTo>
                      <a:pt x="825" y="357"/>
                    </a:lnTo>
                    <a:lnTo>
                      <a:pt x="821" y="355"/>
                    </a:lnTo>
                    <a:lnTo>
                      <a:pt x="817" y="352"/>
                    </a:lnTo>
                    <a:lnTo>
                      <a:pt x="815" y="349"/>
                    </a:lnTo>
                    <a:lnTo>
                      <a:pt x="817" y="344"/>
                    </a:lnTo>
                    <a:lnTo>
                      <a:pt x="821" y="340"/>
                    </a:lnTo>
                    <a:lnTo>
                      <a:pt x="824" y="336"/>
                    </a:lnTo>
                    <a:lnTo>
                      <a:pt x="823" y="333"/>
                    </a:lnTo>
                    <a:lnTo>
                      <a:pt x="821" y="330"/>
                    </a:lnTo>
                    <a:lnTo>
                      <a:pt x="821" y="326"/>
                    </a:lnTo>
                    <a:lnTo>
                      <a:pt x="824" y="323"/>
                    </a:lnTo>
                    <a:lnTo>
                      <a:pt x="829" y="320"/>
                    </a:lnTo>
                    <a:lnTo>
                      <a:pt x="833" y="318"/>
                    </a:lnTo>
                    <a:lnTo>
                      <a:pt x="835" y="315"/>
                    </a:lnTo>
                    <a:lnTo>
                      <a:pt x="834" y="311"/>
                    </a:lnTo>
                    <a:lnTo>
                      <a:pt x="834" y="306"/>
                    </a:lnTo>
                    <a:lnTo>
                      <a:pt x="835" y="302"/>
                    </a:lnTo>
                    <a:lnTo>
                      <a:pt x="838" y="299"/>
                    </a:lnTo>
                    <a:lnTo>
                      <a:pt x="842" y="297"/>
                    </a:lnTo>
                    <a:lnTo>
                      <a:pt x="845" y="295"/>
                    </a:lnTo>
                    <a:lnTo>
                      <a:pt x="849" y="294"/>
                    </a:lnTo>
                    <a:lnTo>
                      <a:pt x="854" y="295"/>
                    </a:lnTo>
                    <a:lnTo>
                      <a:pt x="859" y="298"/>
                    </a:lnTo>
                    <a:lnTo>
                      <a:pt x="862" y="301"/>
                    </a:lnTo>
                    <a:lnTo>
                      <a:pt x="865" y="301"/>
                    </a:lnTo>
                    <a:lnTo>
                      <a:pt x="868" y="297"/>
                    </a:lnTo>
                    <a:lnTo>
                      <a:pt x="872" y="293"/>
                    </a:lnTo>
                    <a:lnTo>
                      <a:pt x="876" y="292"/>
                    </a:lnTo>
                    <a:lnTo>
                      <a:pt x="879" y="293"/>
                    </a:lnTo>
                    <a:lnTo>
                      <a:pt x="882" y="296"/>
                    </a:lnTo>
                    <a:lnTo>
                      <a:pt x="885" y="299"/>
                    </a:lnTo>
                    <a:lnTo>
                      <a:pt x="890" y="299"/>
                    </a:lnTo>
                    <a:lnTo>
                      <a:pt x="894" y="300"/>
                    </a:lnTo>
                    <a:lnTo>
                      <a:pt x="898" y="302"/>
                    </a:lnTo>
                    <a:lnTo>
                      <a:pt x="900" y="306"/>
                    </a:lnTo>
                    <a:lnTo>
                      <a:pt x="901" y="310"/>
                    </a:lnTo>
                    <a:lnTo>
                      <a:pt x="903" y="313"/>
                    </a:lnTo>
                    <a:lnTo>
                      <a:pt x="905" y="316"/>
                    </a:lnTo>
                    <a:lnTo>
                      <a:pt x="906" y="320"/>
                    </a:lnTo>
                    <a:lnTo>
                      <a:pt x="906" y="324"/>
                    </a:lnTo>
                    <a:lnTo>
                      <a:pt x="905" y="327"/>
                    </a:lnTo>
                    <a:lnTo>
                      <a:pt x="907" y="330"/>
                    </a:lnTo>
                    <a:close/>
                  </a:path>
                </a:pathLst>
              </a:custGeom>
              <a:solidFill>
                <a:srgbClr val="41B796">
                  <a:alpha val="36000"/>
                </a:srgbClr>
              </a:solidFill>
              <a:ln>
                <a:noFill/>
              </a:ln>
            </p:spPr>
            <p:txBody>
              <a:bodyPr anchor="ctr"/>
              <a:lstStyle/>
              <a:p>
                <a:pPr algn="ctr">
                  <a:buNone/>
                </a:pPr>
              </a:p>
            </p:txBody>
          </p:sp>
          <p:sp>
            <p:nvSpPr>
              <p:cNvPr id="7173" name="addition:input:172">
                <a:extLst>
                  <a:ext uri="{FF2B5EF4-FFF2-40B4-BE49-F238E27FC236}">
                    <ns2:creationId id="{6891B169-87A0-46AF-AEEB-FA39846B6B14}"/>
                  </a:ext>
                </a:extLst>
              </p:cNvPr>
              <p:cNvSpPr>
                <a:spLocks noGrp="1"/>
              </p:cNvSpPr>
              <p:nvPr/>
            </p:nvSpPr>
            <p:spPr>
              <a:xfrm>
                <a:off x="209550" y="5438775"/>
                <a:ext cx="1397386" cy="738561"/>
              </a:xfrm>
              <a:custGeom>
                <a:rect l="l" t="t" r="r" b="b"/>
                <a:pathLst>
                  <a:path w="849" h="394">
                    <a:moveTo>
                      <a:pt x="0" y="0"/>
                    </a:moveTo>
                    <a:moveTo>
                      <a:pt x="848" y="356"/>
                    </a:moveTo>
                    <a:lnTo>
                      <a:pt x="845" y="359"/>
                    </a:lnTo>
                    <a:lnTo>
                      <a:pt x="844" y="361"/>
                    </a:lnTo>
                    <a:lnTo>
                      <a:pt x="845" y="365"/>
                    </a:lnTo>
                    <a:lnTo>
                      <a:pt x="846" y="368"/>
                    </a:lnTo>
                    <a:lnTo>
                      <a:pt x="844" y="371"/>
                    </a:lnTo>
                    <a:lnTo>
                      <a:pt x="840" y="373"/>
                    </a:lnTo>
                    <a:lnTo>
                      <a:pt x="834" y="374"/>
                    </a:lnTo>
                    <a:lnTo>
                      <a:pt x="829" y="374"/>
                    </a:lnTo>
                    <a:lnTo>
                      <a:pt x="827" y="376"/>
                    </a:lnTo>
                    <a:lnTo>
                      <a:pt x="825" y="380"/>
                    </a:lnTo>
                    <a:lnTo>
                      <a:pt x="823" y="383"/>
                    </a:lnTo>
                    <a:lnTo>
                      <a:pt x="821" y="385"/>
                    </a:lnTo>
                    <a:lnTo>
                      <a:pt x="817" y="388"/>
                    </a:lnTo>
                    <a:lnTo>
                      <a:pt x="814" y="390"/>
                    </a:lnTo>
                    <a:lnTo>
                      <a:pt x="810" y="393"/>
                    </a:lnTo>
                    <a:lnTo>
                      <a:pt x="805" y="394"/>
                    </a:lnTo>
                    <a:lnTo>
                      <a:pt x="801" y="392"/>
                    </a:lnTo>
                    <a:lnTo>
                      <a:pt x="797" y="388"/>
                    </a:lnTo>
                    <a:lnTo>
                      <a:pt x="794" y="384"/>
                    </a:lnTo>
                    <a:lnTo>
                      <a:pt x="790" y="384"/>
                    </a:lnTo>
                    <a:lnTo>
                      <a:pt x="787" y="385"/>
                    </a:lnTo>
                    <a:lnTo>
                      <a:pt x="782" y="386"/>
                    </a:lnTo>
                    <a:lnTo>
                      <a:pt x="779" y="386"/>
                    </a:lnTo>
                    <a:lnTo>
                      <a:pt x="777" y="383"/>
                    </a:lnTo>
                    <a:lnTo>
                      <a:pt x="775" y="380"/>
                    </a:lnTo>
                    <a:lnTo>
                      <a:pt x="773" y="379"/>
                    </a:lnTo>
                    <a:lnTo>
                      <a:pt x="770" y="378"/>
                    </a:lnTo>
                    <a:lnTo>
                      <a:pt x="766" y="377"/>
                    </a:lnTo>
                    <a:lnTo>
                      <a:pt x="764" y="374"/>
                    </a:lnTo>
                    <a:lnTo>
                      <a:pt x="763" y="371"/>
                    </a:lnTo>
                    <a:lnTo>
                      <a:pt x="763" y="368"/>
                    </a:lnTo>
                    <a:lnTo>
                      <a:pt x="762" y="365"/>
                    </a:lnTo>
                    <a:lnTo>
                      <a:pt x="762" y="362"/>
                    </a:lnTo>
                    <a:lnTo>
                      <a:pt x="764" y="359"/>
                    </a:lnTo>
                    <a:lnTo>
                      <a:pt x="768" y="356"/>
                    </a:lnTo>
                    <a:lnTo>
                      <a:pt x="772" y="353"/>
                    </a:lnTo>
                    <a:lnTo>
                      <a:pt x="772" y="351"/>
                    </a:lnTo>
                    <a:lnTo>
                      <a:pt x="769" y="348"/>
                    </a:lnTo>
                    <a:lnTo>
                      <a:pt x="765" y="344"/>
                    </a:lnTo>
                    <a:lnTo>
                      <a:pt x="763" y="339"/>
                    </a:lnTo>
                    <a:lnTo>
                      <a:pt x="765" y="336"/>
                    </a:lnTo>
                    <a:lnTo>
                      <a:pt x="768" y="334"/>
                    </a:lnTo>
                    <a:lnTo>
                      <a:pt x="772" y="333"/>
                    </a:lnTo>
                    <a:lnTo>
                      <a:pt x="774" y="331"/>
                    </a:lnTo>
                    <a:lnTo>
                      <a:pt x="776" y="329"/>
                    </a:lnTo>
                    <a:lnTo>
                      <a:pt x="779" y="327"/>
                    </a:lnTo>
                    <a:lnTo>
                      <a:pt x="782" y="327"/>
                    </a:lnTo>
                    <a:lnTo>
                      <a:pt x="786" y="327"/>
                    </a:lnTo>
                    <a:lnTo>
                      <a:pt x="788" y="326"/>
                    </a:lnTo>
                    <a:lnTo>
                      <a:pt x="791" y="324"/>
                    </a:lnTo>
                    <a:lnTo>
                      <a:pt x="794" y="323"/>
                    </a:lnTo>
                    <a:lnTo>
                      <a:pt x="797" y="323"/>
                    </a:lnTo>
                    <a:lnTo>
                      <a:pt x="800" y="325"/>
                    </a:lnTo>
                    <a:lnTo>
                      <a:pt x="803" y="326"/>
                    </a:lnTo>
                    <a:lnTo>
                      <a:pt x="807" y="324"/>
                    </a:lnTo>
                    <a:lnTo>
                      <a:pt x="812" y="321"/>
                    </a:lnTo>
                    <a:lnTo>
                      <a:pt x="817" y="319"/>
                    </a:lnTo>
                    <a:lnTo>
                      <a:pt x="821" y="321"/>
                    </a:lnTo>
                    <a:lnTo>
                      <a:pt x="824" y="325"/>
                    </a:lnTo>
                    <a:lnTo>
                      <a:pt x="824" y="330"/>
                    </a:lnTo>
                    <a:lnTo>
                      <a:pt x="826" y="334"/>
                    </a:lnTo>
                    <a:lnTo>
                      <a:pt x="828" y="336"/>
                    </a:lnTo>
                    <a:lnTo>
                      <a:pt x="831" y="338"/>
                    </a:lnTo>
                    <a:lnTo>
                      <a:pt x="833" y="340"/>
                    </a:lnTo>
                    <a:lnTo>
                      <a:pt x="836" y="342"/>
                    </a:lnTo>
                    <a:lnTo>
                      <a:pt x="839" y="345"/>
                    </a:lnTo>
                    <a:lnTo>
                      <a:pt x="843" y="347"/>
                    </a:lnTo>
                    <a:lnTo>
                      <a:pt x="847" y="349"/>
                    </a:lnTo>
                    <a:lnTo>
                      <a:pt x="849" y="352"/>
                    </a:lnTo>
                    <a:close/>
                  </a:path>
                </a:pathLst>
              </a:custGeom>
              <a:solidFill>
                <a:srgbClr val="41B796">
                  <a:alpha val="36000"/>
                </a:srgbClr>
              </a:solidFill>
              <a:ln>
                <a:noFill/>
              </a:ln>
            </p:spPr>
            <p:txBody>
              <a:bodyPr anchor="ctr"/>
              <a:lstStyle/>
              <a:p>
                <a:pPr algn="ctr">
                  <a:buNone/>
                </a:pPr>
              </a:p>
            </p:txBody>
          </p:sp>
          <p:sp>
            <p:nvSpPr>
              <p:cNvPr id="7174" name="addition:input:173">
                <a:extLst>
                  <a:ext uri="{FF2B5EF4-FFF2-40B4-BE49-F238E27FC236}">
                    <ns2:creationId id="{BBBFA892-0F74-456B-ABF2-6255CB7C4619}"/>
                  </a:ext>
                </a:extLst>
              </p:cNvPr>
              <p:cNvSpPr>
                <a:spLocks noGrp="1"/>
              </p:cNvSpPr>
              <p:nvPr/>
            </p:nvSpPr>
            <p:spPr>
              <a:xfrm>
                <a:off x="209550" y="5438775"/>
                <a:ext cx="1344717" cy="609219"/>
              </a:xfrm>
              <a:custGeom>
                <a:rect l="l" t="t" r="r" b="b"/>
                <a:pathLst>
                  <a:path w="817" h="325">
                    <a:moveTo>
                      <a:pt x="0" y="0"/>
                    </a:moveTo>
                    <a:moveTo>
                      <a:pt x="812" y="296"/>
                    </a:moveTo>
                    <a:lnTo>
                      <a:pt x="811" y="299"/>
                    </a:lnTo>
                    <a:lnTo>
                      <a:pt x="809" y="301"/>
                    </a:lnTo>
                    <a:lnTo>
                      <a:pt x="806" y="303"/>
                    </a:lnTo>
                    <a:lnTo>
                      <a:pt x="804" y="305"/>
                    </a:lnTo>
                    <a:lnTo>
                      <a:pt x="804" y="307"/>
                    </a:lnTo>
                    <a:lnTo>
                      <a:pt x="805" y="311"/>
                    </a:lnTo>
                    <a:lnTo>
                      <a:pt x="807" y="315"/>
                    </a:lnTo>
                    <a:lnTo>
                      <a:pt x="807" y="319"/>
                    </a:lnTo>
                    <a:lnTo>
                      <a:pt x="804" y="321"/>
                    </a:lnTo>
                    <a:lnTo>
                      <a:pt x="800" y="321"/>
                    </a:lnTo>
                    <a:lnTo>
                      <a:pt x="796" y="320"/>
                    </a:lnTo>
                    <a:lnTo>
                      <a:pt x="794" y="321"/>
                    </a:lnTo>
                    <a:lnTo>
                      <a:pt x="792" y="323"/>
                    </a:lnTo>
                    <a:lnTo>
                      <a:pt x="790" y="325"/>
                    </a:lnTo>
                    <a:lnTo>
                      <a:pt x="788" y="325"/>
                    </a:lnTo>
                    <a:lnTo>
                      <a:pt x="785" y="324"/>
                    </a:lnTo>
                    <a:lnTo>
                      <a:pt x="783" y="323"/>
                    </a:lnTo>
                    <a:lnTo>
                      <a:pt x="781" y="324"/>
                    </a:lnTo>
                    <a:lnTo>
                      <a:pt x="778" y="324"/>
                    </a:lnTo>
                    <a:lnTo>
                      <a:pt x="776" y="324"/>
                    </a:lnTo>
                    <a:lnTo>
                      <a:pt x="774" y="324"/>
                    </a:lnTo>
                    <a:lnTo>
                      <a:pt x="771" y="323"/>
                    </a:lnTo>
                    <a:lnTo>
                      <a:pt x="768" y="323"/>
                    </a:lnTo>
                    <a:lnTo>
                      <a:pt x="764" y="324"/>
                    </a:lnTo>
                    <a:lnTo>
                      <a:pt x="760" y="324"/>
                    </a:lnTo>
                    <a:lnTo>
                      <a:pt x="758" y="321"/>
                    </a:lnTo>
                    <a:lnTo>
                      <a:pt x="759" y="316"/>
                    </a:lnTo>
                    <a:lnTo>
                      <a:pt x="760" y="312"/>
                    </a:lnTo>
                    <a:lnTo>
                      <a:pt x="760" y="309"/>
                    </a:lnTo>
                    <a:lnTo>
                      <a:pt x="758" y="307"/>
                    </a:lnTo>
                    <a:lnTo>
                      <a:pt x="755" y="306"/>
                    </a:lnTo>
                    <a:lnTo>
                      <a:pt x="752" y="304"/>
                    </a:lnTo>
                    <a:lnTo>
                      <a:pt x="750" y="301"/>
                    </a:lnTo>
                    <a:lnTo>
                      <a:pt x="749" y="299"/>
                    </a:lnTo>
                    <a:lnTo>
                      <a:pt x="748" y="296"/>
                    </a:lnTo>
                    <a:lnTo>
                      <a:pt x="746" y="293"/>
                    </a:lnTo>
                    <a:lnTo>
                      <a:pt x="746" y="290"/>
                    </a:lnTo>
                    <a:lnTo>
                      <a:pt x="747" y="288"/>
                    </a:lnTo>
                    <a:lnTo>
                      <a:pt x="749" y="286"/>
                    </a:lnTo>
                    <a:lnTo>
                      <a:pt x="751" y="283"/>
                    </a:lnTo>
                    <a:lnTo>
                      <a:pt x="751" y="281"/>
                    </a:lnTo>
                    <a:lnTo>
                      <a:pt x="751" y="278"/>
                    </a:lnTo>
                    <a:lnTo>
                      <a:pt x="753" y="276"/>
                    </a:lnTo>
                    <a:lnTo>
                      <a:pt x="757" y="275"/>
                    </a:lnTo>
                    <a:lnTo>
                      <a:pt x="761" y="276"/>
                    </a:lnTo>
                    <a:lnTo>
                      <a:pt x="765" y="276"/>
                    </a:lnTo>
                    <a:lnTo>
                      <a:pt x="767" y="274"/>
                    </a:lnTo>
                    <a:lnTo>
                      <a:pt x="768" y="270"/>
                    </a:lnTo>
                    <a:lnTo>
                      <a:pt x="770" y="266"/>
                    </a:lnTo>
                    <a:lnTo>
                      <a:pt x="773" y="264"/>
                    </a:lnTo>
                    <a:lnTo>
                      <a:pt x="776" y="263"/>
                    </a:lnTo>
                    <a:lnTo>
                      <a:pt x="780" y="263"/>
                    </a:lnTo>
                    <a:lnTo>
                      <a:pt x="784" y="264"/>
                    </a:lnTo>
                    <a:lnTo>
                      <a:pt x="787" y="265"/>
                    </a:lnTo>
                    <a:lnTo>
                      <a:pt x="790" y="267"/>
                    </a:lnTo>
                    <a:lnTo>
                      <a:pt x="792" y="270"/>
                    </a:lnTo>
                    <a:lnTo>
                      <a:pt x="794" y="272"/>
                    </a:lnTo>
                    <a:lnTo>
                      <a:pt x="797" y="273"/>
                    </a:lnTo>
                    <a:lnTo>
                      <a:pt x="800" y="273"/>
                    </a:lnTo>
                    <a:lnTo>
                      <a:pt x="804" y="272"/>
                    </a:lnTo>
                    <a:lnTo>
                      <a:pt x="807" y="274"/>
                    </a:lnTo>
                    <a:lnTo>
                      <a:pt x="808" y="277"/>
                    </a:lnTo>
                    <a:lnTo>
                      <a:pt x="808" y="280"/>
                    </a:lnTo>
                    <a:lnTo>
                      <a:pt x="809" y="282"/>
                    </a:lnTo>
                    <a:lnTo>
                      <a:pt x="812" y="283"/>
                    </a:lnTo>
                    <a:lnTo>
                      <a:pt x="815" y="285"/>
                    </a:lnTo>
                    <a:lnTo>
                      <a:pt x="817" y="287"/>
                    </a:lnTo>
                    <a:lnTo>
                      <a:pt x="816" y="290"/>
                    </a:lnTo>
                    <a:lnTo>
                      <a:pt x="814" y="293"/>
                    </a:lnTo>
                    <a:close/>
                  </a:path>
                </a:pathLst>
              </a:custGeom>
              <a:solidFill>
                <a:srgbClr val="69C6AD">
                  <a:alpha val="32000"/>
                </a:srgbClr>
              </a:solidFill>
              <a:ln>
                <a:noFill/>
              </a:ln>
            </p:spPr>
            <p:txBody>
              <a:bodyPr anchor="ctr"/>
              <a:lstStyle/>
              <a:p>
                <a:pPr algn="ctr">
                  <a:buNone/>
                </a:pPr>
              </a:p>
            </p:txBody>
          </p:sp>
          <p:sp>
            <p:nvSpPr>
              <p:cNvPr id="7175" name="addition:input:174">
                <a:extLst>
                  <a:ext uri="{FF2B5EF4-FFF2-40B4-BE49-F238E27FC236}">
                    <ns2:creationId id="{E15C6B17-B4DF-4E76-A2B5-3A0D161CCB3B}"/>
                  </a:ext>
                </a:extLst>
              </p:cNvPr>
              <p:cNvSpPr>
                <a:spLocks noGrp="1"/>
              </p:cNvSpPr>
              <p:nvPr/>
            </p:nvSpPr>
            <p:spPr>
              <a:xfrm>
                <a:off x="209550" y="5438775"/>
                <a:ext cx="1468161" cy="687949"/>
              </a:xfrm>
              <a:custGeom>
                <a:rect l="l" t="t" r="r" b="b"/>
                <a:pathLst>
                  <a:path w="892" h="367">
                    <a:moveTo>
                      <a:pt x="0" y="0"/>
                    </a:moveTo>
                    <a:moveTo>
                      <a:pt x="890" y="340"/>
                    </a:moveTo>
                    <a:lnTo>
                      <a:pt x="888" y="343"/>
                    </a:lnTo>
                    <a:lnTo>
                      <a:pt x="886" y="345"/>
                    </a:lnTo>
                    <a:lnTo>
                      <a:pt x="884" y="347"/>
                    </a:lnTo>
                    <a:lnTo>
                      <a:pt x="881" y="348"/>
                    </a:lnTo>
                    <a:lnTo>
                      <a:pt x="878" y="350"/>
                    </a:lnTo>
                    <a:lnTo>
                      <a:pt x="876" y="352"/>
                    </a:lnTo>
                    <a:lnTo>
                      <a:pt x="876" y="354"/>
                    </a:lnTo>
                    <a:lnTo>
                      <a:pt x="877" y="358"/>
                    </a:lnTo>
                    <a:lnTo>
                      <a:pt x="877" y="361"/>
                    </a:lnTo>
                    <a:lnTo>
                      <a:pt x="874" y="363"/>
                    </a:lnTo>
                    <a:lnTo>
                      <a:pt x="870" y="363"/>
                    </a:lnTo>
                    <a:lnTo>
                      <a:pt x="866" y="363"/>
                    </a:lnTo>
                    <a:lnTo>
                      <a:pt x="864" y="364"/>
                    </a:lnTo>
                    <a:lnTo>
                      <a:pt x="861" y="366"/>
                    </a:lnTo>
                    <a:lnTo>
                      <a:pt x="859" y="367"/>
                    </a:lnTo>
                    <a:lnTo>
                      <a:pt x="856" y="367"/>
                    </a:lnTo>
                    <a:lnTo>
                      <a:pt x="853" y="366"/>
                    </a:lnTo>
                    <a:lnTo>
                      <a:pt x="851" y="365"/>
                    </a:lnTo>
                    <a:lnTo>
                      <a:pt x="849" y="364"/>
                    </a:lnTo>
                    <a:lnTo>
                      <a:pt x="846" y="364"/>
                    </a:lnTo>
                    <a:lnTo>
                      <a:pt x="844" y="363"/>
                    </a:lnTo>
                    <a:lnTo>
                      <a:pt x="842" y="362"/>
                    </a:lnTo>
                    <a:lnTo>
                      <a:pt x="840" y="362"/>
                    </a:lnTo>
                    <a:lnTo>
                      <a:pt x="837" y="362"/>
                    </a:lnTo>
                    <a:lnTo>
                      <a:pt x="833" y="363"/>
                    </a:lnTo>
                    <a:lnTo>
                      <a:pt x="829" y="363"/>
                    </a:lnTo>
                    <a:lnTo>
                      <a:pt x="827" y="361"/>
                    </a:lnTo>
                    <a:lnTo>
                      <a:pt x="828" y="357"/>
                    </a:lnTo>
                    <a:lnTo>
                      <a:pt x="830" y="353"/>
                    </a:lnTo>
                    <a:lnTo>
                      <a:pt x="831" y="350"/>
                    </a:lnTo>
                    <a:lnTo>
                      <a:pt x="830" y="348"/>
                    </a:lnTo>
                    <a:lnTo>
                      <a:pt x="828" y="347"/>
                    </a:lnTo>
                    <a:lnTo>
                      <a:pt x="826" y="345"/>
                    </a:lnTo>
                    <a:lnTo>
                      <a:pt x="825" y="342"/>
                    </a:lnTo>
                    <a:lnTo>
                      <a:pt x="825" y="340"/>
                    </a:lnTo>
                    <a:lnTo>
                      <a:pt x="824" y="338"/>
                    </a:lnTo>
                    <a:lnTo>
                      <a:pt x="823" y="335"/>
                    </a:lnTo>
                    <a:lnTo>
                      <a:pt x="822" y="333"/>
                    </a:lnTo>
                    <a:lnTo>
                      <a:pt x="822" y="330"/>
                    </a:lnTo>
                    <a:lnTo>
                      <a:pt x="824" y="329"/>
                    </a:lnTo>
                    <a:lnTo>
                      <a:pt x="825" y="327"/>
                    </a:lnTo>
                    <a:lnTo>
                      <a:pt x="826" y="324"/>
                    </a:lnTo>
                    <a:lnTo>
                      <a:pt x="826" y="321"/>
                    </a:lnTo>
                    <a:lnTo>
                      <a:pt x="828" y="319"/>
                    </a:lnTo>
                    <a:lnTo>
                      <a:pt x="831" y="319"/>
                    </a:lnTo>
                    <a:lnTo>
                      <a:pt x="835" y="320"/>
                    </a:lnTo>
                    <a:lnTo>
                      <a:pt x="839" y="321"/>
                    </a:lnTo>
                    <a:lnTo>
                      <a:pt x="841" y="320"/>
                    </a:lnTo>
                    <a:lnTo>
                      <a:pt x="842" y="318"/>
                    </a:lnTo>
                    <a:lnTo>
                      <a:pt x="844" y="315"/>
                    </a:lnTo>
                    <a:lnTo>
                      <a:pt x="847" y="312"/>
                    </a:lnTo>
                    <a:lnTo>
                      <a:pt x="850" y="312"/>
                    </a:lnTo>
                    <a:lnTo>
                      <a:pt x="854" y="312"/>
                    </a:lnTo>
                    <a:lnTo>
                      <a:pt x="857" y="312"/>
                    </a:lnTo>
                    <a:lnTo>
                      <a:pt x="861" y="312"/>
                    </a:lnTo>
                    <a:lnTo>
                      <a:pt x="864" y="314"/>
                    </a:lnTo>
                    <a:lnTo>
                      <a:pt x="866" y="316"/>
                    </a:lnTo>
                    <a:lnTo>
                      <a:pt x="868" y="319"/>
                    </a:lnTo>
                    <a:lnTo>
                      <a:pt x="870" y="321"/>
                    </a:lnTo>
                    <a:lnTo>
                      <a:pt x="874" y="321"/>
                    </a:lnTo>
                    <a:lnTo>
                      <a:pt x="878" y="321"/>
                    </a:lnTo>
                    <a:lnTo>
                      <a:pt x="880" y="323"/>
                    </a:lnTo>
                    <a:lnTo>
                      <a:pt x="881" y="325"/>
                    </a:lnTo>
                    <a:lnTo>
                      <a:pt x="881" y="328"/>
                    </a:lnTo>
                    <a:lnTo>
                      <a:pt x="882" y="330"/>
                    </a:lnTo>
                    <a:lnTo>
                      <a:pt x="885" y="331"/>
                    </a:lnTo>
                    <a:lnTo>
                      <a:pt x="889" y="333"/>
                    </a:lnTo>
                    <a:lnTo>
                      <a:pt x="892" y="335"/>
                    </a:lnTo>
                    <a:lnTo>
                      <a:pt x="892" y="338"/>
                    </a:lnTo>
                    <a:close/>
                  </a:path>
                </a:pathLst>
              </a:custGeom>
              <a:solidFill>
                <a:srgbClr val="69C6AD">
                  <a:alpha val="32000"/>
                </a:srgbClr>
              </a:solidFill>
              <a:ln>
                <a:noFill/>
              </a:ln>
            </p:spPr>
            <p:txBody>
              <a:bodyPr anchor="ctr"/>
              <a:lstStyle/>
              <a:p>
                <a:pPr algn="ctr">
                  <a:buNone/>
                </a:pPr>
              </a:p>
            </p:txBody>
          </p:sp>
          <p:sp>
            <p:nvSpPr>
              <p:cNvPr id="7176" name="addition:input:175">
                <a:extLst>
                  <a:ext uri="{FF2B5EF4-FFF2-40B4-BE49-F238E27FC236}">
                    <ns2:creationId id="{C49E0AF3-C9DF-4F1C-AF3C-2B70B1D7CEC7}"/>
                  </a:ext>
                </a:extLst>
              </p:cNvPr>
              <p:cNvSpPr>
                <a:spLocks noGrp="1"/>
              </p:cNvSpPr>
              <p:nvPr/>
            </p:nvSpPr>
            <p:spPr>
              <a:xfrm>
                <a:off x="209550" y="5438775"/>
                <a:ext cx="1543873" cy="657957"/>
              </a:xfrm>
              <a:custGeom>
                <a:rect l="l" t="t" r="r" b="b"/>
                <a:pathLst>
                  <a:path w="938" h="351">
                    <a:moveTo>
                      <a:pt x="0" y="0"/>
                    </a:moveTo>
                    <a:moveTo>
                      <a:pt x="937" y="322"/>
                    </a:moveTo>
                    <a:lnTo>
                      <a:pt x="936" y="324"/>
                    </a:lnTo>
                    <a:lnTo>
                      <a:pt x="936" y="327"/>
                    </a:lnTo>
                    <a:lnTo>
                      <a:pt x="937" y="329"/>
                    </a:lnTo>
                    <a:lnTo>
                      <a:pt x="937" y="332"/>
                    </a:lnTo>
                    <a:lnTo>
                      <a:pt x="936" y="334"/>
                    </a:lnTo>
                    <a:lnTo>
                      <a:pt x="935" y="336"/>
                    </a:lnTo>
                    <a:lnTo>
                      <a:pt x="934" y="338"/>
                    </a:lnTo>
                    <a:lnTo>
                      <a:pt x="935" y="341"/>
                    </a:lnTo>
                    <a:lnTo>
                      <a:pt x="934" y="345"/>
                    </a:lnTo>
                    <a:lnTo>
                      <a:pt x="933" y="346"/>
                    </a:lnTo>
                    <a:lnTo>
                      <a:pt x="930" y="346"/>
                    </a:lnTo>
                    <a:lnTo>
                      <a:pt x="927" y="344"/>
                    </a:lnTo>
                    <a:lnTo>
                      <a:pt x="925" y="343"/>
                    </a:lnTo>
                    <a:lnTo>
                      <a:pt x="923" y="343"/>
                    </a:lnTo>
                    <a:lnTo>
                      <a:pt x="922" y="346"/>
                    </a:lnTo>
                    <a:lnTo>
                      <a:pt x="921" y="348"/>
                    </a:lnTo>
                    <a:lnTo>
                      <a:pt x="919" y="350"/>
                    </a:lnTo>
                    <a:lnTo>
                      <a:pt x="917" y="350"/>
                    </a:lnTo>
                    <a:lnTo>
                      <a:pt x="915" y="350"/>
                    </a:lnTo>
                    <a:lnTo>
                      <a:pt x="912" y="351"/>
                    </a:lnTo>
                    <a:lnTo>
                      <a:pt x="910" y="351"/>
                    </a:lnTo>
                    <a:lnTo>
                      <a:pt x="908" y="349"/>
                    </a:lnTo>
                    <a:lnTo>
                      <a:pt x="906" y="346"/>
                    </a:lnTo>
                    <a:lnTo>
                      <a:pt x="905" y="344"/>
                    </a:lnTo>
                    <a:lnTo>
                      <a:pt x="903" y="342"/>
                    </a:lnTo>
                    <a:lnTo>
                      <a:pt x="901" y="342"/>
                    </a:lnTo>
                    <a:lnTo>
                      <a:pt x="898" y="341"/>
                    </a:lnTo>
                    <a:lnTo>
                      <a:pt x="897" y="338"/>
                    </a:lnTo>
                    <a:lnTo>
                      <a:pt x="897" y="335"/>
                    </a:lnTo>
                    <a:lnTo>
                      <a:pt x="897" y="332"/>
                    </a:lnTo>
                    <a:lnTo>
                      <a:pt x="896" y="330"/>
                    </a:lnTo>
                    <a:lnTo>
                      <a:pt x="893" y="329"/>
                    </a:lnTo>
                    <a:lnTo>
                      <a:pt x="890" y="327"/>
                    </a:lnTo>
                    <a:lnTo>
                      <a:pt x="888" y="325"/>
                    </a:lnTo>
                    <a:lnTo>
                      <a:pt x="888" y="322"/>
                    </a:lnTo>
                    <a:lnTo>
                      <a:pt x="889" y="320"/>
                    </a:lnTo>
                    <a:lnTo>
                      <a:pt x="890" y="317"/>
                    </a:lnTo>
                    <a:lnTo>
                      <a:pt x="891" y="315"/>
                    </a:lnTo>
                    <a:lnTo>
                      <a:pt x="893" y="313"/>
                    </a:lnTo>
                    <a:lnTo>
                      <a:pt x="895" y="311"/>
                    </a:lnTo>
                    <a:lnTo>
                      <a:pt x="898" y="311"/>
                    </a:lnTo>
                    <a:lnTo>
                      <a:pt x="900" y="309"/>
                    </a:lnTo>
                    <a:lnTo>
                      <a:pt x="900" y="306"/>
                    </a:lnTo>
                    <a:lnTo>
                      <a:pt x="900" y="303"/>
                    </a:lnTo>
                    <a:lnTo>
                      <a:pt x="901" y="299"/>
                    </a:lnTo>
                    <a:lnTo>
                      <a:pt x="903" y="298"/>
                    </a:lnTo>
                    <a:lnTo>
                      <a:pt x="906" y="298"/>
                    </a:lnTo>
                    <a:lnTo>
                      <a:pt x="908" y="298"/>
                    </a:lnTo>
                    <a:lnTo>
                      <a:pt x="910" y="297"/>
                    </a:lnTo>
                    <a:lnTo>
                      <a:pt x="912" y="294"/>
                    </a:lnTo>
                    <a:lnTo>
                      <a:pt x="914" y="293"/>
                    </a:lnTo>
                    <a:lnTo>
                      <a:pt x="917" y="293"/>
                    </a:lnTo>
                    <a:lnTo>
                      <a:pt x="919" y="295"/>
                    </a:lnTo>
                    <a:lnTo>
                      <a:pt x="921" y="296"/>
                    </a:lnTo>
                    <a:lnTo>
                      <a:pt x="923" y="297"/>
                    </a:lnTo>
                    <a:lnTo>
                      <a:pt x="925" y="298"/>
                    </a:lnTo>
                    <a:lnTo>
                      <a:pt x="926" y="300"/>
                    </a:lnTo>
                    <a:lnTo>
                      <a:pt x="927" y="301"/>
                    </a:lnTo>
                    <a:lnTo>
                      <a:pt x="929" y="302"/>
                    </a:lnTo>
                    <a:lnTo>
                      <a:pt x="931" y="302"/>
                    </a:lnTo>
                    <a:lnTo>
                      <a:pt x="934" y="301"/>
                    </a:lnTo>
                    <a:lnTo>
                      <a:pt x="937" y="301"/>
                    </a:lnTo>
                    <a:lnTo>
                      <a:pt x="938" y="303"/>
                    </a:lnTo>
                    <a:lnTo>
                      <a:pt x="938" y="307"/>
                    </a:lnTo>
                    <a:lnTo>
                      <a:pt x="936" y="311"/>
                    </a:lnTo>
                    <a:lnTo>
                      <a:pt x="935" y="313"/>
                    </a:lnTo>
                    <a:lnTo>
                      <a:pt x="936" y="316"/>
                    </a:lnTo>
                    <a:lnTo>
                      <a:pt x="937" y="318"/>
                    </a:lnTo>
                    <a:lnTo>
                      <a:pt x="937" y="320"/>
                    </a:lnTo>
                    <a:close/>
                  </a:path>
                </a:pathLst>
              </a:custGeom>
              <a:solidFill>
                <a:srgbClr val="86D1BC">
                  <a:alpha val="24000"/>
                </a:srgbClr>
              </a:solidFill>
              <a:ln>
                <a:noFill/>
              </a:ln>
            </p:spPr>
            <p:txBody>
              <a:bodyPr anchor="ctr"/>
              <a:lstStyle/>
              <a:p>
                <a:pPr algn="ctr">
                  <a:buNone/>
                </a:pPr>
              </a:p>
            </p:txBody>
          </p:sp>
          <p:sp>
            <p:nvSpPr>
              <p:cNvPr id="7177" name="addition:input:176">
                <a:extLst>
                  <a:ext uri="{FF2B5EF4-FFF2-40B4-BE49-F238E27FC236}">
                    <ns2:creationId id="{DF9A6751-2C54-4686-90E6-CD3184F05027}"/>
                  </a:ext>
                </a:extLst>
              </p:cNvPr>
              <p:cNvSpPr>
                <a:spLocks noGrp="1"/>
              </p:cNvSpPr>
              <p:nvPr/>
            </p:nvSpPr>
            <p:spPr>
              <a:xfrm>
                <a:off x="209550" y="5438775"/>
                <a:ext cx="1489558" cy="766679"/>
              </a:xfrm>
              <a:custGeom>
                <a:rect l="l" t="t" r="r" b="b"/>
                <a:pathLst>
                  <a:path w="905" h="409">
                    <a:moveTo>
                      <a:pt x="0" y="0"/>
                    </a:moveTo>
                    <a:moveTo>
                      <a:pt x="904" y="378"/>
                    </a:moveTo>
                    <a:lnTo>
                      <a:pt x="905" y="381"/>
                    </a:lnTo>
                    <a:lnTo>
                      <a:pt x="904" y="383"/>
                    </a:lnTo>
                    <a:lnTo>
                      <a:pt x="902" y="385"/>
                    </a:lnTo>
                    <a:lnTo>
                      <a:pt x="901" y="387"/>
                    </a:lnTo>
                    <a:lnTo>
                      <a:pt x="901" y="390"/>
                    </a:lnTo>
                    <a:lnTo>
                      <a:pt x="901" y="392"/>
                    </a:lnTo>
                    <a:lnTo>
                      <a:pt x="900" y="395"/>
                    </a:lnTo>
                    <a:lnTo>
                      <a:pt x="898" y="396"/>
                    </a:lnTo>
                    <a:lnTo>
                      <a:pt x="896" y="396"/>
                    </a:lnTo>
                    <a:lnTo>
                      <a:pt x="893" y="397"/>
                    </a:lnTo>
                    <a:lnTo>
                      <a:pt x="892" y="398"/>
                    </a:lnTo>
                    <a:lnTo>
                      <a:pt x="891" y="400"/>
                    </a:lnTo>
                    <a:lnTo>
                      <a:pt x="889" y="401"/>
                    </a:lnTo>
                    <a:lnTo>
                      <a:pt x="887" y="403"/>
                    </a:lnTo>
                    <a:lnTo>
                      <a:pt x="885" y="404"/>
                    </a:lnTo>
                    <a:lnTo>
                      <a:pt x="883" y="406"/>
                    </a:lnTo>
                    <a:lnTo>
                      <a:pt x="881" y="409"/>
                    </a:lnTo>
                    <a:lnTo>
                      <a:pt x="878" y="409"/>
                    </a:lnTo>
                    <a:lnTo>
                      <a:pt x="876" y="407"/>
                    </a:lnTo>
                    <a:lnTo>
                      <a:pt x="874" y="404"/>
                    </a:lnTo>
                    <a:lnTo>
                      <a:pt x="873" y="400"/>
                    </a:lnTo>
                    <a:lnTo>
                      <a:pt x="872" y="399"/>
                    </a:lnTo>
                    <a:lnTo>
                      <a:pt x="870" y="399"/>
                    </a:lnTo>
                    <a:lnTo>
                      <a:pt x="867" y="399"/>
                    </a:lnTo>
                    <a:lnTo>
                      <a:pt x="865" y="399"/>
                    </a:lnTo>
                    <a:lnTo>
                      <a:pt x="864" y="397"/>
                    </a:lnTo>
                    <a:lnTo>
                      <a:pt x="863" y="395"/>
                    </a:lnTo>
                    <a:lnTo>
                      <a:pt x="862" y="394"/>
                    </a:lnTo>
                    <a:lnTo>
                      <a:pt x="860" y="392"/>
                    </a:lnTo>
                    <a:lnTo>
                      <a:pt x="859" y="390"/>
                    </a:lnTo>
                    <a:lnTo>
                      <a:pt x="858" y="388"/>
                    </a:lnTo>
                    <a:lnTo>
                      <a:pt x="859" y="386"/>
                    </a:lnTo>
                    <a:lnTo>
                      <a:pt x="858" y="383"/>
                    </a:lnTo>
                    <a:lnTo>
                      <a:pt x="858" y="381"/>
                    </a:lnTo>
                    <a:lnTo>
                      <a:pt x="858" y="378"/>
                    </a:lnTo>
                    <a:lnTo>
                      <a:pt x="859" y="376"/>
                    </a:lnTo>
                    <a:lnTo>
                      <a:pt x="862" y="374"/>
                    </a:lnTo>
                    <a:lnTo>
                      <a:pt x="864" y="373"/>
                    </a:lnTo>
                    <a:lnTo>
                      <a:pt x="865" y="371"/>
                    </a:lnTo>
                    <a:lnTo>
                      <a:pt x="865" y="368"/>
                    </a:lnTo>
                    <a:lnTo>
                      <a:pt x="864" y="365"/>
                    </a:lnTo>
                    <a:lnTo>
                      <a:pt x="863" y="361"/>
                    </a:lnTo>
                    <a:lnTo>
                      <a:pt x="864" y="359"/>
                    </a:lnTo>
                    <a:lnTo>
                      <a:pt x="866" y="357"/>
                    </a:lnTo>
                    <a:lnTo>
                      <a:pt x="867" y="356"/>
                    </a:lnTo>
                    <a:lnTo>
                      <a:pt x="869" y="355"/>
                    </a:lnTo>
                    <a:lnTo>
                      <a:pt x="871" y="354"/>
                    </a:lnTo>
                    <a:lnTo>
                      <a:pt x="873" y="354"/>
                    </a:lnTo>
                    <a:lnTo>
                      <a:pt x="875" y="355"/>
                    </a:lnTo>
                    <a:lnTo>
                      <a:pt x="876" y="355"/>
                    </a:lnTo>
                    <a:lnTo>
                      <a:pt x="878" y="355"/>
                    </a:lnTo>
                    <a:lnTo>
                      <a:pt x="879" y="353"/>
                    </a:lnTo>
                    <a:lnTo>
                      <a:pt x="881" y="352"/>
                    </a:lnTo>
                    <a:lnTo>
                      <a:pt x="882" y="352"/>
                    </a:lnTo>
                    <a:lnTo>
                      <a:pt x="884" y="354"/>
                    </a:lnTo>
                    <a:lnTo>
                      <a:pt x="885" y="356"/>
                    </a:lnTo>
                    <a:lnTo>
                      <a:pt x="887" y="355"/>
                    </a:lnTo>
                    <a:lnTo>
                      <a:pt x="889" y="354"/>
                    </a:lnTo>
                    <a:lnTo>
                      <a:pt x="892" y="353"/>
                    </a:lnTo>
                    <a:lnTo>
                      <a:pt x="894" y="355"/>
                    </a:lnTo>
                    <a:lnTo>
                      <a:pt x="895" y="357"/>
                    </a:lnTo>
                    <a:lnTo>
                      <a:pt x="895" y="361"/>
                    </a:lnTo>
                    <a:lnTo>
                      <a:pt x="895" y="364"/>
                    </a:lnTo>
                    <a:lnTo>
                      <a:pt x="896" y="366"/>
                    </a:lnTo>
                    <a:lnTo>
                      <a:pt x="896" y="368"/>
                    </a:lnTo>
                    <a:lnTo>
                      <a:pt x="897" y="370"/>
                    </a:lnTo>
                    <a:lnTo>
                      <a:pt x="897" y="372"/>
                    </a:lnTo>
                    <a:lnTo>
                      <a:pt x="899" y="374"/>
                    </a:lnTo>
                    <a:lnTo>
                      <a:pt x="902" y="376"/>
                    </a:lnTo>
                    <a:close/>
                  </a:path>
                </a:pathLst>
              </a:custGeom>
              <a:solidFill>
                <a:srgbClr val="86D1BC">
                  <a:alpha val="24000"/>
                </a:srgbClr>
              </a:solidFill>
              <a:ln>
                <a:noFill/>
              </a:ln>
            </p:spPr>
            <p:txBody>
              <a:bodyPr anchor="ctr"/>
              <a:lstStyle/>
              <a:p>
                <a:pPr algn="ctr">
                  <a:buNone/>
                </a:pPr>
              </a:p>
            </p:txBody>
          </p:sp>
          <p:sp>
            <p:nvSpPr>
              <p:cNvPr id="7178" name="addition:input:177">
                <a:extLst>
                  <a:ext uri="{FF2B5EF4-FFF2-40B4-BE49-F238E27FC236}">
                    <ns2:creationId id="{8863B5C6-F3BE-443A-A980-671EFCEF9F31}"/>
                  </a:ext>
                </a:extLst>
              </p:cNvPr>
              <p:cNvSpPr>
                <a:spLocks noGrp="1"/>
              </p:cNvSpPr>
              <p:nvPr/>
            </p:nvSpPr>
            <p:spPr>
              <a:xfrm>
                <a:off x="209550" y="5438775"/>
                <a:ext cx="1367760" cy="777926"/>
              </a:xfrm>
              <a:custGeom>
                <a:rect l="l" t="t" r="r" b="b"/>
                <a:pathLst>
                  <a:path w="831" h="415">
                    <a:moveTo>
                      <a:pt x="0" y="0"/>
                    </a:moveTo>
                    <a:moveTo>
                      <a:pt x="827" y="392"/>
                    </a:moveTo>
                    <a:lnTo>
                      <a:pt x="825" y="394"/>
                    </a:lnTo>
                    <a:lnTo>
                      <a:pt x="824" y="395"/>
                    </a:lnTo>
                    <a:lnTo>
                      <a:pt x="824" y="397"/>
                    </a:lnTo>
                    <a:lnTo>
                      <a:pt x="824" y="399"/>
                    </a:lnTo>
                    <a:lnTo>
                      <a:pt x="824" y="401"/>
                    </a:lnTo>
                    <a:lnTo>
                      <a:pt x="824" y="404"/>
                    </a:lnTo>
                    <a:lnTo>
                      <a:pt x="824" y="406"/>
                    </a:lnTo>
                    <a:lnTo>
                      <a:pt x="824" y="409"/>
                    </a:lnTo>
                    <a:lnTo>
                      <a:pt x="823" y="411"/>
                    </a:lnTo>
                    <a:lnTo>
                      <a:pt x="821" y="412"/>
                    </a:lnTo>
                    <a:lnTo>
                      <a:pt x="818" y="411"/>
                    </a:lnTo>
                    <a:lnTo>
                      <a:pt x="816" y="411"/>
                    </a:lnTo>
                    <a:lnTo>
                      <a:pt x="814" y="411"/>
                    </a:lnTo>
                    <a:lnTo>
                      <a:pt x="813" y="413"/>
                    </a:lnTo>
                    <a:lnTo>
                      <a:pt x="812" y="414"/>
                    </a:lnTo>
                    <a:lnTo>
                      <a:pt x="810" y="415"/>
                    </a:lnTo>
                    <a:lnTo>
                      <a:pt x="808" y="414"/>
                    </a:lnTo>
                    <a:lnTo>
                      <a:pt x="807" y="413"/>
                    </a:lnTo>
                    <a:lnTo>
                      <a:pt x="805" y="412"/>
                    </a:lnTo>
                    <a:lnTo>
                      <a:pt x="803" y="413"/>
                    </a:lnTo>
                    <a:lnTo>
                      <a:pt x="801" y="414"/>
                    </a:lnTo>
                    <a:lnTo>
                      <a:pt x="799" y="415"/>
                    </a:lnTo>
                    <a:lnTo>
                      <a:pt x="797" y="414"/>
                    </a:lnTo>
                    <a:lnTo>
                      <a:pt x="795" y="413"/>
                    </a:lnTo>
                    <a:lnTo>
                      <a:pt x="793" y="412"/>
                    </a:lnTo>
                    <a:lnTo>
                      <a:pt x="791" y="410"/>
                    </a:lnTo>
                    <a:lnTo>
                      <a:pt x="790" y="408"/>
                    </a:lnTo>
                    <a:lnTo>
                      <a:pt x="790" y="405"/>
                    </a:lnTo>
                    <a:lnTo>
                      <a:pt x="791" y="402"/>
                    </a:lnTo>
                    <a:lnTo>
                      <a:pt x="791" y="400"/>
                    </a:lnTo>
                    <a:lnTo>
                      <a:pt x="789" y="399"/>
                    </a:lnTo>
                    <a:lnTo>
                      <a:pt x="786" y="398"/>
                    </a:lnTo>
                    <a:lnTo>
                      <a:pt x="783" y="396"/>
                    </a:lnTo>
                    <a:lnTo>
                      <a:pt x="782" y="394"/>
                    </a:lnTo>
                    <a:lnTo>
                      <a:pt x="782" y="392"/>
                    </a:lnTo>
                    <a:lnTo>
                      <a:pt x="783" y="390"/>
                    </a:lnTo>
                    <a:lnTo>
                      <a:pt x="783" y="388"/>
                    </a:lnTo>
                    <a:lnTo>
                      <a:pt x="782" y="385"/>
                    </a:lnTo>
                    <a:lnTo>
                      <a:pt x="783" y="383"/>
                    </a:lnTo>
                    <a:lnTo>
                      <a:pt x="784" y="382"/>
                    </a:lnTo>
                    <a:lnTo>
                      <a:pt x="786" y="380"/>
                    </a:lnTo>
                    <a:lnTo>
                      <a:pt x="787" y="379"/>
                    </a:lnTo>
                    <a:lnTo>
                      <a:pt x="788" y="377"/>
                    </a:lnTo>
                    <a:lnTo>
                      <a:pt x="790" y="376"/>
                    </a:lnTo>
                    <a:lnTo>
                      <a:pt x="792" y="375"/>
                    </a:lnTo>
                    <a:lnTo>
                      <a:pt x="794" y="375"/>
                    </a:lnTo>
                    <a:lnTo>
                      <a:pt x="797" y="374"/>
                    </a:lnTo>
                    <a:lnTo>
                      <a:pt x="798" y="373"/>
                    </a:lnTo>
                    <a:lnTo>
                      <a:pt x="799" y="369"/>
                    </a:lnTo>
                    <a:lnTo>
                      <a:pt x="801" y="366"/>
                    </a:lnTo>
                    <a:lnTo>
                      <a:pt x="803" y="365"/>
                    </a:lnTo>
                    <a:lnTo>
                      <a:pt x="806" y="366"/>
                    </a:lnTo>
                    <a:lnTo>
                      <a:pt x="809" y="368"/>
                    </a:lnTo>
                    <a:lnTo>
                      <a:pt x="811" y="370"/>
                    </a:lnTo>
                    <a:lnTo>
                      <a:pt x="813" y="371"/>
                    </a:lnTo>
                    <a:lnTo>
                      <a:pt x="815" y="371"/>
                    </a:lnTo>
                    <a:lnTo>
                      <a:pt x="816" y="372"/>
                    </a:lnTo>
                    <a:lnTo>
                      <a:pt x="818" y="373"/>
                    </a:lnTo>
                    <a:lnTo>
                      <a:pt x="820" y="374"/>
                    </a:lnTo>
                    <a:lnTo>
                      <a:pt x="822" y="375"/>
                    </a:lnTo>
                    <a:lnTo>
                      <a:pt x="824" y="375"/>
                    </a:lnTo>
                    <a:lnTo>
                      <a:pt x="826" y="376"/>
                    </a:lnTo>
                    <a:lnTo>
                      <a:pt x="827" y="378"/>
                    </a:lnTo>
                    <a:lnTo>
                      <a:pt x="827" y="380"/>
                    </a:lnTo>
                    <a:lnTo>
                      <a:pt x="827" y="382"/>
                    </a:lnTo>
                    <a:lnTo>
                      <a:pt x="828" y="384"/>
                    </a:lnTo>
                    <a:lnTo>
                      <a:pt x="830" y="385"/>
                    </a:lnTo>
                    <a:lnTo>
                      <a:pt x="831" y="387"/>
                    </a:lnTo>
                    <a:lnTo>
                      <a:pt x="830" y="390"/>
                    </a:lnTo>
                    <a:close/>
                  </a:path>
                </a:pathLst>
              </a:custGeom>
              <a:solidFill>
                <a:srgbClr val="86D1BC">
                  <a:alpha val="24000"/>
                </a:srgbClr>
              </a:solidFill>
              <a:ln>
                <a:noFill/>
              </a:ln>
            </p:spPr>
            <p:txBody>
              <a:bodyPr anchor="ctr"/>
              <a:lstStyle/>
              <a:p>
                <a:pPr algn="ctr">
                  <a:buNone/>
                </a:pPr>
              </a:p>
            </p:txBody>
          </p:sp>
          <p:sp>
            <p:nvSpPr>
              <p:cNvPr id="7179" name="addition:input:178">
                <a:extLst>
                  <a:ext uri="{FF2B5EF4-FFF2-40B4-BE49-F238E27FC236}">
                    <ns2:creationId id="{F0215975-B75B-4F04-B896-8DA9BE524EB3}"/>
                  </a:ext>
                </a:extLst>
              </p:cNvPr>
              <p:cNvSpPr>
                <a:spLocks noGrp="1"/>
              </p:cNvSpPr>
              <p:nvPr/>
            </p:nvSpPr>
            <p:spPr>
              <a:xfrm>
                <a:off x="209550" y="5438775"/>
                <a:ext cx="1262421" cy="736686"/>
              </a:xfrm>
              <a:custGeom>
                <a:rect l="l" t="t" r="r" b="b"/>
                <a:pathLst>
                  <a:path w="767" h="393">
                    <a:moveTo>
                      <a:pt x="0" y="0"/>
                    </a:moveTo>
                    <a:moveTo>
                      <a:pt x="767" y="368"/>
                    </a:moveTo>
                    <a:lnTo>
                      <a:pt x="766" y="370"/>
                    </a:lnTo>
                    <a:lnTo>
                      <a:pt x="762" y="372"/>
                    </a:lnTo>
                    <a:lnTo>
                      <a:pt x="758" y="373"/>
                    </a:lnTo>
                    <a:lnTo>
                      <a:pt x="756" y="375"/>
                    </a:lnTo>
                    <a:lnTo>
                      <a:pt x="757" y="377"/>
                    </a:lnTo>
                    <a:lnTo>
                      <a:pt x="758" y="381"/>
                    </a:lnTo>
                    <a:lnTo>
                      <a:pt x="759" y="384"/>
                    </a:lnTo>
                    <a:lnTo>
                      <a:pt x="758" y="386"/>
                    </a:lnTo>
                    <a:lnTo>
                      <a:pt x="755" y="388"/>
                    </a:lnTo>
                    <a:lnTo>
                      <a:pt x="753" y="389"/>
                    </a:lnTo>
                    <a:lnTo>
                      <a:pt x="750" y="390"/>
                    </a:lnTo>
                    <a:lnTo>
                      <a:pt x="748" y="391"/>
                    </a:lnTo>
                    <a:lnTo>
                      <a:pt x="746" y="392"/>
                    </a:lnTo>
                    <a:lnTo>
                      <a:pt x="743" y="392"/>
                    </a:lnTo>
                    <a:lnTo>
                      <a:pt x="741" y="391"/>
                    </a:lnTo>
                    <a:lnTo>
                      <a:pt x="739" y="391"/>
                    </a:lnTo>
                    <a:lnTo>
                      <a:pt x="737" y="393"/>
                    </a:lnTo>
                    <a:lnTo>
                      <a:pt x="735" y="393"/>
                    </a:lnTo>
                    <a:lnTo>
                      <a:pt x="733" y="392"/>
                    </a:lnTo>
                    <a:lnTo>
                      <a:pt x="731" y="391"/>
                    </a:lnTo>
                    <a:lnTo>
                      <a:pt x="729" y="389"/>
                    </a:lnTo>
                    <a:lnTo>
                      <a:pt x="727" y="390"/>
                    </a:lnTo>
                    <a:lnTo>
                      <a:pt x="723" y="391"/>
                    </a:lnTo>
                    <a:lnTo>
                      <a:pt x="720" y="392"/>
                    </a:lnTo>
                    <a:lnTo>
                      <a:pt x="717" y="391"/>
                    </a:lnTo>
                    <a:lnTo>
                      <a:pt x="716" y="388"/>
                    </a:lnTo>
                    <a:lnTo>
                      <a:pt x="716" y="385"/>
                    </a:lnTo>
                    <a:lnTo>
                      <a:pt x="716" y="382"/>
                    </a:lnTo>
                    <a:lnTo>
                      <a:pt x="715" y="380"/>
                    </a:lnTo>
                    <a:lnTo>
                      <a:pt x="714" y="378"/>
                    </a:lnTo>
                    <a:lnTo>
                      <a:pt x="713" y="376"/>
                    </a:lnTo>
                    <a:lnTo>
                      <a:pt x="713" y="374"/>
                    </a:lnTo>
                    <a:lnTo>
                      <a:pt x="711" y="372"/>
                    </a:lnTo>
                    <a:lnTo>
                      <a:pt x="708" y="370"/>
                    </a:lnTo>
                    <a:lnTo>
                      <a:pt x="705" y="368"/>
                    </a:lnTo>
                    <a:lnTo>
                      <a:pt x="704" y="365"/>
                    </a:lnTo>
                    <a:lnTo>
                      <a:pt x="705" y="363"/>
                    </a:lnTo>
                    <a:lnTo>
                      <a:pt x="707" y="361"/>
                    </a:lnTo>
                    <a:lnTo>
                      <a:pt x="708" y="359"/>
                    </a:lnTo>
                    <a:lnTo>
                      <a:pt x="708" y="357"/>
                    </a:lnTo>
                    <a:lnTo>
                      <a:pt x="707" y="354"/>
                    </a:lnTo>
                    <a:lnTo>
                      <a:pt x="708" y="351"/>
                    </a:lnTo>
                    <a:lnTo>
                      <a:pt x="711" y="350"/>
                    </a:lnTo>
                    <a:lnTo>
                      <a:pt x="715" y="350"/>
                    </a:lnTo>
                    <a:lnTo>
                      <a:pt x="718" y="350"/>
                    </a:lnTo>
                    <a:lnTo>
                      <a:pt x="720" y="349"/>
                    </a:lnTo>
                    <a:lnTo>
                      <a:pt x="722" y="347"/>
                    </a:lnTo>
                    <a:lnTo>
                      <a:pt x="724" y="346"/>
                    </a:lnTo>
                    <a:lnTo>
                      <a:pt x="726" y="344"/>
                    </a:lnTo>
                    <a:lnTo>
                      <a:pt x="728" y="343"/>
                    </a:lnTo>
                    <a:lnTo>
                      <a:pt x="731" y="341"/>
                    </a:lnTo>
                    <a:lnTo>
                      <a:pt x="734" y="338"/>
                    </a:lnTo>
                    <a:lnTo>
                      <a:pt x="738" y="338"/>
                    </a:lnTo>
                    <a:lnTo>
                      <a:pt x="741" y="339"/>
                    </a:lnTo>
                    <a:lnTo>
                      <a:pt x="743" y="343"/>
                    </a:lnTo>
                    <a:lnTo>
                      <a:pt x="745" y="346"/>
                    </a:lnTo>
                    <a:lnTo>
                      <a:pt x="747" y="347"/>
                    </a:lnTo>
                    <a:lnTo>
                      <a:pt x="750" y="347"/>
                    </a:lnTo>
                    <a:lnTo>
                      <a:pt x="754" y="347"/>
                    </a:lnTo>
                    <a:lnTo>
                      <a:pt x="756" y="348"/>
                    </a:lnTo>
                    <a:lnTo>
                      <a:pt x="758" y="350"/>
                    </a:lnTo>
                    <a:lnTo>
                      <a:pt x="759" y="352"/>
                    </a:lnTo>
                    <a:lnTo>
                      <a:pt x="760" y="353"/>
                    </a:lnTo>
                    <a:lnTo>
                      <a:pt x="763" y="355"/>
                    </a:lnTo>
                    <a:lnTo>
                      <a:pt x="765" y="356"/>
                    </a:lnTo>
                    <a:lnTo>
                      <a:pt x="766" y="358"/>
                    </a:lnTo>
                    <a:lnTo>
                      <a:pt x="767" y="360"/>
                    </a:lnTo>
                    <a:lnTo>
                      <a:pt x="767" y="363"/>
                    </a:lnTo>
                    <a:lnTo>
                      <a:pt x="767" y="365"/>
                    </a:lnTo>
                    <a:close/>
                  </a:path>
                </a:pathLst>
              </a:custGeom>
              <a:solidFill>
                <a:srgbClr val="86D1BC">
                  <a:alpha val="24000"/>
                </a:srgbClr>
              </a:solidFill>
              <a:ln>
                <a:noFill/>
              </a:ln>
            </p:spPr>
            <p:txBody>
              <a:bodyPr anchor="ctr"/>
              <a:lstStyle/>
              <a:p>
                <a:pPr algn="ctr">
                  <a:buNone/>
                </a:pPr>
              </a:p>
            </p:txBody>
          </p:sp>
          <p:sp>
            <p:nvSpPr>
              <p:cNvPr id="7180" name="addition:input:179">
                <a:extLst>
                  <a:ext uri="{FF2B5EF4-FFF2-40B4-BE49-F238E27FC236}">
                    <ns2:creationId id="{2B350DC2-57A3-42D9-9042-2AB059A7BE4D}"/>
                  </a:ext>
                </a:extLst>
              </p:cNvPr>
              <p:cNvSpPr>
                <a:spLocks noGrp="1"/>
              </p:cNvSpPr>
              <p:nvPr/>
            </p:nvSpPr>
            <p:spPr>
              <a:xfrm>
                <a:off x="209550" y="5438775"/>
                <a:ext cx="1232794" cy="624215"/>
              </a:xfrm>
              <a:custGeom>
                <a:rect l="l" t="t" r="r" b="b"/>
                <a:pathLst>
                  <a:path w="749" h="333">
                    <a:moveTo>
                      <a:pt x="0" y="0"/>
                    </a:moveTo>
                    <a:moveTo>
                      <a:pt x="749" y="306"/>
                    </a:moveTo>
                    <a:lnTo>
                      <a:pt x="747" y="308"/>
                    </a:lnTo>
                    <a:lnTo>
                      <a:pt x="743" y="310"/>
                    </a:lnTo>
                    <a:lnTo>
                      <a:pt x="740" y="312"/>
                    </a:lnTo>
                    <a:lnTo>
                      <a:pt x="739" y="314"/>
                    </a:lnTo>
                    <a:lnTo>
                      <a:pt x="740" y="316"/>
                    </a:lnTo>
                    <a:lnTo>
                      <a:pt x="742" y="320"/>
                    </a:lnTo>
                    <a:lnTo>
                      <a:pt x="743" y="324"/>
                    </a:lnTo>
                    <a:lnTo>
                      <a:pt x="741" y="326"/>
                    </a:lnTo>
                    <a:lnTo>
                      <a:pt x="739" y="327"/>
                    </a:lnTo>
                    <a:lnTo>
                      <a:pt x="736" y="328"/>
                    </a:lnTo>
                    <a:lnTo>
                      <a:pt x="734" y="329"/>
                    </a:lnTo>
                    <a:lnTo>
                      <a:pt x="732" y="330"/>
                    </a:lnTo>
                    <a:lnTo>
                      <a:pt x="729" y="330"/>
                    </a:lnTo>
                    <a:lnTo>
                      <a:pt x="727" y="330"/>
                    </a:lnTo>
                    <a:lnTo>
                      <a:pt x="725" y="329"/>
                    </a:lnTo>
                    <a:lnTo>
                      <a:pt x="723" y="331"/>
                    </a:lnTo>
                    <a:lnTo>
                      <a:pt x="721" y="332"/>
                    </a:lnTo>
                    <a:lnTo>
                      <a:pt x="719" y="333"/>
                    </a:lnTo>
                    <a:lnTo>
                      <a:pt x="717" y="332"/>
                    </a:lnTo>
                    <a:lnTo>
                      <a:pt x="715" y="330"/>
                    </a:lnTo>
                    <a:lnTo>
                      <a:pt x="713" y="329"/>
                    </a:lnTo>
                    <a:lnTo>
                      <a:pt x="710" y="330"/>
                    </a:lnTo>
                    <a:lnTo>
                      <a:pt x="706" y="331"/>
                    </a:lnTo>
                    <a:lnTo>
                      <a:pt x="703" y="332"/>
                    </a:lnTo>
                    <a:lnTo>
                      <a:pt x="700" y="330"/>
                    </a:lnTo>
                    <a:lnTo>
                      <a:pt x="700" y="327"/>
                    </a:lnTo>
                    <a:lnTo>
                      <a:pt x="699" y="324"/>
                    </a:lnTo>
                    <a:lnTo>
                      <a:pt x="699" y="321"/>
                    </a:lnTo>
                    <a:lnTo>
                      <a:pt x="698" y="319"/>
                    </a:lnTo>
                    <a:lnTo>
                      <a:pt x="697" y="316"/>
                    </a:lnTo>
                    <a:lnTo>
                      <a:pt x="696" y="314"/>
                    </a:lnTo>
                    <a:lnTo>
                      <a:pt x="695" y="312"/>
                    </a:lnTo>
                    <a:lnTo>
                      <a:pt x="692" y="310"/>
                    </a:lnTo>
                    <a:lnTo>
                      <a:pt x="689" y="309"/>
                    </a:lnTo>
                    <a:lnTo>
                      <a:pt x="686" y="306"/>
                    </a:lnTo>
                    <a:lnTo>
                      <a:pt x="685" y="303"/>
                    </a:lnTo>
                    <a:lnTo>
                      <a:pt x="687" y="301"/>
                    </a:lnTo>
                    <a:lnTo>
                      <a:pt x="689" y="299"/>
                    </a:lnTo>
                    <a:lnTo>
                      <a:pt x="691" y="297"/>
                    </a:lnTo>
                    <a:lnTo>
                      <a:pt x="691" y="294"/>
                    </a:lnTo>
                    <a:lnTo>
                      <a:pt x="691" y="292"/>
                    </a:lnTo>
                    <a:lnTo>
                      <a:pt x="692" y="289"/>
                    </a:lnTo>
                    <a:lnTo>
                      <a:pt x="695" y="288"/>
                    </a:lnTo>
                    <a:lnTo>
                      <a:pt x="698" y="288"/>
                    </a:lnTo>
                    <a:lnTo>
                      <a:pt x="701" y="287"/>
                    </a:lnTo>
                    <a:lnTo>
                      <a:pt x="703" y="286"/>
                    </a:lnTo>
                    <a:lnTo>
                      <a:pt x="705" y="284"/>
                    </a:lnTo>
                    <a:lnTo>
                      <a:pt x="707" y="282"/>
                    </a:lnTo>
                    <a:lnTo>
                      <a:pt x="710" y="281"/>
                    </a:lnTo>
                    <a:lnTo>
                      <a:pt x="712" y="279"/>
                    </a:lnTo>
                    <a:lnTo>
                      <a:pt x="715" y="277"/>
                    </a:lnTo>
                    <a:lnTo>
                      <a:pt x="718" y="275"/>
                    </a:lnTo>
                    <a:lnTo>
                      <a:pt x="722" y="275"/>
                    </a:lnTo>
                    <a:lnTo>
                      <a:pt x="725" y="277"/>
                    </a:lnTo>
                    <a:lnTo>
                      <a:pt x="727" y="281"/>
                    </a:lnTo>
                    <a:lnTo>
                      <a:pt x="729" y="284"/>
                    </a:lnTo>
                    <a:lnTo>
                      <a:pt x="731" y="285"/>
                    </a:lnTo>
                    <a:lnTo>
                      <a:pt x="734" y="285"/>
                    </a:lnTo>
                    <a:lnTo>
                      <a:pt x="737" y="284"/>
                    </a:lnTo>
                    <a:lnTo>
                      <a:pt x="739" y="285"/>
                    </a:lnTo>
                    <a:lnTo>
                      <a:pt x="741" y="287"/>
                    </a:lnTo>
                    <a:lnTo>
                      <a:pt x="742" y="289"/>
                    </a:lnTo>
                    <a:lnTo>
                      <a:pt x="744" y="290"/>
                    </a:lnTo>
                    <a:lnTo>
                      <a:pt x="746" y="292"/>
                    </a:lnTo>
                    <a:lnTo>
                      <a:pt x="748" y="294"/>
                    </a:lnTo>
                    <a:lnTo>
                      <a:pt x="748" y="296"/>
                    </a:lnTo>
                    <a:lnTo>
                      <a:pt x="748" y="299"/>
                    </a:lnTo>
                    <a:lnTo>
                      <a:pt x="748" y="301"/>
                    </a:lnTo>
                    <a:lnTo>
                      <a:pt x="749" y="303"/>
                    </a:lnTo>
                    <a:close/>
                  </a:path>
                </a:pathLst>
              </a:custGeom>
              <a:solidFill>
                <a:srgbClr val="86D1BC">
                  <a:alpha val="24000"/>
                </a:srgbClr>
              </a:solidFill>
              <a:ln>
                <a:noFill/>
              </a:ln>
            </p:spPr>
            <p:txBody>
              <a:bodyPr anchor="ctr"/>
              <a:lstStyle/>
              <a:p>
                <a:pPr algn="ctr">
                  <a:buNone/>
                </a:pPr>
              </a:p>
            </p:txBody>
          </p:sp>
          <p:sp>
            <p:nvSpPr>
              <p:cNvPr id="7181" name="addition:input:180">
                <a:extLst>
                  <a:ext uri="{FF2B5EF4-FFF2-40B4-BE49-F238E27FC236}">
                    <ns2:creationId id="{344AFF78-8C76-4E39-8EA5-C721450336BB}"/>
                  </a:ext>
                </a:extLst>
              </p:cNvPr>
              <p:cNvSpPr>
                <a:spLocks noGrp="1"/>
              </p:cNvSpPr>
              <p:nvPr/>
            </p:nvSpPr>
            <p:spPr>
              <a:xfrm>
                <a:off x="209550" y="5438775"/>
                <a:ext cx="1278880" cy="526740"/>
              </a:xfrm>
              <a:custGeom>
                <a:rect l="l" t="t" r="r" b="b"/>
                <a:pathLst>
                  <a:path w="777" h="281">
                    <a:moveTo>
                      <a:pt x="0" y="0"/>
                    </a:moveTo>
                    <a:moveTo>
                      <a:pt x="776" y="251"/>
                    </a:moveTo>
                    <a:lnTo>
                      <a:pt x="776" y="253"/>
                    </a:lnTo>
                    <a:lnTo>
                      <a:pt x="776" y="256"/>
                    </a:lnTo>
                    <a:lnTo>
                      <a:pt x="776" y="258"/>
                    </a:lnTo>
                    <a:lnTo>
                      <a:pt x="777" y="261"/>
                    </a:lnTo>
                    <a:lnTo>
                      <a:pt x="777" y="263"/>
                    </a:lnTo>
                    <a:lnTo>
                      <a:pt x="775" y="265"/>
                    </a:lnTo>
                    <a:lnTo>
                      <a:pt x="774" y="267"/>
                    </a:lnTo>
                    <a:lnTo>
                      <a:pt x="773" y="268"/>
                    </a:lnTo>
                    <a:lnTo>
                      <a:pt x="771" y="270"/>
                    </a:lnTo>
                    <a:lnTo>
                      <a:pt x="770" y="271"/>
                    </a:lnTo>
                    <a:lnTo>
                      <a:pt x="767" y="271"/>
                    </a:lnTo>
                    <a:lnTo>
                      <a:pt x="764" y="270"/>
                    </a:lnTo>
                    <a:lnTo>
                      <a:pt x="762" y="271"/>
                    </a:lnTo>
                    <a:lnTo>
                      <a:pt x="761" y="273"/>
                    </a:lnTo>
                    <a:lnTo>
                      <a:pt x="760" y="277"/>
                    </a:lnTo>
                    <a:lnTo>
                      <a:pt x="758" y="280"/>
                    </a:lnTo>
                    <a:lnTo>
                      <a:pt x="755" y="281"/>
                    </a:lnTo>
                    <a:lnTo>
                      <a:pt x="753" y="280"/>
                    </a:lnTo>
                    <a:lnTo>
                      <a:pt x="750" y="278"/>
                    </a:lnTo>
                    <a:lnTo>
                      <a:pt x="748" y="277"/>
                    </a:lnTo>
                    <a:lnTo>
                      <a:pt x="746" y="276"/>
                    </a:lnTo>
                    <a:lnTo>
                      <a:pt x="744" y="274"/>
                    </a:lnTo>
                    <a:lnTo>
                      <a:pt x="742" y="273"/>
                    </a:lnTo>
                    <a:lnTo>
                      <a:pt x="741" y="271"/>
                    </a:lnTo>
                    <a:lnTo>
                      <a:pt x="739" y="270"/>
                    </a:lnTo>
                    <a:lnTo>
                      <a:pt x="736" y="269"/>
                    </a:lnTo>
                    <a:lnTo>
                      <a:pt x="734" y="268"/>
                    </a:lnTo>
                    <a:lnTo>
                      <a:pt x="732" y="267"/>
                    </a:lnTo>
                    <a:lnTo>
                      <a:pt x="732" y="264"/>
                    </a:lnTo>
                    <a:lnTo>
                      <a:pt x="732" y="262"/>
                    </a:lnTo>
                    <a:lnTo>
                      <a:pt x="731" y="260"/>
                    </a:lnTo>
                    <a:lnTo>
                      <a:pt x="728" y="258"/>
                    </a:lnTo>
                    <a:lnTo>
                      <a:pt x="726" y="256"/>
                    </a:lnTo>
                    <a:lnTo>
                      <a:pt x="725" y="254"/>
                    </a:lnTo>
                    <a:lnTo>
                      <a:pt x="727" y="251"/>
                    </a:lnTo>
                    <a:lnTo>
                      <a:pt x="730" y="249"/>
                    </a:lnTo>
                    <a:lnTo>
                      <a:pt x="733" y="247"/>
                    </a:lnTo>
                    <a:lnTo>
                      <a:pt x="734" y="245"/>
                    </a:lnTo>
                    <a:lnTo>
                      <a:pt x="735" y="243"/>
                    </a:lnTo>
                    <a:lnTo>
                      <a:pt x="735" y="241"/>
                    </a:lnTo>
                    <a:lnTo>
                      <a:pt x="736" y="239"/>
                    </a:lnTo>
                    <a:lnTo>
                      <a:pt x="737" y="237"/>
                    </a:lnTo>
                    <a:lnTo>
                      <a:pt x="737" y="234"/>
                    </a:lnTo>
                    <a:lnTo>
                      <a:pt x="737" y="230"/>
                    </a:lnTo>
                    <a:lnTo>
                      <a:pt x="739" y="228"/>
                    </a:lnTo>
                    <a:lnTo>
                      <a:pt x="741" y="227"/>
                    </a:lnTo>
                    <a:lnTo>
                      <a:pt x="744" y="228"/>
                    </a:lnTo>
                    <a:lnTo>
                      <a:pt x="746" y="228"/>
                    </a:lnTo>
                    <a:lnTo>
                      <a:pt x="748" y="228"/>
                    </a:lnTo>
                    <a:lnTo>
                      <a:pt x="750" y="226"/>
                    </a:lnTo>
                    <a:lnTo>
                      <a:pt x="751" y="224"/>
                    </a:lnTo>
                    <a:lnTo>
                      <a:pt x="753" y="225"/>
                    </a:lnTo>
                    <a:lnTo>
                      <a:pt x="755" y="227"/>
                    </a:lnTo>
                    <a:lnTo>
                      <a:pt x="756" y="229"/>
                    </a:lnTo>
                    <a:lnTo>
                      <a:pt x="758" y="229"/>
                    </a:lnTo>
                    <a:lnTo>
                      <a:pt x="760" y="228"/>
                    </a:lnTo>
                    <a:lnTo>
                      <a:pt x="762" y="228"/>
                    </a:lnTo>
                    <a:lnTo>
                      <a:pt x="764" y="228"/>
                    </a:lnTo>
                    <a:lnTo>
                      <a:pt x="765" y="228"/>
                    </a:lnTo>
                    <a:lnTo>
                      <a:pt x="768" y="229"/>
                    </a:lnTo>
                    <a:lnTo>
                      <a:pt x="770" y="230"/>
                    </a:lnTo>
                    <a:lnTo>
                      <a:pt x="772" y="232"/>
                    </a:lnTo>
                    <a:lnTo>
                      <a:pt x="772" y="235"/>
                    </a:lnTo>
                    <a:lnTo>
                      <a:pt x="771" y="238"/>
                    </a:lnTo>
                    <a:lnTo>
                      <a:pt x="769" y="241"/>
                    </a:lnTo>
                    <a:lnTo>
                      <a:pt x="769" y="244"/>
                    </a:lnTo>
                    <a:lnTo>
                      <a:pt x="771" y="245"/>
                    </a:lnTo>
                    <a:lnTo>
                      <a:pt x="774" y="247"/>
                    </a:lnTo>
                    <a:lnTo>
                      <a:pt x="776" y="249"/>
                    </a:lnTo>
                    <a:close/>
                  </a:path>
                </a:pathLst>
              </a:custGeom>
              <a:solidFill>
                <a:srgbClr val="86D1BC">
                  <a:alpha val="24000"/>
                </a:srgbClr>
              </a:solidFill>
              <a:ln>
                <a:noFill/>
              </a:ln>
            </p:spPr>
            <p:txBody>
              <a:bodyPr anchor="ctr"/>
              <a:lstStyle/>
              <a:p>
                <a:pPr algn="ctr">
                  <a:buNone/>
                </a:pPr>
              </a:p>
            </p:txBody>
          </p:sp>
          <p:sp>
            <p:nvSpPr>
              <p:cNvPr id="7182" name="addition:input:181">
                <a:extLst>
                  <a:ext uri="{FF2B5EF4-FFF2-40B4-BE49-F238E27FC236}">
                    <ns2:creationId id="{C26F1875-E21F-42BC-8557-1A0A3C69A7EC}"/>
                  </a:ext>
                </a:extLst>
              </p:cNvPr>
              <p:cNvSpPr>
                <a:spLocks noGrp="1"/>
              </p:cNvSpPr>
              <p:nvPr/>
            </p:nvSpPr>
            <p:spPr>
              <a:xfrm>
                <a:off x="209550" y="5438775"/>
                <a:ext cx="1408908" cy="478003"/>
              </a:xfrm>
              <a:custGeom>
                <a:rect l="l" t="t" r="r" b="b"/>
                <a:pathLst>
                  <a:path w="856" h="255">
                    <a:moveTo>
                      <a:pt x="0" y="0"/>
                    </a:moveTo>
                    <a:moveTo>
                      <a:pt x="853" y="226"/>
                    </a:moveTo>
                    <a:lnTo>
                      <a:pt x="853" y="228"/>
                    </a:lnTo>
                    <a:lnTo>
                      <a:pt x="855" y="230"/>
                    </a:lnTo>
                    <a:lnTo>
                      <a:pt x="856" y="233"/>
                    </a:lnTo>
                    <a:lnTo>
                      <a:pt x="855" y="235"/>
                    </a:lnTo>
                    <a:lnTo>
                      <a:pt x="854" y="237"/>
                    </a:lnTo>
                    <a:lnTo>
                      <a:pt x="853" y="240"/>
                    </a:lnTo>
                    <a:lnTo>
                      <a:pt x="853" y="242"/>
                    </a:lnTo>
                    <a:lnTo>
                      <a:pt x="853" y="245"/>
                    </a:lnTo>
                    <a:lnTo>
                      <a:pt x="851" y="247"/>
                    </a:lnTo>
                    <a:lnTo>
                      <a:pt x="848" y="247"/>
                    </a:lnTo>
                    <a:lnTo>
                      <a:pt x="843" y="246"/>
                    </a:lnTo>
                    <a:lnTo>
                      <a:pt x="840" y="245"/>
                    </a:lnTo>
                    <a:lnTo>
                      <a:pt x="839" y="246"/>
                    </a:lnTo>
                    <a:lnTo>
                      <a:pt x="837" y="249"/>
                    </a:lnTo>
                    <a:lnTo>
                      <a:pt x="836" y="252"/>
                    </a:lnTo>
                    <a:lnTo>
                      <a:pt x="833" y="254"/>
                    </a:lnTo>
                    <a:lnTo>
                      <a:pt x="830" y="254"/>
                    </a:lnTo>
                    <a:lnTo>
                      <a:pt x="827" y="254"/>
                    </a:lnTo>
                    <a:lnTo>
                      <a:pt x="824" y="255"/>
                    </a:lnTo>
                    <a:lnTo>
                      <a:pt x="821" y="254"/>
                    </a:lnTo>
                    <a:lnTo>
                      <a:pt x="818" y="253"/>
                    </a:lnTo>
                    <a:lnTo>
                      <a:pt x="816" y="250"/>
                    </a:lnTo>
                    <a:lnTo>
                      <a:pt x="814" y="247"/>
                    </a:lnTo>
                    <a:lnTo>
                      <a:pt x="811" y="246"/>
                    </a:lnTo>
                    <a:lnTo>
                      <a:pt x="808" y="246"/>
                    </a:lnTo>
                    <a:lnTo>
                      <a:pt x="805" y="245"/>
                    </a:lnTo>
                    <a:lnTo>
                      <a:pt x="803" y="243"/>
                    </a:lnTo>
                    <a:lnTo>
                      <a:pt x="802" y="240"/>
                    </a:lnTo>
                    <a:lnTo>
                      <a:pt x="802" y="238"/>
                    </a:lnTo>
                    <a:lnTo>
                      <a:pt x="801" y="236"/>
                    </a:lnTo>
                    <a:lnTo>
                      <a:pt x="797" y="235"/>
                    </a:lnTo>
                    <a:lnTo>
                      <a:pt x="794" y="233"/>
                    </a:lnTo>
                    <a:lnTo>
                      <a:pt x="791" y="231"/>
                    </a:lnTo>
                    <a:lnTo>
                      <a:pt x="791" y="228"/>
                    </a:lnTo>
                    <a:lnTo>
                      <a:pt x="793" y="226"/>
                    </a:lnTo>
                    <a:lnTo>
                      <a:pt x="794" y="223"/>
                    </a:lnTo>
                    <a:lnTo>
                      <a:pt x="796" y="221"/>
                    </a:lnTo>
                    <a:lnTo>
                      <a:pt x="798" y="219"/>
                    </a:lnTo>
                    <a:lnTo>
                      <a:pt x="801" y="217"/>
                    </a:lnTo>
                    <a:lnTo>
                      <a:pt x="804" y="216"/>
                    </a:lnTo>
                    <a:lnTo>
                      <a:pt x="806" y="214"/>
                    </a:lnTo>
                    <a:lnTo>
                      <a:pt x="805" y="211"/>
                    </a:lnTo>
                    <a:lnTo>
                      <a:pt x="805" y="207"/>
                    </a:lnTo>
                    <a:lnTo>
                      <a:pt x="806" y="204"/>
                    </a:lnTo>
                    <a:lnTo>
                      <a:pt x="808" y="203"/>
                    </a:lnTo>
                    <a:lnTo>
                      <a:pt x="812" y="202"/>
                    </a:lnTo>
                    <a:lnTo>
                      <a:pt x="815" y="202"/>
                    </a:lnTo>
                    <a:lnTo>
                      <a:pt x="818" y="201"/>
                    </a:lnTo>
                    <a:lnTo>
                      <a:pt x="820" y="199"/>
                    </a:lnTo>
                    <a:lnTo>
                      <a:pt x="822" y="197"/>
                    </a:lnTo>
                    <a:lnTo>
                      <a:pt x="825" y="197"/>
                    </a:lnTo>
                    <a:lnTo>
                      <a:pt x="828" y="199"/>
                    </a:lnTo>
                    <a:lnTo>
                      <a:pt x="830" y="200"/>
                    </a:lnTo>
                    <a:lnTo>
                      <a:pt x="832" y="201"/>
                    </a:lnTo>
                    <a:lnTo>
                      <a:pt x="834" y="201"/>
                    </a:lnTo>
                    <a:lnTo>
                      <a:pt x="836" y="202"/>
                    </a:lnTo>
                    <a:lnTo>
                      <a:pt x="838" y="203"/>
                    </a:lnTo>
                    <a:lnTo>
                      <a:pt x="840" y="204"/>
                    </a:lnTo>
                    <a:lnTo>
                      <a:pt x="842" y="203"/>
                    </a:lnTo>
                    <a:lnTo>
                      <a:pt x="846" y="202"/>
                    </a:lnTo>
                    <a:lnTo>
                      <a:pt x="850" y="202"/>
                    </a:lnTo>
                    <a:lnTo>
                      <a:pt x="852" y="205"/>
                    </a:lnTo>
                    <a:lnTo>
                      <a:pt x="851" y="208"/>
                    </a:lnTo>
                    <a:lnTo>
                      <a:pt x="849" y="212"/>
                    </a:lnTo>
                    <a:lnTo>
                      <a:pt x="848" y="215"/>
                    </a:lnTo>
                    <a:lnTo>
                      <a:pt x="850" y="217"/>
                    </a:lnTo>
                    <a:lnTo>
                      <a:pt x="852" y="219"/>
                    </a:lnTo>
                    <a:lnTo>
                      <a:pt x="853" y="221"/>
                    </a:lnTo>
                    <a:lnTo>
                      <a:pt x="853" y="223"/>
                    </a:lnTo>
                    <a:close/>
                  </a:path>
                </a:pathLst>
              </a:custGeom>
              <a:solidFill>
                <a:srgbClr val="86D1BC">
                  <a:alpha val="24000"/>
                </a:srgbClr>
              </a:solidFill>
              <a:ln>
                <a:noFill/>
              </a:ln>
            </p:spPr>
            <p:txBody>
              <a:bodyPr anchor="ctr"/>
              <a:lstStyle/>
              <a:p>
                <a:pPr algn="ctr">
                  <a:buNone/>
                </a:pPr>
              </a:p>
            </p:txBody>
          </p:sp>
          <p:sp>
            <p:nvSpPr>
              <p:cNvPr id="7183" name="addition:input:182">
                <a:extLst>
                  <a:ext uri="{FF2B5EF4-FFF2-40B4-BE49-F238E27FC236}">
                    <ns2:creationId id="{2F362D8F-BFB3-446C-8F5A-4CE7A820313D}"/>
                  </a:ext>
                </a:extLst>
              </p:cNvPr>
              <p:cNvSpPr>
                <a:spLocks noGrp="1"/>
              </p:cNvSpPr>
              <p:nvPr/>
            </p:nvSpPr>
            <p:spPr>
              <a:xfrm>
                <a:off x="209550" y="5438775"/>
                <a:ext cx="1517538" cy="536113"/>
              </a:xfrm>
              <a:custGeom>
                <a:rect l="l" t="t" r="r" b="b"/>
                <a:pathLst>
                  <a:path w="922" h="286">
                    <a:moveTo>
                      <a:pt x="0" y="0"/>
                    </a:moveTo>
                    <a:moveTo>
                      <a:pt x="920" y="260"/>
                    </a:moveTo>
                    <a:lnTo>
                      <a:pt x="917" y="262"/>
                    </a:lnTo>
                    <a:lnTo>
                      <a:pt x="915" y="264"/>
                    </a:lnTo>
                    <a:lnTo>
                      <a:pt x="914" y="265"/>
                    </a:lnTo>
                    <a:lnTo>
                      <a:pt x="915" y="268"/>
                    </a:lnTo>
                    <a:lnTo>
                      <a:pt x="915" y="270"/>
                    </a:lnTo>
                    <a:lnTo>
                      <a:pt x="914" y="273"/>
                    </a:lnTo>
                    <a:lnTo>
                      <a:pt x="914" y="275"/>
                    </a:lnTo>
                    <a:lnTo>
                      <a:pt x="914" y="278"/>
                    </a:lnTo>
                    <a:lnTo>
                      <a:pt x="913" y="281"/>
                    </a:lnTo>
                    <a:lnTo>
                      <a:pt x="912" y="283"/>
                    </a:lnTo>
                    <a:lnTo>
                      <a:pt x="909" y="283"/>
                    </a:lnTo>
                    <a:lnTo>
                      <a:pt x="906" y="282"/>
                    </a:lnTo>
                    <a:lnTo>
                      <a:pt x="904" y="281"/>
                    </a:lnTo>
                    <a:lnTo>
                      <a:pt x="903" y="282"/>
                    </a:lnTo>
                    <a:lnTo>
                      <a:pt x="902" y="284"/>
                    </a:lnTo>
                    <a:lnTo>
                      <a:pt x="900" y="286"/>
                    </a:lnTo>
                    <a:lnTo>
                      <a:pt x="898" y="285"/>
                    </a:lnTo>
                    <a:lnTo>
                      <a:pt x="897" y="284"/>
                    </a:lnTo>
                    <a:lnTo>
                      <a:pt x="895" y="282"/>
                    </a:lnTo>
                    <a:lnTo>
                      <a:pt x="894" y="282"/>
                    </a:lnTo>
                    <a:lnTo>
                      <a:pt x="892" y="284"/>
                    </a:lnTo>
                    <a:lnTo>
                      <a:pt x="889" y="284"/>
                    </a:lnTo>
                    <a:lnTo>
                      <a:pt x="887" y="284"/>
                    </a:lnTo>
                    <a:lnTo>
                      <a:pt x="885" y="283"/>
                    </a:lnTo>
                    <a:lnTo>
                      <a:pt x="883" y="281"/>
                    </a:lnTo>
                    <a:lnTo>
                      <a:pt x="882" y="280"/>
                    </a:lnTo>
                    <a:lnTo>
                      <a:pt x="880" y="278"/>
                    </a:lnTo>
                    <a:lnTo>
                      <a:pt x="880" y="275"/>
                    </a:lnTo>
                    <a:lnTo>
                      <a:pt x="881" y="271"/>
                    </a:lnTo>
                    <a:lnTo>
                      <a:pt x="881" y="269"/>
                    </a:lnTo>
                    <a:lnTo>
                      <a:pt x="880" y="267"/>
                    </a:lnTo>
                    <a:lnTo>
                      <a:pt x="878" y="266"/>
                    </a:lnTo>
                    <a:lnTo>
                      <a:pt x="874" y="264"/>
                    </a:lnTo>
                    <a:lnTo>
                      <a:pt x="872" y="262"/>
                    </a:lnTo>
                    <a:lnTo>
                      <a:pt x="872" y="260"/>
                    </a:lnTo>
                    <a:lnTo>
                      <a:pt x="873" y="257"/>
                    </a:lnTo>
                    <a:lnTo>
                      <a:pt x="873" y="255"/>
                    </a:lnTo>
                    <a:lnTo>
                      <a:pt x="873" y="253"/>
                    </a:lnTo>
                    <a:lnTo>
                      <a:pt x="873" y="250"/>
                    </a:lnTo>
                    <a:lnTo>
                      <a:pt x="874" y="248"/>
                    </a:lnTo>
                    <a:lnTo>
                      <a:pt x="875" y="246"/>
                    </a:lnTo>
                    <a:lnTo>
                      <a:pt x="877" y="245"/>
                    </a:lnTo>
                    <a:lnTo>
                      <a:pt x="879" y="243"/>
                    </a:lnTo>
                    <a:lnTo>
                      <a:pt x="880" y="242"/>
                    </a:lnTo>
                    <a:lnTo>
                      <a:pt x="882" y="240"/>
                    </a:lnTo>
                    <a:lnTo>
                      <a:pt x="884" y="240"/>
                    </a:lnTo>
                    <a:lnTo>
                      <a:pt x="886" y="240"/>
                    </a:lnTo>
                    <a:lnTo>
                      <a:pt x="888" y="239"/>
                    </a:lnTo>
                    <a:lnTo>
                      <a:pt x="890" y="236"/>
                    </a:lnTo>
                    <a:lnTo>
                      <a:pt x="891" y="232"/>
                    </a:lnTo>
                    <a:lnTo>
                      <a:pt x="893" y="230"/>
                    </a:lnTo>
                    <a:lnTo>
                      <a:pt x="896" y="230"/>
                    </a:lnTo>
                    <a:lnTo>
                      <a:pt x="899" y="232"/>
                    </a:lnTo>
                    <a:lnTo>
                      <a:pt x="901" y="234"/>
                    </a:lnTo>
                    <a:lnTo>
                      <a:pt x="903" y="236"/>
                    </a:lnTo>
                    <a:lnTo>
                      <a:pt x="905" y="237"/>
                    </a:lnTo>
                    <a:lnTo>
                      <a:pt x="907" y="238"/>
                    </a:lnTo>
                    <a:lnTo>
                      <a:pt x="909" y="239"/>
                    </a:lnTo>
                    <a:lnTo>
                      <a:pt x="910" y="240"/>
                    </a:lnTo>
                    <a:lnTo>
                      <a:pt x="912" y="241"/>
                    </a:lnTo>
                    <a:lnTo>
                      <a:pt x="914" y="241"/>
                    </a:lnTo>
                    <a:lnTo>
                      <a:pt x="917" y="242"/>
                    </a:lnTo>
                    <a:lnTo>
                      <a:pt x="918" y="244"/>
                    </a:lnTo>
                    <a:lnTo>
                      <a:pt x="918" y="246"/>
                    </a:lnTo>
                    <a:lnTo>
                      <a:pt x="918" y="249"/>
                    </a:lnTo>
                    <a:lnTo>
                      <a:pt x="919" y="251"/>
                    </a:lnTo>
                    <a:lnTo>
                      <a:pt x="921" y="252"/>
                    </a:lnTo>
                    <a:lnTo>
                      <a:pt x="922" y="254"/>
                    </a:lnTo>
                    <a:lnTo>
                      <a:pt x="922" y="257"/>
                    </a:lnTo>
                    <a:close/>
                  </a:path>
                </a:pathLst>
              </a:custGeom>
              <a:solidFill>
                <a:srgbClr val="86D1BC">
                  <a:alpha val="24000"/>
                </a:srgbClr>
              </a:solidFill>
              <a:ln>
                <a:noFill/>
              </a:ln>
            </p:spPr>
            <p:txBody>
              <a:bodyPr anchor="ctr"/>
              <a:lstStyle/>
              <a:p>
                <a:pPr algn="ctr">
                  <a:buNone/>
                </a:pPr>
              </a:p>
            </p:txBody>
          </p:sp>
          <p:sp>
            <p:nvSpPr>
              <p:cNvPr id="7184" name="addition:input:183">
                <a:extLst>
                  <a:ext uri="{FF2B5EF4-FFF2-40B4-BE49-F238E27FC236}">
                    <ns2:creationId id="{042C8126-545C-4E7B-B335-7AC09830F41E}"/>
                  </a:ext>
                </a:extLst>
              </p:cNvPr>
              <p:cNvSpPr>
                <a:spLocks noGrp="1"/>
              </p:cNvSpPr>
              <p:nvPr/>
            </p:nvSpPr>
            <p:spPr>
              <a:xfrm>
                <a:off x="209550" y="5438775"/>
                <a:ext cx="2096902" cy="924138"/>
              </a:xfrm>
              <a:custGeom>
                <a:rect l="l" t="t" r="r" b="b"/>
                <a:pathLst>
                  <a:path w="1274" h="493">
                    <a:moveTo>
                      <a:pt x="0" y="0"/>
                    </a:moveTo>
                    <a:moveTo>
                      <a:pt x="1267" y="354"/>
                    </a:moveTo>
                    <a:lnTo>
                      <a:pt x="1255" y="367"/>
                    </a:lnTo>
                    <a:lnTo>
                      <a:pt x="1237" y="377"/>
                    </a:lnTo>
                    <a:lnTo>
                      <a:pt x="1218" y="385"/>
                    </a:lnTo>
                    <a:lnTo>
                      <a:pt x="1208" y="394"/>
                    </a:lnTo>
                    <a:lnTo>
                      <a:pt x="1212" y="407"/>
                    </a:lnTo>
                    <a:lnTo>
                      <a:pt x="1220" y="425"/>
                    </a:lnTo>
                    <a:lnTo>
                      <a:pt x="1221" y="442"/>
                    </a:lnTo>
                    <a:lnTo>
                      <a:pt x="1210" y="453"/>
                    </a:lnTo>
                    <a:lnTo>
                      <a:pt x="1193" y="458"/>
                    </a:lnTo>
                    <a:lnTo>
                      <a:pt x="1176" y="462"/>
                    </a:lnTo>
                    <a:lnTo>
                      <a:pt x="1165" y="470"/>
                    </a:lnTo>
                    <a:lnTo>
                      <a:pt x="1156" y="482"/>
                    </a:lnTo>
                    <a:lnTo>
                      <a:pt x="1145" y="491"/>
                    </a:lnTo>
                    <a:lnTo>
                      <a:pt x="1130" y="493"/>
                    </a:lnTo>
                    <a:lnTo>
                      <a:pt x="1115" y="490"/>
                    </a:lnTo>
                    <a:lnTo>
                      <a:pt x="1101" y="486"/>
                    </a:lnTo>
                    <a:lnTo>
                      <a:pt x="1089" y="485"/>
                    </a:lnTo>
                    <a:lnTo>
                      <a:pt x="1077" y="485"/>
                    </a:lnTo>
                    <a:lnTo>
                      <a:pt x="1066" y="480"/>
                    </a:lnTo>
                    <a:lnTo>
                      <a:pt x="1056" y="473"/>
                    </a:lnTo>
                    <a:lnTo>
                      <a:pt x="1046" y="469"/>
                    </a:lnTo>
                    <a:lnTo>
                      <a:pt x="1032" y="474"/>
                    </a:lnTo>
                    <a:lnTo>
                      <a:pt x="1012" y="484"/>
                    </a:lnTo>
                    <a:lnTo>
                      <a:pt x="990" y="490"/>
                    </a:lnTo>
                    <a:lnTo>
                      <a:pt x="975" y="483"/>
                    </a:lnTo>
                    <a:lnTo>
                      <a:pt x="972" y="466"/>
                    </a:lnTo>
                    <a:lnTo>
                      <a:pt x="975" y="446"/>
                    </a:lnTo>
                    <a:lnTo>
                      <a:pt x="975" y="430"/>
                    </a:lnTo>
                    <a:lnTo>
                      <a:pt x="969" y="420"/>
                    </a:lnTo>
                    <a:lnTo>
                      <a:pt x="959" y="411"/>
                    </a:lnTo>
                    <a:lnTo>
                      <a:pt x="951" y="400"/>
                    </a:lnTo>
                    <a:lnTo>
                      <a:pt x="948" y="388"/>
                    </a:lnTo>
                    <a:lnTo>
                      <a:pt x="944" y="377"/>
                    </a:lnTo>
                    <a:lnTo>
                      <a:pt x="936" y="366"/>
                    </a:lnTo>
                    <a:lnTo>
                      <a:pt x="925" y="354"/>
                    </a:lnTo>
                    <a:lnTo>
                      <a:pt x="918" y="341"/>
                    </a:lnTo>
                    <a:lnTo>
                      <a:pt x="920" y="329"/>
                    </a:lnTo>
                    <a:lnTo>
                      <a:pt x="926" y="317"/>
                    </a:lnTo>
                    <a:lnTo>
                      <a:pt x="928" y="305"/>
                    </a:lnTo>
                    <a:lnTo>
                      <a:pt x="923" y="291"/>
                    </a:lnTo>
                    <a:lnTo>
                      <a:pt x="918" y="274"/>
                    </a:lnTo>
                    <a:lnTo>
                      <a:pt x="924" y="261"/>
                    </a:lnTo>
                    <a:lnTo>
                      <a:pt x="943" y="257"/>
                    </a:lnTo>
                    <a:lnTo>
                      <a:pt x="967" y="260"/>
                    </a:lnTo>
                    <a:lnTo>
                      <a:pt x="987" y="263"/>
                    </a:lnTo>
                    <a:lnTo>
                      <a:pt x="999" y="259"/>
                    </a:lnTo>
                    <a:lnTo>
                      <a:pt x="1005" y="247"/>
                    </a:lnTo>
                    <a:lnTo>
                      <a:pt x="1013" y="232"/>
                    </a:lnTo>
                    <a:lnTo>
                      <a:pt x="1025" y="222"/>
                    </a:lnTo>
                    <a:lnTo>
                      <a:pt x="1040" y="215"/>
                    </a:lnTo>
                    <a:lnTo>
                      <a:pt x="1056" y="208"/>
                    </a:lnTo>
                    <a:lnTo>
                      <a:pt x="1074" y="201"/>
                    </a:lnTo>
                    <a:lnTo>
                      <a:pt x="1092" y="198"/>
                    </a:lnTo>
                    <a:lnTo>
                      <a:pt x="1111" y="205"/>
                    </a:lnTo>
                    <a:lnTo>
                      <a:pt x="1126" y="218"/>
                    </a:lnTo>
                    <a:lnTo>
                      <a:pt x="1139" y="232"/>
                    </a:lnTo>
                    <a:lnTo>
                      <a:pt x="1153" y="237"/>
                    </a:lnTo>
                    <a:lnTo>
                      <a:pt x="1171" y="236"/>
                    </a:lnTo>
                    <a:lnTo>
                      <a:pt x="1190" y="236"/>
                    </a:lnTo>
                    <a:lnTo>
                      <a:pt x="1203" y="244"/>
                    </a:lnTo>
                    <a:lnTo>
                      <a:pt x="1208" y="259"/>
                    </a:lnTo>
                    <a:lnTo>
                      <a:pt x="1210" y="274"/>
                    </a:lnTo>
                    <a:lnTo>
                      <a:pt x="1218" y="282"/>
                    </a:lnTo>
                    <a:lnTo>
                      <a:pt x="1235" y="287"/>
                    </a:lnTo>
                    <a:lnTo>
                      <a:pt x="1255" y="291"/>
                    </a:lnTo>
                    <a:lnTo>
                      <a:pt x="1269" y="300"/>
                    </a:lnTo>
                    <a:lnTo>
                      <a:pt x="1274" y="313"/>
                    </a:lnTo>
                    <a:lnTo>
                      <a:pt x="1273" y="327"/>
                    </a:lnTo>
                    <a:lnTo>
                      <a:pt x="1271" y="341"/>
                    </a:lnTo>
                    <a:close/>
                  </a:path>
                </a:pathLst>
              </a:custGeom>
              <a:solidFill>
                <a:srgbClr val="EFD4E3">
                  <a:alpha val="43000"/>
                </a:srgbClr>
              </a:solidFill>
              <a:ln>
                <a:noFill/>
              </a:ln>
            </p:spPr>
            <p:txBody>
              <a:bodyPr anchor="ctr"/>
              <a:lstStyle/>
              <a:p>
                <a:pPr algn="ctr">
                  <a:buNone/>
                </a:pPr>
              </a:p>
            </p:txBody>
          </p:sp>
          <p:sp>
            <p:nvSpPr>
              <p:cNvPr id="7185" name="addition:input:184">
                <a:extLst>
                  <a:ext uri="{FF2B5EF4-FFF2-40B4-BE49-F238E27FC236}">
                    <ns2:creationId id="{3F601B67-4991-414E-818E-8C111A3A5BA6}"/>
                  </a:ext>
                </a:extLst>
              </p:cNvPr>
              <p:cNvSpPr>
                <a:spLocks noGrp="1"/>
              </p:cNvSpPr>
              <p:nvPr/>
            </p:nvSpPr>
            <p:spPr>
              <a:xfrm>
                <a:off x="209550" y="5438775"/>
                <a:ext cx="2011314" cy="933511"/>
              </a:xfrm>
              <a:custGeom>
                <a:rect l="l" t="t" r="r" b="b"/>
                <a:pathLst>
                  <a:path w="1222" h="498">
                    <a:moveTo>
                      <a:pt x="0" y="0"/>
                    </a:moveTo>
                    <a:moveTo>
                      <a:pt x="1201" y="359"/>
                    </a:moveTo>
                    <a:lnTo>
                      <a:pt x="1215" y="370"/>
                    </a:lnTo>
                    <a:lnTo>
                      <a:pt x="1222" y="382"/>
                    </a:lnTo>
                    <a:lnTo>
                      <a:pt x="1217" y="392"/>
                    </a:lnTo>
                    <a:lnTo>
                      <a:pt x="1207" y="400"/>
                    </a:lnTo>
                    <a:lnTo>
                      <a:pt x="1200" y="409"/>
                    </a:lnTo>
                    <a:lnTo>
                      <a:pt x="1201" y="420"/>
                    </a:lnTo>
                    <a:lnTo>
                      <a:pt x="1204" y="434"/>
                    </a:lnTo>
                    <a:lnTo>
                      <a:pt x="1201" y="445"/>
                    </a:lnTo>
                    <a:lnTo>
                      <a:pt x="1190" y="451"/>
                    </a:lnTo>
                    <a:lnTo>
                      <a:pt x="1175" y="452"/>
                    </a:lnTo>
                    <a:lnTo>
                      <a:pt x="1162" y="453"/>
                    </a:lnTo>
                    <a:lnTo>
                      <a:pt x="1151" y="455"/>
                    </a:lnTo>
                    <a:lnTo>
                      <a:pt x="1141" y="459"/>
                    </a:lnTo>
                    <a:lnTo>
                      <a:pt x="1130" y="460"/>
                    </a:lnTo>
                    <a:lnTo>
                      <a:pt x="1119" y="460"/>
                    </a:lnTo>
                    <a:lnTo>
                      <a:pt x="1108" y="464"/>
                    </a:lnTo>
                    <a:lnTo>
                      <a:pt x="1097" y="475"/>
                    </a:lnTo>
                    <a:lnTo>
                      <a:pt x="1083" y="490"/>
                    </a:lnTo>
                    <a:lnTo>
                      <a:pt x="1066" y="498"/>
                    </a:lnTo>
                    <a:lnTo>
                      <a:pt x="1051" y="494"/>
                    </a:lnTo>
                    <a:lnTo>
                      <a:pt x="1039" y="480"/>
                    </a:lnTo>
                    <a:lnTo>
                      <a:pt x="1030" y="464"/>
                    </a:lnTo>
                    <a:lnTo>
                      <a:pt x="1021" y="455"/>
                    </a:lnTo>
                    <a:lnTo>
                      <a:pt x="1007" y="451"/>
                    </a:lnTo>
                    <a:lnTo>
                      <a:pt x="992" y="449"/>
                    </a:lnTo>
                    <a:lnTo>
                      <a:pt x="981" y="443"/>
                    </a:lnTo>
                    <a:lnTo>
                      <a:pt x="973" y="433"/>
                    </a:lnTo>
                    <a:lnTo>
                      <a:pt x="967" y="423"/>
                    </a:lnTo>
                    <a:lnTo>
                      <a:pt x="957" y="416"/>
                    </a:lnTo>
                    <a:lnTo>
                      <a:pt x="945" y="409"/>
                    </a:lnTo>
                    <a:lnTo>
                      <a:pt x="936" y="401"/>
                    </a:lnTo>
                    <a:lnTo>
                      <a:pt x="931" y="391"/>
                    </a:lnTo>
                    <a:lnTo>
                      <a:pt x="930" y="380"/>
                    </a:lnTo>
                    <a:lnTo>
                      <a:pt x="924" y="370"/>
                    </a:lnTo>
                    <a:lnTo>
                      <a:pt x="915" y="359"/>
                    </a:lnTo>
                    <a:lnTo>
                      <a:pt x="910" y="347"/>
                    </a:lnTo>
                    <a:lnTo>
                      <a:pt x="915" y="335"/>
                    </a:lnTo>
                    <a:lnTo>
                      <a:pt x="934" y="327"/>
                    </a:lnTo>
                    <a:lnTo>
                      <a:pt x="957" y="322"/>
                    </a:lnTo>
                    <a:lnTo>
                      <a:pt x="974" y="317"/>
                    </a:lnTo>
                    <a:lnTo>
                      <a:pt x="979" y="309"/>
                    </a:lnTo>
                    <a:lnTo>
                      <a:pt x="977" y="296"/>
                    </a:lnTo>
                    <a:lnTo>
                      <a:pt x="978" y="282"/>
                    </a:lnTo>
                    <a:lnTo>
                      <a:pt x="985" y="271"/>
                    </a:lnTo>
                    <a:lnTo>
                      <a:pt x="995" y="263"/>
                    </a:lnTo>
                    <a:lnTo>
                      <a:pt x="1006" y="255"/>
                    </a:lnTo>
                    <a:lnTo>
                      <a:pt x="1017" y="246"/>
                    </a:lnTo>
                    <a:lnTo>
                      <a:pt x="1030" y="240"/>
                    </a:lnTo>
                    <a:lnTo>
                      <a:pt x="1045" y="240"/>
                    </a:lnTo>
                    <a:lnTo>
                      <a:pt x="1060" y="244"/>
                    </a:lnTo>
                    <a:lnTo>
                      <a:pt x="1073" y="248"/>
                    </a:lnTo>
                    <a:lnTo>
                      <a:pt x="1085" y="246"/>
                    </a:lnTo>
                    <a:lnTo>
                      <a:pt x="1096" y="241"/>
                    </a:lnTo>
                    <a:lnTo>
                      <a:pt x="1108" y="239"/>
                    </a:lnTo>
                    <a:lnTo>
                      <a:pt x="1118" y="245"/>
                    </a:lnTo>
                    <a:lnTo>
                      <a:pt x="1125" y="257"/>
                    </a:lnTo>
                    <a:lnTo>
                      <a:pt x="1131" y="267"/>
                    </a:lnTo>
                    <a:lnTo>
                      <a:pt x="1140" y="268"/>
                    </a:lnTo>
                    <a:lnTo>
                      <a:pt x="1155" y="263"/>
                    </a:lnTo>
                    <a:lnTo>
                      <a:pt x="1173" y="259"/>
                    </a:lnTo>
                    <a:lnTo>
                      <a:pt x="1187" y="262"/>
                    </a:lnTo>
                    <a:lnTo>
                      <a:pt x="1194" y="271"/>
                    </a:lnTo>
                    <a:lnTo>
                      <a:pt x="1197" y="283"/>
                    </a:lnTo>
                    <a:lnTo>
                      <a:pt x="1200" y="295"/>
                    </a:lnTo>
                    <a:lnTo>
                      <a:pt x="1201" y="306"/>
                    </a:lnTo>
                    <a:lnTo>
                      <a:pt x="1199" y="318"/>
                    </a:lnTo>
                    <a:lnTo>
                      <a:pt x="1192" y="331"/>
                    </a:lnTo>
                    <a:lnTo>
                      <a:pt x="1186" y="341"/>
                    </a:lnTo>
                    <a:lnTo>
                      <a:pt x="1188" y="350"/>
                    </a:lnTo>
                    <a:close/>
                  </a:path>
                </a:pathLst>
              </a:custGeom>
              <a:solidFill>
                <a:srgbClr val="DA9FC0">
                  <a:alpha val="43000"/>
                </a:srgbClr>
              </a:solidFill>
              <a:ln>
                <a:noFill/>
              </a:ln>
            </p:spPr>
            <p:txBody>
              <a:bodyPr anchor="ctr"/>
              <a:lstStyle/>
              <a:p>
                <a:pPr algn="ctr">
                  <a:buNone/>
                </a:pPr>
              </a:p>
            </p:txBody>
          </p:sp>
          <p:sp>
            <p:nvSpPr>
              <p:cNvPr id="7186" name="addition:input:185">
                <a:extLst>
                  <a:ext uri="{FF2B5EF4-FFF2-40B4-BE49-F238E27FC236}">
                    <ns2:creationId id="{0AA0F5DA-D773-4497-9C9D-4BE58DAE1493}"/>
                  </a:ext>
                </a:extLst>
              </p:cNvPr>
              <p:cNvSpPr>
                <a:spLocks noGrp="1"/>
              </p:cNvSpPr>
              <p:nvPr/>
            </p:nvSpPr>
            <p:spPr>
              <a:xfrm>
                <a:off x="209550" y="5438775"/>
                <a:ext cx="2004731" cy="879150"/>
              </a:xfrm>
              <a:custGeom>
                <a:rect l="l" t="t" r="r" b="b"/>
                <a:pathLst>
                  <a:path w="1218" h="469">
                    <a:moveTo>
                      <a:pt x="0" y="0"/>
                    </a:moveTo>
                    <a:moveTo>
                      <a:pt x="1194" y="364"/>
                    </a:moveTo>
                    <a:lnTo>
                      <a:pt x="1178" y="372"/>
                    </a:lnTo>
                    <a:lnTo>
                      <a:pt x="1170" y="379"/>
                    </a:lnTo>
                    <a:lnTo>
                      <a:pt x="1170" y="388"/>
                    </a:lnTo>
                    <a:lnTo>
                      <a:pt x="1172" y="397"/>
                    </a:lnTo>
                    <a:lnTo>
                      <a:pt x="1172" y="407"/>
                    </a:lnTo>
                    <a:lnTo>
                      <a:pt x="1168" y="416"/>
                    </a:lnTo>
                    <a:lnTo>
                      <a:pt x="1164" y="425"/>
                    </a:lnTo>
                    <a:lnTo>
                      <a:pt x="1162" y="436"/>
                    </a:lnTo>
                    <a:lnTo>
                      <a:pt x="1157" y="446"/>
                    </a:lnTo>
                    <a:lnTo>
                      <a:pt x="1147" y="452"/>
                    </a:lnTo>
                    <a:lnTo>
                      <a:pt x="1134" y="453"/>
                    </a:lnTo>
                    <a:lnTo>
                      <a:pt x="1122" y="452"/>
                    </a:lnTo>
                    <a:lnTo>
                      <a:pt x="1112" y="455"/>
                    </a:lnTo>
                    <a:lnTo>
                      <a:pt x="1105" y="462"/>
                    </a:lnTo>
                    <a:lnTo>
                      <a:pt x="1098" y="469"/>
                    </a:lnTo>
                    <a:lnTo>
                      <a:pt x="1088" y="469"/>
                    </a:lnTo>
                    <a:lnTo>
                      <a:pt x="1078" y="462"/>
                    </a:lnTo>
                    <a:lnTo>
                      <a:pt x="1069" y="453"/>
                    </a:lnTo>
                    <a:lnTo>
                      <a:pt x="1062" y="449"/>
                    </a:lnTo>
                    <a:lnTo>
                      <a:pt x="1053" y="453"/>
                    </a:lnTo>
                    <a:lnTo>
                      <a:pt x="1042" y="461"/>
                    </a:lnTo>
                    <a:lnTo>
                      <a:pt x="1029" y="465"/>
                    </a:lnTo>
                    <a:lnTo>
                      <a:pt x="1017" y="464"/>
                    </a:lnTo>
                    <a:lnTo>
                      <a:pt x="1008" y="458"/>
                    </a:lnTo>
                    <a:lnTo>
                      <a:pt x="998" y="452"/>
                    </a:lnTo>
                    <a:lnTo>
                      <a:pt x="990" y="446"/>
                    </a:lnTo>
                    <a:lnTo>
                      <a:pt x="985" y="436"/>
                    </a:lnTo>
                    <a:lnTo>
                      <a:pt x="985" y="423"/>
                    </a:lnTo>
                    <a:lnTo>
                      <a:pt x="989" y="410"/>
                    </a:lnTo>
                    <a:lnTo>
                      <a:pt x="988" y="401"/>
                    </a:lnTo>
                    <a:lnTo>
                      <a:pt x="979" y="395"/>
                    </a:lnTo>
                    <a:lnTo>
                      <a:pt x="964" y="390"/>
                    </a:lnTo>
                    <a:lnTo>
                      <a:pt x="951" y="383"/>
                    </a:lnTo>
                    <a:lnTo>
                      <a:pt x="946" y="374"/>
                    </a:lnTo>
                    <a:lnTo>
                      <a:pt x="950" y="364"/>
                    </a:lnTo>
                    <a:lnTo>
                      <a:pt x="953" y="355"/>
                    </a:lnTo>
                    <a:lnTo>
                      <a:pt x="951" y="346"/>
                    </a:lnTo>
                    <a:lnTo>
                      <a:pt x="944" y="335"/>
                    </a:lnTo>
                    <a:lnTo>
                      <a:pt x="940" y="324"/>
                    </a:lnTo>
                    <a:lnTo>
                      <a:pt x="944" y="315"/>
                    </a:lnTo>
                    <a:lnTo>
                      <a:pt x="953" y="308"/>
                    </a:lnTo>
                    <a:lnTo>
                      <a:pt x="964" y="303"/>
                    </a:lnTo>
                    <a:lnTo>
                      <a:pt x="973" y="298"/>
                    </a:lnTo>
                    <a:lnTo>
                      <a:pt x="982" y="293"/>
                    </a:lnTo>
                    <a:lnTo>
                      <a:pt x="993" y="290"/>
                    </a:lnTo>
                    <a:lnTo>
                      <a:pt x="1006" y="290"/>
                    </a:lnTo>
                    <a:lnTo>
                      <a:pt x="1016" y="288"/>
                    </a:lnTo>
                    <a:lnTo>
                      <a:pt x="1023" y="280"/>
                    </a:lnTo>
                    <a:lnTo>
                      <a:pt x="1029" y="266"/>
                    </a:lnTo>
                    <a:lnTo>
                      <a:pt x="1038" y="251"/>
                    </a:lnTo>
                    <a:lnTo>
                      <a:pt x="1051" y="244"/>
                    </a:lnTo>
                    <a:lnTo>
                      <a:pt x="1066" y="248"/>
                    </a:lnTo>
                    <a:lnTo>
                      <a:pt x="1080" y="257"/>
                    </a:lnTo>
                    <a:lnTo>
                      <a:pt x="1092" y="265"/>
                    </a:lnTo>
                    <a:lnTo>
                      <a:pt x="1104" y="268"/>
                    </a:lnTo>
                    <a:lnTo>
                      <a:pt x="1116" y="268"/>
                    </a:lnTo>
                    <a:lnTo>
                      <a:pt x="1128" y="271"/>
                    </a:lnTo>
                    <a:lnTo>
                      <a:pt x="1137" y="278"/>
                    </a:lnTo>
                    <a:lnTo>
                      <a:pt x="1145" y="285"/>
                    </a:lnTo>
                    <a:lnTo>
                      <a:pt x="1154" y="289"/>
                    </a:lnTo>
                    <a:lnTo>
                      <a:pt x="1164" y="293"/>
                    </a:lnTo>
                    <a:lnTo>
                      <a:pt x="1174" y="297"/>
                    </a:lnTo>
                    <a:lnTo>
                      <a:pt x="1180" y="305"/>
                    </a:lnTo>
                    <a:lnTo>
                      <a:pt x="1183" y="313"/>
                    </a:lnTo>
                    <a:lnTo>
                      <a:pt x="1188" y="320"/>
                    </a:lnTo>
                    <a:lnTo>
                      <a:pt x="1199" y="326"/>
                    </a:lnTo>
                    <a:lnTo>
                      <a:pt x="1212" y="333"/>
                    </a:lnTo>
                    <a:lnTo>
                      <a:pt x="1218" y="342"/>
                    </a:lnTo>
                    <a:lnTo>
                      <a:pt x="1211" y="354"/>
                    </a:lnTo>
                    <a:close/>
                  </a:path>
                </a:pathLst>
              </a:custGeom>
              <a:solidFill>
                <a:srgbClr val="CC79A7">
                  <a:alpha val="35000"/>
                </a:srgbClr>
              </a:solidFill>
              <a:ln>
                <a:noFill/>
              </a:ln>
            </p:spPr>
            <p:txBody>
              <a:bodyPr anchor="ctr"/>
              <a:lstStyle/>
              <a:p>
                <a:pPr algn="ctr">
                  <a:buNone/>
                </a:pPr>
              </a:p>
            </p:txBody>
          </p:sp>
          <p:sp>
            <p:nvSpPr>
              <p:cNvPr id="7187" name="addition:input:186">
                <a:extLst>
                  <a:ext uri="{FF2B5EF4-FFF2-40B4-BE49-F238E27FC236}">
                    <ns2:creationId id="{3E91236D-93B3-4D4B-B985-EBABF5277967}"/>
                  </a:ext>
                </a:extLst>
              </p:cNvPr>
              <p:cNvSpPr>
                <a:spLocks noGrp="1"/>
              </p:cNvSpPr>
              <p:nvPr/>
            </p:nvSpPr>
            <p:spPr>
              <a:xfrm>
                <a:off x="209550" y="5438775"/>
                <a:ext cx="1761134" cy="714192"/>
              </a:xfrm>
              <a:custGeom>
                <a:rect l="l" t="t" r="r" b="b"/>
                <a:pathLst>
                  <a:path w="1070" h="381">
                    <a:moveTo>
                      <a:pt x="0" y="0"/>
                    </a:moveTo>
                    <a:moveTo>
                      <a:pt x="1066" y="334"/>
                    </a:moveTo>
                    <a:lnTo>
                      <a:pt x="1068" y="338"/>
                    </a:lnTo>
                    <a:lnTo>
                      <a:pt x="1070" y="342"/>
                    </a:lnTo>
                    <a:lnTo>
                      <a:pt x="1070" y="346"/>
                    </a:lnTo>
                    <a:lnTo>
                      <a:pt x="1069" y="349"/>
                    </a:lnTo>
                    <a:lnTo>
                      <a:pt x="1068" y="353"/>
                    </a:lnTo>
                    <a:lnTo>
                      <a:pt x="1068" y="357"/>
                    </a:lnTo>
                    <a:lnTo>
                      <a:pt x="1068" y="362"/>
                    </a:lnTo>
                    <a:lnTo>
                      <a:pt x="1067" y="366"/>
                    </a:lnTo>
                    <a:lnTo>
                      <a:pt x="1061" y="367"/>
                    </a:lnTo>
                    <a:lnTo>
                      <a:pt x="1054" y="366"/>
                    </a:lnTo>
                    <a:lnTo>
                      <a:pt x="1048" y="364"/>
                    </a:lnTo>
                    <a:lnTo>
                      <a:pt x="1044" y="364"/>
                    </a:lnTo>
                    <a:lnTo>
                      <a:pt x="1042" y="368"/>
                    </a:lnTo>
                    <a:lnTo>
                      <a:pt x="1040" y="373"/>
                    </a:lnTo>
                    <a:lnTo>
                      <a:pt x="1036" y="377"/>
                    </a:lnTo>
                    <a:lnTo>
                      <a:pt x="1031" y="379"/>
                    </a:lnTo>
                    <a:lnTo>
                      <a:pt x="1026" y="380"/>
                    </a:lnTo>
                    <a:lnTo>
                      <a:pt x="1020" y="380"/>
                    </a:lnTo>
                    <a:lnTo>
                      <a:pt x="1015" y="381"/>
                    </a:lnTo>
                    <a:lnTo>
                      <a:pt x="1009" y="379"/>
                    </a:lnTo>
                    <a:lnTo>
                      <a:pt x="1005" y="376"/>
                    </a:lnTo>
                    <a:lnTo>
                      <a:pt x="1001" y="372"/>
                    </a:lnTo>
                    <a:lnTo>
                      <a:pt x="997" y="369"/>
                    </a:lnTo>
                    <a:lnTo>
                      <a:pt x="992" y="368"/>
                    </a:lnTo>
                    <a:lnTo>
                      <a:pt x="986" y="368"/>
                    </a:lnTo>
                    <a:lnTo>
                      <a:pt x="982" y="366"/>
                    </a:lnTo>
                    <a:lnTo>
                      <a:pt x="980" y="361"/>
                    </a:lnTo>
                    <a:lnTo>
                      <a:pt x="980" y="356"/>
                    </a:lnTo>
                    <a:lnTo>
                      <a:pt x="978" y="353"/>
                    </a:lnTo>
                    <a:lnTo>
                      <a:pt x="974" y="351"/>
                    </a:lnTo>
                    <a:lnTo>
                      <a:pt x="967" y="350"/>
                    </a:lnTo>
                    <a:lnTo>
                      <a:pt x="961" y="347"/>
                    </a:lnTo>
                    <a:lnTo>
                      <a:pt x="959" y="343"/>
                    </a:lnTo>
                    <a:lnTo>
                      <a:pt x="960" y="338"/>
                    </a:lnTo>
                    <a:lnTo>
                      <a:pt x="963" y="334"/>
                    </a:lnTo>
                    <a:lnTo>
                      <a:pt x="966" y="330"/>
                    </a:lnTo>
                    <a:lnTo>
                      <a:pt x="969" y="326"/>
                    </a:lnTo>
                    <a:lnTo>
                      <a:pt x="973" y="323"/>
                    </a:lnTo>
                    <a:lnTo>
                      <a:pt x="979" y="321"/>
                    </a:lnTo>
                    <a:lnTo>
                      <a:pt x="982" y="318"/>
                    </a:lnTo>
                    <a:lnTo>
                      <a:pt x="983" y="315"/>
                    </a:lnTo>
                    <a:lnTo>
                      <a:pt x="981" y="309"/>
                    </a:lnTo>
                    <a:lnTo>
                      <a:pt x="981" y="304"/>
                    </a:lnTo>
                    <a:lnTo>
                      <a:pt x="985" y="300"/>
                    </a:lnTo>
                    <a:lnTo>
                      <a:pt x="990" y="299"/>
                    </a:lnTo>
                    <a:lnTo>
                      <a:pt x="996" y="299"/>
                    </a:lnTo>
                    <a:lnTo>
                      <a:pt x="1001" y="297"/>
                    </a:lnTo>
                    <a:lnTo>
                      <a:pt x="1004" y="293"/>
                    </a:lnTo>
                    <a:lnTo>
                      <a:pt x="1007" y="290"/>
                    </a:lnTo>
                    <a:lnTo>
                      <a:pt x="1012" y="288"/>
                    </a:lnTo>
                    <a:lnTo>
                      <a:pt x="1017" y="290"/>
                    </a:lnTo>
                    <a:lnTo>
                      <a:pt x="1021" y="293"/>
                    </a:lnTo>
                    <a:lnTo>
                      <a:pt x="1025" y="294"/>
                    </a:lnTo>
                    <a:lnTo>
                      <a:pt x="1029" y="295"/>
                    </a:lnTo>
                    <a:lnTo>
                      <a:pt x="1032" y="296"/>
                    </a:lnTo>
                    <a:lnTo>
                      <a:pt x="1035" y="297"/>
                    </a:lnTo>
                    <a:lnTo>
                      <a:pt x="1038" y="298"/>
                    </a:lnTo>
                    <a:lnTo>
                      <a:pt x="1043" y="298"/>
                    </a:lnTo>
                    <a:lnTo>
                      <a:pt x="1049" y="296"/>
                    </a:lnTo>
                    <a:lnTo>
                      <a:pt x="1055" y="295"/>
                    </a:lnTo>
                    <a:lnTo>
                      <a:pt x="1060" y="297"/>
                    </a:lnTo>
                    <a:lnTo>
                      <a:pt x="1061" y="302"/>
                    </a:lnTo>
                    <a:lnTo>
                      <a:pt x="1059" y="308"/>
                    </a:lnTo>
                    <a:lnTo>
                      <a:pt x="1057" y="314"/>
                    </a:lnTo>
                    <a:lnTo>
                      <a:pt x="1058" y="317"/>
                    </a:lnTo>
                    <a:lnTo>
                      <a:pt x="1061" y="320"/>
                    </a:lnTo>
                    <a:lnTo>
                      <a:pt x="1064" y="323"/>
                    </a:lnTo>
                    <a:lnTo>
                      <a:pt x="1066" y="327"/>
                    </a:lnTo>
                    <a:lnTo>
                      <a:pt x="1065" y="330"/>
                    </a:lnTo>
                    <a:close/>
                  </a:path>
                </a:pathLst>
              </a:custGeom>
              <a:solidFill>
                <a:srgbClr val="DA9FC0">
                  <a:alpha val="32000"/>
                </a:srgbClr>
              </a:solidFill>
              <a:ln>
                <a:noFill/>
              </a:ln>
            </p:spPr>
            <p:txBody>
              <a:bodyPr anchor="ctr"/>
              <a:lstStyle/>
              <a:p>
                <a:pPr algn="ctr">
                  <a:buNone/>
                </a:pPr>
              </a:p>
            </p:txBody>
          </p:sp>
          <p:sp>
            <p:nvSpPr>
              <p:cNvPr id="7188" name="addition:input:187">
                <a:extLst>
                  <a:ext uri="{FF2B5EF4-FFF2-40B4-BE49-F238E27FC236}">
                    <ns2:creationId id="{B6A94E52-8043-41C2-A559-27047444778D}"/>
                  </a:ext>
                </a:extLst>
              </p:cNvPr>
              <p:cNvSpPr>
                <a:spLocks noGrp="1"/>
              </p:cNvSpPr>
              <p:nvPr/>
            </p:nvSpPr>
            <p:spPr>
              <a:xfrm>
                <a:off x="209550" y="5438775"/>
                <a:ext cx="1828617" cy="648584"/>
              </a:xfrm>
              <a:custGeom>
                <a:rect l="l" t="t" r="r" b="b"/>
                <a:pathLst>
                  <a:path w="1111" h="346">
                    <a:moveTo>
                      <a:pt x="0" y="0"/>
                    </a:moveTo>
                    <a:moveTo>
                      <a:pt x="1100" y="300"/>
                    </a:moveTo>
                    <a:lnTo>
                      <a:pt x="1104" y="303"/>
                    </a:lnTo>
                    <a:lnTo>
                      <a:pt x="1106" y="307"/>
                    </a:lnTo>
                    <a:lnTo>
                      <a:pt x="1105" y="311"/>
                    </a:lnTo>
                    <a:lnTo>
                      <a:pt x="1103" y="314"/>
                    </a:lnTo>
                    <a:lnTo>
                      <a:pt x="1103" y="318"/>
                    </a:lnTo>
                    <a:lnTo>
                      <a:pt x="1102" y="322"/>
                    </a:lnTo>
                    <a:lnTo>
                      <a:pt x="1101" y="326"/>
                    </a:lnTo>
                    <a:lnTo>
                      <a:pt x="1099" y="329"/>
                    </a:lnTo>
                    <a:lnTo>
                      <a:pt x="1095" y="330"/>
                    </a:lnTo>
                    <a:lnTo>
                      <a:pt x="1092" y="332"/>
                    </a:lnTo>
                    <a:lnTo>
                      <a:pt x="1089" y="335"/>
                    </a:lnTo>
                    <a:lnTo>
                      <a:pt x="1087" y="338"/>
                    </a:lnTo>
                    <a:lnTo>
                      <a:pt x="1083" y="339"/>
                    </a:lnTo>
                    <a:lnTo>
                      <a:pt x="1078" y="337"/>
                    </a:lnTo>
                    <a:lnTo>
                      <a:pt x="1074" y="334"/>
                    </a:lnTo>
                    <a:lnTo>
                      <a:pt x="1070" y="333"/>
                    </a:lnTo>
                    <a:lnTo>
                      <a:pt x="1067" y="336"/>
                    </a:lnTo>
                    <a:lnTo>
                      <a:pt x="1063" y="342"/>
                    </a:lnTo>
                    <a:lnTo>
                      <a:pt x="1058" y="346"/>
                    </a:lnTo>
                    <a:lnTo>
                      <a:pt x="1053" y="346"/>
                    </a:lnTo>
                    <a:lnTo>
                      <a:pt x="1048" y="344"/>
                    </a:lnTo>
                    <a:lnTo>
                      <a:pt x="1044" y="341"/>
                    </a:lnTo>
                    <a:lnTo>
                      <a:pt x="1040" y="338"/>
                    </a:lnTo>
                    <a:lnTo>
                      <a:pt x="1037" y="335"/>
                    </a:lnTo>
                    <a:lnTo>
                      <a:pt x="1034" y="332"/>
                    </a:lnTo>
                    <a:lnTo>
                      <a:pt x="1032" y="327"/>
                    </a:lnTo>
                    <a:lnTo>
                      <a:pt x="1030" y="324"/>
                    </a:lnTo>
                    <a:lnTo>
                      <a:pt x="1026" y="322"/>
                    </a:lnTo>
                    <a:lnTo>
                      <a:pt x="1020" y="320"/>
                    </a:lnTo>
                    <a:lnTo>
                      <a:pt x="1015" y="318"/>
                    </a:lnTo>
                    <a:lnTo>
                      <a:pt x="1013" y="315"/>
                    </a:lnTo>
                    <a:lnTo>
                      <a:pt x="1013" y="310"/>
                    </a:lnTo>
                    <a:lnTo>
                      <a:pt x="1014" y="306"/>
                    </a:lnTo>
                    <a:lnTo>
                      <a:pt x="1012" y="303"/>
                    </a:lnTo>
                    <a:lnTo>
                      <a:pt x="1007" y="300"/>
                    </a:lnTo>
                    <a:lnTo>
                      <a:pt x="1003" y="295"/>
                    </a:lnTo>
                    <a:lnTo>
                      <a:pt x="1003" y="291"/>
                    </a:lnTo>
                    <a:lnTo>
                      <a:pt x="1007" y="287"/>
                    </a:lnTo>
                    <a:lnTo>
                      <a:pt x="1013" y="285"/>
                    </a:lnTo>
                    <a:lnTo>
                      <a:pt x="1018" y="283"/>
                    </a:lnTo>
                    <a:lnTo>
                      <a:pt x="1021" y="280"/>
                    </a:lnTo>
                    <a:lnTo>
                      <a:pt x="1024" y="277"/>
                    </a:lnTo>
                    <a:lnTo>
                      <a:pt x="1028" y="275"/>
                    </a:lnTo>
                    <a:lnTo>
                      <a:pt x="1031" y="273"/>
                    </a:lnTo>
                    <a:lnTo>
                      <a:pt x="1034" y="269"/>
                    </a:lnTo>
                    <a:lnTo>
                      <a:pt x="1035" y="264"/>
                    </a:lnTo>
                    <a:lnTo>
                      <a:pt x="1037" y="258"/>
                    </a:lnTo>
                    <a:lnTo>
                      <a:pt x="1041" y="255"/>
                    </a:lnTo>
                    <a:lnTo>
                      <a:pt x="1047" y="255"/>
                    </a:lnTo>
                    <a:lnTo>
                      <a:pt x="1054" y="258"/>
                    </a:lnTo>
                    <a:lnTo>
                      <a:pt x="1059" y="260"/>
                    </a:lnTo>
                    <a:lnTo>
                      <a:pt x="1063" y="259"/>
                    </a:lnTo>
                    <a:lnTo>
                      <a:pt x="1068" y="257"/>
                    </a:lnTo>
                    <a:lnTo>
                      <a:pt x="1072" y="257"/>
                    </a:lnTo>
                    <a:lnTo>
                      <a:pt x="1076" y="259"/>
                    </a:lnTo>
                    <a:lnTo>
                      <a:pt x="1079" y="262"/>
                    </a:lnTo>
                    <a:lnTo>
                      <a:pt x="1082" y="265"/>
                    </a:lnTo>
                    <a:lnTo>
                      <a:pt x="1085" y="266"/>
                    </a:lnTo>
                    <a:lnTo>
                      <a:pt x="1089" y="267"/>
                    </a:lnTo>
                    <a:lnTo>
                      <a:pt x="1093" y="268"/>
                    </a:lnTo>
                    <a:lnTo>
                      <a:pt x="1096" y="269"/>
                    </a:lnTo>
                    <a:lnTo>
                      <a:pt x="1099" y="271"/>
                    </a:lnTo>
                    <a:lnTo>
                      <a:pt x="1103" y="273"/>
                    </a:lnTo>
                    <a:lnTo>
                      <a:pt x="1108" y="275"/>
                    </a:lnTo>
                    <a:lnTo>
                      <a:pt x="1111" y="278"/>
                    </a:lnTo>
                    <a:lnTo>
                      <a:pt x="1109" y="283"/>
                    </a:lnTo>
                    <a:lnTo>
                      <a:pt x="1104" y="289"/>
                    </a:lnTo>
                    <a:lnTo>
                      <a:pt x="1099" y="293"/>
                    </a:lnTo>
                    <a:lnTo>
                      <a:pt x="1098" y="296"/>
                    </a:lnTo>
                    <a:close/>
                  </a:path>
                </a:pathLst>
              </a:custGeom>
              <a:solidFill>
                <a:srgbClr val="DA9FC0">
                  <a:alpha val="32000"/>
                </a:srgbClr>
              </a:solidFill>
              <a:ln>
                <a:noFill/>
              </a:ln>
            </p:spPr>
            <p:txBody>
              <a:bodyPr anchor="ctr"/>
              <a:lstStyle/>
              <a:p>
                <a:pPr algn="ctr">
                  <a:buNone/>
                </a:pPr>
              </a:p>
            </p:txBody>
          </p:sp>
          <p:sp>
            <p:nvSpPr>
              <p:cNvPr id="7189" name="addition:input:188">
                <a:extLst>
                  <a:ext uri="{FF2B5EF4-FFF2-40B4-BE49-F238E27FC236}">
                    <ns2:creationId id="{1B42B0C0-8A0D-40AC-9580-9E94A14E9278}"/>
                  </a:ext>
                </a:extLst>
              </p:cNvPr>
              <p:cNvSpPr>
                <a:spLocks noGrp="1"/>
              </p:cNvSpPr>
              <p:nvPr/>
            </p:nvSpPr>
            <p:spPr>
              <a:xfrm>
                <a:off x="209550" y="5438775"/>
                <a:ext cx="1922435" cy="674827"/>
              </a:xfrm>
              <a:custGeom>
                <a:rect l="l" t="t" r="r" b="b"/>
                <a:pathLst>
                  <a:path w="1168" h="360">
                    <a:moveTo>
                      <a:pt x="0" y="0"/>
                    </a:moveTo>
                    <a:moveTo>
                      <a:pt x="1167" y="309"/>
                    </a:moveTo>
                    <a:lnTo>
                      <a:pt x="1168" y="313"/>
                    </a:lnTo>
                    <a:lnTo>
                      <a:pt x="1166" y="317"/>
                    </a:lnTo>
                    <a:lnTo>
                      <a:pt x="1162" y="321"/>
                    </a:lnTo>
                    <a:lnTo>
                      <a:pt x="1159" y="324"/>
                    </a:lnTo>
                    <a:lnTo>
                      <a:pt x="1157" y="328"/>
                    </a:lnTo>
                    <a:lnTo>
                      <a:pt x="1155" y="332"/>
                    </a:lnTo>
                    <a:lnTo>
                      <a:pt x="1153" y="336"/>
                    </a:lnTo>
                    <a:lnTo>
                      <a:pt x="1148" y="338"/>
                    </a:lnTo>
                    <a:lnTo>
                      <a:pt x="1142" y="338"/>
                    </a:lnTo>
                    <a:lnTo>
                      <a:pt x="1137" y="340"/>
                    </a:lnTo>
                    <a:lnTo>
                      <a:pt x="1135" y="344"/>
                    </a:lnTo>
                    <a:lnTo>
                      <a:pt x="1134" y="351"/>
                    </a:lnTo>
                    <a:lnTo>
                      <a:pt x="1131" y="357"/>
                    </a:lnTo>
                    <a:lnTo>
                      <a:pt x="1126" y="360"/>
                    </a:lnTo>
                    <a:lnTo>
                      <a:pt x="1120" y="359"/>
                    </a:lnTo>
                    <a:lnTo>
                      <a:pt x="1114" y="356"/>
                    </a:lnTo>
                    <a:lnTo>
                      <a:pt x="1109" y="353"/>
                    </a:lnTo>
                    <a:lnTo>
                      <a:pt x="1105" y="352"/>
                    </a:lnTo>
                    <a:lnTo>
                      <a:pt x="1101" y="351"/>
                    </a:lnTo>
                    <a:lnTo>
                      <a:pt x="1098" y="349"/>
                    </a:lnTo>
                    <a:lnTo>
                      <a:pt x="1094" y="347"/>
                    </a:lnTo>
                    <a:lnTo>
                      <a:pt x="1091" y="347"/>
                    </a:lnTo>
                    <a:lnTo>
                      <a:pt x="1086" y="348"/>
                    </a:lnTo>
                    <a:lnTo>
                      <a:pt x="1081" y="349"/>
                    </a:lnTo>
                    <a:lnTo>
                      <a:pt x="1076" y="348"/>
                    </a:lnTo>
                    <a:lnTo>
                      <a:pt x="1075" y="343"/>
                    </a:lnTo>
                    <a:lnTo>
                      <a:pt x="1074" y="339"/>
                    </a:lnTo>
                    <a:lnTo>
                      <a:pt x="1073" y="335"/>
                    </a:lnTo>
                    <a:lnTo>
                      <a:pt x="1069" y="333"/>
                    </a:lnTo>
                    <a:lnTo>
                      <a:pt x="1065" y="330"/>
                    </a:lnTo>
                    <a:lnTo>
                      <a:pt x="1062" y="327"/>
                    </a:lnTo>
                    <a:lnTo>
                      <a:pt x="1064" y="322"/>
                    </a:lnTo>
                    <a:lnTo>
                      <a:pt x="1068" y="317"/>
                    </a:lnTo>
                    <a:lnTo>
                      <a:pt x="1071" y="313"/>
                    </a:lnTo>
                    <a:lnTo>
                      <a:pt x="1072" y="309"/>
                    </a:lnTo>
                    <a:lnTo>
                      <a:pt x="1071" y="305"/>
                    </a:lnTo>
                    <a:lnTo>
                      <a:pt x="1070" y="302"/>
                    </a:lnTo>
                    <a:lnTo>
                      <a:pt x="1069" y="298"/>
                    </a:lnTo>
                    <a:lnTo>
                      <a:pt x="1068" y="293"/>
                    </a:lnTo>
                    <a:lnTo>
                      <a:pt x="1066" y="288"/>
                    </a:lnTo>
                    <a:lnTo>
                      <a:pt x="1064" y="282"/>
                    </a:lnTo>
                    <a:lnTo>
                      <a:pt x="1065" y="278"/>
                    </a:lnTo>
                    <a:lnTo>
                      <a:pt x="1070" y="276"/>
                    </a:lnTo>
                    <a:lnTo>
                      <a:pt x="1076" y="276"/>
                    </a:lnTo>
                    <a:lnTo>
                      <a:pt x="1082" y="277"/>
                    </a:lnTo>
                    <a:lnTo>
                      <a:pt x="1085" y="276"/>
                    </a:lnTo>
                    <a:lnTo>
                      <a:pt x="1087" y="272"/>
                    </a:lnTo>
                    <a:lnTo>
                      <a:pt x="1089" y="268"/>
                    </a:lnTo>
                    <a:lnTo>
                      <a:pt x="1093" y="266"/>
                    </a:lnTo>
                    <a:lnTo>
                      <a:pt x="1097" y="266"/>
                    </a:lnTo>
                    <a:lnTo>
                      <a:pt x="1101" y="267"/>
                    </a:lnTo>
                    <a:lnTo>
                      <a:pt x="1105" y="267"/>
                    </a:lnTo>
                    <a:lnTo>
                      <a:pt x="1109" y="264"/>
                    </a:lnTo>
                    <a:lnTo>
                      <a:pt x="1114" y="262"/>
                    </a:lnTo>
                    <a:lnTo>
                      <a:pt x="1119" y="262"/>
                    </a:lnTo>
                    <a:lnTo>
                      <a:pt x="1124" y="263"/>
                    </a:lnTo>
                    <a:lnTo>
                      <a:pt x="1129" y="265"/>
                    </a:lnTo>
                    <a:lnTo>
                      <a:pt x="1135" y="265"/>
                    </a:lnTo>
                    <a:lnTo>
                      <a:pt x="1140" y="267"/>
                    </a:lnTo>
                    <a:lnTo>
                      <a:pt x="1143" y="272"/>
                    </a:lnTo>
                    <a:lnTo>
                      <a:pt x="1143" y="278"/>
                    </a:lnTo>
                    <a:lnTo>
                      <a:pt x="1143" y="284"/>
                    </a:lnTo>
                    <a:lnTo>
                      <a:pt x="1144" y="288"/>
                    </a:lnTo>
                    <a:lnTo>
                      <a:pt x="1150" y="289"/>
                    </a:lnTo>
                    <a:lnTo>
                      <a:pt x="1158" y="290"/>
                    </a:lnTo>
                    <a:lnTo>
                      <a:pt x="1164" y="292"/>
                    </a:lnTo>
                    <a:lnTo>
                      <a:pt x="1167" y="296"/>
                    </a:lnTo>
                    <a:lnTo>
                      <a:pt x="1167" y="300"/>
                    </a:lnTo>
                    <a:lnTo>
                      <a:pt x="1167" y="305"/>
                    </a:lnTo>
                    <a:close/>
                  </a:path>
                </a:pathLst>
              </a:custGeom>
              <a:solidFill>
                <a:srgbClr val="DA9FC0">
                  <a:alpha val="32000"/>
                </a:srgbClr>
              </a:solidFill>
              <a:ln>
                <a:noFill/>
              </a:ln>
            </p:spPr>
            <p:txBody>
              <a:bodyPr anchor="ctr"/>
              <a:lstStyle/>
              <a:p>
                <a:pPr algn="ctr">
                  <a:buNone/>
                </a:pPr>
              </a:p>
            </p:txBody>
          </p:sp>
          <p:sp>
            <p:nvSpPr>
              <p:cNvPr id="7190" name="addition:input:189">
                <a:extLst>
                  <a:ext uri="{FF2B5EF4-FFF2-40B4-BE49-F238E27FC236}">
                    <ns2:creationId id="{9600436A-9A6C-4160-8270-6824FF22F355}"/>
                  </a:ext>
                </a:extLst>
              </p:cNvPr>
              <p:cNvSpPr>
                <a:spLocks noGrp="1"/>
              </p:cNvSpPr>
              <p:nvPr/>
            </p:nvSpPr>
            <p:spPr>
              <a:xfrm>
                <a:off x="209550" y="5438775"/>
                <a:ext cx="1999793" cy="749808"/>
              </a:xfrm>
              <a:custGeom>
                <a:rect l="l" t="t" r="r" b="b"/>
                <a:pathLst>
                  <a:path w="1215" h="400">
                    <a:moveTo>
                      <a:pt x="0" y="0"/>
                    </a:moveTo>
                    <a:moveTo>
                      <a:pt x="1205" y="347"/>
                    </a:moveTo>
                    <a:lnTo>
                      <a:pt x="1211" y="352"/>
                    </a:lnTo>
                    <a:lnTo>
                      <a:pt x="1215" y="357"/>
                    </a:lnTo>
                    <a:lnTo>
                      <a:pt x="1214" y="362"/>
                    </a:lnTo>
                    <a:lnTo>
                      <a:pt x="1209" y="366"/>
                    </a:lnTo>
                    <a:lnTo>
                      <a:pt x="1202" y="368"/>
                    </a:lnTo>
                    <a:lnTo>
                      <a:pt x="1197" y="371"/>
                    </a:lnTo>
                    <a:lnTo>
                      <a:pt x="1193" y="373"/>
                    </a:lnTo>
                    <a:lnTo>
                      <a:pt x="1189" y="376"/>
                    </a:lnTo>
                    <a:lnTo>
                      <a:pt x="1185" y="378"/>
                    </a:lnTo>
                    <a:lnTo>
                      <a:pt x="1181" y="381"/>
                    </a:lnTo>
                    <a:lnTo>
                      <a:pt x="1179" y="385"/>
                    </a:lnTo>
                    <a:lnTo>
                      <a:pt x="1177" y="392"/>
                    </a:lnTo>
                    <a:lnTo>
                      <a:pt x="1173" y="398"/>
                    </a:lnTo>
                    <a:lnTo>
                      <a:pt x="1168" y="400"/>
                    </a:lnTo>
                    <a:lnTo>
                      <a:pt x="1161" y="399"/>
                    </a:lnTo>
                    <a:lnTo>
                      <a:pt x="1155" y="396"/>
                    </a:lnTo>
                    <a:lnTo>
                      <a:pt x="1149" y="394"/>
                    </a:lnTo>
                    <a:lnTo>
                      <a:pt x="1144" y="395"/>
                    </a:lnTo>
                    <a:lnTo>
                      <a:pt x="1138" y="397"/>
                    </a:lnTo>
                    <a:lnTo>
                      <a:pt x="1133" y="397"/>
                    </a:lnTo>
                    <a:lnTo>
                      <a:pt x="1129" y="394"/>
                    </a:lnTo>
                    <a:lnTo>
                      <a:pt x="1126" y="389"/>
                    </a:lnTo>
                    <a:lnTo>
                      <a:pt x="1123" y="385"/>
                    </a:lnTo>
                    <a:lnTo>
                      <a:pt x="1119" y="384"/>
                    </a:lnTo>
                    <a:lnTo>
                      <a:pt x="1114" y="383"/>
                    </a:lnTo>
                    <a:lnTo>
                      <a:pt x="1110" y="381"/>
                    </a:lnTo>
                    <a:lnTo>
                      <a:pt x="1107" y="379"/>
                    </a:lnTo>
                    <a:lnTo>
                      <a:pt x="1103" y="377"/>
                    </a:lnTo>
                    <a:lnTo>
                      <a:pt x="1098" y="374"/>
                    </a:lnTo>
                    <a:lnTo>
                      <a:pt x="1093" y="372"/>
                    </a:lnTo>
                    <a:lnTo>
                      <a:pt x="1091" y="367"/>
                    </a:lnTo>
                    <a:lnTo>
                      <a:pt x="1094" y="361"/>
                    </a:lnTo>
                    <a:lnTo>
                      <a:pt x="1100" y="355"/>
                    </a:lnTo>
                    <a:lnTo>
                      <a:pt x="1106" y="351"/>
                    </a:lnTo>
                    <a:lnTo>
                      <a:pt x="1107" y="347"/>
                    </a:lnTo>
                    <a:lnTo>
                      <a:pt x="1105" y="343"/>
                    </a:lnTo>
                    <a:lnTo>
                      <a:pt x="1102" y="339"/>
                    </a:lnTo>
                    <a:lnTo>
                      <a:pt x="1101" y="334"/>
                    </a:lnTo>
                    <a:lnTo>
                      <a:pt x="1103" y="330"/>
                    </a:lnTo>
                    <a:lnTo>
                      <a:pt x="1106" y="326"/>
                    </a:lnTo>
                    <a:lnTo>
                      <a:pt x="1107" y="322"/>
                    </a:lnTo>
                    <a:lnTo>
                      <a:pt x="1108" y="317"/>
                    </a:lnTo>
                    <a:lnTo>
                      <a:pt x="1109" y="313"/>
                    </a:lnTo>
                    <a:lnTo>
                      <a:pt x="1113" y="310"/>
                    </a:lnTo>
                    <a:lnTo>
                      <a:pt x="1117" y="308"/>
                    </a:lnTo>
                    <a:lnTo>
                      <a:pt x="1121" y="305"/>
                    </a:lnTo>
                    <a:lnTo>
                      <a:pt x="1124" y="302"/>
                    </a:lnTo>
                    <a:lnTo>
                      <a:pt x="1127" y="300"/>
                    </a:lnTo>
                    <a:lnTo>
                      <a:pt x="1132" y="300"/>
                    </a:lnTo>
                    <a:lnTo>
                      <a:pt x="1137" y="303"/>
                    </a:lnTo>
                    <a:lnTo>
                      <a:pt x="1141" y="307"/>
                    </a:lnTo>
                    <a:lnTo>
                      <a:pt x="1145" y="307"/>
                    </a:lnTo>
                    <a:lnTo>
                      <a:pt x="1148" y="303"/>
                    </a:lnTo>
                    <a:lnTo>
                      <a:pt x="1153" y="298"/>
                    </a:lnTo>
                    <a:lnTo>
                      <a:pt x="1159" y="294"/>
                    </a:lnTo>
                    <a:lnTo>
                      <a:pt x="1164" y="294"/>
                    </a:lnTo>
                    <a:lnTo>
                      <a:pt x="1169" y="298"/>
                    </a:lnTo>
                    <a:lnTo>
                      <a:pt x="1173" y="301"/>
                    </a:lnTo>
                    <a:lnTo>
                      <a:pt x="1177" y="304"/>
                    </a:lnTo>
                    <a:lnTo>
                      <a:pt x="1181" y="308"/>
                    </a:lnTo>
                    <a:lnTo>
                      <a:pt x="1183" y="312"/>
                    </a:lnTo>
                    <a:lnTo>
                      <a:pt x="1185" y="317"/>
                    </a:lnTo>
                    <a:lnTo>
                      <a:pt x="1187" y="321"/>
                    </a:lnTo>
                    <a:lnTo>
                      <a:pt x="1191" y="324"/>
                    </a:lnTo>
                    <a:lnTo>
                      <a:pt x="1197" y="326"/>
                    </a:lnTo>
                    <a:lnTo>
                      <a:pt x="1202" y="330"/>
                    </a:lnTo>
                    <a:lnTo>
                      <a:pt x="1203" y="334"/>
                    </a:lnTo>
                    <a:lnTo>
                      <a:pt x="1202" y="339"/>
                    </a:lnTo>
                    <a:lnTo>
                      <a:pt x="1202" y="343"/>
                    </a:lnTo>
                    <a:close/>
                  </a:path>
                </a:pathLst>
              </a:custGeom>
              <a:solidFill>
                <a:srgbClr val="DA9FC0">
                  <a:alpha val="32000"/>
                </a:srgbClr>
              </a:solidFill>
              <a:ln>
                <a:noFill/>
              </a:ln>
            </p:spPr>
            <p:txBody>
              <a:bodyPr anchor="ctr"/>
              <a:lstStyle/>
              <a:p>
                <a:pPr algn="ctr">
                  <a:buNone/>
                </a:pPr>
              </a:p>
            </p:txBody>
          </p:sp>
          <p:sp>
            <p:nvSpPr>
              <p:cNvPr id="7191" name="addition:input:190">
                <a:extLst>
                  <a:ext uri="{FF2B5EF4-FFF2-40B4-BE49-F238E27FC236}">
                    <ns2:creationId id="{FA365358-E7C4-4433-A823-3C8306F6EF79}"/>
                  </a:ext>
                </a:extLst>
              </p:cNvPr>
              <p:cNvSpPr>
                <a:spLocks noGrp="1"/>
              </p:cNvSpPr>
              <p:nvPr/>
            </p:nvSpPr>
            <p:spPr>
              <a:xfrm>
                <a:off x="209550" y="5438775"/>
                <a:ext cx="1968520" cy="836036"/>
              </a:xfrm>
              <a:custGeom>
                <a:rect l="l" t="t" r="r" b="b"/>
                <a:pathLst>
                  <a:path w="1196" h="446">
                    <a:moveTo>
                      <a:pt x="0" y="0"/>
                    </a:moveTo>
                    <a:moveTo>
                      <a:pt x="1190" y="389"/>
                    </a:moveTo>
                    <a:lnTo>
                      <a:pt x="1184" y="393"/>
                    </a:lnTo>
                    <a:lnTo>
                      <a:pt x="1180" y="397"/>
                    </a:lnTo>
                    <a:lnTo>
                      <a:pt x="1178" y="402"/>
                    </a:lnTo>
                    <a:lnTo>
                      <a:pt x="1177" y="406"/>
                    </a:lnTo>
                    <a:lnTo>
                      <a:pt x="1174" y="410"/>
                    </a:lnTo>
                    <a:lnTo>
                      <a:pt x="1168" y="413"/>
                    </a:lnTo>
                    <a:lnTo>
                      <a:pt x="1164" y="416"/>
                    </a:lnTo>
                    <a:lnTo>
                      <a:pt x="1161" y="420"/>
                    </a:lnTo>
                    <a:lnTo>
                      <a:pt x="1158" y="425"/>
                    </a:lnTo>
                    <a:lnTo>
                      <a:pt x="1153" y="428"/>
                    </a:lnTo>
                    <a:lnTo>
                      <a:pt x="1147" y="430"/>
                    </a:lnTo>
                    <a:lnTo>
                      <a:pt x="1141" y="432"/>
                    </a:lnTo>
                    <a:lnTo>
                      <a:pt x="1136" y="435"/>
                    </a:lnTo>
                    <a:lnTo>
                      <a:pt x="1131" y="441"/>
                    </a:lnTo>
                    <a:lnTo>
                      <a:pt x="1126" y="445"/>
                    </a:lnTo>
                    <a:lnTo>
                      <a:pt x="1119" y="446"/>
                    </a:lnTo>
                    <a:lnTo>
                      <a:pt x="1112" y="441"/>
                    </a:lnTo>
                    <a:lnTo>
                      <a:pt x="1106" y="435"/>
                    </a:lnTo>
                    <a:lnTo>
                      <a:pt x="1102" y="430"/>
                    </a:lnTo>
                    <a:lnTo>
                      <a:pt x="1098" y="430"/>
                    </a:lnTo>
                    <a:lnTo>
                      <a:pt x="1092" y="432"/>
                    </a:lnTo>
                    <a:lnTo>
                      <a:pt x="1087" y="433"/>
                    </a:lnTo>
                    <a:lnTo>
                      <a:pt x="1081" y="433"/>
                    </a:lnTo>
                    <a:lnTo>
                      <a:pt x="1076" y="431"/>
                    </a:lnTo>
                    <a:lnTo>
                      <a:pt x="1071" y="430"/>
                    </a:lnTo>
                    <a:lnTo>
                      <a:pt x="1065" y="428"/>
                    </a:lnTo>
                    <a:lnTo>
                      <a:pt x="1061" y="425"/>
                    </a:lnTo>
                    <a:lnTo>
                      <a:pt x="1060" y="420"/>
                    </a:lnTo>
                    <a:lnTo>
                      <a:pt x="1061" y="414"/>
                    </a:lnTo>
                    <a:lnTo>
                      <a:pt x="1062" y="409"/>
                    </a:lnTo>
                    <a:lnTo>
                      <a:pt x="1060" y="406"/>
                    </a:lnTo>
                    <a:lnTo>
                      <a:pt x="1055" y="402"/>
                    </a:lnTo>
                    <a:lnTo>
                      <a:pt x="1052" y="398"/>
                    </a:lnTo>
                    <a:lnTo>
                      <a:pt x="1054" y="393"/>
                    </a:lnTo>
                    <a:lnTo>
                      <a:pt x="1060" y="389"/>
                    </a:lnTo>
                    <a:lnTo>
                      <a:pt x="1064" y="385"/>
                    </a:lnTo>
                    <a:lnTo>
                      <a:pt x="1063" y="381"/>
                    </a:lnTo>
                    <a:lnTo>
                      <a:pt x="1058" y="376"/>
                    </a:lnTo>
                    <a:lnTo>
                      <a:pt x="1053" y="370"/>
                    </a:lnTo>
                    <a:lnTo>
                      <a:pt x="1051" y="365"/>
                    </a:lnTo>
                    <a:lnTo>
                      <a:pt x="1053" y="360"/>
                    </a:lnTo>
                    <a:lnTo>
                      <a:pt x="1056" y="356"/>
                    </a:lnTo>
                    <a:lnTo>
                      <a:pt x="1060" y="353"/>
                    </a:lnTo>
                    <a:lnTo>
                      <a:pt x="1064" y="350"/>
                    </a:lnTo>
                    <a:lnTo>
                      <a:pt x="1071" y="349"/>
                    </a:lnTo>
                    <a:lnTo>
                      <a:pt x="1078" y="350"/>
                    </a:lnTo>
                    <a:lnTo>
                      <a:pt x="1084" y="352"/>
                    </a:lnTo>
                    <a:lnTo>
                      <a:pt x="1088" y="350"/>
                    </a:lnTo>
                    <a:lnTo>
                      <a:pt x="1091" y="345"/>
                    </a:lnTo>
                    <a:lnTo>
                      <a:pt x="1094" y="339"/>
                    </a:lnTo>
                    <a:lnTo>
                      <a:pt x="1099" y="336"/>
                    </a:lnTo>
                    <a:lnTo>
                      <a:pt x="1106" y="337"/>
                    </a:lnTo>
                    <a:lnTo>
                      <a:pt x="1112" y="339"/>
                    </a:lnTo>
                    <a:lnTo>
                      <a:pt x="1118" y="341"/>
                    </a:lnTo>
                    <a:lnTo>
                      <a:pt x="1125" y="339"/>
                    </a:lnTo>
                    <a:lnTo>
                      <a:pt x="1132" y="338"/>
                    </a:lnTo>
                    <a:lnTo>
                      <a:pt x="1140" y="338"/>
                    </a:lnTo>
                    <a:lnTo>
                      <a:pt x="1145" y="341"/>
                    </a:lnTo>
                    <a:lnTo>
                      <a:pt x="1150" y="346"/>
                    </a:lnTo>
                    <a:lnTo>
                      <a:pt x="1154" y="350"/>
                    </a:lnTo>
                    <a:lnTo>
                      <a:pt x="1158" y="354"/>
                    </a:lnTo>
                    <a:lnTo>
                      <a:pt x="1162" y="358"/>
                    </a:lnTo>
                    <a:lnTo>
                      <a:pt x="1164" y="362"/>
                    </a:lnTo>
                    <a:lnTo>
                      <a:pt x="1165" y="367"/>
                    </a:lnTo>
                    <a:lnTo>
                      <a:pt x="1169" y="370"/>
                    </a:lnTo>
                    <a:lnTo>
                      <a:pt x="1177" y="372"/>
                    </a:lnTo>
                    <a:lnTo>
                      <a:pt x="1188" y="374"/>
                    </a:lnTo>
                    <a:lnTo>
                      <a:pt x="1195" y="378"/>
                    </a:lnTo>
                    <a:lnTo>
                      <a:pt x="1196" y="383"/>
                    </a:lnTo>
                    <a:close/>
                  </a:path>
                </a:pathLst>
              </a:custGeom>
              <a:solidFill>
                <a:srgbClr val="DA9FC0">
                  <a:alpha val="32000"/>
                </a:srgbClr>
              </a:solidFill>
              <a:ln>
                <a:noFill/>
              </a:ln>
            </p:spPr>
            <p:txBody>
              <a:bodyPr anchor="ctr"/>
              <a:lstStyle/>
              <a:p>
                <a:pPr algn="ctr">
                  <a:buNone/>
                </a:pPr>
              </a:p>
            </p:txBody>
          </p:sp>
          <p:sp>
            <p:nvSpPr>
              <p:cNvPr id="7192" name="addition:input:191">
                <a:extLst>
                  <a:ext uri="{FF2B5EF4-FFF2-40B4-BE49-F238E27FC236}">
                    <ns2:creationId id="{CCBFF921-634F-4BEB-BEFA-2C4A8C860868}"/>
                  </a:ext>
                </a:extLst>
              </p:cNvPr>
              <p:cNvSpPr>
                <a:spLocks noGrp="1"/>
              </p:cNvSpPr>
              <p:nvPr/>
            </p:nvSpPr>
            <p:spPr>
              <a:xfrm>
                <a:off x="209550" y="5438775"/>
                <a:ext cx="1826971" cy="836036"/>
              </a:xfrm>
              <a:custGeom>
                <a:rect l="l" t="t" r="r" b="b"/>
                <a:pathLst>
                  <a:path w="1110" h="446">
                    <a:moveTo>
                      <a:pt x="0" y="0"/>
                    </a:moveTo>
                    <a:moveTo>
                      <a:pt x="1104" y="394"/>
                    </a:moveTo>
                    <a:lnTo>
                      <a:pt x="1107" y="398"/>
                    </a:lnTo>
                    <a:lnTo>
                      <a:pt x="1110" y="403"/>
                    </a:lnTo>
                    <a:lnTo>
                      <a:pt x="1110" y="407"/>
                    </a:lnTo>
                    <a:lnTo>
                      <a:pt x="1108" y="411"/>
                    </a:lnTo>
                    <a:lnTo>
                      <a:pt x="1106" y="415"/>
                    </a:lnTo>
                    <a:lnTo>
                      <a:pt x="1106" y="420"/>
                    </a:lnTo>
                    <a:lnTo>
                      <a:pt x="1106" y="425"/>
                    </a:lnTo>
                    <a:lnTo>
                      <a:pt x="1103" y="429"/>
                    </a:lnTo>
                    <a:lnTo>
                      <a:pt x="1096" y="430"/>
                    </a:lnTo>
                    <a:lnTo>
                      <a:pt x="1088" y="428"/>
                    </a:lnTo>
                    <a:lnTo>
                      <a:pt x="1082" y="427"/>
                    </a:lnTo>
                    <a:lnTo>
                      <a:pt x="1078" y="428"/>
                    </a:lnTo>
                    <a:lnTo>
                      <a:pt x="1076" y="434"/>
                    </a:lnTo>
                    <a:lnTo>
                      <a:pt x="1073" y="440"/>
                    </a:lnTo>
                    <a:lnTo>
                      <a:pt x="1069" y="445"/>
                    </a:lnTo>
                    <a:lnTo>
                      <a:pt x="1063" y="446"/>
                    </a:lnTo>
                    <a:lnTo>
                      <a:pt x="1057" y="446"/>
                    </a:lnTo>
                    <a:lnTo>
                      <a:pt x="1050" y="446"/>
                    </a:lnTo>
                    <a:lnTo>
                      <a:pt x="1044" y="446"/>
                    </a:lnTo>
                    <a:lnTo>
                      <a:pt x="1038" y="444"/>
                    </a:lnTo>
                    <a:lnTo>
                      <a:pt x="1033" y="440"/>
                    </a:lnTo>
                    <a:lnTo>
                      <a:pt x="1029" y="435"/>
                    </a:lnTo>
                    <a:lnTo>
                      <a:pt x="1025" y="433"/>
                    </a:lnTo>
                    <a:lnTo>
                      <a:pt x="1019" y="432"/>
                    </a:lnTo>
                    <a:lnTo>
                      <a:pt x="1012" y="432"/>
                    </a:lnTo>
                    <a:lnTo>
                      <a:pt x="1008" y="429"/>
                    </a:lnTo>
                    <a:lnTo>
                      <a:pt x="1006" y="424"/>
                    </a:lnTo>
                    <a:lnTo>
                      <a:pt x="1006" y="419"/>
                    </a:lnTo>
                    <a:lnTo>
                      <a:pt x="1004" y="416"/>
                    </a:lnTo>
                    <a:lnTo>
                      <a:pt x="997" y="414"/>
                    </a:lnTo>
                    <a:lnTo>
                      <a:pt x="990" y="412"/>
                    </a:lnTo>
                    <a:lnTo>
                      <a:pt x="985" y="408"/>
                    </a:lnTo>
                    <a:lnTo>
                      <a:pt x="984" y="404"/>
                    </a:lnTo>
                    <a:lnTo>
                      <a:pt x="987" y="398"/>
                    </a:lnTo>
                    <a:lnTo>
                      <a:pt x="991" y="394"/>
                    </a:lnTo>
                    <a:lnTo>
                      <a:pt x="994" y="389"/>
                    </a:lnTo>
                    <a:lnTo>
                      <a:pt x="998" y="385"/>
                    </a:lnTo>
                    <a:lnTo>
                      <a:pt x="1003" y="382"/>
                    </a:lnTo>
                    <a:lnTo>
                      <a:pt x="1007" y="379"/>
                    </a:lnTo>
                    <a:lnTo>
                      <a:pt x="1010" y="375"/>
                    </a:lnTo>
                    <a:lnTo>
                      <a:pt x="1010" y="370"/>
                    </a:lnTo>
                    <a:lnTo>
                      <a:pt x="1008" y="364"/>
                    </a:lnTo>
                    <a:lnTo>
                      <a:pt x="1008" y="358"/>
                    </a:lnTo>
                    <a:lnTo>
                      <a:pt x="1012" y="354"/>
                    </a:lnTo>
                    <a:lnTo>
                      <a:pt x="1019" y="354"/>
                    </a:lnTo>
                    <a:lnTo>
                      <a:pt x="1025" y="353"/>
                    </a:lnTo>
                    <a:lnTo>
                      <a:pt x="1029" y="351"/>
                    </a:lnTo>
                    <a:lnTo>
                      <a:pt x="1033" y="347"/>
                    </a:lnTo>
                    <a:lnTo>
                      <a:pt x="1037" y="343"/>
                    </a:lnTo>
                    <a:lnTo>
                      <a:pt x="1042" y="343"/>
                    </a:lnTo>
                    <a:lnTo>
                      <a:pt x="1047" y="345"/>
                    </a:lnTo>
                    <a:lnTo>
                      <a:pt x="1051" y="348"/>
                    </a:lnTo>
                    <a:lnTo>
                      <a:pt x="1055" y="349"/>
                    </a:lnTo>
                    <a:lnTo>
                      <a:pt x="1059" y="349"/>
                    </a:lnTo>
                    <a:lnTo>
                      <a:pt x="1063" y="350"/>
                    </a:lnTo>
                    <a:lnTo>
                      <a:pt x="1067" y="351"/>
                    </a:lnTo>
                    <a:lnTo>
                      <a:pt x="1071" y="351"/>
                    </a:lnTo>
                    <a:lnTo>
                      <a:pt x="1076" y="351"/>
                    </a:lnTo>
                    <a:lnTo>
                      <a:pt x="1083" y="349"/>
                    </a:lnTo>
                    <a:lnTo>
                      <a:pt x="1090" y="348"/>
                    </a:lnTo>
                    <a:lnTo>
                      <a:pt x="1094" y="352"/>
                    </a:lnTo>
                    <a:lnTo>
                      <a:pt x="1094" y="358"/>
                    </a:lnTo>
                    <a:lnTo>
                      <a:pt x="1092" y="366"/>
                    </a:lnTo>
                    <a:lnTo>
                      <a:pt x="1090" y="371"/>
                    </a:lnTo>
                    <a:lnTo>
                      <a:pt x="1093" y="375"/>
                    </a:lnTo>
                    <a:lnTo>
                      <a:pt x="1097" y="377"/>
                    </a:lnTo>
                    <a:lnTo>
                      <a:pt x="1101" y="381"/>
                    </a:lnTo>
                    <a:lnTo>
                      <a:pt x="1103" y="385"/>
                    </a:lnTo>
                    <a:lnTo>
                      <a:pt x="1103" y="389"/>
                    </a:lnTo>
                    <a:close/>
                  </a:path>
                </a:pathLst>
              </a:custGeom>
              <a:solidFill>
                <a:srgbClr val="DA9FC0">
                  <a:alpha val="32000"/>
                </a:srgbClr>
              </a:solidFill>
              <a:ln>
                <a:noFill/>
              </a:ln>
            </p:spPr>
            <p:txBody>
              <a:bodyPr anchor="ctr"/>
              <a:lstStyle/>
              <a:p>
                <a:pPr algn="ctr">
                  <a:buNone/>
                </a:pPr>
              </a:p>
            </p:txBody>
          </p:sp>
          <p:sp>
            <p:nvSpPr>
              <p:cNvPr id="7193" name="addition:input:192">
                <a:extLst>
                  <a:ext uri="{FF2B5EF4-FFF2-40B4-BE49-F238E27FC236}">
                    <ns2:creationId id="{63E631A3-B935-4AAD-9C66-1F544B1FBB19}"/>
                  </a:ext>
                </a:extLst>
              </p:cNvPr>
              <p:cNvSpPr>
                <a:spLocks noGrp="1"/>
              </p:cNvSpPr>
              <p:nvPr/>
            </p:nvSpPr>
            <p:spPr>
              <a:xfrm>
                <a:off x="209550" y="5438775"/>
                <a:ext cx="1723278" cy="794796"/>
              </a:xfrm>
              <a:custGeom>
                <a:rect l="l" t="t" r="r" b="b"/>
                <a:pathLst>
                  <a:path w="1047" h="424">
                    <a:moveTo>
                      <a:pt x="0" y="0"/>
                    </a:moveTo>
                    <a:moveTo>
                      <a:pt x="1043" y="376"/>
                    </a:moveTo>
                    <a:lnTo>
                      <a:pt x="1046" y="380"/>
                    </a:lnTo>
                    <a:lnTo>
                      <a:pt x="1047" y="384"/>
                    </a:lnTo>
                    <a:lnTo>
                      <a:pt x="1044" y="387"/>
                    </a:lnTo>
                    <a:lnTo>
                      <a:pt x="1042" y="390"/>
                    </a:lnTo>
                    <a:lnTo>
                      <a:pt x="1041" y="393"/>
                    </a:lnTo>
                    <a:lnTo>
                      <a:pt x="1043" y="398"/>
                    </a:lnTo>
                    <a:lnTo>
                      <a:pt x="1044" y="403"/>
                    </a:lnTo>
                    <a:lnTo>
                      <a:pt x="1042" y="407"/>
                    </a:lnTo>
                    <a:lnTo>
                      <a:pt x="1038" y="408"/>
                    </a:lnTo>
                    <a:lnTo>
                      <a:pt x="1032" y="408"/>
                    </a:lnTo>
                    <a:lnTo>
                      <a:pt x="1027" y="407"/>
                    </a:lnTo>
                    <a:lnTo>
                      <a:pt x="1024" y="408"/>
                    </a:lnTo>
                    <a:lnTo>
                      <a:pt x="1021" y="410"/>
                    </a:lnTo>
                    <a:lnTo>
                      <a:pt x="1018" y="411"/>
                    </a:lnTo>
                    <a:lnTo>
                      <a:pt x="1015" y="413"/>
                    </a:lnTo>
                    <a:lnTo>
                      <a:pt x="1011" y="415"/>
                    </a:lnTo>
                    <a:lnTo>
                      <a:pt x="1007" y="419"/>
                    </a:lnTo>
                    <a:lnTo>
                      <a:pt x="1003" y="423"/>
                    </a:lnTo>
                    <a:lnTo>
                      <a:pt x="997" y="424"/>
                    </a:lnTo>
                    <a:lnTo>
                      <a:pt x="993" y="421"/>
                    </a:lnTo>
                    <a:lnTo>
                      <a:pt x="989" y="416"/>
                    </a:lnTo>
                    <a:lnTo>
                      <a:pt x="986" y="412"/>
                    </a:lnTo>
                    <a:lnTo>
                      <a:pt x="982" y="410"/>
                    </a:lnTo>
                    <a:lnTo>
                      <a:pt x="977" y="410"/>
                    </a:lnTo>
                    <a:lnTo>
                      <a:pt x="972" y="409"/>
                    </a:lnTo>
                    <a:lnTo>
                      <a:pt x="969" y="406"/>
                    </a:lnTo>
                    <a:lnTo>
                      <a:pt x="967" y="402"/>
                    </a:lnTo>
                    <a:lnTo>
                      <a:pt x="966" y="398"/>
                    </a:lnTo>
                    <a:lnTo>
                      <a:pt x="963" y="395"/>
                    </a:lnTo>
                    <a:lnTo>
                      <a:pt x="959" y="393"/>
                    </a:lnTo>
                    <a:lnTo>
                      <a:pt x="955" y="390"/>
                    </a:lnTo>
                    <a:lnTo>
                      <a:pt x="953" y="387"/>
                    </a:lnTo>
                    <a:lnTo>
                      <a:pt x="951" y="383"/>
                    </a:lnTo>
                    <a:lnTo>
                      <a:pt x="950" y="380"/>
                    </a:lnTo>
                    <a:lnTo>
                      <a:pt x="948" y="376"/>
                    </a:lnTo>
                    <a:lnTo>
                      <a:pt x="947" y="371"/>
                    </a:lnTo>
                    <a:lnTo>
                      <a:pt x="951" y="368"/>
                    </a:lnTo>
                    <a:lnTo>
                      <a:pt x="958" y="365"/>
                    </a:lnTo>
                    <a:lnTo>
                      <a:pt x="964" y="363"/>
                    </a:lnTo>
                    <a:lnTo>
                      <a:pt x="968" y="361"/>
                    </a:lnTo>
                    <a:lnTo>
                      <a:pt x="968" y="357"/>
                    </a:lnTo>
                    <a:lnTo>
                      <a:pt x="967" y="352"/>
                    </a:lnTo>
                    <a:lnTo>
                      <a:pt x="968" y="347"/>
                    </a:lnTo>
                    <a:lnTo>
                      <a:pt x="971" y="344"/>
                    </a:lnTo>
                    <a:lnTo>
                      <a:pt x="975" y="342"/>
                    </a:lnTo>
                    <a:lnTo>
                      <a:pt x="979" y="340"/>
                    </a:lnTo>
                    <a:lnTo>
                      <a:pt x="982" y="337"/>
                    </a:lnTo>
                    <a:lnTo>
                      <a:pt x="986" y="335"/>
                    </a:lnTo>
                    <a:lnTo>
                      <a:pt x="991" y="334"/>
                    </a:lnTo>
                    <a:lnTo>
                      <a:pt x="995" y="334"/>
                    </a:lnTo>
                    <a:lnTo>
                      <a:pt x="999" y="335"/>
                    </a:lnTo>
                    <a:lnTo>
                      <a:pt x="1003" y="334"/>
                    </a:lnTo>
                    <a:lnTo>
                      <a:pt x="1007" y="333"/>
                    </a:lnTo>
                    <a:lnTo>
                      <a:pt x="1011" y="334"/>
                    </a:lnTo>
                    <a:lnTo>
                      <a:pt x="1014" y="337"/>
                    </a:lnTo>
                    <a:lnTo>
                      <a:pt x="1016" y="341"/>
                    </a:lnTo>
                    <a:lnTo>
                      <a:pt x="1018" y="344"/>
                    </a:lnTo>
                    <a:lnTo>
                      <a:pt x="1022" y="343"/>
                    </a:lnTo>
                    <a:lnTo>
                      <a:pt x="1027" y="340"/>
                    </a:lnTo>
                    <a:lnTo>
                      <a:pt x="1033" y="339"/>
                    </a:lnTo>
                    <a:lnTo>
                      <a:pt x="1037" y="340"/>
                    </a:lnTo>
                    <a:lnTo>
                      <a:pt x="1038" y="345"/>
                    </a:lnTo>
                    <a:lnTo>
                      <a:pt x="1038" y="350"/>
                    </a:lnTo>
                    <a:lnTo>
                      <a:pt x="1039" y="354"/>
                    </a:lnTo>
                    <a:lnTo>
                      <a:pt x="1039" y="358"/>
                    </a:lnTo>
                    <a:lnTo>
                      <a:pt x="1039" y="362"/>
                    </a:lnTo>
                    <a:lnTo>
                      <a:pt x="1038" y="366"/>
                    </a:lnTo>
                    <a:lnTo>
                      <a:pt x="1038" y="369"/>
                    </a:lnTo>
                    <a:lnTo>
                      <a:pt x="1039" y="372"/>
                    </a:lnTo>
                    <a:close/>
                  </a:path>
                </a:pathLst>
              </a:custGeom>
              <a:solidFill>
                <a:srgbClr val="DA9FC0">
                  <a:alpha val="32000"/>
                </a:srgbClr>
              </a:solidFill>
              <a:ln>
                <a:noFill/>
              </a:ln>
            </p:spPr>
            <p:txBody>
              <a:bodyPr anchor="ctr"/>
              <a:lstStyle/>
              <a:p>
                <a:pPr algn="ctr">
                  <a:buNone/>
                </a:pPr>
              </a:p>
            </p:txBody>
          </p:sp>
          <p:sp>
            <p:nvSpPr>
              <p:cNvPr id="7194" name="addition:input:193">
                <a:extLst>
                  <a:ext uri="{FF2B5EF4-FFF2-40B4-BE49-F238E27FC236}">
                    <ns2:creationId id="{29AE89FB-CECC-4875-B5F5-EF9C7BE86B3A}"/>
                  </a:ext>
                </a:extLst>
              </p:cNvPr>
              <p:cNvSpPr>
                <a:spLocks noGrp="1"/>
              </p:cNvSpPr>
              <p:nvPr/>
            </p:nvSpPr>
            <p:spPr>
              <a:xfrm>
                <a:off x="209550" y="5438775"/>
                <a:ext cx="1915851" cy="794796"/>
              </a:xfrm>
              <a:custGeom>
                <a:rect l="l" t="t" r="r" b="b"/>
                <a:pathLst>
                  <a:path w="1164" h="424">
                    <a:moveTo>
                      <a:pt x="0" y="0"/>
                    </a:moveTo>
                    <a:moveTo>
                      <a:pt x="1146" y="369"/>
                    </a:moveTo>
                    <a:lnTo>
                      <a:pt x="1141" y="373"/>
                    </a:lnTo>
                    <a:lnTo>
                      <a:pt x="1141" y="377"/>
                    </a:lnTo>
                    <a:lnTo>
                      <a:pt x="1143" y="382"/>
                    </a:lnTo>
                    <a:lnTo>
                      <a:pt x="1144" y="387"/>
                    </a:lnTo>
                    <a:lnTo>
                      <a:pt x="1140" y="392"/>
                    </a:lnTo>
                    <a:lnTo>
                      <a:pt x="1135" y="395"/>
                    </a:lnTo>
                    <a:lnTo>
                      <a:pt x="1131" y="399"/>
                    </a:lnTo>
                    <a:lnTo>
                      <a:pt x="1129" y="404"/>
                    </a:lnTo>
                    <a:lnTo>
                      <a:pt x="1127" y="409"/>
                    </a:lnTo>
                    <a:lnTo>
                      <a:pt x="1123" y="413"/>
                    </a:lnTo>
                    <a:lnTo>
                      <a:pt x="1117" y="416"/>
                    </a:lnTo>
                    <a:lnTo>
                      <a:pt x="1112" y="418"/>
                    </a:lnTo>
                    <a:lnTo>
                      <a:pt x="1107" y="421"/>
                    </a:lnTo>
                    <a:lnTo>
                      <a:pt x="1102" y="424"/>
                    </a:lnTo>
                    <a:lnTo>
                      <a:pt x="1096" y="424"/>
                    </a:lnTo>
                    <a:lnTo>
                      <a:pt x="1090" y="420"/>
                    </a:lnTo>
                    <a:lnTo>
                      <a:pt x="1084" y="415"/>
                    </a:lnTo>
                    <a:lnTo>
                      <a:pt x="1080" y="411"/>
                    </a:lnTo>
                    <a:lnTo>
                      <a:pt x="1076" y="413"/>
                    </a:lnTo>
                    <a:lnTo>
                      <a:pt x="1070" y="418"/>
                    </a:lnTo>
                    <a:lnTo>
                      <a:pt x="1063" y="423"/>
                    </a:lnTo>
                    <a:lnTo>
                      <a:pt x="1056" y="424"/>
                    </a:lnTo>
                    <a:lnTo>
                      <a:pt x="1051" y="421"/>
                    </a:lnTo>
                    <a:lnTo>
                      <a:pt x="1047" y="416"/>
                    </a:lnTo>
                    <a:lnTo>
                      <a:pt x="1043" y="413"/>
                    </a:lnTo>
                    <a:lnTo>
                      <a:pt x="1039" y="409"/>
                    </a:lnTo>
                    <a:lnTo>
                      <a:pt x="1035" y="405"/>
                    </a:lnTo>
                    <a:lnTo>
                      <a:pt x="1034" y="400"/>
                    </a:lnTo>
                    <a:lnTo>
                      <a:pt x="1033" y="394"/>
                    </a:lnTo>
                    <a:lnTo>
                      <a:pt x="1031" y="390"/>
                    </a:lnTo>
                    <a:lnTo>
                      <a:pt x="1026" y="387"/>
                    </a:lnTo>
                    <a:lnTo>
                      <a:pt x="1020" y="383"/>
                    </a:lnTo>
                    <a:lnTo>
                      <a:pt x="1018" y="378"/>
                    </a:lnTo>
                    <a:lnTo>
                      <a:pt x="1020" y="373"/>
                    </a:lnTo>
                    <a:lnTo>
                      <a:pt x="1022" y="369"/>
                    </a:lnTo>
                    <a:lnTo>
                      <a:pt x="1020" y="364"/>
                    </a:lnTo>
                    <a:lnTo>
                      <a:pt x="1014" y="359"/>
                    </a:lnTo>
                    <a:lnTo>
                      <a:pt x="1007" y="352"/>
                    </a:lnTo>
                    <a:lnTo>
                      <a:pt x="1004" y="346"/>
                    </a:lnTo>
                    <a:lnTo>
                      <a:pt x="1008" y="342"/>
                    </a:lnTo>
                    <a:lnTo>
                      <a:pt x="1016" y="339"/>
                    </a:lnTo>
                    <a:lnTo>
                      <a:pt x="1024" y="338"/>
                    </a:lnTo>
                    <a:lnTo>
                      <a:pt x="1029" y="336"/>
                    </a:lnTo>
                    <a:lnTo>
                      <a:pt x="1034" y="333"/>
                    </a:lnTo>
                    <a:lnTo>
                      <a:pt x="1039" y="331"/>
                    </a:lnTo>
                    <a:lnTo>
                      <a:pt x="1045" y="329"/>
                    </a:lnTo>
                    <a:lnTo>
                      <a:pt x="1049" y="326"/>
                    </a:lnTo>
                    <a:lnTo>
                      <a:pt x="1053" y="321"/>
                    </a:lnTo>
                    <a:lnTo>
                      <a:pt x="1057" y="315"/>
                    </a:lnTo>
                    <a:lnTo>
                      <a:pt x="1063" y="310"/>
                    </a:lnTo>
                    <a:lnTo>
                      <a:pt x="1071" y="310"/>
                    </a:lnTo>
                    <a:lnTo>
                      <a:pt x="1079" y="313"/>
                    </a:lnTo>
                    <a:lnTo>
                      <a:pt x="1086" y="316"/>
                    </a:lnTo>
                    <a:lnTo>
                      <a:pt x="1093" y="316"/>
                    </a:lnTo>
                    <a:lnTo>
                      <a:pt x="1100" y="314"/>
                    </a:lnTo>
                    <a:lnTo>
                      <a:pt x="1108" y="313"/>
                    </a:lnTo>
                    <a:lnTo>
                      <a:pt x="1115" y="316"/>
                    </a:lnTo>
                    <a:lnTo>
                      <a:pt x="1119" y="322"/>
                    </a:lnTo>
                    <a:lnTo>
                      <a:pt x="1121" y="328"/>
                    </a:lnTo>
                    <a:lnTo>
                      <a:pt x="1125" y="332"/>
                    </a:lnTo>
                    <a:lnTo>
                      <a:pt x="1130" y="334"/>
                    </a:lnTo>
                    <a:lnTo>
                      <a:pt x="1136" y="336"/>
                    </a:lnTo>
                    <a:lnTo>
                      <a:pt x="1141" y="338"/>
                    </a:lnTo>
                    <a:lnTo>
                      <a:pt x="1146" y="341"/>
                    </a:lnTo>
                    <a:lnTo>
                      <a:pt x="1152" y="344"/>
                    </a:lnTo>
                    <a:lnTo>
                      <a:pt x="1159" y="347"/>
                    </a:lnTo>
                    <a:lnTo>
                      <a:pt x="1164" y="352"/>
                    </a:lnTo>
                    <a:lnTo>
                      <a:pt x="1163" y="358"/>
                    </a:lnTo>
                    <a:lnTo>
                      <a:pt x="1155" y="364"/>
                    </a:lnTo>
                    <a:close/>
                  </a:path>
                </a:pathLst>
              </a:custGeom>
              <a:solidFill>
                <a:srgbClr val="DA9FC0">
                  <a:alpha val="32000"/>
                </a:srgbClr>
              </a:solidFill>
              <a:ln>
                <a:noFill/>
              </a:ln>
            </p:spPr>
            <p:txBody>
              <a:bodyPr anchor="ctr"/>
              <a:lstStyle/>
              <a:p>
                <a:pPr algn="ctr">
                  <a:buNone/>
                </a:pPr>
              </a:p>
            </p:txBody>
          </p:sp>
          <p:sp>
            <p:nvSpPr>
              <p:cNvPr id="7195" name="addition:input:194">
                <a:extLst>
                  <a:ext uri="{FF2B5EF4-FFF2-40B4-BE49-F238E27FC236}">
                    <ns2:creationId id="{1C272050-7AC2-449E-A1CE-62FDDF3F0B1A}"/>
                  </a:ext>
                </a:extLst>
              </p:cNvPr>
              <p:cNvSpPr>
                <a:spLocks noGrp="1"/>
              </p:cNvSpPr>
              <p:nvPr/>
            </p:nvSpPr>
            <p:spPr>
              <a:xfrm>
                <a:off x="209550" y="5438775"/>
                <a:ext cx="1961937" cy="864154"/>
              </a:xfrm>
              <a:custGeom>
                <a:rect l="l" t="t" r="r" b="b"/>
                <a:pathLst>
                  <a:path w="1192" h="461">
                    <a:moveTo>
                      <a:pt x="0" y="0"/>
                    </a:moveTo>
                    <a:moveTo>
                      <a:pt x="1191" y="359"/>
                    </a:moveTo>
                    <a:lnTo>
                      <a:pt x="1192" y="367"/>
                    </a:lnTo>
                    <a:lnTo>
                      <a:pt x="1187" y="375"/>
                    </a:lnTo>
                    <a:lnTo>
                      <a:pt x="1182" y="382"/>
                    </a:lnTo>
                    <a:lnTo>
                      <a:pt x="1182" y="390"/>
                    </a:lnTo>
                    <a:lnTo>
                      <a:pt x="1186" y="400"/>
                    </a:lnTo>
                    <a:lnTo>
                      <a:pt x="1188" y="410"/>
                    </a:lnTo>
                    <a:lnTo>
                      <a:pt x="1182" y="417"/>
                    </a:lnTo>
                    <a:lnTo>
                      <a:pt x="1169" y="419"/>
                    </a:lnTo>
                    <a:lnTo>
                      <a:pt x="1155" y="418"/>
                    </a:lnTo>
                    <a:lnTo>
                      <a:pt x="1145" y="418"/>
                    </a:lnTo>
                    <a:lnTo>
                      <a:pt x="1138" y="423"/>
                    </a:lnTo>
                    <a:lnTo>
                      <a:pt x="1133" y="429"/>
                    </a:lnTo>
                    <a:lnTo>
                      <a:pt x="1126" y="435"/>
                    </a:lnTo>
                    <a:lnTo>
                      <a:pt x="1117" y="440"/>
                    </a:lnTo>
                    <a:lnTo>
                      <a:pt x="1108" y="446"/>
                    </a:lnTo>
                    <a:lnTo>
                      <a:pt x="1099" y="454"/>
                    </a:lnTo>
                    <a:lnTo>
                      <a:pt x="1087" y="461"/>
                    </a:lnTo>
                    <a:lnTo>
                      <a:pt x="1075" y="461"/>
                    </a:lnTo>
                    <a:lnTo>
                      <a:pt x="1064" y="453"/>
                    </a:lnTo>
                    <a:lnTo>
                      <a:pt x="1055" y="442"/>
                    </a:lnTo>
                    <a:lnTo>
                      <a:pt x="1047" y="434"/>
                    </a:lnTo>
                    <a:lnTo>
                      <a:pt x="1037" y="433"/>
                    </a:lnTo>
                    <a:lnTo>
                      <a:pt x="1025" y="434"/>
                    </a:lnTo>
                    <a:lnTo>
                      <a:pt x="1014" y="434"/>
                    </a:lnTo>
                    <a:lnTo>
                      <a:pt x="1007" y="428"/>
                    </a:lnTo>
                    <a:lnTo>
                      <a:pt x="1003" y="419"/>
                    </a:lnTo>
                    <a:lnTo>
                      <a:pt x="1000" y="412"/>
                    </a:lnTo>
                    <a:lnTo>
                      <a:pt x="992" y="407"/>
                    </a:lnTo>
                    <a:lnTo>
                      <a:pt x="982" y="404"/>
                    </a:lnTo>
                    <a:lnTo>
                      <a:pt x="973" y="399"/>
                    </a:lnTo>
                    <a:lnTo>
                      <a:pt x="968" y="392"/>
                    </a:lnTo>
                    <a:lnTo>
                      <a:pt x="966" y="384"/>
                    </a:lnTo>
                    <a:lnTo>
                      <a:pt x="964" y="376"/>
                    </a:lnTo>
                    <a:lnTo>
                      <a:pt x="962" y="368"/>
                    </a:lnTo>
                    <a:lnTo>
                      <a:pt x="964" y="359"/>
                    </a:lnTo>
                    <a:lnTo>
                      <a:pt x="974" y="351"/>
                    </a:lnTo>
                    <a:lnTo>
                      <a:pt x="989" y="345"/>
                    </a:lnTo>
                    <a:lnTo>
                      <a:pt x="1001" y="340"/>
                    </a:lnTo>
                    <a:lnTo>
                      <a:pt x="1005" y="334"/>
                    </a:lnTo>
                    <a:lnTo>
                      <a:pt x="1000" y="324"/>
                    </a:lnTo>
                    <a:lnTo>
                      <a:pt x="994" y="313"/>
                    </a:lnTo>
                    <a:lnTo>
                      <a:pt x="995" y="303"/>
                    </a:lnTo>
                    <a:lnTo>
                      <a:pt x="1002" y="296"/>
                    </a:lnTo>
                    <a:lnTo>
                      <a:pt x="1012" y="292"/>
                    </a:lnTo>
                    <a:lnTo>
                      <a:pt x="1021" y="288"/>
                    </a:lnTo>
                    <a:lnTo>
                      <a:pt x="1027" y="282"/>
                    </a:lnTo>
                    <a:lnTo>
                      <a:pt x="1035" y="277"/>
                    </a:lnTo>
                    <a:lnTo>
                      <a:pt x="1044" y="275"/>
                    </a:lnTo>
                    <a:lnTo>
                      <a:pt x="1054" y="276"/>
                    </a:lnTo>
                    <a:lnTo>
                      <a:pt x="1062" y="276"/>
                    </a:lnTo>
                    <a:lnTo>
                      <a:pt x="1070" y="274"/>
                    </a:lnTo>
                    <a:lnTo>
                      <a:pt x="1077" y="272"/>
                    </a:lnTo>
                    <a:lnTo>
                      <a:pt x="1085" y="273"/>
                    </a:lnTo>
                    <a:lnTo>
                      <a:pt x="1092" y="278"/>
                    </a:lnTo>
                    <a:lnTo>
                      <a:pt x="1098" y="284"/>
                    </a:lnTo>
                    <a:lnTo>
                      <a:pt x="1104" y="286"/>
                    </a:lnTo>
                    <a:lnTo>
                      <a:pt x="1115" y="281"/>
                    </a:lnTo>
                    <a:lnTo>
                      <a:pt x="1128" y="274"/>
                    </a:lnTo>
                    <a:lnTo>
                      <a:pt x="1141" y="272"/>
                    </a:lnTo>
                    <a:lnTo>
                      <a:pt x="1149" y="278"/>
                    </a:lnTo>
                    <a:lnTo>
                      <a:pt x="1151" y="289"/>
                    </a:lnTo>
                    <a:lnTo>
                      <a:pt x="1152" y="300"/>
                    </a:lnTo>
                    <a:lnTo>
                      <a:pt x="1153" y="309"/>
                    </a:lnTo>
                    <a:lnTo>
                      <a:pt x="1157" y="316"/>
                    </a:lnTo>
                    <a:lnTo>
                      <a:pt x="1161" y="324"/>
                    </a:lnTo>
                    <a:lnTo>
                      <a:pt x="1162" y="331"/>
                    </a:lnTo>
                    <a:lnTo>
                      <a:pt x="1165" y="338"/>
                    </a:lnTo>
                    <a:lnTo>
                      <a:pt x="1172" y="344"/>
                    </a:lnTo>
                    <a:lnTo>
                      <a:pt x="1183" y="351"/>
                    </a:lnTo>
                    <a:close/>
                  </a:path>
                </a:pathLst>
              </a:custGeom>
              <a:solidFill>
                <a:srgbClr val="CC79A7">
                  <a:alpha val="37000"/>
                </a:srgbClr>
              </a:solidFill>
              <a:ln>
                <a:noFill/>
              </a:ln>
            </p:spPr>
            <p:txBody>
              <a:bodyPr anchor="ctr"/>
              <a:lstStyle/>
              <a:p>
                <a:pPr algn="ctr">
                  <a:buNone/>
                </a:pPr>
              </a:p>
            </p:txBody>
          </p:sp>
          <p:sp>
            <p:nvSpPr>
              <p:cNvPr id="7196" name="addition:input:195">
                <a:extLst>
                  <a:ext uri="{FF2B5EF4-FFF2-40B4-BE49-F238E27FC236}">
                    <ns2:creationId id="{50C47930-A695-40E6-AEEE-4E5B9C6D2584}"/>
                  </a:ext>
                </a:extLst>
              </p:cNvPr>
              <p:cNvSpPr>
                <a:spLocks noGrp="1"/>
              </p:cNvSpPr>
              <p:nvPr/>
            </p:nvSpPr>
            <p:spPr>
              <a:xfrm>
                <a:off x="209550" y="5438775"/>
                <a:ext cx="1792407" cy="704820"/>
              </a:xfrm>
              <a:custGeom>
                <a:rect l="l" t="t" r="r" b="b"/>
                <a:pathLst>
                  <a:path w="1089" h="376">
                    <a:moveTo>
                      <a:pt x="0" y="0"/>
                    </a:moveTo>
                    <a:moveTo>
                      <a:pt x="1087" y="338"/>
                    </a:moveTo>
                    <a:lnTo>
                      <a:pt x="1085" y="341"/>
                    </a:lnTo>
                    <a:lnTo>
                      <a:pt x="1083" y="345"/>
                    </a:lnTo>
                    <a:lnTo>
                      <a:pt x="1082" y="348"/>
                    </a:lnTo>
                    <a:lnTo>
                      <a:pt x="1079" y="351"/>
                    </a:lnTo>
                    <a:lnTo>
                      <a:pt x="1074" y="353"/>
                    </a:lnTo>
                    <a:lnTo>
                      <a:pt x="1070" y="355"/>
                    </a:lnTo>
                    <a:lnTo>
                      <a:pt x="1069" y="358"/>
                    </a:lnTo>
                    <a:lnTo>
                      <a:pt x="1070" y="363"/>
                    </a:lnTo>
                    <a:lnTo>
                      <a:pt x="1071" y="369"/>
                    </a:lnTo>
                    <a:lnTo>
                      <a:pt x="1070" y="374"/>
                    </a:lnTo>
                    <a:lnTo>
                      <a:pt x="1066" y="376"/>
                    </a:lnTo>
                    <a:lnTo>
                      <a:pt x="1060" y="375"/>
                    </a:lnTo>
                    <a:lnTo>
                      <a:pt x="1055" y="374"/>
                    </a:lnTo>
                    <a:lnTo>
                      <a:pt x="1052" y="374"/>
                    </a:lnTo>
                    <a:lnTo>
                      <a:pt x="1048" y="375"/>
                    </a:lnTo>
                    <a:lnTo>
                      <a:pt x="1045" y="375"/>
                    </a:lnTo>
                    <a:lnTo>
                      <a:pt x="1042" y="374"/>
                    </a:lnTo>
                    <a:lnTo>
                      <a:pt x="1039" y="373"/>
                    </a:lnTo>
                    <a:lnTo>
                      <a:pt x="1036" y="374"/>
                    </a:lnTo>
                    <a:lnTo>
                      <a:pt x="1033" y="376"/>
                    </a:lnTo>
                    <a:lnTo>
                      <a:pt x="1029" y="376"/>
                    </a:lnTo>
                    <a:lnTo>
                      <a:pt x="1026" y="375"/>
                    </a:lnTo>
                    <a:lnTo>
                      <a:pt x="1024" y="372"/>
                    </a:lnTo>
                    <a:lnTo>
                      <a:pt x="1021" y="369"/>
                    </a:lnTo>
                    <a:lnTo>
                      <a:pt x="1018" y="369"/>
                    </a:lnTo>
                    <a:lnTo>
                      <a:pt x="1012" y="369"/>
                    </a:lnTo>
                    <a:lnTo>
                      <a:pt x="1008" y="368"/>
                    </a:lnTo>
                    <a:lnTo>
                      <a:pt x="1006" y="364"/>
                    </a:lnTo>
                    <a:lnTo>
                      <a:pt x="1008" y="358"/>
                    </a:lnTo>
                    <a:lnTo>
                      <a:pt x="1010" y="353"/>
                    </a:lnTo>
                    <a:lnTo>
                      <a:pt x="1011" y="349"/>
                    </a:lnTo>
                    <a:lnTo>
                      <a:pt x="1009" y="347"/>
                    </a:lnTo>
                    <a:lnTo>
                      <a:pt x="1006" y="344"/>
                    </a:lnTo>
                    <a:lnTo>
                      <a:pt x="1004" y="341"/>
                    </a:lnTo>
                    <a:lnTo>
                      <a:pt x="1002" y="338"/>
                    </a:lnTo>
                    <a:lnTo>
                      <a:pt x="999" y="334"/>
                    </a:lnTo>
                    <a:lnTo>
                      <a:pt x="996" y="330"/>
                    </a:lnTo>
                    <a:lnTo>
                      <a:pt x="994" y="326"/>
                    </a:lnTo>
                    <a:lnTo>
                      <a:pt x="995" y="322"/>
                    </a:lnTo>
                    <a:lnTo>
                      <a:pt x="999" y="320"/>
                    </a:lnTo>
                    <a:lnTo>
                      <a:pt x="1004" y="318"/>
                    </a:lnTo>
                    <a:lnTo>
                      <a:pt x="1007" y="316"/>
                    </a:lnTo>
                    <a:lnTo>
                      <a:pt x="1008" y="313"/>
                    </a:lnTo>
                    <a:lnTo>
                      <a:pt x="1008" y="309"/>
                    </a:lnTo>
                    <a:lnTo>
                      <a:pt x="1011" y="306"/>
                    </a:lnTo>
                    <a:lnTo>
                      <a:pt x="1015" y="305"/>
                    </a:lnTo>
                    <a:lnTo>
                      <a:pt x="1020" y="306"/>
                    </a:lnTo>
                    <a:lnTo>
                      <a:pt x="1024" y="306"/>
                    </a:lnTo>
                    <a:lnTo>
                      <a:pt x="1027" y="304"/>
                    </a:lnTo>
                    <a:lnTo>
                      <a:pt x="1030" y="300"/>
                    </a:lnTo>
                    <a:lnTo>
                      <a:pt x="1034" y="297"/>
                    </a:lnTo>
                    <a:lnTo>
                      <a:pt x="1038" y="295"/>
                    </a:lnTo>
                    <a:lnTo>
                      <a:pt x="1043" y="295"/>
                    </a:lnTo>
                    <a:lnTo>
                      <a:pt x="1048" y="295"/>
                    </a:lnTo>
                    <a:lnTo>
                      <a:pt x="1053" y="295"/>
                    </a:lnTo>
                    <a:lnTo>
                      <a:pt x="1057" y="297"/>
                    </a:lnTo>
                    <a:lnTo>
                      <a:pt x="1060" y="301"/>
                    </a:lnTo>
                    <a:lnTo>
                      <a:pt x="1062" y="307"/>
                    </a:lnTo>
                    <a:lnTo>
                      <a:pt x="1063" y="311"/>
                    </a:lnTo>
                    <a:lnTo>
                      <a:pt x="1067" y="312"/>
                    </a:lnTo>
                    <a:lnTo>
                      <a:pt x="1072" y="311"/>
                    </a:lnTo>
                    <a:lnTo>
                      <a:pt x="1078" y="311"/>
                    </a:lnTo>
                    <a:lnTo>
                      <a:pt x="1082" y="313"/>
                    </a:lnTo>
                    <a:lnTo>
                      <a:pt x="1083" y="317"/>
                    </a:lnTo>
                    <a:lnTo>
                      <a:pt x="1083" y="320"/>
                    </a:lnTo>
                    <a:lnTo>
                      <a:pt x="1085" y="324"/>
                    </a:lnTo>
                    <a:lnTo>
                      <a:pt x="1087" y="327"/>
                    </a:lnTo>
                    <a:lnTo>
                      <a:pt x="1089" y="330"/>
                    </a:lnTo>
                    <a:lnTo>
                      <a:pt x="1089" y="334"/>
                    </a:lnTo>
                    <a:close/>
                  </a:path>
                </a:pathLst>
              </a:custGeom>
              <a:solidFill>
                <a:srgbClr val="CC79A7">
                  <a:alpha val="36000"/>
                </a:srgbClr>
              </a:solidFill>
              <a:ln>
                <a:noFill/>
              </a:ln>
            </p:spPr>
            <p:txBody>
              <a:bodyPr anchor="ctr"/>
              <a:lstStyle/>
              <a:p>
                <a:pPr algn="ctr">
                  <a:buNone/>
                </a:pPr>
              </a:p>
            </p:txBody>
          </p:sp>
          <p:sp>
            <p:nvSpPr>
              <p:cNvPr id="7197" name="addition:input:196">
                <a:extLst>
                  <a:ext uri="{FF2B5EF4-FFF2-40B4-BE49-F238E27FC236}">
                    <ns2:creationId id="{F0982490-B78D-4DC9-BEB0-C39D8C0F327D}"/>
                  </a:ext>
                </a:extLst>
              </p:cNvPr>
              <p:cNvSpPr>
                <a:spLocks noGrp="1"/>
              </p:cNvSpPr>
              <p:nvPr/>
            </p:nvSpPr>
            <p:spPr>
              <a:xfrm>
                <a:off x="209550" y="5438775"/>
                <a:ext cx="1877995" cy="671078"/>
              </a:xfrm>
              <a:custGeom>
                <a:rect l="l" t="t" r="r" b="b"/>
                <a:pathLst>
                  <a:path w="1141" h="358">
                    <a:moveTo>
                      <a:pt x="0" y="0"/>
                    </a:moveTo>
                    <a:moveTo>
                      <a:pt x="1137" y="326"/>
                    </a:moveTo>
                    <a:lnTo>
                      <a:pt x="1139" y="328"/>
                    </a:lnTo>
                    <a:lnTo>
                      <a:pt x="1140" y="331"/>
                    </a:lnTo>
                    <a:lnTo>
                      <a:pt x="1140" y="334"/>
                    </a:lnTo>
                    <a:lnTo>
                      <a:pt x="1141" y="337"/>
                    </a:lnTo>
                    <a:lnTo>
                      <a:pt x="1140" y="340"/>
                    </a:lnTo>
                    <a:lnTo>
                      <a:pt x="1137" y="342"/>
                    </a:lnTo>
                    <a:lnTo>
                      <a:pt x="1132" y="343"/>
                    </a:lnTo>
                    <a:lnTo>
                      <a:pt x="1127" y="343"/>
                    </a:lnTo>
                    <a:lnTo>
                      <a:pt x="1124" y="343"/>
                    </a:lnTo>
                    <a:lnTo>
                      <a:pt x="1123" y="346"/>
                    </a:lnTo>
                    <a:lnTo>
                      <a:pt x="1123" y="349"/>
                    </a:lnTo>
                    <a:lnTo>
                      <a:pt x="1121" y="353"/>
                    </a:lnTo>
                    <a:lnTo>
                      <a:pt x="1118" y="355"/>
                    </a:lnTo>
                    <a:lnTo>
                      <a:pt x="1115" y="355"/>
                    </a:lnTo>
                    <a:lnTo>
                      <a:pt x="1111" y="355"/>
                    </a:lnTo>
                    <a:lnTo>
                      <a:pt x="1108" y="356"/>
                    </a:lnTo>
                    <a:lnTo>
                      <a:pt x="1104" y="357"/>
                    </a:lnTo>
                    <a:lnTo>
                      <a:pt x="1100" y="358"/>
                    </a:lnTo>
                    <a:lnTo>
                      <a:pt x="1097" y="356"/>
                    </a:lnTo>
                    <a:lnTo>
                      <a:pt x="1093" y="355"/>
                    </a:lnTo>
                    <a:lnTo>
                      <a:pt x="1090" y="354"/>
                    </a:lnTo>
                    <a:lnTo>
                      <a:pt x="1087" y="353"/>
                    </a:lnTo>
                    <a:lnTo>
                      <a:pt x="1084" y="352"/>
                    </a:lnTo>
                    <a:lnTo>
                      <a:pt x="1082" y="349"/>
                    </a:lnTo>
                    <a:lnTo>
                      <a:pt x="1082" y="346"/>
                    </a:lnTo>
                    <a:lnTo>
                      <a:pt x="1080" y="344"/>
                    </a:lnTo>
                    <a:lnTo>
                      <a:pt x="1077" y="343"/>
                    </a:lnTo>
                    <a:lnTo>
                      <a:pt x="1072" y="343"/>
                    </a:lnTo>
                    <a:lnTo>
                      <a:pt x="1067" y="343"/>
                    </a:lnTo>
                    <a:lnTo>
                      <a:pt x="1065" y="341"/>
                    </a:lnTo>
                    <a:lnTo>
                      <a:pt x="1065" y="338"/>
                    </a:lnTo>
                    <a:lnTo>
                      <a:pt x="1067" y="334"/>
                    </a:lnTo>
                    <a:lnTo>
                      <a:pt x="1068" y="331"/>
                    </a:lnTo>
                    <a:lnTo>
                      <a:pt x="1069" y="328"/>
                    </a:lnTo>
                    <a:lnTo>
                      <a:pt x="1070" y="326"/>
                    </a:lnTo>
                    <a:lnTo>
                      <a:pt x="1072" y="323"/>
                    </a:lnTo>
                    <a:lnTo>
                      <a:pt x="1074" y="321"/>
                    </a:lnTo>
                    <a:lnTo>
                      <a:pt x="1075" y="319"/>
                    </a:lnTo>
                    <a:lnTo>
                      <a:pt x="1074" y="316"/>
                    </a:lnTo>
                    <a:lnTo>
                      <a:pt x="1074" y="313"/>
                    </a:lnTo>
                    <a:lnTo>
                      <a:pt x="1075" y="310"/>
                    </a:lnTo>
                    <a:lnTo>
                      <a:pt x="1077" y="308"/>
                    </a:lnTo>
                    <a:lnTo>
                      <a:pt x="1081" y="307"/>
                    </a:lnTo>
                    <a:lnTo>
                      <a:pt x="1083" y="305"/>
                    </a:lnTo>
                    <a:lnTo>
                      <a:pt x="1083" y="302"/>
                    </a:lnTo>
                    <a:lnTo>
                      <a:pt x="1084" y="298"/>
                    </a:lnTo>
                    <a:lnTo>
                      <a:pt x="1086" y="295"/>
                    </a:lnTo>
                    <a:lnTo>
                      <a:pt x="1090" y="296"/>
                    </a:lnTo>
                    <a:lnTo>
                      <a:pt x="1093" y="297"/>
                    </a:lnTo>
                    <a:lnTo>
                      <a:pt x="1097" y="299"/>
                    </a:lnTo>
                    <a:lnTo>
                      <a:pt x="1099" y="300"/>
                    </a:lnTo>
                    <a:lnTo>
                      <a:pt x="1101" y="299"/>
                    </a:lnTo>
                    <a:lnTo>
                      <a:pt x="1103" y="299"/>
                    </a:lnTo>
                    <a:lnTo>
                      <a:pt x="1106" y="298"/>
                    </a:lnTo>
                    <a:lnTo>
                      <a:pt x="1108" y="298"/>
                    </a:lnTo>
                    <a:lnTo>
                      <a:pt x="1112" y="297"/>
                    </a:lnTo>
                    <a:lnTo>
                      <a:pt x="1115" y="295"/>
                    </a:lnTo>
                    <a:lnTo>
                      <a:pt x="1119" y="295"/>
                    </a:lnTo>
                    <a:lnTo>
                      <a:pt x="1121" y="298"/>
                    </a:lnTo>
                    <a:lnTo>
                      <a:pt x="1122" y="302"/>
                    </a:lnTo>
                    <a:lnTo>
                      <a:pt x="1122" y="305"/>
                    </a:lnTo>
                    <a:lnTo>
                      <a:pt x="1124" y="307"/>
                    </a:lnTo>
                    <a:lnTo>
                      <a:pt x="1127" y="309"/>
                    </a:lnTo>
                    <a:lnTo>
                      <a:pt x="1131" y="310"/>
                    </a:lnTo>
                    <a:lnTo>
                      <a:pt x="1132" y="313"/>
                    </a:lnTo>
                    <a:lnTo>
                      <a:pt x="1132" y="316"/>
                    </a:lnTo>
                    <a:lnTo>
                      <a:pt x="1131" y="319"/>
                    </a:lnTo>
                    <a:lnTo>
                      <a:pt x="1132" y="321"/>
                    </a:lnTo>
                    <a:lnTo>
                      <a:pt x="1135" y="323"/>
                    </a:lnTo>
                    <a:close/>
                  </a:path>
                </a:pathLst>
              </a:custGeom>
              <a:solidFill>
                <a:srgbClr val="CC79A7">
                  <a:alpha val="36000"/>
                </a:srgbClr>
              </a:solidFill>
              <a:ln>
                <a:noFill/>
              </a:ln>
            </p:spPr>
            <p:txBody>
              <a:bodyPr anchor="ctr"/>
              <a:lstStyle/>
              <a:p>
                <a:pPr algn="ctr">
                  <a:buNone/>
                </a:pPr>
              </a:p>
            </p:txBody>
          </p:sp>
          <p:sp>
            <p:nvSpPr>
              <p:cNvPr id="7198" name="addition:input:197">
                <a:extLst>
                  <a:ext uri="{FF2B5EF4-FFF2-40B4-BE49-F238E27FC236}">
                    <ns2:creationId id="{3DBC3571-8224-4CD5-8981-08C9E0199298}"/>
                  </a:ext>
                </a:extLst>
              </p:cNvPr>
              <p:cNvSpPr>
                <a:spLocks noGrp="1"/>
              </p:cNvSpPr>
              <p:nvPr/>
            </p:nvSpPr>
            <p:spPr>
              <a:xfrm>
                <a:off x="209550" y="5438775"/>
                <a:ext cx="1940540" cy="792922"/>
              </a:xfrm>
              <a:custGeom>
                <a:rect l="l" t="t" r="r" b="b"/>
                <a:pathLst>
                  <a:path w="1179" h="423">
                    <a:moveTo>
                      <a:pt x="0" y="0"/>
                    </a:moveTo>
                    <a:moveTo>
                      <a:pt x="1172" y="378"/>
                    </a:moveTo>
                    <a:lnTo>
                      <a:pt x="1172" y="381"/>
                    </a:lnTo>
                    <a:lnTo>
                      <a:pt x="1174" y="385"/>
                    </a:lnTo>
                    <a:lnTo>
                      <a:pt x="1177" y="389"/>
                    </a:lnTo>
                    <a:lnTo>
                      <a:pt x="1179" y="394"/>
                    </a:lnTo>
                    <a:lnTo>
                      <a:pt x="1178" y="397"/>
                    </a:lnTo>
                    <a:lnTo>
                      <a:pt x="1175" y="400"/>
                    </a:lnTo>
                    <a:lnTo>
                      <a:pt x="1171" y="402"/>
                    </a:lnTo>
                    <a:lnTo>
                      <a:pt x="1167" y="404"/>
                    </a:lnTo>
                    <a:lnTo>
                      <a:pt x="1164" y="405"/>
                    </a:lnTo>
                    <a:lnTo>
                      <a:pt x="1159" y="406"/>
                    </a:lnTo>
                    <a:lnTo>
                      <a:pt x="1155" y="406"/>
                    </a:lnTo>
                    <a:lnTo>
                      <a:pt x="1151" y="407"/>
                    </a:lnTo>
                    <a:lnTo>
                      <a:pt x="1149" y="410"/>
                    </a:lnTo>
                    <a:lnTo>
                      <a:pt x="1147" y="416"/>
                    </a:lnTo>
                    <a:lnTo>
                      <a:pt x="1143" y="421"/>
                    </a:lnTo>
                    <a:lnTo>
                      <a:pt x="1138" y="423"/>
                    </a:lnTo>
                    <a:lnTo>
                      <a:pt x="1133" y="421"/>
                    </a:lnTo>
                    <a:lnTo>
                      <a:pt x="1128" y="418"/>
                    </a:lnTo>
                    <a:lnTo>
                      <a:pt x="1123" y="416"/>
                    </a:lnTo>
                    <a:lnTo>
                      <a:pt x="1119" y="416"/>
                    </a:lnTo>
                    <a:lnTo>
                      <a:pt x="1114" y="416"/>
                    </a:lnTo>
                    <a:lnTo>
                      <a:pt x="1109" y="415"/>
                    </a:lnTo>
                    <a:lnTo>
                      <a:pt x="1106" y="412"/>
                    </a:lnTo>
                    <a:lnTo>
                      <a:pt x="1103" y="409"/>
                    </a:lnTo>
                    <a:lnTo>
                      <a:pt x="1100" y="406"/>
                    </a:lnTo>
                    <a:lnTo>
                      <a:pt x="1097" y="405"/>
                    </a:lnTo>
                    <a:lnTo>
                      <a:pt x="1093" y="403"/>
                    </a:lnTo>
                    <a:lnTo>
                      <a:pt x="1091" y="400"/>
                    </a:lnTo>
                    <a:lnTo>
                      <a:pt x="1089" y="397"/>
                    </a:lnTo>
                    <a:lnTo>
                      <a:pt x="1086" y="395"/>
                    </a:lnTo>
                    <a:lnTo>
                      <a:pt x="1081" y="393"/>
                    </a:lnTo>
                    <a:lnTo>
                      <a:pt x="1076" y="390"/>
                    </a:lnTo>
                    <a:lnTo>
                      <a:pt x="1074" y="386"/>
                    </a:lnTo>
                    <a:lnTo>
                      <a:pt x="1077" y="382"/>
                    </a:lnTo>
                    <a:lnTo>
                      <a:pt x="1084" y="378"/>
                    </a:lnTo>
                    <a:lnTo>
                      <a:pt x="1090" y="375"/>
                    </a:lnTo>
                    <a:lnTo>
                      <a:pt x="1092" y="372"/>
                    </a:lnTo>
                    <a:lnTo>
                      <a:pt x="1092" y="369"/>
                    </a:lnTo>
                    <a:lnTo>
                      <a:pt x="1091" y="365"/>
                    </a:lnTo>
                    <a:lnTo>
                      <a:pt x="1092" y="362"/>
                    </a:lnTo>
                    <a:lnTo>
                      <a:pt x="1095" y="358"/>
                    </a:lnTo>
                    <a:lnTo>
                      <a:pt x="1096" y="355"/>
                    </a:lnTo>
                    <a:lnTo>
                      <a:pt x="1097" y="351"/>
                    </a:lnTo>
                    <a:lnTo>
                      <a:pt x="1099" y="347"/>
                    </a:lnTo>
                    <a:lnTo>
                      <a:pt x="1103" y="345"/>
                    </a:lnTo>
                    <a:lnTo>
                      <a:pt x="1107" y="344"/>
                    </a:lnTo>
                    <a:lnTo>
                      <a:pt x="1112" y="344"/>
                    </a:lnTo>
                    <a:lnTo>
                      <a:pt x="1115" y="342"/>
                    </a:lnTo>
                    <a:lnTo>
                      <a:pt x="1118" y="339"/>
                    </a:lnTo>
                    <a:lnTo>
                      <a:pt x="1121" y="337"/>
                    </a:lnTo>
                    <a:lnTo>
                      <a:pt x="1125" y="337"/>
                    </a:lnTo>
                    <a:lnTo>
                      <a:pt x="1129" y="341"/>
                    </a:lnTo>
                    <a:lnTo>
                      <a:pt x="1132" y="345"/>
                    </a:lnTo>
                    <a:lnTo>
                      <a:pt x="1134" y="346"/>
                    </a:lnTo>
                    <a:lnTo>
                      <a:pt x="1138" y="344"/>
                    </a:lnTo>
                    <a:lnTo>
                      <a:pt x="1142" y="341"/>
                    </a:lnTo>
                    <a:lnTo>
                      <a:pt x="1147" y="340"/>
                    </a:lnTo>
                    <a:lnTo>
                      <a:pt x="1151" y="340"/>
                    </a:lnTo>
                    <a:lnTo>
                      <a:pt x="1154" y="342"/>
                    </a:lnTo>
                    <a:lnTo>
                      <a:pt x="1158" y="344"/>
                    </a:lnTo>
                    <a:lnTo>
                      <a:pt x="1161" y="347"/>
                    </a:lnTo>
                    <a:lnTo>
                      <a:pt x="1163" y="350"/>
                    </a:lnTo>
                    <a:lnTo>
                      <a:pt x="1162" y="355"/>
                    </a:lnTo>
                    <a:lnTo>
                      <a:pt x="1161" y="360"/>
                    </a:lnTo>
                    <a:lnTo>
                      <a:pt x="1162" y="363"/>
                    </a:lnTo>
                    <a:lnTo>
                      <a:pt x="1165" y="366"/>
                    </a:lnTo>
                    <a:lnTo>
                      <a:pt x="1170" y="368"/>
                    </a:lnTo>
                    <a:lnTo>
                      <a:pt x="1174" y="371"/>
                    </a:lnTo>
                    <a:lnTo>
                      <a:pt x="1174" y="374"/>
                    </a:lnTo>
                    <a:close/>
                  </a:path>
                </a:pathLst>
              </a:custGeom>
              <a:solidFill>
                <a:srgbClr val="CC79A7">
                  <a:alpha val="36000"/>
                </a:srgbClr>
              </a:solidFill>
              <a:ln>
                <a:noFill/>
              </a:ln>
            </p:spPr>
            <p:txBody>
              <a:bodyPr anchor="ctr"/>
              <a:lstStyle/>
              <a:p>
                <a:pPr algn="ctr">
                  <a:buNone/>
                </a:pPr>
              </a:p>
            </p:txBody>
          </p:sp>
          <p:sp>
            <p:nvSpPr>
              <p:cNvPr id="7199" name="addition:input:198">
                <a:extLst>
                  <a:ext uri="{FF2B5EF4-FFF2-40B4-BE49-F238E27FC236}">
                    <ns2:creationId id="{FF720BCD-BBBC-46F4-B0B6-87F7835A8CB2}"/>
                  </a:ext>
                </a:extLst>
              </p:cNvPr>
              <p:cNvSpPr>
                <a:spLocks noGrp="1"/>
              </p:cNvSpPr>
              <p:nvPr/>
            </p:nvSpPr>
            <p:spPr>
              <a:xfrm>
                <a:off x="209550" y="5438775"/>
                <a:ext cx="1828617" cy="822914"/>
              </a:xfrm>
              <a:custGeom>
                <a:rect l="l" t="t" r="r" b="b"/>
                <a:pathLst>
                  <a:path w="1111" h="439">
                    <a:moveTo>
                      <a:pt x="0" y="0"/>
                    </a:moveTo>
                    <a:moveTo>
                      <a:pt x="1101" y="401"/>
                    </a:moveTo>
                    <a:lnTo>
                      <a:pt x="1107" y="404"/>
                    </a:lnTo>
                    <a:lnTo>
                      <a:pt x="1111" y="408"/>
                    </a:lnTo>
                    <a:lnTo>
                      <a:pt x="1111" y="411"/>
                    </a:lnTo>
                    <a:lnTo>
                      <a:pt x="1108" y="414"/>
                    </a:lnTo>
                    <a:lnTo>
                      <a:pt x="1104" y="415"/>
                    </a:lnTo>
                    <a:lnTo>
                      <a:pt x="1102" y="418"/>
                    </a:lnTo>
                    <a:lnTo>
                      <a:pt x="1100" y="420"/>
                    </a:lnTo>
                    <a:lnTo>
                      <a:pt x="1098" y="422"/>
                    </a:lnTo>
                    <a:lnTo>
                      <a:pt x="1095" y="424"/>
                    </a:lnTo>
                    <a:lnTo>
                      <a:pt x="1092" y="425"/>
                    </a:lnTo>
                    <a:lnTo>
                      <a:pt x="1089" y="426"/>
                    </a:lnTo>
                    <a:lnTo>
                      <a:pt x="1087" y="429"/>
                    </a:lnTo>
                    <a:lnTo>
                      <a:pt x="1084" y="431"/>
                    </a:lnTo>
                    <a:lnTo>
                      <a:pt x="1081" y="432"/>
                    </a:lnTo>
                    <a:lnTo>
                      <a:pt x="1077" y="432"/>
                    </a:lnTo>
                    <a:lnTo>
                      <a:pt x="1073" y="432"/>
                    </a:lnTo>
                    <a:lnTo>
                      <a:pt x="1069" y="434"/>
                    </a:lnTo>
                    <a:lnTo>
                      <a:pt x="1065" y="437"/>
                    </a:lnTo>
                    <a:lnTo>
                      <a:pt x="1060" y="439"/>
                    </a:lnTo>
                    <a:lnTo>
                      <a:pt x="1055" y="439"/>
                    </a:lnTo>
                    <a:lnTo>
                      <a:pt x="1052" y="435"/>
                    </a:lnTo>
                    <a:lnTo>
                      <a:pt x="1049" y="430"/>
                    </a:lnTo>
                    <a:lnTo>
                      <a:pt x="1047" y="426"/>
                    </a:lnTo>
                    <a:lnTo>
                      <a:pt x="1045" y="425"/>
                    </a:lnTo>
                    <a:lnTo>
                      <a:pt x="1041" y="424"/>
                    </a:lnTo>
                    <a:lnTo>
                      <a:pt x="1037" y="423"/>
                    </a:lnTo>
                    <a:lnTo>
                      <a:pt x="1034" y="421"/>
                    </a:lnTo>
                    <a:lnTo>
                      <a:pt x="1031" y="420"/>
                    </a:lnTo>
                    <a:lnTo>
                      <a:pt x="1027" y="418"/>
                    </a:lnTo>
                    <a:lnTo>
                      <a:pt x="1023" y="417"/>
                    </a:lnTo>
                    <a:lnTo>
                      <a:pt x="1021" y="414"/>
                    </a:lnTo>
                    <a:lnTo>
                      <a:pt x="1022" y="410"/>
                    </a:lnTo>
                    <a:lnTo>
                      <a:pt x="1024" y="407"/>
                    </a:lnTo>
                    <a:lnTo>
                      <a:pt x="1026" y="404"/>
                    </a:lnTo>
                    <a:lnTo>
                      <a:pt x="1026" y="401"/>
                    </a:lnTo>
                    <a:lnTo>
                      <a:pt x="1024" y="398"/>
                    </a:lnTo>
                    <a:lnTo>
                      <a:pt x="1024" y="394"/>
                    </a:lnTo>
                    <a:lnTo>
                      <a:pt x="1028" y="392"/>
                    </a:lnTo>
                    <a:lnTo>
                      <a:pt x="1033" y="390"/>
                    </a:lnTo>
                    <a:lnTo>
                      <a:pt x="1037" y="388"/>
                    </a:lnTo>
                    <a:lnTo>
                      <a:pt x="1039" y="386"/>
                    </a:lnTo>
                    <a:lnTo>
                      <a:pt x="1038" y="382"/>
                    </a:lnTo>
                    <a:lnTo>
                      <a:pt x="1038" y="378"/>
                    </a:lnTo>
                    <a:lnTo>
                      <a:pt x="1040" y="375"/>
                    </a:lnTo>
                    <a:lnTo>
                      <a:pt x="1042" y="372"/>
                    </a:lnTo>
                    <a:lnTo>
                      <a:pt x="1045" y="370"/>
                    </a:lnTo>
                    <a:lnTo>
                      <a:pt x="1048" y="368"/>
                    </a:lnTo>
                    <a:lnTo>
                      <a:pt x="1051" y="366"/>
                    </a:lnTo>
                    <a:lnTo>
                      <a:pt x="1055" y="367"/>
                    </a:lnTo>
                    <a:lnTo>
                      <a:pt x="1060" y="370"/>
                    </a:lnTo>
                    <a:lnTo>
                      <a:pt x="1063" y="373"/>
                    </a:lnTo>
                    <a:lnTo>
                      <a:pt x="1066" y="373"/>
                    </a:lnTo>
                    <a:lnTo>
                      <a:pt x="1068" y="370"/>
                    </a:lnTo>
                    <a:lnTo>
                      <a:pt x="1071" y="368"/>
                    </a:lnTo>
                    <a:lnTo>
                      <a:pt x="1075" y="367"/>
                    </a:lnTo>
                    <a:lnTo>
                      <a:pt x="1077" y="368"/>
                    </a:lnTo>
                    <a:lnTo>
                      <a:pt x="1080" y="371"/>
                    </a:lnTo>
                    <a:lnTo>
                      <a:pt x="1082" y="372"/>
                    </a:lnTo>
                    <a:lnTo>
                      <a:pt x="1086" y="372"/>
                    </a:lnTo>
                    <a:lnTo>
                      <a:pt x="1090" y="373"/>
                    </a:lnTo>
                    <a:lnTo>
                      <a:pt x="1093" y="374"/>
                    </a:lnTo>
                    <a:lnTo>
                      <a:pt x="1095" y="377"/>
                    </a:lnTo>
                    <a:lnTo>
                      <a:pt x="1096" y="380"/>
                    </a:lnTo>
                    <a:lnTo>
                      <a:pt x="1097" y="383"/>
                    </a:lnTo>
                    <a:lnTo>
                      <a:pt x="1099" y="386"/>
                    </a:lnTo>
                    <a:lnTo>
                      <a:pt x="1099" y="389"/>
                    </a:lnTo>
                    <a:lnTo>
                      <a:pt x="1098" y="393"/>
                    </a:lnTo>
                    <a:lnTo>
                      <a:pt x="1096" y="396"/>
                    </a:lnTo>
                    <a:lnTo>
                      <a:pt x="1097" y="398"/>
                    </a:lnTo>
                    <a:close/>
                  </a:path>
                </a:pathLst>
              </a:custGeom>
              <a:solidFill>
                <a:srgbClr val="CC79A7">
                  <a:alpha val="36000"/>
                </a:srgbClr>
              </a:solidFill>
              <a:ln>
                <a:noFill/>
              </a:ln>
            </p:spPr>
            <p:txBody>
              <a:bodyPr anchor="ctr"/>
              <a:lstStyle/>
              <a:p>
                <a:pPr algn="ctr">
                  <a:buNone/>
                </a:pPr>
              </a:p>
            </p:txBody>
          </p:sp>
          <p:sp>
            <p:nvSpPr>
              <p:cNvPr id="7200" name="addition:input:199">
                <a:extLst>
                  <a:ext uri="{FF2B5EF4-FFF2-40B4-BE49-F238E27FC236}">
                    <ns2:creationId id="{0FA2A077-705C-4247-97B9-63F841A2F0F1}"/>
                  </a:ext>
                </a:extLst>
              </p:cNvPr>
              <p:cNvSpPr>
                <a:spLocks noGrp="1"/>
              </p:cNvSpPr>
              <p:nvPr/>
            </p:nvSpPr>
            <p:spPr>
              <a:xfrm>
                <a:off x="209550" y="5438775"/>
                <a:ext cx="1772656" cy="701070"/>
              </a:xfrm>
              <a:custGeom>
                <a:rect l="l" t="t" r="r" b="b"/>
                <a:pathLst>
                  <a:path w="1077" h="374">
                    <a:moveTo>
                      <a:pt x="0" y="0"/>
                    </a:moveTo>
                    <a:moveTo>
                      <a:pt x="1074" y="341"/>
                    </a:moveTo>
                    <a:lnTo>
                      <a:pt x="1072" y="344"/>
                    </a:lnTo>
                    <a:lnTo>
                      <a:pt x="1071" y="346"/>
                    </a:lnTo>
                    <a:lnTo>
                      <a:pt x="1072" y="348"/>
                    </a:lnTo>
                    <a:lnTo>
                      <a:pt x="1075" y="352"/>
                    </a:lnTo>
                    <a:lnTo>
                      <a:pt x="1077" y="356"/>
                    </a:lnTo>
                    <a:lnTo>
                      <a:pt x="1077" y="359"/>
                    </a:lnTo>
                    <a:lnTo>
                      <a:pt x="1075" y="361"/>
                    </a:lnTo>
                    <a:lnTo>
                      <a:pt x="1071" y="362"/>
                    </a:lnTo>
                    <a:lnTo>
                      <a:pt x="1068" y="362"/>
                    </a:lnTo>
                    <a:lnTo>
                      <a:pt x="1066" y="363"/>
                    </a:lnTo>
                    <a:lnTo>
                      <a:pt x="1064" y="364"/>
                    </a:lnTo>
                    <a:lnTo>
                      <a:pt x="1061" y="365"/>
                    </a:lnTo>
                    <a:lnTo>
                      <a:pt x="1059" y="365"/>
                    </a:lnTo>
                    <a:lnTo>
                      <a:pt x="1057" y="367"/>
                    </a:lnTo>
                    <a:lnTo>
                      <a:pt x="1055" y="369"/>
                    </a:lnTo>
                    <a:lnTo>
                      <a:pt x="1053" y="372"/>
                    </a:lnTo>
                    <a:lnTo>
                      <a:pt x="1050" y="374"/>
                    </a:lnTo>
                    <a:lnTo>
                      <a:pt x="1047" y="373"/>
                    </a:lnTo>
                    <a:lnTo>
                      <a:pt x="1044" y="371"/>
                    </a:lnTo>
                    <a:lnTo>
                      <a:pt x="1041" y="369"/>
                    </a:lnTo>
                    <a:lnTo>
                      <a:pt x="1037" y="370"/>
                    </a:lnTo>
                    <a:lnTo>
                      <a:pt x="1034" y="371"/>
                    </a:lnTo>
                    <a:lnTo>
                      <a:pt x="1030" y="370"/>
                    </a:lnTo>
                    <a:lnTo>
                      <a:pt x="1028" y="368"/>
                    </a:lnTo>
                    <a:lnTo>
                      <a:pt x="1027" y="364"/>
                    </a:lnTo>
                    <a:lnTo>
                      <a:pt x="1026" y="360"/>
                    </a:lnTo>
                    <a:lnTo>
                      <a:pt x="1024" y="358"/>
                    </a:lnTo>
                    <a:lnTo>
                      <a:pt x="1022" y="357"/>
                    </a:lnTo>
                    <a:lnTo>
                      <a:pt x="1019" y="355"/>
                    </a:lnTo>
                    <a:lnTo>
                      <a:pt x="1017" y="353"/>
                    </a:lnTo>
                    <a:lnTo>
                      <a:pt x="1015" y="351"/>
                    </a:lnTo>
                    <a:lnTo>
                      <a:pt x="1012" y="349"/>
                    </a:lnTo>
                    <a:lnTo>
                      <a:pt x="1009" y="347"/>
                    </a:lnTo>
                    <a:lnTo>
                      <a:pt x="1007" y="344"/>
                    </a:lnTo>
                    <a:lnTo>
                      <a:pt x="1008" y="341"/>
                    </a:lnTo>
                    <a:lnTo>
                      <a:pt x="1012" y="338"/>
                    </a:lnTo>
                    <a:lnTo>
                      <a:pt x="1016" y="336"/>
                    </a:lnTo>
                    <a:lnTo>
                      <a:pt x="1018" y="334"/>
                    </a:lnTo>
                    <a:lnTo>
                      <a:pt x="1018" y="331"/>
                    </a:lnTo>
                    <a:lnTo>
                      <a:pt x="1017" y="328"/>
                    </a:lnTo>
                    <a:lnTo>
                      <a:pt x="1019" y="326"/>
                    </a:lnTo>
                    <a:lnTo>
                      <a:pt x="1021" y="324"/>
                    </a:lnTo>
                    <a:lnTo>
                      <a:pt x="1025" y="323"/>
                    </a:lnTo>
                    <a:lnTo>
                      <a:pt x="1027" y="321"/>
                    </a:lnTo>
                    <a:lnTo>
                      <a:pt x="1028" y="318"/>
                    </a:lnTo>
                    <a:lnTo>
                      <a:pt x="1030" y="315"/>
                    </a:lnTo>
                    <a:lnTo>
                      <a:pt x="1032" y="313"/>
                    </a:lnTo>
                    <a:lnTo>
                      <a:pt x="1035" y="312"/>
                    </a:lnTo>
                    <a:lnTo>
                      <a:pt x="1038" y="311"/>
                    </a:lnTo>
                    <a:lnTo>
                      <a:pt x="1041" y="310"/>
                    </a:lnTo>
                    <a:lnTo>
                      <a:pt x="1044" y="309"/>
                    </a:lnTo>
                    <a:lnTo>
                      <a:pt x="1047" y="309"/>
                    </a:lnTo>
                    <a:lnTo>
                      <a:pt x="1050" y="312"/>
                    </a:lnTo>
                    <a:lnTo>
                      <a:pt x="1051" y="316"/>
                    </a:lnTo>
                    <a:lnTo>
                      <a:pt x="1053" y="318"/>
                    </a:lnTo>
                    <a:lnTo>
                      <a:pt x="1055" y="317"/>
                    </a:lnTo>
                    <a:lnTo>
                      <a:pt x="1059" y="315"/>
                    </a:lnTo>
                    <a:lnTo>
                      <a:pt x="1062" y="313"/>
                    </a:lnTo>
                    <a:lnTo>
                      <a:pt x="1065" y="314"/>
                    </a:lnTo>
                    <a:lnTo>
                      <a:pt x="1067" y="316"/>
                    </a:lnTo>
                    <a:lnTo>
                      <a:pt x="1068" y="319"/>
                    </a:lnTo>
                    <a:lnTo>
                      <a:pt x="1069" y="321"/>
                    </a:lnTo>
                    <a:lnTo>
                      <a:pt x="1071" y="323"/>
                    </a:lnTo>
                    <a:lnTo>
                      <a:pt x="1072" y="325"/>
                    </a:lnTo>
                    <a:lnTo>
                      <a:pt x="1072" y="328"/>
                    </a:lnTo>
                    <a:lnTo>
                      <a:pt x="1072" y="331"/>
                    </a:lnTo>
                    <a:lnTo>
                      <a:pt x="1072" y="334"/>
                    </a:lnTo>
                    <a:lnTo>
                      <a:pt x="1073" y="336"/>
                    </a:lnTo>
                    <a:lnTo>
                      <a:pt x="1075" y="338"/>
                    </a:lnTo>
                    <a:close/>
                  </a:path>
                </a:pathLst>
              </a:custGeom>
              <a:solidFill>
                <a:srgbClr val="CC79A7">
                  <a:alpha val="32000"/>
                </a:srgbClr>
              </a:solidFill>
              <a:ln>
                <a:noFill/>
              </a:ln>
            </p:spPr>
            <p:txBody>
              <a:bodyPr anchor="ctr"/>
              <a:lstStyle/>
              <a:p>
                <a:pPr algn="ctr">
                  <a:buNone/>
                </a:pPr>
              </a:p>
            </p:txBody>
          </p:sp>
          <p:sp>
            <p:nvSpPr>
              <p:cNvPr id="7201" name="addition:input:200">
                <a:extLst>
                  <a:ext uri="{FF2B5EF4-FFF2-40B4-BE49-F238E27FC236}">
                    <ns2:creationId id="{B521804C-2EC6-4C62-979F-220EDC1893AD}"/>
                  </a:ext>
                </a:extLst>
              </p:cNvPr>
              <p:cNvSpPr>
                <a:spLocks noGrp="1"/>
              </p:cNvSpPr>
              <p:nvPr/>
            </p:nvSpPr>
            <p:spPr>
              <a:xfrm>
                <a:off x="209550" y="5438775"/>
                <a:ext cx="1894454" cy="776051"/>
              </a:xfrm>
              <a:custGeom>
                <a:rect l="l" t="t" r="r" b="b"/>
                <a:pathLst>
                  <a:path w="1151" h="414">
                    <a:moveTo>
                      <a:pt x="0" y="0"/>
                    </a:moveTo>
                    <a:moveTo>
                      <a:pt x="1145" y="385"/>
                    </a:moveTo>
                    <a:lnTo>
                      <a:pt x="1146" y="387"/>
                    </a:lnTo>
                    <a:lnTo>
                      <a:pt x="1148" y="390"/>
                    </a:lnTo>
                    <a:lnTo>
                      <a:pt x="1150" y="393"/>
                    </a:lnTo>
                    <a:lnTo>
                      <a:pt x="1151" y="396"/>
                    </a:lnTo>
                    <a:lnTo>
                      <a:pt x="1150" y="398"/>
                    </a:lnTo>
                    <a:lnTo>
                      <a:pt x="1148" y="400"/>
                    </a:lnTo>
                    <a:lnTo>
                      <a:pt x="1145" y="401"/>
                    </a:lnTo>
                    <a:lnTo>
                      <a:pt x="1143" y="403"/>
                    </a:lnTo>
                    <a:lnTo>
                      <a:pt x="1140" y="403"/>
                    </a:lnTo>
                    <a:lnTo>
                      <a:pt x="1137" y="403"/>
                    </a:lnTo>
                    <a:lnTo>
                      <a:pt x="1134" y="403"/>
                    </a:lnTo>
                    <a:lnTo>
                      <a:pt x="1132" y="404"/>
                    </a:lnTo>
                    <a:lnTo>
                      <a:pt x="1130" y="408"/>
                    </a:lnTo>
                    <a:lnTo>
                      <a:pt x="1129" y="411"/>
                    </a:lnTo>
                    <a:lnTo>
                      <a:pt x="1126" y="414"/>
                    </a:lnTo>
                    <a:lnTo>
                      <a:pt x="1123" y="414"/>
                    </a:lnTo>
                    <a:lnTo>
                      <a:pt x="1119" y="413"/>
                    </a:lnTo>
                    <a:lnTo>
                      <a:pt x="1116" y="411"/>
                    </a:lnTo>
                    <a:lnTo>
                      <a:pt x="1113" y="411"/>
                    </a:lnTo>
                    <a:lnTo>
                      <a:pt x="1109" y="411"/>
                    </a:lnTo>
                    <a:lnTo>
                      <a:pt x="1106" y="411"/>
                    </a:lnTo>
                    <a:lnTo>
                      <a:pt x="1103" y="410"/>
                    </a:lnTo>
                    <a:lnTo>
                      <a:pt x="1101" y="407"/>
                    </a:lnTo>
                    <a:lnTo>
                      <a:pt x="1099" y="406"/>
                    </a:lnTo>
                    <a:lnTo>
                      <a:pt x="1096" y="404"/>
                    </a:lnTo>
                    <a:lnTo>
                      <a:pt x="1094" y="403"/>
                    </a:lnTo>
                    <a:lnTo>
                      <a:pt x="1092" y="401"/>
                    </a:lnTo>
                    <a:lnTo>
                      <a:pt x="1091" y="399"/>
                    </a:lnTo>
                    <a:lnTo>
                      <a:pt x="1090" y="398"/>
                    </a:lnTo>
                    <a:lnTo>
                      <a:pt x="1087" y="397"/>
                    </a:lnTo>
                    <a:lnTo>
                      <a:pt x="1082" y="395"/>
                    </a:lnTo>
                    <a:lnTo>
                      <a:pt x="1079" y="393"/>
                    </a:lnTo>
                    <a:lnTo>
                      <a:pt x="1079" y="391"/>
                    </a:lnTo>
                    <a:lnTo>
                      <a:pt x="1082" y="388"/>
                    </a:lnTo>
                    <a:lnTo>
                      <a:pt x="1086" y="385"/>
                    </a:lnTo>
                    <a:lnTo>
                      <a:pt x="1089" y="383"/>
                    </a:lnTo>
                    <a:lnTo>
                      <a:pt x="1090" y="381"/>
                    </a:lnTo>
                    <a:lnTo>
                      <a:pt x="1090" y="379"/>
                    </a:lnTo>
                    <a:lnTo>
                      <a:pt x="1090" y="376"/>
                    </a:lnTo>
                    <a:lnTo>
                      <a:pt x="1092" y="374"/>
                    </a:lnTo>
                    <a:lnTo>
                      <a:pt x="1093" y="372"/>
                    </a:lnTo>
                    <a:lnTo>
                      <a:pt x="1094" y="370"/>
                    </a:lnTo>
                    <a:lnTo>
                      <a:pt x="1094" y="367"/>
                    </a:lnTo>
                    <a:lnTo>
                      <a:pt x="1096" y="365"/>
                    </a:lnTo>
                    <a:lnTo>
                      <a:pt x="1099" y="364"/>
                    </a:lnTo>
                    <a:lnTo>
                      <a:pt x="1102" y="363"/>
                    </a:lnTo>
                    <a:lnTo>
                      <a:pt x="1104" y="362"/>
                    </a:lnTo>
                    <a:lnTo>
                      <a:pt x="1106" y="360"/>
                    </a:lnTo>
                    <a:lnTo>
                      <a:pt x="1108" y="358"/>
                    </a:lnTo>
                    <a:lnTo>
                      <a:pt x="1111" y="357"/>
                    </a:lnTo>
                    <a:lnTo>
                      <a:pt x="1114" y="359"/>
                    </a:lnTo>
                    <a:lnTo>
                      <a:pt x="1116" y="362"/>
                    </a:lnTo>
                    <a:lnTo>
                      <a:pt x="1118" y="364"/>
                    </a:lnTo>
                    <a:lnTo>
                      <a:pt x="1120" y="364"/>
                    </a:lnTo>
                    <a:lnTo>
                      <a:pt x="1123" y="362"/>
                    </a:lnTo>
                    <a:lnTo>
                      <a:pt x="1126" y="360"/>
                    </a:lnTo>
                    <a:lnTo>
                      <a:pt x="1129" y="360"/>
                    </a:lnTo>
                    <a:lnTo>
                      <a:pt x="1131" y="360"/>
                    </a:lnTo>
                    <a:lnTo>
                      <a:pt x="1134" y="361"/>
                    </a:lnTo>
                    <a:lnTo>
                      <a:pt x="1136" y="362"/>
                    </a:lnTo>
                    <a:lnTo>
                      <a:pt x="1139" y="364"/>
                    </a:lnTo>
                    <a:lnTo>
                      <a:pt x="1139" y="367"/>
                    </a:lnTo>
                    <a:lnTo>
                      <a:pt x="1139" y="370"/>
                    </a:lnTo>
                    <a:lnTo>
                      <a:pt x="1138" y="373"/>
                    </a:lnTo>
                    <a:lnTo>
                      <a:pt x="1140" y="375"/>
                    </a:lnTo>
                    <a:lnTo>
                      <a:pt x="1143" y="376"/>
                    </a:lnTo>
                    <a:lnTo>
                      <a:pt x="1146" y="378"/>
                    </a:lnTo>
                    <a:lnTo>
                      <a:pt x="1147" y="380"/>
                    </a:lnTo>
                    <a:lnTo>
                      <a:pt x="1146" y="383"/>
                    </a:lnTo>
                    <a:close/>
                  </a:path>
                </a:pathLst>
              </a:custGeom>
              <a:solidFill>
                <a:srgbClr val="CC79A7">
                  <a:alpha val="32000"/>
                </a:srgbClr>
              </a:solidFill>
              <a:ln>
                <a:noFill/>
              </a:ln>
            </p:spPr>
            <p:txBody>
              <a:bodyPr anchor="ctr"/>
              <a:lstStyle/>
              <a:p>
                <a:pPr algn="ctr">
                  <a:buNone/>
                </a:pPr>
              </a:p>
            </p:txBody>
          </p:sp>
          <p:sp>
            <p:nvSpPr>
              <p:cNvPr id="7202" name="addition:input:201">
                <a:extLst>
                  <a:ext uri="{FF2B5EF4-FFF2-40B4-BE49-F238E27FC236}">
                    <ns2:creationId id="{0B9EB9D3-1C36-4193-82F1-ED02AC22F0D7}"/>
                  </a:ext>
                </a:extLst>
              </p:cNvPr>
              <p:cNvSpPr>
                <a:spLocks noGrp="1"/>
              </p:cNvSpPr>
              <p:nvPr/>
            </p:nvSpPr>
            <p:spPr>
              <a:xfrm>
                <a:off x="209550" y="5438775"/>
                <a:ext cx="1978396" cy="734812"/>
              </a:xfrm>
              <a:custGeom>
                <a:rect l="l" t="t" r="r" b="b"/>
                <a:pathLst>
                  <a:path w="1202" h="392">
                    <a:moveTo>
                      <a:pt x="0" y="0"/>
                    </a:moveTo>
                    <a:moveTo>
                      <a:pt x="1200" y="367"/>
                    </a:moveTo>
                    <a:lnTo>
                      <a:pt x="1200" y="369"/>
                    </a:lnTo>
                    <a:lnTo>
                      <a:pt x="1201" y="371"/>
                    </a:lnTo>
                    <a:lnTo>
                      <a:pt x="1202" y="374"/>
                    </a:lnTo>
                    <a:lnTo>
                      <a:pt x="1201" y="376"/>
                    </a:lnTo>
                    <a:lnTo>
                      <a:pt x="1200" y="377"/>
                    </a:lnTo>
                    <a:lnTo>
                      <a:pt x="1200" y="379"/>
                    </a:lnTo>
                    <a:lnTo>
                      <a:pt x="1200" y="382"/>
                    </a:lnTo>
                    <a:lnTo>
                      <a:pt x="1200" y="384"/>
                    </a:lnTo>
                    <a:lnTo>
                      <a:pt x="1198" y="386"/>
                    </a:lnTo>
                    <a:lnTo>
                      <a:pt x="1195" y="385"/>
                    </a:lnTo>
                    <a:lnTo>
                      <a:pt x="1192" y="384"/>
                    </a:lnTo>
                    <a:lnTo>
                      <a:pt x="1189" y="383"/>
                    </a:lnTo>
                    <a:lnTo>
                      <a:pt x="1188" y="385"/>
                    </a:lnTo>
                    <a:lnTo>
                      <a:pt x="1187" y="387"/>
                    </a:lnTo>
                    <a:lnTo>
                      <a:pt x="1186" y="390"/>
                    </a:lnTo>
                    <a:lnTo>
                      <a:pt x="1183" y="391"/>
                    </a:lnTo>
                    <a:lnTo>
                      <a:pt x="1181" y="392"/>
                    </a:lnTo>
                    <a:lnTo>
                      <a:pt x="1178" y="392"/>
                    </a:lnTo>
                    <a:lnTo>
                      <a:pt x="1176" y="392"/>
                    </a:lnTo>
                    <a:lnTo>
                      <a:pt x="1173" y="392"/>
                    </a:lnTo>
                    <a:lnTo>
                      <a:pt x="1171" y="390"/>
                    </a:lnTo>
                    <a:lnTo>
                      <a:pt x="1169" y="388"/>
                    </a:lnTo>
                    <a:lnTo>
                      <a:pt x="1167" y="386"/>
                    </a:lnTo>
                    <a:lnTo>
                      <a:pt x="1165" y="385"/>
                    </a:lnTo>
                    <a:lnTo>
                      <a:pt x="1163" y="385"/>
                    </a:lnTo>
                    <a:lnTo>
                      <a:pt x="1160" y="384"/>
                    </a:lnTo>
                    <a:lnTo>
                      <a:pt x="1158" y="382"/>
                    </a:lnTo>
                    <a:lnTo>
                      <a:pt x="1158" y="380"/>
                    </a:lnTo>
                    <a:lnTo>
                      <a:pt x="1158" y="378"/>
                    </a:lnTo>
                    <a:lnTo>
                      <a:pt x="1157" y="376"/>
                    </a:lnTo>
                    <a:lnTo>
                      <a:pt x="1154" y="375"/>
                    </a:lnTo>
                    <a:lnTo>
                      <a:pt x="1151" y="374"/>
                    </a:lnTo>
                    <a:lnTo>
                      <a:pt x="1149" y="372"/>
                    </a:lnTo>
                    <a:lnTo>
                      <a:pt x="1149" y="370"/>
                    </a:lnTo>
                    <a:lnTo>
                      <a:pt x="1150" y="367"/>
                    </a:lnTo>
                    <a:lnTo>
                      <a:pt x="1152" y="365"/>
                    </a:lnTo>
                    <a:lnTo>
                      <a:pt x="1153" y="363"/>
                    </a:lnTo>
                    <a:lnTo>
                      <a:pt x="1155" y="361"/>
                    </a:lnTo>
                    <a:lnTo>
                      <a:pt x="1158" y="360"/>
                    </a:lnTo>
                    <a:lnTo>
                      <a:pt x="1160" y="359"/>
                    </a:lnTo>
                    <a:lnTo>
                      <a:pt x="1161" y="357"/>
                    </a:lnTo>
                    <a:lnTo>
                      <a:pt x="1161" y="355"/>
                    </a:lnTo>
                    <a:lnTo>
                      <a:pt x="1160" y="352"/>
                    </a:lnTo>
                    <a:lnTo>
                      <a:pt x="1161" y="349"/>
                    </a:lnTo>
                    <a:lnTo>
                      <a:pt x="1163" y="348"/>
                    </a:lnTo>
                    <a:lnTo>
                      <a:pt x="1166" y="348"/>
                    </a:lnTo>
                    <a:lnTo>
                      <a:pt x="1169" y="347"/>
                    </a:lnTo>
                    <a:lnTo>
                      <a:pt x="1171" y="346"/>
                    </a:lnTo>
                    <a:lnTo>
                      <a:pt x="1172" y="344"/>
                    </a:lnTo>
                    <a:lnTo>
                      <a:pt x="1174" y="343"/>
                    </a:lnTo>
                    <a:lnTo>
                      <a:pt x="1177" y="343"/>
                    </a:lnTo>
                    <a:lnTo>
                      <a:pt x="1179" y="345"/>
                    </a:lnTo>
                    <a:lnTo>
                      <a:pt x="1181" y="346"/>
                    </a:lnTo>
                    <a:lnTo>
                      <a:pt x="1182" y="346"/>
                    </a:lnTo>
                    <a:lnTo>
                      <a:pt x="1184" y="347"/>
                    </a:lnTo>
                    <a:lnTo>
                      <a:pt x="1186" y="347"/>
                    </a:lnTo>
                    <a:lnTo>
                      <a:pt x="1187" y="348"/>
                    </a:lnTo>
                    <a:lnTo>
                      <a:pt x="1189" y="349"/>
                    </a:lnTo>
                    <a:lnTo>
                      <a:pt x="1191" y="348"/>
                    </a:lnTo>
                    <a:lnTo>
                      <a:pt x="1194" y="347"/>
                    </a:lnTo>
                    <a:lnTo>
                      <a:pt x="1197" y="348"/>
                    </a:lnTo>
                    <a:lnTo>
                      <a:pt x="1198" y="350"/>
                    </a:lnTo>
                    <a:lnTo>
                      <a:pt x="1198" y="353"/>
                    </a:lnTo>
                    <a:lnTo>
                      <a:pt x="1196" y="356"/>
                    </a:lnTo>
                    <a:lnTo>
                      <a:pt x="1196" y="358"/>
                    </a:lnTo>
                    <a:lnTo>
                      <a:pt x="1197" y="360"/>
                    </a:lnTo>
                    <a:lnTo>
                      <a:pt x="1198" y="361"/>
                    </a:lnTo>
                    <a:lnTo>
                      <a:pt x="1200" y="363"/>
                    </a:lnTo>
                    <a:lnTo>
                      <a:pt x="1200" y="365"/>
                    </a:lnTo>
                    <a:close/>
                  </a:path>
                </a:pathLst>
              </a:custGeom>
              <a:solidFill>
                <a:srgbClr val="DA9FC0">
                  <a:alpha val="24000"/>
                </a:srgbClr>
              </a:solidFill>
              <a:ln>
                <a:noFill/>
              </a:ln>
            </p:spPr>
            <p:txBody>
              <a:bodyPr anchor="ctr"/>
              <a:lstStyle/>
              <a:p>
                <a:pPr algn="ctr">
                  <a:buNone/>
                </a:pPr>
              </a:p>
            </p:txBody>
          </p:sp>
          <p:sp>
            <p:nvSpPr>
              <p:cNvPr id="7203" name="addition:input:202">
                <a:extLst>
                  <a:ext uri="{FF2B5EF4-FFF2-40B4-BE49-F238E27FC236}">
                    <ns2:creationId id="{B88FC245-6B9A-49FD-8258-BD04A4890035}"/>
                  </a:ext>
                </a:extLst>
              </p:cNvPr>
              <p:cNvSpPr>
                <a:spLocks noGrp="1"/>
              </p:cNvSpPr>
              <p:nvPr/>
            </p:nvSpPr>
            <p:spPr>
              <a:xfrm>
                <a:off x="209550" y="5438775"/>
                <a:ext cx="1935602" cy="851032"/>
              </a:xfrm>
              <a:custGeom>
                <a:rect l="l" t="t" r="r" b="b"/>
                <a:pathLst>
                  <a:path w="1176" h="454">
                    <a:moveTo>
                      <a:pt x="0" y="0"/>
                    </a:moveTo>
                    <a:moveTo>
                      <a:pt x="1174" y="426"/>
                    </a:moveTo>
                    <a:lnTo>
                      <a:pt x="1175" y="428"/>
                    </a:lnTo>
                    <a:lnTo>
                      <a:pt x="1175" y="431"/>
                    </a:lnTo>
                    <a:lnTo>
                      <a:pt x="1176" y="434"/>
                    </a:lnTo>
                    <a:lnTo>
                      <a:pt x="1175" y="436"/>
                    </a:lnTo>
                    <a:lnTo>
                      <a:pt x="1173" y="438"/>
                    </a:lnTo>
                    <a:lnTo>
                      <a:pt x="1170" y="439"/>
                    </a:lnTo>
                    <a:lnTo>
                      <a:pt x="1166" y="439"/>
                    </a:lnTo>
                    <a:lnTo>
                      <a:pt x="1164" y="440"/>
                    </a:lnTo>
                    <a:lnTo>
                      <a:pt x="1163" y="442"/>
                    </a:lnTo>
                    <a:lnTo>
                      <a:pt x="1163" y="445"/>
                    </a:lnTo>
                    <a:lnTo>
                      <a:pt x="1162" y="448"/>
                    </a:lnTo>
                    <a:lnTo>
                      <a:pt x="1160" y="450"/>
                    </a:lnTo>
                    <a:lnTo>
                      <a:pt x="1157" y="450"/>
                    </a:lnTo>
                    <a:lnTo>
                      <a:pt x="1154" y="450"/>
                    </a:lnTo>
                    <a:lnTo>
                      <a:pt x="1151" y="451"/>
                    </a:lnTo>
                    <a:lnTo>
                      <a:pt x="1149" y="453"/>
                    </a:lnTo>
                    <a:lnTo>
                      <a:pt x="1146" y="454"/>
                    </a:lnTo>
                    <a:lnTo>
                      <a:pt x="1143" y="454"/>
                    </a:lnTo>
                    <a:lnTo>
                      <a:pt x="1140" y="453"/>
                    </a:lnTo>
                    <a:lnTo>
                      <a:pt x="1138" y="451"/>
                    </a:lnTo>
                    <a:lnTo>
                      <a:pt x="1135" y="451"/>
                    </a:lnTo>
                    <a:lnTo>
                      <a:pt x="1133" y="449"/>
                    </a:lnTo>
                    <a:lnTo>
                      <a:pt x="1131" y="447"/>
                    </a:lnTo>
                    <a:lnTo>
                      <a:pt x="1131" y="444"/>
                    </a:lnTo>
                    <a:lnTo>
                      <a:pt x="1130" y="443"/>
                    </a:lnTo>
                    <a:lnTo>
                      <a:pt x="1127" y="442"/>
                    </a:lnTo>
                    <a:lnTo>
                      <a:pt x="1123" y="443"/>
                    </a:lnTo>
                    <a:lnTo>
                      <a:pt x="1119" y="443"/>
                    </a:lnTo>
                    <a:lnTo>
                      <a:pt x="1117" y="442"/>
                    </a:lnTo>
                    <a:lnTo>
                      <a:pt x="1117" y="439"/>
                    </a:lnTo>
                    <a:lnTo>
                      <a:pt x="1119" y="436"/>
                    </a:lnTo>
                    <a:lnTo>
                      <a:pt x="1120" y="433"/>
                    </a:lnTo>
                    <a:lnTo>
                      <a:pt x="1120" y="430"/>
                    </a:lnTo>
                    <a:lnTo>
                      <a:pt x="1120" y="428"/>
                    </a:lnTo>
                    <a:lnTo>
                      <a:pt x="1121" y="426"/>
                    </a:lnTo>
                    <a:lnTo>
                      <a:pt x="1122" y="424"/>
                    </a:lnTo>
                    <a:lnTo>
                      <a:pt x="1123" y="422"/>
                    </a:lnTo>
                    <a:lnTo>
                      <a:pt x="1123" y="419"/>
                    </a:lnTo>
                    <a:lnTo>
                      <a:pt x="1123" y="417"/>
                    </a:lnTo>
                    <a:lnTo>
                      <a:pt x="1123" y="415"/>
                    </a:lnTo>
                    <a:lnTo>
                      <a:pt x="1125" y="413"/>
                    </a:lnTo>
                    <a:lnTo>
                      <a:pt x="1127" y="411"/>
                    </a:lnTo>
                    <a:lnTo>
                      <a:pt x="1128" y="410"/>
                    </a:lnTo>
                    <a:lnTo>
                      <a:pt x="1128" y="406"/>
                    </a:lnTo>
                    <a:lnTo>
                      <a:pt x="1128" y="403"/>
                    </a:lnTo>
                    <a:lnTo>
                      <a:pt x="1129" y="401"/>
                    </a:lnTo>
                    <a:lnTo>
                      <a:pt x="1132" y="400"/>
                    </a:lnTo>
                    <a:lnTo>
                      <a:pt x="1136" y="402"/>
                    </a:lnTo>
                    <a:lnTo>
                      <a:pt x="1138" y="404"/>
                    </a:lnTo>
                    <a:lnTo>
                      <a:pt x="1140" y="404"/>
                    </a:lnTo>
                    <a:lnTo>
                      <a:pt x="1142" y="403"/>
                    </a:lnTo>
                    <a:lnTo>
                      <a:pt x="1143" y="402"/>
                    </a:lnTo>
                    <a:lnTo>
                      <a:pt x="1145" y="402"/>
                    </a:lnTo>
                    <a:lnTo>
                      <a:pt x="1147" y="401"/>
                    </a:lnTo>
                    <a:lnTo>
                      <a:pt x="1150" y="400"/>
                    </a:lnTo>
                    <a:lnTo>
                      <a:pt x="1152" y="399"/>
                    </a:lnTo>
                    <a:lnTo>
                      <a:pt x="1155" y="399"/>
                    </a:lnTo>
                    <a:lnTo>
                      <a:pt x="1157" y="401"/>
                    </a:lnTo>
                    <a:lnTo>
                      <a:pt x="1158" y="404"/>
                    </a:lnTo>
                    <a:lnTo>
                      <a:pt x="1159" y="406"/>
                    </a:lnTo>
                    <a:lnTo>
                      <a:pt x="1161" y="408"/>
                    </a:lnTo>
                    <a:lnTo>
                      <a:pt x="1164" y="409"/>
                    </a:lnTo>
                    <a:lnTo>
                      <a:pt x="1166" y="410"/>
                    </a:lnTo>
                    <a:lnTo>
                      <a:pt x="1168" y="412"/>
                    </a:lnTo>
                    <a:lnTo>
                      <a:pt x="1167" y="415"/>
                    </a:lnTo>
                    <a:lnTo>
                      <a:pt x="1167" y="418"/>
                    </a:lnTo>
                    <a:lnTo>
                      <a:pt x="1167" y="420"/>
                    </a:lnTo>
                    <a:lnTo>
                      <a:pt x="1169" y="422"/>
                    </a:lnTo>
                    <a:lnTo>
                      <a:pt x="1172" y="424"/>
                    </a:lnTo>
                    <a:close/>
                  </a:path>
                </a:pathLst>
              </a:custGeom>
              <a:solidFill>
                <a:srgbClr val="DA9FC0">
                  <a:alpha val="24000"/>
                </a:srgbClr>
              </a:solidFill>
              <a:ln>
                <a:noFill/>
              </a:ln>
            </p:spPr>
            <p:txBody>
              <a:bodyPr anchor="ctr"/>
              <a:lstStyle/>
              <a:p>
                <a:pPr algn="ctr">
                  <a:buNone/>
                </a:pPr>
              </a:p>
            </p:txBody>
          </p:sp>
          <p:sp>
            <p:nvSpPr>
              <p:cNvPr id="7204" name="addition:input:203">
                <a:extLst>
                  <a:ext uri="{FF2B5EF4-FFF2-40B4-BE49-F238E27FC236}">
                    <ns2:creationId id="{A9DACF3E-71BE-411E-BE27-2227DF8B8D70}"/>
                  </a:ext>
                </a:extLst>
              </p:cNvPr>
              <p:cNvSpPr>
                <a:spLocks noGrp="1"/>
              </p:cNvSpPr>
              <p:nvPr/>
            </p:nvSpPr>
            <p:spPr>
              <a:xfrm>
                <a:off x="209550" y="5438775"/>
                <a:ext cx="1812158" cy="881024"/>
              </a:xfrm>
              <a:custGeom>
                <a:rect l="l" t="t" r="r" b="b"/>
                <a:pathLst>
                  <a:path w="1101" h="470">
                    <a:moveTo>
                      <a:pt x="0" y="0"/>
                    </a:moveTo>
                    <a:moveTo>
                      <a:pt x="1094" y="442"/>
                    </a:moveTo>
                    <a:lnTo>
                      <a:pt x="1094" y="444"/>
                    </a:lnTo>
                    <a:lnTo>
                      <a:pt x="1094" y="446"/>
                    </a:lnTo>
                    <a:lnTo>
                      <a:pt x="1093" y="448"/>
                    </a:lnTo>
                    <a:lnTo>
                      <a:pt x="1092" y="450"/>
                    </a:lnTo>
                    <a:lnTo>
                      <a:pt x="1091" y="453"/>
                    </a:lnTo>
                    <a:lnTo>
                      <a:pt x="1091" y="455"/>
                    </a:lnTo>
                    <a:lnTo>
                      <a:pt x="1090" y="458"/>
                    </a:lnTo>
                    <a:lnTo>
                      <a:pt x="1089" y="460"/>
                    </a:lnTo>
                    <a:lnTo>
                      <a:pt x="1087" y="461"/>
                    </a:lnTo>
                    <a:lnTo>
                      <a:pt x="1085" y="463"/>
                    </a:lnTo>
                    <a:lnTo>
                      <a:pt x="1084" y="465"/>
                    </a:lnTo>
                    <a:lnTo>
                      <a:pt x="1083" y="468"/>
                    </a:lnTo>
                    <a:lnTo>
                      <a:pt x="1081" y="470"/>
                    </a:lnTo>
                    <a:lnTo>
                      <a:pt x="1078" y="469"/>
                    </a:lnTo>
                    <a:lnTo>
                      <a:pt x="1075" y="466"/>
                    </a:lnTo>
                    <a:lnTo>
                      <a:pt x="1073" y="464"/>
                    </a:lnTo>
                    <a:lnTo>
                      <a:pt x="1071" y="464"/>
                    </a:lnTo>
                    <a:lnTo>
                      <a:pt x="1070" y="465"/>
                    </a:lnTo>
                    <a:lnTo>
                      <a:pt x="1068" y="467"/>
                    </a:lnTo>
                    <a:lnTo>
                      <a:pt x="1065" y="468"/>
                    </a:lnTo>
                    <a:lnTo>
                      <a:pt x="1063" y="468"/>
                    </a:lnTo>
                    <a:lnTo>
                      <a:pt x="1061" y="468"/>
                    </a:lnTo>
                    <a:lnTo>
                      <a:pt x="1058" y="468"/>
                    </a:lnTo>
                    <a:lnTo>
                      <a:pt x="1056" y="467"/>
                    </a:lnTo>
                    <a:lnTo>
                      <a:pt x="1054" y="464"/>
                    </a:lnTo>
                    <a:lnTo>
                      <a:pt x="1054" y="461"/>
                    </a:lnTo>
                    <a:lnTo>
                      <a:pt x="1053" y="458"/>
                    </a:lnTo>
                    <a:lnTo>
                      <a:pt x="1052" y="456"/>
                    </a:lnTo>
                    <a:lnTo>
                      <a:pt x="1050" y="455"/>
                    </a:lnTo>
                    <a:lnTo>
                      <a:pt x="1047" y="453"/>
                    </a:lnTo>
                    <a:lnTo>
                      <a:pt x="1046" y="451"/>
                    </a:lnTo>
                    <a:lnTo>
                      <a:pt x="1046" y="448"/>
                    </a:lnTo>
                    <a:lnTo>
                      <a:pt x="1047" y="446"/>
                    </a:lnTo>
                    <a:lnTo>
                      <a:pt x="1047" y="444"/>
                    </a:lnTo>
                    <a:lnTo>
                      <a:pt x="1045" y="442"/>
                    </a:lnTo>
                    <a:lnTo>
                      <a:pt x="1042" y="439"/>
                    </a:lnTo>
                    <a:lnTo>
                      <a:pt x="1040" y="436"/>
                    </a:lnTo>
                    <a:lnTo>
                      <a:pt x="1040" y="434"/>
                    </a:lnTo>
                    <a:lnTo>
                      <a:pt x="1041" y="431"/>
                    </a:lnTo>
                    <a:lnTo>
                      <a:pt x="1042" y="429"/>
                    </a:lnTo>
                    <a:lnTo>
                      <a:pt x="1044" y="427"/>
                    </a:lnTo>
                    <a:lnTo>
                      <a:pt x="1046" y="426"/>
                    </a:lnTo>
                    <a:lnTo>
                      <a:pt x="1049" y="425"/>
                    </a:lnTo>
                    <a:lnTo>
                      <a:pt x="1052" y="425"/>
                    </a:lnTo>
                    <a:lnTo>
                      <a:pt x="1055" y="424"/>
                    </a:lnTo>
                    <a:lnTo>
                      <a:pt x="1055" y="422"/>
                    </a:lnTo>
                    <a:lnTo>
                      <a:pt x="1056" y="418"/>
                    </a:lnTo>
                    <a:lnTo>
                      <a:pt x="1057" y="415"/>
                    </a:lnTo>
                    <a:lnTo>
                      <a:pt x="1060" y="413"/>
                    </a:lnTo>
                    <a:lnTo>
                      <a:pt x="1063" y="414"/>
                    </a:lnTo>
                    <a:lnTo>
                      <a:pt x="1066" y="415"/>
                    </a:lnTo>
                    <a:lnTo>
                      <a:pt x="1069" y="415"/>
                    </a:lnTo>
                    <a:lnTo>
                      <a:pt x="1072" y="414"/>
                    </a:lnTo>
                    <a:lnTo>
                      <a:pt x="1075" y="413"/>
                    </a:lnTo>
                    <a:lnTo>
                      <a:pt x="1078" y="414"/>
                    </a:lnTo>
                    <a:lnTo>
                      <a:pt x="1080" y="416"/>
                    </a:lnTo>
                    <a:lnTo>
                      <a:pt x="1082" y="418"/>
                    </a:lnTo>
                    <a:lnTo>
                      <a:pt x="1084" y="419"/>
                    </a:lnTo>
                    <a:lnTo>
                      <a:pt x="1086" y="420"/>
                    </a:lnTo>
                    <a:lnTo>
                      <a:pt x="1088" y="422"/>
                    </a:lnTo>
                    <a:lnTo>
                      <a:pt x="1089" y="424"/>
                    </a:lnTo>
                    <a:lnTo>
                      <a:pt x="1090" y="426"/>
                    </a:lnTo>
                    <a:lnTo>
                      <a:pt x="1092" y="427"/>
                    </a:lnTo>
                    <a:lnTo>
                      <a:pt x="1096" y="427"/>
                    </a:lnTo>
                    <a:lnTo>
                      <a:pt x="1100" y="428"/>
                    </a:lnTo>
                    <a:lnTo>
                      <a:pt x="1101" y="430"/>
                    </a:lnTo>
                    <a:lnTo>
                      <a:pt x="1100" y="434"/>
                    </a:lnTo>
                    <a:lnTo>
                      <a:pt x="1097" y="437"/>
                    </a:lnTo>
                    <a:lnTo>
                      <a:pt x="1095" y="439"/>
                    </a:lnTo>
                    <a:close/>
                  </a:path>
                </a:pathLst>
              </a:custGeom>
              <a:solidFill>
                <a:srgbClr val="DA9FC0">
                  <a:alpha val="24000"/>
                </a:srgbClr>
              </a:solidFill>
              <a:ln>
                <a:noFill/>
              </a:ln>
            </p:spPr>
            <p:txBody>
              <a:bodyPr anchor="ctr"/>
              <a:lstStyle/>
              <a:p>
                <a:pPr algn="ctr">
                  <a:buNone/>
                </a:pPr>
              </a:p>
            </p:txBody>
          </p:sp>
          <p:sp>
            <p:nvSpPr>
              <p:cNvPr id="7205" name="addition:input:204">
                <a:extLst>
                  <a:ext uri="{FF2B5EF4-FFF2-40B4-BE49-F238E27FC236}">
                    <ns2:creationId id="{A741A9AD-C84D-41BF-95D7-51C4FED57BE8}"/>
                  </a:ext>
                </a:extLst>
              </p:cNvPr>
              <p:cNvSpPr>
                <a:spLocks noGrp="1"/>
              </p:cNvSpPr>
              <p:nvPr/>
            </p:nvSpPr>
            <p:spPr>
              <a:xfrm>
                <a:off x="209550" y="5438775"/>
                <a:ext cx="1692006" cy="828538"/>
              </a:xfrm>
              <a:custGeom>
                <a:rect l="l" t="t" r="r" b="b"/>
                <a:pathLst>
                  <a:path w="1028" h="442">
                    <a:moveTo>
                      <a:pt x="0" y="0"/>
                    </a:moveTo>
                    <a:moveTo>
                      <a:pt x="1028" y="413"/>
                    </a:moveTo>
                    <a:lnTo>
                      <a:pt x="1028" y="416"/>
                    </a:lnTo>
                    <a:lnTo>
                      <a:pt x="1026" y="418"/>
                    </a:lnTo>
                    <a:lnTo>
                      <a:pt x="1025" y="420"/>
                    </a:lnTo>
                    <a:lnTo>
                      <a:pt x="1025" y="423"/>
                    </a:lnTo>
                    <a:lnTo>
                      <a:pt x="1024" y="425"/>
                    </a:lnTo>
                    <a:lnTo>
                      <a:pt x="1023" y="427"/>
                    </a:lnTo>
                    <a:lnTo>
                      <a:pt x="1020" y="428"/>
                    </a:lnTo>
                    <a:lnTo>
                      <a:pt x="1017" y="429"/>
                    </a:lnTo>
                    <a:lnTo>
                      <a:pt x="1015" y="429"/>
                    </a:lnTo>
                    <a:lnTo>
                      <a:pt x="1014" y="431"/>
                    </a:lnTo>
                    <a:lnTo>
                      <a:pt x="1013" y="435"/>
                    </a:lnTo>
                    <a:lnTo>
                      <a:pt x="1012" y="439"/>
                    </a:lnTo>
                    <a:lnTo>
                      <a:pt x="1011" y="441"/>
                    </a:lnTo>
                    <a:lnTo>
                      <a:pt x="1008" y="442"/>
                    </a:lnTo>
                    <a:lnTo>
                      <a:pt x="1005" y="442"/>
                    </a:lnTo>
                    <a:lnTo>
                      <a:pt x="1003" y="441"/>
                    </a:lnTo>
                    <a:lnTo>
                      <a:pt x="1000" y="441"/>
                    </a:lnTo>
                    <a:lnTo>
                      <a:pt x="998" y="440"/>
                    </a:lnTo>
                    <a:lnTo>
                      <a:pt x="996" y="438"/>
                    </a:lnTo>
                    <a:lnTo>
                      <a:pt x="995" y="436"/>
                    </a:lnTo>
                    <a:lnTo>
                      <a:pt x="993" y="436"/>
                    </a:lnTo>
                    <a:lnTo>
                      <a:pt x="991" y="437"/>
                    </a:lnTo>
                    <a:lnTo>
                      <a:pt x="988" y="437"/>
                    </a:lnTo>
                    <a:lnTo>
                      <a:pt x="986" y="437"/>
                    </a:lnTo>
                    <a:lnTo>
                      <a:pt x="985" y="434"/>
                    </a:lnTo>
                    <a:lnTo>
                      <a:pt x="985" y="432"/>
                    </a:lnTo>
                    <a:lnTo>
                      <a:pt x="984" y="430"/>
                    </a:lnTo>
                    <a:lnTo>
                      <a:pt x="982" y="429"/>
                    </a:lnTo>
                    <a:lnTo>
                      <a:pt x="979" y="429"/>
                    </a:lnTo>
                    <a:lnTo>
                      <a:pt x="978" y="427"/>
                    </a:lnTo>
                    <a:lnTo>
                      <a:pt x="978" y="424"/>
                    </a:lnTo>
                    <a:lnTo>
                      <a:pt x="979" y="420"/>
                    </a:lnTo>
                    <a:lnTo>
                      <a:pt x="981" y="418"/>
                    </a:lnTo>
                    <a:lnTo>
                      <a:pt x="981" y="415"/>
                    </a:lnTo>
                    <a:lnTo>
                      <a:pt x="982" y="413"/>
                    </a:lnTo>
                    <a:lnTo>
                      <a:pt x="982" y="411"/>
                    </a:lnTo>
                    <a:lnTo>
                      <a:pt x="983" y="409"/>
                    </a:lnTo>
                    <a:lnTo>
                      <a:pt x="982" y="407"/>
                    </a:lnTo>
                    <a:lnTo>
                      <a:pt x="981" y="404"/>
                    </a:lnTo>
                    <a:lnTo>
                      <a:pt x="979" y="400"/>
                    </a:lnTo>
                    <a:lnTo>
                      <a:pt x="979" y="397"/>
                    </a:lnTo>
                    <a:lnTo>
                      <a:pt x="980" y="395"/>
                    </a:lnTo>
                    <a:lnTo>
                      <a:pt x="983" y="395"/>
                    </a:lnTo>
                    <a:lnTo>
                      <a:pt x="986" y="394"/>
                    </a:lnTo>
                    <a:lnTo>
                      <a:pt x="987" y="393"/>
                    </a:lnTo>
                    <a:lnTo>
                      <a:pt x="988" y="391"/>
                    </a:lnTo>
                    <a:lnTo>
                      <a:pt x="989" y="389"/>
                    </a:lnTo>
                    <a:lnTo>
                      <a:pt x="991" y="388"/>
                    </a:lnTo>
                    <a:lnTo>
                      <a:pt x="993" y="389"/>
                    </a:lnTo>
                    <a:lnTo>
                      <a:pt x="995" y="389"/>
                    </a:lnTo>
                    <a:lnTo>
                      <a:pt x="996" y="389"/>
                    </a:lnTo>
                    <a:lnTo>
                      <a:pt x="998" y="388"/>
                    </a:lnTo>
                    <a:lnTo>
                      <a:pt x="1000" y="387"/>
                    </a:lnTo>
                    <a:lnTo>
                      <a:pt x="1002" y="387"/>
                    </a:lnTo>
                    <a:lnTo>
                      <a:pt x="1004" y="387"/>
                    </a:lnTo>
                    <a:lnTo>
                      <a:pt x="1007" y="386"/>
                    </a:lnTo>
                    <a:lnTo>
                      <a:pt x="1010" y="385"/>
                    </a:lnTo>
                    <a:lnTo>
                      <a:pt x="1012" y="385"/>
                    </a:lnTo>
                    <a:lnTo>
                      <a:pt x="1014" y="388"/>
                    </a:lnTo>
                    <a:lnTo>
                      <a:pt x="1015" y="392"/>
                    </a:lnTo>
                    <a:lnTo>
                      <a:pt x="1015" y="396"/>
                    </a:lnTo>
                    <a:lnTo>
                      <a:pt x="1015" y="399"/>
                    </a:lnTo>
                    <a:lnTo>
                      <a:pt x="1017" y="400"/>
                    </a:lnTo>
                    <a:lnTo>
                      <a:pt x="1020" y="400"/>
                    </a:lnTo>
                    <a:lnTo>
                      <a:pt x="1023" y="401"/>
                    </a:lnTo>
                    <a:lnTo>
                      <a:pt x="1024" y="404"/>
                    </a:lnTo>
                    <a:lnTo>
                      <a:pt x="1025" y="406"/>
                    </a:lnTo>
                    <a:lnTo>
                      <a:pt x="1026" y="408"/>
                    </a:lnTo>
                    <a:lnTo>
                      <a:pt x="1027" y="411"/>
                    </a:lnTo>
                    <a:close/>
                  </a:path>
                </a:pathLst>
              </a:custGeom>
              <a:solidFill>
                <a:srgbClr val="DA9FC0">
                  <a:alpha val="24000"/>
                </a:srgbClr>
              </a:solidFill>
              <a:ln>
                <a:noFill/>
              </a:ln>
            </p:spPr>
            <p:txBody>
              <a:bodyPr anchor="ctr"/>
              <a:lstStyle/>
              <a:p>
                <a:pPr algn="ctr">
                  <a:buNone/>
                </a:pPr>
              </a:p>
            </p:txBody>
          </p:sp>
          <p:sp>
            <p:nvSpPr>
              <p:cNvPr id="7206" name="addition:input:205">
                <a:extLst>
                  <a:ext uri="{FF2B5EF4-FFF2-40B4-BE49-F238E27FC236}">
                    <ns2:creationId id="{AAEF7D9A-51A2-4A73-B4EE-73788E977BC2}"/>
                  </a:ext>
                </a:extLst>
              </p:cNvPr>
              <p:cNvSpPr>
                <a:spLocks noGrp="1"/>
              </p:cNvSpPr>
              <p:nvPr/>
            </p:nvSpPr>
            <p:spPr>
              <a:xfrm>
                <a:off x="209550" y="5438775"/>
                <a:ext cx="1659087" cy="706694"/>
              </a:xfrm>
              <a:custGeom>
                <a:rect l="l" t="t" r="r" b="b"/>
                <a:pathLst>
                  <a:path w="1008" h="377">
                    <a:moveTo>
                      <a:pt x="0" y="0"/>
                    </a:moveTo>
                    <a:moveTo>
                      <a:pt x="1006" y="351"/>
                    </a:moveTo>
                    <a:lnTo>
                      <a:pt x="1006" y="353"/>
                    </a:lnTo>
                    <a:lnTo>
                      <a:pt x="1005" y="355"/>
                    </a:lnTo>
                    <a:lnTo>
                      <a:pt x="1004" y="357"/>
                    </a:lnTo>
                    <a:lnTo>
                      <a:pt x="1002" y="359"/>
                    </a:lnTo>
                    <a:lnTo>
                      <a:pt x="1001" y="361"/>
                    </a:lnTo>
                    <a:lnTo>
                      <a:pt x="1000" y="363"/>
                    </a:lnTo>
                    <a:lnTo>
                      <a:pt x="999" y="365"/>
                    </a:lnTo>
                    <a:lnTo>
                      <a:pt x="998" y="366"/>
                    </a:lnTo>
                    <a:lnTo>
                      <a:pt x="996" y="367"/>
                    </a:lnTo>
                    <a:lnTo>
                      <a:pt x="995" y="368"/>
                    </a:lnTo>
                    <a:lnTo>
                      <a:pt x="994" y="371"/>
                    </a:lnTo>
                    <a:lnTo>
                      <a:pt x="993" y="375"/>
                    </a:lnTo>
                    <a:lnTo>
                      <a:pt x="992" y="377"/>
                    </a:lnTo>
                    <a:lnTo>
                      <a:pt x="989" y="377"/>
                    </a:lnTo>
                    <a:lnTo>
                      <a:pt x="987" y="375"/>
                    </a:lnTo>
                    <a:lnTo>
                      <a:pt x="985" y="373"/>
                    </a:lnTo>
                    <a:lnTo>
                      <a:pt x="983" y="372"/>
                    </a:lnTo>
                    <a:lnTo>
                      <a:pt x="982" y="372"/>
                    </a:lnTo>
                    <a:lnTo>
                      <a:pt x="980" y="373"/>
                    </a:lnTo>
                    <a:lnTo>
                      <a:pt x="979" y="373"/>
                    </a:lnTo>
                    <a:lnTo>
                      <a:pt x="977" y="372"/>
                    </a:lnTo>
                    <a:lnTo>
                      <a:pt x="976" y="372"/>
                    </a:lnTo>
                    <a:lnTo>
                      <a:pt x="974" y="373"/>
                    </a:lnTo>
                    <a:lnTo>
                      <a:pt x="972" y="373"/>
                    </a:lnTo>
                    <a:lnTo>
                      <a:pt x="970" y="371"/>
                    </a:lnTo>
                    <a:lnTo>
                      <a:pt x="970" y="369"/>
                    </a:lnTo>
                    <a:lnTo>
                      <a:pt x="970" y="366"/>
                    </a:lnTo>
                    <a:lnTo>
                      <a:pt x="969" y="365"/>
                    </a:lnTo>
                    <a:lnTo>
                      <a:pt x="967" y="364"/>
                    </a:lnTo>
                    <a:lnTo>
                      <a:pt x="965" y="362"/>
                    </a:lnTo>
                    <a:lnTo>
                      <a:pt x="965" y="360"/>
                    </a:lnTo>
                    <a:lnTo>
                      <a:pt x="966" y="357"/>
                    </a:lnTo>
                    <a:lnTo>
                      <a:pt x="967" y="355"/>
                    </a:lnTo>
                    <a:lnTo>
                      <a:pt x="968" y="353"/>
                    </a:lnTo>
                    <a:lnTo>
                      <a:pt x="967" y="351"/>
                    </a:lnTo>
                    <a:lnTo>
                      <a:pt x="965" y="349"/>
                    </a:lnTo>
                    <a:lnTo>
                      <a:pt x="964" y="347"/>
                    </a:lnTo>
                    <a:lnTo>
                      <a:pt x="963" y="344"/>
                    </a:lnTo>
                    <a:lnTo>
                      <a:pt x="963" y="342"/>
                    </a:lnTo>
                    <a:lnTo>
                      <a:pt x="963" y="339"/>
                    </a:lnTo>
                    <a:lnTo>
                      <a:pt x="963" y="337"/>
                    </a:lnTo>
                    <a:lnTo>
                      <a:pt x="964" y="335"/>
                    </a:lnTo>
                    <a:lnTo>
                      <a:pt x="967" y="335"/>
                    </a:lnTo>
                    <a:lnTo>
                      <a:pt x="969" y="335"/>
                    </a:lnTo>
                    <a:lnTo>
                      <a:pt x="971" y="335"/>
                    </a:lnTo>
                    <a:lnTo>
                      <a:pt x="972" y="333"/>
                    </a:lnTo>
                    <a:lnTo>
                      <a:pt x="973" y="331"/>
                    </a:lnTo>
                    <a:lnTo>
                      <a:pt x="974" y="328"/>
                    </a:lnTo>
                    <a:lnTo>
                      <a:pt x="976" y="328"/>
                    </a:lnTo>
                    <a:lnTo>
                      <a:pt x="978" y="328"/>
                    </a:lnTo>
                    <a:lnTo>
                      <a:pt x="980" y="329"/>
                    </a:lnTo>
                    <a:lnTo>
                      <a:pt x="981" y="328"/>
                    </a:lnTo>
                    <a:lnTo>
                      <a:pt x="983" y="326"/>
                    </a:lnTo>
                    <a:lnTo>
                      <a:pt x="986" y="325"/>
                    </a:lnTo>
                    <a:lnTo>
                      <a:pt x="988" y="325"/>
                    </a:lnTo>
                    <a:lnTo>
                      <a:pt x="990" y="326"/>
                    </a:lnTo>
                    <a:lnTo>
                      <a:pt x="992" y="328"/>
                    </a:lnTo>
                    <a:lnTo>
                      <a:pt x="994" y="329"/>
                    </a:lnTo>
                    <a:lnTo>
                      <a:pt x="996" y="331"/>
                    </a:lnTo>
                    <a:lnTo>
                      <a:pt x="997" y="333"/>
                    </a:lnTo>
                    <a:lnTo>
                      <a:pt x="997" y="336"/>
                    </a:lnTo>
                    <a:lnTo>
                      <a:pt x="998" y="338"/>
                    </a:lnTo>
                    <a:lnTo>
                      <a:pt x="999" y="339"/>
                    </a:lnTo>
                    <a:lnTo>
                      <a:pt x="1003" y="339"/>
                    </a:lnTo>
                    <a:lnTo>
                      <a:pt x="1006" y="340"/>
                    </a:lnTo>
                    <a:lnTo>
                      <a:pt x="1008" y="341"/>
                    </a:lnTo>
                    <a:lnTo>
                      <a:pt x="1008" y="344"/>
                    </a:lnTo>
                    <a:lnTo>
                      <a:pt x="1007" y="346"/>
                    </a:lnTo>
                    <a:lnTo>
                      <a:pt x="1006" y="349"/>
                    </a:lnTo>
                    <a:close/>
                  </a:path>
                </a:pathLst>
              </a:custGeom>
              <a:solidFill>
                <a:srgbClr val="DA9FC0">
                  <a:alpha val="24000"/>
                </a:srgbClr>
              </a:solidFill>
              <a:ln>
                <a:noFill/>
              </a:ln>
            </p:spPr>
            <p:txBody>
              <a:bodyPr anchor="ctr"/>
              <a:lstStyle/>
              <a:p>
                <a:pPr algn="ctr">
                  <a:buNone/>
                </a:pPr>
              </a:p>
            </p:txBody>
          </p:sp>
          <p:sp>
            <p:nvSpPr>
              <p:cNvPr id="7207" name="addition:input:206">
                <a:extLst>
                  <a:ext uri="{FF2B5EF4-FFF2-40B4-BE49-F238E27FC236}">
                    <ns2:creationId id="{D6D02E48-1BDE-40D2-BC13-E5706033A962}"/>
                  </a:ext>
                </a:extLst>
              </p:cNvPr>
              <p:cNvSpPr>
                <a:spLocks noGrp="1"/>
              </p:cNvSpPr>
              <p:nvPr/>
            </p:nvSpPr>
            <p:spPr>
              <a:xfrm>
                <a:off x="209550" y="5438775"/>
                <a:ext cx="1721632" cy="597972"/>
              </a:xfrm>
              <a:custGeom>
                <a:rect l="l" t="t" r="r" b="b"/>
                <a:pathLst>
                  <a:path w="1046" h="319">
                    <a:moveTo>
                      <a:pt x="0" y="0"/>
                    </a:moveTo>
                    <a:moveTo>
                      <a:pt x="1044" y="295"/>
                    </a:moveTo>
                    <a:lnTo>
                      <a:pt x="1043" y="297"/>
                    </a:lnTo>
                    <a:lnTo>
                      <a:pt x="1041" y="299"/>
                    </a:lnTo>
                    <a:lnTo>
                      <a:pt x="1038" y="300"/>
                    </a:lnTo>
                    <a:lnTo>
                      <a:pt x="1037" y="302"/>
                    </a:lnTo>
                    <a:lnTo>
                      <a:pt x="1038" y="304"/>
                    </a:lnTo>
                    <a:lnTo>
                      <a:pt x="1040" y="307"/>
                    </a:lnTo>
                    <a:lnTo>
                      <a:pt x="1041" y="311"/>
                    </a:lnTo>
                    <a:lnTo>
                      <a:pt x="1040" y="313"/>
                    </a:lnTo>
                    <a:lnTo>
                      <a:pt x="1037" y="314"/>
                    </a:lnTo>
                    <a:lnTo>
                      <a:pt x="1034" y="314"/>
                    </a:lnTo>
                    <a:lnTo>
                      <a:pt x="1031" y="315"/>
                    </a:lnTo>
                    <a:lnTo>
                      <a:pt x="1029" y="315"/>
                    </a:lnTo>
                    <a:lnTo>
                      <a:pt x="1028" y="316"/>
                    </a:lnTo>
                    <a:lnTo>
                      <a:pt x="1025" y="317"/>
                    </a:lnTo>
                    <a:lnTo>
                      <a:pt x="1023" y="316"/>
                    </a:lnTo>
                    <a:lnTo>
                      <a:pt x="1021" y="317"/>
                    </a:lnTo>
                    <a:lnTo>
                      <a:pt x="1019" y="318"/>
                    </a:lnTo>
                    <a:lnTo>
                      <a:pt x="1017" y="319"/>
                    </a:lnTo>
                    <a:lnTo>
                      <a:pt x="1015" y="319"/>
                    </a:lnTo>
                    <a:lnTo>
                      <a:pt x="1013" y="318"/>
                    </a:lnTo>
                    <a:lnTo>
                      <a:pt x="1011" y="317"/>
                    </a:lnTo>
                    <a:lnTo>
                      <a:pt x="1008" y="316"/>
                    </a:lnTo>
                    <a:lnTo>
                      <a:pt x="1005" y="317"/>
                    </a:lnTo>
                    <a:lnTo>
                      <a:pt x="1001" y="318"/>
                    </a:lnTo>
                    <a:lnTo>
                      <a:pt x="998" y="317"/>
                    </a:lnTo>
                    <a:lnTo>
                      <a:pt x="997" y="314"/>
                    </a:lnTo>
                    <a:lnTo>
                      <a:pt x="998" y="310"/>
                    </a:lnTo>
                    <a:lnTo>
                      <a:pt x="998" y="307"/>
                    </a:lnTo>
                    <a:lnTo>
                      <a:pt x="997" y="305"/>
                    </a:lnTo>
                    <a:lnTo>
                      <a:pt x="995" y="304"/>
                    </a:lnTo>
                    <a:lnTo>
                      <a:pt x="993" y="302"/>
                    </a:lnTo>
                    <a:lnTo>
                      <a:pt x="991" y="301"/>
                    </a:lnTo>
                    <a:lnTo>
                      <a:pt x="989" y="299"/>
                    </a:lnTo>
                    <a:lnTo>
                      <a:pt x="987" y="297"/>
                    </a:lnTo>
                    <a:lnTo>
                      <a:pt x="984" y="295"/>
                    </a:lnTo>
                    <a:lnTo>
                      <a:pt x="983" y="292"/>
                    </a:lnTo>
                    <a:lnTo>
                      <a:pt x="984" y="290"/>
                    </a:lnTo>
                    <a:lnTo>
                      <a:pt x="987" y="288"/>
                    </a:lnTo>
                    <a:lnTo>
                      <a:pt x="990" y="286"/>
                    </a:lnTo>
                    <a:lnTo>
                      <a:pt x="990" y="285"/>
                    </a:lnTo>
                    <a:lnTo>
                      <a:pt x="990" y="282"/>
                    </a:lnTo>
                    <a:lnTo>
                      <a:pt x="991" y="280"/>
                    </a:lnTo>
                    <a:lnTo>
                      <a:pt x="993" y="278"/>
                    </a:lnTo>
                    <a:lnTo>
                      <a:pt x="997" y="278"/>
                    </a:lnTo>
                    <a:lnTo>
                      <a:pt x="1000" y="278"/>
                    </a:lnTo>
                    <a:lnTo>
                      <a:pt x="1002" y="277"/>
                    </a:lnTo>
                    <a:lnTo>
                      <a:pt x="1004" y="275"/>
                    </a:lnTo>
                    <a:lnTo>
                      <a:pt x="1005" y="272"/>
                    </a:lnTo>
                    <a:lnTo>
                      <a:pt x="1008" y="270"/>
                    </a:lnTo>
                    <a:lnTo>
                      <a:pt x="1011" y="269"/>
                    </a:lnTo>
                    <a:lnTo>
                      <a:pt x="1014" y="268"/>
                    </a:lnTo>
                    <a:lnTo>
                      <a:pt x="1017" y="267"/>
                    </a:lnTo>
                    <a:lnTo>
                      <a:pt x="1020" y="267"/>
                    </a:lnTo>
                    <a:lnTo>
                      <a:pt x="1023" y="269"/>
                    </a:lnTo>
                    <a:lnTo>
                      <a:pt x="1025" y="272"/>
                    </a:lnTo>
                    <a:lnTo>
                      <a:pt x="1027" y="275"/>
                    </a:lnTo>
                    <a:lnTo>
                      <a:pt x="1029" y="276"/>
                    </a:lnTo>
                    <a:lnTo>
                      <a:pt x="1031" y="276"/>
                    </a:lnTo>
                    <a:lnTo>
                      <a:pt x="1035" y="275"/>
                    </a:lnTo>
                    <a:lnTo>
                      <a:pt x="1038" y="275"/>
                    </a:lnTo>
                    <a:lnTo>
                      <a:pt x="1040" y="276"/>
                    </a:lnTo>
                    <a:lnTo>
                      <a:pt x="1040" y="278"/>
                    </a:lnTo>
                    <a:lnTo>
                      <a:pt x="1041" y="280"/>
                    </a:lnTo>
                    <a:lnTo>
                      <a:pt x="1043" y="282"/>
                    </a:lnTo>
                    <a:lnTo>
                      <a:pt x="1045" y="283"/>
                    </a:lnTo>
                    <a:lnTo>
                      <a:pt x="1046" y="285"/>
                    </a:lnTo>
                    <a:lnTo>
                      <a:pt x="1046" y="288"/>
                    </a:lnTo>
                    <a:lnTo>
                      <a:pt x="1045" y="290"/>
                    </a:lnTo>
                    <a:lnTo>
                      <a:pt x="1045" y="292"/>
                    </a:lnTo>
                    <a:close/>
                  </a:path>
                </a:pathLst>
              </a:custGeom>
              <a:solidFill>
                <a:srgbClr val="DA9FC0">
                  <a:alpha val="24000"/>
                </a:srgbClr>
              </a:solidFill>
              <a:ln>
                <a:noFill/>
              </a:ln>
            </p:spPr>
            <p:txBody>
              <a:bodyPr anchor="ctr"/>
              <a:lstStyle/>
              <a:p>
                <a:pPr algn="ctr">
                  <a:buNone/>
                </a:pPr>
              </a:p>
            </p:txBody>
          </p:sp>
          <p:sp>
            <p:nvSpPr>
              <p:cNvPr id="7208" name="addition:input:207">
                <a:extLst>
                  <a:ext uri="{FF2B5EF4-FFF2-40B4-BE49-F238E27FC236}">
                    <ns2:creationId id="{DA696F40-3529-4691-BA03-5A2C27E05875}"/>
                  </a:ext>
                </a:extLst>
              </p:cNvPr>
              <p:cNvSpPr>
                <a:spLocks noGrp="1"/>
              </p:cNvSpPr>
              <p:nvPr/>
            </p:nvSpPr>
            <p:spPr>
              <a:xfrm>
                <a:off x="209550" y="5438775"/>
                <a:ext cx="1836847" cy="556732"/>
              </a:xfrm>
              <a:custGeom>
                <a:rect l="l" t="t" r="r" b="b"/>
                <a:pathLst>
                  <a:path w="1116" h="297">
                    <a:moveTo>
                      <a:pt x="0" y="0"/>
                    </a:moveTo>
                    <a:moveTo>
                      <a:pt x="1114" y="274"/>
                    </a:moveTo>
                    <a:lnTo>
                      <a:pt x="1112" y="276"/>
                    </a:lnTo>
                    <a:lnTo>
                      <a:pt x="1112" y="278"/>
                    </a:lnTo>
                    <a:lnTo>
                      <a:pt x="1112" y="280"/>
                    </a:lnTo>
                    <a:lnTo>
                      <a:pt x="1112" y="282"/>
                    </a:lnTo>
                    <a:lnTo>
                      <a:pt x="1110" y="284"/>
                    </a:lnTo>
                    <a:lnTo>
                      <a:pt x="1107" y="285"/>
                    </a:lnTo>
                    <a:lnTo>
                      <a:pt x="1105" y="286"/>
                    </a:lnTo>
                    <a:lnTo>
                      <a:pt x="1104" y="287"/>
                    </a:lnTo>
                    <a:lnTo>
                      <a:pt x="1104" y="290"/>
                    </a:lnTo>
                    <a:lnTo>
                      <a:pt x="1104" y="293"/>
                    </a:lnTo>
                    <a:lnTo>
                      <a:pt x="1103" y="296"/>
                    </a:lnTo>
                    <a:lnTo>
                      <a:pt x="1100" y="297"/>
                    </a:lnTo>
                    <a:lnTo>
                      <a:pt x="1098" y="297"/>
                    </a:lnTo>
                    <a:lnTo>
                      <a:pt x="1096" y="297"/>
                    </a:lnTo>
                    <a:lnTo>
                      <a:pt x="1094" y="297"/>
                    </a:lnTo>
                    <a:lnTo>
                      <a:pt x="1092" y="296"/>
                    </a:lnTo>
                    <a:lnTo>
                      <a:pt x="1090" y="295"/>
                    </a:lnTo>
                    <a:lnTo>
                      <a:pt x="1088" y="293"/>
                    </a:lnTo>
                    <a:lnTo>
                      <a:pt x="1087" y="293"/>
                    </a:lnTo>
                    <a:lnTo>
                      <a:pt x="1085" y="295"/>
                    </a:lnTo>
                    <a:lnTo>
                      <a:pt x="1083" y="297"/>
                    </a:lnTo>
                    <a:lnTo>
                      <a:pt x="1081" y="297"/>
                    </a:lnTo>
                    <a:lnTo>
                      <a:pt x="1079" y="296"/>
                    </a:lnTo>
                    <a:lnTo>
                      <a:pt x="1079" y="293"/>
                    </a:lnTo>
                    <a:lnTo>
                      <a:pt x="1078" y="292"/>
                    </a:lnTo>
                    <a:lnTo>
                      <a:pt x="1076" y="291"/>
                    </a:lnTo>
                    <a:lnTo>
                      <a:pt x="1074" y="290"/>
                    </a:lnTo>
                    <a:lnTo>
                      <a:pt x="1072" y="289"/>
                    </a:lnTo>
                    <a:lnTo>
                      <a:pt x="1071" y="287"/>
                    </a:lnTo>
                    <a:lnTo>
                      <a:pt x="1072" y="284"/>
                    </a:lnTo>
                    <a:lnTo>
                      <a:pt x="1072" y="282"/>
                    </a:lnTo>
                    <a:lnTo>
                      <a:pt x="1072" y="280"/>
                    </a:lnTo>
                    <a:lnTo>
                      <a:pt x="1071" y="278"/>
                    </a:lnTo>
                    <a:lnTo>
                      <a:pt x="1071" y="276"/>
                    </a:lnTo>
                    <a:lnTo>
                      <a:pt x="1071" y="274"/>
                    </a:lnTo>
                    <a:lnTo>
                      <a:pt x="1071" y="272"/>
                    </a:lnTo>
                    <a:lnTo>
                      <a:pt x="1069" y="270"/>
                    </a:lnTo>
                    <a:lnTo>
                      <a:pt x="1066" y="267"/>
                    </a:lnTo>
                    <a:lnTo>
                      <a:pt x="1065" y="265"/>
                    </a:lnTo>
                    <a:lnTo>
                      <a:pt x="1066" y="263"/>
                    </a:lnTo>
                    <a:lnTo>
                      <a:pt x="1069" y="262"/>
                    </a:lnTo>
                    <a:lnTo>
                      <a:pt x="1071" y="261"/>
                    </a:lnTo>
                    <a:lnTo>
                      <a:pt x="1073" y="260"/>
                    </a:lnTo>
                    <a:lnTo>
                      <a:pt x="1074" y="259"/>
                    </a:lnTo>
                    <a:lnTo>
                      <a:pt x="1075" y="257"/>
                    </a:lnTo>
                    <a:lnTo>
                      <a:pt x="1076" y="256"/>
                    </a:lnTo>
                    <a:lnTo>
                      <a:pt x="1078" y="255"/>
                    </a:lnTo>
                    <a:lnTo>
                      <a:pt x="1080" y="255"/>
                    </a:lnTo>
                    <a:lnTo>
                      <a:pt x="1082" y="254"/>
                    </a:lnTo>
                    <a:lnTo>
                      <a:pt x="1084" y="252"/>
                    </a:lnTo>
                    <a:lnTo>
                      <a:pt x="1086" y="251"/>
                    </a:lnTo>
                    <a:lnTo>
                      <a:pt x="1088" y="251"/>
                    </a:lnTo>
                    <a:lnTo>
                      <a:pt x="1090" y="251"/>
                    </a:lnTo>
                    <a:lnTo>
                      <a:pt x="1093" y="251"/>
                    </a:lnTo>
                    <a:lnTo>
                      <a:pt x="1095" y="250"/>
                    </a:lnTo>
                    <a:lnTo>
                      <a:pt x="1098" y="249"/>
                    </a:lnTo>
                    <a:lnTo>
                      <a:pt x="1100" y="251"/>
                    </a:lnTo>
                    <a:lnTo>
                      <a:pt x="1102" y="254"/>
                    </a:lnTo>
                    <a:lnTo>
                      <a:pt x="1102" y="257"/>
                    </a:lnTo>
                    <a:lnTo>
                      <a:pt x="1103" y="260"/>
                    </a:lnTo>
                    <a:lnTo>
                      <a:pt x="1104" y="261"/>
                    </a:lnTo>
                    <a:lnTo>
                      <a:pt x="1107" y="261"/>
                    </a:lnTo>
                    <a:lnTo>
                      <a:pt x="1110" y="261"/>
                    </a:lnTo>
                    <a:lnTo>
                      <a:pt x="1112" y="262"/>
                    </a:lnTo>
                    <a:lnTo>
                      <a:pt x="1113" y="264"/>
                    </a:lnTo>
                    <a:lnTo>
                      <a:pt x="1114" y="266"/>
                    </a:lnTo>
                    <a:lnTo>
                      <a:pt x="1116" y="268"/>
                    </a:lnTo>
                    <a:lnTo>
                      <a:pt x="1116" y="270"/>
                    </a:lnTo>
                    <a:lnTo>
                      <a:pt x="1115" y="272"/>
                    </a:lnTo>
                    <a:close/>
                  </a:path>
                </a:pathLst>
              </a:custGeom>
              <a:solidFill>
                <a:srgbClr val="DA9FC0">
                  <a:alpha val="24000"/>
                </a:srgbClr>
              </a:solidFill>
              <a:ln>
                <a:noFill/>
              </a:ln>
            </p:spPr>
            <p:txBody>
              <a:bodyPr anchor="ctr"/>
              <a:lstStyle/>
              <a:p>
                <a:pPr algn="ctr">
                  <a:buNone/>
                </a:pPr>
              </a:p>
            </p:txBody>
          </p:sp>
          <p:sp>
            <p:nvSpPr>
              <p:cNvPr id="7209" name="addition:input:208">
                <a:extLst>
                  <a:ext uri="{FF2B5EF4-FFF2-40B4-BE49-F238E27FC236}">
                    <ns2:creationId id="{31626016-33AA-4EF6-84E4-8086F4F6DD64}"/>
                  </a:ext>
                </a:extLst>
              </p:cNvPr>
              <p:cNvSpPr>
                <a:spLocks noGrp="1"/>
              </p:cNvSpPr>
              <p:nvPr/>
            </p:nvSpPr>
            <p:spPr>
              <a:xfrm>
                <a:off x="209550" y="5438775"/>
                <a:ext cx="1958645" cy="620466"/>
              </a:xfrm>
              <a:custGeom>
                <a:rect l="l" t="t" r="r" b="b"/>
                <a:pathLst>
                  <a:path w="1190" h="331">
                    <a:moveTo>
                      <a:pt x="0" y="0"/>
                    </a:moveTo>
                    <a:moveTo>
                      <a:pt x="1186" y="303"/>
                    </a:moveTo>
                    <a:lnTo>
                      <a:pt x="1185" y="305"/>
                    </a:lnTo>
                    <a:lnTo>
                      <a:pt x="1187" y="307"/>
                    </a:lnTo>
                    <a:lnTo>
                      <a:pt x="1189" y="310"/>
                    </a:lnTo>
                    <a:lnTo>
                      <a:pt x="1190" y="313"/>
                    </a:lnTo>
                    <a:lnTo>
                      <a:pt x="1190" y="315"/>
                    </a:lnTo>
                    <a:lnTo>
                      <a:pt x="1188" y="317"/>
                    </a:lnTo>
                    <a:lnTo>
                      <a:pt x="1185" y="318"/>
                    </a:lnTo>
                    <a:lnTo>
                      <a:pt x="1183" y="319"/>
                    </a:lnTo>
                    <a:lnTo>
                      <a:pt x="1181" y="320"/>
                    </a:lnTo>
                    <a:lnTo>
                      <a:pt x="1179" y="320"/>
                    </a:lnTo>
                    <a:lnTo>
                      <a:pt x="1176" y="321"/>
                    </a:lnTo>
                    <a:lnTo>
                      <a:pt x="1174" y="321"/>
                    </a:lnTo>
                    <a:lnTo>
                      <a:pt x="1173" y="323"/>
                    </a:lnTo>
                    <a:lnTo>
                      <a:pt x="1172" y="327"/>
                    </a:lnTo>
                    <a:lnTo>
                      <a:pt x="1170" y="330"/>
                    </a:lnTo>
                    <a:lnTo>
                      <a:pt x="1167" y="331"/>
                    </a:lnTo>
                    <a:lnTo>
                      <a:pt x="1164" y="330"/>
                    </a:lnTo>
                    <a:lnTo>
                      <a:pt x="1161" y="328"/>
                    </a:lnTo>
                    <a:lnTo>
                      <a:pt x="1159" y="327"/>
                    </a:lnTo>
                    <a:lnTo>
                      <a:pt x="1156" y="327"/>
                    </a:lnTo>
                    <a:lnTo>
                      <a:pt x="1153" y="327"/>
                    </a:lnTo>
                    <a:lnTo>
                      <a:pt x="1151" y="327"/>
                    </a:lnTo>
                    <a:lnTo>
                      <a:pt x="1149" y="325"/>
                    </a:lnTo>
                    <a:lnTo>
                      <a:pt x="1147" y="322"/>
                    </a:lnTo>
                    <a:lnTo>
                      <a:pt x="1146" y="320"/>
                    </a:lnTo>
                    <a:lnTo>
                      <a:pt x="1144" y="319"/>
                    </a:lnTo>
                    <a:lnTo>
                      <a:pt x="1142" y="318"/>
                    </a:lnTo>
                    <a:lnTo>
                      <a:pt x="1140" y="317"/>
                    </a:lnTo>
                    <a:lnTo>
                      <a:pt x="1139" y="315"/>
                    </a:lnTo>
                    <a:lnTo>
                      <a:pt x="1137" y="313"/>
                    </a:lnTo>
                    <a:lnTo>
                      <a:pt x="1135" y="312"/>
                    </a:lnTo>
                    <a:lnTo>
                      <a:pt x="1132" y="310"/>
                    </a:lnTo>
                    <a:lnTo>
                      <a:pt x="1131" y="308"/>
                    </a:lnTo>
                    <a:lnTo>
                      <a:pt x="1133" y="305"/>
                    </a:lnTo>
                    <a:lnTo>
                      <a:pt x="1136" y="303"/>
                    </a:lnTo>
                    <a:lnTo>
                      <a:pt x="1140" y="301"/>
                    </a:lnTo>
                    <a:lnTo>
                      <a:pt x="1141" y="299"/>
                    </a:lnTo>
                    <a:lnTo>
                      <a:pt x="1141" y="297"/>
                    </a:lnTo>
                    <a:lnTo>
                      <a:pt x="1140" y="294"/>
                    </a:lnTo>
                    <a:lnTo>
                      <a:pt x="1141" y="292"/>
                    </a:lnTo>
                    <a:lnTo>
                      <a:pt x="1142" y="290"/>
                    </a:lnTo>
                    <a:lnTo>
                      <a:pt x="1144" y="288"/>
                    </a:lnTo>
                    <a:lnTo>
                      <a:pt x="1145" y="286"/>
                    </a:lnTo>
                    <a:lnTo>
                      <a:pt x="1145" y="284"/>
                    </a:lnTo>
                    <a:lnTo>
                      <a:pt x="1147" y="282"/>
                    </a:lnTo>
                    <a:lnTo>
                      <a:pt x="1149" y="281"/>
                    </a:lnTo>
                    <a:lnTo>
                      <a:pt x="1152" y="281"/>
                    </a:lnTo>
                    <a:lnTo>
                      <a:pt x="1154" y="279"/>
                    </a:lnTo>
                    <a:lnTo>
                      <a:pt x="1155" y="278"/>
                    </a:lnTo>
                    <a:lnTo>
                      <a:pt x="1157" y="277"/>
                    </a:lnTo>
                    <a:lnTo>
                      <a:pt x="1160" y="277"/>
                    </a:lnTo>
                    <a:lnTo>
                      <a:pt x="1162" y="279"/>
                    </a:lnTo>
                    <a:lnTo>
                      <a:pt x="1163" y="282"/>
                    </a:lnTo>
                    <a:lnTo>
                      <a:pt x="1165" y="283"/>
                    </a:lnTo>
                    <a:lnTo>
                      <a:pt x="1167" y="281"/>
                    </a:lnTo>
                    <a:lnTo>
                      <a:pt x="1169" y="279"/>
                    </a:lnTo>
                    <a:lnTo>
                      <a:pt x="1172" y="278"/>
                    </a:lnTo>
                    <a:lnTo>
                      <a:pt x="1174" y="278"/>
                    </a:lnTo>
                    <a:lnTo>
                      <a:pt x="1176" y="280"/>
                    </a:lnTo>
                    <a:lnTo>
                      <a:pt x="1178" y="282"/>
                    </a:lnTo>
                    <a:lnTo>
                      <a:pt x="1179" y="283"/>
                    </a:lnTo>
                    <a:lnTo>
                      <a:pt x="1180" y="285"/>
                    </a:lnTo>
                    <a:lnTo>
                      <a:pt x="1181" y="288"/>
                    </a:lnTo>
                    <a:lnTo>
                      <a:pt x="1180" y="291"/>
                    </a:lnTo>
                    <a:lnTo>
                      <a:pt x="1181" y="293"/>
                    </a:lnTo>
                    <a:lnTo>
                      <a:pt x="1182" y="295"/>
                    </a:lnTo>
                    <a:lnTo>
                      <a:pt x="1185" y="296"/>
                    </a:lnTo>
                    <a:lnTo>
                      <a:pt x="1187" y="298"/>
                    </a:lnTo>
                    <a:lnTo>
                      <a:pt x="1187" y="300"/>
                    </a:lnTo>
                    <a:close/>
                  </a:path>
                </a:pathLst>
              </a:custGeom>
              <a:solidFill>
                <a:srgbClr val="DA9FC0">
                  <a:alpha val="24000"/>
                </a:srgbClr>
              </a:solidFill>
              <a:ln>
                <a:noFill/>
              </a:ln>
            </p:spPr>
            <p:txBody>
              <a:bodyPr anchor="ctr"/>
              <a:lstStyle/>
              <a:p>
                <a:pPr algn="ctr">
                  <a:buNone/>
                </a:pPr>
              </a:p>
            </p:txBody>
          </p:sp>
          <p:sp>
            <p:nvSpPr>
              <p:cNvPr id="7210" name="addition:input:209">
                <a:extLst>
                  <a:ext uri="{FF2B5EF4-FFF2-40B4-BE49-F238E27FC236}">
                    <ns2:creationId id="{7D990B74-7302-4061-8EF3-6132BBE8EA6A}"/>
                  </a:ext>
                </a:extLst>
              </p:cNvPr>
              <p:cNvSpPr>
                <a:spLocks noGrp="1"/>
              </p:cNvSpPr>
              <p:nvPr/>
            </p:nvSpPr>
            <p:spPr>
              <a:xfrm>
                <a:off x="209550" y="5438775"/>
                <a:ext cx="1594896" cy="1692692"/>
              </a:xfrm>
              <a:custGeom>
                <a:rect l="l" t="t" r="r" b="b"/>
                <a:pathLst>
                  <a:path w="969" h="903">
                    <a:moveTo>
                      <a:pt x="0" y="0"/>
                    </a:moveTo>
                    <a:moveTo>
                      <a:pt x="107" y="321"/>
                    </a:moveTo>
                    <a:lnTo>
                      <a:pt x="969" y="321"/>
                    </a:lnTo>
                    <a:lnTo>
                      <a:pt x="969" y="903"/>
                    </a:lnTo>
                    <a:lnTo>
                      <a:pt x="107" y="817"/>
                    </a:lnTo>
                    <a:close/>
                  </a:path>
                </a:pathLst>
              </a:custGeom>
              <a:solidFill>
                <a:srgbClr val="EAF7FF">
                  <a:alpha val="6000"/>
                </a:srgbClr>
              </a:solidFill>
              <a:ln>
                <a:noFill/>
              </a:ln>
            </p:spPr>
            <p:txBody>
              <a:bodyPr anchor="ctr"/>
              <a:lstStyle/>
              <a:p>
                <a:pPr algn="ctr">
                  <a:buNone/>
                </a:pPr>
              </a:p>
            </p:txBody>
          </p:sp>
          <p:sp>
            <p:nvSpPr>
              <p:cNvPr id="7211" name="addition:input:210">
                <a:extLst>
                  <a:ext uri="{FF2B5EF4-FFF2-40B4-BE49-F238E27FC236}">
                    <ns2:creationId id="{63D745BD-3E04-4CBB-B14B-890D0615A5FF}"/>
                  </a:ext>
                </a:extLst>
              </p:cNvPr>
              <p:cNvSpPr>
                <a:spLocks noGrp="1"/>
              </p:cNvSpPr>
              <p:nvPr/>
            </p:nvSpPr>
            <p:spPr>
              <a:xfrm>
                <a:off x="544001" y="5937022"/>
                <a:ext cx="0" cy="929762"/>
              </a:xfrm>
              <a:prstGeom prst="line">
                <a:avLst/>
              </a:prstGeom>
              <a:ln w="2199">
                <a:solidFill>
                  <a:srgbClr val="56A1CC">
                    <a:alpha val="22000"/>
                  </a:srgbClr>
                </a:solidFill>
              </a:ln>
            </p:spPr>
          </p:sp>
          <p:sp>
            <p:nvSpPr>
              <p:cNvPr id="7212" name="addition:input:211">
                <a:extLst>
                  <a:ext uri="{FF2B5EF4-FFF2-40B4-BE49-F238E27FC236}">
                    <ns2:creationId id="{97B05A4D-B578-4832-BE56-C0E7F7329966}"/>
                  </a:ext>
                </a:extLst>
              </p:cNvPr>
              <p:cNvSpPr>
                <a:spLocks noGrp="1"/>
              </p:cNvSpPr>
              <p:nvPr/>
            </p:nvSpPr>
            <p:spPr>
              <a:xfrm>
                <a:off x="1962784" y="5937022"/>
                <a:ext cx="0" cy="1090971"/>
              </a:xfrm>
              <a:prstGeom prst="line">
                <a:avLst/>
              </a:prstGeom>
              <a:ln w="2199">
                <a:solidFill>
                  <a:srgbClr val="56A1CC">
                    <a:alpha val="28000"/>
                  </a:srgbClr>
                </a:solidFill>
              </a:ln>
            </p:spPr>
          </p:sp>
          <p:sp>
            <p:nvSpPr>
              <p:cNvPr id="7213" name="addition:input:212">
                <a:extLst>
                  <a:ext uri="{FF2B5EF4-FFF2-40B4-BE49-F238E27FC236}">
                    <ns2:creationId id="{7D36F065-35A6-4CA8-A378-286EF0304387}"/>
                  </a:ext>
                </a:extLst>
              </p:cNvPr>
              <p:cNvSpPr>
                <a:spLocks noGrp="1"/>
              </p:cNvSpPr>
              <p:nvPr/>
            </p:nvSpPr>
            <p:spPr>
              <a:xfrm>
                <a:off x="544001" y="5937022"/>
                <a:ext cx="1418783" cy="0"/>
              </a:xfrm>
              <a:prstGeom prst="line">
                <a:avLst/>
              </a:prstGeom>
              <a:ln w="2199">
                <a:solidFill>
                  <a:srgbClr val="56A1CC">
                    <a:alpha val="35000"/>
                  </a:srgbClr>
                </a:solidFill>
              </a:ln>
            </p:spPr>
          </p:sp>
          <p:sp>
            <p:nvSpPr>
              <p:cNvPr id="7214" name="addition:input:213">
                <a:extLst>
                  <a:ext uri="{FF2B5EF4-FFF2-40B4-BE49-F238E27FC236}">
                    <ns2:creationId id="{84E7ED67-F683-4A54-BF1A-100015168128}"/>
                  </a:ext>
                </a:extLst>
              </p:cNvPr>
              <p:cNvSpPr>
                <a:spLocks noGrp="1"/>
              </p:cNvSpPr>
              <p:nvPr/>
            </p:nvSpPr>
            <p:spPr>
              <a:xfrm>
                <a:off x="702338" y="5833549"/>
                <a:ext cx="0" cy="929762"/>
              </a:xfrm>
              <a:prstGeom prst="line">
                <a:avLst/>
              </a:prstGeom>
              <a:ln w="2199">
                <a:solidFill>
                  <a:srgbClr val="56A1CC">
                    <a:alpha val="22000"/>
                  </a:srgbClr>
                </a:solidFill>
              </a:ln>
            </p:spPr>
          </p:sp>
          <p:sp>
            <p:nvSpPr>
              <p:cNvPr id="7215" name="addition:input:214">
                <a:extLst>
                  <a:ext uri="{FF2B5EF4-FFF2-40B4-BE49-F238E27FC236}">
                    <ns2:creationId id="{F8B3DA23-1171-492F-A2B9-89CE91651F62}"/>
                  </a:ext>
                </a:extLst>
              </p:cNvPr>
              <p:cNvSpPr>
                <a:spLocks noGrp="1"/>
              </p:cNvSpPr>
              <p:nvPr/>
            </p:nvSpPr>
            <p:spPr>
              <a:xfrm>
                <a:off x="2121121" y="5833549"/>
                <a:ext cx="0" cy="1090971"/>
              </a:xfrm>
              <a:prstGeom prst="line">
                <a:avLst/>
              </a:prstGeom>
              <a:ln w="2199">
                <a:solidFill>
                  <a:srgbClr val="56A1CC">
                    <a:alpha val="28000"/>
                  </a:srgbClr>
                </a:solidFill>
              </a:ln>
            </p:spPr>
          </p:sp>
          <p:sp>
            <p:nvSpPr>
              <p:cNvPr id="7216" name="addition:input:215">
                <a:extLst>
                  <a:ext uri="{FF2B5EF4-FFF2-40B4-BE49-F238E27FC236}">
                    <ns2:creationId id="{01376C69-6B51-4EBD-80B1-501E99972456}"/>
                  </a:ext>
                </a:extLst>
              </p:cNvPr>
              <p:cNvSpPr>
                <a:spLocks noGrp="1"/>
              </p:cNvSpPr>
              <p:nvPr/>
            </p:nvSpPr>
            <p:spPr>
              <a:xfrm>
                <a:off x="702338" y="5833549"/>
                <a:ext cx="1418783" cy="0"/>
              </a:xfrm>
              <a:prstGeom prst="line">
                <a:avLst/>
              </a:prstGeom>
              <a:ln w="2199">
                <a:solidFill>
                  <a:srgbClr val="56A1CC">
                    <a:alpha val="35000"/>
                  </a:srgbClr>
                </a:solidFill>
              </a:ln>
            </p:spPr>
          </p:sp>
          <p:sp>
            <p:nvSpPr>
              <p:cNvPr id="7217" name="addition:input:216">
                <a:extLst>
                  <a:ext uri="{FF2B5EF4-FFF2-40B4-BE49-F238E27FC236}">
                    <ns2:creationId id="{DFD2CCCA-BD04-48D7-BCC9-6B59852B4DA8}"/>
                  </a:ext>
                </a:extLst>
              </p:cNvPr>
              <p:cNvSpPr>
                <a:spLocks noGrp="1"/>
              </p:cNvSpPr>
              <p:nvPr/>
            </p:nvSpPr>
            <p:spPr>
              <a:xfrm>
                <a:off x="860676" y="5730075"/>
                <a:ext cx="0" cy="929762"/>
              </a:xfrm>
              <a:prstGeom prst="line">
                <a:avLst/>
              </a:prstGeom>
              <a:ln w="2199">
                <a:solidFill>
                  <a:srgbClr val="56A1CC">
                    <a:alpha val="22000"/>
                  </a:srgbClr>
                </a:solidFill>
              </a:ln>
            </p:spPr>
          </p:sp>
          <p:sp>
            <p:nvSpPr>
              <p:cNvPr id="7218" name="addition:input:217">
                <a:extLst>
                  <a:ext uri="{FF2B5EF4-FFF2-40B4-BE49-F238E27FC236}">
                    <ns2:creationId id="{687DBAD2-D793-415B-9962-472130182394}"/>
                  </a:ext>
                </a:extLst>
              </p:cNvPr>
              <p:cNvSpPr>
                <a:spLocks noGrp="1"/>
              </p:cNvSpPr>
              <p:nvPr/>
            </p:nvSpPr>
            <p:spPr>
              <a:xfrm>
                <a:off x="2279459" y="5730075"/>
                <a:ext cx="0" cy="1090971"/>
              </a:xfrm>
              <a:prstGeom prst="line">
                <a:avLst/>
              </a:prstGeom>
              <a:ln w="2199">
                <a:solidFill>
                  <a:srgbClr val="56A1CC">
                    <a:alpha val="28000"/>
                  </a:srgbClr>
                </a:solidFill>
              </a:ln>
            </p:spPr>
          </p:sp>
          <p:sp>
            <p:nvSpPr>
              <p:cNvPr id="7219" name="addition:input:218">
                <a:extLst>
                  <a:ext uri="{FF2B5EF4-FFF2-40B4-BE49-F238E27FC236}">
                    <ns2:creationId id="{6335D0A4-D3B5-4DB5-890F-8CE414770B14}"/>
                  </a:ext>
                </a:extLst>
              </p:cNvPr>
              <p:cNvSpPr>
                <a:spLocks noGrp="1"/>
              </p:cNvSpPr>
              <p:nvPr/>
            </p:nvSpPr>
            <p:spPr>
              <a:xfrm>
                <a:off x="860676" y="5730075"/>
                <a:ext cx="1418783" cy="0"/>
              </a:xfrm>
              <a:prstGeom prst="line">
                <a:avLst/>
              </a:prstGeom>
              <a:ln w="2199">
                <a:solidFill>
                  <a:srgbClr val="56A1CC">
                    <a:alpha val="35000"/>
                  </a:srgbClr>
                </a:solidFill>
              </a:ln>
            </p:spPr>
          </p:sp>
          <p:sp>
            <p:nvSpPr>
              <p:cNvPr id="7220" name="addition:input:219">
                <a:extLst>
                  <a:ext uri="{FF2B5EF4-FFF2-40B4-BE49-F238E27FC236}">
                    <ns2:creationId id="{7543363B-BC42-4678-9194-E3B5F79CD5C9}"/>
                  </a:ext>
                </a:extLst>
              </p:cNvPr>
              <p:cNvSpPr>
                <a:spLocks noGrp="1"/>
              </p:cNvSpPr>
              <p:nvPr/>
            </p:nvSpPr>
            <p:spPr>
              <a:xfrm>
                <a:off x="1019013" y="5626602"/>
                <a:ext cx="0" cy="929762"/>
              </a:xfrm>
              <a:prstGeom prst="line">
                <a:avLst/>
              </a:prstGeom>
              <a:ln w="2199">
                <a:solidFill>
                  <a:srgbClr val="56A1CC">
                    <a:alpha val="22000"/>
                  </a:srgbClr>
                </a:solidFill>
              </a:ln>
            </p:spPr>
          </p:sp>
          <p:sp>
            <p:nvSpPr>
              <p:cNvPr id="7221" name="addition:input:220">
                <a:extLst>
                  <a:ext uri="{FF2B5EF4-FFF2-40B4-BE49-F238E27FC236}">
                    <ns2:creationId id="{0DEDE41B-78C8-4758-9C15-BE90FE74A4E7}"/>
                  </a:ext>
                </a:extLst>
              </p:cNvPr>
              <p:cNvSpPr>
                <a:spLocks noGrp="1"/>
              </p:cNvSpPr>
              <p:nvPr/>
            </p:nvSpPr>
            <p:spPr>
              <a:xfrm>
                <a:off x="2437796" y="5626602"/>
                <a:ext cx="0" cy="1090971"/>
              </a:xfrm>
              <a:prstGeom prst="line">
                <a:avLst/>
              </a:prstGeom>
              <a:ln w="2199">
                <a:solidFill>
                  <a:srgbClr val="56A1CC">
                    <a:alpha val="28000"/>
                  </a:srgbClr>
                </a:solidFill>
              </a:ln>
            </p:spPr>
          </p:sp>
          <p:sp>
            <p:nvSpPr>
              <p:cNvPr id="7222" name="addition:input:221">
                <a:extLst>
                  <a:ext uri="{FF2B5EF4-FFF2-40B4-BE49-F238E27FC236}">
                    <ns2:creationId id="{7D698662-D4FF-4C04-9B3D-E6732828CE29}"/>
                  </a:ext>
                </a:extLst>
              </p:cNvPr>
              <p:cNvSpPr>
                <a:spLocks noGrp="1"/>
              </p:cNvSpPr>
              <p:nvPr/>
            </p:nvSpPr>
            <p:spPr>
              <a:xfrm>
                <a:off x="1019013" y="5626602"/>
                <a:ext cx="1418783" cy="0"/>
              </a:xfrm>
              <a:prstGeom prst="line">
                <a:avLst/>
              </a:prstGeom>
              <a:ln w="2199">
                <a:solidFill>
                  <a:srgbClr val="56A1CC">
                    <a:alpha val="35000"/>
                  </a:srgbClr>
                </a:solidFill>
              </a:ln>
            </p:spPr>
          </p:sp>
          <p:sp>
            <p:nvSpPr>
              <p:cNvPr id="7223" name="addition:input:222">
                <a:extLst>
                  <a:ext uri="{FF2B5EF4-FFF2-40B4-BE49-F238E27FC236}">
                    <ns2:creationId id="{005D84FE-F2EF-4820-8545-795C900899E4}"/>
                  </a:ext>
                </a:extLst>
              </p:cNvPr>
              <p:cNvSpPr>
                <a:spLocks noGrp="1"/>
              </p:cNvSpPr>
              <p:nvPr/>
            </p:nvSpPr>
            <p:spPr>
              <a:xfrm>
                <a:off x="393893" y="6338020"/>
                <a:ext cx="1402324" cy="51587"/>
              </a:xfrm>
              <a:prstGeom prst="line">
                <a:avLst/>
              </a:prstGeom>
              <a:ln w="2199">
                <a:solidFill>
                  <a:srgbClr val="56A1CC">
                    <a:alpha val="20000"/>
                  </a:srgbClr>
                </a:solidFill>
              </a:ln>
            </p:spPr>
          </p:sp>
          <p:sp>
            <p:nvSpPr>
              <p:cNvPr id="7224" name="addition:input:223">
                <a:extLst>
                  <a:ext uri="{FF2B5EF4-FFF2-40B4-BE49-F238E27FC236}">
                    <ns2:creationId id="{98618B43-D03F-4D31-97EF-FDFEEAEDF2FE}"/>
                  </a:ext>
                </a:extLst>
              </p:cNvPr>
              <p:cNvSpPr>
                <a:spLocks noGrp="1"/>
              </p:cNvSpPr>
              <p:nvPr/>
            </p:nvSpPr>
            <p:spPr>
              <a:xfrm>
                <a:off x="393893" y="6644841"/>
                <a:ext cx="1402324" cy="104786"/>
              </a:xfrm>
              <a:prstGeom prst="line">
                <a:avLst/>
              </a:prstGeom>
              <a:ln w="2199">
                <a:solidFill>
                  <a:srgbClr val="56A1CC">
                    <a:alpha val="20000"/>
                  </a:srgbClr>
                </a:solidFill>
              </a:ln>
            </p:spPr>
          </p:sp>
          <p:sp>
            <p:nvSpPr>
              <p:cNvPr id="7225" name="addition:input:224">
                <a:extLst>
                  <a:ext uri="{FF2B5EF4-FFF2-40B4-BE49-F238E27FC236}">
                    <ns2:creationId id="{63BC83F3-F8F9-4890-882C-0521B0539EEC}"/>
                  </a:ext>
                </a:extLst>
              </p:cNvPr>
              <p:cNvSpPr>
                <a:spLocks noGrp="1"/>
              </p:cNvSpPr>
              <p:nvPr/>
            </p:nvSpPr>
            <p:spPr>
              <a:xfrm>
                <a:off x="385663" y="6040496"/>
                <a:ext cx="1418783" cy="0"/>
              </a:xfrm>
              <a:prstGeom prst="line">
                <a:avLst/>
              </a:prstGeom>
              <a:ln w="2697">
                <a:solidFill>
                  <a:srgbClr val="0072B2">
                    <a:alpha val="82000"/>
                  </a:srgbClr>
                </a:solidFill>
              </a:ln>
            </p:spPr>
          </p:sp>
          <p:sp>
            <p:nvSpPr>
              <p:cNvPr id="7226" name="addition:input:225">
                <a:extLst>
                  <a:ext uri="{FF2B5EF4-FFF2-40B4-BE49-F238E27FC236}">
                    <ns2:creationId id="{245EA085-BE62-4E18-A424-B5A8116198D5}"/>
                  </a:ext>
                </a:extLst>
              </p:cNvPr>
              <p:cNvSpPr>
                <a:spLocks noGrp="1"/>
              </p:cNvSpPr>
              <p:nvPr/>
            </p:nvSpPr>
            <p:spPr>
              <a:xfrm>
                <a:off x="1804446" y="6040496"/>
                <a:ext cx="0" cy="1090971"/>
              </a:xfrm>
              <a:prstGeom prst="line">
                <a:avLst/>
              </a:prstGeom>
              <a:ln w="2521">
                <a:solidFill>
                  <a:srgbClr val="0072B2">
                    <a:alpha val="82000"/>
                  </a:srgbClr>
                </a:solidFill>
              </a:ln>
            </p:spPr>
          </p:sp>
          <p:sp>
            <p:nvSpPr>
              <p:cNvPr id="7227" name="addition:input:226">
                <a:extLst>
                  <a:ext uri="{FF2B5EF4-FFF2-40B4-BE49-F238E27FC236}">
                    <ns2:creationId id="{ABD37650-B568-47D8-9A5D-01B2E74D2677}"/>
                  </a:ext>
                </a:extLst>
              </p:cNvPr>
              <p:cNvSpPr>
                <a:spLocks noGrp="1"/>
              </p:cNvSpPr>
              <p:nvPr/>
            </p:nvSpPr>
            <p:spPr>
              <a:xfrm flipH="1" flipV="1">
                <a:off x="385663" y="6970258"/>
                <a:ext cx="1418783" cy="161209"/>
              </a:xfrm>
              <a:prstGeom prst="line">
                <a:avLst/>
              </a:prstGeom>
              <a:ln w="2697">
                <a:solidFill>
                  <a:srgbClr val="0072B2">
                    <a:alpha val="86000"/>
                  </a:srgbClr>
                </a:solidFill>
              </a:ln>
            </p:spPr>
          </p:sp>
          <p:sp>
            <p:nvSpPr>
              <p:cNvPr id="7228" name="addition:input:227">
                <a:extLst>
                  <a:ext uri="{FF2B5EF4-FFF2-40B4-BE49-F238E27FC236}">
                    <ns2:creationId id="{53FAFF5A-A3A7-41F4-96DE-4CF3942EB35F}"/>
                  </a:ext>
                </a:extLst>
              </p:cNvPr>
              <p:cNvSpPr>
                <a:spLocks noGrp="1"/>
              </p:cNvSpPr>
              <p:nvPr/>
            </p:nvSpPr>
            <p:spPr>
              <a:xfrm flipV="1">
                <a:off x="385663" y="6040496"/>
                <a:ext cx="0" cy="929762"/>
              </a:xfrm>
              <a:prstGeom prst="line">
                <a:avLst/>
              </a:prstGeom>
              <a:ln w="2697">
                <a:solidFill>
                  <a:srgbClr val="0072B2">
                    <a:alpha val="82000"/>
                  </a:srgbClr>
                </a:solidFill>
              </a:ln>
            </p:spPr>
          </p:sp>
          <p:sp>
            <p:nvSpPr>
              <p:cNvPr id="7229" name="addition:input:228">
                <a:extLst>
                  <a:ext uri="{FF2B5EF4-FFF2-40B4-BE49-F238E27FC236}">
                    <ns2:creationId id="{E77D405A-7A70-4FF3-BA3B-8BB6D2D440EB}"/>
                  </a:ext>
                </a:extLst>
              </p:cNvPr>
              <p:cNvSpPr>
                <a:spLocks noGrp="1"/>
              </p:cNvSpPr>
              <p:nvPr/>
            </p:nvSpPr>
            <p:spPr>
              <a:xfrm>
                <a:off x="1271168" y="5525003"/>
                <a:ext cx="1328257" cy="0"/>
              </a:xfrm>
              <a:prstGeom prst="line">
                <a:avLst/>
              </a:prstGeom>
              <a:ln w="2814">
                <a:solidFill>
                  <a:srgbClr val="0072B2">
                    <a:alpha val="78000"/>
                  </a:srgbClr>
                </a:solidFill>
              </a:ln>
            </p:spPr>
          </p:sp>
          <p:sp>
            <p:nvSpPr>
              <p:cNvPr id="7230" name="addition:input:229">
                <a:extLst>
                  <a:ext uri="{FF2B5EF4-FFF2-40B4-BE49-F238E27FC236}">
                    <ns2:creationId id="{C9FF91FB-83E0-4E5A-B45F-E4F1790090E7}"/>
                  </a:ext>
                </a:extLst>
              </p:cNvPr>
              <p:cNvSpPr>
                <a:spLocks noGrp="1"/>
              </p:cNvSpPr>
              <p:nvPr/>
            </p:nvSpPr>
            <p:spPr>
              <a:xfrm>
                <a:off x="2599426" y="5525003"/>
                <a:ext cx="0" cy="875401"/>
              </a:xfrm>
              <a:prstGeom prst="line">
                <a:avLst/>
              </a:prstGeom>
              <a:ln w="2697">
                <a:solidFill>
                  <a:srgbClr val="0072B2">
                    <a:alpha val="78000"/>
                  </a:srgbClr>
                </a:solidFill>
              </a:ln>
            </p:spPr>
          </p:sp>
          <p:sp>
            <p:nvSpPr>
              <p:cNvPr id="7231" name="addition:input:230">
                <a:extLst>
                  <a:ext uri="{FF2B5EF4-FFF2-40B4-BE49-F238E27FC236}">
                    <ns2:creationId id="{A1287C97-0F3D-45F3-BB57-0C02D6ED5EA9}"/>
                  </a:ext>
                </a:extLst>
              </p:cNvPr>
              <p:cNvSpPr>
                <a:spLocks noGrp="1"/>
              </p:cNvSpPr>
              <p:nvPr/>
            </p:nvSpPr>
            <p:spPr>
              <a:xfrm flipV="1">
                <a:off x="385663" y="5525003"/>
                <a:ext cx="885505" cy="515493"/>
              </a:xfrm>
              <a:prstGeom prst="line">
                <a:avLst/>
              </a:prstGeom>
              <a:ln w="2814">
                <a:solidFill>
                  <a:srgbClr val="0072B2">
                    <a:alpha val="84000"/>
                  </a:srgbClr>
                </a:solidFill>
              </a:ln>
            </p:spPr>
          </p:sp>
          <p:sp>
            <p:nvSpPr>
              <p:cNvPr id="7232" name="addition:input:231">
                <a:extLst>
                  <a:ext uri="{FF2B5EF4-FFF2-40B4-BE49-F238E27FC236}">
                    <ns2:creationId id="{A3B0D893-04F1-46F3-AD1C-B2267EF494E3}"/>
                  </a:ext>
                </a:extLst>
              </p:cNvPr>
              <p:cNvSpPr>
                <a:spLocks noGrp="1"/>
              </p:cNvSpPr>
              <p:nvPr/>
            </p:nvSpPr>
            <p:spPr>
              <a:xfrm flipV="1">
                <a:off x="1804446" y="5525003"/>
                <a:ext cx="794979" cy="515493"/>
              </a:xfrm>
              <a:prstGeom prst="line">
                <a:avLst/>
              </a:prstGeom>
              <a:ln w="2814">
                <a:solidFill>
                  <a:srgbClr val="0072B2">
                    <a:alpha val="84000"/>
                  </a:srgbClr>
                </a:solidFill>
              </a:ln>
            </p:spPr>
          </p:sp>
          <p:sp>
            <p:nvSpPr>
              <p:cNvPr id="7233" name="addition:input:232">
                <a:extLst>
                  <a:ext uri="{FF2B5EF4-FFF2-40B4-BE49-F238E27FC236}">
                    <ns2:creationId id="{029093A7-1DFB-46B9-A362-87193BC9E3A2}"/>
                  </a:ext>
                </a:extLst>
              </p:cNvPr>
              <p:cNvSpPr>
                <a:spLocks noGrp="1"/>
              </p:cNvSpPr>
              <p:nvPr/>
            </p:nvSpPr>
            <p:spPr>
              <a:xfrm flipV="1">
                <a:off x="1804446" y="6400404"/>
                <a:ext cx="794979" cy="731063"/>
              </a:xfrm>
              <a:prstGeom prst="line">
                <a:avLst/>
              </a:prstGeom>
              <a:ln w="2697">
                <a:solidFill>
                  <a:srgbClr val="0072B2">
                    <a:alpha val="84000"/>
                  </a:srgbClr>
                </a:solidFill>
              </a:ln>
            </p:spPr>
          </p:sp>
          <p:sp>
            <p:nvSpPr>
              <p:cNvPr id="7234" name="addition:input:233">
                <a:extLst>
                  <a:ext uri="{FF2B5EF4-FFF2-40B4-BE49-F238E27FC236}">
                    <ns2:creationId id="{558F364A-C956-4DE7-9DF3-BC2FAFA578AE}"/>
                  </a:ext>
                </a:extLst>
              </p:cNvPr>
              <p:cNvSpPr>
                <a:spLocks noGrp="1"/>
              </p:cNvSpPr>
              <p:nvPr/>
            </p:nvSpPr>
            <p:spPr>
              <a:xfrm flipV="1">
                <a:off x="385663" y="6452890"/>
                <a:ext cx="885505" cy="517368"/>
              </a:xfrm>
              <a:prstGeom prst="line">
                <a:avLst/>
              </a:prstGeom>
              <a:ln w="2228">
                <a:solidFill>
                  <a:srgbClr val="0072B2">
                    <a:alpha val="34000"/>
                  </a:srgbClr>
                </a:solidFill>
              </a:ln>
            </p:spPr>
          </p:sp>
          <p:sp>
            <p:nvSpPr>
              <p:cNvPr id="7235" name="addition:input:234">
                <a:extLst>
                  <a:ext uri="{FF2B5EF4-FFF2-40B4-BE49-F238E27FC236}">
                    <ns2:creationId id="{E4DE8AB4-ACE9-4D15-9FB8-8F97337C44BE}"/>
                  </a:ext>
                </a:extLst>
              </p:cNvPr>
              <p:cNvSpPr>
                <a:spLocks noGrp="1"/>
              </p:cNvSpPr>
              <p:nvPr/>
            </p:nvSpPr>
            <p:spPr>
              <a:xfrm flipV="1">
                <a:off x="1271168" y="6400404"/>
                <a:ext cx="1328257" cy="52487"/>
              </a:xfrm>
              <a:prstGeom prst="line">
                <a:avLst/>
              </a:prstGeom>
              <a:ln w="2199">
                <a:solidFill>
                  <a:srgbClr val="0072B2">
                    <a:alpha val="32000"/>
                  </a:srgbClr>
                </a:solidFill>
              </a:ln>
            </p:spPr>
          </p:sp>
          <p:sp>
            <p:nvSpPr>
              <p:cNvPr id="7236" name="addition:input:235">
                <a:extLst>
                  <a:ext uri="{FF2B5EF4-FFF2-40B4-BE49-F238E27FC236}">
                    <ns2:creationId id="{84693031-D913-46C7-BEEF-CBC153F5753A}"/>
                  </a:ext>
                </a:extLst>
              </p:cNvPr>
              <p:cNvSpPr>
                <a:spLocks noGrp="1"/>
              </p:cNvSpPr>
              <p:nvPr/>
            </p:nvSpPr>
            <p:spPr>
              <a:xfrm>
                <a:off x="1271168" y="5525003"/>
                <a:ext cx="0" cy="927887"/>
              </a:xfrm>
              <a:prstGeom prst="line">
                <a:avLst/>
              </a:prstGeom>
              <a:ln w="2199">
                <a:solidFill>
                  <a:srgbClr val="0072B2">
                    <a:alpha val="40000"/>
                  </a:srgbClr>
                </a:solidFill>
              </a:ln>
            </p:spPr>
          </p:sp>
          <p:sp>
            <p:nvSpPr>
              <p:cNvPr id="7237" name="addition:input:251">
                <a:extLst>
                  <a:ext uri="{FF2B5EF4-FFF2-40B4-BE49-F238E27FC236}">
                    <ns2:creationId id="{64693E68-519B-4EE2-9BCB-F714409FBB53}"/>
                  </a:ext>
                </a:extLst>
              </p:cNvPr>
              <p:cNvSpPr>
                <a:spLocks noGrp="1"/>
              </p:cNvSpPr>
              <p:nvPr/>
            </p:nvSpPr>
            <p:spPr>
              <a:xfrm flipV="1">
                <a:off x="2299868" y="6351666"/>
                <a:ext cx="411480" cy="442387"/>
              </a:xfrm>
              <a:prstGeom prst="line">
                <a:avLst/>
              </a:prstGeom>
              <a:ln w="4808">
                <a:solidFill>
                  <a:srgbClr val="263238">
                    <a:alpha val="100000"/>
                  </a:srgbClr>
                </a:solidFill>
              </a:ln>
            </p:spPr>
          </p:sp>
          <p:sp>
            <p:nvSpPr>
              <p:cNvPr id="7238" name="addition:input:252">
                <a:extLst>
                  <a:ext uri="{FF2B5EF4-FFF2-40B4-BE49-F238E27FC236}">
                    <ns2:creationId id="{796D48AE-BC08-4169-8EF5-0CC5E8AD0D3D}"/>
                  </a:ext>
                </a:extLst>
              </p:cNvPr>
              <p:cNvSpPr>
                <a:spLocks noGrp="1"/>
              </p:cNvSpPr>
              <p:nvPr/>
            </p:nvSpPr>
            <p:spPr>
              <a:xfrm>
                <a:off x="209550" y="5438775"/>
                <a:ext cx="2501798" cy="950382"/>
              </a:xfrm>
              <a:custGeom>
                <a:rect l="l" t="t" r="r" b="b"/>
                <a:pathLst>
                  <a:path w="1520" h="507">
                    <a:moveTo>
                      <a:pt x="0" y="0"/>
                    </a:moveTo>
                    <a:moveTo>
                      <a:pt x="1520" y="487"/>
                    </a:moveTo>
                    <a:lnTo>
                      <a:pt x="1511" y="507"/>
                    </a:lnTo>
                    <a:lnTo>
                      <a:pt x="1500" y="494"/>
                    </a:lnTo>
                    <a:close/>
                  </a:path>
                </a:pathLst>
              </a:custGeom>
              <a:solidFill>
                <a:srgbClr val="263238">
                  <a:alpha val="100000"/>
                </a:srgbClr>
              </a:solidFill>
              <a:ln>
                <a:noFill/>
              </a:ln>
            </p:spPr>
            <p:txBody>
              <a:bodyPr anchor="ctr"/>
              <a:lstStyle/>
              <a:p>
                <a:pPr algn="ctr">
                  <a:buNone/>
                </a:pPr>
              </a:p>
            </p:txBody>
          </p:sp>
          <p:sp>
            <p:nvSpPr>
              <p:cNvPr id="7239" name="addition:input:253">
                <a:extLst>
                  <a:ext uri="{FF2B5EF4-FFF2-40B4-BE49-F238E27FC236}">
                    <ns2:creationId id="{D39A3613-5775-46AF-978F-3D430C7D9F6F}"/>
                  </a:ext>
                </a:extLst>
              </p:cNvPr>
              <p:cNvSpPr>
                <a:spLocks noGrp="1"/>
              </p:cNvSpPr>
              <p:nvPr/>
            </p:nvSpPr>
            <p:spPr>
              <a:xfrm flipH="1">
                <a:off x="2299868" y="6351666"/>
                <a:ext cx="411480" cy="442387"/>
              </a:xfrm>
              <a:prstGeom prst="line">
                <a:avLst/>
              </a:prstGeom>
              <a:ln w="4808">
                <a:solidFill>
                  <a:srgbClr val="263238">
                    <a:alpha val="100000"/>
                  </a:srgbClr>
                </a:solidFill>
              </a:ln>
            </p:spPr>
          </p:sp>
          <p:sp>
            <p:nvSpPr>
              <p:cNvPr id="7240" name="addition:input:254">
                <a:extLst>
                  <a:ext uri="{FF2B5EF4-FFF2-40B4-BE49-F238E27FC236}">
                    <ns2:creationId id="{FB8820D2-43CC-4037-9726-15322D8BF08C}"/>
                  </a:ext>
                </a:extLst>
              </p:cNvPr>
              <p:cNvSpPr>
                <a:spLocks noGrp="1"/>
              </p:cNvSpPr>
              <p:nvPr/>
            </p:nvSpPr>
            <p:spPr>
              <a:xfrm>
                <a:off x="209550" y="5438775"/>
                <a:ext cx="2123237" cy="1355278"/>
              </a:xfrm>
              <a:custGeom>
                <a:rect l="l" t="t" r="r" b="b"/>
                <a:pathLst>
                  <a:path w="1290" h="723">
                    <a:moveTo>
                      <a:pt x="0" y="0"/>
                    </a:moveTo>
                    <a:moveTo>
                      <a:pt x="1270" y="723"/>
                    </a:moveTo>
                    <a:lnTo>
                      <a:pt x="1279" y="703"/>
                    </a:lnTo>
                    <a:lnTo>
                      <a:pt x="1290" y="716"/>
                    </a:lnTo>
                    <a:close/>
                  </a:path>
                </a:pathLst>
              </a:custGeom>
              <a:solidFill>
                <a:srgbClr val="263238">
                  <a:alpha val="100000"/>
                </a:srgbClr>
              </a:solidFill>
              <a:ln>
                <a:noFill/>
              </a:ln>
            </p:spPr>
            <p:txBody>
              <a:bodyPr anchor="ctr"/>
              <a:lstStyle/>
              <a:p>
                <a:pPr algn="ctr">
                  <a:buNone/>
                </a:pPr>
              </a:p>
            </p:txBody>
          </p:sp>
          <p:sp>
            <p:nvSpPr>
              <p:cNvPr id="7749" name="addition:input:t">
                <a:extLst>
                  <a:ext uri="{FF2B5EF4-FFF2-40B4-BE49-F238E27FC236}">
                    <ns2:creationId id="{5B42B236-C663-4AA5-A720-E65DF3F3F729}"/>
                  </a:ext>
                </a:extLst>
              </p:cNvPr>
              <p:cNvSpPr>
                <a:spLocks noGrp="1"/>
              </p:cNvSpPr>
              <p:nvPr/>
            </p:nvSpPr>
            <p:spPr>
              <a:xfrm>
                <a:off x="2562225" y="6534150"/>
                <a:ext cx="171450" cy="266700"/>
              </a:xfrm>
              <a:prstGeom prst="rect">
                <a:avLst/>
              </a:prstGeom>
              <a:noFill/>
              <a:ln w="0">
                <a:noFill/>
              </a:ln>
            </p:spPr>
            <p:txBody>
              <a:bodyPr wrap="none" lIns="0" tIns="0" rIns="0" bIns="0" anchor="ctr"/>
              <a:lstStyle>
                <a:defPPr>
                  <a:defRPr sz="885">
                    <a:solidFill>
                      <a:srgbClr val="263238"/>
                    </a:solidFill>
                    <a:latin typeface="Arial"/>
                    <a:ea typeface="Arial"/>
                    <a:cs typeface="Arial"/>
                  </a:defRPr>
                </a:defPPr>
                <a:lvl1pPr>
                  <a:defRPr sz="885">
                    <a:solidFill>
                      <a:srgbClr val="263238"/>
                    </a:solidFill>
                    <a:latin typeface="Arial"/>
                    <a:ea typeface="Arial"/>
                    <a:cs typeface="Arial"/>
                  </a:defRPr>
                </a:lvl1pPr>
                <a:lvl2pPr>
                  <a:defRPr sz="885">
                    <a:solidFill>
                      <a:srgbClr val="263238"/>
                    </a:solidFill>
                    <a:latin typeface="Arial"/>
                    <a:ea typeface="Arial"/>
                    <a:cs typeface="Arial"/>
                  </a:defRPr>
                </a:lvl2pPr>
                <a:lvl3pPr>
                  <a:defRPr sz="885">
                    <a:solidFill>
                      <a:srgbClr val="263238"/>
                    </a:solidFill>
                    <a:latin typeface="Arial"/>
                    <a:ea typeface="Arial"/>
                    <a:cs typeface="Arial"/>
                  </a:defRPr>
                </a:lvl3pPr>
                <a:lvl4pPr>
                  <a:defRPr sz="885">
                    <a:solidFill>
                      <a:srgbClr val="263238"/>
                    </a:solidFill>
                    <a:latin typeface="Arial"/>
                    <a:ea typeface="Arial"/>
                    <a:cs typeface="Arial"/>
                  </a:defRPr>
                </a:lvl4pPr>
                <a:lvl5pPr>
                  <a:defRPr sz="885">
                    <a:solidFill>
                      <a:srgbClr val="263238"/>
                    </a:solidFill>
                    <a:latin typeface="Arial"/>
                    <a:ea typeface="Arial"/>
                    <a:cs typeface="Arial"/>
                  </a:defRPr>
                </a:lvl5pPr>
                <a:lvl6pPr>
                  <a:defRPr sz="885">
                    <a:solidFill>
                      <a:srgbClr val="263238"/>
                    </a:solidFill>
                    <a:latin typeface="Arial"/>
                    <a:ea typeface="Arial"/>
                    <a:cs typeface="Arial"/>
                  </a:defRPr>
                </a:lvl6pPr>
                <a:lvl7pPr>
                  <a:defRPr sz="885">
                    <a:solidFill>
                      <a:srgbClr val="263238"/>
                    </a:solidFill>
                    <a:latin typeface="Arial"/>
                    <a:ea typeface="Arial"/>
                    <a:cs typeface="Arial"/>
                  </a:defRPr>
                </a:lvl7pPr>
                <a:lvl8pPr>
                  <a:defRPr sz="885">
                    <a:solidFill>
                      <a:srgbClr val="263238"/>
                    </a:solidFill>
                    <a:latin typeface="Arial"/>
                    <a:ea typeface="Arial"/>
                    <a:cs typeface="Arial"/>
                  </a:defRPr>
                </a:lvl8pPr>
                <a:lvl9pPr>
                  <a:defRPr sz="885">
                    <a:solidFill>
                      <a:srgbClr val="263238"/>
                    </a:solidFill>
                    <a:latin typeface="Arial"/>
                    <a:ea typeface="Arial"/>
                    <a:cs typeface="Arial"/>
                  </a:defRPr>
                </a:lvl9pPr>
              </a:lstStyle>
              <a:p>
                <a:pPr>
                  <a:defRPr sz="885">
                    <a:solidFill>
                      <a:srgbClr val="263238"/>
                    </a:solidFill>
                    <a:latin typeface="Arial"/>
                    <a:ea typeface="Arial"/>
                    <a:cs typeface="Arial"/>
                  </a:defRPr>
                </a:pPr>
                <a:r>
                  <a:rPr sz="885">
                    <a:solidFill>
                      <a:srgbClr val="263238"/>
                    </a:solidFill>
                    <a:latin typeface="Arial"/>
                    <a:ea typeface="Arial"/>
                    <a:cs typeface="Arial"/>
                  </a:rPr>
                  <a:t>t</a:t>
                </a:r>
              </a:p>
            </p:txBody>
          </p:sp>
        </p:grpSp>
        <p:sp>
          <p:nvSpPr>
            <p:cNvPr id="22001" name="input:alternative:or">
              <a:extLst>
                <a:ext uri="{FF2B5EF4-FFF2-40B4-BE49-F238E27FC236}">
                  <ns2:creationId id="{BBD08814-B9F0-49B1-92A9-82F72D76300D}"/>
                </a:ext>
              </a:extLst>
            </p:cNvPr>
            <p:cNvSpPr>
              <a:spLocks noGrp="1"/>
            </p:cNvSpPr>
            <p:nvPr/>
          </p:nvSpPr>
          <p:spPr>
            <a:xfrm>
              <a:off x="1143000" y="4448175"/>
              <a:ext cx="819150" cy="342900"/>
            </a:xfrm>
            <a:prstGeom prst="rect">
              <a:avLst/>
            </a:prstGeom>
            <a:noFill/>
            <a:ln w="0">
              <a:noFill/>
            </a:ln>
          </p:spPr>
          <p:txBody>
            <a:bodyPr wrap="none" lIns="0" tIns="0" rIns="0" bIns="0" anchor="ctr"/>
            <a:lstStyle>
              <a:defPPr algn="ctr">
                <a:defRPr sz="923">
                  <a:solidFill>
                    <a:srgbClr val="000000"/>
                  </a:solidFill>
                  <a:latin typeface="Arial"/>
                  <a:ea typeface="Arial"/>
                  <a:cs typeface="Arial"/>
                </a:defRPr>
              </a:defPPr>
              <a:lvl1pPr algn="ctr">
                <a:defRPr sz="923">
                  <a:solidFill>
                    <a:srgbClr val="000000"/>
                  </a:solidFill>
                  <a:latin typeface="Arial"/>
                  <a:ea typeface="Arial"/>
                  <a:cs typeface="Arial"/>
                </a:defRPr>
              </a:lvl1pPr>
              <a:lvl2pPr algn="ctr">
                <a:defRPr sz="923">
                  <a:solidFill>
                    <a:srgbClr val="000000"/>
                  </a:solidFill>
                  <a:latin typeface="Arial"/>
                  <a:ea typeface="Arial"/>
                  <a:cs typeface="Arial"/>
                </a:defRPr>
              </a:lvl2pPr>
              <a:lvl3pPr algn="ctr">
                <a:defRPr sz="923">
                  <a:solidFill>
                    <a:srgbClr val="000000"/>
                  </a:solidFill>
                  <a:latin typeface="Arial"/>
                  <a:ea typeface="Arial"/>
                  <a:cs typeface="Arial"/>
                </a:defRPr>
              </a:lvl3pPr>
              <a:lvl4pPr algn="ctr">
                <a:defRPr sz="923">
                  <a:solidFill>
                    <a:srgbClr val="000000"/>
                  </a:solidFill>
                  <a:latin typeface="Arial"/>
                  <a:ea typeface="Arial"/>
                  <a:cs typeface="Arial"/>
                </a:defRPr>
              </a:lvl4pPr>
              <a:lvl5pPr algn="ctr">
                <a:defRPr sz="923">
                  <a:solidFill>
                    <a:srgbClr val="000000"/>
                  </a:solidFill>
                  <a:latin typeface="Arial"/>
                  <a:ea typeface="Arial"/>
                  <a:cs typeface="Arial"/>
                </a:defRPr>
              </a:lvl5pPr>
              <a:lvl6pPr algn="ctr">
                <a:defRPr sz="923">
                  <a:solidFill>
                    <a:srgbClr val="000000"/>
                  </a:solidFill>
                  <a:latin typeface="Arial"/>
                  <a:ea typeface="Arial"/>
                  <a:cs typeface="Arial"/>
                </a:defRPr>
              </a:lvl6pPr>
              <a:lvl7pPr algn="ctr">
                <a:defRPr sz="923">
                  <a:solidFill>
                    <a:srgbClr val="000000"/>
                  </a:solidFill>
                  <a:latin typeface="Arial"/>
                  <a:ea typeface="Arial"/>
                  <a:cs typeface="Arial"/>
                </a:defRPr>
              </a:lvl7pPr>
              <a:lvl8pPr algn="ctr">
                <a:defRPr sz="923">
                  <a:solidFill>
                    <a:srgbClr val="000000"/>
                  </a:solidFill>
                  <a:latin typeface="Arial"/>
                  <a:ea typeface="Arial"/>
                  <a:cs typeface="Arial"/>
                </a:defRPr>
              </a:lvl8pPr>
              <a:lvl9pPr algn="ctr">
                <a:defRPr sz="923">
                  <a:solidFill>
                    <a:srgbClr val="000000"/>
                  </a:solidFill>
                  <a:latin typeface="Arial"/>
                  <a:ea typeface="Arial"/>
                  <a:cs typeface="Arial"/>
                </a:defRPr>
              </a:lvl9pPr>
            </a:lstStyle>
            <a:p>
              <a:pPr algn="ctr">
                <a:defRPr sz="923">
                  <a:solidFill>
                    <a:srgbClr val="000000"/>
                  </a:solidFill>
                  <a:latin typeface="Arial"/>
                  <a:ea typeface="Arial"/>
                  <a:cs typeface="Arial"/>
                </a:defRPr>
              </a:pPr>
              <a:r>
                <a:rPr sz="923">
                  <a:solidFill>
                    <a:srgbClr val="000000"/>
                  </a:solidFill>
                  <a:latin typeface="Arial"/>
                  <a:ea typeface="Arial"/>
                  <a:cs typeface="Arial"/>
                </a:rPr>
                <a:t>or</a:t>
              </a:r>
            </a:p>
          </p:txBody>
        </p:sp>
      </p:grpSp>
    </p:spTree>
    <p:extLst>
      <p:ext uri="{BB962C8B-B14F-4D97-AF65-F5344CB8AC3E}">
        <ns3:creationId val="634803795"/>
      </p:ext>
    </p:extLst>
  </p:cSld>
</p:sld>
</file>

<file path=ppt/slides/slide4.xml><?xml version="1.0" encoding="utf-8"?>
<p:sld xmlns:a="http://schemas.openxmlformats.org/drawingml/2006/main" xmlns:ns2="http://schemas.microsoft.com/office/drawing/2014/main" xmlns:ns3="http://schemas.microsoft.com/office/powerpoint/2010/main" xmlns:p="http://schemas.openxmlformats.org/presentationml/2006/main">
  <p:cSld>
    <p:bg>
      <p:bgPr>
        <a:solidFill>
          <a:srgbClr val="FFFFFF"/>
        </a:solidFill>
      </p:bgPr>
    </p:bg>
    <p:spTree>
      <p:nvGrpSpPr>
        <p:cNvPr id="1" name=""/>
        <p:cNvGrpSpPr/>
        <p:nvPr/>
      </p:nvGrpSpPr>
      <p:grpSpPr>
        <a:xfrm/>
      </p:grpSpPr>
      <p:grpSp>
        <p:nvGrpSpPr>
          <p:cNvPr id="110" name="Manuscript Figure 4: Hierarchy–position conflict and scalar filling"/>
          <p:cNvGrpSpPr/>
          <p:nvPr/>
        </p:nvGrpSpPr>
        <p:grpSpPr>
          <a:xfrm>
            <a:off x="1630017" y="0"/>
            <a:ext cx="9541565" cy="6096000"/>
            <a:chOff x="0" y="0"/>
            <a:chExt cx="8572500" cy="5476875"/>
          </a:xfrm>
        </p:grpSpPr>
        <p:sp>
          <p:nvSpPr>
            <p:cNvPr id="98" name="A_title">
              <a:extLst>
                <a:ext uri="{FF2B5EF4-FFF2-40B4-BE49-F238E27FC236}">
                  <ns2:creationId id="{26A3EFCE-F428-4C03-B6E6-A847A1938BFC}"/>
                </a:ext>
              </a:extLst>
            </p:cNvPr>
            <p:cNvSpPr>
              <a:spLocks noGrp="1"/>
            </p:cNvSpPr>
            <p:nvPr/>
          </p:nvSpPr>
          <p:spPr>
            <a:xfrm rot="0" flipH="0" flipV="0">
              <a:off x="171450" y="66675"/>
              <a:ext cx="8229600" cy="361950"/>
            </a:xfrm>
            <a:prstGeom prst="rect">
              <a:avLst/>
            </a:prstGeom>
            <a:noFill/>
            <a:ln w="0">
              <a:noFill/>
            </a:ln>
          </p:spPr>
          <p:txBody>
            <a:bodyPr wrap="none" lIns="0" tIns="0" rIns="0" bIns="0" anchor="ctr">
              <a:noAutofit/>
            </a:bodyPr>
            <a:lstStyle>
              <a:defPPr algn="l">
                <a:defRPr sz="2421" b="1">
                  <a:solidFill>
                    <a:srgbClr val="000000"/>
                  </a:solidFill>
                  <a:latin typeface="Arial"/>
                  <a:ea typeface="Arial"/>
                  <a:cs typeface="Arial"/>
                </a:defRPr>
              </a:defPPr>
              <a:lvl1pPr algn="l">
                <a:defRPr sz="2421" b="1">
                  <a:solidFill>
                    <a:srgbClr val="000000"/>
                  </a:solidFill>
                  <a:latin typeface="Arial"/>
                  <a:ea typeface="Arial"/>
                  <a:cs typeface="Arial"/>
                </a:defRPr>
              </a:lvl1pPr>
              <a:lvl2pPr algn="l">
                <a:defRPr sz="2421" b="1">
                  <a:solidFill>
                    <a:srgbClr val="000000"/>
                  </a:solidFill>
                  <a:latin typeface="Arial"/>
                  <a:ea typeface="Arial"/>
                  <a:cs typeface="Arial"/>
                </a:defRPr>
              </a:lvl2pPr>
              <a:lvl3pPr algn="l">
                <a:defRPr sz="2421" b="1">
                  <a:solidFill>
                    <a:srgbClr val="000000"/>
                  </a:solidFill>
                  <a:latin typeface="Arial"/>
                  <a:ea typeface="Arial"/>
                  <a:cs typeface="Arial"/>
                </a:defRPr>
              </a:lvl3pPr>
              <a:lvl4pPr algn="l">
                <a:defRPr sz="2421" b="1">
                  <a:solidFill>
                    <a:srgbClr val="000000"/>
                  </a:solidFill>
                  <a:latin typeface="Arial"/>
                  <a:ea typeface="Arial"/>
                  <a:cs typeface="Arial"/>
                </a:defRPr>
              </a:lvl4pPr>
              <a:lvl5pPr algn="l">
                <a:defRPr sz="2421" b="1">
                  <a:solidFill>
                    <a:srgbClr val="000000"/>
                  </a:solidFill>
                  <a:latin typeface="Arial"/>
                  <a:ea typeface="Arial"/>
                  <a:cs typeface="Arial"/>
                </a:defRPr>
              </a:lvl5pPr>
              <a:lvl6pPr algn="l">
                <a:defRPr sz="2421" b="1">
                  <a:solidFill>
                    <a:srgbClr val="000000"/>
                  </a:solidFill>
                  <a:latin typeface="Arial"/>
                  <a:ea typeface="Arial"/>
                  <a:cs typeface="Arial"/>
                </a:defRPr>
              </a:lvl6pPr>
              <a:lvl7pPr algn="l">
                <a:defRPr sz="2421" b="1">
                  <a:solidFill>
                    <a:srgbClr val="000000"/>
                  </a:solidFill>
                  <a:latin typeface="Arial"/>
                  <a:ea typeface="Arial"/>
                  <a:cs typeface="Arial"/>
                </a:defRPr>
              </a:lvl7pPr>
              <a:lvl8pPr algn="l">
                <a:defRPr sz="2421" b="1">
                  <a:solidFill>
                    <a:srgbClr val="000000"/>
                  </a:solidFill>
                  <a:latin typeface="Arial"/>
                  <a:ea typeface="Arial"/>
                  <a:cs typeface="Arial"/>
                </a:defRPr>
              </a:lvl8pPr>
              <a:lvl9pPr algn="l">
                <a:defRPr sz="2421" b="1">
                  <a:solidFill>
                    <a:srgbClr val="000000"/>
                  </a:solidFill>
                  <a:latin typeface="Arial"/>
                  <a:ea typeface="Arial"/>
                  <a:cs typeface="Arial"/>
                </a:defRPr>
              </a:lvl9pPr>
            </a:lstStyle>
            <a:p>
              <a:pPr algn="l">
                <a:defRPr sz="2421" b="1">
                  <a:solidFill>
                    <a:srgbClr val="000000"/>
                  </a:solidFill>
                  <a:latin typeface="Arial"/>
                  <a:ea typeface="Arial"/>
                  <a:cs typeface="Arial"/>
                </a:defRPr>
              </a:pPr>
              <a:r>
                <a:rPr sz="2421" b="1">
                  <a:solidFill>
                    <a:srgbClr val="000000"/>
                  </a:solidFill>
                  <a:latin typeface="Arial"/>
                  <a:ea typeface="Arial"/>
                  <a:cs typeface="Arial"/>
                </a:rPr>
                <a:t>(a)  Hierarchy–position conflict</a:t>
              </a:r>
            </a:p>
          </p:txBody>
        </p:sp>
        <p:sp>
          <p:nvSpPr>
            <p:cNvPr id="2" name="topology_edge">
              <a:extLst>
                <a:ext uri="{FF2B5EF4-FFF2-40B4-BE49-F238E27FC236}">
                  <ns2:creationId id="{A259777D-C2DC-4141-ADCB-86DFF02FE69B}"/>
                </a:ext>
              </a:extLst>
            </p:cNvPr>
            <p:cNvSpPr>
              <a:spLocks noGrp="1"/>
            </p:cNvSpPr>
            <p:nvPr/>
          </p:nvSpPr>
          <p:spPr>
            <a:xfrm rot="0" flipH="0" flipV="0">
              <a:off x="1123950" y="567585"/>
              <a:ext cx="95" cy="473773"/>
            </a:xfrm>
            <a:custGeom>
              <a:pathLst>
                <a:path w="95" h="473773">
                  <a:moveTo>
                    <a:pt x="0" y="0"/>
                  </a:moveTo>
                  <a:lnTo>
                    <a:pt x="0" y="473773"/>
                  </a:lnTo>
                </a:path>
              </a:pathLst>
            </a:custGeom>
            <a:noFill/>
            <a:ln w="19083">
              <a:solidFill>
                <a:srgbClr val="263238"/>
              </a:solidFill>
              <a:prstDash val="solid"/>
            </a:ln>
          </p:spPr>
        </p:sp>
        <p:sp>
          <p:nvSpPr>
            <p:cNvPr id="3" name="topology_edge">
              <a:extLst>
                <a:ext uri="{FF2B5EF4-FFF2-40B4-BE49-F238E27FC236}">
                  <ns2:creationId id="{93FA9582-EA9B-4AB8-8083-ED23EBDF20AF}"/>
                </a:ext>
              </a:extLst>
            </p:cNvPr>
            <p:cNvSpPr>
              <a:spLocks noGrp="1"/>
            </p:cNvSpPr>
            <p:nvPr/>
          </p:nvSpPr>
          <p:spPr>
            <a:xfrm rot="0" flipH="0" flipV="0">
              <a:off x="1123950" y="1041359"/>
              <a:ext cx="95" cy="525380"/>
            </a:xfrm>
            <a:custGeom>
              <a:pathLst>
                <a:path w="95" h="525380">
                  <a:moveTo>
                    <a:pt x="0" y="0"/>
                  </a:moveTo>
                  <a:lnTo>
                    <a:pt x="0" y="525380"/>
                  </a:lnTo>
                </a:path>
              </a:pathLst>
            </a:custGeom>
            <a:noFill/>
            <a:ln w="19083">
              <a:solidFill>
                <a:srgbClr val="263238"/>
              </a:solidFill>
              <a:prstDash val="solid"/>
            </a:ln>
          </p:spPr>
        </p:sp>
        <p:sp>
          <p:nvSpPr>
            <p:cNvPr id="4" name="topology_edge">
              <a:extLst>
                <a:ext uri="{FF2B5EF4-FFF2-40B4-BE49-F238E27FC236}">
                  <ns2:creationId id="{0B3520F8-81F0-48F8-8BF3-2517FB2C0F84}"/>
                </a:ext>
              </a:extLst>
            </p:cNvPr>
            <p:cNvSpPr>
              <a:spLocks noGrp="1"/>
            </p:cNvSpPr>
            <p:nvPr/>
          </p:nvSpPr>
          <p:spPr>
            <a:xfrm rot="0" flipH="0" flipV="0">
              <a:off x="643490" y="1566739"/>
              <a:ext cx="480460" cy="356502"/>
            </a:xfrm>
            <a:custGeom>
              <a:pathLst>
                <a:path w="480460" h="356502">
                  <a:moveTo>
                    <a:pt x="480460" y="0"/>
                  </a:moveTo>
                  <a:lnTo>
                    <a:pt x="0" y="356502"/>
                  </a:lnTo>
                </a:path>
              </a:pathLst>
            </a:custGeom>
            <a:noFill/>
            <a:ln w="19083">
              <a:solidFill>
                <a:srgbClr val="263238"/>
              </a:solidFill>
              <a:prstDash val="solid"/>
            </a:ln>
          </p:spPr>
        </p:sp>
        <p:sp>
          <p:nvSpPr>
            <p:cNvPr id="5" name="topology_edge">
              <a:extLst>
                <a:ext uri="{FF2B5EF4-FFF2-40B4-BE49-F238E27FC236}">
                  <ns2:creationId id="{A339B99F-BA7C-41FE-BFC1-DA1A2093210C}"/>
                </a:ext>
              </a:extLst>
            </p:cNvPr>
            <p:cNvSpPr>
              <a:spLocks noGrp="1"/>
            </p:cNvSpPr>
            <p:nvPr/>
          </p:nvSpPr>
          <p:spPr>
            <a:xfrm rot="0" flipH="0" flipV="0">
              <a:off x="1123950" y="1566739"/>
              <a:ext cx="481165" cy="356502"/>
            </a:xfrm>
            <a:custGeom>
              <a:pathLst>
                <a:path w="481165" h="356502">
                  <a:moveTo>
                    <a:pt x="0" y="0"/>
                  </a:moveTo>
                  <a:lnTo>
                    <a:pt x="481165" y="356502"/>
                  </a:lnTo>
                </a:path>
              </a:pathLst>
            </a:custGeom>
            <a:noFill/>
            <a:ln w="19083">
              <a:solidFill>
                <a:srgbClr val="263238"/>
              </a:solidFill>
              <a:prstDash val="solid"/>
            </a:ln>
          </p:spPr>
        </p:sp>
        <p:sp>
          <p:nvSpPr>
            <p:cNvPr id="6" name="topology_edge">
              <a:extLst>
                <a:ext uri="{FF2B5EF4-FFF2-40B4-BE49-F238E27FC236}">
                  <ns2:creationId id="{BE97096A-3345-4180-8076-93ACEF27DD6D}"/>
                </a:ext>
              </a:extLst>
            </p:cNvPr>
            <p:cNvSpPr>
              <a:spLocks noGrp="1"/>
            </p:cNvSpPr>
            <p:nvPr/>
          </p:nvSpPr>
          <p:spPr>
            <a:xfrm rot="0" flipH="0" flipV="0">
              <a:off x="1123950" y="1041359"/>
              <a:ext cx="884587" cy="95"/>
            </a:xfrm>
            <a:custGeom>
              <a:pathLst>
                <a:path w="884587" h="95">
                  <a:moveTo>
                    <a:pt x="0" y="0"/>
                  </a:moveTo>
                  <a:lnTo>
                    <a:pt x="884587" y="0"/>
                  </a:lnTo>
                </a:path>
              </a:pathLst>
            </a:custGeom>
            <a:noFill/>
            <a:ln w="19083">
              <a:solidFill>
                <a:srgbClr val="263238"/>
              </a:solidFill>
              <a:prstDash val="solid"/>
            </a:ln>
          </p:spPr>
        </p:sp>
        <p:sp>
          <p:nvSpPr>
            <p:cNvPr id="7" name="topology_edge">
              <a:extLst>
                <a:ext uri="{FF2B5EF4-FFF2-40B4-BE49-F238E27FC236}">
                  <ns2:creationId id="{03DC3BB0-438D-4784-B742-601A9149D007}"/>
                </a:ext>
              </a:extLst>
            </p:cNvPr>
            <p:cNvSpPr>
              <a:spLocks noGrp="1"/>
            </p:cNvSpPr>
            <p:nvPr/>
          </p:nvSpPr>
          <p:spPr>
            <a:xfrm rot="0" flipH="0" flipV="0">
              <a:off x="2008537" y="1041359"/>
              <a:ext cx="95" cy="881882"/>
            </a:xfrm>
            <a:custGeom>
              <a:pathLst>
                <a:path w="95" h="881882">
                  <a:moveTo>
                    <a:pt x="0" y="0"/>
                  </a:moveTo>
                  <a:lnTo>
                    <a:pt x="0" y="881882"/>
                  </a:lnTo>
                </a:path>
              </a:pathLst>
            </a:custGeom>
            <a:noFill/>
            <a:ln w="19083">
              <a:solidFill>
                <a:srgbClr val="263238"/>
              </a:solidFill>
              <a:prstDash val="solid"/>
            </a:ln>
          </p:spPr>
        </p:sp>
        <p:sp>
          <p:nvSpPr>
            <p:cNvPr id="8" name="root_diamond">
              <a:extLst>
                <a:ext uri="{FF2B5EF4-FFF2-40B4-BE49-F238E27FC236}">
                  <ns2:creationId id="{62B7AEEA-4966-4FBA-A0E3-5EB465E3652B}"/>
                </a:ext>
              </a:extLst>
            </p:cNvPr>
            <p:cNvSpPr>
              <a:spLocks noGrp="1"/>
            </p:cNvSpPr>
            <p:nvPr/>
          </p:nvSpPr>
          <p:spPr>
            <a:xfrm rot="0" flipH="0" flipV="0">
              <a:off x="1023097" y="466732"/>
              <a:ext cx="201707" cy="201707"/>
            </a:xfrm>
            <a:prstGeom prst="diamond">
              <a:avLst/>
            </a:prstGeom>
            <a:solidFill>
              <a:srgbClr val="8C8C8C"/>
            </a:solidFill>
            <a:ln w="16433">
              <a:solidFill>
                <a:srgbClr val="263238"/>
              </a:solidFill>
              <a:prstDash val="solid"/>
            </a:ln>
          </p:spPr>
        </p:sp>
        <p:sp>
          <p:nvSpPr>
            <p:cNvPr id="9" name="s2_saddle">
              <a:extLst>
                <a:ext uri="{FF2B5EF4-FFF2-40B4-BE49-F238E27FC236}">
                  <ns2:creationId id="{C34ACA23-036C-43CA-A7DB-757925187161}"/>
                </a:ext>
              </a:extLst>
            </p:cNvPr>
            <p:cNvSpPr>
              <a:spLocks noGrp="1"/>
            </p:cNvSpPr>
            <p:nvPr/>
          </p:nvSpPr>
          <p:spPr>
            <a:xfrm rot="0" flipH="0" flipV="0">
              <a:off x="1001988" y="919396"/>
              <a:ext cx="243925" cy="243925"/>
            </a:xfrm>
            <a:prstGeom prst="diamond">
              <a:avLst/>
            </a:prstGeom>
            <a:solidFill>
              <a:srgbClr val="8C8C8C"/>
            </a:solidFill>
            <a:ln w="16433">
              <a:solidFill>
                <a:srgbClr val="263238"/>
              </a:solidFill>
              <a:prstDash val="solid"/>
            </a:ln>
          </p:spPr>
        </p:sp>
        <p:sp>
          <p:nvSpPr>
            <p:cNvPr id="10" name="s2_text">
              <a:extLst>
                <a:ext uri="{FF2B5EF4-FFF2-40B4-BE49-F238E27FC236}">
                  <ns2:creationId id="{36AD0177-D0B4-42EF-9FEB-C8960FC71560}"/>
                </a:ext>
              </a:extLst>
            </p:cNvPr>
            <p:cNvSpPr>
              <a:spLocks noGrp="1"/>
            </p:cNvSpPr>
            <p:nvPr/>
          </p:nvSpPr>
          <p:spPr>
            <a:xfrm rot="0" flipH="0" flipV="0">
              <a:off x="552450" y="903172"/>
              <a:ext cx="457200" cy="285750"/>
            </a:xfrm>
            <a:prstGeom prst="rect">
              <a:avLst/>
            </a:prstGeom>
            <a:noFill/>
            <a:ln w="0">
              <a:noFill/>
            </a:ln>
          </p:spPr>
          <p:txBody>
            <a:bodyPr wrap="none" lIns="0" tIns="0" rIns="0" bIns="0" anchor="ctr">
              <a:noAutofit/>
            </a:bodyPr>
            <a:lstStyle>
              <a:defPPr algn="ctr">
                <a:defRPr sz="1837" b="1">
                  <a:solidFill>
                    <a:srgbClr val="000000"/>
                  </a:solidFill>
                  <a:latin typeface="Arial"/>
                  <a:ea typeface="Arial"/>
                  <a:cs typeface="Arial"/>
                </a:defRPr>
              </a:defPPr>
              <a:lvl1pPr algn="ctr">
                <a:defRPr sz="1837" b="1">
                  <a:solidFill>
                    <a:srgbClr val="000000"/>
                  </a:solidFill>
                  <a:latin typeface="Arial"/>
                  <a:ea typeface="Arial"/>
                  <a:cs typeface="Arial"/>
                </a:defRPr>
              </a:lvl1pPr>
              <a:lvl2pPr algn="ctr">
                <a:defRPr sz="1837" b="1">
                  <a:solidFill>
                    <a:srgbClr val="000000"/>
                  </a:solidFill>
                  <a:latin typeface="Arial"/>
                  <a:ea typeface="Arial"/>
                  <a:cs typeface="Arial"/>
                </a:defRPr>
              </a:lvl2pPr>
              <a:lvl3pPr algn="ctr">
                <a:defRPr sz="1837" b="1">
                  <a:solidFill>
                    <a:srgbClr val="000000"/>
                  </a:solidFill>
                  <a:latin typeface="Arial"/>
                  <a:ea typeface="Arial"/>
                  <a:cs typeface="Arial"/>
                </a:defRPr>
              </a:lvl3pPr>
              <a:lvl4pPr algn="ctr">
                <a:defRPr sz="1837" b="1">
                  <a:solidFill>
                    <a:srgbClr val="000000"/>
                  </a:solidFill>
                  <a:latin typeface="Arial"/>
                  <a:ea typeface="Arial"/>
                  <a:cs typeface="Arial"/>
                </a:defRPr>
              </a:lvl4pPr>
              <a:lvl5pPr algn="ctr">
                <a:defRPr sz="1837" b="1">
                  <a:solidFill>
                    <a:srgbClr val="000000"/>
                  </a:solidFill>
                  <a:latin typeface="Arial"/>
                  <a:ea typeface="Arial"/>
                  <a:cs typeface="Arial"/>
                </a:defRPr>
              </a:lvl5pPr>
              <a:lvl6pPr algn="ctr">
                <a:defRPr sz="1837" b="1">
                  <a:solidFill>
                    <a:srgbClr val="000000"/>
                  </a:solidFill>
                  <a:latin typeface="Arial"/>
                  <a:ea typeface="Arial"/>
                  <a:cs typeface="Arial"/>
                </a:defRPr>
              </a:lvl6pPr>
              <a:lvl7pPr algn="ctr">
                <a:defRPr sz="1837" b="1">
                  <a:solidFill>
                    <a:srgbClr val="000000"/>
                  </a:solidFill>
                  <a:latin typeface="Arial"/>
                  <a:ea typeface="Arial"/>
                  <a:cs typeface="Arial"/>
                </a:defRPr>
              </a:lvl7pPr>
              <a:lvl8pPr algn="ctr">
                <a:defRPr sz="1837" b="1">
                  <a:solidFill>
                    <a:srgbClr val="000000"/>
                  </a:solidFill>
                  <a:latin typeface="Arial"/>
                  <a:ea typeface="Arial"/>
                  <a:cs typeface="Arial"/>
                </a:defRPr>
              </a:lvl8pPr>
              <a:lvl9pPr algn="ctr">
                <a:defRPr sz="1837" b="1">
                  <a:solidFill>
                    <a:srgbClr val="000000"/>
                  </a:solidFill>
                  <a:latin typeface="Arial"/>
                  <a:ea typeface="Arial"/>
                  <a:cs typeface="Arial"/>
                </a:defRPr>
              </a:lvl9pPr>
            </a:lstStyle>
            <a:p>
              <a:pPr algn="ctr">
                <a:defRPr sz="1837" b="1">
                  <a:solidFill>
                    <a:srgbClr val="000000"/>
                  </a:solidFill>
                  <a:latin typeface="Arial"/>
                  <a:ea typeface="Arial"/>
                  <a:cs typeface="Arial"/>
                </a:defRPr>
              </a:pPr>
              <a:r>
                <a:rPr sz="1837" b="1">
                  <a:solidFill>
                    <a:srgbClr val="000000"/>
                  </a:solidFill>
                  <a:latin typeface="Arial"/>
                  <a:ea typeface="Arial"/>
                  <a:cs typeface="Arial"/>
                </a:rPr>
                <a:t>s</a:t>
              </a:r>
              <a:r>
                <a:rPr sz="1322" b="1" baseline="-25000">
                  <a:solidFill>
                    <a:srgbClr val="000000"/>
                  </a:solidFill>
                  <a:latin typeface="Arial"/>
                  <a:ea typeface="Arial"/>
                  <a:cs typeface="Arial"/>
                </a:rPr>
                <a:t>2</a:t>
              </a:r>
            </a:p>
          </p:txBody>
        </p:sp>
        <p:sp>
          <p:nvSpPr>
            <p:cNvPr id="11" name="s1_relaxable_saddle">
              <a:extLst>
                <a:ext uri="{FF2B5EF4-FFF2-40B4-BE49-F238E27FC236}">
                  <ns2:creationId id="{FACAD3D4-3560-4165-805B-1AC1DD9307B6}"/>
                </a:ext>
              </a:extLst>
            </p:cNvPr>
            <p:cNvSpPr>
              <a:spLocks noGrp="1"/>
            </p:cNvSpPr>
            <p:nvPr/>
          </p:nvSpPr>
          <p:spPr>
            <a:xfrm rot="0" flipH="0" flipV="0">
              <a:off x="997297" y="1440085"/>
              <a:ext cx="253307" cy="253307"/>
            </a:xfrm>
            <a:prstGeom prst="diamond">
              <a:avLst/>
            </a:prstGeom>
            <a:solidFill>
              <a:srgbClr val="D9D9D9"/>
            </a:solidFill>
            <a:ln w="16433">
              <a:solidFill>
                <a:srgbClr val="263238"/>
              </a:solidFill>
              <a:prstDash val="solid"/>
            </a:ln>
          </p:spPr>
        </p:sp>
        <p:sp>
          <p:nvSpPr>
            <p:cNvPr id="12" name="s1_text">
              <a:extLst>
                <a:ext uri="{FF2B5EF4-FFF2-40B4-BE49-F238E27FC236}">
                  <ns2:creationId id="{3036D160-E78B-4528-B3B8-04838E39F341}"/>
                </a:ext>
              </a:extLst>
            </p:cNvPr>
            <p:cNvSpPr>
              <a:spLocks noGrp="1"/>
            </p:cNvSpPr>
            <p:nvPr/>
          </p:nvSpPr>
          <p:spPr>
            <a:xfrm rot="0" flipH="0" flipV="0">
              <a:off x="552450" y="1433241"/>
              <a:ext cx="457200" cy="285750"/>
            </a:xfrm>
            <a:prstGeom prst="rect">
              <a:avLst/>
            </a:prstGeom>
            <a:noFill/>
            <a:ln w="0">
              <a:noFill/>
            </a:ln>
          </p:spPr>
          <p:txBody>
            <a:bodyPr wrap="none" lIns="0" tIns="0" rIns="0" bIns="0" anchor="ctr">
              <a:noAutofit/>
            </a:bodyPr>
            <a:lstStyle>
              <a:defPPr algn="ctr">
                <a:defRPr sz="1837" b="1">
                  <a:solidFill>
                    <a:srgbClr val="000000"/>
                  </a:solidFill>
                  <a:latin typeface="Arial"/>
                  <a:ea typeface="Arial"/>
                  <a:cs typeface="Arial"/>
                </a:defRPr>
              </a:defPPr>
              <a:lvl1pPr algn="ctr">
                <a:defRPr sz="1837" b="1">
                  <a:solidFill>
                    <a:srgbClr val="000000"/>
                  </a:solidFill>
                  <a:latin typeface="Arial"/>
                  <a:ea typeface="Arial"/>
                  <a:cs typeface="Arial"/>
                </a:defRPr>
              </a:lvl1pPr>
              <a:lvl2pPr algn="ctr">
                <a:defRPr sz="1837" b="1">
                  <a:solidFill>
                    <a:srgbClr val="000000"/>
                  </a:solidFill>
                  <a:latin typeface="Arial"/>
                  <a:ea typeface="Arial"/>
                  <a:cs typeface="Arial"/>
                </a:defRPr>
              </a:lvl2pPr>
              <a:lvl3pPr algn="ctr">
                <a:defRPr sz="1837" b="1">
                  <a:solidFill>
                    <a:srgbClr val="000000"/>
                  </a:solidFill>
                  <a:latin typeface="Arial"/>
                  <a:ea typeface="Arial"/>
                  <a:cs typeface="Arial"/>
                </a:defRPr>
              </a:lvl3pPr>
              <a:lvl4pPr algn="ctr">
                <a:defRPr sz="1837" b="1">
                  <a:solidFill>
                    <a:srgbClr val="000000"/>
                  </a:solidFill>
                  <a:latin typeface="Arial"/>
                  <a:ea typeface="Arial"/>
                  <a:cs typeface="Arial"/>
                </a:defRPr>
              </a:lvl4pPr>
              <a:lvl5pPr algn="ctr">
                <a:defRPr sz="1837" b="1">
                  <a:solidFill>
                    <a:srgbClr val="000000"/>
                  </a:solidFill>
                  <a:latin typeface="Arial"/>
                  <a:ea typeface="Arial"/>
                  <a:cs typeface="Arial"/>
                </a:defRPr>
              </a:lvl5pPr>
              <a:lvl6pPr algn="ctr">
                <a:defRPr sz="1837" b="1">
                  <a:solidFill>
                    <a:srgbClr val="000000"/>
                  </a:solidFill>
                  <a:latin typeface="Arial"/>
                  <a:ea typeface="Arial"/>
                  <a:cs typeface="Arial"/>
                </a:defRPr>
              </a:lvl6pPr>
              <a:lvl7pPr algn="ctr">
                <a:defRPr sz="1837" b="1">
                  <a:solidFill>
                    <a:srgbClr val="000000"/>
                  </a:solidFill>
                  <a:latin typeface="Arial"/>
                  <a:ea typeface="Arial"/>
                  <a:cs typeface="Arial"/>
                </a:defRPr>
              </a:lvl7pPr>
              <a:lvl8pPr algn="ctr">
                <a:defRPr sz="1837" b="1">
                  <a:solidFill>
                    <a:srgbClr val="000000"/>
                  </a:solidFill>
                  <a:latin typeface="Arial"/>
                  <a:ea typeface="Arial"/>
                  <a:cs typeface="Arial"/>
                </a:defRPr>
              </a:lvl8pPr>
              <a:lvl9pPr algn="ctr">
                <a:defRPr sz="1837" b="1">
                  <a:solidFill>
                    <a:srgbClr val="000000"/>
                  </a:solidFill>
                  <a:latin typeface="Arial"/>
                  <a:ea typeface="Arial"/>
                  <a:cs typeface="Arial"/>
                </a:defRPr>
              </a:lvl9pPr>
            </a:lstStyle>
            <a:p>
              <a:pPr algn="ctr">
                <a:defRPr sz="1837" b="1">
                  <a:solidFill>
                    <a:srgbClr val="000000"/>
                  </a:solidFill>
                  <a:latin typeface="Arial"/>
                  <a:ea typeface="Arial"/>
                  <a:cs typeface="Arial"/>
                </a:defRPr>
              </a:pPr>
              <a:r>
                <a:rPr sz="1837" b="1">
                  <a:solidFill>
                    <a:srgbClr val="000000"/>
                  </a:solidFill>
                  <a:latin typeface="Arial"/>
                  <a:ea typeface="Arial"/>
                  <a:cs typeface="Arial"/>
                </a:rPr>
                <a:t>s</a:t>
              </a:r>
              <a:r>
                <a:rPr sz="1322" b="1" baseline="-25000">
                  <a:solidFill>
                    <a:srgbClr val="000000"/>
                  </a:solidFill>
                  <a:latin typeface="Arial"/>
                  <a:ea typeface="Arial"/>
                  <a:cs typeface="Arial"/>
                </a:rPr>
                <a:t>1</a:t>
              </a:r>
            </a:p>
          </p:txBody>
        </p:sp>
        <p:sp>
          <p:nvSpPr>
            <p:cNvPr id="13" name="regular_node_0">
              <a:extLst>
                <a:ext uri="{FF2B5EF4-FFF2-40B4-BE49-F238E27FC236}">
                  <ns2:creationId id="{AD3265D5-A34A-4CAC-A89F-691A26FF6E72}"/>
                </a:ext>
              </a:extLst>
            </p:cNvPr>
            <p:cNvSpPr>
              <a:spLocks noGrp="1"/>
            </p:cNvSpPr>
            <p:nvPr/>
          </p:nvSpPr>
          <p:spPr>
            <a:xfrm rot="0" flipH="0" flipV="0">
              <a:off x="1079387" y="734106"/>
              <a:ext cx="89126" cy="89126"/>
            </a:xfrm>
            <a:prstGeom prst="ellipse">
              <a:avLst/>
            </a:prstGeom>
            <a:solidFill>
              <a:srgbClr val="8C8C8C"/>
            </a:solidFill>
            <a:ln w="16433">
              <a:solidFill>
                <a:srgbClr val="263238"/>
              </a:solidFill>
              <a:prstDash val="solid"/>
            </a:ln>
          </p:spPr>
        </p:sp>
        <p:sp>
          <p:nvSpPr>
            <p:cNvPr id="14" name="regular_node_1">
              <a:extLst>
                <a:ext uri="{FF2B5EF4-FFF2-40B4-BE49-F238E27FC236}">
                  <ns2:creationId id="{9D7781E5-1DFC-43FA-8E27-241CAC29A705}"/>
                </a:ext>
              </a:extLst>
            </p:cNvPr>
            <p:cNvSpPr>
              <a:spLocks noGrp="1"/>
            </p:cNvSpPr>
            <p:nvPr/>
          </p:nvSpPr>
          <p:spPr>
            <a:xfrm rot="0" flipH="0" flipV="0">
              <a:off x="1079387" y="1259486"/>
              <a:ext cx="89126" cy="89126"/>
            </a:xfrm>
            <a:prstGeom prst="ellipse">
              <a:avLst/>
            </a:prstGeom>
            <a:solidFill>
              <a:srgbClr val="D9D9D9"/>
            </a:solidFill>
            <a:ln w="16433">
              <a:solidFill>
                <a:srgbClr val="263238"/>
              </a:solidFill>
              <a:prstDash val="solid"/>
            </a:ln>
          </p:spPr>
        </p:sp>
        <p:sp>
          <p:nvSpPr>
            <p:cNvPr id="15" name="regular_node_2">
              <a:extLst>
                <a:ext uri="{FF2B5EF4-FFF2-40B4-BE49-F238E27FC236}">
                  <ns2:creationId id="{CFE23D4B-BEC6-4965-8A72-3608173E6D7F}"/>
                </a:ext>
              </a:extLst>
            </p:cNvPr>
            <p:cNvSpPr>
              <a:spLocks noGrp="1"/>
            </p:cNvSpPr>
            <p:nvPr/>
          </p:nvSpPr>
          <p:spPr>
            <a:xfrm rot="0" flipH="0" flipV="0">
              <a:off x="805525" y="1725382"/>
              <a:ext cx="89126" cy="89126"/>
            </a:xfrm>
            <a:prstGeom prst="ellipse">
              <a:avLst/>
            </a:prstGeom>
            <a:solidFill>
              <a:srgbClr val="0072B2"/>
            </a:solidFill>
            <a:ln w="16433">
              <a:solidFill>
                <a:srgbClr val="263238"/>
              </a:solidFill>
              <a:prstDash val="solid"/>
            </a:ln>
          </p:spPr>
        </p:sp>
        <p:sp>
          <p:nvSpPr>
            <p:cNvPr id="16" name="regular_node_3">
              <a:extLst>
                <a:ext uri="{FF2B5EF4-FFF2-40B4-BE49-F238E27FC236}">
                  <ns2:creationId id="{D65B9BCE-6461-47E3-857B-DB2A969732D7}"/>
                </a:ext>
              </a:extLst>
            </p:cNvPr>
            <p:cNvSpPr>
              <a:spLocks noGrp="1"/>
            </p:cNvSpPr>
            <p:nvPr/>
          </p:nvSpPr>
          <p:spPr>
            <a:xfrm rot="0" flipH="0" flipV="0">
              <a:off x="1353651" y="1725382"/>
              <a:ext cx="89126" cy="89126"/>
            </a:xfrm>
            <a:prstGeom prst="ellipse">
              <a:avLst/>
            </a:prstGeom>
            <a:solidFill>
              <a:srgbClr val="D55E00"/>
            </a:solidFill>
            <a:ln w="16433">
              <a:solidFill>
                <a:srgbClr val="263238"/>
              </a:solidFill>
              <a:prstDash val="solid"/>
            </a:ln>
          </p:spPr>
        </p:sp>
        <p:sp>
          <p:nvSpPr>
            <p:cNvPr id="17" name="regular_node_4">
              <a:extLst>
                <a:ext uri="{FF2B5EF4-FFF2-40B4-BE49-F238E27FC236}">
                  <ns2:creationId id="{A96EB94F-7A65-4AB4-A449-3640B58C3D19}"/>
                </a:ext>
              </a:extLst>
            </p:cNvPr>
            <p:cNvSpPr>
              <a:spLocks noGrp="1"/>
            </p:cNvSpPr>
            <p:nvPr/>
          </p:nvSpPr>
          <p:spPr>
            <a:xfrm rot="0" flipH="0" flipV="0">
              <a:off x="1963974" y="1290756"/>
              <a:ext cx="89126" cy="89126"/>
            </a:xfrm>
            <a:prstGeom prst="ellipse">
              <a:avLst/>
            </a:prstGeom>
            <a:solidFill>
              <a:srgbClr val="009E73"/>
            </a:solidFill>
            <a:ln w="16433">
              <a:solidFill>
                <a:srgbClr val="263238"/>
              </a:solidFill>
              <a:prstDash val="solid"/>
            </a:ln>
          </p:spPr>
        </p:sp>
        <p:sp>
          <p:nvSpPr>
            <p:cNvPr id="18" name="regular_node_5">
              <a:extLst>
                <a:ext uri="{FF2B5EF4-FFF2-40B4-BE49-F238E27FC236}">
                  <ns2:creationId id="{67C2622D-7355-4730-92D9-1D65A43B1746}"/>
                </a:ext>
              </a:extLst>
            </p:cNvPr>
            <p:cNvSpPr>
              <a:spLocks noGrp="1"/>
            </p:cNvSpPr>
            <p:nvPr/>
          </p:nvSpPr>
          <p:spPr>
            <a:xfrm rot="0" flipH="0" flipV="0">
              <a:off x="1963974" y="1584717"/>
              <a:ext cx="89126" cy="89126"/>
            </a:xfrm>
            <a:prstGeom prst="ellipse">
              <a:avLst/>
            </a:prstGeom>
            <a:solidFill>
              <a:srgbClr val="009E73"/>
            </a:solidFill>
            <a:ln w="16433">
              <a:solidFill>
                <a:srgbClr val="263238"/>
              </a:solidFill>
              <a:prstDash val="solid"/>
            </a:ln>
          </p:spPr>
        </p:sp>
        <p:sp>
          <p:nvSpPr>
            <p:cNvPr id="19" name="leaf_A">
              <a:extLst>
                <a:ext uri="{FF2B5EF4-FFF2-40B4-BE49-F238E27FC236}">
                  <ns2:creationId id="{AD389F1B-B88E-44BC-B2DF-3C38685A024F}"/>
                </a:ext>
              </a:extLst>
            </p:cNvPr>
            <p:cNvSpPr>
              <a:spLocks noGrp="1"/>
            </p:cNvSpPr>
            <p:nvPr/>
          </p:nvSpPr>
          <p:spPr>
            <a:xfrm rot="0" flipH="0" flipV="0">
              <a:off x="523875" y="1803623"/>
              <a:ext cx="239234" cy="239234"/>
            </a:xfrm>
            <a:prstGeom prst="diamond">
              <a:avLst/>
            </a:prstGeom>
            <a:solidFill>
              <a:srgbClr val="0072B2"/>
            </a:solidFill>
            <a:ln w="16433">
              <a:solidFill>
                <a:srgbClr val="263238"/>
              </a:solidFill>
              <a:prstDash val="solid"/>
            </a:ln>
          </p:spPr>
        </p:sp>
        <p:sp>
          <p:nvSpPr>
            <p:cNvPr id="20" name="leaf_label_A">
              <a:extLst>
                <a:ext uri="{FF2B5EF4-FFF2-40B4-BE49-F238E27FC236}">
                  <ns2:creationId id="{60CE970D-F9BD-4CEF-A624-BC34AF58F199}"/>
                </a:ext>
              </a:extLst>
            </p:cNvPr>
            <p:cNvSpPr>
              <a:spLocks noGrp="1"/>
            </p:cNvSpPr>
            <p:nvPr/>
          </p:nvSpPr>
          <p:spPr>
            <a:xfrm rot="0" flipH="0" flipV="0">
              <a:off x="414892" y="1970345"/>
              <a:ext cx="457200" cy="285750"/>
            </a:xfrm>
            <a:prstGeom prst="rect">
              <a:avLst/>
            </a:prstGeom>
            <a:noFill/>
            <a:ln w="0">
              <a:noFill/>
            </a:ln>
          </p:spPr>
          <p:txBody>
            <a:bodyPr wrap="none" lIns="0" tIns="0" rIns="0" bIns="0" anchor="ctr">
              <a:noAutofit/>
            </a:bodyPr>
            <a:lstStyle>
              <a:defPPr algn="ctr">
                <a:defRPr sz="2087" b="1">
                  <a:solidFill>
                    <a:srgbClr val="000000"/>
                  </a:solidFill>
                  <a:latin typeface="Arial"/>
                  <a:ea typeface="Arial"/>
                  <a:cs typeface="Arial"/>
                </a:defRPr>
              </a:defPPr>
              <a:lvl1pPr algn="ctr">
                <a:defRPr sz="2087" b="1">
                  <a:solidFill>
                    <a:srgbClr val="000000"/>
                  </a:solidFill>
                  <a:latin typeface="Arial"/>
                  <a:ea typeface="Arial"/>
                  <a:cs typeface="Arial"/>
                </a:defRPr>
              </a:lvl1pPr>
              <a:lvl2pPr algn="ctr">
                <a:defRPr sz="2087" b="1">
                  <a:solidFill>
                    <a:srgbClr val="000000"/>
                  </a:solidFill>
                  <a:latin typeface="Arial"/>
                  <a:ea typeface="Arial"/>
                  <a:cs typeface="Arial"/>
                </a:defRPr>
              </a:lvl2pPr>
              <a:lvl3pPr algn="ctr">
                <a:defRPr sz="2087" b="1">
                  <a:solidFill>
                    <a:srgbClr val="000000"/>
                  </a:solidFill>
                  <a:latin typeface="Arial"/>
                  <a:ea typeface="Arial"/>
                  <a:cs typeface="Arial"/>
                </a:defRPr>
              </a:lvl3pPr>
              <a:lvl4pPr algn="ctr">
                <a:defRPr sz="2087" b="1">
                  <a:solidFill>
                    <a:srgbClr val="000000"/>
                  </a:solidFill>
                  <a:latin typeface="Arial"/>
                  <a:ea typeface="Arial"/>
                  <a:cs typeface="Arial"/>
                </a:defRPr>
              </a:lvl4pPr>
              <a:lvl5pPr algn="ctr">
                <a:defRPr sz="2087" b="1">
                  <a:solidFill>
                    <a:srgbClr val="000000"/>
                  </a:solidFill>
                  <a:latin typeface="Arial"/>
                  <a:ea typeface="Arial"/>
                  <a:cs typeface="Arial"/>
                </a:defRPr>
              </a:lvl5pPr>
              <a:lvl6pPr algn="ctr">
                <a:defRPr sz="2087" b="1">
                  <a:solidFill>
                    <a:srgbClr val="000000"/>
                  </a:solidFill>
                  <a:latin typeface="Arial"/>
                  <a:ea typeface="Arial"/>
                  <a:cs typeface="Arial"/>
                </a:defRPr>
              </a:lvl6pPr>
              <a:lvl7pPr algn="ctr">
                <a:defRPr sz="2087" b="1">
                  <a:solidFill>
                    <a:srgbClr val="000000"/>
                  </a:solidFill>
                  <a:latin typeface="Arial"/>
                  <a:ea typeface="Arial"/>
                  <a:cs typeface="Arial"/>
                </a:defRPr>
              </a:lvl7pPr>
              <a:lvl8pPr algn="ctr">
                <a:defRPr sz="2087" b="1">
                  <a:solidFill>
                    <a:srgbClr val="000000"/>
                  </a:solidFill>
                  <a:latin typeface="Arial"/>
                  <a:ea typeface="Arial"/>
                  <a:cs typeface="Arial"/>
                </a:defRPr>
              </a:lvl8pPr>
              <a:lvl9pPr algn="ctr">
                <a:defRPr sz="2087" b="1">
                  <a:solidFill>
                    <a:srgbClr val="000000"/>
                  </a:solidFill>
                  <a:latin typeface="Arial"/>
                  <a:ea typeface="Arial"/>
                  <a:cs typeface="Arial"/>
                </a:defRPr>
              </a:lvl9pPr>
            </a:lstStyle>
            <a:p>
              <a:pPr algn="ctr">
                <a:defRPr sz="2087" b="1">
                  <a:solidFill>
                    <a:srgbClr val="000000"/>
                  </a:solidFill>
                  <a:latin typeface="Arial"/>
                  <a:ea typeface="Arial"/>
                  <a:cs typeface="Arial"/>
                </a:defRPr>
              </a:pPr>
              <a:r>
                <a:rPr sz="2087" b="1">
                  <a:solidFill>
                    <a:srgbClr val="000000"/>
                  </a:solidFill>
                  <a:latin typeface="Arial"/>
                  <a:ea typeface="Arial"/>
                  <a:cs typeface="Arial"/>
                </a:rPr>
                <a:t>A</a:t>
              </a:r>
            </a:p>
          </p:txBody>
        </p:sp>
        <p:sp>
          <p:nvSpPr>
            <p:cNvPr id="21" name="leaf_B">
              <a:extLst>
                <a:ext uri="{FF2B5EF4-FFF2-40B4-BE49-F238E27FC236}">
                  <ns2:creationId id="{D83E1952-4D3E-4E5D-97FC-09C854EB8E45}"/>
                </a:ext>
              </a:extLst>
            </p:cNvPr>
            <p:cNvSpPr>
              <a:spLocks noGrp="1"/>
            </p:cNvSpPr>
            <p:nvPr/>
          </p:nvSpPr>
          <p:spPr>
            <a:xfrm rot="0" flipH="0" flipV="0">
              <a:off x="1485504" y="1803623"/>
              <a:ext cx="239234" cy="239234"/>
            </a:xfrm>
            <a:prstGeom prst="diamond">
              <a:avLst/>
            </a:prstGeom>
            <a:solidFill>
              <a:srgbClr val="D55E00"/>
            </a:solidFill>
            <a:ln w="16433">
              <a:solidFill>
                <a:srgbClr val="263238"/>
              </a:solidFill>
              <a:prstDash val="solid"/>
            </a:ln>
          </p:spPr>
        </p:sp>
        <p:sp>
          <p:nvSpPr>
            <p:cNvPr id="22" name="leaf_label_B">
              <a:extLst>
                <a:ext uri="{FF2B5EF4-FFF2-40B4-BE49-F238E27FC236}">
                  <ns2:creationId id="{66EFCB12-2778-4CFF-B2B8-68E9FEFA027A}"/>
                </a:ext>
              </a:extLst>
            </p:cNvPr>
            <p:cNvSpPr>
              <a:spLocks noGrp="1"/>
            </p:cNvSpPr>
            <p:nvPr/>
          </p:nvSpPr>
          <p:spPr>
            <a:xfrm rot="0" flipH="0" flipV="0">
              <a:off x="1376521" y="1970345"/>
              <a:ext cx="457200" cy="285750"/>
            </a:xfrm>
            <a:prstGeom prst="rect">
              <a:avLst/>
            </a:prstGeom>
            <a:noFill/>
            <a:ln w="0">
              <a:noFill/>
            </a:ln>
          </p:spPr>
          <p:txBody>
            <a:bodyPr wrap="none" lIns="0" tIns="0" rIns="0" bIns="0" anchor="ctr">
              <a:noAutofit/>
            </a:bodyPr>
            <a:lstStyle>
              <a:defPPr algn="ctr">
                <a:defRPr sz="2087" b="1">
                  <a:solidFill>
                    <a:srgbClr val="000000"/>
                  </a:solidFill>
                  <a:latin typeface="Arial"/>
                  <a:ea typeface="Arial"/>
                  <a:cs typeface="Arial"/>
                </a:defRPr>
              </a:defPPr>
              <a:lvl1pPr algn="ctr">
                <a:defRPr sz="2087" b="1">
                  <a:solidFill>
                    <a:srgbClr val="000000"/>
                  </a:solidFill>
                  <a:latin typeface="Arial"/>
                  <a:ea typeface="Arial"/>
                  <a:cs typeface="Arial"/>
                </a:defRPr>
              </a:lvl1pPr>
              <a:lvl2pPr algn="ctr">
                <a:defRPr sz="2087" b="1">
                  <a:solidFill>
                    <a:srgbClr val="000000"/>
                  </a:solidFill>
                  <a:latin typeface="Arial"/>
                  <a:ea typeface="Arial"/>
                  <a:cs typeface="Arial"/>
                </a:defRPr>
              </a:lvl2pPr>
              <a:lvl3pPr algn="ctr">
                <a:defRPr sz="2087" b="1">
                  <a:solidFill>
                    <a:srgbClr val="000000"/>
                  </a:solidFill>
                  <a:latin typeface="Arial"/>
                  <a:ea typeface="Arial"/>
                  <a:cs typeface="Arial"/>
                </a:defRPr>
              </a:lvl3pPr>
              <a:lvl4pPr algn="ctr">
                <a:defRPr sz="2087" b="1">
                  <a:solidFill>
                    <a:srgbClr val="000000"/>
                  </a:solidFill>
                  <a:latin typeface="Arial"/>
                  <a:ea typeface="Arial"/>
                  <a:cs typeface="Arial"/>
                </a:defRPr>
              </a:lvl4pPr>
              <a:lvl5pPr algn="ctr">
                <a:defRPr sz="2087" b="1">
                  <a:solidFill>
                    <a:srgbClr val="000000"/>
                  </a:solidFill>
                  <a:latin typeface="Arial"/>
                  <a:ea typeface="Arial"/>
                  <a:cs typeface="Arial"/>
                </a:defRPr>
              </a:lvl5pPr>
              <a:lvl6pPr algn="ctr">
                <a:defRPr sz="2087" b="1">
                  <a:solidFill>
                    <a:srgbClr val="000000"/>
                  </a:solidFill>
                  <a:latin typeface="Arial"/>
                  <a:ea typeface="Arial"/>
                  <a:cs typeface="Arial"/>
                </a:defRPr>
              </a:lvl6pPr>
              <a:lvl7pPr algn="ctr">
                <a:defRPr sz="2087" b="1">
                  <a:solidFill>
                    <a:srgbClr val="000000"/>
                  </a:solidFill>
                  <a:latin typeface="Arial"/>
                  <a:ea typeface="Arial"/>
                  <a:cs typeface="Arial"/>
                </a:defRPr>
              </a:lvl7pPr>
              <a:lvl8pPr algn="ctr">
                <a:defRPr sz="2087" b="1">
                  <a:solidFill>
                    <a:srgbClr val="000000"/>
                  </a:solidFill>
                  <a:latin typeface="Arial"/>
                  <a:ea typeface="Arial"/>
                  <a:cs typeface="Arial"/>
                </a:defRPr>
              </a:lvl8pPr>
              <a:lvl9pPr algn="ctr">
                <a:defRPr sz="2087" b="1">
                  <a:solidFill>
                    <a:srgbClr val="000000"/>
                  </a:solidFill>
                  <a:latin typeface="Arial"/>
                  <a:ea typeface="Arial"/>
                  <a:cs typeface="Arial"/>
                </a:defRPr>
              </a:lvl9pPr>
            </a:lstStyle>
            <a:p>
              <a:pPr algn="ctr">
                <a:defRPr sz="2087" b="1">
                  <a:solidFill>
                    <a:srgbClr val="000000"/>
                  </a:solidFill>
                  <a:latin typeface="Arial"/>
                  <a:ea typeface="Arial"/>
                  <a:cs typeface="Arial"/>
                </a:defRPr>
              </a:pPr>
              <a:r>
                <a:rPr sz="2087" b="1">
                  <a:solidFill>
                    <a:srgbClr val="000000"/>
                  </a:solidFill>
                  <a:latin typeface="Arial"/>
                  <a:ea typeface="Arial"/>
                  <a:cs typeface="Arial"/>
                </a:rPr>
                <a:t>B</a:t>
              </a:r>
            </a:p>
          </p:txBody>
        </p:sp>
        <p:sp>
          <p:nvSpPr>
            <p:cNvPr id="23" name="leaf_C">
              <a:extLst>
                <a:ext uri="{FF2B5EF4-FFF2-40B4-BE49-F238E27FC236}">
                  <ns2:creationId id="{BCCDB565-4F99-4202-B2B0-64004894F53F}"/>
                </a:ext>
              </a:extLst>
            </p:cNvPr>
            <p:cNvSpPr>
              <a:spLocks noGrp="1"/>
            </p:cNvSpPr>
            <p:nvPr/>
          </p:nvSpPr>
          <p:spPr>
            <a:xfrm rot="0" flipH="0" flipV="0">
              <a:off x="1888920" y="1803623"/>
              <a:ext cx="239234" cy="239234"/>
            </a:xfrm>
            <a:prstGeom prst="diamond">
              <a:avLst/>
            </a:prstGeom>
            <a:solidFill>
              <a:srgbClr val="009E73"/>
            </a:solidFill>
            <a:ln w="16433">
              <a:solidFill>
                <a:srgbClr val="263238"/>
              </a:solidFill>
              <a:prstDash val="solid"/>
            </a:ln>
          </p:spPr>
        </p:sp>
        <p:sp>
          <p:nvSpPr>
            <p:cNvPr id="24" name="leaf_label_C">
              <a:extLst>
                <a:ext uri="{FF2B5EF4-FFF2-40B4-BE49-F238E27FC236}">
                  <ns2:creationId id="{2D293BB5-60E2-4DC1-8CFD-B9FF3DEE8CD2}"/>
                </a:ext>
              </a:extLst>
            </p:cNvPr>
            <p:cNvSpPr>
              <a:spLocks noGrp="1"/>
            </p:cNvSpPr>
            <p:nvPr/>
          </p:nvSpPr>
          <p:spPr>
            <a:xfrm rot="0" flipH="0" flipV="0">
              <a:off x="1779935" y="1970342"/>
              <a:ext cx="457200" cy="285750"/>
            </a:xfrm>
            <a:prstGeom prst="rect">
              <a:avLst/>
            </a:prstGeom>
            <a:noFill/>
            <a:ln w="0">
              <a:noFill/>
            </a:ln>
          </p:spPr>
          <p:txBody>
            <a:bodyPr wrap="none" lIns="0" tIns="0" rIns="0" bIns="0" anchor="ctr">
              <a:noAutofit/>
            </a:bodyPr>
            <a:lstStyle>
              <a:defPPr algn="ctr">
                <a:defRPr sz="2087" b="1">
                  <a:solidFill>
                    <a:srgbClr val="000000"/>
                  </a:solidFill>
                  <a:latin typeface="Arial"/>
                  <a:ea typeface="Arial"/>
                  <a:cs typeface="Arial"/>
                </a:defRPr>
              </a:defPPr>
              <a:lvl1pPr algn="ctr">
                <a:defRPr sz="2087" b="1">
                  <a:solidFill>
                    <a:srgbClr val="000000"/>
                  </a:solidFill>
                  <a:latin typeface="Arial"/>
                  <a:ea typeface="Arial"/>
                  <a:cs typeface="Arial"/>
                </a:defRPr>
              </a:lvl1pPr>
              <a:lvl2pPr algn="ctr">
                <a:defRPr sz="2087" b="1">
                  <a:solidFill>
                    <a:srgbClr val="000000"/>
                  </a:solidFill>
                  <a:latin typeface="Arial"/>
                  <a:ea typeface="Arial"/>
                  <a:cs typeface="Arial"/>
                </a:defRPr>
              </a:lvl2pPr>
              <a:lvl3pPr algn="ctr">
                <a:defRPr sz="2087" b="1">
                  <a:solidFill>
                    <a:srgbClr val="000000"/>
                  </a:solidFill>
                  <a:latin typeface="Arial"/>
                  <a:ea typeface="Arial"/>
                  <a:cs typeface="Arial"/>
                </a:defRPr>
              </a:lvl3pPr>
              <a:lvl4pPr algn="ctr">
                <a:defRPr sz="2087" b="1">
                  <a:solidFill>
                    <a:srgbClr val="000000"/>
                  </a:solidFill>
                  <a:latin typeface="Arial"/>
                  <a:ea typeface="Arial"/>
                  <a:cs typeface="Arial"/>
                </a:defRPr>
              </a:lvl4pPr>
              <a:lvl5pPr algn="ctr">
                <a:defRPr sz="2087" b="1">
                  <a:solidFill>
                    <a:srgbClr val="000000"/>
                  </a:solidFill>
                  <a:latin typeface="Arial"/>
                  <a:ea typeface="Arial"/>
                  <a:cs typeface="Arial"/>
                </a:defRPr>
              </a:lvl5pPr>
              <a:lvl6pPr algn="ctr">
                <a:defRPr sz="2087" b="1">
                  <a:solidFill>
                    <a:srgbClr val="000000"/>
                  </a:solidFill>
                  <a:latin typeface="Arial"/>
                  <a:ea typeface="Arial"/>
                  <a:cs typeface="Arial"/>
                </a:defRPr>
              </a:lvl6pPr>
              <a:lvl7pPr algn="ctr">
                <a:defRPr sz="2087" b="1">
                  <a:solidFill>
                    <a:srgbClr val="000000"/>
                  </a:solidFill>
                  <a:latin typeface="Arial"/>
                  <a:ea typeface="Arial"/>
                  <a:cs typeface="Arial"/>
                </a:defRPr>
              </a:lvl7pPr>
              <a:lvl8pPr algn="ctr">
                <a:defRPr sz="2087" b="1">
                  <a:solidFill>
                    <a:srgbClr val="000000"/>
                  </a:solidFill>
                  <a:latin typeface="Arial"/>
                  <a:ea typeface="Arial"/>
                  <a:cs typeface="Arial"/>
                </a:defRPr>
              </a:lvl8pPr>
              <a:lvl9pPr algn="ctr">
                <a:defRPr sz="2087" b="1">
                  <a:solidFill>
                    <a:srgbClr val="000000"/>
                  </a:solidFill>
                  <a:latin typeface="Arial"/>
                  <a:ea typeface="Arial"/>
                  <a:cs typeface="Arial"/>
                </a:defRPr>
              </a:lvl9pPr>
            </a:lstStyle>
            <a:p>
              <a:pPr algn="ctr">
                <a:defRPr sz="2087" b="1">
                  <a:solidFill>
                    <a:srgbClr val="000000"/>
                  </a:solidFill>
                  <a:latin typeface="Arial"/>
                  <a:ea typeface="Arial"/>
                  <a:cs typeface="Arial"/>
                </a:defRPr>
              </a:pPr>
              <a:r>
                <a:rPr sz="2087" b="1">
                  <a:solidFill>
                    <a:srgbClr val="000000"/>
                  </a:solidFill>
                  <a:latin typeface="Arial"/>
                  <a:ea typeface="Arial"/>
                  <a:cs typeface="Arial"/>
                </a:rPr>
                <a:t>C</a:t>
              </a:r>
            </a:p>
          </p:txBody>
        </p:sp>
        <p:sp>
          <p:nvSpPr>
            <p:cNvPr id="25" name="relax_s1_dashed_ellipse">
              <a:extLst>
                <a:ext uri="{FF2B5EF4-FFF2-40B4-BE49-F238E27FC236}">
                  <ns2:creationId id="{259B88DF-6CBC-4094-BCC2-12E7EFF56E44}"/>
                </a:ext>
              </a:extLst>
            </p:cNvPr>
            <p:cNvSpPr>
              <a:spLocks noGrp="1"/>
            </p:cNvSpPr>
            <p:nvPr/>
          </p:nvSpPr>
          <p:spPr>
            <a:xfrm rot="0" flipH="0" flipV="0">
              <a:off x="903475" y="1369718"/>
              <a:ext cx="450323" cy="394033"/>
            </a:xfrm>
            <a:prstGeom prst="ellipse">
              <a:avLst/>
            </a:prstGeom>
            <a:noFill/>
            <a:ln w="18024">
              <a:solidFill>
                <a:srgbClr val="7B8790"/>
              </a:solidFill>
              <a:prstDash val="dash"/>
            </a:ln>
          </p:spPr>
        </p:sp>
        <p:sp>
          <p:nvSpPr>
            <p:cNvPr id="26" name="relax_callout">
              <a:extLst>
                <a:ext uri="{FF2B5EF4-FFF2-40B4-BE49-F238E27FC236}">
                  <ns2:creationId id="{395A4E1B-8BC9-419C-9FC6-C3DF6E980FA0}"/>
                </a:ext>
              </a:extLst>
            </p:cNvPr>
            <p:cNvSpPr>
              <a:spLocks noGrp="1"/>
            </p:cNvSpPr>
            <p:nvPr/>
          </p:nvSpPr>
          <p:spPr>
            <a:xfrm rot="0" flipH="0" flipV="0">
              <a:off x="1428750" y="1466850"/>
              <a:ext cx="762000" cy="266700"/>
            </a:xfrm>
            <a:prstGeom prst="rect">
              <a:avLst/>
            </a:prstGeom>
            <a:noFill/>
            <a:ln w="0">
              <a:noFill/>
            </a:ln>
          </p:spPr>
          <p:txBody>
            <a:bodyPr wrap="none" lIns="0" tIns="0" rIns="0" bIns="0" anchor="ctr">
              <a:noAutofit/>
            </a:bodyPr>
            <a:lstStyle>
              <a:defPPr algn="l">
                <a:defRPr sz="1920" b="0">
                  <a:solidFill>
                    <a:srgbClr val="000000"/>
                  </a:solidFill>
                  <a:latin typeface="Arial"/>
                  <a:ea typeface="Arial"/>
                  <a:cs typeface="Arial"/>
                </a:defRPr>
              </a:defPPr>
              <a:lvl1pPr algn="l">
                <a:defRPr sz="1920" b="0">
                  <a:solidFill>
                    <a:srgbClr val="000000"/>
                  </a:solidFill>
                  <a:latin typeface="Arial"/>
                  <a:ea typeface="Arial"/>
                  <a:cs typeface="Arial"/>
                </a:defRPr>
              </a:lvl1pPr>
              <a:lvl2pPr algn="l">
                <a:defRPr sz="1920" b="0">
                  <a:solidFill>
                    <a:srgbClr val="000000"/>
                  </a:solidFill>
                  <a:latin typeface="Arial"/>
                  <a:ea typeface="Arial"/>
                  <a:cs typeface="Arial"/>
                </a:defRPr>
              </a:lvl2pPr>
              <a:lvl3pPr algn="l">
                <a:defRPr sz="1920" b="0">
                  <a:solidFill>
                    <a:srgbClr val="000000"/>
                  </a:solidFill>
                  <a:latin typeface="Arial"/>
                  <a:ea typeface="Arial"/>
                  <a:cs typeface="Arial"/>
                </a:defRPr>
              </a:lvl3pPr>
              <a:lvl4pPr algn="l">
                <a:defRPr sz="1920" b="0">
                  <a:solidFill>
                    <a:srgbClr val="000000"/>
                  </a:solidFill>
                  <a:latin typeface="Arial"/>
                  <a:ea typeface="Arial"/>
                  <a:cs typeface="Arial"/>
                </a:defRPr>
              </a:lvl4pPr>
              <a:lvl5pPr algn="l">
                <a:defRPr sz="1920" b="0">
                  <a:solidFill>
                    <a:srgbClr val="000000"/>
                  </a:solidFill>
                  <a:latin typeface="Arial"/>
                  <a:ea typeface="Arial"/>
                  <a:cs typeface="Arial"/>
                </a:defRPr>
              </a:lvl5pPr>
              <a:lvl6pPr algn="l">
                <a:defRPr sz="1920" b="0">
                  <a:solidFill>
                    <a:srgbClr val="000000"/>
                  </a:solidFill>
                  <a:latin typeface="Arial"/>
                  <a:ea typeface="Arial"/>
                  <a:cs typeface="Arial"/>
                </a:defRPr>
              </a:lvl6pPr>
              <a:lvl7pPr algn="l">
                <a:defRPr sz="1920" b="0">
                  <a:solidFill>
                    <a:srgbClr val="000000"/>
                  </a:solidFill>
                  <a:latin typeface="Arial"/>
                  <a:ea typeface="Arial"/>
                  <a:cs typeface="Arial"/>
                </a:defRPr>
              </a:lvl7pPr>
              <a:lvl8pPr algn="l">
                <a:defRPr sz="1920" b="0">
                  <a:solidFill>
                    <a:srgbClr val="000000"/>
                  </a:solidFill>
                  <a:latin typeface="Arial"/>
                  <a:ea typeface="Arial"/>
                  <a:cs typeface="Arial"/>
                </a:defRPr>
              </a:lvl8pPr>
              <a:lvl9pPr algn="l">
                <a:defRPr sz="1920" b="0">
                  <a:solidFill>
                    <a:srgbClr val="000000"/>
                  </a:solidFill>
                  <a:latin typeface="Arial"/>
                  <a:ea typeface="Arial"/>
                  <a:cs typeface="Arial"/>
                </a:defRPr>
              </a:lvl9pPr>
            </a:lstStyle>
            <a:p>
              <a:pPr algn="l">
                <a:defRPr sz="1920" b="0">
                  <a:solidFill>
                    <a:srgbClr val="000000"/>
                  </a:solidFill>
                  <a:latin typeface="Arial"/>
                  <a:ea typeface="Arial"/>
                  <a:cs typeface="Arial"/>
                </a:defRPr>
              </a:pPr>
              <a:r>
                <a:rPr sz="1920" b="0">
                  <a:solidFill>
                    <a:srgbClr val="000000"/>
                  </a:solidFill>
                  <a:latin typeface="Arial"/>
                  <a:ea typeface="Arial"/>
                  <a:cs typeface="Arial"/>
                </a:rPr>
                <a:t>relax</a:t>
              </a:r>
            </a:p>
          </p:txBody>
        </p:sp>
        <p:sp>
          <p:nvSpPr>
            <p:cNvPr id="27" name="label_Tree-consistent">
              <a:extLst>
                <a:ext uri="{FF2B5EF4-FFF2-40B4-BE49-F238E27FC236}">
                  <ns2:creationId id="{63F4BA33-B5B2-4B8F-9E69-29FE69C9CB43}"/>
                </a:ext>
              </a:extLst>
            </p:cNvPr>
            <p:cNvSpPr>
              <a:spLocks noGrp="1"/>
            </p:cNvSpPr>
            <p:nvPr/>
          </p:nvSpPr>
          <p:spPr>
            <a:xfrm rot="0" flipH="0" flipV="0">
              <a:off x="3190875" y="628650"/>
              <a:ext cx="4000500" cy="285750"/>
            </a:xfrm>
            <a:prstGeom prst="rect">
              <a:avLst/>
            </a:prstGeom>
            <a:noFill/>
            <a:ln w="0">
              <a:noFill/>
            </a:ln>
          </p:spPr>
          <p:txBody>
            <a:bodyPr wrap="none" lIns="0" tIns="0" rIns="0" bIns="0" anchor="ctr">
              <a:noAutofit/>
            </a:bodyPr>
            <a:lstStyle>
              <a:defPPr algn="l">
                <a:defRPr sz="2170" b="0">
                  <a:solidFill>
                    <a:srgbClr val="000000"/>
                  </a:solidFill>
                  <a:latin typeface="Arial"/>
                  <a:ea typeface="Arial"/>
                  <a:cs typeface="Arial"/>
                </a:defRPr>
              </a:defPPr>
              <a:lvl1pPr algn="l">
                <a:defRPr sz="2170" b="0">
                  <a:solidFill>
                    <a:srgbClr val="000000"/>
                  </a:solidFill>
                  <a:latin typeface="Arial"/>
                  <a:ea typeface="Arial"/>
                  <a:cs typeface="Arial"/>
                </a:defRPr>
              </a:lvl1pPr>
              <a:lvl2pPr algn="l">
                <a:defRPr sz="2170" b="0">
                  <a:solidFill>
                    <a:srgbClr val="000000"/>
                  </a:solidFill>
                  <a:latin typeface="Arial"/>
                  <a:ea typeface="Arial"/>
                  <a:cs typeface="Arial"/>
                </a:defRPr>
              </a:lvl2pPr>
              <a:lvl3pPr algn="l">
                <a:defRPr sz="2170" b="0">
                  <a:solidFill>
                    <a:srgbClr val="000000"/>
                  </a:solidFill>
                  <a:latin typeface="Arial"/>
                  <a:ea typeface="Arial"/>
                  <a:cs typeface="Arial"/>
                </a:defRPr>
              </a:lvl3pPr>
              <a:lvl4pPr algn="l">
                <a:defRPr sz="2170" b="0">
                  <a:solidFill>
                    <a:srgbClr val="000000"/>
                  </a:solidFill>
                  <a:latin typeface="Arial"/>
                  <a:ea typeface="Arial"/>
                  <a:cs typeface="Arial"/>
                </a:defRPr>
              </a:lvl4pPr>
              <a:lvl5pPr algn="l">
                <a:defRPr sz="2170" b="0">
                  <a:solidFill>
                    <a:srgbClr val="000000"/>
                  </a:solidFill>
                  <a:latin typeface="Arial"/>
                  <a:ea typeface="Arial"/>
                  <a:cs typeface="Arial"/>
                </a:defRPr>
              </a:lvl5pPr>
              <a:lvl6pPr algn="l">
                <a:defRPr sz="2170" b="0">
                  <a:solidFill>
                    <a:srgbClr val="000000"/>
                  </a:solidFill>
                  <a:latin typeface="Arial"/>
                  <a:ea typeface="Arial"/>
                  <a:cs typeface="Arial"/>
                </a:defRPr>
              </a:lvl6pPr>
              <a:lvl7pPr algn="l">
                <a:defRPr sz="2170" b="0">
                  <a:solidFill>
                    <a:srgbClr val="000000"/>
                  </a:solidFill>
                  <a:latin typeface="Arial"/>
                  <a:ea typeface="Arial"/>
                  <a:cs typeface="Arial"/>
                </a:defRPr>
              </a:lvl7pPr>
              <a:lvl8pPr algn="l">
                <a:defRPr sz="2170" b="0">
                  <a:solidFill>
                    <a:srgbClr val="000000"/>
                  </a:solidFill>
                  <a:latin typeface="Arial"/>
                  <a:ea typeface="Arial"/>
                  <a:cs typeface="Arial"/>
                </a:defRPr>
              </a:lvl8pPr>
              <a:lvl9pPr algn="l">
                <a:defRPr sz="2170" b="0">
                  <a:solidFill>
                    <a:srgbClr val="000000"/>
                  </a:solidFill>
                  <a:latin typeface="Arial"/>
                  <a:ea typeface="Arial"/>
                  <a:cs typeface="Arial"/>
                </a:defRPr>
              </a:lvl9pPr>
            </a:lstStyle>
            <a:p>
              <a:pPr algn="l">
                <a:defRPr sz="2170" b="0">
                  <a:solidFill>
                    <a:srgbClr val="000000"/>
                  </a:solidFill>
                  <a:latin typeface="Arial"/>
                  <a:ea typeface="Arial"/>
                  <a:cs typeface="Arial"/>
                </a:defRPr>
              </a:pPr>
              <a:r>
                <a:rPr sz="2170" b="0">
                  <a:solidFill>
                    <a:srgbClr val="000000"/>
                  </a:solidFill>
                  <a:latin typeface="Arial"/>
                  <a:ea typeface="Arial"/>
                  <a:cs typeface="Arial"/>
                </a:rPr>
                <a:t>Tree-consistent</a:t>
              </a:r>
            </a:p>
          </p:txBody>
        </p:sp>
        <p:sp>
          <p:nvSpPr>
            <p:cNvPr id="28" name="order_Tree-consistent_A">
              <a:extLst>
                <a:ext uri="{FF2B5EF4-FFF2-40B4-BE49-F238E27FC236}">
                  <ns2:creationId id="{74E3C419-8DEC-4F4C-AB90-A62948F21F5F}"/>
                </a:ext>
              </a:extLst>
            </p:cNvPr>
            <p:cNvSpPr>
              <a:spLocks noGrp="1"/>
            </p:cNvSpPr>
            <p:nvPr/>
          </p:nvSpPr>
          <p:spPr>
            <a:xfrm rot="0" flipH="0" flipV="0">
              <a:off x="3190875" y="981075"/>
              <a:ext cx="1326611" cy="288036"/>
            </a:xfrm>
            <a:prstGeom prst="rect">
              <a:avLst/>
            </a:prstGeom>
            <a:solidFill>
              <a:srgbClr val="0072B2"/>
            </a:solidFill>
            <a:ln w="0">
              <a:noFill/>
              <a:prstDash val="solid"/>
            </a:ln>
          </p:spPr>
        </p:sp>
        <p:sp>
          <p:nvSpPr>
            <p:cNvPr id="29" name="order_label_Tree-consistent_A">
              <a:extLst>
                <a:ext uri="{FF2B5EF4-FFF2-40B4-BE49-F238E27FC236}">
                  <ns2:creationId id="{4A6F8533-83C8-43F7-AFE4-340514773215}"/>
                </a:ext>
              </a:extLst>
            </p:cNvPr>
            <p:cNvSpPr>
              <a:spLocks noGrp="1"/>
            </p:cNvSpPr>
            <p:nvPr/>
          </p:nvSpPr>
          <p:spPr>
            <a:xfrm rot="0" flipH="0" flipV="0">
              <a:off x="3190875" y="989305"/>
              <a:ext cx="1326611" cy="285750"/>
            </a:xfrm>
            <a:prstGeom prst="rect">
              <a:avLst/>
            </a:prstGeom>
            <a:noFill/>
            <a:ln w="0">
              <a:noFill/>
            </a:ln>
          </p:spPr>
          <p:txBody>
            <a:bodyPr wrap="none" lIns="0" tIns="0" rIns="0" bIns="0" anchor="ctr">
              <a:noAutofit/>
            </a:bodyPr>
            <a:lstStyle>
              <a:defPPr algn="ctr">
                <a:defRPr sz="2170" b="1">
                  <a:solidFill>
                    <a:srgbClr val="000000"/>
                  </a:solidFill>
                  <a:latin typeface="Arial"/>
                  <a:ea typeface="Arial"/>
                  <a:cs typeface="Arial"/>
                </a:defRPr>
              </a:defPPr>
              <a:lvl1pPr algn="ctr">
                <a:defRPr sz="2170" b="1">
                  <a:solidFill>
                    <a:srgbClr val="000000"/>
                  </a:solidFill>
                  <a:latin typeface="Arial"/>
                  <a:ea typeface="Arial"/>
                  <a:cs typeface="Arial"/>
                </a:defRPr>
              </a:lvl1pPr>
              <a:lvl2pPr algn="ctr">
                <a:defRPr sz="2170" b="1">
                  <a:solidFill>
                    <a:srgbClr val="000000"/>
                  </a:solidFill>
                  <a:latin typeface="Arial"/>
                  <a:ea typeface="Arial"/>
                  <a:cs typeface="Arial"/>
                </a:defRPr>
              </a:lvl2pPr>
              <a:lvl3pPr algn="ctr">
                <a:defRPr sz="2170" b="1">
                  <a:solidFill>
                    <a:srgbClr val="000000"/>
                  </a:solidFill>
                  <a:latin typeface="Arial"/>
                  <a:ea typeface="Arial"/>
                  <a:cs typeface="Arial"/>
                </a:defRPr>
              </a:lvl3pPr>
              <a:lvl4pPr algn="ctr">
                <a:defRPr sz="2170" b="1">
                  <a:solidFill>
                    <a:srgbClr val="000000"/>
                  </a:solidFill>
                  <a:latin typeface="Arial"/>
                  <a:ea typeface="Arial"/>
                  <a:cs typeface="Arial"/>
                </a:defRPr>
              </a:lvl4pPr>
              <a:lvl5pPr algn="ctr">
                <a:defRPr sz="2170" b="1">
                  <a:solidFill>
                    <a:srgbClr val="000000"/>
                  </a:solidFill>
                  <a:latin typeface="Arial"/>
                  <a:ea typeface="Arial"/>
                  <a:cs typeface="Arial"/>
                </a:defRPr>
              </a:lvl5pPr>
              <a:lvl6pPr algn="ctr">
                <a:defRPr sz="2170" b="1">
                  <a:solidFill>
                    <a:srgbClr val="000000"/>
                  </a:solidFill>
                  <a:latin typeface="Arial"/>
                  <a:ea typeface="Arial"/>
                  <a:cs typeface="Arial"/>
                </a:defRPr>
              </a:lvl6pPr>
              <a:lvl7pPr algn="ctr">
                <a:defRPr sz="2170" b="1">
                  <a:solidFill>
                    <a:srgbClr val="000000"/>
                  </a:solidFill>
                  <a:latin typeface="Arial"/>
                  <a:ea typeface="Arial"/>
                  <a:cs typeface="Arial"/>
                </a:defRPr>
              </a:lvl7pPr>
              <a:lvl8pPr algn="ctr">
                <a:defRPr sz="2170" b="1">
                  <a:solidFill>
                    <a:srgbClr val="000000"/>
                  </a:solidFill>
                  <a:latin typeface="Arial"/>
                  <a:ea typeface="Arial"/>
                  <a:cs typeface="Arial"/>
                </a:defRPr>
              </a:lvl8pPr>
              <a:lvl9pPr algn="ctr">
                <a:defRPr sz="2170" b="1">
                  <a:solidFill>
                    <a:srgbClr val="000000"/>
                  </a:solidFill>
                  <a:latin typeface="Arial"/>
                  <a:ea typeface="Arial"/>
                  <a:cs typeface="Arial"/>
                </a:defRPr>
              </a:lvl9pPr>
            </a:lstStyle>
            <a:p>
              <a:pPr algn="ctr">
                <a:defRPr sz="2170" b="1">
                  <a:solidFill>
                    <a:srgbClr val="000000"/>
                  </a:solidFill>
                  <a:latin typeface="Arial"/>
                  <a:ea typeface="Arial"/>
                  <a:cs typeface="Arial"/>
                </a:defRPr>
              </a:pPr>
              <a:r>
                <a:rPr sz="2170" b="1">
                  <a:solidFill>
                    <a:srgbClr val="000000"/>
                  </a:solidFill>
                  <a:latin typeface="Arial"/>
                  <a:ea typeface="Arial"/>
                  <a:cs typeface="Arial"/>
                </a:rPr>
                <a:t>A</a:t>
              </a:r>
            </a:p>
          </p:txBody>
        </p:sp>
        <p:sp>
          <p:nvSpPr>
            <p:cNvPr id="30" name="order_Tree-consistent_B">
              <a:extLst>
                <a:ext uri="{FF2B5EF4-FFF2-40B4-BE49-F238E27FC236}">
                  <ns2:creationId id="{32EDEDED-F4F0-4625-B14E-18953F9A7CEF}"/>
                </a:ext>
              </a:extLst>
            </p:cNvPr>
            <p:cNvSpPr>
              <a:spLocks noGrp="1"/>
            </p:cNvSpPr>
            <p:nvPr/>
          </p:nvSpPr>
          <p:spPr>
            <a:xfrm rot="0" flipH="0" flipV="0">
              <a:off x="4606777" y="981075"/>
              <a:ext cx="1326611" cy="288036"/>
            </a:xfrm>
            <a:prstGeom prst="rect">
              <a:avLst/>
            </a:prstGeom>
            <a:solidFill>
              <a:srgbClr val="D55E00"/>
            </a:solidFill>
            <a:ln w="0">
              <a:noFill/>
              <a:prstDash val="solid"/>
            </a:ln>
          </p:spPr>
        </p:sp>
        <p:sp>
          <p:nvSpPr>
            <p:cNvPr id="31" name="order_label_Tree-consistent_B">
              <a:extLst>
                <a:ext uri="{FF2B5EF4-FFF2-40B4-BE49-F238E27FC236}">
                  <ns2:creationId id="{D51C4D04-3B16-48AD-9D73-C2892D4CA29A}"/>
                </a:ext>
              </a:extLst>
            </p:cNvPr>
            <p:cNvSpPr>
              <a:spLocks noGrp="1"/>
            </p:cNvSpPr>
            <p:nvPr/>
          </p:nvSpPr>
          <p:spPr>
            <a:xfrm rot="0" flipH="0" flipV="0">
              <a:off x="4606777" y="989305"/>
              <a:ext cx="1326611" cy="285750"/>
            </a:xfrm>
            <a:prstGeom prst="rect">
              <a:avLst/>
            </a:prstGeom>
            <a:noFill/>
            <a:ln w="0">
              <a:noFill/>
            </a:ln>
          </p:spPr>
          <p:txBody>
            <a:bodyPr wrap="none" lIns="0" tIns="0" rIns="0" bIns="0" anchor="ctr">
              <a:noAutofit/>
            </a:bodyPr>
            <a:lstStyle>
              <a:defPPr algn="ctr">
                <a:defRPr sz="2170" b="1">
                  <a:solidFill>
                    <a:srgbClr val="000000"/>
                  </a:solidFill>
                  <a:latin typeface="Arial"/>
                  <a:ea typeface="Arial"/>
                  <a:cs typeface="Arial"/>
                </a:defRPr>
              </a:defPPr>
              <a:lvl1pPr algn="ctr">
                <a:defRPr sz="2170" b="1">
                  <a:solidFill>
                    <a:srgbClr val="000000"/>
                  </a:solidFill>
                  <a:latin typeface="Arial"/>
                  <a:ea typeface="Arial"/>
                  <a:cs typeface="Arial"/>
                </a:defRPr>
              </a:lvl1pPr>
              <a:lvl2pPr algn="ctr">
                <a:defRPr sz="2170" b="1">
                  <a:solidFill>
                    <a:srgbClr val="000000"/>
                  </a:solidFill>
                  <a:latin typeface="Arial"/>
                  <a:ea typeface="Arial"/>
                  <a:cs typeface="Arial"/>
                </a:defRPr>
              </a:lvl2pPr>
              <a:lvl3pPr algn="ctr">
                <a:defRPr sz="2170" b="1">
                  <a:solidFill>
                    <a:srgbClr val="000000"/>
                  </a:solidFill>
                  <a:latin typeface="Arial"/>
                  <a:ea typeface="Arial"/>
                  <a:cs typeface="Arial"/>
                </a:defRPr>
              </a:lvl3pPr>
              <a:lvl4pPr algn="ctr">
                <a:defRPr sz="2170" b="1">
                  <a:solidFill>
                    <a:srgbClr val="000000"/>
                  </a:solidFill>
                  <a:latin typeface="Arial"/>
                  <a:ea typeface="Arial"/>
                  <a:cs typeface="Arial"/>
                </a:defRPr>
              </a:lvl4pPr>
              <a:lvl5pPr algn="ctr">
                <a:defRPr sz="2170" b="1">
                  <a:solidFill>
                    <a:srgbClr val="000000"/>
                  </a:solidFill>
                  <a:latin typeface="Arial"/>
                  <a:ea typeface="Arial"/>
                  <a:cs typeface="Arial"/>
                </a:defRPr>
              </a:lvl5pPr>
              <a:lvl6pPr algn="ctr">
                <a:defRPr sz="2170" b="1">
                  <a:solidFill>
                    <a:srgbClr val="000000"/>
                  </a:solidFill>
                  <a:latin typeface="Arial"/>
                  <a:ea typeface="Arial"/>
                  <a:cs typeface="Arial"/>
                </a:defRPr>
              </a:lvl6pPr>
              <a:lvl7pPr algn="ctr">
                <a:defRPr sz="2170" b="1">
                  <a:solidFill>
                    <a:srgbClr val="000000"/>
                  </a:solidFill>
                  <a:latin typeface="Arial"/>
                  <a:ea typeface="Arial"/>
                  <a:cs typeface="Arial"/>
                </a:defRPr>
              </a:lvl7pPr>
              <a:lvl8pPr algn="ctr">
                <a:defRPr sz="2170" b="1">
                  <a:solidFill>
                    <a:srgbClr val="000000"/>
                  </a:solidFill>
                  <a:latin typeface="Arial"/>
                  <a:ea typeface="Arial"/>
                  <a:cs typeface="Arial"/>
                </a:defRPr>
              </a:lvl8pPr>
              <a:lvl9pPr algn="ctr">
                <a:defRPr sz="2170" b="1">
                  <a:solidFill>
                    <a:srgbClr val="000000"/>
                  </a:solidFill>
                  <a:latin typeface="Arial"/>
                  <a:ea typeface="Arial"/>
                  <a:cs typeface="Arial"/>
                </a:defRPr>
              </a:lvl9pPr>
            </a:lstStyle>
            <a:p>
              <a:pPr algn="ctr">
                <a:defRPr sz="2170" b="1">
                  <a:solidFill>
                    <a:srgbClr val="000000"/>
                  </a:solidFill>
                  <a:latin typeface="Arial"/>
                  <a:ea typeface="Arial"/>
                  <a:cs typeface="Arial"/>
                </a:defRPr>
              </a:pPr>
              <a:r>
                <a:rPr sz="2170" b="1">
                  <a:solidFill>
                    <a:srgbClr val="000000"/>
                  </a:solidFill>
                  <a:latin typeface="Arial"/>
                  <a:ea typeface="Arial"/>
                  <a:cs typeface="Arial"/>
                </a:rPr>
                <a:t>B</a:t>
              </a:r>
            </a:p>
          </p:txBody>
        </p:sp>
        <p:sp>
          <p:nvSpPr>
            <p:cNvPr id="32" name="order_Tree-consistent_C">
              <a:extLst>
                <a:ext uri="{FF2B5EF4-FFF2-40B4-BE49-F238E27FC236}">
                  <ns2:creationId id="{DDD1B84A-14EF-410E-AF6B-9B0B87FC02A9}"/>
                </a:ext>
              </a:extLst>
            </p:cNvPr>
            <p:cNvSpPr>
              <a:spLocks noGrp="1"/>
            </p:cNvSpPr>
            <p:nvPr/>
          </p:nvSpPr>
          <p:spPr>
            <a:xfrm rot="0" flipH="0" flipV="0">
              <a:off x="6022680" y="981075"/>
              <a:ext cx="1326611" cy="288036"/>
            </a:xfrm>
            <a:prstGeom prst="rect">
              <a:avLst/>
            </a:prstGeom>
            <a:solidFill>
              <a:srgbClr val="009E73"/>
            </a:solidFill>
            <a:ln w="0">
              <a:noFill/>
              <a:prstDash val="solid"/>
            </a:ln>
          </p:spPr>
        </p:sp>
        <p:sp>
          <p:nvSpPr>
            <p:cNvPr id="33" name="order_label_Tree-consistent_C">
              <a:extLst>
                <a:ext uri="{FF2B5EF4-FFF2-40B4-BE49-F238E27FC236}">
                  <ns2:creationId id="{690E451E-8B72-4679-8709-69718CF67802}"/>
                </a:ext>
              </a:extLst>
            </p:cNvPr>
            <p:cNvSpPr>
              <a:spLocks noGrp="1"/>
            </p:cNvSpPr>
            <p:nvPr/>
          </p:nvSpPr>
          <p:spPr>
            <a:xfrm rot="0" flipH="0" flipV="0">
              <a:off x="6022680" y="989305"/>
              <a:ext cx="1326611" cy="285750"/>
            </a:xfrm>
            <a:prstGeom prst="rect">
              <a:avLst/>
            </a:prstGeom>
            <a:noFill/>
            <a:ln w="0">
              <a:noFill/>
            </a:ln>
          </p:spPr>
          <p:txBody>
            <a:bodyPr wrap="none" lIns="0" tIns="0" rIns="0" bIns="0" anchor="ctr">
              <a:noAutofit/>
            </a:bodyPr>
            <a:lstStyle>
              <a:defPPr algn="ctr">
                <a:defRPr sz="2170" b="1">
                  <a:solidFill>
                    <a:srgbClr val="000000"/>
                  </a:solidFill>
                  <a:latin typeface="Arial"/>
                  <a:ea typeface="Arial"/>
                  <a:cs typeface="Arial"/>
                </a:defRPr>
              </a:defPPr>
              <a:lvl1pPr algn="ctr">
                <a:defRPr sz="2170" b="1">
                  <a:solidFill>
                    <a:srgbClr val="000000"/>
                  </a:solidFill>
                  <a:latin typeface="Arial"/>
                  <a:ea typeface="Arial"/>
                  <a:cs typeface="Arial"/>
                </a:defRPr>
              </a:lvl1pPr>
              <a:lvl2pPr algn="ctr">
                <a:defRPr sz="2170" b="1">
                  <a:solidFill>
                    <a:srgbClr val="000000"/>
                  </a:solidFill>
                  <a:latin typeface="Arial"/>
                  <a:ea typeface="Arial"/>
                  <a:cs typeface="Arial"/>
                </a:defRPr>
              </a:lvl2pPr>
              <a:lvl3pPr algn="ctr">
                <a:defRPr sz="2170" b="1">
                  <a:solidFill>
                    <a:srgbClr val="000000"/>
                  </a:solidFill>
                  <a:latin typeface="Arial"/>
                  <a:ea typeface="Arial"/>
                  <a:cs typeface="Arial"/>
                </a:defRPr>
              </a:lvl3pPr>
              <a:lvl4pPr algn="ctr">
                <a:defRPr sz="2170" b="1">
                  <a:solidFill>
                    <a:srgbClr val="000000"/>
                  </a:solidFill>
                  <a:latin typeface="Arial"/>
                  <a:ea typeface="Arial"/>
                  <a:cs typeface="Arial"/>
                </a:defRPr>
              </a:lvl4pPr>
              <a:lvl5pPr algn="ctr">
                <a:defRPr sz="2170" b="1">
                  <a:solidFill>
                    <a:srgbClr val="000000"/>
                  </a:solidFill>
                  <a:latin typeface="Arial"/>
                  <a:ea typeface="Arial"/>
                  <a:cs typeface="Arial"/>
                </a:defRPr>
              </a:lvl5pPr>
              <a:lvl6pPr algn="ctr">
                <a:defRPr sz="2170" b="1">
                  <a:solidFill>
                    <a:srgbClr val="000000"/>
                  </a:solidFill>
                  <a:latin typeface="Arial"/>
                  <a:ea typeface="Arial"/>
                  <a:cs typeface="Arial"/>
                </a:defRPr>
              </a:lvl6pPr>
              <a:lvl7pPr algn="ctr">
                <a:defRPr sz="2170" b="1">
                  <a:solidFill>
                    <a:srgbClr val="000000"/>
                  </a:solidFill>
                  <a:latin typeface="Arial"/>
                  <a:ea typeface="Arial"/>
                  <a:cs typeface="Arial"/>
                </a:defRPr>
              </a:lvl7pPr>
              <a:lvl8pPr algn="ctr">
                <a:defRPr sz="2170" b="1">
                  <a:solidFill>
                    <a:srgbClr val="000000"/>
                  </a:solidFill>
                  <a:latin typeface="Arial"/>
                  <a:ea typeface="Arial"/>
                  <a:cs typeface="Arial"/>
                </a:defRPr>
              </a:lvl8pPr>
              <a:lvl9pPr algn="ctr">
                <a:defRPr sz="2170" b="1">
                  <a:solidFill>
                    <a:srgbClr val="000000"/>
                  </a:solidFill>
                  <a:latin typeface="Arial"/>
                  <a:ea typeface="Arial"/>
                  <a:cs typeface="Arial"/>
                </a:defRPr>
              </a:lvl9pPr>
            </a:lstStyle>
            <a:p>
              <a:pPr algn="ctr">
                <a:defRPr sz="2170" b="1">
                  <a:solidFill>
                    <a:srgbClr val="000000"/>
                  </a:solidFill>
                  <a:latin typeface="Arial"/>
                  <a:ea typeface="Arial"/>
                  <a:cs typeface="Arial"/>
                </a:defRPr>
              </a:pPr>
              <a:r>
                <a:rPr sz="2170" b="1">
                  <a:solidFill>
                    <a:srgbClr val="000000"/>
                  </a:solidFill>
                  <a:latin typeface="Arial"/>
                  <a:ea typeface="Arial"/>
                  <a:cs typeface="Arial"/>
                </a:rPr>
                <a:t>C</a:t>
              </a:r>
            </a:p>
          </p:txBody>
        </p:sp>
        <p:sp>
          <p:nvSpPr>
            <p:cNvPr id="34" name="label_Spatial_reference">
              <a:extLst>
                <a:ext uri="{FF2B5EF4-FFF2-40B4-BE49-F238E27FC236}">
                  <ns2:creationId id="{73577A0A-0817-41A9-B2B7-8B989AA54A68}"/>
                </a:ext>
              </a:extLst>
            </p:cNvPr>
            <p:cNvSpPr>
              <a:spLocks noGrp="1"/>
            </p:cNvSpPr>
            <p:nvPr/>
          </p:nvSpPr>
          <p:spPr>
            <a:xfrm rot="0" flipH="0" flipV="0">
              <a:off x="3190875" y="1743075"/>
              <a:ext cx="4000500" cy="285750"/>
            </a:xfrm>
            <a:prstGeom prst="rect">
              <a:avLst/>
            </a:prstGeom>
            <a:noFill/>
            <a:ln w="0">
              <a:noFill/>
            </a:ln>
          </p:spPr>
          <p:txBody>
            <a:bodyPr wrap="none" lIns="0" tIns="0" rIns="0" bIns="0" anchor="ctr">
              <a:noAutofit/>
            </a:bodyPr>
            <a:lstStyle>
              <a:defPPr algn="l">
                <a:defRPr sz="2170" b="0">
                  <a:solidFill>
                    <a:srgbClr val="000000"/>
                  </a:solidFill>
                  <a:latin typeface="Arial"/>
                  <a:ea typeface="Arial"/>
                  <a:cs typeface="Arial"/>
                </a:defRPr>
              </a:defPPr>
              <a:lvl1pPr algn="l">
                <a:defRPr sz="2170" b="0">
                  <a:solidFill>
                    <a:srgbClr val="000000"/>
                  </a:solidFill>
                  <a:latin typeface="Arial"/>
                  <a:ea typeface="Arial"/>
                  <a:cs typeface="Arial"/>
                </a:defRPr>
              </a:lvl1pPr>
              <a:lvl2pPr algn="l">
                <a:defRPr sz="2170" b="0">
                  <a:solidFill>
                    <a:srgbClr val="000000"/>
                  </a:solidFill>
                  <a:latin typeface="Arial"/>
                  <a:ea typeface="Arial"/>
                  <a:cs typeface="Arial"/>
                </a:defRPr>
              </a:lvl2pPr>
              <a:lvl3pPr algn="l">
                <a:defRPr sz="2170" b="0">
                  <a:solidFill>
                    <a:srgbClr val="000000"/>
                  </a:solidFill>
                  <a:latin typeface="Arial"/>
                  <a:ea typeface="Arial"/>
                  <a:cs typeface="Arial"/>
                </a:defRPr>
              </a:lvl3pPr>
              <a:lvl4pPr algn="l">
                <a:defRPr sz="2170" b="0">
                  <a:solidFill>
                    <a:srgbClr val="000000"/>
                  </a:solidFill>
                  <a:latin typeface="Arial"/>
                  <a:ea typeface="Arial"/>
                  <a:cs typeface="Arial"/>
                </a:defRPr>
              </a:lvl4pPr>
              <a:lvl5pPr algn="l">
                <a:defRPr sz="2170" b="0">
                  <a:solidFill>
                    <a:srgbClr val="000000"/>
                  </a:solidFill>
                  <a:latin typeface="Arial"/>
                  <a:ea typeface="Arial"/>
                  <a:cs typeface="Arial"/>
                </a:defRPr>
              </a:lvl5pPr>
              <a:lvl6pPr algn="l">
                <a:defRPr sz="2170" b="0">
                  <a:solidFill>
                    <a:srgbClr val="000000"/>
                  </a:solidFill>
                  <a:latin typeface="Arial"/>
                  <a:ea typeface="Arial"/>
                  <a:cs typeface="Arial"/>
                </a:defRPr>
              </a:lvl6pPr>
              <a:lvl7pPr algn="l">
                <a:defRPr sz="2170" b="0">
                  <a:solidFill>
                    <a:srgbClr val="000000"/>
                  </a:solidFill>
                  <a:latin typeface="Arial"/>
                  <a:ea typeface="Arial"/>
                  <a:cs typeface="Arial"/>
                </a:defRPr>
              </a:lvl7pPr>
              <a:lvl8pPr algn="l">
                <a:defRPr sz="2170" b="0">
                  <a:solidFill>
                    <a:srgbClr val="000000"/>
                  </a:solidFill>
                  <a:latin typeface="Arial"/>
                  <a:ea typeface="Arial"/>
                  <a:cs typeface="Arial"/>
                </a:defRPr>
              </a:lvl8pPr>
              <a:lvl9pPr algn="l">
                <a:defRPr sz="2170" b="0">
                  <a:solidFill>
                    <a:srgbClr val="000000"/>
                  </a:solidFill>
                  <a:latin typeface="Arial"/>
                  <a:ea typeface="Arial"/>
                  <a:cs typeface="Arial"/>
                </a:defRPr>
              </a:lvl9pPr>
            </a:lstStyle>
            <a:p>
              <a:pPr algn="l">
                <a:defRPr sz="2170" b="0">
                  <a:solidFill>
                    <a:srgbClr val="000000"/>
                  </a:solidFill>
                  <a:latin typeface="Arial"/>
                  <a:ea typeface="Arial"/>
                  <a:cs typeface="Arial"/>
                </a:defRPr>
              </a:pPr>
              <a:r>
                <a:rPr sz="2170" b="0">
                  <a:solidFill>
                    <a:srgbClr val="000000"/>
                  </a:solidFill>
                  <a:latin typeface="Arial"/>
                  <a:ea typeface="Arial"/>
                  <a:cs typeface="Arial"/>
                </a:rPr>
                <a:t>Spatial reference</a:t>
              </a:r>
            </a:p>
          </p:txBody>
        </p:sp>
        <p:sp>
          <p:nvSpPr>
            <p:cNvPr id="35" name="order_Spatial reference_A">
              <a:extLst>
                <a:ext uri="{FF2B5EF4-FFF2-40B4-BE49-F238E27FC236}">
                  <ns2:creationId id="{A57A6045-0D54-4C13-AA07-DC7A726990D3}"/>
                </a:ext>
              </a:extLst>
            </p:cNvPr>
            <p:cNvSpPr>
              <a:spLocks noGrp="1"/>
            </p:cNvSpPr>
            <p:nvPr/>
          </p:nvSpPr>
          <p:spPr>
            <a:xfrm rot="0" flipH="0" flipV="0">
              <a:off x="3190875" y="2038349"/>
              <a:ext cx="1326611" cy="288036"/>
            </a:xfrm>
            <a:prstGeom prst="rect">
              <a:avLst/>
            </a:prstGeom>
            <a:solidFill>
              <a:srgbClr val="0072B2"/>
            </a:solidFill>
            <a:ln w="0">
              <a:noFill/>
              <a:prstDash val="solid"/>
            </a:ln>
          </p:spPr>
        </p:sp>
        <p:sp>
          <p:nvSpPr>
            <p:cNvPr id="36" name="order_label_Spatial reference_A">
              <a:extLst>
                <a:ext uri="{FF2B5EF4-FFF2-40B4-BE49-F238E27FC236}">
                  <ns2:creationId id="{139B4882-5CC4-449A-A677-FDF946EE5E9E}"/>
                </a:ext>
              </a:extLst>
            </p:cNvPr>
            <p:cNvSpPr>
              <a:spLocks noGrp="1"/>
            </p:cNvSpPr>
            <p:nvPr/>
          </p:nvSpPr>
          <p:spPr>
            <a:xfrm rot="0" flipH="0" flipV="0">
              <a:off x="3190875" y="2046579"/>
              <a:ext cx="1326611" cy="285750"/>
            </a:xfrm>
            <a:prstGeom prst="rect">
              <a:avLst/>
            </a:prstGeom>
            <a:noFill/>
            <a:ln w="0">
              <a:noFill/>
            </a:ln>
          </p:spPr>
          <p:txBody>
            <a:bodyPr wrap="none" lIns="0" tIns="0" rIns="0" bIns="0" anchor="ctr">
              <a:noAutofit/>
            </a:bodyPr>
            <a:lstStyle>
              <a:defPPr algn="ctr">
                <a:defRPr sz="2170" b="1">
                  <a:solidFill>
                    <a:srgbClr val="000000"/>
                  </a:solidFill>
                  <a:latin typeface="Arial"/>
                  <a:ea typeface="Arial"/>
                  <a:cs typeface="Arial"/>
                </a:defRPr>
              </a:defPPr>
              <a:lvl1pPr algn="ctr">
                <a:defRPr sz="2170" b="1">
                  <a:solidFill>
                    <a:srgbClr val="000000"/>
                  </a:solidFill>
                  <a:latin typeface="Arial"/>
                  <a:ea typeface="Arial"/>
                  <a:cs typeface="Arial"/>
                </a:defRPr>
              </a:lvl1pPr>
              <a:lvl2pPr algn="ctr">
                <a:defRPr sz="2170" b="1">
                  <a:solidFill>
                    <a:srgbClr val="000000"/>
                  </a:solidFill>
                  <a:latin typeface="Arial"/>
                  <a:ea typeface="Arial"/>
                  <a:cs typeface="Arial"/>
                </a:defRPr>
              </a:lvl2pPr>
              <a:lvl3pPr algn="ctr">
                <a:defRPr sz="2170" b="1">
                  <a:solidFill>
                    <a:srgbClr val="000000"/>
                  </a:solidFill>
                  <a:latin typeface="Arial"/>
                  <a:ea typeface="Arial"/>
                  <a:cs typeface="Arial"/>
                </a:defRPr>
              </a:lvl3pPr>
              <a:lvl4pPr algn="ctr">
                <a:defRPr sz="2170" b="1">
                  <a:solidFill>
                    <a:srgbClr val="000000"/>
                  </a:solidFill>
                  <a:latin typeface="Arial"/>
                  <a:ea typeface="Arial"/>
                  <a:cs typeface="Arial"/>
                </a:defRPr>
              </a:lvl4pPr>
              <a:lvl5pPr algn="ctr">
                <a:defRPr sz="2170" b="1">
                  <a:solidFill>
                    <a:srgbClr val="000000"/>
                  </a:solidFill>
                  <a:latin typeface="Arial"/>
                  <a:ea typeface="Arial"/>
                  <a:cs typeface="Arial"/>
                </a:defRPr>
              </a:lvl5pPr>
              <a:lvl6pPr algn="ctr">
                <a:defRPr sz="2170" b="1">
                  <a:solidFill>
                    <a:srgbClr val="000000"/>
                  </a:solidFill>
                  <a:latin typeface="Arial"/>
                  <a:ea typeface="Arial"/>
                  <a:cs typeface="Arial"/>
                </a:defRPr>
              </a:lvl6pPr>
              <a:lvl7pPr algn="ctr">
                <a:defRPr sz="2170" b="1">
                  <a:solidFill>
                    <a:srgbClr val="000000"/>
                  </a:solidFill>
                  <a:latin typeface="Arial"/>
                  <a:ea typeface="Arial"/>
                  <a:cs typeface="Arial"/>
                </a:defRPr>
              </a:lvl7pPr>
              <a:lvl8pPr algn="ctr">
                <a:defRPr sz="2170" b="1">
                  <a:solidFill>
                    <a:srgbClr val="000000"/>
                  </a:solidFill>
                  <a:latin typeface="Arial"/>
                  <a:ea typeface="Arial"/>
                  <a:cs typeface="Arial"/>
                </a:defRPr>
              </a:lvl8pPr>
              <a:lvl9pPr algn="ctr">
                <a:defRPr sz="2170" b="1">
                  <a:solidFill>
                    <a:srgbClr val="000000"/>
                  </a:solidFill>
                  <a:latin typeface="Arial"/>
                  <a:ea typeface="Arial"/>
                  <a:cs typeface="Arial"/>
                </a:defRPr>
              </a:lvl9pPr>
            </a:lstStyle>
            <a:p>
              <a:pPr algn="ctr">
                <a:defRPr sz="2170" b="1">
                  <a:solidFill>
                    <a:srgbClr val="000000"/>
                  </a:solidFill>
                  <a:latin typeface="Arial"/>
                  <a:ea typeface="Arial"/>
                  <a:cs typeface="Arial"/>
                </a:defRPr>
              </a:pPr>
              <a:r>
                <a:rPr sz="2170" b="1">
                  <a:solidFill>
                    <a:srgbClr val="000000"/>
                  </a:solidFill>
                  <a:latin typeface="Arial"/>
                  <a:ea typeface="Arial"/>
                  <a:cs typeface="Arial"/>
                </a:rPr>
                <a:t>A</a:t>
              </a:r>
            </a:p>
          </p:txBody>
        </p:sp>
        <p:sp>
          <p:nvSpPr>
            <p:cNvPr id="37" name="order_Spatial reference_C">
              <a:extLst>
                <a:ext uri="{FF2B5EF4-FFF2-40B4-BE49-F238E27FC236}">
                  <ns2:creationId id="{81912E2A-C28B-4704-884B-04DA6786D534}"/>
                </a:ext>
              </a:extLst>
            </p:cNvPr>
            <p:cNvSpPr>
              <a:spLocks noGrp="1"/>
            </p:cNvSpPr>
            <p:nvPr/>
          </p:nvSpPr>
          <p:spPr>
            <a:xfrm rot="0" flipH="0" flipV="0">
              <a:off x="4606777" y="2038349"/>
              <a:ext cx="1326611" cy="288036"/>
            </a:xfrm>
            <a:prstGeom prst="rect">
              <a:avLst/>
            </a:prstGeom>
            <a:solidFill>
              <a:srgbClr val="009E73"/>
            </a:solidFill>
            <a:ln w="0">
              <a:noFill/>
              <a:prstDash val="solid"/>
            </a:ln>
          </p:spPr>
        </p:sp>
        <p:sp>
          <p:nvSpPr>
            <p:cNvPr id="38" name="order_label_Spatial reference_C">
              <a:extLst>
                <a:ext uri="{FF2B5EF4-FFF2-40B4-BE49-F238E27FC236}">
                  <ns2:creationId id="{BFDBE585-E9F0-41B5-9A04-AB76B8D8A657}"/>
                </a:ext>
              </a:extLst>
            </p:cNvPr>
            <p:cNvSpPr>
              <a:spLocks noGrp="1"/>
            </p:cNvSpPr>
            <p:nvPr/>
          </p:nvSpPr>
          <p:spPr>
            <a:xfrm rot="0" flipH="0" flipV="0">
              <a:off x="4606777" y="2046579"/>
              <a:ext cx="1326611" cy="285750"/>
            </a:xfrm>
            <a:prstGeom prst="rect">
              <a:avLst/>
            </a:prstGeom>
            <a:noFill/>
            <a:ln w="0">
              <a:noFill/>
            </a:ln>
          </p:spPr>
          <p:txBody>
            <a:bodyPr wrap="none" lIns="0" tIns="0" rIns="0" bIns="0" anchor="ctr">
              <a:noAutofit/>
            </a:bodyPr>
            <a:lstStyle>
              <a:defPPr algn="ctr">
                <a:defRPr sz="2170" b="1">
                  <a:solidFill>
                    <a:srgbClr val="000000"/>
                  </a:solidFill>
                  <a:latin typeface="Arial"/>
                  <a:ea typeface="Arial"/>
                  <a:cs typeface="Arial"/>
                </a:defRPr>
              </a:defPPr>
              <a:lvl1pPr algn="ctr">
                <a:defRPr sz="2170" b="1">
                  <a:solidFill>
                    <a:srgbClr val="000000"/>
                  </a:solidFill>
                  <a:latin typeface="Arial"/>
                  <a:ea typeface="Arial"/>
                  <a:cs typeface="Arial"/>
                </a:defRPr>
              </a:lvl1pPr>
              <a:lvl2pPr algn="ctr">
                <a:defRPr sz="2170" b="1">
                  <a:solidFill>
                    <a:srgbClr val="000000"/>
                  </a:solidFill>
                  <a:latin typeface="Arial"/>
                  <a:ea typeface="Arial"/>
                  <a:cs typeface="Arial"/>
                </a:defRPr>
              </a:lvl2pPr>
              <a:lvl3pPr algn="ctr">
                <a:defRPr sz="2170" b="1">
                  <a:solidFill>
                    <a:srgbClr val="000000"/>
                  </a:solidFill>
                  <a:latin typeface="Arial"/>
                  <a:ea typeface="Arial"/>
                  <a:cs typeface="Arial"/>
                </a:defRPr>
              </a:lvl3pPr>
              <a:lvl4pPr algn="ctr">
                <a:defRPr sz="2170" b="1">
                  <a:solidFill>
                    <a:srgbClr val="000000"/>
                  </a:solidFill>
                  <a:latin typeface="Arial"/>
                  <a:ea typeface="Arial"/>
                  <a:cs typeface="Arial"/>
                </a:defRPr>
              </a:lvl4pPr>
              <a:lvl5pPr algn="ctr">
                <a:defRPr sz="2170" b="1">
                  <a:solidFill>
                    <a:srgbClr val="000000"/>
                  </a:solidFill>
                  <a:latin typeface="Arial"/>
                  <a:ea typeface="Arial"/>
                  <a:cs typeface="Arial"/>
                </a:defRPr>
              </a:lvl5pPr>
              <a:lvl6pPr algn="ctr">
                <a:defRPr sz="2170" b="1">
                  <a:solidFill>
                    <a:srgbClr val="000000"/>
                  </a:solidFill>
                  <a:latin typeface="Arial"/>
                  <a:ea typeface="Arial"/>
                  <a:cs typeface="Arial"/>
                </a:defRPr>
              </a:lvl6pPr>
              <a:lvl7pPr algn="ctr">
                <a:defRPr sz="2170" b="1">
                  <a:solidFill>
                    <a:srgbClr val="000000"/>
                  </a:solidFill>
                  <a:latin typeface="Arial"/>
                  <a:ea typeface="Arial"/>
                  <a:cs typeface="Arial"/>
                </a:defRPr>
              </a:lvl7pPr>
              <a:lvl8pPr algn="ctr">
                <a:defRPr sz="2170" b="1">
                  <a:solidFill>
                    <a:srgbClr val="000000"/>
                  </a:solidFill>
                  <a:latin typeface="Arial"/>
                  <a:ea typeface="Arial"/>
                  <a:cs typeface="Arial"/>
                </a:defRPr>
              </a:lvl8pPr>
              <a:lvl9pPr algn="ctr">
                <a:defRPr sz="2170" b="1">
                  <a:solidFill>
                    <a:srgbClr val="000000"/>
                  </a:solidFill>
                  <a:latin typeface="Arial"/>
                  <a:ea typeface="Arial"/>
                  <a:cs typeface="Arial"/>
                </a:defRPr>
              </a:lvl9pPr>
            </a:lstStyle>
            <a:p>
              <a:pPr algn="ctr">
                <a:defRPr sz="2170" b="1">
                  <a:solidFill>
                    <a:srgbClr val="000000"/>
                  </a:solidFill>
                  <a:latin typeface="Arial"/>
                  <a:ea typeface="Arial"/>
                  <a:cs typeface="Arial"/>
                </a:defRPr>
              </a:pPr>
              <a:r>
                <a:rPr sz="2170" b="1">
                  <a:solidFill>
                    <a:srgbClr val="000000"/>
                  </a:solidFill>
                  <a:latin typeface="Arial"/>
                  <a:ea typeface="Arial"/>
                  <a:cs typeface="Arial"/>
                </a:rPr>
                <a:t>C</a:t>
              </a:r>
            </a:p>
          </p:txBody>
        </p:sp>
        <p:sp>
          <p:nvSpPr>
            <p:cNvPr id="39" name="order_Spatial reference_B">
              <a:extLst>
                <a:ext uri="{FF2B5EF4-FFF2-40B4-BE49-F238E27FC236}">
                  <ns2:creationId id="{938CF045-8CFC-46BE-85B5-4FEA9E3AC9ED}"/>
                </a:ext>
              </a:extLst>
            </p:cNvPr>
            <p:cNvSpPr>
              <a:spLocks noGrp="1"/>
            </p:cNvSpPr>
            <p:nvPr/>
          </p:nvSpPr>
          <p:spPr>
            <a:xfrm rot="0" flipH="0" flipV="0">
              <a:off x="6022680" y="2038349"/>
              <a:ext cx="1326611" cy="288036"/>
            </a:xfrm>
            <a:prstGeom prst="rect">
              <a:avLst/>
            </a:prstGeom>
            <a:solidFill>
              <a:srgbClr val="D55E00"/>
            </a:solidFill>
            <a:ln w="0">
              <a:noFill/>
              <a:prstDash val="solid"/>
            </a:ln>
          </p:spPr>
        </p:sp>
        <p:sp>
          <p:nvSpPr>
            <p:cNvPr id="40" name="order_label_Spatial reference_B">
              <a:extLst>
                <a:ext uri="{FF2B5EF4-FFF2-40B4-BE49-F238E27FC236}">
                  <ns2:creationId id="{9BB4922F-2C06-4F7A-9413-F1257C0A86AC}"/>
                </a:ext>
              </a:extLst>
            </p:cNvPr>
            <p:cNvSpPr>
              <a:spLocks noGrp="1"/>
            </p:cNvSpPr>
            <p:nvPr/>
          </p:nvSpPr>
          <p:spPr>
            <a:xfrm rot="0" flipH="0" flipV="0">
              <a:off x="6022680" y="2046579"/>
              <a:ext cx="1326611" cy="285750"/>
            </a:xfrm>
            <a:prstGeom prst="rect">
              <a:avLst/>
            </a:prstGeom>
            <a:noFill/>
            <a:ln w="0">
              <a:noFill/>
            </a:ln>
          </p:spPr>
          <p:txBody>
            <a:bodyPr wrap="none" lIns="0" tIns="0" rIns="0" bIns="0" anchor="ctr">
              <a:noAutofit/>
            </a:bodyPr>
            <a:lstStyle>
              <a:defPPr algn="ctr">
                <a:defRPr sz="2170" b="1">
                  <a:solidFill>
                    <a:srgbClr val="000000"/>
                  </a:solidFill>
                  <a:latin typeface="Arial"/>
                  <a:ea typeface="Arial"/>
                  <a:cs typeface="Arial"/>
                </a:defRPr>
              </a:defPPr>
              <a:lvl1pPr algn="ctr">
                <a:defRPr sz="2170" b="1">
                  <a:solidFill>
                    <a:srgbClr val="000000"/>
                  </a:solidFill>
                  <a:latin typeface="Arial"/>
                  <a:ea typeface="Arial"/>
                  <a:cs typeface="Arial"/>
                </a:defRPr>
              </a:lvl1pPr>
              <a:lvl2pPr algn="ctr">
                <a:defRPr sz="2170" b="1">
                  <a:solidFill>
                    <a:srgbClr val="000000"/>
                  </a:solidFill>
                  <a:latin typeface="Arial"/>
                  <a:ea typeface="Arial"/>
                  <a:cs typeface="Arial"/>
                </a:defRPr>
              </a:lvl2pPr>
              <a:lvl3pPr algn="ctr">
                <a:defRPr sz="2170" b="1">
                  <a:solidFill>
                    <a:srgbClr val="000000"/>
                  </a:solidFill>
                  <a:latin typeface="Arial"/>
                  <a:ea typeface="Arial"/>
                  <a:cs typeface="Arial"/>
                </a:defRPr>
              </a:lvl3pPr>
              <a:lvl4pPr algn="ctr">
                <a:defRPr sz="2170" b="1">
                  <a:solidFill>
                    <a:srgbClr val="000000"/>
                  </a:solidFill>
                  <a:latin typeface="Arial"/>
                  <a:ea typeface="Arial"/>
                  <a:cs typeface="Arial"/>
                </a:defRPr>
              </a:lvl4pPr>
              <a:lvl5pPr algn="ctr">
                <a:defRPr sz="2170" b="1">
                  <a:solidFill>
                    <a:srgbClr val="000000"/>
                  </a:solidFill>
                  <a:latin typeface="Arial"/>
                  <a:ea typeface="Arial"/>
                  <a:cs typeface="Arial"/>
                </a:defRPr>
              </a:lvl5pPr>
              <a:lvl6pPr algn="ctr">
                <a:defRPr sz="2170" b="1">
                  <a:solidFill>
                    <a:srgbClr val="000000"/>
                  </a:solidFill>
                  <a:latin typeface="Arial"/>
                  <a:ea typeface="Arial"/>
                  <a:cs typeface="Arial"/>
                </a:defRPr>
              </a:lvl6pPr>
              <a:lvl7pPr algn="ctr">
                <a:defRPr sz="2170" b="1">
                  <a:solidFill>
                    <a:srgbClr val="000000"/>
                  </a:solidFill>
                  <a:latin typeface="Arial"/>
                  <a:ea typeface="Arial"/>
                  <a:cs typeface="Arial"/>
                </a:defRPr>
              </a:lvl7pPr>
              <a:lvl8pPr algn="ctr">
                <a:defRPr sz="2170" b="1">
                  <a:solidFill>
                    <a:srgbClr val="000000"/>
                  </a:solidFill>
                  <a:latin typeface="Arial"/>
                  <a:ea typeface="Arial"/>
                  <a:cs typeface="Arial"/>
                </a:defRPr>
              </a:lvl8pPr>
              <a:lvl9pPr algn="ctr">
                <a:defRPr sz="2170" b="1">
                  <a:solidFill>
                    <a:srgbClr val="000000"/>
                  </a:solidFill>
                  <a:latin typeface="Arial"/>
                  <a:ea typeface="Arial"/>
                  <a:cs typeface="Arial"/>
                </a:defRPr>
              </a:lvl9pPr>
            </a:lstStyle>
            <a:p>
              <a:pPr algn="ctr">
                <a:defRPr sz="2170" b="1">
                  <a:solidFill>
                    <a:srgbClr val="000000"/>
                  </a:solidFill>
                  <a:latin typeface="Arial"/>
                  <a:ea typeface="Arial"/>
                  <a:cs typeface="Arial"/>
                </a:defRPr>
              </a:pPr>
              <a:r>
                <a:rPr sz="2170" b="1">
                  <a:solidFill>
                    <a:srgbClr val="000000"/>
                  </a:solidFill>
                  <a:latin typeface="Arial"/>
                  <a:ea typeface="Arial"/>
                  <a:cs typeface="Arial"/>
                </a:rPr>
                <a:t>B</a:t>
              </a:r>
            </a:p>
          </p:txBody>
        </p:sp>
        <p:cxnSp>
          <p:nvCxnSpPr>
            <p:cNvPr id="41" name="exchange_B_correspondence">
              <a:extLst>
                <a:ext uri="{FF2B5EF4-FFF2-40B4-BE49-F238E27FC236}">
                  <ns2:creationId id="{C5EC7AB6-37EC-4D96-AF7F-AADA35519300}"/>
                </a:ext>
              </a:extLst>
            </p:cNvPr>
            <p:cNvCxnSpPr>
              <a:stCxn id="30" idx="2"/>
              <a:endCxn id="39" idx="0"/>
            </p:cNvCxnSpPr>
            <p:nvPr/>
          </p:nvCxnSpPr>
          <p:spPr>
            <a:xfrm>
              <a:off x="5270083" y="1269111"/>
              <a:ext cx="1415903" cy="769238"/>
            </a:xfrm>
            <a:prstGeom prst="straightConnector1">
              <a:avLst/>
            </a:prstGeom>
            <a:ln w="21203">
              <a:solidFill>
                <a:srgbClr val="D55E00"/>
              </a:solidFill>
              <a:tailEnd type="triangle" w="sm" len="sm"/>
            </a:ln>
          </p:spPr>
        </p:cxnSp>
        <p:cxnSp>
          <p:nvCxnSpPr>
            <p:cNvPr id="42" name="exchange_C_correspondence">
              <a:extLst>
                <a:ext uri="{FF2B5EF4-FFF2-40B4-BE49-F238E27FC236}">
                  <ns2:creationId id="{0F4146E7-DF19-416E-B583-C32C0EE37513}"/>
                </a:ext>
              </a:extLst>
            </p:cNvPr>
            <p:cNvCxnSpPr>
              <a:stCxn id="32" idx="2"/>
              <a:endCxn id="37" idx="0"/>
            </p:cNvCxnSpPr>
            <p:nvPr/>
          </p:nvCxnSpPr>
          <p:spPr>
            <a:xfrm flipH="1">
              <a:off x="5270083" y="1269111"/>
              <a:ext cx="1415903" cy="769238"/>
            </a:xfrm>
            <a:prstGeom prst="straightConnector1">
              <a:avLst/>
            </a:prstGeom>
            <a:ln w="21203">
              <a:solidFill>
                <a:srgbClr val="009E73"/>
              </a:solidFill>
              <a:tailEnd type="triangle" w="sm" len="sm"/>
            </a:ln>
          </p:spPr>
        </p:cxnSp>
        <p:sp>
          <p:nvSpPr>
            <p:cNvPr id="43" name="a_b_separator">
              <a:extLst>
                <a:ext uri="{FF2B5EF4-FFF2-40B4-BE49-F238E27FC236}">
                  <ns2:creationId id="{9EFDEB0C-EA06-439A-B4FC-0AE8A263FB95}"/>
                </a:ext>
              </a:extLst>
            </p:cNvPr>
            <p:cNvSpPr>
              <a:spLocks noGrp="1"/>
            </p:cNvSpPr>
            <p:nvPr/>
          </p:nvSpPr>
          <p:spPr>
            <a:xfrm rot="0" flipH="0" flipV="0">
              <a:off x="171450" y="2495550"/>
              <a:ext cx="8229600" cy="953"/>
            </a:xfrm>
            <a:custGeom>
              <a:pathLst>
                <a:path w="8229600" h="953">
                  <a:moveTo>
                    <a:pt x="0" y="0"/>
                  </a:moveTo>
                  <a:lnTo>
                    <a:pt x="8229600" y="953"/>
                  </a:lnTo>
                </a:path>
              </a:pathLst>
            </a:custGeom>
            <a:noFill/>
            <a:ln w="14136">
              <a:solidFill>
                <a:srgbClr val="DAE3E8"/>
              </a:solidFill>
              <a:prstDash val="solid"/>
            </a:ln>
          </p:spPr>
        </p:sp>
        <p:sp>
          <p:nvSpPr>
            <p:cNvPr id="44" name="B_title">
              <a:extLst>
                <a:ext uri="{FF2B5EF4-FFF2-40B4-BE49-F238E27FC236}">
                  <ns2:creationId id="{C24CCF3B-79B0-49D4-A7ED-D815071E9788}"/>
                </a:ext>
              </a:extLst>
            </p:cNvPr>
            <p:cNvSpPr>
              <a:spLocks noGrp="1"/>
            </p:cNvSpPr>
            <p:nvPr/>
          </p:nvSpPr>
          <p:spPr>
            <a:xfrm rot="0" flipH="0" flipV="0">
              <a:off x="171450" y="2628900"/>
              <a:ext cx="4038600" cy="323850"/>
            </a:xfrm>
            <a:prstGeom prst="rect">
              <a:avLst/>
            </a:prstGeom>
            <a:noFill/>
            <a:ln w="0">
              <a:noFill/>
            </a:ln>
          </p:spPr>
          <p:txBody>
            <a:bodyPr wrap="none" lIns="0" tIns="0" rIns="0" bIns="0" anchor="ctr">
              <a:noAutofit/>
            </a:bodyPr>
            <a:lstStyle>
              <a:defPPr algn="l">
                <a:defRPr sz="2254" b="1">
                  <a:solidFill>
                    <a:srgbClr val="000000"/>
                  </a:solidFill>
                  <a:latin typeface="Arial"/>
                  <a:ea typeface="Arial"/>
                  <a:cs typeface="Arial"/>
                </a:defRPr>
              </a:defPPr>
              <a:lvl1pPr algn="l">
                <a:defRPr sz="2254" b="1">
                  <a:solidFill>
                    <a:srgbClr val="000000"/>
                  </a:solidFill>
                  <a:latin typeface="Arial"/>
                  <a:ea typeface="Arial"/>
                  <a:cs typeface="Arial"/>
                </a:defRPr>
              </a:lvl1pPr>
              <a:lvl2pPr algn="l">
                <a:defRPr sz="2254" b="1">
                  <a:solidFill>
                    <a:srgbClr val="000000"/>
                  </a:solidFill>
                  <a:latin typeface="Arial"/>
                  <a:ea typeface="Arial"/>
                  <a:cs typeface="Arial"/>
                </a:defRPr>
              </a:lvl2pPr>
              <a:lvl3pPr algn="l">
                <a:defRPr sz="2254" b="1">
                  <a:solidFill>
                    <a:srgbClr val="000000"/>
                  </a:solidFill>
                  <a:latin typeface="Arial"/>
                  <a:ea typeface="Arial"/>
                  <a:cs typeface="Arial"/>
                </a:defRPr>
              </a:lvl3pPr>
              <a:lvl4pPr algn="l">
                <a:defRPr sz="2254" b="1">
                  <a:solidFill>
                    <a:srgbClr val="000000"/>
                  </a:solidFill>
                  <a:latin typeface="Arial"/>
                  <a:ea typeface="Arial"/>
                  <a:cs typeface="Arial"/>
                </a:defRPr>
              </a:lvl4pPr>
              <a:lvl5pPr algn="l">
                <a:defRPr sz="2254" b="1">
                  <a:solidFill>
                    <a:srgbClr val="000000"/>
                  </a:solidFill>
                  <a:latin typeface="Arial"/>
                  <a:ea typeface="Arial"/>
                  <a:cs typeface="Arial"/>
                </a:defRPr>
              </a:lvl5pPr>
              <a:lvl6pPr algn="l">
                <a:defRPr sz="2254" b="1">
                  <a:solidFill>
                    <a:srgbClr val="000000"/>
                  </a:solidFill>
                  <a:latin typeface="Arial"/>
                  <a:ea typeface="Arial"/>
                  <a:cs typeface="Arial"/>
                </a:defRPr>
              </a:lvl6pPr>
              <a:lvl7pPr algn="l">
                <a:defRPr sz="2254" b="1">
                  <a:solidFill>
                    <a:srgbClr val="000000"/>
                  </a:solidFill>
                  <a:latin typeface="Arial"/>
                  <a:ea typeface="Arial"/>
                  <a:cs typeface="Arial"/>
                </a:defRPr>
              </a:lvl7pPr>
              <a:lvl8pPr algn="l">
                <a:defRPr sz="2254" b="1">
                  <a:solidFill>
                    <a:srgbClr val="000000"/>
                  </a:solidFill>
                  <a:latin typeface="Arial"/>
                  <a:ea typeface="Arial"/>
                  <a:cs typeface="Arial"/>
                </a:defRPr>
              </a:lvl8pPr>
              <a:lvl9pPr algn="l">
                <a:defRPr sz="2254" b="1">
                  <a:solidFill>
                    <a:srgbClr val="000000"/>
                  </a:solidFill>
                  <a:latin typeface="Arial"/>
                  <a:ea typeface="Arial"/>
                  <a:cs typeface="Arial"/>
                </a:defRPr>
              </a:lvl9pPr>
            </a:lstStyle>
            <a:p>
              <a:pPr algn="l">
                <a:defRPr sz="2254" b="1">
                  <a:solidFill>
                    <a:srgbClr val="000000"/>
                  </a:solidFill>
                  <a:latin typeface="Arial"/>
                  <a:ea typeface="Arial"/>
                  <a:cs typeface="Arial"/>
                </a:defRPr>
              </a:pPr>
              <a:r>
                <a:rPr sz="2254" b="1">
                  <a:solidFill>
                    <a:srgbClr val="000000"/>
                  </a:solidFill>
                  <a:latin typeface="Arial"/>
                  <a:ea typeface="Arial"/>
                  <a:cs typeface="Arial"/>
                </a:rPr>
                <a:t>(b) LCA filling</a:t>
              </a:r>
            </a:p>
          </p:txBody>
        </p:sp>
        <p:sp>
          <p:nvSpPr>
            <p:cNvPr id="45" name="B_topology_label">
              <a:extLst>
                <a:ext uri="{FF2B5EF4-FFF2-40B4-BE49-F238E27FC236}">
                  <ns2:creationId id="{0003E3F6-179B-451C-8539-E400B98FE21D}"/>
                </a:ext>
              </a:extLst>
            </p:cNvPr>
            <p:cNvSpPr>
              <a:spLocks noGrp="1"/>
            </p:cNvSpPr>
            <p:nvPr/>
          </p:nvSpPr>
          <p:spPr>
            <a:xfrm rot="0" flipH="0" flipV="0">
              <a:off x="523875" y="3286125"/>
              <a:ext cx="1143000" cy="228600"/>
            </a:xfrm>
            <a:prstGeom prst="rect">
              <a:avLst/>
            </a:prstGeom>
            <a:noFill/>
            <a:ln w="0">
              <a:noFill/>
            </a:ln>
          </p:spPr>
          <p:txBody>
            <a:bodyPr wrap="none" lIns="0" tIns="0" rIns="0" bIns="0" anchor="ctr">
              <a:noAutofit/>
            </a:bodyPr>
            <a:lstStyle>
              <a:defPPr algn="l">
                <a:defRPr sz="1670" b="0">
                  <a:solidFill>
                    <a:srgbClr val="000000"/>
                  </a:solidFill>
                  <a:latin typeface="Arial"/>
                  <a:ea typeface="Arial"/>
                  <a:cs typeface="Arial"/>
                </a:defRPr>
              </a:defPPr>
              <a:lvl1pPr algn="r">
                <a:defRPr sz="1670" b="0">
                  <a:solidFill>
                    <a:srgbClr val="000000"/>
                  </a:solidFill>
                  <a:latin typeface="Arial"/>
                  <a:ea typeface="Arial"/>
                  <a:cs typeface="Arial"/>
                </a:defRPr>
              </a:lvl1pPr>
              <a:lvl2pPr algn="r">
                <a:defRPr sz="1670" b="0">
                  <a:solidFill>
                    <a:srgbClr val="000000"/>
                  </a:solidFill>
                  <a:latin typeface="Arial"/>
                  <a:ea typeface="Arial"/>
                  <a:cs typeface="Arial"/>
                </a:defRPr>
              </a:lvl2pPr>
              <a:lvl3pPr algn="r">
                <a:defRPr sz="1670" b="0">
                  <a:solidFill>
                    <a:srgbClr val="000000"/>
                  </a:solidFill>
                  <a:latin typeface="Arial"/>
                  <a:ea typeface="Arial"/>
                  <a:cs typeface="Arial"/>
                </a:defRPr>
              </a:lvl3pPr>
              <a:lvl4pPr algn="r">
                <a:defRPr sz="1670" b="0">
                  <a:solidFill>
                    <a:srgbClr val="000000"/>
                  </a:solidFill>
                  <a:latin typeface="Arial"/>
                  <a:ea typeface="Arial"/>
                  <a:cs typeface="Arial"/>
                </a:defRPr>
              </a:lvl4pPr>
              <a:lvl5pPr algn="r">
                <a:defRPr sz="1670" b="0">
                  <a:solidFill>
                    <a:srgbClr val="000000"/>
                  </a:solidFill>
                  <a:latin typeface="Arial"/>
                  <a:ea typeface="Arial"/>
                  <a:cs typeface="Arial"/>
                </a:defRPr>
              </a:lvl5pPr>
              <a:lvl6pPr algn="r">
                <a:defRPr sz="1670" b="0">
                  <a:solidFill>
                    <a:srgbClr val="000000"/>
                  </a:solidFill>
                  <a:latin typeface="Arial"/>
                  <a:ea typeface="Arial"/>
                  <a:cs typeface="Arial"/>
                </a:defRPr>
              </a:lvl6pPr>
              <a:lvl7pPr algn="r">
                <a:defRPr sz="1670" b="0">
                  <a:solidFill>
                    <a:srgbClr val="000000"/>
                  </a:solidFill>
                  <a:latin typeface="Arial"/>
                  <a:ea typeface="Arial"/>
                  <a:cs typeface="Arial"/>
                </a:defRPr>
              </a:lvl7pPr>
              <a:lvl8pPr algn="r">
                <a:defRPr sz="1670" b="0">
                  <a:solidFill>
                    <a:srgbClr val="000000"/>
                  </a:solidFill>
                  <a:latin typeface="Arial"/>
                  <a:ea typeface="Arial"/>
                  <a:cs typeface="Arial"/>
                </a:defRPr>
              </a:lvl8pPr>
              <a:lvl9pPr algn="r">
                <a:defRPr sz="1670" b="0">
                  <a:solidFill>
                    <a:srgbClr val="000000"/>
                  </a:solidFill>
                  <a:latin typeface="Arial"/>
                  <a:ea typeface="Arial"/>
                  <a:cs typeface="Arial"/>
                </a:defRPr>
              </a:lvl9pPr>
            </a:lstStyle>
            <a:p>
              <a:pPr algn="l">
                <a:defRPr sz="1670" b="0">
                  <a:solidFill>
                    <a:srgbClr val="000000"/>
                  </a:solidFill>
                  <a:latin typeface="Arial"/>
                  <a:ea typeface="Arial"/>
                  <a:cs typeface="Arial"/>
                </a:defRPr>
              </a:pPr>
              <a:r>
                <a:rPr sz="1670" b="0">
                  <a:solidFill>
                    <a:srgbClr val="000000"/>
                  </a:solidFill>
                  <a:latin typeface="Arial"/>
                  <a:ea typeface="Arial"/>
                  <a:cs typeface="Arial"/>
                </a:rPr>
                <a:t>A–C–B</a:t>
              </a:r>
            </a:p>
          </p:txBody>
        </p:sp>
        <p:sp>
          <p:nvSpPr>
            <p:cNvPr id="46" name="B_s₁_level">
              <a:extLst>
                <a:ext uri="{FF2B5EF4-FFF2-40B4-BE49-F238E27FC236}">
                  <ns2:creationId id="{ADEB72BE-275A-4C9B-AAB9-5B12F3A3E46A}"/>
                </a:ext>
              </a:extLst>
            </p:cNvPr>
            <p:cNvSpPr>
              <a:spLocks noGrp="1"/>
            </p:cNvSpPr>
            <p:nvPr/>
          </p:nvSpPr>
          <p:spPr>
            <a:xfrm rot="0" flipH="0" flipV="0">
              <a:off x="523875" y="4319732"/>
              <a:ext cx="3454210" cy="95"/>
            </a:xfrm>
            <a:custGeom>
              <a:pathLst>
                <a:path w="3454210" h="95">
                  <a:moveTo>
                    <a:pt x="0" y="0"/>
                  </a:moveTo>
                  <a:lnTo>
                    <a:pt x="3454210" y="95"/>
                  </a:lnTo>
                </a:path>
              </a:pathLst>
            </a:custGeom>
            <a:noFill/>
            <a:ln w="11662">
              <a:solidFill>
                <a:srgbClr val="7B8790"/>
              </a:solidFill>
              <a:prstDash val="dash"/>
            </a:ln>
          </p:spPr>
        </p:sp>
        <p:sp>
          <p:nvSpPr>
            <p:cNvPr id="47" name="B_s₁_label">
              <a:extLst>
                <a:ext uri="{FF2B5EF4-FFF2-40B4-BE49-F238E27FC236}">
                  <ns2:creationId id="{7FD3BE84-9936-4532-8448-38F9A65A8731}"/>
                </a:ext>
              </a:extLst>
            </p:cNvPr>
            <p:cNvSpPr>
              <a:spLocks noGrp="1"/>
            </p:cNvSpPr>
            <p:nvPr/>
          </p:nvSpPr>
          <p:spPr>
            <a:xfrm rot="0" flipH="0" flipV="0">
              <a:off x="4010025" y="4206846"/>
              <a:ext cx="304800" cy="276225"/>
            </a:xfrm>
            <a:prstGeom prst="rect">
              <a:avLst/>
            </a:prstGeom>
            <a:noFill/>
            <a:ln w="0">
              <a:noFill/>
            </a:ln>
          </p:spPr>
          <p:txBody>
            <a:bodyPr wrap="none" lIns="0" tIns="0" rIns="0" bIns="0" anchor="ctr">
              <a:noAutofit/>
            </a:bodyPr>
            <a:lstStyle>
              <a:defPPr algn="l">
                <a:defRPr sz="2003" b="0">
                  <a:solidFill>
                    <a:srgbClr val="000000"/>
                  </a:solidFill>
                  <a:latin typeface="Arial"/>
                  <a:ea typeface="Arial"/>
                  <a:cs typeface="Arial"/>
                </a:defRPr>
              </a:defPPr>
              <a:lvl1pPr algn="l">
                <a:defRPr sz="2003" b="0">
                  <a:solidFill>
                    <a:srgbClr val="000000"/>
                  </a:solidFill>
                  <a:latin typeface="Arial"/>
                  <a:ea typeface="Arial"/>
                  <a:cs typeface="Arial"/>
                </a:defRPr>
              </a:lvl1pPr>
              <a:lvl2pPr algn="l">
                <a:defRPr sz="2003" b="0">
                  <a:solidFill>
                    <a:srgbClr val="000000"/>
                  </a:solidFill>
                  <a:latin typeface="Arial"/>
                  <a:ea typeface="Arial"/>
                  <a:cs typeface="Arial"/>
                </a:defRPr>
              </a:lvl2pPr>
              <a:lvl3pPr algn="l">
                <a:defRPr sz="2003" b="0">
                  <a:solidFill>
                    <a:srgbClr val="000000"/>
                  </a:solidFill>
                  <a:latin typeface="Arial"/>
                  <a:ea typeface="Arial"/>
                  <a:cs typeface="Arial"/>
                </a:defRPr>
              </a:lvl3pPr>
              <a:lvl4pPr algn="l">
                <a:defRPr sz="2003" b="0">
                  <a:solidFill>
                    <a:srgbClr val="000000"/>
                  </a:solidFill>
                  <a:latin typeface="Arial"/>
                  <a:ea typeface="Arial"/>
                  <a:cs typeface="Arial"/>
                </a:defRPr>
              </a:lvl4pPr>
              <a:lvl5pPr algn="l">
                <a:defRPr sz="2003" b="0">
                  <a:solidFill>
                    <a:srgbClr val="000000"/>
                  </a:solidFill>
                  <a:latin typeface="Arial"/>
                  <a:ea typeface="Arial"/>
                  <a:cs typeface="Arial"/>
                </a:defRPr>
              </a:lvl5pPr>
              <a:lvl6pPr algn="l">
                <a:defRPr sz="2003" b="0">
                  <a:solidFill>
                    <a:srgbClr val="000000"/>
                  </a:solidFill>
                  <a:latin typeface="Arial"/>
                  <a:ea typeface="Arial"/>
                  <a:cs typeface="Arial"/>
                </a:defRPr>
              </a:lvl6pPr>
              <a:lvl7pPr algn="l">
                <a:defRPr sz="2003" b="0">
                  <a:solidFill>
                    <a:srgbClr val="000000"/>
                  </a:solidFill>
                  <a:latin typeface="Arial"/>
                  <a:ea typeface="Arial"/>
                  <a:cs typeface="Arial"/>
                </a:defRPr>
              </a:lvl7pPr>
              <a:lvl8pPr algn="l">
                <a:defRPr sz="2003" b="0">
                  <a:solidFill>
                    <a:srgbClr val="000000"/>
                  </a:solidFill>
                  <a:latin typeface="Arial"/>
                  <a:ea typeface="Arial"/>
                  <a:cs typeface="Arial"/>
                </a:defRPr>
              </a:lvl8pPr>
              <a:lvl9pPr algn="l">
                <a:defRPr sz="2003" b="0">
                  <a:solidFill>
                    <a:srgbClr val="000000"/>
                  </a:solidFill>
                  <a:latin typeface="Arial"/>
                  <a:ea typeface="Arial"/>
                  <a:cs typeface="Arial"/>
                </a:defRPr>
              </a:lvl9pPr>
            </a:lstStyle>
            <a:p>
              <a:pPr algn="l">
                <a:defRPr sz="2003" b="0">
                  <a:solidFill>
                    <a:srgbClr val="000000"/>
                  </a:solidFill>
                  <a:latin typeface="Arial"/>
                  <a:ea typeface="Arial"/>
                  <a:cs typeface="Arial"/>
                </a:defRPr>
              </a:pPr>
              <a:r>
                <a:rPr sz="2003" b="0">
                  <a:solidFill>
                    <a:srgbClr val="000000"/>
                  </a:solidFill>
                  <a:latin typeface="Arial"/>
                  <a:ea typeface="Arial"/>
                  <a:cs typeface="Arial"/>
                </a:rPr>
                <a:t>s</a:t>
              </a:r>
              <a:r>
                <a:rPr sz="1443" b="0" baseline="-25000">
                  <a:solidFill>
                    <a:srgbClr val="000000"/>
                  </a:solidFill>
                  <a:latin typeface="Arial"/>
                  <a:ea typeface="Arial"/>
                  <a:cs typeface="Arial"/>
                </a:rPr>
                <a:t>1</a:t>
              </a:r>
            </a:p>
          </p:txBody>
        </p:sp>
        <p:sp>
          <p:nvSpPr>
            <p:cNvPr id="48" name="B_s₂_level">
              <a:extLst>
                <a:ext uri="{FF2B5EF4-FFF2-40B4-BE49-F238E27FC236}">
                  <ns2:creationId id="{D67679C6-62B5-4FBF-83F9-4F1ABE29E05C}"/>
                </a:ext>
              </a:extLst>
            </p:cNvPr>
            <p:cNvSpPr>
              <a:spLocks noGrp="1"/>
            </p:cNvSpPr>
            <p:nvPr/>
          </p:nvSpPr>
          <p:spPr>
            <a:xfrm rot="0" flipH="0" flipV="0">
              <a:off x="523875" y="3872947"/>
              <a:ext cx="3454210" cy="95"/>
            </a:xfrm>
            <a:custGeom>
              <a:pathLst>
                <a:path w="3454210" h="95">
                  <a:moveTo>
                    <a:pt x="0" y="0"/>
                  </a:moveTo>
                  <a:lnTo>
                    <a:pt x="3454210" y="95"/>
                  </a:lnTo>
                </a:path>
              </a:pathLst>
            </a:custGeom>
            <a:noFill/>
            <a:ln w="11662">
              <a:solidFill>
                <a:srgbClr val="7B8790"/>
              </a:solidFill>
              <a:prstDash val="dash"/>
            </a:ln>
          </p:spPr>
        </p:sp>
        <p:sp>
          <p:nvSpPr>
            <p:cNvPr id="49" name="B_s₂_label">
              <a:extLst>
                <a:ext uri="{FF2B5EF4-FFF2-40B4-BE49-F238E27FC236}">
                  <ns2:creationId id="{1DDD2B55-09D1-4BBF-BE52-A40EA8BE3F89}"/>
                </a:ext>
              </a:extLst>
            </p:cNvPr>
            <p:cNvSpPr>
              <a:spLocks noGrp="1"/>
            </p:cNvSpPr>
            <p:nvPr/>
          </p:nvSpPr>
          <p:spPr>
            <a:xfrm rot="0" flipH="0" flipV="0">
              <a:off x="4010025" y="3760061"/>
              <a:ext cx="304800" cy="276225"/>
            </a:xfrm>
            <a:prstGeom prst="rect">
              <a:avLst/>
            </a:prstGeom>
            <a:noFill/>
            <a:ln w="0">
              <a:noFill/>
            </a:ln>
          </p:spPr>
          <p:txBody>
            <a:bodyPr wrap="none" lIns="0" tIns="0" rIns="0" bIns="0" anchor="ctr">
              <a:noAutofit/>
            </a:bodyPr>
            <a:lstStyle>
              <a:defPPr algn="l">
                <a:defRPr sz="2003" b="0">
                  <a:solidFill>
                    <a:srgbClr val="000000"/>
                  </a:solidFill>
                  <a:latin typeface="Arial"/>
                  <a:ea typeface="Arial"/>
                  <a:cs typeface="Arial"/>
                </a:defRPr>
              </a:defPPr>
              <a:lvl1pPr algn="l">
                <a:defRPr sz="2003" b="0">
                  <a:solidFill>
                    <a:srgbClr val="000000"/>
                  </a:solidFill>
                  <a:latin typeface="Arial"/>
                  <a:ea typeface="Arial"/>
                  <a:cs typeface="Arial"/>
                </a:defRPr>
              </a:lvl1pPr>
              <a:lvl2pPr algn="l">
                <a:defRPr sz="2003" b="0">
                  <a:solidFill>
                    <a:srgbClr val="000000"/>
                  </a:solidFill>
                  <a:latin typeface="Arial"/>
                  <a:ea typeface="Arial"/>
                  <a:cs typeface="Arial"/>
                </a:defRPr>
              </a:lvl2pPr>
              <a:lvl3pPr algn="l">
                <a:defRPr sz="2003" b="0">
                  <a:solidFill>
                    <a:srgbClr val="000000"/>
                  </a:solidFill>
                  <a:latin typeface="Arial"/>
                  <a:ea typeface="Arial"/>
                  <a:cs typeface="Arial"/>
                </a:defRPr>
              </a:lvl3pPr>
              <a:lvl4pPr algn="l">
                <a:defRPr sz="2003" b="0">
                  <a:solidFill>
                    <a:srgbClr val="000000"/>
                  </a:solidFill>
                  <a:latin typeface="Arial"/>
                  <a:ea typeface="Arial"/>
                  <a:cs typeface="Arial"/>
                </a:defRPr>
              </a:lvl4pPr>
              <a:lvl5pPr algn="l">
                <a:defRPr sz="2003" b="0">
                  <a:solidFill>
                    <a:srgbClr val="000000"/>
                  </a:solidFill>
                  <a:latin typeface="Arial"/>
                  <a:ea typeface="Arial"/>
                  <a:cs typeface="Arial"/>
                </a:defRPr>
              </a:lvl5pPr>
              <a:lvl6pPr algn="l">
                <a:defRPr sz="2003" b="0">
                  <a:solidFill>
                    <a:srgbClr val="000000"/>
                  </a:solidFill>
                  <a:latin typeface="Arial"/>
                  <a:ea typeface="Arial"/>
                  <a:cs typeface="Arial"/>
                </a:defRPr>
              </a:lvl6pPr>
              <a:lvl7pPr algn="l">
                <a:defRPr sz="2003" b="0">
                  <a:solidFill>
                    <a:srgbClr val="000000"/>
                  </a:solidFill>
                  <a:latin typeface="Arial"/>
                  <a:ea typeface="Arial"/>
                  <a:cs typeface="Arial"/>
                </a:defRPr>
              </a:lvl7pPr>
              <a:lvl8pPr algn="l">
                <a:defRPr sz="2003" b="0">
                  <a:solidFill>
                    <a:srgbClr val="000000"/>
                  </a:solidFill>
                  <a:latin typeface="Arial"/>
                  <a:ea typeface="Arial"/>
                  <a:cs typeface="Arial"/>
                </a:defRPr>
              </a:lvl8pPr>
              <a:lvl9pPr algn="l">
                <a:defRPr sz="2003" b="0">
                  <a:solidFill>
                    <a:srgbClr val="000000"/>
                  </a:solidFill>
                  <a:latin typeface="Arial"/>
                  <a:ea typeface="Arial"/>
                  <a:cs typeface="Arial"/>
                </a:defRPr>
              </a:lvl9pPr>
            </a:lstStyle>
            <a:p>
              <a:pPr algn="l">
                <a:defRPr sz="2003" b="0">
                  <a:solidFill>
                    <a:srgbClr val="000000"/>
                  </a:solidFill>
                  <a:latin typeface="Arial"/>
                  <a:ea typeface="Arial"/>
                  <a:cs typeface="Arial"/>
                </a:defRPr>
              </a:pPr>
              <a:r>
                <a:rPr sz="2003" b="0">
                  <a:solidFill>
                    <a:srgbClr val="000000"/>
                  </a:solidFill>
                  <a:latin typeface="Arial"/>
                  <a:ea typeface="Arial"/>
                  <a:cs typeface="Arial"/>
                </a:rPr>
                <a:t>s</a:t>
              </a:r>
              <a:r>
                <a:rPr sz="1443" b="0" baseline="-25000">
                  <a:solidFill>
                    <a:srgbClr val="000000"/>
                  </a:solidFill>
                  <a:latin typeface="Arial"/>
                  <a:ea typeface="Arial"/>
                  <a:cs typeface="Arial"/>
                </a:rPr>
                <a:t>2</a:t>
              </a:r>
            </a:p>
          </p:txBody>
        </p:sp>
        <p:sp>
          <p:nvSpPr>
            <p:cNvPr id="50" name="B_y_axis">
              <a:extLst>
                <a:ext uri="{FF2B5EF4-FFF2-40B4-BE49-F238E27FC236}">
                  <ns2:creationId id="{EFE46021-191C-4596-B149-DA400AA55F05}"/>
                </a:ext>
              </a:extLst>
            </p:cNvPr>
            <p:cNvSpPr>
              <a:spLocks noGrp="1"/>
            </p:cNvSpPr>
            <p:nvPr/>
          </p:nvSpPr>
          <p:spPr>
            <a:xfrm rot="0" flipH="0" flipV="0">
              <a:off x="523875" y="3667125"/>
              <a:ext cx="95" cy="1104412"/>
            </a:xfrm>
            <a:custGeom>
              <a:pathLst>
                <a:path w="95" h="1104412">
                  <a:moveTo>
                    <a:pt x="0" y="0"/>
                  </a:moveTo>
                  <a:lnTo>
                    <a:pt x="95" y="1104412"/>
                  </a:lnTo>
                </a:path>
              </a:pathLst>
            </a:custGeom>
            <a:noFill/>
            <a:ln w="11662">
              <a:solidFill>
                <a:srgbClr val="263238"/>
              </a:solidFill>
              <a:prstDash val="solid"/>
            </a:ln>
          </p:spPr>
        </p:sp>
        <p:sp>
          <p:nvSpPr>
            <p:cNvPr id="51" name="B_x_axis">
              <a:extLst>
                <a:ext uri="{FF2B5EF4-FFF2-40B4-BE49-F238E27FC236}">
                  <ns2:creationId id="{29379651-AE8F-4E49-9730-3F9DC5F5EB88}"/>
                </a:ext>
              </a:extLst>
            </p:cNvPr>
            <p:cNvSpPr>
              <a:spLocks noGrp="1"/>
            </p:cNvSpPr>
            <p:nvPr/>
          </p:nvSpPr>
          <p:spPr>
            <a:xfrm rot="0" flipH="0" flipV="0">
              <a:off x="523875" y="4766517"/>
              <a:ext cx="3458407" cy="95"/>
            </a:xfrm>
            <a:custGeom>
              <a:pathLst>
                <a:path w="3458407" h="95">
                  <a:moveTo>
                    <a:pt x="0" y="0"/>
                  </a:moveTo>
                  <a:lnTo>
                    <a:pt x="3458407" y="95"/>
                  </a:lnTo>
                </a:path>
              </a:pathLst>
            </a:custGeom>
            <a:noFill/>
            <a:ln w="11662">
              <a:solidFill>
                <a:srgbClr val="263238"/>
              </a:solidFill>
              <a:prstDash val="solid"/>
            </a:ln>
          </p:spPr>
        </p:sp>
        <p:sp>
          <p:nvSpPr>
            <p:cNvPr id="52" name="B_f">
              <a:extLst>
                <a:ext uri="{FF2B5EF4-FFF2-40B4-BE49-F238E27FC236}">
                  <ns2:creationId id="{5695CB72-F748-466D-80AF-7C5263F8062F}"/>
                </a:ext>
              </a:extLst>
            </p:cNvPr>
            <p:cNvSpPr>
              <a:spLocks noGrp="1"/>
            </p:cNvSpPr>
            <p:nvPr/>
          </p:nvSpPr>
          <p:spPr>
            <a:xfrm rot="0" flipH="0" flipV="0">
              <a:off x="323850" y="3543300"/>
              <a:ext cx="238125" cy="276225"/>
            </a:xfrm>
            <a:prstGeom prst="rect">
              <a:avLst/>
            </a:prstGeom>
            <a:noFill/>
            <a:ln w="0">
              <a:noFill/>
            </a:ln>
          </p:spPr>
          <p:txBody>
            <a:bodyPr wrap="none" lIns="0" tIns="0" rIns="0" bIns="0" anchor="ctr">
              <a:noAutofit/>
            </a:bodyPr>
            <a:lstStyle>
              <a:defPPr algn="l">
                <a:defRPr sz="1920" b="0">
                  <a:solidFill>
                    <a:srgbClr val="000000"/>
                  </a:solidFill>
                  <a:latin typeface="Arial"/>
                  <a:ea typeface="Arial"/>
                  <a:cs typeface="Arial"/>
                </a:defRPr>
              </a:defPPr>
              <a:lvl1pPr algn="l">
                <a:defRPr sz="1920" b="0">
                  <a:solidFill>
                    <a:srgbClr val="000000"/>
                  </a:solidFill>
                  <a:latin typeface="Arial"/>
                  <a:ea typeface="Arial"/>
                  <a:cs typeface="Arial"/>
                </a:defRPr>
              </a:lvl1pPr>
              <a:lvl2pPr algn="l">
                <a:defRPr sz="1920" b="0">
                  <a:solidFill>
                    <a:srgbClr val="000000"/>
                  </a:solidFill>
                  <a:latin typeface="Arial"/>
                  <a:ea typeface="Arial"/>
                  <a:cs typeface="Arial"/>
                </a:defRPr>
              </a:lvl2pPr>
              <a:lvl3pPr algn="l">
                <a:defRPr sz="1920" b="0">
                  <a:solidFill>
                    <a:srgbClr val="000000"/>
                  </a:solidFill>
                  <a:latin typeface="Arial"/>
                  <a:ea typeface="Arial"/>
                  <a:cs typeface="Arial"/>
                </a:defRPr>
              </a:lvl3pPr>
              <a:lvl4pPr algn="l">
                <a:defRPr sz="1920" b="0">
                  <a:solidFill>
                    <a:srgbClr val="000000"/>
                  </a:solidFill>
                  <a:latin typeface="Arial"/>
                  <a:ea typeface="Arial"/>
                  <a:cs typeface="Arial"/>
                </a:defRPr>
              </a:lvl4pPr>
              <a:lvl5pPr algn="l">
                <a:defRPr sz="1920" b="0">
                  <a:solidFill>
                    <a:srgbClr val="000000"/>
                  </a:solidFill>
                  <a:latin typeface="Arial"/>
                  <a:ea typeface="Arial"/>
                  <a:cs typeface="Arial"/>
                </a:defRPr>
              </a:lvl5pPr>
              <a:lvl6pPr algn="l">
                <a:defRPr sz="1920" b="0">
                  <a:solidFill>
                    <a:srgbClr val="000000"/>
                  </a:solidFill>
                  <a:latin typeface="Arial"/>
                  <a:ea typeface="Arial"/>
                  <a:cs typeface="Arial"/>
                </a:defRPr>
              </a:lvl6pPr>
              <a:lvl7pPr algn="l">
                <a:defRPr sz="1920" b="0">
                  <a:solidFill>
                    <a:srgbClr val="000000"/>
                  </a:solidFill>
                  <a:latin typeface="Arial"/>
                  <a:ea typeface="Arial"/>
                  <a:cs typeface="Arial"/>
                </a:defRPr>
              </a:lvl7pPr>
              <a:lvl8pPr algn="l">
                <a:defRPr sz="1920" b="0">
                  <a:solidFill>
                    <a:srgbClr val="000000"/>
                  </a:solidFill>
                  <a:latin typeface="Arial"/>
                  <a:ea typeface="Arial"/>
                  <a:cs typeface="Arial"/>
                </a:defRPr>
              </a:lvl8pPr>
              <a:lvl9pPr algn="l">
                <a:defRPr sz="1920" b="0">
                  <a:solidFill>
                    <a:srgbClr val="000000"/>
                  </a:solidFill>
                  <a:latin typeface="Arial"/>
                  <a:ea typeface="Arial"/>
                  <a:cs typeface="Arial"/>
                </a:defRPr>
              </a:lvl9pPr>
            </a:lstStyle>
            <a:p>
              <a:pPr algn="l">
                <a:defRPr sz="1920" b="0">
                  <a:solidFill>
                    <a:srgbClr val="000000"/>
                  </a:solidFill>
                  <a:latin typeface="Arial"/>
                  <a:ea typeface="Arial"/>
                  <a:cs typeface="Arial"/>
                </a:defRPr>
              </a:pPr>
              <a:r>
                <a:rPr sz="1920" b="0">
                  <a:solidFill>
                    <a:srgbClr val="000000"/>
                  </a:solidFill>
                  <a:latin typeface="Arial"/>
                  <a:ea typeface="Arial"/>
                  <a:cs typeface="Arial"/>
                </a:rPr>
                <a:t>f</a:t>
              </a:r>
            </a:p>
          </p:txBody>
        </p:sp>
        <p:sp>
          <p:nvSpPr>
            <p:cNvPr id="53" name="B_u">
              <a:extLst>
                <a:ext uri="{FF2B5EF4-FFF2-40B4-BE49-F238E27FC236}">
                  <ns2:creationId id="{943429F1-3F34-4F26-AD5B-A346C840493A}"/>
                </a:ext>
              </a:extLst>
            </p:cNvPr>
            <p:cNvSpPr>
              <a:spLocks noGrp="1"/>
            </p:cNvSpPr>
            <p:nvPr/>
          </p:nvSpPr>
          <p:spPr>
            <a:xfrm rot="0" flipH="0" flipV="0">
              <a:off x="4048125" y="4657725"/>
              <a:ext cx="238125" cy="276225"/>
            </a:xfrm>
            <a:prstGeom prst="rect">
              <a:avLst/>
            </a:prstGeom>
            <a:noFill/>
            <a:ln w="0">
              <a:noFill/>
            </a:ln>
          </p:spPr>
          <p:txBody>
            <a:bodyPr wrap="none" lIns="0" tIns="0" rIns="0" bIns="0" anchor="ctr">
              <a:noAutofit/>
            </a:bodyPr>
            <a:lstStyle>
              <a:defPPr algn="l">
                <a:defRPr sz="1920" b="0">
                  <a:solidFill>
                    <a:srgbClr val="000000"/>
                  </a:solidFill>
                  <a:latin typeface="Arial"/>
                  <a:ea typeface="Arial"/>
                  <a:cs typeface="Arial"/>
                </a:defRPr>
              </a:defPPr>
              <a:lvl1pPr algn="l">
                <a:defRPr sz="1920" b="0">
                  <a:solidFill>
                    <a:srgbClr val="000000"/>
                  </a:solidFill>
                  <a:latin typeface="Arial"/>
                  <a:ea typeface="Arial"/>
                  <a:cs typeface="Arial"/>
                </a:defRPr>
              </a:lvl1pPr>
              <a:lvl2pPr algn="l">
                <a:defRPr sz="1920" b="0">
                  <a:solidFill>
                    <a:srgbClr val="000000"/>
                  </a:solidFill>
                  <a:latin typeface="Arial"/>
                  <a:ea typeface="Arial"/>
                  <a:cs typeface="Arial"/>
                </a:defRPr>
              </a:lvl2pPr>
              <a:lvl3pPr algn="l">
                <a:defRPr sz="1920" b="0">
                  <a:solidFill>
                    <a:srgbClr val="000000"/>
                  </a:solidFill>
                  <a:latin typeface="Arial"/>
                  <a:ea typeface="Arial"/>
                  <a:cs typeface="Arial"/>
                </a:defRPr>
              </a:lvl3pPr>
              <a:lvl4pPr algn="l">
                <a:defRPr sz="1920" b="0">
                  <a:solidFill>
                    <a:srgbClr val="000000"/>
                  </a:solidFill>
                  <a:latin typeface="Arial"/>
                  <a:ea typeface="Arial"/>
                  <a:cs typeface="Arial"/>
                </a:defRPr>
              </a:lvl4pPr>
              <a:lvl5pPr algn="l">
                <a:defRPr sz="1920" b="0">
                  <a:solidFill>
                    <a:srgbClr val="000000"/>
                  </a:solidFill>
                  <a:latin typeface="Arial"/>
                  <a:ea typeface="Arial"/>
                  <a:cs typeface="Arial"/>
                </a:defRPr>
              </a:lvl5pPr>
              <a:lvl6pPr algn="l">
                <a:defRPr sz="1920" b="0">
                  <a:solidFill>
                    <a:srgbClr val="000000"/>
                  </a:solidFill>
                  <a:latin typeface="Arial"/>
                  <a:ea typeface="Arial"/>
                  <a:cs typeface="Arial"/>
                </a:defRPr>
              </a:lvl6pPr>
              <a:lvl7pPr algn="l">
                <a:defRPr sz="1920" b="0">
                  <a:solidFill>
                    <a:srgbClr val="000000"/>
                  </a:solidFill>
                  <a:latin typeface="Arial"/>
                  <a:ea typeface="Arial"/>
                  <a:cs typeface="Arial"/>
                </a:defRPr>
              </a:lvl7pPr>
              <a:lvl8pPr algn="l">
                <a:defRPr sz="1920" b="0">
                  <a:solidFill>
                    <a:srgbClr val="000000"/>
                  </a:solidFill>
                  <a:latin typeface="Arial"/>
                  <a:ea typeface="Arial"/>
                  <a:cs typeface="Arial"/>
                </a:defRPr>
              </a:lvl8pPr>
              <a:lvl9pPr algn="l">
                <a:defRPr sz="1920" b="0">
                  <a:solidFill>
                    <a:srgbClr val="000000"/>
                  </a:solidFill>
                  <a:latin typeface="Arial"/>
                  <a:ea typeface="Arial"/>
                  <a:cs typeface="Arial"/>
                </a:defRPr>
              </a:lvl9pPr>
            </a:lstStyle>
            <a:p>
              <a:pPr algn="l">
                <a:defRPr sz="1920" b="0">
                  <a:solidFill>
                    <a:srgbClr val="000000"/>
                  </a:solidFill>
                  <a:latin typeface="Arial"/>
                  <a:ea typeface="Arial"/>
                  <a:cs typeface="Arial"/>
                </a:defRPr>
              </a:pPr>
              <a:r>
                <a:rPr sz="1920" b="0">
                  <a:solidFill>
                    <a:srgbClr val="000000"/>
                  </a:solidFill>
                  <a:latin typeface="Arial"/>
                  <a:ea typeface="Arial"/>
                  <a:cs typeface="Arial"/>
                </a:rPr>
                <a:t>u</a:t>
              </a:r>
            </a:p>
          </p:txBody>
        </p:sp>
        <p:sp>
          <p:nvSpPr>
            <p:cNvPr id="54" name="B_P_res_true_profile">
              <a:extLst>
                <a:ext uri="{FF2B5EF4-FFF2-40B4-BE49-F238E27FC236}">
                  <ns2:creationId id="{FE4842DF-9938-4CD5-B8E0-529A1D448F1A}"/>
                </a:ext>
              </a:extLst>
            </p:cNvPr>
            <p:cNvSpPr>
              <a:spLocks noGrp="1"/>
            </p:cNvSpPr>
            <p:nvPr/>
          </p:nvSpPr>
          <p:spPr>
            <a:xfrm rot="0" flipH="0" flipV="0">
              <a:off x="523875" y="3716572"/>
              <a:ext cx="3454210" cy="1049945"/>
            </a:xfrm>
            <a:custGeom>
              <a:pathLst>
                <a:path w="6772960" h="1721221">
                  <a:moveTo>
                    <a:pt x="0" y="0"/>
                  </a:moveTo>
                  <a:lnTo>
                    <a:pt x="52597" y="8016"/>
                  </a:lnTo>
                  <a:lnTo>
                    <a:pt x="105195" y="31914"/>
                  </a:lnTo>
                  <a:lnTo>
                    <a:pt x="157793" y="71249"/>
                  </a:lnTo>
                  <a:lnTo>
                    <a:pt x="210391" y="125289"/>
                  </a:lnTo>
                  <a:lnTo>
                    <a:pt x="262989" y="193026"/>
                  </a:lnTo>
                  <a:lnTo>
                    <a:pt x="315587" y="273198"/>
                  </a:lnTo>
                  <a:lnTo>
                    <a:pt x="368185" y="364314"/>
                  </a:lnTo>
                  <a:lnTo>
                    <a:pt x="420783" y="464674"/>
                  </a:lnTo>
                  <a:lnTo>
                    <a:pt x="473381" y="572410"/>
                  </a:lnTo>
                  <a:lnTo>
                    <a:pt x="525978" y="685514"/>
                  </a:lnTo>
                  <a:lnTo>
                    <a:pt x="578576" y="801881"/>
                  </a:lnTo>
                  <a:lnTo>
                    <a:pt x="631174" y="919341"/>
                  </a:lnTo>
                  <a:lnTo>
                    <a:pt x="683772" y="1035707"/>
                  </a:lnTo>
                  <a:lnTo>
                    <a:pt x="736370" y="1148812"/>
                  </a:lnTo>
                  <a:lnTo>
                    <a:pt x="788968" y="1256548"/>
                  </a:lnTo>
                  <a:lnTo>
                    <a:pt x="841566" y="1356908"/>
                  </a:lnTo>
                  <a:lnTo>
                    <a:pt x="894164" y="1448023"/>
                  </a:lnTo>
                  <a:lnTo>
                    <a:pt x="946761" y="1528196"/>
                  </a:lnTo>
                  <a:lnTo>
                    <a:pt x="999359" y="1595933"/>
                  </a:lnTo>
                  <a:lnTo>
                    <a:pt x="1051957" y="1649972"/>
                  </a:lnTo>
                  <a:lnTo>
                    <a:pt x="1104555" y="1689307"/>
                  </a:lnTo>
                  <a:lnTo>
                    <a:pt x="1157153" y="1713205"/>
                  </a:lnTo>
                  <a:lnTo>
                    <a:pt x="1209751" y="1721221"/>
                  </a:lnTo>
                  <a:lnTo>
                    <a:pt x="1260560" y="1717810"/>
                  </a:lnTo>
                  <a:lnTo>
                    <a:pt x="1311368" y="1707641"/>
                  </a:lnTo>
                  <a:lnTo>
                    <a:pt x="1362177" y="1690903"/>
                  </a:lnTo>
                  <a:lnTo>
                    <a:pt x="1412986" y="1667907"/>
                  </a:lnTo>
                  <a:lnTo>
                    <a:pt x="1463795" y="1639083"/>
                  </a:lnTo>
                  <a:lnTo>
                    <a:pt x="1514604" y="1604967"/>
                  </a:lnTo>
                  <a:lnTo>
                    <a:pt x="1565413" y="1566194"/>
                  </a:lnTo>
                  <a:lnTo>
                    <a:pt x="1616221" y="1523488"/>
                  </a:lnTo>
                  <a:lnTo>
                    <a:pt x="1667030" y="1477643"/>
                  </a:lnTo>
                  <a:lnTo>
                    <a:pt x="1717839" y="1429513"/>
                  </a:lnTo>
                  <a:lnTo>
                    <a:pt x="1768648" y="1379996"/>
                  </a:lnTo>
                  <a:lnTo>
                    <a:pt x="1819457" y="1330012"/>
                  </a:lnTo>
                  <a:lnTo>
                    <a:pt x="1870266" y="1280495"/>
                  </a:lnTo>
                  <a:lnTo>
                    <a:pt x="1921074" y="1232365"/>
                  </a:lnTo>
                  <a:lnTo>
                    <a:pt x="1971883" y="1186520"/>
                  </a:lnTo>
                  <a:lnTo>
                    <a:pt x="2022692" y="1143814"/>
                  </a:lnTo>
                  <a:lnTo>
                    <a:pt x="2073501" y="1105041"/>
                  </a:lnTo>
                  <a:lnTo>
                    <a:pt x="2124310" y="1070925"/>
                  </a:lnTo>
                  <a:lnTo>
                    <a:pt x="2175119" y="1042101"/>
                  </a:lnTo>
                  <a:lnTo>
                    <a:pt x="2225927" y="1019105"/>
                  </a:lnTo>
                  <a:lnTo>
                    <a:pt x="2276736" y="1002367"/>
                  </a:lnTo>
                  <a:lnTo>
                    <a:pt x="2327545" y="992198"/>
                  </a:lnTo>
                  <a:lnTo>
                    <a:pt x="2378354" y="988787"/>
                  </a:lnTo>
                  <a:lnTo>
                    <a:pt x="2428805" y="992198"/>
                  </a:lnTo>
                  <a:lnTo>
                    <a:pt x="2479256" y="1002367"/>
                  </a:lnTo>
                  <a:lnTo>
                    <a:pt x="2529707" y="1019105"/>
                  </a:lnTo>
                  <a:lnTo>
                    <a:pt x="2580158" y="1042101"/>
                  </a:lnTo>
                  <a:lnTo>
                    <a:pt x="2630609" y="1070925"/>
                  </a:lnTo>
                  <a:lnTo>
                    <a:pt x="2681060" y="1105041"/>
                  </a:lnTo>
                  <a:lnTo>
                    <a:pt x="2731511" y="1143814"/>
                  </a:lnTo>
                  <a:lnTo>
                    <a:pt x="2781962" y="1186520"/>
                  </a:lnTo>
                  <a:lnTo>
                    <a:pt x="2832413" y="1232365"/>
                  </a:lnTo>
                  <a:lnTo>
                    <a:pt x="2882864" y="1280495"/>
                  </a:lnTo>
                  <a:lnTo>
                    <a:pt x="2933315" y="1330012"/>
                  </a:lnTo>
                  <a:lnTo>
                    <a:pt x="2983766" y="1379996"/>
                  </a:lnTo>
                  <a:lnTo>
                    <a:pt x="3034217" y="1429513"/>
                  </a:lnTo>
                  <a:lnTo>
                    <a:pt x="3084668" y="1477643"/>
                  </a:lnTo>
                  <a:lnTo>
                    <a:pt x="3135119" y="1523488"/>
                  </a:lnTo>
                  <a:lnTo>
                    <a:pt x="3185570" y="1566194"/>
                  </a:lnTo>
                  <a:lnTo>
                    <a:pt x="3236021" y="1604967"/>
                  </a:lnTo>
                  <a:lnTo>
                    <a:pt x="3286472" y="1639083"/>
                  </a:lnTo>
                  <a:lnTo>
                    <a:pt x="3336923" y="1667907"/>
                  </a:lnTo>
                  <a:lnTo>
                    <a:pt x="3387375" y="1690903"/>
                  </a:lnTo>
                  <a:lnTo>
                    <a:pt x="3437826" y="1707641"/>
                  </a:lnTo>
                  <a:lnTo>
                    <a:pt x="3488277" y="1717810"/>
                  </a:lnTo>
                  <a:lnTo>
                    <a:pt x="3538728" y="1721221"/>
                  </a:lnTo>
                  <a:lnTo>
                    <a:pt x="3589179" y="1714399"/>
                  </a:lnTo>
                  <a:lnTo>
                    <a:pt x="3639630" y="1694061"/>
                  </a:lnTo>
                  <a:lnTo>
                    <a:pt x="3690081" y="1660584"/>
                  </a:lnTo>
                  <a:lnTo>
                    <a:pt x="3740532" y="1614593"/>
                  </a:lnTo>
                  <a:lnTo>
                    <a:pt x="3790983" y="1556944"/>
                  </a:lnTo>
                  <a:lnTo>
                    <a:pt x="3841434" y="1488712"/>
                  </a:lnTo>
                  <a:lnTo>
                    <a:pt x="3891885" y="1411167"/>
                  </a:lnTo>
                  <a:lnTo>
                    <a:pt x="3942336" y="1325754"/>
                  </a:lnTo>
                  <a:lnTo>
                    <a:pt x="3992787" y="1234064"/>
                  </a:lnTo>
                  <a:lnTo>
                    <a:pt x="4043238" y="1137805"/>
                  </a:lnTo>
                  <a:lnTo>
                    <a:pt x="4093689" y="1038770"/>
                  </a:lnTo>
                  <a:lnTo>
                    <a:pt x="4144140" y="938804"/>
                  </a:lnTo>
                  <a:lnTo>
                    <a:pt x="4194591" y="839769"/>
                  </a:lnTo>
                  <a:lnTo>
                    <a:pt x="4245042" y="743509"/>
                  </a:lnTo>
                  <a:lnTo>
                    <a:pt x="4295493" y="651819"/>
                  </a:lnTo>
                  <a:lnTo>
                    <a:pt x="4345944" y="566406"/>
                  </a:lnTo>
                  <a:lnTo>
                    <a:pt x="4396395" y="488861"/>
                  </a:lnTo>
                  <a:lnTo>
                    <a:pt x="4446846" y="420629"/>
                  </a:lnTo>
                  <a:lnTo>
                    <a:pt x="4497297" y="362981"/>
                  </a:lnTo>
                  <a:lnTo>
                    <a:pt x="4547748" y="316990"/>
                  </a:lnTo>
                  <a:lnTo>
                    <a:pt x="4598199" y="283513"/>
                  </a:lnTo>
                  <a:lnTo>
                    <a:pt x="4648650" y="263174"/>
                  </a:lnTo>
                  <a:lnTo>
                    <a:pt x="4699101" y="256352"/>
                  </a:lnTo>
                  <a:lnTo>
                    <a:pt x="4750626" y="263174"/>
                  </a:lnTo>
                  <a:lnTo>
                    <a:pt x="4802150" y="283513"/>
                  </a:lnTo>
                  <a:lnTo>
                    <a:pt x="4853675" y="316990"/>
                  </a:lnTo>
                  <a:lnTo>
                    <a:pt x="4905199" y="362981"/>
                  </a:lnTo>
                  <a:lnTo>
                    <a:pt x="4956723" y="420629"/>
                  </a:lnTo>
                  <a:lnTo>
                    <a:pt x="5008248" y="488861"/>
                  </a:lnTo>
                  <a:lnTo>
                    <a:pt x="5059772" y="566406"/>
                  </a:lnTo>
                  <a:lnTo>
                    <a:pt x="5111297" y="651819"/>
                  </a:lnTo>
                  <a:lnTo>
                    <a:pt x="5162821" y="743509"/>
                  </a:lnTo>
                  <a:lnTo>
                    <a:pt x="5214346" y="839769"/>
                  </a:lnTo>
                  <a:lnTo>
                    <a:pt x="5265870" y="938804"/>
                  </a:lnTo>
                  <a:lnTo>
                    <a:pt x="5317395" y="1038770"/>
                  </a:lnTo>
                  <a:lnTo>
                    <a:pt x="5368919" y="1137805"/>
                  </a:lnTo>
                  <a:lnTo>
                    <a:pt x="5420444" y="1234064"/>
                  </a:lnTo>
                  <a:lnTo>
                    <a:pt x="5471968" y="1325754"/>
                  </a:lnTo>
                  <a:lnTo>
                    <a:pt x="5523492" y="1411167"/>
                  </a:lnTo>
                  <a:lnTo>
                    <a:pt x="5575017" y="1488712"/>
                  </a:lnTo>
                  <a:lnTo>
                    <a:pt x="5626541" y="1556944"/>
                  </a:lnTo>
                  <a:lnTo>
                    <a:pt x="5678066" y="1614593"/>
                  </a:lnTo>
                  <a:lnTo>
                    <a:pt x="5729590" y="1660584"/>
                  </a:lnTo>
                  <a:lnTo>
                    <a:pt x="5781115" y="1694061"/>
                  </a:lnTo>
                  <a:lnTo>
                    <a:pt x="5832639" y="1714399"/>
                  </a:lnTo>
                  <a:lnTo>
                    <a:pt x="5884164" y="1721221"/>
                  </a:lnTo>
                  <a:lnTo>
                    <a:pt x="5922807" y="1713205"/>
                  </a:lnTo>
                  <a:lnTo>
                    <a:pt x="5961450" y="1689307"/>
                  </a:lnTo>
                  <a:lnTo>
                    <a:pt x="6000094" y="1649972"/>
                  </a:lnTo>
                  <a:lnTo>
                    <a:pt x="6038737" y="1595933"/>
                  </a:lnTo>
                  <a:lnTo>
                    <a:pt x="6077380" y="1528196"/>
                  </a:lnTo>
                  <a:lnTo>
                    <a:pt x="6116024" y="1448023"/>
                  </a:lnTo>
                  <a:lnTo>
                    <a:pt x="6154667" y="1356908"/>
                  </a:lnTo>
                  <a:lnTo>
                    <a:pt x="6193310" y="1256548"/>
                  </a:lnTo>
                  <a:lnTo>
                    <a:pt x="6231954" y="1148812"/>
                  </a:lnTo>
                  <a:lnTo>
                    <a:pt x="6270597" y="1035707"/>
                  </a:lnTo>
                  <a:lnTo>
                    <a:pt x="6309240" y="919341"/>
                  </a:lnTo>
                  <a:lnTo>
                    <a:pt x="6347884" y="801881"/>
                  </a:lnTo>
                  <a:lnTo>
                    <a:pt x="6386527" y="685514"/>
                  </a:lnTo>
                  <a:lnTo>
                    <a:pt x="6425170" y="572410"/>
                  </a:lnTo>
                  <a:lnTo>
                    <a:pt x="6463814" y="464674"/>
                  </a:lnTo>
                  <a:lnTo>
                    <a:pt x="6502457" y="364314"/>
                  </a:lnTo>
                  <a:lnTo>
                    <a:pt x="6541100" y="273198"/>
                  </a:lnTo>
                  <a:lnTo>
                    <a:pt x="6579744" y="193026"/>
                  </a:lnTo>
                  <a:lnTo>
                    <a:pt x="6618387" y="125289"/>
                  </a:lnTo>
                  <a:lnTo>
                    <a:pt x="6657030" y="71249"/>
                  </a:lnTo>
                  <a:lnTo>
                    <a:pt x="6695674" y="31914"/>
                  </a:lnTo>
                  <a:lnTo>
                    <a:pt x="6734317" y="8016"/>
                  </a:lnTo>
                  <a:lnTo>
                    <a:pt x="6772960" y="0"/>
                  </a:lnTo>
                </a:path>
              </a:pathLst>
            </a:custGeom>
            <a:noFill/>
            <a:ln w="22023">
              <a:solidFill>
                <a:srgbClr val="92A5B1"/>
              </a:solidFill>
              <a:prstDash val="dash"/>
            </a:ln>
          </p:spPr>
        </p:sp>
        <p:sp>
          <p:nvSpPr>
            <p:cNvPr id="77" name="B_LCA_realized_profile">
              <a:extLst>
                <a:ext uri="{FF2B5EF4-FFF2-40B4-BE49-F238E27FC236}">
                  <ns2:creationId id="{0EC27BB6-13DF-4A62-94AC-71ECBA88703F}"/>
                </a:ext>
              </a:extLst>
            </p:cNvPr>
            <p:cNvSpPr>
              <a:spLocks noGrp="1"/>
            </p:cNvSpPr>
            <p:nvPr/>
          </p:nvSpPr>
          <p:spPr>
            <a:xfrm rot="0" flipH="0" flipV="0">
              <a:off x="523875" y="3716573"/>
              <a:ext cx="3454210" cy="1049945"/>
            </a:xfrm>
            <a:custGeom>
              <a:pathLst>
                <a:path w="6772960" h="1721221">
                  <a:moveTo>
                    <a:pt x="0" y="0"/>
                  </a:moveTo>
                  <a:lnTo>
                    <a:pt x="52597" y="8016"/>
                  </a:lnTo>
                  <a:lnTo>
                    <a:pt x="105195" y="31914"/>
                  </a:lnTo>
                  <a:lnTo>
                    <a:pt x="157793" y="71249"/>
                  </a:lnTo>
                  <a:lnTo>
                    <a:pt x="210391" y="125288"/>
                  </a:lnTo>
                  <a:lnTo>
                    <a:pt x="262989" y="193025"/>
                  </a:lnTo>
                  <a:lnTo>
                    <a:pt x="315587" y="273198"/>
                  </a:lnTo>
                  <a:lnTo>
                    <a:pt x="368185" y="364313"/>
                  </a:lnTo>
                  <a:lnTo>
                    <a:pt x="420783" y="464674"/>
                  </a:lnTo>
                  <a:lnTo>
                    <a:pt x="473381" y="572409"/>
                  </a:lnTo>
                  <a:lnTo>
                    <a:pt x="525978" y="685514"/>
                  </a:lnTo>
                  <a:lnTo>
                    <a:pt x="578576" y="801880"/>
                  </a:lnTo>
                  <a:lnTo>
                    <a:pt x="631174" y="919341"/>
                  </a:lnTo>
                  <a:lnTo>
                    <a:pt x="683772" y="1035707"/>
                  </a:lnTo>
                  <a:lnTo>
                    <a:pt x="736370" y="1148811"/>
                  </a:lnTo>
                  <a:lnTo>
                    <a:pt x="788968" y="1256547"/>
                  </a:lnTo>
                  <a:lnTo>
                    <a:pt x="841566" y="1356907"/>
                  </a:lnTo>
                  <a:lnTo>
                    <a:pt x="894164" y="1448023"/>
                  </a:lnTo>
                  <a:lnTo>
                    <a:pt x="946761" y="1528196"/>
                  </a:lnTo>
                  <a:lnTo>
                    <a:pt x="999359" y="1595933"/>
                  </a:lnTo>
                  <a:lnTo>
                    <a:pt x="1051957" y="1649972"/>
                  </a:lnTo>
                  <a:lnTo>
                    <a:pt x="1104555" y="1689307"/>
                  </a:lnTo>
                  <a:lnTo>
                    <a:pt x="1157153" y="1713205"/>
                  </a:lnTo>
                  <a:lnTo>
                    <a:pt x="1209751" y="1721221"/>
                  </a:lnTo>
                  <a:lnTo>
                    <a:pt x="1260560" y="1714399"/>
                  </a:lnTo>
                  <a:lnTo>
                    <a:pt x="1311368" y="1694060"/>
                  </a:lnTo>
                  <a:lnTo>
                    <a:pt x="1362177" y="1660584"/>
                  </a:lnTo>
                  <a:lnTo>
                    <a:pt x="1412986" y="1614593"/>
                  </a:lnTo>
                  <a:lnTo>
                    <a:pt x="1463795" y="1556944"/>
                  </a:lnTo>
                  <a:lnTo>
                    <a:pt x="1514604" y="1488712"/>
                  </a:lnTo>
                  <a:lnTo>
                    <a:pt x="1565413" y="1411167"/>
                  </a:lnTo>
                  <a:lnTo>
                    <a:pt x="1616221" y="1325754"/>
                  </a:lnTo>
                  <a:lnTo>
                    <a:pt x="1667030" y="1234064"/>
                  </a:lnTo>
                  <a:lnTo>
                    <a:pt x="1717839" y="1137805"/>
                  </a:lnTo>
                  <a:lnTo>
                    <a:pt x="1768648" y="1038769"/>
                  </a:lnTo>
                  <a:lnTo>
                    <a:pt x="1819457" y="938803"/>
                  </a:lnTo>
                  <a:lnTo>
                    <a:pt x="1870266" y="839768"/>
                  </a:lnTo>
                  <a:lnTo>
                    <a:pt x="1921074" y="743509"/>
                  </a:lnTo>
                  <a:lnTo>
                    <a:pt x="1971883" y="651819"/>
                  </a:lnTo>
                  <a:lnTo>
                    <a:pt x="2022692" y="566406"/>
                  </a:lnTo>
                  <a:lnTo>
                    <a:pt x="2073501" y="488861"/>
                  </a:lnTo>
                  <a:lnTo>
                    <a:pt x="2124310" y="420629"/>
                  </a:lnTo>
                  <a:lnTo>
                    <a:pt x="2175119" y="362980"/>
                  </a:lnTo>
                  <a:lnTo>
                    <a:pt x="2225927" y="316989"/>
                  </a:lnTo>
                  <a:lnTo>
                    <a:pt x="2276736" y="283513"/>
                  </a:lnTo>
                  <a:lnTo>
                    <a:pt x="2327545" y="263174"/>
                  </a:lnTo>
                  <a:lnTo>
                    <a:pt x="2378354" y="256352"/>
                  </a:lnTo>
                  <a:lnTo>
                    <a:pt x="2428805" y="263174"/>
                  </a:lnTo>
                  <a:lnTo>
                    <a:pt x="2479256" y="283513"/>
                  </a:lnTo>
                  <a:lnTo>
                    <a:pt x="2529707" y="316989"/>
                  </a:lnTo>
                  <a:lnTo>
                    <a:pt x="2580158" y="362980"/>
                  </a:lnTo>
                  <a:lnTo>
                    <a:pt x="2630609" y="420629"/>
                  </a:lnTo>
                  <a:lnTo>
                    <a:pt x="2681060" y="488861"/>
                  </a:lnTo>
                  <a:lnTo>
                    <a:pt x="2731511" y="566406"/>
                  </a:lnTo>
                  <a:lnTo>
                    <a:pt x="2781962" y="651819"/>
                  </a:lnTo>
                  <a:lnTo>
                    <a:pt x="2832413" y="743509"/>
                  </a:lnTo>
                  <a:lnTo>
                    <a:pt x="2882864" y="839768"/>
                  </a:lnTo>
                  <a:lnTo>
                    <a:pt x="2933315" y="938803"/>
                  </a:lnTo>
                  <a:lnTo>
                    <a:pt x="2983766" y="1038769"/>
                  </a:lnTo>
                  <a:lnTo>
                    <a:pt x="3034217" y="1137805"/>
                  </a:lnTo>
                  <a:lnTo>
                    <a:pt x="3084668" y="1234064"/>
                  </a:lnTo>
                  <a:lnTo>
                    <a:pt x="3135119" y="1325754"/>
                  </a:lnTo>
                  <a:lnTo>
                    <a:pt x="3185570" y="1411167"/>
                  </a:lnTo>
                  <a:lnTo>
                    <a:pt x="3236021" y="1488712"/>
                  </a:lnTo>
                  <a:lnTo>
                    <a:pt x="3286472" y="1556944"/>
                  </a:lnTo>
                  <a:lnTo>
                    <a:pt x="3336923" y="1614593"/>
                  </a:lnTo>
                  <a:lnTo>
                    <a:pt x="3387375" y="1660584"/>
                  </a:lnTo>
                  <a:lnTo>
                    <a:pt x="3437826" y="1694060"/>
                  </a:lnTo>
                  <a:lnTo>
                    <a:pt x="3488277" y="1714399"/>
                  </a:lnTo>
                  <a:lnTo>
                    <a:pt x="3538728" y="1721221"/>
                  </a:lnTo>
                  <a:lnTo>
                    <a:pt x="3589179" y="1714399"/>
                  </a:lnTo>
                  <a:lnTo>
                    <a:pt x="3639630" y="1694060"/>
                  </a:lnTo>
                  <a:lnTo>
                    <a:pt x="3690081" y="1660584"/>
                  </a:lnTo>
                  <a:lnTo>
                    <a:pt x="3740532" y="1614593"/>
                  </a:lnTo>
                  <a:lnTo>
                    <a:pt x="3790983" y="1556944"/>
                  </a:lnTo>
                  <a:lnTo>
                    <a:pt x="3841434" y="1488712"/>
                  </a:lnTo>
                  <a:lnTo>
                    <a:pt x="3891885" y="1411167"/>
                  </a:lnTo>
                  <a:lnTo>
                    <a:pt x="3942336" y="1325754"/>
                  </a:lnTo>
                  <a:lnTo>
                    <a:pt x="3992787" y="1234064"/>
                  </a:lnTo>
                  <a:lnTo>
                    <a:pt x="4043238" y="1137805"/>
                  </a:lnTo>
                  <a:lnTo>
                    <a:pt x="4093689" y="1038769"/>
                  </a:lnTo>
                  <a:lnTo>
                    <a:pt x="4144140" y="938803"/>
                  </a:lnTo>
                  <a:lnTo>
                    <a:pt x="4194591" y="839768"/>
                  </a:lnTo>
                  <a:lnTo>
                    <a:pt x="4245042" y="743509"/>
                  </a:lnTo>
                  <a:lnTo>
                    <a:pt x="4295493" y="651819"/>
                  </a:lnTo>
                  <a:lnTo>
                    <a:pt x="4345944" y="566406"/>
                  </a:lnTo>
                  <a:lnTo>
                    <a:pt x="4396395" y="488861"/>
                  </a:lnTo>
                  <a:lnTo>
                    <a:pt x="4446846" y="420629"/>
                  </a:lnTo>
                  <a:lnTo>
                    <a:pt x="4497297" y="362980"/>
                  </a:lnTo>
                  <a:lnTo>
                    <a:pt x="4547748" y="316989"/>
                  </a:lnTo>
                  <a:lnTo>
                    <a:pt x="4598199" y="283513"/>
                  </a:lnTo>
                  <a:lnTo>
                    <a:pt x="4648650" y="263174"/>
                  </a:lnTo>
                  <a:lnTo>
                    <a:pt x="4699101" y="256352"/>
                  </a:lnTo>
                  <a:lnTo>
                    <a:pt x="4750626" y="263174"/>
                  </a:lnTo>
                  <a:lnTo>
                    <a:pt x="4802150" y="283513"/>
                  </a:lnTo>
                  <a:lnTo>
                    <a:pt x="4853675" y="316989"/>
                  </a:lnTo>
                  <a:lnTo>
                    <a:pt x="4905199" y="362980"/>
                  </a:lnTo>
                  <a:lnTo>
                    <a:pt x="4956723" y="420629"/>
                  </a:lnTo>
                  <a:lnTo>
                    <a:pt x="5008248" y="488861"/>
                  </a:lnTo>
                  <a:lnTo>
                    <a:pt x="5059772" y="566406"/>
                  </a:lnTo>
                  <a:lnTo>
                    <a:pt x="5111297" y="651819"/>
                  </a:lnTo>
                  <a:lnTo>
                    <a:pt x="5162821" y="743509"/>
                  </a:lnTo>
                  <a:lnTo>
                    <a:pt x="5214346" y="839768"/>
                  </a:lnTo>
                  <a:lnTo>
                    <a:pt x="5265870" y="938803"/>
                  </a:lnTo>
                  <a:lnTo>
                    <a:pt x="5317395" y="1038769"/>
                  </a:lnTo>
                  <a:lnTo>
                    <a:pt x="5368919" y="1137805"/>
                  </a:lnTo>
                  <a:lnTo>
                    <a:pt x="5420444" y="1234064"/>
                  </a:lnTo>
                  <a:lnTo>
                    <a:pt x="5471968" y="1325754"/>
                  </a:lnTo>
                  <a:lnTo>
                    <a:pt x="5523492" y="1411167"/>
                  </a:lnTo>
                  <a:lnTo>
                    <a:pt x="5575017" y="1488712"/>
                  </a:lnTo>
                  <a:lnTo>
                    <a:pt x="5626541" y="1556944"/>
                  </a:lnTo>
                  <a:lnTo>
                    <a:pt x="5678066" y="1614593"/>
                  </a:lnTo>
                  <a:lnTo>
                    <a:pt x="5729590" y="1660584"/>
                  </a:lnTo>
                  <a:lnTo>
                    <a:pt x="5781115" y="1694060"/>
                  </a:lnTo>
                  <a:lnTo>
                    <a:pt x="5832639" y="1714399"/>
                  </a:lnTo>
                  <a:lnTo>
                    <a:pt x="5884164" y="1721221"/>
                  </a:lnTo>
                  <a:lnTo>
                    <a:pt x="5922807" y="1713205"/>
                  </a:lnTo>
                  <a:lnTo>
                    <a:pt x="5961450" y="1689307"/>
                  </a:lnTo>
                  <a:lnTo>
                    <a:pt x="6000094" y="1649972"/>
                  </a:lnTo>
                  <a:lnTo>
                    <a:pt x="6038737" y="1595933"/>
                  </a:lnTo>
                  <a:lnTo>
                    <a:pt x="6077380" y="1528196"/>
                  </a:lnTo>
                  <a:lnTo>
                    <a:pt x="6116024" y="1448023"/>
                  </a:lnTo>
                  <a:lnTo>
                    <a:pt x="6154667" y="1356907"/>
                  </a:lnTo>
                  <a:lnTo>
                    <a:pt x="6193310" y="1256547"/>
                  </a:lnTo>
                  <a:lnTo>
                    <a:pt x="6231954" y="1148811"/>
                  </a:lnTo>
                  <a:lnTo>
                    <a:pt x="6270597" y="1035707"/>
                  </a:lnTo>
                  <a:lnTo>
                    <a:pt x="6309240" y="919341"/>
                  </a:lnTo>
                  <a:lnTo>
                    <a:pt x="6347884" y="801880"/>
                  </a:lnTo>
                  <a:lnTo>
                    <a:pt x="6386527" y="685514"/>
                  </a:lnTo>
                  <a:lnTo>
                    <a:pt x="6425170" y="572409"/>
                  </a:lnTo>
                  <a:lnTo>
                    <a:pt x="6463814" y="464674"/>
                  </a:lnTo>
                  <a:lnTo>
                    <a:pt x="6502457" y="364313"/>
                  </a:lnTo>
                  <a:lnTo>
                    <a:pt x="6541100" y="273198"/>
                  </a:lnTo>
                  <a:lnTo>
                    <a:pt x="6579744" y="193025"/>
                  </a:lnTo>
                  <a:lnTo>
                    <a:pt x="6618387" y="125288"/>
                  </a:lnTo>
                  <a:lnTo>
                    <a:pt x="6657030" y="71249"/>
                  </a:lnTo>
                  <a:lnTo>
                    <a:pt x="6695674" y="31914"/>
                  </a:lnTo>
                  <a:lnTo>
                    <a:pt x="6734317" y="8016"/>
                  </a:lnTo>
                  <a:lnTo>
                    <a:pt x="6772960" y="0"/>
                  </a:lnTo>
                </a:path>
              </a:pathLst>
            </a:custGeom>
            <a:noFill/>
            <a:ln w="26858">
              <a:solidFill>
                <a:srgbClr val="CC79A7"/>
              </a:solidFill>
              <a:prstDash val="solid"/>
            </a:ln>
          </p:spPr>
        </p:sp>
        <p:sp>
          <p:nvSpPr>
            <p:cNvPr id="55" name="B_actual_anchor_A">
              <a:extLst>
                <a:ext uri="{FF2B5EF4-FFF2-40B4-BE49-F238E27FC236}">
                  <ns2:creationId id="{C4B604A9-EF4B-4552-B1DF-9C39D4A7C812}"/>
                </a:ext>
              </a:extLst>
            </p:cNvPr>
            <p:cNvSpPr>
              <a:spLocks noGrp="1"/>
            </p:cNvSpPr>
            <p:nvPr/>
          </p:nvSpPr>
          <p:spPr>
            <a:xfrm rot="0" flipH="0" flipV="0">
              <a:off x="1074173" y="4699842"/>
              <a:ext cx="133350" cy="133350"/>
            </a:xfrm>
            <a:prstGeom prst="ellipse">
              <a:avLst/>
            </a:prstGeom>
            <a:solidFill>
              <a:srgbClr val="0072B2"/>
            </a:solidFill>
            <a:ln w="11817">
              <a:solidFill>
                <a:srgbClr val="FFFFFF"/>
              </a:solidFill>
              <a:prstDash val="solid"/>
            </a:ln>
          </p:spPr>
        </p:sp>
        <p:sp>
          <p:nvSpPr>
            <p:cNvPr id="56" name="B_anchor_label_A">
              <a:extLst>
                <a:ext uri="{FF2B5EF4-FFF2-40B4-BE49-F238E27FC236}">
                  <ns2:creationId id="{94D7D6F1-56CD-41D2-9C40-1A45E5BE9E79}"/>
                </a:ext>
              </a:extLst>
            </p:cNvPr>
            <p:cNvSpPr>
              <a:spLocks noGrp="1"/>
            </p:cNvSpPr>
            <p:nvPr/>
          </p:nvSpPr>
          <p:spPr>
            <a:xfrm rot="0" flipH="0" flipV="0">
              <a:off x="912248" y="4800600"/>
              <a:ext cx="457200" cy="285750"/>
            </a:xfrm>
            <a:prstGeom prst="rect">
              <a:avLst/>
            </a:prstGeom>
            <a:noFill/>
            <a:ln w="0">
              <a:noFill/>
            </a:ln>
          </p:spPr>
          <p:txBody>
            <a:bodyPr wrap="none" lIns="0" tIns="0" rIns="0" bIns="0" anchor="ctr">
              <a:noAutofit/>
            </a:bodyPr>
            <a:lstStyle>
              <a:defPPr algn="ctr">
                <a:defRPr sz="2087" b="1">
                  <a:solidFill>
                    <a:srgbClr val="000000"/>
                  </a:solidFill>
                  <a:latin typeface="Arial"/>
                  <a:ea typeface="Arial"/>
                  <a:cs typeface="Arial"/>
                </a:defRPr>
              </a:defPPr>
              <a:lvl1pPr algn="ctr">
                <a:defRPr sz="2087" b="1">
                  <a:solidFill>
                    <a:srgbClr val="000000"/>
                  </a:solidFill>
                  <a:latin typeface="Arial"/>
                  <a:ea typeface="Arial"/>
                  <a:cs typeface="Arial"/>
                </a:defRPr>
              </a:lvl1pPr>
              <a:lvl2pPr algn="ctr">
                <a:defRPr sz="2087" b="1">
                  <a:solidFill>
                    <a:srgbClr val="000000"/>
                  </a:solidFill>
                  <a:latin typeface="Arial"/>
                  <a:ea typeface="Arial"/>
                  <a:cs typeface="Arial"/>
                </a:defRPr>
              </a:lvl2pPr>
              <a:lvl3pPr algn="ctr">
                <a:defRPr sz="2087" b="1">
                  <a:solidFill>
                    <a:srgbClr val="000000"/>
                  </a:solidFill>
                  <a:latin typeface="Arial"/>
                  <a:ea typeface="Arial"/>
                  <a:cs typeface="Arial"/>
                </a:defRPr>
              </a:lvl3pPr>
              <a:lvl4pPr algn="ctr">
                <a:defRPr sz="2087" b="1">
                  <a:solidFill>
                    <a:srgbClr val="000000"/>
                  </a:solidFill>
                  <a:latin typeface="Arial"/>
                  <a:ea typeface="Arial"/>
                  <a:cs typeface="Arial"/>
                </a:defRPr>
              </a:lvl4pPr>
              <a:lvl5pPr algn="ctr">
                <a:defRPr sz="2087" b="1">
                  <a:solidFill>
                    <a:srgbClr val="000000"/>
                  </a:solidFill>
                  <a:latin typeface="Arial"/>
                  <a:ea typeface="Arial"/>
                  <a:cs typeface="Arial"/>
                </a:defRPr>
              </a:lvl5pPr>
              <a:lvl6pPr algn="ctr">
                <a:defRPr sz="2087" b="1">
                  <a:solidFill>
                    <a:srgbClr val="000000"/>
                  </a:solidFill>
                  <a:latin typeface="Arial"/>
                  <a:ea typeface="Arial"/>
                  <a:cs typeface="Arial"/>
                </a:defRPr>
              </a:lvl6pPr>
              <a:lvl7pPr algn="ctr">
                <a:defRPr sz="2087" b="1">
                  <a:solidFill>
                    <a:srgbClr val="000000"/>
                  </a:solidFill>
                  <a:latin typeface="Arial"/>
                  <a:ea typeface="Arial"/>
                  <a:cs typeface="Arial"/>
                </a:defRPr>
              </a:lvl7pPr>
              <a:lvl8pPr algn="ctr">
                <a:defRPr sz="2087" b="1">
                  <a:solidFill>
                    <a:srgbClr val="000000"/>
                  </a:solidFill>
                  <a:latin typeface="Arial"/>
                  <a:ea typeface="Arial"/>
                  <a:cs typeface="Arial"/>
                </a:defRPr>
              </a:lvl8pPr>
              <a:lvl9pPr algn="ctr">
                <a:defRPr sz="2087" b="1">
                  <a:solidFill>
                    <a:srgbClr val="000000"/>
                  </a:solidFill>
                  <a:latin typeface="Arial"/>
                  <a:ea typeface="Arial"/>
                  <a:cs typeface="Arial"/>
                </a:defRPr>
              </a:lvl9pPr>
            </a:lstStyle>
            <a:p>
              <a:pPr algn="ctr">
                <a:defRPr sz="2087" b="1">
                  <a:solidFill>
                    <a:srgbClr val="000000"/>
                  </a:solidFill>
                  <a:latin typeface="Arial"/>
                  <a:ea typeface="Arial"/>
                  <a:cs typeface="Arial"/>
                </a:defRPr>
              </a:pPr>
              <a:r>
                <a:rPr sz="2087" b="1">
                  <a:solidFill>
                    <a:srgbClr val="000000"/>
                  </a:solidFill>
                  <a:latin typeface="Arial"/>
                  <a:ea typeface="Arial"/>
                  <a:cs typeface="Arial"/>
                </a:rPr>
                <a:t>A</a:t>
              </a:r>
            </a:p>
          </p:txBody>
        </p:sp>
        <p:sp>
          <p:nvSpPr>
            <p:cNvPr id="57" name="B_actual_anchor_C">
              <a:extLst>
                <a:ext uri="{FF2B5EF4-FFF2-40B4-BE49-F238E27FC236}">
                  <ns2:creationId id="{20603102-4B3E-4CF1-9E5E-20DCAA837936}"/>
                </a:ext>
              </a:extLst>
            </p:cNvPr>
            <p:cNvSpPr>
              <a:spLocks noGrp="1"/>
            </p:cNvSpPr>
            <p:nvPr/>
          </p:nvSpPr>
          <p:spPr>
            <a:xfrm rot="0" flipH="0" flipV="0">
              <a:off x="2261951" y="4699842"/>
              <a:ext cx="133350" cy="133350"/>
            </a:xfrm>
            <a:prstGeom prst="ellipse">
              <a:avLst/>
            </a:prstGeom>
            <a:solidFill>
              <a:srgbClr val="009E73"/>
            </a:solidFill>
            <a:ln w="11817">
              <a:solidFill>
                <a:srgbClr val="FFFFFF"/>
              </a:solidFill>
              <a:prstDash val="solid"/>
            </a:ln>
          </p:spPr>
        </p:sp>
        <p:sp>
          <p:nvSpPr>
            <p:cNvPr id="58" name="B_anchor_label_C">
              <a:extLst>
                <a:ext uri="{FF2B5EF4-FFF2-40B4-BE49-F238E27FC236}">
                  <ns2:creationId id="{124EA49E-752C-40FF-A4B8-B4A36C6B8EC4}"/>
                </a:ext>
              </a:extLst>
            </p:cNvPr>
            <p:cNvSpPr>
              <a:spLocks noGrp="1"/>
            </p:cNvSpPr>
            <p:nvPr/>
          </p:nvSpPr>
          <p:spPr>
            <a:xfrm rot="0" flipH="0" flipV="0">
              <a:off x="2100026" y="4800600"/>
              <a:ext cx="457200" cy="285750"/>
            </a:xfrm>
            <a:prstGeom prst="rect">
              <a:avLst/>
            </a:prstGeom>
            <a:noFill/>
            <a:ln w="0">
              <a:noFill/>
            </a:ln>
          </p:spPr>
          <p:txBody>
            <a:bodyPr wrap="none" lIns="0" tIns="0" rIns="0" bIns="0" anchor="ctr">
              <a:noAutofit/>
            </a:bodyPr>
            <a:lstStyle>
              <a:defPPr algn="ctr">
                <a:defRPr sz="2087" b="1">
                  <a:solidFill>
                    <a:srgbClr val="000000"/>
                  </a:solidFill>
                  <a:latin typeface="Arial"/>
                  <a:ea typeface="Arial"/>
                  <a:cs typeface="Arial"/>
                </a:defRPr>
              </a:defPPr>
              <a:lvl1pPr algn="ctr">
                <a:defRPr sz="2087" b="1">
                  <a:solidFill>
                    <a:srgbClr val="000000"/>
                  </a:solidFill>
                  <a:latin typeface="Arial"/>
                  <a:ea typeface="Arial"/>
                  <a:cs typeface="Arial"/>
                </a:defRPr>
              </a:lvl1pPr>
              <a:lvl2pPr algn="ctr">
                <a:defRPr sz="2087" b="1">
                  <a:solidFill>
                    <a:srgbClr val="000000"/>
                  </a:solidFill>
                  <a:latin typeface="Arial"/>
                  <a:ea typeface="Arial"/>
                  <a:cs typeface="Arial"/>
                </a:defRPr>
              </a:lvl2pPr>
              <a:lvl3pPr algn="ctr">
                <a:defRPr sz="2087" b="1">
                  <a:solidFill>
                    <a:srgbClr val="000000"/>
                  </a:solidFill>
                  <a:latin typeface="Arial"/>
                  <a:ea typeface="Arial"/>
                  <a:cs typeface="Arial"/>
                </a:defRPr>
              </a:lvl3pPr>
              <a:lvl4pPr algn="ctr">
                <a:defRPr sz="2087" b="1">
                  <a:solidFill>
                    <a:srgbClr val="000000"/>
                  </a:solidFill>
                  <a:latin typeface="Arial"/>
                  <a:ea typeface="Arial"/>
                  <a:cs typeface="Arial"/>
                </a:defRPr>
              </a:lvl4pPr>
              <a:lvl5pPr algn="ctr">
                <a:defRPr sz="2087" b="1">
                  <a:solidFill>
                    <a:srgbClr val="000000"/>
                  </a:solidFill>
                  <a:latin typeface="Arial"/>
                  <a:ea typeface="Arial"/>
                  <a:cs typeface="Arial"/>
                </a:defRPr>
              </a:lvl5pPr>
              <a:lvl6pPr algn="ctr">
                <a:defRPr sz="2087" b="1">
                  <a:solidFill>
                    <a:srgbClr val="000000"/>
                  </a:solidFill>
                  <a:latin typeface="Arial"/>
                  <a:ea typeface="Arial"/>
                  <a:cs typeface="Arial"/>
                </a:defRPr>
              </a:lvl6pPr>
              <a:lvl7pPr algn="ctr">
                <a:defRPr sz="2087" b="1">
                  <a:solidFill>
                    <a:srgbClr val="000000"/>
                  </a:solidFill>
                  <a:latin typeface="Arial"/>
                  <a:ea typeface="Arial"/>
                  <a:cs typeface="Arial"/>
                </a:defRPr>
              </a:lvl7pPr>
              <a:lvl8pPr algn="ctr">
                <a:defRPr sz="2087" b="1">
                  <a:solidFill>
                    <a:srgbClr val="000000"/>
                  </a:solidFill>
                  <a:latin typeface="Arial"/>
                  <a:ea typeface="Arial"/>
                  <a:cs typeface="Arial"/>
                </a:defRPr>
              </a:lvl8pPr>
              <a:lvl9pPr algn="ctr">
                <a:defRPr sz="2087" b="1">
                  <a:solidFill>
                    <a:srgbClr val="000000"/>
                  </a:solidFill>
                  <a:latin typeface="Arial"/>
                  <a:ea typeface="Arial"/>
                  <a:cs typeface="Arial"/>
                </a:defRPr>
              </a:lvl9pPr>
            </a:lstStyle>
            <a:p>
              <a:pPr algn="ctr">
                <a:defRPr sz="2087" b="1">
                  <a:solidFill>
                    <a:srgbClr val="000000"/>
                  </a:solidFill>
                  <a:latin typeface="Arial"/>
                  <a:ea typeface="Arial"/>
                  <a:cs typeface="Arial"/>
                </a:defRPr>
              </a:pPr>
              <a:r>
                <a:rPr sz="2087" b="1">
                  <a:solidFill>
                    <a:srgbClr val="000000"/>
                  </a:solidFill>
                  <a:latin typeface="Arial"/>
                  <a:ea typeface="Arial"/>
                  <a:cs typeface="Arial"/>
                </a:rPr>
                <a:t>C</a:t>
              </a:r>
            </a:p>
          </p:txBody>
        </p:sp>
        <p:sp>
          <p:nvSpPr>
            <p:cNvPr id="59" name="B_actual_anchor_B">
              <a:extLst>
                <a:ext uri="{FF2B5EF4-FFF2-40B4-BE49-F238E27FC236}">
                  <ns2:creationId id="{38920DCD-16CA-43F5-A0C0-02353645FA20}"/>
                </a:ext>
              </a:extLst>
            </p:cNvPr>
            <p:cNvSpPr>
              <a:spLocks noGrp="1"/>
            </p:cNvSpPr>
            <p:nvPr/>
          </p:nvSpPr>
          <p:spPr>
            <a:xfrm rot="0" flipH="0" flipV="0">
              <a:off x="3458123" y="4699842"/>
              <a:ext cx="133350" cy="133350"/>
            </a:xfrm>
            <a:prstGeom prst="ellipse">
              <a:avLst/>
            </a:prstGeom>
            <a:solidFill>
              <a:srgbClr val="D55E00"/>
            </a:solidFill>
            <a:ln w="11817">
              <a:solidFill>
                <a:srgbClr val="FFFFFF"/>
              </a:solidFill>
              <a:prstDash val="solid"/>
            </a:ln>
          </p:spPr>
        </p:sp>
        <p:sp>
          <p:nvSpPr>
            <p:cNvPr id="60" name="B_anchor_label_B">
              <a:extLst>
                <a:ext uri="{FF2B5EF4-FFF2-40B4-BE49-F238E27FC236}">
                  <ns2:creationId id="{6390E627-A8B5-43A2-AE2D-4871DAEC4875}"/>
                </a:ext>
              </a:extLst>
            </p:cNvPr>
            <p:cNvSpPr>
              <a:spLocks noGrp="1"/>
            </p:cNvSpPr>
            <p:nvPr/>
          </p:nvSpPr>
          <p:spPr>
            <a:xfrm rot="0" flipH="0" flipV="0">
              <a:off x="3296198" y="4800600"/>
              <a:ext cx="457200" cy="285750"/>
            </a:xfrm>
            <a:prstGeom prst="rect">
              <a:avLst/>
            </a:prstGeom>
            <a:noFill/>
            <a:ln w="0">
              <a:noFill/>
            </a:ln>
          </p:spPr>
          <p:txBody>
            <a:bodyPr wrap="none" lIns="0" tIns="0" rIns="0" bIns="0" anchor="ctr">
              <a:noAutofit/>
            </a:bodyPr>
            <a:lstStyle>
              <a:defPPr algn="ctr">
                <a:defRPr sz="2087" b="1">
                  <a:solidFill>
                    <a:srgbClr val="000000"/>
                  </a:solidFill>
                  <a:latin typeface="Arial"/>
                  <a:ea typeface="Arial"/>
                  <a:cs typeface="Arial"/>
                </a:defRPr>
              </a:defPPr>
              <a:lvl1pPr algn="ctr">
                <a:defRPr sz="2087" b="1">
                  <a:solidFill>
                    <a:srgbClr val="000000"/>
                  </a:solidFill>
                  <a:latin typeface="Arial"/>
                  <a:ea typeface="Arial"/>
                  <a:cs typeface="Arial"/>
                </a:defRPr>
              </a:lvl1pPr>
              <a:lvl2pPr algn="ctr">
                <a:defRPr sz="2087" b="1">
                  <a:solidFill>
                    <a:srgbClr val="000000"/>
                  </a:solidFill>
                  <a:latin typeface="Arial"/>
                  <a:ea typeface="Arial"/>
                  <a:cs typeface="Arial"/>
                </a:defRPr>
              </a:lvl2pPr>
              <a:lvl3pPr algn="ctr">
                <a:defRPr sz="2087" b="1">
                  <a:solidFill>
                    <a:srgbClr val="000000"/>
                  </a:solidFill>
                  <a:latin typeface="Arial"/>
                  <a:ea typeface="Arial"/>
                  <a:cs typeface="Arial"/>
                </a:defRPr>
              </a:lvl3pPr>
              <a:lvl4pPr algn="ctr">
                <a:defRPr sz="2087" b="1">
                  <a:solidFill>
                    <a:srgbClr val="000000"/>
                  </a:solidFill>
                  <a:latin typeface="Arial"/>
                  <a:ea typeface="Arial"/>
                  <a:cs typeface="Arial"/>
                </a:defRPr>
              </a:lvl4pPr>
              <a:lvl5pPr algn="ctr">
                <a:defRPr sz="2087" b="1">
                  <a:solidFill>
                    <a:srgbClr val="000000"/>
                  </a:solidFill>
                  <a:latin typeface="Arial"/>
                  <a:ea typeface="Arial"/>
                  <a:cs typeface="Arial"/>
                </a:defRPr>
              </a:lvl5pPr>
              <a:lvl6pPr algn="ctr">
                <a:defRPr sz="2087" b="1">
                  <a:solidFill>
                    <a:srgbClr val="000000"/>
                  </a:solidFill>
                  <a:latin typeface="Arial"/>
                  <a:ea typeface="Arial"/>
                  <a:cs typeface="Arial"/>
                </a:defRPr>
              </a:lvl6pPr>
              <a:lvl7pPr algn="ctr">
                <a:defRPr sz="2087" b="1">
                  <a:solidFill>
                    <a:srgbClr val="000000"/>
                  </a:solidFill>
                  <a:latin typeface="Arial"/>
                  <a:ea typeface="Arial"/>
                  <a:cs typeface="Arial"/>
                </a:defRPr>
              </a:lvl7pPr>
              <a:lvl8pPr algn="ctr">
                <a:defRPr sz="2087" b="1">
                  <a:solidFill>
                    <a:srgbClr val="000000"/>
                  </a:solidFill>
                  <a:latin typeface="Arial"/>
                  <a:ea typeface="Arial"/>
                  <a:cs typeface="Arial"/>
                </a:defRPr>
              </a:lvl8pPr>
              <a:lvl9pPr algn="ctr">
                <a:defRPr sz="2087" b="1">
                  <a:solidFill>
                    <a:srgbClr val="000000"/>
                  </a:solidFill>
                  <a:latin typeface="Arial"/>
                  <a:ea typeface="Arial"/>
                  <a:cs typeface="Arial"/>
                </a:defRPr>
              </a:lvl9pPr>
            </a:lstStyle>
            <a:p>
              <a:pPr algn="ctr">
                <a:defRPr sz="2087" b="1">
                  <a:solidFill>
                    <a:srgbClr val="000000"/>
                  </a:solidFill>
                  <a:latin typeface="Arial"/>
                  <a:ea typeface="Arial"/>
                  <a:cs typeface="Arial"/>
                </a:defRPr>
              </a:pPr>
              <a:r>
                <a:rPr sz="2087" b="1">
                  <a:solidFill>
                    <a:srgbClr val="000000"/>
                  </a:solidFill>
                  <a:latin typeface="Arial"/>
                  <a:ea typeface="Arial"/>
                  <a:cs typeface="Arial"/>
                </a:rPr>
                <a:t>B</a:t>
              </a:r>
            </a:p>
          </p:txBody>
        </p:sp>
        <p:sp>
          <p:nvSpPr>
            <p:cNvPr id="61" name="B_fixed_ref_A">
              <a:extLst>
                <a:ext uri="{FF2B5EF4-FFF2-40B4-BE49-F238E27FC236}">
                  <ns2:creationId id="{F0039DEA-2090-456C-94FD-C026F0DD170C}"/>
                </a:ext>
              </a:extLst>
            </p:cNvPr>
            <p:cNvSpPr>
              <a:spLocks noGrp="1"/>
            </p:cNvSpPr>
            <p:nvPr/>
          </p:nvSpPr>
          <p:spPr>
            <a:xfrm rot="0" flipH="0" flipV="0">
              <a:off x="1059885" y="5105400"/>
              <a:ext cx="161925" cy="161925"/>
            </a:xfrm>
            <a:prstGeom prst="triangle">
              <a:avLst/>
            </a:prstGeom>
            <a:solidFill>
              <a:srgbClr val="0072B2"/>
            </a:solidFill>
            <a:ln w="0">
              <a:noFill/>
              <a:prstDash val="solid"/>
            </a:ln>
          </p:spPr>
        </p:sp>
        <p:sp>
          <p:nvSpPr>
            <p:cNvPr id="62" name="B_fixed_ref_C">
              <a:extLst>
                <a:ext uri="{FF2B5EF4-FFF2-40B4-BE49-F238E27FC236}">
                  <ns2:creationId id="{13FE859C-BA87-4E59-8681-E644047B7414}"/>
                </a:ext>
              </a:extLst>
            </p:cNvPr>
            <p:cNvSpPr>
              <a:spLocks noGrp="1"/>
            </p:cNvSpPr>
            <p:nvPr/>
          </p:nvSpPr>
          <p:spPr>
            <a:xfrm rot="0" flipH="0" flipV="0">
              <a:off x="2247663" y="5105400"/>
              <a:ext cx="161925" cy="161925"/>
            </a:xfrm>
            <a:prstGeom prst="triangle">
              <a:avLst/>
            </a:prstGeom>
            <a:solidFill>
              <a:srgbClr val="009E73"/>
            </a:solidFill>
            <a:ln w="0">
              <a:noFill/>
              <a:prstDash val="solid"/>
            </a:ln>
          </p:spPr>
        </p:sp>
        <p:sp>
          <p:nvSpPr>
            <p:cNvPr id="63" name="B_fixed_ref_B">
              <a:extLst>
                <a:ext uri="{FF2B5EF4-FFF2-40B4-BE49-F238E27FC236}">
                  <ns2:creationId id="{9ED53449-D008-4AD5-AE66-D871B3E2ABAE}"/>
                </a:ext>
              </a:extLst>
            </p:cNvPr>
            <p:cNvSpPr>
              <a:spLocks noGrp="1"/>
            </p:cNvSpPr>
            <p:nvPr/>
          </p:nvSpPr>
          <p:spPr>
            <a:xfrm rot="0" flipH="0" flipV="0">
              <a:off x="3443836" y="5105400"/>
              <a:ext cx="161925" cy="161925"/>
            </a:xfrm>
            <a:prstGeom prst="triangle">
              <a:avLst/>
            </a:prstGeom>
            <a:solidFill>
              <a:srgbClr val="D55E00"/>
            </a:solidFill>
            <a:ln w="0">
              <a:noFill/>
              <a:prstDash val="solid"/>
            </a:ln>
          </p:spPr>
        </p:sp>
        <p:sp>
          <p:nvSpPr>
            <p:cNvPr id="65" name="b_c_separator">
              <a:extLst>
                <a:ext uri="{FF2B5EF4-FFF2-40B4-BE49-F238E27FC236}">
                  <ns2:creationId id="{99F3808D-FE16-46B0-AAA4-B8ECDAF8C50C}"/>
                </a:ext>
              </a:extLst>
            </p:cNvPr>
            <p:cNvSpPr>
              <a:spLocks noGrp="1"/>
            </p:cNvSpPr>
            <p:nvPr/>
          </p:nvSpPr>
          <p:spPr>
            <a:xfrm rot="0" flipH="0" flipV="0">
              <a:off x="4352925" y="2619375"/>
              <a:ext cx="953" cy="2676525"/>
            </a:xfrm>
            <a:custGeom>
              <a:pathLst>
                <a:path w="953" h="2676525">
                  <a:moveTo>
                    <a:pt x="0" y="0"/>
                  </a:moveTo>
                  <a:lnTo>
                    <a:pt x="953" y="2676525"/>
                  </a:lnTo>
                </a:path>
              </a:pathLst>
            </a:custGeom>
            <a:noFill/>
            <a:ln w="14136">
              <a:solidFill>
                <a:srgbClr val="DAE3E8"/>
              </a:solidFill>
              <a:prstDash val="solid"/>
            </a:ln>
          </p:spPr>
        </p:sp>
        <p:sp>
          <p:nvSpPr>
            <p:cNvPr id="66" name="C_title">
              <a:extLst>
                <a:ext uri="{FF2B5EF4-FFF2-40B4-BE49-F238E27FC236}">
                  <ns2:creationId id="{B40A7588-D5C1-4098-B26A-DD6CAD01EDAA}"/>
                </a:ext>
              </a:extLst>
            </p:cNvPr>
            <p:cNvSpPr>
              <a:spLocks noGrp="1"/>
            </p:cNvSpPr>
            <p:nvPr/>
          </p:nvSpPr>
          <p:spPr>
            <a:xfrm rot="0" flipH="0" flipV="0">
              <a:off x="4505325" y="2628900"/>
              <a:ext cx="3943350" cy="323850"/>
            </a:xfrm>
            <a:prstGeom prst="rect">
              <a:avLst/>
            </a:prstGeom>
            <a:noFill/>
            <a:ln w="0">
              <a:noFill/>
            </a:ln>
          </p:spPr>
          <p:txBody>
            <a:bodyPr wrap="none" lIns="0" tIns="0" rIns="0" bIns="0" anchor="ctr">
              <a:noAutofit/>
            </a:bodyPr>
            <a:lstStyle>
              <a:defPPr algn="l">
                <a:defRPr sz="2254" b="1">
                  <a:solidFill>
                    <a:srgbClr val="000000"/>
                  </a:solidFill>
                  <a:latin typeface="Arial"/>
                  <a:ea typeface="Arial"/>
                  <a:cs typeface="Arial"/>
                </a:defRPr>
              </a:defPPr>
              <a:lvl1pPr algn="l">
                <a:defRPr sz="2254" b="1">
                  <a:solidFill>
                    <a:srgbClr val="000000"/>
                  </a:solidFill>
                  <a:latin typeface="Arial"/>
                  <a:ea typeface="Arial"/>
                  <a:cs typeface="Arial"/>
                </a:defRPr>
              </a:lvl1pPr>
              <a:lvl2pPr algn="l">
                <a:defRPr sz="2254" b="1">
                  <a:solidFill>
                    <a:srgbClr val="000000"/>
                  </a:solidFill>
                  <a:latin typeface="Arial"/>
                  <a:ea typeface="Arial"/>
                  <a:cs typeface="Arial"/>
                </a:defRPr>
              </a:lvl2pPr>
              <a:lvl3pPr algn="l">
                <a:defRPr sz="2254" b="1">
                  <a:solidFill>
                    <a:srgbClr val="000000"/>
                  </a:solidFill>
                  <a:latin typeface="Arial"/>
                  <a:ea typeface="Arial"/>
                  <a:cs typeface="Arial"/>
                </a:defRPr>
              </a:lvl3pPr>
              <a:lvl4pPr algn="l">
                <a:defRPr sz="2254" b="1">
                  <a:solidFill>
                    <a:srgbClr val="000000"/>
                  </a:solidFill>
                  <a:latin typeface="Arial"/>
                  <a:ea typeface="Arial"/>
                  <a:cs typeface="Arial"/>
                </a:defRPr>
              </a:lvl4pPr>
              <a:lvl5pPr algn="l">
                <a:defRPr sz="2254" b="1">
                  <a:solidFill>
                    <a:srgbClr val="000000"/>
                  </a:solidFill>
                  <a:latin typeface="Arial"/>
                  <a:ea typeface="Arial"/>
                  <a:cs typeface="Arial"/>
                </a:defRPr>
              </a:lvl5pPr>
              <a:lvl6pPr algn="l">
                <a:defRPr sz="2254" b="1">
                  <a:solidFill>
                    <a:srgbClr val="000000"/>
                  </a:solidFill>
                  <a:latin typeface="Arial"/>
                  <a:ea typeface="Arial"/>
                  <a:cs typeface="Arial"/>
                </a:defRPr>
              </a:lvl6pPr>
              <a:lvl7pPr algn="l">
                <a:defRPr sz="2254" b="1">
                  <a:solidFill>
                    <a:srgbClr val="000000"/>
                  </a:solidFill>
                  <a:latin typeface="Arial"/>
                  <a:ea typeface="Arial"/>
                  <a:cs typeface="Arial"/>
                </a:defRPr>
              </a:lvl7pPr>
              <a:lvl8pPr algn="l">
                <a:defRPr sz="2254" b="1">
                  <a:solidFill>
                    <a:srgbClr val="000000"/>
                  </a:solidFill>
                  <a:latin typeface="Arial"/>
                  <a:ea typeface="Arial"/>
                  <a:cs typeface="Arial"/>
                </a:defRPr>
              </a:lvl8pPr>
              <a:lvl9pPr algn="l">
                <a:defRPr sz="2254" b="1">
                  <a:solidFill>
                    <a:srgbClr val="000000"/>
                  </a:solidFill>
                  <a:latin typeface="Arial"/>
                  <a:ea typeface="Arial"/>
                  <a:cs typeface="Arial"/>
                </a:defRPr>
              </a:lvl9pPr>
            </a:lstStyle>
            <a:p>
              <a:pPr algn="l">
                <a:defRPr sz="2254" b="1">
                  <a:solidFill>
                    <a:srgbClr val="000000"/>
                  </a:solidFill>
                  <a:latin typeface="Arial"/>
                  <a:ea typeface="Arial"/>
                  <a:cs typeface="Arial"/>
                </a:defRPr>
              </a:pPr>
              <a:r>
                <a:rPr sz="2254" b="1">
                  <a:solidFill>
                    <a:srgbClr val="000000"/>
                  </a:solidFill>
                  <a:latin typeface="Arial"/>
                  <a:ea typeface="Arial"/>
                  <a:cs typeface="Arial"/>
                </a:rPr>
                <a:t>(c) Optimal filling</a:t>
              </a:r>
            </a:p>
          </p:txBody>
        </p:sp>
        <p:sp>
          <p:nvSpPr>
            <p:cNvPr id="67" name="C_target_order">
              <a:extLst>
                <a:ext uri="{FF2B5EF4-FFF2-40B4-BE49-F238E27FC236}">
                  <ns2:creationId id="{0643E333-BAB4-4F01-8461-3D4D168CC544}"/>
                </a:ext>
              </a:extLst>
            </p:cNvPr>
            <p:cNvSpPr>
              <a:spLocks noGrp="1"/>
            </p:cNvSpPr>
            <p:nvPr/>
          </p:nvSpPr>
          <p:spPr>
            <a:xfrm rot="0" flipH="0" flipV="0">
              <a:off x="4857750" y="3286125"/>
              <a:ext cx="1143000" cy="228600"/>
            </a:xfrm>
            <a:prstGeom prst="rect">
              <a:avLst/>
            </a:prstGeom>
            <a:noFill/>
            <a:ln w="0">
              <a:noFill/>
            </a:ln>
          </p:spPr>
          <p:txBody>
            <a:bodyPr wrap="none" lIns="0" tIns="0" rIns="0" bIns="0" anchor="ctr">
              <a:noAutofit/>
            </a:bodyPr>
            <a:lstStyle>
              <a:defPPr algn="l">
                <a:defRPr sz="1670" b="0">
                  <a:solidFill>
                    <a:srgbClr val="000000"/>
                  </a:solidFill>
                  <a:latin typeface="Arial"/>
                  <a:ea typeface="Arial"/>
                  <a:cs typeface="Arial"/>
                </a:defRPr>
              </a:defPPr>
              <a:lvl1pPr algn="r">
                <a:defRPr sz="1670" b="0">
                  <a:solidFill>
                    <a:srgbClr val="000000"/>
                  </a:solidFill>
                  <a:latin typeface="Arial"/>
                  <a:ea typeface="Arial"/>
                  <a:cs typeface="Arial"/>
                </a:defRPr>
              </a:lvl1pPr>
              <a:lvl2pPr algn="r">
                <a:defRPr sz="1670" b="0">
                  <a:solidFill>
                    <a:srgbClr val="000000"/>
                  </a:solidFill>
                  <a:latin typeface="Arial"/>
                  <a:ea typeface="Arial"/>
                  <a:cs typeface="Arial"/>
                </a:defRPr>
              </a:lvl2pPr>
              <a:lvl3pPr algn="r">
                <a:defRPr sz="1670" b="0">
                  <a:solidFill>
                    <a:srgbClr val="000000"/>
                  </a:solidFill>
                  <a:latin typeface="Arial"/>
                  <a:ea typeface="Arial"/>
                  <a:cs typeface="Arial"/>
                </a:defRPr>
              </a:lvl3pPr>
              <a:lvl4pPr algn="r">
                <a:defRPr sz="1670" b="0">
                  <a:solidFill>
                    <a:srgbClr val="000000"/>
                  </a:solidFill>
                  <a:latin typeface="Arial"/>
                  <a:ea typeface="Arial"/>
                  <a:cs typeface="Arial"/>
                </a:defRPr>
              </a:lvl4pPr>
              <a:lvl5pPr algn="r">
                <a:defRPr sz="1670" b="0">
                  <a:solidFill>
                    <a:srgbClr val="000000"/>
                  </a:solidFill>
                  <a:latin typeface="Arial"/>
                  <a:ea typeface="Arial"/>
                  <a:cs typeface="Arial"/>
                </a:defRPr>
              </a:lvl5pPr>
              <a:lvl6pPr algn="r">
                <a:defRPr sz="1670" b="0">
                  <a:solidFill>
                    <a:srgbClr val="000000"/>
                  </a:solidFill>
                  <a:latin typeface="Arial"/>
                  <a:ea typeface="Arial"/>
                  <a:cs typeface="Arial"/>
                </a:defRPr>
              </a:lvl6pPr>
              <a:lvl7pPr algn="r">
                <a:defRPr sz="1670" b="0">
                  <a:solidFill>
                    <a:srgbClr val="000000"/>
                  </a:solidFill>
                  <a:latin typeface="Arial"/>
                  <a:ea typeface="Arial"/>
                  <a:cs typeface="Arial"/>
                </a:defRPr>
              </a:lvl7pPr>
              <a:lvl8pPr algn="r">
                <a:defRPr sz="1670" b="0">
                  <a:solidFill>
                    <a:srgbClr val="000000"/>
                  </a:solidFill>
                  <a:latin typeface="Arial"/>
                  <a:ea typeface="Arial"/>
                  <a:cs typeface="Arial"/>
                </a:defRPr>
              </a:lvl8pPr>
              <a:lvl9pPr algn="r">
                <a:defRPr sz="1670" b="0">
                  <a:solidFill>
                    <a:srgbClr val="000000"/>
                  </a:solidFill>
                  <a:latin typeface="Arial"/>
                  <a:ea typeface="Arial"/>
                  <a:cs typeface="Arial"/>
                </a:defRPr>
              </a:lvl9pPr>
            </a:lstStyle>
            <a:p>
              <a:pPr algn="l">
                <a:defRPr sz="1670" b="0">
                  <a:solidFill>
                    <a:srgbClr val="000000"/>
                  </a:solidFill>
                  <a:latin typeface="Arial"/>
                  <a:ea typeface="Arial"/>
                  <a:cs typeface="Arial"/>
                </a:defRPr>
              </a:pPr>
              <a:r>
                <a:rPr sz="1670" b="0">
                  <a:solidFill>
                    <a:srgbClr val="000000"/>
                  </a:solidFill>
                  <a:latin typeface="Arial"/>
                  <a:ea typeface="Arial"/>
                  <a:cs typeface="Arial"/>
                </a:rPr>
                <a:t>A–C–B</a:t>
              </a:r>
            </a:p>
          </p:txBody>
        </p:sp>
        <p:sp>
          <p:nvSpPr>
            <p:cNvPr id="68" name="C_s₁_level">
              <a:extLst>
                <a:ext uri="{FF2B5EF4-FFF2-40B4-BE49-F238E27FC236}">
                  <ns2:creationId id="{03D72B0A-4311-41D1-B4D0-E741824DCB35}"/>
                </a:ext>
              </a:extLst>
            </p:cNvPr>
            <p:cNvSpPr>
              <a:spLocks noGrp="1"/>
            </p:cNvSpPr>
            <p:nvPr/>
          </p:nvSpPr>
          <p:spPr>
            <a:xfrm rot="0" flipH="0" flipV="0">
              <a:off x="4857750" y="4319732"/>
              <a:ext cx="3454210" cy="95"/>
            </a:xfrm>
            <a:custGeom>
              <a:pathLst>
                <a:path w="3454210" h="95">
                  <a:moveTo>
                    <a:pt x="0" y="0"/>
                  </a:moveTo>
                  <a:lnTo>
                    <a:pt x="3454210" y="95"/>
                  </a:lnTo>
                </a:path>
              </a:pathLst>
            </a:custGeom>
            <a:noFill/>
            <a:ln w="11662">
              <a:solidFill>
                <a:srgbClr val="7B8790"/>
              </a:solidFill>
              <a:prstDash val="dash"/>
            </a:ln>
          </p:spPr>
        </p:sp>
        <p:sp>
          <p:nvSpPr>
            <p:cNvPr id="69" name="C_s₁_label">
              <a:extLst>
                <a:ext uri="{FF2B5EF4-FFF2-40B4-BE49-F238E27FC236}">
                  <ns2:creationId id="{76F8E238-1171-401F-AD3C-76D3B04296A5}"/>
                </a:ext>
              </a:extLst>
            </p:cNvPr>
            <p:cNvSpPr>
              <a:spLocks noGrp="1"/>
            </p:cNvSpPr>
            <p:nvPr/>
          </p:nvSpPr>
          <p:spPr>
            <a:xfrm rot="0" flipH="0" flipV="0">
              <a:off x="8324850" y="4206846"/>
              <a:ext cx="228600" cy="276225"/>
            </a:xfrm>
            <a:prstGeom prst="rect">
              <a:avLst/>
            </a:prstGeom>
            <a:noFill/>
            <a:ln w="0">
              <a:noFill/>
            </a:ln>
          </p:spPr>
          <p:txBody>
            <a:bodyPr wrap="none" lIns="0" tIns="0" rIns="0" bIns="0" anchor="ctr">
              <a:noAutofit/>
            </a:bodyPr>
            <a:lstStyle>
              <a:defPPr algn="l">
                <a:defRPr sz="2003" b="0">
                  <a:solidFill>
                    <a:srgbClr val="000000"/>
                  </a:solidFill>
                  <a:latin typeface="Arial"/>
                  <a:ea typeface="Arial"/>
                  <a:cs typeface="Arial"/>
                </a:defRPr>
              </a:defPPr>
              <a:lvl1pPr algn="l">
                <a:defRPr sz="2003" b="0">
                  <a:solidFill>
                    <a:srgbClr val="000000"/>
                  </a:solidFill>
                  <a:latin typeface="Arial"/>
                  <a:ea typeface="Arial"/>
                  <a:cs typeface="Arial"/>
                </a:defRPr>
              </a:lvl1pPr>
              <a:lvl2pPr algn="l">
                <a:defRPr sz="2003" b="0">
                  <a:solidFill>
                    <a:srgbClr val="000000"/>
                  </a:solidFill>
                  <a:latin typeface="Arial"/>
                  <a:ea typeface="Arial"/>
                  <a:cs typeface="Arial"/>
                </a:defRPr>
              </a:lvl2pPr>
              <a:lvl3pPr algn="l">
                <a:defRPr sz="2003" b="0">
                  <a:solidFill>
                    <a:srgbClr val="000000"/>
                  </a:solidFill>
                  <a:latin typeface="Arial"/>
                  <a:ea typeface="Arial"/>
                  <a:cs typeface="Arial"/>
                </a:defRPr>
              </a:lvl3pPr>
              <a:lvl4pPr algn="l">
                <a:defRPr sz="2003" b="0">
                  <a:solidFill>
                    <a:srgbClr val="000000"/>
                  </a:solidFill>
                  <a:latin typeface="Arial"/>
                  <a:ea typeface="Arial"/>
                  <a:cs typeface="Arial"/>
                </a:defRPr>
              </a:lvl4pPr>
              <a:lvl5pPr algn="l">
                <a:defRPr sz="2003" b="0">
                  <a:solidFill>
                    <a:srgbClr val="000000"/>
                  </a:solidFill>
                  <a:latin typeface="Arial"/>
                  <a:ea typeface="Arial"/>
                  <a:cs typeface="Arial"/>
                </a:defRPr>
              </a:lvl5pPr>
              <a:lvl6pPr algn="l">
                <a:defRPr sz="2003" b="0">
                  <a:solidFill>
                    <a:srgbClr val="000000"/>
                  </a:solidFill>
                  <a:latin typeface="Arial"/>
                  <a:ea typeface="Arial"/>
                  <a:cs typeface="Arial"/>
                </a:defRPr>
              </a:lvl6pPr>
              <a:lvl7pPr algn="l">
                <a:defRPr sz="2003" b="0">
                  <a:solidFill>
                    <a:srgbClr val="000000"/>
                  </a:solidFill>
                  <a:latin typeface="Arial"/>
                  <a:ea typeface="Arial"/>
                  <a:cs typeface="Arial"/>
                </a:defRPr>
              </a:lvl7pPr>
              <a:lvl8pPr algn="l">
                <a:defRPr sz="2003" b="0">
                  <a:solidFill>
                    <a:srgbClr val="000000"/>
                  </a:solidFill>
                  <a:latin typeface="Arial"/>
                  <a:ea typeface="Arial"/>
                  <a:cs typeface="Arial"/>
                </a:defRPr>
              </a:lvl8pPr>
              <a:lvl9pPr algn="l">
                <a:defRPr sz="2003" b="0">
                  <a:solidFill>
                    <a:srgbClr val="000000"/>
                  </a:solidFill>
                  <a:latin typeface="Arial"/>
                  <a:ea typeface="Arial"/>
                  <a:cs typeface="Arial"/>
                </a:defRPr>
              </a:lvl9pPr>
            </a:lstStyle>
            <a:p>
              <a:pPr algn="l">
                <a:defRPr sz="2003" b="0">
                  <a:solidFill>
                    <a:srgbClr val="000000"/>
                  </a:solidFill>
                  <a:latin typeface="Arial"/>
                  <a:ea typeface="Arial"/>
                  <a:cs typeface="Arial"/>
                </a:defRPr>
              </a:pPr>
              <a:r>
                <a:rPr sz="2003" b="0">
                  <a:solidFill>
                    <a:srgbClr val="000000"/>
                  </a:solidFill>
                  <a:latin typeface="Arial"/>
                  <a:ea typeface="Arial"/>
                  <a:cs typeface="Arial"/>
                </a:rPr>
                <a:t>s</a:t>
              </a:r>
              <a:r>
                <a:rPr sz="1443" b="0" baseline="-25000">
                  <a:solidFill>
                    <a:srgbClr val="000000"/>
                  </a:solidFill>
                  <a:latin typeface="Arial"/>
                  <a:ea typeface="Arial"/>
                  <a:cs typeface="Arial"/>
                </a:rPr>
                <a:t>1</a:t>
              </a:r>
            </a:p>
          </p:txBody>
        </p:sp>
        <p:sp>
          <p:nvSpPr>
            <p:cNvPr id="70" name="C_s₂_level">
              <a:extLst>
                <a:ext uri="{FF2B5EF4-FFF2-40B4-BE49-F238E27FC236}">
                  <ns2:creationId id="{8572C153-FADC-475D-A157-DB01AB17CDC9}"/>
                </a:ext>
              </a:extLst>
            </p:cNvPr>
            <p:cNvSpPr>
              <a:spLocks noGrp="1"/>
            </p:cNvSpPr>
            <p:nvPr/>
          </p:nvSpPr>
          <p:spPr>
            <a:xfrm rot="0" flipH="0" flipV="0">
              <a:off x="4857750" y="3872947"/>
              <a:ext cx="3454210" cy="95"/>
            </a:xfrm>
            <a:custGeom>
              <a:pathLst>
                <a:path w="3454210" h="95">
                  <a:moveTo>
                    <a:pt x="0" y="0"/>
                  </a:moveTo>
                  <a:lnTo>
                    <a:pt x="3454210" y="95"/>
                  </a:lnTo>
                </a:path>
              </a:pathLst>
            </a:custGeom>
            <a:noFill/>
            <a:ln w="11662">
              <a:solidFill>
                <a:srgbClr val="7B8790"/>
              </a:solidFill>
              <a:prstDash val="dash"/>
            </a:ln>
          </p:spPr>
        </p:sp>
        <p:sp>
          <p:nvSpPr>
            <p:cNvPr id="71" name="C_s₂_label">
              <a:extLst>
                <a:ext uri="{FF2B5EF4-FFF2-40B4-BE49-F238E27FC236}">
                  <ns2:creationId id="{2E0AF7BA-909D-4C9D-B7E6-F0B2B97222A8}"/>
                </a:ext>
              </a:extLst>
            </p:cNvPr>
            <p:cNvSpPr>
              <a:spLocks noGrp="1"/>
            </p:cNvSpPr>
            <p:nvPr/>
          </p:nvSpPr>
          <p:spPr>
            <a:xfrm rot="0" flipH="0" flipV="0">
              <a:off x="8324850" y="3760061"/>
              <a:ext cx="228600" cy="276225"/>
            </a:xfrm>
            <a:prstGeom prst="rect">
              <a:avLst/>
            </a:prstGeom>
            <a:noFill/>
            <a:ln w="0">
              <a:noFill/>
            </a:ln>
          </p:spPr>
          <p:txBody>
            <a:bodyPr wrap="none" lIns="0" tIns="0" rIns="0" bIns="0" anchor="ctr">
              <a:noAutofit/>
            </a:bodyPr>
            <a:lstStyle>
              <a:defPPr algn="l">
                <a:defRPr sz="2003" b="0">
                  <a:solidFill>
                    <a:srgbClr val="000000"/>
                  </a:solidFill>
                  <a:latin typeface="Arial"/>
                  <a:ea typeface="Arial"/>
                  <a:cs typeface="Arial"/>
                </a:defRPr>
              </a:defPPr>
              <a:lvl1pPr algn="l">
                <a:defRPr sz="2003" b="0">
                  <a:solidFill>
                    <a:srgbClr val="000000"/>
                  </a:solidFill>
                  <a:latin typeface="Arial"/>
                  <a:ea typeface="Arial"/>
                  <a:cs typeface="Arial"/>
                </a:defRPr>
              </a:lvl1pPr>
              <a:lvl2pPr algn="l">
                <a:defRPr sz="2003" b="0">
                  <a:solidFill>
                    <a:srgbClr val="000000"/>
                  </a:solidFill>
                  <a:latin typeface="Arial"/>
                  <a:ea typeface="Arial"/>
                  <a:cs typeface="Arial"/>
                </a:defRPr>
              </a:lvl2pPr>
              <a:lvl3pPr algn="l">
                <a:defRPr sz="2003" b="0">
                  <a:solidFill>
                    <a:srgbClr val="000000"/>
                  </a:solidFill>
                  <a:latin typeface="Arial"/>
                  <a:ea typeface="Arial"/>
                  <a:cs typeface="Arial"/>
                </a:defRPr>
              </a:lvl3pPr>
              <a:lvl4pPr algn="l">
                <a:defRPr sz="2003" b="0">
                  <a:solidFill>
                    <a:srgbClr val="000000"/>
                  </a:solidFill>
                  <a:latin typeface="Arial"/>
                  <a:ea typeface="Arial"/>
                  <a:cs typeface="Arial"/>
                </a:defRPr>
              </a:lvl4pPr>
              <a:lvl5pPr algn="l">
                <a:defRPr sz="2003" b="0">
                  <a:solidFill>
                    <a:srgbClr val="000000"/>
                  </a:solidFill>
                  <a:latin typeface="Arial"/>
                  <a:ea typeface="Arial"/>
                  <a:cs typeface="Arial"/>
                </a:defRPr>
              </a:lvl5pPr>
              <a:lvl6pPr algn="l">
                <a:defRPr sz="2003" b="0">
                  <a:solidFill>
                    <a:srgbClr val="000000"/>
                  </a:solidFill>
                  <a:latin typeface="Arial"/>
                  <a:ea typeface="Arial"/>
                  <a:cs typeface="Arial"/>
                </a:defRPr>
              </a:lvl6pPr>
              <a:lvl7pPr algn="l">
                <a:defRPr sz="2003" b="0">
                  <a:solidFill>
                    <a:srgbClr val="000000"/>
                  </a:solidFill>
                  <a:latin typeface="Arial"/>
                  <a:ea typeface="Arial"/>
                  <a:cs typeface="Arial"/>
                </a:defRPr>
              </a:lvl7pPr>
              <a:lvl8pPr algn="l">
                <a:defRPr sz="2003" b="0">
                  <a:solidFill>
                    <a:srgbClr val="000000"/>
                  </a:solidFill>
                  <a:latin typeface="Arial"/>
                  <a:ea typeface="Arial"/>
                  <a:cs typeface="Arial"/>
                </a:defRPr>
              </a:lvl8pPr>
              <a:lvl9pPr algn="l">
                <a:defRPr sz="2003" b="0">
                  <a:solidFill>
                    <a:srgbClr val="000000"/>
                  </a:solidFill>
                  <a:latin typeface="Arial"/>
                  <a:ea typeface="Arial"/>
                  <a:cs typeface="Arial"/>
                </a:defRPr>
              </a:lvl9pPr>
            </a:lstStyle>
            <a:p>
              <a:pPr algn="l">
                <a:defRPr sz="2003" b="0">
                  <a:solidFill>
                    <a:srgbClr val="000000"/>
                  </a:solidFill>
                  <a:latin typeface="Arial"/>
                  <a:ea typeface="Arial"/>
                  <a:cs typeface="Arial"/>
                </a:defRPr>
              </a:pPr>
              <a:r>
                <a:rPr sz="2003" b="0">
                  <a:solidFill>
                    <a:srgbClr val="000000"/>
                  </a:solidFill>
                  <a:latin typeface="Arial"/>
                  <a:ea typeface="Arial"/>
                  <a:cs typeface="Arial"/>
                </a:rPr>
                <a:t>s</a:t>
              </a:r>
              <a:r>
                <a:rPr sz="1443" b="0" baseline="-25000">
                  <a:solidFill>
                    <a:srgbClr val="000000"/>
                  </a:solidFill>
                  <a:latin typeface="Arial"/>
                  <a:ea typeface="Arial"/>
                  <a:cs typeface="Arial"/>
                </a:rPr>
                <a:t>2</a:t>
              </a:r>
            </a:p>
          </p:txBody>
        </p:sp>
        <p:sp>
          <p:nvSpPr>
            <p:cNvPr id="72" name="C_y_axis">
              <a:extLst>
                <a:ext uri="{FF2B5EF4-FFF2-40B4-BE49-F238E27FC236}">
                  <ns2:creationId id="{022C6869-0DED-4AE0-95B2-150F3DCD5592}"/>
                </a:ext>
              </a:extLst>
            </p:cNvPr>
            <p:cNvSpPr>
              <a:spLocks noGrp="1"/>
            </p:cNvSpPr>
            <p:nvPr/>
          </p:nvSpPr>
          <p:spPr>
            <a:xfrm rot="0" flipH="0" flipV="0">
              <a:off x="4857750" y="3667125"/>
              <a:ext cx="95" cy="1104412"/>
            </a:xfrm>
            <a:custGeom>
              <a:pathLst>
                <a:path w="95" h="1104412">
                  <a:moveTo>
                    <a:pt x="0" y="0"/>
                  </a:moveTo>
                  <a:lnTo>
                    <a:pt x="95" y="1104412"/>
                  </a:lnTo>
                </a:path>
              </a:pathLst>
            </a:custGeom>
            <a:noFill/>
            <a:ln w="11662">
              <a:solidFill>
                <a:srgbClr val="263238"/>
              </a:solidFill>
              <a:prstDash val="solid"/>
            </a:ln>
          </p:spPr>
        </p:sp>
        <p:sp>
          <p:nvSpPr>
            <p:cNvPr id="73" name="C_x_axis">
              <a:extLst>
                <a:ext uri="{FF2B5EF4-FFF2-40B4-BE49-F238E27FC236}">
                  <ns2:creationId id="{84FD4B72-43A1-4E3F-9B66-96FE47BC5A81}"/>
                </a:ext>
              </a:extLst>
            </p:cNvPr>
            <p:cNvSpPr>
              <a:spLocks noGrp="1"/>
            </p:cNvSpPr>
            <p:nvPr/>
          </p:nvSpPr>
          <p:spPr>
            <a:xfrm rot="0" flipH="0" flipV="0">
              <a:off x="4857750" y="4766517"/>
              <a:ext cx="3458407" cy="95"/>
            </a:xfrm>
            <a:custGeom>
              <a:pathLst>
                <a:path w="3458407" h="95">
                  <a:moveTo>
                    <a:pt x="0" y="0"/>
                  </a:moveTo>
                  <a:lnTo>
                    <a:pt x="3458407" y="95"/>
                  </a:lnTo>
                </a:path>
              </a:pathLst>
            </a:custGeom>
            <a:noFill/>
            <a:ln w="11662">
              <a:solidFill>
                <a:srgbClr val="263238"/>
              </a:solidFill>
              <a:prstDash val="solid"/>
            </a:ln>
          </p:spPr>
        </p:sp>
        <p:sp>
          <p:nvSpPr>
            <p:cNvPr id="74" name="C_f">
              <a:extLst>
                <a:ext uri="{FF2B5EF4-FFF2-40B4-BE49-F238E27FC236}">
                  <ns2:creationId id="{25A73AE6-DE5A-4BE7-959E-5300C17F9DA4}"/>
                </a:ext>
              </a:extLst>
            </p:cNvPr>
            <p:cNvSpPr>
              <a:spLocks noGrp="1"/>
            </p:cNvSpPr>
            <p:nvPr/>
          </p:nvSpPr>
          <p:spPr>
            <a:xfrm rot="0" flipH="0" flipV="0">
              <a:off x="4657725" y="3543300"/>
              <a:ext cx="238125" cy="276225"/>
            </a:xfrm>
            <a:prstGeom prst="rect">
              <a:avLst/>
            </a:prstGeom>
            <a:noFill/>
            <a:ln w="0">
              <a:noFill/>
            </a:ln>
          </p:spPr>
          <p:txBody>
            <a:bodyPr wrap="none" lIns="0" tIns="0" rIns="0" bIns="0" anchor="ctr">
              <a:noAutofit/>
            </a:bodyPr>
            <a:lstStyle>
              <a:defPPr algn="l">
                <a:defRPr sz="1920" b="0">
                  <a:solidFill>
                    <a:srgbClr val="000000"/>
                  </a:solidFill>
                  <a:latin typeface="Arial"/>
                  <a:ea typeface="Arial"/>
                  <a:cs typeface="Arial"/>
                </a:defRPr>
              </a:defPPr>
              <a:lvl1pPr algn="l">
                <a:defRPr sz="1920" b="0">
                  <a:solidFill>
                    <a:srgbClr val="000000"/>
                  </a:solidFill>
                  <a:latin typeface="Arial"/>
                  <a:ea typeface="Arial"/>
                  <a:cs typeface="Arial"/>
                </a:defRPr>
              </a:lvl1pPr>
              <a:lvl2pPr algn="l">
                <a:defRPr sz="1920" b="0">
                  <a:solidFill>
                    <a:srgbClr val="000000"/>
                  </a:solidFill>
                  <a:latin typeface="Arial"/>
                  <a:ea typeface="Arial"/>
                  <a:cs typeface="Arial"/>
                </a:defRPr>
              </a:lvl2pPr>
              <a:lvl3pPr algn="l">
                <a:defRPr sz="1920" b="0">
                  <a:solidFill>
                    <a:srgbClr val="000000"/>
                  </a:solidFill>
                  <a:latin typeface="Arial"/>
                  <a:ea typeface="Arial"/>
                  <a:cs typeface="Arial"/>
                </a:defRPr>
              </a:lvl3pPr>
              <a:lvl4pPr algn="l">
                <a:defRPr sz="1920" b="0">
                  <a:solidFill>
                    <a:srgbClr val="000000"/>
                  </a:solidFill>
                  <a:latin typeface="Arial"/>
                  <a:ea typeface="Arial"/>
                  <a:cs typeface="Arial"/>
                </a:defRPr>
              </a:lvl4pPr>
              <a:lvl5pPr algn="l">
                <a:defRPr sz="1920" b="0">
                  <a:solidFill>
                    <a:srgbClr val="000000"/>
                  </a:solidFill>
                  <a:latin typeface="Arial"/>
                  <a:ea typeface="Arial"/>
                  <a:cs typeface="Arial"/>
                </a:defRPr>
              </a:lvl5pPr>
              <a:lvl6pPr algn="l">
                <a:defRPr sz="1920" b="0">
                  <a:solidFill>
                    <a:srgbClr val="000000"/>
                  </a:solidFill>
                  <a:latin typeface="Arial"/>
                  <a:ea typeface="Arial"/>
                  <a:cs typeface="Arial"/>
                </a:defRPr>
              </a:lvl6pPr>
              <a:lvl7pPr algn="l">
                <a:defRPr sz="1920" b="0">
                  <a:solidFill>
                    <a:srgbClr val="000000"/>
                  </a:solidFill>
                  <a:latin typeface="Arial"/>
                  <a:ea typeface="Arial"/>
                  <a:cs typeface="Arial"/>
                </a:defRPr>
              </a:lvl7pPr>
              <a:lvl8pPr algn="l">
                <a:defRPr sz="1920" b="0">
                  <a:solidFill>
                    <a:srgbClr val="000000"/>
                  </a:solidFill>
                  <a:latin typeface="Arial"/>
                  <a:ea typeface="Arial"/>
                  <a:cs typeface="Arial"/>
                </a:defRPr>
              </a:lvl8pPr>
              <a:lvl9pPr algn="l">
                <a:defRPr sz="1920" b="0">
                  <a:solidFill>
                    <a:srgbClr val="000000"/>
                  </a:solidFill>
                  <a:latin typeface="Arial"/>
                  <a:ea typeface="Arial"/>
                  <a:cs typeface="Arial"/>
                </a:defRPr>
              </a:lvl9pPr>
            </a:lstStyle>
            <a:p>
              <a:pPr algn="l">
                <a:defRPr sz="1920" b="0">
                  <a:solidFill>
                    <a:srgbClr val="000000"/>
                  </a:solidFill>
                  <a:latin typeface="Arial"/>
                  <a:ea typeface="Arial"/>
                  <a:cs typeface="Arial"/>
                </a:defRPr>
              </a:pPr>
              <a:r>
                <a:rPr sz="1920" b="0">
                  <a:solidFill>
                    <a:srgbClr val="000000"/>
                  </a:solidFill>
                  <a:latin typeface="Arial"/>
                  <a:ea typeface="Arial"/>
                  <a:cs typeface="Arial"/>
                </a:rPr>
                <a:t>f</a:t>
              </a:r>
            </a:p>
          </p:txBody>
        </p:sp>
        <p:sp>
          <p:nvSpPr>
            <p:cNvPr id="75" name="C_u">
              <a:extLst>
                <a:ext uri="{FF2B5EF4-FFF2-40B4-BE49-F238E27FC236}">
                  <ns2:creationId id="{A31095F8-C43A-42E4-9424-80CC7E2383CB}"/>
                </a:ext>
              </a:extLst>
            </p:cNvPr>
            <p:cNvSpPr>
              <a:spLocks noGrp="1"/>
            </p:cNvSpPr>
            <p:nvPr/>
          </p:nvSpPr>
          <p:spPr>
            <a:xfrm rot="0" flipH="0" flipV="0">
              <a:off x="8343900" y="4657725"/>
              <a:ext cx="190500" cy="276225"/>
            </a:xfrm>
            <a:prstGeom prst="rect">
              <a:avLst/>
            </a:prstGeom>
            <a:noFill/>
            <a:ln w="0">
              <a:noFill/>
            </a:ln>
          </p:spPr>
          <p:txBody>
            <a:bodyPr wrap="none" lIns="0" tIns="0" rIns="0" bIns="0" anchor="ctr">
              <a:noAutofit/>
            </a:bodyPr>
            <a:lstStyle>
              <a:defPPr algn="l">
                <a:defRPr sz="1920" b="0">
                  <a:solidFill>
                    <a:srgbClr val="000000"/>
                  </a:solidFill>
                  <a:latin typeface="Arial"/>
                  <a:ea typeface="Arial"/>
                  <a:cs typeface="Arial"/>
                </a:defRPr>
              </a:defPPr>
              <a:lvl1pPr algn="l">
                <a:defRPr sz="1920" b="0">
                  <a:solidFill>
                    <a:srgbClr val="000000"/>
                  </a:solidFill>
                  <a:latin typeface="Arial"/>
                  <a:ea typeface="Arial"/>
                  <a:cs typeface="Arial"/>
                </a:defRPr>
              </a:lvl1pPr>
              <a:lvl2pPr algn="l">
                <a:defRPr sz="1920" b="0">
                  <a:solidFill>
                    <a:srgbClr val="000000"/>
                  </a:solidFill>
                  <a:latin typeface="Arial"/>
                  <a:ea typeface="Arial"/>
                  <a:cs typeface="Arial"/>
                </a:defRPr>
              </a:lvl2pPr>
              <a:lvl3pPr algn="l">
                <a:defRPr sz="1920" b="0">
                  <a:solidFill>
                    <a:srgbClr val="000000"/>
                  </a:solidFill>
                  <a:latin typeface="Arial"/>
                  <a:ea typeface="Arial"/>
                  <a:cs typeface="Arial"/>
                </a:defRPr>
              </a:lvl3pPr>
              <a:lvl4pPr algn="l">
                <a:defRPr sz="1920" b="0">
                  <a:solidFill>
                    <a:srgbClr val="000000"/>
                  </a:solidFill>
                  <a:latin typeface="Arial"/>
                  <a:ea typeface="Arial"/>
                  <a:cs typeface="Arial"/>
                </a:defRPr>
              </a:lvl4pPr>
              <a:lvl5pPr algn="l">
                <a:defRPr sz="1920" b="0">
                  <a:solidFill>
                    <a:srgbClr val="000000"/>
                  </a:solidFill>
                  <a:latin typeface="Arial"/>
                  <a:ea typeface="Arial"/>
                  <a:cs typeface="Arial"/>
                </a:defRPr>
              </a:lvl5pPr>
              <a:lvl6pPr algn="l">
                <a:defRPr sz="1920" b="0">
                  <a:solidFill>
                    <a:srgbClr val="000000"/>
                  </a:solidFill>
                  <a:latin typeface="Arial"/>
                  <a:ea typeface="Arial"/>
                  <a:cs typeface="Arial"/>
                </a:defRPr>
              </a:lvl6pPr>
              <a:lvl7pPr algn="l">
                <a:defRPr sz="1920" b="0">
                  <a:solidFill>
                    <a:srgbClr val="000000"/>
                  </a:solidFill>
                  <a:latin typeface="Arial"/>
                  <a:ea typeface="Arial"/>
                  <a:cs typeface="Arial"/>
                </a:defRPr>
              </a:lvl7pPr>
              <a:lvl8pPr algn="l">
                <a:defRPr sz="1920" b="0">
                  <a:solidFill>
                    <a:srgbClr val="000000"/>
                  </a:solidFill>
                  <a:latin typeface="Arial"/>
                  <a:ea typeface="Arial"/>
                  <a:cs typeface="Arial"/>
                </a:defRPr>
              </a:lvl8pPr>
              <a:lvl9pPr algn="l">
                <a:defRPr sz="1920" b="0">
                  <a:solidFill>
                    <a:srgbClr val="000000"/>
                  </a:solidFill>
                  <a:latin typeface="Arial"/>
                  <a:ea typeface="Arial"/>
                  <a:cs typeface="Arial"/>
                </a:defRPr>
              </a:lvl9pPr>
            </a:lstStyle>
            <a:p>
              <a:pPr algn="l">
                <a:defRPr sz="1920" b="0">
                  <a:solidFill>
                    <a:srgbClr val="000000"/>
                  </a:solidFill>
                  <a:latin typeface="Arial"/>
                  <a:ea typeface="Arial"/>
                  <a:cs typeface="Arial"/>
                </a:defRPr>
              </a:pPr>
              <a:r>
                <a:rPr sz="1920" b="0">
                  <a:solidFill>
                    <a:srgbClr val="000000"/>
                  </a:solidFill>
                  <a:latin typeface="Arial"/>
                  <a:ea typeface="Arial"/>
                  <a:cs typeface="Arial"/>
                </a:rPr>
                <a:t>u</a:t>
              </a:r>
            </a:p>
          </p:txBody>
        </p:sp>
        <p:sp>
          <p:nvSpPr>
            <p:cNvPr id="76" name="C_same_baseline_exact_copy_of_B">
              <a:extLst>
                <a:ext uri="{FF2B5EF4-FFF2-40B4-BE49-F238E27FC236}">
                  <ns2:creationId id="{429CA7D3-191A-476D-BB6F-29CE3991D955}"/>
                </a:ext>
              </a:extLst>
            </p:cNvPr>
            <p:cNvSpPr>
              <a:spLocks noGrp="1"/>
            </p:cNvSpPr>
            <p:nvPr/>
          </p:nvSpPr>
          <p:spPr>
            <a:xfrm rot="0" flipH="0" flipV="0">
              <a:off x="4857750" y="3716573"/>
              <a:ext cx="3454210" cy="1049945"/>
            </a:xfrm>
            <a:custGeom>
              <a:pathLst>
                <a:path w="6772960" h="1721221">
                  <a:moveTo>
                    <a:pt x="0" y="0"/>
                  </a:moveTo>
                  <a:lnTo>
                    <a:pt x="52597" y="8016"/>
                  </a:lnTo>
                  <a:lnTo>
                    <a:pt x="105195" y="31914"/>
                  </a:lnTo>
                  <a:lnTo>
                    <a:pt x="157793" y="71249"/>
                  </a:lnTo>
                  <a:lnTo>
                    <a:pt x="210391" y="125288"/>
                  </a:lnTo>
                  <a:lnTo>
                    <a:pt x="262989" y="193025"/>
                  </a:lnTo>
                  <a:lnTo>
                    <a:pt x="315587" y="273198"/>
                  </a:lnTo>
                  <a:lnTo>
                    <a:pt x="368185" y="364313"/>
                  </a:lnTo>
                  <a:lnTo>
                    <a:pt x="420783" y="464674"/>
                  </a:lnTo>
                  <a:lnTo>
                    <a:pt x="473381" y="572409"/>
                  </a:lnTo>
                  <a:lnTo>
                    <a:pt x="525978" y="685514"/>
                  </a:lnTo>
                  <a:lnTo>
                    <a:pt x="578576" y="801880"/>
                  </a:lnTo>
                  <a:lnTo>
                    <a:pt x="631174" y="919341"/>
                  </a:lnTo>
                  <a:lnTo>
                    <a:pt x="683772" y="1035707"/>
                  </a:lnTo>
                  <a:lnTo>
                    <a:pt x="736370" y="1148811"/>
                  </a:lnTo>
                  <a:lnTo>
                    <a:pt x="788968" y="1256547"/>
                  </a:lnTo>
                  <a:lnTo>
                    <a:pt x="841566" y="1356907"/>
                  </a:lnTo>
                  <a:lnTo>
                    <a:pt x="894164" y="1448023"/>
                  </a:lnTo>
                  <a:lnTo>
                    <a:pt x="946761" y="1528196"/>
                  </a:lnTo>
                  <a:lnTo>
                    <a:pt x="999359" y="1595933"/>
                  </a:lnTo>
                  <a:lnTo>
                    <a:pt x="1051957" y="1649972"/>
                  </a:lnTo>
                  <a:lnTo>
                    <a:pt x="1104555" y="1689307"/>
                  </a:lnTo>
                  <a:lnTo>
                    <a:pt x="1157153" y="1713205"/>
                  </a:lnTo>
                  <a:lnTo>
                    <a:pt x="1209751" y="1721221"/>
                  </a:lnTo>
                  <a:lnTo>
                    <a:pt x="1260560" y="1717810"/>
                  </a:lnTo>
                  <a:lnTo>
                    <a:pt x="1311368" y="1707640"/>
                  </a:lnTo>
                  <a:lnTo>
                    <a:pt x="1362177" y="1690902"/>
                  </a:lnTo>
                  <a:lnTo>
                    <a:pt x="1412986" y="1667907"/>
                  </a:lnTo>
                  <a:lnTo>
                    <a:pt x="1463795" y="1639082"/>
                  </a:lnTo>
                  <a:lnTo>
                    <a:pt x="1514604" y="1604966"/>
                  </a:lnTo>
                  <a:lnTo>
                    <a:pt x="1565413" y="1566194"/>
                  </a:lnTo>
                  <a:lnTo>
                    <a:pt x="1616221" y="1523487"/>
                  </a:lnTo>
                  <a:lnTo>
                    <a:pt x="1667030" y="1477642"/>
                  </a:lnTo>
                  <a:lnTo>
                    <a:pt x="1717839" y="1429513"/>
                  </a:lnTo>
                  <a:lnTo>
                    <a:pt x="1768648" y="1379995"/>
                  </a:lnTo>
                  <a:lnTo>
                    <a:pt x="1819457" y="1330012"/>
                  </a:lnTo>
                  <a:lnTo>
                    <a:pt x="1870266" y="1280495"/>
                  </a:lnTo>
                  <a:lnTo>
                    <a:pt x="1921074" y="1232365"/>
                  </a:lnTo>
                  <a:lnTo>
                    <a:pt x="1971883" y="1186520"/>
                  </a:lnTo>
                  <a:lnTo>
                    <a:pt x="2022692" y="1143813"/>
                  </a:lnTo>
                  <a:lnTo>
                    <a:pt x="2073501" y="1105041"/>
                  </a:lnTo>
                  <a:lnTo>
                    <a:pt x="2124310" y="1070925"/>
                  </a:lnTo>
                  <a:lnTo>
                    <a:pt x="2175119" y="1042101"/>
                  </a:lnTo>
                  <a:lnTo>
                    <a:pt x="2225927" y="1019105"/>
                  </a:lnTo>
                  <a:lnTo>
                    <a:pt x="2276736" y="1002367"/>
                  </a:lnTo>
                  <a:lnTo>
                    <a:pt x="2327545" y="992197"/>
                  </a:lnTo>
                  <a:lnTo>
                    <a:pt x="2378354" y="988786"/>
                  </a:lnTo>
                  <a:lnTo>
                    <a:pt x="2428805" y="992197"/>
                  </a:lnTo>
                  <a:lnTo>
                    <a:pt x="2479256" y="1002367"/>
                  </a:lnTo>
                  <a:lnTo>
                    <a:pt x="2529707" y="1019105"/>
                  </a:lnTo>
                  <a:lnTo>
                    <a:pt x="2580158" y="1042101"/>
                  </a:lnTo>
                  <a:lnTo>
                    <a:pt x="2630609" y="1070925"/>
                  </a:lnTo>
                  <a:lnTo>
                    <a:pt x="2681060" y="1105041"/>
                  </a:lnTo>
                  <a:lnTo>
                    <a:pt x="2731511" y="1143813"/>
                  </a:lnTo>
                  <a:lnTo>
                    <a:pt x="2781962" y="1186520"/>
                  </a:lnTo>
                  <a:lnTo>
                    <a:pt x="2832413" y="1232365"/>
                  </a:lnTo>
                  <a:lnTo>
                    <a:pt x="2882864" y="1280495"/>
                  </a:lnTo>
                  <a:lnTo>
                    <a:pt x="2933315" y="1330012"/>
                  </a:lnTo>
                  <a:lnTo>
                    <a:pt x="2983766" y="1379995"/>
                  </a:lnTo>
                  <a:lnTo>
                    <a:pt x="3034217" y="1429513"/>
                  </a:lnTo>
                  <a:lnTo>
                    <a:pt x="3084668" y="1477642"/>
                  </a:lnTo>
                  <a:lnTo>
                    <a:pt x="3135119" y="1523487"/>
                  </a:lnTo>
                  <a:lnTo>
                    <a:pt x="3185570" y="1566194"/>
                  </a:lnTo>
                  <a:lnTo>
                    <a:pt x="3236021" y="1604966"/>
                  </a:lnTo>
                  <a:lnTo>
                    <a:pt x="3286472" y="1639082"/>
                  </a:lnTo>
                  <a:lnTo>
                    <a:pt x="3336923" y="1667907"/>
                  </a:lnTo>
                  <a:lnTo>
                    <a:pt x="3387375" y="1690902"/>
                  </a:lnTo>
                  <a:lnTo>
                    <a:pt x="3437826" y="1707640"/>
                  </a:lnTo>
                  <a:lnTo>
                    <a:pt x="3488277" y="1717810"/>
                  </a:lnTo>
                  <a:lnTo>
                    <a:pt x="3538728" y="1721221"/>
                  </a:lnTo>
                  <a:lnTo>
                    <a:pt x="3589179" y="1714399"/>
                  </a:lnTo>
                  <a:lnTo>
                    <a:pt x="3639630" y="1694060"/>
                  </a:lnTo>
                  <a:lnTo>
                    <a:pt x="3690081" y="1660584"/>
                  </a:lnTo>
                  <a:lnTo>
                    <a:pt x="3740532" y="1614593"/>
                  </a:lnTo>
                  <a:lnTo>
                    <a:pt x="3790983" y="1556944"/>
                  </a:lnTo>
                  <a:lnTo>
                    <a:pt x="3841434" y="1488712"/>
                  </a:lnTo>
                  <a:lnTo>
                    <a:pt x="3891885" y="1411167"/>
                  </a:lnTo>
                  <a:lnTo>
                    <a:pt x="3942336" y="1325754"/>
                  </a:lnTo>
                  <a:lnTo>
                    <a:pt x="3992787" y="1234064"/>
                  </a:lnTo>
                  <a:lnTo>
                    <a:pt x="4043238" y="1137805"/>
                  </a:lnTo>
                  <a:lnTo>
                    <a:pt x="4093689" y="1038769"/>
                  </a:lnTo>
                  <a:lnTo>
                    <a:pt x="4144140" y="938803"/>
                  </a:lnTo>
                  <a:lnTo>
                    <a:pt x="4194591" y="839768"/>
                  </a:lnTo>
                  <a:lnTo>
                    <a:pt x="4245042" y="743509"/>
                  </a:lnTo>
                  <a:lnTo>
                    <a:pt x="4295493" y="651819"/>
                  </a:lnTo>
                  <a:lnTo>
                    <a:pt x="4345944" y="566406"/>
                  </a:lnTo>
                  <a:lnTo>
                    <a:pt x="4396395" y="488861"/>
                  </a:lnTo>
                  <a:lnTo>
                    <a:pt x="4446846" y="420629"/>
                  </a:lnTo>
                  <a:lnTo>
                    <a:pt x="4497297" y="362980"/>
                  </a:lnTo>
                  <a:lnTo>
                    <a:pt x="4547748" y="316989"/>
                  </a:lnTo>
                  <a:lnTo>
                    <a:pt x="4598199" y="283513"/>
                  </a:lnTo>
                  <a:lnTo>
                    <a:pt x="4648650" y="263174"/>
                  </a:lnTo>
                  <a:lnTo>
                    <a:pt x="4699101" y="256352"/>
                  </a:lnTo>
                  <a:lnTo>
                    <a:pt x="4750626" y="263174"/>
                  </a:lnTo>
                  <a:lnTo>
                    <a:pt x="4802150" y="283513"/>
                  </a:lnTo>
                  <a:lnTo>
                    <a:pt x="4853675" y="316989"/>
                  </a:lnTo>
                  <a:lnTo>
                    <a:pt x="4905199" y="362980"/>
                  </a:lnTo>
                  <a:lnTo>
                    <a:pt x="4956723" y="420629"/>
                  </a:lnTo>
                  <a:lnTo>
                    <a:pt x="5008248" y="488861"/>
                  </a:lnTo>
                  <a:lnTo>
                    <a:pt x="5059772" y="566406"/>
                  </a:lnTo>
                  <a:lnTo>
                    <a:pt x="5111297" y="651819"/>
                  </a:lnTo>
                  <a:lnTo>
                    <a:pt x="5162821" y="743509"/>
                  </a:lnTo>
                  <a:lnTo>
                    <a:pt x="5214346" y="839768"/>
                  </a:lnTo>
                  <a:lnTo>
                    <a:pt x="5265870" y="938803"/>
                  </a:lnTo>
                  <a:lnTo>
                    <a:pt x="5317395" y="1038769"/>
                  </a:lnTo>
                  <a:lnTo>
                    <a:pt x="5368919" y="1137805"/>
                  </a:lnTo>
                  <a:lnTo>
                    <a:pt x="5420444" y="1234064"/>
                  </a:lnTo>
                  <a:lnTo>
                    <a:pt x="5471968" y="1325754"/>
                  </a:lnTo>
                  <a:lnTo>
                    <a:pt x="5523492" y="1411167"/>
                  </a:lnTo>
                  <a:lnTo>
                    <a:pt x="5575017" y="1488712"/>
                  </a:lnTo>
                  <a:lnTo>
                    <a:pt x="5626541" y="1556944"/>
                  </a:lnTo>
                  <a:lnTo>
                    <a:pt x="5678066" y="1614593"/>
                  </a:lnTo>
                  <a:lnTo>
                    <a:pt x="5729590" y="1660584"/>
                  </a:lnTo>
                  <a:lnTo>
                    <a:pt x="5781115" y="1694060"/>
                  </a:lnTo>
                  <a:lnTo>
                    <a:pt x="5832639" y="1714399"/>
                  </a:lnTo>
                  <a:lnTo>
                    <a:pt x="5884164" y="1721221"/>
                  </a:lnTo>
                  <a:lnTo>
                    <a:pt x="5922807" y="1713205"/>
                  </a:lnTo>
                  <a:lnTo>
                    <a:pt x="5961450" y="1689307"/>
                  </a:lnTo>
                  <a:lnTo>
                    <a:pt x="6000094" y="1649972"/>
                  </a:lnTo>
                  <a:lnTo>
                    <a:pt x="6038737" y="1595933"/>
                  </a:lnTo>
                  <a:lnTo>
                    <a:pt x="6077380" y="1528196"/>
                  </a:lnTo>
                  <a:lnTo>
                    <a:pt x="6116024" y="1448023"/>
                  </a:lnTo>
                  <a:lnTo>
                    <a:pt x="6154667" y="1356907"/>
                  </a:lnTo>
                  <a:lnTo>
                    <a:pt x="6193310" y="1256547"/>
                  </a:lnTo>
                  <a:lnTo>
                    <a:pt x="6231954" y="1148811"/>
                  </a:lnTo>
                  <a:lnTo>
                    <a:pt x="6270597" y="1035707"/>
                  </a:lnTo>
                  <a:lnTo>
                    <a:pt x="6309240" y="919341"/>
                  </a:lnTo>
                  <a:lnTo>
                    <a:pt x="6347884" y="801880"/>
                  </a:lnTo>
                  <a:lnTo>
                    <a:pt x="6386527" y="685514"/>
                  </a:lnTo>
                  <a:lnTo>
                    <a:pt x="6425170" y="572409"/>
                  </a:lnTo>
                  <a:lnTo>
                    <a:pt x="6463814" y="464674"/>
                  </a:lnTo>
                  <a:lnTo>
                    <a:pt x="6502457" y="364313"/>
                  </a:lnTo>
                  <a:lnTo>
                    <a:pt x="6541100" y="273198"/>
                  </a:lnTo>
                  <a:lnTo>
                    <a:pt x="6579744" y="193025"/>
                  </a:lnTo>
                  <a:lnTo>
                    <a:pt x="6618387" y="125288"/>
                  </a:lnTo>
                  <a:lnTo>
                    <a:pt x="6657030" y="71249"/>
                  </a:lnTo>
                  <a:lnTo>
                    <a:pt x="6695674" y="31914"/>
                  </a:lnTo>
                  <a:lnTo>
                    <a:pt x="6734317" y="8016"/>
                  </a:lnTo>
                  <a:lnTo>
                    <a:pt x="6772960" y="0"/>
                  </a:lnTo>
                </a:path>
              </a:pathLst>
            </a:custGeom>
            <a:noFill/>
            <a:ln w="22023">
              <a:solidFill>
                <a:srgbClr val="92A5B1"/>
              </a:solidFill>
              <a:prstDash val="dash"/>
            </a:ln>
          </p:spPr>
        </p:sp>
        <p:sp>
          <p:nvSpPr>
            <p:cNvPr id="78" name="C_optimal_realized_profile">
              <a:extLst>
                <a:ext uri="{FF2B5EF4-FFF2-40B4-BE49-F238E27FC236}">
                  <ns2:creationId id="{771AC855-12F2-4022-A376-AE8A85F8832C}"/>
                </a:ext>
              </a:extLst>
            </p:cNvPr>
            <p:cNvSpPr>
              <a:spLocks noGrp="1"/>
            </p:cNvSpPr>
            <p:nvPr/>
          </p:nvSpPr>
          <p:spPr>
            <a:xfrm rot="0" flipH="0" flipV="0">
              <a:off x="4857750" y="3716573"/>
              <a:ext cx="3454210" cy="1049945"/>
            </a:xfrm>
            <a:custGeom>
              <a:pathLst>
                <a:path w="6772960" h="1721221">
                  <a:moveTo>
                    <a:pt x="0" y="0"/>
                  </a:moveTo>
                  <a:lnTo>
                    <a:pt x="52597" y="8016"/>
                  </a:lnTo>
                  <a:lnTo>
                    <a:pt x="105195" y="31914"/>
                  </a:lnTo>
                  <a:lnTo>
                    <a:pt x="157793" y="71249"/>
                  </a:lnTo>
                  <a:lnTo>
                    <a:pt x="210391" y="125288"/>
                  </a:lnTo>
                  <a:lnTo>
                    <a:pt x="262989" y="193025"/>
                  </a:lnTo>
                  <a:lnTo>
                    <a:pt x="315587" y="273198"/>
                  </a:lnTo>
                  <a:lnTo>
                    <a:pt x="368185" y="364313"/>
                  </a:lnTo>
                  <a:lnTo>
                    <a:pt x="420783" y="464674"/>
                  </a:lnTo>
                  <a:lnTo>
                    <a:pt x="473381" y="572409"/>
                  </a:lnTo>
                  <a:lnTo>
                    <a:pt x="525978" y="685514"/>
                  </a:lnTo>
                  <a:lnTo>
                    <a:pt x="578576" y="801880"/>
                  </a:lnTo>
                  <a:lnTo>
                    <a:pt x="631174" y="919341"/>
                  </a:lnTo>
                  <a:lnTo>
                    <a:pt x="683772" y="1035707"/>
                  </a:lnTo>
                  <a:lnTo>
                    <a:pt x="736370" y="1148811"/>
                  </a:lnTo>
                  <a:lnTo>
                    <a:pt x="788968" y="1256547"/>
                  </a:lnTo>
                  <a:lnTo>
                    <a:pt x="841566" y="1356907"/>
                  </a:lnTo>
                  <a:lnTo>
                    <a:pt x="894164" y="1448023"/>
                  </a:lnTo>
                  <a:lnTo>
                    <a:pt x="946761" y="1528196"/>
                  </a:lnTo>
                  <a:lnTo>
                    <a:pt x="999359" y="1595933"/>
                  </a:lnTo>
                  <a:lnTo>
                    <a:pt x="1051957" y="1649972"/>
                  </a:lnTo>
                  <a:lnTo>
                    <a:pt x="1104555" y="1689307"/>
                  </a:lnTo>
                  <a:lnTo>
                    <a:pt x="1157153" y="1713205"/>
                  </a:lnTo>
                  <a:lnTo>
                    <a:pt x="1209751" y="1721221"/>
                  </a:lnTo>
                  <a:lnTo>
                    <a:pt x="1260560" y="1716104"/>
                  </a:lnTo>
                  <a:lnTo>
                    <a:pt x="1311368" y="1700850"/>
                  </a:lnTo>
                  <a:lnTo>
                    <a:pt x="1362177" y="1675743"/>
                  </a:lnTo>
                  <a:lnTo>
                    <a:pt x="1412986" y="1641250"/>
                  </a:lnTo>
                  <a:lnTo>
                    <a:pt x="1463795" y="1598013"/>
                  </a:lnTo>
                  <a:lnTo>
                    <a:pt x="1514604" y="1546839"/>
                  </a:lnTo>
                  <a:lnTo>
                    <a:pt x="1565413" y="1488680"/>
                  </a:lnTo>
                  <a:lnTo>
                    <a:pt x="1616221" y="1424621"/>
                  </a:lnTo>
                  <a:lnTo>
                    <a:pt x="1667030" y="1355853"/>
                  </a:lnTo>
                  <a:lnTo>
                    <a:pt x="1717839" y="1283659"/>
                  </a:lnTo>
                  <a:lnTo>
                    <a:pt x="1768648" y="1209382"/>
                  </a:lnTo>
                  <a:lnTo>
                    <a:pt x="1819457" y="1134408"/>
                  </a:lnTo>
                  <a:lnTo>
                    <a:pt x="1870266" y="1060131"/>
                  </a:lnTo>
                  <a:lnTo>
                    <a:pt x="1921074" y="987937"/>
                  </a:lnTo>
                  <a:lnTo>
                    <a:pt x="1971883" y="919169"/>
                  </a:lnTo>
                  <a:lnTo>
                    <a:pt x="2022692" y="855110"/>
                  </a:lnTo>
                  <a:lnTo>
                    <a:pt x="2073501" y="796951"/>
                  </a:lnTo>
                  <a:lnTo>
                    <a:pt x="2124310" y="745777"/>
                  </a:lnTo>
                  <a:lnTo>
                    <a:pt x="2175119" y="702540"/>
                  </a:lnTo>
                  <a:lnTo>
                    <a:pt x="2225927" y="668047"/>
                  </a:lnTo>
                  <a:lnTo>
                    <a:pt x="2276736" y="642940"/>
                  </a:lnTo>
                  <a:lnTo>
                    <a:pt x="2327545" y="627686"/>
                  </a:lnTo>
                  <a:lnTo>
                    <a:pt x="2378354" y="622569"/>
                  </a:lnTo>
                  <a:lnTo>
                    <a:pt x="2428805" y="627686"/>
                  </a:lnTo>
                  <a:lnTo>
                    <a:pt x="2479256" y="642940"/>
                  </a:lnTo>
                  <a:lnTo>
                    <a:pt x="2529707" y="668047"/>
                  </a:lnTo>
                  <a:lnTo>
                    <a:pt x="2580158" y="702540"/>
                  </a:lnTo>
                  <a:lnTo>
                    <a:pt x="2630609" y="745777"/>
                  </a:lnTo>
                  <a:lnTo>
                    <a:pt x="2681060" y="796951"/>
                  </a:lnTo>
                  <a:lnTo>
                    <a:pt x="2731511" y="855110"/>
                  </a:lnTo>
                  <a:lnTo>
                    <a:pt x="2781962" y="919169"/>
                  </a:lnTo>
                  <a:lnTo>
                    <a:pt x="2832413" y="987937"/>
                  </a:lnTo>
                  <a:lnTo>
                    <a:pt x="2882864" y="1060131"/>
                  </a:lnTo>
                  <a:lnTo>
                    <a:pt x="2933315" y="1134408"/>
                  </a:lnTo>
                  <a:lnTo>
                    <a:pt x="2983766" y="1209382"/>
                  </a:lnTo>
                  <a:lnTo>
                    <a:pt x="3034217" y="1283659"/>
                  </a:lnTo>
                  <a:lnTo>
                    <a:pt x="3084668" y="1355853"/>
                  </a:lnTo>
                  <a:lnTo>
                    <a:pt x="3135119" y="1424621"/>
                  </a:lnTo>
                  <a:lnTo>
                    <a:pt x="3185570" y="1488680"/>
                  </a:lnTo>
                  <a:lnTo>
                    <a:pt x="3236021" y="1546839"/>
                  </a:lnTo>
                  <a:lnTo>
                    <a:pt x="3286472" y="1598013"/>
                  </a:lnTo>
                  <a:lnTo>
                    <a:pt x="3336923" y="1641250"/>
                  </a:lnTo>
                  <a:lnTo>
                    <a:pt x="3387375" y="1675743"/>
                  </a:lnTo>
                  <a:lnTo>
                    <a:pt x="3437826" y="1700850"/>
                  </a:lnTo>
                  <a:lnTo>
                    <a:pt x="3488277" y="1716104"/>
                  </a:lnTo>
                  <a:lnTo>
                    <a:pt x="3538728" y="1721221"/>
                  </a:lnTo>
                  <a:lnTo>
                    <a:pt x="3589179" y="1716104"/>
                  </a:lnTo>
                  <a:lnTo>
                    <a:pt x="3639630" y="1700850"/>
                  </a:lnTo>
                  <a:lnTo>
                    <a:pt x="3690081" y="1675743"/>
                  </a:lnTo>
                  <a:lnTo>
                    <a:pt x="3740532" y="1641250"/>
                  </a:lnTo>
                  <a:lnTo>
                    <a:pt x="3790983" y="1598013"/>
                  </a:lnTo>
                  <a:lnTo>
                    <a:pt x="3841434" y="1546839"/>
                  </a:lnTo>
                  <a:lnTo>
                    <a:pt x="3891885" y="1488680"/>
                  </a:lnTo>
                  <a:lnTo>
                    <a:pt x="3942336" y="1424621"/>
                  </a:lnTo>
                  <a:lnTo>
                    <a:pt x="3992787" y="1355853"/>
                  </a:lnTo>
                  <a:lnTo>
                    <a:pt x="4043238" y="1283659"/>
                  </a:lnTo>
                  <a:lnTo>
                    <a:pt x="4093689" y="1209382"/>
                  </a:lnTo>
                  <a:lnTo>
                    <a:pt x="4144140" y="1134408"/>
                  </a:lnTo>
                  <a:lnTo>
                    <a:pt x="4194591" y="1060131"/>
                  </a:lnTo>
                  <a:lnTo>
                    <a:pt x="4245042" y="987937"/>
                  </a:lnTo>
                  <a:lnTo>
                    <a:pt x="4295493" y="919169"/>
                  </a:lnTo>
                  <a:lnTo>
                    <a:pt x="4345944" y="855110"/>
                  </a:lnTo>
                  <a:lnTo>
                    <a:pt x="4396395" y="796951"/>
                  </a:lnTo>
                  <a:lnTo>
                    <a:pt x="4446846" y="745777"/>
                  </a:lnTo>
                  <a:lnTo>
                    <a:pt x="4497297" y="702540"/>
                  </a:lnTo>
                  <a:lnTo>
                    <a:pt x="4547748" y="668047"/>
                  </a:lnTo>
                  <a:lnTo>
                    <a:pt x="4598199" y="642940"/>
                  </a:lnTo>
                  <a:lnTo>
                    <a:pt x="4648650" y="627686"/>
                  </a:lnTo>
                  <a:lnTo>
                    <a:pt x="4699101" y="622569"/>
                  </a:lnTo>
                  <a:lnTo>
                    <a:pt x="4750626" y="627686"/>
                  </a:lnTo>
                  <a:lnTo>
                    <a:pt x="4802150" y="642940"/>
                  </a:lnTo>
                  <a:lnTo>
                    <a:pt x="4853675" y="668047"/>
                  </a:lnTo>
                  <a:lnTo>
                    <a:pt x="4905199" y="702540"/>
                  </a:lnTo>
                  <a:lnTo>
                    <a:pt x="4956723" y="745777"/>
                  </a:lnTo>
                  <a:lnTo>
                    <a:pt x="5008248" y="796951"/>
                  </a:lnTo>
                  <a:lnTo>
                    <a:pt x="5059772" y="855110"/>
                  </a:lnTo>
                  <a:lnTo>
                    <a:pt x="5111297" y="919169"/>
                  </a:lnTo>
                  <a:lnTo>
                    <a:pt x="5162821" y="987937"/>
                  </a:lnTo>
                  <a:lnTo>
                    <a:pt x="5214346" y="1060131"/>
                  </a:lnTo>
                  <a:lnTo>
                    <a:pt x="5265870" y="1134408"/>
                  </a:lnTo>
                  <a:lnTo>
                    <a:pt x="5317395" y="1209382"/>
                  </a:lnTo>
                  <a:lnTo>
                    <a:pt x="5368919" y="1283659"/>
                  </a:lnTo>
                  <a:lnTo>
                    <a:pt x="5420444" y="1355853"/>
                  </a:lnTo>
                  <a:lnTo>
                    <a:pt x="5471968" y="1424621"/>
                  </a:lnTo>
                  <a:lnTo>
                    <a:pt x="5523492" y="1488680"/>
                  </a:lnTo>
                  <a:lnTo>
                    <a:pt x="5575017" y="1546839"/>
                  </a:lnTo>
                  <a:lnTo>
                    <a:pt x="5626541" y="1598013"/>
                  </a:lnTo>
                  <a:lnTo>
                    <a:pt x="5678066" y="1641250"/>
                  </a:lnTo>
                  <a:lnTo>
                    <a:pt x="5729590" y="1675743"/>
                  </a:lnTo>
                  <a:lnTo>
                    <a:pt x="5781115" y="1700850"/>
                  </a:lnTo>
                  <a:lnTo>
                    <a:pt x="5832639" y="1716104"/>
                  </a:lnTo>
                  <a:lnTo>
                    <a:pt x="5884164" y="1721221"/>
                  </a:lnTo>
                  <a:lnTo>
                    <a:pt x="5922807" y="1713205"/>
                  </a:lnTo>
                  <a:lnTo>
                    <a:pt x="5961450" y="1689307"/>
                  </a:lnTo>
                  <a:lnTo>
                    <a:pt x="6000094" y="1649972"/>
                  </a:lnTo>
                  <a:lnTo>
                    <a:pt x="6038737" y="1595933"/>
                  </a:lnTo>
                  <a:lnTo>
                    <a:pt x="6077380" y="1528196"/>
                  </a:lnTo>
                  <a:lnTo>
                    <a:pt x="6116024" y="1448023"/>
                  </a:lnTo>
                  <a:lnTo>
                    <a:pt x="6154667" y="1356907"/>
                  </a:lnTo>
                  <a:lnTo>
                    <a:pt x="6193310" y="1256547"/>
                  </a:lnTo>
                  <a:lnTo>
                    <a:pt x="6231954" y="1148811"/>
                  </a:lnTo>
                  <a:lnTo>
                    <a:pt x="6270597" y="1035707"/>
                  </a:lnTo>
                  <a:lnTo>
                    <a:pt x="6309240" y="919341"/>
                  </a:lnTo>
                  <a:lnTo>
                    <a:pt x="6347884" y="801880"/>
                  </a:lnTo>
                  <a:lnTo>
                    <a:pt x="6386527" y="685514"/>
                  </a:lnTo>
                  <a:lnTo>
                    <a:pt x="6425170" y="572409"/>
                  </a:lnTo>
                  <a:lnTo>
                    <a:pt x="6463814" y="464674"/>
                  </a:lnTo>
                  <a:lnTo>
                    <a:pt x="6502457" y="364313"/>
                  </a:lnTo>
                  <a:lnTo>
                    <a:pt x="6541100" y="273198"/>
                  </a:lnTo>
                  <a:lnTo>
                    <a:pt x="6579744" y="193025"/>
                  </a:lnTo>
                  <a:lnTo>
                    <a:pt x="6618387" y="125288"/>
                  </a:lnTo>
                  <a:lnTo>
                    <a:pt x="6657030" y="71249"/>
                  </a:lnTo>
                  <a:lnTo>
                    <a:pt x="6695674" y="31914"/>
                  </a:lnTo>
                  <a:lnTo>
                    <a:pt x="6734317" y="8016"/>
                  </a:lnTo>
                  <a:lnTo>
                    <a:pt x="6772960" y="0"/>
                  </a:lnTo>
                </a:path>
              </a:pathLst>
            </a:custGeom>
            <a:noFill/>
            <a:ln w="33841">
              <a:solidFill>
                <a:srgbClr val="009E73"/>
              </a:solidFill>
              <a:prstDash val="solid"/>
            </a:ln>
          </p:spPr>
        </p:sp>
        <p:sp>
          <p:nvSpPr>
            <p:cNvPr id="79" name="C_actual_anchor_A">
              <a:extLst>
                <a:ext uri="{FF2B5EF4-FFF2-40B4-BE49-F238E27FC236}">
                  <ns2:creationId id="{C4B604A9-EF4B-4552-B1DF-9C39D4A7C812}"/>
                </a:ext>
              </a:extLst>
            </p:cNvPr>
            <p:cNvSpPr>
              <a:spLocks noGrp="1"/>
            </p:cNvSpPr>
            <p:nvPr/>
          </p:nvSpPr>
          <p:spPr>
            <a:xfrm rot="0" flipH="0" flipV="0">
              <a:off x="5408048" y="4699842"/>
              <a:ext cx="133350" cy="133350"/>
            </a:xfrm>
            <a:prstGeom prst="ellipse">
              <a:avLst/>
            </a:prstGeom>
            <a:solidFill>
              <a:srgbClr val="0072B2"/>
            </a:solidFill>
            <a:ln w="11817">
              <a:solidFill>
                <a:srgbClr val="FFFFFF"/>
              </a:solidFill>
              <a:prstDash val="solid"/>
            </a:ln>
          </p:spPr>
        </p:sp>
        <p:sp>
          <p:nvSpPr>
            <p:cNvPr id="80" name="C_anchor_label_A">
              <a:extLst>
                <a:ext uri="{FF2B5EF4-FFF2-40B4-BE49-F238E27FC236}">
                  <ns2:creationId id="{94D7D6F1-56CD-41D2-9C40-1A45E5BE9E79}"/>
                </a:ext>
              </a:extLst>
            </p:cNvPr>
            <p:cNvSpPr>
              <a:spLocks noGrp="1"/>
            </p:cNvSpPr>
            <p:nvPr/>
          </p:nvSpPr>
          <p:spPr>
            <a:xfrm rot="0" flipH="0" flipV="0">
              <a:off x="5246123" y="4800600"/>
              <a:ext cx="457200" cy="285750"/>
            </a:xfrm>
            <a:prstGeom prst="rect">
              <a:avLst/>
            </a:prstGeom>
            <a:noFill/>
            <a:ln w="0">
              <a:noFill/>
            </a:ln>
          </p:spPr>
          <p:txBody>
            <a:bodyPr wrap="none" lIns="0" tIns="0" rIns="0" bIns="0" anchor="ctr">
              <a:noAutofit/>
            </a:bodyPr>
            <a:lstStyle>
              <a:defPPr algn="ctr">
                <a:defRPr sz="2087" b="1">
                  <a:solidFill>
                    <a:srgbClr val="000000"/>
                  </a:solidFill>
                  <a:latin typeface="Arial"/>
                  <a:ea typeface="Arial"/>
                  <a:cs typeface="Arial"/>
                </a:defRPr>
              </a:defPPr>
              <a:lvl1pPr algn="ctr">
                <a:defRPr sz="2087" b="1">
                  <a:solidFill>
                    <a:srgbClr val="000000"/>
                  </a:solidFill>
                  <a:latin typeface="Arial"/>
                  <a:ea typeface="Arial"/>
                  <a:cs typeface="Arial"/>
                </a:defRPr>
              </a:lvl1pPr>
              <a:lvl2pPr algn="ctr">
                <a:defRPr sz="2087" b="1">
                  <a:solidFill>
                    <a:srgbClr val="000000"/>
                  </a:solidFill>
                  <a:latin typeface="Arial"/>
                  <a:ea typeface="Arial"/>
                  <a:cs typeface="Arial"/>
                </a:defRPr>
              </a:lvl2pPr>
              <a:lvl3pPr algn="ctr">
                <a:defRPr sz="2087" b="1">
                  <a:solidFill>
                    <a:srgbClr val="000000"/>
                  </a:solidFill>
                  <a:latin typeface="Arial"/>
                  <a:ea typeface="Arial"/>
                  <a:cs typeface="Arial"/>
                </a:defRPr>
              </a:lvl3pPr>
              <a:lvl4pPr algn="ctr">
                <a:defRPr sz="2087" b="1">
                  <a:solidFill>
                    <a:srgbClr val="000000"/>
                  </a:solidFill>
                  <a:latin typeface="Arial"/>
                  <a:ea typeface="Arial"/>
                  <a:cs typeface="Arial"/>
                </a:defRPr>
              </a:lvl4pPr>
              <a:lvl5pPr algn="ctr">
                <a:defRPr sz="2087" b="1">
                  <a:solidFill>
                    <a:srgbClr val="000000"/>
                  </a:solidFill>
                  <a:latin typeface="Arial"/>
                  <a:ea typeface="Arial"/>
                  <a:cs typeface="Arial"/>
                </a:defRPr>
              </a:lvl5pPr>
              <a:lvl6pPr algn="ctr">
                <a:defRPr sz="2087" b="1">
                  <a:solidFill>
                    <a:srgbClr val="000000"/>
                  </a:solidFill>
                  <a:latin typeface="Arial"/>
                  <a:ea typeface="Arial"/>
                  <a:cs typeface="Arial"/>
                </a:defRPr>
              </a:lvl6pPr>
              <a:lvl7pPr algn="ctr">
                <a:defRPr sz="2087" b="1">
                  <a:solidFill>
                    <a:srgbClr val="000000"/>
                  </a:solidFill>
                  <a:latin typeface="Arial"/>
                  <a:ea typeface="Arial"/>
                  <a:cs typeface="Arial"/>
                </a:defRPr>
              </a:lvl7pPr>
              <a:lvl8pPr algn="ctr">
                <a:defRPr sz="2087" b="1">
                  <a:solidFill>
                    <a:srgbClr val="000000"/>
                  </a:solidFill>
                  <a:latin typeface="Arial"/>
                  <a:ea typeface="Arial"/>
                  <a:cs typeface="Arial"/>
                </a:defRPr>
              </a:lvl8pPr>
              <a:lvl9pPr algn="ctr">
                <a:defRPr sz="2087" b="1">
                  <a:solidFill>
                    <a:srgbClr val="000000"/>
                  </a:solidFill>
                  <a:latin typeface="Arial"/>
                  <a:ea typeface="Arial"/>
                  <a:cs typeface="Arial"/>
                </a:defRPr>
              </a:lvl9pPr>
            </a:lstStyle>
            <a:p>
              <a:pPr algn="ctr">
                <a:defRPr sz="2087" b="1">
                  <a:solidFill>
                    <a:srgbClr val="000000"/>
                  </a:solidFill>
                  <a:latin typeface="Arial"/>
                  <a:ea typeface="Arial"/>
                  <a:cs typeface="Arial"/>
                </a:defRPr>
              </a:pPr>
              <a:r>
                <a:rPr sz="2087" b="1">
                  <a:solidFill>
                    <a:srgbClr val="000000"/>
                  </a:solidFill>
                  <a:latin typeface="Arial"/>
                  <a:ea typeface="Arial"/>
                  <a:cs typeface="Arial"/>
                </a:rPr>
                <a:t>A</a:t>
              </a:r>
            </a:p>
          </p:txBody>
        </p:sp>
        <p:sp>
          <p:nvSpPr>
            <p:cNvPr id="81" name="C_actual_anchor_C">
              <a:extLst>
                <a:ext uri="{FF2B5EF4-FFF2-40B4-BE49-F238E27FC236}">
                  <ns2:creationId id="{20603102-4B3E-4CF1-9E5E-20DCAA837936}"/>
                </a:ext>
              </a:extLst>
            </p:cNvPr>
            <p:cNvSpPr>
              <a:spLocks noGrp="1"/>
            </p:cNvSpPr>
            <p:nvPr/>
          </p:nvSpPr>
          <p:spPr>
            <a:xfrm rot="0" flipH="0" flipV="0">
              <a:off x="6595826" y="4699842"/>
              <a:ext cx="133350" cy="133350"/>
            </a:xfrm>
            <a:prstGeom prst="ellipse">
              <a:avLst/>
            </a:prstGeom>
            <a:solidFill>
              <a:srgbClr val="009E73"/>
            </a:solidFill>
            <a:ln w="11817">
              <a:solidFill>
                <a:srgbClr val="FFFFFF"/>
              </a:solidFill>
              <a:prstDash val="solid"/>
            </a:ln>
          </p:spPr>
        </p:sp>
        <p:sp>
          <p:nvSpPr>
            <p:cNvPr id="82" name="C_anchor_label_C">
              <a:extLst>
                <a:ext uri="{FF2B5EF4-FFF2-40B4-BE49-F238E27FC236}">
                  <ns2:creationId id="{124EA49E-752C-40FF-A4B8-B4A36C6B8EC4}"/>
                </a:ext>
              </a:extLst>
            </p:cNvPr>
            <p:cNvSpPr>
              <a:spLocks noGrp="1"/>
            </p:cNvSpPr>
            <p:nvPr/>
          </p:nvSpPr>
          <p:spPr>
            <a:xfrm rot="0" flipH="0" flipV="0">
              <a:off x="6433901" y="4800600"/>
              <a:ext cx="457200" cy="285750"/>
            </a:xfrm>
            <a:prstGeom prst="rect">
              <a:avLst/>
            </a:prstGeom>
            <a:noFill/>
            <a:ln w="0">
              <a:noFill/>
            </a:ln>
          </p:spPr>
          <p:txBody>
            <a:bodyPr wrap="none" lIns="0" tIns="0" rIns="0" bIns="0" anchor="ctr">
              <a:noAutofit/>
            </a:bodyPr>
            <a:lstStyle>
              <a:defPPr algn="ctr">
                <a:defRPr sz="2087" b="1">
                  <a:solidFill>
                    <a:srgbClr val="000000"/>
                  </a:solidFill>
                  <a:latin typeface="Arial"/>
                  <a:ea typeface="Arial"/>
                  <a:cs typeface="Arial"/>
                </a:defRPr>
              </a:defPPr>
              <a:lvl1pPr algn="ctr">
                <a:defRPr sz="2087" b="1">
                  <a:solidFill>
                    <a:srgbClr val="000000"/>
                  </a:solidFill>
                  <a:latin typeface="Arial"/>
                  <a:ea typeface="Arial"/>
                  <a:cs typeface="Arial"/>
                </a:defRPr>
              </a:lvl1pPr>
              <a:lvl2pPr algn="ctr">
                <a:defRPr sz="2087" b="1">
                  <a:solidFill>
                    <a:srgbClr val="000000"/>
                  </a:solidFill>
                  <a:latin typeface="Arial"/>
                  <a:ea typeface="Arial"/>
                  <a:cs typeface="Arial"/>
                </a:defRPr>
              </a:lvl2pPr>
              <a:lvl3pPr algn="ctr">
                <a:defRPr sz="2087" b="1">
                  <a:solidFill>
                    <a:srgbClr val="000000"/>
                  </a:solidFill>
                  <a:latin typeface="Arial"/>
                  <a:ea typeface="Arial"/>
                  <a:cs typeface="Arial"/>
                </a:defRPr>
              </a:lvl3pPr>
              <a:lvl4pPr algn="ctr">
                <a:defRPr sz="2087" b="1">
                  <a:solidFill>
                    <a:srgbClr val="000000"/>
                  </a:solidFill>
                  <a:latin typeface="Arial"/>
                  <a:ea typeface="Arial"/>
                  <a:cs typeface="Arial"/>
                </a:defRPr>
              </a:lvl4pPr>
              <a:lvl5pPr algn="ctr">
                <a:defRPr sz="2087" b="1">
                  <a:solidFill>
                    <a:srgbClr val="000000"/>
                  </a:solidFill>
                  <a:latin typeface="Arial"/>
                  <a:ea typeface="Arial"/>
                  <a:cs typeface="Arial"/>
                </a:defRPr>
              </a:lvl5pPr>
              <a:lvl6pPr algn="ctr">
                <a:defRPr sz="2087" b="1">
                  <a:solidFill>
                    <a:srgbClr val="000000"/>
                  </a:solidFill>
                  <a:latin typeface="Arial"/>
                  <a:ea typeface="Arial"/>
                  <a:cs typeface="Arial"/>
                </a:defRPr>
              </a:lvl6pPr>
              <a:lvl7pPr algn="ctr">
                <a:defRPr sz="2087" b="1">
                  <a:solidFill>
                    <a:srgbClr val="000000"/>
                  </a:solidFill>
                  <a:latin typeface="Arial"/>
                  <a:ea typeface="Arial"/>
                  <a:cs typeface="Arial"/>
                </a:defRPr>
              </a:lvl7pPr>
              <a:lvl8pPr algn="ctr">
                <a:defRPr sz="2087" b="1">
                  <a:solidFill>
                    <a:srgbClr val="000000"/>
                  </a:solidFill>
                  <a:latin typeface="Arial"/>
                  <a:ea typeface="Arial"/>
                  <a:cs typeface="Arial"/>
                </a:defRPr>
              </a:lvl8pPr>
              <a:lvl9pPr algn="ctr">
                <a:defRPr sz="2087" b="1">
                  <a:solidFill>
                    <a:srgbClr val="000000"/>
                  </a:solidFill>
                  <a:latin typeface="Arial"/>
                  <a:ea typeface="Arial"/>
                  <a:cs typeface="Arial"/>
                </a:defRPr>
              </a:lvl9pPr>
            </a:lstStyle>
            <a:p>
              <a:pPr algn="ctr">
                <a:defRPr sz="2087" b="1">
                  <a:solidFill>
                    <a:srgbClr val="000000"/>
                  </a:solidFill>
                  <a:latin typeface="Arial"/>
                  <a:ea typeface="Arial"/>
                  <a:cs typeface="Arial"/>
                </a:defRPr>
              </a:pPr>
              <a:r>
                <a:rPr sz="2087" b="1">
                  <a:solidFill>
                    <a:srgbClr val="000000"/>
                  </a:solidFill>
                  <a:latin typeface="Arial"/>
                  <a:ea typeface="Arial"/>
                  <a:cs typeface="Arial"/>
                </a:rPr>
                <a:t>C</a:t>
              </a:r>
            </a:p>
          </p:txBody>
        </p:sp>
        <p:sp>
          <p:nvSpPr>
            <p:cNvPr id="83" name="C_actual_anchor_B">
              <a:extLst>
                <a:ext uri="{FF2B5EF4-FFF2-40B4-BE49-F238E27FC236}">
                  <ns2:creationId id="{38920DCD-16CA-43F5-A0C0-02353645FA20}"/>
                </a:ext>
              </a:extLst>
            </p:cNvPr>
            <p:cNvSpPr>
              <a:spLocks noGrp="1"/>
            </p:cNvSpPr>
            <p:nvPr/>
          </p:nvSpPr>
          <p:spPr>
            <a:xfrm rot="0" flipH="0" flipV="0">
              <a:off x="7791998" y="4699842"/>
              <a:ext cx="133350" cy="133350"/>
            </a:xfrm>
            <a:prstGeom prst="ellipse">
              <a:avLst/>
            </a:prstGeom>
            <a:solidFill>
              <a:srgbClr val="D55E00"/>
            </a:solidFill>
            <a:ln w="11817">
              <a:solidFill>
                <a:srgbClr val="FFFFFF"/>
              </a:solidFill>
              <a:prstDash val="solid"/>
            </a:ln>
          </p:spPr>
        </p:sp>
        <p:sp>
          <p:nvSpPr>
            <p:cNvPr id="84" name="C_anchor_label_B">
              <a:extLst>
                <a:ext uri="{FF2B5EF4-FFF2-40B4-BE49-F238E27FC236}">
                  <ns2:creationId id="{6390E627-A8B5-43A2-AE2D-4871DAEC4875}"/>
                </a:ext>
              </a:extLst>
            </p:cNvPr>
            <p:cNvSpPr>
              <a:spLocks noGrp="1"/>
            </p:cNvSpPr>
            <p:nvPr/>
          </p:nvSpPr>
          <p:spPr>
            <a:xfrm rot="0" flipH="0" flipV="0">
              <a:off x="7630073" y="4800600"/>
              <a:ext cx="457200" cy="285750"/>
            </a:xfrm>
            <a:prstGeom prst="rect">
              <a:avLst/>
            </a:prstGeom>
            <a:noFill/>
            <a:ln w="0">
              <a:noFill/>
            </a:ln>
          </p:spPr>
          <p:txBody>
            <a:bodyPr wrap="none" lIns="0" tIns="0" rIns="0" bIns="0" anchor="ctr">
              <a:noAutofit/>
            </a:bodyPr>
            <a:lstStyle>
              <a:defPPr algn="ctr">
                <a:defRPr sz="2087" b="1">
                  <a:solidFill>
                    <a:srgbClr val="000000"/>
                  </a:solidFill>
                  <a:latin typeface="Arial"/>
                  <a:ea typeface="Arial"/>
                  <a:cs typeface="Arial"/>
                </a:defRPr>
              </a:defPPr>
              <a:lvl1pPr algn="ctr">
                <a:defRPr sz="2087" b="1">
                  <a:solidFill>
                    <a:srgbClr val="000000"/>
                  </a:solidFill>
                  <a:latin typeface="Arial"/>
                  <a:ea typeface="Arial"/>
                  <a:cs typeface="Arial"/>
                </a:defRPr>
              </a:lvl1pPr>
              <a:lvl2pPr algn="ctr">
                <a:defRPr sz="2087" b="1">
                  <a:solidFill>
                    <a:srgbClr val="000000"/>
                  </a:solidFill>
                  <a:latin typeface="Arial"/>
                  <a:ea typeface="Arial"/>
                  <a:cs typeface="Arial"/>
                </a:defRPr>
              </a:lvl2pPr>
              <a:lvl3pPr algn="ctr">
                <a:defRPr sz="2087" b="1">
                  <a:solidFill>
                    <a:srgbClr val="000000"/>
                  </a:solidFill>
                  <a:latin typeface="Arial"/>
                  <a:ea typeface="Arial"/>
                  <a:cs typeface="Arial"/>
                </a:defRPr>
              </a:lvl3pPr>
              <a:lvl4pPr algn="ctr">
                <a:defRPr sz="2087" b="1">
                  <a:solidFill>
                    <a:srgbClr val="000000"/>
                  </a:solidFill>
                  <a:latin typeface="Arial"/>
                  <a:ea typeface="Arial"/>
                  <a:cs typeface="Arial"/>
                </a:defRPr>
              </a:lvl4pPr>
              <a:lvl5pPr algn="ctr">
                <a:defRPr sz="2087" b="1">
                  <a:solidFill>
                    <a:srgbClr val="000000"/>
                  </a:solidFill>
                  <a:latin typeface="Arial"/>
                  <a:ea typeface="Arial"/>
                  <a:cs typeface="Arial"/>
                </a:defRPr>
              </a:lvl5pPr>
              <a:lvl6pPr algn="ctr">
                <a:defRPr sz="2087" b="1">
                  <a:solidFill>
                    <a:srgbClr val="000000"/>
                  </a:solidFill>
                  <a:latin typeface="Arial"/>
                  <a:ea typeface="Arial"/>
                  <a:cs typeface="Arial"/>
                </a:defRPr>
              </a:lvl6pPr>
              <a:lvl7pPr algn="ctr">
                <a:defRPr sz="2087" b="1">
                  <a:solidFill>
                    <a:srgbClr val="000000"/>
                  </a:solidFill>
                  <a:latin typeface="Arial"/>
                  <a:ea typeface="Arial"/>
                  <a:cs typeface="Arial"/>
                </a:defRPr>
              </a:lvl7pPr>
              <a:lvl8pPr algn="ctr">
                <a:defRPr sz="2087" b="1">
                  <a:solidFill>
                    <a:srgbClr val="000000"/>
                  </a:solidFill>
                  <a:latin typeface="Arial"/>
                  <a:ea typeface="Arial"/>
                  <a:cs typeface="Arial"/>
                </a:defRPr>
              </a:lvl8pPr>
              <a:lvl9pPr algn="ctr">
                <a:defRPr sz="2087" b="1">
                  <a:solidFill>
                    <a:srgbClr val="000000"/>
                  </a:solidFill>
                  <a:latin typeface="Arial"/>
                  <a:ea typeface="Arial"/>
                  <a:cs typeface="Arial"/>
                </a:defRPr>
              </a:lvl9pPr>
            </a:lstStyle>
            <a:p>
              <a:pPr algn="ctr">
                <a:defRPr sz="2087" b="1">
                  <a:solidFill>
                    <a:srgbClr val="000000"/>
                  </a:solidFill>
                  <a:latin typeface="Arial"/>
                  <a:ea typeface="Arial"/>
                  <a:cs typeface="Arial"/>
                </a:defRPr>
              </a:pPr>
              <a:r>
                <a:rPr sz="2087" b="1">
                  <a:solidFill>
                    <a:srgbClr val="000000"/>
                  </a:solidFill>
                  <a:latin typeface="Arial"/>
                  <a:ea typeface="Arial"/>
                  <a:cs typeface="Arial"/>
                </a:rPr>
                <a:t>B</a:t>
              </a:r>
            </a:p>
          </p:txBody>
        </p:sp>
        <p:sp>
          <p:nvSpPr>
            <p:cNvPr id="85" name="C_fixed_ref_A">
              <a:extLst>
                <a:ext uri="{FF2B5EF4-FFF2-40B4-BE49-F238E27FC236}">
                  <ns2:creationId id="{283EECFF-4E7C-4E27-AC73-9A4D4EAD061F}"/>
                </a:ext>
              </a:extLst>
            </p:cNvPr>
            <p:cNvSpPr>
              <a:spLocks noGrp="1"/>
            </p:cNvSpPr>
            <p:nvPr/>
          </p:nvSpPr>
          <p:spPr>
            <a:xfrm rot="0" flipH="0" flipV="0">
              <a:off x="5393760" y="5105400"/>
              <a:ext cx="161925" cy="161925"/>
            </a:xfrm>
            <a:prstGeom prst="triangle">
              <a:avLst/>
            </a:prstGeom>
            <a:solidFill>
              <a:srgbClr val="0072B2"/>
            </a:solidFill>
            <a:ln w="0">
              <a:noFill/>
              <a:prstDash val="solid"/>
            </a:ln>
          </p:spPr>
        </p:sp>
        <p:sp>
          <p:nvSpPr>
            <p:cNvPr id="86" name="C_fixed_ref_C">
              <a:extLst>
                <a:ext uri="{FF2B5EF4-FFF2-40B4-BE49-F238E27FC236}">
                  <ns2:creationId id="{CD042B5B-9E6E-4695-B67E-E7480C45D146}"/>
                </a:ext>
              </a:extLst>
            </p:cNvPr>
            <p:cNvSpPr>
              <a:spLocks noGrp="1"/>
            </p:cNvSpPr>
            <p:nvPr/>
          </p:nvSpPr>
          <p:spPr>
            <a:xfrm rot="0" flipH="0" flipV="0">
              <a:off x="6581538" y="5105400"/>
              <a:ext cx="161925" cy="161925"/>
            </a:xfrm>
            <a:prstGeom prst="triangle">
              <a:avLst/>
            </a:prstGeom>
            <a:solidFill>
              <a:srgbClr val="009E73"/>
            </a:solidFill>
            <a:ln w="0">
              <a:noFill/>
              <a:prstDash val="solid"/>
            </a:ln>
          </p:spPr>
        </p:sp>
        <p:sp>
          <p:nvSpPr>
            <p:cNvPr id="87" name="C_fixed_ref_B">
              <a:extLst>
                <a:ext uri="{FF2B5EF4-FFF2-40B4-BE49-F238E27FC236}">
                  <ns2:creationId id="{8658B63E-7274-4229-B120-6DB2BDC2D1A4}"/>
                </a:ext>
              </a:extLst>
            </p:cNvPr>
            <p:cNvSpPr>
              <a:spLocks noGrp="1"/>
            </p:cNvSpPr>
            <p:nvPr/>
          </p:nvSpPr>
          <p:spPr>
            <a:xfrm rot="0" flipH="0" flipV="0">
              <a:off x="7777711" y="5105400"/>
              <a:ext cx="161925" cy="161925"/>
            </a:xfrm>
            <a:prstGeom prst="triangle">
              <a:avLst/>
            </a:prstGeom>
            <a:solidFill>
              <a:srgbClr val="D55E00"/>
            </a:solidFill>
            <a:ln w="0">
              <a:noFill/>
              <a:prstDash val="solid"/>
            </a:ln>
          </p:spPr>
        </p:sp>
        <p:sp>
          <p:nvSpPr>
            <p:cNvPr id="88" name="B_lca_label">
              <a:extLst>
                <a:ext uri="{FF2B5EF4-FFF2-40B4-BE49-F238E27FC236}">
                  <ns2:creationId id="{EC6FC184-D354-4E91-9BDD-ADD95601E504}"/>
                </a:ext>
              </a:extLst>
            </p:cNvPr>
            <p:cNvSpPr>
              <a:spLocks noGrp="1"/>
            </p:cNvSpPr>
            <p:nvPr/>
          </p:nvSpPr>
          <p:spPr>
            <a:xfrm rot="0" flipH="0" flipV="0">
              <a:off x="2990850" y="2828925"/>
              <a:ext cx="1190625" cy="228600"/>
            </a:xfrm>
            <a:prstGeom prst="rect">
              <a:avLst/>
            </a:prstGeom>
            <a:noFill/>
            <a:ln w="0">
              <a:noFill/>
            </a:ln>
          </p:spPr>
          <p:txBody>
            <a:bodyPr wrap="none" lIns="0" tIns="0" rIns="0" bIns="0" anchor="ctr">
              <a:noAutofit/>
            </a:bodyPr>
            <a:lstStyle>
              <a:defPPr algn="l">
                <a:defRPr sz="1503" b="1">
                  <a:solidFill>
                    <a:srgbClr val="000000"/>
                  </a:solidFill>
                  <a:latin typeface="Arial"/>
                  <a:ea typeface="Arial"/>
                  <a:cs typeface="Arial"/>
                </a:defRPr>
              </a:defPPr>
              <a:lvl1pPr algn="l">
                <a:defRPr sz="1503" b="1">
                  <a:solidFill>
                    <a:srgbClr val="000000"/>
                  </a:solidFill>
                  <a:latin typeface="Arial"/>
                  <a:ea typeface="Arial"/>
                  <a:cs typeface="Arial"/>
                </a:defRPr>
              </a:lvl1pPr>
              <a:lvl2pPr algn="l">
                <a:defRPr sz="1503" b="1">
                  <a:solidFill>
                    <a:srgbClr val="000000"/>
                  </a:solidFill>
                  <a:latin typeface="Arial"/>
                  <a:ea typeface="Arial"/>
                  <a:cs typeface="Arial"/>
                </a:defRPr>
              </a:lvl2pPr>
              <a:lvl3pPr algn="l">
                <a:defRPr sz="1503" b="1">
                  <a:solidFill>
                    <a:srgbClr val="000000"/>
                  </a:solidFill>
                  <a:latin typeface="Arial"/>
                  <a:ea typeface="Arial"/>
                  <a:cs typeface="Arial"/>
                </a:defRPr>
              </a:lvl3pPr>
              <a:lvl4pPr algn="l">
                <a:defRPr sz="1503" b="1">
                  <a:solidFill>
                    <a:srgbClr val="000000"/>
                  </a:solidFill>
                  <a:latin typeface="Arial"/>
                  <a:ea typeface="Arial"/>
                  <a:cs typeface="Arial"/>
                </a:defRPr>
              </a:lvl4pPr>
              <a:lvl5pPr algn="l">
                <a:defRPr sz="1503" b="1">
                  <a:solidFill>
                    <a:srgbClr val="000000"/>
                  </a:solidFill>
                  <a:latin typeface="Arial"/>
                  <a:ea typeface="Arial"/>
                  <a:cs typeface="Arial"/>
                </a:defRPr>
              </a:lvl5pPr>
              <a:lvl6pPr algn="l">
                <a:defRPr sz="1503" b="1">
                  <a:solidFill>
                    <a:srgbClr val="000000"/>
                  </a:solidFill>
                  <a:latin typeface="Arial"/>
                  <a:ea typeface="Arial"/>
                  <a:cs typeface="Arial"/>
                </a:defRPr>
              </a:lvl6pPr>
              <a:lvl7pPr algn="l">
                <a:defRPr sz="1503" b="1">
                  <a:solidFill>
                    <a:srgbClr val="000000"/>
                  </a:solidFill>
                  <a:latin typeface="Arial"/>
                  <a:ea typeface="Arial"/>
                  <a:cs typeface="Arial"/>
                </a:defRPr>
              </a:lvl7pPr>
              <a:lvl8pPr algn="l">
                <a:defRPr sz="1503" b="1">
                  <a:solidFill>
                    <a:srgbClr val="000000"/>
                  </a:solidFill>
                  <a:latin typeface="Arial"/>
                  <a:ea typeface="Arial"/>
                  <a:cs typeface="Arial"/>
                </a:defRPr>
              </a:lvl8pPr>
              <a:lvl9pPr algn="l">
                <a:defRPr sz="1503" b="1">
                  <a:solidFill>
                    <a:srgbClr val="000000"/>
                  </a:solidFill>
                  <a:latin typeface="Arial"/>
                  <a:ea typeface="Arial"/>
                  <a:cs typeface="Arial"/>
                </a:defRPr>
              </a:lvl9pPr>
            </a:lstStyle>
            <a:p>
              <a:pPr algn="l">
                <a:defRPr sz="1503" b="1">
                  <a:solidFill>
                    <a:srgbClr val="000000"/>
                  </a:solidFill>
                  <a:latin typeface="Arial"/>
                  <a:ea typeface="Arial"/>
                  <a:cs typeface="Arial"/>
                </a:defRPr>
              </a:pPr>
              <a:r>
                <a:rPr sz="1503" b="1">
                  <a:solidFill>
                    <a:srgbClr val="000000"/>
                  </a:solidFill>
                  <a:latin typeface="Arial"/>
                  <a:ea typeface="Arial"/>
                  <a:cs typeface="Arial"/>
                </a:rPr>
                <a:t>LCA</a:t>
              </a:r>
            </a:p>
          </p:txBody>
        </p:sp>
        <p:sp>
          <p:nvSpPr>
            <p:cNvPr id="89" name="B_lca_cost">
              <a:extLst>
                <a:ext uri="{FF2B5EF4-FFF2-40B4-BE49-F238E27FC236}">
                  <ns2:creationId id="{D9E9A36D-1009-4D25-A7B5-D48D27AF7F2F}"/>
                </a:ext>
              </a:extLst>
            </p:cNvPr>
            <p:cNvSpPr>
              <a:spLocks noGrp="1"/>
            </p:cNvSpPr>
            <p:nvPr/>
          </p:nvSpPr>
          <p:spPr>
            <a:xfrm rot="0" flipH="0" flipV="0">
              <a:off x="2990850" y="3048000"/>
              <a:ext cx="1190625" cy="228600"/>
            </a:xfrm>
            <a:prstGeom prst="rect">
              <a:avLst/>
            </a:prstGeom>
            <a:noFill/>
            <a:ln w="0">
              <a:noFill/>
            </a:ln>
          </p:spPr>
          <p:txBody>
            <a:bodyPr wrap="none" lIns="0" tIns="0" rIns="0" bIns="0" anchor="ctr">
              <a:noAutofit/>
            </a:bodyPr>
            <a:lstStyle>
              <a:defPPr algn="l">
                <a:defRPr sz="1670" b="0">
                  <a:solidFill>
                    <a:srgbClr val="000000"/>
                  </a:solidFill>
                  <a:latin typeface="Arial"/>
                  <a:ea typeface="Arial"/>
                  <a:cs typeface="Arial"/>
                </a:defRPr>
              </a:defPPr>
              <a:lvl1pPr algn="l">
                <a:defRPr sz="1670" b="0">
                  <a:solidFill>
                    <a:srgbClr val="000000"/>
                  </a:solidFill>
                  <a:latin typeface="Arial"/>
                  <a:ea typeface="Arial"/>
                  <a:cs typeface="Arial"/>
                </a:defRPr>
              </a:lvl1pPr>
              <a:lvl2pPr algn="l">
                <a:defRPr sz="1670" b="0">
                  <a:solidFill>
                    <a:srgbClr val="000000"/>
                  </a:solidFill>
                  <a:latin typeface="Arial"/>
                  <a:ea typeface="Arial"/>
                  <a:cs typeface="Arial"/>
                </a:defRPr>
              </a:lvl2pPr>
              <a:lvl3pPr algn="l">
                <a:defRPr sz="1670" b="0">
                  <a:solidFill>
                    <a:srgbClr val="000000"/>
                  </a:solidFill>
                  <a:latin typeface="Arial"/>
                  <a:ea typeface="Arial"/>
                  <a:cs typeface="Arial"/>
                </a:defRPr>
              </a:lvl3pPr>
              <a:lvl4pPr algn="l">
                <a:defRPr sz="1670" b="0">
                  <a:solidFill>
                    <a:srgbClr val="000000"/>
                  </a:solidFill>
                  <a:latin typeface="Arial"/>
                  <a:ea typeface="Arial"/>
                  <a:cs typeface="Arial"/>
                </a:defRPr>
              </a:lvl4pPr>
              <a:lvl5pPr algn="l">
                <a:defRPr sz="1670" b="0">
                  <a:solidFill>
                    <a:srgbClr val="000000"/>
                  </a:solidFill>
                  <a:latin typeface="Arial"/>
                  <a:ea typeface="Arial"/>
                  <a:cs typeface="Arial"/>
                </a:defRPr>
              </a:lvl5pPr>
              <a:lvl6pPr algn="l">
                <a:defRPr sz="1670" b="0">
                  <a:solidFill>
                    <a:srgbClr val="000000"/>
                  </a:solidFill>
                  <a:latin typeface="Arial"/>
                  <a:ea typeface="Arial"/>
                  <a:cs typeface="Arial"/>
                </a:defRPr>
              </a:lvl6pPr>
              <a:lvl7pPr algn="l">
                <a:defRPr sz="1670" b="0">
                  <a:solidFill>
                    <a:srgbClr val="000000"/>
                  </a:solidFill>
                  <a:latin typeface="Arial"/>
                  <a:ea typeface="Arial"/>
                  <a:cs typeface="Arial"/>
                </a:defRPr>
              </a:lvl7pPr>
              <a:lvl8pPr algn="l">
                <a:defRPr sz="1670" b="0">
                  <a:solidFill>
                    <a:srgbClr val="000000"/>
                  </a:solidFill>
                  <a:latin typeface="Arial"/>
                  <a:ea typeface="Arial"/>
                  <a:cs typeface="Arial"/>
                </a:defRPr>
              </a:lvl8pPr>
              <a:lvl9pPr algn="l">
                <a:defRPr sz="1670" b="0">
                  <a:solidFill>
                    <a:srgbClr val="000000"/>
                  </a:solidFill>
                  <a:latin typeface="Arial"/>
                  <a:ea typeface="Arial"/>
                  <a:cs typeface="Arial"/>
                </a:defRPr>
              </a:lvl9pPr>
            </a:lstStyle>
            <a:p>
              <a:pPr algn="l">
                <a:defRPr sz="1670" b="0">
                  <a:solidFill>
                    <a:srgbClr val="000000"/>
                  </a:solidFill>
                  <a:latin typeface="Arial"/>
                  <a:ea typeface="Arial"/>
                  <a:cs typeface="Arial"/>
                </a:defRPr>
              </a:pPr>
              <a:r>
                <a:rPr sz="1670" b="0">
                  <a:solidFill>
                    <a:srgbClr val="000000"/>
                  </a:solidFill>
                  <a:latin typeface="Arial"/>
                  <a:ea typeface="Arial"/>
                  <a:cs typeface="Arial"/>
                </a:rPr>
                <a:t>d</a:t>
              </a:r>
              <a:r>
                <a:rPr sz="1113" b="0" baseline="-25000">
                  <a:solidFill>
                    <a:srgbClr val="000000"/>
                  </a:solidFill>
                  <a:latin typeface="Arial"/>
                  <a:ea typeface="Arial"/>
                  <a:cs typeface="Arial"/>
                </a:rPr>
                <a:t>top</a:t>
              </a:r>
              <a:r>
                <a:rPr sz="1670" b="0">
                  <a:solidFill>
                    <a:srgbClr val="000000"/>
                  </a:solidFill>
                  <a:latin typeface="Arial"/>
                  <a:ea typeface="Arial"/>
                  <a:cs typeface="Arial"/>
                </a:rPr>
                <a:t> = γ</a:t>
              </a:r>
            </a:p>
          </p:txBody>
        </p:sp>
        <p:sp>
          <p:nvSpPr>
            <p:cNvPr id="90" name="C_opt_label">
              <a:extLst>
                <a:ext uri="{FF2B5EF4-FFF2-40B4-BE49-F238E27FC236}">
                  <ns2:creationId id="{4D9339E2-6E88-40B6-A895-37D37B2A6F1D}"/>
                </a:ext>
              </a:extLst>
            </p:cNvPr>
            <p:cNvSpPr>
              <a:spLocks noGrp="1"/>
            </p:cNvSpPr>
            <p:nvPr/>
          </p:nvSpPr>
          <p:spPr>
            <a:xfrm rot="0" flipH="0" flipV="0">
              <a:off x="7324725" y="2828925"/>
              <a:ext cx="1190625" cy="228600"/>
            </a:xfrm>
            <a:prstGeom prst="rect">
              <a:avLst/>
            </a:prstGeom>
            <a:noFill/>
            <a:ln w="0">
              <a:noFill/>
            </a:ln>
          </p:spPr>
          <p:txBody>
            <a:bodyPr wrap="none" lIns="0" tIns="0" rIns="0" bIns="0" anchor="ctr">
              <a:noAutofit/>
            </a:bodyPr>
            <a:lstStyle>
              <a:defPPr algn="l">
                <a:defRPr sz="1503" b="1">
                  <a:solidFill>
                    <a:srgbClr val="000000"/>
                  </a:solidFill>
                  <a:latin typeface="Arial"/>
                  <a:ea typeface="Arial"/>
                  <a:cs typeface="Arial"/>
                </a:defRPr>
              </a:defPPr>
              <a:lvl1pPr algn="l">
                <a:defRPr sz="1503" b="1">
                  <a:solidFill>
                    <a:srgbClr val="000000"/>
                  </a:solidFill>
                  <a:latin typeface="Arial"/>
                  <a:ea typeface="Arial"/>
                  <a:cs typeface="Arial"/>
                </a:defRPr>
              </a:lvl1pPr>
              <a:lvl2pPr algn="l">
                <a:defRPr sz="1503" b="1">
                  <a:solidFill>
                    <a:srgbClr val="000000"/>
                  </a:solidFill>
                  <a:latin typeface="Arial"/>
                  <a:ea typeface="Arial"/>
                  <a:cs typeface="Arial"/>
                </a:defRPr>
              </a:lvl2pPr>
              <a:lvl3pPr algn="l">
                <a:defRPr sz="1503" b="1">
                  <a:solidFill>
                    <a:srgbClr val="000000"/>
                  </a:solidFill>
                  <a:latin typeface="Arial"/>
                  <a:ea typeface="Arial"/>
                  <a:cs typeface="Arial"/>
                </a:defRPr>
              </a:lvl3pPr>
              <a:lvl4pPr algn="l">
                <a:defRPr sz="1503" b="1">
                  <a:solidFill>
                    <a:srgbClr val="000000"/>
                  </a:solidFill>
                  <a:latin typeface="Arial"/>
                  <a:ea typeface="Arial"/>
                  <a:cs typeface="Arial"/>
                </a:defRPr>
              </a:lvl4pPr>
              <a:lvl5pPr algn="l">
                <a:defRPr sz="1503" b="1">
                  <a:solidFill>
                    <a:srgbClr val="000000"/>
                  </a:solidFill>
                  <a:latin typeface="Arial"/>
                  <a:ea typeface="Arial"/>
                  <a:cs typeface="Arial"/>
                </a:defRPr>
              </a:lvl5pPr>
              <a:lvl6pPr algn="l">
                <a:defRPr sz="1503" b="1">
                  <a:solidFill>
                    <a:srgbClr val="000000"/>
                  </a:solidFill>
                  <a:latin typeface="Arial"/>
                  <a:ea typeface="Arial"/>
                  <a:cs typeface="Arial"/>
                </a:defRPr>
              </a:lvl6pPr>
              <a:lvl7pPr algn="l">
                <a:defRPr sz="1503" b="1">
                  <a:solidFill>
                    <a:srgbClr val="000000"/>
                  </a:solidFill>
                  <a:latin typeface="Arial"/>
                  <a:ea typeface="Arial"/>
                  <a:cs typeface="Arial"/>
                </a:defRPr>
              </a:lvl7pPr>
              <a:lvl8pPr algn="l">
                <a:defRPr sz="1503" b="1">
                  <a:solidFill>
                    <a:srgbClr val="000000"/>
                  </a:solidFill>
                  <a:latin typeface="Arial"/>
                  <a:ea typeface="Arial"/>
                  <a:cs typeface="Arial"/>
                </a:defRPr>
              </a:lvl8pPr>
              <a:lvl9pPr algn="l">
                <a:defRPr sz="1503" b="1">
                  <a:solidFill>
                    <a:srgbClr val="000000"/>
                  </a:solidFill>
                  <a:latin typeface="Arial"/>
                  <a:ea typeface="Arial"/>
                  <a:cs typeface="Arial"/>
                </a:defRPr>
              </a:lvl9pPr>
            </a:lstStyle>
            <a:p>
              <a:pPr algn="l">
                <a:defRPr sz="1503" b="1">
                  <a:solidFill>
                    <a:srgbClr val="000000"/>
                  </a:solidFill>
                  <a:latin typeface="Arial"/>
                  <a:ea typeface="Arial"/>
                  <a:cs typeface="Arial"/>
                </a:defRPr>
              </a:pPr>
              <a:r>
                <a:rPr sz="1503" b="1">
                  <a:solidFill>
                    <a:srgbClr val="000000"/>
                  </a:solidFill>
                  <a:latin typeface="Arial"/>
                  <a:ea typeface="Arial"/>
                  <a:cs typeface="Arial"/>
                </a:rPr>
                <a:t>Optimal</a:t>
              </a:r>
            </a:p>
          </p:txBody>
        </p:sp>
        <p:sp>
          <p:nvSpPr>
            <p:cNvPr id="91" name="C_opt_cost">
              <a:extLst>
                <a:ext uri="{FF2B5EF4-FFF2-40B4-BE49-F238E27FC236}">
                  <ns2:creationId id="{23DE1EC7-2FB3-40C8-8262-A2B0C4A7307E}"/>
                </a:ext>
              </a:extLst>
            </p:cNvPr>
            <p:cNvSpPr>
              <a:spLocks noGrp="1"/>
            </p:cNvSpPr>
            <p:nvPr/>
          </p:nvSpPr>
          <p:spPr>
            <a:xfrm rot="0" flipH="0" flipV="0">
              <a:off x="7324725" y="3048000"/>
              <a:ext cx="1190625" cy="228600"/>
            </a:xfrm>
            <a:prstGeom prst="rect">
              <a:avLst/>
            </a:prstGeom>
            <a:noFill/>
            <a:ln w="0">
              <a:noFill/>
            </a:ln>
          </p:spPr>
          <p:txBody>
            <a:bodyPr wrap="none" lIns="0" tIns="0" rIns="0" bIns="0" anchor="ctr">
              <a:noAutofit/>
            </a:bodyPr>
            <a:lstStyle>
              <a:defPPr algn="l">
                <a:defRPr sz="1670" b="0">
                  <a:solidFill>
                    <a:srgbClr val="000000"/>
                  </a:solidFill>
                  <a:latin typeface="Arial"/>
                  <a:ea typeface="Arial"/>
                  <a:cs typeface="Arial"/>
                </a:defRPr>
              </a:defPPr>
              <a:lvl1pPr algn="l">
                <a:defRPr sz="1670" b="0">
                  <a:solidFill>
                    <a:srgbClr val="000000"/>
                  </a:solidFill>
                  <a:latin typeface="Arial"/>
                  <a:ea typeface="Arial"/>
                  <a:cs typeface="Arial"/>
                </a:defRPr>
              </a:lvl1pPr>
              <a:lvl2pPr algn="l">
                <a:defRPr sz="1670" b="0">
                  <a:solidFill>
                    <a:srgbClr val="000000"/>
                  </a:solidFill>
                  <a:latin typeface="Arial"/>
                  <a:ea typeface="Arial"/>
                  <a:cs typeface="Arial"/>
                </a:defRPr>
              </a:lvl2pPr>
              <a:lvl3pPr algn="l">
                <a:defRPr sz="1670" b="0">
                  <a:solidFill>
                    <a:srgbClr val="000000"/>
                  </a:solidFill>
                  <a:latin typeface="Arial"/>
                  <a:ea typeface="Arial"/>
                  <a:cs typeface="Arial"/>
                </a:defRPr>
              </a:lvl3pPr>
              <a:lvl4pPr algn="l">
                <a:defRPr sz="1670" b="0">
                  <a:solidFill>
                    <a:srgbClr val="000000"/>
                  </a:solidFill>
                  <a:latin typeface="Arial"/>
                  <a:ea typeface="Arial"/>
                  <a:cs typeface="Arial"/>
                </a:defRPr>
              </a:lvl4pPr>
              <a:lvl5pPr algn="l">
                <a:defRPr sz="1670" b="0">
                  <a:solidFill>
                    <a:srgbClr val="000000"/>
                  </a:solidFill>
                  <a:latin typeface="Arial"/>
                  <a:ea typeface="Arial"/>
                  <a:cs typeface="Arial"/>
                </a:defRPr>
              </a:lvl5pPr>
              <a:lvl6pPr algn="l">
                <a:defRPr sz="1670" b="0">
                  <a:solidFill>
                    <a:srgbClr val="000000"/>
                  </a:solidFill>
                  <a:latin typeface="Arial"/>
                  <a:ea typeface="Arial"/>
                  <a:cs typeface="Arial"/>
                </a:defRPr>
              </a:lvl6pPr>
              <a:lvl7pPr algn="l">
                <a:defRPr sz="1670" b="0">
                  <a:solidFill>
                    <a:srgbClr val="000000"/>
                  </a:solidFill>
                  <a:latin typeface="Arial"/>
                  <a:ea typeface="Arial"/>
                  <a:cs typeface="Arial"/>
                </a:defRPr>
              </a:lvl7pPr>
              <a:lvl8pPr algn="l">
                <a:defRPr sz="1670" b="0">
                  <a:solidFill>
                    <a:srgbClr val="000000"/>
                  </a:solidFill>
                  <a:latin typeface="Arial"/>
                  <a:ea typeface="Arial"/>
                  <a:cs typeface="Arial"/>
                </a:defRPr>
              </a:lvl8pPr>
              <a:lvl9pPr algn="l">
                <a:defRPr sz="1670" b="0">
                  <a:solidFill>
                    <a:srgbClr val="000000"/>
                  </a:solidFill>
                  <a:latin typeface="Arial"/>
                  <a:ea typeface="Arial"/>
                  <a:cs typeface="Arial"/>
                </a:defRPr>
              </a:lvl9pPr>
            </a:lstStyle>
            <a:p>
              <a:pPr algn="l">
                <a:defRPr sz="1670" b="0">
                  <a:solidFill>
                    <a:srgbClr val="000000"/>
                  </a:solidFill>
                  <a:latin typeface="Arial"/>
                  <a:ea typeface="Arial"/>
                  <a:cs typeface="Arial"/>
                </a:defRPr>
              </a:pPr>
              <a:r>
                <a:rPr sz="1670" b="0">
                  <a:solidFill>
                    <a:srgbClr val="000000"/>
                  </a:solidFill>
                  <a:latin typeface="Arial"/>
                  <a:ea typeface="Arial"/>
                  <a:cs typeface="Arial"/>
                </a:rPr>
                <a:t>d</a:t>
              </a:r>
              <a:r>
                <a:rPr sz="1113" b="0" baseline="-25000">
                  <a:solidFill>
                    <a:srgbClr val="000000"/>
                  </a:solidFill>
                  <a:latin typeface="Arial"/>
                  <a:ea typeface="Arial"/>
                  <a:cs typeface="Arial"/>
                </a:rPr>
                <a:t>top</a:t>
              </a:r>
              <a:r>
                <a:rPr sz="1670" b="0">
                  <a:solidFill>
                    <a:srgbClr val="000000"/>
                  </a:solidFill>
                  <a:latin typeface="Arial"/>
                  <a:ea typeface="Arial"/>
                  <a:cs typeface="Arial"/>
                </a:rPr>
                <a:t> = γ/2</a:t>
              </a:r>
            </a:p>
          </p:txBody>
        </p:sp>
        <p:sp>
          <p:nvSpPr>
            <p:cNvPr id="92" name="legend_baseline_sample">
              <a:extLst>
                <a:ext uri="{FF2B5EF4-FFF2-40B4-BE49-F238E27FC236}">
                  <ns2:creationId id="{173C0D25-81EA-4140-A692-38A05845A15A}"/>
                </a:ext>
              </a:extLst>
            </p:cNvPr>
            <p:cNvSpPr>
              <a:spLocks noGrp="1"/>
            </p:cNvSpPr>
            <p:nvPr/>
          </p:nvSpPr>
          <p:spPr>
            <a:xfrm rot="0" flipH="0" flipV="0">
              <a:off x="2686050" y="2724150"/>
              <a:ext cx="228600" cy="953"/>
            </a:xfrm>
            <a:custGeom>
              <a:pathLst>
                <a:path w="333375" h="953">
                  <a:moveTo>
                    <a:pt x="0" y="0"/>
                  </a:moveTo>
                  <a:lnTo>
                    <a:pt x="333375" y="953"/>
                  </a:lnTo>
                </a:path>
              </a:pathLst>
            </a:custGeom>
            <a:noFill/>
            <a:ln w="25444">
              <a:solidFill>
                <a:srgbClr val="92A5B1"/>
              </a:solidFill>
              <a:prstDash val="dash"/>
            </a:ln>
          </p:spPr>
        </p:sp>
        <p:sp>
          <p:nvSpPr>
            <p:cNvPr id="93" name="legend_baseline_text">
              <a:extLst>
                <a:ext uri="{FF2B5EF4-FFF2-40B4-BE49-F238E27FC236}">
                  <ns2:creationId id="{D6B67A97-C801-48F4-B958-75CD015FB5C0}"/>
                </a:ext>
              </a:extLst>
            </p:cNvPr>
            <p:cNvSpPr>
              <a:spLocks noGrp="1"/>
            </p:cNvSpPr>
            <p:nvPr/>
          </p:nvSpPr>
          <p:spPr>
            <a:xfrm rot="0" flipH="0" flipV="0">
              <a:off x="2990850" y="2609850"/>
              <a:ext cx="1190625" cy="228600"/>
            </a:xfrm>
            <a:prstGeom prst="rect">
              <a:avLst/>
            </a:prstGeom>
            <a:noFill/>
            <a:ln w="0">
              <a:noFill/>
            </a:ln>
          </p:spPr>
          <p:txBody>
            <a:bodyPr wrap="none" lIns="0" tIns="0" rIns="0" bIns="0" anchor="ctr">
              <a:noAutofit/>
            </a:bodyPr>
            <a:lstStyle>
              <a:defPPr algn="l">
                <a:defRPr sz="1503" b="0">
                  <a:solidFill>
                    <a:srgbClr val="000000"/>
                  </a:solidFill>
                  <a:latin typeface="Arial"/>
                  <a:ea typeface="Arial"/>
                  <a:cs typeface="Arial"/>
                </a:defRPr>
              </a:defPPr>
              <a:lvl1pPr algn="l">
                <a:defRPr sz="1503" b="0">
                  <a:solidFill>
                    <a:srgbClr val="000000"/>
                  </a:solidFill>
                  <a:latin typeface="Arial"/>
                  <a:ea typeface="Arial"/>
                  <a:cs typeface="Arial"/>
                </a:defRPr>
              </a:lvl1pPr>
              <a:lvl2pPr algn="l">
                <a:defRPr sz="1503" b="0">
                  <a:solidFill>
                    <a:srgbClr val="000000"/>
                  </a:solidFill>
                  <a:latin typeface="Arial"/>
                  <a:ea typeface="Arial"/>
                  <a:cs typeface="Arial"/>
                </a:defRPr>
              </a:lvl2pPr>
              <a:lvl3pPr algn="l">
                <a:defRPr sz="1503" b="0">
                  <a:solidFill>
                    <a:srgbClr val="000000"/>
                  </a:solidFill>
                  <a:latin typeface="Arial"/>
                  <a:ea typeface="Arial"/>
                  <a:cs typeface="Arial"/>
                </a:defRPr>
              </a:lvl3pPr>
              <a:lvl4pPr algn="l">
                <a:defRPr sz="1503" b="0">
                  <a:solidFill>
                    <a:srgbClr val="000000"/>
                  </a:solidFill>
                  <a:latin typeface="Arial"/>
                  <a:ea typeface="Arial"/>
                  <a:cs typeface="Arial"/>
                </a:defRPr>
              </a:lvl4pPr>
              <a:lvl5pPr algn="l">
                <a:defRPr sz="1503" b="0">
                  <a:solidFill>
                    <a:srgbClr val="000000"/>
                  </a:solidFill>
                  <a:latin typeface="Arial"/>
                  <a:ea typeface="Arial"/>
                  <a:cs typeface="Arial"/>
                </a:defRPr>
              </a:lvl5pPr>
              <a:lvl6pPr algn="l">
                <a:defRPr sz="1503" b="0">
                  <a:solidFill>
                    <a:srgbClr val="000000"/>
                  </a:solidFill>
                  <a:latin typeface="Arial"/>
                  <a:ea typeface="Arial"/>
                  <a:cs typeface="Arial"/>
                </a:defRPr>
              </a:lvl6pPr>
              <a:lvl7pPr algn="l">
                <a:defRPr sz="1503" b="0">
                  <a:solidFill>
                    <a:srgbClr val="000000"/>
                  </a:solidFill>
                  <a:latin typeface="Arial"/>
                  <a:ea typeface="Arial"/>
                  <a:cs typeface="Arial"/>
                </a:defRPr>
              </a:lvl7pPr>
              <a:lvl8pPr algn="l">
                <a:defRPr sz="1503" b="0">
                  <a:solidFill>
                    <a:srgbClr val="000000"/>
                  </a:solidFill>
                  <a:latin typeface="Arial"/>
                  <a:ea typeface="Arial"/>
                  <a:cs typeface="Arial"/>
                </a:defRPr>
              </a:lvl8pPr>
              <a:lvl9pPr algn="l">
                <a:defRPr sz="1503" b="0">
                  <a:solidFill>
                    <a:srgbClr val="000000"/>
                  </a:solidFill>
                  <a:latin typeface="Arial"/>
                  <a:ea typeface="Arial"/>
                  <a:cs typeface="Arial"/>
                </a:defRPr>
              </a:lvl9pPr>
            </a:lstStyle>
            <a:p>
              <a:pPr algn="l">
                <a:defRPr sz="1503" b="0">
                  <a:solidFill>
                    <a:srgbClr val="000000"/>
                  </a:solidFill>
                  <a:latin typeface="Arial"/>
                  <a:ea typeface="Arial"/>
                  <a:cs typeface="Arial"/>
                </a:defRPr>
              </a:pPr>
              <a:r>
                <a:rPr sz="1503" b="0">
                  <a:solidFill>
                    <a:srgbClr val="000000"/>
                  </a:solidFill>
                  <a:latin typeface="Arial"/>
                  <a:ea typeface="Arial"/>
                  <a:cs typeface="Arial"/>
                </a:rPr>
                <a:t>Baseline</a:t>
              </a:r>
            </a:p>
          </p:txBody>
        </p:sp>
        <p:sp>
          <p:nvSpPr>
            <p:cNvPr id="94" name="legend_lca_sample">
              <a:extLst>
                <a:ext uri="{FF2B5EF4-FFF2-40B4-BE49-F238E27FC236}">
                  <ns2:creationId id="{4B48C03D-1724-485B-A2DA-FC5D5DEA26B5}"/>
                </a:ext>
              </a:extLst>
            </p:cNvPr>
            <p:cNvSpPr>
              <a:spLocks noGrp="1"/>
            </p:cNvSpPr>
            <p:nvPr/>
          </p:nvSpPr>
          <p:spPr>
            <a:xfrm rot="0" flipH="0" flipV="0">
              <a:off x="2686050" y="2943225"/>
              <a:ext cx="228600" cy="953"/>
            </a:xfrm>
            <a:custGeom>
              <a:pathLst>
                <a:path w="333375" h="953">
                  <a:moveTo>
                    <a:pt x="0" y="0"/>
                  </a:moveTo>
                  <a:lnTo>
                    <a:pt x="333375" y="953"/>
                  </a:lnTo>
                </a:path>
              </a:pathLst>
            </a:custGeom>
            <a:noFill/>
            <a:ln w="36753">
              <a:solidFill>
                <a:srgbClr val="CC79A7"/>
              </a:solidFill>
              <a:prstDash val="solid"/>
            </a:ln>
          </p:spPr>
        </p:sp>
        <p:sp>
          <p:nvSpPr>
            <p:cNvPr id="96" name="legend_opt_sample">
              <a:extLst>
                <a:ext uri="{FF2B5EF4-FFF2-40B4-BE49-F238E27FC236}">
                  <ns2:creationId id="{5AAD565F-978C-445D-9C2A-B3441F220600}"/>
                </a:ext>
              </a:extLst>
            </p:cNvPr>
            <p:cNvSpPr>
              <a:spLocks noGrp="1"/>
            </p:cNvSpPr>
            <p:nvPr/>
          </p:nvSpPr>
          <p:spPr>
            <a:xfrm rot="0" flipH="0" flipV="0">
              <a:off x="7019925" y="2943225"/>
              <a:ext cx="228600" cy="953"/>
            </a:xfrm>
            <a:custGeom>
              <a:pathLst>
                <a:path w="333375" h="953">
                  <a:moveTo>
                    <a:pt x="0" y="0"/>
                  </a:moveTo>
                  <a:lnTo>
                    <a:pt x="333375" y="953"/>
                  </a:lnTo>
                </a:path>
              </a:pathLst>
            </a:custGeom>
            <a:noFill/>
            <a:ln w="36753">
              <a:solidFill>
                <a:srgbClr val="009E73"/>
              </a:solidFill>
              <a:prstDash val="solid"/>
            </a:ln>
          </p:spPr>
        </p:sp>
        <p:cxnSp>
          <p:nvCxnSpPr>
            <p:cNvPr id="99" name="delta_B_AC_baseline_to_LCA">
              <a:extLst>
                <a:ext uri="{FF2B5EF4-FFF2-40B4-BE49-F238E27FC236}">
                  <ns2:creationId id="{2297A63F-1AD3-450C-925F-A7C1C26D2732}"/>
                </a:ext>
              </a:extLst>
            </p:cNvPr>
            <p:cNvCxnSpPr/>
            <p:nvPr/>
          </p:nvCxnSpPr>
          <p:spPr>
            <a:xfrm flipV="1">
              <a:off x="1736836" y="3872948"/>
              <a:ext cx="0" cy="446784"/>
            </a:xfrm>
            <a:prstGeom prst="straightConnector1">
              <a:avLst/>
            </a:prstGeom>
            <a:ln w="15903">
              <a:solidFill>
                <a:srgbClr val="CC79A7"/>
              </a:solidFill>
              <a:tailEnd type="triangle" w="sm" len="sm"/>
            </a:ln>
          </p:spPr>
        </p:cxnSp>
        <p:sp>
          <p:nvSpPr>
            <p:cNvPr id="100" name="delta_B_AC_value">
              <a:extLst>
                <a:ext uri="{FF2B5EF4-FFF2-40B4-BE49-F238E27FC236}">
                  <ns2:creationId id="{BBD1B77E-A4E0-49D5-872C-BBFCA108251F}"/>
                </a:ext>
              </a:extLst>
            </p:cNvPr>
            <p:cNvSpPr>
              <a:spLocks noGrp="1"/>
            </p:cNvSpPr>
            <p:nvPr/>
          </p:nvSpPr>
          <p:spPr>
            <a:xfrm>
              <a:off x="1451086" y="3590925"/>
              <a:ext cx="571500" cy="247650"/>
            </a:xfrm>
            <a:prstGeom prst="rect">
              <a:avLst/>
            </a:prstGeom>
            <a:noFill/>
            <a:ln w="0">
              <a:noFill/>
            </a:ln>
          </p:spPr>
          <p:txBody>
            <a:bodyPr wrap="none" lIns="0" tIns="0" rIns="0" bIns="0" anchor="ctr">
              <a:noAutofit/>
            </a:bodyPr>
            <a:lstStyle>
              <a:defPPr algn="ctr">
                <a:defRPr sz="1837" b="0">
                  <a:solidFill>
                    <a:srgbClr val="000000"/>
                  </a:solidFill>
                  <a:latin typeface="Arial"/>
                  <a:ea typeface="Arial"/>
                  <a:cs typeface="Arial"/>
                </a:defRPr>
              </a:defPPr>
              <a:lvl1pPr algn="ctr">
                <a:defRPr sz="1837" b="0">
                  <a:solidFill>
                    <a:srgbClr val="000000"/>
                  </a:solidFill>
                  <a:latin typeface="Arial"/>
                  <a:ea typeface="Arial"/>
                  <a:cs typeface="Arial"/>
                </a:defRPr>
              </a:lvl1pPr>
              <a:lvl2pPr algn="ctr">
                <a:defRPr sz="1837" b="0">
                  <a:solidFill>
                    <a:srgbClr val="000000"/>
                  </a:solidFill>
                  <a:latin typeface="Arial"/>
                  <a:ea typeface="Arial"/>
                  <a:cs typeface="Arial"/>
                </a:defRPr>
              </a:lvl2pPr>
              <a:lvl3pPr algn="ctr">
                <a:defRPr sz="1837" b="0">
                  <a:solidFill>
                    <a:srgbClr val="000000"/>
                  </a:solidFill>
                  <a:latin typeface="Arial"/>
                  <a:ea typeface="Arial"/>
                  <a:cs typeface="Arial"/>
                </a:defRPr>
              </a:lvl3pPr>
              <a:lvl4pPr algn="ctr">
                <a:defRPr sz="1837" b="0">
                  <a:solidFill>
                    <a:srgbClr val="000000"/>
                  </a:solidFill>
                  <a:latin typeface="Arial"/>
                  <a:ea typeface="Arial"/>
                  <a:cs typeface="Arial"/>
                </a:defRPr>
              </a:lvl4pPr>
              <a:lvl5pPr algn="ctr">
                <a:defRPr sz="1837" b="0">
                  <a:solidFill>
                    <a:srgbClr val="000000"/>
                  </a:solidFill>
                  <a:latin typeface="Arial"/>
                  <a:ea typeface="Arial"/>
                  <a:cs typeface="Arial"/>
                </a:defRPr>
              </a:lvl5pPr>
              <a:lvl6pPr algn="ctr">
                <a:defRPr sz="1837" b="0">
                  <a:solidFill>
                    <a:srgbClr val="000000"/>
                  </a:solidFill>
                  <a:latin typeface="Arial"/>
                  <a:ea typeface="Arial"/>
                  <a:cs typeface="Arial"/>
                </a:defRPr>
              </a:lvl6pPr>
              <a:lvl7pPr algn="ctr">
                <a:defRPr sz="1837" b="0">
                  <a:solidFill>
                    <a:srgbClr val="000000"/>
                  </a:solidFill>
                  <a:latin typeface="Arial"/>
                  <a:ea typeface="Arial"/>
                  <a:cs typeface="Arial"/>
                </a:defRPr>
              </a:lvl7pPr>
              <a:lvl8pPr algn="ctr">
                <a:defRPr sz="1837" b="0">
                  <a:solidFill>
                    <a:srgbClr val="000000"/>
                  </a:solidFill>
                  <a:latin typeface="Arial"/>
                  <a:ea typeface="Arial"/>
                  <a:cs typeface="Arial"/>
                </a:defRPr>
              </a:lvl8pPr>
              <a:lvl9pPr algn="ctr">
                <a:defRPr sz="1837" b="0">
                  <a:solidFill>
                    <a:srgbClr val="000000"/>
                  </a:solidFill>
                  <a:latin typeface="Arial"/>
                  <a:ea typeface="Arial"/>
                  <a:cs typeface="Arial"/>
                </a:defRPr>
              </a:lvl9pPr>
            </a:lstStyle>
            <a:p>
              <a:pPr algn="ctr">
                <a:defRPr sz="1837" b="0">
                  <a:solidFill>
                    <a:srgbClr val="000000"/>
                  </a:solidFill>
                  <a:latin typeface="Arial"/>
                  <a:ea typeface="Arial"/>
                  <a:cs typeface="Arial"/>
                </a:defRPr>
              </a:pPr>
              <a:r>
                <a:rPr sz="1837" b="0">
                  <a:solidFill>
                    <a:srgbClr val="000000"/>
                  </a:solidFill>
                  <a:latin typeface="Arial"/>
                  <a:ea typeface="Arial"/>
                  <a:cs typeface="Arial"/>
                </a:rPr>
                <a:t>+γ</a:t>
              </a:r>
            </a:p>
          </p:txBody>
        </p:sp>
        <p:sp>
          <p:nvSpPr>
            <p:cNvPr id="101" name="delta_B_CB_value">
              <a:extLst>
                <a:ext uri="{FF2B5EF4-FFF2-40B4-BE49-F238E27FC236}">
                  <ns2:creationId id="{E270D3BA-E0B1-43F9-890B-468D9E5ABAE8}"/>
                </a:ext>
              </a:extLst>
            </p:cNvPr>
            <p:cNvSpPr>
              <a:spLocks noGrp="1"/>
            </p:cNvSpPr>
            <p:nvPr/>
          </p:nvSpPr>
          <p:spPr>
            <a:xfrm>
              <a:off x="2748967" y="3590925"/>
              <a:ext cx="342900" cy="247650"/>
            </a:xfrm>
            <a:prstGeom prst="rect">
              <a:avLst/>
            </a:prstGeom>
            <a:noFill/>
            <a:ln w="0">
              <a:noFill/>
            </a:ln>
          </p:spPr>
          <p:txBody>
            <a:bodyPr wrap="none" lIns="0" tIns="0" rIns="0" bIns="0" anchor="ctr">
              <a:noAutofit/>
            </a:bodyPr>
            <a:lstStyle>
              <a:defPPr algn="ctr">
                <a:defRPr sz="1837" b="0">
                  <a:solidFill>
                    <a:srgbClr val="000000"/>
                  </a:solidFill>
                  <a:latin typeface="Arial"/>
                  <a:ea typeface="Arial"/>
                  <a:cs typeface="Arial"/>
                </a:defRPr>
              </a:defPPr>
              <a:lvl1pPr algn="ctr">
                <a:defRPr sz="1837" b="0">
                  <a:solidFill>
                    <a:srgbClr val="000000"/>
                  </a:solidFill>
                  <a:latin typeface="Arial"/>
                  <a:ea typeface="Arial"/>
                  <a:cs typeface="Arial"/>
                </a:defRPr>
              </a:lvl1pPr>
              <a:lvl2pPr algn="ctr">
                <a:defRPr sz="1837" b="0">
                  <a:solidFill>
                    <a:srgbClr val="000000"/>
                  </a:solidFill>
                  <a:latin typeface="Arial"/>
                  <a:ea typeface="Arial"/>
                  <a:cs typeface="Arial"/>
                </a:defRPr>
              </a:lvl2pPr>
              <a:lvl3pPr algn="ctr">
                <a:defRPr sz="1837" b="0">
                  <a:solidFill>
                    <a:srgbClr val="000000"/>
                  </a:solidFill>
                  <a:latin typeface="Arial"/>
                  <a:ea typeface="Arial"/>
                  <a:cs typeface="Arial"/>
                </a:defRPr>
              </a:lvl3pPr>
              <a:lvl4pPr algn="ctr">
                <a:defRPr sz="1837" b="0">
                  <a:solidFill>
                    <a:srgbClr val="000000"/>
                  </a:solidFill>
                  <a:latin typeface="Arial"/>
                  <a:ea typeface="Arial"/>
                  <a:cs typeface="Arial"/>
                </a:defRPr>
              </a:lvl4pPr>
              <a:lvl5pPr algn="ctr">
                <a:defRPr sz="1837" b="0">
                  <a:solidFill>
                    <a:srgbClr val="000000"/>
                  </a:solidFill>
                  <a:latin typeface="Arial"/>
                  <a:ea typeface="Arial"/>
                  <a:cs typeface="Arial"/>
                </a:defRPr>
              </a:lvl5pPr>
              <a:lvl6pPr algn="ctr">
                <a:defRPr sz="1837" b="0">
                  <a:solidFill>
                    <a:srgbClr val="000000"/>
                  </a:solidFill>
                  <a:latin typeface="Arial"/>
                  <a:ea typeface="Arial"/>
                  <a:cs typeface="Arial"/>
                </a:defRPr>
              </a:lvl6pPr>
              <a:lvl7pPr algn="ctr">
                <a:defRPr sz="1837" b="0">
                  <a:solidFill>
                    <a:srgbClr val="000000"/>
                  </a:solidFill>
                  <a:latin typeface="Arial"/>
                  <a:ea typeface="Arial"/>
                  <a:cs typeface="Arial"/>
                </a:defRPr>
              </a:lvl7pPr>
              <a:lvl8pPr algn="ctr">
                <a:defRPr sz="1837" b="0">
                  <a:solidFill>
                    <a:srgbClr val="000000"/>
                  </a:solidFill>
                  <a:latin typeface="Arial"/>
                  <a:ea typeface="Arial"/>
                  <a:cs typeface="Arial"/>
                </a:defRPr>
              </a:lvl8pPr>
              <a:lvl9pPr algn="ctr">
                <a:defRPr sz="1837" b="0">
                  <a:solidFill>
                    <a:srgbClr val="000000"/>
                  </a:solidFill>
                  <a:latin typeface="Arial"/>
                  <a:ea typeface="Arial"/>
                  <a:cs typeface="Arial"/>
                </a:defRPr>
              </a:lvl9pPr>
            </a:lstStyle>
            <a:p>
              <a:pPr algn="ctr">
                <a:defRPr sz="1837" b="0">
                  <a:solidFill>
                    <a:srgbClr val="000000"/>
                  </a:solidFill>
                  <a:latin typeface="Arial"/>
                  <a:ea typeface="Arial"/>
                  <a:cs typeface="Arial"/>
                </a:defRPr>
              </a:pPr>
              <a:r>
                <a:rPr sz="1837" b="0">
                  <a:solidFill>
                    <a:srgbClr val="000000"/>
                  </a:solidFill>
                  <a:latin typeface="Arial"/>
                  <a:ea typeface="Arial"/>
                  <a:cs typeface="Arial"/>
                </a:rPr>
                <a:t>0</a:t>
              </a:r>
            </a:p>
          </p:txBody>
        </p:sp>
        <p:cxnSp>
          <p:nvCxnSpPr>
            <p:cNvPr id="102" name="delta_C_AC_baseline_to_optimal">
              <a:extLst>
                <a:ext uri="{FF2B5EF4-FFF2-40B4-BE49-F238E27FC236}">
                  <ns2:creationId id="{B3380CC7-CA9B-4BAB-AFF0-B5FEFF75151A}"/>
                </a:ext>
              </a:extLst>
            </p:cNvPr>
            <p:cNvCxnSpPr/>
            <p:nvPr/>
          </p:nvCxnSpPr>
          <p:spPr>
            <a:xfrm flipV="1">
              <a:off x="6070711" y="4096340"/>
              <a:ext cx="0" cy="223392"/>
            </a:xfrm>
            <a:prstGeom prst="straightConnector1">
              <a:avLst/>
            </a:prstGeom>
            <a:ln w="15903">
              <a:solidFill>
                <a:srgbClr val="009E73"/>
              </a:solidFill>
              <a:tailEnd type="triangle" w="sm" len="sm"/>
            </a:ln>
          </p:spPr>
        </p:cxnSp>
        <p:cxnSp>
          <p:nvCxnSpPr>
            <p:cNvPr id="103" name="delta_C_CB_baseline_to_optimal">
              <a:extLst>
                <a:ext uri="{FF2B5EF4-FFF2-40B4-BE49-F238E27FC236}">
                  <ns2:creationId id="{2B070BF7-51E4-4B48-BB0E-886F59BF40C9}"/>
                </a:ext>
              </a:extLst>
            </p:cNvPr>
            <p:cNvCxnSpPr/>
            <p:nvPr/>
          </p:nvCxnSpPr>
          <p:spPr>
            <a:xfrm flipV="0">
              <a:off x="7254292" y="3872948"/>
              <a:ext cx="0" cy="223392"/>
            </a:xfrm>
            <a:prstGeom prst="straightConnector1">
              <a:avLst/>
            </a:prstGeom>
            <a:ln w="15903">
              <a:solidFill>
                <a:srgbClr val="009E73"/>
              </a:solidFill>
              <a:tailEnd type="triangle" w="sm" len="sm"/>
            </a:ln>
          </p:spPr>
        </p:cxnSp>
        <p:sp>
          <p:nvSpPr>
            <p:cNvPr id="104" name="delta_C_AC_value">
              <a:extLst>
                <a:ext uri="{FF2B5EF4-FFF2-40B4-BE49-F238E27FC236}">
                  <ns2:creationId id="{2FC92CA9-6223-4FE5-A9EF-A52273FF9628}"/>
                </a:ext>
              </a:extLst>
            </p:cNvPr>
            <p:cNvSpPr>
              <a:spLocks noGrp="1"/>
            </p:cNvSpPr>
            <p:nvPr/>
          </p:nvSpPr>
          <p:spPr>
            <a:xfrm>
              <a:off x="5737336" y="3590925"/>
              <a:ext cx="666750" cy="247650"/>
            </a:xfrm>
            <a:prstGeom prst="rect">
              <a:avLst/>
            </a:prstGeom>
            <a:noFill/>
            <a:ln w="0">
              <a:noFill/>
            </a:ln>
          </p:spPr>
          <p:txBody>
            <a:bodyPr wrap="none" lIns="0" tIns="0" rIns="0" bIns="0" anchor="ctr">
              <a:noAutofit/>
            </a:bodyPr>
            <a:lstStyle>
              <a:defPPr algn="ctr">
                <a:defRPr sz="1837" b="0">
                  <a:solidFill>
                    <a:srgbClr val="000000"/>
                  </a:solidFill>
                  <a:latin typeface="Arial"/>
                  <a:ea typeface="Arial"/>
                  <a:cs typeface="Arial"/>
                </a:defRPr>
              </a:defPPr>
              <a:lvl1pPr algn="ctr">
                <a:defRPr sz="1837" b="0">
                  <a:solidFill>
                    <a:srgbClr val="000000"/>
                  </a:solidFill>
                  <a:latin typeface="Arial"/>
                  <a:ea typeface="Arial"/>
                  <a:cs typeface="Arial"/>
                </a:defRPr>
              </a:lvl1pPr>
              <a:lvl2pPr algn="ctr">
                <a:defRPr sz="1837" b="0">
                  <a:solidFill>
                    <a:srgbClr val="000000"/>
                  </a:solidFill>
                  <a:latin typeface="Arial"/>
                  <a:ea typeface="Arial"/>
                  <a:cs typeface="Arial"/>
                </a:defRPr>
              </a:lvl2pPr>
              <a:lvl3pPr algn="ctr">
                <a:defRPr sz="1837" b="0">
                  <a:solidFill>
                    <a:srgbClr val="000000"/>
                  </a:solidFill>
                  <a:latin typeface="Arial"/>
                  <a:ea typeface="Arial"/>
                  <a:cs typeface="Arial"/>
                </a:defRPr>
              </a:lvl3pPr>
              <a:lvl4pPr algn="ctr">
                <a:defRPr sz="1837" b="0">
                  <a:solidFill>
                    <a:srgbClr val="000000"/>
                  </a:solidFill>
                  <a:latin typeface="Arial"/>
                  <a:ea typeface="Arial"/>
                  <a:cs typeface="Arial"/>
                </a:defRPr>
              </a:lvl4pPr>
              <a:lvl5pPr algn="ctr">
                <a:defRPr sz="1837" b="0">
                  <a:solidFill>
                    <a:srgbClr val="000000"/>
                  </a:solidFill>
                  <a:latin typeface="Arial"/>
                  <a:ea typeface="Arial"/>
                  <a:cs typeface="Arial"/>
                </a:defRPr>
              </a:lvl5pPr>
              <a:lvl6pPr algn="ctr">
                <a:defRPr sz="1837" b="0">
                  <a:solidFill>
                    <a:srgbClr val="000000"/>
                  </a:solidFill>
                  <a:latin typeface="Arial"/>
                  <a:ea typeface="Arial"/>
                  <a:cs typeface="Arial"/>
                </a:defRPr>
              </a:lvl6pPr>
              <a:lvl7pPr algn="ctr">
                <a:defRPr sz="1837" b="0">
                  <a:solidFill>
                    <a:srgbClr val="000000"/>
                  </a:solidFill>
                  <a:latin typeface="Arial"/>
                  <a:ea typeface="Arial"/>
                  <a:cs typeface="Arial"/>
                </a:defRPr>
              </a:lvl7pPr>
              <a:lvl8pPr algn="ctr">
                <a:defRPr sz="1837" b="0">
                  <a:solidFill>
                    <a:srgbClr val="000000"/>
                  </a:solidFill>
                  <a:latin typeface="Arial"/>
                  <a:ea typeface="Arial"/>
                  <a:cs typeface="Arial"/>
                </a:defRPr>
              </a:lvl8pPr>
              <a:lvl9pPr algn="ctr">
                <a:defRPr sz="1837" b="0">
                  <a:solidFill>
                    <a:srgbClr val="000000"/>
                  </a:solidFill>
                  <a:latin typeface="Arial"/>
                  <a:ea typeface="Arial"/>
                  <a:cs typeface="Arial"/>
                </a:defRPr>
              </a:lvl9pPr>
            </a:lstStyle>
            <a:p>
              <a:pPr algn="ctr">
                <a:defRPr sz="1837" b="0">
                  <a:solidFill>
                    <a:srgbClr val="000000"/>
                  </a:solidFill>
                  <a:latin typeface="Arial"/>
                  <a:ea typeface="Arial"/>
                  <a:cs typeface="Arial"/>
                </a:defRPr>
              </a:pPr>
              <a:r>
                <a:rPr sz="1837" b="0">
                  <a:solidFill>
                    <a:srgbClr val="000000"/>
                  </a:solidFill>
                  <a:latin typeface="Arial"/>
                  <a:ea typeface="Arial"/>
                  <a:cs typeface="Arial"/>
                </a:rPr>
                <a:t>+γ/2</a:t>
              </a:r>
            </a:p>
          </p:txBody>
        </p:sp>
        <p:sp>
          <p:nvSpPr>
            <p:cNvPr id="105" name="delta_C_CB_value">
              <a:extLst>
                <a:ext uri="{FF2B5EF4-FFF2-40B4-BE49-F238E27FC236}">
                  <ns2:creationId id="{F7426F2D-190E-4649-A7AF-27C3CB6B5123}"/>
                </a:ext>
              </a:extLst>
            </p:cNvPr>
            <p:cNvSpPr>
              <a:spLocks noGrp="1"/>
            </p:cNvSpPr>
            <p:nvPr/>
          </p:nvSpPr>
          <p:spPr>
            <a:xfrm>
              <a:off x="6920917" y="3590925"/>
              <a:ext cx="666750" cy="247650"/>
            </a:xfrm>
            <a:prstGeom prst="rect">
              <a:avLst/>
            </a:prstGeom>
            <a:noFill/>
            <a:ln w="0">
              <a:noFill/>
            </a:ln>
          </p:spPr>
          <p:txBody>
            <a:bodyPr wrap="none" lIns="0" tIns="0" rIns="0" bIns="0" anchor="ctr">
              <a:noAutofit/>
            </a:bodyPr>
            <a:lstStyle>
              <a:defPPr algn="ctr">
                <a:defRPr sz="1837" b="0">
                  <a:solidFill>
                    <a:srgbClr val="000000"/>
                  </a:solidFill>
                  <a:latin typeface="Arial"/>
                  <a:ea typeface="Arial"/>
                  <a:cs typeface="Arial"/>
                </a:defRPr>
              </a:defPPr>
              <a:lvl1pPr algn="ctr">
                <a:defRPr sz="1837" b="0">
                  <a:solidFill>
                    <a:srgbClr val="000000"/>
                  </a:solidFill>
                  <a:latin typeface="Arial"/>
                  <a:ea typeface="Arial"/>
                  <a:cs typeface="Arial"/>
                </a:defRPr>
              </a:lvl1pPr>
              <a:lvl2pPr algn="ctr">
                <a:defRPr sz="1837" b="0">
                  <a:solidFill>
                    <a:srgbClr val="000000"/>
                  </a:solidFill>
                  <a:latin typeface="Arial"/>
                  <a:ea typeface="Arial"/>
                  <a:cs typeface="Arial"/>
                </a:defRPr>
              </a:lvl2pPr>
              <a:lvl3pPr algn="ctr">
                <a:defRPr sz="1837" b="0">
                  <a:solidFill>
                    <a:srgbClr val="000000"/>
                  </a:solidFill>
                  <a:latin typeface="Arial"/>
                  <a:ea typeface="Arial"/>
                  <a:cs typeface="Arial"/>
                </a:defRPr>
              </a:lvl3pPr>
              <a:lvl4pPr algn="ctr">
                <a:defRPr sz="1837" b="0">
                  <a:solidFill>
                    <a:srgbClr val="000000"/>
                  </a:solidFill>
                  <a:latin typeface="Arial"/>
                  <a:ea typeface="Arial"/>
                  <a:cs typeface="Arial"/>
                </a:defRPr>
              </a:lvl4pPr>
              <a:lvl5pPr algn="ctr">
                <a:defRPr sz="1837" b="0">
                  <a:solidFill>
                    <a:srgbClr val="000000"/>
                  </a:solidFill>
                  <a:latin typeface="Arial"/>
                  <a:ea typeface="Arial"/>
                  <a:cs typeface="Arial"/>
                </a:defRPr>
              </a:lvl5pPr>
              <a:lvl6pPr algn="ctr">
                <a:defRPr sz="1837" b="0">
                  <a:solidFill>
                    <a:srgbClr val="000000"/>
                  </a:solidFill>
                  <a:latin typeface="Arial"/>
                  <a:ea typeface="Arial"/>
                  <a:cs typeface="Arial"/>
                </a:defRPr>
              </a:lvl6pPr>
              <a:lvl7pPr algn="ctr">
                <a:defRPr sz="1837" b="0">
                  <a:solidFill>
                    <a:srgbClr val="000000"/>
                  </a:solidFill>
                  <a:latin typeface="Arial"/>
                  <a:ea typeface="Arial"/>
                  <a:cs typeface="Arial"/>
                </a:defRPr>
              </a:lvl7pPr>
              <a:lvl8pPr algn="ctr">
                <a:defRPr sz="1837" b="0">
                  <a:solidFill>
                    <a:srgbClr val="000000"/>
                  </a:solidFill>
                  <a:latin typeface="Arial"/>
                  <a:ea typeface="Arial"/>
                  <a:cs typeface="Arial"/>
                </a:defRPr>
              </a:lvl8pPr>
              <a:lvl9pPr algn="ctr">
                <a:defRPr sz="1837" b="0">
                  <a:solidFill>
                    <a:srgbClr val="000000"/>
                  </a:solidFill>
                  <a:latin typeface="Arial"/>
                  <a:ea typeface="Arial"/>
                  <a:cs typeface="Arial"/>
                </a:defRPr>
              </a:lvl9pPr>
            </a:lstStyle>
            <a:p>
              <a:pPr algn="ctr">
                <a:defRPr sz="1837" b="0">
                  <a:solidFill>
                    <a:srgbClr val="000000"/>
                  </a:solidFill>
                  <a:latin typeface="Arial"/>
                  <a:ea typeface="Arial"/>
                  <a:cs typeface="Arial"/>
                </a:defRPr>
              </a:pPr>
              <a:r>
                <a:rPr sz="1837" b="0">
                  <a:solidFill>
                    <a:srgbClr val="000000"/>
                  </a:solidFill>
                  <a:latin typeface="Arial"/>
                  <a:ea typeface="Arial"/>
                  <a:cs typeface="Arial"/>
                </a:rPr>
                <a:t>−γ/2</a:t>
              </a:r>
            </a:p>
          </p:txBody>
        </p:sp>
        <p:sp>
          <p:nvSpPr>
            <p:cNvPr id="106" name="delta_gamma_definition">
              <a:extLst>
                <a:ext uri="{FF2B5EF4-FFF2-40B4-BE49-F238E27FC236}">
                  <ns2:creationId id="{F406A3F7-9F48-4D63-94B6-B57331A9C63C}"/>
                </a:ext>
              </a:extLst>
            </p:cNvPr>
            <p:cNvSpPr>
              <a:spLocks noGrp="1"/>
            </p:cNvSpPr>
            <p:nvPr/>
          </p:nvSpPr>
          <p:spPr>
            <a:xfrm>
              <a:off x="2838450" y="3276600"/>
              <a:ext cx="1352550" cy="228600"/>
            </a:xfrm>
            <a:prstGeom prst="rect">
              <a:avLst/>
            </a:prstGeom>
            <a:noFill/>
            <a:ln w="0">
              <a:noFill/>
            </a:ln>
          </p:spPr>
          <p:txBody>
            <a:bodyPr wrap="none" lIns="0" tIns="0" rIns="0" bIns="0" anchor="ctr">
              <a:noAutofit/>
            </a:bodyPr>
            <a:lstStyle>
              <a:defPPr algn="l">
                <a:defRPr sz="1419" b="0">
                  <a:solidFill>
                    <a:srgbClr val="000000"/>
                  </a:solidFill>
                  <a:latin typeface="Arial"/>
                  <a:ea typeface="Arial"/>
                  <a:cs typeface="Arial"/>
                </a:defRPr>
              </a:defPPr>
              <a:lvl1pPr algn="ctr">
                <a:defRPr sz="1419" b="0">
                  <a:solidFill>
                    <a:srgbClr val="000000"/>
                  </a:solidFill>
                  <a:latin typeface="Arial"/>
                  <a:ea typeface="Arial"/>
                  <a:cs typeface="Arial"/>
                </a:defRPr>
              </a:lvl1pPr>
              <a:lvl2pPr algn="ctr">
                <a:defRPr sz="1419" b="0">
                  <a:solidFill>
                    <a:srgbClr val="000000"/>
                  </a:solidFill>
                  <a:latin typeface="Arial"/>
                  <a:ea typeface="Arial"/>
                  <a:cs typeface="Arial"/>
                </a:defRPr>
              </a:lvl2pPr>
              <a:lvl3pPr algn="ctr">
                <a:defRPr sz="1419" b="0">
                  <a:solidFill>
                    <a:srgbClr val="000000"/>
                  </a:solidFill>
                  <a:latin typeface="Arial"/>
                  <a:ea typeface="Arial"/>
                  <a:cs typeface="Arial"/>
                </a:defRPr>
              </a:lvl3pPr>
              <a:lvl4pPr algn="ctr">
                <a:defRPr sz="1419" b="0">
                  <a:solidFill>
                    <a:srgbClr val="000000"/>
                  </a:solidFill>
                  <a:latin typeface="Arial"/>
                  <a:ea typeface="Arial"/>
                  <a:cs typeface="Arial"/>
                </a:defRPr>
              </a:lvl4pPr>
              <a:lvl5pPr algn="ctr">
                <a:defRPr sz="1419" b="0">
                  <a:solidFill>
                    <a:srgbClr val="000000"/>
                  </a:solidFill>
                  <a:latin typeface="Arial"/>
                  <a:ea typeface="Arial"/>
                  <a:cs typeface="Arial"/>
                </a:defRPr>
              </a:lvl5pPr>
              <a:lvl6pPr algn="ctr">
                <a:defRPr sz="1419" b="0">
                  <a:solidFill>
                    <a:srgbClr val="000000"/>
                  </a:solidFill>
                  <a:latin typeface="Arial"/>
                  <a:ea typeface="Arial"/>
                  <a:cs typeface="Arial"/>
                </a:defRPr>
              </a:lvl6pPr>
              <a:lvl7pPr algn="ctr">
                <a:defRPr sz="1419" b="0">
                  <a:solidFill>
                    <a:srgbClr val="000000"/>
                  </a:solidFill>
                  <a:latin typeface="Arial"/>
                  <a:ea typeface="Arial"/>
                  <a:cs typeface="Arial"/>
                </a:defRPr>
              </a:lvl7pPr>
              <a:lvl8pPr algn="ctr">
                <a:defRPr sz="1419" b="0">
                  <a:solidFill>
                    <a:srgbClr val="000000"/>
                  </a:solidFill>
                  <a:latin typeface="Arial"/>
                  <a:ea typeface="Arial"/>
                  <a:cs typeface="Arial"/>
                </a:defRPr>
              </a:lvl8pPr>
              <a:lvl9pPr algn="ctr">
                <a:defRPr sz="1419" b="0">
                  <a:solidFill>
                    <a:srgbClr val="000000"/>
                  </a:solidFill>
                  <a:latin typeface="Arial"/>
                  <a:ea typeface="Arial"/>
                  <a:cs typeface="Arial"/>
                </a:defRPr>
              </a:lvl9pPr>
            </a:lstStyle>
            <a:p>
              <a:pPr algn="l">
                <a:defRPr sz="1419" b="0">
                  <a:solidFill>
                    <a:srgbClr val="000000"/>
                  </a:solidFill>
                  <a:latin typeface="Arial"/>
                  <a:ea typeface="Arial"/>
                  <a:cs typeface="Arial"/>
                </a:defRPr>
              </a:pPr>
              <a:r>
                <a:rPr sz="1419" b="0">
                  <a:solidFill>
                    <a:srgbClr val="000000"/>
                  </a:solidFill>
                  <a:latin typeface="Arial"/>
                  <a:ea typeface="Arial"/>
                  <a:cs typeface="Arial"/>
                </a:rPr>
                <a:t>γ = s</a:t>
              </a:r>
              <a:r>
                <a:rPr sz="946" b="0" baseline="-25000">
                  <a:solidFill>
                    <a:srgbClr val="000000"/>
                  </a:solidFill>
                  <a:latin typeface="Arial"/>
                  <a:ea typeface="Arial"/>
                  <a:cs typeface="Arial"/>
                </a:rPr>
                <a:t>2</a:t>
              </a:r>
              <a:r>
                <a:rPr sz="1419" b="0">
                  <a:solidFill>
                    <a:srgbClr val="000000"/>
                  </a:solidFill>
                  <a:latin typeface="Arial"/>
                  <a:ea typeface="Arial"/>
                  <a:cs typeface="Arial"/>
                </a:rPr>
                <a:t> − s</a:t>
              </a:r>
              <a:r>
                <a:rPr sz="946" b="0" baseline="-25000">
                  <a:solidFill>
                    <a:srgbClr val="000000"/>
                  </a:solidFill>
                  <a:latin typeface="Arial"/>
                  <a:ea typeface="Arial"/>
                  <a:cs typeface="Arial"/>
                </a:rPr>
                <a:t>1</a:t>
              </a:r>
            </a:p>
          </p:txBody>
        </p:sp>
        <p:sp>
          <p:nvSpPr>
            <p:cNvPr id="107" name="legend_C_baseline_sample">
              <a:extLst>
                <a:ext uri="{FF2B5EF4-FFF2-40B4-BE49-F238E27FC236}">
                  <ns2:creationId id="{173C0D25-81EA-4140-A692-38A05845A15A}"/>
                </a:ext>
              </a:extLst>
            </p:cNvPr>
            <p:cNvSpPr>
              <a:spLocks noGrp="1"/>
            </p:cNvSpPr>
            <p:nvPr/>
          </p:nvSpPr>
          <p:spPr>
            <a:xfrm rot="0" flipH="0" flipV="0">
              <a:off x="7019925" y="2724150"/>
              <a:ext cx="228600" cy="953"/>
            </a:xfrm>
            <a:custGeom>
              <a:pathLst>
                <a:path w="333375" h="953">
                  <a:moveTo>
                    <a:pt x="0" y="0"/>
                  </a:moveTo>
                  <a:lnTo>
                    <a:pt x="333375" y="953"/>
                  </a:lnTo>
                </a:path>
              </a:pathLst>
            </a:custGeom>
            <a:noFill/>
            <a:ln w="25444">
              <a:solidFill>
                <a:srgbClr val="92A5B1"/>
              </a:solidFill>
              <a:prstDash val="dash"/>
            </a:ln>
          </p:spPr>
        </p:sp>
        <p:sp>
          <p:nvSpPr>
            <p:cNvPr id="108" name="legend_C_baseline_text">
              <a:extLst>
                <a:ext uri="{FF2B5EF4-FFF2-40B4-BE49-F238E27FC236}">
                  <ns2:creationId id="{D6B67A97-C801-48F4-B958-75CD015FB5C0}"/>
                </a:ext>
              </a:extLst>
            </p:cNvPr>
            <p:cNvSpPr>
              <a:spLocks noGrp="1"/>
            </p:cNvSpPr>
            <p:nvPr/>
          </p:nvSpPr>
          <p:spPr>
            <a:xfrm rot="0" flipH="0" flipV="0">
              <a:off x="7324725" y="2609850"/>
              <a:ext cx="1190625" cy="228600"/>
            </a:xfrm>
            <a:prstGeom prst="rect">
              <a:avLst/>
            </a:prstGeom>
            <a:noFill/>
            <a:ln w="0">
              <a:noFill/>
            </a:ln>
          </p:spPr>
          <p:txBody>
            <a:bodyPr wrap="none" lIns="0" tIns="0" rIns="0" bIns="0" anchor="ctr">
              <a:noAutofit/>
            </a:bodyPr>
            <a:lstStyle>
              <a:defPPr algn="l">
                <a:defRPr sz="1503" b="0">
                  <a:solidFill>
                    <a:srgbClr val="000000"/>
                  </a:solidFill>
                  <a:latin typeface="Arial"/>
                  <a:ea typeface="Arial"/>
                  <a:cs typeface="Arial"/>
                </a:defRPr>
              </a:defPPr>
              <a:lvl1pPr algn="l">
                <a:defRPr sz="1503" b="0">
                  <a:solidFill>
                    <a:srgbClr val="000000"/>
                  </a:solidFill>
                  <a:latin typeface="Arial"/>
                  <a:ea typeface="Arial"/>
                  <a:cs typeface="Arial"/>
                </a:defRPr>
              </a:lvl1pPr>
              <a:lvl2pPr algn="l">
                <a:defRPr sz="1503" b="0">
                  <a:solidFill>
                    <a:srgbClr val="000000"/>
                  </a:solidFill>
                  <a:latin typeface="Arial"/>
                  <a:ea typeface="Arial"/>
                  <a:cs typeface="Arial"/>
                </a:defRPr>
              </a:lvl2pPr>
              <a:lvl3pPr algn="l">
                <a:defRPr sz="1503" b="0">
                  <a:solidFill>
                    <a:srgbClr val="000000"/>
                  </a:solidFill>
                  <a:latin typeface="Arial"/>
                  <a:ea typeface="Arial"/>
                  <a:cs typeface="Arial"/>
                </a:defRPr>
              </a:lvl3pPr>
              <a:lvl4pPr algn="l">
                <a:defRPr sz="1503" b="0">
                  <a:solidFill>
                    <a:srgbClr val="000000"/>
                  </a:solidFill>
                  <a:latin typeface="Arial"/>
                  <a:ea typeface="Arial"/>
                  <a:cs typeface="Arial"/>
                </a:defRPr>
              </a:lvl4pPr>
              <a:lvl5pPr algn="l">
                <a:defRPr sz="1503" b="0">
                  <a:solidFill>
                    <a:srgbClr val="000000"/>
                  </a:solidFill>
                  <a:latin typeface="Arial"/>
                  <a:ea typeface="Arial"/>
                  <a:cs typeface="Arial"/>
                </a:defRPr>
              </a:lvl5pPr>
              <a:lvl6pPr algn="l">
                <a:defRPr sz="1503" b="0">
                  <a:solidFill>
                    <a:srgbClr val="000000"/>
                  </a:solidFill>
                  <a:latin typeface="Arial"/>
                  <a:ea typeface="Arial"/>
                  <a:cs typeface="Arial"/>
                </a:defRPr>
              </a:lvl6pPr>
              <a:lvl7pPr algn="l">
                <a:defRPr sz="1503" b="0">
                  <a:solidFill>
                    <a:srgbClr val="000000"/>
                  </a:solidFill>
                  <a:latin typeface="Arial"/>
                  <a:ea typeface="Arial"/>
                  <a:cs typeface="Arial"/>
                </a:defRPr>
              </a:lvl7pPr>
              <a:lvl8pPr algn="l">
                <a:defRPr sz="1503" b="0">
                  <a:solidFill>
                    <a:srgbClr val="000000"/>
                  </a:solidFill>
                  <a:latin typeface="Arial"/>
                  <a:ea typeface="Arial"/>
                  <a:cs typeface="Arial"/>
                </a:defRPr>
              </a:lvl8pPr>
              <a:lvl9pPr algn="l">
                <a:defRPr sz="1503" b="0">
                  <a:solidFill>
                    <a:srgbClr val="000000"/>
                  </a:solidFill>
                  <a:latin typeface="Arial"/>
                  <a:ea typeface="Arial"/>
                  <a:cs typeface="Arial"/>
                </a:defRPr>
              </a:lvl9pPr>
            </a:lstStyle>
            <a:p>
              <a:pPr algn="l">
                <a:defRPr sz="1503" b="0">
                  <a:solidFill>
                    <a:srgbClr val="000000"/>
                  </a:solidFill>
                  <a:latin typeface="Arial"/>
                  <a:ea typeface="Arial"/>
                  <a:cs typeface="Arial"/>
                </a:defRPr>
              </a:pPr>
              <a:r>
                <a:rPr sz="1503" b="0">
                  <a:solidFill>
                    <a:srgbClr val="000000"/>
                  </a:solidFill>
                  <a:latin typeface="Arial"/>
                  <a:ea typeface="Arial"/>
                  <a:cs typeface="Arial"/>
                </a:rPr>
                <a:t>Baseline</a:t>
              </a:r>
            </a:p>
          </p:txBody>
        </p:sp>
        <p:sp>
          <p:nvSpPr>
            <p:cNvPr id="109" name="delta_C_gamma_definition">
              <a:extLst>
                <a:ext uri="{FF2B5EF4-FFF2-40B4-BE49-F238E27FC236}">
                  <ns2:creationId id="{F406A3F7-9F48-4D63-94B6-B57331A9C63C}"/>
                </a:ext>
              </a:extLst>
            </p:cNvPr>
            <p:cNvSpPr>
              <a:spLocks noGrp="1"/>
            </p:cNvSpPr>
            <p:nvPr/>
          </p:nvSpPr>
          <p:spPr>
            <a:xfrm>
              <a:off x="7172325" y="3276600"/>
              <a:ext cx="1352550" cy="228600"/>
            </a:xfrm>
            <a:prstGeom prst="rect">
              <a:avLst/>
            </a:prstGeom>
            <a:noFill/>
            <a:ln w="0">
              <a:noFill/>
            </a:ln>
          </p:spPr>
          <p:txBody>
            <a:bodyPr wrap="none" lIns="0" tIns="0" rIns="0" bIns="0" anchor="ctr">
              <a:noAutofit/>
            </a:bodyPr>
            <a:lstStyle>
              <a:defPPr algn="l">
                <a:defRPr sz="1419" b="0">
                  <a:solidFill>
                    <a:srgbClr val="000000"/>
                  </a:solidFill>
                  <a:latin typeface="Arial"/>
                  <a:ea typeface="Arial"/>
                  <a:cs typeface="Arial"/>
                </a:defRPr>
              </a:defPPr>
              <a:lvl1pPr algn="ctr">
                <a:defRPr sz="1419" b="0">
                  <a:solidFill>
                    <a:srgbClr val="000000"/>
                  </a:solidFill>
                  <a:latin typeface="Arial"/>
                  <a:ea typeface="Arial"/>
                  <a:cs typeface="Arial"/>
                </a:defRPr>
              </a:lvl1pPr>
              <a:lvl2pPr algn="ctr">
                <a:defRPr sz="1419" b="0">
                  <a:solidFill>
                    <a:srgbClr val="000000"/>
                  </a:solidFill>
                  <a:latin typeface="Arial"/>
                  <a:ea typeface="Arial"/>
                  <a:cs typeface="Arial"/>
                </a:defRPr>
              </a:lvl2pPr>
              <a:lvl3pPr algn="ctr">
                <a:defRPr sz="1419" b="0">
                  <a:solidFill>
                    <a:srgbClr val="000000"/>
                  </a:solidFill>
                  <a:latin typeface="Arial"/>
                  <a:ea typeface="Arial"/>
                  <a:cs typeface="Arial"/>
                </a:defRPr>
              </a:lvl3pPr>
              <a:lvl4pPr algn="ctr">
                <a:defRPr sz="1419" b="0">
                  <a:solidFill>
                    <a:srgbClr val="000000"/>
                  </a:solidFill>
                  <a:latin typeface="Arial"/>
                  <a:ea typeface="Arial"/>
                  <a:cs typeface="Arial"/>
                </a:defRPr>
              </a:lvl4pPr>
              <a:lvl5pPr algn="ctr">
                <a:defRPr sz="1419" b="0">
                  <a:solidFill>
                    <a:srgbClr val="000000"/>
                  </a:solidFill>
                  <a:latin typeface="Arial"/>
                  <a:ea typeface="Arial"/>
                  <a:cs typeface="Arial"/>
                </a:defRPr>
              </a:lvl5pPr>
              <a:lvl6pPr algn="ctr">
                <a:defRPr sz="1419" b="0">
                  <a:solidFill>
                    <a:srgbClr val="000000"/>
                  </a:solidFill>
                  <a:latin typeface="Arial"/>
                  <a:ea typeface="Arial"/>
                  <a:cs typeface="Arial"/>
                </a:defRPr>
              </a:lvl6pPr>
              <a:lvl7pPr algn="ctr">
                <a:defRPr sz="1419" b="0">
                  <a:solidFill>
                    <a:srgbClr val="000000"/>
                  </a:solidFill>
                  <a:latin typeface="Arial"/>
                  <a:ea typeface="Arial"/>
                  <a:cs typeface="Arial"/>
                </a:defRPr>
              </a:lvl7pPr>
              <a:lvl8pPr algn="ctr">
                <a:defRPr sz="1419" b="0">
                  <a:solidFill>
                    <a:srgbClr val="000000"/>
                  </a:solidFill>
                  <a:latin typeface="Arial"/>
                  <a:ea typeface="Arial"/>
                  <a:cs typeface="Arial"/>
                </a:defRPr>
              </a:lvl8pPr>
              <a:lvl9pPr algn="ctr">
                <a:defRPr sz="1419" b="0">
                  <a:solidFill>
                    <a:srgbClr val="000000"/>
                  </a:solidFill>
                  <a:latin typeface="Arial"/>
                  <a:ea typeface="Arial"/>
                  <a:cs typeface="Arial"/>
                </a:defRPr>
              </a:lvl9pPr>
            </a:lstStyle>
            <a:p>
              <a:pPr algn="l">
                <a:defRPr sz="1419" b="0">
                  <a:solidFill>
                    <a:srgbClr val="000000"/>
                  </a:solidFill>
                  <a:latin typeface="Arial"/>
                  <a:ea typeface="Arial"/>
                  <a:cs typeface="Arial"/>
                </a:defRPr>
              </a:pPr>
              <a:r>
                <a:rPr sz="1419" b="0">
                  <a:solidFill>
                    <a:srgbClr val="000000"/>
                  </a:solidFill>
                  <a:latin typeface="Arial"/>
                  <a:ea typeface="Arial"/>
                  <a:cs typeface="Arial"/>
                </a:rPr>
                <a:t>γ = s</a:t>
              </a:r>
              <a:r>
                <a:rPr sz="946" b="0" baseline="-25000">
                  <a:solidFill>
                    <a:srgbClr val="000000"/>
                  </a:solidFill>
                  <a:latin typeface="Arial"/>
                  <a:ea typeface="Arial"/>
                  <a:cs typeface="Arial"/>
                </a:rPr>
                <a:t>2</a:t>
              </a:r>
              <a:r>
                <a:rPr sz="1419" b="0">
                  <a:solidFill>
                    <a:srgbClr val="000000"/>
                  </a:solidFill>
                  <a:latin typeface="Arial"/>
                  <a:ea typeface="Arial"/>
                  <a:cs typeface="Arial"/>
                </a:rPr>
                <a:t> − s</a:t>
              </a:r>
              <a:r>
                <a:rPr sz="946" b="0" baseline="-25000">
                  <a:solidFill>
                    <a:srgbClr val="000000"/>
                  </a:solidFill>
                  <a:latin typeface="Arial"/>
                  <a:ea typeface="Arial"/>
                  <a:cs typeface="Arial"/>
                </a:rPr>
                <a:t>1</a:t>
              </a:r>
            </a:p>
          </p:txBody>
        </p:sp>
      </p:grpSp>
    </p:spTree>
    <p:extLst>
      <p:ext uri="{BB962C8B-B14F-4D97-AF65-F5344CB8AC3E}">
        <ns3:creationId val="1917114902"/>
      </p:ext>
    </p:extLst>
  </p:cSld>
</p:sld>
</file>

<file path=ppt/slides/slide5.xml><?xml version="1.0" encoding="utf-8"?>
<p:sld xmlns:a="http://schemas.openxmlformats.org/drawingml/2006/main" xmlns:ns2="http://schemas.microsoft.com/office/drawing/2014/main" xmlns:ns3="http://schemas.openxmlformats.org/drawingml/2006/chart" xmlns:ns5="http://schemas.microsoft.com/office/powerpoint/2010/main" xmlns:p="http://schemas.openxmlformats.org/presentationml/2006/main" xmlns:r="http://schemas.openxmlformats.org/officeDocument/2006/relationships">
  <p:cSld>
    <p:bg>
      <p:bgPr>
        <a:solidFill>
          <a:srgbClr val="FFFFFF"/>
        </a:solidFill>
      </p:bgPr>
    </p:bg>
    <p:spTree>
      <p:nvGrpSpPr>
        <p:cNvPr id="1" name=""/>
        <p:cNvGrpSpPr/>
        <p:nvPr/>
      </p:nvGrpSpPr>
      <p:grpSpPr>
        <a:xfrm/>
      </p:grpSpPr>
      <p:grpSp>
        <p:nvGrpSpPr>
          <p:cNvPr id="14" name="Manuscript Figure 5: Five-sequence position–topology frontiers"/>
          <p:cNvGrpSpPr/>
          <p:nvPr/>
        </p:nvGrpSpPr>
        <p:grpSpPr>
          <a:xfrm>
            <a:off x="0" y="1170432"/>
            <a:ext cx="12801600" cy="3755136"/>
            <a:chOff x="0" y="0"/>
            <a:chExt cx="14287500" cy="4191000"/>
          </a:xfrm>
        </p:grpSpPr>
        <p:sp>
          <p:nvSpPr>
            <p:cNvPr id="13" name="(a) Storms 1999/2000">
              <a:extLst>
                <a:ext uri="{FF2B5EF4-FFF2-40B4-BE49-F238E27FC236}">
                  <ns2:creationId id="{0DBA982E-18A0-4F2A-A1DE-288DEDBA5C28}"/>
                </a:ext>
              </a:extLst>
            </p:cNvPr>
            <p:cNvSpPr>
              <a:spLocks noGrp="1"/>
            </p:cNvSpPr>
            <p:nvPr/>
          </p:nvSpPr>
          <p:spPr>
            <a:xfrm>
              <a:off x="228600" y="47625"/>
              <a:ext cx="2667000" cy="266700"/>
            </a:xfrm>
            <a:prstGeom prst="rect">
              <a:avLst/>
            </a:prstGeom>
            <a:noFill/>
            <a:ln w="0">
              <a:noFill/>
              <a:prstDash val="solid"/>
            </a:ln>
          </p:spPr>
          <p:txBody>
            <a:bodyPr wrap="none" lIns="0" tIns="0" rIns="0" bIns="0">
              <a:noAutofit/>
            </a:bodyPr>
            <a:lstStyle>
              <a:defPPr>
                <a:defRPr sz="1411" b="1">
                  <a:solidFill>
                    <a:srgbClr val="263238"/>
                  </a:solidFill>
                  <a:latin typeface="Arial"/>
                  <a:ea typeface="Arial"/>
                  <a:cs typeface="Arial"/>
                </a:defRPr>
              </a:defPPr>
              <a:lvl1pPr>
                <a:defRPr sz="1411" b="1">
                  <a:solidFill>
                    <a:srgbClr val="263238"/>
                  </a:solidFill>
                  <a:latin typeface="Arial"/>
                  <a:ea typeface="Arial"/>
                  <a:cs typeface="Arial"/>
                </a:defRPr>
              </a:lvl1pPr>
              <a:lvl2pPr>
                <a:defRPr sz="1411" b="1">
                  <a:solidFill>
                    <a:srgbClr val="263238"/>
                  </a:solidFill>
                  <a:latin typeface="Arial"/>
                  <a:ea typeface="Arial"/>
                  <a:cs typeface="Arial"/>
                </a:defRPr>
              </a:lvl2pPr>
              <a:lvl3pPr>
                <a:defRPr sz="1411" b="1">
                  <a:solidFill>
                    <a:srgbClr val="263238"/>
                  </a:solidFill>
                  <a:latin typeface="Arial"/>
                  <a:ea typeface="Arial"/>
                  <a:cs typeface="Arial"/>
                </a:defRPr>
              </a:lvl3pPr>
              <a:lvl4pPr>
                <a:defRPr sz="1411" b="1">
                  <a:solidFill>
                    <a:srgbClr val="263238"/>
                  </a:solidFill>
                  <a:latin typeface="Arial"/>
                  <a:ea typeface="Arial"/>
                  <a:cs typeface="Arial"/>
                </a:defRPr>
              </a:lvl4pPr>
              <a:lvl5pPr>
                <a:defRPr sz="1411" b="1">
                  <a:solidFill>
                    <a:srgbClr val="263238"/>
                  </a:solidFill>
                  <a:latin typeface="Arial"/>
                  <a:ea typeface="Arial"/>
                  <a:cs typeface="Arial"/>
                </a:defRPr>
              </a:lvl5pPr>
              <a:lvl6pPr>
                <a:defRPr sz="1411" b="1">
                  <a:solidFill>
                    <a:srgbClr val="263238"/>
                  </a:solidFill>
                  <a:latin typeface="Arial"/>
                  <a:ea typeface="Arial"/>
                  <a:cs typeface="Arial"/>
                </a:defRPr>
              </a:lvl6pPr>
              <a:lvl7pPr>
                <a:defRPr sz="1411" b="1">
                  <a:solidFill>
                    <a:srgbClr val="263238"/>
                  </a:solidFill>
                  <a:latin typeface="Arial"/>
                  <a:ea typeface="Arial"/>
                  <a:cs typeface="Arial"/>
                </a:defRPr>
              </a:lvl7pPr>
              <a:lvl8pPr>
                <a:defRPr sz="1411" b="1">
                  <a:solidFill>
                    <a:srgbClr val="263238"/>
                  </a:solidFill>
                  <a:latin typeface="Arial"/>
                  <a:ea typeface="Arial"/>
                  <a:cs typeface="Arial"/>
                </a:defRPr>
              </a:lvl8pPr>
              <a:lvl9pPr>
                <a:defRPr sz="1411" b="1">
                  <a:solidFill>
                    <a:srgbClr val="263238"/>
                  </a:solidFill>
                  <a:latin typeface="Arial"/>
                  <a:ea typeface="Arial"/>
                  <a:cs typeface="Arial"/>
                </a:defRPr>
              </a:lvl9pPr>
            </a:lstStyle>
            <a:p>
              <a:pPr>
                <a:defRPr sz="1411" b="1">
                  <a:solidFill>
                    <a:srgbClr val="263238"/>
                  </a:solidFill>
                  <a:latin typeface="Arial"/>
                  <a:ea typeface="Arial"/>
                  <a:cs typeface="Arial"/>
                </a:defRPr>
              </a:pPr>
              <a:r>
                <a:rPr sz="1411" b="1">
                  <a:solidFill>
                    <a:srgbClr val="263238"/>
                  </a:solidFill>
                  <a:latin typeface="Arial"/>
                  <a:ea typeface="Arial"/>
                  <a:cs typeface="Arial"/>
                </a:rPr>
                <a:t>(a) Storms 1999/2000</a:t>
              </a:r>
            </a:p>
          </p:txBody>
        </p:sp>
        <p:graphicFrame>
          <p:nvGraphicFramePr>
            <p:cNvPr id="2" name="Chart">
              <a:extLst>
                <a:ext uri="{FF2B5EF4-FFF2-40B4-BE49-F238E27FC236}">
                  <ns2:creationId id="{7EB2CA0D-8A74-4524-887C-280DF8BA4AB0}"/>
                </a:ext>
              </a:extLst>
            </p:cNvPr>
            <p:cNvGraphicFramePr/>
            <p:nvPr/>
          </p:nvGraphicFramePr>
          <p:xfrm>
            <a:off x="76200" y="342900"/>
            <a:ext cx="2781300" cy="3086100"/>
          </p:xfrm>
          <a:graphic>
            <a:graphicData uri="http://schemas.openxmlformats.org/drawingml/2006/chart">
              <ns3:chart r:id="R3fe300061d944fd2"/>
            </a:graphicData>
          </a:graphic>
        </p:graphicFrame>
        <p:sp>
          <p:nvSpPr>
            <p:cNvPr id="3" name="(b) Wildfires 2019">
              <a:extLst>
                <a:ext uri="{FF2B5EF4-FFF2-40B4-BE49-F238E27FC236}">
                  <ns2:creationId id="{065DEE3C-1BC3-4843-A4B3-8D94CA16879E}"/>
                </a:ext>
              </a:extLst>
            </p:cNvPr>
            <p:cNvSpPr>
              <a:spLocks noGrp="1"/>
            </p:cNvSpPr>
            <p:nvPr/>
          </p:nvSpPr>
          <p:spPr>
            <a:xfrm>
              <a:off x="3067050" y="47625"/>
              <a:ext cx="2667000" cy="266700"/>
            </a:xfrm>
            <a:prstGeom prst="rect">
              <a:avLst/>
            </a:prstGeom>
            <a:noFill/>
            <a:ln w="0">
              <a:noFill/>
              <a:prstDash val="solid"/>
            </a:ln>
          </p:spPr>
          <p:txBody>
            <a:bodyPr wrap="none" lIns="0" tIns="0" rIns="0" bIns="0">
              <a:noAutofit/>
            </a:bodyPr>
            <a:lstStyle>
              <a:defPPr>
                <a:defRPr sz="1411" b="1">
                  <a:solidFill>
                    <a:srgbClr val="263238"/>
                  </a:solidFill>
                  <a:latin typeface="Arial"/>
                  <a:ea typeface="Arial"/>
                  <a:cs typeface="Arial"/>
                </a:defRPr>
              </a:defPPr>
              <a:lvl1pPr>
                <a:defRPr sz="1411" b="1">
                  <a:solidFill>
                    <a:srgbClr val="263238"/>
                  </a:solidFill>
                  <a:latin typeface="Arial"/>
                  <a:ea typeface="Arial"/>
                  <a:cs typeface="Arial"/>
                </a:defRPr>
              </a:lvl1pPr>
              <a:lvl2pPr>
                <a:defRPr sz="1411" b="1">
                  <a:solidFill>
                    <a:srgbClr val="263238"/>
                  </a:solidFill>
                  <a:latin typeface="Arial"/>
                  <a:ea typeface="Arial"/>
                  <a:cs typeface="Arial"/>
                </a:defRPr>
              </a:lvl2pPr>
              <a:lvl3pPr>
                <a:defRPr sz="1411" b="1">
                  <a:solidFill>
                    <a:srgbClr val="263238"/>
                  </a:solidFill>
                  <a:latin typeface="Arial"/>
                  <a:ea typeface="Arial"/>
                  <a:cs typeface="Arial"/>
                </a:defRPr>
              </a:lvl3pPr>
              <a:lvl4pPr>
                <a:defRPr sz="1411" b="1">
                  <a:solidFill>
                    <a:srgbClr val="263238"/>
                  </a:solidFill>
                  <a:latin typeface="Arial"/>
                  <a:ea typeface="Arial"/>
                  <a:cs typeface="Arial"/>
                </a:defRPr>
              </a:lvl4pPr>
              <a:lvl5pPr>
                <a:defRPr sz="1411" b="1">
                  <a:solidFill>
                    <a:srgbClr val="263238"/>
                  </a:solidFill>
                  <a:latin typeface="Arial"/>
                  <a:ea typeface="Arial"/>
                  <a:cs typeface="Arial"/>
                </a:defRPr>
              </a:lvl5pPr>
              <a:lvl6pPr>
                <a:defRPr sz="1411" b="1">
                  <a:solidFill>
                    <a:srgbClr val="263238"/>
                  </a:solidFill>
                  <a:latin typeface="Arial"/>
                  <a:ea typeface="Arial"/>
                  <a:cs typeface="Arial"/>
                </a:defRPr>
              </a:lvl6pPr>
              <a:lvl7pPr>
                <a:defRPr sz="1411" b="1">
                  <a:solidFill>
                    <a:srgbClr val="263238"/>
                  </a:solidFill>
                  <a:latin typeface="Arial"/>
                  <a:ea typeface="Arial"/>
                  <a:cs typeface="Arial"/>
                </a:defRPr>
              </a:lvl7pPr>
              <a:lvl8pPr>
                <a:defRPr sz="1411" b="1">
                  <a:solidFill>
                    <a:srgbClr val="263238"/>
                  </a:solidFill>
                  <a:latin typeface="Arial"/>
                  <a:ea typeface="Arial"/>
                  <a:cs typeface="Arial"/>
                </a:defRPr>
              </a:lvl8pPr>
              <a:lvl9pPr>
                <a:defRPr sz="1411" b="1">
                  <a:solidFill>
                    <a:srgbClr val="263238"/>
                  </a:solidFill>
                  <a:latin typeface="Arial"/>
                  <a:ea typeface="Arial"/>
                  <a:cs typeface="Arial"/>
                </a:defRPr>
              </a:lvl9pPr>
            </a:lstStyle>
            <a:p>
              <a:pPr>
                <a:defRPr sz="1411" b="1">
                  <a:solidFill>
                    <a:srgbClr val="263238"/>
                  </a:solidFill>
                  <a:latin typeface="Arial"/>
                  <a:ea typeface="Arial"/>
                  <a:cs typeface="Arial"/>
                </a:defRPr>
              </a:pPr>
              <a:r>
                <a:rPr sz="1411" b="1">
                  <a:solidFill>
                    <a:srgbClr val="263238"/>
                  </a:solidFill>
                  <a:latin typeface="Arial"/>
                  <a:ea typeface="Arial"/>
                  <a:cs typeface="Arial"/>
                </a:rPr>
                <a:t>(b) Wildfires 2019</a:t>
              </a:r>
            </a:p>
          </p:txBody>
        </p:sp>
        <p:graphicFrame>
          <p:nvGraphicFramePr>
            <p:cNvPr id="4" name="Chart">
              <a:extLst>
                <a:ext uri="{FF2B5EF4-FFF2-40B4-BE49-F238E27FC236}">
                  <ns2:creationId id="{BF2128F8-EC96-490A-BDC9-51E81EB7BBF9}"/>
                </a:ext>
              </a:extLst>
            </p:cNvPr>
            <p:cNvGraphicFramePr/>
            <p:nvPr/>
          </p:nvGraphicFramePr>
          <p:xfrm>
            <a:off x="2914650" y="342900"/>
            <a:ext cx="2781300" cy="3086100"/>
          </p:xfrm>
          <a:graphic>
            <a:graphicData uri="http://schemas.openxmlformats.org/drawingml/2006/chart">
              <ns3:chart r:id="R1690172561004f65"/>
            </a:graphicData>
          </a:graphic>
        </p:graphicFrame>
        <p:sp>
          <p:nvSpPr>
            <p:cNvPr id="5" name="(c) OLR 2024">
              <a:extLst>
                <a:ext uri="{FF2B5EF4-FFF2-40B4-BE49-F238E27FC236}">
                  <ns2:creationId id="{14450179-F372-48C2-83D5-31BA152EE6C9}"/>
                </a:ext>
              </a:extLst>
            </p:cNvPr>
            <p:cNvSpPr>
              <a:spLocks noGrp="1"/>
            </p:cNvSpPr>
            <p:nvPr/>
          </p:nvSpPr>
          <p:spPr>
            <a:xfrm>
              <a:off x="5905500" y="47625"/>
              <a:ext cx="2667000" cy="266700"/>
            </a:xfrm>
            <a:prstGeom prst="rect">
              <a:avLst/>
            </a:prstGeom>
            <a:noFill/>
            <a:ln w="0">
              <a:noFill/>
              <a:prstDash val="solid"/>
            </a:ln>
          </p:spPr>
          <p:txBody>
            <a:bodyPr wrap="none" lIns="0" tIns="0" rIns="0" bIns="0">
              <a:noAutofit/>
            </a:bodyPr>
            <a:lstStyle>
              <a:defPPr>
                <a:defRPr sz="1411" b="1">
                  <a:solidFill>
                    <a:srgbClr val="263238"/>
                  </a:solidFill>
                  <a:latin typeface="Arial"/>
                  <a:ea typeface="Arial"/>
                  <a:cs typeface="Arial"/>
                </a:defRPr>
              </a:defPPr>
              <a:lvl1pPr>
                <a:defRPr sz="1411" b="1">
                  <a:solidFill>
                    <a:srgbClr val="263238"/>
                  </a:solidFill>
                  <a:latin typeface="Arial"/>
                  <a:ea typeface="Arial"/>
                  <a:cs typeface="Arial"/>
                </a:defRPr>
              </a:lvl1pPr>
              <a:lvl2pPr>
                <a:defRPr sz="1411" b="1">
                  <a:solidFill>
                    <a:srgbClr val="263238"/>
                  </a:solidFill>
                  <a:latin typeface="Arial"/>
                  <a:ea typeface="Arial"/>
                  <a:cs typeface="Arial"/>
                </a:defRPr>
              </a:lvl2pPr>
              <a:lvl3pPr>
                <a:defRPr sz="1411" b="1">
                  <a:solidFill>
                    <a:srgbClr val="263238"/>
                  </a:solidFill>
                  <a:latin typeface="Arial"/>
                  <a:ea typeface="Arial"/>
                  <a:cs typeface="Arial"/>
                </a:defRPr>
              </a:lvl3pPr>
              <a:lvl4pPr>
                <a:defRPr sz="1411" b="1">
                  <a:solidFill>
                    <a:srgbClr val="263238"/>
                  </a:solidFill>
                  <a:latin typeface="Arial"/>
                  <a:ea typeface="Arial"/>
                  <a:cs typeface="Arial"/>
                </a:defRPr>
              </a:lvl4pPr>
              <a:lvl5pPr>
                <a:defRPr sz="1411" b="1">
                  <a:solidFill>
                    <a:srgbClr val="263238"/>
                  </a:solidFill>
                  <a:latin typeface="Arial"/>
                  <a:ea typeface="Arial"/>
                  <a:cs typeface="Arial"/>
                </a:defRPr>
              </a:lvl5pPr>
              <a:lvl6pPr>
                <a:defRPr sz="1411" b="1">
                  <a:solidFill>
                    <a:srgbClr val="263238"/>
                  </a:solidFill>
                  <a:latin typeface="Arial"/>
                  <a:ea typeface="Arial"/>
                  <a:cs typeface="Arial"/>
                </a:defRPr>
              </a:lvl6pPr>
              <a:lvl7pPr>
                <a:defRPr sz="1411" b="1">
                  <a:solidFill>
                    <a:srgbClr val="263238"/>
                  </a:solidFill>
                  <a:latin typeface="Arial"/>
                  <a:ea typeface="Arial"/>
                  <a:cs typeface="Arial"/>
                </a:defRPr>
              </a:lvl7pPr>
              <a:lvl8pPr>
                <a:defRPr sz="1411" b="1">
                  <a:solidFill>
                    <a:srgbClr val="263238"/>
                  </a:solidFill>
                  <a:latin typeface="Arial"/>
                  <a:ea typeface="Arial"/>
                  <a:cs typeface="Arial"/>
                </a:defRPr>
              </a:lvl8pPr>
              <a:lvl9pPr>
                <a:defRPr sz="1411" b="1">
                  <a:solidFill>
                    <a:srgbClr val="263238"/>
                  </a:solidFill>
                  <a:latin typeface="Arial"/>
                  <a:ea typeface="Arial"/>
                  <a:cs typeface="Arial"/>
                </a:defRPr>
              </a:lvl9pPr>
            </a:lstStyle>
            <a:p>
              <a:pPr>
                <a:defRPr sz="1411" b="1">
                  <a:solidFill>
                    <a:srgbClr val="263238"/>
                  </a:solidFill>
                  <a:latin typeface="Arial"/>
                  <a:ea typeface="Arial"/>
                  <a:cs typeface="Arial"/>
                </a:defRPr>
              </a:pPr>
              <a:r>
                <a:rPr sz="1411" b="1">
                  <a:solidFill>
                    <a:srgbClr val="263238"/>
                  </a:solidFill>
                  <a:latin typeface="Arial"/>
                  <a:ea typeface="Arial"/>
                  <a:cs typeface="Arial"/>
                </a:rPr>
                <a:t>(c) OLR 2024</a:t>
              </a:r>
            </a:p>
          </p:txBody>
        </p:sp>
        <p:graphicFrame>
          <p:nvGraphicFramePr>
            <p:cNvPr id="6" name="Chart">
              <a:extLst>
                <a:ext uri="{FF2B5EF4-FFF2-40B4-BE49-F238E27FC236}">
                  <ns2:creationId id="{64098AF4-B6EE-40CE-B5A2-2D5EE8FE6D08}"/>
                </a:ext>
              </a:extLst>
            </p:cNvPr>
            <p:cNvGraphicFramePr/>
            <p:nvPr/>
          </p:nvGraphicFramePr>
          <p:xfrm>
            <a:off x="5753100" y="342900"/>
            <a:ext cx="2781300" cy="3086100"/>
          </p:xfrm>
          <a:graphic>
            <a:graphicData uri="http://schemas.openxmlformats.org/drawingml/2006/chart">
              <ns3:chart r:id="Re5b308f6c35844b2"/>
            </a:graphicData>
          </a:graphic>
        </p:graphicFrame>
        <p:sp>
          <p:nvSpPr>
            <p:cNvPr id="7" name="(d) PM2.5 2000">
              <a:extLst>
                <a:ext uri="{FF2B5EF4-FFF2-40B4-BE49-F238E27FC236}">
                  <ns2:creationId id="{4A07F10F-007F-45E7-B6D2-EE70661E36AD}"/>
                </a:ext>
              </a:extLst>
            </p:cNvPr>
            <p:cNvSpPr>
              <a:spLocks noGrp="1"/>
            </p:cNvSpPr>
            <p:nvPr/>
          </p:nvSpPr>
          <p:spPr>
            <a:xfrm>
              <a:off x="8743950" y="47625"/>
              <a:ext cx="2667000" cy="266700"/>
            </a:xfrm>
            <a:prstGeom prst="rect">
              <a:avLst/>
            </a:prstGeom>
            <a:noFill/>
            <a:ln w="0">
              <a:noFill/>
              <a:prstDash val="solid"/>
            </a:ln>
          </p:spPr>
          <p:txBody>
            <a:bodyPr wrap="none" lIns="0" tIns="0" rIns="0" bIns="0">
              <a:noAutofit/>
            </a:bodyPr>
            <a:lstStyle>
              <a:defPPr>
                <a:defRPr sz="1411" b="1">
                  <a:solidFill>
                    <a:srgbClr val="263238"/>
                  </a:solidFill>
                  <a:latin typeface="Arial"/>
                  <a:ea typeface="Arial"/>
                  <a:cs typeface="Arial"/>
                </a:defRPr>
              </a:defPPr>
              <a:lvl1pPr>
                <a:defRPr sz="1411" b="1">
                  <a:solidFill>
                    <a:srgbClr val="263238"/>
                  </a:solidFill>
                  <a:latin typeface="Arial"/>
                  <a:ea typeface="Arial"/>
                  <a:cs typeface="Arial"/>
                </a:defRPr>
              </a:lvl1pPr>
              <a:lvl2pPr>
                <a:defRPr sz="1411" b="1">
                  <a:solidFill>
                    <a:srgbClr val="263238"/>
                  </a:solidFill>
                  <a:latin typeface="Arial"/>
                  <a:ea typeface="Arial"/>
                  <a:cs typeface="Arial"/>
                </a:defRPr>
              </a:lvl2pPr>
              <a:lvl3pPr>
                <a:defRPr sz="1411" b="1">
                  <a:solidFill>
                    <a:srgbClr val="263238"/>
                  </a:solidFill>
                  <a:latin typeface="Arial"/>
                  <a:ea typeface="Arial"/>
                  <a:cs typeface="Arial"/>
                </a:defRPr>
              </a:lvl3pPr>
              <a:lvl4pPr>
                <a:defRPr sz="1411" b="1">
                  <a:solidFill>
                    <a:srgbClr val="263238"/>
                  </a:solidFill>
                  <a:latin typeface="Arial"/>
                  <a:ea typeface="Arial"/>
                  <a:cs typeface="Arial"/>
                </a:defRPr>
              </a:lvl4pPr>
              <a:lvl5pPr>
                <a:defRPr sz="1411" b="1">
                  <a:solidFill>
                    <a:srgbClr val="263238"/>
                  </a:solidFill>
                  <a:latin typeface="Arial"/>
                  <a:ea typeface="Arial"/>
                  <a:cs typeface="Arial"/>
                </a:defRPr>
              </a:lvl5pPr>
              <a:lvl6pPr>
                <a:defRPr sz="1411" b="1">
                  <a:solidFill>
                    <a:srgbClr val="263238"/>
                  </a:solidFill>
                  <a:latin typeface="Arial"/>
                  <a:ea typeface="Arial"/>
                  <a:cs typeface="Arial"/>
                </a:defRPr>
              </a:lvl6pPr>
              <a:lvl7pPr>
                <a:defRPr sz="1411" b="1">
                  <a:solidFill>
                    <a:srgbClr val="263238"/>
                  </a:solidFill>
                  <a:latin typeface="Arial"/>
                  <a:ea typeface="Arial"/>
                  <a:cs typeface="Arial"/>
                </a:defRPr>
              </a:lvl7pPr>
              <a:lvl8pPr>
                <a:defRPr sz="1411" b="1">
                  <a:solidFill>
                    <a:srgbClr val="263238"/>
                  </a:solidFill>
                  <a:latin typeface="Arial"/>
                  <a:ea typeface="Arial"/>
                  <a:cs typeface="Arial"/>
                </a:defRPr>
              </a:lvl8pPr>
              <a:lvl9pPr>
                <a:defRPr sz="1411" b="1">
                  <a:solidFill>
                    <a:srgbClr val="263238"/>
                  </a:solidFill>
                  <a:latin typeface="Arial"/>
                  <a:ea typeface="Arial"/>
                  <a:cs typeface="Arial"/>
                </a:defRPr>
              </a:lvl9pPr>
            </a:lstStyle>
            <a:p>
              <a:pPr>
                <a:defRPr sz="1411" b="1">
                  <a:solidFill>
                    <a:srgbClr val="263238"/>
                  </a:solidFill>
                  <a:latin typeface="Arial"/>
                  <a:ea typeface="Arial"/>
                  <a:cs typeface="Arial"/>
                </a:defRPr>
              </a:pPr>
              <a:r>
                <a:rPr sz="1411" b="1">
                  <a:solidFill>
                    <a:srgbClr val="263238"/>
                  </a:solidFill>
                  <a:latin typeface="Arial"/>
                  <a:ea typeface="Arial"/>
                  <a:cs typeface="Arial"/>
                </a:rPr>
                <a:t>(d) PM2.5 2000</a:t>
              </a:r>
            </a:p>
          </p:txBody>
        </p:sp>
        <p:graphicFrame>
          <p:nvGraphicFramePr>
            <p:cNvPr id="8" name="Chart">
              <a:extLst>
                <a:ext uri="{FF2B5EF4-FFF2-40B4-BE49-F238E27FC236}">
                  <ns2:creationId id="{DB2CC165-43ED-414B-B65A-2E2840C9A9F6}"/>
                </a:ext>
              </a:extLst>
            </p:cNvPr>
            <p:cNvGraphicFramePr/>
            <p:nvPr/>
          </p:nvGraphicFramePr>
          <p:xfrm>
            <a:off x="8591550" y="342900"/>
            <a:ext cx="2781300" cy="3086100"/>
          </p:xfrm>
          <a:graphic>
            <a:graphicData uri="http://schemas.openxmlformats.org/drawingml/2006/chart">
              <ns3:chart r:id="R9d0cbc572bda4ed6"/>
            </a:graphicData>
          </a:graphic>
        </p:graphicFrame>
        <p:sp>
          <p:nvSpPr>
            <p:cNvPr id="9" name="(e) Ring">
              <a:extLst>
                <a:ext uri="{FF2B5EF4-FFF2-40B4-BE49-F238E27FC236}">
                  <ns2:creationId id="{DAE57088-B589-441C-9FE5-713979A31647}"/>
                </a:ext>
              </a:extLst>
            </p:cNvPr>
            <p:cNvSpPr>
              <a:spLocks noGrp="1"/>
            </p:cNvSpPr>
            <p:nvPr/>
          </p:nvSpPr>
          <p:spPr>
            <a:xfrm>
              <a:off x="11582400" y="47625"/>
              <a:ext cx="2667000" cy="266700"/>
            </a:xfrm>
            <a:prstGeom prst="rect">
              <a:avLst/>
            </a:prstGeom>
            <a:noFill/>
            <a:ln w="0">
              <a:noFill/>
              <a:prstDash val="solid"/>
            </a:ln>
          </p:spPr>
          <p:txBody>
            <a:bodyPr wrap="none" lIns="0" tIns="0" rIns="0" bIns="0">
              <a:noAutofit/>
            </a:bodyPr>
            <a:lstStyle>
              <a:defPPr>
                <a:defRPr sz="1411" b="1">
                  <a:solidFill>
                    <a:srgbClr val="263238"/>
                  </a:solidFill>
                  <a:latin typeface="Arial"/>
                  <a:ea typeface="Arial"/>
                  <a:cs typeface="Arial"/>
                </a:defRPr>
              </a:defPPr>
              <a:lvl1pPr>
                <a:defRPr sz="1411" b="1">
                  <a:solidFill>
                    <a:srgbClr val="263238"/>
                  </a:solidFill>
                  <a:latin typeface="Arial"/>
                  <a:ea typeface="Arial"/>
                  <a:cs typeface="Arial"/>
                </a:defRPr>
              </a:lvl1pPr>
              <a:lvl2pPr>
                <a:defRPr sz="1411" b="1">
                  <a:solidFill>
                    <a:srgbClr val="263238"/>
                  </a:solidFill>
                  <a:latin typeface="Arial"/>
                  <a:ea typeface="Arial"/>
                  <a:cs typeface="Arial"/>
                </a:defRPr>
              </a:lvl2pPr>
              <a:lvl3pPr>
                <a:defRPr sz="1411" b="1">
                  <a:solidFill>
                    <a:srgbClr val="263238"/>
                  </a:solidFill>
                  <a:latin typeface="Arial"/>
                  <a:ea typeface="Arial"/>
                  <a:cs typeface="Arial"/>
                </a:defRPr>
              </a:lvl3pPr>
              <a:lvl4pPr>
                <a:defRPr sz="1411" b="1">
                  <a:solidFill>
                    <a:srgbClr val="263238"/>
                  </a:solidFill>
                  <a:latin typeface="Arial"/>
                  <a:ea typeface="Arial"/>
                  <a:cs typeface="Arial"/>
                </a:defRPr>
              </a:lvl4pPr>
              <a:lvl5pPr>
                <a:defRPr sz="1411" b="1">
                  <a:solidFill>
                    <a:srgbClr val="263238"/>
                  </a:solidFill>
                  <a:latin typeface="Arial"/>
                  <a:ea typeface="Arial"/>
                  <a:cs typeface="Arial"/>
                </a:defRPr>
              </a:lvl5pPr>
              <a:lvl6pPr>
                <a:defRPr sz="1411" b="1">
                  <a:solidFill>
                    <a:srgbClr val="263238"/>
                  </a:solidFill>
                  <a:latin typeface="Arial"/>
                  <a:ea typeface="Arial"/>
                  <a:cs typeface="Arial"/>
                </a:defRPr>
              </a:lvl6pPr>
              <a:lvl7pPr>
                <a:defRPr sz="1411" b="1">
                  <a:solidFill>
                    <a:srgbClr val="263238"/>
                  </a:solidFill>
                  <a:latin typeface="Arial"/>
                  <a:ea typeface="Arial"/>
                  <a:cs typeface="Arial"/>
                </a:defRPr>
              </a:lvl7pPr>
              <a:lvl8pPr>
                <a:defRPr sz="1411" b="1">
                  <a:solidFill>
                    <a:srgbClr val="263238"/>
                  </a:solidFill>
                  <a:latin typeface="Arial"/>
                  <a:ea typeface="Arial"/>
                  <a:cs typeface="Arial"/>
                </a:defRPr>
              </a:lvl8pPr>
              <a:lvl9pPr>
                <a:defRPr sz="1411" b="1">
                  <a:solidFill>
                    <a:srgbClr val="263238"/>
                  </a:solidFill>
                  <a:latin typeface="Arial"/>
                  <a:ea typeface="Arial"/>
                  <a:cs typeface="Arial"/>
                </a:defRPr>
              </a:lvl9pPr>
            </a:lstStyle>
            <a:p>
              <a:pPr>
                <a:defRPr sz="1411" b="1">
                  <a:solidFill>
                    <a:srgbClr val="263238"/>
                  </a:solidFill>
                  <a:latin typeface="Arial"/>
                  <a:ea typeface="Arial"/>
                  <a:cs typeface="Arial"/>
                </a:defRPr>
              </a:pPr>
              <a:r>
                <a:rPr sz="1411" b="1">
                  <a:solidFill>
                    <a:srgbClr val="263238"/>
                  </a:solidFill>
                  <a:latin typeface="Arial"/>
                  <a:ea typeface="Arial"/>
                  <a:cs typeface="Arial"/>
                </a:rPr>
                <a:t>(e) Ring</a:t>
              </a:r>
            </a:p>
          </p:txBody>
        </p:sp>
        <p:graphicFrame>
          <p:nvGraphicFramePr>
            <p:cNvPr id="10" name="Chart">
              <a:extLst>
                <a:ext uri="{FF2B5EF4-FFF2-40B4-BE49-F238E27FC236}">
                  <ns2:creationId id="{5A691885-0B75-4E33-B854-8E4A00ED7D6A}"/>
                </a:ext>
              </a:extLst>
            </p:cNvPr>
            <p:cNvGraphicFramePr/>
            <p:nvPr/>
          </p:nvGraphicFramePr>
          <p:xfrm>
            <a:off x="11430000" y="342900"/>
            <a:ext cx="2781300" cy="3086100"/>
          </p:xfrm>
          <a:graphic>
            <a:graphicData uri="http://schemas.openxmlformats.org/drawingml/2006/chart">
              <ns3:chart r:id="R5b4d00c5d1454383"/>
            </a:graphicData>
          </a:graphic>
        </p:graphicFrame>
        <p:sp>
          <p:nvSpPr>
            <p:cNvPr id="11" name="Blue: exact frontier F    Gray dashed: certified bound Φ    Green">
              <a:extLst>
                <a:ext uri="{FF2B5EF4-FFF2-40B4-BE49-F238E27FC236}">
                  <ns2:creationId id="{0DB38C68-F734-482F-9F2E-D4D03EAEF09F}"/>
                </a:ext>
              </a:extLst>
            </p:cNvPr>
            <p:cNvSpPr>
              <a:spLocks noGrp="1"/>
            </p:cNvSpPr>
            <p:nvPr/>
          </p:nvSpPr>
          <p:spPr>
            <a:xfrm>
              <a:off x="1238250" y="3514725"/>
              <a:ext cx="12382500" cy="266700"/>
            </a:xfrm>
            <a:prstGeom prst="rect">
              <a:avLst/>
            </a:prstGeom>
            <a:noFill/>
            <a:ln w="0">
              <a:noFill/>
              <a:prstDash val="solid"/>
            </a:ln>
          </p:spPr>
          <p:txBody>
            <a:bodyPr wrap="none" lIns="0" tIns="0" rIns="0" bIns="0">
              <a:noAutofit/>
            </a:bodyPr>
            <a:lstStyle>
              <a:defPPr>
                <a:defRPr sz="1277" b="0">
                  <a:solidFill>
                    <a:srgbClr val="263238"/>
                  </a:solidFill>
                  <a:latin typeface="Arial"/>
                  <a:ea typeface="Arial"/>
                  <a:cs typeface="Arial"/>
                </a:defRPr>
              </a:defPPr>
              <a:lvl1pPr>
                <a:defRPr sz="1277" b="0">
                  <a:solidFill>
                    <a:srgbClr val="263238"/>
                  </a:solidFill>
                  <a:latin typeface="Arial"/>
                  <a:ea typeface="Arial"/>
                  <a:cs typeface="Arial"/>
                </a:defRPr>
              </a:lvl1pPr>
              <a:lvl2pPr>
                <a:defRPr sz="1277" b="0">
                  <a:solidFill>
                    <a:srgbClr val="263238"/>
                  </a:solidFill>
                  <a:latin typeface="Arial"/>
                  <a:ea typeface="Arial"/>
                  <a:cs typeface="Arial"/>
                </a:defRPr>
              </a:lvl2pPr>
              <a:lvl3pPr>
                <a:defRPr sz="1277" b="0">
                  <a:solidFill>
                    <a:srgbClr val="263238"/>
                  </a:solidFill>
                  <a:latin typeface="Arial"/>
                  <a:ea typeface="Arial"/>
                  <a:cs typeface="Arial"/>
                </a:defRPr>
              </a:lvl3pPr>
              <a:lvl4pPr>
                <a:defRPr sz="1277" b="0">
                  <a:solidFill>
                    <a:srgbClr val="263238"/>
                  </a:solidFill>
                  <a:latin typeface="Arial"/>
                  <a:ea typeface="Arial"/>
                  <a:cs typeface="Arial"/>
                </a:defRPr>
              </a:lvl4pPr>
              <a:lvl5pPr>
                <a:defRPr sz="1277" b="0">
                  <a:solidFill>
                    <a:srgbClr val="263238"/>
                  </a:solidFill>
                  <a:latin typeface="Arial"/>
                  <a:ea typeface="Arial"/>
                  <a:cs typeface="Arial"/>
                </a:defRPr>
              </a:lvl5pPr>
              <a:lvl6pPr>
                <a:defRPr sz="1277" b="0">
                  <a:solidFill>
                    <a:srgbClr val="263238"/>
                  </a:solidFill>
                  <a:latin typeface="Arial"/>
                  <a:ea typeface="Arial"/>
                  <a:cs typeface="Arial"/>
                </a:defRPr>
              </a:lvl6pPr>
              <a:lvl7pPr>
                <a:defRPr sz="1277" b="0">
                  <a:solidFill>
                    <a:srgbClr val="263238"/>
                  </a:solidFill>
                  <a:latin typeface="Arial"/>
                  <a:ea typeface="Arial"/>
                  <a:cs typeface="Arial"/>
                </a:defRPr>
              </a:lvl7pPr>
              <a:lvl8pPr>
                <a:defRPr sz="1277" b="0">
                  <a:solidFill>
                    <a:srgbClr val="263238"/>
                  </a:solidFill>
                  <a:latin typeface="Arial"/>
                  <a:ea typeface="Arial"/>
                  <a:cs typeface="Arial"/>
                </a:defRPr>
              </a:lvl8pPr>
              <a:lvl9pPr>
                <a:defRPr sz="1277" b="0">
                  <a:solidFill>
                    <a:srgbClr val="263238"/>
                  </a:solidFill>
                  <a:latin typeface="Arial"/>
                  <a:ea typeface="Arial"/>
                  <a:cs typeface="Arial"/>
                </a:defRPr>
              </a:lvl9pPr>
            </a:lstStyle>
            <a:p>
              <a:pPr>
                <a:defRPr sz="1277" b="0">
                  <a:solidFill>
                    <a:srgbClr val="263238"/>
                  </a:solidFill>
                  <a:latin typeface="Arial"/>
                  <a:ea typeface="Arial"/>
                  <a:cs typeface="Arial"/>
                </a:defRPr>
              </a:pPr>
              <a:r>
                <a:rPr sz="1277" b="0">
                  <a:solidFill>
                    <a:srgbClr val="263238"/>
                  </a:solidFill>
                  <a:latin typeface="Arial"/>
                  <a:ea typeface="Arial"/>
                  <a:cs typeface="Arial"/>
                </a:rPr>
                <a:t>Blue: exact frontier F    Gray dashed: certified bound Φ    Green: optimal / LCA working points</a:t>
              </a:r>
            </a:p>
          </p:txBody>
        </p:sp>
        <p:sp>
          <p:nvSpPr>
            <p:cNvPr id="12" name="Working points: P, R2, R20, R∞. Horizontal segments show filling ">
              <a:extLst>
                <a:ext uri="{FF2B5EF4-FFF2-40B4-BE49-F238E27FC236}">
                  <ns2:creationId id="{8B0B0C73-CF75-4B86-9496-8A6518D7AA6F}"/>
                </a:ext>
              </a:extLst>
            </p:cNvPr>
            <p:cNvSpPr>
              <a:spLocks noGrp="1"/>
            </p:cNvSpPr>
            <p:nvPr/>
          </p:nvSpPr>
          <p:spPr>
            <a:xfrm>
              <a:off x="1952625" y="3876675"/>
              <a:ext cx="10763250" cy="238125"/>
            </a:xfrm>
            <a:prstGeom prst="rect">
              <a:avLst/>
            </a:prstGeom>
            <a:noFill/>
            <a:ln w="0">
              <a:noFill/>
              <a:prstDash val="solid"/>
            </a:ln>
          </p:spPr>
          <p:txBody>
            <a:bodyPr wrap="none" lIns="0" tIns="0" rIns="0" bIns="0">
              <a:noAutofit/>
            </a:bodyPr>
            <a:lstStyle>
              <a:defPPr>
                <a:defRPr sz="1142" b="0">
                  <a:solidFill>
                    <a:srgbClr val="263238"/>
                  </a:solidFill>
                  <a:latin typeface="Arial"/>
                  <a:ea typeface="Arial"/>
                  <a:cs typeface="Arial"/>
                </a:defRPr>
              </a:defPPr>
              <a:lvl1pPr>
                <a:defRPr sz="1142" b="0">
                  <a:solidFill>
                    <a:srgbClr val="263238"/>
                  </a:solidFill>
                  <a:latin typeface="Arial"/>
                  <a:ea typeface="Arial"/>
                  <a:cs typeface="Arial"/>
                </a:defRPr>
              </a:lvl1pPr>
              <a:lvl2pPr>
                <a:defRPr sz="1142" b="0">
                  <a:solidFill>
                    <a:srgbClr val="263238"/>
                  </a:solidFill>
                  <a:latin typeface="Arial"/>
                  <a:ea typeface="Arial"/>
                  <a:cs typeface="Arial"/>
                </a:defRPr>
              </a:lvl2pPr>
              <a:lvl3pPr>
                <a:defRPr sz="1142" b="0">
                  <a:solidFill>
                    <a:srgbClr val="263238"/>
                  </a:solidFill>
                  <a:latin typeface="Arial"/>
                  <a:ea typeface="Arial"/>
                  <a:cs typeface="Arial"/>
                </a:defRPr>
              </a:lvl3pPr>
              <a:lvl4pPr>
                <a:defRPr sz="1142" b="0">
                  <a:solidFill>
                    <a:srgbClr val="263238"/>
                  </a:solidFill>
                  <a:latin typeface="Arial"/>
                  <a:ea typeface="Arial"/>
                  <a:cs typeface="Arial"/>
                </a:defRPr>
              </a:lvl4pPr>
              <a:lvl5pPr>
                <a:defRPr sz="1142" b="0">
                  <a:solidFill>
                    <a:srgbClr val="263238"/>
                  </a:solidFill>
                  <a:latin typeface="Arial"/>
                  <a:ea typeface="Arial"/>
                  <a:cs typeface="Arial"/>
                </a:defRPr>
              </a:lvl5pPr>
              <a:lvl6pPr>
                <a:defRPr sz="1142" b="0">
                  <a:solidFill>
                    <a:srgbClr val="263238"/>
                  </a:solidFill>
                  <a:latin typeface="Arial"/>
                  <a:ea typeface="Arial"/>
                  <a:cs typeface="Arial"/>
                </a:defRPr>
              </a:lvl6pPr>
              <a:lvl7pPr>
                <a:defRPr sz="1142" b="0">
                  <a:solidFill>
                    <a:srgbClr val="263238"/>
                  </a:solidFill>
                  <a:latin typeface="Arial"/>
                  <a:ea typeface="Arial"/>
                  <a:cs typeface="Arial"/>
                </a:defRPr>
              </a:lvl7pPr>
              <a:lvl8pPr>
                <a:defRPr sz="1142" b="0">
                  <a:solidFill>
                    <a:srgbClr val="263238"/>
                  </a:solidFill>
                  <a:latin typeface="Arial"/>
                  <a:ea typeface="Arial"/>
                  <a:cs typeface="Arial"/>
                </a:defRPr>
              </a:lvl8pPr>
              <a:lvl9pPr>
                <a:defRPr sz="1142" b="0">
                  <a:solidFill>
                    <a:srgbClr val="263238"/>
                  </a:solidFill>
                  <a:latin typeface="Arial"/>
                  <a:ea typeface="Arial"/>
                  <a:cs typeface="Arial"/>
                </a:defRPr>
              </a:lvl9pPr>
            </a:lstStyle>
            <a:p>
              <a:pPr>
                <a:defRPr sz="1142" b="0">
                  <a:solidFill>
                    <a:srgbClr val="263238"/>
                  </a:solidFill>
                  <a:latin typeface="Arial"/>
                  <a:ea typeface="Arial"/>
                  <a:cs typeface="Arial"/>
                </a:defRPr>
              </a:pPr>
              <a:r>
                <a:rPr sz="1142" b="0">
                  <a:solidFill>
                    <a:srgbClr val="263238"/>
                  </a:solidFill>
                  <a:latin typeface="Arial"/>
                  <a:ea typeface="Arial"/>
                  <a:cs typeface="Arial"/>
                </a:rPr>
                <a:t>Working points: P, R2, R20, R∞. Horizontal segments show filling savings for the same order.</a:t>
              </a:r>
            </a:p>
          </p:txBody>
        </p:sp>
      </p:grpSp>
    </p:spTree>
    <p:extLst>
      <p:ext uri="{BB962C8B-B14F-4D97-AF65-F5344CB8AC3E}">
        <ns5:creationId val="1397913328"/>
      </p:ext>
    </p:extLst>
  </p:cSld>
</p:sld>
</file>

<file path=ppt/slides/slide6.xml><?xml version="1.0" encoding="utf-8"?>
<p:sld xmlns:a="http://schemas.openxmlformats.org/drawingml/2006/main" xmlns:ns2="http://schemas.microsoft.com/office/drawing/2014/main" xmlns:ns4="http://schemas.microsoft.com/office/powerpoint/2010/main" xmlns:p="http://schemas.openxmlformats.org/presentationml/2006/main" xmlns:r="http://schemas.openxmlformats.org/officeDocument/2006/relationships">
  <p:cSld>
    <p:bg>
      <p:bgPr>
        <a:solidFill>
          <a:srgbClr val="FFFFFF"/>
        </a:solidFill>
      </p:bgPr>
    </p:bg>
    <p:spTree>
      <p:nvGrpSpPr>
        <p:cNvPr id="1" name=""/>
        <p:cNvGrpSpPr/>
        <p:nvPr/>
      </p:nvGrpSpPr>
      <p:grpSpPr>
        <a:xfrm/>
      </p:grpSpPr>
      <p:grpSp>
        <p:nvGrpSpPr>
          <p:cNvPr id="249" name="Manuscript Figure 6: Three-method absolute-reference control"/>
          <p:cNvGrpSpPr/>
          <p:nvPr/>
        </p:nvGrpSpPr>
        <p:grpSpPr>
          <a:xfrm>
            <a:off x="50800" y="0"/>
            <a:ext cx="12700000" cy="6096000"/>
            <a:chOff x="0" y="0"/>
            <a:chExt cx="12382500" cy="5943600"/>
          </a:xfrm>
        </p:grpSpPr>
        <p:sp>
          <p:nvSpPr>
            <p:cNvPr id="248" name="(a) Source fields and d-axis projections">
              <a:extLst>
                <a:ext uri="{FF2B5EF4-FFF2-40B4-BE49-F238E27FC236}">
                  <ns2:creationId id="{07ECA195-5FDB-4406-A158-97E33BE3D64D}"/>
                </a:ext>
              </a:extLst>
            </p:cNvPr>
            <p:cNvSpPr>
              <a:spLocks noGrp="1"/>
            </p:cNvSpPr>
            <p:nvPr/>
          </p:nvSpPr>
          <p:spPr>
            <a:xfrm>
              <a:off x="171450" y="0"/>
              <a:ext cx="7048500" cy="285750"/>
            </a:xfrm>
            <a:prstGeom prst="rect">
              <a:avLst/>
            </a:prstGeom>
            <a:noFill/>
            <a:ln w="0">
              <a:noFill/>
            </a:ln>
          </p:spPr>
          <p:txBody>
            <a:bodyPr wrap="none" lIns="0" tIns="0" rIns="0" bIns="0" anchor="ctr">
              <a:noAutofit/>
            </a:bodyPr>
            <a:lstStyle>
              <a:defPPr algn="l">
                <a:defRPr sz="1769" b="1">
                  <a:solidFill>
                    <a:srgbClr val="000000"/>
                  </a:solidFill>
                  <a:latin typeface="Arial"/>
                  <a:ea typeface="Arial"/>
                  <a:cs typeface="Arial"/>
                </a:defRPr>
              </a:defPPr>
              <a:lvl1pPr algn="l">
                <a:defRPr sz="1769" b="1">
                  <a:solidFill>
                    <a:srgbClr val="000000"/>
                  </a:solidFill>
                  <a:latin typeface="Arial"/>
                  <a:ea typeface="Arial"/>
                  <a:cs typeface="Arial"/>
                </a:defRPr>
              </a:lvl1pPr>
              <a:lvl2pPr algn="l">
                <a:defRPr sz="1769" b="1">
                  <a:solidFill>
                    <a:srgbClr val="000000"/>
                  </a:solidFill>
                  <a:latin typeface="Arial"/>
                  <a:ea typeface="Arial"/>
                  <a:cs typeface="Arial"/>
                </a:defRPr>
              </a:lvl2pPr>
              <a:lvl3pPr algn="l">
                <a:defRPr sz="1769" b="1">
                  <a:solidFill>
                    <a:srgbClr val="000000"/>
                  </a:solidFill>
                  <a:latin typeface="Arial"/>
                  <a:ea typeface="Arial"/>
                  <a:cs typeface="Arial"/>
                </a:defRPr>
              </a:lvl3pPr>
              <a:lvl4pPr algn="l">
                <a:defRPr sz="1769" b="1">
                  <a:solidFill>
                    <a:srgbClr val="000000"/>
                  </a:solidFill>
                  <a:latin typeface="Arial"/>
                  <a:ea typeface="Arial"/>
                  <a:cs typeface="Arial"/>
                </a:defRPr>
              </a:lvl4pPr>
              <a:lvl5pPr algn="l">
                <a:defRPr sz="1769" b="1">
                  <a:solidFill>
                    <a:srgbClr val="000000"/>
                  </a:solidFill>
                  <a:latin typeface="Arial"/>
                  <a:ea typeface="Arial"/>
                  <a:cs typeface="Arial"/>
                </a:defRPr>
              </a:lvl5pPr>
              <a:lvl6pPr algn="l">
                <a:defRPr sz="1769" b="1">
                  <a:solidFill>
                    <a:srgbClr val="000000"/>
                  </a:solidFill>
                  <a:latin typeface="Arial"/>
                  <a:ea typeface="Arial"/>
                  <a:cs typeface="Arial"/>
                </a:defRPr>
              </a:lvl6pPr>
              <a:lvl7pPr algn="l">
                <a:defRPr sz="1769" b="1">
                  <a:solidFill>
                    <a:srgbClr val="000000"/>
                  </a:solidFill>
                  <a:latin typeface="Arial"/>
                  <a:ea typeface="Arial"/>
                  <a:cs typeface="Arial"/>
                </a:defRPr>
              </a:lvl7pPr>
              <a:lvl8pPr algn="l">
                <a:defRPr sz="1769" b="1">
                  <a:solidFill>
                    <a:srgbClr val="000000"/>
                  </a:solidFill>
                  <a:latin typeface="Arial"/>
                  <a:ea typeface="Arial"/>
                  <a:cs typeface="Arial"/>
                </a:defRPr>
              </a:lvl8pPr>
              <a:lvl9pPr algn="l">
                <a:defRPr sz="1769" b="1">
                  <a:solidFill>
                    <a:srgbClr val="000000"/>
                  </a:solidFill>
                  <a:latin typeface="Arial"/>
                  <a:ea typeface="Arial"/>
                  <a:cs typeface="Arial"/>
                </a:defRPr>
              </a:lvl9pPr>
            </a:lstStyle>
            <a:p>
              <a:pPr algn="l">
                <a:defRPr sz="1769" b="1">
                  <a:solidFill>
                    <a:srgbClr val="000000"/>
                  </a:solidFill>
                  <a:latin typeface="Arial"/>
                  <a:ea typeface="Arial"/>
                  <a:cs typeface="Arial"/>
                </a:defRPr>
              </a:pPr>
              <a:r>
                <a:rPr sz="1769" b="1">
                  <a:solidFill>
                    <a:srgbClr val="000000"/>
                  </a:solidFill>
                  <a:latin typeface="Arial"/>
                  <a:ea typeface="Arial"/>
                  <a:cs typeface="Arial"/>
                </a:rPr>
                <a:t>(a) Source fields and d-axis projections</a:t>
              </a:r>
            </a:p>
          </p:txBody>
        </p:sp>
        <p:sp>
          <p:nvSpPr>
            <p:cNvPr id="2" name="Scalar value">
              <a:extLst>
                <a:ext uri="{FF2B5EF4-FFF2-40B4-BE49-F238E27FC236}">
                  <ns2:creationId id="{EE34BA1F-42B5-4FDC-9178-B050E48C9483}"/>
                </a:ext>
              </a:extLst>
            </p:cNvPr>
            <p:cNvSpPr>
              <a:spLocks noGrp="1"/>
            </p:cNvSpPr>
            <p:nvPr/>
          </p:nvSpPr>
          <p:spPr>
            <a:xfrm>
              <a:off x="8439150" y="0"/>
              <a:ext cx="1257300" cy="257175"/>
            </a:xfrm>
            <a:prstGeom prst="rect">
              <a:avLst/>
            </a:prstGeom>
            <a:noFill/>
            <a:ln w="0">
              <a:noFill/>
            </a:ln>
          </p:spPr>
          <p:txBody>
            <a:bodyPr wrap="none" lIns="0" tIns="0" rIns="0" bIns="0" anchor="ctr">
              <a:noAutofit/>
            </a:bodyPr>
            <a:lstStyle>
              <a:defPPr algn="l">
                <a:defRPr sz="1385" b="0">
                  <a:solidFill>
                    <a:srgbClr val="000000"/>
                  </a:solidFill>
                  <a:latin typeface="Arial"/>
                  <a:ea typeface="Arial"/>
                  <a:cs typeface="Arial"/>
                </a:defRPr>
              </a:defPPr>
              <a:lvl1pPr algn="l">
                <a:defRPr sz="1385" b="0">
                  <a:solidFill>
                    <a:srgbClr val="000000"/>
                  </a:solidFill>
                  <a:latin typeface="Arial"/>
                  <a:ea typeface="Arial"/>
                  <a:cs typeface="Arial"/>
                </a:defRPr>
              </a:lvl1pPr>
              <a:lvl2pPr algn="l">
                <a:defRPr sz="1385" b="0">
                  <a:solidFill>
                    <a:srgbClr val="000000"/>
                  </a:solidFill>
                  <a:latin typeface="Arial"/>
                  <a:ea typeface="Arial"/>
                  <a:cs typeface="Arial"/>
                </a:defRPr>
              </a:lvl2pPr>
              <a:lvl3pPr algn="l">
                <a:defRPr sz="1385" b="0">
                  <a:solidFill>
                    <a:srgbClr val="000000"/>
                  </a:solidFill>
                  <a:latin typeface="Arial"/>
                  <a:ea typeface="Arial"/>
                  <a:cs typeface="Arial"/>
                </a:defRPr>
              </a:lvl3pPr>
              <a:lvl4pPr algn="l">
                <a:defRPr sz="1385" b="0">
                  <a:solidFill>
                    <a:srgbClr val="000000"/>
                  </a:solidFill>
                  <a:latin typeface="Arial"/>
                  <a:ea typeface="Arial"/>
                  <a:cs typeface="Arial"/>
                </a:defRPr>
              </a:lvl4pPr>
              <a:lvl5pPr algn="l">
                <a:defRPr sz="1385" b="0">
                  <a:solidFill>
                    <a:srgbClr val="000000"/>
                  </a:solidFill>
                  <a:latin typeface="Arial"/>
                  <a:ea typeface="Arial"/>
                  <a:cs typeface="Arial"/>
                </a:defRPr>
              </a:lvl5pPr>
              <a:lvl6pPr algn="l">
                <a:defRPr sz="1385" b="0">
                  <a:solidFill>
                    <a:srgbClr val="000000"/>
                  </a:solidFill>
                  <a:latin typeface="Arial"/>
                  <a:ea typeface="Arial"/>
                  <a:cs typeface="Arial"/>
                </a:defRPr>
              </a:lvl6pPr>
              <a:lvl7pPr algn="l">
                <a:defRPr sz="1385" b="0">
                  <a:solidFill>
                    <a:srgbClr val="000000"/>
                  </a:solidFill>
                  <a:latin typeface="Arial"/>
                  <a:ea typeface="Arial"/>
                  <a:cs typeface="Arial"/>
                </a:defRPr>
              </a:lvl7pPr>
              <a:lvl8pPr algn="l">
                <a:defRPr sz="1385" b="0">
                  <a:solidFill>
                    <a:srgbClr val="000000"/>
                  </a:solidFill>
                  <a:latin typeface="Arial"/>
                  <a:ea typeface="Arial"/>
                  <a:cs typeface="Arial"/>
                </a:defRPr>
              </a:lvl8pPr>
              <a:lvl9pPr algn="l">
                <a:defRPr sz="1385" b="0">
                  <a:solidFill>
                    <a:srgbClr val="000000"/>
                  </a:solidFill>
                  <a:latin typeface="Arial"/>
                  <a:ea typeface="Arial"/>
                  <a:cs typeface="Arial"/>
                </a:defRPr>
              </a:lvl9pPr>
            </a:lstStyle>
            <a:p>
              <a:pPr algn="l">
                <a:defRPr sz="1385" b="0">
                  <a:solidFill>
                    <a:srgbClr val="000000"/>
                  </a:solidFill>
                  <a:latin typeface="Arial"/>
                  <a:ea typeface="Arial"/>
                  <a:cs typeface="Arial"/>
                </a:defRPr>
              </a:pPr>
              <a:r>
                <a:rPr sz="1385" b="0">
                  <a:solidFill>
                    <a:srgbClr val="000000"/>
                  </a:solidFill>
                  <a:latin typeface="Arial"/>
                  <a:ea typeface="Arial"/>
                  <a:cs typeface="Arial"/>
                </a:rPr>
                <a:t>Scalar value</a:t>
              </a:r>
            </a:p>
          </p:txBody>
        </p:sp>
        <p:pic>
          <p:nvPicPr>
            <p:cNvPr id="3" name="">
              <a:extLst>
                <a:ext uri="{FF2B5EF4-FFF2-40B4-BE49-F238E27FC236}">
                  <ns2:creationId id="{C6DCB019-46FB-4F97-9A94-4114142930A7}"/>
                </a:ext>
              </a:extLst>
            </p:cNvPr>
            <p:cNvPicPr>
              <a:picLocks noChangeAspect="1"/>
            </p:cNvPicPr>
            <p:nvPr/>
          </p:nvPicPr>
          <p:blipFill>
            <a:blip r:embed="Rfa6da8679f214c30"/>
            <a:stretch/>
          </p:blipFill>
          <p:spPr>
            <a:xfrm>
              <a:off x="9963150" y="76200"/>
              <a:ext cx="1676400" cy="104775"/>
            </a:xfrm>
            <a:prstGeom prst="rect">
              <a:avLst/>
            </a:prstGeom>
          </p:spPr>
        </p:pic>
        <p:sp>
          <p:nvSpPr>
            <p:cNvPr id="4" name="0">
              <a:extLst>
                <a:ext uri="{FF2B5EF4-FFF2-40B4-BE49-F238E27FC236}">
                  <ns2:creationId id="{491F65B1-5FCD-4FF4-ABC1-4FA0DFC81133}"/>
                </a:ext>
              </a:extLst>
            </p:cNvPr>
            <p:cNvSpPr>
              <a:spLocks noGrp="1"/>
            </p:cNvSpPr>
            <p:nvPr/>
          </p:nvSpPr>
          <p:spPr>
            <a:xfrm>
              <a:off x="9667875" y="0"/>
              <a:ext cx="266700" cy="257175"/>
            </a:xfrm>
            <a:prstGeom prst="rect">
              <a:avLst/>
            </a:prstGeom>
            <a:noFill/>
            <a:ln w="0">
              <a:noFill/>
            </a:ln>
          </p:spPr>
          <p:txBody>
            <a:bodyPr wrap="none" lIns="0" tIns="0" rIns="0" bIns="0" anchor="ctr">
              <a:noAutofit/>
            </a:bodyPr>
            <a:lstStyle>
              <a:defPPr algn="ctr">
                <a:defRPr sz="1385" b="0">
                  <a:solidFill>
                    <a:srgbClr val="000000"/>
                  </a:solidFill>
                  <a:latin typeface="Arial"/>
                  <a:ea typeface="Arial"/>
                  <a:cs typeface="Arial"/>
                </a:defRPr>
              </a:defPPr>
              <a:lvl1pPr algn="ctr">
                <a:defRPr sz="1385" b="0">
                  <a:solidFill>
                    <a:srgbClr val="000000"/>
                  </a:solidFill>
                  <a:latin typeface="Arial"/>
                  <a:ea typeface="Arial"/>
                  <a:cs typeface="Arial"/>
                </a:defRPr>
              </a:lvl1pPr>
              <a:lvl2pPr algn="ctr">
                <a:defRPr sz="1385" b="0">
                  <a:solidFill>
                    <a:srgbClr val="000000"/>
                  </a:solidFill>
                  <a:latin typeface="Arial"/>
                  <a:ea typeface="Arial"/>
                  <a:cs typeface="Arial"/>
                </a:defRPr>
              </a:lvl2pPr>
              <a:lvl3pPr algn="ctr">
                <a:defRPr sz="1385" b="0">
                  <a:solidFill>
                    <a:srgbClr val="000000"/>
                  </a:solidFill>
                  <a:latin typeface="Arial"/>
                  <a:ea typeface="Arial"/>
                  <a:cs typeface="Arial"/>
                </a:defRPr>
              </a:lvl3pPr>
              <a:lvl4pPr algn="ctr">
                <a:defRPr sz="1385" b="0">
                  <a:solidFill>
                    <a:srgbClr val="000000"/>
                  </a:solidFill>
                  <a:latin typeface="Arial"/>
                  <a:ea typeface="Arial"/>
                  <a:cs typeface="Arial"/>
                </a:defRPr>
              </a:lvl4pPr>
              <a:lvl5pPr algn="ctr">
                <a:defRPr sz="1385" b="0">
                  <a:solidFill>
                    <a:srgbClr val="000000"/>
                  </a:solidFill>
                  <a:latin typeface="Arial"/>
                  <a:ea typeface="Arial"/>
                  <a:cs typeface="Arial"/>
                </a:defRPr>
              </a:lvl5pPr>
              <a:lvl6pPr algn="ctr">
                <a:defRPr sz="1385" b="0">
                  <a:solidFill>
                    <a:srgbClr val="000000"/>
                  </a:solidFill>
                  <a:latin typeface="Arial"/>
                  <a:ea typeface="Arial"/>
                  <a:cs typeface="Arial"/>
                </a:defRPr>
              </a:lvl6pPr>
              <a:lvl7pPr algn="ctr">
                <a:defRPr sz="1385" b="0">
                  <a:solidFill>
                    <a:srgbClr val="000000"/>
                  </a:solidFill>
                  <a:latin typeface="Arial"/>
                  <a:ea typeface="Arial"/>
                  <a:cs typeface="Arial"/>
                </a:defRPr>
              </a:lvl7pPr>
              <a:lvl8pPr algn="ctr">
                <a:defRPr sz="1385" b="0">
                  <a:solidFill>
                    <a:srgbClr val="000000"/>
                  </a:solidFill>
                  <a:latin typeface="Arial"/>
                  <a:ea typeface="Arial"/>
                  <a:cs typeface="Arial"/>
                </a:defRPr>
              </a:lvl8pPr>
              <a:lvl9pPr algn="ctr">
                <a:defRPr sz="1385" b="0">
                  <a:solidFill>
                    <a:srgbClr val="000000"/>
                  </a:solidFill>
                  <a:latin typeface="Arial"/>
                  <a:ea typeface="Arial"/>
                  <a:cs typeface="Arial"/>
                </a:defRPr>
              </a:lvl9pPr>
            </a:lstStyle>
            <a:p>
              <a:pPr algn="ctr">
                <a:defRPr sz="1385" b="0">
                  <a:solidFill>
                    <a:srgbClr val="000000"/>
                  </a:solidFill>
                  <a:latin typeface="Arial"/>
                  <a:ea typeface="Arial"/>
                  <a:cs typeface="Arial"/>
                </a:defRPr>
              </a:pPr>
              <a:r>
                <a:rPr sz="1385" b="0">
                  <a:solidFill>
                    <a:srgbClr val="000000"/>
                  </a:solidFill>
                  <a:latin typeface="Arial"/>
                  <a:ea typeface="Arial"/>
                  <a:cs typeface="Arial"/>
                </a:rPr>
                <a:t>0</a:t>
              </a:r>
            </a:p>
          </p:txBody>
        </p:sp>
        <p:sp>
          <p:nvSpPr>
            <p:cNvPr id="5" name="1.05">
              <a:extLst>
                <a:ext uri="{FF2B5EF4-FFF2-40B4-BE49-F238E27FC236}">
                  <ns2:creationId id="{4D7F6C91-9854-4049-A9B1-14C2F6E2DDD6}"/>
                </a:ext>
              </a:extLst>
            </p:cNvPr>
            <p:cNvSpPr>
              <a:spLocks noGrp="1"/>
            </p:cNvSpPr>
            <p:nvPr/>
          </p:nvSpPr>
          <p:spPr>
            <a:xfrm>
              <a:off x="11696700" y="0"/>
              <a:ext cx="552450" cy="257175"/>
            </a:xfrm>
            <a:prstGeom prst="rect">
              <a:avLst/>
            </a:prstGeom>
            <a:noFill/>
            <a:ln w="0">
              <a:noFill/>
            </a:ln>
          </p:spPr>
          <p:txBody>
            <a:bodyPr wrap="none" lIns="0" tIns="0" rIns="0" bIns="0" anchor="ctr">
              <a:noAutofit/>
            </a:bodyPr>
            <a:lstStyle>
              <a:defPPr algn="ctr">
                <a:defRPr sz="1385" b="0">
                  <a:solidFill>
                    <a:srgbClr val="000000"/>
                  </a:solidFill>
                  <a:latin typeface="Arial"/>
                  <a:ea typeface="Arial"/>
                  <a:cs typeface="Arial"/>
                </a:defRPr>
              </a:defPPr>
              <a:lvl1pPr algn="ctr">
                <a:defRPr sz="1385" b="0">
                  <a:solidFill>
                    <a:srgbClr val="000000"/>
                  </a:solidFill>
                  <a:latin typeface="Arial"/>
                  <a:ea typeface="Arial"/>
                  <a:cs typeface="Arial"/>
                </a:defRPr>
              </a:lvl1pPr>
              <a:lvl2pPr algn="ctr">
                <a:defRPr sz="1385" b="0">
                  <a:solidFill>
                    <a:srgbClr val="000000"/>
                  </a:solidFill>
                  <a:latin typeface="Arial"/>
                  <a:ea typeface="Arial"/>
                  <a:cs typeface="Arial"/>
                </a:defRPr>
              </a:lvl2pPr>
              <a:lvl3pPr algn="ctr">
                <a:defRPr sz="1385" b="0">
                  <a:solidFill>
                    <a:srgbClr val="000000"/>
                  </a:solidFill>
                  <a:latin typeface="Arial"/>
                  <a:ea typeface="Arial"/>
                  <a:cs typeface="Arial"/>
                </a:defRPr>
              </a:lvl3pPr>
              <a:lvl4pPr algn="ctr">
                <a:defRPr sz="1385" b="0">
                  <a:solidFill>
                    <a:srgbClr val="000000"/>
                  </a:solidFill>
                  <a:latin typeface="Arial"/>
                  <a:ea typeface="Arial"/>
                  <a:cs typeface="Arial"/>
                </a:defRPr>
              </a:lvl4pPr>
              <a:lvl5pPr algn="ctr">
                <a:defRPr sz="1385" b="0">
                  <a:solidFill>
                    <a:srgbClr val="000000"/>
                  </a:solidFill>
                  <a:latin typeface="Arial"/>
                  <a:ea typeface="Arial"/>
                  <a:cs typeface="Arial"/>
                </a:defRPr>
              </a:lvl5pPr>
              <a:lvl6pPr algn="ctr">
                <a:defRPr sz="1385" b="0">
                  <a:solidFill>
                    <a:srgbClr val="000000"/>
                  </a:solidFill>
                  <a:latin typeface="Arial"/>
                  <a:ea typeface="Arial"/>
                  <a:cs typeface="Arial"/>
                </a:defRPr>
              </a:lvl6pPr>
              <a:lvl7pPr algn="ctr">
                <a:defRPr sz="1385" b="0">
                  <a:solidFill>
                    <a:srgbClr val="000000"/>
                  </a:solidFill>
                  <a:latin typeface="Arial"/>
                  <a:ea typeface="Arial"/>
                  <a:cs typeface="Arial"/>
                </a:defRPr>
              </a:lvl7pPr>
              <a:lvl8pPr algn="ctr">
                <a:defRPr sz="1385" b="0">
                  <a:solidFill>
                    <a:srgbClr val="000000"/>
                  </a:solidFill>
                  <a:latin typeface="Arial"/>
                  <a:ea typeface="Arial"/>
                  <a:cs typeface="Arial"/>
                </a:defRPr>
              </a:lvl8pPr>
              <a:lvl9pPr algn="ctr">
                <a:defRPr sz="1385" b="0">
                  <a:solidFill>
                    <a:srgbClr val="000000"/>
                  </a:solidFill>
                  <a:latin typeface="Arial"/>
                  <a:ea typeface="Arial"/>
                  <a:cs typeface="Arial"/>
                </a:defRPr>
              </a:lvl9pPr>
            </a:lstStyle>
            <a:p>
              <a:pPr algn="ctr">
                <a:defRPr sz="1385" b="0">
                  <a:solidFill>
                    <a:srgbClr val="000000"/>
                  </a:solidFill>
                  <a:latin typeface="Arial"/>
                  <a:ea typeface="Arial"/>
                  <a:cs typeface="Arial"/>
                </a:defRPr>
              </a:pPr>
              <a:r>
                <a:rPr sz="1385" b="0">
                  <a:solidFill>
                    <a:srgbClr val="000000"/>
                  </a:solidFill>
                  <a:latin typeface="Arial"/>
                  <a:ea typeface="Arial"/>
                  <a:cs typeface="Arial"/>
                </a:rPr>
                <a:t>1.05</a:t>
              </a:r>
            </a:p>
          </p:txBody>
        </p:sp>
        <p:sp>
          <p:nvSpPr>
            <p:cNvPr id="6" name="t = 0">
              <a:extLst>
                <a:ext uri="{FF2B5EF4-FFF2-40B4-BE49-F238E27FC236}">
                  <ns2:creationId id="{C62B453F-5E36-4652-823C-5DD74FFEA7F7}"/>
                </a:ext>
              </a:extLst>
            </p:cNvPr>
            <p:cNvSpPr>
              <a:spLocks noGrp="1"/>
            </p:cNvSpPr>
            <p:nvPr/>
          </p:nvSpPr>
          <p:spPr>
            <a:xfrm>
              <a:off x="428625" y="285750"/>
              <a:ext cx="1733550" cy="238125"/>
            </a:xfrm>
            <a:prstGeom prst="rect">
              <a:avLst/>
            </a:prstGeom>
            <a:noFill/>
            <a:ln w="0">
              <a:noFill/>
            </a:ln>
          </p:spPr>
          <p:txBody>
            <a:bodyPr wrap="none" lIns="0" tIns="0" rIns="0" bIns="0" anchor="ctr">
              <a:noAutofit/>
            </a:bodyPr>
            <a:lstStyle>
              <a:defPPr algn="ctr">
                <a:defRPr sz="1538" b="1">
                  <a:solidFill>
                    <a:srgbClr val="000000"/>
                  </a:solidFill>
                  <a:latin typeface="Arial"/>
                  <a:ea typeface="Arial"/>
                  <a:cs typeface="Arial"/>
                </a:defRPr>
              </a:defPPr>
              <a:lvl1pPr algn="ctr">
                <a:defRPr sz="1538" b="1">
                  <a:solidFill>
                    <a:srgbClr val="000000"/>
                  </a:solidFill>
                  <a:latin typeface="Arial"/>
                  <a:ea typeface="Arial"/>
                  <a:cs typeface="Arial"/>
                </a:defRPr>
              </a:lvl1pPr>
              <a:lvl2pPr algn="ctr">
                <a:defRPr sz="1538" b="1">
                  <a:solidFill>
                    <a:srgbClr val="000000"/>
                  </a:solidFill>
                  <a:latin typeface="Arial"/>
                  <a:ea typeface="Arial"/>
                  <a:cs typeface="Arial"/>
                </a:defRPr>
              </a:lvl2pPr>
              <a:lvl3pPr algn="ctr">
                <a:defRPr sz="1538" b="1">
                  <a:solidFill>
                    <a:srgbClr val="000000"/>
                  </a:solidFill>
                  <a:latin typeface="Arial"/>
                  <a:ea typeface="Arial"/>
                  <a:cs typeface="Arial"/>
                </a:defRPr>
              </a:lvl3pPr>
              <a:lvl4pPr algn="ctr">
                <a:defRPr sz="1538" b="1">
                  <a:solidFill>
                    <a:srgbClr val="000000"/>
                  </a:solidFill>
                  <a:latin typeface="Arial"/>
                  <a:ea typeface="Arial"/>
                  <a:cs typeface="Arial"/>
                </a:defRPr>
              </a:lvl4pPr>
              <a:lvl5pPr algn="ctr">
                <a:defRPr sz="1538" b="1">
                  <a:solidFill>
                    <a:srgbClr val="000000"/>
                  </a:solidFill>
                  <a:latin typeface="Arial"/>
                  <a:ea typeface="Arial"/>
                  <a:cs typeface="Arial"/>
                </a:defRPr>
              </a:lvl5pPr>
              <a:lvl6pPr algn="ctr">
                <a:defRPr sz="1538" b="1">
                  <a:solidFill>
                    <a:srgbClr val="000000"/>
                  </a:solidFill>
                  <a:latin typeface="Arial"/>
                  <a:ea typeface="Arial"/>
                  <a:cs typeface="Arial"/>
                </a:defRPr>
              </a:lvl6pPr>
              <a:lvl7pPr algn="ctr">
                <a:defRPr sz="1538" b="1">
                  <a:solidFill>
                    <a:srgbClr val="000000"/>
                  </a:solidFill>
                  <a:latin typeface="Arial"/>
                  <a:ea typeface="Arial"/>
                  <a:cs typeface="Arial"/>
                </a:defRPr>
              </a:lvl7pPr>
              <a:lvl8pPr algn="ctr">
                <a:defRPr sz="1538" b="1">
                  <a:solidFill>
                    <a:srgbClr val="000000"/>
                  </a:solidFill>
                  <a:latin typeface="Arial"/>
                  <a:ea typeface="Arial"/>
                  <a:cs typeface="Arial"/>
                </a:defRPr>
              </a:lvl8pPr>
              <a:lvl9pPr algn="ctr">
                <a:defRPr sz="1538" b="1">
                  <a:solidFill>
                    <a:srgbClr val="000000"/>
                  </a:solidFill>
                  <a:latin typeface="Arial"/>
                  <a:ea typeface="Arial"/>
                  <a:cs typeface="Arial"/>
                </a:defRPr>
              </a:lvl9pPr>
            </a:lstStyle>
            <a:p>
              <a:pPr algn="ctr">
                <a:defRPr sz="1538" b="1">
                  <a:solidFill>
                    <a:srgbClr val="000000"/>
                  </a:solidFill>
                  <a:latin typeface="Arial"/>
                  <a:ea typeface="Arial"/>
                  <a:cs typeface="Arial"/>
                </a:defRPr>
              </a:pPr>
              <a:r>
                <a:rPr sz="1538" b="1">
                  <a:solidFill>
                    <a:srgbClr val="000000"/>
                  </a:solidFill>
                  <a:latin typeface="Arial"/>
                  <a:ea typeface="Arial"/>
                  <a:cs typeface="Arial"/>
                </a:rPr>
                <a:t>t = 0</a:t>
              </a:r>
            </a:p>
          </p:txBody>
        </p:sp>
        <p:pic>
          <p:nvPicPr>
            <p:cNvPr id="7" name="">
              <a:extLst>
                <a:ext uri="{FF2B5EF4-FFF2-40B4-BE49-F238E27FC236}">
                  <ns2:creationId id="{EACDD382-FF7A-420D-B89E-5DD2982B33F5}"/>
                </a:ext>
              </a:extLst>
            </p:cNvPr>
            <p:cNvPicPr>
              <a:picLocks noChangeAspect="1"/>
            </p:cNvPicPr>
            <p:nvPr/>
          </p:nvPicPr>
          <p:blipFill>
            <a:blip r:embed="Rc911155fc5004465"/>
            <a:stretch/>
          </p:blipFill>
          <p:spPr>
            <a:xfrm>
              <a:off x="428625" y="552450"/>
              <a:ext cx="1733550" cy="1733550"/>
            </a:xfrm>
            <a:prstGeom prst="rect">
              <a:avLst/>
            </a:prstGeom>
          </p:spPr>
        </p:pic>
        <p:sp>
          <p:nvSpPr>
            <p:cNvPr id="8" name="Scientific domain frame">
              <a:extLst>
                <a:ext uri="{FF2B5EF4-FFF2-40B4-BE49-F238E27FC236}">
                  <ns2:creationId id="{54988182-827D-4FC1-9E4E-DC430E32360D}"/>
                </a:ext>
              </a:extLst>
            </p:cNvPr>
            <p:cNvSpPr>
              <a:spLocks noGrp="1"/>
            </p:cNvSpPr>
            <p:nvPr/>
          </p:nvSpPr>
          <p:spPr>
            <a:xfrm>
              <a:off x="428625" y="552450"/>
              <a:ext cx="1733550" cy="1733550"/>
            </a:xfrm>
            <a:prstGeom prst="rect">
              <a:avLst/>
            </a:prstGeom>
            <a:noFill/>
            <a:ln w="7815">
              <a:solidFill>
                <a:srgbClr val="000000"/>
              </a:solidFill>
            </a:ln>
          </p:spPr>
        </p:sp>
        <p:sp>
          <p:nvSpPr>
            <p:cNvPr id="9" name="A source-to-d projection t0">
              <a:extLst>
                <a:ext uri="{FF2B5EF4-FFF2-40B4-BE49-F238E27FC236}">
                  <ns2:creationId id="{AB0D3B83-D6B4-4911-8071-08DDC8EEF01A}"/>
                </a:ext>
              </a:extLst>
            </p:cNvPr>
            <p:cNvSpPr>
              <a:spLocks noGrp="1"/>
            </p:cNvSpPr>
            <p:nvPr/>
          </p:nvSpPr>
          <p:spPr>
            <a:xfrm>
              <a:off x="717550" y="2038985"/>
              <a:ext cx="95" cy="376555"/>
            </a:xfrm>
            <a:custGeom>
              <a:pathLst>
                <a:path w="95" h="490855">
                  <a:moveTo>
                    <a:pt x="0" y="0"/>
                  </a:moveTo>
                  <a:lnTo>
                    <a:pt x="0" y="490855"/>
                  </a:lnTo>
                </a:path>
              </a:pathLst>
            </a:custGeom>
            <a:noFill/>
            <a:ln w="12211">
              <a:solidFill>
                <a:srgbClr val="000000"/>
              </a:solidFill>
              <a:prstDash val="dash"/>
            </a:ln>
          </p:spPr>
        </p:sp>
        <p:sp>
          <p:nvSpPr>
            <p:cNvPr id="10" name="B source-to-d projection t0">
              <a:extLst>
                <a:ext uri="{FF2B5EF4-FFF2-40B4-BE49-F238E27FC236}">
                  <ns2:creationId id="{01EE6132-7CE4-4494-87BC-FEEAAE392E92}"/>
                </a:ext>
              </a:extLst>
            </p:cNvPr>
            <p:cNvSpPr>
              <a:spLocks noGrp="1"/>
            </p:cNvSpPr>
            <p:nvPr/>
          </p:nvSpPr>
          <p:spPr>
            <a:xfrm>
              <a:off x="1006475" y="1188402"/>
              <a:ext cx="95" cy="1210945"/>
            </a:xfrm>
            <a:custGeom>
              <a:pathLst>
                <a:path w="95" h="1325245">
                  <a:moveTo>
                    <a:pt x="0" y="0"/>
                  </a:moveTo>
                  <a:lnTo>
                    <a:pt x="0" y="1325245"/>
                  </a:lnTo>
                </a:path>
              </a:pathLst>
            </a:custGeom>
            <a:noFill/>
            <a:ln w="12211">
              <a:solidFill>
                <a:srgbClr val="000000"/>
              </a:solidFill>
              <a:prstDash val="dash"/>
            </a:ln>
          </p:spPr>
        </p:sp>
        <p:sp>
          <p:nvSpPr>
            <p:cNvPr id="11" name="C source-to-d projection t0">
              <a:extLst>
                <a:ext uri="{FF2B5EF4-FFF2-40B4-BE49-F238E27FC236}">
                  <ns2:creationId id="{F61C23A4-F93A-45B6-B7B9-CD7E6CE0DACC}"/>
                </a:ext>
              </a:extLst>
            </p:cNvPr>
            <p:cNvSpPr>
              <a:spLocks noGrp="1"/>
            </p:cNvSpPr>
            <p:nvPr/>
          </p:nvSpPr>
          <p:spPr>
            <a:xfrm>
              <a:off x="1873250" y="915670"/>
              <a:ext cx="95" cy="1467485"/>
            </a:xfrm>
            <a:custGeom>
              <a:pathLst>
                <a:path w="95" h="1581785">
                  <a:moveTo>
                    <a:pt x="0" y="0"/>
                  </a:moveTo>
                  <a:lnTo>
                    <a:pt x="0" y="1581785"/>
                  </a:lnTo>
                </a:path>
              </a:pathLst>
            </a:custGeom>
            <a:noFill/>
            <a:ln w="12211">
              <a:solidFill>
                <a:srgbClr val="000000"/>
              </a:solidFill>
              <a:prstDash val="dash"/>
            </a:ln>
          </p:spPr>
        </p:sp>
        <p:sp>
          <p:nvSpPr>
            <p:cNvPr id="12" name="A source identity marker t0">
              <a:extLst>
                <a:ext uri="{FF2B5EF4-FFF2-40B4-BE49-F238E27FC236}">
                  <ns2:creationId id="{8A636585-9214-4405-AC09-DDC1C297DC42}"/>
                </a:ext>
              </a:extLst>
            </p:cNvPr>
            <p:cNvSpPr>
              <a:spLocks noGrp="1"/>
            </p:cNvSpPr>
            <p:nvPr/>
          </p:nvSpPr>
          <p:spPr>
            <a:xfrm>
              <a:off x="675640" y="1955165"/>
              <a:ext cx="83820" cy="83820"/>
            </a:xfrm>
            <a:prstGeom prst="ellipse">
              <a:avLst/>
            </a:prstGeom>
            <a:noFill/>
            <a:ln w="19538">
              <a:solidFill>
                <a:srgbClr val="ECE51B"/>
              </a:solidFill>
            </a:ln>
          </p:spPr>
        </p:sp>
        <p:sp>
          <p:nvSpPr>
            <p:cNvPr id="13" name="A black source label t0">
              <a:extLst>
                <a:ext uri="{FF2B5EF4-FFF2-40B4-BE49-F238E27FC236}">
                  <ns2:creationId id="{ADEF912E-A4BA-4C4A-95FD-A1BDD1D57069}"/>
                </a:ext>
              </a:extLst>
            </p:cNvPr>
            <p:cNvSpPr>
              <a:spLocks noGrp="1"/>
            </p:cNvSpPr>
            <p:nvPr/>
          </p:nvSpPr>
          <p:spPr>
            <a:xfrm>
              <a:off x="812800" y="1749425"/>
              <a:ext cx="257175" cy="238125"/>
            </a:xfrm>
            <a:prstGeom prst="rect">
              <a:avLst/>
            </a:prstGeom>
            <a:noFill/>
            <a:ln w="0">
              <a:noFill/>
            </a:ln>
          </p:spPr>
          <p:txBody>
            <a:bodyPr wrap="none" lIns="0" tIns="0" rIns="0" bIns="0" anchor="ctr">
              <a:noAutofit/>
            </a:bodyPr>
            <a:lstStyle>
              <a:defPPr algn="l">
                <a:defRPr sz="1615" b="1">
                  <a:solidFill>
                    <a:srgbClr val="000000"/>
                  </a:solidFill>
                  <a:latin typeface="Arial"/>
                  <a:ea typeface="Arial"/>
                  <a:cs typeface="Arial"/>
                </a:defRPr>
              </a:defPPr>
              <a:lvl1pPr algn="l">
                <a:defRPr sz="1615" b="1">
                  <a:solidFill>
                    <a:srgbClr val="000000"/>
                  </a:solidFill>
                  <a:latin typeface="Arial"/>
                  <a:ea typeface="Arial"/>
                  <a:cs typeface="Arial"/>
                </a:defRPr>
              </a:lvl1pPr>
              <a:lvl2pPr algn="l">
                <a:defRPr sz="1615" b="1">
                  <a:solidFill>
                    <a:srgbClr val="000000"/>
                  </a:solidFill>
                  <a:latin typeface="Arial"/>
                  <a:ea typeface="Arial"/>
                  <a:cs typeface="Arial"/>
                </a:defRPr>
              </a:lvl2pPr>
              <a:lvl3pPr algn="l">
                <a:defRPr sz="1615" b="1">
                  <a:solidFill>
                    <a:srgbClr val="000000"/>
                  </a:solidFill>
                  <a:latin typeface="Arial"/>
                  <a:ea typeface="Arial"/>
                  <a:cs typeface="Arial"/>
                </a:defRPr>
              </a:lvl3pPr>
              <a:lvl4pPr algn="l">
                <a:defRPr sz="1615" b="1">
                  <a:solidFill>
                    <a:srgbClr val="000000"/>
                  </a:solidFill>
                  <a:latin typeface="Arial"/>
                  <a:ea typeface="Arial"/>
                  <a:cs typeface="Arial"/>
                </a:defRPr>
              </a:lvl4pPr>
              <a:lvl5pPr algn="l">
                <a:defRPr sz="1615" b="1">
                  <a:solidFill>
                    <a:srgbClr val="000000"/>
                  </a:solidFill>
                  <a:latin typeface="Arial"/>
                  <a:ea typeface="Arial"/>
                  <a:cs typeface="Arial"/>
                </a:defRPr>
              </a:lvl5pPr>
              <a:lvl6pPr algn="l">
                <a:defRPr sz="1615" b="1">
                  <a:solidFill>
                    <a:srgbClr val="000000"/>
                  </a:solidFill>
                  <a:latin typeface="Arial"/>
                  <a:ea typeface="Arial"/>
                  <a:cs typeface="Arial"/>
                </a:defRPr>
              </a:lvl6pPr>
              <a:lvl7pPr algn="l">
                <a:defRPr sz="1615" b="1">
                  <a:solidFill>
                    <a:srgbClr val="000000"/>
                  </a:solidFill>
                  <a:latin typeface="Arial"/>
                  <a:ea typeface="Arial"/>
                  <a:cs typeface="Arial"/>
                </a:defRPr>
              </a:lvl7pPr>
              <a:lvl8pPr algn="l">
                <a:defRPr sz="1615" b="1">
                  <a:solidFill>
                    <a:srgbClr val="000000"/>
                  </a:solidFill>
                  <a:latin typeface="Arial"/>
                  <a:ea typeface="Arial"/>
                  <a:cs typeface="Arial"/>
                </a:defRPr>
              </a:lvl8pPr>
              <a:lvl9pPr algn="l">
                <a:defRPr sz="1615" b="1">
                  <a:solidFill>
                    <a:srgbClr val="000000"/>
                  </a:solidFill>
                  <a:latin typeface="Arial"/>
                  <a:ea typeface="Arial"/>
                  <a:cs typeface="Arial"/>
                </a:defRPr>
              </a:lvl9pPr>
            </a:lstStyle>
            <a:p>
              <a:pPr algn="l">
                <a:defRPr sz="1615" b="1">
                  <a:solidFill>
                    <a:srgbClr val="000000"/>
                  </a:solidFill>
                  <a:latin typeface="Arial"/>
                  <a:ea typeface="Arial"/>
                  <a:cs typeface="Arial"/>
                </a:defRPr>
              </a:pPr>
              <a:r>
                <a:rPr sz="1615" b="1">
                  <a:solidFill>
                    <a:srgbClr val="000000"/>
                  </a:solidFill>
                  <a:latin typeface="Arial"/>
                  <a:ea typeface="Arial"/>
                  <a:cs typeface="Arial"/>
                </a:rPr>
                <a:t>A</a:t>
              </a:r>
            </a:p>
          </p:txBody>
        </p:sp>
        <p:sp>
          <p:nvSpPr>
            <p:cNvPr id="14" name="B source identity marker t0">
              <a:extLst>
                <a:ext uri="{FF2B5EF4-FFF2-40B4-BE49-F238E27FC236}">
                  <ns2:creationId id="{8BB2844A-978D-4BB3-B72A-AD9EA0D6D414}"/>
                </a:ext>
              </a:extLst>
            </p:cNvPr>
            <p:cNvSpPr>
              <a:spLocks noGrp="1"/>
            </p:cNvSpPr>
            <p:nvPr/>
          </p:nvSpPr>
          <p:spPr>
            <a:xfrm>
              <a:off x="948373" y="1072198"/>
              <a:ext cx="116205" cy="116205"/>
            </a:xfrm>
            <a:prstGeom prst="ellipse">
              <a:avLst/>
            </a:prstGeom>
            <a:noFill/>
            <a:ln w="19538">
              <a:solidFill>
                <a:srgbClr val="FDE725"/>
              </a:solidFill>
            </a:ln>
          </p:spPr>
        </p:sp>
        <p:sp>
          <p:nvSpPr>
            <p:cNvPr id="15" name="B black source label t0">
              <a:extLst>
                <a:ext uri="{FF2B5EF4-FFF2-40B4-BE49-F238E27FC236}">
                  <ns2:creationId id="{838BA81F-5876-40A6-B00F-A7F19E585231}"/>
                </a:ext>
              </a:extLst>
            </p:cNvPr>
            <p:cNvSpPr>
              <a:spLocks noGrp="1"/>
            </p:cNvSpPr>
            <p:nvPr/>
          </p:nvSpPr>
          <p:spPr>
            <a:xfrm>
              <a:off x="1101725" y="882650"/>
              <a:ext cx="257175" cy="238125"/>
            </a:xfrm>
            <a:prstGeom prst="rect">
              <a:avLst/>
            </a:prstGeom>
            <a:noFill/>
            <a:ln w="0">
              <a:noFill/>
            </a:ln>
          </p:spPr>
          <p:txBody>
            <a:bodyPr wrap="none" lIns="0" tIns="0" rIns="0" bIns="0" anchor="ctr">
              <a:noAutofit/>
            </a:bodyPr>
            <a:lstStyle>
              <a:defPPr algn="l">
                <a:defRPr sz="1615" b="1">
                  <a:solidFill>
                    <a:srgbClr val="000000"/>
                  </a:solidFill>
                  <a:latin typeface="Arial"/>
                  <a:ea typeface="Arial"/>
                  <a:cs typeface="Arial"/>
                </a:defRPr>
              </a:defPPr>
              <a:lvl1pPr algn="l">
                <a:defRPr sz="1615" b="1">
                  <a:solidFill>
                    <a:srgbClr val="000000"/>
                  </a:solidFill>
                  <a:latin typeface="Arial"/>
                  <a:ea typeface="Arial"/>
                  <a:cs typeface="Arial"/>
                </a:defRPr>
              </a:lvl1pPr>
              <a:lvl2pPr algn="l">
                <a:defRPr sz="1615" b="1">
                  <a:solidFill>
                    <a:srgbClr val="000000"/>
                  </a:solidFill>
                  <a:latin typeface="Arial"/>
                  <a:ea typeface="Arial"/>
                  <a:cs typeface="Arial"/>
                </a:defRPr>
              </a:lvl2pPr>
              <a:lvl3pPr algn="l">
                <a:defRPr sz="1615" b="1">
                  <a:solidFill>
                    <a:srgbClr val="000000"/>
                  </a:solidFill>
                  <a:latin typeface="Arial"/>
                  <a:ea typeface="Arial"/>
                  <a:cs typeface="Arial"/>
                </a:defRPr>
              </a:lvl3pPr>
              <a:lvl4pPr algn="l">
                <a:defRPr sz="1615" b="1">
                  <a:solidFill>
                    <a:srgbClr val="000000"/>
                  </a:solidFill>
                  <a:latin typeface="Arial"/>
                  <a:ea typeface="Arial"/>
                  <a:cs typeface="Arial"/>
                </a:defRPr>
              </a:lvl4pPr>
              <a:lvl5pPr algn="l">
                <a:defRPr sz="1615" b="1">
                  <a:solidFill>
                    <a:srgbClr val="000000"/>
                  </a:solidFill>
                  <a:latin typeface="Arial"/>
                  <a:ea typeface="Arial"/>
                  <a:cs typeface="Arial"/>
                </a:defRPr>
              </a:lvl5pPr>
              <a:lvl6pPr algn="l">
                <a:defRPr sz="1615" b="1">
                  <a:solidFill>
                    <a:srgbClr val="000000"/>
                  </a:solidFill>
                  <a:latin typeface="Arial"/>
                  <a:ea typeface="Arial"/>
                  <a:cs typeface="Arial"/>
                </a:defRPr>
              </a:lvl6pPr>
              <a:lvl7pPr algn="l">
                <a:defRPr sz="1615" b="1">
                  <a:solidFill>
                    <a:srgbClr val="000000"/>
                  </a:solidFill>
                  <a:latin typeface="Arial"/>
                  <a:ea typeface="Arial"/>
                  <a:cs typeface="Arial"/>
                </a:defRPr>
              </a:lvl7pPr>
              <a:lvl8pPr algn="l">
                <a:defRPr sz="1615" b="1">
                  <a:solidFill>
                    <a:srgbClr val="000000"/>
                  </a:solidFill>
                  <a:latin typeface="Arial"/>
                  <a:ea typeface="Arial"/>
                  <a:cs typeface="Arial"/>
                </a:defRPr>
              </a:lvl8pPr>
              <a:lvl9pPr algn="l">
                <a:defRPr sz="1615" b="1">
                  <a:solidFill>
                    <a:srgbClr val="000000"/>
                  </a:solidFill>
                  <a:latin typeface="Arial"/>
                  <a:ea typeface="Arial"/>
                  <a:cs typeface="Arial"/>
                </a:defRPr>
              </a:lvl9pPr>
            </a:lstStyle>
            <a:p>
              <a:pPr algn="l">
                <a:defRPr sz="1615" b="1">
                  <a:solidFill>
                    <a:srgbClr val="000000"/>
                  </a:solidFill>
                  <a:latin typeface="Arial"/>
                  <a:ea typeface="Arial"/>
                  <a:cs typeface="Arial"/>
                </a:defRPr>
              </a:pPr>
              <a:r>
                <a:rPr sz="1615" b="1">
                  <a:solidFill>
                    <a:srgbClr val="000000"/>
                  </a:solidFill>
                  <a:latin typeface="Arial"/>
                  <a:ea typeface="Arial"/>
                  <a:cs typeface="Arial"/>
                </a:rPr>
                <a:t>B</a:t>
              </a:r>
            </a:p>
          </p:txBody>
        </p:sp>
        <p:sp>
          <p:nvSpPr>
            <p:cNvPr id="16" name="C source identity marker t0">
              <a:extLst>
                <a:ext uri="{FF2B5EF4-FFF2-40B4-BE49-F238E27FC236}">
                  <ns2:creationId id="{CEEA144C-E1D7-4407-9651-22576F750314}"/>
                </a:ext>
              </a:extLst>
            </p:cNvPr>
            <p:cNvSpPr>
              <a:spLocks noGrp="1"/>
            </p:cNvSpPr>
            <p:nvPr/>
          </p:nvSpPr>
          <p:spPr>
            <a:xfrm>
              <a:off x="1798955" y="767080"/>
              <a:ext cx="148590" cy="148590"/>
            </a:xfrm>
            <a:prstGeom prst="ellipse">
              <a:avLst/>
            </a:prstGeom>
            <a:noFill/>
            <a:ln w="19538">
              <a:solidFill>
                <a:srgbClr val="D9E219"/>
              </a:solidFill>
            </a:ln>
          </p:spPr>
        </p:sp>
        <p:sp>
          <p:nvSpPr>
            <p:cNvPr id="17" name="C black source label t0">
              <a:extLst>
                <a:ext uri="{FF2B5EF4-FFF2-40B4-BE49-F238E27FC236}">
                  <ns2:creationId id="{849AD85D-855F-4D22-AE4D-671356757B3D}"/>
                </a:ext>
              </a:extLst>
            </p:cNvPr>
            <p:cNvSpPr>
              <a:spLocks noGrp="1"/>
            </p:cNvSpPr>
            <p:nvPr/>
          </p:nvSpPr>
          <p:spPr>
            <a:xfrm>
              <a:off x="1968500" y="593725"/>
              <a:ext cx="257175" cy="238125"/>
            </a:xfrm>
            <a:prstGeom prst="rect">
              <a:avLst/>
            </a:prstGeom>
            <a:noFill/>
            <a:ln w="0">
              <a:noFill/>
            </a:ln>
          </p:spPr>
          <p:txBody>
            <a:bodyPr wrap="none" lIns="0" tIns="0" rIns="0" bIns="0" anchor="ctr">
              <a:noAutofit/>
            </a:bodyPr>
            <a:lstStyle>
              <a:defPPr algn="l">
                <a:defRPr sz="1615" b="1">
                  <a:solidFill>
                    <a:srgbClr val="000000"/>
                  </a:solidFill>
                  <a:latin typeface="Arial"/>
                  <a:ea typeface="Arial"/>
                  <a:cs typeface="Arial"/>
                </a:defRPr>
              </a:defPPr>
              <a:lvl1pPr algn="l">
                <a:defRPr sz="1615" b="1">
                  <a:solidFill>
                    <a:srgbClr val="000000"/>
                  </a:solidFill>
                  <a:latin typeface="Arial"/>
                  <a:ea typeface="Arial"/>
                  <a:cs typeface="Arial"/>
                </a:defRPr>
              </a:lvl1pPr>
              <a:lvl2pPr algn="l">
                <a:defRPr sz="1615" b="1">
                  <a:solidFill>
                    <a:srgbClr val="000000"/>
                  </a:solidFill>
                  <a:latin typeface="Arial"/>
                  <a:ea typeface="Arial"/>
                  <a:cs typeface="Arial"/>
                </a:defRPr>
              </a:lvl2pPr>
              <a:lvl3pPr algn="l">
                <a:defRPr sz="1615" b="1">
                  <a:solidFill>
                    <a:srgbClr val="000000"/>
                  </a:solidFill>
                  <a:latin typeface="Arial"/>
                  <a:ea typeface="Arial"/>
                  <a:cs typeface="Arial"/>
                </a:defRPr>
              </a:lvl3pPr>
              <a:lvl4pPr algn="l">
                <a:defRPr sz="1615" b="1">
                  <a:solidFill>
                    <a:srgbClr val="000000"/>
                  </a:solidFill>
                  <a:latin typeface="Arial"/>
                  <a:ea typeface="Arial"/>
                  <a:cs typeface="Arial"/>
                </a:defRPr>
              </a:lvl4pPr>
              <a:lvl5pPr algn="l">
                <a:defRPr sz="1615" b="1">
                  <a:solidFill>
                    <a:srgbClr val="000000"/>
                  </a:solidFill>
                  <a:latin typeface="Arial"/>
                  <a:ea typeface="Arial"/>
                  <a:cs typeface="Arial"/>
                </a:defRPr>
              </a:lvl5pPr>
              <a:lvl6pPr algn="l">
                <a:defRPr sz="1615" b="1">
                  <a:solidFill>
                    <a:srgbClr val="000000"/>
                  </a:solidFill>
                  <a:latin typeface="Arial"/>
                  <a:ea typeface="Arial"/>
                  <a:cs typeface="Arial"/>
                </a:defRPr>
              </a:lvl6pPr>
              <a:lvl7pPr algn="l">
                <a:defRPr sz="1615" b="1">
                  <a:solidFill>
                    <a:srgbClr val="000000"/>
                  </a:solidFill>
                  <a:latin typeface="Arial"/>
                  <a:ea typeface="Arial"/>
                  <a:cs typeface="Arial"/>
                </a:defRPr>
              </a:lvl7pPr>
              <a:lvl8pPr algn="l">
                <a:defRPr sz="1615" b="1">
                  <a:solidFill>
                    <a:srgbClr val="000000"/>
                  </a:solidFill>
                  <a:latin typeface="Arial"/>
                  <a:ea typeface="Arial"/>
                  <a:cs typeface="Arial"/>
                </a:defRPr>
              </a:lvl8pPr>
              <a:lvl9pPr algn="l">
                <a:defRPr sz="1615" b="1">
                  <a:solidFill>
                    <a:srgbClr val="000000"/>
                  </a:solidFill>
                  <a:latin typeface="Arial"/>
                  <a:ea typeface="Arial"/>
                  <a:cs typeface="Arial"/>
                </a:defRPr>
              </a:lvl9pPr>
            </a:lstStyle>
            <a:p>
              <a:pPr algn="l">
                <a:defRPr sz="1615" b="1">
                  <a:solidFill>
                    <a:srgbClr val="000000"/>
                  </a:solidFill>
                  <a:latin typeface="Arial"/>
                  <a:ea typeface="Arial"/>
                  <a:cs typeface="Arial"/>
                </a:defRPr>
              </a:pPr>
              <a:r>
                <a:rPr sz="1615" b="1">
                  <a:solidFill>
                    <a:srgbClr val="000000"/>
                  </a:solidFill>
                  <a:latin typeface="Arial"/>
                  <a:ea typeface="Arial"/>
                  <a:cs typeface="Arial"/>
                </a:rPr>
                <a:t>C</a:t>
              </a:r>
            </a:p>
          </p:txBody>
        </p:sp>
        <p:sp>
          <p:nvSpPr>
            <p:cNvPr id="18" name="Scientific line">
              <a:extLst>
                <a:ext uri="{FF2B5EF4-FFF2-40B4-BE49-F238E27FC236}">
                  <ns2:creationId id="{446DA679-1245-48F2-85AB-E2657F903A52}"/>
                </a:ext>
              </a:extLst>
            </p:cNvPr>
            <p:cNvSpPr>
              <a:spLocks noGrp="1"/>
            </p:cNvSpPr>
            <p:nvPr/>
          </p:nvSpPr>
          <p:spPr>
            <a:xfrm>
              <a:off x="552450" y="695325"/>
              <a:ext cx="523875" cy="95"/>
            </a:xfrm>
            <a:custGeom>
              <a:pathLst>
                <a:path w="523875" h="95">
                  <a:moveTo>
                    <a:pt x="0" y="0"/>
                  </a:moveTo>
                  <a:lnTo>
                    <a:pt x="523875" y="0"/>
                  </a:lnTo>
                </a:path>
              </a:pathLst>
            </a:custGeom>
            <a:noFill/>
            <a:ln w="11723">
              <a:solidFill>
                <a:srgbClr val="000000"/>
              </a:solidFill>
              <a:prstDash val="solid"/>
            </a:ln>
          </p:spPr>
        </p:sp>
        <p:sp>
          <p:nvSpPr>
            <p:cNvPr id="19" name="Scientific line">
              <a:extLst>
                <a:ext uri="{FF2B5EF4-FFF2-40B4-BE49-F238E27FC236}">
                  <ns2:creationId id="{90E1982C-6386-4C5A-AEA4-E4141C9D8CA3}"/>
                </a:ext>
              </a:extLst>
            </p:cNvPr>
            <p:cNvSpPr>
              <a:spLocks noGrp="1"/>
            </p:cNvSpPr>
            <p:nvPr/>
          </p:nvSpPr>
          <p:spPr>
            <a:xfrm>
              <a:off x="1019175" y="666750"/>
              <a:ext cx="57150" cy="28575"/>
            </a:xfrm>
            <a:custGeom>
              <a:pathLst>
                <a:path w="57150" h="28575">
                  <a:moveTo>
                    <a:pt x="0" y="0"/>
                  </a:moveTo>
                  <a:lnTo>
                    <a:pt x="57150" y="28575"/>
                  </a:lnTo>
                </a:path>
              </a:pathLst>
            </a:custGeom>
            <a:noFill/>
            <a:ln w="11723">
              <a:solidFill>
                <a:srgbClr val="000000"/>
              </a:solidFill>
              <a:prstDash val="solid"/>
            </a:ln>
          </p:spPr>
        </p:sp>
        <p:sp>
          <p:nvSpPr>
            <p:cNvPr id="20" name="Scientific line">
              <a:extLst>
                <a:ext uri="{FF2B5EF4-FFF2-40B4-BE49-F238E27FC236}">
                  <ns2:creationId id="{0161A379-17D3-41D4-BAB3-8781742C8C45}"/>
                </a:ext>
              </a:extLst>
            </p:cNvPr>
            <p:cNvSpPr>
              <a:spLocks noGrp="1"/>
            </p:cNvSpPr>
            <p:nvPr/>
          </p:nvSpPr>
          <p:spPr>
            <a:xfrm>
              <a:off x="1019175" y="695325"/>
              <a:ext cx="57150" cy="28575"/>
            </a:xfrm>
            <a:custGeom>
              <a:pathLst>
                <a:path w="57150" h="28575">
                  <a:moveTo>
                    <a:pt x="0" y="28575"/>
                  </a:moveTo>
                  <a:lnTo>
                    <a:pt x="57150" y="0"/>
                  </a:lnTo>
                </a:path>
              </a:pathLst>
            </a:custGeom>
            <a:noFill/>
            <a:ln w="11723">
              <a:solidFill>
                <a:srgbClr val="000000"/>
              </a:solidFill>
              <a:prstDash val="solid"/>
            </a:ln>
          </p:spPr>
        </p:sp>
        <p:sp>
          <p:nvSpPr>
            <p:cNvPr id="21" name="d = x">
              <a:extLst>
                <a:ext uri="{FF2B5EF4-FFF2-40B4-BE49-F238E27FC236}">
                  <ns2:creationId id="{CBC467CF-20B0-4915-A4ED-1CAC023AC5B2}"/>
                </a:ext>
              </a:extLst>
            </p:cNvPr>
            <p:cNvSpPr>
              <a:spLocks noGrp="1"/>
            </p:cNvSpPr>
            <p:nvPr/>
          </p:nvSpPr>
          <p:spPr>
            <a:xfrm>
              <a:off x="561975" y="771525"/>
              <a:ext cx="723900" cy="228600"/>
            </a:xfrm>
            <a:prstGeom prst="rect">
              <a:avLst/>
            </a:prstGeom>
            <a:noFill/>
            <a:ln w="0">
              <a:noFill/>
            </a:ln>
          </p:spPr>
          <p:txBody>
            <a:bodyPr wrap="none" lIns="0" tIns="0" rIns="0" bIns="0" anchor="ctr">
              <a:noAutofit/>
            </a:bodyPr>
            <a:lstStyle>
              <a:defPPr algn="l">
                <a:defRPr sz="1385" b="0">
                  <a:solidFill>
                    <a:srgbClr val="000000"/>
                  </a:solidFill>
                  <a:latin typeface="Arial"/>
                  <a:ea typeface="Arial"/>
                  <a:cs typeface="Arial"/>
                </a:defRPr>
              </a:defPPr>
              <a:lvl1pPr algn="l">
                <a:defRPr sz="1385" b="0">
                  <a:solidFill>
                    <a:srgbClr val="000000"/>
                  </a:solidFill>
                  <a:latin typeface="Arial"/>
                  <a:ea typeface="Arial"/>
                  <a:cs typeface="Arial"/>
                </a:defRPr>
              </a:lvl1pPr>
              <a:lvl2pPr algn="l">
                <a:defRPr sz="1385" b="0">
                  <a:solidFill>
                    <a:srgbClr val="000000"/>
                  </a:solidFill>
                  <a:latin typeface="Arial"/>
                  <a:ea typeface="Arial"/>
                  <a:cs typeface="Arial"/>
                </a:defRPr>
              </a:lvl2pPr>
              <a:lvl3pPr algn="l">
                <a:defRPr sz="1385" b="0">
                  <a:solidFill>
                    <a:srgbClr val="000000"/>
                  </a:solidFill>
                  <a:latin typeface="Arial"/>
                  <a:ea typeface="Arial"/>
                  <a:cs typeface="Arial"/>
                </a:defRPr>
              </a:lvl3pPr>
              <a:lvl4pPr algn="l">
                <a:defRPr sz="1385" b="0">
                  <a:solidFill>
                    <a:srgbClr val="000000"/>
                  </a:solidFill>
                  <a:latin typeface="Arial"/>
                  <a:ea typeface="Arial"/>
                  <a:cs typeface="Arial"/>
                </a:defRPr>
              </a:lvl4pPr>
              <a:lvl5pPr algn="l">
                <a:defRPr sz="1385" b="0">
                  <a:solidFill>
                    <a:srgbClr val="000000"/>
                  </a:solidFill>
                  <a:latin typeface="Arial"/>
                  <a:ea typeface="Arial"/>
                  <a:cs typeface="Arial"/>
                </a:defRPr>
              </a:lvl5pPr>
              <a:lvl6pPr algn="l">
                <a:defRPr sz="1385" b="0">
                  <a:solidFill>
                    <a:srgbClr val="000000"/>
                  </a:solidFill>
                  <a:latin typeface="Arial"/>
                  <a:ea typeface="Arial"/>
                  <a:cs typeface="Arial"/>
                </a:defRPr>
              </a:lvl6pPr>
              <a:lvl7pPr algn="l">
                <a:defRPr sz="1385" b="0">
                  <a:solidFill>
                    <a:srgbClr val="000000"/>
                  </a:solidFill>
                  <a:latin typeface="Arial"/>
                  <a:ea typeface="Arial"/>
                  <a:cs typeface="Arial"/>
                </a:defRPr>
              </a:lvl7pPr>
              <a:lvl8pPr algn="l">
                <a:defRPr sz="1385" b="0">
                  <a:solidFill>
                    <a:srgbClr val="000000"/>
                  </a:solidFill>
                  <a:latin typeface="Arial"/>
                  <a:ea typeface="Arial"/>
                  <a:cs typeface="Arial"/>
                </a:defRPr>
              </a:lvl8pPr>
              <a:lvl9pPr algn="l">
                <a:defRPr sz="1385" b="0">
                  <a:solidFill>
                    <a:srgbClr val="000000"/>
                  </a:solidFill>
                  <a:latin typeface="Arial"/>
                  <a:ea typeface="Arial"/>
                  <a:cs typeface="Arial"/>
                </a:defRPr>
              </a:lvl9pPr>
            </a:lstStyle>
            <a:p>
              <a:pPr algn="l">
                <a:defRPr sz="1385" b="0">
                  <a:solidFill>
                    <a:srgbClr val="000000"/>
                  </a:solidFill>
                  <a:latin typeface="Arial"/>
                  <a:ea typeface="Arial"/>
                  <a:cs typeface="Arial"/>
                </a:defRPr>
              </a:pPr>
              <a:r>
                <a:rPr sz="1385" b="0">
                  <a:solidFill>
                    <a:srgbClr val="000000"/>
                  </a:solidFill>
                  <a:latin typeface="Arial"/>
                  <a:ea typeface="Arial"/>
                  <a:cs typeface="Arial"/>
                </a:rPr>
                <a:t>d = x</a:t>
              </a:r>
            </a:p>
          </p:txBody>
        </p:sp>
        <p:sp>
          <p:nvSpPr>
            <p:cNvPr id="22" name="Scientific line">
              <a:extLst>
                <a:ext uri="{FF2B5EF4-FFF2-40B4-BE49-F238E27FC236}">
                  <ns2:creationId id="{F171883F-808E-4CB6-B048-6937857CBB39}"/>
                </a:ext>
              </a:extLst>
            </p:cNvPr>
            <p:cNvSpPr>
              <a:spLocks noGrp="1"/>
            </p:cNvSpPr>
            <p:nvPr/>
          </p:nvSpPr>
          <p:spPr>
            <a:xfrm>
              <a:off x="428625" y="2457450"/>
              <a:ext cx="1733550" cy="95"/>
            </a:xfrm>
            <a:custGeom>
              <a:pathLst>
                <a:path w="1733550" h="95">
                  <a:moveTo>
                    <a:pt x="0" y="0"/>
                  </a:moveTo>
                  <a:lnTo>
                    <a:pt x="1733550" y="0"/>
                  </a:lnTo>
                </a:path>
              </a:pathLst>
            </a:custGeom>
            <a:noFill/>
            <a:ln w="11723">
              <a:solidFill>
                <a:srgbClr val="000000"/>
              </a:solidFill>
              <a:prstDash val="solid"/>
            </a:ln>
          </p:spPr>
        </p:sp>
        <p:sp>
          <p:nvSpPr>
            <p:cNvPr id="23" name="Scientific line">
              <a:extLst>
                <a:ext uri="{FF2B5EF4-FFF2-40B4-BE49-F238E27FC236}">
                  <ns2:creationId id="{BA4CA39C-A656-4D9C-AE2D-D447EED175A6}"/>
                </a:ext>
              </a:extLst>
            </p:cNvPr>
            <p:cNvSpPr>
              <a:spLocks noGrp="1"/>
            </p:cNvSpPr>
            <p:nvPr/>
          </p:nvSpPr>
          <p:spPr>
            <a:xfrm>
              <a:off x="2105025" y="2428875"/>
              <a:ext cx="57150" cy="28575"/>
            </a:xfrm>
            <a:custGeom>
              <a:pathLst>
                <a:path w="57150" h="28575">
                  <a:moveTo>
                    <a:pt x="0" y="0"/>
                  </a:moveTo>
                  <a:lnTo>
                    <a:pt x="57150" y="28575"/>
                  </a:lnTo>
                </a:path>
              </a:pathLst>
            </a:custGeom>
            <a:noFill/>
            <a:ln w="11723">
              <a:solidFill>
                <a:srgbClr val="000000"/>
              </a:solidFill>
              <a:prstDash val="solid"/>
            </a:ln>
          </p:spPr>
        </p:sp>
        <p:sp>
          <p:nvSpPr>
            <p:cNvPr id="24" name="Scientific line">
              <a:extLst>
                <a:ext uri="{FF2B5EF4-FFF2-40B4-BE49-F238E27FC236}">
                  <ns2:creationId id="{1673387B-2ED5-4622-949E-2557F84557AC}"/>
                </a:ext>
              </a:extLst>
            </p:cNvPr>
            <p:cNvSpPr>
              <a:spLocks noGrp="1"/>
            </p:cNvSpPr>
            <p:nvPr/>
          </p:nvSpPr>
          <p:spPr>
            <a:xfrm>
              <a:off x="2105025" y="2457450"/>
              <a:ext cx="57150" cy="28575"/>
            </a:xfrm>
            <a:custGeom>
              <a:pathLst>
                <a:path w="57150" h="28575">
                  <a:moveTo>
                    <a:pt x="0" y="28575"/>
                  </a:moveTo>
                  <a:lnTo>
                    <a:pt x="57150" y="0"/>
                  </a:lnTo>
                </a:path>
              </a:pathLst>
            </a:custGeom>
            <a:noFill/>
            <a:ln w="11723">
              <a:solidFill>
                <a:srgbClr val="000000"/>
              </a:solidFill>
              <a:prstDash val="solid"/>
            </a:ln>
          </p:spPr>
        </p:sp>
        <p:sp>
          <p:nvSpPr>
            <p:cNvPr id="25" name="A matching d-axis marker t0">
              <a:extLst>
                <a:ext uri="{FF2B5EF4-FFF2-40B4-BE49-F238E27FC236}">
                  <ns2:creationId id="{23104578-F4EA-48E1-B81A-CF35F1564E09}"/>
                </a:ext>
              </a:extLst>
            </p:cNvPr>
            <p:cNvSpPr>
              <a:spLocks noGrp="1"/>
            </p:cNvSpPr>
            <p:nvPr/>
          </p:nvSpPr>
          <p:spPr>
            <a:xfrm>
              <a:off x="675640" y="2415540"/>
              <a:ext cx="83820" cy="83820"/>
            </a:xfrm>
            <a:prstGeom prst="ellipse">
              <a:avLst/>
            </a:prstGeom>
            <a:solidFill>
              <a:srgbClr val="ECE51B"/>
            </a:solidFill>
            <a:ln w="19538">
              <a:solidFill>
                <a:srgbClr val="ECE51B"/>
              </a:solidFill>
            </a:ln>
          </p:spPr>
        </p:sp>
        <p:sp>
          <p:nvSpPr>
            <p:cNvPr id="26" name="A">
              <a:extLst>
                <a:ext uri="{FF2B5EF4-FFF2-40B4-BE49-F238E27FC236}">
                  <ns2:creationId id="{BA6FCF40-7A8F-417B-91A3-8A89CE11FFA6}"/>
                </a:ext>
              </a:extLst>
            </p:cNvPr>
            <p:cNvSpPr>
              <a:spLocks noGrp="1"/>
            </p:cNvSpPr>
            <p:nvPr/>
          </p:nvSpPr>
          <p:spPr>
            <a:xfrm>
              <a:off x="584200" y="2562225"/>
              <a:ext cx="266700" cy="228600"/>
            </a:xfrm>
            <a:prstGeom prst="rect">
              <a:avLst/>
            </a:prstGeom>
            <a:noFill/>
            <a:ln w="0">
              <a:noFill/>
            </a:ln>
          </p:spPr>
          <p:txBody>
            <a:bodyPr wrap="none" lIns="0" tIns="0" rIns="0" bIns="0" anchor="ctr">
              <a:noAutofit/>
            </a:bodyPr>
            <a:lstStyle>
              <a:defPPr algn="ctr">
                <a:defRPr sz="1538" b="1">
                  <a:solidFill>
                    <a:srgbClr val="000000"/>
                  </a:solidFill>
                  <a:latin typeface="Arial"/>
                  <a:ea typeface="Arial"/>
                  <a:cs typeface="Arial"/>
                </a:defRPr>
              </a:defPPr>
              <a:lvl1pPr algn="ctr">
                <a:defRPr sz="1538" b="1">
                  <a:solidFill>
                    <a:srgbClr val="000000"/>
                  </a:solidFill>
                  <a:latin typeface="Arial"/>
                  <a:ea typeface="Arial"/>
                  <a:cs typeface="Arial"/>
                </a:defRPr>
              </a:lvl1pPr>
              <a:lvl2pPr algn="ctr">
                <a:defRPr sz="1538" b="1">
                  <a:solidFill>
                    <a:srgbClr val="000000"/>
                  </a:solidFill>
                  <a:latin typeface="Arial"/>
                  <a:ea typeface="Arial"/>
                  <a:cs typeface="Arial"/>
                </a:defRPr>
              </a:lvl2pPr>
              <a:lvl3pPr algn="ctr">
                <a:defRPr sz="1538" b="1">
                  <a:solidFill>
                    <a:srgbClr val="000000"/>
                  </a:solidFill>
                  <a:latin typeface="Arial"/>
                  <a:ea typeface="Arial"/>
                  <a:cs typeface="Arial"/>
                </a:defRPr>
              </a:lvl3pPr>
              <a:lvl4pPr algn="ctr">
                <a:defRPr sz="1538" b="1">
                  <a:solidFill>
                    <a:srgbClr val="000000"/>
                  </a:solidFill>
                  <a:latin typeface="Arial"/>
                  <a:ea typeface="Arial"/>
                  <a:cs typeface="Arial"/>
                </a:defRPr>
              </a:lvl4pPr>
              <a:lvl5pPr algn="ctr">
                <a:defRPr sz="1538" b="1">
                  <a:solidFill>
                    <a:srgbClr val="000000"/>
                  </a:solidFill>
                  <a:latin typeface="Arial"/>
                  <a:ea typeface="Arial"/>
                  <a:cs typeface="Arial"/>
                </a:defRPr>
              </a:lvl5pPr>
              <a:lvl6pPr algn="ctr">
                <a:defRPr sz="1538" b="1">
                  <a:solidFill>
                    <a:srgbClr val="000000"/>
                  </a:solidFill>
                  <a:latin typeface="Arial"/>
                  <a:ea typeface="Arial"/>
                  <a:cs typeface="Arial"/>
                </a:defRPr>
              </a:lvl6pPr>
              <a:lvl7pPr algn="ctr">
                <a:defRPr sz="1538" b="1">
                  <a:solidFill>
                    <a:srgbClr val="000000"/>
                  </a:solidFill>
                  <a:latin typeface="Arial"/>
                  <a:ea typeface="Arial"/>
                  <a:cs typeface="Arial"/>
                </a:defRPr>
              </a:lvl7pPr>
              <a:lvl8pPr algn="ctr">
                <a:defRPr sz="1538" b="1">
                  <a:solidFill>
                    <a:srgbClr val="000000"/>
                  </a:solidFill>
                  <a:latin typeface="Arial"/>
                  <a:ea typeface="Arial"/>
                  <a:cs typeface="Arial"/>
                </a:defRPr>
              </a:lvl8pPr>
              <a:lvl9pPr algn="ctr">
                <a:defRPr sz="1538" b="1">
                  <a:solidFill>
                    <a:srgbClr val="000000"/>
                  </a:solidFill>
                  <a:latin typeface="Arial"/>
                  <a:ea typeface="Arial"/>
                  <a:cs typeface="Arial"/>
                </a:defRPr>
              </a:lvl9pPr>
            </a:lstStyle>
            <a:p>
              <a:pPr algn="ctr">
                <a:defRPr sz="1538" b="1">
                  <a:solidFill>
                    <a:srgbClr val="000000"/>
                  </a:solidFill>
                  <a:latin typeface="Arial"/>
                  <a:ea typeface="Arial"/>
                  <a:cs typeface="Arial"/>
                </a:defRPr>
              </a:pPr>
              <a:r>
                <a:rPr sz="1538" b="1">
                  <a:solidFill>
                    <a:srgbClr val="000000"/>
                  </a:solidFill>
                  <a:latin typeface="Arial"/>
                  <a:ea typeface="Arial"/>
                  <a:cs typeface="Arial"/>
                </a:rPr>
                <a:t>A</a:t>
              </a:r>
            </a:p>
          </p:txBody>
        </p:sp>
        <p:sp>
          <p:nvSpPr>
            <p:cNvPr id="27" name="A exact d coordinate t0">
              <a:extLst>
                <a:ext uri="{FF2B5EF4-FFF2-40B4-BE49-F238E27FC236}">
                  <ns2:creationId id="{FE21C32A-3106-4A3E-A0A4-B2E95038B646}"/>
                </a:ext>
              </a:extLst>
            </p:cNvPr>
            <p:cNvSpPr>
              <a:spLocks noGrp="1"/>
            </p:cNvSpPr>
            <p:nvPr/>
          </p:nvSpPr>
          <p:spPr>
            <a:xfrm>
              <a:off x="498475" y="2790825"/>
              <a:ext cx="438150" cy="219075"/>
            </a:xfrm>
            <a:prstGeom prst="rect">
              <a:avLst/>
            </a:prstGeom>
            <a:noFill/>
            <a:ln w="0">
              <a:noFill/>
            </a:ln>
          </p:spPr>
          <p:txBody>
            <a:bodyPr wrap="none" lIns="0" tIns="0" rIns="0" bIns="0" anchor="ctr">
              <a:noAutofit/>
            </a:bodyPr>
            <a:lstStyle>
              <a:defPPr algn="ctr">
                <a:defRPr sz="1385" b="0">
                  <a:solidFill>
                    <a:srgbClr val="000000"/>
                  </a:solidFill>
                  <a:latin typeface="Arial"/>
                  <a:ea typeface="Arial"/>
                  <a:cs typeface="Arial"/>
                </a:defRPr>
              </a:defPPr>
              <a:lvl1pPr algn="ctr">
                <a:defRPr sz="1385" b="0">
                  <a:solidFill>
                    <a:srgbClr val="000000"/>
                  </a:solidFill>
                  <a:latin typeface="Arial"/>
                  <a:ea typeface="Arial"/>
                  <a:cs typeface="Arial"/>
                </a:defRPr>
              </a:lvl1pPr>
              <a:lvl2pPr algn="ctr">
                <a:defRPr sz="1385" b="0">
                  <a:solidFill>
                    <a:srgbClr val="000000"/>
                  </a:solidFill>
                  <a:latin typeface="Arial"/>
                  <a:ea typeface="Arial"/>
                  <a:cs typeface="Arial"/>
                </a:defRPr>
              </a:lvl2pPr>
              <a:lvl3pPr algn="ctr">
                <a:defRPr sz="1385" b="0">
                  <a:solidFill>
                    <a:srgbClr val="000000"/>
                  </a:solidFill>
                  <a:latin typeface="Arial"/>
                  <a:ea typeface="Arial"/>
                  <a:cs typeface="Arial"/>
                </a:defRPr>
              </a:lvl3pPr>
              <a:lvl4pPr algn="ctr">
                <a:defRPr sz="1385" b="0">
                  <a:solidFill>
                    <a:srgbClr val="000000"/>
                  </a:solidFill>
                  <a:latin typeface="Arial"/>
                  <a:ea typeface="Arial"/>
                  <a:cs typeface="Arial"/>
                </a:defRPr>
              </a:lvl4pPr>
              <a:lvl5pPr algn="ctr">
                <a:defRPr sz="1385" b="0">
                  <a:solidFill>
                    <a:srgbClr val="000000"/>
                  </a:solidFill>
                  <a:latin typeface="Arial"/>
                  <a:ea typeface="Arial"/>
                  <a:cs typeface="Arial"/>
                </a:defRPr>
              </a:lvl5pPr>
              <a:lvl6pPr algn="ctr">
                <a:defRPr sz="1385" b="0">
                  <a:solidFill>
                    <a:srgbClr val="000000"/>
                  </a:solidFill>
                  <a:latin typeface="Arial"/>
                  <a:ea typeface="Arial"/>
                  <a:cs typeface="Arial"/>
                </a:defRPr>
              </a:lvl6pPr>
              <a:lvl7pPr algn="ctr">
                <a:defRPr sz="1385" b="0">
                  <a:solidFill>
                    <a:srgbClr val="000000"/>
                  </a:solidFill>
                  <a:latin typeface="Arial"/>
                  <a:ea typeface="Arial"/>
                  <a:cs typeface="Arial"/>
                </a:defRPr>
              </a:lvl7pPr>
              <a:lvl8pPr algn="ctr">
                <a:defRPr sz="1385" b="0">
                  <a:solidFill>
                    <a:srgbClr val="000000"/>
                  </a:solidFill>
                  <a:latin typeface="Arial"/>
                  <a:ea typeface="Arial"/>
                  <a:cs typeface="Arial"/>
                </a:defRPr>
              </a:lvl8pPr>
              <a:lvl9pPr algn="ctr">
                <a:defRPr sz="1385" b="0">
                  <a:solidFill>
                    <a:srgbClr val="000000"/>
                  </a:solidFill>
                  <a:latin typeface="Arial"/>
                  <a:ea typeface="Arial"/>
                  <a:cs typeface="Arial"/>
                </a:defRPr>
              </a:lvl9pPr>
            </a:lstStyle>
            <a:p>
              <a:pPr algn="ctr">
                <a:defRPr sz="1385" b="0">
                  <a:solidFill>
                    <a:srgbClr val="000000"/>
                  </a:solidFill>
                  <a:latin typeface="Arial"/>
                  <a:ea typeface="Arial"/>
                  <a:cs typeface="Arial"/>
                </a:defRPr>
              </a:pPr>
              <a:r>
                <a:rPr sz="1385" b="0">
                  <a:solidFill>
                    <a:srgbClr val="000000"/>
                  </a:solidFill>
                  <a:latin typeface="Arial"/>
                  <a:ea typeface="Arial"/>
                  <a:cs typeface="Arial"/>
                </a:rPr>
                <a:t>20</a:t>
              </a:r>
            </a:p>
          </p:txBody>
        </p:sp>
        <p:sp>
          <p:nvSpPr>
            <p:cNvPr id="28" name="B matching d-axis marker t0">
              <a:extLst>
                <a:ext uri="{FF2B5EF4-FFF2-40B4-BE49-F238E27FC236}">
                  <ns2:creationId id="{88010D88-EDFB-404C-BF61-CD401ECA7D43}"/>
                </a:ext>
              </a:extLst>
            </p:cNvPr>
            <p:cNvSpPr>
              <a:spLocks noGrp="1"/>
            </p:cNvSpPr>
            <p:nvPr/>
          </p:nvSpPr>
          <p:spPr>
            <a:xfrm>
              <a:off x="948373" y="2399348"/>
              <a:ext cx="116205" cy="116205"/>
            </a:xfrm>
            <a:prstGeom prst="ellipse">
              <a:avLst/>
            </a:prstGeom>
            <a:solidFill>
              <a:srgbClr val="FDE725"/>
            </a:solidFill>
            <a:ln w="19538">
              <a:solidFill>
                <a:srgbClr val="FDE725"/>
              </a:solidFill>
            </a:ln>
          </p:spPr>
        </p:sp>
        <p:sp>
          <p:nvSpPr>
            <p:cNvPr id="29" name="B">
              <a:extLst>
                <a:ext uri="{FF2B5EF4-FFF2-40B4-BE49-F238E27FC236}">
                  <ns2:creationId id="{47BE0A48-1EFC-4FFD-85F7-DE783FAA8090}"/>
                </a:ext>
              </a:extLst>
            </p:cNvPr>
            <p:cNvSpPr>
              <a:spLocks noGrp="1"/>
            </p:cNvSpPr>
            <p:nvPr/>
          </p:nvSpPr>
          <p:spPr>
            <a:xfrm>
              <a:off x="873125" y="2562225"/>
              <a:ext cx="266700" cy="228600"/>
            </a:xfrm>
            <a:prstGeom prst="rect">
              <a:avLst/>
            </a:prstGeom>
            <a:noFill/>
            <a:ln w="0">
              <a:noFill/>
            </a:ln>
          </p:spPr>
          <p:txBody>
            <a:bodyPr wrap="none" lIns="0" tIns="0" rIns="0" bIns="0" anchor="ctr">
              <a:noAutofit/>
            </a:bodyPr>
            <a:lstStyle>
              <a:defPPr algn="ctr">
                <a:defRPr sz="1538" b="1">
                  <a:solidFill>
                    <a:srgbClr val="000000"/>
                  </a:solidFill>
                  <a:latin typeface="Arial"/>
                  <a:ea typeface="Arial"/>
                  <a:cs typeface="Arial"/>
                </a:defRPr>
              </a:defPPr>
              <a:lvl1pPr algn="ctr">
                <a:defRPr sz="1538" b="1">
                  <a:solidFill>
                    <a:srgbClr val="000000"/>
                  </a:solidFill>
                  <a:latin typeface="Arial"/>
                  <a:ea typeface="Arial"/>
                  <a:cs typeface="Arial"/>
                </a:defRPr>
              </a:lvl1pPr>
              <a:lvl2pPr algn="ctr">
                <a:defRPr sz="1538" b="1">
                  <a:solidFill>
                    <a:srgbClr val="000000"/>
                  </a:solidFill>
                  <a:latin typeface="Arial"/>
                  <a:ea typeface="Arial"/>
                  <a:cs typeface="Arial"/>
                </a:defRPr>
              </a:lvl2pPr>
              <a:lvl3pPr algn="ctr">
                <a:defRPr sz="1538" b="1">
                  <a:solidFill>
                    <a:srgbClr val="000000"/>
                  </a:solidFill>
                  <a:latin typeface="Arial"/>
                  <a:ea typeface="Arial"/>
                  <a:cs typeface="Arial"/>
                </a:defRPr>
              </a:lvl3pPr>
              <a:lvl4pPr algn="ctr">
                <a:defRPr sz="1538" b="1">
                  <a:solidFill>
                    <a:srgbClr val="000000"/>
                  </a:solidFill>
                  <a:latin typeface="Arial"/>
                  <a:ea typeface="Arial"/>
                  <a:cs typeface="Arial"/>
                </a:defRPr>
              </a:lvl4pPr>
              <a:lvl5pPr algn="ctr">
                <a:defRPr sz="1538" b="1">
                  <a:solidFill>
                    <a:srgbClr val="000000"/>
                  </a:solidFill>
                  <a:latin typeface="Arial"/>
                  <a:ea typeface="Arial"/>
                  <a:cs typeface="Arial"/>
                </a:defRPr>
              </a:lvl5pPr>
              <a:lvl6pPr algn="ctr">
                <a:defRPr sz="1538" b="1">
                  <a:solidFill>
                    <a:srgbClr val="000000"/>
                  </a:solidFill>
                  <a:latin typeface="Arial"/>
                  <a:ea typeface="Arial"/>
                  <a:cs typeface="Arial"/>
                </a:defRPr>
              </a:lvl6pPr>
              <a:lvl7pPr algn="ctr">
                <a:defRPr sz="1538" b="1">
                  <a:solidFill>
                    <a:srgbClr val="000000"/>
                  </a:solidFill>
                  <a:latin typeface="Arial"/>
                  <a:ea typeface="Arial"/>
                  <a:cs typeface="Arial"/>
                </a:defRPr>
              </a:lvl7pPr>
              <a:lvl8pPr algn="ctr">
                <a:defRPr sz="1538" b="1">
                  <a:solidFill>
                    <a:srgbClr val="000000"/>
                  </a:solidFill>
                  <a:latin typeface="Arial"/>
                  <a:ea typeface="Arial"/>
                  <a:cs typeface="Arial"/>
                </a:defRPr>
              </a:lvl8pPr>
              <a:lvl9pPr algn="ctr">
                <a:defRPr sz="1538" b="1">
                  <a:solidFill>
                    <a:srgbClr val="000000"/>
                  </a:solidFill>
                  <a:latin typeface="Arial"/>
                  <a:ea typeface="Arial"/>
                  <a:cs typeface="Arial"/>
                </a:defRPr>
              </a:lvl9pPr>
            </a:lstStyle>
            <a:p>
              <a:pPr algn="ctr">
                <a:defRPr sz="1538" b="1">
                  <a:solidFill>
                    <a:srgbClr val="000000"/>
                  </a:solidFill>
                  <a:latin typeface="Arial"/>
                  <a:ea typeface="Arial"/>
                  <a:cs typeface="Arial"/>
                </a:defRPr>
              </a:pPr>
              <a:r>
                <a:rPr sz="1538" b="1">
                  <a:solidFill>
                    <a:srgbClr val="000000"/>
                  </a:solidFill>
                  <a:latin typeface="Arial"/>
                  <a:ea typeface="Arial"/>
                  <a:cs typeface="Arial"/>
                </a:rPr>
                <a:t>B</a:t>
              </a:r>
            </a:p>
          </p:txBody>
        </p:sp>
        <p:sp>
          <p:nvSpPr>
            <p:cNvPr id="30" name="B exact d coordinate t0">
              <a:extLst>
                <a:ext uri="{FF2B5EF4-FFF2-40B4-BE49-F238E27FC236}">
                  <ns2:creationId id="{E152274E-1EC2-4B69-94CA-C91A88751C14}"/>
                </a:ext>
              </a:extLst>
            </p:cNvPr>
            <p:cNvSpPr>
              <a:spLocks noGrp="1"/>
            </p:cNvSpPr>
            <p:nvPr/>
          </p:nvSpPr>
          <p:spPr>
            <a:xfrm>
              <a:off x="787400" y="2790825"/>
              <a:ext cx="438150" cy="219075"/>
            </a:xfrm>
            <a:prstGeom prst="rect">
              <a:avLst/>
            </a:prstGeom>
            <a:noFill/>
            <a:ln w="0">
              <a:noFill/>
            </a:ln>
          </p:spPr>
          <p:txBody>
            <a:bodyPr wrap="none" lIns="0" tIns="0" rIns="0" bIns="0" anchor="ctr">
              <a:noAutofit/>
            </a:bodyPr>
            <a:lstStyle>
              <a:defPPr algn="ctr">
                <a:defRPr sz="1385" b="0">
                  <a:solidFill>
                    <a:srgbClr val="000000"/>
                  </a:solidFill>
                  <a:latin typeface="Arial"/>
                  <a:ea typeface="Arial"/>
                  <a:cs typeface="Arial"/>
                </a:defRPr>
              </a:defPPr>
              <a:lvl1pPr algn="ctr">
                <a:defRPr sz="1385" b="0">
                  <a:solidFill>
                    <a:srgbClr val="000000"/>
                  </a:solidFill>
                  <a:latin typeface="Arial"/>
                  <a:ea typeface="Arial"/>
                  <a:cs typeface="Arial"/>
                </a:defRPr>
              </a:lvl1pPr>
              <a:lvl2pPr algn="ctr">
                <a:defRPr sz="1385" b="0">
                  <a:solidFill>
                    <a:srgbClr val="000000"/>
                  </a:solidFill>
                  <a:latin typeface="Arial"/>
                  <a:ea typeface="Arial"/>
                  <a:cs typeface="Arial"/>
                </a:defRPr>
              </a:lvl2pPr>
              <a:lvl3pPr algn="ctr">
                <a:defRPr sz="1385" b="0">
                  <a:solidFill>
                    <a:srgbClr val="000000"/>
                  </a:solidFill>
                  <a:latin typeface="Arial"/>
                  <a:ea typeface="Arial"/>
                  <a:cs typeface="Arial"/>
                </a:defRPr>
              </a:lvl3pPr>
              <a:lvl4pPr algn="ctr">
                <a:defRPr sz="1385" b="0">
                  <a:solidFill>
                    <a:srgbClr val="000000"/>
                  </a:solidFill>
                  <a:latin typeface="Arial"/>
                  <a:ea typeface="Arial"/>
                  <a:cs typeface="Arial"/>
                </a:defRPr>
              </a:lvl4pPr>
              <a:lvl5pPr algn="ctr">
                <a:defRPr sz="1385" b="0">
                  <a:solidFill>
                    <a:srgbClr val="000000"/>
                  </a:solidFill>
                  <a:latin typeface="Arial"/>
                  <a:ea typeface="Arial"/>
                  <a:cs typeface="Arial"/>
                </a:defRPr>
              </a:lvl5pPr>
              <a:lvl6pPr algn="ctr">
                <a:defRPr sz="1385" b="0">
                  <a:solidFill>
                    <a:srgbClr val="000000"/>
                  </a:solidFill>
                  <a:latin typeface="Arial"/>
                  <a:ea typeface="Arial"/>
                  <a:cs typeface="Arial"/>
                </a:defRPr>
              </a:lvl6pPr>
              <a:lvl7pPr algn="ctr">
                <a:defRPr sz="1385" b="0">
                  <a:solidFill>
                    <a:srgbClr val="000000"/>
                  </a:solidFill>
                  <a:latin typeface="Arial"/>
                  <a:ea typeface="Arial"/>
                  <a:cs typeface="Arial"/>
                </a:defRPr>
              </a:lvl7pPr>
              <a:lvl8pPr algn="ctr">
                <a:defRPr sz="1385" b="0">
                  <a:solidFill>
                    <a:srgbClr val="000000"/>
                  </a:solidFill>
                  <a:latin typeface="Arial"/>
                  <a:ea typeface="Arial"/>
                  <a:cs typeface="Arial"/>
                </a:defRPr>
              </a:lvl8pPr>
              <a:lvl9pPr algn="ctr">
                <a:defRPr sz="1385" b="0">
                  <a:solidFill>
                    <a:srgbClr val="000000"/>
                  </a:solidFill>
                  <a:latin typeface="Arial"/>
                  <a:ea typeface="Arial"/>
                  <a:cs typeface="Arial"/>
                </a:defRPr>
              </a:lvl9pPr>
            </a:lstStyle>
            <a:p>
              <a:pPr algn="ctr">
                <a:defRPr sz="1385" b="0">
                  <a:solidFill>
                    <a:srgbClr val="000000"/>
                  </a:solidFill>
                  <a:latin typeface="Arial"/>
                  <a:ea typeface="Arial"/>
                  <a:cs typeface="Arial"/>
                </a:defRPr>
              </a:pPr>
              <a:r>
                <a:rPr sz="1385" b="0">
                  <a:solidFill>
                    <a:srgbClr val="000000"/>
                  </a:solidFill>
                  <a:latin typeface="Arial"/>
                  <a:ea typeface="Arial"/>
                  <a:cs typeface="Arial"/>
                </a:rPr>
                <a:t>40</a:t>
              </a:r>
            </a:p>
          </p:txBody>
        </p:sp>
        <p:sp>
          <p:nvSpPr>
            <p:cNvPr id="31" name="C matching d-axis marker t0">
              <a:extLst>
                <a:ext uri="{FF2B5EF4-FFF2-40B4-BE49-F238E27FC236}">
                  <ns2:creationId id="{2B066928-71B8-4D5A-AD41-1C534F8A014E}"/>
                </a:ext>
              </a:extLst>
            </p:cNvPr>
            <p:cNvSpPr>
              <a:spLocks noGrp="1"/>
            </p:cNvSpPr>
            <p:nvPr/>
          </p:nvSpPr>
          <p:spPr>
            <a:xfrm>
              <a:off x="1798955" y="2383155"/>
              <a:ext cx="148590" cy="148590"/>
            </a:xfrm>
            <a:prstGeom prst="ellipse">
              <a:avLst/>
            </a:prstGeom>
            <a:solidFill>
              <a:srgbClr val="D9E219"/>
            </a:solidFill>
            <a:ln w="19538">
              <a:solidFill>
                <a:srgbClr val="D9E219"/>
              </a:solidFill>
            </a:ln>
          </p:spPr>
        </p:sp>
        <p:sp>
          <p:nvSpPr>
            <p:cNvPr id="32" name="C">
              <a:extLst>
                <a:ext uri="{FF2B5EF4-FFF2-40B4-BE49-F238E27FC236}">
                  <ns2:creationId id="{C136A745-D94C-4F63-A896-69034428089D}"/>
                </a:ext>
              </a:extLst>
            </p:cNvPr>
            <p:cNvSpPr>
              <a:spLocks noGrp="1"/>
            </p:cNvSpPr>
            <p:nvPr/>
          </p:nvSpPr>
          <p:spPr>
            <a:xfrm>
              <a:off x="1739900" y="2562225"/>
              <a:ext cx="266700" cy="228600"/>
            </a:xfrm>
            <a:prstGeom prst="rect">
              <a:avLst/>
            </a:prstGeom>
            <a:noFill/>
            <a:ln w="0">
              <a:noFill/>
            </a:ln>
          </p:spPr>
          <p:txBody>
            <a:bodyPr wrap="none" lIns="0" tIns="0" rIns="0" bIns="0" anchor="ctr">
              <a:noAutofit/>
            </a:bodyPr>
            <a:lstStyle>
              <a:defPPr algn="ctr">
                <a:defRPr sz="1538" b="1">
                  <a:solidFill>
                    <a:srgbClr val="000000"/>
                  </a:solidFill>
                  <a:latin typeface="Arial"/>
                  <a:ea typeface="Arial"/>
                  <a:cs typeface="Arial"/>
                </a:defRPr>
              </a:defPPr>
              <a:lvl1pPr algn="ctr">
                <a:defRPr sz="1538" b="1">
                  <a:solidFill>
                    <a:srgbClr val="000000"/>
                  </a:solidFill>
                  <a:latin typeface="Arial"/>
                  <a:ea typeface="Arial"/>
                  <a:cs typeface="Arial"/>
                </a:defRPr>
              </a:lvl1pPr>
              <a:lvl2pPr algn="ctr">
                <a:defRPr sz="1538" b="1">
                  <a:solidFill>
                    <a:srgbClr val="000000"/>
                  </a:solidFill>
                  <a:latin typeface="Arial"/>
                  <a:ea typeface="Arial"/>
                  <a:cs typeface="Arial"/>
                </a:defRPr>
              </a:lvl2pPr>
              <a:lvl3pPr algn="ctr">
                <a:defRPr sz="1538" b="1">
                  <a:solidFill>
                    <a:srgbClr val="000000"/>
                  </a:solidFill>
                  <a:latin typeface="Arial"/>
                  <a:ea typeface="Arial"/>
                  <a:cs typeface="Arial"/>
                </a:defRPr>
              </a:lvl3pPr>
              <a:lvl4pPr algn="ctr">
                <a:defRPr sz="1538" b="1">
                  <a:solidFill>
                    <a:srgbClr val="000000"/>
                  </a:solidFill>
                  <a:latin typeface="Arial"/>
                  <a:ea typeface="Arial"/>
                  <a:cs typeface="Arial"/>
                </a:defRPr>
              </a:lvl4pPr>
              <a:lvl5pPr algn="ctr">
                <a:defRPr sz="1538" b="1">
                  <a:solidFill>
                    <a:srgbClr val="000000"/>
                  </a:solidFill>
                  <a:latin typeface="Arial"/>
                  <a:ea typeface="Arial"/>
                  <a:cs typeface="Arial"/>
                </a:defRPr>
              </a:lvl5pPr>
              <a:lvl6pPr algn="ctr">
                <a:defRPr sz="1538" b="1">
                  <a:solidFill>
                    <a:srgbClr val="000000"/>
                  </a:solidFill>
                  <a:latin typeface="Arial"/>
                  <a:ea typeface="Arial"/>
                  <a:cs typeface="Arial"/>
                </a:defRPr>
              </a:lvl6pPr>
              <a:lvl7pPr algn="ctr">
                <a:defRPr sz="1538" b="1">
                  <a:solidFill>
                    <a:srgbClr val="000000"/>
                  </a:solidFill>
                  <a:latin typeface="Arial"/>
                  <a:ea typeface="Arial"/>
                  <a:cs typeface="Arial"/>
                </a:defRPr>
              </a:lvl7pPr>
              <a:lvl8pPr algn="ctr">
                <a:defRPr sz="1538" b="1">
                  <a:solidFill>
                    <a:srgbClr val="000000"/>
                  </a:solidFill>
                  <a:latin typeface="Arial"/>
                  <a:ea typeface="Arial"/>
                  <a:cs typeface="Arial"/>
                </a:defRPr>
              </a:lvl8pPr>
              <a:lvl9pPr algn="ctr">
                <a:defRPr sz="1538" b="1">
                  <a:solidFill>
                    <a:srgbClr val="000000"/>
                  </a:solidFill>
                  <a:latin typeface="Arial"/>
                  <a:ea typeface="Arial"/>
                  <a:cs typeface="Arial"/>
                </a:defRPr>
              </a:lvl9pPr>
            </a:lstStyle>
            <a:p>
              <a:pPr algn="ctr">
                <a:defRPr sz="1538" b="1">
                  <a:solidFill>
                    <a:srgbClr val="000000"/>
                  </a:solidFill>
                  <a:latin typeface="Arial"/>
                  <a:ea typeface="Arial"/>
                  <a:cs typeface="Arial"/>
                </a:defRPr>
              </a:pPr>
              <a:r>
                <a:rPr sz="1538" b="1">
                  <a:solidFill>
                    <a:srgbClr val="000000"/>
                  </a:solidFill>
                  <a:latin typeface="Arial"/>
                  <a:ea typeface="Arial"/>
                  <a:cs typeface="Arial"/>
                </a:rPr>
                <a:t>C</a:t>
              </a:r>
            </a:p>
          </p:txBody>
        </p:sp>
        <p:sp>
          <p:nvSpPr>
            <p:cNvPr id="33" name="C exact d coordinate t0">
              <a:extLst>
                <a:ext uri="{FF2B5EF4-FFF2-40B4-BE49-F238E27FC236}">
                  <ns2:creationId id="{F0975929-2632-4B23-B85F-2243E4720C40}"/>
                </a:ext>
              </a:extLst>
            </p:cNvPr>
            <p:cNvSpPr>
              <a:spLocks noGrp="1"/>
            </p:cNvSpPr>
            <p:nvPr/>
          </p:nvSpPr>
          <p:spPr>
            <a:xfrm>
              <a:off x="1654175" y="2790825"/>
              <a:ext cx="438150" cy="219075"/>
            </a:xfrm>
            <a:prstGeom prst="rect">
              <a:avLst/>
            </a:prstGeom>
            <a:noFill/>
            <a:ln w="0">
              <a:noFill/>
            </a:ln>
          </p:spPr>
          <p:txBody>
            <a:bodyPr wrap="none" lIns="0" tIns="0" rIns="0" bIns="0" anchor="ctr">
              <a:noAutofit/>
            </a:bodyPr>
            <a:lstStyle>
              <a:defPPr algn="ctr">
                <a:defRPr sz="1385" b="0">
                  <a:solidFill>
                    <a:srgbClr val="000000"/>
                  </a:solidFill>
                  <a:latin typeface="Arial"/>
                  <a:ea typeface="Arial"/>
                  <a:cs typeface="Arial"/>
                </a:defRPr>
              </a:defPPr>
              <a:lvl1pPr algn="ctr">
                <a:defRPr sz="1385" b="0">
                  <a:solidFill>
                    <a:srgbClr val="000000"/>
                  </a:solidFill>
                  <a:latin typeface="Arial"/>
                  <a:ea typeface="Arial"/>
                  <a:cs typeface="Arial"/>
                </a:defRPr>
              </a:lvl1pPr>
              <a:lvl2pPr algn="ctr">
                <a:defRPr sz="1385" b="0">
                  <a:solidFill>
                    <a:srgbClr val="000000"/>
                  </a:solidFill>
                  <a:latin typeface="Arial"/>
                  <a:ea typeface="Arial"/>
                  <a:cs typeface="Arial"/>
                </a:defRPr>
              </a:lvl2pPr>
              <a:lvl3pPr algn="ctr">
                <a:defRPr sz="1385" b="0">
                  <a:solidFill>
                    <a:srgbClr val="000000"/>
                  </a:solidFill>
                  <a:latin typeface="Arial"/>
                  <a:ea typeface="Arial"/>
                  <a:cs typeface="Arial"/>
                </a:defRPr>
              </a:lvl3pPr>
              <a:lvl4pPr algn="ctr">
                <a:defRPr sz="1385" b="0">
                  <a:solidFill>
                    <a:srgbClr val="000000"/>
                  </a:solidFill>
                  <a:latin typeface="Arial"/>
                  <a:ea typeface="Arial"/>
                  <a:cs typeface="Arial"/>
                </a:defRPr>
              </a:lvl4pPr>
              <a:lvl5pPr algn="ctr">
                <a:defRPr sz="1385" b="0">
                  <a:solidFill>
                    <a:srgbClr val="000000"/>
                  </a:solidFill>
                  <a:latin typeface="Arial"/>
                  <a:ea typeface="Arial"/>
                  <a:cs typeface="Arial"/>
                </a:defRPr>
              </a:lvl5pPr>
              <a:lvl6pPr algn="ctr">
                <a:defRPr sz="1385" b="0">
                  <a:solidFill>
                    <a:srgbClr val="000000"/>
                  </a:solidFill>
                  <a:latin typeface="Arial"/>
                  <a:ea typeface="Arial"/>
                  <a:cs typeface="Arial"/>
                </a:defRPr>
              </a:lvl6pPr>
              <a:lvl7pPr algn="ctr">
                <a:defRPr sz="1385" b="0">
                  <a:solidFill>
                    <a:srgbClr val="000000"/>
                  </a:solidFill>
                  <a:latin typeface="Arial"/>
                  <a:ea typeface="Arial"/>
                  <a:cs typeface="Arial"/>
                </a:defRPr>
              </a:lvl7pPr>
              <a:lvl8pPr algn="ctr">
                <a:defRPr sz="1385" b="0">
                  <a:solidFill>
                    <a:srgbClr val="000000"/>
                  </a:solidFill>
                  <a:latin typeface="Arial"/>
                  <a:ea typeface="Arial"/>
                  <a:cs typeface="Arial"/>
                </a:defRPr>
              </a:lvl8pPr>
              <a:lvl9pPr algn="ctr">
                <a:defRPr sz="1385" b="0">
                  <a:solidFill>
                    <a:srgbClr val="000000"/>
                  </a:solidFill>
                  <a:latin typeface="Arial"/>
                  <a:ea typeface="Arial"/>
                  <a:cs typeface="Arial"/>
                </a:defRPr>
              </a:lvl9pPr>
            </a:lstStyle>
            <a:p>
              <a:pPr algn="ctr">
                <a:defRPr sz="1385" b="0">
                  <a:solidFill>
                    <a:srgbClr val="000000"/>
                  </a:solidFill>
                  <a:latin typeface="Arial"/>
                  <a:ea typeface="Arial"/>
                  <a:cs typeface="Arial"/>
                </a:defRPr>
              </a:pPr>
              <a:r>
                <a:rPr sz="1385" b="0">
                  <a:solidFill>
                    <a:srgbClr val="000000"/>
                  </a:solidFill>
                  <a:latin typeface="Arial"/>
                  <a:ea typeface="Arial"/>
                  <a:cs typeface="Arial"/>
                </a:rPr>
                <a:t>100</a:t>
              </a:r>
            </a:p>
          </p:txBody>
        </p:sp>
        <p:sp>
          <p:nvSpPr>
            <p:cNvPr id="34" name="t = 12">
              <a:extLst>
                <a:ext uri="{FF2B5EF4-FFF2-40B4-BE49-F238E27FC236}">
                  <ns2:creationId id="{07BE5C58-A73C-482C-9F26-0872A8FEAB40}"/>
                </a:ext>
              </a:extLst>
            </p:cNvPr>
            <p:cNvSpPr>
              <a:spLocks noGrp="1"/>
            </p:cNvSpPr>
            <p:nvPr/>
          </p:nvSpPr>
          <p:spPr>
            <a:xfrm>
              <a:off x="2390775" y="285750"/>
              <a:ext cx="1733550" cy="238125"/>
            </a:xfrm>
            <a:prstGeom prst="rect">
              <a:avLst/>
            </a:prstGeom>
            <a:noFill/>
            <a:ln w="0">
              <a:noFill/>
            </a:ln>
          </p:spPr>
          <p:txBody>
            <a:bodyPr wrap="none" lIns="0" tIns="0" rIns="0" bIns="0" anchor="ctr">
              <a:noAutofit/>
            </a:bodyPr>
            <a:lstStyle>
              <a:defPPr algn="ctr">
                <a:defRPr sz="1538" b="1">
                  <a:solidFill>
                    <a:srgbClr val="000000"/>
                  </a:solidFill>
                  <a:latin typeface="Arial"/>
                  <a:ea typeface="Arial"/>
                  <a:cs typeface="Arial"/>
                </a:defRPr>
              </a:defPPr>
              <a:lvl1pPr algn="ctr">
                <a:defRPr sz="1538" b="1">
                  <a:solidFill>
                    <a:srgbClr val="000000"/>
                  </a:solidFill>
                  <a:latin typeface="Arial"/>
                  <a:ea typeface="Arial"/>
                  <a:cs typeface="Arial"/>
                </a:defRPr>
              </a:lvl1pPr>
              <a:lvl2pPr algn="ctr">
                <a:defRPr sz="1538" b="1">
                  <a:solidFill>
                    <a:srgbClr val="000000"/>
                  </a:solidFill>
                  <a:latin typeface="Arial"/>
                  <a:ea typeface="Arial"/>
                  <a:cs typeface="Arial"/>
                </a:defRPr>
              </a:lvl2pPr>
              <a:lvl3pPr algn="ctr">
                <a:defRPr sz="1538" b="1">
                  <a:solidFill>
                    <a:srgbClr val="000000"/>
                  </a:solidFill>
                  <a:latin typeface="Arial"/>
                  <a:ea typeface="Arial"/>
                  <a:cs typeface="Arial"/>
                </a:defRPr>
              </a:lvl3pPr>
              <a:lvl4pPr algn="ctr">
                <a:defRPr sz="1538" b="1">
                  <a:solidFill>
                    <a:srgbClr val="000000"/>
                  </a:solidFill>
                  <a:latin typeface="Arial"/>
                  <a:ea typeface="Arial"/>
                  <a:cs typeface="Arial"/>
                </a:defRPr>
              </a:lvl4pPr>
              <a:lvl5pPr algn="ctr">
                <a:defRPr sz="1538" b="1">
                  <a:solidFill>
                    <a:srgbClr val="000000"/>
                  </a:solidFill>
                  <a:latin typeface="Arial"/>
                  <a:ea typeface="Arial"/>
                  <a:cs typeface="Arial"/>
                </a:defRPr>
              </a:lvl5pPr>
              <a:lvl6pPr algn="ctr">
                <a:defRPr sz="1538" b="1">
                  <a:solidFill>
                    <a:srgbClr val="000000"/>
                  </a:solidFill>
                  <a:latin typeface="Arial"/>
                  <a:ea typeface="Arial"/>
                  <a:cs typeface="Arial"/>
                </a:defRPr>
              </a:lvl6pPr>
              <a:lvl7pPr algn="ctr">
                <a:defRPr sz="1538" b="1">
                  <a:solidFill>
                    <a:srgbClr val="000000"/>
                  </a:solidFill>
                  <a:latin typeface="Arial"/>
                  <a:ea typeface="Arial"/>
                  <a:cs typeface="Arial"/>
                </a:defRPr>
              </a:lvl7pPr>
              <a:lvl8pPr algn="ctr">
                <a:defRPr sz="1538" b="1">
                  <a:solidFill>
                    <a:srgbClr val="000000"/>
                  </a:solidFill>
                  <a:latin typeface="Arial"/>
                  <a:ea typeface="Arial"/>
                  <a:cs typeface="Arial"/>
                </a:defRPr>
              </a:lvl8pPr>
              <a:lvl9pPr algn="ctr">
                <a:defRPr sz="1538" b="1">
                  <a:solidFill>
                    <a:srgbClr val="000000"/>
                  </a:solidFill>
                  <a:latin typeface="Arial"/>
                  <a:ea typeface="Arial"/>
                  <a:cs typeface="Arial"/>
                </a:defRPr>
              </a:lvl9pPr>
            </a:lstStyle>
            <a:p>
              <a:pPr algn="ctr">
                <a:defRPr sz="1538" b="1">
                  <a:solidFill>
                    <a:srgbClr val="000000"/>
                  </a:solidFill>
                  <a:latin typeface="Arial"/>
                  <a:ea typeface="Arial"/>
                  <a:cs typeface="Arial"/>
                </a:defRPr>
              </a:pPr>
              <a:r>
                <a:rPr sz="1538" b="1">
                  <a:solidFill>
                    <a:srgbClr val="000000"/>
                  </a:solidFill>
                  <a:latin typeface="Arial"/>
                  <a:ea typeface="Arial"/>
                  <a:cs typeface="Arial"/>
                </a:rPr>
                <a:t>t = 12</a:t>
              </a:r>
            </a:p>
          </p:txBody>
        </p:sp>
        <p:pic>
          <p:nvPicPr>
            <p:cNvPr id="35" name="">
              <a:extLst>
                <a:ext uri="{FF2B5EF4-FFF2-40B4-BE49-F238E27FC236}">
                  <ns2:creationId id="{BE88F43E-644A-4E93-B5E4-7359A1297882}"/>
                </a:ext>
              </a:extLst>
            </p:cNvPr>
            <p:cNvPicPr>
              <a:picLocks noChangeAspect="1"/>
            </p:cNvPicPr>
            <p:nvPr/>
          </p:nvPicPr>
          <p:blipFill>
            <a:blip r:embed="R116cebab8c0b4f41"/>
            <a:stretch/>
          </p:blipFill>
          <p:spPr>
            <a:xfrm>
              <a:off x="2390775" y="552450"/>
              <a:ext cx="1733550" cy="1733550"/>
            </a:xfrm>
            <a:prstGeom prst="rect">
              <a:avLst/>
            </a:prstGeom>
          </p:spPr>
        </p:pic>
        <p:sp>
          <p:nvSpPr>
            <p:cNvPr id="36" name="Scientific domain frame">
              <a:extLst>
                <a:ext uri="{FF2B5EF4-FFF2-40B4-BE49-F238E27FC236}">
                  <ns2:creationId id="{39E43310-5F49-412E-BD65-5B899D2540C8}"/>
                </a:ext>
              </a:extLst>
            </p:cNvPr>
            <p:cNvSpPr>
              <a:spLocks noGrp="1"/>
            </p:cNvSpPr>
            <p:nvPr/>
          </p:nvSpPr>
          <p:spPr>
            <a:xfrm>
              <a:off x="2390775" y="552450"/>
              <a:ext cx="1733550" cy="1733550"/>
            </a:xfrm>
            <a:prstGeom prst="rect">
              <a:avLst/>
            </a:prstGeom>
            <a:noFill/>
            <a:ln w="7815">
              <a:solidFill>
                <a:srgbClr val="000000"/>
              </a:solidFill>
            </a:ln>
          </p:spPr>
        </p:sp>
        <p:sp>
          <p:nvSpPr>
            <p:cNvPr id="37" name="A source-to-d projection t12">
              <a:extLst>
                <a:ext uri="{FF2B5EF4-FFF2-40B4-BE49-F238E27FC236}">
                  <ns2:creationId id="{EBC67CD2-F96E-48E3-B263-613C64D12BEF}"/>
                </a:ext>
              </a:extLst>
            </p:cNvPr>
            <p:cNvSpPr>
              <a:spLocks noGrp="1"/>
            </p:cNvSpPr>
            <p:nvPr/>
          </p:nvSpPr>
          <p:spPr>
            <a:xfrm>
              <a:off x="2679700" y="2038985"/>
              <a:ext cx="95" cy="376555"/>
            </a:xfrm>
            <a:custGeom>
              <a:pathLst>
                <a:path w="95" h="490855">
                  <a:moveTo>
                    <a:pt x="0" y="0"/>
                  </a:moveTo>
                  <a:lnTo>
                    <a:pt x="0" y="490855"/>
                  </a:lnTo>
                </a:path>
              </a:pathLst>
            </a:custGeom>
            <a:noFill/>
            <a:ln w="12211">
              <a:solidFill>
                <a:srgbClr val="000000"/>
              </a:solidFill>
              <a:prstDash val="dash"/>
            </a:ln>
          </p:spPr>
        </p:sp>
        <p:sp>
          <p:nvSpPr>
            <p:cNvPr id="38" name="B source-to-d projection t12">
              <a:extLst>
                <a:ext uri="{FF2B5EF4-FFF2-40B4-BE49-F238E27FC236}">
                  <ns2:creationId id="{F2086945-5787-462A-ABB5-BD02D4112D38}"/>
                </a:ext>
              </a:extLst>
            </p:cNvPr>
            <p:cNvSpPr>
              <a:spLocks noGrp="1"/>
            </p:cNvSpPr>
            <p:nvPr/>
          </p:nvSpPr>
          <p:spPr>
            <a:xfrm>
              <a:off x="3076972" y="1296749"/>
              <a:ext cx="95" cy="1102598"/>
            </a:xfrm>
            <a:custGeom>
              <a:pathLst>
                <a:path w="95" h="1216898">
                  <a:moveTo>
                    <a:pt x="0" y="0"/>
                  </a:moveTo>
                  <a:lnTo>
                    <a:pt x="0" y="1216898"/>
                  </a:lnTo>
                </a:path>
              </a:pathLst>
            </a:custGeom>
            <a:noFill/>
            <a:ln w="12211">
              <a:solidFill>
                <a:srgbClr val="000000"/>
              </a:solidFill>
              <a:prstDash val="dash"/>
            </a:ln>
          </p:spPr>
        </p:sp>
        <p:sp>
          <p:nvSpPr>
            <p:cNvPr id="39" name="C source-to-d projection t12">
              <a:extLst>
                <a:ext uri="{FF2B5EF4-FFF2-40B4-BE49-F238E27FC236}">
                  <ns2:creationId id="{2C16E77F-6BB3-4651-950A-2840F92E6AFA}"/>
                </a:ext>
              </a:extLst>
            </p:cNvPr>
            <p:cNvSpPr>
              <a:spLocks noGrp="1"/>
            </p:cNvSpPr>
            <p:nvPr/>
          </p:nvSpPr>
          <p:spPr>
            <a:xfrm>
              <a:off x="3835400" y="915670"/>
              <a:ext cx="95" cy="1467485"/>
            </a:xfrm>
            <a:custGeom>
              <a:pathLst>
                <a:path w="95" h="1581785">
                  <a:moveTo>
                    <a:pt x="0" y="0"/>
                  </a:moveTo>
                  <a:lnTo>
                    <a:pt x="0" y="1581785"/>
                  </a:lnTo>
                </a:path>
              </a:pathLst>
            </a:custGeom>
            <a:noFill/>
            <a:ln w="12211">
              <a:solidFill>
                <a:srgbClr val="000000"/>
              </a:solidFill>
              <a:prstDash val="dash"/>
            </a:ln>
          </p:spPr>
        </p:sp>
        <p:sp>
          <p:nvSpPr>
            <p:cNvPr id="40" name="A source identity marker t12">
              <a:extLst>
                <a:ext uri="{FF2B5EF4-FFF2-40B4-BE49-F238E27FC236}">
                  <ns2:creationId id="{E8D90E5E-D389-45EE-B85E-AFC974D78E85}"/>
                </a:ext>
              </a:extLst>
            </p:cNvPr>
            <p:cNvSpPr>
              <a:spLocks noGrp="1"/>
            </p:cNvSpPr>
            <p:nvPr/>
          </p:nvSpPr>
          <p:spPr>
            <a:xfrm>
              <a:off x="2637790" y="1955165"/>
              <a:ext cx="83820" cy="83820"/>
            </a:xfrm>
            <a:prstGeom prst="ellipse">
              <a:avLst/>
            </a:prstGeom>
            <a:noFill/>
            <a:ln w="19538">
              <a:solidFill>
                <a:srgbClr val="ECE51B"/>
              </a:solidFill>
            </a:ln>
          </p:spPr>
        </p:sp>
        <p:sp>
          <p:nvSpPr>
            <p:cNvPr id="41" name="A black source label t12">
              <a:extLst>
                <a:ext uri="{FF2B5EF4-FFF2-40B4-BE49-F238E27FC236}">
                  <ns2:creationId id="{906FDFDD-B508-476C-B349-F3159BF14C99}"/>
                </a:ext>
              </a:extLst>
            </p:cNvPr>
            <p:cNvSpPr>
              <a:spLocks noGrp="1"/>
            </p:cNvSpPr>
            <p:nvPr/>
          </p:nvSpPr>
          <p:spPr>
            <a:xfrm>
              <a:off x="2774950" y="1749425"/>
              <a:ext cx="257175" cy="238125"/>
            </a:xfrm>
            <a:prstGeom prst="rect">
              <a:avLst/>
            </a:prstGeom>
            <a:noFill/>
            <a:ln w="0">
              <a:noFill/>
            </a:ln>
          </p:spPr>
          <p:txBody>
            <a:bodyPr wrap="none" lIns="0" tIns="0" rIns="0" bIns="0" anchor="ctr">
              <a:noAutofit/>
            </a:bodyPr>
            <a:lstStyle>
              <a:defPPr algn="l">
                <a:defRPr sz="1615" b="1">
                  <a:solidFill>
                    <a:srgbClr val="000000"/>
                  </a:solidFill>
                  <a:latin typeface="Arial"/>
                  <a:ea typeface="Arial"/>
                  <a:cs typeface="Arial"/>
                </a:defRPr>
              </a:defPPr>
              <a:lvl1pPr algn="l">
                <a:defRPr sz="1615" b="1">
                  <a:solidFill>
                    <a:srgbClr val="000000"/>
                  </a:solidFill>
                  <a:latin typeface="Arial"/>
                  <a:ea typeface="Arial"/>
                  <a:cs typeface="Arial"/>
                </a:defRPr>
              </a:lvl1pPr>
              <a:lvl2pPr algn="l">
                <a:defRPr sz="1615" b="1">
                  <a:solidFill>
                    <a:srgbClr val="000000"/>
                  </a:solidFill>
                  <a:latin typeface="Arial"/>
                  <a:ea typeface="Arial"/>
                  <a:cs typeface="Arial"/>
                </a:defRPr>
              </a:lvl2pPr>
              <a:lvl3pPr algn="l">
                <a:defRPr sz="1615" b="1">
                  <a:solidFill>
                    <a:srgbClr val="000000"/>
                  </a:solidFill>
                  <a:latin typeface="Arial"/>
                  <a:ea typeface="Arial"/>
                  <a:cs typeface="Arial"/>
                </a:defRPr>
              </a:lvl3pPr>
              <a:lvl4pPr algn="l">
                <a:defRPr sz="1615" b="1">
                  <a:solidFill>
                    <a:srgbClr val="000000"/>
                  </a:solidFill>
                  <a:latin typeface="Arial"/>
                  <a:ea typeface="Arial"/>
                  <a:cs typeface="Arial"/>
                </a:defRPr>
              </a:lvl4pPr>
              <a:lvl5pPr algn="l">
                <a:defRPr sz="1615" b="1">
                  <a:solidFill>
                    <a:srgbClr val="000000"/>
                  </a:solidFill>
                  <a:latin typeface="Arial"/>
                  <a:ea typeface="Arial"/>
                  <a:cs typeface="Arial"/>
                </a:defRPr>
              </a:lvl5pPr>
              <a:lvl6pPr algn="l">
                <a:defRPr sz="1615" b="1">
                  <a:solidFill>
                    <a:srgbClr val="000000"/>
                  </a:solidFill>
                  <a:latin typeface="Arial"/>
                  <a:ea typeface="Arial"/>
                  <a:cs typeface="Arial"/>
                </a:defRPr>
              </a:lvl6pPr>
              <a:lvl7pPr algn="l">
                <a:defRPr sz="1615" b="1">
                  <a:solidFill>
                    <a:srgbClr val="000000"/>
                  </a:solidFill>
                  <a:latin typeface="Arial"/>
                  <a:ea typeface="Arial"/>
                  <a:cs typeface="Arial"/>
                </a:defRPr>
              </a:lvl7pPr>
              <a:lvl8pPr algn="l">
                <a:defRPr sz="1615" b="1">
                  <a:solidFill>
                    <a:srgbClr val="000000"/>
                  </a:solidFill>
                  <a:latin typeface="Arial"/>
                  <a:ea typeface="Arial"/>
                  <a:cs typeface="Arial"/>
                </a:defRPr>
              </a:lvl8pPr>
              <a:lvl9pPr algn="l">
                <a:defRPr sz="1615" b="1">
                  <a:solidFill>
                    <a:srgbClr val="000000"/>
                  </a:solidFill>
                  <a:latin typeface="Arial"/>
                  <a:ea typeface="Arial"/>
                  <a:cs typeface="Arial"/>
                </a:defRPr>
              </a:lvl9pPr>
            </a:lstStyle>
            <a:p>
              <a:pPr algn="l">
                <a:defRPr sz="1615" b="1">
                  <a:solidFill>
                    <a:srgbClr val="000000"/>
                  </a:solidFill>
                  <a:latin typeface="Arial"/>
                  <a:ea typeface="Arial"/>
                  <a:cs typeface="Arial"/>
                </a:defRPr>
              </a:pPr>
              <a:r>
                <a:rPr sz="1615" b="1">
                  <a:solidFill>
                    <a:srgbClr val="000000"/>
                  </a:solidFill>
                  <a:latin typeface="Arial"/>
                  <a:ea typeface="Arial"/>
                  <a:cs typeface="Arial"/>
                </a:rPr>
                <a:t>A</a:t>
              </a:r>
            </a:p>
          </p:txBody>
        </p:sp>
        <p:sp>
          <p:nvSpPr>
            <p:cNvPr id="42" name="B source identity marker t12">
              <a:extLst>
                <a:ext uri="{FF2B5EF4-FFF2-40B4-BE49-F238E27FC236}">
                  <ns2:creationId id="{85324FDB-C2E3-41CC-9CC5-038BAA57AD49}"/>
                </a:ext>
              </a:extLst>
            </p:cNvPr>
            <p:cNvSpPr>
              <a:spLocks noGrp="1"/>
            </p:cNvSpPr>
            <p:nvPr/>
          </p:nvSpPr>
          <p:spPr>
            <a:xfrm>
              <a:off x="3018869" y="1180544"/>
              <a:ext cx="116205" cy="116205"/>
            </a:xfrm>
            <a:prstGeom prst="ellipse">
              <a:avLst/>
            </a:prstGeom>
            <a:noFill/>
            <a:ln w="19538">
              <a:solidFill>
                <a:srgbClr val="FDE725"/>
              </a:solidFill>
            </a:ln>
          </p:spPr>
        </p:sp>
        <p:sp>
          <p:nvSpPr>
            <p:cNvPr id="43" name="B black source label t12">
              <a:extLst>
                <a:ext uri="{FF2B5EF4-FFF2-40B4-BE49-F238E27FC236}">
                  <ns2:creationId id="{5ED387FF-05E8-4F3F-9FD3-8919C29E07F9}"/>
                </a:ext>
              </a:extLst>
            </p:cNvPr>
            <p:cNvSpPr>
              <a:spLocks noGrp="1"/>
            </p:cNvSpPr>
            <p:nvPr/>
          </p:nvSpPr>
          <p:spPr>
            <a:xfrm>
              <a:off x="3172222" y="990997"/>
              <a:ext cx="257175" cy="238125"/>
            </a:xfrm>
            <a:prstGeom prst="rect">
              <a:avLst/>
            </a:prstGeom>
            <a:noFill/>
            <a:ln w="0">
              <a:noFill/>
            </a:ln>
          </p:spPr>
          <p:txBody>
            <a:bodyPr wrap="none" lIns="0" tIns="0" rIns="0" bIns="0" anchor="ctr">
              <a:noAutofit/>
            </a:bodyPr>
            <a:lstStyle>
              <a:defPPr algn="l">
                <a:defRPr sz="1615" b="1">
                  <a:solidFill>
                    <a:srgbClr val="000000"/>
                  </a:solidFill>
                  <a:latin typeface="Arial"/>
                  <a:ea typeface="Arial"/>
                  <a:cs typeface="Arial"/>
                </a:defRPr>
              </a:defPPr>
              <a:lvl1pPr algn="l">
                <a:defRPr sz="1615" b="1">
                  <a:solidFill>
                    <a:srgbClr val="000000"/>
                  </a:solidFill>
                  <a:latin typeface="Arial"/>
                  <a:ea typeface="Arial"/>
                  <a:cs typeface="Arial"/>
                </a:defRPr>
              </a:lvl1pPr>
              <a:lvl2pPr algn="l">
                <a:defRPr sz="1615" b="1">
                  <a:solidFill>
                    <a:srgbClr val="000000"/>
                  </a:solidFill>
                  <a:latin typeface="Arial"/>
                  <a:ea typeface="Arial"/>
                  <a:cs typeface="Arial"/>
                </a:defRPr>
              </a:lvl2pPr>
              <a:lvl3pPr algn="l">
                <a:defRPr sz="1615" b="1">
                  <a:solidFill>
                    <a:srgbClr val="000000"/>
                  </a:solidFill>
                  <a:latin typeface="Arial"/>
                  <a:ea typeface="Arial"/>
                  <a:cs typeface="Arial"/>
                </a:defRPr>
              </a:lvl3pPr>
              <a:lvl4pPr algn="l">
                <a:defRPr sz="1615" b="1">
                  <a:solidFill>
                    <a:srgbClr val="000000"/>
                  </a:solidFill>
                  <a:latin typeface="Arial"/>
                  <a:ea typeface="Arial"/>
                  <a:cs typeface="Arial"/>
                </a:defRPr>
              </a:lvl4pPr>
              <a:lvl5pPr algn="l">
                <a:defRPr sz="1615" b="1">
                  <a:solidFill>
                    <a:srgbClr val="000000"/>
                  </a:solidFill>
                  <a:latin typeface="Arial"/>
                  <a:ea typeface="Arial"/>
                  <a:cs typeface="Arial"/>
                </a:defRPr>
              </a:lvl5pPr>
              <a:lvl6pPr algn="l">
                <a:defRPr sz="1615" b="1">
                  <a:solidFill>
                    <a:srgbClr val="000000"/>
                  </a:solidFill>
                  <a:latin typeface="Arial"/>
                  <a:ea typeface="Arial"/>
                  <a:cs typeface="Arial"/>
                </a:defRPr>
              </a:lvl6pPr>
              <a:lvl7pPr algn="l">
                <a:defRPr sz="1615" b="1">
                  <a:solidFill>
                    <a:srgbClr val="000000"/>
                  </a:solidFill>
                  <a:latin typeface="Arial"/>
                  <a:ea typeface="Arial"/>
                  <a:cs typeface="Arial"/>
                </a:defRPr>
              </a:lvl7pPr>
              <a:lvl8pPr algn="l">
                <a:defRPr sz="1615" b="1">
                  <a:solidFill>
                    <a:srgbClr val="000000"/>
                  </a:solidFill>
                  <a:latin typeface="Arial"/>
                  <a:ea typeface="Arial"/>
                  <a:cs typeface="Arial"/>
                </a:defRPr>
              </a:lvl8pPr>
              <a:lvl9pPr algn="l">
                <a:defRPr sz="1615" b="1">
                  <a:solidFill>
                    <a:srgbClr val="000000"/>
                  </a:solidFill>
                  <a:latin typeface="Arial"/>
                  <a:ea typeface="Arial"/>
                  <a:cs typeface="Arial"/>
                </a:defRPr>
              </a:lvl9pPr>
            </a:lstStyle>
            <a:p>
              <a:pPr algn="l">
                <a:defRPr sz="1615" b="1">
                  <a:solidFill>
                    <a:srgbClr val="000000"/>
                  </a:solidFill>
                  <a:latin typeface="Arial"/>
                  <a:ea typeface="Arial"/>
                  <a:cs typeface="Arial"/>
                </a:defRPr>
              </a:pPr>
              <a:r>
                <a:rPr sz="1615" b="1">
                  <a:solidFill>
                    <a:srgbClr val="000000"/>
                  </a:solidFill>
                  <a:latin typeface="Arial"/>
                  <a:ea typeface="Arial"/>
                  <a:cs typeface="Arial"/>
                </a:rPr>
                <a:t>B</a:t>
              </a:r>
            </a:p>
          </p:txBody>
        </p:sp>
        <p:sp>
          <p:nvSpPr>
            <p:cNvPr id="44" name="C source identity marker t12">
              <a:extLst>
                <a:ext uri="{FF2B5EF4-FFF2-40B4-BE49-F238E27FC236}">
                  <ns2:creationId id="{EBEAA5E9-B85A-44DE-913A-1A80DE047EF8}"/>
                </a:ext>
              </a:extLst>
            </p:cNvPr>
            <p:cNvSpPr>
              <a:spLocks noGrp="1"/>
            </p:cNvSpPr>
            <p:nvPr/>
          </p:nvSpPr>
          <p:spPr>
            <a:xfrm>
              <a:off x="3761105" y="767080"/>
              <a:ext cx="148590" cy="148590"/>
            </a:xfrm>
            <a:prstGeom prst="ellipse">
              <a:avLst/>
            </a:prstGeom>
            <a:noFill/>
            <a:ln w="19538">
              <a:solidFill>
                <a:srgbClr val="D9E219"/>
              </a:solidFill>
            </a:ln>
          </p:spPr>
        </p:sp>
        <p:sp>
          <p:nvSpPr>
            <p:cNvPr id="45" name="C black source label t12">
              <a:extLst>
                <a:ext uri="{FF2B5EF4-FFF2-40B4-BE49-F238E27FC236}">
                  <ns2:creationId id="{D4AD5297-4191-4078-901D-80F625182B2D}"/>
                </a:ext>
              </a:extLst>
            </p:cNvPr>
            <p:cNvSpPr>
              <a:spLocks noGrp="1"/>
            </p:cNvSpPr>
            <p:nvPr/>
          </p:nvSpPr>
          <p:spPr>
            <a:xfrm>
              <a:off x="3930650" y="593725"/>
              <a:ext cx="257175" cy="238125"/>
            </a:xfrm>
            <a:prstGeom prst="rect">
              <a:avLst/>
            </a:prstGeom>
            <a:noFill/>
            <a:ln w="0">
              <a:noFill/>
            </a:ln>
          </p:spPr>
          <p:txBody>
            <a:bodyPr wrap="none" lIns="0" tIns="0" rIns="0" bIns="0" anchor="ctr">
              <a:noAutofit/>
            </a:bodyPr>
            <a:lstStyle>
              <a:defPPr algn="l">
                <a:defRPr sz="1615" b="1">
                  <a:solidFill>
                    <a:srgbClr val="000000"/>
                  </a:solidFill>
                  <a:latin typeface="Arial"/>
                  <a:ea typeface="Arial"/>
                  <a:cs typeface="Arial"/>
                </a:defRPr>
              </a:defPPr>
              <a:lvl1pPr algn="l">
                <a:defRPr sz="1615" b="1">
                  <a:solidFill>
                    <a:srgbClr val="000000"/>
                  </a:solidFill>
                  <a:latin typeface="Arial"/>
                  <a:ea typeface="Arial"/>
                  <a:cs typeface="Arial"/>
                </a:defRPr>
              </a:lvl1pPr>
              <a:lvl2pPr algn="l">
                <a:defRPr sz="1615" b="1">
                  <a:solidFill>
                    <a:srgbClr val="000000"/>
                  </a:solidFill>
                  <a:latin typeface="Arial"/>
                  <a:ea typeface="Arial"/>
                  <a:cs typeface="Arial"/>
                </a:defRPr>
              </a:lvl2pPr>
              <a:lvl3pPr algn="l">
                <a:defRPr sz="1615" b="1">
                  <a:solidFill>
                    <a:srgbClr val="000000"/>
                  </a:solidFill>
                  <a:latin typeface="Arial"/>
                  <a:ea typeface="Arial"/>
                  <a:cs typeface="Arial"/>
                </a:defRPr>
              </a:lvl3pPr>
              <a:lvl4pPr algn="l">
                <a:defRPr sz="1615" b="1">
                  <a:solidFill>
                    <a:srgbClr val="000000"/>
                  </a:solidFill>
                  <a:latin typeface="Arial"/>
                  <a:ea typeface="Arial"/>
                  <a:cs typeface="Arial"/>
                </a:defRPr>
              </a:lvl4pPr>
              <a:lvl5pPr algn="l">
                <a:defRPr sz="1615" b="1">
                  <a:solidFill>
                    <a:srgbClr val="000000"/>
                  </a:solidFill>
                  <a:latin typeface="Arial"/>
                  <a:ea typeface="Arial"/>
                  <a:cs typeface="Arial"/>
                </a:defRPr>
              </a:lvl5pPr>
              <a:lvl6pPr algn="l">
                <a:defRPr sz="1615" b="1">
                  <a:solidFill>
                    <a:srgbClr val="000000"/>
                  </a:solidFill>
                  <a:latin typeface="Arial"/>
                  <a:ea typeface="Arial"/>
                  <a:cs typeface="Arial"/>
                </a:defRPr>
              </a:lvl6pPr>
              <a:lvl7pPr algn="l">
                <a:defRPr sz="1615" b="1">
                  <a:solidFill>
                    <a:srgbClr val="000000"/>
                  </a:solidFill>
                  <a:latin typeface="Arial"/>
                  <a:ea typeface="Arial"/>
                  <a:cs typeface="Arial"/>
                </a:defRPr>
              </a:lvl7pPr>
              <a:lvl8pPr algn="l">
                <a:defRPr sz="1615" b="1">
                  <a:solidFill>
                    <a:srgbClr val="000000"/>
                  </a:solidFill>
                  <a:latin typeface="Arial"/>
                  <a:ea typeface="Arial"/>
                  <a:cs typeface="Arial"/>
                </a:defRPr>
              </a:lvl8pPr>
              <a:lvl9pPr algn="l">
                <a:defRPr sz="1615" b="1">
                  <a:solidFill>
                    <a:srgbClr val="000000"/>
                  </a:solidFill>
                  <a:latin typeface="Arial"/>
                  <a:ea typeface="Arial"/>
                  <a:cs typeface="Arial"/>
                </a:defRPr>
              </a:lvl9pPr>
            </a:lstStyle>
            <a:p>
              <a:pPr algn="l">
                <a:defRPr sz="1615" b="1">
                  <a:solidFill>
                    <a:srgbClr val="000000"/>
                  </a:solidFill>
                  <a:latin typeface="Arial"/>
                  <a:ea typeface="Arial"/>
                  <a:cs typeface="Arial"/>
                </a:defRPr>
              </a:pPr>
              <a:r>
                <a:rPr sz="1615" b="1">
                  <a:solidFill>
                    <a:srgbClr val="000000"/>
                  </a:solidFill>
                  <a:latin typeface="Arial"/>
                  <a:ea typeface="Arial"/>
                  <a:cs typeface="Arial"/>
                </a:rPr>
                <a:t>C</a:t>
              </a:r>
            </a:p>
          </p:txBody>
        </p:sp>
        <p:sp>
          <p:nvSpPr>
            <p:cNvPr id="46" name="Scientific line">
              <a:extLst>
                <a:ext uri="{FF2B5EF4-FFF2-40B4-BE49-F238E27FC236}">
                  <ns2:creationId id="{95481501-CF8C-42FC-AD58-5371AD5AC99F}"/>
                </a:ext>
              </a:extLst>
            </p:cNvPr>
            <p:cNvSpPr>
              <a:spLocks noGrp="1"/>
            </p:cNvSpPr>
            <p:nvPr/>
          </p:nvSpPr>
          <p:spPr>
            <a:xfrm>
              <a:off x="2390775" y="2457450"/>
              <a:ext cx="1733550" cy="95"/>
            </a:xfrm>
            <a:custGeom>
              <a:pathLst>
                <a:path w="1733550" h="95">
                  <a:moveTo>
                    <a:pt x="0" y="0"/>
                  </a:moveTo>
                  <a:lnTo>
                    <a:pt x="1733550" y="0"/>
                  </a:lnTo>
                </a:path>
              </a:pathLst>
            </a:custGeom>
            <a:noFill/>
            <a:ln w="11723">
              <a:solidFill>
                <a:srgbClr val="000000"/>
              </a:solidFill>
              <a:prstDash val="solid"/>
            </a:ln>
          </p:spPr>
        </p:sp>
        <p:sp>
          <p:nvSpPr>
            <p:cNvPr id="47" name="Scientific line">
              <a:extLst>
                <a:ext uri="{FF2B5EF4-FFF2-40B4-BE49-F238E27FC236}">
                  <ns2:creationId id="{C54CA984-1048-4F95-970E-FB905DB0C13F}"/>
                </a:ext>
              </a:extLst>
            </p:cNvPr>
            <p:cNvSpPr>
              <a:spLocks noGrp="1"/>
            </p:cNvSpPr>
            <p:nvPr/>
          </p:nvSpPr>
          <p:spPr>
            <a:xfrm>
              <a:off x="4067175" y="2428875"/>
              <a:ext cx="57150" cy="28575"/>
            </a:xfrm>
            <a:custGeom>
              <a:pathLst>
                <a:path w="57150" h="28575">
                  <a:moveTo>
                    <a:pt x="0" y="0"/>
                  </a:moveTo>
                  <a:lnTo>
                    <a:pt x="57150" y="28575"/>
                  </a:lnTo>
                </a:path>
              </a:pathLst>
            </a:custGeom>
            <a:noFill/>
            <a:ln w="11723">
              <a:solidFill>
                <a:srgbClr val="000000"/>
              </a:solidFill>
              <a:prstDash val="solid"/>
            </a:ln>
          </p:spPr>
        </p:sp>
        <p:sp>
          <p:nvSpPr>
            <p:cNvPr id="48" name="Scientific line">
              <a:extLst>
                <a:ext uri="{FF2B5EF4-FFF2-40B4-BE49-F238E27FC236}">
                  <ns2:creationId id="{6E7D78D0-C180-457B-A91D-6E4B74785FAA}"/>
                </a:ext>
              </a:extLst>
            </p:cNvPr>
            <p:cNvSpPr>
              <a:spLocks noGrp="1"/>
            </p:cNvSpPr>
            <p:nvPr/>
          </p:nvSpPr>
          <p:spPr>
            <a:xfrm>
              <a:off x="4067175" y="2457450"/>
              <a:ext cx="57150" cy="28575"/>
            </a:xfrm>
            <a:custGeom>
              <a:pathLst>
                <a:path w="57150" h="28575">
                  <a:moveTo>
                    <a:pt x="0" y="28575"/>
                  </a:moveTo>
                  <a:lnTo>
                    <a:pt x="57150" y="0"/>
                  </a:lnTo>
                </a:path>
              </a:pathLst>
            </a:custGeom>
            <a:noFill/>
            <a:ln w="11723">
              <a:solidFill>
                <a:srgbClr val="000000"/>
              </a:solidFill>
              <a:prstDash val="solid"/>
            </a:ln>
          </p:spPr>
        </p:sp>
        <p:sp>
          <p:nvSpPr>
            <p:cNvPr id="49" name="A matching d-axis marker t12">
              <a:extLst>
                <a:ext uri="{FF2B5EF4-FFF2-40B4-BE49-F238E27FC236}">
                  <ns2:creationId id="{DDC6D0AD-AFC6-4945-8B27-C25F4895893E}"/>
                </a:ext>
              </a:extLst>
            </p:cNvPr>
            <p:cNvSpPr>
              <a:spLocks noGrp="1"/>
            </p:cNvSpPr>
            <p:nvPr/>
          </p:nvSpPr>
          <p:spPr>
            <a:xfrm>
              <a:off x="2637790" y="2415540"/>
              <a:ext cx="83820" cy="83820"/>
            </a:xfrm>
            <a:prstGeom prst="ellipse">
              <a:avLst/>
            </a:prstGeom>
            <a:solidFill>
              <a:srgbClr val="ECE51B"/>
            </a:solidFill>
            <a:ln w="19538">
              <a:solidFill>
                <a:srgbClr val="ECE51B"/>
              </a:solidFill>
            </a:ln>
          </p:spPr>
        </p:sp>
        <p:sp>
          <p:nvSpPr>
            <p:cNvPr id="50" name="A">
              <a:extLst>
                <a:ext uri="{FF2B5EF4-FFF2-40B4-BE49-F238E27FC236}">
                  <ns2:creationId id="{4DF4DB4E-1BD6-48C1-BEB5-D03990C1C59F}"/>
                </a:ext>
              </a:extLst>
            </p:cNvPr>
            <p:cNvSpPr>
              <a:spLocks noGrp="1"/>
            </p:cNvSpPr>
            <p:nvPr/>
          </p:nvSpPr>
          <p:spPr>
            <a:xfrm>
              <a:off x="2546350" y="2562225"/>
              <a:ext cx="266700" cy="228600"/>
            </a:xfrm>
            <a:prstGeom prst="rect">
              <a:avLst/>
            </a:prstGeom>
            <a:noFill/>
            <a:ln w="0">
              <a:noFill/>
            </a:ln>
          </p:spPr>
          <p:txBody>
            <a:bodyPr wrap="none" lIns="0" tIns="0" rIns="0" bIns="0" anchor="ctr">
              <a:noAutofit/>
            </a:bodyPr>
            <a:lstStyle>
              <a:defPPr algn="ctr">
                <a:defRPr sz="1538" b="1">
                  <a:solidFill>
                    <a:srgbClr val="000000"/>
                  </a:solidFill>
                  <a:latin typeface="Arial"/>
                  <a:ea typeface="Arial"/>
                  <a:cs typeface="Arial"/>
                </a:defRPr>
              </a:defPPr>
              <a:lvl1pPr algn="ctr">
                <a:defRPr sz="1538" b="1">
                  <a:solidFill>
                    <a:srgbClr val="000000"/>
                  </a:solidFill>
                  <a:latin typeface="Arial"/>
                  <a:ea typeface="Arial"/>
                  <a:cs typeface="Arial"/>
                </a:defRPr>
              </a:lvl1pPr>
              <a:lvl2pPr algn="ctr">
                <a:defRPr sz="1538" b="1">
                  <a:solidFill>
                    <a:srgbClr val="000000"/>
                  </a:solidFill>
                  <a:latin typeface="Arial"/>
                  <a:ea typeface="Arial"/>
                  <a:cs typeface="Arial"/>
                </a:defRPr>
              </a:lvl2pPr>
              <a:lvl3pPr algn="ctr">
                <a:defRPr sz="1538" b="1">
                  <a:solidFill>
                    <a:srgbClr val="000000"/>
                  </a:solidFill>
                  <a:latin typeface="Arial"/>
                  <a:ea typeface="Arial"/>
                  <a:cs typeface="Arial"/>
                </a:defRPr>
              </a:lvl3pPr>
              <a:lvl4pPr algn="ctr">
                <a:defRPr sz="1538" b="1">
                  <a:solidFill>
                    <a:srgbClr val="000000"/>
                  </a:solidFill>
                  <a:latin typeface="Arial"/>
                  <a:ea typeface="Arial"/>
                  <a:cs typeface="Arial"/>
                </a:defRPr>
              </a:lvl4pPr>
              <a:lvl5pPr algn="ctr">
                <a:defRPr sz="1538" b="1">
                  <a:solidFill>
                    <a:srgbClr val="000000"/>
                  </a:solidFill>
                  <a:latin typeface="Arial"/>
                  <a:ea typeface="Arial"/>
                  <a:cs typeface="Arial"/>
                </a:defRPr>
              </a:lvl5pPr>
              <a:lvl6pPr algn="ctr">
                <a:defRPr sz="1538" b="1">
                  <a:solidFill>
                    <a:srgbClr val="000000"/>
                  </a:solidFill>
                  <a:latin typeface="Arial"/>
                  <a:ea typeface="Arial"/>
                  <a:cs typeface="Arial"/>
                </a:defRPr>
              </a:lvl6pPr>
              <a:lvl7pPr algn="ctr">
                <a:defRPr sz="1538" b="1">
                  <a:solidFill>
                    <a:srgbClr val="000000"/>
                  </a:solidFill>
                  <a:latin typeface="Arial"/>
                  <a:ea typeface="Arial"/>
                  <a:cs typeface="Arial"/>
                </a:defRPr>
              </a:lvl7pPr>
              <a:lvl8pPr algn="ctr">
                <a:defRPr sz="1538" b="1">
                  <a:solidFill>
                    <a:srgbClr val="000000"/>
                  </a:solidFill>
                  <a:latin typeface="Arial"/>
                  <a:ea typeface="Arial"/>
                  <a:cs typeface="Arial"/>
                </a:defRPr>
              </a:lvl8pPr>
              <a:lvl9pPr algn="ctr">
                <a:defRPr sz="1538" b="1">
                  <a:solidFill>
                    <a:srgbClr val="000000"/>
                  </a:solidFill>
                  <a:latin typeface="Arial"/>
                  <a:ea typeface="Arial"/>
                  <a:cs typeface="Arial"/>
                </a:defRPr>
              </a:lvl9pPr>
            </a:lstStyle>
            <a:p>
              <a:pPr algn="ctr">
                <a:defRPr sz="1538" b="1">
                  <a:solidFill>
                    <a:srgbClr val="000000"/>
                  </a:solidFill>
                  <a:latin typeface="Arial"/>
                  <a:ea typeface="Arial"/>
                  <a:cs typeface="Arial"/>
                </a:defRPr>
              </a:pPr>
              <a:r>
                <a:rPr sz="1538" b="1">
                  <a:solidFill>
                    <a:srgbClr val="000000"/>
                  </a:solidFill>
                  <a:latin typeface="Arial"/>
                  <a:ea typeface="Arial"/>
                  <a:cs typeface="Arial"/>
                </a:rPr>
                <a:t>A</a:t>
              </a:r>
            </a:p>
          </p:txBody>
        </p:sp>
        <p:sp>
          <p:nvSpPr>
            <p:cNvPr id="51" name="A exact d coordinate t12">
              <a:extLst>
                <a:ext uri="{FF2B5EF4-FFF2-40B4-BE49-F238E27FC236}">
                  <ns2:creationId id="{B59126B6-28EC-4575-AE64-B28DC2B1395F}"/>
                </a:ext>
              </a:extLst>
            </p:cNvPr>
            <p:cNvSpPr>
              <a:spLocks noGrp="1"/>
            </p:cNvSpPr>
            <p:nvPr/>
          </p:nvSpPr>
          <p:spPr>
            <a:xfrm>
              <a:off x="2460625" y="2790825"/>
              <a:ext cx="438150" cy="219075"/>
            </a:xfrm>
            <a:prstGeom prst="rect">
              <a:avLst/>
            </a:prstGeom>
            <a:noFill/>
            <a:ln w="0">
              <a:noFill/>
            </a:ln>
          </p:spPr>
          <p:txBody>
            <a:bodyPr wrap="none" lIns="0" tIns="0" rIns="0" bIns="0" anchor="ctr">
              <a:noAutofit/>
            </a:bodyPr>
            <a:lstStyle>
              <a:defPPr algn="ctr">
                <a:defRPr sz="1385" b="0">
                  <a:solidFill>
                    <a:srgbClr val="000000"/>
                  </a:solidFill>
                  <a:latin typeface="Arial"/>
                  <a:ea typeface="Arial"/>
                  <a:cs typeface="Arial"/>
                </a:defRPr>
              </a:defPPr>
              <a:lvl1pPr algn="ctr">
                <a:defRPr sz="1385" b="0">
                  <a:solidFill>
                    <a:srgbClr val="000000"/>
                  </a:solidFill>
                  <a:latin typeface="Arial"/>
                  <a:ea typeface="Arial"/>
                  <a:cs typeface="Arial"/>
                </a:defRPr>
              </a:lvl1pPr>
              <a:lvl2pPr algn="ctr">
                <a:defRPr sz="1385" b="0">
                  <a:solidFill>
                    <a:srgbClr val="000000"/>
                  </a:solidFill>
                  <a:latin typeface="Arial"/>
                  <a:ea typeface="Arial"/>
                  <a:cs typeface="Arial"/>
                </a:defRPr>
              </a:lvl2pPr>
              <a:lvl3pPr algn="ctr">
                <a:defRPr sz="1385" b="0">
                  <a:solidFill>
                    <a:srgbClr val="000000"/>
                  </a:solidFill>
                  <a:latin typeface="Arial"/>
                  <a:ea typeface="Arial"/>
                  <a:cs typeface="Arial"/>
                </a:defRPr>
              </a:lvl3pPr>
              <a:lvl4pPr algn="ctr">
                <a:defRPr sz="1385" b="0">
                  <a:solidFill>
                    <a:srgbClr val="000000"/>
                  </a:solidFill>
                  <a:latin typeface="Arial"/>
                  <a:ea typeface="Arial"/>
                  <a:cs typeface="Arial"/>
                </a:defRPr>
              </a:lvl4pPr>
              <a:lvl5pPr algn="ctr">
                <a:defRPr sz="1385" b="0">
                  <a:solidFill>
                    <a:srgbClr val="000000"/>
                  </a:solidFill>
                  <a:latin typeface="Arial"/>
                  <a:ea typeface="Arial"/>
                  <a:cs typeface="Arial"/>
                </a:defRPr>
              </a:lvl5pPr>
              <a:lvl6pPr algn="ctr">
                <a:defRPr sz="1385" b="0">
                  <a:solidFill>
                    <a:srgbClr val="000000"/>
                  </a:solidFill>
                  <a:latin typeface="Arial"/>
                  <a:ea typeface="Arial"/>
                  <a:cs typeface="Arial"/>
                </a:defRPr>
              </a:lvl6pPr>
              <a:lvl7pPr algn="ctr">
                <a:defRPr sz="1385" b="0">
                  <a:solidFill>
                    <a:srgbClr val="000000"/>
                  </a:solidFill>
                  <a:latin typeface="Arial"/>
                  <a:ea typeface="Arial"/>
                  <a:cs typeface="Arial"/>
                </a:defRPr>
              </a:lvl7pPr>
              <a:lvl8pPr algn="ctr">
                <a:defRPr sz="1385" b="0">
                  <a:solidFill>
                    <a:srgbClr val="000000"/>
                  </a:solidFill>
                  <a:latin typeface="Arial"/>
                  <a:ea typeface="Arial"/>
                  <a:cs typeface="Arial"/>
                </a:defRPr>
              </a:lvl8pPr>
              <a:lvl9pPr algn="ctr">
                <a:defRPr sz="1385" b="0">
                  <a:solidFill>
                    <a:srgbClr val="000000"/>
                  </a:solidFill>
                  <a:latin typeface="Arial"/>
                  <a:ea typeface="Arial"/>
                  <a:cs typeface="Arial"/>
                </a:defRPr>
              </a:lvl9pPr>
            </a:lstStyle>
            <a:p>
              <a:pPr algn="ctr">
                <a:defRPr sz="1385" b="0">
                  <a:solidFill>
                    <a:srgbClr val="000000"/>
                  </a:solidFill>
                  <a:latin typeface="Arial"/>
                  <a:ea typeface="Arial"/>
                  <a:cs typeface="Arial"/>
                </a:defRPr>
              </a:pPr>
              <a:r>
                <a:rPr sz="1385" b="0">
                  <a:solidFill>
                    <a:srgbClr val="000000"/>
                  </a:solidFill>
                  <a:latin typeface="Arial"/>
                  <a:ea typeface="Arial"/>
                  <a:cs typeface="Arial"/>
                </a:rPr>
                <a:t>20</a:t>
              </a:r>
            </a:p>
          </p:txBody>
        </p:sp>
        <p:sp>
          <p:nvSpPr>
            <p:cNvPr id="52" name="B matching d-axis marker t12">
              <a:extLst>
                <a:ext uri="{FF2B5EF4-FFF2-40B4-BE49-F238E27FC236}">
                  <ns2:creationId id="{7620C5CB-4065-4DF6-87CE-4A6E29E32EB6}"/>
                </a:ext>
              </a:extLst>
            </p:cNvPr>
            <p:cNvSpPr>
              <a:spLocks noGrp="1"/>
            </p:cNvSpPr>
            <p:nvPr/>
          </p:nvSpPr>
          <p:spPr>
            <a:xfrm>
              <a:off x="3018869" y="2399348"/>
              <a:ext cx="116205" cy="116205"/>
            </a:xfrm>
            <a:prstGeom prst="ellipse">
              <a:avLst/>
            </a:prstGeom>
            <a:solidFill>
              <a:srgbClr val="FDE725"/>
            </a:solidFill>
            <a:ln w="19538">
              <a:solidFill>
                <a:srgbClr val="FDE725"/>
              </a:solidFill>
            </a:ln>
          </p:spPr>
        </p:sp>
        <p:sp>
          <p:nvSpPr>
            <p:cNvPr id="53" name="B">
              <a:extLst>
                <a:ext uri="{FF2B5EF4-FFF2-40B4-BE49-F238E27FC236}">
                  <ns2:creationId id="{FA7B9963-3882-40C8-83CC-EF9A3FEFA817}"/>
                </a:ext>
              </a:extLst>
            </p:cNvPr>
            <p:cNvSpPr>
              <a:spLocks noGrp="1"/>
            </p:cNvSpPr>
            <p:nvPr/>
          </p:nvSpPr>
          <p:spPr>
            <a:xfrm>
              <a:off x="2943622" y="2562225"/>
              <a:ext cx="266700" cy="228600"/>
            </a:xfrm>
            <a:prstGeom prst="rect">
              <a:avLst/>
            </a:prstGeom>
            <a:noFill/>
            <a:ln w="0">
              <a:noFill/>
            </a:ln>
          </p:spPr>
          <p:txBody>
            <a:bodyPr wrap="none" lIns="0" tIns="0" rIns="0" bIns="0" anchor="ctr">
              <a:noAutofit/>
            </a:bodyPr>
            <a:lstStyle>
              <a:defPPr algn="ctr">
                <a:defRPr sz="1538" b="1">
                  <a:solidFill>
                    <a:srgbClr val="000000"/>
                  </a:solidFill>
                  <a:latin typeface="Arial"/>
                  <a:ea typeface="Arial"/>
                  <a:cs typeface="Arial"/>
                </a:defRPr>
              </a:defPPr>
              <a:lvl1pPr algn="ctr">
                <a:defRPr sz="1538" b="1">
                  <a:solidFill>
                    <a:srgbClr val="000000"/>
                  </a:solidFill>
                  <a:latin typeface="Arial"/>
                  <a:ea typeface="Arial"/>
                  <a:cs typeface="Arial"/>
                </a:defRPr>
              </a:lvl1pPr>
              <a:lvl2pPr algn="ctr">
                <a:defRPr sz="1538" b="1">
                  <a:solidFill>
                    <a:srgbClr val="000000"/>
                  </a:solidFill>
                  <a:latin typeface="Arial"/>
                  <a:ea typeface="Arial"/>
                  <a:cs typeface="Arial"/>
                </a:defRPr>
              </a:lvl2pPr>
              <a:lvl3pPr algn="ctr">
                <a:defRPr sz="1538" b="1">
                  <a:solidFill>
                    <a:srgbClr val="000000"/>
                  </a:solidFill>
                  <a:latin typeface="Arial"/>
                  <a:ea typeface="Arial"/>
                  <a:cs typeface="Arial"/>
                </a:defRPr>
              </a:lvl3pPr>
              <a:lvl4pPr algn="ctr">
                <a:defRPr sz="1538" b="1">
                  <a:solidFill>
                    <a:srgbClr val="000000"/>
                  </a:solidFill>
                  <a:latin typeface="Arial"/>
                  <a:ea typeface="Arial"/>
                  <a:cs typeface="Arial"/>
                </a:defRPr>
              </a:lvl4pPr>
              <a:lvl5pPr algn="ctr">
                <a:defRPr sz="1538" b="1">
                  <a:solidFill>
                    <a:srgbClr val="000000"/>
                  </a:solidFill>
                  <a:latin typeface="Arial"/>
                  <a:ea typeface="Arial"/>
                  <a:cs typeface="Arial"/>
                </a:defRPr>
              </a:lvl5pPr>
              <a:lvl6pPr algn="ctr">
                <a:defRPr sz="1538" b="1">
                  <a:solidFill>
                    <a:srgbClr val="000000"/>
                  </a:solidFill>
                  <a:latin typeface="Arial"/>
                  <a:ea typeface="Arial"/>
                  <a:cs typeface="Arial"/>
                </a:defRPr>
              </a:lvl6pPr>
              <a:lvl7pPr algn="ctr">
                <a:defRPr sz="1538" b="1">
                  <a:solidFill>
                    <a:srgbClr val="000000"/>
                  </a:solidFill>
                  <a:latin typeface="Arial"/>
                  <a:ea typeface="Arial"/>
                  <a:cs typeface="Arial"/>
                </a:defRPr>
              </a:lvl7pPr>
              <a:lvl8pPr algn="ctr">
                <a:defRPr sz="1538" b="1">
                  <a:solidFill>
                    <a:srgbClr val="000000"/>
                  </a:solidFill>
                  <a:latin typeface="Arial"/>
                  <a:ea typeface="Arial"/>
                  <a:cs typeface="Arial"/>
                </a:defRPr>
              </a:lvl8pPr>
              <a:lvl9pPr algn="ctr">
                <a:defRPr sz="1538" b="1">
                  <a:solidFill>
                    <a:srgbClr val="000000"/>
                  </a:solidFill>
                  <a:latin typeface="Arial"/>
                  <a:ea typeface="Arial"/>
                  <a:cs typeface="Arial"/>
                </a:defRPr>
              </a:lvl9pPr>
            </a:lstStyle>
            <a:p>
              <a:pPr algn="ctr">
                <a:defRPr sz="1538" b="1">
                  <a:solidFill>
                    <a:srgbClr val="000000"/>
                  </a:solidFill>
                  <a:latin typeface="Arial"/>
                  <a:ea typeface="Arial"/>
                  <a:cs typeface="Arial"/>
                </a:defRPr>
              </a:pPr>
              <a:r>
                <a:rPr sz="1538" b="1">
                  <a:solidFill>
                    <a:srgbClr val="000000"/>
                  </a:solidFill>
                  <a:latin typeface="Arial"/>
                  <a:ea typeface="Arial"/>
                  <a:cs typeface="Arial"/>
                </a:rPr>
                <a:t>B</a:t>
              </a:r>
            </a:p>
          </p:txBody>
        </p:sp>
        <p:sp>
          <p:nvSpPr>
            <p:cNvPr id="54" name="B exact d coordinate t12">
              <a:extLst>
                <a:ext uri="{FF2B5EF4-FFF2-40B4-BE49-F238E27FC236}">
                  <ns2:creationId id="{16DC8A7E-D4AC-4A64-82FC-5A586BE62A10}"/>
                </a:ext>
              </a:extLst>
            </p:cNvPr>
            <p:cNvSpPr>
              <a:spLocks noGrp="1"/>
            </p:cNvSpPr>
            <p:nvPr/>
          </p:nvSpPr>
          <p:spPr>
            <a:xfrm>
              <a:off x="2857897" y="2790825"/>
              <a:ext cx="438150" cy="219075"/>
            </a:xfrm>
            <a:prstGeom prst="rect">
              <a:avLst/>
            </a:prstGeom>
            <a:noFill/>
            <a:ln w="0">
              <a:noFill/>
            </a:ln>
          </p:spPr>
          <p:txBody>
            <a:bodyPr wrap="none" lIns="0" tIns="0" rIns="0" bIns="0" anchor="ctr">
              <a:noAutofit/>
            </a:bodyPr>
            <a:lstStyle>
              <a:defPPr algn="ctr">
                <a:defRPr sz="1385" b="0">
                  <a:solidFill>
                    <a:srgbClr val="000000"/>
                  </a:solidFill>
                  <a:latin typeface="Arial"/>
                  <a:ea typeface="Arial"/>
                  <a:cs typeface="Arial"/>
                </a:defRPr>
              </a:defPPr>
              <a:lvl1pPr algn="ctr">
                <a:defRPr sz="1385" b="0">
                  <a:solidFill>
                    <a:srgbClr val="000000"/>
                  </a:solidFill>
                  <a:latin typeface="Arial"/>
                  <a:ea typeface="Arial"/>
                  <a:cs typeface="Arial"/>
                </a:defRPr>
              </a:lvl1pPr>
              <a:lvl2pPr algn="ctr">
                <a:defRPr sz="1385" b="0">
                  <a:solidFill>
                    <a:srgbClr val="000000"/>
                  </a:solidFill>
                  <a:latin typeface="Arial"/>
                  <a:ea typeface="Arial"/>
                  <a:cs typeface="Arial"/>
                </a:defRPr>
              </a:lvl2pPr>
              <a:lvl3pPr algn="ctr">
                <a:defRPr sz="1385" b="0">
                  <a:solidFill>
                    <a:srgbClr val="000000"/>
                  </a:solidFill>
                  <a:latin typeface="Arial"/>
                  <a:ea typeface="Arial"/>
                  <a:cs typeface="Arial"/>
                </a:defRPr>
              </a:lvl3pPr>
              <a:lvl4pPr algn="ctr">
                <a:defRPr sz="1385" b="0">
                  <a:solidFill>
                    <a:srgbClr val="000000"/>
                  </a:solidFill>
                  <a:latin typeface="Arial"/>
                  <a:ea typeface="Arial"/>
                  <a:cs typeface="Arial"/>
                </a:defRPr>
              </a:lvl4pPr>
              <a:lvl5pPr algn="ctr">
                <a:defRPr sz="1385" b="0">
                  <a:solidFill>
                    <a:srgbClr val="000000"/>
                  </a:solidFill>
                  <a:latin typeface="Arial"/>
                  <a:ea typeface="Arial"/>
                  <a:cs typeface="Arial"/>
                </a:defRPr>
              </a:lvl5pPr>
              <a:lvl6pPr algn="ctr">
                <a:defRPr sz="1385" b="0">
                  <a:solidFill>
                    <a:srgbClr val="000000"/>
                  </a:solidFill>
                  <a:latin typeface="Arial"/>
                  <a:ea typeface="Arial"/>
                  <a:cs typeface="Arial"/>
                </a:defRPr>
              </a:lvl6pPr>
              <a:lvl7pPr algn="ctr">
                <a:defRPr sz="1385" b="0">
                  <a:solidFill>
                    <a:srgbClr val="000000"/>
                  </a:solidFill>
                  <a:latin typeface="Arial"/>
                  <a:ea typeface="Arial"/>
                  <a:cs typeface="Arial"/>
                </a:defRPr>
              </a:lvl7pPr>
              <a:lvl8pPr algn="ctr">
                <a:defRPr sz="1385" b="0">
                  <a:solidFill>
                    <a:srgbClr val="000000"/>
                  </a:solidFill>
                  <a:latin typeface="Arial"/>
                  <a:ea typeface="Arial"/>
                  <a:cs typeface="Arial"/>
                </a:defRPr>
              </a:lvl8pPr>
              <a:lvl9pPr algn="ctr">
                <a:defRPr sz="1385" b="0">
                  <a:solidFill>
                    <a:srgbClr val="000000"/>
                  </a:solidFill>
                  <a:latin typeface="Arial"/>
                  <a:ea typeface="Arial"/>
                  <a:cs typeface="Arial"/>
                </a:defRPr>
              </a:lvl9pPr>
            </a:lstStyle>
            <a:p>
              <a:pPr algn="ctr">
                <a:defRPr sz="1385" b="0">
                  <a:solidFill>
                    <a:srgbClr val="000000"/>
                  </a:solidFill>
                  <a:latin typeface="Arial"/>
                  <a:ea typeface="Arial"/>
                  <a:cs typeface="Arial"/>
                </a:defRPr>
              </a:pPr>
              <a:r>
                <a:rPr sz="1385" b="0">
                  <a:solidFill>
                    <a:srgbClr val="000000"/>
                  </a:solidFill>
                  <a:latin typeface="Arial"/>
                  <a:ea typeface="Arial"/>
                  <a:cs typeface="Arial"/>
                </a:rPr>
                <a:t>47.5</a:t>
              </a:r>
            </a:p>
          </p:txBody>
        </p:sp>
        <p:sp>
          <p:nvSpPr>
            <p:cNvPr id="55" name="C matching d-axis marker t12">
              <a:extLst>
                <a:ext uri="{FF2B5EF4-FFF2-40B4-BE49-F238E27FC236}">
                  <ns2:creationId id="{A500D364-947D-41B9-9CCC-5BA5C2D1A7EE}"/>
                </a:ext>
              </a:extLst>
            </p:cNvPr>
            <p:cNvSpPr>
              <a:spLocks noGrp="1"/>
            </p:cNvSpPr>
            <p:nvPr/>
          </p:nvSpPr>
          <p:spPr>
            <a:xfrm>
              <a:off x="3761105" y="2383155"/>
              <a:ext cx="148590" cy="148590"/>
            </a:xfrm>
            <a:prstGeom prst="ellipse">
              <a:avLst/>
            </a:prstGeom>
            <a:solidFill>
              <a:srgbClr val="D9E219"/>
            </a:solidFill>
            <a:ln w="19538">
              <a:solidFill>
                <a:srgbClr val="D9E219"/>
              </a:solidFill>
            </a:ln>
          </p:spPr>
        </p:sp>
        <p:sp>
          <p:nvSpPr>
            <p:cNvPr id="56" name="C">
              <a:extLst>
                <a:ext uri="{FF2B5EF4-FFF2-40B4-BE49-F238E27FC236}">
                  <ns2:creationId id="{DD9A8F90-D671-4D87-A0D5-706890ECA373}"/>
                </a:ext>
              </a:extLst>
            </p:cNvPr>
            <p:cNvSpPr>
              <a:spLocks noGrp="1"/>
            </p:cNvSpPr>
            <p:nvPr/>
          </p:nvSpPr>
          <p:spPr>
            <a:xfrm>
              <a:off x="3702050" y="2562225"/>
              <a:ext cx="266700" cy="228600"/>
            </a:xfrm>
            <a:prstGeom prst="rect">
              <a:avLst/>
            </a:prstGeom>
            <a:noFill/>
            <a:ln w="0">
              <a:noFill/>
            </a:ln>
          </p:spPr>
          <p:txBody>
            <a:bodyPr wrap="none" lIns="0" tIns="0" rIns="0" bIns="0" anchor="ctr">
              <a:noAutofit/>
            </a:bodyPr>
            <a:lstStyle>
              <a:defPPr algn="ctr">
                <a:defRPr sz="1538" b="1">
                  <a:solidFill>
                    <a:srgbClr val="000000"/>
                  </a:solidFill>
                  <a:latin typeface="Arial"/>
                  <a:ea typeface="Arial"/>
                  <a:cs typeface="Arial"/>
                </a:defRPr>
              </a:defPPr>
              <a:lvl1pPr algn="ctr">
                <a:defRPr sz="1538" b="1">
                  <a:solidFill>
                    <a:srgbClr val="000000"/>
                  </a:solidFill>
                  <a:latin typeface="Arial"/>
                  <a:ea typeface="Arial"/>
                  <a:cs typeface="Arial"/>
                </a:defRPr>
              </a:lvl1pPr>
              <a:lvl2pPr algn="ctr">
                <a:defRPr sz="1538" b="1">
                  <a:solidFill>
                    <a:srgbClr val="000000"/>
                  </a:solidFill>
                  <a:latin typeface="Arial"/>
                  <a:ea typeface="Arial"/>
                  <a:cs typeface="Arial"/>
                </a:defRPr>
              </a:lvl2pPr>
              <a:lvl3pPr algn="ctr">
                <a:defRPr sz="1538" b="1">
                  <a:solidFill>
                    <a:srgbClr val="000000"/>
                  </a:solidFill>
                  <a:latin typeface="Arial"/>
                  <a:ea typeface="Arial"/>
                  <a:cs typeface="Arial"/>
                </a:defRPr>
              </a:lvl3pPr>
              <a:lvl4pPr algn="ctr">
                <a:defRPr sz="1538" b="1">
                  <a:solidFill>
                    <a:srgbClr val="000000"/>
                  </a:solidFill>
                  <a:latin typeface="Arial"/>
                  <a:ea typeface="Arial"/>
                  <a:cs typeface="Arial"/>
                </a:defRPr>
              </a:lvl4pPr>
              <a:lvl5pPr algn="ctr">
                <a:defRPr sz="1538" b="1">
                  <a:solidFill>
                    <a:srgbClr val="000000"/>
                  </a:solidFill>
                  <a:latin typeface="Arial"/>
                  <a:ea typeface="Arial"/>
                  <a:cs typeface="Arial"/>
                </a:defRPr>
              </a:lvl5pPr>
              <a:lvl6pPr algn="ctr">
                <a:defRPr sz="1538" b="1">
                  <a:solidFill>
                    <a:srgbClr val="000000"/>
                  </a:solidFill>
                  <a:latin typeface="Arial"/>
                  <a:ea typeface="Arial"/>
                  <a:cs typeface="Arial"/>
                </a:defRPr>
              </a:lvl6pPr>
              <a:lvl7pPr algn="ctr">
                <a:defRPr sz="1538" b="1">
                  <a:solidFill>
                    <a:srgbClr val="000000"/>
                  </a:solidFill>
                  <a:latin typeface="Arial"/>
                  <a:ea typeface="Arial"/>
                  <a:cs typeface="Arial"/>
                </a:defRPr>
              </a:lvl7pPr>
              <a:lvl8pPr algn="ctr">
                <a:defRPr sz="1538" b="1">
                  <a:solidFill>
                    <a:srgbClr val="000000"/>
                  </a:solidFill>
                  <a:latin typeface="Arial"/>
                  <a:ea typeface="Arial"/>
                  <a:cs typeface="Arial"/>
                </a:defRPr>
              </a:lvl8pPr>
              <a:lvl9pPr algn="ctr">
                <a:defRPr sz="1538" b="1">
                  <a:solidFill>
                    <a:srgbClr val="000000"/>
                  </a:solidFill>
                  <a:latin typeface="Arial"/>
                  <a:ea typeface="Arial"/>
                  <a:cs typeface="Arial"/>
                </a:defRPr>
              </a:lvl9pPr>
            </a:lstStyle>
            <a:p>
              <a:pPr algn="ctr">
                <a:defRPr sz="1538" b="1">
                  <a:solidFill>
                    <a:srgbClr val="000000"/>
                  </a:solidFill>
                  <a:latin typeface="Arial"/>
                  <a:ea typeface="Arial"/>
                  <a:cs typeface="Arial"/>
                </a:defRPr>
              </a:pPr>
              <a:r>
                <a:rPr sz="1538" b="1">
                  <a:solidFill>
                    <a:srgbClr val="000000"/>
                  </a:solidFill>
                  <a:latin typeface="Arial"/>
                  <a:ea typeface="Arial"/>
                  <a:cs typeface="Arial"/>
                </a:rPr>
                <a:t>C</a:t>
              </a:r>
            </a:p>
          </p:txBody>
        </p:sp>
        <p:sp>
          <p:nvSpPr>
            <p:cNvPr id="57" name="C exact d coordinate t12">
              <a:extLst>
                <a:ext uri="{FF2B5EF4-FFF2-40B4-BE49-F238E27FC236}">
                  <ns2:creationId id="{8A17F15E-6BF5-458C-BCB9-F09E4C470247}"/>
                </a:ext>
              </a:extLst>
            </p:cNvPr>
            <p:cNvSpPr>
              <a:spLocks noGrp="1"/>
            </p:cNvSpPr>
            <p:nvPr/>
          </p:nvSpPr>
          <p:spPr>
            <a:xfrm>
              <a:off x="3616325" y="2790825"/>
              <a:ext cx="438150" cy="219075"/>
            </a:xfrm>
            <a:prstGeom prst="rect">
              <a:avLst/>
            </a:prstGeom>
            <a:noFill/>
            <a:ln w="0">
              <a:noFill/>
            </a:ln>
          </p:spPr>
          <p:txBody>
            <a:bodyPr wrap="none" lIns="0" tIns="0" rIns="0" bIns="0" anchor="ctr">
              <a:noAutofit/>
            </a:bodyPr>
            <a:lstStyle>
              <a:defPPr algn="ctr">
                <a:defRPr sz="1385" b="0">
                  <a:solidFill>
                    <a:srgbClr val="000000"/>
                  </a:solidFill>
                  <a:latin typeface="Arial"/>
                  <a:ea typeface="Arial"/>
                  <a:cs typeface="Arial"/>
                </a:defRPr>
              </a:defPPr>
              <a:lvl1pPr algn="ctr">
                <a:defRPr sz="1385" b="0">
                  <a:solidFill>
                    <a:srgbClr val="000000"/>
                  </a:solidFill>
                  <a:latin typeface="Arial"/>
                  <a:ea typeface="Arial"/>
                  <a:cs typeface="Arial"/>
                </a:defRPr>
              </a:lvl1pPr>
              <a:lvl2pPr algn="ctr">
                <a:defRPr sz="1385" b="0">
                  <a:solidFill>
                    <a:srgbClr val="000000"/>
                  </a:solidFill>
                  <a:latin typeface="Arial"/>
                  <a:ea typeface="Arial"/>
                  <a:cs typeface="Arial"/>
                </a:defRPr>
              </a:lvl2pPr>
              <a:lvl3pPr algn="ctr">
                <a:defRPr sz="1385" b="0">
                  <a:solidFill>
                    <a:srgbClr val="000000"/>
                  </a:solidFill>
                  <a:latin typeface="Arial"/>
                  <a:ea typeface="Arial"/>
                  <a:cs typeface="Arial"/>
                </a:defRPr>
              </a:lvl3pPr>
              <a:lvl4pPr algn="ctr">
                <a:defRPr sz="1385" b="0">
                  <a:solidFill>
                    <a:srgbClr val="000000"/>
                  </a:solidFill>
                  <a:latin typeface="Arial"/>
                  <a:ea typeface="Arial"/>
                  <a:cs typeface="Arial"/>
                </a:defRPr>
              </a:lvl4pPr>
              <a:lvl5pPr algn="ctr">
                <a:defRPr sz="1385" b="0">
                  <a:solidFill>
                    <a:srgbClr val="000000"/>
                  </a:solidFill>
                  <a:latin typeface="Arial"/>
                  <a:ea typeface="Arial"/>
                  <a:cs typeface="Arial"/>
                </a:defRPr>
              </a:lvl5pPr>
              <a:lvl6pPr algn="ctr">
                <a:defRPr sz="1385" b="0">
                  <a:solidFill>
                    <a:srgbClr val="000000"/>
                  </a:solidFill>
                  <a:latin typeface="Arial"/>
                  <a:ea typeface="Arial"/>
                  <a:cs typeface="Arial"/>
                </a:defRPr>
              </a:lvl6pPr>
              <a:lvl7pPr algn="ctr">
                <a:defRPr sz="1385" b="0">
                  <a:solidFill>
                    <a:srgbClr val="000000"/>
                  </a:solidFill>
                  <a:latin typeface="Arial"/>
                  <a:ea typeface="Arial"/>
                  <a:cs typeface="Arial"/>
                </a:defRPr>
              </a:lvl7pPr>
              <a:lvl8pPr algn="ctr">
                <a:defRPr sz="1385" b="0">
                  <a:solidFill>
                    <a:srgbClr val="000000"/>
                  </a:solidFill>
                  <a:latin typeface="Arial"/>
                  <a:ea typeface="Arial"/>
                  <a:cs typeface="Arial"/>
                </a:defRPr>
              </a:lvl8pPr>
              <a:lvl9pPr algn="ctr">
                <a:defRPr sz="1385" b="0">
                  <a:solidFill>
                    <a:srgbClr val="000000"/>
                  </a:solidFill>
                  <a:latin typeface="Arial"/>
                  <a:ea typeface="Arial"/>
                  <a:cs typeface="Arial"/>
                </a:defRPr>
              </a:lvl9pPr>
            </a:lstStyle>
            <a:p>
              <a:pPr algn="ctr">
                <a:defRPr sz="1385" b="0">
                  <a:solidFill>
                    <a:srgbClr val="000000"/>
                  </a:solidFill>
                  <a:latin typeface="Arial"/>
                  <a:ea typeface="Arial"/>
                  <a:cs typeface="Arial"/>
                </a:defRPr>
              </a:pPr>
              <a:r>
                <a:rPr sz="1385" b="0">
                  <a:solidFill>
                    <a:srgbClr val="000000"/>
                  </a:solidFill>
                  <a:latin typeface="Arial"/>
                  <a:ea typeface="Arial"/>
                  <a:cs typeface="Arial"/>
                </a:rPr>
                <a:t>100</a:t>
              </a:r>
            </a:p>
          </p:txBody>
        </p:sp>
        <p:sp>
          <p:nvSpPr>
            <p:cNvPr id="58" name="t = 25">
              <a:extLst>
                <a:ext uri="{FF2B5EF4-FFF2-40B4-BE49-F238E27FC236}">
                  <ns2:creationId id="{C0FFAA62-7CD2-4C7E-AA62-F5358CF10E3D}"/>
                </a:ext>
              </a:extLst>
            </p:cNvPr>
            <p:cNvSpPr>
              <a:spLocks noGrp="1"/>
            </p:cNvSpPr>
            <p:nvPr/>
          </p:nvSpPr>
          <p:spPr>
            <a:xfrm>
              <a:off x="4352925" y="285750"/>
              <a:ext cx="1733550" cy="238125"/>
            </a:xfrm>
            <a:prstGeom prst="rect">
              <a:avLst/>
            </a:prstGeom>
            <a:noFill/>
            <a:ln w="0">
              <a:noFill/>
            </a:ln>
          </p:spPr>
          <p:txBody>
            <a:bodyPr wrap="none" lIns="0" tIns="0" rIns="0" bIns="0" anchor="ctr">
              <a:noAutofit/>
            </a:bodyPr>
            <a:lstStyle>
              <a:defPPr algn="ctr">
                <a:defRPr sz="1538" b="1">
                  <a:solidFill>
                    <a:srgbClr val="000000"/>
                  </a:solidFill>
                  <a:latin typeface="Arial"/>
                  <a:ea typeface="Arial"/>
                  <a:cs typeface="Arial"/>
                </a:defRPr>
              </a:defPPr>
              <a:lvl1pPr algn="ctr">
                <a:defRPr sz="1538" b="1">
                  <a:solidFill>
                    <a:srgbClr val="000000"/>
                  </a:solidFill>
                  <a:latin typeface="Arial"/>
                  <a:ea typeface="Arial"/>
                  <a:cs typeface="Arial"/>
                </a:defRPr>
              </a:lvl1pPr>
              <a:lvl2pPr algn="ctr">
                <a:defRPr sz="1538" b="1">
                  <a:solidFill>
                    <a:srgbClr val="000000"/>
                  </a:solidFill>
                  <a:latin typeface="Arial"/>
                  <a:ea typeface="Arial"/>
                  <a:cs typeface="Arial"/>
                </a:defRPr>
              </a:lvl2pPr>
              <a:lvl3pPr algn="ctr">
                <a:defRPr sz="1538" b="1">
                  <a:solidFill>
                    <a:srgbClr val="000000"/>
                  </a:solidFill>
                  <a:latin typeface="Arial"/>
                  <a:ea typeface="Arial"/>
                  <a:cs typeface="Arial"/>
                </a:defRPr>
              </a:lvl3pPr>
              <a:lvl4pPr algn="ctr">
                <a:defRPr sz="1538" b="1">
                  <a:solidFill>
                    <a:srgbClr val="000000"/>
                  </a:solidFill>
                  <a:latin typeface="Arial"/>
                  <a:ea typeface="Arial"/>
                  <a:cs typeface="Arial"/>
                </a:defRPr>
              </a:lvl4pPr>
              <a:lvl5pPr algn="ctr">
                <a:defRPr sz="1538" b="1">
                  <a:solidFill>
                    <a:srgbClr val="000000"/>
                  </a:solidFill>
                  <a:latin typeface="Arial"/>
                  <a:ea typeface="Arial"/>
                  <a:cs typeface="Arial"/>
                </a:defRPr>
              </a:lvl5pPr>
              <a:lvl6pPr algn="ctr">
                <a:defRPr sz="1538" b="1">
                  <a:solidFill>
                    <a:srgbClr val="000000"/>
                  </a:solidFill>
                  <a:latin typeface="Arial"/>
                  <a:ea typeface="Arial"/>
                  <a:cs typeface="Arial"/>
                </a:defRPr>
              </a:lvl6pPr>
              <a:lvl7pPr algn="ctr">
                <a:defRPr sz="1538" b="1">
                  <a:solidFill>
                    <a:srgbClr val="000000"/>
                  </a:solidFill>
                  <a:latin typeface="Arial"/>
                  <a:ea typeface="Arial"/>
                  <a:cs typeface="Arial"/>
                </a:defRPr>
              </a:lvl7pPr>
              <a:lvl8pPr algn="ctr">
                <a:defRPr sz="1538" b="1">
                  <a:solidFill>
                    <a:srgbClr val="000000"/>
                  </a:solidFill>
                  <a:latin typeface="Arial"/>
                  <a:ea typeface="Arial"/>
                  <a:cs typeface="Arial"/>
                </a:defRPr>
              </a:lvl8pPr>
              <a:lvl9pPr algn="ctr">
                <a:defRPr sz="1538" b="1">
                  <a:solidFill>
                    <a:srgbClr val="000000"/>
                  </a:solidFill>
                  <a:latin typeface="Arial"/>
                  <a:ea typeface="Arial"/>
                  <a:cs typeface="Arial"/>
                </a:defRPr>
              </a:lvl9pPr>
            </a:lstStyle>
            <a:p>
              <a:pPr algn="ctr">
                <a:defRPr sz="1538" b="1">
                  <a:solidFill>
                    <a:srgbClr val="000000"/>
                  </a:solidFill>
                  <a:latin typeface="Arial"/>
                  <a:ea typeface="Arial"/>
                  <a:cs typeface="Arial"/>
                </a:defRPr>
              </a:pPr>
              <a:r>
                <a:rPr sz="1538" b="1">
                  <a:solidFill>
                    <a:srgbClr val="000000"/>
                  </a:solidFill>
                  <a:latin typeface="Arial"/>
                  <a:ea typeface="Arial"/>
                  <a:cs typeface="Arial"/>
                </a:rPr>
                <a:t>t = 25</a:t>
              </a:r>
            </a:p>
          </p:txBody>
        </p:sp>
        <p:pic>
          <p:nvPicPr>
            <p:cNvPr id="59" name="">
              <a:extLst>
                <a:ext uri="{FF2B5EF4-FFF2-40B4-BE49-F238E27FC236}">
                  <ns2:creationId id="{6B6DA6A1-CB07-4145-882A-A0D804157A29}"/>
                </a:ext>
              </a:extLst>
            </p:cNvPr>
            <p:cNvPicPr>
              <a:picLocks noChangeAspect="1"/>
            </p:cNvPicPr>
            <p:nvPr/>
          </p:nvPicPr>
          <p:blipFill>
            <a:blip r:embed="R0a2037ce2a8e4216"/>
            <a:stretch/>
          </p:blipFill>
          <p:spPr>
            <a:xfrm>
              <a:off x="4352925" y="552450"/>
              <a:ext cx="1733550" cy="1733550"/>
            </a:xfrm>
            <a:prstGeom prst="rect">
              <a:avLst/>
            </a:prstGeom>
          </p:spPr>
        </p:pic>
        <p:sp>
          <p:nvSpPr>
            <p:cNvPr id="60" name="Scientific domain frame">
              <a:extLst>
                <a:ext uri="{FF2B5EF4-FFF2-40B4-BE49-F238E27FC236}">
                  <ns2:creationId id="{3247CE8F-185B-4457-A29A-C782B155F2C3}"/>
                </a:ext>
              </a:extLst>
            </p:cNvPr>
            <p:cNvSpPr>
              <a:spLocks noGrp="1"/>
            </p:cNvSpPr>
            <p:nvPr/>
          </p:nvSpPr>
          <p:spPr>
            <a:xfrm>
              <a:off x="4352925" y="552450"/>
              <a:ext cx="1733550" cy="1733550"/>
            </a:xfrm>
            <a:prstGeom prst="rect">
              <a:avLst/>
            </a:prstGeom>
            <a:noFill/>
            <a:ln w="7815">
              <a:solidFill>
                <a:srgbClr val="000000"/>
              </a:solidFill>
            </a:ln>
          </p:spPr>
        </p:sp>
        <p:sp>
          <p:nvSpPr>
            <p:cNvPr id="61" name="A source-to-d projection t25">
              <a:extLst>
                <a:ext uri="{FF2B5EF4-FFF2-40B4-BE49-F238E27FC236}">
                  <ns2:creationId id="{24E12C18-1AEA-42C4-8360-5D30FDED12EE}"/>
                </a:ext>
              </a:extLst>
            </p:cNvPr>
            <p:cNvSpPr>
              <a:spLocks noGrp="1"/>
            </p:cNvSpPr>
            <p:nvPr/>
          </p:nvSpPr>
          <p:spPr>
            <a:xfrm>
              <a:off x="4641850" y="2038985"/>
              <a:ext cx="95" cy="376555"/>
            </a:xfrm>
            <a:custGeom>
              <a:pathLst>
                <a:path w="95" h="490855">
                  <a:moveTo>
                    <a:pt x="0" y="0"/>
                  </a:moveTo>
                  <a:lnTo>
                    <a:pt x="0" y="490855"/>
                  </a:lnTo>
                </a:path>
              </a:pathLst>
            </a:custGeom>
            <a:noFill/>
            <a:ln w="12211">
              <a:solidFill>
                <a:srgbClr val="000000"/>
              </a:solidFill>
              <a:prstDash val="dash"/>
            </a:ln>
          </p:spPr>
        </p:sp>
        <p:sp>
          <p:nvSpPr>
            <p:cNvPr id="62" name="B source-to-d projection t25">
              <a:extLst>
                <a:ext uri="{FF2B5EF4-FFF2-40B4-BE49-F238E27FC236}">
                  <ns2:creationId id="{26092C2F-B075-46C4-91D6-CE020C6A0CCE}"/>
                </a:ext>
              </a:extLst>
            </p:cNvPr>
            <p:cNvSpPr>
              <a:spLocks noGrp="1"/>
            </p:cNvSpPr>
            <p:nvPr/>
          </p:nvSpPr>
          <p:spPr>
            <a:xfrm>
              <a:off x="5161915" y="1419543"/>
              <a:ext cx="95" cy="979805"/>
            </a:xfrm>
            <a:custGeom>
              <a:pathLst>
                <a:path w="95" h="1094105">
                  <a:moveTo>
                    <a:pt x="0" y="0"/>
                  </a:moveTo>
                  <a:lnTo>
                    <a:pt x="0" y="1094105"/>
                  </a:lnTo>
                </a:path>
              </a:pathLst>
            </a:custGeom>
            <a:noFill/>
            <a:ln w="12211">
              <a:solidFill>
                <a:srgbClr val="000000"/>
              </a:solidFill>
              <a:prstDash val="dash"/>
            </a:ln>
          </p:spPr>
        </p:sp>
        <p:sp>
          <p:nvSpPr>
            <p:cNvPr id="63" name="C source-to-d projection t25">
              <a:extLst>
                <a:ext uri="{FF2B5EF4-FFF2-40B4-BE49-F238E27FC236}">
                  <ns2:creationId id="{56CD667A-A20C-433C-972F-13FDC83BC859}"/>
                </a:ext>
              </a:extLst>
            </p:cNvPr>
            <p:cNvSpPr>
              <a:spLocks noGrp="1"/>
            </p:cNvSpPr>
            <p:nvPr/>
          </p:nvSpPr>
          <p:spPr>
            <a:xfrm>
              <a:off x="5797550" y="915670"/>
              <a:ext cx="95" cy="1467485"/>
            </a:xfrm>
            <a:custGeom>
              <a:pathLst>
                <a:path w="95" h="1581785">
                  <a:moveTo>
                    <a:pt x="0" y="0"/>
                  </a:moveTo>
                  <a:lnTo>
                    <a:pt x="0" y="1581785"/>
                  </a:lnTo>
                </a:path>
              </a:pathLst>
            </a:custGeom>
            <a:noFill/>
            <a:ln w="12211">
              <a:solidFill>
                <a:srgbClr val="000000"/>
              </a:solidFill>
              <a:prstDash val="dash"/>
            </a:ln>
          </p:spPr>
        </p:sp>
        <p:sp>
          <p:nvSpPr>
            <p:cNvPr id="64" name="A source identity marker t25">
              <a:extLst>
                <a:ext uri="{FF2B5EF4-FFF2-40B4-BE49-F238E27FC236}">
                  <ns2:creationId id="{3DFD2DE1-F014-487E-9AE5-A30C2FC4C48D}"/>
                </a:ext>
              </a:extLst>
            </p:cNvPr>
            <p:cNvSpPr>
              <a:spLocks noGrp="1"/>
            </p:cNvSpPr>
            <p:nvPr/>
          </p:nvSpPr>
          <p:spPr>
            <a:xfrm>
              <a:off x="4599940" y="1955165"/>
              <a:ext cx="83820" cy="83820"/>
            </a:xfrm>
            <a:prstGeom prst="ellipse">
              <a:avLst/>
            </a:prstGeom>
            <a:noFill/>
            <a:ln w="19538">
              <a:solidFill>
                <a:srgbClr val="ECE51B"/>
              </a:solidFill>
            </a:ln>
          </p:spPr>
        </p:sp>
        <p:sp>
          <p:nvSpPr>
            <p:cNvPr id="65" name="A black source label t25">
              <a:extLst>
                <a:ext uri="{FF2B5EF4-FFF2-40B4-BE49-F238E27FC236}">
                  <ns2:creationId id="{C0669B35-FF11-4B7C-B457-A0498C877D24}"/>
                </a:ext>
              </a:extLst>
            </p:cNvPr>
            <p:cNvSpPr>
              <a:spLocks noGrp="1"/>
            </p:cNvSpPr>
            <p:nvPr/>
          </p:nvSpPr>
          <p:spPr>
            <a:xfrm>
              <a:off x="4737100" y="1749425"/>
              <a:ext cx="257175" cy="238125"/>
            </a:xfrm>
            <a:prstGeom prst="rect">
              <a:avLst/>
            </a:prstGeom>
            <a:noFill/>
            <a:ln w="0">
              <a:noFill/>
            </a:ln>
          </p:spPr>
          <p:txBody>
            <a:bodyPr wrap="none" lIns="0" tIns="0" rIns="0" bIns="0" anchor="ctr">
              <a:noAutofit/>
            </a:bodyPr>
            <a:lstStyle>
              <a:defPPr algn="l">
                <a:defRPr sz="1615" b="1">
                  <a:solidFill>
                    <a:srgbClr val="000000"/>
                  </a:solidFill>
                  <a:latin typeface="Arial"/>
                  <a:ea typeface="Arial"/>
                  <a:cs typeface="Arial"/>
                </a:defRPr>
              </a:defPPr>
              <a:lvl1pPr algn="l">
                <a:defRPr sz="1615" b="1">
                  <a:solidFill>
                    <a:srgbClr val="000000"/>
                  </a:solidFill>
                  <a:latin typeface="Arial"/>
                  <a:ea typeface="Arial"/>
                  <a:cs typeface="Arial"/>
                </a:defRPr>
              </a:lvl1pPr>
              <a:lvl2pPr algn="l">
                <a:defRPr sz="1615" b="1">
                  <a:solidFill>
                    <a:srgbClr val="000000"/>
                  </a:solidFill>
                  <a:latin typeface="Arial"/>
                  <a:ea typeface="Arial"/>
                  <a:cs typeface="Arial"/>
                </a:defRPr>
              </a:lvl2pPr>
              <a:lvl3pPr algn="l">
                <a:defRPr sz="1615" b="1">
                  <a:solidFill>
                    <a:srgbClr val="000000"/>
                  </a:solidFill>
                  <a:latin typeface="Arial"/>
                  <a:ea typeface="Arial"/>
                  <a:cs typeface="Arial"/>
                </a:defRPr>
              </a:lvl3pPr>
              <a:lvl4pPr algn="l">
                <a:defRPr sz="1615" b="1">
                  <a:solidFill>
                    <a:srgbClr val="000000"/>
                  </a:solidFill>
                  <a:latin typeface="Arial"/>
                  <a:ea typeface="Arial"/>
                  <a:cs typeface="Arial"/>
                </a:defRPr>
              </a:lvl4pPr>
              <a:lvl5pPr algn="l">
                <a:defRPr sz="1615" b="1">
                  <a:solidFill>
                    <a:srgbClr val="000000"/>
                  </a:solidFill>
                  <a:latin typeface="Arial"/>
                  <a:ea typeface="Arial"/>
                  <a:cs typeface="Arial"/>
                </a:defRPr>
              </a:lvl5pPr>
              <a:lvl6pPr algn="l">
                <a:defRPr sz="1615" b="1">
                  <a:solidFill>
                    <a:srgbClr val="000000"/>
                  </a:solidFill>
                  <a:latin typeface="Arial"/>
                  <a:ea typeface="Arial"/>
                  <a:cs typeface="Arial"/>
                </a:defRPr>
              </a:lvl6pPr>
              <a:lvl7pPr algn="l">
                <a:defRPr sz="1615" b="1">
                  <a:solidFill>
                    <a:srgbClr val="000000"/>
                  </a:solidFill>
                  <a:latin typeface="Arial"/>
                  <a:ea typeface="Arial"/>
                  <a:cs typeface="Arial"/>
                </a:defRPr>
              </a:lvl7pPr>
              <a:lvl8pPr algn="l">
                <a:defRPr sz="1615" b="1">
                  <a:solidFill>
                    <a:srgbClr val="000000"/>
                  </a:solidFill>
                  <a:latin typeface="Arial"/>
                  <a:ea typeface="Arial"/>
                  <a:cs typeface="Arial"/>
                </a:defRPr>
              </a:lvl8pPr>
              <a:lvl9pPr algn="l">
                <a:defRPr sz="1615" b="1">
                  <a:solidFill>
                    <a:srgbClr val="000000"/>
                  </a:solidFill>
                  <a:latin typeface="Arial"/>
                  <a:ea typeface="Arial"/>
                  <a:cs typeface="Arial"/>
                </a:defRPr>
              </a:lvl9pPr>
            </a:lstStyle>
            <a:p>
              <a:pPr algn="l">
                <a:defRPr sz="1615" b="1">
                  <a:solidFill>
                    <a:srgbClr val="000000"/>
                  </a:solidFill>
                  <a:latin typeface="Arial"/>
                  <a:ea typeface="Arial"/>
                  <a:cs typeface="Arial"/>
                </a:defRPr>
              </a:pPr>
              <a:r>
                <a:rPr sz="1615" b="1">
                  <a:solidFill>
                    <a:srgbClr val="000000"/>
                  </a:solidFill>
                  <a:latin typeface="Arial"/>
                  <a:ea typeface="Arial"/>
                  <a:cs typeface="Arial"/>
                </a:rPr>
                <a:t>A</a:t>
              </a:r>
            </a:p>
          </p:txBody>
        </p:sp>
        <p:sp>
          <p:nvSpPr>
            <p:cNvPr id="66" name="B source identity marker t25">
              <a:extLst>
                <a:ext uri="{FF2B5EF4-FFF2-40B4-BE49-F238E27FC236}">
                  <ns2:creationId id="{EEAE0B9B-12F9-41E4-8753-DD684840D75F}"/>
                </a:ext>
              </a:extLst>
            </p:cNvPr>
            <p:cNvSpPr>
              <a:spLocks noGrp="1"/>
            </p:cNvSpPr>
            <p:nvPr/>
          </p:nvSpPr>
          <p:spPr>
            <a:xfrm>
              <a:off x="5103813" y="1303338"/>
              <a:ext cx="116205" cy="116205"/>
            </a:xfrm>
            <a:prstGeom prst="ellipse">
              <a:avLst/>
            </a:prstGeom>
            <a:noFill/>
            <a:ln w="19538">
              <a:solidFill>
                <a:srgbClr val="FDE725"/>
              </a:solidFill>
            </a:ln>
          </p:spPr>
        </p:sp>
        <p:sp>
          <p:nvSpPr>
            <p:cNvPr id="67" name="B black source label t25">
              <a:extLst>
                <a:ext uri="{FF2B5EF4-FFF2-40B4-BE49-F238E27FC236}">
                  <ns2:creationId id="{B963B77F-6B8B-40F5-B201-1946C6411EFA}"/>
                </a:ext>
              </a:extLst>
            </p:cNvPr>
            <p:cNvSpPr>
              <a:spLocks noGrp="1"/>
            </p:cNvSpPr>
            <p:nvPr/>
          </p:nvSpPr>
          <p:spPr>
            <a:xfrm>
              <a:off x="5257165" y="1113790"/>
              <a:ext cx="257175" cy="238125"/>
            </a:xfrm>
            <a:prstGeom prst="rect">
              <a:avLst/>
            </a:prstGeom>
            <a:noFill/>
            <a:ln w="0">
              <a:noFill/>
            </a:ln>
          </p:spPr>
          <p:txBody>
            <a:bodyPr wrap="none" lIns="0" tIns="0" rIns="0" bIns="0" anchor="ctr">
              <a:noAutofit/>
            </a:bodyPr>
            <a:lstStyle>
              <a:defPPr algn="l">
                <a:defRPr sz="1615" b="1">
                  <a:solidFill>
                    <a:srgbClr val="000000"/>
                  </a:solidFill>
                  <a:latin typeface="Arial"/>
                  <a:ea typeface="Arial"/>
                  <a:cs typeface="Arial"/>
                </a:defRPr>
              </a:defPPr>
              <a:lvl1pPr algn="l">
                <a:defRPr sz="1615" b="1">
                  <a:solidFill>
                    <a:srgbClr val="000000"/>
                  </a:solidFill>
                  <a:latin typeface="Arial"/>
                  <a:ea typeface="Arial"/>
                  <a:cs typeface="Arial"/>
                </a:defRPr>
              </a:lvl1pPr>
              <a:lvl2pPr algn="l">
                <a:defRPr sz="1615" b="1">
                  <a:solidFill>
                    <a:srgbClr val="000000"/>
                  </a:solidFill>
                  <a:latin typeface="Arial"/>
                  <a:ea typeface="Arial"/>
                  <a:cs typeface="Arial"/>
                </a:defRPr>
              </a:lvl2pPr>
              <a:lvl3pPr algn="l">
                <a:defRPr sz="1615" b="1">
                  <a:solidFill>
                    <a:srgbClr val="000000"/>
                  </a:solidFill>
                  <a:latin typeface="Arial"/>
                  <a:ea typeface="Arial"/>
                  <a:cs typeface="Arial"/>
                </a:defRPr>
              </a:lvl3pPr>
              <a:lvl4pPr algn="l">
                <a:defRPr sz="1615" b="1">
                  <a:solidFill>
                    <a:srgbClr val="000000"/>
                  </a:solidFill>
                  <a:latin typeface="Arial"/>
                  <a:ea typeface="Arial"/>
                  <a:cs typeface="Arial"/>
                </a:defRPr>
              </a:lvl4pPr>
              <a:lvl5pPr algn="l">
                <a:defRPr sz="1615" b="1">
                  <a:solidFill>
                    <a:srgbClr val="000000"/>
                  </a:solidFill>
                  <a:latin typeface="Arial"/>
                  <a:ea typeface="Arial"/>
                  <a:cs typeface="Arial"/>
                </a:defRPr>
              </a:lvl5pPr>
              <a:lvl6pPr algn="l">
                <a:defRPr sz="1615" b="1">
                  <a:solidFill>
                    <a:srgbClr val="000000"/>
                  </a:solidFill>
                  <a:latin typeface="Arial"/>
                  <a:ea typeface="Arial"/>
                  <a:cs typeface="Arial"/>
                </a:defRPr>
              </a:lvl6pPr>
              <a:lvl7pPr algn="l">
                <a:defRPr sz="1615" b="1">
                  <a:solidFill>
                    <a:srgbClr val="000000"/>
                  </a:solidFill>
                  <a:latin typeface="Arial"/>
                  <a:ea typeface="Arial"/>
                  <a:cs typeface="Arial"/>
                </a:defRPr>
              </a:lvl7pPr>
              <a:lvl8pPr algn="l">
                <a:defRPr sz="1615" b="1">
                  <a:solidFill>
                    <a:srgbClr val="000000"/>
                  </a:solidFill>
                  <a:latin typeface="Arial"/>
                  <a:ea typeface="Arial"/>
                  <a:cs typeface="Arial"/>
                </a:defRPr>
              </a:lvl8pPr>
              <a:lvl9pPr algn="l">
                <a:defRPr sz="1615" b="1">
                  <a:solidFill>
                    <a:srgbClr val="000000"/>
                  </a:solidFill>
                  <a:latin typeface="Arial"/>
                  <a:ea typeface="Arial"/>
                  <a:cs typeface="Arial"/>
                </a:defRPr>
              </a:lvl9pPr>
            </a:lstStyle>
            <a:p>
              <a:pPr algn="l">
                <a:defRPr sz="1615" b="1">
                  <a:solidFill>
                    <a:srgbClr val="000000"/>
                  </a:solidFill>
                  <a:latin typeface="Arial"/>
                  <a:ea typeface="Arial"/>
                  <a:cs typeface="Arial"/>
                </a:defRPr>
              </a:pPr>
              <a:r>
                <a:rPr sz="1615" b="1">
                  <a:solidFill>
                    <a:srgbClr val="000000"/>
                  </a:solidFill>
                  <a:latin typeface="Arial"/>
                  <a:ea typeface="Arial"/>
                  <a:cs typeface="Arial"/>
                </a:rPr>
                <a:t>B</a:t>
              </a:r>
            </a:p>
          </p:txBody>
        </p:sp>
        <p:sp>
          <p:nvSpPr>
            <p:cNvPr id="68" name="C source identity marker t25">
              <a:extLst>
                <a:ext uri="{FF2B5EF4-FFF2-40B4-BE49-F238E27FC236}">
                  <ns2:creationId id="{665F310D-E1B7-4495-89DF-271E69C6AA43}"/>
                </a:ext>
              </a:extLst>
            </p:cNvPr>
            <p:cNvSpPr>
              <a:spLocks noGrp="1"/>
            </p:cNvSpPr>
            <p:nvPr/>
          </p:nvSpPr>
          <p:spPr>
            <a:xfrm>
              <a:off x="5723255" y="767080"/>
              <a:ext cx="148590" cy="148590"/>
            </a:xfrm>
            <a:prstGeom prst="ellipse">
              <a:avLst/>
            </a:prstGeom>
            <a:noFill/>
            <a:ln w="19538">
              <a:solidFill>
                <a:srgbClr val="D9E219"/>
              </a:solidFill>
            </a:ln>
          </p:spPr>
        </p:sp>
        <p:sp>
          <p:nvSpPr>
            <p:cNvPr id="69" name="C black source label t25">
              <a:extLst>
                <a:ext uri="{FF2B5EF4-FFF2-40B4-BE49-F238E27FC236}">
                  <ns2:creationId id="{194F0FAB-C443-41F3-8739-CE95AA8D3E77}"/>
                </a:ext>
              </a:extLst>
            </p:cNvPr>
            <p:cNvSpPr>
              <a:spLocks noGrp="1"/>
            </p:cNvSpPr>
            <p:nvPr/>
          </p:nvSpPr>
          <p:spPr>
            <a:xfrm>
              <a:off x="5892800" y="593725"/>
              <a:ext cx="257175" cy="238125"/>
            </a:xfrm>
            <a:prstGeom prst="rect">
              <a:avLst/>
            </a:prstGeom>
            <a:noFill/>
            <a:ln w="0">
              <a:noFill/>
            </a:ln>
          </p:spPr>
          <p:txBody>
            <a:bodyPr wrap="none" lIns="0" tIns="0" rIns="0" bIns="0" anchor="ctr">
              <a:noAutofit/>
            </a:bodyPr>
            <a:lstStyle>
              <a:defPPr algn="l">
                <a:defRPr sz="1615" b="1">
                  <a:solidFill>
                    <a:srgbClr val="000000"/>
                  </a:solidFill>
                  <a:latin typeface="Arial"/>
                  <a:ea typeface="Arial"/>
                  <a:cs typeface="Arial"/>
                </a:defRPr>
              </a:defPPr>
              <a:lvl1pPr algn="l">
                <a:defRPr sz="1615" b="1">
                  <a:solidFill>
                    <a:srgbClr val="000000"/>
                  </a:solidFill>
                  <a:latin typeface="Arial"/>
                  <a:ea typeface="Arial"/>
                  <a:cs typeface="Arial"/>
                </a:defRPr>
              </a:lvl1pPr>
              <a:lvl2pPr algn="l">
                <a:defRPr sz="1615" b="1">
                  <a:solidFill>
                    <a:srgbClr val="000000"/>
                  </a:solidFill>
                  <a:latin typeface="Arial"/>
                  <a:ea typeface="Arial"/>
                  <a:cs typeface="Arial"/>
                </a:defRPr>
              </a:lvl2pPr>
              <a:lvl3pPr algn="l">
                <a:defRPr sz="1615" b="1">
                  <a:solidFill>
                    <a:srgbClr val="000000"/>
                  </a:solidFill>
                  <a:latin typeface="Arial"/>
                  <a:ea typeface="Arial"/>
                  <a:cs typeface="Arial"/>
                </a:defRPr>
              </a:lvl3pPr>
              <a:lvl4pPr algn="l">
                <a:defRPr sz="1615" b="1">
                  <a:solidFill>
                    <a:srgbClr val="000000"/>
                  </a:solidFill>
                  <a:latin typeface="Arial"/>
                  <a:ea typeface="Arial"/>
                  <a:cs typeface="Arial"/>
                </a:defRPr>
              </a:lvl4pPr>
              <a:lvl5pPr algn="l">
                <a:defRPr sz="1615" b="1">
                  <a:solidFill>
                    <a:srgbClr val="000000"/>
                  </a:solidFill>
                  <a:latin typeface="Arial"/>
                  <a:ea typeface="Arial"/>
                  <a:cs typeface="Arial"/>
                </a:defRPr>
              </a:lvl5pPr>
              <a:lvl6pPr algn="l">
                <a:defRPr sz="1615" b="1">
                  <a:solidFill>
                    <a:srgbClr val="000000"/>
                  </a:solidFill>
                  <a:latin typeface="Arial"/>
                  <a:ea typeface="Arial"/>
                  <a:cs typeface="Arial"/>
                </a:defRPr>
              </a:lvl6pPr>
              <a:lvl7pPr algn="l">
                <a:defRPr sz="1615" b="1">
                  <a:solidFill>
                    <a:srgbClr val="000000"/>
                  </a:solidFill>
                  <a:latin typeface="Arial"/>
                  <a:ea typeface="Arial"/>
                  <a:cs typeface="Arial"/>
                </a:defRPr>
              </a:lvl7pPr>
              <a:lvl8pPr algn="l">
                <a:defRPr sz="1615" b="1">
                  <a:solidFill>
                    <a:srgbClr val="000000"/>
                  </a:solidFill>
                  <a:latin typeface="Arial"/>
                  <a:ea typeface="Arial"/>
                  <a:cs typeface="Arial"/>
                </a:defRPr>
              </a:lvl8pPr>
              <a:lvl9pPr algn="l">
                <a:defRPr sz="1615" b="1">
                  <a:solidFill>
                    <a:srgbClr val="000000"/>
                  </a:solidFill>
                  <a:latin typeface="Arial"/>
                  <a:ea typeface="Arial"/>
                  <a:cs typeface="Arial"/>
                </a:defRPr>
              </a:lvl9pPr>
            </a:lstStyle>
            <a:p>
              <a:pPr algn="l">
                <a:defRPr sz="1615" b="1">
                  <a:solidFill>
                    <a:srgbClr val="000000"/>
                  </a:solidFill>
                  <a:latin typeface="Arial"/>
                  <a:ea typeface="Arial"/>
                  <a:cs typeface="Arial"/>
                </a:defRPr>
              </a:pPr>
              <a:r>
                <a:rPr sz="1615" b="1">
                  <a:solidFill>
                    <a:srgbClr val="000000"/>
                  </a:solidFill>
                  <a:latin typeface="Arial"/>
                  <a:ea typeface="Arial"/>
                  <a:cs typeface="Arial"/>
                </a:rPr>
                <a:t>C</a:t>
              </a:r>
            </a:p>
          </p:txBody>
        </p:sp>
        <p:sp>
          <p:nvSpPr>
            <p:cNvPr id="70" name="Scientific line">
              <a:extLst>
                <a:ext uri="{FF2B5EF4-FFF2-40B4-BE49-F238E27FC236}">
                  <ns2:creationId id="{8EEDA1C2-A75E-4EE0-920F-0020168740DF}"/>
                </a:ext>
              </a:extLst>
            </p:cNvPr>
            <p:cNvSpPr>
              <a:spLocks noGrp="1"/>
            </p:cNvSpPr>
            <p:nvPr/>
          </p:nvSpPr>
          <p:spPr>
            <a:xfrm>
              <a:off x="4352925" y="2457450"/>
              <a:ext cx="1733550" cy="95"/>
            </a:xfrm>
            <a:custGeom>
              <a:pathLst>
                <a:path w="1733550" h="95">
                  <a:moveTo>
                    <a:pt x="0" y="0"/>
                  </a:moveTo>
                  <a:lnTo>
                    <a:pt x="1733550" y="0"/>
                  </a:lnTo>
                </a:path>
              </a:pathLst>
            </a:custGeom>
            <a:noFill/>
            <a:ln w="11723">
              <a:solidFill>
                <a:srgbClr val="000000"/>
              </a:solidFill>
              <a:prstDash val="solid"/>
            </a:ln>
          </p:spPr>
        </p:sp>
        <p:sp>
          <p:nvSpPr>
            <p:cNvPr id="71" name="Scientific line">
              <a:extLst>
                <a:ext uri="{FF2B5EF4-FFF2-40B4-BE49-F238E27FC236}">
                  <ns2:creationId id="{58833A71-4C84-47A6-819A-BB87928A6BC0}"/>
                </a:ext>
              </a:extLst>
            </p:cNvPr>
            <p:cNvSpPr>
              <a:spLocks noGrp="1"/>
            </p:cNvSpPr>
            <p:nvPr/>
          </p:nvSpPr>
          <p:spPr>
            <a:xfrm>
              <a:off x="6029325" y="2428875"/>
              <a:ext cx="57150" cy="28575"/>
            </a:xfrm>
            <a:custGeom>
              <a:pathLst>
                <a:path w="57150" h="28575">
                  <a:moveTo>
                    <a:pt x="0" y="0"/>
                  </a:moveTo>
                  <a:lnTo>
                    <a:pt x="57150" y="28575"/>
                  </a:lnTo>
                </a:path>
              </a:pathLst>
            </a:custGeom>
            <a:noFill/>
            <a:ln w="11723">
              <a:solidFill>
                <a:srgbClr val="000000"/>
              </a:solidFill>
              <a:prstDash val="solid"/>
            </a:ln>
          </p:spPr>
        </p:sp>
        <p:sp>
          <p:nvSpPr>
            <p:cNvPr id="72" name="Scientific line">
              <a:extLst>
                <a:ext uri="{FF2B5EF4-FFF2-40B4-BE49-F238E27FC236}">
                  <ns2:creationId id="{2E3EF124-5690-495E-BDA4-9045EAB630B3}"/>
                </a:ext>
              </a:extLst>
            </p:cNvPr>
            <p:cNvSpPr>
              <a:spLocks noGrp="1"/>
            </p:cNvSpPr>
            <p:nvPr/>
          </p:nvSpPr>
          <p:spPr>
            <a:xfrm>
              <a:off x="6029325" y="2457450"/>
              <a:ext cx="57150" cy="28575"/>
            </a:xfrm>
            <a:custGeom>
              <a:pathLst>
                <a:path w="57150" h="28575">
                  <a:moveTo>
                    <a:pt x="0" y="28575"/>
                  </a:moveTo>
                  <a:lnTo>
                    <a:pt x="57150" y="0"/>
                  </a:lnTo>
                </a:path>
              </a:pathLst>
            </a:custGeom>
            <a:noFill/>
            <a:ln w="11723">
              <a:solidFill>
                <a:srgbClr val="000000"/>
              </a:solidFill>
              <a:prstDash val="solid"/>
            </a:ln>
          </p:spPr>
        </p:sp>
        <p:sp>
          <p:nvSpPr>
            <p:cNvPr id="73" name="A matching d-axis marker t25">
              <a:extLst>
                <a:ext uri="{FF2B5EF4-FFF2-40B4-BE49-F238E27FC236}">
                  <ns2:creationId id="{A62688CD-8756-419A-930C-F44D7E86E60D}"/>
                </a:ext>
              </a:extLst>
            </p:cNvPr>
            <p:cNvSpPr>
              <a:spLocks noGrp="1"/>
            </p:cNvSpPr>
            <p:nvPr/>
          </p:nvSpPr>
          <p:spPr>
            <a:xfrm>
              <a:off x="4599940" y="2415540"/>
              <a:ext cx="83820" cy="83820"/>
            </a:xfrm>
            <a:prstGeom prst="ellipse">
              <a:avLst/>
            </a:prstGeom>
            <a:solidFill>
              <a:srgbClr val="ECE51B"/>
            </a:solidFill>
            <a:ln w="19538">
              <a:solidFill>
                <a:srgbClr val="ECE51B"/>
              </a:solidFill>
            </a:ln>
          </p:spPr>
        </p:sp>
        <p:sp>
          <p:nvSpPr>
            <p:cNvPr id="74" name="A">
              <a:extLst>
                <a:ext uri="{FF2B5EF4-FFF2-40B4-BE49-F238E27FC236}">
                  <ns2:creationId id="{016BB404-5E16-4DF7-8345-198539FEF125}"/>
                </a:ext>
              </a:extLst>
            </p:cNvPr>
            <p:cNvSpPr>
              <a:spLocks noGrp="1"/>
            </p:cNvSpPr>
            <p:nvPr/>
          </p:nvSpPr>
          <p:spPr>
            <a:xfrm>
              <a:off x="4508500" y="2562225"/>
              <a:ext cx="266700" cy="228600"/>
            </a:xfrm>
            <a:prstGeom prst="rect">
              <a:avLst/>
            </a:prstGeom>
            <a:noFill/>
            <a:ln w="0">
              <a:noFill/>
            </a:ln>
          </p:spPr>
          <p:txBody>
            <a:bodyPr wrap="none" lIns="0" tIns="0" rIns="0" bIns="0" anchor="ctr">
              <a:noAutofit/>
            </a:bodyPr>
            <a:lstStyle>
              <a:defPPr algn="ctr">
                <a:defRPr sz="1538" b="1">
                  <a:solidFill>
                    <a:srgbClr val="000000"/>
                  </a:solidFill>
                  <a:latin typeface="Arial"/>
                  <a:ea typeface="Arial"/>
                  <a:cs typeface="Arial"/>
                </a:defRPr>
              </a:defPPr>
              <a:lvl1pPr algn="ctr">
                <a:defRPr sz="1538" b="1">
                  <a:solidFill>
                    <a:srgbClr val="000000"/>
                  </a:solidFill>
                  <a:latin typeface="Arial"/>
                  <a:ea typeface="Arial"/>
                  <a:cs typeface="Arial"/>
                </a:defRPr>
              </a:lvl1pPr>
              <a:lvl2pPr algn="ctr">
                <a:defRPr sz="1538" b="1">
                  <a:solidFill>
                    <a:srgbClr val="000000"/>
                  </a:solidFill>
                  <a:latin typeface="Arial"/>
                  <a:ea typeface="Arial"/>
                  <a:cs typeface="Arial"/>
                </a:defRPr>
              </a:lvl2pPr>
              <a:lvl3pPr algn="ctr">
                <a:defRPr sz="1538" b="1">
                  <a:solidFill>
                    <a:srgbClr val="000000"/>
                  </a:solidFill>
                  <a:latin typeface="Arial"/>
                  <a:ea typeface="Arial"/>
                  <a:cs typeface="Arial"/>
                </a:defRPr>
              </a:lvl3pPr>
              <a:lvl4pPr algn="ctr">
                <a:defRPr sz="1538" b="1">
                  <a:solidFill>
                    <a:srgbClr val="000000"/>
                  </a:solidFill>
                  <a:latin typeface="Arial"/>
                  <a:ea typeface="Arial"/>
                  <a:cs typeface="Arial"/>
                </a:defRPr>
              </a:lvl4pPr>
              <a:lvl5pPr algn="ctr">
                <a:defRPr sz="1538" b="1">
                  <a:solidFill>
                    <a:srgbClr val="000000"/>
                  </a:solidFill>
                  <a:latin typeface="Arial"/>
                  <a:ea typeface="Arial"/>
                  <a:cs typeface="Arial"/>
                </a:defRPr>
              </a:lvl5pPr>
              <a:lvl6pPr algn="ctr">
                <a:defRPr sz="1538" b="1">
                  <a:solidFill>
                    <a:srgbClr val="000000"/>
                  </a:solidFill>
                  <a:latin typeface="Arial"/>
                  <a:ea typeface="Arial"/>
                  <a:cs typeface="Arial"/>
                </a:defRPr>
              </a:lvl6pPr>
              <a:lvl7pPr algn="ctr">
                <a:defRPr sz="1538" b="1">
                  <a:solidFill>
                    <a:srgbClr val="000000"/>
                  </a:solidFill>
                  <a:latin typeface="Arial"/>
                  <a:ea typeface="Arial"/>
                  <a:cs typeface="Arial"/>
                </a:defRPr>
              </a:lvl7pPr>
              <a:lvl8pPr algn="ctr">
                <a:defRPr sz="1538" b="1">
                  <a:solidFill>
                    <a:srgbClr val="000000"/>
                  </a:solidFill>
                  <a:latin typeface="Arial"/>
                  <a:ea typeface="Arial"/>
                  <a:cs typeface="Arial"/>
                </a:defRPr>
              </a:lvl8pPr>
              <a:lvl9pPr algn="ctr">
                <a:defRPr sz="1538" b="1">
                  <a:solidFill>
                    <a:srgbClr val="000000"/>
                  </a:solidFill>
                  <a:latin typeface="Arial"/>
                  <a:ea typeface="Arial"/>
                  <a:cs typeface="Arial"/>
                </a:defRPr>
              </a:lvl9pPr>
            </a:lstStyle>
            <a:p>
              <a:pPr algn="ctr">
                <a:defRPr sz="1538" b="1">
                  <a:solidFill>
                    <a:srgbClr val="000000"/>
                  </a:solidFill>
                  <a:latin typeface="Arial"/>
                  <a:ea typeface="Arial"/>
                  <a:cs typeface="Arial"/>
                </a:defRPr>
              </a:pPr>
              <a:r>
                <a:rPr sz="1538" b="1">
                  <a:solidFill>
                    <a:srgbClr val="000000"/>
                  </a:solidFill>
                  <a:latin typeface="Arial"/>
                  <a:ea typeface="Arial"/>
                  <a:cs typeface="Arial"/>
                </a:rPr>
                <a:t>A</a:t>
              </a:r>
            </a:p>
          </p:txBody>
        </p:sp>
        <p:sp>
          <p:nvSpPr>
            <p:cNvPr id="75" name="A exact d coordinate t25">
              <a:extLst>
                <a:ext uri="{FF2B5EF4-FFF2-40B4-BE49-F238E27FC236}">
                  <ns2:creationId id="{A48E8C62-0E0A-4582-85A0-DF8C26C4AE7D}"/>
                </a:ext>
              </a:extLst>
            </p:cNvPr>
            <p:cNvSpPr>
              <a:spLocks noGrp="1"/>
            </p:cNvSpPr>
            <p:nvPr/>
          </p:nvSpPr>
          <p:spPr>
            <a:xfrm>
              <a:off x="4422775" y="2790825"/>
              <a:ext cx="438150" cy="219075"/>
            </a:xfrm>
            <a:prstGeom prst="rect">
              <a:avLst/>
            </a:prstGeom>
            <a:noFill/>
            <a:ln w="0">
              <a:noFill/>
            </a:ln>
          </p:spPr>
          <p:txBody>
            <a:bodyPr wrap="none" lIns="0" tIns="0" rIns="0" bIns="0" anchor="ctr">
              <a:noAutofit/>
            </a:bodyPr>
            <a:lstStyle>
              <a:defPPr algn="ctr">
                <a:defRPr sz="1385" b="0">
                  <a:solidFill>
                    <a:srgbClr val="000000"/>
                  </a:solidFill>
                  <a:latin typeface="Arial"/>
                  <a:ea typeface="Arial"/>
                  <a:cs typeface="Arial"/>
                </a:defRPr>
              </a:defPPr>
              <a:lvl1pPr algn="ctr">
                <a:defRPr sz="1385" b="0">
                  <a:solidFill>
                    <a:srgbClr val="000000"/>
                  </a:solidFill>
                  <a:latin typeface="Arial"/>
                  <a:ea typeface="Arial"/>
                  <a:cs typeface="Arial"/>
                </a:defRPr>
              </a:lvl1pPr>
              <a:lvl2pPr algn="ctr">
                <a:defRPr sz="1385" b="0">
                  <a:solidFill>
                    <a:srgbClr val="000000"/>
                  </a:solidFill>
                  <a:latin typeface="Arial"/>
                  <a:ea typeface="Arial"/>
                  <a:cs typeface="Arial"/>
                </a:defRPr>
              </a:lvl2pPr>
              <a:lvl3pPr algn="ctr">
                <a:defRPr sz="1385" b="0">
                  <a:solidFill>
                    <a:srgbClr val="000000"/>
                  </a:solidFill>
                  <a:latin typeface="Arial"/>
                  <a:ea typeface="Arial"/>
                  <a:cs typeface="Arial"/>
                </a:defRPr>
              </a:lvl3pPr>
              <a:lvl4pPr algn="ctr">
                <a:defRPr sz="1385" b="0">
                  <a:solidFill>
                    <a:srgbClr val="000000"/>
                  </a:solidFill>
                  <a:latin typeface="Arial"/>
                  <a:ea typeface="Arial"/>
                  <a:cs typeface="Arial"/>
                </a:defRPr>
              </a:lvl4pPr>
              <a:lvl5pPr algn="ctr">
                <a:defRPr sz="1385" b="0">
                  <a:solidFill>
                    <a:srgbClr val="000000"/>
                  </a:solidFill>
                  <a:latin typeface="Arial"/>
                  <a:ea typeface="Arial"/>
                  <a:cs typeface="Arial"/>
                </a:defRPr>
              </a:lvl5pPr>
              <a:lvl6pPr algn="ctr">
                <a:defRPr sz="1385" b="0">
                  <a:solidFill>
                    <a:srgbClr val="000000"/>
                  </a:solidFill>
                  <a:latin typeface="Arial"/>
                  <a:ea typeface="Arial"/>
                  <a:cs typeface="Arial"/>
                </a:defRPr>
              </a:lvl6pPr>
              <a:lvl7pPr algn="ctr">
                <a:defRPr sz="1385" b="0">
                  <a:solidFill>
                    <a:srgbClr val="000000"/>
                  </a:solidFill>
                  <a:latin typeface="Arial"/>
                  <a:ea typeface="Arial"/>
                  <a:cs typeface="Arial"/>
                </a:defRPr>
              </a:lvl7pPr>
              <a:lvl8pPr algn="ctr">
                <a:defRPr sz="1385" b="0">
                  <a:solidFill>
                    <a:srgbClr val="000000"/>
                  </a:solidFill>
                  <a:latin typeface="Arial"/>
                  <a:ea typeface="Arial"/>
                  <a:cs typeface="Arial"/>
                </a:defRPr>
              </a:lvl8pPr>
              <a:lvl9pPr algn="ctr">
                <a:defRPr sz="1385" b="0">
                  <a:solidFill>
                    <a:srgbClr val="000000"/>
                  </a:solidFill>
                  <a:latin typeface="Arial"/>
                  <a:ea typeface="Arial"/>
                  <a:cs typeface="Arial"/>
                </a:defRPr>
              </a:lvl9pPr>
            </a:lstStyle>
            <a:p>
              <a:pPr algn="ctr">
                <a:defRPr sz="1385" b="0">
                  <a:solidFill>
                    <a:srgbClr val="000000"/>
                  </a:solidFill>
                  <a:latin typeface="Arial"/>
                  <a:ea typeface="Arial"/>
                  <a:cs typeface="Arial"/>
                </a:defRPr>
              </a:pPr>
              <a:r>
                <a:rPr sz="1385" b="0">
                  <a:solidFill>
                    <a:srgbClr val="000000"/>
                  </a:solidFill>
                  <a:latin typeface="Arial"/>
                  <a:ea typeface="Arial"/>
                  <a:cs typeface="Arial"/>
                </a:rPr>
                <a:t>20</a:t>
              </a:r>
            </a:p>
          </p:txBody>
        </p:sp>
        <p:sp>
          <p:nvSpPr>
            <p:cNvPr id="76" name="B matching d-axis marker t25">
              <a:extLst>
                <a:ext uri="{FF2B5EF4-FFF2-40B4-BE49-F238E27FC236}">
                  <ns2:creationId id="{4B0BA1F8-FCFE-44C6-BEE0-F6AAB3E7F051}"/>
                </a:ext>
              </a:extLst>
            </p:cNvPr>
            <p:cNvSpPr>
              <a:spLocks noGrp="1"/>
            </p:cNvSpPr>
            <p:nvPr/>
          </p:nvSpPr>
          <p:spPr>
            <a:xfrm>
              <a:off x="5103813" y="2399348"/>
              <a:ext cx="116205" cy="116205"/>
            </a:xfrm>
            <a:prstGeom prst="ellipse">
              <a:avLst/>
            </a:prstGeom>
            <a:solidFill>
              <a:srgbClr val="FDE725"/>
            </a:solidFill>
            <a:ln w="19538">
              <a:solidFill>
                <a:srgbClr val="FDE725"/>
              </a:solidFill>
            </a:ln>
          </p:spPr>
        </p:sp>
        <p:sp>
          <p:nvSpPr>
            <p:cNvPr id="77" name="B">
              <a:extLst>
                <a:ext uri="{FF2B5EF4-FFF2-40B4-BE49-F238E27FC236}">
                  <ns2:creationId id="{C336C9E2-6884-4A6F-9F71-F67922054260}"/>
                </a:ext>
              </a:extLst>
            </p:cNvPr>
            <p:cNvSpPr>
              <a:spLocks noGrp="1"/>
            </p:cNvSpPr>
            <p:nvPr/>
          </p:nvSpPr>
          <p:spPr>
            <a:xfrm>
              <a:off x="5028565" y="2562225"/>
              <a:ext cx="266700" cy="228600"/>
            </a:xfrm>
            <a:prstGeom prst="rect">
              <a:avLst/>
            </a:prstGeom>
            <a:noFill/>
            <a:ln w="0">
              <a:noFill/>
            </a:ln>
          </p:spPr>
          <p:txBody>
            <a:bodyPr wrap="none" lIns="0" tIns="0" rIns="0" bIns="0" anchor="ctr">
              <a:noAutofit/>
            </a:bodyPr>
            <a:lstStyle>
              <a:defPPr algn="ctr">
                <a:defRPr sz="1538" b="1">
                  <a:solidFill>
                    <a:srgbClr val="000000"/>
                  </a:solidFill>
                  <a:latin typeface="Arial"/>
                  <a:ea typeface="Arial"/>
                  <a:cs typeface="Arial"/>
                </a:defRPr>
              </a:defPPr>
              <a:lvl1pPr algn="ctr">
                <a:defRPr sz="1538" b="1">
                  <a:solidFill>
                    <a:srgbClr val="000000"/>
                  </a:solidFill>
                  <a:latin typeface="Arial"/>
                  <a:ea typeface="Arial"/>
                  <a:cs typeface="Arial"/>
                </a:defRPr>
              </a:lvl1pPr>
              <a:lvl2pPr algn="ctr">
                <a:defRPr sz="1538" b="1">
                  <a:solidFill>
                    <a:srgbClr val="000000"/>
                  </a:solidFill>
                  <a:latin typeface="Arial"/>
                  <a:ea typeface="Arial"/>
                  <a:cs typeface="Arial"/>
                </a:defRPr>
              </a:lvl2pPr>
              <a:lvl3pPr algn="ctr">
                <a:defRPr sz="1538" b="1">
                  <a:solidFill>
                    <a:srgbClr val="000000"/>
                  </a:solidFill>
                  <a:latin typeface="Arial"/>
                  <a:ea typeface="Arial"/>
                  <a:cs typeface="Arial"/>
                </a:defRPr>
              </a:lvl3pPr>
              <a:lvl4pPr algn="ctr">
                <a:defRPr sz="1538" b="1">
                  <a:solidFill>
                    <a:srgbClr val="000000"/>
                  </a:solidFill>
                  <a:latin typeface="Arial"/>
                  <a:ea typeface="Arial"/>
                  <a:cs typeface="Arial"/>
                </a:defRPr>
              </a:lvl4pPr>
              <a:lvl5pPr algn="ctr">
                <a:defRPr sz="1538" b="1">
                  <a:solidFill>
                    <a:srgbClr val="000000"/>
                  </a:solidFill>
                  <a:latin typeface="Arial"/>
                  <a:ea typeface="Arial"/>
                  <a:cs typeface="Arial"/>
                </a:defRPr>
              </a:lvl5pPr>
              <a:lvl6pPr algn="ctr">
                <a:defRPr sz="1538" b="1">
                  <a:solidFill>
                    <a:srgbClr val="000000"/>
                  </a:solidFill>
                  <a:latin typeface="Arial"/>
                  <a:ea typeface="Arial"/>
                  <a:cs typeface="Arial"/>
                </a:defRPr>
              </a:lvl6pPr>
              <a:lvl7pPr algn="ctr">
                <a:defRPr sz="1538" b="1">
                  <a:solidFill>
                    <a:srgbClr val="000000"/>
                  </a:solidFill>
                  <a:latin typeface="Arial"/>
                  <a:ea typeface="Arial"/>
                  <a:cs typeface="Arial"/>
                </a:defRPr>
              </a:lvl7pPr>
              <a:lvl8pPr algn="ctr">
                <a:defRPr sz="1538" b="1">
                  <a:solidFill>
                    <a:srgbClr val="000000"/>
                  </a:solidFill>
                  <a:latin typeface="Arial"/>
                  <a:ea typeface="Arial"/>
                  <a:cs typeface="Arial"/>
                </a:defRPr>
              </a:lvl8pPr>
              <a:lvl9pPr algn="ctr">
                <a:defRPr sz="1538" b="1">
                  <a:solidFill>
                    <a:srgbClr val="000000"/>
                  </a:solidFill>
                  <a:latin typeface="Arial"/>
                  <a:ea typeface="Arial"/>
                  <a:cs typeface="Arial"/>
                </a:defRPr>
              </a:lvl9pPr>
            </a:lstStyle>
            <a:p>
              <a:pPr algn="ctr">
                <a:defRPr sz="1538" b="1">
                  <a:solidFill>
                    <a:srgbClr val="000000"/>
                  </a:solidFill>
                  <a:latin typeface="Arial"/>
                  <a:ea typeface="Arial"/>
                  <a:cs typeface="Arial"/>
                </a:defRPr>
              </a:pPr>
              <a:r>
                <a:rPr sz="1538" b="1">
                  <a:solidFill>
                    <a:srgbClr val="000000"/>
                  </a:solidFill>
                  <a:latin typeface="Arial"/>
                  <a:ea typeface="Arial"/>
                  <a:cs typeface="Arial"/>
                </a:rPr>
                <a:t>B</a:t>
              </a:r>
            </a:p>
          </p:txBody>
        </p:sp>
        <p:sp>
          <p:nvSpPr>
            <p:cNvPr id="78" name="B exact d coordinate t25">
              <a:extLst>
                <a:ext uri="{FF2B5EF4-FFF2-40B4-BE49-F238E27FC236}">
                  <ns2:creationId id="{B2934A00-2906-4034-9422-D39991E07CFF}"/>
                </a:ext>
              </a:extLst>
            </p:cNvPr>
            <p:cNvSpPr>
              <a:spLocks noGrp="1"/>
            </p:cNvSpPr>
            <p:nvPr/>
          </p:nvSpPr>
          <p:spPr>
            <a:xfrm>
              <a:off x="4942840" y="2790825"/>
              <a:ext cx="438150" cy="219075"/>
            </a:xfrm>
            <a:prstGeom prst="rect">
              <a:avLst/>
            </a:prstGeom>
            <a:noFill/>
            <a:ln w="0">
              <a:noFill/>
            </a:ln>
          </p:spPr>
          <p:txBody>
            <a:bodyPr wrap="none" lIns="0" tIns="0" rIns="0" bIns="0" anchor="ctr">
              <a:noAutofit/>
            </a:bodyPr>
            <a:lstStyle>
              <a:defPPr algn="ctr">
                <a:defRPr sz="1385" b="0">
                  <a:solidFill>
                    <a:srgbClr val="000000"/>
                  </a:solidFill>
                  <a:latin typeface="Arial"/>
                  <a:ea typeface="Arial"/>
                  <a:cs typeface="Arial"/>
                </a:defRPr>
              </a:defPPr>
              <a:lvl1pPr algn="ctr">
                <a:defRPr sz="1385" b="0">
                  <a:solidFill>
                    <a:srgbClr val="000000"/>
                  </a:solidFill>
                  <a:latin typeface="Arial"/>
                  <a:ea typeface="Arial"/>
                  <a:cs typeface="Arial"/>
                </a:defRPr>
              </a:lvl1pPr>
              <a:lvl2pPr algn="ctr">
                <a:defRPr sz="1385" b="0">
                  <a:solidFill>
                    <a:srgbClr val="000000"/>
                  </a:solidFill>
                  <a:latin typeface="Arial"/>
                  <a:ea typeface="Arial"/>
                  <a:cs typeface="Arial"/>
                </a:defRPr>
              </a:lvl2pPr>
              <a:lvl3pPr algn="ctr">
                <a:defRPr sz="1385" b="0">
                  <a:solidFill>
                    <a:srgbClr val="000000"/>
                  </a:solidFill>
                  <a:latin typeface="Arial"/>
                  <a:ea typeface="Arial"/>
                  <a:cs typeface="Arial"/>
                </a:defRPr>
              </a:lvl3pPr>
              <a:lvl4pPr algn="ctr">
                <a:defRPr sz="1385" b="0">
                  <a:solidFill>
                    <a:srgbClr val="000000"/>
                  </a:solidFill>
                  <a:latin typeface="Arial"/>
                  <a:ea typeface="Arial"/>
                  <a:cs typeface="Arial"/>
                </a:defRPr>
              </a:lvl4pPr>
              <a:lvl5pPr algn="ctr">
                <a:defRPr sz="1385" b="0">
                  <a:solidFill>
                    <a:srgbClr val="000000"/>
                  </a:solidFill>
                  <a:latin typeface="Arial"/>
                  <a:ea typeface="Arial"/>
                  <a:cs typeface="Arial"/>
                </a:defRPr>
              </a:lvl5pPr>
              <a:lvl6pPr algn="ctr">
                <a:defRPr sz="1385" b="0">
                  <a:solidFill>
                    <a:srgbClr val="000000"/>
                  </a:solidFill>
                  <a:latin typeface="Arial"/>
                  <a:ea typeface="Arial"/>
                  <a:cs typeface="Arial"/>
                </a:defRPr>
              </a:lvl6pPr>
              <a:lvl7pPr algn="ctr">
                <a:defRPr sz="1385" b="0">
                  <a:solidFill>
                    <a:srgbClr val="000000"/>
                  </a:solidFill>
                  <a:latin typeface="Arial"/>
                  <a:ea typeface="Arial"/>
                  <a:cs typeface="Arial"/>
                </a:defRPr>
              </a:lvl7pPr>
              <a:lvl8pPr algn="ctr">
                <a:defRPr sz="1385" b="0">
                  <a:solidFill>
                    <a:srgbClr val="000000"/>
                  </a:solidFill>
                  <a:latin typeface="Arial"/>
                  <a:ea typeface="Arial"/>
                  <a:cs typeface="Arial"/>
                </a:defRPr>
              </a:lvl8pPr>
              <a:lvl9pPr algn="ctr">
                <a:defRPr sz="1385" b="0">
                  <a:solidFill>
                    <a:srgbClr val="000000"/>
                  </a:solidFill>
                  <a:latin typeface="Arial"/>
                  <a:ea typeface="Arial"/>
                  <a:cs typeface="Arial"/>
                </a:defRPr>
              </a:lvl9pPr>
            </a:lstStyle>
            <a:p>
              <a:pPr algn="ctr">
                <a:defRPr sz="1385" b="0">
                  <a:solidFill>
                    <a:srgbClr val="000000"/>
                  </a:solidFill>
                  <a:latin typeface="Arial"/>
                  <a:ea typeface="Arial"/>
                  <a:cs typeface="Arial"/>
                </a:defRPr>
              </a:pPr>
              <a:r>
                <a:rPr sz="1385" b="0">
                  <a:solidFill>
                    <a:srgbClr val="000000"/>
                  </a:solidFill>
                  <a:latin typeface="Arial"/>
                  <a:ea typeface="Arial"/>
                  <a:cs typeface="Arial"/>
                </a:rPr>
                <a:t>56</a:t>
              </a:r>
            </a:p>
          </p:txBody>
        </p:sp>
        <p:sp>
          <p:nvSpPr>
            <p:cNvPr id="79" name="C matching d-axis marker t25">
              <a:extLst>
                <a:ext uri="{FF2B5EF4-FFF2-40B4-BE49-F238E27FC236}">
                  <ns2:creationId id="{5623B52F-0156-4878-B160-7603A054AC86}"/>
                </a:ext>
              </a:extLst>
            </p:cNvPr>
            <p:cNvSpPr>
              <a:spLocks noGrp="1"/>
            </p:cNvSpPr>
            <p:nvPr/>
          </p:nvSpPr>
          <p:spPr>
            <a:xfrm>
              <a:off x="5723255" y="2383155"/>
              <a:ext cx="148590" cy="148590"/>
            </a:xfrm>
            <a:prstGeom prst="ellipse">
              <a:avLst/>
            </a:prstGeom>
            <a:solidFill>
              <a:srgbClr val="D9E219"/>
            </a:solidFill>
            <a:ln w="19538">
              <a:solidFill>
                <a:srgbClr val="D9E219"/>
              </a:solidFill>
            </a:ln>
          </p:spPr>
        </p:sp>
        <p:sp>
          <p:nvSpPr>
            <p:cNvPr id="80" name="C">
              <a:extLst>
                <a:ext uri="{FF2B5EF4-FFF2-40B4-BE49-F238E27FC236}">
                  <ns2:creationId id="{A3B7712F-9048-4E3D-8DFD-EB1663991989}"/>
                </a:ext>
              </a:extLst>
            </p:cNvPr>
            <p:cNvSpPr>
              <a:spLocks noGrp="1"/>
            </p:cNvSpPr>
            <p:nvPr/>
          </p:nvSpPr>
          <p:spPr>
            <a:xfrm>
              <a:off x="5664200" y="2562225"/>
              <a:ext cx="266700" cy="228600"/>
            </a:xfrm>
            <a:prstGeom prst="rect">
              <a:avLst/>
            </a:prstGeom>
            <a:noFill/>
            <a:ln w="0">
              <a:noFill/>
            </a:ln>
          </p:spPr>
          <p:txBody>
            <a:bodyPr wrap="none" lIns="0" tIns="0" rIns="0" bIns="0" anchor="ctr">
              <a:noAutofit/>
            </a:bodyPr>
            <a:lstStyle>
              <a:defPPr algn="ctr">
                <a:defRPr sz="1538" b="1">
                  <a:solidFill>
                    <a:srgbClr val="000000"/>
                  </a:solidFill>
                  <a:latin typeface="Arial"/>
                  <a:ea typeface="Arial"/>
                  <a:cs typeface="Arial"/>
                </a:defRPr>
              </a:defPPr>
              <a:lvl1pPr algn="ctr">
                <a:defRPr sz="1538" b="1">
                  <a:solidFill>
                    <a:srgbClr val="000000"/>
                  </a:solidFill>
                  <a:latin typeface="Arial"/>
                  <a:ea typeface="Arial"/>
                  <a:cs typeface="Arial"/>
                </a:defRPr>
              </a:lvl1pPr>
              <a:lvl2pPr algn="ctr">
                <a:defRPr sz="1538" b="1">
                  <a:solidFill>
                    <a:srgbClr val="000000"/>
                  </a:solidFill>
                  <a:latin typeface="Arial"/>
                  <a:ea typeface="Arial"/>
                  <a:cs typeface="Arial"/>
                </a:defRPr>
              </a:lvl2pPr>
              <a:lvl3pPr algn="ctr">
                <a:defRPr sz="1538" b="1">
                  <a:solidFill>
                    <a:srgbClr val="000000"/>
                  </a:solidFill>
                  <a:latin typeface="Arial"/>
                  <a:ea typeface="Arial"/>
                  <a:cs typeface="Arial"/>
                </a:defRPr>
              </a:lvl3pPr>
              <a:lvl4pPr algn="ctr">
                <a:defRPr sz="1538" b="1">
                  <a:solidFill>
                    <a:srgbClr val="000000"/>
                  </a:solidFill>
                  <a:latin typeface="Arial"/>
                  <a:ea typeface="Arial"/>
                  <a:cs typeface="Arial"/>
                </a:defRPr>
              </a:lvl4pPr>
              <a:lvl5pPr algn="ctr">
                <a:defRPr sz="1538" b="1">
                  <a:solidFill>
                    <a:srgbClr val="000000"/>
                  </a:solidFill>
                  <a:latin typeface="Arial"/>
                  <a:ea typeface="Arial"/>
                  <a:cs typeface="Arial"/>
                </a:defRPr>
              </a:lvl5pPr>
              <a:lvl6pPr algn="ctr">
                <a:defRPr sz="1538" b="1">
                  <a:solidFill>
                    <a:srgbClr val="000000"/>
                  </a:solidFill>
                  <a:latin typeface="Arial"/>
                  <a:ea typeface="Arial"/>
                  <a:cs typeface="Arial"/>
                </a:defRPr>
              </a:lvl6pPr>
              <a:lvl7pPr algn="ctr">
                <a:defRPr sz="1538" b="1">
                  <a:solidFill>
                    <a:srgbClr val="000000"/>
                  </a:solidFill>
                  <a:latin typeface="Arial"/>
                  <a:ea typeface="Arial"/>
                  <a:cs typeface="Arial"/>
                </a:defRPr>
              </a:lvl7pPr>
              <a:lvl8pPr algn="ctr">
                <a:defRPr sz="1538" b="1">
                  <a:solidFill>
                    <a:srgbClr val="000000"/>
                  </a:solidFill>
                  <a:latin typeface="Arial"/>
                  <a:ea typeface="Arial"/>
                  <a:cs typeface="Arial"/>
                </a:defRPr>
              </a:lvl8pPr>
              <a:lvl9pPr algn="ctr">
                <a:defRPr sz="1538" b="1">
                  <a:solidFill>
                    <a:srgbClr val="000000"/>
                  </a:solidFill>
                  <a:latin typeface="Arial"/>
                  <a:ea typeface="Arial"/>
                  <a:cs typeface="Arial"/>
                </a:defRPr>
              </a:lvl9pPr>
            </a:lstStyle>
            <a:p>
              <a:pPr algn="ctr">
                <a:defRPr sz="1538" b="1">
                  <a:solidFill>
                    <a:srgbClr val="000000"/>
                  </a:solidFill>
                  <a:latin typeface="Arial"/>
                  <a:ea typeface="Arial"/>
                  <a:cs typeface="Arial"/>
                </a:defRPr>
              </a:pPr>
              <a:r>
                <a:rPr sz="1538" b="1">
                  <a:solidFill>
                    <a:srgbClr val="000000"/>
                  </a:solidFill>
                  <a:latin typeface="Arial"/>
                  <a:ea typeface="Arial"/>
                  <a:cs typeface="Arial"/>
                </a:rPr>
                <a:t>C</a:t>
              </a:r>
            </a:p>
          </p:txBody>
        </p:sp>
        <p:sp>
          <p:nvSpPr>
            <p:cNvPr id="81" name="C exact d coordinate t25">
              <a:extLst>
                <a:ext uri="{FF2B5EF4-FFF2-40B4-BE49-F238E27FC236}">
                  <ns2:creationId id="{E28B25DB-442F-483B-AA08-B56EDC811000}"/>
                </a:ext>
              </a:extLst>
            </p:cNvPr>
            <p:cNvSpPr>
              <a:spLocks noGrp="1"/>
            </p:cNvSpPr>
            <p:nvPr/>
          </p:nvSpPr>
          <p:spPr>
            <a:xfrm>
              <a:off x="5578475" y="2790825"/>
              <a:ext cx="438150" cy="219075"/>
            </a:xfrm>
            <a:prstGeom prst="rect">
              <a:avLst/>
            </a:prstGeom>
            <a:noFill/>
            <a:ln w="0">
              <a:noFill/>
            </a:ln>
          </p:spPr>
          <p:txBody>
            <a:bodyPr wrap="none" lIns="0" tIns="0" rIns="0" bIns="0" anchor="ctr">
              <a:noAutofit/>
            </a:bodyPr>
            <a:lstStyle>
              <a:defPPr algn="ctr">
                <a:defRPr sz="1385" b="0">
                  <a:solidFill>
                    <a:srgbClr val="000000"/>
                  </a:solidFill>
                  <a:latin typeface="Arial"/>
                  <a:ea typeface="Arial"/>
                  <a:cs typeface="Arial"/>
                </a:defRPr>
              </a:defPPr>
              <a:lvl1pPr algn="ctr">
                <a:defRPr sz="1385" b="0">
                  <a:solidFill>
                    <a:srgbClr val="000000"/>
                  </a:solidFill>
                  <a:latin typeface="Arial"/>
                  <a:ea typeface="Arial"/>
                  <a:cs typeface="Arial"/>
                </a:defRPr>
              </a:lvl1pPr>
              <a:lvl2pPr algn="ctr">
                <a:defRPr sz="1385" b="0">
                  <a:solidFill>
                    <a:srgbClr val="000000"/>
                  </a:solidFill>
                  <a:latin typeface="Arial"/>
                  <a:ea typeface="Arial"/>
                  <a:cs typeface="Arial"/>
                </a:defRPr>
              </a:lvl2pPr>
              <a:lvl3pPr algn="ctr">
                <a:defRPr sz="1385" b="0">
                  <a:solidFill>
                    <a:srgbClr val="000000"/>
                  </a:solidFill>
                  <a:latin typeface="Arial"/>
                  <a:ea typeface="Arial"/>
                  <a:cs typeface="Arial"/>
                </a:defRPr>
              </a:lvl3pPr>
              <a:lvl4pPr algn="ctr">
                <a:defRPr sz="1385" b="0">
                  <a:solidFill>
                    <a:srgbClr val="000000"/>
                  </a:solidFill>
                  <a:latin typeface="Arial"/>
                  <a:ea typeface="Arial"/>
                  <a:cs typeface="Arial"/>
                </a:defRPr>
              </a:lvl4pPr>
              <a:lvl5pPr algn="ctr">
                <a:defRPr sz="1385" b="0">
                  <a:solidFill>
                    <a:srgbClr val="000000"/>
                  </a:solidFill>
                  <a:latin typeface="Arial"/>
                  <a:ea typeface="Arial"/>
                  <a:cs typeface="Arial"/>
                </a:defRPr>
              </a:lvl5pPr>
              <a:lvl6pPr algn="ctr">
                <a:defRPr sz="1385" b="0">
                  <a:solidFill>
                    <a:srgbClr val="000000"/>
                  </a:solidFill>
                  <a:latin typeface="Arial"/>
                  <a:ea typeface="Arial"/>
                  <a:cs typeface="Arial"/>
                </a:defRPr>
              </a:lvl6pPr>
              <a:lvl7pPr algn="ctr">
                <a:defRPr sz="1385" b="0">
                  <a:solidFill>
                    <a:srgbClr val="000000"/>
                  </a:solidFill>
                  <a:latin typeface="Arial"/>
                  <a:ea typeface="Arial"/>
                  <a:cs typeface="Arial"/>
                </a:defRPr>
              </a:lvl7pPr>
              <a:lvl8pPr algn="ctr">
                <a:defRPr sz="1385" b="0">
                  <a:solidFill>
                    <a:srgbClr val="000000"/>
                  </a:solidFill>
                  <a:latin typeface="Arial"/>
                  <a:ea typeface="Arial"/>
                  <a:cs typeface="Arial"/>
                </a:defRPr>
              </a:lvl8pPr>
              <a:lvl9pPr algn="ctr">
                <a:defRPr sz="1385" b="0">
                  <a:solidFill>
                    <a:srgbClr val="000000"/>
                  </a:solidFill>
                  <a:latin typeface="Arial"/>
                  <a:ea typeface="Arial"/>
                  <a:cs typeface="Arial"/>
                </a:defRPr>
              </a:lvl9pPr>
            </a:lstStyle>
            <a:p>
              <a:pPr algn="ctr">
                <a:defRPr sz="1385" b="0">
                  <a:solidFill>
                    <a:srgbClr val="000000"/>
                  </a:solidFill>
                  <a:latin typeface="Arial"/>
                  <a:ea typeface="Arial"/>
                  <a:cs typeface="Arial"/>
                </a:defRPr>
              </a:pPr>
              <a:r>
                <a:rPr sz="1385" b="0">
                  <a:solidFill>
                    <a:srgbClr val="000000"/>
                  </a:solidFill>
                  <a:latin typeface="Arial"/>
                  <a:ea typeface="Arial"/>
                  <a:cs typeface="Arial"/>
                </a:rPr>
                <a:t>100</a:t>
              </a:r>
            </a:p>
          </p:txBody>
        </p:sp>
        <p:sp>
          <p:nvSpPr>
            <p:cNvPr id="82" name="t = 38">
              <a:extLst>
                <a:ext uri="{FF2B5EF4-FFF2-40B4-BE49-F238E27FC236}">
                  <ns2:creationId id="{FF7836B9-8E4A-447A-B2A5-5BA54A7DC64B}"/>
                </a:ext>
              </a:extLst>
            </p:cNvPr>
            <p:cNvSpPr>
              <a:spLocks noGrp="1"/>
            </p:cNvSpPr>
            <p:nvPr/>
          </p:nvSpPr>
          <p:spPr>
            <a:xfrm>
              <a:off x="6315075" y="285750"/>
              <a:ext cx="1733550" cy="238125"/>
            </a:xfrm>
            <a:prstGeom prst="rect">
              <a:avLst/>
            </a:prstGeom>
            <a:noFill/>
            <a:ln w="0">
              <a:noFill/>
            </a:ln>
          </p:spPr>
          <p:txBody>
            <a:bodyPr wrap="none" lIns="0" tIns="0" rIns="0" bIns="0" anchor="ctr">
              <a:noAutofit/>
            </a:bodyPr>
            <a:lstStyle>
              <a:defPPr algn="ctr">
                <a:defRPr sz="1538" b="1">
                  <a:solidFill>
                    <a:srgbClr val="000000"/>
                  </a:solidFill>
                  <a:latin typeface="Arial"/>
                  <a:ea typeface="Arial"/>
                  <a:cs typeface="Arial"/>
                </a:defRPr>
              </a:defPPr>
              <a:lvl1pPr algn="ctr">
                <a:defRPr sz="1538" b="1">
                  <a:solidFill>
                    <a:srgbClr val="000000"/>
                  </a:solidFill>
                  <a:latin typeface="Arial"/>
                  <a:ea typeface="Arial"/>
                  <a:cs typeface="Arial"/>
                </a:defRPr>
              </a:lvl1pPr>
              <a:lvl2pPr algn="ctr">
                <a:defRPr sz="1538" b="1">
                  <a:solidFill>
                    <a:srgbClr val="000000"/>
                  </a:solidFill>
                  <a:latin typeface="Arial"/>
                  <a:ea typeface="Arial"/>
                  <a:cs typeface="Arial"/>
                </a:defRPr>
              </a:lvl2pPr>
              <a:lvl3pPr algn="ctr">
                <a:defRPr sz="1538" b="1">
                  <a:solidFill>
                    <a:srgbClr val="000000"/>
                  </a:solidFill>
                  <a:latin typeface="Arial"/>
                  <a:ea typeface="Arial"/>
                  <a:cs typeface="Arial"/>
                </a:defRPr>
              </a:lvl3pPr>
              <a:lvl4pPr algn="ctr">
                <a:defRPr sz="1538" b="1">
                  <a:solidFill>
                    <a:srgbClr val="000000"/>
                  </a:solidFill>
                  <a:latin typeface="Arial"/>
                  <a:ea typeface="Arial"/>
                  <a:cs typeface="Arial"/>
                </a:defRPr>
              </a:lvl4pPr>
              <a:lvl5pPr algn="ctr">
                <a:defRPr sz="1538" b="1">
                  <a:solidFill>
                    <a:srgbClr val="000000"/>
                  </a:solidFill>
                  <a:latin typeface="Arial"/>
                  <a:ea typeface="Arial"/>
                  <a:cs typeface="Arial"/>
                </a:defRPr>
              </a:lvl5pPr>
              <a:lvl6pPr algn="ctr">
                <a:defRPr sz="1538" b="1">
                  <a:solidFill>
                    <a:srgbClr val="000000"/>
                  </a:solidFill>
                  <a:latin typeface="Arial"/>
                  <a:ea typeface="Arial"/>
                  <a:cs typeface="Arial"/>
                </a:defRPr>
              </a:lvl6pPr>
              <a:lvl7pPr algn="ctr">
                <a:defRPr sz="1538" b="1">
                  <a:solidFill>
                    <a:srgbClr val="000000"/>
                  </a:solidFill>
                  <a:latin typeface="Arial"/>
                  <a:ea typeface="Arial"/>
                  <a:cs typeface="Arial"/>
                </a:defRPr>
              </a:lvl7pPr>
              <a:lvl8pPr algn="ctr">
                <a:defRPr sz="1538" b="1">
                  <a:solidFill>
                    <a:srgbClr val="000000"/>
                  </a:solidFill>
                  <a:latin typeface="Arial"/>
                  <a:ea typeface="Arial"/>
                  <a:cs typeface="Arial"/>
                </a:defRPr>
              </a:lvl8pPr>
              <a:lvl9pPr algn="ctr">
                <a:defRPr sz="1538" b="1">
                  <a:solidFill>
                    <a:srgbClr val="000000"/>
                  </a:solidFill>
                  <a:latin typeface="Arial"/>
                  <a:ea typeface="Arial"/>
                  <a:cs typeface="Arial"/>
                </a:defRPr>
              </a:lvl9pPr>
            </a:lstStyle>
            <a:p>
              <a:pPr algn="ctr">
                <a:defRPr sz="1538" b="1">
                  <a:solidFill>
                    <a:srgbClr val="000000"/>
                  </a:solidFill>
                  <a:latin typeface="Arial"/>
                  <a:ea typeface="Arial"/>
                  <a:cs typeface="Arial"/>
                </a:defRPr>
              </a:pPr>
              <a:r>
                <a:rPr sz="1538" b="1">
                  <a:solidFill>
                    <a:srgbClr val="000000"/>
                  </a:solidFill>
                  <a:latin typeface="Arial"/>
                  <a:ea typeface="Arial"/>
                  <a:cs typeface="Arial"/>
                </a:rPr>
                <a:t>t = 38</a:t>
              </a:r>
            </a:p>
          </p:txBody>
        </p:sp>
        <p:pic>
          <p:nvPicPr>
            <p:cNvPr id="83" name="">
              <a:extLst>
                <a:ext uri="{FF2B5EF4-FFF2-40B4-BE49-F238E27FC236}">
                  <ns2:creationId id="{5CFED8C4-8959-48CE-8138-9BD0F1CFF9A7}"/>
                </a:ext>
              </a:extLst>
            </p:cNvPr>
            <p:cNvPicPr>
              <a:picLocks noChangeAspect="1"/>
            </p:cNvPicPr>
            <p:nvPr/>
          </p:nvPicPr>
          <p:blipFill>
            <a:blip r:embed="R4294b00990454514"/>
            <a:stretch/>
          </p:blipFill>
          <p:spPr>
            <a:xfrm>
              <a:off x="6315075" y="552450"/>
              <a:ext cx="1733550" cy="1733550"/>
            </a:xfrm>
            <a:prstGeom prst="rect">
              <a:avLst/>
            </a:prstGeom>
          </p:spPr>
        </p:pic>
        <p:sp>
          <p:nvSpPr>
            <p:cNvPr id="84" name="Scientific domain frame">
              <a:extLst>
                <a:ext uri="{FF2B5EF4-FFF2-40B4-BE49-F238E27FC236}">
                  <ns2:creationId id="{752F1BDF-7E17-4A2B-A67A-35C9FB058B84}"/>
                </a:ext>
              </a:extLst>
            </p:cNvPr>
            <p:cNvSpPr>
              <a:spLocks noGrp="1"/>
            </p:cNvSpPr>
            <p:nvPr/>
          </p:nvSpPr>
          <p:spPr>
            <a:xfrm>
              <a:off x="6315075" y="552450"/>
              <a:ext cx="1733550" cy="1733550"/>
            </a:xfrm>
            <a:prstGeom prst="rect">
              <a:avLst/>
            </a:prstGeom>
            <a:noFill/>
            <a:ln w="7815">
              <a:solidFill>
                <a:srgbClr val="000000"/>
              </a:solidFill>
            </a:ln>
          </p:spPr>
        </p:sp>
        <p:sp>
          <p:nvSpPr>
            <p:cNvPr id="85" name="A source-to-d projection t38">
              <a:extLst>
                <a:ext uri="{FF2B5EF4-FFF2-40B4-BE49-F238E27FC236}">
                  <ns2:creationId id="{5F0169AB-6B56-44EF-9141-6130C7DA9FBF}"/>
                </a:ext>
              </a:extLst>
            </p:cNvPr>
            <p:cNvSpPr>
              <a:spLocks noGrp="1"/>
            </p:cNvSpPr>
            <p:nvPr/>
          </p:nvSpPr>
          <p:spPr>
            <a:xfrm>
              <a:off x="6604000" y="2038985"/>
              <a:ext cx="95" cy="376555"/>
            </a:xfrm>
            <a:custGeom>
              <a:pathLst>
                <a:path w="95" h="490855">
                  <a:moveTo>
                    <a:pt x="0" y="0"/>
                  </a:moveTo>
                  <a:lnTo>
                    <a:pt x="0" y="490855"/>
                  </a:lnTo>
                </a:path>
              </a:pathLst>
            </a:custGeom>
            <a:noFill/>
            <a:ln w="12211">
              <a:solidFill>
                <a:srgbClr val="000000"/>
              </a:solidFill>
              <a:prstDash val="dash"/>
            </a:ln>
          </p:spPr>
        </p:sp>
        <p:sp>
          <p:nvSpPr>
            <p:cNvPr id="86" name="B source-to-d projection t38">
              <a:extLst>
                <a:ext uri="{FF2B5EF4-FFF2-40B4-BE49-F238E27FC236}">
                  <ns2:creationId id="{C6D3A95F-B8AD-4B1C-B655-AF76A54016C4}"/>
                </a:ext>
              </a:extLst>
            </p:cNvPr>
            <p:cNvSpPr>
              <a:spLocks noGrp="1"/>
            </p:cNvSpPr>
            <p:nvPr/>
          </p:nvSpPr>
          <p:spPr>
            <a:xfrm>
              <a:off x="7239635" y="1535113"/>
              <a:ext cx="95" cy="864235"/>
            </a:xfrm>
            <a:custGeom>
              <a:pathLst>
                <a:path w="95" h="978535">
                  <a:moveTo>
                    <a:pt x="0" y="0"/>
                  </a:moveTo>
                  <a:lnTo>
                    <a:pt x="0" y="978535"/>
                  </a:lnTo>
                </a:path>
              </a:pathLst>
            </a:custGeom>
            <a:noFill/>
            <a:ln w="12211">
              <a:solidFill>
                <a:srgbClr val="000000"/>
              </a:solidFill>
              <a:prstDash val="dash"/>
            </a:ln>
          </p:spPr>
        </p:sp>
        <p:sp>
          <p:nvSpPr>
            <p:cNvPr id="87" name="C source-to-d projection t38">
              <a:extLst>
                <a:ext uri="{FF2B5EF4-FFF2-40B4-BE49-F238E27FC236}">
                  <ns2:creationId id="{7510607F-8D36-43D3-8497-4973D8154DC7}"/>
                </a:ext>
              </a:extLst>
            </p:cNvPr>
            <p:cNvSpPr>
              <a:spLocks noGrp="1"/>
            </p:cNvSpPr>
            <p:nvPr/>
          </p:nvSpPr>
          <p:spPr>
            <a:xfrm>
              <a:off x="7759700" y="915670"/>
              <a:ext cx="95" cy="1467485"/>
            </a:xfrm>
            <a:custGeom>
              <a:pathLst>
                <a:path w="95" h="1581785">
                  <a:moveTo>
                    <a:pt x="0" y="0"/>
                  </a:moveTo>
                  <a:lnTo>
                    <a:pt x="0" y="1581785"/>
                  </a:lnTo>
                </a:path>
              </a:pathLst>
            </a:custGeom>
            <a:noFill/>
            <a:ln w="12211">
              <a:solidFill>
                <a:srgbClr val="000000"/>
              </a:solidFill>
              <a:prstDash val="dash"/>
            </a:ln>
          </p:spPr>
        </p:sp>
        <p:sp>
          <p:nvSpPr>
            <p:cNvPr id="88" name="A source identity marker t38">
              <a:extLst>
                <a:ext uri="{FF2B5EF4-FFF2-40B4-BE49-F238E27FC236}">
                  <ns2:creationId id="{CD15DBFA-7999-4127-AE40-56956837AFAB}"/>
                </a:ext>
              </a:extLst>
            </p:cNvPr>
            <p:cNvSpPr>
              <a:spLocks noGrp="1"/>
            </p:cNvSpPr>
            <p:nvPr/>
          </p:nvSpPr>
          <p:spPr>
            <a:xfrm>
              <a:off x="6562090" y="1955165"/>
              <a:ext cx="83820" cy="83820"/>
            </a:xfrm>
            <a:prstGeom prst="ellipse">
              <a:avLst/>
            </a:prstGeom>
            <a:noFill/>
            <a:ln w="19538">
              <a:solidFill>
                <a:srgbClr val="ECE51B"/>
              </a:solidFill>
            </a:ln>
          </p:spPr>
        </p:sp>
        <p:sp>
          <p:nvSpPr>
            <p:cNvPr id="89" name="A black source label t38">
              <a:extLst>
                <a:ext uri="{FF2B5EF4-FFF2-40B4-BE49-F238E27FC236}">
                  <ns2:creationId id="{2CE3FDD6-0AAE-4725-B027-59B31CE9CD3E}"/>
                </a:ext>
              </a:extLst>
            </p:cNvPr>
            <p:cNvSpPr>
              <a:spLocks noGrp="1"/>
            </p:cNvSpPr>
            <p:nvPr/>
          </p:nvSpPr>
          <p:spPr>
            <a:xfrm>
              <a:off x="6699250" y="1749425"/>
              <a:ext cx="257175" cy="238125"/>
            </a:xfrm>
            <a:prstGeom prst="rect">
              <a:avLst/>
            </a:prstGeom>
            <a:noFill/>
            <a:ln w="0">
              <a:noFill/>
            </a:ln>
          </p:spPr>
          <p:txBody>
            <a:bodyPr wrap="none" lIns="0" tIns="0" rIns="0" bIns="0" anchor="ctr">
              <a:noAutofit/>
            </a:bodyPr>
            <a:lstStyle>
              <a:defPPr algn="l">
                <a:defRPr sz="1615" b="1">
                  <a:solidFill>
                    <a:srgbClr val="000000"/>
                  </a:solidFill>
                  <a:latin typeface="Arial"/>
                  <a:ea typeface="Arial"/>
                  <a:cs typeface="Arial"/>
                </a:defRPr>
              </a:defPPr>
              <a:lvl1pPr algn="l">
                <a:defRPr sz="1615" b="1">
                  <a:solidFill>
                    <a:srgbClr val="000000"/>
                  </a:solidFill>
                  <a:latin typeface="Arial"/>
                  <a:ea typeface="Arial"/>
                  <a:cs typeface="Arial"/>
                </a:defRPr>
              </a:lvl1pPr>
              <a:lvl2pPr algn="l">
                <a:defRPr sz="1615" b="1">
                  <a:solidFill>
                    <a:srgbClr val="000000"/>
                  </a:solidFill>
                  <a:latin typeface="Arial"/>
                  <a:ea typeface="Arial"/>
                  <a:cs typeface="Arial"/>
                </a:defRPr>
              </a:lvl2pPr>
              <a:lvl3pPr algn="l">
                <a:defRPr sz="1615" b="1">
                  <a:solidFill>
                    <a:srgbClr val="000000"/>
                  </a:solidFill>
                  <a:latin typeface="Arial"/>
                  <a:ea typeface="Arial"/>
                  <a:cs typeface="Arial"/>
                </a:defRPr>
              </a:lvl3pPr>
              <a:lvl4pPr algn="l">
                <a:defRPr sz="1615" b="1">
                  <a:solidFill>
                    <a:srgbClr val="000000"/>
                  </a:solidFill>
                  <a:latin typeface="Arial"/>
                  <a:ea typeface="Arial"/>
                  <a:cs typeface="Arial"/>
                </a:defRPr>
              </a:lvl4pPr>
              <a:lvl5pPr algn="l">
                <a:defRPr sz="1615" b="1">
                  <a:solidFill>
                    <a:srgbClr val="000000"/>
                  </a:solidFill>
                  <a:latin typeface="Arial"/>
                  <a:ea typeface="Arial"/>
                  <a:cs typeface="Arial"/>
                </a:defRPr>
              </a:lvl5pPr>
              <a:lvl6pPr algn="l">
                <a:defRPr sz="1615" b="1">
                  <a:solidFill>
                    <a:srgbClr val="000000"/>
                  </a:solidFill>
                  <a:latin typeface="Arial"/>
                  <a:ea typeface="Arial"/>
                  <a:cs typeface="Arial"/>
                </a:defRPr>
              </a:lvl6pPr>
              <a:lvl7pPr algn="l">
                <a:defRPr sz="1615" b="1">
                  <a:solidFill>
                    <a:srgbClr val="000000"/>
                  </a:solidFill>
                  <a:latin typeface="Arial"/>
                  <a:ea typeface="Arial"/>
                  <a:cs typeface="Arial"/>
                </a:defRPr>
              </a:lvl7pPr>
              <a:lvl8pPr algn="l">
                <a:defRPr sz="1615" b="1">
                  <a:solidFill>
                    <a:srgbClr val="000000"/>
                  </a:solidFill>
                  <a:latin typeface="Arial"/>
                  <a:ea typeface="Arial"/>
                  <a:cs typeface="Arial"/>
                </a:defRPr>
              </a:lvl8pPr>
              <a:lvl9pPr algn="l">
                <a:defRPr sz="1615" b="1">
                  <a:solidFill>
                    <a:srgbClr val="000000"/>
                  </a:solidFill>
                  <a:latin typeface="Arial"/>
                  <a:ea typeface="Arial"/>
                  <a:cs typeface="Arial"/>
                </a:defRPr>
              </a:lvl9pPr>
            </a:lstStyle>
            <a:p>
              <a:pPr algn="l">
                <a:defRPr sz="1615" b="1">
                  <a:solidFill>
                    <a:srgbClr val="000000"/>
                  </a:solidFill>
                  <a:latin typeface="Arial"/>
                  <a:ea typeface="Arial"/>
                  <a:cs typeface="Arial"/>
                </a:defRPr>
              </a:pPr>
              <a:r>
                <a:rPr sz="1615" b="1">
                  <a:solidFill>
                    <a:srgbClr val="000000"/>
                  </a:solidFill>
                  <a:latin typeface="Arial"/>
                  <a:ea typeface="Arial"/>
                  <a:cs typeface="Arial"/>
                </a:rPr>
                <a:t>A</a:t>
              </a:r>
            </a:p>
          </p:txBody>
        </p:sp>
        <p:sp>
          <p:nvSpPr>
            <p:cNvPr id="90" name="B source identity marker t38">
              <a:extLst>
                <a:ext uri="{FF2B5EF4-FFF2-40B4-BE49-F238E27FC236}">
                  <ns2:creationId id="{F0887FBE-C57A-4165-BAC9-7B53E69B6AAE}"/>
                </a:ext>
              </a:extLst>
            </p:cNvPr>
            <p:cNvSpPr>
              <a:spLocks noGrp="1"/>
            </p:cNvSpPr>
            <p:nvPr/>
          </p:nvSpPr>
          <p:spPr>
            <a:xfrm>
              <a:off x="7181532" y="1418908"/>
              <a:ext cx="116205" cy="116205"/>
            </a:xfrm>
            <a:prstGeom prst="ellipse">
              <a:avLst/>
            </a:prstGeom>
            <a:noFill/>
            <a:ln w="19538">
              <a:solidFill>
                <a:srgbClr val="FDE725"/>
              </a:solidFill>
            </a:ln>
          </p:spPr>
        </p:sp>
        <p:sp>
          <p:nvSpPr>
            <p:cNvPr id="91" name="B black source label t38">
              <a:extLst>
                <a:ext uri="{FF2B5EF4-FFF2-40B4-BE49-F238E27FC236}">
                  <ns2:creationId id="{C62B30A0-139B-4625-9D45-15BAD3B8518B}"/>
                </a:ext>
              </a:extLst>
            </p:cNvPr>
            <p:cNvSpPr>
              <a:spLocks noGrp="1"/>
            </p:cNvSpPr>
            <p:nvPr/>
          </p:nvSpPr>
          <p:spPr>
            <a:xfrm>
              <a:off x="7334885" y="1229360"/>
              <a:ext cx="257175" cy="238125"/>
            </a:xfrm>
            <a:prstGeom prst="rect">
              <a:avLst/>
            </a:prstGeom>
            <a:noFill/>
            <a:ln w="0">
              <a:noFill/>
            </a:ln>
          </p:spPr>
          <p:txBody>
            <a:bodyPr wrap="none" lIns="0" tIns="0" rIns="0" bIns="0" anchor="ctr">
              <a:noAutofit/>
            </a:bodyPr>
            <a:lstStyle>
              <a:defPPr algn="l">
                <a:defRPr sz="1615" b="1">
                  <a:solidFill>
                    <a:srgbClr val="000000"/>
                  </a:solidFill>
                  <a:latin typeface="Arial"/>
                  <a:ea typeface="Arial"/>
                  <a:cs typeface="Arial"/>
                </a:defRPr>
              </a:defPPr>
              <a:lvl1pPr algn="l">
                <a:defRPr sz="1615" b="1">
                  <a:solidFill>
                    <a:srgbClr val="000000"/>
                  </a:solidFill>
                  <a:latin typeface="Arial"/>
                  <a:ea typeface="Arial"/>
                  <a:cs typeface="Arial"/>
                </a:defRPr>
              </a:lvl1pPr>
              <a:lvl2pPr algn="l">
                <a:defRPr sz="1615" b="1">
                  <a:solidFill>
                    <a:srgbClr val="000000"/>
                  </a:solidFill>
                  <a:latin typeface="Arial"/>
                  <a:ea typeface="Arial"/>
                  <a:cs typeface="Arial"/>
                </a:defRPr>
              </a:lvl2pPr>
              <a:lvl3pPr algn="l">
                <a:defRPr sz="1615" b="1">
                  <a:solidFill>
                    <a:srgbClr val="000000"/>
                  </a:solidFill>
                  <a:latin typeface="Arial"/>
                  <a:ea typeface="Arial"/>
                  <a:cs typeface="Arial"/>
                </a:defRPr>
              </a:lvl3pPr>
              <a:lvl4pPr algn="l">
                <a:defRPr sz="1615" b="1">
                  <a:solidFill>
                    <a:srgbClr val="000000"/>
                  </a:solidFill>
                  <a:latin typeface="Arial"/>
                  <a:ea typeface="Arial"/>
                  <a:cs typeface="Arial"/>
                </a:defRPr>
              </a:lvl4pPr>
              <a:lvl5pPr algn="l">
                <a:defRPr sz="1615" b="1">
                  <a:solidFill>
                    <a:srgbClr val="000000"/>
                  </a:solidFill>
                  <a:latin typeface="Arial"/>
                  <a:ea typeface="Arial"/>
                  <a:cs typeface="Arial"/>
                </a:defRPr>
              </a:lvl5pPr>
              <a:lvl6pPr algn="l">
                <a:defRPr sz="1615" b="1">
                  <a:solidFill>
                    <a:srgbClr val="000000"/>
                  </a:solidFill>
                  <a:latin typeface="Arial"/>
                  <a:ea typeface="Arial"/>
                  <a:cs typeface="Arial"/>
                </a:defRPr>
              </a:lvl6pPr>
              <a:lvl7pPr algn="l">
                <a:defRPr sz="1615" b="1">
                  <a:solidFill>
                    <a:srgbClr val="000000"/>
                  </a:solidFill>
                  <a:latin typeface="Arial"/>
                  <a:ea typeface="Arial"/>
                  <a:cs typeface="Arial"/>
                </a:defRPr>
              </a:lvl7pPr>
              <a:lvl8pPr algn="l">
                <a:defRPr sz="1615" b="1">
                  <a:solidFill>
                    <a:srgbClr val="000000"/>
                  </a:solidFill>
                  <a:latin typeface="Arial"/>
                  <a:ea typeface="Arial"/>
                  <a:cs typeface="Arial"/>
                </a:defRPr>
              </a:lvl8pPr>
              <a:lvl9pPr algn="l">
                <a:defRPr sz="1615" b="1">
                  <a:solidFill>
                    <a:srgbClr val="000000"/>
                  </a:solidFill>
                  <a:latin typeface="Arial"/>
                  <a:ea typeface="Arial"/>
                  <a:cs typeface="Arial"/>
                </a:defRPr>
              </a:lvl9pPr>
            </a:lstStyle>
            <a:p>
              <a:pPr algn="l">
                <a:defRPr sz="1615" b="1">
                  <a:solidFill>
                    <a:srgbClr val="000000"/>
                  </a:solidFill>
                  <a:latin typeface="Arial"/>
                  <a:ea typeface="Arial"/>
                  <a:cs typeface="Arial"/>
                </a:defRPr>
              </a:pPr>
              <a:r>
                <a:rPr sz="1615" b="1">
                  <a:solidFill>
                    <a:srgbClr val="000000"/>
                  </a:solidFill>
                  <a:latin typeface="Arial"/>
                  <a:ea typeface="Arial"/>
                  <a:cs typeface="Arial"/>
                </a:rPr>
                <a:t>B</a:t>
              </a:r>
            </a:p>
          </p:txBody>
        </p:sp>
        <p:sp>
          <p:nvSpPr>
            <p:cNvPr id="92" name="C source identity marker t38">
              <a:extLst>
                <a:ext uri="{FF2B5EF4-FFF2-40B4-BE49-F238E27FC236}">
                  <ns2:creationId id="{A5049D8E-E26A-440D-BF3C-9157E091319A}"/>
                </a:ext>
              </a:extLst>
            </p:cNvPr>
            <p:cNvSpPr>
              <a:spLocks noGrp="1"/>
            </p:cNvSpPr>
            <p:nvPr/>
          </p:nvSpPr>
          <p:spPr>
            <a:xfrm>
              <a:off x="7685405" y="767080"/>
              <a:ext cx="148590" cy="148590"/>
            </a:xfrm>
            <a:prstGeom prst="ellipse">
              <a:avLst/>
            </a:prstGeom>
            <a:noFill/>
            <a:ln w="19538">
              <a:solidFill>
                <a:srgbClr val="D9E219"/>
              </a:solidFill>
            </a:ln>
          </p:spPr>
        </p:sp>
        <p:sp>
          <p:nvSpPr>
            <p:cNvPr id="93" name="C black source label t38">
              <a:extLst>
                <a:ext uri="{FF2B5EF4-FFF2-40B4-BE49-F238E27FC236}">
                  <ns2:creationId id="{CD65C489-D3CD-4F4D-AC88-0F855D5FA4FA}"/>
                </a:ext>
              </a:extLst>
            </p:cNvPr>
            <p:cNvSpPr>
              <a:spLocks noGrp="1"/>
            </p:cNvSpPr>
            <p:nvPr/>
          </p:nvSpPr>
          <p:spPr>
            <a:xfrm>
              <a:off x="7854950" y="593725"/>
              <a:ext cx="257175" cy="238125"/>
            </a:xfrm>
            <a:prstGeom prst="rect">
              <a:avLst/>
            </a:prstGeom>
            <a:noFill/>
            <a:ln w="0">
              <a:noFill/>
            </a:ln>
          </p:spPr>
          <p:txBody>
            <a:bodyPr wrap="none" lIns="0" tIns="0" rIns="0" bIns="0" anchor="ctr">
              <a:noAutofit/>
            </a:bodyPr>
            <a:lstStyle>
              <a:defPPr algn="l">
                <a:defRPr sz="1615" b="1">
                  <a:solidFill>
                    <a:srgbClr val="000000"/>
                  </a:solidFill>
                  <a:latin typeface="Arial"/>
                  <a:ea typeface="Arial"/>
                  <a:cs typeface="Arial"/>
                </a:defRPr>
              </a:defPPr>
              <a:lvl1pPr algn="l">
                <a:defRPr sz="1615" b="1">
                  <a:solidFill>
                    <a:srgbClr val="000000"/>
                  </a:solidFill>
                  <a:latin typeface="Arial"/>
                  <a:ea typeface="Arial"/>
                  <a:cs typeface="Arial"/>
                </a:defRPr>
              </a:lvl1pPr>
              <a:lvl2pPr algn="l">
                <a:defRPr sz="1615" b="1">
                  <a:solidFill>
                    <a:srgbClr val="000000"/>
                  </a:solidFill>
                  <a:latin typeface="Arial"/>
                  <a:ea typeface="Arial"/>
                  <a:cs typeface="Arial"/>
                </a:defRPr>
              </a:lvl2pPr>
              <a:lvl3pPr algn="l">
                <a:defRPr sz="1615" b="1">
                  <a:solidFill>
                    <a:srgbClr val="000000"/>
                  </a:solidFill>
                  <a:latin typeface="Arial"/>
                  <a:ea typeface="Arial"/>
                  <a:cs typeface="Arial"/>
                </a:defRPr>
              </a:lvl3pPr>
              <a:lvl4pPr algn="l">
                <a:defRPr sz="1615" b="1">
                  <a:solidFill>
                    <a:srgbClr val="000000"/>
                  </a:solidFill>
                  <a:latin typeface="Arial"/>
                  <a:ea typeface="Arial"/>
                  <a:cs typeface="Arial"/>
                </a:defRPr>
              </a:lvl4pPr>
              <a:lvl5pPr algn="l">
                <a:defRPr sz="1615" b="1">
                  <a:solidFill>
                    <a:srgbClr val="000000"/>
                  </a:solidFill>
                  <a:latin typeface="Arial"/>
                  <a:ea typeface="Arial"/>
                  <a:cs typeface="Arial"/>
                </a:defRPr>
              </a:lvl5pPr>
              <a:lvl6pPr algn="l">
                <a:defRPr sz="1615" b="1">
                  <a:solidFill>
                    <a:srgbClr val="000000"/>
                  </a:solidFill>
                  <a:latin typeface="Arial"/>
                  <a:ea typeface="Arial"/>
                  <a:cs typeface="Arial"/>
                </a:defRPr>
              </a:lvl6pPr>
              <a:lvl7pPr algn="l">
                <a:defRPr sz="1615" b="1">
                  <a:solidFill>
                    <a:srgbClr val="000000"/>
                  </a:solidFill>
                  <a:latin typeface="Arial"/>
                  <a:ea typeface="Arial"/>
                  <a:cs typeface="Arial"/>
                </a:defRPr>
              </a:lvl7pPr>
              <a:lvl8pPr algn="l">
                <a:defRPr sz="1615" b="1">
                  <a:solidFill>
                    <a:srgbClr val="000000"/>
                  </a:solidFill>
                  <a:latin typeface="Arial"/>
                  <a:ea typeface="Arial"/>
                  <a:cs typeface="Arial"/>
                </a:defRPr>
              </a:lvl8pPr>
              <a:lvl9pPr algn="l">
                <a:defRPr sz="1615" b="1">
                  <a:solidFill>
                    <a:srgbClr val="000000"/>
                  </a:solidFill>
                  <a:latin typeface="Arial"/>
                  <a:ea typeface="Arial"/>
                  <a:cs typeface="Arial"/>
                </a:defRPr>
              </a:lvl9pPr>
            </a:lstStyle>
            <a:p>
              <a:pPr algn="l">
                <a:defRPr sz="1615" b="1">
                  <a:solidFill>
                    <a:srgbClr val="000000"/>
                  </a:solidFill>
                  <a:latin typeface="Arial"/>
                  <a:ea typeface="Arial"/>
                  <a:cs typeface="Arial"/>
                </a:defRPr>
              </a:pPr>
              <a:r>
                <a:rPr sz="1615" b="1">
                  <a:solidFill>
                    <a:srgbClr val="000000"/>
                  </a:solidFill>
                  <a:latin typeface="Arial"/>
                  <a:ea typeface="Arial"/>
                  <a:cs typeface="Arial"/>
                </a:rPr>
                <a:t>C</a:t>
              </a:r>
            </a:p>
          </p:txBody>
        </p:sp>
        <p:sp>
          <p:nvSpPr>
            <p:cNvPr id="94" name="Scientific line">
              <a:extLst>
                <a:ext uri="{FF2B5EF4-FFF2-40B4-BE49-F238E27FC236}">
                  <ns2:creationId id="{6D715880-C4B7-477F-8E18-3E76F241C88D}"/>
                </a:ext>
              </a:extLst>
            </p:cNvPr>
            <p:cNvSpPr>
              <a:spLocks noGrp="1"/>
            </p:cNvSpPr>
            <p:nvPr/>
          </p:nvSpPr>
          <p:spPr>
            <a:xfrm>
              <a:off x="6315075" y="2457450"/>
              <a:ext cx="1733550" cy="95"/>
            </a:xfrm>
            <a:custGeom>
              <a:pathLst>
                <a:path w="1733550" h="95">
                  <a:moveTo>
                    <a:pt x="0" y="0"/>
                  </a:moveTo>
                  <a:lnTo>
                    <a:pt x="1733550" y="0"/>
                  </a:lnTo>
                </a:path>
              </a:pathLst>
            </a:custGeom>
            <a:noFill/>
            <a:ln w="11723">
              <a:solidFill>
                <a:srgbClr val="000000"/>
              </a:solidFill>
              <a:prstDash val="solid"/>
            </a:ln>
          </p:spPr>
        </p:sp>
        <p:sp>
          <p:nvSpPr>
            <p:cNvPr id="95" name="Scientific line">
              <a:extLst>
                <a:ext uri="{FF2B5EF4-FFF2-40B4-BE49-F238E27FC236}">
                  <ns2:creationId id="{ED247FF6-11A0-45FD-A1DF-99538E54459F}"/>
                </a:ext>
              </a:extLst>
            </p:cNvPr>
            <p:cNvSpPr>
              <a:spLocks noGrp="1"/>
            </p:cNvSpPr>
            <p:nvPr/>
          </p:nvSpPr>
          <p:spPr>
            <a:xfrm>
              <a:off x="7991475" y="2428875"/>
              <a:ext cx="57150" cy="28575"/>
            </a:xfrm>
            <a:custGeom>
              <a:pathLst>
                <a:path w="57150" h="28575">
                  <a:moveTo>
                    <a:pt x="0" y="0"/>
                  </a:moveTo>
                  <a:lnTo>
                    <a:pt x="57150" y="28575"/>
                  </a:lnTo>
                </a:path>
              </a:pathLst>
            </a:custGeom>
            <a:noFill/>
            <a:ln w="11723">
              <a:solidFill>
                <a:srgbClr val="000000"/>
              </a:solidFill>
              <a:prstDash val="solid"/>
            </a:ln>
          </p:spPr>
        </p:sp>
        <p:sp>
          <p:nvSpPr>
            <p:cNvPr id="96" name="Scientific line">
              <a:extLst>
                <a:ext uri="{FF2B5EF4-FFF2-40B4-BE49-F238E27FC236}">
                  <ns2:creationId id="{ED48C030-DD1F-4339-95F2-6FE429703C93}"/>
                </a:ext>
              </a:extLst>
            </p:cNvPr>
            <p:cNvSpPr>
              <a:spLocks noGrp="1"/>
            </p:cNvSpPr>
            <p:nvPr/>
          </p:nvSpPr>
          <p:spPr>
            <a:xfrm>
              <a:off x="7991475" y="2457450"/>
              <a:ext cx="57150" cy="28575"/>
            </a:xfrm>
            <a:custGeom>
              <a:pathLst>
                <a:path w="57150" h="28575">
                  <a:moveTo>
                    <a:pt x="0" y="28575"/>
                  </a:moveTo>
                  <a:lnTo>
                    <a:pt x="57150" y="0"/>
                  </a:lnTo>
                </a:path>
              </a:pathLst>
            </a:custGeom>
            <a:noFill/>
            <a:ln w="11723">
              <a:solidFill>
                <a:srgbClr val="000000"/>
              </a:solidFill>
              <a:prstDash val="solid"/>
            </a:ln>
          </p:spPr>
        </p:sp>
        <p:sp>
          <p:nvSpPr>
            <p:cNvPr id="97" name="A matching d-axis marker t38">
              <a:extLst>
                <a:ext uri="{FF2B5EF4-FFF2-40B4-BE49-F238E27FC236}">
                  <ns2:creationId id="{AC57CE79-3C3C-46F9-B140-6BD7B3737E4B}"/>
                </a:ext>
              </a:extLst>
            </p:cNvPr>
            <p:cNvSpPr>
              <a:spLocks noGrp="1"/>
            </p:cNvSpPr>
            <p:nvPr/>
          </p:nvSpPr>
          <p:spPr>
            <a:xfrm>
              <a:off x="6562090" y="2415540"/>
              <a:ext cx="83820" cy="83820"/>
            </a:xfrm>
            <a:prstGeom prst="ellipse">
              <a:avLst/>
            </a:prstGeom>
            <a:solidFill>
              <a:srgbClr val="ECE51B"/>
            </a:solidFill>
            <a:ln w="19538">
              <a:solidFill>
                <a:srgbClr val="ECE51B"/>
              </a:solidFill>
            </a:ln>
          </p:spPr>
        </p:sp>
        <p:sp>
          <p:nvSpPr>
            <p:cNvPr id="98" name="A">
              <a:extLst>
                <a:ext uri="{FF2B5EF4-FFF2-40B4-BE49-F238E27FC236}">
                  <ns2:creationId id="{9A5B959A-FD3D-4FB3-80ED-EA7FA54C5ECA}"/>
                </a:ext>
              </a:extLst>
            </p:cNvPr>
            <p:cNvSpPr>
              <a:spLocks noGrp="1"/>
            </p:cNvSpPr>
            <p:nvPr/>
          </p:nvSpPr>
          <p:spPr>
            <a:xfrm>
              <a:off x="6470650" y="2562225"/>
              <a:ext cx="266700" cy="228600"/>
            </a:xfrm>
            <a:prstGeom prst="rect">
              <a:avLst/>
            </a:prstGeom>
            <a:noFill/>
            <a:ln w="0">
              <a:noFill/>
            </a:ln>
          </p:spPr>
          <p:txBody>
            <a:bodyPr wrap="none" lIns="0" tIns="0" rIns="0" bIns="0" anchor="ctr">
              <a:noAutofit/>
            </a:bodyPr>
            <a:lstStyle>
              <a:defPPr algn="ctr">
                <a:defRPr sz="1538" b="1">
                  <a:solidFill>
                    <a:srgbClr val="000000"/>
                  </a:solidFill>
                  <a:latin typeface="Arial"/>
                  <a:ea typeface="Arial"/>
                  <a:cs typeface="Arial"/>
                </a:defRPr>
              </a:defPPr>
              <a:lvl1pPr algn="ctr">
                <a:defRPr sz="1538" b="1">
                  <a:solidFill>
                    <a:srgbClr val="000000"/>
                  </a:solidFill>
                  <a:latin typeface="Arial"/>
                  <a:ea typeface="Arial"/>
                  <a:cs typeface="Arial"/>
                </a:defRPr>
              </a:lvl1pPr>
              <a:lvl2pPr algn="ctr">
                <a:defRPr sz="1538" b="1">
                  <a:solidFill>
                    <a:srgbClr val="000000"/>
                  </a:solidFill>
                  <a:latin typeface="Arial"/>
                  <a:ea typeface="Arial"/>
                  <a:cs typeface="Arial"/>
                </a:defRPr>
              </a:lvl2pPr>
              <a:lvl3pPr algn="ctr">
                <a:defRPr sz="1538" b="1">
                  <a:solidFill>
                    <a:srgbClr val="000000"/>
                  </a:solidFill>
                  <a:latin typeface="Arial"/>
                  <a:ea typeface="Arial"/>
                  <a:cs typeface="Arial"/>
                </a:defRPr>
              </a:lvl3pPr>
              <a:lvl4pPr algn="ctr">
                <a:defRPr sz="1538" b="1">
                  <a:solidFill>
                    <a:srgbClr val="000000"/>
                  </a:solidFill>
                  <a:latin typeface="Arial"/>
                  <a:ea typeface="Arial"/>
                  <a:cs typeface="Arial"/>
                </a:defRPr>
              </a:lvl4pPr>
              <a:lvl5pPr algn="ctr">
                <a:defRPr sz="1538" b="1">
                  <a:solidFill>
                    <a:srgbClr val="000000"/>
                  </a:solidFill>
                  <a:latin typeface="Arial"/>
                  <a:ea typeface="Arial"/>
                  <a:cs typeface="Arial"/>
                </a:defRPr>
              </a:lvl5pPr>
              <a:lvl6pPr algn="ctr">
                <a:defRPr sz="1538" b="1">
                  <a:solidFill>
                    <a:srgbClr val="000000"/>
                  </a:solidFill>
                  <a:latin typeface="Arial"/>
                  <a:ea typeface="Arial"/>
                  <a:cs typeface="Arial"/>
                </a:defRPr>
              </a:lvl6pPr>
              <a:lvl7pPr algn="ctr">
                <a:defRPr sz="1538" b="1">
                  <a:solidFill>
                    <a:srgbClr val="000000"/>
                  </a:solidFill>
                  <a:latin typeface="Arial"/>
                  <a:ea typeface="Arial"/>
                  <a:cs typeface="Arial"/>
                </a:defRPr>
              </a:lvl7pPr>
              <a:lvl8pPr algn="ctr">
                <a:defRPr sz="1538" b="1">
                  <a:solidFill>
                    <a:srgbClr val="000000"/>
                  </a:solidFill>
                  <a:latin typeface="Arial"/>
                  <a:ea typeface="Arial"/>
                  <a:cs typeface="Arial"/>
                </a:defRPr>
              </a:lvl8pPr>
              <a:lvl9pPr algn="ctr">
                <a:defRPr sz="1538" b="1">
                  <a:solidFill>
                    <a:srgbClr val="000000"/>
                  </a:solidFill>
                  <a:latin typeface="Arial"/>
                  <a:ea typeface="Arial"/>
                  <a:cs typeface="Arial"/>
                </a:defRPr>
              </a:lvl9pPr>
            </a:lstStyle>
            <a:p>
              <a:pPr algn="ctr">
                <a:defRPr sz="1538" b="1">
                  <a:solidFill>
                    <a:srgbClr val="000000"/>
                  </a:solidFill>
                  <a:latin typeface="Arial"/>
                  <a:ea typeface="Arial"/>
                  <a:cs typeface="Arial"/>
                </a:defRPr>
              </a:pPr>
              <a:r>
                <a:rPr sz="1538" b="1">
                  <a:solidFill>
                    <a:srgbClr val="000000"/>
                  </a:solidFill>
                  <a:latin typeface="Arial"/>
                  <a:ea typeface="Arial"/>
                  <a:cs typeface="Arial"/>
                </a:rPr>
                <a:t>A</a:t>
              </a:r>
            </a:p>
          </p:txBody>
        </p:sp>
        <p:sp>
          <p:nvSpPr>
            <p:cNvPr id="99" name="A exact d coordinate t38">
              <a:extLst>
                <a:ext uri="{FF2B5EF4-FFF2-40B4-BE49-F238E27FC236}">
                  <ns2:creationId id="{BBB5A0AF-C4D4-4602-A722-2D14B538AD81}"/>
                </a:ext>
              </a:extLst>
            </p:cNvPr>
            <p:cNvSpPr>
              <a:spLocks noGrp="1"/>
            </p:cNvSpPr>
            <p:nvPr/>
          </p:nvSpPr>
          <p:spPr>
            <a:xfrm>
              <a:off x="6384925" y="2790825"/>
              <a:ext cx="438150" cy="219075"/>
            </a:xfrm>
            <a:prstGeom prst="rect">
              <a:avLst/>
            </a:prstGeom>
            <a:noFill/>
            <a:ln w="0">
              <a:noFill/>
            </a:ln>
          </p:spPr>
          <p:txBody>
            <a:bodyPr wrap="none" lIns="0" tIns="0" rIns="0" bIns="0" anchor="ctr">
              <a:noAutofit/>
            </a:bodyPr>
            <a:lstStyle>
              <a:defPPr algn="ctr">
                <a:defRPr sz="1385" b="0">
                  <a:solidFill>
                    <a:srgbClr val="000000"/>
                  </a:solidFill>
                  <a:latin typeface="Arial"/>
                  <a:ea typeface="Arial"/>
                  <a:cs typeface="Arial"/>
                </a:defRPr>
              </a:defPPr>
              <a:lvl1pPr algn="ctr">
                <a:defRPr sz="1385" b="0">
                  <a:solidFill>
                    <a:srgbClr val="000000"/>
                  </a:solidFill>
                  <a:latin typeface="Arial"/>
                  <a:ea typeface="Arial"/>
                  <a:cs typeface="Arial"/>
                </a:defRPr>
              </a:lvl1pPr>
              <a:lvl2pPr algn="ctr">
                <a:defRPr sz="1385" b="0">
                  <a:solidFill>
                    <a:srgbClr val="000000"/>
                  </a:solidFill>
                  <a:latin typeface="Arial"/>
                  <a:ea typeface="Arial"/>
                  <a:cs typeface="Arial"/>
                </a:defRPr>
              </a:lvl2pPr>
              <a:lvl3pPr algn="ctr">
                <a:defRPr sz="1385" b="0">
                  <a:solidFill>
                    <a:srgbClr val="000000"/>
                  </a:solidFill>
                  <a:latin typeface="Arial"/>
                  <a:ea typeface="Arial"/>
                  <a:cs typeface="Arial"/>
                </a:defRPr>
              </a:lvl3pPr>
              <a:lvl4pPr algn="ctr">
                <a:defRPr sz="1385" b="0">
                  <a:solidFill>
                    <a:srgbClr val="000000"/>
                  </a:solidFill>
                  <a:latin typeface="Arial"/>
                  <a:ea typeface="Arial"/>
                  <a:cs typeface="Arial"/>
                </a:defRPr>
              </a:lvl4pPr>
              <a:lvl5pPr algn="ctr">
                <a:defRPr sz="1385" b="0">
                  <a:solidFill>
                    <a:srgbClr val="000000"/>
                  </a:solidFill>
                  <a:latin typeface="Arial"/>
                  <a:ea typeface="Arial"/>
                  <a:cs typeface="Arial"/>
                </a:defRPr>
              </a:lvl5pPr>
              <a:lvl6pPr algn="ctr">
                <a:defRPr sz="1385" b="0">
                  <a:solidFill>
                    <a:srgbClr val="000000"/>
                  </a:solidFill>
                  <a:latin typeface="Arial"/>
                  <a:ea typeface="Arial"/>
                  <a:cs typeface="Arial"/>
                </a:defRPr>
              </a:lvl6pPr>
              <a:lvl7pPr algn="ctr">
                <a:defRPr sz="1385" b="0">
                  <a:solidFill>
                    <a:srgbClr val="000000"/>
                  </a:solidFill>
                  <a:latin typeface="Arial"/>
                  <a:ea typeface="Arial"/>
                  <a:cs typeface="Arial"/>
                </a:defRPr>
              </a:lvl7pPr>
              <a:lvl8pPr algn="ctr">
                <a:defRPr sz="1385" b="0">
                  <a:solidFill>
                    <a:srgbClr val="000000"/>
                  </a:solidFill>
                  <a:latin typeface="Arial"/>
                  <a:ea typeface="Arial"/>
                  <a:cs typeface="Arial"/>
                </a:defRPr>
              </a:lvl8pPr>
              <a:lvl9pPr algn="ctr">
                <a:defRPr sz="1385" b="0">
                  <a:solidFill>
                    <a:srgbClr val="000000"/>
                  </a:solidFill>
                  <a:latin typeface="Arial"/>
                  <a:ea typeface="Arial"/>
                  <a:cs typeface="Arial"/>
                </a:defRPr>
              </a:lvl9pPr>
            </a:lstStyle>
            <a:p>
              <a:pPr algn="ctr">
                <a:defRPr sz="1385" b="0">
                  <a:solidFill>
                    <a:srgbClr val="000000"/>
                  </a:solidFill>
                  <a:latin typeface="Arial"/>
                  <a:ea typeface="Arial"/>
                  <a:cs typeface="Arial"/>
                </a:defRPr>
              </a:pPr>
              <a:r>
                <a:rPr sz="1385" b="0">
                  <a:solidFill>
                    <a:srgbClr val="000000"/>
                  </a:solidFill>
                  <a:latin typeface="Arial"/>
                  <a:ea typeface="Arial"/>
                  <a:cs typeface="Arial"/>
                </a:rPr>
                <a:t>20</a:t>
              </a:r>
            </a:p>
          </p:txBody>
        </p:sp>
        <p:sp>
          <p:nvSpPr>
            <p:cNvPr id="100" name="B matching d-axis marker t38">
              <a:extLst>
                <a:ext uri="{FF2B5EF4-FFF2-40B4-BE49-F238E27FC236}">
                  <ns2:creationId id="{C6E09308-4099-42C8-B5E9-44BA849334FA}"/>
                </a:ext>
              </a:extLst>
            </p:cNvPr>
            <p:cNvSpPr>
              <a:spLocks noGrp="1"/>
            </p:cNvSpPr>
            <p:nvPr/>
          </p:nvSpPr>
          <p:spPr>
            <a:xfrm>
              <a:off x="7181532" y="2399348"/>
              <a:ext cx="116205" cy="116205"/>
            </a:xfrm>
            <a:prstGeom prst="ellipse">
              <a:avLst/>
            </a:prstGeom>
            <a:solidFill>
              <a:srgbClr val="FDE725"/>
            </a:solidFill>
            <a:ln w="19538">
              <a:solidFill>
                <a:srgbClr val="FDE725"/>
              </a:solidFill>
            </a:ln>
          </p:spPr>
        </p:sp>
        <p:sp>
          <p:nvSpPr>
            <p:cNvPr id="101" name="B">
              <a:extLst>
                <a:ext uri="{FF2B5EF4-FFF2-40B4-BE49-F238E27FC236}">
                  <ns2:creationId id="{8C82149B-A52C-4993-8535-2149ED0FA35E}"/>
                </a:ext>
              </a:extLst>
            </p:cNvPr>
            <p:cNvSpPr>
              <a:spLocks noGrp="1"/>
            </p:cNvSpPr>
            <p:nvPr/>
          </p:nvSpPr>
          <p:spPr>
            <a:xfrm>
              <a:off x="7106285" y="2562225"/>
              <a:ext cx="266700" cy="228600"/>
            </a:xfrm>
            <a:prstGeom prst="rect">
              <a:avLst/>
            </a:prstGeom>
            <a:noFill/>
            <a:ln w="0">
              <a:noFill/>
            </a:ln>
          </p:spPr>
          <p:txBody>
            <a:bodyPr wrap="none" lIns="0" tIns="0" rIns="0" bIns="0" anchor="ctr">
              <a:noAutofit/>
            </a:bodyPr>
            <a:lstStyle>
              <a:defPPr algn="ctr">
                <a:defRPr sz="1538" b="1">
                  <a:solidFill>
                    <a:srgbClr val="000000"/>
                  </a:solidFill>
                  <a:latin typeface="Arial"/>
                  <a:ea typeface="Arial"/>
                  <a:cs typeface="Arial"/>
                </a:defRPr>
              </a:defPPr>
              <a:lvl1pPr algn="ctr">
                <a:defRPr sz="1538" b="1">
                  <a:solidFill>
                    <a:srgbClr val="000000"/>
                  </a:solidFill>
                  <a:latin typeface="Arial"/>
                  <a:ea typeface="Arial"/>
                  <a:cs typeface="Arial"/>
                </a:defRPr>
              </a:lvl1pPr>
              <a:lvl2pPr algn="ctr">
                <a:defRPr sz="1538" b="1">
                  <a:solidFill>
                    <a:srgbClr val="000000"/>
                  </a:solidFill>
                  <a:latin typeface="Arial"/>
                  <a:ea typeface="Arial"/>
                  <a:cs typeface="Arial"/>
                </a:defRPr>
              </a:lvl2pPr>
              <a:lvl3pPr algn="ctr">
                <a:defRPr sz="1538" b="1">
                  <a:solidFill>
                    <a:srgbClr val="000000"/>
                  </a:solidFill>
                  <a:latin typeface="Arial"/>
                  <a:ea typeface="Arial"/>
                  <a:cs typeface="Arial"/>
                </a:defRPr>
              </a:lvl3pPr>
              <a:lvl4pPr algn="ctr">
                <a:defRPr sz="1538" b="1">
                  <a:solidFill>
                    <a:srgbClr val="000000"/>
                  </a:solidFill>
                  <a:latin typeface="Arial"/>
                  <a:ea typeface="Arial"/>
                  <a:cs typeface="Arial"/>
                </a:defRPr>
              </a:lvl4pPr>
              <a:lvl5pPr algn="ctr">
                <a:defRPr sz="1538" b="1">
                  <a:solidFill>
                    <a:srgbClr val="000000"/>
                  </a:solidFill>
                  <a:latin typeface="Arial"/>
                  <a:ea typeface="Arial"/>
                  <a:cs typeface="Arial"/>
                </a:defRPr>
              </a:lvl5pPr>
              <a:lvl6pPr algn="ctr">
                <a:defRPr sz="1538" b="1">
                  <a:solidFill>
                    <a:srgbClr val="000000"/>
                  </a:solidFill>
                  <a:latin typeface="Arial"/>
                  <a:ea typeface="Arial"/>
                  <a:cs typeface="Arial"/>
                </a:defRPr>
              </a:lvl6pPr>
              <a:lvl7pPr algn="ctr">
                <a:defRPr sz="1538" b="1">
                  <a:solidFill>
                    <a:srgbClr val="000000"/>
                  </a:solidFill>
                  <a:latin typeface="Arial"/>
                  <a:ea typeface="Arial"/>
                  <a:cs typeface="Arial"/>
                </a:defRPr>
              </a:lvl7pPr>
              <a:lvl8pPr algn="ctr">
                <a:defRPr sz="1538" b="1">
                  <a:solidFill>
                    <a:srgbClr val="000000"/>
                  </a:solidFill>
                  <a:latin typeface="Arial"/>
                  <a:ea typeface="Arial"/>
                  <a:cs typeface="Arial"/>
                </a:defRPr>
              </a:lvl8pPr>
              <a:lvl9pPr algn="ctr">
                <a:defRPr sz="1538" b="1">
                  <a:solidFill>
                    <a:srgbClr val="000000"/>
                  </a:solidFill>
                  <a:latin typeface="Arial"/>
                  <a:ea typeface="Arial"/>
                  <a:cs typeface="Arial"/>
                </a:defRPr>
              </a:lvl9pPr>
            </a:lstStyle>
            <a:p>
              <a:pPr algn="ctr">
                <a:defRPr sz="1538" b="1">
                  <a:solidFill>
                    <a:srgbClr val="000000"/>
                  </a:solidFill>
                  <a:latin typeface="Arial"/>
                  <a:ea typeface="Arial"/>
                  <a:cs typeface="Arial"/>
                </a:defRPr>
              </a:pPr>
              <a:r>
                <a:rPr sz="1538" b="1">
                  <a:solidFill>
                    <a:srgbClr val="000000"/>
                  </a:solidFill>
                  <a:latin typeface="Arial"/>
                  <a:ea typeface="Arial"/>
                  <a:cs typeface="Arial"/>
                </a:rPr>
                <a:t>B</a:t>
              </a:r>
            </a:p>
          </p:txBody>
        </p:sp>
        <p:sp>
          <p:nvSpPr>
            <p:cNvPr id="102" name="B exact d coordinate t38">
              <a:extLst>
                <a:ext uri="{FF2B5EF4-FFF2-40B4-BE49-F238E27FC236}">
                  <ns2:creationId id="{5EEAC270-6484-47A2-B1C0-E694DF83EA39}"/>
                </a:ext>
              </a:extLst>
            </p:cNvPr>
            <p:cNvSpPr>
              <a:spLocks noGrp="1"/>
            </p:cNvSpPr>
            <p:nvPr/>
          </p:nvSpPr>
          <p:spPr>
            <a:xfrm>
              <a:off x="7020560" y="2790825"/>
              <a:ext cx="438150" cy="219075"/>
            </a:xfrm>
            <a:prstGeom prst="rect">
              <a:avLst/>
            </a:prstGeom>
            <a:noFill/>
            <a:ln w="0">
              <a:noFill/>
            </a:ln>
          </p:spPr>
          <p:txBody>
            <a:bodyPr wrap="none" lIns="0" tIns="0" rIns="0" bIns="0" anchor="ctr">
              <a:noAutofit/>
            </a:bodyPr>
            <a:lstStyle>
              <a:defPPr algn="ctr">
                <a:defRPr sz="1385" b="0">
                  <a:solidFill>
                    <a:srgbClr val="000000"/>
                  </a:solidFill>
                  <a:latin typeface="Arial"/>
                  <a:ea typeface="Arial"/>
                  <a:cs typeface="Arial"/>
                </a:defRPr>
              </a:defPPr>
              <a:lvl1pPr algn="ctr">
                <a:defRPr sz="1385" b="0">
                  <a:solidFill>
                    <a:srgbClr val="000000"/>
                  </a:solidFill>
                  <a:latin typeface="Arial"/>
                  <a:ea typeface="Arial"/>
                  <a:cs typeface="Arial"/>
                </a:defRPr>
              </a:lvl1pPr>
              <a:lvl2pPr algn="ctr">
                <a:defRPr sz="1385" b="0">
                  <a:solidFill>
                    <a:srgbClr val="000000"/>
                  </a:solidFill>
                  <a:latin typeface="Arial"/>
                  <a:ea typeface="Arial"/>
                  <a:cs typeface="Arial"/>
                </a:defRPr>
              </a:lvl2pPr>
              <a:lvl3pPr algn="ctr">
                <a:defRPr sz="1385" b="0">
                  <a:solidFill>
                    <a:srgbClr val="000000"/>
                  </a:solidFill>
                  <a:latin typeface="Arial"/>
                  <a:ea typeface="Arial"/>
                  <a:cs typeface="Arial"/>
                </a:defRPr>
              </a:lvl3pPr>
              <a:lvl4pPr algn="ctr">
                <a:defRPr sz="1385" b="0">
                  <a:solidFill>
                    <a:srgbClr val="000000"/>
                  </a:solidFill>
                  <a:latin typeface="Arial"/>
                  <a:ea typeface="Arial"/>
                  <a:cs typeface="Arial"/>
                </a:defRPr>
              </a:lvl4pPr>
              <a:lvl5pPr algn="ctr">
                <a:defRPr sz="1385" b="0">
                  <a:solidFill>
                    <a:srgbClr val="000000"/>
                  </a:solidFill>
                  <a:latin typeface="Arial"/>
                  <a:ea typeface="Arial"/>
                  <a:cs typeface="Arial"/>
                </a:defRPr>
              </a:lvl5pPr>
              <a:lvl6pPr algn="ctr">
                <a:defRPr sz="1385" b="0">
                  <a:solidFill>
                    <a:srgbClr val="000000"/>
                  </a:solidFill>
                  <a:latin typeface="Arial"/>
                  <a:ea typeface="Arial"/>
                  <a:cs typeface="Arial"/>
                </a:defRPr>
              </a:lvl6pPr>
              <a:lvl7pPr algn="ctr">
                <a:defRPr sz="1385" b="0">
                  <a:solidFill>
                    <a:srgbClr val="000000"/>
                  </a:solidFill>
                  <a:latin typeface="Arial"/>
                  <a:ea typeface="Arial"/>
                  <a:cs typeface="Arial"/>
                </a:defRPr>
              </a:lvl7pPr>
              <a:lvl8pPr algn="ctr">
                <a:defRPr sz="1385" b="0">
                  <a:solidFill>
                    <a:srgbClr val="000000"/>
                  </a:solidFill>
                  <a:latin typeface="Arial"/>
                  <a:ea typeface="Arial"/>
                  <a:cs typeface="Arial"/>
                </a:defRPr>
              </a:lvl8pPr>
              <a:lvl9pPr algn="ctr">
                <a:defRPr sz="1385" b="0">
                  <a:solidFill>
                    <a:srgbClr val="000000"/>
                  </a:solidFill>
                  <a:latin typeface="Arial"/>
                  <a:ea typeface="Arial"/>
                  <a:cs typeface="Arial"/>
                </a:defRPr>
              </a:lvl9pPr>
            </a:lstStyle>
            <a:p>
              <a:pPr algn="ctr">
                <a:defRPr sz="1385" b="0">
                  <a:solidFill>
                    <a:srgbClr val="000000"/>
                  </a:solidFill>
                  <a:latin typeface="Arial"/>
                  <a:ea typeface="Arial"/>
                  <a:cs typeface="Arial"/>
                </a:defRPr>
              </a:pPr>
              <a:r>
                <a:rPr sz="1385" b="0">
                  <a:solidFill>
                    <a:srgbClr val="000000"/>
                  </a:solidFill>
                  <a:latin typeface="Arial"/>
                  <a:ea typeface="Arial"/>
                  <a:cs typeface="Arial"/>
                </a:rPr>
                <a:t>64</a:t>
              </a:r>
            </a:p>
          </p:txBody>
        </p:sp>
        <p:sp>
          <p:nvSpPr>
            <p:cNvPr id="103" name="C matching d-axis marker t38">
              <a:extLst>
                <a:ext uri="{FF2B5EF4-FFF2-40B4-BE49-F238E27FC236}">
                  <ns2:creationId id="{D662AECF-61E1-4F59-B9EE-EB48098F0B3A}"/>
                </a:ext>
              </a:extLst>
            </p:cNvPr>
            <p:cNvSpPr>
              <a:spLocks noGrp="1"/>
            </p:cNvSpPr>
            <p:nvPr/>
          </p:nvSpPr>
          <p:spPr>
            <a:xfrm>
              <a:off x="7685405" y="2383155"/>
              <a:ext cx="148590" cy="148590"/>
            </a:xfrm>
            <a:prstGeom prst="ellipse">
              <a:avLst/>
            </a:prstGeom>
            <a:solidFill>
              <a:srgbClr val="D9E219"/>
            </a:solidFill>
            <a:ln w="19538">
              <a:solidFill>
                <a:srgbClr val="D9E219"/>
              </a:solidFill>
            </a:ln>
          </p:spPr>
        </p:sp>
        <p:sp>
          <p:nvSpPr>
            <p:cNvPr id="104" name="C">
              <a:extLst>
                <a:ext uri="{FF2B5EF4-FFF2-40B4-BE49-F238E27FC236}">
                  <ns2:creationId id="{5BD77894-061A-4A83-8715-5B1EDA28F391}"/>
                </a:ext>
              </a:extLst>
            </p:cNvPr>
            <p:cNvSpPr>
              <a:spLocks noGrp="1"/>
            </p:cNvSpPr>
            <p:nvPr/>
          </p:nvSpPr>
          <p:spPr>
            <a:xfrm>
              <a:off x="7626350" y="2562225"/>
              <a:ext cx="266700" cy="228600"/>
            </a:xfrm>
            <a:prstGeom prst="rect">
              <a:avLst/>
            </a:prstGeom>
            <a:noFill/>
            <a:ln w="0">
              <a:noFill/>
            </a:ln>
          </p:spPr>
          <p:txBody>
            <a:bodyPr wrap="none" lIns="0" tIns="0" rIns="0" bIns="0" anchor="ctr">
              <a:noAutofit/>
            </a:bodyPr>
            <a:lstStyle>
              <a:defPPr algn="ctr">
                <a:defRPr sz="1538" b="1">
                  <a:solidFill>
                    <a:srgbClr val="000000"/>
                  </a:solidFill>
                  <a:latin typeface="Arial"/>
                  <a:ea typeface="Arial"/>
                  <a:cs typeface="Arial"/>
                </a:defRPr>
              </a:defPPr>
              <a:lvl1pPr algn="ctr">
                <a:defRPr sz="1538" b="1">
                  <a:solidFill>
                    <a:srgbClr val="000000"/>
                  </a:solidFill>
                  <a:latin typeface="Arial"/>
                  <a:ea typeface="Arial"/>
                  <a:cs typeface="Arial"/>
                </a:defRPr>
              </a:lvl1pPr>
              <a:lvl2pPr algn="ctr">
                <a:defRPr sz="1538" b="1">
                  <a:solidFill>
                    <a:srgbClr val="000000"/>
                  </a:solidFill>
                  <a:latin typeface="Arial"/>
                  <a:ea typeface="Arial"/>
                  <a:cs typeface="Arial"/>
                </a:defRPr>
              </a:lvl2pPr>
              <a:lvl3pPr algn="ctr">
                <a:defRPr sz="1538" b="1">
                  <a:solidFill>
                    <a:srgbClr val="000000"/>
                  </a:solidFill>
                  <a:latin typeface="Arial"/>
                  <a:ea typeface="Arial"/>
                  <a:cs typeface="Arial"/>
                </a:defRPr>
              </a:lvl3pPr>
              <a:lvl4pPr algn="ctr">
                <a:defRPr sz="1538" b="1">
                  <a:solidFill>
                    <a:srgbClr val="000000"/>
                  </a:solidFill>
                  <a:latin typeface="Arial"/>
                  <a:ea typeface="Arial"/>
                  <a:cs typeface="Arial"/>
                </a:defRPr>
              </a:lvl4pPr>
              <a:lvl5pPr algn="ctr">
                <a:defRPr sz="1538" b="1">
                  <a:solidFill>
                    <a:srgbClr val="000000"/>
                  </a:solidFill>
                  <a:latin typeface="Arial"/>
                  <a:ea typeface="Arial"/>
                  <a:cs typeface="Arial"/>
                </a:defRPr>
              </a:lvl5pPr>
              <a:lvl6pPr algn="ctr">
                <a:defRPr sz="1538" b="1">
                  <a:solidFill>
                    <a:srgbClr val="000000"/>
                  </a:solidFill>
                  <a:latin typeface="Arial"/>
                  <a:ea typeface="Arial"/>
                  <a:cs typeface="Arial"/>
                </a:defRPr>
              </a:lvl6pPr>
              <a:lvl7pPr algn="ctr">
                <a:defRPr sz="1538" b="1">
                  <a:solidFill>
                    <a:srgbClr val="000000"/>
                  </a:solidFill>
                  <a:latin typeface="Arial"/>
                  <a:ea typeface="Arial"/>
                  <a:cs typeface="Arial"/>
                </a:defRPr>
              </a:lvl7pPr>
              <a:lvl8pPr algn="ctr">
                <a:defRPr sz="1538" b="1">
                  <a:solidFill>
                    <a:srgbClr val="000000"/>
                  </a:solidFill>
                  <a:latin typeface="Arial"/>
                  <a:ea typeface="Arial"/>
                  <a:cs typeface="Arial"/>
                </a:defRPr>
              </a:lvl8pPr>
              <a:lvl9pPr algn="ctr">
                <a:defRPr sz="1538" b="1">
                  <a:solidFill>
                    <a:srgbClr val="000000"/>
                  </a:solidFill>
                  <a:latin typeface="Arial"/>
                  <a:ea typeface="Arial"/>
                  <a:cs typeface="Arial"/>
                </a:defRPr>
              </a:lvl9pPr>
            </a:lstStyle>
            <a:p>
              <a:pPr algn="ctr">
                <a:defRPr sz="1538" b="1">
                  <a:solidFill>
                    <a:srgbClr val="000000"/>
                  </a:solidFill>
                  <a:latin typeface="Arial"/>
                  <a:ea typeface="Arial"/>
                  <a:cs typeface="Arial"/>
                </a:defRPr>
              </a:pPr>
              <a:r>
                <a:rPr sz="1538" b="1">
                  <a:solidFill>
                    <a:srgbClr val="000000"/>
                  </a:solidFill>
                  <a:latin typeface="Arial"/>
                  <a:ea typeface="Arial"/>
                  <a:cs typeface="Arial"/>
                </a:rPr>
                <a:t>C</a:t>
              </a:r>
            </a:p>
          </p:txBody>
        </p:sp>
        <p:sp>
          <p:nvSpPr>
            <p:cNvPr id="105" name="C exact d coordinate t38">
              <a:extLst>
                <a:ext uri="{FF2B5EF4-FFF2-40B4-BE49-F238E27FC236}">
                  <ns2:creationId id="{DEE26A8F-2326-4E26-A812-EA9625D4808E}"/>
                </a:ext>
              </a:extLst>
            </p:cNvPr>
            <p:cNvSpPr>
              <a:spLocks noGrp="1"/>
            </p:cNvSpPr>
            <p:nvPr/>
          </p:nvSpPr>
          <p:spPr>
            <a:xfrm>
              <a:off x="7540625" y="2790825"/>
              <a:ext cx="438150" cy="219075"/>
            </a:xfrm>
            <a:prstGeom prst="rect">
              <a:avLst/>
            </a:prstGeom>
            <a:noFill/>
            <a:ln w="0">
              <a:noFill/>
            </a:ln>
          </p:spPr>
          <p:txBody>
            <a:bodyPr wrap="none" lIns="0" tIns="0" rIns="0" bIns="0" anchor="ctr">
              <a:noAutofit/>
            </a:bodyPr>
            <a:lstStyle>
              <a:defPPr algn="ctr">
                <a:defRPr sz="1385" b="0">
                  <a:solidFill>
                    <a:srgbClr val="000000"/>
                  </a:solidFill>
                  <a:latin typeface="Arial"/>
                  <a:ea typeface="Arial"/>
                  <a:cs typeface="Arial"/>
                </a:defRPr>
              </a:defPPr>
              <a:lvl1pPr algn="ctr">
                <a:defRPr sz="1385" b="0">
                  <a:solidFill>
                    <a:srgbClr val="000000"/>
                  </a:solidFill>
                  <a:latin typeface="Arial"/>
                  <a:ea typeface="Arial"/>
                  <a:cs typeface="Arial"/>
                </a:defRPr>
              </a:lvl1pPr>
              <a:lvl2pPr algn="ctr">
                <a:defRPr sz="1385" b="0">
                  <a:solidFill>
                    <a:srgbClr val="000000"/>
                  </a:solidFill>
                  <a:latin typeface="Arial"/>
                  <a:ea typeface="Arial"/>
                  <a:cs typeface="Arial"/>
                </a:defRPr>
              </a:lvl2pPr>
              <a:lvl3pPr algn="ctr">
                <a:defRPr sz="1385" b="0">
                  <a:solidFill>
                    <a:srgbClr val="000000"/>
                  </a:solidFill>
                  <a:latin typeface="Arial"/>
                  <a:ea typeface="Arial"/>
                  <a:cs typeface="Arial"/>
                </a:defRPr>
              </a:lvl3pPr>
              <a:lvl4pPr algn="ctr">
                <a:defRPr sz="1385" b="0">
                  <a:solidFill>
                    <a:srgbClr val="000000"/>
                  </a:solidFill>
                  <a:latin typeface="Arial"/>
                  <a:ea typeface="Arial"/>
                  <a:cs typeface="Arial"/>
                </a:defRPr>
              </a:lvl4pPr>
              <a:lvl5pPr algn="ctr">
                <a:defRPr sz="1385" b="0">
                  <a:solidFill>
                    <a:srgbClr val="000000"/>
                  </a:solidFill>
                  <a:latin typeface="Arial"/>
                  <a:ea typeface="Arial"/>
                  <a:cs typeface="Arial"/>
                </a:defRPr>
              </a:lvl5pPr>
              <a:lvl6pPr algn="ctr">
                <a:defRPr sz="1385" b="0">
                  <a:solidFill>
                    <a:srgbClr val="000000"/>
                  </a:solidFill>
                  <a:latin typeface="Arial"/>
                  <a:ea typeface="Arial"/>
                  <a:cs typeface="Arial"/>
                </a:defRPr>
              </a:lvl6pPr>
              <a:lvl7pPr algn="ctr">
                <a:defRPr sz="1385" b="0">
                  <a:solidFill>
                    <a:srgbClr val="000000"/>
                  </a:solidFill>
                  <a:latin typeface="Arial"/>
                  <a:ea typeface="Arial"/>
                  <a:cs typeface="Arial"/>
                </a:defRPr>
              </a:lvl7pPr>
              <a:lvl8pPr algn="ctr">
                <a:defRPr sz="1385" b="0">
                  <a:solidFill>
                    <a:srgbClr val="000000"/>
                  </a:solidFill>
                  <a:latin typeface="Arial"/>
                  <a:ea typeface="Arial"/>
                  <a:cs typeface="Arial"/>
                </a:defRPr>
              </a:lvl8pPr>
              <a:lvl9pPr algn="ctr">
                <a:defRPr sz="1385" b="0">
                  <a:solidFill>
                    <a:srgbClr val="000000"/>
                  </a:solidFill>
                  <a:latin typeface="Arial"/>
                  <a:ea typeface="Arial"/>
                  <a:cs typeface="Arial"/>
                </a:defRPr>
              </a:lvl9pPr>
            </a:lstStyle>
            <a:p>
              <a:pPr algn="ctr">
                <a:defRPr sz="1385" b="0">
                  <a:solidFill>
                    <a:srgbClr val="000000"/>
                  </a:solidFill>
                  <a:latin typeface="Arial"/>
                  <a:ea typeface="Arial"/>
                  <a:cs typeface="Arial"/>
                </a:defRPr>
              </a:pPr>
              <a:r>
                <a:rPr sz="1385" b="0">
                  <a:solidFill>
                    <a:srgbClr val="000000"/>
                  </a:solidFill>
                  <a:latin typeface="Arial"/>
                  <a:ea typeface="Arial"/>
                  <a:cs typeface="Arial"/>
                </a:rPr>
                <a:t>100</a:t>
              </a:r>
            </a:p>
          </p:txBody>
        </p:sp>
        <p:sp>
          <p:nvSpPr>
            <p:cNvPr id="106" name="t = 51">
              <a:extLst>
                <a:ext uri="{FF2B5EF4-FFF2-40B4-BE49-F238E27FC236}">
                  <ns2:creationId id="{8B909660-5516-4534-90C8-034A0B5787A5}"/>
                </a:ext>
              </a:extLst>
            </p:cNvPr>
            <p:cNvSpPr>
              <a:spLocks noGrp="1"/>
            </p:cNvSpPr>
            <p:nvPr/>
          </p:nvSpPr>
          <p:spPr>
            <a:xfrm>
              <a:off x="8277225" y="285750"/>
              <a:ext cx="1733550" cy="238125"/>
            </a:xfrm>
            <a:prstGeom prst="rect">
              <a:avLst/>
            </a:prstGeom>
            <a:noFill/>
            <a:ln w="0">
              <a:noFill/>
            </a:ln>
          </p:spPr>
          <p:txBody>
            <a:bodyPr wrap="none" lIns="0" tIns="0" rIns="0" bIns="0" anchor="ctr">
              <a:noAutofit/>
            </a:bodyPr>
            <a:lstStyle>
              <a:defPPr algn="ctr">
                <a:defRPr sz="1538" b="1">
                  <a:solidFill>
                    <a:srgbClr val="000000"/>
                  </a:solidFill>
                  <a:latin typeface="Arial"/>
                  <a:ea typeface="Arial"/>
                  <a:cs typeface="Arial"/>
                </a:defRPr>
              </a:defPPr>
              <a:lvl1pPr algn="ctr">
                <a:defRPr sz="1538" b="1">
                  <a:solidFill>
                    <a:srgbClr val="000000"/>
                  </a:solidFill>
                  <a:latin typeface="Arial"/>
                  <a:ea typeface="Arial"/>
                  <a:cs typeface="Arial"/>
                </a:defRPr>
              </a:lvl1pPr>
              <a:lvl2pPr algn="ctr">
                <a:defRPr sz="1538" b="1">
                  <a:solidFill>
                    <a:srgbClr val="000000"/>
                  </a:solidFill>
                  <a:latin typeface="Arial"/>
                  <a:ea typeface="Arial"/>
                  <a:cs typeface="Arial"/>
                </a:defRPr>
              </a:lvl2pPr>
              <a:lvl3pPr algn="ctr">
                <a:defRPr sz="1538" b="1">
                  <a:solidFill>
                    <a:srgbClr val="000000"/>
                  </a:solidFill>
                  <a:latin typeface="Arial"/>
                  <a:ea typeface="Arial"/>
                  <a:cs typeface="Arial"/>
                </a:defRPr>
              </a:lvl3pPr>
              <a:lvl4pPr algn="ctr">
                <a:defRPr sz="1538" b="1">
                  <a:solidFill>
                    <a:srgbClr val="000000"/>
                  </a:solidFill>
                  <a:latin typeface="Arial"/>
                  <a:ea typeface="Arial"/>
                  <a:cs typeface="Arial"/>
                </a:defRPr>
              </a:lvl4pPr>
              <a:lvl5pPr algn="ctr">
                <a:defRPr sz="1538" b="1">
                  <a:solidFill>
                    <a:srgbClr val="000000"/>
                  </a:solidFill>
                  <a:latin typeface="Arial"/>
                  <a:ea typeface="Arial"/>
                  <a:cs typeface="Arial"/>
                </a:defRPr>
              </a:lvl5pPr>
              <a:lvl6pPr algn="ctr">
                <a:defRPr sz="1538" b="1">
                  <a:solidFill>
                    <a:srgbClr val="000000"/>
                  </a:solidFill>
                  <a:latin typeface="Arial"/>
                  <a:ea typeface="Arial"/>
                  <a:cs typeface="Arial"/>
                </a:defRPr>
              </a:lvl6pPr>
              <a:lvl7pPr algn="ctr">
                <a:defRPr sz="1538" b="1">
                  <a:solidFill>
                    <a:srgbClr val="000000"/>
                  </a:solidFill>
                  <a:latin typeface="Arial"/>
                  <a:ea typeface="Arial"/>
                  <a:cs typeface="Arial"/>
                </a:defRPr>
              </a:lvl7pPr>
              <a:lvl8pPr algn="ctr">
                <a:defRPr sz="1538" b="1">
                  <a:solidFill>
                    <a:srgbClr val="000000"/>
                  </a:solidFill>
                  <a:latin typeface="Arial"/>
                  <a:ea typeface="Arial"/>
                  <a:cs typeface="Arial"/>
                </a:defRPr>
              </a:lvl8pPr>
              <a:lvl9pPr algn="ctr">
                <a:defRPr sz="1538" b="1">
                  <a:solidFill>
                    <a:srgbClr val="000000"/>
                  </a:solidFill>
                  <a:latin typeface="Arial"/>
                  <a:ea typeface="Arial"/>
                  <a:cs typeface="Arial"/>
                </a:defRPr>
              </a:lvl9pPr>
            </a:lstStyle>
            <a:p>
              <a:pPr algn="ctr">
                <a:defRPr sz="1538" b="1">
                  <a:solidFill>
                    <a:srgbClr val="000000"/>
                  </a:solidFill>
                  <a:latin typeface="Arial"/>
                  <a:ea typeface="Arial"/>
                  <a:cs typeface="Arial"/>
                </a:defRPr>
              </a:pPr>
              <a:r>
                <a:rPr sz="1538" b="1">
                  <a:solidFill>
                    <a:srgbClr val="000000"/>
                  </a:solidFill>
                  <a:latin typeface="Arial"/>
                  <a:ea typeface="Arial"/>
                  <a:cs typeface="Arial"/>
                </a:rPr>
                <a:t>t = 51</a:t>
              </a:r>
            </a:p>
          </p:txBody>
        </p:sp>
        <p:pic>
          <p:nvPicPr>
            <p:cNvPr id="107" name="">
              <a:extLst>
                <a:ext uri="{FF2B5EF4-FFF2-40B4-BE49-F238E27FC236}">
                  <ns2:creationId id="{99049792-F83B-4D8A-AA77-FF0181C2348F}"/>
                </a:ext>
              </a:extLst>
            </p:cNvPr>
            <p:cNvPicPr>
              <a:picLocks noChangeAspect="1"/>
            </p:cNvPicPr>
            <p:nvPr/>
          </p:nvPicPr>
          <p:blipFill>
            <a:blip r:embed="R88659059dc254568"/>
            <a:stretch/>
          </p:blipFill>
          <p:spPr>
            <a:xfrm>
              <a:off x="8277225" y="552450"/>
              <a:ext cx="1733550" cy="1733550"/>
            </a:xfrm>
            <a:prstGeom prst="rect">
              <a:avLst/>
            </a:prstGeom>
          </p:spPr>
        </p:pic>
        <p:sp>
          <p:nvSpPr>
            <p:cNvPr id="108" name="Scientific domain frame">
              <a:extLst>
                <a:ext uri="{FF2B5EF4-FFF2-40B4-BE49-F238E27FC236}">
                  <ns2:creationId id="{66FFDE51-4AE0-4FD1-9978-7B588F35733A}"/>
                </a:ext>
              </a:extLst>
            </p:cNvPr>
            <p:cNvSpPr>
              <a:spLocks noGrp="1"/>
            </p:cNvSpPr>
            <p:nvPr/>
          </p:nvSpPr>
          <p:spPr>
            <a:xfrm>
              <a:off x="8277225" y="552450"/>
              <a:ext cx="1733550" cy="1733550"/>
            </a:xfrm>
            <a:prstGeom prst="rect">
              <a:avLst/>
            </a:prstGeom>
            <a:noFill/>
            <a:ln w="7815">
              <a:solidFill>
                <a:srgbClr val="000000"/>
              </a:solidFill>
            </a:ln>
          </p:spPr>
        </p:sp>
        <p:sp>
          <p:nvSpPr>
            <p:cNvPr id="109" name="A source-to-d projection t51">
              <a:extLst>
                <a:ext uri="{FF2B5EF4-FFF2-40B4-BE49-F238E27FC236}">
                  <ns2:creationId id="{52B92996-42A9-4CC5-B819-284653A6D9A9}"/>
                </a:ext>
              </a:extLst>
            </p:cNvPr>
            <p:cNvSpPr>
              <a:spLocks noGrp="1"/>
            </p:cNvSpPr>
            <p:nvPr/>
          </p:nvSpPr>
          <p:spPr>
            <a:xfrm>
              <a:off x="8566150" y="2038985"/>
              <a:ext cx="95" cy="376555"/>
            </a:xfrm>
            <a:custGeom>
              <a:pathLst>
                <a:path w="95" h="490855">
                  <a:moveTo>
                    <a:pt x="0" y="0"/>
                  </a:moveTo>
                  <a:lnTo>
                    <a:pt x="0" y="490855"/>
                  </a:lnTo>
                </a:path>
              </a:pathLst>
            </a:custGeom>
            <a:noFill/>
            <a:ln w="12211">
              <a:solidFill>
                <a:srgbClr val="000000"/>
              </a:solidFill>
              <a:prstDash val="dash"/>
            </a:ln>
          </p:spPr>
        </p:sp>
        <p:sp>
          <p:nvSpPr>
            <p:cNvPr id="110" name="B source-to-d projection t51">
              <a:extLst>
                <a:ext uri="{FF2B5EF4-FFF2-40B4-BE49-F238E27FC236}">
                  <ns2:creationId id="{11DBD3C3-85D6-474D-A06D-801846435524}"/>
                </a:ext>
              </a:extLst>
            </p:cNvPr>
            <p:cNvSpPr>
              <a:spLocks noGrp="1"/>
            </p:cNvSpPr>
            <p:nvPr/>
          </p:nvSpPr>
          <p:spPr>
            <a:xfrm>
              <a:off x="9324578" y="1657906"/>
              <a:ext cx="95" cy="741442"/>
            </a:xfrm>
            <a:custGeom>
              <a:pathLst>
                <a:path w="95" h="855742">
                  <a:moveTo>
                    <a:pt x="0" y="0"/>
                  </a:moveTo>
                  <a:lnTo>
                    <a:pt x="0" y="855742"/>
                  </a:lnTo>
                </a:path>
              </a:pathLst>
            </a:custGeom>
            <a:noFill/>
            <a:ln w="12211">
              <a:solidFill>
                <a:srgbClr val="000000"/>
              </a:solidFill>
              <a:prstDash val="dash"/>
            </a:ln>
          </p:spPr>
        </p:sp>
        <p:sp>
          <p:nvSpPr>
            <p:cNvPr id="111" name="C source-to-d projection t51">
              <a:extLst>
                <a:ext uri="{FF2B5EF4-FFF2-40B4-BE49-F238E27FC236}">
                  <ns2:creationId id="{61B1C5C2-0510-4CAC-86EB-7818F72EBADD}"/>
                </a:ext>
              </a:extLst>
            </p:cNvPr>
            <p:cNvSpPr>
              <a:spLocks noGrp="1"/>
            </p:cNvSpPr>
            <p:nvPr/>
          </p:nvSpPr>
          <p:spPr>
            <a:xfrm>
              <a:off x="9721850" y="915670"/>
              <a:ext cx="95" cy="1467485"/>
            </a:xfrm>
            <a:custGeom>
              <a:pathLst>
                <a:path w="95" h="1581785">
                  <a:moveTo>
                    <a:pt x="0" y="0"/>
                  </a:moveTo>
                  <a:lnTo>
                    <a:pt x="0" y="1581785"/>
                  </a:lnTo>
                </a:path>
              </a:pathLst>
            </a:custGeom>
            <a:noFill/>
            <a:ln w="12211">
              <a:solidFill>
                <a:srgbClr val="000000"/>
              </a:solidFill>
              <a:prstDash val="dash"/>
            </a:ln>
          </p:spPr>
        </p:sp>
        <p:sp>
          <p:nvSpPr>
            <p:cNvPr id="112" name="A source identity marker t51">
              <a:extLst>
                <a:ext uri="{FF2B5EF4-FFF2-40B4-BE49-F238E27FC236}">
                  <ns2:creationId id="{A119E0D4-07A4-42C4-A6F7-1E796B0924BE}"/>
                </a:ext>
              </a:extLst>
            </p:cNvPr>
            <p:cNvSpPr>
              <a:spLocks noGrp="1"/>
            </p:cNvSpPr>
            <p:nvPr/>
          </p:nvSpPr>
          <p:spPr>
            <a:xfrm>
              <a:off x="8524240" y="1955165"/>
              <a:ext cx="83820" cy="83820"/>
            </a:xfrm>
            <a:prstGeom prst="ellipse">
              <a:avLst/>
            </a:prstGeom>
            <a:noFill/>
            <a:ln w="19538">
              <a:solidFill>
                <a:srgbClr val="ECE51B"/>
              </a:solidFill>
            </a:ln>
          </p:spPr>
        </p:sp>
        <p:sp>
          <p:nvSpPr>
            <p:cNvPr id="113" name="A black source label t51">
              <a:extLst>
                <a:ext uri="{FF2B5EF4-FFF2-40B4-BE49-F238E27FC236}">
                  <ns2:creationId id="{057BC686-D64D-45B2-8F6C-C1F4FB507E65}"/>
                </a:ext>
              </a:extLst>
            </p:cNvPr>
            <p:cNvSpPr>
              <a:spLocks noGrp="1"/>
            </p:cNvSpPr>
            <p:nvPr/>
          </p:nvSpPr>
          <p:spPr>
            <a:xfrm>
              <a:off x="8661400" y="1749425"/>
              <a:ext cx="257175" cy="238125"/>
            </a:xfrm>
            <a:prstGeom prst="rect">
              <a:avLst/>
            </a:prstGeom>
            <a:noFill/>
            <a:ln w="0">
              <a:noFill/>
            </a:ln>
          </p:spPr>
          <p:txBody>
            <a:bodyPr wrap="none" lIns="0" tIns="0" rIns="0" bIns="0" anchor="ctr">
              <a:noAutofit/>
            </a:bodyPr>
            <a:lstStyle>
              <a:defPPr algn="l">
                <a:defRPr sz="1615" b="1">
                  <a:solidFill>
                    <a:srgbClr val="000000"/>
                  </a:solidFill>
                  <a:latin typeface="Arial"/>
                  <a:ea typeface="Arial"/>
                  <a:cs typeface="Arial"/>
                </a:defRPr>
              </a:defPPr>
              <a:lvl1pPr algn="l">
                <a:defRPr sz="1615" b="1">
                  <a:solidFill>
                    <a:srgbClr val="000000"/>
                  </a:solidFill>
                  <a:latin typeface="Arial"/>
                  <a:ea typeface="Arial"/>
                  <a:cs typeface="Arial"/>
                </a:defRPr>
              </a:lvl1pPr>
              <a:lvl2pPr algn="l">
                <a:defRPr sz="1615" b="1">
                  <a:solidFill>
                    <a:srgbClr val="000000"/>
                  </a:solidFill>
                  <a:latin typeface="Arial"/>
                  <a:ea typeface="Arial"/>
                  <a:cs typeface="Arial"/>
                </a:defRPr>
              </a:lvl2pPr>
              <a:lvl3pPr algn="l">
                <a:defRPr sz="1615" b="1">
                  <a:solidFill>
                    <a:srgbClr val="000000"/>
                  </a:solidFill>
                  <a:latin typeface="Arial"/>
                  <a:ea typeface="Arial"/>
                  <a:cs typeface="Arial"/>
                </a:defRPr>
              </a:lvl3pPr>
              <a:lvl4pPr algn="l">
                <a:defRPr sz="1615" b="1">
                  <a:solidFill>
                    <a:srgbClr val="000000"/>
                  </a:solidFill>
                  <a:latin typeface="Arial"/>
                  <a:ea typeface="Arial"/>
                  <a:cs typeface="Arial"/>
                </a:defRPr>
              </a:lvl4pPr>
              <a:lvl5pPr algn="l">
                <a:defRPr sz="1615" b="1">
                  <a:solidFill>
                    <a:srgbClr val="000000"/>
                  </a:solidFill>
                  <a:latin typeface="Arial"/>
                  <a:ea typeface="Arial"/>
                  <a:cs typeface="Arial"/>
                </a:defRPr>
              </a:lvl5pPr>
              <a:lvl6pPr algn="l">
                <a:defRPr sz="1615" b="1">
                  <a:solidFill>
                    <a:srgbClr val="000000"/>
                  </a:solidFill>
                  <a:latin typeface="Arial"/>
                  <a:ea typeface="Arial"/>
                  <a:cs typeface="Arial"/>
                </a:defRPr>
              </a:lvl6pPr>
              <a:lvl7pPr algn="l">
                <a:defRPr sz="1615" b="1">
                  <a:solidFill>
                    <a:srgbClr val="000000"/>
                  </a:solidFill>
                  <a:latin typeface="Arial"/>
                  <a:ea typeface="Arial"/>
                  <a:cs typeface="Arial"/>
                </a:defRPr>
              </a:lvl7pPr>
              <a:lvl8pPr algn="l">
                <a:defRPr sz="1615" b="1">
                  <a:solidFill>
                    <a:srgbClr val="000000"/>
                  </a:solidFill>
                  <a:latin typeface="Arial"/>
                  <a:ea typeface="Arial"/>
                  <a:cs typeface="Arial"/>
                </a:defRPr>
              </a:lvl8pPr>
              <a:lvl9pPr algn="l">
                <a:defRPr sz="1615" b="1">
                  <a:solidFill>
                    <a:srgbClr val="000000"/>
                  </a:solidFill>
                  <a:latin typeface="Arial"/>
                  <a:ea typeface="Arial"/>
                  <a:cs typeface="Arial"/>
                </a:defRPr>
              </a:lvl9pPr>
            </a:lstStyle>
            <a:p>
              <a:pPr algn="l">
                <a:defRPr sz="1615" b="1">
                  <a:solidFill>
                    <a:srgbClr val="000000"/>
                  </a:solidFill>
                  <a:latin typeface="Arial"/>
                  <a:ea typeface="Arial"/>
                  <a:cs typeface="Arial"/>
                </a:defRPr>
              </a:pPr>
              <a:r>
                <a:rPr sz="1615" b="1">
                  <a:solidFill>
                    <a:srgbClr val="000000"/>
                  </a:solidFill>
                  <a:latin typeface="Arial"/>
                  <a:ea typeface="Arial"/>
                  <a:cs typeface="Arial"/>
                </a:rPr>
                <a:t>A</a:t>
              </a:r>
            </a:p>
          </p:txBody>
        </p:sp>
        <p:sp>
          <p:nvSpPr>
            <p:cNvPr id="114" name="B source identity marker t51">
              <a:extLst>
                <a:ext uri="{FF2B5EF4-FFF2-40B4-BE49-F238E27FC236}">
                  <ns2:creationId id="{CC054422-1AC2-489A-AEEC-93FB16706E7F}"/>
                </a:ext>
              </a:extLst>
            </p:cNvPr>
            <p:cNvSpPr>
              <a:spLocks noGrp="1"/>
            </p:cNvSpPr>
            <p:nvPr/>
          </p:nvSpPr>
          <p:spPr>
            <a:xfrm>
              <a:off x="9266476" y="1541701"/>
              <a:ext cx="116205" cy="116205"/>
            </a:xfrm>
            <a:prstGeom prst="ellipse">
              <a:avLst/>
            </a:prstGeom>
            <a:noFill/>
            <a:ln w="19538">
              <a:solidFill>
                <a:srgbClr val="FDE725"/>
              </a:solidFill>
            </a:ln>
          </p:spPr>
        </p:sp>
        <p:sp>
          <p:nvSpPr>
            <p:cNvPr id="115" name="B black source label t51">
              <a:extLst>
                <a:ext uri="{FF2B5EF4-FFF2-40B4-BE49-F238E27FC236}">
                  <ns2:creationId id="{E66540AD-95E4-4D7C-A108-CD830DD54858}"/>
                </a:ext>
              </a:extLst>
            </p:cNvPr>
            <p:cNvSpPr>
              <a:spLocks noGrp="1"/>
            </p:cNvSpPr>
            <p:nvPr/>
          </p:nvSpPr>
          <p:spPr>
            <a:xfrm>
              <a:off x="9419828" y="1352153"/>
              <a:ext cx="257175" cy="238125"/>
            </a:xfrm>
            <a:prstGeom prst="rect">
              <a:avLst/>
            </a:prstGeom>
            <a:noFill/>
            <a:ln w="0">
              <a:noFill/>
            </a:ln>
          </p:spPr>
          <p:txBody>
            <a:bodyPr wrap="none" lIns="0" tIns="0" rIns="0" bIns="0" anchor="ctr">
              <a:noAutofit/>
            </a:bodyPr>
            <a:lstStyle>
              <a:defPPr algn="l">
                <a:defRPr sz="1615" b="1">
                  <a:solidFill>
                    <a:srgbClr val="000000"/>
                  </a:solidFill>
                  <a:latin typeface="Arial"/>
                  <a:ea typeface="Arial"/>
                  <a:cs typeface="Arial"/>
                </a:defRPr>
              </a:defPPr>
              <a:lvl1pPr algn="l">
                <a:defRPr sz="1615" b="1">
                  <a:solidFill>
                    <a:srgbClr val="000000"/>
                  </a:solidFill>
                  <a:latin typeface="Arial"/>
                  <a:ea typeface="Arial"/>
                  <a:cs typeface="Arial"/>
                </a:defRPr>
              </a:lvl1pPr>
              <a:lvl2pPr algn="l">
                <a:defRPr sz="1615" b="1">
                  <a:solidFill>
                    <a:srgbClr val="000000"/>
                  </a:solidFill>
                  <a:latin typeface="Arial"/>
                  <a:ea typeface="Arial"/>
                  <a:cs typeface="Arial"/>
                </a:defRPr>
              </a:lvl2pPr>
              <a:lvl3pPr algn="l">
                <a:defRPr sz="1615" b="1">
                  <a:solidFill>
                    <a:srgbClr val="000000"/>
                  </a:solidFill>
                  <a:latin typeface="Arial"/>
                  <a:ea typeface="Arial"/>
                  <a:cs typeface="Arial"/>
                </a:defRPr>
              </a:lvl3pPr>
              <a:lvl4pPr algn="l">
                <a:defRPr sz="1615" b="1">
                  <a:solidFill>
                    <a:srgbClr val="000000"/>
                  </a:solidFill>
                  <a:latin typeface="Arial"/>
                  <a:ea typeface="Arial"/>
                  <a:cs typeface="Arial"/>
                </a:defRPr>
              </a:lvl4pPr>
              <a:lvl5pPr algn="l">
                <a:defRPr sz="1615" b="1">
                  <a:solidFill>
                    <a:srgbClr val="000000"/>
                  </a:solidFill>
                  <a:latin typeface="Arial"/>
                  <a:ea typeface="Arial"/>
                  <a:cs typeface="Arial"/>
                </a:defRPr>
              </a:lvl5pPr>
              <a:lvl6pPr algn="l">
                <a:defRPr sz="1615" b="1">
                  <a:solidFill>
                    <a:srgbClr val="000000"/>
                  </a:solidFill>
                  <a:latin typeface="Arial"/>
                  <a:ea typeface="Arial"/>
                  <a:cs typeface="Arial"/>
                </a:defRPr>
              </a:lvl6pPr>
              <a:lvl7pPr algn="l">
                <a:defRPr sz="1615" b="1">
                  <a:solidFill>
                    <a:srgbClr val="000000"/>
                  </a:solidFill>
                  <a:latin typeface="Arial"/>
                  <a:ea typeface="Arial"/>
                  <a:cs typeface="Arial"/>
                </a:defRPr>
              </a:lvl7pPr>
              <a:lvl8pPr algn="l">
                <a:defRPr sz="1615" b="1">
                  <a:solidFill>
                    <a:srgbClr val="000000"/>
                  </a:solidFill>
                  <a:latin typeface="Arial"/>
                  <a:ea typeface="Arial"/>
                  <a:cs typeface="Arial"/>
                </a:defRPr>
              </a:lvl8pPr>
              <a:lvl9pPr algn="l">
                <a:defRPr sz="1615" b="1">
                  <a:solidFill>
                    <a:srgbClr val="000000"/>
                  </a:solidFill>
                  <a:latin typeface="Arial"/>
                  <a:ea typeface="Arial"/>
                  <a:cs typeface="Arial"/>
                </a:defRPr>
              </a:lvl9pPr>
            </a:lstStyle>
            <a:p>
              <a:pPr algn="l">
                <a:defRPr sz="1615" b="1">
                  <a:solidFill>
                    <a:srgbClr val="000000"/>
                  </a:solidFill>
                  <a:latin typeface="Arial"/>
                  <a:ea typeface="Arial"/>
                  <a:cs typeface="Arial"/>
                </a:defRPr>
              </a:pPr>
              <a:r>
                <a:rPr sz="1615" b="1">
                  <a:solidFill>
                    <a:srgbClr val="000000"/>
                  </a:solidFill>
                  <a:latin typeface="Arial"/>
                  <a:ea typeface="Arial"/>
                  <a:cs typeface="Arial"/>
                </a:rPr>
                <a:t>B</a:t>
              </a:r>
            </a:p>
          </p:txBody>
        </p:sp>
        <p:sp>
          <p:nvSpPr>
            <p:cNvPr id="116" name="C source identity marker t51">
              <a:extLst>
                <a:ext uri="{FF2B5EF4-FFF2-40B4-BE49-F238E27FC236}">
                  <ns2:creationId id="{19A2118B-1094-4DEC-99A1-76FE711C7CC1}"/>
                </a:ext>
              </a:extLst>
            </p:cNvPr>
            <p:cNvSpPr>
              <a:spLocks noGrp="1"/>
            </p:cNvSpPr>
            <p:nvPr/>
          </p:nvSpPr>
          <p:spPr>
            <a:xfrm>
              <a:off x="9647555" y="767080"/>
              <a:ext cx="148590" cy="148590"/>
            </a:xfrm>
            <a:prstGeom prst="ellipse">
              <a:avLst/>
            </a:prstGeom>
            <a:noFill/>
            <a:ln w="19538">
              <a:solidFill>
                <a:srgbClr val="D9E219"/>
              </a:solidFill>
            </a:ln>
          </p:spPr>
        </p:sp>
        <p:sp>
          <p:nvSpPr>
            <p:cNvPr id="117" name="C black source label t51">
              <a:extLst>
                <a:ext uri="{FF2B5EF4-FFF2-40B4-BE49-F238E27FC236}">
                  <ns2:creationId id="{85A47A0E-FEA6-4315-B44D-FEA0B678D466}"/>
                </a:ext>
              </a:extLst>
            </p:cNvPr>
            <p:cNvSpPr>
              <a:spLocks noGrp="1"/>
            </p:cNvSpPr>
            <p:nvPr/>
          </p:nvSpPr>
          <p:spPr>
            <a:xfrm>
              <a:off x="9817100" y="593725"/>
              <a:ext cx="257175" cy="238125"/>
            </a:xfrm>
            <a:prstGeom prst="rect">
              <a:avLst/>
            </a:prstGeom>
            <a:noFill/>
            <a:ln w="0">
              <a:noFill/>
            </a:ln>
          </p:spPr>
          <p:txBody>
            <a:bodyPr wrap="none" lIns="0" tIns="0" rIns="0" bIns="0" anchor="ctr">
              <a:noAutofit/>
            </a:bodyPr>
            <a:lstStyle>
              <a:defPPr algn="l">
                <a:defRPr sz="1615" b="1">
                  <a:solidFill>
                    <a:srgbClr val="000000"/>
                  </a:solidFill>
                  <a:latin typeface="Arial"/>
                  <a:ea typeface="Arial"/>
                  <a:cs typeface="Arial"/>
                </a:defRPr>
              </a:defPPr>
              <a:lvl1pPr algn="l">
                <a:defRPr sz="1615" b="1">
                  <a:solidFill>
                    <a:srgbClr val="000000"/>
                  </a:solidFill>
                  <a:latin typeface="Arial"/>
                  <a:ea typeface="Arial"/>
                  <a:cs typeface="Arial"/>
                </a:defRPr>
              </a:lvl1pPr>
              <a:lvl2pPr algn="l">
                <a:defRPr sz="1615" b="1">
                  <a:solidFill>
                    <a:srgbClr val="000000"/>
                  </a:solidFill>
                  <a:latin typeface="Arial"/>
                  <a:ea typeface="Arial"/>
                  <a:cs typeface="Arial"/>
                </a:defRPr>
              </a:lvl2pPr>
              <a:lvl3pPr algn="l">
                <a:defRPr sz="1615" b="1">
                  <a:solidFill>
                    <a:srgbClr val="000000"/>
                  </a:solidFill>
                  <a:latin typeface="Arial"/>
                  <a:ea typeface="Arial"/>
                  <a:cs typeface="Arial"/>
                </a:defRPr>
              </a:lvl3pPr>
              <a:lvl4pPr algn="l">
                <a:defRPr sz="1615" b="1">
                  <a:solidFill>
                    <a:srgbClr val="000000"/>
                  </a:solidFill>
                  <a:latin typeface="Arial"/>
                  <a:ea typeface="Arial"/>
                  <a:cs typeface="Arial"/>
                </a:defRPr>
              </a:lvl4pPr>
              <a:lvl5pPr algn="l">
                <a:defRPr sz="1615" b="1">
                  <a:solidFill>
                    <a:srgbClr val="000000"/>
                  </a:solidFill>
                  <a:latin typeface="Arial"/>
                  <a:ea typeface="Arial"/>
                  <a:cs typeface="Arial"/>
                </a:defRPr>
              </a:lvl5pPr>
              <a:lvl6pPr algn="l">
                <a:defRPr sz="1615" b="1">
                  <a:solidFill>
                    <a:srgbClr val="000000"/>
                  </a:solidFill>
                  <a:latin typeface="Arial"/>
                  <a:ea typeface="Arial"/>
                  <a:cs typeface="Arial"/>
                </a:defRPr>
              </a:lvl6pPr>
              <a:lvl7pPr algn="l">
                <a:defRPr sz="1615" b="1">
                  <a:solidFill>
                    <a:srgbClr val="000000"/>
                  </a:solidFill>
                  <a:latin typeface="Arial"/>
                  <a:ea typeface="Arial"/>
                  <a:cs typeface="Arial"/>
                </a:defRPr>
              </a:lvl7pPr>
              <a:lvl8pPr algn="l">
                <a:defRPr sz="1615" b="1">
                  <a:solidFill>
                    <a:srgbClr val="000000"/>
                  </a:solidFill>
                  <a:latin typeface="Arial"/>
                  <a:ea typeface="Arial"/>
                  <a:cs typeface="Arial"/>
                </a:defRPr>
              </a:lvl8pPr>
              <a:lvl9pPr algn="l">
                <a:defRPr sz="1615" b="1">
                  <a:solidFill>
                    <a:srgbClr val="000000"/>
                  </a:solidFill>
                  <a:latin typeface="Arial"/>
                  <a:ea typeface="Arial"/>
                  <a:cs typeface="Arial"/>
                </a:defRPr>
              </a:lvl9pPr>
            </a:lstStyle>
            <a:p>
              <a:pPr algn="l">
                <a:defRPr sz="1615" b="1">
                  <a:solidFill>
                    <a:srgbClr val="000000"/>
                  </a:solidFill>
                  <a:latin typeface="Arial"/>
                  <a:ea typeface="Arial"/>
                  <a:cs typeface="Arial"/>
                </a:defRPr>
              </a:pPr>
              <a:r>
                <a:rPr sz="1615" b="1">
                  <a:solidFill>
                    <a:srgbClr val="000000"/>
                  </a:solidFill>
                  <a:latin typeface="Arial"/>
                  <a:ea typeface="Arial"/>
                  <a:cs typeface="Arial"/>
                </a:rPr>
                <a:t>C</a:t>
              </a:r>
            </a:p>
          </p:txBody>
        </p:sp>
        <p:sp>
          <p:nvSpPr>
            <p:cNvPr id="118" name="Scientific line">
              <a:extLst>
                <a:ext uri="{FF2B5EF4-FFF2-40B4-BE49-F238E27FC236}">
                  <ns2:creationId id="{87B29C76-D0B1-4A17-BAD3-0F36B7C85842}"/>
                </a:ext>
              </a:extLst>
            </p:cNvPr>
            <p:cNvSpPr>
              <a:spLocks noGrp="1"/>
            </p:cNvSpPr>
            <p:nvPr/>
          </p:nvSpPr>
          <p:spPr>
            <a:xfrm>
              <a:off x="8277225" y="2457450"/>
              <a:ext cx="1733550" cy="95"/>
            </a:xfrm>
            <a:custGeom>
              <a:pathLst>
                <a:path w="1733550" h="95">
                  <a:moveTo>
                    <a:pt x="0" y="0"/>
                  </a:moveTo>
                  <a:lnTo>
                    <a:pt x="1733550" y="0"/>
                  </a:lnTo>
                </a:path>
              </a:pathLst>
            </a:custGeom>
            <a:noFill/>
            <a:ln w="11723">
              <a:solidFill>
                <a:srgbClr val="000000"/>
              </a:solidFill>
              <a:prstDash val="solid"/>
            </a:ln>
          </p:spPr>
        </p:sp>
        <p:sp>
          <p:nvSpPr>
            <p:cNvPr id="119" name="Scientific line">
              <a:extLst>
                <a:ext uri="{FF2B5EF4-FFF2-40B4-BE49-F238E27FC236}">
                  <ns2:creationId id="{0635C3EF-956F-4C1B-B8E9-46D8FEF9B2DC}"/>
                </a:ext>
              </a:extLst>
            </p:cNvPr>
            <p:cNvSpPr>
              <a:spLocks noGrp="1"/>
            </p:cNvSpPr>
            <p:nvPr/>
          </p:nvSpPr>
          <p:spPr>
            <a:xfrm>
              <a:off x="9953625" y="2428875"/>
              <a:ext cx="57150" cy="28575"/>
            </a:xfrm>
            <a:custGeom>
              <a:pathLst>
                <a:path w="57150" h="28575">
                  <a:moveTo>
                    <a:pt x="0" y="0"/>
                  </a:moveTo>
                  <a:lnTo>
                    <a:pt x="57150" y="28575"/>
                  </a:lnTo>
                </a:path>
              </a:pathLst>
            </a:custGeom>
            <a:noFill/>
            <a:ln w="11723">
              <a:solidFill>
                <a:srgbClr val="000000"/>
              </a:solidFill>
              <a:prstDash val="solid"/>
            </a:ln>
          </p:spPr>
        </p:sp>
        <p:sp>
          <p:nvSpPr>
            <p:cNvPr id="120" name="Scientific line">
              <a:extLst>
                <a:ext uri="{FF2B5EF4-FFF2-40B4-BE49-F238E27FC236}">
                  <ns2:creationId id="{80D394E6-21C0-4D83-B4E4-ACB024BFF5AD}"/>
                </a:ext>
              </a:extLst>
            </p:cNvPr>
            <p:cNvSpPr>
              <a:spLocks noGrp="1"/>
            </p:cNvSpPr>
            <p:nvPr/>
          </p:nvSpPr>
          <p:spPr>
            <a:xfrm>
              <a:off x="9953625" y="2457450"/>
              <a:ext cx="57150" cy="28575"/>
            </a:xfrm>
            <a:custGeom>
              <a:pathLst>
                <a:path w="57150" h="28575">
                  <a:moveTo>
                    <a:pt x="0" y="28575"/>
                  </a:moveTo>
                  <a:lnTo>
                    <a:pt x="57150" y="0"/>
                  </a:lnTo>
                </a:path>
              </a:pathLst>
            </a:custGeom>
            <a:noFill/>
            <a:ln w="11723">
              <a:solidFill>
                <a:srgbClr val="000000"/>
              </a:solidFill>
              <a:prstDash val="solid"/>
            </a:ln>
          </p:spPr>
        </p:sp>
        <p:sp>
          <p:nvSpPr>
            <p:cNvPr id="121" name="A matching d-axis marker t51">
              <a:extLst>
                <a:ext uri="{FF2B5EF4-FFF2-40B4-BE49-F238E27FC236}">
                  <ns2:creationId id="{EDC2D23D-F3C6-4D66-907E-2029D9675F83}"/>
                </a:ext>
              </a:extLst>
            </p:cNvPr>
            <p:cNvSpPr>
              <a:spLocks noGrp="1"/>
            </p:cNvSpPr>
            <p:nvPr/>
          </p:nvSpPr>
          <p:spPr>
            <a:xfrm>
              <a:off x="8524240" y="2415540"/>
              <a:ext cx="83820" cy="83820"/>
            </a:xfrm>
            <a:prstGeom prst="ellipse">
              <a:avLst/>
            </a:prstGeom>
            <a:solidFill>
              <a:srgbClr val="ECE51B"/>
            </a:solidFill>
            <a:ln w="19538">
              <a:solidFill>
                <a:srgbClr val="ECE51B"/>
              </a:solidFill>
            </a:ln>
          </p:spPr>
        </p:sp>
        <p:sp>
          <p:nvSpPr>
            <p:cNvPr id="122" name="A">
              <a:extLst>
                <a:ext uri="{FF2B5EF4-FFF2-40B4-BE49-F238E27FC236}">
                  <ns2:creationId id="{05E158E6-221E-41B9-ADB4-225A9D505DE2}"/>
                </a:ext>
              </a:extLst>
            </p:cNvPr>
            <p:cNvSpPr>
              <a:spLocks noGrp="1"/>
            </p:cNvSpPr>
            <p:nvPr/>
          </p:nvSpPr>
          <p:spPr>
            <a:xfrm>
              <a:off x="8432800" y="2562225"/>
              <a:ext cx="266700" cy="228600"/>
            </a:xfrm>
            <a:prstGeom prst="rect">
              <a:avLst/>
            </a:prstGeom>
            <a:noFill/>
            <a:ln w="0">
              <a:noFill/>
            </a:ln>
          </p:spPr>
          <p:txBody>
            <a:bodyPr wrap="none" lIns="0" tIns="0" rIns="0" bIns="0" anchor="ctr">
              <a:noAutofit/>
            </a:bodyPr>
            <a:lstStyle>
              <a:defPPr algn="ctr">
                <a:defRPr sz="1538" b="1">
                  <a:solidFill>
                    <a:srgbClr val="000000"/>
                  </a:solidFill>
                  <a:latin typeface="Arial"/>
                  <a:ea typeface="Arial"/>
                  <a:cs typeface="Arial"/>
                </a:defRPr>
              </a:defPPr>
              <a:lvl1pPr algn="ctr">
                <a:defRPr sz="1538" b="1">
                  <a:solidFill>
                    <a:srgbClr val="000000"/>
                  </a:solidFill>
                  <a:latin typeface="Arial"/>
                  <a:ea typeface="Arial"/>
                  <a:cs typeface="Arial"/>
                </a:defRPr>
              </a:lvl1pPr>
              <a:lvl2pPr algn="ctr">
                <a:defRPr sz="1538" b="1">
                  <a:solidFill>
                    <a:srgbClr val="000000"/>
                  </a:solidFill>
                  <a:latin typeface="Arial"/>
                  <a:ea typeface="Arial"/>
                  <a:cs typeface="Arial"/>
                </a:defRPr>
              </a:lvl2pPr>
              <a:lvl3pPr algn="ctr">
                <a:defRPr sz="1538" b="1">
                  <a:solidFill>
                    <a:srgbClr val="000000"/>
                  </a:solidFill>
                  <a:latin typeface="Arial"/>
                  <a:ea typeface="Arial"/>
                  <a:cs typeface="Arial"/>
                </a:defRPr>
              </a:lvl3pPr>
              <a:lvl4pPr algn="ctr">
                <a:defRPr sz="1538" b="1">
                  <a:solidFill>
                    <a:srgbClr val="000000"/>
                  </a:solidFill>
                  <a:latin typeface="Arial"/>
                  <a:ea typeface="Arial"/>
                  <a:cs typeface="Arial"/>
                </a:defRPr>
              </a:lvl4pPr>
              <a:lvl5pPr algn="ctr">
                <a:defRPr sz="1538" b="1">
                  <a:solidFill>
                    <a:srgbClr val="000000"/>
                  </a:solidFill>
                  <a:latin typeface="Arial"/>
                  <a:ea typeface="Arial"/>
                  <a:cs typeface="Arial"/>
                </a:defRPr>
              </a:lvl5pPr>
              <a:lvl6pPr algn="ctr">
                <a:defRPr sz="1538" b="1">
                  <a:solidFill>
                    <a:srgbClr val="000000"/>
                  </a:solidFill>
                  <a:latin typeface="Arial"/>
                  <a:ea typeface="Arial"/>
                  <a:cs typeface="Arial"/>
                </a:defRPr>
              </a:lvl6pPr>
              <a:lvl7pPr algn="ctr">
                <a:defRPr sz="1538" b="1">
                  <a:solidFill>
                    <a:srgbClr val="000000"/>
                  </a:solidFill>
                  <a:latin typeface="Arial"/>
                  <a:ea typeface="Arial"/>
                  <a:cs typeface="Arial"/>
                </a:defRPr>
              </a:lvl7pPr>
              <a:lvl8pPr algn="ctr">
                <a:defRPr sz="1538" b="1">
                  <a:solidFill>
                    <a:srgbClr val="000000"/>
                  </a:solidFill>
                  <a:latin typeface="Arial"/>
                  <a:ea typeface="Arial"/>
                  <a:cs typeface="Arial"/>
                </a:defRPr>
              </a:lvl8pPr>
              <a:lvl9pPr algn="ctr">
                <a:defRPr sz="1538" b="1">
                  <a:solidFill>
                    <a:srgbClr val="000000"/>
                  </a:solidFill>
                  <a:latin typeface="Arial"/>
                  <a:ea typeface="Arial"/>
                  <a:cs typeface="Arial"/>
                </a:defRPr>
              </a:lvl9pPr>
            </a:lstStyle>
            <a:p>
              <a:pPr algn="ctr">
                <a:defRPr sz="1538" b="1">
                  <a:solidFill>
                    <a:srgbClr val="000000"/>
                  </a:solidFill>
                  <a:latin typeface="Arial"/>
                  <a:ea typeface="Arial"/>
                  <a:cs typeface="Arial"/>
                </a:defRPr>
              </a:pPr>
              <a:r>
                <a:rPr sz="1538" b="1">
                  <a:solidFill>
                    <a:srgbClr val="000000"/>
                  </a:solidFill>
                  <a:latin typeface="Arial"/>
                  <a:ea typeface="Arial"/>
                  <a:cs typeface="Arial"/>
                </a:rPr>
                <a:t>A</a:t>
              </a:r>
            </a:p>
          </p:txBody>
        </p:sp>
        <p:sp>
          <p:nvSpPr>
            <p:cNvPr id="123" name="A exact d coordinate t51">
              <a:extLst>
                <a:ext uri="{FF2B5EF4-FFF2-40B4-BE49-F238E27FC236}">
                  <ns2:creationId id="{746FB3A5-4403-4816-AB73-E93897583354}"/>
                </a:ext>
              </a:extLst>
            </p:cNvPr>
            <p:cNvSpPr>
              <a:spLocks noGrp="1"/>
            </p:cNvSpPr>
            <p:nvPr/>
          </p:nvSpPr>
          <p:spPr>
            <a:xfrm>
              <a:off x="8347075" y="2790825"/>
              <a:ext cx="438150" cy="219075"/>
            </a:xfrm>
            <a:prstGeom prst="rect">
              <a:avLst/>
            </a:prstGeom>
            <a:noFill/>
            <a:ln w="0">
              <a:noFill/>
            </a:ln>
          </p:spPr>
          <p:txBody>
            <a:bodyPr wrap="none" lIns="0" tIns="0" rIns="0" bIns="0" anchor="ctr">
              <a:noAutofit/>
            </a:bodyPr>
            <a:lstStyle>
              <a:defPPr algn="ctr">
                <a:defRPr sz="1385" b="0">
                  <a:solidFill>
                    <a:srgbClr val="000000"/>
                  </a:solidFill>
                  <a:latin typeface="Arial"/>
                  <a:ea typeface="Arial"/>
                  <a:cs typeface="Arial"/>
                </a:defRPr>
              </a:defPPr>
              <a:lvl1pPr algn="ctr">
                <a:defRPr sz="1385" b="0">
                  <a:solidFill>
                    <a:srgbClr val="000000"/>
                  </a:solidFill>
                  <a:latin typeface="Arial"/>
                  <a:ea typeface="Arial"/>
                  <a:cs typeface="Arial"/>
                </a:defRPr>
              </a:lvl1pPr>
              <a:lvl2pPr algn="ctr">
                <a:defRPr sz="1385" b="0">
                  <a:solidFill>
                    <a:srgbClr val="000000"/>
                  </a:solidFill>
                  <a:latin typeface="Arial"/>
                  <a:ea typeface="Arial"/>
                  <a:cs typeface="Arial"/>
                </a:defRPr>
              </a:lvl2pPr>
              <a:lvl3pPr algn="ctr">
                <a:defRPr sz="1385" b="0">
                  <a:solidFill>
                    <a:srgbClr val="000000"/>
                  </a:solidFill>
                  <a:latin typeface="Arial"/>
                  <a:ea typeface="Arial"/>
                  <a:cs typeface="Arial"/>
                </a:defRPr>
              </a:lvl3pPr>
              <a:lvl4pPr algn="ctr">
                <a:defRPr sz="1385" b="0">
                  <a:solidFill>
                    <a:srgbClr val="000000"/>
                  </a:solidFill>
                  <a:latin typeface="Arial"/>
                  <a:ea typeface="Arial"/>
                  <a:cs typeface="Arial"/>
                </a:defRPr>
              </a:lvl4pPr>
              <a:lvl5pPr algn="ctr">
                <a:defRPr sz="1385" b="0">
                  <a:solidFill>
                    <a:srgbClr val="000000"/>
                  </a:solidFill>
                  <a:latin typeface="Arial"/>
                  <a:ea typeface="Arial"/>
                  <a:cs typeface="Arial"/>
                </a:defRPr>
              </a:lvl5pPr>
              <a:lvl6pPr algn="ctr">
                <a:defRPr sz="1385" b="0">
                  <a:solidFill>
                    <a:srgbClr val="000000"/>
                  </a:solidFill>
                  <a:latin typeface="Arial"/>
                  <a:ea typeface="Arial"/>
                  <a:cs typeface="Arial"/>
                </a:defRPr>
              </a:lvl6pPr>
              <a:lvl7pPr algn="ctr">
                <a:defRPr sz="1385" b="0">
                  <a:solidFill>
                    <a:srgbClr val="000000"/>
                  </a:solidFill>
                  <a:latin typeface="Arial"/>
                  <a:ea typeface="Arial"/>
                  <a:cs typeface="Arial"/>
                </a:defRPr>
              </a:lvl7pPr>
              <a:lvl8pPr algn="ctr">
                <a:defRPr sz="1385" b="0">
                  <a:solidFill>
                    <a:srgbClr val="000000"/>
                  </a:solidFill>
                  <a:latin typeface="Arial"/>
                  <a:ea typeface="Arial"/>
                  <a:cs typeface="Arial"/>
                </a:defRPr>
              </a:lvl8pPr>
              <a:lvl9pPr algn="ctr">
                <a:defRPr sz="1385" b="0">
                  <a:solidFill>
                    <a:srgbClr val="000000"/>
                  </a:solidFill>
                  <a:latin typeface="Arial"/>
                  <a:ea typeface="Arial"/>
                  <a:cs typeface="Arial"/>
                </a:defRPr>
              </a:lvl9pPr>
            </a:lstStyle>
            <a:p>
              <a:pPr algn="ctr">
                <a:defRPr sz="1385" b="0">
                  <a:solidFill>
                    <a:srgbClr val="000000"/>
                  </a:solidFill>
                  <a:latin typeface="Arial"/>
                  <a:ea typeface="Arial"/>
                  <a:cs typeface="Arial"/>
                </a:defRPr>
              </a:pPr>
              <a:r>
                <a:rPr sz="1385" b="0">
                  <a:solidFill>
                    <a:srgbClr val="000000"/>
                  </a:solidFill>
                  <a:latin typeface="Arial"/>
                  <a:ea typeface="Arial"/>
                  <a:cs typeface="Arial"/>
                </a:rPr>
                <a:t>20</a:t>
              </a:r>
            </a:p>
          </p:txBody>
        </p:sp>
        <p:sp>
          <p:nvSpPr>
            <p:cNvPr id="124" name="B matching d-axis marker t51">
              <a:extLst>
                <a:ext uri="{FF2B5EF4-FFF2-40B4-BE49-F238E27FC236}">
                  <ns2:creationId id="{361E8A6B-F41B-43D1-B66B-190D8F3E6159}"/>
                </a:ext>
              </a:extLst>
            </p:cNvPr>
            <p:cNvSpPr>
              <a:spLocks noGrp="1"/>
            </p:cNvSpPr>
            <p:nvPr/>
          </p:nvSpPr>
          <p:spPr>
            <a:xfrm>
              <a:off x="9266476" y="2399348"/>
              <a:ext cx="116205" cy="116205"/>
            </a:xfrm>
            <a:prstGeom prst="ellipse">
              <a:avLst/>
            </a:prstGeom>
            <a:solidFill>
              <a:srgbClr val="FDE725"/>
            </a:solidFill>
            <a:ln w="19538">
              <a:solidFill>
                <a:srgbClr val="FDE725"/>
              </a:solidFill>
            </a:ln>
          </p:spPr>
        </p:sp>
        <p:sp>
          <p:nvSpPr>
            <p:cNvPr id="125" name="B">
              <a:extLst>
                <a:ext uri="{FF2B5EF4-FFF2-40B4-BE49-F238E27FC236}">
                  <ns2:creationId id="{2FD2B57E-5A2D-4E9C-8FC1-69842BF1920C}"/>
                </a:ext>
              </a:extLst>
            </p:cNvPr>
            <p:cNvSpPr>
              <a:spLocks noGrp="1"/>
            </p:cNvSpPr>
            <p:nvPr/>
          </p:nvSpPr>
          <p:spPr>
            <a:xfrm>
              <a:off x="9191228" y="2562225"/>
              <a:ext cx="266700" cy="228600"/>
            </a:xfrm>
            <a:prstGeom prst="rect">
              <a:avLst/>
            </a:prstGeom>
            <a:noFill/>
            <a:ln w="0">
              <a:noFill/>
            </a:ln>
          </p:spPr>
          <p:txBody>
            <a:bodyPr wrap="none" lIns="0" tIns="0" rIns="0" bIns="0" anchor="ctr">
              <a:noAutofit/>
            </a:bodyPr>
            <a:lstStyle>
              <a:defPPr algn="ctr">
                <a:defRPr sz="1538" b="1">
                  <a:solidFill>
                    <a:srgbClr val="000000"/>
                  </a:solidFill>
                  <a:latin typeface="Arial"/>
                  <a:ea typeface="Arial"/>
                  <a:cs typeface="Arial"/>
                </a:defRPr>
              </a:defPPr>
              <a:lvl1pPr algn="ctr">
                <a:defRPr sz="1538" b="1">
                  <a:solidFill>
                    <a:srgbClr val="000000"/>
                  </a:solidFill>
                  <a:latin typeface="Arial"/>
                  <a:ea typeface="Arial"/>
                  <a:cs typeface="Arial"/>
                </a:defRPr>
              </a:lvl1pPr>
              <a:lvl2pPr algn="ctr">
                <a:defRPr sz="1538" b="1">
                  <a:solidFill>
                    <a:srgbClr val="000000"/>
                  </a:solidFill>
                  <a:latin typeface="Arial"/>
                  <a:ea typeface="Arial"/>
                  <a:cs typeface="Arial"/>
                </a:defRPr>
              </a:lvl2pPr>
              <a:lvl3pPr algn="ctr">
                <a:defRPr sz="1538" b="1">
                  <a:solidFill>
                    <a:srgbClr val="000000"/>
                  </a:solidFill>
                  <a:latin typeface="Arial"/>
                  <a:ea typeface="Arial"/>
                  <a:cs typeface="Arial"/>
                </a:defRPr>
              </a:lvl3pPr>
              <a:lvl4pPr algn="ctr">
                <a:defRPr sz="1538" b="1">
                  <a:solidFill>
                    <a:srgbClr val="000000"/>
                  </a:solidFill>
                  <a:latin typeface="Arial"/>
                  <a:ea typeface="Arial"/>
                  <a:cs typeface="Arial"/>
                </a:defRPr>
              </a:lvl4pPr>
              <a:lvl5pPr algn="ctr">
                <a:defRPr sz="1538" b="1">
                  <a:solidFill>
                    <a:srgbClr val="000000"/>
                  </a:solidFill>
                  <a:latin typeface="Arial"/>
                  <a:ea typeface="Arial"/>
                  <a:cs typeface="Arial"/>
                </a:defRPr>
              </a:lvl5pPr>
              <a:lvl6pPr algn="ctr">
                <a:defRPr sz="1538" b="1">
                  <a:solidFill>
                    <a:srgbClr val="000000"/>
                  </a:solidFill>
                  <a:latin typeface="Arial"/>
                  <a:ea typeface="Arial"/>
                  <a:cs typeface="Arial"/>
                </a:defRPr>
              </a:lvl6pPr>
              <a:lvl7pPr algn="ctr">
                <a:defRPr sz="1538" b="1">
                  <a:solidFill>
                    <a:srgbClr val="000000"/>
                  </a:solidFill>
                  <a:latin typeface="Arial"/>
                  <a:ea typeface="Arial"/>
                  <a:cs typeface="Arial"/>
                </a:defRPr>
              </a:lvl7pPr>
              <a:lvl8pPr algn="ctr">
                <a:defRPr sz="1538" b="1">
                  <a:solidFill>
                    <a:srgbClr val="000000"/>
                  </a:solidFill>
                  <a:latin typeface="Arial"/>
                  <a:ea typeface="Arial"/>
                  <a:cs typeface="Arial"/>
                </a:defRPr>
              </a:lvl8pPr>
              <a:lvl9pPr algn="ctr">
                <a:defRPr sz="1538" b="1">
                  <a:solidFill>
                    <a:srgbClr val="000000"/>
                  </a:solidFill>
                  <a:latin typeface="Arial"/>
                  <a:ea typeface="Arial"/>
                  <a:cs typeface="Arial"/>
                </a:defRPr>
              </a:lvl9pPr>
            </a:lstStyle>
            <a:p>
              <a:pPr algn="ctr">
                <a:defRPr sz="1538" b="1">
                  <a:solidFill>
                    <a:srgbClr val="000000"/>
                  </a:solidFill>
                  <a:latin typeface="Arial"/>
                  <a:ea typeface="Arial"/>
                  <a:cs typeface="Arial"/>
                </a:defRPr>
              </a:pPr>
              <a:r>
                <a:rPr sz="1538" b="1">
                  <a:solidFill>
                    <a:srgbClr val="000000"/>
                  </a:solidFill>
                  <a:latin typeface="Arial"/>
                  <a:ea typeface="Arial"/>
                  <a:cs typeface="Arial"/>
                </a:rPr>
                <a:t>B</a:t>
              </a:r>
            </a:p>
          </p:txBody>
        </p:sp>
        <p:sp>
          <p:nvSpPr>
            <p:cNvPr id="126" name="B exact d coordinate t51">
              <a:extLst>
                <a:ext uri="{FF2B5EF4-FFF2-40B4-BE49-F238E27FC236}">
                  <ns2:creationId id="{DDD93658-4B41-4766-9649-7972DA42CCE8}"/>
                </a:ext>
              </a:extLst>
            </p:cNvPr>
            <p:cNvSpPr>
              <a:spLocks noGrp="1"/>
            </p:cNvSpPr>
            <p:nvPr/>
          </p:nvSpPr>
          <p:spPr>
            <a:xfrm>
              <a:off x="9105503" y="2790825"/>
              <a:ext cx="438150" cy="219075"/>
            </a:xfrm>
            <a:prstGeom prst="rect">
              <a:avLst/>
            </a:prstGeom>
            <a:noFill/>
            <a:ln w="0">
              <a:noFill/>
            </a:ln>
          </p:spPr>
          <p:txBody>
            <a:bodyPr wrap="none" lIns="0" tIns="0" rIns="0" bIns="0" anchor="ctr">
              <a:noAutofit/>
            </a:bodyPr>
            <a:lstStyle>
              <a:defPPr algn="ctr">
                <a:defRPr sz="1385" b="0">
                  <a:solidFill>
                    <a:srgbClr val="000000"/>
                  </a:solidFill>
                  <a:latin typeface="Arial"/>
                  <a:ea typeface="Arial"/>
                  <a:cs typeface="Arial"/>
                </a:defRPr>
              </a:defPPr>
              <a:lvl1pPr algn="ctr">
                <a:defRPr sz="1385" b="0">
                  <a:solidFill>
                    <a:srgbClr val="000000"/>
                  </a:solidFill>
                  <a:latin typeface="Arial"/>
                  <a:ea typeface="Arial"/>
                  <a:cs typeface="Arial"/>
                </a:defRPr>
              </a:lvl1pPr>
              <a:lvl2pPr algn="ctr">
                <a:defRPr sz="1385" b="0">
                  <a:solidFill>
                    <a:srgbClr val="000000"/>
                  </a:solidFill>
                  <a:latin typeface="Arial"/>
                  <a:ea typeface="Arial"/>
                  <a:cs typeface="Arial"/>
                </a:defRPr>
              </a:lvl2pPr>
              <a:lvl3pPr algn="ctr">
                <a:defRPr sz="1385" b="0">
                  <a:solidFill>
                    <a:srgbClr val="000000"/>
                  </a:solidFill>
                  <a:latin typeface="Arial"/>
                  <a:ea typeface="Arial"/>
                  <a:cs typeface="Arial"/>
                </a:defRPr>
              </a:lvl3pPr>
              <a:lvl4pPr algn="ctr">
                <a:defRPr sz="1385" b="0">
                  <a:solidFill>
                    <a:srgbClr val="000000"/>
                  </a:solidFill>
                  <a:latin typeface="Arial"/>
                  <a:ea typeface="Arial"/>
                  <a:cs typeface="Arial"/>
                </a:defRPr>
              </a:lvl4pPr>
              <a:lvl5pPr algn="ctr">
                <a:defRPr sz="1385" b="0">
                  <a:solidFill>
                    <a:srgbClr val="000000"/>
                  </a:solidFill>
                  <a:latin typeface="Arial"/>
                  <a:ea typeface="Arial"/>
                  <a:cs typeface="Arial"/>
                </a:defRPr>
              </a:lvl5pPr>
              <a:lvl6pPr algn="ctr">
                <a:defRPr sz="1385" b="0">
                  <a:solidFill>
                    <a:srgbClr val="000000"/>
                  </a:solidFill>
                  <a:latin typeface="Arial"/>
                  <a:ea typeface="Arial"/>
                  <a:cs typeface="Arial"/>
                </a:defRPr>
              </a:lvl6pPr>
              <a:lvl7pPr algn="ctr">
                <a:defRPr sz="1385" b="0">
                  <a:solidFill>
                    <a:srgbClr val="000000"/>
                  </a:solidFill>
                  <a:latin typeface="Arial"/>
                  <a:ea typeface="Arial"/>
                  <a:cs typeface="Arial"/>
                </a:defRPr>
              </a:lvl7pPr>
              <a:lvl8pPr algn="ctr">
                <a:defRPr sz="1385" b="0">
                  <a:solidFill>
                    <a:srgbClr val="000000"/>
                  </a:solidFill>
                  <a:latin typeface="Arial"/>
                  <a:ea typeface="Arial"/>
                  <a:cs typeface="Arial"/>
                </a:defRPr>
              </a:lvl8pPr>
              <a:lvl9pPr algn="ctr">
                <a:defRPr sz="1385" b="0">
                  <a:solidFill>
                    <a:srgbClr val="000000"/>
                  </a:solidFill>
                  <a:latin typeface="Arial"/>
                  <a:ea typeface="Arial"/>
                  <a:cs typeface="Arial"/>
                </a:defRPr>
              </a:lvl9pPr>
            </a:lstStyle>
            <a:p>
              <a:pPr algn="ctr">
                <a:defRPr sz="1385" b="0">
                  <a:solidFill>
                    <a:srgbClr val="000000"/>
                  </a:solidFill>
                  <a:latin typeface="Arial"/>
                  <a:ea typeface="Arial"/>
                  <a:cs typeface="Arial"/>
                </a:defRPr>
              </a:pPr>
              <a:r>
                <a:rPr sz="1385" b="0">
                  <a:solidFill>
                    <a:srgbClr val="000000"/>
                  </a:solidFill>
                  <a:latin typeface="Arial"/>
                  <a:ea typeface="Arial"/>
                  <a:cs typeface="Arial"/>
                </a:rPr>
                <a:t>72.5</a:t>
              </a:r>
            </a:p>
          </p:txBody>
        </p:sp>
        <p:sp>
          <p:nvSpPr>
            <p:cNvPr id="127" name="C matching d-axis marker t51">
              <a:extLst>
                <a:ext uri="{FF2B5EF4-FFF2-40B4-BE49-F238E27FC236}">
                  <ns2:creationId id="{EBD40BAB-F253-4A2F-94F7-A919625EA31A}"/>
                </a:ext>
              </a:extLst>
            </p:cNvPr>
            <p:cNvSpPr>
              <a:spLocks noGrp="1"/>
            </p:cNvSpPr>
            <p:nvPr/>
          </p:nvSpPr>
          <p:spPr>
            <a:xfrm>
              <a:off x="9647555" y="2383155"/>
              <a:ext cx="148590" cy="148590"/>
            </a:xfrm>
            <a:prstGeom prst="ellipse">
              <a:avLst/>
            </a:prstGeom>
            <a:solidFill>
              <a:srgbClr val="D9E219"/>
            </a:solidFill>
            <a:ln w="19538">
              <a:solidFill>
                <a:srgbClr val="D9E219"/>
              </a:solidFill>
            </a:ln>
          </p:spPr>
        </p:sp>
        <p:sp>
          <p:nvSpPr>
            <p:cNvPr id="128" name="C">
              <a:extLst>
                <a:ext uri="{FF2B5EF4-FFF2-40B4-BE49-F238E27FC236}">
                  <ns2:creationId id="{8544357D-F182-4497-A885-C33E63CED57D}"/>
                </a:ext>
              </a:extLst>
            </p:cNvPr>
            <p:cNvSpPr>
              <a:spLocks noGrp="1"/>
            </p:cNvSpPr>
            <p:nvPr/>
          </p:nvSpPr>
          <p:spPr>
            <a:xfrm>
              <a:off x="9588500" y="2562225"/>
              <a:ext cx="266700" cy="228600"/>
            </a:xfrm>
            <a:prstGeom prst="rect">
              <a:avLst/>
            </a:prstGeom>
            <a:noFill/>
            <a:ln w="0">
              <a:noFill/>
            </a:ln>
          </p:spPr>
          <p:txBody>
            <a:bodyPr wrap="none" lIns="0" tIns="0" rIns="0" bIns="0" anchor="ctr">
              <a:noAutofit/>
            </a:bodyPr>
            <a:lstStyle>
              <a:defPPr algn="ctr">
                <a:defRPr sz="1538" b="1">
                  <a:solidFill>
                    <a:srgbClr val="000000"/>
                  </a:solidFill>
                  <a:latin typeface="Arial"/>
                  <a:ea typeface="Arial"/>
                  <a:cs typeface="Arial"/>
                </a:defRPr>
              </a:defPPr>
              <a:lvl1pPr algn="ctr">
                <a:defRPr sz="1538" b="1">
                  <a:solidFill>
                    <a:srgbClr val="000000"/>
                  </a:solidFill>
                  <a:latin typeface="Arial"/>
                  <a:ea typeface="Arial"/>
                  <a:cs typeface="Arial"/>
                </a:defRPr>
              </a:lvl1pPr>
              <a:lvl2pPr algn="ctr">
                <a:defRPr sz="1538" b="1">
                  <a:solidFill>
                    <a:srgbClr val="000000"/>
                  </a:solidFill>
                  <a:latin typeface="Arial"/>
                  <a:ea typeface="Arial"/>
                  <a:cs typeface="Arial"/>
                </a:defRPr>
              </a:lvl2pPr>
              <a:lvl3pPr algn="ctr">
                <a:defRPr sz="1538" b="1">
                  <a:solidFill>
                    <a:srgbClr val="000000"/>
                  </a:solidFill>
                  <a:latin typeface="Arial"/>
                  <a:ea typeface="Arial"/>
                  <a:cs typeface="Arial"/>
                </a:defRPr>
              </a:lvl3pPr>
              <a:lvl4pPr algn="ctr">
                <a:defRPr sz="1538" b="1">
                  <a:solidFill>
                    <a:srgbClr val="000000"/>
                  </a:solidFill>
                  <a:latin typeface="Arial"/>
                  <a:ea typeface="Arial"/>
                  <a:cs typeface="Arial"/>
                </a:defRPr>
              </a:lvl4pPr>
              <a:lvl5pPr algn="ctr">
                <a:defRPr sz="1538" b="1">
                  <a:solidFill>
                    <a:srgbClr val="000000"/>
                  </a:solidFill>
                  <a:latin typeface="Arial"/>
                  <a:ea typeface="Arial"/>
                  <a:cs typeface="Arial"/>
                </a:defRPr>
              </a:lvl5pPr>
              <a:lvl6pPr algn="ctr">
                <a:defRPr sz="1538" b="1">
                  <a:solidFill>
                    <a:srgbClr val="000000"/>
                  </a:solidFill>
                  <a:latin typeface="Arial"/>
                  <a:ea typeface="Arial"/>
                  <a:cs typeface="Arial"/>
                </a:defRPr>
              </a:lvl6pPr>
              <a:lvl7pPr algn="ctr">
                <a:defRPr sz="1538" b="1">
                  <a:solidFill>
                    <a:srgbClr val="000000"/>
                  </a:solidFill>
                  <a:latin typeface="Arial"/>
                  <a:ea typeface="Arial"/>
                  <a:cs typeface="Arial"/>
                </a:defRPr>
              </a:lvl7pPr>
              <a:lvl8pPr algn="ctr">
                <a:defRPr sz="1538" b="1">
                  <a:solidFill>
                    <a:srgbClr val="000000"/>
                  </a:solidFill>
                  <a:latin typeface="Arial"/>
                  <a:ea typeface="Arial"/>
                  <a:cs typeface="Arial"/>
                </a:defRPr>
              </a:lvl8pPr>
              <a:lvl9pPr algn="ctr">
                <a:defRPr sz="1538" b="1">
                  <a:solidFill>
                    <a:srgbClr val="000000"/>
                  </a:solidFill>
                  <a:latin typeface="Arial"/>
                  <a:ea typeface="Arial"/>
                  <a:cs typeface="Arial"/>
                </a:defRPr>
              </a:lvl9pPr>
            </a:lstStyle>
            <a:p>
              <a:pPr algn="ctr">
                <a:defRPr sz="1538" b="1">
                  <a:solidFill>
                    <a:srgbClr val="000000"/>
                  </a:solidFill>
                  <a:latin typeface="Arial"/>
                  <a:ea typeface="Arial"/>
                  <a:cs typeface="Arial"/>
                </a:defRPr>
              </a:pPr>
              <a:r>
                <a:rPr sz="1538" b="1">
                  <a:solidFill>
                    <a:srgbClr val="000000"/>
                  </a:solidFill>
                  <a:latin typeface="Arial"/>
                  <a:ea typeface="Arial"/>
                  <a:cs typeface="Arial"/>
                </a:rPr>
                <a:t>C</a:t>
              </a:r>
            </a:p>
          </p:txBody>
        </p:sp>
        <p:sp>
          <p:nvSpPr>
            <p:cNvPr id="129" name="C exact d coordinate t51">
              <a:extLst>
                <a:ext uri="{FF2B5EF4-FFF2-40B4-BE49-F238E27FC236}">
                  <ns2:creationId id="{8C69A2B3-F35A-4BB9-A1AD-63EF29131525}"/>
                </a:ext>
              </a:extLst>
            </p:cNvPr>
            <p:cNvSpPr>
              <a:spLocks noGrp="1"/>
            </p:cNvSpPr>
            <p:nvPr/>
          </p:nvSpPr>
          <p:spPr>
            <a:xfrm>
              <a:off x="9502775" y="2790825"/>
              <a:ext cx="438150" cy="219075"/>
            </a:xfrm>
            <a:prstGeom prst="rect">
              <a:avLst/>
            </a:prstGeom>
            <a:noFill/>
            <a:ln w="0">
              <a:noFill/>
            </a:ln>
          </p:spPr>
          <p:txBody>
            <a:bodyPr wrap="none" lIns="0" tIns="0" rIns="0" bIns="0" anchor="ctr">
              <a:noAutofit/>
            </a:bodyPr>
            <a:lstStyle>
              <a:defPPr algn="ctr">
                <a:defRPr sz="1385" b="0">
                  <a:solidFill>
                    <a:srgbClr val="000000"/>
                  </a:solidFill>
                  <a:latin typeface="Arial"/>
                  <a:ea typeface="Arial"/>
                  <a:cs typeface="Arial"/>
                </a:defRPr>
              </a:defPPr>
              <a:lvl1pPr algn="ctr">
                <a:defRPr sz="1385" b="0">
                  <a:solidFill>
                    <a:srgbClr val="000000"/>
                  </a:solidFill>
                  <a:latin typeface="Arial"/>
                  <a:ea typeface="Arial"/>
                  <a:cs typeface="Arial"/>
                </a:defRPr>
              </a:lvl1pPr>
              <a:lvl2pPr algn="ctr">
                <a:defRPr sz="1385" b="0">
                  <a:solidFill>
                    <a:srgbClr val="000000"/>
                  </a:solidFill>
                  <a:latin typeface="Arial"/>
                  <a:ea typeface="Arial"/>
                  <a:cs typeface="Arial"/>
                </a:defRPr>
              </a:lvl2pPr>
              <a:lvl3pPr algn="ctr">
                <a:defRPr sz="1385" b="0">
                  <a:solidFill>
                    <a:srgbClr val="000000"/>
                  </a:solidFill>
                  <a:latin typeface="Arial"/>
                  <a:ea typeface="Arial"/>
                  <a:cs typeface="Arial"/>
                </a:defRPr>
              </a:lvl3pPr>
              <a:lvl4pPr algn="ctr">
                <a:defRPr sz="1385" b="0">
                  <a:solidFill>
                    <a:srgbClr val="000000"/>
                  </a:solidFill>
                  <a:latin typeface="Arial"/>
                  <a:ea typeface="Arial"/>
                  <a:cs typeface="Arial"/>
                </a:defRPr>
              </a:lvl4pPr>
              <a:lvl5pPr algn="ctr">
                <a:defRPr sz="1385" b="0">
                  <a:solidFill>
                    <a:srgbClr val="000000"/>
                  </a:solidFill>
                  <a:latin typeface="Arial"/>
                  <a:ea typeface="Arial"/>
                  <a:cs typeface="Arial"/>
                </a:defRPr>
              </a:lvl5pPr>
              <a:lvl6pPr algn="ctr">
                <a:defRPr sz="1385" b="0">
                  <a:solidFill>
                    <a:srgbClr val="000000"/>
                  </a:solidFill>
                  <a:latin typeface="Arial"/>
                  <a:ea typeface="Arial"/>
                  <a:cs typeface="Arial"/>
                </a:defRPr>
              </a:lvl6pPr>
              <a:lvl7pPr algn="ctr">
                <a:defRPr sz="1385" b="0">
                  <a:solidFill>
                    <a:srgbClr val="000000"/>
                  </a:solidFill>
                  <a:latin typeface="Arial"/>
                  <a:ea typeface="Arial"/>
                  <a:cs typeface="Arial"/>
                </a:defRPr>
              </a:lvl7pPr>
              <a:lvl8pPr algn="ctr">
                <a:defRPr sz="1385" b="0">
                  <a:solidFill>
                    <a:srgbClr val="000000"/>
                  </a:solidFill>
                  <a:latin typeface="Arial"/>
                  <a:ea typeface="Arial"/>
                  <a:cs typeface="Arial"/>
                </a:defRPr>
              </a:lvl8pPr>
              <a:lvl9pPr algn="ctr">
                <a:defRPr sz="1385" b="0">
                  <a:solidFill>
                    <a:srgbClr val="000000"/>
                  </a:solidFill>
                  <a:latin typeface="Arial"/>
                  <a:ea typeface="Arial"/>
                  <a:cs typeface="Arial"/>
                </a:defRPr>
              </a:lvl9pPr>
            </a:lstStyle>
            <a:p>
              <a:pPr algn="ctr">
                <a:defRPr sz="1385" b="0">
                  <a:solidFill>
                    <a:srgbClr val="000000"/>
                  </a:solidFill>
                  <a:latin typeface="Arial"/>
                  <a:ea typeface="Arial"/>
                  <a:cs typeface="Arial"/>
                </a:defRPr>
              </a:pPr>
              <a:r>
                <a:rPr sz="1385" b="0">
                  <a:solidFill>
                    <a:srgbClr val="000000"/>
                  </a:solidFill>
                  <a:latin typeface="Arial"/>
                  <a:ea typeface="Arial"/>
                  <a:cs typeface="Arial"/>
                </a:rPr>
                <a:t>100</a:t>
              </a:r>
            </a:p>
          </p:txBody>
        </p:sp>
        <p:sp>
          <p:nvSpPr>
            <p:cNvPr id="130" name="t = 63">
              <a:extLst>
                <a:ext uri="{FF2B5EF4-FFF2-40B4-BE49-F238E27FC236}">
                  <ns2:creationId id="{716D8582-2D06-4026-88C8-74864A847CA4}"/>
                </a:ext>
              </a:extLst>
            </p:cNvPr>
            <p:cNvSpPr>
              <a:spLocks noGrp="1"/>
            </p:cNvSpPr>
            <p:nvPr/>
          </p:nvSpPr>
          <p:spPr>
            <a:xfrm>
              <a:off x="10239375" y="285750"/>
              <a:ext cx="1733550" cy="238125"/>
            </a:xfrm>
            <a:prstGeom prst="rect">
              <a:avLst/>
            </a:prstGeom>
            <a:noFill/>
            <a:ln w="0">
              <a:noFill/>
            </a:ln>
          </p:spPr>
          <p:txBody>
            <a:bodyPr wrap="none" lIns="0" tIns="0" rIns="0" bIns="0" anchor="ctr">
              <a:noAutofit/>
            </a:bodyPr>
            <a:lstStyle>
              <a:defPPr algn="ctr">
                <a:defRPr sz="1538" b="1">
                  <a:solidFill>
                    <a:srgbClr val="000000"/>
                  </a:solidFill>
                  <a:latin typeface="Arial"/>
                  <a:ea typeface="Arial"/>
                  <a:cs typeface="Arial"/>
                </a:defRPr>
              </a:defPPr>
              <a:lvl1pPr algn="ctr">
                <a:defRPr sz="1538" b="1">
                  <a:solidFill>
                    <a:srgbClr val="000000"/>
                  </a:solidFill>
                  <a:latin typeface="Arial"/>
                  <a:ea typeface="Arial"/>
                  <a:cs typeface="Arial"/>
                </a:defRPr>
              </a:lvl1pPr>
              <a:lvl2pPr algn="ctr">
                <a:defRPr sz="1538" b="1">
                  <a:solidFill>
                    <a:srgbClr val="000000"/>
                  </a:solidFill>
                  <a:latin typeface="Arial"/>
                  <a:ea typeface="Arial"/>
                  <a:cs typeface="Arial"/>
                </a:defRPr>
              </a:lvl2pPr>
              <a:lvl3pPr algn="ctr">
                <a:defRPr sz="1538" b="1">
                  <a:solidFill>
                    <a:srgbClr val="000000"/>
                  </a:solidFill>
                  <a:latin typeface="Arial"/>
                  <a:ea typeface="Arial"/>
                  <a:cs typeface="Arial"/>
                </a:defRPr>
              </a:lvl3pPr>
              <a:lvl4pPr algn="ctr">
                <a:defRPr sz="1538" b="1">
                  <a:solidFill>
                    <a:srgbClr val="000000"/>
                  </a:solidFill>
                  <a:latin typeface="Arial"/>
                  <a:ea typeface="Arial"/>
                  <a:cs typeface="Arial"/>
                </a:defRPr>
              </a:lvl4pPr>
              <a:lvl5pPr algn="ctr">
                <a:defRPr sz="1538" b="1">
                  <a:solidFill>
                    <a:srgbClr val="000000"/>
                  </a:solidFill>
                  <a:latin typeface="Arial"/>
                  <a:ea typeface="Arial"/>
                  <a:cs typeface="Arial"/>
                </a:defRPr>
              </a:lvl5pPr>
              <a:lvl6pPr algn="ctr">
                <a:defRPr sz="1538" b="1">
                  <a:solidFill>
                    <a:srgbClr val="000000"/>
                  </a:solidFill>
                  <a:latin typeface="Arial"/>
                  <a:ea typeface="Arial"/>
                  <a:cs typeface="Arial"/>
                </a:defRPr>
              </a:lvl6pPr>
              <a:lvl7pPr algn="ctr">
                <a:defRPr sz="1538" b="1">
                  <a:solidFill>
                    <a:srgbClr val="000000"/>
                  </a:solidFill>
                  <a:latin typeface="Arial"/>
                  <a:ea typeface="Arial"/>
                  <a:cs typeface="Arial"/>
                </a:defRPr>
              </a:lvl7pPr>
              <a:lvl8pPr algn="ctr">
                <a:defRPr sz="1538" b="1">
                  <a:solidFill>
                    <a:srgbClr val="000000"/>
                  </a:solidFill>
                  <a:latin typeface="Arial"/>
                  <a:ea typeface="Arial"/>
                  <a:cs typeface="Arial"/>
                </a:defRPr>
              </a:lvl8pPr>
              <a:lvl9pPr algn="ctr">
                <a:defRPr sz="1538" b="1">
                  <a:solidFill>
                    <a:srgbClr val="000000"/>
                  </a:solidFill>
                  <a:latin typeface="Arial"/>
                  <a:ea typeface="Arial"/>
                  <a:cs typeface="Arial"/>
                </a:defRPr>
              </a:lvl9pPr>
            </a:lstStyle>
            <a:p>
              <a:pPr algn="ctr">
                <a:defRPr sz="1538" b="1">
                  <a:solidFill>
                    <a:srgbClr val="000000"/>
                  </a:solidFill>
                  <a:latin typeface="Arial"/>
                  <a:ea typeface="Arial"/>
                  <a:cs typeface="Arial"/>
                </a:defRPr>
              </a:pPr>
              <a:r>
                <a:rPr sz="1538" b="1">
                  <a:solidFill>
                    <a:srgbClr val="000000"/>
                  </a:solidFill>
                  <a:latin typeface="Arial"/>
                  <a:ea typeface="Arial"/>
                  <a:cs typeface="Arial"/>
                </a:rPr>
                <a:t>t = 63</a:t>
              </a:r>
            </a:p>
          </p:txBody>
        </p:sp>
        <p:pic>
          <p:nvPicPr>
            <p:cNvPr id="131" name="">
              <a:extLst>
                <a:ext uri="{FF2B5EF4-FFF2-40B4-BE49-F238E27FC236}">
                  <ns2:creationId id="{4E950891-C091-4672-9B93-ABAA97D97CD3}"/>
                </a:ext>
              </a:extLst>
            </p:cNvPr>
            <p:cNvPicPr>
              <a:picLocks noChangeAspect="1"/>
            </p:cNvPicPr>
            <p:nvPr/>
          </p:nvPicPr>
          <p:blipFill>
            <a:blip r:embed="R6524a439eacf43db"/>
            <a:stretch/>
          </p:blipFill>
          <p:spPr>
            <a:xfrm>
              <a:off x="10239375" y="552450"/>
              <a:ext cx="1733550" cy="1733550"/>
            </a:xfrm>
            <a:prstGeom prst="rect">
              <a:avLst/>
            </a:prstGeom>
          </p:spPr>
        </p:pic>
        <p:sp>
          <p:nvSpPr>
            <p:cNvPr id="132" name="Scientific domain frame">
              <a:extLst>
                <a:ext uri="{FF2B5EF4-FFF2-40B4-BE49-F238E27FC236}">
                  <ns2:creationId id="{B5DF89E9-CA81-4307-829D-88033BE46815}"/>
                </a:ext>
              </a:extLst>
            </p:cNvPr>
            <p:cNvSpPr>
              <a:spLocks noGrp="1"/>
            </p:cNvSpPr>
            <p:nvPr/>
          </p:nvSpPr>
          <p:spPr>
            <a:xfrm>
              <a:off x="10239375" y="552450"/>
              <a:ext cx="1733550" cy="1733550"/>
            </a:xfrm>
            <a:prstGeom prst="rect">
              <a:avLst/>
            </a:prstGeom>
            <a:noFill/>
            <a:ln w="7815">
              <a:solidFill>
                <a:srgbClr val="000000"/>
              </a:solidFill>
            </a:ln>
          </p:spPr>
        </p:sp>
        <p:sp>
          <p:nvSpPr>
            <p:cNvPr id="133" name="A source-to-d projection t63">
              <a:extLst>
                <a:ext uri="{FF2B5EF4-FFF2-40B4-BE49-F238E27FC236}">
                  <ns2:creationId id="{06DEA521-6F7C-4983-9115-0BA02275FFCA}"/>
                </a:ext>
              </a:extLst>
            </p:cNvPr>
            <p:cNvSpPr>
              <a:spLocks noGrp="1"/>
            </p:cNvSpPr>
            <p:nvPr/>
          </p:nvSpPr>
          <p:spPr>
            <a:xfrm>
              <a:off x="10528300" y="2038985"/>
              <a:ext cx="95" cy="376555"/>
            </a:xfrm>
            <a:custGeom>
              <a:pathLst>
                <a:path w="95" h="490855">
                  <a:moveTo>
                    <a:pt x="0" y="0"/>
                  </a:moveTo>
                  <a:lnTo>
                    <a:pt x="0" y="490855"/>
                  </a:lnTo>
                </a:path>
              </a:pathLst>
            </a:custGeom>
            <a:noFill/>
            <a:ln w="12211">
              <a:solidFill>
                <a:srgbClr val="000000"/>
              </a:solidFill>
              <a:prstDash val="dash"/>
            </a:ln>
          </p:spPr>
        </p:sp>
        <p:sp>
          <p:nvSpPr>
            <p:cNvPr id="134" name="B source-to-d projection t63">
              <a:extLst>
                <a:ext uri="{FF2B5EF4-FFF2-40B4-BE49-F238E27FC236}">
                  <ns2:creationId id="{D8918182-6EBD-4869-A589-201C3D086EA5}"/>
                </a:ext>
              </a:extLst>
            </p:cNvPr>
            <p:cNvSpPr>
              <a:spLocks noGrp="1"/>
            </p:cNvSpPr>
            <p:nvPr/>
          </p:nvSpPr>
          <p:spPr>
            <a:xfrm>
              <a:off x="11395075" y="1766252"/>
              <a:ext cx="95" cy="633095"/>
            </a:xfrm>
            <a:custGeom>
              <a:pathLst>
                <a:path w="95" h="747395">
                  <a:moveTo>
                    <a:pt x="0" y="0"/>
                  </a:moveTo>
                  <a:lnTo>
                    <a:pt x="0" y="747395"/>
                  </a:lnTo>
                </a:path>
              </a:pathLst>
            </a:custGeom>
            <a:noFill/>
            <a:ln w="12211">
              <a:solidFill>
                <a:srgbClr val="000000"/>
              </a:solidFill>
              <a:prstDash val="dash"/>
            </a:ln>
          </p:spPr>
        </p:sp>
        <p:sp>
          <p:nvSpPr>
            <p:cNvPr id="135" name="C source-to-d projection t63">
              <a:extLst>
                <a:ext uri="{FF2B5EF4-FFF2-40B4-BE49-F238E27FC236}">
                  <ns2:creationId id="{39C16AAE-F56A-4DC0-B226-BECD691E504C}"/>
                </a:ext>
              </a:extLst>
            </p:cNvPr>
            <p:cNvSpPr>
              <a:spLocks noGrp="1"/>
            </p:cNvSpPr>
            <p:nvPr/>
          </p:nvSpPr>
          <p:spPr>
            <a:xfrm>
              <a:off x="11684000" y="915670"/>
              <a:ext cx="95" cy="1467485"/>
            </a:xfrm>
            <a:custGeom>
              <a:pathLst>
                <a:path w="95" h="1581785">
                  <a:moveTo>
                    <a:pt x="0" y="0"/>
                  </a:moveTo>
                  <a:lnTo>
                    <a:pt x="0" y="1581785"/>
                  </a:lnTo>
                </a:path>
              </a:pathLst>
            </a:custGeom>
            <a:noFill/>
            <a:ln w="12211">
              <a:solidFill>
                <a:srgbClr val="000000"/>
              </a:solidFill>
              <a:prstDash val="dash"/>
            </a:ln>
          </p:spPr>
        </p:sp>
        <p:sp>
          <p:nvSpPr>
            <p:cNvPr id="136" name="A source identity marker t63">
              <a:extLst>
                <a:ext uri="{FF2B5EF4-FFF2-40B4-BE49-F238E27FC236}">
                  <ns2:creationId id="{50ECAF7A-315C-462A-8271-105EF89B2E72}"/>
                </a:ext>
              </a:extLst>
            </p:cNvPr>
            <p:cNvSpPr>
              <a:spLocks noGrp="1"/>
            </p:cNvSpPr>
            <p:nvPr/>
          </p:nvSpPr>
          <p:spPr>
            <a:xfrm>
              <a:off x="10486390" y="1955165"/>
              <a:ext cx="83820" cy="83820"/>
            </a:xfrm>
            <a:prstGeom prst="ellipse">
              <a:avLst/>
            </a:prstGeom>
            <a:noFill/>
            <a:ln w="19538">
              <a:solidFill>
                <a:srgbClr val="ECE51B"/>
              </a:solidFill>
            </a:ln>
          </p:spPr>
        </p:sp>
        <p:sp>
          <p:nvSpPr>
            <p:cNvPr id="137" name="A black source label t63">
              <a:extLst>
                <a:ext uri="{FF2B5EF4-FFF2-40B4-BE49-F238E27FC236}">
                  <ns2:creationId id="{1826FBF2-A97E-41E9-8A01-C2607141E2AD}"/>
                </a:ext>
              </a:extLst>
            </p:cNvPr>
            <p:cNvSpPr>
              <a:spLocks noGrp="1"/>
            </p:cNvSpPr>
            <p:nvPr/>
          </p:nvSpPr>
          <p:spPr>
            <a:xfrm>
              <a:off x="10623550" y="1749425"/>
              <a:ext cx="257175" cy="238125"/>
            </a:xfrm>
            <a:prstGeom prst="rect">
              <a:avLst/>
            </a:prstGeom>
            <a:noFill/>
            <a:ln w="0">
              <a:noFill/>
            </a:ln>
          </p:spPr>
          <p:txBody>
            <a:bodyPr wrap="none" lIns="0" tIns="0" rIns="0" bIns="0" anchor="ctr">
              <a:noAutofit/>
            </a:bodyPr>
            <a:lstStyle>
              <a:defPPr algn="l">
                <a:defRPr sz="1615" b="1">
                  <a:solidFill>
                    <a:srgbClr val="000000"/>
                  </a:solidFill>
                  <a:latin typeface="Arial"/>
                  <a:ea typeface="Arial"/>
                  <a:cs typeface="Arial"/>
                </a:defRPr>
              </a:defPPr>
              <a:lvl1pPr algn="l">
                <a:defRPr sz="1615" b="1">
                  <a:solidFill>
                    <a:srgbClr val="000000"/>
                  </a:solidFill>
                  <a:latin typeface="Arial"/>
                  <a:ea typeface="Arial"/>
                  <a:cs typeface="Arial"/>
                </a:defRPr>
              </a:lvl1pPr>
              <a:lvl2pPr algn="l">
                <a:defRPr sz="1615" b="1">
                  <a:solidFill>
                    <a:srgbClr val="000000"/>
                  </a:solidFill>
                  <a:latin typeface="Arial"/>
                  <a:ea typeface="Arial"/>
                  <a:cs typeface="Arial"/>
                </a:defRPr>
              </a:lvl2pPr>
              <a:lvl3pPr algn="l">
                <a:defRPr sz="1615" b="1">
                  <a:solidFill>
                    <a:srgbClr val="000000"/>
                  </a:solidFill>
                  <a:latin typeface="Arial"/>
                  <a:ea typeface="Arial"/>
                  <a:cs typeface="Arial"/>
                </a:defRPr>
              </a:lvl3pPr>
              <a:lvl4pPr algn="l">
                <a:defRPr sz="1615" b="1">
                  <a:solidFill>
                    <a:srgbClr val="000000"/>
                  </a:solidFill>
                  <a:latin typeface="Arial"/>
                  <a:ea typeface="Arial"/>
                  <a:cs typeface="Arial"/>
                </a:defRPr>
              </a:lvl4pPr>
              <a:lvl5pPr algn="l">
                <a:defRPr sz="1615" b="1">
                  <a:solidFill>
                    <a:srgbClr val="000000"/>
                  </a:solidFill>
                  <a:latin typeface="Arial"/>
                  <a:ea typeface="Arial"/>
                  <a:cs typeface="Arial"/>
                </a:defRPr>
              </a:lvl5pPr>
              <a:lvl6pPr algn="l">
                <a:defRPr sz="1615" b="1">
                  <a:solidFill>
                    <a:srgbClr val="000000"/>
                  </a:solidFill>
                  <a:latin typeface="Arial"/>
                  <a:ea typeface="Arial"/>
                  <a:cs typeface="Arial"/>
                </a:defRPr>
              </a:lvl6pPr>
              <a:lvl7pPr algn="l">
                <a:defRPr sz="1615" b="1">
                  <a:solidFill>
                    <a:srgbClr val="000000"/>
                  </a:solidFill>
                  <a:latin typeface="Arial"/>
                  <a:ea typeface="Arial"/>
                  <a:cs typeface="Arial"/>
                </a:defRPr>
              </a:lvl7pPr>
              <a:lvl8pPr algn="l">
                <a:defRPr sz="1615" b="1">
                  <a:solidFill>
                    <a:srgbClr val="000000"/>
                  </a:solidFill>
                  <a:latin typeface="Arial"/>
                  <a:ea typeface="Arial"/>
                  <a:cs typeface="Arial"/>
                </a:defRPr>
              </a:lvl8pPr>
              <a:lvl9pPr algn="l">
                <a:defRPr sz="1615" b="1">
                  <a:solidFill>
                    <a:srgbClr val="000000"/>
                  </a:solidFill>
                  <a:latin typeface="Arial"/>
                  <a:ea typeface="Arial"/>
                  <a:cs typeface="Arial"/>
                </a:defRPr>
              </a:lvl9pPr>
            </a:lstStyle>
            <a:p>
              <a:pPr algn="l">
                <a:defRPr sz="1615" b="1">
                  <a:solidFill>
                    <a:srgbClr val="000000"/>
                  </a:solidFill>
                  <a:latin typeface="Arial"/>
                  <a:ea typeface="Arial"/>
                  <a:cs typeface="Arial"/>
                </a:defRPr>
              </a:pPr>
              <a:r>
                <a:rPr sz="1615" b="1">
                  <a:solidFill>
                    <a:srgbClr val="000000"/>
                  </a:solidFill>
                  <a:latin typeface="Arial"/>
                  <a:ea typeface="Arial"/>
                  <a:cs typeface="Arial"/>
                </a:rPr>
                <a:t>A</a:t>
              </a:r>
            </a:p>
          </p:txBody>
        </p:sp>
        <p:sp>
          <p:nvSpPr>
            <p:cNvPr id="138" name="B source identity marker t63">
              <a:extLst>
                <a:ext uri="{FF2B5EF4-FFF2-40B4-BE49-F238E27FC236}">
                  <ns2:creationId id="{DB6CD85C-6B8D-4FE4-95A1-39B5A5412AF1}"/>
                </a:ext>
              </a:extLst>
            </p:cNvPr>
            <p:cNvSpPr>
              <a:spLocks noGrp="1"/>
            </p:cNvSpPr>
            <p:nvPr/>
          </p:nvSpPr>
          <p:spPr>
            <a:xfrm>
              <a:off x="11336973" y="1650047"/>
              <a:ext cx="116205" cy="116205"/>
            </a:xfrm>
            <a:prstGeom prst="ellipse">
              <a:avLst/>
            </a:prstGeom>
            <a:noFill/>
            <a:ln w="19538">
              <a:solidFill>
                <a:srgbClr val="FDE725"/>
              </a:solidFill>
            </a:ln>
          </p:spPr>
        </p:sp>
        <p:sp>
          <p:nvSpPr>
            <p:cNvPr id="139" name="B black source label t63">
              <a:extLst>
                <a:ext uri="{FF2B5EF4-FFF2-40B4-BE49-F238E27FC236}">
                  <ns2:creationId id="{C3914616-C4E0-40C6-844F-CD9B7CAADD49}"/>
                </a:ext>
              </a:extLst>
            </p:cNvPr>
            <p:cNvSpPr>
              <a:spLocks noGrp="1"/>
            </p:cNvSpPr>
            <p:nvPr/>
          </p:nvSpPr>
          <p:spPr>
            <a:xfrm>
              <a:off x="11490325" y="1460500"/>
              <a:ext cx="257175" cy="238125"/>
            </a:xfrm>
            <a:prstGeom prst="rect">
              <a:avLst/>
            </a:prstGeom>
            <a:noFill/>
            <a:ln w="0">
              <a:noFill/>
            </a:ln>
          </p:spPr>
          <p:txBody>
            <a:bodyPr wrap="none" lIns="0" tIns="0" rIns="0" bIns="0" anchor="ctr">
              <a:noAutofit/>
            </a:bodyPr>
            <a:lstStyle>
              <a:defPPr algn="l">
                <a:defRPr sz="1615" b="1">
                  <a:solidFill>
                    <a:srgbClr val="000000"/>
                  </a:solidFill>
                  <a:latin typeface="Arial"/>
                  <a:ea typeface="Arial"/>
                  <a:cs typeface="Arial"/>
                </a:defRPr>
              </a:defPPr>
              <a:lvl1pPr algn="l">
                <a:defRPr sz="1615" b="1">
                  <a:solidFill>
                    <a:srgbClr val="000000"/>
                  </a:solidFill>
                  <a:latin typeface="Arial"/>
                  <a:ea typeface="Arial"/>
                  <a:cs typeface="Arial"/>
                </a:defRPr>
              </a:lvl1pPr>
              <a:lvl2pPr algn="l">
                <a:defRPr sz="1615" b="1">
                  <a:solidFill>
                    <a:srgbClr val="000000"/>
                  </a:solidFill>
                  <a:latin typeface="Arial"/>
                  <a:ea typeface="Arial"/>
                  <a:cs typeface="Arial"/>
                </a:defRPr>
              </a:lvl2pPr>
              <a:lvl3pPr algn="l">
                <a:defRPr sz="1615" b="1">
                  <a:solidFill>
                    <a:srgbClr val="000000"/>
                  </a:solidFill>
                  <a:latin typeface="Arial"/>
                  <a:ea typeface="Arial"/>
                  <a:cs typeface="Arial"/>
                </a:defRPr>
              </a:lvl3pPr>
              <a:lvl4pPr algn="l">
                <a:defRPr sz="1615" b="1">
                  <a:solidFill>
                    <a:srgbClr val="000000"/>
                  </a:solidFill>
                  <a:latin typeface="Arial"/>
                  <a:ea typeface="Arial"/>
                  <a:cs typeface="Arial"/>
                </a:defRPr>
              </a:lvl4pPr>
              <a:lvl5pPr algn="l">
                <a:defRPr sz="1615" b="1">
                  <a:solidFill>
                    <a:srgbClr val="000000"/>
                  </a:solidFill>
                  <a:latin typeface="Arial"/>
                  <a:ea typeface="Arial"/>
                  <a:cs typeface="Arial"/>
                </a:defRPr>
              </a:lvl5pPr>
              <a:lvl6pPr algn="l">
                <a:defRPr sz="1615" b="1">
                  <a:solidFill>
                    <a:srgbClr val="000000"/>
                  </a:solidFill>
                  <a:latin typeface="Arial"/>
                  <a:ea typeface="Arial"/>
                  <a:cs typeface="Arial"/>
                </a:defRPr>
              </a:lvl6pPr>
              <a:lvl7pPr algn="l">
                <a:defRPr sz="1615" b="1">
                  <a:solidFill>
                    <a:srgbClr val="000000"/>
                  </a:solidFill>
                  <a:latin typeface="Arial"/>
                  <a:ea typeface="Arial"/>
                  <a:cs typeface="Arial"/>
                </a:defRPr>
              </a:lvl7pPr>
              <a:lvl8pPr algn="l">
                <a:defRPr sz="1615" b="1">
                  <a:solidFill>
                    <a:srgbClr val="000000"/>
                  </a:solidFill>
                  <a:latin typeface="Arial"/>
                  <a:ea typeface="Arial"/>
                  <a:cs typeface="Arial"/>
                </a:defRPr>
              </a:lvl8pPr>
              <a:lvl9pPr algn="l">
                <a:defRPr sz="1615" b="1">
                  <a:solidFill>
                    <a:srgbClr val="000000"/>
                  </a:solidFill>
                  <a:latin typeface="Arial"/>
                  <a:ea typeface="Arial"/>
                  <a:cs typeface="Arial"/>
                </a:defRPr>
              </a:lvl9pPr>
            </a:lstStyle>
            <a:p>
              <a:pPr algn="l">
                <a:defRPr sz="1615" b="1">
                  <a:solidFill>
                    <a:srgbClr val="000000"/>
                  </a:solidFill>
                  <a:latin typeface="Arial"/>
                  <a:ea typeface="Arial"/>
                  <a:cs typeface="Arial"/>
                </a:defRPr>
              </a:pPr>
              <a:r>
                <a:rPr sz="1615" b="1">
                  <a:solidFill>
                    <a:srgbClr val="000000"/>
                  </a:solidFill>
                  <a:latin typeface="Arial"/>
                  <a:ea typeface="Arial"/>
                  <a:cs typeface="Arial"/>
                </a:rPr>
                <a:t>B</a:t>
              </a:r>
            </a:p>
          </p:txBody>
        </p:sp>
        <p:sp>
          <p:nvSpPr>
            <p:cNvPr id="140" name="C source identity marker t63">
              <a:extLst>
                <a:ext uri="{FF2B5EF4-FFF2-40B4-BE49-F238E27FC236}">
                  <ns2:creationId id="{EEDD5F6E-0E2D-4283-9AB7-9C549F1A4B5D}"/>
                </a:ext>
              </a:extLst>
            </p:cNvPr>
            <p:cNvSpPr>
              <a:spLocks noGrp="1"/>
            </p:cNvSpPr>
            <p:nvPr/>
          </p:nvSpPr>
          <p:spPr>
            <a:xfrm>
              <a:off x="11609705" y="767080"/>
              <a:ext cx="148590" cy="148590"/>
            </a:xfrm>
            <a:prstGeom prst="ellipse">
              <a:avLst/>
            </a:prstGeom>
            <a:noFill/>
            <a:ln w="19538">
              <a:solidFill>
                <a:srgbClr val="D9E219"/>
              </a:solidFill>
            </a:ln>
          </p:spPr>
        </p:sp>
        <p:sp>
          <p:nvSpPr>
            <p:cNvPr id="141" name="C black source label t63">
              <a:extLst>
                <a:ext uri="{FF2B5EF4-FFF2-40B4-BE49-F238E27FC236}">
                  <ns2:creationId id="{4E200764-0E6D-4EA2-8316-A5E5D5A6B162}"/>
                </a:ext>
              </a:extLst>
            </p:cNvPr>
            <p:cNvSpPr>
              <a:spLocks noGrp="1"/>
            </p:cNvSpPr>
            <p:nvPr/>
          </p:nvSpPr>
          <p:spPr>
            <a:xfrm>
              <a:off x="11779250" y="593725"/>
              <a:ext cx="257175" cy="238125"/>
            </a:xfrm>
            <a:prstGeom prst="rect">
              <a:avLst/>
            </a:prstGeom>
            <a:noFill/>
            <a:ln w="0">
              <a:noFill/>
            </a:ln>
          </p:spPr>
          <p:txBody>
            <a:bodyPr wrap="none" lIns="0" tIns="0" rIns="0" bIns="0" anchor="ctr">
              <a:noAutofit/>
            </a:bodyPr>
            <a:lstStyle>
              <a:defPPr algn="l">
                <a:defRPr sz="1615" b="1">
                  <a:solidFill>
                    <a:srgbClr val="000000"/>
                  </a:solidFill>
                  <a:latin typeface="Arial"/>
                  <a:ea typeface="Arial"/>
                  <a:cs typeface="Arial"/>
                </a:defRPr>
              </a:defPPr>
              <a:lvl1pPr algn="l">
                <a:defRPr sz="1615" b="1">
                  <a:solidFill>
                    <a:srgbClr val="000000"/>
                  </a:solidFill>
                  <a:latin typeface="Arial"/>
                  <a:ea typeface="Arial"/>
                  <a:cs typeface="Arial"/>
                </a:defRPr>
              </a:lvl1pPr>
              <a:lvl2pPr algn="l">
                <a:defRPr sz="1615" b="1">
                  <a:solidFill>
                    <a:srgbClr val="000000"/>
                  </a:solidFill>
                  <a:latin typeface="Arial"/>
                  <a:ea typeface="Arial"/>
                  <a:cs typeface="Arial"/>
                </a:defRPr>
              </a:lvl2pPr>
              <a:lvl3pPr algn="l">
                <a:defRPr sz="1615" b="1">
                  <a:solidFill>
                    <a:srgbClr val="000000"/>
                  </a:solidFill>
                  <a:latin typeface="Arial"/>
                  <a:ea typeface="Arial"/>
                  <a:cs typeface="Arial"/>
                </a:defRPr>
              </a:lvl3pPr>
              <a:lvl4pPr algn="l">
                <a:defRPr sz="1615" b="1">
                  <a:solidFill>
                    <a:srgbClr val="000000"/>
                  </a:solidFill>
                  <a:latin typeface="Arial"/>
                  <a:ea typeface="Arial"/>
                  <a:cs typeface="Arial"/>
                </a:defRPr>
              </a:lvl4pPr>
              <a:lvl5pPr algn="l">
                <a:defRPr sz="1615" b="1">
                  <a:solidFill>
                    <a:srgbClr val="000000"/>
                  </a:solidFill>
                  <a:latin typeface="Arial"/>
                  <a:ea typeface="Arial"/>
                  <a:cs typeface="Arial"/>
                </a:defRPr>
              </a:lvl5pPr>
              <a:lvl6pPr algn="l">
                <a:defRPr sz="1615" b="1">
                  <a:solidFill>
                    <a:srgbClr val="000000"/>
                  </a:solidFill>
                  <a:latin typeface="Arial"/>
                  <a:ea typeface="Arial"/>
                  <a:cs typeface="Arial"/>
                </a:defRPr>
              </a:lvl6pPr>
              <a:lvl7pPr algn="l">
                <a:defRPr sz="1615" b="1">
                  <a:solidFill>
                    <a:srgbClr val="000000"/>
                  </a:solidFill>
                  <a:latin typeface="Arial"/>
                  <a:ea typeface="Arial"/>
                  <a:cs typeface="Arial"/>
                </a:defRPr>
              </a:lvl7pPr>
              <a:lvl8pPr algn="l">
                <a:defRPr sz="1615" b="1">
                  <a:solidFill>
                    <a:srgbClr val="000000"/>
                  </a:solidFill>
                  <a:latin typeface="Arial"/>
                  <a:ea typeface="Arial"/>
                  <a:cs typeface="Arial"/>
                </a:defRPr>
              </a:lvl8pPr>
              <a:lvl9pPr algn="l">
                <a:defRPr sz="1615" b="1">
                  <a:solidFill>
                    <a:srgbClr val="000000"/>
                  </a:solidFill>
                  <a:latin typeface="Arial"/>
                  <a:ea typeface="Arial"/>
                  <a:cs typeface="Arial"/>
                </a:defRPr>
              </a:lvl9pPr>
            </a:lstStyle>
            <a:p>
              <a:pPr algn="l">
                <a:defRPr sz="1615" b="1">
                  <a:solidFill>
                    <a:srgbClr val="000000"/>
                  </a:solidFill>
                  <a:latin typeface="Arial"/>
                  <a:ea typeface="Arial"/>
                  <a:cs typeface="Arial"/>
                </a:defRPr>
              </a:pPr>
              <a:r>
                <a:rPr sz="1615" b="1">
                  <a:solidFill>
                    <a:srgbClr val="000000"/>
                  </a:solidFill>
                  <a:latin typeface="Arial"/>
                  <a:ea typeface="Arial"/>
                  <a:cs typeface="Arial"/>
                </a:rPr>
                <a:t>C</a:t>
              </a:r>
            </a:p>
          </p:txBody>
        </p:sp>
        <p:sp>
          <p:nvSpPr>
            <p:cNvPr id="142" name="Scientific line">
              <a:extLst>
                <a:ext uri="{FF2B5EF4-FFF2-40B4-BE49-F238E27FC236}">
                  <ns2:creationId id="{8AF15B2D-C89C-4F8E-B43F-7EAAE661087D}"/>
                </a:ext>
              </a:extLst>
            </p:cNvPr>
            <p:cNvSpPr>
              <a:spLocks noGrp="1"/>
            </p:cNvSpPr>
            <p:nvPr/>
          </p:nvSpPr>
          <p:spPr>
            <a:xfrm>
              <a:off x="10239375" y="2457450"/>
              <a:ext cx="1733550" cy="95"/>
            </a:xfrm>
            <a:custGeom>
              <a:pathLst>
                <a:path w="1733550" h="95">
                  <a:moveTo>
                    <a:pt x="0" y="0"/>
                  </a:moveTo>
                  <a:lnTo>
                    <a:pt x="1733550" y="0"/>
                  </a:lnTo>
                </a:path>
              </a:pathLst>
            </a:custGeom>
            <a:noFill/>
            <a:ln w="11723">
              <a:solidFill>
                <a:srgbClr val="000000"/>
              </a:solidFill>
              <a:prstDash val="solid"/>
            </a:ln>
          </p:spPr>
        </p:sp>
        <p:sp>
          <p:nvSpPr>
            <p:cNvPr id="143" name="Scientific line">
              <a:extLst>
                <a:ext uri="{FF2B5EF4-FFF2-40B4-BE49-F238E27FC236}">
                  <ns2:creationId id="{9D16AB47-90D5-4738-9442-30BA983B965B}"/>
                </a:ext>
              </a:extLst>
            </p:cNvPr>
            <p:cNvSpPr>
              <a:spLocks noGrp="1"/>
            </p:cNvSpPr>
            <p:nvPr/>
          </p:nvSpPr>
          <p:spPr>
            <a:xfrm>
              <a:off x="11915775" y="2428875"/>
              <a:ext cx="57150" cy="28575"/>
            </a:xfrm>
            <a:custGeom>
              <a:pathLst>
                <a:path w="57150" h="28575">
                  <a:moveTo>
                    <a:pt x="0" y="0"/>
                  </a:moveTo>
                  <a:lnTo>
                    <a:pt x="57150" y="28575"/>
                  </a:lnTo>
                </a:path>
              </a:pathLst>
            </a:custGeom>
            <a:noFill/>
            <a:ln w="11723">
              <a:solidFill>
                <a:srgbClr val="000000"/>
              </a:solidFill>
              <a:prstDash val="solid"/>
            </a:ln>
          </p:spPr>
        </p:sp>
        <p:sp>
          <p:nvSpPr>
            <p:cNvPr id="144" name="Scientific line">
              <a:extLst>
                <a:ext uri="{FF2B5EF4-FFF2-40B4-BE49-F238E27FC236}">
                  <ns2:creationId id="{D8FAD9A9-7969-4C32-AD85-B86DB78EE739}"/>
                </a:ext>
              </a:extLst>
            </p:cNvPr>
            <p:cNvSpPr>
              <a:spLocks noGrp="1"/>
            </p:cNvSpPr>
            <p:nvPr/>
          </p:nvSpPr>
          <p:spPr>
            <a:xfrm>
              <a:off x="11915775" y="2457450"/>
              <a:ext cx="57150" cy="28575"/>
            </a:xfrm>
            <a:custGeom>
              <a:pathLst>
                <a:path w="57150" h="28575">
                  <a:moveTo>
                    <a:pt x="0" y="28575"/>
                  </a:moveTo>
                  <a:lnTo>
                    <a:pt x="57150" y="0"/>
                  </a:lnTo>
                </a:path>
              </a:pathLst>
            </a:custGeom>
            <a:noFill/>
            <a:ln w="11723">
              <a:solidFill>
                <a:srgbClr val="000000"/>
              </a:solidFill>
              <a:prstDash val="solid"/>
            </a:ln>
          </p:spPr>
        </p:sp>
        <p:sp>
          <p:nvSpPr>
            <p:cNvPr id="145" name="A matching d-axis marker t63">
              <a:extLst>
                <a:ext uri="{FF2B5EF4-FFF2-40B4-BE49-F238E27FC236}">
                  <ns2:creationId id="{9C6BC26C-A35A-498B-9BA7-76CD1E2241BD}"/>
                </a:ext>
              </a:extLst>
            </p:cNvPr>
            <p:cNvSpPr>
              <a:spLocks noGrp="1"/>
            </p:cNvSpPr>
            <p:nvPr/>
          </p:nvSpPr>
          <p:spPr>
            <a:xfrm>
              <a:off x="10486390" y="2415540"/>
              <a:ext cx="83820" cy="83820"/>
            </a:xfrm>
            <a:prstGeom prst="ellipse">
              <a:avLst/>
            </a:prstGeom>
            <a:solidFill>
              <a:srgbClr val="ECE51B"/>
            </a:solidFill>
            <a:ln w="19538">
              <a:solidFill>
                <a:srgbClr val="ECE51B"/>
              </a:solidFill>
            </a:ln>
          </p:spPr>
        </p:sp>
        <p:sp>
          <p:nvSpPr>
            <p:cNvPr id="146" name="A">
              <a:extLst>
                <a:ext uri="{FF2B5EF4-FFF2-40B4-BE49-F238E27FC236}">
                  <ns2:creationId id="{3DC8639B-21F3-4239-B0D0-136FD4202278}"/>
                </a:ext>
              </a:extLst>
            </p:cNvPr>
            <p:cNvSpPr>
              <a:spLocks noGrp="1"/>
            </p:cNvSpPr>
            <p:nvPr/>
          </p:nvSpPr>
          <p:spPr>
            <a:xfrm>
              <a:off x="10394950" y="2562225"/>
              <a:ext cx="266700" cy="228600"/>
            </a:xfrm>
            <a:prstGeom prst="rect">
              <a:avLst/>
            </a:prstGeom>
            <a:noFill/>
            <a:ln w="0">
              <a:noFill/>
            </a:ln>
          </p:spPr>
          <p:txBody>
            <a:bodyPr wrap="none" lIns="0" tIns="0" rIns="0" bIns="0" anchor="ctr">
              <a:noAutofit/>
            </a:bodyPr>
            <a:lstStyle>
              <a:defPPr algn="ctr">
                <a:defRPr sz="1538" b="1">
                  <a:solidFill>
                    <a:srgbClr val="000000"/>
                  </a:solidFill>
                  <a:latin typeface="Arial"/>
                  <a:ea typeface="Arial"/>
                  <a:cs typeface="Arial"/>
                </a:defRPr>
              </a:defPPr>
              <a:lvl1pPr algn="ctr">
                <a:defRPr sz="1538" b="1">
                  <a:solidFill>
                    <a:srgbClr val="000000"/>
                  </a:solidFill>
                  <a:latin typeface="Arial"/>
                  <a:ea typeface="Arial"/>
                  <a:cs typeface="Arial"/>
                </a:defRPr>
              </a:lvl1pPr>
              <a:lvl2pPr algn="ctr">
                <a:defRPr sz="1538" b="1">
                  <a:solidFill>
                    <a:srgbClr val="000000"/>
                  </a:solidFill>
                  <a:latin typeface="Arial"/>
                  <a:ea typeface="Arial"/>
                  <a:cs typeface="Arial"/>
                </a:defRPr>
              </a:lvl2pPr>
              <a:lvl3pPr algn="ctr">
                <a:defRPr sz="1538" b="1">
                  <a:solidFill>
                    <a:srgbClr val="000000"/>
                  </a:solidFill>
                  <a:latin typeface="Arial"/>
                  <a:ea typeface="Arial"/>
                  <a:cs typeface="Arial"/>
                </a:defRPr>
              </a:lvl3pPr>
              <a:lvl4pPr algn="ctr">
                <a:defRPr sz="1538" b="1">
                  <a:solidFill>
                    <a:srgbClr val="000000"/>
                  </a:solidFill>
                  <a:latin typeface="Arial"/>
                  <a:ea typeface="Arial"/>
                  <a:cs typeface="Arial"/>
                </a:defRPr>
              </a:lvl4pPr>
              <a:lvl5pPr algn="ctr">
                <a:defRPr sz="1538" b="1">
                  <a:solidFill>
                    <a:srgbClr val="000000"/>
                  </a:solidFill>
                  <a:latin typeface="Arial"/>
                  <a:ea typeface="Arial"/>
                  <a:cs typeface="Arial"/>
                </a:defRPr>
              </a:lvl5pPr>
              <a:lvl6pPr algn="ctr">
                <a:defRPr sz="1538" b="1">
                  <a:solidFill>
                    <a:srgbClr val="000000"/>
                  </a:solidFill>
                  <a:latin typeface="Arial"/>
                  <a:ea typeface="Arial"/>
                  <a:cs typeface="Arial"/>
                </a:defRPr>
              </a:lvl6pPr>
              <a:lvl7pPr algn="ctr">
                <a:defRPr sz="1538" b="1">
                  <a:solidFill>
                    <a:srgbClr val="000000"/>
                  </a:solidFill>
                  <a:latin typeface="Arial"/>
                  <a:ea typeface="Arial"/>
                  <a:cs typeface="Arial"/>
                </a:defRPr>
              </a:lvl7pPr>
              <a:lvl8pPr algn="ctr">
                <a:defRPr sz="1538" b="1">
                  <a:solidFill>
                    <a:srgbClr val="000000"/>
                  </a:solidFill>
                  <a:latin typeface="Arial"/>
                  <a:ea typeface="Arial"/>
                  <a:cs typeface="Arial"/>
                </a:defRPr>
              </a:lvl8pPr>
              <a:lvl9pPr algn="ctr">
                <a:defRPr sz="1538" b="1">
                  <a:solidFill>
                    <a:srgbClr val="000000"/>
                  </a:solidFill>
                  <a:latin typeface="Arial"/>
                  <a:ea typeface="Arial"/>
                  <a:cs typeface="Arial"/>
                </a:defRPr>
              </a:lvl9pPr>
            </a:lstStyle>
            <a:p>
              <a:pPr algn="ctr">
                <a:defRPr sz="1538" b="1">
                  <a:solidFill>
                    <a:srgbClr val="000000"/>
                  </a:solidFill>
                  <a:latin typeface="Arial"/>
                  <a:ea typeface="Arial"/>
                  <a:cs typeface="Arial"/>
                </a:defRPr>
              </a:pPr>
              <a:r>
                <a:rPr sz="1538" b="1">
                  <a:solidFill>
                    <a:srgbClr val="000000"/>
                  </a:solidFill>
                  <a:latin typeface="Arial"/>
                  <a:ea typeface="Arial"/>
                  <a:cs typeface="Arial"/>
                </a:rPr>
                <a:t>A</a:t>
              </a:r>
            </a:p>
          </p:txBody>
        </p:sp>
        <p:sp>
          <p:nvSpPr>
            <p:cNvPr id="147" name="A exact d coordinate t63">
              <a:extLst>
                <a:ext uri="{FF2B5EF4-FFF2-40B4-BE49-F238E27FC236}">
                  <ns2:creationId id="{5D44930D-790A-4871-96C0-3796524C48F0}"/>
                </a:ext>
              </a:extLst>
            </p:cNvPr>
            <p:cNvSpPr>
              <a:spLocks noGrp="1"/>
            </p:cNvSpPr>
            <p:nvPr/>
          </p:nvSpPr>
          <p:spPr>
            <a:xfrm>
              <a:off x="10309225" y="2790825"/>
              <a:ext cx="438150" cy="219075"/>
            </a:xfrm>
            <a:prstGeom prst="rect">
              <a:avLst/>
            </a:prstGeom>
            <a:noFill/>
            <a:ln w="0">
              <a:noFill/>
            </a:ln>
          </p:spPr>
          <p:txBody>
            <a:bodyPr wrap="none" lIns="0" tIns="0" rIns="0" bIns="0" anchor="ctr">
              <a:noAutofit/>
            </a:bodyPr>
            <a:lstStyle>
              <a:defPPr algn="ctr">
                <a:defRPr sz="1385" b="0">
                  <a:solidFill>
                    <a:srgbClr val="000000"/>
                  </a:solidFill>
                  <a:latin typeface="Arial"/>
                  <a:ea typeface="Arial"/>
                  <a:cs typeface="Arial"/>
                </a:defRPr>
              </a:defPPr>
              <a:lvl1pPr algn="ctr">
                <a:defRPr sz="1385" b="0">
                  <a:solidFill>
                    <a:srgbClr val="000000"/>
                  </a:solidFill>
                  <a:latin typeface="Arial"/>
                  <a:ea typeface="Arial"/>
                  <a:cs typeface="Arial"/>
                </a:defRPr>
              </a:lvl1pPr>
              <a:lvl2pPr algn="ctr">
                <a:defRPr sz="1385" b="0">
                  <a:solidFill>
                    <a:srgbClr val="000000"/>
                  </a:solidFill>
                  <a:latin typeface="Arial"/>
                  <a:ea typeface="Arial"/>
                  <a:cs typeface="Arial"/>
                </a:defRPr>
              </a:lvl2pPr>
              <a:lvl3pPr algn="ctr">
                <a:defRPr sz="1385" b="0">
                  <a:solidFill>
                    <a:srgbClr val="000000"/>
                  </a:solidFill>
                  <a:latin typeface="Arial"/>
                  <a:ea typeface="Arial"/>
                  <a:cs typeface="Arial"/>
                </a:defRPr>
              </a:lvl3pPr>
              <a:lvl4pPr algn="ctr">
                <a:defRPr sz="1385" b="0">
                  <a:solidFill>
                    <a:srgbClr val="000000"/>
                  </a:solidFill>
                  <a:latin typeface="Arial"/>
                  <a:ea typeface="Arial"/>
                  <a:cs typeface="Arial"/>
                </a:defRPr>
              </a:lvl4pPr>
              <a:lvl5pPr algn="ctr">
                <a:defRPr sz="1385" b="0">
                  <a:solidFill>
                    <a:srgbClr val="000000"/>
                  </a:solidFill>
                  <a:latin typeface="Arial"/>
                  <a:ea typeface="Arial"/>
                  <a:cs typeface="Arial"/>
                </a:defRPr>
              </a:lvl5pPr>
              <a:lvl6pPr algn="ctr">
                <a:defRPr sz="1385" b="0">
                  <a:solidFill>
                    <a:srgbClr val="000000"/>
                  </a:solidFill>
                  <a:latin typeface="Arial"/>
                  <a:ea typeface="Arial"/>
                  <a:cs typeface="Arial"/>
                </a:defRPr>
              </a:lvl6pPr>
              <a:lvl7pPr algn="ctr">
                <a:defRPr sz="1385" b="0">
                  <a:solidFill>
                    <a:srgbClr val="000000"/>
                  </a:solidFill>
                  <a:latin typeface="Arial"/>
                  <a:ea typeface="Arial"/>
                  <a:cs typeface="Arial"/>
                </a:defRPr>
              </a:lvl7pPr>
              <a:lvl8pPr algn="ctr">
                <a:defRPr sz="1385" b="0">
                  <a:solidFill>
                    <a:srgbClr val="000000"/>
                  </a:solidFill>
                  <a:latin typeface="Arial"/>
                  <a:ea typeface="Arial"/>
                  <a:cs typeface="Arial"/>
                </a:defRPr>
              </a:lvl8pPr>
              <a:lvl9pPr algn="ctr">
                <a:defRPr sz="1385" b="0">
                  <a:solidFill>
                    <a:srgbClr val="000000"/>
                  </a:solidFill>
                  <a:latin typeface="Arial"/>
                  <a:ea typeface="Arial"/>
                  <a:cs typeface="Arial"/>
                </a:defRPr>
              </a:lvl9pPr>
            </a:lstStyle>
            <a:p>
              <a:pPr algn="ctr">
                <a:defRPr sz="1385" b="0">
                  <a:solidFill>
                    <a:srgbClr val="000000"/>
                  </a:solidFill>
                  <a:latin typeface="Arial"/>
                  <a:ea typeface="Arial"/>
                  <a:cs typeface="Arial"/>
                </a:defRPr>
              </a:pPr>
              <a:r>
                <a:rPr sz="1385" b="0">
                  <a:solidFill>
                    <a:srgbClr val="000000"/>
                  </a:solidFill>
                  <a:latin typeface="Arial"/>
                  <a:ea typeface="Arial"/>
                  <a:cs typeface="Arial"/>
                </a:rPr>
                <a:t>20</a:t>
              </a:r>
            </a:p>
          </p:txBody>
        </p:sp>
        <p:sp>
          <p:nvSpPr>
            <p:cNvPr id="148" name="B matching d-axis marker t63">
              <a:extLst>
                <a:ext uri="{FF2B5EF4-FFF2-40B4-BE49-F238E27FC236}">
                  <ns2:creationId id="{C8511EBC-4526-4433-9E9D-A63ED18F1648}"/>
                </a:ext>
              </a:extLst>
            </p:cNvPr>
            <p:cNvSpPr>
              <a:spLocks noGrp="1"/>
            </p:cNvSpPr>
            <p:nvPr/>
          </p:nvSpPr>
          <p:spPr>
            <a:xfrm>
              <a:off x="11336973" y="2399348"/>
              <a:ext cx="116205" cy="116205"/>
            </a:xfrm>
            <a:prstGeom prst="ellipse">
              <a:avLst/>
            </a:prstGeom>
            <a:solidFill>
              <a:srgbClr val="FDE725"/>
            </a:solidFill>
            <a:ln w="19538">
              <a:solidFill>
                <a:srgbClr val="FDE725"/>
              </a:solidFill>
            </a:ln>
          </p:spPr>
        </p:sp>
        <p:sp>
          <p:nvSpPr>
            <p:cNvPr id="149" name="B">
              <a:extLst>
                <a:ext uri="{FF2B5EF4-FFF2-40B4-BE49-F238E27FC236}">
                  <ns2:creationId id="{E24C38AB-92F7-4FFA-A752-3715C97216A6}"/>
                </a:ext>
              </a:extLst>
            </p:cNvPr>
            <p:cNvSpPr>
              <a:spLocks noGrp="1"/>
            </p:cNvSpPr>
            <p:nvPr/>
          </p:nvSpPr>
          <p:spPr>
            <a:xfrm>
              <a:off x="11261725" y="2562225"/>
              <a:ext cx="266700" cy="228600"/>
            </a:xfrm>
            <a:prstGeom prst="rect">
              <a:avLst/>
            </a:prstGeom>
            <a:noFill/>
            <a:ln w="0">
              <a:noFill/>
            </a:ln>
          </p:spPr>
          <p:txBody>
            <a:bodyPr wrap="none" lIns="0" tIns="0" rIns="0" bIns="0" anchor="ctr">
              <a:noAutofit/>
            </a:bodyPr>
            <a:lstStyle>
              <a:defPPr algn="ctr">
                <a:defRPr sz="1538" b="1">
                  <a:solidFill>
                    <a:srgbClr val="000000"/>
                  </a:solidFill>
                  <a:latin typeface="Arial"/>
                  <a:ea typeface="Arial"/>
                  <a:cs typeface="Arial"/>
                </a:defRPr>
              </a:defPPr>
              <a:lvl1pPr algn="ctr">
                <a:defRPr sz="1538" b="1">
                  <a:solidFill>
                    <a:srgbClr val="000000"/>
                  </a:solidFill>
                  <a:latin typeface="Arial"/>
                  <a:ea typeface="Arial"/>
                  <a:cs typeface="Arial"/>
                </a:defRPr>
              </a:lvl1pPr>
              <a:lvl2pPr algn="ctr">
                <a:defRPr sz="1538" b="1">
                  <a:solidFill>
                    <a:srgbClr val="000000"/>
                  </a:solidFill>
                  <a:latin typeface="Arial"/>
                  <a:ea typeface="Arial"/>
                  <a:cs typeface="Arial"/>
                </a:defRPr>
              </a:lvl2pPr>
              <a:lvl3pPr algn="ctr">
                <a:defRPr sz="1538" b="1">
                  <a:solidFill>
                    <a:srgbClr val="000000"/>
                  </a:solidFill>
                  <a:latin typeface="Arial"/>
                  <a:ea typeface="Arial"/>
                  <a:cs typeface="Arial"/>
                </a:defRPr>
              </a:lvl3pPr>
              <a:lvl4pPr algn="ctr">
                <a:defRPr sz="1538" b="1">
                  <a:solidFill>
                    <a:srgbClr val="000000"/>
                  </a:solidFill>
                  <a:latin typeface="Arial"/>
                  <a:ea typeface="Arial"/>
                  <a:cs typeface="Arial"/>
                </a:defRPr>
              </a:lvl4pPr>
              <a:lvl5pPr algn="ctr">
                <a:defRPr sz="1538" b="1">
                  <a:solidFill>
                    <a:srgbClr val="000000"/>
                  </a:solidFill>
                  <a:latin typeface="Arial"/>
                  <a:ea typeface="Arial"/>
                  <a:cs typeface="Arial"/>
                </a:defRPr>
              </a:lvl5pPr>
              <a:lvl6pPr algn="ctr">
                <a:defRPr sz="1538" b="1">
                  <a:solidFill>
                    <a:srgbClr val="000000"/>
                  </a:solidFill>
                  <a:latin typeface="Arial"/>
                  <a:ea typeface="Arial"/>
                  <a:cs typeface="Arial"/>
                </a:defRPr>
              </a:lvl6pPr>
              <a:lvl7pPr algn="ctr">
                <a:defRPr sz="1538" b="1">
                  <a:solidFill>
                    <a:srgbClr val="000000"/>
                  </a:solidFill>
                  <a:latin typeface="Arial"/>
                  <a:ea typeface="Arial"/>
                  <a:cs typeface="Arial"/>
                </a:defRPr>
              </a:lvl7pPr>
              <a:lvl8pPr algn="ctr">
                <a:defRPr sz="1538" b="1">
                  <a:solidFill>
                    <a:srgbClr val="000000"/>
                  </a:solidFill>
                  <a:latin typeface="Arial"/>
                  <a:ea typeface="Arial"/>
                  <a:cs typeface="Arial"/>
                </a:defRPr>
              </a:lvl8pPr>
              <a:lvl9pPr algn="ctr">
                <a:defRPr sz="1538" b="1">
                  <a:solidFill>
                    <a:srgbClr val="000000"/>
                  </a:solidFill>
                  <a:latin typeface="Arial"/>
                  <a:ea typeface="Arial"/>
                  <a:cs typeface="Arial"/>
                </a:defRPr>
              </a:lvl9pPr>
            </a:lstStyle>
            <a:p>
              <a:pPr algn="ctr">
                <a:defRPr sz="1538" b="1">
                  <a:solidFill>
                    <a:srgbClr val="000000"/>
                  </a:solidFill>
                  <a:latin typeface="Arial"/>
                  <a:ea typeface="Arial"/>
                  <a:cs typeface="Arial"/>
                </a:defRPr>
              </a:pPr>
              <a:r>
                <a:rPr sz="1538" b="1">
                  <a:solidFill>
                    <a:srgbClr val="000000"/>
                  </a:solidFill>
                  <a:latin typeface="Arial"/>
                  <a:ea typeface="Arial"/>
                  <a:cs typeface="Arial"/>
                </a:rPr>
                <a:t>B</a:t>
              </a:r>
            </a:p>
          </p:txBody>
        </p:sp>
        <p:sp>
          <p:nvSpPr>
            <p:cNvPr id="150" name="B exact d coordinate t63">
              <a:extLst>
                <a:ext uri="{FF2B5EF4-FFF2-40B4-BE49-F238E27FC236}">
                  <ns2:creationId id="{AF8160BC-330F-42C3-86AF-22F04FC45942}"/>
                </a:ext>
              </a:extLst>
            </p:cNvPr>
            <p:cNvSpPr>
              <a:spLocks noGrp="1"/>
            </p:cNvSpPr>
            <p:nvPr/>
          </p:nvSpPr>
          <p:spPr>
            <a:xfrm>
              <a:off x="11176000" y="2790825"/>
              <a:ext cx="438150" cy="219075"/>
            </a:xfrm>
            <a:prstGeom prst="rect">
              <a:avLst/>
            </a:prstGeom>
            <a:noFill/>
            <a:ln w="0">
              <a:noFill/>
            </a:ln>
          </p:spPr>
          <p:txBody>
            <a:bodyPr wrap="none" lIns="0" tIns="0" rIns="0" bIns="0" anchor="ctr">
              <a:noAutofit/>
            </a:bodyPr>
            <a:lstStyle>
              <a:defPPr algn="ctr">
                <a:defRPr sz="1385" b="0">
                  <a:solidFill>
                    <a:srgbClr val="000000"/>
                  </a:solidFill>
                  <a:latin typeface="Arial"/>
                  <a:ea typeface="Arial"/>
                  <a:cs typeface="Arial"/>
                </a:defRPr>
              </a:defPPr>
              <a:lvl1pPr algn="ctr">
                <a:defRPr sz="1385" b="0">
                  <a:solidFill>
                    <a:srgbClr val="000000"/>
                  </a:solidFill>
                  <a:latin typeface="Arial"/>
                  <a:ea typeface="Arial"/>
                  <a:cs typeface="Arial"/>
                </a:defRPr>
              </a:lvl1pPr>
              <a:lvl2pPr algn="ctr">
                <a:defRPr sz="1385" b="0">
                  <a:solidFill>
                    <a:srgbClr val="000000"/>
                  </a:solidFill>
                  <a:latin typeface="Arial"/>
                  <a:ea typeface="Arial"/>
                  <a:cs typeface="Arial"/>
                </a:defRPr>
              </a:lvl2pPr>
              <a:lvl3pPr algn="ctr">
                <a:defRPr sz="1385" b="0">
                  <a:solidFill>
                    <a:srgbClr val="000000"/>
                  </a:solidFill>
                  <a:latin typeface="Arial"/>
                  <a:ea typeface="Arial"/>
                  <a:cs typeface="Arial"/>
                </a:defRPr>
              </a:lvl3pPr>
              <a:lvl4pPr algn="ctr">
                <a:defRPr sz="1385" b="0">
                  <a:solidFill>
                    <a:srgbClr val="000000"/>
                  </a:solidFill>
                  <a:latin typeface="Arial"/>
                  <a:ea typeface="Arial"/>
                  <a:cs typeface="Arial"/>
                </a:defRPr>
              </a:lvl4pPr>
              <a:lvl5pPr algn="ctr">
                <a:defRPr sz="1385" b="0">
                  <a:solidFill>
                    <a:srgbClr val="000000"/>
                  </a:solidFill>
                  <a:latin typeface="Arial"/>
                  <a:ea typeface="Arial"/>
                  <a:cs typeface="Arial"/>
                </a:defRPr>
              </a:lvl5pPr>
              <a:lvl6pPr algn="ctr">
                <a:defRPr sz="1385" b="0">
                  <a:solidFill>
                    <a:srgbClr val="000000"/>
                  </a:solidFill>
                  <a:latin typeface="Arial"/>
                  <a:ea typeface="Arial"/>
                  <a:cs typeface="Arial"/>
                </a:defRPr>
              </a:lvl6pPr>
              <a:lvl7pPr algn="ctr">
                <a:defRPr sz="1385" b="0">
                  <a:solidFill>
                    <a:srgbClr val="000000"/>
                  </a:solidFill>
                  <a:latin typeface="Arial"/>
                  <a:ea typeface="Arial"/>
                  <a:cs typeface="Arial"/>
                </a:defRPr>
              </a:lvl7pPr>
              <a:lvl8pPr algn="ctr">
                <a:defRPr sz="1385" b="0">
                  <a:solidFill>
                    <a:srgbClr val="000000"/>
                  </a:solidFill>
                  <a:latin typeface="Arial"/>
                  <a:ea typeface="Arial"/>
                  <a:cs typeface="Arial"/>
                </a:defRPr>
              </a:lvl8pPr>
              <a:lvl9pPr algn="ctr">
                <a:defRPr sz="1385" b="0">
                  <a:solidFill>
                    <a:srgbClr val="000000"/>
                  </a:solidFill>
                  <a:latin typeface="Arial"/>
                  <a:ea typeface="Arial"/>
                  <a:cs typeface="Arial"/>
                </a:defRPr>
              </a:lvl9pPr>
            </a:lstStyle>
            <a:p>
              <a:pPr algn="ctr">
                <a:defRPr sz="1385" b="0">
                  <a:solidFill>
                    <a:srgbClr val="000000"/>
                  </a:solidFill>
                  <a:latin typeface="Arial"/>
                  <a:ea typeface="Arial"/>
                  <a:cs typeface="Arial"/>
                </a:defRPr>
              </a:pPr>
              <a:r>
                <a:rPr sz="1385" b="0">
                  <a:solidFill>
                    <a:srgbClr val="000000"/>
                  </a:solidFill>
                  <a:latin typeface="Arial"/>
                  <a:ea typeface="Arial"/>
                  <a:cs typeface="Arial"/>
                </a:rPr>
                <a:t>80</a:t>
              </a:r>
            </a:p>
          </p:txBody>
        </p:sp>
        <p:sp>
          <p:nvSpPr>
            <p:cNvPr id="151" name="C matching d-axis marker t63">
              <a:extLst>
                <a:ext uri="{FF2B5EF4-FFF2-40B4-BE49-F238E27FC236}">
                  <ns2:creationId id="{52EE52C6-ADC9-4D0B-AB4E-0F8080D1FD5B}"/>
                </a:ext>
              </a:extLst>
            </p:cNvPr>
            <p:cNvSpPr>
              <a:spLocks noGrp="1"/>
            </p:cNvSpPr>
            <p:nvPr/>
          </p:nvSpPr>
          <p:spPr>
            <a:xfrm>
              <a:off x="11609705" y="2383155"/>
              <a:ext cx="148590" cy="148590"/>
            </a:xfrm>
            <a:prstGeom prst="ellipse">
              <a:avLst/>
            </a:prstGeom>
            <a:solidFill>
              <a:srgbClr val="D9E219"/>
            </a:solidFill>
            <a:ln w="19538">
              <a:solidFill>
                <a:srgbClr val="D9E219"/>
              </a:solidFill>
            </a:ln>
          </p:spPr>
        </p:sp>
        <p:sp>
          <p:nvSpPr>
            <p:cNvPr id="152" name="C">
              <a:extLst>
                <a:ext uri="{FF2B5EF4-FFF2-40B4-BE49-F238E27FC236}">
                  <ns2:creationId id="{0FB74845-B6A0-49D9-AD99-714B41602FF9}"/>
                </a:ext>
              </a:extLst>
            </p:cNvPr>
            <p:cNvSpPr>
              <a:spLocks noGrp="1"/>
            </p:cNvSpPr>
            <p:nvPr/>
          </p:nvSpPr>
          <p:spPr>
            <a:xfrm>
              <a:off x="11550650" y="2562225"/>
              <a:ext cx="266700" cy="228600"/>
            </a:xfrm>
            <a:prstGeom prst="rect">
              <a:avLst/>
            </a:prstGeom>
            <a:noFill/>
            <a:ln w="0">
              <a:noFill/>
            </a:ln>
          </p:spPr>
          <p:txBody>
            <a:bodyPr wrap="none" lIns="0" tIns="0" rIns="0" bIns="0" anchor="ctr">
              <a:noAutofit/>
            </a:bodyPr>
            <a:lstStyle>
              <a:defPPr algn="ctr">
                <a:defRPr sz="1538" b="1">
                  <a:solidFill>
                    <a:srgbClr val="000000"/>
                  </a:solidFill>
                  <a:latin typeface="Arial"/>
                  <a:ea typeface="Arial"/>
                  <a:cs typeface="Arial"/>
                </a:defRPr>
              </a:defPPr>
              <a:lvl1pPr algn="ctr">
                <a:defRPr sz="1538" b="1">
                  <a:solidFill>
                    <a:srgbClr val="000000"/>
                  </a:solidFill>
                  <a:latin typeface="Arial"/>
                  <a:ea typeface="Arial"/>
                  <a:cs typeface="Arial"/>
                </a:defRPr>
              </a:lvl1pPr>
              <a:lvl2pPr algn="ctr">
                <a:defRPr sz="1538" b="1">
                  <a:solidFill>
                    <a:srgbClr val="000000"/>
                  </a:solidFill>
                  <a:latin typeface="Arial"/>
                  <a:ea typeface="Arial"/>
                  <a:cs typeface="Arial"/>
                </a:defRPr>
              </a:lvl2pPr>
              <a:lvl3pPr algn="ctr">
                <a:defRPr sz="1538" b="1">
                  <a:solidFill>
                    <a:srgbClr val="000000"/>
                  </a:solidFill>
                  <a:latin typeface="Arial"/>
                  <a:ea typeface="Arial"/>
                  <a:cs typeface="Arial"/>
                </a:defRPr>
              </a:lvl3pPr>
              <a:lvl4pPr algn="ctr">
                <a:defRPr sz="1538" b="1">
                  <a:solidFill>
                    <a:srgbClr val="000000"/>
                  </a:solidFill>
                  <a:latin typeface="Arial"/>
                  <a:ea typeface="Arial"/>
                  <a:cs typeface="Arial"/>
                </a:defRPr>
              </a:lvl4pPr>
              <a:lvl5pPr algn="ctr">
                <a:defRPr sz="1538" b="1">
                  <a:solidFill>
                    <a:srgbClr val="000000"/>
                  </a:solidFill>
                  <a:latin typeface="Arial"/>
                  <a:ea typeface="Arial"/>
                  <a:cs typeface="Arial"/>
                </a:defRPr>
              </a:lvl5pPr>
              <a:lvl6pPr algn="ctr">
                <a:defRPr sz="1538" b="1">
                  <a:solidFill>
                    <a:srgbClr val="000000"/>
                  </a:solidFill>
                  <a:latin typeface="Arial"/>
                  <a:ea typeface="Arial"/>
                  <a:cs typeface="Arial"/>
                </a:defRPr>
              </a:lvl6pPr>
              <a:lvl7pPr algn="ctr">
                <a:defRPr sz="1538" b="1">
                  <a:solidFill>
                    <a:srgbClr val="000000"/>
                  </a:solidFill>
                  <a:latin typeface="Arial"/>
                  <a:ea typeface="Arial"/>
                  <a:cs typeface="Arial"/>
                </a:defRPr>
              </a:lvl7pPr>
              <a:lvl8pPr algn="ctr">
                <a:defRPr sz="1538" b="1">
                  <a:solidFill>
                    <a:srgbClr val="000000"/>
                  </a:solidFill>
                  <a:latin typeface="Arial"/>
                  <a:ea typeface="Arial"/>
                  <a:cs typeface="Arial"/>
                </a:defRPr>
              </a:lvl8pPr>
              <a:lvl9pPr algn="ctr">
                <a:defRPr sz="1538" b="1">
                  <a:solidFill>
                    <a:srgbClr val="000000"/>
                  </a:solidFill>
                  <a:latin typeface="Arial"/>
                  <a:ea typeface="Arial"/>
                  <a:cs typeface="Arial"/>
                </a:defRPr>
              </a:lvl9pPr>
            </a:lstStyle>
            <a:p>
              <a:pPr algn="ctr">
                <a:defRPr sz="1538" b="1">
                  <a:solidFill>
                    <a:srgbClr val="000000"/>
                  </a:solidFill>
                  <a:latin typeface="Arial"/>
                  <a:ea typeface="Arial"/>
                  <a:cs typeface="Arial"/>
                </a:defRPr>
              </a:pPr>
              <a:r>
                <a:rPr sz="1538" b="1">
                  <a:solidFill>
                    <a:srgbClr val="000000"/>
                  </a:solidFill>
                  <a:latin typeface="Arial"/>
                  <a:ea typeface="Arial"/>
                  <a:cs typeface="Arial"/>
                </a:rPr>
                <a:t>C</a:t>
              </a:r>
            </a:p>
          </p:txBody>
        </p:sp>
        <p:sp>
          <p:nvSpPr>
            <p:cNvPr id="153" name="C exact d coordinate t63">
              <a:extLst>
                <a:ext uri="{FF2B5EF4-FFF2-40B4-BE49-F238E27FC236}">
                  <ns2:creationId id="{C20D6A31-572C-4DD1-B6E7-D393D7C8EB95}"/>
                </a:ext>
              </a:extLst>
            </p:cNvPr>
            <p:cNvSpPr>
              <a:spLocks noGrp="1"/>
            </p:cNvSpPr>
            <p:nvPr/>
          </p:nvSpPr>
          <p:spPr>
            <a:xfrm>
              <a:off x="11464925" y="2790825"/>
              <a:ext cx="438150" cy="219075"/>
            </a:xfrm>
            <a:prstGeom prst="rect">
              <a:avLst/>
            </a:prstGeom>
            <a:noFill/>
            <a:ln w="0">
              <a:noFill/>
            </a:ln>
          </p:spPr>
          <p:txBody>
            <a:bodyPr wrap="none" lIns="0" tIns="0" rIns="0" bIns="0" anchor="ctr">
              <a:noAutofit/>
            </a:bodyPr>
            <a:lstStyle>
              <a:defPPr algn="ctr">
                <a:defRPr sz="1385" b="0">
                  <a:solidFill>
                    <a:srgbClr val="000000"/>
                  </a:solidFill>
                  <a:latin typeface="Arial"/>
                  <a:ea typeface="Arial"/>
                  <a:cs typeface="Arial"/>
                </a:defRPr>
              </a:defPPr>
              <a:lvl1pPr algn="ctr">
                <a:defRPr sz="1385" b="0">
                  <a:solidFill>
                    <a:srgbClr val="000000"/>
                  </a:solidFill>
                  <a:latin typeface="Arial"/>
                  <a:ea typeface="Arial"/>
                  <a:cs typeface="Arial"/>
                </a:defRPr>
              </a:lvl1pPr>
              <a:lvl2pPr algn="ctr">
                <a:defRPr sz="1385" b="0">
                  <a:solidFill>
                    <a:srgbClr val="000000"/>
                  </a:solidFill>
                  <a:latin typeface="Arial"/>
                  <a:ea typeface="Arial"/>
                  <a:cs typeface="Arial"/>
                </a:defRPr>
              </a:lvl2pPr>
              <a:lvl3pPr algn="ctr">
                <a:defRPr sz="1385" b="0">
                  <a:solidFill>
                    <a:srgbClr val="000000"/>
                  </a:solidFill>
                  <a:latin typeface="Arial"/>
                  <a:ea typeface="Arial"/>
                  <a:cs typeface="Arial"/>
                </a:defRPr>
              </a:lvl3pPr>
              <a:lvl4pPr algn="ctr">
                <a:defRPr sz="1385" b="0">
                  <a:solidFill>
                    <a:srgbClr val="000000"/>
                  </a:solidFill>
                  <a:latin typeface="Arial"/>
                  <a:ea typeface="Arial"/>
                  <a:cs typeface="Arial"/>
                </a:defRPr>
              </a:lvl4pPr>
              <a:lvl5pPr algn="ctr">
                <a:defRPr sz="1385" b="0">
                  <a:solidFill>
                    <a:srgbClr val="000000"/>
                  </a:solidFill>
                  <a:latin typeface="Arial"/>
                  <a:ea typeface="Arial"/>
                  <a:cs typeface="Arial"/>
                </a:defRPr>
              </a:lvl5pPr>
              <a:lvl6pPr algn="ctr">
                <a:defRPr sz="1385" b="0">
                  <a:solidFill>
                    <a:srgbClr val="000000"/>
                  </a:solidFill>
                  <a:latin typeface="Arial"/>
                  <a:ea typeface="Arial"/>
                  <a:cs typeface="Arial"/>
                </a:defRPr>
              </a:lvl6pPr>
              <a:lvl7pPr algn="ctr">
                <a:defRPr sz="1385" b="0">
                  <a:solidFill>
                    <a:srgbClr val="000000"/>
                  </a:solidFill>
                  <a:latin typeface="Arial"/>
                  <a:ea typeface="Arial"/>
                  <a:cs typeface="Arial"/>
                </a:defRPr>
              </a:lvl7pPr>
              <a:lvl8pPr algn="ctr">
                <a:defRPr sz="1385" b="0">
                  <a:solidFill>
                    <a:srgbClr val="000000"/>
                  </a:solidFill>
                  <a:latin typeface="Arial"/>
                  <a:ea typeface="Arial"/>
                  <a:cs typeface="Arial"/>
                </a:defRPr>
              </a:lvl8pPr>
              <a:lvl9pPr algn="ctr">
                <a:defRPr sz="1385" b="0">
                  <a:solidFill>
                    <a:srgbClr val="000000"/>
                  </a:solidFill>
                  <a:latin typeface="Arial"/>
                  <a:ea typeface="Arial"/>
                  <a:cs typeface="Arial"/>
                </a:defRPr>
              </a:lvl9pPr>
            </a:lstStyle>
            <a:p>
              <a:pPr algn="ctr">
                <a:defRPr sz="1385" b="0">
                  <a:solidFill>
                    <a:srgbClr val="000000"/>
                  </a:solidFill>
                  <a:latin typeface="Arial"/>
                  <a:ea typeface="Arial"/>
                  <a:cs typeface="Arial"/>
                </a:defRPr>
              </a:pPr>
              <a:r>
                <a:rPr sz="1385" b="0">
                  <a:solidFill>
                    <a:srgbClr val="000000"/>
                  </a:solidFill>
                  <a:latin typeface="Arial"/>
                  <a:ea typeface="Arial"/>
                  <a:cs typeface="Arial"/>
                </a:rPr>
                <a:t>100</a:t>
              </a:r>
            </a:p>
          </p:txBody>
        </p:sp>
        <p:sp>
          <p:nvSpPr>
            <p:cNvPr id="154" name="(b) TMTM">
              <a:extLst>
                <a:ext uri="{FF2B5EF4-FFF2-40B4-BE49-F238E27FC236}">
                  <ns2:creationId id="{8D40B6FA-E156-4954-9764-11F4D27812DC}"/>
                </a:ext>
              </a:extLst>
            </p:cNvPr>
            <p:cNvSpPr>
              <a:spLocks noGrp="1"/>
            </p:cNvSpPr>
            <p:nvPr/>
          </p:nvSpPr>
          <p:spPr>
            <a:xfrm>
              <a:off x="609600" y="3067050"/>
              <a:ext cx="3143250" cy="276225"/>
            </a:xfrm>
            <a:prstGeom prst="rect">
              <a:avLst/>
            </a:prstGeom>
            <a:noFill/>
            <a:ln w="0">
              <a:noFill/>
            </a:ln>
          </p:spPr>
          <p:txBody>
            <a:bodyPr wrap="none" lIns="0" tIns="0" rIns="0" bIns="0" anchor="ctr">
              <a:noAutofit/>
            </a:bodyPr>
            <a:lstStyle>
              <a:defPPr algn="l">
                <a:defRPr sz="1769" b="1">
                  <a:solidFill>
                    <a:srgbClr val="000000"/>
                  </a:solidFill>
                  <a:latin typeface="Arial"/>
                  <a:ea typeface="Arial"/>
                  <a:cs typeface="Arial"/>
                </a:defRPr>
              </a:defPPr>
              <a:lvl1pPr algn="l">
                <a:defRPr sz="1769" b="1">
                  <a:solidFill>
                    <a:srgbClr val="000000"/>
                  </a:solidFill>
                  <a:latin typeface="Arial"/>
                  <a:ea typeface="Arial"/>
                  <a:cs typeface="Arial"/>
                </a:defRPr>
              </a:lvl1pPr>
              <a:lvl2pPr algn="l">
                <a:defRPr sz="1769" b="1">
                  <a:solidFill>
                    <a:srgbClr val="000000"/>
                  </a:solidFill>
                  <a:latin typeface="Arial"/>
                  <a:ea typeface="Arial"/>
                  <a:cs typeface="Arial"/>
                </a:defRPr>
              </a:lvl2pPr>
              <a:lvl3pPr algn="l">
                <a:defRPr sz="1769" b="1">
                  <a:solidFill>
                    <a:srgbClr val="000000"/>
                  </a:solidFill>
                  <a:latin typeface="Arial"/>
                  <a:ea typeface="Arial"/>
                  <a:cs typeface="Arial"/>
                </a:defRPr>
              </a:lvl3pPr>
              <a:lvl4pPr algn="l">
                <a:defRPr sz="1769" b="1">
                  <a:solidFill>
                    <a:srgbClr val="000000"/>
                  </a:solidFill>
                  <a:latin typeface="Arial"/>
                  <a:ea typeface="Arial"/>
                  <a:cs typeface="Arial"/>
                </a:defRPr>
              </a:lvl4pPr>
              <a:lvl5pPr algn="l">
                <a:defRPr sz="1769" b="1">
                  <a:solidFill>
                    <a:srgbClr val="000000"/>
                  </a:solidFill>
                  <a:latin typeface="Arial"/>
                  <a:ea typeface="Arial"/>
                  <a:cs typeface="Arial"/>
                </a:defRPr>
              </a:lvl5pPr>
              <a:lvl6pPr algn="l">
                <a:defRPr sz="1769" b="1">
                  <a:solidFill>
                    <a:srgbClr val="000000"/>
                  </a:solidFill>
                  <a:latin typeface="Arial"/>
                  <a:ea typeface="Arial"/>
                  <a:cs typeface="Arial"/>
                </a:defRPr>
              </a:lvl6pPr>
              <a:lvl7pPr algn="l">
                <a:defRPr sz="1769" b="1">
                  <a:solidFill>
                    <a:srgbClr val="000000"/>
                  </a:solidFill>
                  <a:latin typeface="Arial"/>
                  <a:ea typeface="Arial"/>
                  <a:cs typeface="Arial"/>
                </a:defRPr>
              </a:lvl7pPr>
              <a:lvl8pPr algn="l">
                <a:defRPr sz="1769" b="1">
                  <a:solidFill>
                    <a:srgbClr val="000000"/>
                  </a:solidFill>
                  <a:latin typeface="Arial"/>
                  <a:ea typeface="Arial"/>
                  <a:cs typeface="Arial"/>
                </a:defRPr>
              </a:lvl8pPr>
              <a:lvl9pPr algn="l">
                <a:defRPr sz="1769" b="1">
                  <a:solidFill>
                    <a:srgbClr val="000000"/>
                  </a:solidFill>
                  <a:latin typeface="Arial"/>
                  <a:ea typeface="Arial"/>
                  <a:cs typeface="Arial"/>
                </a:defRPr>
              </a:lvl9pPr>
            </a:lstStyle>
            <a:p>
              <a:pPr algn="l">
                <a:defRPr sz="1769" b="1">
                  <a:solidFill>
                    <a:srgbClr val="000000"/>
                  </a:solidFill>
                  <a:latin typeface="Arial"/>
                  <a:ea typeface="Arial"/>
                  <a:cs typeface="Arial"/>
                </a:defRPr>
              </a:pPr>
              <a:r>
                <a:rPr sz="1769" b="1">
                  <a:solidFill>
                    <a:srgbClr val="000000"/>
                  </a:solidFill>
                  <a:latin typeface="Arial"/>
                  <a:ea typeface="Arial"/>
                  <a:cs typeface="Arial"/>
                </a:rPr>
                <a:t>(b) TMTM</a:t>
              </a:r>
            </a:p>
          </p:txBody>
        </p:sp>
        <p:sp>
          <p:nvSpPr>
            <p:cNvPr id="155" name="Native map coordinate">
              <a:extLst>
                <a:ext uri="{FF2B5EF4-FFF2-40B4-BE49-F238E27FC236}">
                  <ns2:creationId id="{1D02C4F9-5E31-4ED2-A4C6-CB2106B20DD0}"/>
                </a:ext>
              </a:extLst>
            </p:cNvPr>
            <p:cNvSpPr>
              <a:spLocks noGrp="1"/>
            </p:cNvSpPr>
            <p:nvPr/>
          </p:nvSpPr>
          <p:spPr>
            <a:xfrm>
              <a:off x="609600" y="3324225"/>
              <a:ext cx="3143250" cy="219075"/>
            </a:xfrm>
            <a:prstGeom prst="rect">
              <a:avLst/>
            </a:prstGeom>
            <a:noFill/>
            <a:ln w="0">
              <a:noFill/>
            </a:ln>
          </p:spPr>
          <p:txBody>
            <a:bodyPr wrap="none" lIns="0" tIns="0" rIns="0" bIns="0" anchor="ctr">
              <a:noAutofit/>
            </a:bodyPr>
            <a:lstStyle>
              <a:defPPr algn="l">
                <a:defRPr sz="1385" b="0">
                  <a:solidFill>
                    <a:srgbClr val="000000"/>
                  </a:solidFill>
                  <a:latin typeface="Arial"/>
                  <a:ea typeface="Arial"/>
                  <a:cs typeface="Arial"/>
                </a:defRPr>
              </a:defPPr>
              <a:lvl1pPr algn="l">
                <a:defRPr sz="1385" b="0">
                  <a:solidFill>
                    <a:srgbClr val="000000"/>
                  </a:solidFill>
                  <a:latin typeface="Arial"/>
                  <a:ea typeface="Arial"/>
                  <a:cs typeface="Arial"/>
                </a:defRPr>
              </a:lvl1pPr>
              <a:lvl2pPr algn="l">
                <a:defRPr sz="1385" b="0">
                  <a:solidFill>
                    <a:srgbClr val="000000"/>
                  </a:solidFill>
                  <a:latin typeface="Arial"/>
                  <a:ea typeface="Arial"/>
                  <a:cs typeface="Arial"/>
                </a:defRPr>
              </a:lvl2pPr>
              <a:lvl3pPr algn="l">
                <a:defRPr sz="1385" b="0">
                  <a:solidFill>
                    <a:srgbClr val="000000"/>
                  </a:solidFill>
                  <a:latin typeface="Arial"/>
                  <a:ea typeface="Arial"/>
                  <a:cs typeface="Arial"/>
                </a:defRPr>
              </a:lvl3pPr>
              <a:lvl4pPr algn="l">
                <a:defRPr sz="1385" b="0">
                  <a:solidFill>
                    <a:srgbClr val="000000"/>
                  </a:solidFill>
                  <a:latin typeface="Arial"/>
                  <a:ea typeface="Arial"/>
                  <a:cs typeface="Arial"/>
                </a:defRPr>
              </a:lvl4pPr>
              <a:lvl5pPr algn="l">
                <a:defRPr sz="1385" b="0">
                  <a:solidFill>
                    <a:srgbClr val="000000"/>
                  </a:solidFill>
                  <a:latin typeface="Arial"/>
                  <a:ea typeface="Arial"/>
                  <a:cs typeface="Arial"/>
                </a:defRPr>
              </a:lvl5pPr>
              <a:lvl6pPr algn="l">
                <a:defRPr sz="1385" b="0">
                  <a:solidFill>
                    <a:srgbClr val="000000"/>
                  </a:solidFill>
                  <a:latin typeface="Arial"/>
                  <a:ea typeface="Arial"/>
                  <a:cs typeface="Arial"/>
                </a:defRPr>
              </a:lvl6pPr>
              <a:lvl7pPr algn="l">
                <a:defRPr sz="1385" b="0">
                  <a:solidFill>
                    <a:srgbClr val="000000"/>
                  </a:solidFill>
                  <a:latin typeface="Arial"/>
                  <a:ea typeface="Arial"/>
                  <a:cs typeface="Arial"/>
                </a:defRPr>
              </a:lvl7pPr>
              <a:lvl8pPr algn="l">
                <a:defRPr sz="1385" b="0">
                  <a:solidFill>
                    <a:srgbClr val="000000"/>
                  </a:solidFill>
                  <a:latin typeface="Arial"/>
                  <a:ea typeface="Arial"/>
                  <a:cs typeface="Arial"/>
                </a:defRPr>
              </a:lvl8pPr>
              <a:lvl9pPr algn="l">
                <a:defRPr sz="1385" b="0">
                  <a:solidFill>
                    <a:srgbClr val="000000"/>
                  </a:solidFill>
                  <a:latin typeface="Arial"/>
                  <a:ea typeface="Arial"/>
                  <a:cs typeface="Arial"/>
                </a:defRPr>
              </a:lvl9pPr>
            </a:lstStyle>
            <a:p>
              <a:pPr algn="l">
                <a:defRPr sz="1385" b="0">
                  <a:solidFill>
                    <a:srgbClr val="000000"/>
                  </a:solidFill>
                  <a:latin typeface="Arial"/>
                  <a:ea typeface="Arial"/>
                  <a:cs typeface="Arial"/>
                </a:defRPr>
              </a:pPr>
              <a:r>
                <a:rPr sz="1385" b="0">
                  <a:solidFill>
                    <a:srgbClr val="000000"/>
                  </a:solidFill>
                  <a:latin typeface="Arial"/>
                  <a:ea typeface="Arial"/>
                  <a:cs typeface="Arial"/>
                </a:rPr>
                <a:t>Native map coordinate</a:t>
              </a:r>
            </a:p>
          </p:txBody>
        </p:sp>
        <p:pic>
          <p:nvPicPr>
            <p:cNvPr id="156" name="">
              <a:extLst>
                <a:ext uri="{FF2B5EF4-FFF2-40B4-BE49-F238E27FC236}">
                  <ns2:creationId id="{164D5EFA-3CCA-47B3-8FD8-EF26BB1F4238}"/>
                </a:ext>
              </a:extLst>
            </p:cNvPr>
            <p:cNvPicPr>
              <a:picLocks noChangeAspect="1"/>
            </p:cNvPicPr>
            <p:nvPr/>
          </p:nvPicPr>
          <p:blipFill>
            <a:blip r:embed="Rb011c2de608f4d09"/>
            <a:stretch/>
          </p:blipFill>
          <p:spPr>
            <a:xfrm>
              <a:off x="609600" y="3552825"/>
              <a:ext cx="3143250" cy="1809750"/>
            </a:xfrm>
            <a:prstGeom prst="rect">
              <a:avLst/>
            </a:prstGeom>
          </p:spPr>
        </p:pic>
        <p:sp>
          <p:nvSpPr>
            <p:cNvPr id="157" name="Snapshot time guide 12">
              <a:extLst>
                <a:ext uri="{FF2B5EF4-FFF2-40B4-BE49-F238E27FC236}">
                  <ns2:creationId id="{2627A5DD-DBB9-45B9-AF50-FCDE7E680187}"/>
                </a:ext>
              </a:extLst>
            </p:cNvPr>
            <p:cNvSpPr>
              <a:spLocks noGrp="1"/>
            </p:cNvSpPr>
            <p:nvPr/>
          </p:nvSpPr>
          <p:spPr>
            <a:xfrm>
              <a:off x="1208314" y="3552825"/>
              <a:ext cx="95" cy="1809750"/>
            </a:xfrm>
            <a:custGeom>
              <a:pathLst>
                <a:path w="95" h="1809750">
                  <a:moveTo>
                    <a:pt x="0" y="1809750"/>
                  </a:moveTo>
                  <a:lnTo>
                    <a:pt x="0" y="0"/>
                  </a:lnTo>
                </a:path>
              </a:pathLst>
            </a:custGeom>
            <a:noFill/>
            <a:ln w="5862">
              <a:solidFill>
                <a:srgbClr val="91ADB2"/>
              </a:solidFill>
              <a:prstDash val="dash"/>
            </a:ln>
          </p:spPr>
        </p:sp>
        <p:sp>
          <p:nvSpPr>
            <p:cNvPr id="158" name="Snapshot time guide 25">
              <a:extLst>
                <a:ext uri="{FF2B5EF4-FFF2-40B4-BE49-F238E27FC236}">
                  <ns2:creationId id="{F062DAA2-79D9-4203-A032-E65812AA4D1D}"/>
                </a:ext>
              </a:extLst>
            </p:cNvPr>
            <p:cNvSpPr>
              <a:spLocks noGrp="1"/>
            </p:cNvSpPr>
            <p:nvPr/>
          </p:nvSpPr>
          <p:spPr>
            <a:xfrm>
              <a:off x="1856921" y="3552825"/>
              <a:ext cx="95" cy="1809750"/>
            </a:xfrm>
            <a:custGeom>
              <a:pathLst>
                <a:path w="95" h="1809750">
                  <a:moveTo>
                    <a:pt x="0" y="1809750"/>
                  </a:moveTo>
                  <a:lnTo>
                    <a:pt x="0" y="0"/>
                  </a:lnTo>
                </a:path>
              </a:pathLst>
            </a:custGeom>
            <a:noFill/>
            <a:ln w="5862">
              <a:solidFill>
                <a:srgbClr val="91ADB2"/>
              </a:solidFill>
              <a:prstDash val="dash"/>
            </a:ln>
          </p:spPr>
        </p:sp>
        <p:sp>
          <p:nvSpPr>
            <p:cNvPr id="159" name="Snapshot time guide 38">
              <a:extLst>
                <a:ext uri="{FF2B5EF4-FFF2-40B4-BE49-F238E27FC236}">
                  <ns2:creationId id="{E74B37E6-2E5C-49BD-BD1D-457B1C053F54}"/>
                </a:ext>
              </a:extLst>
            </p:cNvPr>
            <p:cNvSpPr>
              <a:spLocks noGrp="1"/>
            </p:cNvSpPr>
            <p:nvPr/>
          </p:nvSpPr>
          <p:spPr>
            <a:xfrm>
              <a:off x="2505529" y="3552825"/>
              <a:ext cx="95" cy="1809750"/>
            </a:xfrm>
            <a:custGeom>
              <a:pathLst>
                <a:path w="95" h="1809750">
                  <a:moveTo>
                    <a:pt x="0" y="1809750"/>
                  </a:moveTo>
                  <a:lnTo>
                    <a:pt x="0" y="0"/>
                  </a:lnTo>
                </a:path>
              </a:pathLst>
            </a:custGeom>
            <a:noFill/>
            <a:ln w="5862">
              <a:solidFill>
                <a:srgbClr val="91ADB2"/>
              </a:solidFill>
              <a:prstDash val="dash"/>
            </a:ln>
          </p:spPr>
        </p:sp>
        <p:sp>
          <p:nvSpPr>
            <p:cNvPr id="160" name="Snapshot time guide 51">
              <a:extLst>
                <a:ext uri="{FF2B5EF4-FFF2-40B4-BE49-F238E27FC236}">
                  <ns2:creationId id="{624E03CB-6ED6-44C0-A13C-DA40FFB954BE}"/>
                </a:ext>
              </a:extLst>
            </p:cNvPr>
            <p:cNvSpPr>
              <a:spLocks noGrp="1"/>
            </p:cNvSpPr>
            <p:nvPr/>
          </p:nvSpPr>
          <p:spPr>
            <a:xfrm>
              <a:off x="3154136" y="3552825"/>
              <a:ext cx="95" cy="1809750"/>
            </a:xfrm>
            <a:custGeom>
              <a:pathLst>
                <a:path w="95" h="1809750">
                  <a:moveTo>
                    <a:pt x="0" y="1809750"/>
                  </a:moveTo>
                  <a:lnTo>
                    <a:pt x="0" y="0"/>
                  </a:lnTo>
                </a:path>
              </a:pathLst>
            </a:custGeom>
            <a:noFill/>
            <a:ln w="5862">
              <a:solidFill>
                <a:srgbClr val="91ADB2"/>
              </a:solidFill>
              <a:prstDash val="dash"/>
            </a:ln>
          </p:spPr>
        </p:sp>
        <p:sp>
          <p:nvSpPr>
            <p:cNvPr id="161" name="TMTM A black label">
              <a:extLst>
                <a:ext uri="{FF2B5EF4-FFF2-40B4-BE49-F238E27FC236}">
                  <ns2:creationId id="{ECC0FA07-E4A6-4A37-B373-07F656E025A1}"/>
                </a:ext>
              </a:extLst>
            </p:cNvPr>
            <p:cNvSpPr>
              <a:spLocks noGrp="1"/>
            </p:cNvSpPr>
            <p:nvPr/>
          </p:nvSpPr>
          <p:spPr>
            <a:xfrm>
              <a:off x="3829050" y="4670866"/>
              <a:ext cx="257175" cy="247650"/>
            </a:xfrm>
            <a:prstGeom prst="rect">
              <a:avLst/>
            </a:prstGeom>
            <a:noFill/>
            <a:ln w="0">
              <a:noFill/>
            </a:ln>
          </p:spPr>
          <p:txBody>
            <a:bodyPr wrap="none" lIns="0" tIns="0" rIns="0" bIns="0" anchor="ctr">
              <a:noAutofit/>
            </a:bodyPr>
            <a:lstStyle>
              <a:defPPr algn="l">
                <a:defRPr sz="1615" b="1">
                  <a:solidFill>
                    <a:srgbClr val="000000"/>
                  </a:solidFill>
                  <a:latin typeface="Arial"/>
                  <a:ea typeface="Arial"/>
                  <a:cs typeface="Arial"/>
                </a:defRPr>
              </a:defPPr>
              <a:lvl1pPr algn="l">
                <a:defRPr sz="1615" b="1">
                  <a:solidFill>
                    <a:srgbClr val="000000"/>
                  </a:solidFill>
                  <a:latin typeface="Arial"/>
                  <a:ea typeface="Arial"/>
                  <a:cs typeface="Arial"/>
                </a:defRPr>
              </a:lvl1pPr>
              <a:lvl2pPr algn="l">
                <a:defRPr sz="1615" b="1">
                  <a:solidFill>
                    <a:srgbClr val="000000"/>
                  </a:solidFill>
                  <a:latin typeface="Arial"/>
                  <a:ea typeface="Arial"/>
                  <a:cs typeface="Arial"/>
                </a:defRPr>
              </a:lvl2pPr>
              <a:lvl3pPr algn="l">
                <a:defRPr sz="1615" b="1">
                  <a:solidFill>
                    <a:srgbClr val="000000"/>
                  </a:solidFill>
                  <a:latin typeface="Arial"/>
                  <a:ea typeface="Arial"/>
                  <a:cs typeface="Arial"/>
                </a:defRPr>
              </a:lvl3pPr>
              <a:lvl4pPr algn="l">
                <a:defRPr sz="1615" b="1">
                  <a:solidFill>
                    <a:srgbClr val="000000"/>
                  </a:solidFill>
                  <a:latin typeface="Arial"/>
                  <a:ea typeface="Arial"/>
                  <a:cs typeface="Arial"/>
                </a:defRPr>
              </a:lvl4pPr>
              <a:lvl5pPr algn="l">
                <a:defRPr sz="1615" b="1">
                  <a:solidFill>
                    <a:srgbClr val="000000"/>
                  </a:solidFill>
                  <a:latin typeface="Arial"/>
                  <a:ea typeface="Arial"/>
                  <a:cs typeface="Arial"/>
                </a:defRPr>
              </a:lvl5pPr>
              <a:lvl6pPr algn="l">
                <a:defRPr sz="1615" b="1">
                  <a:solidFill>
                    <a:srgbClr val="000000"/>
                  </a:solidFill>
                  <a:latin typeface="Arial"/>
                  <a:ea typeface="Arial"/>
                  <a:cs typeface="Arial"/>
                </a:defRPr>
              </a:lvl6pPr>
              <a:lvl7pPr algn="l">
                <a:defRPr sz="1615" b="1">
                  <a:solidFill>
                    <a:srgbClr val="000000"/>
                  </a:solidFill>
                  <a:latin typeface="Arial"/>
                  <a:ea typeface="Arial"/>
                  <a:cs typeface="Arial"/>
                </a:defRPr>
              </a:lvl7pPr>
              <a:lvl8pPr algn="l">
                <a:defRPr sz="1615" b="1">
                  <a:solidFill>
                    <a:srgbClr val="000000"/>
                  </a:solidFill>
                  <a:latin typeface="Arial"/>
                  <a:ea typeface="Arial"/>
                  <a:cs typeface="Arial"/>
                </a:defRPr>
              </a:lvl8pPr>
              <a:lvl9pPr algn="l">
                <a:defRPr sz="1615" b="1">
                  <a:solidFill>
                    <a:srgbClr val="000000"/>
                  </a:solidFill>
                  <a:latin typeface="Arial"/>
                  <a:ea typeface="Arial"/>
                  <a:cs typeface="Arial"/>
                </a:defRPr>
              </a:lvl9pPr>
            </a:lstStyle>
            <a:p>
              <a:pPr algn="l">
                <a:defRPr sz="1615" b="1">
                  <a:solidFill>
                    <a:srgbClr val="000000"/>
                  </a:solidFill>
                  <a:latin typeface="Arial"/>
                  <a:ea typeface="Arial"/>
                  <a:cs typeface="Arial"/>
                </a:defRPr>
              </a:pPr>
              <a:r>
                <a:rPr sz="1615" b="1">
                  <a:solidFill>
                    <a:srgbClr val="000000"/>
                  </a:solidFill>
                  <a:latin typeface="Arial"/>
                  <a:ea typeface="Arial"/>
                  <a:cs typeface="Arial"/>
                </a:rPr>
                <a:t>A</a:t>
              </a:r>
            </a:p>
          </p:txBody>
        </p:sp>
        <p:sp>
          <p:nvSpPr>
            <p:cNvPr id="162" name="TMTM B black label">
              <a:extLst>
                <a:ext uri="{FF2B5EF4-FFF2-40B4-BE49-F238E27FC236}">
                  <ns2:creationId id="{7A699F9A-56B4-47EE-BEDD-FD87315E84A4}"/>
                </a:ext>
              </a:extLst>
            </p:cNvPr>
            <p:cNvSpPr>
              <a:spLocks noGrp="1"/>
            </p:cNvSpPr>
            <p:nvPr/>
          </p:nvSpPr>
          <p:spPr>
            <a:xfrm>
              <a:off x="3829050" y="4333875"/>
              <a:ext cx="257175" cy="247650"/>
            </a:xfrm>
            <a:prstGeom prst="rect">
              <a:avLst/>
            </a:prstGeom>
            <a:noFill/>
            <a:ln w="0">
              <a:noFill/>
            </a:ln>
          </p:spPr>
          <p:txBody>
            <a:bodyPr wrap="none" lIns="0" tIns="0" rIns="0" bIns="0" anchor="ctr">
              <a:noAutofit/>
            </a:bodyPr>
            <a:lstStyle>
              <a:defPPr algn="l">
                <a:defRPr sz="1615" b="1">
                  <a:solidFill>
                    <a:srgbClr val="000000"/>
                  </a:solidFill>
                  <a:latin typeface="Arial"/>
                  <a:ea typeface="Arial"/>
                  <a:cs typeface="Arial"/>
                </a:defRPr>
              </a:defPPr>
              <a:lvl1pPr algn="l">
                <a:defRPr sz="1615" b="1">
                  <a:solidFill>
                    <a:srgbClr val="000000"/>
                  </a:solidFill>
                  <a:latin typeface="Arial"/>
                  <a:ea typeface="Arial"/>
                  <a:cs typeface="Arial"/>
                </a:defRPr>
              </a:lvl1pPr>
              <a:lvl2pPr algn="l">
                <a:defRPr sz="1615" b="1">
                  <a:solidFill>
                    <a:srgbClr val="000000"/>
                  </a:solidFill>
                  <a:latin typeface="Arial"/>
                  <a:ea typeface="Arial"/>
                  <a:cs typeface="Arial"/>
                </a:defRPr>
              </a:lvl2pPr>
              <a:lvl3pPr algn="l">
                <a:defRPr sz="1615" b="1">
                  <a:solidFill>
                    <a:srgbClr val="000000"/>
                  </a:solidFill>
                  <a:latin typeface="Arial"/>
                  <a:ea typeface="Arial"/>
                  <a:cs typeface="Arial"/>
                </a:defRPr>
              </a:lvl3pPr>
              <a:lvl4pPr algn="l">
                <a:defRPr sz="1615" b="1">
                  <a:solidFill>
                    <a:srgbClr val="000000"/>
                  </a:solidFill>
                  <a:latin typeface="Arial"/>
                  <a:ea typeface="Arial"/>
                  <a:cs typeface="Arial"/>
                </a:defRPr>
              </a:lvl4pPr>
              <a:lvl5pPr algn="l">
                <a:defRPr sz="1615" b="1">
                  <a:solidFill>
                    <a:srgbClr val="000000"/>
                  </a:solidFill>
                  <a:latin typeface="Arial"/>
                  <a:ea typeface="Arial"/>
                  <a:cs typeface="Arial"/>
                </a:defRPr>
              </a:lvl5pPr>
              <a:lvl6pPr algn="l">
                <a:defRPr sz="1615" b="1">
                  <a:solidFill>
                    <a:srgbClr val="000000"/>
                  </a:solidFill>
                  <a:latin typeface="Arial"/>
                  <a:ea typeface="Arial"/>
                  <a:cs typeface="Arial"/>
                </a:defRPr>
              </a:lvl6pPr>
              <a:lvl7pPr algn="l">
                <a:defRPr sz="1615" b="1">
                  <a:solidFill>
                    <a:srgbClr val="000000"/>
                  </a:solidFill>
                  <a:latin typeface="Arial"/>
                  <a:ea typeface="Arial"/>
                  <a:cs typeface="Arial"/>
                </a:defRPr>
              </a:lvl7pPr>
              <a:lvl8pPr algn="l">
                <a:defRPr sz="1615" b="1">
                  <a:solidFill>
                    <a:srgbClr val="000000"/>
                  </a:solidFill>
                  <a:latin typeface="Arial"/>
                  <a:ea typeface="Arial"/>
                  <a:cs typeface="Arial"/>
                </a:defRPr>
              </a:lvl8pPr>
              <a:lvl9pPr algn="l">
                <a:defRPr sz="1615" b="1">
                  <a:solidFill>
                    <a:srgbClr val="000000"/>
                  </a:solidFill>
                  <a:latin typeface="Arial"/>
                  <a:ea typeface="Arial"/>
                  <a:cs typeface="Arial"/>
                </a:defRPr>
              </a:lvl9pPr>
            </a:lstStyle>
            <a:p>
              <a:pPr algn="l">
                <a:defRPr sz="1615" b="1">
                  <a:solidFill>
                    <a:srgbClr val="000000"/>
                  </a:solidFill>
                  <a:latin typeface="Arial"/>
                  <a:ea typeface="Arial"/>
                  <a:cs typeface="Arial"/>
                </a:defRPr>
              </a:pPr>
              <a:r>
                <a:rPr sz="1615" b="1">
                  <a:solidFill>
                    <a:srgbClr val="000000"/>
                  </a:solidFill>
                  <a:latin typeface="Arial"/>
                  <a:ea typeface="Arial"/>
                  <a:cs typeface="Arial"/>
                </a:rPr>
                <a:t>B</a:t>
              </a:r>
            </a:p>
          </p:txBody>
        </p:sp>
        <p:sp>
          <p:nvSpPr>
            <p:cNvPr id="163" name="TMTM C black label">
              <a:extLst>
                <a:ext uri="{FF2B5EF4-FFF2-40B4-BE49-F238E27FC236}">
                  <ns2:creationId id="{5837A64F-052C-4217-87F5-5ADACD7F70CE}"/>
                </a:ext>
              </a:extLst>
            </p:cNvPr>
            <p:cNvSpPr>
              <a:spLocks noGrp="1"/>
            </p:cNvSpPr>
            <p:nvPr/>
          </p:nvSpPr>
          <p:spPr>
            <a:xfrm>
              <a:off x="3829050" y="3996385"/>
              <a:ext cx="257175" cy="247650"/>
            </a:xfrm>
            <a:prstGeom prst="rect">
              <a:avLst/>
            </a:prstGeom>
            <a:noFill/>
            <a:ln w="0">
              <a:noFill/>
            </a:ln>
          </p:spPr>
          <p:txBody>
            <a:bodyPr wrap="none" lIns="0" tIns="0" rIns="0" bIns="0" anchor="ctr">
              <a:noAutofit/>
            </a:bodyPr>
            <a:lstStyle>
              <a:defPPr algn="l">
                <a:defRPr sz="1615" b="1">
                  <a:solidFill>
                    <a:srgbClr val="000000"/>
                  </a:solidFill>
                  <a:latin typeface="Arial"/>
                  <a:ea typeface="Arial"/>
                  <a:cs typeface="Arial"/>
                </a:defRPr>
              </a:defPPr>
              <a:lvl1pPr algn="l">
                <a:defRPr sz="1615" b="1">
                  <a:solidFill>
                    <a:srgbClr val="000000"/>
                  </a:solidFill>
                  <a:latin typeface="Arial"/>
                  <a:ea typeface="Arial"/>
                  <a:cs typeface="Arial"/>
                </a:defRPr>
              </a:lvl1pPr>
              <a:lvl2pPr algn="l">
                <a:defRPr sz="1615" b="1">
                  <a:solidFill>
                    <a:srgbClr val="000000"/>
                  </a:solidFill>
                  <a:latin typeface="Arial"/>
                  <a:ea typeface="Arial"/>
                  <a:cs typeface="Arial"/>
                </a:defRPr>
              </a:lvl2pPr>
              <a:lvl3pPr algn="l">
                <a:defRPr sz="1615" b="1">
                  <a:solidFill>
                    <a:srgbClr val="000000"/>
                  </a:solidFill>
                  <a:latin typeface="Arial"/>
                  <a:ea typeface="Arial"/>
                  <a:cs typeface="Arial"/>
                </a:defRPr>
              </a:lvl3pPr>
              <a:lvl4pPr algn="l">
                <a:defRPr sz="1615" b="1">
                  <a:solidFill>
                    <a:srgbClr val="000000"/>
                  </a:solidFill>
                  <a:latin typeface="Arial"/>
                  <a:ea typeface="Arial"/>
                  <a:cs typeface="Arial"/>
                </a:defRPr>
              </a:lvl4pPr>
              <a:lvl5pPr algn="l">
                <a:defRPr sz="1615" b="1">
                  <a:solidFill>
                    <a:srgbClr val="000000"/>
                  </a:solidFill>
                  <a:latin typeface="Arial"/>
                  <a:ea typeface="Arial"/>
                  <a:cs typeface="Arial"/>
                </a:defRPr>
              </a:lvl5pPr>
              <a:lvl6pPr algn="l">
                <a:defRPr sz="1615" b="1">
                  <a:solidFill>
                    <a:srgbClr val="000000"/>
                  </a:solidFill>
                  <a:latin typeface="Arial"/>
                  <a:ea typeface="Arial"/>
                  <a:cs typeface="Arial"/>
                </a:defRPr>
              </a:lvl6pPr>
              <a:lvl7pPr algn="l">
                <a:defRPr sz="1615" b="1">
                  <a:solidFill>
                    <a:srgbClr val="000000"/>
                  </a:solidFill>
                  <a:latin typeface="Arial"/>
                  <a:ea typeface="Arial"/>
                  <a:cs typeface="Arial"/>
                </a:defRPr>
              </a:lvl7pPr>
              <a:lvl8pPr algn="l">
                <a:defRPr sz="1615" b="1">
                  <a:solidFill>
                    <a:srgbClr val="000000"/>
                  </a:solidFill>
                  <a:latin typeface="Arial"/>
                  <a:ea typeface="Arial"/>
                  <a:cs typeface="Arial"/>
                </a:defRPr>
              </a:lvl8pPr>
              <a:lvl9pPr algn="l">
                <a:defRPr sz="1615" b="1">
                  <a:solidFill>
                    <a:srgbClr val="000000"/>
                  </a:solidFill>
                  <a:latin typeface="Arial"/>
                  <a:ea typeface="Arial"/>
                  <a:cs typeface="Arial"/>
                </a:defRPr>
              </a:lvl9pPr>
            </a:lstStyle>
            <a:p>
              <a:pPr algn="l">
                <a:defRPr sz="1615" b="1">
                  <a:solidFill>
                    <a:srgbClr val="000000"/>
                  </a:solidFill>
                  <a:latin typeface="Arial"/>
                  <a:ea typeface="Arial"/>
                  <a:cs typeface="Arial"/>
                </a:defRPr>
              </a:pPr>
              <a:r>
                <a:rPr sz="1615" b="1">
                  <a:solidFill>
                    <a:srgbClr val="000000"/>
                  </a:solidFill>
                  <a:latin typeface="Arial"/>
                  <a:ea typeface="Arial"/>
                  <a:cs typeface="Arial"/>
                </a:rPr>
                <a:t>C</a:t>
              </a:r>
            </a:p>
          </p:txBody>
        </p:sp>
        <p:sp>
          <p:nvSpPr>
            <p:cNvPr id="164" name="Scientific domain frame">
              <a:extLst>
                <a:ext uri="{FF2B5EF4-FFF2-40B4-BE49-F238E27FC236}">
                  <ns2:creationId id="{0EDD59D2-E28C-49A3-81BC-1C784714FD7A}"/>
                </a:ext>
              </a:extLst>
            </p:cNvPr>
            <p:cNvSpPr>
              <a:spLocks noGrp="1"/>
            </p:cNvSpPr>
            <p:nvPr/>
          </p:nvSpPr>
          <p:spPr>
            <a:xfrm>
              <a:off x="609600" y="3552825"/>
              <a:ext cx="3143250" cy="1809750"/>
            </a:xfrm>
            <a:prstGeom prst="rect">
              <a:avLst/>
            </a:prstGeom>
            <a:noFill/>
            <a:ln w="7815">
              <a:solidFill>
                <a:srgbClr val="000000"/>
              </a:solidFill>
            </a:ln>
          </p:spPr>
        </p:sp>
        <p:sp>
          <p:nvSpPr>
            <p:cNvPr id="165" name="Scientific line">
              <a:extLst>
                <a:ext uri="{FF2B5EF4-FFF2-40B4-BE49-F238E27FC236}">
                  <ns2:creationId id="{AD575D0F-A1EC-42D5-B539-5E0D9D55CC83}"/>
                </a:ext>
              </a:extLst>
            </p:cNvPr>
            <p:cNvSpPr>
              <a:spLocks noGrp="1"/>
            </p:cNvSpPr>
            <p:nvPr/>
          </p:nvSpPr>
          <p:spPr>
            <a:xfrm>
              <a:off x="609600" y="5362575"/>
              <a:ext cx="95" cy="47625"/>
            </a:xfrm>
            <a:custGeom>
              <a:pathLst>
                <a:path w="95" h="47625">
                  <a:moveTo>
                    <a:pt x="0" y="0"/>
                  </a:moveTo>
                  <a:lnTo>
                    <a:pt x="0" y="47625"/>
                  </a:lnTo>
                </a:path>
              </a:pathLst>
            </a:custGeom>
            <a:noFill/>
            <a:ln w="9769">
              <a:solidFill>
                <a:srgbClr val="000000"/>
              </a:solidFill>
              <a:prstDash val="solid"/>
            </a:ln>
          </p:spPr>
        </p:sp>
        <p:sp>
          <p:nvSpPr>
            <p:cNvPr id="166" name="0">
              <a:extLst>
                <a:ext uri="{FF2B5EF4-FFF2-40B4-BE49-F238E27FC236}">
                  <ns2:creationId id="{B8CE509A-B06C-4F2B-A4B7-407775157C99}"/>
                </a:ext>
              </a:extLst>
            </p:cNvPr>
            <p:cNvSpPr>
              <a:spLocks noGrp="1"/>
            </p:cNvSpPr>
            <p:nvPr/>
          </p:nvSpPr>
          <p:spPr>
            <a:xfrm>
              <a:off x="400050" y="5419725"/>
              <a:ext cx="419100" cy="228600"/>
            </a:xfrm>
            <a:prstGeom prst="rect">
              <a:avLst/>
            </a:prstGeom>
            <a:noFill/>
            <a:ln w="0">
              <a:noFill/>
            </a:ln>
          </p:spPr>
          <p:txBody>
            <a:bodyPr wrap="none" lIns="0" tIns="0" rIns="0" bIns="0" anchor="ctr">
              <a:noAutofit/>
            </a:bodyPr>
            <a:lstStyle>
              <a:defPPr algn="ctr">
                <a:defRPr sz="1385" b="0">
                  <a:solidFill>
                    <a:srgbClr val="000000"/>
                  </a:solidFill>
                  <a:latin typeface="Arial"/>
                  <a:ea typeface="Arial"/>
                  <a:cs typeface="Arial"/>
                </a:defRPr>
              </a:defPPr>
              <a:lvl1pPr algn="ctr">
                <a:defRPr sz="1385" b="0">
                  <a:solidFill>
                    <a:srgbClr val="000000"/>
                  </a:solidFill>
                  <a:latin typeface="Arial"/>
                  <a:ea typeface="Arial"/>
                  <a:cs typeface="Arial"/>
                </a:defRPr>
              </a:lvl1pPr>
              <a:lvl2pPr algn="ctr">
                <a:defRPr sz="1385" b="0">
                  <a:solidFill>
                    <a:srgbClr val="000000"/>
                  </a:solidFill>
                  <a:latin typeface="Arial"/>
                  <a:ea typeface="Arial"/>
                  <a:cs typeface="Arial"/>
                </a:defRPr>
              </a:lvl2pPr>
              <a:lvl3pPr algn="ctr">
                <a:defRPr sz="1385" b="0">
                  <a:solidFill>
                    <a:srgbClr val="000000"/>
                  </a:solidFill>
                  <a:latin typeface="Arial"/>
                  <a:ea typeface="Arial"/>
                  <a:cs typeface="Arial"/>
                </a:defRPr>
              </a:lvl3pPr>
              <a:lvl4pPr algn="ctr">
                <a:defRPr sz="1385" b="0">
                  <a:solidFill>
                    <a:srgbClr val="000000"/>
                  </a:solidFill>
                  <a:latin typeface="Arial"/>
                  <a:ea typeface="Arial"/>
                  <a:cs typeface="Arial"/>
                </a:defRPr>
              </a:lvl4pPr>
              <a:lvl5pPr algn="ctr">
                <a:defRPr sz="1385" b="0">
                  <a:solidFill>
                    <a:srgbClr val="000000"/>
                  </a:solidFill>
                  <a:latin typeface="Arial"/>
                  <a:ea typeface="Arial"/>
                  <a:cs typeface="Arial"/>
                </a:defRPr>
              </a:lvl5pPr>
              <a:lvl6pPr algn="ctr">
                <a:defRPr sz="1385" b="0">
                  <a:solidFill>
                    <a:srgbClr val="000000"/>
                  </a:solidFill>
                  <a:latin typeface="Arial"/>
                  <a:ea typeface="Arial"/>
                  <a:cs typeface="Arial"/>
                </a:defRPr>
              </a:lvl6pPr>
              <a:lvl7pPr algn="ctr">
                <a:defRPr sz="1385" b="0">
                  <a:solidFill>
                    <a:srgbClr val="000000"/>
                  </a:solidFill>
                  <a:latin typeface="Arial"/>
                  <a:ea typeface="Arial"/>
                  <a:cs typeface="Arial"/>
                </a:defRPr>
              </a:lvl7pPr>
              <a:lvl8pPr algn="ctr">
                <a:defRPr sz="1385" b="0">
                  <a:solidFill>
                    <a:srgbClr val="000000"/>
                  </a:solidFill>
                  <a:latin typeface="Arial"/>
                  <a:ea typeface="Arial"/>
                  <a:cs typeface="Arial"/>
                </a:defRPr>
              </a:lvl8pPr>
              <a:lvl9pPr algn="ctr">
                <a:defRPr sz="1385" b="0">
                  <a:solidFill>
                    <a:srgbClr val="000000"/>
                  </a:solidFill>
                  <a:latin typeface="Arial"/>
                  <a:ea typeface="Arial"/>
                  <a:cs typeface="Arial"/>
                </a:defRPr>
              </a:lvl9pPr>
            </a:lstStyle>
            <a:p>
              <a:pPr algn="ctr">
                <a:defRPr sz="1385" b="0">
                  <a:solidFill>
                    <a:srgbClr val="000000"/>
                  </a:solidFill>
                  <a:latin typeface="Arial"/>
                  <a:ea typeface="Arial"/>
                  <a:cs typeface="Arial"/>
                </a:defRPr>
              </a:pPr>
              <a:r>
                <a:rPr sz="1385" b="0">
                  <a:solidFill>
                    <a:srgbClr val="000000"/>
                  </a:solidFill>
                  <a:latin typeface="Arial"/>
                  <a:ea typeface="Arial"/>
                  <a:cs typeface="Arial"/>
                </a:rPr>
                <a:t>0</a:t>
              </a:r>
            </a:p>
          </p:txBody>
        </p:sp>
        <p:sp>
          <p:nvSpPr>
            <p:cNvPr id="167" name="Scientific line">
              <a:extLst>
                <a:ext uri="{FF2B5EF4-FFF2-40B4-BE49-F238E27FC236}">
                  <ns2:creationId id="{9A5D6FC7-EFB7-4D11-8DDA-EC6DC6106D9D}"/>
                </a:ext>
              </a:extLst>
            </p:cNvPr>
            <p:cNvSpPr>
              <a:spLocks noGrp="1"/>
            </p:cNvSpPr>
            <p:nvPr/>
          </p:nvSpPr>
          <p:spPr>
            <a:xfrm>
              <a:off x="1208314" y="5362575"/>
              <a:ext cx="95" cy="47625"/>
            </a:xfrm>
            <a:custGeom>
              <a:pathLst>
                <a:path w="95" h="47625">
                  <a:moveTo>
                    <a:pt x="0" y="0"/>
                  </a:moveTo>
                  <a:lnTo>
                    <a:pt x="0" y="47625"/>
                  </a:lnTo>
                </a:path>
              </a:pathLst>
            </a:custGeom>
            <a:noFill/>
            <a:ln w="9769">
              <a:solidFill>
                <a:srgbClr val="000000"/>
              </a:solidFill>
              <a:prstDash val="solid"/>
            </a:ln>
          </p:spPr>
        </p:sp>
        <p:sp>
          <p:nvSpPr>
            <p:cNvPr id="168" name="12">
              <a:extLst>
                <a:ext uri="{FF2B5EF4-FFF2-40B4-BE49-F238E27FC236}">
                  <ns2:creationId id="{B61C3B97-B6EC-4874-AE7D-0EAC65481EC3}"/>
                </a:ext>
              </a:extLst>
            </p:cNvPr>
            <p:cNvSpPr>
              <a:spLocks noGrp="1"/>
            </p:cNvSpPr>
            <p:nvPr/>
          </p:nvSpPr>
          <p:spPr>
            <a:xfrm>
              <a:off x="998764" y="5419725"/>
              <a:ext cx="419100" cy="228600"/>
            </a:xfrm>
            <a:prstGeom prst="rect">
              <a:avLst/>
            </a:prstGeom>
            <a:noFill/>
            <a:ln w="0">
              <a:noFill/>
            </a:ln>
          </p:spPr>
          <p:txBody>
            <a:bodyPr wrap="none" lIns="0" tIns="0" rIns="0" bIns="0" anchor="ctr">
              <a:noAutofit/>
            </a:bodyPr>
            <a:lstStyle>
              <a:defPPr algn="ctr">
                <a:defRPr sz="1385" b="0">
                  <a:solidFill>
                    <a:srgbClr val="000000"/>
                  </a:solidFill>
                  <a:latin typeface="Arial"/>
                  <a:ea typeface="Arial"/>
                  <a:cs typeface="Arial"/>
                </a:defRPr>
              </a:defPPr>
              <a:lvl1pPr algn="ctr">
                <a:defRPr sz="1385" b="0">
                  <a:solidFill>
                    <a:srgbClr val="000000"/>
                  </a:solidFill>
                  <a:latin typeface="Arial"/>
                  <a:ea typeface="Arial"/>
                  <a:cs typeface="Arial"/>
                </a:defRPr>
              </a:lvl1pPr>
              <a:lvl2pPr algn="ctr">
                <a:defRPr sz="1385" b="0">
                  <a:solidFill>
                    <a:srgbClr val="000000"/>
                  </a:solidFill>
                  <a:latin typeface="Arial"/>
                  <a:ea typeface="Arial"/>
                  <a:cs typeface="Arial"/>
                </a:defRPr>
              </a:lvl2pPr>
              <a:lvl3pPr algn="ctr">
                <a:defRPr sz="1385" b="0">
                  <a:solidFill>
                    <a:srgbClr val="000000"/>
                  </a:solidFill>
                  <a:latin typeface="Arial"/>
                  <a:ea typeface="Arial"/>
                  <a:cs typeface="Arial"/>
                </a:defRPr>
              </a:lvl3pPr>
              <a:lvl4pPr algn="ctr">
                <a:defRPr sz="1385" b="0">
                  <a:solidFill>
                    <a:srgbClr val="000000"/>
                  </a:solidFill>
                  <a:latin typeface="Arial"/>
                  <a:ea typeface="Arial"/>
                  <a:cs typeface="Arial"/>
                </a:defRPr>
              </a:lvl4pPr>
              <a:lvl5pPr algn="ctr">
                <a:defRPr sz="1385" b="0">
                  <a:solidFill>
                    <a:srgbClr val="000000"/>
                  </a:solidFill>
                  <a:latin typeface="Arial"/>
                  <a:ea typeface="Arial"/>
                  <a:cs typeface="Arial"/>
                </a:defRPr>
              </a:lvl5pPr>
              <a:lvl6pPr algn="ctr">
                <a:defRPr sz="1385" b="0">
                  <a:solidFill>
                    <a:srgbClr val="000000"/>
                  </a:solidFill>
                  <a:latin typeface="Arial"/>
                  <a:ea typeface="Arial"/>
                  <a:cs typeface="Arial"/>
                </a:defRPr>
              </a:lvl6pPr>
              <a:lvl7pPr algn="ctr">
                <a:defRPr sz="1385" b="0">
                  <a:solidFill>
                    <a:srgbClr val="000000"/>
                  </a:solidFill>
                  <a:latin typeface="Arial"/>
                  <a:ea typeface="Arial"/>
                  <a:cs typeface="Arial"/>
                </a:defRPr>
              </a:lvl7pPr>
              <a:lvl8pPr algn="ctr">
                <a:defRPr sz="1385" b="0">
                  <a:solidFill>
                    <a:srgbClr val="000000"/>
                  </a:solidFill>
                  <a:latin typeface="Arial"/>
                  <a:ea typeface="Arial"/>
                  <a:cs typeface="Arial"/>
                </a:defRPr>
              </a:lvl8pPr>
              <a:lvl9pPr algn="ctr">
                <a:defRPr sz="1385" b="0">
                  <a:solidFill>
                    <a:srgbClr val="000000"/>
                  </a:solidFill>
                  <a:latin typeface="Arial"/>
                  <a:ea typeface="Arial"/>
                  <a:cs typeface="Arial"/>
                </a:defRPr>
              </a:lvl9pPr>
            </a:lstStyle>
            <a:p>
              <a:pPr algn="ctr">
                <a:defRPr sz="1385" b="0">
                  <a:solidFill>
                    <a:srgbClr val="000000"/>
                  </a:solidFill>
                  <a:latin typeface="Arial"/>
                  <a:ea typeface="Arial"/>
                  <a:cs typeface="Arial"/>
                </a:defRPr>
              </a:pPr>
              <a:r>
                <a:rPr sz="1385" b="0">
                  <a:solidFill>
                    <a:srgbClr val="000000"/>
                  </a:solidFill>
                  <a:latin typeface="Arial"/>
                  <a:ea typeface="Arial"/>
                  <a:cs typeface="Arial"/>
                </a:rPr>
                <a:t>12</a:t>
              </a:r>
            </a:p>
          </p:txBody>
        </p:sp>
        <p:sp>
          <p:nvSpPr>
            <p:cNvPr id="169" name="Scientific line">
              <a:extLst>
                <a:ext uri="{FF2B5EF4-FFF2-40B4-BE49-F238E27FC236}">
                  <ns2:creationId id="{E0E4F551-BDA1-4FD9-A2B7-A694A8F1C4BC}"/>
                </a:ext>
              </a:extLst>
            </p:cNvPr>
            <p:cNvSpPr>
              <a:spLocks noGrp="1"/>
            </p:cNvSpPr>
            <p:nvPr/>
          </p:nvSpPr>
          <p:spPr>
            <a:xfrm>
              <a:off x="1856921" y="5362575"/>
              <a:ext cx="95" cy="47625"/>
            </a:xfrm>
            <a:custGeom>
              <a:pathLst>
                <a:path w="95" h="47625">
                  <a:moveTo>
                    <a:pt x="0" y="0"/>
                  </a:moveTo>
                  <a:lnTo>
                    <a:pt x="0" y="47625"/>
                  </a:lnTo>
                </a:path>
              </a:pathLst>
            </a:custGeom>
            <a:noFill/>
            <a:ln w="9769">
              <a:solidFill>
                <a:srgbClr val="000000"/>
              </a:solidFill>
              <a:prstDash val="solid"/>
            </a:ln>
          </p:spPr>
        </p:sp>
        <p:sp>
          <p:nvSpPr>
            <p:cNvPr id="170" name="25">
              <a:extLst>
                <a:ext uri="{FF2B5EF4-FFF2-40B4-BE49-F238E27FC236}">
                  <ns2:creationId id="{F1EB9225-4CFF-4365-82FF-C9897BF7F5F0}"/>
                </a:ext>
              </a:extLst>
            </p:cNvPr>
            <p:cNvSpPr>
              <a:spLocks noGrp="1"/>
            </p:cNvSpPr>
            <p:nvPr/>
          </p:nvSpPr>
          <p:spPr>
            <a:xfrm>
              <a:off x="1647371" y="5419725"/>
              <a:ext cx="419100" cy="228600"/>
            </a:xfrm>
            <a:prstGeom prst="rect">
              <a:avLst/>
            </a:prstGeom>
            <a:noFill/>
            <a:ln w="0">
              <a:noFill/>
            </a:ln>
          </p:spPr>
          <p:txBody>
            <a:bodyPr wrap="none" lIns="0" tIns="0" rIns="0" bIns="0" anchor="ctr">
              <a:noAutofit/>
            </a:bodyPr>
            <a:lstStyle>
              <a:defPPr algn="ctr">
                <a:defRPr sz="1385" b="0">
                  <a:solidFill>
                    <a:srgbClr val="000000"/>
                  </a:solidFill>
                  <a:latin typeface="Arial"/>
                  <a:ea typeface="Arial"/>
                  <a:cs typeface="Arial"/>
                </a:defRPr>
              </a:defPPr>
              <a:lvl1pPr algn="ctr">
                <a:defRPr sz="1385" b="0">
                  <a:solidFill>
                    <a:srgbClr val="000000"/>
                  </a:solidFill>
                  <a:latin typeface="Arial"/>
                  <a:ea typeface="Arial"/>
                  <a:cs typeface="Arial"/>
                </a:defRPr>
              </a:lvl1pPr>
              <a:lvl2pPr algn="ctr">
                <a:defRPr sz="1385" b="0">
                  <a:solidFill>
                    <a:srgbClr val="000000"/>
                  </a:solidFill>
                  <a:latin typeface="Arial"/>
                  <a:ea typeface="Arial"/>
                  <a:cs typeface="Arial"/>
                </a:defRPr>
              </a:lvl2pPr>
              <a:lvl3pPr algn="ctr">
                <a:defRPr sz="1385" b="0">
                  <a:solidFill>
                    <a:srgbClr val="000000"/>
                  </a:solidFill>
                  <a:latin typeface="Arial"/>
                  <a:ea typeface="Arial"/>
                  <a:cs typeface="Arial"/>
                </a:defRPr>
              </a:lvl3pPr>
              <a:lvl4pPr algn="ctr">
                <a:defRPr sz="1385" b="0">
                  <a:solidFill>
                    <a:srgbClr val="000000"/>
                  </a:solidFill>
                  <a:latin typeface="Arial"/>
                  <a:ea typeface="Arial"/>
                  <a:cs typeface="Arial"/>
                </a:defRPr>
              </a:lvl4pPr>
              <a:lvl5pPr algn="ctr">
                <a:defRPr sz="1385" b="0">
                  <a:solidFill>
                    <a:srgbClr val="000000"/>
                  </a:solidFill>
                  <a:latin typeface="Arial"/>
                  <a:ea typeface="Arial"/>
                  <a:cs typeface="Arial"/>
                </a:defRPr>
              </a:lvl5pPr>
              <a:lvl6pPr algn="ctr">
                <a:defRPr sz="1385" b="0">
                  <a:solidFill>
                    <a:srgbClr val="000000"/>
                  </a:solidFill>
                  <a:latin typeface="Arial"/>
                  <a:ea typeface="Arial"/>
                  <a:cs typeface="Arial"/>
                </a:defRPr>
              </a:lvl6pPr>
              <a:lvl7pPr algn="ctr">
                <a:defRPr sz="1385" b="0">
                  <a:solidFill>
                    <a:srgbClr val="000000"/>
                  </a:solidFill>
                  <a:latin typeface="Arial"/>
                  <a:ea typeface="Arial"/>
                  <a:cs typeface="Arial"/>
                </a:defRPr>
              </a:lvl7pPr>
              <a:lvl8pPr algn="ctr">
                <a:defRPr sz="1385" b="0">
                  <a:solidFill>
                    <a:srgbClr val="000000"/>
                  </a:solidFill>
                  <a:latin typeface="Arial"/>
                  <a:ea typeface="Arial"/>
                  <a:cs typeface="Arial"/>
                </a:defRPr>
              </a:lvl8pPr>
              <a:lvl9pPr algn="ctr">
                <a:defRPr sz="1385" b="0">
                  <a:solidFill>
                    <a:srgbClr val="000000"/>
                  </a:solidFill>
                  <a:latin typeface="Arial"/>
                  <a:ea typeface="Arial"/>
                  <a:cs typeface="Arial"/>
                </a:defRPr>
              </a:lvl9pPr>
            </a:lstStyle>
            <a:p>
              <a:pPr algn="ctr">
                <a:defRPr sz="1385" b="0">
                  <a:solidFill>
                    <a:srgbClr val="000000"/>
                  </a:solidFill>
                  <a:latin typeface="Arial"/>
                  <a:ea typeface="Arial"/>
                  <a:cs typeface="Arial"/>
                </a:defRPr>
              </a:pPr>
              <a:r>
                <a:rPr sz="1385" b="0">
                  <a:solidFill>
                    <a:srgbClr val="000000"/>
                  </a:solidFill>
                  <a:latin typeface="Arial"/>
                  <a:ea typeface="Arial"/>
                  <a:cs typeface="Arial"/>
                </a:rPr>
                <a:t>25</a:t>
              </a:r>
            </a:p>
          </p:txBody>
        </p:sp>
        <p:sp>
          <p:nvSpPr>
            <p:cNvPr id="171" name="Scientific line">
              <a:extLst>
                <a:ext uri="{FF2B5EF4-FFF2-40B4-BE49-F238E27FC236}">
                  <ns2:creationId id="{E79421EF-23D8-4245-B451-B75D6918D916}"/>
                </a:ext>
              </a:extLst>
            </p:cNvPr>
            <p:cNvSpPr>
              <a:spLocks noGrp="1"/>
            </p:cNvSpPr>
            <p:nvPr/>
          </p:nvSpPr>
          <p:spPr>
            <a:xfrm>
              <a:off x="2505529" y="5362575"/>
              <a:ext cx="95" cy="47625"/>
            </a:xfrm>
            <a:custGeom>
              <a:pathLst>
                <a:path w="95" h="47625">
                  <a:moveTo>
                    <a:pt x="0" y="0"/>
                  </a:moveTo>
                  <a:lnTo>
                    <a:pt x="0" y="47625"/>
                  </a:lnTo>
                </a:path>
              </a:pathLst>
            </a:custGeom>
            <a:noFill/>
            <a:ln w="9769">
              <a:solidFill>
                <a:srgbClr val="000000"/>
              </a:solidFill>
              <a:prstDash val="solid"/>
            </a:ln>
          </p:spPr>
        </p:sp>
        <p:sp>
          <p:nvSpPr>
            <p:cNvPr id="172" name="38">
              <a:extLst>
                <a:ext uri="{FF2B5EF4-FFF2-40B4-BE49-F238E27FC236}">
                  <ns2:creationId id="{09530DA3-1141-4DD4-9AC6-82D9440A63CD}"/>
                </a:ext>
              </a:extLst>
            </p:cNvPr>
            <p:cNvSpPr>
              <a:spLocks noGrp="1"/>
            </p:cNvSpPr>
            <p:nvPr/>
          </p:nvSpPr>
          <p:spPr>
            <a:xfrm>
              <a:off x="2295979" y="5419725"/>
              <a:ext cx="419100" cy="228600"/>
            </a:xfrm>
            <a:prstGeom prst="rect">
              <a:avLst/>
            </a:prstGeom>
            <a:noFill/>
            <a:ln w="0">
              <a:noFill/>
            </a:ln>
          </p:spPr>
          <p:txBody>
            <a:bodyPr wrap="none" lIns="0" tIns="0" rIns="0" bIns="0" anchor="ctr">
              <a:noAutofit/>
            </a:bodyPr>
            <a:lstStyle>
              <a:defPPr algn="ctr">
                <a:defRPr sz="1385" b="0">
                  <a:solidFill>
                    <a:srgbClr val="000000"/>
                  </a:solidFill>
                  <a:latin typeface="Arial"/>
                  <a:ea typeface="Arial"/>
                  <a:cs typeface="Arial"/>
                </a:defRPr>
              </a:defPPr>
              <a:lvl1pPr algn="ctr">
                <a:defRPr sz="1385" b="0">
                  <a:solidFill>
                    <a:srgbClr val="000000"/>
                  </a:solidFill>
                  <a:latin typeface="Arial"/>
                  <a:ea typeface="Arial"/>
                  <a:cs typeface="Arial"/>
                </a:defRPr>
              </a:lvl1pPr>
              <a:lvl2pPr algn="ctr">
                <a:defRPr sz="1385" b="0">
                  <a:solidFill>
                    <a:srgbClr val="000000"/>
                  </a:solidFill>
                  <a:latin typeface="Arial"/>
                  <a:ea typeface="Arial"/>
                  <a:cs typeface="Arial"/>
                </a:defRPr>
              </a:lvl2pPr>
              <a:lvl3pPr algn="ctr">
                <a:defRPr sz="1385" b="0">
                  <a:solidFill>
                    <a:srgbClr val="000000"/>
                  </a:solidFill>
                  <a:latin typeface="Arial"/>
                  <a:ea typeface="Arial"/>
                  <a:cs typeface="Arial"/>
                </a:defRPr>
              </a:lvl3pPr>
              <a:lvl4pPr algn="ctr">
                <a:defRPr sz="1385" b="0">
                  <a:solidFill>
                    <a:srgbClr val="000000"/>
                  </a:solidFill>
                  <a:latin typeface="Arial"/>
                  <a:ea typeface="Arial"/>
                  <a:cs typeface="Arial"/>
                </a:defRPr>
              </a:lvl4pPr>
              <a:lvl5pPr algn="ctr">
                <a:defRPr sz="1385" b="0">
                  <a:solidFill>
                    <a:srgbClr val="000000"/>
                  </a:solidFill>
                  <a:latin typeface="Arial"/>
                  <a:ea typeface="Arial"/>
                  <a:cs typeface="Arial"/>
                </a:defRPr>
              </a:lvl5pPr>
              <a:lvl6pPr algn="ctr">
                <a:defRPr sz="1385" b="0">
                  <a:solidFill>
                    <a:srgbClr val="000000"/>
                  </a:solidFill>
                  <a:latin typeface="Arial"/>
                  <a:ea typeface="Arial"/>
                  <a:cs typeface="Arial"/>
                </a:defRPr>
              </a:lvl6pPr>
              <a:lvl7pPr algn="ctr">
                <a:defRPr sz="1385" b="0">
                  <a:solidFill>
                    <a:srgbClr val="000000"/>
                  </a:solidFill>
                  <a:latin typeface="Arial"/>
                  <a:ea typeface="Arial"/>
                  <a:cs typeface="Arial"/>
                </a:defRPr>
              </a:lvl7pPr>
              <a:lvl8pPr algn="ctr">
                <a:defRPr sz="1385" b="0">
                  <a:solidFill>
                    <a:srgbClr val="000000"/>
                  </a:solidFill>
                  <a:latin typeface="Arial"/>
                  <a:ea typeface="Arial"/>
                  <a:cs typeface="Arial"/>
                </a:defRPr>
              </a:lvl8pPr>
              <a:lvl9pPr algn="ctr">
                <a:defRPr sz="1385" b="0">
                  <a:solidFill>
                    <a:srgbClr val="000000"/>
                  </a:solidFill>
                  <a:latin typeface="Arial"/>
                  <a:ea typeface="Arial"/>
                  <a:cs typeface="Arial"/>
                </a:defRPr>
              </a:lvl9pPr>
            </a:lstStyle>
            <a:p>
              <a:pPr algn="ctr">
                <a:defRPr sz="1385" b="0">
                  <a:solidFill>
                    <a:srgbClr val="000000"/>
                  </a:solidFill>
                  <a:latin typeface="Arial"/>
                  <a:ea typeface="Arial"/>
                  <a:cs typeface="Arial"/>
                </a:defRPr>
              </a:pPr>
              <a:r>
                <a:rPr sz="1385" b="0">
                  <a:solidFill>
                    <a:srgbClr val="000000"/>
                  </a:solidFill>
                  <a:latin typeface="Arial"/>
                  <a:ea typeface="Arial"/>
                  <a:cs typeface="Arial"/>
                </a:rPr>
                <a:t>38</a:t>
              </a:r>
            </a:p>
          </p:txBody>
        </p:sp>
        <p:sp>
          <p:nvSpPr>
            <p:cNvPr id="173" name="Scientific line">
              <a:extLst>
                <a:ext uri="{FF2B5EF4-FFF2-40B4-BE49-F238E27FC236}">
                  <ns2:creationId id="{1F7D8B5C-CB64-4FFC-AD13-7FC40CDD57BB}"/>
                </a:ext>
              </a:extLst>
            </p:cNvPr>
            <p:cNvSpPr>
              <a:spLocks noGrp="1"/>
            </p:cNvSpPr>
            <p:nvPr/>
          </p:nvSpPr>
          <p:spPr>
            <a:xfrm>
              <a:off x="3154136" y="5362575"/>
              <a:ext cx="95" cy="47625"/>
            </a:xfrm>
            <a:custGeom>
              <a:pathLst>
                <a:path w="95" h="47625">
                  <a:moveTo>
                    <a:pt x="0" y="0"/>
                  </a:moveTo>
                  <a:lnTo>
                    <a:pt x="0" y="47625"/>
                  </a:lnTo>
                </a:path>
              </a:pathLst>
            </a:custGeom>
            <a:noFill/>
            <a:ln w="9769">
              <a:solidFill>
                <a:srgbClr val="000000"/>
              </a:solidFill>
              <a:prstDash val="solid"/>
            </a:ln>
          </p:spPr>
        </p:sp>
        <p:sp>
          <p:nvSpPr>
            <p:cNvPr id="174" name="51">
              <a:extLst>
                <a:ext uri="{FF2B5EF4-FFF2-40B4-BE49-F238E27FC236}">
                  <ns2:creationId id="{4ED16D77-F9BE-40B8-BC3F-79C4DF4B75FB}"/>
                </a:ext>
              </a:extLst>
            </p:cNvPr>
            <p:cNvSpPr>
              <a:spLocks noGrp="1"/>
            </p:cNvSpPr>
            <p:nvPr/>
          </p:nvSpPr>
          <p:spPr>
            <a:xfrm>
              <a:off x="2944586" y="5419725"/>
              <a:ext cx="419100" cy="228600"/>
            </a:xfrm>
            <a:prstGeom prst="rect">
              <a:avLst/>
            </a:prstGeom>
            <a:noFill/>
            <a:ln w="0">
              <a:noFill/>
            </a:ln>
          </p:spPr>
          <p:txBody>
            <a:bodyPr wrap="none" lIns="0" tIns="0" rIns="0" bIns="0" anchor="ctr">
              <a:noAutofit/>
            </a:bodyPr>
            <a:lstStyle>
              <a:defPPr algn="ctr">
                <a:defRPr sz="1385" b="0">
                  <a:solidFill>
                    <a:srgbClr val="000000"/>
                  </a:solidFill>
                  <a:latin typeface="Arial"/>
                  <a:ea typeface="Arial"/>
                  <a:cs typeface="Arial"/>
                </a:defRPr>
              </a:defPPr>
              <a:lvl1pPr algn="ctr">
                <a:defRPr sz="1385" b="0">
                  <a:solidFill>
                    <a:srgbClr val="000000"/>
                  </a:solidFill>
                  <a:latin typeface="Arial"/>
                  <a:ea typeface="Arial"/>
                  <a:cs typeface="Arial"/>
                </a:defRPr>
              </a:lvl1pPr>
              <a:lvl2pPr algn="ctr">
                <a:defRPr sz="1385" b="0">
                  <a:solidFill>
                    <a:srgbClr val="000000"/>
                  </a:solidFill>
                  <a:latin typeface="Arial"/>
                  <a:ea typeface="Arial"/>
                  <a:cs typeface="Arial"/>
                </a:defRPr>
              </a:lvl2pPr>
              <a:lvl3pPr algn="ctr">
                <a:defRPr sz="1385" b="0">
                  <a:solidFill>
                    <a:srgbClr val="000000"/>
                  </a:solidFill>
                  <a:latin typeface="Arial"/>
                  <a:ea typeface="Arial"/>
                  <a:cs typeface="Arial"/>
                </a:defRPr>
              </a:lvl3pPr>
              <a:lvl4pPr algn="ctr">
                <a:defRPr sz="1385" b="0">
                  <a:solidFill>
                    <a:srgbClr val="000000"/>
                  </a:solidFill>
                  <a:latin typeface="Arial"/>
                  <a:ea typeface="Arial"/>
                  <a:cs typeface="Arial"/>
                </a:defRPr>
              </a:lvl4pPr>
              <a:lvl5pPr algn="ctr">
                <a:defRPr sz="1385" b="0">
                  <a:solidFill>
                    <a:srgbClr val="000000"/>
                  </a:solidFill>
                  <a:latin typeface="Arial"/>
                  <a:ea typeface="Arial"/>
                  <a:cs typeface="Arial"/>
                </a:defRPr>
              </a:lvl5pPr>
              <a:lvl6pPr algn="ctr">
                <a:defRPr sz="1385" b="0">
                  <a:solidFill>
                    <a:srgbClr val="000000"/>
                  </a:solidFill>
                  <a:latin typeface="Arial"/>
                  <a:ea typeface="Arial"/>
                  <a:cs typeface="Arial"/>
                </a:defRPr>
              </a:lvl6pPr>
              <a:lvl7pPr algn="ctr">
                <a:defRPr sz="1385" b="0">
                  <a:solidFill>
                    <a:srgbClr val="000000"/>
                  </a:solidFill>
                  <a:latin typeface="Arial"/>
                  <a:ea typeface="Arial"/>
                  <a:cs typeface="Arial"/>
                </a:defRPr>
              </a:lvl7pPr>
              <a:lvl8pPr algn="ctr">
                <a:defRPr sz="1385" b="0">
                  <a:solidFill>
                    <a:srgbClr val="000000"/>
                  </a:solidFill>
                  <a:latin typeface="Arial"/>
                  <a:ea typeface="Arial"/>
                  <a:cs typeface="Arial"/>
                </a:defRPr>
              </a:lvl8pPr>
              <a:lvl9pPr algn="ctr">
                <a:defRPr sz="1385" b="0">
                  <a:solidFill>
                    <a:srgbClr val="000000"/>
                  </a:solidFill>
                  <a:latin typeface="Arial"/>
                  <a:ea typeface="Arial"/>
                  <a:cs typeface="Arial"/>
                </a:defRPr>
              </a:lvl9pPr>
            </a:lstStyle>
            <a:p>
              <a:pPr algn="ctr">
                <a:defRPr sz="1385" b="0">
                  <a:solidFill>
                    <a:srgbClr val="000000"/>
                  </a:solidFill>
                  <a:latin typeface="Arial"/>
                  <a:ea typeface="Arial"/>
                  <a:cs typeface="Arial"/>
                </a:defRPr>
              </a:pPr>
              <a:r>
                <a:rPr sz="1385" b="0">
                  <a:solidFill>
                    <a:srgbClr val="000000"/>
                  </a:solidFill>
                  <a:latin typeface="Arial"/>
                  <a:ea typeface="Arial"/>
                  <a:cs typeface="Arial"/>
                </a:rPr>
                <a:t>51</a:t>
              </a:r>
            </a:p>
          </p:txBody>
        </p:sp>
        <p:sp>
          <p:nvSpPr>
            <p:cNvPr id="175" name="Scientific line">
              <a:extLst>
                <a:ext uri="{FF2B5EF4-FFF2-40B4-BE49-F238E27FC236}">
                  <ns2:creationId id="{02D11198-DA13-415B-8018-BC432720E9E6}"/>
                </a:ext>
              </a:extLst>
            </p:cNvPr>
            <p:cNvSpPr>
              <a:spLocks noGrp="1"/>
            </p:cNvSpPr>
            <p:nvPr/>
          </p:nvSpPr>
          <p:spPr>
            <a:xfrm>
              <a:off x="3752850" y="5362575"/>
              <a:ext cx="95" cy="47625"/>
            </a:xfrm>
            <a:custGeom>
              <a:pathLst>
                <a:path w="95" h="47625">
                  <a:moveTo>
                    <a:pt x="0" y="0"/>
                  </a:moveTo>
                  <a:lnTo>
                    <a:pt x="0" y="47625"/>
                  </a:lnTo>
                </a:path>
              </a:pathLst>
            </a:custGeom>
            <a:noFill/>
            <a:ln w="9769">
              <a:solidFill>
                <a:srgbClr val="000000"/>
              </a:solidFill>
              <a:prstDash val="solid"/>
            </a:ln>
          </p:spPr>
        </p:sp>
        <p:sp>
          <p:nvSpPr>
            <p:cNvPr id="176" name="63">
              <a:extLst>
                <a:ext uri="{FF2B5EF4-FFF2-40B4-BE49-F238E27FC236}">
                  <ns2:creationId id="{0F50EB1B-7A10-4E67-BDF0-D2FF4B6B4613}"/>
                </a:ext>
              </a:extLst>
            </p:cNvPr>
            <p:cNvSpPr>
              <a:spLocks noGrp="1"/>
            </p:cNvSpPr>
            <p:nvPr/>
          </p:nvSpPr>
          <p:spPr>
            <a:xfrm>
              <a:off x="3543300" y="5419725"/>
              <a:ext cx="419100" cy="228600"/>
            </a:xfrm>
            <a:prstGeom prst="rect">
              <a:avLst/>
            </a:prstGeom>
            <a:noFill/>
            <a:ln w="0">
              <a:noFill/>
            </a:ln>
          </p:spPr>
          <p:txBody>
            <a:bodyPr wrap="none" lIns="0" tIns="0" rIns="0" bIns="0" anchor="ctr">
              <a:noAutofit/>
            </a:bodyPr>
            <a:lstStyle>
              <a:defPPr algn="ctr">
                <a:defRPr sz="1385" b="0">
                  <a:solidFill>
                    <a:srgbClr val="000000"/>
                  </a:solidFill>
                  <a:latin typeface="Arial"/>
                  <a:ea typeface="Arial"/>
                  <a:cs typeface="Arial"/>
                </a:defRPr>
              </a:defPPr>
              <a:lvl1pPr algn="ctr">
                <a:defRPr sz="1385" b="0">
                  <a:solidFill>
                    <a:srgbClr val="000000"/>
                  </a:solidFill>
                  <a:latin typeface="Arial"/>
                  <a:ea typeface="Arial"/>
                  <a:cs typeface="Arial"/>
                </a:defRPr>
              </a:lvl1pPr>
              <a:lvl2pPr algn="ctr">
                <a:defRPr sz="1385" b="0">
                  <a:solidFill>
                    <a:srgbClr val="000000"/>
                  </a:solidFill>
                  <a:latin typeface="Arial"/>
                  <a:ea typeface="Arial"/>
                  <a:cs typeface="Arial"/>
                </a:defRPr>
              </a:lvl2pPr>
              <a:lvl3pPr algn="ctr">
                <a:defRPr sz="1385" b="0">
                  <a:solidFill>
                    <a:srgbClr val="000000"/>
                  </a:solidFill>
                  <a:latin typeface="Arial"/>
                  <a:ea typeface="Arial"/>
                  <a:cs typeface="Arial"/>
                </a:defRPr>
              </a:lvl3pPr>
              <a:lvl4pPr algn="ctr">
                <a:defRPr sz="1385" b="0">
                  <a:solidFill>
                    <a:srgbClr val="000000"/>
                  </a:solidFill>
                  <a:latin typeface="Arial"/>
                  <a:ea typeface="Arial"/>
                  <a:cs typeface="Arial"/>
                </a:defRPr>
              </a:lvl4pPr>
              <a:lvl5pPr algn="ctr">
                <a:defRPr sz="1385" b="0">
                  <a:solidFill>
                    <a:srgbClr val="000000"/>
                  </a:solidFill>
                  <a:latin typeface="Arial"/>
                  <a:ea typeface="Arial"/>
                  <a:cs typeface="Arial"/>
                </a:defRPr>
              </a:lvl5pPr>
              <a:lvl6pPr algn="ctr">
                <a:defRPr sz="1385" b="0">
                  <a:solidFill>
                    <a:srgbClr val="000000"/>
                  </a:solidFill>
                  <a:latin typeface="Arial"/>
                  <a:ea typeface="Arial"/>
                  <a:cs typeface="Arial"/>
                </a:defRPr>
              </a:lvl6pPr>
              <a:lvl7pPr algn="ctr">
                <a:defRPr sz="1385" b="0">
                  <a:solidFill>
                    <a:srgbClr val="000000"/>
                  </a:solidFill>
                  <a:latin typeface="Arial"/>
                  <a:ea typeface="Arial"/>
                  <a:cs typeface="Arial"/>
                </a:defRPr>
              </a:lvl7pPr>
              <a:lvl8pPr algn="ctr">
                <a:defRPr sz="1385" b="0">
                  <a:solidFill>
                    <a:srgbClr val="000000"/>
                  </a:solidFill>
                  <a:latin typeface="Arial"/>
                  <a:ea typeface="Arial"/>
                  <a:cs typeface="Arial"/>
                </a:defRPr>
              </a:lvl8pPr>
              <a:lvl9pPr algn="ctr">
                <a:defRPr sz="1385" b="0">
                  <a:solidFill>
                    <a:srgbClr val="000000"/>
                  </a:solidFill>
                  <a:latin typeface="Arial"/>
                  <a:ea typeface="Arial"/>
                  <a:cs typeface="Arial"/>
                </a:defRPr>
              </a:lvl9pPr>
            </a:lstStyle>
            <a:p>
              <a:pPr algn="ctr">
                <a:defRPr sz="1385" b="0">
                  <a:solidFill>
                    <a:srgbClr val="000000"/>
                  </a:solidFill>
                  <a:latin typeface="Arial"/>
                  <a:ea typeface="Arial"/>
                  <a:cs typeface="Arial"/>
                </a:defRPr>
              </a:pPr>
              <a:r>
                <a:rPr sz="1385" b="0">
                  <a:solidFill>
                    <a:srgbClr val="000000"/>
                  </a:solidFill>
                  <a:latin typeface="Arial"/>
                  <a:ea typeface="Arial"/>
                  <a:cs typeface="Arial"/>
                </a:rPr>
                <a:t>63</a:t>
              </a:r>
            </a:p>
          </p:txBody>
        </p:sp>
        <p:sp>
          <p:nvSpPr>
            <p:cNvPr id="177" name="Scientific line">
              <a:extLst>
                <a:ext uri="{FF2B5EF4-FFF2-40B4-BE49-F238E27FC236}">
                  <ns2:creationId id="{EF789E3C-E89F-460F-B499-D36CD19734D2}"/>
                </a:ext>
              </a:extLst>
            </p:cNvPr>
            <p:cNvSpPr>
              <a:spLocks noGrp="1"/>
            </p:cNvSpPr>
            <p:nvPr/>
          </p:nvSpPr>
          <p:spPr>
            <a:xfrm>
              <a:off x="561975" y="5362575"/>
              <a:ext cx="47625" cy="95"/>
            </a:xfrm>
            <a:custGeom>
              <a:pathLst>
                <a:path w="47625" h="95">
                  <a:moveTo>
                    <a:pt x="0" y="0"/>
                  </a:moveTo>
                  <a:lnTo>
                    <a:pt x="47625" y="0"/>
                  </a:lnTo>
                </a:path>
              </a:pathLst>
            </a:custGeom>
            <a:noFill/>
            <a:ln w="9769">
              <a:solidFill>
                <a:srgbClr val="000000"/>
              </a:solidFill>
              <a:prstDash val="solid"/>
            </a:ln>
          </p:spPr>
        </p:sp>
        <p:sp>
          <p:nvSpPr>
            <p:cNvPr id="178" name="0.0">
              <a:extLst>
                <a:ext uri="{FF2B5EF4-FFF2-40B4-BE49-F238E27FC236}">
                  <ns2:creationId id="{74C1C14F-8F0E-40FE-8221-01C96B230D0C}"/>
                </a:ext>
              </a:extLst>
            </p:cNvPr>
            <p:cNvSpPr>
              <a:spLocks noGrp="1"/>
            </p:cNvSpPr>
            <p:nvPr/>
          </p:nvSpPr>
          <p:spPr>
            <a:xfrm>
              <a:off x="38100" y="5248275"/>
              <a:ext cx="476250" cy="228600"/>
            </a:xfrm>
            <a:prstGeom prst="rect">
              <a:avLst/>
            </a:prstGeom>
            <a:noFill/>
            <a:ln w="0">
              <a:noFill/>
            </a:ln>
          </p:spPr>
          <p:txBody>
            <a:bodyPr wrap="none" lIns="0" tIns="0" rIns="0" bIns="0" anchor="ctr">
              <a:noAutofit/>
            </a:bodyPr>
            <a:lstStyle>
              <a:defPPr algn="r">
                <a:defRPr sz="1385" b="0">
                  <a:solidFill>
                    <a:srgbClr val="000000"/>
                  </a:solidFill>
                  <a:latin typeface="Arial"/>
                  <a:ea typeface="Arial"/>
                  <a:cs typeface="Arial"/>
                </a:defRPr>
              </a:defPPr>
              <a:lvl1pPr algn="r">
                <a:defRPr sz="1385" b="0">
                  <a:solidFill>
                    <a:srgbClr val="000000"/>
                  </a:solidFill>
                  <a:latin typeface="Arial"/>
                  <a:ea typeface="Arial"/>
                  <a:cs typeface="Arial"/>
                </a:defRPr>
              </a:lvl1pPr>
              <a:lvl2pPr algn="r">
                <a:defRPr sz="1385" b="0">
                  <a:solidFill>
                    <a:srgbClr val="000000"/>
                  </a:solidFill>
                  <a:latin typeface="Arial"/>
                  <a:ea typeface="Arial"/>
                  <a:cs typeface="Arial"/>
                </a:defRPr>
              </a:lvl2pPr>
              <a:lvl3pPr algn="r">
                <a:defRPr sz="1385" b="0">
                  <a:solidFill>
                    <a:srgbClr val="000000"/>
                  </a:solidFill>
                  <a:latin typeface="Arial"/>
                  <a:ea typeface="Arial"/>
                  <a:cs typeface="Arial"/>
                </a:defRPr>
              </a:lvl3pPr>
              <a:lvl4pPr algn="r">
                <a:defRPr sz="1385" b="0">
                  <a:solidFill>
                    <a:srgbClr val="000000"/>
                  </a:solidFill>
                  <a:latin typeface="Arial"/>
                  <a:ea typeface="Arial"/>
                  <a:cs typeface="Arial"/>
                </a:defRPr>
              </a:lvl4pPr>
              <a:lvl5pPr algn="r">
                <a:defRPr sz="1385" b="0">
                  <a:solidFill>
                    <a:srgbClr val="000000"/>
                  </a:solidFill>
                  <a:latin typeface="Arial"/>
                  <a:ea typeface="Arial"/>
                  <a:cs typeface="Arial"/>
                </a:defRPr>
              </a:lvl5pPr>
              <a:lvl6pPr algn="r">
                <a:defRPr sz="1385" b="0">
                  <a:solidFill>
                    <a:srgbClr val="000000"/>
                  </a:solidFill>
                  <a:latin typeface="Arial"/>
                  <a:ea typeface="Arial"/>
                  <a:cs typeface="Arial"/>
                </a:defRPr>
              </a:lvl6pPr>
              <a:lvl7pPr algn="r">
                <a:defRPr sz="1385" b="0">
                  <a:solidFill>
                    <a:srgbClr val="000000"/>
                  </a:solidFill>
                  <a:latin typeface="Arial"/>
                  <a:ea typeface="Arial"/>
                  <a:cs typeface="Arial"/>
                </a:defRPr>
              </a:lvl7pPr>
              <a:lvl8pPr algn="r">
                <a:defRPr sz="1385" b="0">
                  <a:solidFill>
                    <a:srgbClr val="000000"/>
                  </a:solidFill>
                  <a:latin typeface="Arial"/>
                  <a:ea typeface="Arial"/>
                  <a:cs typeface="Arial"/>
                </a:defRPr>
              </a:lvl8pPr>
              <a:lvl9pPr algn="r">
                <a:defRPr sz="1385" b="0">
                  <a:solidFill>
                    <a:srgbClr val="000000"/>
                  </a:solidFill>
                  <a:latin typeface="Arial"/>
                  <a:ea typeface="Arial"/>
                  <a:cs typeface="Arial"/>
                </a:defRPr>
              </a:lvl9pPr>
            </a:lstStyle>
            <a:p>
              <a:pPr algn="r">
                <a:defRPr sz="1385" b="0">
                  <a:solidFill>
                    <a:srgbClr val="000000"/>
                  </a:solidFill>
                  <a:latin typeface="Arial"/>
                  <a:ea typeface="Arial"/>
                  <a:cs typeface="Arial"/>
                </a:defRPr>
              </a:pPr>
              <a:r>
                <a:rPr sz="1385" b="0">
                  <a:solidFill>
                    <a:srgbClr val="000000"/>
                  </a:solidFill>
                  <a:latin typeface="Arial"/>
                  <a:ea typeface="Arial"/>
                  <a:cs typeface="Arial"/>
                </a:rPr>
                <a:t>0.0</a:t>
              </a:r>
            </a:p>
          </p:txBody>
        </p:sp>
        <p:sp>
          <p:nvSpPr>
            <p:cNvPr id="179" name="Scientific line">
              <a:extLst>
                <a:ext uri="{FF2B5EF4-FFF2-40B4-BE49-F238E27FC236}">
                  <ns2:creationId id="{08E77748-F902-482D-A986-4D88441A1F6A}"/>
                </a:ext>
              </a:extLst>
            </p:cNvPr>
            <p:cNvSpPr>
              <a:spLocks noGrp="1"/>
            </p:cNvSpPr>
            <p:nvPr/>
          </p:nvSpPr>
          <p:spPr>
            <a:xfrm>
              <a:off x="561975" y="4457700"/>
              <a:ext cx="47625" cy="95"/>
            </a:xfrm>
            <a:custGeom>
              <a:pathLst>
                <a:path w="47625" h="95">
                  <a:moveTo>
                    <a:pt x="0" y="0"/>
                  </a:moveTo>
                  <a:lnTo>
                    <a:pt x="47625" y="0"/>
                  </a:lnTo>
                </a:path>
              </a:pathLst>
            </a:custGeom>
            <a:noFill/>
            <a:ln w="9769">
              <a:solidFill>
                <a:srgbClr val="000000"/>
              </a:solidFill>
              <a:prstDash val="solid"/>
            </a:ln>
          </p:spPr>
        </p:sp>
        <p:sp>
          <p:nvSpPr>
            <p:cNvPr id="180" name="0.5">
              <a:extLst>
                <a:ext uri="{FF2B5EF4-FFF2-40B4-BE49-F238E27FC236}">
                  <ns2:creationId id="{183A4A60-5AE1-4E30-A9C4-43B86583A18B}"/>
                </a:ext>
              </a:extLst>
            </p:cNvPr>
            <p:cNvSpPr>
              <a:spLocks noGrp="1"/>
            </p:cNvSpPr>
            <p:nvPr/>
          </p:nvSpPr>
          <p:spPr>
            <a:xfrm>
              <a:off x="38100" y="4343400"/>
              <a:ext cx="476250" cy="228600"/>
            </a:xfrm>
            <a:prstGeom prst="rect">
              <a:avLst/>
            </a:prstGeom>
            <a:noFill/>
            <a:ln w="0">
              <a:noFill/>
            </a:ln>
          </p:spPr>
          <p:txBody>
            <a:bodyPr wrap="none" lIns="0" tIns="0" rIns="0" bIns="0" anchor="ctr">
              <a:noAutofit/>
            </a:bodyPr>
            <a:lstStyle>
              <a:defPPr algn="r">
                <a:defRPr sz="1385" b="0">
                  <a:solidFill>
                    <a:srgbClr val="000000"/>
                  </a:solidFill>
                  <a:latin typeface="Arial"/>
                  <a:ea typeface="Arial"/>
                  <a:cs typeface="Arial"/>
                </a:defRPr>
              </a:defPPr>
              <a:lvl1pPr algn="r">
                <a:defRPr sz="1385" b="0">
                  <a:solidFill>
                    <a:srgbClr val="000000"/>
                  </a:solidFill>
                  <a:latin typeface="Arial"/>
                  <a:ea typeface="Arial"/>
                  <a:cs typeface="Arial"/>
                </a:defRPr>
              </a:lvl1pPr>
              <a:lvl2pPr algn="r">
                <a:defRPr sz="1385" b="0">
                  <a:solidFill>
                    <a:srgbClr val="000000"/>
                  </a:solidFill>
                  <a:latin typeface="Arial"/>
                  <a:ea typeface="Arial"/>
                  <a:cs typeface="Arial"/>
                </a:defRPr>
              </a:lvl2pPr>
              <a:lvl3pPr algn="r">
                <a:defRPr sz="1385" b="0">
                  <a:solidFill>
                    <a:srgbClr val="000000"/>
                  </a:solidFill>
                  <a:latin typeface="Arial"/>
                  <a:ea typeface="Arial"/>
                  <a:cs typeface="Arial"/>
                </a:defRPr>
              </a:lvl3pPr>
              <a:lvl4pPr algn="r">
                <a:defRPr sz="1385" b="0">
                  <a:solidFill>
                    <a:srgbClr val="000000"/>
                  </a:solidFill>
                  <a:latin typeface="Arial"/>
                  <a:ea typeface="Arial"/>
                  <a:cs typeface="Arial"/>
                </a:defRPr>
              </a:lvl4pPr>
              <a:lvl5pPr algn="r">
                <a:defRPr sz="1385" b="0">
                  <a:solidFill>
                    <a:srgbClr val="000000"/>
                  </a:solidFill>
                  <a:latin typeface="Arial"/>
                  <a:ea typeface="Arial"/>
                  <a:cs typeface="Arial"/>
                </a:defRPr>
              </a:lvl5pPr>
              <a:lvl6pPr algn="r">
                <a:defRPr sz="1385" b="0">
                  <a:solidFill>
                    <a:srgbClr val="000000"/>
                  </a:solidFill>
                  <a:latin typeface="Arial"/>
                  <a:ea typeface="Arial"/>
                  <a:cs typeface="Arial"/>
                </a:defRPr>
              </a:lvl6pPr>
              <a:lvl7pPr algn="r">
                <a:defRPr sz="1385" b="0">
                  <a:solidFill>
                    <a:srgbClr val="000000"/>
                  </a:solidFill>
                  <a:latin typeface="Arial"/>
                  <a:ea typeface="Arial"/>
                  <a:cs typeface="Arial"/>
                </a:defRPr>
              </a:lvl7pPr>
              <a:lvl8pPr algn="r">
                <a:defRPr sz="1385" b="0">
                  <a:solidFill>
                    <a:srgbClr val="000000"/>
                  </a:solidFill>
                  <a:latin typeface="Arial"/>
                  <a:ea typeface="Arial"/>
                  <a:cs typeface="Arial"/>
                </a:defRPr>
              </a:lvl8pPr>
              <a:lvl9pPr algn="r">
                <a:defRPr sz="1385" b="0">
                  <a:solidFill>
                    <a:srgbClr val="000000"/>
                  </a:solidFill>
                  <a:latin typeface="Arial"/>
                  <a:ea typeface="Arial"/>
                  <a:cs typeface="Arial"/>
                </a:defRPr>
              </a:lvl9pPr>
            </a:lstStyle>
            <a:p>
              <a:pPr algn="r">
                <a:defRPr sz="1385" b="0">
                  <a:solidFill>
                    <a:srgbClr val="000000"/>
                  </a:solidFill>
                  <a:latin typeface="Arial"/>
                  <a:ea typeface="Arial"/>
                  <a:cs typeface="Arial"/>
                </a:defRPr>
              </a:pPr>
              <a:r>
                <a:rPr sz="1385" b="0">
                  <a:solidFill>
                    <a:srgbClr val="000000"/>
                  </a:solidFill>
                  <a:latin typeface="Arial"/>
                  <a:ea typeface="Arial"/>
                  <a:cs typeface="Arial"/>
                </a:rPr>
                <a:t>0.5</a:t>
              </a:r>
            </a:p>
          </p:txBody>
        </p:sp>
        <p:sp>
          <p:nvSpPr>
            <p:cNvPr id="181" name="Scientific line">
              <a:extLst>
                <a:ext uri="{FF2B5EF4-FFF2-40B4-BE49-F238E27FC236}">
                  <ns2:creationId id="{EF1C9E99-0FAC-4F7F-B9B1-0EDDCE6AB2CC}"/>
                </a:ext>
              </a:extLst>
            </p:cNvPr>
            <p:cNvSpPr>
              <a:spLocks noGrp="1"/>
            </p:cNvSpPr>
            <p:nvPr/>
          </p:nvSpPr>
          <p:spPr>
            <a:xfrm>
              <a:off x="561975" y="3552825"/>
              <a:ext cx="47625" cy="95"/>
            </a:xfrm>
            <a:custGeom>
              <a:pathLst>
                <a:path w="47625" h="95">
                  <a:moveTo>
                    <a:pt x="0" y="0"/>
                  </a:moveTo>
                  <a:lnTo>
                    <a:pt x="47625" y="0"/>
                  </a:lnTo>
                </a:path>
              </a:pathLst>
            </a:custGeom>
            <a:noFill/>
            <a:ln w="9769">
              <a:solidFill>
                <a:srgbClr val="000000"/>
              </a:solidFill>
              <a:prstDash val="solid"/>
            </a:ln>
          </p:spPr>
        </p:sp>
        <p:sp>
          <p:nvSpPr>
            <p:cNvPr id="182" name="1.0">
              <a:extLst>
                <a:ext uri="{FF2B5EF4-FFF2-40B4-BE49-F238E27FC236}">
                  <ns2:creationId id="{EE49A7EA-D0C2-4062-A0F6-C5E73D0792E3}"/>
                </a:ext>
              </a:extLst>
            </p:cNvPr>
            <p:cNvSpPr>
              <a:spLocks noGrp="1"/>
            </p:cNvSpPr>
            <p:nvPr/>
          </p:nvSpPr>
          <p:spPr>
            <a:xfrm>
              <a:off x="38100" y="3438525"/>
              <a:ext cx="476250" cy="228600"/>
            </a:xfrm>
            <a:prstGeom prst="rect">
              <a:avLst/>
            </a:prstGeom>
            <a:noFill/>
            <a:ln w="0">
              <a:noFill/>
            </a:ln>
          </p:spPr>
          <p:txBody>
            <a:bodyPr wrap="none" lIns="0" tIns="0" rIns="0" bIns="0" anchor="ctr">
              <a:noAutofit/>
            </a:bodyPr>
            <a:lstStyle>
              <a:defPPr algn="r">
                <a:defRPr sz="1385" b="0">
                  <a:solidFill>
                    <a:srgbClr val="000000"/>
                  </a:solidFill>
                  <a:latin typeface="Arial"/>
                  <a:ea typeface="Arial"/>
                  <a:cs typeface="Arial"/>
                </a:defRPr>
              </a:defPPr>
              <a:lvl1pPr algn="r">
                <a:defRPr sz="1385" b="0">
                  <a:solidFill>
                    <a:srgbClr val="000000"/>
                  </a:solidFill>
                  <a:latin typeface="Arial"/>
                  <a:ea typeface="Arial"/>
                  <a:cs typeface="Arial"/>
                </a:defRPr>
              </a:lvl1pPr>
              <a:lvl2pPr algn="r">
                <a:defRPr sz="1385" b="0">
                  <a:solidFill>
                    <a:srgbClr val="000000"/>
                  </a:solidFill>
                  <a:latin typeface="Arial"/>
                  <a:ea typeface="Arial"/>
                  <a:cs typeface="Arial"/>
                </a:defRPr>
              </a:lvl2pPr>
              <a:lvl3pPr algn="r">
                <a:defRPr sz="1385" b="0">
                  <a:solidFill>
                    <a:srgbClr val="000000"/>
                  </a:solidFill>
                  <a:latin typeface="Arial"/>
                  <a:ea typeface="Arial"/>
                  <a:cs typeface="Arial"/>
                </a:defRPr>
              </a:lvl3pPr>
              <a:lvl4pPr algn="r">
                <a:defRPr sz="1385" b="0">
                  <a:solidFill>
                    <a:srgbClr val="000000"/>
                  </a:solidFill>
                  <a:latin typeface="Arial"/>
                  <a:ea typeface="Arial"/>
                  <a:cs typeface="Arial"/>
                </a:defRPr>
              </a:lvl4pPr>
              <a:lvl5pPr algn="r">
                <a:defRPr sz="1385" b="0">
                  <a:solidFill>
                    <a:srgbClr val="000000"/>
                  </a:solidFill>
                  <a:latin typeface="Arial"/>
                  <a:ea typeface="Arial"/>
                  <a:cs typeface="Arial"/>
                </a:defRPr>
              </a:lvl5pPr>
              <a:lvl6pPr algn="r">
                <a:defRPr sz="1385" b="0">
                  <a:solidFill>
                    <a:srgbClr val="000000"/>
                  </a:solidFill>
                  <a:latin typeface="Arial"/>
                  <a:ea typeface="Arial"/>
                  <a:cs typeface="Arial"/>
                </a:defRPr>
              </a:lvl6pPr>
              <a:lvl7pPr algn="r">
                <a:defRPr sz="1385" b="0">
                  <a:solidFill>
                    <a:srgbClr val="000000"/>
                  </a:solidFill>
                  <a:latin typeface="Arial"/>
                  <a:ea typeface="Arial"/>
                  <a:cs typeface="Arial"/>
                </a:defRPr>
              </a:lvl7pPr>
              <a:lvl8pPr algn="r">
                <a:defRPr sz="1385" b="0">
                  <a:solidFill>
                    <a:srgbClr val="000000"/>
                  </a:solidFill>
                  <a:latin typeface="Arial"/>
                  <a:ea typeface="Arial"/>
                  <a:cs typeface="Arial"/>
                </a:defRPr>
              </a:lvl8pPr>
              <a:lvl9pPr algn="r">
                <a:defRPr sz="1385" b="0">
                  <a:solidFill>
                    <a:srgbClr val="000000"/>
                  </a:solidFill>
                  <a:latin typeface="Arial"/>
                  <a:ea typeface="Arial"/>
                  <a:cs typeface="Arial"/>
                </a:defRPr>
              </a:lvl9pPr>
            </a:lstStyle>
            <a:p>
              <a:pPr algn="r">
                <a:defRPr sz="1385" b="0">
                  <a:solidFill>
                    <a:srgbClr val="000000"/>
                  </a:solidFill>
                  <a:latin typeface="Arial"/>
                  <a:ea typeface="Arial"/>
                  <a:cs typeface="Arial"/>
                </a:defRPr>
              </a:pPr>
              <a:r>
                <a:rPr sz="1385" b="0">
                  <a:solidFill>
                    <a:srgbClr val="000000"/>
                  </a:solidFill>
                  <a:latin typeface="Arial"/>
                  <a:ea typeface="Arial"/>
                  <a:cs typeface="Arial"/>
                </a:rPr>
                <a:t>1.0</a:t>
              </a:r>
            </a:p>
          </p:txBody>
        </p:sp>
        <p:sp>
          <p:nvSpPr>
            <p:cNvPr id="183" name="Time">
              <a:extLst>
                <a:ext uri="{FF2B5EF4-FFF2-40B4-BE49-F238E27FC236}">
                  <ns2:creationId id="{BD52CD49-D797-4FAF-8A3B-313E09224062}"/>
                </a:ext>
              </a:extLst>
            </p:cNvPr>
            <p:cNvSpPr>
              <a:spLocks noGrp="1"/>
            </p:cNvSpPr>
            <p:nvPr/>
          </p:nvSpPr>
          <p:spPr>
            <a:xfrm>
              <a:off x="609600" y="5667375"/>
              <a:ext cx="3143250" cy="247650"/>
            </a:xfrm>
            <a:prstGeom prst="rect">
              <a:avLst/>
            </a:prstGeom>
            <a:noFill/>
            <a:ln w="0">
              <a:noFill/>
            </a:ln>
          </p:spPr>
          <p:txBody>
            <a:bodyPr wrap="none" lIns="0" tIns="0" rIns="0" bIns="0" anchor="ctr">
              <a:noAutofit/>
            </a:bodyPr>
            <a:lstStyle>
              <a:defPPr algn="ctr">
                <a:defRPr sz="1538" b="0">
                  <a:solidFill>
                    <a:srgbClr val="000000"/>
                  </a:solidFill>
                  <a:latin typeface="Arial"/>
                  <a:ea typeface="Arial"/>
                  <a:cs typeface="Arial"/>
                </a:defRPr>
              </a:defPPr>
              <a:lvl1pPr algn="ctr">
                <a:defRPr sz="1538" b="0">
                  <a:solidFill>
                    <a:srgbClr val="000000"/>
                  </a:solidFill>
                  <a:latin typeface="Arial"/>
                  <a:ea typeface="Arial"/>
                  <a:cs typeface="Arial"/>
                </a:defRPr>
              </a:lvl1pPr>
              <a:lvl2pPr algn="ctr">
                <a:defRPr sz="1538" b="0">
                  <a:solidFill>
                    <a:srgbClr val="000000"/>
                  </a:solidFill>
                  <a:latin typeface="Arial"/>
                  <a:ea typeface="Arial"/>
                  <a:cs typeface="Arial"/>
                </a:defRPr>
              </a:lvl2pPr>
              <a:lvl3pPr algn="ctr">
                <a:defRPr sz="1538" b="0">
                  <a:solidFill>
                    <a:srgbClr val="000000"/>
                  </a:solidFill>
                  <a:latin typeface="Arial"/>
                  <a:ea typeface="Arial"/>
                  <a:cs typeface="Arial"/>
                </a:defRPr>
              </a:lvl3pPr>
              <a:lvl4pPr algn="ctr">
                <a:defRPr sz="1538" b="0">
                  <a:solidFill>
                    <a:srgbClr val="000000"/>
                  </a:solidFill>
                  <a:latin typeface="Arial"/>
                  <a:ea typeface="Arial"/>
                  <a:cs typeface="Arial"/>
                </a:defRPr>
              </a:lvl4pPr>
              <a:lvl5pPr algn="ctr">
                <a:defRPr sz="1538" b="0">
                  <a:solidFill>
                    <a:srgbClr val="000000"/>
                  </a:solidFill>
                  <a:latin typeface="Arial"/>
                  <a:ea typeface="Arial"/>
                  <a:cs typeface="Arial"/>
                </a:defRPr>
              </a:lvl5pPr>
              <a:lvl6pPr algn="ctr">
                <a:defRPr sz="1538" b="0">
                  <a:solidFill>
                    <a:srgbClr val="000000"/>
                  </a:solidFill>
                  <a:latin typeface="Arial"/>
                  <a:ea typeface="Arial"/>
                  <a:cs typeface="Arial"/>
                </a:defRPr>
              </a:lvl6pPr>
              <a:lvl7pPr algn="ctr">
                <a:defRPr sz="1538" b="0">
                  <a:solidFill>
                    <a:srgbClr val="000000"/>
                  </a:solidFill>
                  <a:latin typeface="Arial"/>
                  <a:ea typeface="Arial"/>
                  <a:cs typeface="Arial"/>
                </a:defRPr>
              </a:lvl7pPr>
              <a:lvl8pPr algn="ctr">
                <a:defRPr sz="1538" b="0">
                  <a:solidFill>
                    <a:srgbClr val="000000"/>
                  </a:solidFill>
                  <a:latin typeface="Arial"/>
                  <a:ea typeface="Arial"/>
                  <a:cs typeface="Arial"/>
                </a:defRPr>
              </a:lvl8pPr>
              <a:lvl9pPr algn="ctr">
                <a:defRPr sz="1538" b="0">
                  <a:solidFill>
                    <a:srgbClr val="000000"/>
                  </a:solidFill>
                  <a:latin typeface="Arial"/>
                  <a:ea typeface="Arial"/>
                  <a:cs typeface="Arial"/>
                </a:defRPr>
              </a:lvl9pPr>
            </a:lstStyle>
            <a:p>
              <a:pPr algn="ctr">
                <a:defRPr sz="1538" b="0">
                  <a:solidFill>
                    <a:srgbClr val="000000"/>
                  </a:solidFill>
                  <a:latin typeface="Arial"/>
                  <a:ea typeface="Arial"/>
                  <a:cs typeface="Arial"/>
                </a:defRPr>
              </a:pPr>
              <a:r>
                <a:rPr sz="1538" b="0">
                  <a:solidFill>
                    <a:srgbClr val="000000"/>
                  </a:solidFill>
                  <a:latin typeface="Arial"/>
                  <a:ea typeface="Arial"/>
                  <a:cs typeface="Arial"/>
                </a:rPr>
                <a:t>Time</a:t>
              </a:r>
            </a:p>
          </p:txBody>
        </p:sp>
        <p:sp>
          <p:nvSpPr>
            <p:cNvPr id="184" name="(c) ST-MTM">
              <a:extLst>
                <a:ext uri="{FF2B5EF4-FFF2-40B4-BE49-F238E27FC236}">
                  <ns2:creationId id="{8C4550DD-5CA0-4029-8E84-853E0BE44392}"/>
                </a:ext>
              </a:extLst>
            </p:cNvPr>
            <p:cNvSpPr>
              <a:spLocks noGrp="1"/>
            </p:cNvSpPr>
            <p:nvPr/>
          </p:nvSpPr>
          <p:spPr>
            <a:xfrm>
              <a:off x="4695825" y="3067050"/>
              <a:ext cx="3143250" cy="276225"/>
            </a:xfrm>
            <a:prstGeom prst="rect">
              <a:avLst/>
            </a:prstGeom>
            <a:noFill/>
            <a:ln w="0">
              <a:noFill/>
            </a:ln>
          </p:spPr>
          <p:txBody>
            <a:bodyPr wrap="none" lIns="0" tIns="0" rIns="0" bIns="0" anchor="ctr">
              <a:noAutofit/>
            </a:bodyPr>
            <a:lstStyle>
              <a:defPPr algn="l">
                <a:defRPr sz="1769" b="1">
                  <a:solidFill>
                    <a:srgbClr val="000000"/>
                  </a:solidFill>
                  <a:latin typeface="Arial"/>
                  <a:ea typeface="Arial"/>
                  <a:cs typeface="Arial"/>
                </a:defRPr>
              </a:defPPr>
              <a:lvl1pPr algn="l">
                <a:defRPr sz="1769" b="1">
                  <a:solidFill>
                    <a:srgbClr val="000000"/>
                  </a:solidFill>
                  <a:latin typeface="Arial"/>
                  <a:ea typeface="Arial"/>
                  <a:cs typeface="Arial"/>
                </a:defRPr>
              </a:lvl1pPr>
              <a:lvl2pPr algn="l">
                <a:defRPr sz="1769" b="1">
                  <a:solidFill>
                    <a:srgbClr val="000000"/>
                  </a:solidFill>
                  <a:latin typeface="Arial"/>
                  <a:ea typeface="Arial"/>
                  <a:cs typeface="Arial"/>
                </a:defRPr>
              </a:lvl2pPr>
              <a:lvl3pPr algn="l">
                <a:defRPr sz="1769" b="1">
                  <a:solidFill>
                    <a:srgbClr val="000000"/>
                  </a:solidFill>
                  <a:latin typeface="Arial"/>
                  <a:ea typeface="Arial"/>
                  <a:cs typeface="Arial"/>
                </a:defRPr>
              </a:lvl3pPr>
              <a:lvl4pPr algn="l">
                <a:defRPr sz="1769" b="1">
                  <a:solidFill>
                    <a:srgbClr val="000000"/>
                  </a:solidFill>
                  <a:latin typeface="Arial"/>
                  <a:ea typeface="Arial"/>
                  <a:cs typeface="Arial"/>
                </a:defRPr>
              </a:lvl4pPr>
              <a:lvl5pPr algn="l">
                <a:defRPr sz="1769" b="1">
                  <a:solidFill>
                    <a:srgbClr val="000000"/>
                  </a:solidFill>
                  <a:latin typeface="Arial"/>
                  <a:ea typeface="Arial"/>
                  <a:cs typeface="Arial"/>
                </a:defRPr>
              </a:lvl5pPr>
              <a:lvl6pPr algn="l">
                <a:defRPr sz="1769" b="1">
                  <a:solidFill>
                    <a:srgbClr val="000000"/>
                  </a:solidFill>
                  <a:latin typeface="Arial"/>
                  <a:ea typeface="Arial"/>
                  <a:cs typeface="Arial"/>
                </a:defRPr>
              </a:lvl6pPr>
              <a:lvl7pPr algn="l">
                <a:defRPr sz="1769" b="1">
                  <a:solidFill>
                    <a:srgbClr val="000000"/>
                  </a:solidFill>
                  <a:latin typeface="Arial"/>
                  <a:ea typeface="Arial"/>
                  <a:cs typeface="Arial"/>
                </a:defRPr>
              </a:lvl7pPr>
              <a:lvl8pPr algn="l">
                <a:defRPr sz="1769" b="1">
                  <a:solidFill>
                    <a:srgbClr val="000000"/>
                  </a:solidFill>
                  <a:latin typeface="Arial"/>
                  <a:ea typeface="Arial"/>
                  <a:cs typeface="Arial"/>
                </a:defRPr>
              </a:lvl8pPr>
              <a:lvl9pPr algn="l">
                <a:defRPr sz="1769" b="1">
                  <a:solidFill>
                    <a:srgbClr val="000000"/>
                  </a:solidFill>
                  <a:latin typeface="Arial"/>
                  <a:ea typeface="Arial"/>
                  <a:cs typeface="Arial"/>
                </a:defRPr>
              </a:lvl9pPr>
            </a:lstStyle>
            <a:p>
              <a:pPr algn="l">
                <a:defRPr sz="1769" b="1">
                  <a:solidFill>
                    <a:srgbClr val="000000"/>
                  </a:solidFill>
                  <a:latin typeface="Arial"/>
                  <a:ea typeface="Arial"/>
                  <a:cs typeface="Arial"/>
                </a:defRPr>
              </a:pPr>
              <a:r>
                <a:rPr sz="1769" b="1">
                  <a:solidFill>
                    <a:srgbClr val="000000"/>
                  </a:solidFill>
                  <a:latin typeface="Arial"/>
                  <a:ea typeface="Arial"/>
                  <a:cs typeface="Arial"/>
                </a:rPr>
                <a:t>(c) ST-MTM</a:t>
              </a:r>
            </a:p>
          </p:txBody>
        </p:sp>
        <p:sp>
          <p:nvSpPr>
            <p:cNvPr id="185" name="Native map coordinate">
              <a:extLst>
                <a:ext uri="{FF2B5EF4-FFF2-40B4-BE49-F238E27FC236}">
                  <ns2:creationId id="{3AB2284A-2BCE-46BD-A6B8-3D2FCEF325EB}"/>
                </a:ext>
              </a:extLst>
            </p:cNvPr>
            <p:cNvSpPr>
              <a:spLocks noGrp="1"/>
            </p:cNvSpPr>
            <p:nvPr/>
          </p:nvSpPr>
          <p:spPr>
            <a:xfrm>
              <a:off x="4695825" y="3324225"/>
              <a:ext cx="3143250" cy="219075"/>
            </a:xfrm>
            <a:prstGeom prst="rect">
              <a:avLst/>
            </a:prstGeom>
            <a:noFill/>
            <a:ln w="0">
              <a:noFill/>
            </a:ln>
          </p:spPr>
          <p:txBody>
            <a:bodyPr wrap="none" lIns="0" tIns="0" rIns="0" bIns="0" anchor="ctr">
              <a:noAutofit/>
            </a:bodyPr>
            <a:lstStyle>
              <a:defPPr algn="l">
                <a:defRPr sz="1385" b="0">
                  <a:solidFill>
                    <a:srgbClr val="000000"/>
                  </a:solidFill>
                  <a:latin typeface="Arial"/>
                  <a:ea typeface="Arial"/>
                  <a:cs typeface="Arial"/>
                </a:defRPr>
              </a:defPPr>
              <a:lvl1pPr algn="l">
                <a:defRPr sz="1385" b="0">
                  <a:solidFill>
                    <a:srgbClr val="000000"/>
                  </a:solidFill>
                  <a:latin typeface="Arial"/>
                  <a:ea typeface="Arial"/>
                  <a:cs typeface="Arial"/>
                </a:defRPr>
              </a:lvl1pPr>
              <a:lvl2pPr algn="l">
                <a:defRPr sz="1385" b="0">
                  <a:solidFill>
                    <a:srgbClr val="000000"/>
                  </a:solidFill>
                  <a:latin typeface="Arial"/>
                  <a:ea typeface="Arial"/>
                  <a:cs typeface="Arial"/>
                </a:defRPr>
              </a:lvl2pPr>
              <a:lvl3pPr algn="l">
                <a:defRPr sz="1385" b="0">
                  <a:solidFill>
                    <a:srgbClr val="000000"/>
                  </a:solidFill>
                  <a:latin typeface="Arial"/>
                  <a:ea typeface="Arial"/>
                  <a:cs typeface="Arial"/>
                </a:defRPr>
              </a:lvl3pPr>
              <a:lvl4pPr algn="l">
                <a:defRPr sz="1385" b="0">
                  <a:solidFill>
                    <a:srgbClr val="000000"/>
                  </a:solidFill>
                  <a:latin typeface="Arial"/>
                  <a:ea typeface="Arial"/>
                  <a:cs typeface="Arial"/>
                </a:defRPr>
              </a:lvl4pPr>
              <a:lvl5pPr algn="l">
                <a:defRPr sz="1385" b="0">
                  <a:solidFill>
                    <a:srgbClr val="000000"/>
                  </a:solidFill>
                  <a:latin typeface="Arial"/>
                  <a:ea typeface="Arial"/>
                  <a:cs typeface="Arial"/>
                </a:defRPr>
              </a:lvl5pPr>
              <a:lvl6pPr algn="l">
                <a:defRPr sz="1385" b="0">
                  <a:solidFill>
                    <a:srgbClr val="000000"/>
                  </a:solidFill>
                  <a:latin typeface="Arial"/>
                  <a:ea typeface="Arial"/>
                  <a:cs typeface="Arial"/>
                </a:defRPr>
              </a:lvl6pPr>
              <a:lvl7pPr algn="l">
                <a:defRPr sz="1385" b="0">
                  <a:solidFill>
                    <a:srgbClr val="000000"/>
                  </a:solidFill>
                  <a:latin typeface="Arial"/>
                  <a:ea typeface="Arial"/>
                  <a:cs typeface="Arial"/>
                </a:defRPr>
              </a:lvl7pPr>
              <a:lvl8pPr algn="l">
                <a:defRPr sz="1385" b="0">
                  <a:solidFill>
                    <a:srgbClr val="000000"/>
                  </a:solidFill>
                  <a:latin typeface="Arial"/>
                  <a:ea typeface="Arial"/>
                  <a:cs typeface="Arial"/>
                </a:defRPr>
              </a:lvl8pPr>
              <a:lvl9pPr algn="l">
                <a:defRPr sz="1385" b="0">
                  <a:solidFill>
                    <a:srgbClr val="000000"/>
                  </a:solidFill>
                  <a:latin typeface="Arial"/>
                  <a:ea typeface="Arial"/>
                  <a:cs typeface="Arial"/>
                </a:defRPr>
              </a:lvl9pPr>
            </a:lstStyle>
            <a:p>
              <a:pPr algn="l">
                <a:defRPr sz="1385" b="0">
                  <a:solidFill>
                    <a:srgbClr val="000000"/>
                  </a:solidFill>
                  <a:latin typeface="Arial"/>
                  <a:ea typeface="Arial"/>
                  <a:cs typeface="Arial"/>
                </a:defRPr>
              </a:pPr>
              <a:r>
                <a:rPr sz="1385" b="0">
                  <a:solidFill>
                    <a:srgbClr val="000000"/>
                  </a:solidFill>
                  <a:latin typeface="Arial"/>
                  <a:ea typeface="Arial"/>
                  <a:cs typeface="Arial"/>
                </a:rPr>
                <a:t>Native map coordinate</a:t>
              </a:r>
            </a:p>
          </p:txBody>
        </p:sp>
        <p:pic>
          <p:nvPicPr>
            <p:cNvPr id="186" name="">
              <a:extLst>
                <a:ext uri="{FF2B5EF4-FFF2-40B4-BE49-F238E27FC236}">
                  <ns2:creationId id="{6BB98AEC-E73D-4393-91D7-B4999AA36395}"/>
                </a:ext>
              </a:extLst>
            </p:cNvPr>
            <p:cNvPicPr>
              <a:picLocks noChangeAspect="1"/>
            </p:cNvPicPr>
            <p:nvPr/>
          </p:nvPicPr>
          <p:blipFill>
            <a:blip r:embed="R4eaf2762797f40fe"/>
            <a:stretch/>
          </p:blipFill>
          <p:spPr>
            <a:xfrm>
              <a:off x="4695825" y="3552825"/>
              <a:ext cx="3143250" cy="1809750"/>
            </a:xfrm>
            <a:prstGeom prst="rect">
              <a:avLst/>
            </a:prstGeom>
          </p:spPr>
        </p:pic>
        <p:sp>
          <p:nvSpPr>
            <p:cNvPr id="187" name="Snapshot time guide 12">
              <a:extLst>
                <a:ext uri="{FF2B5EF4-FFF2-40B4-BE49-F238E27FC236}">
                  <ns2:creationId id="{78A146D8-14CA-4B02-ACE9-C250C8C52A45}"/>
                </a:ext>
              </a:extLst>
            </p:cNvPr>
            <p:cNvSpPr>
              <a:spLocks noGrp="1"/>
            </p:cNvSpPr>
            <p:nvPr/>
          </p:nvSpPr>
          <p:spPr>
            <a:xfrm>
              <a:off x="5294539" y="3552825"/>
              <a:ext cx="95" cy="1809750"/>
            </a:xfrm>
            <a:custGeom>
              <a:pathLst>
                <a:path w="95" h="1809750">
                  <a:moveTo>
                    <a:pt x="0" y="1809750"/>
                  </a:moveTo>
                  <a:lnTo>
                    <a:pt x="0" y="0"/>
                  </a:lnTo>
                </a:path>
              </a:pathLst>
            </a:custGeom>
            <a:noFill/>
            <a:ln w="5862">
              <a:solidFill>
                <a:srgbClr val="91ADB2"/>
              </a:solidFill>
              <a:prstDash val="dash"/>
            </a:ln>
          </p:spPr>
        </p:sp>
        <p:sp>
          <p:nvSpPr>
            <p:cNvPr id="188" name="Snapshot time guide 25">
              <a:extLst>
                <a:ext uri="{FF2B5EF4-FFF2-40B4-BE49-F238E27FC236}">
                  <ns2:creationId id="{49FB7E6B-B5A0-4FA2-8018-93DB647FBE6A}"/>
                </a:ext>
              </a:extLst>
            </p:cNvPr>
            <p:cNvSpPr>
              <a:spLocks noGrp="1"/>
            </p:cNvSpPr>
            <p:nvPr/>
          </p:nvSpPr>
          <p:spPr>
            <a:xfrm>
              <a:off x="5943146" y="3552825"/>
              <a:ext cx="95" cy="1809750"/>
            </a:xfrm>
            <a:custGeom>
              <a:pathLst>
                <a:path w="95" h="1809750">
                  <a:moveTo>
                    <a:pt x="0" y="1809750"/>
                  </a:moveTo>
                  <a:lnTo>
                    <a:pt x="0" y="0"/>
                  </a:lnTo>
                </a:path>
              </a:pathLst>
            </a:custGeom>
            <a:noFill/>
            <a:ln w="5862">
              <a:solidFill>
                <a:srgbClr val="91ADB2"/>
              </a:solidFill>
              <a:prstDash val="dash"/>
            </a:ln>
          </p:spPr>
        </p:sp>
        <p:sp>
          <p:nvSpPr>
            <p:cNvPr id="189" name="Snapshot time guide 38">
              <a:extLst>
                <a:ext uri="{FF2B5EF4-FFF2-40B4-BE49-F238E27FC236}">
                  <ns2:creationId id="{C2ADC6E1-E5FC-4A44-915F-328608DE5BE2}"/>
                </a:ext>
              </a:extLst>
            </p:cNvPr>
            <p:cNvSpPr>
              <a:spLocks noGrp="1"/>
            </p:cNvSpPr>
            <p:nvPr/>
          </p:nvSpPr>
          <p:spPr>
            <a:xfrm>
              <a:off x="6591754" y="3552825"/>
              <a:ext cx="95" cy="1809750"/>
            </a:xfrm>
            <a:custGeom>
              <a:pathLst>
                <a:path w="95" h="1809750">
                  <a:moveTo>
                    <a:pt x="0" y="1809750"/>
                  </a:moveTo>
                  <a:lnTo>
                    <a:pt x="0" y="0"/>
                  </a:lnTo>
                </a:path>
              </a:pathLst>
            </a:custGeom>
            <a:noFill/>
            <a:ln w="5862">
              <a:solidFill>
                <a:srgbClr val="91ADB2"/>
              </a:solidFill>
              <a:prstDash val="dash"/>
            </a:ln>
          </p:spPr>
        </p:sp>
        <p:sp>
          <p:nvSpPr>
            <p:cNvPr id="190" name="Snapshot time guide 51">
              <a:extLst>
                <a:ext uri="{FF2B5EF4-FFF2-40B4-BE49-F238E27FC236}">
                  <ns2:creationId id="{74E9B14E-C044-46B1-AEB2-7EC7C11703D7}"/>
                </a:ext>
              </a:extLst>
            </p:cNvPr>
            <p:cNvSpPr>
              <a:spLocks noGrp="1"/>
            </p:cNvSpPr>
            <p:nvPr/>
          </p:nvSpPr>
          <p:spPr>
            <a:xfrm>
              <a:off x="7240361" y="3552825"/>
              <a:ext cx="95" cy="1809750"/>
            </a:xfrm>
            <a:custGeom>
              <a:pathLst>
                <a:path w="95" h="1809750">
                  <a:moveTo>
                    <a:pt x="0" y="1809750"/>
                  </a:moveTo>
                  <a:lnTo>
                    <a:pt x="0" y="0"/>
                  </a:lnTo>
                </a:path>
              </a:pathLst>
            </a:custGeom>
            <a:noFill/>
            <a:ln w="5862">
              <a:solidFill>
                <a:srgbClr val="91ADB2"/>
              </a:solidFill>
              <a:prstDash val="dash"/>
            </a:ln>
          </p:spPr>
        </p:sp>
        <p:sp>
          <p:nvSpPr>
            <p:cNvPr id="191" name="ST-MTM A black label">
              <a:extLst>
                <a:ext uri="{FF2B5EF4-FFF2-40B4-BE49-F238E27FC236}">
                  <ns2:creationId id="{42CAA9F5-CEF1-4255-80F6-B000103DFB20}"/>
                </a:ext>
              </a:extLst>
            </p:cNvPr>
            <p:cNvSpPr>
              <a:spLocks noGrp="1"/>
            </p:cNvSpPr>
            <p:nvPr/>
          </p:nvSpPr>
          <p:spPr>
            <a:xfrm>
              <a:off x="7915275" y="4814486"/>
              <a:ext cx="257175" cy="247650"/>
            </a:xfrm>
            <a:prstGeom prst="rect">
              <a:avLst/>
            </a:prstGeom>
            <a:noFill/>
            <a:ln w="0">
              <a:noFill/>
            </a:ln>
          </p:spPr>
          <p:txBody>
            <a:bodyPr wrap="none" lIns="0" tIns="0" rIns="0" bIns="0" anchor="ctr">
              <a:noAutofit/>
            </a:bodyPr>
            <a:lstStyle>
              <a:defPPr algn="l">
                <a:defRPr sz="1615" b="1">
                  <a:solidFill>
                    <a:srgbClr val="000000"/>
                  </a:solidFill>
                  <a:latin typeface="Arial"/>
                  <a:ea typeface="Arial"/>
                  <a:cs typeface="Arial"/>
                </a:defRPr>
              </a:defPPr>
              <a:lvl1pPr algn="l">
                <a:defRPr sz="1615" b="1">
                  <a:solidFill>
                    <a:srgbClr val="000000"/>
                  </a:solidFill>
                  <a:latin typeface="Arial"/>
                  <a:ea typeface="Arial"/>
                  <a:cs typeface="Arial"/>
                </a:defRPr>
              </a:lvl1pPr>
              <a:lvl2pPr algn="l">
                <a:defRPr sz="1615" b="1">
                  <a:solidFill>
                    <a:srgbClr val="000000"/>
                  </a:solidFill>
                  <a:latin typeface="Arial"/>
                  <a:ea typeface="Arial"/>
                  <a:cs typeface="Arial"/>
                </a:defRPr>
              </a:lvl2pPr>
              <a:lvl3pPr algn="l">
                <a:defRPr sz="1615" b="1">
                  <a:solidFill>
                    <a:srgbClr val="000000"/>
                  </a:solidFill>
                  <a:latin typeface="Arial"/>
                  <a:ea typeface="Arial"/>
                  <a:cs typeface="Arial"/>
                </a:defRPr>
              </a:lvl3pPr>
              <a:lvl4pPr algn="l">
                <a:defRPr sz="1615" b="1">
                  <a:solidFill>
                    <a:srgbClr val="000000"/>
                  </a:solidFill>
                  <a:latin typeface="Arial"/>
                  <a:ea typeface="Arial"/>
                  <a:cs typeface="Arial"/>
                </a:defRPr>
              </a:lvl4pPr>
              <a:lvl5pPr algn="l">
                <a:defRPr sz="1615" b="1">
                  <a:solidFill>
                    <a:srgbClr val="000000"/>
                  </a:solidFill>
                  <a:latin typeface="Arial"/>
                  <a:ea typeface="Arial"/>
                  <a:cs typeface="Arial"/>
                </a:defRPr>
              </a:lvl5pPr>
              <a:lvl6pPr algn="l">
                <a:defRPr sz="1615" b="1">
                  <a:solidFill>
                    <a:srgbClr val="000000"/>
                  </a:solidFill>
                  <a:latin typeface="Arial"/>
                  <a:ea typeface="Arial"/>
                  <a:cs typeface="Arial"/>
                </a:defRPr>
              </a:lvl6pPr>
              <a:lvl7pPr algn="l">
                <a:defRPr sz="1615" b="1">
                  <a:solidFill>
                    <a:srgbClr val="000000"/>
                  </a:solidFill>
                  <a:latin typeface="Arial"/>
                  <a:ea typeface="Arial"/>
                  <a:cs typeface="Arial"/>
                </a:defRPr>
              </a:lvl7pPr>
              <a:lvl8pPr algn="l">
                <a:defRPr sz="1615" b="1">
                  <a:solidFill>
                    <a:srgbClr val="000000"/>
                  </a:solidFill>
                  <a:latin typeface="Arial"/>
                  <a:ea typeface="Arial"/>
                  <a:cs typeface="Arial"/>
                </a:defRPr>
              </a:lvl8pPr>
              <a:lvl9pPr algn="l">
                <a:defRPr sz="1615" b="1">
                  <a:solidFill>
                    <a:srgbClr val="000000"/>
                  </a:solidFill>
                  <a:latin typeface="Arial"/>
                  <a:ea typeface="Arial"/>
                  <a:cs typeface="Arial"/>
                </a:defRPr>
              </a:lvl9pPr>
            </a:lstStyle>
            <a:p>
              <a:pPr algn="l">
                <a:defRPr sz="1615" b="1">
                  <a:solidFill>
                    <a:srgbClr val="000000"/>
                  </a:solidFill>
                  <a:latin typeface="Arial"/>
                  <a:ea typeface="Arial"/>
                  <a:cs typeface="Arial"/>
                </a:defRPr>
              </a:pPr>
              <a:r>
                <a:rPr sz="1615" b="1">
                  <a:solidFill>
                    <a:srgbClr val="000000"/>
                  </a:solidFill>
                  <a:latin typeface="Arial"/>
                  <a:ea typeface="Arial"/>
                  <a:cs typeface="Arial"/>
                </a:rPr>
                <a:t>A</a:t>
              </a:r>
            </a:p>
          </p:txBody>
        </p:sp>
        <p:sp>
          <p:nvSpPr>
            <p:cNvPr id="192" name="ST-MTM B black label">
              <a:extLst>
                <a:ext uri="{FF2B5EF4-FFF2-40B4-BE49-F238E27FC236}">
                  <ns2:creationId id="{2ECAE6C3-5C87-4AAD-8BB5-4A899CC099F7}"/>
                </a:ext>
              </a:extLst>
            </p:cNvPr>
            <p:cNvSpPr>
              <a:spLocks noGrp="1"/>
            </p:cNvSpPr>
            <p:nvPr/>
          </p:nvSpPr>
          <p:spPr>
            <a:xfrm>
              <a:off x="7915275" y="4334096"/>
              <a:ext cx="257175" cy="247650"/>
            </a:xfrm>
            <a:prstGeom prst="rect">
              <a:avLst/>
            </a:prstGeom>
            <a:noFill/>
            <a:ln w="0">
              <a:noFill/>
            </a:ln>
          </p:spPr>
          <p:txBody>
            <a:bodyPr wrap="none" lIns="0" tIns="0" rIns="0" bIns="0" anchor="ctr">
              <a:noAutofit/>
            </a:bodyPr>
            <a:lstStyle>
              <a:defPPr algn="l">
                <a:defRPr sz="1615" b="1">
                  <a:solidFill>
                    <a:srgbClr val="000000"/>
                  </a:solidFill>
                  <a:latin typeface="Arial"/>
                  <a:ea typeface="Arial"/>
                  <a:cs typeface="Arial"/>
                </a:defRPr>
              </a:defPPr>
              <a:lvl1pPr algn="l">
                <a:defRPr sz="1615" b="1">
                  <a:solidFill>
                    <a:srgbClr val="000000"/>
                  </a:solidFill>
                  <a:latin typeface="Arial"/>
                  <a:ea typeface="Arial"/>
                  <a:cs typeface="Arial"/>
                </a:defRPr>
              </a:lvl1pPr>
              <a:lvl2pPr algn="l">
                <a:defRPr sz="1615" b="1">
                  <a:solidFill>
                    <a:srgbClr val="000000"/>
                  </a:solidFill>
                  <a:latin typeface="Arial"/>
                  <a:ea typeface="Arial"/>
                  <a:cs typeface="Arial"/>
                </a:defRPr>
              </a:lvl2pPr>
              <a:lvl3pPr algn="l">
                <a:defRPr sz="1615" b="1">
                  <a:solidFill>
                    <a:srgbClr val="000000"/>
                  </a:solidFill>
                  <a:latin typeface="Arial"/>
                  <a:ea typeface="Arial"/>
                  <a:cs typeface="Arial"/>
                </a:defRPr>
              </a:lvl3pPr>
              <a:lvl4pPr algn="l">
                <a:defRPr sz="1615" b="1">
                  <a:solidFill>
                    <a:srgbClr val="000000"/>
                  </a:solidFill>
                  <a:latin typeface="Arial"/>
                  <a:ea typeface="Arial"/>
                  <a:cs typeface="Arial"/>
                </a:defRPr>
              </a:lvl4pPr>
              <a:lvl5pPr algn="l">
                <a:defRPr sz="1615" b="1">
                  <a:solidFill>
                    <a:srgbClr val="000000"/>
                  </a:solidFill>
                  <a:latin typeface="Arial"/>
                  <a:ea typeface="Arial"/>
                  <a:cs typeface="Arial"/>
                </a:defRPr>
              </a:lvl5pPr>
              <a:lvl6pPr algn="l">
                <a:defRPr sz="1615" b="1">
                  <a:solidFill>
                    <a:srgbClr val="000000"/>
                  </a:solidFill>
                  <a:latin typeface="Arial"/>
                  <a:ea typeface="Arial"/>
                  <a:cs typeface="Arial"/>
                </a:defRPr>
              </a:lvl6pPr>
              <a:lvl7pPr algn="l">
                <a:defRPr sz="1615" b="1">
                  <a:solidFill>
                    <a:srgbClr val="000000"/>
                  </a:solidFill>
                  <a:latin typeface="Arial"/>
                  <a:ea typeface="Arial"/>
                  <a:cs typeface="Arial"/>
                </a:defRPr>
              </a:lvl7pPr>
              <a:lvl8pPr algn="l">
                <a:defRPr sz="1615" b="1">
                  <a:solidFill>
                    <a:srgbClr val="000000"/>
                  </a:solidFill>
                  <a:latin typeface="Arial"/>
                  <a:ea typeface="Arial"/>
                  <a:cs typeface="Arial"/>
                </a:defRPr>
              </a:lvl8pPr>
              <a:lvl9pPr algn="l">
                <a:defRPr sz="1615" b="1">
                  <a:solidFill>
                    <a:srgbClr val="000000"/>
                  </a:solidFill>
                  <a:latin typeface="Arial"/>
                  <a:ea typeface="Arial"/>
                  <a:cs typeface="Arial"/>
                </a:defRPr>
              </a:lvl9pPr>
            </a:lstStyle>
            <a:p>
              <a:pPr algn="l">
                <a:defRPr sz="1615" b="1">
                  <a:solidFill>
                    <a:srgbClr val="000000"/>
                  </a:solidFill>
                  <a:latin typeface="Arial"/>
                  <a:ea typeface="Arial"/>
                  <a:cs typeface="Arial"/>
                </a:defRPr>
              </a:pPr>
              <a:r>
                <a:rPr sz="1615" b="1">
                  <a:solidFill>
                    <a:srgbClr val="000000"/>
                  </a:solidFill>
                  <a:latin typeface="Arial"/>
                  <a:ea typeface="Arial"/>
                  <a:cs typeface="Arial"/>
                </a:rPr>
                <a:t>B</a:t>
              </a:r>
            </a:p>
          </p:txBody>
        </p:sp>
        <p:sp>
          <p:nvSpPr>
            <p:cNvPr id="193" name="ST-MTM C black label">
              <a:extLst>
                <a:ext uri="{FF2B5EF4-FFF2-40B4-BE49-F238E27FC236}">
                  <ns2:creationId id="{F2E7D2AB-6EE1-4A40-98C3-3EB6CEBDEF0A}"/>
                </a:ext>
              </a:extLst>
            </p:cNvPr>
            <p:cNvSpPr>
              <a:spLocks noGrp="1"/>
            </p:cNvSpPr>
            <p:nvPr/>
          </p:nvSpPr>
          <p:spPr>
            <a:xfrm>
              <a:off x="7915275" y="3853264"/>
              <a:ext cx="257175" cy="247650"/>
            </a:xfrm>
            <a:prstGeom prst="rect">
              <a:avLst/>
            </a:prstGeom>
            <a:noFill/>
            <a:ln w="0">
              <a:noFill/>
            </a:ln>
          </p:spPr>
          <p:txBody>
            <a:bodyPr wrap="none" lIns="0" tIns="0" rIns="0" bIns="0" anchor="ctr">
              <a:noAutofit/>
            </a:bodyPr>
            <a:lstStyle>
              <a:defPPr algn="l">
                <a:defRPr sz="1615" b="1">
                  <a:solidFill>
                    <a:srgbClr val="000000"/>
                  </a:solidFill>
                  <a:latin typeface="Arial"/>
                  <a:ea typeface="Arial"/>
                  <a:cs typeface="Arial"/>
                </a:defRPr>
              </a:defPPr>
              <a:lvl1pPr algn="l">
                <a:defRPr sz="1615" b="1">
                  <a:solidFill>
                    <a:srgbClr val="000000"/>
                  </a:solidFill>
                  <a:latin typeface="Arial"/>
                  <a:ea typeface="Arial"/>
                  <a:cs typeface="Arial"/>
                </a:defRPr>
              </a:lvl1pPr>
              <a:lvl2pPr algn="l">
                <a:defRPr sz="1615" b="1">
                  <a:solidFill>
                    <a:srgbClr val="000000"/>
                  </a:solidFill>
                  <a:latin typeface="Arial"/>
                  <a:ea typeface="Arial"/>
                  <a:cs typeface="Arial"/>
                </a:defRPr>
              </a:lvl2pPr>
              <a:lvl3pPr algn="l">
                <a:defRPr sz="1615" b="1">
                  <a:solidFill>
                    <a:srgbClr val="000000"/>
                  </a:solidFill>
                  <a:latin typeface="Arial"/>
                  <a:ea typeface="Arial"/>
                  <a:cs typeface="Arial"/>
                </a:defRPr>
              </a:lvl3pPr>
              <a:lvl4pPr algn="l">
                <a:defRPr sz="1615" b="1">
                  <a:solidFill>
                    <a:srgbClr val="000000"/>
                  </a:solidFill>
                  <a:latin typeface="Arial"/>
                  <a:ea typeface="Arial"/>
                  <a:cs typeface="Arial"/>
                </a:defRPr>
              </a:lvl4pPr>
              <a:lvl5pPr algn="l">
                <a:defRPr sz="1615" b="1">
                  <a:solidFill>
                    <a:srgbClr val="000000"/>
                  </a:solidFill>
                  <a:latin typeface="Arial"/>
                  <a:ea typeface="Arial"/>
                  <a:cs typeface="Arial"/>
                </a:defRPr>
              </a:lvl5pPr>
              <a:lvl6pPr algn="l">
                <a:defRPr sz="1615" b="1">
                  <a:solidFill>
                    <a:srgbClr val="000000"/>
                  </a:solidFill>
                  <a:latin typeface="Arial"/>
                  <a:ea typeface="Arial"/>
                  <a:cs typeface="Arial"/>
                </a:defRPr>
              </a:lvl6pPr>
              <a:lvl7pPr algn="l">
                <a:defRPr sz="1615" b="1">
                  <a:solidFill>
                    <a:srgbClr val="000000"/>
                  </a:solidFill>
                  <a:latin typeface="Arial"/>
                  <a:ea typeface="Arial"/>
                  <a:cs typeface="Arial"/>
                </a:defRPr>
              </a:lvl7pPr>
              <a:lvl8pPr algn="l">
                <a:defRPr sz="1615" b="1">
                  <a:solidFill>
                    <a:srgbClr val="000000"/>
                  </a:solidFill>
                  <a:latin typeface="Arial"/>
                  <a:ea typeface="Arial"/>
                  <a:cs typeface="Arial"/>
                </a:defRPr>
              </a:lvl8pPr>
              <a:lvl9pPr algn="l">
                <a:defRPr sz="1615" b="1">
                  <a:solidFill>
                    <a:srgbClr val="000000"/>
                  </a:solidFill>
                  <a:latin typeface="Arial"/>
                  <a:ea typeface="Arial"/>
                  <a:cs typeface="Arial"/>
                </a:defRPr>
              </a:lvl9pPr>
            </a:lstStyle>
            <a:p>
              <a:pPr algn="l">
                <a:defRPr sz="1615" b="1">
                  <a:solidFill>
                    <a:srgbClr val="000000"/>
                  </a:solidFill>
                  <a:latin typeface="Arial"/>
                  <a:ea typeface="Arial"/>
                  <a:cs typeface="Arial"/>
                </a:defRPr>
              </a:pPr>
              <a:r>
                <a:rPr sz="1615" b="1">
                  <a:solidFill>
                    <a:srgbClr val="000000"/>
                  </a:solidFill>
                  <a:latin typeface="Arial"/>
                  <a:ea typeface="Arial"/>
                  <a:cs typeface="Arial"/>
                </a:rPr>
                <a:t>C</a:t>
              </a:r>
            </a:p>
          </p:txBody>
        </p:sp>
        <p:sp>
          <p:nvSpPr>
            <p:cNvPr id="194" name="Scientific domain frame">
              <a:extLst>
                <a:ext uri="{FF2B5EF4-FFF2-40B4-BE49-F238E27FC236}">
                  <ns2:creationId id="{68070EFC-5A46-4C15-8F02-0010E21179C2}"/>
                </a:ext>
              </a:extLst>
            </p:cNvPr>
            <p:cNvSpPr>
              <a:spLocks noGrp="1"/>
            </p:cNvSpPr>
            <p:nvPr/>
          </p:nvSpPr>
          <p:spPr>
            <a:xfrm>
              <a:off x="4695825" y="3552825"/>
              <a:ext cx="3143250" cy="1809750"/>
            </a:xfrm>
            <a:prstGeom prst="rect">
              <a:avLst/>
            </a:prstGeom>
            <a:noFill/>
            <a:ln w="7815">
              <a:solidFill>
                <a:srgbClr val="000000"/>
              </a:solidFill>
            </a:ln>
          </p:spPr>
        </p:sp>
        <p:sp>
          <p:nvSpPr>
            <p:cNvPr id="195" name="Scientific line">
              <a:extLst>
                <a:ext uri="{FF2B5EF4-FFF2-40B4-BE49-F238E27FC236}">
                  <ns2:creationId id="{039E5F5B-E276-4429-AB53-A7CB96494E3F}"/>
                </a:ext>
              </a:extLst>
            </p:cNvPr>
            <p:cNvSpPr>
              <a:spLocks noGrp="1"/>
            </p:cNvSpPr>
            <p:nvPr/>
          </p:nvSpPr>
          <p:spPr>
            <a:xfrm>
              <a:off x="4695825" y="5362575"/>
              <a:ext cx="95" cy="47625"/>
            </a:xfrm>
            <a:custGeom>
              <a:pathLst>
                <a:path w="95" h="47625">
                  <a:moveTo>
                    <a:pt x="0" y="0"/>
                  </a:moveTo>
                  <a:lnTo>
                    <a:pt x="0" y="47625"/>
                  </a:lnTo>
                </a:path>
              </a:pathLst>
            </a:custGeom>
            <a:noFill/>
            <a:ln w="9769">
              <a:solidFill>
                <a:srgbClr val="000000"/>
              </a:solidFill>
              <a:prstDash val="solid"/>
            </a:ln>
          </p:spPr>
        </p:sp>
        <p:sp>
          <p:nvSpPr>
            <p:cNvPr id="196" name="0">
              <a:extLst>
                <a:ext uri="{FF2B5EF4-FFF2-40B4-BE49-F238E27FC236}">
                  <ns2:creationId id="{5A9116ED-4450-4BA4-9298-434E17827B32}"/>
                </a:ext>
              </a:extLst>
            </p:cNvPr>
            <p:cNvSpPr>
              <a:spLocks noGrp="1"/>
            </p:cNvSpPr>
            <p:nvPr/>
          </p:nvSpPr>
          <p:spPr>
            <a:xfrm>
              <a:off x="4486275" y="5419725"/>
              <a:ext cx="419100" cy="228600"/>
            </a:xfrm>
            <a:prstGeom prst="rect">
              <a:avLst/>
            </a:prstGeom>
            <a:noFill/>
            <a:ln w="0">
              <a:noFill/>
            </a:ln>
          </p:spPr>
          <p:txBody>
            <a:bodyPr wrap="none" lIns="0" tIns="0" rIns="0" bIns="0" anchor="ctr">
              <a:noAutofit/>
            </a:bodyPr>
            <a:lstStyle>
              <a:defPPr algn="ctr">
                <a:defRPr sz="1385" b="0">
                  <a:solidFill>
                    <a:srgbClr val="000000"/>
                  </a:solidFill>
                  <a:latin typeface="Arial"/>
                  <a:ea typeface="Arial"/>
                  <a:cs typeface="Arial"/>
                </a:defRPr>
              </a:defPPr>
              <a:lvl1pPr algn="ctr">
                <a:defRPr sz="1385" b="0">
                  <a:solidFill>
                    <a:srgbClr val="000000"/>
                  </a:solidFill>
                  <a:latin typeface="Arial"/>
                  <a:ea typeface="Arial"/>
                  <a:cs typeface="Arial"/>
                </a:defRPr>
              </a:lvl1pPr>
              <a:lvl2pPr algn="ctr">
                <a:defRPr sz="1385" b="0">
                  <a:solidFill>
                    <a:srgbClr val="000000"/>
                  </a:solidFill>
                  <a:latin typeface="Arial"/>
                  <a:ea typeface="Arial"/>
                  <a:cs typeface="Arial"/>
                </a:defRPr>
              </a:lvl2pPr>
              <a:lvl3pPr algn="ctr">
                <a:defRPr sz="1385" b="0">
                  <a:solidFill>
                    <a:srgbClr val="000000"/>
                  </a:solidFill>
                  <a:latin typeface="Arial"/>
                  <a:ea typeface="Arial"/>
                  <a:cs typeface="Arial"/>
                </a:defRPr>
              </a:lvl3pPr>
              <a:lvl4pPr algn="ctr">
                <a:defRPr sz="1385" b="0">
                  <a:solidFill>
                    <a:srgbClr val="000000"/>
                  </a:solidFill>
                  <a:latin typeface="Arial"/>
                  <a:ea typeface="Arial"/>
                  <a:cs typeface="Arial"/>
                </a:defRPr>
              </a:lvl4pPr>
              <a:lvl5pPr algn="ctr">
                <a:defRPr sz="1385" b="0">
                  <a:solidFill>
                    <a:srgbClr val="000000"/>
                  </a:solidFill>
                  <a:latin typeface="Arial"/>
                  <a:ea typeface="Arial"/>
                  <a:cs typeface="Arial"/>
                </a:defRPr>
              </a:lvl5pPr>
              <a:lvl6pPr algn="ctr">
                <a:defRPr sz="1385" b="0">
                  <a:solidFill>
                    <a:srgbClr val="000000"/>
                  </a:solidFill>
                  <a:latin typeface="Arial"/>
                  <a:ea typeface="Arial"/>
                  <a:cs typeface="Arial"/>
                </a:defRPr>
              </a:lvl6pPr>
              <a:lvl7pPr algn="ctr">
                <a:defRPr sz="1385" b="0">
                  <a:solidFill>
                    <a:srgbClr val="000000"/>
                  </a:solidFill>
                  <a:latin typeface="Arial"/>
                  <a:ea typeface="Arial"/>
                  <a:cs typeface="Arial"/>
                </a:defRPr>
              </a:lvl7pPr>
              <a:lvl8pPr algn="ctr">
                <a:defRPr sz="1385" b="0">
                  <a:solidFill>
                    <a:srgbClr val="000000"/>
                  </a:solidFill>
                  <a:latin typeface="Arial"/>
                  <a:ea typeface="Arial"/>
                  <a:cs typeface="Arial"/>
                </a:defRPr>
              </a:lvl8pPr>
              <a:lvl9pPr algn="ctr">
                <a:defRPr sz="1385" b="0">
                  <a:solidFill>
                    <a:srgbClr val="000000"/>
                  </a:solidFill>
                  <a:latin typeface="Arial"/>
                  <a:ea typeface="Arial"/>
                  <a:cs typeface="Arial"/>
                </a:defRPr>
              </a:lvl9pPr>
            </a:lstStyle>
            <a:p>
              <a:pPr algn="ctr">
                <a:defRPr sz="1385" b="0">
                  <a:solidFill>
                    <a:srgbClr val="000000"/>
                  </a:solidFill>
                  <a:latin typeface="Arial"/>
                  <a:ea typeface="Arial"/>
                  <a:cs typeface="Arial"/>
                </a:defRPr>
              </a:pPr>
              <a:r>
                <a:rPr sz="1385" b="0">
                  <a:solidFill>
                    <a:srgbClr val="000000"/>
                  </a:solidFill>
                  <a:latin typeface="Arial"/>
                  <a:ea typeface="Arial"/>
                  <a:cs typeface="Arial"/>
                </a:rPr>
                <a:t>0</a:t>
              </a:r>
            </a:p>
          </p:txBody>
        </p:sp>
        <p:sp>
          <p:nvSpPr>
            <p:cNvPr id="197" name="Scientific line">
              <a:extLst>
                <a:ext uri="{FF2B5EF4-FFF2-40B4-BE49-F238E27FC236}">
                  <ns2:creationId id="{48D0A0EE-039A-40D3-B250-1F93248F8780}"/>
                </a:ext>
              </a:extLst>
            </p:cNvPr>
            <p:cNvSpPr>
              <a:spLocks noGrp="1"/>
            </p:cNvSpPr>
            <p:nvPr/>
          </p:nvSpPr>
          <p:spPr>
            <a:xfrm>
              <a:off x="5294539" y="5362575"/>
              <a:ext cx="95" cy="47625"/>
            </a:xfrm>
            <a:custGeom>
              <a:pathLst>
                <a:path w="95" h="47625">
                  <a:moveTo>
                    <a:pt x="0" y="0"/>
                  </a:moveTo>
                  <a:lnTo>
                    <a:pt x="0" y="47625"/>
                  </a:lnTo>
                </a:path>
              </a:pathLst>
            </a:custGeom>
            <a:noFill/>
            <a:ln w="9769">
              <a:solidFill>
                <a:srgbClr val="000000"/>
              </a:solidFill>
              <a:prstDash val="solid"/>
            </a:ln>
          </p:spPr>
        </p:sp>
        <p:sp>
          <p:nvSpPr>
            <p:cNvPr id="198" name="12">
              <a:extLst>
                <a:ext uri="{FF2B5EF4-FFF2-40B4-BE49-F238E27FC236}">
                  <ns2:creationId id="{FF457A76-B1FA-4975-849B-162F1C2FCF99}"/>
                </a:ext>
              </a:extLst>
            </p:cNvPr>
            <p:cNvSpPr>
              <a:spLocks noGrp="1"/>
            </p:cNvSpPr>
            <p:nvPr/>
          </p:nvSpPr>
          <p:spPr>
            <a:xfrm>
              <a:off x="5084989" y="5419725"/>
              <a:ext cx="419100" cy="228600"/>
            </a:xfrm>
            <a:prstGeom prst="rect">
              <a:avLst/>
            </a:prstGeom>
            <a:noFill/>
            <a:ln w="0">
              <a:noFill/>
            </a:ln>
          </p:spPr>
          <p:txBody>
            <a:bodyPr wrap="none" lIns="0" tIns="0" rIns="0" bIns="0" anchor="ctr">
              <a:noAutofit/>
            </a:bodyPr>
            <a:lstStyle>
              <a:defPPr algn="ctr">
                <a:defRPr sz="1385" b="0">
                  <a:solidFill>
                    <a:srgbClr val="000000"/>
                  </a:solidFill>
                  <a:latin typeface="Arial"/>
                  <a:ea typeface="Arial"/>
                  <a:cs typeface="Arial"/>
                </a:defRPr>
              </a:defPPr>
              <a:lvl1pPr algn="ctr">
                <a:defRPr sz="1385" b="0">
                  <a:solidFill>
                    <a:srgbClr val="000000"/>
                  </a:solidFill>
                  <a:latin typeface="Arial"/>
                  <a:ea typeface="Arial"/>
                  <a:cs typeface="Arial"/>
                </a:defRPr>
              </a:lvl1pPr>
              <a:lvl2pPr algn="ctr">
                <a:defRPr sz="1385" b="0">
                  <a:solidFill>
                    <a:srgbClr val="000000"/>
                  </a:solidFill>
                  <a:latin typeface="Arial"/>
                  <a:ea typeface="Arial"/>
                  <a:cs typeface="Arial"/>
                </a:defRPr>
              </a:lvl2pPr>
              <a:lvl3pPr algn="ctr">
                <a:defRPr sz="1385" b="0">
                  <a:solidFill>
                    <a:srgbClr val="000000"/>
                  </a:solidFill>
                  <a:latin typeface="Arial"/>
                  <a:ea typeface="Arial"/>
                  <a:cs typeface="Arial"/>
                </a:defRPr>
              </a:lvl3pPr>
              <a:lvl4pPr algn="ctr">
                <a:defRPr sz="1385" b="0">
                  <a:solidFill>
                    <a:srgbClr val="000000"/>
                  </a:solidFill>
                  <a:latin typeface="Arial"/>
                  <a:ea typeface="Arial"/>
                  <a:cs typeface="Arial"/>
                </a:defRPr>
              </a:lvl4pPr>
              <a:lvl5pPr algn="ctr">
                <a:defRPr sz="1385" b="0">
                  <a:solidFill>
                    <a:srgbClr val="000000"/>
                  </a:solidFill>
                  <a:latin typeface="Arial"/>
                  <a:ea typeface="Arial"/>
                  <a:cs typeface="Arial"/>
                </a:defRPr>
              </a:lvl5pPr>
              <a:lvl6pPr algn="ctr">
                <a:defRPr sz="1385" b="0">
                  <a:solidFill>
                    <a:srgbClr val="000000"/>
                  </a:solidFill>
                  <a:latin typeface="Arial"/>
                  <a:ea typeface="Arial"/>
                  <a:cs typeface="Arial"/>
                </a:defRPr>
              </a:lvl6pPr>
              <a:lvl7pPr algn="ctr">
                <a:defRPr sz="1385" b="0">
                  <a:solidFill>
                    <a:srgbClr val="000000"/>
                  </a:solidFill>
                  <a:latin typeface="Arial"/>
                  <a:ea typeface="Arial"/>
                  <a:cs typeface="Arial"/>
                </a:defRPr>
              </a:lvl7pPr>
              <a:lvl8pPr algn="ctr">
                <a:defRPr sz="1385" b="0">
                  <a:solidFill>
                    <a:srgbClr val="000000"/>
                  </a:solidFill>
                  <a:latin typeface="Arial"/>
                  <a:ea typeface="Arial"/>
                  <a:cs typeface="Arial"/>
                </a:defRPr>
              </a:lvl8pPr>
              <a:lvl9pPr algn="ctr">
                <a:defRPr sz="1385" b="0">
                  <a:solidFill>
                    <a:srgbClr val="000000"/>
                  </a:solidFill>
                  <a:latin typeface="Arial"/>
                  <a:ea typeface="Arial"/>
                  <a:cs typeface="Arial"/>
                </a:defRPr>
              </a:lvl9pPr>
            </a:lstStyle>
            <a:p>
              <a:pPr algn="ctr">
                <a:defRPr sz="1385" b="0">
                  <a:solidFill>
                    <a:srgbClr val="000000"/>
                  </a:solidFill>
                  <a:latin typeface="Arial"/>
                  <a:ea typeface="Arial"/>
                  <a:cs typeface="Arial"/>
                </a:defRPr>
              </a:pPr>
              <a:r>
                <a:rPr sz="1385" b="0">
                  <a:solidFill>
                    <a:srgbClr val="000000"/>
                  </a:solidFill>
                  <a:latin typeface="Arial"/>
                  <a:ea typeface="Arial"/>
                  <a:cs typeface="Arial"/>
                </a:rPr>
                <a:t>12</a:t>
              </a:r>
            </a:p>
          </p:txBody>
        </p:sp>
        <p:sp>
          <p:nvSpPr>
            <p:cNvPr id="199" name="Scientific line">
              <a:extLst>
                <a:ext uri="{FF2B5EF4-FFF2-40B4-BE49-F238E27FC236}">
                  <ns2:creationId id="{44905527-18FC-4FB5-9126-F5F0E03E9178}"/>
                </a:ext>
              </a:extLst>
            </p:cNvPr>
            <p:cNvSpPr>
              <a:spLocks noGrp="1"/>
            </p:cNvSpPr>
            <p:nvPr/>
          </p:nvSpPr>
          <p:spPr>
            <a:xfrm>
              <a:off x="5943146" y="5362575"/>
              <a:ext cx="95" cy="47625"/>
            </a:xfrm>
            <a:custGeom>
              <a:pathLst>
                <a:path w="95" h="47625">
                  <a:moveTo>
                    <a:pt x="0" y="0"/>
                  </a:moveTo>
                  <a:lnTo>
                    <a:pt x="0" y="47625"/>
                  </a:lnTo>
                </a:path>
              </a:pathLst>
            </a:custGeom>
            <a:noFill/>
            <a:ln w="9769">
              <a:solidFill>
                <a:srgbClr val="000000"/>
              </a:solidFill>
              <a:prstDash val="solid"/>
            </a:ln>
          </p:spPr>
        </p:sp>
        <p:sp>
          <p:nvSpPr>
            <p:cNvPr id="200" name="25">
              <a:extLst>
                <a:ext uri="{FF2B5EF4-FFF2-40B4-BE49-F238E27FC236}">
                  <ns2:creationId id="{CC5D6FFA-568E-4E96-8532-C171D09508BF}"/>
                </a:ext>
              </a:extLst>
            </p:cNvPr>
            <p:cNvSpPr>
              <a:spLocks noGrp="1"/>
            </p:cNvSpPr>
            <p:nvPr/>
          </p:nvSpPr>
          <p:spPr>
            <a:xfrm>
              <a:off x="5733596" y="5419725"/>
              <a:ext cx="419100" cy="228600"/>
            </a:xfrm>
            <a:prstGeom prst="rect">
              <a:avLst/>
            </a:prstGeom>
            <a:noFill/>
            <a:ln w="0">
              <a:noFill/>
            </a:ln>
          </p:spPr>
          <p:txBody>
            <a:bodyPr wrap="none" lIns="0" tIns="0" rIns="0" bIns="0" anchor="ctr">
              <a:noAutofit/>
            </a:bodyPr>
            <a:lstStyle>
              <a:defPPr algn="ctr">
                <a:defRPr sz="1385" b="0">
                  <a:solidFill>
                    <a:srgbClr val="000000"/>
                  </a:solidFill>
                  <a:latin typeface="Arial"/>
                  <a:ea typeface="Arial"/>
                  <a:cs typeface="Arial"/>
                </a:defRPr>
              </a:defPPr>
              <a:lvl1pPr algn="ctr">
                <a:defRPr sz="1385" b="0">
                  <a:solidFill>
                    <a:srgbClr val="000000"/>
                  </a:solidFill>
                  <a:latin typeface="Arial"/>
                  <a:ea typeface="Arial"/>
                  <a:cs typeface="Arial"/>
                </a:defRPr>
              </a:lvl1pPr>
              <a:lvl2pPr algn="ctr">
                <a:defRPr sz="1385" b="0">
                  <a:solidFill>
                    <a:srgbClr val="000000"/>
                  </a:solidFill>
                  <a:latin typeface="Arial"/>
                  <a:ea typeface="Arial"/>
                  <a:cs typeface="Arial"/>
                </a:defRPr>
              </a:lvl2pPr>
              <a:lvl3pPr algn="ctr">
                <a:defRPr sz="1385" b="0">
                  <a:solidFill>
                    <a:srgbClr val="000000"/>
                  </a:solidFill>
                  <a:latin typeface="Arial"/>
                  <a:ea typeface="Arial"/>
                  <a:cs typeface="Arial"/>
                </a:defRPr>
              </a:lvl3pPr>
              <a:lvl4pPr algn="ctr">
                <a:defRPr sz="1385" b="0">
                  <a:solidFill>
                    <a:srgbClr val="000000"/>
                  </a:solidFill>
                  <a:latin typeface="Arial"/>
                  <a:ea typeface="Arial"/>
                  <a:cs typeface="Arial"/>
                </a:defRPr>
              </a:lvl4pPr>
              <a:lvl5pPr algn="ctr">
                <a:defRPr sz="1385" b="0">
                  <a:solidFill>
                    <a:srgbClr val="000000"/>
                  </a:solidFill>
                  <a:latin typeface="Arial"/>
                  <a:ea typeface="Arial"/>
                  <a:cs typeface="Arial"/>
                </a:defRPr>
              </a:lvl5pPr>
              <a:lvl6pPr algn="ctr">
                <a:defRPr sz="1385" b="0">
                  <a:solidFill>
                    <a:srgbClr val="000000"/>
                  </a:solidFill>
                  <a:latin typeface="Arial"/>
                  <a:ea typeface="Arial"/>
                  <a:cs typeface="Arial"/>
                </a:defRPr>
              </a:lvl6pPr>
              <a:lvl7pPr algn="ctr">
                <a:defRPr sz="1385" b="0">
                  <a:solidFill>
                    <a:srgbClr val="000000"/>
                  </a:solidFill>
                  <a:latin typeface="Arial"/>
                  <a:ea typeface="Arial"/>
                  <a:cs typeface="Arial"/>
                </a:defRPr>
              </a:lvl7pPr>
              <a:lvl8pPr algn="ctr">
                <a:defRPr sz="1385" b="0">
                  <a:solidFill>
                    <a:srgbClr val="000000"/>
                  </a:solidFill>
                  <a:latin typeface="Arial"/>
                  <a:ea typeface="Arial"/>
                  <a:cs typeface="Arial"/>
                </a:defRPr>
              </a:lvl8pPr>
              <a:lvl9pPr algn="ctr">
                <a:defRPr sz="1385" b="0">
                  <a:solidFill>
                    <a:srgbClr val="000000"/>
                  </a:solidFill>
                  <a:latin typeface="Arial"/>
                  <a:ea typeface="Arial"/>
                  <a:cs typeface="Arial"/>
                </a:defRPr>
              </a:lvl9pPr>
            </a:lstStyle>
            <a:p>
              <a:pPr algn="ctr">
                <a:defRPr sz="1385" b="0">
                  <a:solidFill>
                    <a:srgbClr val="000000"/>
                  </a:solidFill>
                  <a:latin typeface="Arial"/>
                  <a:ea typeface="Arial"/>
                  <a:cs typeface="Arial"/>
                </a:defRPr>
              </a:pPr>
              <a:r>
                <a:rPr sz="1385" b="0">
                  <a:solidFill>
                    <a:srgbClr val="000000"/>
                  </a:solidFill>
                  <a:latin typeface="Arial"/>
                  <a:ea typeface="Arial"/>
                  <a:cs typeface="Arial"/>
                </a:rPr>
                <a:t>25</a:t>
              </a:r>
            </a:p>
          </p:txBody>
        </p:sp>
        <p:sp>
          <p:nvSpPr>
            <p:cNvPr id="201" name="Scientific line">
              <a:extLst>
                <a:ext uri="{FF2B5EF4-FFF2-40B4-BE49-F238E27FC236}">
                  <ns2:creationId id="{BF078587-5D81-459F-ACA7-347456CFAD58}"/>
                </a:ext>
              </a:extLst>
            </p:cNvPr>
            <p:cNvSpPr>
              <a:spLocks noGrp="1"/>
            </p:cNvSpPr>
            <p:nvPr/>
          </p:nvSpPr>
          <p:spPr>
            <a:xfrm>
              <a:off x="6591754" y="5362575"/>
              <a:ext cx="95" cy="47625"/>
            </a:xfrm>
            <a:custGeom>
              <a:pathLst>
                <a:path w="95" h="47625">
                  <a:moveTo>
                    <a:pt x="0" y="0"/>
                  </a:moveTo>
                  <a:lnTo>
                    <a:pt x="0" y="47625"/>
                  </a:lnTo>
                </a:path>
              </a:pathLst>
            </a:custGeom>
            <a:noFill/>
            <a:ln w="9769">
              <a:solidFill>
                <a:srgbClr val="000000"/>
              </a:solidFill>
              <a:prstDash val="solid"/>
            </a:ln>
          </p:spPr>
        </p:sp>
        <p:sp>
          <p:nvSpPr>
            <p:cNvPr id="202" name="38">
              <a:extLst>
                <a:ext uri="{FF2B5EF4-FFF2-40B4-BE49-F238E27FC236}">
                  <ns2:creationId id="{3A25F213-3FA5-436B-94B2-6462B96CB8E7}"/>
                </a:ext>
              </a:extLst>
            </p:cNvPr>
            <p:cNvSpPr>
              <a:spLocks noGrp="1"/>
            </p:cNvSpPr>
            <p:nvPr/>
          </p:nvSpPr>
          <p:spPr>
            <a:xfrm>
              <a:off x="6382204" y="5419725"/>
              <a:ext cx="419100" cy="228600"/>
            </a:xfrm>
            <a:prstGeom prst="rect">
              <a:avLst/>
            </a:prstGeom>
            <a:noFill/>
            <a:ln w="0">
              <a:noFill/>
            </a:ln>
          </p:spPr>
          <p:txBody>
            <a:bodyPr wrap="none" lIns="0" tIns="0" rIns="0" bIns="0" anchor="ctr">
              <a:noAutofit/>
            </a:bodyPr>
            <a:lstStyle>
              <a:defPPr algn="ctr">
                <a:defRPr sz="1385" b="0">
                  <a:solidFill>
                    <a:srgbClr val="000000"/>
                  </a:solidFill>
                  <a:latin typeface="Arial"/>
                  <a:ea typeface="Arial"/>
                  <a:cs typeface="Arial"/>
                </a:defRPr>
              </a:defPPr>
              <a:lvl1pPr algn="ctr">
                <a:defRPr sz="1385" b="0">
                  <a:solidFill>
                    <a:srgbClr val="000000"/>
                  </a:solidFill>
                  <a:latin typeface="Arial"/>
                  <a:ea typeface="Arial"/>
                  <a:cs typeface="Arial"/>
                </a:defRPr>
              </a:lvl1pPr>
              <a:lvl2pPr algn="ctr">
                <a:defRPr sz="1385" b="0">
                  <a:solidFill>
                    <a:srgbClr val="000000"/>
                  </a:solidFill>
                  <a:latin typeface="Arial"/>
                  <a:ea typeface="Arial"/>
                  <a:cs typeface="Arial"/>
                </a:defRPr>
              </a:lvl2pPr>
              <a:lvl3pPr algn="ctr">
                <a:defRPr sz="1385" b="0">
                  <a:solidFill>
                    <a:srgbClr val="000000"/>
                  </a:solidFill>
                  <a:latin typeface="Arial"/>
                  <a:ea typeface="Arial"/>
                  <a:cs typeface="Arial"/>
                </a:defRPr>
              </a:lvl3pPr>
              <a:lvl4pPr algn="ctr">
                <a:defRPr sz="1385" b="0">
                  <a:solidFill>
                    <a:srgbClr val="000000"/>
                  </a:solidFill>
                  <a:latin typeface="Arial"/>
                  <a:ea typeface="Arial"/>
                  <a:cs typeface="Arial"/>
                </a:defRPr>
              </a:lvl4pPr>
              <a:lvl5pPr algn="ctr">
                <a:defRPr sz="1385" b="0">
                  <a:solidFill>
                    <a:srgbClr val="000000"/>
                  </a:solidFill>
                  <a:latin typeface="Arial"/>
                  <a:ea typeface="Arial"/>
                  <a:cs typeface="Arial"/>
                </a:defRPr>
              </a:lvl5pPr>
              <a:lvl6pPr algn="ctr">
                <a:defRPr sz="1385" b="0">
                  <a:solidFill>
                    <a:srgbClr val="000000"/>
                  </a:solidFill>
                  <a:latin typeface="Arial"/>
                  <a:ea typeface="Arial"/>
                  <a:cs typeface="Arial"/>
                </a:defRPr>
              </a:lvl6pPr>
              <a:lvl7pPr algn="ctr">
                <a:defRPr sz="1385" b="0">
                  <a:solidFill>
                    <a:srgbClr val="000000"/>
                  </a:solidFill>
                  <a:latin typeface="Arial"/>
                  <a:ea typeface="Arial"/>
                  <a:cs typeface="Arial"/>
                </a:defRPr>
              </a:lvl7pPr>
              <a:lvl8pPr algn="ctr">
                <a:defRPr sz="1385" b="0">
                  <a:solidFill>
                    <a:srgbClr val="000000"/>
                  </a:solidFill>
                  <a:latin typeface="Arial"/>
                  <a:ea typeface="Arial"/>
                  <a:cs typeface="Arial"/>
                </a:defRPr>
              </a:lvl8pPr>
              <a:lvl9pPr algn="ctr">
                <a:defRPr sz="1385" b="0">
                  <a:solidFill>
                    <a:srgbClr val="000000"/>
                  </a:solidFill>
                  <a:latin typeface="Arial"/>
                  <a:ea typeface="Arial"/>
                  <a:cs typeface="Arial"/>
                </a:defRPr>
              </a:lvl9pPr>
            </a:lstStyle>
            <a:p>
              <a:pPr algn="ctr">
                <a:defRPr sz="1385" b="0">
                  <a:solidFill>
                    <a:srgbClr val="000000"/>
                  </a:solidFill>
                  <a:latin typeface="Arial"/>
                  <a:ea typeface="Arial"/>
                  <a:cs typeface="Arial"/>
                </a:defRPr>
              </a:pPr>
              <a:r>
                <a:rPr sz="1385" b="0">
                  <a:solidFill>
                    <a:srgbClr val="000000"/>
                  </a:solidFill>
                  <a:latin typeface="Arial"/>
                  <a:ea typeface="Arial"/>
                  <a:cs typeface="Arial"/>
                </a:rPr>
                <a:t>38</a:t>
              </a:r>
            </a:p>
          </p:txBody>
        </p:sp>
        <p:sp>
          <p:nvSpPr>
            <p:cNvPr id="203" name="Scientific line">
              <a:extLst>
                <a:ext uri="{FF2B5EF4-FFF2-40B4-BE49-F238E27FC236}">
                  <ns2:creationId id="{CDF41C0B-0FEC-46BD-A984-A7431010A5B7}"/>
                </a:ext>
              </a:extLst>
            </p:cNvPr>
            <p:cNvSpPr>
              <a:spLocks noGrp="1"/>
            </p:cNvSpPr>
            <p:nvPr/>
          </p:nvSpPr>
          <p:spPr>
            <a:xfrm>
              <a:off x="7240361" y="5362575"/>
              <a:ext cx="95" cy="47625"/>
            </a:xfrm>
            <a:custGeom>
              <a:pathLst>
                <a:path w="95" h="47625">
                  <a:moveTo>
                    <a:pt x="0" y="0"/>
                  </a:moveTo>
                  <a:lnTo>
                    <a:pt x="0" y="47625"/>
                  </a:lnTo>
                </a:path>
              </a:pathLst>
            </a:custGeom>
            <a:noFill/>
            <a:ln w="9769">
              <a:solidFill>
                <a:srgbClr val="000000"/>
              </a:solidFill>
              <a:prstDash val="solid"/>
            </a:ln>
          </p:spPr>
        </p:sp>
        <p:sp>
          <p:nvSpPr>
            <p:cNvPr id="204" name="51">
              <a:extLst>
                <a:ext uri="{FF2B5EF4-FFF2-40B4-BE49-F238E27FC236}">
                  <ns2:creationId id="{7B3C2B9B-EDE1-484F-A354-FBCD8EEA6F85}"/>
                </a:ext>
              </a:extLst>
            </p:cNvPr>
            <p:cNvSpPr>
              <a:spLocks noGrp="1"/>
            </p:cNvSpPr>
            <p:nvPr/>
          </p:nvSpPr>
          <p:spPr>
            <a:xfrm>
              <a:off x="7030811" y="5419725"/>
              <a:ext cx="419100" cy="228600"/>
            </a:xfrm>
            <a:prstGeom prst="rect">
              <a:avLst/>
            </a:prstGeom>
            <a:noFill/>
            <a:ln w="0">
              <a:noFill/>
            </a:ln>
          </p:spPr>
          <p:txBody>
            <a:bodyPr wrap="none" lIns="0" tIns="0" rIns="0" bIns="0" anchor="ctr">
              <a:noAutofit/>
            </a:bodyPr>
            <a:lstStyle>
              <a:defPPr algn="ctr">
                <a:defRPr sz="1385" b="0">
                  <a:solidFill>
                    <a:srgbClr val="000000"/>
                  </a:solidFill>
                  <a:latin typeface="Arial"/>
                  <a:ea typeface="Arial"/>
                  <a:cs typeface="Arial"/>
                </a:defRPr>
              </a:defPPr>
              <a:lvl1pPr algn="ctr">
                <a:defRPr sz="1385" b="0">
                  <a:solidFill>
                    <a:srgbClr val="000000"/>
                  </a:solidFill>
                  <a:latin typeface="Arial"/>
                  <a:ea typeface="Arial"/>
                  <a:cs typeface="Arial"/>
                </a:defRPr>
              </a:lvl1pPr>
              <a:lvl2pPr algn="ctr">
                <a:defRPr sz="1385" b="0">
                  <a:solidFill>
                    <a:srgbClr val="000000"/>
                  </a:solidFill>
                  <a:latin typeface="Arial"/>
                  <a:ea typeface="Arial"/>
                  <a:cs typeface="Arial"/>
                </a:defRPr>
              </a:lvl2pPr>
              <a:lvl3pPr algn="ctr">
                <a:defRPr sz="1385" b="0">
                  <a:solidFill>
                    <a:srgbClr val="000000"/>
                  </a:solidFill>
                  <a:latin typeface="Arial"/>
                  <a:ea typeface="Arial"/>
                  <a:cs typeface="Arial"/>
                </a:defRPr>
              </a:lvl3pPr>
              <a:lvl4pPr algn="ctr">
                <a:defRPr sz="1385" b="0">
                  <a:solidFill>
                    <a:srgbClr val="000000"/>
                  </a:solidFill>
                  <a:latin typeface="Arial"/>
                  <a:ea typeface="Arial"/>
                  <a:cs typeface="Arial"/>
                </a:defRPr>
              </a:lvl4pPr>
              <a:lvl5pPr algn="ctr">
                <a:defRPr sz="1385" b="0">
                  <a:solidFill>
                    <a:srgbClr val="000000"/>
                  </a:solidFill>
                  <a:latin typeface="Arial"/>
                  <a:ea typeface="Arial"/>
                  <a:cs typeface="Arial"/>
                </a:defRPr>
              </a:lvl5pPr>
              <a:lvl6pPr algn="ctr">
                <a:defRPr sz="1385" b="0">
                  <a:solidFill>
                    <a:srgbClr val="000000"/>
                  </a:solidFill>
                  <a:latin typeface="Arial"/>
                  <a:ea typeface="Arial"/>
                  <a:cs typeface="Arial"/>
                </a:defRPr>
              </a:lvl6pPr>
              <a:lvl7pPr algn="ctr">
                <a:defRPr sz="1385" b="0">
                  <a:solidFill>
                    <a:srgbClr val="000000"/>
                  </a:solidFill>
                  <a:latin typeface="Arial"/>
                  <a:ea typeface="Arial"/>
                  <a:cs typeface="Arial"/>
                </a:defRPr>
              </a:lvl7pPr>
              <a:lvl8pPr algn="ctr">
                <a:defRPr sz="1385" b="0">
                  <a:solidFill>
                    <a:srgbClr val="000000"/>
                  </a:solidFill>
                  <a:latin typeface="Arial"/>
                  <a:ea typeface="Arial"/>
                  <a:cs typeface="Arial"/>
                </a:defRPr>
              </a:lvl8pPr>
              <a:lvl9pPr algn="ctr">
                <a:defRPr sz="1385" b="0">
                  <a:solidFill>
                    <a:srgbClr val="000000"/>
                  </a:solidFill>
                  <a:latin typeface="Arial"/>
                  <a:ea typeface="Arial"/>
                  <a:cs typeface="Arial"/>
                </a:defRPr>
              </a:lvl9pPr>
            </a:lstStyle>
            <a:p>
              <a:pPr algn="ctr">
                <a:defRPr sz="1385" b="0">
                  <a:solidFill>
                    <a:srgbClr val="000000"/>
                  </a:solidFill>
                  <a:latin typeface="Arial"/>
                  <a:ea typeface="Arial"/>
                  <a:cs typeface="Arial"/>
                </a:defRPr>
              </a:pPr>
              <a:r>
                <a:rPr sz="1385" b="0">
                  <a:solidFill>
                    <a:srgbClr val="000000"/>
                  </a:solidFill>
                  <a:latin typeface="Arial"/>
                  <a:ea typeface="Arial"/>
                  <a:cs typeface="Arial"/>
                </a:rPr>
                <a:t>51</a:t>
              </a:r>
            </a:p>
          </p:txBody>
        </p:sp>
        <p:sp>
          <p:nvSpPr>
            <p:cNvPr id="205" name="Scientific line">
              <a:extLst>
                <a:ext uri="{FF2B5EF4-FFF2-40B4-BE49-F238E27FC236}">
                  <ns2:creationId id="{D4130770-0111-4394-99CC-E3EC42E8D6D5}"/>
                </a:ext>
              </a:extLst>
            </p:cNvPr>
            <p:cNvSpPr>
              <a:spLocks noGrp="1"/>
            </p:cNvSpPr>
            <p:nvPr/>
          </p:nvSpPr>
          <p:spPr>
            <a:xfrm>
              <a:off x="7839075" y="5362575"/>
              <a:ext cx="95" cy="47625"/>
            </a:xfrm>
            <a:custGeom>
              <a:pathLst>
                <a:path w="95" h="47625">
                  <a:moveTo>
                    <a:pt x="0" y="0"/>
                  </a:moveTo>
                  <a:lnTo>
                    <a:pt x="0" y="47625"/>
                  </a:lnTo>
                </a:path>
              </a:pathLst>
            </a:custGeom>
            <a:noFill/>
            <a:ln w="9769">
              <a:solidFill>
                <a:srgbClr val="000000"/>
              </a:solidFill>
              <a:prstDash val="solid"/>
            </a:ln>
          </p:spPr>
        </p:sp>
        <p:sp>
          <p:nvSpPr>
            <p:cNvPr id="206" name="63">
              <a:extLst>
                <a:ext uri="{FF2B5EF4-FFF2-40B4-BE49-F238E27FC236}">
                  <ns2:creationId id="{4F003B66-8E44-4688-B2D5-FBADBCF4E91C}"/>
                </a:ext>
              </a:extLst>
            </p:cNvPr>
            <p:cNvSpPr>
              <a:spLocks noGrp="1"/>
            </p:cNvSpPr>
            <p:nvPr/>
          </p:nvSpPr>
          <p:spPr>
            <a:xfrm>
              <a:off x="7629525" y="5419725"/>
              <a:ext cx="419100" cy="228600"/>
            </a:xfrm>
            <a:prstGeom prst="rect">
              <a:avLst/>
            </a:prstGeom>
            <a:noFill/>
            <a:ln w="0">
              <a:noFill/>
            </a:ln>
          </p:spPr>
          <p:txBody>
            <a:bodyPr wrap="none" lIns="0" tIns="0" rIns="0" bIns="0" anchor="ctr">
              <a:noAutofit/>
            </a:bodyPr>
            <a:lstStyle>
              <a:defPPr algn="ctr">
                <a:defRPr sz="1385" b="0">
                  <a:solidFill>
                    <a:srgbClr val="000000"/>
                  </a:solidFill>
                  <a:latin typeface="Arial"/>
                  <a:ea typeface="Arial"/>
                  <a:cs typeface="Arial"/>
                </a:defRPr>
              </a:defPPr>
              <a:lvl1pPr algn="ctr">
                <a:defRPr sz="1385" b="0">
                  <a:solidFill>
                    <a:srgbClr val="000000"/>
                  </a:solidFill>
                  <a:latin typeface="Arial"/>
                  <a:ea typeface="Arial"/>
                  <a:cs typeface="Arial"/>
                </a:defRPr>
              </a:lvl1pPr>
              <a:lvl2pPr algn="ctr">
                <a:defRPr sz="1385" b="0">
                  <a:solidFill>
                    <a:srgbClr val="000000"/>
                  </a:solidFill>
                  <a:latin typeface="Arial"/>
                  <a:ea typeface="Arial"/>
                  <a:cs typeface="Arial"/>
                </a:defRPr>
              </a:lvl2pPr>
              <a:lvl3pPr algn="ctr">
                <a:defRPr sz="1385" b="0">
                  <a:solidFill>
                    <a:srgbClr val="000000"/>
                  </a:solidFill>
                  <a:latin typeface="Arial"/>
                  <a:ea typeface="Arial"/>
                  <a:cs typeface="Arial"/>
                </a:defRPr>
              </a:lvl3pPr>
              <a:lvl4pPr algn="ctr">
                <a:defRPr sz="1385" b="0">
                  <a:solidFill>
                    <a:srgbClr val="000000"/>
                  </a:solidFill>
                  <a:latin typeface="Arial"/>
                  <a:ea typeface="Arial"/>
                  <a:cs typeface="Arial"/>
                </a:defRPr>
              </a:lvl4pPr>
              <a:lvl5pPr algn="ctr">
                <a:defRPr sz="1385" b="0">
                  <a:solidFill>
                    <a:srgbClr val="000000"/>
                  </a:solidFill>
                  <a:latin typeface="Arial"/>
                  <a:ea typeface="Arial"/>
                  <a:cs typeface="Arial"/>
                </a:defRPr>
              </a:lvl5pPr>
              <a:lvl6pPr algn="ctr">
                <a:defRPr sz="1385" b="0">
                  <a:solidFill>
                    <a:srgbClr val="000000"/>
                  </a:solidFill>
                  <a:latin typeface="Arial"/>
                  <a:ea typeface="Arial"/>
                  <a:cs typeface="Arial"/>
                </a:defRPr>
              </a:lvl6pPr>
              <a:lvl7pPr algn="ctr">
                <a:defRPr sz="1385" b="0">
                  <a:solidFill>
                    <a:srgbClr val="000000"/>
                  </a:solidFill>
                  <a:latin typeface="Arial"/>
                  <a:ea typeface="Arial"/>
                  <a:cs typeface="Arial"/>
                </a:defRPr>
              </a:lvl7pPr>
              <a:lvl8pPr algn="ctr">
                <a:defRPr sz="1385" b="0">
                  <a:solidFill>
                    <a:srgbClr val="000000"/>
                  </a:solidFill>
                  <a:latin typeface="Arial"/>
                  <a:ea typeface="Arial"/>
                  <a:cs typeface="Arial"/>
                </a:defRPr>
              </a:lvl8pPr>
              <a:lvl9pPr algn="ctr">
                <a:defRPr sz="1385" b="0">
                  <a:solidFill>
                    <a:srgbClr val="000000"/>
                  </a:solidFill>
                  <a:latin typeface="Arial"/>
                  <a:ea typeface="Arial"/>
                  <a:cs typeface="Arial"/>
                </a:defRPr>
              </a:lvl9pPr>
            </a:lstStyle>
            <a:p>
              <a:pPr algn="ctr">
                <a:defRPr sz="1385" b="0">
                  <a:solidFill>
                    <a:srgbClr val="000000"/>
                  </a:solidFill>
                  <a:latin typeface="Arial"/>
                  <a:ea typeface="Arial"/>
                  <a:cs typeface="Arial"/>
                </a:defRPr>
              </a:pPr>
              <a:r>
                <a:rPr sz="1385" b="0">
                  <a:solidFill>
                    <a:srgbClr val="000000"/>
                  </a:solidFill>
                  <a:latin typeface="Arial"/>
                  <a:ea typeface="Arial"/>
                  <a:cs typeface="Arial"/>
                </a:rPr>
                <a:t>63</a:t>
              </a:r>
            </a:p>
          </p:txBody>
        </p:sp>
        <p:sp>
          <p:nvSpPr>
            <p:cNvPr id="207" name="Scientific line">
              <a:extLst>
                <a:ext uri="{FF2B5EF4-FFF2-40B4-BE49-F238E27FC236}">
                  <ns2:creationId id="{6A67CEB4-22BC-41EF-A35C-171BBA795E1D}"/>
                </a:ext>
              </a:extLst>
            </p:cNvPr>
            <p:cNvSpPr>
              <a:spLocks noGrp="1"/>
            </p:cNvSpPr>
            <p:nvPr/>
          </p:nvSpPr>
          <p:spPr>
            <a:xfrm>
              <a:off x="4648200" y="5362575"/>
              <a:ext cx="47625" cy="95"/>
            </a:xfrm>
            <a:custGeom>
              <a:pathLst>
                <a:path w="47625" h="95">
                  <a:moveTo>
                    <a:pt x="0" y="0"/>
                  </a:moveTo>
                  <a:lnTo>
                    <a:pt x="47625" y="0"/>
                  </a:lnTo>
                </a:path>
              </a:pathLst>
            </a:custGeom>
            <a:noFill/>
            <a:ln w="9769">
              <a:solidFill>
                <a:srgbClr val="000000"/>
              </a:solidFill>
              <a:prstDash val="solid"/>
            </a:ln>
          </p:spPr>
        </p:sp>
        <p:sp>
          <p:nvSpPr>
            <p:cNvPr id="208" name="0.0">
              <a:extLst>
                <a:ext uri="{FF2B5EF4-FFF2-40B4-BE49-F238E27FC236}">
                  <ns2:creationId id="{F60D66B2-D809-4689-A15E-903255DFB445}"/>
                </a:ext>
              </a:extLst>
            </p:cNvPr>
            <p:cNvSpPr>
              <a:spLocks noGrp="1"/>
            </p:cNvSpPr>
            <p:nvPr/>
          </p:nvSpPr>
          <p:spPr>
            <a:xfrm>
              <a:off x="4124325" y="5248275"/>
              <a:ext cx="476250" cy="228600"/>
            </a:xfrm>
            <a:prstGeom prst="rect">
              <a:avLst/>
            </a:prstGeom>
            <a:noFill/>
            <a:ln w="0">
              <a:noFill/>
            </a:ln>
          </p:spPr>
          <p:txBody>
            <a:bodyPr wrap="none" lIns="0" tIns="0" rIns="0" bIns="0" anchor="ctr">
              <a:noAutofit/>
            </a:bodyPr>
            <a:lstStyle>
              <a:defPPr algn="r">
                <a:defRPr sz="1385" b="0">
                  <a:solidFill>
                    <a:srgbClr val="000000"/>
                  </a:solidFill>
                  <a:latin typeface="Arial"/>
                  <a:ea typeface="Arial"/>
                  <a:cs typeface="Arial"/>
                </a:defRPr>
              </a:defPPr>
              <a:lvl1pPr algn="r">
                <a:defRPr sz="1385" b="0">
                  <a:solidFill>
                    <a:srgbClr val="000000"/>
                  </a:solidFill>
                  <a:latin typeface="Arial"/>
                  <a:ea typeface="Arial"/>
                  <a:cs typeface="Arial"/>
                </a:defRPr>
              </a:lvl1pPr>
              <a:lvl2pPr algn="r">
                <a:defRPr sz="1385" b="0">
                  <a:solidFill>
                    <a:srgbClr val="000000"/>
                  </a:solidFill>
                  <a:latin typeface="Arial"/>
                  <a:ea typeface="Arial"/>
                  <a:cs typeface="Arial"/>
                </a:defRPr>
              </a:lvl2pPr>
              <a:lvl3pPr algn="r">
                <a:defRPr sz="1385" b="0">
                  <a:solidFill>
                    <a:srgbClr val="000000"/>
                  </a:solidFill>
                  <a:latin typeface="Arial"/>
                  <a:ea typeface="Arial"/>
                  <a:cs typeface="Arial"/>
                </a:defRPr>
              </a:lvl3pPr>
              <a:lvl4pPr algn="r">
                <a:defRPr sz="1385" b="0">
                  <a:solidFill>
                    <a:srgbClr val="000000"/>
                  </a:solidFill>
                  <a:latin typeface="Arial"/>
                  <a:ea typeface="Arial"/>
                  <a:cs typeface="Arial"/>
                </a:defRPr>
              </a:lvl4pPr>
              <a:lvl5pPr algn="r">
                <a:defRPr sz="1385" b="0">
                  <a:solidFill>
                    <a:srgbClr val="000000"/>
                  </a:solidFill>
                  <a:latin typeface="Arial"/>
                  <a:ea typeface="Arial"/>
                  <a:cs typeface="Arial"/>
                </a:defRPr>
              </a:lvl5pPr>
              <a:lvl6pPr algn="r">
                <a:defRPr sz="1385" b="0">
                  <a:solidFill>
                    <a:srgbClr val="000000"/>
                  </a:solidFill>
                  <a:latin typeface="Arial"/>
                  <a:ea typeface="Arial"/>
                  <a:cs typeface="Arial"/>
                </a:defRPr>
              </a:lvl6pPr>
              <a:lvl7pPr algn="r">
                <a:defRPr sz="1385" b="0">
                  <a:solidFill>
                    <a:srgbClr val="000000"/>
                  </a:solidFill>
                  <a:latin typeface="Arial"/>
                  <a:ea typeface="Arial"/>
                  <a:cs typeface="Arial"/>
                </a:defRPr>
              </a:lvl7pPr>
              <a:lvl8pPr algn="r">
                <a:defRPr sz="1385" b="0">
                  <a:solidFill>
                    <a:srgbClr val="000000"/>
                  </a:solidFill>
                  <a:latin typeface="Arial"/>
                  <a:ea typeface="Arial"/>
                  <a:cs typeface="Arial"/>
                </a:defRPr>
              </a:lvl8pPr>
              <a:lvl9pPr algn="r">
                <a:defRPr sz="1385" b="0">
                  <a:solidFill>
                    <a:srgbClr val="000000"/>
                  </a:solidFill>
                  <a:latin typeface="Arial"/>
                  <a:ea typeface="Arial"/>
                  <a:cs typeface="Arial"/>
                </a:defRPr>
              </a:lvl9pPr>
            </a:lstStyle>
            <a:p>
              <a:pPr algn="r">
                <a:defRPr sz="1385" b="0">
                  <a:solidFill>
                    <a:srgbClr val="000000"/>
                  </a:solidFill>
                  <a:latin typeface="Arial"/>
                  <a:ea typeface="Arial"/>
                  <a:cs typeface="Arial"/>
                </a:defRPr>
              </a:pPr>
              <a:r>
                <a:rPr sz="1385" b="0">
                  <a:solidFill>
                    <a:srgbClr val="000000"/>
                  </a:solidFill>
                  <a:latin typeface="Arial"/>
                  <a:ea typeface="Arial"/>
                  <a:cs typeface="Arial"/>
                </a:rPr>
                <a:t>0.0</a:t>
              </a:r>
            </a:p>
          </p:txBody>
        </p:sp>
        <p:sp>
          <p:nvSpPr>
            <p:cNvPr id="209" name="Scientific line">
              <a:extLst>
                <a:ext uri="{FF2B5EF4-FFF2-40B4-BE49-F238E27FC236}">
                  <ns2:creationId id="{473A8B5B-0881-43E6-AE14-2B8A9167C88E}"/>
                </a:ext>
              </a:extLst>
            </p:cNvPr>
            <p:cNvSpPr>
              <a:spLocks noGrp="1"/>
            </p:cNvSpPr>
            <p:nvPr/>
          </p:nvSpPr>
          <p:spPr>
            <a:xfrm>
              <a:off x="4648200" y="4457700"/>
              <a:ext cx="47625" cy="95"/>
            </a:xfrm>
            <a:custGeom>
              <a:pathLst>
                <a:path w="47625" h="95">
                  <a:moveTo>
                    <a:pt x="0" y="0"/>
                  </a:moveTo>
                  <a:lnTo>
                    <a:pt x="47625" y="0"/>
                  </a:lnTo>
                </a:path>
              </a:pathLst>
            </a:custGeom>
            <a:noFill/>
            <a:ln w="9769">
              <a:solidFill>
                <a:srgbClr val="000000"/>
              </a:solidFill>
              <a:prstDash val="solid"/>
            </a:ln>
          </p:spPr>
        </p:sp>
        <p:sp>
          <p:nvSpPr>
            <p:cNvPr id="210" name="0.5">
              <a:extLst>
                <a:ext uri="{FF2B5EF4-FFF2-40B4-BE49-F238E27FC236}">
                  <ns2:creationId id="{DADF3633-3879-4722-B107-21B888330D6B}"/>
                </a:ext>
              </a:extLst>
            </p:cNvPr>
            <p:cNvSpPr>
              <a:spLocks noGrp="1"/>
            </p:cNvSpPr>
            <p:nvPr/>
          </p:nvSpPr>
          <p:spPr>
            <a:xfrm>
              <a:off x="4124325" y="4343400"/>
              <a:ext cx="476250" cy="228600"/>
            </a:xfrm>
            <a:prstGeom prst="rect">
              <a:avLst/>
            </a:prstGeom>
            <a:noFill/>
            <a:ln w="0">
              <a:noFill/>
            </a:ln>
          </p:spPr>
          <p:txBody>
            <a:bodyPr wrap="none" lIns="0" tIns="0" rIns="0" bIns="0" anchor="ctr">
              <a:noAutofit/>
            </a:bodyPr>
            <a:lstStyle>
              <a:defPPr algn="r">
                <a:defRPr sz="1385" b="0">
                  <a:solidFill>
                    <a:srgbClr val="000000"/>
                  </a:solidFill>
                  <a:latin typeface="Arial"/>
                  <a:ea typeface="Arial"/>
                  <a:cs typeface="Arial"/>
                </a:defRPr>
              </a:defPPr>
              <a:lvl1pPr algn="r">
                <a:defRPr sz="1385" b="0">
                  <a:solidFill>
                    <a:srgbClr val="000000"/>
                  </a:solidFill>
                  <a:latin typeface="Arial"/>
                  <a:ea typeface="Arial"/>
                  <a:cs typeface="Arial"/>
                </a:defRPr>
              </a:lvl1pPr>
              <a:lvl2pPr algn="r">
                <a:defRPr sz="1385" b="0">
                  <a:solidFill>
                    <a:srgbClr val="000000"/>
                  </a:solidFill>
                  <a:latin typeface="Arial"/>
                  <a:ea typeface="Arial"/>
                  <a:cs typeface="Arial"/>
                </a:defRPr>
              </a:lvl2pPr>
              <a:lvl3pPr algn="r">
                <a:defRPr sz="1385" b="0">
                  <a:solidFill>
                    <a:srgbClr val="000000"/>
                  </a:solidFill>
                  <a:latin typeface="Arial"/>
                  <a:ea typeface="Arial"/>
                  <a:cs typeface="Arial"/>
                </a:defRPr>
              </a:lvl3pPr>
              <a:lvl4pPr algn="r">
                <a:defRPr sz="1385" b="0">
                  <a:solidFill>
                    <a:srgbClr val="000000"/>
                  </a:solidFill>
                  <a:latin typeface="Arial"/>
                  <a:ea typeface="Arial"/>
                  <a:cs typeface="Arial"/>
                </a:defRPr>
              </a:lvl4pPr>
              <a:lvl5pPr algn="r">
                <a:defRPr sz="1385" b="0">
                  <a:solidFill>
                    <a:srgbClr val="000000"/>
                  </a:solidFill>
                  <a:latin typeface="Arial"/>
                  <a:ea typeface="Arial"/>
                  <a:cs typeface="Arial"/>
                </a:defRPr>
              </a:lvl5pPr>
              <a:lvl6pPr algn="r">
                <a:defRPr sz="1385" b="0">
                  <a:solidFill>
                    <a:srgbClr val="000000"/>
                  </a:solidFill>
                  <a:latin typeface="Arial"/>
                  <a:ea typeface="Arial"/>
                  <a:cs typeface="Arial"/>
                </a:defRPr>
              </a:lvl6pPr>
              <a:lvl7pPr algn="r">
                <a:defRPr sz="1385" b="0">
                  <a:solidFill>
                    <a:srgbClr val="000000"/>
                  </a:solidFill>
                  <a:latin typeface="Arial"/>
                  <a:ea typeface="Arial"/>
                  <a:cs typeface="Arial"/>
                </a:defRPr>
              </a:lvl7pPr>
              <a:lvl8pPr algn="r">
                <a:defRPr sz="1385" b="0">
                  <a:solidFill>
                    <a:srgbClr val="000000"/>
                  </a:solidFill>
                  <a:latin typeface="Arial"/>
                  <a:ea typeface="Arial"/>
                  <a:cs typeface="Arial"/>
                </a:defRPr>
              </a:lvl8pPr>
              <a:lvl9pPr algn="r">
                <a:defRPr sz="1385" b="0">
                  <a:solidFill>
                    <a:srgbClr val="000000"/>
                  </a:solidFill>
                  <a:latin typeface="Arial"/>
                  <a:ea typeface="Arial"/>
                  <a:cs typeface="Arial"/>
                </a:defRPr>
              </a:lvl9pPr>
            </a:lstStyle>
            <a:p>
              <a:pPr algn="r">
                <a:defRPr sz="1385" b="0">
                  <a:solidFill>
                    <a:srgbClr val="000000"/>
                  </a:solidFill>
                  <a:latin typeface="Arial"/>
                  <a:ea typeface="Arial"/>
                  <a:cs typeface="Arial"/>
                </a:defRPr>
              </a:pPr>
              <a:r>
                <a:rPr sz="1385" b="0">
                  <a:solidFill>
                    <a:srgbClr val="000000"/>
                  </a:solidFill>
                  <a:latin typeface="Arial"/>
                  <a:ea typeface="Arial"/>
                  <a:cs typeface="Arial"/>
                </a:rPr>
                <a:t>0.5</a:t>
              </a:r>
            </a:p>
          </p:txBody>
        </p:sp>
        <p:sp>
          <p:nvSpPr>
            <p:cNvPr id="211" name="Scientific line">
              <a:extLst>
                <a:ext uri="{FF2B5EF4-FFF2-40B4-BE49-F238E27FC236}">
                  <ns2:creationId id="{AA13E681-BB68-43D4-B926-989A84EFC67E}"/>
                </a:ext>
              </a:extLst>
            </p:cNvPr>
            <p:cNvSpPr>
              <a:spLocks noGrp="1"/>
            </p:cNvSpPr>
            <p:nvPr/>
          </p:nvSpPr>
          <p:spPr>
            <a:xfrm>
              <a:off x="4648200" y="3552825"/>
              <a:ext cx="47625" cy="95"/>
            </a:xfrm>
            <a:custGeom>
              <a:pathLst>
                <a:path w="47625" h="95">
                  <a:moveTo>
                    <a:pt x="0" y="0"/>
                  </a:moveTo>
                  <a:lnTo>
                    <a:pt x="47625" y="0"/>
                  </a:lnTo>
                </a:path>
              </a:pathLst>
            </a:custGeom>
            <a:noFill/>
            <a:ln w="9769">
              <a:solidFill>
                <a:srgbClr val="000000"/>
              </a:solidFill>
              <a:prstDash val="solid"/>
            </a:ln>
          </p:spPr>
        </p:sp>
        <p:sp>
          <p:nvSpPr>
            <p:cNvPr id="212" name="1.0">
              <a:extLst>
                <a:ext uri="{FF2B5EF4-FFF2-40B4-BE49-F238E27FC236}">
                  <ns2:creationId id="{BBC53668-96E3-4416-83BF-DF1EC800EAF5}"/>
                </a:ext>
              </a:extLst>
            </p:cNvPr>
            <p:cNvSpPr>
              <a:spLocks noGrp="1"/>
            </p:cNvSpPr>
            <p:nvPr/>
          </p:nvSpPr>
          <p:spPr>
            <a:xfrm>
              <a:off x="4124325" y="3438525"/>
              <a:ext cx="476250" cy="228600"/>
            </a:xfrm>
            <a:prstGeom prst="rect">
              <a:avLst/>
            </a:prstGeom>
            <a:noFill/>
            <a:ln w="0">
              <a:noFill/>
            </a:ln>
          </p:spPr>
          <p:txBody>
            <a:bodyPr wrap="none" lIns="0" tIns="0" rIns="0" bIns="0" anchor="ctr">
              <a:noAutofit/>
            </a:bodyPr>
            <a:lstStyle>
              <a:defPPr algn="r">
                <a:defRPr sz="1385" b="0">
                  <a:solidFill>
                    <a:srgbClr val="000000"/>
                  </a:solidFill>
                  <a:latin typeface="Arial"/>
                  <a:ea typeface="Arial"/>
                  <a:cs typeface="Arial"/>
                </a:defRPr>
              </a:defPPr>
              <a:lvl1pPr algn="r">
                <a:defRPr sz="1385" b="0">
                  <a:solidFill>
                    <a:srgbClr val="000000"/>
                  </a:solidFill>
                  <a:latin typeface="Arial"/>
                  <a:ea typeface="Arial"/>
                  <a:cs typeface="Arial"/>
                </a:defRPr>
              </a:lvl1pPr>
              <a:lvl2pPr algn="r">
                <a:defRPr sz="1385" b="0">
                  <a:solidFill>
                    <a:srgbClr val="000000"/>
                  </a:solidFill>
                  <a:latin typeface="Arial"/>
                  <a:ea typeface="Arial"/>
                  <a:cs typeface="Arial"/>
                </a:defRPr>
              </a:lvl2pPr>
              <a:lvl3pPr algn="r">
                <a:defRPr sz="1385" b="0">
                  <a:solidFill>
                    <a:srgbClr val="000000"/>
                  </a:solidFill>
                  <a:latin typeface="Arial"/>
                  <a:ea typeface="Arial"/>
                  <a:cs typeface="Arial"/>
                </a:defRPr>
              </a:lvl3pPr>
              <a:lvl4pPr algn="r">
                <a:defRPr sz="1385" b="0">
                  <a:solidFill>
                    <a:srgbClr val="000000"/>
                  </a:solidFill>
                  <a:latin typeface="Arial"/>
                  <a:ea typeface="Arial"/>
                  <a:cs typeface="Arial"/>
                </a:defRPr>
              </a:lvl4pPr>
              <a:lvl5pPr algn="r">
                <a:defRPr sz="1385" b="0">
                  <a:solidFill>
                    <a:srgbClr val="000000"/>
                  </a:solidFill>
                  <a:latin typeface="Arial"/>
                  <a:ea typeface="Arial"/>
                  <a:cs typeface="Arial"/>
                </a:defRPr>
              </a:lvl5pPr>
              <a:lvl6pPr algn="r">
                <a:defRPr sz="1385" b="0">
                  <a:solidFill>
                    <a:srgbClr val="000000"/>
                  </a:solidFill>
                  <a:latin typeface="Arial"/>
                  <a:ea typeface="Arial"/>
                  <a:cs typeface="Arial"/>
                </a:defRPr>
              </a:lvl6pPr>
              <a:lvl7pPr algn="r">
                <a:defRPr sz="1385" b="0">
                  <a:solidFill>
                    <a:srgbClr val="000000"/>
                  </a:solidFill>
                  <a:latin typeface="Arial"/>
                  <a:ea typeface="Arial"/>
                  <a:cs typeface="Arial"/>
                </a:defRPr>
              </a:lvl7pPr>
              <a:lvl8pPr algn="r">
                <a:defRPr sz="1385" b="0">
                  <a:solidFill>
                    <a:srgbClr val="000000"/>
                  </a:solidFill>
                  <a:latin typeface="Arial"/>
                  <a:ea typeface="Arial"/>
                  <a:cs typeface="Arial"/>
                </a:defRPr>
              </a:lvl8pPr>
              <a:lvl9pPr algn="r">
                <a:defRPr sz="1385" b="0">
                  <a:solidFill>
                    <a:srgbClr val="000000"/>
                  </a:solidFill>
                  <a:latin typeface="Arial"/>
                  <a:ea typeface="Arial"/>
                  <a:cs typeface="Arial"/>
                </a:defRPr>
              </a:lvl9pPr>
            </a:lstStyle>
            <a:p>
              <a:pPr algn="r">
                <a:defRPr sz="1385" b="0">
                  <a:solidFill>
                    <a:srgbClr val="000000"/>
                  </a:solidFill>
                  <a:latin typeface="Arial"/>
                  <a:ea typeface="Arial"/>
                  <a:cs typeface="Arial"/>
                </a:defRPr>
              </a:pPr>
              <a:r>
                <a:rPr sz="1385" b="0">
                  <a:solidFill>
                    <a:srgbClr val="000000"/>
                  </a:solidFill>
                  <a:latin typeface="Arial"/>
                  <a:ea typeface="Arial"/>
                  <a:cs typeface="Arial"/>
                </a:rPr>
                <a:t>1.0</a:t>
              </a:r>
            </a:p>
          </p:txBody>
        </p:sp>
        <p:sp>
          <p:nvSpPr>
            <p:cNvPr id="213" name="Time">
              <a:extLst>
                <a:ext uri="{FF2B5EF4-FFF2-40B4-BE49-F238E27FC236}">
                  <ns2:creationId id="{C8A610E6-7042-4639-92E7-C8D213C7F8F4}"/>
                </a:ext>
              </a:extLst>
            </p:cNvPr>
            <p:cNvSpPr>
              <a:spLocks noGrp="1"/>
            </p:cNvSpPr>
            <p:nvPr/>
          </p:nvSpPr>
          <p:spPr>
            <a:xfrm>
              <a:off x="4695825" y="5667375"/>
              <a:ext cx="3143250" cy="247650"/>
            </a:xfrm>
            <a:prstGeom prst="rect">
              <a:avLst/>
            </a:prstGeom>
            <a:noFill/>
            <a:ln w="0">
              <a:noFill/>
            </a:ln>
          </p:spPr>
          <p:txBody>
            <a:bodyPr wrap="none" lIns="0" tIns="0" rIns="0" bIns="0" anchor="ctr">
              <a:noAutofit/>
            </a:bodyPr>
            <a:lstStyle>
              <a:defPPr algn="ctr">
                <a:defRPr sz="1538" b="0">
                  <a:solidFill>
                    <a:srgbClr val="000000"/>
                  </a:solidFill>
                  <a:latin typeface="Arial"/>
                  <a:ea typeface="Arial"/>
                  <a:cs typeface="Arial"/>
                </a:defRPr>
              </a:defPPr>
              <a:lvl1pPr algn="ctr">
                <a:defRPr sz="1538" b="0">
                  <a:solidFill>
                    <a:srgbClr val="000000"/>
                  </a:solidFill>
                  <a:latin typeface="Arial"/>
                  <a:ea typeface="Arial"/>
                  <a:cs typeface="Arial"/>
                </a:defRPr>
              </a:lvl1pPr>
              <a:lvl2pPr algn="ctr">
                <a:defRPr sz="1538" b="0">
                  <a:solidFill>
                    <a:srgbClr val="000000"/>
                  </a:solidFill>
                  <a:latin typeface="Arial"/>
                  <a:ea typeface="Arial"/>
                  <a:cs typeface="Arial"/>
                </a:defRPr>
              </a:lvl2pPr>
              <a:lvl3pPr algn="ctr">
                <a:defRPr sz="1538" b="0">
                  <a:solidFill>
                    <a:srgbClr val="000000"/>
                  </a:solidFill>
                  <a:latin typeface="Arial"/>
                  <a:ea typeface="Arial"/>
                  <a:cs typeface="Arial"/>
                </a:defRPr>
              </a:lvl3pPr>
              <a:lvl4pPr algn="ctr">
                <a:defRPr sz="1538" b="0">
                  <a:solidFill>
                    <a:srgbClr val="000000"/>
                  </a:solidFill>
                  <a:latin typeface="Arial"/>
                  <a:ea typeface="Arial"/>
                  <a:cs typeface="Arial"/>
                </a:defRPr>
              </a:lvl4pPr>
              <a:lvl5pPr algn="ctr">
                <a:defRPr sz="1538" b="0">
                  <a:solidFill>
                    <a:srgbClr val="000000"/>
                  </a:solidFill>
                  <a:latin typeface="Arial"/>
                  <a:ea typeface="Arial"/>
                  <a:cs typeface="Arial"/>
                </a:defRPr>
              </a:lvl5pPr>
              <a:lvl6pPr algn="ctr">
                <a:defRPr sz="1538" b="0">
                  <a:solidFill>
                    <a:srgbClr val="000000"/>
                  </a:solidFill>
                  <a:latin typeface="Arial"/>
                  <a:ea typeface="Arial"/>
                  <a:cs typeface="Arial"/>
                </a:defRPr>
              </a:lvl6pPr>
              <a:lvl7pPr algn="ctr">
                <a:defRPr sz="1538" b="0">
                  <a:solidFill>
                    <a:srgbClr val="000000"/>
                  </a:solidFill>
                  <a:latin typeface="Arial"/>
                  <a:ea typeface="Arial"/>
                  <a:cs typeface="Arial"/>
                </a:defRPr>
              </a:lvl7pPr>
              <a:lvl8pPr algn="ctr">
                <a:defRPr sz="1538" b="0">
                  <a:solidFill>
                    <a:srgbClr val="000000"/>
                  </a:solidFill>
                  <a:latin typeface="Arial"/>
                  <a:ea typeface="Arial"/>
                  <a:cs typeface="Arial"/>
                </a:defRPr>
              </a:lvl8pPr>
              <a:lvl9pPr algn="ctr">
                <a:defRPr sz="1538" b="0">
                  <a:solidFill>
                    <a:srgbClr val="000000"/>
                  </a:solidFill>
                  <a:latin typeface="Arial"/>
                  <a:ea typeface="Arial"/>
                  <a:cs typeface="Arial"/>
                </a:defRPr>
              </a:lvl9pPr>
            </a:lstStyle>
            <a:p>
              <a:pPr algn="ctr">
                <a:defRPr sz="1538" b="0">
                  <a:solidFill>
                    <a:srgbClr val="000000"/>
                  </a:solidFill>
                  <a:latin typeface="Arial"/>
                  <a:ea typeface="Arial"/>
                  <a:cs typeface="Arial"/>
                </a:defRPr>
              </a:pPr>
              <a:r>
                <a:rPr sz="1538" b="0">
                  <a:solidFill>
                    <a:srgbClr val="000000"/>
                  </a:solidFill>
                  <a:latin typeface="Arial"/>
                  <a:ea typeface="Arial"/>
                  <a:cs typeface="Arial"/>
                </a:rPr>
                <a:t>Time</a:t>
              </a:r>
            </a:p>
          </p:txBody>
        </p:sp>
        <p:sp>
          <p:nvSpPr>
            <p:cNvPr id="214" name="(d) RG-MTM-R">
              <a:extLst>
                <a:ext uri="{FF2B5EF4-FFF2-40B4-BE49-F238E27FC236}">
                  <ns2:creationId id="{60D8A493-C588-4861-8712-C7AF9AA7000B}"/>
                </a:ext>
              </a:extLst>
            </p:cNvPr>
            <p:cNvSpPr>
              <a:spLocks noGrp="1"/>
            </p:cNvSpPr>
            <p:nvPr/>
          </p:nvSpPr>
          <p:spPr>
            <a:xfrm>
              <a:off x="8782050" y="3067050"/>
              <a:ext cx="3143250" cy="276225"/>
            </a:xfrm>
            <a:prstGeom prst="rect">
              <a:avLst/>
            </a:prstGeom>
            <a:noFill/>
            <a:ln w="0">
              <a:noFill/>
            </a:ln>
          </p:spPr>
          <p:txBody>
            <a:bodyPr wrap="none" lIns="0" tIns="0" rIns="0" bIns="0" anchor="ctr">
              <a:noAutofit/>
            </a:bodyPr>
            <a:lstStyle>
              <a:defPPr algn="l">
                <a:defRPr sz="1769" b="1">
                  <a:solidFill>
                    <a:srgbClr val="000000"/>
                  </a:solidFill>
                  <a:latin typeface="Arial"/>
                  <a:ea typeface="Arial"/>
                  <a:cs typeface="Arial"/>
                </a:defRPr>
              </a:defPPr>
              <a:lvl1pPr algn="l">
                <a:defRPr sz="1769" b="1">
                  <a:solidFill>
                    <a:srgbClr val="000000"/>
                  </a:solidFill>
                  <a:latin typeface="Arial"/>
                  <a:ea typeface="Arial"/>
                  <a:cs typeface="Arial"/>
                </a:defRPr>
              </a:lvl1pPr>
              <a:lvl2pPr algn="l">
                <a:defRPr sz="1769" b="1">
                  <a:solidFill>
                    <a:srgbClr val="000000"/>
                  </a:solidFill>
                  <a:latin typeface="Arial"/>
                  <a:ea typeface="Arial"/>
                  <a:cs typeface="Arial"/>
                </a:defRPr>
              </a:lvl2pPr>
              <a:lvl3pPr algn="l">
                <a:defRPr sz="1769" b="1">
                  <a:solidFill>
                    <a:srgbClr val="000000"/>
                  </a:solidFill>
                  <a:latin typeface="Arial"/>
                  <a:ea typeface="Arial"/>
                  <a:cs typeface="Arial"/>
                </a:defRPr>
              </a:lvl3pPr>
              <a:lvl4pPr algn="l">
                <a:defRPr sz="1769" b="1">
                  <a:solidFill>
                    <a:srgbClr val="000000"/>
                  </a:solidFill>
                  <a:latin typeface="Arial"/>
                  <a:ea typeface="Arial"/>
                  <a:cs typeface="Arial"/>
                </a:defRPr>
              </a:lvl4pPr>
              <a:lvl5pPr algn="l">
                <a:defRPr sz="1769" b="1">
                  <a:solidFill>
                    <a:srgbClr val="000000"/>
                  </a:solidFill>
                  <a:latin typeface="Arial"/>
                  <a:ea typeface="Arial"/>
                  <a:cs typeface="Arial"/>
                </a:defRPr>
              </a:lvl5pPr>
              <a:lvl6pPr algn="l">
                <a:defRPr sz="1769" b="1">
                  <a:solidFill>
                    <a:srgbClr val="000000"/>
                  </a:solidFill>
                  <a:latin typeface="Arial"/>
                  <a:ea typeface="Arial"/>
                  <a:cs typeface="Arial"/>
                </a:defRPr>
              </a:lvl6pPr>
              <a:lvl7pPr algn="l">
                <a:defRPr sz="1769" b="1">
                  <a:solidFill>
                    <a:srgbClr val="000000"/>
                  </a:solidFill>
                  <a:latin typeface="Arial"/>
                  <a:ea typeface="Arial"/>
                  <a:cs typeface="Arial"/>
                </a:defRPr>
              </a:lvl7pPr>
              <a:lvl8pPr algn="l">
                <a:defRPr sz="1769" b="1">
                  <a:solidFill>
                    <a:srgbClr val="000000"/>
                  </a:solidFill>
                  <a:latin typeface="Arial"/>
                  <a:ea typeface="Arial"/>
                  <a:cs typeface="Arial"/>
                </a:defRPr>
              </a:lvl8pPr>
              <a:lvl9pPr algn="l">
                <a:defRPr sz="1769" b="1">
                  <a:solidFill>
                    <a:srgbClr val="000000"/>
                  </a:solidFill>
                  <a:latin typeface="Arial"/>
                  <a:ea typeface="Arial"/>
                  <a:cs typeface="Arial"/>
                </a:defRPr>
              </a:lvl9pPr>
            </a:lstStyle>
            <a:p>
              <a:pPr algn="l">
                <a:defRPr sz="1769" b="1">
                  <a:solidFill>
                    <a:srgbClr val="000000"/>
                  </a:solidFill>
                  <a:latin typeface="Arial"/>
                  <a:ea typeface="Arial"/>
                  <a:cs typeface="Arial"/>
                </a:defRPr>
              </a:pPr>
              <a:r>
                <a:rPr sz="1769" b="1">
                  <a:solidFill>
                    <a:srgbClr val="000000"/>
                  </a:solidFill>
                  <a:latin typeface="Arial"/>
                  <a:ea typeface="Arial"/>
                  <a:cs typeface="Arial"/>
                </a:rPr>
                <a:t>(d) RG-MTM-R</a:t>
              </a:r>
            </a:p>
          </p:txBody>
        </p:sp>
        <p:sp>
          <p:nvSpPr>
            <p:cNvPr id="215" name="Source x">
              <a:extLst>
                <a:ext uri="{FF2B5EF4-FFF2-40B4-BE49-F238E27FC236}">
                  <ns2:creationId id="{2FA3B432-8946-4492-9AAB-C0B49F6CE34A}"/>
                </a:ext>
              </a:extLst>
            </p:cNvPr>
            <p:cNvSpPr>
              <a:spLocks noGrp="1"/>
            </p:cNvSpPr>
            <p:nvPr/>
          </p:nvSpPr>
          <p:spPr>
            <a:xfrm>
              <a:off x="8782050" y="3324225"/>
              <a:ext cx="3143250" cy="219075"/>
            </a:xfrm>
            <a:prstGeom prst="rect">
              <a:avLst/>
            </a:prstGeom>
            <a:noFill/>
            <a:ln w="0">
              <a:noFill/>
            </a:ln>
          </p:spPr>
          <p:txBody>
            <a:bodyPr wrap="none" lIns="0" tIns="0" rIns="0" bIns="0" anchor="ctr">
              <a:noAutofit/>
            </a:bodyPr>
            <a:lstStyle>
              <a:defPPr algn="l">
                <a:defRPr sz="1385" b="0">
                  <a:solidFill>
                    <a:srgbClr val="000000"/>
                  </a:solidFill>
                  <a:latin typeface="Arial"/>
                  <a:ea typeface="Arial"/>
                  <a:cs typeface="Arial"/>
                </a:defRPr>
              </a:defPPr>
              <a:lvl1pPr algn="l">
                <a:defRPr sz="1385" b="0">
                  <a:solidFill>
                    <a:srgbClr val="000000"/>
                  </a:solidFill>
                  <a:latin typeface="Arial"/>
                  <a:ea typeface="Arial"/>
                  <a:cs typeface="Arial"/>
                </a:defRPr>
              </a:lvl1pPr>
              <a:lvl2pPr algn="l">
                <a:defRPr sz="1385" b="0">
                  <a:solidFill>
                    <a:srgbClr val="000000"/>
                  </a:solidFill>
                  <a:latin typeface="Arial"/>
                  <a:ea typeface="Arial"/>
                  <a:cs typeface="Arial"/>
                </a:defRPr>
              </a:lvl2pPr>
              <a:lvl3pPr algn="l">
                <a:defRPr sz="1385" b="0">
                  <a:solidFill>
                    <a:srgbClr val="000000"/>
                  </a:solidFill>
                  <a:latin typeface="Arial"/>
                  <a:ea typeface="Arial"/>
                  <a:cs typeface="Arial"/>
                </a:defRPr>
              </a:lvl3pPr>
              <a:lvl4pPr algn="l">
                <a:defRPr sz="1385" b="0">
                  <a:solidFill>
                    <a:srgbClr val="000000"/>
                  </a:solidFill>
                  <a:latin typeface="Arial"/>
                  <a:ea typeface="Arial"/>
                  <a:cs typeface="Arial"/>
                </a:defRPr>
              </a:lvl4pPr>
              <a:lvl5pPr algn="l">
                <a:defRPr sz="1385" b="0">
                  <a:solidFill>
                    <a:srgbClr val="000000"/>
                  </a:solidFill>
                  <a:latin typeface="Arial"/>
                  <a:ea typeface="Arial"/>
                  <a:cs typeface="Arial"/>
                </a:defRPr>
              </a:lvl5pPr>
              <a:lvl6pPr algn="l">
                <a:defRPr sz="1385" b="0">
                  <a:solidFill>
                    <a:srgbClr val="000000"/>
                  </a:solidFill>
                  <a:latin typeface="Arial"/>
                  <a:ea typeface="Arial"/>
                  <a:cs typeface="Arial"/>
                </a:defRPr>
              </a:lvl6pPr>
              <a:lvl7pPr algn="l">
                <a:defRPr sz="1385" b="0">
                  <a:solidFill>
                    <a:srgbClr val="000000"/>
                  </a:solidFill>
                  <a:latin typeface="Arial"/>
                  <a:ea typeface="Arial"/>
                  <a:cs typeface="Arial"/>
                </a:defRPr>
              </a:lvl7pPr>
              <a:lvl8pPr algn="l">
                <a:defRPr sz="1385" b="0">
                  <a:solidFill>
                    <a:srgbClr val="000000"/>
                  </a:solidFill>
                  <a:latin typeface="Arial"/>
                  <a:ea typeface="Arial"/>
                  <a:cs typeface="Arial"/>
                </a:defRPr>
              </a:lvl8pPr>
              <a:lvl9pPr algn="l">
                <a:defRPr sz="1385" b="0">
                  <a:solidFill>
                    <a:srgbClr val="000000"/>
                  </a:solidFill>
                  <a:latin typeface="Arial"/>
                  <a:ea typeface="Arial"/>
                  <a:cs typeface="Arial"/>
                </a:defRPr>
              </a:lvl9pPr>
            </a:lstStyle>
            <a:p>
              <a:pPr algn="l">
                <a:defRPr sz="1385" b="0">
                  <a:solidFill>
                    <a:srgbClr val="000000"/>
                  </a:solidFill>
                  <a:latin typeface="Arial"/>
                  <a:ea typeface="Arial"/>
                  <a:cs typeface="Arial"/>
                </a:defRPr>
              </a:pPr>
              <a:r>
                <a:rPr sz="1385" b="0">
                  <a:solidFill>
                    <a:srgbClr val="000000"/>
                  </a:solidFill>
                  <a:latin typeface="Arial"/>
                  <a:ea typeface="Arial"/>
                  <a:cs typeface="Arial"/>
                </a:rPr>
                <a:t>Source x</a:t>
              </a:r>
            </a:p>
          </p:txBody>
        </p:sp>
        <p:pic>
          <p:nvPicPr>
            <p:cNvPr id="216" name="">
              <a:extLst>
                <a:ext uri="{FF2B5EF4-FFF2-40B4-BE49-F238E27FC236}">
                  <ns2:creationId id="{8C4D08A5-160E-4598-A6DF-1444AEF37E8C}"/>
                </a:ext>
              </a:extLst>
            </p:cNvPr>
            <p:cNvPicPr>
              <a:picLocks noChangeAspect="1"/>
            </p:cNvPicPr>
            <p:nvPr/>
          </p:nvPicPr>
          <p:blipFill>
            <a:blip r:embed="Rb3fbfaa126e04a30"/>
            <a:stretch/>
          </p:blipFill>
          <p:spPr>
            <a:xfrm>
              <a:off x="8782050" y="3552825"/>
              <a:ext cx="3143250" cy="1809750"/>
            </a:xfrm>
            <a:prstGeom prst="rect">
              <a:avLst/>
            </a:prstGeom>
          </p:spPr>
        </p:pic>
        <p:sp>
          <p:nvSpPr>
            <p:cNvPr id="217" name="Snapshot time guide 12">
              <a:extLst>
                <a:ext uri="{FF2B5EF4-FFF2-40B4-BE49-F238E27FC236}">
                  <ns2:creationId id="{7DE8B550-BEE5-4050-9529-6F8311420218}"/>
                </a:ext>
              </a:extLst>
            </p:cNvPr>
            <p:cNvSpPr>
              <a:spLocks noGrp="1"/>
            </p:cNvSpPr>
            <p:nvPr/>
          </p:nvSpPr>
          <p:spPr>
            <a:xfrm>
              <a:off x="9380764" y="3552825"/>
              <a:ext cx="95" cy="1809750"/>
            </a:xfrm>
            <a:custGeom>
              <a:pathLst>
                <a:path w="95" h="1809750">
                  <a:moveTo>
                    <a:pt x="0" y="1809750"/>
                  </a:moveTo>
                  <a:lnTo>
                    <a:pt x="0" y="0"/>
                  </a:lnTo>
                </a:path>
              </a:pathLst>
            </a:custGeom>
            <a:noFill/>
            <a:ln w="5862">
              <a:solidFill>
                <a:srgbClr val="91ADB2"/>
              </a:solidFill>
              <a:prstDash val="dash"/>
            </a:ln>
          </p:spPr>
        </p:sp>
        <p:sp>
          <p:nvSpPr>
            <p:cNvPr id="218" name="Snapshot time guide 25">
              <a:extLst>
                <a:ext uri="{FF2B5EF4-FFF2-40B4-BE49-F238E27FC236}">
                  <ns2:creationId id="{E300E3F7-7F08-4709-AA8A-1749062C1DE2}"/>
                </a:ext>
              </a:extLst>
            </p:cNvPr>
            <p:cNvSpPr>
              <a:spLocks noGrp="1"/>
            </p:cNvSpPr>
            <p:nvPr/>
          </p:nvSpPr>
          <p:spPr>
            <a:xfrm>
              <a:off x="10029371" y="3552825"/>
              <a:ext cx="95" cy="1809750"/>
            </a:xfrm>
            <a:custGeom>
              <a:pathLst>
                <a:path w="95" h="1809750">
                  <a:moveTo>
                    <a:pt x="0" y="1809750"/>
                  </a:moveTo>
                  <a:lnTo>
                    <a:pt x="0" y="0"/>
                  </a:lnTo>
                </a:path>
              </a:pathLst>
            </a:custGeom>
            <a:noFill/>
            <a:ln w="5862">
              <a:solidFill>
                <a:srgbClr val="91ADB2"/>
              </a:solidFill>
              <a:prstDash val="dash"/>
            </a:ln>
          </p:spPr>
        </p:sp>
        <p:sp>
          <p:nvSpPr>
            <p:cNvPr id="219" name="Snapshot time guide 38">
              <a:extLst>
                <a:ext uri="{FF2B5EF4-FFF2-40B4-BE49-F238E27FC236}">
                  <ns2:creationId id="{CE2A910B-F098-492B-9DC3-79B2FE5231B4}"/>
                </a:ext>
              </a:extLst>
            </p:cNvPr>
            <p:cNvSpPr>
              <a:spLocks noGrp="1"/>
            </p:cNvSpPr>
            <p:nvPr/>
          </p:nvSpPr>
          <p:spPr>
            <a:xfrm>
              <a:off x="10677979" y="3552825"/>
              <a:ext cx="95" cy="1809750"/>
            </a:xfrm>
            <a:custGeom>
              <a:pathLst>
                <a:path w="95" h="1809750">
                  <a:moveTo>
                    <a:pt x="0" y="1809750"/>
                  </a:moveTo>
                  <a:lnTo>
                    <a:pt x="0" y="0"/>
                  </a:lnTo>
                </a:path>
              </a:pathLst>
            </a:custGeom>
            <a:noFill/>
            <a:ln w="5862">
              <a:solidFill>
                <a:srgbClr val="91ADB2"/>
              </a:solidFill>
              <a:prstDash val="dash"/>
            </a:ln>
          </p:spPr>
        </p:sp>
        <p:sp>
          <p:nvSpPr>
            <p:cNvPr id="220" name="Snapshot time guide 51">
              <a:extLst>
                <a:ext uri="{FF2B5EF4-FFF2-40B4-BE49-F238E27FC236}">
                  <ns2:creationId id="{42CBEA66-E729-465C-8A69-70AAD759E0A2}"/>
                </a:ext>
              </a:extLst>
            </p:cNvPr>
            <p:cNvSpPr>
              <a:spLocks noGrp="1"/>
            </p:cNvSpPr>
            <p:nvPr/>
          </p:nvSpPr>
          <p:spPr>
            <a:xfrm>
              <a:off x="11326586" y="3552825"/>
              <a:ext cx="95" cy="1809750"/>
            </a:xfrm>
            <a:custGeom>
              <a:pathLst>
                <a:path w="95" h="1809750">
                  <a:moveTo>
                    <a:pt x="0" y="1809750"/>
                  </a:moveTo>
                  <a:lnTo>
                    <a:pt x="0" y="0"/>
                  </a:lnTo>
                </a:path>
              </a:pathLst>
            </a:custGeom>
            <a:noFill/>
            <a:ln w="5862">
              <a:solidFill>
                <a:srgbClr val="91ADB2"/>
              </a:solidFill>
              <a:prstDash val="dash"/>
            </a:ln>
          </p:spPr>
        </p:sp>
        <p:sp>
          <p:nvSpPr>
            <p:cNvPr id="221" name="A fixed source-x reference">
              <a:extLst>
                <a:ext uri="{FF2B5EF4-FFF2-40B4-BE49-F238E27FC236}">
                  <ns2:creationId id="{AF1A9A92-607B-4CB4-A925-7B39730E0E73}"/>
                </a:ext>
              </a:extLst>
            </p:cNvPr>
            <p:cNvSpPr>
              <a:spLocks noGrp="1"/>
            </p:cNvSpPr>
            <p:nvPr/>
          </p:nvSpPr>
          <p:spPr>
            <a:xfrm>
              <a:off x="8782050" y="5060950"/>
              <a:ext cx="3143250" cy="95"/>
            </a:xfrm>
            <a:custGeom>
              <a:pathLst>
                <a:path w="3143250" h="95">
                  <a:moveTo>
                    <a:pt x="0" y="0"/>
                  </a:moveTo>
                  <a:lnTo>
                    <a:pt x="3143250" y="0"/>
                  </a:lnTo>
                </a:path>
              </a:pathLst>
            </a:custGeom>
            <a:noFill/>
            <a:ln w="7815">
              <a:solidFill>
                <a:srgbClr val="D5E5E7"/>
              </a:solidFill>
              <a:prstDash val="dash"/>
            </a:ln>
          </p:spPr>
        </p:sp>
        <p:sp>
          <p:nvSpPr>
            <p:cNvPr id="222" name="C fixed source-x reference">
              <a:extLst>
                <a:ext uri="{FF2B5EF4-FFF2-40B4-BE49-F238E27FC236}">
                  <ns2:creationId id="{6A685DB6-3212-41E1-B7FA-1F0AF9DA3E92}"/>
                </a:ext>
              </a:extLst>
            </p:cNvPr>
            <p:cNvSpPr>
              <a:spLocks noGrp="1"/>
            </p:cNvSpPr>
            <p:nvPr/>
          </p:nvSpPr>
          <p:spPr>
            <a:xfrm>
              <a:off x="8782050" y="3854450"/>
              <a:ext cx="3143250" cy="95"/>
            </a:xfrm>
            <a:custGeom>
              <a:pathLst>
                <a:path w="3143250" h="95">
                  <a:moveTo>
                    <a:pt x="0" y="0"/>
                  </a:moveTo>
                  <a:lnTo>
                    <a:pt x="3143250" y="0"/>
                  </a:lnTo>
                </a:path>
              </a:pathLst>
            </a:custGeom>
            <a:noFill/>
            <a:ln w="7815">
              <a:solidFill>
                <a:srgbClr val="D5E5E7"/>
              </a:solidFill>
              <a:prstDash val="dash"/>
            </a:ln>
          </p:spPr>
        </p:sp>
        <p:sp>
          <p:nvSpPr>
            <p:cNvPr id="223" name="RG-MTM-R A black label">
              <a:extLst>
                <a:ext uri="{FF2B5EF4-FFF2-40B4-BE49-F238E27FC236}">
                  <ns2:creationId id="{22B4FA1A-26DE-4D27-8B3B-72F14B614596}"/>
                </a:ext>
              </a:extLst>
            </p:cNvPr>
            <p:cNvSpPr>
              <a:spLocks noGrp="1"/>
            </p:cNvSpPr>
            <p:nvPr/>
          </p:nvSpPr>
          <p:spPr>
            <a:xfrm>
              <a:off x="12001500" y="4952372"/>
              <a:ext cx="257175" cy="247650"/>
            </a:xfrm>
            <a:prstGeom prst="rect">
              <a:avLst/>
            </a:prstGeom>
            <a:noFill/>
            <a:ln w="0">
              <a:noFill/>
            </a:ln>
          </p:spPr>
          <p:txBody>
            <a:bodyPr wrap="none" lIns="0" tIns="0" rIns="0" bIns="0" anchor="ctr">
              <a:noAutofit/>
            </a:bodyPr>
            <a:lstStyle>
              <a:defPPr algn="l">
                <a:defRPr sz="1615" b="1">
                  <a:solidFill>
                    <a:srgbClr val="000000"/>
                  </a:solidFill>
                  <a:latin typeface="Arial"/>
                  <a:ea typeface="Arial"/>
                  <a:cs typeface="Arial"/>
                </a:defRPr>
              </a:defPPr>
              <a:lvl1pPr algn="l">
                <a:defRPr sz="1615" b="1">
                  <a:solidFill>
                    <a:srgbClr val="000000"/>
                  </a:solidFill>
                  <a:latin typeface="Arial"/>
                  <a:ea typeface="Arial"/>
                  <a:cs typeface="Arial"/>
                </a:defRPr>
              </a:lvl1pPr>
              <a:lvl2pPr algn="l">
                <a:defRPr sz="1615" b="1">
                  <a:solidFill>
                    <a:srgbClr val="000000"/>
                  </a:solidFill>
                  <a:latin typeface="Arial"/>
                  <a:ea typeface="Arial"/>
                  <a:cs typeface="Arial"/>
                </a:defRPr>
              </a:lvl2pPr>
              <a:lvl3pPr algn="l">
                <a:defRPr sz="1615" b="1">
                  <a:solidFill>
                    <a:srgbClr val="000000"/>
                  </a:solidFill>
                  <a:latin typeface="Arial"/>
                  <a:ea typeface="Arial"/>
                  <a:cs typeface="Arial"/>
                </a:defRPr>
              </a:lvl3pPr>
              <a:lvl4pPr algn="l">
                <a:defRPr sz="1615" b="1">
                  <a:solidFill>
                    <a:srgbClr val="000000"/>
                  </a:solidFill>
                  <a:latin typeface="Arial"/>
                  <a:ea typeface="Arial"/>
                  <a:cs typeface="Arial"/>
                </a:defRPr>
              </a:lvl4pPr>
              <a:lvl5pPr algn="l">
                <a:defRPr sz="1615" b="1">
                  <a:solidFill>
                    <a:srgbClr val="000000"/>
                  </a:solidFill>
                  <a:latin typeface="Arial"/>
                  <a:ea typeface="Arial"/>
                  <a:cs typeface="Arial"/>
                </a:defRPr>
              </a:lvl5pPr>
              <a:lvl6pPr algn="l">
                <a:defRPr sz="1615" b="1">
                  <a:solidFill>
                    <a:srgbClr val="000000"/>
                  </a:solidFill>
                  <a:latin typeface="Arial"/>
                  <a:ea typeface="Arial"/>
                  <a:cs typeface="Arial"/>
                </a:defRPr>
              </a:lvl6pPr>
              <a:lvl7pPr algn="l">
                <a:defRPr sz="1615" b="1">
                  <a:solidFill>
                    <a:srgbClr val="000000"/>
                  </a:solidFill>
                  <a:latin typeface="Arial"/>
                  <a:ea typeface="Arial"/>
                  <a:cs typeface="Arial"/>
                </a:defRPr>
              </a:lvl7pPr>
              <a:lvl8pPr algn="l">
                <a:defRPr sz="1615" b="1">
                  <a:solidFill>
                    <a:srgbClr val="000000"/>
                  </a:solidFill>
                  <a:latin typeface="Arial"/>
                  <a:ea typeface="Arial"/>
                  <a:cs typeface="Arial"/>
                </a:defRPr>
              </a:lvl8pPr>
              <a:lvl9pPr algn="l">
                <a:defRPr sz="1615" b="1">
                  <a:solidFill>
                    <a:srgbClr val="000000"/>
                  </a:solidFill>
                  <a:latin typeface="Arial"/>
                  <a:ea typeface="Arial"/>
                  <a:cs typeface="Arial"/>
                </a:defRPr>
              </a:lvl9pPr>
            </a:lstStyle>
            <a:p>
              <a:pPr algn="l">
                <a:defRPr sz="1615" b="1">
                  <a:solidFill>
                    <a:srgbClr val="000000"/>
                  </a:solidFill>
                  <a:latin typeface="Arial"/>
                  <a:ea typeface="Arial"/>
                  <a:cs typeface="Arial"/>
                </a:defRPr>
              </a:pPr>
              <a:r>
                <a:rPr sz="1615" b="1">
                  <a:solidFill>
                    <a:srgbClr val="000000"/>
                  </a:solidFill>
                  <a:latin typeface="Arial"/>
                  <a:ea typeface="Arial"/>
                  <a:cs typeface="Arial"/>
                </a:rPr>
                <a:t>A</a:t>
              </a:r>
            </a:p>
          </p:txBody>
        </p:sp>
        <p:sp>
          <p:nvSpPr>
            <p:cNvPr id="224" name="RG-MTM-R B black label">
              <a:extLst>
                <a:ext uri="{FF2B5EF4-FFF2-40B4-BE49-F238E27FC236}">
                  <ns2:creationId id="{F5712D55-CA6B-4256-8A5E-040766543E83}"/>
                </a:ext>
              </a:extLst>
            </p:cNvPr>
            <p:cNvSpPr>
              <a:spLocks noGrp="1"/>
            </p:cNvSpPr>
            <p:nvPr/>
          </p:nvSpPr>
          <p:spPr>
            <a:xfrm>
              <a:off x="12001500" y="4047276"/>
              <a:ext cx="257175" cy="247650"/>
            </a:xfrm>
            <a:prstGeom prst="rect">
              <a:avLst/>
            </a:prstGeom>
            <a:noFill/>
            <a:ln w="0">
              <a:noFill/>
            </a:ln>
          </p:spPr>
          <p:txBody>
            <a:bodyPr wrap="none" lIns="0" tIns="0" rIns="0" bIns="0" anchor="ctr">
              <a:noAutofit/>
            </a:bodyPr>
            <a:lstStyle>
              <a:defPPr algn="l">
                <a:defRPr sz="1615" b="1">
                  <a:solidFill>
                    <a:srgbClr val="000000"/>
                  </a:solidFill>
                  <a:latin typeface="Arial"/>
                  <a:ea typeface="Arial"/>
                  <a:cs typeface="Arial"/>
                </a:defRPr>
              </a:defPPr>
              <a:lvl1pPr algn="l">
                <a:defRPr sz="1615" b="1">
                  <a:solidFill>
                    <a:srgbClr val="000000"/>
                  </a:solidFill>
                  <a:latin typeface="Arial"/>
                  <a:ea typeface="Arial"/>
                  <a:cs typeface="Arial"/>
                </a:defRPr>
              </a:lvl1pPr>
              <a:lvl2pPr algn="l">
                <a:defRPr sz="1615" b="1">
                  <a:solidFill>
                    <a:srgbClr val="000000"/>
                  </a:solidFill>
                  <a:latin typeface="Arial"/>
                  <a:ea typeface="Arial"/>
                  <a:cs typeface="Arial"/>
                </a:defRPr>
              </a:lvl2pPr>
              <a:lvl3pPr algn="l">
                <a:defRPr sz="1615" b="1">
                  <a:solidFill>
                    <a:srgbClr val="000000"/>
                  </a:solidFill>
                  <a:latin typeface="Arial"/>
                  <a:ea typeface="Arial"/>
                  <a:cs typeface="Arial"/>
                </a:defRPr>
              </a:lvl3pPr>
              <a:lvl4pPr algn="l">
                <a:defRPr sz="1615" b="1">
                  <a:solidFill>
                    <a:srgbClr val="000000"/>
                  </a:solidFill>
                  <a:latin typeface="Arial"/>
                  <a:ea typeface="Arial"/>
                  <a:cs typeface="Arial"/>
                </a:defRPr>
              </a:lvl4pPr>
              <a:lvl5pPr algn="l">
                <a:defRPr sz="1615" b="1">
                  <a:solidFill>
                    <a:srgbClr val="000000"/>
                  </a:solidFill>
                  <a:latin typeface="Arial"/>
                  <a:ea typeface="Arial"/>
                  <a:cs typeface="Arial"/>
                </a:defRPr>
              </a:lvl5pPr>
              <a:lvl6pPr algn="l">
                <a:defRPr sz="1615" b="1">
                  <a:solidFill>
                    <a:srgbClr val="000000"/>
                  </a:solidFill>
                  <a:latin typeface="Arial"/>
                  <a:ea typeface="Arial"/>
                  <a:cs typeface="Arial"/>
                </a:defRPr>
              </a:lvl6pPr>
              <a:lvl7pPr algn="l">
                <a:defRPr sz="1615" b="1">
                  <a:solidFill>
                    <a:srgbClr val="000000"/>
                  </a:solidFill>
                  <a:latin typeface="Arial"/>
                  <a:ea typeface="Arial"/>
                  <a:cs typeface="Arial"/>
                </a:defRPr>
              </a:lvl7pPr>
              <a:lvl8pPr algn="l">
                <a:defRPr sz="1615" b="1">
                  <a:solidFill>
                    <a:srgbClr val="000000"/>
                  </a:solidFill>
                  <a:latin typeface="Arial"/>
                  <a:ea typeface="Arial"/>
                  <a:cs typeface="Arial"/>
                </a:defRPr>
              </a:lvl8pPr>
              <a:lvl9pPr algn="l">
                <a:defRPr sz="1615" b="1">
                  <a:solidFill>
                    <a:srgbClr val="000000"/>
                  </a:solidFill>
                  <a:latin typeface="Arial"/>
                  <a:ea typeface="Arial"/>
                  <a:cs typeface="Arial"/>
                </a:defRPr>
              </a:lvl9pPr>
            </a:lstStyle>
            <a:p>
              <a:pPr algn="l">
                <a:defRPr sz="1615" b="1">
                  <a:solidFill>
                    <a:srgbClr val="000000"/>
                  </a:solidFill>
                  <a:latin typeface="Arial"/>
                  <a:ea typeface="Arial"/>
                  <a:cs typeface="Arial"/>
                </a:defRPr>
              </a:pPr>
              <a:r>
                <a:rPr sz="1615" b="1">
                  <a:solidFill>
                    <a:srgbClr val="000000"/>
                  </a:solidFill>
                  <a:latin typeface="Arial"/>
                  <a:ea typeface="Arial"/>
                  <a:cs typeface="Arial"/>
                </a:rPr>
                <a:t>B</a:t>
              </a:r>
            </a:p>
          </p:txBody>
        </p:sp>
        <p:sp>
          <p:nvSpPr>
            <p:cNvPr id="225" name="RG-MTM-R C black label">
              <a:extLst>
                <a:ext uri="{FF2B5EF4-FFF2-40B4-BE49-F238E27FC236}">
                  <ns2:creationId id="{56DC61F4-BE6C-4682-AD76-6EFB791E78A2}"/>
                </a:ext>
              </a:extLst>
            </p:cNvPr>
            <p:cNvSpPr>
              <a:spLocks noGrp="1"/>
            </p:cNvSpPr>
            <p:nvPr/>
          </p:nvSpPr>
          <p:spPr>
            <a:xfrm>
              <a:off x="12001500" y="3715378"/>
              <a:ext cx="257175" cy="247650"/>
            </a:xfrm>
            <a:prstGeom prst="rect">
              <a:avLst/>
            </a:prstGeom>
            <a:noFill/>
            <a:ln w="0">
              <a:noFill/>
            </a:ln>
          </p:spPr>
          <p:txBody>
            <a:bodyPr wrap="none" lIns="0" tIns="0" rIns="0" bIns="0" anchor="ctr">
              <a:noAutofit/>
            </a:bodyPr>
            <a:lstStyle>
              <a:defPPr algn="l">
                <a:defRPr sz="1615" b="1">
                  <a:solidFill>
                    <a:srgbClr val="000000"/>
                  </a:solidFill>
                  <a:latin typeface="Arial"/>
                  <a:ea typeface="Arial"/>
                  <a:cs typeface="Arial"/>
                </a:defRPr>
              </a:defPPr>
              <a:lvl1pPr algn="l">
                <a:defRPr sz="1615" b="1">
                  <a:solidFill>
                    <a:srgbClr val="000000"/>
                  </a:solidFill>
                  <a:latin typeface="Arial"/>
                  <a:ea typeface="Arial"/>
                  <a:cs typeface="Arial"/>
                </a:defRPr>
              </a:lvl1pPr>
              <a:lvl2pPr algn="l">
                <a:defRPr sz="1615" b="1">
                  <a:solidFill>
                    <a:srgbClr val="000000"/>
                  </a:solidFill>
                  <a:latin typeface="Arial"/>
                  <a:ea typeface="Arial"/>
                  <a:cs typeface="Arial"/>
                </a:defRPr>
              </a:lvl2pPr>
              <a:lvl3pPr algn="l">
                <a:defRPr sz="1615" b="1">
                  <a:solidFill>
                    <a:srgbClr val="000000"/>
                  </a:solidFill>
                  <a:latin typeface="Arial"/>
                  <a:ea typeface="Arial"/>
                  <a:cs typeface="Arial"/>
                </a:defRPr>
              </a:lvl3pPr>
              <a:lvl4pPr algn="l">
                <a:defRPr sz="1615" b="1">
                  <a:solidFill>
                    <a:srgbClr val="000000"/>
                  </a:solidFill>
                  <a:latin typeface="Arial"/>
                  <a:ea typeface="Arial"/>
                  <a:cs typeface="Arial"/>
                </a:defRPr>
              </a:lvl4pPr>
              <a:lvl5pPr algn="l">
                <a:defRPr sz="1615" b="1">
                  <a:solidFill>
                    <a:srgbClr val="000000"/>
                  </a:solidFill>
                  <a:latin typeface="Arial"/>
                  <a:ea typeface="Arial"/>
                  <a:cs typeface="Arial"/>
                </a:defRPr>
              </a:lvl5pPr>
              <a:lvl6pPr algn="l">
                <a:defRPr sz="1615" b="1">
                  <a:solidFill>
                    <a:srgbClr val="000000"/>
                  </a:solidFill>
                  <a:latin typeface="Arial"/>
                  <a:ea typeface="Arial"/>
                  <a:cs typeface="Arial"/>
                </a:defRPr>
              </a:lvl6pPr>
              <a:lvl7pPr algn="l">
                <a:defRPr sz="1615" b="1">
                  <a:solidFill>
                    <a:srgbClr val="000000"/>
                  </a:solidFill>
                  <a:latin typeface="Arial"/>
                  <a:ea typeface="Arial"/>
                  <a:cs typeface="Arial"/>
                </a:defRPr>
              </a:lvl7pPr>
              <a:lvl8pPr algn="l">
                <a:defRPr sz="1615" b="1">
                  <a:solidFill>
                    <a:srgbClr val="000000"/>
                  </a:solidFill>
                  <a:latin typeface="Arial"/>
                  <a:ea typeface="Arial"/>
                  <a:cs typeface="Arial"/>
                </a:defRPr>
              </a:lvl8pPr>
              <a:lvl9pPr algn="l">
                <a:defRPr sz="1615" b="1">
                  <a:solidFill>
                    <a:srgbClr val="000000"/>
                  </a:solidFill>
                  <a:latin typeface="Arial"/>
                  <a:ea typeface="Arial"/>
                  <a:cs typeface="Arial"/>
                </a:defRPr>
              </a:lvl9pPr>
            </a:lstStyle>
            <a:p>
              <a:pPr algn="l">
                <a:defRPr sz="1615" b="1">
                  <a:solidFill>
                    <a:srgbClr val="000000"/>
                  </a:solidFill>
                  <a:latin typeface="Arial"/>
                  <a:ea typeface="Arial"/>
                  <a:cs typeface="Arial"/>
                </a:defRPr>
              </a:pPr>
              <a:r>
                <a:rPr sz="1615" b="1">
                  <a:solidFill>
                    <a:srgbClr val="000000"/>
                  </a:solidFill>
                  <a:latin typeface="Arial"/>
                  <a:ea typeface="Arial"/>
                  <a:cs typeface="Arial"/>
                </a:rPr>
                <a:t>C</a:t>
              </a:r>
            </a:p>
          </p:txBody>
        </p:sp>
        <p:sp>
          <p:nvSpPr>
            <p:cNvPr id="226" name="Scientific domain frame">
              <a:extLst>
                <a:ext uri="{FF2B5EF4-FFF2-40B4-BE49-F238E27FC236}">
                  <ns2:creationId id="{DBDB5F33-4500-40C8-A86C-FE3E78570C26}"/>
                </a:ext>
              </a:extLst>
            </p:cNvPr>
            <p:cNvSpPr>
              <a:spLocks noGrp="1"/>
            </p:cNvSpPr>
            <p:nvPr/>
          </p:nvSpPr>
          <p:spPr>
            <a:xfrm>
              <a:off x="8782050" y="3552825"/>
              <a:ext cx="3143250" cy="1809750"/>
            </a:xfrm>
            <a:prstGeom prst="rect">
              <a:avLst/>
            </a:prstGeom>
            <a:noFill/>
            <a:ln w="7815">
              <a:solidFill>
                <a:srgbClr val="000000"/>
              </a:solidFill>
            </a:ln>
          </p:spPr>
        </p:sp>
        <p:sp>
          <p:nvSpPr>
            <p:cNvPr id="227" name="Scientific line">
              <a:extLst>
                <a:ext uri="{FF2B5EF4-FFF2-40B4-BE49-F238E27FC236}">
                  <ns2:creationId id="{B253335D-28A1-4E48-863B-B70812F37572}"/>
                </a:ext>
              </a:extLst>
            </p:cNvPr>
            <p:cNvSpPr>
              <a:spLocks noGrp="1"/>
            </p:cNvSpPr>
            <p:nvPr/>
          </p:nvSpPr>
          <p:spPr>
            <a:xfrm>
              <a:off x="8782050" y="5362575"/>
              <a:ext cx="95" cy="47625"/>
            </a:xfrm>
            <a:custGeom>
              <a:pathLst>
                <a:path w="95" h="47625">
                  <a:moveTo>
                    <a:pt x="0" y="0"/>
                  </a:moveTo>
                  <a:lnTo>
                    <a:pt x="0" y="47625"/>
                  </a:lnTo>
                </a:path>
              </a:pathLst>
            </a:custGeom>
            <a:noFill/>
            <a:ln w="9769">
              <a:solidFill>
                <a:srgbClr val="000000"/>
              </a:solidFill>
              <a:prstDash val="solid"/>
            </a:ln>
          </p:spPr>
        </p:sp>
        <p:sp>
          <p:nvSpPr>
            <p:cNvPr id="228" name="0">
              <a:extLst>
                <a:ext uri="{FF2B5EF4-FFF2-40B4-BE49-F238E27FC236}">
                  <ns2:creationId id="{B75FE6CD-127D-4FF6-89FB-9920BA24D11A}"/>
                </a:ext>
              </a:extLst>
            </p:cNvPr>
            <p:cNvSpPr>
              <a:spLocks noGrp="1"/>
            </p:cNvSpPr>
            <p:nvPr/>
          </p:nvSpPr>
          <p:spPr>
            <a:xfrm>
              <a:off x="8572500" y="5419725"/>
              <a:ext cx="419100" cy="228600"/>
            </a:xfrm>
            <a:prstGeom prst="rect">
              <a:avLst/>
            </a:prstGeom>
            <a:noFill/>
            <a:ln w="0">
              <a:noFill/>
            </a:ln>
          </p:spPr>
          <p:txBody>
            <a:bodyPr wrap="none" lIns="0" tIns="0" rIns="0" bIns="0" anchor="ctr">
              <a:noAutofit/>
            </a:bodyPr>
            <a:lstStyle>
              <a:defPPr algn="ctr">
                <a:defRPr sz="1385" b="0">
                  <a:solidFill>
                    <a:srgbClr val="000000"/>
                  </a:solidFill>
                  <a:latin typeface="Arial"/>
                  <a:ea typeface="Arial"/>
                  <a:cs typeface="Arial"/>
                </a:defRPr>
              </a:defPPr>
              <a:lvl1pPr algn="ctr">
                <a:defRPr sz="1385" b="0">
                  <a:solidFill>
                    <a:srgbClr val="000000"/>
                  </a:solidFill>
                  <a:latin typeface="Arial"/>
                  <a:ea typeface="Arial"/>
                  <a:cs typeface="Arial"/>
                </a:defRPr>
              </a:lvl1pPr>
              <a:lvl2pPr algn="ctr">
                <a:defRPr sz="1385" b="0">
                  <a:solidFill>
                    <a:srgbClr val="000000"/>
                  </a:solidFill>
                  <a:latin typeface="Arial"/>
                  <a:ea typeface="Arial"/>
                  <a:cs typeface="Arial"/>
                </a:defRPr>
              </a:lvl2pPr>
              <a:lvl3pPr algn="ctr">
                <a:defRPr sz="1385" b="0">
                  <a:solidFill>
                    <a:srgbClr val="000000"/>
                  </a:solidFill>
                  <a:latin typeface="Arial"/>
                  <a:ea typeface="Arial"/>
                  <a:cs typeface="Arial"/>
                </a:defRPr>
              </a:lvl3pPr>
              <a:lvl4pPr algn="ctr">
                <a:defRPr sz="1385" b="0">
                  <a:solidFill>
                    <a:srgbClr val="000000"/>
                  </a:solidFill>
                  <a:latin typeface="Arial"/>
                  <a:ea typeface="Arial"/>
                  <a:cs typeface="Arial"/>
                </a:defRPr>
              </a:lvl4pPr>
              <a:lvl5pPr algn="ctr">
                <a:defRPr sz="1385" b="0">
                  <a:solidFill>
                    <a:srgbClr val="000000"/>
                  </a:solidFill>
                  <a:latin typeface="Arial"/>
                  <a:ea typeface="Arial"/>
                  <a:cs typeface="Arial"/>
                </a:defRPr>
              </a:lvl5pPr>
              <a:lvl6pPr algn="ctr">
                <a:defRPr sz="1385" b="0">
                  <a:solidFill>
                    <a:srgbClr val="000000"/>
                  </a:solidFill>
                  <a:latin typeface="Arial"/>
                  <a:ea typeface="Arial"/>
                  <a:cs typeface="Arial"/>
                </a:defRPr>
              </a:lvl6pPr>
              <a:lvl7pPr algn="ctr">
                <a:defRPr sz="1385" b="0">
                  <a:solidFill>
                    <a:srgbClr val="000000"/>
                  </a:solidFill>
                  <a:latin typeface="Arial"/>
                  <a:ea typeface="Arial"/>
                  <a:cs typeface="Arial"/>
                </a:defRPr>
              </a:lvl7pPr>
              <a:lvl8pPr algn="ctr">
                <a:defRPr sz="1385" b="0">
                  <a:solidFill>
                    <a:srgbClr val="000000"/>
                  </a:solidFill>
                  <a:latin typeface="Arial"/>
                  <a:ea typeface="Arial"/>
                  <a:cs typeface="Arial"/>
                </a:defRPr>
              </a:lvl8pPr>
              <a:lvl9pPr algn="ctr">
                <a:defRPr sz="1385" b="0">
                  <a:solidFill>
                    <a:srgbClr val="000000"/>
                  </a:solidFill>
                  <a:latin typeface="Arial"/>
                  <a:ea typeface="Arial"/>
                  <a:cs typeface="Arial"/>
                </a:defRPr>
              </a:lvl9pPr>
            </a:lstStyle>
            <a:p>
              <a:pPr algn="ctr">
                <a:defRPr sz="1385" b="0">
                  <a:solidFill>
                    <a:srgbClr val="000000"/>
                  </a:solidFill>
                  <a:latin typeface="Arial"/>
                  <a:ea typeface="Arial"/>
                  <a:cs typeface="Arial"/>
                </a:defRPr>
              </a:pPr>
              <a:r>
                <a:rPr sz="1385" b="0">
                  <a:solidFill>
                    <a:srgbClr val="000000"/>
                  </a:solidFill>
                  <a:latin typeface="Arial"/>
                  <a:ea typeface="Arial"/>
                  <a:cs typeface="Arial"/>
                </a:rPr>
                <a:t>0</a:t>
              </a:r>
            </a:p>
          </p:txBody>
        </p:sp>
        <p:sp>
          <p:nvSpPr>
            <p:cNvPr id="229" name="Scientific line">
              <a:extLst>
                <a:ext uri="{FF2B5EF4-FFF2-40B4-BE49-F238E27FC236}">
                  <ns2:creationId id="{617601DE-DC65-4498-A97A-19AD8ED0D82B}"/>
                </a:ext>
              </a:extLst>
            </p:cNvPr>
            <p:cNvSpPr>
              <a:spLocks noGrp="1"/>
            </p:cNvSpPr>
            <p:nvPr/>
          </p:nvSpPr>
          <p:spPr>
            <a:xfrm>
              <a:off x="9380764" y="5362575"/>
              <a:ext cx="95" cy="47625"/>
            </a:xfrm>
            <a:custGeom>
              <a:pathLst>
                <a:path w="95" h="47625">
                  <a:moveTo>
                    <a:pt x="0" y="0"/>
                  </a:moveTo>
                  <a:lnTo>
                    <a:pt x="0" y="47625"/>
                  </a:lnTo>
                </a:path>
              </a:pathLst>
            </a:custGeom>
            <a:noFill/>
            <a:ln w="9769">
              <a:solidFill>
                <a:srgbClr val="000000"/>
              </a:solidFill>
              <a:prstDash val="solid"/>
            </a:ln>
          </p:spPr>
        </p:sp>
        <p:sp>
          <p:nvSpPr>
            <p:cNvPr id="230" name="12">
              <a:extLst>
                <a:ext uri="{FF2B5EF4-FFF2-40B4-BE49-F238E27FC236}">
                  <ns2:creationId id="{FCDC8B3B-BEE5-428F-BBEC-5A2E67558E20}"/>
                </a:ext>
              </a:extLst>
            </p:cNvPr>
            <p:cNvSpPr>
              <a:spLocks noGrp="1"/>
            </p:cNvSpPr>
            <p:nvPr/>
          </p:nvSpPr>
          <p:spPr>
            <a:xfrm>
              <a:off x="9171214" y="5419725"/>
              <a:ext cx="419100" cy="228600"/>
            </a:xfrm>
            <a:prstGeom prst="rect">
              <a:avLst/>
            </a:prstGeom>
            <a:noFill/>
            <a:ln w="0">
              <a:noFill/>
            </a:ln>
          </p:spPr>
          <p:txBody>
            <a:bodyPr wrap="none" lIns="0" tIns="0" rIns="0" bIns="0" anchor="ctr">
              <a:noAutofit/>
            </a:bodyPr>
            <a:lstStyle>
              <a:defPPr algn="ctr">
                <a:defRPr sz="1385" b="0">
                  <a:solidFill>
                    <a:srgbClr val="000000"/>
                  </a:solidFill>
                  <a:latin typeface="Arial"/>
                  <a:ea typeface="Arial"/>
                  <a:cs typeface="Arial"/>
                </a:defRPr>
              </a:defPPr>
              <a:lvl1pPr algn="ctr">
                <a:defRPr sz="1385" b="0">
                  <a:solidFill>
                    <a:srgbClr val="000000"/>
                  </a:solidFill>
                  <a:latin typeface="Arial"/>
                  <a:ea typeface="Arial"/>
                  <a:cs typeface="Arial"/>
                </a:defRPr>
              </a:lvl1pPr>
              <a:lvl2pPr algn="ctr">
                <a:defRPr sz="1385" b="0">
                  <a:solidFill>
                    <a:srgbClr val="000000"/>
                  </a:solidFill>
                  <a:latin typeface="Arial"/>
                  <a:ea typeface="Arial"/>
                  <a:cs typeface="Arial"/>
                </a:defRPr>
              </a:lvl2pPr>
              <a:lvl3pPr algn="ctr">
                <a:defRPr sz="1385" b="0">
                  <a:solidFill>
                    <a:srgbClr val="000000"/>
                  </a:solidFill>
                  <a:latin typeface="Arial"/>
                  <a:ea typeface="Arial"/>
                  <a:cs typeface="Arial"/>
                </a:defRPr>
              </a:lvl3pPr>
              <a:lvl4pPr algn="ctr">
                <a:defRPr sz="1385" b="0">
                  <a:solidFill>
                    <a:srgbClr val="000000"/>
                  </a:solidFill>
                  <a:latin typeface="Arial"/>
                  <a:ea typeface="Arial"/>
                  <a:cs typeface="Arial"/>
                </a:defRPr>
              </a:lvl4pPr>
              <a:lvl5pPr algn="ctr">
                <a:defRPr sz="1385" b="0">
                  <a:solidFill>
                    <a:srgbClr val="000000"/>
                  </a:solidFill>
                  <a:latin typeface="Arial"/>
                  <a:ea typeface="Arial"/>
                  <a:cs typeface="Arial"/>
                </a:defRPr>
              </a:lvl5pPr>
              <a:lvl6pPr algn="ctr">
                <a:defRPr sz="1385" b="0">
                  <a:solidFill>
                    <a:srgbClr val="000000"/>
                  </a:solidFill>
                  <a:latin typeface="Arial"/>
                  <a:ea typeface="Arial"/>
                  <a:cs typeface="Arial"/>
                </a:defRPr>
              </a:lvl6pPr>
              <a:lvl7pPr algn="ctr">
                <a:defRPr sz="1385" b="0">
                  <a:solidFill>
                    <a:srgbClr val="000000"/>
                  </a:solidFill>
                  <a:latin typeface="Arial"/>
                  <a:ea typeface="Arial"/>
                  <a:cs typeface="Arial"/>
                </a:defRPr>
              </a:lvl7pPr>
              <a:lvl8pPr algn="ctr">
                <a:defRPr sz="1385" b="0">
                  <a:solidFill>
                    <a:srgbClr val="000000"/>
                  </a:solidFill>
                  <a:latin typeface="Arial"/>
                  <a:ea typeface="Arial"/>
                  <a:cs typeface="Arial"/>
                </a:defRPr>
              </a:lvl8pPr>
              <a:lvl9pPr algn="ctr">
                <a:defRPr sz="1385" b="0">
                  <a:solidFill>
                    <a:srgbClr val="000000"/>
                  </a:solidFill>
                  <a:latin typeface="Arial"/>
                  <a:ea typeface="Arial"/>
                  <a:cs typeface="Arial"/>
                </a:defRPr>
              </a:lvl9pPr>
            </a:lstStyle>
            <a:p>
              <a:pPr algn="ctr">
                <a:defRPr sz="1385" b="0">
                  <a:solidFill>
                    <a:srgbClr val="000000"/>
                  </a:solidFill>
                  <a:latin typeface="Arial"/>
                  <a:ea typeface="Arial"/>
                  <a:cs typeface="Arial"/>
                </a:defRPr>
              </a:pPr>
              <a:r>
                <a:rPr sz="1385" b="0">
                  <a:solidFill>
                    <a:srgbClr val="000000"/>
                  </a:solidFill>
                  <a:latin typeface="Arial"/>
                  <a:ea typeface="Arial"/>
                  <a:cs typeface="Arial"/>
                </a:rPr>
                <a:t>12</a:t>
              </a:r>
            </a:p>
          </p:txBody>
        </p:sp>
        <p:sp>
          <p:nvSpPr>
            <p:cNvPr id="231" name="Scientific line">
              <a:extLst>
                <a:ext uri="{FF2B5EF4-FFF2-40B4-BE49-F238E27FC236}">
                  <ns2:creationId id="{02AC8854-0B30-490A-AD9A-FF336CBA67DC}"/>
                </a:ext>
              </a:extLst>
            </p:cNvPr>
            <p:cNvSpPr>
              <a:spLocks noGrp="1"/>
            </p:cNvSpPr>
            <p:nvPr/>
          </p:nvSpPr>
          <p:spPr>
            <a:xfrm>
              <a:off x="10029371" y="5362575"/>
              <a:ext cx="95" cy="47625"/>
            </a:xfrm>
            <a:custGeom>
              <a:pathLst>
                <a:path w="95" h="47625">
                  <a:moveTo>
                    <a:pt x="0" y="0"/>
                  </a:moveTo>
                  <a:lnTo>
                    <a:pt x="0" y="47625"/>
                  </a:lnTo>
                </a:path>
              </a:pathLst>
            </a:custGeom>
            <a:noFill/>
            <a:ln w="9769">
              <a:solidFill>
                <a:srgbClr val="000000"/>
              </a:solidFill>
              <a:prstDash val="solid"/>
            </a:ln>
          </p:spPr>
        </p:sp>
        <p:sp>
          <p:nvSpPr>
            <p:cNvPr id="232" name="25">
              <a:extLst>
                <a:ext uri="{FF2B5EF4-FFF2-40B4-BE49-F238E27FC236}">
                  <ns2:creationId id="{07E645B6-054E-4421-8C2B-3DB845946ABD}"/>
                </a:ext>
              </a:extLst>
            </p:cNvPr>
            <p:cNvSpPr>
              <a:spLocks noGrp="1"/>
            </p:cNvSpPr>
            <p:nvPr/>
          </p:nvSpPr>
          <p:spPr>
            <a:xfrm>
              <a:off x="9819821" y="5419725"/>
              <a:ext cx="419100" cy="228600"/>
            </a:xfrm>
            <a:prstGeom prst="rect">
              <a:avLst/>
            </a:prstGeom>
            <a:noFill/>
            <a:ln w="0">
              <a:noFill/>
            </a:ln>
          </p:spPr>
          <p:txBody>
            <a:bodyPr wrap="none" lIns="0" tIns="0" rIns="0" bIns="0" anchor="ctr">
              <a:noAutofit/>
            </a:bodyPr>
            <a:lstStyle>
              <a:defPPr algn="ctr">
                <a:defRPr sz="1385" b="0">
                  <a:solidFill>
                    <a:srgbClr val="000000"/>
                  </a:solidFill>
                  <a:latin typeface="Arial"/>
                  <a:ea typeface="Arial"/>
                  <a:cs typeface="Arial"/>
                </a:defRPr>
              </a:defPPr>
              <a:lvl1pPr algn="ctr">
                <a:defRPr sz="1385" b="0">
                  <a:solidFill>
                    <a:srgbClr val="000000"/>
                  </a:solidFill>
                  <a:latin typeface="Arial"/>
                  <a:ea typeface="Arial"/>
                  <a:cs typeface="Arial"/>
                </a:defRPr>
              </a:lvl1pPr>
              <a:lvl2pPr algn="ctr">
                <a:defRPr sz="1385" b="0">
                  <a:solidFill>
                    <a:srgbClr val="000000"/>
                  </a:solidFill>
                  <a:latin typeface="Arial"/>
                  <a:ea typeface="Arial"/>
                  <a:cs typeface="Arial"/>
                </a:defRPr>
              </a:lvl2pPr>
              <a:lvl3pPr algn="ctr">
                <a:defRPr sz="1385" b="0">
                  <a:solidFill>
                    <a:srgbClr val="000000"/>
                  </a:solidFill>
                  <a:latin typeface="Arial"/>
                  <a:ea typeface="Arial"/>
                  <a:cs typeface="Arial"/>
                </a:defRPr>
              </a:lvl3pPr>
              <a:lvl4pPr algn="ctr">
                <a:defRPr sz="1385" b="0">
                  <a:solidFill>
                    <a:srgbClr val="000000"/>
                  </a:solidFill>
                  <a:latin typeface="Arial"/>
                  <a:ea typeface="Arial"/>
                  <a:cs typeface="Arial"/>
                </a:defRPr>
              </a:lvl4pPr>
              <a:lvl5pPr algn="ctr">
                <a:defRPr sz="1385" b="0">
                  <a:solidFill>
                    <a:srgbClr val="000000"/>
                  </a:solidFill>
                  <a:latin typeface="Arial"/>
                  <a:ea typeface="Arial"/>
                  <a:cs typeface="Arial"/>
                </a:defRPr>
              </a:lvl5pPr>
              <a:lvl6pPr algn="ctr">
                <a:defRPr sz="1385" b="0">
                  <a:solidFill>
                    <a:srgbClr val="000000"/>
                  </a:solidFill>
                  <a:latin typeface="Arial"/>
                  <a:ea typeface="Arial"/>
                  <a:cs typeface="Arial"/>
                </a:defRPr>
              </a:lvl6pPr>
              <a:lvl7pPr algn="ctr">
                <a:defRPr sz="1385" b="0">
                  <a:solidFill>
                    <a:srgbClr val="000000"/>
                  </a:solidFill>
                  <a:latin typeface="Arial"/>
                  <a:ea typeface="Arial"/>
                  <a:cs typeface="Arial"/>
                </a:defRPr>
              </a:lvl7pPr>
              <a:lvl8pPr algn="ctr">
                <a:defRPr sz="1385" b="0">
                  <a:solidFill>
                    <a:srgbClr val="000000"/>
                  </a:solidFill>
                  <a:latin typeface="Arial"/>
                  <a:ea typeface="Arial"/>
                  <a:cs typeface="Arial"/>
                </a:defRPr>
              </a:lvl8pPr>
              <a:lvl9pPr algn="ctr">
                <a:defRPr sz="1385" b="0">
                  <a:solidFill>
                    <a:srgbClr val="000000"/>
                  </a:solidFill>
                  <a:latin typeface="Arial"/>
                  <a:ea typeface="Arial"/>
                  <a:cs typeface="Arial"/>
                </a:defRPr>
              </a:lvl9pPr>
            </a:lstStyle>
            <a:p>
              <a:pPr algn="ctr">
                <a:defRPr sz="1385" b="0">
                  <a:solidFill>
                    <a:srgbClr val="000000"/>
                  </a:solidFill>
                  <a:latin typeface="Arial"/>
                  <a:ea typeface="Arial"/>
                  <a:cs typeface="Arial"/>
                </a:defRPr>
              </a:pPr>
              <a:r>
                <a:rPr sz="1385" b="0">
                  <a:solidFill>
                    <a:srgbClr val="000000"/>
                  </a:solidFill>
                  <a:latin typeface="Arial"/>
                  <a:ea typeface="Arial"/>
                  <a:cs typeface="Arial"/>
                </a:rPr>
                <a:t>25</a:t>
              </a:r>
            </a:p>
          </p:txBody>
        </p:sp>
        <p:sp>
          <p:nvSpPr>
            <p:cNvPr id="233" name="Scientific line">
              <a:extLst>
                <a:ext uri="{FF2B5EF4-FFF2-40B4-BE49-F238E27FC236}">
                  <ns2:creationId id="{2582A8B6-F5F2-43F3-9F6B-CEC1EB9AB5FE}"/>
                </a:ext>
              </a:extLst>
            </p:cNvPr>
            <p:cNvSpPr>
              <a:spLocks noGrp="1"/>
            </p:cNvSpPr>
            <p:nvPr/>
          </p:nvSpPr>
          <p:spPr>
            <a:xfrm>
              <a:off x="10677979" y="5362575"/>
              <a:ext cx="95" cy="47625"/>
            </a:xfrm>
            <a:custGeom>
              <a:pathLst>
                <a:path w="95" h="47625">
                  <a:moveTo>
                    <a:pt x="0" y="0"/>
                  </a:moveTo>
                  <a:lnTo>
                    <a:pt x="0" y="47625"/>
                  </a:lnTo>
                </a:path>
              </a:pathLst>
            </a:custGeom>
            <a:noFill/>
            <a:ln w="9769">
              <a:solidFill>
                <a:srgbClr val="000000"/>
              </a:solidFill>
              <a:prstDash val="solid"/>
            </a:ln>
          </p:spPr>
        </p:sp>
        <p:sp>
          <p:nvSpPr>
            <p:cNvPr id="234" name="38">
              <a:extLst>
                <a:ext uri="{FF2B5EF4-FFF2-40B4-BE49-F238E27FC236}">
                  <ns2:creationId id="{8E424F05-ED7A-4608-80FD-E43BD3057010}"/>
                </a:ext>
              </a:extLst>
            </p:cNvPr>
            <p:cNvSpPr>
              <a:spLocks noGrp="1"/>
            </p:cNvSpPr>
            <p:nvPr/>
          </p:nvSpPr>
          <p:spPr>
            <a:xfrm>
              <a:off x="10468429" y="5419725"/>
              <a:ext cx="419100" cy="228600"/>
            </a:xfrm>
            <a:prstGeom prst="rect">
              <a:avLst/>
            </a:prstGeom>
            <a:noFill/>
            <a:ln w="0">
              <a:noFill/>
            </a:ln>
          </p:spPr>
          <p:txBody>
            <a:bodyPr wrap="none" lIns="0" tIns="0" rIns="0" bIns="0" anchor="ctr">
              <a:noAutofit/>
            </a:bodyPr>
            <a:lstStyle>
              <a:defPPr algn="ctr">
                <a:defRPr sz="1385" b="0">
                  <a:solidFill>
                    <a:srgbClr val="000000"/>
                  </a:solidFill>
                  <a:latin typeface="Arial"/>
                  <a:ea typeface="Arial"/>
                  <a:cs typeface="Arial"/>
                </a:defRPr>
              </a:defPPr>
              <a:lvl1pPr algn="ctr">
                <a:defRPr sz="1385" b="0">
                  <a:solidFill>
                    <a:srgbClr val="000000"/>
                  </a:solidFill>
                  <a:latin typeface="Arial"/>
                  <a:ea typeface="Arial"/>
                  <a:cs typeface="Arial"/>
                </a:defRPr>
              </a:lvl1pPr>
              <a:lvl2pPr algn="ctr">
                <a:defRPr sz="1385" b="0">
                  <a:solidFill>
                    <a:srgbClr val="000000"/>
                  </a:solidFill>
                  <a:latin typeface="Arial"/>
                  <a:ea typeface="Arial"/>
                  <a:cs typeface="Arial"/>
                </a:defRPr>
              </a:lvl2pPr>
              <a:lvl3pPr algn="ctr">
                <a:defRPr sz="1385" b="0">
                  <a:solidFill>
                    <a:srgbClr val="000000"/>
                  </a:solidFill>
                  <a:latin typeface="Arial"/>
                  <a:ea typeface="Arial"/>
                  <a:cs typeface="Arial"/>
                </a:defRPr>
              </a:lvl3pPr>
              <a:lvl4pPr algn="ctr">
                <a:defRPr sz="1385" b="0">
                  <a:solidFill>
                    <a:srgbClr val="000000"/>
                  </a:solidFill>
                  <a:latin typeface="Arial"/>
                  <a:ea typeface="Arial"/>
                  <a:cs typeface="Arial"/>
                </a:defRPr>
              </a:lvl4pPr>
              <a:lvl5pPr algn="ctr">
                <a:defRPr sz="1385" b="0">
                  <a:solidFill>
                    <a:srgbClr val="000000"/>
                  </a:solidFill>
                  <a:latin typeface="Arial"/>
                  <a:ea typeface="Arial"/>
                  <a:cs typeface="Arial"/>
                </a:defRPr>
              </a:lvl5pPr>
              <a:lvl6pPr algn="ctr">
                <a:defRPr sz="1385" b="0">
                  <a:solidFill>
                    <a:srgbClr val="000000"/>
                  </a:solidFill>
                  <a:latin typeface="Arial"/>
                  <a:ea typeface="Arial"/>
                  <a:cs typeface="Arial"/>
                </a:defRPr>
              </a:lvl6pPr>
              <a:lvl7pPr algn="ctr">
                <a:defRPr sz="1385" b="0">
                  <a:solidFill>
                    <a:srgbClr val="000000"/>
                  </a:solidFill>
                  <a:latin typeface="Arial"/>
                  <a:ea typeface="Arial"/>
                  <a:cs typeface="Arial"/>
                </a:defRPr>
              </a:lvl7pPr>
              <a:lvl8pPr algn="ctr">
                <a:defRPr sz="1385" b="0">
                  <a:solidFill>
                    <a:srgbClr val="000000"/>
                  </a:solidFill>
                  <a:latin typeface="Arial"/>
                  <a:ea typeface="Arial"/>
                  <a:cs typeface="Arial"/>
                </a:defRPr>
              </a:lvl8pPr>
              <a:lvl9pPr algn="ctr">
                <a:defRPr sz="1385" b="0">
                  <a:solidFill>
                    <a:srgbClr val="000000"/>
                  </a:solidFill>
                  <a:latin typeface="Arial"/>
                  <a:ea typeface="Arial"/>
                  <a:cs typeface="Arial"/>
                </a:defRPr>
              </a:lvl9pPr>
            </a:lstStyle>
            <a:p>
              <a:pPr algn="ctr">
                <a:defRPr sz="1385" b="0">
                  <a:solidFill>
                    <a:srgbClr val="000000"/>
                  </a:solidFill>
                  <a:latin typeface="Arial"/>
                  <a:ea typeface="Arial"/>
                  <a:cs typeface="Arial"/>
                </a:defRPr>
              </a:pPr>
              <a:r>
                <a:rPr sz="1385" b="0">
                  <a:solidFill>
                    <a:srgbClr val="000000"/>
                  </a:solidFill>
                  <a:latin typeface="Arial"/>
                  <a:ea typeface="Arial"/>
                  <a:cs typeface="Arial"/>
                </a:rPr>
                <a:t>38</a:t>
              </a:r>
            </a:p>
          </p:txBody>
        </p:sp>
        <p:sp>
          <p:nvSpPr>
            <p:cNvPr id="235" name="Scientific line">
              <a:extLst>
                <a:ext uri="{FF2B5EF4-FFF2-40B4-BE49-F238E27FC236}">
                  <ns2:creationId id="{57B6EC74-DC52-46A8-8CA1-B3206C387012}"/>
                </a:ext>
              </a:extLst>
            </p:cNvPr>
            <p:cNvSpPr>
              <a:spLocks noGrp="1"/>
            </p:cNvSpPr>
            <p:nvPr/>
          </p:nvSpPr>
          <p:spPr>
            <a:xfrm>
              <a:off x="11326586" y="5362575"/>
              <a:ext cx="95" cy="47625"/>
            </a:xfrm>
            <a:custGeom>
              <a:pathLst>
                <a:path w="95" h="47625">
                  <a:moveTo>
                    <a:pt x="0" y="0"/>
                  </a:moveTo>
                  <a:lnTo>
                    <a:pt x="0" y="47625"/>
                  </a:lnTo>
                </a:path>
              </a:pathLst>
            </a:custGeom>
            <a:noFill/>
            <a:ln w="9769">
              <a:solidFill>
                <a:srgbClr val="000000"/>
              </a:solidFill>
              <a:prstDash val="solid"/>
            </a:ln>
          </p:spPr>
        </p:sp>
        <p:sp>
          <p:nvSpPr>
            <p:cNvPr id="236" name="51">
              <a:extLst>
                <a:ext uri="{FF2B5EF4-FFF2-40B4-BE49-F238E27FC236}">
                  <ns2:creationId id="{7D09DA47-F9C2-4434-8391-4C6FB1C1BA5C}"/>
                </a:ext>
              </a:extLst>
            </p:cNvPr>
            <p:cNvSpPr>
              <a:spLocks noGrp="1"/>
            </p:cNvSpPr>
            <p:nvPr/>
          </p:nvSpPr>
          <p:spPr>
            <a:xfrm>
              <a:off x="11117036" y="5419725"/>
              <a:ext cx="419100" cy="228600"/>
            </a:xfrm>
            <a:prstGeom prst="rect">
              <a:avLst/>
            </a:prstGeom>
            <a:noFill/>
            <a:ln w="0">
              <a:noFill/>
            </a:ln>
          </p:spPr>
          <p:txBody>
            <a:bodyPr wrap="none" lIns="0" tIns="0" rIns="0" bIns="0" anchor="ctr">
              <a:noAutofit/>
            </a:bodyPr>
            <a:lstStyle>
              <a:defPPr algn="ctr">
                <a:defRPr sz="1385" b="0">
                  <a:solidFill>
                    <a:srgbClr val="000000"/>
                  </a:solidFill>
                  <a:latin typeface="Arial"/>
                  <a:ea typeface="Arial"/>
                  <a:cs typeface="Arial"/>
                </a:defRPr>
              </a:defPPr>
              <a:lvl1pPr algn="ctr">
                <a:defRPr sz="1385" b="0">
                  <a:solidFill>
                    <a:srgbClr val="000000"/>
                  </a:solidFill>
                  <a:latin typeface="Arial"/>
                  <a:ea typeface="Arial"/>
                  <a:cs typeface="Arial"/>
                </a:defRPr>
              </a:lvl1pPr>
              <a:lvl2pPr algn="ctr">
                <a:defRPr sz="1385" b="0">
                  <a:solidFill>
                    <a:srgbClr val="000000"/>
                  </a:solidFill>
                  <a:latin typeface="Arial"/>
                  <a:ea typeface="Arial"/>
                  <a:cs typeface="Arial"/>
                </a:defRPr>
              </a:lvl2pPr>
              <a:lvl3pPr algn="ctr">
                <a:defRPr sz="1385" b="0">
                  <a:solidFill>
                    <a:srgbClr val="000000"/>
                  </a:solidFill>
                  <a:latin typeface="Arial"/>
                  <a:ea typeface="Arial"/>
                  <a:cs typeface="Arial"/>
                </a:defRPr>
              </a:lvl3pPr>
              <a:lvl4pPr algn="ctr">
                <a:defRPr sz="1385" b="0">
                  <a:solidFill>
                    <a:srgbClr val="000000"/>
                  </a:solidFill>
                  <a:latin typeface="Arial"/>
                  <a:ea typeface="Arial"/>
                  <a:cs typeface="Arial"/>
                </a:defRPr>
              </a:lvl4pPr>
              <a:lvl5pPr algn="ctr">
                <a:defRPr sz="1385" b="0">
                  <a:solidFill>
                    <a:srgbClr val="000000"/>
                  </a:solidFill>
                  <a:latin typeface="Arial"/>
                  <a:ea typeface="Arial"/>
                  <a:cs typeface="Arial"/>
                </a:defRPr>
              </a:lvl5pPr>
              <a:lvl6pPr algn="ctr">
                <a:defRPr sz="1385" b="0">
                  <a:solidFill>
                    <a:srgbClr val="000000"/>
                  </a:solidFill>
                  <a:latin typeface="Arial"/>
                  <a:ea typeface="Arial"/>
                  <a:cs typeface="Arial"/>
                </a:defRPr>
              </a:lvl6pPr>
              <a:lvl7pPr algn="ctr">
                <a:defRPr sz="1385" b="0">
                  <a:solidFill>
                    <a:srgbClr val="000000"/>
                  </a:solidFill>
                  <a:latin typeface="Arial"/>
                  <a:ea typeface="Arial"/>
                  <a:cs typeface="Arial"/>
                </a:defRPr>
              </a:lvl7pPr>
              <a:lvl8pPr algn="ctr">
                <a:defRPr sz="1385" b="0">
                  <a:solidFill>
                    <a:srgbClr val="000000"/>
                  </a:solidFill>
                  <a:latin typeface="Arial"/>
                  <a:ea typeface="Arial"/>
                  <a:cs typeface="Arial"/>
                </a:defRPr>
              </a:lvl8pPr>
              <a:lvl9pPr algn="ctr">
                <a:defRPr sz="1385" b="0">
                  <a:solidFill>
                    <a:srgbClr val="000000"/>
                  </a:solidFill>
                  <a:latin typeface="Arial"/>
                  <a:ea typeface="Arial"/>
                  <a:cs typeface="Arial"/>
                </a:defRPr>
              </a:lvl9pPr>
            </a:lstStyle>
            <a:p>
              <a:pPr algn="ctr">
                <a:defRPr sz="1385" b="0">
                  <a:solidFill>
                    <a:srgbClr val="000000"/>
                  </a:solidFill>
                  <a:latin typeface="Arial"/>
                  <a:ea typeface="Arial"/>
                  <a:cs typeface="Arial"/>
                </a:defRPr>
              </a:pPr>
              <a:r>
                <a:rPr sz="1385" b="0">
                  <a:solidFill>
                    <a:srgbClr val="000000"/>
                  </a:solidFill>
                  <a:latin typeface="Arial"/>
                  <a:ea typeface="Arial"/>
                  <a:cs typeface="Arial"/>
                </a:rPr>
                <a:t>51</a:t>
              </a:r>
            </a:p>
          </p:txBody>
        </p:sp>
        <p:sp>
          <p:nvSpPr>
            <p:cNvPr id="237" name="Scientific line">
              <a:extLst>
                <a:ext uri="{FF2B5EF4-FFF2-40B4-BE49-F238E27FC236}">
                  <ns2:creationId id="{E2F7DC48-8D9A-4337-ADC5-861334D6B2CF}"/>
                </a:ext>
              </a:extLst>
            </p:cNvPr>
            <p:cNvSpPr>
              <a:spLocks noGrp="1"/>
            </p:cNvSpPr>
            <p:nvPr/>
          </p:nvSpPr>
          <p:spPr>
            <a:xfrm>
              <a:off x="11925300" y="5362575"/>
              <a:ext cx="95" cy="47625"/>
            </a:xfrm>
            <a:custGeom>
              <a:pathLst>
                <a:path w="95" h="47625">
                  <a:moveTo>
                    <a:pt x="0" y="0"/>
                  </a:moveTo>
                  <a:lnTo>
                    <a:pt x="0" y="47625"/>
                  </a:lnTo>
                </a:path>
              </a:pathLst>
            </a:custGeom>
            <a:noFill/>
            <a:ln w="9769">
              <a:solidFill>
                <a:srgbClr val="000000"/>
              </a:solidFill>
              <a:prstDash val="solid"/>
            </a:ln>
          </p:spPr>
        </p:sp>
        <p:sp>
          <p:nvSpPr>
            <p:cNvPr id="238" name="63">
              <a:extLst>
                <a:ext uri="{FF2B5EF4-FFF2-40B4-BE49-F238E27FC236}">
                  <ns2:creationId id="{0B8189E1-9B57-4C16-B528-0D117ACA69A5}"/>
                </a:ext>
              </a:extLst>
            </p:cNvPr>
            <p:cNvSpPr>
              <a:spLocks noGrp="1"/>
            </p:cNvSpPr>
            <p:nvPr/>
          </p:nvSpPr>
          <p:spPr>
            <a:xfrm>
              <a:off x="11715750" y="5419725"/>
              <a:ext cx="419100" cy="228600"/>
            </a:xfrm>
            <a:prstGeom prst="rect">
              <a:avLst/>
            </a:prstGeom>
            <a:noFill/>
            <a:ln w="0">
              <a:noFill/>
            </a:ln>
          </p:spPr>
          <p:txBody>
            <a:bodyPr wrap="none" lIns="0" tIns="0" rIns="0" bIns="0" anchor="ctr">
              <a:noAutofit/>
            </a:bodyPr>
            <a:lstStyle>
              <a:defPPr algn="ctr">
                <a:defRPr sz="1385" b="0">
                  <a:solidFill>
                    <a:srgbClr val="000000"/>
                  </a:solidFill>
                  <a:latin typeface="Arial"/>
                  <a:ea typeface="Arial"/>
                  <a:cs typeface="Arial"/>
                </a:defRPr>
              </a:defPPr>
              <a:lvl1pPr algn="ctr">
                <a:defRPr sz="1385" b="0">
                  <a:solidFill>
                    <a:srgbClr val="000000"/>
                  </a:solidFill>
                  <a:latin typeface="Arial"/>
                  <a:ea typeface="Arial"/>
                  <a:cs typeface="Arial"/>
                </a:defRPr>
              </a:lvl1pPr>
              <a:lvl2pPr algn="ctr">
                <a:defRPr sz="1385" b="0">
                  <a:solidFill>
                    <a:srgbClr val="000000"/>
                  </a:solidFill>
                  <a:latin typeface="Arial"/>
                  <a:ea typeface="Arial"/>
                  <a:cs typeface="Arial"/>
                </a:defRPr>
              </a:lvl2pPr>
              <a:lvl3pPr algn="ctr">
                <a:defRPr sz="1385" b="0">
                  <a:solidFill>
                    <a:srgbClr val="000000"/>
                  </a:solidFill>
                  <a:latin typeface="Arial"/>
                  <a:ea typeface="Arial"/>
                  <a:cs typeface="Arial"/>
                </a:defRPr>
              </a:lvl3pPr>
              <a:lvl4pPr algn="ctr">
                <a:defRPr sz="1385" b="0">
                  <a:solidFill>
                    <a:srgbClr val="000000"/>
                  </a:solidFill>
                  <a:latin typeface="Arial"/>
                  <a:ea typeface="Arial"/>
                  <a:cs typeface="Arial"/>
                </a:defRPr>
              </a:lvl4pPr>
              <a:lvl5pPr algn="ctr">
                <a:defRPr sz="1385" b="0">
                  <a:solidFill>
                    <a:srgbClr val="000000"/>
                  </a:solidFill>
                  <a:latin typeface="Arial"/>
                  <a:ea typeface="Arial"/>
                  <a:cs typeface="Arial"/>
                </a:defRPr>
              </a:lvl5pPr>
              <a:lvl6pPr algn="ctr">
                <a:defRPr sz="1385" b="0">
                  <a:solidFill>
                    <a:srgbClr val="000000"/>
                  </a:solidFill>
                  <a:latin typeface="Arial"/>
                  <a:ea typeface="Arial"/>
                  <a:cs typeface="Arial"/>
                </a:defRPr>
              </a:lvl6pPr>
              <a:lvl7pPr algn="ctr">
                <a:defRPr sz="1385" b="0">
                  <a:solidFill>
                    <a:srgbClr val="000000"/>
                  </a:solidFill>
                  <a:latin typeface="Arial"/>
                  <a:ea typeface="Arial"/>
                  <a:cs typeface="Arial"/>
                </a:defRPr>
              </a:lvl7pPr>
              <a:lvl8pPr algn="ctr">
                <a:defRPr sz="1385" b="0">
                  <a:solidFill>
                    <a:srgbClr val="000000"/>
                  </a:solidFill>
                  <a:latin typeface="Arial"/>
                  <a:ea typeface="Arial"/>
                  <a:cs typeface="Arial"/>
                </a:defRPr>
              </a:lvl8pPr>
              <a:lvl9pPr algn="ctr">
                <a:defRPr sz="1385" b="0">
                  <a:solidFill>
                    <a:srgbClr val="000000"/>
                  </a:solidFill>
                  <a:latin typeface="Arial"/>
                  <a:ea typeface="Arial"/>
                  <a:cs typeface="Arial"/>
                </a:defRPr>
              </a:lvl9pPr>
            </a:lstStyle>
            <a:p>
              <a:pPr algn="ctr">
                <a:defRPr sz="1385" b="0">
                  <a:solidFill>
                    <a:srgbClr val="000000"/>
                  </a:solidFill>
                  <a:latin typeface="Arial"/>
                  <a:ea typeface="Arial"/>
                  <a:cs typeface="Arial"/>
                </a:defRPr>
              </a:pPr>
              <a:r>
                <a:rPr sz="1385" b="0">
                  <a:solidFill>
                    <a:srgbClr val="000000"/>
                  </a:solidFill>
                  <a:latin typeface="Arial"/>
                  <a:ea typeface="Arial"/>
                  <a:cs typeface="Arial"/>
                </a:rPr>
                <a:t>63</a:t>
              </a:r>
            </a:p>
          </p:txBody>
        </p:sp>
        <p:sp>
          <p:nvSpPr>
            <p:cNvPr id="239" name="Scientific line">
              <a:extLst>
                <a:ext uri="{FF2B5EF4-FFF2-40B4-BE49-F238E27FC236}">
                  <ns2:creationId id="{F8CBF0F4-E59F-4C5F-AC54-30988121017E}"/>
                </a:ext>
              </a:extLst>
            </p:cNvPr>
            <p:cNvSpPr>
              <a:spLocks noGrp="1"/>
            </p:cNvSpPr>
            <p:nvPr/>
          </p:nvSpPr>
          <p:spPr>
            <a:xfrm>
              <a:off x="8734425" y="5362575"/>
              <a:ext cx="47625" cy="95"/>
            </a:xfrm>
            <a:custGeom>
              <a:pathLst>
                <a:path w="47625" h="95">
                  <a:moveTo>
                    <a:pt x="0" y="0"/>
                  </a:moveTo>
                  <a:lnTo>
                    <a:pt x="47625" y="0"/>
                  </a:lnTo>
                </a:path>
              </a:pathLst>
            </a:custGeom>
            <a:noFill/>
            <a:ln w="9769">
              <a:solidFill>
                <a:srgbClr val="000000"/>
              </a:solidFill>
              <a:prstDash val="solid"/>
            </a:ln>
          </p:spPr>
        </p:sp>
        <p:sp>
          <p:nvSpPr>
            <p:cNvPr id="240" name="0">
              <a:extLst>
                <a:ext uri="{FF2B5EF4-FFF2-40B4-BE49-F238E27FC236}">
                  <ns2:creationId id="{7B96E30F-6307-4940-9DBF-C01F641628FC}"/>
                </a:ext>
              </a:extLst>
            </p:cNvPr>
            <p:cNvSpPr>
              <a:spLocks noGrp="1"/>
            </p:cNvSpPr>
            <p:nvPr/>
          </p:nvSpPr>
          <p:spPr>
            <a:xfrm>
              <a:off x="8210550" y="5248275"/>
              <a:ext cx="476250" cy="228600"/>
            </a:xfrm>
            <a:prstGeom prst="rect">
              <a:avLst/>
            </a:prstGeom>
            <a:noFill/>
            <a:ln w="0">
              <a:noFill/>
            </a:ln>
          </p:spPr>
          <p:txBody>
            <a:bodyPr wrap="none" lIns="0" tIns="0" rIns="0" bIns="0" anchor="ctr">
              <a:noAutofit/>
            </a:bodyPr>
            <a:lstStyle>
              <a:defPPr algn="r">
                <a:defRPr sz="1385" b="0">
                  <a:solidFill>
                    <a:srgbClr val="000000"/>
                  </a:solidFill>
                  <a:latin typeface="Arial"/>
                  <a:ea typeface="Arial"/>
                  <a:cs typeface="Arial"/>
                </a:defRPr>
              </a:defPPr>
              <a:lvl1pPr algn="r">
                <a:defRPr sz="1385" b="0">
                  <a:solidFill>
                    <a:srgbClr val="000000"/>
                  </a:solidFill>
                  <a:latin typeface="Arial"/>
                  <a:ea typeface="Arial"/>
                  <a:cs typeface="Arial"/>
                </a:defRPr>
              </a:lvl1pPr>
              <a:lvl2pPr algn="r">
                <a:defRPr sz="1385" b="0">
                  <a:solidFill>
                    <a:srgbClr val="000000"/>
                  </a:solidFill>
                  <a:latin typeface="Arial"/>
                  <a:ea typeface="Arial"/>
                  <a:cs typeface="Arial"/>
                </a:defRPr>
              </a:lvl2pPr>
              <a:lvl3pPr algn="r">
                <a:defRPr sz="1385" b="0">
                  <a:solidFill>
                    <a:srgbClr val="000000"/>
                  </a:solidFill>
                  <a:latin typeface="Arial"/>
                  <a:ea typeface="Arial"/>
                  <a:cs typeface="Arial"/>
                </a:defRPr>
              </a:lvl3pPr>
              <a:lvl4pPr algn="r">
                <a:defRPr sz="1385" b="0">
                  <a:solidFill>
                    <a:srgbClr val="000000"/>
                  </a:solidFill>
                  <a:latin typeface="Arial"/>
                  <a:ea typeface="Arial"/>
                  <a:cs typeface="Arial"/>
                </a:defRPr>
              </a:lvl4pPr>
              <a:lvl5pPr algn="r">
                <a:defRPr sz="1385" b="0">
                  <a:solidFill>
                    <a:srgbClr val="000000"/>
                  </a:solidFill>
                  <a:latin typeface="Arial"/>
                  <a:ea typeface="Arial"/>
                  <a:cs typeface="Arial"/>
                </a:defRPr>
              </a:lvl5pPr>
              <a:lvl6pPr algn="r">
                <a:defRPr sz="1385" b="0">
                  <a:solidFill>
                    <a:srgbClr val="000000"/>
                  </a:solidFill>
                  <a:latin typeface="Arial"/>
                  <a:ea typeface="Arial"/>
                  <a:cs typeface="Arial"/>
                </a:defRPr>
              </a:lvl6pPr>
              <a:lvl7pPr algn="r">
                <a:defRPr sz="1385" b="0">
                  <a:solidFill>
                    <a:srgbClr val="000000"/>
                  </a:solidFill>
                  <a:latin typeface="Arial"/>
                  <a:ea typeface="Arial"/>
                  <a:cs typeface="Arial"/>
                </a:defRPr>
              </a:lvl7pPr>
              <a:lvl8pPr algn="r">
                <a:defRPr sz="1385" b="0">
                  <a:solidFill>
                    <a:srgbClr val="000000"/>
                  </a:solidFill>
                  <a:latin typeface="Arial"/>
                  <a:ea typeface="Arial"/>
                  <a:cs typeface="Arial"/>
                </a:defRPr>
              </a:lvl8pPr>
              <a:lvl9pPr algn="r">
                <a:defRPr sz="1385" b="0">
                  <a:solidFill>
                    <a:srgbClr val="000000"/>
                  </a:solidFill>
                  <a:latin typeface="Arial"/>
                  <a:ea typeface="Arial"/>
                  <a:cs typeface="Arial"/>
                </a:defRPr>
              </a:lvl9pPr>
            </a:lstStyle>
            <a:p>
              <a:pPr algn="r">
                <a:defRPr sz="1385" b="0">
                  <a:solidFill>
                    <a:srgbClr val="000000"/>
                  </a:solidFill>
                  <a:latin typeface="Arial"/>
                  <a:ea typeface="Arial"/>
                  <a:cs typeface="Arial"/>
                </a:defRPr>
              </a:pPr>
              <a:r>
                <a:rPr sz="1385" b="0">
                  <a:solidFill>
                    <a:srgbClr val="000000"/>
                  </a:solidFill>
                  <a:latin typeface="Arial"/>
                  <a:ea typeface="Arial"/>
                  <a:cs typeface="Arial"/>
                </a:rPr>
                <a:t>0</a:t>
              </a:r>
            </a:p>
          </p:txBody>
        </p:sp>
        <p:sp>
          <p:nvSpPr>
            <p:cNvPr id="241" name="Scientific line">
              <a:extLst>
                <a:ext uri="{FF2B5EF4-FFF2-40B4-BE49-F238E27FC236}">
                  <ns2:creationId id="{62190CA1-5801-41C7-AAD5-1980FBD23346}"/>
                </a:ext>
              </a:extLst>
            </p:cNvPr>
            <p:cNvSpPr>
              <a:spLocks noGrp="1"/>
            </p:cNvSpPr>
            <p:nvPr/>
          </p:nvSpPr>
          <p:spPr>
            <a:xfrm>
              <a:off x="8734425" y="4759325"/>
              <a:ext cx="47625" cy="95"/>
            </a:xfrm>
            <a:custGeom>
              <a:pathLst>
                <a:path w="47625" h="95">
                  <a:moveTo>
                    <a:pt x="0" y="0"/>
                  </a:moveTo>
                  <a:lnTo>
                    <a:pt x="47625" y="0"/>
                  </a:lnTo>
                </a:path>
              </a:pathLst>
            </a:custGeom>
            <a:noFill/>
            <a:ln w="9769">
              <a:solidFill>
                <a:srgbClr val="000000"/>
              </a:solidFill>
              <a:prstDash val="solid"/>
            </a:ln>
          </p:spPr>
        </p:sp>
        <p:sp>
          <p:nvSpPr>
            <p:cNvPr id="242" name="40">
              <a:extLst>
                <a:ext uri="{FF2B5EF4-FFF2-40B4-BE49-F238E27FC236}">
                  <ns2:creationId id="{CBF4E3B7-2345-4E44-83E1-B9A14627928F}"/>
                </a:ext>
              </a:extLst>
            </p:cNvPr>
            <p:cNvSpPr>
              <a:spLocks noGrp="1"/>
            </p:cNvSpPr>
            <p:nvPr/>
          </p:nvSpPr>
          <p:spPr>
            <a:xfrm>
              <a:off x="8210550" y="4645025"/>
              <a:ext cx="476250" cy="228600"/>
            </a:xfrm>
            <a:prstGeom prst="rect">
              <a:avLst/>
            </a:prstGeom>
            <a:noFill/>
            <a:ln w="0">
              <a:noFill/>
            </a:ln>
          </p:spPr>
          <p:txBody>
            <a:bodyPr wrap="none" lIns="0" tIns="0" rIns="0" bIns="0" anchor="ctr">
              <a:noAutofit/>
            </a:bodyPr>
            <a:lstStyle>
              <a:defPPr algn="r">
                <a:defRPr sz="1385" b="0">
                  <a:solidFill>
                    <a:srgbClr val="000000"/>
                  </a:solidFill>
                  <a:latin typeface="Arial"/>
                  <a:ea typeface="Arial"/>
                  <a:cs typeface="Arial"/>
                </a:defRPr>
              </a:defPPr>
              <a:lvl1pPr algn="r">
                <a:defRPr sz="1385" b="0">
                  <a:solidFill>
                    <a:srgbClr val="000000"/>
                  </a:solidFill>
                  <a:latin typeface="Arial"/>
                  <a:ea typeface="Arial"/>
                  <a:cs typeface="Arial"/>
                </a:defRPr>
              </a:lvl1pPr>
              <a:lvl2pPr algn="r">
                <a:defRPr sz="1385" b="0">
                  <a:solidFill>
                    <a:srgbClr val="000000"/>
                  </a:solidFill>
                  <a:latin typeface="Arial"/>
                  <a:ea typeface="Arial"/>
                  <a:cs typeface="Arial"/>
                </a:defRPr>
              </a:lvl2pPr>
              <a:lvl3pPr algn="r">
                <a:defRPr sz="1385" b="0">
                  <a:solidFill>
                    <a:srgbClr val="000000"/>
                  </a:solidFill>
                  <a:latin typeface="Arial"/>
                  <a:ea typeface="Arial"/>
                  <a:cs typeface="Arial"/>
                </a:defRPr>
              </a:lvl3pPr>
              <a:lvl4pPr algn="r">
                <a:defRPr sz="1385" b="0">
                  <a:solidFill>
                    <a:srgbClr val="000000"/>
                  </a:solidFill>
                  <a:latin typeface="Arial"/>
                  <a:ea typeface="Arial"/>
                  <a:cs typeface="Arial"/>
                </a:defRPr>
              </a:lvl4pPr>
              <a:lvl5pPr algn="r">
                <a:defRPr sz="1385" b="0">
                  <a:solidFill>
                    <a:srgbClr val="000000"/>
                  </a:solidFill>
                  <a:latin typeface="Arial"/>
                  <a:ea typeface="Arial"/>
                  <a:cs typeface="Arial"/>
                </a:defRPr>
              </a:lvl5pPr>
              <a:lvl6pPr algn="r">
                <a:defRPr sz="1385" b="0">
                  <a:solidFill>
                    <a:srgbClr val="000000"/>
                  </a:solidFill>
                  <a:latin typeface="Arial"/>
                  <a:ea typeface="Arial"/>
                  <a:cs typeface="Arial"/>
                </a:defRPr>
              </a:lvl6pPr>
              <a:lvl7pPr algn="r">
                <a:defRPr sz="1385" b="0">
                  <a:solidFill>
                    <a:srgbClr val="000000"/>
                  </a:solidFill>
                  <a:latin typeface="Arial"/>
                  <a:ea typeface="Arial"/>
                  <a:cs typeface="Arial"/>
                </a:defRPr>
              </a:lvl7pPr>
              <a:lvl8pPr algn="r">
                <a:defRPr sz="1385" b="0">
                  <a:solidFill>
                    <a:srgbClr val="000000"/>
                  </a:solidFill>
                  <a:latin typeface="Arial"/>
                  <a:ea typeface="Arial"/>
                  <a:cs typeface="Arial"/>
                </a:defRPr>
              </a:lvl8pPr>
              <a:lvl9pPr algn="r">
                <a:defRPr sz="1385" b="0">
                  <a:solidFill>
                    <a:srgbClr val="000000"/>
                  </a:solidFill>
                  <a:latin typeface="Arial"/>
                  <a:ea typeface="Arial"/>
                  <a:cs typeface="Arial"/>
                </a:defRPr>
              </a:lvl9pPr>
            </a:lstStyle>
            <a:p>
              <a:pPr algn="r">
                <a:defRPr sz="1385" b="0">
                  <a:solidFill>
                    <a:srgbClr val="000000"/>
                  </a:solidFill>
                  <a:latin typeface="Arial"/>
                  <a:ea typeface="Arial"/>
                  <a:cs typeface="Arial"/>
                </a:defRPr>
              </a:pPr>
              <a:r>
                <a:rPr sz="1385" b="0">
                  <a:solidFill>
                    <a:srgbClr val="000000"/>
                  </a:solidFill>
                  <a:latin typeface="Arial"/>
                  <a:ea typeface="Arial"/>
                  <a:cs typeface="Arial"/>
                </a:rPr>
                <a:t>40</a:t>
              </a:r>
            </a:p>
          </p:txBody>
        </p:sp>
        <p:sp>
          <p:nvSpPr>
            <p:cNvPr id="243" name="Scientific line">
              <a:extLst>
                <a:ext uri="{FF2B5EF4-FFF2-40B4-BE49-F238E27FC236}">
                  <ns2:creationId id="{94262B0A-7215-4612-BC88-918A02CBDC1C}"/>
                </a:ext>
              </a:extLst>
            </p:cNvPr>
            <p:cNvSpPr>
              <a:spLocks noGrp="1"/>
            </p:cNvSpPr>
            <p:nvPr/>
          </p:nvSpPr>
          <p:spPr>
            <a:xfrm>
              <a:off x="8734425" y="4156075"/>
              <a:ext cx="47625" cy="95"/>
            </a:xfrm>
            <a:custGeom>
              <a:pathLst>
                <a:path w="47625" h="95">
                  <a:moveTo>
                    <a:pt x="0" y="0"/>
                  </a:moveTo>
                  <a:lnTo>
                    <a:pt x="47625" y="0"/>
                  </a:lnTo>
                </a:path>
              </a:pathLst>
            </a:custGeom>
            <a:noFill/>
            <a:ln w="9769">
              <a:solidFill>
                <a:srgbClr val="000000"/>
              </a:solidFill>
              <a:prstDash val="solid"/>
            </a:ln>
          </p:spPr>
        </p:sp>
        <p:sp>
          <p:nvSpPr>
            <p:cNvPr id="244" name="80">
              <a:extLst>
                <a:ext uri="{FF2B5EF4-FFF2-40B4-BE49-F238E27FC236}">
                  <ns2:creationId id="{03C88EDF-D262-43B0-96A0-A33B2C1B2A37}"/>
                </a:ext>
              </a:extLst>
            </p:cNvPr>
            <p:cNvSpPr>
              <a:spLocks noGrp="1"/>
            </p:cNvSpPr>
            <p:nvPr/>
          </p:nvSpPr>
          <p:spPr>
            <a:xfrm>
              <a:off x="8210550" y="4041775"/>
              <a:ext cx="476250" cy="228600"/>
            </a:xfrm>
            <a:prstGeom prst="rect">
              <a:avLst/>
            </a:prstGeom>
            <a:noFill/>
            <a:ln w="0">
              <a:noFill/>
            </a:ln>
          </p:spPr>
          <p:txBody>
            <a:bodyPr wrap="none" lIns="0" tIns="0" rIns="0" bIns="0" anchor="ctr">
              <a:noAutofit/>
            </a:bodyPr>
            <a:lstStyle>
              <a:defPPr algn="r">
                <a:defRPr sz="1385" b="0">
                  <a:solidFill>
                    <a:srgbClr val="000000"/>
                  </a:solidFill>
                  <a:latin typeface="Arial"/>
                  <a:ea typeface="Arial"/>
                  <a:cs typeface="Arial"/>
                </a:defRPr>
              </a:defPPr>
              <a:lvl1pPr algn="r">
                <a:defRPr sz="1385" b="0">
                  <a:solidFill>
                    <a:srgbClr val="000000"/>
                  </a:solidFill>
                  <a:latin typeface="Arial"/>
                  <a:ea typeface="Arial"/>
                  <a:cs typeface="Arial"/>
                </a:defRPr>
              </a:lvl1pPr>
              <a:lvl2pPr algn="r">
                <a:defRPr sz="1385" b="0">
                  <a:solidFill>
                    <a:srgbClr val="000000"/>
                  </a:solidFill>
                  <a:latin typeface="Arial"/>
                  <a:ea typeface="Arial"/>
                  <a:cs typeface="Arial"/>
                </a:defRPr>
              </a:lvl2pPr>
              <a:lvl3pPr algn="r">
                <a:defRPr sz="1385" b="0">
                  <a:solidFill>
                    <a:srgbClr val="000000"/>
                  </a:solidFill>
                  <a:latin typeface="Arial"/>
                  <a:ea typeface="Arial"/>
                  <a:cs typeface="Arial"/>
                </a:defRPr>
              </a:lvl3pPr>
              <a:lvl4pPr algn="r">
                <a:defRPr sz="1385" b="0">
                  <a:solidFill>
                    <a:srgbClr val="000000"/>
                  </a:solidFill>
                  <a:latin typeface="Arial"/>
                  <a:ea typeface="Arial"/>
                  <a:cs typeface="Arial"/>
                </a:defRPr>
              </a:lvl4pPr>
              <a:lvl5pPr algn="r">
                <a:defRPr sz="1385" b="0">
                  <a:solidFill>
                    <a:srgbClr val="000000"/>
                  </a:solidFill>
                  <a:latin typeface="Arial"/>
                  <a:ea typeface="Arial"/>
                  <a:cs typeface="Arial"/>
                </a:defRPr>
              </a:lvl5pPr>
              <a:lvl6pPr algn="r">
                <a:defRPr sz="1385" b="0">
                  <a:solidFill>
                    <a:srgbClr val="000000"/>
                  </a:solidFill>
                  <a:latin typeface="Arial"/>
                  <a:ea typeface="Arial"/>
                  <a:cs typeface="Arial"/>
                </a:defRPr>
              </a:lvl6pPr>
              <a:lvl7pPr algn="r">
                <a:defRPr sz="1385" b="0">
                  <a:solidFill>
                    <a:srgbClr val="000000"/>
                  </a:solidFill>
                  <a:latin typeface="Arial"/>
                  <a:ea typeface="Arial"/>
                  <a:cs typeface="Arial"/>
                </a:defRPr>
              </a:lvl7pPr>
              <a:lvl8pPr algn="r">
                <a:defRPr sz="1385" b="0">
                  <a:solidFill>
                    <a:srgbClr val="000000"/>
                  </a:solidFill>
                  <a:latin typeface="Arial"/>
                  <a:ea typeface="Arial"/>
                  <a:cs typeface="Arial"/>
                </a:defRPr>
              </a:lvl8pPr>
              <a:lvl9pPr algn="r">
                <a:defRPr sz="1385" b="0">
                  <a:solidFill>
                    <a:srgbClr val="000000"/>
                  </a:solidFill>
                  <a:latin typeface="Arial"/>
                  <a:ea typeface="Arial"/>
                  <a:cs typeface="Arial"/>
                </a:defRPr>
              </a:lvl9pPr>
            </a:lstStyle>
            <a:p>
              <a:pPr algn="r">
                <a:defRPr sz="1385" b="0">
                  <a:solidFill>
                    <a:srgbClr val="000000"/>
                  </a:solidFill>
                  <a:latin typeface="Arial"/>
                  <a:ea typeface="Arial"/>
                  <a:cs typeface="Arial"/>
                </a:defRPr>
              </a:pPr>
              <a:r>
                <a:rPr sz="1385" b="0">
                  <a:solidFill>
                    <a:srgbClr val="000000"/>
                  </a:solidFill>
                  <a:latin typeface="Arial"/>
                  <a:ea typeface="Arial"/>
                  <a:cs typeface="Arial"/>
                </a:rPr>
                <a:t>80</a:t>
              </a:r>
            </a:p>
          </p:txBody>
        </p:sp>
        <p:sp>
          <p:nvSpPr>
            <p:cNvPr id="245" name="Scientific line">
              <a:extLst>
                <a:ext uri="{FF2B5EF4-FFF2-40B4-BE49-F238E27FC236}">
                  <ns2:creationId id="{96D0EA47-47C9-4BF3-9261-FFE32C0EEC24}"/>
                </a:ext>
              </a:extLst>
            </p:cNvPr>
            <p:cNvSpPr>
              <a:spLocks noGrp="1"/>
            </p:cNvSpPr>
            <p:nvPr/>
          </p:nvSpPr>
          <p:spPr>
            <a:xfrm>
              <a:off x="8734425" y="3552825"/>
              <a:ext cx="47625" cy="95"/>
            </a:xfrm>
            <a:custGeom>
              <a:pathLst>
                <a:path w="47625" h="95">
                  <a:moveTo>
                    <a:pt x="0" y="0"/>
                  </a:moveTo>
                  <a:lnTo>
                    <a:pt x="47625" y="0"/>
                  </a:lnTo>
                </a:path>
              </a:pathLst>
            </a:custGeom>
            <a:noFill/>
            <a:ln w="9769">
              <a:solidFill>
                <a:srgbClr val="000000"/>
              </a:solidFill>
              <a:prstDash val="solid"/>
            </a:ln>
          </p:spPr>
        </p:sp>
        <p:sp>
          <p:nvSpPr>
            <p:cNvPr id="246" name="120">
              <a:extLst>
                <a:ext uri="{FF2B5EF4-FFF2-40B4-BE49-F238E27FC236}">
                  <ns2:creationId id="{C0782F1F-8A84-4554-A6D7-73996CC326BB}"/>
                </a:ext>
              </a:extLst>
            </p:cNvPr>
            <p:cNvSpPr>
              <a:spLocks noGrp="1"/>
            </p:cNvSpPr>
            <p:nvPr/>
          </p:nvSpPr>
          <p:spPr>
            <a:xfrm>
              <a:off x="8210550" y="3438525"/>
              <a:ext cx="476250" cy="228600"/>
            </a:xfrm>
            <a:prstGeom prst="rect">
              <a:avLst/>
            </a:prstGeom>
            <a:noFill/>
            <a:ln w="0">
              <a:noFill/>
            </a:ln>
          </p:spPr>
          <p:txBody>
            <a:bodyPr wrap="none" lIns="0" tIns="0" rIns="0" bIns="0" anchor="ctr">
              <a:noAutofit/>
            </a:bodyPr>
            <a:lstStyle>
              <a:defPPr algn="r">
                <a:defRPr sz="1385" b="0">
                  <a:solidFill>
                    <a:srgbClr val="000000"/>
                  </a:solidFill>
                  <a:latin typeface="Arial"/>
                  <a:ea typeface="Arial"/>
                  <a:cs typeface="Arial"/>
                </a:defRPr>
              </a:defPPr>
              <a:lvl1pPr algn="r">
                <a:defRPr sz="1385" b="0">
                  <a:solidFill>
                    <a:srgbClr val="000000"/>
                  </a:solidFill>
                  <a:latin typeface="Arial"/>
                  <a:ea typeface="Arial"/>
                  <a:cs typeface="Arial"/>
                </a:defRPr>
              </a:lvl1pPr>
              <a:lvl2pPr algn="r">
                <a:defRPr sz="1385" b="0">
                  <a:solidFill>
                    <a:srgbClr val="000000"/>
                  </a:solidFill>
                  <a:latin typeface="Arial"/>
                  <a:ea typeface="Arial"/>
                  <a:cs typeface="Arial"/>
                </a:defRPr>
              </a:lvl2pPr>
              <a:lvl3pPr algn="r">
                <a:defRPr sz="1385" b="0">
                  <a:solidFill>
                    <a:srgbClr val="000000"/>
                  </a:solidFill>
                  <a:latin typeface="Arial"/>
                  <a:ea typeface="Arial"/>
                  <a:cs typeface="Arial"/>
                </a:defRPr>
              </a:lvl3pPr>
              <a:lvl4pPr algn="r">
                <a:defRPr sz="1385" b="0">
                  <a:solidFill>
                    <a:srgbClr val="000000"/>
                  </a:solidFill>
                  <a:latin typeface="Arial"/>
                  <a:ea typeface="Arial"/>
                  <a:cs typeface="Arial"/>
                </a:defRPr>
              </a:lvl4pPr>
              <a:lvl5pPr algn="r">
                <a:defRPr sz="1385" b="0">
                  <a:solidFill>
                    <a:srgbClr val="000000"/>
                  </a:solidFill>
                  <a:latin typeface="Arial"/>
                  <a:ea typeface="Arial"/>
                  <a:cs typeface="Arial"/>
                </a:defRPr>
              </a:lvl5pPr>
              <a:lvl6pPr algn="r">
                <a:defRPr sz="1385" b="0">
                  <a:solidFill>
                    <a:srgbClr val="000000"/>
                  </a:solidFill>
                  <a:latin typeface="Arial"/>
                  <a:ea typeface="Arial"/>
                  <a:cs typeface="Arial"/>
                </a:defRPr>
              </a:lvl6pPr>
              <a:lvl7pPr algn="r">
                <a:defRPr sz="1385" b="0">
                  <a:solidFill>
                    <a:srgbClr val="000000"/>
                  </a:solidFill>
                  <a:latin typeface="Arial"/>
                  <a:ea typeface="Arial"/>
                  <a:cs typeface="Arial"/>
                </a:defRPr>
              </a:lvl7pPr>
              <a:lvl8pPr algn="r">
                <a:defRPr sz="1385" b="0">
                  <a:solidFill>
                    <a:srgbClr val="000000"/>
                  </a:solidFill>
                  <a:latin typeface="Arial"/>
                  <a:ea typeface="Arial"/>
                  <a:cs typeface="Arial"/>
                </a:defRPr>
              </a:lvl8pPr>
              <a:lvl9pPr algn="r">
                <a:defRPr sz="1385" b="0">
                  <a:solidFill>
                    <a:srgbClr val="000000"/>
                  </a:solidFill>
                  <a:latin typeface="Arial"/>
                  <a:ea typeface="Arial"/>
                  <a:cs typeface="Arial"/>
                </a:defRPr>
              </a:lvl9pPr>
            </a:lstStyle>
            <a:p>
              <a:pPr algn="r">
                <a:defRPr sz="1385" b="0">
                  <a:solidFill>
                    <a:srgbClr val="000000"/>
                  </a:solidFill>
                  <a:latin typeface="Arial"/>
                  <a:ea typeface="Arial"/>
                  <a:cs typeface="Arial"/>
                </a:defRPr>
              </a:pPr>
              <a:r>
                <a:rPr sz="1385" b="0">
                  <a:solidFill>
                    <a:srgbClr val="000000"/>
                  </a:solidFill>
                  <a:latin typeface="Arial"/>
                  <a:ea typeface="Arial"/>
                  <a:cs typeface="Arial"/>
                </a:rPr>
                <a:t>120</a:t>
              </a:r>
            </a:p>
          </p:txBody>
        </p:sp>
        <p:sp>
          <p:nvSpPr>
            <p:cNvPr id="247" name="Time">
              <a:extLst>
                <a:ext uri="{FF2B5EF4-FFF2-40B4-BE49-F238E27FC236}">
                  <ns2:creationId id="{02445804-66B7-4182-90CD-22DFEC9F9DBB}"/>
                </a:ext>
              </a:extLst>
            </p:cNvPr>
            <p:cNvSpPr>
              <a:spLocks noGrp="1"/>
            </p:cNvSpPr>
            <p:nvPr/>
          </p:nvSpPr>
          <p:spPr>
            <a:xfrm>
              <a:off x="8782050" y="5667375"/>
              <a:ext cx="3143250" cy="247650"/>
            </a:xfrm>
            <a:prstGeom prst="rect">
              <a:avLst/>
            </a:prstGeom>
            <a:noFill/>
            <a:ln w="0">
              <a:noFill/>
            </a:ln>
          </p:spPr>
          <p:txBody>
            <a:bodyPr wrap="none" lIns="0" tIns="0" rIns="0" bIns="0" anchor="ctr">
              <a:noAutofit/>
            </a:bodyPr>
            <a:lstStyle>
              <a:defPPr algn="ctr">
                <a:defRPr sz="1538" b="0">
                  <a:solidFill>
                    <a:srgbClr val="000000"/>
                  </a:solidFill>
                  <a:latin typeface="Arial"/>
                  <a:ea typeface="Arial"/>
                  <a:cs typeface="Arial"/>
                </a:defRPr>
              </a:defPPr>
              <a:lvl1pPr algn="ctr">
                <a:defRPr sz="1538" b="0">
                  <a:solidFill>
                    <a:srgbClr val="000000"/>
                  </a:solidFill>
                  <a:latin typeface="Arial"/>
                  <a:ea typeface="Arial"/>
                  <a:cs typeface="Arial"/>
                </a:defRPr>
              </a:lvl1pPr>
              <a:lvl2pPr algn="ctr">
                <a:defRPr sz="1538" b="0">
                  <a:solidFill>
                    <a:srgbClr val="000000"/>
                  </a:solidFill>
                  <a:latin typeface="Arial"/>
                  <a:ea typeface="Arial"/>
                  <a:cs typeface="Arial"/>
                </a:defRPr>
              </a:lvl2pPr>
              <a:lvl3pPr algn="ctr">
                <a:defRPr sz="1538" b="0">
                  <a:solidFill>
                    <a:srgbClr val="000000"/>
                  </a:solidFill>
                  <a:latin typeface="Arial"/>
                  <a:ea typeface="Arial"/>
                  <a:cs typeface="Arial"/>
                </a:defRPr>
              </a:lvl3pPr>
              <a:lvl4pPr algn="ctr">
                <a:defRPr sz="1538" b="0">
                  <a:solidFill>
                    <a:srgbClr val="000000"/>
                  </a:solidFill>
                  <a:latin typeface="Arial"/>
                  <a:ea typeface="Arial"/>
                  <a:cs typeface="Arial"/>
                </a:defRPr>
              </a:lvl4pPr>
              <a:lvl5pPr algn="ctr">
                <a:defRPr sz="1538" b="0">
                  <a:solidFill>
                    <a:srgbClr val="000000"/>
                  </a:solidFill>
                  <a:latin typeface="Arial"/>
                  <a:ea typeface="Arial"/>
                  <a:cs typeface="Arial"/>
                </a:defRPr>
              </a:lvl5pPr>
              <a:lvl6pPr algn="ctr">
                <a:defRPr sz="1538" b="0">
                  <a:solidFill>
                    <a:srgbClr val="000000"/>
                  </a:solidFill>
                  <a:latin typeface="Arial"/>
                  <a:ea typeface="Arial"/>
                  <a:cs typeface="Arial"/>
                </a:defRPr>
              </a:lvl6pPr>
              <a:lvl7pPr algn="ctr">
                <a:defRPr sz="1538" b="0">
                  <a:solidFill>
                    <a:srgbClr val="000000"/>
                  </a:solidFill>
                  <a:latin typeface="Arial"/>
                  <a:ea typeface="Arial"/>
                  <a:cs typeface="Arial"/>
                </a:defRPr>
              </a:lvl7pPr>
              <a:lvl8pPr algn="ctr">
                <a:defRPr sz="1538" b="0">
                  <a:solidFill>
                    <a:srgbClr val="000000"/>
                  </a:solidFill>
                  <a:latin typeface="Arial"/>
                  <a:ea typeface="Arial"/>
                  <a:cs typeface="Arial"/>
                </a:defRPr>
              </a:lvl8pPr>
              <a:lvl9pPr algn="ctr">
                <a:defRPr sz="1538" b="0">
                  <a:solidFill>
                    <a:srgbClr val="000000"/>
                  </a:solidFill>
                  <a:latin typeface="Arial"/>
                  <a:ea typeface="Arial"/>
                  <a:cs typeface="Arial"/>
                </a:defRPr>
              </a:lvl9pPr>
            </a:lstStyle>
            <a:p>
              <a:pPr algn="ctr">
                <a:defRPr sz="1538" b="0">
                  <a:solidFill>
                    <a:srgbClr val="000000"/>
                  </a:solidFill>
                  <a:latin typeface="Arial"/>
                  <a:ea typeface="Arial"/>
                  <a:cs typeface="Arial"/>
                </a:defRPr>
              </a:pPr>
              <a:r>
                <a:rPr sz="1538" b="0">
                  <a:solidFill>
                    <a:srgbClr val="000000"/>
                  </a:solidFill>
                  <a:latin typeface="Arial"/>
                  <a:ea typeface="Arial"/>
                  <a:cs typeface="Arial"/>
                </a:rPr>
                <a:t>Time</a:t>
              </a:r>
            </a:p>
          </p:txBody>
        </p:sp>
      </p:grpSp>
    </p:spTree>
    <p:extLst>
      <p:ext uri="{BB962C8B-B14F-4D97-AF65-F5344CB8AC3E}">
        <ns4:creationId val="1169612716"/>
      </p:ext>
    </p:extLst>
  </p:cSld>
</p:sld>
</file>

<file path=ppt/slides/slide7.xml><?xml version="1.0" encoding="utf-8"?>
<p:sld xmlns:a="http://schemas.openxmlformats.org/drawingml/2006/main" xmlns:ns2="http://schemas.microsoft.com/office/drawing/2014/main" xmlns:ns4="http://schemas.microsoft.com/office/powerpoint/2010/main" xmlns:p="http://schemas.openxmlformats.org/presentationml/2006/main" xmlns:r="http://schemas.openxmlformats.org/officeDocument/2006/relationships">
  <p:cSld>
    <p:bg>
      <p:bgPr>
        <a:solidFill>
          <a:srgbClr val="FFFFFF"/>
        </a:solidFill>
      </p:bgPr>
    </p:bg>
    <p:spTree>
      <p:nvGrpSpPr>
        <p:cNvPr id="1" name=""/>
        <p:cNvGrpSpPr/>
        <p:nvPr/>
      </p:nvGrpSpPr>
      <p:grpSpPr>
        <a:xfrm/>
      </p:grpSpPr>
      <p:grpSp>
        <p:nvGrpSpPr>
          <p:cNvPr id="301" name="Manuscript Figure 7: Wildfires: actual FRP cell geometry, analysis input and measured layout trade-off"/>
          <p:cNvGrpSpPr/>
          <p:nvPr/>
        </p:nvGrpSpPr>
        <p:grpSpPr>
          <a:xfrm>
            <a:off x="2612994" y="0"/>
            <a:ext cx="7575612" cy="6096000"/>
            <a:chOff x="0" y="0"/>
            <a:chExt cx="12192000" cy="9810750"/>
          </a:xfrm>
        </p:grpSpPr>
        <p:sp>
          <p:nvSpPr>
            <p:cNvPr id="224" name="text_000">
              <a:extLst>
                <a:ext uri="{FF2B5EF4-FFF2-40B4-BE49-F238E27FC236}">
                  <ns2:creationId id="{79F9ACDB-08FE-4559-8C03-013CECEDAFFB}"/>
                </a:ext>
              </a:extLst>
            </p:cNvPr>
            <p:cNvSpPr>
              <a:spLocks noGrp="1"/>
            </p:cNvSpPr>
            <p:nvPr/>
          </p:nvSpPr>
          <p:spPr>
            <a:xfrm rot="0">
              <a:off x="171450" y="2305050"/>
              <a:ext cx="8191500" cy="295275"/>
            </a:xfrm>
            <a:prstGeom prst="rect">
              <a:avLst/>
            </a:prstGeom>
            <a:noFill/>
            <a:ln w="0">
              <a:noFill/>
              <a:prstDash val="solid"/>
            </a:ln>
          </p:spPr>
          <p:txBody>
            <a:bodyPr wrap="none" lIns="0" tIns="0" rIns="0" bIns="0" anchor="t">
              <a:noAutofit/>
            </a:bodyPr>
            <a:lstStyle>
              <a:defPPr algn="l">
                <a:defRPr sz="1072" b="1">
                  <a:solidFill>
                    <a:srgbClr val="000000"/>
                  </a:solidFill>
                  <a:latin typeface="Arial"/>
                  <a:ea typeface="Arial"/>
                  <a:cs typeface="Arial"/>
                </a:defRPr>
              </a:defPPr>
              <a:lvl1pPr algn="l">
                <a:defRPr sz="1072" b="1">
                  <a:solidFill>
                    <a:srgbClr val="000000"/>
                  </a:solidFill>
                  <a:latin typeface="Arial"/>
                  <a:ea typeface="Arial"/>
                  <a:cs typeface="Arial"/>
                </a:defRPr>
              </a:lvl1pPr>
              <a:lvl2pPr algn="l">
                <a:defRPr sz="1072" b="1">
                  <a:solidFill>
                    <a:srgbClr val="000000"/>
                  </a:solidFill>
                  <a:latin typeface="Arial"/>
                  <a:ea typeface="Arial"/>
                  <a:cs typeface="Arial"/>
                </a:defRPr>
              </a:lvl2pPr>
              <a:lvl3pPr algn="l">
                <a:defRPr sz="1072" b="1">
                  <a:solidFill>
                    <a:srgbClr val="000000"/>
                  </a:solidFill>
                  <a:latin typeface="Arial"/>
                  <a:ea typeface="Arial"/>
                  <a:cs typeface="Arial"/>
                </a:defRPr>
              </a:lvl3pPr>
              <a:lvl4pPr algn="l">
                <a:defRPr sz="1072" b="1">
                  <a:solidFill>
                    <a:srgbClr val="000000"/>
                  </a:solidFill>
                  <a:latin typeface="Arial"/>
                  <a:ea typeface="Arial"/>
                  <a:cs typeface="Arial"/>
                </a:defRPr>
              </a:lvl4pPr>
              <a:lvl5pPr algn="l">
                <a:defRPr sz="1072" b="1">
                  <a:solidFill>
                    <a:srgbClr val="000000"/>
                  </a:solidFill>
                  <a:latin typeface="Arial"/>
                  <a:ea typeface="Arial"/>
                  <a:cs typeface="Arial"/>
                </a:defRPr>
              </a:lvl5pPr>
              <a:lvl6pPr algn="l">
                <a:defRPr sz="1072" b="1">
                  <a:solidFill>
                    <a:srgbClr val="000000"/>
                  </a:solidFill>
                  <a:latin typeface="Arial"/>
                  <a:ea typeface="Arial"/>
                  <a:cs typeface="Arial"/>
                </a:defRPr>
              </a:lvl6pPr>
              <a:lvl7pPr algn="l">
                <a:defRPr sz="1072" b="1">
                  <a:solidFill>
                    <a:srgbClr val="000000"/>
                  </a:solidFill>
                  <a:latin typeface="Arial"/>
                  <a:ea typeface="Arial"/>
                  <a:cs typeface="Arial"/>
                </a:defRPr>
              </a:lvl7pPr>
              <a:lvl8pPr algn="l">
                <a:defRPr sz="1072" b="1">
                  <a:solidFill>
                    <a:srgbClr val="000000"/>
                  </a:solidFill>
                  <a:latin typeface="Arial"/>
                  <a:ea typeface="Arial"/>
                  <a:cs typeface="Arial"/>
                </a:defRPr>
              </a:lvl8pPr>
              <a:lvl9pPr algn="l">
                <a:defRPr sz="1072" b="1">
                  <a:solidFill>
                    <a:srgbClr val="000000"/>
                  </a:solidFill>
                  <a:latin typeface="Arial"/>
                  <a:ea typeface="Arial"/>
                  <a:cs typeface="Arial"/>
                </a:defRPr>
              </a:lvl9pPr>
            </a:lstStyle>
            <a:p>
              <a:pPr algn="l">
                <a:defRPr sz="1072" b="1">
                  <a:solidFill>
                    <a:srgbClr val="000000"/>
                  </a:solidFill>
                  <a:latin typeface="Arial"/>
                  <a:ea typeface="Arial"/>
                  <a:cs typeface="Arial"/>
                </a:defRPr>
              </a:pPr>
              <a:r>
                <a:rPr sz="1072" b="1">
                  <a:solidFill>
                    <a:srgbClr val="000000"/>
                  </a:solidFill>
                  <a:latin typeface="Arial"/>
                  <a:ea typeface="Arial"/>
                  <a:cs typeface="Arial"/>
                </a:rPr>
                <a:t>(c) Actual FRP records and corresponding analysis fields</a:t>
              </a:r>
            </a:p>
          </p:txBody>
        </p:sp>
        <p:sp>
          <p:nvSpPr>
            <p:cNvPr id="2" name="text_001">
              <a:extLst>
                <a:ext uri="{FF2B5EF4-FFF2-40B4-BE49-F238E27FC236}">
                  <ns2:creationId id="{39A48F0A-74F3-46F5-8654-5CF936DF39C4}"/>
                </a:ext>
              </a:extLst>
            </p:cNvPr>
            <p:cNvSpPr>
              <a:spLocks noGrp="1"/>
            </p:cNvSpPr>
            <p:nvPr/>
          </p:nvSpPr>
          <p:spPr>
            <a:xfrm rot="0">
              <a:off x="571500" y="2657475"/>
              <a:ext cx="7620000" cy="247650"/>
            </a:xfrm>
            <a:prstGeom prst="rect">
              <a:avLst/>
            </a:prstGeom>
            <a:noFill/>
            <a:ln w="0">
              <a:noFill/>
              <a:prstDash val="solid"/>
            </a:ln>
          </p:spPr>
          <p:txBody>
            <a:bodyPr wrap="none" lIns="0" tIns="0" rIns="0" bIns="0" anchor="t">
              <a:noAutofit/>
            </a:bodyPr>
            <a:lstStyle>
              <a:defPPr algn="l">
                <a:defRPr sz="932" b="1">
                  <a:solidFill>
                    <a:srgbClr val="000000"/>
                  </a:solidFill>
                  <a:latin typeface="Arial"/>
                  <a:ea typeface="Arial"/>
                  <a:cs typeface="Arial"/>
                </a:defRPr>
              </a:defPPr>
              <a:lvl1pPr algn="l">
                <a:defRPr sz="932" b="1">
                  <a:solidFill>
                    <a:srgbClr val="000000"/>
                  </a:solidFill>
                  <a:latin typeface="Arial"/>
                  <a:ea typeface="Arial"/>
                  <a:cs typeface="Arial"/>
                </a:defRPr>
              </a:lvl1pPr>
              <a:lvl2pPr algn="l">
                <a:defRPr sz="932" b="1">
                  <a:solidFill>
                    <a:srgbClr val="000000"/>
                  </a:solidFill>
                  <a:latin typeface="Arial"/>
                  <a:ea typeface="Arial"/>
                  <a:cs typeface="Arial"/>
                </a:defRPr>
              </a:lvl2pPr>
              <a:lvl3pPr algn="l">
                <a:defRPr sz="932" b="1">
                  <a:solidFill>
                    <a:srgbClr val="000000"/>
                  </a:solidFill>
                  <a:latin typeface="Arial"/>
                  <a:ea typeface="Arial"/>
                  <a:cs typeface="Arial"/>
                </a:defRPr>
              </a:lvl3pPr>
              <a:lvl4pPr algn="l">
                <a:defRPr sz="932" b="1">
                  <a:solidFill>
                    <a:srgbClr val="000000"/>
                  </a:solidFill>
                  <a:latin typeface="Arial"/>
                  <a:ea typeface="Arial"/>
                  <a:cs typeface="Arial"/>
                </a:defRPr>
              </a:lvl4pPr>
              <a:lvl5pPr algn="l">
                <a:defRPr sz="932" b="1">
                  <a:solidFill>
                    <a:srgbClr val="000000"/>
                  </a:solidFill>
                  <a:latin typeface="Arial"/>
                  <a:ea typeface="Arial"/>
                  <a:cs typeface="Arial"/>
                </a:defRPr>
              </a:lvl5pPr>
              <a:lvl6pPr algn="l">
                <a:defRPr sz="932" b="1">
                  <a:solidFill>
                    <a:srgbClr val="000000"/>
                  </a:solidFill>
                  <a:latin typeface="Arial"/>
                  <a:ea typeface="Arial"/>
                  <a:cs typeface="Arial"/>
                </a:defRPr>
              </a:lvl6pPr>
              <a:lvl7pPr algn="l">
                <a:defRPr sz="932" b="1">
                  <a:solidFill>
                    <a:srgbClr val="000000"/>
                  </a:solidFill>
                  <a:latin typeface="Arial"/>
                  <a:ea typeface="Arial"/>
                  <a:cs typeface="Arial"/>
                </a:defRPr>
              </a:lvl7pPr>
              <a:lvl8pPr algn="l">
                <a:defRPr sz="932" b="1">
                  <a:solidFill>
                    <a:srgbClr val="000000"/>
                  </a:solidFill>
                  <a:latin typeface="Arial"/>
                  <a:ea typeface="Arial"/>
                  <a:cs typeface="Arial"/>
                </a:defRPr>
              </a:lvl8pPr>
              <a:lvl9pPr algn="l">
                <a:defRPr sz="932" b="1">
                  <a:solidFill>
                    <a:srgbClr val="000000"/>
                  </a:solidFill>
                  <a:latin typeface="Arial"/>
                  <a:ea typeface="Arial"/>
                  <a:cs typeface="Arial"/>
                </a:defRPr>
              </a:lvl9pPr>
            </a:lstStyle>
            <a:p>
              <a:pPr algn="l">
                <a:defRPr sz="932" b="1">
                  <a:solidFill>
                    <a:srgbClr val="000000"/>
                  </a:solidFill>
                  <a:latin typeface="Arial"/>
                  <a:ea typeface="Arial"/>
                  <a:cs typeface="Arial"/>
                </a:defRPr>
              </a:pPr>
              <a:r>
                <a:rPr sz="932" b="1">
                  <a:solidFill>
                    <a:srgbClr val="000000"/>
                  </a:solidFill>
                  <a:latin typeface="Arial"/>
                  <a:ea typeface="Arial"/>
                  <a:cs typeface="Arial"/>
                </a:rPr>
                <a:t>Supplied 10 km cells: two-date FRP sums</a:t>
              </a:r>
            </a:p>
          </p:txBody>
        </p:sp>
        <p:sp>
          <p:nvSpPr>
            <p:cNvPr id="3" name="text_002">
              <a:extLst>
                <a:ext uri="{FF2B5EF4-FFF2-40B4-BE49-F238E27FC236}">
                  <ns2:creationId id="{BC836EA2-9223-4B06-8D4A-A73FD92FC1FB}"/>
                </a:ext>
              </a:extLst>
            </p:cNvPr>
            <p:cNvSpPr>
              <a:spLocks noGrp="1"/>
            </p:cNvSpPr>
            <p:nvPr/>
          </p:nvSpPr>
          <p:spPr>
            <a:xfrm rot="0">
              <a:off x="495300" y="2914650"/>
              <a:ext cx="2266950" cy="238125"/>
            </a:xfrm>
            <a:prstGeom prst="rect">
              <a:avLst/>
            </a:prstGeom>
            <a:noFill/>
            <a:ln w="0">
              <a:noFill/>
              <a:prstDash val="solid"/>
            </a:ln>
          </p:spPr>
          <p:txBody>
            <a:bodyPr wrap="none" lIns="0" tIns="0" rIns="0" bIns="0" anchor="t">
              <a:noAutofit/>
            </a:bodyPr>
            <a:lstStyle>
              <a:defPPr algn="ctr">
                <a:defRPr sz="839" b="1">
                  <a:solidFill>
                    <a:srgbClr val="000000"/>
                  </a:solidFill>
                  <a:latin typeface="Arial"/>
                  <a:ea typeface="Arial"/>
                  <a:cs typeface="Arial"/>
                </a:defRPr>
              </a:defPPr>
              <a:lvl1pPr algn="ctr">
                <a:defRPr sz="839" b="1">
                  <a:solidFill>
                    <a:srgbClr val="000000"/>
                  </a:solidFill>
                  <a:latin typeface="Arial"/>
                  <a:ea typeface="Arial"/>
                  <a:cs typeface="Arial"/>
                </a:defRPr>
              </a:lvl1pPr>
              <a:lvl2pPr algn="ctr">
                <a:defRPr sz="839" b="1">
                  <a:solidFill>
                    <a:srgbClr val="000000"/>
                  </a:solidFill>
                  <a:latin typeface="Arial"/>
                  <a:ea typeface="Arial"/>
                  <a:cs typeface="Arial"/>
                </a:defRPr>
              </a:lvl2pPr>
              <a:lvl3pPr algn="ctr">
                <a:defRPr sz="839" b="1">
                  <a:solidFill>
                    <a:srgbClr val="000000"/>
                  </a:solidFill>
                  <a:latin typeface="Arial"/>
                  <a:ea typeface="Arial"/>
                  <a:cs typeface="Arial"/>
                </a:defRPr>
              </a:lvl3pPr>
              <a:lvl4pPr algn="ctr">
                <a:defRPr sz="839" b="1">
                  <a:solidFill>
                    <a:srgbClr val="000000"/>
                  </a:solidFill>
                  <a:latin typeface="Arial"/>
                  <a:ea typeface="Arial"/>
                  <a:cs typeface="Arial"/>
                </a:defRPr>
              </a:lvl4pPr>
              <a:lvl5pPr algn="ctr">
                <a:defRPr sz="839" b="1">
                  <a:solidFill>
                    <a:srgbClr val="000000"/>
                  </a:solidFill>
                  <a:latin typeface="Arial"/>
                  <a:ea typeface="Arial"/>
                  <a:cs typeface="Arial"/>
                </a:defRPr>
              </a:lvl5pPr>
              <a:lvl6pPr algn="ctr">
                <a:defRPr sz="839" b="1">
                  <a:solidFill>
                    <a:srgbClr val="000000"/>
                  </a:solidFill>
                  <a:latin typeface="Arial"/>
                  <a:ea typeface="Arial"/>
                  <a:cs typeface="Arial"/>
                </a:defRPr>
              </a:lvl6pPr>
              <a:lvl7pPr algn="ctr">
                <a:defRPr sz="839" b="1">
                  <a:solidFill>
                    <a:srgbClr val="000000"/>
                  </a:solidFill>
                  <a:latin typeface="Arial"/>
                  <a:ea typeface="Arial"/>
                  <a:cs typeface="Arial"/>
                </a:defRPr>
              </a:lvl7pPr>
              <a:lvl8pPr algn="ctr">
                <a:defRPr sz="839" b="1">
                  <a:solidFill>
                    <a:srgbClr val="000000"/>
                  </a:solidFill>
                  <a:latin typeface="Arial"/>
                  <a:ea typeface="Arial"/>
                  <a:cs typeface="Arial"/>
                </a:defRPr>
              </a:lvl8pPr>
              <a:lvl9pPr algn="ctr">
                <a:defRPr sz="839" b="1">
                  <a:solidFill>
                    <a:srgbClr val="000000"/>
                  </a:solidFill>
                  <a:latin typeface="Arial"/>
                  <a:ea typeface="Arial"/>
                  <a:cs typeface="Arial"/>
                </a:defRPr>
              </a:lvl9pPr>
            </a:lstStyle>
            <a:p>
              <a:pPr algn="ctr">
                <a:defRPr sz="839" b="1">
                  <a:solidFill>
                    <a:srgbClr val="000000"/>
                  </a:solidFill>
                  <a:latin typeface="Arial"/>
                  <a:ea typeface="Arial"/>
                  <a:cs typeface="Arial"/>
                </a:defRPr>
              </a:pPr>
              <a:r>
                <a:rPr sz="839" b="1">
                  <a:solidFill>
                    <a:srgbClr val="000000"/>
                  </a:solidFill>
                  <a:latin typeface="Arial"/>
                  <a:ea typeface="Arial"/>
                  <a:cs typeface="Arial"/>
                </a:rPr>
                <a:t>f17: 12-05 to 12-06</a:t>
              </a:r>
            </a:p>
          </p:txBody>
        </p:sp>
        <p:pic>
          <p:nvPicPr>
            <p:cNvPr id="4" name="">
              <a:extLst>
                <a:ext uri="{FF2B5EF4-FFF2-40B4-BE49-F238E27FC236}">
                  <ns2:creationId id="{C1DC5738-C74E-4AF2-AD40-52E3154A0D32}"/>
                </a:ext>
              </a:extLst>
            </p:cNvPr>
            <p:cNvPicPr>
              <a:picLocks noChangeAspect="1"/>
            </p:cNvPicPr>
            <p:nvPr/>
          </p:nvPicPr>
          <p:blipFill>
            <a:blip r:embed="R253f900e88144a64"/>
            <a:stretch/>
          </p:blipFill>
          <p:spPr>
            <a:xfrm>
              <a:off x="571500" y="3190875"/>
              <a:ext cx="2095500" cy="2095500"/>
            </a:xfrm>
            <a:prstGeom prst="rect">
              <a:avLst/>
            </a:prstGeom>
          </p:spPr>
        </p:pic>
        <p:sp>
          <p:nvSpPr>
            <p:cNvPr id="5" name="rect_004">
              <a:extLst>
                <a:ext uri="{FF2B5EF4-FFF2-40B4-BE49-F238E27FC236}">
                  <ns2:creationId id="{07FFFC5C-6F76-41FB-AD8D-D2D6AE2B11D2}"/>
                </a:ext>
              </a:extLst>
            </p:cNvPr>
            <p:cNvSpPr>
              <a:spLocks noGrp="1"/>
            </p:cNvSpPr>
            <p:nvPr/>
          </p:nvSpPr>
          <p:spPr>
            <a:xfrm rot="0">
              <a:off x="571500" y="3190875"/>
              <a:ext cx="2095500" cy="2095500"/>
            </a:xfrm>
            <a:prstGeom prst="rect">
              <a:avLst/>
            </a:prstGeom>
            <a:noFill/>
            <a:ln w="4143">
              <a:solidFill>
                <a:srgbClr val="65727C"/>
              </a:solidFill>
              <a:prstDash val="solid"/>
            </a:ln>
          </p:spPr>
        </p:sp>
        <p:sp>
          <p:nvSpPr>
            <p:cNvPr id="6" name="line_005">
              <a:extLst>
                <a:ext uri="{FF2B5EF4-FFF2-40B4-BE49-F238E27FC236}">
                  <ns2:creationId id="{B410D7BA-B290-472C-93D4-30ABE94ACD38}"/>
                </a:ext>
              </a:extLst>
            </p:cNvPr>
            <p:cNvSpPr>
              <a:spLocks noGrp="1"/>
            </p:cNvSpPr>
            <p:nvPr/>
          </p:nvSpPr>
          <p:spPr>
            <a:xfrm>
              <a:off x="833399" y="5286375"/>
              <a:ext cx="95" cy="38100"/>
            </a:xfrm>
            <a:custGeom>
              <a:pathLst>
                <a:path w="95" h="38100">
                  <a:moveTo>
                    <a:pt x="0" y="0"/>
                  </a:moveTo>
                  <a:lnTo>
                    <a:pt x="0" y="38100"/>
                  </a:lnTo>
                </a:path>
              </a:pathLst>
            </a:custGeom>
            <a:noFill/>
            <a:ln w="4735">
              <a:solidFill>
                <a:srgbClr val="65727C"/>
              </a:solidFill>
              <a:prstDash val="solid"/>
            </a:ln>
          </p:spPr>
        </p:sp>
        <p:sp>
          <p:nvSpPr>
            <p:cNvPr id="7" name="text_006">
              <a:extLst>
                <a:ext uri="{FF2B5EF4-FFF2-40B4-BE49-F238E27FC236}">
                  <ns2:creationId id="{54DA675A-BAF6-4E5C-BBCA-9D5B23CFD5D3}"/>
                </a:ext>
              </a:extLst>
            </p:cNvPr>
            <p:cNvSpPr>
              <a:spLocks noGrp="1"/>
            </p:cNvSpPr>
            <p:nvPr/>
          </p:nvSpPr>
          <p:spPr>
            <a:xfrm rot="0">
              <a:off x="623849" y="5343525"/>
              <a:ext cx="419100" cy="219075"/>
            </a:xfrm>
            <a:prstGeom prst="rect">
              <a:avLst/>
            </a:prstGeom>
            <a:noFill/>
            <a:ln w="0">
              <a:noFill/>
              <a:prstDash val="solid"/>
            </a:ln>
          </p:spPr>
          <p:txBody>
            <a:bodyPr wrap="none" lIns="0" tIns="0" rIns="0" bIns="0" anchor="t">
              <a:noAutofit/>
            </a:bodyPr>
            <a:lstStyle>
              <a:defPPr algn="ctr">
                <a:defRPr sz="699" b="0">
                  <a:solidFill>
                    <a:srgbClr val="000000"/>
                  </a:solidFill>
                  <a:latin typeface="Arial"/>
                  <a:ea typeface="Arial"/>
                  <a:cs typeface="Arial"/>
                </a:defRPr>
              </a:defPPr>
              <a:lvl1pPr algn="ctr">
                <a:defRPr sz="699" b="0">
                  <a:solidFill>
                    <a:srgbClr val="000000"/>
                  </a:solidFill>
                  <a:latin typeface="Arial"/>
                  <a:ea typeface="Arial"/>
                  <a:cs typeface="Arial"/>
                </a:defRPr>
              </a:lvl1pPr>
              <a:lvl2pPr algn="ctr">
                <a:defRPr sz="699" b="0">
                  <a:solidFill>
                    <a:srgbClr val="000000"/>
                  </a:solidFill>
                  <a:latin typeface="Arial"/>
                  <a:ea typeface="Arial"/>
                  <a:cs typeface="Arial"/>
                </a:defRPr>
              </a:lvl2pPr>
              <a:lvl3pPr algn="ctr">
                <a:defRPr sz="699" b="0">
                  <a:solidFill>
                    <a:srgbClr val="000000"/>
                  </a:solidFill>
                  <a:latin typeface="Arial"/>
                  <a:ea typeface="Arial"/>
                  <a:cs typeface="Arial"/>
                </a:defRPr>
              </a:lvl3pPr>
              <a:lvl4pPr algn="ctr">
                <a:defRPr sz="699" b="0">
                  <a:solidFill>
                    <a:srgbClr val="000000"/>
                  </a:solidFill>
                  <a:latin typeface="Arial"/>
                  <a:ea typeface="Arial"/>
                  <a:cs typeface="Arial"/>
                </a:defRPr>
              </a:lvl4pPr>
              <a:lvl5pPr algn="ctr">
                <a:defRPr sz="699" b="0">
                  <a:solidFill>
                    <a:srgbClr val="000000"/>
                  </a:solidFill>
                  <a:latin typeface="Arial"/>
                  <a:ea typeface="Arial"/>
                  <a:cs typeface="Arial"/>
                </a:defRPr>
              </a:lvl5pPr>
              <a:lvl6pPr algn="ctr">
                <a:defRPr sz="699" b="0">
                  <a:solidFill>
                    <a:srgbClr val="000000"/>
                  </a:solidFill>
                  <a:latin typeface="Arial"/>
                  <a:ea typeface="Arial"/>
                  <a:cs typeface="Arial"/>
                </a:defRPr>
              </a:lvl6pPr>
              <a:lvl7pPr algn="ctr">
                <a:defRPr sz="699" b="0">
                  <a:solidFill>
                    <a:srgbClr val="000000"/>
                  </a:solidFill>
                  <a:latin typeface="Arial"/>
                  <a:ea typeface="Arial"/>
                  <a:cs typeface="Arial"/>
                </a:defRPr>
              </a:lvl7pPr>
              <a:lvl8pPr algn="ctr">
                <a:defRPr sz="699" b="0">
                  <a:solidFill>
                    <a:srgbClr val="000000"/>
                  </a:solidFill>
                  <a:latin typeface="Arial"/>
                  <a:ea typeface="Arial"/>
                  <a:cs typeface="Arial"/>
                </a:defRPr>
              </a:lvl8pPr>
              <a:lvl9pPr algn="ctr">
                <a:defRPr sz="699" b="0">
                  <a:solidFill>
                    <a:srgbClr val="000000"/>
                  </a:solidFill>
                  <a:latin typeface="Arial"/>
                  <a:ea typeface="Arial"/>
                  <a:cs typeface="Arial"/>
                </a:defRPr>
              </a:lvl9pPr>
            </a:lstStyle>
            <a:p>
              <a:pPr algn="ctr">
                <a:defRPr sz="699" b="0">
                  <a:solidFill>
                    <a:srgbClr val="000000"/>
                  </a:solidFill>
                  <a:latin typeface="Arial"/>
                  <a:ea typeface="Arial"/>
                  <a:cs typeface="Arial"/>
                </a:defRPr>
              </a:pPr>
              <a:r>
                <a:rPr sz="699" b="0">
                  <a:solidFill>
                    <a:srgbClr val="000000"/>
                  </a:solidFill>
                  <a:latin typeface="Arial"/>
                  <a:ea typeface="Arial"/>
                  <a:cs typeface="Arial"/>
                </a:rPr>
                <a:t>142 E</a:t>
              </a:r>
            </a:p>
          </p:txBody>
        </p:sp>
        <p:sp>
          <p:nvSpPr>
            <p:cNvPr id="8" name="line_007">
              <a:extLst>
                <a:ext uri="{FF2B5EF4-FFF2-40B4-BE49-F238E27FC236}">
                  <ns2:creationId id="{CCDC9C11-F682-4EDC-BBE0-DF039D237CC4}"/>
                </a:ext>
              </a:extLst>
            </p:cNvPr>
            <p:cNvSpPr>
              <a:spLocks noGrp="1"/>
            </p:cNvSpPr>
            <p:nvPr/>
          </p:nvSpPr>
          <p:spPr>
            <a:xfrm>
              <a:off x="1741988" y="5286375"/>
              <a:ext cx="95" cy="38100"/>
            </a:xfrm>
            <a:custGeom>
              <a:pathLst>
                <a:path w="95" h="38100">
                  <a:moveTo>
                    <a:pt x="0" y="0"/>
                  </a:moveTo>
                  <a:lnTo>
                    <a:pt x="0" y="38100"/>
                  </a:lnTo>
                </a:path>
              </a:pathLst>
            </a:custGeom>
            <a:noFill/>
            <a:ln w="4735">
              <a:solidFill>
                <a:srgbClr val="65727C"/>
              </a:solidFill>
              <a:prstDash val="solid"/>
            </a:ln>
          </p:spPr>
        </p:sp>
        <p:sp>
          <p:nvSpPr>
            <p:cNvPr id="9" name="text_008">
              <a:extLst>
                <a:ext uri="{FF2B5EF4-FFF2-40B4-BE49-F238E27FC236}">
                  <ns2:creationId id="{5FDEE8B6-D880-4A81-BE78-1D3FFB10BAE6}"/>
                </a:ext>
              </a:extLst>
            </p:cNvPr>
            <p:cNvSpPr>
              <a:spLocks noGrp="1"/>
            </p:cNvSpPr>
            <p:nvPr/>
          </p:nvSpPr>
          <p:spPr>
            <a:xfrm rot="0">
              <a:off x="1532438" y="5343525"/>
              <a:ext cx="419100" cy="219075"/>
            </a:xfrm>
            <a:prstGeom prst="rect">
              <a:avLst/>
            </a:prstGeom>
            <a:noFill/>
            <a:ln w="0">
              <a:noFill/>
              <a:prstDash val="solid"/>
            </a:ln>
          </p:spPr>
          <p:txBody>
            <a:bodyPr wrap="none" lIns="0" tIns="0" rIns="0" bIns="0" anchor="t">
              <a:noAutofit/>
            </a:bodyPr>
            <a:lstStyle>
              <a:defPPr algn="ctr">
                <a:defRPr sz="699" b="0">
                  <a:solidFill>
                    <a:srgbClr val="000000"/>
                  </a:solidFill>
                  <a:latin typeface="Arial"/>
                  <a:ea typeface="Arial"/>
                  <a:cs typeface="Arial"/>
                </a:defRPr>
              </a:defPPr>
              <a:lvl1pPr algn="ctr">
                <a:defRPr sz="699" b="0">
                  <a:solidFill>
                    <a:srgbClr val="000000"/>
                  </a:solidFill>
                  <a:latin typeface="Arial"/>
                  <a:ea typeface="Arial"/>
                  <a:cs typeface="Arial"/>
                </a:defRPr>
              </a:lvl1pPr>
              <a:lvl2pPr algn="ctr">
                <a:defRPr sz="699" b="0">
                  <a:solidFill>
                    <a:srgbClr val="000000"/>
                  </a:solidFill>
                  <a:latin typeface="Arial"/>
                  <a:ea typeface="Arial"/>
                  <a:cs typeface="Arial"/>
                </a:defRPr>
              </a:lvl2pPr>
              <a:lvl3pPr algn="ctr">
                <a:defRPr sz="699" b="0">
                  <a:solidFill>
                    <a:srgbClr val="000000"/>
                  </a:solidFill>
                  <a:latin typeface="Arial"/>
                  <a:ea typeface="Arial"/>
                  <a:cs typeface="Arial"/>
                </a:defRPr>
              </a:lvl3pPr>
              <a:lvl4pPr algn="ctr">
                <a:defRPr sz="699" b="0">
                  <a:solidFill>
                    <a:srgbClr val="000000"/>
                  </a:solidFill>
                  <a:latin typeface="Arial"/>
                  <a:ea typeface="Arial"/>
                  <a:cs typeface="Arial"/>
                </a:defRPr>
              </a:lvl4pPr>
              <a:lvl5pPr algn="ctr">
                <a:defRPr sz="699" b="0">
                  <a:solidFill>
                    <a:srgbClr val="000000"/>
                  </a:solidFill>
                  <a:latin typeface="Arial"/>
                  <a:ea typeface="Arial"/>
                  <a:cs typeface="Arial"/>
                </a:defRPr>
              </a:lvl5pPr>
              <a:lvl6pPr algn="ctr">
                <a:defRPr sz="699" b="0">
                  <a:solidFill>
                    <a:srgbClr val="000000"/>
                  </a:solidFill>
                  <a:latin typeface="Arial"/>
                  <a:ea typeface="Arial"/>
                  <a:cs typeface="Arial"/>
                </a:defRPr>
              </a:lvl6pPr>
              <a:lvl7pPr algn="ctr">
                <a:defRPr sz="699" b="0">
                  <a:solidFill>
                    <a:srgbClr val="000000"/>
                  </a:solidFill>
                  <a:latin typeface="Arial"/>
                  <a:ea typeface="Arial"/>
                  <a:cs typeface="Arial"/>
                </a:defRPr>
              </a:lvl7pPr>
              <a:lvl8pPr algn="ctr">
                <a:defRPr sz="699" b="0">
                  <a:solidFill>
                    <a:srgbClr val="000000"/>
                  </a:solidFill>
                  <a:latin typeface="Arial"/>
                  <a:ea typeface="Arial"/>
                  <a:cs typeface="Arial"/>
                </a:defRPr>
              </a:lvl8pPr>
              <a:lvl9pPr algn="ctr">
                <a:defRPr sz="699" b="0">
                  <a:solidFill>
                    <a:srgbClr val="000000"/>
                  </a:solidFill>
                  <a:latin typeface="Arial"/>
                  <a:ea typeface="Arial"/>
                  <a:cs typeface="Arial"/>
                </a:defRPr>
              </a:lvl9pPr>
            </a:lstStyle>
            <a:p>
              <a:pPr algn="ctr">
                <a:defRPr sz="699" b="0">
                  <a:solidFill>
                    <a:srgbClr val="000000"/>
                  </a:solidFill>
                  <a:latin typeface="Arial"/>
                  <a:ea typeface="Arial"/>
                  <a:cs typeface="Arial"/>
                </a:defRPr>
              </a:pPr>
              <a:r>
                <a:rPr sz="699" b="0">
                  <a:solidFill>
                    <a:srgbClr val="000000"/>
                  </a:solidFill>
                  <a:latin typeface="Arial"/>
                  <a:ea typeface="Arial"/>
                  <a:cs typeface="Arial"/>
                </a:rPr>
                <a:t>148 E</a:t>
              </a:r>
            </a:p>
          </p:txBody>
        </p:sp>
        <p:sp>
          <p:nvSpPr>
            <p:cNvPr id="10" name="line_009">
              <a:extLst>
                <a:ext uri="{FF2B5EF4-FFF2-40B4-BE49-F238E27FC236}">
                  <ns2:creationId id="{3D0E2A87-26FB-4A9B-ADE3-7D907EB11967}"/>
                </a:ext>
              </a:extLst>
            </p:cNvPr>
            <p:cNvSpPr>
              <a:spLocks noGrp="1"/>
            </p:cNvSpPr>
            <p:nvPr/>
          </p:nvSpPr>
          <p:spPr>
            <a:xfrm>
              <a:off x="2650576" y="5286375"/>
              <a:ext cx="95" cy="38100"/>
            </a:xfrm>
            <a:custGeom>
              <a:pathLst>
                <a:path w="95" h="38100">
                  <a:moveTo>
                    <a:pt x="0" y="0"/>
                  </a:moveTo>
                  <a:lnTo>
                    <a:pt x="0" y="38100"/>
                  </a:lnTo>
                </a:path>
              </a:pathLst>
            </a:custGeom>
            <a:noFill/>
            <a:ln w="4735">
              <a:solidFill>
                <a:srgbClr val="65727C"/>
              </a:solidFill>
              <a:prstDash val="solid"/>
            </a:ln>
          </p:spPr>
        </p:sp>
        <p:sp>
          <p:nvSpPr>
            <p:cNvPr id="11" name="text_010">
              <a:extLst>
                <a:ext uri="{FF2B5EF4-FFF2-40B4-BE49-F238E27FC236}">
                  <ns2:creationId id="{0CE2196A-F001-469B-8CB4-38D456B5F27F}"/>
                </a:ext>
              </a:extLst>
            </p:cNvPr>
            <p:cNvSpPr>
              <a:spLocks noGrp="1"/>
            </p:cNvSpPr>
            <p:nvPr/>
          </p:nvSpPr>
          <p:spPr>
            <a:xfrm rot="0">
              <a:off x="2441026" y="5343525"/>
              <a:ext cx="419100" cy="219075"/>
            </a:xfrm>
            <a:prstGeom prst="rect">
              <a:avLst/>
            </a:prstGeom>
            <a:noFill/>
            <a:ln w="0">
              <a:noFill/>
              <a:prstDash val="solid"/>
            </a:ln>
          </p:spPr>
          <p:txBody>
            <a:bodyPr wrap="none" lIns="0" tIns="0" rIns="0" bIns="0" anchor="t">
              <a:noAutofit/>
            </a:bodyPr>
            <a:lstStyle>
              <a:defPPr algn="ctr">
                <a:defRPr sz="699" b="0">
                  <a:solidFill>
                    <a:srgbClr val="000000"/>
                  </a:solidFill>
                  <a:latin typeface="Arial"/>
                  <a:ea typeface="Arial"/>
                  <a:cs typeface="Arial"/>
                </a:defRPr>
              </a:defPPr>
              <a:lvl1pPr algn="ctr">
                <a:defRPr sz="699" b="0">
                  <a:solidFill>
                    <a:srgbClr val="000000"/>
                  </a:solidFill>
                  <a:latin typeface="Arial"/>
                  <a:ea typeface="Arial"/>
                  <a:cs typeface="Arial"/>
                </a:defRPr>
              </a:lvl1pPr>
              <a:lvl2pPr algn="ctr">
                <a:defRPr sz="699" b="0">
                  <a:solidFill>
                    <a:srgbClr val="000000"/>
                  </a:solidFill>
                  <a:latin typeface="Arial"/>
                  <a:ea typeface="Arial"/>
                  <a:cs typeface="Arial"/>
                </a:defRPr>
              </a:lvl2pPr>
              <a:lvl3pPr algn="ctr">
                <a:defRPr sz="699" b="0">
                  <a:solidFill>
                    <a:srgbClr val="000000"/>
                  </a:solidFill>
                  <a:latin typeface="Arial"/>
                  <a:ea typeface="Arial"/>
                  <a:cs typeface="Arial"/>
                </a:defRPr>
              </a:lvl3pPr>
              <a:lvl4pPr algn="ctr">
                <a:defRPr sz="699" b="0">
                  <a:solidFill>
                    <a:srgbClr val="000000"/>
                  </a:solidFill>
                  <a:latin typeface="Arial"/>
                  <a:ea typeface="Arial"/>
                  <a:cs typeface="Arial"/>
                </a:defRPr>
              </a:lvl4pPr>
              <a:lvl5pPr algn="ctr">
                <a:defRPr sz="699" b="0">
                  <a:solidFill>
                    <a:srgbClr val="000000"/>
                  </a:solidFill>
                  <a:latin typeface="Arial"/>
                  <a:ea typeface="Arial"/>
                  <a:cs typeface="Arial"/>
                </a:defRPr>
              </a:lvl5pPr>
              <a:lvl6pPr algn="ctr">
                <a:defRPr sz="699" b="0">
                  <a:solidFill>
                    <a:srgbClr val="000000"/>
                  </a:solidFill>
                  <a:latin typeface="Arial"/>
                  <a:ea typeface="Arial"/>
                  <a:cs typeface="Arial"/>
                </a:defRPr>
              </a:lvl6pPr>
              <a:lvl7pPr algn="ctr">
                <a:defRPr sz="699" b="0">
                  <a:solidFill>
                    <a:srgbClr val="000000"/>
                  </a:solidFill>
                  <a:latin typeface="Arial"/>
                  <a:ea typeface="Arial"/>
                  <a:cs typeface="Arial"/>
                </a:defRPr>
              </a:lvl7pPr>
              <a:lvl8pPr algn="ctr">
                <a:defRPr sz="699" b="0">
                  <a:solidFill>
                    <a:srgbClr val="000000"/>
                  </a:solidFill>
                  <a:latin typeface="Arial"/>
                  <a:ea typeface="Arial"/>
                  <a:cs typeface="Arial"/>
                </a:defRPr>
              </a:lvl8pPr>
              <a:lvl9pPr algn="ctr">
                <a:defRPr sz="699" b="0">
                  <a:solidFill>
                    <a:srgbClr val="000000"/>
                  </a:solidFill>
                  <a:latin typeface="Arial"/>
                  <a:ea typeface="Arial"/>
                  <a:cs typeface="Arial"/>
                </a:defRPr>
              </a:lvl9pPr>
            </a:lstStyle>
            <a:p>
              <a:pPr algn="ctr">
                <a:defRPr sz="699" b="0">
                  <a:solidFill>
                    <a:srgbClr val="000000"/>
                  </a:solidFill>
                  <a:latin typeface="Arial"/>
                  <a:ea typeface="Arial"/>
                  <a:cs typeface="Arial"/>
                </a:defRPr>
              </a:pPr>
              <a:r>
                <a:rPr sz="699" b="0">
                  <a:solidFill>
                    <a:srgbClr val="000000"/>
                  </a:solidFill>
                  <a:latin typeface="Arial"/>
                  <a:ea typeface="Arial"/>
                  <a:cs typeface="Arial"/>
                </a:rPr>
                <a:t>154 E</a:t>
              </a:r>
            </a:p>
          </p:txBody>
        </p:sp>
        <p:sp>
          <p:nvSpPr>
            <p:cNvPr id="12" name="line_011">
              <a:extLst>
                <a:ext uri="{FF2B5EF4-FFF2-40B4-BE49-F238E27FC236}">
                  <ns2:creationId id="{55D2B453-CE0C-48C6-AC99-B6204C7B70A8}"/>
                </a:ext>
              </a:extLst>
            </p:cNvPr>
            <p:cNvSpPr>
              <a:spLocks noGrp="1"/>
            </p:cNvSpPr>
            <p:nvPr/>
          </p:nvSpPr>
          <p:spPr>
            <a:xfrm>
              <a:off x="533400" y="3383778"/>
              <a:ext cx="38100" cy="95"/>
            </a:xfrm>
            <a:custGeom>
              <a:pathLst>
                <a:path w="38100" h="95">
                  <a:moveTo>
                    <a:pt x="0" y="0"/>
                  </a:moveTo>
                  <a:lnTo>
                    <a:pt x="38100" y="0"/>
                  </a:lnTo>
                </a:path>
              </a:pathLst>
            </a:custGeom>
            <a:noFill/>
            <a:ln w="4735">
              <a:solidFill>
                <a:srgbClr val="65727C"/>
              </a:solidFill>
              <a:prstDash val="solid"/>
            </a:ln>
          </p:spPr>
        </p:sp>
        <p:sp>
          <p:nvSpPr>
            <p:cNvPr id="13" name="text_012">
              <a:extLst>
                <a:ext uri="{FF2B5EF4-FFF2-40B4-BE49-F238E27FC236}">
                  <ns2:creationId id="{AD71C903-79AD-4CC3-8B0C-6062113ABF6B}"/>
                </a:ext>
              </a:extLst>
            </p:cNvPr>
            <p:cNvSpPr>
              <a:spLocks noGrp="1"/>
            </p:cNvSpPr>
            <p:nvPr/>
          </p:nvSpPr>
          <p:spPr>
            <a:xfrm rot="0">
              <a:off x="104775" y="3298053"/>
              <a:ext cx="381000" cy="219075"/>
            </a:xfrm>
            <a:prstGeom prst="rect">
              <a:avLst/>
            </a:prstGeom>
            <a:noFill/>
            <a:ln w="0">
              <a:noFill/>
              <a:prstDash val="solid"/>
            </a:ln>
          </p:spPr>
          <p:txBody>
            <a:bodyPr wrap="none" lIns="0" tIns="0" rIns="0" bIns="0" anchor="t">
              <a:noAutofit/>
            </a:bodyPr>
            <a:lstStyle>
              <a:defPPr algn="r">
                <a:defRPr sz="699" b="0">
                  <a:solidFill>
                    <a:srgbClr val="000000"/>
                  </a:solidFill>
                  <a:latin typeface="Arial"/>
                  <a:ea typeface="Arial"/>
                  <a:cs typeface="Arial"/>
                </a:defRPr>
              </a:defPPr>
              <a:lvl1pPr algn="r">
                <a:defRPr sz="699" b="0">
                  <a:solidFill>
                    <a:srgbClr val="000000"/>
                  </a:solidFill>
                  <a:latin typeface="Arial"/>
                  <a:ea typeface="Arial"/>
                  <a:cs typeface="Arial"/>
                </a:defRPr>
              </a:lvl1pPr>
              <a:lvl2pPr algn="r">
                <a:defRPr sz="699" b="0">
                  <a:solidFill>
                    <a:srgbClr val="000000"/>
                  </a:solidFill>
                  <a:latin typeface="Arial"/>
                  <a:ea typeface="Arial"/>
                  <a:cs typeface="Arial"/>
                </a:defRPr>
              </a:lvl2pPr>
              <a:lvl3pPr algn="r">
                <a:defRPr sz="699" b="0">
                  <a:solidFill>
                    <a:srgbClr val="000000"/>
                  </a:solidFill>
                  <a:latin typeface="Arial"/>
                  <a:ea typeface="Arial"/>
                  <a:cs typeface="Arial"/>
                </a:defRPr>
              </a:lvl3pPr>
              <a:lvl4pPr algn="r">
                <a:defRPr sz="699" b="0">
                  <a:solidFill>
                    <a:srgbClr val="000000"/>
                  </a:solidFill>
                  <a:latin typeface="Arial"/>
                  <a:ea typeface="Arial"/>
                  <a:cs typeface="Arial"/>
                </a:defRPr>
              </a:lvl4pPr>
              <a:lvl5pPr algn="r">
                <a:defRPr sz="699" b="0">
                  <a:solidFill>
                    <a:srgbClr val="000000"/>
                  </a:solidFill>
                  <a:latin typeface="Arial"/>
                  <a:ea typeface="Arial"/>
                  <a:cs typeface="Arial"/>
                </a:defRPr>
              </a:lvl5pPr>
              <a:lvl6pPr algn="r">
                <a:defRPr sz="699" b="0">
                  <a:solidFill>
                    <a:srgbClr val="000000"/>
                  </a:solidFill>
                  <a:latin typeface="Arial"/>
                  <a:ea typeface="Arial"/>
                  <a:cs typeface="Arial"/>
                </a:defRPr>
              </a:lvl6pPr>
              <a:lvl7pPr algn="r">
                <a:defRPr sz="699" b="0">
                  <a:solidFill>
                    <a:srgbClr val="000000"/>
                  </a:solidFill>
                  <a:latin typeface="Arial"/>
                  <a:ea typeface="Arial"/>
                  <a:cs typeface="Arial"/>
                </a:defRPr>
              </a:lvl7pPr>
              <a:lvl8pPr algn="r">
                <a:defRPr sz="699" b="0">
                  <a:solidFill>
                    <a:srgbClr val="000000"/>
                  </a:solidFill>
                  <a:latin typeface="Arial"/>
                  <a:ea typeface="Arial"/>
                  <a:cs typeface="Arial"/>
                </a:defRPr>
              </a:lvl8pPr>
              <a:lvl9pPr algn="r">
                <a:defRPr sz="699" b="0">
                  <a:solidFill>
                    <a:srgbClr val="000000"/>
                  </a:solidFill>
                  <a:latin typeface="Arial"/>
                  <a:ea typeface="Arial"/>
                  <a:cs typeface="Arial"/>
                </a:defRPr>
              </a:lvl9pPr>
            </a:lstStyle>
            <a:p>
              <a:pPr algn="r">
                <a:defRPr sz="699" b="0">
                  <a:solidFill>
                    <a:srgbClr val="000000"/>
                  </a:solidFill>
                  <a:latin typeface="Arial"/>
                  <a:ea typeface="Arial"/>
                  <a:cs typeface="Arial"/>
                </a:defRPr>
              </a:pPr>
              <a:r>
                <a:rPr sz="699" b="0">
                  <a:solidFill>
                    <a:srgbClr val="000000"/>
                  </a:solidFill>
                  <a:latin typeface="Arial"/>
                  <a:ea typeface="Arial"/>
                  <a:cs typeface="Arial"/>
                </a:rPr>
                <a:t>28 S</a:t>
              </a:r>
            </a:p>
          </p:txBody>
        </p:sp>
        <p:sp>
          <p:nvSpPr>
            <p:cNvPr id="14" name="line_013">
              <a:extLst>
                <a:ext uri="{FF2B5EF4-FFF2-40B4-BE49-F238E27FC236}">
                  <ns2:creationId id="{A85FE3A4-F936-4248-92A4-EEA84B18BDC4}"/>
                </a:ext>
              </a:extLst>
            </p:cNvPr>
            <p:cNvSpPr>
              <a:spLocks noGrp="1"/>
            </p:cNvSpPr>
            <p:nvPr/>
          </p:nvSpPr>
          <p:spPr>
            <a:xfrm>
              <a:off x="533400" y="4097604"/>
              <a:ext cx="38100" cy="95"/>
            </a:xfrm>
            <a:custGeom>
              <a:pathLst>
                <a:path w="38100" h="95">
                  <a:moveTo>
                    <a:pt x="0" y="0"/>
                  </a:moveTo>
                  <a:lnTo>
                    <a:pt x="38100" y="0"/>
                  </a:lnTo>
                </a:path>
              </a:pathLst>
            </a:custGeom>
            <a:noFill/>
            <a:ln w="4735">
              <a:solidFill>
                <a:srgbClr val="65727C"/>
              </a:solidFill>
              <a:prstDash val="solid"/>
            </a:ln>
          </p:spPr>
        </p:sp>
        <p:sp>
          <p:nvSpPr>
            <p:cNvPr id="15" name="text_014">
              <a:extLst>
                <a:ext uri="{FF2B5EF4-FFF2-40B4-BE49-F238E27FC236}">
                  <ns2:creationId id="{82DB9AFD-64AF-4AE9-8528-6F08F1BCCC6F}"/>
                </a:ext>
              </a:extLst>
            </p:cNvPr>
            <p:cNvSpPr>
              <a:spLocks noGrp="1"/>
            </p:cNvSpPr>
            <p:nvPr/>
          </p:nvSpPr>
          <p:spPr>
            <a:xfrm rot="0">
              <a:off x="104775" y="4011879"/>
              <a:ext cx="381000" cy="219075"/>
            </a:xfrm>
            <a:prstGeom prst="rect">
              <a:avLst/>
            </a:prstGeom>
            <a:noFill/>
            <a:ln w="0">
              <a:noFill/>
              <a:prstDash val="solid"/>
            </a:ln>
          </p:spPr>
          <p:txBody>
            <a:bodyPr wrap="none" lIns="0" tIns="0" rIns="0" bIns="0" anchor="t">
              <a:noAutofit/>
            </a:bodyPr>
            <a:lstStyle>
              <a:defPPr algn="r">
                <a:defRPr sz="699" b="0">
                  <a:solidFill>
                    <a:srgbClr val="000000"/>
                  </a:solidFill>
                  <a:latin typeface="Arial"/>
                  <a:ea typeface="Arial"/>
                  <a:cs typeface="Arial"/>
                </a:defRPr>
              </a:defPPr>
              <a:lvl1pPr algn="r">
                <a:defRPr sz="699" b="0">
                  <a:solidFill>
                    <a:srgbClr val="000000"/>
                  </a:solidFill>
                  <a:latin typeface="Arial"/>
                  <a:ea typeface="Arial"/>
                  <a:cs typeface="Arial"/>
                </a:defRPr>
              </a:lvl1pPr>
              <a:lvl2pPr algn="r">
                <a:defRPr sz="699" b="0">
                  <a:solidFill>
                    <a:srgbClr val="000000"/>
                  </a:solidFill>
                  <a:latin typeface="Arial"/>
                  <a:ea typeface="Arial"/>
                  <a:cs typeface="Arial"/>
                </a:defRPr>
              </a:lvl2pPr>
              <a:lvl3pPr algn="r">
                <a:defRPr sz="699" b="0">
                  <a:solidFill>
                    <a:srgbClr val="000000"/>
                  </a:solidFill>
                  <a:latin typeface="Arial"/>
                  <a:ea typeface="Arial"/>
                  <a:cs typeface="Arial"/>
                </a:defRPr>
              </a:lvl3pPr>
              <a:lvl4pPr algn="r">
                <a:defRPr sz="699" b="0">
                  <a:solidFill>
                    <a:srgbClr val="000000"/>
                  </a:solidFill>
                  <a:latin typeface="Arial"/>
                  <a:ea typeface="Arial"/>
                  <a:cs typeface="Arial"/>
                </a:defRPr>
              </a:lvl4pPr>
              <a:lvl5pPr algn="r">
                <a:defRPr sz="699" b="0">
                  <a:solidFill>
                    <a:srgbClr val="000000"/>
                  </a:solidFill>
                  <a:latin typeface="Arial"/>
                  <a:ea typeface="Arial"/>
                  <a:cs typeface="Arial"/>
                </a:defRPr>
              </a:lvl5pPr>
              <a:lvl6pPr algn="r">
                <a:defRPr sz="699" b="0">
                  <a:solidFill>
                    <a:srgbClr val="000000"/>
                  </a:solidFill>
                  <a:latin typeface="Arial"/>
                  <a:ea typeface="Arial"/>
                  <a:cs typeface="Arial"/>
                </a:defRPr>
              </a:lvl6pPr>
              <a:lvl7pPr algn="r">
                <a:defRPr sz="699" b="0">
                  <a:solidFill>
                    <a:srgbClr val="000000"/>
                  </a:solidFill>
                  <a:latin typeface="Arial"/>
                  <a:ea typeface="Arial"/>
                  <a:cs typeface="Arial"/>
                </a:defRPr>
              </a:lvl7pPr>
              <a:lvl8pPr algn="r">
                <a:defRPr sz="699" b="0">
                  <a:solidFill>
                    <a:srgbClr val="000000"/>
                  </a:solidFill>
                  <a:latin typeface="Arial"/>
                  <a:ea typeface="Arial"/>
                  <a:cs typeface="Arial"/>
                </a:defRPr>
              </a:lvl8pPr>
              <a:lvl9pPr algn="r">
                <a:defRPr sz="699" b="0">
                  <a:solidFill>
                    <a:srgbClr val="000000"/>
                  </a:solidFill>
                  <a:latin typeface="Arial"/>
                  <a:ea typeface="Arial"/>
                  <a:cs typeface="Arial"/>
                </a:defRPr>
              </a:lvl9pPr>
            </a:lstStyle>
            <a:p>
              <a:pPr algn="r">
                <a:defRPr sz="699" b="0">
                  <a:solidFill>
                    <a:srgbClr val="000000"/>
                  </a:solidFill>
                  <a:latin typeface="Arial"/>
                  <a:ea typeface="Arial"/>
                  <a:cs typeface="Arial"/>
                </a:defRPr>
              </a:pPr>
              <a:r>
                <a:rPr sz="699" b="0">
                  <a:solidFill>
                    <a:srgbClr val="000000"/>
                  </a:solidFill>
                  <a:latin typeface="Arial"/>
                  <a:ea typeface="Arial"/>
                  <a:cs typeface="Arial"/>
                </a:rPr>
                <a:t>32 S</a:t>
              </a:r>
            </a:p>
          </p:txBody>
        </p:sp>
        <p:sp>
          <p:nvSpPr>
            <p:cNvPr id="16" name="line_015">
              <a:extLst>
                <a:ext uri="{FF2B5EF4-FFF2-40B4-BE49-F238E27FC236}">
                  <ns2:creationId id="{4CFF94A2-42EB-41E6-928E-8CBE0F469782}"/>
                </a:ext>
              </a:extLst>
            </p:cNvPr>
            <p:cNvSpPr>
              <a:spLocks noGrp="1"/>
            </p:cNvSpPr>
            <p:nvPr/>
          </p:nvSpPr>
          <p:spPr>
            <a:xfrm>
              <a:off x="533400" y="4811430"/>
              <a:ext cx="38100" cy="95"/>
            </a:xfrm>
            <a:custGeom>
              <a:pathLst>
                <a:path w="38100" h="95">
                  <a:moveTo>
                    <a:pt x="0" y="0"/>
                  </a:moveTo>
                  <a:lnTo>
                    <a:pt x="38100" y="0"/>
                  </a:lnTo>
                </a:path>
              </a:pathLst>
            </a:custGeom>
            <a:noFill/>
            <a:ln w="4735">
              <a:solidFill>
                <a:srgbClr val="65727C"/>
              </a:solidFill>
              <a:prstDash val="solid"/>
            </a:ln>
          </p:spPr>
        </p:sp>
        <p:sp>
          <p:nvSpPr>
            <p:cNvPr id="17" name="text_016">
              <a:extLst>
                <a:ext uri="{FF2B5EF4-FFF2-40B4-BE49-F238E27FC236}">
                  <ns2:creationId id="{98F42BE9-0FC9-4D86-8A82-6C70566EA49E}"/>
                </a:ext>
              </a:extLst>
            </p:cNvPr>
            <p:cNvSpPr>
              <a:spLocks noGrp="1"/>
            </p:cNvSpPr>
            <p:nvPr/>
          </p:nvSpPr>
          <p:spPr>
            <a:xfrm rot="0">
              <a:off x="104775" y="4725705"/>
              <a:ext cx="381000" cy="219075"/>
            </a:xfrm>
            <a:prstGeom prst="rect">
              <a:avLst/>
            </a:prstGeom>
            <a:noFill/>
            <a:ln w="0">
              <a:noFill/>
              <a:prstDash val="solid"/>
            </a:ln>
          </p:spPr>
          <p:txBody>
            <a:bodyPr wrap="none" lIns="0" tIns="0" rIns="0" bIns="0" anchor="t">
              <a:noAutofit/>
            </a:bodyPr>
            <a:lstStyle>
              <a:defPPr algn="r">
                <a:defRPr sz="699" b="0">
                  <a:solidFill>
                    <a:srgbClr val="000000"/>
                  </a:solidFill>
                  <a:latin typeface="Arial"/>
                  <a:ea typeface="Arial"/>
                  <a:cs typeface="Arial"/>
                </a:defRPr>
              </a:defPPr>
              <a:lvl1pPr algn="r">
                <a:defRPr sz="699" b="0">
                  <a:solidFill>
                    <a:srgbClr val="000000"/>
                  </a:solidFill>
                  <a:latin typeface="Arial"/>
                  <a:ea typeface="Arial"/>
                  <a:cs typeface="Arial"/>
                </a:defRPr>
              </a:lvl1pPr>
              <a:lvl2pPr algn="r">
                <a:defRPr sz="699" b="0">
                  <a:solidFill>
                    <a:srgbClr val="000000"/>
                  </a:solidFill>
                  <a:latin typeface="Arial"/>
                  <a:ea typeface="Arial"/>
                  <a:cs typeface="Arial"/>
                </a:defRPr>
              </a:lvl2pPr>
              <a:lvl3pPr algn="r">
                <a:defRPr sz="699" b="0">
                  <a:solidFill>
                    <a:srgbClr val="000000"/>
                  </a:solidFill>
                  <a:latin typeface="Arial"/>
                  <a:ea typeface="Arial"/>
                  <a:cs typeface="Arial"/>
                </a:defRPr>
              </a:lvl3pPr>
              <a:lvl4pPr algn="r">
                <a:defRPr sz="699" b="0">
                  <a:solidFill>
                    <a:srgbClr val="000000"/>
                  </a:solidFill>
                  <a:latin typeface="Arial"/>
                  <a:ea typeface="Arial"/>
                  <a:cs typeface="Arial"/>
                </a:defRPr>
              </a:lvl4pPr>
              <a:lvl5pPr algn="r">
                <a:defRPr sz="699" b="0">
                  <a:solidFill>
                    <a:srgbClr val="000000"/>
                  </a:solidFill>
                  <a:latin typeface="Arial"/>
                  <a:ea typeface="Arial"/>
                  <a:cs typeface="Arial"/>
                </a:defRPr>
              </a:lvl5pPr>
              <a:lvl6pPr algn="r">
                <a:defRPr sz="699" b="0">
                  <a:solidFill>
                    <a:srgbClr val="000000"/>
                  </a:solidFill>
                  <a:latin typeface="Arial"/>
                  <a:ea typeface="Arial"/>
                  <a:cs typeface="Arial"/>
                </a:defRPr>
              </a:lvl6pPr>
              <a:lvl7pPr algn="r">
                <a:defRPr sz="699" b="0">
                  <a:solidFill>
                    <a:srgbClr val="000000"/>
                  </a:solidFill>
                  <a:latin typeface="Arial"/>
                  <a:ea typeface="Arial"/>
                  <a:cs typeface="Arial"/>
                </a:defRPr>
              </a:lvl7pPr>
              <a:lvl8pPr algn="r">
                <a:defRPr sz="699" b="0">
                  <a:solidFill>
                    <a:srgbClr val="000000"/>
                  </a:solidFill>
                  <a:latin typeface="Arial"/>
                  <a:ea typeface="Arial"/>
                  <a:cs typeface="Arial"/>
                </a:defRPr>
              </a:lvl8pPr>
              <a:lvl9pPr algn="r">
                <a:defRPr sz="699" b="0">
                  <a:solidFill>
                    <a:srgbClr val="000000"/>
                  </a:solidFill>
                  <a:latin typeface="Arial"/>
                  <a:ea typeface="Arial"/>
                  <a:cs typeface="Arial"/>
                </a:defRPr>
              </a:lvl9pPr>
            </a:lstStyle>
            <a:p>
              <a:pPr algn="r">
                <a:defRPr sz="699" b="0">
                  <a:solidFill>
                    <a:srgbClr val="000000"/>
                  </a:solidFill>
                  <a:latin typeface="Arial"/>
                  <a:ea typeface="Arial"/>
                  <a:cs typeface="Arial"/>
                </a:defRPr>
              </a:pPr>
              <a:r>
                <a:rPr sz="699" b="0">
                  <a:solidFill>
                    <a:srgbClr val="000000"/>
                  </a:solidFill>
                  <a:latin typeface="Arial"/>
                  <a:ea typeface="Arial"/>
                  <a:cs typeface="Arial"/>
                </a:rPr>
                <a:t>36 S</a:t>
              </a:r>
            </a:p>
          </p:txBody>
        </p:sp>
        <p:sp>
          <p:nvSpPr>
            <p:cNvPr id="18" name="text_017">
              <a:extLst>
                <a:ext uri="{FF2B5EF4-FFF2-40B4-BE49-F238E27FC236}">
                  <ns2:creationId id="{F886DA29-D44B-4EB1-A564-85053622C463}"/>
                </a:ext>
              </a:extLst>
            </p:cNvPr>
            <p:cNvSpPr>
              <a:spLocks noGrp="1"/>
            </p:cNvSpPr>
            <p:nvPr/>
          </p:nvSpPr>
          <p:spPr>
            <a:xfrm rot="0">
              <a:off x="919383" y="3377756"/>
              <a:ext cx="428625" cy="190500"/>
            </a:xfrm>
            <a:prstGeom prst="rect">
              <a:avLst/>
            </a:prstGeom>
            <a:noFill/>
            <a:ln w="0">
              <a:noFill/>
              <a:prstDash val="solid"/>
            </a:ln>
          </p:spPr>
          <p:txBody>
            <a:bodyPr wrap="none" lIns="0" tIns="0" rIns="0" bIns="0" anchor="t">
              <a:noAutofit/>
            </a:bodyPr>
            <a:lstStyle>
              <a:defPPr algn="l">
                <a:defRPr sz="559" b="0">
                  <a:solidFill>
                    <a:srgbClr val="65727C"/>
                  </a:solidFill>
                  <a:latin typeface="Arial"/>
                  <a:ea typeface="Arial"/>
                  <a:cs typeface="Arial"/>
                </a:defRPr>
              </a:defPPr>
              <a:lvl1pPr algn="l">
                <a:defRPr sz="559" b="0">
                  <a:solidFill>
                    <a:srgbClr val="65727C"/>
                  </a:solidFill>
                  <a:latin typeface="Arial"/>
                  <a:ea typeface="Arial"/>
                  <a:cs typeface="Arial"/>
                </a:defRPr>
              </a:lvl1pPr>
              <a:lvl2pPr algn="l">
                <a:defRPr sz="559" b="0">
                  <a:solidFill>
                    <a:srgbClr val="65727C"/>
                  </a:solidFill>
                  <a:latin typeface="Arial"/>
                  <a:ea typeface="Arial"/>
                  <a:cs typeface="Arial"/>
                </a:defRPr>
              </a:lvl2pPr>
              <a:lvl3pPr algn="l">
                <a:defRPr sz="559" b="0">
                  <a:solidFill>
                    <a:srgbClr val="65727C"/>
                  </a:solidFill>
                  <a:latin typeface="Arial"/>
                  <a:ea typeface="Arial"/>
                  <a:cs typeface="Arial"/>
                </a:defRPr>
              </a:lvl3pPr>
              <a:lvl4pPr algn="l">
                <a:defRPr sz="559" b="0">
                  <a:solidFill>
                    <a:srgbClr val="65727C"/>
                  </a:solidFill>
                  <a:latin typeface="Arial"/>
                  <a:ea typeface="Arial"/>
                  <a:cs typeface="Arial"/>
                </a:defRPr>
              </a:lvl4pPr>
              <a:lvl5pPr algn="l">
                <a:defRPr sz="559" b="0">
                  <a:solidFill>
                    <a:srgbClr val="65727C"/>
                  </a:solidFill>
                  <a:latin typeface="Arial"/>
                  <a:ea typeface="Arial"/>
                  <a:cs typeface="Arial"/>
                </a:defRPr>
              </a:lvl5pPr>
              <a:lvl6pPr algn="l">
                <a:defRPr sz="559" b="0">
                  <a:solidFill>
                    <a:srgbClr val="65727C"/>
                  </a:solidFill>
                  <a:latin typeface="Arial"/>
                  <a:ea typeface="Arial"/>
                  <a:cs typeface="Arial"/>
                </a:defRPr>
              </a:lvl6pPr>
              <a:lvl7pPr algn="l">
                <a:defRPr sz="559" b="0">
                  <a:solidFill>
                    <a:srgbClr val="65727C"/>
                  </a:solidFill>
                  <a:latin typeface="Arial"/>
                  <a:ea typeface="Arial"/>
                  <a:cs typeface="Arial"/>
                </a:defRPr>
              </a:lvl7pPr>
              <a:lvl8pPr algn="l">
                <a:defRPr sz="559" b="0">
                  <a:solidFill>
                    <a:srgbClr val="65727C"/>
                  </a:solidFill>
                  <a:latin typeface="Arial"/>
                  <a:ea typeface="Arial"/>
                  <a:cs typeface="Arial"/>
                </a:defRPr>
              </a:lvl8pPr>
              <a:lvl9pPr algn="l">
                <a:defRPr sz="559" b="0">
                  <a:solidFill>
                    <a:srgbClr val="65727C"/>
                  </a:solidFill>
                  <a:latin typeface="Arial"/>
                  <a:ea typeface="Arial"/>
                  <a:cs typeface="Arial"/>
                </a:defRPr>
              </a:lvl9pPr>
            </a:lstStyle>
            <a:p>
              <a:pPr algn="l">
                <a:defRPr sz="559" b="0">
                  <a:solidFill>
                    <a:srgbClr val="65727C"/>
                  </a:solidFill>
                  <a:latin typeface="Arial"/>
                  <a:ea typeface="Arial"/>
                  <a:cs typeface="Arial"/>
                </a:defRPr>
              </a:pPr>
              <a:r>
                <a:rPr sz="559" b="0">
                  <a:solidFill>
                    <a:srgbClr val="65727C"/>
                  </a:solidFill>
                  <a:latin typeface="Arial"/>
                  <a:ea typeface="Arial"/>
                  <a:cs typeface="Arial"/>
                </a:rPr>
                <a:t>QLD</a:t>
              </a:r>
            </a:p>
          </p:txBody>
        </p:sp>
        <p:sp>
          <p:nvSpPr>
            <p:cNvPr id="19" name="text_018">
              <a:extLst>
                <a:ext uri="{FF2B5EF4-FFF2-40B4-BE49-F238E27FC236}">
                  <ns2:creationId id="{380B95C5-2139-45F6-AEB2-D0BA8CB7B382}"/>
                </a:ext>
              </a:extLst>
            </p:cNvPr>
            <p:cNvSpPr>
              <a:spLocks noGrp="1"/>
            </p:cNvSpPr>
            <p:nvPr/>
          </p:nvSpPr>
          <p:spPr>
            <a:xfrm rot="0">
              <a:off x="919383" y="4234347"/>
              <a:ext cx="428625" cy="190500"/>
            </a:xfrm>
            <a:prstGeom prst="rect">
              <a:avLst/>
            </a:prstGeom>
            <a:noFill/>
            <a:ln w="0">
              <a:noFill/>
              <a:prstDash val="solid"/>
            </a:ln>
          </p:spPr>
          <p:txBody>
            <a:bodyPr wrap="none" lIns="0" tIns="0" rIns="0" bIns="0" anchor="t">
              <a:noAutofit/>
            </a:bodyPr>
            <a:lstStyle>
              <a:defPPr algn="l">
                <a:defRPr sz="559" b="0">
                  <a:solidFill>
                    <a:srgbClr val="65727C"/>
                  </a:solidFill>
                  <a:latin typeface="Arial"/>
                  <a:ea typeface="Arial"/>
                  <a:cs typeface="Arial"/>
                </a:defRPr>
              </a:defPPr>
              <a:lvl1pPr algn="l">
                <a:defRPr sz="559" b="0">
                  <a:solidFill>
                    <a:srgbClr val="65727C"/>
                  </a:solidFill>
                  <a:latin typeface="Arial"/>
                  <a:ea typeface="Arial"/>
                  <a:cs typeface="Arial"/>
                </a:defRPr>
              </a:lvl1pPr>
              <a:lvl2pPr algn="l">
                <a:defRPr sz="559" b="0">
                  <a:solidFill>
                    <a:srgbClr val="65727C"/>
                  </a:solidFill>
                  <a:latin typeface="Arial"/>
                  <a:ea typeface="Arial"/>
                  <a:cs typeface="Arial"/>
                </a:defRPr>
              </a:lvl2pPr>
              <a:lvl3pPr algn="l">
                <a:defRPr sz="559" b="0">
                  <a:solidFill>
                    <a:srgbClr val="65727C"/>
                  </a:solidFill>
                  <a:latin typeface="Arial"/>
                  <a:ea typeface="Arial"/>
                  <a:cs typeface="Arial"/>
                </a:defRPr>
              </a:lvl3pPr>
              <a:lvl4pPr algn="l">
                <a:defRPr sz="559" b="0">
                  <a:solidFill>
                    <a:srgbClr val="65727C"/>
                  </a:solidFill>
                  <a:latin typeface="Arial"/>
                  <a:ea typeface="Arial"/>
                  <a:cs typeface="Arial"/>
                </a:defRPr>
              </a:lvl4pPr>
              <a:lvl5pPr algn="l">
                <a:defRPr sz="559" b="0">
                  <a:solidFill>
                    <a:srgbClr val="65727C"/>
                  </a:solidFill>
                  <a:latin typeface="Arial"/>
                  <a:ea typeface="Arial"/>
                  <a:cs typeface="Arial"/>
                </a:defRPr>
              </a:lvl5pPr>
              <a:lvl6pPr algn="l">
                <a:defRPr sz="559" b="0">
                  <a:solidFill>
                    <a:srgbClr val="65727C"/>
                  </a:solidFill>
                  <a:latin typeface="Arial"/>
                  <a:ea typeface="Arial"/>
                  <a:cs typeface="Arial"/>
                </a:defRPr>
              </a:lvl6pPr>
              <a:lvl7pPr algn="l">
                <a:defRPr sz="559" b="0">
                  <a:solidFill>
                    <a:srgbClr val="65727C"/>
                  </a:solidFill>
                  <a:latin typeface="Arial"/>
                  <a:ea typeface="Arial"/>
                  <a:cs typeface="Arial"/>
                </a:defRPr>
              </a:lvl7pPr>
              <a:lvl8pPr algn="l">
                <a:defRPr sz="559" b="0">
                  <a:solidFill>
                    <a:srgbClr val="65727C"/>
                  </a:solidFill>
                  <a:latin typeface="Arial"/>
                  <a:ea typeface="Arial"/>
                  <a:cs typeface="Arial"/>
                </a:defRPr>
              </a:lvl8pPr>
              <a:lvl9pPr algn="l">
                <a:defRPr sz="559" b="0">
                  <a:solidFill>
                    <a:srgbClr val="65727C"/>
                  </a:solidFill>
                  <a:latin typeface="Arial"/>
                  <a:ea typeface="Arial"/>
                  <a:cs typeface="Arial"/>
                </a:defRPr>
              </a:lvl9pPr>
            </a:lstStyle>
            <a:p>
              <a:pPr algn="l">
                <a:defRPr sz="559" b="0">
                  <a:solidFill>
                    <a:srgbClr val="65727C"/>
                  </a:solidFill>
                  <a:latin typeface="Arial"/>
                  <a:ea typeface="Arial"/>
                  <a:cs typeface="Arial"/>
                </a:defRPr>
              </a:pPr>
              <a:r>
                <a:rPr sz="559" b="0">
                  <a:solidFill>
                    <a:srgbClr val="65727C"/>
                  </a:solidFill>
                  <a:latin typeface="Arial"/>
                  <a:ea typeface="Arial"/>
                  <a:cs typeface="Arial"/>
                </a:rPr>
                <a:t>NSW</a:t>
              </a:r>
            </a:p>
          </p:txBody>
        </p:sp>
        <p:sp>
          <p:nvSpPr>
            <p:cNvPr id="20" name="text_019">
              <a:extLst>
                <a:ext uri="{FF2B5EF4-FFF2-40B4-BE49-F238E27FC236}">
                  <ns2:creationId id="{BA9DCC3F-F407-4830-BC4C-15B624D5B660}"/>
                </a:ext>
              </a:extLst>
            </p:cNvPr>
            <p:cNvSpPr>
              <a:spLocks noGrp="1"/>
            </p:cNvSpPr>
            <p:nvPr/>
          </p:nvSpPr>
          <p:spPr>
            <a:xfrm rot="0">
              <a:off x="783095" y="4966019"/>
              <a:ext cx="428625" cy="190500"/>
            </a:xfrm>
            <a:prstGeom prst="rect">
              <a:avLst/>
            </a:prstGeom>
            <a:noFill/>
            <a:ln w="0">
              <a:noFill/>
              <a:prstDash val="solid"/>
            </a:ln>
          </p:spPr>
          <p:txBody>
            <a:bodyPr wrap="none" lIns="0" tIns="0" rIns="0" bIns="0" anchor="t">
              <a:noAutofit/>
            </a:bodyPr>
            <a:lstStyle>
              <a:defPPr algn="l">
                <a:defRPr sz="559" b="0">
                  <a:solidFill>
                    <a:srgbClr val="65727C"/>
                  </a:solidFill>
                  <a:latin typeface="Arial"/>
                  <a:ea typeface="Arial"/>
                  <a:cs typeface="Arial"/>
                </a:defRPr>
              </a:defPPr>
              <a:lvl1pPr algn="l">
                <a:defRPr sz="559" b="0">
                  <a:solidFill>
                    <a:srgbClr val="65727C"/>
                  </a:solidFill>
                  <a:latin typeface="Arial"/>
                  <a:ea typeface="Arial"/>
                  <a:cs typeface="Arial"/>
                </a:defRPr>
              </a:lvl1pPr>
              <a:lvl2pPr algn="l">
                <a:defRPr sz="559" b="0">
                  <a:solidFill>
                    <a:srgbClr val="65727C"/>
                  </a:solidFill>
                  <a:latin typeface="Arial"/>
                  <a:ea typeface="Arial"/>
                  <a:cs typeface="Arial"/>
                </a:defRPr>
              </a:lvl2pPr>
              <a:lvl3pPr algn="l">
                <a:defRPr sz="559" b="0">
                  <a:solidFill>
                    <a:srgbClr val="65727C"/>
                  </a:solidFill>
                  <a:latin typeface="Arial"/>
                  <a:ea typeface="Arial"/>
                  <a:cs typeface="Arial"/>
                </a:defRPr>
              </a:lvl3pPr>
              <a:lvl4pPr algn="l">
                <a:defRPr sz="559" b="0">
                  <a:solidFill>
                    <a:srgbClr val="65727C"/>
                  </a:solidFill>
                  <a:latin typeface="Arial"/>
                  <a:ea typeface="Arial"/>
                  <a:cs typeface="Arial"/>
                </a:defRPr>
              </a:lvl4pPr>
              <a:lvl5pPr algn="l">
                <a:defRPr sz="559" b="0">
                  <a:solidFill>
                    <a:srgbClr val="65727C"/>
                  </a:solidFill>
                  <a:latin typeface="Arial"/>
                  <a:ea typeface="Arial"/>
                  <a:cs typeface="Arial"/>
                </a:defRPr>
              </a:lvl5pPr>
              <a:lvl6pPr algn="l">
                <a:defRPr sz="559" b="0">
                  <a:solidFill>
                    <a:srgbClr val="65727C"/>
                  </a:solidFill>
                  <a:latin typeface="Arial"/>
                  <a:ea typeface="Arial"/>
                  <a:cs typeface="Arial"/>
                </a:defRPr>
              </a:lvl6pPr>
              <a:lvl7pPr algn="l">
                <a:defRPr sz="559" b="0">
                  <a:solidFill>
                    <a:srgbClr val="65727C"/>
                  </a:solidFill>
                  <a:latin typeface="Arial"/>
                  <a:ea typeface="Arial"/>
                  <a:cs typeface="Arial"/>
                </a:defRPr>
              </a:lvl7pPr>
              <a:lvl8pPr algn="l">
                <a:defRPr sz="559" b="0">
                  <a:solidFill>
                    <a:srgbClr val="65727C"/>
                  </a:solidFill>
                  <a:latin typeface="Arial"/>
                  <a:ea typeface="Arial"/>
                  <a:cs typeface="Arial"/>
                </a:defRPr>
              </a:lvl8pPr>
              <a:lvl9pPr algn="l">
                <a:defRPr sz="559" b="0">
                  <a:solidFill>
                    <a:srgbClr val="65727C"/>
                  </a:solidFill>
                  <a:latin typeface="Arial"/>
                  <a:ea typeface="Arial"/>
                  <a:cs typeface="Arial"/>
                </a:defRPr>
              </a:lvl9pPr>
            </a:lstStyle>
            <a:p>
              <a:pPr algn="l">
                <a:defRPr sz="559" b="0">
                  <a:solidFill>
                    <a:srgbClr val="65727C"/>
                  </a:solidFill>
                  <a:latin typeface="Arial"/>
                  <a:ea typeface="Arial"/>
                  <a:cs typeface="Arial"/>
                </a:defRPr>
              </a:pPr>
              <a:r>
                <a:rPr sz="559" b="0">
                  <a:solidFill>
                    <a:srgbClr val="65727C"/>
                  </a:solidFill>
                  <a:latin typeface="Arial"/>
                  <a:ea typeface="Arial"/>
                  <a:cs typeface="Arial"/>
                </a:rPr>
                <a:t>VIC</a:t>
              </a:r>
            </a:p>
          </p:txBody>
        </p:sp>
        <p:sp>
          <p:nvSpPr>
            <p:cNvPr id="21" name="line_020">
              <a:extLst>
                <a:ext uri="{FF2B5EF4-FFF2-40B4-BE49-F238E27FC236}">
                  <ns2:creationId id="{DF09E98B-5AEE-48FB-97FC-DFD244A8F318}"/>
                </a:ext>
              </a:extLst>
            </p:cNvPr>
            <p:cNvSpPr>
              <a:spLocks noGrp="1"/>
            </p:cNvSpPr>
            <p:nvPr/>
          </p:nvSpPr>
          <p:spPr>
            <a:xfrm>
              <a:off x="2229906" y="5143500"/>
              <a:ext cx="322794" cy="95"/>
            </a:xfrm>
            <a:custGeom>
              <a:pathLst>
                <a:path w="322794" h="95">
                  <a:moveTo>
                    <a:pt x="0" y="0"/>
                  </a:moveTo>
                  <a:lnTo>
                    <a:pt x="322794" y="0"/>
                  </a:lnTo>
                </a:path>
              </a:pathLst>
            </a:custGeom>
            <a:noFill/>
            <a:ln w="9470">
              <a:solidFill>
                <a:srgbClr val="000000"/>
              </a:solidFill>
              <a:prstDash val="solid"/>
            </a:ln>
          </p:spPr>
        </p:sp>
        <p:sp>
          <p:nvSpPr>
            <p:cNvPr id="22" name="line_021">
              <a:extLst>
                <a:ext uri="{FF2B5EF4-FFF2-40B4-BE49-F238E27FC236}">
                  <ns2:creationId id="{211A2BD8-381A-4EF3-9A18-237BD5E52557}"/>
                </a:ext>
              </a:extLst>
            </p:cNvPr>
            <p:cNvSpPr>
              <a:spLocks noGrp="1"/>
            </p:cNvSpPr>
            <p:nvPr/>
          </p:nvSpPr>
          <p:spPr>
            <a:xfrm>
              <a:off x="2229906" y="5114925"/>
              <a:ext cx="95" cy="57150"/>
            </a:xfrm>
            <a:custGeom>
              <a:pathLst>
                <a:path w="95" h="57150">
                  <a:moveTo>
                    <a:pt x="0" y="0"/>
                  </a:moveTo>
                  <a:lnTo>
                    <a:pt x="0" y="57150"/>
                  </a:lnTo>
                </a:path>
              </a:pathLst>
            </a:custGeom>
            <a:noFill/>
            <a:ln w="7694">
              <a:solidFill>
                <a:srgbClr val="000000"/>
              </a:solidFill>
              <a:prstDash val="solid"/>
            </a:ln>
          </p:spPr>
        </p:sp>
        <p:sp>
          <p:nvSpPr>
            <p:cNvPr id="23" name="line_022">
              <a:extLst>
                <a:ext uri="{FF2B5EF4-FFF2-40B4-BE49-F238E27FC236}">
                  <ns2:creationId id="{88ED6B44-1482-4F52-A47A-FA08EF2D810B}"/>
                </a:ext>
              </a:extLst>
            </p:cNvPr>
            <p:cNvSpPr>
              <a:spLocks noGrp="1"/>
            </p:cNvSpPr>
            <p:nvPr/>
          </p:nvSpPr>
          <p:spPr>
            <a:xfrm>
              <a:off x="2552700" y="5114925"/>
              <a:ext cx="95" cy="57150"/>
            </a:xfrm>
            <a:custGeom>
              <a:pathLst>
                <a:path w="95" h="57150">
                  <a:moveTo>
                    <a:pt x="0" y="0"/>
                  </a:moveTo>
                  <a:lnTo>
                    <a:pt x="0" y="57150"/>
                  </a:lnTo>
                </a:path>
              </a:pathLst>
            </a:custGeom>
            <a:noFill/>
            <a:ln w="7694">
              <a:solidFill>
                <a:srgbClr val="000000"/>
              </a:solidFill>
              <a:prstDash val="solid"/>
            </a:ln>
          </p:spPr>
        </p:sp>
        <p:sp>
          <p:nvSpPr>
            <p:cNvPr id="24" name="text_023">
              <a:extLst>
                <a:ext uri="{FF2B5EF4-FFF2-40B4-BE49-F238E27FC236}">
                  <ns2:creationId id="{D9719C74-EA56-4701-A5A2-F741C99ADB4A}"/>
                </a:ext>
              </a:extLst>
            </p:cNvPr>
            <p:cNvSpPr>
              <a:spLocks noGrp="1"/>
            </p:cNvSpPr>
            <p:nvPr/>
          </p:nvSpPr>
          <p:spPr>
            <a:xfrm rot="0">
              <a:off x="2163231" y="4943475"/>
              <a:ext cx="456144" cy="200025"/>
            </a:xfrm>
            <a:prstGeom prst="rect">
              <a:avLst/>
            </a:prstGeom>
            <a:noFill/>
            <a:ln w="0">
              <a:noFill/>
              <a:prstDash val="solid"/>
            </a:ln>
          </p:spPr>
          <p:txBody>
            <a:bodyPr wrap="none" lIns="0" tIns="0" rIns="0" bIns="0" anchor="t">
              <a:noAutofit/>
            </a:bodyPr>
            <a:lstStyle>
              <a:defPPr algn="ctr">
                <a:defRPr sz="559" b="0">
                  <a:solidFill>
                    <a:srgbClr val="000000"/>
                  </a:solidFill>
                  <a:latin typeface="Arial"/>
                  <a:ea typeface="Arial"/>
                  <a:cs typeface="Arial"/>
                </a:defRPr>
              </a:defPPr>
              <a:lvl1pPr algn="ctr">
                <a:defRPr sz="559" b="0">
                  <a:solidFill>
                    <a:srgbClr val="000000"/>
                  </a:solidFill>
                  <a:latin typeface="Arial"/>
                  <a:ea typeface="Arial"/>
                  <a:cs typeface="Arial"/>
                </a:defRPr>
              </a:lvl1pPr>
              <a:lvl2pPr algn="ctr">
                <a:defRPr sz="559" b="0">
                  <a:solidFill>
                    <a:srgbClr val="000000"/>
                  </a:solidFill>
                  <a:latin typeface="Arial"/>
                  <a:ea typeface="Arial"/>
                  <a:cs typeface="Arial"/>
                </a:defRPr>
              </a:lvl2pPr>
              <a:lvl3pPr algn="ctr">
                <a:defRPr sz="559" b="0">
                  <a:solidFill>
                    <a:srgbClr val="000000"/>
                  </a:solidFill>
                  <a:latin typeface="Arial"/>
                  <a:ea typeface="Arial"/>
                  <a:cs typeface="Arial"/>
                </a:defRPr>
              </a:lvl3pPr>
              <a:lvl4pPr algn="ctr">
                <a:defRPr sz="559" b="0">
                  <a:solidFill>
                    <a:srgbClr val="000000"/>
                  </a:solidFill>
                  <a:latin typeface="Arial"/>
                  <a:ea typeface="Arial"/>
                  <a:cs typeface="Arial"/>
                </a:defRPr>
              </a:lvl4pPr>
              <a:lvl5pPr algn="ctr">
                <a:defRPr sz="559" b="0">
                  <a:solidFill>
                    <a:srgbClr val="000000"/>
                  </a:solidFill>
                  <a:latin typeface="Arial"/>
                  <a:ea typeface="Arial"/>
                  <a:cs typeface="Arial"/>
                </a:defRPr>
              </a:lvl5pPr>
              <a:lvl6pPr algn="ctr">
                <a:defRPr sz="559" b="0">
                  <a:solidFill>
                    <a:srgbClr val="000000"/>
                  </a:solidFill>
                  <a:latin typeface="Arial"/>
                  <a:ea typeface="Arial"/>
                  <a:cs typeface="Arial"/>
                </a:defRPr>
              </a:lvl6pPr>
              <a:lvl7pPr algn="ctr">
                <a:defRPr sz="559" b="0">
                  <a:solidFill>
                    <a:srgbClr val="000000"/>
                  </a:solidFill>
                  <a:latin typeface="Arial"/>
                  <a:ea typeface="Arial"/>
                  <a:cs typeface="Arial"/>
                </a:defRPr>
              </a:lvl7pPr>
              <a:lvl8pPr algn="ctr">
                <a:defRPr sz="559" b="0">
                  <a:solidFill>
                    <a:srgbClr val="000000"/>
                  </a:solidFill>
                  <a:latin typeface="Arial"/>
                  <a:ea typeface="Arial"/>
                  <a:cs typeface="Arial"/>
                </a:defRPr>
              </a:lvl8pPr>
              <a:lvl9pPr algn="ctr">
                <a:defRPr sz="559" b="0">
                  <a:solidFill>
                    <a:srgbClr val="000000"/>
                  </a:solidFill>
                  <a:latin typeface="Arial"/>
                  <a:ea typeface="Arial"/>
                  <a:cs typeface="Arial"/>
                </a:defRPr>
              </a:lvl9pPr>
            </a:lstStyle>
            <a:p>
              <a:pPr algn="ctr">
                <a:defRPr sz="559" b="0">
                  <a:solidFill>
                    <a:srgbClr val="000000"/>
                  </a:solidFill>
                  <a:latin typeface="Arial"/>
                  <a:ea typeface="Arial"/>
                  <a:cs typeface="Arial"/>
                </a:defRPr>
              </a:pPr>
              <a:r>
                <a:rPr sz="559" b="0">
                  <a:solidFill>
                    <a:srgbClr val="000000"/>
                  </a:solidFill>
                  <a:latin typeface="Arial"/>
                  <a:ea typeface="Arial"/>
                  <a:cs typeface="Arial"/>
                </a:rPr>
                <a:t>200 km</a:t>
              </a:r>
            </a:p>
          </p:txBody>
        </p:sp>
        <p:sp>
          <p:nvSpPr>
            <p:cNvPr id="25" name="ellipse_024">
              <a:extLst>
                <a:ext uri="{FF2B5EF4-FFF2-40B4-BE49-F238E27FC236}">
                  <ns2:creationId id="{746D2A9F-4EB2-4F60-9408-4718BF30B153}"/>
                </a:ext>
              </a:extLst>
            </p:cNvPr>
            <p:cNvSpPr>
              <a:spLocks noGrp="1"/>
            </p:cNvSpPr>
            <p:nvPr/>
          </p:nvSpPr>
          <p:spPr>
            <a:xfrm rot="0">
              <a:off x="2365236" y="3642181"/>
              <a:ext cx="112395" cy="112395"/>
            </a:xfrm>
            <a:prstGeom prst="ellipse">
              <a:avLst/>
            </a:prstGeom>
            <a:solidFill>
              <a:srgbClr val="FFFFFF"/>
            </a:solidFill>
            <a:ln w="10653">
              <a:solidFill>
                <a:srgbClr val="FFFFFF"/>
              </a:solidFill>
              <a:prstDash val="solid"/>
            </a:ln>
          </p:spPr>
        </p:sp>
        <p:sp>
          <p:nvSpPr>
            <p:cNvPr id="26" name="A_f17_False">
              <a:extLst>
                <a:ext uri="{FF2B5EF4-FFF2-40B4-BE49-F238E27FC236}">
                  <ns2:creationId id="{8B1397F8-A2D6-459C-9CA4-773682C15D43}"/>
                </a:ext>
              </a:extLst>
            </p:cNvPr>
            <p:cNvSpPr>
              <a:spLocks noGrp="1"/>
            </p:cNvSpPr>
            <p:nvPr/>
          </p:nvSpPr>
          <p:spPr>
            <a:xfrm rot="0">
              <a:off x="2382381" y="3659326"/>
              <a:ext cx="78105" cy="78105"/>
            </a:xfrm>
            <a:prstGeom prst="ellipse">
              <a:avLst/>
            </a:prstGeom>
            <a:solidFill>
              <a:srgbClr val="FFFFFF"/>
            </a:solidFill>
            <a:ln w="10653">
              <a:solidFill>
                <a:srgbClr val="0072B2"/>
              </a:solidFill>
              <a:prstDash val="solid"/>
            </a:ln>
          </p:spPr>
        </p:sp>
        <p:sp>
          <p:nvSpPr>
            <p:cNvPr id="27" name="text_026">
              <a:extLst>
                <a:ext uri="{FF2B5EF4-FFF2-40B4-BE49-F238E27FC236}">
                  <ns2:creationId id="{823984C7-3630-483E-A8AC-D46981D49DA9}"/>
                </a:ext>
              </a:extLst>
            </p:cNvPr>
            <p:cNvSpPr>
              <a:spLocks noGrp="1"/>
            </p:cNvSpPr>
            <p:nvPr/>
          </p:nvSpPr>
          <p:spPr>
            <a:xfrm rot="0">
              <a:off x="2164259" y="3469779"/>
              <a:ext cx="266700" cy="247650"/>
            </a:xfrm>
            <a:prstGeom prst="rect">
              <a:avLst/>
            </a:prstGeom>
            <a:noFill/>
            <a:ln w="0">
              <a:noFill/>
              <a:prstDash val="solid"/>
            </a:ln>
          </p:spPr>
          <p:txBody>
            <a:bodyPr wrap="none" lIns="0" tIns="0" rIns="0" bIns="0" anchor="t">
              <a:noAutofit/>
            </a:bodyPr>
            <a:lstStyle>
              <a:defPPr algn="l">
                <a:defRPr sz="932" b="1">
                  <a:solidFill>
                    <a:srgbClr val="0072B2"/>
                  </a:solidFill>
                  <a:latin typeface="Arial"/>
                  <a:ea typeface="Arial"/>
                  <a:cs typeface="Arial"/>
                </a:defRPr>
              </a:defPPr>
              <a:lvl1pPr algn="l">
                <a:defRPr sz="932" b="1">
                  <a:solidFill>
                    <a:srgbClr val="0072B2"/>
                  </a:solidFill>
                  <a:latin typeface="Arial"/>
                  <a:ea typeface="Arial"/>
                  <a:cs typeface="Arial"/>
                </a:defRPr>
              </a:lvl1pPr>
              <a:lvl2pPr algn="l">
                <a:defRPr sz="932" b="1">
                  <a:solidFill>
                    <a:srgbClr val="0072B2"/>
                  </a:solidFill>
                  <a:latin typeface="Arial"/>
                  <a:ea typeface="Arial"/>
                  <a:cs typeface="Arial"/>
                </a:defRPr>
              </a:lvl2pPr>
              <a:lvl3pPr algn="l">
                <a:defRPr sz="932" b="1">
                  <a:solidFill>
                    <a:srgbClr val="0072B2"/>
                  </a:solidFill>
                  <a:latin typeface="Arial"/>
                  <a:ea typeface="Arial"/>
                  <a:cs typeface="Arial"/>
                </a:defRPr>
              </a:lvl3pPr>
              <a:lvl4pPr algn="l">
                <a:defRPr sz="932" b="1">
                  <a:solidFill>
                    <a:srgbClr val="0072B2"/>
                  </a:solidFill>
                  <a:latin typeface="Arial"/>
                  <a:ea typeface="Arial"/>
                  <a:cs typeface="Arial"/>
                </a:defRPr>
              </a:lvl4pPr>
              <a:lvl5pPr algn="l">
                <a:defRPr sz="932" b="1">
                  <a:solidFill>
                    <a:srgbClr val="0072B2"/>
                  </a:solidFill>
                  <a:latin typeface="Arial"/>
                  <a:ea typeface="Arial"/>
                  <a:cs typeface="Arial"/>
                </a:defRPr>
              </a:lvl5pPr>
              <a:lvl6pPr algn="l">
                <a:defRPr sz="932" b="1">
                  <a:solidFill>
                    <a:srgbClr val="0072B2"/>
                  </a:solidFill>
                  <a:latin typeface="Arial"/>
                  <a:ea typeface="Arial"/>
                  <a:cs typeface="Arial"/>
                </a:defRPr>
              </a:lvl6pPr>
              <a:lvl7pPr algn="l">
                <a:defRPr sz="932" b="1">
                  <a:solidFill>
                    <a:srgbClr val="0072B2"/>
                  </a:solidFill>
                  <a:latin typeface="Arial"/>
                  <a:ea typeface="Arial"/>
                  <a:cs typeface="Arial"/>
                </a:defRPr>
              </a:lvl7pPr>
              <a:lvl8pPr algn="l">
                <a:defRPr sz="932" b="1">
                  <a:solidFill>
                    <a:srgbClr val="0072B2"/>
                  </a:solidFill>
                  <a:latin typeface="Arial"/>
                  <a:ea typeface="Arial"/>
                  <a:cs typeface="Arial"/>
                </a:defRPr>
              </a:lvl8pPr>
              <a:lvl9pPr algn="l">
                <a:defRPr sz="932" b="1">
                  <a:solidFill>
                    <a:srgbClr val="0072B2"/>
                  </a:solidFill>
                  <a:latin typeface="Arial"/>
                  <a:ea typeface="Arial"/>
                  <a:cs typeface="Arial"/>
                </a:defRPr>
              </a:lvl9pPr>
            </a:lstStyle>
            <a:p>
              <a:pPr algn="l">
                <a:defRPr sz="932" b="1">
                  <a:solidFill>
                    <a:srgbClr val="0072B2"/>
                  </a:solidFill>
                  <a:latin typeface="Arial"/>
                  <a:ea typeface="Arial"/>
                  <a:cs typeface="Arial"/>
                </a:defRPr>
              </a:pPr>
              <a:r>
                <a:rPr sz="932" b="1">
                  <a:solidFill>
                    <a:srgbClr val="0072B2"/>
                  </a:solidFill>
                  <a:latin typeface="Arial"/>
                  <a:ea typeface="Arial"/>
                  <a:cs typeface="Arial"/>
                </a:rPr>
                <a:t>A</a:t>
              </a:r>
            </a:p>
          </p:txBody>
        </p:sp>
        <p:sp>
          <p:nvSpPr>
            <p:cNvPr id="28" name="ellipse_027">
              <a:extLst>
                <a:ext uri="{FF2B5EF4-FFF2-40B4-BE49-F238E27FC236}">
                  <ns2:creationId id="{FBA479B3-3AB8-4229-A44E-2E720E4A45E4}"/>
                </a:ext>
              </a:extLst>
            </p:cNvPr>
            <p:cNvSpPr>
              <a:spLocks noGrp="1"/>
            </p:cNvSpPr>
            <p:nvPr/>
          </p:nvSpPr>
          <p:spPr>
            <a:xfrm rot="0">
              <a:off x="1677650" y="5017353"/>
              <a:ext cx="112395" cy="112395"/>
            </a:xfrm>
            <a:prstGeom prst="ellipse">
              <a:avLst/>
            </a:prstGeom>
            <a:solidFill>
              <a:srgbClr val="FFFFFF"/>
            </a:solidFill>
            <a:ln w="10653">
              <a:solidFill>
                <a:srgbClr val="FFFFFF"/>
              </a:solidFill>
              <a:prstDash val="solid"/>
            </a:ln>
          </p:spPr>
        </p:sp>
        <p:sp>
          <p:nvSpPr>
            <p:cNvPr id="29" name="B_f17_False">
              <a:extLst>
                <a:ext uri="{FF2B5EF4-FFF2-40B4-BE49-F238E27FC236}">
                  <ns2:creationId id="{8D95D539-10EA-4B68-8B1D-EB10230BF4B0}"/>
                </a:ext>
              </a:extLst>
            </p:cNvPr>
            <p:cNvSpPr>
              <a:spLocks noGrp="1"/>
            </p:cNvSpPr>
            <p:nvPr/>
          </p:nvSpPr>
          <p:spPr>
            <a:xfrm rot="0">
              <a:off x="1694795" y="5034498"/>
              <a:ext cx="78105" cy="78105"/>
            </a:xfrm>
            <a:prstGeom prst="ellipse">
              <a:avLst/>
            </a:prstGeom>
            <a:solidFill>
              <a:srgbClr val="FFFFFF"/>
            </a:solidFill>
            <a:ln w="10653">
              <a:solidFill>
                <a:srgbClr val="D55E00"/>
              </a:solidFill>
              <a:prstDash val="solid"/>
            </a:ln>
          </p:spPr>
        </p:sp>
        <p:sp>
          <p:nvSpPr>
            <p:cNvPr id="30" name="text_029">
              <a:extLst>
                <a:ext uri="{FF2B5EF4-FFF2-40B4-BE49-F238E27FC236}">
                  <ns2:creationId id="{59C221D0-A406-4E23-85F9-3C0FC4D5EA71}"/>
                </a:ext>
              </a:extLst>
            </p:cNvPr>
            <p:cNvSpPr>
              <a:spLocks noGrp="1"/>
            </p:cNvSpPr>
            <p:nvPr/>
          </p:nvSpPr>
          <p:spPr>
            <a:xfrm rot="0">
              <a:off x="1810048" y="4844951"/>
              <a:ext cx="266700" cy="247650"/>
            </a:xfrm>
            <a:prstGeom prst="rect">
              <a:avLst/>
            </a:prstGeom>
            <a:noFill/>
            <a:ln w="0">
              <a:noFill/>
              <a:prstDash val="solid"/>
            </a:ln>
          </p:spPr>
          <p:txBody>
            <a:bodyPr wrap="none" lIns="0" tIns="0" rIns="0" bIns="0" anchor="t">
              <a:noAutofit/>
            </a:bodyPr>
            <a:lstStyle>
              <a:defPPr algn="l">
                <a:defRPr sz="932" b="1">
                  <a:solidFill>
                    <a:srgbClr val="D55E00"/>
                  </a:solidFill>
                  <a:latin typeface="Arial"/>
                  <a:ea typeface="Arial"/>
                  <a:cs typeface="Arial"/>
                </a:defRPr>
              </a:defPPr>
              <a:lvl1pPr algn="l">
                <a:defRPr sz="932" b="1">
                  <a:solidFill>
                    <a:srgbClr val="D55E00"/>
                  </a:solidFill>
                  <a:latin typeface="Arial"/>
                  <a:ea typeface="Arial"/>
                  <a:cs typeface="Arial"/>
                </a:defRPr>
              </a:lvl1pPr>
              <a:lvl2pPr algn="l">
                <a:defRPr sz="932" b="1">
                  <a:solidFill>
                    <a:srgbClr val="D55E00"/>
                  </a:solidFill>
                  <a:latin typeface="Arial"/>
                  <a:ea typeface="Arial"/>
                  <a:cs typeface="Arial"/>
                </a:defRPr>
              </a:lvl2pPr>
              <a:lvl3pPr algn="l">
                <a:defRPr sz="932" b="1">
                  <a:solidFill>
                    <a:srgbClr val="D55E00"/>
                  </a:solidFill>
                  <a:latin typeface="Arial"/>
                  <a:ea typeface="Arial"/>
                  <a:cs typeface="Arial"/>
                </a:defRPr>
              </a:lvl3pPr>
              <a:lvl4pPr algn="l">
                <a:defRPr sz="932" b="1">
                  <a:solidFill>
                    <a:srgbClr val="D55E00"/>
                  </a:solidFill>
                  <a:latin typeface="Arial"/>
                  <a:ea typeface="Arial"/>
                  <a:cs typeface="Arial"/>
                </a:defRPr>
              </a:lvl4pPr>
              <a:lvl5pPr algn="l">
                <a:defRPr sz="932" b="1">
                  <a:solidFill>
                    <a:srgbClr val="D55E00"/>
                  </a:solidFill>
                  <a:latin typeface="Arial"/>
                  <a:ea typeface="Arial"/>
                  <a:cs typeface="Arial"/>
                </a:defRPr>
              </a:lvl5pPr>
              <a:lvl6pPr algn="l">
                <a:defRPr sz="932" b="1">
                  <a:solidFill>
                    <a:srgbClr val="D55E00"/>
                  </a:solidFill>
                  <a:latin typeface="Arial"/>
                  <a:ea typeface="Arial"/>
                  <a:cs typeface="Arial"/>
                </a:defRPr>
              </a:lvl6pPr>
              <a:lvl7pPr algn="l">
                <a:defRPr sz="932" b="1">
                  <a:solidFill>
                    <a:srgbClr val="D55E00"/>
                  </a:solidFill>
                  <a:latin typeface="Arial"/>
                  <a:ea typeface="Arial"/>
                  <a:cs typeface="Arial"/>
                </a:defRPr>
              </a:lvl7pPr>
              <a:lvl8pPr algn="l">
                <a:defRPr sz="932" b="1">
                  <a:solidFill>
                    <a:srgbClr val="D55E00"/>
                  </a:solidFill>
                  <a:latin typeface="Arial"/>
                  <a:ea typeface="Arial"/>
                  <a:cs typeface="Arial"/>
                </a:defRPr>
              </a:lvl8pPr>
              <a:lvl9pPr algn="l">
                <a:defRPr sz="932" b="1">
                  <a:solidFill>
                    <a:srgbClr val="D55E00"/>
                  </a:solidFill>
                  <a:latin typeface="Arial"/>
                  <a:ea typeface="Arial"/>
                  <a:cs typeface="Arial"/>
                </a:defRPr>
              </a:lvl9pPr>
            </a:lstStyle>
            <a:p>
              <a:pPr algn="l">
                <a:defRPr sz="932" b="1">
                  <a:solidFill>
                    <a:srgbClr val="D55E00"/>
                  </a:solidFill>
                  <a:latin typeface="Arial"/>
                  <a:ea typeface="Arial"/>
                  <a:cs typeface="Arial"/>
                </a:defRPr>
              </a:pPr>
              <a:r>
                <a:rPr sz="932" b="1">
                  <a:solidFill>
                    <a:srgbClr val="D55E00"/>
                  </a:solidFill>
                  <a:latin typeface="Arial"/>
                  <a:ea typeface="Arial"/>
                  <a:cs typeface="Arial"/>
                </a:rPr>
                <a:t>B</a:t>
              </a:r>
            </a:p>
          </p:txBody>
        </p:sp>
        <p:sp>
          <p:nvSpPr>
            <p:cNvPr id="31" name="ellipse_030">
              <a:extLst>
                <a:ext uri="{FF2B5EF4-FFF2-40B4-BE49-F238E27FC236}">
                  <ns2:creationId id="{716EB3A6-5718-41EE-B57A-7B9E1D11698D}"/>
                </a:ext>
              </a:extLst>
            </p:cNvPr>
            <p:cNvSpPr>
              <a:spLocks noGrp="1"/>
            </p:cNvSpPr>
            <p:nvPr/>
          </p:nvSpPr>
          <p:spPr>
            <a:xfrm rot="0">
              <a:off x="1219260" y="3543955"/>
              <a:ext cx="112395" cy="112395"/>
            </a:xfrm>
            <a:prstGeom prst="ellipse">
              <a:avLst/>
            </a:prstGeom>
            <a:solidFill>
              <a:srgbClr val="FFFFFF"/>
            </a:solidFill>
            <a:ln w="10653">
              <a:solidFill>
                <a:srgbClr val="FFFFFF"/>
              </a:solidFill>
              <a:prstDash val="solid"/>
            </a:ln>
          </p:spPr>
        </p:sp>
        <p:sp>
          <p:nvSpPr>
            <p:cNvPr id="32" name="C_f17_False">
              <a:extLst>
                <a:ext uri="{FF2B5EF4-FFF2-40B4-BE49-F238E27FC236}">
                  <ns2:creationId id="{DC3C5F37-4C60-4A71-9CA1-65676059934A}"/>
                </a:ext>
              </a:extLst>
            </p:cNvPr>
            <p:cNvSpPr>
              <a:spLocks noGrp="1"/>
            </p:cNvSpPr>
            <p:nvPr/>
          </p:nvSpPr>
          <p:spPr>
            <a:xfrm rot="0">
              <a:off x="1236405" y="3561100"/>
              <a:ext cx="78105" cy="78105"/>
            </a:xfrm>
            <a:prstGeom prst="ellipse">
              <a:avLst/>
            </a:prstGeom>
            <a:solidFill>
              <a:srgbClr val="FFFFFF"/>
            </a:solidFill>
            <a:ln w="10653">
              <a:solidFill>
                <a:srgbClr val="009E73"/>
              </a:solidFill>
              <a:prstDash val="solid"/>
            </a:ln>
          </p:spPr>
        </p:sp>
        <p:sp>
          <p:nvSpPr>
            <p:cNvPr id="33" name="text_032">
              <a:extLst>
                <a:ext uri="{FF2B5EF4-FFF2-40B4-BE49-F238E27FC236}">
                  <ns2:creationId id="{13C9D1A2-0C9D-4778-A163-1CB5F2D49951}"/>
                </a:ext>
              </a:extLst>
            </p:cNvPr>
            <p:cNvSpPr>
              <a:spLocks noGrp="1"/>
            </p:cNvSpPr>
            <p:nvPr/>
          </p:nvSpPr>
          <p:spPr>
            <a:xfrm rot="0">
              <a:off x="1351657" y="3371552"/>
              <a:ext cx="266700" cy="247650"/>
            </a:xfrm>
            <a:prstGeom prst="rect">
              <a:avLst/>
            </a:prstGeom>
            <a:noFill/>
            <a:ln w="0">
              <a:noFill/>
              <a:prstDash val="solid"/>
            </a:ln>
          </p:spPr>
          <p:txBody>
            <a:bodyPr wrap="none" lIns="0" tIns="0" rIns="0" bIns="0" anchor="t">
              <a:noAutofit/>
            </a:bodyPr>
            <a:lstStyle>
              <a:defPPr algn="l">
                <a:defRPr sz="932" b="1">
                  <a:solidFill>
                    <a:srgbClr val="009E73"/>
                  </a:solidFill>
                  <a:latin typeface="Arial"/>
                  <a:ea typeface="Arial"/>
                  <a:cs typeface="Arial"/>
                </a:defRPr>
              </a:defPPr>
              <a:lvl1pPr algn="l">
                <a:defRPr sz="932" b="1">
                  <a:solidFill>
                    <a:srgbClr val="009E73"/>
                  </a:solidFill>
                  <a:latin typeface="Arial"/>
                  <a:ea typeface="Arial"/>
                  <a:cs typeface="Arial"/>
                </a:defRPr>
              </a:lvl1pPr>
              <a:lvl2pPr algn="l">
                <a:defRPr sz="932" b="1">
                  <a:solidFill>
                    <a:srgbClr val="009E73"/>
                  </a:solidFill>
                  <a:latin typeface="Arial"/>
                  <a:ea typeface="Arial"/>
                  <a:cs typeface="Arial"/>
                </a:defRPr>
              </a:lvl2pPr>
              <a:lvl3pPr algn="l">
                <a:defRPr sz="932" b="1">
                  <a:solidFill>
                    <a:srgbClr val="009E73"/>
                  </a:solidFill>
                  <a:latin typeface="Arial"/>
                  <a:ea typeface="Arial"/>
                  <a:cs typeface="Arial"/>
                </a:defRPr>
              </a:lvl3pPr>
              <a:lvl4pPr algn="l">
                <a:defRPr sz="932" b="1">
                  <a:solidFill>
                    <a:srgbClr val="009E73"/>
                  </a:solidFill>
                  <a:latin typeface="Arial"/>
                  <a:ea typeface="Arial"/>
                  <a:cs typeface="Arial"/>
                </a:defRPr>
              </a:lvl4pPr>
              <a:lvl5pPr algn="l">
                <a:defRPr sz="932" b="1">
                  <a:solidFill>
                    <a:srgbClr val="009E73"/>
                  </a:solidFill>
                  <a:latin typeface="Arial"/>
                  <a:ea typeface="Arial"/>
                  <a:cs typeface="Arial"/>
                </a:defRPr>
              </a:lvl5pPr>
              <a:lvl6pPr algn="l">
                <a:defRPr sz="932" b="1">
                  <a:solidFill>
                    <a:srgbClr val="009E73"/>
                  </a:solidFill>
                  <a:latin typeface="Arial"/>
                  <a:ea typeface="Arial"/>
                  <a:cs typeface="Arial"/>
                </a:defRPr>
              </a:lvl6pPr>
              <a:lvl7pPr algn="l">
                <a:defRPr sz="932" b="1">
                  <a:solidFill>
                    <a:srgbClr val="009E73"/>
                  </a:solidFill>
                  <a:latin typeface="Arial"/>
                  <a:ea typeface="Arial"/>
                  <a:cs typeface="Arial"/>
                </a:defRPr>
              </a:lvl7pPr>
              <a:lvl8pPr algn="l">
                <a:defRPr sz="932" b="1">
                  <a:solidFill>
                    <a:srgbClr val="009E73"/>
                  </a:solidFill>
                  <a:latin typeface="Arial"/>
                  <a:ea typeface="Arial"/>
                  <a:cs typeface="Arial"/>
                </a:defRPr>
              </a:lvl8pPr>
              <a:lvl9pPr algn="l">
                <a:defRPr sz="932" b="1">
                  <a:solidFill>
                    <a:srgbClr val="009E73"/>
                  </a:solidFill>
                  <a:latin typeface="Arial"/>
                  <a:ea typeface="Arial"/>
                  <a:cs typeface="Arial"/>
                </a:defRPr>
              </a:lvl9pPr>
            </a:lstStyle>
            <a:p>
              <a:pPr algn="l">
                <a:defRPr sz="932" b="1">
                  <a:solidFill>
                    <a:srgbClr val="009E73"/>
                  </a:solidFill>
                  <a:latin typeface="Arial"/>
                  <a:ea typeface="Arial"/>
                  <a:cs typeface="Arial"/>
                </a:defRPr>
              </a:pPr>
              <a:r>
                <a:rPr sz="932" b="1">
                  <a:solidFill>
                    <a:srgbClr val="009E73"/>
                  </a:solidFill>
                  <a:latin typeface="Arial"/>
                  <a:ea typeface="Arial"/>
                  <a:cs typeface="Arial"/>
                </a:rPr>
                <a:t>C</a:t>
              </a:r>
            </a:p>
          </p:txBody>
        </p:sp>
        <p:sp>
          <p:nvSpPr>
            <p:cNvPr id="34" name="text_033">
              <a:extLst>
                <a:ext uri="{FF2B5EF4-FFF2-40B4-BE49-F238E27FC236}">
                  <ns2:creationId id="{C85EFFF4-3274-4979-8811-E97528F33647}"/>
                </a:ext>
              </a:extLst>
            </p:cNvPr>
            <p:cNvSpPr>
              <a:spLocks noGrp="1"/>
            </p:cNvSpPr>
            <p:nvPr/>
          </p:nvSpPr>
          <p:spPr>
            <a:xfrm rot="0">
              <a:off x="457200" y="5600700"/>
              <a:ext cx="2324100" cy="228600"/>
            </a:xfrm>
            <a:prstGeom prst="rect">
              <a:avLst/>
            </a:prstGeom>
            <a:noFill/>
            <a:ln w="0">
              <a:noFill/>
              <a:prstDash val="solid"/>
            </a:ln>
          </p:spPr>
          <p:txBody>
            <a:bodyPr wrap="none" lIns="0" tIns="0" rIns="0" bIns="0" anchor="t">
              <a:noAutofit/>
            </a:bodyPr>
            <a:lstStyle>
              <a:defPPr algn="ctr">
                <a:defRPr sz="746" b="0">
                  <a:solidFill>
                    <a:srgbClr val="000000"/>
                  </a:solidFill>
                  <a:latin typeface="Arial"/>
                  <a:ea typeface="Arial"/>
                  <a:cs typeface="Arial"/>
                </a:defRPr>
              </a:defPPr>
              <a:lvl1pPr algn="ctr">
                <a:defRPr sz="746" b="0">
                  <a:solidFill>
                    <a:srgbClr val="000000"/>
                  </a:solidFill>
                  <a:latin typeface="Arial"/>
                  <a:ea typeface="Arial"/>
                  <a:cs typeface="Arial"/>
                </a:defRPr>
              </a:lvl1pPr>
              <a:lvl2pPr algn="ctr">
                <a:defRPr sz="746" b="0">
                  <a:solidFill>
                    <a:srgbClr val="000000"/>
                  </a:solidFill>
                  <a:latin typeface="Arial"/>
                  <a:ea typeface="Arial"/>
                  <a:cs typeface="Arial"/>
                </a:defRPr>
              </a:lvl2pPr>
              <a:lvl3pPr algn="ctr">
                <a:defRPr sz="746" b="0">
                  <a:solidFill>
                    <a:srgbClr val="000000"/>
                  </a:solidFill>
                  <a:latin typeface="Arial"/>
                  <a:ea typeface="Arial"/>
                  <a:cs typeface="Arial"/>
                </a:defRPr>
              </a:lvl3pPr>
              <a:lvl4pPr algn="ctr">
                <a:defRPr sz="746" b="0">
                  <a:solidFill>
                    <a:srgbClr val="000000"/>
                  </a:solidFill>
                  <a:latin typeface="Arial"/>
                  <a:ea typeface="Arial"/>
                  <a:cs typeface="Arial"/>
                </a:defRPr>
              </a:lvl4pPr>
              <a:lvl5pPr algn="ctr">
                <a:defRPr sz="746" b="0">
                  <a:solidFill>
                    <a:srgbClr val="000000"/>
                  </a:solidFill>
                  <a:latin typeface="Arial"/>
                  <a:ea typeface="Arial"/>
                  <a:cs typeface="Arial"/>
                </a:defRPr>
              </a:lvl5pPr>
              <a:lvl6pPr algn="ctr">
                <a:defRPr sz="746" b="0">
                  <a:solidFill>
                    <a:srgbClr val="000000"/>
                  </a:solidFill>
                  <a:latin typeface="Arial"/>
                  <a:ea typeface="Arial"/>
                  <a:cs typeface="Arial"/>
                </a:defRPr>
              </a:lvl6pPr>
              <a:lvl7pPr algn="ctr">
                <a:defRPr sz="746" b="0">
                  <a:solidFill>
                    <a:srgbClr val="000000"/>
                  </a:solidFill>
                  <a:latin typeface="Arial"/>
                  <a:ea typeface="Arial"/>
                  <a:cs typeface="Arial"/>
                </a:defRPr>
              </a:lvl7pPr>
              <a:lvl8pPr algn="ctr">
                <a:defRPr sz="746" b="0">
                  <a:solidFill>
                    <a:srgbClr val="000000"/>
                  </a:solidFill>
                  <a:latin typeface="Arial"/>
                  <a:ea typeface="Arial"/>
                  <a:cs typeface="Arial"/>
                </a:defRPr>
              </a:lvl8pPr>
              <a:lvl9pPr algn="ctr">
                <a:defRPr sz="746" b="0">
                  <a:solidFill>
                    <a:srgbClr val="000000"/>
                  </a:solidFill>
                  <a:latin typeface="Arial"/>
                  <a:ea typeface="Arial"/>
                  <a:cs typeface="Arial"/>
                </a:defRPr>
              </a:lvl9pPr>
            </a:lstStyle>
            <a:p>
              <a:pPr algn="ctr">
                <a:defRPr sz="746" b="0">
                  <a:solidFill>
                    <a:srgbClr val="000000"/>
                  </a:solidFill>
                  <a:latin typeface="Arial"/>
                  <a:ea typeface="Arial"/>
                  <a:cs typeface="Arial"/>
                </a:defRPr>
              </a:pPr>
              <a:r>
                <a:rPr sz="746" b="0">
                  <a:solidFill>
                    <a:srgbClr val="000000"/>
                  </a:solidFill>
                  <a:latin typeface="Arial"/>
                  <a:ea typeface="Arial"/>
                  <a:cs typeface="Arial"/>
                </a:rPr>
                <a:t>283 cells with positive FRP</a:t>
              </a:r>
            </a:p>
          </p:txBody>
        </p:sp>
        <p:sp>
          <p:nvSpPr>
            <p:cNvPr id="35" name="text_034">
              <a:extLst>
                <a:ext uri="{FF2B5EF4-FFF2-40B4-BE49-F238E27FC236}">
                  <ns2:creationId id="{E75DFCD4-7B55-4AAD-8C20-9ABC6D4D1781}"/>
                </a:ext>
              </a:extLst>
            </p:cNvPr>
            <p:cNvSpPr>
              <a:spLocks noGrp="1"/>
            </p:cNvSpPr>
            <p:nvPr/>
          </p:nvSpPr>
          <p:spPr>
            <a:xfrm rot="0">
              <a:off x="3190875" y="2914650"/>
              <a:ext cx="2266950" cy="238125"/>
            </a:xfrm>
            <a:prstGeom prst="rect">
              <a:avLst/>
            </a:prstGeom>
            <a:noFill/>
            <a:ln w="0">
              <a:noFill/>
              <a:prstDash val="solid"/>
            </a:ln>
          </p:spPr>
          <p:txBody>
            <a:bodyPr wrap="none" lIns="0" tIns="0" rIns="0" bIns="0" anchor="t">
              <a:noAutofit/>
            </a:bodyPr>
            <a:lstStyle>
              <a:defPPr algn="ctr">
                <a:defRPr sz="839" b="1">
                  <a:solidFill>
                    <a:srgbClr val="000000"/>
                  </a:solidFill>
                  <a:latin typeface="Arial"/>
                  <a:ea typeface="Arial"/>
                  <a:cs typeface="Arial"/>
                </a:defRPr>
              </a:defPPr>
              <a:lvl1pPr algn="ctr">
                <a:defRPr sz="839" b="1">
                  <a:solidFill>
                    <a:srgbClr val="000000"/>
                  </a:solidFill>
                  <a:latin typeface="Arial"/>
                  <a:ea typeface="Arial"/>
                  <a:cs typeface="Arial"/>
                </a:defRPr>
              </a:lvl1pPr>
              <a:lvl2pPr algn="ctr">
                <a:defRPr sz="839" b="1">
                  <a:solidFill>
                    <a:srgbClr val="000000"/>
                  </a:solidFill>
                  <a:latin typeface="Arial"/>
                  <a:ea typeface="Arial"/>
                  <a:cs typeface="Arial"/>
                </a:defRPr>
              </a:lvl2pPr>
              <a:lvl3pPr algn="ctr">
                <a:defRPr sz="839" b="1">
                  <a:solidFill>
                    <a:srgbClr val="000000"/>
                  </a:solidFill>
                  <a:latin typeface="Arial"/>
                  <a:ea typeface="Arial"/>
                  <a:cs typeface="Arial"/>
                </a:defRPr>
              </a:lvl3pPr>
              <a:lvl4pPr algn="ctr">
                <a:defRPr sz="839" b="1">
                  <a:solidFill>
                    <a:srgbClr val="000000"/>
                  </a:solidFill>
                  <a:latin typeface="Arial"/>
                  <a:ea typeface="Arial"/>
                  <a:cs typeface="Arial"/>
                </a:defRPr>
              </a:lvl4pPr>
              <a:lvl5pPr algn="ctr">
                <a:defRPr sz="839" b="1">
                  <a:solidFill>
                    <a:srgbClr val="000000"/>
                  </a:solidFill>
                  <a:latin typeface="Arial"/>
                  <a:ea typeface="Arial"/>
                  <a:cs typeface="Arial"/>
                </a:defRPr>
              </a:lvl5pPr>
              <a:lvl6pPr algn="ctr">
                <a:defRPr sz="839" b="1">
                  <a:solidFill>
                    <a:srgbClr val="000000"/>
                  </a:solidFill>
                  <a:latin typeface="Arial"/>
                  <a:ea typeface="Arial"/>
                  <a:cs typeface="Arial"/>
                </a:defRPr>
              </a:lvl6pPr>
              <a:lvl7pPr algn="ctr">
                <a:defRPr sz="839" b="1">
                  <a:solidFill>
                    <a:srgbClr val="000000"/>
                  </a:solidFill>
                  <a:latin typeface="Arial"/>
                  <a:ea typeface="Arial"/>
                  <a:cs typeface="Arial"/>
                </a:defRPr>
              </a:lvl7pPr>
              <a:lvl8pPr algn="ctr">
                <a:defRPr sz="839" b="1">
                  <a:solidFill>
                    <a:srgbClr val="000000"/>
                  </a:solidFill>
                  <a:latin typeface="Arial"/>
                  <a:ea typeface="Arial"/>
                  <a:cs typeface="Arial"/>
                </a:defRPr>
              </a:lvl8pPr>
              <a:lvl9pPr algn="ctr">
                <a:defRPr sz="839" b="1">
                  <a:solidFill>
                    <a:srgbClr val="000000"/>
                  </a:solidFill>
                  <a:latin typeface="Arial"/>
                  <a:ea typeface="Arial"/>
                  <a:cs typeface="Arial"/>
                </a:defRPr>
              </a:lvl9pPr>
            </a:lstStyle>
            <a:p>
              <a:pPr algn="ctr">
                <a:defRPr sz="839" b="1">
                  <a:solidFill>
                    <a:srgbClr val="000000"/>
                  </a:solidFill>
                  <a:latin typeface="Arial"/>
                  <a:ea typeface="Arial"/>
                  <a:cs typeface="Arial"/>
                </a:defRPr>
              </a:pPr>
              <a:r>
                <a:rPr sz="839" b="1">
                  <a:solidFill>
                    <a:srgbClr val="000000"/>
                  </a:solidFill>
                  <a:latin typeface="Arial"/>
                  <a:ea typeface="Arial"/>
                  <a:cs typeface="Arial"/>
                </a:rPr>
                <a:t>f18: 12-07 to 12-08</a:t>
              </a:r>
            </a:p>
          </p:txBody>
        </p:sp>
        <p:pic>
          <p:nvPicPr>
            <p:cNvPr id="36" name="">
              <a:extLst>
                <a:ext uri="{FF2B5EF4-FFF2-40B4-BE49-F238E27FC236}">
                  <ns2:creationId id="{FE1124F4-5274-4C98-A201-22973EA189BA}"/>
                </a:ext>
              </a:extLst>
            </p:cNvPr>
            <p:cNvPicPr>
              <a:picLocks noChangeAspect="1"/>
            </p:cNvPicPr>
            <p:nvPr/>
          </p:nvPicPr>
          <p:blipFill>
            <a:blip r:embed="R3f9694ddd87042f0"/>
            <a:stretch/>
          </p:blipFill>
          <p:spPr>
            <a:xfrm>
              <a:off x="3267075" y="3190875"/>
              <a:ext cx="2095500" cy="2095500"/>
            </a:xfrm>
            <a:prstGeom prst="rect">
              <a:avLst/>
            </a:prstGeom>
          </p:spPr>
        </p:pic>
        <p:sp>
          <p:nvSpPr>
            <p:cNvPr id="37" name="rect_036">
              <a:extLst>
                <a:ext uri="{FF2B5EF4-FFF2-40B4-BE49-F238E27FC236}">
                  <ns2:creationId id="{2AB0F5DC-9319-4BAD-8025-66BF4C0351B5}"/>
                </a:ext>
              </a:extLst>
            </p:cNvPr>
            <p:cNvSpPr>
              <a:spLocks noGrp="1"/>
            </p:cNvSpPr>
            <p:nvPr/>
          </p:nvSpPr>
          <p:spPr>
            <a:xfrm rot="0">
              <a:off x="3267075" y="3190875"/>
              <a:ext cx="2095500" cy="2095500"/>
            </a:xfrm>
            <a:prstGeom prst="rect">
              <a:avLst/>
            </a:prstGeom>
            <a:noFill/>
            <a:ln w="4143">
              <a:solidFill>
                <a:srgbClr val="65727C"/>
              </a:solidFill>
              <a:prstDash val="solid"/>
            </a:ln>
          </p:spPr>
        </p:sp>
        <p:sp>
          <p:nvSpPr>
            <p:cNvPr id="38" name="line_037">
              <a:extLst>
                <a:ext uri="{FF2B5EF4-FFF2-40B4-BE49-F238E27FC236}">
                  <ns2:creationId id="{2EAC6AE0-FFFD-41D2-BD14-6423A33FE28D}"/>
                </a:ext>
              </a:extLst>
            </p:cNvPr>
            <p:cNvSpPr>
              <a:spLocks noGrp="1"/>
            </p:cNvSpPr>
            <p:nvPr/>
          </p:nvSpPr>
          <p:spPr>
            <a:xfrm>
              <a:off x="3528974" y="5286375"/>
              <a:ext cx="95" cy="38100"/>
            </a:xfrm>
            <a:custGeom>
              <a:pathLst>
                <a:path w="95" h="38100">
                  <a:moveTo>
                    <a:pt x="0" y="0"/>
                  </a:moveTo>
                  <a:lnTo>
                    <a:pt x="0" y="38100"/>
                  </a:lnTo>
                </a:path>
              </a:pathLst>
            </a:custGeom>
            <a:noFill/>
            <a:ln w="4735">
              <a:solidFill>
                <a:srgbClr val="65727C"/>
              </a:solidFill>
              <a:prstDash val="solid"/>
            </a:ln>
          </p:spPr>
        </p:sp>
        <p:sp>
          <p:nvSpPr>
            <p:cNvPr id="39" name="text_038">
              <a:extLst>
                <a:ext uri="{FF2B5EF4-FFF2-40B4-BE49-F238E27FC236}">
                  <ns2:creationId id="{F3176332-7CB5-4969-9A4D-4FBC1DBE6018}"/>
                </a:ext>
              </a:extLst>
            </p:cNvPr>
            <p:cNvSpPr>
              <a:spLocks noGrp="1"/>
            </p:cNvSpPr>
            <p:nvPr/>
          </p:nvSpPr>
          <p:spPr>
            <a:xfrm rot="0">
              <a:off x="3319424" y="5343525"/>
              <a:ext cx="419100" cy="219075"/>
            </a:xfrm>
            <a:prstGeom prst="rect">
              <a:avLst/>
            </a:prstGeom>
            <a:noFill/>
            <a:ln w="0">
              <a:noFill/>
              <a:prstDash val="solid"/>
            </a:ln>
          </p:spPr>
          <p:txBody>
            <a:bodyPr wrap="none" lIns="0" tIns="0" rIns="0" bIns="0" anchor="t">
              <a:noAutofit/>
            </a:bodyPr>
            <a:lstStyle>
              <a:defPPr algn="ctr">
                <a:defRPr sz="699" b="0">
                  <a:solidFill>
                    <a:srgbClr val="000000"/>
                  </a:solidFill>
                  <a:latin typeface="Arial"/>
                  <a:ea typeface="Arial"/>
                  <a:cs typeface="Arial"/>
                </a:defRPr>
              </a:defPPr>
              <a:lvl1pPr algn="ctr">
                <a:defRPr sz="699" b="0">
                  <a:solidFill>
                    <a:srgbClr val="000000"/>
                  </a:solidFill>
                  <a:latin typeface="Arial"/>
                  <a:ea typeface="Arial"/>
                  <a:cs typeface="Arial"/>
                </a:defRPr>
              </a:lvl1pPr>
              <a:lvl2pPr algn="ctr">
                <a:defRPr sz="699" b="0">
                  <a:solidFill>
                    <a:srgbClr val="000000"/>
                  </a:solidFill>
                  <a:latin typeface="Arial"/>
                  <a:ea typeface="Arial"/>
                  <a:cs typeface="Arial"/>
                </a:defRPr>
              </a:lvl2pPr>
              <a:lvl3pPr algn="ctr">
                <a:defRPr sz="699" b="0">
                  <a:solidFill>
                    <a:srgbClr val="000000"/>
                  </a:solidFill>
                  <a:latin typeface="Arial"/>
                  <a:ea typeface="Arial"/>
                  <a:cs typeface="Arial"/>
                </a:defRPr>
              </a:lvl3pPr>
              <a:lvl4pPr algn="ctr">
                <a:defRPr sz="699" b="0">
                  <a:solidFill>
                    <a:srgbClr val="000000"/>
                  </a:solidFill>
                  <a:latin typeface="Arial"/>
                  <a:ea typeface="Arial"/>
                  <a:cs typeface="Arial"/>
                </a:defRPr>
              </a:lvl4pPr>
              <a:lvl5pPr algn="ctr">
                <a:defRPr sz="699" b="0">
                  <a:solidFill>
                    <a:srgbClr val="000000"/>
                  </a:solidFill>
                  <a:latin typeface="Arial"/>
                  <a:ea typeface="Arial"/>
                  <a:cs typeface="Arial"/>
                </a:defRPr>
              </a:lvl5pPr>
              <a:lvl6pPr algn="ctr">
                <a:defRPr sz="699" b="0">
                  <a:solidFill>
                    <a:srgbClr val="000000"/>
                  </a:solidFill>
                  <a:latin typeface="Arial"/>
                  <a:ea typeface="Arial"/>
                  <a:cs typeface="Arial"/>
                </a:defRPr>
              </a:lvl6pPr>
              <a:lvl7pPr algn="ctr">
                <a:defRPr sz="699" b="0">
                  <a:solidFill>
                    <a:srgbClr val="000000"/>
                  </a:solidFill>
                  <a:latin typeface="Arial"/>
                  <a:ea typeface="Arial"/>
                  <a:cs typeface="Arial"/>
                </a:defRPr>
              </a:lvl7pPr>
              <a:lvl8pPr algn="ctr">
                <a:defRPr sz="699" b="0">
                  <a:solidFill>
                    <a:srgbClr val="000000"/>
                  </a:solidFill>
                  <a:latin typeface="Arial"/>
                  <a:ea typeface="Arial"/>
                  <a:cs typeface="Arial"/>
                </a:defRPr>
              </a:lvl8pPr>
              <a:lvl9pPr algn="ctr">
                <a:defRPr sz="699" b="0">
                  <a:solidFill>
                    <a:srgbClr val="000000"/>
                  </a:solidFill>
                  <a:latin typeface="Arial"/>
                  <a:ea typeface="Arial"/>
                  <a:cs typeface="Arial"/>
                </a:defRPr>
              </a:lvl9pPr>
            </a:lstStyle>
            <a:p>
              <a:pPr algn="ctr">
                <a:defRPr sz="699" b="0">
                  <a:solidFill>
                    <a:srgbClr val="000000"/>
                  </a:solidFill>
                  <a:latin typeface="Arial"/>
                  <a:ea typeface="Arial"/>
                  <a:cs typeface="Arial"/>
                </a:defRPr>
              </a:pPr>
              <a:r>
                <a:rPr sz="699" b="0">
                  <a:solidFill>
                    <a:srgbClr val="000000"/>
                  </a:solidFill>
                  <a:latin typeface="Arial"/>
                  <a:ea typeface="Arial"/>
                  <a:cs typeface="Arial"/>
                </a:rPr>
                <a:t>142 E</a:t>
              </a:r>
            </a:p>
          </p:txBody>
        </p:sp>
        <p:sp>
          <p:nvSpPr>
            <p:cNvPr id="40" name="line_039">
              <a:extLst>
                <a:ext uri="{FF2B5EF4-FFF2-40B4-BE49-F238E27FC236}">
                  <ns2:creationId id="{12295CFA-56B4-42CB-8E2E-A188076984EF}"/>
                </a:ext>
              </a:extLst>
            </p:cNvPr>
            <p:cNvSpPr>
              <a:spLocks noGrp="1"/>
            </p:cNvSpPr>
            <p:nvPr/>
          </p:nvSpPr>
          <p:spPr>
            <a:xfrm>
              <a:off x="4437563" y="5286375"/>
              <a:ext cx="95" cy="38100"/>
            </a:xfrm>
            <a:custGeom>
              <a:pathLst>
                <a:path w="95" h="38100">
                  <a:moveTo>
                    <a:pt x="0" y="0"/>
                  </a:moveTo>
                  <a:lnTo>
                    <a:pt x="0" y="38100"/>
                  </a:lnTo>
                </a:path>
              </a:pathLst>
            </a:custGeom>
            <a:noFill/>
            <a:ln w="4735">
              <a:solidFill>
                <a:srgbClr val="65727C"/>
              </a:solidFill>
              <a:prstDash val="solid"/>
            </a:ln>
          </p:spPr>
        </p:sp>
        <p:sp>
          <p:nvSpPr>
            <p:cNvPr id="41" name="text_040">
              <a:extLst>
                <a:ext uri="{FF2B5EF4-FFF2-40B4-BE49-F238E27FC236}">
                  <ns2:creationId id="{57BC7822-983C-4A26-AB03-B9FFF2FAF364}"/>
                </a:ext>
              </a:extLst>
            </p:cNvPr>
            <p:cNvSpPr>
              <a:spLocks noGrp="1"/>
            </p:cNvSpPr>
            <p:nvPr/>
          </p:nvSpPr>
          <p:spPr>
            <a:xfrm rot="0">
              <a:off x="4228013" y="5343525"/>
              <a:ext cx="419100" cy="219075"/>
            </a:xfrm>
            <a:prstGeom prst="rect">
              <a:avLst/>
            </a:prstGeom>
            <a:noFill/>
            <a:ln w="0">
              <a:noFill/>
              <a:prstDash val="solid"/>
            </a:ln>
          </p:spPr>
          <p:txBody>
            <a:bodyPr wrap="none" lIns="0" tIns="0" rIns="0" bIns="0" anchor="t">
              <a:noAutofit/>
            </a:bodyPr>
            <a:lstStyle>
              <a:defPPr algn="ctr">
                <a:defRPr sz="699" b="0">
                  <a:solidFill>
                    <a:srgbClr val="000000"/>
                  </a:solidFill>
                  <a:latin typeface="Arial"/>
                  <a:ea typeface="Arial"/>
                  <a:cs typeface="Arial"/>
                </a:defRPr>
              </a:defPPr>
              <a:lvl1pPr algn="ctr">
                <a:defRPr sz="699" b="0">
                  <a:solidFill>
                    <a:srgbClr val="000000"/>
                  </a:solidFill>
                  <a:latin typeface="Arial"/>
                  <a:ea typeface="Arial"/>
                  <a:cs typeface="Arial"/>
                </a:defRPr>
              </a:lvl1pPr>
              <a:lvl2pPr algn="ctr">
                <a:defRPr sz="699" b="0">
                  <a:solidFill>
                    <a:srgbClr val="000000"/>
                  </a:solidFill>
                  <a:latin typeface="Arial"/>
                  <a:ea typeface="Arial"/>
                  <a:cs typeface="Arial"/>
                </a:defRPr>
              </a:lvl2pPr>
              <a:lvl3pPr algn="ctr">
                <a:defRPr sz="699" b="0">
                  <a:solidFill>
                    <a:srgbClr val="000000"/>
                  </a:solidFill>
                  <a:latin typeface="Arial"/>
                  <a:ea typeface="Arial"/>
                  <a:cs typeface="Arial"/>
                </a:defRPr>
              </a:lvl3pPr>
              <a:lvl4pPr algn="ctr">
                <a:defRPr sz="699" b="0">
                  <a:solidFill>
                    <a:srgbClr val="000000"/>
                  </a:solidFill>
                  <a:latin typeface="Arial"/>
                  <a:ea typeface="Arial"/>
                  <a:cs typeface="Arial"/>
                </a:defRPr>
              </a:lvl4pPr>
              <a:lvl5pPr algn="ctr">
                <a:defRPr sz="699" b="0">
                  <a:solidFill>
                    <a:srgbClr val="000000"/>
                  </a:solidFill>
                  <a:latin typeface="Arial"/>
                  <a:ea typeface="Arial"/>
                  <a:cs typeface="Arial"/>
                </a:defRPr>
              </a:lvl5pPr>
              <a:lvl6pPr algn="ctr">
                <a:defRPr sz="699" b="0">
                  <a:solidFill>
                    <a:srgbClr val="000000"/>
                  </a:solidFill>
                  <a:latin typeface="Arial"/>
                  <a:ea typeface="Arial"/>
                  <a:cs typeface="Arial"/>
                </a:defRPr>
              </a:lvl6pPr>
              <a:lvl7pPr algn="ctr">
                <a:defRPr sz="699" b="0">
                  <a:solidFill>
                    <a:srgbClr val="000000"/>
                  </a:solidFill>
                  <a:latin typeface="Arial"/>
                  <a:ea typeface="Arial"/>
                  <a:cs typeface="Arial"/>
                </a:defRPr>
              </a:lvl7pPr>
              <a:lvl8pPr algn="ctr">
                <a:defRPr sz="699" b="0">
                  <a:solidFill>
                    <a:srgbClr val="000000"/>
                  </a:solidFill>
                  <a:latin typeface="Arial"/>
                  <a:ea typeface="Arial"/>
                  <a:cs typeface="Arial"/>
                </a:defRPr>
              </a:lvl8pPr>
              <a:lvl9pPr algn="ctr">
                <a:defRPr sz="699" b="0">
                  <a:solidFill>
                    <a:srgbClr val="000000"/>
                  </a:solidFill>
                  <a:latin typeface="Arial"/>
                  <a:ea typeface="Arial"/>
                  <a:cs typeface="Arial"/>
                </a:defRPr>
              </a:lvl9pPr>
            </a:lstStyle>
            <a:p>
              <a:pPr algn="ctr">
                <a:defRPr sz="699" b="0">
                  <a:solidFill>
                    <a:srgbClr val="000000"/>
                  </a:solidFill>
                  <a:latin typeface="Arial"/>
                  <a:ea typeface="Arial"/>
                  <a:cs typeface="Arial"/>
                </a:defRPr>
              </a:pPr>
              <a:r>
                <a:rPr sz="699" b="0">
                  <a:solidFill>
                    <a:srgbClr val="000000"/>
                  </a:solidFill>
                  <a:latin typeface="Arial"/>
                  <a:ea typeface="Arial"/>
                  <a:cs typeface="Arial"/>
                </a:rPr>
                <a:t>148 E</a:t>
              </a:r>
            </a:p>
          </p:txBody>
        </p:sp>
        <p:sp>
          <p:nvSpPr>
            <p:cNvPr id="42" name="line_041">
              <a:extLst>
                <a:ext uri="{FF2B5EF4-FFF2-40B4-BE49-F238E27FC236}">
                  <ns2:creationId id="{106B9885-09B5-4534-B33A-43C5D845537A}"/>
                </a:ext>
              </a:extLst>
            </p:cNvPr>
            <p:cNvSpPr>
              <a:spLocks noGrp="1"/>
            </p:cNvSpPr>
            <p:nvPr/>
          </p:nvSpPr>
          <p:spPr>
            <a:xfrm>
              <a:off x="5346151" y="5286375"/>
              <a:ext cx="95" cy="38100"/>
            </a:xfrm>
            <a:custGeom>
              <a:pathLst>
                <a:path w="95" h="38100">
                  <a:moveTo>
                    <a:pt x="0" y="0"/>
                  </a:moveTo>
                  <a:lnTo>
                    <a:pt x="0" y="38100"/>
                  </a:lnTo>
                </a:path>
              </a:pathLst>
            </a:custGeom>
            <a:noFill/>
            <a:ln w="4735">
              <a:solidFill>
                <a:srgbClr val="65727C"/>
              </a:solidFill>
              <a:prstDash val="solid"/>
            </a:ln>
          </p:spPr>
        </p:sp>
        <p:sp>
          <p:nvSpPr>
            <p:cNvPr id="43" name="text_042">
              <a:extLst>
                <a:ext uri="{FF2B5EF4-FFF2-40B4-BE49-F238E27FC236}">
                  <ns2:creationId id="{8552EF2B-6299-41C5-8E36-7FB5928EE1ED}"/>
                </a:ext>
              </a:extLst>
            </p:cNvPr>
            <p:cNvSpPr>
              <a:spLocks noGrp="1"/>
            </p:cNvSpPr>
            <p:nvPr/>
          </p:nvSpPr>
          <p:spPr>
            <a:xfrm rot="0">
              <a:off x="5136601" y="5343525"/>
              <a:ext cx="419100" cy="219075"/>
            </a:xfrm>
            <a:prstGeom prst="rect">
              <a:avLst/>
            </a:prstGeom>
            <a:noFill/>
            <a:ln w="0">
              <a:noFill/>
              <a:prstDash val="solid"/>
            </a:ln>
          </p:spPr>
          <p:txBody>
            <a:bodyPr wrap="none" lIns="0" tIns="0" rIns="0" bIns="0" anchor="t">
              <a:noAutofit/>
            </a:bodyPr>
            <a:lstStyle>
              <a:defPPr algn="ctr">
                <a:defRPr sz="699" b="0">
                  <a:solidFill>
                    <a:srgbClr val="000000"/>
                  </a:solidFill>
                  <a:latin typeface="Arial"/>
                  <a:ea typeface="Arial"/>
                  <a:cs typeface="Arial"/>
                </a:defRPr>
              </a:defPPr>
              <a:lvl1pPr algn="ctr">
                <a:defRPr sz="699" b="0">
                  <a:solidFill>
                    <a:srgbClr val="000000"/>
                  </a:solidFill>
                  <a:latin typeface="Arial"/>
                  <a:ea typeface="Arial"/>
                  <a:cs typeface="Arial"/>
                </a:defRPr>
              </a:lvl1pPr>
              <a:lvl2pPr algn="ctr">
                <a:defRPr sz="699" b="0">
                  <a:solidFill>
                    <a:srgbClr val="000000"/>
                  </a:solidFill>
                  <a:latin typeface="Arial"/>
                  <a:ea typeface="Arial"/>
                  <a:cs typeface="Arial"/>
                </a:defRPr>
              </a:lvl2pPr>
              <a:lvl3pPr algn="ctr">
                <a:defRPr sz="699" b="0">
                  <a:solidFill>
                    <a:srgbClr val="000000"/>
                  </a:solidFill>
                  <a:latin typeface="Arial"/>
                  <a:ea typeface="Arial"/>
                  <a:cs typeface="Arial"/>
                </a:defRPr>
              </a:lvl3pPr>
              <a:lvl4pPr algn="ctr">
                <a:defRPr sz="699" b="0">
                  <a:solidFill>
                    <a:srgbClr val="000000"/>
                  </a:solidFill>
                  <a:latin typeface="Arial"/>
                  <a:ea typeface="Arial"/>
                  <a:cs typeface="Arial"/>
                </a:defRPr>
              </a:lvl4pPr>
              <a:lvl5pPr algn="ctr">
                <a:defRPr sz="699" b="0">
                  <a:solidFill>
                    <a:srgbClr val="000000"/>
                  </a:solidFill>
                  <a:latin typeface="Arial"/>
                  <a:ea typeface="Arial"/>
                  <a:cs typeface="Arial"/>
                </a:defRPr>
              </a:lvl5pPr>
              <a:lvl6pPr algn="ctr">
                <a:defRPr sz="699" b="0">
                  <a:solidFill>
                    <a:srgbClr val="000000"/>
                  </a:solidFill>
                  <a:latin typeface="Arial"/>
                  <a:ea typeface="Arial"/>
                  <a:cs typeface="Arial"/>
                </a:defRPr>
              </a:lvl6pPr>
              <a:lvl7pPr algn="ctr">
                <a:defRPr sz="699" b="0">
                  <a:solidFill>
                    <a:srgbClr val="000000"/>
                  </a:solidFill>
                  <a:latin typeface="Arial"/>
                  <a:ea typeface="Arial"/>
                  <a:cs typeface="Arial"/>
                </a:defRPr>
              </a:lvl7pPr>
              <a:lvl8pPr algn="ctr">
                <a:defRPr sz="699" b="0">
                  <a:solidFill>
                    <a:srgbClr val="000000"/>
                  </a:solidFill>
                  <a:latin typeface="Arial"/>
                  <a:ea typeface="Arial"/>
                  <a:cs typeface="Arial"/>
                </a:defRPr>
              </a:lvl8pPr>
              <a:lvl9pPr algn="ctr">
                <a:defRPr sz="699" b="0">
                  <a:solidFill>
                    <a:srgbClr val="000000"/>
                  </a:solidFill>
                  <a:latin typeface="Arial"/>
                  <a:ea typeface="Arial"/>
                  <a:cs typeface="Arial"/>
                </a:defRPr>
              </a:lvl9pPr>
            </a:lstStyle>
            <a:p>
              <a:pPr algn="ctr">
                <a:defRPr sz="699" b="0">
                  <a:solidFill>
                    <a:srgbClr val="000000"/>
                  </a:solidFill>
                  <a:latin typeface="Arial"/>
                  <a:ea typeface="Arial"/>
                  <a:cs typeface="Arial"/>
                </a:defRPr>
              </a:pPr>
              <a:r>
                <a:rPr sz="699" b="0">
                  <a:solidFill>
                    <a:srgbClr val="000000"/>
                  </a:solidFill>
                  <a:latin typeface="Arial"/>
                  <a:ea typeface="Arial"/>
                  <a:cs typeface="Arial"/>
                </a:rPr>
                <a:t>154 E</a:t>
              </a:r>
            </a:p>
          </p:txBody>
        </p:sp>
        <p:sp>
          <p:nvSpPr>
            <p:cNvPr id="44" name="text_043">
              <a:extLst>
                <a:ext uri="{FF2B5EF4-FFF2-40B4-BE49-F238E27FC236}">
                  <ns2:creationId id="{4B46D6DD-8256-400D-AF0B-AEB465A4EBBE}"/>
                </a:ext>
              </a:extLst>
            </p:cNvPr>
            <p:cNvSpPr>
              <a:spLocks noGrp="1"/>
            </p:cNvSpPr>
            <p:nvPr/>
          </p:nvSpPr>
          <p:spPr>
            <a:xfrm rot="0">
              <a:off x="3614958" y="3377756"/>
              <a:ext cx="428625" cy="190500"/>
            </a:xfrm>
            <a:prstGeom prst="rect">
              <a:avLst/>
            </a:prstGeom>
            <a:noFill/>
            <a:ln w="0">
              <a:noFill/>
              <a:prstDash val="solid"/>
            </a:ln>
          </p:spPr>
          <p:txBody>
            <a:bodyPr wrap="none" lIns="0" tIns="0" rIns="0" bIns="0" anchor="t">
              <a:noAutofit/>
            </a:bodyPr>
            <a:lstStyle>
              <a:defPPr algn="l">
                <a:defRPr sz="559" b="0">
                  <a:solidFill>
                    <a:srgbClr val="65727C"/>
                  </a:solidFill>
                  <a:latin typeface="Arial"/>
                  <a:ea typeface="Arial"/>
                  <a:cs typeface="Arial"/>
                </a:defRPr>
              </a:defPPr>
              <a:lvl1pPr algn="l">
                <a:defRPr sz="559" b="0">
                  <a:solidFill>
                    <a:srgbClr val="65727C"/>
                  </a:solidFill>
                  <a:latin typeface="Arial"/>
                  <a:ea typeface="Arial"/>
                  <a:cs typeface="Arial"/>
                </a:defRPr>
              </a:lvl1pPr>
              <a:lvl2pPr algn="l">
                <a:defRPr sz="559" b="0">
                  <a:solidFill>
                    <a:srgbClr val="65727C"/>
                  </a:solidFill>
                  <a:latin typeface="Arial"/>
                  <a:ea typeface="Arial"/>
                  <a:cs typeface="Arial"/>
                </a:defRPr>
              </a:lvl2pPr>
              <a:lvl3pPr algn="l">
                <a:defRPr sz="559" b="0">
                  <a:solidFill>
                    <a:srgbClr val="65727C"/>
                  </a:solidFill>
                  <a:latin typeface="Arial"/>
                  <a:ea typeface="Arial"/>
                  <a:cs typeface="Arial"/>
                </a:defRPr>
              </a:lvl3pPr>
              <a:lvl4pPr algn="l">
                <a:defRPr sz="559" b="0">
                  <a:solidFill>
                    <a:srgbClr val="65727C"/>
                  </a:solidFill>
                  <a:latin typeface="Arial"/>
                  <a:ea typeface="Arial"/>
                  <a:cs typeface="Arial"/>
                </a:defRPr>
              </a:lvl4pPr>
              <a:lvl5pPr algn="l">
                <a:defRPr sz="559" b="0">
                  <a:solidFill>
                    <a:srgbClr val="65727C"/>
                  </a:solidFill>
                  <a:latin typeface="Arial"/>
                  <a:ea typeface="Arial"/>
                  <a:cs typeface="Arial"/>
                </a:defRPr>
              </a:lvl5pPr>
              <a:lvl6pPr algn="l">
                <a:defRPr sz="559" b="0">
                  <a:solidFill>
                    <a:srgbClr val="65727C"/>
                  </a:solidFill>
                  <a:latin typeface="Arial"/>
                  <a:ea typeface="Arial"/>
                  <a:cs typeface="Arial"/>
                </a:defRPr>
              </a:lvl6pPr>
              <a:lvl7pPr algn="l">
                <a:defRPr sz="559" b="0">
                  <a:solidFill>
                    <a:srgbClr val="65727C"/>
                  </a:solidFill>
                  <a:latin typeface="Arial"/>
                  <a:ea typeface="Arial"/>
                  <a:cs typeface="Arial"/>
                </a:defRPr>
              </a:lvl7pPr>
              <a:lvl8pPr algn="l">
                <a:defRPr sz="559" b="0">
                  <a:solidFill>
                    <a:srgbClr val="65727C"/>
                  </a:solidFill>
                  <a:latin typeface="Arial"/>
                  <a:ea typeface="Arial"/>
                  <a:cs typeface="Arial"/>
                </a:defRPr>
              </a:lvl8pPr>
              <a:lvl9pPr algn="l">
                <a:defRPr sz="559" b="0">
                  <a:solidFill>
                    <a:srgbClr val="65727C"/>
                  </a:solidFill>
                  <a:latin typeface="Arial"/>
                  <a:ea typeface="Arial"/>
                  <a:cs typeface="Arial"/>
                </a:defRPr>
              </a:lvl9pPr>
            </a:lstStyle>
            <a:p>
              <a:pPr algn="l">
                <a:defRPr sz="559" b="0">
                  <a:solidFill>
                    <a:srgbClr val="65727C"/>
                  </a:solidFill>
                  <a:latin typeface="Arial"/>
                  <a:ea typeface="Arial"/>
                  <a:cs typeface="Arial"/>
                </a:defRPr>
              </a:pPr>
              <a:r>
                <a:rPr sz="559" b="0">
                  <a:solidFill>
                    <a:srgbClr val="65727C"/>
                  </a:solidFill>
                  <a:latin typeface="Arial"/>
                  <a:ea typeface="Arial"/>
                  <a:cs typeface="Arial"/>
                </a:rPr>
                <a:t>QLD</a:t>
              </a:r>
            </a:p>
          </p:txBody>
        </p:sp>
        <p:sp>
          <p:nvSpPr>
            <p:cNvPr id="45" name="text_044">
              <a:extLst>
                <a:ext uri="{FF2B5EF4-FFF2-40B4-BE49-F238E27FC236}">
                  <ns2:creationId id="{C1953BB8-309A-4DCA-AEC5-C8CAE1185F06}"/>
                </a:ext>
              </a:extLst>
            </p:cNvPr>
            <p:cNvSpPr>
              <a:spLocks noGrp="1"/>
            </p:cNvSpPr>
            <p:nvPr/>
          </p:nvSpPr>
          <p:spPr>
            <a:xfrm rot="0">
              <a:off x="3614958" y="4234347"/>
              <a:ext cx="428625" cy="190500"/>
            </a:xfrm>
            <a:prstGeom prst="rect">
              <a:avLst/>
            </a:prstGeom>
            <a:noFill/>
            <a:ln w="0">
              <a:noFill/>
              <a:prstDash val="solid"/>
            </a:ln>
          </p:spPr>
          <p:txBody>
            <a:bodyPr wrap="none" lIns="0" tIns="0" rIns="0" bIns="0" anchor="t">
              <a:noAutofit/>
            </a:bodyPr>
            <a:lstStyle>
              <a:defPPr algn="l">
                <a:defRPr sz="559" b="0">
                  <a:solidFill>
                    <a:srgbClr val="65727C"/>
                  </a:solidFill>
                  <a:latin typeface="Arial"/>
                  <a:ea typeface="Arial"/>
                  <a:cs typeface="Arial"/>
                </a:defRPr>
              </a:defPPr>
              <a:lvl1pPr algn="l">
                <a:defRPr sz="559" b="0">
                  <a:solidFill>
                    <a:srgbClr val="65727C"/>
                  </a:solidFill>
                  <a:latin typeface="Arial"/>
                  <a:ea typeface="Arial"/>
                  <a:cs typeface="Arial"/>
                </a:defRPr>
              </a:lvl1pPr>
              <a:lvl2pPr algn="l">
                <a:defRPr sz="559" b="0">
                  <a:solidFill>
                    <a:srgbClr val="65727C"/>
                  </a:solidFill>
                  <a:latin typeface="Arial"/>
                  <a:ea typeface="Arial"/>
                  <a:cs typeface="Arial"/>
                </a:defRPr>
              </a:lvl2pPr>
              <a:lvl3pPr algn="l">
                <a:defRPr sz="559" b="0">
                  <a:solidFill>
                    <a:srgbClr val="65727C"/>
                  </a:solidFill>
                  <a:latin typeface="Arial"/>
                  <a:ea typeface="Arial"/>
                  <a:cs typeface="Arial"/>
                </a:defRPr>
              </a:lvl3pPr>
              <a:lvl4pPr algn="l">
                <a:defRPr sz="559" b="0">
                  <a:solidFill>
                    <a:srgbClr val="65727C"/>
                  </a:solidFill>
                  <a:latin typeface="Arial"/>
                  <a:ea typeface="Arial"/>
                  <a:cs typeface="Arial"/>
                </a:defRPr>
              </a:lvl4pPr>
              <a:lvl5pPr algn="l">
                <a:defRPr sz="559" b="0">
                  <a:solidFill>
                    <a:srgbClr val="65727C"/>
                  </a:solidFill>
                  <a:latin typeface="Arial"/>
                  <a:ea typeface="Arial"/>
                  <a:cs typeface="Arial"/>
                </a:defRPr>
              </a:lvl5pPr>
              <a:lvl6pPr algn="l">
                <a:defRPr sz="559" b="0">
                  <a:solidFill>
                    <a:srgbClr val="65727C"/>
                  </a:solidFill>
                  <a:latin typeface="Arial"/>
                  <a:ea typeface="Arial"/>
                  <a:cs typeface="Arial"/>
                </a:defRPr>
              </a:lvl6pPr>
              <a:lvl7pPr algn="l">
                <a:defRPr sz="559" b="0">
                  <a:solidFill>
                    <a:srgbClr val="65727C"/>
                  </a:solidFill>
                  <a:latin typeface="Arial"/>
                  <a:ea typeface="Arial"/>
                  <a:cs typeface="Arial"/>
                </a:defRPr>
              </a:lvl7pPr>
              <a:lvl8pPr algn="l">
                <a:defRPr sz="559" b="0">
                  <a:solidFill>
                    <a:srgbClr val="65727C"/>
                  </a:solidFill>
                  <a:latin typeface="Arial"/>
                  <a:ea typeface="Arial"/>
                  <a:cs typeface="Arial"/>
                </a:defRPr>
              </a:lvl8pPr>
              <a:lvl9pPr algn="l">
                <a:defRPr sz="559" b="0">
                  <a:solidFill>
                    <a:srgbClr val="65727C"/>
                  </a:solidFill>
                  <a:latin typeface="Arial"/>
                  <a:ea typeface="Arial"/>
                  <a:cs typeface="Arial"/>
                </a:defRPr>
              </a:lvl9pPr>
            </a:lstStyle>
            <a:p>
              <a:pPr algn="l">
                <a:defRPr sz="559" b="0">
                  <a:solidFill>
                    <a:srgbClr val="65727C"/>
                  </a:solidFill>
                  <a:latin typeface="Arial"/>
                  <a:ea typeface="Arial"/>
                  <a:cs typeface="Arial"/>
                </a:defRPr>
              </a:pPr>
              <a:r>
                <a:rPr sz="559" b="0">
                  <a:solidFill>
                    <a:srgbClr val="65727C"/>
                  </a:solidFill>
                  <a:latin typeface="Arial"/>
                  <a:ea typeface="Arial"/>
                  <a:cs typeface="Arial"/>
                </a:rPr>
                <a:t>NSW</a:t>
              </a:r>
            </a:p>
          </p:txBody>
        </p:sp>
        <p:sp>
          <p:nvSpPr>
            <p:cNvPr id="46" name="text_045">
              <a:extLst>
                <a:ext uri="{FF2B5EF4-FFF2-40B4-BE49-F238E27FC236}">
                  <ns2:creationId id="{1BF6A72E-BFDF-4A9A-B063-A0622A85D8E0}"/>
                </a:ext>
              </a:extLst>
            </p:cNvPr>
            <p:cNvSpPr>
              <a:spLocks noGrp="1"/>
            </p:cNvSpPr>
            <p:nvPr/>
          </p:nvSpPr>
          <p:spPr>
            <a:xfrm rot="0">
              <a:off x="3478670" y="4966019"/>
              <a:ext cx="428625" cy="190500"/>
            </a:xfrm>
            <a:prstGeom prst="rect">
              <a:avLst/>
            </a:prstGeom>
            <a:noFill/>
            <a:ln w="0">
              <a:noFill/>
              <a:prstDash val="solid"/>
            </a:ln>
          </p:spPr>
          <p:txBody>
            <a:bodyPr wrap="none" lIns="0" tIns="0" rIns="0" bIns="0" anchor="t">
              <a:noAutofit/>
            </a:bodyPr>
            <a:lstStyle>
              <a:defPPr algn="l">
                <a:defRPr sz="559" b="0">
                  <a:solidFill>
                    <a:srgbClr val="65727C"/>
                  </a:solidFill>
                  <a:latin typeface="Arial"/>
                  <a:ea typeface="Arial"/>
                  <a:cs typeface="Arial"/>
                </a:defRPr>
              </a:defPPr>
              <a:lvl1pPr algn="l">
                <a:defRPr sz="559" b="0">
                  <a:solidFill>
                    <a:srgbClr val="65727C"/>
                  </a:solidFill>
                  <a:latin typeface="Arial"/>
                  <a:ea typeface="Arial"/>
                  <a:cs typeface="Arial"/>
                </a:defRPr>
              </a:lvl1pPr>
              <a:lvl2pPr algn="l">
                <a:defRPr sz="559" b="0">
                  <a:solidFill>
                    <a:srgbClr val="65727C"/>
                  </a:solidFill>
                  <a:latin typeface="Arial"/>
                  <a:ea typeface="Arial"/>
                  <a:cs typeface="Arial"/>
                </a:defRPr>
              </a:lvl2pPr>
              <a:lvl3pPr algn="l">
                <a:defRPr sz="559" b="0">
                  <a:solidFill>
                    <a:srgbClr val="65727C"/>
                  </a:solidFill>
                  <a:latin typeface="Arial"/>
                  <a:ea typeface="Arial"/>
                  <a:cs typeface="Arial"/>
                </a:defRPr>
              </a:lvl3pPr>
              <a:lvl4pPr algn="l">
                <a:defRPr sz="559" b="0">
                  <a:solidFill>
                    <a:srgbClr val="65727C"/>
                  </a:solidFill>
                  <a:latin typeface="Arial"/>
                  <a:ea typeface="Arial"/>
                  <a:cs typeface="Arial"/>
                </a:defRPr>
              </a:lvl4pPr>
              <a:lvl5pPr algn="l">
                <a:defRPr sz="559" b="0">
                  <a:solidFill>
                    <a:srgbClr val="65727C"/>
                  </a:solidFill>
                  <a:latin typeface="Arial"/>
                  <a:ea typeface="Arial"/>
                  <a:cs typeface="Arial"/>
                </a:defRPr>
              </a:lvl5pPr>
              <a:lvl6pPr algn="l">
                <a:defRPr sz="559" b="0">
                  <a:solidFill>
                    <a:srgbClr val="65727C"/>
                  </a:solidFill>
                  <a:latin typeface="Arial"/>
                  <a:ea typeface="Arial"/>
                  <a:cs typeface="Arial"/>
                </a:defRPr>
              </a:lvl6pPr>
              <a:lvl7pPr algn="l">
                <a:defRPr sz="559" b="0">
                  <a:solidFill>
                    <a:srgbClr val="65727C"/>
                  </a:solidFill>
                  <a:latin typeface="Arial"/>
                  <a:ea typeface="Arial"/>
                  <a:cs typeface="Arial"/>
                </a:defRPr>
              </a:lvl7pPr>
              <a:lvl8pPr algn="l">
                <a:defRPr sz="559" b="0">
                  <a:solidFill>
                    <a:srgbClr val="65727C"/>
                  </a:solidFill>
                  <a:latin typeface="Arial"/>
                  <a:ea typeface="Arial"/>
                  <a:cs typeface="Arial"/>
                </a:defRPr>
              </a:lvl8pPr>
              <a:lvl9pPr algn="l">
                <a:defRPr sz="559" b="0">
                  <a:solidFill>
                    <a:srgbClr val="65727C"/>
                  </a:solidFill>
                  <a:latin typeface="Arial"/>
                  <a:ea typeface="Arial"/>
                  <a:cs typeface="Arial"/>
                </a:defRPr>
              </a:lvl9pPr>
            </a:lstStyle>
            <a:p>
              <a:pPr algn="l">
                <a:defRPr sz="559" b="0">
                  <a:solidFill>
                    <a:srgbClr val="65727C"/>
                  </a:solidFill>
                  <a:latin typeface="Arial"/>
                  <a:ea typeface="Arial"/>
                  <a:cs typeface="Arial"/>
                </a:defRPr>
              </a:pPr>
              <a:r>
                <a:rPr sz="559" b="0">
                  <a:solidFill>
                    <a:srgbClr val="65727C"/>
                  </a:solidFill>
                  <a:latin typeface="Arial"/>
                  <a:ea typeface="Arial"/>
                  <a:cs typeface="Arial"/>
                </a:rPr>
                <a:t>VIC</a:t>
              </a:r>
            </a:p>
          </p:txBody>
        </p:sp>
        <p:sp>
          <p:nvSpPr>
            <p:cNvPr id="47" name="line_046">
              <a:extLst>
                <a:ext uri="{FF2B5EF4-FFF2-40B4-BE49-F238E27FC236}">
                  <ns2:creationId id="{404C9B2B-BD85-4A7B-80BB-B908C8D87CB4}"/>
                </a:ext>
              </a:extLst>
            </p:cNvPr>
            <p:cNvSpPr>
              <a:spLocks noGrp="1"/>
            </p:cNvSpPr>
            <p:nvPr/>
          </p:nvSpPr>
          <p:spPr>
            <a:xfrm>
              <a:off x="4925481" y="5143500"/>
              <a:ext cx="322794" cy="95"/>
            </a:xfrm>
            <a:custGeom>
              <a:pathLst>
                <a:path w="322794" h="95">
                  <a:moveTo>
                    <a:pt x="0" y="0"/>
                  </a:moveTo>
                  <a:lnTo>
                    <a:pt x="322794" y="0"/>
                  </a:lnTo>
                </a:path>
              </a:pathLst>
            </a:custGeom>
            <a:noFill/>
            <a:ln w="9470">
              <a:solidFill>
                <a:srgbClr val="000000"/>
              </a:solidFill>
              <a:prstDash val="solid"/>
            </a:ln>
          </p:spPr>
        </p:sp>
        <p:sp>
          <p:nvSpPr>
            <p:cNvPr id="48" name="line_047">
              <a:extLst>
                <a:ext uri="{FF2B5EF4-FFF2-40B4-BE49-F238E27FC236}">
                  <ns2:creationId id="{3D2D9FF3-B4EB-473D-A8A1-FBF5BCC28E50}"/>
                </a:ext>
              </a:extLst>
            </p:cNvPr>
            <p:cNvSpPr>
              <a:spLocks noGrp="1"/>
            </p:cNvSpPr>
            <p:nvPr/>
          </p:nvSpPr>
          <p:spPr>
            <a:xfrm>
              <a:off x="4925481" y="5114925"/>
              <a:ext cx="95" cy="57150"/>
            </a:xfrm>
            <a:custGeom>
              <a:pathLst>
                <a:path w="95" h="57150">
                  <a:moveTo>
                    <a:pt x="0" y="0"/>
                  </a:moveTo>
                  <a:lnTo>
                    <a:pt x="0" y="57150"/>
                  </a:lnTo>
                </a:path>
              </a:pathLst>
            </a:custGeom>
            <a:noFill/>
            <a:ln w="7694">
              <a:solidFill>
                <a:srgbClr val="000000"/>
              </a:solidFill>
              <a:prstDash val="solid"/>
            </a:ln>
          </p:spPr>
        </p:sp>
        <p:sp>
          <p:nvSpPr>
            <p:cNvPr id="49" name="line_048">
              <a:extLst>
                <a:ext uri="{FF2B5EF4-FFF2-40B4-BE49-F238E27FC236}">
                  <ns2:creationId id="{447D6A89-310C-4359-823C-8171D3B282BA}"/>
                </a:ext>
              </a:extLst>
            </p:cNvPr>
            <p:cNvSpPr>
              <a:spLocks noGrp="1"/>
            </p:cNvSpPr>
            <p:nvPr/>
          </p:nvSpPr>
          <p:spPr>
            <a:xfrm>
              <a:off x="5248275" y="5114925"/>
              <a:ext cx="95" cy="57150"/>
            </a:xfrm>
            <a:custGeom>
              <a:pathLst>
                <a:path w="95" h="57150">
                  <a:moveTo>
                    <a:pt x="0" y="0"/>
                  </a:moveTo>
                  <a:lnTo>
                    <a:pt x="0" y="57150"/>
                  </a:lnTo>
                </a:path>
              </a:pathLst>
            </a:custGeom>
            <a:noFill/>
            <a:ln w="7694">
              <a:solidFill>
                <a:srgbClr val="000000"/>
              </a:solidFill>
              <a:prstDash val="solid"/>
            </a:ln>
          </p:spPr>
        </p:sp>
        <p:sp>
          <p:nvSpPr>
            <p:cNvPr id="50" name="text_049">
              <a:extLst>
                <a:ext uri="{FF2B5EF4-FFF2-40B4-BE49-F238E27FC236}">
                  <ns2:creationId id="{3A168DA3-1307-426A-9AC2-5740754BF94B}"/>
                </a:ext>
              </a:extLst>
            </p:cNvPr>
            <p:cNvSpPr>
              <a:spLocks noGrp="1"/>
            </p:cNvSpPr>
            <p:nvPr/>
          </p:nvSpPr>
          <p:spPr>
            <a:xfrm rot="0">
              <a:off x="4858806" y="4943475"/>
              <a:ext cx="456144" cy="200025"/>
            </a:xfrm>
            <a:prstGeom prst="rect">
              <a:avLst/>
            </a:prstGeom>
            <a:noFill/>
            <a:ln w="0">
              <a:noFill/>
              <a:prstDash val="solid"/>
            </a:ln>
          </p:spPr>
          <p:txBody>
            <a:bodyPr wrap="none" lIns="0" tIns="0" rIns="0" bIns="0" anchor="t">
              <a:noAutofit/>
            </a:bodyPr>
            <a:lstStyle>
              <a:defPPr algn="ctr">
                <a:defRPr sz="559" b="0">
                  <a:solidFill>
                    <a:srgbClr val="000000"/>
                  </a:solidFill>
                  <a:latin typeface="Arial"/>
                  <a:ea typeface="Arial"/>
                  <a:cs typeface="Arial"/>
                </a:defRPr>
              </a:defPPr>
              <a:lvl1pPr algn="ctr">
                <a:defRPr sz="559" b="0">
                  <a:solidFill>
                    <a:srgbClr val="000000"/>
                  </a:solidFill>
                  <a:latin typeface="Arial"/>
                  <a:ea typeface="Arial"/>
                  <a:cs typeface="Arial"/>
                </a:defRPr>
              </a:lvl1pPr>
              <a:lvl2pPr algn="ctr">
                <a:defRPr sz="559" b="0">
                  <a:solidFill>
                    <a:srgbClr val="000000"/>
                  </a:solidFill>
                  <a:latin typeface="Arial"/>
                  <a:ea typeface="Arial"/>
                  <a:cs typeface="Arial"/>
                </a:defRPr>
              </a:lvl2pPr>
              <a:lvl3pPr algn="ctr">
                <a:defRPr sz="559" b="0">
                  <a:solidFill>
                    <a:srgbClr val="000000"/>
                  </a:solidFill>
                  <a:latin typeface="Arial"/>
                  <a:ea typeface="Arial"/>
                  <a:cs typeface="Arial"/>
                </a:defRPr>
              </a:lvl3pPr>
              <a:lvl4pPr algn="ctr">
                <a:defRPr sz="559" b="0">
                  <a:solidFill>
                    <a:srgbClr val="000000"/>
                  </a:solidFill>
                  <a:latin typeface="Arial"/>
                  <a:ea typeface="Arial"/>
                  <a:cs typeface="Arial"/>
                </a:defRPr>
              </a:lvl4pPr>
              <a:lvl5pPr algn="ctr">
                <a:defRPr sz="559" b="0">
                  <a:solidFill>
                    <a:srgbClr val="000000"/>
                  </a:solidFill>
                  <a:latin typeface="Arial"/>
                  <a:ea typeface="Arial"/>
                  <a:cs typeface="Arial"/>
                </a:defRPr>
              </a:lvl5pPr>
              <a:lvl6pPr algn="ctr">
                <a:defRPr sz="559" b="0">
                  <a:solidFill>
                    <a:srgbClr val="000000"/>
                  </a:solidFill>
                  <a:latin typeface="Arial"/>
                  <a:ea typeface="Arial"/>
                  <a:cs typeface="Arial"/>
                </a:defRPr>
              </a:lvl6pPr>
              <a:lvl7pPr algn="ctr">
                <a:defRPr sz="559" b="0">
                  <a:solidFill>
                    <a:srgbClr val="000000"/>
                  </a:solidFill>
                  <a:latin typeface="Arial"/>
                  <a:ea typeface="Arial"/>
                  <a:cs typeface="Arial"/>
                </a:defRPr>
              </a:lvl7pPr>
              <a:lvl8pPr algn="ctr">
                <a:defRPr sz="559" b="0">
                  <a:solidFill>
                    <a:srgbClr val="000000"/>
                  </a:solidFill>
                  <a:latin typeface="Arial"/>
                  <a:ea typeface="Arial"/>
                  <a:cs typeface="Arial"/>
                </a:defRPr>
              </a:lvl8pPr>
              <a:lvl9pPr algn="ctr">
                <a:defRPr sz="559" b="0">
                  <a:solidFill>
                    <a:srgbClr val="000000"/>
                  </a:solidFill>
                  <a:latin typeface="Arial"/>
                  <a:ea typeface="Arial"/>
                  <a:cs typeface="Arial"/>
                </a:defRPr>
              </a:lvl9pPr>
            </a:lstStyle>
            <a:p>
              <a:pPr algn="ctr">
                <a:defRPr sz="559" b="0">
                  <a:solidFill>
                    <a:srgbClr val="000000"/>
                  </a:solidFill>
                  <a:latin typeface="Arial"/>
                  <a:ea typeface="Arial"/>
                  <a:cs typeface="Arial"/>
                </a:defRPr>
              </a:pPr>
              <a:r>
                <a:rPr sz="559" b="0">
                  <a:solidFill>
                    <a:srgbClr val="000000"/>
                  </a:solidFill>
                  <a:latin typeface="Arial"/>
                  <a:ea typeface="Arial"/>
                  <a:cs typeface="Arial"/>
                </a:rPr>
                <a:t>200 km</a:t>
              </a:r>
            </a:p>
          </p:txBody>
        </p:sp>
        <p:sp>
          <p:nvSpPr>
            <p:cNvPr id="51" name="ellipse_050">
              <a:extLst>
                <a:ext uri="{FF2B5EF4-FFF2-40B4-BE49-F238E27FC236}">
                  <ns2:creationId id="{4C56DDDC-D208-4991-9F59-6ECD29F15659}"/>
                </a:ext>
              </a:extLst>
            </p:cNvPr>
            <p:cNvSpPr>
              <a:spLocks noGrp="1"/>
            </p:cNvSpPr>
            <p:nvPr/>
          </p:nvSpPr>
          <p:spPr>
            <a:xfrm rot="0">
              <a:off x="5060811" y="3609439"/>
              <a:ext cx="112395" cy="112395"/>
            </a:xfrm>
            <a:prstGeom prst="ellipse">
              <a:avLst/>
            </a:prstGeom>
            <a:solidFill>
              <a:srgbClr val="FFFFFF"/>
            </a:solidFill>
            <a:ln w="10653">
              <a:solidFill>
                <a:srgbClr val="FFFFFF"/>
              </a:solidFill>
              <a:prstDash val="solid"/>
            </a:ln>
          </p:spPr>
        </p:sp>
        <p:sp>
          <p:nvSpPr>
            <p:cNvPr id="52" name="A_f18_False">
              <a:extLst>
                <a:ext uri="{FF2B5EF4-FFF2-40B4-BE49-F238E27FC236}">
                  <ns2:creationId id="{4B49C7CC-49CE-4DB2-93EB-CEE3BD4BE8D6}"/>
                </a:ext>
              </a:extLst>
            </p:cNvPr>
            <p:cNvSpPr>
              <a:spLocks noGrp="1"/>
            </p:cNvSpPr>
            <p:nvPr/>
          </p:nvSpPr>
          <p:spPr>
            <a:xfrm rot="0">
              <a:off x="5077956" y="3626584"/>
              <a:ext cx="78105" cy="78105"/>
            </a:xfrm>
            <a:prstGeom prst="ellipse">
              <a:avLst/>
            </a:prstGeom>
            <a:solidFill>
              <a:srgbClr val="FFFFFF"/>
            </a:solidFill>
            <a:ln w="10653">
              <a:solidFill>
                <a:srgbClr val="0072B2"/>
              </a:solidFill>
              <a:prstDash val="solid"/>
            </a:ln>
          </p:spPr>
        </p:sp>
        <p:sp>
          <p:nvSpPr>
            <p:cNvPr id="53" name="text_052">
              <a:extLst>
                <a:ext uri="{FF2B5EF4-FFF2-40B4-BE49-F238E27FC236}">
                  <ns2:creationId id="{8B947249-2F73-456C-A0EC-6B18D6055A1C}"/>
                </a:ext>
              </a:extLst>
            </p:cNvPr>
            <p:cNvSpPr>
              <a:spLocks noGrp="1"/>
            </p:cNvSpPr>
            <p:nvPr/>
          </p:nvSpPr>
          <p:spPr>
            <a:xfrm rot="0">
              <a:off x="4859834" y="3437037"/>
              <a:ext cx="266700" cy="247650"/>
            </a:xfrm>
            <a:prstGeom prst="rect">
              <a:avLst/>
            </a:prstGeom>
            <a:noFill/>
            <a:ln w="0">
              <a:noFill/>
              <a:prstDash val="solid"/>
            </a:ln>
          </p:spPr>
          <p:txBody>
            <a:bodyPr wrap="none" lIns="0" tIns="0" rIns="0" bIns="0" anchor="t">
              <a:noAutofit/>
            </a:bodyPr>
            <a:lstStyle>
              <a:defPPr algn="l">
                <a:defRPr sz="932" b="1">
                  <a:solidFill>
                    <a:srgbClr val="0072B2"/>
                  </a:solidFill>
                  <a:latin typeface="Arial"/>
                  <a:ea typeface="Arial"/>
                  <a:cs typeface="Arial"/>
                </a:defRPr>
              </a:defPPr>
              <a:lvl1pPr algn="l">
                <a:defRPr sz="932" b="1">
                  <a:solidFill>
                    <a:srgbClr val="0072B2"/>
                  </a:solidFill>
                  <a:latin typeface="Arial"/>
                  <a:ea typeface="Arial"/>
                  <a:cs typeface="Arial"/>
                </a:defRPr>
              </a:lvl1pPr>
              <a:lvl2pPr algn="l">
                <a:defRPr sz="932" b="1">
                  <a:solidFill>
                    <a:srgbClr val="0072B2"/>
                  </a:solidFill>
                  <a:latin typeface="Arial"/>
                  <a:ea typeface="Arial"/>
                  <a:cs typeface="Arial"/>
                </a:defRPr>
              </a:lvl2pPr>
              <a:lvl3pPr algn="l">
                <a:defRPr sz="932" b="1">
                  <a:solidFill>
                    <a:srgbClr val="0072B2"/>
                  </a:solidFill>
                  <a:latin typeface="Arial"/>
                  <a:ea typeface="Arial"/>
                  <a:cs typeface="Arial"/>
                </a:defRPr>
              </a:lvl3pPr>
              <a:lvl4pPr algn="l">
                <a:defRPr sz="932" b="1">
                  <a:solidFill>
                    <a:srgbClr val="0072B2"/>
                  </a:solidFill>
                  <a:latin typeface="Arial"/>
                  <a:ea typeface="Arial"/>
                  <a:cs typeface="Arial"/>
                </a:defRPr>
              </a:lvl4pPr>
              <a:lvl5pPr algn="l">
                <a:defRPr sz="932" b="1">
                  <a:solidFill>
                    <a:srgbClr val="0072B2"/>
                  </a:solidFill>
                  <a:latin typeface="Arial"/>
                  <a:ea typeface="Arial"/>
                  <a:cs typeface="Arial"/>
                </a:defRPr>
              </a:lvl5pPr>
              <a:lvl6pPr algn="l">
                <a:defRPr sz="932" b="1">
                  <a:solidFill>
                    <a:srgbClr val="0072B2"/>
                  </a:solidFill>
                  <a:latin typeface="Arial"/>
                  <a:ea typeface="Arial"/>
                  <a:cs typeface="Arial"/>
                </a:defRPr>
              </a:lvl6pPr>
              <a:lvl7pPr algn="l">
                <a:defRPr sz="932" b="1">
                  <a:solidFill>
                    <a:srgbClr val="0072B2"/>
                  </a:solidFill>
                  <a:latin typeface="Arial"/>
                  <a:ea typeface="Arial"/>
                  <a:cs typeface="Arial"/>
                </a:defRPr>
              </a:lvl7pPr>
              <a:lvl8pPr algn="l">
                <a:defRPr sz="932" b="1">
                  <a:solidFill>
                    <a:srgbClr val="0072B2"/>
                  </a:solidFill>
                  <a:latin typeface="Arial"/>
                  <a:ea typeface="Arial"/>
                  <a:cs typeface="Arial"/>
                </a:defRPr>
              </a:lvl8pPr>
              <a:lvl9pPr algn="l">
                <a:defRPr sz="932" b="1">
                  <a:solidFill>
                    <a:srgbClr val="0072B2"/>
                  </a:solidFill>
                  <a:latin typeface="Arial"/>
                  <a:ea typeface="Arial"/>
                  <a:cs typeface="Arial"/>
                </a:defRPr>
              </a:lvl9pPr>
            </a:lstStyle>
            <a:p>
              <a:pPr algn="l">
                <a:defRPr sz="932" b="1">
                  <a:solidFill>
                    <a:srgbClr val="0072B2"/>
                  </a:solidFill>
                  <a:latin typeface="Arial"/>
                  <a:ea typeface="Arial"/>
                  <a:cs typeface="Arial"/>
                </a:defRPr>
              </a:pPr>
              <a:r>
                <a:rPr sz="932" b="1">
                  <a:solidFill>
                    <a:srgbClr val="0072B2"/>
                  </a:solidFill>
                  <a:latin typeface="Arial"/>
                  <a:ea typeface="Arial"/>
                  <a:cs typeface="Arial"/>
                </a:rPr>
                <a:t>A</a:t>
              </a:r>
            </a:p>
          </p:txBody>
        </p:sp>
        <p:sp>
          <p:nvSpPr>
            <p:cNvPr id="54" name="ellipse_053">
              <a:extLst>
                <a:ext uri="{FF2B5EF4-FFF2-40B4-BE49-F238E27FC236}">
                  <ns2:creationId id="{5471A0FB-FD1E-47A2-8E79-87C32E3484FF}"/>
                </a:ext>
              </a:extLst>
            </p:cNvPr>
            <p:cNvSpPr>
              <a:spLocks noGrp="1"/>
            </p:cNvSpPr>
            <p:nvPr/>
          </p:nvSpPr>
          <p:spPr>
            <a:xfrm rot="0">
              <a:off x="4373225" y="5017353"/>
              <a:ext cx="112395" cy="112395"/>
            </a:xfrm>
            <a:prstGeom prst="ellipse">
              <a:avLst/>
            </a:prstGeom>
            <a:solidFill>
              <a:srgbClr val="FFFFFF"/>
            </a:solidFill>
            <a:ln w="10653">
              <a:solidFill>
                <a:srgbClr val="FFFFFF"/>
              </a:solidFill>
              <a:prstDash val="solid"/>
            </a:ln>
          </p:spPr>
        </p:sp>
        <p:sp>
          <p:nvSpPr>
            <p:cNvPr id="55" name="B_f18_False">
              <a:extLst>
                <a:ext uri="{FF2B5EF4-FFF2-40B4-BE49-F238E27FC236}">
                  <ns2:creationId id="{2615423B-3CDA-422A-AD78-1FE30A876D6D}"/>
                </a:ext>
              </a:extLst>
            </p:cNvPr>
            <p:cNvSpPr>
              <a:spLocks noGrp="1"/>
            </p:cNvSpPr>
            <p:nvPr/>
          </p:nvSpPr>
          <p:spPr>
            <a:xfrm rot="0">
              <a:off x="4390370" y="5034498"/>
              <a:ext cx="78105" cy="78105"/>
            </a:xfrm>
            <a:prstGeom prst="ellipse">
              <a:avLst/>
            </a:prstGeom>
            <a:solidFill>
              <a:srgbClr val="FFFFFF"/>
            </a:solidFill>
            <a:ln w="10653">
              <a:solidFill>
                <a:srgbClr val="D55E00"/>
              </a:solidFill>
              <a:prstDash val="solid"/>
            </a:ln>
          </p:spPr>
        </p:sp>
        <p:sp>
          <p:nvSpPr>
            <p:cNvPr id="56" name="text_055">
              <a:extLst>
                <a:ext uri="{FF2B5EF4-FFF2-40B4-BE49-F238E27FC236}">
                  <ns2:creationId id="{77848339-EAA3-44AB-A5EF-312FC52BA537}"/>
                </a:ext>
              </a:extLst>
            </p:cNvPr>
            <p:cNvSpPr>
              <a:spLocks noGrp="1"/>
            </p:cNvSpPr>
            <p:nvPr/>
          </p:nvSpPr>
          <p:spPr>
            <a:xfrm rot="0">
              <a:off x="4505623" y="4844951"/>
              <a:ext cx="266700" cy="247650"/>
            </a:xfrm>
            <a:prstGeom prst="rect">
              <a:avLst/>
            </a:prstGeom>
            <a:noFill/>
            <a:ln w="0">
              <a:noFill/>
              <a:prstDash val="solid"/>
            </a:ln>
          </p:spPr>
          <p:txBody>
            <a:bodyPr wrap="none" lIns="0" tIns="0" rIns="0" bIns="0" anchor="t">
              <a:noAutofit/>
            </a:bodyPr>
            <a:lstStyle>
              <a:defPPr algn="l">
                <a:defRPr sz="932" b="1">
                  <a:solidFill>
                    <a:srgbClr val="D55E00"/>
                  </a:solidFill>
                  <a:latin typeface="Arial"/>
                  <a:ea typeface="Arial"/>
                  <a:cs typeface="Arial"/>
                </a:defRPr>
              </a:defPPr>
              <a:lvl1pPr algn="l">
                <a:defRPr sz="932" b="1">
                  <a:solidFill>
                    <a:srgbClr val="D55E00"/>
                  </a:solidFill>
                  <a:latin typeface="Arial"/>
                  <a:ea typeface="Arial"/>
                  <a:cs typeface="Arial"/>
                </a:defRPr>
              </a:lvl1pPr>
              <a:lvl2pPr algn="l">
                <a:defRPr sz="932" b="1">
                  <a:solidFill>
                    <a:srgbClr val="D55E00"/>
                  </a:solidFill>
                  <a:latin typeface="Arial"/>
                  <a:ea typeface="Arial"/>
                  <a:cs typeface="Arial"/>
                </a:defRPr>
              </a:lvl2pPr>
              <a:lvl3pPr algn="l">
                <a:defRPr sz="932" b="1">
                  <a:solidFill>
                    <a:srgbClr val="D55E00"/>
                  </a:solidFill>
                  <a:latin typeface="Arial"/>
                  <a:ea typeface="Arial"/>
                  <a:cs typeface="Arial"/>
                </a:defRPr>
              </a:lvl3pPr>
              <a:lvl4pPr algn="l">
                <a:defRPr sz="932" b="1">
                  <a:solidFill>
                    <a:srgbClr val="D55E00"/>
                  </a:solidFill>
                  <a:latin typeface="Arial"/>
                  <a:ea typeface="Arial"/>
                  <a:cs typeface="Arial"/>
                </a:defRPr>
              </a:lvl4pPr>
              <a:lvl5pPr algn="l">
                <a:defRPr sz="932" b="1">
                  <a:solidFill>
                    <a:srgbClr val="D55E00"/>
                  </a:solidFill>
                  <a:latin typeface="Arial"/>
                  <a:ea typeface="Arial"/>
                  <a:cs typeface="Arial"/>
                </a:defRPr>
              </a:lvl5pPr>
              <a:lvl6pPr algn="l">
                <a:defRPr sz="932" b="1">
                  <a:solidFill>
                    <a:srgbClr val="D55E00"/>
                  </a:solidFill>
                  <a:latin typeface="Arial"/>
                  <a:ea typeface="Arial"/>
                  <a:cs typeface="Arial"/>
                </a:defRPr>
              </a:lvl6pPr>
              <a:lvl7pPr algn="l">
                <a:defRPr sz="932" b="1">
                  <a:solidFill>
                    <a:srgbClr val="D55E00"/>
                  </a:solidFill>
                  <a:latin typeface="Arial"/>
                  <a:ea typeface="Arial"/>
                  <a:cs typeface="Arial"/>
                </a:defRPr>
              </a:lvl7pPr>
              <a:lvl8pPr algn="l">
                <a:defRPr sz="932" b="1">
                  <a:solidFill>
                    <a:srgbClr val="D55E00"/>
                  </a:solidFill>
                  <a:latin typeface="Arial"/>
                  <a:ea typeface="Arial"/>
                  <a:cs typeface="Arial"/>
                </a:defRPr>
              </a:lvl8pPr>
              <a:lvl9pPr algn="l">
                <a:defRPr sz="932" b="1">
                  <a:solidFill>
                    <a:srgbClr val="D55E00"/>
                  </a:solidFill>
                  <a:latin typeface="Arial"/>
                  <a:ea typeface="Arial"/>
                  <a:cs typeface="Arial"/>
                </a:defRPr>
              </a:lvl9pPr>
            </a:lstStyle>
            <a:p>
              <a:pPr algn="l">
                <a:defRPr sz="932" b="1">
                  <a:solidFill>
                    <a:srgbClr val="D55E00"/>
                  </a:solidFill>
                  <a:latin typeface="Arial"/>
                  <a:ea typeface="Arial"/>
                  <a:cs typeface="Arial"/>
                </a:defRPr>
              </a:pPr>
              <a:r>
                <a:rPr sz="932" b="1">
                  <a:solidFill>
                    <a:srgbClr val="D55E00"/>
                  </a:solidFill>
                  <a:latin typeface="Arial"/>
                  <a:ea typeface="Arial"/>
                  <a:cs typeface="Arial"/>
                </a:rPr>
                <a:t>B</a:t>
              </a:r>
            </a:p>
          </p:txBody>
        </p:sp>
        <p:sp>
          <p:nvSpPr>
            <p:cNvPr id="57" name="ellipse_056">
              <a:extLst>
                <a:ext uri="{FF2B5EF4-FFF2-40B4-BE49-F238E27FC236}">
                  <ns2:creationId id="{641E697B-62F4-449B-9FEA-7151278695E4}"/>
                </a:ext>
              </a:extLst>
            </p:cNvPr>
            <p:cNvSpPr>
              <a:spLocks noGrp="1"/>
            </p:cNvSpPr>
            <p:nvPr/>
          </p:nvSpPr>
          <p:spPr>
            <a:xfrm rot="0">
              <a:off x="3914835" y="3543955"/>
              <a:ext cx="112395" cy="112395"/>
            </a:xfrm>
            <a:prstGeom prst="ellipse">
              <a:avLst/>
            </a:prstGeom>
            <a:solidFill>
              <a:srgbClr val="FFFFFF"/>
            </a:solidFill>
            <a:ln w="10653">
              <a:solidFill>
                <a:srgbClr val="FFFFFF"/>
              </a:solidFill>
              <a:prstDash val="solid"/>
            </a:ln>
          </p:spPr>
        </p:sp>
        <p:sp>
          <p:nvSpPr>
            <p:cNvPr id="58" name="C_f18_False">
              <a:extLst>
                <a:ext uri="{FF2B5EF4-FFF2-40B4-BE49-F238E27FC236}">
                  <ns2:creationId id="{68A6C6C8-688D-454C-86EA-F594DB0ECCC4}"/>
                </a:ext>
              </a:extLst>
            </p:cNvPr>
            <p:cNvSpPr>
              <a:spLocks noGrp="1"/>
            </p:cNvSpPr>
            <p:nvPr/>
          </p:nvSpPr>
          <p:spPr>
            <a:xfrm rot="0">
              <a:off x="3931980" y="3561100"/>
              <a:ext cx="78105" cy="78105"/>
            </a:xfrm>
            <a:prstGeom prst="ellipse">
              <a:avLst/>
            </a:prstGeom>
            <a:solidFill>
              <a:srgbClr val="FFFFFF"/>
            </a:solidFill>
            <a:ln w="10653">
              <a:solidFill>
                <a:srgbClr val="009E73"/>
              </a:solidFill>
              <a:prstDash val="solid"/>
            </a:ln>
          </p:spPr>
        </p:sp>
        <p:sp>
          <p:nvSpPr>
            <p:cNvPr id="59" name="text_058">
              <a:extLst>
                <a:ext uri="{FF2B5EF4-FFF2-40B4-BE49-F238E27FC236}">
                  <ns2:creationId id="{F5ECBBE3-2576-4BF1-BE5D-75BC6BD1C411}"/>
                </a:ext>
              </a:extLst>
            </p:cNvPr>
            <p:cNvSpPr>
              <a:spLocks noGrp="1"/>
            </p:cNvSpPr>
            <p:nvPr/>
          </p:nvSpPr>
          <p:spPr>
            <a:xfrm rot="0">
              <a:off x="4047232" y="3371552"/>
              <a:ext cx="266700" cy="247650"/>
            </a:xfrm>
            <a:prstGeom prst="rect">
              <a:avLst/>
            </a:prstGeom>
            <a:noFill/>
            <a:ln w="0">
              <a:noFill/>
              <a:prstDash val="solid"/>
            </a:ln>
          </p:spPr>
          <p:txBody>
            <a:bodyPr wrap="none" lIns="0" tIns="0" rIns="0" bIns="0" anchor="t">
              <a:noAutofit/>
            </a:bodyPr>
            <a:lstStyle>
              <a:defPPr algn="l">
                <a:defRPr sz="932" b="1">
                  <a:solidFill>
                    <a:srgbClr val="009E73"/>
                  </a:solidFill>
                  <a:latin typeface="Arial"/>
                  <a:ea typeface="Arial"/>
                  <a:cs typeface="Arial"/>
                </a:defRPr>
              </a:defPPr>
              <a:lvl1pPr algn="l">
                <a:defRPr sz="932" b="1">
                  <a:solidFill>
                    <a:srgbClr val="009E73"/>
                  </a:solidFill>
                  <a:latin typeface="Arial"/>
                  <a:ea typeface="Arial"/>
                  <a:cs typeface="Arial"/>
                </a:defRPr>
              </a:lvl1pPr>
              <a:lvl2pPr algn="l">
                <a:defRPr sz="932" b="1">
                  <a:solidFill>
                    <a:srgbClr val="009E73"/>
                  </a:solidFill>
                  <a:latin typeface="Arial"/>
                  <a:ea typeface="Arial"/>
                  <a:cs typeface="Arial"/>
                </a:defRPr>
              </a:lvl2pPr>
              <a:lvl3pPr algn="l">
                <a:defRPr sz="932" b="1">
                  <a:solidFill>
                    <a:srgbClr val="009E73"/>
                  </a:solidFill>
                  <a:latin typeface="Arial"/>
                  <a:ea typeface="Arial"/>
                  <a:cs typeface="Arial"/>
                </a:defRPr>
              </a:lvl3pPr>
              <a:lvl4pPr algn="l">
                <a:defRPr sz="932" b="1">
                  <a:solidFill>
                    <a:srgbClr val="009E73"/>
                  </a:solidFill>
                  <a:latin typeface="Arial"/>
                  <a:ea typeface="Arial"/>
                  <a:cs typeface="Arial"/>
                </a:defRPr>
              </a:lvl4pPr>
              <a:lvl5pPr algn="l">
                <a:defRPr sz="932" b="1">
                  <a:solidFill>
                    <a:srgbClr val="009E73"/>
                  </a:solidFill>
                  <a:latin typeface="Arial"/>
                  <a:ea typeface="Arial"/>
                  <a:cs typeface="Arial"/>
                </a:defRPr>
              </a:lvl5pPr>
              <a:lvl6pPr algn="l">
                <a:defRPr sz="932" b="1">
                  <a:solidFill>
                    <a:srgbClr val="009E73"/>
                  </a:solidFill>
                  <a:latin typeface="Arial"/>
                  <a:ea typeface="Arial"/>
                  <a:cs typeface="Arial"/>
                </a:defRPr>
              </a:lvl6pPr>
              <a:lvl7pPr algn="l">
                <a:defRPr sz="932" b="1">
                  <a:solidFill>
                    <a:srgbClr val="009E73"/>
                  </a:solidFill>
                  <a:latin typeface="Arial"/>
                  <a:ea typeface="Arial"/>
                  <a:cs typeface="Arial"/>
                </a:defRPr>
              </a:lvl7pPr>
              <a:lvl8pPr algn="l">
                <a:defRPr sz="932" b="1">
                  <a:solidFill>
                    <a:srgbClr val="009E73"/>
                  </a:solidFill>
                  <a:latin typeface="Arial"/>
                  <a:ea typeface="Arial"/>
                  <a:cs typeface="Arial"/>
                </a:defRPr>
              </a:lvl8pPr>
              <a:lvl9pPr algn="l">
                <a:defRPr sz="932" b="1">
                  <a:solidFill>
                    <a:srgbClr val="009E73"/>
                  </a:solidFill>
                  <a:latin typeface="Arial"/>
                  <a:ea typeface="Arial"/>
                  <a:cs typeface="Arial"/>
                </a:defRPr>
              </a:lvl9pPr>
            </a:lstStyle>
            <a:p>
              <a:pPr algn="l">
                <a:defRPr sz="932" b="1">
                  <a:solidFill>
                    <a:srgbClr val="009E73"/>
                  </a:solidFill>
                  <a:latin typeface="Arial"/>
                  <a:ea typeface="Arial"/>
                  <a:cs typeface="Arial"/>
                </a:defRPr>
              </a:pPr>
              <a:r>
                <a:rPr sz="932" b="1">
                  <a:solidFill>
                    <a:srgbClr val="009E73"/>
                  </a:solidFill>
                  <a:latin typeface="Arial"/>
                  <a:ea typeface="Arial"/>
                  <a:cs typeface="Arial"/>
                </a:rPr>
                <a:t>C</a:t>
              </a:r>
            </a:p>
          </p:txBody>
        </p:sp>
        <p:sp>
          <p:nvSpPr>
            <p:cNvPr id="60" name="text_059">
              <a:extLst>
                <a:ext uri="{FF2B5EF4-FFF2-40B4-BE49-F238E27FC236}">
                  <ns2:creationId id="{B185908D-5018-44C3-AF50-E351DDAE4F3F}"/>
                </a:ext>
              </a:extLst>
            </p:cNvPr>
            <p:cNvSpPr>
              <a:spLocks noGrp="1"/>
            </p:cNvSpPr>
            <p:nvPr/>
          </p:nvSpPr>
          <p:spPr>
            <a:xfrm rot="0">
              <a:off x="3152775" y="5600700"/>
              <a:ext cx="2324100" cy="228600"/>
            </a:xfrm>
            <a:prstGeom prst="rect">
              <a:avLst/>
            </a:prstGeom>
            <a:noFill/>
            <a:ln w="0">
              <a:noFill/>
              <a:prstDash val="solid"/>
            </a:ln>
          </p:spPr>
          <p:txBody>
            <a:bodyPr wrap="none" lIns="0" tIns="0" rIns="0" bIns="0" anchor="t">
              <a:noAutofit/>
            </a:bodyPr>
            <a:lstStyle>
              <a:defPPr algn="ctr">
                <a:defRPr sz="746" b="0">
                  <a:solidFill>
                    <a:srgbClr val="000000"/>
                  </a:solidFill>
                  <a:latin typeface="Arial"/>
                  <a:ea typeface="Arial"/>
                  <a:cs typeface="Arial"/>
                </a:defRPr>
              </a:defPPr>
              <a:lvl1pPr algn="ctr">
                <a:defRPr sz="746" b="0">
                  <a:solidFill>
                    <a:srgbClr val="000000"/>
                  </a:solidFill>
                  <a:latin typeface="Arial"/>
                  <a:ea typeface="Arial"/>
                  <a:cs typeface="Arial"/>
                </a:defRPr>
              </a:lvl1pPr>
              <a:lvl2pPr algn="ctr">
                <a:defRPr sz="746" b="0">
                  <a:solidFill>
                    <a:srgbClr val="000000"/>
                  </a:solidFill>
                  <a:latin typeface="Arial"/>
                  <a:ea typeface="Arial"/>
                  <a:cs typeface="Arial"/>
                </a:defRPr>
              </a:lvl2pPr>
              <a:lvl3pPr algn="ctr">
                <a:defRPr sz="746" b="0">
                  <a:solidFill>
                    <a:srgbClr val="000000"/>
                  </a:solidFill>
                  <a:latin typeface="Arial"/>
                  <a:ea typeface="Arial"/>
                  <a:cs typeface="Arial"/>
                </a:defRPr>
              </a:lvl3pPr>
              <a:lvl4pPr algn="ctr">
                <a:defRPr sz="746" b="0">
                  <a:solidFill>
                    <a:srgbClr val="000000"/>
                  </a:solidFill>
                  <a:latin typeface="Arial"/>
                  <a:ea typeface="Arial"/>
                  <a:cs typeface="Arial"/>
                </a:defRPr>
              </a:lvl4pPr>
              <a:lvl5pPr algn="ctr">
                <a:defRPr sz="746" b="0">
                  <a:solidFill>
                    <a:srgbClr val="000000"/>
                  </a:solidFill>
                  <a:latin typeface="Arial"/>
                  <a:ea typeface="Arial"/>
                  <a:cs typeface="Arial"/>
                </a:defRPr>
              </a:lvl5pPr>
              <a:lvl6pPr algn="ctr">
                <a:defRPr sz="746" b="0">
                  <a:solidFill>
                    <a:srgbClr val="000000"/>
                  </a:solidFill>
                  <a:latin typeface="Arial"/>
                  <a:ea typeface="Arial"/>
                  <a:cs typeface="Arial"/>
                </a:defRPr>
              </a:lvl6pPr>
              <a:lvl7pPr algn="ctr">
                <a:defRPr sz="746" b="0">
                  <a:solidFill>
                    <a:srgbClr val="000000"/>
                  </a:solidFill>
                  <a:latin typeface="Arial"/>
                  <a:ea typeface="Arial"/>
                  <a:cs typeface="Arial"/>
                </a:defRPr>
              </a:lvl7pPr>
              <a:lvl8pPr algn="ctr">
                <a:defRPr sz="746" b="0">
                  <a:solidFill>
                    <a:srgbClr val="000000"/>
                  </a:solidFill>
                  <a:latin typeface="Arial"/>
                  <a:ea typeface="Arial"/>
                  <a:cs typeface="Arial"/>
                </a:defRPr>
              </a:lvl8pPr>
              <a:lvl9pPr algn="ctr">
                <a:defRPr sz="746" b="0">
                  <a:solidFill>
                    <a:srgbClr val="000000"/>
                  </a:solidFill>
                  <a:latin typeface="Arial"/>
                  <a:ea typeface="Arial"/>
                  <a:cs typeface="Arial"/>
                </a:defRPr>
              </a:lvl9pPr>
            </a:lstStyle>
            <a:p>
              <a:pPr algn="ctr">
                <a:defRPr sz="746" b="0">
                  <a:solidFill>
                    <a:srgbClr val="000000"/>
                  </a:solidFill>
                  <a:latin typeface="Arial"/>
                  <a:ea typeface="Arial"/>
                  <a:cs typeface="Arial"/>
                </a:defRPr>
              </a:pPr>
              <a:r>
                <a:rPr sz="746" b="0">
                  <a:solidFill>
                    <a:srgbClr val="000000"/>
                  </a:solidFill>
                  <a:latin typeface="Arial"/>
                  <a:ea typeface="Arial"/>
                  <a:cs typeface="Arial"/>
                </a:rPr>
                <a:t>221 cells with positive FRP</a:t>
              </a:r>
            </a:p>
          </p:txBody>
        </p:sp>
        <p:sp>
          <p:nvSpPr>
            <p:cNvPr id="61" name="text_060">
              <a:extLst>
                <a:ext uri="{FF2B5EF4-FFF2-40B4-BE49-F238E27FC236}">
                  <ns2:creationId id="{43DD710A-1269-4426-9591-3AC6C1113691}"/>
                </a:ext>
              </a:extLst>
            </p:cNvPr>
            <p:cNvSpPr>
              <a:spLocks noGrp="1"/>
            </p:cNvSpPr>
            <p:nvPr/>
          </p:nvSpPr>
          <p:spPr>
            <a:xfrm rot="0">
              <a:off x="5886450" y="2914650"/>
              <a:ext cx="2266950" cy="238125"/>
            </a:xfrm>
            <a:prstGeom prst="rect">
              <a:avLst/>
            </a:prstGeom>
            <a:noFill/>
            <a:ln w="0">
              <a:noFill/>
              <a:prstDash val="solid"/>
            </a:ln>
          </p:spPr>
          <p:txBody>
            <a:bodyPr wrap="none" lIns="0" tIns="0" rIns="0" bIns="0" anchor="t">
              <a:noAutofit/>
            </a:bodyPr>
            <a:lstStyle>
              <a:defPPr algn="ctr">
                <a:defRPr sz="839" b="1">
                  <a:solidFill>
                    <a:srgbClr val="000000"/>
                  </a:solidFill>
                  <a:latin typeface="Arial"/>
                  <a:ea typeface="Arial"/>
                  <a:cs typeface="Arial"/>
                </a:defRPr>
              </a:defPPr>
              <a:lvl1pPr algn="ctr">
                <a:defRPr sz="839" b="1">
                  <a:solidFill>
                    <a:srgbClr val="000000"/>
                  </a:solidFill>
                  <a:latin typeface="Arial"/>
                  <a:ea typeface="Arial"/>
                  <a:cs typeface="Arial"/>
                </a:defRPr>
              </a:lvl1pPr>
              <a:lvl2pPr algn="ctr">
                <a:defRPr sz="839" b="1">
                  <a:solidFill>
                    <a:srgbClr val="000000"/>
                  </a:solidFill>
                  <a:latin typeface="Arial"/>
                  <a:ea typeface="Arial"/>
                  <a:cs typeface="Arial"/>
                </a:defRPr>
              </a:lvl2pPr>
              <a:lvl3pPr algn="ctr">
                <a:defRPr sz="839" b="1">
                  <a:solidFill>
                    <a:srgbClr val="000000"/>
                  </a:solidFill>
                  <a:latin typeface="Arial"/>
                  <a:ea typeface="Arial"/>
                  <a:cs typeface="Arial"/>
                </a:defRPr>
              </a:lvl3pPr>
              <a:lvl4pPr algn="ctr">
                <a:defRPr sz="839" b="1">
                  <a:solidFill>
                    <a:srgbClr val="000000"/>
                  </a:solidFill>
                  <a:latin typeface="Arial"/>
                  <a:ea typeface="Arial"/>
                  <a:cs typeface="Arial"/>
                </a:defRPr>
              </a:lvl4pPr>
              <a:lvl5pPr algn="ctr">
                <a:defRPr sz="839" b="1">
                  <a:solidFill>
                    <a:srgbClr val="000000"/>
                  </a:solidFill>
                  <a:latin typeface="Arial"/>
                  <a:ea typeface="Arial"/>
                  <a:cs typeface="Arial"/>
                </a:defRPr>
              </a:lvl5pPr>
              <a:lvl6pPr algn="ctr">
                <a:defRPr sz="839" b="1">
                  <a:solidFill>
                    <a:srgbClr val="000000"/>
                  </a:solidFill>
                  <a:latin typeface="Arial"/>
                  <a:ea typeface="Arial"/>
                  <a:cs typeface="Arial"/>
                </a:defRPr>
              </a:lvl6pPr>
              <a:lvl7pPr algn="ctr">
                <a:defRPr sz="839" b="1">
                  <a:solidFill>
                    <a:srgbClr val="000000"/>
                  </a:solidFill>
                  <a:latin typeface="Arial"/>
                  <a:ea typeface="Arial"/>
                  <a:cs typeface="Arial"/>
                </a:defRPr>
              </a:lvl7pPr>
              <a:lvl8pPr algn="ctr">
                <a:defRPr sz="839" b="1">
                  <a:solidFill>
                    <a:srgbClr val="000000"/>
                  </a:solidFill>
                  <a:latin typeface="Arial"/>
                  <a:ea typeface="Arial"/>
                  <a:cs typeface="Arial"/>
                </a:defRPr>
              </a:lvl8pPr>
              <a:lvl9pPr algn="ctr">
                <a:defRPr sz="839" b="1">
                  <a:solidFill>
                    <a:srgbClr val="000000"/>
                  </a:solidFill>
                  <a:latin typeface="Arial"/>
                  <a:ea typeface="Arial"/>
                  <a:cs typeface="Arial"/>
                </a:defRPr>
              </a:lvl9pPr>
            </a:lstStyle>
            <a:p>
              <a:pPr algn="ctr">
                <a:defRPr sz="839" b="1">
                  <a:solidFill>
                    <a:srgbClr val="000000"/>
                  </a:solidFill>
                  <a:latin typeface="Arial"/>
                  <a:ea typeface="Arial"/>
                  <a:cs typeface="Arial"/>
                </a:defRPr>
              </a:pPr>
              <a:r>
                <a:rPr sz="839" b="1">
                  <a:solidFill>
                    <a:srgbClr val="000000"/>
                  </a:solidFill>
                  <a:latin typeface="Arial"/>
                  <a:ea typeface="Arial"/>
                  <a:cs typeface="Arial"/>
                </a:rPr>
                <a:t>f19: 12-09 to 12-10</a:t>
              </a:r>
            </a:p>
          </p:txBody>
        </p:sp>
        <p:pic>
          <p:nvPicPr>
            <p:cNvPr id="62" name="">
              <a:extLst>
                <a:ext uri="{FF2B5EF4-FFF2-40B4-BE49-F238E27FC236}">
                  <ns2:creationId id="{F46C2190-FDFF-476F-B2C1-53F2D7FB1CCF}"/>
                </a:ext>
              </a:extLst>
            </p:cNvPr>
            <p:cNvPicPr>
              <a:picLocks noChangeAspect="1"/>
            </p:cNvPicPr>
            <p:nvPr/>
          </p:nvPicPr>
          <p:blipFill>
            <a:blip r:embed="R842c093534944c0a"/>
            <a:stretch/>
          </p:blipFill>
          <p:spPr>
            <a:xfrm>
              <a:off x="5962650" y="3190875"/>
              <a:ext cx="2095500" cy="2095500"/>
            </a:xfrm>
            <a:prstGeom prst="rect">
              <a:avLst/>
            </a:prstGeom>
          </p:spPr>
        </p:pic>
        <p:sp>
          <p:nvSpPr>
            <p:cNvPr id="63" name="rect_062">
              <a:extLst>
                <a:ext uri="{FF2B5EF4-FFF2-40B4-BE49-F238E27FC236}">
                  <ns2:creationId id="{AC82321A-3555-46F3-A32F-5FDC78ACCA88}"/>
                </a:ext>
              </a:extLst>
            </p:cNvPr>
            <p:cNvSpPr>
              <a:spLocks noGrp="1"/>
            </p:cNvSpPr>
            <p:nvPr/>
          </p:nvSpPr>
          <p:spPr>
            <a:xfrm rot="0">
              <a:off x="5962650" y="3190875"/>
              <a:ext cx="2095500" cy="2095500"/>
            </a:xfrm>
            <a:prstGeom prst="rect">
              <a:avLst/>
            </a:prstGeom>
            <a:noFill/>
            <a:ln w="4143">
              <a:solidFill>
                <a:srgbClr val="65727C"/>
              </a:solidFill>
              <a:prstDash val="solid"/>
            </a:ln>
          </p:spPr>
        </p:sp>
        <p:sp>
          <p:nvSpPr>
            <p:cNvPr id="64" name="line_063">
              <a:extLst>
                <a:ext uri="{FF2B5EF4-FFF2-40B4-BE49-F238E27FC236}">
                  <ns2:creationId id="{9BA6430E-0CC8-44B8-B160-A7D1D198C270}"/>
                </a:ext>
              </a:extLst>
            </p:cNvPr>
            <p:cNvSpPr>
              <a:spLocks noGrp="1"/>
            </p:cNvSpPr>
            <p:nvPr/>
          </p:nvSpPr>
          <p:spPr>
            <a:xfrm>
              <a:off x="6224549" y="5286375"/>
              <a:ext cx="95" cy="38100"/>
            </a:xfrm>
            <a:custGeom>
              <a:pathLst>
                <a:path w="95" h="38100">
                  <a:moveTo>
                    <a:pt x="0" y="0"/>
                  </a:moveTo>
                  <a:lnTo>
                    <a:pt x="0" y="38100"/>
                  </a:lnTo>
                </a:path>
              </a:pathLst>
            </a:custGeom>
            <a:noFill/>
            <a:ln w="4735">
              <a:solidFill>
                <a:srgbClr val="65727C"/>
              </a:solidFill>
              <a:prstDash val="solid"/>
            </a:ln>
          </p:spPr>
        </p:sp>
        <p:sp>
          <p:nvSpPr>
            <p:cNvPr id="65" name="text_064">
              <a:extLst>
                <a:ext uri="{FF2B5EF4-FFF2-40B4-BE49-F238E27FC236}">
                  <ns2:creationId id="{03F40931-E86D-4784-8B19-A4BD556F6C4B}"/>
                </a:ext>
              </a:extLst>
            </p:cNvPr>
            <p:cNvSpPr>
              <a:spLocks noGrp="1"/>
            </p:cNvSpPr>
            <p:nvPr/>
          </p:nvSpPr>
          <p:spPr>
            <a:xfrm rot="0">
              <a:off x="6014999" y="5343525"/>
              <a:ext cx="419100" cy="219075"/>
            </a:xfrm>
            <a:prstGeom prst="rect">
              <a:avLst/>
            </a:prstGeom>
            <a:noFill/>
            <a:ln w="0">
              <a:noFill/>
              <a:prstDash val="solid"/>
            </a:ln>
          </p:spPr>
          <p:txBody>
            <a:bodyPr wrap="none" lIns="0" tIns="0" rIns="0" bIns="0" anchor="t">
              <a:noAutofit/>
            </a:bodyPr>
            <a:lstStyle>
              <a:defPPr algn="ctr">
                <a:defRPr sz="699" b="0">
                  <a:solidFill>
                    <a:srgbClr val="000000"/>
                  </a:solidFill>
                  <a:latin typeface="Arial"/>
                  <a:ea typeface="Arial"/>
                  <a:cs typeface="Arial"/>
                </a:defRPr>
              </a:defPPr>
              <a:lvl1pPr algn="ctr">
                <a:defRPr sz="699" b="0">
                  <a:solidFill>
                    <a:srgbClr val="000000"/>
                  </a:solidFill>
                  <a:latin typeface="Arial"/>
                  <a:ea typeface="Arial"/>
                  <a:cs typeface="Arial"/>
                </a:defRPr>
              </a:lvl1pPr>
              <a:lvl2pPr algn="ctr">
                <a:defRPr sz="699" b="0">
                  <a:solidFill>
                    <a:srgbClr val="000000"/>
                  </a:solidFill>
                  <a:latin typeface="Arial"/>
                  <a:ea typeface="Arial"/>
                  <a:cs typeface="Arial"/>
                </a:defRPr>
              </a:lvl2pPr>
              <a:lvl3pPr algn="ctr">
                <a:defRPr sz="699" b="0">
                  <a:solidFill>
                    <a:srgbClr val="000000"/>
                  </a:solidFill>
                  <a:latin typeface="Arial"/>
                  <a:ea typeface="Arial"/>
                  <a:cs typeface="Arial"/>
                </a:defRPr>
              </a:lvl3pPr>
              <a:lvl4pPr algn="ctr">
                <a:defRPr sz="699" b="0">
                  <a:solidFill>
                    <a:srgbClr val="000000"/>
                  </a:solidFill>
                  <a:latin typeface="Arial"/>
                  <a:ea typeface="Arial"/>
                  <a:cs typeface="Arial"/>
                </a:defRPr>
              </a:lvl4pPr>
              <a:lvl5pPr algn="ctr">
                <a:defRPr sz="699" b="0">
                  <a:solidFill>
                    <a:srgbClr val="000000"/>
                  </a:solidFill>
                  <a:latin typeface="Arial"/>
                  <a:ea typeface="Arial"/>
                  <a:cs typeface="Arial"/>
                </a:defRPr>
              </a:lvl5pPr>
              <a:lvl6pPr algn="ctr">
                <a:defRPr sz="699" b="0">
                  <a:solidFill>
                    <a:srgbClr val="000000"/>
                  </a:solidFill>
                  <a:latin typeface="Arial"/>
                  <a:ea typeface="Arial"/>
                  <a:cs typeface="Arial"/>
                </a:defRPr>
              </a:lvl6pPr>
              <a:lvl7pPr algn="ctr">
                <a:defRPr sz="699" b="0">
                  <a:solidFill>
                    <a:srgbClr val="000000"/>
                  </a:solidFill>
                  <a:latin typeface="Arial"/>
                  <a:ea typeface="Arial"/>
                  <a:cs typeface="Arial"/>
                </a:defRPr>
              </a:lvl7pPr>
              <a:lvl8pPr algn="ctr">
                <a:defRPr sz="699" b="0">
                  <a:solidFill>
                    <a:srgbClr val="000000"/>
                  </a:solidFill>
                  <a:latin typeface="Arial"/>
                  <a:ea typeface="Arial"/>
                  <a:cs typeface="Arial"/>
                </a:defRPr>
              </a:lvl8pPr>
              <a:lvl9pPr algn="ctr">
                <a:defRPr sz="699" b="0">
                  <a:solidFill>
                    <a:srgbClr val="000000"/>
                  </a:solidFill>
                  <a:latin typeface="Arial"/>
                  <a:ea typeface="Arial"/>
                  <a:cs typeface="Arial"/>
                </a:defRPr>
              </a:lvl9pPr>
            </a:lstStyle>
            <a:p>
              <a:pPr algn="ctr">
                <a:defRPr sz="699" b="0">
                  <a:solidFill>
                    <a:srgbClr val="000000"/>
                  </a:solidFill>
                  <a:latin typeface="Arial"/>
                  <a:ea typeface="Arial"/>
                  <a:cs typeface="Arial"/>
                </a:defRPr>
              </a:pPr>
              <a:r>
                <a:rPr sz="699" b="0">
                  <a:solidFill>
                    <a:srgbClr val="000000"/>
                  </a:solidFill>
                  <a:latin typeface="Arial"/>
                  <a:ea typeface="Arial"/>
                  <a:cs typeface="Arial"/>
                </a:rPr>
                <a:t>142 E</a:t>
              </a:r>
            </a:p>
          </p:txBody>
        </p:sp>
        <p:sp>
          <p:nvSpPr>
            <p:cNvPr id="66" name="line_065">
              <a:extLst>
                <a:ext uri="{FF2B5EF4-FFF2-40B4-BE49-F238E27FC236}">
                  <ns2:creationId id="{94A28221-86B9-4BED-AD50-39D4F90190DD}"/>
                </a:ext>
              </a:extLst>
            </p:cNvPr>
            <p:cNvSpPr>
              <a:spLocks noGrp="1"/>
            </p:cNvSpPr>
            <p:nvPr/>
          </p:nvSpPr>
          <p:spPr>
            <a:xfrm>
              <a:off x="7133138" y="5286375"/>
              <a:ext cx="95" cy="38100"/>
            </a:xfrm>
            <a:custGeom>
              <a:pathLst>
                <a:path w="95" h="38100">
                  <a:moveTo>
                    <a:pt x="0" y="0"/>
                  </a:moveTo>
                  <a:lnTo>
                    <a:pt x="0" y="38100"/>
                  </a:lnTo>
                </a:path>
              </a:pathLst>
            </a:custGeom>
            <a:noFill/>
            <a:ln w="4735">
              <a:solidFill>
                <a:srgbClr val="65727C"/>
              </a:solidFill>
              <a:prstDash val="solid"/>
            </a:ln>
          </p:spPr>
        </p:sp>
        <p:sp>
          <p:nvSpPr>
            <p:cNvPr id="67" name="text_066">
              <a:extLst>
                <a:ext uri="{FF2B5EF4-FFF2-40B4-BE49-F238E27FC236}">
                  <ns2:creationId id="{7FDD3581-D755-4984-B77C-234ADD2061F9}"/>
                </a:ext>
              </a:extLst>
            </p:cNvPr>
            <p:cNvSpPr>
              <a:spLocks noGrp="1"/>
            </p:cNvSpPr>
            <p:nvPr/>
          </p:nvSpPr>
          <p:spPr>
            <a:xfrm rot="0">
              <a:off x="6923588" y="5343525"/>
              <a:ext cx="419100" cy="219075"/>
            </a:xfrm>
            <a:prstGeom prst="rect">
              <a:avLst/>
            </a:prstGeom>
            <a:noFill/>
            <a:ln w="0">
              <a:noFill/>
              <a:prstDash val="solid"/>
            </a:ln>
          </p:spPr>
          <p:txBody>
            <a:bodyPr wrap="none" lIns="0" tIns="0" rIns="0" bIns="0" anchor="t">
              <a:noAutofit/>
            </a:bodyPr>
            <a:lstStyle>
              <a:defPPr algn="ctr">
                <a:defRPr sz="699" b="0">
                  <a:solidFill>
                    <a:srgbClr val="000000"/>
                  </a:solidFill>
                  <a:latin typeface="Arial"/>
                  <a:ea typeface="Arial"/>
                  <a:cs typeface="Arial"/>
                </a:defRPr>
              </a:defPPr>
              <a:lvl1pPr algn="ctr">
                <a:defRPr sz="699" b="0">
                  <a:solidFill>
                    <a:srgbClr val="000000"/>
                  </a:solidFill>
                  <a:latin typeface="Arial"/>
                  <a:ea typeface="Arial"/>
                  <a:cs typeface="Arial"/>
                </a:defRPr>
              </a:lvl1pPr>
              <a:lvl2pPr algn="ctr">
                <a:defRPr sz="699" b="0">
                  <a:solidFill>
                    <a:srgbClr val="000000"/>
                  </a:solidFill>
                  <a:latin typeface="Arial"/>
                  <a:ea typeface="Arial"/>
                  <a:cs typeface="Arial"/>
                </a:defRPr>
              </a:lvl2pPr>
              <a:lvl3pPr algn="ctr">
                <a:defRPr sz="699" b="0">
                  <a:solidFill>
                    <a:srgbClr val="000000"/>
                  </a:solidFill>
                  <a:latin typeface="Arial"/>
                  <a:ea typeface="Arial"/>
                  <a:cs typeface="Arial"/>
                </a:defRPr>
              </a:lvl3pPr>
              <a:lvl4pPr algn="ctr">
                <a:defRPr sz="699" b="0">
                  <a:solidFill>
                    <a:srgbClr val="000000"/>
                  </a:solidFill>
                  <a:latin typeface="Arial"/>
                  <a:ea typeface="Arial"/>
                  <a:cs typeface="Arial"/>
                </a:defRPr>
              </a:lvl4pPr>
              <a:lvl5pPr algn="ctr">
                <a:defRPr sz="699" b="0">
                  <a:solidFill>
                    <a:srgbClr val="000000"/>
                  </a:solidFill>
                  <a:latin typeface="Arial"/>
                  <a:ea typeface="Arial"/>
                  <a:cs typeface="Arial"/>
                </a:defRPr>
              </a:lvl5pPr>
              <a:lvl6pPr algn="ctr">
                <a:defRPr sz="699" b="0">
                  <a:solidFill>
                    <a:srgbClr val="000000"/>
                  </a:solidFill>
                  <a:latin typeface="Arial"/>
                  <a:ea typeface="Arial"/>
                  <a:cs typeface="Arial"/>
                </a:defRPr>
              </a:lvl6pPr>
              <a:lvl7pPr algn="ctr">
                <a:defRPr sz="699" b="0">
                  <a:solidFill>
                    <a:srgbClr val="000000"/>
                  </a:solidFill>
                  <a:latin typeface="Arial"/>
                  <a:ea typeface="Arial"/>
                  <a:cs typeface="Arial"/>
                </a:defRPr>
              </a:lvl7pPr>
              <a:lvl8pPr algn="ctr">
                <a:defRPr sz="699" b="0">
                  <a:solidFill>
                    <a:srgbClr val="000000"/>
                  </a:solidFill>
                  <a:latin typeface="Arial"/>
                  <a:ea typeface="Arial"/>
                  <a:cs typeface="Arial"/>
                </a:defRPr>
              </a:lvl8pPr>
              <a:lvl9pPr algn="ctr">
                <a:defRPr sz="699" b="0">
                  <a:solidFill>
                    <a:srgbClr val="000000"/>
                  </a:solidFill>
                  <a:latin typeface="Arial"/>
                  <a:ea typeface="Arial"/>
                  <a:cs typeface="Arial"/>
                </a:defRPr>
              </a:lvl9pPr>
            </a:lstStyle>
            <a:p>
              <a:pPr algn="ctr">
                <a:defRPr sz="699" b="0">
                  <a:solidFill>
                    <a:srgbClr val="000000"/>
                  </a:solidFill>
                  <a:latin typeface="Arial"/>
                  <a:ea typeface="Arial"/>
                  <a:cs typeface="Arial"/>
                </a:defRPr>
              </a:pPr>
              <a:r>
                <a:rPr sz="699" b="0">
                  <a:solidFill>
                    <a:srgbClr val="000000"/>
                  </a:solidFill>
                  <a:latin typeface="Arial"/>
                  <a:ea typeface="Arial"/>
                  <a:cs typeface="Arial"/>
                </a:rPr>
                <a:t>148 E</a:t>
              </a:r>
            </a:p>
          </p:txBody>
        </p:sp>
        <p:sp>
          <p:nvSpPr>
            <p:cNvPr id="68" name="line_067">
              <a:extLst>
                <a:ext uri="{FF2B5EF4-FFF2-40B4-BE49-F238E27FC236}">
                  <ns2:creationId id="{45DCB70A-D32E-4E7C-8827-B460A122CFE5}"/>
                </a:ext>
              </a:extLst>
            </p:cNvPr>
            <p:cNvSpPr>
              <a:spLocks noGrp="1"/>
            </p:cNvSpPr>
            <p:nvPr/>
          </p:nvSpPr>
          <p:spPr>
            <a:xfrm>
              <a:off x="8041726" y="5286375"/>
              <a:ext cx="95" cy="38100"/>
            </a:xfrm>
            <a:custGeom>
              <a:pathLst>
                <a:path w="95" h="38100">
                  <a:moveTo>
                    <a:pt x="0" y="0"/>
                  </a:moveTo>
                  <a:lnTo>
                    <a:pt x="0" y="38100"/>
                  </a:lnTo>
                </a:path>
              </a:pathLst>
            </a:custGeom>
            <a:noFill/>
            <a:ln w="4735">
              <a:solidFill>
                <a:srgbClr val="65727C"/>
              </a:solidFill>
              <a:prstDash val="solid"/>
            </a:ln>
          </p:spPr>
        </p:sp>
        <p:sp>
          <p:nvSpPr>
            <p:cNvPr id="69" name="text_068">
              <a:extLst>
                <a:ext uri="{FF2B5EF4-FFF2-40B4-BE49-F238E27FC236}">
                  <ns2:creationId id="{83709D06-7FE4-498B-BE06-96F761200894}"/>
                </a:ext>
              </a:extLst>
            </p:cNvPr>
            <p:cNvSpPr>
              <a:spLocks noGrp="1"/>
            </p:cNvSpPr>
            <p:nvPr/>
          </p:nvSpPr>
          <p:spPr>
            <a:xfrm rot="0">
              <a:off x="7832176" y="5343525"/>
              <a:ext cx="419100" cy="219075"/>
            </a:xfrm>
            <a:prstGeom prst="rect">
              <a:avLst/>
            </a:prstGeom>
            <a:noFill/>
            <a:ln w="0">
              <a:noFill/>
              <a:prstDash val="solid"/>
            </a:ln>
          </p:spPr>
          <p:txBody>
            <a:bodyPr wrap="none" lIns="0" tIns="0" rIns="0" bIns="0" anchor="t">
              <a:noAutofit/>
            </a:bodyPr>
            <a:lstStyle>
              <a:defPPr algn="ctr">
                <a:defRPr sz="699" b="0">
                  <a:solidFill>
                    <a:srgbClr val="000000"/>
                  </a:solidFill>
                  <a:latin typeface="Arial"/>
                  <a:ea typeface="Arial"/>
                  <a:cs typeface="Arial"/>
                </a:defRPr>
              </a:defPPr>
              <a:lvl1pPr algn="ctr">
                <a:defRPr sz="699" b="0">
                  <a:solidFill>
                    <a:srgbClr val="000000"/>
                  </a:solidFill>
                  <a:latin typeface="Arial"/>
                  <a:ea typeface="Arial"/>
                  <a:cs typeface="Arial"/>
                </a:defRPr>
              </a:lvl1pPr>
              <a:lvl2pPr algn="ctr">
                <a:defRPr sz="699" b="0">
                  <a:solidFill>
                    <a:srgbClr val="000000"/>
                  </a:solidFill>
                  <a:latin typeface="Arial"/>
                  <a:ea typeface="Arial"/>
                  <a:cs typeface="Arial"/>
                </a:defRPr>
              </a:lvl2pPr>
              <a:lvl3pPr algn="ctr">
                <a:defRPr sz="699" b="0">
                  <a:solidFill>
                    <a:srgbClr val="000000"/>
                  </a:solidFill>
                  <a:latin typeface="Arial"/>
                  <a:ea typeface="Arial"/>
                  <a:cs typeface="Arial"/>
                </a:defRPr>
              </a:lvl3pPr>
              <a:lvl4pPr algn="ctr">
                <a:defRPr sz="699" b="0">
                  <a:solidFill>
                    <a:srgbClr val="000000"/>
                  </a:solidFill>
                  <a:latin typeface="Arial"/>
                  <a:ea typeface="Arial"/>
                  <a:cs typeface="Arial"/>
                </a:defRPr>
              </a:lvl4pPr>
              <a:lvl5pPr algn="ctr">
                <a:defRPr sz="699" b="0">
                  <a:solidFill>
                    <a:srgbClr val="000000"/>
                  </a:solidFill>
                  <a:latin typeface="Arial"/>
                  <a:ea typeface="Arial"/>
                  <a:cs typeface="Arial"/>
                </a:defRPr>
              </a:lvl5pPr>
              <a:lvl6pPr algn="ctr">
                <a:defRPr sz="699" b="0">
                  <a:solidFill>
                    <a:srgbClr val="000000"/>
                  </a:solidFill>
                  <a:latin typeface="Arial"/>
                  <a:ea typeface="Arial"/>
                  <a:cs typeface="Arial"/>
                </a:defRPr>
              </a:lvl6pPr>
              <a:lvl7pPr algn="ctr">
                <a:defRPr sz="699" b="0">
                  <a:solidFill>
                    <a:srgbClr val="000000"/>
                  </a:solidFill>
                  <a:latin typeface="Arial"/>
                  <a:ea typeface="Arial"/>
                  <a:cs typeface="Arial"/>
                </a:defRPr>
              </a:lvl7pPr>
              <a:lvl8pPr algn="ctr">
                <a:defRPr sz="699" b="0">
                  <a:solidFill>
                    <a:srgbClr val="000000"/>
                  </a:solidFill>
                  <a:latin typeface="Arial"/>
                  <a:ea typeface="Arial"/>
                  <a:cs typeface="Arial"/>
                </a:defRPr>
              </a:lvl8pPr>
              <a:lvl9pPr algn="ctr">
                <a:defRPr sz="699" b="0">
                  <a:solidFill>
                    <a:srgbClr val="000000"/>
                  </a:solidFill>
                  <a:latin typeface="Arial"/>
                  <a:ea typeface="Arial"/>
                  <a:cs typeface="Arial"/>
                </a:defRPr>
              </a:lvl9pPr>
            </a:lstStyle>
            <a:p>
              <a:pPr algn="ctr">
                <a:defRPr sz="699" b="0">
                  <a:solidFill>
                    <a:srgbClr val="000000"/>
                  </a:solidFill>
                  <a:latin typeface="Arial"/>
                  <a:ea typeface="Arial"/>
                  <a:cs typeface="Arial"/>
                </a:defRPr>
              </a:pPr>
              <a:r>
                <a:rPr sz="699" b="0">
                  <a:solidFill>
                    <a:srgbClr val="000000"/>
                  </a:solidFill>
                  <a:latin typeface="Arial"/>
                  <a:ea typeface="Arial"/>
                  <a:cs typeface="Arial"/>
                </a:rPr>
                <a:t>154 E</a:t>
              </a:r>
            </a:p>
          </p:txBody>
        </p:sp>
        <p:sp>
          <p:nvSpPr>
            <p:cNvPr id="70" name="text_069">
              <a:extLst>
                <a:ext uri="{FF2B5EF4-FFF2-40B4-BE49-F238E27FC236}">
                  <ns2:creationId id="{704583AD-B69E-475C-BFE3-761A8E2F9418}"/>
                </a:ext>
              </a:extLst>
            </p:cNvPr>
            <p:cNvSpPr>
              <a:spLocks noGrp="1"/>
            </p:cNvSpPr>
            <p:nvPr/>
          </p:nvSpPr>
          <p:spPr>
            <a:xfrm rot="0">
              <a:off x="6310533" y="3377756"/>
              <a:ext cx="428625" cy="190500"/>
            </a:xfrm>
            <a:prstGeom prst="rect">
              <a:avLst/>
            </a:prstGeom>
            <a:noFill/>
            <a:ln w="0">
              <a:noFill/>
              <a:prstDash val="solid"/>
            </a:ln>
          </p:spPr>
          <p:txBody>
            <a:bodyPr wrap="none" lIns="0" tIns="0" rIns="0" bIns="0" anchor="t">
              <a:noAutofit/>
            </a:bodyPr>
            <a:lstStyle>
              <a:defPPr algn="l">
                <a:defRPr sz="559" b="0">
                  <a:solidFill>
                    <a:srgbClr val="65727C"/>
                  </a:solidFill>
                  <a:latin typeface="Arial"/>
                  <a:ea typeface="Arial"/>
                  <a:cs typeface="Arial"/>
                </a:defRPr>
              </a:defPPr>
              <a:lvl1pPr algn="l">
                <a:defRPr sz="559" b="0">
                  <a:solidFill>
                    <a:srgbClr val="65727C"/>
                  </a:solidFill>
                  <a:latin typeface="Arial"/>
                  <a:ea typeface="Arial"/>
                  <a:cs typeface="Arial"/>
                </a:defRPr>
              </a:lvl1pPr>
              <a:lvl2pPr algn="l">
                <a:defRPr sz="559" b="0">
                  <a:solidFill>
                    <a:srgbClr val="65727C"/>
                  </a:solidFill>
                  <a:latin typeface="Arial"/>
                  <a:ea typeface="Arial"/>
                  <a:cs typeface="Arial"/>
                </a:defRPr>
              </a:lvl2pPr>
              <a:lvl3pPr algn="l">
                <a:defRPr sz="559" b="0">
                  <a:solidFill>
                    <a:srgbClr val="65727C"/>
                  </a:solidFill>
                  <a:latin typeface="Arial"/>
                  <a:ea typeface="Arial"/>
                  <a:cs typeface="Arial"/>
                </a:defRPr>
              </a:lvl3pPr>
              <a:lvl4pPr algn="l">
                <a:defRPr sz="559" b="0">
                  <a:solidFill>
                    <a:srgbClr val="65727C"/>
                  </a:solidFill>
                  <a:latin typeface="Arial"/>
                  <a:ea typeface="Arial"/>
                  <a:cs typeface="Arial"/>
                </a:defRPr>
              </a:lvl4pPr>
              <a:lvl5pPr algn="l">
                <a:defRPr sz="559" b="0">
                  <a:solidFill>
                    <a:srgbClr val="65727C"/>
                  </a:solidFill>
                  <a:latin typeface="Arial"/>
                  <a:ea typeface="Arial"/>
                  <a:cs typeface="Arial"/>
                </a:defRPr>
              </a:lvl5pPr>
              <a:lvl6pPr algn="l">
                <a:defRPr sz="559" b="0">
                  <a:solidFill>
                    <a:srgbClr val="65727C"/>
                  </a:solidFill>
                  <a:latin typeface="Arial"/>
                  <a:ea typeface="Arial"/>
                  <a:cs typeface="Arial"/>
                </a:defRPr>
              </a:lvl6pPr>
              <a:lvl7pPr algn="l">
                <a:defRPr sz="559" b="0">
                  <a:solidFill>
                    <a:srgbClr val="65727C"/>
                  </a:solidFill>
                  <a:latin typeface="Arial"/>
                  <a:ea typeface="Arial"/>
                  <a:cs typeface="Arial"/>
                </a:defRPr>
              </a:lvl7pPr>
              <a:lvl8pPr algn="l">
                <a:defRPr sz="559" b="0">
                  <a:solidFill>
                    <a:srgbClr val="65727C"/>
                  </a:solidFill>
                  <a:latin typeface="Arial"/>
                  <a:ea typeface="Arial"/>
                  <a:cs typeface="Arial"/>
                </a:defRPr>
              </a:lvl8pPr>
              <a:lvl9pPr algn="l">
                <a:defRPr sz="559" b="0">
                  <a:solidFill>
                    <a:srgbClr val="65727C"/>
                  </a:solidFill>
                  <a:latin typeface="Arial"/>
                  <a:ea typeface="Arial"/>
                  <a:cs typeface="Arial"/>
                </a:defRPr>
              </a:lvl9pPr>
            </a:lstStyle>
            <a:p>
              <a:pPr algn="l">
                <a:defRPr sz="559" b="0">
                  <a:solidFill>
                    <a:srgbClr val="65727C"/>
                  </a:solidFill>
                  <a:latin typeface="Arial"/>
                  <a:ea typeface="Arial"/>
                  <a:cs typeface="Arial"/>
                </a:defRPr>
              </a:pPr>
              <a:r>
                <a:rPr sz="559" b="0">
                  <a:solidFill>
                    <a:srgbClr val="65727C"/>
                  </a:solidFill>
                  <a:latin typeface="Arial"/>
                  <a:ea typeface="Arial"/>
                  <a:cs typeface="Arial"/>
                </a:rPr>
                <a:t>QLD</a:t>
              </a:r>
            </a:p>
          </p:txBody>
        </p:sp>
        <p:sp>
          <p:nvSpPr>
            <p:cNvPr id="71" name="text_070">
              <a:extLst>
                <a:ext uri="{FF2B5EF4-FFF2-40B4-BE49-F238E27FC236}">
                  <ns2:creationId id="{09B7F374-D4D6-42EB-8307-B938B30CE65D}"/>
                </a:ext>
              </a:extLst>
            </p:cNvPr>
            <p:cNvSpPr>
              <a:spLocks noGrp="1"/>
            </p:cNvSpPr>
            <p:nvPr/>
          </p:nvSpPr>
          <p:spPr>
            <a:xfrm rot="0">
              <a:off x="6310533" y="4234347"/>
              <a:ext cx="428625" cy="190500"/>
            </a:xfrm>
            <a:prstGeom prst="rect">
              <a:avLst/>
            </a:prstGeom>
            <a:noFill/>
            <a:ln w="0">
              <a:noFill/>
              <a:prstDash val="solid"/>
            </a:ln>
          </p:spPr>
          <p:txBody>
            <a:bodyPr wrap="none" lIns="0" tIns="0" rIns="0" bIns="0" anchor="t">
              <a:noAutofit/>
            </a:bodyPr>
            <a:lstStyle>
              <a:defPPr algn="l">
                <a:defRPr sz="559" b="0">
                  <a:solidFill>
                    <a:srgbClr val="65727C"/>
                  </a:solidFill>
                  <a:latin typeface="Arial"/>
                  <a:ea typeface="Arial"/>
                  <a:cs typeface="Arial"/>
                </a:defRPr>
              </a:defPPr>
              <a:lvl1pPr algn="l">
                <a:defRPr sz="559" b="0">
                  <a:solidFill>
                    <a:srgbClr val="65727C"/>
                  </a:solidFill>
                  <a:latin typeface="Arial"/>
                  <a:ea typeface="Arial"/>
                  <a:cs typeface="Arial"/>
                </a:defRPr>
              </a:lvl1pPr>
              <a:lvl2pPr algn="l">
                <a:defRPr sz="559" b="0">
                  <a:solidFill>
                    <a:srgbClr val="65727C"/>
                  </a:solidFill>
                  <a:latin typeface="Arial"/>
                  <a:ea typeface="Arial"/>
                  <a:cs typeface="Arial"/>
                </a:defRPr>
              </a:lvl2pPr>
              <a:lvl3pPr algn="l">
                <a:defRPr sz="559" b="0">
                  <a:solidFill>
                    <a:srgbClr val="65727C"/>
                  </a:solidFill>
                  <a:latin typeface="Arial"/>
                  <a:ea typeface="Arial"/>
                  <a:cs typeface="Arial"/>
                </a:defRPr>
              </a:lvl3pPr>
              <a:lvl4pPr algn="l">
                <a:defRPr sz="559" b="0">
                  <a:solidFill>
                    <a:srgbClr val="65727C"/>
                  </a:solidFill>
                  <a:latin typeface="Arial"/>
                  <a:ea typeface="Arial"/>
                  <a:cs typeface="Arial"/>
                </a:defRPr>
              </a:lvl4pPr>
              <a:lvl5pPr algn="l">
                <a:defRPr sz="559" b="0">
                  <a:solidFill>
                    <a:srgbClr val="65727C"/>
                  </a:solidFill>
                  <a:latin typeface="Arial"/>
                  <a:ea typeface="Arial"/>
                  <a:cs typeface="Arial"/>
                </a:defRPr>
              </a:lvl5pPr>
              <a:lvl6pPr algn="l">
                <a:defRPr sz="559" b="0">
                  <a:solidFill>
                    <a:srgbClr val="65727C"/>
                  </a:solidFill>
                  <a:latin typeface="Arial"/>
                  <a:ea typeface="Arial"/>
                  <a:cs typeface="Arial"/>
                </a:defRPr>
              </a:lvl6pPr>
              <a:lvl7pPr algn="l">
                <a:defRPr sz="559" b="0">
                  <a:solidFill>
                    <a:srgbClr val="65727C"/>
                  </a:solidFill>
                  <a:latin typeface="Arial"/>
                  <a:ea typeface="Arial"/>
                  <a:cs typeface="Arial"/>
                </a:defRPr>
              </a:lvl7pPr>
              <a:lvl8pPr algn="l">
                <a:defRPr sz="559" b="0">
                  <a:solidFill>
                    <a:srgbClr val="65727C"/>
                  </a:solidFill>
                  <a:latin typeface="Arial"/>
                  <a:ea typeface="Arial"/>
                  <a:cs typeface="Arial"/>
                </a:defRPr>
              </a:lvl8pPr>
              <a:lvl9pPr algn="l">
                <a:defRPr sz="559" b="0">
                  <a:solidFill>
                    <a:srgbClr val="65727C"/>
                  </a:solidFill>
                  <a:latin typeface="Arial"/>
                  <a:ea typeface="Arial"/>
                  <a:cs typeface="Arial"/>
                </a:defRPr>
              </a:lvl9pPr>
            </a:lstStyle>
            <a:p>
              <a:pPr algn="l">
                <a:defRPr sz="559" b="0">
                  <a:solidFill>
                    <a:srgbClr val="65727C"/>
                  </a:solidFill>
                  <a:latin typeface="Arial"/>
                  <a:ea typeface="Arial"/>
                  <a:cs typeface="Arial"/>
                </a:defRPr>
              </a:pPr>
              <a:r>
                <a:rPr sz="559" b="0">
                  <a:solidFill>
                    <a:srgbClr val="65727C"/>
                  </a:solidFill>
                  <a:latin typeface="Arial"/>
                  <a:ea typeface="Arial"/>
                  <a:cs typeface="Arial"/>
                </a:rPr>
                <a:t>NSW</a:t>
              </a:r>
            </a:p>
          </p:txBody>
        </p:sp>
        <p:sp>
          <p:nvSpPr>
            <p:cNvPr id="72" name="text_071">
              <a:extLst>
                <a:ext uri="{FF2B5EF4-FFF2-40B4-BE49-F238E27FC236}">
                  <ns2:creationId id="{E8B9FC9B-3262-4ADC-A3AB-08EBDAB3BDBB}"/>
                </a:ext>
              </a:extLst>
            </p:cNvPr>
            <p:cNvSpPr>
              <a:spLocks noGrp="1"/>
            </p:cNvSpPr>
            <p:nvPr/>
          </p:nvSpPr>
          <p:spPr>
            <a:xfrm rot="0">
              <a:off x="6174245" y="4966019"/>
              <a:ext cx="428625" cy="190500"/>
            </a:xfrm>
            <a:prstGeom prst="rect">
              <a:avLst/>
            </a:prstGeom>
            <a:noFill/>
            <a:ln w="0">
              <a:noFill/>
              <a:prstDash val="solid"/>
            </a:ln>
          </p:spPr>
          <p:txBody>
            <a:bodyPr wrap="none" lIns="0" tIns="0" rIns="0" bIns="0" anchor="t">
              <a:noAutofit/>
            </a:bodyPr>
            <a:lstStyle>
              <a:defPPr algn="l">
                <a:defRPr sz="559" b="0">
                  <a:solidFill>
                    <a:srgbClr val="65727C"/>
                  </a:solidFill>
                  <a:latin typeface="Arial"/>
                  <a:ea typeface="Arial"/>
                  <a:cs typeface="Arial"/>
                </a:defRPr>
              </a:defPPr>
              <a:lvl1pPr algn="l">
                <a:defRPr sz="559" b="0">
                  <a:solidFill>
                    <a:srgbClr val="65727C"/>
                  </a:solidFill>
                  <a:latin typeface="Arial"/>
                  <a:ea typeface="Arial"/>
                  <a:cs typeface="Arial"/>
                </a:defRPr>
              </a:lvl1pPr>
              <a:lvl2pPr algn="l">
                <a:defRPr sz="559" b="0">
                  <a:solidFill>
                    <a:srgbClr val="65727C"/>
                  </a:solidFill>
                  <a:latin typeface="Arial"/>
                  <a:ea typeface="Arial"/>
                  <a:cs typeface="Arial"/>
                </a:defRPr>
              </a:lvl2pPr>
              <a:lvl3pPr algn="l">
                <a:defRPr sz="559" b="0">
                  <a:solidFill>
                    <a:srgbClr val="65727C"/>
                  </a:solidFill>
                  <a:latin typeface="Arial"/>
                  <a:ea typeface="Arial"/>
                  <a:cs typeface="Arial"/>
                </a:defRPr>
              </a:lvl3pPr>
              <a:lvl4pPr algn="l">
                <a:defRPr sz="559" b="0">
                  <a:solidFill>
                    <a:srgbClr val="65727C"/>
                  </a:solidFill>
                  <a:latin typeface="Arial"/>
                  <a:ea typeface="Arial"/>
                  <a:cs typeface="Arial"/>
                </a:defRPr>
              </a:lvl4pPr>
              <a:lvl5pPr algn="l">
                <a:defRPr sz="559" b="0">
                  <a:solidFill>
                    <a:srgbClr val="65727C"/>
                  </a:solidFill>
                  <a:latin typeface="Arial"/>
                  <a:ea typeface="Arial"/>
                  <a:cs typeface="Arial"/>
                </a:defRPr>
              </a:lvl5pPr>
              <a:lvl6pPr algn="l">
                <a:defRPr sz="559" b="0">
                  <a:solidFill>
                    <a:srgbClr val="65727C"/>
                  </a:solidFill>
                  <a:latin typeface="Arial"/>
                  <a:ea typeface="Arial"/>
                  <a:cs typeface="Arial"/>
                </a:defRPr>
              </a:lvl6pPr>
              <a:lvl7pPr algn="l">
                <a:defRPr sz="559" b="0">
                  <a:solidFill>
                    <a:srgbClr val="65727C"/>
                  </a:solidFill>
                  <a:latin typeface="Arial"/>
                  <a:ea typeface="Arial"/>
                  <a:cs typeface="Arial"/>
                </a:defRPr>
              </a:lvl7pPr>
              <a:lvl8pPr algn="l">
                <a:defRPr sz="559" b="0">
                  <a:solidFill>
                    <a:srgbClr val="65727C"/>
                  </a:solidFill>
                  <a:latin typeface="Arial"/>
                  <a:ea typeface="Arial"/>
                  <a:cs typeface="Arial"/>
                </a:defRPr>
              </a:lvl8pPr>
              <a:lvl9pPr algn="l">
                <a:defRPr sz="559" b="0">
                  <a:solidFill>
                    <a:srgbClr val="65727C"/>
                  </a:solidFill>
                  <a:latin typeface="Arial"/>
                  <a:ea typeface="Arial"/>
                  <a:cs typeface="Arial"/>
                </a:defRPr>
              </a:lvl9pPr>
            </a:lstStyle>
            <a:p>
              <a:pPr algn="l">
                <a:defRPr sz="559" b="0">
                  <a:solidFill>
                    <a:srgbClr val="65727C"/>
                  </a:solidFill>
                  <a:latin typeface="Arial"/>
                  <a:ea typeface="Arial"/>
                  <a:cs typeface="Arial"/>
                </a:defRPr>
              </a:pPr>
              <a:r>
                <a:rPr sz="559" b="0">
                  <a:solidFill>
                    <a:srgbClr val="65727C"/>
                  </a:solidFill>
                  <a:latin typeface="Arial"/>
                  <a:ea typeface="Arial"/>
                  <a:cs typeface="Arial"/>
                </a:rPr>
                <a:t>VIC</a:t>
              </a:r>
            </a:p>
          </p:txBody>
        </p:sp>
        <p:sp>
          <p:nvSpPr>
            <p:cNvPr id="73" name="line_072">
              <a:extLst>
                <a:ext uri="{FF2B5EF4-FFF2-40B4-BE49-F238E27FC236}">
                  <ns2:creationId id="{86263711-0F6B-4F73-A907-50D3ED114E01}"/>
                </a:ext>
              </a:extLst>
            </p:cNvPr>
            <p:cNvSpPr>
              <a:spLocks noGrp="1"/>
            </p:cNvSpPr>
            <p:nvPr/>
          </p:nvSpPr>
          <p:spPr>
            <a:xfrm>
              <a:off x="7621056" y="5143500"/>
              <a:ext cx="322794" cy="95"/>
            </a:xfrm>
            <a:custGeom>
              <a:pathLst>
                <a:path w="322794" h="95">
                  <a:moveTo>
                    <a:pt x="0" y="0"/>
                  </a:moveTo>
                  <a:lnTo>
                    <a:pt x="322794" y="0"/>
                  </a:lnTo>
                </a:path>
              </a:pathLst>
            </a:custGeom>
            <a:noFill/>
            <a:ln w="9470">
              <a:solidFill>
                <a:srgbClr val="000000"/>
              </a:solidFill>
              <a:prstDash val="solid"/>
            </a:ln>
          </p:spPr>
        </p:sp>
        <p:sp>
          <p:nvSpPr>
            <p:cNvPr id="74" name="line_073">
              <a:extLst>
                <a:ext uri="{FF2B5EF4-FFF2-40B4-BE49-F238E27FC236}">
                  <ns2:creationId id="{F82D8BB2-03B6-4212-8654-9EDC69EC6507}"/>
                </a:ext>
              </a:extLst>
            </p:cNvPr>
            <p:cNvSpPr>
              <a:spLocks noGrp="1"/>
            </p:cNvSpPr>
            <p:nvPr/>
          </p:nvSpPr>
          <p:spPr>
            <a:xfrm>
              <a:off x="7621056" y="5114925"/>
              <a:ext cx="95" cy="57150"/>
            </a:xfrm>
            <a:custGeom>
              <a:pathLst>
                <a:path w="95" h="57150">
                  <a:moveTo>
                    <a:pt x="0" y="0"/>
                  </a:moveTo>
                  <a:lnTo>
                    <a:pt x="0" y="57150"/>
                  </a:lnTo>
                </a:path>
              </a:pathLst>
            </a:custGeom>
            <a:noFill/>
            <a:ln w="7694">
              <a:solidFill>
                <a:srgbClr val="000000"/>
              </a:solidFill>
              <a:prstDash val="solid"/>
            </a:ln>
          </p:spPr>
        </p:sp>
        <p:sp>
          <p:nvSpPr>
            <p:cNvPr id="75" name="line_074">
              <a:extLst>
                <a:ext uri="{FF2B5EF4-FFF2-40B4-BE49-F238E27FC236}">
                  <ns2:creationId id="{7A309D35-A411-48B2-A3A4-33721BD76428}"/>
                </a:ext>
              </a:extLst>
            </p:cNvPr>
            <p:cNvSpPr>
              <a:spLocks noGrp="1"/>
            </p:cNvSpPr>
            <p:nvPr/>
          </p:nvSpPr>
          <p:spPr>
            <a:xfrm>
              <a:off x="7943850" y="5114925"/>
              <a:ext cx="95" cy="57150"/>
            </a:xfrm>
            <a:custGeom>
              <a:pathLst>
                <a:path w="95" h="57150">
                  <a:moveTo>
                    <a:pt x="0" y="0"/>
                  </a:moveTo>
                  <a:lnTo>
                    <a:pt x="0" y="57150"/>
                  </a:lnTo>
                </a:path>
              </a:pathLst>
            </a:custGeom>
            <a:noFill/>
            <a:ln w="7694">
              <a:solidFill>
                <a:srgbClr val="000000"/>
              </a:solidFill>
              <a:prstDash val="solid"/>
            </a:ln>
          </p:spPr>
        </p:sp>
        <p:sp>
          <p:nvSpPr>
            <p:cNvPr id="76" name="text_075">
              <a:extLst>
                <a:ext uri="{FF2B5EF4-FFF2-40B4-BE49-F238E27FC236}">
                  <ns2:creationId id="{768E0BB7-5799-459D-88BC-4B0F2FBFF244}"/>
                </a:ext>
              </a:extLst>
            </p:cNvPr>
            <p:cNvSpPr>
              <a:spLocks noGrp="1"/>
            </p:cNvSpPr>
            <p:nvPr/>
          </p:nvSpPr>
          <p:spPr>
            <a:xfrm rot="0">
              <a:off x="7554381" y="4943475"/>
              <a:ext cx="456144" cy="200025"/>
            </a:xfrm>
            <a:prstGeom prst="rect">
              <a:avLst/>
            </a:prstGeom>
            <a:noFill/>
            <a:ln w="0">
              <a:noFill/>
              <a:prstDash val="solid"/>
            </a:ln>
          </p:spPr>
          <p:txBody>
            <a:bodyPr wrap="none" lIns="0" tIns="0" rIns="0" bIns="0" anchor="t">
              <a:noAutofit/>
            </a:bodyPr>
            <a:lstStyle>
              <a:defPPr algn="ctr">
                <a:defRPr sz="559" b="0">
                  <a:solidFill>
                    <a:srgbClr val="000000"/>
                  </a:solidFill>
                  <a:latin typeface="Arial"/>
                  <a:ea typeface="Arial"/>
                  <a:cs typeface="Arial"/>
                </a:defRPr>
              </a:defPPr>
              <a:lvl1pPr algn="ctr">
                <a:defRPr sz="559" b="0">
                  <a:solidFill>
                    <a:srgbClr val="000000"/>
                  </a:solidFill>
                  <a:latin typeface="Arial"/>
                  <a:ea typeface="Arial"/>
                  <a:cs typeface="Arial"/>
                </a:defRPr>
              </a:lvl1pPr>
              <a:lvl2pPr algn="ctr">
                <a:defRPr sz="559" b="0">
                  <a:solidFill>
                    <a:srgbClr val="000000"/>
                  </a:solidFill>
                  <a:latin typeface="Arial"/>
                  <a:ea typeface="Arial"/>
                  <a:cs typeface="Arial"/>
                </a:defRPr>
              </a:lvl2pPr>
              <a:lvl3pPr algn="ctr">
                <a:defRPr sz="559" b="0">
                  <a:solidFill>
                    <a:srgbClr val="000000"/>
                  </a:solidFill>
                  <a:latin typeface="Arial"/>
                  <a:ea typeface="Arial"/>
                  <a:cs typeface="Arial"/>
                </a:defRPr>
              </a:lvl3pPr>
              <a:lvl4pPr algn="ctr">
                <a:defRPr sz="559" b="0">
                  <a:solidFill>
                    <a:srgbClr val="000000"/>
                  </a:solidFill>
                  <a:latin typeface="Arial"/>
                  <a:ea typeface="Arial"/>
                  <a:cs typeface="Arial"/>
                </a:defRPr>
              </a:lvl4pPr>
              <a:lvl5pPr algn="ctr">
                <a:defRPr sz="559" b="0">
                  <a:solidFill>
                    <a:srgbClr val="000000"/>
                  </a:solidFill>
                  <a:latin typeface="Arial"/>
                  <a:ea typeface="Arial"/>
                  <a:cs typeface="Arial"/>
                </a:defRPr>
              </a:lvl5pPr>
              <a:lvl6pPr algn="ctr">
                <a:defRPr sz="559" b="0">
                  <a:solidFill>
                    <a:srgbClr val="000000"/>
                  </a:solidFill>
                  <a:latin typeface="Arial"/>
                  <a:ea typeface="Arial"/>
                  <a:cs typeface="Arial"/>
                </a:defRPr>
              </a:lvl6pPr>
              <a:lvl7pPr algn="ctr">
                <a:defRPr sz="559" b="0">
                  <a:solidFill>
                    <a:srgbClr val="000000"/>
                  </a:solidFill>
                  <a:latin typeface="Arial"/>
                  <a:ea typeface="Arial"/>
                  <a:cs typeface="Arial"/>
                </a:defRPr>
              </a:lvl7pPr>
              <a:lvl8pPr algn="ctr">
                <a:defRPr sz="559" b="0">
                  <a:solidFill>
                    <a:srgbClr val="000000"/>
                  </a:solidFill>
                  <a:latin typeface="Arial"/>
                  <a:ea typeface="Arial"/>
                  <a:cs typeface="Arial"/>
                </a:defRPr>
              </a:lvl8pPr>
              <a:lvl9pPr algn="ctr">
                <a:defRPr sz="559" b="0">
                  <a:solidFill>
                    <a:srgbClr val="000000"/>
                  </a:solidFill>
                  <a:latin typeface="Arial"/>
                  <a:ea typeface="Arial"/>
                  <a:cs typeface="Arial"/>
                </a:defRPr>
              </a:lvl9pPr>
            </a:lstStyle>
            <a:p>
              <a:pPr algn="ctr">
                <a:defRPr sz="559" b="0">
                  <a:solidFill>
                    <a:srgbClr val="000000"/>
                  </a:solidFill>
                  <a:latin typeface="Arial"/>
                  <a:ea typeface="Arial"/>
                  <a:cs typeface="Arial"/>
                </a:defRPr>
              </a:pPr>
              <a:r>
                <a:rPr sz="559" b="0">
                  <a:solidFill>
                    <a:srgbClr val="000000"/>
                  </a:solidFill>
                  <a:latin typeface="Arial"/>
                  <a:ea typeface="Arial"/>
                  <a:cs typeface="Arial"/>
                </a:rPr>
                <a:t>200 km</a:t>
              </a:r>
            </a:p>
          </p:txBody>
        </p:sp>
        <p:sp>
          <p:nvSpPr>
            <p:cNvPr id="77" name="ellipse_076">
              <a:extLst>
                <a:ext uri="{FF2B5EF4-FFF2-40B4-BE49-F238E27FC236}">
                  <ns2:creationId id="{DF0AB7D5-99BA-451A-9FAC-FA668E831FFD}"/>
                </a:ext>
              </a:extLst>
            </p:cNvPr>
            <p:cNvSpPr>
              <a:spLocks noGrp="1"/>
            </p:cNvSpPr>
            <p:nvPr/>
          </p:nvSpPr>
          <p:spPr>
            <a:xfrm rot="0">
              <a:off x="7690902" y="3871377"/>
              <a:ext cx="112395" cy="112395"/>
            </a:xfrm>
            <a:prstGeom prst="ellipse">
              <a:avLst/>
            </a:prstGeom>
            <a:solidFill>
              <a:srgbClr val="FFFFFF"/>
            </a:solidFill>
            <a:ln w="10653">
              <a:solidFill>
                <a:srgbClr val="FFFFFF"/>
              </a:solidFill>
              <a:prstDash val="solid"/>
            </a:ln>
          </p:spPr>
        </p:sp>
        <p:sp>
          <p:nvSpPr>
            <p:cNvPr id="78" name="A_f19_False">
              <a:extLst>
                <a:ext uri="{FF2B5EF4-FFF2-40B4-BE49-F238E27FC236}">
                  <ns2:creationId id="{9D010B4B-D810-450F-8C95-5455912FCA77}"/>
                </a:ext>
              </a:extLst>
            </p:cNvPr>
            <p:cNvSpPr>
              <a:spLocks noGrp="1"/>
            </p:cNvSpPr>
            <p:nvPr/>
          </p:nvSpPr>
          <p:spPr>
            <a:xfrm rot="0">
              <a:off x="7708047" y="3888522"/>
              <a:ext cx="78105" cy="78105"/>
            </a:xfrm>
            <a:prstGeom prst="ellipse">
              <a:avLst/>
            </a:prstGeom>
            <a:solidFill>
              <a:srgbClr val="FFFFFF"/>
            </a:solidFill>
            <a:ln w="10653">
              <a:solidFill>
                <a:srgbClr val="0072B2"/>
              </a:solidFill>
              <a:prstDash val="solid"/>
            </a:ln>
          </p:spPr>
        </p:sp>
        <p:sp>
          <p:nvSpPr>
            <p:cNvPr id="79" name="text_078">
              <a:extLst>
                <a:ext uri="{FF2B5EF4-FFF2-40B4-BE49-F238E27FC236}">
                  <ns2:creationId id="{5755E82D-6710-4EE7-8F8C-4C11F08A60B7}"/>
                </a:ext>
              </a:extLst>
            </p:cNvPr>
            <p:cNvSpPr>
              <a:spLocks noGrp="1"/>
            </p:cNvSpPr>
            <p:nvPr/>
          </p:nvSpPr>
          <p:spPr>
            <a:xfrm rot="0">
              <a:off x="7823299" y="3698974"/>
              <a:ext cx="266700" cy="247650"/>
            </a:xfrm>
            <a:prstGeom prst="rect">
              <a:avLst/>
            </a:prstGeom>
            <a:noFill/>
            <a:ln w="0">
              <a:noFill/>
              <a:prstDash val="solid"/>
            </a:ln>
          </p:spPr>
          <p:txBody>
            <a:bodyPr wrap="none" lIns="0" tIns="0" rIns="0" bIns="0" anchor="t">
              <a:noAutofit/>
            </a:bodyPr>
            <a:lstStyle>
              <a:defPPr algn="l">
                <a:defRPr sz="932" b="1">
                  <a:solidFill>
                    <a:srgbClr val="0072B2"/>
                  </a:solidFill>
                  <a:latin typeface="Arial"/>
                  <a:ea typeface="Arial"/>
                  <a:cs typeface="Arial"/>
                </a:defRPr>
              </a:defPPr>
              <a:lvl1pPr algn="l">
                <a:defRPr sz="932" b="1">
                  <a:solidFill>
                    <a:srgbClr val="0072B2"/>
                  </a:solidFill>
                  <a:latin typeface="Arial"/>
                  <a:ea typeface="Arial"/>
                  <a:cs typeface="Arial"/>
                </a:defRPr>
              </a:lvl1pPr>
              <a:lvl2pPr algn="l">
                <a:defRPr sz="932" b="1">
                  <a:solidFill>
                    <a:srgbClr val="0072B2"/>
                  </a:solidFill>
                  <a:latin typeface="Arial"/>
                  <a:ea typeface="Arial"/>
                  <a:cs typeface="Arial"/>
                </a:defRPr>
              </a:lvl2pPr>
              <a:lvl3pPr algn="l">
                <a:defRPr sz="932" b="1">
                  <a:solidFill>
                    <a:srgbClr val="0072B2"/>
                  </a:solidFill>
                  <a:latin typeface="Arial"/>
                  <a:ea typeface="Arial"/>
                  <a:cs typeface="Arial"/>
                </a:defRPr>
              </a:lvl3pPr>
              <a:lvl4pPr algn="l">
                <a:defRPr sz="932" b="1">
                  <a:solidFill>
                    <a:srgbClr val="0072B2"/>
                  </a:solidFill>
                  <a:latin typeface="Arial"/>
                  <a:ea typeface="Arial"/>
                  <a:cs typeface="Arial"/>
                </a:defRPr>
              </a:lvl4pPr>
              <a:lvl5pPr algn="l">
                <a:defRPr sz="932" b="1">
                  <a:solidFill>
                    <a:srgbClr val="0072B2"/>
                  </a:solidFill>
                  <a:latin typeface="Arial"/>
                  <a:ea typeface="Arial"/>
                  <a:cs typeface="Arial"/>
                </a:defRPr>
              </a:lvl5pPr>
              <a:lvl6pPr algn="l">
                <a:defRPr sz="932" b="1">
                  <a:solidFill>
                    <a:srgbClr val="0072B2"/>
                  </a:solidFill>
                  <a:latin typeface="Arial"/>
                  <a:ea typeface="Arial"/>
                  <a:cs typeface="Arial"/>
                </a:defRPr>
              </a:lvl6pPr>
              <a:lvl7pPr algn="l">
                <a:defRPr sz="932" b="1">
                  <a:solidFill>
                    <a:srgbClr val="0072B2"/>
                  </a:solidFill>
                  <a:latin typeface="Arial"/>
                  <a:ea typeface="Arial"/>
                  <a:cs typeface="Arial"/>
                </a:defRPr>
              </a:lvl7pPr>
              <a:lvl8pPr algn="l">
                <a:defRPr sz="932" b="1">
                  <a:solidFill>
                    <a:srgbClr val="0072B2"/>
                  </a:solidFill>
                  <a:latin typeface="Arial"/>
                  <a:ea typeface="Arial"/>
                  <a:cs typeface="Arial"/>
                </a:defRPr>
              </a:lvl8pPr>
              <a:lvl9pPr algn="l">
                <a:defRPr sz="932" b="1">
                  <a:solidFill>
                    <a:srgbClr val="0072B2"/>
                  </a:solidFill>
                  <a:latin typeface="Arial"/>
                  <a:ea typeface="Arial"/>
                  <a:cs typeface="Arial"/>
                </a:defRPr>
              </a:lvl9pPr>
            </a:lstStyle>
            <a:p>
              <a:pPr algn="l">
                <a:defRPr sz="932" b="1">
                  <a:solidFill>
                    <a:srgbClr val="0072B2"/>
                  </a:solidFill>
                  <a:latin typeface="Arial"/>
                  <a:ea typeface="Arial"/>
                  <a:cs typeface="Arial"/>
                </a:defRPr>
              </a:pPr>
              <a:r>
                <a:rPr sz="932" b="1">
                  <a:solidFill>
                    <a:srgbClr val="0072B2"/>
                  </a:solidFill>
                  <a:latin typeface="Arial"/>
                  <a:ea typeface="Arial"/>
                  <a:cs typeface="Arial"/>
                </a:rPr>
                <a:t>A</a:t>
              </a:r>
            </a:p>
          </p:txBody>
        </p:sp>
        <p:sp>
          <p:nvSpPr>
            <p:cNvPr id="80" name="ellipse_079">
              <a:extLst>
                <a:ext uri="{FF2B5EF4-FFF2-40B4-BE49-F238E27FC236}">
                  <ns2:creationId id="{4BE1DE8B-EC57-4BBF-A50E-D07DCD89866E}"/>
                </a:ext>
              </a:extLst>
            </p:cNvPr>
            <p:cNvSpPr>
              <a:spLocks noGrp="1"/>
            </p:cNvSpPr>
            <p:nvPr/>
          </p:nvSpPr>
          <p:spPr>
            <a:xfrm rot="0">
              <a:off x="7068800" y="5017353"/>
              <a:ext cx="112395" cy="112395"/>
            </a:xfrm>
            <a:prstGeom prst="ellipse">
              <a:avLst/>
            </a:prstGeom>
            <a:solidFill>
              <a:srgbClr val="FFFFFF"/>
            </a:solidFill>
            <a:ln w="10653">
              <a:solidFill>
                <a:srgbClr val="FFFFFF"/>
              </a:solidFill>
              <a:prstDash val="solid"/>
            </a:ln>
          </p:spPr>
        </p:sp>
        <p:sp>
          <p:nvSpPr>
            <p:cNvPr id="81" name="B_f19_False">
              <a:extLst>
                <a:ext uri="{FF2B5EF4-FFF2-40B4-BE49-F238E27FC236}">
                  <ns2:creationId id="{AE68B025-A123-4274-B12E-DBA4E7F06B6A}"/>
                </a:ext>
              </a:extLst>
            </p:cNvPr>
            <p:cNvSpPr>
              <a:spLocks noGrp="1"/>
            </p:cNvSpPr>
            <p:nvPr/>
          </p:nvSpPr>
          <p:spPr>
            <a:xfrm rot="0">
              <a:off x="7085945" y="5034498"/>
              <a:ext cx="78105" cy="78105"/>
            </a:xfrm>
            <a:prstGeom prst="ellipse">
              <a:avLst/>
            </a:prstGeom>
            <a:solidFill>
              <a:srgbClr val="FFFFFF"/>
            </a:solidFill>
            <a:ln w="10653">
              <a:solidFill>
                <a:srgbClr val="D55E00"/>
              </a:solidFill>
              <a:prstDash val="solid"/>
            </a:ln>
          </p:spPr>
        </p:sp>
        <p:sp>
          <p:nvSpPr>
            <p:cNvPr id="82" name="text_081">
              <a:extLst>
                <a:ext uri="{FF2B5EF4-FFF2-40B4-BE49-F238E27FC236}">
                  <ns2:creationId id="{B282A654-AA3A-4C36-92B8-F59041D33E48}"/>
                </a:ext>
              </a:extLst>
            </p:cNvPr>
            <p:cNvSpPr>
              <a:spLocks noGrp="1"/>
            </p:cNvSpPr>
            <p:nvPr/>
          </p:nvSpPr>
          <p:spPr>
            <a:xfrm rot="0">
              <a:off x="7201198" y="4844951"/>
              <a:ext cx="266700" cy="247650"/>
            </a:xfrm>
            <a:prstGeom prst="rect">
              <a:avLst/>
            </a:prstGeom>
            <a:noFill/>
            <a:ln w="0">
              <a:noFill/>
              <a:prstDash val="solid"/>
            </a:ln>
          </p:spPr>
          <p:txBody>
            <a:bodyPr wrap="none" lIns="0" tIns="0" rIns="0" bIns="0" anchor="t">
              <a:noAutofit/>
            </a:bodyPr>
            <a:lstStyle>
              <a:defPPr algn="l">
                <a:defRPr sz="932" b="1">
                  <a:solidFill>
                    <a:srgbClr val="D55E00"/>
                  </a:solidFill>
                  <a:latin typeface="Arial"/>
                  <a:ea typeface="Arial"/>
                  <a:cs typeface="Arial"/>
                </a:defRPr>
              </a:defPPr>
              <a:lvl1pPr algn="l">
                <a:defRPr sz="932" b="1">
                  <a:solidFill>
                    <a:srgbClr val="D55E00"/>
                  </a:solidFill>
                  <a:latin typeface="Arial"/>
                  <a:ea typeface="Arial"/>
                  <a:cs typeface="Arial"/>
                </a:defRPr>
              </a:lvl1pPr>
              <a:lvl2pPr algn="l">
                <a:defRPr sz="932" b="1">
                  <a:solidFill>
                    <a:srgbClr val="D55E00"/>
                  </a:solidFill>
                  <a:latin typeface="Arial"/>
                  <a:ea typeface="Arial"/>
                  <a:cs typeface="Arial"/>
                </a:defRPr>
              </a:lvl2pPr>
              <a:lvl3pPr algn="l">
                <a:defRPr sz="932" b="1">
                  <a:solidFill>
                    <a:srgbClr val="D55E00"/>
                  </a:solidFill>
                  <a:latin typeface="Arial"/>
                  <a:ea typeface="Arial"/>
                  <a:cs typeface="Arial"/>
                </a:defRPr>
              </a:lvl3pPr>
              <a:lvl4pPr algn="l">
                <a:defRPr sz="932" b="1">
                  <a:solidFill>
                    <a:srgbClr val="D55E00"/>
                  </a:solidFill>
                  <a:latin typeface="Arial"/>
                  <a:ea typeface="Arial"/>
                  <a:cs typeface="Arial"/>
                </a:defRPr>
              </a:lvl4pPr>
              <a:lvl5pPr algn="l">
                <a:defRPr sz="932" b="1">
                  <a:solidFill>
                    <a:srgbClr val="D55E00"/>
                  </a:solidFill>
                  <a:latin typeface="Arial"/>
                  <a:ea typeface="Arial"/>
                  <a:cs typeface="Arial"/>
                </a:defRPr>
              </a:lvl5pPr>
              <a:lvl6pPr algn="l">
                <a:defRPr sz="932" b="1">
                  <a:solidFill>
                    <a:srgbClr val="D55E00"/>
                  </a:solidFill>
                  <a:latin typeface="Arial"/>
                  <a:ea typeface="Arial"/>
                  <a:cs typeface="Arial"/>
                </a:defRPr>
              </a:lvl6pPr>
              <a:lvl7pPr algn="l">
                <a:defRPr sz="932" b="1">
                  <a:solidFill>
                    <a:srgbClr val="D55E00"/>
                  </a:solidFill>
                  <a:latin typeface="Arial"/>
                  <a:ea typeface="Arial"/>
                  <a:cs typeface="Arial"/>
                </a:defRPr>
              </a:lvl7pPr>
              <a:lvl8pPr algn="l">
                <a:defRPr sz="932" b="1">
                  <a:solidFill>
                    <a:srgbClr val="D55E00"/>
                  </a:solidFill>
                  <a:latin typeface="Arial"/>
                  <a:ea typeface="Arial"/>
                  <a:cs typeface="Arial"/>
                </a:defRPr>
              </a:lvl8pPr>
              <a:lvl9pPr algn="l">
                <a:defRPr sz="932" b="1">
                  <a:solidFill>
                    <a:srgbClr val="D55E00"/>
                  </a:solidFill>
                  <a:latin typeface="Arial"/>
                  <a:ea typeface="Arial"/>
                  <a:cs typeface="Arial"/>
                </a:defRPr>
              </a:lvl9pPr>
            </a:lstStyle>
            <a:p>
              <a:pPr algn="l">
                <a:defRPr sz="932" b="1">
                  <a:solidFill>
                    <a:srgbClr val="D55E00"/>
                  </a:solidFill>
                  <a:latin typeface="Arial"/>
                  <a:ea typeface="Arial"/>
                  <a:cs typeface="Arial"/>
                </a:defRPr>
              </a:pPr>
              <a:r>
                <a:rPr sz="932" b="1">
                  <a:solidFill>
                    <a:srgbClr val="D55E00"/>
                  </a:solidFill>
                  <a:latin typeface="Arial"/>
                  <a:ea typeface="Arial"/>
                  <a:cs typeface="Arial"/>
                </a:rPr>
                <a:t>B</a:t>
              </a:r>
            </a:p>
          </p:txBody>
        </p:sp>
        <p:sp>
          <p:nvSpPr>
            <p:cNvPr id="83" name="ellipse_082">
              <a:extLst>
                <a:ext uri="{FF2B5EF4-FFF2-40B4-BE49-F238E27FC236}">
                  <ns2:creationId id="{3292BD8F-8286-4F6E-923E-773A4AE50E90}"/>
                </a:ext>
              </a:extLst>
            </p:cNvPr>
            <p:cNvSpPr>
              <a:spLocks noGrp="1"/>
            </p:cNvSpPr>
            <p:nvPr/>
          </p:nvSpPr>
          <p:spPr>
            <a:xfrm rot="0">
              <a:off x="6610410" y="3543955"/>
              <a:ext cx="112395" cy="112395"/>
            </a:xfrm>
            <a:prstGeom prst="ellipse">
              <a:avLst/>
            </a:prstGeom>
            <a:solidFill>
              <a:srgbClr val="FFFFFF"/>
            </a:solidFill>
            <a:ln w="10653">
              <a:solidFill>
                <a:srgbClr val="FFFFFF"/>
              </a:solidFill>
              <a:prstDash val="solid"/>
            </a:ln>
          </p:spPr>
        </p:sp>
        <p:sp>
          <p:nvSpPr>
            <p:cNvPr id="84" name="C_f19_False">
              <a:extLst>
                <a:ext uri="{FF2B5EF4-FFF2-40B4-BE49-F238E27FC236}">
                  <ns2:creationId id="{404A449F-0537-4991-B360-5A70E48A26AC}"/>
                </a:ext>
              </a:extLst>
            </p:cNvPr>
            <p:cNvSpPr>
              <a:spLocks noGrp="1"/>
            </p:cNvSpPr>
            <p:nvPr/>
          </p:nvSpPr>
          <p:spPr>
            <a:xfrm rot="0">
              <a:off x="6627555" y="3561100"/>
              <a:ext cx="78105" cy="78105"/>
            </a:xfrm>
            <a:prstGeom prst="ellipse">
              <a:avLst/>
            </a:prstGeom>
            <a:solidFill>
              <a:srgbClr val="FFFFFF"/>
            </a:solidFill>
            <a:ln w="10653">
              <a:solidFill>
                <a:srgbClr val="009E73"/>
              </a:solidFill>
              <a:prstDash val="solid"/>
            </a:ln>
          </p:spPr>
        </p:sp>
        <p:sp>
          <p:nvSpPr>
            <p:cNvPr id="85" name="text_084">
              <a:extLst>
                <a:ext uri="{FF2B5EF4-FFF2-40B4-BE49-F238E27FC236}">
                  <ns2:creationId id="{D32BCD0E-9A2B-47E8-8D21-C40B32815D16}"/>
                </a:ext>
              </a:extLst>
            </p:cNvPr>
            <p:cNvSpPr>
              <a:spLocks noGrp="1"/>
            </p:cNvSpPr>
            <p:nvPr/>
          </p:nvSpPr>
          <p:spPr>
            <a:xfrm rot="0">
              <a:off x="6742807" y="3371552"/>
              <a:ext cx="266700" cy="247650"/>
            </a:xfrm>
            <a:prstGeom prst="rect">
              <a:avLst/>
            </a:prstGeom>
            <a:noFill/>
            <a:ln w="0">
              <a:noFill/>
              <a:prstDash val="solid"/>
            </a:ln>
          </p:spPr>
          <p:txBody>
            <a:bodyPr wrap="none" lIns="0" tIns="0" rIns="0" bIns="0" anchor="t">
              <a:noAutofit/>
            </a:bodyPr>
            <a:lstStyle>
              <a:defPPr algn="l">
                <a:defRPr sz="932" b="1">
                  <a:solidFill>
                    <a:srgbClr val="009E73"/>
                  </a:solidFill>
                  <a:latin typeface="Arial"/>
                  <a:ea typeface="Arial"/>
                  <a:cs typeface="Arial"/>
                </a:defRPr>
              </a:defPPr>
              <a:lvl1pPr algn="l">
                <a:defRPr sz="932" b="1">
                  <a:solidFill>
                    <a:srgbClr val="009E73"/>
                  </a:solidFill>
                  <a:latin typeface="Arial"/>
                  <a:ea typeface="Arial"/>
                  <a:cs typeface="Arial"/>
                </a:defRPr>
              </a:lvl1pPr>
              <a:lvl2pPr algn="l">
                <a:defRPr sz="932" b="1">
                  <a:solidFill>
                    <a:srgbClr val="009E73"/>
                  </a:solidFill>
                  <a:latin typeface="Arial"/>
                  <a:ea typeface="Arial"/>
                  <a:cs typeface="Arial"/>
                </a:defRPr>
              </a:lvl2pPr>
              <a:lvl3pPr algn="l">
                <a:defRPr sz="932" b="1">
                  <a:solidFill>
                    <a:srgbClr val="009E73"/>
                  </a:solidFill>
                  <a:latin typeface="Arial"/>
                  <a:ea typeface="Arial"/>
                  <a:cs typeface="Arial"/>
                </a:defRPr>
              </a:lvl3pPr>
              <a:lvl4pPr algn="l">
                <a:defRPr sz="932" b="1">
                  <a:solidFill>
                    <a:srgbClr val="009E73"/>
                  </a:solidFill>
                  <a:latin typeface="Arial"/>
                  <a:ea typeface="Arial"/>
                  <a:cs typeface="Arial"/>
                </a:defRPr>
              </a:lvl4pPr>
              <a:lvl5pPr algn="l">
                <a:defRPr sz="932" b="1">
                  <a:solidFill>
                    <a:srgbClr val="009E73"/>
                  </a:solidFill>
                  <a:latin typeface="Arial"/>
                  <a:ea typeface="Arial"/>
                  <a:cs typeface="Arial"/>
                </a:defRPr>
              </a:lvl5pPr>
              <a:lvl6pPr algn="l">
                <a:defRPr sz="932" b="1">
                  <a:solidFill>
                    <a:srgbClr val="009E73"/>
                  </a:solidFill>
                  <a:latin typeface="Arial"/>
                  <a:ea typeface="Arial"/>
                  <a:cs typeface="Arial"/>
                </a:defRPr>
              </a:lvl6pPr>
              <a:lvl7pPr algn="l">
                <a:defRPr sz="932" b="1">
                  <a:solidFill>
                    <a:srgbClr val="009E73"/>
                  </a:solidFill>
                  <a:latin typeface="Arial"/>
                  <a:ea typeface="Arial"/>
                  <a:cs typeface="Arial"/>
                </a:defRPr>
              </a:lvl7pPr>
              <a:lvl8pPr algn="l">
                <a:defRPr sz="932" b="1">
                  <a:solidFill>
                    <a:srgbClr val="009E73"/>
                  </a:solidFill>
                  <a:latin typeface="Arial"/>
                  <a:ea typeface="Arial"/>
                  <a:cs typeface="Arial"/>
                </a:defRPr>
              </a:lvl8pPr>
              <a:lvl9pPr algn="l">
                <a:defRPr sz="932" b="1">
                  <a:solidFill>
                    <a:srgbClr val="009E73"/>
                  </a:solidFill>
                  <a:latin typeface="Arial"/>
                  <a:ea typeface="Arial"/>
                  <a:cs typeface="Arial"/>
                </a:defRPr>
              </a:lvl9pPr>
            </a:lstStyle>
            <a:p>
              <a:pPr algn="l">
                <a:defRPr sz="932" b="1">
                  <a:solidFill>
                    <a:srgbClr val="009E73"/>
                  </a:solidFill>
                  <a:latin typeface="Arial"/>
                  <a:ea typeface="Arial"/>
                  <a:cs typeface="Arial"/>
                </a:defRPr>
              </a:pPr>
              <a:r>
                <a:rPr sz="932" b="1">
                  <a:solidFill>
                    <a:srgbClr val="009E73"/>
                  </a:solidFill>
                  <a:latin typeface="Arial"/>
                  <a:ea typeface="Arial"/>
                  <a:cs typeface="Arial"/>
                </a:rPr>
                <a:t>C</a:t>
              </a:r>
            </a:p>
          </p:txBody>
        </p:sp>
        <p:sp>
          <p:nvSpPr>
            <p:cNvPr id="86" name="text_085">
              <a:extLst>
                <a:ext uri="{FF2B5EF4-FFF2-40B4-BE49-F238E27FC236}">
                  <ns2:creationId id="{154F820A-80E5-411E-A96F-3CB3F5485559}"/>
                </a:ext>
              </a:extLst>
            </p:cNvPr>
            <p:cNvSpPr>
              <a:spLocks noGrp="1"/>
            </p:cNvSpPr>
            <p:nvPr/>
          </p:nvSpPr>
          <p:spPr>
            <a:xfrm rot="0">
              <a:off x="5848350" y="5600700"/>
              <a:ext cx="2324100" cy="228600"/>
            </a:xfrm>
            <a:prstGeom prst="rect">
              <a:avLst/>
            </a:prstGeom>
            <a:noFill/>
            <a:ln w="0">
              <a:noFill/>
              <a:prstDash val="solid"/>
            </a:ln>
          </p:spPr>
          <p:txBody>
            <a:bodyPr wrap="none" lIns="0" tIns="0" rIns="0" bIns="0" anchor="t">
              <a:noAutofit/>
            </a:bodyPr>
            <a:lstStyle>
              <a:defPPr algn="ctr">
                <a:defRPr sz="746" b="0">
                  <a:solidFill>
                    <a:srgbClr val="000000"/>
                  </a:solidFill>
                  <a:latin typeface="Arial"/>
                  <a:ea typeface="Arial"/>
                  <a:cs typeface="Arial"/>
                </a:defRPr>
              </a:defPPr>
              <a:lvl1pPr algn="ctr">
                <a:defRPr sz="746" b="0">
                  <a:solidFill>
                    <a:srgbClr val="000000"/>
                  </a:solidFill>
                  <a:latin typeface="Arial"/>
                  <a:ea typeface="Arial"/>
                  <a:cs typeface="Arial"/>
                </a:defRPr>
              </a:lvl1pPr>
              <a:lvl2pPr algn="ctr">
                <a:defRPr sz="746" b="0">
                  <a:solidFill>
                    <a:srgbClr val="000000"/>
                  </a:solidFill>
                  <a:latin typeface="Arial"/>
                  <a:ea typeface="Arial"/>
                  <a:cs typeface="Arial"/>
                </a:defRPr>
              </a:lvl2pPr>
              <a:lvl3pPr algn="ctr">
                <a:defRPr sz="746" b="0">
                  <a:solidFill>
                    <a:srgbClr val="000000"/>
                  </a:solidFill>
                  <a:latin typeface="Arial"/>
                  <a:ea typeface="Arial"/>
                  <a:cs typeface="Arial"/>
                </a:defRPr>
              </a:lvl3pPr>
              <a:lvl4pPr algn="ctr">
                <a:defRPr sz="746" b="0">
                  <a:solidFill>
                    <a:srgbClr val="000000"/>
                  </a:solidFill>
                  <a:latin typeface="Arial"/>
                  <a:ea typeface="Arial"/>
                  <a:cs typeface="Arial"/>
                </a:defRPr>
              </a:lvl4pPr>
              <a:lvl5pPr algn="ctr">
                <a:defRPr sz="746" b="0">
                  <a:solidFill>
                    <a:srgbClr val="000000"/>
                  </a:solidFill>
                  <a:latin typeface="Arial"/>
                  <a:ea typeface="Arial"/>
                  <a:cs typeface="Arial"/>
                </a:defRPr>
              </a:lvl5pPr>
              <a:lvl6pPr algn="ctr">
                <a:defRPr sz="746" b="0">
                  <a:solidFill>
                    <a:srgbClr val="000000"/>
                  </a:solidFill>
                  <a:latin typeface="Arial"/>
                  <a:ea typeface="Arial"/>
                  <a:cs typeface="Arial"/>
                </a:defRPr>
              </a:lvl6pPr>
              <a:lvl7pPr algn="ctr">
                <a:defRPr sz="746" b="0">
                  <a:solidFill>
                    <a:srgbClr val="000000"/>
                  </a:solidFill>
                  <a:latin typeface="Arial"/>
                  <a:ea typeface="Arial"/>
                  <a:cs typeface="Arial"/>
                </a:defRPr>
              </a:lvl7pPr>
              <a:lvl8pPr algn="ctr">
                <a:defRPr sz="746" b="0">
                  <a:solidFill>
                    <a:srgbClr val="000000"/>
                  </a:solidFill>
                  <a:latin typeface="Arial"/>
                  <a:ea typeface="Arial"/>
                  <a:cs typeface="Arial"/>
                </a:defRPr>
              </a:lvl8pPr>
              <a:lvl9pPr algn="ctr">
                <a:defRPr sz="746" b="0">
                  <a:solidFill>
                    <a:srgbClr val="000000"/>
                  </a:solidFill>
                  <a:latin typeface="Arial"/>
                  <a:ea typeface="Arial"/>
                  <a:cs typeface="Arial"/>
                </a:defRPr>
              </a:lvl9pPr>
            </a:lstStyle>
            <a:p>
              <a:pPr algn="ctr">
                <a:defRPr sz="746" b="0">
                  <a:solidFill>
                    <a:srgbClr val="000000"/>
                  </a:solidFill>
                  <a:latin typeface="Arial"/>
                  <a:ea typeface="Arial"/>
                  <a:cs typeface="Arial"/>
                </a:defRPr>
              </a:pPr>
              <a:r>
                <a:rPr sz="746" b="0">
                  <a:solidFill>
                    <a:srgbClr val="000000"/>
                  </a:solidFill>
                  <a:latin typeface="Arial"/>
                  <a:ea typeface="Arial"/>
                  <a:cs typeface="Arial"/>
                </a:rPr>
                <a:t>206 cells with positive FRP</a:t>
              </a:r>
            </a:p>
          </p:txBody>
        </p:sp>
        <p:sp>
          <p:nvSpPr>
            <p:cNvPr id="87" name="text_086">
              <a:extLst>
                <a:ext uri="{FF2B5EF4-FFF2-40B4-BE49-F238E27FC236}">
                  <ns2:creationId id="{A57B1E5D-0024-4E48-9254-A72A79F48BD9}"/>
                </a:ext>
              </a:extLst>
            </p:cNvPr>
            <p:cNvSpPr>
              <a:spLocks noGrp="1"/>
            </p:cNvSpPr>
            <p:nvPr/>
          </p:nvSpPr>
          <p:spPr>
            <a:xfrm rot="0">
              <a:off x="571500" y="6096000"/>
              <a:ext cx="7810500" cy="247650"/>
            </a:xfrm>
            <a:prstGeom prst="rect">
              <a:avLst/>
            </a:prstGeom>
            <a:noFill/>
            <a:ln w="0">
              <a:noFill/>
              <a:prstDash val="solid"/>
            </a:ln>
          </p:spPr>
          <p:txBody>
            <a:bodyPr wrap="none" lIns="0" tIns="0" rIns="0" bIns="0" anchor="t">
              <a:noAutofit/>
            </a:bodyPr>
            <a:lstStyle>
              <a:defPPr algn="l">
                <a:defRPr sz="932" b="1">
                  <a:solidFill>
                    <a:srgbClr val="000000"/>
                  </a:solidFill>
                  <a:latin typeface="Arial"/>
                  <a:ea typeface="Arial"/>
                  <a:cs typeface="Arial"/>
                </a:defRPr>
              </a:defPPr>
              <a:lvl1pPr algn="l">
                <a:defRPr sz="932" b="1">
                  <a:solidFill>
                    <a:srgbClr val="000000"/>
                  </a:solidFill>
                  <a:latin typeface="Arial"/>
                  <a:ea typeface="Arial"/>
                  <a:cs typeface="Arial"/>
                </a:defRPr>
              </a:lvl1pPr>
              <a:lvl2pPr algn="l">
                <a:defRPr sz="932" b="1">
                  <a:solidFill>
                    <a:srgbClr val="000000"/>
                  </a:solidFill>
                  <a:latin typeface="Arial"/>
                  <a:ea typeface="Arial"/>
                  <a:cs typeface="Arial"/>
                </a:defRPr>
              </a:lvl2pPr>
              <a:lvl3pPr algn="l">
                <a:defRPr sz="932" b="1">
                  <a:solidFill>
                    <a:srgbClr val="000000"/>
                  </a:solidFill>
                  <a:latin typeface="Arial"/>
                  <a:ea typeface="Arial"/>
                  <a:cs typeface="Arial"/>
                </a:defRPr>
              </a:lvl3pPr>
              <a:lvl4pPr algn="l">
                <a:defRPr sz="932" b="1">
                  <a:solidFill>
                    <a:srgbClr val="000000"/>
                  </a:solidFill>
                  <a:latin typeface="Arial"/>
                  <a:ea typeface="Arial"/>
                  <a:cs typeface="Arial"/>
                </a:defRPr>
              </a:lvl4pPr>
              <a:lvl5pPr algn="l">
                <a:defRPr sz="932" b="1">
                  <a:solidFill>
                    <a:srgbClr val="000000"/>
                  </a:solidFill>
                  <a:latin typeface="Arial"/>
                  <a:ea typeface="Arial"/>
                  <a:cs typeface="Arial"/>
                </a:defRPr>
              </a:lvl5pPr>
              <a:lvl6pPr algn="l">
                <a:defRPr sz="932" b="1">
                  <a:solidFill>
                    <a:srgbClr val="000000"/>
                  </a:solidFill>
                  <a:latin typeface="Arial"/>
                  <a:ea typeface="Arial"/>
                  <a:cs typeface="Arial"/>
                </a:defRPr>
              </a:lvl6pPr>
              <a:lvl7pPr algn="l">
                <a:defRPr sz="932" b="1">
                  <a:solidFill>
                    <a:srgbClr val="000000"/>
                  </a:solidFill>
                  <a:latin typeface="Arial"/>
                  <a:ea typeface="Arial"/>
                  <a:cs typeface="Arial"/>
                </a:defRPr>
              </a:lvl7pPr>
              <a:lvl8pPr algn="l">
                <a:defRPr sz="932" b="1">
                  <a:solidFill>
                    <a:srgbClr val="000000"/>
                  </a:solidFill>
                  <a:latin typeface="Arial"/>
                  <a:ea typeface="Arial"/>
                  <a:cs typeface="Arial"/>
                </a:defRPr>
              </a:lvl8pPr>
              <a:lvl9pPr algn="l">
                <a:defRPr sz="932" b="1">
                  <a:solidFill>
                    <a:srgbClr val="000000"/>
                  </a:solidFill>
                  <a:latin typeface="Arial"/>
                  <a:ea typeface="Arial"/>
                  <a:cs typeface="Arial"/>
                </a:defRPr>
              </a:lvl9pPr>
            </a:lstStyle>
            <a:p>
              <a:pPr algn="l">
                <a:defRPr sz="932" b="1">
                  <a:solidFill>
                    <a:srgbClr val="000000"/>
                  </a:solidFill>
                  <a:latin typeface="Arial"/>
                  <a:ea typeface="Arial"/>
                  <a:cs typeface="Arial"/>
                </a:defRPr>
              </a:pPr>
              <a:r>
                <a:rPr sz="932" b="1">
                  <a:solidFill>
                    <a:srgbClr val="000000"/>
                  </a:solidFill>
                  <a:latin typeface="Arial"/>
                  <a:ea typeface="Arial"/>
                  <a:cs typeface="Arial"/>
                </a:rPr>
                <a:t>Analysis input: 64 x 64 grid, 50.7 km Gaussian smoothing</a:t>
              </a:r>
            </a:p>
          </p:txBody>
        </p:sp>
        <p:pic>
          <p:nvPicPr>
            <p:cNvPr id="88" name="">
              <a:extLst>
                <a:ext uri="{FF2B5EF4-FFF2-40B4-BE49-F238E27FC236}">
                  <ns2:creationId id="{51EC8641-EF0F-47DC-B13C-9FEFCD07960A}"/>
                </a:ext>
              </a:extLst>
            </p:cNvPr>
            <p:cNvPicPr>
              <a:picLocks noChangeAspect="1"/>
            </p:cNvPicPr>
            <p:nvPr/>
          </p:nvPicPr>
          <p:blipFill>
            <a:blip r:embed="R4c9786d88bc04978"/>
            <a:stretch/>
          </p:blipFill>
          <p:spPr>
            <a:xfrm>
              <a:off x="571500" y="6477000"/>
              <a:ext cx="2095500" cy="2095500"/>
            </a:xfrm>
            <a:prstGeom prst="rect">
              <a:avLst/>
            </a:prstGeom>
          </p:spPr>
        </p:pic>
        <p:sp>
          <p:nvSpPr>
            <p:cNvPr id="89" name="rect_088">
              <a:extLst>
                <a:ext uri="{FF2B5EF4-FFF2-40B4-BE49-F238E27FC236}">
                  <ns2:creationId id="{A6B7663E-2639-4662-AB22-78113E5D414F}"/>
                </a:ext>
              </a:extLst>
            </p:cNvPr>
            <p:cNvSpPr>
              <a:spLocks noGrp="1"/>
            </p:cNvSpPr>
            <p:nvPr/>
          </p:nvSpPr>
          <p:spPr>
            <a:xfrm rot="0">
              <a:off x="571500" y="6477000"/>
              <a:ext cx="2095500" cy="2095500"/>
            </a:xfrm>
            <a:prstGeom prst="rect">
              <a:avLst/>
            </a:prstGeom>
            <a:noFill/>
            <a:ln w="4143">
              <a:solidFill>
                <a:srgbClr val="65727C"/>
              </a:solidFill>
              <a:prstDash val="solid"/>
            </a:ln>
          </p:spPr>
        </p:sp>
        <p:sp>
          <p:nvSpPr>
            <p:cNvPr id="90" name="line_089">
              <a:extLst>
                <a:ext uri="{FF2B5EF4-FFF2-40B4-BE49-F238E27FC236}">
                  <ns2:creationId id="{B4509646-2E11-4FD6-8456-1ABC8E8253EE}"/>
                </a:ext>
              </a:extLst>
            </p:cNvPr>
            <p:cNvSpPr>
              <a:spLocks noGrp="1"/>
            </p:cNvSpPr>
            <p:nvPr/>
          </p:nvSpPr>
          <p:spPr>
            <a:xfrm>
              <a:off x="833399" y="8572500"/>
              <a:ext cx="95" cy="38100"/>
            </a:xfrm>
            <a:custGeom>
              <a:pathLst>
                <a:path w="95" h="38100">
                  <a:moveTo>
                    <a:pt x="0" y="0"/>
                  </a:moveTo>
                  <a:lnTo>
                    <a:pt x="0" y="38100"/>
                  </a:lnTo>
                </a:path>
              </a:pathLst>
            </a:custGeom>
            <a:noFill/>
            <a:ln w="4735">
              <a:solidFill>
                <a:srgbClr val="65727C"/>
              </a:solidFill>
              <a:prstDash val="solid"/>
            </a:ln>
          </p:spPr>
        </p:sp>
        <p:sp>
          <p:nvSpPr>
            <p:cNvPr id="91" name="text_090">
              <a:extLst>
                <a:ext uri="{FF2B5EF4-FFF2-40B4-BE49-F238E27FC236}">
                  <ns2:creationId id="{6F941235-AF41-4038-9CB7-57DAC79695D9}"/>
                </a:ext>
              </a:extLst>
            </p:cNvPr>
            <p:cNvSpPr>
              <a:spLocks noGrp="1"/>
            </p:cNvSpPr>
            <p:nvPr/>
          </p:nvSpPr>
          <p:spPr>
            <a:xfrm rot="0">
              <a:off x="623849" y="8629650"/>
              <a:ext cx="419100" cy="219075"/>
            </a:xfrm>
            <a:prstGeom prst="rect">
              <a:avLst/>
            </a:prstGeom>
            <a:noFill/>
            <a:ln w="0">
              <a:noFill/>
              <a:prstDash val="solid"/>
            </a:ln>
          </p:spPr>
          <p:txBody>
            <a:bodyPr wrap="none" lIns="0" tIns="0" rIns="0" bIns="0" anchor="t">
              <a:noAutofit/>
            </a:bodyPr>
            <a:lstStyle>
              <a:defPPr algn="ctr">
                <a:defRPr sz="699" b="0">
                  <a:solidFill>
                    <a:srgbClr val="000000"/>
                  </a:solidFill>
                  <a:latin typeface="Arial"/>
                  <a:ea typeface="Arial"/>
                  <a:cs typeface="Arial"/>
                </a:defRPr>
              </a:defPPr>
              <a:lvl1pPr algn="ctr">
                <a:defRPr sz="699" b="0">
                  <a:solidFill>
                    <a:srgbClr val="000000"/>
                  </a:solidFill>
                  <a:latin typeface="Arial"/>
                  <a:ea typeface="Arial"/>
                  <a:cs typeface="Arial"/>
                </a:defRPr>
              </a:lvl1pPr>
              <a:lvl2pPr algn="ctr">
                <a:defRPr sz="699" b="0">
                  <a:solidFill>
                    <a:srgbClr val="000000"/>
                  </a:solidFill>
                  <a:latin typeface="Arial"/>
                  <a:ea typeface="Arial"/>
                  <a:cs typeface="Arial"/>
                </a:defRPr>
              </a:lvl2pPr>
              <a:lvl3pPr algn="ctr">
                <a:defRPr sz="699" b="0">
                  <a:solidFill>
                    <a:srgbClr val="000000"/>
                  </a:solidFill>
                  <a:latin typeface="Arial"/>
                  <a:ea typeface="Arial"/>
                  <a:cs typeface="Arial"/>
                </a:defRPr>
              </a:lvl3pPr>
              <a:lvl4pPr algn="ctr">
                <a:defRPr sz="699" b="0">
                  <a:solidFill>
                    <a:srgbClr val="000000"/>
                  </a:solidFill>
                  <a:latin typeface="Arial"/>
                  <a:ea typeface="Arial"/>
                  <a:cs typeface="Arial"/>
                </a:defRPr>
              </a:lvl4pPr>
              <a:lvl5pPr algn="ctr">
                <a:defRPr sz="699" b="0">
                  <a:solidFill>
                    <a:srgbClr val="000000"/>
                  </a:solidFill>
                  <a:latin typeface="Arial"/>
                  <a:ea typeface="Arial"/>
                  <a:cs typeface="Arial"/>
                </a:defRPr>
              </a:lvl5pPr>
              <a:lvl6pPr algn="ctr">
                <a:defRPr sz="699" b="0">
                  <a:solidFill>
                    <a:srgbClr val="000000"/>
                  </a:solidFill>
                  <a:latin typeface="Arial"/>
                  <a:ea typeface="Arial"/>
                  <a:cs typeface="Arial"/>
                </a:defRPr>
              </a:lvl6pPr>
              <a:lvl7pPr algn="ctr">
                <a:defRPr sz="699" b="0">
                  <a:solidFill>
                    <a:srgbClr val="000000"/>
                  </a:solidFill>
                  <a:latin typeface="Arial"/>
                  <a:ea typeface="Arial"/>
                  <a:cs typeface="Arial"/>
                </a:defRPr>
              </a:lvl7pPr>
              <a:lvl8pPr algn="ctr">
                <a:defRPr sz="699" b="0">
                  <a:solidFill>
                    <a:srgbClr val="000000"/>
                  </a:solidFill>
                  <a:latin typeface="Arial"/>
                  <a:ea typeface="Arial"/>
                  <a:cs typeface="Arial"/>
                </a:defRPr>
              </a:lvl8pPr>
              <a:lvl9pPr algn="ctr">
                <a:defRPr sz="699" b="0">
                  <a:solidFill>
                    <a:srgbClr val="000000"/>
                  </a:solidFill>
                  <a:latin typeface="Arial"/>
                  <a:ea typeface="Arial"/>
                  <a:cs typeface="Arial"/>
                </a:defRPr>
              </a:lvl9pPr>
            </a:lstStyle>
            <a:p>
              <a:pPr algn="ctr">
                <a:defRPr sz="699" b="0">
                  <a:solidFill>
                    <a:srgbClr val="000000"/>
                  </a:solidFill>
                  <a:latin typeface="Arial"/>
                  <a:ea typeface="Arial"/>
                  <a:cs typeface="Arial"/>
                </a:defRPr>
              </a:pPr>
              <a:r>
                <a:rPr sz="699" b="0">
                  <a:solidFill>
                    <a:srgbClr val="000000"/>
                  </a:solidFill>
                  <a:latin typeface="Arial"/>
                  <a:ea typeface="Arial"/>
                  <a:cs typeface="Arial"/>
                </a:rPr>
                <a:t>142 E</a:t>
              </a:r>
            </a:p>
          </p:txBody>
        </p:sp>
        <p:sp>
          <p:nvSpPr>
            <p:cNvPr id="92" name="line_091">
              <a:extLst>
                <a:ext uri="{FF2B5EF4-FFF2-40B4-BE49-F238E27FC236}">
                  <ns2:creationId id="{7FD3AC53-D90B-4185-A8D3-E010D3041E1A}"/>
                </a:ext>
              </a:extLst>
            </p:cNvPr>
            <p:cNvSpPr>
              <a:spLocks noGrp="1"/>
            </p:cNvSpPr>
            <p:nvPr/>
          </p:nvSpPr>
          <p:spPr>
            <a:xfrm>
              <a:off x="1741988" y="8572500"/>
              <a:ext cx="95" cy="38100"/>
            </a:xfrm>
            <a:custGeom>
              <a:pathLst>
                <a:path w="95" h="38100">
                  <a:moveTo>
                    <a:pt x="0" y="0"/>
                  </a:moveTo>
                  <a:lnTo>
                    <a:pt x="0" y="38100"/>
                  </a:lnTo>
                </a:path>
              </a:pathLst>
            </a:custGeom>
            <a:noFill/>
            <a:ln w="4735">
              <a:solidFill>
                <a:srgbClr val="65727C"/>
              </a:solidFill>
              <a:prstDash val="solid"/>
            </a:ln>
          </p:spPr>
        </p:sp>
        <p:sp>
          <p:nvSpPr>
            <p:cNvPr id="93" name="text_092">
              <a:extLst>
                <a:ext uri="{FF2B5EF4-FFF2-40B4-BE49-F238E27FC236}">
                  <ns2:creationId id="{1F99F016-0C13-4967-B0FF-6B35016B9088}"/>
                </a:ext>
              </a:extLst>
            </p:cNvPr>
            <p:cNvSpPr>
              <a:spLocks noGrp="1"/>
            </p:cNvSpPr>
            <p:nvPr/>
          </p:nvSpPr>
          <p:spPr>
            <a:xfrm rot="0">
              <a:off x="1532438" y="8629650"/>
              <a:ext cx="419100" cy="219075"/>
            </a:xfrm>
            <a:prstGeom prst="rect">
              <a:avLst/>
            </a:prstGeom>
            <a:noFill/>
            <a:ln w="0">
              <a:noFill/>
              <a:prstDash val="solid"/>
            </a:ln>
          </p:spPr>
          <p:txBody>
            <a:bodyPr wrap="none" lIns="0" tIns="0" rIns="0" bIns="0" anchor="t">
              <a:noAutofit/>
            </a:bodyPr>
            <a:lstStyle>
              <a:defPPr algn="ctr">
                <a:defRPr sz="699" b="0">
                  <a:solidFill>
                    <a:srgbClr val="000000"/>
                  </a:solidFill>
                  <a:latin typeface="Arial"/>
                  <a:ea typeface="Arial"/>
                  <a:cs typeface="Arial"/>
                </a:defRPr>
              </a:defPPr>
              <a:lvl1pPr algn="ctr">
                <a:defRPr sz="699" b="0">
                  <a:solidFill>
                    <a:srgbClr val="000000"/>
                  </a:solidFill>
                  <a:latin typeface="Arial"/>
                  <a:ea typeface="Arial"/>
                  <a:cs typeface="Arial"/>
                </a:defRPr>
              </a:lvl1pPr>
              <a:lvl2pPr algn="ctr">
                <a:defRPr sz="699" b="0">
                  <a:solidFill>
                    <a:srgbClr val="000000"/>
                  </a:solidFill>
                  <a:latin typeface="Arial"/>
                  <a:ea typeface="Arial"/>
                  <a:cs typeface="Arial"/>
                </a:defRPr>
              </a:lvl2pPr>
              <a:lvl3pPr algn="ctr">
                <a:defRPr sz="699" b="0">
                  <a:solidFill>
                    <a:srgbClr val="000000"/>
                  </a:solidFill>
                  <a:latin typeface="Arial"/>
                  <a:ea typeface="Arial"/>
                  <a:cs typeface="Arial"/>
                </a:defRPr>
              </a:lvl3pPr>
              <a:lvl4pPr algn="ctr">
                <a:defRPr sz="699" b="0">
                  <a:solidFill>
                    <a:srgbClr val="000000"/>
                  </a:solidFill>
                  <a:latin typeface="Arial"/>
                  <a:ea typeface="Arial"/>
                  <a:cs typeface="Arial"/>
                </a:defRPr>
              </a:lvl4pPr>
              <a:lvl5pPr algn="ctr">
                <a:defRPr sz="699" b="0">
                  <a:solidFill>
                    <a:srgbClr val="000000"/>
                  </a:solidFill>
                  <a:latin typeface="Arial"/>
                  <a:ea typeface="Arial"/>
                  <a:cs typeface="Arial"/>
                </a:defRPr>
              </a:lvl5pPr>
              <a:lvl6pPr algn="ctr">
                <a:defRPr sz="699" b="0">
                  <a:solidFill>
                    <a:srgbClr val="000000"/>
                  </a:solidFill>
                  <a:latin typeface="Arial"/>
                  <a:ea typeface="Arial"/>
                  <a:cs typeface="Arial"/>
                </a:defRPr>
              </a:lvl6pPr>
              <a:lvl7pPr algn="ctr">
                <a:defRPr sz="699" b="0">
                  <a:solidFill>
                    <a:srgbClr val="000000"/>
                  </a:solidFill>
                  <a:latin typeface="Arial"/>
                  <a:ea typeface="Arial"/>
                  <a:cs typeface="Arial"/>
                </a:defRPr>
              </a:lvl7pPr>
              <a:lvl8pPr algn="ctr">
                <a:defRPr sz="699" b="0">
                  <a:solidFill>
                    <a:srgbClr val="000000"/>
                  </a:solidFill>
                  <a:latin typeface="Arial"/>
                  <a:ea typeface="Arial"/>
                  <a:cs typeface="Arial"/>
                </a:defRPr>
              </a:lvl8pPr>
              <a:lvl9pPr algn="ctr">
                <a:defRPr sz="699" b="0">
                  <a:solidFill>
                    <a:srgbClr val="000000"/>
                  </a:solidFill>
                  <a:latin typeface="Arial"/>
                  <a:ea typeface="Arial"/>
                  <a:cs typeface="Arial"/>
                </a:defRPr>
              </a:lvl9pPr>
            </a:lstStyle>
            <a:p>
              <a:pPr algn="ctr">
                <a:defRPr sz="699" b="0">
                  <a:solidFill>
                    <a:srgbClr val="000000"/>
                  </a:solidFill>
                  <a:latin typeface="Arial"/>
                  <a:ea typeface="Arial"/>
                  <a:cs typeface="Arial"/>
                </a:defRPr>
              </a:pPr>
              <a:r>
                <a:rPr sz="699" b="0">
                  <a:solidFill>
                    <a:srgbClr val="000000"/>
                  </a:solidFill>
                  <a:latin typeface="Arial"/>
                  <a:ea typeface="Arial"/>
                  <a:cs typeface="Arial"/>
                </a:rPr>
                <a:t>148 E</a:t>
              </a:r>
            </a:p>
          </p:txBody>
        </p:sp>
        <p:sp>
          <p:nvSpPr>
            <p:cNvPr id="94" name="line_093">
              <a:extLst>
                <a:ext uri="{FF2B5EF4-FFF2-40B4-BE49-F238E27FC236}">
                  <ns2:creationId id="{21CE2611-4175-4FCD-A00B-DA7DC9AF0132}"/>
                </a:ext>
              </a:extLst>
            </p:cNvPr>
            <p:cNvSpPr>
              <a:spLocks noGrp="1"/>
            </p:cNvSpPr>
            <p:nvPr/>
          </p:nvSpPr>
          <p:spPr>
            <a:xfrm>
              <a:off x="2650576" y="8572500"/>
              <a:ext cx="95" cy="38100"/>
            </a:xfrm>
            <a:custGeom>
              <a:pathLst>
                <a:path w="95" h="38100">
                  <a:moveTo>
                    <a:pt x="0" y="0"/>
                  </a:moveTo>
                  <a:lnTo>
                    <a:pt x="0" y="38100"/>
                  </a:lnTo>
                </a:path>
              </a:pathLst>
            </a:custGeom>
            <a:noFill/>
            <a:ln w="4735">
              <a:solidFill>
                <a:srgbClr val="65727C"/>
              </a:solidFill>
              <a:prstDash val="solid"/>
            </a:ln>
          </p:spPr>
        </p:sp>
        <p:sp>
          <p:nvSpPr>
            <p:cNvPr id="95" name="text_094">
              <a:extLst>
                <a:ext uri="{FF2B5EF4-FFF2-40B4-BE49-F238E27FC236}">
                  <ns2:creationId id="{F72C05F6-A581-49DA-B785-5B2AB74F2ED7}"/>
                </a:ext>
              </a:extLst>
            </p:cNvPr>
            <p:cNvSpPr>
              <a:spLocks noGrp="1"/>
            </p:cNvSpPr>
            <p:nvPr/>
          </p:nvSpPr>
          <p:spPr>
            <a:xfrm rot="0">
              <a:off x="2441026" y="8629650"/>
              <a:ext cx="419100" cy="219075"/>
            </a:xfrm>
            <a:prstGeom prst="rect">
              <a:avLst/>
            </a:prstGeom>
            <a:noFill/>
            <a:ln w="0">
              <a:noFill/>
              <a:prstDash val="solid"/>
            </a:ln>
          </p:spPr>
          <p:txBody>
            <a:bodyPr wrap="none" lIns="0" tIns="0" rIns="0" bIns="0" anchor="t">
              <a:noAutofit/>
            </a:bodyPr>
            <a:lstStyle>
              <a:defPPr algn="ctr">
                <a:defRPr sz="699" b="0">
                  <a:solidFill>
                    <a:srgbClr val="000000"/>
                  </a:solidFill>
                  <a:latin typeface="Arial"/>
                  <a:ea typeface="Arial"/>
                  <a:cs typeface="Arial"/>
                </a:defRPr>
              </a:defPPr>
              <a:lvl1pPr algn="ctr">
                <a:defRPr sz="699" b="0">
                  <a:solidFill>
                    <a:srgbClr val="000000"/>
                  </a:solidFill>
                  <a:latin typeface="Arial"/>
                  <a:ea typeface="Arial"/>
                  <a:cs typeface="Arial"/>
                </a:defRPr>
              </a:lvl1pPr>
              <a:lvl2pPr algn="ctr">
                <a:defRPr sz="699" b="0">
                  <a:solidFill>
                    <a:srgbClr val="000000"/>
                  </a:solidFill>
                  <a:latin typeface="Arial"/>
                  <a:ea typeface="Arial"/>
                  <a:cs typeface="Arial"/>
                </a:defRPr>
              </a:lvl2pPr>
              <a:lvl3pPr algn="ctr">
                <a:defRPr sz="699" b="0">
                  <a:solidFill>
                    <a:srgbClr val="000000"/>
                  </a:solidFill>
                  <a:latin typeface="Arial"/>
                  <a:ea typeface="Arial"/>
                  <a:cs typeface="Arial"/>
                </a:defRPr>
              </a:lvl3pPr>
              <a:lvl4pPr algn="ctr">
                <a:defRPr sz="699" b="0">
                  <a:solidFill>
                    <a:srgbClr val="000000"/>
                  </a:solidFill>
                  <a:latin typeface="Arial"/>
                  <a:ea typeface="Arial"/>
                  <a:cs typeface="Arial"/>
                </a:defRPr>
              </a:lvl4pPr>
              <a:lvl5pPr algn="ctr">
                <a:defRPr sz="699" b="0">
                  <a:solidFill>
                    <a:srgbClr val="000000"/>
                  </a:solidFill>
                  <a:latin typeface="Arial"/>
                  <a:ea typeface="Arial"/>
                  <a:cs typeface="Arial"/>
                </a:defRPr>
              </a:lvl5pPr>
              <a:lvl6pPr algn="ctr">
                <a:defRPr sz="699" b="0">
                  <a:solidFill>
                    <a:srgbClr val="000000"/>
                  </a:solidFill>
                  <a:latin typeface="Arial"/>
                  <a:ea typeface="Arial"/>
                  <a:cs typeface="Arial"/>
                </a:defRPr>
              </a:lvl6pPr>
              <a:lvl7pPr algn="ctr">
                <a:defRPr sz="699" b="0">
                  <a:solidFill>
                    <a:srgbClr val="000000"/>
                  </a:solidFill>
                  <a:latin typeface="Arial"/>
                  <a:ea typeface="Arial"/>
                  <a:cs typeface="Arial"/>
                </a:defRPr>
              </a:lvl7pPr>
              <a:lvl8pPr algn="ctr">
                <a:defRPr sz="699" b="0">
                  <a:solidFill>
                    <a:srgbClr val="000000"/>
                  </a:solidFill>
                  <a:latin typeface="Arial"/>
                  <a:ea typeface="Arial"/>
                  <a:cs typeface="Arial"/>
                </a:defRPr>
              </a:lvl8pPr>
              <a:lvl9pPr algn="ctr">
                <a:defRPr sz="699" b="0">
                  <a:solidFill>
                    <a:srgbClr val="000000"/>
                  </a:solidFill>
                  <a:latin typeface="Arial"/>
                  <a:ea typeface="Arial"/>
                  <a:cs typeface="Arial"/>
                </a:defRPr>
              </a:lvl9pPr>
            </a:lstStyle>
            <a:p>
              <a:pPr algn="ctr">
                <a:defRPr sz="699" b="0">
                  <a:solidFill>
                    <a:srgbClr val="000000"/>
                  </a:solidFill>
                  <a:latin typeface="Arial"/>
                  <a:ea typeface="Arial"/>
                  <a:cs typeface="Arial"/>
                </a:defRPr>
              </a:pPr>
              <a:r>
                <a:rPr sz="699" b="0">
                  <a:solidFill>
                    <a:srgbClr val="000000"/>
                  </a:solidFill>
                  <a:latin typeface="Arial"/>
                  <a:ea typeface="Arial"/>
                  <a:cs typeface="Arial"/>
                </a:rPr>
                <a:t>154 E</a:t>
              </a:r>
            </a:p>
          </p:txBody>
        </p:sp>
        <p:sp>
          <p:nvSpPr>
            <p:cNvPr id="96" name="line_095">
              <a:extLst>
                <a:ext uri="{FF2B5EF4-FFF2-40B4-BE49-F238E27FC236}">
                  <ns2:creationId id="{7CDDDBA0-4161-4042-97A8-DECD5A330A58}"/>
                </a:ext>
              </a:extLst>
            </p:cNvPr>
            <p:cNvSpPr>
              <a:spLocks noGrp="1"/>
            </p:cNvSpPr>
            <p:nvPr/>
          </p:nvSpPr>
          <p:spPr>
            <a:xfrm>
              <a:off x="533400" y="6669903"/>
              <a:ext cx="38100" cy="95"/>
            </a:xfrm>
            <a:custGeom>
              <a:pathLst>
                <a:path w="38100" h="95">
                  <a:moveTo>
                    <a:pt x="0" y="0"/>
                  </a:moveTo>
                  <a:lnTo>
                    <a:pt x="38100" y="0"/>
                  </a:lnTo>
                </a:path>
              </a:pathLst>
            </a:custGeom>
            <a:noFill/>
            <a:ln w="4735">
              <a:solidFill>
                <a:srgbClr val="65727C"/>
              </a:solidFill>
              <a:prstDash val="solid"/>
            </a:ln>
          </p:spPr>
        </p:sp>
        <p:sp>
          <p:nvSpPr>
            <p:cNvPr id="97" name="text_096">
              <a:extLst>
                <a:ext uri="{FF2B5EF4-FFF2-40B4-BE49-F238E27FC236}">
                  <ns2:creationId id="{D351394E-8AD1-408A-8A5B-38D26A5DF88C}"/>
                </a:ext>
              </a:extLst>
            </p:cNvPr>
            <p:cNvSpPr>
              <a:spLocks noGrp="1"/>
            </p:cNvSpPr>
            <p:nvPr/>
          </p:nvSpPr>
          <p:spPr>
            <a:xfrm rot="0">
              <a:off x="104775" y="6584178"/>
              <a:ext cx="381000" cy="219075"/>
            </a:xfrm>
            <a:prstGeom prst="rect">
              <a:avLst/>
            </a:prstGeom>
            <a:noFill/>
            <a:ln w="0">
              <a:noFill/>
              <a:prstDash val="solid"/>
            </a:ln>
          </p:spPr>
          <p:txBody>
            <a:bodyPr wrap="none" lIns="0" tIns="0" rIns="0" bIns="0" anchor="t">
              <a:noAutofit/>
            </a:bodyPr>
            <a:lstStyle>
              <a:defPPr algn="r">
                <a:defRPr sz="699" b="0">
                  <a:solidFill>
                    <a:srgbClr val="000000"/>
                  </a:solidFill>
                  <a:latin typeface="Arial"/>
                  <a:ea typeface="Arial"/>
                  <a:cs typeface="Arial"/>
                </a:defRPr>
              </a:defPPr>
              <a:lvl1pPr algn="r">
                <a:defRPr sz="699" b="0">
                  <a:solidFill>
                    <a:srgbClr val="000000"/>
                  </a:solidFill>
                  <a:latin typeface="Arial"/>
                  <a:ea typeface="Arial"/>
                  <a:cs typeface="Arial"/>
                </a:defRPr>
              </a:lvl1pPr>
              <a:lvl2pPr algn="r">
                <a:defRPr sz="699" b="0">
                  <a:solidFill>
                    <a:srgbClr val="000000"/>
                  </a:solidFill>
                  <a:latin typeface="Arial"/>
                  <a:ea typeface="Arial"/>
                  <a:cs typeface="Arial"/>
                </a:defRPr>
              </a:lvl2pPr>
              <a:lvl3pPr algn="r">
                <a:defRPr sz="699" b="0">
                  <a:solidFill>
                    <a:srgbClr val="000000"/>
                  </a:solidFill>
                  <a:latin typeface="Arial"/>
                  <a:ea typeface="Arial"/>
                  <a:cs typeface="Arial"/>
                </a:defRPr>
              </a:lvl3pPr>
              <a:lvl4pPr algn="r">
                <a:defRPr sz="699" b="0">
                  <a:solidFill>
                    <a:srgbClr val="000000"/>
                  </a:solidFill>
                  <a:latin typeface="Arial"/>
                  <a:ea typeface="Arial"/>
                  <a:cs typeface="Arial"/>
                </a:defRPr>
              </a:lvl4pPr>
              <a:lvl5pPr algn="r">
                <a:defRPr sz="699" b="0">
                  <a:solidFill>
                    <a:srgbClr val="000000"/>
                  </a:solidFill>
                  <a:latin typeface="Arial"/>
                  <a:ea typeface="Arial"/>
                  <a:cs typeface="Arial"/>
                </a:defRPr>
              </a:lvl5pPr>
              <a:lvl6pPr algn="r">
                <a:defRPr sz="699" b="0">
                  <a:solidFill>
                    <a:srgbClr val="000000"/>
                  </a:solidFill>
                  <a:latin typeface="Arial"/>
                  <a:ea typeface="Arial"/>
                  <a:cs typeface="Arial"/>
                </a:defRPr>
              </a:lvl6pPr>
              <a:lvl7pPr algn="r">
                <a:defRPr sz="699" b="0">
                  <a:solidFill>
                    <a:srgbClr val="000000"/>
                  </a:solidFill>
                  <a:latin typeface="Arial"/>
                  <a:ea typeface="Arial"/>
                  <a:cs typeface="Arial"/>
                </a:defRPr>
              </a:lvl7pPr>
              <a:lvl8pPr algn="r">
                <a:defRPr sz="699" b="0">
                  <a:solidFill>
                    <a:srgbClr val="000000"/>
                  </a:solidFill>
                  <a:latin typeface="Arial"/>
                  <a:ea typeface="Arial"/>
                  <a:cs typeface="Arial"/>
                </a:defRPr>
              </a:lvl8pPr>
              <a:lvl9pPr algn="r">
                <a:defRPr sz="699" b="0">
                  <a:solidFill>
                    <a:srgbClr val="000000"/>
                  </a:solidFill>
                  <a:latin typeface="Arial"/>
                  <a:ea typeface="Arial"/>
                  <a:cs typeface="Arial"/>
                </a:defRPr>
              </a:lvl9pPr>
            </a:lstStyle>
            <a:p>
              <a:pPr algn="r">
                <a:defRPr sz="699" b="0">
                  <a:solidFill>
                    <a:srgbClr val="000000"/>
                  </a:solidFill>
                  <a:latin typeface="Arial"/>
                  <a:ea typeface="Arial"/>
                  <a:cs typeface="Arial"/>
                </a:defRPr>
              </a:pPr>
              <a:r>
                <a:rPr sz="699" b="0">
                  <a:solidFill>
                    <a:srgbClr val="000000"/>
                  </a:solidFill>
                  <a:latin typeface="Arial"/>
                  <a:ea typeface="Arial"/>
                  <a:cs typeface="Arial"/>
                </a:rPr>
                <a:t>28 S</a:t>
              </a:r>
            </a:p>
          </p:txBody>
        </p:sp>
        <p:sp>
          <p:nvSpPr>
            <p:cNvPr id="98" name="line_097">
              <a:extLst>
                <a:ext uri="{FF2B5EF4-FFF2-40B4-BE49-F238E27FC236}">
                  <ns2:creationId id="{20BB03FE-B5F9-40F1-AA02-830C3871DE1B}"/>
                </a:ext>
              </a:extLst>
            </p:cNvPr>
            <p:cNvSpPr>
              <a:spLocks noGrp="1"/>
            </p:cNvSpPr>
            <p:nvPr/>
          </p:nvSpPr>
          <p:spPr>
            <a:xfrm>
              <a:off x="533400" y="7383729"/>
              <a:ext cx="38100" cy="95"/>
            </a:xfrm>
            <a:custGeom>
              <a:pathLst>
                <a:path w="38100" h="95">
                  <a:moveTo>
                    <a:pt x="0" y="0"/>
                  </a:moveTo>
                  <a:lnTo>
                    <a:pt x="38100" y="0"/>
                  </a:lnTo>
                </a:path>
              </a:pathLst>
            </a:custGeom>
            <a:noFill/>
            <a:ln w="4735">
              <a:solidFill>
                <a:srgbClr val="65727C"/>
              </a:solidFill>
              <a:prstDash val="solid"/>
            </a:ln>
          </p:spPr>
        </p:sp>
        <p:sp>
          <p:nvSpPr>
            <p:cNvPr id="99" name="text_098">
              <a:extLst>
                <a:ext uri="{FF2B5EF4-FFF2-40B4-BE49-F238E27FC236}">
                  <ns2:creationId id="{A38B5177-9BF4-4BAC-9BD8-DFC6E125E35A}"/>
                </a:ext>
              </a:extLst>
            </p:cNvPr>
            <p:cNvSpPr>
              <a:spLocks noGrp="1"/>
            </p:cNvSpPr>
            <p:nvPr/>
          </p:nvSpPr>
          <p:spPr>
            <a:xfrm rot="0">
              <a:off x="104775" y="7298004"/>
              <a:ext cx="381000" cy="219075"/>
            </a:xfrm>
            <a:prstGeom prst="rect">
              <a:avLst/>
            </a:prstGeom>
            <a:noFill/>
            <a:ln w="0">
              <a:noFill/>
              <a:prstDash val="solid"/>
            </a:ln>
          </p:spPr>
          <p:txBody>
            <a:bodyPr wrap="none" lIns="0" tIns="0" rIns="0" bIns="0" anchor="t">
              <a:noAutofit/>
            </a:bodyPr>
            <a:lstStyle>
              <a:defPPr algn="r">
                <a:defRPr sz="699" b="0">
                  <a:solidFill>
                    <a:srgbClr val="000000"/>
                  </a:solidFill>
                  <a:latin typeface="Arial"/>
                  <a:ea typeface="Arial"/>
                  <a:cs typeface="Arial"/>
                </a:defRPr>
              </a:defPPr>
              <a:lvl1pPr algn="r">
                <a:defRPr sz="699" b="0">
                  <a:solidFill>
                    <a:srgbClr val="000000"/>
                  </a:solidFill>
                  <a:latin typeface="Arial"/>
                  <a:ea typeface="Arial"/>
                  <a:cs typeface="Arial"/>
                </a:defRPr>
              </a:lvl1pPr>
              <a:lvl2pPr algn="r">
                <a:defRPr sz="699" b="0">
                  <a:solidFill>
                    <a:srgbClr val="000000"/>
                  </a:solidFill>
                  <a:latin typeface="Arial"/>
                  <a:ea typeface="Arial"/>
                  <a:cs typeface="Arial"/>
                </a:defRPr>
              </a:lvl2pPr>
              <a:lvl3pPr algn="r">
                <a:defRPr sz="699" b="0">
                  <a:solidFill>
                    <a:srgbClr val="000000"/>
                  </a:solidFill>
                  <a:latin typeface="Arial"/>
                  <a:ea typeface="Arial"/>
                  <a:cs typeface="Arial"/>
                </a:defRPr>
              </a:lvl3pPr>
              <a:lvl4pPr algn="r">
                <a:defRPr sz="699" b="0">
                  <a:solidFill>
                    <a:srgbClr val="000000"/>
                  </a:solidFill>
                  <a:latin typeface="Arial"/>
                  <a:ea typeface="Arial"/>
                  <a:cs typeface="Arial"/>
                </a:defRPr>
              </a:lvl4pPr>
              <a:lvl5pPr algn="r">
                <a:defRPr sz="699" b="0">
                  <a:solidFill>
                    <a:srgbClr val="000000"/>
                  </a:solidFill>
                  <a:latin typeface="Arial"/>
                  <a:ea typeface="Arial"/>
                  <a:cs typeface="Arial"/>
                </a:defRPr>
              </a:lvl5pPr>
              <a:lvl6pPr algn="r">
                <a:defRPr sz="699" b="0">
                  <a:solidFill>
                    <a:srgbClr val="000000"/>
                  </a:solidFill>
                  <a:latin typeface="Arial"/>
                  <a:ea typeface="Arial"/>
                  <a:cs typeface="Arial"/>
                </a:defRPr>
              </a:lvl6pPr>
              <a:lvl7pPr algn="r">
                <a:defRPr sz="699" b="0">
                  <a:solidFill>
                    <a:srgbClr val="000000"/>
                  </a:solidFill>
                  <a:latin typeface="Arial"/>
                  <a:ea typeface="Arial"/>
                  <a:cs typeface="Arial"/>
                </a:defRPr>
              </a:lvl7pPr>
              <a:lvl8pPr algn="r">
                <a:defRPr sz="699" b="0">
                  <a:solidFill>
                    <a:srgbClr val="000000"/>
                  </a:solidFill>
                  <a:latin typeface="Arial"/>
                  <a:ea typeface="Arial"/>
                  <a:cs typeface="Arial"/>
                </a:defRPr>
              </a:lvl8pPr>
              <a:lvl9pPr algn="r">
                <a:defRPr sz="699" b="0">
                  <a:solidFill>
                    <a:srgbClr val="000000"/>
                  </a:solidFill>
                  <a:latin typeface="Arial"/>
                  <a:ea typeface="Arial"/>
                  <a:cs typeface="Arial"/>
                </a:defRPr>
              </a:lvl9pPr>
            </a:lstStyle>
            <a:p>
              <a:pPr algn="r">
                <a:defRPr sz="699" b="0">
                  <a:solidFill>
                    <a:srgbClr val="000000"/>
                  </a:solidFill>
                  <a:latin typeface="Arial"/>
                  <a:ea typeface="Arial"/>
                  <a:cs typeface="Arial"/>
                </a:defRPr>
              </a:pPr>
              <a:r>
                <a:rPr sz="699" b="0">
                  <a:solidFill>
                    <a:srgbClr val="000000"/>
                  </a:solidFill>
                  <a:latin typeface="Arial"/>
                  <a:ea typeface="Arial"/>
                  <a:cs typeface="Arial"/>
                </a:rPr>
                <a:t>32 S</a:t>
              </a:r>
            </a:p>
          </p:txBody>
        </p:sp>
        <p:sp>
          <p:nvSpPr>
            <p:cNvPr id="100" name="line_099">
              <a:extLst>
                <a:ext uri="{FF2B5EF4-FFF2-40B4-BE49-F238E27FC236}">
                  <ns2:creationId id="{FFF6D975-BFE8-4164-AB27-0D534004B179}"/>
                </a:ext>
              </a:extLst>
            </p:cNvPr>
            <p:cNvSpPr>
              <a:spLocks noGrp="1"/>
            </p:cNvSpPr>
            <p:nvPr/>
          </p:nvSpPr>
          <p:spPr>
            <a:xfrm>
              <a:off x="533400" y="8097555"/>
              <a:ext cx="38100" cy="95"/>
            </a:xfrm>
            <a:custGeom>
              <a:pathLst>
                <a:path w="38100" h="95">
                  <a:moveTo>
                    <a:pt x="0" y="0"/>
                  </a:moveTo>
                  <a:lnTo>
                    <a:pt x="38100" y="0"/>
                  </a:lnTo>
                </a:path>
              </a:pathLst>
            </a:custGeom>
            <a:noFill/>
            <a:ln w="4735">
              <a:solidFill>
                <a:srgbClr val="65727C"/>
              </a:solidFill>
              <a:prstDash val="solid"/>
            </a:ln>
          </p:spPr>
        </p:sp>
        <p:sp>
          <p:nvSpPr>
            <p:cNvPr id="101" name="text_100">
              <a:extLst>
                <a:ext uri="{FF2B5EF4-FFF2-40B4-BE49-F238E27FC236}">
                  <ns2:creationId id="{B9D32C2B-BF10-4DB7-8DB1-F3896FB51772}"/>
                </a:ext>
              </a:extLst>
            </p:cNvPr>
            <p:cNvSpPr>
              <a:spLocks noGrp="1"/>
            </p:cNvSpPr>
            <p:nvPr/>
          </p:nvSpPr>
          <p:spPr>
            <a:xfrm rot="0">
              <a:off x="104775" y="8011830"/>
              <a:ext cx="381000" cy="219075"/>
            </a:xfrm>
            <a:prstGeom prst="rect">
              <a:avLst/>
            </a:prstGeom>
            <a:noFill/>
            <a:ln w="0">
              <a:noFill/>
              <a:prstDash val="solid"/>
            </a:ln>
          </p:spPr>
          <p:txBody>
            <a:bodyPr wrap="none" lIns="0" tIns="0" rIns="0" bIns="0" anchor="t">
              <a:noAutofit/>
            </a:bodyPr>
            <a:lstStyle>
              <a:defPPr algn="r">
                <a:defRPr sz="699" b="0">
                  <a:solidFill>
                    <a:srgbClr val="000000"/>
                  </a:solidFill>
                  <a:latin typeface="Arial"/>
                  <a:ea typeface="Arial"/>
                  <a:cs typeface="Arial"/>
                </a:defRPr>
              </a:defPPr>
              <a:lvl1pPr algn="r">
                <a:defRPr sz="699" b="0">
                  <a:solidFill>
                    <a:srgbClr val="000000"/>
                  </a:solidFill>
                  <a:latin typeface="Arial"/>
                  <a:ea typeface="Arial"/>
                  <a:cs typeface="Arial"/>
                </a:defRPr>
              </a:lvl1pPr>
              <a:lvl2pPr algn="r">
                <a:defRPr sz="699" b="0">
                  <a:solidFill>
                    <a:srgbClr val="000000"/>
                  </a:solidFill>
                  <a:latin typeface="Arial"/>
                  <a:ea typeface="Arial"/>
                  <a:cs typeface="Arial"/>
                </a:defRPr>
              </a:lvl2pPr>
              <a:lvl3pPr algn="r">
                <a:defRPr sz="699" b="0">
                  <a:solidFill>
                    <a:srgbClr val="000000"/>
                  </a:solidFill>
                  <a:latin typeface="Arial"/>
                  <a:ea typeface="Arial"/>
                  <a:cs typeface="Arial"/>
                </a:defRPr>
              </a:lvl3pPr>
              <a:lvl4pPr algn="r">
                <a:defRPr sz="699" b="0">
                  <a:solidFill>
                    <a:srgbClr val="000000"/>
                  </a:solidFill>
                  <a:latin typeface="Arial"/>
                  <a:ea typeface="Arial"/>
                  <a:cs typeface="Arial"/>
                </a:defRPr>
              </a:lvl4pPr>
              <a:lvl5pPr algn="r">
                <a:defRPr sz="699" b="0">
                  <a:solidFill>
                    <a:srgbClr val="000000"/>
                  </a:solidFill>
                  <a:latin typeface="Arial"/>
                  <a:ea typeface="Arial"/>
                  <a:cs typeface="Arial"/>
                </a:defRPr>
              </a:lvl5pPr>
              <a:lvl6pPr algn="r">
                <a:defRPr sz="699" b="0">
                  <a:solidFill>
                    <a:srgbClr val="000000"/>
                  </a:solidFill>
                  <a:latin typeface="Arial"/>
                  <a:ea typeface="Arial"/>
                  <a:cs typeface="Arial"/>
                </a:defRPr>
              </a:lvl6pPr>
              <a:lvl7pPr algn="r">
                <a:defRPr sz="699" b="0">
                  <a:solidFill>
                    <a:srgbClr val="000000"/>
                  </a:solidFill>
                  <a:latin typeface="Arial"/>
                  <a:ea typeface="Arial"/>
                  <a:cs typeface="Arial"/>
                </a:defRPr>
              </a:lvl7pPr>
              <a:lvl8pPr algn="r">
                <a:defRPr sz="699" b="0">
                  <a:solidFill>
                    <a:srgbClr val="000000"/>
                  </a:solidFill>
                  <a:latin typeface="Arial"/>
                  <a:ea typeface="Arial"/>
                  <a:cs typeface="Arial"/>
                </a:defRPr>
              </a:lvl8pPr>
              <a:lvl9pPr algn="r">
                <a:defRPr sz="699" b="0">
                  <a:solidFill>
                    <a:srgbClr val="000000"/>
                  </a:solidFill>
                  <a:latin typeface="Arial"/>
                  <a:ea typeface="Arial"/>
                  <a:cs typeface="Arial"/>
                </a:defRPr>
              </a:lvl9pPr>
            </a:lstStyle>
            <a:p>
              <a:pPr algn="r">
                <a:defRPr sz="699" b="0">
                  <a:solidFill>
                    <a:srgbClr val="000000"/>
                  </a:solidFill>
                  <a:latin typeface="Arial"/>
                  <a:ea typeface="Arial"/>
                  <a:cs typeface="Arial"/>
                </a:defRPr>
              </a:pPr>
              <a:r>
                <a:rPr sz="699" b="0">
                  <a:solidFill>
                    <a:srgbClr val="000000"/>
                  </a:solidFill>
                  <a:latin typeface="Arial"/>
                  <a:ea typeface="Arial"/>
                  <a:cs typeface="Arial"/>
                </a:rPr>
                <a:t>36 S</a:t>
              </a:r>
            </a:p>
          </p:txBody>
        </p:sp>
        <p:sp>
          <p:nvSpPr>
            <p:cNvPr id="102" name="text_101">
              <a:extLst>
                <a:ext uri="{FF2B5EF4-FFF2-40B4-BE49-F238E27FC236}">
                  <ns2:creationId id="{292F8474-EA6D-4330-90A2-9BD8E06F9B8F}"/>
                </a:ext>
              </a:extLst>
            </p:cNvPr>
            <p:cNvSpPr>
              <a:spLocks noGrp="1"/>
            </p:cNvSpPr>
            <p:nvPr/>
          </p:nvSpPr>
          <p:spPr>
            <a:xfrm rot="0">
              <a:off x="919383" y="6663881"/>
              <a:ext cx="428625" cy="190500"/>
            </a:xfrm>
            <a:prstGeom prst="rect">
              <a:avLst/>
            </a:prstGeom>
            <a:noFill/>
            <a:ln w="0">
              <a:noFill/>
              <a:prstDash val="solid"/>
            </a:ln>
          </p:spPr>
          <p:txBody>
            <a:bodyPr wrap="none" lIns="0" tIns="0" rIns="0" bIns="0" anchor="t">
              <a:noAutofit/>
            </a:bodyPr>
            <a:lstStyle>
              <a:defPPr algn="l">
                <a:defRPr sz="559" b="0">
                  <a:solidFill>
                    <a:srgbClr val="65727C"/>
                  </a:solidFill>
                  <a:latin typeface="Arial"/>
                  <a:ea typeface="Arial"/>
                  <a:cs typeface="Arial"/>
                </a:defRPr>
              </a:defPPr>
              <a:lvl1pPr algn="l">
                <a:defRPr sz="559" b="0">
                  <a:solidFill>
                    <a:srgbClr val="65727C"/>
                  </a:solidFill>
                  <a:latin typeface="Arial"/>
                  <a:ea typeface="Arial"/>
                  <a:cs typeface="Arial"/>
                </a:defRPr>
              </a:lvl1pPr>
              <a:lvl2pPr algn="l">
                <a:defRPr sz="559" b="0">
                  <a:solidFill>
                    <a:srgbClr val="65727C"/>
                  </a:solidFill>
                  <a:latin typeface="Arial"/>
                  <a:ea typeface="Arial"/>
                  <a:cs typeface="Arial"/>
                </a:defRPr>
              </a:lvl2pPr>
              <a:lvl3pPr algn="l">
                <a:defRPr sz="559" b="0">
                  <a:solidFill>
                    <a:srgbClr val="65727C"/>
                  </a:solidFill>
                  <a:latin typeface="Arial"/>
                  <a:ea typeface="Arial"/>
                  <a:cs typeface="Arial"/>
                </a:defRPr>
              </a:lvl3pPr>
              <a:lvl4pPr algn="l">
                <a:defRPr sz="559" b="0">
                  <a:solidFill>
                    <a:srgbClr val="65727C"/>
                  </a:solidFill>
                  <a:latin typeface="Arial"/>
                  <a:ea typeface="Arial"/>
                  <a:cs typeface="Arial"/>
                </a:defRPr>
              </a:lvl4pPr>
              <a:lvl5pPr algn="l">
                <a:defRPr sz="559" b="0">
                  <a:solidFill>
                    <a:srgbClr val="65727C"/>
                  </a:solidFill>
                  <a:latin typeface="Arial"/>
                  <a:ea typeface="Arial"/>
                  <a:cs typeface="Arial"/>
                </a:defRPr>
              </a:lvl5pPr>
              <a:lvl6pPr algn="l">
                <a:defRPr sz="559" b="0">
                  <a:solidFill>
                    <a:srgbClr val="65727C"/>
                  </a:solidFill>
                  <a:latin typeface="Arial"/>
                  <a:ea typeface="Arial"/>
                  <a:cs typeface="Arial"/>
                </a:defRPr>
              </a:lvl6pPr>
              <a:lvl7pPr algn="l">
                <a:defRPr sz="559" b="0">
                  <a:solidFill>
                    <a:srgbClr val="65727C"/>
                  </a:solidFill>
                  <a:latin typeface="Arial"/>
                  <a:ea typeface="Arial"/>
                  <a:cs typeface="Arial"/>
                </a:defRPr>
              </a:lvl7pPr>
              <a:lvl8pPr algn="l">
                <a:defRPr sz="559" b="0">
                  <a:solidFill>
                    <a:srgbClr val="65727C"/>
                  </a:solidFill>
                  <a:latin typeface="Arial"/>
                  <a:ea typeface="Arial"/>
                  <a:cs typeface="Arial"/>
                </a:defRPr>
              </a:lvl8pPr>
              <a:lvl9pPr algn="l">
                <a:defRPr sz="559" b="0">
                  <a:solidFill>
                    <a:srgbClr val="65727C"/>
                  </a:solidFill>
                  <a:latin typeface="Arial"/>
                  <a:ea typeface="Arial"/>
                  <a:cs typeface="Arial"/>
                </a:defRPr>
              </a:lvl9pPr>
            </a:lstStyle>
            <a:p>
              <a:pPr algn="l">
                <a:defRPr sz="559" b="0">
                  <a:solidFill>
                    <a:srgbClr val="65727C"/>
                  </a:solidFill>
                  <a:latin typeface="Arial"/>
                  <a:ea typeface="Arial"/>
                  <a:cs typeface="Arial"/>
                </a:defRPr>
              </a:pPr>
              <a:r>
                <a:rPr sz="559" b="0">
                  <a:solidFill>
                    <a:srgbClr val="65727C"/>
                  </a:solidFill>
                  <a:latin typeface="Arial"/>
                  <a:ea typeface="Arial"/>
                  <a:cs typeface="Arial"/>
                </a:rPr>
                <a:t>QLD</a:t>
              </a:r>
            </a:p>
          </p:txBody>
        </p:sp>
        <p:sp>
          <p:nvSpPr>
            <p:cNvPr id="103" name="text_102">
              <a:extLst>
                <a:ext uri="{FF2B5EF4-FFF2-40B4-BE49-F238E27FC236}">
                  <ns2:creationId id="{474EE3DB-A9D8-4CCB-B780-CE86C1DB4C13}"/>
                </a:ext>
              </a:extLst>
            </p:cNvPr>
            <p:cNvSpPr>
              <a:spLocks noGrp="1"/>
            </p:cNvSpPr>
            <p:nvPr/>
          </p:nvSpPr>
          <p:spPr>
            <a:xfrm rot="0">
              <a:off x="919383" y="7520472"/>
              <a:ext cx="428625" cy="190500"/>
            </a:xfrm>
            <a:prstGeom prst="rect">
              <a:avLst/>
            </a:prstGeom>
            <a:noFill/>
            <a:ln w="0">
              <a:noFill/>
              <a:prstDash val="solid"/>
            </a:ln>
          </p:spPr>
          <p:txBody>
            <a:bodyPr wrap="none" lIns="0" tIns="0" rIns="0" bIns="0" anchor="t">
              <a:noAutofit/>
            </a:bodyPr>
            <a:lstStyle>
              <a:defPPr algn="l">
                <a:defRPr sz="559" b="0">
                  <a:solidFill>
                    <a:srgbClr val="65727C"/>
                  </a:solidFill>
                  <a:latin typeface="Arial"/>
                  <a:ea typeface="Arial"/>
                  <a:cs typeface="Arial"/>
                </a:defRPr>
              </a:defPPr>
              <a:lvl1pPr algn="l">
                <a:defRPr sz="559" b="0">
                  <a:solidFill>
                    <a:srgbClr val="65727C"/>
                  </a:solidFill>
                  <a:latin typeface="Arial"/>
                  <a:ea typeface="Arial"/>
                  <a:cs typeface="Arial"/>
                </a:defRPr>
              </a:lvl1pPr>
              <a:lvl2pPr algn="l">
                <a:defRPr sz="559" b="0">
                  <a:solidFill>
                    <a:srgbClr val="65727C"/>
                  </a:solidFill>
                  <a:latin typeface="Arial"/>
                  <a:ea typeface="Arial"/>
                  <a:cs typeface="Arial"/>
                </a:defRPr>
              </a:lvl2pPr>
              <a:lvl3pPr algn="l">
                <a:defRPr sz="559" b="0">
                  <a:solidFill>
                    <a:srgbClr val="65727C"/>
                  </a:solidFill>
                  <a:latin typeface="Arial"/>
                  <a:ea typeface="Arial"/>
                  <a:cs typeface="Arial"/>
                </a:defRPr>
              </a:lvl3pPr>
              <a:lvl4pPr algn="l">
                <a:defRPr sz="559" b="0">
                  <a:solidFill>
                    <a:srgbClr val="65727C"/>
                  </a:solidFill>
                  <a:latin typeface="Arial"/>
                  <a:ea typeface="Arial"/>
                  <a:cs typeface="Arial"/>
                </a:defRPr>
              </a:lvl4pPr>
              <a:lvl5pPr algn="l">
                <a:defRPr sz="559" b="0">
                  <a:solidFill>
                    <a:srgbClr val="65727C"/>
                  </a:solidFill>
                  <a:latin typeface="Arial"/>
                  <a:ea typeface="Arial"/>
                  <a:cs typeface="Arial"/>
                </a:defRPr>
              </a:lvl5pPr>
              <a:lvl6pPr algn="l">
                <a:defRPr sz="559" b="0">
                  <a:solidFill>
                    <a:srgbClr val="65727C"/>
                  </a:solidFill>
                  <a:latin typeface="Arial"/>
                  <a:ea typeface="Arial"/>
                  <a:cs typeface="Arial"/>
                </a:defRPr>
              </a:lvl6pPr>
              <a:lvl7pPr algn="l">
                <a:defRPr sz="559" b="0">
                  <a:solidFill>
                    <a:srgbClr val="65727C"/>
                  </a:solidFill>
                  <a:latin typeface="Arial"/>
                  <a:ea typeface="Arial"/>
                  <a:cs typeface="Arial"/>
                </a:defRPr>
              </a:lvl7pPr>
              <a:lvl8pPr algn="l">
                <a:defRPr sz="559" b="0">
                  <a:solidFill>
                    <a:srgbClr val="65727C"/>
                  </a:solidFill>
                  <a:latin typeface="Arial"/>
                  <a:ea typeface="Arial"/>
                  <a:cs typeface="Arial"/>
                </a:defRPr>
              </a:lvl8pPr>
              <a:lvl9pPr algn="l">
                <a:defRPr sz="559" b="0">
                  <a:solidFill>
                    <a:srgbClr val="65727C"/>
                  </a:solidFill>
                  <a:latin typeface="Arial"/>
                  <a:ea typeface="Arial"/>
                  <a:cs typeface="Arial"/>
                </a:defRPr>
              </a:lvl9pPr>
            </a:lstStyle>
            <a:p>
              <a:pPr algn="l">
                <a:defRPr sz="559" b="0">
                  <a:solidFill>
                    <a:srgbClr val="65727C"/>
                  </a:solidFill>
                  <a:latin typeface="Arial"/>
                  <a:ea typeface="Arial"/>
                  <a:cs typeface="Arial"/>
                </a:defRPr>
              </a:pPr>
              <a:r>
                <a:rPr sz="559" b="0">
                  <a:solidFill>
                    <a:srgbClr val="65727C"/>
                  </a:solidFill>
                  <a:latin typeface="Arial"/>
                  <a:ea typeface="Arial"/>
                  <a:cs typeface="Arial"/>
                </a:rPr>
                <a:t>NSW</a:t>
              </a:r>
            </a:p>
          </p:txBody>
        </p:sp>
        <p:sp>
          <p:nvSpPr>
            <p:cNvPr id="104" name="text_103">
              <a:extLst>
                <a:ext uri="{FF2B5EF4-FFF2-40B4-BE49-F238E27FC236}">
                  <ns2:creationId id="{89699D6B-B19D-47DB-9091-F8022FD48CA3}"/>
                </a:ext>
              </a:extLst>
            </p:cNvPr>
            <p:cNvSpPr>
              <a:spLocks noGrp="1"/>
            </p:cNvSpPr>
            <p:nvPr/>
          </p:nvSpPr>
          <p:spPr>
            <a:xfrm rot="0">
              <a:off x="783095" y="8252144"/>
              <a:ext cx="428625" cy="190500"/>
            </a:xfrm>
            <a:prstGeom prst="rect">
              <a:avLst/>
            </a:prstGeom>
            <a:noFill/>
            <a:ln w="0">
              <a:noFill/>
              <a:prstDash val="solid"/>
            </a:ln>
          </p:spPr>
          <p:txBody>
            <a:bodyPr wrap="none" lIns="0" tIns="0" rIns="0" bIns="0" anchor="t">
              <a:noAutofit/>
            </a:bodyPr>
            <a:lstStyle>
              <a:defPPr algn="l">
                <a:defRPr sz="559" b="0">
                  <a:solidFill>
                    <a:srgbClr val="65727C"/>
                  </a:solidFill>
                  <a:latin typeface="Arial"/>
                  <a:ea typeface="Arial"/>
                  <a:cs typeface="Arial"/>
                </a:defRPr>
              </a:defPPr>
              <a:lvl1pPr algn="l">
                <a:defRPr sz="559" b="0">
                  <a:solidFill>
                    <a:srgbClr val="65727C"/>
                  </a:solidFill>
                  <a:latin typeface="Arial"/>
                  <a:ea typeface="Arial"/>
                  <a:cs typeface="Arial"/>
                </a:defRPr>
              </a:lvl1pPr>
              <a:lvl2pPr algn="l">
                <a:defRPr sz="559" b="0">
                  <a:solidFill>
                    <a:srgbClr val="65727C"/>
                  </a:solidFill>
                  <a:latin typeface="Arial"/>
                  <a:ea typeface="Arial"/>
                  <a:cs typeface="Arial"/>
                </a:defRPr>
              </a:lvl2pPr>
              <a:lvl3pPr algn="l">
                <a:defRPr sz="559" b="0">
                  <a:solidFill>
                    <a:srgbClr val="65727C"/>
                  </a:solidFill>
                  <a:latin typeface="Arial"/>
                  <a:ea typeface="Arial"/>
                  <a:cs typeface="Arial"/>
                </a:defRPr>
              </a:lvl3pPr>
              <a:lvl4pPr algn="l">
                <a:defRPr sz="559" b="0">
                  <a:solidFill>
                    <a:srgbClr val="65727C"/>
                  </a:solidFill>
                  <a:latin typeface="Arial"/>
                  <a:ea typeface="Arial"/>
                  <a:cs typeface="Arial"/>
                </a:defRPr>
              </a:lvl4pPr>
              <a:lvl5pPr algn="l">
                <a:defRPr sz="559" b="0">
                  <a:solidFill>
                    <a:srgbClr val="65727C"/>
                  </a:solidFill>
                  <a:latin typeface="Arial"/>
                  <a:ea typeface="Arial"/>
                  <a:cs typeface="Arial"/>
                </a:defRPr>
              </a:lvl5pPr>
              <a:lvl6pPr algn="l">
                <a:defRPr sz="559" b="0">
                  <a:solidFill>
                    <a:srgbClr val="65727C"/>
                  </a:solidFill>
                  <a:latin typeface="Arial"/>
                  <a:ea typeface="Arial"/>
                  <a:cs typeface="Arial"/>
                </a:defRPr>
              </a:lvl6pPr>
              <a:lvl7pPr algn="l">
                <a:defRPr sz="559" b="0">
                  <a:solidFill>
                    <a:srgbClr val="65727C"/>
                  </a:solidFill>
                  <a:latin typeface="Arial"/>
                  <a:ea typeface="Arial"/>
                  <a:cs typeface="Arial"/>
                </a:defRPr>
              </a:lvl7pPr>
              <a:lvl8pPr algn="l">
                <a:defRPr sz="559" b="0">
                  <a:solidFill>
                    <a:srgbClr val="65727C"/>
                  </a:solidFill>
                  <a:latin typeface="Arial"/>
                  <a:ea typeface="Arial"/>
                  <a:cs typeface="Arial"/>
                </a:defRPr>
              </a:lvl8pPr>
              <a:lvl9pPr algn="l">
                <a:defRPr sz="559" b="0">
                  <a:solidFill>
                    <a:srgbClr val="65727C"/>
                  </a:solidFill>
                  <a:latin typeface="Arial"/>
                  <a:ea typeface="Arial"/>
                  <a:cs typeface="Arial"/>
                </a:defRPr>
              </a:lvl9pPr>
            </a:lstStyle>
            <a:p>
              <a:pPr algn="l">
                <a:defRPr sz="559" b="0">
                  <a:solidFill>
                    <a:srgbClr val="65727C"/>
                  </a:solidFill>
                  <a:latin typeface="Arial"/>
                  <a:ea typeface="Arial"/>
                  <a:cs typeface="Arial"/>
                </a:defRPr>
              </a:pPr>
              <a:r>
                <a:rPr sz="559" b="0">
                  <a:solidFill>
                    <a:srgbClr val="65727C"/>
                  </a:solidFill>
                  <a:latin typeface="Arial"/>
                  <a:ea typeface="Arial"/>
                  <a:cs typeface="Arial"/>
                </a:rPr>
                <a:t>VIC</a:t>
              </a:r>
            </a:p>
          </p:txBody>
        </p:sp>
        <p:sp>
          <p:nvSpPr>
            <p:cNvPr id="105" name="line_104">
              <a:extLst>
                <a:ext uri="{FF2B5EF4-FFF2-40B4-BE49-F238E27FC236}">
                  <ns2:creationId id="{6CEDE038-005D-4DEA-B67B-ECE2E99BDB93}"/>
                </a:ext>
              </a:extLst>
            </p:cNvPr>
            <p:cNvSpPr>
              <a:spLocks noGrp="1"/>
            </p:cNvSpPr>
            <p:nvPr/>
          </p:nvSpPr>
          <p:spPr>
            <a:xfrm>
              <a:off x="2229906" y="8429625"/>
              <a:ext cx="322794" cy="95"/>
            </a:xfrm>
            <a:custGeom>
              <a:pathLst>
                <a:path w="322794" h="95">
                  <a:moveTo>
                    <a:pt x="0" y="0"/>
                  </a:moveTo>
                  <a:lnTo>
                    <a:pt x="322794" y="0"/>
                  </a:lnTo>
                </a:path>
              </a:pathLst>
            </a:custGeom>
            <a:noFill/>
            <a:ln w="9470">
              <a:solidFill>
                <a:srgbClr val="000000"/>
              </a:solidFill>
              <a:prstDash val="solid"/>
            </a:ln>
          </p:spPr>
        </p:sp>
        <p:sp>
          <p:nvSpPr>
            <p:cNvPr id="106" name="line_105">
              <a:extLst>
                <a:ext uri="{FF2B5EF4-FFF2-40B4-BE49-F238E27FC236}">
                  <ns2:creationId id="{17B74B16-5D8D-4CD7-8F2D-2ECDD654323A}"/>
                </a:ext>
              </a:extLst>
            </p:cNvPr>
            <p:cNvSpPr>
              <a:spLocks noGrp="1"/>
            </p:cNvSpPr>
            <p:nvPr/>
          </p:nvSpPr>
          <p:spPr>
            <a:xfrm>
              <a:off x="2229906" y="8401050"/>
              <a:ext cx="95" cy="57150"/>
            </a:xfrm>
            <a:custGeom>
              <a:pathLst>
                <a:path w="95" h="57150">
                  <a:moveTo>
                    <a:pt x="0" y="0"/>
                  </a:moveTo>
                  <a:lnTo>
                    <a:pt x="0" y="57150"/>
                  </a:lnTo>
                </a:path>
              </a:pathLst>
            </a:custGeom>
            <a:noFill/>
            <a:ln w="7694">
              <a:solidFill>
                <a:srgbClr val="000000"/>
              </a:solidFill>
              <a:prstDash val="solid"/>
            </a:ln>
          </p:spPr>
        </p:sp>
        <p:sp>
          <p:nvSpPr>
            <p:cNvPr id="107" name="line_106">
              <a:extLst>
                <a:ext uri="{FF2B5EF4-FFF2-40B4-BE49-F238E27FC236}">
                  <ns2:creationId id="{93297108-060D-4980-A48F-F4C06DA3C0B7}"/>
                </a:ext>
              </a:extLst>
            </p:cNvPr>
            <p:cNvSpPr>
              <a:spLocks noGrp="1"/>
            </p:cNvSpPr>
            <p:nvPr/>
          </p:nvSpPr>
          <p:spPr>
            <a:xfrm>
              <a:off x="2552700" y="8401050"/>
              <a:ext cx="95" cy="57150"/>
            </a:xfrm>
            <a:custGeom>
              <a:pathLst>
                <a:path w="95" h="57150">
                  <a:moveTo>
                    <a:pt x="0" y="0"/>
                  </a:moveTo>
                  <a:lnTo>
                    <a:pt x="0" y="57150"/>
                  </a:lnTo>
                </a:path>
              </a:pathLst>
            </a:custGeom>
            <a:noFill/>
            <a:ln w="7694">
              <a:solidFill>
                <a:srgbClr val="000000"/>
              </a:solidFill>
              <a:prstDash val="solid"/>
            </a:ln>
          </p:spPr>
        </p:sp>
        <p:sp>
          <p:nvSpPr>
            <p:cNvPr id="108" name="text_107">
              <a:extLst>
                <a:ext uri="{FF2B5EF4-FFF2-40B4-BE49-F238E27FC236}">
                  <ns2:creationId id="{C609B6DF-1B5A-420F-BAA9-877632B12B89}"/>
                </a:ext>
              </a:extLst>
            </p:cNvPr>
            <p:cNvSpPr>
              <a:spLocks noGrp="1"/>
            </p:cNvSpPr>
            <p:nvPr/>
          </p:nvSpPr>
          <p:spPr>
            <a:xfrm rot="0">
              <a:off x="2163231" y="8229600"/>
              <a:ext cx="456144" cy="200025"/>
            </a:xfrm>
            <a:prstGeom prst="rect">
              <a:avLst/>
            </a:prstGeom>
            <a:noFill/>
            <a:ln w="0">
              <a:noFill/>
              <a:prstDash val="solid"/>
            </a:ln>
          </p:spPr>
          <p:txBody>
            <a:bodyPr wrap="none" lIns="0" tIns="0" rIns="0" bIns="0" anchor="t">
              <a:noAutofit/>
            </a:bodyPr>
            <a:lstStyle>
              <a:defPPr algn="ctr">
                <a:defRPr sz="559" b="0">
                  <a:solidFill>
                    <a:srgbClr val="000000"/>
                  </a:solidFill>
                  <a:latin typeface="Arial"/>
                  <a:ea typeface="Arial"/>
                  <a:cs typeface="Arial"/>
                </a:defRPr>
              </a:defPPr>
              <a:lvl1pPr algn="ctr">
                <a:defRPr sz="559" b="0">
                  <a:solidFill>
                    <a:srgbClr val="000000"/>
                  </a:solidFill>
                  <a:latin typeface="Arial"/>
                  <a:ea typeface="Arial"/>
                  <a:cs typeface="Arial"/>
                </a:defRPr>
              </a:lvl1pPr>
              <a:lvl2pPr algn="ctr">
                <a:defRPr sz="559" b="0">
                  <a:solidFill>
                    <a:srgbClr val="000000"/>
                  </a:solidFill>
                  <a:latin typeface="Arial"/>
                  <a:ea typeface="Arial"/>
                  <a:cs typeface="Arial"/>
                </a:defRPr>
              </a:lvl2pPr>
              <a:lvl3pPr algn="ctr">
                <a:defRPr sz="559" b="0">
                  <a:solidFill>
                    <a:srgbClr val="000000"/>
                  </a:solidFill>
                  <a:latin typeface="Arial"/>
                  <a:ea typeface="Arial"/>
                  <a:cs typeface="Arial"/>
                </a:defRPr>
              </a:lvl3pPr>
              <a:lvl4pPr algn="ctr">
                <a:defRPr sz="559" b="0">
                  <a:solidFill>
                    <a:srgbClr val="000000"/>
                  </a:solidFill>
                  <a:latin typeface="Arial"/>
                  <a:ea typeface="Arial"/>
                  <a:cs typeface="Arial"/>
                </a:defRPr>
              </a:lvl4pPr>
              <a:lvl5pPr algn="ctr">
                <a:defRPr sz="559" b="0">
                  <a:solidFill>
                    <a:srgbClr val="000000"/>
                  </a:solidFill>
                  <a:latin typeface="Arial"/>
                  <a:ea typeface="Arial"/>
                  <a:cs typeface="Arial"/>
                </a:defRPr>
              </a:lvl5pPr>
              <a:lvl6pPr algn="ctr">
                <a:defRPr sz="559" b="0">
                  <a:solidFill>
                    <a:srgbClr val="000000"/>
                  </a:solidFill>
                  <a:latin typeface="Arial"/>
                  <a:ea typeface="Arial"/>
                  <a:cs typeface="Arial"/>
                </a:defRPr>
              </a:lvl6pPr>
              <a:lvl7pPr algn="ctr">
                <a:defRPr sz="559" b="0">
                  <a:solidFill>
                    <a:srgbClr val="000000"/>
                  </a:solidFill>
                  <a:latin typeface="Arial"/>
                  <a:ea typeface="Arial"/>
                  <a:cs typeface="Arial"/>
                </a:defRPr>
              </a:lvl7pPr>
              <a:lvl8pPr algn="ctr">
                <a:defRPr sz="559" b="0">
                  <a:solidFill>
                    <a:srgbClr val="000000"/>
                  </a:solidFill>
                  <a:latin typeface="Arial"/>
                  <a:ea typeface="Arial"/>
                  <a:cs typeface="Arial"/>
                </a:defRPr>
              </a:lvl8pPr>
              <a:lvl9pPr algn="ctr">
                <a:defRPr sz="559" b="0">
                  <a:solidFill>
                    <a:srgbClr val="000000"/>
                  </a:solidFill>
                  <a:latin typeface="Arial"/>
                  <a:ea typeface="Arial"/>
                  <a:cs typeface="Arial"/>
                </a:defRPr>
              </a:lvl9pPr>
            </a:lstStyle>
            <a:p>
              <a:pPr algn="ctr">
                <a:defRPr sz="559" b="0">
                  <a:solidFill>
                    <a:srgbClr val="000000"/>
                  </a:solidFill>
                  <a:latin typeface="Arial"/>
                  <a:ea typeface="Arial"/>
                  <a:cs typeface="Arial"/>
                </a:defRPr>
              </a:pPr>
              <a:r>
                <a:rPr sz="559" b="0">
                  <a:solidFill>
                    <a:srgbClr val="000000"/>
                  </a:solidFill>
                  <a:latin typeface="Arial"/>
                  <a:ea typeface="Arial"/>
                  <a:cs typeface="Arial"/>
                </a:rPr>
                <a:t>200 km</a:t>
              </a:r>
            </a:p>
          </p:txBody>
        </p:sp>
        <p:sp>
          <p:nvSpPr>
            <p:cNvPr id="109" name="ellipse_108">
              <a:extLst>
                <a:ext uri="{FF2B5EF4-FFF2-40B4-BE49-F238E27FC236}">
                  <ns2:creationId id="{E16FD1E6-E573-4174-ACD0-4A3A869C67AA}"/>
                </a:ext>
              </a:extLst>
            </p:cNvPr>
            <p:cNvSpPr>
              <a:spLocks noGrp="1"/>
            </p:cNvSpPr>
            <p:nvPr/>
          </p:nvSpPr>
          <p:spPr>
            <a:xfrm rot="0">
              <a:off x="2365236" y="6928306"/>
              <a:ext cx="112395" cy="112395"/>
            </a:xfrm>
            <a:prstGeom prst="ellipse">
              <a:avLst/>
            </a:prstGeom>
            <a:solidFill>
              <a:srgbClr val="FFFFFF"/>
            </a:solidFill>
            <a:ln w="10653">
              <a:solidFill>
                <a:srgbClr val="FFFFFF"/>
              </a:solidFill>
              <a:prstDash val="solid"/>
            </a:ln>
          </p:spPr>
        </p:sp>
        <p:sp>
          <p:nvSpPr>
            <p:cNvPr id="110" name="A_f17_True">
              <a:extLst>
                <a:ext uri="{FF2B5EF4-FFF2-40B4-BE49-F238E27FC236}">
                  <ns2:creationId id="{AF214C3F-3942-465A-AC59-D3679E591FDA}"/>
                </a:ext>
              </a:extLst>
            </p:cNvPr>
            <p:cNvSpPr>
              <a:spLocks noGrp="1"/>
            </p:cNvSpPr>
            <p:nvPr/>
          </p:nvSpPr>
          <p:spPr>
            <a:xfrm rot="0">
              <a:off x="2382381" y="6945451"/>
              <a:ext cx="78105" cy="78105"/>
            </a:xfrm>
            <a:prstGeom prst="ellipse">
              <a:avLst/>
            </a:prstGeom>
            <a:solidFill>
              <a:srgbClr val="FFFFFF"/>
            </a:solidFill>
            <a:ln w="10653">
              <a:solidFill>
                <a:srgbClr val="0072B2"/>
              </a:solidFill>
              <a:prstDash val="solid"/>
            </a:ln>
          </p:spPr>
        </p:sp>
        <p:sp>
          <p:nvSpPr>
            <p:cNvPr id="111" name="text_110">
              <a:extLst>
                <a:ext uri="{FF2B5EF4-FFF2-40B4-BE49-F238E27FC236}">
                  <ns2:creationId id="{F44FF205-A55A-4FC9-AD78-450B78B2B530}"/>
                </a:ext>
              </a:extLst>
            </p:cNvPr>
            <p:cNvSpPr>
              <a:spLocks noGrp="1"/>
            </p:cNvSpPr>
            <p:nvPr/>
          </p:nvSpPr>
          <p:spPr>
            <a:xfrm rot="0">
              <a:off x="2164259" y="6755904"/>
              <a:ext cx="266700" cy="247650"/>
            </a:xfrm>
            <a:prstGeom prst="rect">
              <a:avLst/>
            </a:prstGeom>
            <a:noFill/>
            <a:ln w="0">
              <a:noFill/>
              <a:prstDash val="solid"/>
            </a:ln>
          </p:spPr>
          <p:txBody>
            <a:bodyPr wrap="none" lIns="0" tIns="0" rIns="0" bIns="0" anchor="t">
              <a:noAutofit/>
            </a:bodyPr>
            <a:lstStyle>
              <a:defPPr algn="l">
                <a:defRPr sz="932" b="1">
                  <a:solidFill>
                    <a:srgbClr val="0072B2"/>
                  </a:solidFill>
                  <a:latin typeface="Arial"/>
                  <a:ea typeface="Arial"/>
                  <a:cs typeface="Arial"/>
                </a:defRPr>
              </a:defPPr>
              <a:lvl1pPr algn="l">
                <a:defRPr sz="932" b="1">
                  <a:solidFill>
                    <a:srgbClr val="0072B2"/>
                  </a:solidFill>
                  <a:latin typeface="Arial"/>
                  <a:ea typeface="Arial"/>
                  <a:cs typeface="Arial"/>
                </a:defRPr>
              </a:lvl1pPr>
              <a:lvl2pPr algn="l">
                <a:defRPr sz="932" b="1">
                  <a:solidFill>
                    <a:srgbClr val="0072B2"/>
                  </a:solidFill>
                  <a:latin typeface="Arial"/>
                  <a:ea typeface="Arial"/>
                  <a:cs typeface="Arial"/>
                </a:defRPr>
              </a:lvl2pPr>
              <a:lvl3pPr algn="l">
                <a:defRPr sz="932" b="1">
                  <a:solidFill>
                    <a:srgbClr val="0072B2"/>
                  </a:solidFill>
                  <a:latin typeface="Arial"/>
                  <a:ea typeface="Arial"/>
                  <a:cs typeface="Arial"/>
                </a:defRPr>
              </a:lvl3pPr>
              <a:lvl4pPr algn="l">
                <a:defRPr sz="932" b="1">
                  <a:solidFill>
                    <a:srgbClr val="0072B2"/>
                  </a:solidFill>
                  <a:latin typeface="Arial"/>
                  <a:ea typeface="Arial"/>
                  <a:cs typeface="Arial"/>
                </a:defRPr>
              </a:lvl4pPr>
              <a:lvl5pPr algn="l">
                <a:defRPr sz="932" b="1">
                  <a:solidFill>
                    <a:srgbClr val="0072B2"/>
                  </a:solidFill>
                  <a:latin typeface="Arial"/>
                  <a:ea typeface="Arial"/>
                  <a:cs typeface="Arial"/>
                </a:defRPr>
              </a:lvl5pPr>
              <a:lvl6pPr algn="l">
                <a:defRPr sz="932" b="1">
                  <a:solidFill>
                    <a:srgbClr val="0072B2"/>
                  </a:solidFill>
                  <a:latin typeface="Arial"/>
                  <a:ea typeface="Arial"/>
                  <a:cs typeface="Arial"/>
                </a:defRPr>
              </a:lvl6pPr>
              <a:lvl7pPr algn="l">
                <a:defRPr sz="932" b="1">
                  <a:solidFill>
                    <a:srgbClr val="0072B2"/>
                  </a:solidFill>
                  <a:latin typeface="Arial"/>
                  <a:ea typeface="Arial"/>
                  <a:cs typeface="Arial"/>
                </a:defRPr>
              </a:lvl7pPr>
              <a:lvl8pPr algn="l">
                <a:defRPr sz="932" b="1">
                  <a:solidFill>
                    <a:srgbClr val="0072B2"/>
                  </a:solidFill>
                  <a:latin typeface="Arial"/>
                  <a:ea typeface="Arial"/>
                  <a:cs typeface="Arial"/>
                </a:defRPr>
              </a:lvl8pPr>
              <a:lvl9pPr algn="l">
                <a:defRPr sz="932" b="1">
                  <a:solidFill>
                    <a:srgbClr val="0072B2"/>
                  </a:solidFill>
                  <a:latin typeface="Arial"/>
                  <a:ea typeface="Arial"/>
                  <a:cs typeface="Arial"/>
                </a:defRPr>
              </a:lvl9pPr>
            </a:lstStyle>
            <a:p>
              <a:pPr algn="l">
                <a:defRPr sz="932" b="1">
                  <a:solidFill>
                    <a:srgbClr val="0072B2"/>
                  </a:solidFill>
                  <a:latin typeface="Arial"/>
                  <a:ea typeface="Arial"/>
                  <a:cs typeface="Arial"/>
                </a:defRPr>
              </a:pPr>
              <a:r>
                <a:rPr sz="932" b="1">
                  <a:solidFill>
                    <a:srgbClr val="0072B2"/>
                  </a:solidFill>
                  <a:latin typeface="Arial"/>
                  <a:ea typeface="Arial"/>
                  <a:cs typeface="Arial"/>
                </a:rPr>
                <a:t>A</a:t>
              </a:r>
            </a:p>
          </p:txBody>
        </p:sp>
        <p:sp>
          <p:nvSpPr>
            <p:cNvPr id="112" name="ellipse_111">
              <a:extLst>
                <a:ext uri="{FF2B5EF4-FFF2-40B4-BE49-F238E27FC236}">
                  <ns2:creationId id="{02E360F4-1AE8-4AA7-80F7-DF0DCA30E5B4}"/>
                </a:ext>
              </a:extLst>
            </p:cNvPr>
            <p:cNvSpPr>
              <a:spLocks noGrp="1"/>
            </p:cNvSpPr>
            <p:nvPr/>
          </p:nvSpPr>
          <p:spPr>
            <a:xfrm rot="0">
              <a:off x="1677650" y="8303478"/>
              <a:ext cx="112395" cy="112395"/>
            </a:xfrm>
            <a:prstGeom prst="ellipse">
              <a:avLst/>
            </a:prstGeom>
            <a:solidFill>
              <a:srgbClr val="FFFFFF"/>
            </a:solidFill>
            <a:ln w="10653">
              <a:solidFill>
                <a:srgbClr val="FFFFFF"/>
              </a:solidFill>
              <a:prstDash val="solid"/>
            </a:ln>
          </p:spPr>
        </p:sp>
        <p:sp>
          <p:nvSpPr>
            <p:cNvPr id="113" name="B_f17_True">
              <a:extLst>
                <a:ext uri="{FF2B5EF4-FFF2-40B4-BE49-F238E27FC236}">
                  <ns2:creationId id="{19407B4C-4161-49EA-A49D-C0E6C3ED264D}"/>
                </a:ext>
              </a:extLst>
            </p:cNvPr>
            <p:cNvSpPr>
              <a:spLocks noGrp="1"/>
            </p:cNvSpPr>
            <p:nvPr/>
          </p:nvSpPr>
          <p:spPr>
            <a:xfrm rot="0">
              <a:off x="1694795" y="8320623"/>
              <a:ext cx="78105" cy="78105"/>
            </a:xfrm>
            <a:prstGeom prst="ellipse">
              <a:avLst/>
            </a:prstGeom>
            <a:solidFill>
              <a:srgbClr val="FFFFFF"/>
            </a:solidFill>
            <a:ln w="10653">
              <a:solidFill>
                <a:srgbClr val="D55E00"/>
              </a:solidFill>
              <a:prstDash val="solid"/>
            </a:ln>
          </p:spPr>
        </p:sp>
        <p:sp>
          <p:nvSpPr>
            <p:cNvPr id="114" name="text_113">
              <a:extLst>
                <a:ext uri="{FF2B5EF4-FFF2-40B4-BE49-F238E27FC236}">
                  <ns2:creationId id="{C5EC20E5-1509-444A-AAFD-BDFC08156365}"/>
                </a:ext>
              </a:extLst>
            </p:cNvPr>
            <p:cNvSpPr>
              <a:spLocks noGrp="1"/>
            </p:cNvSpPr>
            <p:nvPr/>
          </p:nvSpPr>
          <p:spPr>
            <a:xfrm rot="0">
              <a:off x="1810048" y="8131076"/>
              <a:ext cx="266700" cy="247650"/>
            </a:xfrm>
            <a:prstGeom prst="rect">
              <a:avLst/>
            </a:prstGeom>
            <a:noFill/>
            <a:ln w="0">
              <a:noFill/>
              <a:prstDash val="solid"/>
            </a:ln>
          </p:spPr>
          <p:txBody>
            <a:bodyPr wrap="none" lIns="0" tIns="0" rIns="0" bIns="0" anchor="t">
              <a:noAutofit/>
            </a:bodyPr>
            <a:lstStyle>
              <a:defPPr algn="l">
                <a:defRPr sz="932" b="1">
                  <a:solidFill>
                    <a:srgbClr val="D55E00"/>
                  </a:solidFill>
                  <a:latin typeface="Arial"/>
                  <a:ea typeface="Arial"/>
                  <a:cs typeface="Arial"/>
                </a:defRPr>
              </a:defPPr>
              <a:lvl1pPr algn="l">
                <a:defRPr sz="932" b="1">
                  <a:solidFill>
                    <a:srgbClr val="D55E00"/>
                  </a:solidFill>
                  <a:latin typeface="Arial"/>
                  <a:ea typeface="Arial"/>
                  <a:cs typeface="Arial"/>
                </a:defRPr>
              </a:lvl1pPr>
              <a:lvl2pPr algn="l">
                <a:defRPr sz="932" b="1">
                  <a:solidFill>
                    <a:srgbClr val="D55E00"/>
                  </a:solidFill>
                  <a:latin typeface="Arial"/>
                  <a:ea typeface="Arial"/>
                  <a:cs typeface="Arial"/>
                </a:defRPr>
              </a:lvl2pPr>
              <a:lvl3pPr algn="l">
                <a:defRPr sz="932" b="1">
                  <a:solidFill>
                    <a:srgbClr val="D55E00"/>
                  </a:solidFill>
                  <a:latin typeface="Arial"/>
                  <a:ea typeface="Arial"/>
                  <a:cs typeface="Arial"/>
                </a:defRPr>
              </a:lvl3pPr>
              <a:lvl4pPr algn="l">
                <a:defRPr sz="932" b="1">
                  <a:solidFill>
                    <a:srgbClr val="D55E00"/>
                  </a:solidFill>
                  <a:latin typeface="Arial"/>
                  <a:ea typeface="Arial"/>
                  <a:cs typeface="Arial"/>
                </a:defRPr>
              </a:lvl4pPr>
              <a:lvl5pPr algn="l">
                <a:defRPr sz="932" b="1">
                  <a:solidFill>
                    <a:srgbClr val="D55E00"/>
                  </a:solidFill>
                  <a:latin typeface="Arial"/>
                  <a:ea typeface="Arial"/>
                  <a:cs typeface="Arial"/>
                </a:defRPr>
              </a:lvl5pPr>
              <a:lvl6pPr algn="l">
                <a:defRPr sz="932" b="1">
                  <a:solidFill>
                    <a:srgbClr val="D55E00"/>
                  </a:solidFill>
                  <a:latin typeface="Arial"/>
                  <a:ea typeface="Arial"/>
                  <a:cs typeface="Arial"/>
                </a:defRPr>
              </a:lvl6pPr>
              <a:lvl7pPr algn="l">
                <a:defRPr sz="932" b="1">
                  <a:solidFill>
                    <a:srgbClr val="D55E00"/>
                  </a:solidFill>
                  <a:latin typeface="Arial"/>
                  <a:ea typeface="Arial"/>
                  <a:cs typeface="Arial"/>
                </a:defRPr>
              </a:lvl7pPr>
              <a:lvl8pPr algn="l">
                <a:defRPr sz="932" b="1">
                  <a:solidFill>
                    <a:srgbClr val="D55E00"/>
                  </a:solidFill>
                  <a:latin typeface="Arial"/>
                  <a:ea typeface="Arial"/>
                  <a:cs typeface="Arial"/>
                </a:defRPr>
              </a:lvl8pPr>
              <a:lvl9pPr algn="l">
                <a:defRPr sz="932" b="1">
                  <a:solidFill>
                    <a:srgbClr val="D55E00"/>
                  </a:solidFill>
                  <a:latin typeface="Arial"/>
                  <a:ea typeface="Arial"/>
                  <a:cs typeface="Arial"/>
                </a:defRPr>
              </a:lvl9pPr>
            </a:lstStyle>
            <a:p>
              <a:pPr algn="l">
                <a:defRPr sz="932" b="1">
                  <a:solidFill>
                    <a:srgbClr val="D55E00"/>
                  </a:solidFill>
                  <a:latin typeface="Arial"/>
                  <a:ea typeface="Arial"/>
                  <a:cs typeface="Arial"/>
                </a:defRPr>
              </a:pPr>
              <a:r>
                <a:rPr sz="932" b="1">
                  <a:solidFill>
                    <a:srgbClr val="D55E00"/>
                  </a:solidFill>
                  <a:latin typeface="Arial"/>
                  <a:ea typeface="Arial"/>
                  <a:cs typeface="Arial"/>
                </a:rPr>
                <a:t>B</a:t>
              </a:r>
            </a:p>
          </p:txBody>
        </p:sp>
        <p:sp>
          <p:nvSpPr>
            <p:cNvPr id="115" name="ellipse_114">
              <a:extLst>
                <a:ext uri="{FF2B5EF4-FFF2-40B4-BE49-F238E27FC236}">
                  <ns2:creationId id="{2D0B4EB7-5737-446A-92F8-A274BDAEC480}"/>
                </a:ext>
              </a:extLst>
            </p:cNvPr>
            <p:cNvSpPr>
              <a:spLocks noGrp="1"/>
            </p:cNvSpPr>
            <p:nvPr/>
          </p:nvSpPr>
          <p:spPr>
            <a:xfrm rot="0">
              <a:off x="1219260" y="6830080"/>
              <a:ext cx="112395" cy="112395"/>
            </a:xfrm>
            <a:prstGeom prst="ellipse">
              <a:avLst/>
            </a:prstGeom>
            <a:solidFill>
              <a:srgbClr val="FFFFFF"/>
            </a:solidFill>
            <a:ln w="10653">
              <a:solidFill>
                <a:srgbClr val="FFFFFF"/>
              </a:solidFill>
              <a:prstDash val="solid"/>
            </a:ln>
          </p:spPr>
        </p:sp>
        <p:sp>
          <p:nvSpPr>
            <p:cNvPr id="116" name="C_f17_True">
              <a:extLst>
                <a:ext uri="{FF2B5EF4-FFF2-40B4-BE49-F238E27FC236}">
                  <ns2:creationId id="{D251CFA4-1FEB-4ACF-853E-2C80DF895EE4}"/>
                </a:ext>
              </a:extLst>
            </p:cNvPr>
            <p:cNvSpPr>
              <a:spLocks noGrp="1"/>
            </p:cNvSpPr>
            <p:nvPr/>
          </p:nvSpPr>
          <p:spPr>
            <a:xfrm rot="0">
              <a:off x="1236405" y="6847225"/>
              <a:ext cx="78105" cy="78105"/>
            </a:xfrm>
            <a:prstGeom prst="ellipse">
              <a:avLst/>
            </a:prstGeom>
            <a:solidFill>
              <a:srgbClr val="FFFFFF"/>
            </a:solidFill>
            <a:ln w="10653">
              <a:solidFill>
                <a:srgbClr val="009E73"/>
              </a:solidFill>
              <a:prstDash val="solid"/>
            </a:ln>
          </p:spPr>
        </p:sp>
        <p:sp>
          <p:nvSpPr>
            <p:cNvPr id="117" name="text_116">
              <a:extLst>
                <a:ext uri="{FF2B5EF4-FFF2-40B4-BE49-F238E27FC236}">
                  <ns2:creationId id="{0EAD6CE3-75BD-42AA-9A0B-F94C43157997}"/>
                </a:ext>
              </a:extLst>
            </p:cNvPr>
            <p:cNvSpPr>
              <a:spLocks noGrp="1"/>
            </p:cNvSpPr>
            <p:nvPr/>
          </p:nvSpPr>
          <p:spPr>
            <a:xfrm rot="0">
              <a:off x="1351657" y="6657677"/>
              <a:ext cx="266700" cy="247650"/>
            </a:xfrm>
            <a:prstGeom prst="rect">
              <a:avLst/>
            </a:prstGeom>
            <a:noFill/>
            <a:ln w="0">
              <a:noFill/>
              <a:prstDash val="solid"/>
            </a:ln>
          </p:spPr>
          <p:txBody>
            <a:bodyPr wrap="none" lIns="0" tIns="0" rIns="0" bIns="0" anchor="t">
              <a:noAutofit/>
            </a:bodyPr>
            <a:lstStyle>
              <a:defPPr algn="l">
                <a:defRPr sz="932" b="1">
                  <a:solidFill>
                    <a:srgbClr val="009E73"/>
                  </a:solidFill>
                  <a:latin typeface="Arial"/>
                  <a:ea typeface="Arial"/>
                  <a:cs typeface="Arial"/>
                </a:defRPr>
              </a:defPPr>
              <a:lvl1pPr algn="l">
                <a:defRPr sz="932" b="1">
                  <a:solidFill>
                    <a:srgbClr val="009E73"/>
                  </a:solidFill>
                  <a:latin typeface="Arial"/>
                  <a:ea typeface="Arial"/>
                  <a:cs typeface="Arial"/>
                </a:defRPr>
              </a:lvl1pPr>
              <a:lvl2pPr algn="l">
                <a:defRPr sz="932" b="1">
                  <a:solidFill>
                    <a:srgbClr val="009E73"/>
                  </a:solidFill>
                  <a:latin typeface="Arial"/>
                  <a:ea typeface="Arial"/>
                  <a:cs typeface="Arial"/>
                </a:defRPr>
              </a:lvl2pPr>
              <a:lvl3pPr algn="l">
                <a:defRPr sz="932" b="1">
                  <a:solidFill>
                    <a:srgbClr val="009E73"/>
                  </a:solidFill>
                  <a:latin typeface="Arial"/>
                  <a:ea typeface="Arial"/>
                  <a:cs typeface="Arial"/>
                </a:defRPr>
              </a:lvl3pPr>
              <a:lvl4pPr algn="l">
                <a:defRPr sz="932" b="1">
                  <a:solidFill>
                    <a:srgbClr val="009E73"/>
                  </a:solidFill>
                  <a:latin typeface="Arial"/>
                  <a:ea typeface="Arial"/>
                  <a:cs typeface="Arial"/>
                </a:defRPr>
              </a:lvl4pPr>
              <a:lvl5pPr algn="l">
                <a:defRPr sz="932" b="1">
                  <a:solidFill>
                    <a:srgbClr val="009E73"/>
                  </a:solidFill>
                  <a:latin typeface="Arial"/>
                  <a:ea typeface="Arial"/>
                  <a:cs typeface="Arial"/>
                </a:defRPr>
              </a:lvl5pPr>
              <a:lvl6pPr algn="l">
                <a:defRPr sz="932" b="1">
                  <a:solidFill>
                    <a:srgbClr val="009E73"/>
                  </a:solidFill>
                  <a:latin typeface="Arial"/>
                  <a:ea typeface="Arial"/>
                  <a:cs typeface="Arial"/>
                </a:defRPr>
              </a:lvl6pPr>
              <a:lvl7pPr algn="l">
                <a:defRPr sz="932" b="1">
                  <a:solidFill>
                    <a:srgbClr val="009E73"/>
                  </a:solidFill>
                  <a:latin typeface="Arial"/>
                  <a:ea typeface="Arial"/>
                  <a:cs typeface="Arial"/>
                </a:defRPr>
              </a:lvl7pPr>
              <a:lvl8pPr algn="l">
                <a:defRPr sz="932" b="1">
                  <a:solidFill>
                    <a:srgbClr val="009E73"/>
                  </a:solidFill>
                  <a:latin typeface="Arial"/>
                  <a:ea typeface="Arial"/>
                  <a:cs typeface="Arial"/>
                </a:defRPr>
              </a:lvl8pPr>
              <a:lvl9pPr algn="l">
                <a:defRPr sz="932" b="1">
                  <a:solidFill>
                    <a:srgbClr val="009E73"/>
                  </a:solidFill>
                  <a:latin typeface="Arial"/>
                  <a:ea typeface="Arial"/>
                  <a:cs typeface="Arial"/>
                </a:defRPr>
              </a:lvl9pPr>
            </a:lstStyle>
            <a:p>
              <a:pPr algn="l">
                <a:defRPr sz="932" b="1">
                  <a:solidFill>
                    <a:srgbClr val="009E73"/>
                  </a:solidFill>
                  <a:latin typeface="Arial"/>
                  <a:ea typeface="Arial"/>
                  <a:cs typeface="Arial"/>
                </a:defRPr>
              </a:pPr>
              <a:r>
                <a:rPr sz="932" b="1">
                  <a:solidFill>
                    <a:srgbClr val="009E73"/>
                  </a:solidFill>
                  <a:latin typeface="Arial"/>
                  <a:ea typeface="Arial"/>
                  <a:cs typeface="Arial"/>
                </a:rPr>
                <a:t>C</a:t>
              </a:r>
            </a:p>
          </p:txBody>
        </p:sp>
        <p:pic>
          <p:nvPicPr>
            <p:cNvPr id="118" name="">
              <a:extLst>
                <a:ext uri="{FF2B5EF4-FFF2-40B4-BE49-F238E27FC236}">
                  <ns2:creationId id="{E061E859-F4A3-4F85-8B2D-6EB9D70CCBCD}"/>
                </a:ext>
              </a:extLst>
            </p:cNvPr>
            <p:cNvPicPr>
              <a:picLocks noChangeAspect="1"/>
            </p:cNvPicPr>
            <p:nvPr/>
          </p:nvPicPr>
          <p:blipFill>
            <a:blip r:embed="R02134ba4bcbe44da"/>
            <a:stretch/>
          </p:blipFill>
          <p:spPr>
            <a:xfrm>
              <a:off x="3267075" y="6477000"/>
              <a:ext cx="2095500" cy="2095500"/>
            </a:xfrm>
            <a:prstGeom prst="rect">
              <a:avLst/>
            </a:prstGeom>
          </p:spPr>
        </p:pic>
        <p:sp>
          <p:nvSpPr>
            <p:cNvPr id="119" name="rect_118">
              <a:extLst>
                <a:ext uri="{FF2B5EF4-FFF2-40B4-BE49-F238E27FC236}">
                  <ns2:creationId id="{87DC1A6F-C77E-4700-BCDE-91A2842B641C}"/>
                </a:ext>
              </a:extLst>
            </p:cNvPr>
            <p:cNvSpPr>
              <a:spLocks noGrp="1"/>
            </p:cNvSpPr>
            <p:nvPr/>
          </p:nvSpPr>
          <p:spPr>
            <a:xfrm rot="0">
              <a:off x="3267075" y="6477000"/>
              <a:ext cx="2095500" cy="2095500"/>
            </a:xfrm>
            <a:prstGeom prst="rect">
              <a:avLst/>
            </a:prstGeom>
            <a:noFill/>
            <a:ln w="4143">
              <a:solidFill>
                <a:srgbClr val="65727C"/>
              </a:solidFill>
              <a:prstDash val="solid"/>
            </a:ln>
          </p:spPr>
        </p:sp>
        <p:sp>
          <p:nvSpPr>
            <p:cNvPr id="120" name="line_119">
              <a:extLst>
                <a:ext uri="{FF2B5EF4-FFF2-40B4-BE49-F238E27FC236}">
                  <ns2:creationId id="{3748D290-8E99-4DF5-B2CC-10F7174DBB22}"/>
                </a:ext>
              </a:extLst>
            </p:cNvPr>
            <p:cNvSpPr>
              <a:spLocks noGrp="1"/>
            </p:cNvSpPr>
            <p:nvPr/>
          </p:nvSpPr>
          <p:spPr>
            <a:xfrm>
              <a:off x="3528974" y="8572500"/>
              <a:ext cx="95" cy="38100"/>
            </a:xfrm>
            <a:custGeom>
              <a:pathLst>
                <a:path w="95" h="38100">
                  <a:moveTo>
                    <a:pt x="0" y="0"/>
                  </a:moveTo>
                  <a:lnTo>
                    <a:pt x="0" y="38100"/>
                  </a:lnTo>
                </a:path>
              </a:pathLst>
            </a:custGeom>
            <a:noFill/>
            <a:ln w="4735">
              <a:solidFill>
                <a:srgbClr val="65727C"/>
              </a:solidFill>
              <a:prstDash val="solid"/>
            </a:ln>
          </p:spPr>
        </p:sp>
        <p:sp>
          <p:nvSpPr>
            <p:cNvPr id="121" name="text_120">
              <a:extLst>
                <a:ext uri="{FF2B5EF4-FFF2-40B4-BE49-F238E27FC236}">
                  <ns2:creationId id="{7B9555E9-D400-471F-B6F1-1E85BAF69623}"/>
                </a:ext>
              </a:extLst>
            </p:cNvPr>
            <p:cNvSpPr>
              <a:spLocks noGrp="1"/>
            </p:cNvSpPr>
            <p:nvPr/>
          </p:nvSpPr>
          <p:spPr>
            <a:xfrm rot="0">
              <a:off x="3319424" y="8629650"/>
              <a:ext cx="419100" cy="219075"/>
            </a:xfrm>
            <a:prstGeom prst="rect">
              <a:avLst/>
            </a:prstGeom>
            <a:noFill/>
            <a:ln w="0">
              <a:noFill/>
              <a:prstDash val="solid"/>
            </a:ln>
          </p:spPr>
          <p:txBody>
            <a:bodyPr wrap="none" lIns="0" tIns="0" rIns="0" bIns="0" anchor="t">
              <a:noAutofit/>
            </a:bodyPr>
            <a:lstStyle>
              <a:defPPr algn="ctr">
                <a:defRPr sz="699" b="0">
                  <a:solidFill>
                    <a:srgbClr val="000000"/>
                  </a:solidFill>
                  <a:latin typeface="Arial"/>
                  <a:ea typeface="Arial"/>
                  <a:cs typeface="Arial"/>
                </a:defRPr>
              </a:defPPr>
              <a:lvl1pPr algn="ctr">
                <a:defRPr sz="699" b="0">
                  <a:solidFill>
                    <a:srgbClr val="000000"/>
                  </a:solidFill>
                  <a:latin typeface="Arial"/>
                  <a:ea typeface="Arial"/>
                  <a:cs typeface="Arial"/>
                </a:defRPr>
              </a:lvl1pPr>
              <a:lvl2pPr algn="ctr">
                <a:defRPr sz="699" b="0">
                  <a:solidFill>
                    <a:srgbClr val="000000"/>
                  </a:solidFill>
                  <a:latin typeface="Arial"/>
                  <a:ea typeface="Arial"/>
                  <a:cs typeface="Arial"/>
                </a:defRPr>
              </a:lvl2pPr>
              <a:lvl3pPr algn="ctr">
                <a:defRPr sz="699" b="0">
                  <a:solidFill>
                    <a:srgbClr val="000000"/>
                  </a:solidFill>
                  <a:latin typeface="Arial"/>
                  <a:ea typeface="Arial"/>
                  <a:cs typeface="Arial"/>
                </a:defRPr>
              </a:lvl3pPr>
              <a:lvl4pPr algn="ctr">
                <a:defRPr sz="699" b="0">
                  <a:solidFill>
                    <a:srgbClr val="000000"/>
                  </a:solidFill>
                  <a:latin typeface="Arial"/>
                  <a:ea typeface="Arial"/>
                  <a:cs typeface="Arial"/>
                </a:defRPr>
              </a:lvl4pPr>
              <a:lvl5pPr algn="ctr">
                <a:defRPr sz="699" b="0">
                  <a:solidFill>
                    <a:srgbClr val="000000"/>
                  </a:solidFill>
                  <a:latin typeface="Arial"/>
                  <a:ea typeface="Arial"/>
                  <a:cs typeface="Arial"/>
                </a:defRPr>
              </a:lvl5pPr>
              <a:lvl6pPr algn="ctr">
                <a:defRPr sz="699" b="0">
                  <a:solidFill>
                    <a:srgbClr val="000000"/>
                  </a:solidFill>
                  <a:latin typeface="Arial"/>
                  <a:ea typeface="Arial"/>
                  <a:cs typeface="Arial"/>
                </a:defRPr>
              </a:lvl6pPr>
              <a:lvl7pPr algn="ctr">
                <a:defRPr sz="699" b="0">
                  <a:solidFill>
                    <a:srgbClr val="000000"/>
                  </a:solidFill>
                  <a:latin typeface="Arial"/>
                  <a:ea typeface="Arial"/>
                  <a:cs typeface="Arial"/>
                </a:defRPr>
              </a:lvl7pPr>
              <a:lvl8pPr algn="ctr">
                <a:defRPr sz="699" b="0">
                  <a:solidFill>
                    <a:srgbClr val="000000"/>
                  </a:solidFill>
                  <a:latin typeface="Arial"/>
                  <a:ea typeface="Arial"/>
                  <a:cs typeface="Arial"/>
                </a:defRPr>
              </a:lvl8pPr>
              <a:lvl9pPr algn="ctr">
                <a:defRPr sz="699" b="0">
                  <a:solidFill>
                    <a:srgbClr val="000000"/>
                  </a:solidFill>
                  <a:latin typeface="Arial"/>
                  <a:ea typeface="Arial"/>
                  <a:cs typeface="Arial"/>
                </a:defRPr>
              </a:lvl9pPr>
            </a:lstStyle>
            <a:p>
              <a:pPr algn="ctr">
                <a:defRPr sz="699" b="0">
                  <a:solidFill>
                    <a:srgbClr val="000000"/>
                  </a:solidFill>
                  <a:latin typeface="Arial"/>
                  <a:ea typeface="Arial"/>
                  <a:cs typeface="Arial"/>
                </a:defRPr>
              </a:pPr>
              <a:r>
                <a:rPr sz="699" b="0">
                  <a:solidFill>
                    <a:srgbClr val="000000"/>
                  </a:solidFill>
                  <a:latin typeface="Arial"/>
                  <a:ea typeface="Arial"/>
                  <a:cs typeface="Arial"/>
                </a:rPr>
                <a:t>142 E</a:t>
              </a:r>
            </a:p>
          </p:txBody>
        </p:sp>
        <p:sp>
          <p:nvSpPr>
            <p:cNvPr id="122" name="line_121">
              <a:extLst>
                <a:ext uri="{FF2B5EF4-FFF2-40B4-BE49-F238E27FC236}">
                  <ns2:creationId id="{9D74359C-F3C6-46ED-AE24-C6207F111641}"/>
                </a:ext>
              </a:extLst>
            </p:cNvPr>
            <p:cNvSpPr>
              <a:spLocks noGrp="1"/>
            </p:cNvSpPr>
            <p:nvPr/>
          </p:nvSpPr>
          <p:spPr>
            <a:xfrm>
              <a:off x="4437563" y="8572500"/>
              <a:ext cx="95" cy="38100"/>
            </a:xfrm>
            <a:custGeom>
              <a:pathLst>
                <a:path w="95" h="38100">
                  <a:moveTo>
                    <a:pt x="0" y="0"/>
                  </a:moveTo>
                  <a:lnTo>
                    <a:pt x="0" y="38100"/>
                  </a:lnTo>
                </a:path>
              </a:pathLst>
            </a:custGeom>
            <a:noFill/>
            <a:ln w="4735">
              <a:solidFill>
                <a:srgbClr val="65727C"/>
              </a:solidFill>
              <a:prstDash val="solid"/>
            </a:ln>
          </p:spPr>
        </p:sp>
        <p:sp>
          <p:nvSpPr>
            <p:cNvPr id="123" name="text_122">
              <a:extLst>
                <a:ext uri="{FF2B5EF4-FFF2-40B4-BE49-F238E27FC236}">
                  <ns2:creationId id="{1E430D7E-51C9-4E9E-BDC9-F7708B8B394A}"/>
                </a:ext>
              </a:extLst>
            </p:cNvPr>
            <p:cNvSpPr>
              <a:spLocks noGrp="1"/>
            </p:cNvSpPr>
            <p:nvPr/>
          </p:nvSpPr>
          <p:spPr>
            <a:xfrm rot="0">
              <a:off x="4228013" y="8629650"/>
              <a:ext cx="419100" cy="219075"/>
            </a:xfrm>
            <a:prstGeom prst="rect">
              <a:avLst/>
            </a:prstGeom>
            <a:noFill/>
            <a:ln w="0">
              <a:noFill/>
              <a:prstDash val="solid"/>
            </a:ln>
          </p:spPr>
          <p:txBody>
            <a:bodyPr wrap="none" lIns="0" tIns="0" rIns="0" bIns="0" anchor="t">
              <a:noAutofit/>
            </a:bodyPr>
            <a:lstStyle>
              <a:defPPr algn="ctr">
                <a:defRPr sz="699" b="0">
                  <a:solidFill>
                    <a:srgbClr val="000000"/>
                  </a:solidFill>
                  <a:latin typeface="Arial"/>
                  <a:ea typeface="Arial"/>
                  <a:cs typeface="Arial"/>
                </a:defRPr>
              </a:defPPr>
              <a:lvl1pPr algn="ctr">
                <a:defRPr sz="699" b="0">
                  <a:solidFill>
                    <a:srgbClr val="000000"/>
                  </a:solidFill>
                  <a:latin typeface="Arial"/>
                  <a:ea typeface="Arial"/>
                  <a:cs typeface="Arial"/>
                </a:defRPr>
              </a:lvl1pPr>
              <a:lvl2pPr algn="ctr">
                <a:defRPr sz="699" b="0">
                  <a:solidFill>
                    <a:srgbClr val="000000"/>
                  </a:solidFill>
                  <a:latin typeface="Arial"/>
                  <a:ea typeface="Arial"/>
                  <a:cs typeface="Arial"/>
                </a:defRPr>
              </a:lvl2pPr>
              <a:lvl3pPr algn="ctr">
                <a:defRPr sz="699" b="0">
                  <a:solidFill>
                    <a:srgbClr val="000000"/>
                  </a:solidFill>
                  <a:latin typeface="Arial"/>
                  <a:ea typeface="Arial"/>
                  <a:cs typeface="Arial"/>
                </a:defRPr>
              </a:lvl3pPr>
              <a:lvl4pPr algn="ctr">
                <a:defRPr sz="699" b="0">
                  <a:solidFill>
                    <a:srgbClr val="000000"/>
                  </a:solidFill>
                  <a:latin typeface="Arial"/>
                  <a:ea typeface="Arial"/>
                  <a:cs typeface="Arial"/>
                </a:defRPr>
              </a:lvl4pPr>
              <a:lvl5pPr algn="ctr">
                <a:defRPr sz="699" b="0">
                  <a:solidFill>
                    <a:srgbClr val="000000"/>
                  </a:solidFill>
                  <a:latin typeface="Arial"/>
                  <a:ea typeface="Arial"/>
                  <a:cs typeface="Arial"/>
                </a:defRPr>
              </a:lvl5pPr>
              <a:lvl6pPr algn="ctr">
                <a:defRPr sz="699" b="0">
                  <a:solidFill>
                    <a:srgbClr val="000000"/>
                  </a:solidFill>
                  <a:latin typeface="Arial"/>
                  <a:ea typeface="Arial"/>
                  <a:cs typeface="Arial"/>
                </a:defRPr>
              </a:lvl6pPr>
              <a:lvl7pPr algn="ctr">
                <a:defRPr sz="699" b="0">
                  <a:solidFill>
                    <a:srgbClr val="000000"/>
                  </a:solidFill>
                  <a:latin typeface="Arial"/>
                  <a:ea typeface="Arial"/>
                  <a:cs typeface="Arial"/>
                </a:defRPr>
              </a:lvl7pPr>
              <a:lvl8pPr algn="ctr">
                <a:defRPr sz="699" b="0">
                  <a:solidFill>
                    <a:srgbClr val="000000"/>
                  </a:solidFill>
                  <a:latin typeface="Arial"/>
                  <a:ea typeface="Arial"/>
                  <a:cs typeface="Arial"/>
                </a:defRPr>
              </a:lvl8pPr>
              <a:lvl9pPr algn="ctr">
                <a:defRPr sz="699" b="0">
                  <a:solidFill>
                    <a:srgbClr val="000000"/>
                  </a:solidFill>
                  <a:latin typeface="Arial"/>
                  <a:ea typeface="Arial"/>
                  <a:cs typeface="Arial"/>
                </a:defRPr>
              </a:lvl9pPr>
            </a:lstStyle>
            <a:p>
              <a:pPr algn="ctr">
                <a:defRPr sz="699" b="0">
                  <a:solidFill>
                    <a:srgbClr val="000000"/>
                  </a:solidFill>
                  <a:latin typeface="Arial"/>
                  <a:ea typeface="Arial"/>
                  <a:cs typeface="Arial"/>
                </a:defRPr>
              </a:pPr>
              <a:r>
                <a:rPr sz="699" b="0">
                  <a:solidFill>
                    <a:srgbClr val="000000"/>
                  </a:solidFill>
                  <a:latin typeface="Arial"/>
                  <a:ea typeface="Arial"/>
                  <a:cs typeface="Arial"/>
                </a:rPr>
                <a:t>148 E</a:t>
              </a:r>
            </a:p>
          </p:txBody>
        </p:sp>
        <p:sp>
          <p:nvSpPr>
            <p:cNvPr id="124" name="line_123">
              <a:extLst>
                <a:ext uri="{FF2B5EF4-FFF2-40B4-BE49-F238E27FC236}">
                  <ns2:creationId id="{4CE16485-A795-4512-B43E-C0DB49292E97}"/>
                </a:ext>
              </a:extLst>
            </p:cNvPr>
            <p:cNvSpPr>
              <a:spLocks noGrp="1"/>
            </p:cNvSpPr>
            <p:nvPr/>
          </p:nvSpPr>
          <p:spPr>
            <a:xfrm>
              <a:off x="5346151" y="8572500"/>
              <a:ext cx="95" cy="38100"/>
            </a:xfrm>
            <a:custGeom>
              <a:pathLst>
                <a:path w="95" h="38100">
                  <a:moveTo>
                    <a:pt x="0" y="0"/>
                  </a:moveTo>
                  <a:lnTo>
                    <a:pt x="0" y="38100"/>
                  </a:lnTo>
                </a:path>
              </a:pathLst>
            </a:custGeom>
            <a:noFill/>
            <a:ln w="4735">
              <a:solidFill>
                <a:srgbClr val="65727C"/>
              </a:solidFill>
              <a:prstDash val="solid"/>
            </a:ln>
          </p:spPr>
        </p:sp>
        <p:sp>
          <p:nvSpPr>
            <p:cNvPr id="125" name="text_124">
              <a:extLst>
                <a:ext uri="{FF2B5EF4-FFF2-40B4-BE49-F238E27FC236}">
                  <ns2:creationId id="{94D1B1AA-1701-40F2-BE4D-0B2B7EEC069A}"/>
                </a:ext>
              </a:extLst>
            </p:cNvPr>
            <p:cNvSpPr>
              <a:spLocks noGrp="1"/>
            </p:cNvSpPr>
            <p:nvPr/>
          </p:nvSpPr>
          <p:spPr>
            <a:xfrm rot="0">
              <a:off x="5136601" y="8629650"/>
              <a:ext cx="419100" cy="219075"/>
            </a:xfrm>
            <a:prstGeom prst="rect">
              <a:avLst/>
            </a:prstGeom>
            <a:noFill/>
            <a:ln w="0">
              <a:noFill/>
              <a:prstDash val="solid"/>
            </a:ln>
          </p:spPr>
          <p:txBody>
            <a:bodyPr wrap="none" lIns="0" tIns="0" rIns="0" bIns="0" anchor="t">
              <a:noAutofit/>
            </a:bodyPr>
            <a:lstStyle>
              <a:defPPr algn="ctr">
                <a:defRPr sz="699" b="0">
                  <a:solidFill>
                    <a:srgbClr val="000000"/>
                  </a:solidFill>
                  <a:latin typeface="Arial"/>
                  <a:ea typeface="Arial"/>
                  <a:cs typeface="Arial"/>
                </a:defRPr>
              </a:defPPr>
              <a:lvl1pPr algn="ctr">
                <a:defRPr sz="699" b="0">
                  <a:solidFill>
                    <a:srgbClr val="000000"/>
                  </a:solidFill>
                  <a:latin typeface="Arial"/>
                  <a:ea typeface="Arial"/>
                  <a:cs typeface="Arial"/>
                </a:defRPr>
              </a:lvl1pPr>
              <a:lvl2pPr algn="ctr">
                <a:defRPr sz="699" b="0">
                  <a:solidFill>
                    <a:srgbClr val="000000"/>
                  </a:solidFill>
                  <a:latin typeface="Arial"/>
                  <a:ea typeface="Arial"/>
                  <a:cs typeface="Arial"/>
                </a:defRPr>
              </a:lvl2pPr>
              <a:lvl3pPr algn="ctr">
                <a:defRPr sz="699" b="0">
                  <a:solidFill>
                    <a:srgbClr val="000000"/>
                  </a:solidFill>
                  <a:latin typeface="Arial"/>
                  <a:ea typeface="Arial"/>
                  <a:cs typeface="Arial"/>
                </a:defRPr>
              </a:lvl3pPr>
              <a:lvl4pPr algn="ctr">
                <a:defRPr sz="699" b="0">
                  <a:solidFill>
                    <a:srgbClr val="000000"/>
                  </a:solidFill>
                  <a:latin typeface="Arial"/>
                  <a:ea typeface="Arial"/>
                  <a:cs typeface="Arial"/>
                </a:defRPr>
              </a:lvl4pPr>
              <a:lvl5pPr algn="ctr">
                <a:defRPr sz="699" b="0">
                  <a:solidFill>
                    <a:srgbClr val="000000"/>
                  </a:solidFill>
                  <a:latin typeface="Arial"/>
                  <a:ea typeface="Arial"/>
                  <a:cs typeface="Arial"/>
                </a:defRPr>
              </a:lvl5pPr>
              <a:lvl6pPr algn="ctr">
                <a:defRPr sz="699" b="0">
                  <a:solidFill>
                    <a:srgbClr val="000000"/>
                  </a:solidFill>
                  <a:latin typeface="Arial"/>
                  <a:ea typeface="Arial"/>
                  <a:cs typeface="Arial"/>
                </a:defRPr>
              </a:lvl6pPr>
              <a:lvl7pPr algn="ctr">
                <a:defRPr sz="699" b="0">
                  <a:solidFill>
                    <a:srgbClr val="000000"/>
                  </a:solidFill>
                  <a:latin typeface="Arial"/>
                  <a:ea typeface="Arial"/>
                  <a:cs typeface="Arial"/>
                </a:defRPr>
              </a:lvl7pPr>
              <a:lvl8pPr algn="ctr">
                <a:defRPr sz="699" b="0">
                  <a:solidFill>
                    <a:srgbClr val="000000"/>
                  </a:solidFill>
                  <a:latin typeface="Arial"/>
                  <a:ea typeface="Arial"/>
                  <a:cs typeface="Arial"/>
                </a:defRPr>
              </a:lvl8pPr>
              <a:lvl9pPr algn="ctr">
                <a:defRPr sz="699" b="0">
                  <a:solidFill>
                    <a:srgbClr val="000000"/>
                  </a:solidFill>
                  <a:latin typeface="Arial"/>
                  <a:ea typeface="Arial"/>
                  <a:cs typeface="Arial"/>
                </a:defRPr>
              </a:lvl9pPr>
            </a:lstStyle>
            <a:p>
              <a:pPr algn="ctr">
                <a:defRPr sz="699" b="0">
                  <a:solidFill>
                    <a:srgbClr val="000000"/>
                  </a:solidFill>
                  <a:latin typeface="Arial"/>
                  <a:ea typeface="Arial"/>
                  <a:cs typeface="Arial"/>
                </a:defRPr>
              </a:pPr>
              <a:r>
                <a:rPr sz="699" b="0">
                  <a:solidFill>
                    <a:srgbClr val="000000"/>
                  </a:solidFill>
                  <a:latin typeface="Arial"/>
                  <a:ea typeface="Arial"/>
                  <a:cs typeface="Arial"/>
                </a:rPr>
                <a:t>154 E</a:t>
              </a:r>
            </a:p>
          </p:txBody>
        </p:sp>
        <p:sp>
          <p:nvSpPr>
            <p:cNvPr id="126" name="text_125">
              <a:extLst>
                <a:ext uri="{FF2B5EF4-FFF2-40B4-BE49-F238E27FC236}">
                  <ns2:creationId id="{97719A44-B855-42FF-BDA8-488BF4A356BD}"/>
                </a:ext>
              </a:extLst>
            </p:cNvPr>
            <p:cNvSpPr>
              <a:spLocks noGrp="1"/>
            </p:cNvSpPr>
            <p:nvPr/>
          </p:nvSpPr>
          <p:spPr>
            <a:xfrm rot="0">
              <a:off x="3614958" y="6663881"/>
              <a:ext cx="428625" cy="190500"/>
            </a:xfrm>
            <a:prstGeom prst="rect">
              <a:avLst/>
            </a:prstGeom>
            <a:noFill/>
            <a:ln w="0">
              <a:noFill/>
              <a:prstDash val="solid"/>
            </a:ln>
          </p:spPr>
          <p:txBody>
            <a:bodyPr wrap="none" lIns="0" tIns="0" rIns="0" bIns="0" anchor="t">
              <a:noAutofit/>
            </a:bodyPr>
            <a:lstStyle>
              <a:defPPr algn="l">
                <a:defRPr sz="559" b="0">
                  <a:solidFill>
                    <a:srgbClr val="65727C"/>
                  </a:solidFill>
                  <a:latin typeface="Arial"/>
                  <a:ea typeface="Arial"/>
                  <a:cs typeface="Arial"/>
                </a:defRPr>
              </a:defPPr>
              <a:lvl1pPr algn="l">
                <a:defRPr sz="559" b="0">
                  <a:solidFill>
                    <a:srgbClr val="65727C"/>
                  </a:solidFill>
                  <a:latin typeface="Arial"/>
                  <a:ea typeface="Arial"/>
                  <a:cs typeface="Arial"/>
                </a:defRPr>
              </a:lvl1pPr>
              <a:lvl2pPr algn="l">
                <a:defRPr sz="559" b="0">
                  <a:solidFill>
                    <a:srgbClr val="65727C"/>
                  </a:solidFill>
                  <a:latin typeface="Arial"/>
                  <a:ea typeface="Arial"/>
                  <a:cs typeface="Arial"/>
                </a:defRPr>
              </a:lvl2pPr>
              <a:lvl3pPr algn="l">
                <a:defRPr sz="559" b="0">
                  <a:solidFill>
                    <a:srgbClr val="65727C"/>
                  </a:solidFill>
                  <a:latin typeface="Arial"/>
                  <a:ea typeface="Arial"/>
                  <a:cs typeface="Arial"/>
                </a:defRPr>
              </a:lvl3pPr>
              <a:lvl4pPr algn="l">
                <a:defRPr sz="559" b="0">
                  <a:solidFill>
                    <a:srgbClr val="65727C"/>
                  </a:solidFill>
                  <a:latin typeface="Arial"/>
                  <a:ea typeface="Arial"/>
                  <a:cs typeface="Arial"/>
                </a:defRPr>
              </a:lvl4pPr>
              <a:lvl5pPr algn="l">
                <a:defRPr sz="559" b="0">
                  <a:solidFill>
                    <a:srgbClr val="65727C"/>
                  </a:solidFill>
                  <a:latin typeface="Arial"/>
                  <a:ea typeface="Arial"/>
                  <a:cs typeface="Arial"/>
                </a:defRPr>
              </a:lvl5pPr>
              <a:lvl6pPr algn="l">
                <a:defRPr sz="559" b="0">
                  <a:solidFill>
                    <a:srgbClr val="65727C"/>
                  </a:solidFill>
                  <a:latin typeface="Arial"/>
                  <a:ea typeface="Arial"/>
                  <a:cs typeface="Arial"/>
                </a:defRPr>
              </a:lvl6pPr>
              <a:lvl7pPr algn="l">
                <a:defRPr sz="559" b="0">
                  <a:solidFill>
                    <a:srgbClr val="65727C"/>
                  </a:solidFill>
                  <a:latin typeface="Arial"/>
                  <a:ea typeface="Arial"/>
                  <a:cs typeface="Arial"/>
                </a:defRPr>
              </a:lvl7pPr>
              <a:lvl8pPr algn="l">
                <a:defRPr sz="559" b="0">
                  <a:solidFill>
                    <a:srgbClr val="65727C"/>
                  </a:solidFill>
                  <a:latin typeface="Arial"/>
                  <a:ea typeface="Arial"/>
                  <a:cs typeface="Arial"/>
                </a:defRPr>
              </a:lvl8pPr>
              <a:lvl9pPr algn="l">
                <a:defRPr sz="559" b="0">
                  <a:solidFill>
                    <a:srgbClr val="65727C"/>
                  </a:solidFill>
                  <a:latin typeface="Arial"/>
                  <a:ea typeface="Arial"/>
                  <a:cs typeface="Arial"/>
                </a:defRPr>
              </a:lvl9pPr>
            </a:lstStyle>
            <a:p>
              <a:pPr algn="l">
                <a:defRPr sz="559" b="0">
                  <a:solidFill>
                    <a:srgbClr val="65727C"/>
                  </a:solidFill>
                  <a:latin typeface="Arial"/>
                  <a:ea typeface="Arial"/>
                  <a:cs typeface="Arial"/>
                </a:defRPr>
              </a:pPr>
              <a:r>
                <a:rPr sz="559" b="0">
                  <a:solidFill>
                    <a:srgbClr val="65727C"/>
                  </a:solidFill>
                  <a:latin typeface="Arial"/>
                  <a:ea typeface="Arial"/>
                  <a:cs typeface="Arial"/>
                </a:rPr>
                <a:t>QLD</a:t>
              </a:r>
            </a:p>
          </p:txBody>
        </p:sp>
        <p:sp>
          <p:nvSpPr>
            <p:cNvPr id="127" name="text_126">
              <a:extLst>
                <a:ext uri="{FF2B5EF4-FFF2-40B4-BE49-F238E27FC236}">
                  <ns2:creationId id="{DD767DB6-8599-49E9-B3A3-53A6C6547C5F}"/>
                </a:ext>
              </a:extLst>
            </p:cNvPr>
            <p:cNvSpPr>
              <a:spLocks noGrp="1"/>
            </p:cNvSpPr>
            <p:nvPr/>
          </p:nvSpPr>
          <p:spPr>
            <a:xfrm rot="0">
              <a:off x="3614958" y="7520472"/>
              <a:ext cx="428625" cy="190500"/>
            </a:xfrm>
            <a:prstGeom prst="rect">
              <a:avLst/>
            </a:prstGeom>
            <a:noFill/>
            <a:ln w="0">
              <a:noFill/>
              <a:prstDash val="solid"/>
            </a:ln>
          </p:spPr>
          <p:txBody>
            <a:bodyPr wrap="none" lIns="0" tIns="0" rIns="0" bIns="0" anchor="t">
              <a:noAutofit/>
            </a:bodyPr>
            <a:lstStyle>
              <a:defPPr algn="l">
                <a:defRPr sz="559" b="0">
                  <a:solidFill>
                    <a:srgbClr val="65727C"/>
                  </a:solidFill>
                  <a:latin typeface="Arial"/>
                  <a:ea typeface="Arial"/>
                  <a:cs typeface="Arial"/>
                </a:defRPr>
              </a:defPPr>
              <a:lvl1pPr algn="l">
                <a:defRPr sz="559" b="0">
                  <a:solidFill>
                    <a:srgbClr val="65727C"/>
                  </a:solidFill>
                  <a:latin typeface="Arial"/>
                  <a:ea typeface="Arial"/>
                  <a:cs typeface="Arial"/>
                </a:defRPr>
              </a:lvl1pPr>
              <a:lvl2pPr algn="l">
                <a:defRPr sz="559" b="0">
                  <a:solidFill>
                    <a:srgbClr val="65727C"/>
                  </a:solidFill>
                  <a:latin typeface="Arial"/>
                  <a:ea typeface="Arial"/>
                  <a:cs typeface="Arial"/>
                </a:defRPr>
              </a:lvl2pPr>
              <a:lvl3pPr algn="l">
                <a:defRPr sz="559" b="0">
                  <a:solidFill>
                    <a:srgbClr val="65727C"/>
                  </a:solidFill>
                  <a:latin typeface="Arial"/>
                  <a:ea typeface="Arial"/>
                  <a:cs typeface="Arial"/>
                </a:defRPr>
              </a:lvl3pPr>
              <a:lvl4pPr algn="l">
                <a:defRPr sz="559" b="0">
                  <a:solidFill>
                    <a:srgbClr val="65727C"/>
                  </a:solidFill>
                  <a:latin typeface="Arial"/>
                  <a:ea typeface="Arial"/>
                  <a:cs typeface="Arial"/>
                </a:defRPr>
              </a:lvl4pPr>
              <a:lvl5pPr algn="l">
                <a:defRPr sz="559" b="0">
                  <a:solidFill>
                    <a:srgbClr val="65727C"/>
                  </a:solidFill>
                  <a:latin typeface="Arial"/>
                  <a:ea typeface="Arial"/>
                  <a:cs typeface="Arial"/>
                </a:defRPr>
              </a:lvl5pPr>
              <a:lvl6pPr algn="l">
                <a:defRPr sz="559" b="0">
                  <a:solidFill>
                    <a:srgbClr val="65727C"/>
                  </a:solidFill>
                  <a:latin typeface="Arial"/>
                  <a:ea typeface="Arial"/>
                  <a:cs typeface="Arial"/>
                </a:defRPr>
              </a:lvl6pPr>
              <a:lvl7pPr algn="l">
                <a:defRPr sz="559" b="0">
                  <a:solidFill>
                    <a:srgbClr val="65727C"/>
                  </a:solidFill>
                  <a:latin typeface="Arial"/>
                  <a:ea typeface="Arial"/>
                  <a:cs typeface="Arial"/>
                </a:defRPr>
              </a:lvl7pPr>
              <a:lvl8pPr algn="l">
                <a:defRPr sz="559" b="0">
                  <a:solidFill>
                    <a:srgbClr val="65727C"/>
                  </a:solidFill>
                  <a:latin typeface="Arial"/>
                  <a:ea typeface="Arial"/>
                  <a:cs typeface="Arial"/>
                </a:defRPr>
              </a:lvl8pPr>
              <a:lvl9pPr algn="l">
                <a:defRPr sz="559" b="0">
                  <a:solidFill>
                    <a:srgbClr val="65727C"/>
                  </a:solidFill>
                  <a:latin typeface="Arial"/>
                  <a:ea typeface="Arial"/>
                  <a:cs typeface="Arial"/>
                </a:defRPr>
              </a:lvl9pPr>
            </a:lstStyle>
            <a:p>
              <a:pPr algn="l">
                <a:defRPr sz="559" b="0">
                  <a:solidFill>
                    <a:srgbClr val="65727C"/>
                  </a:solidFill>
                  <a:latin typeface="Arial"/>
                  <a:ea typeface="Arial"/>
                  <a:cs typeface="Arial"/>
                </a:defRPr>
              </a:pPr>
              <a:r>
                <a:rPr sz="559" b="0">
                  <a:solidFill>
                    <a:srgbClr val="65727C"/>
                  </a:solidFill>
                  <a:latin typeface="Arial"/>
                  <a:ea typeface="Arial"/>
                  <a:cs typeface="Arial"/>
                </a:rPr>
                <a:t>NSW</a:t>
              </a:r>
            </a:p>
          </p:txBody>
        </p:sp>
        <p:sp>
          <p:nvSpPr>
            <p:cNvPr id="128" name="text_127">
              <a:extLst>
                <a:ext uri="{FF2B5EF4-FFF2-40B4-BE49-F238E27FC236}">
                  <ns2:creationId id="{C591B963-96AD-4499-B113-FA2529E2CE11}"/>
                </a:ext>
              </a:extLst>
            </p:cNvPr>
            <p:cNvSpPr>
              <a:spLocks noGrp="1"/>
            </p:cNvSpPr>
            <p:nvPr/>
          </p:nvSpPr>
          <p:spPr>
            <a:xfrm rot="0">
              <a:off x="3478670" y="8252144"/>
              <a:ext cx="428625" cy="190500"/>
            </a:xfrm>
            <a:prstGeom prst="rect">
              <a:avLst/>
            </a:prstGeom>
            <a:noFill/>
            <a:ln w="0">
              <a:noFill/>
              <a:prstDash val="solid"/>
            </a:ln>
          </p:spPr>
          <p:txBody>
            <a:bodyPr wrap="none" lIns="0" tIns="0" rIns="0" bIns="0" anchor="t">
              <a:noAutofit/>
            </a:bodyPr>
            <a:lstStyle>
              <a:defPPr algn="l">
                <a:defRPr sz="559" b="0">
                  <a:solidFill>
                    <a:srgbClr val="65727C"/>
                  </a:solidFill>
                  <a:latin typeface="Arial"/>
                  <a:ea typeface="Arial"/>
                  <a:cs typeface="Arial"/>
                </a:defRPr>
              </a:defPPr>
              <a:lvl1pPr algn="l">
                <a:defRPr sz="559" b="0">
                  <a:solidFill>
                    <a:srgbClr val="65727C"/>
                  </a:solidFill>
                  <a:latin typeface="Arial"/>
                  <a:ea typeface="Arial"/>
                  <a:cs typeface="Arial"/>
                </a:defRPr>
              </a:lvl1pPr>
              <a:lvl2pPr algn="l">
                <a:defRPr sz="559" b="0">
                  <a:solidFill>
                    <a:srgbClr val="65727C"/>
                  </a:solidFill>
                  <a:latin typeface="Arial"/>
                  <a:ea typeface="Arial"/>
                  <a:cs typeface="Arial"/>
                </a:defRPr>
              </a:lvl2pPr>
              <a:lvl3pPr algn="l">
                <a:defRPr sz="559" b="0">
                  <a:solidFill>
                    <a:srgbClr val="65727C"/>
                  </a:solidFill>
                  <a:latin typeface="Arial"/>
                  <a:ea typeface="Arial"/>
                  <a:cs typeface="Arial"/>
                </a:defRPr>
              </a:lvl3pPr>
              <a:lvl4pPr algn="l">
                <a:defRPr sz="559" b="0">
                  <a:solidFill>
                    <a:srgbClr val="65727C"/>
                  </a:solidFill>
                  <a:latin typeface="Arial"/>
                  <a:ea typeface="Arial"/>
                  <a:cs typeface="Arial"/>
                </a:defRPr>
              </a:lvl4pPr>
              <a:lvl5pPr algn="l">
                <a:defRPr sz="559" b="0">
                  <a:solidFill>
                    <a:srgbClr val="65727C"/>
                  </a:solidFill>
                  <a:latin typeface="Arial"/>
                  <a:ea typeface="Arial"/>
                  <a:cs typeface="Arial"/>
                </a:defRPr>
              </a:lvl5pPr>
              <a:lvl6pPr algn="l">
                <a:defRPr sz="559" b="0">
                  <a:solidFill>
                    <a:srgbClr val="65727C"/>
                  </a:solidFill>
                  <a:latin typeface="Arial"/>
                  <a:ea typeface="Arial"/>
                  <a:cs typeface="Arial"/>
                </a:defRPr>
              </a:lvl6pPr>
              <a:lvl7pPr algn="l">
                <a:defRPr sz="559" b="0">
                  <a:solidFill>
                    <a:srgbClr val="65727C"/>
                  </a:solidFill>
                  <a:latin typeface="Arial"/>
                  <a:ea typeface="Arial"/>
                  <a:cs typeface="Arial"/>
                </a:defRPr>
              </a:lvl7pPr>
              <a:lvl8pPr algn="l">
                <a:defRPr sz="559" b="0">
                  <a:solidFill>
                    <a:srgbClr val="65727C"/>
                  </a:solidFill>
                  <a:latin typeface="Arial"/>
                  <a:ea typeface="Arial"/>
                  <a:cs typeface="Arial"/>
                </a:defRPr>
              </a:lvl8pPr>
              <a:lvl9pPr algn="l">
                <a:defRPr sz="559" b="0">
                  <a:solidFill>
                    <a:srgbClr val="65727C"/>
                  </a:solidFill>
                  <a:latin typeface="Arial"/>
                  <a:ea typeface="Arial"/>
                  <a:cs typeface="Arial"/>
                </a:defRPr>
              </a:lvl9pPr>
            </a:lstStyle>
            <a:p>
              <a:pPr algn="l">
                <a:defRPr sz="559" b="0">
                  <a:solidFill>
                    <a:srgbClr val="65727C"/>
                  </a:solidFill>
                  <a:latin typeface="Arial"/>
                  <a:ea typeface="Arial"/>
                  <a:cs typeface="Arial"/>
                </a:defRPr>
              </a:pPr>
              <a:r>
                <a:rPr sz="559" b="0">
                  <a:solidFill>
                    <a:srgbClr val="65727C"/>
                  </a:solidFill>
                  <a:latin typeface="Arial"/>
                  <a:ea typeface="Arial"/>
                  <a:cs typeface="Arial"/>
                </a:rPr>
                <a:t>VIC</a:t>
              </a:r>
            </a:p>
          </p:txBody>
        </p:sp>
        <p:sp>
          <p:nvSpPr>
            <p:cNvPr id="129" name="line_128">
              <a:extLst>
                <a:ext uri="{FF2B5EF4-FFF2-40B4-BE49-F238E27FC236}">
                  <ns2:creationId id="{F1B74BA2-8A94-4589-949D-66AAA4B03498}"/>
                </a:ext>
              </a:extLst>
            </p:cNvPr>
            <p:cNvSpPr>
              <a:spLocks noGrp="1"/>
            </p:cNvSpPr>
            <p:nvPr/>
          </p:nvSpPr>
          <p:spPr>
            <a:xfrm>
              <a:off x="4925481" y="8429625"/>
              <a:ext cx="322794" cy="95"/>
            </a:xfrm>
            <a:custGeom>
              <a:pathLst>
                <a:path w="322794" h="95">
                  <a:moveTo>
                    <a:pt x="0" y="0"/>
                  </a:moveTo>
                  <a:lnTo>
                    <a:pt x="322794" y="0"/>
                  </a:lnTo>
                </a:path>
              </a:pathLst>
            </a:custGeom>
            <a:noFill/>
            <a:ln w="9470">
              <a:solidFill>
                <a:srgbClr val="000000"/>
              </a:solidFill>
              <a:prstDash val="solid"/>
            </a:ln>
          </p:spPr>
        </p:sp>
        <p:sp>
          <p:nvSpPr>
            <p:cNvPr id="130" name="line_129">
              <a:extLst>
                <a:ext uri="{FF2B5EF4-FFF2-40B4-BE49-F238E27FC236}">
                  <ns2:creationId id="{93C01116-D179-4757-8FF6-F108B375BA7A}"/>
                </a:ext>
              </a:extLst>
            </p:cNvPr>
            <p:cNvSpPr>
              <a:spLocks noGrp="1"/>
            </p:cNvSpPr>
            <p:nvPr/>
          </p:nvSpPr>
          <p:spPr>
            <a:xfrm>
              <a:off x="4925481" y="8401050"/>
              <a:ext cx="95" cy="57150"/>
            </a:xfrm>
            <a:custGeom>
              <a:pathLst>
                <a:path w="95" h="57150">
                  <a:moveTo>
                    <a:pt x="0" y="0"/>
                  </a:moveTo>
                  <a:lnTo>
                    <a:pt x="0" y="57150"/>
                  </a:lnTo>
                </a:path>
              </a:pathLst>
            </a:custGeom>
            <a:noFill/>
            <a:ln w="7694">
              <a:solidFill>
                <a:srgbClr val="000000"/>
              </a:solidFill>
              <a:prstDash val="solid"/>
            </a:ln>
          </p:spPr>
        </p:sp>
        <p:sp>
          <p:nvSpPr>
            <p:cNvPr id="131" name="line_130">
              <a:extLst>
                <a:ext uri="{FF2B5EF4-FFF2-40B4-BE49-F238E27FC236}">
                  <ns2:creationId id="{E9AD0C92-B4F0-42A7-92AC-D464826A7E4B}"/>
                </a:ext>
              </a:extLst>
            </p:cNvPr>
            <p:cNvSpPr>
              <a:spLocks noGrp="1"/>
            </p:cNvSpPr>
            <p:nvPr/>
          </p:nvSpPr>
          <p:spPr>
            <a:xfrm>
              <a:off x="5248275" y="8401050"/>
              <a:ext cx="95" cy="57150"/>
            </a:xfrm>
            <a:custGeom>
              <a:pathLst>
                <a:path w="95" h="57150">
                  <a:moveTo>
                    <a:pt x="0" y="0"/>
                  </a:moveTo>
                  <a:lnTo>
                    <a:pt x="0" y="57150"/>
                  </a:lnTo>
                </a:path>
              </a:pathLst>
            </a:custGeom>
            <a:noFill/>
            <a:ln w="7694">
              <a:solidFill>
                <a:srgbClr val="000000"/>
              </a:solidFill>
              <a:prstDash val="solid"/>
            </a:ln>
          </p:spPr>
        </p:sp>
        <p:sp>
          <p:nvSpPr>
            <p:cNvPr id="132" name="text_131">
              <a:extLst>
                <a:ext uri="{FF2B5EF4-FFF2-40B4-BE49-F238E27FC236}">
                  <ns2:creationId id="{AB438660-CBF5-4F95-AD52-E8197B02CA72}"/>
                </a:ext>
              </a:extLst>
            </p:cNvPr>
            <p:cNvSpPr>
              <a:spLocks noGrp="1"/>
            </p:cNvSpPr>
            <p:nvPr/>
          </p:nvSpPr>
          <p:spPr>
            <a:xfrm rot="0">
              <a:off x="4858806" y="8229600"/>
              <a:ext cx="456144" cy="200025"/>
            </a:xfrm>
            <a:prstGeom prst="rect">
              <a:avLst/>
            </a:prstGeom>
            <a:noFill/>
            <a:ln w="0">
              <a:noFill/>
              <a:prstDash val="solid"/>
            </a:ln>
          </p:spPr>
          <p:txBody>
            <a:bodyPr wrap="none" lIns="0" tIns="0" rIns="0" bIns="0" anchor="t">
              <a:noAutofit/>
            </a:bodyPr>
            <a:lstStyle>
              <a:defPPr algn="ctr">
                <a:defRPr sz="559" b="0">
                  <a:solidFill>
                    <a:srgbClr val="000000"/>
                  </a:solidFill>
                  <a:latin typeface="Arial"/>
                  <a:ea typeface="Arial"/>
                  <a:cs typeface="Arial"/>
                </a:defRPr>
              </a:defPPr>
              <a:lvl1pPr algn="ctr">
                <a:defRPr sz="559" b="0">
                  <a:solidFill>
                    <a:srgbClr val="000000"/>
                  </a:solidFill>
                  <a:latin typeface="Arial"/>
                  <a:ea typeface="Arial"/>
                  <a:cs typeface="Arial"/>
                </a:defRPr>
              </a:lvl1pPr>
              <a:lvl2pPr algn="ctr">
                <a:defRPr sz="559" b="0">
                  <a:solidFill>
                    <a:srgbClr val="000000"/>
                  </a:solidFill>
                  <a:latin typeface="Arial"/>
                  <a:ea typeface="Arial"/>
                  <a:cs typeface="Arial"/>
                </a:defRPr>
              </a:lvl2pPr>
              <a:lvl3pPr algn="ctr">
                <a:defRPr sz="559" b="0">
                  <a:solidFill>
                    <a:srgbClr val="000000"/>
                  </a:solidFill>
                  <a:latin typeface="Arial"/>
                  <a:ea typeface="Arial"/>
                  <a:cs typeface="Arial"/>
                </a:defRPr>
              </a:lvl3pPr>
              <a:lvl4pPr algn="ctr">
                <a:defRPr sz="559" b="0">
                  <a:solidFill>
                    <a:srgbClr val="000000"/>
                  </a:solidFill>
                  <a:latin typeface="Arial"/>
                  <a:ea typeface="Arial"/>
                  <a:cs typeface="Arial"/>
                </a:defRPr>
              </a:lvl4pPr>
              <a:lvl5pPr algn="ctr">
                <a:defRPr sz="559" b="0">
                  <a:solidFill>
                    <a:srgbClr val="000000"/>
                  </a:solidFill>
                  <a:latin typeface="Arial"/>
                  <a:ea typeface="Arial"/>
                  <a:cs typeface="Arial"/>
                </a:defRPr>
              </a:lvl5pPr>
              <a:lvl6pPr algn="ctr">
                <a:defRPr sz="559" b="0">
                  <a:solidFill>
                    <a:srgbClr val="000000"/>
                  </a:solidFill>
                  <a:latin typeface="Arial"/>
                  <a:ea typeface="Arial"/>
                  <a:cs typeface="Arial"/>
                </a:defRPr>
              </a:lvl6pPr>
              <a:lvl7pPr algn="ctr">
                <a:defRPr sz="559" b="0">
                  <a:solidFill>
                    <a:srgbClr val="000000"/>
                  </a:solidFill>
                  <a:latin typeface="Arial"/>
                  <a:ea typeface="Arial"/>
                  <a:cs typeface="Arial"/>
                </a:defRPr>
              </a:lvl7pPr>
              <a:lvl8pPr algn="ctr">
                <a:defRPr sz="559" b="0">
                  <a:solidFill>
                    <a:srgbClr val="000000"/>
                  </a:solidFill>
                  <a:latin typeface="Arial"/>
                  <a:ea typeface="Arial"/>
                  <a:cs typeface="Arial"/>
                </a:defRPr>
              </a:lvl8pPr>
              <a:lvl9pPr algn="ctr">
                <a:defRPr sz="559" b="0">
                  <a:solidFill>
                    <a:srgbClr val="000000"/>
                  </a:solidFill>
                  <a:latin typeface="Arial"/>
                  <a:ea typeface="Arial"/>
                  <a:cs typeface="Arial"/>
                </a:defRPr>
              </a:lvl9pPr>
            </a:lstStyle>
            <a:p>
              <a:pPr algn="ctr">
                <a:defRPr sz="559" b="0">
                  <a:solidFill>
                    <a:srgbClr val="000000"/>
                  </a:solidFill>
                  <a:latin typeface="Arial"/>
                  <a:ea typeface="Arial"/>
                  <a:cs typeface="Arial"/>
                </a:defRPr>
              </a:pPr>
              <a:r>
                <a:rPr sz="559" b="0">
                  <a:solidFill>
                    <a:srgbClr val="000000"/>
                  </a:solidFill>
                  <a:latin typeface="Arial"/>
                  <a:ea typeface="Arial"/>
                  <a:cs typeface="Arial"/>
                </a:rPr>
                <a:t>200 km</a:t>
              </a:r>
            </a:p>
          </p:txBody>
        </p:sp>
        <p:sp>
          <p:nvSpPr>
            <p:cNvPr id="133" name="ellipse_132">
              <a:extLst>
                <a:ext uri="{FF2B5EF4-FFF2-40B4-BE49-F238E27FC236}">
                  <ns2:creationId id="{88838E96-7D35-4736-BFAC-AEF09809A92F}"/>
                </a:ext>
              </a:extLst>
            </p:cNvPr>
            <p:cNvSpPr>
              <a:spLocks noGrp="1"/>
            </p:cNvSpPr>
            <p:nvPr/>
          </p:nvSpPr>
          <p:spPr>
            <a:xfrm rot="0">
              <a:off x="5060811" y="6895564"/>
              <a:ext cx="112395" cy="112395"/>
            </a:xfrm>
            <a:prstGeom prst="ellipse">
              <a:avLst/>
            </a:prstGeom>
            <a:solidFill>
              <a:srgbClr val="FFFFFF"/>
            </a:solidFill>
            <a:ln w="10653">
              <a:solidFill>
                <a:srgbClr val="FFFFFF"/>
              </a:solidFill>
              <a:prstDash val="solid"/>
            </a:ln>
          </p:spPr>
        </p:sp>
        <p:sp>
          <p:nvSpPr>
            <p:cNvPr id="134" name="A_f18_True">
              <a:extLst>
                <a:ext uri="{FF2B5EF4-FFF2-40B4-BE49-F238E27FC236}">
                  <ns2:creationId id="{6ACEE4AF-6533-4518-87CF-5198A3380D33}"/>
                </a:ext>
              </a:extLst>
            </p:cNvPr>
            <p:cNvSpPr>
              <a:spLocks noGrp="1"/>
            </p:cNvSpPr>
            <p:nvPr/>
          </p:nvSpPr>
          <p:spPr>
            <a:xfrm rot="0">
              <a:off x="5077956" y="6912709"/>
              <a:ext cx="78105" cy="78105"/>
            </a:xfrm>
            <a:prstGeom prst="ellipse">
              <a:avLst/>
            </a:prstGeom>
            <a:solidFill>
              <a:srgbClr val="FFFFFF"/>
            </a:solidFill>
            <a:ln w="10653">
              <a:solidFill>
                <a:srgbClr val="0072B2"/>
              </a:solidFill>
              <a:prstDash val="solid"/>
            </a:ln>
          </p:spPr>
        </p:sp>
        <p:sp>
          <p:nvSpPr>
            <p:cNvPr id="135" name="text_134">
              <a:extLst>
                <a:ext uri="{FF2B5EF4-FFF2-40B4-BE49-F238E27FC236}">
                  <ns2:creationId id="{A66FD0AE-4854-4424-AC98-8A048C2AF490}"/>
                </a:ext>
              </a:extLst>
            </p:cNvPr>
            <p:cNvSpPr>
              <a:spLocks noGrp="1"/>
            </p:cNvSpPr>
            <p:nvPr/>
          </p:nvSpPr>
          <p:spPr>
            <a:xfrm rot="0">
              <a:off x="4859834" y="6723162"/>
              <a:ext cx="266700" cy="247650"/>
            </a:xfrm>
            <a:prstGeom prst="rect">
              <a:avLst/>
            </a:prstGeom>
            <a:noFill/>
            <a:ln w="0">
              <a:noFill/>
              <a:prstDash val="solid"/>
            </a:ln>
          </p:spPr>
          <p:txBody>
            <a:bodyPr wrap="none" lIns="0" tIns="0" rIns="0" bIns="0" anchor="t">
              <a:noAutofit/>
            </a:bodyPr>
            <a:lstStyle>
              <a:defPPr algn="l">
                <a:defRPr sz="932" b="1">
                  <a:solidFill>
                    <a:srgbClr val="0072B2"/>
                  </a:solidFill>
                  <a:latin typeface="Arial"/>
                  <a:ea typeface="Arial"/>
                  <a:cs typeface="Arial"/>
                </a:defRPr>
              </a:defPPr>
              <a:lvl1pPr algn="l">
                <a:defRPr sz="932" b="1">
                  <a:solidFill>
                    <a:srgbClr val="0072B2"/>
                  </a:solidFill>
                  <a:latin typeface="Arial"/>
                  <a:ea typeface="Arial"/>
                  <a:cs typeface="Arial"/>
                </a:defRPr>
              </a:lvl1pPr>
              <a:lvl2pPr algn="l">
                <a:defRPr sz="932" b="1">
                  <a:solidFill>
                    <a:srgbClr val="0072B2"/>
                  </a:solidFill>
                  <a:latin typeface="Arial"/>
                  <a:ea typeface="Arial"/>
                  <a:cs typeface="Arial"/>
                </a:defRPr>
              </a:lvl2pPr>
              <a:lvl3pPr algn="l">
                <a:defRPr sz="932" b="1">
                  <a:solidFill>
                    <a:srgbClr val="0072B2"/>
                  </a:solidFill>
                  <a:latin typeface="Arial"/>
                  <a:ea typeface="Arial"/>
                  <a:cs typeface="Arial"/>
                </a:defRPr>
              </a:lvl3pPr>
              <a:lvl4pPr algn="l">
                <a:defRPr sz="932" b="1">
                  <a:solidFill>
                    <a:srgbClr val="0072B2"/>
                  </a:solidFill>
                  <a:latin typeface="Arial"/>
                  <a:ea typeface="Arial"/>
                  <a:cs typeface="Arial"/>
                </a:defRPr>
              </a:lvl4pPr>
              <a:lvl5pPr algn="l">
                <a:defRPr sz="932" b="1">
                  <a:solidFill>
                    <a:srgbClr val="0072B2"/>
                  </a:solidFill>
                  <a:latin typeface="Arial"/>
                  <a:ea typeface="Arial"/>
                  <a:cs typeface="Arial"/>
                </a:defRPr>
              </a:lvl5pPr>
              <a:lvl6pPr algn="l">
                <a:defRPr sz="932" b="1">
                  <a:solidFill>
                    <a:srgbClr val="0072B2"/>
                  </a:solidFill>
                  <a:latin typeface="Arial"/>
                  <a:ea typeface="Arial"/>
                  <a:cs typeface="Arial"/>
                </a:defRPr>
              </a:lvl6pPr>
              <a:lvl7pPr algn="l">
                <a:defRPr sz="932" b="1">
                  <a:solidFill>
                    <a:srgbClr val="0072B2"/>
                  </a:solidFill>
                  <a:latin typeface="Arial"/>
                  <a:ea typeface="Arial"/>
                  <a:cs typeface="Arial"/>
                </a:defRPr>
              </a:lvl7pPr>
              <a:lvl8pPr algn="l">
                <a:defRPr sz="932" b="1">
                  <a:solidFill>
                    <a:srgbClr val="0072B2"/>
                  </a:solidFill>
                  <a:latin typeface="Arial"/>
                  <a:ea typeface="Arial"/>
                  <a:cs typeface="Arial"/>
                </a:defRPr>
              </a:lvl8pPr>
              <a:lvl9pPr algn="l">
                <a:defRPr sz="932" b="1">
                  <a:solidFill>
                    <a:srgbClr val="0072B2"/>
                  </a:solidFill>
                  <a:latin typeface="Arial"/>
                  <a:ea typeface="Arial"/>
                  <a:cs typeface="Arial"/>
                </a:defRPr>
              </a:lvl9pPr>
            </a:lstStyle>
            <a:p>
              <a:pPr algn="l">
                <a:defRPr sz="932" b="1">
                  <a:solidFill>
                    <a:srgbClr val="0072B2"/>
                  </a:solidFill>
                  <a:latin typeface="Arial"/>
                  <a:ea typeface="Arial"/>
                  <a:cs typeface="Arial"/>
                </a:defRPr>
              </a:pPr>
              <a:r>
                <a:rPr sz="932" b="1">
                  <a:solidFill>
                    <a:srgbClr val="0072B2"/>
                  </a:solidFill>
                  <a:latin typeface="Arial"/>
                  <a:ea typeface="Arial"/>
                  <a:cs typeface="Arial"/>
                </a:rPr>
                <a:t>A</a:t>
              </a:r>
            </a:p>
          </p:txBody>
        </p:sp>
        <p:sp>
          <p:nvSpPr>
            <p:cNvPr id="136" name="ellipse_135">
              <a:extLst>
                <a:ext uri="{FF2B5EF4-FFF2-40B4-BE49-F238E27FC236}">
                  <ns2:creationId id="{03109C50-306A-4CAE-8456-FAB6BB02E563}"/>
                </a:ext>
              </a:extLst>
            </p:cNvPr>
            <p:cNvSpPr>
              <a:spLocks noGrp="1"/>
            </p:cNvSpPr>
            <p:nvPr/>
          </p:nvSpPr>
          <p:spPr>
            <a:xfrm rot="0">
              <a:off x="4373225" y="8303478"/>
              <a:ext cx="112395" cy="112395"/>
            </a:xfrm>
            <a:prstGeom prst="ellipse">
              <a:avLst/>
            </a:prstGeom>
            <a:solidFill>
              <a:srgbClr val="FFFFFF"/>
            </a:solidFill>
            <a:ln w="10653">
              <a:solidFill>
                <a:srgbClr val="FFFFFF"/>
              </a:solidFill>
              <a:prstDash val="solid"/>
            </a:ln>
          </p:spPr>
        </p:sp>
        <p:sp>
          <p:nvSpPr>
            <p:cNvPr id="137" name="B_f18_True">
              <a:extLst>
                <a:ext uri="{FF2B5EF4-FFF2-40B4-BE49-F238E27FC236}">
                  <ns2:creationId id="{2CD5CC33-F7D8-44C6-BB70-2D8310D4880A}"/>
                </a:ext>
              </a:extLst>
            </p:cNvPr>
            <p:cNvSpPr>
              <a:spLocks noGrp="1"/>
            </p:cNvSpPr>
            <p:nvPr/>
          </p:nvSpPr>
          <p:spPr>
            <a:xfrm rot="0">
              <a:off x="4390370" y="8320623"/>
              <a:ext cx="78105" cy="78105"/>
            </a:xfrm>
            <a:prstGeom prst="ellipse">
              <a:avLst/>
            </a:prstGeom>
            <a:solidFill>
              <a:srgbClr val="FFFFFF"/>
            </a:solidFill>
            <a:ln w="10653">
              <a:solidFill>
                <a:srgbClr val="D55E00"/>
              </a:solidFill>
              <a:prstDash val="solid"/>
            </a:ln>
          </p:spPr>
        </p:sp>
        <p:sp>
          <p:nvSpPr>
            <p:cNvPr id="138" name="text_137">
              <a:extLst>
                <a:ext uri="{FF2B5EF4-FFF2-40B4-BE49-F238E27FC236}">
                  <ns2:creationId id="{0E1DD1A7-97D1-459C-9725-F423311C4572}"/>
                </a:ext>
              </a:extLst>
            </p:cNvPr>
            <p:cNvSpPr>
              <a:spLocks noGrp="1"/>
            </p:cNvSpPr>
            <p:nvPr/>
          </p:nvSpPr>
          <p:spPr>
            <a:xfrm rot="0">
              <a:off x="4505623" y="8131076"/>
              <a:ext cx="266700" cy="247650"/>
            </a:xfrm>
            <a:prstGeom prst="rect">
              <a:avLst/>
            </a:prstGeom>
            <a:noFill/>
            <a:ln w="0">
              <a:noFill/>
              <a:prstDash val="solid"/>
            </a:ln>
          </p:spPr>
          <p:txBody>
            <a:bodyPr wrap="none" lIns="0" tIns="0" rIns="0" bIns="0" anchor="t">
              <a:noAutofit/>
            </a:bodyPr>
            <a:lstStyle>
              <a:defPPr algn="l">
                <a:defRPr sz="932" b="1">
                  <a:solidFill>
                    <a:srgbClr val="D55E00"/>
                  </a:solidFill>
                  <a:latin typeface="Arial"/>
                  <a:ea typeface="Arial"/>
                  <a:cs typeface="Arial"/>
                </a:defRPr>
              </a:defPPr>
              <a:lvl1pPr algn="l">
                <a:defRPr sz="932" b="1">
                  <a:solidFill>
                    <a:srgbClr val="D55E00"/>
                  </a:solidFill>
                  <a:latin typeface="Arial"/>
                  <a:ea typeface="Arial"/>
                  <a:cs typeface="Arial"/>
                </a:defRPr>
              </a:lvl1pPr>
              <a:lvl2pPr algn="l">
                <a:defRPr sz="932" b="1">
                  <a:solidFill>
                    <a:srgbClr val="D55E00"/>
                  </a:solidFill>
                  <a:latin typeface="Arial"/>
                  <a:ea typeface="Arial"/>
                  <a:cs typeface="Arial"/>
                </a:defRPr>
              </a:lvl2pPr>
              <a:lvl3pPr algn="l">
                <a:defRPr sz="932" b="1">
                  <a:solidFill>
                    <a:srgbClr val="D55E00"/>
                  </a:solidFill>
                  <a:latin typeface="Arial"/>
                  <a:ea typeface="Arial"/>
                  <a:cs typeface="Arial"/>
                </a:defRPr>
              </a:lvl3pPr>
              <a:lvl4pPr algn="l">
                <a:defRPr sz="932" b="1">
                  <a:solidFill>
                    <a:srgbClr val="D55E00"/>
                  </a:solidFill>
                  <a:latin typeface="Arial"/>
                  <a:ea typeface="Arial"/>
                  <a:cs typeface="Arial"/>
                </a:defRPr>
              </a:lvl4pPr>
              <a:lvl5pPr algn="l">
                <a:defRPr sz="932" b="1">
                  <a:solidFill>
                    <a:srgbClr val="D55E00"/>
                  </a:solidFill>
                  <a:latin typeface="Arial"/>
                  <a:ea typeface="Arial"/>
                  <a:cs typeface="Arial"/>
                </a:defRPr>
              </a:lvl5pPr>
              <a:lvl6pPr algn="l">
                <a:defRPr sz="932" b="1">
                  <a:solidFill>
                    <a:srgbClr val="D55E00"/>
                  </a:solidFill>
                  <a:latin typeface="Arial"/>
                  <a:ea typeface="Arial"/>
                  <a:cs typeface="Arial"/>
                </a:defRPr>
              </a:lvl6pPr>
              <a:lvl7pPr algn="l">
                <a:defRPr sz="932" b="1">
                  <a:solidFill>
                    <a:srgbClr val="D55E00"/>
                  </a:solidFill>
                  <a:latin typeface="Arial"/>
                  <a:ea typeface="Arial"/>
                  <a:cs typeface="Arial"/>
                </a:defRPr>
              </a:lvl7pPr>
              <a:lvl8pPr algn="l">
                <a:defRPr sz="932" b="1">
                  <a:solidFill>
                    <a:srgbClr val="D55E00"/>
                  </a:solidFill>
                  <a:latin typeface="Arial"/>
                  <a:ea typeface="Arial"/>
                  <a:cs typeface="Arial"/>
                </a:defRPr>
              </a:lvl8pPr>
              <a:lvl9pPr algn="l">
                <a:defRPr sz="932" b="1">
                  <a:solidFill>
                    <a:srgbClr val="D55E00"/>
                  </a:solidFill>
                  <a:latin typeface="Arial"/>
                  <a:ea typeface="Arial"/>
                  <a:cs typeface="Arial"/>
                </a:defRPr>
              </a:lvl9pPr>
            </a:lstStyle>
            <a:p>
              <a:pPr algn="l">
                <a:defRPr sz="932" b="1">
                  <a:solidFill>
                    <a:srgbClr val="D55E00"/>
                  </a:solidFill>
                  <a:latin typeface="Arial"/>
                  <a:ea typeface="Arial"/>
                  <a:cs typeface="Arial"/>
                </a:defRPr>
              </a:pPr>
              <a:r>
                <a:rPr sz="932" b="1">
                  <a:solidFill>
                    <a:srgbClr val="D55E00"/>
                  </a:solidFill>
                  <a:latin typeface="Arial"/>
                  <a:ea typeface="Arial"/>
                  <a:cs typeface="Arial"/>
                </a:rPr>
                <a:t>B</a:t>
              </a:r>
            </a:p>
          </p:txBody>
        </p:sp>
        <p:sp>
          <p:nvSpPr>
            <p:cNvPr id="139" name="ellipse_138">
              <a:extLst>
                <a:ext uri="{FF2B5EF4-FFF2-40B4-BE49-F238E27FC236}">
                  <ns2:creationId id="{7E0BF7B8-FE92-4BDC-B39D-8404B4A47CF4}"/>
                </a:ext>
              </a:extLst>
            </p:cNvPr>
            <p:cNvSpPr>
              <a:spLocks noGrp="1"/>
            </p:cNvSpPr>
            <p:nvPr/>
          </p:nvSpPr>
          <p:spPr>
            <a:xfrm rot="0">
              <a:off x="3914835" y="6830080"/>
              <a:ext cx="112395" cy="112395"/>
            </a:xfrm>
            <a:prstGeom prst="ellipse">
              <a:avLst/>
            </a:prstGeom>
            <a:solidFill>
              <a:srgbClr val="FFFFFF"/>
            </a:solidFill>
            <a:ln w="10653">
              <a:solidFill>
                <a:srgbClr val="FFFFFF"/>
              </a:solidFill>
              <a:prstDash val="solid"/>
            </a:ln>
          </p:spPr>
        </p:sp>
        <p:sp>
          <p:nvSpPr>
            <p:cNvPr id="140" name="C_f18_True">
              <a:extLst>
                <a:ext uri="{FF2B5EF4-FFF2-40B4-BE49-F238E27FC236}">
                  <ns2:creationId id="{E66680FA-C01A-4B0A-AB6D-94D50BECA8E3}"/>
                </a:ext>
              </a:extLst>
            </p:cNvPr>
            <p:cNvSpPr>
              <a:spLocks noGrp="1"/>
            </p:cNvSpPr>
            <p:nvPr/>
          </p:nvSpPr>
          <p:spPr>
            <a:xfrm rot="0">
              <a:off x="3931980" y="6847225"/>
              <a:ext cx="78105" cy="78105"/>
            </a:xfrm>
            <a:prstGeom prst="ellipse">
              <a:avLst/>
            </a:prstGeom>
            <a:solidFill>
              <a:srgbClr val="FFFFFF"/>
            </a:solidFill>
            <a:ln w="10653">
              <a:solidFill>
                <a:srgbClr val="009E73"/>
              </a:solidFill>
              <a:prstDash val="solid"/>
            </a:ln>
          </p:spPr>
        </p:sp>
        <p:sp>
          <p:nvSpPr>
            <p:cNvPr id="141" name="text_140">
              <a:extLst>
                <a:ext uri="{FF2B5EF4-FFF2-40B4-BE49-F238E27FC236}">
                  <ns2:creationId id="{EEB25C82-7419-457A-BE1F-0AC76E2035A7}"/>
                </a:ext>
              </a:extLst>
            </p:cNvPr>
            <p:cNvSpPr>
              <a:spLocks noGrp="1"/>
            </p:cNvSpPr>
            <p:nvPr/>
          </p:nvSpPr>
          <p:spPr>
            <a:xfrm rot="0">
              <a:off x="4047232" y="6657677"/>
              <a:ext cx="266700" cy="247650"/>
            </a:xfrm>
            <a:prstGeom prst="rect">
              <a:avLst/>
            </a:prstGeom>
            <a:noFill/>
            <a:ln w="0">
              <a:noFill/>
              <a:prstDash val="solid"/>
            </a:ln>
          </p:spPr>
          <p:txBody>
            <a:bodyPr wrap="none" lIns="0" tIns="0" rIns="0" bIns="0" anchor="t">
              <a:noAutofit/>
            </a:bodyPr>
            <a:lstStyle>
              <a:defPPr algn="l">
                <a:defRPr sz="932" b="1">
                  <a:solidFill>
                    <a:srgbClr val="009E73"/>
                  </a:solidFill>
                  <a:latin typeface="Arial"/>
                  <a:ea typeface="Arial"/>
                  <a:cs typeface="Arial"/>
                </a:defRPr>
              </a:defPPr>
              <a:lvl1pPr algn="l">
                <a:defRPr sz="932" b="1">
                  <a:solidFill>
                    <a:srgbClr val="009E73"/>
                  </a:solidFill>
                  <a:latin typeface="Arial"/>
                  <a:ea typeface="Arial"/>
                  <a:cs typeface="Arial"/>
                </a:defRPr>
              </a:lvl1pPr>
              <a:lvl2pPr algn="l">
                <a:defRPr sz="932" b="1">
                  <a:solidFill>
                    <a:srgbClr val="009E73"/>
                  </a:solidFill>
                  <a:latin typeface="Arial"/>
                  <a:ea typeface="Arial"/>
                  <a:cs typeface="Arial"/>
                </a:defRPr>
              </a:lvl2pPr>
              <a:lvl3pPr algn="l">
                <a:defRPr sz="932" b="1">
                  <a:solidFill>
                    <a:srgbClr val="009E73"/>
                  </a:solidFill>
                  <a:latin typeface="Arial"/>
                  <a:ea typeface="Arial"/>
                  <a:cs typeface="Arial"/>
                </a:defRPr>
              </a:lvl3pPr>
              <a:lvl4pPr algn="l">
                <a:defRPr sz="932" b="1">
                  <a:solidFill>
                    <a:srgbClr val="009E73"/>
                  </a:solidFill>
                  <a:latin typeface="Arial"/>
                  <a:ea typeface="Arial"/>
                  <a:cs typeface="Arial"/>
                </a:defRPr>
              </a:lvl4pPr>
              <a:lvl5pPr algn="l">
                <a:defRPr sz="932" b="1">
                  <a:solidFill>
                    <a:srgbClr val="009E73"/>
                  </a:solidFill>
                  <a:latin typeface="Arial"/>
                  <a:ea typeface="Arial"/>
                  <a:cs typeface="Arial"/>
                </a:defRPr>
              </a:lvl5pPr>
              <a:lvl6pPr algn="l">
                <a:defRPr sz="932" b="1">
                  <a:solidFill>
                    <a:srgbClr val="009E73"/>
                  </a:solidFill>
                  <a:latin typeface="Arial"/>
                  <a:ea typeface="Arial"/>
                  <a:cs typeface="Arial"/>
                </a:defRPr>
              </a:lvl6pPr>
              <a:lvl7pPr algn="l">
                <a:defRPr sz="932" b="1">
                  <a:solidFill>
                    <a:srgbClr val="009E73"/>
                  </a:solidFill>
                  <a:latin typeface="Arial"/>
                  <a:ea typeface="Arial"/>
                  <a:cs typeface="Arial"/>
                </a:defRPr>
              </a:lvl7pPr>
              <a:lvl8pPr algn="l">
                <a:defRPr sz="932" b="1">
                  <a:solidFill>
                    <a:srgbClr val="009E73"/>
                  </a:solidFill>
                  <a:latin typeface="Arial"/>
                  <a:ea typeface="Arial"/>
                  <a:cs typeface="Arial"/>
                </a:defRPr>
              </a:lvl8pPr>
              <a:lvl9pPr algn="l">
                <a:defRPr sz="932" b="1">
                  <a:solidFill>
                    <a:srgbClr val="009E73"/>
                  </a:solidFill>
                  <a:latin typeface="Arial"/>
                  <a:ea typeface="Arial"/>
                  <a:cs typeface="Arial"/>
                </a:defRPr>
              </a:lvl9pPr>
            </a:lstStyle>
            <a:p>
              <a:pPr algn="l">
                <a:defRPr sz="932" b="1">
                  <a:solidFill>
                    <a:srgbClr val="009E73"/>
                  </a:solidFill>
                  <a:latin typeface="Arial"/>
                  <a:ea typeface="Arial"/>
                  <a:cs typeface="Arial"/>
                </a:defRPr>
              </a:pPr>
              <a:r>
                <a:rPr sz="932" b="1">
                  <a:solidFill>
                    <a:srgbClr val="009E73"/>
                  </a:solidFill>
                  <a:latin typeface="Arial"/>
                  <a:ea typeface="Arial"/>
                  <a:cs typeface="Arial"/>
                </a:rPr>
                <a:t>C</a:t>
              </a:r>
            </a:p>
          </p:txBody>
        </p:sp>
        <p:pic>
          <p:nvPicPr>
            <p:cNvPr id="142" name="">
              <a:extLst>
                <a:ext uri="{FF2B5EF4-FFF2-40B4-BE49-F238E27FC236}">
                  <ns2:creationId id="{E0470E6C-2C1D-44EE-A0E8-936B55901516}"/>
                </a:ext>
              </a:extLst>
            </p:cNvPr>
            <p:cNvPicPr>
              <a:picLocks noChangeAspect="1"/>
            </p:cNvPicPr>
            <p:nvPr/>
          </p:nvPicPr>
          <p:blipFill>
            <a:blip r:embed="Rf7d9d49a9e9648f9"/>
            <a:stretch/>
          </p:blipFill>
          <p:spPr>
            <a:xfrm>
              <a:off x="5962650" y="6477000"/>
              <a:ext cx="2095500" cy="2095500"/>
            </a:xfrm>
            <a:prstGeom prst="rect">
              <a:avLst/>
            </a:prstGeom>
          </p:spPr>
        </p:pic>
        <p:sp>
          <p:nvSpPr>
            <p:cNvPr id="143" name="rect_142">
              <a:extLst>
                <a:ext uri="{FF2B5EF4-FFF2-40B4-BE49-F238E27FC236}">
                  <ns2:creationId id="{408FD929-7EA5-4BF6-B640-E9E456DC4B8F}"/>
                </a:ext>
              </a:extLst>
            </p:cNvPr>
            <p:cNvSpPr>
              <a:spLocks noGrp="1"/>
            </p:cNvSpPr>
            <p:nvPr/>
          </p:nvSpPr>
          <p:spPr>
            <a:xfrm rot="0">
              <a:off x="5962650" y="6477000"/>
              <a:ext cx="2095500" cy="2095500"/>
            </a:xfrm>
            <a:prstGeom prst="rect">
              <a:avLst/>
            </a:prstGeom>
            <a:noFill/>
            <a:ln w="4143">
              <a:solidFill>
                <a:srgbClr val="65727C"/>
              </a:solidFill>
              <a:prstDash val="solid"/>
            </a:ln>
          </p:spPr>
        </p:sp>
        <p:sp>
          <p:nvSpPr>
            <p:cNvPr id="144" name="line_143">
              <a:extLst>
                <a:ext uri="{FF2B5EF4-FFF2-40B4-BE49-F238E27FC236}">
                  <ns2:creationId id="{5AA2EA29-F3AE-42C8-A157-89E1F0A958AA}"/>
                </a:ext>
              </a:extLst>
            </p:cNvPr>
            <p:cNvSpPr>
              <a:spLocks noGrp="1"/>
            </p:cNvSpPr>
            <p:nvPr/>
          </p:nvSpPr>
          <p:spPr>
            <a:xfrm>
              <a:off x="6224549" y="8572500"/>
              <a:ext cx="95" cy="38100"/>
            </a:xfrm>
            <a:custGeom>
              <a:pathLst>
                <a:path w="95" h="38100">
                  <a:moveTo>
                    <a:pt x="0" y="0"/>
                  </a:moveTo>
                  <a:lnTo>
                    <a:pt x="0" y="38100"/>
                  </a:lnTo>
                </a:path>
              </a:pathLst>
            </a:custGeom>
            <a:noFill/>
            <a:ln w="4735">
              <a:solidFill>
                <a:srgbClr val="65727C"/>
              </a:solidFill>
              <a:prstDash val="solid"/>
            </a:ln>
          </p:spPr>
        </p:sp>
        <p:sp>
          <p:nvSpPr>
            <p:cNvPr id="145" name="text_144">
              <a:extLst>
                <a:ext uri="{FF2B5EF4-FFF2-40B4-BE49-F238E27FC236}">
                  <ns2:creationId id="{87585F79-7F7B-4AC7-BFEE-39EE0C7FC927}"/>
                </a:ext>
              </a:extLst>
            </p:cNvPr>
            <p:cNvSpPr>
              <a:spLocks noGrp="1"/>
            </p:cNvSpPr>
            <p:nvPr/>
          </p:nvSpPr>
          <p:spPr>
            <a:xfrm rot="0">
              <a:off x="6014999" y="8629650"/>
              <a:ext cx="419100" cy="219075"/>
            </a:xfrm>
            <a:prstGeom prst="rect">
              <a:avLst/>
            </a:prstGeom>
            <a:noFill/>
            <a:ln w="0">
              <a:noFill/>
              <a:prstDash val="solid"/>
            </a:ln>
          </p:spPr>
          <p:txBody>
            <a:bodyPr wrap="none" lIns="0" tIns="0" rIns="0" bIns="0" anchor="t">
              <a:noAutofit/>
            </a:bodyPr>
            <a:lstStyle>
              <a:defPPr algn="ctr">
                <a:defRPr sz="699" b="0">
                  <a:solidFill>
                    <a:srgbClr val="000000"/>
                  </a:solidFill>
                  <a:latin typeface="Arial"/>
                  <a:ea typeface="Arial"/>
                  <a:cs typeface="Arial"/>
                </a:defRPr>
              </a:defPPr>
              <a:lvl1pPr algn="ctr">
                <a:defRPr sz="699" b="0">
                  <a:solidFill>
                    <a:srgbClr val="000000"/>
                  </a:solidFill>
                  <a:latin typeface="Arial"/>
                  <a:ea typeface="Arial"/>
                  <a:cs typeface="Arial"/>
                </a:defRPr>
              </a:lvl1pPr>
              <a:lvl2pPr algn="ctr">
                <a:defRPr sz="699" b="0">
                  <a:solidFill>
                    <a:srgbClr val="000000"/>
                  </a:solidFill>
                  <a:latin typeface="Arial"/>
                  <a:ea typeface="Arial"/>
                  <a:cs typeface="Arial"/>
                </a:defRPr>
              </a:lvl2pPr>
              <a:lvl3pPr algn="ctr">
                <a:defRPr sz="699" b="0">
                  <a:solidFill>
                    <a:srgbClr val="000000"/>
                  </a:solidFill>
                  <a:latin typeface="Arial"/>
                  <a:ea typeface="Arial"/>
                  <a:cs typeface="Arial"/>
                </a:defRPr>
              </a:lvl3pPr>
              <a:lvl4pPr algn="ctr">
                <a:defRPr sz="699" b="0">
                  <a:solidFill>
                    <a:srgbClr val="000000"/>
                  </a:solidFill>
                  <a:latin typeface="Arial"/>
                  <a:ea typeface="Arial"/>
                  <a:cs typeface="Arial"/>
                </a:defRPr>
              </a:lvl4pPr>
              <a:lvl5pPr algn="ctr">
                <a:defRPr sz="699" b="0">
                  <a:solidFill>
                    <a:srgbClr val="000000"/>
                  </a:solidFill>
                  <a:latin typeface="Arial"/>
                  <a:ea typeface="Arial"/>
                  <a:cs typeface="Arial"/>
                </a:defRPr>
              </a:lvl5pPr>
              <a:lvl6pPr algn="ctr">
                <a:defRPr sz="699" b="0">
                  <a:solidFill>
                    <a:srgbClr val="000000"/>
                  </a:solidFill>
                  <a:latin typeface="Arial"/>
                  <a:ea typeface="Arial"/>
                  <a:cs typeface="Arial"/>
                </a:defRPr>
              </a:lvl6pPr>
              <a:lvl7pPr algn="ctr">
                <a:defRPr sz="699" b="0">
                  <a:solidFill>
                    <a:srgbClr val="000000"/>
                  </a:solidFill>
                  <a:latin typeface="Arial"/>
                  <a:ea typeface="Arial"/>
                  <a:cs typeface="Arial"/>
                </a:defRPr>
              </a:lvl7pPr>
              <a:lvl8pPr algn="ctr">
                <a:defRPr sz="699" b="0">
                  <a:solidFill>
                    <a:srgbClr val="000000"/>
                  </a:solidFill>
                  <a:latin typeface="Arial"/>
                  <a:ea typeface="Arial"/>
                  <a:cs typeface="Arial"/>
                </a:defRPr>
              </a:lvl8pPr>
              <a:lvl9pPr algn="ctr">
                <a:defRPr sz="699" b="0">
                  <a:solidFill>
                    <a:srgbClr val="000000"/>
                  </a:solidFill>
                  <a:latin typeface="Arial"/>
                  <a:ea typeface="Arial"/>
                  <a:cs typeface="Arial"/>
                </a:defRPr>
              </a:lvl9pPr>
            </a:lstStyle>
            <a:p>
              <a:pPr algn="ctr">
                <a:defRPr sz="699" b="0">
                  <a:solidFill>
                    <a:srgbClr val="000000"/>
                  </a:solidFill>
                  <a:latin typeface="Arial"/>
                  <a:ea typeface="Arial"/>
                  <a:cs typeface="Arial"/>
                </a:defRPr>
              </a:pPr>
              <a:r>
                <a:rPr sz="699" b="0">
                  <a:solidFill>
                    <a:srgbClr val="000000"/>
                  </a:solidFill>
                  <a:latin typeface="Arial"/>
                  <a:ea typeface="Arial"/>
                  <a:cs typeface="Arial"/>
                </a:rPr>
                <a:t>142 E</a:t>
              </a:r>
            </a:p>
          </p:txBody>
        </p:sp>
        <p:sp>
          <p:nvSpPr>
            <p:cNvPr id="146" name="line_145">
              <a:extLst>
                <a:ext uri="{FF2B5EF4-FFF2-40B4-BE49-F238E27FC236}">
                  <ns2:creationId id="{F0A2E3C8-372C-4DE5-85C4-DDC7673C32D2}"/>
                </a:ext>
              </a:extLst>
            </p:cNvPr>
            <p:cNvSpPr>
              <a:spLocks noGrp="1"/>
            </p:cNvSpPr>
            <p:nvPr/>
          </p:nvSpPr>
          <p:spPr>
            <a:xfrm>
              <a:off x="7133138" y="8572500"/>
              <a:ext cx="95" cy="38100"/>
            </a:xfrm>
            <a:custGeom>
              <a:pathLst>
                <a:path w="95" h="38100">
                  <a:moveTo>
                    <a:pt x="0" y="0"/>
                  </a:moveTo>
                  <a:lnTo>
                    <a:pt x="0" y="38100"/>
                  </a:lnTo>
                </a:path>
              </a:pathLst>
            </a:custGeom>
            <a:noFill/>
            <a:ln w="4735">
              <a:solidFill>
                <a:srgbClr val="65727C"/>
              </a:solidFill>
              <a:prstDash val="solid"/>
            </a:ln>
          </p:spPr>
        </p:sp>
        <p:sp>
          <p:nvSpPr>
            <p:cNvPr id="147" name="text_146">
              <a:extLst>
                <a:ext uri="{FF2B5EF4-FFF2-40B4-BE49-F238E27FC236}">
                  <ns2:creationId id="{08FC488F-D3F5-42C6-9EA1-4FED038692E8}"/>
                </a:ext>
              </a:extLst>
            </p:cNvPr>
            <p:cNvSpPr>
              <a:spLocks noGrp="1"/>
            </p:cNvSpPr>
            <p:nvPr/>
          </p:nvSpPr>
          <p:spPr>
            <a:xfrm rot="0">
              <a:off x="6923588" y="8629650"/>
              <a:ext cx="419100" cy="219075"/>
            </a:xfrm>
            <a:prstGeom prst="rect">
              <a:avLst/>
            </a:prstGeom>
            <a:noFill/>
            <a:ln w="0">
              <a:noFill/>
              <a:prstDash val="solid"/>
            </a:ln>
          </p:spPr>
          <p:txBody>
            <a:bodyPr wrap="none" lIns="0" tIns="0" rIns="0" bIns="0" anchor="t">
              <a:noAutofit/>
            </a:bodyPr>
            <a:lstStyle>
              <a:defPPr algn="ctr">
                <a:defRPr sz="699" b="0">
                  <a:solidFill>
                    <a:srgbClr val="000000"/>
                  </a:solidFill>
                  <a:latin typeface="Arial"/>
                  <a:ea typeface="Arial"/>
                  <a:cs typeface="Arial"/>
                </a:defRPr>
              </a:defPPr>
              <a:lvl1pPr algn="ctr">
                <a:defRPr sz="699" b="0">
                  <a:solidFill>
                    <a:srgbClr val="000000"/>
                  </a:solidFill>
                  <a:latin typeface="Arial"/>
                  <a:ea typeface="Arial"/>
                  <a:cs typeface="Arial"/>
                </a:defRPr>
              </a:lvl1pPr>
              <a:lvl2pPr algn="ctr">
                <a:defRPr sz="699" b="0">
                  <a:solidFill>
                    <a:srgbClr val="000000"/>
                  </a:solidFill>
                  <a:latin typeface="Arial"/>
                  <a:ea typeface="Arial"/>
                  <a:cs typeface="Arial"/>
                </a:defRPr>
              </a:lvl2pPr>
              <a:lvl3pPr algn="ctr">
                <a:defRPr sz="699" b="0">
                  <a:solidFill>
                    <a:srgbClr val="000000"/>
                  </a:solidFill>
                  <a:latin typeface="Arial"/>
                  <a:ea typeface="Arial"/>
                  <a:cs typeface="Arial"/>
                </a:defRPr>
              </a:lvl3pPr>
              <a:lvl4pPr algn="ctr">
                <a:defRPr sz="699" b="0">
                  <a:solidFill>
                    <a:srgbClr val="000000"/>
                  </a:solidFill>
                  <a:latin typeface="Arial"/>
                  <a:ea typeface="Arial"/>
                  <a:cs typeface="Arial"/>
                </a:defRPr>
              </a:lvl4pPr>
              <a:lvl5pPr algn="ctr">
                <a:defRPr sz="699" b="0">
                  <a:solidFill>
                    <a:srgbClr val="000000"/>
                  </a:solidFill>
                  <a:latin typeface="Arial"/>
                  <a:ea typeface="Arial"/>
                  <a:cs typeface="Arial"/>
                </a:defRPr>
              </a:lvl5pPr>
              <a:lvl6pPr algn="ctr">
                <a:defRPr sz="699" b="0">
                  <a:solidFill>
                    <a:srgbClr val="000000"/>
                  </a:solidFill>
                  <a:latin typeface="Arial"/>
                  <a:ea typeface="Arial"/>
                  <a:cs typeface="Arial"/>
                </a:defRPr>
              </a:lvl6pPr>
              <a:lvl7pPr algn="ctr">
                <a:defRPr sz="699" b="0">
                  <a:solidFill>
                    <a:srgbClr val="000000"/>
                  </a:solidFill>
                  <a:latin typeface="Arial"/>
                  <a:ea typeface="Arial"/>
                  <a:cs typeface="Arial"/>
                </a:defRPr>
              </a:lvl7pPr>
              <a:lvl8pPr algn="ctr">
                <a:defRPr sz="699" b="0">
                  <a:solidFill>
                    <a:srgbClr val="000000"/>
                  </a:solidFill>
                  <a:latin typeface="Arial"/>
                  <a:ea typeface="Arial"/>
                  <a:cs typeface="Arial"/>
                </a:defRPr>
              </a:lvl8pPr>
              <a:lvl9pPr algn="ctr">
                <a:defRPr sz="699" b="0">
                  <a:solidFill>
                    <a:srgbClr val="000000"/>
                  </a:solidFill>
                  <a:latin typeface="Arial"/>
                  <a:ea typeface="Arial"/>
                  <a:cs typeface="Arial"/>
                </a:defRPr>
              </a:lvl9pPr>
            </a:lstStyle>
            <a:p>
              <a:pPr algn="ctr">
                <a:defRPr sz="699" b="0">
                  <a:solidFill>
                    <a:srgbClr val="000000"/>
                  </a:solidFill>
                  <a:latin typeface="Arial"/>
                  <a:ea typeface="Arial"/>
                  <a:cs typeface="Arial"/>
                </a:defRPr>
              </a:pPr>
              <a:r>
                <a:rPr sz="699" b="0">
                  <a:solidFill>
                    <a:srgbClr val="000000"/>
                  </a:solidFill>
                  <a:latin typeface="Arial"/>
                  <a:ea typeface="Arial"/>
                  <a:cs typeface="Arial"/>
                </a:rPr>
                <a:t>148 E</a:t>
              </a:r>
            </a:p>
          </p:txBody>
        </p:sp>
        <p:sp>
          <p:nvSpPr>
            <p:cNvPr id="148" name="line_147">
              <a:extLst>
                <a:ext uri="{FF2B5EF4-FFF2-40B4-BE49-F238E27FC236}">
                  <ns2:creationId id="{0AF71C88-6BFC-45C3-AA7D-95592D91ADB3}"/>
                </a:ext>
              </a:extLst>
            </p:cNvPr>
            <p:cNvSpPr>
              <a:spLocks noGrp="1"/>
            </p:cNvSpPr>
            <p:nvPr/>
          </p:nvSpPr>
          <p:spPr>
            <a:xfrm>
              <a:off x="8041726" y="8572500"/>
              <a:ext cx="95" cy="38100"/>
            </a:xfrm>
            <a:custGeom>
              <a:pathLst>
                <a:path w="95" h="38100">
                  <a:moveTo>
                    <a:pt x="0" y="0"/>
                  </a:moveTo>
                  <a:lnTo>
                    <a:pt x="0" y="38100"/>
                  </a:lnTo>
                </a:path>
              </a:pathLst>
            </a:custGeom>
            <a:noFill/>
            <a:ln w="4735">
              <a:solidFill>
                <a:srgbClr val="65727C"/>
              </a:solidFill>
              <a:prstDash val="solid"/>
            </a:ln>
          </p:spPr>
        </p:sp>
        <p:sp>
          <p:nvSpPr>
            <p:cNvPr id="149" name="text_148">
              <a:extLst>
                <a:ext uri="{FF2B5EF4-FFF2-40B4-BE49-F238E27FC236}">
                  <ns2:creationId id="{FD0F55EC-E66C-4608-9079-55C017B6859C}"/>
                </a:ext>
              </a:extLst>
            </p:cNvPr>
            <p:cNvSpPr>
              <a:spLocks noGrp="1"/>
            </p:cNvSpPr>
            <p:nvPr/>
          </p:nvSpPr>
          <p:spPr>
            <a:xfrm rot="0">
              <a:off x="7832176" y="8629650"/>
              <a:ext cx="419100" cy="219075"/>
            </a:xfrm>
            <a:prstGeom prst="rect">
              <a:avLst/>
            </a:prstGeom>
            <a:noFill/>
            <a:ln w="0">
              <a:noFill/>
              <a:prstDash val="solid"/>
            </a:ln>
          </p:spPr>
          <p:txBody>
            <a:bodyPr wrap="none" lIns="0" tIns="0" rIns="0" bIns="0" anchor="t">
              <a:noAutofit/>
            </a:bodyPr>
            <a:lstStyle>
              <a:defPPr algn="ctr">
                <a:defRPr sz="699" b="0">
                  <a:solidFill>
                    <a:srgbClr val="000000"/>
                  </a:solidFill>
                  <a:latin typeface="Arial"/>
                  <a:ea typeface="Arial"/>
                  <a:cs typeface="Arial"/>
                </a:defRPr>
              </a:defPPr>
              <a:lvl1pPr algn="ctr">
                <a:defRPr sz="699" b="0">
                  <a:solidFill>
                    <a:srgbClr val="000000"/>
                  </a:solidFill>
                  <a:latin typeface="Arial"/>
                  <a:ea typeface="Arial"/>
                  <a:cs typeface="Arial"/>
                </a:defRPr>
              </a:lvl1pPr>
              <a:lvl2pPr algn="ctr">
                <a:defRPr sz="699" b="0">
                  <a:solidFill>
                    <a:srgbClr val="000000"/>
                  </a:solidFill>
                  <a:latin typeface="Arial"/>
                  <a:ea typeface="Arial"/>
                  <a:cs typeface="Arial"/>
                </a:defRPr>
              </a:lvl2pPr>
              <a:lvl3pPr algn="ctr">
                <a:defRPr sz="699" b="0">
                  <a:solidFill>
                    <a:srgbClr val="000000"/>
                  </a:solidFill>
                  <a:latin typeface="Arial"/>
                  <a:ea typeface="Arial"/>
                  <a:cs typeface="Arial"/>
                </a:defRPr>
              </a:lvl3pPr>
              <a:lvl4pPr algn="ctr">
                <a:defRPr sz="699" b="0">
                  <a:solidFill>
                    <a:srgbClr val="000000"/>
                  </a:solidFill>
                  <a:latin typeface="Arial"/>
                  <a:ea typeface="Arial"/>
                  <a:cs typeface="Arial"/>
                </a:defRPr>
              </a:lvl4pPr>
              <a:lvl5pPr algn="ctr">
                <a:defRPr sz="699" b="0">
                  <a:solidFill>
                    <a:srgbClr val="000000"/>
                  </a:solidFill>
                  <a:latin typeface="Arial"/>
                  <a:ea typeface="Arial"/>
                  <a:cs typeface="Arial"/>
                </a:defRPr>
              </a:lvl5pPr>
              <a:lvl6pPr algn="ctr">
                <a:defRPr sz="699" b="0">
                  <a:solidFill>
                    <a:srgbClr val="000000"/>
                  </a:solidFill>
                  <a:latin typeface="Arial"/>
                  <a:ea typeface="Arial"/>
                  <a:cs typeface="Arial"/>
                </a:defRPr>
              </a:lvl6pPr>
              <a:lvl7pPr algn="ctr">
                <a:defRPr sz="699" b="0">
                  <a:solidFill>
                    <a:srgbClr val="000000"/>
                  </a:solidFill>
                  <a:latin typeface="Arial"/>
                  <a:ea typeface="Arial"/>
                  <a:cs typeface="Arial"/>
                </a:defRPr>
              </a:lvl7pPr>
              <a:lvl8pPr algn="ctr">
                <a:defRPr sz="699" b="0">
                  <a:solidFill>
                    <a:srgbClr val="000000"/>
                  </a:solidFill>
                  <a:latin typeface="Arial"/>
                  <a:ea typeface="Arial"/>
                  <a:cs typeface="Arial"/>
                </a:defRPr>
              </a:lvl8pPr>
              <a:lvl9pPr algn="ctr">
                <a:defRPr sz="699" b="0">
                  <a:solidFill>
                    <a:srgbClr val="000000"/>
                  </a:solidFill>
                  <a:latin typeface="Arial"/>
                  <a:ea typeface="Arial"/>
                  <a:cs typeface="Arial"/>
                </a:defRPr>
              </a:lvl9pPr>
            </a:lstStyle>
            <a:p>
              <a:pPr algn="ctr">
                <a:defRPr sz="699" b="0">
                  <a:solidFill>
                    <a:srgbClr val="000000"/>
                  </a:solidFill>
                  <a:latin typeface="Arial"/>
                  <a:ea typeface="Arial"/>
                  <a:cs typeface="Arial"/>
                </a:defRPr>
              </a:pPr>
              <a:r>
                <a:rPr sz="699" b="0">
                  <a:solidFill>
                    <a:srgbClr val="000000"/>
                  </a:solidFill>
                  <a:latin typeface="Arial"/>
                  <a:ea typeface="Arial"/>
                  <a:cs typeface="Arial"/>
                </a:rPr>
                <a:t>154 E</a:t>
              </a:r>
            </a:p>
          </p:txBody>
        </p:sp>
        <p:sp>
          <p:nvSpPr>
            <p:cNvPr id="150" name="text_149">
              <a:extLst>
                <a:ext uri="{FF2B5EF4-FFF2-40B4-BE49-F238E27FC236}">
                  <ns2:creationId id="{AF457AA2-4495-41EC-8571-079A1397B9C9}"/>
                </a:ext>
              </a:extLst>
            </p:cNvPr>
            <p:cNvSpPr>
              <a:spLocks noGrp="1"/>
            </p:cNvSpPr>
            <p:nvPr/>
          </p:nvSpPr>
          <p:spPr>
            <a:xfrm rot="0">
              <a:off x="6310533" y="6663881"/>
              <a:ext cx="428625" cy="190500"/>
            </a:xfrm>
            <a:prstGeom prst="rect">
              <a:avLst/>
            </a:prstGeom>
            <a:noFill/>
            <a:ln w="0">
              <a:noFill/>
              <a:prstDash val="solid"/>
            </a:ln>
          </p:spPr>
          <p:txBody>
            <a:bodyPr wrap="none" lIns="0" tIns="0" rIns="0" bIns="0" anchor="t">
              <a:noAutofit/>
            </a:bodyPr>
            <a:lstStyle>
              <a:defPPr algn="l">
                <a:defRPr sz="559" b="0">
                  <a:solidFill>
                    <a:srgbClr val="65727C"/>
                  </a:solidFill>
                  <a:latin typeface="Arial"/>
                  <a:ea typeface="Arial"/>
                  <a:cs typeface="Arial"/>
                </a:defRPr>
              </a:defPPr>
              <a:lvl1pPr algn="l">
                <a:defRPr sz="559" b="0">
                  <a:solidFill>
                    <a:srgbClr val="65727C"/>
                  </a:solidFill>
                  <a:latin typeface="Arial"/>
                  <a:ea typeface="Arial"/>
                  <a:cs typeface="Arial"/>
                </a:defRPr>
              </a:lvl1pPr>
              <a:lvl2pPr algn="l">
                <a:defRPr sz="559" b="0">
                  <a:solidFill>
                    <a:srgbClr val="65727C"/>
                  </a:solidFill>
                  <a:latin typeface="Arial"/>
                  <a:ea typeface="Arial"/>
                  <a:cs typeface="Arial"/>
                </a:defRPr>
              </a:lvl2pPr>
              <a:lvl3pPr algn="l">
                <a:defRPr sz="559" b="0">
                  <a:solidFill>
                    <a:srgbClr val="65727C"/>
                  </a:solidFill>
                  <a:latin typeface="Arial"/>
                  <a:ea typeface="Arial"/>
                  <a:cs typeface="Arial"/>
                </a:defRPr>
              </a:lvl3pPr>
              <a:lvl4pPr algn="l">
                <a:defRPr sz="559" b="0">
                  <a:solidFill>
                    <a:srgbClr val="65727C"/>
                  </a:solidFill>
                  <a:latin typeface="Arial"/>
                  <a:ea typeface="Arial"/>
                  <a:cs typeface="Arial"/>
                </a:defRPr>
              </a:lvl4pPr>
              <a:lvl5pPr algn="l">
                <a:defRPr sz="559" b="0">
                  <a:solidFill>
                    <a:srgbClr val="65727C"/>
                  </a:solidFill>
                  <a:latin typeface="Arial"/>
                  <a:ea typeface="Arial"/>
                  <a:cs typeface="Arial"/>
                </a:defRPr>
              </a:lvl5pPr>
              <a:lvl6pPr algn="l">
                <a:defRPr sz="559" b="0">
                  <a:solidFill>
                    <a:srgbClr val="65727C"/>
                  </a:solidFill>
                  <a:latin typeface="Arial"/>
                  <a:ea typeface="Arial"/>
                  <a:cs typeface="Arial"/>
                </a:defRPr>
              </a:lvl6pPr>
              <a:lvl7pPr algn="l">
                <a:defRPr sz="559" b="0">
                  <a:solidFill>
                    <a:srgbClr val="65727C"/>
                  </a:solidFill>
                  <a:latin typeface="Arial"/>
                  <a:ea typeface="Arial"/>
                  <a:cs typeface="Arial"/>
                </a:defRPr>
              </a:lvl7pPr>
              <a:lvl8pPr algn="l">
                <a:defRPr sz="559" b="0">
                  <a:solidFill>
                    <a:srgbClr val="65727C"/>
                  </a:solidFill>
                  <a:latin typeface="Arial"/>
                  <a:ea typeface="Arial"/>
                  <a:cs typeface="Arial"/>
                </a:defRPr>
              </a:lvl8pPr>
              <a:lvl9pPr algn="l">
                <a:defRPr sz="559" b="0">
                  <a:solidFill>
                    <a:srgbClr val="65727C"/>
                  </a:solidFill>
                  <a:latin typeface="Arial"/>
                  <a:ea typeface="Arial"/>
                  <a:cs typeface="Arial"/>
                </a:defRPr>
              </a:lvl9pPr>
            </a:lstStyle>
            <a:p>
              <a:pPr algn="l">
                <a:defRPr sz="559" b="0">
                  <a:solidFill>
                    <a:srgbClr val="65727C"/>
                  </a:solidFill>
                  <a:latin typeface="Arial"/>
                  <a:ea typeface="Arial"/>
                  <a:cs typeface="Arial"/>
                </a:defRPr>
              </a:pPr>
              <a:r>
                <a:rPr sz="559" b="0">
                  <a:solidFill>
                    <a:srgbClr val="65727C"/>
                  </a:solidFill>
                  <a:latin typeface="Arial"/>
                  <a:ea typeface="Arial"/>
                  <a:cs typeface="Arial"/>
                </a:rPr>
                <a:t>QLD</a:t>
              </a:r>
            </a:p>
          </p:txBody>
        </p:sp>
        <p:sp>
          <p:nvSpPr>
            <p:cNvPr id="151" name="text_150">
              <a:extLst>
                <a:ext uri="{FF2B5EF4-FFF2-40B4-BE49-F238E27FC236}">
                  <ns2:creationId id="{6F8F17C2-0096-4006-B285-E05CDB20202B}"/>
                </a:ext>
              </a:extLst>
            </p:cNvPr>
            <p:cNvSpPr>
              <a:spLocks noGrp="1"/>
            </p:cNvSpPr>
            <p:nvPr/>
          </p:nvSpPr>
          <p:spPr>
            <a:xfrm rot="0">
              <a:off x="6310533" y="7520472"/>
              <a:ext cx="428625" cy="190500"/>
            </a:xfrm>
            <a:prstGeom prst="rect">
              <a:avLst/>
            </a:prstGeom>
            <a:noFill/>
            <a:ln w="0">
              <a:noFill/>
              <a:prstDash val="solid"/>
            </a:ln>
          </p:spPr>
          <p:txBody>
            <a:bodyPr wrap="none" lIns="0" tIns="0" rIns="0" bIns="0" anchor="t">
              <a:noAutofit/>
            </a:bodyPr>
            <a:lstStyle>
              <a:defPPr algn="l">
                <a:defRPr sz="559" b="0">
                  <a:solidFill>
                    <a:srgbClr val="65727C"/>
                  </a:solidFill>
                  <a:latin typeface="Arial"/>
                  <a:ea typeface="Arial"/>
                  <a:cs typeface="Arial"/>
                </a:defRPr>
              </a:defPPr>
              <a:lvl1pPr algn="l">
                <a:defRPr sz="559" b="0">
                  <a:solidFill>
                    <a:srgbClr val="65727C"/>
                  </a:solidFill>
                  <a:latin typeface="Arial"/>
                  <a:ea typeface="Arial"/>
                  <a:cs typeface="Arial"/>
                </a:defRPr>
              </a:lvl1pPr>
              <a:lvl2pPr algn="l">
                <a:defRPr sz="559" b="0">
                  <a:solidFill>
                    <a:srgbClr val="65727C"/>
                  </a:solidFill>
                  <a:latin typeface="Arial"/>
                  <a:ea typeface="Arial"/>
                  <a:cs typeface="Arial"/>
                </a:defRPr>
              </a:lvl2pPr>
              <a:lvl3pPr algn="l">
                <a:defRPr sz="559" b="0">
                  <a:solidFill>
                    <a:srgbClr val="65727C"/>
                  </a:solidFill>
                  <a:latin typeface="Arial"/>
                  <a:ea typeface="Arial"/>
                  <a:cs typeface="Arial"/>
                </a:defRPr>
              </a:lvl3pPr>
              <a:lvl4pPr algn="l">
                <a:defRPr sz="559" b="0">
                  <a:solidFill>
                    <a:srgbClr val="65727C"/>
                  </a:solidFill>
                  <a:latin typeface="Arial"/>
                  <a:ea typeface="Arial"/>
                  <a:cs typeface="Arial"/>
                </a:defRPr>
              </a:lvl4pPr>
              <a:lvl5pPr algn="l">
                <a:defRPr sz="559" b="0">
                  <a:solidFill>
                    <a:srgbClr val="65727C"/>
                  </a:solidFill>
                  <a:latin typeface="Arial"/>
                  <a:ea typeface="Arial"/>
                  <a:cs typeface="Arial"/>
                </a:defRPr>
              </a:lvl5pPr>
              <a:lvl6pPr algn="l">
                <a:defRPr sz="559" b="0">
                  <a:solidFill>
                    <a:srgbClr val="65727C"/>
                  </a:solidFill>
                  <a:latin typeface="Arial"/>
                  <a:ea typeface="Arial"/>
                  <a:cs typeface="Arial"/>
                </a:defRPr>
              </a:lvl6pPr>
              <a:lvl7pPr algn="l">
                <a:defRPr sz="559" b="0">
                  <a:solidFill>
                    <a:srgbClr val="65727C"/>
                  </a:solidFill>
                  <a:latin typeface="Arial"/>
                  <a:ea typeface="Arial"/>
                  <a:cs typeface="Arial"/>
                </a:defRPr>
              </a:lvl7pPr>
              <a:lvl8pPr algn="l">
                <a:defRPr sz="559" b="0">
                  <a:solidFill>
                    <a:srgbClr val="65727C"/>
                  </a:solidFill>
                  <a:latin typeface="Arial"/>
                  <a:ea typeface="Arial"/>
                  <a:cs typeface="Arial"/>
                </a:defRPr>
              </a:lvl8pPr>
              <a:lvl9pPr algn="l">
                <a:defRPr sz="559" b="0">
                  <a:solidFill>
                    <a:srgbClr val="65727C"/>
                  </a:solidFill>
                  <a:latin typeface="Arial"/>
                  <a:ea typeface="Arial"/>
                  <a:cs typeface="Arial"/>
                </a:defRPr>
              </a:lvl9pPr>
            </a:lstStyle>
            <a:p>
              <a:pPr algn="l">
                <a:defRPr sz="559" b="0">
                  <a:solidFill>
                    <a:srgbClr val="65727C"/>
                  </a:solidFill>
                  <a:latin typeface="Arial"/>
                  <a:ea typeface="Arial"/>
                  <a:cs typeface="Arial"/>
                </a:defRPr>
              </a:pPr>
              <a:r>
                <a:rPr sz="559" b="0">
                  <a:solidFill>
                    <a:srgbClr val="65727C"/>
                  </a:solidFill>
                  <a:latin typeface="Arial"/>
                  <a:ea typeface="Arial"/>
                  <a:cs typeface="Arial"/>
                </a:rPr>
                <a:t>NSW</a:t>
              </a:r>
            </a:p>
          </p:txBody>
        </p:sp>
        <p:sp>
          <p:nvSpPr>
            <p:cNvPr id="152" name="text_151">
              <a:extLst>
                <a:ext uri="{FF2B5EF4-FFF2-40B4-BE49-F238E27FC236}">
                  <ns2:creationId id="{86C00508-D5E8-449D-AB15-DEE5912FFF6F}"/>
                </a:ext>
              </a:extLst>
            </p:cNvPr>
            <p:cNvSpPr>
              <a:spLocks noGrp="1"/>
            </p:cNvSpPr>
            <p:nvPr/>
          </p:nvSpPr>
          <p:spPr>
            <a:xfrm rot="0">
              <a:off x="6174245" y="8252144"/>
              <a:ext cx="428625" cy="190500"/>
            </a:xfrm>
            <a:prstGeom prst="rect">
              <a:avLst/>
            </a:prstGeom>
            <a:noFill/>
            <a:ln w="0">
              <a:noFill/>
              <a:prstDash val="solid"/>
            </a:ln>
          </p:spPr>
          <p:txBody>
            <a:bodyPr wrap="none" lIns="0" tIns="0" rIns="0" bIns="0" anchor="t">
              <a:noAutofit/>
            </a:bodyPr>
            <a:lstStyle>
              <a:defPPr algn="l">
                <a:defRPr sz="559" b="0">
                  <a:solidFill>
                    <a:srgbClr val="65727C"/>
                  </a:solidFill>
                  <a:latin typeface="Arial"/>
                  <a:ea typeface="Arial"/>
                  <a:cs typeface="Arial"/>
                </a:defRPr>
              </a:defPPr>
              <a:lvl1pPr algn="l">
                <a:defRPr sz="559" b="0">
                  <a:solidFill>
                    <a:srgbClr val="65727C"/>
                  </a:solidFill>
                  <a:latin typeface="Arial"/>
                  <a:ea typeface="Arial"/>
                  <a:cs typeface="Arial"/>
                </a:defRPr>
              </a:lvl1pPr>
              <a:lvl2pPr algn="l">
                <a:defRPr sz="559" b="0">
                  <a:solidFill>
                    <a:srgbClr val="65727C"/>
                  </a:solidFill>
                  <a:latin typeface="Arial"/>
                  <a:ea typeface="Arial"/>
                  <a:cs typeface="Arial"/>
                </a:defRPr>
              </a:lvl2pPr>
              <a:lvl3pPr algn="l">
                <a:defRPr sz="559" b="0">
                  <a:solidFill>
                    <a:srgbClr val="65727C"/>
                  </a:solidFill>
                  <a:latin typeface="Arial"/>
                  <a:ea typeface="Arial"/>
                  <a:cs typeface="Arial"/>
                </a:defRPr>
              </a:lvl3pPr>
              <a:lvl4pPr algn="l">
                <a:defRPr sz="559" b="0">
                  <a:solidFill>
                    <a:srgbClr val="65727C"/>
                  </a:solidFill>
                  <a:latin typeface="Arial"/>
                  <a:ea typeface="Arial"/>
                  <a:cs typeface="Arial"/>
                </a:defRPr>
              </a:lvl4pPr>
              <a:lvl5pPr algn="l">
                <a:defRPr sz="559" b="0">
                  <a:solidFill>
                    <a:srgbClr val="65727C"/>
                  </a:solidFill>
                  <a:latin typeface="Arial"/>
                  <a:ea typeface="Arial"/>
                  <a:cs typeface="Arial"/>
                </a:defRPr>
              </a:lvl5pPr>
              <a:lvl6pPr algn="l">
                <a:defRPr sz="559" b="0">
                  <a:solidFill>
                    <a:srgbClr val="65727C"/>
                  </a:solidFill>
                  <a:latin typeface="Arial"/>
                  <a:ea typeface="Arial"/>
                  <a:cs typeface="Arial"/>
                </a:defRPr>
              </a:lvl6pPr>
              <a:lvl7pPr algn="l">
                <a:defRPr sz="559" b="0">
                  <a:solidFill>
                    <a:srgbClr val="65727C"/>
                  </a:solidFill>
                  <a:latin typeface="Arial"/>
                  <a:ea typeface="Arial"/>
                  <a:cs typeface="Arial"/>
                </a:defRPr>
              </a:lvl7pPr>
              <a:lvl8pPr algn="l">
                <a:defRPr sz="559" b="0">
                  <a:solidFill>
                    <a:srgbClr val="65727C"/>
                  </a:solidFill>
                  <a:latin typeface="Arial"/>
                  <a:ea typeface="Arial"/>
                  <a:cs typeface="Arial"/>
                </a:defRPr>
              </a:lvl8pPr>
              <a:lvl9pPr algn="l">
                <a:defRPr sz="559" b="0">
                  <a:solidFill>
                    <a:srgbClr val="65727C"/>
                  </a:solidFill>
                  <a:latin typeface="Arial"/>
                  <a:ea typeface="Arial"/>
                  <a:cs typeface="Arial"/>
                </a:defRPr>
              </a:lvl9pPr>
            </a:lstStyle>
            <a:p>
              <a:pPr algn="l">
                <a:defRPr sz="559" b="0">
                  <a:solidFill>
                    <a:srgbClr val="65727C"/>
                  </a:solidFill>
                  <a:latin typeface="Arial"/>
                  <a:ea typeface="Arial"/>
                  <a:cs typeface="Arial"/>
                </a:defRPr>
              </a:pPr>
              <a:r>
                <a:rPr sz="559" b="0">
                  <a:solidFill>
                    <a:srgbClr val="65727C"/>
                  </a:solidFill>
                  <a:latin typeface="Arial"/>
                  <a:ea typeface="Arial"/>
                  <a:cs typeface="Arial"/>
                </a:rPr>
                <a:t>VIC</a:t>
              </a:r>
            </a:p>
          </p:txBody>
        </p:sp>
        <p:sp>
          <p:nvSpPr>
            <p:cNvPr id="153" name="line_152">
              <a:extLst>
                <a:ext uri="{FF2B5EF4-FFF2-40B4-BE49-F238E27FC236}">
                  <ns2:creationId id="{BFB64A88-19B1-4C53-AA30-85481B1BEB81}"/>
                </a:ext>
              </a:extLst>
            </p:cNvPr>
            <p:cNvSpPr>
              <a:spLocks noGrp="1"/>
            </p:cNvSpPr>
            <p:nvPr/>
          </p:nvSpPr>
          <p:spPr>
            <a:xfrm>
              <a:off x="7621056" y="8429625"/>
              <a:ext cx="322794" cy="95"/>
            </a:xfrm>
            <a:custGeom>
              <a:pathLst>
                <a:path w="322794" h="95">
                  <a:moveTo>
                    <a:pt x="0" y="0"/>
                  </a:moveTo>
                  <a:lnTo>
                    <a:pt x="322794" y="0"/>
                  </a:lnTo>
                </a:path>
              </a:pathLst>
            </a:custGeom>
            <a:noFill/>
            <a:ln w="9470">
              <a:solidFill>
                <a:srgbClr val="000000"/>
              </a:solidFill>
              <a:prstDash val="solid"/>
            </a:ln>
          </p:spPr>
        </p:sp>
        <p:sp>
          <p:nvSpPr>
            <p:cNvPr id="154" name="line_153">
              <a:extLst>
                <a:ext uri="{FF2B5EF4-FFF2-40B4-BE49-F238E27FC236}">
                  <ns2:creationId id="{9C14AE55-B9FF-4237-A646-2140EC1975C0}"/>
                </a:ext>
              </a:extLst>
            </p:cNvPr>
            <p:cNvSpPr>
              <a:spLocks noGrp="1"/>
            </p:cNvSpPr>
            <p:nvPr/>
          </p:nvSpPr>
          <p:spPr>
            <a:xfrm>
              <a:off x="7621056" y="8401050"/>
              <a:ext cx="95" cy="57150"/>
            </a:xfrm>
            <a:custGeom>
              <a:pathLst>
                <a:path w="95" h="57150">
                  <a:moveTo>
                    <a:pt x="0" y="0"/>
                  </a:moveTo>
                  <a:lnTo>
                    <a:pt x="0" y="57150"/>
                  </a:lnTo>
                </a:path>
              </a:pathLst>
            </a:custGeom>
            <a:noFill/>
            <a:ln w="7694">
              <a:solidFill>
                <a:srgbClr val="000000"/>
              </a:solidFill>
              <a:prstDash val="solid"/>
            </a:ln>
          </p:spPr>
        </p:sp>
        <p:sp>
          <p:nvSpPr>
            <p:cNvPr id="155" name="line_154">
              <a:extLst>
                <a:ext uri="{FF2B5EF4-FFF2-40B4-BE49-F238E27FC236}">
                  <ns2:creationId id="{37AF3FA2-8C9C-4540-BDD0-C9C885BE2154}"/>
                </a:ext>
              </a:extLst>
            </p:cNvPr>
            <p:cNvSpPr>
              <a:spLocks noGrp="1"/>
            </p:cNvSpPr>
            <p:nvPr/>
          </p:nvSpPr>
          <p:spPr>
            <a:xfrm>
              <a:off x="7943850" y="8401050"/>
              <a:ext cx="95" cy="57150"/>
            </a:xfrm>
            <a:custGeom>
              <a:pathLst>
                <a:path w="95" h="57150">
                  <a:moveTo>
                    <a:pt x="0" y="0"/>
                  </a:moveTo>
                  <a:lnTo>
                    <a:pt x="0" y="57150"/>
                  </a:lnTo>
                </a:path>
              </a:pathLst>
            </a:custGeom>
            <a:noFill/>
            <a:ln w="7694">
              <a:solidFill>
                <a:srgbClr val="000000"/>
              </a:solidFill>
              <a:prstDash val="solid"/>
            </a:ln>
          </p:spPr>
        </p:sp>
        <p:sp>
          <p:nvSpPr>
            <p:cNvPr id="156" name="text_155">
              <a:extLst>
                <a:ext uri="{FF2B5EF4-FFF2-40B4-BE49-F238E27FC236}">
                  <ns2:creationId id="{67D1DF7B-336A-47C0-B6C5-E9407E75F989}"/>
                </a:ext>
              </a:extLst>
            </p:cNvPr>
            <p:cNvSpPr>
              <a:spLocks noGrp="1"/>
            </p:cNvSpPr>
            <p:nvPr/>
          </p:nvSpPr>
          <p:spPr>
            <a:xfrm rot="0">
              <a:off x="7554381" y="8229600"/>
              <a:ext cx="456144" cy="200025"/>
            </a:xfrm>
            <a:prstGeom prst="rect">
              <a:avLst/>
            </a:prstGeom>
            <a:noFill/>
            <a:ln w="0">
              <a:noFill/>
              <a:prstDash val="solid"/>
            </a:ln>
          </p:spPr>
          <p:txBody>
            <a:bodyPr wrap="none" lIns="0" tIns="0" rIns="0" bIns="0" anchor="t">
              <a:noAutofit/>
            </a:bodyPr>
            <a:lstStyle>
              <a:defPPr algn="ctr">
                <a:defRPr sz="559" b="0">
                  <a:solidFill>
                    <a:srgbClr val="000000"/>
                  </a:solidFill>
                  <a:latin typeface="Arial"/>
                  <a:ea typeface="Arial"/>
                  <a:cs typeface="Arial"/>
                </a:defRPr>
              </a:defPPr>
              <a:lvl1pPr algn="ctr">
                <a:defRPr sz="559" b="0">
                  <a:solidFill>
                    <a:srgbClr val="000000"/>
                  </a:solidFill>
                  <a:latin typeface="Arial"/>
                  <a:ea typeface="Arial"/>
                  <a:cs typeface="Arial"/>
                </a:defRPr>
              </a:lvl1pPr>
              <a:lvl2pPr algn="ctr">
                <a:defRPr sz="559" b="0">
                  <a:solidFill>
                    <a:srgbClr val="000000"/>
                  </a:solidFill>
                  <a:latin typeface="Arial"/>
                  <a:ea typeface="Arial"/>
                  <a:cs typeface="Arial"/>
                </a:defRPr>
              </a:lvl2pPr>
              <a:lvl3pPr algn="ctr">
                <a:defRPr sz="559" b="0">
                  <a:solidFill>
                    <a:srgbClr val="000000"/>
                  </a:solidFill>
                  <a:latin typeface="Arial"/>
                  <a:ea typeface="Arial"/>
                  <a:cs typeface="Arial"/>
                </a:defRPr>
              </a:lvl3pPr>
              <a:lvl4pPr algn="ctr">
                <a:defRPr sz="559" b="0">
                  <a:solidFill>
                    <a:srgbClr val="000000"/>
                  </a:solidFill>
                  <a:latin typeface="Arial"/>
                  <a:ea typeface="Arial"/>
                  <a:cs typeface="Arial"/>
                </a:defRPr>
              </a:lvl4pPr>
              <a:lvl5pPr algn="ctr">
                <a:defRPr sz="559" b="0">
                  <a:solidFill>
                    <a:srgbClr val="000000"/>
                  </a:solidFill>
                  <a:latin typeface="Arial"/>
                  <a:ea typeface="Arial"/>
                  <a:cs typeface="Arial"/>
                </a:defRPr>
              </a:lvl5pPr>
              <a:lvl6pPr algn="ctr">
                <a:defRPr sz="559" b="0">
                  <a:solidFill>
                    <a:srgbClr val="000000"/>
                  </a:solidFill>
                  <a:latin typeface="Arial"/>
                  <a:ea typeface="Arial"/>
                  <a:cs typeface="Arial"/>
                </a:defRPr>
              </a:lvl6pPr>
              <a:lvl7pPr algn="ctr">
                <a:defRPr sz="559" b="0">
                  <a:solidFill>
                    <a:srgbClr val="000000"/>
                  </a:solidFill>
                  <a:latin typeface="Arial"/>
                  <a:ea typeface="Arial"/>
                  <a:cs typeface="Arial"/>
                </a:defRPr>
              </a:lvl7pPr>
              <a:lvl8pPr algn="ctr">
                <a:defRPr sz="559" b="0">
                  <a:solidFill>
                    <a:srgbClr val="000000"/>
                  </a:solidFill>
                  <a:latin typeface="Arial"/>
                  <a:ea typeface="Arial"/>
                  <a:cs typeface="Arial"/>
                </a:defRPr>
              </a:lvl8pPr>
              <a:lvl9pPr algn="ctr">
                <a:defRPr sz="559" b="0">
                  <a:solidFill>
                    <a:srgbClr val="000000"/>
                  </a:solidFill>
                  <a:latin typeface="Arial"/>
                  <a:ea typeface="Arial"/>
                  <a:cs typeface="Arial"/>
                </a:defRPr>
              </a:lvl9pPr>
            </a:lstStyle>
            <a:p>
              <a:pPr algn="ctr">
                <a:defRPr sz="559" b="0">
                  <a:solidFill>
                    <a:srgbClr val="000000"/>
                  </a:solidFill>
                  <a:latin typeface="Arial"/>
                  <a:ea typeface="Arial"/>
                  <a:cs typeface="Arial"/>
                </a:defRPr>
              </a:pPr>
              <a:r>
                <a:rPr sz="559" b="0">
                  <a:solidFill>
                    <a:srgbClr val="000000"/>
                  </a:solidFill>
                  <a:latin typeface="Arial"/>
                  <a:ea typeface="Arial"/>
                  <a:cs typeface="Arial"/>
                </a:rPr>
                <a:t>200 km</a:t>
              </a:r>
            </a:p>
          </p:txBody>
        </p:sp>
        <p:sp>
          <p:nvSpPr>
            <p:cNvPr id="157" name="ellipse_156">
              <a:extLst>
                <a:ext uri="{FF2B5EF4-FFF2-40B4-BE49-F238E27FC236}">
                  <ns2:creationId id="{01BAD419-DE66-4677-9F5E-2C28137D728F}"/>
                </a:ext>
              </a:extLst>
            </p:cNvPr>
            <p:cNvSpPr>
              <a:spLocks noGrp="1"/>
            </p:cNvSpPr>
            <p:nvPr/>
          </p:nvSpPr>
          <p:spPr>
            <a:xfrm rot="0">
              <a:off x="7690902" y="7157502"/>
              <a:ext cx="112395" cy="112395"/>
            </a:xfrm>
            <a:prstGeom prst="ellipse">
              <a:avLst/>
            </a:prstGeom>
            <a:solidFill>
              <a:srgbClr val="FFFFFF"/>
            </a:solidFill>
            <a:ln w="10653">
              <a:solidFill>
                <a:srgbClr val="FFFFFF"/>
              </a:solidFill>
              <a:prstDash val="solid"/>
            </a:ln>
          </p:spPr>
        </p:sp>
        <p:sp>
          <p:nvSpPr>
            <p:cNvPr id="158" name="A_f19_True">
              <a:extLst>
                <a:ext uri="{FF2B5EF4-FFF2-40B4-BE49-F238E27FC236}">
                  <ns2:creationId id="{3840C2BC-A1B1-4BF4-8BEA-7D65915A37A1}"/>
                </a:ext>
              </a:extLst>
            </p:cNvPr>
            <p:cNvSpPr>
              <a:spLocks noGrp="1"/>
            </p:cNvSpPr>
            <p:nvPr/>
          </p:nvSpPr>
          <p:spPr>
            <a:xfrm rot="0">
              <a:off x="7708047" y="7174647"/>
              <a:ext cx="78105" cy="78105"/>
            </a:xfrm>
            <a:prstGeom prst="ellipse">
              <a:avLst/>
            </a:prstGeom>
            <a:solidFill>
              <a:srgbClr val="FFFFFF"/>
            </a:solidFill>
            <a:ln w="10653">
              <a:solidFill>
                <a:srgbClr val="0072B2"/>
              </a:solidFill>
              <a:prstDash val="solid"/>
            </a:ln>
          </p:spPr>
        </p:sp>
        <p:sp>
          <p:nvSpPr>
            <p:cNvPr id="159" name="text_158">
              <a:extLst>
                <a:ext uri="{FF2B5EF4-FFF2-40B4-BE49-F238E27FC236}">
                  <ns2:creationId id="{53B3ABF3-7A5D-4B9A-81D9-1C9125032B14}"/>
                </a:ext>
              </a:extLst>
            </p:cNvPr>
            <p:cNvSpPr>
              <a:spLocks noGrp="1"/>
            </p:cNvSpPr>
            <p:nvPr/>
          </p:nvSpPr>
          <p:spPr>
            <a:xfrm rot="0">
              <a:off x="7823299" y="6985099"/>
              <a:ext cx="266700" cy="247650"/>
            </a:xfrm>
            <a:prstGeom prst="rect">
              <a:avLst/>
            </a:prstGeom>
            <a:noFill/>
            <a:ln w="0">
              <a:noFill/>
              <a:prstDash val="solid"/>
            </a:ln>
          </p:spPr>
          <p:txBody>
            <a:bodyPr wrap="none" lIns="0" tIns="0" rIns="0" bIns="0" anchor="t">
              <a:noAutofit/>
            </a:bodyPr>
            <a:lstStyle>
              <a:defPPr algn="l">
                <a:defRPr sz="932" b="1">
                  <a:solidFill>
                    <a:srgbClr val="0072B2"/>
                  </a:solidFill>
                  <a:latin typeface="Arial"/>
                  <a:ea typeface="Arial"/>
                  <a:cs typeface="Arial"/>
                </a:defRPr>
              </a:defPPr>
              <a:lvl1pPr algn="l">
                <a:defRPr sz="932" b="1">
                  <a:solidFill>
                    <a:srgbClr val="0072B2"/>
                  </a:solidFill>
                  <a:latin typeface="Arial"/>
                  <a:ea typeface="Arial"/>
                  <a:cs typeface="Arial"/>
                </a:defRPr>
              </a:lvl1pPr>
              <a:lvl2pPr algn="l">
                <a:defRPr sz="932" b="1">
                  <a:solidFill>
                    <a:srgbClr val="0072B2"/>
                  </a:solidFill>
                  <a:latin typeface="Arial"/>
                  <a:ea typeface="Arial"/>
                  <a:cs typeface="Arial"/>
                </a:defRPr>
              </a:lvl2pPr>
              <a:lvl3pPr algn="l">
                <a:defRPr sz="932" b="1">
                  <a:solidFill>
                    <a:srgbClr val="0072B2"/>
                  </a:solidFill>
                  <a:latin typeface="Arial"/>
                  <a:ea typeface="Arial"/>
                  <a:cs typeface="Arial"/>
                </a:defRPr>
              </a:lvl3pPr>
              <a:lvl4pPr algn="l">
                <a:defRPr sz="932" b="1">
                  <a:solidFill>
                    <a:srgbClr val="0072B2"/>
                  </a:solidFill>
                  <a:latin typeface="Arial"/>
                  <a:ea typeface="Arial"/>
                  <a:cs typeface="Arial"/>
                </a:defRPr>
              </a:lvl4pPr>
              <a:lvl5pPr algn="l">
                <a:defRPr sz="932" b="1">
                  <a:solidFill>
                    <a:srgbClr val="0072B2"/>
                  </a:solidFill>
                  <a:latin typeface="Arial"/>
                  <a:ea typeface="Arial"/>
                  <a:cs typeface="Arial"/>
                </a:defRPr>
              </a:lvl5pPr>
              <a:lvl6pPr algn="l">
                <a:defRPr sz="932" b="1">
                  <a:solidFill>
                    <a:srgbClr val="0072B2"/>
                  </a:solidFill>
                  <a:latin typeface="Arial"/>
                  <a:ea typeface="Arial"/>
                  <a:cs typeface="Arial"/>
                </a:defRPr>
              </a:lvl6pPr>
              <a:lvl7pPr algn="l">
                <a:defRPr sz="932" b="1">
                  <a:solidFill>
                    <a:srgbClr val="0072B2"/>
                  </a:solidFill>
                  <a:latin typeface="Arial"/>
                  <a:ea typeface="Arial"/>
                  <a:cs typeface="Arial"/>
                </a:defRPr>
              </a:lvl7pPr>
              <a:lvl8pPr algn="l">
                <a:defRPr sz="932" b="1">
                  <a:solidFill>
                    <a:srgbClr val="0072B2"/>
                  </a:solidFill>
                  <a:latin typeface="Arial"/>
                  <a:ea typeface="Arial"/>
                  <a:cs typeface="Arial"/>
                </a:defRPr>
              </a:lvl8pPr>
              <a:lvl9pPr algn="l">
                <a:defRPr sz="932" b="1">
                  <a:solidFill>
                    <a:srgbClr val="0072B2"/>
                  </a:solidFill>
                  <a:latin typeface="Arial"/>
                  <a:ea typeface="Arial"/>
                  <a:cs typeface="Arial"/>
                </a:defRPr>
              </a:lvl9pPr>
            </a:lstStyle>
            <a:p>
              <a:pPr algn="l">
                <a:defRPr sz="932" b="1">
                  <a:solidFill>
                    <a:srgbClr val="0072B2"/>
                  </a:solidFill>
                  <a:latin typeface="Arial"/>
                  <a:ea typeface="Arial"/>
                  <a:cs typeface="Arial"/>
                </a:defRPr>
              </a:pPr>
              <a:r>
                <a:rPr sz="932" b="1">
                  <a:solidFill>
                    <a:srgbClr val="0072B2"/>
                  </a:solidFill>
                  <a:latin typeface="Arial"/>
                  <a:ea typeface="Arial"/>
                  <a:cs typeface="Arial"/>
                </a:rPr>
                <a:t>A</a:t>
              </a:r>
            </a:p>
          </p:txBody>
        </p:sp>
        <p:sp>
          <p:nvSpPr>
            <p:cNvPr id="160" name="ellipse_159">
              <a:extLst>
                <a:ext uri="{FF2B5EF4-FFF2-40B4-BE49-F238E27FC236}">
                  <ns2:creationId id="{8CDAE30D-F069-4178-AB3C-16D84237A8F6}"/>
                </a:ext>
              </a:extLst>
            </p:cNvPr>
            <p:cNvSpPr>
              <a:spLocks noGrp="1"/>
            </p:cNvSpPr>
            <p:nvPr/>
          </p:nvSpPr>
          <p:spPr>
            <a:xfrm rot="0">
              <a:off x="7068800" y="8303478"/>
              <a:ext cx="112395" cy="112395"/>
            </a:xfrm>
            <a:prstGeom prst="ellipse">
              <a:avLst/>
            </a:prstGeom>
            <a:solidFill>
              <a:srgbClr val="FFFFFF"/>
            </a:solidFill>
            <a:ln w="10653">
              <a:solidFill>
                <a:srgbClr val="FFFFFF"/>
              </a:solidFill>
              <a:prstDash val="solid"/>
            </a:ln>
          </p:spPr>
        </p:sp>
        <p:sp>
          <p:nvSpPr>
            <p:cNvPr id="161" name="B_f19_True">
              <a:extLst>
                <a:ext uri="{FF2B5EF4-FFF2-40B4-BE49-F238E27FC236}">
                  <ns2:creationId id="{F1DDCF57-1A39-47B5-BED4-D05A4CC9722A}"/>
                </a:ext>
              </a:extLst>
            </p:cNvPr>
            <p:cNvSpPr>
              <a:spLocks noGrp="1"/>
            </p:cNvSpPr>
            <p:nvPr/>
          </p:nvSpPr>
          <p:spPr>
            <a:xfrm rot="0">
              <a:off x="7085945" y="8320623"/>
              <a:ext cx="78105" cy="78105"/>
            </a:xfrm>
            <a:prstGeom prst="ellipse">
              <a:avLst/>
            </a:prstGeom>
            <a:solidFill>
              <a:srgbClr val="FFFFFF"/>
            </a:solidFill>
            <a:ln w="10653">
              <a:solidFill>
                <a:srgbClr val="D55E00"/>
              </a:solidFill>
              <a:prstDash val="solid"/>
            </a:ln>
          </p:spPr>
        </p:sp>
        <p:sp>
          <p:nvSpPr>
            <p:cNvPr id="162" name="text_161">
              <a:extLst>
                <a:ext uri="{FF2B5EF4-FFF2-40B4-BE49-F238E27FC236}">
                  <ns2:creationId id="{AD23DF08-6F5D-41BA-AAEB-81725102788E}"/>
                </a:ext>
              </a:extLst>
            </p:cNvPr>
            <p:cNvSpPr>
              <a:spLocks noGrp="1"/>
            </p:cNvSpPr>
            <p:nvPr/>
          </p:nvSpPr>
          <p:spPr>
            <a:xfrm rot="0">
              <a:off x="7201198" y="8131076"/>
              <a:ext cx="266700" cy="247650"/>
            </a:xfrm>
            <a:prstGeom prst="rect">
              <a:avLst/>
            </a:prstGeom>
            <a:noFill/>
            <a:ln w="0">
              <a:noFill/>
              <a:prstDash val="solid"/>
            </a:ln>
          </p:spPr>
          <p:txBody>
            <a:bodyPr wrap="none" lIns="0" tIns="0" rIns="0" bIns="0" anchor="t">
              <a:noAutofit/>
            </a:bodyPr>
            <a:lstStyle>
              <a:defPPr algn="l">
                <a:defRPr sz="932" b="1">
                  <a:solidFill>
                    <a:srgbClr val="D55E00"/>
                  </a:solidFill>
                  <a:latin typeface="Arial"/>
                  <a:ea typeface="Arial"/>
                  <a:cs typeface="Arial"/>
                </a:defRPr>
              </a:defPPr>
              <a:lvl1pPr algn="l">
                <a:defRPr sz="932" b="1">
                  <a:solidFill>
                    <a:srgbClr val="D55E00"/>
                  </a:solidFill>
                  <a:latin typeface="Arial"/>
                  <a:ea typeface="Arial"/>
                  <a:cs typeface="Arial"/>
                </a:defRPr>
              </a:lvl1pPr>
              <a:lvl2pPr algn="l">
                <a:defRPr sz="932" b="1">
                  <a:solidFill>
                    <a:srgbClr val="D55E00"/>
                  </a:solidFill>
                  <a:latin typeface="Arial"/>
                  <a:ea typeface="Arial"/>
                  <a:cs typeface="Arial"/>
                </a:defRPr>
              </a:lvl2pPr>
              <a:lvl3pPr algn="l">
                <a:defRPr sz="932" b="1">
                  <a:solidFill>
                    <a:srgbClr val="D55E00"/>
                  </a:solidFill>
                  <a:latin typeface="Arial"/>
                  <a:ea typeface="Arial"/>
                  <a:cs typeface="Arial"/>
                </a:defRPr>
              </a:lvl3pPr>
              <a:lvl4pPr algn="l">
                <a:defRPr sz="932" b="1">
                  <a:solidFill>
                    <a:srgbClr val="D55E00"/>
                  </a:solidFill>
                  <a:latin typeface="Arial"/>
                  <a:ea typeface="Arial"/>
                  <a:cs typeface="Arial"/>
                </a:defRPr>
              </a:lvl4pPr>
              <a:lvl5pPr algn="l">
                <a:defRPr sz="932" b="1">
                  <a:solidFill>
                    <a:srgbClr val="D55E00"/>
                  </a:solidFill>
                  <a:latin typeface="Arial"/>
                  <a:ea typeface="Arial"/>
                  <a:cs typeface="Arial"/>
                </a:defRPr>
              </a:lvl5pPr>
              <a:lvl6pPr algn="l">
                <a:defRPr sz="932" b="1">
                  <a:solidFill>
                    <a:srgbClr val="D55E00"/>
                  </a:solidFill>
                  <a:latin typeface="Arial"/>
                  <a:ea typeface="Arial"/>
                  <a:cs typeface="Arial"/>
                </a:defRPr>
              </a:lvl6pPr>
              <a:lvl7pPr algn="l">
                <a:defRPr sz="932" b="1">
                  <a:solidFill>
                    <a:srgbClr val="D55E00"/>
                  </a:solidFill>
                  <a:latin typeface="Arial"/>
                  <a:ea typeface="Arial"/>
                  <a:cs typeface="Arial"/>
                </a:defRPr>
              </a:lvl7pPr>
              <a:lvl8pPr algn="l">
                <a:defRPr sz="932" b="1">
                  <a:solidFill>
                    <a:srgbClr val="D55E00"/>
                  </a:solidFill>
                  <a:latin typeface="Arial"/>
                  <a:ea typeface="Arial"/>
                  <a:cs typeface="Arial"/>
                </a:defRPr>
              </a:lvl8pPr>
              <a:lvl9pPr algn="l">
                <a:defRPr sz="932" b="1">
                  <a:solidFill>
                    <a:srgbClr val="D55E00"/>
                  </a:solidFill>
                  <a:latin typeface="Arial"/>
                  <a:ea typeface="Arial"/>
                  <a:cs typeface="Arial"/>
                </a:defRPr>
              </a:lvl9pPr>
            </a:lstStyle>
            <a:p>
              <a:pPr algn="l">
                <a:defRPr sz="932" b="1">
                  <a:solidFill>
                    <a:srgbClr val="D55E00"/>
                  </a:solidFill>
                  <a:latin typeface="Arial"/>
                  <a:ea typeface="Arial"/>
                  <a:cs typeface="Arial"/>
                </a:defRPr>
              </a:pPr>
              <a:r>
                <a:rPr sz="932" b="1">
                  <a:solidFill>
                    <a:srgbClr val="D55E00"/>
                  </a:solidFill>
                  <a:latin typeface="Arial"/>
                  <a:ea typeface="Arial"/>
                  <a:cs typeface="Arial"/>
                </a:rPr>
                <a:t>B</a:t>
              </a:r>
            </a:p>
          </p:txBody>
        </p:sp>
        <p:sp>
          <p:nvSpPr>
            <p:cNvPr id="163" name="ellipse_162">
              <a:extLst>
                <a:ext uri="{FF2B5EF4-FFF2-40B4-BE49-F238E27FC236}">
                  <ns2:creationId id="{6D287420-15F8-4629-8055-2CF2A9ED71ED}"/>
                </a:ext>
              </a:extLst>
            </p:cNvPr>
            <p:cNvSpPr>
              <a:spLocks noGrp="1"/>
            </p:cNvSpPr>
            <p:nvPr/>
          </p:nvSpPr>
          <p:spPr>
            <a:xfrm rot="0">
              <a:off x="6610410" y="6830080"/>
              <a:ext cx="112395" cy="112395"/>
            </a:xfrm>
            <a:prstGeom prst="ellipse">
              <a:avLst/>
            </a:prstGeom>
            <a:solidFill>
              <a:srgbClr val="FFFFFF"/>
            </a:solidFill>
            <a:ln w="10653">
              <a:solidFill>
                <a:srgbClr val="FFFFFF"/>
              </a:solidFill>
              <a:prstDash val="solid"/>
            </a:ln>
          </p:spPr>
        </p:sp>
        <p:sp>
          <p:nvSpPr>
            <p:cNvPr id="164" name="C_f19_True">
              <a:extLst>
                <a:ext uri="{FF2B5EF4-FFF2-40B4-BE49-F238E27FC236}">
                  <ns2:creationId id="{AD06BA79-BE9A-45F9-AA78-BE43E3AAF3E4}"/>
                </a:ext>
              </a:extLst>
            </p:cNvPr>
            <p:cNvSpPr>
              <a:spLocks noGrp="1"/>
            </p:cNvSpPr>
            <p:nvPr/>
          </p:nvSpPr>
          <p:spPr>
            <a:xfrm rot="0">
              <a:off x="6627555" y="6847225"/>
              <a:ext cx="78105" cy="78105"/>
            </a:xfrm>
            <a:prstGeom prst="ellipse">
              <a:avLst/>
            </a:prstGeom>
            <a:solidFill>
              <a:srgbClr val="FFFFFF"/>
            </a:solidFill>
            <a:ln w="10653">
              <a:solidFill>
                <a:srgbClr val="009E73"/>
              </a:solidFill>
              <a:prstDash val="solid"/>
            </a:ln>
          </p:spPr>
        </p:sp>
        <p:sp>
          <p:nvSpPr>
            <p:cNvPr id="165" name="text_164">
              <a:extLst>
                <a:ext uri="{FF2B5EF4-FFF2-40B4-BE49-F238E27FC236}">
                  <ns2:creationId id="{A747BAD3-CD9C-4414-94C6-7F14B16762E4}"/>
                </a:ext>
              </a:extLst>
            </p:cNvPr>
            <p:cNvSpPr>
              <a:spLocks noGrp="1"/>
            </p:cNvSpPr>
            <p:nvPr/>
          </p:nvSpPr>
          <p:spPr>
            <a:xfrm rot="0">
              <a:off x="6742807" y="6657677"/>
              <a:ext cx="266700" cy="247650"/>
            </a:xfrm>
            <a:prstGeom prst="rect">
              <a:avLst/>
            </a:prstGeom>
            <a:noFill/>
            <a:ln w="0">
              <a:noFill/>
              <a:prstDash val="solid"/>
            </a:ln>
          </p:spPr>
          <p:txBody>
            <a:bodyPr wrap="none" lIns="0" tIns="0" rIns="0" bIns="0" anchor="t">
              <a:noAutofit/>
            </a:bodyPr>
            <a:lstStyle>
              <a:defPPr algn="l">
                <a:defRPr sz="932" b="1">
                  <a:solidFill>
                    <a:srgbClr val="009E73"/>
                  </a:solidFill>
                  <a:latin typeface="Arial"/>
                  <a:ea typeface="Arial"/>
                  <a:cs typeface="Arial"/>
                </a:defRPr>
              </a:defPPr>
              <a:lvl1pPr algn="l">
                <a:defRPr sz="932" b="1">
                  <a:solidFill>
                    <a:srgbClr val="009E73"/>
                  </a:solidFill>
                  <a:latin typeface="Arial"/>
                  <a:ea typeface="Arial"/>
                  <a:cs typeface="Arial"/>
                </a:defRPr>
              </a:lvl1pPr>
              <a:lvl2pPr algn="l">
                <a:defRPr sz="932" b="1">
                  <a:solidFill>
                    <a:srgbClr val="009E73"/>
                  </a:solidFill>
                  <a:latin typeface="Arial"/>
                  <a:ea typeface="Arial"/>
                  <a:cs typeface="Arial"/>
                </a:defRPr>
              </a:lvl2pPr>
              <a:lvl3pPr algn="l">
                <a:defRPr sz="932" b="1">
                  <a:solidFill>
                    <a:srgbClr val="009E73"/>
                  </a:solidFill>
                  <a:latin typeface="Arial"/>
                  <a:ea typeface="Arial"/>
                  <a:cs typeface="Arial"/>
                </a:defRPr>
              </a:lvl3pPr>
              <a:lvl4pPr algn="l">
                <a:defRPr sz="932" b="1">
                  <a:solidFill>
                    <a:srgbClr val="009E73"/>
                  </a:solidFill>
                  <a:latin typeface="Arial"/>
                  <a:ea typeface="Arial"/>
                  <a:cs typeface="Arial"/>
                </a:defRPr>
              </a:lvl4pPr>
              <a:lvl5pPr algn="l">
                <a:defRPr sz="932" b="1">
                  <a:solidFill>
                    <a:srgbClr val="009E73"/>
                  </a:solidFill>
                  <a:latin typeface="Arial"/>
                  <a:ea typeface="Arial"/>
                  <a:cs typeface="Arial"/>
                </a:defRPr>
              </a:lvl5pPr>
              <a:lvl6pPr algn="l">
                <a:defRPr sz="932" b="1">
                  <a:solidFill>
                    <a:srgbClr val="009E73"/>
                  </a:solidFill>
                  <a:latin typeface="Arial"/>
                  <a:ea typeface="Arial"/>
                  <a:cs typeface="Arial"/>
                </a:defRPr>
              </a:lvl6pPr>
              <a:lvl7pPr algn="l">
                <a:defRPr sz="932" b="1">
                  <a:solidFill>
                    <a:srgbClr val="009E73"/>
                  </a:solidFill>
                  <a:latin typeface="Arial"/>
                  <a:ea typeface="Arial"/>
                  <a:cs typeface="Arial"/>
                </a:defRPr>
              </a:lvl7pPr>
              <a:lvl8pPr algn="l">
                <a:defRPr sz="932" b="1">
                  <a:solidFill>
                    <a:srgbClr val="009E73"/>
                  </a:solidFill>
                  <a:latin typeface="Arial"/>
                  <a:ea typeface="Arial"/>
                  <a:cs typeface="Arial"/>
                </a:defRPr>
              </a:lvl8pPr>
              <a:lvl9pPr algn="l">
                <a:defRPr sz="932" b="1">
                  <a:solidFill>
                    <a:srgbClr val="009E73"/>
                  </a:solidFill>
                  <a:latin typeface="Arial"/>
                  <a:ea typeface="Arial"/>
                  <a:cs typeface="Arial"/>
                </a:defRPr>
              </a:lvl9pPr>
            </a:lstStyle>
            <a:p>
              <a:pPr algn="l">
                <a:defRPr sz="932" b="1">
                  <a:solidFill>
                    <a:srgbClr val="009E73"/>
                  </a:solidFill>
                  <a:latin typeface="Arial"/>
                  <a:ea typeface="Arial"/>
                  <a:cs typeface="Arial"/>
                </a:defRPr>
              </a:pPr>
              <a:r>
                <a:rPr sz="932" b="1">
                  <a:solidFill>
                    <a:srgbClr val="009E73"/>
                  </a:solidFill>
                  <a:latin typeface="Arial"/>
                  <a:ea typeface="Arial"/>
                  <a:cs typeface="Arial"/>
                </a:rPr>
                <a:t>C</a:t>
              </a:r>
            </a:p>
          </p:txBody>
        </p:sp>
        <p:pic>
          <p:nvPicPr>
            <p:cNvPr id="166" name="">
              <a:extLst>
                <a:ext uri="{FF2B5EF4-FFF2-40B4-BE49-F238E27FC236}">
                  <ns2:creationId id="{67C205EA-EAD6-4B64-8E39-ACB18F8FFAEC}"/>
                </a:ext>
              </a:extLst>
            </p:cNvPr>
            <p:cNvPicPr>
              <a:picLocks noChangeAspect="1"/>
            </p:cNvPicPr>
            <p:nvPr/>
          </p:nvPicPr>
          <p:blipFill>
            <a:blip r:embed="R670ed4927ad74cb9"/>
            <a:stretch/>
          </p:blipFill>
          <p:spPr>
            <a:xfrm>
              <a:off x="3905250" y="5886450"/>
              <a:ext cx="3238500" cy="95250"/>
            </a:xfrm>
            <a:prstGeom prst="rect">
              <a:avLst/>
            </a:prstGeom>
          </p:spPr>
        </p:pic>
        <p:sp>
          <p:nvSpPr>
            <p:cNvPr id="167" name="text_166">
              <a:extLst>
                <a:ext uri="{FF2B5EF4-FFF2-40B4-BE49-F238E27FC236}">
                  <ns2:creationId id="{8E8A771E-77B9-4A49-94A9-88015CC9BAFF}"/>
                </a:ext>
              </a:extLst>
            </p:cNvPr>
            <p:cNvSpPr>
              <a:spLocks noGrp="1"/>
            </p:cNvSpPr>
            <p:nvPr/>
          </p:nvSpPr>
          <p:spPr>
            <a:xfrm rot="0">
              <a:off x="571500" y="5829300"/>
              <a:ext cx="3143250" cy="228600"/>
            </a:xfrm>
            <a:prstGeom prst="rect">
              <a:avLst/>
            </a:prstGeom>
            <a:noFill/>
            <a:ln w="0">
              <a:noFill/>
              <a:prstDash val="solid"/>
            </a:ln>
          </p:spPr>
          <p:txBody>
            <a:bodyPr wrap="none" lIns="0" tIns="0" rIns="0" bIns="0" anchor="t">
              <a:noAutofit/>
            </a:bodyPr>
            <a:lstStyle>
              <a:defPPr algn="l">
                <a:defRPr sz="792" b="0">
                  <a:solidFill>
                    <a:srgbClr val="000000"/>
                  </a:solidFill>
                  <a:latin typeface="Arial"/>
                  <a:ea typeface="Arial"/>
                  <a:cs typeface="Arial"/>
                </a:defRPr>
              </a:defPPr>
              <a:lvl1pPr algn="l">
                <a:defRPr sz="792" b="0">
                  <a:solidFill>
                    <a:srgbClr val="000000"/>
                  </a:solidFill>
                  <a:latin typeface="Arial"/>
                  <a:ea typeface="Arial"/>
                  <a:cs typeface="Arial"/>
                </a:defRPr>
              </a:lvl1pPr>
              <a:lvl2pPr algn="l">
                <a:defRPr sz="792" b="0">
                  <a:solidFill>
                    <a:srgbClr val="000000"/>
                  </a:solidFill>
                  <a:latin typeface="Arial"/>
                  <a:ea typeface="Arial"/>
                  <a:cs typeface="Arial"/>
                </a:defRPr>
              </a:lvl2pPr>
              <a:lvl3pPr algn="l">
                <a:defRPr sz="792" b="0">
                  <a:solidFill>
                    <a:srgbClr val="000000"/>
                  </a:solidFill>
                  <a:latin typeface="Arial"/>
                  <a:ea typeface="Arial"/>
                  <a:cs typeface="Arial"/>
                </a:defRPr>
              </a:lvl3pPr>
              <a:lvl4pPr algn="l">
                <a:defRPr sz="792" b="0">
                  <a:solidFill>
                    <a:srgbClr val="000000"/>
                  </a:solidFill>
                  <a:latin typeface="Arial"/>
                  <a:ea typeface="Arial"/>
                  <a:cs typeface="Arial"/>
                </a:defRPr>
              </a:lvl4pPr>
              <a:lvl5pPr algn="l">
                <a:defRPr sz="792" b="0">
                  <a:solidFill>
                    <a:srgbClr val="000000"/>
                  </a:solidFill>
                  <a:latin typeface="Arial"/>
                  <a:ea typeface="Arial"/>
                  <a:cs typeface="Arial"/>
                </a:defRPr>
              </a:lvl5pPr>
              <a:lvl6pPr algn="l">
                <a:defRPr sz="792" b="0">
                  <a:solidFill>
                    <a:srgbClr val="000000"/>
                  </a:solidFill>
                  <a:latin typeface="Arial"/>
                  <a:ea typeface="Arial"/>
                  <a:cs typeface="Arial"/>
                </a:defRPr>
              </a:lvl6pPr>
              <a:lvl7pPr algn="l">
                <a:defRPr sz="792" b="0">
                  <a:solidFill>
                    <a:srgbClr val="000000"/>
                  </a:solidFill>
                  <a:latin typeface="Arial"/>
                  <a:ea typeface="Arial"/>
                  <a:cs typeface="Arial"/>
                </a:defRPr>
              </a:lvl7pPr>
              <a:lvl8pPr algn="l">
                <a:defRPr sz="792" b="0">
                  <a:solidFill>
                    <a:srgbClr val="000000"/>
                  </a:solidFill>
                  <a:latin typeface="Arial"/>
                  <a:ea typeface="Arial"/>
                  <a:cs typeface="Arial"/>
                </a:defRPr>
              </a:lvl8pPr>
              <a:lvl9pPr algn="l">
                <a:defRPr sz="792" b="0">
                  <a:solidFill>
                    <a:srgbClr val="000000"/>
                  </a:solidFill>
                  <a:latin typeface="Arial"/>
                  <a:ea typeface="Arial"/>
                  <a:cs typeface="Arial"/>
                </a:defRPr>
              </a:lvl9pPr>
            </a:lstStyle>
            <a:p>
              <a:pPr algn="l">
                <a:defRPr sz="792" b="0">
                  <a:solidFill>
                    <a:srgbClr val="000000"/>
                  </a:solidFill>
                  <a:latin typeface="Arial"/>
                  <a:ea typeface="Arial"/>
                  <a:cs typeface="Arial"/>
                </a:defRPr>
              </a:pPr>
              <a:r>
                <a:rPr sz="792" b="0">
                  <a:solidFill>
                    <a:srgbClr val="000000"/>
                  </a:solidFill>
                  <a:latin typeface="Arial"/>
                  <a:ea typeface="Arial"/>
                  <a:cs typeface="Arial"/>
                </a:rPr>
                <a:t>log(1 + FRP sum / MW)</a:t>
              </a:r>
            </a:p>
          </p:txBody>
        </p:sp>
        <p:sp>
          <p:nvSpPr>
            <p:cNvPr id="168" name="text_167">
              <a:extLst>
                <a:ext uri="{FF2B5EF4-FFF2-40B4-BE49-F238E27FC236}">
                  <ns2:creationId id="{E822886D-8193-440D-A9D1-D5F620879F8C}"/>
                </a:ext>
              </a:extLst>
            </p:cNvPr>
            <p:cNvSpPr>
              <a:spLocks noGrp="1"/>
            </p:cNvSpPr>
            <p:nvPr/>
          </p:nvSpPr>
          <p:spPr>
            <a:xfrm rot="0">
              <a:off x="3648075" y="5829300"/>
              <a:ext cx="209550" cy="219075"/>
            </a:xfrm>
            <a:prstGeom prst="rect">
              <a:avLst/>
            </a:prstGeom>
            <a:noFill/>
            <a:ln w="0">
              <a:noFill/>
              <a:prstDash val="solid"/>
            </a:ln>
          </p:spPr>
          <p:txBody>
            <a:bodyPr wrap="none" lIns="0" tIns="0" rIns="0" bIns="0" anchor="t">
              <a:noAutofit/>
            </a:bodyPr>
            <a:lstStyle>
              <a:defPPr algn="r">
                <a:defRPr sz="699" b="0">
                  <a:solidFill>
                    <a:srgbClr val="000000"/>
                  </a:solidFill>
                  <a:latin typeface="Arial"/>
                  <a:ea typeface="Arial"/>
                  <a:cs typeface="Arial"/>
                </a:defRPr>
              </a:defPPr>
              <a:lvl1pPr algn="r">
                <a:defRPr sz="699" b="0">
                  <a:solidFill>
                    <a:srgbClr val="000000"/>
                  </a:solidFill>
                  <a:latin typeface="Arial"/>
                  <a:ea typeface="Arial"/>
                  <a:cs typeface="Arial"/>
                </a:defRPr>
              </a:lvl1pPr>
              <a:lvl2pPr algn="r">
                <a:defRPr sz="699" b="0">
                  <a:solidFill>
                    <a:srgbClr val="000000"/>
                  </a:solidFill>
                  <a:latin typeface="Arial"/>
                  <a:ea typeface="Arial"/>
                  <a:cs typeface="Arial"/>
                </a:defRPr>
              </a:lvl2pPr>
              <a:lvl3pPr algn="r">
                <a:defRPr sz="699" b="0">
                  <a:solidFill>
                    <a:srgbClr val="000000"/>
                  </a:solidFill>
                  <a:latin typeface="Arial"/>
                  <a:ea typeface="Arial"/>
                  <a:cs typeface="Arial"/>
                </a:defRPr>
              </a:lvl3pPr>
              <a:lvl4pPr algn="r">
                <a:defRPr sz="699" b="0">
                  <a:solidFill>
                    <a:srgbClr val="000000"/>
                  </a:solidFill>
                  <a:latin typeface="Arial"/>
                  <a:ea typeface="Arial"/>
                  <a:cs typeface="Arial"/>
                </a:defRPr>
              </a:lvl4pPr>
              <a:lvl5pPr algn="r">
                <a:defRPr sz="699" b="0">
                  <a:solidFill>
                    <a:srgbClr val="000000"/>
                  </a:solidFill>
                  <a:latin typeface="Arial"/>
                  <a:ea typeface="Arial"/>
                  <a:cs typeface="Arial"/>
                </a:defRPr>
              </a:lvl5pPr>
              <a:lvl6pPr algn="r">
                <a:defRPr sz="699" b="0">
                  <a:solidFill>
                    <a:srgbClr val="000000"/>
                  </a:solidFill>
                  <a:latin typeface="Arial"/>
                  <a:ea typeface="Arial"/>
                  <a:cs typeface="Arial"/>
                </a:defRPr>
              </a:lvl6pPr>
              <a:lvl7pPr algn="r">
                <a:defRPr sz="699" b="0">
                  <a:solidFill>
                    <a:srgbClr val="000000"/>
                  </a:solidFill>
                  <a:latin typeface="Arial"/>
                  <a:ea typeface="Arial"/>
                  <a:cs typeface="Arial"/>
                </a:defRPr>
              </a:lvl7pPr>
              <a:lvl8pPr algn="r">
                <a:defRPr sz="699" b="0">
                  <a:solidFill>
                    <a:srgbClr val="000000"/>
                  </a:solidFill>
                  <a:latin typeface="Arial"/>
                  <a:ea typeface="Arial"/>
                  <a:cs typeface="Arial"/>
                </a:defRPr>
              </a:lvl8pPr>
              <a:lvl9pPr algn="r">
                <a:defRPr sz="699" b="0">
                  <a:solidFill>
                    <a:srgbClr val="000000"/>
                  </a:solidFill>
                  <a:latin typeface="Arial"/>
                  <a:ea typeface="Arial"/>
                  <a:cs typeface="Arial"/>
                </a:defRPr>
              </a:lvl9pPr>
            </a:lstStyle>
            <a:p>
              <a:pPr algn="r">
                <a:defRPr sz="699" b="0">
                  <a:solidFill>
                    <a:srgbClr val="000000"/>
                  </a:solidFill>
                  <a:latin typeface="Arial"/>
                  <a:ea typeface="Arial"/>
                  <a:cs typeface="Arial"/>
                </a:defRPr>
              </a:pPr>
              <a:r>
                <a:rPr sz="699" b="0">
                  <a:solidFill>
                    <a:srgbClr val="000000"/>
                  </a:solidFill>
                  <a:latin typeface="Arial"/>
                  <a:ea typeface="Arial"/>
                  <a:cs typeface="Arial"/>
                </a:rPr>
                <a:t>0</a:t>
              </a:r>
            </a:p>
          </p:txBody>
        </p:sp>
        <p:sp>
          <p:nvSpPr>
            <p:cNvPr id="169" name="text_168">
              <a:extLst>
                <a:ext uri="{FF2B5EF4-FFF2-40B4-BE49-F238E27FC236}">
                  <ns2:creationId id="{211871FF-6336-4AE3-A66B-BEE5E1800E5E}"/>
                </a:ext>
              </a:extLst>
            </p:cNvPr>
            <p:cNvSpPr>
              <a:spLocks noGrp="1"/>
            </p:cNvSpPr>
            <p:nvPr/>
          </p:nvSpPr>
          <p:spPr>
            <a:xfrm rot="0">
              <a:off x="7229475" y="5829300"/>
              <a:ext cx="723900" cy="219075"/>
            </a:xfrm>
            <a:prstGeom prst="rect">
              <a:avLst/>
            </a:prstGeom>
            <a:noFill/>
            <a:ln w="0">
              <a:noFill/>
              <a:prstDash val="solid"/>
            </a:ln>
          </p:spPr>
          <p:txBody>
            <a:bodyPr wrap="none" lIns="0" tIns="0" rIns="0" bIns="0" anchor="t">
              <a:noAutofit/>
            </a:bodyPr>
            <a:lstStyle>
              <a:defPPr algn="l">
                <a:defRPr sz="699" b="0">
                  <a:solidFill>
                    <a:srgbClr val="000000"/>
                  </a:solidFill>
                  <a:latin typeface="Arial"/>
                  <a:ea typeface="Arial"/>
                  <a:cs typeface="Arial"/>
                </a:defRPr>
              </a:defPPr>
              <a:lvl1pPr algn="l">
                <a:defRPr sz="699" b="0">
                  <a:solidFill>
                    <a:srgbClr val="000000"/>
                  </a:solidFill>
                  <a:latin typeface="Arial"/>
                  <a:ea typeface="Arial"/>
                  <a:cs typeface="Arial"/>
                </a:defRPr>
              </a:lvl1pPr>
              <a:lvl2pPr algn="l">
                <a:defRPr sz="699" b="0">
                  <a:solidFill>
                    <a:srgbClr val="000000"/>
                  </a:solidFill>
                  <a:latin typeface="Arial"/>
                  <a:ea typeface="Arial"/>
                  <a:cs typeface="Arial"/>
                </a:defRPr>
              </a:lvl2pPr>
              <a:lvl3pPr algn="l">
                <a:defRPr sz="699" b="0">
                  <a:solidFill>
                    <a:srgbClr val="000000"/>
                  </a:solidFill>
                  <a:latin typeface="Arial"/>
                  <a:ea typeface="Arial"/>
                  <a:cs typeface="Arial"/>
                </a:defRPr>
              </a:lvl3pPr>
              <a:lvl4pPr algn="l">
                <a:defRPr sz="699" b="0">
                  <a:solidFill>
                    <a:srgbClr val="000000"/>
                  </a:solidFill>
                  <a:latin typeface="Arial"/>
                  <a:ea typeface="Arial"/>
                  <a:cs typeface="Arial"/>
                </a:defRPr>
              </a:lvl4pPr>
              <a:lvl5pPr algn="l">
                <a:defRPr sz="699" b="0">
                  <a:solidFill>
                    <a:srgbClr val="000000"/>
                  </a:solidFill>
                  <a:latin typeface="Arial"/>
                  <a:ea typeface="Arial"/>
                  <a:cs typeface="Arial"/>
                </a:defRPr>
              </a:lvl5pPr>
              <a:lvl6pPr algn="l">
                <a:defRPr sz="699" b="0">
                  <a:solidFill>
                    <a:srgbClr val="000000"/>
                  </a:solidFill>
                  <a:latin typeface="Arial"/>
                  <a:ea typeface="Arial"/>
                  <a:cs typeface="Arial"/>
                </a:defRPr>
              </a:lvl6pPr>
              <a:lvl7pPr algn="l">
                <a:defRPr sz="699" b="0">
                  <a:solidFill>
                    <a:srgbClr val="000000"/>
                  </a:solidFill>
                  <a:latin typeface="Arial"/>
                  <a:ea typeface="Arial"/>
                  <a:cs typeface="Arial"/>
                </a:defRPr>
              </a:lvl7pPr>
              <a:lvl8pPr algn="l">
                <a:defRPr sz="699" b="0">
                  <a:solidFill>
                    <a:srgbClr val="000000"/>
                  </a:solidFill>
                  <a:latin typeface="Arial"/>
                  <a:ea typeface="Arial"/>
                  <a:cs typeface="Arial"/>
                </a:defRPr>
              </a:lvl8pPr>
              <a:lvl9pPr algn="l">
                <a:defRPr sz="699" b="0">
                  <a:solidFill>
                    <a:srgbClr val="000000"/>
                  </a:solidFill>
                  <a:latin typeface="Arial"/>
                  <a:ea typeface="Arial"/>
                  <a:cs typeface="Arial"/>
                </a:defRPr>
              </a:lvl9pPr>
            </a:lstStyle>
            <a:p>
              <a:pPr algn="l">
                <a:defRPr sz="699" b="0">
                  <a:solidFill>
                    <a:srgbClr val="000000"/>
                  </a:solidFill>
                  <a:latin typeface="Arial"/>
                  <a:ea typeface="Arial"/>
                  <a:cs typeface="Arial"/>
                </a:defRPr>
              </a:pPr>
              <a:r>
                <a:rPr sz="699" b="0">
                  <a:solidFill>
                    <a:srgbClr val="000000"/>
                  </a:solidFill>
                  <a:latin typeface="Arial"/>
                  <a:ea typeface="Arial"/>
                  <a:cs typeface="Arial"/>
                </a:rPr>
                <a:t>12.05</a:t>
              </a:r>
            </a:p>
          </p:txBody>
        </p:sp>
        <p:pic>
          <p:nvPicPr>
            <p:cNvPr id="170" name="">
              <a:extLst>
                <a:ext uri="{FF2B5EF4-FFF2-40B4-BE49-F238E27FC236}">
                  <ns2:creationId id="{7095E76E-5C62-47AD-9C13-0BA40C7BDCBC}"/>
                </a:ext>
              </a:extLst>
            </p:cNvPr>
            <p:cNvPicPr>
              <a:picLocks noChangeAspect="1"/>
            </p:cNvPicPr>
            <p:nvPr/>
          </p:nvPicPr>
          <p:blipFill>
            <a:blip r:embed="R8aa60bd01a5540b4"/>
            <a:stretch/>
          </p:blipFill>
          <p:spPr>
            <a:xfrm>
              <a:off x="3905250" y="9096375"/>
              <a:ext cx="3238500" cy="95250"/>
            </a:xfrm>
            <a:prstGeom prst="rect">
              <a:avLst/>
            </a:prstGeom>
          </p:spPr>
        </p:pic>
        <p:sp>
          <p:nvSpPr>
            <p:cNvPr id="171" name="text_170">
              <a:extLst>
                <a:ext uri="{FF2B5EF4-FFF2-40B4-BE49-F238E27FC236}">
                  <ns2:creationId id="{E58A746B-C7DA-49E9-AB45-81FFBB9FD71E}"/>
                </a:ext>
              </a:extLst>
            </p:cNvPr>
            <p:cNvSpPr>
              <a:spLocks noGrp="1"/>
            </p:cNvSpPr>
            <p:nvPr/>
          </p:nvSpPr>
          <p:spPr>
            <a:xfrm rot="0">
              <a:off x="571500" y="9039225"/>
              <a:ext cx="3143250" cy="228600"/>
            </a:xfrm>
            <a:prstGeom prst="rect">
              <a:avLst/>
            </a:prstGeom>
            <a:noFill/>
            <a:ln w="0">
              <a:noFill/>
              <a:prstDash val="solid"/>
            </a:ln>
          </p:spPr>
          <p:txBody>
            <a:bodyPr wrap="none" lIns="0" tIns="0" rIns="0" bIns="0" anchor="t">
              <a:noAutofit/>
            </a:bodyPr>
            <a:lstStyle>
              <a:defPPr algn="l">
                <a:defRPr sz="792" b="0">
                  <a:solidFill>
                    <a:srgbClr val="000000"/>
                  </a:solidFill>
                  <a:latin typeface="Arial"/>
                  <a:ea typeface="Arial"/>
                  <a:cs typeface="Arial"/>
                </a:defRPr>
              </a:defPPr>
              <a:lvl1pPr algn="l">
                <a:defRPr sz="792" b="0">
                  <a:solidFill>
                    <a:srgbClr val="000000"/>
                  </a:solidFill>
                  <a:latin typeface="Arial"/>
                  <a:ea typeface="Arial"/>
                  <a:cs typeface="Arial"/>
                </a:defRPr>
              </a:lvl1pPr>
              <a:lvl2pPr algn="l">
                <a:defRPr sz="792" b="0">
                  <a:solidFill>
                    <a:srgbClr val="000000"/>
                  </a:solidFill>
                  <a:latin typeface="Arial"/>
                  <a:ea typeface="Arial"/>
                  <a:cs typeface="Arial"/>
                </a:defRPr>
              </a:lvl2pPr>
              <a:lvl3pPr algn="l">
                <a:defRPr sz="792" b="0">
                  <a:solidFill>
                    <a:srgbClr val="000000"/>
                  </a:solidFill>
                  <a:latin typeface="Arial"/>
                  <a:ea typeface="Arial"/>
                  <a:cs typeface="Arial"/>
                </a:defRPr>
              </a:lvl3pPr>
              <a:lvl4pPr algn="l">
                <a:defRPr sz="792" b="0">
                  <a:solidFill>
                    <a:srgbClr val="000000"/>
                  </a:solidFill>
                  <a:latin typeface="Arial"/>
                  <a:ea typeface="Arial"/>
                  <a:cs typeface="Arial"/>
                </a:defRPr>
              </a:lvl4pPr>
              <a:lvl5pPr algn="l">
                <a:defRPr sz="792" b="0">
                  <a:solidFill>
                    <a:srgbClr val="000000"/>
                  </a:solidFill>
                  <a:latin typeface="Arial"/>
                  <a:ea typeface="Arial"/>
                  <a:cs typeface="Arial"/>
                </a:defRPr>
              </a:lvl5pPr>
              <a:lvl6pPr algn="l">
                <a:defRPr sz="792" b="0">
                  <a:solidFill>
                    <a:srgbClr val="000000"/>
                  </a:solidFill>
                  <a:latin typeface="Arial"/>
                  <a:ea typeface="Arial"/>
                  <a:cs typeface="Arial"/>
                </a:defRPr>
              </a:lvl6pPr>
              <a:lvl7pPr algn="l">
                <a:defRPr sz="792" b="0">
                  <a:solidFill>
                    <a:srgbClr val="000000"/>
                  </a:solidFill>
                  <a:latin typeface="Arial"/>
                  <a:ea typeface="Arial"/>
                  <a:cs typeface="Arial"/>
                </a:defRPr>
              </a:lvl7pPr>
              <a:lvl8pPr algn="l">
                <a:defRPr sz="792" b="0">
                  <a:solidFill>
                    <a:srgbClr val="000000"/>
                  </a:solidFill>
                  <a:latin typeface="Arial"/>
                  <a:ea typeface="Arial"/>
                  <a:cs typeface="Arial"/>
                </a:defRPr>
              </a:lvl8pPr>
              <a:lvl9pPr algn="l">
                <a:defRPr sz="792" b="0">
                  <a:solidFill>
                    <a:srgbClr val="000000"/>
                  </a:solidFill>
                  <a:latin typeface="Arial"/>
                  <a:ea typeface="Arial"/>
                  <a:cs typeface="Arial"/>
                </a:defRPr>
              </a:lvl9pPr>
            </a:lstStyle>
            <a:p>
              <a:pPr algn="l">
                <a:defRPr sz="792" b="0">
                  <a:solidFill>
                    <a:srgbClr val="000000"/>
                  </a:solidFill>
                  <a:latin typeface="Arial"/>
                  <a:ea typeface="Arial"/>
                  <a:cs typeface="Arial"/>
                </a:defRPr>
              </a:pPr>
              <a:r>
                <a:rPr sz="792" b="0">
                  <a:solidFill>
                    <a:srgbClr val="000000"/>
                  </a:solidFill>
                  <a:latin typeface="Arial"/>
                  <a:ea typeface="Arial"/>
                  <a:cs typeface="Arial"/>
                </a:rPr>
                <a:t>Processed log-FRP</a:t>
              </a:r>
            </a:p>
          </p:txBody>
        </p:sp>
        <p:sp>
          <p:nvSpPr>
            <p:cNvPr id="172" name="text_171">
              <a:extLst>
                <a:ext uri="{FF2B5EF4-FFF2-40B4-BE49-F238E27FC236}">
                  <ns2:creationId id="{0E051558-C936-42B4-9883-12EC4CD343A1}"/>
                </a:ext>
              </a:extLst>
            </p:cNvPr>
            <p:cNvSpPr>
              <a:spLocks noGrp="1"/>
            </p:cNvSpPr>
            <p:nvPr/>
          </p:nvSpPr>
          <p:spPr>
            <a:xfrm rot="0">
              <a:off x="3648075" y="9039225"/>
              <a:ext cx="209550" cy="219075"/>
            </a:xfrm>
            <a:prstGeom prst="rect">
              <a:avLst/>
            </a:prstGeom>
            <a:noFill/>
            <a:ln w="0">
              <a:noFill/>
              <a:prstDash val="solid"/>
            </a:ln>
          </p:spPr>
          <p:txBody>
            <a:bodyPr wrap="none" lIns="0" tIns="0" rIns="0" bIns="0" anchor="t">
              <a:noAutofit/>
            </a:bodyPr>
            <a:lstStyle>
              <a:defPPr algn="r">
                <a:defRPr sz="699" b="0">
                  <a:solidFill>
                    <a:srgbClr val="000000"/>
                  </a:solidFill>
                  <a:latin typeface="Arial"/>
                  <a:ea typeface="Arial"/>
                  <a:cs typeface="Arial"/>
                </a:defRPr>
              </a:defPPr>
              <a:lvl1pPr algn="r">
                <a:defRPr sz="699" b="0">
                  <a:solidFill>
                    <a:srgbClr val="000000"/>
                  </a:solidFill>
                  <a:latin typeface="Arial"/>
                  <a:ea typeface="Arial"/>
                  <a:cs typeface="Arial"/>
                </a:defRPr>
              </a:lvl1pPr>
              <a:lvl2pPr algn="r">
                <a:defRPr sz="699" b="0">
                  <a:solidFill>
                    <a:srgbClr val="000000"/>
                  </a:solidFill>
                  <a:latin typeface="Arial"/>
                  <a:ea typeface="Arial"/>
                  <a:cs typeface="Arial"/>
                </a:defRPr>
              </a:lvl2pPr>
              <a:lvl3pPr algn="r">
                <a:defRPr sz="699" b="0">
                  <a:solidFill>
                    <a:srgbClr val="000000"/>
                  </a:solidFill>
                  <a:latin typeface="Arial"/>
                  <a:ea typeface="Arial"/>
                  <a:cs typeface="Arial"/>
                </a:defRPr>
              </a:lvl3pPr>
              <a:lvl4pPr algn="r">
                <a:defRPr sz="699" b="0">
                  <a:solidFill>
                    <a:srgbClr val="000000"/>
                  </a:solidFill>
                  <a:latin typeface="Arial"/>
                  <a:ea typeface="Arial"/>
                  <a:cs typeface="Arial"/>
                </a:defRPr>
              </a:lvl4pPr>
              <a:lvl5pPr algn="r">
                <a:defRPr sz="699" b="0">
                  <a:solidFill>
                    <a:srgbClr val="000000"/>
                  </a:solidFill>
                  <a:latin typeface="Arial"/>
                  <a:ea typeface="Arial"/>
                  <a:cs typeface="Arial"/>
                </a:defRPr>
              </a:lvl5pPr>
              <a:lvl6pPr algn="r">
                <a:defRPr sz="699" b="0">
                  <a:solidFill>
                    <a:srgbClr val="000000"/>
                  </a:solidFill>
                  <a:latin typeface="Arial"/>
                  <a:ea typeface="Arial"/>
                  <a:cs typeface="Arial"/>
                </a:defRPr>
              </a:lvl6pPr>
              <a:lvl7pPr algn="r">
                <a:defRPr sz="699" b="0">
                  <a:solidFill>
                    <a:srgbClr val="000000"/>
                  </a:solidFill>
                  <a:latin typeface="Arial"/>
                  <a:ea typeface="Arial"/>
                  <a:cs typeface="Arial"/>
                </a:defRPr>
              </a:lvl7pPr>
              <a:lvl8pPr algn="r">
                <a:defRPr sz="699" b="0">
                  <a:solidFill>
                    <a:srgbClr val="000000"/>
                  </a:solidFill>
                  <a:latin typeface="Arial"/>
                  <a:ea typeface="Arial"/>
                  <a:cs typeface="Arial"/>
                </a:defRPr>
              </a:lvl8pPr>
              <a:lvl9pPr algn="r">
                <a:defRPr sz="699" b="0">
                  <a:solidFill>
                    <a:srgbClr val="000000"/>
                  </a:solidFill>
                  <a:latin typeface="Arial"/>
                  <a:ea typeface="Arial"/>
                  <a:cs typeface="Arial"/>
                </a:defRPr>
              </a:lvl9pPr>
            </a:lstStyle>
            <a:p>
              <a:pPr algn="r">
                <a:defRPr sz="699" b="0">
                  <a:solidFill>
                    <a:srgbClr val="000000"/>
                  </a:solidFill>
                  <a:latin typeface="Arial"/>
                  <a:ea typeface="Arial"/>
                  <a:cs typeface="Arial"/>
                </a:defRPr>
              </a:pPr>
              <a:r>
                <a:rPr sz="699" b="0">
                  <a:solidFill>
                    <a:srgbClr val="000000"/>
                  </a:solidFill>
                  <a:latin typeface="Arial"/>
                  <a:ea typeface="Arial"/>
                  <a:cs typeface="Arial"/>
                </a:rPr>
                <a:t>0</a:t>
              </a:r>
            </a:p>
          </p:txBody>
        </p:sp>
        <p:sp>
          <p:nvSpPr>
            <p:cNvPr id="173" name="text_172">
              <a:extLst>
                <a:ext uri="{FF2B5EF4-FFF2-40B4-BE49-F238E27FC236}">
                  <ns2:creationId id="{6A230775-3626-400A-B0C2-7C66A472A305}"/>
                </a:ext>
              </a:extLst>
            </p:cNvPr>
            <p:cNvSpPr>
              <a:spLocks noGrp="1"/>
            </p:cNvSpPr>
            <p:nvPr/>
          </p:nvSpPr>
          <p:spPr>
            <a:xfrm rot="0">
              <a:off x="7229475" y="9039225"/>
              <a:ext cx="723900" cy="219075"/>
            </a:xfrm>
            <a:prstGeom prst="rect">
              <a:avLst/>
            </a:prstGeom>
            <a:noFill/>
            <a:ln w="0">
              <a:noFill/>
              <a:prstDash val="solid"/>
            </a:ln>
          </p:spPr>
          <p:txBody>
            <a:bodyPr wrap="none" lIns="0" tIns="0" rIns="0" bIns="0" anchor="t">
              <a:noAutofit/>
            </a:bodyPr>
            <a:lstStyle>
              <a:defPPr algn="l">
                <a:defRPr sz="699" b="0">
                  <a:solidFill>
                    <a:srgbClr val="000000"/>
                  </a:solidFill>
                  <a:latin typeface="Arial"/>
                  <a:ea typeface="Arial"/>
                  <a:cs typeface="Arial"/>
                </a:defRPr>
              </a:defPPr>
              <a:lvl1pPr algn="l">
                <a:defRPr sz="699" b="0">
                  <a:solidFill>
                    <a:srgbClr val="000000"/>
                  </a:solidFill>
                  <a:latin typeface="Arial"/>
                  <a:ea typeface="Arial"/>
                  <a:cs typeface="Arial"/>
                </a:defRPr>
              </a:lvl1pPr>
              <a:lvl2pPr algn="l">
                <a:defRPr sz="699" b="0">
                  <a:solidFill>
                    <a:srgbClr val="000000"/>
                  </a:solidFill>
                  <a:latin typeface="Arial"/>
                  <a:ea typeface="Arial"/>
                  <a:cs typeface="Arial"/>
                </a:defRPr>
              </a:lvl2pPr>
              <a:lvl3pPr algn="l">
                <a:defRPr sz="699" b="0">
                  <a:solidFill>
                    <a:srgbClr val="000000"/>
                  </a:solidFill>
                  <a:latin typeface="Arial"/>
                  <a:ea typeface="Arial"/>
                  <a:cs typeface="Arial"/>
                </a:defRPr>
              </a:lvl3pPr>
              <a:lvl4pPr algn="l">
                <a:defRPr sz="699" b="0">
                  <a:solidFill>
                    <a:srgbClr val="000000"/>
                  </a:solidFill>
                  <a:latin typeface="Arial"/>
                  <a:ea typeface="Arial"/>
                  <a:cs typeface="Arial"/>
                </a:defRPr>
              </a:lvl4pPr>
              <a:lvl5pPr algn="l">
                <a:defRPr sz="699" b="0">
                  <a:solidFill>
                    <a:srgbClr val="000000"/>
                  </a:solidFill>
                  <a:latin typeface="Arial"/>
                  <a:ea typeface="Arial"/>
                  <a:cs typeface="Arial"/>
                </a:defRPr>
              </a:lvl5pPr>
              <a:lvl6pPr algn="l">
                <a:defRPr sz="699" b="0">
                  <a:solidFill>
                    <a:srgbClr val="000000"/>
                  </a:solidFill>
                  <a:latin typeface="Arial"/>
                  <a:ea typeface="Arial"/>
                  <a:cs typeface="Arial"/>
                </a:defRPr>
              </a:lvl6pPr>
              <a:lvl7pPr algn="l">
                <a:defRPr sz="699" b="0">
                  <a:solidFill>
                    <a:srgbClr val="000000"/>
                  </a:solidFill>
                  <a:latin typeface="Arial"/>
                  <a:ea typeface="Arial"/>
                  <a:cs typeface="Arial"/>
                </a:defRPr>
              </a:lvl7pPr>
              <a:lvl8pPr algn="l">
                <a:defRPr sz="699" b="0">
                  <a:solidFill>
                    <a:srgbClr val="000000"/>
                  </a:solidFill>
                  <a:latin typeface="Arial"/>
                  <a:ea typeface="Arial"/>
                  <a:cs typeface="Arial"/>
                </a:defRPr>
              </a:lvl8pPr>
              <a:lvl9pPr algn="l">
                <a:defRPr sz="699" b="0">
                  <a:solidFill>
                    <a:srgbClr val="000000"/>
                  </a:solidFill>
                  <a:latin typeface="Arial"/>
                  <a:ea typeface="Arial"/>
                  <a:cs typeface="Arial"/>
                </a:defRPr>
              </a:lvl9pPr>
            </a:lstStyle>
            <a:p>
              <a:pPr algn="l">
                <a:defRPr sz="699" b="0">
                  <a:solidFill>
                    <a:srgbClr val="000000"/>
                  </a:solidFill>
                  <a:latin typeface="Arial"/>
                  <a:ea typeface="Arial"/>
                  <a:cs typeface="Arial"/>
                </a:defRPr>
              </a:pPr>
              <a:r>
                <a:rPr sz="699" b="0">
                  <a:solidFill>
                    <a:srgbClr val="000000"/>
                  </a:solidFill>
                  <a:latin typeface="Arial"/>
                  <a:ea typeface="Arial"/>
                  <a:cs typeface="Arial"/>
                </a:rPr>
                <a:t>4.21</a:t>
              </a:r>
            </a:p>
          </p:txBody>
        </p:sp>
        <p:sp>
          <p:nvSpPr>
            <p:cNvPr id="174" name="text_173">
              <a:extLst>
                <a:ext uri="{FF2B5EF4-FFF2-40B4-BE49-F238E27FC236}">
                  <ns2:creationId id="{34AD4E28-47C8-41C9-8D87-061E1E40BCBA}"/>
                </a:ext>
              </a:extLst>
            </p:cNvPr>
            <p:cNvSpPr>
              <a:spLocks noGrp="1"/>
            </p:cNvSpPr>
            <p:nvPr/>
          </p:nvSpPr>
          <p:spPr>
            <a:xfrm rot="0">
              <a:off x="8553450" y="2343150"/>
              <a:ext cx="3524250" cy="276225"/>
            </a:xfrm>
            <a:prstGeom prst="rect">
              <a:avLst/>
            </a:prstGeom>
            <a:noFill/>
            <a:ln w="0">
              <a:noFill/>
              <a:prstDash val="solid"/>
            </a:ln>
          </p:spPr>
          <p:txBody>
            <a:bodyPr wrap="none" lIns="0" tIns="0" rIns="0" bIns="0" anchor="t">
              <a:noAutofit/>
            </a:bodyPr>
            <a:lstStyle>
              <a:defPPr algn="l">
                <a:defRPr sz="1025" b="1">
                  <a:solidFill>
                    <a:srgbClr val="000000"/>
                  </a:solidFill>
                  <a:latin typeface="Arial"/>
                  <a:ea typeface="Arial"/>
                  <a:cs typeface="Arial"/>
                </a:defRPr>
              </a:defPPr>
              <a:lvl1pPr algn="l">
                <a:defRPr sz="1025" b="1">
                  <a:solidFill>
                    <a:srgbClr val="000000"/>
                  </a:solidFill>
                  <a:latin typeface="Arial"/>
                  <a:ea typeface="Arial"/>
                  <a:cs typeface="Arial"/>
                </a:defRPr>
              </a:lvl1pPr>
              <a:lvl2pPr algn="l">
                <a:defRPr sz="1025" b="1">
                  <a:solidFill>
                    <a:srgbClr val="000000"/>
                  </a:solidFill>
                  <a:latin typeface="Arial"/>
                  <a:ea typeface="Arial"/>
                  <a:cs typeface="Arial"/>
                </a:defRPr>
              </a:lvl2pPr>
              <a:lvl3pPr algn="l">
                <a:defRPr sz="1025" b="1">
                  <a:solidFill>
                    <a:srgbClr val="000000"/>
                  </a:solidFill>
                  <a:latin typeface="Arial"/>
                  <a:ea typeface="Arial"/>
                  <a:cs typeface="Arial"/>
                </a:defRPr>
              </a:lvl3pPr>
              <a:lvl4pPr algn="l">
                <a:defRPr sz="1025" b="1">
                  <a:solidFill>
                    <a:srgbClr val="000000"/>
                  </a:solidFill>
                  <a:latin typeface="Arial"/>
                  <a:ea typeface="Arial"/>
                  <a:cs typeface="Arial"/>
                </a:defRPr>
              </a:lvl4pPr>
              <a:lvl5pPr algn="l">
                <a:defRPr sz="1025" b="1">
                  <a:solidFill>
                    <a:srgbClr val="000000"/>
                  </a:solidFill>
                  <a:latin typeface="Arial"/>
                  <a:ea typeface="Arial"/>
                  <a:cs typeface="Arial"/>
                </a:defRPr>
              </a:lvl5pPr>
              <a:lvl6pPr algn="l">
                <a:defRPr sz="1025" b="1">
                  <a:solidFill>
                    <a:srgbClr val="000000"/>
                  </a:solidFill>
                  <a:latin typeface="Arial"/>
                  <a:ea typeface="Arial"/>
                  <a:cs typeface="Arial"/>
                </a:defRPr>
              </a:lvl6pPr>
              <a:lvl7pPr algn="l">
                <a:defRPr sz="1025" b="1">
                  <a:solidFill>
                    <a:srgbClr val="000000"/>
                  </a:solidFill>
                  <a:latin typeface="Arial"/>
                  <a:ea typeface="Arial"/>
                  <a:cs typeface="Arial"/>
                </a:defRPr>
              </a:lvl7pPr>
              <a:lvl8pPr algn="l">
                <a:defRPr sz="1025" b="1">
                  <a:solidFill>
                    <a:srgbClr val="000000"/>
                  </a:solidFill>
                  <a:latin typeface="Arial"/>
                  <a:ea typeface="Arial"/>
                  <a:cs typeface="Arial"/>
                </a:defRPr>
              </a:lvl8pPr>
              <a:lvl9pPr algn="l">
                <a:defRPr sz="1025" b="1">
                  <a:solidFill>
                    <a:srgbClr val="000000"/>
                  </a:solidFill>
                  <a:latin typeface="Arial"/>
                  <a:ea typeface="Arial"/>
                  <a:cs typeface="Arial"/>
                </a:defRPr>
              </a:lvl9pPr>
            </a:lstStyle>
            <a:p>
              <a:pPr algn="l">
                <a:defRPr sz="1025" b="1">
                  <a:solidFill>
                    <a:srgbClr val="000000"/>
                  </a:solidFill>
                  <a:latin typeface="Arial"/>
                  <a:ea typeface="Arial"/>
                  <a:cs typeface="Arial"/>
                </a:defRPr>
              </a:pPr>
              <a:r>
                <a:rPr sz="1025" b="1">
                  <a:solidFill>
                    <a:srgbClr val="000000"/>
                  </a:solidFill>
                  <a:latin typeface="Arial"/>
                  <a:ea typeface="Arial"/>
                  <a:cs typeface="Arial"/>
                </a:rPr>
                <a:t>(d) Frame 18: saved profiles</a:t>
              </a:r>
            </a:p>
          </p:txBody>
        </p:sp>
        <p:sp>
          <p:nvSpPr>
            <p:cNvPr id="175" name="text_174">
              <a:extLst>
                <a:ext uri="{FF2B5EF4-FFF2-40B4-BE49-F238E27FC236}">
                  <ns2:creationId id="{FDB7C550-E6EB-44EF-AA20-A82C3CB66D96}"/>
                </a:ext>
              </a:extLst>
            </p:cNvPr>
            <p:cNvSpPr>
              <a:spLocks noGrp="1"/>
            </p:cNvSpPr>
            <p:nvPr/>
          </p:nvSpPr>
          <p:spPr>
            <a:xfrm rot="0">
              <a:off x="8905875" y="2790825"/>
              <a:ext cx="3048000" cy="228600"/>
            </a:xfrm>
            <a:prstGeom prst="rect">
              <a:avLst/>
            </a:prstGeom>
            <a:noFill/>
            <a:ln w="0">
              <a:noFill/>
              <a:prstDash val="solid"/>
            </a:ln>
          </p:spPr>
          <p:txBody>
            <a:bodyPr wrap="none" lIns="0" tIns="0" rIns="0" bIns="0" anchor="t">
              <a:noAutofit/>
            </a:bodyPr>
            <a:lstStyle>
              <a:defPPr algn="l">
                <a:defRPr sz="792" b="0">
                  <a:solidFill>
                    <a:srgbClr val="000000"/>
                  </a:solidFill>
                  <a:latin typeface="Arial"/>
                  <a:ea typeface="Arial"/>
                  <a:cs typeface="Arial"/>
                </a:defRPr>
              </a:defPPr>
              <a:lvl1pPr algn="l">
                <a:defRPr sz="792" b="0">
                  <a:solidFill>
                    <a:srgbClr val="000000"/>
                  </a:solidFill>
                  <a:latin typeface="Arial"/>
                  <a:ea typeface="Arial"/>
                  <a:cs typeface="Arial"/>
                </a:defRPr>
              </a:lvl1pPr>
              <a:lvl2pPr algn="l">
                <a:defRPr sz="792" b="0">
                  <a:solidFill>
                    <a:srgbClr val="000000"/>
                  </a:solidFill>
                  <a:latin typeface="Arial"/>
                  <a:ea typeface="Arial"/>
                  <a:cs typeface="Arial"/>
                </a:defRPr>
              </a:lvl2pPr>
              <a:lvl3pPr algn="l">
                <a:defRPr sz="792" b="0">
                  <a:solidFill>
                    <a:srgbClr val="000000"/>
                  </a:solidFill>
                  <a:latin typeface="Arial"/>
                  <a:ea typeface="Arial"/>
                  <a:cs typeface="Arial"/>
                </a:defRPr>
              </a:lvl3pPr>
              <a:lvl4pPr algn="l">
                <a:defRPr sz="792" b="0">
                  <a:solidFill>
                    <a:srgbClr val="000000"/>
                  </a:solidFill>
                  <a:latin typeface="Arial"/>
                  <a:ea typeface="Arial"/>
                  <a:cs typeface="Arial"/>
                </a:defRPr>
              </a:lvl4pPr>
              <a:lvl5pPr algn="l">
                <a:defRPr sz="792" b="0">
                  <a:solidFill>
                    <a:srgbClr val="000000"/>
                  </a:solidFill>
                  <a:latin typeface="Arial"/>
                  <a:ea typeface="Arial"/>
                  <a:cs typeface="Arial"/>
                </a:defRPr>
              </a:lvl5pPr>
              <a:lvl6pPr algn="l">
                <a:defRPr sz="792" b="0">
                  <a:solidFill>
                    <a:srgbClr val="000000"/>
                  </a:solidFill>
                  <a:latin typeface="Arial"/>
                  <a:ea typeface="Arial"/>
                  <a:cs typeface="Arial"/>
                </a:defRPr>
              </a:lvl6pPr>
              <a:lvl7pPr algn="l">
                <a:defRPr sz="792" b="0">
                  <a:solidFill>
                    <a:srgbClr val="000000"/>
                  </a:solidFill>
                  <a:latin typeface="Arial"/>
                  <a:ea typeface="Arial"/>
                  <a:cs typeface="Arial"/>
                </a:defRPr>
              </a:lvl7pPr>
              <a:lvl8pPr algn="l">
                <a:defRPr sz="792" b="0">
                  <a:solidFill>
                    <a:srgbClr val="000000"/>
                  </a:solidFill>
                  <a:latin typeface="Arial"/>
                  <a:ea typeface="Arial"/>
                  <a:cs typeface="Arial"/>
                </a:defRPr>
              </a:lvl8pPr>
              <a:lvl9pPr algn="l">
                <a:defRPr sz="792" b="0">
                  <a:solidFill>
                    <a:srgbClr val="000000"/>
                  </a:solidFill>
                  <a:latin typeface="Arial"/>
                  <a:ea typeface="Arial"/>
                  <a:cs typeface="Arial"/>
                </a:defRPr>
              </a:lvl9pPr>
            </a:lstStyle>
            <a:p>
              <a:pPr algn="l">
                <a:defRPr sz="792" b="0">
                  <a:solidFill>
                    <a:srgbClr val="000000"/>
                  </a:solidFill>
                  <a:latin typeface="Arial"/>
                  <a:ea typeface="Arial"/>
                  <a:cs typeface="Arial"/>
                </a:defRPr>
              </a:pPr>
              <a:r>
                <a:rPr sz="792" b="0">
                  <a:solidFill>
                    <a:srgbClr val="000000"/>
                  </a:solidFill>
                  <a:latin typeface="Arial"/>
                  <a:ea typeface="Arial"/>
                  <a:cs typeface="Arial"/>
                </a:rPr>
                <a:t>Processed log-FRP</a:t>
              </a:r>
            </a:p>
          </p:txBody>
        </p:sp>
        <p:sp>
          <p:nvSpPr>
            <p:cNvPr id="176" name="line_175">
              <a:extLst>
                <a:ext uri="{FF2B5EF4-FFF2-40B4-BE49-F238E27FC236}">
                  <ns2:creationId id="{1D7E4962-F845-48B1-A6B6-41DA91B296AE}"/>
                </a:ext>
              </a:extLst>
            </p:cNvPr>
            <p:cNvSpPr>
              <a:spLocks noGrp="1"/>
            </p:cNvSpPr>
            <p:nvPr/>
          </p:nvSpPr>
          <p:spPr>
            <a:xfrm>
              <a:off x="8905875" y="4668012"/>
              <a:ext cx="2971800" cy="95"/>
            </a:xfrm>
            <a:custGeom>
              <a:pathLst>
                <a:path w="2971800" h="95">
                  <a:moveTo>
                    <a:pt x="0" y="0"/>
                  </a:moveTo>
                  <a:lnTo>
                    <a:pt x="2971800" y="0"/>
                  </a:lnTo>
                </a:path>
              </a:pathLst>
            </a:custGeom>
            <a:noFill/>
            <a:ln w="3551">
              <a:solidFill>
                <a:srgbClr val="DEE3E7"/>
              </a:solidFill>
              <a:prstDash val="solid"/>
            </a:ln>
          </p:spPr>
        </p:sp>
        <p:sp>
          <p:nvSpPr>
            <p:cNvPr id="177" name="text_176">
              <a:extLst>
                <a:ext uri="{FF2B5EF4-FFF2-40B4-BE49-F238E27FC236}">
                  <ns2:creationId id="{554488CA-3356-474E-A427-B95CF18AB462}"/>
                </a:ext>
              </a:extLst>
            </p:cNvPr>
            <p:cNvSpPr>
              <a:spLocks noGrp="1"/>
            </p:cNvSpPr>
            <p:nvPr/>
          </p:nvSpPr>
          <p:spPr>
            <a:xfrm rot="0">
              <a:off x="8572500" y="4572762"/>
              <a:ext cx="257175" cy="228600"/>
            </a:xfrm>
            <a:prstGeom prst="rect">
              <a:avLst/>
            </a:prstGeom>
            <a:noFill/>
            <a:ln w="0">
              <a:noFill/>
              <a:prstDash val="solid"/>
            </a:ln>
          </p:spPr>
          <p:txBody>
            <a:bodyPr wrap="none" lIns="0" tIns="0" rIns="0" bIns="0" anchor="t">
              <a:noAutofit/>
            </a:bodyPr>
            <a:lstStyle>
              <a:defPPr algn="r">
                <a:defRPr sz="746" b="0">
                  <a:solidFill>
                    <a:srgbClr val="000000"/>
                  </a:solidFill>
                  <a:latin typeface="Arial"/>
                  <a:ea typeface="Arial"/>
                  <a:cs typeface="Arial"/>
                </a:defRPr>
              </a:defPPr>
              <a:lvl1pPr algn="r">
                <a:defRPr sz="746" b="0">
                  <a:solidFill>
                    <a:srgbClr val="000000"/>
                  </a:solidFill>
                  <a:latin typeface="Arial"/>
                  <a:ea typeface="Arial"/>
                  <a:cs typeface="Arial"/>
                </a:defRPr>
              </a:lvl1pPr>
              <a:lvl2pPr algn="r">
                <a:defRPr sz="746" b="0">
                  <a:solidFill>
                    <a:srgbClr val="000000"/>
                  </a:solidFill>
                  <a:latin typeface="Arial"/>
                  <a:ea typeface="Arial"/>
                  <a:cs typeface="Arial"/>
                </a:defRPr>
              </a:lvl2pPr>
              <a:lvl3pPr algn="r">
                <a:defRPr sz="746" b="0">
                  <a:solidFill>
                    <a:srgbClr val="000000"/>
                  </a:solidFill>
                  <a:latin typeface="Arial"/>
                  <a:ea typeface="Arial"/>
                  <a:cs typeface="Arial"/>
                </a:defRPr>
              </a:lvl3pPr>
              <a:lvl4pPr algn="r">
                <a:defRPr sz="746" b="0">
                  <a:solidFill>
                    <a:srgbClr val="000000"/>
                  </a:solidFill>
                  <a:latin typeface="Arial"/>
                  <a:ea typeface="Arial"/>
                  <a:cs typeface="Arial"/>
                </a:defRPr>
              </a:lvl4pPr>
              <a:lvl5pPr algn="r">
                <a:defRPr sz="746" b="0">
                  <a:solidFill>
                    <a:srgbClr val="000000"/>
                  </a:solidFill>
                  <a:latin typeface="Arial"/>
                  <a:ea typeface="Arial"/>
                  <a:cs typeface="Arial"/>
                </a:defRPr>
              </a:lvl5pPr>
              <a:lvl6pPr algn="r">
                <a:defRPr sz="746" b="0">
                  <a:solidFill>
                    <a:srgbClr val="000000"/>
                  </a:solidFill>
                  <a:latin typeface="Arial"/>
                  <a:ea typeface="Arial"/>
                  <a:cs typeface="Arial"/>
                </a:defRPr>
              </a:lvl6pPr>
              <a:lvl7pPr algn="r">
                <a:defRPr sz="746" b="0">
                  <a:solidFill>
                    <a:srgbClr val="000000"/>
                  </a:solidFill>
                  <a:latin typeface="Arial"/>
                  <a:ea typeface="Arial"/>
                  <a:cs typeface="Arial"/>
                </a:defRPr>
              </a:lvl7pPr>
              <a:lvl8pPr algn="r">
                <a:defRPr sz="746" b="0">
                  <a:solidFill>
                    <a:srgbClr val="000000"/>
                  </a:solidFill>
                  <a:latin typeface="Arial"/>
                  <a:ea typeface="Arial"/>
                  <a:cs typeface="Arial"/>
                </a:defRPr>
              </a:lvl8pPr>
              <a:lvl9pPr algn="r">
                <a:defRPr sz="746" b="0">
                  <a:solidFill>
                    <a:srgbClr val="000000"/>
                  </a:solidFill>
                  <a:latin typeface="Arial"/>
                  <a:ea typeface="Arial"/>
                  <a:cs typeface="Arial"/>
                </a:defRPr>
              </a:lvl9pPr>
            </a:lstStyle>
            <a:p>
              <a:pPr algn="r">
                <a:defRPr sz="746" b="0">
                  <a:solidFill>
                    <a:srgbClr val="000000"/>
                  </a:solidFill>
                  <a:latin typeface="Arial"/>
                  <a:ea typeface="Arial"/>
                  <a:cs typeface="Arial"/>
                </a:defRPr>
              </a:pPr>
              <a:r>
                <a:rPr sz="746" b="0">
                  <a:solidFill>
                    <a:srgbClr val="000000"/>
                  </a:solidFill>
                  <a:latin typeface="Arial"/>
                  <a:ea typeface="Arial"/>
                  <a:cs typeface="Arial"/>
                </a:rPr>
                <a:t>0</a:t>
              </a:r>
            </a:p>
          </p:txBody>
        </p:sp>
        <p:sp>
          <p:nvSpPr>
            <p:cNvPr id="178" name="line_177">
              <a:extLst>
                <a:ext uri="{FF2B5EF4-FFF2-40B4-BE49-F238E27FC236}">
                  <ns2:creationId id="{5F10A5EB-3311-45D1-8E4C-5377BA6EBE43}"/>
                </a:ext>
              </a:extLst>
            </p:cNvPr>
            <p:cNvSpPr>
              <a:spLocks noGrp="1"/>
            </p:cNvSpPr>
            <p:nvPr/>
          </p:nvSpPr>
          <p:spPr>
            <a:xfrm>
              <a:off x="8905875" y="3989832"/>
              <a:ext cx="2971800" cy="95"/>
            </a:xfrm>
            <a:custGeom>
              <a:pathLst>
                <a:path w="2971800" h="95">
                  <a:moveTo>
                    <a:pt x="0" y="0"/>
                  </a:moveTo>
                  <a:lnTo>
                    <a:pt x="2971800" y="0"/>
                  </a:lnTo>
                </a:path>
              </a:pathLst>
            </a:custGeom>
            <a:noFill/>
            <a:ln w="3551">
              <a:solidFill>
                <a:srgbClr val="DEE3E7"/>
              </a:solidFill>
              <a:prstDash val="solid"/>
            </a:ln>
          </p:spPr>
        </p:sp>
        <p:sp>
          <p:nvSpPr>
            <p:cNvPr id="179" name="text_178">
              <a:extLst>
                <a:ext uri="{FF2B5EF4-FFF2-40B4-BE49-F238E27FC236}">
                  <ns2:creationId id="{7120484F-369E-4F85-8CA0-B8C7387341CD}"/>
                </a:ext>
              </a:extLst>
            </p:cNvPr>
            <p:cNvSpPr>
              <a:spLocks noGrp="1"/>
            </p:cNvSpPr>
            <p:nvPr/>
          </p:nvSpPr>
          <p:spPr>
            <a:xfrm rot="0">
              <a:off x="8572500" y="3894582"/>
              <a:ext cx="257175" cy="228600"/>
            </a:xfrm>
            <a:prstGeom prst="rect">
              <a:avLst/>
            </a:prstGeom>
            <a:noFill/>
            <a:ln w="0">
              <a:noFill/>
              <a:prstDash val="solid"/>
            </a:ln>
          </p:spPr>
          <p:txBody>
            <a:bodyPr wrap="none" lIns="0" tIns="0" rIns="0" bIns="0" anchor="t">
              <a:noAutofit/>
            </a:bodyPr>
            <a:lstStyle>
              <a:defPPr algn="r">
                <a:defRPr sz="746" b="0">
                  <a:solidFill>
                    <a:srgbClr val="000000"/>
                  </a:solidFill>
                  <a:latin typeface="Arial"/>
                  <a:ea typeface="Arial"/>
                  <a:cs typeface="Arial"/>
                </a:defRPr>
              </a:defPPr>
              <a:lvl1pPr algn="r">
                <a:defRPr sz="746" b="0">
                  <a:solidFill>
                    <a:srgbClr val="000000"/>
                  </a:solidFill>
                  <a:latin typeface="Arial"/>
                  <a:ea typeface="Arial"/>
                  <a:cs typeface="Arial"/>
                </a:defRPr>
              </a:lvl1pPr>
              <a:lvl2pPr algn="r">
                <a:defRPr sz="746" b="0">
                  <a:solidFill>
                    <a:srgbClr val="000000"/>
                  </a:solidFill>
                  <a:latin typeface="Arial"/>
                  <a:ea typeface="Arial"/>
                  <a:cs typeface="Arial"/>
                </a:defRPr>
              </a:lvl2pPr>
              <a:lvl3pPr algn="r">
                <a:defRPr sz="746" b="0">
                  <a:solidFill>
                    <a:srgbClr val="000000"/>
                  </a:solidFill>
                  <a:latin typeface="Arial"/>
                  <a:ea typeface="Arial"/>
                  <a:cs typeface="Arial"/>
                </a:defRPr>
              </a:lvl3pPr>
              <a:lvl4pPr algn="r">
                <a:defRPr sz="746" b="0">
                  <a:solidFill>
                    <a:srgbClr val="000000"/>
                  </a:solidFill>
                  <a:latin typeface="Arial"/>
                  <a:ea typeface="Arial"/>
                  <a:cs typeface="Arial"/>
                </a:defRPr>
              </a:lvl4pPr>
              <a:lvl5pPr algn="r">
                <a:defRPr sz="746" b="0">
                  <a:solidFill>
                    <a:srgbClr val="000000"/>
                  </a:solidFill>
                  <a:latin typeface="Arial"/>
                  <a:ea typeface="Arial"/>
                  <a:cs typeface="Arial"/>
                </a:defRPr>
              </a:lvl5pPr>
              <a:lvl6pPr algn="r">
                <a:defRPr sz="746" b="0">
                  <a:solidFill>
                    <a:srgbClr val="000000"/>
                  </a:solidFill>
                  <a:latin typeface="Arial"/>
                  <a:ea typeface="Arial"/>
                  <a:cs typeface="Arial"/>
                </a:defRPr>
              </a:lvl6pPr>
              <a:lvl7pPr algn="r">
                <a:defRPr sz="746" b="0">
                  <a:solidFill>
                    <a:srgbClr val="000000"/>
                  </a:solidFill>
                  <a:latin typeface="Arial"/>
                  <a:ea typeface="Arial"/>
                  <a:cs typeface="Arial"/>
                </a:defRPr>
              </a:lvl7pPr>
              <a:lvl8pPr algn="r">
                <a:defRPr sz="746" b="0">
                  <a:solidFill>
                    <a:srgbClr val="000000"/>
                  </a:solidFill>
                  <a:latin typeface="Arial"/>
                  <a:ea typeface="Arial"/>
                  <a:cs typeface="Arial"/>
                </a:defRPr>
              </a:lvl8pPr>
              <a:lvl9pPr algn="r">
                <a:defRPr sz="746" b="0">
                  <a:solidFill>
                    <a:srgbClr val="000000"/>
                  </a:solidFill>
                  <a:latin typeface="Arial"/>
                  <a:ea typeface="Arial"/>
                  <a:cs typeface="Arial"/>
                </a:defRPr>
              </a:lvl9pPr>
            </a:lstStyle>
            <a:p>
              <a:pPr algn="r">
                <a:defRPr sz="746" b="0">
                  <a:solidFill>
                    <a:srgbClr val="000000"/>
                  </a:solidFill>
                  <a:latin typeface="Arial"/>
                  <a:ea typeface="Arial"/>
                  <a:cs typeface="Arial"/>
                </a:defRPr>
              </a:pPr>
              <a:r>
                <a:rPr sz="746" b="0">
                  <a:solidFill>
                    <a:srgbClr val="000000"/>
                  </a:solidFill>
                  <a:latin typeface="Arial"/>
                  <a:ea typeface="Arial"/>
                  <a:cs typeface="Arial"/>
                </a:rPr>
                <a:t>2</a:t>
              </a:r>
            </a:p>
          </p:txBody>
        </p:sp>
        <p:sp>
          <p:nvSpPr>
            <p:cNvPr id="180" name="line_179">
              <a:extLst>
                <a:ext uri="{FF2B5EF4-FFF2-40B4-BE49-F238E27FC236}">
                  <ns2:creationId id="{696D717B-E63A-4DDD-8AFA-FB051E46A1E2}"/>
                </a:ext>
              </a:extLst>
            </p:cNvPr>
            <p:cNvSpPr>
              <a:spLocks noGrp="1"/>
            </p:cNvSpPr>
            <p:nvPr/>
          </p:nvSpPr>
          <p:spPr>
            <a:xfrm>
              <a:off x="8905875" y="3311652"/>
              <a:ext cx="2971800" cy="95"/>
            </a:xfrm>
            <a:custGeom>
              <a:pathLst>
                <a:path w="2971800" h="95">
                  <a:moveTo>
                    <a:pt x="0" y="0"/>
                  </a:moveTo>
                  <a:lnTo>
                    <a:pt x="2971800" y="0"/>
                  </a:lnTo>
                </a:path>
              </a:pathLst>
            </a:custGeom>
            <a:noFill/>
            <a:ln w="3551">
              <a:solidFill>
                <a:srgbClr val="DEE3E7"/>
              </a:solidFill>
              <a:prstDash val="solid"/>
            </a:ln>
          </p:spPr>
        </p:sp>
        <p:sp>
          <p:nvSpPr>
            <p:cNvPr id="181" name="text_180">
              <a:extLst>
                <a:ext uri="{FF2B5EF4-FFF2-40B4-BE49-F238E27FC236}">
                  <ns2:creationId id="{248997C0-DA06-4377-8A29-6014DBA4FCC4}"/>
                </a:ext>
              </a:extLst>
            </p:cNvPr>
            <p:cNvSpPr>
              <a:spLocks noGrp="1"/>
            </p:cNvSpPr>
            <p:nvPr/>
          </p:nvSpPr>
          <p:spPr>
            <a:xfrm rot="0">
              <a:off x="8572500" y="3216402"/>
              <a:ext cx="257175" cy="228600"/>
            </a:xfrm>
            <a:prstGeom prst="rect">
              <a:avLst/>
            </a:prstGeom>
            <a:noFill/>
            <a:ln w="0">
              <a:noFill/>
              <a:prstDash val="solid"/>
            </a:ln>
          </p:spPr>
          <p:txBody>
            <a:bodyPr wrap="none" lIns="0" tIns="0" rIns="0" bIns="0" anchor="t">
              <a:noAutofit/>
            </a:bodyPr>
            <a:lstStyle>
              <a:defPPr algn="r">
                <a:defRPr sz="746" b="0">
                  <a:solidFill>
                    <a:srgbClr val="000000"/>
                  </a:solidFill>
                  <a:latin typeface="Arial"/>
                  <a:ea typeface="Arial"/>
                  <a:cs typeface="Arial"/>
                </a:defRPr>
              </a:defPPr>
              <a:lvl1pPr algn="r">
                <a:defRPr sz="746" b="0">
                  <a:solidFill>
                    <a:srgbClr val="000000"/>
                  </a:solidFill>
                  <a:latin typeface="Arial"/>
                  <a:ea typeface="Arial"/>
                  <a:cs typeface="Arial"/>
                </a:defRPr>
              </a:lvl1pPr>
              <a:lvl2pPr algn="r">
                <a:defRPr sz="746" b="0">
                  <a:solidFill>
                    <a:srgbClr val="000000"/>
                  </a:solidFill>
                  <a:latin typeface="Arial"/>
                  <a:ea typeface="Arial"/>
                  <a:cs typeface="Arial"/>
                </a:defRPr>
              </a:lvl2pPr>
              <a:lvl3pPr algn="r">
                <a:defRPr sz="746" b="0">
                  <a:solidFill>
                    <a:srgbClr val="000000"/>
                  </a:solidFill>
                  <a:latin typeface="Arial"/>
                  <a:ea typeface="Arial"/>
                  <a:cs typeface="Arial"/>
                </a:defRPr>
              </a:lvl3pPr>
              <a:lvl4pPr algn="r">
                <a:defRPr sz="746" b="0">
                  <a:solidFill>
                    <a:srgbClr val="000000"/>
                  </a:solidFill>
                  <a:latin typeface="Arial"/>
                  <a:ea typeface="Arial"/>
                  <a:cs typeface="Arial"/>
                </a:defRPr>
              </a:lvl4pPr>
              <a:lvl5pPr algn="r">
                <a:defRPr sz="746" b="0">
                  <a:solidFill>
                    <a:srgbClr val="000000"/>
                  </a:solidFill>
                  <a:latin typeface="Arial"/>
                  <a:ea typeface="Arial"/>
                  <a:cs typeface="Arial"/>
                </a:defRPr>
              </a:lvl5pPr>
              <a:lvl6pPr algn="r">
                <a:defRPr sz="746" b="0">
                  <a:solidFill>
                    <a:srgbClr val="000000"/>
                  </a:solidFill>
                  <a:latin typeface="Arial"/>
                  <a:ea typeface="Arial"/>
                  <a:cs typeface="Arial"/>
                </a:defRPr>
              </a:lvl6pPr>
              <a:lvl7pPr algn="r">
                <a:defRPr sz="746" b="0">
                  <a:solidFill>
                    <a:srgbClr val="000000"/>
                  </a:solidFill>
                  <a:latin typeface="Arial"/>
                  <a:ea typeface="Arial"/>
                  <a:cs typeface="Arial"/>
                </a:defRPr>
              </a:lvl7pPr>
              <a:lvl8pPr algn="r">
                <a:defRPr sz="746" b="0">
                  <a:solidFill>
                    <a:srgbClr val="000000"/>
                  </a:solidFill>
                  <a:latin typeface="Arial"/>
                  <a:ea typeface="Arial"/>
                  <a:cs typeface="Arial"/>
                </a:defRPr>
              </a:lvl8pPr>
              <a:lvl9pPr algn="r">
                <a:defRPr sz="746" b="0">
                  <a:solidFill>
                    <a:srgbClr val="000000"/>
                  </a:solidFill>
                  <a:latin typeface="Arial"/>
                  <a:ea typeface="Arial"/>
                  <a:cs typeface="Arial"/>
                </a:defRPr>
              </a:lvl9pPr>
            </a:lstStyle>
            <a:p>
              <a:pPr algn="r">
                <a:defRPr sz="746" b="0">
                  <a:solidFill>
                    <a:srgbClr val="000000"/>
                  </a:solidFill>
                  <a:latin typeface="Arial"/>
                  <a:ea typeface="Arial"/>
                  <a:cs typeface="Arial"/>
                </a:defRPr>
              </a:pPr>
              <a:r>
                <a:rPr sz="746" b="0">
                  <a:solidFill>
                    <a:srgbClr val="000000"/>
                  </a:solidFill>
                  <a:latin typeface="Arial"/>
                  <a:ea typeface="Arial"/>
                  <a:cs typeface="Arial"/>
                </a:rPr>
                <a:t>4</a:t>
              </a:r>
            </a:p>
          </p:txBody>
        </p:sp>
        <p:sp>
          <p:nvSpPr>
            <p:cNvPr id="182" name="text_181">
              <a:extLst>
                <a:ext uri="{FF2B5EF4-FFF2-40B4-BE49-F238E27FC236}">
                  <ns2:creationId id="{B002ABA5-A76F-45D5-8E99-6D1CF87B33D7}"/>
                </a:ext>
              </a:extLst>
            </p:cNvPr>
            <p:cNvSpPr>
              <a:spLocks noGrp="1"/>
            </p:cNvSpPr>
            <p:nvPr/>
          </p:nvSpPr>
          <p:spPr>
            <a:xfrm rot="0">
              <a:off x="8715375" y="4962525"/>
              <a:ext cx="381000" cy="228600"/>
            </a:xfrm>
            <a:prstGeom prst="rect">
              <a:avLst/>
            </a:prstGeom>
            <a:noFill/>
            <a:ln w="0">
              <a:noFill/>
              <a:prstDash val="solid"/>
            </a:ln>
          </p:spPr>
          <p:txBody>
            <a:bodyPr wrap="none" lIns="0" tIns="0" rIns="0" bIns="0" anchor="t">
              <a:noAutofit/>
            </a:bodyPr>
            <a:lstStyle>
              <a:defPPr algn="ctr">
                <a:defRPr sz="746" b="0">
                  <a:solidFill>
                    <a:srgbClr val="000000"/>
                  </a:solidFill>
                  <a:latin typeface="Arial"/>
                  <a:ea typeface="Arial"/>
                  <a:cs typeface="Arial"/>
                </a:defRPr>
              </a:defPPr>
              <a:lvl1pPr algn="ctr">
                <a:defRPr sz="746" b="0">
                  <a:solidFill>
                    <a:srgbClr val="000000"/>
                  </a:solidFill>
                  <a:latin typeface="Arial"/>
                  <a:ea typeface="Arial"/>
                  <a:cs typeface="Arial"/>
                </a:defRPr>
              </a:lvl1pPr>
              <a:lvl2pPr algn="ctr">
                <a:defRPr sz="746" b="0">
                  <a:solidFill>
                    <a:srgbClr val="000000"/>
                  </a:solidFill>
                  <a:latin typeface="Arial"/>
                  <a:ea typeface="Arial"/>
                  <a:cs typeface="Arial"/>
                </a:defRPr>
              </a:lvl2pPr>
              <a:lvl3pPr algn="ctr">
                <a:defRPr sz="746" b="0">
                  <a:solidFill>
                    <a:srgbClr val="000000"/>
                  </a:solidFill>
                  <a:latin typeface="Arial"/>
                  <a:ea typeface="Arial"/>
                  <a:cs typeface="Arial"/>
                </a:defRPr>
              </a:lvl3pPr>
              <a:lvl4pPr algn="ctr">
                <a:defRPr sz="746" b="0">
                  <a:solidFill>
                    <a:srgbClr val="000000"/>
                  </a:solidFill>
                  <a:latin typeface="Arial"/>
                  <a:ea typeface="Arial"/>
                  <a:cs typeface="Arial"/>
                </a:defRPr>
              </a:lvl4pPr>
              <a:lvl5pPr algn="ctr">
                <a:defRPr sz="746" b="0">
                  <a:solidFill>
                    <a:srgbClr val="000000"/>
                  </a:solidFill>
                  <a:latin typeface="Arial"/>
                  <a:ea typeface="Arial"/>
                  <a:cs typeface="Arial"/>
                </a:defRPr>
              </a:lvl5pPr>
              <a:lvl6pPr algn="ctr">
                <a:defRPr sz="746" b="0">
                  <a:solidFill>
                    <a:srgbClr val="000000"/>
                  </a:solidFill>
                  <a:latin typeface="Arial"/>
                  <a:ea typeface="Arial"/>
                  <a:cs typeface="Arial"/>
                </a:defRPr>
              </a:lvl6pPr>
              <a:lvl7pPr algn="ctr">
                <a:defRPr sz="746" b="0">
                  <a:solidFill>
                    <a:srgbClr val="000000"/>
                  </a:solidFill>
                  <a:latin typeface="Arial"/>
                  <a:ea typeface="Arial"/>
                  <a:cs typeface="Arial"/>
                </a:defRPr>
              </a:lvl7pPr>
              <a:lvl8pPr algn="ctr">
                <a:defRPr sz="746" b="0">
                  <a:solidFill>
                    <a:srgbClr val="000000"/>
                  </a:solidFill>
                  <a:latin typeface="Arial"/>
                  <a:ea typeface="Arial"/>
                  <a:cs typeface="Arial"/>
                </a:defRPr>
              </a:lvl8pPr>
              <a:lvl9pPr algn="ctr">
                <a:defRPr sz="746" b="0">
                  <a:solidFill>
                    <a:srgbClr val="000000"/>
                  </a:solidFill>
                  <a:latin typeface="Arial"/>
                  <a:ea typeface="Arial"/>
                  <a:cs typeface="Arial"/>
                </a:defRPr>
              </a:lvl9pPr>
            </a:lstStyle>
            <a:p>
              <a:pPr algn="ctr">
                <a:defRPr sz="746" b="0">
                  <a:solidFill>
                    <a:srgbClr val="000000"/>
                  </a:solidFill>
                  <a:latin typeface="Arial"/>
                  <a:ea typeface="Arial"/>
                  <a:cs typeface="Arial"/>
                </a:defRPr>
              </a:pPr>
              <a:r>
                <a:rPr sz="746" b="0">
                  <a:solidFill>
                    <a:srgbClr val="000000"/>
                  </a:solidFill>
                  <a:latin typeface="Arial"/>
                  <a:ea typeface="Arial"/>
                  <a:cs typeface="Arial"/>
                </a:rPr>
                <a:t>0</a:t>
              </a:r>
            </a:p>
          </p:txBody>
        </p:sp>
        <p:sp>
          <p:nvSpPr>
            <p:cNvPr id="183" name="text_182">
              <a:extLst>
                <a:ext uri="{FF2B5EF4-FFF2-40B4-BE49-F238E27FC236}">
                  <ns2:creationId id="{6BF6578A-BC20-46BE-83EC-F5C1477CE57C}"/>
                </a:ext>
              </a:extLst>
            </p:cNvPr>
            <p:cNvSpPr>
              <a:spLocks noGrp="1"/>
            </p:cNvSpPr>
            <p:nvPr/>
          </p:nvSpPr>
          <p:spPr>
            <a:xfrm rot="0">
              <a:off x="10201275" y="4962525"/>
              <a:ext cx="381000" cy="228600"/>
            </a:xfrm>
            <a:prstGeom prst="rect">
              <a:avLst/>
            </a:prstGeom>
            <a:noFill/>
            <a:ln w="0">
              <a:noFill/>
              <a:prstDash val="solid"/>
            </a:ln>
          </p:spPr>
          <p:txBody>
            <a:bodyPr wrap="none" lIns="0" tIns="0" rIns="0" bIns="0" anchor="t">
              <a:noAutofit/>
            </a:bodyPr>
            <a:lstStyle>
              <a:defPPr algn="ctr">
                <a:defRPr sz="746" b="0">
                  <a:solidFill>
                    <a:srgbClr val="000000"/>
                  </a:solidFill>
                  <a:latin typeface="Arial"/>
                  <a:ea typeface="Arial"/>
                  <a:cs typeface="Arial"/>
                </a:defRPr>
              </a:defPPr>
              <a:lvl1pPr algn="ctr">
                <a:defRPr sz="746" b="0">
                  <a:solidFill>
                    <a:srgbClr val="000000"/>
                  </a:solidFill>
                  <a:latin typeface="Arial"/>
                  <a:ea typeface="Arial"/>
                  <a:cs typeface="Arial"/>
                </a:defRPr>
              </a:lvl1pPr>
              <a:lvl2pPr algn="ctr">
                <a:defRPr sz="746" b="0">
                  <a:solidFill>
                    <a:srgbClr val="000000"/>
                  </a:solidFill>
                  <a:latin typeface="Arial"/>
                  <a:ea typeface="Arial"/>
                  <a:cs typeface="Arial"/>
                </a:defRPr>
              </a:lvl2pPr>
              <a:lvl3pPr algn="ctr">
                <a:defRPr sz="746" b="0">
                  <a:solidFill>
                    <a:srgbClr val="000000"/>
                  </a:solidFill>
                  <a:latin typeface="Arial"/>
                  <a:ea typeface="Arial"/>
                  <a:cs typeface="Arial"/>
                </a:defRPr>
              </a:lvl3pPr>
              <a:lvl4pPr algn="ctr">
                <a:defRPr sz="746" b="0">
                  <a:solidFill>
                    <a:srgbClr val="000000"/>
                  </a:solidFill>
                  <a:latin typeface="Arial"/>
                  <a:ea typeface="Arial"/>
                  <a:cs typeface="Arial"/>
                </a:defRPr>
              </a:lvl4pPr>
              <a:lvl5pPr algn="ctr">
                <a:defRPr sz="746" b="0">
                  <a:solidFill>
                    <a:srgbClr val="000000"/>
                  </a:solidFill>
                  <a:latin typeface="Arial"/>
                  <a:ea typeface="Arial"/>
                  <a:cs typeface="Arial"/>
                </a:defRPr>
              </a:lvl5pPr>
              <a:lvl6pPr algn="ctr">
                <a:defRPr sz="746" b="0">
                  <a:solidFill>
                    <a:srgbClr val="000000"/>
                  </a:solidFill>
                  <a:latin typeface="Arial"/>
                  <a:ea typeface="Arial"/>
                  <a:cs typeface="Arial"/>
                </a:defRPr>
              </a:lvl6pPr>
              <a:lvl7pPr algn="ctr">
                <a:defRPr sz="746" b="0">
                  <a:solidFill>
                    <a:srgbClr val="000000"/>
                  </a:solidFill>
                  <a:latin typeface="Arial"/>
                  <a:ea typeface="Arial"/>
                  <a:cs typeface="Arial"/>
                </a:defRPr>
              </a:lvl7pPr>
              <a:lvl8pPr algn="ctr">
                <a:defRPr sz="746" b="0">
                  <a:solidFill>
                    <a:srgbClr val="000000"/>
                  </a:solidFill>
                  <a:latin typeface="Arial"/>
                  <a:ea typeface="Arial"/>
                  <a:cs typeface="Arial"/>
                </a:defRPr>
              </a:lvl8pPr>
              <a:lvl9pPr algn="ctr">
                <a:defRPr sz="746" b="0">
                  <a:solidFill>
                    <a:srgbClr val="000000"/>
                  </a:solidFill>
                  <a:latin typeface="Arial"/>
                  <a:ea typeface="Arial"/>
                  <a:cs typeface="Arial"/>
                </a:defRPr>
              </a:lvl9pPr>
            </a:lstStyle>
            <a:p>
              <a:pPr algn="ctr">
                <a:defRPr sz="746" b="0">
                  <a:solidFill>
                    <a:srgbClr val="000000"/>
                  </a:solidFill>
                  <a:latin typeface="Arial"/>
                  <a:ea typeface="Arial"/>
                  <a:cs typeface="Arial"/>
                </a:defRPr>
              </a:pPr>
              <a:r>
                <a:rPr sz="746" b="0">
                  <a:solidFill>
                    <a:srgbClr val="000000"/>
                  </a:solidFill>
                  <a:latin typeface="Arial"/>
                  <a:ea typeface="Arial"/>
                  <a:cs typeface="Arial"/>
                </a:rPr>
                <a:t>0.5</a:t>
              </a:r>
            </a:p>
          </p:txBody>
        </p:sp>
        <p:sp>
          <p:nvSpPr>
            <p:cNvPr id="184" name="text_183">
              <a:extLst>
                <a:ext uri="{FF2B5EF4-FFF2-40B4-BE49-F238E27FC236}">
                  <ns2:creationId id="{CA38C34E-8D5C-475C-A6F9-67CF71FC70F3}"/>
                </a:ext>
              </a:extLst>
            </p:cNvPr>
            <p:cNvSpPr>
              <a:spLocks noGrp="1"/>
            </p:cNvSpPr>
            <p:nvPr/>
          </p:nvSpPr>
          <p:spPr>
            <a:xfrm rot="0">
              <a:off x="11687175" y="4962525"/>
              <a:ext cx="381000" cy="228600"/>
            </a:xfrm>
            <a:prstGeom prst="rect">
              <a:avLst/>
            </a:prstGeom>
            <a:noFill/>
            <a:ln w="0">
              <a:noFill/>
              <a:prstDash val="solid"/>
            </a:ln>
          </p:spPr>
          <p:txBody>
            <a:bodyPr wrap="none" lIns="0" tIns="0" rIns="0" bIns="0" anchor="t">
              <a:noAutofit/>
            </a:bodyPr>
            <a:lstStyle>
              <a:defPPr algn="ctr">
                <a:defRPr sz="746" b="0">
                  <a:solidFill>
                    <a:srgbClr val="000000"/>
                  </a:solidFill>
                  <a:latin typeface="Arial"/>
                  <a:ea typeface="Arial"/>
                  <a:cs typeface="Arial"/>
                </a:defRPr>
              </a:defPPr>
              <a:lvl1pPr algn="ctr">
                <a:defRPr sz="746" b="0">
                  <a:solidFill>
                    <a:srgbClr val="000000"/>
                  </a:solidFill>
                  <a:latin typeface="Arial"/>
                  <a:ea typeface="Arial"/>
                  <a:cs typeface="Arial"/>
                </a:defRPr>
              </a:lvl1pPr>
              <a:lvl2pPr algn="ctr">
                <a:defRPr sz="746" b="0">
                  <a:solidFill>
                    <a:srgbClr val="000000"/>
                  </a:solidFill>
                  <a:latin typeface="Arial"/>
                  <a:ea typeface="Arial"/>
                  <a:cs typeface="Arial"/>
                </a:defRPr>
              </a:lvl2pPr>
              <a:lvl3pPr algn="ctr">
                <a:defRPr sz="746" b="0">
                  <a:solidFill>
                    <a:srgbClr val="000000"/>
                  </a:solidFill>
                  <a:latin typeface="Arial"/>
                  <a:ea typeface="Arial"/>
                  <a:cs typeface="Arial"/>
                </a:defRPr>
              </a:lvl3pPr>
              <a:lvl4pPr algn="ctr">
                <a:defRPr sz="746" b="0">
                  <a:solidFill>
                    <a:srgbClr val="000000"/>
                  </a:solidFill>
                  <a:latin typeface="Arial"/>
                  <a:ea typeface="Arial"/>
                  <a:cs typeface="Arial"/>
                </a:defRPr>
              </a:lvl4pPr>
              <a:lvl5pPr algn="ctr">
                <a:defRPr sz="746" b="0">
                  <a:solidFill>
                    <a:srgbClr val="000000"/>
                  </a:solidFill>
                  <a:latin typeface="Arial"/>
                  <a:ea typeface="Arial"/>
                  <a:cs typeface="Arial"/>
                </a:defRPr>
              </a:lvl5pPr>
              <a:lvl6pPr algn="ctr">
                <a:defRPr sz="746" b="0">
                  <a:solidFill>
                    <a:srgbClr val="000000"/>
                  </a:solidFill>
                  <a:latin typeface="Arial"/>
                  <a:ea typeface="Arial"/>
                  <a:cs typeface="Arial"/>
                </a:defRPr>
              </a:lvl6pPr>
              <a:lvl7pPr algn="ctr">
                <a:defRPr sz="746" b="0">
                  <a:solidFill>
                    <a:srgbClr val="000000"/>
                  </a:solidFill>
                  <a:latin typeface="Arial"/>
                  <a:ea typeface="Arial"/>
                  <a:cs typeface="Arial"/>
                </a:defRPr>
              </a:lvl7pPr>
              <a:lvl8pPr algn="ctr">
                <a:defRPr sz="746" b="0">
                  <a:solidFill>
                    <a:srgbClr val="000000"/>
                  </a:solidFill>
                  <a:latin typeface="Arial"/>
                  <a:ea typeface="Arial"/>
                  <a:cs typeface="Arial"/>
                </a:defRPr>
              </a:lvl8pPr>
              <a:lvl9pPr algn="ctr">
                <a:defRPr sz="746" b="0">
                  <a:solidFill>
                    <a:srgbClr val="000000"/>
                  </a:solidFill>
                  <a:latin typeface="Arial"/>
                  <a:ea typeface="Arial"/>
                  <a:cs typeface="Arial"/>
                </a:defRPr>
              </a:lvl9pPr>
            </a:lstStyle>
            <a:p>
              <a:pPr algn="ctr">
                <a:defRPr sz="746" b="0">
                  <a:solidFill>
                    <a:srgbClr val="000000"/>
                  </a:solidFill>
                  <a:latin typeface="Arial"/>
                  <a:ea typeface="Arial"/>
                  <a:cs typeface="Arial"/>
                </a:defRPr>
              </a:pPr>
              <a:r>
                <a:rPr sz="746" b="0">
                  <a:solidFill>
                    <a:srgbClr val="000000"/>
                  </a:solidFill>
                  <a:latin typeface="Arial"/>
                  <a:ea typeface="Arial"/>
                  <a:cs typeface="Arial"/>
                </a:rPr>
                <a:t>1</a:t>
              </a:r>
            </a:p>
          </p:txBody>
        </p:sp>
        <p:sp>
          <p:nvSpPr>
            <p:cNvPr id="185" name="rect_184">
              <a:extLst>
                <a:ext uri="{FF2B5EF4-FFF2-40B4-BE49-F238E27FC236}">
                  <ns2:creationId id="{236ACB6C-794D-4A5E-984F-601C8E613E85}"/>
                </a:ext>
              </a:extLst>
            </p:cNvPr>
            <p:cNvSpPr>
              <a:spLocks noGrp="1"/>
            </p:cNvSpPr>
            <p:nvPr/>
          </p:nvSpPr>
          <p:spPr>
            <a:xfrm rot="0">
              <a:off x="8905875" y="3209925"/>
              <a:ext cx="2971800" cy="1695450"/>
            </a:xfrm>
            <a:prstGeom prst="rect">
              <a:avLst/>
            </a:prstGeom>
            <a:noFill/>
            <a:ln w="4143">
              <a:solidFill>
                <a:srgbClr val="65727C"/>
              </a:solidFill>
              <a:prstDash val="solid"/>
            </a:ln>
          </p:spPr>
        </p:sp>
        <p:sp>
          <p:nvSpPr>
            <p:cNvPr id="186" name="complete_saved_P_profile">
              <a:extLst>
                <a:ext uri="{FF2B5EF4-FFF2-40B4-BE49-F238E27FC236}">
                  <ns2:creationId id="{88E86F9D-5F21-4D8F-A0C1-B143A3FD9E2C}"/>
                </a:ext>
              </a:extLst>
            </p:cNvPr>
            <p:cNvSpPr>
              <a:spLocks noGrp="1"/>
            </p:cNvSpPr>
            <p:nvPr/>
          </p:nvSpPr>
          <p:spPr>
            <a:xfrm>
              <a:off x="8905875" y="3612720"/>
              <a:ext cx="2971800" cy="1055271"/>
            </a:xfrm>
            <a:custGeom>
              <a:pathLst>
                <a:path w="2971800" h="1055271">
                  <a:moveTo>
                    <a:pt x="0" y="1055271"/>
                  </a:moveTo>
                  <a:lnTo>
                    <a:pt x="1452" y="1055270"/>
                  </a:lnTo>
                  <a:lnTo>
                    <a:pt x="2904" y="1055270"/>
                  </a:lnTo>
                  <a:lnTo>
                    <a:pt x="4355" y="1055270"/>
                  </a:lnTo>
                  <a:lnTo>
                    <a:pt x="5807" y="1055269"/>
                  </a:lnTo>
                  <a:lnTo>
                    <a:pt x="7259" y="1055269"/>
                  </a:lnTo>
                  <a:lnTo>
                    <a:pt x="8711" y="1055268"/>
                  </a:lnTo>
                  <a:lnTo>
                    <a:pt x="10162" y="1055268"/>
                  </a:lnTo>
                  <a:lnTo>
                    <a:pt x="11614" y="1055268"/>
                  </a:lnTo>
                  <a:lnTo>
                    <a:pt x="13066" y="1055267"/>
                  </a:lnTo>
                  <a:lnTo>
                    <a:pt x="14518" y="1055267"/>
                  </a:lnTo>
                  <a:lnTo>
                    <a:pt x="15970" y="1055267"/>
                  </a:lnTo>
                  <a:lnTo>
                    <a:pt x="17421" y="1055267"/>
                  </a:lnTo>
                  <a:lnTo>
                    <a:pt x="18873" y="1055266"/>
                  </a:lnTo>
                  <a:lnTo>
                    <a:pt x="20325" y="1055266"/>
                  </a:lnTo>
                  <a:lnTo>
                    <a:pt x="21777" y="1055266"/>
                  </a:lnTo>
                  <a:lnTo>
                    <a:pt x="23229" y="1055266"/>
                  </a:lnTo>
                  <a:lnTo>
                    <a:pt x="24680" y="1055265"/>
                  </a:lnTo>
                  <a:lnTo>
                    <a:pt x="26132" y="1055265"/>
                  </a:lnTo>
                  <a:lnTo>
                    <a:pt x="27584" y="1055265"/>
                  </a:lnTo>
                  <a:lnTo>
                    <a:pt x="29036" y="1055265"/>
                  </a:lnTo>
                  <a:lnTo>
                    <a:pt x="30487" y="1055265"/>
                  </a:lnTo>
                  <a:lnTo>
                    <a:pt x="31939" y="1055264"/>
                  </a:lnTo>
                  <a:lnTo>
                    <a:pt x="33391" y="1055264"/>
                  </a:lnTo>
                  <a:lnTo>
                    <a:pt x="34843" y="1055264"/>
                  </a:lnTo>
                  <a:lnTo>
                    <a:pt x="36295" y="1055264"/>
                  </a:lnTo>
                  <a:lnTo>
                    <a:pt x="37746" y="1055264"/>
                  </a:lnTo>
                  <a:lnTo>
                    <a:pt x="39198" y="1055263"/>
                  </a:lnTo>
                  <a:lnTo>
                    <a:pt x="40650" y="1055263"/>
                  </a:lnTo>
                  <a:lnTo>
                    <a:pt x="42102" y="1055263"/>
                  </a:lnTo>
                  <a:lnTo>
                    <a:pt x="43553" y="1055263"/>
                  </a:lnTo>
                  <a:lnTo>
                    <a:pt x="45005" y="1055262"/>
                  </a:lnTo>
                  <a:lnTo>
                    <a:pt x="46457" y="1055262"/>
                  </a:lnTo>
                  <a:lnTo>
                    <a:pt x="47909" y="1055262"/>
                  </a:lnTo>
                  <a:lnTo>
                    <a:pt x="49361" y="1055262"/>
                  </a:lnTo>
                  <a:lnTo>
                    <a:pt x="50812" y="1055262"/>
                  </a:lnTo>
                  <a:lnTo>
                    <a:pt x="52264" y="1055261"/>
                  </a:lnTo>
                  <a:lnTo>
                    <a:pt x="53716" y="1055261"/>
                  </a:lnTo>
                  <a:lnTo>
                    <a:pt x="55168" y="1055261"/>
                  </a:lnTo>
                  <a:lnTo>
                    <a:pt x="56620" y="1055260"/>
                  </a:lnTo>
                  <a:lnTo>
                    <a:pt x="58071" y="1055260"/>
                  </a:lnTo>
                  <a:lnTo>
                    <a:pt x="59523" y="1055260"/>
                  </a:lnTo>
                  <a:lnTo>
                    <a:pt x="60975" y="1055260"/>
                  </a:lnTo>
                  <a:lnTo>
                    <a:pt x="62427" y="1055259"/>
                  </a:lnTo>
                  <a:lnTo>
                    <a:pt x="63878" y="1055259"/>
                  </a:lnTo>
                  <a:lnTo>
                    <a:pt x="65330" y="1055259"/>
                  </a:lnTo>
                  <a:lnTo>
                    <a:pt x="66782" y="1055258"/>
                  </a:lnTo>
                  <a:lnTo>
                    <a:pt x="68234" y="1055258"/>
                  </a:lnTo>
                  <a:lnTo>
                    <a:pt x="69686" y="1055258"/>
                  </a:lnTo>
                  <a:lnTo>
                    <a:pt x="71137" y="1055257"/>
                  </a:lnTo>
                  <a:lnTo>
                    <a:pt x="72589" y="1055257"/>
                  </a:lnTo>
                  <a:lnTo>
                    <a:pt x="74041" y="1055256"/>
                  </a:lnTo>
                  <a:lnTo>
                    <a:pt x="75493" y="1055256"/>
                  </a:lnTo>
                  <a:lnTo>
                    <a:pt x="76945" y="1055256"/>
                  </a:lnTo>
                  <a:lnTo>
                    <a:pt x="78396" y="1055255"/>
                  </a:lnTo>
                  <a:lnTo>
                    <a:pt x="79848" y="1055255"/>
                  </a:lnTo>
                  <a:lnTo>
                    <a:pt x="81300" y="1055254"/>
                  </a:lnTo>
                  <a:lnTo>
                    <a:pt x="82752" y="1055254"/>
                  </a:lnTo>
                  <a:lnTo>
                    <a:pt x="84203" y="1055253"/>
                  </a:lnTo>
                  <a:lnTo>
                    <a:pt x="85655" y="1055253"/>
                  </a:lnTo>
                  <a:lnTo>
                    <a:pt x="87107" y="1055252"/>
                  </a:lnTo>
                  <a:lnTo>
                    <a:pt x="88559" y="1055252"/>
                  </a:lnTo>
                  <a:lnTo>
                    <a:pt x="90011" y="1055251"/>
                  </a:lnTo>
                  <a:lnTo>
                    <a:pt x="91462" y="1055251"/>
                  </a:lnTo>
                  <a:lnTo>
                    <a:pt x="92914" y="1055250"/>
                  </a:lnTo>
                  <a:lnTo>
                    <a:pt x="94366" y="1055250"/>
                  </a:lnTo>
                  <a:lnTo>
                    <a:pt x="95818" y="1055249"/>
                  </a:lnTo>
                  <a:lnTo>
                    <a:pt x="97269" y="1055249"/>
                  </a:lnTo>
                  <a:lnTo>
                    <a:pt x="98721" y="1055248"/>
                  </a:lnTo>
                  <a:lnTo>
                    <a:pt x="100173" y="1055247"/>
                  </a:lnTo>
                  <a:lnTo>
                    <a:pt x="101625" y="1055247"/>
                  </a:lnTo>
                  <a:lnTo>
                    <a:pt x="103077" y="1055246"/>
                  </a:lnTo>
                  <a:lnTo>
                    <a:pt x="104528" y="1055246"/>
                  </a:lnTo>
                  <a:lnTo>
                    <a:pt x="105980" y="1055245"/>
                  </a:lnTo>
                  <a:lnTo>
                    <a:pt x="107432" y="1055244"/>
                  </a:lnTo>
                  <a:lnTo>
                    <a:pt x="108884" y="1055243"/>
                  </a:lnTo>
                  <a:lnTo>
                    <a:pt x="110336" y="1055242"/>
                  </a:lnTo>
                  <a:lnTo>
                    <a:pt x="111787" y="1055242"/>
                  </a:lnTo>
                  <a:lnTo>
                    <a:pt x="113239" y="1055241"/>
                  </a:lnTo>
                  <a:lnTo>
                    <a:pt x="114691" y="1055240"/>
                  </a:lnTo>
                  <a:lnTo>
                    <a:pt x="116143" y="1055238"/>
                  </a:lnTo>
                  <a:lnTo>
                    <a:pt x="117594" y="1055238"/>
                  </a:lnTo>
                  <a:lnTo>
                    <a:pt x="119046" y="1055237"/>
                  </a:lnTo>
                  <a:lnTo>
                    <a:pt x="120498" y="1055237"/>
                  </a:lnTo>
                  <a:lnTo>
                    <a:pt x="121950" y="1055236"/>
                  </a:lnTo>
                  <a:lnTo>
                    <a:pt x="123402" y="1055235"/>
                  </a:lnTo>
                  <a:lnTo>
                    <a:pt x="124853" y="1055233"/>
                  </a:lnTo>
                  <a:lnTo>
                    <a:pt x="126305" y="1055232"/>
                  </a:lnTo>
                  <a:lnTo>
                    <a:pt x="127757" y="1055232"/>
                  </a:lnTo>
                  <a:lnTo>
                    <a:pt x="129209" y="1055231"/>
                  </a:lnTo>
                  <a:lnTo>
                    <a:pt x="130660" y="1055230"/>
                  </a:lnTo>
                  <a:lnTo>
                    <a:pt x="132112" y="1055229"/>
                  </a:lnTo>
                  <a:lnTo>
                    <a:pt x="133564" y="1055227"/>
                  </a:lnTo>
                  <a:lnTo>
                    <a:pt x="135016" y="1055226"/>
                  </a:lnTo>
                  <a:lnTo>
                    <a:pt x="136468" y="1055226"/>
                  </a:lnTo>
                  <a:lnTo>
                    <a:pt x="137919" y="1055225"/>
                  </a:lnTo>
                  <a:lnTo>
                    <a:pt x="139371" y="1055225"/>
                  </a:lnTo>
                  <a:lnTo>
                    <a:pt x="140823" y="1055223"/>
                  </a:lnTo>
                  <a:lnTo>
                    <a:pt x="142275" y="1055221"/>
                  </a:lnTo>
                  <a:lnTo>
                    <a:pt x="143727" y="1055220"/>
                  </a:lnTo>
                  <a:lnTo>
                    <a:pt x="145178" y="1055219"/>
                  </a:lnTo>
                  <a:lnTo>
                    <a:pt x="146630" y="1055218"/>
                  </a:lnTo>
                  <a:lnTo>
                    <a:pt x="148082" y="1055217"/>
                  </a:lnTo>
                  <a:lnTo>
                    <a:pt x="149534" y="1055216"/>
                  </a:lnTo>
                  <a:lnTo>
                    <a:pt x="150985" y="1055214"/>
                  </a:lnTo>
                  <a:lnTo>
                    <a:pt x="152437" y="1055213"/>
                  </a:lnTo>
                  <a:lnTo>
                    <a:pt x="153889" y="1055211"/>
                  </a:lnTo>
                  <a:lnTo>
                    <a:pt x="155341" y="1055210"/>
                  </a:lnTo>
                  <a:lnTo>
                    <a:pt x="156793" y="1055209"/>
                  </a:lnTo>
                  <a:lnTo>
                    <a:pt x="158244" y="1055209"/>
                  </a:lnTo>
                  <a:lnTo>
                    <a:pt x="159696" y="1055207"/>
                  </a:lnTo>
                  <a:lnTo>
                    <a:pt x="161148" y="1055205"/>
                  </a:lnTo>
                  <a:lnTo>
                    <a:pt x="162600" y="1055204"/>
                  </a:lnTo>
                  <a:lnTo>
                    <a:pt x="164051" y="1055202"/>
                  </a:lnTo>
                  <a:lnTo>
                    <a:pt x="165503" y="1055201"/>
                  </a:lnTo>
                  <a:lnTo>
                    <a:pt x="166955" y="1055201"/>
                  </a:lnTo>
                  <a:lnTo>
                    <a:pt x="168407" y="1055200"/>
                  </a:lnTo>
                  <a:lnTo>
                    <a:pt x="169859" y="1055200"/>
                  </a:lnTo>
                  <a:lnTo>
                    <a:pt x="171310" y="1055199"/>
                  </a:lnTo>
                  <a:lnTo>
                    <a:pt x="172762" y="1055199"/>
                  </a:lnTo>
                  <a:lnTo>
                    <a:pt x="174214" y="1055197"/>
                  </a:lnTo>
                  <a:lnTo>
                    <a:pt x="175666" y="1055195"/>
                  </a:lnTo>
                  <a:lnTo>
                    <a:pt x="177118" y="1055193"/>
                  </a:lnTo>
                  <a:lnTo>
                    <a:pt x="178569" y="1055192"/>
                  </a:lnTo>
                  <a:lnTo>
                    <a:pt x="180021" y="1055191"/>
                  </a:lnTo>
                  <a:lnTo>
                    <a:pt x="181473" y="1055190"/>
                  </a:lnTo>
                  <a:lnTo>
                    <a:pt x="182925" y="1055190"/>
                  </a:lnTo>
                  <a:lnTo>
                    <a:pt x="184376" y="1055188"/>
                  </a:lnTo>
                  <a:lnTo>
                    <a:pt x="185828" y="1055186"/>
                  </a:lnTo>
                  <a:lnTo>
                    <a:pt x="187280" y="1055185"/>
                  </a:lnTo>
                  <a:lnTo>
                    <a:pt x="188732" y="1055183"/>
                  </a:lnTo>
                  <a:lnTo>
                    <a:pt x="190184" y="1055182"/>
                  </a:lnTo>
                  <a:lnTo>
                    <a:pt x="191635" y="1055180"/>
                  </a:lnTo>
                  <a:lnTo>
                    <a:pt x="193087" y="1055178"/>
                  </a:lnTo>
                  <a:lnTo>
                    <a:pt x="194539" y="1055177"/>
                  </a:lnTo>
                  <a:lnTo>
                    <a:pt x="195991" y="1055175"/>
                  </a:lnTo>
                  <a:lnTo>
                    <a:pt x="197443" y="1055173"/>
                  </a:lnTo>
                  <a:lnTo>
                    <a:pt x="198894" y="1055171"/>
                  </a:lnTo>
                  <a:lnTo>
                    <a:pt x="200346" y="1055170"/>
                  </a:lnTo>
                  <a:lnTo>
                    <a:pt x="201798" y="1055169"/>
                  </a:lnTo>
                  <a:lnTo>
                    <a:pt x="203250" y="1055168"/>
                  </a:lnTo>
                  <a:lnTo>
                    <a:pt x="204701" y="1055165"/>
                  </a:lnTo>
                  <a:lnTo>
                    <a:pt x="206153" y="1055163"/>
                  </a:lnTo>
                  <a:lnTo>
                    <a:pt x="207605" y="1055161"/>
                  </a:lnTo>
                  <a:lnTo>
                    <a:pt x="209057" y="1055159"/>
                  </a:lnTo>
                  <a:lnTo>
                    <a:pt x="210509" y="1055157"/>
                  </a:lnTo>
                  <a:lnTo>
                    <a:pt x="211960" y="1055155"/>
                  </a:lnTo>
                  <a:lnTo>
                    <a:pt x="213412" y="1055151"/>
                  </a:lnTo>
                  <a:lnTo>
                    <a:pt x="214864" y="1055148"/>
                  </a:lnTo>
                  <a:lnTo>
                    <a:pt x="216316" y="1055147"/>
                  </a:lnTo>
                  <a:lnTo>
                    <a:pt x="217767" y="1055142"/>
                  </a:lnTo>
                  <a:lnTo>
                    <a:pt x="219219" y="1055138"/>
                  </a:lnTo>
                  <a:lnTo>
                    <a:pt x="220671" y="1055135"/>
                  </a:lnTo>
                  <a:lnTo>
                    <a:pt x="222123" y="1055134"/>
                  </a:lnTo>
                  <a:lnTo>
                    <a:pt x="223575" y="1055130"/>
                  </a:lnTo>
                  <a:lnTo>
                    <a:pt x="225026" y="1055128"/>
                  </a:lnTo>
                  <a:lnTo>
                    <a:pt x="226478" y="1055124"/>
                  </a:lnTo>
                  <a:lnTo>
                    <a:pt x="227930" y="1055120"/>
                  </a:lnTo>
                  <a:lnTo>
                    <a:pt x="229382" y="1055113"/>
                  </a:lnTo>
                  <a:lnTo>
                    <a:pt x="230834" y="1055108"/>
                  </a:lnTo>
                  <a:lnTo>
                    <a:pt x="232285" y="1055101"/>
                  </a:lnTo>
                  <a:lnTo>
                    <a:pt x="233737" y="1055096"/>
                  </a:lnTo>
                  <a:lnTo>
                    <a:pt x="235189" y="1055091"/>
                  </a:lnTo>
                  <a:lnTo>
                    <a:pt x="236641" y="1055081"/>
                  </a:lnTo>
                  <a:lnTo>
                    <a:pt x="238092" y="1055077"/>
                  </a:lnTo>
                  <a:lnTo>
                    <a:pt x="239544" y="1055073"/>
                  </a:lnTo>
                  <a:lnTo>
                    <a:pt x="240996" y="1055065"/>
                  </a:lnTo>
                  <a:lnTo>
                    <a:pt x="242448" y="1055056"/>
                  </a:lnTo>
                  <a:lnTo>
                    <a:pt x="243900" y="1055048"/>
                  </a:lnTo>
                  <a:lnTo>
                    <a:pt x="245351" y="1055046"/>
                  </a:lnTo>
                  <a:lnTo>
                    <a:pt x="246803" y="1055044"/>
                  </a:lnTo>
                  <a:lnTo>
                    <a:pt x="248255" y="1055042"/>
                  </a:lnTo>
                  <a:lnTo>
                    <a:pt x="249707" y="1055039"/>
                  </a:lnTo>
                  <a:lnTo>
                    <a:pt x="251158" y="1055037"/>
                  </a:lnTo>
                  <a:lnTo>
                    <a:pt x="252610" y="1055035"/>
                  </a:lnTo>
                  <a:lnTo>
                    <a:pt x="254062" y="1055032"/>
                  </a:lnTo>
                  <a:lnTo>
                    <a:pt x="255514" y="1055030"/>
                  </a:lnTo>
                  <a:lnTo>
                    <a:pt x="256966" y="1055028"/>
                  </a:lnTo>
                  <a:lnTo>
                    <a:pt x="258417" y="1055026"/>
                  </a:lnTo>
                  <a:lnTo>
                    <a:pt x="259869" y="1055025"/>
                  </a:lnTo>
                  <a:lnTo>
                    <a:pt x="261321" y="1055023"/>
                  </a:lnTo>
                  <a:lnTo>
                    <a:pt x="262773" y="1055021"/>
                  </a:lnTo>
                  <a:lnTo>
                    <a:pt x="264225" y="1055020"/>
                  </a:lnTo>
                  <a:lnTo>
                    <a:pt x="265676" y="1055019"/>
                  </a:lnTo>
                  <a:lnTo>
                    <a:pt x="267128" y="1055017"/>
                  </a:lnTo>
                  <a:lnTo>
                    <a:pt x="268580" y="1055016"/>
                  </a:lnTo>
                  <a:lnTo>
                    <a:pt x="270032" y="1055014"/>
                  </a:lnTo>
                  <a:lnTo>
                    <a:pt x="271483" y="1055010"/>
                  </a:lnTo>
                  <a:lnTo>
                    <a:pt x="272935" y="1055009"/>
                  </a:lnTo>
                  <a:lnTo>
                    <a:pt x="274387" y="1055007"/>
                  </a:lnTo>
                  <a:lnTo>
                    <a:pt x="275839" y="1055005"/>
                  </a:lnTo>
                  <a:lnTo>
                    <a:pt x="277291" y="1055001"/>
                  </a:lnTo>
                  <a:lnTo>
                    <a:pt x="278742" y="1054998"/>
                  </a:lnTo>
                  <a:lnTo>
                    <a:pt x="280194" y="1054996"/>
                  </a:lnTo>
                  <a:lnTo>
                    <a:pt x="281646" y="1054993"/>
                  </a:lnTo>
                  <a:lnTo>
                    <a:pt x="283098" y="1054992"/>
                  </a:lnTo>
                  <a:lnTo>
                    <a:pt x="284549" y="1054990"/>
                  </a:lnTo>
                  <a:lnTo>
                    <a:pt x="286001" y="1054987"/>
                  </a:lnTo>
                  <a:lnTo>
                    <a:pt x="287453" y="1054983"/>
                  </a:lnTo>
                  <a:lnTo>
                    <a:pt x="288905" y="1054981"/>
                  </a:lnTo>
                  <a:lnTo>
                    <a:pt x="290357" y="1054978"/>
                  </a:lnTo>
                  <a:lnTo>
                    <a:pt x="291808" y="1054973"/>
                  </a:lnTo>
                  <a:lnTo>
                    <a:pt x="293260" y="1054969"/>
                  </a:lnTo>
                  <a:lnTo>
                    <a:pt x="294712" y="1054967"/>
                  </a:lnTo>
                  <a:lnTo>
                    <a:pt x="296164" y="1054964"/>
                  </a:lnTo>
                  <a:lnTo>
                    <a:pt x="297616" y="1054960"/>
                  </a:lnTo>
                  <a:lnTo>
                    <a:pt x="299067" y="1054957"/>
                  </a:lnTo>
                  <a:lnTo>
                    <a:pt x="300519" y="1054952"/>
                  </a:lnTo>
                  <a:lnTo>
                    <a:pt x="301971" y="1054950"/>
                  </a:lnTo>
                  <a:lnTo>
                    <a:pt x="303423" y="1054947"/>
                  </a:lnTo>
                  <a:lnTo>
                    <a:pt x="304874" y="1054943"/>
                  </a:lnTo>
                  <a:lnTo>
                    <a:pt x="306326" y="1054939"/>
                  </a:lnTo>
                  <a:lnTo>
                    <a:pt x="307778" y="1054932"/>
                  </a:lnTo>
                  <a:lnTo>
                    <a:pt x="309230" y="1054930"/>
                  </a:lnTo>
                  <a:lnTo>
                    <a:pt x="310682" y="1054928"/>
                  </a:lnTo>
                  <a:lnTo>
                    <a:pt x="312133" y="1054919"/>
                  </a:lnTo>
                  <a:lnTo>
                    <a:pt x="313585" y="1054914"/>
                  </a:lnTo>
                  <a:lnTo>
                    <a:pt x="315037" y="1054911"/>
                  </a:lnTo>
                  <a:lnTo>
                    <a:pt x="316489" y="1054907"/>
                  </a:lnTo>
                  <a:lnTo>
                    <a:pt x="317940" y="1054902"/>
                  </a:lnTo>
                  <a:lnTo>
                    <a:pt x="319392" y="1054894"/>
                  </a:lnTo>
                  <a:lnTo>
                    <a:pt x="320844" y="1054890"/>
                  </a:lnTo>
                  <a:lnTo>
                    <a:pt x="322296" y="1054887"/>
                  </a:lnTo>
                  <a:lnTo>
                    <a:pt x="323748" y="1054880"/>
                  </a:lnTo>
                  <a:lnTo>
                    <a:pt x="325199" y="1054872"/>
                  </a:lnTo>
                  <a:lnTo>
                    <a:pt x="326651" y="1054869"/>
                  </a:lnTo>
                  <a:lnTo>
                    <a:pt x="328103" y="1054867"/>
                  </a:lnTo>
                  <a:lnTo>
                    <a:pt x="329555" y="1054863"/>
                  </a:lnTo>
                  <a:lnTo>
                    <a:pt x="331007" y="1054853"/>
                  </a:lnTo>
                  <a:lnTo>
                    <a:pt x="332458" y="1054848"/>
                  </a:lnTo>
                  <a:lnTo>
                    <a:pt x="333910" y="1054843"/>
                  </a:lnTo>
                  <a:lnTo>
                    <a:pt x="335362" y="1054838"/>
                  </a:lnTo>
                  <a:lnTo>
                    <a:pt x="336814" y="1054827"/>
                  </a:lnTo>
                  <a:lnTo>
                    <a:pt x="338265" y="1054819"/>
                  </a:lnTo>
                  <a:lnTo>
                    <a:pt x="339717" y="1054813"/>
                  </a:lnTo>
                  <a:lnTo>
                    <a:pt x="341169" y="1054804"/>
                  </a:lnTo>
                  <a:lnTo>
                    <a:pt x="342621" y="1054794"/>
                  </a:lnTo>
                  <a:lnTo>
                    <a:pt x="344073" y="1054788"/>
                  </a:lnTo>
                  <a:lnTo>
                    <a:pt x="345524" y="1054770"/>
                  </a:lnTo>
                  <a:lnTo>
                    <a:pt x="346976" y="1054766"/>
                  </a:lnTo>
                  <a:lnTo>
                    <a:pt x="348428" y="1054754"/>
                  </a:lnTo>
                  <a:lnTo>
                    <a:pt x="349880" y="1054741"/>
                  </a:lnTo>
                  <a:lnTo>
                    <a:pt x="351332" y="1054734"/>
                  </a:lnTo>
                  <a:lnTo>
                    <a:pt x="352783" y="1054724"/>
                  </a:lnTo>
                  <a:lnTo>
                    <a:pt x="354235" y="1054714"/>
                  </a:lnTo>
                  <a:lnTo>
                    <a:pt x="355687" y="1054709"/>
                  </a:lnTo>
                  <a:lnTo>
                    <a:pt x="357139" y="1054700"/>
                  </a:lnTo>
                  <a:lnTo>
                    <a:pt x="358590" y="1054690"/>
                  </a:lnTo>
                  <a:lnTo>
                    <a:pt x="360042" y="1054683"/>
                  </a:lnTo>
                  <a:lnTo>
                    <a:pt x="361494" y="1054666"/>
                  </a:lnTo>
                  <a:lnTo>
                    <a:pt x="362946" y="1054657"/>
                  </a:lnTo>
                  <a:lnTo>
                    <a:pt x="364398" y="1054651"/>
                  </a:lnTo>
                  <a:lnTo>
                    <a:pt x="365849" y="1054635"/>
                  </a:lnTo>
                  <a:lnTo>
                    <a:pt x="367301" y="1054629"/>
                  </a:lnTo>
                  <a:lnTo>
                    <a:pt x="368753" y="1054620"/>
                  </a:lnTo>
                  <a:lnTo>
                    <a:pt x="370205" y="1054603"/>
                  </a:lnTo>
                  <a:lnTo>
                    <a:pt x="371656" y="1054597"/>
                  </a:lnTo>
                  <a:lnTo>
                    <a:pt x="373108" y="1054587"/>
                  </a:lnTo>
                  <a:lnTo>
                    <a:pt x="374560" y="1054572"/>
                  </a:lnTo>
                  <a:lnTo>
                    <a:pt x="376012" y="1054556"/>
                  </a:lnTo>
                  <a:lnTo>
                    <a:pt x="377464" y="1054542"/>
                  </a:lnTo>
                  <a:lnTo>
                    <a:pt x="378915" y="1054517"/>
                  </a:lnTo>
                  <a:lnTo>
                    <a:pt x="380367" y="1054502"/>
                  </a:lnTo>
                  <a:lnTo>
                    <a:pt x="381819" y="1054491"/>
                  </a:lnTo>
                  <a:lnTo>
                    <a:pt x="383271" y="1054474"/>
                  </a:lnTo>
                  <a:lnTo>
                    <a:pt x="384723" y="1054466"/>
                  </a:lnTo>
                  <a:lnTo>
                    <a:pt x="386174" y="1054451"/>
                  </a:lnTo>
                  <a:lnTo>
                    <a:pt x="387626" y="1054437"/>
                  </a:lnTo>
                  <a:lnTo>
                    <a:pt x="389078" y="1054420"/>
                  </a:lnTo>
                  <a:lnTo>
                    <a:pt x="390530" y="1054393"/>
                  </a:lnTo>
                  <a:lnTo>
                    <a:pt x="391981" y="1054364"/>
                  </a:lnTo>
                  <a:lnTo>
                    <a:pt x="393433" y="1054341"/>
                  </a:lnTo>
                  <a:lnTo>
                    <a:pt x="394885" y="1054307"/>
                  </a:lnTo>
                  <a:lnTo>
                    <a:pt x="396337" y="1054283"/>
                  </a:lnTo>
                  <a:lnTo>
                    <a:pt x="397789" y="1054263"/>
                  </a:lnTo>
                  <a:lnTo>
                    <a:pt x="399240" y="1054250"/>
                  </a:lnTo>
                  <a:lnTo>
                    <a:pt x="400692" y="1054201"/>
                  </a:lnTo>
                  <a:lnTo>
                    <a:pt x="402144" y="1054192"/>
                  </a:lnTo>
                  <a:lnTo>
                    <a:pt x="403596" y="1054169"/>
                  </a:lnTo>
                  <a:lnTo>
                    <a:pt x="405047" y="1054139"/>
                  </a:lnTo>
                  <a:lnTo>
                    <a:pt x="406499" y="1054126"/>
                  </a:lnTo>
                  <a:lnTo>
                    <a:pt x="407951" y="1054100"/>
                  </a:lnTo>
                  <a:lnTo>
                    <a:pt x="409403" y="1054068"/>
                  </a:lnTo>
                  <a:lnTo>
                    <a:pt x="410855" y="1054062"/>
                  </a:lnTo>
                  <a:lnTo>
                    <a:pt x="412306" y="1053984"/>
                  </a:lnTo>
                  <a:lnTo>
                    <a:pt x="413758" y="1053959"/>
                  </a:lnTo>
                  <a:lnTo>
                    <a:pt x="415210" y="1053910"/>
                  </a:lnTo>
                  <a:lnTo>
                    <a:pt x="416662" y="1053826"/>
                  </a:lnTo>
                  <a:lnTo>
                    <a:pt x="418114" y="1053777"/>
                  </a:lnTo>
                  <a:lnTo>
                    <a:pt x="419565" y="1053725"/>
                  </a:lnTo>
                  <a:lnTo>
                    <a:pt x="421017" y="1053636"/>
                  </a:lnTo>
                  <a:lnTo>
                    <a:pt x="422469" y="1053562"/>
                  </a:lnTo>
                  <a:lnTo>
                    <a:pt x="423921" y="1053468"/>
                  </a:lnTo>
                  <a:lnTo>
                    <a:pt x="425372" y="1053358"/>
                  </a:lnTo>
                  <a:lnTo>
                    <a:pt x="426824" y="1053259"/>
                  </a:lnTo>
                  <a:lnTo>
                    <a:pt x="428276" y="1053158"/>
                  </a:lnTo>
                  <a:lnTo>
                    <a:pt x="429728" y="1053060"/>
                  </a:lnTo>
                  <a:lnTo>
                    <a:pt x="431180" y="1052923"/>
                  </a:lnTo>
                  <a:lnTo>
                    <a:pt x="432631" y="1052877"/>
                  </a:lnTo>
                  <a:lnTo>
                    <a:pt x="434083" y="1052739"/>
                  </a:lnTo>
                  <a:lnTo>
                    <a:pt x="435535" y="1052649"/>
                  </a:lnTo>
                  <a:lnTo>
                    <a:pt x="436987" y="1052512"/>
                  </a:lnTo>
                  <a:lnTo>
                    <a:pt x="438438" y="1052293"/>
                  </a:lnTo>
                  <a:lnTo>
                    <a:pt x="439890" y="1052185"/>
                  </a:lnTo>
                  <a:lnTo>
                    <a:pt x="441342" y="1051985"/>
                  </a:lnTo>
                  <a:lnTo>
                    <a:pt x="442794" y="1051880"/>
                  </a:lnTo>
                  <a:lnTo>
                    <a:pt x="444246" y="1051688"/>
                  </a:lnTo>
                  <a:lnTo>
                    <a:pt x="445697" y="1051501"/>
                  </a:lnTo>
                  <a:lnTo>
                    <a:pt x="447149" y="1051381"/>
                  </a:lnTo>
                  <a:lnTo>
                    <a:pt x="448601" y="1051215"/>
                  </a:lnTo>
                  <a:lnTo>
                    <a:pt x="450053" y="1051044"/>
                  </a:lnTo>
                  <a:lnTo>
                    <a:pt x="451505" y="1050967"/>
                  </a:lnTo>
                  <a:lnTo>
                    <a:pt x="452956" y="1050612"/>
                  </a:lnTo>
                  <a:lnTo>
                    <a:pt x="454408" y="1050339"/>
                  </a:lnTo>
                  <a:lnTo>
                    <a:pt x="455860" y="1050119"/>
                  </a:lnTo>
                  <a:lnTo>
                    <a:pt x="457312" y="1049948"/>
                  </a:lnTo>
                  <a:lnTo>
                    <a:pt x="458763" y="1049730"/>
                  </a:lnTo>
                  <a:lnTo>
                    <a:pt x="460215" y="1049577"/>
                  </a:lnTo>
                  <a:lnTo>
                    <a:pt x="461667" y="1049248"/>
                  </a:lnTo>
                  <a:lnTo>
                    <a:pt x="463119" y="1048927"/>
                  </a:lnTo>
                  <a:lnTo>
                    <a:pt x="464571" y="1048627"/>
                  </a:lnTo>
                  <a:lnTo>
                    <a:pt x="466022" y="1048203"/>
                  </a:lnTo>
                  <a:lnTo>
                    <a:pt x="467474" y="1047790"/>
                  </a:lnTo>
                  <a:lnTo>
                    <a:pt x="468926" y="1047631"/>
                  </a:lnTo>
                  <a:lnTo>
                    <a:pt x="470378" y="1047400"/>
                  </a:lnTo>
                  <a:lnTo>
                    <a:pt x="471830" y="1047182"/>
                  </a:lnTo>
                  <a:lnTo>
                    <a:pt x="473281" y="1046874"/>
                  </a:lnTo>
                  <a:lnTo>
                    <a:pt x="474733" y="1046630"/>
                  </a:lnTo>
                  <a:lnTo>
                    <a:pt x="476185" y="1046312"/>
                  </a:lnTo>
                  <a:lnTo>
                    <a:pt x="477637" y="1045606"/>
                  </a:lnTo>
                  <a:lnTo>
                    <a:pt x="479088" y="1045149"/>
                  </a:lnTo>
                  <a:lnTo>
                    <a:pt x="480540" y="1044718"/>
                  </a:lnTo>
                  <a:lnTo>
                    <a:pt x="481992" y="1044500"/>
                  </a:lnTo>
                  <a:lnTo>
                    <a:pt x="483444" y="1043907"/>
                  </a:lnTo>
                  <a:lnTo>
                    <a:pt x="484896" y="1043549"/>
                  </a:lnTo>
                  <a:lnTo>
                    <a:pt x="486347" y="1043254"/>
                  </a:lnTo>
                  <a:lnTo>
                    <a:pt x="487799" y="1042875"/>
                  </a:lnTo>
                  <a:lnTo>
                    <a:pt x="489251" y="1042667"/>
                  </a:lnTo>
                  <a:lnTo>
                    <a:pt x="490703" y="1042008"/>
                  </a:lnTo>
                  <a:lnTo>
                    <a:pt x="492154" y="1041729"/>
                  </a:lnTo>
                  <a:lnTo>
                    <a:pt x="493606" y="1041038"/>
                  </a:lnTo>
                  <a:lnTo>
                    <a:pt x="495058" y="1040581"/>
                  </a:lnTo>
                  <a:lnTo>
                    <a:pt x="496510" y="1040249"/>
                  </a:lnTo>
                  <a:lnTo>
                    <a:pt x="497962" y="1039658"/>
                  </a:lnTo>
                  <a:lnTo>
                    <a:pt x="499413" y="1039155"/>
                  </a:lnTo>
                  <a:lnTo>
                    <a:pt x="500865" y="1038520"/>
                  </a:lnTo>
                  <a:lnTo>
                    <a:pt x="502317" y="1037633"/>
                  </a:lnTo>
                  <a:lnTo>
                    <a:pt x="503769" y="1037143"/>
                  </a:lnTo>
                  <a:lnTo>
                    <a:pt x="505221" y="1036741"/>
                  </a:lnTo>
                  <a:lnTo>
                    <a:pt x="506672" y="1036198"/>
                  </a:lnTo>
                  <a:lnTo>
                    <a:pt x="508124" y="1035781"/>
                  </a:lnTo>
                  <a:lnTo>
                    <a:pt x="509576" y="1035236"/>
                  </a:lnTo>
                  <a:lnTo>
                    <a:pt x="511028" y="1034734"/>
                  </a:lnTo>
                  <a:lnTo>
                    <a:pt x="512479" y="1034207"/>
                  </a:lnTo>
                  <a:lnTo>
                    <a:pt x="513931" y="1032607"/>
                  </a:lnTo>
                  <a:lnTo>
                    <a:pt x="515383" y="1031195"/>
                  </a:lnTo>
                  <a:lnTo>
                    <a:pt x="516835" y="1030274"/>
                  </a:lnTo>
                  <a:lnTo>
                    <a:pt x="518287" y="1029230"/>
                  </a:lnTo>
                  <a:lnTo>
                    <a:pt x="519738" y="1028497"/>
                  </a:lnTo>
                  <a:lnTo>
                    <a:pt x="521190" y="1027804"/>
                  </a:lnTo>
                  <a:lnTo>
                    <a:pt x="522642" y="1026483"/>
                  </a:lnTo>
                  <a:lnTo>
                    <a:pt x="524094" y="1025693"/>
                  </a:lnTo>
                  <a:lnTo>
                    <a:pt x="525545" y="1024508"/>
                  </a:lnTo>
                  <a:lnTo>
                    <a:pt x="526997" y="1024043"/>
                  </a:lnTo>
                  <a:lnTo>
                    <a:pt x="528449" y="1022698"/>
                  </a:lnTo>
                  <a:lnTo>
                    <a:pt x="529901" y="1020779"/>
                  </a:lnTo>
                  <a:lnTo>
                    <a:pt x="531353" y="1018981"/>
                  </a:lnTo>
                  <a:lnTo>
                    <a:pt x="532804" y="1017764"/>
                  </a:lnTo>
                  <a:lnTo>
                    <a:pt x="534256" y="1016256"/>
                  </a:lnTo>
                  <a:lnTo>
                    <a:pt x="535708" y="1015247"/>
                  </a:lnTo>
                  <a:lnTo>
                    <a:pt x="537160" y="1013560"/>
                  </a:lnTo>
                  <a:lnTo>
                    <a:pt x="538612" y="1011600"/>
                  </a:lnTo>
                  <a:lnTo>
                    <a:pt x="540063" y="1009612"/>
                  </a:lnTo>
                  <a:lnTo>
                    <a:pt x="541515" y="1008356"/>
                  </a:lnTo>
                  <a:lnTo>
                    <a:pt x="542967" y="1007059"/>
                  </a:lnTo>
                  <a:lnTo>
                    <a:pt x="544419" y="1005209"/>
                  </a:lnTo>
                  <a:lnTo>
                    <a:pt x="545870" y="1002834"/>
                  </a:lnTo>
                  <a:lnTo>
                    <a:pt x="547322" y="1001142"/>
                  </a:lnTo>
                  <a:lnTo>
                    <a:pt x="548774" y="999782"/>
                  </a:lnTo>
                  <a:lnTo>
                    <a:pt x="550226" y="998364"/>
                  </a:lnTo>
                  <a:lnTo>
                    <a:pt x="551678" y="997113"/>
                  </a:lnTo>
                  <a:lnTo>
                    <a:pt x="553129" y="996260"/>
                  </a:lnTo>
                  <a:lnTo>
                    <a:pt x="554581" y="994203"/>
                  </a:lnTo>
                  <a:lnTo>
                    <a:pt x="556033" y="992290"/>
                  </a:lnTo>
                  <a:lnTo>
                    <a:pt x="557485" y="991324"/>
                  </a:lnTo>
                  <a:lnTo>
                    <a:pt x="558936" y="990449"/>
                  </a:lnTo>
                  <a:lnTo>
                    <a:pt x="560388" y="991780"/>
                  </a:lnTo>
                  <a:lnTo>
                    <a:pt x="561840" y="991624"/>
                  </a:lnTo>
                  <a:lnTo>
                    <a:pt x="563292" y="937742"/>
                  </a:lnTo>
                  <a:lnTo>
                    <a:pt x="564744" y="840246"/>
                  </a:lnTo>
                  <a:lnTo>
                    <a:pt x="566195" y="839079"/>
                  </a:lnTo>
                  <a:lnTo>
                    <a:pt x="567647" y="774971"/>
                  </a:lnTo>
                  <a:lnTo>
                    <a:pt x="569099" y="445478"/>
                  </a:lnTo>
                  <a:lnTo>
                    <a:pt x="570551" y="369861"/>
                  </a:lnTo>
                  <a:lnTo>
                    <a:pt x="572003" y="298157"/>
                  </a:lnTo>
                  <a:lnTo>
                    <a:pt x="573454" y="246017"/>
                  </a:lnTo>
                  <a:lnTo>
                    <a:pt x="574906" y="238711"/>
                  </a:lnTo>
                  <a:lnTo>
                    <a:pt x="576358" y="281096"/>
                  </a:lnTo>
                  <a:lnTo>
                    <a:pt x="577810" y="339053"/>
                  </a:lnTo>
                  <a:lnTo>
                    <a:pt x="579261" y="388339"/>
                  </a:lnTo>
                  <a:lnTo>
                    <a:pt x="580713" y="411927"/>
                  </a:lnTo>
                  <a:lnTo>
                    <a:pt x="582165" y="428912"/>
                  </a:lnTo>
                  <a:lnTo>
                    <a:pt x="583617" y="441300"/>
                  </a:lnTo>
                  <a:lnTo>
                    <a:pt x="585069" y="441302"/>
                  </a:lnTo>
                  <a:lnTo>
                    <a:pt x="586520" y="441306"/>
                  </a:lnTo>
                  <a:lnTo>
                    <a:pt x="587972" y="441314"/>
                  </a:lnTo>
                  <a:lnTo>
                    <a:pt x="589424" y="441324"/>
                  </a:lnTo>
                  <a:lnTo>
                    <a:pt x="590876" y="441337"/>
                  </a:lnTo>
                  <a:lnTo>
                    <a:pt x="592328" y="441353"/>
                  </a:lnTo>
                  <a:lnTo>
                    <a:pt x="593779" y="441372"/>
                  </a:lnTo>
                  <a:lnTo>
                    <a:pt x="595231" y="441394"/>
                  </a:lnTo>
                  <a:lnTo>
                    <a:pt x="596683" y="441419"/>
                  </a:lnTo>
                  <a:lnTo>
                    <a:pt x="598135" y="441446"/>
                  </a:lnTo>
                  <a:lnTo>
                    <a:pt x="599586" y="441477"/>
                  </a:lnTo>
                  <a:lnTo>
                    <a:pt x="601038" y="441510"/>
                  </a:lnTo>
                  <a:lnTo>
                    <a:pt x="602490" y="441547"/>
                  </a:lnTo>
                  <a:lnTo>
                    <a:pt x="603942" y="441586"/>
                  </a:lnTo>
                  <a:lnTo>
                    <a:pt x="605394" y="441629"/>
                  </a:lnTo>
                  <a:lnTo>
                    <a:pt x="606845" y="441674"/>
                  </a:lnTo>
                  <a:lnTo>
                    <a:pt x="608297" y="441722"/>
                  </a:lnTo>
                  <a:lnTo>
                    <a:pt x="609749" y="441773"/>
                  </a:lnTo>
                  <a:lnTo>
                    <a:pt x="611201" y="441827"/>
                  </a:lnTo>
                  <a:lnTo>
                    <a:pt x="612652" y="441884"/>
                  </a:lnTo>
                  <a:lnTo>
                    <a:pt x="614104" y="441943"/>
                  </a:lnTo>
                  <a:lnTo>
                    <a:pt x="615556" y="442006"/>
                  </a:lnTo>
                  <a:lnTo>
                    <a:pt x="617008" y="442072"/>
                  </a:lnTo>
                  <a:lnTo>
                    <a:pt x="618460" y="442140"/>
                  </a:lnTo>
                  <a:lnTo>
                    <a:pt x="619911" y="442212"/>
                  </a:lnTo>
                  <a:lnTo>
                    <a:pt x="621363" y="442286"/>
                  </a:lnTo>
                  <a:lnTo>
                    <a:pt x="622815" y="442363"/>
                  </a:lnTo>
                  <a:lnTo>
                    <a:pt x="624267" y="442444"/>
                  </a:lnTo>
                  <a:lnTo>
                    <a:pt x="625719" y="442527"/>
                  </a:lnTo>
                  <a:lnTo>
                    <a:pt x="627170" y="442613"/>
                  </a:lnTo>
                  <a:lnTo>
                    <a:pt x="628622" y="442702"/>
                  </a:lnTo>
                  <a:lnTo>
                    <a:pt x="630074" y="442794"/>
                  </a:lnTo>
                  <a:lnTo>
                    <a:pt x="631526" y="442888"/>
                  </a:lnTo>
                  <a:lnTo>
                    <a:pt x="632977" y="442986"/>
                  </a:lnTo>
                  <a:lnTo>
                    <a:pt x="634429" y="443087"/>
                  </a:lnTo>
                  <a:lnTo>
                    <a:pt x="635881" y="443190"/>
                  </a:lnTo>
                  <a:lnTo>
                    <a:pt x="637333" y="443297"/>
                  </a:lnTo>
                  <a:lnTo>
                    <a:pt x="638785" y="443406"/>
                  </a:lnTo>
                  <a:lnTo>
                    <a:pt x="640236" y="443518"/>
                  </a:lnTo>
                  <a:lnTo>
                    <a:pt x="641688" y="443633"/>
                  </a:lnTo>
                  <a:lnTo>
                    <a:pt x="643140" y="443752"/>
                  </a:lnTo>
                  <a:lnTo>
                    <a:pt x="644592" y="443873"/>
                  </a:lnTo>
                  <a:lnTo>
                    <a:pt x="646043" y="443996"/>
                  </a:lnTo>
                  <a:lnTo>
                    <a:pt x="647495" y="444123"/>
                  </a:lnTo>
                  <a:lnTo>
                    <a:pt x="648947" y="444253"/>
                  </a:lnTo>
                  <a:lnTo>
                    <a:pt x="650399" y="444386"/>
                  </a:lnTo>
                  <a:lnTo>
                    <a:pt x="651851" y="444521"/>
                  </a:lnTo>
                  <a:lnTo>
                    <a:pt x="653302" y="444660"/>
                  </a:lnTo>
                  <a:lnTo>
                    <a:pt x="654754" y="444801"/>
                  </a:lnTo>
                  <a:lnTo>
                    <a:pt x="656206" y="444946"/>
                  </a:lnTo>
                  <a:lnTo>
                    <a:pt x="657658" y="445093"/>
                  </a:lnTo>
                  <a:lnTo>
                    <a:pt x="659110" y="445243"/>
                  </a:lnTo>
                  <a:lnTo>
                    <a:pt x="660561" y="445088"/>
                  </a:lnTo>
                  <a:lnTo>
                    <a:pt x="662013" y="444937"/>
                  </a:lnTo>
                  <a:lnTo>
                    <a:pt x="663465" y="444788"/>
                  </a:lnTo>
                  <a:lnTo>
                    <a:pt x="664917" y="444642"/>
                  </a:lnTo>
                  <a:lnTo>
                    <a:pt x="666368" y="444499"/>
                  </a:lnTo>
                  <a:lnTo>
                    <a:pt x="667820" y="444360"/>
                  </a:lnTo>
                  <a:lnTo>
                    <a:pt x="669272" y="444223"/>
                  </a:lnTo>
                  <a:lnTo>
                    <a:pt x="670724" y="444090"/>
                  </a:lnTo>
                  <a:lnTo>
                    <a:pt x="672176" y="443960"/>
                  </a:lnTo>
                  <a:lnTo>
                    <a:pt x="673627" y="443832"/>
                  </a:lnTo>
                  <a:lnTo>
                    <a:pt x="675079" y="443708"/>
                  </a:lnTo>
                  <a:lnTo>
                    <a:pt x="676531" y="443587"/>
                  </a:lnTo>
                  <a:lnTo>
                    <a:pt x="677983" y="443469"/>
                  </a:lnTo>
                  <a:lnTo>
                    <a:pt x="679434" y="443354"/>
                  </a:lnTo>
                  <a:lnTo>
                    <a:pt x="680886" y="443242"/>
                  </a:lnTo>
                  <a:lnTo>
                    <a:pt x="682338" y="443133"/>
                  </a:lnTo>
                  <a:lnTo>
                    <a:pt x="683790" y="443027"/>
                  </a:lnTo>
                  <a:lnTo>
                    <a:pt x="685242" y="442925"/>
                  </a:lnTo>
                  <a:lnTo>
                    <a:pt x="686693" y="442825"/>
                  </a:lnTo>
                  <a:lnTo>
                    <a:pt x="688145" y="442728"/>
                  </a:lnTo>
                  <a:lnTo>
                    <a:pt x="689597" y="442635"/>
                  </a:lnTo>
                  <a:lnTo>
                    <a:pt x="691049" y="442544"/>
                  </a:lnTo>
                  <a:lnTo>
                    <a:pt x="692501" y="442457"/>
                  </a:lnTo>
                  <a:lnTo>
                    <a:pt x="693952" y="442373"/>
                  </a:lnTo>
                  <a:lnTo>
                    <a:pt x="695404" y="442291"/>
                  </a:lnTo>
                  <a:lnTo>
                    <a:pt x="696856" y="442213"/>
                  </a:lnTo>
                  <a:lnTo>
                    <a:pt x="698308" y="442138"/>
                  </a:lnTo>
                  <a:lnTo>
                    <a:pt x="699759" y="442066"/>
                  </a:lnTo>
                  <a:lnTo>
                    <a:pt x="701211" y="441997"/>
                  </a:lnTo>
                  <a:lnTo>
                    <a:pt x="702663" y="441931"/>
                  </a:lnTo>
                  <a:lnTo>
                    <a:pt x="704115" y="441868"/>
                  </a:lnTo>
                  <a:lnTo>
                    <a:pt x="705567" y="441808"/>
                  </a:lnTo>
                  <a:lnTo>
                    <a:pt x="707018" y="441752"/>
                  </a:lnTo>
                  <a:lnTo>
                    <a:pt x="708470" y="441698"/>
                  </a:lnTo>
                  <a:lnTo>
                    <a:pt x="709922" y="441647"/>
                  </a:lnTo>
                  <a:lnTo>
                    <a:pt x="711374" y="441600"/>
                  </a:lnTo>
                  <a:lnTo>
                    <a:pt x="712826" y="441555"/>
                  </a:lnTo>
                  <a:lnTo>
                    <a:pt x="714277" y="441514"/>
                  </a:lnTo>
                  <a:lnTo>
                    <a:pt x="715729" y="441476"/>
                  </a:lnTo>
                  <a:lnTo>
                    <a:pt x="717181" y="441440"/>
                  </a:lnTo>
                  <a:lnTo>
                    <a:pt x="718633" y="441408"/>
                  </a:lnTo>
                  <a:lnTo>
                    <a:pt x="720084" y="441379"/>
                  </a:lnTo>
                  <a:lnTo>
                    <a:pt x="721536" y="441353"/>
                  </a:lnTo>
                  <a:lnTo>
                    <a:pt x="722988" y="441330"/>
                  </a:lnTo>
                  <a:lnTo>
                    <a:pt x="724440" y="441310"/>
                  </a:lnTo>
                  <a:lnTo>
                    <a:pt x="725892" y="441293"/>
                  </a:lnTo>
                  <a:lnTo>
                    <a:pt x="727343" y="441279"/>
                  </a:lnTo>
                  <a:lnTo>
                    <a:pt x="728795" y="441269"/>
                  </a:lnTo>
                  <a:lnTo>
                    <a:pt x="730247" y="441261"/>
                  </a:lnTo>
                  <a:lnTo>
                    <a:pt x="731699" y="441256"/>
                  </a:lnTo>
                  <a:lnTo>
                    <a:pt x="733150" y="441255"/>
                  </a:lnTo>
                  <a:lnTo>
                    <a:pt x="734602" y="445478"/>
                  </a:lnTo>
                  <a:lnTo>
                    <a:pt x="736054" y="447128"/>
                  </a:lnTo>
                  <a:lnTo>
                    <a:pt x="737506" y="447128"/>
                  </a:lnTo>
                  <a:lnTo>
                    <a:pt x="738958" y="448957"/>
                  </a:lnTo>
                  <a:lnTo>
                    <a:pt x="740409" y="448957"/>
                  </a:lnTo>
                  <a:lnTo>
                    <a:pt x="741861" y="451065"/>
                  </a:lnTo>
                  <a:lnTo>
                    <a:pt x="743313" y="451065"/>
                  </a:lnTo>
                  <a:lnTo>
                    <a:pt x="744765" y="453557"/>
                  </a:lnTo>
                  <a:lnTo>
                    <a:pt x="746217" y="453557"/>
                  </a:lnTo>
                  <a:lnTo>
                    <a:pt x="747668" y="455240"/>
                  </a:lnTo>
                  <a:lnTo>
                    <a:pt x="749120" y="455240"/>
                  </a:lnTo>
                  <a:lnTo>
                    <a:pt x="750572" y="456262"/>
                  </a:lnTo>
                  <a:lnTo>
                    <a:pt x="752024" y="456262"/>
                  </a:lnTo>
                  <a:lnTo>
                    <a:pt x="753475" y="459469"/>
                  </a:lnTo>
                  <a:lnTo>
                    <a:pt x="754927" y="459469"/>
                  </a:lnTo>
                  <a:lnTo>
                    <a:pt x="756379" y="463979"/>
                  </a:lnTo>
                  <a:lnTo>
                    <a:pt x="757831" y="463979"/>
                  </a:lnTo>
                  <a:lnTo>
                    <a:pt x="759283" y="466072"/>
                  </a:lnTo>
                  <a:lnTo>
                    <a:pt x="760734" y="466072"/>
                  </a:lnTo>
                  <a:lnTo>
                    <a:pt x="762186" y="472577"/>
                  </a:lnTo>
                  <a:lnTo>
                    <a:pt x="763638" y="472577"/>
                  </a:lnTo>
                  <a:lnTo>
                    <a:pt x="765090" y="479117"/>
                  </a:lnTo>
                  <a:lnTo>
                    <a:pt x="766541" y="479117"/>
                  </a:lnTo>
                  <a:lnTo>
                    <a:pt x="767993" y="481193"/>
                  </a:lnTo>
                  <a:lnTo>
                    <a:pt x="769445" y="481193"/>
                  </a:lnTo>
                  <a:lnTo>
                    <a:pt x="770897" y="482308"/>
                  </a:lnTo>
                  <a:lnTo>
                    <a:pt x="772349" y="482308"/>
                  </a:lnTo>
                  <a:lnTo>
                    <a:pt x="773800" y="486994"/>
                  </a:lnTo>
                  <a:lnTo>
                    <a:pt x="775252" y="486994"/>
                  </a:lnTo>
                  <a:lnTo>
                    <a:pt x="776704" y="493198"/>
                  </a:lnTo>
                  <a:lnTo>
                    <a:pt x="778156" y="493198"/>
                  </a:lnTo>
                  <a:lnTo>
                    <a:pt x="779608" y="493748"/>
                  </a:lnTo>
                  <a:lnTo>
                    <a:pt x="781059" y="493748"/>
                  </a:lnTo>
                  <a:lnTo>
                    <a:pt x="782511" y="496188"/>
                  </a:lnTo>
                  <a:lnTo>
                    <a:pt x="783963" y="496188"/>
                  </a:lnTo>
                  <a:lnTo>
                    <a:pt x="785415" y="497826"/>
                  </a:lnTo>
                  <a:lnTo>
                    <a:pt x="786866" y="497826"/>
                  </a:lnTo>
                  <a:lnTo>
                    <a:pt x="788318" y="498582"/>
                  </a:lnTo>
                  <a:lnTo>
                    <a:pt x="789770" y="498582"/>
                  </a:lnTo>
                  <a:lnTo>
                    <a:pt x="791222" y="501098"/>
                  </a:lnTo>
                  <a:lnTo>
                    <a:pt x="792674" y="501098"/>
                  </a:lnTo>
                  <a:lnTo>
                    <a:pt x="794125" y="503124"/>
                  </a:lnTo>
                  <a:lnTo>
                    <a:pt x="795577" y="503124"/>
                  </a:lnTo>
                  <a:lnTo>
                    <a:pt x="797029" y="506581"/>
                  </a:lnTo>
                  <a:lnTo>
                    <a:pt x="798481" y="506581"/>
                  </a:lnTo>
                  <a:lnTo>
                    <a:pt x="799932" y="507511"/>
                  </a:lnTo>
                  <a:lnTo>
                    <a:pt x="801384" y="510424"/>
                  </a:lnTo>
                  <a:lnTo>
                    <a:pt x="802836" y="510424"/>
                  </a:lnTo>
                  <a:lnTo>
                    <a:pt x="804288" y="512400"/>
                  </a:lnTo>
                  <a:lnTo>
                    <a:pt x="805740" y="512400"/>
                  </a:lnTo>
                  <a:lnTo>
                    <a:pt x="807191" y="513228"/>
                  </a:lnTo>
                  <a:lnTo>
                    <a:pt x="808643" y="513228"/>
                  </a:lnTo>
                  <a:lnTo>
                    <a:pt x="810095" y="514259"/>
                  </a:lnTo>
                  <a:lnTo>
                    <a:pt x="811547" y="514259"/>
                  </a:lnTo>
                  <a:lnTo>
                    <a:pt x="812999" y="518682"/>
                  </a:lnTo>
                  <a:lnTo>
                    <a:pt x="814450" y="518682"/>
                  </a:lnTo>
                  <a:lnTo>
                    <a:pt x="815902" y="522846"/>
                  </a:lnTo>
                  <a:lnTo>
                    <a:pt x="817354" y="522846"/>
                  </a:lnTo>
                  <a:lnTo>
                    <a:pt x="818806" y="525523"/>
                  </a:lnTo>
                  <a:lnTo>
                    <a:pt x="820257" y="525523"/>
                  </a:lnTo>
                  <a:lnTo>
                    <a:pt x="821709" y="530570"/>
                  </a:lnTo>
                  <a:lnTo>
                    <a:pt x="823161" y="530570"/>
                  </a:lnTo>
                  <a:lnTo>
                    <a:pt x="824613" y="533118"/>
                  </a:lnTo>
                  <a:lnTo>
                    <a:pt x="826065" y="533118"/>
                  </a:lnTo>
                  <a:lnTo>
                    <a:pt x="827516" y="543497"/>
                  </a:lnTo>
                  <a:lnTo>
                    <a:pt x="828968" y="543497"/>
                  </a:lnTo>
                  <a:lnTo>
                    <a:pt x="830420" y="545006"/>
                  </a:lnTo>
                  <a:lnTo>
                    <a:pt x="831872" y="545006"/>
                  </a:lnTo>
                  <a:lnTo>
                    <a:pt x="833323" y="546265"/>
                  </a:lnTo>
                  <a:lnTo>
                    <a:pt x="834775" y="546265"/>
                  </a:lnTo>
                  <a:lnTo>
                    <a:pt x="836227" y="559605"/>
                  </a:lnTo>
                  <a:lnTo>
                    <a:pt x="837679" y="559605"/>
                  </a:lnTo>
                  <a:lnTo>
                    <a:pt x="839131" y="563921"/>
                  </a:lnTo>
                  <a:lnTo>
                    <a:pt x="840582" y="563921"/>
                  </a:lnTo>
                  <a:lnTo>
                    <a:pt x="842034" y="565164"/>
                  </a:lnTo>
                  <a:lnTo>
                    <a:pt x="843486" y="565164"/>
                  </a:lnTo>
                  <a:lnTo>
                    <a:pt x="844938" y="567556"/>
                  </a:lnTo>
                  <a:lnTo>
                    <a:pt x="846390" y="567556"/>
                  </a:lnTo>
                  <a:lnTo>
                    <a:pt x="847841" y="569133"/>
                  </a:lnTo>
                  <a:lnTo>
                    <a:pt x="849293" y="569133"/>
                  </a:lnTo>
                  <a:lnTo>
                    <a:pt x="850745" y="571005"/>
                  </a:lnTo>
                  <a:lnTo>
                    <a:pt x="852197" y="571005"/>
                  </a:lnTo>
                  <a:lnTo>
                    <a:pt x="853648" y="573658"/>
                  </a:lnTo>
                  <a:lnTo>
                    <a:pt x="855100" y="573658"/>
                  </a:lnTo>
                  <a:lnTo>
                    <a:pt x="856552" y="574741"/>
                  </a:lnTo>
                  <a:lnTo>
                    <a:pt x="858004" y="574741"/>
                  </a:lnTo>
                  <a:lnTo>
                    <a:pt x="859456" y="582093"/>
                  </a:lnTo>
                  <a:lnTo>
                    <a:pt x="860907" y="582093"/>
                  </a:lnTo>
                  <a:lnTo>
                    <a:pt x="862359" y="582110"/>
                  </a:lnTo>
                  <a:lnTo>
                    <a:pt x="863811" y="584355"/>
                  </a:lnTo>
                  <a:lnTo>
                    <a:pt x="865263" y="584355"/>
                  </a:lnTo>
                  <a:lnTo>
                    <a:pt x="866715" y="586192"/>
                  </a:lnTo>
                  <a:lnTo>
                    <a:pt x="868166" y="586192"/>
                  </a:lnTo>
                  <a:lnTo>
                    <a:pt x="869618" y="586519"/>
                  </a:lnTo>
                  <a:lnTo>
                    <a:pt x="871070" y="586519"/>
                  </a:lnTo>
                  <a:lnTo>
                    <a:pt x="872522" y="588149"/>
                  </a:lnTo>
                  <a:lnTo>
                    <a:pt x="873973" y="588149"/>
                  </a:lnTo>
                  <a:lnTo>
                    <a:pt x="875425" y="594954"/>
                  </a:lnTo>
                  <a:lnTo>
                    <a:pt x="876877" y="594954"/>
                  </a:lnTo>
                  <a:lnTo>
                    <a:pt x="878329" y="596167"/>
                  </a:lnTo>
                  <a:lnTo>
                    <a:pt x="879781" y="596167"/>
                  </a:lnTo>
                  <a:lnTo>
                    <a:pt x="881232" y="597909"/>
                  </a:lnTo>
                  <a:lnTo>
                    <a:pt x="882684" y="597909"/>
                  </a:lnTo>
                  <a:lnTo>
                    <a:pt x="884136" y="598479"/>
                  </a:lnTo>
                  <a:lnTo>
                    <a:pt x="885588" y="598479"/>
                  </a:lnTo>
                  <a:lnTo>
                    <a:pt x="887039" y="599344"/>
                  </a:lnTo>
                  <a:lnTo>
                    <a:pt x="888491" y="599344"/>
                  </a:lnTo>
                  <a:lnTo>
                    <a:pt x="889943" y="601876"/>
                  </a:lnTo>
                  <a:lnTo>
                    <a:pt x="891395" y="601876"/>
                  </a:lnTo>
                  <a:lnTo>
                    <a:pt x="892847" y="603184"/>
                  </a:lnTo>
                  <a:lnTo>
                    <a:pt x="894298" y="603184"/>
                  </a:lnTo>
                  <a:lnTo>
                    <a:pt x="895750" y="606517"/>
                  </a:lnTo>
                  <a:lnTo>
                    <a:pt x="897202" y="606517"/>
                  </a:lnTo>
                  <a:lnTo>
                    <a:pt x="898654" y="606653"/>
                  </a:lnTo>
                  <a:lnTo>
                    <a:pt x="900106" y="606653"/>
                  </a:lnTo>
                  <a:lnTo>
                    <a:pt x="901557" y="609432"/>
                  </a:lnTo>
                  <a:lnTo>
                    <a:pt x="903009" y="609432"/>
                  </a:lnTo>
                  <a:lnTo>
                    <a:pt x="904461" y="613924"/>
                  </a:lnTo>
                  <a:lnTo>
                    <a:pt x="905913" y="613924"/>
                  </a:lnTo>
                  <a:lnTo>
                    <a:pt x="907364" y="614999"/>
                  </a:lnTo>
                  <a:lnTo>
                    <a:pt x="908816" y="614999"/>
                  </a:lnTo>
                  <a:lnTo>
                    <a:pt x="910268" y="619599"/>
                  </a:lnTo>
                  <a:lnTo>
                    <a:pt x="911720" y="619599"/>
                  </a:lnTo>
                  <a:lnTo>
                    <a:pt x="913172" y="622398"/>
                  </a:lnTo>
                  <a:lnTo>
                    <a:pt x="914623" y="622398"/>
                  </a:lnTo>
                  <a:lnTo>
                    <a:pt x="916075" y="625006"/>
                  </a:lnTo>
                  <a:lnTo>
                    <a:pt x="917527" y="625006"/>
                  </a:lnTo>
                  <a:lnTo>
                    <a:pt x="918979" y="626684"/>
                  </a:lnTo>
                  <a:lnTo>
                    <a:pt x="920430" y="626684"/>
                  </a:lnTo>
                  <a:lnTo>
                    <a:pt x="921882" y="636543"/>
                  </a:lnTo>
                  <a:lnTo>
                    <a:pt x="923334" y="636543"/>
                  </a:lnTo>
                  <a:lnTo>
                    <a:pt x="924786" y="640108"/>
                  </a:lnTo>
                  <a:lnTo>
                    <a:pt x="926238" y="640939"/>
                  </a:lnTo>
                  <a:lnTo>
                    <a:pt x="927689" y="640939"/>
                  </a:lnTo>
                  <a:lnTo>
                    <a:pt x="929141" y="641885"/>
                  </a:lnTo>
                  <a:lnTo>
                    <a:pt x="930593" y="641885"/>
                  </a:lnTo>
                  <a:lnTo>
                    <a:pt x="932045" y="643177"/>
                  </a:lnTo>
                  <a:lnTo>
                    <a:pt x="933497" y="643177"/>
                  </a:lnTo>
                  <a:lnTo>
                    <a:pt x="934948" y="644497"/>
                  </a:lnTo>
                  <a:lnTo>
                    <a:pt x="936400" y="644497"/>
                  </a:lnTo>
                  <a:lnTo>
                    <a:pt x="937852" y="653265"/>
                  </a:lnTo>
                  <a:lnTo>
                    <a:pt x="939304" y="653265"/>
                  </a:lnTo>
                  <a:lnTo>
                    <a:pt x="940755" y="657059"/>
                  </a:lnTo>
                  <a:lnTo>
                    <a:pt x="942207" y="657059"/>
                  </a:lnTo>
                  <a:lnTo>
                    <a:pt x="943659" y="662585"/>
                  </a:lnTo>
                  <a:lnTo>
                    <a:pt x="945111" y="662585"/>
                  </a:lnTo>
                  <a:lnTo>
                    <a:pt x="946563" y="665773"/>
                  </a:lnTo>
                  <a:lnTo>
                    <a:pt x="948014" y="665773"/>
                  </a:lnTo>
                  <a:lnTo>
                    <a:pt x="949466" y="668258"/>
                  </a:lnTo>
                  <a:lnTo>
                    <a:pt x="950918" y="668258"/>
                  </a:lnTo>
                  <a:lnTo>
                    <a:pt x="952370" y="668767"/>
                  </a:lnTo>
                  <a:lnTo>
                    <a:pt x="953821" y="668767"/>
                  </a:lnTo>
                  <a:lnTo>
                    <a:pt x="955273" y="671556"/>
                  </a:lnTo>
                  <a:lnTo>
                    <a:pt x="956725" y="671556"/>
                  </a:lnTo>
                  <a:lnTo>
                    <a:pt x="958177" y="672487"/>
                  </a:lnTo>
                  <a:lnTo>
                    <a:pt x="959629" y="672487"/>
                  </a:lnTo>
                  <a:lnTo>
                    <a:pt x="961080" y="674537"/>
                  </a:lnTo>
                  <a:lnTo>
                    <a:pt x="962532" y="674537"/>
                  </a:lnTo>
                  <a:lnTo>
                    <a:pt x="963984" y="678178"/>
                  </a:lnTo>
                  <a:lnTo>
                    <a:pt x="965436" y="678178"/>
                  </a:lnTo>
                  <a:lnTo>
                    <a:pt x="966888" y="681148"/>
                  </a:lnTo>
                  <a:lnTo>
                    <a:pt x="968339" y="681148"/>
                  </a:lnTo>
                  <a:lnTo>
                    <a:pt x="969791" y="684248"/>
                  </a:lnTo>
                  <a:lnTo>
                    <a:pt x="971243" y="684248"/>
                  </a:lnTo>
                  <a:lnTo>
                    <a:pt x="972695" y="685202"/>
                  </a:lnTo>
                  <a:lnTo>
                    <a:pt x="974146" y="685202"/>
                  </a:lnTo>
                  <a:lnTo>
                    <a:pt x="975598" y="685573"/>
                  </a:lnTo>
                  <a:lnTo>
                    <a:pt x="977050" y="685573"/>
                  </a:lnTo>
                  <a:lnTo>
                    <a:pt x="978502" y="687468"/>
                  </a:lnTo>
                  <a:lnTo>
                    <a:pt x="979954" y="687468"/>
                  </a:lnTo>
                  <a:lnTo>
                    <a:pt x="981405" y="687482"/>
                  </a:lnTo>
                  <a:lnTo>
                    <a:pt x="982857" y="687482"/>
                  </a:lnTo>
                  <a:lnTo>
                    <a:pt x="984309" y="688991"/>
                  </a:lnTo>
                  <a:lnTo>
                    <a:pt x="985761" y="688991"/>
                  </a:lnTo>
                  <a:lnTo>
                    <a:pt x="987213" y="689443"/>
                  </a:lnTo>
                  <a:lnTo>
                    <a:pt x="988664" y="689443"/>
                  </a:lnTo>
                  <a:lnTo>
                    <a:pt x="990116" y="689488"/>
                  </a:lnTo>
                  <a:lnTo>
                    <a:pt x="991568" y="692551"/>
                  </a:lnTo>
                  <a:lnTo>
                    <a:pt x="993020" y="692551"/>
                  </a:lnTo>
                  <a:lnTo>
                    <a:pt x="994471" y="699844"/>
                  </a:lnTo>
                  <a:lnTo>
                    <a:pt x="995923" y="699844"/>
                  </a:lnTo>
                  <a:lnTo>
                    <a:pt x="997375" y="700332"/>
                  </a:lnTo>
                  <a:lnTo>
                    <a:pt x="998827" y="700332"/>
                  </a:lnTo>
                  <a:lnTo>
                    <a:pt x="1000279" y="701195"/>
                  </a:lnTo>
                  <a:lnTo>
                    <a:pt x="1001730" y="701195"/>
                  </a:lnTo>
                  <a:lnTo>
                    <a:pt x="1003182" y="702765"/>
                  </a:lnTo>
                  <a:lnTo>
                    <a:pt x="1004634" y="702765"/>
                  </a:lnTo>
                  <a:lnTo>
                    <a:pt x="1006086" y="704717"/>
                  </a:lnTo>
                  <a:lnTo>
                    <a:pt x="1007537" y="704717"/>
                  </a:lnTo>
                  <a:lnTo>
                    <a:pt x="1008989" y="706763"/>
                  </a:lnTo>
                  <a:lnTo>
                    <a:pt x="1010441" y="706763"/>
                  </a:lnTo>
                  <a:lnTo>
                    <a:pt x="1011893" y="713237"/>
                  </a:lnTo>
                  <a:lnTo>
                    <a:pt x="1013345" y="713237"/>
                  </a:lnTo>
                  <a:lnTo>
                    <a:pt x="1014796" y="714031"/>
                  </a:lnTo>
                  <a:lnTo>
                    <a:pt x="1016248" y="714031"/>
                  </a:lnTo>
                  <a:lnTo>
                    <a:pt x="1017700" y="714824"/>
                  </a:lnTo>
                  <a:lnTo>
                    <a:pt x="1019152" y="714824"/>
                  </a:lnTo>
                  <a:lnTo>
                    <a:pt x="1020604" y="717304"/>
                  </a:lnTo>
                  <a:lnTo>
                    <a:pt x="1022055" y="717304"/>
                  </a:lnTo>
                  <a:lnTo>
                    <a:pt x="1023507" y="720494"/>
                  </a:lnTo>
                  <a:lnTo>
                    <a:pt x="1024959" y="720494"/>
                  </a:lnTo>
                  <a:lnTo>
                    <a:pt x="1026411" y="720895"/>
                  </a:lnTo>
                  <a:lnTo>
                    <a:pt x="1027862" y="720895"/>
                  </a:lnTo>
                  <a:lnTo>
                    <a:pt x="1029314" y="721750"/>
                  </a:lnTo>
                  <a:lnTo>
                    <a:pt x="1030766" y="721750"/>
                  </a:lnTo>
                  <a:lnTo>
                    <a:pt x="1032218" y="723580"/>
                  </a:lnTo>
                  <a:lnTo>
                    <a:pt x="1033670" y="723580"/>
                  </a:lnTo>
                  <a:lnTo>
                    <a:pt x="1035121" y="726017"/>
                  </a:lnTo>
                  <a:lnTo>
                    <a:pt x="1036573" y="726017"/>
                  </a:lnTo>
                  <a:lnTo>
                    <a:pt x="1038025" y="729837"/>
                  </a:lnTo>
                  <a:lnTo>
                    <a:pt x="1039477" y="729837"/>
                  </a:lnTo>
                  <a:lnTo>
                    <a:pt x="1040928" y="730991"/>
                  </a:lnTo>
                  <a:lnTo>
                    <a:pt x="1042380" y="730991"/>
                  </a:lnTo>
                  <a:lnTo>
                    <a:pt x="1043832" y="734028"/>
                  </a:lnTo>
                  <a:lnTo>
                    <a:pt x="1045284" y="734028"/>
                  </a:lnTo>
                  <a:lnTo>
                    <a:pt x="1046736" y="736569"/>
                  </a:lnTo>
                  <a:lnTo>
                    <a:pt x="1048187" y="736569"/>
                  </a:lnTo>
                  <a:lnTo>
                    <a:pt x="1049639" y="737385"/>
                  </a:lnTo>
                  <a:lnTo>
                    <a:pt x="1051091" y="737385"/>
                  </a:lnTo>
                  <a:lnTo>
                    <a:pt x="1052543" y="740767"/>
                  </a:lnTo>
                  <a:lnTo>
                    <a:pt x="1053995" y="740767"/>
                  </a:lnTo>
                  <a:lnTo>
                    <a:pt x="1055446" y="742687"/>
                  </a:lnTo>
                  <a:lnTo>
                    <a:pt x="1056898" y="742801"/>
                  </a:lnTo>
                  <a:lnTo>
                    <a:pt x="1058350" y="742801"/>
                  </a:lnTo>
                  <a:lnTo>
                    <a:pt x="1059802" y="745272"/>
                  </a:lnTo>
                  <a:lnTo>
                    <a:pt x="1061253" y="745272"/>
                  </a:lnTo>
                  <a:lnTo>
                    <a:pt x="1062705" y="746793"/>
                  </a:lnTo>
                  <a:lnTo>
                    <a:pt x="1064157" y="746793"/>
                  </a:lnTo>
                  <a:lnTo>
                    <a:pt x="1065609" y="747192"/>
                  </a:lnTo>
                  <a:lnTo>
                    <a:pt x="1067061" y="747192"/>
                  </a:lnTo>
                  <a:lnTo>
                    <a:pt x="1068512" y="747222"/>
                  </a:lnTo>
                  <a:lnTo>
                    <a:pt x="1069964" y="747222"/>
                  </a:lnTo>
                  <a:lnTo>
                    <a:pt x="1071416" y="747705"/>
                  </a:lnTo>
                  <a:lnTo>
                    <a:pt x="1072868" y="747705"/>
                  </a:lnTo>
                  <a:lnTo>
                    <a:pt x="1074319" y="749643"/>
                  </a:lnTo>
                  <a:lnTo>
                    <a:pt x="1075771" y="749643"/>
                  </a:lnTo>
                  <a:lnTo>
                    <a:pt x="1077223" y="752176"/>
                  </a:lnTo>
                  <a:lnTo>
                    <a:pt x="1078675" y="752176"/>
                  </a:lnTo>
                  <a:lnTo>
                    <a:pt x="1080127" y="752501"/>
                  </a:lnTo>
                  <a:lnTo>
                    <a:pt x="1081578" y="752501"/>
                  </a:lnTo>
                  <a:lnTo>
                    <a:pt x="1083030" y="753036"/>
                  </a:lnTo>
                  <a:lnTo>
                    <a:pt x="1084482" y="753036"/>
                  </a:lnTo>
                  <a:lnTo>
                    <a:pt x="1085934" y="757123"/>
                  </a:lnTo>
                  <a:lnTo>
                    <a:pt x="1087386" y="757123"/>
                  </a:lnTo>
                  <a:lnTo>
                    <a:pt x="1088837" y="757685"/>
                  </a:lnTo>
                  <a:lnTo>
                    <a:pt x="1090289" y="757685"/>
                  </a:lnTo>
                  <a:lnTo>
                    <a:pt x="1091741" y="758625"/>
                  </a:lnTo>
                  <a:lnTo>
                    <a:pt x="1093193" y="758625"/>
                  </a:lnTo>
                  <a:lnTo>
                    <a:pt x="1094644" y="764968"/>
                  </a:lnTo>
                  <a:lnTo>
                    <a:pt x="1096096" y="764968"/>
                  </a:lnTo>
                  <a:lnTo>
                    <a:pt x="1097548" y="769345"/>
                  </a:lnTo>
                  <a:lnTo>
                    <a:pt x="1099000" y="769345"/>
                  </a:lnTo>
                  <a:lnTo>
                    <a:pt x="1100452" y="771280"/>
                  </a:lnTo>
                  <a:lnTo>
                    <a:pt x="1101903" y="771280"/>
                  </a:lnTo>
                  <a:lnTo>
                    <a:pt x="1103355" y="772402"/>
                  </a:lnTo>
                  <a:lnTo>
                    <a:pt x="1104807" y="772402"/>
                  </a:lnTo>
                  <a:lnTo>
                    <a:pt x="1106259" y="773622"/>
                  </a:lnTo>
                  <a:lnTo>
                    <a:pt x="1107711" y="773622"/>
                  </a:lnTo>
                  <a:lnTo>
                    <a:pt x="1109162" y="773768"/>
                  </a:lnTo>
                  <a:lnTo>
                    <a:pt x="1110614" y="773768"/>
                  </a:lnTo>
                  <a:lnTo>
                    <a:pt x="1112066" y="774762"/>
                  </a:lnTo>
                  <a:lnTo>
                    <a:pt x="1113518" y="774762"/>
                  </a:lnTo>
                  <a:lnTo>
                    <a:pt x="1114969" y="774887"/>
                  </a:lnTo>
                  <a:lnTo>
                    <a:pt x="1116421" y="774887"/>
                  </a:lnTo>
                  <a:lnTo>
                    <a:pt x="1117873" y="774971"/>
                  </a:lnTo>
                  <a:lnTo>
                    <a:pt x="1119325" y="775106"/>
                  </a:lnTo>
                  <a:lnTo>
                    <a:pt x="1120777" y="774775"/>
                  </a:lnTo>
                  <a:lnTo>
                    <a:pt x="1122228" y="753197"/>
                  </a:lnTo>
                  <a:lnTo>
                    <a:pt x="1123680" y="707342"/>
                  </a:lnTo>
                  <a:lnTo>
                    <a:pt x="1125132" y="671103"/>
                  </a:lnTo>
                  <a:lnTo>
                    <a:pt x="1126584" y="643418"/>
                  </a:lnTo>
                  <a:lnTo>
                    <a:pt x="1128035" y="602199"/>
                  </a:lnTo>
                  <a:lnTo>
                    <a:pt x="1129487" y="543031"/>
                  </a:lnTo>
                  <a:lnTo>
                    <a:pt x="1130939" y="490990"/>
                  </a:lnTo>
                  <a:lnTo>
                    <a:pt x="1132391" y="429362"/>
                  </a:lnTo>
                  <a:lnTo>
                    <a:pt x="1133843" y="392797"/>
                  </a:lnTo>
                  <a:lnTo>
                    <a:pt x="1135294" y="301446"/>
                  </a:lnTo>
                  <a:lnTo>
                    <a:pt x="1136746" y="216524"/>
                  </a:lnTo>
                  <a:lnTo>
                    <a:pt x="1138198" y="125824"/>
                  </a:lnTo>
                  <a:lnTo>
                    <a:pt x="1139650" y="11081"/>
                  </a:lnTo>
                  <a:lnTo>
                    <a:pt x="1141102" y="0"/>
                  </a:lnTo>
                  <a:lnTo>
                    <a:pt x="1142553" y="71067"/>
                  </a:lnTo>
                  <a:lnTo>
                    <a:pt x="1144005" y="167510"/>
                  </a:lnTo>
                  <a:lnTo>
                    <a:pt x="1145457" y="260368"/>
                  </a:lnTo>
                  <a:lnTo>
                    <a:pt x="1146909" y="331459"/>
                  </a:lnTo>
                  <a:lnTo>
                    <a:pt x="1148360" y="412125"/>
                  </a:lnTo>
                  <a:lnTo>
                    <a:pt x="1149812" y="452709"/>
                  </a:lnTo>
                  <a:lnTo>
                    <a:pt x="1151264" y="532219"/>
                  </a:lnTo>
                  <a:lnTo>
                    <a:pt x="1152716" y="568645"/>
                  </a:lnTo>
                  <a:lnTo>
                    <a:pt x="1154168" y="617649"/>
                  </a:lnTo>
                  <a:lnTo>
                    <a:pt x="1155619" y="656146"/>
                  </a:lnTo>
                  <a:lnTo>
                    <a:pt x="1157071" y="694577"/>
                  </a:lnTo>
                  <a:lnTo>
                    <a:pt x="1158523" y="740197"/>
                  </a:lnTo>
                  <a:lnTo>
                    <a:pt x="1159975" y="760756"/>
                  </a:lnTo>
                  <a:lnTo>
                    <a:pt x="1161426" y="775724"/>
                  </a:lnTo>
                  <a:lnTo>
                    <a:pt x="1162878" y="775724"/>
                  </a:lnTo>
                  <a:lnTo>
                    <a:pt x="1164330" y="777020"/>
                  </a:lnTo>
                  <a:lnTo>
                    <a:pt x="1165782" y="777020"/>
                  </a:lnTo>
                  <a:lnTo>
                    <a:pt x="1167234" y="777020"/>
                  </a:lnTo>
                  <a:lnTo>
                    <a:pt x="1168685" y="777631"/>
                  </a:lnTo>
                  <a:lnTo>
                    <a:pt x="1170137" y="777631"/>
                  </a:lnTo>
                  <a:lnTo>
                    <a:pt x="1171589" y="777631"/>
                  </a:lnTo>
                  <a:lnTo>
                    <a:pt x="1173041" y="777631"/>
                  </a:lnTo>
                  <a:lnTo>
                    <a:pt x="1174493" y="778368"/>
                  </a:lnTo>
                  <a:lnTo>
                    <a:pt x="1175944" y="778368"/>
                  </a:lnTo>
                  <a:lnTo>
                    <a:pt x="1177396" y="778368"/>
                  </a:lnTo>
                  <a:lnTo>
                    <a:pt x="1178848" y="779815"/>
                  </a:lnTo>
                  <a:lnTo>
                    <a:pt x="1180300" y="779815"/>
                  </a:lnTo>
                  <a:lnTo>
                    <a:pt x="1181751" y="779815"/>
                  </a:lnTo>
                  <a:lnTo>
                    <a:pt x="1183203" y="780264"/>
                  </a:lnTo>
                  <a:lnTo>
                    <a:pt x="1184655" y="780264"/>
                  </a:lnTo>
                  <a:lnTo>
                    <a:pt x="1186107" y="780264"/>
                  </a:lnTo>
                  <a:lnTo>
                    <a:pt x="1187559" y="781706"/>
                  </a:lnTo>
                  <a:lnTo>
                    <a:pt x="1189010" y="781706"/>
                  </a:lnTo>
                  <a:lnTo>
                    <a:pt x="1190462" y="781706"/>
                  </a:lnTo>
                  <a:lnTo>
                    <a:pt x="1191914" y="781706"/>
                  </a:lnTo>
                  <a:lnTo>
                    <a:pt x="1193366" y="781905"/>
                  </a:lnTo>
                  <a:lnTo>
                    <a:pt x="1194817" y="781905"/>
                  </a:lnTo>
                  <a:lnTo>
                    <a:pt x="1196269" y="781905"/>
                  </a:lnTo>
                  <a:lnTo>
                    <a:pt x="1197721" y="783757"/>
                  </a:lnTo>
                  <a:lnTo>
                    <a:pt x="1199173" y="783757"/>
                  </a:lnTo>
                  <a:lnTo>
                    <a:pt x="1200625" y="783757"/>
                  </a:lnTo>
                  <a:lnTo>
                    <a:pt x="1202076" y="786462"/>
                  </a:lnTo>
                  <a:lnTo>
                    <a:pt x="1203528" y="786462"/>
                  </a:lnTo>
                  <a:lnTo>
                    <a:pt x="1204980" y="786462"/>
                  </a:lnTo>
                  <a:lnTo>
                    <a:pt x="1206432" y="787361"/>
                  </a:lnTo>
                  <a:lnTo>
                    <a:pt x="1207884" y="787361"/>
                  </a:lnTo>
                  <a:lnTo>
                    <a:pt x="1209335" y="787361"/>
                  </a:lnTo>
                  <a:lnTo>
                    <a:pt x="1210787" y="787361"/>
                  </a:lnTo>
                  <a:lnTo>
                    <a:pt x="1212239" y="787422"/>
                  </a:lnTo>
                  <a:lnTo>
                    <a:pt x="1213691" y="787422"/>
                  </a:lnTo>
                  <a:lnTo>
                    <a:pt x="1215142" y="787422"/>
                  </a:lnTo>
                  <a:lnTo>
                    <a:pt x="1216594" y="788194"/>
                  </a:lnTo>
                  <a:lnTo>
                    <a:pt x="1218046" y="788194"/>
                  </a:lnTo>
                  <a:lnTo>
                    <a:pt x="1219498" y="788194"/>
                  </a:lnTo>
                  <a:lnTo>
                    <a:pt x="1220950" y="789942"/>
                  </a:lnTo>
                  <a:lnTo>
                    <a:pt x="1222401" y="789942"/>
                  </a:lnTo>
                  <a:lnTo>
                    <a:pt x="1223853" y="789942"/>
                  </a:lnTo>
                  <a:lnTo>
                    <a:pt x="1225305" y="790361"/>
                  </a:lnTo>
                  <a:lnTo>
                    <a:pt x="1226757" y="790361"/>
                  </a:lnTo>
                  <a:lnTo>
                    <a:pt x="1228209" y="790361"/>
                  </a:lnTo>
                  <a:lnTo>
                    <a:pt x="1229660" y="790361"/>
                  </a:lnTo>
                  <a:lnTo>
                    <a:pt x="1231112" y="790453"/>
                  </a:lnTo>
                  <a:lnTo>
                    <a:pt x="1232564" y="790453"/>
                  </a:lnTo>
                  <a:lnTo>
                    <a:pt x="1234016" y="790453"/>
                  </a:lnTo>
                  <a:lnTo>
                    <a:pt x="1235467" y="790458"/>
                  </a:lnTo>
                  <a:lnTo>
                    <a:pt x="1236919" y="790458"/>
                  </a:lnTo>
                  <a:lnTo>
                    <a:pt x="1238371" y="790458"/>
                  </a:lnTo>
                  <a:lnTo>
                    <a:pt x="1239823" y="790996"/>
                  </a:lnTo>
                  <a:lnTo>
                    <a:pt x="1241275" y="790996"/>
                  </a:lnTo>
                  <a:lnTo>
                    <a:pt x="1242726" y="790996"/>
                  </a:lnTo>
                  <a:lnTo>
                    <a:pt x="1244178" y="791789"/>
                  </a:lnTo>
                  <a:lnTo>
                    <a:pt x="1245630" y="791789"/>
                  </a:lnTo>
                  <a:lnTo>
                    <a:pt x="1247082" y="791789"/>
                  </a:lnTo>
                  <a:lnTo>
                    <a:pt x="1248533" y="791789"/>
                  </a:lnTo>
                  <a:lnTo>
                    <a:pt x="1249985" y="792521"/>
                  </a:lnTo>
                  <a:lnTo>
                    <a:pt x="1251437" y="792521"/>
                  </a:lnTo>
                  <a:lnTo>
                    <a:pt x="1252889" y="792521"/>
                  </a:lnTo>
                  <a:lnTo>
                    <a:pt x="1254341" y="792935"/>
                  </a:lnTo>
                  <a:lnTo>
                    <a:pt x="1255792" y="792935"/>
                  </a:lnTo>
                  <a:lnTo>
                    <a:pt x="1257244" y="792935"/>
                  </a:lnTo>
                  <a:lnTo>
                    <a:pt x="1258696" y="793350"/>
                  </a:lnTo>
                  <a:lnTo>
                    <a:pt x="1260148" y="793350"/>
                  </a:lnTo>
                  <a:lnTo>
                    <a:pt x="1261600" y="793350"/>
                  </a:lnTo>
                  <a:lnTo>
                    <a:pt x="1263051" y="795397"/>
                  </a:lnTo>
                  <a:lnTo>
                    <a:pt x="1264503" y="795397"/>
                  </a:lnTo>
                  <a:lnTo>
                    <a:pt x="1265955" y="795397"/>
                  </a:lnTo>
                  <a:lnTo>
                    <a:pt x="1267407" y="795397"/>
                  </a:lnTo>
                  <a:lnTo>
                    <a:pt x="1268858" y="796842"/>
                  </a:lnTo>
                  <a:lnTo>
                    <a:pt x="1270310" y="796842"/>
                  </a:lnTo>
                  <a:lnTo>
                    <a:pt x="1271762" y="796842"/>
                  </a:lnTo>
                  <a:lnTo>
                    <a:pt x="1273214" y="797108"/>
                  </a:lnTo>
                  <a:lnTo>
                    <a:pt x="1274666" y="797108"/>
                  </a:lnTo>
                  <a:lnTo>
                    <a:pt x="1276117" y="797108"/>
                  </a:lnTo>
                  <a:lnTo>
                    <a:pt x="1277569" y="800173"/>
                  </a:lnTo>
                  <a:lnTo>
                    <a:pt x="1279021" y="800173"/>
                  </a:lnTo>
                  <a:lnTo>
                    <a:pt x="1280473" y="800173"/>
                  </a:lnTo>
                  <a:lnTo>
                    <a:pt x="1281924" y="800948"/>
                  </a:lnTo>
                  <a:lnTo>
                    <a:pt x="1283376" y="800948"/>
                  </a:lnTo>
                  <a:lnTo>
                    <a:pt x="1284828" y="800948"/>
                  </a:lnTo>
                  <a:lnTo>
                    <a:pt x="1286280" y="800948"/>
                  </a:lnTo>
                  <a:lnTo>
                    <a:pt x="1287732" y="801513"/>
                  </a:lnTo>
                  <a:lnTo>
                    <a:pt x="1289183" y="801513"/>
                  </a:lnTo>
                  <a:lnTo>
                    <a:pt x="1290635" y="801513"/>
                  </a:lnTo>
                  <a:lnTo>
                    <a:pt x="1292087" y="801977"/>
                  </a:lnTo>
                  <a:lnTo>
                    <a:pt x="1293539" y="801977"/>
                  </a:lnTo>
                  <a:lnTo>
                    <a:pt x="1294991" y="801977"/>
                  </a:lnTo>
                  <a:lnTo>
                    <a:pt x="1296442" y="804295"/>
                  </a:lnTo>
                  <a:lnTo>
                    <a:pt x="1297894" y="804295"/>
                  </a:lnTo>
                  <a:lnTo>
                    <a:pt x="1299346" y="804295"/>
                  </a:lnTo>
                  <a:lnTo>
                    <a:pt x="1300798" y="805165"/>
                  </a:lnTo>
                  <a:lnTo>
                    <a:pt x="1302249" y="805165"/>
                  </a:lnTo>
                  <a:lnTo>
                    <a:pt x="1303701" y="805165"/>
                  </a:lnTo>
                  <a:lnTo>
                    <a:pt x="1305153" y="805165"/>
                  </a:lnTo>
                  <a:lnTo>
                    <a:pt x="1306605" y="806405"/>
                  </a:lnTo>
                  <a:lnTo>
                    <a:pt x="1308057" y="806405"/>
                  </a:lnTo>
                  <a:lnTo>
                    <a:pt x="1309508" y="806405"/>
                  </a:lnTo>
                  <a:lnTo>
                    <a:pt x="1310960" y="807737"/>
                  </a:lnTo>
                  <a:lnTo>
                    <a:pt x="1312412" y="807737"/>
                  </a:lnTo>
                  <a:lnTo>
                    <a:pt x="1313864" y="807737"/>
                  </a:lnTo>
                  <a:lnTo>
                    <a:pt x="1315315" y="807838"/>
                  </a:lnTo>
                  <a:lnTo>
                    <a:pt x="1316767" y="807838"/>
                  </a:lnTo>
                  <a:lnTo>
                    <a:pt x="1318219" y="807838"/>
                  </a:lnTo>
                  <a:lnTo>
                    <a:pt x="1319671" y="807970"/>
                  </a:lnTo>
                  <a:lnTo>
                    <a:pt x="1321123" y="807970"/>
                  </a:lnTo>
                  <a:lnTo>
                    <a:pt x="1322574" y="807970"/>
                  </a:lnTo>
                  <a:lnTo>
                    <a:pt x="1324026" y="807970"/>
                  </a:lnTo>
                  <a:lnTo>
                    <a:pt x="1325478" y="808261"/>
                  </a:lnTo>
                  <a:lnTo>
                    <a:pt x="1326930" y="808261"/>
                  </a:lnTo>
                  <a:lnTo>
                    <a:pt x="1328382" y="808261"/>
                  </a:lnTo>
                  <a:lnTo>
                    <a:pt x="1329833" y="811520"/>
                  </a:lnTo>
                  <a:lnTo>
                    <a:pt x="1331285" y="811520"/>
                  </a:lnTo>
                  <a:lnTo>
                    <a:pt x="1332737" y="811520"/>
                  </a:lnTo>
                  <a:lnTo>
                    <a:pt x="1334189" y="812119"/>
                  </a:lnTo>
                  <a:lnTo>
                    <a:pt x="1335640" y="812119"/>
                  </a:lnTo>
                  <a:lnTo>
                    <a:pt x="1337092" y="812119"/>
                  </a:lnTo>
                  <a:lnTo>
                    <a:pt x="1338544" y="813210"/>
                  </a:lnTo>
                  <a:lnTo>
                    <a:pt x="1339996" y="813210"/>
                  </a:lnTo>
                  <a:lnTo>
                    <a:pt x="1341448" y="813210"/>
                  </a:lnTo>
                  <a:lnTo>
                    <a:pt x="1342899" y="813210"/>
                  </a:lnTo>
                  <a:lnTo>
                    <a:pt x="1344351" y="815082"/>
                  </a:lnTo>
                  <a:lnTo>
                    <a:pt x="1345803" y="815082"/>
                  </a:lnTo>
                  <a:lnTo>
                    <a:pt x="1347255" y="815082"/>
                  </a:lnTo>
                  <a:lnTo>
                    <a:pt x="1348706" y="816998"/>
                  </a:lnTo>
                  <a:lnTo>
                    <a:pt x="1350158" y="816998"/>
                  </a:lnTo>
                  <a:lnTo>
                    <a:pt x="1351610" y="816998"/>
                  </a:lnTo>
                  <a:lnTo>
                    <a:pt x="1353062" y="818979"/>
                  </a:lnTo>
                  <a:lnTo>
                    <a:pt x="1354514" y="818979"/>
                  </a:lnTo>
                  <a:lnTo>
                    <a:pt x="1355965" y="818979"/>
                  </a:lnTo>
                  <a:lnTo>
                    <a:pt x="1357417" y="819216"/>
                  </a:lnTo>
                  <a:lnTo>
                    <a:pt x="1358869" y="819216"/>
                  </a:lnTo>
                  <a:lnTo>
                    <a:pt x="1360321" y="819216"/>
                  </a:lnTo>
                  <a:lnTo>
                    <a:pt x="1361773" y="819216"/>
                  </a:lnTo>
                  <a:lnTo>
                    <a:pt x="1363224" y="819250"/>
                  </a:lnTo>
                  <a:lnTo>
                    <a:pt x="1364676" y="819250"/>
                  </a:lnTo>
                  <a:lnTo>
                    <a:pt x="1366128" y="819250"/>
                  </a:lnTo>
                  <a:lnTo>
                    <a:pt x="1367580" y="820026"/>
                  </a:lnTo>
                  <a:lnTo>
                    <a:pt x="1369031" y="820026"/>
                  </a:lnTo>
                  <a:lnTo>
                    <a:pt x="1370483" y="820026"/>
                  </a:lnTo>
                  <a:lnTo>
                    <a:pt x="1371935" y="820441"/>
                  </a:lnTo>
                  <a:lnTo>
                    <a:pt x="1373387" y="820441"/>
                  </a:lnTo>
                  <a:lnTo>
                    <a:pt x="1374839" y="820441"/>
                  </a:lnTo>
                  <a:lnTo>
                    <a:pt x="1376290" y="824980"/>
                  </a:lnTo>
                  <a:lnTo>
                    <a:pt x="1377742" y="824980"/>
                  </a:lnTo>
                  <a:lnTo>
                    <a:pt x="1379194" y="824980"/>
                  </a:lnTo>
                  <a:lnTo>
                    <a:pt x="1380646" y="824980"/>
                  </a:lnTo>
                  <a:lnTo>
                    <a:pt x="1382098" y="826244"/>
                  </a:lnTo>
                  <a:lnTo>
                    <a:pt x="1383549" y="826244"/>
                  </a:lnTo>
                  <a:lnTo>
                    <a:pt x="1385001" y="826244"/>
                  </a:lnTo>
                  <a:lnTo>
                    <a:pt x="1386453" y="827941"/>
                  </a:lnTo>
                  <a:lnTo>
                    <a:pt x="1387905" y="827941"/>
                  </a:lnTo>
                  <a:lnTo>
                    <a:pt x="1389356" y="827941"/>
                  </a:lnTo>
                  <a:lnTo>
                    <a:pt x="1390808" y="828492"/>
                  </a:lnTo>
                  <a:lnTo>
                    <a:pt x="1392260" y="828492"/>
                  </a:lnTo>
                  <a:lnTo>
                    <a:pt x="1393712" y="828492"/>
                  </a:lnTo>
                  <a:lnTo>
                    <a:pt x="1395164" y="829011"/>
                  </a:lnTo>
                  <a:lnTo>
                    <a:pt x="1396615" y="829011"/>
                  </a:lnTo>
                  <a:lnTo>
                    <a:pt x="1398067" y="829011"/>
                  </a:lnTo>
                  <a:lnTo>
                    <a:pt x="1399519" y="829011"/>
                  </a:lnTo>
                  <a:lnTo>
                    <a:pt x="1400971" y="829105"/>
                  </a:lnTo>
                  <a:lnTo>
                    <a:pt x="1402422" y="829105"/>
                  </a:lnTo>
                  <a:lnTo>
                    <a:pt x="1403874" y="829105"/>
                  </a:lnTo>
                  <a:lnTo>
                    <a:pt x="1405326" y="829596"/>
                  </a:lnTo>
                  <a:lnTo>
                    <a:pt x="1406778" y="829596"/>
                  </a:lnTo>
                  <a:lnTo>
                    <a:pt x="1408230" y="829596"/>
                  </a:lnTo>
                  <a:lnTo>
                    <a:pt x="1409681" y="829932"/>
                  </a:lnTo>
                  <a:lnTo>
                    <a:pt x="1411133" y="829932"/>
                  </a:lnTo>
                  <a:lnTo>
                    <a:pt x="1412585" y="829932"/>
                  </a:lnTo>
                  <a:lnTo>
                    <a:pt x="1414037" y="831167"/>
                  </a:lnTo>
                  <a:lnTo>
                    <a:pt x="1415489" y="831167"/>
                  </a:lnTo>
                  <a:lnTo>
                    <a:pt x="1416940" y="831167"/>
                  </a:lnTo>
                  <a:lnTo>
                    <a:pt x="1418392" y="831167"/>
                  </a:lnTo>
                  <a:lnTo>
                    <a:pt x="1419844" y="831475"/>
                  </a:lnTo>
                  <a:lnTo>
                    <a:pt x="1421296" y="831475"/>
                  </a:lnTo>
                  <a:lnTo>
                    <a:pt x="1422747" y="831475"/>
                  </a:lnTo>
                  <a:lnTo>
                    <a:pt x="1424199" y="833818"/>
                  </a:lnTo>
                  <a:lnTo>
                    <a:pt x="1425651" y="833818"/>
                  </a:lnTo>
                  <a:lnTo>
                    <a:pt x="1427103" y="833818"/>
                  </a:lnTo>
                  <a:lnTo>
                    <a:pt x="1428555" y="834105"/>
                  </a:lnTo>
                  <a:lnTo>
                    <a:pt x="1430006" y="834105"/>
                  </a:lnTo>
                  <a:lnTo>
                    <a:pt x="1431458" y="834105"/>
                  </a:lnTo>
                  <a:lnTo>
                    <a:pt x="1432910" y="835753"/>
                  </a:lnTo>
                  <a:lnTo>
                    <a:pt x="1434362" y="835753"/>
                  </a:lnTo>
                  <a:lnTo>
                    <a:pt x="1435813" y="835753"/>
                  </a:lnTo>
                  <a:lnTo>
                    <a:pt x="1437265" y="835753"/>
                  </a:lnTo>
                  <a:lnTo>
                    <a:pt x="1438717" y="836492"/>
                  </a:lnTo>
                  <a:lnTo>
                    <a:pt x="1440169" y="836492"/>
                  </a:lnTo>
                  <a:lnTo>
                    <a:pt x="1441621" y="836492"/>
                  </a:lnTo>
                  <a:lnTo>
                    <a:pt x="1443072" y="837210"/>
                  </a:lnTo>
                  <a:lnTo>
                    <a:pt x="1444524" y="837210"/>
                  </a:lnTo>
                  <a:lnTo>
                    <a:pt x="1445976" y="837210"/>
                  </a:lnTo>
                  <a:lnTo>
                    <a:pt x="1447428" y="837258"/>
                  </a:lnTo>
                  <a:lnTo>
                    <a:pt x="1448880" y="837258"/>
                  </a:lnTo>
                  <a:lnTo>
                    <a:pt x="1450331" y="837258"/>
                  </a:lnTo>
                  <a:lnTo>
                    <a:pt x="1451783" y="837367"/>
                  </a:lnTo>
                  <a:lnTo>
                    <a:pt x="1453235" y="837367"/>
                  </a:lnTo>
                  <a:lnTo>
                    <a:pt x="1454687" y="837367"/>
                  </a:lnTo>
                  <a:lnTo>
                    <a:pt x="1456138" y="837367"/>
                  </a:lnTo>
                  <a:lnTo>
                    <a:pt x="1457590" y="837742"/>
                  </a:lnTo>
                  <a:lnTo>
                    <a:pt x="1459042" y="837742"/>
                  </a:lnTo>
                  <a:lnTo>
                    <a:pt x="1460494" y="837742"/>
                  </a:lnTo>
                  <a:lnTo>
                    <a:pt x="1461946" y="839079"/>
                  </a:lnTo>
                  <a:lnTo>
                    <a:pt x="1463397" y="839079"/>
                  </a:lnTo>
                  <a:lnTo>
                    <a:pt x="1464849" y="839561"/>
                  </a:lnTo>
                  <a:lnTo>
                    <a:pt x="1466301" y="807100"/>
                  </a:lnTo>
                  <a:lnTo>
                    <a:pt x="1467753" y="803555"/>
                  </a:lnTo>
                  <a:lnTo>
                    <a:pt x="1469204" y="830450"/>
                  </a:lnTo>
                  <a:lnTo>
                    <a:pt x="1470656" y="840246"/>
                  </a:lnTo>
                  <a:lnTo>
                    <a:pt x="1472108" y="848720"/>
                  </a:lnTo>
                  <a:lnTo>
                    <a:pt x="1473560" y="851352"/>
                  </a:lnTo>
                  <a:lnTo>
                    <a:pt x="1475012" y="857232"/>
                  </a:lnTo>
                  <a:lnTo>
                    <a:pt x="1476463" y="862628"/>
                  </a:lnTo>
                  <a:lnTo>
                    <a:pt x="1477915" y="870703"/>
                  </a:lnTo>
                  <a:lnTo>
                    <a:pt x="1479367" y="879834"/>
                  </a:lnTo>
                  <a:lnTo>
                    <a:pt x="1480819" y="883492"/>
                  </a:lnTo>
                  <a:lnTo>
                    <a:pt x="1482271" y="891993"/>
                  </a:lnTo>
                  <a:lnTo>
                    <a:pt x="1483722" y="896508"/>
                  </a:lnTo>
                  <a:lnTo>
                    <a:pt x="1485174" y="902029"/>
                  </a:lnTo>
                  <a:lnTo>
                    <a:pt x="1486626" y="906065"/>
                  </a:lnTo>
                  <a:lnTo>
                    <a:pt x="1488078" y="912240"/>
                  </a:lnTo>
                  <a:lnTo>
                    <a:pt x="1489529" y="915504"/>
                  </a:lnTo>
                  <a:lnTo>
                    <a:pt x="1490981" y="923191"/>
                  </a:lnTo>
                  <a:lnTo>
                    <a:pt x="1492433" y="928249"/>
                  </a:lnTo>
                  <a:lnTo>
                    <a:pt x="1493885" y="932330"/>
                  </a:lnTo>
                  <a:lnTo>
                    <a:pt x="1495337" y="937742"/>
                  </a:lnTo>
                  <a:lnTo>
                    <a:pt x="1496788" y="942371"/>
                  </a:lnTo>
                  <a:lnTo>
                    <a:pt x="1498240" y="945125"/>
                  </a:lnTo>
                  <a:lnTo>
                    <a:pt x="1499692" y="950114"/>
                  </a:lnTo>
                  <a:lnTo>
                    <a:pt x="1501144" y="953928"/>
                  </a:lnTo>
                  <a:lnTo>
                    <a:pt x="1502596" y="957375"/>
                  </a:lnTo>
                  <a:lnTo>
                    <a:pt x="1504047" y="960601"/>
                  </a:lnTo>
                  <a:lnTo>
                    <a:pt x="1505499" y="964299"/>
                  </a:lnTo>
                  <a:lnTo>
                    <a:pt x="1506951" y="970484"/>
                  </a:lnTo>
                  <a:lnTo>
                    <a:pt x="1508403" y="971843"/>
                  </a:lnTo>
                  <a:lnTo>
                    <a:pt x="1509854" y="975172"/>
                  </a:lnTo>
                  <a:lnTo>
                    <a:pt x="1511306" y="979370"/>
                  </a:lnTo>
                  <a:lnTo>
                    <a:pt x="1512758" y="981019"/>
                  </a:lnTo>
                  <a:lnTo>
                    <a:pt x="1514210" y="984348"/>
                  </a:lnTo>
                  <a:lnTo>
                    <a:pt x="1515662" y="985561"/>
                  </a:lnTo>
                  <a:lnTo>
                    <a:pt x="1517113" y="987530"/>
                  </a:lnTo>
                  <a:lnTo>
                    <a:pt x="1518565" y="989841"/>
                  </a:lnTo>
                  <a:lnTo>
                    <a:pt x="1520017" y="991624"/>
                  </a:lnTo>
                  <a:lnTo>
                    <a:pt x="1521469" y="992290"/>
                  </a:lnTo>
                  <a:lnTo>
                    <a:pt x="1522920" y="994770"/>
                  </a:lnTo>
                  <a:lnTo>
                    <a:pt x="1524372" y="996592"/>
                  </a:lnTo>
                  <a:lnTo>
                    <a:pt x="1525824" y="998222"/>
                  </a:lnTo>
                  <a:lnTo>
                    <a:pt x="1527276" y="999926"/>
                  </a:lnTo>
                  <a:lnTo>
                    <a:pt x="1528728" y="1001142"/>
                  </a:lnTo>
                  <a:lnTo>
                    <a:pt x="1530179" y="1004361"/>
                  </a:lnTo>
                  <a:lnTo>
                    <a:pt x="1531631" y="1006422"/>
                  </a:lnTo>
                  <a:lnTo>
                    <a:pt x="1533083" y="1008356"/>
                  </a:lnTo>
                  <a:lnTo>
                    <a:pt x="1534535" y="1009809"/>
                  </a:lnTo>
                  <a:lnTo>
                    <a:pt x="1535987" y="1013351"/>
                  </a:lnTo>
                  <a:lnTo>
                    <a:pt x="1537438" y="1014991"/>
                  </a:lnTo>
                  <a:lnTo>
                    <a:pt x="1538890" y="1016217"/>
                  </a:lnTo>
                  <a:lnTo>
                    <a:pt x="1540342" y="1018115"/>
                  </a:lnTo>
                  <a:lnTo>
                    <a:pt x="1541794" y="1019347"/>
                  </a:lnTo>
                  <a:lnTo>
                    <a:pt x="1543245" y="1022433"/>
                  </a:lnTo>
                  <a:lnTo>
                    <a:pt x="1544697" y="1024043"/>
                  </a:lnTo>
                  <a:lnTo>
                    <a:pt x="1546149" y="1025092"/>
                  </a:lnTo>
                  <a:lnTo>
                    <a:pt x="1547601" y="1026133"/>
                  </a:lnTo>
                  <a:lnTo>
                    <a:pt x="1549053" y="1027793"/>
                  </a:lnTo>
                  <a:lnTo>
                    <a:pt x="1550504" y="1028527"/>
                  </a:lnTo>
                  <a:lnTo>
                    <a:pt x="1551956" y="1029399"/>
                  </a:lnTo>
                  <a:lnTo>
                    <a:pt x="1553408" y="1030573"/>
                  </a:lnTo>
                  <a:lnTo>
                    <a:pt x="1554860" y="1032317"/>
                  </a:lnTo>
                  <a:lnTo>
                    <a:pt x="1556311" y="1034207"/>
                  </a:lnTo>
                  <a:lnTo>
                    <a:pt x="1557763" y="1034676"/>
                  </a:lnTo>
                  <a:lnTo>
                    <a:pt x="1559215" y="1034467"/>
                  </a:lnTo>
                  <a:lnTo>
                    <a:pt x="1560667" y="1032111"/>
                  </a:lnTo>
                  <a:lnTo>
                    <a:pt x="1562119" y="1031171"/>
                  </a:lnTo>
                  <a:lnTo>
                    <a:pt x="1563570" y="1030635"/>
                  </a:lnTo>
                  <a:lnTo>
                    <a:pt x="1565022" y="1028520"/>
                  </a:lnTo>
                  <a:lnTo>
                    <a:pt x="1566474" y="1026681"/>
                  </a:lnTo>
                  <a:lnTo>
                    <a:pt x="1567926" y="1024218"/>
                  </a:lnTo>
                  <a:lnTo>
                    <a:pt x="1569378" y="1021556"/>
                  </a:lnTo>
                  <a:lnTo>
                    <a:pt x="1570829" y="1020909"/>
                  </a:lnTo>
                  <a:lnTo>
                    <a:pt x="1572281" y="1017220"/>
                  </a:lnTo>
                  <a:lnTo>
                    <a:pt x="1573733" y="1013483"/>
                  </a:lnTo>
                  <a:lnTo>
                    <a:pt x="1575185" y="1011320"/>
                  </a:lnTo>
                  <a:lnTo>
                    <a:pt x="1576636" y="1006783"/>
                  </a:lnTo>
                  <a:lnTo>
                    <a:pt x="1578088" y="1005449"/>
                  </a:lnTo>
                  <a:lnTo>
                    <a:pt x="1579540" y="1001470"/>
                  </a:lnTo>
                  <a:lnTo>
                    <a:pt x="1580992" y="996529"/>
                  </a:lnTo>
                  <a:lnTo>
                    <a:pt x="1582444" y="988681"/>
                  </a:lnTo>
                  <a:lnTo>
                    <a:pt x="1583895" y="972217"/>
                  </a:lnTo>
                  <a:lnTo>
                    <a:pt x="1585347" y="962911"/>
                  </a:lnTo>
                  <a:lnTo>
                    <a:pt x="1586799" y="947043"/>
                  </a:lnTo>
                  <a:lnTo>
                    <a:pt x="1588251" y="925950"/>
                  </a:lnTo>
                  <a:lnTo>
                    <a:pt x="1589702" y="906238"/>
                  </a:lnTo>
                  <a:lnTo>
                    <a:pt x="1591154" y="880266"/>
                  </a:lnTo>
                  <a:lnTo>
                    <a:pt x="1592606" y="843347"/>
                  </a:lnTo>
                  <a:lnTo>
                    <a:pt x="1594058" y="800003"/>
                  </a:lnTo>
                  <a:lnTo>
                    <a:pt x="1595510" y="795766"/>
                  </a:lnTo>
                  <a:lnTo>
                    <a:pt x="1596961" y="816434"/>
                  </a:lnTo>
                  <a:lnTo>
                    <a:pt x="1598413" y="854990"/>
                  </a:lnTo>
                  <a:lnTo>
                    <a:pt x="1599865" y="888535"/>
                  </a:lnTo>
                  <a:lnTo>
                    <a:pt x="1601317" y="916019"/>
                  </a:lnTo>
                  <a:lnTo>
                    <a:pt x="1602769" y="939494"/>
                  </a:lnTo>
                  <a:lnTo>
                    <a:pt x="1604220" y="953305"/>
                  </a:lnTo>
                  <a:lnTo>
                    <a:pt x="1605672" y="966829"/>
                  </a:lnTo>
                  <a:lnTo>
                    <a:pt x="1607124" y="980220"/>
                  </a:lnTo>
                  <a:lnTo>
                    <a:pt x="1608576" y="994216"/>
                  </a:lnTo>
                  <a:lnTo>
                    <a:pt x="1610027" y="1034734"/>
                  </a:lnTo>
                  <a:lnTo>
                    <a:pt x="1611479" y="1043392"/>
                  </a:lnTo>
                  <a:lnTo>
                    <a:pt x="1612931" y="1049442"/>
                  </a:lnTo>
                  <a:lnTo>
                    <a:pt x="1614383" y="1052610"/>
                  </a:lnTo>
                  <a:lnTo>
                    <a:pt x="1615835" y="1054062"/>
                  </a:lnTo>
                  <a:lnTo>
                    <a:pt x="1617286" y="1054066"/>
                  </a:lnTo>
                  <a:lnTo>
                    <a:pt x="1618738" y="1054065"/>
                  </a:lnTo>
                  <a:lnTo>
                    <a:pt x="1620190" y="1039572"/>
                  </a:lnTo>
                  <a:lnTo>
                    <a:pt x="1621642" y="1038308"/>
                  </a:lnTo>
                  <a:lnTo>
                    <a:pt x="1623094" y="1032061"/>
                  </a:lnTo>
                  <a:lnTo>
                    <a:pt x="1624545" y="1025779"/>
                  </a:lnTo>
                  <a:lnTo>
                    <a:pt x="1625997" y="1023284"/>
                  </a:lnTo>
                  <a:lnTo>
                    <a:pt x="1627449" y="1011328"/>
                  </a:lnTo>
                  <a:lnTo>
                    <a:pt x="1628901" y="1007642"/>
                  </a:lnTo>
                  <a:lnTo>
                    <a:pt x="1630352" y="994775"/>
                  </a:lnTo>
                  <a:lnTo>
                    <a:pt x="1631804" y="989760"/>
                  </a:lnTo>
                  <a:lnTo>
                    <a:pt x="1633256" y="999413"/>
                  </a:lnTo>
                  <a:lnTo>
                    <a:pt x="1634708" y="1011290"/>
                  </a:lnTo>
                  <a:lnTo>
                    <a:pt x="1636160" y="1020638"/>
                  </a:lnTo>
                  <a:lnTo>
                    <a:pt x="1637611" y="1025726"/>
                  </a:lnTo>
                  <a:lnTo>
                    <a:pt x="1639063" y="1031985"/>
                  </a:lnTo>
                  <a:lnTo>
                    <a:pt x="1640515" y="1036918"/>
                  </a:lnTo>
                  <a:lnTo>
                    <a:pt x="1641967" y="1038376"/>
                  </a:lnTo>
                  <a:lnTo>
                    <a:pt x="1643418" y="1041859"/>
                  </a:lnTo>
                  <a:lnTo>
                    <a:pt x="1644870" y="1041971"/>
                  </a:lnTo>
                  <a:lnTo>
                    <a:pt x="1646322" y="1046113"/>
                  </a:lnTo>
                  <a:lnTo>
                    <a:pt x="1647774" y="1046279"/>
                  </a:lnTo>
                  <a:lnTo>
                    <a:pt x="1649226" y="1046348"/>
                  </a:lnTo>
                  <a:lnTo>
                    <a:pt x="1650677" y="1046902"/>
                  </a:lnTo>
                  <a:lnTo>
                    <a:pt x="1652129" y="1046990"/>
                  </a:lnTo>
                  <a:lnTo>
                    <a:pt x="1653581" y="1048519"/>
                  </a:lnTo>
                  <a:lnTo>
                    <a:pt x="1655033" y="1048745"/>
                  </a:lnTo>
                  <a:lnTo>
                    <a:pt x="1656485" y="1049742"/>
                  </a:lnTo>
                  <a:lnTo>
                    <a:pt x="1657936" y="1050378"/>
                  </a:lnTo>
                  <a:lnTo>
                    <a:pt x="1659388" y="1050877"/>
                  </a:lnTo>
                  <a:lnTo>
                    <a:pt x="1660840" y="1051394"/>
                  </a:lnTo>
                  <a:lnTo>
                    <a:pt x="1662292" y="1051588"/>
                  </a:lnTo>
                  <a:lnTo>
                    <a:pt x="1663743" y="1051770"/>
                  </a:lnTo>
                  <a:lnTo>
                    <a:pt x="1665195" y="1051833"/>
                  </a:lnTo>
                  <a:lnTo>
                    <a:pt x="1666647" y="1051900"/>
                  </a:lnTo>
                  <a:lnTo>
                    <a:pt x="1668099" y="1051880"/>
                  </a:lnTo>
                  <a:lnTo>
                    <a:pt x="1669551" y="1050421"/>
                  </a:lnTo>
                  <a:lnTo>
                    <a:pt x="1671002" y="1047724"/>
                  </a:lnTo>
                  <a:lnTo>
                    <a:pt x="1672454" y="1043167"/>
                  </a:lnTo>
                  <a:lnTo>
                    <a:pt x="1673906" y="1038089"/>
                  </a:lnTo>
                  <a:lnTo>
                    <a:pt x="1675358" y="1031528"/>
                  </a:lnTo>
                  <a:lnTo>
                    <a:pt x="1676809" y="1008037"/>
                  </a:lnTo>
                  <a:lnTo>
                    <a:pt x="1678261" y="997701"/>
                  </a:lnTo>
                  <a:lnTo>
                    <a:pt x="1679713" y="984367"/>
                  </a:lnTo>
                  <a:lnTo>
                    <a:pt x="1681165" y="970403"/>
                  </a:lnTo>
                  <a:lnTo>
                    <a:pt x="1682617" y="967421"/>
                  </a:lnTo>
                  <a:lnTo>
                    <a:pt x="1684068" y="976890"/>
                  </a:lnTo>
                  <a:lnTo>
                    <a:pt x="1685520" y="991391"/>
                  </a:lnTo>
                  <a:lnTo>
                    <a:pt x="1686972" y="1003658"/>
                  </a:lnTo>
                  <a:lnTo>
                    <a:pt x="1688424" y="1012320"/>
                  </a:lnTo>
                  <a:lnTo>
                    <a:pt x="1689876" y="1013853"/>
                  </a:lnTo>
                  <a:lnTo>
                    <a:pt x="1691327" y="1016778"/>
                  </a:lnTo>
                  <a:lnTo>
                    <a:pt x="1692779" y="1020668"/>
                  </a:lnTo>
                  <a:lnTo>
                    <a:pt x="1694231" y="1024494"/>
                  </a:lnTo>
                  <a:lnTo>
                    <a:pt x="1695683" y="1025846"/>
                  </a:lnTo>
                  <a:lnTo>
                    <a:pt x="1697134" y="1030148"/>
                  </a:lnTo>
                  <a:lnTo>
                    <a:pt x="1698586" y="1031368"/>
                  </a:lnTo>
                  <a:lnTo>
                    <a:pt x="1700038" y="1031372"/>
                  </a:lnTo>
                  <a:lnTo>
                    <a:pt x="1701490" y="1031382"/>
                  </a:lnTo>
                  <a:lnTo>
                    <a:pt x="1702942" y="1031399"/>
                  </a:lnTo>
                  <a:lnTo>
                    <a:pt x="1704393" y="1031424"/>
                  </a:lnTo>
                  <a:lnTo>
                    <a:pt x="1705845" y="1031455"/>
                  </a:lnTo>
                  <a:lnTo>
                    <a:pt x="1707297" y="1029731"/>
                  </a:lnTo>
                  <a:lnTo>
                    <a:pt x="1708749" y="1028500"/>
                  </a:lnTo>
                  <a:lnTo>
                    <a:pt x="1710200" y="1027761"/>
                  </a:lnTo>
                  <a:lnTo>
                    <a:pt x="1711652" y="1027515"/>
                  </a:lnTo>
                  <a:lnTo>
                    <a:pt x="1713104" y="1026274"/>
                  </a:lnTo>
                  <a:lnTo>
                    <a:pt x="1714556" y="1029127"/>
                  </a:lnTo>
                  <a:lnTo>
                    <a:pt x="1716008" y="1031339"/>
                  </a:lnTo>
                  <a:lnTo>
                    <a:pt x="1717459" y="1031528"/>
                  </a:lnTo>
                  <a:lnTo>
                    <a:pt x="1718911" y="1031993"/>
                  </a:lnTo>
                  <a:lnTo>
                    <a:pt x="1720363" y="1032727"/>
                  </a:lnTo>
                  <a:lnTo>
                    <a:pt x="1721815" y="1033109"/>
                  </a:lnTo>
                  <a:lnTo>
                    <a:pt x="1723267" y="1033596"/>
                  </a:lnTo>
                  <a:lnTo>
                    <a:pt x="1724718" y="1034105"/>
                  </a:lnTo>
                  <a:lnTo>
                    <a:pt x="1726170" y="1034444"/>
                  </a:lnTo>
                  <a:lnTo>
                    <a:pt x="1727622" y="1034973"/>
                  </a:lnTo>
                  <a:lnTo>
                    <a:pt x="1729074" y="1035423"/>
                  </a:lnTo>
                  <a:lnTo>
                    <a:pt x="1730525" y="1035735"/>
                  </a:lnTo>
                  <a:lnTo>
                    <a:pt x="1731977" y="1035996"/>
                  </a:lnTo>
                  <a:lnTo>
                    <a:pt x="1733429" y="1036053"/>
                  </a:lnTo>
                  <a:lnTo>
                    <a:pt x="1734881" y="1036614"/>
                  </a:lnTo>
                  <a:lnTo>
                    <a:pt x="1736333" y="1037420"/>
                  </a:lnTo>
                  <a:lnTo>
                    <a:pt x="1737784" y="1038089"/>
                  </a:lnTo>
                  <a:lnTo>
                    <a:pt x="1739236" y="1039370"/>
                  </a:lnTo>
                  <a:lnTo>
                    <a:pt x="1740688" y="1039532"/>
                  </a:lnTo>
                  <a:lnTo>
                    <a:pt x="1742140" y="1040019"/>
                  </a:lnTo>
                  <a:lnTo>
                    <a:pt x="1743591" y="1040260"/>
                  </a:lnTo>
                  <a:lnTo>
                    <a:pt x="1745043" y="1040611"/>
                  </a:lnTo>
                  <a:lnTo>
                    <a:pt x="1746495" y="1040896"/>
                  </a:lnTo>
                  <a:lnTo>
                    <a:pt x="1747947" y="1041219"/>
                  </a:lnTo>
                  <a:lnTo>
                    <a:pt x="1749399" y="1041795"/>
                  </a:lnTo>
                  <a:lnTo>
                    <a:pt x="1750850" y="1042103"/>
                  </a:lnTo>
                  <a:lnTo>
                    <a:pt x="1752302" y="1042324"/>
                  </a:lnTo>
                  <a:lnTo>
                    <a:pt x="1753754" y="1042437"/>
                  </a:lnTo>
                  <a:lnTo>
                    <a:pt x="1755206" y="1042674"/>
                  </a:lnTo>
                  <a:lnTo>
                    <a:pt x="1756658" y="1042835"/>
                  </a:lnTo>
                  <a:lnTo>
                    <a:pt x="1758109" y="1043167"/>
                  </a:lnTo>
                  <a:lnTo>
                    <a:pt x="1759561" y="1043413"/>
                  </a:lnTo>
                  <a:lnTo>
                    <a:pt x="1761013" y="1044229"/>
                  </a:lnTo>
                  <a:lnTo>
                    <a:pt x="1762465" y="1044386"/>
                  </a:lnTo>
                  <a:lnTo>
                    <a:pt x="1763916" y="1044974"/>
                  </a:lnTo>
                  <a:lnTo>
                    <a:pt x="1765368" y="1045071"/>
                  </a:lnTo>
                  <a:lnTo>
                    <a:pt x="1766820" y="1045516"/>
                  </a:lnTo>
                  <a:lnTo>
                    <a:pt x="1768272" y="1046101"/>
                  </a:lnTo>
                  <a:lnTo>
                    <a:pt x="1769724" y="1046179"/>
                  </a:lnTo>
                  <a:lnTo>
                    <a:pt x="1771175" y="1046615"/>
                  </a:lnTo>
                  <a:lnTo>
                    <a:pt x="1772627" y="1046658"/>
                  </a:lnTo>
                  <a:lnTo>
                    <a:pt x="1774079" y="1046784"/>
                  </a:lnTo>
                  <a:lnTo>
                    <a:pt x="1775531" y="1047191"/>
                  </a:lnTo>
                  <a:lnTo>
                    <a:pt x="1776983" y="1047327"/>
                  </a:lnTo>
                  <a:lnTo>
                    <a:pt x="1778434" y="1047724"/>
                  </a:lnTo>
                  <a:lnTo>
                    <a:pt x="1779886" y="1047743"/>
                  </a:lnTo>
                  <a:lnTo>
                    <a:pt x="1781338" y="1047782"/>
                  </a:lnTo>
                  <a:lnTo>
                    <a:pt x="1782790" y="1047822"/>
                  </a:lnTo>
                  <a:lnTo>
                    <a:pt x="1784241" y="1047970"/>
                  </a:lnTo>
                  <a:lnTo>
                    <a:pt x="1785693" y="1048155"/>
                  </a:lnTo>
                  <a:lnTo>
                    <a:pt x="1787145" y="1048374"/>
                  </a:lnTo>
                  <a:lnTo>
                    <a:pt x="1788597" y="1049194"/>
                  </a:lnTo>
                  <a:lnTo>
                    <a:pt x="1790049" y="1049272"/>
                  </a:lnTo>
                  <a:lnTo>
                    <a:pt x="1791500" y="1049306"/>
                  </a:lnTo>
                  <a:lnTo>
                    <a:pt x="1792952" y="1049380"/>
                  </a:lnTo>
                  <a:lnTo>
                    <a:pt x="1794404" y="1049907"/>
                  </a:lnTo>
                  <a:lnTo>
                    <a:pt x="1795856" y="1050073"/>
                  </a:lnTo>
                  <a:lnTo>
                    <a:pt x="1797307" y="1050194"/>
                  </a:lnTo>
                  <a:lnTo>
                    <a:pt x="1798759" y="1050421"/>
                  </a:lnTo>
                  <a:lnTo>
                    <a:pt x="1800211" y="1050555"/>
                  </a:lnTo>
                  <a:lnTo>
                    <a:pt x="1801663" y="1050606"/>
                  </a:lnTo>
                  <a:lnTo>
                    <a:pt x="1803115" y="1050777"/>
                  </a:lnTo>
                  <a:lnTo>
                    <a:pt x="1804566" y="1050840"/>
                  </a:lnTo>
                  <a:lnTo>
                    <a:pt x="1806018" y="1051105"/>
                  </a:lnTo>
                  <a:lnTo>
                    <a:pt x="1807470" y="1051135"/>
                  </a:lnTo>
                  <a:lnTo>
                    <a:pt x="1808922" y="1051199"/>
                  </a:lnTo>
                  <a:lnTo>
                    <a:pt x="1810374" y="1051262"/>
                  </a:lnTo>
                  <a:lnTo>
                    <a:pt x="1811825" y="1051269"/>
                  </a:lnTo>
                  <a:lnTo>
                    <a:pt x="1813277" y="1051404"/>
                  </a:lnTo>
                  <a:lnTo>
                    <a:pt x="1814729" y="1051512"/>
                  </a:lnTo>
                  <a:lnTo>
                    <a:pt x="1816181" y="1051537"/>
                  </a:lnTo>
                  <a:lnTo>
                    <a:pt x="1817632" y="1051593"/>
                  </a:lnTo>
                  <a:lnTo>
                    <a:pt x="1819084" y="1051880"/>
                  </a:lnTo>
                  <a:lnTo>
                    <a:pt x="1820536" y="1051967"/>
                  </a:lnTo>
                  <a:lnTo>
                    <a:pt x="1821988" y="1052016"/>
                  </a:lnTo>
                  <a:lnTo>
                    <a:pt x="1823440" y="1052113"/>
                  </a:lnTo>
                  <a:lnTo>
                    <a:pt x="1824891" y="1052177"/>
                  </a:lnTo>
                  <a:lnTo>
                    <a:pt x="1826343" y="1052209"/>
                  </a:lnTo>
                  <a:lnTo>
                    <a:pt x="1827795" y="1052260"/>
                  </a:lnTo>
                  <a:lnTo>
                    <a:pt x="1829247" y="1052310"/>
                  </a:lnTo>
                  <a:lnTo>
                    <a:pt x="1830698" y="1052330"/>
                  </a:lnTo>
                  <a:lnTo>
                    <a:pt x="1832150" y="1052374"/>
                  </a:lnTo>
                  <a:lnTo>
                    <a:pt x="1833602" y="1052483"/>
                  </a:lnTo>
                  <a:lnTo>
                    <a:pt x="1835054" y="1052505"/>
                  </a:lnTo>
                  <a:lnTo>
                    <a:pt x="1836506" y="1052552"/>
                  </a:lnTo>
                  <a:lnTo>
                    <a:pt x="1837957" y="1052577"/>
                  </a:lnTo>
                  <a:lnTo>
                    <a:pt x="1839409" y="1052656"/>
                  </a:lnTo>
                  <a:lnTo>
                    <a:pt x="1840861" y="1052734"/>
                  </a:lnTo>
                  <a:lnTo>
                    <a:pt x="1842313" y="1052745"/>
                  </a:lnTo>
                  <a:lnTo>
                    <a:pt x="1843765" y="1052756"/>
                  </a:lnTo>
                  <a:lnTo>
                    <a:pt x="1845216" y="1052883"/>
                  </a:lnTo>
                  <a:lnTo>
                    <a:pt x="1846668" y="1052983"/>
                  </a:lnTo>
                  <a:lnTo>
                    <a:pt x="1848120" y="1053039"/>
                  </a:lnTo>
                  <a:lnTo>
                    <a:pt x="1849572" y="1053050"/>
                  </a:lnTo>
                  <a:lnTo>
                    <a:pt x="1851023" y="1053052"/>
                  </a:lnTo>
                  <a:lnTo>
                    <a:pt x="1852475" y="1053105"/>
                  </a:lnTo>
                  <a:lnTo>
                    <a:pt x="1853927" y="1053204"/>
                  </a:lnTo>
                  <a:lnTo>
                    <a:pt x="1855379" y="1053222"/>
                  </a:lnTo>
                  <a:lnTo>
                    <a:pt x="1856831" y="1053273"/>
                  </a:lnTo>
                  <a:lnTo>
                    <a:pt x="1858282" y="1053348"/>
                  </a:lnTo>
                  <a:lnTo>
                    <a:pt x="1859734" y="1053371"/>
                  </a:lnTo>
                  <a:lnTo>
                    <a:pt x="1861186" y="1053396"/>
                  </a:lnTo>
                  <a:lnTo>
                    <a:pt x="1862638" y="1053427"/>
                  </a:lnTo>
                  <a:lnTo>
                    <a:pt x="1864089" y="1053434"/>
                  </a:lnTo>
                  <a:lnTo>
                    <a:pt x="1865541" y="1053437"/>
                  </a:lnTo>
                  <a:lnTo>
                    <a:pt x="1866993" y="1053488"/>
                  </a:lnTo>
                  <a:lnTo>
                    <a:pt x="1868445" y="1053534"/>
                  </a:lnTo>
                  <a:lnTo>
                    <a:pt x="1869897" y="1053582"/>
                  </a:lnTo>
                  <a:lnTo>
                    <a:pt x="1871348" y="1053595"/>
                  </a:lnTo>
                  <a:lnTo>
                    <a:pt x="1872800" y="1053659"/>
                  </a:lnTo>
                  <a:lnTo>
                    <a:pt x="1874252" y="1053700"/>
                  </a:lnTo>
                  <a:lnTo>
                    <a:pt x="1875704" y="1053725"/>
                  </a:lnTo>
                  <a:lnTo>
                    <a:pt x="1877156" y="1053747"/>
                  </a:lnTo>
                  <a:lnTo>
                    <a:pt x="1878607" y="1053771"/>
                  </a:lnTo>
                  <a:lnTo>
                    <a:pt x="1880059" y="1053817"/>
                  </a:lnTo>
                  <a:lnTo>
                    <a:pt x="1881511" y="1053841"/>
                  </a:lnTo>
                  <a:lnTo>
                    <a:pt x="1882963" y="1053857"/>
                  </a:lnTo>
                  <a:lnTo>
                    <a:pt x="1884414" y="1053870"/>
                  </a:lnTo>
                  <a:lnTo>
                    <a:pt x="1885866" y="1053878"/>
                  </a:lnTo>
                  <a:lnTo>
                    <a:pt x="1887318" y="1053903"/>
                  </a:lnTo>
                  <a:lnTo>
                    <a:pt x="1888770" y="1053930"/>
                  </a:lnTo>
                  <a:lnTo>
                    <a:pt x="1890222" y="1053942"/>
                  </a:lnTo>
                  <a:lnTo>
                    <a:pt x="1891673" y="1053973"/>
                  </a:lnTo>
                  <a:lnTo>
                    <a:pt x="1893125" y="1053995"/>
                  </a:lnTo>
                  <a:lnTo>
                    <a:pt x="1894577" y="1054021"/>
                  </a:lnTo>
                  <a:lnTo>
                    <a:pt x="1896029" y="1054026"/>
                  </a:lnTo>
                  <a:lnTo>
                    <a:pt x="1897481" y="1054031"/>
                  </a:lnTo>
                  <a:lnTo>
                    <a:pt x="1898932" y="1054035"/>
                  </a:lnTo>
                  <a:lnTo>
                    <a:pt x="1900384" y="1054049"/>
                  </a:lnTo>
                  <a:lnTo>
                    <a:pt x="1901836" y="1054065"/>
                  </a:lnTo>
                  <a:lnTo>
                    <a:pt x="1903288" y="1054068"/>
                  </a:lnTo>
                  <a:lnTo>
                    <a:pt x="1904739" y="1054075"/>
                  </a:lnTo>
                  <a:lnTo>
                    <a:pt x="1906191" y="1054090"/>
                  </a:lnTo>
                  <a:lnTo>
                    <a:pt x="1907643" y="1054099"/>
                  </a:lnTo>
                  <a:lnTo>
                    <a:pt x="1909095" y="1054107"/>
                  </a:lnTo>
                  <a:lnTo>
                    <a:pt x="1910547" y="1054119"/>
                  </a:lnTo>
                  <a:lnTo>
                    <a:pt x="1911998" y="1054122"/>
                  </a:lnTo>
                  <a:lnTo>
                    <a:pt x="1913450" y="1054126"/>
                  </a:lnTo>
                  <a:lnTo>
                    <a:pt x="1914902" y="1054131"/>
                  </a:lnTo>
                  <a:lnTo>
                    <a:pt x="1916354" y="1054138"/>
                  </a:lnTo>
                  <a:lnTo>
                    <a:pt x="1917805" y="1054138"/>
                  </a:lnTo>
                  <a:lnTo>
                    <a:pt x="1919257" y="1054143"/>
                  </a:lnTo>
                  <a:lnTo>
                    <a:pt x="1920709" y="1054154"/>
                  </a:lnTo>
                  <a:lnTo>
                    <a:pt x="1922161" y="1054165"/>
                  </a:lnTo>
                  <a:lnTo>
                    <a:pt x="1923613" y="1054169"/>
                  </a:lnTo>
                  <a:lnTo>
                    <a:pt x="1925064" y="1054171"/>
                  </a:lnTo>
                  <a:lnTo>
                    <a:pt x="1926516" y="1054177"/>
                  </a:lnTo>
                  <a:lnTo>
                    <a:pt x="1927968" y="1054191"/>
                  </a:lnTo>
                  <a:lnTo>
                    <a:pt x="1929420" y="1054194"/>
                  </a:lnTo>
                  <a:lnTo>
                    <a:pt x="1930872" y="1054195"/>
                  </a:lnTo>
                  <a:lnTo>
                    <a:pt x="1932323" y="1054198"/>
                  </a:lnTo>
                  <a:lnTo>
                    <a:pt x="1933775" y="1054201"/>
                  </a:lnTo>
                  <a:lnTo>
                    <a:pt x="1935227" y="1054209"/>
                  </a:lnTo>
                  <a:lnTo>
                    <a:pt x="1936679" y="1054219"/>
                  </a:lnTo>
                  <a:lnTo>
                    <a:pt x="1938130" y="1054233"/>
                  </a:lnTo>
                  <a:lnTo>
                    <a:pt x="1939582" y="1054252"/>
                  </a:lnTo>
                  <a:lnTo>
                    <a:pt x="1941034" y="1054253"/>
                  </a:lnTo>
                  <a:lnTo>
                    <a:pt x="1942486" y="1054256"/>
                  </a:lnTo>
                  <a:lnTo>
                    <a:pt x="1943938" y="1054263"/>
                  </a:lnTo>
                  <a:lnTo>
                    <a:pt x="1945389" y="1054265"/>
                  </a:lnTo>
                  <a:lnTo>
                    <a:pt x="1946841" y="1054270"/>
                  </a:lnTo>
                  <a:lnTo>
                    <a:pt x="1948293" y="1054283"/>
                  </a:lnTo>
                  <a:lnTo>
                    <a:pt x="1949745" y="1054283"/>
                  </a:lnTo>
                  <a:lnTo>
                    <a:pt x="1951196" y="1054283"/>
                  </a:lnTo>
                  <a:lnTo>
                    <a:pt x="1952648" y="1054299"/>
                  </a:lnTo>
                  <a:lnTo>
                    <a:pt x="1954100" y="1054302"/>
                  </a:lnTo>
                  <a:lnTo>
                    <a:pt x="1955552" y="1054312"/>
                  </a:lnTo>
                  <a:lnTo>
                    <a:pt x="1957004" y="1054318"/>
                  </a:lnTo>
                  <a:lnTo>
                    <a:pt x="1958455" y="1054327"/>
                  </a:lnTo>
                  <a:lnTo>
                    <a:pt x="1959907" y="1054341"/>
                  </a:lnTo>
                  <a:lnTo>
                    <a:pt x="1961359" y="1054350"/>
                  </a:lnTo>
                  <a:lnTo>
                    <a:pt x="1962811" y="1054354"/>
                  </a:lnTo>
                  <a:lnTo>
                    <a:pt x="1964263" y="1054363"/>
                  </a:lnTo>
                  <a:lnTo>
                    <a:pt x="1965714" y="1054366"/>
                  </a:lnTo>
                  <a:lnTo>
                    <a:pt x="1967166" y="1054379"/>
                  </a:lnTo>
                  <a:lnTo>
                    <a:pt x="1968618" y="1054387"/>
                  </a:lnTo>
                  <a:lnTo>
                    <a:pt x="1970070" y="1054393"/>
                  </a:lnTo>
                  <a:lnTo>
                    <a:pt x="1971521" y="1054397"/>
                  </a:lnTo>
                  <a:lnTo>
                    <a:pt x="1972973" y="1054409"/>
                  </a:lnTo>
                  <a:lnTo>
                    <a:pt x="1974425" y="1054419"/>
                  </a:lnTo>
                  <a:lnTo>
                    <a:pt x="1975877" y="1054423"/>
                  </a:lnTo>
                  <a:lnTo>
                    <a:pt x="1977329" y="1054426"/>
                  </a:lnTo>
                  <a:lnTo>
                    <a:pt x="1978780" y="1054427"/>
                  </a:lnTo>
                  <a:lnTo>
                    <a:pt x="1980232" y="1054437"/>
                  </a:lnTo>
                  <a:lnTo>
                    <a:pt x="1981684" y="1054443"/>
                  </a:lnTo>
                  <a:lnTo>
                    <a:pt x="1983136" y="1054448"/>
                  </a:lnTo>
                  <a:lnTo>
                    <a:pt x="1984587" y="1054449"/>
                  </a:lnTo>
                  <a:lnTo>
                    <a:pt x="1986039" y="1054451"/>
                  </a:lnTo>
                  <a:lnTo>
                    <a:pt x="1987491" y="1054458"/>
                  </a:lnTo>
                  <a:lnTo>
                    <a:pt x="1988943" y="1054462"/>
                  </a:lnTo>
                  <a:lnTo>
                    <a:pt x="1990395" y="1054466"/>
                  </a:lnTo>
                  <a:lnTo>
                    <a:pt x="1991846" y="1054466"/>
                  </a:lnTo>
                  <a:lnTo>
                    <a:pt x="1993298" y="1054468"/>
                  </a:lnTo>
                  <a:lnTo>
                    <a:pt x="1994750" y="1054473"/>
                  </a:lnTo>
                  <a:lnTo>
                    <a:pt x="1996202" y="1054475"/>
                  </a:lnTo>
                  <a:lnTo>
                    <a:pt x="1997654" y="1054478"/>
                  </a:lnTo>
                  <a:lnTo>
                    <a:pt x="1999105" y="1054479"/>
                  </a:lnTo>
                  <a:lnTo>
                    <a:pt x="2000557" y="1054491"/>
                  </a:lnTo>
                  <a:lnTo>
                    <a:pt x="2002009" y="1054492"/>
                  </a:lnTo>
                  <a:lnTo>
                    <a:pt x="2003461" y="1054498"/>
                  </a:lnTo>
                  <a:lnTo>
                    <a:pt x="2004912" y="1054500"/>
                  </a:lnTo>
                  <a:lnTo>
                    <a:pt x="2006364" y="1054505"/>
                  </a:lnTo>
                  <a:lnTo>
                    <a:pt x="2007816" y="1054512"/>
                  </a:lnTo>
                  <a:lnTo>
                    <a:pt x="2009268" y="1054514"/>
                  </a:lnTo>
                  <a:lnTo>
                    <a:pt x="2010720" y="1054517"/>
                  </a:lnTo>
                  <a:lnTo>
                    <a:pt x="2012171" y="1054529"/>
                  </a:lnTo>
                  <a:lnTo>
                    <a:pt x="2013623" y="1054536"/>
                  </a:lnTo>
                  <a:lnTo>
                    <a:pt x="2015075" y="1054541"/>
                  </a:lnTo>
                  <a:lnTo>
                    <a:pt x="2016527" y="1054542"/>
                  </a:lnTo>
                  <a:lnTo>
                    <a:pt x="2017979" y="1054543"/>
                  </a:lnTo>
                  <a:lnTo>
                    <a:pt x="2019430" y="1054549"/>
                  </a:lnTo>
                  <a:lnTo>
                    <a:pt x="2020882" y="1054556"/>
                  </a:lnTo>
                  <a:lnTo>
                    <a:pt x="2022334" y="1054561"/>
                  </a:lnTo>
                  <a:lnTo>
                    <a:pt x="2023786" y="1054564"/>
                  </a:lnTo>
                  <a:lnTo>
                    <a:pt x="2025237" y="1054571"/>
                  </a:lnTo>
                  <a:lnTo>
                    <a:pt x="2026689" y="1054572"/>
                  </a:lnTo>
                  <a:lnTo>
                    <a:pt x="2028141" y="1054578"/>
                  </a:lnTo>
                  <a:lnTo>
                    <a:pt x="2029593" y="1054583"/>
                  </a:lnTo>
                  <a:lnTo>
                    <a:pt x="2031045" y="1054587"/>
                  </a:lnTo>
                  <a:lnTo>
                    <a:pt x="2032496" y="1054590"/>
                  </a:lnTo>
                  <a:lnTo>
                    <a:pt x="2033948" y="1054592"/>
                  </a:lnTo>
                  <a:lnTo>
                    <a:pt x="2035400" y="1054597"/>
                  </a:lnTo>
                  <a:lnTo>
                    <a:pt x="2036852" y="1054599"/>
                  </a:lnTo>
                  <a:lnTo>
                    <a:pt x="2038303" y="1054600"/>
                  </a:lnTo>
                  <a:lnTo>
                    <a:pt x="2039755" y="1054600"/>
                  </a:lnTo>
                  <a:lnTo>
                    <a:pt x="2041207" y="1054603"/>
                  </a:lnTo>
                  <a:lnTo>
                    <a:pt x="2042659" y="1054607"/>
                  </a:lnTo>
                  <a:lnTo>
                    <a:pt x="2044111" y="1054612"/>
                  </a:lnTo>
                  <a:lnTo>
                    <a:pt x="2045562" y="1054616"/>
                  </a:lnTo>
                  <a:lnTo>
                    <a:pt x="2047014" y="1054620"/>
                  </a:lnTo>
                  <a:lnTo>
                    <a:pt x="2048466" y="1054624"/>
                  </a:lnTo>
                  <a:lnTo>
                    <a:pt x="2049918" y="1054627"/>
                  </a:lnTo>
                  <a:lnTo>
                    <a:pt x="2051370" y="1054628"/>
                  </a:lnTo>
                  <a:lnTo>
                    <a:pt x="2052821" y="1054629"/>
                  </a:lnTo>
                  <a:lnTo>
                    <a:pt x="2054273" y="1054630"/>
                  </a:lnTo>
                  <a:lnTo>
                    <a:pt x="2055725" y="1054633"/>
                  </a:lnTo>
                  <a:lnTo>
                    <a:pt x="2057177" y="1054635"/>
                  </a:lnTo>
                  <a:lnTo>
                    <a:pt x="2058628" y="1054636"/>
                  </a:lnTo>
                  <a:lnTo>
                    <a:pt x="2060080" y="1054640"/>
                  </a:lnTo>
                  <a:lnTo>
                    <a:pt x="2061532" y="1054645"/>
                  </a:lnTo>
                  <a:lnTo>
                    <a:pt x="2062984" y="1054652"/>
                  </a:lnTo>
                  <a:lnTo>
                    <a:pt x="2064436" y="1054656"/>
                  </a:lnTo>
                  <a:lnTo>
                    <a:pt x="2065887" y="1054657"/>
                  </a:lnTo>
                  <a:lnTo>
                    <a:pt x="2067339" y="1054657"/>
                  </a:lnTo>
                  <a:lnTo>
                    <a:pt x="2068791" y="1054660"/>
                  </a:lnTo>
                  <a:lnTo>
                    <a:pt x="2070243" y="1054663"/>
                  </a:lnTo>
                  <a:lnTo>
                    <a:pt x="2071694" y="1054664"/>
                  </a:lnTo>
                  <a:lnTo>
                    <a:pt x="2073146" y="1054668"/>
                  </a:lnTo>
                  <a:lnTo>
                    <a:pt x="2074598" y="1054672"/>
                  </a:lnTo>
                  <a:lnTo>
                    <a:pt x="2076050" y="1054679"/>
                  </a:lnTo>
                  <a:lnTo>
                    <a:pt x="2077502" y="1054683"/>
                  </a:lnTo>
                  <a:lnTo>
                    <a:pt x="2078953" y="1054685"/>
                  </a:lnTo>
                  <a:lnTo>
                    <a:pt x="2080405" y="1054686"/>
                  </a:lnTo>
                  <a:lnTo>
                    <a:pt x="2081857" y="1054687"/>
                  </a:lnTo>
                  <a:lnTo>
                    <a:pt x="2083309" y="1054690"/>
                  </a:lnTo>
                  <a:lnTo>
                    <a:pt x="2084761" y="1054692"/>
                  </a:lnTo>
                  <a:lnTo>
                    <a:pt x="2086212" y="1054694"/>
                  </a:lnTo>
                  <a:lnTo>
                    <a:pt x="2087664" y="1054700"/>
                  </a:lnTo>
                  <a:lnTo>
                    <a:pt x="2089116" y="1054706"/>
                  </a:lnTo>
                  <a:lnTo>
                    <a:pt x="2090568" y="1054707"/>
                  </a:lnTo>
                  <a:lnTo>
                    <a:pt x="2092019" y="1054709"/>
                  </a:lnTo>
                  <a:lnTo>
                    <a:pt x="2093471" y="1054710"/>
                  </a:lnTo>
                  <a:lnTo>
                    <a:pt x="2094923" y="1054713"/>
                  </a:lnTo>
                  <a:lnTo>
                    <a:pt x="2096375" y="1054713"/>
                  </a:lnTo>
                  <a:lnTo>
                    <a:pt x="2097827" y="1054714"/>
                  </a:lnTo>
                  <a:lnTo>
                    <a:pt x="2099278" y="1054716"/>
                  </a:lnTo>
                  <a:lnTo>
                    <a:pt x="2100730" y="1054718"/>
                  </a:lnTo>
                  <a:lnTo>
                    <a:pt x="2102182" y="1054723"/>
                  </a:lnTo>
                  <a:lnTo>
                    <a:pt x="2103634" y="1054724"/>
                  </a:lnTo>
                  <a:lnTo>
                    <a:pt x="2105085" y="1054728"/>
                  </a:lnTo>
                  <a:lnTo>
                    <a:pt x="2106537" y="1054730"/>
                  </a:lnTo>
                  <a:lnTo>
                    <a:pt x="2107989" y="1054734"/>
                  </a:lnTo>
                  <a:lnTo>
                    <a:pt x="2109441" y="1054736"/>
                  </a:lnTo>
                  <a:lnTo>
                    <a:pt x="2110893" y="1054739"/>
                  </a:lnTo>
                  <a:lnTo>
                    <a:pt x="2112344" y="1054740"/>
                  </a:lnTo>
                  <a:lnTo>
                    <a:pt x="2113796" y="1054741"/>
                  </a:lnTo>
                  <a:lnTo>
                    <a:pt x="2115248" y="1054746"/>
                  </a:lnTo>
                  <a:lnTo>
                    <a:pt x="2116700" y="1054749"/>
                  </a:lnTo>
                  <a:lnTo>
                    <a:pt x="2118152" y="1054754"/>
                  </a:lnTo>
                  <a:lnTo>
                    <a:pt x="2119603" y="1054756"/>
                  </a:lnTo>
                  <a:lnTo>
                    <a:pt x="2121055" y="1054761"/>
                  </a:lnTo>
                  <a:lnTo>
                    <a:pt x="2122507" y="1054766"/>
                  </a:lnTo>
                  <a:lnTo>
                    <a:pt x="2123959" y="1054767"/>
                  </a:lnTo>
                  <a:lnTo>
                    <a:pt x="2125410" y="1054767"/>
                  </a:lnTo>
                  <a:lnTo>
                    <a:pt x="2126862" y="1054767"/>
                  </a:lnTo>
                  <a:lnTo>
                    <a:pt x="2128314" y="1054770"/>
                  </a:lnTo>
                  <a:lnTo>
                    <a:pt x="2129766" y="1054772"/>
                  </a:lnTo>
                  <a:lnTo>
                    <a:pt x="2131218" y="1054773"/>
                  </a:lnTo>
                  <a:lnTo>
                    <a:pt x="2132669" y="1054786"/>
                  </a:lnTo>
                  <a:lnTo>
                    <a:pt x="2134121" y="1054790"/>
                  </a:lnTo>
                  <a:lnTo>
                    <a:pt x="2135573" y="1054790"/>
                  </a:lnTo>
                  <a:lnTo>
                    <a:pt x="2137025" y="1054792"/>
                  </a:lnTo>
                  <a:lnTo>
                    <a:pt x="2138477" y="1054794"/>
                  </a:lnTo>
                  <a:lnTo>
                    <a:pt x="2139928" y="1054794"/>
                  </a:lnTo>
                  <a:lnTo>
                    <a:pt x="2141380" y="1054799"/>
                  </a:lnTo>
                  <a:lnTo>
                    <a:pt x="2142832" y="1054804"/>
                  </a:lnTo>
                  <a:lnTo>
                    <a:pt x="2144284" y="1054804"/>
                  </a:lnTo>
                  <a:lnTo>
                    <a:pt x="2145735" y="1054806"/>
                  </a:lnTo>
                  <a:lnTo>
                    <a:pt x="2147187" y="1054808"/>
                  </a:lnTo>
                  <a:lnTo>
                    <a:pt x="2148639" y="1054812"/>
                  </a:lnTo>
                  <a:lnTo>
                    <a:pt x="2150091" y="1054814"/>
                  </a:lnTo>
                  <a:lnTo>
                    <a:pt x="2151543" y="1054817"/>
                  </a:lnTo>
                  <a:lnTo>
                    <a:pt x="2152994" y="1054819"/>
                  </a:lnTo>
                  <a:lnTo>
                    <a:pt x="2154446" y="1054819"/>
                  </a:lnTo>
                  <a:lnTo>
                    <a:pt x="2155898" y="1054821"/>
                  </a:lnTo>
                  <a:lnTo>
                    <a:pt x="2157350" y="1054821"/>
                  </a:lnTo>
                  <a:lnTo>
                    <a:pt x="2158801" y="1054826"/>
                  </a:lnTo>
                  <a:lnTo>
                    <a:pt x="2160253" y="1054830"/>
                  </a:lnTo>
                  <a:lnTo>
                    <a:pt x="2161705" y="1054832"/>
                  </a:lnTo>
                  <a:lnTo>
                    <a:pt x="2163157" y="1054836"/>
                  </a:lnTo>
                  <a:lnTo>
                    <a:pt x="2164609" y="1054838"/>
                  </a:lnTo>
                  <a:lnTo>
                    <a:pt x="2166060" y="1054841"/>
                  </a:lnTo>
                  <a:lnTo>
                    <a:pt x="2167512" y="1054843"/>
                  </a:lnTo>
                  <a:lnTo>
                    <a:pt x="2168964" y="1054843"/>
                  </a:lnTo>
                  <a:lnTo>
                    <a:pt x="2170416" y="1054844"/>
                  </a:lnTo>
                  <a:lnTo>
                    <a:pt x="2171868" y="1054844"/>
                  </a:lnTo>
                  <a:lnTo>
                    <a:pt x="2173319" y="1054846"/>
                  </a:lnTo>
                  <a:lnTo>
                    <a:pt x="2174771" y="1054848"/>
                  </a:lnTo>
                  <a:lnTo>
                    <a:pt x="2176223" y="1054850"/>
                  </a:lnTo>
                  <a:lnTo>
                    <a:pt x="2177675" y="1054851"/>
                  </a:lnTo>
                  <a:lnTo>
                    <a:pt x="2179126" y="1054852"/>
                  </a:lnTo>
                  <a:lnTo>
                    <a:pt x="2180578" y="1054853"/>
                  </a:lnTo>
                  <a:lnTo>
                    <a:pt x="2182030" y="1054856"/>
                  </a:lnTo>
                  <a:lnTo>
                    <a:pt x="2183482" y="1054862"/>
                  </a:lnTo>
                  <a:lnTo>
                    <a:pt x="2184934" y="1054863"/>
                  </a:lnTo>
                  <a:lnTo>
                    <a:pt x="2186385" y="1054864"/>
                  </a:lnTo>
                  <a:lnTo>
                    <a:pt x="2187837" y="1054866"/>
                  </a:lnTo>
                  <a:lnTo>
                    <a:pt x="2189289" y="1054866"/>
                  </a:lnTo>
                  <a:lnTo>
                    <a:pt x="2190741" y="1054867"/>
                  </a:lnTo>
                  <a:lnTo>
                    <a:pt x="2192192" y="1054867"/>
                  </a:lnTo>
                  <a:lnTo>
                    <a:pt x="2193644" y="1054867"/>
                  </a:lnTo>
                  <a:lnTo>
                    <a:pt x="2195096" y="1054869"/>
                  </a:lnTo>
                  <a:lnTo>
                    <a:pt x="2196548" y="1054870"/>
                  </a:lnTo>
                  <a:lnTo>
                    <a:pt x="2198000" y="1054871"/>
                  </a:lnTo>
                  <a:lnTo>
                    <a:pt x="2199451" y="1054872"/>
                  </a:lnTo>
                  <a:lnTo>
                    <a:pt x="2200903" y="1054873"/>
                  </a:lnTo>
                  <a:lnTo>
                    <a:pt x="2202355" y="1054876"/>
                  </a:lnTo>
                  <a:lnTo>
                    <a:pt x="2203807" y="1054880"/>
                  </a:lnTo>
                  <a:lnTo>
                    <a:pt x="2205259" y="1054880"/>
                  </a:lnTo>
                  <a:lnTo>
                    <a:pt x="2206710" y="1054881"/>
                  </a:lnTo>
                  <a:lnTo>
                    <a:pt x="2208162" y="1054883"/>
                  </a:lnTo>
                  <a:lnTo>
                    <a:pt x="2209614" y="1054887"/>
                  </a:lnTo>
                  <a:lnTo>
                    <a:pt x="2211066" y="1054888"/>
                  </a:lnTo>
                  <a:lnTo>
                    <a:pt x="2212517" y="1054889"/>
                  </a:lnTo>
                  <a:lnTo>
                    <a:pt x="2213969" y="1054889"/>
                  </a:lnTo>
                  <a:lnTo>
                    <a:pt x="2215421" y="1054890"/>
                  </a:lnTo>
                  <a:lnTo>
                    <a:pt x="2216873" y="1054890"/>
                  </a:lnTo>
                  <a:lnTo>
                    <a:pt x="2218325" y="1054892"/>
                  </a:lnTo>
                  <a:lnTo>
                    <a:pt x="2219776" y="1054894"/>
                  </a:lnTo>
                  <a:lnTo>
                    <a:pt x="2221228" y="1054896"/>
                  </a:lnTo>
                  <a:lnTo>
                    <a:pt x="2222680" y="1054898"/>
                  </a:lnTo>
                  <a:lnTo>
                    <a:pt x="2224132" y="1054901"/>
                  </a:lnTo>
                  <a:lnTo>
                    <a:pt x="2225583" y="1054902"/>
                  </a:lnTo>
                  <a:lnTo>
                    <a:pt x="2227035" y="1054902"/>
                  </a:lnTo>
                  <a:lnTo>
                    <a:pt x="2228487" y="1054902"/>
                  </a:lnTo>
                  <a:lnTo>
                    <a:pt x="2229939" y="1054904"/>
                  </a:lnTo>
                  <a:lnTo>
                    <a:pt x="2231391" y="1054907"/>
                  </a:lnTo>
                  <a:lnTo>
                    <a:pt x="2232842" y="1054908"/>
                  </a:lnTo>
                  <a:lnTo>
                    <a:pt x="2234294" y="1054910"/>
                  </a:lnTo>
                  <a:lnTo>
                    <a:pt x="2235746" y="1054911"/>
                  </a:lnTo>
                  <a:lnTo>
                    <a:pt x="2237198" y="1054912"/>
                  </a:lnTo>
                  <a:lnTo>
                    <a:pt x="2238650" y="1054912"/>
                  </a:lnTo>
                  <a:lnTo>
                    <a:pt x="2240101" y="1054914"/>
                  </a:lnTo>
                  <a:lnTo>
                    <a:pt x="2241553" y="1054914"/>
                  </a:lnTo>
                  <a:lnTo>
                    <a:pt x="2243005" y="1054915"/>
                  </a:lnTo>
                  <a:lnTo>
                    <a:pt x="2244457" y="1054918"/>
                  </a:lnTo>
                  <a:lnTo>
                    <a:pt x="2245908" y="1054919"/>
                  </a:lnTo>
                  <a:lnTo>
                    <a:pt x="2247360" y="1054920"/>
                  </a:lnTo>
                  <a:lnTo>
                    <a:pt x="2248812" y="1054923"/>
                  </a:lnTo>
                  <a:lnTo>
                    <a:pt x="2250264" y="1054926"/>
                  </a:lnTo>
                  <a:lnTo>
                    <a:pt x="2251716" y="1054928"/>
                  </a:lnTo>
                  <a:lnTo>
                    <a:pt x="2253167" y="1054928"/>
                  </a:lnTo>
                  <a:lnTo>
                    <a:pt x="2254619" y="1054929"/>
                  </a:lnTo>
                  <a:lnTo>
                    <a:pt x="2256071" y="1054930"/>
                  </a:lnTo>
                  <a:lnTo>
                    <a:pt x="2257523" y="1054930"/>
                  </a:lnTo>
                  <a:lnTo>
                    <a:pt x="2258974" y="1054931"/>
                  </a:lnTo>
                  <a:lnTo>
                    <a:pt x="2260426" y="1054931"/>
                  </a:lnTo>
                  <a:lnTo>
                    <a:pt x="2261878" y="1054932"/>
                  </a:lnTo>
                  <a:lnTo>
                    <a:pt x="2263330" y="1054933"/>
                  </a:lnTo>
                  <a:lnTo>
                    <a:pt x="2264782" y="1054937"/>
                  </a:lnTo>
                  <a:lnTo>
                    <a:pt x="2266233" y="1054938"/>
                  </a:lnTo>
                  <a:lnTo>
                    <a:pt x="2267685" y="1054940"/>
                  </a:lnTo>
                  <a:lnTo>
                    <a:pt x="2269137" y="1054942"/>
                  </a:lnTo>
                  <a:lnTo>
                    <a:pt x="2270589" y="1054942"/>
                  </a:lnTo>
                  <a:lnTo>
                    <a:pt x="2272041" y="1054943"/>
                  </a:lnTo>
                  <a:lnTo>
                    <a:pt x="2273492" y="1054944"/>
                  </a:lnTo>
                  <a:lnTo>
                    <a:pt x="2274944" y="1054945"/>
                  </a:lnTo>
                  <a:lnTo>
                    <a:pt x="2276396" y="1054946"/>
                  </a:lnTo>
                  <a:lnTo>
                    <a:pt x="2277848" y="1054947"/>
                  </a:lnTo>
                  <a:lnTo>
                    <a:pt x="2279299" y="1054948"/>
                  </a:lnTo>
                  <a:lnTo>
                    <a:pt x="2280751" y="1054948"/>
                  </a:lnTo>
                  <a:lnTo>
                    <a:pt x="2282203" y="1054950"/>
                  </a:lnTo>
                  <a:lnTo>
                    <a:pt x="2283655" y="1054950"/>
                  </a:lnTo>
                  <a:lnTo>
                    <a:pt x="2285107" y="1054950"/>
                  </a:lnTo>
                  <a:lnTo>
                    <a:pt x="2286558" y="1054951"/>
                  </a:lnTo>
                  <a:lnTo>
                    <a:pt x="2288010" y="1054952"/>
                  </a:lnTo>
                  <a:lnTo>
                    <a:pt x="2289462" y="1054952"/>
                  </a:lnTo>
                  <a:lnTo>
                    <a:pt x="2290914" y="1054954"/>
                  </a:lnTo>
                  <a:lnTo>
                    <a:pt x="2292366" y="1054957"/>
                  </a:lnTo>
                  <a:lnTo>
                    <a:pt x="2293817" y="1054958"/>
                  </a:lnTo>
                  <a:lnTo>
                    <a:pt x="2295269" y="1054958"/>
                  </a:lnTo>
                  <a:lnTo>
                    <a:pt x="2296721" y="1054960"/>
                  </a:lnTo>
                  <a:lnTo>
                    <a:pt x="2298173" y="1054961"/>
                  </a:lnTo>
                  <a:lnTo>
                    <a:pt x="2299624" y="1054962"/>
                  </a:lnTo>
                  <a:lnTo>
                    <a:pt x="2301076" y="1054963"/>
                  </a:lnTo>
                  <a:lnTo>
                    <a:pt x="2302528" y="1054964"/>
                  </a:lnTo>
                  <a:lnTo>
                    <a:pt x="2303980" y="1054965"/>
                  </a:lnTo>
                  <a:lnTo>
                    <a:pt x="2305432" y="1054965"/>
                  </a:lnTo>
                  <a:lnTo>
                    <a:pt x="2306883" y="1054966"/>
                  </a:lnTo>
                  <a:lnTo>
                    <a:pt x="2308335" y="1054967"/>
                  </a:lnTo>
                  <a:lnTo>
                    <a:pt x="2309787" y="1054968"/>
                  </a:lnTo>
                  <a:lnTo>
                    <a:pt x="2311239" y="1054968"/>
                  </a:lnTo>
                  <a:lnTo>
                    <a:pt x="2312690" y="1054969"/>
                  </a:lnTo>
                  <a:lnTo>
                    <a:pt x="2314142" y="1054970"/>
                  </a:lnTo>
                  <a:lnTo>
                    <a:pt x="2315594" y="1054972"/>
                  </a:lnTo>
                  <a:lnTo>
                    <a:pt x="2317046" y="1054973"/>
                  </a:lnTo>
                  <a:lnTo>
                    <a:pt x="2318498" y="1054973"/>
                  </a:lnTo>
                  <a:lnTo>
                    <a:pt x="2319949" y="1054975"/>
                  </a:lnTo>
                  <a:lnTo>
                    <a:pt x="2321401" y="1054976"/>
                  </a:lnTo>
                  <a:lnTo>
                    <a:pt x="2322853" y="1054977"/>
                  </a:lnTo>
                  <a:lnTo>
                    <a:pt x="2324305" y="1054978"/>
                  </a:lnTo>
                  <a:lnTo>
                    <a:pt x="2325757" y="1054979"/>
                  </a:lnTo>
                  <a:lnTo>
                    <a:pt x="2327208" y="1054980"/>
                  </a:lnTo>
                  <a:lnTo>
                    <a:pt x="2328660" y="1054981"/>
                  </a:lnTo>
                  <a:lnTo>
                    <a:pt x="2330112" y="1054982"/>
                  </a:lnTo>
                  <a:lnTo>
                    <a:pt x="2331564" y="1054982"/>
                  </a:lnTo>
                  <a:lnTo>
                    <a:pt x="2333015" y="1054983"/>
                  </a:lnTo>
                  <a:lnTo>
                    <a:pt x="2334467" y="1054983"/>
                  </a:lnTo>
                  <a:lnTo>
                    <a:pt x="2335919" y="1054985"/>
                  </a:lnTo>
                  <a:lnTo>
                    <a:pt x="2337371" y="1054986"/>
                  </a:lnTo>
                  <a:lnTo>
                    <a:pt x="2338823" y="1054987"/>
                  </a:lnTo>
                  <a:lnTo>
                    <a:pt x="2340274" y="1054988"/>
                  </a:lnTo>
                  <a:lnTo>
                    <a:pt x="2341726" y="1054989"/>
                  </a:lnTo>
                  <a:lnTo>
                    <a:pt x="2343178" y="1054990"/>
                  </a:lnTo>
                  <a:lnTo>
                    <a:pt x="2344630" y="1054991"/>
                  </a:lnTo>
                  <a:lnTo>
                    <a:pt x="2346081" y="1054991"/>
                  </a:lnTo>
                  <a:lnTo>
                    <a:pt x="2347533" y="1054991"/>
                  </a:lnTo>
                  <a:lnTo>
                    <a:pt x="2348985" y="1054992"/>
                  </a:lnTo>
                  <a:lnTo>
                    <a:pt x="2350437" y="1054992"/>
                  </a:lnTo>
                  <a:lnTo>
                    <a:pt x="2351889" y="1054993"/>
                  </a:lnTo>
                  <a:lnTo>
                    <a:pt x="2353340" y="1054993"/>
                  </a:lnTo>
                  <a:lnTo>
                    <a:pt x="2354792" y="1054994"/>
                  </a:lnTo>
                  <a:lnTo>
                    <a:pt x="2356244" y="1054995"/>
                  </a:lnTo>
                  <a:lnTo>
                    <a:pt x="2357696" y="1054995"/>
                  </a:lnTo>
                  <a:lnTo>
                    <a:pt x="2359148" y="1054996"/>
                  </a:lnTo>
                  <a:lnTo>
                    <a:pt x="2360599" y="1054997"/>
                  </a:lnTo>
                  <a:lnTo>
                    <a:pt x="2362051" y="1054998"/>
                  </a:lnTo>
                  <a:lnTo>
                    <a:pt x="2363503" y="1054998"/>
                  </a:lnTo>
                  <a:lnTo>
                    <a:pt x="2364955" y="1054999"/>
                  </a:lnTo>
                  <a:lnTo>
                    <a:pt x="2366406" y="1055000"/>
                  </a:lnTo>
                  <a:lnTo>
                    <a:pt x="2367858" y="1055001"/>
                  </a:lnTo>
                  <a:lnTo>
                    <a:pt x="2369310" y="1055001"/>
                  </a:lnTo>
                  <a:lnTo>
                    <a:pt x="2370762" y="1055002"/>
                  </a:lnTo>
                  <a:lnTo>
                    <a:pt x="2372214" y="1055003"/>
                  </a:lnTo>
                  <a:lnTo>
                    <a:pt x="2373665" y="1055004"/>
                  </a:lnTo>
                  <a:lnTo>
                    <a:pt x="2375117" y="1055005"/>
                  </a:lnTo>
                  <a:lnTo>
                    <a:pt x="2376569" y="1055006"/>
                  </a:lnTo>
                  <a:lnTo>
                    <a:pt x="2378021" y="1055007"/>
                  </a:lnTo>
                  <a:lnTo>
                    <a:pt x="2379472" y="1055007"/>
                  </a:lnTo>
                  <a:lnTo>
                    <a:pt x="2380924" y="1055008"/>
                  </a:lnTo>
                  <a:lnTo>
                    <a:pt x="2382376" y="1055008"/>
                  </a:lnTo>
                  <a:lnTo>
                    <a:pt x="2383828" y="1055009"/>
                  </a:lnTo>
                  <a:lnTo>
                    <a:pt x="2385280" y="1055009"/>
                  </a:lnTo>
                  <a:lnTo>
                    <a:pt x="2386731" y="1055010"/>
                  </a:lnTo>
                  <a:lnTo>
                    <a:pt x="2388183" y="1055010"/>
                  </a:lnTo>
                  <a:lnTo>
                    <a:pt x="2389635" y="1055010"/>
                  </a:lnTo>
                  <a:lnTo>
                    <a:pt x="2391087" y="1055012"/>
                  </a:lnTo>
                  <a:lnTo>
                    <a:pt x="2392539" y="1055013"/>
                  </a:lnTo>
                  <a:lnTo>
                    <a:pt x="2393990" y="1055014"/>
                  </a:lnTo>
                  <a:lnTo>
                    <a:pt x="2395442" y="1055014"/>
                  </a:lnTo>
                  <a:lnTo>
                    <a:pt x="2396894" y="1055015"/>
                  </a:lnTo>
                  <a:lnTo>
                    <a:pt x="2398346" y="1055015"/>
                  </a:lnTo>
                  <a:lnTo>
                    <a:pt x="2399797" y="1055016"/>
                  </a:lnTo>
                  <a:lnTo>
                    <a:pt x="2401249" y="1055016"/>
                  </a:lnTo>
                  <a:lnTo>
                    <a:pt x="2402701" y="1055016"/>
                  </a:lnTo>
                  <a:lnTo>
                    <a:pt x="2404153" y="1055017"/>
                  </a:lnTo>
                  <a:lnTo>
                    <a:pt x="2405605" y="1055017"/>
                  </a:lnTo>
                  <a:lnTo>
                    <a:pt x="2407056" y="1055018"/>
                  </a:lnTo>
                  <a:lnTo>
                    <a:pt x="2408508" y="1055019"/>
                  </a:lnTo>
                  <a:lnTo>
                    <a:pt x="2409960" y="1055019"/>
                  </a:lnTo>
                  <a:lnTo>
                    <a:pt x="2411412" y="1055019"/>
                  </a:lnTo>
                  <a:lnTo>
                    <a:pt x="2412864" y="1055019"/>
                  </a:lnTo>
                  <a:lnTo>
                    <a:pt x="2414315" y="1055019"/>
                  </a:lnTo>
                  <a:lnTo>
                    <a:pt x="2415767" y="1055020"/>
                  </a:lnTo>
                  <a:lnTo>
                    <a:pt x="2417219" y="1055020"/>
                  </a:lnTo>
                  <a:lnTo>
                    <a:pt x="2418671" y="1055021"/>
                  </a:lnTo>
                  <a:lnTo>
                    <a:pt x="2420122" y="1055021"/>
                  </a:lnTo>
                  <a:lnTo>
                    <a:pt x="2421574" y="1055021"/>
                  </a:lnTo>
                  <a:lnTo>
                    <a:pt x="2423026" y="1055022"/>
                  </a:lnTo>
                  <a:lnTo>
                    <a:pt x="2424478" y="1055022"/>
                  </a:lnTo>
                  <a:lnTo>
                    <a:pt x="2425930" y="1055023"/>
                  </a:lnTo>
                  <a:lnTo>
                    <a:pt x="2427381" y="1055024"/>
                  </a:lnTo>
                  <a:lnTo>
                    <a:pt x="2428833" y="1055024"/>
                  </a:lnTo>
                  <a:lnTo>
                    <a:pt x="2430285" y="1055024"/>
                  </a:lnTo>
                  <a:lnTo>
                    <a:pt x="2431737" y="1055025"/>
                  </a:lnTo>
                  <a:lnTo>
                    <a:pt x="2433188" y="1055025"/>
                  </a:lnTo>
                  <a:lnTo>
                    <a:pt x="2434640" y="1055026"/>
                  </a:lnTo>
                  <a:lnTo>
                    <a:pt x="2436092" y="1055026"/>
                  </a:lnTo>
                  <a:lnTo>
                    <a:pt x="2437544" y="1055027"/>
                  </a:lnTo>
                  <a:lnTo>
                    <a:pt x="2438996" y="1055027"/>
                  </a:lnTo>
                  <a:lnTo>
                    <a:pt x="2440447" y="1055028"/>
                  </a:lnTo>
                  <a:lnTo>
                    <a:pt x="2441899" y="1055029"/>
                  </a:lnTo>
                  <a:lnTo>
                    <a:pt x="2443351" y="1055029"/>
                  </a:lnTo>
                  <a:lnTo>
                    <a:pt x="2444803" y="1055030"/>
                  </a:lnTo>
                  <a:lnTo>
                    <a:pt x="2446255" y="1055030"/>
                  </a:lnTo>
                  <a:lnTo>
                    <a:pt x="2447706" y="1055031"/>
                  </a:lnTo>
                  <a:lnTo>
                    <a:pt x="2449158" y="1055031"/>
                  </a:lnTo>
                  <a:lnTo>
                    <a:pt x="2450610" y="1055032"/>
                  </a:lnTo>
                  <a:lnTo>
                    <a:pt x="2452062" y="1055032"/>
                  </a:lnTo>
                  <a:lnTo>
                    <a:pt x="2453513" y="1055033"/>
                  </a:lnTo>
                  <a:lnTo>
                    <a:pt x="2454965" y="1055034"/>
                  </a:lnTo>
                  <a:lnTo>
                    <a:pt x="2456417" y="1055035"/>
                  </a:lnTo>
                  <a:lnTo>
                    <a:pt x="2457869" y="1055036"/>
                  </a:lnTo>
                  <a:lnTo>
                    <a:pt x="2459321" y="1055036"/>
                  </a:lnTo>
                  <a:lnTo>
                    <a:pt x="2460772" y="1055036"/>
                  </a:lnTo>
                  <a:lnTo>
                    <a:pt x="2462224" y="1055037"/>
                  </a:lnTo>
                  <a:lnTo>
                    <a:pt x="2463676" y="1055037"/>
                  </a:lnTo>
                  <a:lnTo>
                    <a:pt x="2465128" y="1055038"/>
                  </a:lnTo>
                  <a:lnTo>
                    <a:pt x="2466579" y="1055039"/>
                  </a:lnTo>
                  <a:lnTo>
                    <a:pt x="2468031" y="1055040"/>
                  </a:lnTo>
                  <a:lnTo>
                    <a:pt x="2469483" y="1055041"/>
                  </a:lnTo>
                  <a:lnTo>
                    <a:pt x="2470935" y="1055042"/>
                  </a:lnTo>
                  <a:lnTo>
                    <a:pt x="2472387" y="1055042"/>
                  </a:lnTo>
                  <a:lnTo>
                    <a:pt x="2473838" y="1055042"/>
                  </a:lnTo>
                  <a:lnTo>
                    <a:pt x="2475290" y="1055043"/>
                  </a:lnTo>
                  <a:lnTo>
                    <a:pt x="2476742" y="1055044"/>
                  </a:lnTo>
                  <a:lnTo>
                    <a:pt x="2478194" y="1055044"/>
                  </a:lnTo>
                  <a:lnTo>
                    <a:pt x="2479646" y="1055045"/>
                  </a:lnTo>
                  <a:lnTo>
                    <a:pt x="2481097" y="1055046"/>
                  </a:lnTo>
                  <a:lnTo>
                    <a:pt x="2482549" y="1055046"/>
                  </a:lnTo>
                  <a:lnTo>
                    <a:pt x="2484001" y="1055046"/>
                  </a:lnTo>
                  <a:lnTo>
                    <a:pt x="2485453" y="1055047"/>
                  </a:lnTo>
                  <a:lnTo>
                    <a:pt x="2486904" y="1055048"/>
                  </a:lnTo>
                  <a:lnTo>
                    <a:pt x="2488356" y="1055051"/>
                  </a:lnTo>
                  <a:lnTo>
                    <a:pt x="2489808" y="1055054"/>
                  </a:lnTo>
                  <a:lnTo>
                    <a:pt x="2491260" y="1055055"/>
                  </a:lnTo>
                  <a:lnTo>
                    <a:pt x="2492712" y="1055057"/>
                  </a:lnTo>
                  <a:lnTo>
                    <a:pt x="2494163" y="1055058"/>
                  </a:lnTo>
                  <a:lnTo>
                    <a:pt x="2495615" y="1055059"/>
                  </a:lnTo>
                  <a:lnTo>
                    <a:pt x="2497067" y="1055065"/>
                  </a:lnTo>
                  <a:lnTo>
                    <a:pt x="2498519" y="1055069"/>
                  </a:lnTo>
                  <a:lnTo>
                    <a:pt x="2499970" y="1055072"/>
                  </a:lnTo>
                  <a:lnTo>
                    <a:pt x="2501422" y="1055073"/>
                  </a:lnTo>
                  <a:lnTo>
                    <a:pt x="2502874" y="1055073"/>
                  </a:lnTo>
                  <a:lnTo>
                    <a:pt x="2504326" y="1055075"/>
                  </a:lnTo>
                  <a:lnTo>
                    <a:pt x="2505778" y="1055076"/>
                  </a:lnTo>
                  <a:lnTo>
                    <a:pt x="2507229" y="1055076"/>
                  </a:lnTo>
                  <a:lnTo>
                    <a:pt x="2508681" y="1055077"/>
                  </a:lnTo>
                  <a:lnTo>
                    <a:pt x="2510133" y="1055078"/>
                  </a:lnTo>
                  <a:lnTo>
                    <a:pt x="2511585" y="1055079"/>
                  </a:lnTo>
                  <a:lnTo>
                    <a:pt x="2513037" y="1055081"/>
                  </a:lnTo>
                  <a:lnTo>
                    <a:pt x="2514488" y="1055083"/>
                  </a:lnTo>
                  <a:lnTo>
                    <a:pt x="2515940" y="1055087"/>
                  </a:lnTo>
                  <a:lnTo>
                    <a:pt x="2517392" y="1055089"/>
                  </a:lnTo>
                  <a:lnTo>
                    <a:pt x="2518844" y="1055091"/>
                  </a:lnTo>
                  <a:lnTo>
                    <a:pt x="2520295" y="1055095"/>
                  </a:lnTo>
                  <a:lnTo>
                    <a:pt x="2521747" y="1055095"/>
                  </a:lnTo>
                  <a:lnTo>
                    <a:pt x="2523199" y="1055096"/>
                  </a:lnTo>
                  <a:lnTo>
                    <a:pt x="2524651" y="1055097"/>
                  </a:lnTo>
                  <a:lnTo>
                    <a:pt x="2526103" y="1055099"/>
                  </a:lnTo>
                  <a:lnTo>
                    <a:pt x="2527554" y="1055100"/>
                  </a:lnTo>
                  <a:lnTo>
                    <a:pt x="2529006" y="1055101"/>
                  </a:lnTo>
                  <a:lnTo>
                    <a:pt x="2530458" y="1055102"/>
                  </a:lnTo>
                  <a:lnTo>
                    <a:pt x="2531910" y="1055106"/>
                  </a:lnTo>
                  <a:lnTo>
                    <a:pt x="2533362" y="1055108"/>
                  </a:lnTo>
                  <a:lnTo>
                    <a:pt x="2534813" y="1055109"/>
                  </a:lnTo>
                  <a:lnTo>
                    <a:pt x="2536265" y="1055111"/>
                  </a:lnTo>
                  <a:lnTo>
                    <a:pt x="2537717" y="1055113"/>
                  </a:lnTo>
                  <a:lnTo>
                    <a:pt x="2539169" y="1055114"/>
                  </a:lnTo>
                  <a:lnTo>
                    <a:pt x="2540620" y="1055116"/>
                  </a:lnTo>
                  <a:lnTo>
                    <a:pt x="2542072" y="1055117"/>
                  </a:lnTo>
                  <a:lnTo>
                    <a:pt x="2543524" y="1055120"/>
                  </a:lnTo>
                  <a:lnTo>
                    <a:pt x="2544976" y="1055120"/>
                  </a:lnTo>
                  <a:lnTo>
                    <a:pt x="2546428" y="1055123"/>
                  </a:lnTo>
                  <a:lnTo>
                    <a:pt x="2547879" y="1055124"/>
                  </a:lnTo>
                  <a:lnTo>
                    <a:pt x="2549331" y="1055125"/>
                  </a:lnTo>
                  <a:lnTo>
                    <a:pt x="2550783" y="1055127"/>
                  </a:lnTo>
                  <a:lnTo>
                    <a:pt x="2552235" y="1055127"/>
                  </a:lnTo>
                  <a:lnTo>
                    <a:pt x="2553686" y="1055128"/>
                  </a:lnTo>
                  <a:lnTo>
                    <a:pt x="2555138" y="1055129"/>
                  </a:lnTo>
                  <a:lnTo>
                    <a:pt x="2556590" y="1055129"/>
                  </a:lnTo>
                  <a:lnTo>
                    <a:pt x="2558042" y="1055130"/>
                  </a:lnTo>
                  <a:lnTo>
                    <a:pt x="2559494" y="1055131"/>
                  </a:lnTo>
                  <a:lnTo>
                    <a:pt x="2560945" y="1055132"/>
                  </a:lnTo>
                  <a:lnTo>
                    <a:pt x="2562397" y="1055133"/>
                  </a:lnTo>
                  <a:lnTo>
                    <a:pt x="2563849" y="1055134"/>
                  </a:lnTo>
                  <a:lnTo>
                    <a:pt x="2565301" y="1055134"/>
                  </a:lnTo>
                  <a:lnTo>
                    <a:pt x="2566753" y="1055135"/>
                  </a:lnTo>
                  <a:lnTo>
                    <a:pt x="2568204" y="1055135"/>
                  </a:lnTo>
                  <a:lnTo>
                    <a:pt x="2569656" y="1055136"/>
                  </a:lnTo>
                  <a:lnTo>
                    <a:pt x="2571108" y="1055137"/>
                  </a:lnTo>
                  <a:lnTo>
                    <a:pt x="2572560" y="1055137"/>
                  </a:lnTo>
                  <a:lnTo>
                    <a:pt x="2574011" y="1055138"/>
                  </a:lnTo>
                  <a:lnTo>
                    <a:pt x="2575463" y="1055139"/>
                  </a:lnTo>
                  <a:lnTo>
                    <a:pt x="2576915" y="1055142"/>
                  </a:lnTo>
                  <a:lnTo>
                    <a:pt x="2578367" y="1055142"/>
                  </a:lnTo>
                  <a:lnTo>
                    <a:pt x="2579819" y="1055143"/>
                  </a:lnTo>
                  <a:lnTo>
                    <a:pt x="2581270" y="1055144"/>
                  </a:lnTo>
                  <a:lnTo>
                    <a:pt x="2582722" y="1055146"/>
                  </a:lnTo>
                  <a:lnTo>
                    <a:pt x="2584174" y="1055147"/>
                  </a:lnTo>
                  <a:lnTo>
                    <a:pt x="2585626" y="1055147"/>
                  </a:lnTo>
                  <a:lnTo>
                    <a:pt x="2587077" y="1055147"/>
                  </a:lnTo>
                  <a:lnTo>
                    <a:pt x="2588529" y="1055148"/>
                  </a:lnTo>
                  <a:lnTo>
                    <a:pt x="2589981" y="1055148"/>
                  </a:lnTo>
                  <a:lnTo>
                    <a:pt x="2591433" y="1055150"/>
                  </a:lnTo>
                  <a:lnTo>
                    <a:pt x="2592885" y="1055150"/>
                  </a:lnTo>
                  <a:lnTo>
                    <a:pt x="2594336" y="1055151"/>
                  </a:lnTo>
                  <a:lnTo>
                    <a:pt x="2595788" y="1055152"/>
                  </a:lnTo>
                  <a:lnTo>
                    <a:pt x="2597240" y="1055154"/>
                  </a:lnTo>
                  <a:lnTo>
                    <a:pt x="2598692" y="1055155"/>
                  </a:lnTo>
                  <a:lnTo>
                    <a:pt x="2600144" y="1055155"/>
                  </a:lnTo>
                  <a:lnTo>
                    <a:pt x="2601595" y="1055156"/>
                  </a:lnTo>
                  <a:lnTo>
                    <a:pt x="2603047" y="1055156"/>
                  </a:lnTo>
                  <a:lnTo>
                    <a:pt x="2604499" y="1055157"/>
                  </a:lnTo>
                  <a:lnTo>
                    <a:pt x="2605951" y="1055157"/>
                  </a:lnTo>
                  <a:lnTo>
                    <a:pt x="2607402" y="1055158"/>
                  </a:lnTo>
                  <a:lnTo>
                    <a:pt x="2608854" y="1055159"/>
                  </a:lnTo>
                  <a:lnTo>
                    <a:pt x="2610306" y="1055159"/>
                  </a:lnTo>
                  <a:lnTo>
                    <a:pt x="2611758" y="1055160"/>
                  </a:lnTo>
                  <a:lnTo>
                    <a:pt x="2613210" y="1055161"/>
                  </a:lnTo>
                  <a:lnTo>
                    <a:pt x="2614661" y="1055161"/>
                  </a:lnTo>
                  <a:lnTo>
                    <a:pt x="2616113" y="1055161"/>
                  </a:lnTo>
                  <a:lnTo>
                    <a:pt x="2617565" y="1055161"/>
                  </a:lnTo>
                  <a:lnTo>
                    <a:pt x="2619017" y="1055163"/>
                  </a:lnTo>
                  <a:lnTo>
                    <a:pt x="2620468" y="1055163"/>
                  </a:lnTo>
                  <a:lnTo>
                    <a:pt x="2621920" y="1055164"/>
                  </a:lnTo>
                  <a:lnTo>
                    <a:pt x="2623372" y="1055164"/>
                  </a:lnTo>
                  <a:lnTo>
                    <a:pt x="2624824" y="1055165"/>
                  </a:lnTo>
                  <a:lnTo>
                    <a:pt x="2626276" y="1055165"/>
                  </a:lnTo>
                  <a:lnTo>
                    <a:pt x="2627727" y="1055166"/>
                  </a:lnTo>
                  <a:lnTo>
                    <a:pt x="2629179" y="1055167"/>
                  </a:lnTo>
                  <a:lnTo>
                    <a:pt x="2630631" y="1055168"/>
                  </a:lnTo>
                  <a:lnTo>
                    <a:pt x="2632083" y="1055168"/>
                  </a:lnTo>
                  <a:lnTo>
                    <a:pt x="2633535" y="1055168"/>
                  </a:lnTo>
                  <a:lnTo>
                    <a:pt x="2634986" y="1055168"/>
                  </a:lnTo>
                  <a:lnTo>
                    <a:pt x="2636438" y="1055169"/>
                  </a:lnTo>
                  <a:lnTo>
                    <a:pt x="2637890" y="1055169"/>
                  </a:lnTo>
                  <a:lnTo>
                    <a:pt x="2639342" y="1055169"/>
                  </a:lnTo>
                  <a:lnTo>
                    <a:pt x="2640793" y="1055170"/>
                  </a:lnTo>
                  <a:lnTo>
                    <a:pt x="2642245" y="1055170"/>
                  </a:lnTo>
                  <a:lnTo>
                    <a:pt x="2643697" y="1055171"/>
                  </a:lnTo>
                  <a:lnTo>
                    <a:pt x="2645149" y="1055171"/>
                  </a:lnTo>
                  <a:lnTo>
                    <a:pt x="2646601" y="1055172"/>
                  </a:lnTo>
                  <a:lnTo>
                    <a:pt x="2648052" y="1055172"/>
                  </a:lnTo>
                  <a:lnTo>
                    <a:pt x="2649504" y="1055173"/>
                  </a:lnTo>
                  <a:lnTo>
                    <a:pt x="2650956" y="1055173"/>
                  </a:lnTo>
                  <a:lnTo>
                    <a:pt x="2652408" y="1055174"/>
                  </a:lnTo>
                  <a:lnTo>
                    <a:pt x="2653860" y="1055174"/>
                  </a:lnTo>
                  <a:lnTo>
                    <a:pt x="2655311" y="1055175"/>
                  </a:lnTo>
                  <a:lnTo>
                    <a:pt x="2656763" y="1055175"/>
                  </a:lnTo>
                  <a:lnTo>
                    <a:pt x="2658215" y="1055176"/>
                  </a:lnTo>
                  <a:lnTo>
                    <a:pt x="2659667" y="1055176"/>
                  </a:lnTo>
                  <a:lnTo>
                    <a:pt x="2661118" y="1055177"/>
                  </a:lnTo>
                  <a:lnTo>
                    <a:pt x="2662570" y="1055177"/>
                  </a:lnTo>
                  <a:lnTo>
                    <a:pt x="2664022" y="1055177"/>
                  </a:lnTo>
                  <a:lnTo>
                    <a:pt x="2665474" y="1055178"/>
                  </a:lnTo>
                  <a:lnTo>
                    <a:pt x="2666926" y="1055178"/>
                  </a:lnTo>
                  <a:lnTo>
                    <a:pt x="2668377" y="1055179"/>
                  </a:lnTo>
                  <a:lnTo>
                    <a:pt x="2669829" y="1055180"/>
                  </a:lnTo>
                  <a:lnTo>
                    <a:pt x="2671281" y="1055180"/>
                  </a:lnTo>
                  <a:lnTo>
                    <a:pt x="2672733" y="1055180"/>
                  </a:lnTo>
                  <a:lnTo>
                    <a:pt x="2674184" y="1055181"/>
                  </a:lnTo>
                  <a:lnTo>
                    <a:pt x="2675636" y="1055181"/>
                  </a:lnTo>
                  <a:lnTo>
                    <a:pt x="2677088" y="1055182"/>
                  </a:lnTo>
                  <a:lnTo>
                    <a:pt x="2678540" y="1055182"/>
                  </a:lnTo>
                  <a:lnTo>
                    <a:pt x="2679992" y="1055183"/>
                  </a:lnTo>
                  <a:lnTo>
                    <a:pt x="2681443" y="1055183"/>
                  </a:lnTo>
                  <a:lnTo>
                    <a:pt x="2682895" y="1055184"/>
                  </a:lnTo>
                  <a:lnTo>
                    <a:pt x="2684347" y="1055184"/>
                  </a:lnTo>
                  <a:lnTo>
                    <a:pt x="2685799" y="1055184"/>
                  </a:lnTo>
                  <a:lnTo>
                    <a:pt x="2687251" y="1055185"/>
                  </a:lnTo>
                  <a:lnTo>
                    <a:pt x="2688702" y="1055185"/>
                  </a:lnTo>
                  <a:lnTo>
                    <a:pt x="2690154" y="1055185"/>
                  </a:lnTo>
                  <a:lnTo>
                    <a:pt x="2691606" y="1055186"/>
                  </a:lnTo>
                  <a:lnTo>
                    <a:pt x="2693058" y="1055186"/>
                  </a:lnTo>
                  <a:lnTo>
                    <a:pt x="2694509" y="1055187"/>
                  </a:lnTo>
                  <a:lnTo>
                    <a:pt x="2695961" y="1055188"/>
                  </a:lnTo>
                  <a:lnTo>
                    <a:pt x="2697413" y="1055188"/>
                  </a:lnTo>
                  <a:lnTo>
                    <a:pt x="2698865" y="1055188"/>
                  </a:lnTo>
                  <a:lnTo>
                    <a:pt x="2700317" y="1055189"/>
                  </a:lnTo>
                  <a:lnTo>
                    <a:pt x="2701768" y="1055190"/>
                  </a:lnTo>
                  <a:lnTo>
                    <a:pt x="2703220" y="1055190"/>
                  </a:lnTo>
                  <a:lnTo>
                    <a:pt x="2704672" y="1055190"/>
                  </a:lnTo>
                  <a:lnTo>
                    <a:pt x="2706124" y="1055190"/>
                  </a:lnTo>
                  <a:lnTo>
                    <a:pt x="2707575" y="1055190"/>
                  </a:lnTo>
                  <a:lnTo>
                    <a:pt x="2709027" y="1055191"/>
                  </a:lnTo>
                  <a:lnTo>
                    <a:pt x="2710479" y="1055191"/>
                  </a:lnTo>
                  <a:lnTo>
                    <a:pt x="2711931" y="1055191"/>
                  </a:lnTo>
                  <a:lnTo>
                    <a:pt x="2713383" y="1055191"/>
                  </a:lnTo>
                  <a:lnTo>
                    <a:pt x="2714834" y="1055192"/>
                  </a:lnTo>
                  <a:lnTo>
                    <a:pt x="2716286" y="1055192"/>
                  </a:lnTo>
                  <a:lnTo>
                    <a:pt x="2717738" y="1055192"/>
                  </a:lnTo>
                  <a:lnTo>
                    <a:pt x="2719190" y="1055192"/>
                  </a:lnTo>
                  <a:lnTo>
                    <a:pt x="2720642" y="1055193"/>
                  </a:lnTo>
                  <a:lnTo>
                    <a:pt x="2722093" y="1055193"/>
                  </a:lnTo>
                  <a:lnTo>
                    <a:pt x="2723545" y="1055194"/>
                  </a:lnTo>
                  <a:lnTo>
                    <a:pt x="2724997" y="1055194"/>
                  </a:lnTo>
                  <a:lnTo>
                    <a:pt x="2726449" y="1055195"/>
                  </a:lnTo>
                  <a:lnTo>
                    <a:pt x="2727900" y="1055195"/>
                  </a:lnTo>
                  <a:lnTo>
                    <a:pt x="2729352" y="1055195"/>
                  </a:lnTo>
                  <a:lnTo>
                    <a:pt x="2730804" y="1055196"/>
                  </a:lnTo>
                  <a:lnTo>
                    <a:pt x="2732256" y="1055197"/>
                  </a:lnTo>
                  <a:lnTo>
                    <a:pt x="2733708" y="1055197"/>
                  </a:lnTo>
                  <a:lnTo>
                    <a:pt x="2735159" y="1055198"/>
                  </a:lnTo>
                  <a:lnTo>
                    <a:pt x="2736611" y="1055198"/>
                  </a:lnTo>
                  <a:lnTo>
                    <a:pt x="2738063" y="1055199"/>
                  </a:lnTo>
                  <a:lnTo>
                    <a:pt x="2739515" y="1055199"/>
                  </a:lnTo>
                  <a:lnTo>
                    <a:pt x="2740966" y="1055181"/>
                  </a:lnTo>
                  <a:lnTo>
                    <a:pt x="2742418" y="1055150"/>
                  </a:lnTo>
                  <a:lnTo>
                    <a:pt x="2743870" y="1055114"/>
                  </a:lnTo>
                  <a:lnTo>
                    <a:pt x="2745322" y="1055057"/>
                  </a:lnTo>
                  <a:lnTo>
                    <a:pt x="2746774" y="1054925"/>
                  </a:lnTo>
                  <a:lnTo>
                    <a:pt x="2748225" y="1054860"/>
                  </a:lnTo>
                  <a:lnTo>
                    <a:pt x="2749677" y="1054513"/>
                  </a:lnTo>
                  <a:lnTo>
                    <a:pt x="2751129" y="1054276"/>
                  </a:lnTo>
                  <a:lnTo>
                    <a:pt x="2752581" y="1054100"/>
                  </a:lnTo>
                  <a:lnTo>
                    <a:pt x="2754033" y="1053732"/>
                  </a:lnTo>
                  <a:lnTo>
                    <a:pt x="2755484" y="1053128"/>
                  </a:lnTo>
                  <a:lnTo>
                    <a:pt x="2756936" y="1052588"/>
                  </a:lnTo>
                  <a:lnTo>
                    <a:pt x="2758388" y="1051276"/>
                  </a:lnTo>
                  <a:lnTo>
                    <a:pt x="2759840" y="1050517"/>
                  </a:lnTo>
                  <a:lnTo>
                    <a:pt x="2761291" y="1049772"/>
                  </a:lnTo>
                  <a:lnTo>
                    <a:pt x="2762743" y="1047905"/>
                  </a:lnTo>
                  <a:lnTo>
                    <a:pt x="2764195" y="1045847"/>
                  </a:lnTo>
                  <a:lnTo>
                    <a:pt x="2765647" y="1042926"/>
                  </a:lnTo>
                  <a:lnTo>
                    <a:pt x="2767099" y="1041240"/>
                  </a:lnTo>
                  <a:lnTo>
                    <a:pt x="2768550" y="1038350"/>
                  </a:lnTo>
                  <a:lnTo>
                    <a:pt x="2770002" y="1035951"/>
                  </a:lnTo>
                  <a:lnTo>
                    <a:pt x="2771454" y="1035151"/>
                  </a:lnTo>
                  <a:lnTo>
                    <a:pt x="2772906" y="1037432"/>
                  </a:lnTo>
                  <a:lnTo>
                    <a:pt x="2774357" y="1040649"/>
                  </a:lnTo>
                  <a:lnTo>
                    <a:pt x="2775809" y="1041958"/>
                  </a:lnTo>
                  <a:lnTo>
                    <a:pt x="2777261" y="1044841"/>
                  </a:lnTo>
                  <a:lnTo>
                    <a:pt x="2778713" y="1046387"/>
                  </a:lnTo>
                  <a:lnTo>
                    <a:pt x="2780165" y="1048274"/>
                  </a:lnTo>
                  <a:lnTo>
                    <a:pt x="2781616" y="1050146"/>
                  </a:lnTo>
                  <a:lnTo>
                    <a:pt x="2783068" y="1051047"/>
                  </a:lnTo>
                  <a:lnTo>
                    <a:pt x="2784520" y="1052569"/>
                  </a:lnTo>
                  <a:lnTo>
                    <a:pt x="2785972" y="1052786"/>
                  </a:lnTo>
                  <a:lnTo>
                    <a:pt x="2787424" y="1053309"/>
                  </a:lnTo>
                  <a:lnTo>
                    <a:pt x="2788875" y="1053934"/>
                  </a:lnTo>
                  <a:lnTo>
                    <a:pt x="2790327" y="1054169"/>
                  </a:lnTo>
                  <a:lnTo>
                    <a:pt x="2791779" y="1054453"/>
                  </a:lnTo>
                  <a:lnTo>
                    <a:pt x="2793231" y="1054719"/>
                  </a:lnTo>
                  <a:lnTo>
                    <a:pt x="2794682" y="1054887"/>
                  </a:lnTo>
                  <a:lnTo>
                    <a:pt x="2796134" y="1054962"/>
                  </a:lnTo>
                  <a:lnTo>
                    <a:pt x="2797586" y="1055098"/>
                  </a:lnTo>
                  <a:lnTo>
                    <a:pt x="2799038" y="1055132"/>
                  </a:lnTo>
                  <a:lnTo>
                    <a:pt x="2800490" y="1055170"/>
                  </a:lnTo>
                  <a:lnTo>
                    <a:pt x="2801941" y="1055185"/>
                  </a:lnTo>
                  <a:lnTo>
                    <a:pt x="2803393" y="1055196"/>
                  </a:lnTo>
                  <a:lnTo>
                    <a:pt x="2804845" y="1055199"/>
                  </a:lnTo>
                  <a:lnTo>
                    <a:pt x="2806297" y="1055200"/>
                  </a:lnTo>
                  <a:lnTo>
                    <a:pt x="2807749" y="1055200"/>
                  </a:lnTo>
                  <a:lnTo>
                    <a:pt x="2809200" y="1055201"/>
                  </a:lnTo>
                  <a:lnTo>
                    <a:pt x="2810652" y="1055202"/>
                  </a:lnTo>
                  <a:lnTo>
                    <a:pt x="2812104" y="1055202"/>
                  </a:lnTo>
                  <a:lnTo>
                    <a:pt x="2813556" y="1055204"/>
                  </a:lnTo>
                  <a:lnTo>
                    <a:pt x="2815007" y="1055206"/>
                  </a:lnTo>
                  <a:lnTo>
                    <a:pt x="2816459" y="1055207"/>
                  </a:lnTo>
                  <a:lnTo>
                    <a:pt x="2817911" y="1055209"/>
                  </a:lnTo>
                  <a:lnTo>
                    <a:pt x="2819363" y="1055209"/>
                  </a:lnTo>
                  <a:lnTo>
                    <a:pt x="2820815" y="1055210"/>
                  </a:lnTo>
                  <a:lnTo>
                    <a:pt x="2822266" y="1055211"/>
                  </a:lnTo>
                  <a:lnTo>
                    <a:pt x="2823718" y="1055213"/>
                  </a:lnTo>
                  <a:lnTo>
                    <a:pt x="2825170" y="1055215"/>
                  </a:lnTo>
                  <a:lnTo>
                    <a:pt x="2826622" y="1055217"/>
                  </a:lnTo>
                  <a:lnTo>
                    <a:pt x="2828073" y="1055217"/>
                  </a:lnTo>
                  <a:lnTo>
                    <a:pt x="2829525" y="1055218"/>
                  </a:lnTo>
                  <a:lnTo>
                    <a:pt x="2830977" y="1055220"/>
                  </a:lnTo>
                  <a:lnTo>
                    <a:pt x="2832429" y="1055221"/>
                  </a:lnTo>
                  <a:lnTo>
                    <a:pt x="2833881" y="1055222"/>
                  </a:lnTo>
                  <a:lnTo>
                    <a:pt x="2835332" y="1055224"/>
                  </a:lnTo>
                  <a:lnTo>
                    <a:pt x="2836784" y="1055225"/>
                  </a:lnTo>
                  <a:lnTo>
                    <a:pt x="2838236" y="1055225"/>
                  </a:lnTo>
                  <a:lnTo>
                    <a:pt x="2839688" y="1055226"/>
                  </a:lnTo>
                  <a:lnTo>
                    <a:pt x="2841140" y="1055227"/>
                  </a:lnTo>
                  <a:lnTo>
                    <a:pt x="2842591" y="1055228"/>
                  </a:lnTo>
                  <a:lnTo>
                    <a:pt x="2844043" y="1055230"/>
                  </a:lnTo>
                  <a:lnTo>
                    <a:pt x="2845495" y="1055231"/>
                  </a:lnTo>
                  <a:lnTo>
                    <a:pt x="2846947" y="1055231"/>
                  </a:lnTo>
                  <a:lnTo>
                    <a:pt x="2848398" y="1055232"/>
                  </a:lnTo>
                  <a:lnTo>
                    <a:pt x="2849850" y="1055232"/>
                  </a:lnTo>
                  <a:lnTo>
                    <a:pt x="2851302" y="1055235"/>
                  </a:lnTo>
                  <a:lnTo>
                    <a:pt x="2852754" y="1055236"/>
                  </a:lnTo>
                  <a:lnTo>
                    <a:pt x="2854206" y="1055237"/>
                  </a:lnTo>
                  <a:lnTo>
                    <a:pt x="2855657" y="1055237"/>
                  </a:lnTo>
                  <a:lnTo>
                    <a:pt x="2857109" y="1055238"/>
                  </a:lnTo>
                  <a:lnTo>
                    <a:pt x="2858561" y="1055238"/>
                  </a:lnTo>
                  <a:lnTo>
                    <a:pt x="2860013" y="1055240"/>
                  </a:lnTo>
                  <a:lnTo>
                    <a:pt x="2861464" y="1055241"/>
                  </a:lnTo>
                  <a:lnTo>
                    <a:pt x="2862916" y="1055242"/>
                  </a:lnTo>
                  <a:lnTo>
                    <a:pt x="2864368" y="1055242"/>
                  </a:lnTo>
                  <a:lnTo>
                    <a:pt x="2865820" y="1055243"/>
                  </a:lnTo>
                  <a:lnTo>
                    <a:pt x="2867272" y="1055244"/>
                  </a:lnTo>
                  <a:lnTo>
                    <a:pt x="2868723" y="1055245"/>
                  </a:lnTo>
                  <a:lnTo>
                    <a:pt x="2870175" y="1055246"/>
                  </a:lnTo>
                  <a:lnTo>
                    <a:pt x="2871627" y="1055247"/>
                  </a:lnTo>
                  <a:lnTo>
                    <a:pt x="2873079" y="1055247"/>
                  </a:lnTo>
                  <a:lnTo>
                    <a:pt x="2874531" y="1055247"/>
                  </a:lnTo>
                  <a:lnTo>
                    <a:pt x="2875982" y="1055248"/>
                  </a:lnTo>
                  <a:lnTo>
                    <a:pt x="2877434" y="1055249"/>
                  </a:lnTo>
                  <a:lnTo>
                    <a:pt x="2878886" y="1055250"/>
                  </a:lnTo>
                  <a:lnTo>
                    <a:pt x="2880338" y="1055250"/>
                  </a:lnTo>
                  <a:lnTo>
                    <a:pt x="2881789" y="1055251"/>
                  </a:lnTo>
                  <a:lnTo>
                    <a:pt x="2883241" y="1055251"/>
                  </a:lnTo>
                  <a:lnTo>
                    <a:pt x="2884693" y="1055251"/>
                  </a:lnTo>
                  <a:lnTo>
                    <a:pt x="2886145" y="1055252"/>
                  </a:lnTo>
                  <a:lnTo>
                    <a:pt x="2887597" y="1055253"/>
                  </a:lnTo>
                  <a:lnTo>
                    <a:pt x="2889048" y="1055253"/>
                  </a:lnTo>
                  <a:lnTo>
                    <a:pt x="2890500" y="1055254"/>
                  </a:lnTo>
                  <a:lnTo>
                    <a:pt x="2891952" y="1055254"/>
                  </a:lnTo>
                  <a:lnTo>
                    <a:pt x="2893404" y="1055254"/>
                  </a:lnTo>
                  <a:lnTo>
                    <a:pt x="2894855" y="1055255"/>
                  </a:lnTo>
                  <a:lnTo>
                    <a:pt x="2896307" y="1055256"/>
                  </a:lnTo>
                  <a:lnTo>
                    <a:pt x="2897759" y="1055256"/>
                  </a:lnTo>
                  <a:lnTo>
                    <a:pt x="2899211" y="1055256"/>
                  </a:lnTo>
                  <a:lnTo>
                    <a:pt x="2900663" y="1055257"/>
                  </a:lnTo>
                  <a:lnTo>
                    <a:pt x="2902114" y="1055257"/>
                  </a:lnTo>
                  <a:lnTo>
                    <a:pt x="2903566" y="1055257"/>
                  </a:lnTo>
                  <a:lnTo>
                    <a:pt x="2905018" y="1055258"/>
                  </a:lnTo>
                  <a:lnTo>
                    <a:pt x="2906470" y="1055258"/>
                  </a:lnTo>
                  <a:lnTo>
                    <a:pt x="2907922" y="1055259"/>
                  </a:lnTo>
                  <a:lnTo>
                    <a:pt x="2909373" y="1055259"/>
                  </a:lnTo>
                  <a:lnTo>
                    <a:pt x="2910825" y="1055259"/>
                  </a:lnTo>
                  <a:lnTo>
                    <a:pt x="2912277" y="1055260"/>
                  </a:lnTo>
                  <a:lnTo>
                    <a:pt x="2913729" y="1055260"/>
                  </a:lnTo>
                  <a:lnTo>
                    <a:pt x="2915180" y="1055260"/>
                  </a:lnTo>
                  <a:lnTo>
                    <a:pt x="2916632" y="1055260"/>
                  </a:lnTo>
                  <a:lnTo>
                    <a:pt x="2918084" y="1055261"/>
                  </a:lnTo>
                  <a:lnTo>
                    <a:pt x="2919536" y="1055261"/>
                  </a:lnTo>
                  <a:lnTo>
                    <a:pt x="2920988" y="1055261"/>
                  </a:lnTo>
                  <a:lnTo>
                    <a:pt x="2922439" y="1055262"/>
                  </a:lnTo>
                  <a:lnTo>
                    <a:pt x="2923891" y="1055262"/>
                  </a:lnTo>
                  <a:lnTo>
                    <a:pt x="2925343" y="1055262"/>
                  </a:lnTo>
                  <a:lnTo>
                    <a:pt x="2926795" y="1055262"/>
                  </a:lnTo>
                  <a:lnTo>
                    <a:pt x="2928247" y="1055262"/>
                  </a:lnTo>
                  <a:lnTo>
                    <a:pt x="2929698" y="1055263"/>
                  </a:lnTo>
                  <a:lnTo>
                    <a:pt x="2931150" y="1055263"/>
                  </a:lnTo>
                  <a:lnTo>
                    <a:pt x="2932602" y="1055263"/>
                  </a:lnTo>
                  <a:lnTo>
                    <a:pt x="2934054" y="1055263"/>
                  </a:lnTo>
                  <a:lnTo>
                    <a:pt x="2935505" y="1055264"/>
                  </a:lnTo>
                  <a:lnTo>
                    <a:pt x="2936957" y="1055264"/>
                  </a:lnTo>
                  <a:lnTo>
                    <a:pt x="2938409" y="1055264"/>
                  </a:lnTo>
                  <a:lnTo>
                    <a:pt x="2939861" y="1055264"/>
                  </a:lnTo>
                  <a:lnTo>
                    <a:pt x="2941313" y="1055264"/>
                  </a:lnTo>
                  <a:lnTo>
                    <a:pt x="2942764" y="1055265"/>
                  </a:lnTo>
                  <a:lnTo>
                    <a:pt x="2944216" y="1055265"/>
                  </a:lnTo>
                  <a:lnTo>
                    <a:pt x="2945668" y="1055265"/>
                  </a:lnTo>
                  <a:lnTo>
                    <a:pt x="2947120" y="1055265"/>
                  </a:lnTo>
                  <a:lnTo>
                    <a:pt x="2948571" y="1055265"/>
                  </a:lnTo>
                  <a:lnTo>
                    <a:pt x="2950023" y="1055266"/>
                  </a:lnTo>
                  <a:lnTo>
                    <a:pt x="2951475" y="1055266"/>
                  </a:lnTo>
                  <a:lnTo>
                    <a:pt x="2952927" y="1055266"/>
                  </a:lnTo>
                  <a:lnTo>
                    <a:pt x="2954379" y="1055266"/>
                  </a:lnTo>
                  <a:lnTo>
                    <a:pt x="2955830" y="1055267"/>
                  </a:lnTo>
                  <a:lnTo>
                    <a:pt x="2957282" y="1055267"/>
                  </a:lnTo>
                  <a:lnTo>
                    <a:pt x="2958734" y="1055267"/>
                  </a:lnTo>
                  <a:lnTo>
                    <a:pt x="2960186" y="1055268"/>
                  </a:lnTo>
                  <a:lnTo>
                    <a:pt x="2961638" y="1055268"/>
                  </a:lnTo>
                  <a:lnTo>
                    <a:pt x="2963089" y="1055268"/>
                  </a:lnTo>
                  <a:lnTo>
                    <a:pt x="2964541" y="1055269"/>
                  </a:lnTo>
                  <a:lnTo>
                    <a:pt x="2965993" y="1055269"/>
                  </a:lnTo>
                  <a:lnTo>
                    <a:pt x="2967445" y="1055270"/>
                  </a:lnTo>
                  <a:lnTo>
                    <a:pt x="2968896" y="1055270"/>
                  </a:lnTo>
                  <a:lnTo>
                    <a:pt x="2970348" y="1055270"/>
                  </a:lnTo>
                  <a:lnTo>
                    <a:pt x="2971800" y="1055271"/>
                  </a:lnTo>
                </a:path>
              </a:pathLst>
            </a:custGeom>
            <a:noFill/>
            <a:ln w="9470">
              <a:solidFill>
                <a:srgbClr val="0072B2"/>
              </a:solidFill>
              <a:prstDash val="dash"/>
            </a:ln>
          </p:spPr>
        </p:sp>
        <p:sp>
          <p:nvSpPr>
            <p:cNvPr id="187" name="ellipse_186">
              <a:extLst>
                <a:ext uri="{FF2B5EF4-FFF2-40B4-BE49-F238E27FC236}">
                  <ns2:creationId id="{3F3554DD-630A-4A41-95EB-340B583D919C}"/>
                </a:ext>
              </a:extLst>
            </p:cNvPr>
            <p:cNvSpPr>
              <a:spLocks noGrp="1"/>
            </p:cNvSpPr>
            <p:nvPr/>
          </p:nvSpPr>
          <p:spPr>
            <a:xfrm rot="0">
              <a:off x="9447007" y="3818093"/>
              <a:ext cx="66675" cy="66675"/>
            </a:xfrm>
            <a:prstGeom prst="ellipse">
              <a:avLst/>
            </a:prstGeom>
            <a:solidFill>
              <a:srgbClr val="FFFFFF"/>
            </a:solidFill>
            <a:ln w="10653">
              <a:solidFill>
                <a:srgbClr val="0072B2"/>
              </a:solidFill>
              <a:prstDash val="solid"/>
            </a:ln>
          </p:spPr>
        </p:sp>
        <p:sp>
          <p:nvSpPr>
            <p:cNvPr id="188" name="text_187">
              <a:extLst>
                <a:ext uri="{FF2B5EF4-FFF2-40B4-BE49-F238E27FC236}">
                  <ns2:creationId id="{A9D5E1D9-4974-473B-A143-F8AC2AD27DDC}"/>
                </a:ext>
              </a:extLst>
            </p:cNvPr>
            <p:cNvSpPr>
              <a:spLocks noGrp="1"/>
            </p:cNvSpPr>
            <p:nvPr/>
          </p:nvSpPr>
          <p:spPr>
            <a:xfrm rot="0">
              <a:off x="9527970" y="3641881"/>
              <a:ext cx="219075" cy="219075"/>
            </a:xfrm>
            <a:prstGeom prst="rect">
              <a:avLst/>
            </a:prstGeom>
            <a:noFill/>
            <a:ln w="0">
              <a:noFill/>
              <a:prstDash val="solid"/>
            </a:ln>
          </p:spPr>
          <p:txBody>
            <a:bodyPr wrap="none" lIns="0" tIns="0" rIns="0" bIns="0" anchor="t">
              <a:noAutofit/>
            </a:bodyPr>
            <a:lstStyle>
              <a:defPPr algn="l">
                <a:defRPr sz="746" b="1">
                  <a:solidFill>
                    <a:srgbClr val="0072B2"/>
                  </a:solidFill>
                  <a:latin typeface="Arial"/>
                  <a:ea typeface="Arial"/>
                  <a:cs typeface="Arial"/>
                </a:defRPr>
              </a:defPPr>
              <a:lvl1pPr algn="l">
                <a:defRPr sz="746" b="1">
                  <a:solidFill>
                    <a:srgbClr val="0072B2"/>
                  </a:solidFill>
                  <a:latin typeface="Arial"/>
                  <a:ea typeface="Arial"/>
                  <a:cs typeface="Arial"/>
                </a:defRPr>
              </a:lvl1pPr>
              <a:lvl2pPr algn="l">
                <a:defRPr sz="746" b="1">
                  <a:solidFill>
                    <a:srgbClr val="0072B2"/>
                  </a:solidFill>
                  <a:latin typeface="Arial"/>
                  <a:ea typeface="Arial"/>
                  <a:cs typeface="Arial"/>
                </a:defRPr>
              </a:lvl2pPr>
              <a:lvl3pPr algn="l">
                <a:defRPr sz="746" b="1">
                  <a:solidFill>
                    <a:srgbClr val="0072B2"/>
                  </a:solidFill>
                  <a:latin typeface="Arial"/>
                  <a:ea typeface="Arial"/>
                  <a:cs typeface="Arial"/>
                </a:defRPr>
              </a:lvl3pPr>
              <a:lvl4pPr algn="l">
                <a:defRPr sz="746" b="1">
                  <a:solidFill>
                    <a:srgbClr val="0072B2"/>
                  </a:solidFill>
                  <a:latin typeface="Arial"/>
                  <a:ea typeface="Arial"/>
                  <a:cs typeface="Arial"/>
                </a:defRPr>
              </a:lvl4pPr>
              <a:lvl5pPr algn="l">
                <a:defRPr sz="746" b="1">
                  <a:solidFill>
                    <a:srgbClr val="0072B2"/>
                  </a:solidFill>
                  <a:latin typeface="Arial"/>
                  <a:ea typeface="Arial"/>
                  <a:cs typeface="Arial"/>
                </a:defRPr>
              </a:lvl5pPr>
              <a:lvl6pPr algn="l">
                <a:defRPr sz="746" b="1">
                  <a:solidFill>
                    <a:srgbClr val="0072B2"/>
                  </a:solidFill>
                  <a:latin typeface="Arial"/>
                  <a:ea typeface="Arial"/>
                  <a:cs typeface="Arial"/>
                </a:defRPr>
              </a:lvl6pPr>
              <a:lvl7pPr algn="l">
                <a:defRPr sz="746" b="1">
                  <a:solidFill>
                    <a:srgbClr val="0072B2"/>
                  </a:solidFill>
                  <a:latin typeface="Arial"/>
                  <a:ea typeface="Arial"/>
                  <a:cs typeface="Arial"/>
                </a:defRPr>
              </a:lvl7pPr>
              <a:lvl8pPr algn="l">
                <a:defRPr sz="746" b="1">
                  <a:solidFill>
                    <a:srgbClr val="0072B2"/>
                  </a:solidFill>
                  <a:latin typeface="Arial"/>
                  <a:ea typeface="Arial"/>
                  <a:cs typeface="Arial"/>
                </a:defRPr>
              </a:lvl8pPr>
              <a:lvl9pPr algn="l">
                <a:defRPr sz="746" b="1">
                  <a:solidFill>
                    <a:srgbClr val="0072B2"/>
                  </a:solidFill>
                  <a:latin typeface="Arial"/>
                  <a:ea typeface="Arial"/>
                  <a:cs typeface="Arial"/>
                </a:defRPr>
              </a:lvl9pPr>
            </a:lstStyle>
            <a:p>
              <a:pPr algn="l">
                <a:defRPr sz="746" b="1">
                  <a:solidFill>
                    <a:srgbClr val="0072B2"/>
                  </a:solidFill>
                  <a:latin typeface="Arial"/>
                  <a:ea typeface="Arial"/>
                  <a:cs typeface="Arial"/>
                </a:defRPr>
              </a:pPr>
              <a:r>
                <a:rPr sz="746" b="1">
                  <a:solidFill>
                    <a:srgbClr val="0072B2"/>
                  </a:solidFill>
                  <a:latin typeface="Arial"/>
                  <a:ea typeface="Arial"/>
                  <a:cs typeface="Arial"/>
                </a:rPr>
                <a:t>A</a:t>
              </a:r>
            </a:p>
          </p:txBody>
        </p:sp>
        <p:sp>
          <p:nvSpPr>
            <p:cNvPr id="189" name="ellipse_188">
              <a:extLst>
                <a:ext uri="{FF2B5EF4-FFF2-40B4-BE49-F238E27FC236}">
                  <ns2:creationId id="{5C1AD8EC-26D7-45A3-BF97-0F9926290B7D}"/>
                </a:ext>
              </a:extLst>
            </p:cNvPr>
            <p:cNvSpPr>
              <a:spLocks noGrp="1"/>
            </p:cNvSpPr>
            <p:nvPr/>
          </p:nvSpPr>
          <p:spPr>
            <a:xfrm rot="0">
              <a:off x="10468532" y="4375148"/>
              <a:ext cx="66675" cy="66675"/>
            </a:xfrm>
            <a:prstGeom prst="ellipse">
              <a:avLst/>
            </a:prstGeom>
            <a:solidFill>
              <a:srgbClr val="FFFFFF"/>
            </a:solidFill>
            <a:ln w="10653">
              <a:solidFill>
                <a:srgbClr val="D55E00"/>
              </a:solidFill>
              <a:prstDash val="solid"/>
            </a:ln>
          </p:spPr>
        </p:sp>
        <p:sp>
          <p:nvSpPr>
            <p:cNvPr id="190" name="text_189">
              <a:extLst>
                <a:ext uri="{FF2B5EF4-FFF2-40B4-BE49-F238E27FC236}">
                  <ns2:creationId id="{B377E3F1-493C-4C6F-AB69-4C6DAC6FDB7C}"/>
                </a:ext>
              </a:extLst>
            </p:cNvPr>
            <p:cNvSpPr>
              <a:spLocks noGrp="1"/>
            </p:cNvSpPr>
            <p:nvPr/>
          </p:nvSpPr>
          <p:spPr>
            <a:xfrm rot="0">
              <a:off x="10549494" y="4198935"/>
              <a:ext cx="219075" cy="219075"/>
            </a:xfrm>
            <a:prstGeom prst="rect">
              <a:avLst/>
            </a:prstGeom>
            <a:noFill/>
            <a:ln w="0">
              <a:noFill/>
              <a:prstDash val="solid"/>
            </a:ln>
          </p:spPr>
          <p:txBody>
            <a:bodyPr wrap="none" lIns="0" tIns="0" rIns="0" bIns="0" anchor="t">
              <a:noAutofit/>
            </a:bodyPr>
            <a:lstStyle>
              <a:defPPr algn="l">
                <a:defRPr sz="746" b="1">
                  <a:solidFill>
                    <a:srgbClr val="D55E00"/>
                  </a:solidFill>
                  <a:latin typeface="Arial"/>
                  <a:ea typeface="Arial"/>
                  <a:cs typeface="Arial"/>
                </a:defRPr>
              </a:defPPr>
              <a:lvl1pPr algn="l">
                <a:defRPr sz="746" b="1">
                  <a:solidFill>
                    <a:srgbClr val="D55E00"/>
                  </a:solidFill>
                  <a:latin typeface="Arial"/>
                  <a:ea typeface="Arial"/>
                  <a:cs typeface="Arial"/>
                </a:defRPr>
              </a:lvl1pPr>
              <a:lvl2pPr algn="l">
                <a:defRPr sz="746" b="1">
                  <a:solidFill>
                    <a:srgbClr val="D55E00"/>
                  </a:solidFill>
                  <a:latin typeface="Arial"/>
                  <a:ea typeface="Arial"/>
                  <a:cs typeface="Arial"/>
                </a:defRPr>
              </a:lvl2pPr>
              <a:lvl3pPr algn="l">
                <a:defRPr sz="746" b="1">
                  <a:solidFill>
                    <a:srgbClr val="D55E00"/>
                  </a:solidFill>
                  <a:latin typeface="Arial"/>
                  <a:ea typeface="Arial"/>
                  <a:cs typeface="Arial"/>
                </a:defRPr>
              </a:lvl3pPr>
              <a:lvl4pPr algn="l">
                <a:defRPr sz="746" b="1">
                  <a:solidFill>
                    <a:srgbClr val="D55E00"/>
                  </a:solidFill>
                  <a:latin typeface="Arial"/>
                  <a:ea typeface="Arial"/>
                  <a:cs typeface="Arial"/>
                </a:defRPr>
              </a:lvl4pPr>
              <a:lvl5pPr algn="l">
                <a:defRPr sz="746" b="1">
                  <a:solidFill>
                    <a:srgbClr val="D55E00"/>
                  </a:solidFill>
                  <a:latin typeface="Arial"/>
                  <a:ea typeface="Arial"/>
                  <a:cs typeface="Arial"/>
                </a:defRPr>
              </a:lvl5pPr>
              <a:lvl6pPr algn="l">
                <a:defRPr sz="746" b="1">
                  <a:solidFill>
                    <a:srgbClr val="D55E00"/>
                  </a:solidFill>
                  <a:latin typeface="Arial"/>
                  <a:ea typeface="Arial"/>
                  <a:cs typeface="Arial"/>
                </a:defRPr>
              </a:lvl6pPr>
              <a:lvl7pPr algn="l">
                <a:defRPr sz="746" b="1">
                  <a:solidFill>
                    <a:srgbClr val="D55E00"/>
                  </a:solidFill>
                  <a:latin typeface="Arial"/>
                  <a:ea typeface="Arial"/>
                  <a:cs typeface="Arial"/>
                </a:defRPr>
              </a:lvl7pPr>
              <a:lvl8pPr algn="l">
                <a:defRPr sz="746" b="1">
                  <a:solidFill>
                    <a:srgbClr val="D55E00"/>
                  </a:solidFill>
                  <a:latin typeface="Arial"/>
                  <a:ea typeface="Arial"/>
                  <a:cs typeface="Arial"/>
                </a:defRPr>
              </a:lvl8pPr>
              <a:lvl9pPr algn="l">
                <a:defRPr sz="746" b="1">
                  <a:solidFill>
                    <a:srgbClr val="D55E00"/>
                  </a:solidFill>
                  <a:latin typeface="Arial"/>
                  <a:ea typeface="Arial"/>
                  <a:cs typeface="Arial"/>
                </a:defRPr>
              </a:lvl9pPr>
            </a:lstStyle>
            <a:p>
              <a:pPr algn="l">
                <a:defRPr sz="746" b="1">
                  <a:solidFill>
                    <a:srgbClr val="D55E00"/>
                  </a:solidFill>
                  <a:latin typeface="Arial"/>
                  <a:ea typeface="Arial"/>
                  <a:cs typeface="Arial"/>
                </a:defRPr>
              </a:pPr>
              <a:r>
                <a:rPr sz="746" b="1">
                  <a:solidFill>
                    <a:srgbClr val="D55E00"/>
                  </a:solidFill>
                  <a:latin typeface="Arial"/>
                  <a:ea typeface="Arial"/>
                  <a:cs typeface="Arial"/>
                </a:rPr>
                <a:t>B</a:t>
              </a:r>
            </a:p>
          </p:txBody>
        </p:sp>
        <p:sp>
          <p:nvSpPr>
            <p:cNvPr id="191" name="ellipse_190">
              <a:extLst>
                <a:ext uri="{FF2B5EF4-FFF2-40B4-BE49-F238E27FC236}">
                  <ns2:creationId id="{5D71BD4C-8C28-4C7F-B8D4-345EDFF4842B}"/>
                </a:ext>
              </a:extLst>
            </p:cNvPr>
            <p:cNvSpPr>
              <a:spLocks noGrp="1"/>
            </p:cNvSpPr>
            <p:nvPr/>
          </p:nvSpPr>
          <p:spPr>
            <a:xfrm rot="0">
              <a:off x="10504404" y="4569142"/>
              <a:ext cx="66675" cy="66675"/>
            </a:xfrm>
            <a:prstGeom prst="ellipse">
              <a:avLst/>
            </a:prstGeom>
            <a:solidFill>
              <a:srgbClr val="FFFFFF"/>
            </a:solidFill>
            <a:ln w="10653">
              <a:solidFill>
                <a:srgbClr val="009E73"/>
              </a:solidFill>
              <a:prstDash val="solid"/>
            </a:ln>
          </p:spPr>
        </p:sp>
        <p:sp>
          <p:nvSpPr>
            <p:cNvPr id="192" name="text_191">
              <a:extLst>
                <a:ext uri="{FF2B5EF4-FFF2-40B4-BE49-F238E27FC236}">
                  <ns2:creationId id="{6F973F7C-EB24-4A97-918A-CD6BB98FD21E}"/>
                </a:ext>
              </a:extLst>
            </p:cNvPr>
            <p:cNvSpPr>
              <a:spLocks noGrp="1"/>
            </p:cNvSpPr>
            <p:nvPr/>
          </p:nvSpPr>
          <p:spPr>
            <a:xfrm rot="0">
              <a:off x="10585366" y="4392929"/>
              <a:ext cx="219075" cy="219075"/>
            </a:xfrm>
            <a:prstGeom prst="rect">
              <a:avLst/>
            </a:prstGeom>
            <a:noFill/>
            <a:ln w="0">
              <a:noFill/>
              <a:prstDash val="solid"/>
            </a:ln>
          </p:spPr>
          <p:txBody>
            <a:bodyPr wrap="none" lIns="0" tIns="0" rIns="0" bIns="0" anchor="t">
              <a:noAutofit/>
            </a:bodyPr>
            <a:lstStyle>
              <a:defPPr algn="l">
                <a:defRPr sz="746" b="1">
                  <a:solidFill>
                    <a:srgbClr val="009E73"/>
                  </a:solidFill>
                  <a:latin typeface="Arial"/>
                  <a:ea typeface="Arial"/>
                  <a:cs typeface="Arial"/>
                </a:defRPr>
              </a:defPPr>
              <a:lvl1pPr algn="l">
                <a:defRPr sz="746" b="1">
                  <a:solidFill>
                    <a:srgbClr val="009E73"/>
                  </a:solidFill>
                  <a:latin typeface="Arial"/>
                  <a:ea typeface="Arial"/>
                  <a:cs typeface="Arial"/>
                </a:defRPr>
              </a:lvl1pPr>
              <a:lvl2pPr algn="l">
                <a:defRPr sz="746" b="1">
                  <a:solidFill>
                    <a:srgbClr val="009E73"/>
                  </a:solidFill>
                  <a:latin typeface="Arial"/>
                  <a:ea typeface="Arial"/>
                  <a:cs typeface="Arial"/>
                </a:defRPr>
              </a:lvl2pPr>
              <a:lvl3pPr algn="l">
                <a:defRPr sz="746" b="1">
                  <a:solidFill>
                    <a:srgbClr val="009E73"/>
                  </a:solidFill>
                  <a:latin typeface="Arial"/>
                  <a:ea typeface="Arial"/>
                  <a:cs typeface="Arial"/>
                </a:defRPr>
              </a:lvl3pPr>
              <a:lvl4pPr algn="l">
                <a:defRPr sz="746" b="1">
                  <a:solidFill>
                    <a:srgbClr val="009E73"/>
                  </a:solidFill>
                  <a:latin typeface="Arial"/>
                  <a:ea typeface="Arial"/>
                  <a:cs typeface="Arial"/>
                </a:defRPr>
              </a:lvl4pPr>
              <a:lvl5pPr algn="l">
                <a:defRPr sz="746" b="1">
                  <a:solidFill>
                    <a:srgbClr val="009E73"/>
                  </a:solidFill>
                  <a:latin typeface="Arial"/>
                  <a:ea typeface="Arial"/>
                  <a:cs typeface="Arial"/>
                </a:defRPr>
              </a:lvl5pPr>
              <a:lvl6pPr algn="l">
                <a:defRPr sz="746" b="1">
                  <a:solidFill>
                    <a:srgbClr val="009E73"/>
                  </a:solidFill>
                  <a:latin typeface="Arial"/>
                  <a:ea typeface="Arial"/>
                  <a:cs typeface="Arial"/>
                </a:defRPr>
              </a:lvl6pPr>
              <a:lvl7pPr algn="l">
                <a:defRPr sz="746" b="1">
                  <a:solidFill>
                    <a:srgbClr val="009E73"/>
                  </a:solidFill>
                  <a:latin typeface="Arial"/>
                  <a:ea typeface="Arial"/>
                  <a:cs typeface="Arial"/>
                </a:defRPr>
              </a:lvl7pPr>
              <a:lvl8pPr algn="l">
                <a:defRPr sz="746" b="1">
                  <a:solidFill>
                    <a:srgbClr val="009E73"/>
                  </a:solidFill>
                  <a:latin typeface="Arial"/>
                  <a:ea typeface="Arial"/>
                  <a:cs typeface="Arial"/>
                </a:defRPr>
              </a:lvl8pPr>
              <a:lvl9pPr algn="l">
                <a:defRPr sz="746" b="1">
                  <a:solidFill>
                    <a:srgbClr val="009E73"/>
                  </a:solidFill>
                  <a:latin typeface="Arial"/>
                  <a:ea typeface="Arial"/>
                  <a:cs typeface="Arial"/>
                </a:defRPr>
              </a:lvl9pPr>
            </a:lstStyle>
            <a:p>
              <a:pPr algn="l">
                <a:defRPr sz="746" b="1">
                  <a:solidFill>
                    <a:srgbClr val="009E73"/>
                  </a:solidFill>
                  <a:latin typeface="Arial"/>
                  <a:ea typeface="Arial"/>
                  <a:cs typeface="Arial"/>
                </a:defRPr>
              </a:pPr>
              <a:r>
                <a:rPr sz="746" b="1">
                  <a:solidFill>
                    <a:srgbClr val="009E73"/>
                  </a:solidFill>
                  <a:latin typeface="Arial"/>
                  <a:ea typeface="Arial"/>
                  <a:cs typeface="Arial"/>
                </a:rPr>
                <a:t>C</a:t>
              </a:r>
            </a:p>
          </p:txBody>
        </p:sp>
        <p:sp>
          <p:nvSpPr>
            <p:cNvPr id="193" name="complete_saved_R_profile">
              <a:extLst>
                <a:ext uri="{FF2B5EF4-FFF2-40B4-BE49-F238E27FC236}">
                  <ns2:creationId id="{5206719B-78C1-44E3-AAC5-B3A89BBFDFF0}"/>
                </a:ext>
              </a:extLst>
            </p:cNvPr>
            <p:cNvSpPr>
              <a:spLocks noGrp="1"/>
            </p:cNvSpPr>
            <p:nvPr/>
          </p:nvSpPr>
          <p:spPr>
            <a:xfrm>
              <a:off x="8905875" y="3612720"/>
              <a:ext cx="2971800" cy="1270542"/>
            </a:xfrm>
            <a:custGeom>
              <a:pathLst>
                <a:path w="2971800" h="1270542">
                  <a:moveTo>
                    <a:pt x="0" y="1055271"/>
                  </a:moveTo>
                  <a:lnTo>
                    <a:pt x="1452" y="1055270"/>
                  </a:lnTo>
                  <a:lnTo>
                    <a:pt x="2904" y="1055270"/>
                  </a:lnTo>
                  <a:lnTo>
                    <a:pt x="4355" y="1055269"/>
                  </a:lnTo>
                  <a:lnTo>
                    <a:pt x="5807" y="1055269"/>
                  </a:lnTo>
                  <a:lnTo>
                    <a:pt x="7259" y="1055268"/>
                  </a:lnTo>
                  <a:lnTo>
                    <a:pt x="8711" y="1055268"/>
                  </a:lnTo>
                  <a:lnTo>
                    <a:pt x="10162" y="1055267"/>
                  </a:lnTo>
                  <a:lnTo>
                    <a:pt x="11614" y="1055267"/>
                  </a:lnTo>
                  <a:lnTo>
                    <a:pt x="13066" y="1055266"/>
                  </a:lnTo>
                  <a:lnTo>
                    <a:pt x="14518" y="1055266"/>
                  </a:lnTo>
                  <a:lnTo>
                    <a:pt x="15970" y="1055266"/>
                  </a:lnTo>
                  <a:lnTo>
                    <a:pt x="17421" y="1055266"/>
                  </a:lnTo>
                  <a:lnTo>
                    <a:pt x="18873" y="1055265"/>
                  </a:lnTo>
                  <a:lnTo>
                    <a:pt x="20325" y="1055265"/>
                  </a:lnTo>
                  <a:lnTo>
                    <a:pt x="21777" y="1055265"/>
                  </a:lnTo>
                  <a:lnTo>
                    <a:pt x="23229" y="1055264"/>
                  </a:lnTo>
                  <a:lnTo>
                    <a:pt x="24680" y="1055264"/>
                  </a:lnTo>
                  <a:lnTo>
                    <a:pt x="26132" y="1055264"/>
                  </a:lnTo>
                  <a:lnTo>
                    <a:pt x="27584" y="1055264"/>
                  </a:lnTo>
                  <a:lnTo>
                    <a:pt x="29036" y="1055263"/>
                  </a:lnTo>
                  <a:lnTo>
                    <a:pt x="30487" y="1055263"/>
                  </a:lnTo>
                  <a:lnTo>
                    <a:pt x="31939" y="1055263"/>
                  </a:lnTo>
                  <a:lnTo>
                    <a:pt x="33391" y="1055262"/>
                  </a:lnTo>
                  <a:lnTo>
                    <a:pt x="34843" y="1055262"/>
                  </a:lnTo>
                  <a:lnTo>
                    <a:pt x="36295" y="1055262"/>
                  </a:lnTo>
                  <a:lnTo>
                    <a:pt x="37746" y="1055261"/>
                  </a:lnTo>
                  <a:lnTo>
                    <a:pt x="39198" y="1055261"/>
                  </a:lnTo>
                  <a:lnTo>
                    <a:pt x="40650" y="1055261"/>
                  </a:lnTo>
                  <a:lnTo>
                    <a:pt x="42102" y="1055260"/>
                  </a:lnTo>
                  <a:lnTo>
                    <a:pt x="43553" y="1055260"/>
                  </a:lnTo>
                  <a:lnTo>
                    <a:pt x="45005" y="1055260"/>
                  </a:lnTo>
                  <a:lnTo>
                    <a:pt x="46457" y="1055259"/>
                  </a:lnTo>
                  <a:lnTo>
                    <a:pt x="47909" y="1055259"/>
                  </a:lnTo>
                  <a:lnTo>
                    <a:pt x="49361" y="1055258"/>
                  </a:lnTo>
                  <a:lnTo>
                    <a:pt x="50812" y="1055258"/>
                  </a:lnTo>
                  <a:lnTo>
                    <a:pt x="52264" y="1055257"/>
                  </a:lnTo>
                  <a:lnTo>
                    <a:pt x="53716" y="1055257"/>
                  </a:lnTo>
                  <a:lnTo>
                    <a:pt x="55168" y="1055256"/>
                  </a:lnTo>
                  <a:lnTo>
                    <a:pt x="56620" y="1055256"/>
                  </a:lnTo>
                  <a:lnTo>
                    <a:pt x="58071" y="1055255"/>
                  </a:lnTo>
                  <a:lnTo>
                    <a:pt x="59523" y="1055254"/>
                  </a:lnTo>
                  <a:lnTo>
                    <a:pt x="60975" y="1055254"/>
                  </a:lnTo>
                  <a:lnTo>
                    <a:pt x="62427" y="1055253"/>
                  </a:lnTo>
                  <a:lnTo>
                    <a:pt x="63878" y="1055252"/>
                  </a:lnTo>
                  <a:lnTo>
                    <a:pt x="65330" y="1055252"/>
                  </a:lnTo>
                  <a:lnTo>
                    <a:pt x="66782" y="1055251"/>
                  </a:lnTo>
                  <a:lnTo>
                    <a:pt x="68234" y="1055251"/>
                  </a:lnTo>
                  <a:lnTo>
                    <a:pt x="69686" y="1055250"/>
                  </a:lnTo>
                  <a:lnTo>
                    <a:pt x="71137" y="1055249"/>
                  </a:lnTo>
                  <a:lnTo>
                    <a:pt x="72589" y="1055248"/>
                  </a:lnTo>
                  <a:lnTo>
                    <a:pt x="74041" y="1055247"/>
                  </a:lnTo>
                  <a:lnTo>
                    <a:pt x="75493" y="1055247"/>
                  </a:lnTo>
                  <a:lnTo>
                    <a:pt x="76945" y="1055246"/>
                  </a:lnTo>
                  <a:lnTo>
                    <a:pt x="78396" y="1055245"/>
                  </a:lnTo>
                  <a:lnTo>
                    <a:pt x="79848" y="1055243"/>
                  </a:lnTo>
                  <a:lnTo>
                    <a:pt x="81300" y="1055242"/>
                  </a:lnTo>
                  <a:lnTo>
                    <a:pt x="82752" y="1055242"/>
                  </a:lnTo>
                  <a:lnTo>
                    <a:pt x="84203" y="1055241"/>
                  </a:lnTo>
                  <a:lnTo>
                    <a:pt x="85655" y="1055238"/>
                  </a:lnTo>
                  <a:lnTo>
                    <a:pt x="87107" y="1055238"/>
                  </a:lnTo>
                  <a:lnTo>
                    <a:pt x="88559" y="1055237"/>
                  </a:lnTo>
                  <a:lnTo>
                    <a:pt x="90011" y="1055236"/>
                  </a:lnTo>
                  <a:lnTo>
                    <a:pt x="91462" y="1055234"/>
                  </a:lnTo>
                  <a:lnTo>
                    <a:pt x="92914" y="1055232"/>
                  </a:lnTo>
                  <a:lnTo>
                    <a:pt x="94366" y="1055231"/>
                  </a:lnTo>
                  <a:lnTo>
                    <a:pt x="95818" y="1055231"/>
                  </a:lnTo>
                  <a:lnTo>
                    <a:pt x="97269" y="1055229"/>
                  </a:lnTo>
                  <a:lnTo>
                    <a:pt x="98721" y="1055227"/>
                  </a:lnTo>
                  <a:lnTo>
                    <a:pt x="100173" y="1055226"/>
                  </a:lnTo>
                  <a:lnTo>
                    <a:pt x="101625" y="1055225"/>
                  </a:lnTo>
                  <a:lnTo>
                    <a:pt x="103077" y="1055224"/>
                  </a:lnTo>
                  <a:lnTo>
                    <a:pt x="104528" y="1055221"/>
                  </a:lnTo>
                  <a:lnTo>
                    <a:pt x="105980" y="1055220"/>
                  </a:lnTo>
                  <a:lnTo>
                    <a:pt x="107432" y="1055219"/>
                  </a:lnTo>
                  <a:lnTo>
                    <a:pt x="108884" y="1055217"/>
                  </a:lnTo>
                  <a:lnTo>
                    <a:pt x="110336" y="1055215"/>
                  </a:lnTo>
                  <a:lnTo>
                    <a:pt x="111787" y="1055214"/>
                  </a:lnTo>
                  <a:lnTo>
                    <a:pt x="113239" y="1055211"/>
                  </a:lnTo>
                  <a:lnTo>
                    <a:pt x="114691" y="1055210"/>
                  </a:lnTo>
                  <a:lnTo>
                    <a:pt x="116143" y="1055209"/>
                  </a:lnTo>
                  <a:lnTo>
                    <a:pt x="117594" y="1055207"/>
                  </a:lnTo>
                  <a:lnTo>
                    <a:pt x="119046" y="1055205"/>
                  </a:lnTo>
                  <a:lnTo>
                    <a:pt x="120498" y="1055203"/>
                  </a:lnTo>
                  <a:lnTo>
                    <a:pt x="121950" y="1055202"/>
                  </a:lnTo>
                  <a:lnTo>
                    <a:pt x="123402" y="1055201"/>
                  </a:lnTo>
                  <a:lnTo>
                    <a:pt x="124853" y="1055200"/>
                  </a:lnTo>
                  <a:lnTo>
                    <a:pt x="126305" y="1055199"/>
                  </a:lnTo>
                  <a:lnTo>
                    <a:pt x="127757" y="1055199"/>
                  </a:lnTo>
                  <a:lnTo>
                    <a:pt x="129209" y="1055196"/>
                  </a:lnTo>
                  <a:lnTo>
                    <a:pt x="130660" y="1055194"/>
                  </a:lnTo>
                  <a:lnTo>
                    <a:pt x="132112" y="1055192"/>
                  </a:lnTo>
                  <a:lnTo>
                    <a:pt x="133564" y="1055191"/>
                  </a:lnTo>
                  <a:lnTo>
                    <a:pt x="135016" y="1055190"/>
                  </a:lnTo>
                  <a:lnTo>
                    <a:pt x="136468" y="1055188"/>
                  </a:lnTo>
                  <a:lnTo>
                    <a:pt x="137919" y="1055185"/>
                  </a:lnTo>
                  <a:lnTo>
                    <a:pt x="139371" y="1055183"/>
                  </a:lnTo>
                  <a:lnTo>
                    <a:pt x="140823" y="1055181"/>
                  </a:lnTo>
                  <a:lnTo>
                    <a:pt x="142275" y="1055179"/>
                  </a:lnTo>
                  <a:lnTo>
                    <a:pt x="143727" y="1055177"/>
                  </a:lnTo>
                  <a:lnTo>
                    <a:pt x="145178" y="1055175"/>
                  </a:lnTo>
                  <a:lnTo>
                    <a:pt x="146630" y="1055172"/>
                  </a:lnTo>
                  <a:lnTo>
                    <a:pt x="148082" y="1055170"/>
                  </a:lnTo>
                  <a:lnTo>
                    <a:pt x="149534" y="1055168"/>
                  </a:lnTo>
                  <a:lnTo>
                    <a:pt x="150985" y="1055166"/>
                  </a:lnTo>
                  <a:lnTo>
                    <a:pt x="152437" y="1055163"/>
                  </a:lnTo>
                  <a:lnTo>
                    <a:pt x="153889" y="1055161"/>
                  </a:lnTo>
                  <a:lnTo>
                    <a:pt x="155341" y="1055157"/>
                  </a:lnTo>
                  <a:lnTo>
                    <a:pt x="156793" y="1055155"/>
                  </a:lnTo>
                  <a:lnTo>
                    <a:pt x="158244" y="1055150"/>
                  </a:lnTo>
                  <a:lnTo>
                    <a:pt x="159696" y="1055147"/>
                  </a:lnTo>
                  <a:lnTo>
                    <a:pt x="161148" y="1055142"/>
                  </a:lnTo>
                  <a:lnTo>
                    <a:pt x="162600" y="1055137"/>
                  </a:lnTo>
                  <a:lnTo>
                    <a:pt x="164051" y="1055134"/>
                  </a:lnTo>
                  <a:lnTo>
                    <a:pt x="165503" y="1055130"/>
                  </a:lnTo>
                  <a:lnTo>
                    <a:pt x="166955" y="1055126"/>
                  </a:lnTo>
                  <a:lnTo>
                    <a:pt x="168407" y="1055120"/>
                  </a:lnTo>
                  <a:lnTo>
                    <a:pt x="169859" y="1055111"/>
                  </a:lnTo>
                  <a:lnTo>
                    <a:pt x="171310" y="1055101"/>
                  </a:lnTo>
                  <a:lnTo>
                    <a:pt x="172762" y="1055096"/>
                  </a:lnTo>
                  <a:lnTo>
                    <a:pt x="174214" y="1055087"/>
                  </a:lnTo>
                  <a:lnTo>
                    <a:pt x="175666" y="1055077"/>
                  </a:lnTo>
                  <a:lnTo>
                    <a:pt x="177118" y="1055073"/>
                  </a:lnTo>
                  <a:lnTo>
                    <a:pt x="178569" y="1055058"/>
                  </a:lnTo>
                  <a:lnTo>
                    <a:pt x="180021" y="1055049"/>
                  </a:lnTo>
                  <a:lnTo>
                    <a:pt x="181473" y="1055045"/>
                  </a:lnTo>
                  <a:lnTo>
                    <a:pt x="182925" y="1055042"/>
                  </a:lnTo>
                  <a:lnTo>
                    <a:pt x="184376" y="1055039"/>
                  </a:lnTo>
                  <a:lnTo>
                    <a:pt x="185828" y="1055036"/>
                  </a:lnTo>
                  <a:lnTo>
                    <a:pt x="187280" y="1055033"/>
                  </a:lnTo>
                  <a:lnTo>
                    <a:pt x="188732" y="1055030"/>
                  </a:lnTo>
                  <a:lnTo>
                    <a:pt x="190184" y="1055027"/>
                  </a:lnTo>
                  <a:lnTo>
                    <a:pt x="191635" y="1055025"/>
                  </a:lnTo>
                  <a:lnTo>
                    <a:pt x="193087" y="1055022"/>
                  </a:lnTo>
                  <a:lnTo>
                    <a:pt x="194539" y="1055021"/>
                  </a:lnTo>
                  <a:lnTo>
                    <a:pt x="195991" y="1055019"/>
                  </a:lnTo>
                  <a:lnTo>
                    <a:pt x="197443" y="1055017"/>
                  </a:lnTo>
                  <a:lnTo>
                    <a:pt x="198894" y="1055015"/>
                  </a:lnTo>
                  <a:lnTo>
                    <a:pt x="200346" y="1055011"/>
                  </a:lnTo>
                  <a:lnTo>
                    <a:pt x="201798" y="1055009"/>
                  </a:lnTo>
                  <a:lnTo>
                    <a:pt x="203250" y="1055006"/>
                  </a:lnTo>
                  <a:lnTo>
                    <a:pt x="204701" y="1055001"/>
                  </a:lnTo>
                  <a:lnTo>
                    <a:pt x="206153" y="1054998"/>
                  </a:lnTo>
                  <a:lnTo>
                    <a:pt x="207605" y="1054995"/>
                  </a:lnTo>
                  <a:lnTo>
                    <a:pt x="209057" y="1054992"/>
                  </a:lnTo>
                  <a:lnTo>
                    <a:pt x="210509" y="1054989"/>
                  </a:lnTo>
                  <a:lnTo>
                    <a:pt x="211960" y="1054985"/>
                  </a:lnTo>
                  <a:lnTo>
                    <a:pt x="213412" y="1054981"/>
                  </a:lnTo>
                  <a:lnTo>
                    <a:pt x="214864" y="1054976"/>
                  </a:lnTo>
                  <a:lnTo>
                    <a:pt x="216316" y="1054970"/>
                  </a:lnTo>
                  <a:lnTo>
                    <a:pt x="217767" y="1054965"/>
                  </a:lnTo>
                  <a:lnTo>
                    <a:pt x="219219" y="1054962"/>
                  </a:lnTo>
                  <a:lnTo>
                    <a:pt x="220671" y="1054957"/>
                  </a:lnTo>
                  <a:lnTo>
                    <a:pt x="222123" y="1054951"/>
                  </a:lnTo>
                  <a:lnTo>
                    <a:pt x="223575" y="1054948"/>
                  </a:lnTo>
                  <a:lnTo>
                    <a:pt x="225026" y="1054943"/>
                  </a:lnTo>
                  <a:lnTo>
                    <a:pt x="226478" y="1054937"/>
                  </a:lnTo>
                  <a:lnTo>
                    <a:pt x="227930" y="1054930"/>
                  </a:lnTo>
                  <a:lnTo>
                    <a:pt x="229382" y="1054927"/>
                  </a:lnTo>
                  <a:lnTo>
                    <a:pt x="230834" y="1054918"/>
                  </a:lnTo>
                  <a:lnTo>
                    <a:pt x="232285" y="1054912"/>
                  </a:lnTo>
                  <a:lnTo>
                    <a:pt x="233737" y="1054907"/>
                  </a:lnTo>
                  <a:lnTo>
                    <a:pt x="235189" y="1054898"/>
                  </a:lnTo>
                  <a:lnTo>
                    <a:pt x="236641" y="1054890"/>
                  </a:lnTo>
                  <a:lnTo>
                    <a:pt x="238092" y="1054886"/>
                  </a:lnTo>
                  <a:lnTo>
                    <a:pt x="239544" y="1054876"/>
                  </a:lnTo>
                  <a:lnTo>
                    <a:pt x="240996" y="1054869"/>
                  </a:lnTo>
                  <a:lnTo>
                    <a:pt x="242448" y="1054866"/>
                  </a:lnTo>
                  <a:lnTo>
                    <a:pt x="243900" y="1054856"/>
                  </a:lnTo>
                  <a:lnTo>
                    <a:pt x="245351" y="1054848"/>
                  </a:lnTo>
                  <a:lnTo>
                    <a:pt x="246803" y="1054843"/>
                  </a:lnTo>
                  <a:lnTo>
                    <a:pt x="248255" y="1054831"/>
                  </a:lnTo>
                  <a:lnTo>
                    <a:pt x="249707" y="1054819"/>
                  </a:lnTo>
                  <a:lnTo>
                    <a:pt x="251158" y="1054808"/>
                  </a:lnTo>
                  <a:lnTo>
                    <a:pt x="252610" y="1054794"/>
                  </a:lnTo>
                  <a:lnTo>
                    <a:pt x="254062" y="1054786"/>
                  </a:lnTo>
                  <a:lnTo>
                    <a:pt x="255514" y="1054767"/>
                  </a:lnTo>
                  <a:lnTo>
                    <a:pt x="256966" y="1054755"/>
                  </a:lnTo>
                  <a:lnTo>
                    <a:pt x="258417" y="1054740"/>
                  </a:lnTo>
                  <a:lnTo>
                    <a:pt x="259869" y="1054728"/>
                  </a:lnTo>
                  <a:lnTo>
                    <a:pt x="261321" y="1054714"/>
                  </a:lnTo>
                  <a:lnTo>
                    <a:pt x="262773" y="1054708"/>
                  </a:lnTo>
                  <a:lnTo>
                    <a:pt x="264225" y="1054692"/>
                  </a:lnTo>
                  <a:lnTo>
                    <a:pt x="265676" y="1054683"/>
                  </a:lnTo>
                  <a:lnTo>
                    <a:pt x="267128" y="1054663"/>
                  </a:lnTo>
                  <a:lnTo>
                    <a:pt x="268580" y="1054656"/>
                  </a:lnTo>
                  <a:lnTo>
                    <a:pt x="270032" y="1054635"/>
                  </a:lnTo>
                  <a:lnTo>
                    <a:pt x="271483" y="1054627"/>
                  </a:lnTo>
                  <a:lnTo>
                    <a:pt x="272935" y="1054607"/>
                  </a:lnTo>
                  <a:lnTo>
                    <a:pt x="274387" y="1054597"/>
                  </a:lnTo>
                  <a:lnTo>
                    <a:pt x="275839" y="1054578"/>
                  </a:lnTo>
                  <a:lnTo>
                    <a:pt x="277291" y="1054559"/>
                  </a:lnTo>
                  <a:lnTo>
                    <a:pt x="278742" y="1054540"/>
                  </a:lnTo>
                  <a:lnTo>
                    <a:pt x="280194" y="1054512"/>
                  </a:lnTo>
                  <a:lnTo>
                    <a:pt x="281646" y="1054491"/>
                  </a:lnTo>
                  <a:lnTo>
                    <a:pt x="283098" y="1054470"/>
                  </a:lnTo>
                  <a:lnTo>
                    <a:pt x="284549" y="1054455"/>
                  </a:lnTo>
                  <a:lnTo>
                    <a:pt x="286001" y="1054437"/>
                  </a:lnTo>
                  <a:lnTo>
                    <a:pt x="287453" y="1054409"/>
                  </a:lnTo>
                  <a:lnTo>
                    <a:pt x="288905" y="1054376"/>
                  </a:lnTo>
                  <a:lnTo>
                    <a:pt x="290357" y="1054328"/>
                  </a:lnTo>
                  <a:lnTo>
                    <a:pt x="291808" y="1054299"/>
                  </a:lnTo>
                  <a:lnTo>
                    <a:pt x="293260" y="1054264"/>
                  </a:lnTo>
                  <a:lnTo>
                    <a:pt x="294712" y="1054233"/>
                  </a:lnTo>
                  <a:lnTo>
                    <a:pt x="296164" y="1054195"/>
                  </a:lnTo>
                  <a:lnTo>
                    <a:pt x="297616" y="1054169"/>
                  </a:lnTo>
                  <a:lnTo>
                    <a:pt x="299067" y="1054138"/>
                  </a:lnTo>
                  <a:lnTo>
                    <a:pt x="300519" y="1054119"/>
                  </a:lnTo>
                  <a:lnTo>
                    <a:pt x="301971" y="1054068"/>
                  </a:lnTo>
                  <a:lnTo>
                    <a:pt x="303423" y="1054062"/>
                  </a:lnTo>
                  <a:lnTo>
                    <a:pt x="304874" y="1053970"/>
                  </a:lnTo>
                  <a:lnTo>
                    <a:pt x="306326" y="1053916"/>
                  </a:lnTo>
                  <a:lnTo>
                    <a:pt x="307778" y="1053822"/>
                  </a:lnTo>
                  <a:lnTo>
                    <a:pt x="309230" y="1053756"/>
                  </a:lnTo>
                  <a:lnTo>
                    <a:pt x="310682" y="1053636"/>
                  </a:lnTo>
                  <a:lnTo>
                    <a:pt x="312133" y="1053520"/>
                  </a:lnTo>
                  <a:lnTo>
                    <a:pt x="313585" y="1053382"/>
                  </a:lnTo>
                  <a:lnTo>
                    <a:pt x="315037" y="1053259"/>
                  </a:lnTo>
                  <a:lnTo>
                    <a:pt x="316489" y="1053141"/>
                  </a:lnTo>
                  <a:lnTo>
                    <a:pt x="317940" y="1052974"/>
                  </a:lnTo>
                  <a:lnTo>
                    <a:pt x="319392" y="1052850"/>
                  </a:lnTo>
                  <a:lnTo>
                    <a:pt x="320844" y="1052673"/>
                  </a:lnTo>
                  <a:lnTo>
                    <a:pt x="322296" y="1052516"/>
                  </a:lnTo>
                  <a:lnTo>
                    <a:pt x="323748" y="1052269"/>
                  </a:lnTo>
                  <a:lnTo>
                    <a:pt x="325199" y="1052091"/>
                  </a:lnTo>
                  <a:lnTo>
                    <a:pt x="326651" y="1051873"/>
                  </a:lnTo>
                  <a:lnTo>
                    <a:pt x="328103" y="1051641"/>
                  </a:lnTo>
                  <a:lnTo>
                    <a:pt x="329555" y="1051408"/>
                  </a:lnTo>
                  <a:lnTo>
                    <a:pt x="331007" y="1051173"/>
                  </a:lnTo>
                  <a:lnTo>
                    <a:pt x="332458" y="1051010"/>
                  </a:lnTo>
                  <a:lnTo>
                    <a:pt x="333910" y="1050612"/>
                  </a:lnTo>
                  <a:lnTo>
                    <a:pt x="335362" y="1050267"/>
                  </a:lnTo>
                  <a:lnTo>
                    <a:pt x="336814" y="1049976"/>
                  </a:lnTo>
                  <a:lnTo>
                    <a:pt x="338265" y="1049730"/>
                  </a:lnTo>
                  <a:lnTo>
                    <a:pt x="339717" y="1049442"/>
                  </a:lnTo>
                  <a:lnTo>
                    <a:pt x="341169" y="1048938"/>
                  </a:lnTo>
                  <a:lnTo>
                    <a:pt x="342621" y="1048528"/>
                  </a:lnTo>
                  <a:lnTo>
                    <a:pt x="344073" y="1047862"/>
                  </a:lnTo>
                  <a:lnTo>
                    <a:pt x="345524" y="1047631"/>
                  </a:lnTo>
                  <a:lnTo>
                    <a:pt x="346976" y="1047328"/>
                  </a:lnTo>
                  <a:lnTo>
                    <a:pt x="348428" y="1046992"/>
                  </a:lnTo>
                  <a:lnTo>
                    <a:pt x="349880" y="1046565"/>
                  </a:lnTo>
                  <a:lnTo>
                    <a:pt x="351332" y="1045847"/>
                  </a:lnTo>
                  <a:lnTo>
                    <a:pt x="352783" y="1045193"/>
                  </a:lnTo>
                  <a:lnTo>
                    <a:pt x="354235" y="1044668"/>
                  </a:lnTo>
                  <a:lnTo>
                    <a:pt x="355687" y="1044026"/>
                  </a:lnTo>
                  <a:lnTo>
                    <a:pt x="357139" y="1043489"/>
                  </a:lnTo>
                  <a:lnTo>
                    <a:pt x="358590" y="1043153"/>
                  </a:lnTo>
                  <a:lnTo>
                    <a:pt x="360042" y="1042712"/>
                  </a:lnTo>
                  <a:lnTo>
                    <a:pt x="361494" y="1041930"/>
                  </a:lnTo>
                  <a:lnTo>
                    <a:pt x="362946" y="1041189"/>
                  </a:lnTo>
                  <a:lnTo>
                    <a:pt x="364398" y="1040647"/>
                  </a:lnTo>
                  <a:lnTo>
                    <a:pt x="365849" y="1040177"/>
                  </a:lnTo>
                  <a:lnTo>
                    <a:pt x="367301" y="1039366"/>
                  </a:lnTo>
                  <a:lnTo>
                    <a:pt x="368753" y="1038520"/>
                  </a:lnTo>
                  <a:lnTo>
                    <a:pt x="370205" y="1037290"/>
                  </a:lnTo>
                  <a:lnTo>
                    <a:pt x="371656" y="1036766"/>
                  </a:lnTo>
                  <a:lnTo>
                    <a:pt x="373108" y="1036139"/>
                  </a:lnTo>
                  <a:lnTo>
                    <a:pt x="374560" y="1035612"/>
                  </a:lnTo>
                  <a:lnTo>
                    <a:pt x="376012" y="1034734"/>
                  </a:lnTo>
                  <a:lnTo>
                    <a:pt x="377464" y="1034207"/>
                  </a:lnTo>
                  <a:lnTo>
                    <a:pt x="378915" y="1031985"/>
                  </a:lnTo>
                  <a:lnTo>
                    <a:pt x="380367" y="1030554"/>
                  </a:lnTo>
                  <a:lnTo>
                    <a:pt x="381819" y="1029200"/>
                  </a:lnTo>
                  <a:lnTo>
                    <a:pt x="383271" y="1028178"/>
                  </a:lnTo>
                  <a:lnTo>
                    <a:pt x="384723" y="1026843"/>
                  </a:lnTo>
                  <a:lnTo>
                    <a:pt x="386174" y="1025496"/>
                  </a:lnTo>
                  <a:lnTo>
                    <a:pt x="387626" y="1024243"/>
                  </a:lnTo>
                  <a:lnTo>
                    <a:pt x="389078" y="1022827"/>
                  </a:lnTo>
                  <a:lnTo>
                    <a:pt x="390530" y="1019960"/>
                  </a:lnTo>
                  <a:lnTo>
                    <a:pt x="391981" y="1018213"/>
                  </a:lnTo>
                  <a:lnTo>
                    <a:pt x="393433" y="1016256"/>
                  </a:lnTo>
                  <a:lnTo>
                    <a:pt x="394885" y="1014799"/>
                  </a:lnTo>
                  <a:lnTo>
                    <a:pt x="396337" y="1012813"/>
                  </a:lnTo>
                  <a:lnTo>
                    <a:pt x="397789" y="1009448"/>
                  </a:lnTo>
                  <a:lnTo>
                    <a:pt x="399240" y="1007796"/>
                  </a:lnTo>
                  <a:lnTo>
                    <a:pt x="400692" y="1005267"/>
                  </a:lnTo>
                  <a:lnTo>
                    <a:pt x="402144" y="1002494"/>
                  </a:lnTo>
                  <a:lnTo>
                    <a:pt x="403596" y="1000473"/>
                  </a:lnTo>
                  <a:lnTo>
                    <a:pt x="405047" y="998549"/>
                  </a:lnTo>
                  <a:lnTo>
                    <a:pt x="406499" y="996630"/>
                  </a:lnTo>
                  <a:lnTo>
                    <a:pt x="407951" y="995426"/>
                  </a:lnTo>
                  <a:lnTo>
                    <a:pt x="409403" y="992290"/>
                  </a:lnTo>
                  <a:lnTo>
                    <a:pt x="410855" y="991624"/>
                  </a:lnTo>
                  <a:lnTo>
                    <a:pt x="412306" y="989421"/>
                  </a:lnTo>
                  <a:lnTo>
                    <a:pt x="413758" y="987271"/>
                  </a:lnTo>
                  <a:lnTo>
                    <a:pt x="415210" y="984884"/>
                  </a:lnTo>
                  <a:lnTo>
                    <a:pt x="416662" y="983479"/>
                  </a:lnTo>
                  <a:lnTo>
                    <a:pt x="418114" y="979928"/>
                  </a:lnTo>
                  <a:lnTo>
                    <a:pt x="419565" y="975977"/>
                  </a:lnTo>
                  <a:lnTo>
                    <a:pt x="421017" y="973601"/>
                  </a:lnTo>
                  <a:lnTo>
                    <a:pt x="422469" y="970624"/>
                  </a:lnTo>
                  <a:lnTo>
                    <a:pt x="423921" y="964523"/>
                  </a:lnTo>
                  <a:lnTo>
                    <a:pt x="425372" y="960601"/>
                  </a:lnTo>
                  <a:lnTo>
                    <a:pt x="426824" y="957375"/>
                  </a:lnTo>
                  <a:lnTo>
                    <a:pt x="428276" y="953876"/>
                  </a:lnTo>
                  <a:lnTo>
                    <a:pt x="429728" y="948657"/>
                  </a:lnTo>
                  <a:lnTo>
                    <a:pt x="431180" y="944039"/>
                  </a:lnTo>
                  <a:lnTo>
                    <a:pt x="432631" y="940211"/>
                  </a:lnTo>
                  <a:lnTo>
                    <a:pt x="434083" y="933504"/>
                  </a:lnTo>
                  <a:lnTo>
                    <a:pt x="435535" y="930665"/>
                  </a:lnTo>
                  <a:lnTo>
                    <a:pt x="436987" y="923594"/>
                  </a:lnTo>
                  <a:lnTo>
                    <a:pt x="438438" y="916401"/>
                  </a:lnTo>
                  <a:lnTo>
                    <a:pt x="439890" y="912240"/>
                  </a:lnTo>
                  <a:lnTo>
                    <a:pt x="441342" y="906065"/>
                  </a:lnTo>
                  <a:lnTo>
                    <a:pt x="442794" y="900710"/>
                  </a:lnTo>
                  <a:lnTo>
                    <a:pt x="444246" y="895619"/>
                  </a:lnTo>
                  <a:lnTo>
                    <a:pt x="445697" y="890632"/>
                  </a:lnTo>
                  <a:lnTo>
                    <a:pt x="447149" y="881099"/>
                  </a:lnTo>
                  <a:lnTo>
                    <a:pt x="448601" y="874296"/>
                  </a:lnTo>
                  <a:lnTo>
                    <a:pt x="450053" y="866115"/>
                  </a:lnTo>
                  <a:lnTo>
                    <a:pt x="451505" y="859211"/>
                  </a:lnTo>
                  <a:lnTo>
                    <a:pt x="452956" y="851390"/>
                  </a:lnTo>
                  <a:lnTo>
                    <a:pt x="454408" y="849522"/>
                  </a:lnTo>
                  <a:lnTo>
                    <a:pt x="455860" y="840246"/>
                  </a:lnTo>
                  <a:lnTo>
                    <a:pt x="457312" y="839079"/>
                  </a:lnTo>
                  <a:lnTo>
                    <a:pt x="458763" y="829932"/>
                  </a:lnTo>
                  <a:lnTo>
                    <a:pt x="460215" y="819250"/>
                  </a:lnTo>
                  <a:lnTo>
                    <a:pt x="461667" y="807737"/>
                  </a:lnTo>
                  <a:lnTo>
                    <a:pt x="463119" y="793350"/>
                  </a:lnTo>
                  <a:lnTo>
                    <a:pt x="464571" y="787422"/>
                  </a:lnTo>
                  <a:lnTo>
                    <a:pt x="466022" y="775724"/>
                  </a:lnTo>
                  <a:lnTo>
                    <a:pt x="467474" y="774971"/>
                  </a:lnTo>
                  <a:lnTo>
                    <a:pt x="468926" y="757685"/>
                  </a:lnTo>
                  <a:lnTo>
                    <a:pt x="470378" y="742801"/>
                  </a:lnTo>
                  <a:lnTo>
                    <a:pt x="471830" y="721750"/>
                  </a:lnTo>
                  <a:lnTo>
                    <a:pt x="473281" y="700332"/>
                  </a:lnTo>
                  <a:lnTo>
                    <a:pt x="474733" y="684248"/>
                  </a:lnTo>
                  <a:lnTo>
                    <a:pt x="476185" y="657059"/>
                  </a:lnTo>
                  <a:lnTo>
                    <a:pt x="477637" y="619599"/>
                  </a:lnTo>
                  <a:lnTo>
                    <a:pt x="479088" y="597909"/>
                  </a:lnTo>
                  <a:lnTo>
                    <a:pt x="480540" y="573658"/>
                  </a:lnTo>
                  <a:lnTo>
                    <a:pt x="481992" y="530570"/>
                  </a:lnTo>
                  <a:lnTo>
                    <a:pt x="483444" y="503124"/>
                  </a:lnTo>
                  <a:lnTo>
                    <a:pt x="484896" y="472577"/>
                  </a:lnTo>
                  <a:lnTo>
                    <a:pt x="486347" y="445478"/>
                  </a:lnTo>
                  <a:lnTo>
                    <a:pt x="487799" y="411927"/>
                  </a:lnTo>
                  <a:lnTo>
                    <a:pt x="489251" y="369861"/>
                  </a:lnTo>
                  <a:lnTo>
                    <a:pt x="490703" y="298157"/>
                  </a:lnTo>
                  <a:lnTo>
                    <a:pt x="492154" y="246017"/>
                  </a:lnTo>
                  <a:lnTo>
                    <a:pt x="493606" y="238711"/>
                  </a:lnTo>
                  <a:lnTo>
                    <a:pt x="495058" y="281096"/>
                  </a:lnTo>
                  <a:lnTo>
                    <a:pt x="496510" y="339053"/>
                  </a:lnTo>
                  <a:lnTo>
                    <a:pt x="497962" y="388339"/>
                  </a:lnTo>
                  <a:lnTo>
                    <a:pt x="499413" y="428912"/>
                  </a:lnTo>
                  <a:lnTo>
                    <a:pt x="500865" y="441300"/>
                  </a:lnTo>
                  <a:lnTo>
                    <a:pt x="502317" y="441302"/>
                  </a:lnTo>
                  <a:lnTo>
                    <a:pt x="503769" y="441305"/>
                  </a:lnTo>
                  <a:lnTo>
                    <a:pt x="505221" y="441311"/>
                  </a:lnTo>
                  <a:lnTo>
                    <a:pt x="506672" y="441320"/>
                  </a:lnTo>
                  <a:lnTo>
                    <a:pt x="508124" y="441331"/>
                  </a:lnTo>
                  <a:lnTo>
                    <a:pt x="509576" y="441344"/>
                  </a:lnTo>
                  <a:lnTo>
                    <a:pt x="511028" y="441360"/>
                  </a:lnTo>
                  <a:lnTo>
                    <a:pt x="512479" y="441378"/>
                  </a:lnTo>
                  <a:lnTo>
                    <a:pt x="513931" y="441399"/>
                  </a:lnTo>
                  <a:lnTo>
                    <a:pt x="515383" y="441422"/>
                  </a:lnTo>
                  <a:lnTo>
                    <a:pt x="516835" y="441447"/>
                  </a:lnTo>
                  <a:lnTo>
                    <a:pt x="518287" y="441475"/>
                  </a:lnTo>
                  <a:lnTo>
                    <a:pt x="519738" y="441506"/>
                  </a:lnTo>
                  <a:lnTo>
                    <a:pt x="521190" y="441538"/>
                  </a:lnTo>
                  <a:lnTo>
                    <a:pt x="522642" y="441573"/>
                  </a:lnTo>
                  <a:lnTo>
                    <a:pt x="524094" y="441611"/>
                  </a:lnTo>
                  <a:lnTo>
                    <a:pt x="525545" y="441651"/>
                  </a:lnTo>
                  <a:lnTo>
                    <a:pt x="526997" y="441694"/>
                  </a:lnTo>
                  <a:lnTo>
                    <a:pt x="528449" y="441739"/>
                  </a:lnTo>
                  <a:lnTo>
                    <a:pt x="529901" y="441786"/>
                  </a:lnTo>
                  <a:lnTo>
                    <a:pt x="531353" y="441836"/>
                  </a:lnTo>
                  <a:lnTo>
                    <a:pt x="532804" y="441888"/>
                  </a:lnTo>
                  <a:lnTo>
                    <a:pt x="534256" y="441942"/>
                  </a:lnTo>
                  <a:lnTo>
                    <a:pt x="535708" y="441999"/>
                  </a:lnTo>
                  <a:lnTo>
                    <a:pt x="537160" y="442059"/>
                  </a:lnTo>
                  <a:lnTo>
                    <a:pt x="538612" y="442121"/>
                  </a:lnTo>
                  <a:lnTo>
                    <a:pt x="540063" y="442185"/>
                  </a:lnTo>
                  <a:lnTo>
                    <a:pt x="541515" y="442252"/>
                  </a:lnTo>
                  <a:lnTo>
                    <a:pt x="542967" y="442321"/>
                  </a:lnTo>
                  <a:lnTo>
                    <a:pt x="544419" y="442393"/>
                  </a:lnTo>
                  <a:lnTo>
                    <a:pt x="545870" y="442467"/>
                  </a:lnTo>
                  <a:lnTo>
                    <a:pt x="547322" y="442543"/>
                  </a:lnTo>
                  <a:lnTo>
                    <a:pt x="548774" y="442622"/>
                  </a:lnTo>
                  <a:lnTo>
                    <a:pt x="550226" y="442703"/>
                  </a:lnTo>
                  <a:lnTo>
                    <a:pt x="551678" y="442787"/>
                  </a:lnTo>
                  <a:lnTo>
                    <a:pt x="553129" y="442873"/>
                  </a:lnTo>
                  <a:lnTo>
                    <a:pt x="554581" y="442962"/>
                  </a:lnTo>
                  <a:lnTo>
                    <a:pt x="556033" y="443053"/>
                  </a:lnTo>
                  <a:lnTo>
                    <a:pt x="557485" y="443146"/>
                  </a:lnTo>
                  <a:lnTo>
                    <a:pt x="558936" y="443242"/>
                  </a:lnTo>
                  <a:lnTo>
                    <a:pt x="560388" y="443340"/>
                  </a:lnTo>
                  <a:lnTo>
                    <a:pt x="561840" y="443441"/>
                  </a:lnTo>
                  <a:lnTo>
                    <a:pt x="563292" y="443544"/>
                  </a:lnTo>
                  <a:lnTo>
                    <a:pt x="564744" y="443650"/>
                  </a:lnTo>
                  <a:lnTo>
                    <a:pt x="566195" y="443758"/>
                  </a:lnTo>
                  <a:lnTo>
                    <a:pt x="567647" y="443868"/>
                  </a:lnTo>
                  <a:lnTo>
                    <a:pt x="569099" y="443981"/>
                  </a:lnTo>
                  <a:lnTo>
                    <a:pt x="570551" y="444096"/>
                  </a:lnTo>
                  <a:lnTo>
                    <a:pt x="572003" y="444214"/>
                  </a:lnTo>
                  <a:lnTo>
                    <a:pt x="573454" y="444334"/>
                  </a:lnTo>
                  <a:lnTo>
                    <a:pt x="574906" y="444457"/>
                  </a:lnTo>
                  <a:lnTo>
                    <a:pt x="576358" y="444582"/>
                  </a:lnTo>
                  <a:lnTo>
                    <a:pt x="577810" y="444709"/>
                  </a:lnTo>
                  <a:lnTo>
                    <a:pt x="579261" y="444839"/>
                  </a:lnTo>
                  <a:lnTo>
                    <a:pt x="580713" y="444971"/>
                  </a:lnTo>
                  <a:lnTo>
                    <a:pt x="582165" y="445106"/>
                  </a:lnTo>
                  <a:lnTo>
                    <a:pt x="583617" y="660586"/>
                  </a:lnTo>
                  <a:lnTo>
                    <a:pt x="585069" y="445104"/>
                  </a:lnTo>
                  <a:lnTo>
                    <a:pt x="586520" y="444968"/>
                  </a:lnTo>
                  <a:lnTo>
                    <a:pt x="587972" y="444834"/>
                  </a:lnTo>
                  <a:lnTo>
                    <a:pt x="589424" y="444703"/>
                  </a:lnTo>
                  <a:lnTo>
                    <a:pt x="590876" y="444574"/>
                  </a:lnTo>
                  <a:lnTo>
                    <a:pt x="592328" y="444448"/>
                  </a:lnTo>
                  <a:lnTo>
                    <a:pt x="593779" y="444324"/>
                  </a:lnTo>
                  <a:lnTo>
                    <a:pt x="595231" y="444202"/>
                  </a:lnTo>
                  <a:lnTo>
                    <a:pt x="596683" y="444083"/>
                  </a:lnTo>
                  <a:lnTo>
                    <a:pt x="598135" y="443966"/>
                  </a:lnTo>
                  <a:lnTo>
                    <a:pt x="599586" y="443852"/>
                  </a:lnTo>
                  <a:lnTo>
                    <a:pt x="601038" y="443741"/>
                  </a:lnTo>
                  <a:lnTo>
                    <a:pt x="602490" y="443631"/>
                  </a:lnTo>
                  <a:lnTo>
                    <a:pt x="603942" y="443525"/>
                  </a:lnTo>
                  <a:lnTo>
                    <a:pt x="605394" y="443420"/>
                  </a:lnTo>
                  <a:lnTo>
                    <a:pt x="606845" y="443318"/>
                  </a:lnTo>
                  <a:lnTo>
                    <a:pt x="608297" y="443219"/>
                  </a:lnTo>
                  <a:lnTo>
                    <a:pt x="609749" y="443122"/>
                  </a:lnTo>
                  <a:lnTo>
                    <a:pt x="611201" y="443027"/>
                  </a:lnTo>
                  <a:lnTo>
                    <a:pt x="612652" y="442935"/>
                  </a:lnTo>
                  <a:lnTo>
                    <a:pt x="614104" y="442846"/>
                  </a:lnTo>
                  <a:lnTo>
                    <a:pt x="615556" y="442759"/>
                  </a:lnTo>
                  <a:lnTo>
                    <a:pt x="617008" y="442674"/>
                  </a:lnTo>
                  <a:lnTo>
                    <a:pt x="618460" y="442592"/>
                  </a:lnTo>
                  <a:lnTo>
                    <a:pt x="619911" y="442512"/>
                  </a:lnTo>
                  <a:lnTo>
                    <a:pt x="621363" y="442434"/>
                  </a:lnTo>
                  <a:lnTo>
                    <a:pt x="622815" y="442360"/>
                  </a:lnTo>
                  <a:lnTo>
                    <a:pt x="624267" y="442287"/>
                  </a:lnTo>
                  <a:lnTo>
                    <a:pt x="625719" y="442217"/>
                  </a:lnTo>
                  <a:lnTo>
                    <a:pt x="627170" y="442150"/>
                  </a:lnTo>
                  <a:lnTo>
                    <a:pt x="628622" y="442085"/>
                  </a:lnTo>
                  <a:lnTo>
                    <a:pt x="630074" y="442022"/>
                  </a:lnTo>
                  <a:lnTo>
                    <a:pt x="631526" y="441962"/>
                  </a:lnTo>
                  <a:lnTo>
                    <a:pt x="632977" y="441904"/>
                  </a:lnTo>
                  <a:lnTo>
                    <a:pt x="634429" y="441849"/>
                  </a:lnTo>
                  <a:lnTo>
                    <a:pt x="635881" y="441796"/>
                  </a:lnTo>
                  <a:lnTo>
                    <a:pt x="637333" y="441746"/>
                  </a:lnTo>
                  <a:lnTo>
                    <a:pt x="638785" y="441698"/>
                  </a:lnTo>
                  <a:lnTo>
                    <a:pt x="640236" y="441652"/>
                  </a:lnTo>
                  <a:lnTo>
                    <a:pt x="641688" y="441610"/>
                  </a:lnTo>
                  <a:lnTo>
                    <a:pt x="643140" y="441569"/>
                  </a:lnTo>
                  <a:lnTo>
                    <a:pt x="644592" y="441531"/>
                  </a:lnTo>
                  <a:lnTo>
                    <a:pt x="646043" y="441495"/>
                  </a:lnTo>
                  <a:lnTo>
                    <a:pt x="647495" y="441462"/>
                  </a:lnTo>
                  <a:lnTo>
                    <a:pt x="648947" y="441432"/>
                  </a:lnTo>
                  <a:lnTo>
                    <a:pt x="650399" y="441403"/>
                  </a:lnTo>
                  <a:lnTo>
                    <a:pt x="651851" y="441377"/>
                  </a:lnTo>
                  <a:lnTo>
                    <a:pt x="653302" y="441354"/>
                  </a:lnTo>
                  <a:lnTo>
                    <a:pt x="654754" y="441333"/>
                  </a:lnTo>
                  <a:lnTo>
                    <a:pt x="656206" y="441315"/>
                  </a:lnTo>
                  <a:lnTo>
                    <a:pt x="657658" y="441299"/>
                  </a:lnTo>
                  <a:lnTo>
                    <a:pt x="659110" y="441285"/>
                  </a:lnTo>
                  <a:lnTo>
                    <a:pt x="660561" y="441274"/>
                  </a:lnTo>
                  <a:lnTo>
                    <a:pt x="662013" y="441266"/>
                  </a:lnTo>
                  <a:lnTo>
                    <a:pt x="663465" y="441260"/>
                  </a:lnTo>
                  <a:lnTo>
                    <a:pt x="664917" y="441256"/>
                  </a:lnTo>
                  <a:lnTo>
                    <a:pt x="666368" y="441255"/>
                  </a:lnTo>
                  <a:lnTo>
                    <a:pt x="667820" y="445478"/>
                  </a:lnTo>
                  <a:lnTo>
                    <a:pt x="669272" y="774971"/>
                  </a:lnTo>
                  <a:lnTo>
                    <a:pt x="670724" y="775724"/>
                  </a:lnTo>
                  <a:lnTo>
                    <a:pt x="672176" y="840246"/>
                  </a:lnTo>
                  <a:lnTo>
                    <a:pt x="673627" y="937742"/>
                  </a:lnTo>
                  <a:lnTo>
                    <a:pt x="675079" y="990449"/>
                  </a:lnTo>
                  <a:lnTo>
                    <a:pt x="676531" y="990449"/>
                  </a:lnTo>
                  <a:lnTo>
                    <a:pt x="677983" y="990449"/>
                  </a:lnTo>
                  <a:lnTo>
                    <a:pt x="679434" y="990449"/>
                  </a:lnTo>
                  <a:lnTo>
                    <a:pt x="680886" y="990449"/>
                  </a:lnTo>
                  <a:lnTo>
                    <a:pt x="682338" y="990449"/>
                  </a:lnTo>
                  <a:lnTo>
                    <a:pt x="683790" y="990449"/>
                  </a:lnTo>
                  <a:lnTo>
                    <a:pt x="685242" y="990449"/>
                  </a:lnTo>
                  <a:lnTo>
                    <a:pt x="686693" y="990249"/>
                  </a:lnTo>
                  <a:lnTo>
                    <a:pt x="688145" y="990209"/>
                  </a:lnTo>
                  <a:lnTo>
                    <a:pt x="689597" y="990200"/>
                  </a:lnTo>
                  <a:lnTo>
                    <a:pt x="691049" y="989971"/>
                  </a:lnTo>
                  <a:lnTo>
                    <a:pt x="692501" y="989841"/>
                  </a:lnTo>
                  <a:lnTo>
                    <a:pt x="693952" y="989421"/>
                  </a:lnTo>
                  <a:lnTo>
                    <a:pt x="695404" y="989421"/>
                  </a:lnTo>
                  <a:lnTo>
                    <a:pt x="696856" y="989191"/>
                  </a:lnTo>
                  <a:lnTo>
                    <a:pt x="698308" y="988594"/>
                  </a:lnTo>
                  <a:lnTo>
                    <a:pt x="699759" y="988563"/>
                  </a:lnTo>
                  <a:lnTo>
                    <a:pt x="701211" y="987901"/>
                  </a:lnTo>
                  <a:lnTo>
                    <a:pt x="702663" y="987530"/>
                  </a:lnTo>
                  <a:lnTo>
                    <a:pt x="704115" y="987271"/>
                  </a:lnTo>
                  <a:lnTo>
                    <a:pt x="705567" y="987038"/>
                  </a:lnTo>
                  <a:lnTo>
                    <a:pt x="707018" y="986379"/>
                  </a:lnTo>
                  <a:lnTo>
                    <a:pt x="708470" y="986041"/>
                  </a:lnTo>
                  <a:lnTo>
                    <a:pt x="709922" y="985780"/>
                  </a:lnTo>
                  <a:lnTo>
                    <a:pt x="711374" y="985604"/>
                  </a:lnTo>
                  <a:lnTo>
                    <a:pt x="712826" y="985561"/>
                  </a:lnTo>
                  <a:lnTo>
                    <a:pt x="714277" y="984977"/>
                  </a:lnTo>
                  <a:lnTo>
                    <a:pt x="715729" y="984884"/>
                  </a:lnTo>
                  <a:lnTo>
                    <a:pt x="717181" y="984787"/>
                  </a:lnTo>
                  <a:lnTo>
                    <a:pt x="718633" y="984781"/>
                  </a:lnTo>
                  <a:lnTo>
                    <a:pt x="720084" y="984383"/>
                  </a:lnTo>
                  <a:lnTo>
                    <a:pt x="721536" y="984364"/>
                  </a:lnTo>
                  <a:lnTo>
                    <a:pt x="722988" y="984348"/>
                  </a:lnTo>
                  <a:lnTo>
                    <a:pt x="724440" y="984301"/>
                  </a:lnTo>
                  <a:lnTo>
                    <a:pt x="725892" y="984159"/>
                  </a:lnTo>
                  <a:lnTo>
                    <a:pt x="727343" y="983479"/>
                  </a:lnTo>
                  <a:lnTo>
                    <a:pt x="728795" y="983275"/>
                  </a:lnTo>
                  <a:lnTo>
                    <a:pt x="730247" y="982936"/>
                  </a:lnTo>
                  <a:lnTo>
                    <a:pt x="731699" y="982118"/>
                  </a:lnTo>
                  <a:lnTo>
                    <a:pt x="733150" y="981019"/>
                  </a:lnTo>
                  <a:lnTo>
                    <a:pt x="734602" y="980773"/>
                  </a:lnTo>
                  <a:lnTo>
                    <a:pt x="736054" y="980201"/>
                  </a:lnTo>
                  <a:lnTo>
                    <a:pt x="737506" y="979928"/>
                  </a:lnTo>
                  <a:lnTo>
                    <a:pt x="738958" y="979899"/>
                  </a:lnTo>
                  <a:lnTo>
                    <a:pt x="740409" y="979671"/>
                  </a:lnTo>
                  <a:lnTo>
                    <a:pt x="741861" y="979652"/>
                  </a:lnTo>
                  <a:lnTo>
                    <a:pt x="743313" y="979370"/>
                  </a:lnTo>
                  <a:lnTo>
                    <a:pt x="744765" y="978870"/>
                  </a:lnTo>
                  <a:lnTo>
                    <a:pt x="746217" y="978296"/>
                  </a:lnTo>
                  <a:lnTo>
                    <a:pt x="747668" y="977289"/>
                  </a:lnTo>
                  <a:lnTo>
                    <a:pt x="749120" y="975977"/>
                  </a:lnTo>
                  <a:lnTo>
                    <a:pt x="750572" y="975588"/>
                  </a:lnTo>
                  <a:lnTo>
                    <a:pt x="752024" y="975425"/>
                  </a:lnTo>
                  <a:lnTo>
                    <a:pt x="753475" y="975172"/>
                  </a:lnTo>
                  <a:lnTo>
                    <a:pt x="754927" y="974516"/>
                  </a:lnTo>
                  <a:lnTo>
                    <a:pt x="756379" y="974460"/>
                  </a:lnTo>
                  <a:lnTo>
                    <a:pt x="757831" y="974258"/>
                  </a:lnTo>
                  <a:lnTo>
                    <a:pt x="759283" y="973678"/>
                  </a:lnTo>
                  <a:lnTo>
                    <a:pt x="760734" y="973601"/>
                  </a:lnTo>
                  <a:lnTo>
                    <a:pt x="762186" y="973513"/>
                  </a:lnTo>
                  <a:lnTo>
                    <a:pt x="763638" y="972245"/>
                  </a:lnTo>
                  <a:lnTo>
                    <a:pt x="765090" y="971506"/>
                  </a:lnTo>
                  <a:lnTo>
                    <a:pt x="766541" y="971206"/>
                  </a:lnTo>
                  <a:lnTo>
                    <a:pt x="767993" y="970968"/>
                  </a:lnTo>
                  <a:lnTo>
                    <a:pt x="769445" y="970870"/>
                  </a:lnTo>
                  <a:lnTo>
                    <a:pt x="770897" y="970624"/>
                  </a:lnTo>
                  <a:lnTo>
                    <a:pt x="772349" y="970564"/>
                  </a:lnTo>
                  <a:lnTo>
                    <a:pt x="773800" y="970484"/>
                  </a:lnTo>
                  <a:lnTo>
                    <a:pt x="775252" y="969510"/>
                  </a:lnTo>
                  <a:lnTo>
                    <a:pt x="776704" y="966835"/>
                  </a:lnTo>
                  <a:lnTo>
                    <a:pt x="778156" y="966750"/>
                  </a:lnTo>
                  <a:lnTo>
                    <a:pt x="779608" y="966505"/>
                  </a:lnTo>
                  <a:lnTo>
                    <a:pt x="781059" y="965863"/>
                  </a:lnTo>
                  <a:lnTo>
                    <a:pt x="782511" y="964523"/>
                  </a:lnTo>
                  <a:lnTo>
                    <a:pt x="783963" y="964299"/>
                  </a:lnTo>
                  <a:lnTo>
                    <a:pt x="785415" y="963898"/>
                  </a:lnTo>
                  <a:lnTo>
                    <a:pt x="786866" y="962817"/>
                  </a:lnTo>
                  <a:lnTo>
                    <a:pt x="788318" y="962533"/>
                  </a:lnTo>
                  <a:lnTo>
                    <a:pt x="789770" y="962415"/>
                  </a:lnTo>
                  <a:lnTo>
                    <a:pt x="791222" y="961944"/>
                  </a:lnTo>
                  <a:lnTo>
                    <a:pt x="792674" y="961873"/>
                  </a:lnTo>
                  <a:lnTo>
                    <a:pt x="794125" y="960601"/>
                  </a:lnTo>
                  <a:lnTo>
                    <a:pt x="795577" y="960562"/>
                  </a:lnTo>
                  <a:lnTo>
                    <a:pt x="797029" y="960502"/>
                  </a:lnTo>
                  <a:lnTo>
                    <a:pt x="798481" y="960062"/>
                  </a:lnTo>
                  <a:lnTo>
                    <a:pt x="799932" y="957833"/>
                  </a:lnTo>
                  <a:lnTo>
                    <a:pt x="801384" y="957783"/>
                  </a:lnTo>
                  <a:lnTo>
                    <a:pt x="802836" y="957649"/>
                  </a:lnTo>
                  <a:lnTo>
                    <a:pt x="804288" y="957487"/>
                  </a:lnTo>
                  <a:lnTo>
                    <a:pt x="805740" y="956693"/>
                  </a:lnTo>
                  <a:lnTo>
                    <a:pt x="807191" y="956171"/>
                  </a:lnTo>
                  <a:lnTo>
                    <a:pt x="808643" y="955861"/>
                  </a:lnTo>
                  <a:lnTo>
                    <a:pt x="810095" y="955374"/>
                  </a:lnTo>
                  <a:lnTo>
                    <a:pt x="811547" y="954854"/>
                  </a:lnTo>
                  <a:lnTo>
                    <a:pt x="812999" y="954559"/>
                  </a:lnTo>
                  <a:lnTo>
                    <a:pt x="814450" y="954138"/>
                  </a:lnTo>
                  <a:lnTo>
                    <a:pt x="815902" y="953928"/>
                  </a:lnTo>
                  <a:lnTo>
                    <a:pt x="817354" y="952741"/>
                  </a:lnTo>
                  <a:lnTo>
                    <a:pt x="818806" y="952394"/>
                  </a:lnTo>
                  <a:lnTo>
                    <a:pt x="820257" y="952219"/>
                  </a:lnTo>
                  <a:lnTo>
                    <a:pt x="821709" y="951187"/>
                  </a:lnTo>
                  <a:lnTo>
                    <a:pt x="823161" y="950843"/>
                  </a:lnTo>
                  <a:lnTo>
                    <a:pt x="824613" y="950135"/>
                  </a:lnTo>
                  <a:lnTo>
                    <a:pt x="826065" y="950114"/>
                  </a:lnTo>
                  <a:lnTo>
                    <a:pt x="827516" y="948657"/>
                  </a:lnTo>
                  <a:lnTo>
                    <a:pt x="828968" y="948198"/>
                  </a:lnTo>
                  <a:lnTo>
                    <a:pt x="830420" y="946631"/>
                  </a:lnTo>
                  <a:lnTo>
                    <a:pt x="831872" y="946203"/>
                  </a:lnTo>
                  <a:lnTo>
                    <a:pt x="833323" y="945499"/>
                  </a:lnTo>
                  <a:lnTo>
                    <a:pt x="834775" y="945125"/>
                  </a:lnTo>
                  <a:lnTo>
                    <a:pt x="836227" y="944987"/>
                  </a:lnTo>
                  <a:lnTo>
                    <a:pt x="837679" y="944492"/>
                  </a:lnTo>
                  <a:lnTo>
                    <a:pt x="839131" y="943736"/>
                  </a:lnTo>
                  <a:lnTo>
                    <a:pt x="840582" y="942631"/>
                  </a:lnTo>
                  <a:lnTo>
                    <a:pt x="842034" y="942629"/>
                  </a:lnTo>
                  <a:lnTo>
                    <a:pt x="843486" y="942471"/>
                  </a:lnTo>
                  <a:lnTo>
                    <a:pt x="844938" y="942371"/>
                  </a:lnTo>
                  <a:lnTo>
                    <a:pt x="846390" y="941993"/>
                  </a:lnTo>
                  <a:lnTo>
                    <a:pt x="847841" y="941366"/>
                  </a:lnTo>
                  <a:lnTo>
                    <a:pt x="849293" y="941204"/>
                  </a:lnTo>
                  <a:lnTo>
                    <a:pt x="850745" y="940174"/>
                  </a:lnTo>
                  <a:lnTo>
                    <a:pt x="852197" y="940015"/>
                  </a:lnTo>
                  <a:lnTo>
                    <a:pt x="853648" y="939715"/>
                  </a:lnTo>
                  <a:lnTo>
                    <a:pt x="855100" y="939368"/>
                  </a:lnTo>
                  <a:lnTo>
                    <a:pt x="856552" y="937289"/>
                  </a:lnTo>
                  <a:lnTo>
                    <a:pt x="858004" y="937210"/>
                  </a:lnTo>
                  <a:lnTo>
                    <a:pt x="859456" y="936402"/>
                  </a:lnTo>
                  <a:lnTo>
                    <a:pt x="860907" y="934389"/>
                  </a:lnTo>
                  <a:lnTo>
                    <a:pt x="862359" y="933349"/>
                  </a:lnTo>
                  <a:lnTo>
                    <a:pt x="863811" y="933271"/>
                  </a:lnTo>
                  <a:lnTo>
                    <a:pt x="865263" y="932895"/>
                  </a:lnTo>
                  <a:lnTo>
                    <a:pt x="866715" y="932330"/>
                  </a:lnTo>
                  <a:lnTo>
                    <a:pt x="868166" y="931773"/>
                  </a:lnTo>
                  <a:lnTo>
                    <a:pt x="869618" y="931717"/>
                  </a:lnTo>
                  <a:lnTo>
                    <a:pt x="871070" y="931534"/>
                  </a:lnTo>
                  <a:lnTo>
                    <a:pt x="872522" y="931417"/>
                  </a:lnTo>
                  <a:lnTo>
                    <a:pt x="873973" y="930540"/>
                  </a:lnTo>
                  <a:lnTo>
                    <a:pt x="875425" y="928703"/>
                  </a:lnTo>
                  <a:lnTo>
                    <a:pt x="876877" y="928249"/>
                  </a:lnTo>
                  <a:lnTo>
                    <a:pt x="878329" y="928087"/>
                  </a:lnTo>
                  <a:lnTo>
                    <a:pt x="879781" y="926335"/>
                  </a:lnTo>
                  <a:lnTo>
                    <a:pt x="881232" y="926070"/>
                  </a:lnTo>
                  <a:lnTo>
                    <a:pt x="882684" y="924623"/>
                  </a:lnTo>
                  <a:lnTo>
                    <a:pt x="884136" y="923594"/>
                  </a:lnTo>
                  <a:lnTo>
                    <a:pt x="885588" y="923191"/>
                  </a:lnTo>
                  <a:lnTo>
                    <a:pt x="887039" y="923087"/>
                  </a:lnTo>
                  <a:lnTo>
                    <a:pt x="888491" y="922957"/>
                  </a:lnTo>
                  <a:lnTo>
                    <a:pt x="889943" y="922292"/>
                  </a:lnTo>
                  <a:lnTo>
                    <a:pt x="891395" y="920655"/>
                  </a:lnTo>
                  <a:lnTo>
                    <a:pt x="892847" y="918878"/>
                  </a:lnTo>
                  <a:lnTo>
                    <a:pt x="894298" y="916494"/>
                  </a:lnTo>
                  <a:lnTo>
                    <a:pt x="895750" y="915504"/>
                  </a:lnTo>
                  <a:lnTo>
                    <a:pt x="897202" y="915111"/>
                  </a:lnTo>
                  <a:lnTo>
                    <a:pt x="898654" y="914662"/>
                  </a:lnTo>
                  <a:lnTo>
                    <a:pt x="900106" y="914586"/>
                  </a:lnTo>
                  <a:lnTo>
                    <a:pt x="901557" y="914351"/>
                  </a:lnTo>
                  <a:lnTo>
                    <a:pt x="903009" y="914209"/>
                  </a:lnTo>
                  <a:lnTo>
                    <a:pt x="904461" y="912551"/>
                  </a:lnTo>
                  <a:lnTo>
                    <a:pt x="905913" y="912364"/>
                  </a:lnTo>
                  <a:lnTo>
                    <a:pt x="907364" y="910768"/>
                  </a:lnTo>
                  <a:lnTo>
                    <a:pt x="908816" y="909947"/>
                  </a:lnTo>
                  <a:lnTo>
                    <a:pt x="910268" y="909539"/>
                  </a:lnTo>
                  <a:lnTo>
                    <a:pt x="911720" y="908470"/>
                  </a:lnTo>
                  <a:lnTo>
                    <a:pt x="913172" y="907826"/>
                  </a:lnTo>
                  <a:lnTo>
                    <a:pt x="914623" y="907590"/>
                  </a:lnTo>
                  <a:lnTo>
                    <a:pt x="916075" y="907571"/>
                  </a:lnTo>
                  <a:lnTo>
                    <a:pt x="917527" y="906065"/>
                  </a:lnTo>
                  <a:lnTo>
                    <a:pt x="918979" y="905453"/>
                  </a:lnTo>
                  <a:lnTo>
                    <a:pt x="920430" y="904455"/>
                  </a:lnTo>
                  <a:lnTo>
                    <a:pt x="921882" y="904248"/>
                  </a:lnTo>
                  <a:lnTo>
                    <a:pt x="923334" y="903944"/>
                  </a:lnTo>
                  <a:lnTo>
                    <a:pt x="924786" y="903198"/>
                  </a:lnTo>
                  <a:lnTo>
                    <a:pt x="926238" y="902447"/>
                  </a:lnTo>
                  <a:lnTo>
                    <a:pt x="927689" y="902029"/>
                  </a:lnTo>
                  <a:lnTo>
                    <a:pt x="929141" y="900710"/>
                  </a:lnTo>
                  <a:lnTo>
                    <a:pt x="930593" y="900334"/>
                  </a:lnTo>
                  <a:lnTo>
                    <a:pt x="932045" y="900245"/>
                  </a:lnTo>
                  <a:lnTo>
                    <a:pt x="933497" y="899220"/>
                  </a:lnTo>
                  <a:lnTo>
                    <a:pt x="934948" y="897988"/>
                  </a:lnTo>
                  <a:lnTo>
                    <a:pt x="936400" y="897111"/>
                  </a:lnTo>
                  <a:lnTo>
                    <a:pt x="937852" y="896508"/>
                  </a:lnTo>
                  <a:lnTo>
                    <a:pt x="939304" y="895676"/>
                  </a:lnTo>
                  <a:lnTo>
                    <a:pt x="940755" y="895619"/>
                  </a:lnTo>
                  <a:lnTo>
                    <a:pt x="942207" y="894495"/>
                  </a:lnTo>
                  <a:lnTo>
                    <a:pt x="943659" y="894276"/>
                  </a:lnTo>
                  <a:lnTo>
                    <a:pt x="945111" y="894105"/>
                  </a:lnTo>
                  <a:lnTo>
                    <a:pt x="946563" y="892768"/>
                  </a:lnTo>
                  <a:lnTo>
                    <a:pt x="948014" y="890973"/>
                  </a:lnTo>
                  <a:lnTo>
                    <a:pt x="949466" y="890914"/>
                  </a:lnTo>
                  <a:lnTo>
                    <a:pt x="950918" y="890632"/>
                  </a:lnTo>
                  <a:lnTo>
                    <a:pt x="952370" y="890465"/>
                  </a:lnTo>
                  <a:lnTo>
                    <a:pt x="953821" y="887493"/>
                  </a:lnTo>
                  <a:lnTo>
                    <a:pt x="955273" y="887270"/>
                  </a:lnTo>
                  <a:lnTo>
                    <a:pt x="956725" y="885342"/>
                  </a:lnTo>
                  <a:lnTo>
                    <a:pt x="958177" y="883492"/>
                  </a:lnTo>
                  <a:lnTo>
                    <a:pt x="959629" y="883064"/>
                  </a:lnTo>
                  <a:lnTo>
                    <a:pt x="961080" y="882415"/>
                  </a:lnTo>
                  <a:lnTo>
                    <a:pt x="962532" y="881099"/>
                  </a:lnTo>
                  <a:lnTo>
                    <a:pt x="963984" y="880540"/>
                  </a:lnTo>
                  <a:lnTo>
                    <a:pt x="965436" y="880404"/>
                  </a:lnTo>
                  <a:lnTo>
                    <a:pt x="966888" y="879893"/>
                  </a:lnTo>
                  <a:lnTo>
                    <a:pt x="968339" y="879834"/>
                  </a:lnTo>
                  <a:lnTo>
                    <a:pt x="969791" y="877367"/>
                  </a:lnTo>
                  <a:lnTo>
                    <a:pt x="971243" y="876940"/>
                  </a:lnTo>
                  <a:lnTo>
                    <a:pt x="972695" y="875018"/>
                  </a:lnTo>
                  <a:lnTo>
                    <a:pt x="974146" y="874296"/>
                  </a:lnTo>
                  <a:lnTo>
                    <a:pt x="975598" y="872372"/>
                  </a:lnTo>
                  <a:lnTo>
                    <a:pt x="977050" y="870798"/>
                  </a:lnTo>
                  <a:lnTo>
                    <a:pt x="978502" y="870703"/>
                  </a:lnTo>
                  <a:lnTo>
                    <a:pt x="979954" y="870415"/>
                  </a:lnTo>
                  <a:lnTo>
                    <a:pt x="981405" y="867772"/>
                  </a:lnTo>
                  <a:lnTo>
                    <a:pt x="982857" y="866227"/>
                  </a:lnTo>
                  <a:lnTo>
                    <a:pt x="984309" y="866115"/>
                  </a:lnTo>
                  <a:lnTo>
                    <a:pt x="985761" y="864966"/>
                  </a:lnTo>
                  <a:lnTo>
                    <a:pt x="987213" y="863426"/>
                  </a:lnTo>
                  <a:lnTo>
                    <a:pt x="988664" y="862628"/>
                  </a:lnTo>
                  <a:lnTo>
                    <a:pt x="990116" y="862183"/>
                  </a:lnTo>
                  <a:lnTo>
                    <a:pt x="991568" y="862051"/>
                  </a:lnTo>
                  <a:lnTo>
                    <a:pt x="993020" y="860139"/>
                  </a:lnTo>
                  <a:lnTo>
                    <a:pt x="994471" y="859293"/>
                  </a:lnTo>
                  <a:lnTo>
                    <a:pt x="995923" y="859211"/>
                  </a:lnTo>
                  <a:lnTo>
                    <a:pt x="997375" y="858789"/>
                  </a:lnTo>
                  <a:lnTo>
                    <a:pt x="998827" y="857232"/>
                  </a:lnTo>
                  <a:lnTo>
                    <a:pt x="1000279" y="856812"/>
                  </a:lnTo>
                  <a:lnTo>
                    <a:pt x="1001730" y="856462"/>
                  </a:lnTo>
                  <a:lnTo>
                    <a:pt x="1003182" y="855102"/>
                  </a:lnTo>
                  <a:lnTo>
                    <a:pt x="1004634" y="853655"/>
                  </a:lnTo>
                  <a:lnTo>
                    <a:pt x="1006086" y="852369"/>
                  </a:lnTo>
                  <a:lnTo>
                    <a:pt x="1007537" y="851390"/>
                  </a:lnTo>
                  <a:lnTo>
                    <a:pt x="1008989" y="851352"/>
                  </a:lnTo>
                  <a:lnTo>
                    <a:pt x="1010441" y="850370"/>
                  </a:lnTo>
                  <a:lnTo>
                    <a:pt x="1011893" y="850203"/>
                  </a:lnTo>
                  <a:lnTo>
                    <a:pt x="1013345" y="849991"/>
                  </a:lnTo>
                  <a:lnTo>
                    <a:pt x="1014796" y="849920"/>
                  </a:lnTo>
                  <a:lnTo>
                    <a:pt x="1016248" y="849847"/>
                  </a:lnTo>
                  <a:lnTo>
                    <a:pt x="1017700" y="849522"/>
                  </a:lnTo>
                  <a:lnTo>
                    <a:pt x="1019152" y="848720"/>
                  </a:lnTo>
                  <a:lnTo>
                    <a:pt x="1020604" y="847653"/>
                  </a:lnTo>
                  <a:lnTo>
                    <a:pt x="1022055" y="845892"/>
                  </a:lnTo>
                  <a:lnTo>
                    <a:pt x="1023507" y="844588"/>
                  </a:lnTo>
                  <a:lnTo>
                    <a:pt x="1024959" y="844213"/>
                  </a:lnTo>
                  <a:lnTo>
                    <a:pt x="1026411" y="842775"/>
                  </a:lnTo>
                  <a:lnTo>
                    <a:pt x="1027862" y="841507"/>
                  </a:lnTo>
                  <a:lnTo>
                    <a:pt x="1029314" y="840246"/>
                  </a:lnTo>
                  <a:lnTo>
                    <a:pt x="1030766" y="839079"/>
                  </a:lnTo>
                  <a:lnTo>
                    <a:pt x="1032218" y="837742"/>
                  </a:lnTo>
                  <a:lnTo>
                    <a:pt x="1033670" y="837258"/>
                  </a:lnTo>
                  <a:lnTo>
                    <a:pt x="1035121" y="837210"/>
                  </a:lnTo>
                  <a:lnTo>
                    <a:pt x="1036573" y="836492"/>
                  </a:lnTo>
                  <a:lnTo>
                    <a:pt x="1038025" y="835753"/>
                  </a:lnTo>
                  <a:lnTo>
                    <a:pt x="1039477" y="833818"/>
                  </a:lnTo>
                  <a:lnTo>
                    <a:pt x="1040928" y="831475"/>
                  </a:lnTo>
                  <a:lnTo>
                    <a:pt x="1042380" y="831167"/>
                  </a:lnTo>
                  <a:lnTo>
                    <a:pt x="1043832" y="829932"/>
                  </a:lnTo>
                  <a:lnTo>
                    <a:pt x="1045284" y="829105"/>
                  </a:lnTo>
                  <a:lnTo>
                    <a:pt x="1046736" y="829011"/>
                  </a:lnTo>
                  <a:lnTo>
                    <a:pt x="1048187" y="828492"/>
                  </a:lnTo>
                  <a:lnTo>
                    <a:pt x="1049639" y="827941"/>
                  </a:lnTo>
                  <a:lnTo>
                    <a:pt x="1051091" y="824980"/>
                  </a:lnTo>
                  <a:lnTo>
                    <a:pt x="1052543" y="820441"/>
                  </a:lnTo>
                  <a:lnTo>
                    <a:pt x="1053995" y="820026"/>
                  </a:lnTo>
                  <a:lnTo>
                    <a:pt x="1055446" y="819250"/>
                  </a:lnTo>
                  <a:lnTo>
                    <a:pt x="1056898" y="818979"/>
                  </a:lnTo>
                  <a:lnTo>
                    <a:pt x="1058350" y="816998"/>
                  </a:lnTo>
                  <a:lnTo>
                    <a:pt x="1059802" y="815082"/>
                  </a:lnTo>
                  <a:lnTo>
                    <a:pt x="1061253" y="813210"/>
                  </a:lnTo>
                  <a:lnTo>
                    <a:pt x="1062705" y="811520"/>
                  </a:lnTo>
                  <a:lnTo>
                    <a:pt x="1064157" y="808261"/>
                  </a:lnTo>
                  <a:lnTo>
                    <a:pt x="1065609" y="807970"/>
                  </a:lnTo>
                  <a:lnTo>
                    <a:pt x="1067061" y="807838"/>
                  </a:lnTo>
                  <a:lnTo>
                    <a:pt x="1068512" y="806405"/>
                  </a:lnTo>
                  <a:lnTo>
                    <a:pt x="1069964" y="805165"/>
                  </a:lnTo>
                  <a:lnTo>
                    <a:pt x="1071416" y="804295"/>
                  </a:lnTo>
                  <a:lnTo>
                    <a:pt x="1072868" y="801977"/>
                  </a:lnTo>
                  <a:lnTo>
                    <a:pt x="1074319" y="800948"/>
                  </a:lnTo>
                  <a:lnTo>
                    <a:pt x="1075771" y="800173"/>
                  </a:lnTo>
                  <a:lnTo>
                    <a:pt x="1077223" y="797108"/>
                  </a:lnTo>
                  <a:lnTo>
                    <a:pt x="1078675" y="796842"/>
                  </a:lnTo>
                  <a:lnTo>
                    <a:pt x="1080127" y="793350"/>
                  </a:lnTo>
                  <a:lnTo>
                    <a:pt x="1081578" y="792935"/>
                  </a:lnTo>
                  <a:lnTo>
                    <a:pt x="1083030" y="792521"/>
                  </a:lnTo>
                  <a:lnTo>
                    <a:pt x="1084482" y="791789"/>
                  </a:lnTo>
                  <a:lnTo>
                    <a:pt x="1085934" y="790458"/>
                  </a:lnTo>
                  <a:lnTo>
                    <a:pt x="1087386" y="790453"/>
                  </a:lnTo>
                  <a:lnTo>
                    <a:pt x="1088837" y="790361"/>
                  </a:lnTo>
                  <a:lnTo>
                    <a:pt x="1090289" y="789942"/>
                  </a:lnTo>
                  <a:lnTo>
                    <a:pt x="1091741" y="787422"/>
                  </a:lnTo>
                  <a:lnTo>
                    <a:pt x="1093193" y="787361"/>
                  </a:lnTo>
                  <a:lnTo>
                    <a:pt x="1094644" y="786462"/>
                  </a:lnTo>
                  <a:lnTo>
                    <a:pt x="1096096" y="783757"/>
                  </a:lnTo>
                  <a:lnTo>
                    <a:pt x="1097548" y="781706"/>
                  </a:lnTo>
                  <a:lnTo>
                    <a:pt x="1099000" y="780264"/>
                  </a:lnTo>
                  <a:lnTo>
                    <a:pt x="1100452" y="779815"/>
                  </a:lnTo>
                  <a:lnTo>
                    <a:pt x="1101903" y="778368"/>
                  </a:lnTo>
                  <a:lnTo>
                    <a:pt x="1103355" y="777020"/>
                  </a:lnTo>
                  <a:lnTo>
                    <a:pt x="1104807" y="775724"/>
                  </a:lnTo>
                  <a:lnTo>
                    <a:pt x="1106259" y="760756"/>
                  </a:lnTo>
                  <a:lnTo>
                    <a:pt x="1107711" y="740197"/>
                  </a:lnTo>
                  <a:lnTo>
                    <a:pt x="1109162" y="695141"/>
                  </a:lnTo>
                  <a:lnTo>
                    <a:pt x="1110614" y="659490"/>
                  </a:lnTo>
                  <a:lnTo>
                    <a:pt x="1112066" y="627574"/>
                  </a:lnTo>
                  <a:lnTo>
                    <a:pt x="1113518" y="589975"/>
                  </a:lnTo>
                  <a:lnTo>
                    <a:pt x="1114969" y="539477"/>
                  </a:lnTo>
                  <a:lnTo>
                    <a:pt x="1116421" y="479284"/>
                  </a:lnTo>
                  <a:lnTo>
                    <a:pt x="1117873" y="424945"/>
                  </a:lnTo>
                  <a:lnTo>
                    <a:pt x="1119325" y="367806"/>
                  </a:lnTo>
                  <a:lnTo>
                    <a:pt x="1120777" y="287097"/>
                  </a:lnTo>
                  <a:lnTo>
                    <a:pt x="1122228" y="211267"/>
                  </a:lnTo>
                  <a:lnTo>
                    <a:pt x="1123680" y="125824"/>
                  </a:lnTo>
                  <a:lnTo>
                    <a:pt x="1125132" y="11081"/>
                  </a:lnTo>
                  <a:lnTo>
                    <a:pt x="1126584" y="0"/>
                  </a:lnTo>
                  <a:lnTo>
                    <a:pt x="1128035" y="71067"/>
                  </a:lnTo>
                  <a:lnTo>
                    <a:pt x="1129487" y="167510"/>
                  </a:lnTo>
                  <a:lnTo>
                    <a:pt x="1130939" y="247203"/>
                  </a:lnTo>
                  <a:lnTo>
                    <a:pt x="1132391" y="326315"/>
                  </a:lnTo>
                  <a:lnTo>
                    <a:pt x="1133843" y="409597"/>
                  </a:lnTo>
                  <a:lnTo>
                    <a:pt x="1135294" y="445849"/>
                  </a:lnTo>
                  <a:lnTo>
                    <a:pt x="1136746" y="524550"/>
                  </a:lnTo>
                  <a:lnTo>
                    <a:pt x="1138198" y="546466"/>
                  </a:lnTo>
                  <a:lnTo>
                    <a:pt x="1139650" y="612848"/>
                  </a:lnTo>
                  <a:lnTo>
                    <a:pt x="1141102" y="645496"/>
                  </a:lnTo>
                  <a:lnTo>
                    <a:pt x="1142553" y="675513"/>
                  </a:lnTo>
                  <a:lnTo>
                    <a:pt x="1144005" y="713503"/>
                  </a:lnTo>
                  <a:lnTo>
                    <a:pt x="1145457" y="753197"/>
                  </a:lnTo>
                  <a:lnTo>
                    <a:pt x="1146909" y="774775"/>
                  </a:lnTo>
                  <a:lnTo>
                    <a:pt x="1148360" y="775724"/>
                  </a:lnTo>
                  <a:lnTo>
                    <a:pt x="1149812" y="807737"/>
                  </a:lnTo>
                  <a:lnTo>
                    <a:pt x="1151264" y="839079"/>
                  </a:lnTo>
                  <a:lnTo>
                    <a:pt x="1152716" y="840246"/>
                  </a:lnTo>
                  <a:lnTo>
                    <a:pt x="1154168" y="853655"/>
                  </a:lnTo>
                  <a:lnTo>
                    <a:pt x="1155619" y="870415"/>
                  </a:lnTo>
                  <a:lnTo>
                    <a:pt x="1157071" y="887270"/>
                  </a:lnTo>
                  <a:lnTo>
                    <a:pt x="1158523" y="900676"/>
                  </a:lnTo>
                  <a:lnTo>
                    <a:pt x="1159975" y="912364"/>
                  </a:lnTo>
                  <a:lnTo>
                    <a:pt x="1161426" y="926335"/>
                  </a:lnTo>
                  <a:lnTo>
                    <a:pt x="1162878" y="937742"/>
                  </a:lnTo>
                  <a:lnTo>
                    <a:pt x="1164330" y="946203"/>
                  </a:lnTo>
                  <a:lnTo>
                    <a:pt x="1165782" y="956693"/>
                  </a:lnTo>
                  <a:lnTo>
                    <a:pt x="1167234" y="965242"/>
                  </a:lnTo>
                  <a:lnTo>
                    <a:pt x="1168685" y="974460"/>
                  </a:lnTo>
                  <a:lnTo>
                    <a:pt x="1170137" y="982118"/>
                  </a:lnTo>
                  <a:lnTo>
                    <a:pt x="1171589" y="986379"/>
                  </a:lnTo>
                  <a:lnTo>
                    <a:pt x="1173041" y="991624"/>
                  </a:lnTo>
                  <a:lnTo>
                    <a:pt x="1174493" y="992290"/>
                  </a:lnTo>
                  <a:lnTo>
                    <a:pt x="1175944" y="997808"/>
                  </a:lnTo>
                  <a:lnTo>
                    <a:pt x="1177396" y="1002437"/>
                  </a:lnTo>
                  <a:lnTo>
                    <a:pt x="1178848" y="1008356"/>
                  </a:lnTo>
                  <a:lnTo>
                    <a:pt x="1180300" y="1014160"/>
                  </a:lnTo>
                  <a:lnTo>
                    <a:pt x="1181751" y="1018448"/>
                  </a:lnTo>
                  <a:lnTo>
                    <a:pt x="1183203" y="1024043"/>
                  </a:lnTo>
                  <a:lnTo>
                    <a:pt x="1184655" y="1027206"/>
                  </a:lnTo>
                  <a:lnTo>
                    <a:pt x="1186107" y="1029556"/>
                  </a:lnTo>
                  <a:lnTo>
                    <a:pt x="1187559" y="1034207"/>
                  </a:lnTo>
                  <a:lnTo>
                    <a:pt x="1189010" y="1034734"/>
                  </a:lnTo>
                  <a:lnTo>
                    <a:pt x="1190462" y="1036208"/>
                  </a:lnTo>
                  <a:lnTo>
                    <a:pt x="1191914" y="1037998"/>
                  </a:lnTo>
                  <a:lnTo>
                    <a:pt x="1193366" y="1039959"/>
                  </a:lnTo>
                  <a:lnTo>
                    <a:pt x="1194817" y="1041304"/>
                  </a:lnTo>
                  <a:lnTo>
                    <a:pt x="1196269" y="1042785"/>
                  </a:lnTo>
                  <a:lnTo>
                    <a:pt x="1197721" y="1043874"/>
                  </a:lnTo>
                  <a:lnTo>
                    <a:pt x="1199173" y="1045149"/>
                  </a:lnTo>
                  <a:lnTo>
                    <a:pt x="1200625" y="1046644"/>
                  </a:lnTo>
                  <a:lnTo>
                    <a:pt x="1202076" y="1047476"/>
                  </a:lnTo>
                  <a:lnTo>
                    <a:pt x="1203528" y="1048365"/>
                  </a:lnTo>
                  <a:lnTo>
                    <a:pt x="1204980" y="1049442"/>
                  </a:lnTo>
                  <a:lnTo>
                    <a:pt x="1206432" y="1050058"/>
                  </a:lnTo>
                  <a:lnTo>
                    <a:pt x="1207884" y="1050894"/>
                  </a:lnTo>
                  <a:lnTo>
                    <a:pt x="1209335" y="1051381"/>
                  </a:lnTo>
                  <a:lnTo>
                    <a:pt x="1210787" y="1051880"/>
                  </a:lnTo>
                  <a:lnTo>
                    <a:pt x="1212239" y="1052320"/>
                  </a:lnTo>
                  <a:lnTo>
                    <a:pt x="1213691" y="1052791"/>
                  </a:lnTo>
                  <a:lnTo>
                    <a:pt x="1215142" y="1053122"/>
                  </a:lnTo>
                  <a:lnTo>
                    <a:pt x="1216594" y="1053399"/>
                  </a:lnTo>
                  <a:lnTo>
                    <a:pt x="1218046" y="1053705"/>
                  </a:lnTo>
                  <a:lnTo>
                    <a:pt x="1219498" y="1053907"/>
                  </a:lnTo>
                  <a:lnTo>
                    <a:pt x="1220950" y="1054062"/>
                  </a:lnTo>
                  <a:lnTo>
                    <a:pt x="1222401" y="1054904"/>
                  </a:lnTo>
                  <a:lnTo>
                    <a:pt x="1223853" y="1054065"/>
                  </a:lnTo>
                  <a:lnTo>
                    <a:pt x="1225305" y="1053841"/>
                  </a:lnTo>
                  <a:lnTo>
                    <a:pt x="1226757" y="1053396"/>
                  </a:lnTo>
                  <a:lnTo>
                    <a:pt x="1228209" y="1052734"/>
                  </a:lnTo>
                  <a:lnTo>
                    <a:pt x="1229660" y="1051967"/>
                  </a:lnTo>
                  <a:lnTo>
                    <a:pt x="1231112" y="1051833"/>
                  </a:lnTo>
                  <a:lnTo>
                    <a:pt x="1232564" y="1051588"/>
                  </a:lnTo>
                  <a:lnTo>
                    <a:pt x="1234016" y="1050877"/>
                  </a:lnTo>
                  <a:lnTo>
                    <a:pt x="1235467" y="1049742"/>
                  </a:lnTo>
                  <a:lnTo>
                    <a:pt x="1236919" y="1048519"/>
                  </a:lnTo>
                  <a:lnTo>
                    <a:pt x="1238371" y="1046902"/>
                  </a:lnTo>
                  <a:lnTo>
                    <a:pt x="1239823" y="1046279"/>
                  </a:lnTo>
                  <a:lnTo>
                    <a:pt x="1241275" y="1041971"/>
                  </a:lnTo>
                  <a:lnTo>
                    <a:pt x="1242726" y="1039572"/>
                  </a:lnTo>
                  <a:lnTo>
                    <a:pt x="1244178" y="1038308"/>
                  </a:lnTo>
                  <a:lnTo>
                    <a:pt x="1245630" y="1032061"/>
                  </a:lnTo>
                  <a:lnTo>
                    <a:pt x="1247082" y="1025779"/>
                  </a:lnTo>
                  <a:lnTo>
                    <a:pt x="1248533" y="1023284"/>
                  </a:lnTo>
                  <a:lnTo>
                    <a:pt x="1249985" y="1011328"/>
                  </a:lnTo>
                  <a:lnTo>
                    <a:pt x="1251437" y="1007642"/>
                  </a:lnTo>
                  <a:lnTo>
                    <a:pt x="1252889" y="994775"/>
                  </a:lnTo>
                  <a:lnTo>
                    <a:pt x="1254341" y="989760"/>
                  </a:lnTo>
                  <a:lnTo>
                    <a:pt x="1255792" y="999413"/>
                  </a:lnTo>
                  <a:lnTo>
                    <a:pt x="1257244" y="1011290"/>
                  </a:lnTo>
                  <a:lnTo>
                    <a:pt x="1258696" y="1020638"/>
                  </a:lnTo>
                  <a:lnTo>
                    <a:pt x="1260148" y="1025726"/>
                  </a:lnTo>
                  <a:lnTo>
                    <a:pt x="1261600" y="1031985"/>
                  </a:lnTo>
                  <a:lnTo>
                    <a:pt x="1263051" y="1036918"/>
                  </a:lnTo>
                  <a:lnTo>
                    <a:pt x="1264503" y="1038376"/>
                  </a:lnTo>
                  <a:lnTo>
                    <a:pt x="1265955" y="1041859"/>
                  </a:lnTo>
                  <a:lnTo>
                    <a:pt x="1267407" y="1046113"/>
                  </a:lnTo>
                  <a:lnTo>
                    <a:pt x="1268858" y="1046348"/>
                  </a:lnTo>
                  <a:lnTo>
                    <a:pt x="1270310" y="1046990"/>
                  </a:lnTo>
                  <a:lnTo>
                    <a:pt x="1271762" y="1048745"/>
                  </a:lnTo>
                  <a:lnTo>
                    <a:pt x="1273214" y="1050378"/>
                  </a:lnTo>
                  <a:lnTo>
                    <a:pt x="1274666" y="1051394"/>
                  </a:lnTo>
                  <a:lnTo>
                    <a:pt x="1276117" y="1051770"/>
                  </a:lnTo>
                  <a:lnTo>
                    <a:pt x="1277569" y="1054904"/>
                  </a:lnTo>
                  <a:lnTo>
                    <a:pt x="1279021" y="1051880"/>
                  </a:lnTo>
                  <a:lnTo>
                    <a:pt x="1280473" y="1051593"/>
                  </a:lnTo>
                  <a:lnTo>
                    <a:pt x="1281924" y="1051519"/>
                  </a:lnTo>
                  <a:lnTo>
                    <a:pt x="1283376" y="1051474"/>
                  </a:lnTo>
                  <a:lnTo>
                    <a:pt x="1284828" y="1051269"/>
                  </a:lnTo>
                  <a:lnTo>
                    <a:pt x="1286280" y="1051262"/>
                  </a:lnTo>
                  <a:lnTo>
                    <a:pt x="1287732" y="1051199"/>
                  </a:lnTo>
                  <a:lnTo>
                    <a:pt x="1289183" y="1051122"/>
                  </a:lnTo>
                  <a:lnTo>
                    <a:pt x="1290635" y="1050858"/>
                  </a:lnTo>
                  <a:lnTo>
                    <a:pt x="1292087" y="1050777"/>
                  </a:lnTo>
                  <a:lnTo>
                    <a:pt x="1293539" y="1050606"/>
                  </a:lnTo>
                  <a:lnTo>
                    <a:pt x="1294991" y="1050442"/>
                  </a:lnTo>
                  <a:lnTo>
                    <a:pt x="1296442" y="1050344"/>
                  </a:lnTo>
                  <a:lnTo>
                    <a:pt x="1297894" y="1050145"/>
                  </a:lnTo>
                  <a:lnTo>
                    <a:pt x="1299346" y="1049907"/>
                  </a:lnTo>
                  <a:lnTo>
                    <a:pt x="1300798" y="1049380"/>
                  </a:lnTo>
                  <a:lnTo>
                    <a:pt x="1302249" y="1049295"/>
                  </a:lnTo>
                  <a:lnTo>
                    <a:pt x="1303701" y="1049194"/>
                  </a:lnTo>
                  <a:lnTo>
                    <a:pt x="1305153" y="1049095"/>
                  </a:lnTo>
                  <a:lnTo>
                    <a:pt x="1306605" y="1048155"/>
                  </a:lnTo>
                  <a:lnTo>
                    <a:pt x="1308057" y="1047970"/>
                  </a:lnTo>
                  <a:lnTo>
                    <a:pt x="1309508" y="1047796"/>
                  </a:lnTo>
                  <a:lnTo>
                    <a:pt x="1310960" y="1047775"/>
                  </a:lnTo>
                  <a:lnTo>
                    <a:pt x="1312412" y="1047724"/>
                  </a:lnTo>
                  <a:lnTo>
                    <a:pt x="1313864" y="1047327"/>
                  </a:lnTo>
                  <a:lnTo>
                    <a:pt x="1315315" y="1047191"/>
                  </a:lnTo>
                  <a:lnTo>
                    <a:pt x="1316767" y="1046694"/>
                  </a:lnTo>
                  <a:lnTo>
                    <a:pt x="1318219" y="1046634"/>
                  </a:lnTo>
                  <a:lnTo>
                    <a:pt x="1319671" y="1046179"/>
                  </a:lnTo>
                  <a:lnTo>
                    <a:pt x="1321123" y="1046101"/>
                  </a:lnTo>
                  <a:lnTo>
                    <a:pt x="1322574" y="1045516"/>
                  </a:lnTo>
                  <a:lnTo>
                    <a:pt x="1324026" y="1045058"/>
                  </a:lnTo>
                  <a:lnTo>
                    <a:pt x="1325478" y="1044920"/>
                  </a:lnTo>
                  <a:lnTo>
                    <a:pt x="1326930" y="1044229"/>
                  </a:lnTo>
                  <a:lnTo>
                    <a:pt x="1328382" y="1043413"/>
                  </a:lnTo>
                  <a:lnTo>
                    <a:pt x="1329833" y="1043167"/>
                  </a:lnTo>
                  <a:lnTo>
                    <a:pt x="1331285" y="1042695"/>
                  </a:lnTo>
                  <a:lnTo>
                    <a:pt x="1332737" y="1042580"/>
                  </a:lnTo>
                  <a:lnTo>
                    <a:pt x="1334189" y="1042324"/>
                  </a:lnTo>
                  <a:lnTo>
                    <a:pt x="1335640" y="1042103"/>
                  </a:lnTo>
                  <a:lnTo>
                    <a:pt x="1337092" y="1041245"/>
                  </a:lnTo>
                  <a:lnTo>
                    <a:pt x="1338544" y="1041034"/>
                  </a:lnTo>
                  <a:lnTo>
                    <a:pt x="1339996" y="1040736"/>
                  </a:lnTo>
                  <a:lnTo>
                    <a:pt x="1341448" y="1040260"/>
                  </a:lnTo>
                  <a:lnTo>
                    <a:pt x="1342899" y="1040019"/>
                  </a:lnTo>
                  <a:lnTo>
                    <a:pt x="1344351" y="1039393"/>
                  </a:lnTo>
                  <a:lnTo>
                    <a:pt x="1345803" y="1038724"/>
                  </a:lnTo>
                  <a:lnTo>
                    <a:pt x="1347255" y="1037978"/>
                  </a:lnTo>
                  <a:lnTo>
                    <a:pt x="1348706" y="1036614"/>
                  </a:lnTo>
                  <a:lnTo>
                    <a:pt x="1350158" y="1036053"/>
                  </a:lnTo>
                  <a:lnTo>
                    <a:pt x="1351610" y="1035837"/>
                  </a:lnTo>
                  <a:lnTo>
                    <a:pt x="1353062" y="1035560"/>
                  </a:lnTo>
                  <a:lnTo>
                    <a:pt x="1354514" y="1034973"/>
                  </a:lnTo>
                  <a:lnTo>
                    <a:pt x="1355965" y="1034444"/>
                  </a:lnTo>
                  <a:lnTo>
                    <a:pt x="1357417" y="1034105"/>
                  </a:lnTo>
                  <a:lnTo>
                    <a:pt x="1358869" y="1033244"/>
                  </a:lnTo>
                  <a:lnTo>
                    <a:pt x="1360321" y="1032922"/>
                  </a:lnTo>
                  <a:lnTo>
                    <a:pt x="1361773" y="1031993"/>
                  </a:lnTo>
                  <a:lnTo>
                    <a:pt x="1363224" y="1031528"/>
                  </a:lnTo>
                  <a:lnTo>
                    <a:pt x="1364676" y="1030148"/>
                  </a:lnTo>
                  <a:lnTo>
                    <a:pt x="1366128" y="1024154"/>
                  </a:lnTo>
                  <a:lnTo>
                    <a:pt x="1367580" y="1016477"/>
                  </a:lnTo>
                  <a:lnTo>
                    <a:pt x="1369031" y="1009542"/>
                  </a:lnTo>
                  <a:lnTo>
                    <a:pt x="1370483" y="997737"/>
                  </a:lnTo>
                  <a:lnTo>
                    <a:pt x="1371935" y="984367"/>
                  </a:lnTo>
                  <a:lnTo>
                    <a:pt x="1373387" y="970403"/>
                  </a:lnTo>
                  <a:lnTo>
                    <a:pt x="1374839" y="967421"/>
                  </a:lnTo>
                  <a:lnTo>
                    <a:pt x="1376290" y="976890"/>
                  </a:lnTo>
                  <a:lnTo>
                    <a:pt x="1377742" y="993380"/>
                  </a:lnTo>
                  <a:lnTo>
                    <a:pt x="1379194" y="1003744"/>
                  </a:lnTo>
                  <a:lnTo>
                    <a:pt x="1380646" y="1013746"/>
                  </a:lnTo>
                  <a:lnTo>
                    <a:pt x="1382098" y="1020537"/>
                  </a:lnTo>
                  <a:lnTo>
                    <a:pt x="1383549" y="1025846"/>
                  </a:lnTo>
                  <a:lnTo>
                    <a:pt x="1385001" y="1031368"/>
                  </a:lnTo>
                  <a:lnTo>
                    <a:pt x="1386453" y="1031368"/>
                  </a:lnTo>
                  <a:lnTo>
                    <a:pt x="1387905" y="1031368"/>
                  </a:lnTo>
                  <a:lnTo>
                    <a:pt x="1389356" y="1031368"/>
                  </a:lnTo>
                  <a:lnTo>
                    <a:pt x="1390808" y="1031368"/>
                  </a:lnTo>
                  <a:lnTo>
                    <a:pt x="1392260" y="1031369"/>
                  </a:lnTo>
                  <a:lnTo>
                    <a:pt x="1393712" y="1031369"/>
                  </a:lnTo>
                  <a:lnTo>
                    <a:pt x="1395164" y="1031369"/>
                  </a:lnTo>
                  <a:lnTo>
                    <a:pt x="1396615" y="1031369"/>
                  </a:lnTo>
                  <a:lnTo>
                    <a:pt x="1398067" y="1031369"/>
                  </a:lnTo>
                  <a:lnTo>
                    <a:pt x="1399519" y="1031370"/>
                  </a:lnTo>
                  <a:lnTo>
                    <a:pt x="1400971" y="1031370"/>
                  </a:lnTo>
                  <a:lnTo>
                    <a:pt x="1402422" y="1031371"/>
                  </a:lnTo>
                  <a:lnTo>
                    <a:pt x="1403874" y="1031371"/>
                  </a:lnTo>
                  <a:lnTo>
                    <a:pt x="1405326" y="1031371"/>
                  </a:lnTo>
                  <a:lnTo>
                    <a:pt x="1406778" y="1031372"/>
                  </a:lnTo>
                  <a:lnTo>
                    <a:pt x="1408230" y="1031373"/>
                  </a:lnTo>
                  <a:lnTo>
                    <a:pt x="1409681" y="1031373"/>
                  </a:lnTo>
                  <a:lnTo>
                    <a:pt x="1411133" y="1031374"/>
                  </a:lnTo>
                  <a:lnTo>
                    <a:pt x="1412585" y="1031374"/>
                  </a:lnTo>
                  <a:lnTo>
                    <a:pt x="1414037" y="1031375"/>
                  </a:lnTo>
                  <a:lnTo>
                    <a:pt x="1415489" y="1031376"/>
                  </a:lnTo>
                  <a:lnTo>
                    <a:pt x="1416940" y="1031376"/>
                  </a:lnTo>
                  <a:lnTo>
                    <a:pt x="1418392" y="1031377"/>
                  </a:lnTo>
                  <a:lnTo>
                    <a:pt x="1419844" y="1031378"/>
                  </a:lnTo>
                  <a:lnTo>
                    <a:pt x="1421296" y="1031379"/>
                  </a:lnTo>
                  <a:lnTo>
                    <a:pt x="1422747" y="1031380"/>
                  </a:lnTo>
                  <a:lnTo>
                    <a:pt x="1424199" y="1031381"/>
                  </a:lnTo>
                  <a:lnTo>
                    <a:pt x="1425651" y="1031382"/>
                  </a:lnTo>
                  <a:lnTo>
                    <a:pt x="1427103" y="1031383"/>
                  </a:lnTo>
                  <a:lnTo>
                    <a:pt x="1428555" y="1031384"/>
                  </a:lnTo>
                  <a:lnTo>
                    <a:pt x="1430006" y="1031385"/>
                  </a:lnTo>
                  <a:lnTo>
                    <a:pt x="1431458" y="1031386"/>
                  </a:lnTo>
                  <a:lnTo>
                    <a:pt x="1432910" y="1031387"/>
                  </a:lnTo>
                  <a:lnTo>
                    <a:pt x="1434362" y="1031388"/>
                  </a:lnTo>
                  <a:lnTo>
                    <a:pt x="1435813" y="1031389"/>
                  </a:lnTo>
                  <a:lnTo>
                    <a:pt x="1437265" y="1031390"/>
                  </a:lnTo>
                  <a:lnTo>
                    <a:pt x="1438717" y="1031392"/>
                  </a:lnTo>
                  <a:lnTo>
                    <a:pt x="1440169" y="1031393"/>
                  </a:lnTo>
                  <a:lnTo>
                    <a:pt x="1441621" y="1031394"/>
                  </a:lnTo>
                  <a:lnTo>
                    <a:pt x="1443072" y="1031396"/>
                  </a:lnTo>
                  <a:lnTo>
                    <a:pt x="1444524" y="1031397"/>
                  </a:lnTo>
                  <a:lnTo>
                    <a:pt x="1445976" y="1031399"/>
                  </a:lnTo>
                  <a:lnTo>
                    <a:pt x="1447428" y="1031400"/>
                  </a:lnTo>
                  <a:lnTo>
                    <a:pt x="1448880" y="1031402"/>
                  </a:lnTo>
                  <a:lnTo>
                    <a:pt x="1450331" y="1031403"/>
                  </a:lnTo>
                  <a:lnTo>
                    <a:pt x="1451783" y="1031405"/>
                  </a:lnTo>
                  <a:lnTo>
                    <a:pt x="1453235" y="1031406"/>
                  </a:lnTo>
                  <a:lnTo>
                    <a:pt x="1454687" y="1031408"/>
                  </a:lnTo>
                  <a:lnTo>
                    <a:pt x="1456138" y="1031410"/>
                  </a:lnTo>
                  <a:lnTo>
                    <a:pt x="1457590" y="1031411"/>
                  </a:lnTo>
                  <a:lnTo>
                    <a:pt x="1459042" y="1031413"/>
                  </a:lnTo>
                  <a:lnTo>
                    <a:pt x="1460494" y="1031415"/>
                  </a:lnTo>
                  <a:lnTo>
                    <a:pt x="1461946" y="1031417"/>
                  </a:lnTo>
                  <a:lnTo>
                    <a:pt x="1463397" y="1031418"/>
                  </a:lnTo>
                  <a:lnTo>
                    <a:pt x="1464849" y="1031420"/>
                  </a:lnTo>
                  <a:lnTo>
                    <a:pt x="1466301" y="1031422"/>
                  </a:lnTo>
                  <a:lnTo>
                    <a:pt x="1467753" y="1031424"/>
                  </a:lnTo>
                  <a:lnTo>
                    <a:pt x="1469204" y="1031426"/>
                  </a:lnTo>
                  <a:lnTo>
                    <a:pt x="1470656" y="1031428"/>
                  </a:lnTo>
                  <a:lnTo>
                    <a:pt x="1472108" y="1031430"/>
                  </a:lnTo>
                  <a:lnTo>
                    <a:pt x="1473560" y="1031432"/>
                  </a:lnTo>
                  <a:lnTo>
                    <a:pt x="1475012" y="1031434"/>
                  </a:lnTo>
                  <a:lnTo>
                    <a:pt x="1476463" y="1031437"/>
                  </a:lnTo>
                  <a:lnTo>
                    <a:pt x="1477915" y="1031439"/>
                  </a:lnTo>
                  <a:lnTo>
                    <a:pt x="1479367" y="1031441"/>
                  </a:lnTo>
                  <a:lnTo>
                    <a:pt x="1480819" y="1031443"/>
                  </a:lnTo>
                  <a:lnTo>
                    <a:pt x="1482271" y="1031446"/>
                  </a:lnTo>
                  <a:lnTo>
                    <a:pt x="1483722" y="1031448"/>
                  </a:lnTo>
                  <a:lnTo>
                    <a:pt x="1485174" y="1031450"/>
                  </a:lnTo>
                  <a:lnTo>
                    <a:pt x="1486626" y="1031453"/>
                  </a:lnTo>
                  <a:lnTo>
                    <a:pt x="1488078" y="1054904"/>
                  </a:lnTo>
                  <a:lnTo>
                    <a:pt x="1489529" y="1031345"/>
                  </a:lnTo>
                  <a:lnTo>
                    <a:pt x="1490981" y="1031236"/>
                  </a:lnTo>
                  <a:lnTo>
                    <a:pt x="1492433" y="1031129"/>
                  </a:lnTo>
                  <a:lnTo>
                    <a:pt x="1493885" y="1031024"/>
                  </a:lnTo>
                  <a:lnTo>
                    <a:pt x="1495337" y="1030920"/>
                  </a:lnTo>
                  <a:lnTo>
                    <a:pt x="1496788" y="1030817"/>
                  </a:lnTo>
                  <a:lnTo>
                    <a:pt x="1498240" y="1030716"/>
                  </a:lnTo>
                  <a:lnTo>
                    <a:pt x="1499692" y="1030617"/>
                  </a:lnTo>
                  <a:lnTo>
                    <a:pt x="1501144" y="1030519"/>
                  </a:lnTo>
                  <a:lnTo>
                    <a:pt x="1502596" y="1030423"/>
                  </a:lnTo>
                  <a:lnTo>
                    <a:pt x="1504047" y="1030329"/>
                  </a:lnTo>
                  <a:lnTo>
                    <a:pt x="1505499" y="1030236"/>
                  </a:lnTo>
                  <a:lnTo>
                    <a:pt x="1506951" y="1030144"/>
                  </a:lnTo>
                  <a:lnTo>
                    <a:pt x="1508403" y="1030054"/>
                  </a:lnTo>
                  <a:lnTo>
                    <a:pt x="1509854" y="1029966"/>
                  </a:lnTo>
                  <a:lnTo>
                    <a:pt x="1511306" y="1029879"/>
                  </a:lnTo>
                  <a:lnTo>
                    <a:pt x="1512758" y="1029794"/>
                  </a:lnTo>
                  <a:lnTo>
                    <a:pt x="1514210" y="1029710"/>
                  </a:lnTo>
                  <a:lnTo>
                    <a:pt x="1515662" y="1029628"/>
                  </a:lnTo>
                  <a:lnTo>
                    <a:pt x="1517113" y="1029548"/>
                  </a:lnTo>
                  <a:lnTo>
                    <a:pt x="1518565" y="1029469"/>
                  </a:lnTo>
                  <a:lnTo>
                    <a:pt x="1520017" y="1029391"/>
                  </a:lnTo>
                  <a:lnTo>
                    <a:pt x="1521469" y="1029316"/>
                  </a:lnTo>
                  <a:lnTo>
                    <a:pt x="1522920" y="1029241"/>
                  </a:lnTo>
                  <a:lnTo>
                    <a:pt x="1524372" y="1029169"/>
                  </a:lnTo>
                  <a:lnTo>
                    <a:pt x="1525824" y="1029097"/>
                  </a:lnTo>
                  <a:lnTo>
                    <a:pt x="1527276" y="1029028"/>
                  </a:lnTo>
                  <a:lnTo>
                    <a:pt x="1528728" y="1028960"/>
                  </a:lnTo>
                  <a:lnTo>
                    <a:pt x="1530179" y="1028893"/>
                  </a:lnTo>
                  <a:lnTo>
                    <a:pt x="1531631" y="1028829"/>
                  </a:lnTo>
                  <a:lnTo>
                    <a:pt x="1533083" y="1028765"/>
                  </a:lnTo>
                  <a:lnTo>
                    <a:pt x="1534535" y="1028704"/>
                  </a:lnTo>
                  <a:lnTo>
                    <a:pt x="1535987" y="1028643"/>
                  </a:lnTo>
                  <a:lnTo>
                    <a:pt x="1537438" y="1028585"/>
                  </a:lnTo>
                  <a:lnTo>
                    <a:pt x="1538890" y="1028528"/>
                  </a:lnTo>
                  <a:lnTo>
                    <a:pt x="1540342" y="1028472"/>
                  </a:lnTo>
                  <a:lnTo>
                    <a:pt x="1541794" y="1028418"/>
                  </a:lnTo>
                  <a:lnTo>
                    <a:pt x="1543245" y="1028366"/>
                  </a:lnTo>
                  <a:lnTo>
                    <a:pt x="1544697" y="1028315"/>
                  </a:lnTo>
                  <a:lnTo>
                    <a:pt x="1546149" y="1028266"/>
                  </a:lnTo>
                  <a:lnTo>
                    <a:pt x="1547601" y="1028218"/>
                  </a:lnTo>
                  <a:lnTo>
                    <a:pt x="1549053" y="1028172"/>
                  </a:lnTo>
                  <a:lnTo>
                    <a:pt x="1550504" y="1028127"/>
                  </a:lnTo>
                  <a:lnTo>
                    <a:pt x="1551956" y="1028084"/>
                  </a:lnTo>
                  <a:lnTo>
                    <a:pt x="1553408" y="1028043"/>
                  </a:lnTo>
                  <a:lnTo>
                    <a:pt x="1554860" y="1028003"/>
                  </a:lnTo>
                  <a:lnTo>
                    <a:pt x="1556311" y="1027965"/>
                  </a:lnTo>
                  <a:lnTo>
                    <a:pt x="1557763" y="1027928"/>
                  </a:lnTo>
                  <a:lnTo>
                    <a:pt x="1559215" y="1027893"/>
                  </a:lnTo>
                  <a:lnTo>
                    <a:pt x="1560667" y="1027859"/>
                  </a:lnTo>
                  <a:lnTo>
                    <a:pt x="1562119" y="1027827"/>
                  </a:lnTo>
                  <a:lnTo>
                    <a:pt x="1563570" y="1027797"/>
                  </a:lnTo>
                  <a:lnTo>
                    <a:pt x="1565022" y="1027768"/>
                  </a:lnTo>
                  <a:lnTo>
                    <a:pt x="1566474" y="1027740"/>
                  </a:lnTo>
                  <a:lnTo>
                    <a:pt x="1567926" y="1027715"/>
                  </a:lnTo>
                  <a:lnTo>
                    <a:pt x="1569378" y="1027690"/>
                  </a:lnTo>
                  <a:lnTo>
                    <a:pt x="1570829" y="1027668"/>
                  </a:lnTo>
                  <a:lnTo>
                    <a:pt x="1572281" y="1027647"/>
                  </a:lnTo>
                  <a:lnTo>
                    <a:pt x="1573733" y="1027627"/>
                  </a:lnTo>
                  <a:lnTo>
                    <a:pt x="1575185" y="1027609"/>
                  </a:lnTo>
                  <a:lnTo>
                    <a:pt x="1576636" y="1027593"/>
                  </a:lnTo>
                  <a:lnTo>
                    <a:pt x="1578088" y="1027578"/>
                  </a:lnTo>
                  <a:lnTo>
                    <a:pt x="1579540" y="1027565"/>
                  </a:lnTo>
                  <a:lnTo>
                    <a:pt x="1580992" y="1027553"/>
                  </a:lnTo>
                  <a:lnTo>
                    <a:pt x="1582444" y="1027543"/>
                  </a:lnTo>
                  <a:lnTo>
                    <a:pt x="1583895" y="1027534"/>
                  </a:lnTo>
                  <a:lnTo>
                    <a:pt x="1585347" y="1027527"/>
                  </a:lnTo>
                  <a:lnTo>
                    <a:pt x="1586799" y="1027522"/>
                  </a:lnTo>
                  <a:lnTo>
                    <a:pt x="1588251" y="1027518"/>
                  </a:lnTo>
                  <a:lnTo>
                    <a:pt x="1589702" y="1027515"/>
                  </a:lnTo>
                  <a:lnTo>
                    <a:pt x="1591154" y="1027515"/>
                  </a:lnTo>
                  <a:lnTo>
                    <a:pt x="1592606" y="1026274"/>
                  </a:lnTo>
                  <a:lnTo>
                    <a:pt x="1594058" y="1029127"/>
                  </a:lnTo>
                  <a:lnTo>
                    <a:pt x="1595510" y="1031339"/>
                  </a:lnTo>
                  <a:lnTo>
                    <a:pt x="1596961" y="1031528"/>
                  </a:lnTo>
                  <a:lnTo>
                    <a:pt x="1598413" y="1051880"/>
                  </a:lnTo>
                  <a:lnTo>
                    <a:pt x="1599865" y="1051967"/>
                  </a:lnTo>
                  <a:lnTo>
                    <a:pt x="1601317" y="1054065"/>
                  </a:lnTo>
                  <a:lnTo>
                    <a:pt x="1602769" y="1054904"/>
                  </a:lnTo>
                  <a:lnTo>
                    <a:pt x="1604220" y="1054062"/>
                  </a:lnTo>
                  <a:lnTo>
                    <a:pt x="1605672" y="1053206"/>
                  </a:lnTo>
                  <a:lnTo>
                    <a:pt x="1607124" y="1051688"/>
                  </a:lnTo>
                  <a:lnTo>
                    <a:pt x="1608576" y="1049442"/>
                  </a:lnTo>
                  <a:lnTo>
                    <a:pt x="1610027" y="1045606"/>
                  </a:lnTo>
                  <a:lnTo>
                    <a:pt x="1611479" y="1040847"/>
                  </a:lnTo>
                  <a:lnTo>
                    <a:pt x="1612931" y="1034734"/>
                  </a:lnTo>
                  <a:lnTo>
                    <a:pt x="1614383" y="1034207"/>
                  </a:lnTo>
                  <a:lnTo>
                    <a:pt x="1615835" y="1016256"/>
                  </a:lnTo>
                  <a:lnTo>
                    <a:pt x="1617286" y="992290"/>
                  </a:lnTo>
                  <a:lnTo>
                    <a:pt x="1618738" y="991624"/>
                  </a:lnTo>
                  <a:lnTo>
                    <a:pt x="1620190" y="970870"/>
                  </a:lnTo>
                  <a:lnTo>
                    <a:pt x="1621642" y="937742"/>
                  </a:lnTo>
                  <a:lnTo>
                    <a:pt x="1623094" y="894495"/>
                  </a:lnTo>
                  <a:lnTo>
                    <a:pt x="1624545" y="840246"/>
                  </a:lnTo>
                  <a:lnTo>
                    <a:pt x="1625997" y="807100"/>
                  </a:lnTo>
                  <a:lnTo>
                    <a:pt x="1627449" y="803555"/>
                  </a:lnTo>
                  <a:lnTo>
                    <a:pt x="1628901" y="830450"/>
                  </a:lnTo>
                  <a:lnTo>
                    <a:pt x="1630352" y="840246"/>
                  </a:lnTo>
                  <a:lnTo>
                    <a:pt x="1631804" y="841585"/>
                  </a:lnTo>
                  <a:lnTo>
                    <a:pt x="1633256" y="842775"/>
                  </a:lnTo>
                  <a:lnTo>
                    <a:pt x="1634708" y="844588"/>
                  </a:lnTo>
                  <a:lnTo>
                    <a:pt x="1636160" y="847141"/>
                  </a:lnTo>
                  <a:lnTo>
                    <a:pt x="1637611" y="848720"/>
                  </a:lnTo>
                  <a:lnTo>
                    <a:pt x="1639063" y="849522"/>
                  </a:lnTo>
                  <a:lnTo>
                    <a:pt x="1640515" y="849898"/>
                  </a:lnTo>
                  <a:lnTo>
                    <a:pt x="1641967" y="849991"/>
                  </a:lnTo>
                  <a:lnTo>
                    <a:pt x="1643418" y="850203"/>
                  </a:lnTo>
                  <a:lnTo>
                    <a:pt x="1644870" y="851272"/>
                  </a:lnTo>
                  <a:lnTo>
                    <a:pt x="1646322" y="851390"/>
                  </a:lnTo>
                  <a:lnTo>
                    <a:pt x="1647774" y="853655"/>
                  </a:lnTo>
                  <a:lnTo>
                    <a:pt x="1649226" y="854438"/>
                  </a:lnTo>
                  <a:lnTo>
                    <a:pt x="1650677" y="856462"/>
                  </a:lnTo>
                  <a:lnTo>
                    <a:pt x="1652129" y="857232"/>
                  </a:lnTo>
                  <a:lnTo>
                    <a:pt x="1653581" y="857254"/>
                  </a:lnTo>
                  <a:lnTo>
                    <a:pt x="1655033" y="859211"/>
                  </a:lnTo>
                  <a:lnTo>
                    <a:pt x="1656485" y="860139"/>
                  </a:lnTo>
                  <a:lnTo>
                    <a:pt x="1657936" y="862051"/>
                  </a:lnTo>
                  <a:lnTo>
                    <a:pt x="1659388" y="862183"/>
                  </a:lnTo>
                  <a:lnTo>
                    <a:pt x="1660840" y="863426"/>
                  </a:lnTo>
                  <a:lnTo>
                    <a:pt x="1662292" y="864966"/>
                  </a:lnTo>
                  <a:lnTo>
                    <a:pt x="1663743" y="866115"/>
                  </a:lnTo>
                  <a:lnTo>
                    <a:pt x="1665195" y="867772"/>
                  </a:lnTo>
                  <a:lnTo>
                    <a:pt x="1666647" y="870415"/>
                  </a:lnTo>
                  <a:lnTo>
                    <a:pt x="1668099" y="870798"/>
                  </a:lnTo>
                  <a:lnTo>
                    <a:pt x="1669551" y="872372"/>
                  </a:lnTo>
                  <a:lnTo>
                    <a:pt x="1671002" y="874296"/>
                  </a:lnTo>
                  <a:lnTo>
                    <a:pt x="1672454" y="876940"/>
                  </a:lnTo>
                  <a:lnTo>
                    <a:pt x="1673906" y="877367"/>
                  </a:lnTo>
                  <a:lnTo>
                    <a:pt x="1675358" y="879834"/>
                  </a:lnTo>
                  <a:lnTo>
                    <a:pt x="1676809" y="880404"/>
                  </a:lnTo>
                  <a:lnTo>
                    <a:pt x="1678261" y="880645"/>
                  </a:lnTo>
                  <a:lnTo>
                    <a:pt x="1679713" y="881099"/>
                  </a:lnTo>
                  <a:lnTo>
                    <a:pt x="1681165" y="883064"/>
                  </a:lnTo>
                  <a:lnTo>
                    <a:pt x="1682617" y="883492"/>
                  </a:lnTo>
                  <a:lnTo>
                    <a:pt x="1684068" y="885342"/>
                  </a:lnTo>
                  <a:lnTo>
                    <a:pt x="1685520" y="887493"/>
                  </a:lnTo>
                  <a:lnTo>
                    <a:pt x="1686972" y="890465"/>
                  </a:lnTo>
                  <a:lnTo>
                    <a:pt x="1688424" y="890914"/>
                  </a:lnTo>
                  <a:lnTo>
                    <a:pt x="1689876" y="890973"/>
                  </a:lnTo>
                  <a:lnTo>
                    <a:pt x="1691327" y="892768"/>
                  </a:lnTo>
                  <a:lnTo>
                    <a:pt x="1692779" y="894276"/>
                  </a:lnTo>
                  <a:lnTo>
                    <a:pt x="1694231" y="894495"/>
                  </a:lnTo>
                  <a:lnTo>
                    <a:pt x="1695683" y="895619"/>
                  </a:lnTo>
                  <a:lnTo>
                    <a:pt x="1697134" y="896508"/>
                  </a:lnTo>
                  <a:lnTo>
                    <a:pt x="1698586" y="897585"/>
                  </a:lnTo>
                  <a:lnTo>
                    <a:pt x="1700038" y="897988"/>
                  </a:lnTo>
                  <a:lnTo>
                    <a:pt x="1701490" y="900245"/>
                  </a:lnTo>
                  <a:lnTo>
                    <a:pt x="1702942" y="900676"/>
                  </a:lnTo>
                  <a:lnTo>
                    <a:pt x="1704393" y="900710"/>
                  </a:lnTo>
                  <a:lnTo>
                    <a:pt x="1705845" y="902447"/>
                  </a:lnTo>
                  <a:lnTo>
                    <a:pt x="1707297" y="903504"/>
                  </a:lnTo>
                  <a:lnTo>
                    <a:pt x="1708749" y="904248"/>
                  </a:lnTo>
                  <a:lnTo>
                    <a:pt x="1710200" y="904455"/>
                  </a:lnTo>
                  <a:lnTo>
                    <a:pt x="1711652" y="905940"/>
                  </a:lnTo>
                  <a:lnTo>
                    <a:pt x="1713104" y="907571"/>
                  </a:lnTo>
                  <a:lnTo>
                    <a:pt x="1714556" y="907590"/>
                  </a:lnTo>
                  <a:lnTo>
                    <a:pt x="1716008" y="907840"/>
                  </a:lnTo>
                  <a:lnTo>
                    <a:pt x="1717459" y="909539"/>
                  </a:lnTo>
                  <a:lnTo>
                    <a:pt x="1718911" y="910768"/>
                  </a:lnTo>
                  <a:lnTo>
                    <a:pt x="1720363" y="912240"/>
                  </a:lnTo>
                  <a:lnTo>
                    <a:pt x="1721815" y="912551"/>
                  </a:lnTo>
                  <a:lnTo>
                    <a:pt x="1723267" y="914351"/>
                  </a:lnTo>
                  <a:lnTo>
                    <a:pt x="1724718" y="914516"/>
                  </a:lnTo>
                  <a:lnTo>
                    <a:pt x="1726170" y="914662"/>
                  </a:lnTo>
                  <a:lnTo>
                    <a:pt x="1727622" y="915504"/>
                  </a:lnTo>
                  <a:lnTo>
                    <a:pt x="1729074" y="916494"/>
                  </a:lnTo>
                  <a:lnTo>
                    <a:pt x="1730525" y="918878"/>
                  </a:lnTo>
                  <a:lnTo>
                    <a:pt x="1731977" y="921781"/>
                  </a:lnTo>
                  <a:lnTo>
                    <a:pt x="1733429" y="922957"/>
                  </a:lnTo>
                  <a:lnTo>
                    <a:pt x="1734881" y="923087"/>
                  </a:lnTo>
                  <a:lnTo>
                    <a:pt x="1736333" y="923320"/>
                  </a:lnTo>
                  <a:lnTo>
                    <a:pt x="1737784" y="924623"/>
                  </a:lnTo>
                  <a:lnTo>
                    <a:pt x="1739236" y="926335"/>
                  </a:lnTo>
                  <a:lnTo>
                    <a:pt x="1740688" y="927703"/>
                  </a:lnTo>
                  <a:lnTo>
                    <a:pt x="1742140" y="928249"/>
                  </a:lnTo>
                  <a:lnTo>
                    <a:pt x="1743591" y="930540"/>
                  </a:lnTo>
                  <a:lnTo>
                    <a:pt x="1745043" y="930665"/>
                  </a:lnTo>
                  <a:lnTo>
                    <a:pt x="1746495" y="931534"/>
                  </a:lnTo>
                  <a:lnTo>
                    <a:pt x="1747947" y="931773"/>
                  </a:lnTo>
                  <a:lnTo>
                    <a:pt x="1749399" y="932330"/>
                  </a:lnTo>
                  <a:lnTo>
                    <a:pt x="1750850" y="932895"/>
                  </a:lnTo>
                  <a:lnTo>
                    <a:pt x="1752302" y="933349"/>
                  </a:lnTo>
                  <a:lnTo>
                    <a:pt x="1753754" y="934389"/>
                  </a:lnTo>
                  <a:lnTo>
                    <a:pt x="1755206" y="936402"/>
                  </a:lnTo>
                  <a:lnTo>
                    <a:pt x="1756658" y="937289"/>
                  </a:lnTo>
                  <a:lnTo>
                    <a:pt x="1758109" y="939368"/>
                  </a:lnTo>
                  <a:lnTo>
                    <a:pt x="1759561" y="940015"/>
                  </a:lnTo>
                  <a:lnTo>
                    <a:pt x="1761013" y="940174"/>
                  </a:lnTo>
                  <a:lnTo>
                    <a:pt x="1762465" y="941204"/>
                  </a:lnTo>
                  <a:lnTo>
                    <a:pt x="1763916" y="941993"/>
                  </a:lnTo>
                  <a:lnTo>
                    <a:pt x="1765368" y="942371"/>
                  </a:lnTo>
                  <a:lnTo>
                    <a:pt x="1766820" y="942471"/>
                  </a:lnTo>
                  <a:lnTo>
                    <a:pt x="1768272" y="942631"/>
                  </a:lnTo>
                  <a:lnTo>
                    <a:pt x="1769724" y="944039"/>
                  </a:lnTo>
                  <a:lnTo>
                    <a:pt x="1771175" y="944492"/>
                  </a:lnTo>
                  <a:lnTo>
                    <a:pt x="1772627" y="945125"/>
                  </a:lnTo>
                  <a:lnTo>
                    <a:pt x="1774079" y="945691"/>
                  </a:lnTo>
                  <a:lnTo>
                    <a:pt x="1775531" y="946203"/>
                  </a:lnTo>
                  <a:lnTo>
                    <a:pt x="1776983" y="948198"/>
                  </a:lnTo>
                  <a:lnTo>
                    <a:pt x="1778434" y="949580"/>
                  </a:lnTo>
                  <a:lnTo>
                    <a:pt x="1779886" y="950135"/>
                  </a:lnTo>
                  <a:lnTo>
                    <a:pt x="1781338" y="950843"/>
                  </a:lnTo>
                  <a:lnTo>
                    <a:pt x="1782790" y="951815"/>
                  </a:lnTo>
                  <a:lnTo>
                    <a:pt x="1784241" y="952394"/>
                  </a:lnTo>
                  <a:lnTo>
                    <a:pt x="1785693" y="952741"/>
                  </a:lnTo>
                  <a:lnTo>
                    <a:pt x="1787145" y="953928"/>
                  </a:lnTo>
                  <a:lnTo>
                    <a:pt x="1788597" y="954559"/>
                  </a:lnTo>
                  <a:lnTo>
                    <a:pt x="1790049" y="955370"/>
                  </a:lnTo>
                  <a:lnTo>
                    <a:pt x="1791500" y="955374"/>
                  </a:lnTo>
                  <a:lnTo>
                    <a:pt x="1792952" y="956171"/>
                  </a:lnTo>
                  <a:lnTo>
                    <a:pt x="1794404" y="957375"/>
                  </a:lnTo>
                  <a:lnTo>
                    <a:pt x="1795856" y="957487"/>
                  </a:lnTo>
                  <a:lnTo>
                    <a:pt x="1797307" y="957783"/>
                  </a:lnTo>
                  <a:lnTo>
                    <a:pt x="1798759" y="959369"/>
                  </a:lnTo>
                  <a:lnTo>
                    <a:pt x="1800211" y="960502"/>
                  </a:lnTo>
                  <a:lnTo>
                    <a:pt x="1801663" y="960562"/>
                  </a:lnTo>
                  <a:lnTo>
                    <a:pt x="1803115" y="961493"/>
                  </a:lnTo>
                  <a:lnTo>
                    <a:pt x="1804566" y="961944"/>
                  </a:lnTo>
                  <a:lnTo>
                    <a:pt x="1806018" y="962415"/>
                  </a:lnTo>
                  <a:lnTo>
                    <a:pt x="1807470" y="962656"/>
                  </a:lnTo>
                  <a:lnTo>
                    <a:pt x="1808922" y="963898"/>
                  </a:lnTo>
                  <a:lnTo>
                    <a:pt x="1810374" y="964523"/>
                  </a:lnTo>
                  <a:lnTo>
                    <a:pt x="1811825" y="965242"/>
                  </a:lnTo>
                  <a:lnTo>
                    <a:pt x="1813277" y="966505"/>
                  </a:lnTo>
                  <a:lnTo>
                    <a:pt x="1814729" y="966835"/>
                  </a:lnTo>
                  <a:lnTo>
                    <a:pt x="1816181" y="969196"/>
                  </a:lnTo>
                  <a:lnTo>
                    <a:pt x="1817632" y="970484"/>
                  </a:lnTo>
                  <a:lnTo>
                    <a:pt x="1819084" y="970624"/>
                  </a:lnTo>
                  <a:lnTo>
                    <a:pt x="1820536" y="970870"/>
                  </a:lnTo>
                  <a:lnTo>
                    <a:pt x="1821988" y="970968"/>
                  </a:lnTo>
                  <a:lnTo>
                    <a:pt x="1823440" y="971506"/>
                  </a:lnTo>
                  <a:lnTo>
                    <a:pt x="1824891" y="972245"/>
                  </a:lnTo>
                  <a:lnTo>
                    <a:pt x="1826343" y="973513"/>
                  </a:lnTo>
                  <a:lnTo>
                    <a:pt x="1827795" y="973678"/>
                  </a:lnTo>
                  <a:lnTo>
                    <a:pt x="1829247" y="974258"/>
                  </a:lnTo>
                  <a:lnTo>
                    <a:pt x="1830698" y="974516"/>
                  </a:lnTo>
                  <a:lnTo>
                    <a:pt x="1832150" y="975172"/>
                  </a:lnTo>
                  <a:lnTo>
                    <a:pt x="1833602" y="975425"/>
                  </a:lnTo>
                  <a:lnTo>
                    <a:pt x="1835054" y="975977"/>
                  </a:lnTo>
                  <a:lnTo>
                    <a:pt x="1836506" y="976250"/>
                  </a:lnTo>
                  <a:lnTo>
                    <a:pt x="1837957" y="978296"/>
                  </a:lnTo>
                  <a:lnTo>
                    <a:pt x="1839409" y="979370"/>
                  </a:lnTo>
                  <a:lnTo>
                    <a:pt x="1840861" y="979652"/>
                  </a:lnTo>
                  <a:lnTo>
                    <a:pt x="1842313" y="979671"/>
                  </a:lnTo>
                  <a:lnTo>
                    <a:pt x="1843765" y="979928"/>
                  </a:lnTo>
                  <a:lnTo>
                    <a:pt x="1845216" y="980201"/>
                  </a:lnTo>
                  <a:lnTo>
                    <a:pt x="1846668" y="980773"/>
                  </a:lnTo>
                  <a:lnTo>
                    <a:pt x="1848120" y="982118"/>
                  </a:lnTo>
                  <a:lnTo>
                    <a:pt x="1849572" y="982936"/>
                  </a:lnTo>
                  <a:lnTo>
                    <a:pt x="1851023" y="983479"/>
                  </a:lnTo>
                  <a:lnTo>
                    <a:pt x="1852475" y="984159"/>
                  </a:lnTo>
                  <a:lnTo>
                    <a:pt x="1853927" y="984301"/>
                  </a:lnTo>
                  <a:lnTo>
                    <a:pt x="1855379" y="984364"/>
                  </a:lnTo>
                  <a:lnTo>
                    <a:pt x="1856831" y="984383"/>
                  </a:lnTo>
                  <a:lnTo>
                    <a:pt x="1858282" y="984781"/>
                  </a:lnTo>
                  <a:lnTo>
                    <a:pt x="1859734" y="984884"/>
                  </a:lnTo>
                  <a:lnTo>
                    <a:pt x="1861186" y="985486"/>
                  </a:lnTo>
                  <a:lnTo>
                    <a:pt x="1862638" y="985561"/>
                  </a:lnTo>
                  <a:lnTo>
                    <a:pt x="1864089" y="985780"/>
                  </a:lnTo>
                  <a:lnTo>
                    <a:pt x="1865541" y="986300"/>
                  </a:lnTo>
                  <a:lnTo>
                    <a:pt x="1866993" y="986379"/>
                  </a:lnTo>
                  <a:lnTo>
                    <a:pt x="1868445" y="987271"/>
                  </a:lnTo>
                  <a:lnTo>
                    <a:pt x="1869897" y="987544"/>
                  </a:lnTo>
                  <a:lnTo>
                    <a:pt x="1871348" y="988563"/>
                  </a:lnTo>
                  <a:lnTo>
                    <a:pt x="1872800" y="988594"/>
                  </a:lnTo>
                  <a:lnTo>
                    <a:pt x="1874252" y="989326"/>
                  </a:lnTo>
                  <a:lnTo>
                    <a:pt x="1875704" y="989421"/>
                  </a:lnTo>
                  <a:lnTo>
                    <a:pt x="1877156" y="989841"/>
                  </a:lnTo>
                  <a:lnTo>
                    <a:pt x="1878607" y="990179"/>
                  </a:lnTo>
                  <a:lnTo>
                    <a:pt x="1880059" y="990209"/>
                  </a:lnTo>
                  <a:lnTo>
                    <a:pt x="1881511" y="990756"/>
                  </a:lnTo>
                  <a:lnTo>
                    <a:pt x="1882963" y="990771"/>
                  </a:lnTo>
                  <a:lnTo>
                    <a:pt x="1884414" y="991624"/>
                  </a:lnTo>
                  <a:lnTo>
                    <a:pt x="1885866" y="992290"/>
                  </a:lnTo>
                  <a:lnTo>
                    <a:pt x="1887318" y="993106"/>
                  </a:lnTo>
                  <a:lnTo>
                    <a:pt x="1888770" y="993369"/>
                  </a:lnTo>
                  <a:lnTo>
                    <a:pt x="1890222" y="993670"/>
                  </a:lnTo>
                  <a:lnTo>
                    <a:pt x="1891673" y="994203"/>
                  </a:lnTo>
                  <a:lnTo>
                    <a:pt x="1893125" y="994770"/>
                  </a:lnTo>
                  <a:lnTo>
                    <a:pt x="1894577" y="995426"/>
                  </a:lnTo>
                  <a:lnTo>
                    <a:pt x="1896029" y="995916"/>
                  </a:lnTo>
                  <a:lnTo>
                    <a:pt x="1897481" y="996260"/>
                  </a:lnTo>
                  <a:lnTo>
                    <a:pt x="1898932" y="996459"/>
                  </a:lnTo>
                  <a:lnTo>
                    <a:pt x="1900384" y="996531"/>
                  </a:lnTo>
                  <a:lnTo>
                    <a:pt x="1901836" y="996630"/>
                  </a:lnTo>
                  <a:lnTo>
                    <a:pt x="1903288" y="997113"/>
                  </a:lnTo>
                  <a:lnTo>
                    <a:pt x="1904739" y="997282"/>
                  </a:lnTo>
                  <a:lnTo>
                    <a:pt x="1906191" y="997808"/>
                  </a:lnTo>
                  <a:lnTo>
                    <a:pt x="1907643" y="998020"/>
                  </a:lnTo>
                  <a:lnTo>
                    <a:pt x="1909095" y="998222"/>
                  </a:lnTo>
                  <a:lnTo>
                    <a:pt x="1910547" y="998549"/>
                  </a:lnTo>
                  <a:lnTo>
                    <a:pt x="1911998" y="998688"/>
                  </a:lnTo>
                  <a:lnTo>
                    <a:pt x="1913450" y="999551"/>
                  </a:lnTo>
                  <a:lnTo>
                    <a:pt x="1914902" y="999733"/>
                  </a:lnTo>
                  <a:lnTo>
                    <a:pt x="1916354" y="999926"/>
                  </a:lnTo>
                  <a:lnTo>
                    <a:pt x="1917805" y="1000273"/>
                  </a:lnTo>
                  <a:lnTo>
                    <a:pt x="1919257" y="1000615"/>
                  </a:lnTo>
                  <a:lnTo>
                    <a:pt x="1920709" y="1000858"/>
                  </a:lnTo>
                  <a:lnTo>
                    <a:pt x="1922161" y="1001142"/>
                  </a:lnTo>
                  <a:lnTo>
                    <a:pt x="1923613" y="1002085"/>
                  </a:lnTo>
                  <a:lnTo>
                    <a:pt x="1925064" y="1002104"/>
                  </a:lnTo>
                  <a:lnTo>
                    <a:pt x="1926516" y="1002494"/>
                  </a:lnTo>
                  <a:lnTo>
                    <a:pt x="1927968" y="1002834"/>
                  </a:lnTo>
                  <a:lnTo>
                    <a:pt x="1929420" y="1003437"/>
                  </a:lnTo>
                  <a:lnTo>
                    <a:pt x="1930872" y="1004361"/>
                  </a:lnTo>
                  <a:lnTo>
                    <a:pt x="1932323" y="1004466"/>
                  </a:lnTo>
                  <a:lnTo>
                    <a:pt x="1933775" y="1005209"/>
                  </a:lnTo>
                  <a:lnTo>
                    <a:pt x="1935227" y="1005267"/>
                  </a:lnTo>
                  <a:lnTo>
                    <a:pt x="1936679" y="1005587"/>
                  </a:lnTo>
                  <a:lnTo>
                    <a:pt x="1938130" y="1006422"/>
                  </a:lnTo>
                  <a:lnTo>
                    <a:pt x="1939582" y="1007059"/>
                  </a:lnTo>
                  <a:lnTo>
                    <a:pt x="1941034" y="1007175"/>
                  </a:lnTo>
                  <a:lnTo>
                    <a:pt x="1942486" y="1007766"/>
                  </a:lnTo>
                  <a:lnTo>
                    <a:pt x="1943938" y="1007930"/>
                  </a:lnTo>
                  <a:lnTo>
                    <a:pt x="1945389" y="1007978"/>
                  </a:lnTo>
                  <a:lnTo>
                    <a:pt x="1946841" y="1008389"/>
                  </a:lnTo>
                  <a:lnTo>
                    <a:pt x="1948293" y="1008443"/>
                  </a:lnTo>
                  <a:lnTo>
                    <a:pt x="1949745" y="1008980"/>
                  </a:lnTo>
                  <a:lnTo>
                    <a:pt x="1951196" y="1009448"/>
                  </a:lnTo>
                  <a:lnTo>
                    <a:pt x="1952648" y="1009787"/>
                  </a:lnTo>
                  <a:lnTo>
                    <a:pt x="1954100" y="1009955"/>
                  </a:lnTo>
                  <a:lnTo>
                    <a:pt x="1955552" y="1010182"/>
                  </a:lnTo>
                  <a:lnTo>
                    <a:pt x="1957004" y="1011119"/>
                  </a:lnTo>
                  <a:lnTo>
                    <a:pt x="1958455" y="1011832"/>
                  </a:lnTo>
                  <a:lnTo>
                    <a:pt x="1959907" y="1013049"/>
                  </a:lnTo>
                  <a:lnTo>
                    <a:pt x="1961359" y="1013351"/>
                  </a:lnTo>
                  <a:lnTo>
                    <a:pt x="1962811" y="1013525"/>
                  </a:lnTo>
                  <a:lnTo>
                    <a:pt x="1964263" y="1013982"/>
                  </a:lnTo>
                  <a:lnTo>
                    <a:pt x="1965714" y="1014015"/>
                  </a:lnTo>
                  <a:lnTo>
                    <a:pt x="1967166" y="1014366"/>
                  </a:lnTo>
                  <a:lnTo>
                    <a:pt x="1968618" y="1014991"/>
                  </a:lnTo>
                  <a:lnTo>
                    <a:pt x="1970070" y="1015329"/>
                  </a:lnTo>
                  <a:lnTo>
                    <a:pt x="1971521" y="1015402"/>
                  </a:lnTo>
                  <a:lnTo>
                    <a:pt x="1972973" y="1015865"/>
                  </a:lnTo>
                  <a:lnTo>
                    <a:pt x="1974425" y="1016114"/>
                  </a:lnTo>
                  <a:lnTo>
                    <a:pt x="1975877" y="1016217"/>
                  </a:lnTo>
                  <a:lnTo>
                    <a:pt x="1977329" y="1016272"/>
                  </a:lnTo>
                  <a:lnTo>
                    <a:pt x="1978780" y="1016734"/>
                  </a:lnTo>
                  <a:lnTo>
                    <a:pt x="1980232" y="1017192"/>
                  </a:lnTo>
                  <a:lnTo>
                    <a:pt x="1981684" y="1017317"/>
                  </a:lnTo>
                  <a:lnTo>
                    <a:pt x="1983136" y="1018115"/>
                  </a:lnTo>
                  <a:lnTo>
                    <a:pt x="1984587" y="1018219"/>
                  </a:lnTo>
                  <a:lnTo>
                    <a:pt x="1986039" y="1018704"/>
                  </a:lnTo>
                  <a:lnTo>
                    <a:pt x="1987491" y="1018772"/>
                  </a:lnTo>
                  <a:lnTo>
                    <a:pt x="1988943" y="1019011"/>
                  </a:lnTo>
                  <a:lnTo>
                    <a:pt x="1990395" y="1019347"/>
                  </a:lnTo>
                  <a:lnTo>
                    <a:pt x="1991846" y="1019523"/>
                  </a:lnTo>
                  <a:lnTo>
                    <a:pt x="1993298" y="1020509"/>
                  </a:lnTo>
                  <a:lnTo>
                    <a:pt x="1994750" y="1021506"/>
                  </a:lnTo>
                  <a:lnTo>
                    <a:pt x="1996202" y="1022196"/>
                  </a:lnTo>
                  <a:lnTo>
                    <a:pt x="1997654" y="1022216"/>
                  </a:lnTo>
                  <a:lnTo>
                    <a:pt x="1999105" y="1022546"/>
                  </a:lnTo>
                  <a:lnTo>
                    <a:pt x="2000557" y="1022827"/>
                  </a:lnTo>
                  <a:lnTo>
                    <a:pt x="2002009" y="1023060"/>
                  </a:lnTo>
                  <a:lnTo>
                    <a:pt x="2003461" y="1023554"/>
                  </a:lnTo>
                  <a:lnTo>
                    <a:pt x="2004912" y="1024006"/>
                  </a:lnTo>
                  <a:lnTo>
                    <a:pt x="2006364" y="1024141"/>
                  </a:lnTo>
                  <a:lnTo>
                    <a:pt x="2007816" y="1024177"/>
                  </a:lnTo>
                  <a:lnTo>
                    <a:pt x="2009268" y="1024356"/>
                  </a:lnTo>
                  <a:lnTo>
                    <a:pt x="2010720" y="1024479"/>
                  </a:lnTo>
                  <a:lnTo>
                    <a:pt x="2012171" y="1024508"/>
                  </a:lnTo>
                  <a:lnTo>
                    <a:pt x="2013623" y="1025092"/>
                  </a:lnTo>
                  <a:lnTo>
                    <a:pt x="2015075" y="1025204"/>
                  </a:lnTo>
                  <a:lnTo>
                    <a:pt x="2016527" y="1025496"/>
                  </a:lnTo>
                  <a:lnTo>
                    <a:pt x="2017979" y="1025693"/>
                  </a:lnTo>
                  <a:lnTo>
                    <a:pt x="2019430" y="1025864"/>
                  </a:lnTo>
                  <a:lnTo>
                    <a:pt x="2020882" y="1026133"/>
                  </a:lnTo>
                  <a:lnTo>
                    <a:pt x="2022334" y="1026148"/>
                  </a:lnTo>
                  <a:lnTo>
                    <a:pt x="2023786" y="1026483"/>
                  </a:lnTo>
                  <a:lnTo>
                    <a:pt x="2025237" y="1026843"/>
                  </a:lnTo>
                  <a:lnTo>
                    <a:pt x="2026689" y="1027492"/>
                  </a:lnTo>
                  <a:lnTo>
                    <a:pt x="2028141" y="1027540"/>
                  </a:lnTo>
                  <a:lnTo>
                    <a:pt x="2029593" y="1027804"/>
                  </a:lnTo>
                  <a:lnTo>
                    <a:pt x="2031045" y="1028111"/>
                  </a:lnTo>
                  <a:lnTo>
                    <a:pt x="2032496" y="1028150"/>
                  </a:lnTo>
                  <a:lnTo>
                    <a:pt x="2033948" y="1028327"/>
                  </a:lnTo>
                  <a:lnTo>
                    <a:pt x="2035400" y="1028497"/>
                  </a:lnTo>
                  <a:lnTo>
                    <a:pt x="2036852" y="1028641"/>
                  </a:lnTo>
                  <a:lnTo>
                    <a:pt x="2038303" y="1028693"/>
                  </a:lnTo>
                  <a:lnTo>
                    <a:pt x="2039755" y="1028989"/>
                  </a:lnTo>
                  <a:lnTo>
                    <a:pt x="2041207" y="1029200"/>
                  </a:lnTo>
                  <a:lnTo>
                    <a:pt x="2042659" y="1029399"/>
                  </a:lnTo>
                  <a:lnTo>
                    <a:pt x="2044111" y="1029452"/>
                  </a:lnTo>
                  <a:lnTo>
                    <a:pt x="2045562" y="1029556"/>
                  </a:lnTo>
                  <a:lnTo>
                    <a:pt x="2047014" y="1030068"/>
                  </a:lnTo>
                  <a:lnTo>
                    <a:pt x="2048466" y="1030274"/>
                  </a:lnTo>
                  <a:lnTo>
                    <a:pt x="2049918" y="1030554"/>
                  </a:lnTo>
                  <a:lnTo>
                    <a:pt x="2051370" y="1030771"/>
                  </a:lnTo>
                  <a:lnTo>
                    <a:pt x="2052821" y="1030921"/>
                  </a:lnTo>
                  <a:lnTo>
                    <a:pt x="2054273" y="1031195"/>
                  </a:lnTo>
                  <a:lnTo>
                    <a:pt x="2055725" y="1031656"/>
                  </a:lnTo>
                  <a:lnTo>
                    <a:pt x="2057177" y="1031985"/>
                  </a:lnTo>
                  <a:lnTo>
                    <a:pt x="2058628" y="1032317"/>
                  </a:lnTo>
                  <a:lnTo>
                    <a:pt x="2060080" y="1032607"/>
                  </a:lnTo>
                  <a:lnTo>
                    <a:pt x="2061532" y="1032805"/>
                  </a:lnTo>
                  <a:lnTo>
                    <a:pt x="2062984" y="1033358"/>
                  </a:lnTo>
                  <a:lnTo>
                    <a:pt x="2064436" y="1033369"/>
                  </a:lnTo>
                  <a:lnTo>
                    <a:pt x="2065887" y="1034207"/>
                  </a:lnTo>
                  <a:lnTo>
                    <a:pt x="2067339" y="1250019"/>
                  </a:lnTo>
                  <a:lnTo>
                    <a:pt x="2068791" y="1032111"/>
                  </a:lnTo>
                  <a:lnTo>
                    <a:pt x="2070243" y="1030635"/>
                  </a:lnTo>
                  <a:lnTo>
                    <a:pt x="2071694" y="1026681"/>
                  </a:lnTo>
                  <a:lnTo>
                    <a:pt x="2073146" y="1021556"/>
                  </a:lnTo>
                  <a:lnTo>
                    <a:pt x="2074598" y="1017220"/>
                  </a:lnTo>
                  <a:lnTo>
                    <a:pt x="2076050" y="1011320"/>
                  </a:lnTo>
                  <a:lnTo>
                    <a:pt x="2077502" y="1005449"/>
                  </a:lnTo>
                  <a:lnTo>
                    <a:pt x="2078953" y="996529"/>
                  </a:lnTo>
                  <a:lnTo>
                    <a:pt x="2080405" y="988681"/>
                  </a:lnTo>
                  <a:lnTo>
                    <a:pt x="2081857" y="972217"/>
                  </a:lnTo>
                  <a:lnTo>
                    <a:pt x="2083309" y="962911"/>
                  </a:lnTo>
                  <a:lnTo>
                    <a:pt x="2084761" y="947043"/>
                  </a:lnTo>
                  <a:lnTo>
                    <a:pt x="2086212" y="925950"/>
                  </a:lnTo>
                  <a:lnTo>
                    <a:pt x="2087664" y="906238"/>
                  </a:lnTo>
                  <a:lnTo>
                    <a:pt x="2089116" y="880266"/>
                  </a:lnTo>
                  <a:lnTo>
                    <a:pt x="2090568" y="843347"/>
                  </a:lnTo>
                  <a:lnTo>
                    <a:pt x="2092019" y="800003"/>
                  </a:lnTo>
                  <a:lnTo>
                    <a:pt x="2093471" y="795766"/>
                  </a:lnTo>
                  <a:lnTo>
                    <a:pt x="2094923" y="816434"/>
                  </a:lnTo>
                  <a:lnTo>
                    <a:pt x="2096375" y="854990"/>
                  </a:lnTo>
                  <a:lnTo>
                    <a:pt x="2097827" y="888535"/>
                  </a:lnTo>
                  <a:lnTo>
                    <a:pt x="2099278" y="916019"/>
                  </a:lnTo>
                  <a:lnTo>
                    <a:pt x="2100730" y="939494"/>
                  </a:lnTo>
                  <a:lnTo>
                    <a:pt x="2102182" y="953305"/>
                  </a:lnTo>
                  <a:lnTo>
                    <a:pt x="2103634" y="966829"/>
                  </a:lnTo>
                  <a:lnTo>
                    <a:pt x="2105085" y="980220"/>
                  </a:lnTo>
                  <a:lnTo>
                    <a:pt x="2106537" y="994216"/>
                  </a:lnTo>
                  <a:lnTo>
                    <a:pt x="2107989" y="1001470"/>
                  </a:lnTo>
                  <a:lnTo>
                    <a:pt x="2109441" y="1006783"/>
                  </a:lnTo>
                  <a:lnTo>
                    <a:pt x="2110893" y="1013483"/>
                  </a:lnTo>
                  <a:lnTo>
                    <a:pt x="2112344" y="1020909"/>
                  </a:lnTo>
                  <a:lnTo>
                    <a:pt x="2113796" y="1024218"/>
                  </a:lnTo>
                  <a:lnTo>
                    <a:pt x="2115248" y="1028520"/>
                  </a:lnTo>
                  <a:lnTo>
                    <a:pt x="2116700" y="1031171"/>
                  </a:lnTo>
                  <a:lnTo>
                    <a:pt x="2118152" y="1034467"/>
                  </a:lnTo>
                  <a:lnTo>
                    <a:pt x="2119603" y="1034734"/>
                  </a:lnTo>
                  <a:lnTo>
                    <a:pt x="2121055" y="1035129"/>
                  </a:lnTo>
                  <a:lnTo>
                    <a:pt x="2122507" y="1035302"/>
                  </a:lnTo>
                  <a:lnTo>
                    <a:pt x="2123959" y="1035633"/>
                  </a:lnTo>
                  <a:lnTo>
                    <a:pt x="2125410" y="1035948"/>
                  </a:lnTo>
                  <a:lnTo>
                    <a:pt x="2126862" y="1036139"/>
                  </a:lnTo>
                  <a:lnTo>
                    <a:pt x="2128314" y="1036226"/>
                  </a:lnTo>
                  <a:lnTo>
                    <a:pt x="2129766" y="1036610"/>
                  </a:lnTo>
                  <a:lnTo>
                    <a:pt x="2131218" y="1036920"/>
                  </a:lnTo>
                  <a:lnTo>
                    <a:pt x="2132669" y="1037143"/>
                  </a:lnTo>
                  <a:lnTo>
                    <a:pt x="2134121" y="1037290"/>
                  </a:lnTo>
                  <a:lnTo>
                    <a:pt x="2135573" y="1037867"/>
                  </a:lnTo>
                  <a:lnTo>
                    <a:pt x="2137025" y="1038493"/>
                  </a:lnTo>
                  <a:lnTo>
                    <a:pt x="2138477" y="1038684"/>
                  </a:lnTo>
                  <a:lnTo>
                    <a:pt x="2139928" y="1039055"/>
                  </a:lnTo>
                  <a:lnTo>
                    <a:pt x="2141380" y="1039366"/>
                  </a:lnTo>
                  <a:lnTo>
                    <a:pt x="2142832" y="1039547"/>
                  </a:lnTo>
                  <a:lnTo>
                    <a:pt x="2144284" y="1039959"/>
                  </a:lnTo>
                  <a:lnTo>
                    <a:pt x="2145735" y="1040249"/>
                  </a:lnTo>
                  <a:lnTo>
                    <a:pt x="2147187" y="1040501"/>
                  </a:lnTo>
                  <a:lnTo>
                    <a:pt x="2148639" y="1040647"/>
                  </a:lnTo>
                  <a:lnTo>
                    <a:pt x="2150091" y="1040877"/>
                  </a:lnTo>
                  <a:lnTo>
                    <a:pt x="2151543" y="1041051"/>
                  </a:lnTo>
                  <a:lnTo>
                    <a:pt x="2152994" y="1041381"/>
                  </a:lnTo>
                  <a:lnTo>
                    <a:pt x="2154446" y="1041740"/>
                  </a:lnTo>
                  <a:lnTo>
                    <a:pt x="2155898" y="1041930"/>
                  </a:lnTo>
                  <a:lnTo>
                    <a:pt x="2157350" y="1042082"/>
                  </a:lnTo>
                  <a:lnTo>
                    <a:pt x="2158801" y="1042505"/>
                  </a:lnTo>
                  <a:lnTo>
                    <a:pt x="2160253" y="1042748"/>
                  </a:lnTo>
                  <a:lnTo>
                    <a:pt x="2161705" y="1042875"/>
                  </a:lnTo>
                  <a:lnTo>
                    <a:pt x="2163157" y="1043153"/>
                  </a:lnTo>
                  <a:lnTo>
                    <a:pt x="2164609" y="1043258"/>
                  </a:lnTo>
                  <a:lnTo>
                    <a:pt x="2166060" y="1043476"/>
                  </a:lnTo>
                  <a:lnTo>
                    <a:pt x="2167512" y="1043646"/>
                  </a:lnTo>
                  <a:lnTo>
                    <a:pt x="2168964" y="1043841"/>
                  </a:lnTo>
                  <a:lnTo>
                    <a:pt x="2170416" y="1044026"/>
                  </a:lnTo>
                  <a:lnTo>
                    <a:pt x="2171868" y="1044471"/>
                  </a:lnTo>
                  <a:lnTo>
                    <a:pt x="2173319" y="1044622"/>
                  </a:lnTo>
                  <a:lnTo>
                    <a:pt x="2174771" y="1044718"/>
                  </a:lnTo>
                  <a:lnTo>
                    <a:pt x="2176223" y="1044952"/>
                  </a:lnTo>
                  <a:lnTo>
                    <a:pt x="2177675" y="1045193"/>
                  </a:lnTo>
                  <a:lnTo>
                    <a:pt x="2179126" y="1045315"/>
                  </a:lnTo>
                  <a:lnTo>
                    <a:pt x="2180578" y="1045772"/>
                  </a:lnTo>
                  <a:lnTo>
                    <a:pt x="2182030" y="1046017"/>
                  </a:lnTo>
                  <a:lnTo>
                    <a:pt x="2183482" y="1046439"/>
                  </a:lnTo>
                  <a:lnTo>
                    <a:pt x="2184934" y="1046565"/>
                  </a:lnTo>
                  <a:lnTo>
                    <a:pt x="2186385" y="1046678"/>
                  </a:lnTo>
                  <a:lnTo>
                    <a:pt x="2187837" y="1046874"/>
                  </a:lnTo>
                  <a:lnTo>
                    <a:pt x="2189289" y="1047037"/>
                  </a:lnTo>
                  <a:lnTo>
                    <a:pt x="2190741" y="1047312"/>
                  </a:lnTo>
                  <a:lnTo>
                    <a:pt x="2192192" y="1047328"/>
                  </a:lnTo>
                  <a:lnTo>
                    <a:pt x="2193644" y="1047471"/>
                  </a:lnTo>
                  <a:lnTo>
                    <a:pt x="2195096" y="1047514"/>
                  </a:lnTo>
                  <a:lnTo>
                    <a:pt x="2196548" y="1047697"/>
                  </a:lnTo>
                  <a:lnTo>
                    <a:pt x="2198000" y="1047760"/>
                  </a:lnTo>
                  <a:lnTo>
                    <a:pt x="2199451" y="1047862"/>
                  </a:lnTo>
                  <a:lnTo>
                    <a:pt x="2200903" y="1048203"/>
                  </a:lnTo>
                  <a:lnTo>
                    <a:pt x="2202355" y="1048371"/>
                  </a:lnTo>
                  <a:lnTo>
                    <a:pt x="2203807" y="1048634"/>
                  </a:lnTo>
                  <a:lnTo>
                    <a:pt x="2205259" y="1048790"/>
                  </a:lnTo>
                  <a:lnTo>
                    <a:pt x="2206710" y="1048938"/>
                  </a:lnTo>
                  <a:lnTo>
                    <a:pt x="2208162" y="1049063"/>
                  </a:lnTo>
                  <a:lnTo>
                    <a:pt x="2209614" y="1049336"/>
                  </a:lnTo>
                  <a:lnTo>
                    <a:pt x="2211066" y="1049450"/>
                  </a:lnTo>
                  <a:lnTo>
                    <a:pt x="2212517" y="1049648"/>
                  </a:lnTo>
                  <a:lnTo>
                    <a:pt x="2213969" y="1049730"/>
                  </a:lnTo>
                  <a:lnTo>
                    <a:pt x="2215421" y="1049841"/>
                  </a:lnTo>
                  <a:lnTo>
                    <a:pt x="2216873" y="1049934"/>
                  </a:lnTo>
                  <a:lnTo>
                    <a:pt x="2218325" y="1050011"/>
                  </a:lnTo>
                  <a:lnTo>
                    <a:pt x="2219776" y="1050119"/>
                  </a:lnTo>
                  <a:lnTo>
                    <a:pt x="2221228" y="1050267"/>
                  </a:lnTo>
                  <a:lnTo>
                    <a:pt x="2222680" y="1050347"/>
                  </a:lnTo>
                  <a:lnTo>
                    <a:pt x="2224132" y="1050423"/>
                  </a:lnTo>
                  <a:lnTo>
                    <a:pt x="2225583" y="1050769"/>
                  </a:lnTo>
                  <a:lnTo>
                    <a:pt x="2227035" y="1050967"/>
                  </a:lnTo>
                  <a:lnTo>
                    <a:pt x="2228487" y="1051010"/>
                  </a:lnTo>
                  <a:lnTo>
                    <a:pt x="2229939" y="1051026"/>
                  </a:lnTo>
                  <a:lnTo>
                    <a:pt x="2231391" y="1051112"/>
                  </a:lnTo>
                  <a:lnTo>
                    <a:pt x="2232842" y="1051215"/>
                  </a:lnTo>
                  <a:lnTo>
                    <a:pt x="2234294" y="1051307"/>
                  </a:lnTo>
                  <a:lnTo>
                    <a:pt x="2235746" y="1051408"/>
                  </a:lnTo>
                  <a:lnTo>
                    <a:pt x="2237198" y="1051477"/>
                  </a:lnTo>
                  <a:lnTo>
                    <a:pt x="2238650" y="1051517"/>
                  </a:lnTo>
                  <a:lnTo>
                    <a:pt x="2240101" y="1051686"/>
                  </a:lnTo>
                  <a:lnTo>
                    <a:pt x="2241553" y="1051822"/>
                  </a:lnTo>
                  <a:lnTo>
                    <a:pt x="2243005" y="1051873"/>
                  </a:lnTo>
                  <a:lnTo>
                    <a:pt x="2244457" y="1051932"/>
                  </a:lnTo>
                  <a:lnTo>
                    <a:pt x="2245908" y="1051985"/>
                  </a:lnTo>
                  <a:lnTo>
                    <a:pt x="2247360" y="1052118"/>
                  </a:lnTo>
                  <a:lnTo>
                    <a:pt x="2248812" y="1052218"/>
                  </a:lnTo>
                  <a:lnTo>
                    <a:pt x="2250264" y="1052269"/>
                  </a:lnTo>
                  <a:lnTo>
                    <a:pt x="2251716" y="1052323"/>
                  </a:lnTo>
                  <a:lnTo>
                    <a:pt x="2253167" y="1052353"/>
                  </a:lnTo>
                  <a:lnTo>
                    <a:pt x="2254619" y="1052596"/>
                  </a:lnTo>
                  <a:lnTo>
                    <a:pt x="2256071" y="1052619"/>
                  </a:lnTo>
                  <a:lnTo>
                    <a:pt x="2257523" y="1052673"/>
                  </a:lnTo>
                  <a:lnTo>
                    <a:pt x="2258974" y="1052739"/>
                  </a:lnTo>
                  <a:lnTo>
                    <a:pt x="2260426" y="1052794"/>
                  </a:lnTo>
                  <a:lnTo>
                    <a:pt x="2261878" y="1052889"/>
                  </a:lnTo>
                  <a:lnTo>
                    <a:pt x="2263330" y="1052907"/>
                  </a:lnTo>
                  <a:lnTo>
                    <a:pt x="2264782" y="1052974"/>
                  </a:lnTo>
                  <a:lnTo>
                    <a:pt x="2266233" y="1053040"/>
                  </a:lnTo>
                  <a:lnTo>
                    <a:pt x="2267685" y="1053108"/>
                  </a:lnTo>
                  <a:lnTo>
                    <a:pt x="2269137" y="1053142"/>
                  </a:lnTo>
                  <a:lnTo>
                    <a:pt x="2270589" y="1053196"/>
                  </a:lnTo>
                  <a:lnTo>
                    <a:pt x="2272041" y="1053259"/>
                  </a:lnTo>
                  <a:lnTo>
                    <a:pt x="2273492" y="1053316"/>
                  </a:lnTo>
                  <a:lnTo>
                    <a:pt x="2274944" y="1053358"/>
                  </a:lnTo>
                  <a:lnTo>
                    <a:pt x="2276396" y="1053399"/>
                  </a:lnTo>
                  <a:lnTo>
                    <a:pt x="2277848" y="1053470"/>
                  </a:lnTo>
                  <a:lnTo>
                    <a:pt x="2279299" y="1053520"/>
                  </a:lnTo>
                  <a:lnTo>
                    <a:pt x="2280751" y="1053588"/>
                  </a:lnTo>
                  <a:lnTo>
                    <a:pt x="2282203" y="1053617"/>
                  </a:lnTo>
                  <a:lnTo>
                    <a:pt x="2283655" y="1053659"/>
                  </a:lnTo>
                  <a:lnTo>
                    <a:pt x="2285107" y="1053708"/>
                  </a:lnTo>
                  <a:lnTo>
                    <a:pt x="2286558" y="1053756"/>
                  </a:lnTo>
                  <a:lnTo>
                    <a:pt x="2288010" y="1053777"/>
                  </a:lnTo>
                  <a:lnTo>
                    <a:pt x="2289462" y="1053802"/>
                  </a:lnTo>
                  <a:lnTo>
                    <a:pt x="2290914" y="1053840"/>
                  </a:lnTo>
                  <a:lnTo>
                    <a:pt x="2292366" y="1053899"/>
                  </a:lnTo>
                  <a:lnTo>
                    <a:pt x="2293817" y="1053916"/>
                  </a:lnTo>
                  <a:lnTo>
                    <a:pt x="2295269" y="1053926"/>
                  </a:lnTo>
                  <a:lnTo>
                    <a:pt x="2296721" y="1053965"/>
                  </a:lnTo>
                  <a:lnTo>
                    <a:pt x="2298173" y="1053982"/>
                  </a:lnTo>
                  <a:lnTo>
                    <a:pt x="2299624" y="1054015"/>
                  </a:lnTo>
                  <a:lnTo>
                    <a:pt x="2301076" y="1054062"/>
                  </a:lnTo>
                  <a:lnTo>
                    <a:pt x="2302528" y="1054068"/>
                  </a:lnTo>
                  <a:lnTo>
                    <a:pt x="2303980" y="1054090"/>
                  </a:lnTo>
                  <a:lnTo>
                    <a:pt x="2305432" y="1054107"/>
                  </a:lnTo>
                  <a:lnTo>
                    <a:pt x="2306883" y="1054122"/>
                  </a:lnTo>
                  <a:lnTo>
                    <a:pt x="2308335" y="1054131"/>
                  </a:lnTo>
                  <a:lnTo>
                    <a:pt x="2309787" y="1054138"/>
                  </a:lnTo>
                  <a:lnTo>
                    <a:pt x="2311239" y="1054144"/>
                  </a:lnTo>
                  <a:lnTo>
                    <a:pt x="2312690" y="1054168"/>
                  </a:lnTo>
                  <a:lnTo>
                    <a:pt x="2314142" y="1054173"/>
                  </a:lnTo>
                  <a:lnTo>
                    <a:pt x="2315594" y="1054192"/>
                  </a:lnTo>
                  <a:lnTo>
                    <a:pt x="2317046" y="1054197"/>
                  </a:lnTo>
                  <a:lnTo>
                    <a:pt x="2318498" y="1054205"/>
                  </a:lnTo>
                  <a:lnTo>
                    <a:pt x="2319949" y="1054219"/>
                  </a:lnTo>
                  <a:lnTo>
                    <a:pt x="2321401" y="1054252"/>
                  </a:lnTo>
                  <a:lnTo>
                    <a:pt x="2322853" y="1054256"/>
                  </a:lnTo>
                  <a:lnTo>
                    <a:pt x="2324305" y="1054265"/>
                  </a:lnTo>
                  <a:lnTo>
                    <a:pt x="2325757" y="1054283"/>
                  </a:lnTo>
                  <a:lnTo>
                    <a:pt x="2327208" y="1054287"/>
                  </a:lnTo>
                  <a:lnTo>
                    <a:pt x="2328660" y="1054307"/>
                  </a:lnTo>
                  <a:lnTo>
                    <a:pt x="2330112" y="1054318"/>
                  </a:lnTo>
                  <a:lnTo>
                    <a:pt x="2331564" y="1054341"/>
                  </a:lnTo>
                  <a:lnTo>
                    <a:pt x="2333015" y="1054354"/>
                  </a:lnTo>
                  <a:lnTo>
                    <a:pt x="2334467" y="1054366"/>
                  </a:lnTo>
                  <a:lnTo>
                    <a:pt x="2335919" y="1054387"/>
                  </a:lnTo>
                  <a:lnTo>
                    <a:pt x="2337371" y="1054397"/>
                  </a:lnTo>
                  <a:lnTo>
                    <a:pt x="2338823" y="1054419"/>
                  </a:lnTo>
                  <a:lnTo>
                    <a:pt x="2340274" y="1054426"/>
                  </a:lnTo>
                  <a:lnTo>
                    <a:pt x="2341726" y="1054430"/>
                  </a:lnTo>
                  <a:lnTo>
                    <a:pt x="2343178" y="1054447"/>
                  </a:lnTo>
                  <a:lnTo>
                    <a:pt x="2344630" y="1054451"/>
                  </a:lnTo>
                  <a:lnTo>
                    <a:pt x="2346081" y="1054458"/>
                  </a:lnTo>
                  <a:lnTo>
                    <a:pt x="2347533" y="1054466"/>
                  </a:lnTo>
                  <a:lnTo>
                    <a:pt x="2348985" y="1054470"/>
                  </a:lnTo>
                  <a:lnTo>
                    <a:pt x="2350437" y="1054475"/>
                  </a:lnTo>
                  <a:lnTo>
                    <a:pt x="2351889" y="1054489"/>
                  </a:lnTo>
                  <a:lnTo>
                    <a:pt x="2353340" y="1054492"/>
                  </a:lnTo>
                  <a:lnTo>
                    <a:pt x="2354792" y="1054500"/>
                  </a:lnTo>
                  <a:lnTo>
                    <a:pt x="2356244" y="1054512"/>
                  </a:lnTo>
                  <a:lnTo>
                    <a:pt x="2357696" y="1054517"/>
                  </a:lnTo>
                  <a:lnTo>
                    <a:pt x="2359148" y="1054536"/>
                  </a:lnTo>
                  <a:lnTo>
                    <a:pt x="2360599" y="1054542"/>
                  </a:lnTo>
                  <a:lnTo>
                    <a:pt x="2362051" y="1054549"/>
                  </a:lnTo>
                  <a:lnTo>
                    <a:pt x="2363503" y="1054559"/>
                  </a:lnTo>
                  <a:lnTo>
                    <a:pt x="2364955" y="1054569"/>
                  </a:lnTo>
                  <a:lnTo>
                    <a:pt x="2366406" y="1054574"/>
                  </a:lnTo>
                  <a:lnTo>
                    <a:pt x="2367858" y="1054586"/>
                  </a:lnTo>
                  <a:lnTo>
                    <a:pt x="2369310" y="1054591"/>
                  </a:lnTo>
                  <a:lnTo>
                    <a:pt x="2370762" y="1054597"/>
                  </a:lnTo>
                  <a:lnTo>
                    <a:pt x="2372214" y="1054600"/>
                  </a:lnTo>
                  <a:lnTo>
                    <a:pt x="2373665" y="1054607"/>
                  </a:lnTo>
                  <a:lnTo>
                    <a:pt x="2375117" y="1054616"/>
                  </a:lnTo>
                  <a:lnTo>
                    <a:pt x="2376569" y="1054623"/>
                  </a:lnTo>
                  <a:lnTo>
                    <a:pt x="2378021" y="1054627"/>
                  </a:lnTo>
                  <a:lnTo>
                    <a:pt x="2379472" y="1054629"/>
                  </a:lnTo>
                  <a:lnTo>
                    <a:pt x="2380924" y="1054635"/>
                  </a:lnTo>
                  <a:lnTo>
                    <a:pt x="2382376" y="1054637"/>
                  </a:lnTo>
                  <a:lnTo>
                    <a:pt x="2383828" y="1054651"/>
                  </a:lnTo>
                  <a:lnTo>
                    <a:pt x="2385280" y="1054656"/>
                  </a:lnTo>
                  <a:lnTo>
                    <a:pt x="2386731" y="1054657"/>
                  </a:lnTo>
                  <a:lnTo>
                    <a:pt x="2388183" y="1054663"/>
                  </a:lnTo>
                  <a:lnTo>
                    <a:pt x="2389635" y="1054668"/>
                  </a:lnTo>
                  <a:lnTo>
                    <a:pt x="2391087" y="1054679"/>
                  </a:lnTo>
                  <a:lnTo>
                    <a:pt x="2392539" y="1054685"/>
                  </a:lnTo>
                  <a:lnTo>
                    <a:pt x="2393990" y="1054687"/>
                  </a:lnTo>
                  <a:lnTo>
                    <a:pt x="2395442" y="1054692"/>
                  </a:lnTo>
                  <a:lnTo>
                    <a:pt x="2396894" y="1054697"/>
                  </a:lnTo>
                  <a:lnTo>
                    <a:pt x="2398346" y="1054706"/>
                  </a:lnTo>
                  <a:lnTo>
                    <a:pt x="2399797" y="1054709"/>
                  </a:lnTo>
                  <a:lnTo>
                    <a:pt x="2401249" y="1054713"/>
                  </a:lnTo>
                  <a:lnTo>
                    <a:pt x="2402701" y="1054715"/>
                  </a:lnTo>
                  <a:lnTo>
                    <a:pt x="2404153" y="1054721"/>
                  </a:lnTo>
                  <a:lnTo>
                    <a:pt x="2405605" y="1054726"/>
                  </a:lnTo>
                  <a:lnTo>
                    <a:pt x="2407056" y="1054730"/>
                  </a:lnTo>
                  <a:lnTo>
                    <a:pt x="2408508" y="1054736"/>
                  </a:lnTo>
                  <a:lnTo>
                    <a:pt x="2409960" y="1054740"/>
                  </a:lnTo>
                  <a:lnTo>
                    <a:pt x="2411412" y="1054746"/>
                  </a:lnTo>
                  <a:lnTo>
                    <a:pt x="2412864" y="1054754"/>
                  </a:lnTo>
                  <a:lnTo>
                    <a:pt x="2414315" y="1054761"/>
                  </a:lnTo>
                  <a:lnTo>
                    <a:pt x="2415767" y="1054767"/>
                  </a:lnTo>
                  <a:lnTo>
                    <a:pt x="2417219" y="1054767"/>
                  </a:lnTo>
                  <a:lnTo>
                    <a:pt x="2418671" y="1054771"/>
                  </a:lnTo>
                  <a:lnTo>
                    <a:pt x="2420122" y="1054780"/>
                  </a:lnTo>
                  <a:lnTo>
                    <a:pt x="2421574" y="1054790"/>
                  </a:lnTo>
                  <a:lnTo>
                    <a:pt x="2423026" y="1054794"/>
                  </a:lnTo>
                  <a:lnTo>
                    <a:pt x="2424478" y="1054799"/>
                  </a:lnTo>
                  <a:lnTo>
                    <a:pt x="2425930" y="1054804"/>
                  </a:lnTo>
                  <a:lnTo>
                    <a:pt x="2427381" y="1054808"/>
                  </a:lnTo>
                  <a:lnTo>
                    <a:pt x="2428833" y="1054813"/>
                  </a:lnTo>
                  <a:lnTo>
                    <a:pt x="2430285" y="1054819"/>
                  </a:lnTo>
                  <a:lnTo>
                    <a:pt x="2431737" y="1054819"/>
                  </a:lnTo>
                  <a:lnTo>
                    <a:pt x="2433188" y="1054821"/>
                  </a:lnTo>
                  <a:lnTo>
                    <a:pt x="2434640" y="1054831"/>
                  </a:lnTo>
                  <a:lnTo>
                    <a:pt x="2436092" y="1054838"/>
                  </a:lnTo>
                  <a:lnTo>
                    <a:pt x="2437544" y="1054842"/>
                  </a:lnTo>
                  <a:lnTo>
                    <a:pt x="2438996" y="1054843"/>
                  </a:lnTo>
                  <a:lnTo>
                    <a:pt x="2440447" y="1054844"/>
                  </a:lnTo>
                  <a:lnTo>
                    <a:pt x="2441899" y="1054848"/>
                  </a:lnTo>
                  <a:lnTo>
                    <a:pt x="2443351" y="1054851"/>
                  </a:lnTo>
                  <a:lnTo>
                    <a:pt x="2444803" y="1054853"/>
                  </a:lnTo>
                  <a:lnTo>
                    <a:pt x="2446255" y="1054862"/>
                  </a:lnTo>
                  <a:lnTo>
                    <a:pt x="2447706" y="1054864"/>
                  </a:lnTo>
                  <a:lnTo>
                    <a:pt x="2449158" y="1054866"/>
                  </a:lnTo>
                  <a:lnTo>
                    <a:pt x="2450610" y="1054867"/>
                  </a:lnTo>
                  <a:lnTo>
                    <a:pt x="2452062" y="1054868"/>
                  </a:lnTo>
                  <a:lnTo>
                    <a:pt x="2453513" y="1054871"/>
                  </a:lnTo>
                  <a:lnTo>
                    <a:pt x="2454965" y="1054872"/>
                  </a:lnTo>
                  <a:lnTo>
                    <a:pt x="2456417" y="1054877"/>
                  </a:lnTo>
                  <a:lnTo>
                    <a:pt x="2457869" y="1054881"/>
                  </a:lnTo>
                  <a:lnTo>
                    <a:pt x="2459321" y="1054886"/>
                  </a:lnTo>
                  <a:lnTo>
                    <a:pt x="2460772" y="1054888"/>
                  </a:lnTo>
                  <a:lnTo>
                    <a:pt x="2462224" y="1054889"/>
                  </a:lnTo>
                  <a:lnTo>
                    <a:pt x="2463676" y="1054890"/>
                  </a:lnTo>
                  <a:lnTo>
                    <a:pt x="2465128" y="1054894"/>
                  </a:lnTo>
                  <a:lnTo>
                    <a:pt x="2466579" y="1054898"/>
                  </a:lnTo>
                  <a:lnTo>
                    <a:pt x="2468031" y="1054902"/>
                  </a:lnTo>
                  <a:lnTo>
                    <a:pt x="2469483" y="1054903"/>
                  </a:lnTo>
                  <a:lnTo>
                    <a:pt x="2470935" y="1054907"/>
                  </a:lnTo>
                  <a:lnTo>
                    <a:pt x="2472387" y="1054910"/>
                  </a:lnTo>
                  <a:lnTo>
                    <a:pt x="2473838" y="1054912"/>
                  </a:lnTo>
                  <a:lnTo>
                    <a:pt x="2475290" y="1054914"/>
                  </a:lnTo>
                  <a:lnTo>
                    <a:pt x="2476742" y="1054915"/>
                  </a:lnTo>
                  <a:lnTo>
                    <a:pt x="2478194" y="1054919"/>
                  </a:lnTo>
                  <a:lnTo>
                    <a:pt x="2479646" y="1054923"/>
                  </a:lnTo>
                  <a:lnTo>
                    <a:pt x="2481097" y="1054928"/>
                  </a:lnTo>
                  <a:lnTo>
                    <a:pt x="2482549" y="1054929"/>
                  </a:lnTo>
                  <a:lnTo>
                    <a:pt x="2484001" y="1054930"/>
                  </a:lnTo>
                  <a:lnTo>
                    <a:pt x="2485453" y="1054931"/>
                  </a:lnTo>
                  <a:lnTo>
                    <a:pt x="2486904" y="1054932"/>
                  </a:lnTo>
                  <a:lnTo>
                    <a:pt x="2488356" y="1054938"/>
                  </a:lnTo>
                  <a:lnTo>
                    <a:pt x="2489808" y="1054942"/>
                  </a:lnTo>
                  <a:lnTo>
                    <a:pt x="2491260" y="1054943"/>
                  </a:lnTo>
                  <a:lnTo>
                    <a:pt x="2492712" y="1054945"/>
                  </a:lnTo>
                  <a:lnTo>
                    <a:pt x="2494163" y="1054947"/>
                  </a:lnTo>
                  <a:lnTo>
                    <a:pt x="2495615" y="1054948"/>
                  </a:lnTo>
                  <a:lnTo>
                    <a:pt x="2497067" y="1054950"/>
                  </a:lnTo>
                  <a:lnTo>
                    <a:pt x="2498519" y="1054950"/>
                  </a:lnTo>
                  <a:lnTo>
                    <a:pt x="2499970" y="1054952"/>
                  </a:lnTo>
                  <a:lnTo>
                    <a:pt x="2501422" y="1054954"/>
                  </a:lnTo>
                  <a:lnTo>
                    <a:pt x="2502874" y="1054958"/>
                  </a:lnTo>
                  <a:lnTo>
                    <a:pt x="2504326" y="1054960"/>
                  </a:lnTo>
                  <a:lnTo>
                    <a:pt x="2505778" y="1054962"/>
                  </a:lnTo>
                  <a:lnTo>
                    <a:pt x="2507229" y="1054964"/>
                  </a:lnTo>
                  <a:lnTo>
                    <a:pt x="2508681" y="1054965"/>
                  </a:lnTo>
                  <a:lnTo>
                    <a:pt x="2510133" y="1054967"/>
                  </a:lnTo>
                  <a:lnTo>
                    <a:pt x="2511585" y="1054968"/>
                  </a:lnTo>
                  <a:lnTo>
                    <a:pt x="2513037" y="1054970"/>
                  </a:lnTo>
                  <a:lnTo>
                    <a:pt x="2514488" y="1054973"/>
                  </a:lnTo>
                  <a:lnTo>
                    <a:pt x="2515940" y="1054974"/>
                  </a:lnTo>
                  <a:lnTo>
                    <a:pt x="2517392" y="1054976"/>
                  </a:lnTo>
                  <a:lnTo>
                    <a:pt x="2518844" y="1054978"/>
                  </a:lnTo>
                  <a:lnTo>
                    <a:pt x="2520295" y="1054981"/>
                  </a:lnTo>
                  <a:lnTo>
                    <a:pt x="2521747" y="1054982"/>
                  </a:lnTo>
                  <a:lnTo>
                    <a:pt x="2523199" y="1054983"/>
                  </a:lnTo>
                  <a:lnTo>
                    <a:pt x="2524651" y="1054985"/>
                  </a:lnTo>
                  <a:lnTo>
                    <a:pt x="2526103" y="1054988"/>
                  </a:lnTo>
                  <a:lnTo>
                    <a:pt x="2527554" y="1054989"/>
                  </a:lnTo>
                  <a:lnTo>
                    <a:pt x="2529006" y="1054991"/>
                  </a:lnTo>
                  <a:lnTo>
                    <a:pt x="2530458" y="1054991"/>
                  </a:lnTo>
                  <a:lnTo>
                    <a:pt x="2531910" y="1054992"/>
                  </a:lnTo>
                  <a:lnTo>
                    <a:pt x="2533362" y="1054993"/>
                  </a:lnTo>
                  <a:lnTo>
                    <a:pt x="2534813" y="1054995"/>
                  </a:lnTo>
                  <a:lnTo>
                    <a:pt x="2536265" y="1054996"/>
                  </a:lnTo>
                  <a:lnTo>
                    <a:pt x="2537717" y="1054998"/>
                  </a:lnTo>
                  <a:lnTo>
                    <a:pt x="2539169" y="1054998"/>
                  </a:lnTo>
                  <a:lnTo>
                    <a:pt x="2540620" y="1055000"/>
                  </a:lnTo>
                  <a:lnTo>
                    <a:pt x="2542072" y="1055001"/>
                  </a:lnTo>
                  <a:lnTo>
                    <a:pt x="2543524" y="1055003"/>
                  </a:lnTo>
                  <a:lnTo>
                    <a:pt x="2544976" y="1055006"/>
                  </a:lnTo>
                  <a:lnTo>
                    <a:pt x="2546428" y="1055007"/>
                  </a:lnTo>
                  <a:lnTo>
                    <a:pt x="2547879" y="1055008"/>
                  </a:lnTo>
                  <a:lnTo>
                    <a:pt x="2549331" y="1055009"/>
                  </a:lnTo>
                  <a:lnTo>
                    <a:pt x="2550783" y="1055010"/>
                  </a:lnTo>
                  <a:lnTo>
                    <a:pt x="2552235" y="1055010"/>
                  </a:lnTo>
                  <a:lnTo>
                    <a:pt x="2553686" y="1055013"/>
                  </a:lnTo>
                  <a:lnTo>
                    <a:pt x="2555138" y="1055014"/>
                  </a:lnTo>
                  <a:lnTo>
                    <a:pt x="2556590" y="1055015"/>
                  </a:lnTo>
                  <a:lnTo>
                    <a:pt x="2558042" y="1055016"/>
                  </a:lnTo>
                  <a:lnTo>
                    <a:pt x="2559494" y="1055017"/>
                  </a:lnTo>
                  <a:lnTo>
                    <a:pt x="2560945" y="1055018"/>
                  </a:lnTo>
                  <a:lnTo>
                    <a:pt x="2562397" y="1055019"/>
                  </a:lnTo>
                  <a:lnTo>
                    <a:pt x="2563849" y="1055019"/>
                  </a:lnTo>
                  <a:lnTo>
                    <a:pt x="2565301" y="1055020"/>
                  </a:lnTo>
                  <a:lnTo>
                    <a:pt x="2566753" y="1055021"/>
                  </a:lnTo>
                  <a:lnTo>
                    <a:pt x="2568204" y="1055021"/>
                  </a:lnTo>
                  <a:lnTo>
                    <a:pt x="2569656" y="1055022"/>
                  </a:lnTo>
                  <a:lnTo>
                    <a:pt x="2571108" y="1055024"/>
                  </a:lnTo>
                  <a:lnTo>
                    <a:pt x="2572560" y="1055024"/>
                  </a:lnTo>
                  <a:lnTo>
                    <a:pt x="2574011" y="1055025"/>
                  </a:lnTo>
                  <a:lnTo>
                    <a:pt x="2575463" y="1055026"/>
                  </a:lnTo>
                  <a:lnTo>
                    <a:pt x="2576915" y="1055027"/>
                  </a:lnTo>
                  <a:lnTo>
                    <a:pt x="2578367" y="1055028"/>
                  </a:lnTo>
                  <a:lnTo>
                    <a:pt x="2579819" y="1055030"/>
                  </a:lnTo>
                  <a:lnTo>
                    <a:pt x="2581270" y="1055031"/>
                  </a:lnTo>
                  <a:lnTo>
                    <a:pt x="2582722" y="1055031"/>
                  </a:lnTo>
                  <a:lnTo>
                    <a:pt x="2584174" y="1055032"/>
                  </a:lnTo>
                  <a:lnTo>
                    <a:pt x="2585626" y="1055034"/>
                  </a:lnTo>
                  <a:lnTo>
                    <a:pt x="2587077" y="1055036"/>
                  </a:lnTo>
                  <a:lnTo>
                    <a:pt x="2588529" y="1055036"/>
                  </a:lnTo>
                  <a:lnTo>
                    <a:pt x="2589981" y="1055037"/>
                  </a:lnTo>
                  <a:lnTo>
                    <a:pt x="2591433" y="1055039"/>
                  </a:lnTo>
                  <a:lnTo>
                    <a:pt x="2592885" y="1055041"/>
                  </a:lnTo>
                  <a:lnTo>
                    <a:pt x="2594336" y="1055042"/>
                  </a:lnTo>
                  <a:lnTo>
                    <a:pt x="2595788" y="1055042"/>
                  </a:lnTo>
                  <a:lnTo>
                    <a:pt x="2597240" y="1055044"/>
                  </a:lnTo>
                  <a:lnTo>
                    <a:pt x="2598692" y="1055045"/>
                  </a:lnTo>
                  <a:lnTo>
                    <a:pt x="2600144" y="1055046"/>
                  </a:lnTo>
                  <a:lnTo>
                    <a:pt x="2601595" y="1055047"/>
                  </a:lnTo>
                  <a:lnTo>
                    <a:pt x="2603047" y="1055052"/>
                  </a:lnTo>
                  <a:lnTo>
                    <a:pt x="2604499" y="1055056"/>
                  </a:lnTo>
                  <a:lnTo>
                    <a:pt x="2605951" y="1055058"/>
                  </a:lnTo>
                  <a:lnTo>
                    <a:pt x="2607402" y="1055065"/>
                  </a:lnTo>
                  <a:lnTo>
                    <a:pt x="2608854" y="1055072"/>
                  </a:lnTo>
                  <a:lnTo>
                    <a:pt x="2610306" y="1055073"/>
                  </a:lnTo>
                  <a:lnTo>
                    <a:pt x="2611758" y="1055076"/>
                  </a:lnTo>
                  <a:lnTo>
                    <a:pt x="2613210" y="1055077"/>
                  </a:lnTo>
                  <a:lnTo>
                    <a:pt x="2614661" y="1055081"/>
                  </a:lnTo>
                  <a:lnTo>
                    <a:pt x="2616113" y="1055083"/>
                  </a:lnTo>
                  <a:lnTo>
                    <a:pt x="2617565" y="1055089"/>
                  </a:lnTo>
                  <a:lnTo>
                    <a:pt x="2619017" y="1055095"/>
                  </a:lnTo>
                  <a:lnTo>
                    <a:pt x="2620468" y="1055096"/>
                  </a:lnTo>
                  <a:lnTo>
                    <a:pt x="2621920" y="1055099"/>
                  </a:lnTo>
                  <a:lnTo>
                    <a:pt x="2623372" y="1055101"/>
                  </a:lnTo>
                  <a:lnTo>
                    <a:pt x="2624824" y="1055106"/>
                  </a:lnTo>
                  <a:lnTo>
                    <a:pt x="2626276" y="1055109"/>
                  </a:lnTo>
                  <a:lnTo>
                    <a:pt x="2627727" y="1055112"/>
                  </a:lnTo>
                  <a:lnTo>
                    <a:pt x="2629179" y="1055116"/>
                  </a:lnTo>
                  <a:lnTo>
                    <a:pt x="2630631" y="1055118"/>
                  </a:lnTo>
                  <a:lnTo>
                    <a:pt x="2632083" y="1055121"/>
                  </a:lnTo>
                  <a:lnTo>
                    <a:pt x="2633535" y="1055124"/>
                  </a:lnTo>
                  <a:lnTo>
                    <a:pt x="2634986" y="1055127"/>
                  </a:lnTo>
                  <a:lnTo>
                    <a:pt x="2636438" y="1055128"/>
                  </a:lnTo>
                  <a:lnTo>
                    <a:pt x="2637890" y="1055129"/>
                  </a:lnTo>
                  <a:lnTo>
                    <a:pt x="2639342" y="1055131"/>
                  </a:lnTo>
                  <a:lnTo>
                    <a:pt x="2640793" y="1055133"/>
                  </a:lnTo>
                  <a:lnTo>
                    <a:pt x="2642245" y="1055134"/>
                  </a:lnTo>
                  <a:lnTo>
                    <a:pt x="2643697" y="1055135"/>
                  </a:lnTo>
                  <a:lnTo>
                    <a:pt x="2645149" y="1055137"/>
                  </a:lnTo>
                  <a:lnTo>
                    <a:pt x="2646601" y="1055138"/>
                  </a:lnTo>
                  <a:lnTo>
                    <a:pt x="2648052" y="1055142"/>
                  </a:lnTo>
                  <a:lnTo>
                    <a:pt x="2649504" y="1055142"/>
                  </a:lnTo>
                  <a:lnTo>
                    <a:pt x="2650956" y="1055146"/>
                  </a:lnTo>
                  <a:lnTo>
                    <a:pt x="2652408" y="1055147"/>
                  </a:lnTo>
                  <a:lnTo>
                    <a:pt x="2653860" y="1055147"/>
                  </a:lnTo>
                  <a:lnTo>
                    <a:pt x="2655311" y="1055148"/>
                  </a:lnTo>
                  <a:lnTo>
                    <a:pt x="2656763" y="1055151"/>
                  </a:lnTo>
                  <a:lnTo>
                    <a:pt x="2658215" y="1055154"/>
                  </a:lnTo>
                  <a:lnTo>
                    <a:pt x="2659667" y="1055155"/>
                  </a:lnTo>
                  <a:lnTo>
                    <a:pt x="2661118" y="1055156"/>
                  </a:lnTo>
                  <a:lnTo>
                    <a:pt x="2662570" y="1055157"/>
                  </a:lnTo>
                  <a:lnTo>
                    <a:pt x="2664022" y="1055158"/>
                  </a:lnTo>
                  <a:lnTo>
                    <a:pt x="2665474" y="1055160"/>
                  </a:lnTo>
                  <a:lnTo>
                    <a:pt x="2666926" y="1055161"/>
                  </a:lnTo>
                  <a:lnTo>
                    <a:pt x="2668377" y="1055161"/>
                  </a:lnTo>
                  <a:lnTo>
                    <a:pt x="2669829" y="1055163"/>
                  </a:lnTo>
                  <a:lnTo>
                    <a:pt x="2671281" y="1055164"/>
                  </a:lnTo>
                  <a:lnTo>
                    <a:pt x="2672733" y="1055165"/>
                  </a:lnTo>
                  <a:lnTo>
                    <a:pt x="2674184" y="1055166"/>
                  </a:lnTo>
                  <a:lnTo>
                    <a:pt x="2675636" y="1055168"/>
                  </a:lnTo>
                  <a:lnTo>
                    <a:pt x="2677088" y="1055168"/>
                  </a:lnTo>
                  <a:lnTo>
                    <a:pt x="2678540" y="1055169"/>
                  </a:lnTo>
                  <a:lnTo>
                    <a:pt x="2679992" y="1055169"/>
                  </a:lnTo>
                  <a:lnTo>
                    <a:pt x="2681443" y="1055170"/>
                  </a:lnTo>
                  <a:lnTo>
                    <a:pt x="2682895" y="1055171"/>
                  </a:lnTo>
                  <a:lnTo>
                    <a:pt x="2684347" y="1055172"/>
                  </a:lnTo>
                  <a:lnTo>
                    <a:pt x="2685799" y="1055173"/>
                  </a:lnTo>
                  <a:lnTo>
                    <a:pt x="2687251" y="1055174"/>
                  </a:lnTo>
                  <a:lnTo>
                    <a:pt x="2688702" y="1055175"/>
                  </a:lnTo>
                  <a:lnTo>
                    <a:pt x="2690154" y="1055176"/>
                  </a:lnTo>
                  <a:lnTo>
                    <a:pt x="2691606" y="1055177"/>
                  </a:lnTo>
                  <a:lnTo>
                    <a:pt x="2693058" y="1055177"/>
                  </a:lnTo>
                  <a:lnTo>
                    <a:pt x="2694509" y="1055178"/>
                  </a:lnTo>
                  <a:lnTo>
                    <a:pt x="2695961" y="1055180"/>
                  </a:lnTo>
                  <a:lnTo>
                    <a:pt x="2697413" y="1055180"/>
                  </a:lnTo>
                  <a:lnTo>
                    <a:pt x="2698865" y="1055181"/>
                  </a:lnTo>
                  <a:lnTo>
                    <a:pt x="2700317" y="1055182"/>
                  </a:lnTo>
                  <a:lnTo>
                    <a:pt x="2701768" y="1055183"/>
                  </a:lnTo>
                  <a:lnTo>
                    <a:pt x="2703220" y="1055184"/>
                  </a:lnTo>
                  <a:lnTo>
                    <a:pt x="2704672" y="1055185"/>
                  </a:lnTo>
                  <a:lnTo>
                    <a:pt x="2706124" y="1055185"/>
                  </a:lnTo>
                  <a:lnTo>
                    <a:pt x="2707575" y="1055186"/>
                  </a:lnTo>
                  <a:lnTo>
                    <a:pt x="2709027" y="1055188"/>
                  </a:lnTo>
                  <a:lnTo>
                    <a:pt x="2710479" y="1055188"/>
                  </a:lnTo>
                  <a:lnTo>
                    <a:pt x="2711931" y="1055190"/>
                  </a:lnTo>
                  <a:lnTo>
                    <a:pt x="2713383" y="1055190"/>
                  </a:lnTo>
                  <a:lnTo>
                    <a:pt x="2714834" y="1055190"/>
                  </a:lnTo>
                  <a:lnTo>
                    <a:pt x="2716286" y="1055191"/>
                  </a:lnTo>
                  <a:lnTo>
                    <a:pt x="2717738" y="1055191"/>
                  </a:lnTo>
                  <a:lnTo>
                    <a:pt x="2719190" y="1055192"/>
                  </a:lnTo>
                  <a:lnTo>
                    <a:pt x="2720642" y="1055192"/>
                  </a:lnTo>
                  <a:lnTo>
                    <a:pt x="2722093" y="1055193"/>
                  </a:lnTo>
                  <a:lnTo>
                    <a:pt x="2723545" y="1055194"/>
                  </a:lnTo>
                  <a:lnTo>
                    <a:pt x="2724997" y="1055195"/>
                  </a:lnTo>
                  <a:lnTo>
                    <a:pt x="2726449" y="1055195"/>
                  </a:lnTo>
                  <a:lnTo>
                    <a:pt x="2727900" y="1055197"/>
                  </a:lnTo>
                  <a:lnTo>
                    <a:pt x="2729352" y="1055198"/>
                  </a:lnTo>
                  <a:lnTo>
                    <a:pt x="2730804" y="1055199"/>
                  </a:lnTo>
                  <a:lnTo>
                    <a:pt x="2732256" y="1270542"/>
                  </a:lnTo>
                  <a:lnTo>
                    <a:pt x="2733708" y="1055196"/>
                  </a:lnTo>
                  <a:lnTo>
                    <a:pt x="2735159" y="1055181"/>
                  </a:lnTo>
                  <a:lnTo>
                    <a:pt x="2736611" y="1055150"/>
                  </a:lnTo>
                  <a:lnTo>
                    <a:pt x="2738063" y="1055114"/>
                  </a:lnTo>
                  <a:lnTo>
                    <a:pt x="2739515" y="1055057"/>
                  </a:lnTo>
                  <a:lnTo>
                    <a:pt x="2740966" y="1054925"/>
                  </a:lnTo>
                  <a:lnTo>
                    <a:pt x="2742418" y="1054860"/>
                  </a:lnTo>
                  <a:lnTo>
                    <a:pt x="2743870" y="1054513"/>
                  </a:lnTo>
                  <a:lnTo>
                    <a:pt x="2745322" y="1054276"/>
                  </a:lnTo>
                  <a:lnTo>
                    <a:pt x="2746774" y="1054100"/>
                  </a:lnTo>
                  <a:lnTo>
                    <a:pt x="2748225" y="1053732"/>
                  </a:lnTo>
                  <a:lnTo>
                    <a:pt x="2749677" y="1053128"/>
                  </a:lnTo>
                  <a:lnTo>
                    <a:pt x="2751129" y="1052588"/>
                  </a:lnTo>
                  <a:lnTo>
                    <a:pt x="2752581" y="1051276"/>
                  </a:lnTo>
                  <a:lnTo>
                    <a:pt x="2754033" y="1050517"/>
                  </a:lnTo>
                  <a:lnTo>
                    <a:pt x="2755484" y="1049772"/>
                  </a:lnTo>
                  <a:lnTo>
                    <a:pt x="2756936" y="1047905"/>
                  </a:lnTo>
                  <a:lnTo>
                    <a:pt x="2758388" y="1045847"/>
                  </a:lnTo>
                  <a:lnTo>
                    <a:pt x="2759840" y="1042926"/>
                  </a:lnTo>
                  <a:lnTo>
                    <a:pt x="2761291" y="1041240"/>
                  </a:lnTo>
                  <a:lnTo>
                    <a:pt x="2762743" y="1038350"/>
                  </a:lnTo>
                  <a:lnTo>
                    <a:pt x="2764195" y="1035951"/>
                  </a:lnTo>
                  <a:lnTo>
                    <a:pt x="2765647" y="1035151"/>
                  </a:lnTo>
                  <a:lnTo>
                    <a:pt x="2767099" y="1037432"/>
                  </a:lnTo>
                  <a:lnTo>
                    <a:pt x="2768550" y="1040649"/>
                  </a:lnTo>
                  <a:lnTo>
                    <a:pt x="2770002" y="1041958"/>
                  </a:lnTo>
                  <a:lnTo>
                    <a:pt x="2771454" y="1044841"/>
                  </a:lnTo>
                  <a:lnTo>
                    <a:pt x="2772906" y="1046387"/>
                  </a:lnTo>
                  <a:lnTo>
                    <a:pt x="2774357" y="1048274"/>
                  </a:lnTo>
                  <a:lnTo>
                    <a:pt x="2775809" y="1050146"/>
                  </a:lnTo>
                  <a:lnTo>
                    <a:pt x="2777261" y="1051047"/>
                  </a:lnTo>
                  <a:lnTo>
                    <a:pt x="2778713" y="1052569"/>
                  </a:lnTo>
                  <a:lnTo>
                    <a:pt x="2780165" y="1052786"/>
                  </a:lnTo>
                  <a:lnTo>
                    <a:pt x="2781616" y="1053309"/>
                  </a:lnTo>
                  <a:lnTo>
                    <a:pt x="2783068" y="1053934"/>
                  </a:lnTo>
                  <a:lnTo>
                    <a:pt x="2784520" y="1054169"/>
                  </a:lnTo>
                  <a:lnTo>
                    <a:pt x="2785972" y="1054453"/>
                  </a:lnTo>
                  <a:lnTo>
                    <a:pt x="2787424" y="1054719"/>
                  </a:lnTo>
                  <a:lnTo>
                    <a:pt x="2788875" y="1054887"/>
                  </a:lnTo>
                  <a:lnTo>
                    <a:pt x="2790327" y="1054962"/>
                  </a:lnTo>
                  <a:lnTo>
                    <a:pt x="2791779" y="1055098"/>
                  </a:lnTo>
                  <a:lnTo>
                    <a:pt x="2793231" y="1055132"/>
                  </a:lnTo>
                  <a:lnTo>
                    <a:pt x="2794682" y="1055170"/>
                  </a:lnTo>
                  <a:lnTo>
                    <a:pt x="2796134" y="1055185"/>
                  </a:lnTo>
                  <a:lnTo>
                    <a:pt x="2797586" y="1055199"/>
                  </a:lnTo>
                  <a:lnTo>
                    <a:pt x="2799038" y="1055200"/>
                  </a:lnTo>
                  <a:lnTo>
                    <a:pt x="2800490" y="1055200"/>
                  </a:lnTo>
                  <a:lnTo>
                    <a:pt x="2801941" y="1055201"/>
                  </a:lnTo>
                  <a:lnTo>
                    <a:pt x="2803393" y="1055201"/>
                  </a:lnTo>
                  <a:lnTo>
                    <a:pt x="2804845" y="1055202"/>
                  </a:lnTo>
                  <a:lnTo>
                    <a:pt x="2806297" y="1055204"/>
                  </a:lnTo>
                  <a:lnTo>
                    <a:pt x="2807749" y="1055205"/>
                  </a:lnTo>
                  <a:lnTo>
                    <a:pt x="2809200" y="1055207"/>
                  </a:lnTo>
                  <a:lnTo>
                    <a:pt x="2810652" y="1055208"/>
                  </a:lnTo>
                  <a:lnTo>
                    <a:pt x="2812104" y="1055209"/>
                  </a:lnTo>
                  <a:lnTo>
                    <a:pt x="2813556" y="1055210"/>
                  </a:lnTo>
                  <a:lnTo>
                    <a:pt x="2815007" y="1055210"/>
                  </a:lnTo>
                  <a:lnTo>
                    <a:pt x="2816459" y="1055212"/>
                  </a:lnTo>
                  <a:lnTo>
                    <a:pt x="2817911" y="1055214"/>
                  </a:lnTo>
                  <a:lnTo>
                    <a:pt x="2819363" y="1055215"/>
                  </a:lnTo>
                  <a:lnTo>
                    <a:pt x="2820815" y="1055217"/>
                  </a:lnTo>
                  <a:lnTo>
                    <a:pt x="2822266" y="1055218"/>
                  </a:lnTo>
                  <a:lnTo>
                    <a:pt x="2823718" y="1055219"/>
                  </a:lnTo>
                  <a:lnTo>
                    <a:pt x="2825170" y="1055220"/>
                  </a:lnTo>
                  <a:lnTo>
                    <a:pt x="2826622" y="1055221"/>
                  </a:lnTo>
                  <a:lnTo>
                    <a:pt x="2828073" y="1055222"/>
                  </a:lnTo>
                  <a:lnTo>
                    <a:pt x="2829525" y="1055224"/>
                  </a:lnTo>
                  <a:lnTo>
                    <a:pt x="2830977" y="1055225"/>
                  </a:lnTo>
                  <a:lnTo>
                    <a:pt x="2832429" y="1055225"/>
                  </a:lnTo>
                  <a:lnTo>
                    <a:pt x="2833881" y="1055226"/>
                  </a:lnTo>
                  <a:lnTo>
                    <a:pt x="2835332" y="1055227"/>
                  </a:lnTo>
                  <a:lnTo>
                    <a:pt x="2836784" y="1055228"/>
                  </a:lnTo>
                  <a:lnTo>
                    <a:pt x="2838236" y="1055230"/>
                  </a:lnTo>
                  <a:lnTo>
                    <a:pt x="2839688" y="1055231"/>
                  </a:lnTo>
                  <a:lnTo>
                    <a:pt x="2841140" y="1055231"/>
                  </a:lnTo>
                  <a:lnTo>
                    <a:pt x="2842591" y="1055232"/>
                  </a:lnTo>
                  <a:lnTo>
                    <a:pt x="2844043" y="1055232"/>
                  </a:lnTo>
                  <a:lnTo>
                    <a:pt x="2845495" y="1055233"/>
                  </a:lnTo>
                  <a:lnTo>
                    <a:pt x="2846947" y="1055235"/>
                  </a:lnTo>
                  <a:lnTo>
                    <a:pt x="2848398" y="1055237"/>
                  </a:lnTo>
                  <a:lnTo>
                    <a:pt x="2849850" y="1055237"/>
                  </a:lnTo>
                  <a:lnTo>
                    <a:pt x="2851302" y="1055238"/>
                  </a:lnTo>
                  <a:lnTo>
                    <a:pt x="2852754" y="1055238"/>
                  </a:lnTo>
                  <a:lnTo>
                    <a:pt x="2854206" y="1055239"/>
                  </a:lnTo>
                  <a:lnTo>
                    <a:pt x="2855657" y="1055241"/>
                  </a:lnTo>
                  <a:lnTo>
                    <a:pt x="2857109" y="1055242"/>
                  </a:lnTo>
                  <a:lnTo>
                    <a:pt x="2858561" y="1055242"/>
                  </a:lnTo>
                  <a:lnTo>
                    <a:pt x="2860013" y="1055242"/>
                  </a:lnTo>
                  <a:lnTo>
                    <a:pt x="2861464" y="1055243"/>
                  </a:lnTo>
                  <a:lnTo>
                    <a:pt x="2862916" y="1055244"/>
                  </a:lnTo>
                  <a:lnTo>
                    <a:pt x="2864368" y="1055245"/>
                  </a:lnTo>
                  <a:lnTo>
                    <a:pt x="2865820" y="1055246"/>
                  </a:lnTo>
                  <a:lnTo>
                    <a:pt x="2867272" y="1055247"/>
                  </a:lnTo>
                  <a:lnTo>
                    <a:pt x="2868723" y="1055247"/>
                  </a:lnTo>
                  <a:lnTo>
                    <a:pt x="2870175" y="1055247"/>
                  </a:lnTo>
                  <a:lnTo>
                    <a:pt x="2871627" y="1055248"/>
                  </a:lnTo>
                  <a:lnTo>
                    <a:pt x="2873079" y="1055249"/>
                  </a:lnTo>
                  <a:lnTo>
                    <a:pt x="2874531" y="1055249"/>
                  </a:lnTo>
                  <a:lnTo>
                    <a:pt x="2875982" y="1055250"/>
                  </a:lnTo>
                  <a:lnTo>
                    <a:pt x="2877434" y="1055250"/>
                  </a:lnTo>
                  <a:lnTo>
                    <a:pt x="2878886" y="1055251"/>
                  </a:lnTo>
                  <a:lnTo>
                    <a:pt x="2880338" y="1055251"/>
                  </a:lnTo>
                  <a:lnTo>
                    <a:pt x="2881789" y="1055252"/>
                  </a:lnTo>
                  <a:lnTo>
                    <a:pt x="2883241" y="1055252"/>
                  </a:lnTo>
                  <a:lnTo>
                    <a:pt x="2884693" y="1055253"/>
                  </a:lnTo>
                  <a:lnTo>
                    <a:pt x="2886145" y="1055253"/>
                  </a:lnTo>
                  <a:lnTo>
                    <a:pt x="2887597" y="1055254"/>
                  </a:lnTo>
                  <a:lnTo>
                    <a:pt x="2889048" y="1055254"/>
                  </a:lnTo>
                  <a:lnTo>
                    <a:pt x="2890500" y="1055255"/>
                  </a:lnTo>
                  <a:lnTo>
                    <a:pt x="2891952" y="1055255"/>
                  </a:lnTo>
                  <a:lnTo>
                    <a:pt x="2893404" y="1055256"/>
                  </a:lnTo>
                  <a:lnTo>
                    <a:pt x="2894855" y="1055256"/>
                  </a:lnTo>
                  <a:lnTo>
                    <a:pt x="2896307" y="1055256"/>
                  </a:lnTo>
                  <a:lnTo>
                    <a:pt x="2897759" y="1055257"/>
                  </a:lnTo>
                  <a:lnTo>
                    <a:pt x="2899211" y="1055257"/>
                  </a:lnTo>
                  <a:lnTo>
                    <a:pt x="2900663" y="1055257"/>
                  </a:lnTo>
                  <a:lnTo>
                    <a:pt x="2902114" y="1055258"/>
                  </a:lnTo>
                  <a:lnTo>
                    <a:pt x="2903566" y="1055258"/>
                  </a:lnTo>
                  <a:lnTo>
                    <a:pt x="2905018" y="1055258"/>
                  </a:lnTo>
                  <a:lnTo>
                    <a:pt x="2906470" y="1055259"/>
                  </a:lnTo>
                  <a:lnTo>
                    <a:pt x="2907922" y="1055259"/>
                  </a:lnTo>
                  <a:lnTo>
                    <a:pt x="2909373" y="1055259"/>
                  </a:lnTo>
                  <a:lnTo>
                    <a:pt x="2910825" y="1055260"/>
                  </a:lnTo>
                  <a:lnTo>
                    <a:pt x="2912277" y="1055260"/>
                  </a:lnTo>
                  <a:lnTo>
                    <a:pt x="2913729" y="1055260"/>
                  </a:lnTo>
                  <a:lnTo>
                    <a:pt x="2915180" y="1055261"/>
                  </a:lnTo>
                  <a:lnTo>
                    <a:pt x="2916632" y="1055261"/>
                  </a:lnTo>
                  <a:lnTo>
                    <a:pt x="2918084" y="1055261"/>
                  </a:lnTo>
                  <a:lnTo>
                    <a:pt x="2919536" y="1055261"/>
                  </a:lnTo>
                  <a:lnTo>
                    <a:pt x="2920988" y="1055262"/>
                  </a:lnTo>
                  <a:lnTo>
                    <a:pt x="2922439" y="1055262"/>
                  </a:lnTo>
                  <a:lnTo>
                    <a:pt x="2923891" y="1055262"/>
                  </a:lnTo>
                  <a:lnTo>
                    <a:pt x="2925343" y="1055262"/>
                  </a:lnTo>
                  <a:lnTo>
                    <a:pt x="2926795" y="1055263"/>
                  </a:lnTo>
                  <a:lnTo>
                    <a:pt x="2928247" y="1055263"/>
                  </a:lnTo>
                  <a:lnTo>
                    <a:pt x="2929698" y="1055263"/>
                  </a:lnTo>
                  <a:lnTo>
                    <a:pt x="2931150" y="1055263"/>
                  </a:lnTo>
                  <a:lnTo>
                    <a:pt x="2932602" y="1055263"/>
                  </a:lnTo>
                  <a:lnTo>
                    <a:pt x="2934054" y="1055264"/>
                  </a:lnTo>
                  <a:lnTo>
                    <a:pt x="2935505" y="1055264"/>
                  </a:lnTo>
                  <a:lnTo>
                    <a:pt x="2936957" y="1055264"/>
                  </a:lnTo>
                  <a:lnTo>
                    <a:pt x="2938409" y="1055264"/>
                  </a:lnTo>
                  <a:lnTo>
                    <a:pt x="2939861" y="1055264"/>
                  </a:lnTo>
                  <a:lnTo>
                    <a:pt x="2941313" y="1055265"/>
                  </a:lnTo>
                  <a:lnTo>
                    <a:pt x="2942764" y="1055265"/>
                  </a:lnTo>
                  <a:lnTo>
                    <a:pt x="2944216" y="1055265"/>
                  </a:lnTo>
                  <a:lnTo>
                    <a:pt x="2945668" y="1055265"/>
                  </a:lnTo>
                  <a:lnTo>
                    <a:pt x="2947120" y="1055265"/>
                  </a:lnTo>
                  <a:lnTo>
                    <a:pt x="2948571" y="1055266"/>
                  </a:lnTo>
                  <a:lnTo>
                    <a:pt x="2950023" y="1055266"/>
                  </a:lnTo>
                  <a:lnTo>
                    <a:pt x="2951475" y="1055266"/>
                  </a:lnTo>
                  <a:lnTo>
                    <a:pt x="2952927" y="1055266"/>
                  </a:lnTo>
                  <a:lnTo>
                    <a:pt x="2954379" y="1055267"/>
                  </a:lnTo>
                  <a:lnTo>
                    <a:pt x="2955830" y="1055267"/>
                  </a:lnTo>
                  <a:lnTo>
                    <a:pt x="2957282" y="1055267"/>
                  </a:lnTo>
                  <a:lnTo>
                    <a:pt x="2958734" y="1055268"/>
                  </a:lnTo>
                  <a:lnTo>
                    <a:pt x="2960186" y="1055268"/>
                  </a:lnTo>
                  <a:lnTo>
                    <a:pt x="2961638" y="1055268"/>
                  </a:lnTo>
                  <a:lnTo>
                    <a:pt x="2963089" y="1055268"/>
                  </a:lnTo>
                  <a:lnTo>
                    <a:pt x="2964541" y="1055269"/>
                  </a:lnTo>
                  <a:lnTo>
                    <a:pt x="2965993" y="1055269"/>
                  </a:lnTo>
                  <a:lnTo>
                    <a:pt x="2967445" y="1055270"/>
                  </a:lnTo>
                  <a:lnTo>
                    <a:pt x="2968896" y="1055270"/>
                  </a:lnTo>
                  <a:lnTo>
                    <a:pt x="2970348" y="1055270"/>
                  </a:lnTo>
                  <a:lnTo>
                    <a:pt x="2971800" y="1055271"/>
                  </a:lnTo>
                </a:path>
              </a:pathLst>
            </a:custGeom>
            <a:noFill/>
            <a:ln w="9470">
              <a:solidFill>
                <a:srgbClr val="009E73"/>
              </a:solidFill>
              <a:prstDash val="solid"/>
            </a:ln>
          </p:spPr>
        </p:sp>
        <p:sp>
          <p:nvSpPr>
            <p:cNvPr id="194" name="ellipse_193">
              <a:extLst>
                <a:ext uri="{FF2B5EF4-FFF2-40B4-BE49-F238E27FC236}">
                  <ns2:creationId id="{293396A8-5B5E-420E-AFB7-0F2CB3270075}"/>
                </a:ext>
              </a:extLst>
            </p:cNvPr>
            <p:cNvSpPr>
              <a:spLocks noGrp="1"/>
            </p:cNvSpPr>
            <p:nvPr/>
          </p:nvSpPr>
          <p:spPr>
            <a:xfrm rot="0">
              <a:off x="9366250" y="3818093"/>
              <a:ext cx="66675" cy="66675"/>
            </a:xfrm>
            <a:prstGeom prst="ellipse">
              <a:avLst/>
            </a:prstGeom>
            <a:solidFill>
              <a:srgbClr val="FFFFFF"/>
            </a:solidFill>
            <a:ln w="10653">
              <a:solidFill>
                <a:srgbClr val="0072B2"/>
              </a:solidFill>
              <a:prstDash val="solid"/>
            </a:ln>
          </p:spPr>
        </p:sp>
        <p:sp>
          <p:nvSpPr>
            <p:cNvPr id="195" name="text_194">
              <a:extLst>
                <a:ext uri="{FF2B5EF4-FFF2-40B4-BE49-F238E27FC236}">
                  <ns2:creationId id="{24D02948-CF2C-494C-B195-A3E714E092A3}"/>
                </a:ext>
              </a:extLst>
            </p:cNvPr>
            <p:cNvSpPr>
              <a:spLocks noGrp="1"/>
            </p:cNvSpPr>
            <p:nvPr/>
          </p:nvSpPr>
          <p:spPr>
            <a:xfrm rot="0">
              <a:off x="9180513" y="3641881"/>
              <a:ext cx="219075" cy="219075"/>
            </a:xfrm>
            <a:prstGeom prst="rect">
              <a:avLst/>
            </a:prstGeom>
            <a:noFill/>
            <a:ln w="0">
              <a:noFill/>
              <a:prstDash val="solid"/>
            </a:ln>
          </p:spPr>
          <p:txBody>
            <a:bodyPr wrap="none" lIns="0" tIns="0" rIns="0" bIns="0" anchor="t">
              <a:noAutofit/>
            </a:bodyPr>
            <a:lstStyle>
              <a:defPPr algn="l">
                <a:defRPr sz="746" b="1">
                  <a:solidFill>
                    <a:srgbClr val="0072B2"/>
                  </a:solidFill>
                  <a:latin typeface="Arial"/>
                  <a:ea typeface="Arial"/>
                  <a:cs typeface="Arial"/>
                </a:defRPr>
              </a:defPPr>
              <a:lvl1pPr algn="l">
                <a:defRPr sz="746" b="1">
                  <a:solidFill>
                    <a:srgbClr val="0072B2"/>
                  </a:solidFill>
                  <a:latin typeface="Arial"/>
                  <a:ea typeface="Arial"/>
                  <a:cs typeface="Arial"/>
                </a:defRPr>
              </a:lvl1pPr>
              <a:lvl2pPr algn="l">
                <a:defRPr sz="746" b="1">
                  <a:solidFill>
                    <a:srgbClr val="0072B2"/>
                  </a:solidFill>
                  <a:latin typeface="Arial"/>
                  <a:ea typeface="Arial"/>
                  <a:cs typeface="Arial"/>
                </a:defRPr>
              </a:lvl2pPr>
              <a:lvl3pPr algn="l">
                <a:defRPr sz="746" b="1">
                  <a:solidFill>
                    <a:srgbClr val="0072B2"/>
                  </a:solidFill>
                  <a:latin typeface="Arial"/>
                  <a:ea typeface="Arial"/>
                  <a:cs typeface="Arial"/>
                </a:defRPr>
              </a:lvl3pPr>
              <a:lvl4pPr algn="l">
                <a:defRPr sz="746" b="1">
                  <a:solidFill>
                    <a:srgbClr val="0072B2"/>
                  </a:solidFill>
                  <a:latin typeface="Arial"/>
                  <a:ea typeface="Arial"/>
                  <a:cs typeface="Arial"/>
                </a:defRPr>
              </a:lvl4pPr>
              <a:lvl5pPr algn="l">
                <a:defRPr sz="746" b="1">
                  <a:solidFill>
                    <a:srgbClr val="0072B2"/>
                  </a:solidFill>
                  <a:latin typeface="Arial"/>
                  <a:ea typeface="Arial"/>
                  <a:cs typeface="Arial"/>
                </a:defRPr>
              </a:lvl5pPr>
              <a:lvl6pPr algn="l">
                <a:defRPr sz="746" b="1">
                  <a:solidFill>
                    <a:srgbClr val="0072B2"/>
                  </a:solidFill>
                  <a:latin typeface="Arial"/>
                  <a:ea typeface="Arial"/>
                  <a:cs typeface="Arial"/>
                </a:defRPr>
              </a:lvl6pPr>
              <a:lvl7pPr algn="l">
                <a:defRPr sz="746" b="1">
                  <a:solidFill>
                    <a:srgbClr val="0072B2"/>
                  </a:solidFill>
                  <a:latin typeface="Arial"/>
                  <a:ea typeface="Arial"/>
                  <a:cs typeface="Arial"/>
                </a:defRPr>
              </a:lvl7pPr>
              <a:lvl8pPr algn="l">
                <a:defRPr sz="746" b="1">
                  <a:solidFill>
                    <a:srgbClr val="0072B2"/>
                  </a:solidFill>
                  <a:latin typeface="Arial"/>
                  <a:ea typeface="Arial"/>
                  <a:cs typeface="Arial"/>
                </a:defRPr>
              </a:lvl8pPr>
              <a:lvl9pPr algn="l">
                <a:defRPr sz="746" b="1">
                  <a:solidFill>
                    <a:srgbClr val="0072B2"/>
                  </a:solidFill>
                  <a:latin typeface="Arial"/>
                  <a:ea typeface="Arial"/>
                  <a:cs typeface="Arial"/>
                </a:defRPr>
              </a:lvl9pPr>
            </a:lstStyle>
            <a:p>
              <a:pPr algn="l">
                <a:defRPr sz="746" b="1">
                  <a:solidFill>
                    <a:srgbClr val="0072B2"/>
                  </a:solidFill>
                  <a:latin typeface="Arial"/>
                  <a:ea typeface="Arial"/>
                  <a:cs typeface="Arial"/>
                </a:defRPr>
              </a:pPr>
              <a:r>
                <a:rPr sz="746" b="1">
                  <a:solidFill>
                    <a:srgbClr val="0072B2"/>
                  </a:solidFill>
                  <a:latin typeface="Arial"/>
                  <a:ea typeface="Arial"/>
                  <a:cs typeface="Arial"/>
                </a:rPr>
                <a:t>A</a:t>
              </a:r>
            </a:p>
          </p:txBody>
        </p:sp>
        <p:sp>
          <p:nvSpPr>
            <p:cNvPr id="196" name="ellipse_195">
              <a:extLst>
                <a:ext uri="{FF2B5EF4-FFF2-40B4-BE49-F238E27FC236}">
                  <ns2:creationId id="{5FB314AD-FB37-4443-AB82-E317177EA37D}"/>
                </a:ext>
              </a:extLst>
            </p:cNvPr>
            <p:cNvSpPr>
              <a:spLocks noGrp="1"/>
            </p:cNvSpPr>
            <p:nvPr/>
          </p:nvSpPr>
          <p:spPr>
            <a:xfrm rot="0">
              <a:off x="10966405" y="4375148"/>
              <a:ext cx="66675" cy="66675"/>
            </a:xfrm>
            <a:prstGeom prst="ellipse">
              <a:avLst/>
            </a:prstGeom>
            <a:solidFill>
              <a:srgbClr val="FFFFFF"/>
            </a:solidFill>
            <a:ln w="10653">
              <a:solidFill>
                <a:srgbClr val="D55E00"/>
              </a:solidFill>
              <a:prstDash val="solid"/>
            </a:ln>
          </p:spPr>
        </p:sp>
        <p:sp>
          <p:nvSpPr>
            <p:cNvPr id="197" name="text_196">
              <a:extLst>
                <a:ext uri="{FF2B5EF4-FFF2-40B4-BE49-F238E27FC236}">
                  <ns2:creationId id="{F317290C-2197-48D4-BC4A-B88DA100F043}"/>
                </a:ext>
              </a:extLst>
            </p:cNvPr>
            <p:cNvSpPr>
              <a:spLocks noGrp="1"/>
            </p:cNvSpPr>
            <p:nvPr/>
          </p:nvSpPr>
          <p:spPr>
            <a:xfrm rot="0">
              <a:off x="11047367" y="4198935"/>
              <a:ext cx="219075" cy="219075"/>
            </a:xfrm>
            <a:prstGeom prst="rect">
              <a:avLst/>
            </a:prstGeom>
            <a:noFill/>
            <a:ln w="0">
              <a:noFill/>
              <a:prstDash val="solid"/>
            </a:ln>
          </p:spPr>
          <p:txBody>
            <a:bodyPr wrap="none" lIns="0" tIns="0" rIns="0" bIns="0" anchor="t">
              <a:noAutofit/>
            </a:bodyPr>
            <a:lstStyle>
              <a:defPPr algn="l">
                <a:defRPr sz="746" b="1">
                  <a:solidFill>
                    <a:srgbClr val="D55E00"/>
                  </a:solidFill>
                  <a:latin typeface="Arial"/>
                  <a:ea typeface="Arial"/>
                  <a:cs typeface="Arial"/>
                </a:defRPr>
              </a:defPPr>
              <a:lvl1pPr algn="l">
                <a:defRPr sz="746" b="1">
                  <a:solidFill>
                    <a:srgbClr val="D55E00"/>
                  </a:solidFill>
                  <a:latin typeface="Arial"/>
                  <a:ea typeface="Arial"/>
                  <a:cs typeface="Arial"/>
                </a:defRPr>
              </a:lvl1pPr>
              <a:lvl2pPr algn="l">
                <a:defRPr sz="746" b="1">
                  <a:solidFill>
                    <a:srgbClr val="D55E00"/>
                  </a:solidFill>
                  <a:latin typeface="Arial"/>
                  <a:ea typeface="Arial"/>
                  <a:cs typeface="Arial"/>
                </a:defRPr>
              </a:lvl2pPr>
              <a:lvl3pPr algn="l">
                <a:defRPr sz="746" b="1">
                  <a:solidFill>
                    <a:srgbClr val="D55E00"/>
                  </a:solidFill>
                  <a:latin typeface="Arial"/>
                  <a:ea typeface="Arial"/>
                  <a:cs typeface="Arial"/>
                </a:defRPr>
              </a:lvl3pPr>
              <a:lvl4pPr algn="l">
                <a:defRPr sz="746" b="1">
                  <a:solidFill>
                    <a:srgbClr val="D55E00"/>
                  </a:solidFill>
                  <a:latin typeface="Arial"/>
                  <a:ea typeface="Arial"/>
                  <a:cs typeface="Arial"/>
                </a:defRPr>
              </a:lvl4pPr>
              <a:lvl5pPr algn="l">
                <a:defRPr sz="746" b="1">
                  <a:solidFill>
                    <a:srgbClr val="D55E00"/>
                  </a:solidFill>
                  <a:latin typeface="Arial"/>
                  <a:ea typeface="Arial"/>
                  <a:cs typeface="Arial"/>
                </a:defRPr>
              </a:lvl5pPr>
              <a:lvl6pPr algn="l">
                <a:defRPr sz="746" b="1">
                  <a:solidFill>
                    <a:srgbClr val="D55E00"/>
                  </a:solidFill>
                  <a:latin typeface="Arial"/>
                  <a:ea typeface="Arial"/>
                  <a:cs typeface="Arial"/>
                </a:defRPr>
              </a:lvl6pPr>
              <a:lvl7pPr algn="l">
                <a:defRPr sz="746" b="1">
                  <a:solidFill>
                    <a:srgbClr val="D55E00"/>
                  </a:solidFill>
                  <a:latin typeface="Arial"/>
                  <a:ea typeface="Arial"/>
                  <a:cs typeface="Arial"/>
                </a:defRPr>
              </a:lvl7pPr>
              <a:lvl8pPr algn="l">
                <a:defRPr sz="746" b="1">
                  <a:solidFill>
                    <a:srgbClr val="D55E00"/>
                  </a:solidFill>
                  <a:latin typeface="Arial"/>
                  <a:ea typeface="Arial"/>
                  <a:cs typeface="Arial"/>
                </a:defRPr>
              </a:lvl8pPr>
              <a:lvl9pPr algn="l">
                <a:defRPr sz="746" b="1">
                  <a:solidFill>
                    <a:srgbClr val="D55E00"/>
                  </a:solidFill>
                  <a:latin typeface="Arial"/>
                  <a:ea typeface="Arial"/>
                  <a:cs typeface="Arial"/>
                </a:defRPr>
              </a:lvl9pPr>
            </a:lstStyle>
            <a:p>
              <a:pPr algn="l">
                <a:defRPr sz="746" b="1">
                  <a:solidFill>
                    <a:srgbClr val="D55E00"/>
                  </a:solidFill>
                  <a:latin typeface="Arial"/>
                  <a:ea typeface="Arial"/>
                  <a:cs typeface="Arial"/>
                </a:defRPr>
              </a:pPr>
              <a:r>
                <a:rPr sz="746" b="1">
                  <a:solidFill>
                    <a:srgbClr val="D55E00"/>
                  </a:solidFill>
                  <a:latin typeface="Arial"/>
                  <a:ea typeface="Arial"/>
                  <a:cs typeface="Arial"/>
                </a:rPr>
                <a:t>B</a:t>
              </a:r>
            </a:p>
          </p:txBody>
        </p:sp>
        <p:sp>
          <p:nvSpPr>
            <p:cNvPr id="198" name="ellipse_197">
              <a:extLst>
                <a:ext uri="{FF2B5EF4-FFF2-40B4-BE49-F238E27FC236}">
                  <ns2:creationId id="{5F0BE903-D4A6-4C3E-A401-278754BF7C78}"/>
                </a:ext>
              </a:extLst>
            </p:cNvPr>
            <p:cNvSpPr>
              <a:spLocks noGrp="1"/>
            </p:cNvSpPr>
            <p:nvPr/>
          </p:nvSpPr>
          <p:spPr>
            <a:xfrm rot="0">
              <a:off x="10126228" y="4569142"/>
              <a:ext cx="66675" cy="66675"/>
            </a:xfrm>
            <a:prstGeom prst="ellipse">
              <a:avLst/>
            </a:prstGeom>
            <a:solidFill>
              <a:srgbClr val="FFFFFF"/>
            </a:solidFill>
            <a:ln w="10653">
              <a:solidFill>
                <a:srgbClr val="009E73"/>
              </a:solidFill>
              <a:prstDash val="solid"/>
            </a:ln>
          </p:spPr>
        </p:sp>
        <p:sp>
          <p:nvSpPr>
            <p:cNvPr id="199" name="text_198">
              <a:extLst>
                <a:ext uri="{FF2B5EF4-FFF2-40B4-BE49-F238E27FC236}">
                  <ns2:creationId id="{D13E7DAE-DED4-434C-BB36-CD020AE1A788}"/>
                </a:ext>
              </a:extLst>
            </p:cNvPr>
            <p:cNvSpPr>
              <a:spLocks noGrp="1"/>
            </p:cNvSpPr>
            <p:nvPr/>
          </p:nvSpPr>
          <p:spPr>
            <a:xfrm rot="0">
              <a:off x="10207190" y="4392929"/>
              <a:ext cx="219075" cy="219075"/>
            </a:xfrm>
            <a:prstGeom prst="rect">
              <a:avLst/>
            </a:prstGeom>
            <a:noFill/>
            <a:ln w="0">
              <a:noFill/>
              <a:prstDash val="solid"/>
            </a:ln>
          </p:spPr>
          <p:txBody>
            <a:bodyPr wrap="none" lIns="0" tIns="0" rIns="0" bIns="0" anchor="t">
              <a:noAutofit/>
            </a:bodyPr>
            <a:lstStyle>
              <a:defPPr algn="l">
                <a:defRPr sz="746" b="1">
                  <a:solidFill>
                    <a:srgbClr val="009E73"/>
                  </a:solidFill>
                  <a:latin typeface="Arial"/>
                  <a:ea typeface="Arial"/>
                  <a:cs typeface="Arial"/>
                </a:defRPr>
              </a:defPPr>
              <a:lvl1pPr algn="l">
                <a:defRPr sz="746" b="1">
                  <a:solidFill>
                    <a:srgbClr val="009E73"/>
                  </a:solidFill>
                  <a:latin typeface="Arial"/>
                  <a:ea typeface="Arial"/>
                  <a:cs typeface="Arial"/>
                </a:defRPr>
              </a:lvl1pPr>
              <a:lvl2pPr algn="l">
                <a:defRPr sz="746" b="1">
                  <a:solidFill>
                    <a:srgbClr val="009E73"/>
                  </a:solidFill>
                  <a:latin typeface="Arial"/>
                  <a:ea typeface="Arial"/>
                  <a:cs typeface="Arial"/>
                </a:defRPr>
              </a:lvl2pPr>
              <a:lvl3pPr algn="l">
                <a:defRPr sz="746" b="1">
                  <a:solidFill>
                    <a:srgbClr val="009E73"/>
                  </a:solidFill>
                  <a:latin typeface="Arial"/>
                  <a:ea typeface="Arial"/>
                  <a:cs typeface="Arial"/>
                </a:defRPr>
              </a:lvl3pPr>
              <a:lvl4pPr algn="l">
                <a:defRPr sz="746" b="1">
                  <a:solidFill>
                    <a:srgbClr val="009E73"/>
                  </a:solidFill>
                  <a:latin typeface="Arial"/>
                  <a:ea typeface="Arial"/>
                  <a:cs typeface="Arial"/>
                </a:defRPr>
              </a:lvl4pPr>
              <a:lvl5pPr algn="l">
                <a:defRPr sz="746" b="1">
                  <a:solidFill>
                    <a:srgbClr val="009E73"/>
                  </a:solidFill>
                  <a:latin typeface="Arial"/>
                  <a:ea typeface="Arial"/>
                  <a:cs typeface="Arial"/>
                </a:defRPr>
              </a:lvl5pPr>
              <a:lvl6pPr algn="l">
                <a:defRPr sz="746" b="1">
                  <a:solidFill>
                    <a:srgbClr val="009E73"/>
                  </a:solidFill>
                  <a:latin typeface="Arial"/>
                  <a:ea typeface="Arial"/>
                  <a:cs typeface="Arial"/>
                </a:defRPr>
              </a:lvl6pPr>
              <a:lvl7pPr algn="l">
                <a:defRPr sz="746" b="1">
                  <a:solidFill>
                    <a:srgbClr val="009E73"/>
                  </a:solidFill>
                  <a:latin typeface="Arial"/>
                  <a:ea typeface="Arial"/>
                  <a:cs typeface="Arial"/>
                </a:defRPr>
              </a:lvl7pPr>
              <a:lvl8pPr algn="l">
                <a:defRPr sz="746" b="1">
                  <a:solidFill>
                    <a:srgbClr val="009E73"/>
                  </a:solidFill>
                  <a:latin typeface="Arial"/>
                  <a:ea typeface="Arial"/>
                  <a:cs typeface="Arial"/>
                </a:defRPr>
              </a:lvl8pPr>
              <a:lvl9pPr algn="l">
                <a:defRPr sz="746" b="1">
                  <a:solidFill>
                    <a:srgbClr val="009E73"/>
                  </a:solidFill>
                  <a:latin typeface="Arial"/>
                  <a:ea typeface="Arial"/>
                  <a:cs typeface="Arial"/>
                </a:defRPr>
              </a:lvl9pPr>
            </a:lstStyle>
            <a:p>
              <a:pPr algn="l">
                <a:defRPr sz="746" b="1">
                  <a:solidFill>
                    <a:srgbClr val="009E73"/>
                  </a:solidFill>
                  <a:latin typeface="Arial"/>
                  <a:ea typeface="Arial"/>
                  <a:cs typeface="Arial"/>
                </a:defRPr>
              </a:pPr>
              <a:r>
                <a:rPr sz="746" b="1">
                  <a:solidFill>
                    <a:srgbClr val="009E73"/>
                  </a:solidFill>
                  <a:latin typeface="Arial"/>
                  <a:ea typeface="Arial"/>
                  <a:cs typeface="Arial"/>
                </a:rPr>
                <a:t>C</a:t>
              </a:r>
            </a:p>
          </p:txBody>
        </p:sp>
        <p:sp>
          <p:nvSpPr>
            <p:cNvPr id="200" name="text_199">
              <a:extLst>
                <a:ext uri="{FF2B5EF4-FFF2-40B4-BE49-F238E27FC236}">
                  <ns2:creationId id="{F1A48117-7817-42BE-866C-FB3412915444}"/>
                </a:ext>
              </a:extLst>
            </p:cNvPr>
            <p:cNvSpPr>
              <a:spLocks noGrp="1"/>
            </p:cNvSpPr>
            <p:nvPr/>
          </p:nvSpPr>
          <p:spPr>
            <a:xfrm rot="0">
              <a:off x="8810625" y="5305425"/>
              <a:ext cx="3238500" cy="219075"/>
            </a:xfrm>
            <a:prstGeom prst="rect">
              <a:avLst/>
            </a:prstGeom>
            <a:noFill/>
            <a:ln w="0">
              <a:noFill/>
              <a:prstDash val="solid"/>
            </a:ln>
          </p:spPr>
          <p:txBody>
            <a:bodyPr wrap="none" lIns="0" tIns="0" rIns="0" bIns="0" anchor="t">
              <a:noAutofit/>
            </a:bodyPr>
            <a:lstStyle>
              <a:defPPr algn="ctr">
                <a:defRPr sz="746" b="0">
                  <a:solidFill>
                    <a:srgbClr val="000000"/>
                  </a:solidFill>
                  <a:latin typeface="Arial"/>
                  <a:ea typeface="Arial"/>
                  <a:cs typeface="Arial"/>
                </a:defRPr>
              </a:defPPr>
              <a:lvl1pPr algn="ctr">
                <a:defRPr sz="746" b="0">
                  <a:solidFill>
                    <a:srgbClr val="000000"/>
                  </a:solidFill>
                  <a:latin typeface="Arial"/>
                  <a:ea typeface="Arial"/>
                  <a:cs typeface="Arial"/>
                </a:defRPr>
              </a:lvl1pPr>
              <a:lvl2pPr algn="ctr">
                <a:defRPr sz="746" b="0">
                  <a:solidFill>
                    <a:srgbClr val="000000"/>
                  </a:solidFill>
                  <a:latin typeface="Arial"/>
                  <a:ea typeface="Arial"/>
                  <a:cs typeface="Arial"/>
                </a:defRPr>
              </a:lvl2pPr>
              <a:lvl3pPr algn="ctr">
                <a:defRPr sz="746" b="0">
                  <a:solidFill>
                    <a:srgbClr val="000000"/>
                  </a:solidFill>
                  <a:latin typeface="Arial"/>
                  <a:ea typeface="Arial"/>
                  <a:cs typeface="Arial"/>
                </a:defRPr>
              </a:lvl3pPr>
              <a:lvl4pPr algn="ctr">
                <a:defRPr sz="746" b="0">
                  <a:solidFill>
                    <a:srgbClr val="000000"/>
                  </a:solidFill>
                  <a:latin typeface="Arial"/>
                  <a:ea typeface="Arial"/>
                  <a:cs typeface="Arial"/>
                </a:defRPr>
              </a:lvl4pPr>
              <a:lvl5pPr algn="ctr">
                <a:defRPr sz="746" b="0">
                  <a:solidFill>
                    <a:srgbClr val="000000"/>
                  </a:solidFill>
                  <a:latin typeface="Arial"/>
                  <a:ea typeface="Arial"/>
                  <a:cs typeface="Arial"/>
                </a:defRPr>
              </a:lvl5pPr>
              <a:lvl6pPr algn="ctr">
                <a:defRPr sz="746" b="0">
                  <a:solidFill>
                    <a:srgbClr val="000000"/>
                  </a:solidFill>
                  <a:latin typeface="Arial"/>
                  <a:ea typeface="Arial"/>
                  <a:cs typeface="Arial"/>
                </a:defRPr>
              </a:lvl6pPr>
              <a:lvl7pPr algn="ctr">
                <a:defRPr sz="746" b="0">
                  <a:solidFill>
                    <a:srgbClr val="000000"/>
                  </a:solidFill>
                  <a:latin typeface="Arial"/>
                  <a:ea typeface="Arial"/>
                  <a:cs typeface="Arial"/>
                </a:defRPr>
              </a:lvl7pPr>
              <a:lvl8pPr algn="ctr">
                <a:defRPr sz="746" b="0">
                  <a:solidFill>
                    <a:srgbClr val="000000"/>
                  </a:solidFill>
                  <a:latin typeface="Arial"/>
                  <a:ea typeface="Arial"/>
                  <a:cs typeface="Arial"/>
                </a:defRPr>
              </a:lvl8pPr>
              <a:lvl9pPr algn="ctr">
                <a:defRPr sz="746" b="0">
                  <a:solidFill>
                    <a:srgbClr val="000000"/>
                  </a:solidFill>
                  <a:latin typeface="Arial"/>
                  <a:ea typeface="Arial"/>
                  <a:cs typeface="Arial"/>
                </a:defRPr>
              </a:lvl9pPr>
            </a:lstStyle>
            <a:p>
              <a:pPr algn="ctr">
                <a:defRPr sz="746" b="0">
                  <a:solidFill>
                    <a:srgbClr val="000000"/>
                  </a:solidFill>
                  <a:latin typeface="Arial"/>
                  <a:ea typeface="Arial"/>
                  <a:cs typeface="Arial"/>
                </a:defRPr>
              </a:pPr>
              <a:r>
                <a:rPr sz="746" b="0">
                  <a:solidFill>
                    <a:srgbClr val="000000"/>
                  </a:solidFill>
                  <a:latin typeface="Arial"/>
                  <a:ea typeface="Arial"/>
                  <a:cs typeface="Arial"/>
                </a:rPr>
                <a:t>Normalized reference coordinate</a:t>
              </a:r>
            </a:p>
          </p:txBody>
        </p:sp>
        <p:sp>
          <p:nvSpPr>
            <p:cNvPr id="201" name="line_200">
              <a:extLst>
                <a:ext uri="{FF2B5EF4-FFF2-40B4-BE49-F238E27FC236}">
                  <ns2:creationId id="{FF1C1433-DE9C-4744-A7E1-CD1E7C6F70E1}"/>
                </a:ext>
              </a:extLst>
            </p:cNvPr>
            <p:cNvSpPr>
              <a:spLocks noGrp="1"/>
            </p:cNvSpPr>
            <p:nvPr/>
          </p:nvSpPr>
          <p:spPr>
            <a:xfrm>
              <a:off x="9048750" y="5724525"/>
              <a:ext cx="295275" cy="95"/>
            </a:xfrm>
            <a:custGeom>
              <a:pathLst>
                <a:path w="295275" h="95">
                  <a:moveTo>
                    <a:pt x="0" y="0"/>
                  </a:moveTo>
                  <a:lnTo>
                    <a:pt x="295275" y="0"/>
                  </a:lnTo>
                </a:path>
              </a:pathLst>
            </a:custGeom>
            <a:noFill/>
            <a:ln w="10653">
              <a:solidFill>
                <a:srgbClr val="0072B2"/>
              </a:solidFill>
              <a:prstDash val="dash"/>
            </a:ln>
          </p:spPr>
        </p:sp>
        <p:sp>
          <p:nvSpPr>
            <p:cNvPr id="202" name="text_201">
              <a:extLst>
                <a:ext uri="{FF2B5EF4-FFF2-40B4-BE49-F238E27FC236}">
                  <ns2:creationId id="{D704F683-F35F-4B0F-AEE3-EC1C2F0D8131}"/>
                </a:ext>
              </a:extLst>
            </p:cNvPr>
            <p:cNvSpPr>
              <a:spLocks noGrp="1"/>
            </p:cNvSpPr>
            <p:nvPr/>
          </p:nvSpPr>
          <p:spPr>
            <a:xfrm rot="0">
              <a:off x="9429750" y="5610225"/>
              <a:ext cx="428625" cy="228600"/>
            </a:xfrm>
            <a:prstGeom prst="rect">
              <a:avLst/>
            </a:prstGeom>
            <a:noFill/>
            <a:ln w="0">
              <a:noFill/>
              <a:prstDash val="solid"/>
            </a:ln>
          </p:spPr>
          <p:txBody>
            <a:bodyPr wrap="none" lIns="0" tIns="0" rIns="0" bIns="0" anchor="t">
              <a:noAutofit/>
            </a:bodyPr>
            <a:lstStyle>
              <a:defPPr algn="l">
                <a:defRPr sz="839" b="0">
                  <a:solidFill>
                    <a:srgbClr val="000000"/>
                  </a:solidFill>
                  <a:latin typeface="Arial"/>
                  <a:ea typeface="Arial"/>
                  <a:cs typeface="Arial"/>
                </a:defRPr>
              </a:defPPr>
              <a:lvl1pPr algn="l">
                <a:defRPr sz="839" b="0">
                  <a:solidFill>
                    <a:srgbClr val="000000"/>
                  </a:solidFill>
                  <a:latin typeface="Arial"/>
                  <a:ea typeface="Arial"/>
                  <a:cs typeface="Arial"/>
                </a:defRPr>
              </a:lvl1pPr>
              <a:lvl2pPr algn="l">
                <a:defRPr sz="839" b="0">
                  <a:solidFill>
                    <a:srgbClr val="000000"/>
                  </a:solidFill>
                  <a:latin typeface="Arial"/>
                  <a:ea typeface="Arial"/>
                  <a:cs typeface="Arial"/>
                </a:defRPr>
              </a:lvl2pPr>
              <a:lvl3pPr algn="l">
                <a:defRPr sz="839" b="0">
                  <a:solidFill>
                    <a:srgbClr val="000000"/>
                  </a:solidFill>
                  <a:latin typeface="Arial"/>
                  <a:ea typeface="Arial"/>
                  <a:cs typeface="Arial"/>
                </a:defRPr>
              </a:lvl3pPr>
              <a:lvl4pPr algn="l">
                <a:defRPr sz="839" b="0">
                  <a:solidFill>
                    <a:srgbClr val="000000"/>
                  </a:solidFill>
                  <a:latin typeface="Arial"/>
                  <a:ea typeface="Arial"/>
                  <a:cs typeface="Arial"/>
                </a:defRPr>
              </a:lvl4pPr>
              <a:lvl5pPr algn="l">
                <a:defRPr sz="839" b="0">
                  <a:solidFill>
                    <a:srgbClr val="000000"/>
                  </a:solidFill>
                  <a:latin typeface="Arial"/>
                  <a:ea typeface="Arial"/>
                  <a:cs typeface="Arial"/>
                </a:defRPr>
              </a:lvl5pPr>
              <a:lvl6pPr algn="l">
                <a:defRPr sz="839" b="0">
                  <a:solidFill>
                    <a:srgbClr val="000000"/>
                  </a:solidFill>
                  <a:latin typeface="Arial"/>
                  <a:ea typeface="Arial"/>
                  <a:cs typeface="Arial"/>
                </a:defRPr>
              </a:lvl6pPr>
              <a:lvl7pPr algn="l">
                <a:defRPr sz="839" b="0">
                  <a:solidFill>
                    <a:srgbClr val="000000"/>
                  </a:solidFill>
                  <a:latin typeface="Arial"/>
                  <a:ea typeface="Arial"/>
                  <a:cs typeface="Arial"/>
                </a:defRPr>
              </a:lvl7pPr>
              <a:lvl8pPr algn="l">
                <a:defRPr sz="839" b="0">
                  <a:solidFill>
                    <a:srgbClr val="000000"/>
                  </a:solidFill>
                  <a:latin typeface="Arial"/>
                  <a:ea typeface="Arial"/>
                  <a:cs typeface="Arial"/>
                </a:defRPr>
              </a:lvl8pPr>
              <a:lvl9pPr algn="l">
                <a:defRPr sz="839" b="0">
                  <a:solidFill>
                    <a:srgbClr val="000000"/>
                  </a:solidFill>
                  <a:latin typeface="Arial"/>
                  <a:ea typeface="Arial"/>
                  <a:cs typeface="Arial"/>
                </a:defRPr>
              </a:lvl9pPr>
            </a:lstStyle>
            <a:p>
              <a:pPr algn="l">
                <a:defRPr sz="839" b="0">
                  <a:solidFill>
                    <a:srgbClr val="000000"/>
                  </a:solidFill>
                  <a:latin typeface="Arial"/>
                  <a:ea typeface="Arial"/>
                  <a:cs typeface="Arial"/>
                </a:defRPr>
              </a:pPr>
              <a:r>
                <a:rPr sz="839" b="0">
                  <a:solidFill>
                    <a:srgbClr val="000000"/>
                  </a:solidFill>
                  <a:latin typeface="Arial"/>
                  <a:ea typeface="Arial"/>
                  <a:cs typeface="Arial"/>
                </a:rPr>
                <a:t>P</a:t>
              </a:r>
            </a:p>
          </p:txBody>
        </p:sp>
        <p:sp>
          <p:nvSpPr>
            <p:cNvPr id="203" name="line_202">
              <a:extLst>
                <a:ext uri="{FF2B5EF4-FFF2-40B4-BE49-F238E27FC236}">
                  <ns2:creationId id="{0008262C-8313-4420-9DFD-CF54774C3627}"/>
                </a:ext>
              </a:extLst>
            </p:cNvPr>
            <p:cNvSpPr>
              <a:spLocks noGrp="1"/>
            </p:cNvSpPr>
            <p:nvPr/>
          </p:nvSpPr>
          <p:spPr>
            <a:xfrm>
              <a:off x="10287000" y="5724525"/>
              <a:ext cx="295275" cy="95"/>
            </a:xfrm>
            <a:custGeom>
              <a:pathLst>
                <a:path w="295275" h="95">
                  <a:moveTo>
                    <a:pt x="0" y="0"/>
                  </a:moveTo>
                  <a:lnTo>
                    <a:pt x="295275" y="0"/>
                  </a:lnTo>
                </a:path>
              </a:pathLst>
            </a:custGeom>
            <a:noFill/>
            <a:ln w="10653">
              <a:solidFill>
                <a:srgbClr val="009E73"/>
              </a:solidFill>
              <a:prstDash val="solid"/>
            </a:ln>
          </p:spPr>
        </p:sp>
        <p:sp>
          <p:nvSpPr>
            <p:cNvPr id="204" name="text_203">
              <a:extLst>
                <a:ext uri="{FF2B5EF4-FFF2-40B4-BE49-F238E27FC236}">
                  <ns2:creationId id="{921D1B50-C1BD-4611-AE67-CCD1606EE27E}"/>
                </a:ext>
              </a:extLst>
            </p:cNvPr>
            <p:cNvSpPr>
              <a:spLocks noGrp="1"/>
            </p:cNvSpPr>
            <p:nvPr/>
          </p:nvSpPr>
          <p:spPr>
            <a:xfrm rot="0">
              <a:off x="10668000" y="5610225"/>
              <a:ext cx="952500" cy="228600"/>
            </a:xfrm>
            <a:prstGeom prst="rect">
              <a:avLst/>
            </a:prstGeom>
            <a:noFill/>
            <a:ln w="0">
              <a:noFill/>
              <a:prstDash val="solid"/>
            </a:ln>
          </p:spPr>
          <p:txBody>
            <a:bodyPr wrap="none" lIns="0" tIns="0" rIns="0" bIns="0" anchor="t">
              <a:noAutofit/>
            </a:bodyPr>
            <a:lstStyle>
              <a:defPPr algn="l">
                <a:defRPr sz="839" b="0">
                  <a:solidFill>
                    <a:srgbClr val="000000"/>
                  </a:solidFill>
                  <a:latin typeface="Arial"/>
                  <a:ea typeface="Arial"/>
                  <a:cs typeface="Arial"/>
                </a:defRPr>
              </a:defPPr>
              <a:lvl1pPr algn="l">
                <a:defRPr sz="839" b="0">
                  <a:solidFill>
                    <a:srgbClr val="000000"/>
                  </a:solidFill>
                  <a:latin typeface="Arial"/>
                  <a:ea typeface="Arial"/>
                  <a:cs typeface="Arial"/>
                </a:defRPr>
              </a:lvl1pPr>
              <a:lvl2pPr algn="l">
                <a:defRPr sz="839" b="0">
                  <a:solidFill>
                    <a:srgbClr val="000000"/>
                  </a:solidFill>
                  <a:latin typeface="Arial"/>
                  <a:ea typeface="Arial"/>
                  <a:cs typeface="Arial"/>
                </a:defRPr>
              </a:lvl2pPr>
              <a:lvl3pPr algn="l">
                <a:defRPr sz="839" b="0">
                  <a:solidFill>
                    <a:srgbClr val="000000"/>
                  </a:solidFill>
                  <a:latin typeface="Arial"/>
                  <a:ea typeface="Arial"/>
                  <a:cs typeface="Arial"/>
                </a:defRPr>
              </a:lvl3pPr>
              <a:lvl4pPr algn="l">
                <a:defRPr sz="839" b="0">
                  <a:solidFill>
                    <a:srgbClr val="000000"/>
                  </a:solidFill>
                  <a:latin typeface="Arial"/>
                  <a:ea typeface="Arial"/>
                  <a:cs typeface="Arial"/>
                </a:defRPr>
              </a:lvl4pPr>
              <a:lvl5pPr algn="l">
                <a:defRPr sz="839" b="0">
                  <a:solidFill>
                    <a:srgbClr val="000000"/>
                  </a:solidFill>
                  <a:latin typeface="Arial"/>
                  <a:ea typeface="Arial"/>
                  <a:cs typeface="Arial"/>
                </a:defRPr>
              </a:lvl5pPr>
              <a:lvl6pPr algn="l">
                <a:defRPr sz="839" b="0">
                  <a:solidFill>
                    <a:srgbClr val="000000"/>
                  </a:solidFill>
                  <a:latin typeface="Arial"/>
                  <a:ea typeface="Arial"/>
                  <a:cs typeface="Arial"/>
                </a:defRPr>
              </a:lvl6pPr>
              <a:lvl7pPr algn="l">
                <a:defRPr sz="839" b="0">
                  <a:solidFill>
                    <a:srgbClr val="000000"/>
                  </a:solidFill>
                  <a:latin typeface="Arial"/>
                  <a:ea typeface="Arial"/>
                  <a:cs typeface="Arial"/>
                </a:defRPr>
              </a:lvl7pPr>
              <a:lvl8pPr algn="l">
                <a:defRPr sz="839" b="0">
                  <a:solidFill>
                    <a:srgbClr val="000000"/>
                  </a:solidFill>
                  <a:latin typeface="Arial"/>
                  <a:ea typeface="Arial"/>
                  <a:cs typeface="Arial"/>
                </a:defRPr>
              </a:lvl8pPr>
              <a:lvl9pPr algn="l">
                <a:defRPr sz="839" b="0">
                  <a:solidFill>
                    <a:srgbClr val="000000"/>
                  </a:solidFill>
                  <a:latin typeface="Arial"/>
                  <a:ea typeface="Arial"/>
                  <a:cs typeface="Arial"/>
                </a:defRPr>
              </a:lvl9pPr>
            </a:lstStyle>
            <a:p>
              <a:pPr algn="l">
                <a:defRPr sz="839" b="0">
                  <a:solidFill>
                    <a:srgbClr val="000000"/>
                  </a:solidFill>
                  <a:latin typeface="Arial"/>
                  <a:ea typeface="Arial"/>
                  <a:cs typeface="Arial"/>
                </a:defRPr>
              </a:pPr>
              <a:r>
                <a:rPr sz="839" b="0">
                  <a:solidFill>
                    <a:srgbClr val="000000"/>
                  </a:solidFill>
                  <a:latin typeface="Arial"/>
                  <a:ea typeface="Arial"/>
                  <a:cs typeface="Arial"/>
                </a:rPr>
                <a:t>R20</a:t>
              </a:r>
            </a:p>
          </p:txBody>
        </p:sp>
        <p:sp>
          <p:nvSpPr>
            <p:cNvPr id="205" name="text_204">
              <a:extLst>
                <a:ext uri="{FF2B5EF4-FFF2-40B4-BE49-F238E27FC236}">
                  <ns2:creationId id="{09782504-11B6-47FD-B769-234821A02166}"/>
                </a:ext>
              </a:extLst>
            </p:cNvPr>
            <p:cNvSpPr>
              <a:spLocks noGrp="1"/>
            </p:cNvSpPr>
            <p:nvPr/>
          </p:nvSpPr>
          <p:spPr>
            <a:xfrm rot="0">
              <a:off x="8553450" y="6105525"/>
              <a:ext cx="3524250" cy="276225"/>
            </a:xfrm>
            <a:prstGeom prst="rect">
              <a:avLst/>
            </a:prstGeom>
            <a:noFill/>
            <a:ln w="0">
              <a:noFill/>
              <a:prstDash val="solid"/>
            </a:ln>
          </p:spPr>
          <p:txBody>
            <a:bodyPr wrap="none" lIns="0" tIns="0" rIns="0" bIns="0" anchor="t">
              <a:noAutofit/>
            </a:bodyPr>
            <a:lstStyle>
              <a:defPPr algn="l">
                <a:defRPr sz="1025" b="1">
                  <a:solidFill>
                    <a:srgbClr val="000000"/>
                  </a:solidFill>
                  <a:latin typeface="Arial"/>
                  <a:ea typeface="Arial"/>
                  <a:cs typeface="Arial"/>
                </a:defRPr>
              </a:defPPr>
              <a:lvl1pPr algn="l">
                <a:defRPr sz="1025" b="1">
                  <a:solidFill>
                    <a:srgbClr val="000000"/>
                  </a:solidFill>
                  <a:latin typeface="Arial"/>
                  <a:ea typeface="Arial"/>
                  <a:cs typeface="Arial"/>
                </a:defRPr>
              </a:lvl1pPr>
              <a:lvl2pPr algn="l">
                <a:defRPr sz="1025" b="1">
                  <a:solidFill>
                    <a:srgbClr val="000000"/>
                  </a:solidFill>
                  <a:latin typeface="Arial"/>
                  <a:ea typeface="Arial"/>
                  <a:cs typeface="Arial"/>
                </a:defRPr>
              </a:lvl2pPr>
              <a:lvl3pPr algn="l">
                <a:defRPr sz="1025" b="1">
                  <a:solidFill>
                    <a:srgbClr val="000000"/>
                  </a:solidFill>
                  <a:latin typeface="Arial"/>
                  <a:ea typeface="Arial"/>
                  <a:cs typeface="Arial"/>
                </a:defRPr>
              </a:lvl3pPr>
              <a:lvl4pPr algn="l">
                <a:defRPr sz="1025" b="1">
                  <a:solidFill>
                    <a:srgbClr val="000000"/>
                  </a:solidFill>
                  <a:latin typeface="Arial"/>
                  <a:ea typeface="Arial"/>
                  <a:cs typeface="Arial"/>
                </a:defRPr>
              </a:lvl4pPr>
              <a:lvl5pPr algn="l">
                <a:defRPr sz="1025" b="1">
                  <a:solidFill>
                    <a:srgbClr val="000000"/>
                  </a:solidFill>
                  <a:latin typeface="Arial"/>
                  <a:ea typeface="Arial"/>
                  <a:cs typeface="Arial"/>
                </a:defRPr>
              </a:lvl5pPr>
              <a:lvl6pPr algn="l">
                <a:defRPr sz="1025" b="1">
                  <a:solidFill>
                    <a:srgbClr val="000000"/>
                  </a:solidFill>
                  <a:latin typeface="Arial"/>
                  <a:ea typeface="Arial"/>
                  <a:cs typeface="Arial"/>
                </a:defRPr>
              </a:lvl6pPr>
              <a:lvl7pPr algn="l">
                <a:defRPr sz="1025" b="1">
                  <a:solidFill>
                    <a:srgbClr val="000000"/>
                  </a:solidFill>
                  <a:latin typeface="Arial"/>
                  <a:ea typeface="Arial"/>
                  <a:cs typeface="Arial"/>
                </a:defRPr>
              </a:lvl7pPr>
              <a:lvl8pPr algn="l">
                <a:defRPr sz="1025" b="1">
                  <a:solidFill>
                    <a:srgbClr val="000000"/>
                  </a:solidFill>
                  <a:latin typeface="Arial"/>
                  <a:ea typeface="Arial"/>
                  <a:cs typeface="Arial"/>
                </a:defRPr>
              </a:lvl8pPr>
              <a:lvl9pPr algn="l">
                <a:defRPr sz="1025" b="1">
                  <a:solidFill>
                    <a:srgbClr val="000000"/>
                  </a:solidFill>
                  <a:latin typeface="Arial"/>
                  <a:ea typeface="Arial"/>
                  <a:cs typeface="Arial"/>
                </a:defRPr>
              </a:lvl9pPr>
            </a:lstStyle>
            <a:p>
              <a:pPr algn="l">
                <a:defRPr sz="1025" b="1">
                  <a:solidFill>
                    <a:srgbClr val="000000"/>
                  </a:solidFill>
                  <a:latin typeface="Arial"/>
                  <a:ea typeface="Arial"/>
                  <a:cs typeface="Arial"/>
                </a:defRPr>
              </a:pPr>
              <a:r>
                <a:rPr sz="1025" b="1">
                  <a:solidFill>
                    <a:srgbClr val="000000"/>
                  </a:solidFill>
                  <a:latin typeface="Arial"/>
                  <a:ea typeface="Arial"/>
                  <a:cs typeface="Arial"/>
                </a:rPr>
                <a:t>(e) Pair merge levels, frame 18</a:t>
              </a:r>
            </a:p>
          </p:txBody>
        </p:sp>
        <p:sp>
          <p:nvSpPr>
            <p:cNvPr id="206" name="text_205">
              <a:extLst>
                <a:ext uri="{FF2B5EF4-FFF2-40B4-BE49-F238E27FC236}">
                  <ns2:creationId id="{F7959572-69FC-4F39-8B27-68B6FF0C4880}"/>
                </a:ext>
              </a:extLst>
            </p:cNvPr>
            <p:cNvSpPr>
              <a:spLocks noGrp="1"/>
            </p:cNvSpPr>
            <p:nvPr/>
          </p:nvSpPr>
          <p:spPr>
            <a:xfrm rot="0">
              <a:off x="8572500" y="6562725"/>
              <a:ext cx="571500" cy="228600"/>
            </a:xfrm>
            <a:prstGeom prst="rect">
              <a:avLst/>
            </a:prstGeom>
            <a:noFill/>
            <a:ln w="0">
              <a:noFill/>
              <a:prstDash val="solid"/>
            </a:ln>
          </p:spPr>
          <p:txBody>
            <a:bodyPr wrap="none" lIns="0" tIns="0" rIns="0" bIns="0" anchor="t">
              <a:noAutofit/>
            </a:bodyPr>
            <a:lstStyle>
              <a:defPPr algn="l">
                <a:defRPr sz="839" b="1">
                  <a:solidFill>
                    <a:srgbClr val="000000"/>
                  </a:solidFill>
                  <a:latin typeface="Arial"/>
                  <a:ea typeface="Arial"/>
                  <a:cs typeface="Arial"/>
                </a:defRPr>
              </a:defPPr>
              <a:lvl1pPr algn="l">
                <a:defRPr sz="839" b="1">
                  <a:solidFill>
                    <a:srgbClr val="000000"/>
                  </a:solidFill>
                  <a:latin typeface="Arial"/>
                  <a:ea typeface="Arial"/>
                  <a:cs typeface="Arial"/>
                </a:defRPr>
              </a:lvl1pPr>
              <a:lvl2pPr algn="l">
                <a:defRPr sz="839" b="1">
                  <a:solidFill>
                    <a:srgbClr val="000000"/>
                  </a:solidFill>
                  <a:latin typeface="Arial"/>
                  <a:ea typeface="Arial"/>
                  <a:cs typeface="Arial"/>
                </a:defRPr>
              </a:lvl2pPr>
              <a:lvl3pPr algn="l">
                <a:defRPr sz="839" b="1">
                  <a:solidFill>
                    <a:srgbClr val="000000"/>
                  </a:solidFill>
                  <a:latin typeface="Arial"/>
                  <a:ea typeface="Arial"/>
                  <a:cs typeface="Arial"/>
                </a:defRPr>
              </a:lvl3pPr>
              <a:lvl4pPr algn="l">
                <a:defRPr sz="839" b="1">
                  <a:solidFill>
                    <a:srgbClr val="000000"/>
                  </a:solidFill>
                  <a:latin typeface="Arial"/>
                  <a:ea typeface="Arial"/>
                  <a:cs typeface="Arial"/>
                </a:defRPr>
              </a:lvl4pPr>
              <a:lvl5pPr algn="l">
                <a:defRPr sz="839" b="1">
                  <a:solidFill>
                    <a:srgbClr val="000000"/>
                  </a:solidFill>
                  <a:latin typeface="Arial"/>
                  <a:ea typeface="Arial"/>
                  <a:cs typeface="Arial"/>
                </a:defRPr>
              </a:lvl5pPr>
              <a:lvl6pPr algn="l">
                <a:defRPr sz="839" b="1">
                  <a:solidFill>
                    <a:srgbClr val="000000"/>
                  </a:solidFill>
                  <a:latin typeface="Arial"/>
                  <a:ea typeface="Arial"/>
                  <a:cs typeface="Arial"/>
                </a:defRPr>
              </a:lvl6pPr>
              <a:lvl7pPr algn="l">
                <a:defRPr sz="839" b="1">
                  <a:solidFill>
                    <a:srgbClr val="000000"/>
                  </a:solidFill>
                  <a:latin typeface="Arial"/>
                  <a:ea typeface="Arial"/>
                  <a:cs typeface="Arial"/>
                </a:defRPr>
              </a:lvl7pPr>
              <a:lvl8pPr algn="l">
                <a:defRPr sz="839" b="1">
                  <a:solidFill>
                    <a:srgbClr val="000000"/>
                  </a:solidFill>
                  <a:latin typeface="Arial"/>
                  <a:ea typeface="Arial"/>
                  <a:cs typeface="Arial"/>
                </a:defRPr>
              </a:lvl8pPr>
              <a:lvl9pPr algn="l">
                <a:defRPr sz="839" b="1">
                  <a:solidFill>
                    <a:srgbClr val="000000"/>
                  </a:solidFill>
                  <a:latin typeface="Arial"/>
                  <a:ea typeface="Arial"/>
                  <a:cs typeface="Arial"/>
                </a:defRPr>
              </a:lvl9pPr>
            </a:lstStyle>
            <a:p>
              <a:pPr algn="l">
                <a:defRPr sz="839" b="1">
                  <a:solidFill>
                    <a:srgbClr val="000000"/>
                  </a:solidFill>
                  <a:latin typeface="Arial"/>
                  <a:ea typeface="Arial"/>
                  <a:cs typeface="Arial"/>
                </a:defRPr>
              </a:pPr>
              <a:r>
                <a:rPr sz="839" b="1">
                  <a:solidFill>
                    <a:srgbClr val="000000"/>
                  </a:solidFill>
                  <a:latin typeface="Arial"/>
                  <a:ea typeface="Arial"/>
                  <a:cs typeface="Arial"/>
                </a:rPr>
                <a:t>Pair</a:t>
              </a:r>
            </a:p>
          </p:txBody>
        </p:sp>
        <p:sp>
          <p:nvSpPr>
            <p:cNvPr id="207" name="text_206">
              <a:extLst>
                <a:ext uri="{FF2B5EF4-FFF2-40B4-BE49-F238E27FC236}">
                  <ns2:creationId id="{211377A1-E52A-4FC4-B813-535F5CB6B834}"/>
                </a:ext>
              </a:extLst>
            </p:cNvPr>
            <p:cNvSpPr>
              <a:spLocks noGrp="1"/>
            </p:cNvSpPr>
            <p:nvPr/>
          </p:nvSpPr>
          <p:spPr>
            <a:xfrm rot="0">
              <a:off x="9229725" y="6562725"/>
              <a:ext cx="1238250" cy="228600"/>
            </a:xfrm>
            <a:prstGeom prst="rect">
              <a:avLst/>
            </a:prstGeom>
            <a:noFill/>
            <a:ln w="0">
              <a:noFill/>
              <a:prstDash val="solid"/>
            </a:ln>
          </p:spPr>
          <p:txBody>
            <a:bodyPr wrap="none" lIns="0" tIns="0" rIns="0" bIns="0" anchor="t">
              <a:noAutofit/>
            </a:bodyPr>
            <a:lstStyle>
              <a:defPPr algn="l">
                <a:defRPr sz="839" b="1">
                  <a:solidFill>
                    <a:srgbClr val="000000"/>
                  </a:solidFill>
                  <a:latin typeface="Arial"/>
                  <a:ea typeface="Arial"/>
                  <a:cs typeface="Arial"/>
                </a:defRPr>
              </a:defPPr>
              <a:lvl1pPr algn="l">
                <a:defRPr sz="839" b="1">
                  <a:solidFill>
                    <a:srgbClr val="000000"/>
                  </a:solidFill>
                  <a:latin typeface="Arial"/>
                  <a:ea typeface="Arial"/>
                  <a:cs typeface="Arial"/>
                </a:defRPr>
              </a:lvl1pPr>
              <a:lvl2pPr algn="l">
                <a:defRPr sz="839" b="1">
                  <a:solidFill>
                    <a:srgbClr val="000000"/>
                  </a:solidFill>
                  <a:latin typeface="Arial"/>
                  <a:ea typeface="Arial"/>
                  <a:cs typeface="Arial"/>
                </a:defRPr>
              </a:lvl2pPr>
              <a:lvl3pPr algn="l">
                <a:defRPr sz="839" b="1">
                  <a:solidFill>
                    <a:srgbClr val="000000"/>
                  </a:solidFill>
                  <a:latin typeface="Arial"/>
                  <a:ea typeface="Arial"/>
                  <a:cs typeface="Arial"/>
                </a:defRPr>
              </a:lvl3pPr>
              <a:lvl4pPr algn="l">
                <a:defRPr sz="839" b="1">
                  <a:solidFill>
                    <a:srgbClr val="000000"/>
                  </a:solidFill>
                  <a:latin typeface="Arial"/>
                  <a:ea typeface="Arial"/>
                  <a:cs typeface="Arial"/>
                </a:defRPr>
              </a:lvl4pPr>
              <a:lvl5pPr algn="l">
                <a:defRPr sz="839" b="1">
                  <a:solidFill>
                    <a:srgbClr val="000000"/>
                  </a:solidFill>
                  <a:latin typeface="Arial"/>
                  <a:ea typeface="Arial"/>
                  <a:cs typeface="Arial"/>
                </a:defRPr>
              </a:lvl5pPr>
              <a:lvl6pPr algn="l">
                <a:defRPr sz="839" b="1">
                  <a:solidFill>
                    <a:srgbClr val="000000"/>
                  </a:solidFill>
                  <a:latin typeface="Arial"/>
                  <a:ea typeface="Arial"/>
                  <a:cs typeface="Arial"/>
                </a:defRPr>
              </a:lvl6pPr>
              <a:lvl7pPr algn="l">
                <a:defRPr sz="839" b="1">
                  <a:solidFill>
                    <a:srgbClr val="000000"/>
                  </a:solidFill>
                  <a:latin typeface="Arial"/>
                  <a:ea typeface="Arial"/>
                  <a:cs typeface="Arial"/>
                </a:defRPr>
              </a:lvl7pPr>
              <a:lvl8pPr algn="l">
                <a:defRPr sz="839" b="1">
                  <a:solidFill>
                    <a:srgbClr val="000000"/>
                  </a:solidFill>
                  <a:latin typeface="Arial"/>
                  <a:ea typeface="Arial"/>
                  <a:cs typeface="Arial"/>
                </a:defRPr>
              </a:lvl8pPr>
              <a:lvl9pPr algn="l">
                <a:defRPr sz="839" b="1">
                  <a:solidFill>
                    <a:srgbClr val="000000"/>
                  </a:solidFill>
                  <a:latin typeface="Arial"/>
                  <a:ea typeface="Arial"/>
                  <a:cs typeface="Arial"/>
                </a:defRPr>
              </a:lvl9pPr>
            </a:lstStyle>
            <a:p>
              <a:pPr algn="l">
                <a:defRPr sz="839" b="1">
                  <a:solidFill>
                    <a:srgbClr val="000000"/>
                  </a:solidFill>
                  <a:latin typeface="Arial"/>
                  <a:ea typeface="Arial"/>
                  <a:cs typeface="Arial"/>
                </a:defRPr>
              </a:pPr>
              <a:r>
                <a:rPr sz="839" b="1">
                  <a:solidFill>
                    <a:srgbClr val="000000"/>
                  </a:solidFill>
                  <a:latin typeface="Arial"/>
                  <a:ea typeface="Arial"/>
                  <a:cs typeface="Arial"/>
                </a:rPr>
                <a:t>Source = P</a:t>
              </a:r>
            </a:p>
          </p:txBody>
        </p:sp>
        <p:sp>
          <p:nvSpPr>
            <p:cNvPr id="208" name="text_207">
              <a:extLst>
                <a:ext uri="{FF2B5EF4-FFF2-40B4-BE49-F238E27FC236}">
                  <ns2:creationId id="{0A4AFB70-36B6-4355-8EA9-A8CEC73C6995}"/>
                </a:ext>
              </a:extLst>
            </p:cNvPr>
            <p:cNvSpPr>
              <a:spLocks noGrp="1"/>
            </p:cNvSpPr>
            <p:nvPr/>
          </p:nvSpPr>
          <p:spPr>
            <a:xfrm rot="0">
              <a:off x="10715625" y="6562725"/>
              <a:ext cx="1095375" cy="228600"/>
            </a:xfrm>
            <a:prstGeom prst="rect">
              <a:avLst/>
            </a:prstGeom>
            <a:noFill/>
            <a:ln w="0">
              <a:noFill/>
              <a:prstDash val="solid"/>
            </a:ln>
          </p:spPr>
          <p:txBody>
            <a:bodyPr wrap="none" lIns="0" tIns="0" rIns="0" bIns="0" anchor="t">
              <a:noAutofit/>
            </a:bodyPr>
            <a:lstStyle>
              <a:defPPr algn="l">
                <a:defRPr sz="839" b="1">
                  <a:solidFill>
                    <a:srgbClr val="000000"/>
                  </a:solidFill>
                  <a:latin typeface="Arial"/>
                  <a:ea typeface="Arial"/>
                  <a:cs typeface="Arial"/>
                </a:defRPr>
              </a:defPPr>
              <a:lvl1pPr algn="l">
                <a:defRPr sz="839" b="1">
                  <a:solidFill>
                    <a:srgbClr val="000000"/>
                  </a:solidFill>
                  <a:latin typeface="Arial"/>
                  <a:ea typeface="Arial"/>
                  <a:cs typeface="Arial"/>
                </a:defRPr>
              </a:lvl1pPr>
              <a:lvl2pPr algn="l">
                <a:defRPr sz="839" b="1">
                  <a:solidFill>
                    <a:srgbClr val="000000"/>
                  </a:solidFill>
                  <a:latin typeface="Arial"/>
                  <a:ea typeface="Arial"/>
                  <a:cs typeface="Arial"/>
                </a:defRPr>
              </a:lvl2pPr>
              <a:lvl3pPr algn="l">
                <a:defRPr sz="839" b="1">
                  <a:solidFill>
                    <a:srgbClr val="000000"/>
                  </a:solidFill>
                  <a:latin typeface="Arial"/>
                  <a:ea typeface="Arial"/>
                  <a:cs typeface="Arial"/>
                </a:defRPr>
              </a:lvl3pPr>
              <a:lvl4pPr algn="l">
                <a:defRPr sz="839" b="1">
                  <a:solidFill>
                    <a:srgbClr val="000000"/>
                  </a:solidFill>
                  <a:latin typeface="Arial"/>
                  <a:ea typeface="Arial"/>
                  <a:cs typeface="Arial"/>
                </a:defRPr>
              </a:lvl4pPr>
              <a:lvl5pPr algn="l">
                <a:defRPr sz="839" b="1">
                  <a:solidFill>
                    <a:srgbClr val="000000"/>
                  </a:solidFill>
                  <a:latin typeface="Arial"/>
                  <a:ea typeface="Arial"/>
                  <a:cs typeface="Arial"/>
                </a:defRPr>
              </a:lvl5pPr>
              <a:lvl6pPr algn="l">
                <a:defRPr sz="839" b="1">
                  <a:solidFill>
                    <a:srgbClr val="000000"/>
                  </a:solidFill>
                  <a:latin typeface="Arial"/>
                  <a:ea typeface="Arial"/>
                  <a:cs typeface="Arial"/>
                </a:defRPr>
              </a:lvl6pPr>
              <a:lvl7pPr algn="l">
                <a:defRPr sz="839" b="1">
                  <a:solidFill>
                    <a:srgbClr val="000000"/>
                  </a:solidFill>
                  <a:latin typeface="Arial"/>
                  <a:ea typeface="Arial"/>
                  <a:cs typeface="Arial"/>
                </a:defRPr>
              </a:lvl7pPr>
              <a:lvl8pPr algn="l">
                <a:defRPr sz="839" b="1">
                  <a:solidFill>
                    <a:srgbClr val="000000"/>
                  </a:solidFill>
                  <a:latin typeface="Arial"/>
                  <a:ea typeface="Arial"/>
                  <a:cs typeface="Arial"/>
                </a:defRPr>
              </a:lvl8pPr>
              <a:lvl9pPr algn="l">
                <a:defRPr sz="839" b="1">
                  <a:solidFill>
                    <a:srgbClr val="000000"/>
                  </a:solidFill>
                  <a:latin typeface="Arial"/>
                  <a:ea typeface="Arial"/>
                  <a:cs typeface="Arial"/>
                </a:defRPr>
              </a:lvl9pPr>
            </a:lstStyle>
            <a:p>
              <a:pPr algn="l">
                <a:defRPr sz="839" b="1">
                  <a:solidFill>
                    <a:srgbClr val="000000"/>
                  </a:solidFill>
                  <a:latin typeface="Arial"/>
                  <a:ea typeface="Arial"/>
                  <a:cs typeface="Arial"/>
                </a:defRPr>
              </a:pPr>
              <a:r>
                <a:rPr sz="839" b="1">
                  <a:solidFill>
                    <a:srgbClr val="000000"/>
                  </a:solidFill>
                  <a:latin typeface="Arial"/>
                  <a:ea typeface="Arial"/>
                  <a:cs typeface="Arial"/>
                </a:rPr>
                <a:t>R20</a:t>
              </a:r>
            </a:p>
          </p:txBody>
        </p:sp>
        <p:sp>
          <p:nvSpPr>
            <p:cNvPr id="209" name="line_208">
              <a:extLst>
                <a:ext uri="{FF2B5EF4-FFF2-40B4-BE49-F238E27FC236}">
                  <ns2:creationId id="{909E3B03-83D1-494E-9904-712C9EAFE25F}"/>
                </a:ext>
              </a:extLst>
            </p:cNvPr>
            <p:cNvSpPr>
              <a:spLocks noGrp="1"/>
            </p:cNvSpPr>
            <p:nvPr/>
          </p:nvSpPr>
          <p:spPr>
            <a:xfrm>
              <a:off x="8572500" y="6877050"/>
              <a:ext cx="3333750" cy="95"/>
            </a:xfrm>
            <a:custGeom>
              <a:pathLst>
                <a:path w="3333750" h="95">
                  <a:moveTo>
                    <a:pt x="0" y="0"/>
                  </a:moveTo>
                  <a:lnTo>
                    <a:pt x="3333750" y="0"/>
                  </a:lnTo>
                </a:path>
              </a:pathLst>
            </a:custGeom>
            <a:noFill/>
            <a:ln w="4735">
              <a:solidFill>
                <a:srgbClr val="65727C"/>
              </a:solidFill>
              <a:prstDash val="solid"/>
            </a:ln>
          </p:spPr>
        </p:sp>
        <p:sp>
          <p:nvSpPr>
            <p:cNvPr id="210" name="text_209">
              <a:extLst>
                <a:ext uri="{FF2B5EF4-FFF2-40B4-BE49-F238E27FC236}">
                  <ns2:creationId id="{4AB5C39D-C9D9-4907-8855-1E31D0B08D95}"/>
                </a:ext>
              </a:extLst>
            </p:cNvPr>
            <p:cNvSpPr>
              <a:spLocks noGrp="1"/>
            </p:cNvSpPr>
            <p:nvPr/>
          </p:nvSpPr>
          <p:spPr>
            <a:xfrm rot="0">
              <a:off x="8572500" y="7048500"/>
              <a:ext cx="571500" cy="238125"/>
            </a:xfrm>
            <a:prstGeom prst="rect">
              <a:avLst/>
            </a:prstGeom>
            <a:noFill/>
            <a:ln w="0">
              <a:noFill/>
              <a:prstDash val="solid"/>
            </a:ln>
          </p:spPr>
          <p:txBody>
            <a:bodyPr wrap="none" lIns="0" tIns="0" rIns="0" bIns="0" anchor="t">
              <a:noAutofit/>
            </a:bodyPr>
            <a:lstStyle>
              <a:defPPr algn="l">
                <a:defRPr sz="839" b="0">
                  <a:solidFill>
                    <a:srgbClr val="000000"/>
                  </a:solidFill>
                  <a:latin typeface="Arial"/>
                  <a:ea typeface="Arial"/>
                  <a:cs typeface="Arial"/>
                </a:defRPr>
              </a:defPPr>
              <a:lvl1pPr algn="l">
                <a:defRPr sz="839" b="0">
                  <a:solidFill>
                    <a:srgbClr val="000000"/>
                  </a:solidFill>
                  <a:latin typeface="Arial"/>
                  <a:ea typeface="Arial"/>
                  <a:cs typeface="Arial"/>
                </a:defRPr>
              </a:lvl1pPr>
              <a:lvl2pPr algn="l">
                <a:defRPr sz="839" b="0">
                  <a:solidFill>
                    <a:srgbClr val="000000"/>
                  </a:solidFill>
                  <a:latin typeface="Arial"/>
                  <a:ea typeface="Arial"/>
                  <a:cs typeface="Arial"/>
                </a:defRPr>
              </a:lvl2pPr>
              <a:lvl3pPr algn="l">
                <a:defRPr sz="839" b="0">
                  <a:solidFill>
                    <a:srgbClr val="000000"/>
                  </a:solidFill>
                  <a:latin typeface="Arial"/>
                  <a:ea typeface="Arial"/>
                  <a:cs typeface="Arial"/>
                </a:defRPr>
              </a:lvl3pPr>
              <a:lvl4pPr algn="l">
                <a:defRPr sz="839" b="0">
                  <a:solidFill>
                    <a:srgbClr val="000000"/>
                  </a:solidFill>
                  <a:latin typeface="Arial"/>
                  <a:ea typeface="Arial"/>
                  <a:cs typeface="Arial"/>
                </a:defRPr>
              </a:lvl4pPr>
              <a:lvl5pPr algn="l">
                <a:defRPr sz="839" b="0">
                  <a:solidFill>
                    <a:srgbClr val="000000"/>
                  </a:solidFill>
                  <a:latin typeface="Arial"/>
                  <a:ea typeface="Arial"/>
                  <a:cs typeface="Arial"/>
                </a:defRPr>
              </a:lvl5pPr>
              <a:lvl6pPr algn="l">
                <a:defRPr sz="839" b="0">
                  <a:solidFill>
                    <a:srgbClr val="000000"/>
                  </a:solidFill>
                  <a:latin typeface="Arial"/>
                  <a:ea typeface="Arial"/>
                  <a:cs typeface="Arial"/>
                </a:defRPr>
              </a:lvl6pPr>
              <a:lvl7pPr algn="l">
                <a:defRPr sz="839" b="0">
                  <a:solidFill>
                    <a:srgbClr val="000000"/>
                  </a:solidFill>
                  <a:latin typeface="Arial"/>
                  <a:ea typeface="Arial"/>
                  <a:cs typeface="Arial"/>
                </a:defRPr>
              </a:lvl7pPr>
              <a:lvl8pPr algn="l">
                <a:defRPr sz="839" b="0">
                  <a:solidFill>
                    <a:srgbClr val="000000"/>
                  </a:solidFill>
                  <a:latin typeface="Arial"/>
                  <a:ea typeface="Arial"/>
                  <a:cs typeface="Arial"/>
                </a:defRPr>
              </a:lvl8pPr>
              <a:lvl9pPr algn="l">
                <a:defRPr sz="839" b="0">
                  <a:solidFill>
                    <a:srgbClr val="000000"/>
                  </a:solidFill>
                  <a:latin typeface="Arial"/>
                  <a:ea typeface="Arial"/>
                  <a:cs typeface="Arial"/>
                </a:defRPr>
              </a:lvl9pPr>
            </a:lstStyle>
            <a:p>
              <a:pPr algn="l">
                <a:defRPr sz="839" b="0">
                  <a:solidFill>
                    <a:srgbClr val="000000"/>
                  </a:solidFill>
                  <a:latin typeface="Arial"/>
                  <a:ea typeface="Arial"/>
                  <a:cs typeface="Arial"/>
                </a:defRPr>
              </a:pPr>
              <a:r>
                <a:rPr sz="839" b="0">
                  <a:solidFill>
                    <a:srgbClr val="000000"/>
                  </a:solidFill>
                  <a:latin typeface="Arial"/>
                  <a:ea typeface="Arial"/>
                  <a:cs typeface="Arial"/>
                </a:rPr>
                <a:t>AB</a:t>
              </a:r>
            </a:p>
          </p:txBody>
        </p:sp>
        <p:sp>
          <p:nvSpPr>
            <p:cNvPr id="211" name="text_210">
              <a:extLst>
                <a:ext uri="{FF2B5EF4-FFF2-40B4-BE49-F238E27FC236}">
                  <ns2:creationId id="{A27FA98B-6525-4ABA-9EB4-761B3355C47C}"/>
                </a:ext>
              </a:extLst>
            </p:cNvPr>
            <p:cNvSpPr>
              <a:spLocks noGrp="1"/>
            </p:cNvSpPr>
            <p:nvPr/>
          </p:nvSpPr>
          <p:spPr>
            <a:xfrm rot="0">
              <a:off x="9229725" y="7048500"/>
              <a:ext cx="1238250" cy="238125"/>
            </a:xfrm>
            <a:prstGeom prst="rect">
              <a:avLst/>
            </a:prstGeom>
            <a:noFill/>
            <a:ln w="0">
              <a:noFill/>
              <a:prstDash val="solid"/>
            </a:ln>
          </p:spPr>
          <p:txBody>
            <a:bodyPr wrap="none" lIns="0" tIns="0" rIns="0" bIns="0" anchor="t">
              <a:noAutofit/>
            </a:bodyPr>
            <a:lstStyle>
              <a:defPPr algn="l">
                <a:defRPr sz="839" b="0">
                  <a:solidFill>
                    <a:srgbClr val="000000"/>
                  </a:solidFill>
                  <a:latin typeface="Arial"/>
                  <a:ea typeface="Arial"/>
                  <a:cs typeface="Arial"/>
                </a:defRPr>
              </a:defPPr>
              <a:lvl1pPr algn="l">
                <a:defRPr sz="839" b="0">
                  <a:solidFill>
                    <a:srgbClr val="000000"/>
                  </a:solidFill>
                  <a:latin typeface="Arial"/>
                  <a:ea typeface="Arial"/>
                  <a:cs typeface="Arial"/>
                </a:defRPr>
              </a:lvl1pPr>
              <a:lvl2pPr algn="l">
                <a:defRPr sz="839" b="0">
                  <a:solidFill>
                    <a:srgbClr val="000000"/>
                  </a:solidFill>
                  <a:latin typeface="Arial"/>
                  <a:ea typeface="Arial"/>
                  <a:cs typeface="Arial"/>
                </a:defRPr>
              </a:lvl2pPr>
              <a:lvl3pPr algn="l">
                <a:defRPr sz="839" b="0">
                  <a:solidFill>
                    <a:srgbClr val="000000"/>
                  </a:solidFill>
                  <a:latin typeface="Arial"/>
                  <a:ea typeface="Arial"/>
                  <a:cs typeface="Arial"/>
                </a:defRPr>
              </a:lvl3pPr>
              <a:lvl4pPr algn="l">
                <a:defRPr sz="839" b="0">
                  <a:solidFill>
                    <a:srgbClr val="000000"/>
                  </a:solidFill>
                  <a:latin typeface="Arial"/>
                  <a:ea typeface="Arial"/>
                  <a:cs typeface="Arial"/>
                </a:defRPr>
              </a:lvl4pPr>
              <a:lvl5pPr algn="l">
                <a:defRPr sz="839" b="0">
                  <a:solidFill>
                    <a:srgbClr val="000000"/>
                  </a:solidFill>
                  <a:latin typeface="Arial"/>
                  <a:ea typeface="Arial"/>
                  <a:cs typeface="Arial"/>
                </a:defRPr>
              </a:lvl5pPr>
              <a:lvl6pPr algn="l">
                <a:defRPr sz="839" b="0">
                  <a:solidFill>
                    <a:srgbClr val="000000"/>
                  </a:solidFill>
                  <a:latin typeface="Arial"/>
                  <a:ea typeface="Arial"/>
                  <a:cs typeface="Arial"/>
                </a:defRPr>
              </a:lvl6pPr>
              <a:lvl7pPr algn="l">
                <a:defRPr sz="839" b="0">
                  <a:solidFill>
                    <a:srgbClr val="000000"/>
                  </a:solidFill>
                  <a:latin typeface="Arial"/>
                  <a:ea typeface="Arial"/>
                  <a:cs typeface="Arial"/>
                </a:defRPr>
              </a:lvl7pPr>
              <a:lvl8pPr algn="l">
                <a:defRPr sz="839" b="0">
                  <a:solidFill>
                    <a:srgbClr val="000000"/>
                  </a:solidFill>
                  <a:latin typeface="Arial"/>
                  <a:ea typeface="Arial"/>
                  <a:cs typeface="Arial"/>
                </a:defRPr>
              </a:lvl8pPr>
              <a:lvl9pPr algn="l">
                <a:defRPr sz="839" b="0">
                  <a:solidFill>
                    <a:srgbClr val="000000"/>
                  </a:solidFill>
                  <a:latin typeface="Arial"/>
                  <a:ea typeface="Arial"/>
                  <a:cs typeface="Arial"/>
                </a:defRPr>
              </a:lvl9pPr>
            </a:lstStyle>
            <a:p>
              <a:pPr algn="l">
                <a:defRPr sz="839" b="0">
                  <a:solidFill>
                    <a:srgbClr val="000000"/>
                  </a:solidFill>
                  <a:latin typeface="Arial"/>
                  <a:ea typeface="Arial"/>
                  <a:cs typeface="Arial"/>
                </a:defRPr>
              </a:pPr>
              <a:r>
                <a:rPr sz="839" b="0">
                  <a:solidFill>
                    <a:srgbClr val="000000"/>
                  </a:solidFill>
                  <a:latin typeface="Arial"/>
                  <a:ea typeface="Arial"/>
                  <a:cs typeface="Arial"/>
                </a:rPr>
                <a:t>0.0608</a:t>
              </a:r>
            </a:p>
          </p:txBody>
        </p:sp>
        <p:sp>
          <p:nvSpPr>
            <p:cNvPr id="212" name="text_211">
              <a:extLst>
                <a:ext uri="{FF2B5EF4-FFF2-40B4-BE49-F238E27FC236}">
                  <ns2:creationId id="{8EA55C37-EA65-4F95-B70F-3D8EBE480E3D}"/>
                </a:ext>
              </a:extLst>
            </p:cNvPr>
            <p:cNvSpPr>
              <a:spLocks noGrp="1"/>
            </p:cNvSpPr>
            <p:nvPr/>
          </p:nvSpPr>
          <p:spPr>
            <a:xfrm rot="0">
              <a:off x="10715625" y="7048500"/>
              <a:ext cx="1143000" cy="238125"/>
            </a:xfrm>
            <a:prstGeom prst="rect">
              <a:avLst/>
            </a:prstGeom>
            <a:noFill/>
            <a:ln w="0">
              <a:noFill/>
              <a:prstDash val="solid"/>
            </a:ln>
          </p:spPr>
          <p:txBody>
            <a:bodyPr wrap="none" lIns="0" tIns="0" rIns="0" bIns="0" anchor="t">
              <a:noAutofit/>
            </a:bodyPr>
            <a:lstStyle>
              <a:defPPr algn="l">
                <a:defRPr sz="839" b="0">
                  <a:solidFill>
                    <a:srgbClr val="000000"/>
                  </a:solidFill>
                  <a:latin typeface="Arial"/>
                  <a:ea typeface="Arial"/>
                  <a:cs typeface="Arial"/>
                </a:defRPr>
              </a:defPPr>
              <a:lvl1pPr algn="l">
                <a:defRPr sz="839" b="0">
                  <a:solidFill>
                    <a:srgbClr val="000000"/>
                  </a:solidFill>
                  <a:latin typeface="Arial"/>
                  <a:ea typeface="Arial"/>
                  <a:cs typeface="Arial"/>
                </a:defRPr>
              </a:lvl1pPr>
              <a:lvl2pPr algn="l">
                <a:defRPr sz="839" b="0">
                  <a:solidFill>
                    <a:srgbClr val="000000"/>
                  </a:solidFill>
                  <a:latin typeface="Arial"/>
                  <a:ea typeface="Arial"/>
                  <a:cs typeface="Arial"/>
                </a:defRPr>
              </a:lvl2pPr>
              <a:lvl3pPr algn="l">
                <a:defRPr sz="839" b="0">
                  <a:solidFill>
                    <a:srgbClr val="000000"/>
                  </a:solidFill>
                  <a:latin typeface="Arial"/>
                  <a:ea typeface="Arial"/>
                  <a:cs typeface="Arial"/>
                </a:defRPr>
              </a:lvl3pPr>
              <a:lvl4pPr algn="l">
                <a:defRPr sz="839" b="0">
                  <a:solidFill>
                    <a:srgbClr val="000000"/>
                  </a:solidFill>
                  <a:latin typeface="Arial"/>
                  <a:ea typeface="Arial"/>
                  <a:cs typeface="Arial"/>
                </a:defRPr>
              </a:lvl4pPr>
              <a:lvl5pPr algn="l">
                <a:defRPr sz="839" b="0">
                  <a:solidFill>
                    <a:srgbClr val="000000"/>
                  </a:solidFill>
                  <a:latin typeface="Arial"/>
                  <a:ea typeface="Arial"/>
                  <a:cs typeface="Arial"/>
                </a:defRPr>
              </a:lvl5pPr>
              <a:lvl6pPr algn="l">
                <a:defRPr sz="839" b="0">
                  <a:solidFill>
                    <a:srgbClr val="000000"/>
                  </a:solidFill>
                  <a:latin typeface="Arial"/>
                  <a:ea typeface="Arial"/>
                  <a:cs typeface="Arial"/>
                </a:defRPr>
              </a:lvl6pPr>
              <a:lvl7pPr algn="l">
                <a:defRPr sz="839" b="0">
                  <a:solidFill>
                    <a:srgbClr val="000000"/>
                  </a:solidFill>
                  <a:latin typeface="Arial"/>
                  <a:ea typeface="Arial"/>
                  <a:cs typeface="Arial"/>
                </a:defRPr>
              </a:lvl7pPr>
              <a:lvl8pPr algn="l">
                <a:defRPr sz="839" b="0">
                  <a:solidFill>
                    <a:srgbClr val="000000"/>
                  </a:solidFill>
                  <a:latin typeface="Arial"/>
                  <a:ea typeface="Arial"/>
                  <a:cs typeface="Arial"/>
                </a:defRPr>
              </a:lvl8pPr>
              <a:lvl9pPr algn="l">
                <a:defRPr sz="839" b="0">
                  <a:solidFill>
                    <a:srgbClr val="000000"/>
                  </a:solidFill>
                  <a:latin typeface="Arial"/>
                  <a:ea typeface="Arial"/>
                  <a:cs typeface="Arial"/>
                </a:defRPr>
              </a:lvl9pPr>
            </a:lstStyle>
            <a:p>
              <a:pPr algn="l">
                <a:defRPr sz="839" b="0">
                  <a:solidFill>
                    <a:srgbClr val="000000"/>
                  </a:solidFill>
                  <a:latin typeface="Arial"/>
                  <a:ea typeface="Arial"/>
                  <a:cs typeface="Arial"/>
                </a:defRPr>
              </a:pPr>
              <a:r>
                <a:rPr sz="839" b="0">
                  <a:solidFill>
                    <a:srgbClr val="000000"/>
                  </a:solidFill>
                  <a:latin typeface="Arial"/>
                  <a:ea typeface="Arial"/>
                  <a:cs typeface="Arial"/>
                </a:rPr>
                <a:t>-0.5743</a:t>
              </a:r>
            </a:p>
          </p:txBody>
        </p:sp>
        <p:sp>
          <p:nvSpPr>
            <p:cNvPr id="213" name="text_212">
              <a:extLst>
                <a:ext uri="{FF2B5EF4-FFF2-40B4-BE49-F238E27FC236}">
                  <ns2:creationId id="{EFDF4114-F084-4211-B1DE-17A3E4B49354}"/>
                </a:ext>
              </a:extLst>
            </p:cNvPr>
            <p:cNvSpPr>
              <a:spLocks noGrp="1"/>
            </p:cNvSpPr>
            <p:nvPr/>
          </p:nvSpPr>
          <p:spPr>
            <a:xfrm rot="0">
              <a:off x="8572500" y="7400925"/>
              <a:ext cx="571500" cy="238125"/>
            </a:xfrm>
            <a:prstGeom prst="rect">
              <a:avLst/>
            </a:prstGeom>
            <a:noFill/>
            <a:ln w="0">
              <a:noFill/>
              <a:prstDash val="solid"/>
            </a:ln>
          </p:spPr>
          <p:txBody>
            <a:bodyPr wrap="none" lIns="0" tIns="0" rIns="0" bIns="0" anchor="t">
              <a:noAutofit/>
            </a:bodyPr>
            <a:lstStyle>
              <a:defPPr algn="l">
                <a:defRPr sz="839" b="0">
                  <a:solidFill>
                    <a:srgbClr val="000000"/>
                  </a:solidFill>
                  <a:latin typeface="Arial"/>
                  <a:ea typeface="Arial"/>
                  <a:cs typeface="Arial"/>
                </a:defRPr>
              </a:defPPr>
              <a:lvl1pPr algn="l">
                <a:defRPr sz="839" b="0">
                  <a:solidFill>
                    <a:srgbClr val="000000"/>
                  </a:solidFill>
                  <a:latin typeface="Arial"/>
                  <a:ea typeface="Arial"/>
                  <a:cs typeface="Arial"/>
                </a:defRPr>
              </a:lvl1pPr>
              <a:lvl2pPr algn="l">
                <a:defRPr sz="839" b="0">
                  <a:solidFill>
                    <a:srgbClr val="000000"/>
                  </a:solidFill>
                  <a:latin typeface="Arial"/>
                  <a:ea typeface="Arial"/>
                  <a:cs typeface="Arial"/>
                </a:defRPr>
              </a:lvl2pPr>
              <a:lvl3pPr algn="l">
                <a:defRPr sz="839" b="0">
                  <a:solidFill>
                    <a:srgbClr val="000000"/>
                  </a:solidFill>
                  <a:latin typeface="Arial"/>
                  <a:ea typeface="Arial"/>
                  <a:cs typeface="Arial"/>
                </a:defRPr>
              </a:lvl3pPr>
              <a:lvl4pPr algn="l">
                <a:defRPr sz="839" b="0">
                  <a:solidFill>
                    <a:srgbClr val="000000"/>
                  </a:solidFill>
                  <a:latin typeface="Arial"/>
                  <a:ea typeface="Arial"/>
                  <a:cs typeface="Arial"/>
                </a:defRPr>
              </a:lvl4pPr>
              <a:lvl5pPr algn="l">
                <a:defRPr sz="839" b="0">
                  <a:solidFill>
                    <a:srgbClr val="000000"/>
                  </a:solidFill>
                  <a:latin typeface="Arial"/>
                  <a:ea typeface="Arial"/>
                  <a:cs typeface="Arial"/>
                </a:defRPr>
              </a:lvl5pPr>
              <a:lvl6pPr algn="l">
                <a:defRPr sz="839" b="0">
                  <a:solidFill>
                    <a:srgbClr val="000000"/>
                  </a:solidFill>
                  <a:latin typeface="Arial"/>
                  <a:ea typeface="Arial"/>
                  <a:cs typeface="Arial"/>
                </a:defRPr>
              </a:lvl6pPr>
              <a:lvl7pPr algn="l">
                <a:defRPr sz="839" b="0">
                  <a:solidFill>
                    <a:srgbClr val="000000"/>
                  </a:solidFill>
                  <a:latin typeface="Arial"/>
                  <a:ea typeface="Arial"/>
                  <a:cs typeface="Arial"/>
                </a:defRPr>
              </a:lvl7pPr>
              <a:lvl8pPr algn="l">
                <a:defRPr sz="839" b="0">
                  <a:solidFill>
                    <a:srgbClr val="000000"/>
                  </a:solidFill>
                  <a:latin typeface="Arial"/>
                  <a:ea typeface="Arial"/>
                  <a:cs typeface="Arial"/>
                </a:defRPr>
              </a:lvl8pPr>
              <a:lvl9pPr algn="l">
                <a:defRPr sz="839" b="0">
                  <a:solidFill>
                    <a:srgbClr val="000000"/>
                  </a:solidFill>
                  <a:latin typeface="Arial"/>
                  <a:ea typeface="Arial"/>
                  <a:cs typeface="Arial"/>
                </a:defRPr>
              </a:lvl9pPr>
            </a:lstStyle>
            <a:p>
              <a:pPr algn="l">
                <a:defRPr sz="839" b="0">
                  <a:solidFill>
                    <a:srgbClr val="000000"/>
                  </a:solidFill>
                  <a:latin typeface="Arial"/>
                  <a:ea typeface="Arial"/>
                  <a:cs typeface="Arial"/>
                </a:defRPr>
              </a:pPr>
              <a:r>
                <a:rPr sz="839" b="0">
                  <a:solidFill>
                    <a:srgbClr val="000000"/>
                  </a:solidFill>
                  <a:latin typeface="Arial"/>
                  <a:ea typeface="Arial"/>
                  <a:cs typeface="Arial"/>
                </a:rPr>
                <a:t>AC</a:t>
              </a:r>
            </a:p>
          </p:txBody>
        </p:sp>
        <p:sp>
          <p:nvSpPr>
            <p:cNvPr id="214" name="text_213">
              <a:extLst>
                <a:ext uri="{FF2B5EF4-FFF2-40B4-BE49-F238E27FC236}">
                  <ns2:creationId id="{C4D42842-6A84-4818-80FB-268D7CF92AD4}"/>
                </a:ext>
              </a:extLst>
            </p:cNvPr>
            <p:cNvSpPr>
              <a:spLocks noGrp="1"/>
            </p:cNvSpPr>
            <p:nvPr/>
          </p:nvSpPr>
          <p:spPr>
            <a:xfrm rot="0">
              <a:off x="9229725" y="7400925"/>
              <a:ext cx="1238250" cy="238125"/>
            </a:xfrm>
            <a:prstGeom prst="rect">
              <a:avLst/>
            </a:prstGeom>
            <a:noFill/>
            <a:ln w="0">
              <a:noFill/>
              <a:prstDash val="solid"/>
            </a:ln>
          </p:spPr>
          <p:txBody>
            <a:bodyPr wrap="none" lIns="0" tIns="0" rIns="0" bIns="0" anchor="t">
              <a:noAutofit/>
            </a:bodyPr>
            <a:lstStyle>
              <a:defPPr algn="l">
                <a:defRPr sz="839" b="0">
                  <a:solidFill>
                    <a:srgbClr val="000000"/>
                  </a:solidFill>
                  <a:latin typeface="Arial"/>
                  <a:ea typeface="Arial"/>
                  <a:cs typeface="Arial"/>
                </a:defRPr>
              </a:defPPr>
              <a:lvl1pPr algn="l">
                <a:defRPr sz="839" b="0">
                  <a:solidFill>
                    <a:srgbClr val="000000"/>
                  </a:solidFill>
                  <a:latin typeface="Arial"/>
                  <a:ea typeface="Arial"/>
                  <a:cs typeface="Arial"/>
                </a:defRPr>
              </a:lvl1pPr>
              <a:lvl2pPr algn="l">
                <a:defRPr sz="839" b="0">
                  <a:solidFill>
                    <a:srgbClr val="000000"/>
                  </a:solidFill>
                  <a:latin typeface="Arial"/>
                  <a:ea typeface="Arial"/>
                  <a:cs typeface="Arial"/>
                </a:defRPr>
              </a:lvl2pPr>
              <a:lvl3pPr algn="l">
                <a:defRPr sz="839" b="0">
                  <a:solidFill>
                    <a:srgbClr val="000000"/>
                  </a:solidFill>
                  <a:latin typeface="Arial"/>
                  <a:ea typeface="Arial"/>
                  <a:cs typeface="Arial"/>
                </a:defRPr>
              </a:lvl3pPr>
              <a:lvl4pPr algn="l">
                <a:defRPr sz="839" b="0">
                  <a:solidFill>
                    <a:srgbClr val="000000"/>
                  </a:solidFill>
                  <a:latin typeface="Arial"/>
                  <a:ea typeface="Arial"/>
                  <a:cs typeface="Arial"/>
                </a:defRPr>
              </a:lvl4pPr>
              <a:lvl5pPr algn="l">
                <a:defRPr sz="839" b="0">
                  <a:solidFill>
                    <a:srgbClr val="000000"/>
                  </a:solidFill>
                  <a:latin typeface="Arial"/>
                  <a:ea typeface="Arial"/>
                  <a:cs typeface="Arial"/>
                </a:defRPr>
              </a:lvl5pPr>
              <a:lvl6pPr algn="l">
                <a:defRPr sz="839" b="0">
                  <a:solidFill>
                    <a:srgbClr val="000000"/>
                  </a:solidFill>
                  <a:latin typeface="Arial"/>
                  <a:ea typeface="Arial"/>
                  <a:cs typeface="Arial"/>
                </a:defRPr>
              </a:lvl6pPr>
              <a:lvl7pPr algn="l">
                <a:defRPr sz="839" b="0">
                  <a:solidFill>
                    <a:srgbClr val="000000"/>
                  </a:solidFill>
                  <a:latin typeface="Arial"/>
                  <a:ea typeface="Arial"/>
                  <a:cs typeface="Arial"/>
                </a:defRPr>
              </a:lvl7pPr>
              <a:lvl8pPr algn="l">
                <a:defRPr sz="839" b="0">
                  <a:solidFill>
                    <a:srgbClr val="000000"/>
                  </a:solidFill>
                  <a:latin typeface="Arial"/>
                  <a:ea typeface="Arial"/>
                  <a:cs typeface="Arial"/>
                </a:defRPr>
              </a:lvl8pPr>
              <a:lvl9pPr algn="l">
                <a:defRPr sz="839" b="0">
                  <a:solidFill>
                    <a:srgbClr val="000000"/>
                  </a:solidFill>
                  <a:latin typeface="Arial"/>
                  <a:ea typeface="Arial"/>
                  <a:cs typeface="Arial"/>
                </a:defRPr>
              </a:lvl9pPr>
            </a:lstStyle>
            <a:p>
              <a:pPr algn="l">
                <a:defRPr sz="839" b="0">
                  <a:solidFill>
                    <a:srgbClr val="000000"/>
                  </a:solidFill>
                  <a:latin typeface="Arial"/>
                  <a:ea typeface="Arial"/>
                  <a:cs typeface="Arial"/>
                </a:defRPr>
              </a:pPr>
              <a:r>
                <a:rPr sz="839" b="0">
                  <a:solidFill>
                    <a:srgbClr val="000000"/>
                  </a:solidFill>
                  <a:latin typeface="Arial"/>
                  <a:ea typeface="Arial"/>
                  <a:cs typeface="Arial"/>
                </a:rPr>
                <a:t>0.0036</a:t>
              </a:r>
            </a:p>
          </p:txBody>
        </p:sp>
        <p:sp>
          <p:nvSpPr>
            <p:cNvPr id="215" name="text_214">
              <a:extLst>
                <a:ext uri="{FF2B5EF4-FFF2-40B4-BE49-F238E27FC236}">
                  <ns2:creationId id="{1245521B-61EC-4501-A209-76EF066BA1F2}"/>
                </a:ext>
              </a:extLst>
            </p:cNvPr>
            <p:cNvSpPr>
              <a:spLocks noGrp="1"/>
            </p:cNvSpPr>
            <p:nvPr/>
          </p:nvSpPr>
          <p:spPr>
            <a:xfrm rot="0">
              <a:off x="10715625" y="7400925"/>
              <a:ext cx="1143000" cy="238125"/>
            </a:xfrm>
            <a:prstGeom prst="rect">
              <a:avLst/>
            </a:prstGeom>
            <a:noFill/>
            <a:ln w="0">
              <a:noFill/>
              <a:prstDash val="solid"/>
            </a:ln>
          </p:spPr>
          <p:txBody>
            <a:bodyPr wrap="none" lIns="0" tIns="0" rIns="0" bIns="0" anchor="t">
              <a:noAutofit/>
            </a:bodyPr>
            <a:lstStyle>
              <a:defPPr algn="l">
                <a:defRPr sz="839" b="0">
                  <a:solidFill>
                    <a:srgbClr val="000000"/>
                  </a:solidFill>
                  <a:latin typeface="Arial"/>
                  <a:ea typeface="Arial"/>
                  <a:cs typeface="Arial"/>
                </a:defRPr>
              </a:defPPr>
              <a:lvl1pPr algn="l">
                <a:defRPr sz="839" b="0">
                  <a:solidFill>
                    <a:srgbClr val="000000"/>
                  </a:solidFill>
                  <a:latin typeface="Arial"/>
                  <a:ea typeface="Arial"/>
                  <a:cs typeface="Arial"/>
                </a:defRPr>
              </a:lvl1pPr>
              <a:lvl2pPr algn="l">
                <a:defRPr sz="839" b="0">
                  <a:solidFill>
                    <a:srgbClr val="000000"/>
                  </a:solidFill>
                  <a:latin typeface="Arial"/>
                  <a:ea typeface="Arial"/>
                  <a:cs typeface="Arial"/>
                </a:defRPr>
              </a:lvl2pPr>
              <a:lvl3pPr algn="l">
                <a:defRPr sz="839" b="0">
                  <a:solidFill>
                    <a:srgbClr val="000000"/>
                  </a:solidFill>
                  <a:latin typeface="Arial"/>
                  <a:ea typeface="Arial"/>
                  <a:cs typeface="Arial"/>
                </a:defRPr>
              </a:lvl3pPr>
              <a:lvl4pPr algn="l">
                <a:defRPr sz="839" b="0">
                  <a:solidFill>
                    <a:srgbClr val="000000"/>
                  </a:solidFill>
                  <a:latin typeface="Arial"/>
                  <a:ea typeface="Arial"/>
                  <a:cs typeface="Arial"/>
                </a:defRPr>
              </a:lvl4pPr>
              <a:lvl5pPr algn="l">
                <a:defRPr sz="839" b="0">
                  <a:solidFill>
                    <a:srgbClr val="000000"/>
                  </a:solidFill>
                  <a:latin typeface="Arial"/>
                  <a:ea typeface="Arial"/>
                  <a:cs typeface="Arial"/>
                </a:defRPr>
              </a:lvl5pPr>
              <a:lvl6pPr algn="l">
                <a:defRPr sz="839" b="0">
                  <a:solidFill>
                    <a:srgbClr val="000000"/>
                  </a:solidFill>
                  <a:latin typeface="Arial"/>
                  <a:ea typeface="Arial"/>
                  <a:cs typeface="Arial"/>
                </a:defRPr>
              </a:lvl6pPr>
              <a:lvl7pPr algn="l">
                <a:defRPr sz="839" b="0">
                  <a:solidFill>
                    <a:srgbClr val="000000"/>
                  </a:solidFill>
                  <a:latin typeface="Arial"/>
                  <a:ea typeface="Arial"/>
                  <a:cs typeface="Arial"/>
                </a:defRPr>
              </a:lvl7pPr>
              <a:lvl8pPr algn="l">
                <a:defRPr sz="839" b="0">
                  <a:solidFill>
                    <a:srgbClr val="000000"/>
                  </a:solidFill>
                  <a:latin typeface="Arial"/>
                  <a:ea typeface="Arial"/>
                  <a:cs typeface="Arial"/>
                </a:defRPr>
              </a:lvl8pPr>
              <a:lvl9pPr algn="l">
                <a:defRPr sz="839" b="0">
                  <a:solidFill>
                    <a:srgbClr val="000000"/>
                  </a:solidFill>
                  <a:latin typeface="Arial"/>
                  <a:ea typeface="Arial"/>
                  <a:cs typeface="Arial"/>
                </a:defRPr>
              </a:lvl9pPr>
            </a:lstStyle>
            <a:p>
              <a:pPr algn="l">
                <a:defRPr sz="839" b="0">
                  <a:solidFill>
                    <a:srgbClr val="000000"/>
                  </a:solidFill>
                  <a:latin typeface="Arial"/>
                  <a:ea typeface="Arial"/>
                  <a:cs typeface="Arial"/>
                </a:defRPr>
              </a:pPr>
              <a:r>
                <a:rPr sz="839" b="0">
                  <a:solidFill>
                    <a:srgbClr val="000000"/>
                  </a:solidFill>
                  <a:latin typeface="Arial"/>
                  <a:ea typeface="Arial"/>
                  <a:cs typeface="Arial"/>
                </a:rPr>
                <a:t>0.0011</a:t>
              </a:r>
            </a:p>
          </p:txBody>
        </p:sp>
        <p:sp>
          <p:nvSpPr>
            <p:cNvPr id="216" name="text_215">
              <a:extLst>
                <a:ext uri="{FF2B5EF4-FFF2-40B4-BE49-F238E27FC236}">
                  <ns2:creationId id="{1412EFFC-7DCA-4674-AE25-E3557C66D341}"/>
                </a:ext>
              </a:extLst>
            </p:cNvPr>
            <p:cNvSpPr>
              <a:spLocks noGrp="1"/>
            </p:cNvSpPr>
            <p:nvPr/>
          </p:nvSpPr>
          <p:spPr>
            <a:xfrm rot="0">
              <a:off x="8572500" y="7753350"/>
              <a:ext cx="571500" cy="238125"/>
            </a:xfrm>
            <a:prstGeom prst="rect">
              <a:avLst/>
            </a:prstGeom>
            <a:noFill/>
            <a:ln w="0">
              <a:noFill/>
              <a:prstDash val="solid"/>
            </a:ln>
          </p:spPr>
          <p:txBody>
            <a:bodyPr wrap="none" lIns="0" tIns="0" rIns="0" bIns="0" anchor="t">
              <a:noAutofit/>
            </a:bodyPr>
            <a:lstStyle>
              <a:defPPr algn="l">
                <a:defRPr sz="839" b="0">
                  <a:solidFill>
                    <a:srgbClr val="000000"/>
                  </a:solidFill>
                  <a:latin typeface="Arial"/>
                  <a:ea typeface="Arial"/>
                  <a:cs typeface="Arial"/>
                </a:defRPr>
              </a:defPPr>
              <a:lvl1pPr algn="l">
                <a:defRPr sz="839" b="0">
                  <a:solidFill>
                    <a:srgbClr val="000000"/>
                  </a:solidFill>
                  <a:latin typeface="Arial"/>
                  <a:ea typeface="Arial"/>
                  <a:cs typeface="Arial"/>
                </a:defRPr>
              </a:lvl1pPr>
              <a:lvl2pPr algn="l">
                <a:defRPr sz="839" b="0">
                  <a:solidFill>
                    <a:srgbClr val="000000"/>
                  </a:solidFill>
                  <a:latin typeface="Arial"/>
                  <a:ea typeface="Arial"/>
                  <a:cs typeface="Arial"/>
                </a:defRPr>
              </a:lvl2pPr>
              <a:lvl3pPr algn="l">
                <a:defRPr sz="839" b="0">
                  <a:solidFill>
                    <a:srgbClr val="000000"/>
                  </a:solidFill>
                  <a:latin typeface="Arial"/>
                  <a:ea typeface="Arial"/>
                  <a:cs typeface="Arial"/>
                </a:defRPr>
              </a:lvl3pPr>
              <a:lvl4pPr algn="l">
                <a:defRPr sz="839" b="0">
                  <a:solidFill>
                    <a:srgbClr val="000000"/>
                  </a:solidFill>
                  <a:latin typeface="Arial"/>
                  <a:ea typeface="Arial"/>
                  <a:cs typeface="Arial"/>
                </a:defRPr>
              </a:lvl4pPr>
              <a:lvl5pPr algn="l">
                <a:defRPr sz="839" b="0">
                  <a:solidFill>
                    <a:srgbClr val="000000"/>
                  </a:solidFill>
                  <a:latin typeface="Arial"/>
                  <a:ea typeface="Arial"/>
                  <a:cs typeface="Arial"/>
                </a:defRPr>
              </a:lvl5pPr>
              <a:lvl6pPr algn="l">
                <a:defRPr sz="839" b="0">
                  <a:solidFill>
                    <a:srgbClr val="000000"/>
                  </a:solidFill>
                  <a:latin typeface="Arial"/>
                  <a:ea typeface="Arial"/>
                  <a:cs typeface="Arial"/>
                </a:defRPr>
              </a:lvl6pPr>
              <a:lvl7pPr algn="l">
                <a:defRPr sz="839" b="0">
                  <a:solidFill>
                    <a:srgbClr val="000000"/>
                  </a:solidFill>
                  <a:latin typeface="Arial"/>
                  <a:ea typeface="Arial"/>
                  <a:cs typeface="Arial"/>
                </a:defRPr>
              </a:lvl7pPr>
              <a:lvl8pPr algn="l">
                <a:defRPr sz="839" b="0">
                  <a:solidFill>
                    <a:srgbClr val="000000"/>
                  </a:solidFill>
                  <a:latin typeface="Arial"/>
                  <a:ea typeface="Arial"/>
                  <a:cs typeface="Arial"/>
                </a:defRPr>
              </a:lvl8pPr>
              <a:lvl9pPr algn="l">
                <a:defRPr sz="839" b="0">
                  <a:solidFill>
                    <a:srgbClr val="000000"/>
                  </a:solidFill>
                  <a:latin typeface="Arial"/>
                  <a:ea typeface="Arial"/>
                  <a:cs typeface="Arial"/>
                </a:defRPr>
              </a:lvl9pPr>
            </a:lstStyle>
            <a:p>
              <a:pPr algn="l">
                <a:defRPr sz="839" b="0">
                  <a:solidFill>
                    <a:srgbClr val="000000"/>
                  </a:solidFill>
                  <a:latin typeface="Arial"/>
                  <a:ea typeface="Arial"/>
                  <a:cs typeface="Arial"/>
                </a:defRPr>
              </a:pPr>
              <a:r>
                <a:rPr sz="839" b="0">
                  <a:solidFill>
                    <a:srgbClr val="000000"/>
                  </a:solidFill>
                  <a:latin typeface="Arial"/>
                  <a:ea typeface="Arial"/>
                  <a:cs typeface="Arial"/>
                </a:rPr>
                <a:t>BC</a:t>
              </a:r>
            </a:p>
          </p:txBody>
        </p:sp>
        <p:sp>
          <p:nvSpPr>
            <p:cNvPr id="217" name="text_216">
              <a:extLst>
                <a:ext uri="{FF2B5EF4-FFF2-40B4-BE49-F238E27FC236}">
                  <ns2:creationId id="{5974BBF0-01BB-4B62-ABE0-FBFB3034913E}"/>
                </a:ext>
              </a:extLst>
            </p:cNvPr>
            <p:cNvSpPr>
              <a:spLocks noGrp="1"/>
            </p:cNvSpPr>
            <p:nvPr/>
          </p:nvSpPr>
          <p:spPr>
            <a:xfrm rot="0">
              <a:off x="9229725" y="7753350"/>
              <a:ext cx="1238250" cy="238125"/>
            </a:xfrm>
            <a:prstGeom prst="rect">
              <a:avLst/>
            </a:prstGeom>
            <a:noFill/>
            <a:ln w="0">
              <a:noFill/>
              <a:prstDash val="solid"/>
            </a:ln>
          </p:spPr>
          <p:txBody>
            <a:bodyPr wrap="none" lIns="0" tIns="0" rIns="0" bIns="0" anchor="t">
              <a:noAutofit/>
            </a:bodyPr>
            <a:lstStyle>
              <a:defPPr algn="l">
                <a:defRPr sz="839" b="0">
                  <a:solidFill>
                    <a:srgbClr val="000000"/>
                  </a:solidFill>
                  <a:latin typeface="Arial"/>
                  <a:ea typeface="Arial"/>
                  <a:cs typeface="Arial"/>
                </a:defRPr>
              </a:defPPr>
              <a:lvl1pPr algn="l">
                <a:defRPr sz="839" b="0">
                  <a:solidFill>
                    <a:srgbClr val="000000"/>
                  </a:solidFill>
                  <a:latin typeface="Arial"/>
                  <a:ea typeface="Arial"/>
                  <a:cs typeface="Arial"/>
                </a:defRPr>
              </a:lvl1pPr>
              <a:lvl2pPr algn="l">
                <a:defRPr sz="839" b="0">
                  <a:solidFill>
                    <a:srgbClr val="000000"/>
                  </a:solidFill>
                  <a:latin typeface="Arial"/>
                  <a:ea typeface="Arial"/>
                  <a:cs typeface="Arial"/>
                </a:defRPr>
              </a:lvl2pPr>
              <a:lvl3pPr algn="l">
                <a:defRPr sz="839" b="0">
                  <a:solidFill>
                    <a:srgbClr val="000000"/>
                  </a:solidFill>
                  <a:latin typeface="Arial"/>
                  <a:ea typeface="Arial"/>
                  <a:cs typeface="Arial"/>
                </a:defRPr>
              </a:lvl3pPr>
              <a:lvl4pPr algn="l">
                <a:defRPr sz="839" b="0">
                  <a:solidFill>
                    <a:srgbClr val="000000"/>
                  </a:solidFill>
                  <a:latin typeface="Arial"/>
                  <a:ea typeface="Arial"/>
                  <a:cs typeface="Arial"/>
                </a:defRPr>
              </a:lvl4pPr>
              <a:lvl5pPr algn="l">
                <a:defRPr sz="839" b="0">
                  <a:solidFill>
                    <a:srgbClr val="000000"/>
                  </a:solidFill>
                  <a:latin typeface="Arial"/>
                  <a:ea typeface="Arial"/>
                  <a:cs typeface="Arial"/>
                </a:defRPr>
              </a:lvl5pPr>
              <a:lvl6pPr algn="l">
                <a:defRPr sz="839" b="0">
                  <a:solidFill>
                    <a:srgbClr val="000000"/>
                  </a:solidFill>
                  <a:latin typeface="Arial"/>
                  <a:ea typeface="Arial"/>
                  <a:cs typeface="Arial"/>
                </a:defRPr>
              </a:lvl6pPr>
              <a:lvl7pPr algn="l">
                <a:defRPr sz="839" b="0">
                  <a:solidFill>
                    <a:srgbClr val="000000"/>
                  </a:solidFill>
                  <a:latin typeface="Arial"/>
                  <a:ea typeface="Arial"/>
                  <a:cs typeface="Arial"/>
                </a:defRPr>
              </a:lvl7pPr>
              <a:lvl8pPr algn="l">
                <a:defRPr sz="839" b="0">
                  <a:solidFill>
                    <a:srgbClr val="000000"/>
                  </a:solidFill>
                  <a:latin typeface="Arial"/>
                  <a:ea typeface="Arial"/>
                  <a:cs typeface="Arial"/>
                </a:defRPr>
              </a:lvl8pPr>
              <a:lvl9pPr algn="l">
                <a:defRPr sz="839" b="0">
                  <a:solidFill>
                    <a:srgbClr val="000000"/>
                  </a:solidFill>
                  <a:latin typeface="Arial"/>
                  <a:ea typeface="Arial"/>
                  <a:cs typeface="Arial"/>
                </a:defRPr>
              </a:lvl9pPr>
            </a:lstStyle>
            <a:p>
              <a:pPr algn="l">
                <a:defRPr sz="839" b="0">
                  <a:solidFill>
                    <a:srgbClr val="000000"/>
                  </a:solidFill>
                  <a:latin typeface="Arial"/>
                  <a:ea typeface="Arial"/>
                  <a:cs typeface="Arial"/>
                </a:defRPr>
              </a:pPr>
              <a:r>
                <a:rPr sz="839" b="0">
                  <a:solidFill>
                    <a:srgbClr val="000000"/>
                  </a:solidFill>
                  <a:latin typeface="Arial"/>
                  <a:ea typeface="Arial"/>
                  <a:cs typeface="Arial"/>
                </a:rPr>
                <a:t>0.0036</a:t>
              </a:r>
            </a:p>
          </p:txBody>
        </p:sp>
        <p:sp>
          <p:nvSpPr>
            <p:cNvPr id="218" name="text_217">
              <a:extLst>
                <a:ext uri="{FF2B5EF4-FFF2-40B4-BE49-F238E27FC236}">
                  <ns2:creationId id="{71C00B7B-9F84-401C-84D1-BA6ACC27F840}"/>
                </a:ext>
              </a:extLst>
            </p:cNvPr>
            <p:cNvSpPr>
              <a:spLocks noGrp="1"/>
            </p:cNvSpPr>
            <p:nvPr/>
          </p:nvSpPr>
          <p:spPr>
            <a:xfrm rot="0">
              <a:off x="10715625" y="7753350"/>
              <a:ext cx="1143000" cy="238125"/>
            </a:xfrm>
            <a:prstGeom prst="rect">
              <a:avLst/>
            </a:prstGeom>
            <a:noFill/>
            <a:ln w="0">
              <a:noFill/>
              <a:prstDash val="solid"/>
            </a:ln>
          </p:spPr>
          <p:txBody>
            <a:bodyPr wrap="none" lIns="0" tIns="0" rIns="0" bIns="0" anchor="t">
              <a:noAutofit/>
            </a:bodyPr>
            <a:lstStyle>
              <a:defPPr algn="l">
                <a:defRPr sz="839" b="0">
                  <a:solidFill>
                    <a:srgbClr val="000000"/>
                  </a:solidFill>
                  <a:latin typeface="Arial"/>
                  <a:ea typeface="Arial"/>
                  <a:cs typeface="Arial"/>
                </a:defRPr>
              </a:defPPr>
              <a:lvl1pPr algn="l">
                <a:defRPr sz="839" b="0">
                  <a:solidFill>
                    <a:srgbClr val="000000"/>
                  </a:solidFill>
                  <a:latin typeface="Arial"/>
                  <a:ea typeface="Arial"/>
                  <a:cs typeface="Arial"/>
                </a:defRPr>
              </a:lvl1pPr>
              <a:lvl2pPr algn="l">
                <a:defRPr sz="839" b="0">
                  <a:solidFill>
                    <a:srgbClr val="000000"/>
                  </a:solidFill>
                  <a:latin typeface="Arial"/>
                  <a:ea typeface="Arial"/>
                  <a:cs typeface="Arial"/>
                </a:defRPr>
              </a:lvl2pPr>
              <a:lvl3pPr algn="l">
                <a:defRPr sz="839" b="0">
                  <a:solidFill>
                    <a:srgbClr val="000000"/>
                  </a:solidFill>
                  <a:latin typeface="Arial"/>
                  <a:ea typeface="Arial"/>
                  <a:cs typeface="Arial"/>
                </a:defRPr>
              </a:lvl3pPr>
              <a:lvl4pPr algn="l">
                <a:defRPr sz="839" b="0">
                  <a:solidFill>
                    <a:srgbClr val="000000"/>
                  </a:solidFill>
                  <a:latin typeface="Arial"/>
                  <a:ea typeface="Arial"/>
                  <a:cs typeface="Arial"/>
                </a:defRPr>
              </a:lvl4pPr>
              <a:lvl5pPr algn="l">
                <a:defRPr sz="839" b="0">
                  <a:solidFill>
                    <a:srgbClr val="000000"/>
                  </a:solidFill>
                  <a:latin typeface="Arial"/>
                  <a:ea typeface="Arial"/>
                  <a:cs typeface="Arial"/>
                </a:defRPr>
              </a:lvl5pPr>
              <a:lvl6pPr algn="l">
                <a:defRPr sz="839" b="0">
                  <a:solidFill>
                    <a:srgbClr val="000000"/>
                  </a:solidFill>
                  <a:latin typeface="Arial"/>
                  <a:ea typeface="Arial"/>
                  <a:cs typeface="Arial"/>
                </a:defRPr>
              </a:lvl6pPr>
              <a:lvl7pPr algn="l">
                <a:defRPr sz="839" b="0">
                  <a:solidFill>
                    <a:srgbClr val="000000"/>
                  </a:solidFill>
                  <a:latin typeface="Arial"/>
                  <a:ea typeface="Arial"/>
                  <a:cs typeface="Arial"/>
                </a:defRPr>
              </a:lvl7pPr>
              <a:lvl8pPr algn="l">
                <a:defRPr sz="839" b="0">
                  <a:solidFill>
                    <a:srgbClr val="000000"/>
                  </a:solidFill>
                  <a:latin typeface="Arial"/>
                  <a:ea typeface="Arial"/>
                  <a:cs typeface="Arial"/>
                </a:defRPr>
              </a:lvl8pPr>
              <a:lvl9pPr algn="l">
                <a:defRPr sz="839" b="0">
                  <a:solidFill>
                    <a:srgbClr val="000000"/>
                  </a:solidFill>
                  <a:latin typeface="Arial"/>
                  <a:ea typeface="Arial"/>
                  <a:cs typeface="Arial"/>
                </a:defRPr>
              </a:lvl9pPr>
            </a:lstStyle>
            <a:p>
              <a:pPr algn="l">
                <a:defRPr sz="839" b="0">
                  <a:solidFill>
                    <a:srgbClr val="000000"/>
                  </a:solidFill>
                  <a:latin typeface="Arial"/>
                  <a:ea typeface="Arial"/>
                  <a:cs typeface="Arial"/>
                </a:defRPr>
              </a:pPr>
              <a:r>
                <a:rPr sz="839" b="0">
                  <a:solidFill>
                    <a:srgbClr val="000000"/>
                  </a:solidFill>
                  <a:latin typeface="Arial"/>
                  <a:ea typeface="Arial"/>
                  <a:cs typeface="Arial"/>
                </a:rPr>
                <a:t>-0.5743</a:t>
              </a:r>
            </a:p>
          </p:txBody>
        </p:sp>
        <p:sp>
          <p:nvSpPr>
            <p:cNvPr id="219" name="text_218">
              <a:extLst>
                <a:ext uri="{FF2B5EF4-FFF2-40B4-BE49-F238E27FC236}">
                  <ns2:creationId id="{3EB9088F-2596-4219-9C5F-55CFDFFC8030}"/>
                </a:ext>
              </a:extLst>
            </p:cNvPr>
            <p:cNvSpPr>
              <a:spLocks noGrp="1"/>
            </p:cNvSpPr>
            <p:nvPr/>
          </p:nvSpPr>
          <p:spPr>
            <a:xfrm rot="0">
              <a:off x="8572500" y="8229600"/>
              <a:ext cx="3524250" cy="238125"/>
            </a:xfrm>
            <a:prstGeom prst="rect">
              <a:avLst/>
            </a:prstGeom>
            <a:noFill/>
            <a:ln w="0">
              <a:noFill/>
              <a:prstDash val="solid"/>
            </a:ln>
          </p:spPr>
          <p:txBody>
            <a:bodyPr wrap="none" lIns="0" tIns="0" rIns="0" bIns="0" anchor="t">
              <a:noAutofit/>
            </a:bodyPr>
            <a:lstStyle>
              <a:defPPr algn="l">
                <a:defRPr sz="839" b="1">
                  <a:solidFill>
                    <a:srgbClr val="000000"/>
                  </a:solidFill>
                  <a:latin typeface="Arial"/>
                  <a:ea typeface="Arial"/>
                  <a:cs typeface="Arial"/>
                </a:defRPr>
              </a:defPPr>
              <a:lvl1pPr algn="l">
                <a:defRPr sz="839" b="1">
                  <a:solidFill>
                    <a:srgbClr val="000000"/>
                  </a:solidFill>
                  <a:latin typeface="Arial"/>
                  <a:ea typeface="Arial"/>
                  <a:cs typeface="Arial"/>
                </a:defRPr>
              </a:lvl1pPr>
              <a:lvl2pPr algn="l">
                <a:defRPr sz="839" b="1">
                  <a:solidFill>
                    <a:srgbClr val="000000"/>
                  </a:solidFill>
                  <a:latin typeface="Arial"/>
                  <a:ea typeface="Arial"/>
                  <a:cs typeface="Arial"/>
                </a:defRPr>
              </a:lvl2pPr>
              <a:lvl3pPr algn="l">
                <a:defRPr sz="839" b="1">
                  <a:solidFill>
                    <a:srgbClr val="000000"/>
                  </a:solidFill>
                  <a:latin typeface="Arial"/>
                  <a:ea typeface="Arial"/>
                  <a:cs typeface="Arial"/>
                </a:defRPr>
              </a:lvl3pPr>
              <a:lvl4pPr algn="l">
                <a:defRPr sz="839" b="1">
                  <a:solidFill>
                    <a:srgbClr val="000000"/>
                  </a:solidFill>
                  <a:latin typeface="Arial"/>
                  <a:ea typeface="Arial"/>
                  <a:cs typeface="Arial"/>
                </a:defRPr>
              </a:lvl4pPr>
              <a:lvl5pPr algn="l">
                <a:defRPr sz="839" b="1">
                  <a:solidFill>
                    <a:srgbClr val="000000"/>
                  </a:solidFill>
                  <a:latin typeface="Arial"/>
                  <a:ea typeface="Arial"/>
                  <a:cs typeface="Arial"/>
                </a:defRPr>
              </a:lvl5pPr>
              <a:lvl6pPr algn="l">
                <a:defRPr sz="839" b="1">
                  <a:solidFill>
                    <a:srgbClr val="000000"/>
                  </a:solidFill>
                  <a:latin typeface="Arial"/>
                  <a:ea typeface="Arial"/>
                  <a:cs typeface="Arial"/>
                </a:defRPr>
              </a:lvl6pPr>
              <a:lvl7pPr algn="l">
                <a:defRPr sz="839" b="1">
                  <a:solidFill>
                    <a:srgbClr val="000000"/>
                  </a:solidFill>
                  <a:latin typeface="Arial"/>
                  <a:ea typeface="Arial"/>
                  <a:cs typeface="Arial"/>
                </a:defRPr>
              </a:lvl7pPr>
              <a:lvl8pPr algn="l">
                <a:defRPr sz="839" b="1">
                  <a:solidFill>
                    <a:srgbClr val="000000"/>
                  </a:solidFill>
                  <a:latin typeface="Arial"/>
                  <a:ea typeface="Arial"/>
                  <a:cs typeface="Arial"/>
                </a:defRPr>
              </a:lvl8pPr>
              <a:lvl9pPr algn="l">
                <a:defRPr sz="839" b="1">
                  <a:solidFill>
                    <a:srgbClr val="000000"/>
                  </a:solidFill>
                  <a:latin typeface="Arial"/>
                  <a:ea typeface="Arial"/>
                  <a:cs typeface="Arial"/>
                </a:defRPr>
              </a:lvl9pPr>
            </a:lstStyle>
            <a:p>
              <a:pPr algn="l">
                <a:defRPr sz="839" b="1">
                  <a:solidFill>
                    <a:srgbClr val="000000"/>
                  </a:solidFill>
                  <a:latin typeface="Arial"/>
                  <a:ea typeface="Arial"/>
                  <a:cs typeface="Arial"/>
                </a:defRPr>
              </a:pPr>
              <a:r>
                <a:rPr sz="839" b="1">
                  <a:solidFill>
                    <a:srgbClr val="000000"/>
                  </a:solidFill>
                  <a:latin typeface="Arial"/>
                  <a:ea typeface="Arial"/>
                  <a:cs typeface="Arial"/>
                </a:rPr>
                <a:t>Measured NMLE: 15.09% of range</a:t>
              </a:r>
            </a:p>
          </p:txBody>
        </p:sp>
        <p:sp>
          <p:nvSpPr>
            <p:cNvPr id="220" name="text_219">
              <a:extLst>
                <a:ext uri="{FF2B5EF4-FFF2-40B4-BE49-F238E27FC236}">
                  <ns2:creationId id="{3960930B-1741-4049-8E90-5F24E1E3894B}"/>
                </a:ext>
              </a:extLst>
            </p:cNvPr>
            <p:cNvSpPr>
              <a:spLocks noGrp="1"/>
            </p:cNvSpPr>
            <p:nvPr/>
          </p:nvSpPr>
          <p:spPr>
            <a:xfrm rot="0">
              <a:off x="8572500" y="8572500"/>
              <a:ext cx="3524250" cy="238125"/>
            </a:xfrm>
            <a:prstGeom prst="rect">
              <a:avLst/>
            </a:prstGeom>
            <a:noFill/>
            <a:ln w="0">
              <a:noFill/>
              <a:prstDash val="solid"/>
            </a:ln>
          </p:spPr>
          <p:txBody>
            <a:bodyPr wrap="none" lIns="0" tIns="0" rIns="0" bIns="0" anchor="t">
              <a:noAutofit/>
            </a:bodyPr>
            <a:lstStyle>
              <a:defPPr algn="l">
                <a:defRPr sz="839" b="0">
                  <a:solidFill>
                    <a:srgbClr val="000000"/>
                  </a:solidFill>
                  <a:latin typeface="Arial"/>
                  <a:ea typeface="Arial"/>
                  <a:cs typeface="Arial"/>
                </a:defRPr>
              </a:defPPr>
              <a:lvl1pPr algn="l">
                <a:defRPr sz="839" b="0">
                  <a:solidFill>
                    <a:srgbClr val="000000"/>
                  </a:solidFill>
                  <a:latin typeface="Arial"/>
                  <a:ea typeface="Arial"/>
                  <a:cs typeface="Arial"/>
                </a:defRPr>
              </a:lvl1pPr>
              <a:lvl2pPr algn="l">
                <a:defRPr sz="839" b="0">
                  <a:solidFill>
                    <a:srgbClr val="000000"/>
                  </a:solidFill>
                  <a:latin typeface="Arial"/>
                  <a:ea typeface="Arial"/>
                  <a:cs typeface="Arial"/>
                </a:defRPr>
              </a:lvl2pPr>
              <a:lvl3pPr algn="l">
                <a:defRPr sz="839" b="0">
                  <a:solidFill>
                    <a:srgbClr val="000000"/>
                  </a:solidFill>
                  <a:latin typeface="Arial"/>
                  <a:ea typeface="Arial"/>
                  <a:cs typeface="Arial"/>
                </a:defRPr>
              </a:lvl3pPr>
              <a:lvl4pPr algn="l">
                <a:defRPr sz="839" b="0">
                  <a:solidFill>
                    <a:srgbClr val="000000"/>
                  </a:solidFill>
                  <a:latin typeface="Arial"/>
                  <a:ea typeface="Arial"/>
                  <a:cs typeface="Arial"/>
                </a:defRPr>
              </a:lvl4pPr>
              <a:lvl5pPr algn="l">
                <a:defRPr sz="839" b="0">
                  <a:solidFill>
                    <a:srgbClr val="000000"/>
                  </a:solidFill>
                  <a:latin typeface="Arial"/>
                  <a:ea typeface="Arial"/>
                  <a:cs typeface="Arial"/>
                </a:defRPr>
              </a:lvl5pPr>
              <a:lvl6pPr algn="l">
                <a:defRPr sz="839" b="0">
                  <a:solidFill>
                    <a:srgbClr val="000000"/>
                  </a:solidFill>
                  <a:latin typeface="Arial"/>
                  <a:ea typeface="Arial"/>
                  <a:cs typeface="Arial"/>
                </a:defRPr>
              </a:lvl6pPr>
              <a:lvl7pPr algn="l">
                <a:defRPr sz="839" b="0">
                  <a:solidFill>
                    <a:srgbClr val="000000"/>
                  </a:solidFill>
                  <a:latin typeface="Arial"/>
                  <a:ea typeface="Arial"/>
                  <a:cs typeface="Arial"/>
                </a:defRPr>
              </a:lvl7pPr>
              <a:lvl8pPr algn="l">
                <a:defRPr sz="839" b="0">
                  <a:solidFill>
                    <a:srgbClr val="000000"/>
                  </a:solidFill>
                  <a:latin typeface="Arial"/>
                  <a:ea typeface="Arial"/>
                  <a:cs typeface="Arial"/>
                </a:defRPr>
              </a:lvl8pPr>
              <a:lvl9pPr algn="l">
                <a:defRPr sz="839" b="0">
                  <a:solidFill>
                    <a:srgbClr val="000000"/>
                  </a:solidFill>
                  <a:latin typeface="Arial"/>
                  <a:ea typeface="Arial"/>
                  <a:cs typeface="Arial"/>
                </a:defRPr>
              </a:lvl9pPr>
            </a:lstStyle>
            <a:p>
              <a:pPr algn="l">
                <a:defRPr sz="839" b="0">
                  <a:solidFill>
                    <a:srgbClr val="000000"/>
                  </a:solidFill>
                  <a:latin typeface="Arial"/>
                  <a:ea typeface="Arial"/>
                  <a:cs typeface="Arial"/>
                </a:defRPr>
              </a:pPr>
              <a:r>
                <a:rPr sz="839" b="0">
                  <a:solidFill>
                    <a:srgbClr val="000000"/>
                  </a:solidFill>
                  <a:latin typeface="Arial"/>
                  <a:ea typeface="Arial"/>
                  <a:cs typeface="Arial"/>
                </a:rPr>
                <a:t>Max anchor error: 14.75% to 2.63% L</a:t>
              </a:r>
            </a:p>
          </p:txBody>
        </p:sp>
        <p:sp>
          <p:nvSpPr>
            <p:cNvPr id="221" name="text_220">
              <a:extLst>
                <a:ext uri="{FF2B5EF4-FFF2-40B4-BE49-F238E27FC236}">
                  <ns2:creationId id="{1091A893-5EBA-46F6-92C5-B161EA2C62A1}"/>
                </a:ext>
              </a:extLst>
            </p:cNvPr>
            <p:cNvSpPr>
              <a:spLocks noGrp="1"/>
            </p:cNvSpPr>
            <p:nvPr/>
          </p:nvSpPr>
          <p:spPr>
            <a:xfrm rot="0">
              <a:off x="8572500" y="8953500"/>
              <a:ext cx="3524250" cy="228600"/>
            </a:xfrm>
            <a:prstGeom prst="rect">
              <a:avLst/>
            </a:prstGeom>
            <a:noFill/>
            <a:ln w="0">
              <a:noFill/>
              <a:prstDash val="solid"/>
            </a:ln>
          </p:spPr>
          <p:txBody>
            <a:bodyPr wrap="none" lIns="0" tIns="0" rIns="0" bIns="0" anchor="t">
              <a:noAutofit/>
            </a:bodyPr>
            <a:lstStyle>
              <a:defPPr algn="l">
                <a:defRPr sz="792" b="0">
                  <a:solidFill>
                    <a:srgbClr val="000000"/>
                  </a:solidFill>
                  <a:latin typeface="Arial"/>
                  <a:ea typeface="Arial"/>
                  <a:cs typeface="Arial"/>
                </a:defRPr>
              </a:defPPr>
              <a:lvl1pPr algn="l">
                <a:defRPr sz="792" b="0">
                  <a:solidFill>
                    <a:srgbClr val="000000"/>
                  </a:solidFill>
                  <a:latin typeface="Arial"/>
                  <a:ea typeface="Arial"/>
                  <a:cs typeface="Arial"/>
                </a:defRPr>
              </a:lvl1pPr>
              <a:lvl2pPr algn="l">
                <a:defRPr sz="792" b="0">
                  <a:solidFill>
                    <a:srgbClr val="000000"/>
                  </a:solidFill>
                  <a:latin typeface="Arial"/>
                  <a:ea typeface="Arial"/>
                  <a:cs typeface="Arial"/>
                </a:defRPr>
              </a:lvl2pPr>
              <a:lvl3pPr algn="l">
                <a:defRPr sz="792" b="0">
                  <a:solidFill>
                    <a:srgbClr val="000000"/>
                  </a:solidFill>
                  <a:latin typeface="Arial"/>
                  <a:ea typeface="Arial"/>
                  <a:cs typeface="Arial"/>
                </a:defRPr>
              </a:lvl3pPr>
              <a:lvl4pPr algn="l">
                <a:defRPr sz="792" b="0">
                  <a:solidFill>
                    <a:srgbClr val="000000"/>
                  </a:solidFill>
                  <a:latin typeface="Arial"/>
                  <a:ea typeface="Arial"/>
                  <a:cs typeface="Arial"/>
                </a:defRPr>
              </a:lvl4pPr>
              <a:lvl5pPr algn="l">
                <a:defRPr sz="792" b="0">
                  <a:solidFill>
                    <a:srgbClr val="000000"/>
                  </a:solidFill>
                  <a:latin typeface="Arial"/>
                  <a:ea typeface="Arial"/>
                  <a:cs typeface="Arial"/>
                </a:defRPr>
              </a:lvl5pPr>
              <a:lvl6pPr algn="l">
                <a:defRPr sz="792" b="0">
                  <a:solidFill>
                    <a:srgbClr val="000000"/>
                  </a:solidFill>
                  <a:latin typeface="Arial"/>
                  <a:ea typeface="Arial"/>
                  <a:cs typeface="Arial"/>
                </a:defRPr>
              </a:lvl6pPr>
              <a:lvl7pPr algn="l">
                <a:defRPr sz="792" b="0">
                  <a:solidFill>
                    <a:srgbClr val="000000"/>
                  </a:solidFill>
                  <a:latin typeface="Arial"/>
                  <a:ea typeface="Arial"/>
                  <a:cs typeface="Arial"/>
                </a:defRPr>
              </a:lvl7pPr>
              <a:lvl8pPr algn="l">
                <a:defRPr sz="792" b="0">
                  <a:solidFill>
                    <a:srgbClr val="000000"/>
                  </a:solidFill>
                  <a:latin typeface="Arial"/>
                  <a:ea typeface="Arial"/>
                  <a:cs typeface="Arial"/>
                </a:defRPr>
              </a:lvl8pPr>
              <a:lvl9pPr algn="l">
                <a:defRPr sz="792" b="0">
                  <a:solidFill>
                    <a:srgbClr val="000000"/>
                  </a:solidFill>
                  <a:latin typeface="Arial"/>
                  <a:ea typeface="Arial"/>
                  <a:cs typeface="Arial"/>
                </a:defRPr>
              </a:lvl9pPr>
            </a:lstStyle>
            <a:p>
              <a:pPr algn="l">
                <a:defRPr sz="792" b="0">
                  <a:solidFill>
                    <a:srgbClr val="000000"/>
                  </a:solidFill>
                  <a:latin typeface="Arial"/>
                  <a:ea typeface="Arial"/>
                  <a:cs typeface="Arial"/>
                </a:defRPr>
              </a:pPr>
              <a:r>
                <a:rPr sz="792" b="0">
                  <a:solidFill>
                    <a:srgbClr val="000000"/>
                  </a:solidFill>
                  <a:latin typeface="Arial"/>
                  <a:ea typeface="Arial"/>
                  <a:cs typeface="Arial"/>
                </a:rPr>
                <a:t>Negative R connections are artificial</a:t>
              </a:r>
            </a:p>
          </p:txBody>
        </p:sp>
        <p:sp>
          <p:nvSpPr>
            <p:cNvPr id="222" name="text_221">
              <a:extLst>
                <a:ext uri="{FF2B5EF4-FFF2-40B4-BE49-F238E27FC236}">
                  <ns2:creationId id="{BAA2ABD0-498D-4D6D-9B7F-3328ECEBECCF}"/>
                </a:ext>
              </a:extLst>
            </p:cNvPr>
            <p:cNvSpPr>
              <a:spLocks noGrp="1"/>
            </p:cNvSpPr>
            <p:nvPr/>
          </p:nvSpPr>
          <p:spPr>
            <a:xfrm rot="0">
              <a:off x="8572500" y="9172575"/>
              <a:ext cx="3524250" cy="228600"/>
            </a:xfrm>
            <a:prstGeom prst="rect">
              <a:avLst/>
            </a:prstGeom>
            <a:noFill/>
            <a:ln w="0">
              <a:noFill/>
              <a:prstDash val="solid"/>
            </a:ln>
          </p:spPr>
          <p:txBody>
            <a:bodyPr wrap="none" lIns="0" tIns="0" rIns="0" bIns="0" anchor="t">
              <a:noAutofit/>
            </a:bodyPr>
            <a:lstStyle>
              <a:defPPr algn="l">
                <a:defRPr sz="792" b="0">
                  <a:solidFill>
                    <a:srgbClr val="000000"/>
                  </a:solidFill>
                  <a:latin typeface="Arial"/>
                  <a:ea typeface="Arial"/>
                  <a:cs typeface="Arial"/>
                </a:defRPr>
              </a:defPPr>
              <a:lvl1pPr algn="l">
                <a:defRPr sz="792" b="0">
                  <a:solidFill>
                    <a:srgbClr val="000000"/>
                  </a:solidFill>
                  <a:latin typeface="Arial"/>
                  <a:ea typeface="Arial"/>
                  <a:cs typeface="Arial"/>
                </a:defRPr>
              </a:lvl1pPr>
              <a:lvl2pPr algn="l">
                <a:defRPr sz="792" b="0">
                  <a:solidFill>
                    <a:srgbClr val="000000"/>
                  </a:solidFill>
                  <a:latin typeface="Arial"/>
                  <a:ea typeface="Arial"/>
                  <a:cs typeface="Arial"/>
                </a:defRPr>
              </a:lvl2pPr>
              <a:lvl3pPr algn="l">
                <a:defRPr sz="792" b="0">
                  <a:solidFill>
                    <a:srgbClr val="000000"/>
                  </a:solidFill>
                  <a:latin typeface="Arial"/>
                  <a:ea typeface="Arial"/>
                  <a:cs typeface="Arial"/>
                </a:defRPr>
              </a:lvl3pPr>
              <a:lvl4pPr algn="l">
                <a:defRPr sz="792" b="0">
                  <a:solidFill>
                    <a:srgbClr val="000000"/>
                  </a:solidFill>
                  <a:latin typeface="Arial"/>
                  <a:ea typeface="Arial"/>
                  <a:cs typeface="Arial"/>
                </a:defRPr>
              </a:lvl4pPr>
              <a:lvl5pPr algn="l">
                <a:defRPr sz="792" b="0">
                  <a:solidFill>
                    <a:srgbClr val="000000"/>
                  </a:solidFill>
                  <a:latin typeface="Arial"/>
                  <a:ea typeface="Arial"/>
                  <a:cs typeface="Arial"/>
                </a:defRPr>
              </a:lvl5pPr>
              <a:lvl6pPr algn="l">
                <a:defRPr sz="792" b="0">
                  <a:solidFill>
                    <a:srgbClr val="000000"/>
                  </a:solidFill>
                  <a:latin typeface="Arial"/>
                  <a:ea typeface="Arial"/>
                  <a:cs typeface="Arial"/>
                </a:defRPr>
              </a:lvl6pPr>
              <a:lvl7pPr algn="l">
                <a:defRPr sz="792" b="0">
                  <a:solidFill>
                    <a:srgbClr val="000000"/>
                  </a:solidFill>
                  <a:latin typeface="Arial"/>
                  <a:ea typeface="Arial"/>
                  <a:cs typeface="Arial"/>
                </a:defRPr>
              </a:lvl7pPr>
              <a:lvl8pPr algn="l">
                <a:defRPr sz="792" b="0">
                  <a:solidFill>
                    <a:srgbClr val="000000"/>
                  </a:solidFill>
                  <a:latin typeface="Arial"/>
                  <a:ea typeface="Arial"/>
                  <a:cs typeface="Arial"/>
                </a:defRPr>
              </a:lvl8pPr>
              <a:lvl9pPr algn="l">
                <a:defRPr sz="792" b="0">
                  <a:solidFill>
                    <a:srgbClr val="000000"/>
                  </a:solidFill>
                  <a:latin typeface="Arial"/>
                  <a:ea typeface="Arial"/>
                  <a:cs typeface="Arial"/>
                </a:defRPr>
              </a:lvl9pPr>
            </a:lstStyle>
            <a:p>
              <a:pPr algn="l">
                <a:defRPr sz="792" b="0">
                  <a:solidFill>
                    <a:srgbClr val="000000"/>
                  </a:solidFill>
                  <a:latin typeface="Arial"/>
                  <a:ea typeface="Arial"/>
                  <a:cs typeface="Arial"/>
                </a:defRPr>
              </a:pPr>
              <a:r>
                <a:rPr sz="792" b="0">
                  <a:solidFill>
                    <a:srgbClr val="000000"/>
                  </a:solidFill>
                  <a:latin typeface="Arial"/>
                  <a:ea typeface="Arial"/>
                  <a:cs typeface="Arial"/>
                </a:rPr>
                <a:t>values in the one-dimensional map.</a:t>
              </a:r>
            </a:p>
          </p:txBody>
        </p:sp>
        <p:sp>
          <p:nvSpPr>
            <p:cNvPr id="223" name="text_222">
              <a:extLst>
                <a:ext uri="{FF2B5EF4-FFF2-40B4-BE49-F238E27FC236}">
                  <ns2:creationId id="{E29F443A-8CD2-48D3-B606-6E7E2E1AA0D8}"/>
                </a:ext>
              </a:extLst>
            </p:cNvPr>
            <p:cNvSpPr>
              <a:spLocks noGrp="1"/>
            </p:cNvSpPr>
            <p:nvPr/>
          </p:nvSpPr>
          <p:spPr>
            <a:xfrm rot="0">
              <a:off x="571500" y="9486900"/>
              <a:ext cx="11430000" cy="238125"/>
            </a:xfrm>
            <a:prstGeom prst="rect">
              <a:avLst/>
            </a:prstGeom>
            <a:noFill/>
            <a:ln w="0">
              <a:noFill/>
              <a:prstDash val="solid"/>
            </a:ln>
          </p:spPr>
          <p:txBody>
            <a:bodyPr wrap="none" lIns="0" tIns="0" rIns="0" bIns="0" anchor="t">
              <a:noAutofit/>
            </a:bodyPr>
            <a:lstStyle>
              <a:defPPr algn="l">
                <a:defRPr sz="839" b="0">
                  <a:solidFill>
                    <a:srgbClr val="000000"/>
                  </a:solidFill>
                  <a:latin typeface="Arial"/>
                  <a:ea typeface="Arial"/>
                  <a:cs typeface="Arial"/>
                </a:defRPr>
              </a:defPPr>
              <a:lvl1pPr algn="l">
                <a:defRPr sz="839" b="0">
                  <a:solidFill>
                    <a:srgbClr val="000000"/>
                  </a:solidFill>
                  <a:latin typeface="Arial"/>
                  <a:ea typeface="Arial"/>
                  <a:cs typeface="Arial"/>
                </a:defRPr>
              </a:lvl1pPr>
              <a:lvl2pPr algn="l">
                <a:defRPr sz="839" b="0">
                  <a:solidFill>
                    <a:srgbClr val="000000"/>
                  </a:solidFill>
                  <a:latin typeface="Arial"/>
                  <a:ea typeface="Arial"/>
                  <a:cs typeface="Arial"/>
                </a:defRPr>
              </a:lvl2pPr>
              <a:lvl3pPr algn="l">
                <a:defRPr sz="839" b="0">
                  <a:solidFill>
                    <a:srgbClr val="000000"/>
                  </a:solidFill>
                  <a:latin typeface="Arial"/>
                  <a:ea typeface="Arial"/>
                  <a:cs typeface="Arial"/>
                </a:defRPr>
              </a:lvl3pPr>
              <a:lvl4pPr algn="l">
                <a:defRPr sz="839" b="0">
                  <a:solidFill>
                    <a:srgbClr val="000000"/>
                  </a:solidFill>
                  <a:latin typeface="Arial"/>
                  <a:ea typeface="Arial"/>
                  <a:cs typeface="Arial"/>
                </a:defRPr>
              </a:lvl4pPr>
              <a:lvl5pPr algn="l">
                <a:defRPr sz="839" b="0">
                  <a:solidFill>
                    <a:srgbClr val="000000"/>
                  </a:solidFill>
                  <a:latin typeface="Arial"/>
                  <a:ea typeface="Arial"/>
                  <a:cs typeface="Arial"/>
                </a:defRPr>
              </a:lvl5pPr>
              <a:lvl6pPr algn="l">
                <a:defRPr sz="839" b="0">
                  <a:solidFill>
                    <a:srgbClr val="000000"/>
                  </a:solidFill>
                  <a:latin typeface="Arial"/>
                  <a:ea typeface="Arial"/>
                  <a:cs typeface="Arial"/>
                </a:defRPr>
              </a:lvl6pPr>
              <a:lvl7pPr algn="l">
                <a:defRPr sz="839" b="0">
                  <a:solidFill>
                    <a:srgbClr val="000000"/>
                  </a:solidFill>
                  <a:latin typeface="Arial"/>
                  <a:ea typeface="Arial"/>
                  <a:cs typeface="Arial"/>
                </a:defRPr>
              </a:lvl7pPr>
              <a:lvl8pPr algn="l">
                <a:defRPr sz="839" b="0">
                  <a:solidFill>
                    <a:srgbClr val="000000"/>
                  </a:solidFill>
                  <a:latin typeface="Arial"/>
                  <a:ea typeface="Arial"/>
                  <a:cs typeface="Arial"/>
                </a:defRPr>
              </a:lvl8pPr>
              <a:lvl9pPr algn="l">
                <a:defRPr sz="839" b="0">
                  <a:solidFill>
                    <a:srgbClr val="000000"/>
                  </a:solidFill>
                  <a:latin typeface="Arial"/>
                  <a:ea typeface="Arial"/>
                  <a:cs typeface="Arial"/>
                </a:defRPr>
              </a:lvl9pPr>
            </a:lstStyle>
            <a:p>
              <a:pPr algn="l">
                <a:defRPr sz="839" b="0">
                  <a:solidFill>
                    <a:srgbClr val="000000"/>
                  </a:solidFill>
                  <a:latin typeface="Arial"/>
                  <a:ea typeface="Arial"/>
                  <a:cs typeface="Arial"/>
                </a:defRPr>
              </a:pPr>
              <a:r>
                <a:rPr sz="839" b="0">
                  <a:solidFill>
                    <a:srgbClr val="000000"/>
                  </a:solidFill>
                  <a:latin typeface="Arial"/>
                  <a:ea typeface="Arial"/>
                  <a:cs typeface="Arial"/>
                </a:rPr>
                <a:t>A/B/C: extrema of the analysis field, located on both rows. Positive FRP cells describe detections, not a burn perimeter.</a:t>
              </a:r>
            </a:p>
          </p:txBody>
        </p:sp>
        <p:sp>
          <p:nvSpPr>
            <p:cNvPr id="225" name="text_001">
              <a:extLst>
                <a:ext uri="{FF2B5EF4-FFF2-40B4-BE49-F238E27FC236}">
                  <ns2:creationId id="{585F1D43-407E-4EBF-A5F2-BBCADEFA9B9E}"/>
                </a:ext>
              </a:extLst>
            </p:cNvPr>
            <p:cNvSpPr>
              <a:spLocks noGrp="1"/>
            </p:cNvSpPr>
            <p:nvPr/>
          </p:nvSpPr>
          <p:spPr>
            <a:xfrm>
              <a:off x="1266825" y="0"/>
              <a:ext cx="6191250" cy="247650"/>
            </a:xfrm>
            <a:prstGeom prst="rect">
              <a:avLst/>
            </a:prstGeom>
            <a:noFill/>
            <a:ln w="0">
              <a:noFill/>
              <a:prstDash val="solid"/>
            </a:ln>
          </p:spPr>
          <p:txBody>
            <a:bodyPr wrap="none" lIns="0" tIns="0" rIns="0" bIns="0" anchor="t">
              <a:noAutofit/>
            </a:bodyPr>
            <a:lstStyle>
              <a:defPPr algn="l">
                <a:defRPr sz="1118" b="1">
                  <a:solidFill>
                    <a:srgbClr val="000000"/>
                  </a:solidFill>
                  <a:latin typeface="Arial"/>
                  <a:ea typeface="Arial"/>
                  <a:cs typeface="Arial"/>
                </a:defRPr>
              </a:defPPr>
              <a:lvl1pPr algn="l">
                <a:defRPr sz="1118" b="1">
                  <a:solidFill>
                    <a:srgbClr val="000000"/>
                  </a:solidFill>
                  <a:latin typeface="Arial"/>
                  <a:ea typeface="Arial"/>
                  <a:cs typeface="Arial"/>
                </a:defRPr>
              </a:lvl1pPr>
              <a:lvl2pPr algn="l">
                <a:defRPr sz="1118" b="1">
                  <a:solidFill>
                    <a:srgbClr val="000000"/>
                  </a:solidFill>
                  <a:latin typeface="Arial"/>
                  <a:ea typeface="Arial"/>
                  <a:cs typeface="Arial"/>
                </a:defRPr>
              </a:lvl2pPr>
              <a:lvl3pPr algn="l">
                <a:defRPr sz="1118" b="1">
                  <a:solidFill>
                    <a:srgbClr val="000000"/>
                  </a:solidFill>
                  <a:latin typeface="Arial"/>
                  <a:ea typeface="Arial"/>
                  <a:cs typeface="Arial"/>
                </a:defRPr>
              </a:lvl3pPr>
              <a:lvl4pPr algn="l">
                <a:defRPr sz="1118" b="1">
                  <a:solidFill>
                    <a:srgbClr val="000000"/>
                  </a:solidFill>
                  <a:latin typeface="Arial"/>
                  <a:ea typeface="Arial"/>
                  <a:cs typeface="Arial"/>
                </a:defRPr>
              </a:lvl4pPr>
              <a:lvl5pPr algn="l">
                <a:defRPr sz="1118" b="1">
                  <a:solidFill>
                    <a:srgbClr val="000000"/>
                  </a:solidFill>
                  <a:latin typeface="Arial"/>
                  <a:ea typeface="Arial"/>
                  <a:cs typeface="Arial"/>
                </a:defRPr>
              </a:lvl5pPr>
              <a:lvl6pPr algn="l">
                <a:defRPr sz="1118" b="1">
                  <a:solidFill>
                    <a:srgbClr val="000000"/>
                  </a:solidFill>
                  <a:latin typeface="Arial"/>
                  <a:ea typeface="Arial"/>
                  <a:cs typeface="Arial"/>
                </a:defRPr>
              </a:lvl6pPr>
              <a:lvl7pPr algn="l">
                <a:defRPr sz="1118" b="1">
                  <a:solidFill>
                    <a:srgbClr val="000000"/>
                  </a:solidFill>
                  <a:latin typeface="Arial"/>
                  <a:ea typeface="Arial"/>
                  <a:cs typeface="Arial"/>
                </a:defRPr>
              </a:lvl7pPr>
              <a:lvl8pPr algn="l">
                <a:defRPr sz="1118" b="1">
                  <a:solidFill>
                    <a:srgbClr val="000000"/>
                  </a:solidFill>
                  <a:latin typeface="Arial"/>
                  <a:ea typeface="Arial"/>
                  <a:cs typeface="Arial"/>
                </a:defRPr>
              </a:lvl8pPr>
              <a:lvl9pPr algn="l">
                <a:defRPr sz="1118" b="1">
                  <a:solidFill>
                    <a:srgbClr val="000000"/>
                  </a:solidFill>
                  <a:latin typeface="Arial"/>
                  <a:ea typeface="Arial"/>
                  <a:cs typeface="Arial"/>
                </a:defRPr>
              </a:lvl9pPr>
            </a:lstStyle>
            <a:p>
              <a:pPr algn="l">
                <a:defRPr sz="1118" b="1">
                  <a:solidFill>
                    <a:srgbClr val="000000"/>
                  </a:solidFill>
                  <a:latin typeface="Arial"/>
                  <a:ea typeface="Arial"/>
                  <a:cs typeface="Arial"/>
                </a:defRPr>
              </a:pPr>
              <a:r>
                <a:rPr sz="1118" b="1">
                  <a:solidFill>
                    <a:srgbClr val="000000"/>
                  </a:solidFill>
                  <a:latin typeface="Arial"/>
                  <a:ea typeface="Arial"/>
                  <a:cs typeface="Arial"/>
                </a:rPr>
                <a:t>(a) Full sequence</a:t>
              </a:r>
            </a:p>
          </p:txBody>
        </p:sp>
        <p:sp>
          <p:nvSpPr>
            <p:cNvPr id="226" name="text_002">
              <a:extLst>
                <a:ext uri="{FF2B5EF4-FFF2-40B4-BE49-F238E27FC236}">
                  <ns2:creationId id="{31CC7CDF-1880-42AF-8D17-585E6F44C054}"/>
                </a:ext>
              </a:extLst>
            </p:cNvPr>
            <p:cNvSpPr>
              <a:spLocks noGrp="1"/>
            </p:cNvSpPr>
            <p:nvPr/>
          </p:nvSpPr>
          <p:spPr>
            <a:xfrm>
              <a:off x="7886700" y="0"/>
              <a:ext cx="4191000" cy="247650"/>
            </a:xfrm>
            <a:prstGeom prst="rect">
              <a:avLst/>
            </a:prstGeom>
            <a:noFill/>
            <a:ln w="0">
              <a:noFill/>
              <a:prstDash val="solid"/>
            </a:ln>
          </p:spPr>
          <p:txBody>
            <a:bodyPr wrap="none" lIns="0" tIns="0" rIns="0" bIns="0" anchor="t">
              <a:noAutofit/>
            </a:bodyPr>
            <a:lstStyle>
              <a:defPPr algn="l">
                <a:defRPr sz="1118" b="1">
                  <a:solidFill>
                    <a:srgbClr val="000000"/>
                  </a:solidFill>
                  <a:latin typeface="Arial"/>
                  <a:ea typeface="Arial"/>
                  <a:cs typeface="Arial"/>
                </a:defRPr>
              </a:defPPr>
              <a:lvl1pPr algn="l">
                <a:defRPr sz="1118" b="1">
                  <a:solidFill>
                    <a:srgbClr val="000000"/>
                  </a:solidFill>
                  <a:latin typeface="Arial"/>
                  <a:ea typeface="Arial"/>
                  <a:cs typeface="Arial"/>
                </a:defRPr>
              </a:lvl1pPr>
              <a:lvl2pPr algn="l">
                <a:defRPr sz="1118" b="1">
                  <a:solidFill>
                    <a:srgbClr val="000000"/>
                  </a:solidFill>
                  <a:latin typeface="Arial"/>
                  <a:ea typeface="Arial"/>
                  <a:cs typeface="Arial"/>
                </a:defRPr>
              </a:lvl2pPr>
              <a:lvl3pPr algn="l">
                <a:defRPr sz="1118" b="1">
                  <a:solidFill>
                    <a:srgbClr val="000000"/>
                  </a:solidFill>
                  <a:latin typeface="Arial"/>
                  <a:ea typeface="Arial"/>
                  <a:cs typeface="Arial"/>
                </a:defRPr>
              </a:lvl3pPr>
              <a:lvl4pPr algn="l">
                <a:defRPr sz="1118" b="1">
                  <a:solidFill>
                    <a:srgbClr val="000000"/>
                  </a:solidFill>
                  <a:latin typeface="Arial"/>
                  <a:ea typeface="Arial"/>
                  <a:cs typeface="Arial"/>
                </a:defRPr>
              </a:lvl4pPr>
              <a:lvl5pPr algn="l">
                <a:defRPr sz="1118" b="1">
                  <a:solidFill>
                    <a:srgbClr val="000000"/>
                  </a:solidFill>
                  <a:latin typeface="Arial"/>
                  <a:ea typeface="Arial"/>
                  <a:cs typeface="Arial"/>
                </a:defRPr>
              </a:lvl5pPr>
              <a:lvl6pPr algn="l">
                <a:defRPr sz="1118" b="1">
                  <a:solidFill>
                    <a:srgbClr val="000000"/>
                  </a:solidFill>
                  <a:latin typeface="Arial"/>
                  <a:ea typeface="Arial"/>
                  <a:cs typeface="Arial"/>
                </a:defRPr>
              </a:lvl6pPr>
              <a:lvl7pPr algn="l">
                <a:defRPr sz="1118" b="1">
                  <a:solidFill>
                    <a:srgbClr val="000000"/>
                  </a:solidFill>
                  <a:latin typeface="Arial"/>
                  <a:ea typeface="Arial"/>
                  <a:cs typeface="Arial"/>
                </a:defRPr>
              </a:lvl7pPr>
              <a:lvl8pPr algn="l">
                <a:defRPr sz="1118" b="1">
                  <a:solidFill>
                    <a:srgbClr val="000000"/>
                  </a:solidFill>
                  <a:latin typeface="Arial"/>
                  <a:ea typeface="Arial"/>
                  <a:cs typeface="Arial"/>
                </a:defRPr>
              </a:lvl8pPr>
              <a:lvl9pPr algn="l">
                <a:defRPr sz="1118" b="1">
                  <a:solidFill>
                    <a:srgbClr val="000000"/>
                  </a:solidFill>
                  <a:latin typeface="Arial"/>
                  <a:ea typeface="Arial"/>
                  <a:cs typeface="Arial"/>
                </a:defRPr>
              </a:lvl9pPr>
            </a:lstStyle>
            <a:p>
              <a:pPr algn="l">
                <a:defRPr sz="1118" b="1">
                  <a:solidFill>
                    <a:srgbClr val="000000"/>
                  </a:solidFill>
                  <a:latin typeface="Arial"/>
                  <a:ea typeface="Arial"/>
                  <a:cs typeface="Arial"/>
                </a:defRPr>
              </a:pPr>
              <a:r>
                <a:rPr sz="1118" b="1">
                  <a:solidFill>
                    <a:srgbClr val="000000"/>
                  </a:solidFill>
                  <a:latin typeface="Arial"/>
                  <a:ea typeface="Arial"/>
                  <a:cs typeface="Arial"/>
                </a:rPr>
                <a:t>(b) Local window</a:t>
              </a:r>
            </a:p>
          </p:txBody>
        </p:sp>
        <p:sp>
          <p:nvSpPr>
            <p:cNvPr id="227" name="text_045">
              <a:extLst>
                <a:ext uri="{FF2B5EF4-FFF2-40B4-BE49-F238E27FC236}">
                  <ns2:creationId id="{0FC56281-22D7-45BC-B560-B1044754F00A}"/>
                </a:ext>
              </a:extLst>
            </p:cNvPr>
            <p:cNvSpPr>
              <a:spLocks noGrp="1"/>
            </p:cNvSpPr>
            <p:nvPr/>
          </p:nvSpPr>
          <p:spPr>
            <a:xfrm>
              <a:off x="1172585" y="215265"/>
              <a:ext cx="388620" cy="213741"/>
            </a:xfrm>
            <a:prstGeom prst="rect">
              <a:avLst/>
            </a:prstGeom>
            <a:noFill/>
            <a:ln w="0">
              <a:noFill/>
              <a:prstDash val="solid"/>
            </a:ln>
          </p:spPr>
          <p:txBody>
            <a:bodyPr wrap="none" lIns="0" tIns="0" rIns="0" bIns="0" anchor="t">
              <a:noAutofit/>
            </a:bodyPr>
            <a:lstStyle>
              <a:defPPr algn="ctr">
                <a:defRPr sz="746" b="0">
                  <a:solidFill>
                    <a:srgbClr val="000000"/>
                  </a:solidFill>
                  <a:latin typeface="Arial"/>
                  <a:ea typeface="Arial"/>
                  <a:cs typeface="Arial"/>
                </a:defRPr>
              </a:defPPr>
              <a:lvl1pPr algn="ctr">
                <a:defRPr sz="746" b="0">
                  <a:solidFill>
                    <a:srgbClr val="000000"/>
                  </a:solidFill>
                  <a:latin typeface="Arial"/>
                  <a:ea typeface="Arial"/>
                  <a:cs typeface="Arial"/>
                </a:defRPr>
              </a:lvl1pPr>
              <a:lvl2pPr algn="ctr">
                <a:defRPr sz="746" b="0">
                  <a:solidFill>
                    <a:srgbClr val="000000"/>
                  </a:solidFill>
                  <a:latin typeface="Arial"/>
                  <a:ea typeface="Arial"/>
                  <a:cs typeface="Arial"/>
                </a:defRPr>
              </a:lvl2pPr>
              <a:lvl3pPr algn="ctr">
                <a:defRPr sz="746" b="0">
                  <a:solidFill>
                    <a:srgbClr val="000000"/>
                  </a:solidFill>
                  <a:latin typeface="Arial"/>
                  <a:ea typeface="Arial"/>
                  <a:cs typeface="Arial"/>
                </a:defRPr>
              </a:lvl3pPr>
              <a:lvl4pPr algn="ctr">
                <a:defRPr sz="746" b="0">
                  <a:solidFill>
                    <a:srgbClr val="000000"/>
                  </a:solidFill>
                  <a:latin typeface="Arial"/>
                  <a:ea typeface="Arial"/>
                  <a:cs typeface="Arial"/>
                </a:defRPr>
              </a:lvl4pPr>
              <a:lvl5pPr algn="ctr">
                <a:defRPr sz="746" b="0">
                  <a:solidFill>
                    <a:srgbClr val="000000"/>
                  </a:solidFill>
                  <a:latin typeface="Arial"/>
                  <a:ea typeface="Arial"/>
                  <a:cs typeface="Arial"/>
                </a:defRPr>
              </a:lvl5pPr>
              <a:lvl6pPr algn="ctr">
                <a:defRPr sz="746" b="0">
                  <a:solidFill>
                    <a:srgbClr val="000000"/>
                  </a:solidFill>
                  <a:latin typeface="Arial"/>
                  <a:ea typeface="Arial"/>
                  <a:cs typeface="Arial"/>
                </a:defRPr>
              </a:lvl6pPr>
              <a:lvl7pPr algn="ctr">
                <a:defRPr sz="746" b="0">
                  <a:solidFill>
                    <a:srgbClr val="000000"/>
                  </a:solidFill>
                  <a:latin typeface="Arial"/>
                  <a:ea typeface="Arial"/>
                  <a:cs typeface="Arial"/>
                </a:defRPr>
              </a:lvl7pPr>
              <a:lvl8pPr algn="ctr">
                <a:defRPr sz="746" b="0">
                  <a:solidFill>
                    <a:srgbClr val="000000"/>
                  </a:solidFill>
                  <a:latin typeface="Arial"/>
                  <a:ea typeface="Arial"/>
                  <a:cs typeface="Arial"/>
                </a:defRPr>
              </a:lvl8pPr>
              <a:lvl9pPr algn="ctr">
                <a:defRPr sz="746" b="0">
                  <a:solidFill>
                    <a:srgbClr val="000000"/>
                  </a:solidFill>
                  <a:latin typeface="Arial"/>
                  <a:ea typeface="Arial"/>
                  <a:cs typeface="Arial"/>
                </a:defRPr>
              </a:lvl9pPr>
            </a:lstStyle>
            <a:p>
              <a:pPr algn="ctr">
                <a:defRPr sz="746" b="0">
                  <a:solidFill>
                    <a:srgbClr val="000000"/>
                  </a:solidFill>
                  <a:latin typeface="Arial"/>
                  <a:ea typeface="Arial"/>
                  <a:cs typeface="Arial"/>
                </a:defRPr>
              </a:pPr>
              <a:r>
                <a:rPr sz="746" b="0">
                  <a:solidFill>
                    <a:srgbClr val="000000"/>
                  </a:solidFill>
                  <a:latin typeface="Arial"/>
                  <a:ea typeface="Arial"/>
                  <a:cs typeface="Arial"/>
                </a:rPr>
                <a:t>0</a:t>
              </a:r>
            </a:p>
          </p:txBody>
        </p:sp>
        <p:sp>
          <p:nvSpPr>
            <p:cNvPr id="228" name="text_046">
              <a:extLst>
                <a:ext uri="{FF2B5EF4-FFF2-40B4-BE49-F238E27FC236}">
                  <ns2:creationId id="{7A6A70E8-61FE-476F-90D7-07D1A85BF0D0}"/>
                </a:ext>
              </a:extLst>
            </p:cNvPr>
            <p:cNvSpPr>
              <a:spLocks noGrp="1"/>
            </p:cNvSpPr>
            <p:nvPr/>
          </p:nvSpPr>
          <p:spPr>
            <a:xfrm>
              <a:off x="6976624" y="215265"/>
              <a:ext cx="388620" cy="213741"/>
            </a:xfrm>
            <a:prstGeom prst="rect">
              <a:avLst/>
            </a:prstGeom>
            <a:noFill/>
            <a:ln w="0">
              <a:noFill/>
              <a:prstDash val="solid"/>
            </a:ln>
          </p:spPr>
          <p:txBody>
            <a:bodyPr wrap="none" lIns="0" tIns="0" rIns="0" bIns="0" anchor="t">
              <a:noAutofit/>
            </a:bodyPr>
            <a:lstStyle>
              <a:defPPr algn="ctr">
                <a:defRPr sz="746" b="0">
                  <a:solidFill>
                    <a:srgbClr val="000000"/>
                  </a:solidFill>
                  <a:latin typeface="Arial"/>
                  <a:ea typeface="Arial"/>
                  <a:cs typeface="Arial"/>
                </a:defRPr>
              </a:defPPr>
              <a:lvl1pPr algn="ctr">
                <a:defRPr sz="746" b="0">
                  <a:solidFill>
                    <a:srgbClr val="000000"/>
                  </a:solidFill>
                  <a:latin typeface="Arial"/>
                  <a:ea typeface="Arial"/>
                  <a:cs typeface="Arial"/>
                </a:defRPr>
              </a:lvl1pPr>
              <a:lvl2pPr algn="ctr">
                <a:defRPr sz="746" b="0">
                  <a:solidFill>
                    <a:srgbClr val="000000"/>
                  </a:solidFill>
                  <a:latin typeface="Arial"/>
                  <a:ea typeface="Arial"/>
                  <a:cs typeface="Arial"/>
                </a:defRPr>
              </a:lvl2pPr>
              <a:lvl3pPr algn="ctr">
                <a:defRPr sz="746" b="0">
                  <a:solidFill>
                    <a:srgbClr val="000000"/>
                  </a:solidFill>
                  <a:latin typeface="Arial"/>
                  <a:ea typeface="Arial"/>
                  <a:cs typeface="Arial"/>
                </a:defRPr>
              </a:lvl3pPr>
              <a:lvl4pPr algn="ctr">
                <a:defRPr sz="746" b="0">
                  <a:solidFill>
                    <a:srgbClr val="000000"/>
                  </a:solidFill>
                  <a:latin typeface="Arial"/>
                  <a:ea typeface="Arial"/>
                  <a:cs typeface="Arial"/>
                </a:defRPr>
              </a:lvl4pPr>
              <a:lvl5pPr algn="ctr">
                <a:defRPr sz="746" b="0">
                  <a:solidFill>
                    <a:srgbClr val="000000"/>
                  </a:solidFill>
                  <a:latin typeface="Arial"/>
                  <a:ea typeface="Arial"/>
                  <a:cs typeface="Arial"/>
                </a:defRPr>
              </a:lvl5pPr>
              <a:lvl6pPr algn="ctr">
                <a:defRPr sz="746" b="0">
                  <a:solidFill>
                    <a:srgbClr val="000000"/>
                  </a:solidFill>
                  <a:latin typeface="Arial"/>
                  <a:ea typeface="Arial"/>
                  <a:cs typeface="Arial"/>
                </a:defRPr>
              </a:lvl6pPr>
              <a:lvl7pPr algn="ctr">
                <a:defRPr sz="746" b="0">
                  <a:solidFill>
                    <a:srgbClr val="000000"/>
                  </a:solidFill>
                  <a:latin typeface="Arial"/>
                  <a:ea typeface="Arial"/>
                  <a:cs typeface="Arial"/>
                </a:defRPr>
              </a:lvl7pPr>
              <a:lvl8pPr algn="ctr">
                <a:defRPr sz="746" b="0">
                  <a:solidFill>
                    <a:srgbClr val="000000"/>
                  </a:solidFill>
                  <a:latin typeface="Arial"/>
                  <a:ea typeface="Arial"/>
                  <a:cs typeface="Arial"/>
                </a:defRPr>
              </a:lvl8pPr>
              <a:lvl9pPr algn="ctr">
                <a:defRPr sz="746" b="0">
                  <a:solidFill>
                    <a:srgbClr val="000000"/>
                  </a:solidFill>
                  <a:latin typeface="Arial"/>
                  <a:ea typeface="Arial"/>
                  <a:cs typeface="Arial"/>
                </a:defRPr>
              </a:lvl9pPr>
            </a:lstStyle>
            <a:p>
              <a:pPr algn="ctr">
                <a:defRPr sz="746" b="0">
                  <a:solidFill>
                    <a:srgbClr val="000000"/>
                  </a:solidFill>
                  <a:latin typeface="Arial"/>
                  <a:ea typeface="Arial"/>
                  <a:cs typeface="Arial"/>
                </a:defRPr>
              </a:pPr>
              <a:r>
                <a:rPr sz="746" b="0">
                  <a:solidFill>
                    <a:srgbClr val="000000"/>
                  </a:solidFill>
                  <a:latin typeface="Arial"/>
                  <a:ea typeface="Arial"/>
                  <a:cs typeface="Arial"/>
                </a:rPr>
                <a:t>29</a:t>
              </a:r>
            </a:p>
          </p:txBody>
        </p:sp>
        <p:sp>
          <p:nvSpPr>
            <p:cNvPr id="229" name="text_055">
              <a:extLst>
                <a:ext uri="{FF2B5EF4-FFF2-40B4-BE49-F238E27FC236}">
                  <ns2:creationId id="{10177CAC-EBE5-425E-BAF9-5F6F7B51A30B}"/>
                </a:ext>
              </a:extLst>
            </p:cNvPr>
            <p:cNvSpPr>
              <a:spLocks noGrp="1"/>
            </p:cNvSpPr>
            <p:nvPr/>
          </p:nvSpPr>
          <p:spPr>
            <a:xfrm>
              <a:off x="7867269" y="215265"/>
              <a:ext cx="388620" cy="213741"/>
            </a:xfrm>
            <a:prstGeom prst="rect">
              <a:avLst/>
            </a:prstGeom>
            <a:noFill/>
            <a:ln w="0">
              <a:noFill/>
              <a:prstDash val="solid"/>
            </a:ln>
          </p:spPr>
          <p:txBody>
            <a:bodyPr wrap="none" lIns="0" tIns="0" rIns="0" bIns="0" anchor="t">
              <a:noAutofit/>
            </a:bodyPr>
            <a:lstStyle>
              <a:defPPr algn="ctr">
                <a:defRPr sz="746" b="0">
                  <a:solidFill>
                    <a:srgbClr val="000000"/>
                  </a:solidFill>
                  <a:latin typeface="Arial"/>
                  <a:ea typeface="Arial"/>
                  <a:cs typeface="Arial"/>
                </a:defRPr>
              </a:defPPr>
              <a:lvl1pPr algn="ctr">
                <a:defRPr sz="746" b="0">
                  <a:solidFill>
                    <a:srgbClr val="000000"/>
                  </a:solidFill>
                  <a:latin typeface="Arial"/>
                  <a:ea typeface="Arial"/>
                  <a:cs typeface="Arial"/>
                </a:defRPr>
              </a:lvl1pPr>
              <a:lvl2pPr algn="ctr">
                <a:defRPr sz="746" b="0">
                  <a:solidFill>
                    <a:srgbClr val="000000"/>
                  </a:solidFill>
                  <a:latin typeface="Arial"/>
                  <a:ea typeface="Arial"/>
                  <a:cs typeface="Arial"/>
                </a:defRPr>
              </a:lvl2pPr>
              <a:lvl3pPr algn="ctr">
                <a:defRPr sz="746" b="0">
                  <a:solidFill>
                    <a:srgbClr val="000000"/>
                  </a:solidFill>
                  <a:latin typeface="Arial"/>
                  <a:ea typeface="Arial"/>
                  <a:cs typeface="Arial"/>
                </a:defRPr>
              </a:lvl3pPr>
              <a:lvl4pPr algn="ctr">
                <a:defRPr sz="746" b="0">
                  <a:solidFill>
                    <a:srgbClr val="000000"/>
                  </a:solidFill>
                  <a:latin typeface="Arial"/>
                  <a:ea typeface="Arial"/>
                  <a:cs typeface="Arial"/>
                </a:defRPr>
              </a:lvl4pPr>
              <a:lvl5pPr algn="ctr">
                <a:defRPr sz="746" b="0">
                  <a:solidFill>
                    <a:srgbClr val="000000"/>
                  </a:solidFill>
                  <a:latin typeface="Arial"/>
                  <a:ea typeface="Arial"/>
                  <a:cs typeface="Arial"/>
                </a:defRPr>
              </a:lvl5pPr>
              <a:lvl6pPr algn="ctr">
                <a:defRPr sz="746" b="0">
                  <a:solidFill>
                    <a:srgbClr val="000000"/>
                  </a:solidFill>
                  <a:latin typeface="Arial"/>
                  <a:ea typeface="Arial"/>
                  <a:cs typeface="Arial"/>
                </a:defRPr>
              </a:lvl6pPr>
              <a:lvl7pPr algn="ctr">
                <a:defRPr sz="746" b="0">
                  <a:solidFill>
                    <a:srgbClr val="000000"/>
                  </a:solidFill>
                  <a:latin typeface="Arial"/>
                  <a:ea typeface="Arial"/>
                  <a:cs typeface="Arial"/>
                </a:defRPr>
              </a:lvl7pPr>
              <a:lvl8pPr algn="ctr">
                <a:defRPr sz="746" b="0">
                  <a:solidFill>
                    <a:srgbClr val="000000"/>
                  </a:solidFill>
                  <a:latin typeface="Arial"/>
                  <a:ea typeface="Arial"/>
                  <a:cs typeface="Arial"/>
                </a:defRPr>
              </a:lvl8pPr>
              <a:lvl9pPr algn="ctr">
                <a:defRPr sz="746" b="0">
                  <a:solidFill>
                    <a:srgbClr val="000000"/>
                  </a:solidFill>
                  <a:latin typeface="Arial"/>
                  <a:ea typeface="Arial"/>
                  <a:cs typeface="Arial"/>
                </a:defRPr>
              </a:lvl9pPr>
            </a:lstStyle>
            <a:p>
              <a:pPr algn="ctr">
                <a:defRPr sz="746" b="0">
                  <a:solidFill>
                    <a:srgbClr val="000000"/>
                  </a:solidFill>
                  <a:latin typeface="Arial"/>
                  <a:ea typeface="Arial"/>
                  <a:cs typeface="Arial"/>
                </a:defRPr>
              </a:pPr>
              <a:r>
                <a:rPr sz="746" b="0">
                  <a:solidFill>
                    <a:srgbClr val="000000"/>
                  </a:solidFill>
                  <a:latin typeface="Arial"/>
                  <a:ea typeface="Arial"/>
                  <a:cs typeface="Arial"/>
                </a:rPr>
                <a:t>13</a:t>
              </a:r>
            </a:p>
          </p:txBody>
        </p:sp>
        <p:sp>
          <p:nvSpPr>
            <p:cNvPr id="230" name="text_056">
              <a:extLst>
                <a:ext uri="{FF2B5EF4-FFF2-40B4-BE49-F238E27FC236}">
                  <ns2:creationId id="{000B9C79-A3D7-4416-BDD4-D6E4BD106782}"/>
                </a:ext>
              </a:extLst>
            </p:cNvPr>
            <p:cNvSpPr>
              <a:spLocks noGrp="1"/>
            </p:cNvSpPr>
            <p:nvPr/>
          </p:nvSpPr>
          <p:spPr>
            <a:xfrm>
              <a:off x="11364849" y="215265"/>
              <a:ext cx="388620" cy="213741"/>
            </a:xfrm>
            <a:prstGeom prst="rect">
              <a:avLst/>
            </a:prstGeom>
            <a:noFill/>
            <a:ln w="0">
              <a:noFill/>
              <a:prstDash val="solid"/>
            </a:ln>
          </p:spPr>
          <p:txBody>
            <a:bodyPr wrap="none" lIns="0" tIns="0" rIns="0" bIns="0" anchor="t">
              <a:noAutofit/>
            </a:bodyPr>
            <a:lstStyle>
              <a:defPPr algn="ctr">
                <a:defRPr sz="746" b="0">
                  <a:solidFill>
                    <a:srgbClr val="000000"/>
                  </a:solidFill>
                  <a:latin typeface="Arial"/>
                  <a:ea typeface="Arial"/>
                  <a:cs typeface="Arial"/>
                </a:defRPr>
              </a:defPPr>
              <a:lvl1pPr algn="ctr">
                <a:defRPr sz="746" b="0">
                  <a:solidFill>
                    <a:srgbClr val="000000"/>
                  </a:solidFill>
                  <a:latin typeface="Arial"/>
                  <a:ea typeface="Arial"/>
                  <a:cs typeface="Arial"/>
                </a:defRPr>
              </a:lvl1pPr>
              <a:lvl2pPr algn="ctr">
                <a:defRPr sz="746" b="0">
                  <a:solidFill>
                    <a:srgbClr val="000000"/>
                  </a:solidFill>
                  <a:latin typeface="Arial"/>
                  <a:ea typeface="Arial"/>
                  <a:cs typeface="Arial"/>
                </a:defRPr>
              </a:lvl2pPr>
              <a:lvl3pPr algn="ctr">
                <a:defRPr sz="746" b="0">
                  <a:solidFill>
                    <a:srgbClr val="000000"/>
                  </a:solidFill>
                  <a:latin typeface="Arial"/>
                  <a:ea typeface="Arial"/>
                  <a:cs typeface="Arial"/>
                </a:defRPr>
              </a:lvl3pPr>
              <a:lvl4pPr algn="ctr">
                <a:defRPr sz="746" b="0">
                  <a:solidFill>
                    <a:srgbClr val="000000"/>
                  </a:solidFill>
                  <a:latin typeface="Arial"/>
                  <a:ea typeface="Arial"/>
                  <a:cs typeface="Arial"/>
                </a:defRPr>
              </a:lvl4pPr>
              <a:lvl5pPr algn="ctr">
                <a:defRPr sz="746" b="0">
                  <a:solidFill>
                    <a:srgbClr val="000000"/>
                  </a:solidFill>
                  <a:latin typeface="Arial"/>
                  <a:ea typeface="Arial"/>
                  <a:cs typeface="Arial"/>
                </a:defRPr>
              </a:lvl5pPr>
              <a:lvl6pPr algn="ctr">
                <a:defRPr sz="746" b="0">
                  <a:solidFill>
                    <a:srgbClr val="000000"/>
                  </a:solidFill>
                  <a:latin typeface="Arial"/>
                  <a:ea typeface="Arial"/>
                  <a:cs typeface="Arial"/>
                </a:defRPr>
              </a:lvl6pPr>
              <a:lvl7pPr algn="ctr">
                <a:defRPr sz="746" b="0">
                  <a:solidFill>
                    <a:srgbClr val="000000"/>
                  </a:solidFill>
                  <a:latin typeface="Arial"/>
                  <a:ea typeface="Arial"/>
                  <a:cs typeface="Arial"/>
                </a:defRPr>
              </a:lvl7pPr>
              <a:lvl8pPr algn="ctr">
                <a:defRPr sz="746" b="0">
                  <a:solidFill>
                    <a:srgbClr val="000000"/>
                  </a:solidFill>
                  <a:latin typeface="Arial"/>
                  <a:ea typeface="Arial"/>
                  <a:cs typeface="Arial"/>
                </a:defRPr>
              </a:lvl8pPr>
              <a:lvl9pPr algn="ctr">
                <a:defRPr sz="746" b="0">
                  <a:solidFill>
                    <a:srgbClr val="000000"/>
                  </a:solidFill>
                  <a:latin typeface="Arial"/>
                  <a:ea typeface="Arial"/>
                  <a:cs typeface="Arial"/>
                </a:defRPr>
              </a:lvl9pPr>
            </a:lstStyle>
            <a:p>
              <a:pPr algn="ctr">
                <a:defRPr sz="746" b="0">
                  <a:solidFill>
                    <a:srgbClr val="000000"/>
                  </a:solidFill>
                  <a:latin typeface="Arial"/>
                  <a:ea typeface="Arial"/>
                  <a:cs typeface="Arial"/>
                </a:defRPr>
              </a:pPr>
              <a:r>
                <a:rPr sz="746" b="0">
                  <a:solidFill>
                    <a:srgbClr val="000000"/>
                  </a:solidFill>
                  <a:latin typeface="Arial"/>
                  <a:ea typeface="Arial"/>
                  <a:cs typeface="Arial"/>
                </a:rPr>
                <a:t>23</a:t>
              </a:r>
            </a:p>
          </p:txBody>
        </p:sp>
        <p:sp>
          <p:nvSpPr>
            <p:cNvPr id="231" name="text_073">
              <a:extLst>
                <a:ext uri="{FF2B5EF4-FFF2-40B4-BE49-F238E27FC236}">
                  <ns2:creationId id="{B9E26A93-8825-48AE-89BC-8B6D2C4FE17E}"/>
                </a:ext>
              </a:extLst>
            </p:cNvPr>
            <p:cNvSpPr>
              <a:spLocks noGrp="1"/>
            </p:cNvSpPr>
            <p:nvPr/>
          </p:nvSpPr>
          <p:spPr>
            <a:xfrm>
              <a:off x="114300" y="457200"/>
              <a:ext cx="1057275" cy="247650"/>
            </a:xfrm>
            <a:prstGeom prst="rect">
              <a:avLst/>
            </a:prstGeom>
            <a:noFill/>
            <a:ln w="0">
              <a:noFill/>
              <a:prstDash val="solid"/>
            </a:ln>
          </p:spPr>
          <p:txBody>
            <a:bodyPr wrap="none" lIns="0" tIns="0" rIns="0" bIns="0" anchor="t">
              <a:noAutofit/>
            </a:bodyPr>
            <a:lstStyle>
              <a:defPPr algn="l">
                <a:defRPr sz="932" b="1">
                  <a:solidFill>
                    <a:srgbClr val="000000"/>
                  </a:solidFill>
                  <a:latin typeface="Arial"/>
                  <a:ea typeface="Arial"/>
                  <a:cs typeface="Arial"/>
                </a:defRPr>
              </a:defPPr>
              <a:lvl1pPr algn="l">
                <a:defRPr sz="932" b="1">
                  <a:solidFill>
                    <a:srgbClr val="000000"/>
                  </a:solidFill>
                  <a:latin typeface="Arial"/>
                  <a:ea typeface="Arial"/>
                  <a:cs typeface="Arial"/>
                </a:defRPr>
              </a:lvl1pPr>
              <a:lvl2pPr algn="l">
                <a:defRPr sz="932" b="1">
                  <a:solidFill>
                    <a:srgbClr val="000000"/>
                  </a:solidFill>
                  <a:latin typeface="Arial"/>
                  <a:ea typeface="Arial"/>
                  <a:cs typeface="Arial"/>
                </a:defRPr>
              </a:lvl2pPr>
              <a:lvl3pPr algn="l">
                <a:defRPr sz="932" b="1">
                  <a:solidFill>
                    <a:srgbClr val="000000"/>
                  </a:solidFill>
                  <a:latin typeface="Arial"/>
                  <a:ea typeface="Arial"/>
                  <a:cs typeface="Arial"/>
                </a:defRPr>
              </a:lvl3pPr>
              <a:lvl4pPr algn="l">
                <a:defRPr sz="932" b="1">
                  <a:solidFill>
                    <a:srgbClr val="000000"/>
                  </a:solidFill>
                  <a:latin typeface="Arial"/>
                  <a:ea typeface="Arial"/>
                  <a:cs typeface="Arial"/>
                </a:defRPr>
              </a:lvl4pPr>
              <a:lvl5pPr algn="l">
                <a:defRPr sz="932" b="1">
                  <a:solidFill>
                    <a:srgbClr val="000000"/>
                  </a:solidFill>
                  <a:latin typeface="Arial"/>
                  <a:ea typeface="Arial"/>
                  <a:cs typeface="Arial"/>
                </a:defRPr>
              </a:lvl5pPr>
              <a:lvl6pPr algn="l">
                <a:defRPr sz="932" b="1">
                  <a:solidFill>
                    <a:srgbClr val="000000"/>
                  </a:solidFill>
                  <a:latin typeface="Arial"/>
                  <a:ea typeface="Arial"/>
                  <a:cs typeface="Arial"/>
                </a:defRPr>
              </a:lvl6pPr>
              <a:lvl7pPr algn="l">
                <a:defRPr sz="932" b="1">
                  <a:solidFill>
                    <a:srgbClr val="000000"/>
                  </a:solidFill>
                  <a:latin typeface="Arial"/>
                  <a:ea typeface="Arial"/>
                  <a:cs typeface="Arial"/>
                </a:defRPr>
              </a:lvl7pPr>
              <a:lvl8pPr algn="l">
                <a:defRPr sz="932" b="1">
                  <a:solidFill>
                    <a:srgbClr val="000000"/>
                  </a:solidFill>
                  <a:latin typeface="Arial"/>
                  <a:ea typeface="Arial"/>
                  <a:cs typeface="Arial"/>
                </a:defRPr>
              </a:lvl8pPr>
              <a:lvl9pPr algn="l">
                <a:defRPr sz="932" b="1">
                  <a:solidFill>
                    <a:srgbClr val="000000"/>
                  </a:solidFill>
                  <a:latin typeface="Arial"/>
                  <a:ea typeface="Arial"/>
                  <a:cs typeface="Arial"/>
                </a:defRPr>
              </a:lvl9pPr>
            </a:lstStyle>
            <a:p>
              <a:pPr algn="l">
                <a:defRPr sz="932" b="1">
                  <a:solidFill>
                    <a:srgbClr val="000000"/>
                  </a:solidFill>
                  <a:latin typeface="Arial"/>
                  <a:ea typeface="Arial"/>
                  <a:cs typeface="Arial"/>
                </a:defRPr>
              </a:pPr>
              <a:r>
                <a:rPr sz="932" b="1">
                  <a:solidFill>
                    <a:srgbClr val="000000"/>
                  </a:solidFill>
                  <a:latin typeface="Arial"/>
                  <a:ea typeface="Arial"/>
                  <a:cs typeface="Arial"/>
                </a:rPr>
                <a:t>RG-P</a:t>
              </a:r>
            </a:p>
          </p:txBody>
        </p:sp>
        <p:pic>
          <p:nvPicPr>
            <p:cNvPr id="232" name="">
              <a:extLst>
                <a:ext uri="{FF2B5EF4-FFF2-40B4-BE49-F238E27FC236}">
                  <ns2:creationId id="{5398122F-2ECF-4D5F-9106-57EC8DE80AC9}"/>
                </a:ext>
              </a:extLst>
            </p:cNvPr>
            <p:cNvPicPr>
              <a:picLocks noChangeAspect="1"/>
            </p:cNvPicPr>
            <p:nvPr/>
          </p:nvPicPr>
          <p:blipFill>
            <a:blip r:embed="rId50001"/>
            <a:stretch/>
          </p:blipFill>
          <p:spPr>
            <a:xfrm>
              <a:off x="1266825" y="409575"/>
              <a:ext cx="6004179" cy="680085"/>
            </a:xfrm>
            <a:prstGeom prst="rect">
              <a:avLst/>
            </a:prstGeom>
          </p:spPr>
        </p:pic>
        <p:sp>
          <p:nvSpPr>
            <p:cNvPr id="233" name="line_076">
              <a:extLst>
                <a:ext uri="{FF2B5EF4-FFF2-40B4-BE49-F238E27FC236}">
                  <ns2:creationId id="{297CE8D5-059E-4F81-865B-4082B7601DF0}"/>
                </a:ext>
              </a:extLst>
            </p:cNvPr>
            <p:cNvSpPr>
              <a:spLocks noGrp="1"/>
            </p:cNvSpPr>
            <p:nvPr/>
          </p:nvSpPr>
          <p:spPr>
            <a:xfrm>
              <a:off x="4969403" y="409575"/>
              <a:ext cx="97" cy="680085"/>
            </a:xfrm>
            <a:custGeom>
              <a:pathLst>
                <a:path w="95" h="666750">
                  <a:moveTo>
                    <a:pt x="0" y="0"/>
                  </a:moveTo>
                  <a:lnTo>
                    <a:pt x="0" y="666750"/>
                  </a:lnTo>
                </a:path>
              </a:pathLst>
            </a:custGeom>
            <a:noFill/>
            <a:ln w="5918">
              <a:solidFill>
                <a:srgbClr val="263238"/>
              </a:solidFill>
              <a:prstDash val="dash"/>
            </a:ln>
          </p:spPr>
        </p:sp>
        <p:sp>
          <p:nvSpPr>
            <p:cNvPr id="234" name="rect_077">
              <a:extLst>
                <a:ext uri="{FF2B5EF4-FFF2-40B4-BE49-F238E27FC236}">
                  <ns2:creationId id="{B678553D-9039-4FC4-816D-21DB1B8AF8CD}"/>
                </a:ext>
              </a:extLst>
            </p:cNvPr>
            <p:cNvSpPr>
              <a:spLocks noGrp="1"/>
            </p:cNvSpPr>
            <p:nvPr/>
          </p:nvSpPr>
          <p:spPr>
            <a:xfrm>
              <a:off x="1266825" y="409575"/>
              <a:ext cx="6004179" cy="680085"/>
            </a:xfrm>
            <a:prstGeom prst="rect">
              <a:avLst/>
            </a:prstGeom>
            <a:noFill/>
            <a:ln w="4143">
              <a:solidFill>
                <a:srgbClr val="7B8790"/>
              </a:solidFill>
              <a:prstDash val="solid"/>
            </a:ln>
          </p:spPr>
        </p:sp>
        <p:sp>
          <p:nvSpPr>
            <p:cNvPr id="235" name="text_078">
              <a:extLst>
                <a:ext uri="{FF2B5EF4-FFF2-40B4-BE49-F238E27FC236}">
                  <ns2:creationId id="{02C5B329-8E4C-4174-8E81-67232211D89A}"/>
                </a:ext>
              </a:extLst>
            </p:cNvPr>
            <p:cNvSpPr>
              <a:spLocks noGrp="1"/>
            </p:cNvSpPr>
            <p:nvPr/>
          </p:nvSpPr>
          <p:spPr>
            <a:xfrm>
              <a:off x="887920" y="992505"/>
              <a:ext cx="320612" cy="204026"/>
            </a:xfrm>
            <a:prstGeom prst="rect">
              <a:avLst/>
            </a:prstGeom>
            <a:noFill/>
            <a:ln w="0">
              <a:noFill/>
              <a:prstDash val="solid"/>
            </a:ln>
          </p:spPr>
          <p:txBody>
            <a:bodyPr wrap="none" lIns="0" tIns="0" rIns="0" bIns="0" anchor="t">
              <a:noAutofit/>
            </a:bodyPr>
            <a:lstStyle>
              <a:defPPr algn="r">
                <a:defRPr sz="699" b="0">
                  <a:solidFill>
                    <a:srgbClr val="000000"/>
                  </a:solidFill>
                  <a:latin typeface="Arial"/>
                  <a:ea typeface="Arial"/>
                  <a:cs typeface="Arial"/>
                </a:defRPr>
              </a:defPPr>
              <a:lvl1pPr algn="r">
                <a:defRPr sz="699" b="0">
                  <a:solidFill>
                    <a:srgbClr val="000000"/>
                  </a:solidFill>
                  <a:latin typeface="Arial"/>
                  <a:ea typeface="Arial"/>
                  <a:cs typeface="Arial"/>
                </a:defRPr>
              </a:lvl1pPr>
              <a:lvl2pPr algn="r">
                <a:defRPr sz="699" b="0">
                  <a:solidFill>
                    <a:srgbClr val="000000"/>
                  </a:solidFill>
                  <a:latin typeface="Arial"/>
                  <a:ea typeface="Arial"/>
                  <a:cs typeface="Arial"/>
                </a:defRPr>
              </a:lvl2pPr>
              <a:lvl3pPr algn="r">
                <a:defRPr sz="699" b="0">
                  <a:solidFill>
                    <a:srgbClr val="000000"/>
                  </a:solidFill>
                  <a:latin typeface="Arial"/>
                  <a:ea typeface="Arial"/>
                  <a:cs typeface="Arial"/>
                </a:defRPr>
              </a:lvl3pPr>
              <a:lvl4pPr algn="r">
                <a:defRPr sz="699" b="0">
                  <a:solidFill>
                    <a:srgbClr val="000000"/>
                  </a:solidFill>
                  <a:latin typeface="Arial"/>
                  <a:ea typeface="Arial"/>
                  <a:cs typeface="Arial"/>
                </a:defRPr>
              </a:lvl4pPr>
              <a:lvl5pPr algn="r">
                <a:defRPr sz="699" b="0">
                  <a:solidFill>
                    <a:srgbClr val="000000"/>
                  </a:solidFill>
                  <a:latin typeface="Arial"/>
                  <a:ea typeface="Arial"/>
                  <a:cs typeface="Arial"/>
                </a:defRPr>
              </a:lvl5pPr>
              <a:lvl6pPr algn="r">
                <a:defRPr sz="699" b="0">
                  <a:solidFill>
                    <a:srgbClr val="000000"/>
                  </a:solidFill>
                  <a:latin typeface="Arial"/>
                  <a:ea typeface="Arial"/>
                  <a:cs typeface="Arial"/>
                </a:defRPr>
              </a:lvl6pPr>
              <a:lvl7pPr algn="r">
                <a:defRPr sz="699" b="0">
                  <a:solidFill>
                    <a:srgbClr val="000000"/>
                  </a:solidFill>
                  <a:latin typeface="Arial"/>
                  <a:ea typeface="Arial"/>
                  <a:cs typeface="Arial"/>
                </a:defRPr>
              </a:lvl7pPr>
              <a:lvl8pPr algn="r">
                <a:defRPr sz="699" b="0">
                  <a:solidFill>
                    <a:srgbClr val="000000"/>
                  </a:solidFill>
                  <a:latin typeface="Arial"/>
                  <a:ea typeface="Arial"/>
                  <a:cs typeface="Arial"/>
                </a:defRPr>
              </a:lvl8pPr>
              <a:lvl9pPr algn="r">
                <a:defRPr sz="699" b="0">
                  <a:solidFill>
                    <a:srgbClr val="000000"/>
                  </a:solidFill>
                  <a:latin typeface="Arial"/>
                  <a:ea typeface="Arial"/>
                  <a:cs typeface="Arial"/>
                </a:defRPr>
              </a:lvl9pPr>
            </a:lstStyle>
            <a:p>
              <a:pPr algn="r">
                <a:defRPr sz="699" b="0">
                  <a:solidFill>
                    <a:srgbClr val="000000"/>
                  </a:solidFill>
                  <a:latin typeface="Arial"/>
                  <a:ea typeface="Arial"/>
                  <a:cs typeface="Arial"/>
                </a:defRPr>
              </a:pPr>
              <a:r>
                <a:rPr sz="699" b="0">
                  <a:solidFill>
                    <a:srgbClr val="000000"/>
                  </a:solidFill>
                  <a:latin typeface="Arial"/>
                  <a:ea typeface="Arial"/>
                  <a:cs typeface="Arial"/>
                </a:rPr>
                <a:t>0</a:t>
              </a:r>
            </a:p>
          </p:txBody>
        </p:sp>
        <p:sp>
          <p:nvSpPr>
            <p:cNvPr id="236" name="text_079">
              <a:extLst>
                <a:ext uri="{FF2B5EF4-FFF2-40B4-BE49-F238E27FC236}">
                  <ns2:creationId id="{EBCCB282-8E4A-4A41-83A4-A9102E2B09AE}"/>
                </a:ext>
              </a:extLst>
            </p:cNvPr>
            <p:cNvSpPr>
              <a:spLocks noGrp="1"/>
            </p:cNvSpPr>
            <p:nvPr/>
          </p:nvSpPr>
          <p:spPr>
            <a:xfrm>
              <a:off x="887920" y="312420"/>
              <a:ext cx="320612" cy="204026"/>
            </a:xfrm>
            <a:prstGeom prst="rect">
              <a:avLst/>
            </a:prstGeom>
            <a:noFill/>
            <a:ln w="0">
              <a:noFill/>
              <a:prstDash val="solid"/>
            </a:ln>
          </p:spPr>
          <p:txBody>
            <a:bodyPr wrap="none" lIns="0" tIns="0" rIns="0" bIns="0" anchor="t">
              <a:noAutofit/>
            </a:bodyPr>
            <a:lstStyle>
              <a:defPPr algn="r">
                <a:defRPr sz="699" b="0">
                  <a:solidFill>
                    <a:srgbClr val="000000"/>
                  </a:solidFill>
                  <a:latin typeface="Arial"/>
                  <a:ea typeface="Arial"/>
                  <a:cs typeface="Arial"/>
                </a:defRPr>
              </a:defPPr>
              <a:lvl1pPr algn="r">
                <a:defRPr sz="699" b="0">
                  <a:solidFill>
                    <a:srgbClr val="000000"/>
                  </a:solidFill>
                  <a:latin typeface="Arial"/>
                  <a:ea typeface="Arial"/>
                  <a:cs typeface="Arial"/>
                </a:defRPr>
              </a:lvl1pPr>
              <a:lvl2pPr algn="r">
                <a:defRPr sz="699" b="0">
                  <a:solidFill>
                    <a:srgbClr val="000000"/>
                  </a:solidFill>
                  <a:latin typeface="Arial"/>
                  <a:ea typeface="Arial"/>
                  <a:cs typeface="Arial"/>
                </a:defRPr>
              </a:lvl2pPr>
              <a:lvl3pPr algn="r">
                <a:defRPr sz="699" b="0">
                  <a:solidFill>
                    <a:srgbClr val="000000"/>
                  </a:solidFill>
                  <a:latin typeface="Arial"/>
                  <a:ea typeface="Arial"/>
                  <a:cs typeface="Arial"/>
                </a:defRPr>
              </a:lvl3pPr>
              <a:lvl4pPr algn="r">
                <a:defRPr sz="699" b="0">
                  <a:solidFill>
                    <a:srgbClr val="000000"/>
                  </a:solidFill>
                  <a:latin typeface="Arial"/>
                  <a:ea typeface="Arial"/>
                  <a:cs typeface="Arial"/>
                </a:defRPr>
              </a:lvl4pPr>
              <a:lvl5pPr algn="r">
                <a:defRPr sz="699" b="0">
                  <a:solidFill>
                    <a:srgbClr val="000000"/>
                  </a:solidFill>
                  <a:latin typeface="Arial"/>
                  <a:ea typeface="Arial"/>
                  <a:cs typeface="Arial"/>
                </a:defRPr>
              </a:lvl5pPr>
              <a:lvl6pPr algn="r">
                <a:defRPr sz="699" b="0">
                  <a:solidFill>
                    <a:srgbClr val="000000"/>
                  </a:solidFill>
                  <a:latin typeface="Arial"/>
                  <a:ea typeface="Arial"/>
                  <a:cs typeface="Arial"/>
                </a:defRPr>
              </a:lvl6pPr>
              <a:lvl7pPr algn="r">
                <a:defRPr sz="699" b="0">
                  <a:solidFill>
                    <a:srgbClr val="000000"/>
                  </a:solidFill>
                  <a:latin typeface="Arial"/>
                  <a:ea typeface="Arial"/>
                  <a:cs typeface="Arial"/>
                </a:defRPr>
              </a:lvl7pPr>
              <a:lvl8pPr algn="r">
                <a:defRPr sz="699" b="0">
                  <a:solidFill>
                    <a:srgbClr val="000000"/>
                  </a:solidFill>
                  <a:latin typeface="Arial"/>
                  <a:ea typeface="Arial"/>
                  <a:cs typeface="Arial"/>
                </a:defRPr>
              </a:lvl8pPr>
              <a:lvl9pPr algn="r">
                <a:defRPr sz="699" b="0">
                  <a:solidFill>
                    <a:srgbClr val="000000"/>
                  </a:solidFill>
                  <a:latin typeface="Arial"/>
                  <a:ea typeface="Arial"/>
                  <a:cs typeface="Arial"/>
                </a:defRPr>
              </a:lvl9pPr>
            </a:lstStyle>
            <a:p>
              <a:pPr algn="r">
                <a:defRPr sz="699" b="0">
                  <a:solidFill>
                    <a:srgbClr val="000000"/>
                  </a:solidFill>
                  <a:latin typeface="Arial"/>
                  <a:ea typeface="Arial"/>
                  <a:cs typeface="Arial"/>
                </a:defRPr>
              </a:pPr>
              <a:r>
                <a:rPr sz="699" b="0">
                  <a:solidFill>
                    <a:srgbClr val="000000"/>
                  </a:solidFill>
                  <a:latin typeface="Arial"/>
                  <a:ea typeface="Arial"/>
                  <a:cs typeface="Arial"/>
                </a:rPr>
                <a:t>1</a:t>
              </a:r>
            </a:p>
          </p:txBody>
        </p:sp>
        <p:sp>
          <p:nvSpPr>
            <p:cNvPr id="237" name="wildfire_P_3_exact_anchor">
              <a:extLst>
                <a:ext uri="{FF2B5EF4-FFF2-40B4-BE49-F238E27FC236}">
                  <ns2:creationId id="{9904228B-620A-4E07-A880-732E6BBC7DF0}"/>
                </a:ext>
              </a:extLst>
            </p:cNvPr>
            <p:cNvSpPr>
              <a:spLocks noGrp="1"/>
            </p:cNvSpPr>
            <p:nvPr/>
          </p:nvSpPr>
          <p:spPr>
            <a:xfrm>
              <a:off x="4930541" y="919333"/>
              <a:ext cx="77724" cy="77724"/>
            </a:xfrm>
            <a:prstGeom prst="ellipse">
              <a:avLst/>
            </a:prstGeom>
            <a:solidFill>
              <a:srgbClr val="FFFFFF"/>
            </a:solidFill>
            <a:ln w="10653">
              <a:solidFill>
                <a:srgbClr val="0072B2"/>
              </a:solidFill>
              <a:prstDash val="solid"/>
            </a:ln>
          </p:spPr>
        </p:sp>
        <p:sp>
          <p:nvSpPr>
            <p:cNvPr id="238" name="wildfire_P_48_exact_anchor">
              <a:extLst>
                <a:ext uri="{FF2B5EF4-FFF2-40B4-BE49-F238E27FC236}">
                  <ns2:creationId id="{2EE65550-3A5B-43DE-8749-FBA2E65F5BC6}"/>
                </a:ext>
              </a:extLst>
            </p:cNvPr>
            <p:cNvSpPr>
              <a:spLocks noGrp="1"/>
            </p:cNvSpPr>
            <p:nvPr/>
          </p:nvSpPr>
          <p:spPr>
            <a:xfrm>
              <a:off x="4930541" y="685560"/>
              <a:ext cx="77724" cy="77724"/>
            </a:xfrm>
            <a:prstGeom prst="ellipse">
              <a:avLst/>
            </a:prstGeom>
            <a:solidFill>
              <a:srgbClr val="FFFFFF"/>
            </a:solidFill>
            <a:ln w="10653">
              <a:solidFill>
                <a:srgbClr val="D55E00"/>
              </a:solidFill>
              <a:prstDash val="solid"/>
            </a:ln>
          </p:spPr>
        </p:sp>
        <p:sp>
          <p:nvSpPr>
            <p:cNvPr id="239" name="wildfire_P_52_exact_anchor">
              <a:extLst>
                <a:ext uri="{FF2B5EF4-FFF2-40B4-BE49-F238E27FC236}">
                  <ns2:creationId id="{64100E6A-273F-4404-A2E8-606114936761}"/>
                </a:ext>
              </a:extLst>
            </p:cNvPr>
            <p:cNvSpPr>
              <a:spLocks noGrp="1"/>
            </p:cNvSpPr>
            <p:nvPr/>
          </p:nvSpPr>
          <p:spPr>
            <a:xfrm>
              <a:off x="4930541" y="677352"/>
              <a:ext cx="77724" cy="77724"/>
            </a:xfrm>
            <a:prstGeom prst="ellipse">
              <a:avLst/>
            </a:prstGeom>
            <a:solidFill>
              <a:srgbClr val="FFFFFF"/>
            </a:solidFill>
            <a:ln w="10653">
              <a:solidFill>
                <a:srgbClr val="009E73"/>
              </a:solidFill>
              <a:prstDash val="solid"/>
            </a:ln>
          </p:spPr>
        </p:sp>
        <p:pic>
          <p:nvPicPr>
            <p:cNvPr id="240" name="">
              <a:extLst>
                <a:ext uri="{FF2B5EF4-FFF2-40B4-BE49-F238E27FC236}">
                  <ns2:creationId id="{39C48359-BDE7-4E22-8EAA-BF7C213BF4C7}"/>
                </a:ext>
              </a:extLst>
            </p:cNvPr>
            <p:cNvPicPr>
              <a:picLocks noChangeAspect="1"/>
            </p:cNvPicPr>
            <p:nvPr/>
          </p:nvPicPr>
          <p:blipFill>
            <a:blip r:embed="rId50002"/>
            <a:stretch/>
          </p:blipFill>
          <p:spPr>
            <a:xfrm>
              <a:off x="7886700" y="409575"/>
              <a:ext cx="3847338" cy="680085"/>
            </a:xfrm>
            <a:prstGeom prst="rect">
              <a:avLst/>
            </a:prstGeom>
          </p:spPr>
        </p:pic>
        <p:sp>
          <p:nvSpPr>
            <p:cNvPr id="241" name="line_086">
              <a:extLst>
                <a:ext uri="{FF2B5EF4-FFF2-40B4-BE49-F238E27FC236}">
                  <ns2:creationId id="{1453586D-44B0-4DB2-B599-3B58DDE21A28}"/>
                </a:ext>
              </a:extLst>
            </p:cNvPr>
            <p:cNvSpPr>
              <a:spLocks noGrp="1"/>
            </p:cNvSpPr>
            <p:nvPr/>
          </p:nvSpPr>
          <p:spPr>
            <a:xfrm>
              <a:off x="9810369" y="409575"/>
              <a:ext cx="97" cy="680085"/>
            </a:xfrm>
            <a:custGeom>
              <a:pathLst>
                <a:path w="95" h="666750">
                  <a:moveTo>
                    <a:pt x="0" y="0"/>
                  </a:moveTo>
                  <a:lnTo>
                    <a:pt x="0" y="666750"/>
                  </a:lnTo>
                </a:path>
              </a:pathLst>
            </a:custGeom>
            <a:noFill/>
            <a:ln w="5918">
              <a:solidFill>
                <a:srgbClr val="263238"/>
              </a:solidFill>
              <a:prstDash val="dash"/>
            </a:ln>
          </p:spPr>
        </p:sp>
        <p:sp>
          <p:nvSpPr>
            <p:cNvPr id="242" name="rect_087">
              <a:extLst>
                <a:ext uri="{FF2B5EF4-FFF2-40B4-BE49-F238E27FC236}">
                  <ns2:creationId id="{CC3829C7-951D-4634-9900-0B896C91E53E}"/>
                </a:ext>
              </a:extLst>
            </p:cNvPr>
            <p:cNvSpPr>
              <a:spLocks noGrp="1"/>
            </p:cNvSpPr>
            <p:nvPr/>
          </p:nvSpPr>
          <p:spPr>
            <a:xfrm>
              <a:off x="7886700" y="409575"/>
              <a:ext cx="3847338" cy="680085"/>
            </a:xfrm>
            <a:prstGeom prst="rect">
              <a:avLst/>
            </a:prstGeom>
            <a:noFill/>
            <a:ln w="4143">
              <a:solidFill>
                <a:srgbClr val="7B8790"/>
              </a:solidFill>
              <a:prstDash val="solid"/>
            </a:ln>
          </p:spPr>
        </p:sp>
        <p:sp>
          <p:nvSpPr>
            <p:cNvPr id="243" name="text_088">
              <a:extLst>
                <a:ext uri="{FF2B5EF4-FFF2-40B4-BE49-F238E27FC236}">
                  <ns2:creationId id="{CE6FD94A-6EDA-48A2-BFD6-67440AF5FC07}"/>
                </a:ext>
              </a:extLst>
            </p:cNvPr>
            <p:cNvSpPr>
              <a:spLocks noGrp="1"/>
            </p:cNvSpPr>
            <p:nvPr/>
          </p:nvSpPr>
          <p:spPr>
            <a:xfrm>
              <a:off x="7507796" y="992505"/>
              <a:ext cx="320612" cy="204026"/>
            </a:xfrm>
            <a:prstGeom prst="rect">
              <a:avLst/>
            </a:prstGeom>
            <a:noFill/>
            <a:ln w="0">
              <a:noFill/>
              <a:prstDash val="solid"/>
            </a:ln>
          </p:spPr>
          <p:txBody>
            <a:bodyPr wrap="none" lIns="0" tIns="0" rIns="0" bIns="0" anchor="t">
              <a:noAutofit/>
            </a:bodyPr>
            <a:lstStyle>
              <a:defPPr algn="r">
                <a:defRPr sz="699" b="0">
                  <a:solidFill>
                    <a:srgbClr val="000000"/>
                  </a:solidFill>
                  <a:latin typeface="Arial"/>
                  <a:ea typeface="Arial"/>
                  <a:cs typeface="Arial"/>
                </a:defRPr>
              </a:defPPr>
              <a:lvl1pPr algn="r">
                <a:defRPr sz="699" b="0">
                  <a:solidFill>
                    <a:srgbClr val="000000"/>
                  </a:solidFill>
                  <a:latin typeface="Arial"/>
                  <a:ea typeface="Arial"/>
                  <a:cs typeface="Arial"/>
                </a:defRPr>
              </a:lvl1pPr>
              <a:lvl2pPr algn="r">
                <a:defRPr sz="699" b="0">
                  <a:solidFill>
                    <a:srgbClr val="000000"/>
                  </a:solidFill>
                  <a:latin typeface="Arial"/>
                  <a:ea typeface="Arial"/>
                  <a:cs typeface="Arial"/>
                </a:defRPr>
              </a:lvl2pPr>
              <a:lvl3pPr algn="r">
                <a:defRPr sz="699" b="0">
                  <a:solidFill>
                    <a:srgbClr val="000000"/>
                  </a:solidFill>
                  <a:latin typeface="Arial"/>
                  <a:ea typeface="Arial"/>
                  <a:cs typeface="Arial"/>
                </a:defRPr>
              </a:lvl3pPr>
              <a:lvl4pPr algn="r">
                <a:defRPr sz="699" b="0">
                  <a:solidFill>
                    <a:srgbClr val="000000"/>
                  </a:solidFill>
                  <a:latin typeface="Arial"/>
                  <a:ea typeface="Arial"/>
                  <a:cs typeface="Arial"/>
                </a:defRPr>
              </a:lvl4pPr>
              <a:lvl5pPr algn="r">
                <a:defRPr sz="699" b="0">
                  <a:solidFill>
                    <a:srgbClr val="000000"/>
                  </a:solidFill>
                  <a:latin typeface="Arial"/>
                  <a:ea typeface="Arial"/>
                  <a:cs typeface="Arial"/>
                </a:defRPr>
              </a:lvl5pPr>
              <a:lvl6pPr algn="r">
                <a:defRPr sz="699" b="0">
                  <a:solidFill>
                    <a:srgbClr val="000000"/>
                  </a:solidFill>
                  <a:latin typeface="Arial"/>
                  <a:ea typeface="Arial"/>
                  <a:cs typeface="Arial"/>
                </a:defRPr>
              </a:lvl6pPr>
              <a:lvl7pPr algn="r">
                <a:defRPr sz="699" b="0">
                  <a:solidFill>
                    <a:srgbClr val="000000"/>
                  </a:solidFill>
                  <a:latin typeface="Arial"/>
                  <a:ea typeface="Arial"/>
                  <a:cs typeface="Arial"/>
                </a:defRPr>
              </a:lvl7pPr>
              <a:lvl8pPr algn="r">
                <a:defRPr sz="699" b="0">
                  <a:solidFill>
                    <a:srgbClr val="000000"/>
                  </a:solidFill>
                  <a:latin typeface="Arial"/>
                  <a:ea typeface="Arial"/>
                  <a:cs typeface="Arial"/>
                </a:defRPr>
              </a:lvl8pPr>
              <a:lvl9pPr algn="r">
                <a:defRPr sz="699" b="0">
                  <a:solidFill>
                    <a:srgbClr val="000000"/>
                  </a:solidFill>
                  <a:latin typeface="Arial"/>
                  <a:ea typeface="Arial"/>
                  <a:cs typeface="Arial"/>
                </a:defRPr>
              </a:lvl9pPr>
            </a:lstStyle>
            <a:p>
              <a:pPr algn="r">
                <a:defRPr sz="699" b="0">
                  <a:solidFill>
                    <a:srgbClr val="000000"/>
                  </a:solidFill>
                  <a:latin typeface="Arial"/>
                  <a:ea typeface="Arial"/>
                  <a:cs typeface="Arial"/>
                </a:defRPr>
              </a:pPr>
              <a:r>
                <a:rPr sz="699" b="0">
                  <a:solidFill>
                    <a:srgbClr val="000000"/>
                  </a:solidFill>
                  <a:latin typeface="Arial"/>
                  <a:ea typeface="Arial"/>
                  <a:cs typeface="Arial"/>
                </a:rPr>
                <a:t>0.10</a:t>
              </a:r>
            </a:p>
          </p:txBody>
        </p:sp>
        <p:sp>
          <p:nvSpPr>
            <p:cNvPr id="244" name="text_089">
              <a:extLst>
                <a:ext uri="{FF2B5EF4-FFF2-40B4-BE49-F238E27FC236}">
                  <ns2:creationId id="{328CAAB9-F3B5-4907-BBA9-477627FE5B50}"/>
                </a:ext>
              </a:extLst>
            </p:cNvPr>
            <p:cNvSpPr>
              <a:spLocks noGrp="1"/>
            </p:cNvSpPr>
            <p:nvPr/>
          </p:nvSpPr>
          <p:spPr>
            <a:xfrm>
              <a:off x="7507796" y="312420"/>
              <a:ext cx="320612" cy="204026"/>
            </a:xfrm>
            <a:prstGeom prst="rect">
              <a:avLst/>
            </a:prstGeom>
            <a:noFill/>
            <a:ln w="0">
              <a:noFill/>
              <a:prstDash val="solid"/>
            </a:ln>
          </p:spPr>
          <p:txBody>
            <a:bodyPr wrap="none" lIns="0" tIns="0" rIns="0" bIns="0" anchor="t">
              <a:noAutofit/>
            </a:bodyPr>
            <a:lstStyle>
              <a:defPPr algn="r">
                <a:defRPr sz="699" b="0">
                  <a:solidFill>
                    <a:srgbClr val="000000"/>
                  </a:solidFill>
                  <a:latin typeface="Arial"/>
                  <a:ea typeface="Arial"/>
                  <a:cs typeface="Arial"/>
                </a:defRPr>
              </a:defPPr>
              <a:lvl1pPr algn="r">
                <a:defRPr sz="699" b="0">
                  <a:solidFill>
                    <a:srgbClr val="000000"/>
                  </a:solidFill>
                  <a:latin typeface="Arial"/>
                  <a:ea typeface="Arial"/>
                  <a:cs typeface="Arial"/>
                </a:defRPr>
              </a:lvl1pPr>
              <a:lvl2pPr algn="r">
                <a:defRPr sz="699" b="0">
                  <a:solidFill>
                    <a:srgbClr val="000000"/>
                  </a:solidFill>
                  <a:latin typeface="Arial"/>
                  <a:ea typeface="Arial"/>
                  <a:cs typeface="Arial"/>
                </a:defRPr>
              </a:lvl2pPr>
              <a:lvl3pPr algn="r">
                <a:defRPr sz="699" b="0">
                  <a:solidFill>
                    <a:srgbClr val="000000"/>
                  </a:solidFill>
                  <a:latin typeface="Arial"/>
                  <a:ea typeface="Arial"/>
                  <a:cs typeface="Arial"/>
                </a:defRPr>
              </a:lvl3pPr>
              <a:lvl4pPr algn="r">
                <a:defRPr sz="699" b="0">
                  <a:solidFill>
                    <a:srgbClr val="000000"/>
                  </a:solidFill>
                  <a:latin typeface="Arial"/>
                  <a:ea typeface="Arial"/>
                  <a:cs typeface="Arial"/>
                </a:defRPr>
              </a:lvl4pPr>
              <a:lvl5pPr algn="r">
                <a:defRPr sz="699" b="0">
                  <a:solidFill>
                    <a:srgbClr val="000000"/>
                  </a:solidFill>
                  <a:latin typeface="Arial"/>
                  <a:ea typeface="Arial"/>
                  <a:cs typeface="Arial"/>
                </a:defRPr>
              </a:lvl5pPr>
              <a:lvl6pPr algn="r">
                <a:defRPr sz="699" b="0">
                  <a:solidFill>
                    <a:srgbClr val="000000"/>
                  </a:solidFill>
                  <a:latin typeface="Arial"/>
                  <a:ea typeface="Arial"/>
                  <a:cs typeface="Arial"/>
                </a:defRPr>
              </a:lvl6pPr>
              <a:lvl7pPr algn="r">
                <a:defRPr sz="699" b="0">
                  <a:solidFill>
                    <a:srgbClr val="000000"/>
                  </a:solidFill>
                  <a:latin typeface="Arial"/>
                  <a:ea typeface="Arial"/>
                  <a:cs typeface="Arial"/>
                </a:defRPr>
              </a:lvl7pPr>
              <a:lvl8pPr algn="r">
                <a:defRPr sz="699" b="0">
                  <a:solidFill>
                    <a:srgbClr val="000000"/>
                  </a:solidFill>
                  <a:latin typeface="Arial"/>
                  <a:ea typeface="Arial"/>
                  <a:cs typeface="Arial"/>
                </a:defRPr>
              </a:lvl8pPr>
              <a:lvl9pPr algn="r">
                <a:defRPr sz="699" b="0">
                  <a:solidFill>
                    <a:srgbClr val="000000"/>
                  </a:solidFill>
                  <a:latin typeface="Arial"/>
                  <a:ea typeface="Arial"/>
                  <a:cs typeface="Arial"/>
                </a:defRPr>
              </a:lvl9pPr>
            </a:lstStyle>
            <a:p>
              <a:pPr algn="r">
                <a:defRPr sz="699" b="0">
                  <a:solidFill>
                    <a:srgbClr val="000000"/>
                  </a:solidFill>
                  <a:latin typeface="Arial"/>
                  <a:ea typeface="Arial"/>
                  <a:cs typeface="Arial"/>
                </a:defRPr>
              </a:pPr>
              <a:r>
                <a:rPr sz="699" b="0">
                  <a:solidFill>
                    <a:srgbClr val="000000"/>
                  </a:solidFill>
                  <a:latin typeface="Arial"/>
                  <a:ea typeface="Arial"/>
                  <a:cs typeface="Arial"/>
                </a:rPr>
                <a:t>0.75</a:t>
              </a:r>
            </a:p>
          </p:txBody>
        </p:sp>
        <p:sp>
          <p:nvSpPr>
            <p:cNvPr id="245" name="path_092">
              <a:extLst>
                <a:ext uri="{FF2B5EF4-FFF2-40B4-BE49-F238E27FC236}">
                  <ns2:creationId id="{B0E38D21-FAD1-414E-ABA7-6B7426371442}"/>
                </a:ext>
              </a:extLst>
            </p:cNvPr>
            <p:cNvSpPr>
              <a:spLocks noGrp="1"/>
            </p:cNvSpPr>
            <p:nvPr/>
          </p:nvSpPr>
          <p:spPr>
            <a:xfrm>
              <a:off x="8061579" y="818561"/>
              <a:ext cx="3497580" cy="201197"/>
            </a:xfrm>
            <a:custGeom>
              <a:pathLst>
                <a:path w="3429000" h="197252">
                  <a:moveTo>
                    <a:pt x="0" y="128335"/>
                  </a:moveTo>
                  <a:lnTo>
                    <a:pt x="342900" y="197252"/>
                  </a:lnTo>
                  <a:lnTo>
                    <a:pt x="685800" y="147638"/>
                  </a:lnTo>
                  <a:lnTo>
                    <a:pt x="1028700" y="115543"/>
                  </a:lnTo>
                  <a:lnTo>
                    <a:pt x="1371600" y="64365"/>
                  </a:lnTo>
                  <a:lnTo>
                    <a:pt x="1714500" y="171474"/>
                  </a:lnTo>
                  <a:lnTo>
                    <a:pt x="2057400" y="0"/>
                  </a:lnTo>
                  <a:lnTo>
                    <a:pt x="2400300" y="74260"/>
                  </a:lnTo>
                  <a:lnTo>
                    <a:pt x="2743200" y="148736"/>
                  </a:lnTo>
                  <a:lnTo>
                    <a:pt x="3086100" y="175215"/>
                  </a:lnTo>
                  <a:lnTo>
                    <a:pt x="3429000" y="195500"/>
                  </a:lnTo>
                </a:path>
              </a:pathLst>
            </a:custGeom>
            <a:noFill/>
            <a:ln w="17755">
              <a:solidFill>
                <a:srgbClr val="FFFFFF"/>
              </a:solidFill>
              <a:prstDash val="solid"/>
            </a:ln>
          </p:spPr>
        </p:sp>
        <p:sp>
          <p:nvSpPr>
            <p:cNvPr id="246" name="wildfire_P_track_3_trace">
              <a:extLst>
                <a:ext uri="{FF2B5EF4-FFF2-40B4-BE49-F238E27FC236}">
                  <ns2:creationId id="{C102D3EC-2DBD-4EC9-9BA8-F6AB7EAA45A1}"/>
                </a:ext>
              </a:extLst>
            </p:cNvPr>
            <p:cNvSpPr>
              <a:spLocks noGrp="1"/>
            </p:cNvSpPr>
            <p:nvPr/>
          </p:nvSpPr>
          <p:spPr>
            <a:xfrm>
              <a:off x="8061579" y="818561"/>
              <a:ext cx="3497580" cy="201197"/>
            </a:xfrm>
            <a:custGeom>
              <a:pathLst>
                <a:path w="3429000" h="197252">
                  <a:moveTo>
                    <a:pt x="0" y="128335"/>
                  </a:moveTo>
                  <a:lnTo>
                    <a:pt x="342900" y="197252"/>
                  </a:lnTo>
                  <a:lnTo>
                    <a:pt x="685800" y="147638"/>
                  </a:lnTo>
                  <a:lnTo>
                    <a:pt x="1028700" y="115543"/>
                  </a:lnTo>
                  <a:lnTo>
                    <a:pt x="1371600" y="64365"/>
                  </a:lnTo>
                  <a:lnTo>
                    <a:pt x="1714500" y="171474"/>
                  </a:lnTo>
                  <a:lnTo>
                    <a:pt x="2057400" y="0"/>
                  </a:lnTo>
                  <a:lnTo>
                    <a:pt x="2400300" y="74260"/>
                  </a:lnTo>
                  <a:lnTo>
                    <a:pt x="2743200" y="148736"/>
                  </a:lnTo>
                  <a:lnTo>
                    <a:pt x="3086100" y="175215"/>
                  </a:lnTo>
                  <a:lnTo>
                    <a:pt x="3429000" y="195500"/>
                  </a:lnTo>
                </a:path>
              </a:pathLst>
            </a:custGeom>
            <a:noFill/>
            <a:ln w="10653">
              <a:solidFill>
                <a:srgbClr val="0072B2"/>
              </a:solidFill>
              <a:prstDash val="solid"/>
            </a:ln>
          </p:spPr>
        </p:sp>
        <p:sp>
          <p:nvSpPr>
            <p:cNvPr id="247" name="wildfire_P_true_reference_3">
              <a:extLst>
                <a:ext uri="{FF2B5EF4-FFF2-40B4-BE49-F238E27FC236}">
                  <ns2:creationId id="{610DA25C-6958-4B7A-A924-897BF490E013}"/>
                </a:ext>
              </a:extLst>
            </p:cNvPr>
            <p:cNvSpPr>
              <a:spLocks noGrp="1"/>
            </p:cNvSpPr>
            <p:nvPr/>
          </p:nvSpPr>
          <p:spPr>
            <a:xfrm>
              <a:off x="8061579" y="933454"/>
              <a:ext cx="3497580" cy="103526"/>
            </a:xfrm>
            <a:custGeom>
              <a:pathLst>
                <a:path w="3429000" h="101496">
                  <a:moveTo>
                    <a:pt x="0" y="83753"/>
                  </a:moveTo>
                  <a:lnTo>
                    <a:pt x="342900" y="84462"/>
                  </a:lnTo>
                  <a:lnTo>
                    <a:pt x="685800" y="83753"/>
                  </a:lnTo>
                  <a:lnTo>
                    <a:pt x="1028700" y="67428"/>
                  </a:lnTo>
                  <a:lnTo>
                    <a:pt x="1371600" y="75236"/>
                  </a:lnTo>
                  <a:lnTo>
                    <a:pt x="1714500" y="83753"/>
                  </a:lnTo>
                  <a:lnTo>
                    <a:pt x="2057400" y="0"/>
                  </a:lnTo>
                  <a:lnTo>
                    <a:pt x="2400300" y="59619"/>
                  </a:lnTo>
                  <a:lnTo>
                    <a:pt x="2743200" y="101496"/>
                  </a:lnTo>
                  <a:lnTo>
                    <a:pt x="3086100" y="68136"/>
                  </a:lnTo>
                  <a:lnTo>
                    <a:pt x="3429000" y="76653"/>
                  </a:lnTo>
                </a:path>
              </a:pathLst>
            </a:custGeom>
            <a:noFill/>
            <a:ln w="5918">
              <a:solidFill>
                <a:srgbClr val="0072B2"/>
              </a:solidFill>
              <a:prstDash val="dash"/>
            </a:ln>
          </p:spPr>
        </p:sp>
        <p:sp>
          <p:nvSpPr>
            <p:cNvPr id="248" name="wildfire_P_3_exact_anchor">
              <a:extLst>
                <a:ext uri="{FF2B5EF4-FFF2-40B4-BE49-F238E27FC236}">
                  <ns2:creationId id="{30862062-DCAD-4DB7-95A8-F6F0611884F0}"/>
                </a:ext>
              </a:extLst>
            </p:cNvPr>
            <p:cNvSpPr>
              <a:spLocks noGrp="1"/>
            </p:cNvSpPr>
            <p:nvPr/>
          </p:nvSpPr>
          <p:spPr>
            <a:xfrm>
              <a:off x="9771507" y="954603"/>
              <a:ext cx="77724" cy="77724"/>
            </a:xfrm>
            <a:prstGeom prst="ellipse">
              <a:avLst/>
            </a:prstGeom>
            <a:solidFill>
              <a:srgbClr val="FFFFFF"/>
            </a:solidFill>
            <a:ln w="10653">
              <a:solidFill>
                <a:srgbClr val="0072B2"/>
              </a:solidFill>
              <a:prstDash val="solid"/>
            </a:ln>
          </p:spPr>
        </p:sp>
        <p:sp>
          <p:nvSpPr>
            <p:cNvPr id="249" name="path_098">
              <a:extLst>
                <a:ext uri="{FF2B5EF4-FFF2-40B4-BE49-F238E27FC236}">
                  <ns2:creationId id="{99B838E2-5526-429C-9A39-FC2234D1E59A}"/>
                </a:ext>
              </a:extLst>
            </p:cNvPr>
            <p:cNvSpPr>
              <a:spLocks noGrp="1"/>
            </p:cNvSpPr>
            <p:nvPr/>
          </p:nvSpPr>
          <p:spPr>
            <a:xfrm>
              <a:off x="9110853" y="462399"/>
              <a:ext cx="2448306" cy="170454"/>
            </a:xfrm>
            <a:custGeom>
              <a:pathLst>
                <a:path w="2400300" h="167112">
                  <a:moveTo>
                    <a:pt x="0" y="6877"/>
                  </a:moveTo>
                  <a:lnTo>
                    <a:pt x="342900" y="136488"/>
                  </a:lnTo>
                  <a:lnTo>
                    <a:pt x="685800" y="167112"/>
                  </a:lnTo>
                  <a:lnTo>
                    <a:pt x="1028700" y="18674"/>
                  </a:lnTo>
                  <a:lnTo>
                    <a:pt x="1371600" y="15271"/>
                  </a:lnTo>
                  <a:lnTo>
                    <a:pt x="1714500" y="0"/>
                  </a:lnTo>
                  <a:lnTo>
                    <a:pt x="2057400" y="119168"/>
                  </a:lnTo>
                  <a:lnTo>
                    <a:pt x="2400300" y="143015"/>
                  </a:lnTo>
                </a:path>
              </a:pathLst>
            </a:custGeom>
            <a:noFill/>
            <a:ln w="17755">
              <a:solidFill>
                <a:srgbClr val="FFFFFF"/>
              </a:solidFill>
              <a:prstDash val="solid"/>
            </a:ln>
          </p:spPr>
        </p:sp>
        <p:sp>
          <p:nvSpPr>
            <p:cNvPr id="250" name="wildfire_P_track_48_trace">
              <a:extLst>
                <a:ext uri="{FF2B5EF4-FFF2-40B4-BE49-F238E27FC236}">
                  <ns2:creationId id="{89CB6B32-DD69-438A-BB2B-39113E66EF75}"/>
                </a:ext>
              </a:extLst>
            </p:cNvPr>
            <p:cNvSpPr>
              <a:spLocks noGrp="1"/>
            </p:cNvSpPr>
            <p:nvPr/>
          </p:nvSpPr>
          <p:spPr>
            <a:xfrm>
              <a:off x="9110853" y="462399"/>
              <a:ext cx="2448306" cy="170454"/>
            </a:xfrm>
            <a:custGeom>
              <a:pathLst>
                <a:path w="2400300" h="167112">
                  <a:moveTo>
                    <a:pt x="0" y="6877"/>
                  </a:moveTo>
                  <a:lnTo>
                    <a:pt x="342900" y="136488"/>
                  </a:lnTo>
                  <a:lnTo>
                    <a:pt x="685800" y="167112"/>
                  </a:lnTo>
                  <a:lnTo>
                    <a:pt x="1028700" y="18674"/>
                  </a:lnTo>
                  <a:lnTo>
                    <a:pt x="1371600" y="15271"/>
                  </a:lnTo>
                  <a:lnTo>
                    <a:pt x="1714500" y="0"/>
                  </a:lnTo>
                  <a:lnTo>
                    <a:pt x="2057400" y="119168"/>
                  </a:lnTo>
                  <a:lnTo>
                    <a:pt x="2400300" y="143015"/>
                  </a:lnTo>
                </a:path>
              </a:pathLst>
            </a:custGeom>
            <a:noFill/>
            <a:ln w="10653">
              <a:solidFill>
                <a:srgbClr val="D55E00"/>
              </a:solidFill>
              <a:prstDash val="solid"/>
            </a:ln>
          </p:spPr>
        </p:sp>
        <p:sp>
          <p:nvSpPr>
            <p:cNvPr id="251" name="wildfire_P_true_reference_48">
              <a:extLst>
                <a:ext uri="{FF2B5EF4-FFF2-40B4-BE49-F238E27FC236}">
                  <ns2:creationId id="{9ACBC3E4-9E09-4CB2-A3AB-C96E2ED3F4BF}"/>
                </a:ext>
              </a:extLst>
            </p:cNvPr>
            <p:cNvSpPr>
              <a:spLocks noGrp="1"/>
            </p:cNvSpPr>
            <p:nvPr/>
          </p:nvSpPr>
          <p:spPr>
            <a:xfrm>
              <a:off x="9110853" y="478066"/>
              <a:ext cx="2448306" cy="8687"/>
            </a:xfrm>
            <a:custGeom>
              <a:pathLst>
                <a:path w="2400300" h="8517">
                  <a:moveTo>
                    <a:pt x="0" y="0"/>
                  </a:moveTo>
                  <a:lnTo>
                    <a:pt x="342900" y="0"/>
                  </a:lnTo>
                  <a:lnTo>
                    <a:pt x="685800" y="0"/>
                  </a:lnTo>
                  <a:lnTo>
                    <a:pt x="1028700" y="0"/>
                  </a:lnTo>
                  <a:lnTo>
                    <a:pt x="1371600" y="8517"/>
                  </a:lnTo>
                  <a:lnTo>
                    <a:pt x="1714500" y="0"/>
                  </a:lnTo>
                  <a:lnTo>
                    <a:pt x="2057400" y="0"/>
                  </a:lnTo>
                  <a:lnTo>
                    <a:pt x="2400300" y="0"/>
                  </a:lnTo>
                </a:path>
              </a:pathLst>
            </a:custGeom>
            <a:noFill/>
            <a:ln w="5918">
              <a:solidFill>
                <a:srgbClr val="D55E00"/>
              </a:solidFill>
              <a:prstDash val="dash"/>
            </a:ln>
          </p:spPr>
        </p:sp>
        <p:sp>
          <p:nvSpPr>
            <p:cNvPr id="252" name="wildfire_P_48_exact_anchor">
              <a:extLst>
                <a:ext uri="{FF2B5EF4-FFF2-40B4-BE49-F238E27FC236}">
                  <ns2:creationId id="{4F83D95F-F3A1-4DFF-A91C-AFCF2DF2E56E}"/>
                </a:ext>
              </a:extLst>
            </p:cNvPr>
            <p:cNvSpPr>
              <a:spLocks noGrp="1"/>
            </p:cNvSpPr>
            <p:nvPr/>
          </p:nvSpPr>
          <p:spPr>
            <a:xfrm>
              <a:off x="9771507" y="593991"/>
              <a:ext cx="77724" cy="77724"/>
            </a:xfrm>
            <a:prstGeom prst="ellipse">
              <a:avLst/>
            </a:prstGeom>
            <a:solidFill>
              <a:srgbClr val="FFFFFF"/>
            </a:solidFill>
            <a:ln w="10653">
              <a:solidFill>
                <a:srgbClr val="D55E00"/>
              </a:solidFill>
              <a:prstDash val="solid"/>
            </a:ln>
          </p:spPr>
        </p:sp>
        <p:sp>
          <p:nvSpPr>
            <p:cNvPr id="253" name="path_104">
              <a:extLst>
                <a:ext uri="{FF2B5EF4-FFF2-40B4-BE49-F238E27FC236}">
                  <ns2:creationId id="{39AEC1A6-EAC7-48D8-8276-A7FDCE062F4A}"/>
                </a:ext>
              </a:extLst>
            </p:cNvPr>
            <p:cNvSpPr>
              <a:spLocks noGrp="1"/>
            </p:cNvSpPr>
            <p:nvPr/>
          </p:nvSpPr>
          <p:spPr>
            <a:xfrm>
              <a:off x="9460611" y="620190"/>
              <a:ext cx="699516" cy="280769"/>
            </a:xfrm>
            <a:custGeom>
              <a:pathLst>
                <a:path w="685800" h="275264">
                  <a:moveTo>
                    <a:pt x="0" y="275264"/>
                  </a:moveTo>
                  <a:lnTo>
                    <a:pt x="342900" y="0"/>
                  </a:lnTo>
                  <a:lnTo>
                    <a:pt x="685800" y="230109"/>
                  </a:lnTo>
                </a:path>
              </a:pathLst>
            </a:custGeom>
            <a:noFill/>
            <a:ln w="17755">
              <a:solidFill>
                <a:srgbClr val="FFFFFF"/>
              </a:solidFill>
              <a:prstDash val="solid"/>
            </a:ln>
          </p:spPr>
        </p:sp>
        <p:sp>
          <p:nvSpPr>
            <p:cNvPr id="254" name="wildfire_P_track_52_trace">
              <a:extLst>
                <a:ext uri="{FF2B5EF4-FFF2-40B4-BE49-F238E27FC236}">
                  <ns2:creationId id="{2EA98CCE-BE7A-4335-9940-93D011243F5C}"/>
                </a:ext>
              </a:extLst>
            </p:cNvPr>
            <p:cNvSpPr>
              <a:spLocks noGrp="1"/>
            </p:cNvSpPr>
            <p:nvPr/>
          </p:nvSpPr>
          <p:spPr>
            <a:xfrm>
              <a:off x="9460611" y="620190"/>
              <a:ext cx="699516" cy="280769"/>
            </a:xfrm>
            <a:custGeom>
              <a:pathLst>
                <a:path w="685800" h="275264">
                  <a:moveTo>
                    <a:pt x="0" y="275264"/>
                  </a:moveTo>
                  <a:lnTo>
                    <a:pt x="342900" y="0"/>
                  </a:lnTo>
                  <a:lnTo>
                    <a:pt x="685800" y="230109"/>
                  </a:lnTo>
                </a:path>
              </a:pathLst>
            </a:custGeom>
            <a:noFill/>
            <a:ln w="10653">
              <a:solidFill>
                <a:srgbClr val="009E73"/>
              </a:solidFill>
              <a:prstDash val="solid"/>
            </a:ln>
          </p:spPr>
        </p:sp>
        <p:sp>
          <p:nvSpPr>
            <p:cNvPr id="255" name="wildfire_P_true_reference_52">
              <a:extLst>
                <a:ext uri="{FF2B5EF4-FFF2-40B4-BE49-F238E27FC236}">
                  <ns2:creationId id="{19D9F92C-300C-4DFF-AD83-89E039A35F6B}"/>
                </a:ext>
              </a:extLst>
            </p:cNvPr>
            <p:cNvSpPr>
              <a:spLocks noGrp="1"/>
            </p:cNvSpPr>
            <p:nvPr/>
          </p:nvSpPr>
          <p:spPr>
            <a:xfrm>
              <a:off x="9460611" y="757492"/>
              <a:ext cx="699516" cy="97"/>
            </a:xfrm>
            <a:custGeom>
              <a:pathLst>
                <a:path w="685800" h="95">
                  <a:moveTo>
                    <a:pt x="0" y="0"/>
                  </a:moveTo>
                  <a:lnTo>
                    <a:pt x="342900" y="0"/>
                  </a:lnTo>
                  <a:lnTo>
                    <a:pt x="685800" y="0"/>
                  </a:lnTo>
                </a:path>
              </a:pathLst>
            </a:custGeom>
            <a:noFill/>
            <a:ln w="5918">
              <a:solidFill>
                <a:srgbClr val="009E73"/>
              </a:solidFill>
              <a:prstDash val="dash"/>
            </a:ln>
          </p:spPr>
        </p:sp>
        <p:sp>
          <p:nvSpPr>
            <p:cNvPr id="256" name="wildfire_P_52_exact_anchor">
              <a:extLst>
                <a:ext uri="{FF2B5EF4-FFF2-40B4-BE49-F238E27FC236}">
                  <ns2:creationId id="{95A58A93-C056-435B-8B3F-14817B85E026}"/>
                </a:ext>
              </a:extLst>
            </p:cNvPr>
            <p:cNvSpPr>
              <a:spLocks noGrp="1"/>
            </p:cNvSpPr>
            <p:nvPr/>
          </p:nvSpPr>
          <p:spPr>
            <a:xfrm>
              <a:off x="9771507" y="581328"/>
              <a:ext cx="77724" cy="77724"/>
            </a:xfrm>
            <a:prstGeom prst="ellipse">
              <a:avLst/>
            </a:prstGeom>
            <a:solidFill>
              <a:srgbClr val="FFFFFF"/>
            </a:solidFill>
            <a:ln w="10653">
              <a:solidFill>
                <a:srgbClr val="009E73"/>
              </a:solidFill>
              <a:prstDash val="solid"/>
            </a:ln>
          </p:spPr>
        </p:sp>
        <p:sp>
          <p:nvSpPr>
            <p:cNvPr id="257" name="rect_110">
              <a:extLst>
                <a:ext uri="{FF2B5EF4-FFF2-40B4-BE49-F238E27FC236}">
                  <ns2:creationId id="{9D197AE9-1D16-4092-BFB9-C2BA6925FF8A}"/>
                </a:ext>
              </a:extLst>
            </p:cNvPr>
            <p:cNvSpPr>
              <a:spLocks noGrp="1"/>
            </p:cNvSpPr>
            <p:nvPr/>
          </p:nvSpPr>
          <p:spPr>
            <a:xfrm>
              <a:off x="3868636" y="409575"/>
              <a:ext cx="2201532" cy="680085"/>
            </a:xfrm>
            <a:prstGeom prst="rect">
              <a:avLst/>
            </a:prstGeom>
            <a:noFill/>
            <a:ln w="7102">
              <a:solidFill>
                <a:srgbClr val="263238"/>
              </a:solidFill>
              <a:prstDash val="solid"/>
            </a:ln>
          </p:spPr>
        </p:sp>
        <p:sp>
          <p:nvSpPr>
            <p:cNvPr id="258" name="text_111">
              <a:extLst>
                <a:ext uri="{FF2B5EF4-FFF2-40B4-BE49-F238E27FC236}">
                  <ns2:creationId id="{484E251D-F240-4B89-B225-E9030BABB394}"/>
                </a:ext>
              </a:extLst>
            </p:cNvPr>
            <p:cNvSpPr>
              <a:spLocks noGrp="1"/>
            </p:cNvSpPr>
            <p:nvPr/>
          </p:nvSpPr>
          <p:spPr>
            <a:xfrm>
              <a:off x="114300" y="1352550"/>
              <a:ext cx="1057275" cy="247650"/>
            </a:xfrm>
            <a:prstGeom prst="rect">
              <a:avLst/>
            </a:prstGeom>
            <a:noFill/>
            <a:ln w="0">
              <a:noFill/>
              <a:prstDash val="solid"/>
            </a:ln>
          </p:spPr>
          <p:txBody>
            <a:bodyPr wrap="none" lIns="0" tIns="0" rIns="0" bIns="0" anchor="t">
              <a:noAutofit/>
            </a:bodyPr>
            <a:lstStyle>
              <a:defPPr algn="l">
                <a:defRPr sz="932" b="1">
                  <a:solidFill>
                    <a:srgbClr val="000000"/>
                  </a:solidFill>
                  <a:latin typeface="Arial"/>
                  <a:ea typeface="Arial"/>
                  <a:cs typeface="Arial"/>
                </a:defRPr>
              </a:defPPr>
              <a:lvl1pPr algn="l">
                <a:defRPr sz="932" b="1">
                  <a:solidFill>
                    <a:srgbClr val="000000"/>
                  </a:solidFill>
                  <a:latin typeface="Arial"/>
                  <a:ea typeface="Arial"/>
                  <a:cs typeface="Arial"/>
                </a:defRPr>
              </a:lvl1pPr>
              <a:lvl2pPr algn="l">
                <a:defRPr sz="932" b="1">
                  <a:solidFill>
                    <a:srgbClr val="000000"/>
                  </a:solidFill>
                  <a:latin typeface="Arial"/>
                  <a:ea typeface="Arial"/>
                  <a:cs typeface="Arial"/>
                </a:defRPr>
              </a:lvl2pPr>
              <a:lvl3pPr algn="l">
                <a:defRPr sz="932" b="1">
                  <a:solidFill>
                    <a:srgbClr val="000000"/>
                  </a:solidFill>
                  <a:latin typeface="Arial"/>
                  <a:ea typeface="Arial"/>
                  <a:cs typeface="Arial"/>
                </a:defRPr>
              </a:lvl3pPr>
              <a:lvl4pPr algn="l">
                <a:defRPr sz="932" b="1">
                  <a:solidFill>
                    <a:srgbClr val="000000"/>
                  </a:solidFill>
                  <a:latin typeface="Arial"/>
                  <a:ea typeface="Arial"/>
                  <a:cs typeface="Arial"/>
                </a:defRPr>
              </a:lvl4pPr>
              <a:lvl5pPr algn="l">
                <a:defRPr sz="932" b="1">
                  <a:solidFill>
                    <a:srgbClr val="000000"/>
                  </a:solidFill>
                  <a:latin typeface="Arial"/>
                  <a:ea typeface="Arial"/>
                  <a:cs typeface="Arial"/>
                </a:defRPr>
              </a:lvl5pPr>
              <a:lvl6pPr algn="l">
                <a:defRPr sz="932" b="1">
                  <a:solidFill>
                    <a:srgbClr val="000000"/>
                  </a:solidFill>
                  <a:latin typeface="Arial"/>
                  <a:ea typeface="Arial"/>
                  <a:cs typeface="Arial"/>
                </a:defRPr>
              </a:lvl6pPr>
              <a:lvl7pPr algn="l">
                <a:defRPr sz="932" b="1">
                  <a:solidFill>
                    <a:srgbClr val="000000"/>
                  </a:solidFill>
                  <a:latin typeface="Arial"/>
                  <a:ea typeface="Arial"/>
                  <a:cs typeface="Arial"/>
                </a:defRPr>
              </a:lvl7pPr>
              <a:lvl8pPr algn="l">
                <a:defRPr sz="932" b="1">
                  <a:solidFill>
                    <a:srgbClr val="000000"/>
                  </a:solidFill>
                  <a:latin typeface="Arial"/>
                  <a:ea typeface="Arial"/>
                  <a:cs typeface="Arial"/>
                </a:defRPr>
              </a:lvl8pPr>
              <a:lvl9pPr algn="l">
                <a:defRPr sz="932" b="1">
                  <a:solidFill>
                    <a:srgbClr val="000000"/>
                  </a:solidFill>
                  <a:latin typeface="Arial"/>
                  <a:ea typeface="Arial"/>
                  <a:cs typeface="Arial"/>
                </a:defRPr>
              </a:lvl9pPr>
            </a:lstStyle>
            <a:p>
              <a:pPr algn="l">
                <a:defRPr sz="932" b="1">
                  <a:solidFill>
                    <a:srgbClr val="000000"/>
                  </a:solidFill>
                  <a:latin typeface="Arial"/>
                  <a:ea typeface="Arial"/>
                  <a:cs typeface="Arial"/>
                </a:defRPr>
              </a:pPr>
              <a:r>
                <a:rPr sz="932" b="1">
                  <a:solidFill>
                    <a:srgbClr val="000000"/>
                  </a:solidFill>
                  <a:latin typeface="Arial"/>
                  <a:ea typeface="Arial"/>
                  <a:cs typeface="Arial"/>
                </a:rPr>
                <a:t>RG-R20</a:t>
              </a:r>
            </a:p>
          </p:txBody>
        </p:sp>
        <p:pic>
          <p:nvPicPr>
            <p:cNvPr id="259" name="">
              <a:extLst>
                <a:ext uri="{FF2B5EF4-FFF2-40B4-BE49-F238E27FC236}">
                  <ns2:creationId id="{B4695A5C-CF5A-4F78-9EC1-F7F4B462915F}"/>
                </a:ext>
              </a:extLst>
            </p:cNvPr>
            <p:cNvPicPr>
              <a:picLocks noChangeAspect="1"/>
            </p:cNvPicPr>
            <p:nvPr/>
          </p:nvPicPr>
          <p:blipFill>
            <a:blip r:embed="rId50003"/>
            <a:stretch/>
          </p:blipFill>
          <p:spPr>
            <a:xfrm>
              <a:off x="1266825" y="1304925"/>
              <a:ext cx="6004179" cy="680085"/>
            </a:xfrm>
            <a:prstGeom prst="rect">
              <a:avLst/>
            </a:prstGeom>
          </p:spPr>
        </p:pic>
        <p:sp>
          <p:nvSpPr>
            <p:cNvPr id="260" name="line_114">
              <a:extLst>
                <a:ext uri="{FF2B5EF4-FFF2-40B4-BE49-F238E27FC236}">
                  <ns2:creationId id="{F344CAC8-67DF-463E-BC9D-DB1746B96CBF}"/>
                </a:ext>
              </a:extLst>
            </p:cNvPr>
            <p:cNvSpPr>
              <a:spLocks noGrp="1"/>
            </p:cNvSpPr>
            <p:nvPr/>
          </p:nvSpPr>
          <p:spPr>
            <a:xfrm>
              <a:off x="4969403" y="1304925"/>
              <a:ext cx="97" cy="680085"/>
            </a:xfrm>
            <a:custGeom>
              <a:pathLst>
                <a:path w="95" h="666750">
                  <a:moveTo>
                    <a:pt x="0" y="0"/>
                  </a:moveTo>
                  <a:lnTo>
                    <a:pt x="0" y="666750"/>
                  </a:lnTo>
                </a:path>
              </a:pathLst>
            </a:custGeom>
            <a:noFill/>
            <a:ln w="5918">
              <a:solidFill>
                <a:srgbClr val="263238"/>
              </a:solidFill>
              <a:prstDash val="dash"/>
            </a:ln>
          </p:spPr>
        </p:sp>
        <p:sp>
          <p:nvSpPr>
            <p:cNvPr id="261" name="rect_115">
              <a:extLst>
                <a:ext uri="{FF2B5EF4-FFF2-40B4-BE49-F238E27FC236}">
                  <ns2:creationId id="{F86D4BF1-F53B-456D-8311-5B7A16CF4C7A}"/>
                </a:ext>
              </a:extLst>
            </p:cNvPr>
            <p:cNvSpPr>
              <a:spLocks noGrp="1"/>
            </p:cNvSpPr>
            <p:nvPr/>
          </p:nvSpPr>
          <p:spPr>
            <a:xfrm>
              <a:off x="1266825" y="1304925"/>
              <a:ext cx="6004179" cy="680085"/>
            </a:xfrm>
            <a:prstGeom prst="rect">
              <a:avLst/>
            </a:prstGeom>
            <a:noFill/>
            <a:ln w="4143">
              <a:solidFill>
                <a:srgbClr val="7B8790"/>
              </a:solidFill>
              <a:prstDash val="solid"/>
            </a:ln>
          </p:spPr>
        </p:sp>
        <p:sp>
          <p:nvSpPr>
            <p:cNvPr id="262" name="text_116">
              <a:extLst>
                <a:ext uri="{FF2B5EF4-FFF2-40B4-BE49-F238E27FC236}">
                  <ns2:creationId id="{E69135E4-C3C0-4172-961C-34D5732EF070}"/>
                </a:ext>
              </a:extLst>
            </p:cNvPr>
            <p:cNvSpPr>
              <a:spLocks noGrp="1"/>
            </p:cNvSpPr>
            <p:nvPr/>
          </p:nvSpPr>
          <p:spPr>
            <a:xfrm>
              <a:off x="887920" y="1887855"/>
              <a:ext cx="320612" cy="204026"/>
            </a:xfrm>
            <a:prstGeom prst="rect">
              <a:avLst/>
            </a:prstGeom>
            <a:noFill/>
            <a:ln w="0">
              <a:noFill/>
              <a:prstDash val="solid"/>
            </a:ln>
          </p:spPr>
          <p:txBody>
            <a:bodyPr wrap="none" lIns="0" tIns="0" rIns="0" bIns="0" anchor="t">
              <a:noAutofit/>
            </a:bodyPr>
            <a:lstStyle>
              <a:defPPr algn="r">
                <a:defRPr sz="699" b="0">
                  <a:solidFill>
                    <a:srgbClr val="000000"/>
                  </a:solidFill>
                  <a:latin typeface="Arial"/>
                  <a:ea typeface="Arial"/>
                  <a:cs typeface="Arial"/>
                </a:defRPr>
              </a:defPPr>
              <a:lvl1pPr algn="r">
                <a:defRPr sz="699" b="0">
                  <a:solidFill>
                    <a:srgbClr val="000000"/>
                  </a:solidFill>
                  <a:latin typeface="Arial"/>
                  <a:ea typeface="Arial"/>
                  <a:cs typeface="Arial"/>
                </a:defRPr>
              </a:lvl1pPr>
              <a:lvl2pPr algn="r">
                <a:defRPr sz="699" b="0">
                  <a:solidFill>
                    <a:srgbClr val="000000"/>
                  </a:solidFill>
                  <a:latin typeface="Arial"/>
                  <a:ea typeface="Arial"/>
                  <a:cs typeface="Arial"/>
                </a:defRPr>
              </a:lvl2pPr>
              <a:lvl3pPr algn="r">
                <a:defRPr sz="699" b="0">
                  <a:solidFill>
                    <a:srgbClr val="000000"/>
                  </a:solidFill>
                  <a:latin typeface="Arial"/>
                  <a:ea typeface="Arial"/>
                  <a:cs typeface="Arial"/>
                </a:defRPr>
              </a:lvl3pPr>
              <a:lvl4pPr algn="r">
                <a:defRPr sz="699" b="0">
                  <a:solidFill>
                    <a:srgbClr val="000000"/>
                  </a:solidFill>
                  <a:latin typeface="Arial"/>
                  <a:ea typeface="Arial"/>
                  <a:cs typeface="Arial"/>
                </a:defRPr>
              </a:lvl4pPr>
              <a:lvl5pPr algn="r">
                <a:defRPr sz="699" b="0">
                  <a:solidFill>
                    <a:srgbClr val="000000"/>
                  </a:solidFill>
                  <a:latin typeface="Arial"/>
                  <a:ea typeface="Arial"/>
                  <a:cs typeface="Arial"/>
                </a:defRPr>
              </a:lvl5pPr>
              <a:lvl6pPr algn="r">
                <a:defRPr sz="699" b="0">
                  <a:solidFill>
                    <a:srgbClr val="000000"/>
                  </a:solidFill>
                  <a:latin typeface="Arial"/>
                  <a:ea typeface="Arial"/>
                  <a:cs typeface="Arial"/>
                </a:defRPr>
              </a:lvl6pPr>
              <a:lvl7pPr algn="r">
                <a:defRPr sz="699" b="0">
                  <a:solidFill>
                    <a:srgbClr val="000000"/>
                  </a:solidFill>
                  <a:latin typeface="Arial"/>
                  <a:ea typeface="Arial"/>
                  <a:cs typeface="Arial"/>
                </a:defRPr>
              </a:lvl7pPr>
              <a:lvl8pPr algn="r">
                <a:defRPr sz="699" b="0">
                  <a:solidFill>
                    <a:srgbClr val="000000"/>
                  </a:solidFill>
                  <a:latin typeface="Arial"/>
                  <a:ea typeface="Arial"/>
                  <a:cs typeface="Arial"/>
                </a:defRPr>
              </a:lvl8pPr>
              <a:lvl9pPr algn="r">
                <a:defRPr sz="699" b="0">
                  <a:solidFill>
                    <a:srgbClr val="000000"/>
                  </a:solidFill>
                  <a:latin typeface="Arial"/>
                  <a:ea typeface="Arial"/>
                  <a:cs typeface="Arial"/>
                </a:defRPr>
              </a:lvl9pPr>
            </a:lstStyle>
            <a:p>
              <a:pPr algn="r">
                <a:defRPr sz="699" b="0">
                  <a:solidFill>
                    <a:srgbClr val="000000"/>
                  </a:solidFill>
                  <a:latin typeface="Arial"/>
                  <a:ea typeface="Arial"/>
                  <a:cs typeface="Arial"/>
                </a:defRPr>
              </a:pPr>
              <a:r>
                <a:rPr sz="699" b="0">
                  <a:solidFill>
                    <a:srgbClr val="000000"/>
                  </a:solidFill>
                  <a:latin typeface="Arial"/>
                  <a:ea typeface="Arial"/>
                  <a:cs typeface="Arial"/>
                </a:rPr>
                <a:t>0</a:t>
              </a:r>
            </a:p>
          </p:txBody>
        </p:sp>
        <p:sp>
          <p:nvSpPr>
            <p:cNvPr id="263" name="text_117">
              <a:extLst>
                <a:ext uri="{FF2B5EF4-FFF2-40B4-BE49-F238E27FC236}">
                  <ns2:creationId id="{F0FD17F9-12D9-4F00-9D21-3C2332A83041}"/>
                </a:ext>
              </a:extLst>
            </p:cNvPr>
            <p:cNvSpPr>
              <a:spLocks noGrp="1"/>
            </p:cNvSpPr>
            <p:nvPr/>
          </p:nvSpPr>
          <p:spPr>
            <a:xfrm>
              <a:off x="887920" y="1207770"/>
              <a:ext cx="320612" cy="204026"/>
            </a:xfrm>
            <a:prstGeom prst="rect">
              <a:avLst/>
            </a:prstGeom>
            <a:noFill/>
            <a:ln w="0">
              <a:noFill/>
              <a:prstDash val="solid"/>
            </a:ln>
          </p:spPr>
          <p:txBody>
            <a:bodyPr wrap="none" lIns="0" tIns="0" rIns="0" bIns="0" anchor="t">
              <a:noAutofit/>
            </a:bodyPr>
            <a:lstStyle>
              <a:defPPr algn="r">
                <a:defRPr sz="699" b="0">
                  <a:solidFill>
                    <a:srgbClr val="000000"/>
                  </a:solidFill>
                  <a:latin typeface="Arial"/>
                  <a:ea typeface="Arial"/>
                  <a:cs typeface="Arial"/>
                </a:defRPr>
              </a:defPPr>
              <a:lvl1pPr algn="r">
                <a:defRPr sz="699" b="0">
                  <a:solidFill>
                    <a:srgbClr val="000000"/>
                  </a:solidFill>
                  <a:latin typeface="Arial"/>
                  <a:ea typeface="Arial"/>
                  <a:cs typeface="Arial"/>
                </a:defRPr>
              </a:lvl1pPr>
              <a:lvl2pPr algn="r">
                <a:defRPr sz="699" b="0">
                  <a:solidFill>
                    <a:srgbClr val="000000"/>
                  </a:solidFill>
                  <a:latin typeface="Arial"/>
                  <a:ea typeface="Arial"/>
                  <a:cs typeface="Arial"/>
                </a:defRPr>
              </a:lvl2pPr>
              <a:lvl3pPr algn="r">
                <a:defRPr sz="699" b="0">
                  <a:solidFill>
                    <a:srgbClr val="000000"/>
                  </a:solidFill>
                  <a:latin typeface="Arial"/>
                  <a:ea typeface="Arial"/>
                  <a:cs typeface="Arial"/>
                </a:defRPr>
              </a:lvl3pPr>
              <a:lvl4pPr algn="r">
                <a:defRPr sz="699" b="0">
                  <a:solidFill>
                    <a:srgbClr val="000000"/>
                  </a:solidFill>
                  <a:latin typeface="Arial"/>
                  <a:ea typeface="Arial"/>
                  <a:cs typeface="Arial"/>
                </a:defRPr>
              </a:lvl4pPr>
              <a:lvl5pPr algn="r">
                <a:defRPr sz="699" b="0">
                  <a:solidFill>
                    <a:srgbClr val="000000"/>
                  </a:solidFill>
                  <a:latin typeface="Arial"/>
                  <a:ea typeface="Arial"/>
                  <a:cs typeface="Arial"/>
                </a:defRPr>
              </a:lvl5pPr>
              <a:lvl6pPr algn="r">
                <a:defRPr sz="699" b="0">
                  <a:solidFill>
                    <a:srgbClr val="000000"/>
                  </a:solidFill>
                  <a:latin typeface="Arial"/>
                  <a:ea typeface="Arial"/>
                  <a:cs typeface="Arial"/>
                </a:defRPr>
              </a:lvl6pPr>
              <a:lvl7pPr algn="r">
                <a:defRPr sz="699" b="0">
                  <a:solidFill>
                    <a:srgbClr val="000000"/>
                  </a:solidFill>
                  <a:latin typeface="Arial"/>
                  <a:ea typeface="Arial"/>
                  <a:cs typeface="Arial"/>
                </a:defRPr>
              </a:lvl7pPr>
              <a:lvl8pPr algn="r">
                <a:defRPr sz="699" b="0">
                  <a:solidFill>
                    <a:srgbClr val="000000"/>
                  </a:solidFill>
                  <a:latin typeface="Arial"/>
                  <a:ea typeface="Arial"/>
                  <a:cs typeface="Arial"/>
                </a:defRPr>
              </a:lvl8pPr>
              <a:lvl9pPr algn="r">
                <a:defRPr sz="699" b="0">
                  <a:solidFill>
                    <a:srgbClr val="000000"/>
                  </a:solidFill>
                  <a:latin typeface="Arial"/>
                  <a:ea typeface="Arial"/>
                  <a:cs typeface="Arial"/>
                </a:defRPr>
              </a:lvl9pPr>
            </a:lstStyle>
            <a:p>
              <a:pPr algn="r">
                <a:defRPr sz="699" b="0">
                  <a:solidFill>
                    <a:srgbClr val="000000"/>
                  </a:solidFill>
                  <a:latin typeface="Arial"/>
                  <a:ea typeface="Arial"/>
                  <a:cs typeface="Arial"/>
                </a:defRPr>
              </a:pPr>
              <a:r>
                <a:rPr sz="699" b="0">
                  <a:solidFill>
                    <a:srgbClr val="000000"/>
                  </a:solidFill>
                  <a:latin typeface="Arial"/>
                  <a:ea typeface="Arial"/>
                  <a:cs typeface="Arial"/>
                </a:rPr>
                <a:t>1</a:t>
              </a:r>
            </a:p>
          </p:txBody>
        </p:sp>
        <p:sp>
          <p:nvSpPr>
            <p:cNvPr id="264" name="text_118">
              <a:extLst>
                <a:ext uri="{FF2B5EF4-FFF2-40B4-BE49-F238E27FC236}">
                  <ns2:creationId id="{A2BA31B2-B52E-40F6-B2E8-601977E460EA}"/>
                </a:ext>
              </a:extLst>
            </p:cNvPr>
            <p:cNvSpPr>
              <a:spLocks noGrp="1"/>
            </p:cNvSpPr>
            <p:nvPr/>
          </p:nvSpPr>
          <p:spPr>
            <a:xfrm>
              <a:off x="1172585" y="2014156"/>
              <a:ext cx="388620" cy="213741"/>
            </a:xfrm>
            <a:prstGeom prst="rect">
              <a:avLst/>
            </a:prstGeom>
            <a:noFill/>
            <a:ln w="0">
              <a:noFill/>
              <a:prstDash val="solid"/>
            </a:ln>
          </p:spPr>
          <p:txBody>
            <a:bodyPr wrap="none" lIns="0" tIns="0" rIns="0" bIns="0" anchor="t">
              <a:noAutofit/>
            </a:bodyPr>
            <a:lstStyle>
              <a:defPPr algn="ctr">
                <a:defRPr sz="746" b="0">
                  <a:solidFill>
                    <a:srgbClr val="000000"/>
                  </a:solidFill>
                  <a:latin typeface="Arial"/>
                  <a:ea typeface="Arial"/>
                  <a:cs typeface="Arial"/>
                </a:defRPr>
              </a:defPPr>
              <a:lvl1pPr algn="ctr">
                <a:defRPr sz="746" b="0">
                  <a:solidFill>
                    <a:srgbClr val="000000"/>
                  </a:solidFill>
                  <a:latin typeface="Arial"/>
                  <a:ea typeface="Arial"/>
                  <a:cs typeface="Arial"/>
                </a:defRPr>
              </a:lvl1pPr>
              <a:lvl2pPr algn="ctr">
                <a:defRPr sz="746" b="0">
                  <a:solidFill>
                    <a:srgbClr val="000000"/>
                  </a:solidFill>
                  <a:latin typeface="Arial"/>
                  <a:ea typeface="Arial"/>
                  <a:cs typeface="Arial"/>
                </a:defRPr>
              </a:lvl2pPr>
              <a:lvl3pPr algn="ctr">
                <a:defRPr sz="746" b="0">
                  <a:solidFill>
                    <a:srgbClr val="000000"/>
                  </a:solidFill>
                  <a:latin typeface="Arial"/>
                  <a:ea typeface="Arial"/>
                  <a:cs typeface="Arial"/>
                </a:defRPr>
              </a:lvl3pPr>
              <a:lvl4pPr algn="ctr">
                <a:defRPr sz="746" b="0">
                  <a:solidFill>
                    <a:srgbClr val="000000"/>
                  </a:solidFill>
                  <a:latin typeface="Arial"/>
                  <a:ea typeface="Arial"/>
                  <a:cs typeface="Arial"/>
                </a:defRPr>
              </a:lvl4pPr>
              <a:lvl5pPr algn="ctr">
                <a:defRPr sz="746" b="0">
                  <a:solidFill>
                    <a:srgbClr val="000000"/>
                  </a:solidFill>
                  <a:latin typeface="Arial"/>
                  <a:ea typeface="Arial"/>
                  <a:cs typeface="Arial"/>
                </a:defRPr>
              </a:lvl5pPr>
              <a:lvl6pPr algn="ctr">
                <a:defRPr sz="746" b="0">
                  <a:solidFill>
                    <a:srgbClr val="000000"/>
                  </a:solidFill>
                  <a:latin typeface="Arial"/>
                  <a:ea typeface="Arial"/>
                  <a:cs typeface="Arial"/>
                </a:defRPr>
              </a:lvl6pPr>
              <a:lvl7pPr algn="ctr">
                <a:defRPr sz="746" b="0">
                  <a:solidFill>
                    <a:srgbClr val="000000"/>
                  </a:solidFill>
                  <a:latin typeface="Arial"/>
                  <a:ea typeface="Arial"/>
                  <a:cs typeface="Arial"/>
                </a:defRPr>
              </a:lvl7pPr>
              <a:lvl8pPr algn="ctr">
                <a:defRPr sz="746" b="0">
                  <a:solidFill>
                    <a:srgbClr val="000000"/>
                  </a:solidFill>
                  <a:latin typeface="Arial"/>
                  <a:ea typeface="Arial"/>
                  <a:cs typeface="Arial"/>
                </a:defRPr>
              </a:lvl8pPr>
              <a:lvl9pPr algn="ctr">
                <a:defRPr sz="746" b="0">
                  <a:solidFill>
                    <a:srgbClr val="000000"/>
                  </a:solidFill>
                  <a:latin typeface="Arial"/>
                  <a:ea typeface="Arial"/>
                  <a:cs typeface="Arial"/>
                </a:defRPr>
              </a:lvl9pPr>
            </a:lstStyle>
            <a:p>
              <a:pPr algn="ctr">
                <a:defRPr sz="746" b="0">
                  <a:solidFill>
                    <a:srgbClr val="000000"/>
                  </a:solidFill>
                  <a:latin typeface="Arial"/>
                  <a:ea typeface="Arial"/>
                  <a:cs typeface="Arial"/>
                </a:defRPr>
              </a:pPr>
              <a:r>
                <a:rPr sz="746" b="0">
                  <a:solidFill>
                    <a:srgbClr val="000000"/>
                  </a:solidFill>
                  <a:latin typeface="Arial"/>
                  <a:ea typeface="Arial"/>
                  <a:cs typeface="Arial"/>
                </a:rPr>
                <a:t>0</a:t>
              </a:r>
            </a:p>
          </p:txBody>
        </p:sp>
        <p:sp>
          <p:nvSpPr>
            <p:cNvPr id="265" name="text_119">
              <a:extLst>
                <a:ext uri="{FF2B5EF4-FFF2-40B4-BE49-F238E27FC236}">
                  <ns2:creationId id="{78837675-5225-411C-9B24-7343CFF6B2FD}"/>
                </a:ext>
              </a:extLst>
            </p:cNvPr>
            <p:cNvSpPr>
              <a:spLocks noGrp="1"/>
            </p:cNvSpPr>
            <p:nvPr/>
          </p:nvSpPr>
          <p:spPr>
            <a:xfrm>
              <a:off x="6976624" y="2014156"/>
              <a:ext cx="388620" cy="213741"/>
            </a:xfrm>
            <a:prstGeom prst="rect">
              <a:avLst/>
            </a:prstGeom>
            <a:noFill/>
            <a:ln w="0">
              <a:noFill/>
              <a:prstDash val="solid"/>
            </a:ln>
          </p:spPr>
          <p:txBody>
            <a:bodyPr wrap="none" lIns="0" tIns="0" rIns="0" bIns="0" anchor="t">
              <a:noAutofit/>
            </a:bodyPr>
            <a:lstStyle>
              <a:defPPr algn="ctr">
                <a:defRPr sz="746" b="0">
                  <a:solidFill>
                    <a:srgbClr val="000000"/>
                  </a:solidFill>
                  <a:latin typeface="Arial"/>
                  <a:ea typeface="Arial"/>
                  <a:cs typeface="Arial"/>
                </a:defRPr>
              </a:defPPr>
              <a:lvl1pPr algn="ctr">
                <a:defRPr sz="746" b="0">
                  <a:solidFill>
                    <a:srgbClr val="000000"/>
                  </a:solidFill>
                  <a:latin typeface="Arial"/>
                  <a:ea typeface="Arial"/>
                  <a:cs typeface="Arial"/>
                </a:defRPr>
              </a:lvl1pPr>
              <a:lvl2pPr algn="ctr">
                <a:defRPr sz="746" b="0">
                  <a:solidFill>
                    <a:srgbClr val="000000"/>
                  </a:solidFill>
                  <a:latin typeface="Arial"/>
                  <a:ea typeface="Arial"/>
                  <a:cs typeface="Arial"/>
                </a:defRPr>
              </a:lvl2pPr>
              <a:lvl3pPr algn="ctr">
                <a:defRPr sz="746" b="0">
                  <a:solidFill>
                    <a:srgbClr val="000000"/>
                  </a:solidFill>
                  <a:latin typeface="Arial"/>
                  <a:ea typeface="Arial"/>
                  <a:cs typeface="Arial"/>
                </a:defRPr>
              </a:lvl3pPr>
              <a:lvl4pPr algn="ctr">
                <a:defRPr sz="746" b="0">
                  <a:solidFill>
                    <a:srgbClr val="000000"/>
                  </a:solidFill>
                  <a:latin typeface="Arial"/>
                  <a:ea typeface="Arial"/>
                  <a:cs typeface="Arial"/>
                </a:defRPr>
              </a:lvl4pPr>
              <a:lvl5pPr algn="ctr">
                <a:defRPr sz="746" b="0">
                  <a:solidFill>
                    <a:srgbClr val="000000"/>
                  </a:solidFill>
                  <a:latin typeface="Arial"/>
                  <a:ea typeface="Arial"/>
                  <a:cs typeface="Arial"/>
                </a:defRPr>
              </a:lvl5pPr>
              <a:lvl6pPr algn="ctr">
                <a:defRPr sz="746" b="0">
                  <a:solidFill>
                    <a:srgbClr val="000000"/>
                  </a:solidFill>
                  <a:latin typeface="Arial"/>
                  <a:ea typeface="Arial"/>
                  <a:cs typeface="Arial"/>
                </a:defRPr>
              </a:lvl6pPr>
              <a:lvl7pPr algn="ctr">
                <a:defRPr sz="746" b="0">
                  <a:solidFill>
                    <a:srgbClr val="000000"/>
                  </a:solidFill>
                  <a:latin typeface="Arial"/>
                  <a:ea typeface="Arial"/>
                  <a:cs typeface="Arial"/>
                </a:defRPr>
              </a:lvl7pPr>
              <a:lvl8pPr algn="ctr">
                <a:defRPr sz="746" b="0">
                  <a:solidFill>
                    <a:srgbClr val="000000"/>
                  </a:solidFill>
                  <a:latin typeface="Arial"/>
                  <a:ea typeface="Arial"/>
                  <a:cs typeface="Arial"/>
                </a:defRPr>
              </a:lvl8pPr>
              <a:lvl9pPr algn="ctr">
                <a:defRPr sz="746" b="0">
                  <a:solidFill>
                    <a:srgbClr val="000000"/>
                  </a:solidFill>
                  <a:latin typeface="Arial"/>
                  <a:ea typeface="Arial"/>
                  <a:cs typeface="Arial"/>
                </a:defRPr>
              </a:lvl9pPr>
            </a:lstStyle>
            <a:p>
              <a:pPr algn="ctr">
                <a:defRPr sz="746" b="0">
                  <a:solidFill>
                    <a:srgbClr val="000000"/>
                  </a:solidFill>
                  <a:latin typeface="Arial"/>
                  <a:ea typeface="Arial"/>
                  <a:cs typeface="Arial"/>
                </a:defRPr>
              </a:pPr>
              <a:r>
                <a:rPr sz="746" b="0">
                  <a:solidFill>
                    <a:srgbClr val="000000"/>
                  </a:solidFill>
                  <a:latin typeface="Arial"/>
                  <a:ea typeface="Arial"/>
                  <a:cs typeface="Arial"/>
                </a:rPr>
                <a:t>29</a:t>
              </a:r>
            </a:p>
          </p:txBody>
        </p:sp>
        <p:sp>
          <p:nvSpPr>
            <p:cNvPr id="266" name="wildfire_R_3_exact_anchor">
              <a:extLst>
                <a:ext uri="{FF2B5EF4-FFF2-40B4-BE49-F238E27FC236}">
                  <ns2:creationId id="{A2984D05-9919-4B90-B3B5-7279895961B0}"/>
                </a:ext>
              </a:extLst>
            </p:cNvPr>
            <p:cNvSpPr>
              <a:spLocks noGrp="1"/>
            </p:cNvSpPr>
            <p:nvPr/>
          </p:nvSpPr>
          <p:spPr>
            <a:xfrm>
              <a:off x="4930541" y="1833164"/>
              <a:ext cx="77724" cy="77724"/>
            </a:xfrm>
            <a:prstGeom prst="ellipse">
              <a:avLst/>
            </a:prstGeom>
            <a:solidFill>
              <a:srgbClr val="FFFFFF"/>
            </a:solidFill>
            <a:ln w="10653">
              <a:solidFill>
                <a:srgbClr val="0072B2"/>
              </a:solidFill>
              <a:prstDash val="solid"/>
            </a:ln>
          </p:spPr>
        </p:sp>
        <p:sp>
          <p:nvSpPr>
            <p:cNvPr id="267" name="wildfire_R_48_exact_anchor">
              <a:extLst>
                <a:ext uri="{FF2B5EF4-FFF2-40B4-BE49-F238E27FC236}">
                  <ns2:creationId id="{7DD1E69A-B425-48C0-8A79-E4D5B742E7F9}"/>
                </a:ext>
              </a:extLst>
            </p:cNvPr>
            <p:cNvSpPr>
              <a:spLocks noGrp="1"/>
            </p:cNvSpPr>
            <p:nvPr/>
          </p:nvSpPr>
          <p:spPr>
            <a:xfrm>
              <a:off x="4930541" y="1466974"/>
              <a:ext cx="77724" cy="77724"/>
            </a:xfrm>
            <a:prstGeom prst="ellipse">
              <a:avLst/>
            </a:prstGeom>
            <a:solidFill>
              <a:srgbClr val="FFFFFF"/>
            </a:solidFill>
            <a:ln w="10653">
              <a:solidFill>
                <a:srgbClr val="D55E00"/>
              </a:solidFill>
              <a:prstDash val="solid"/>
            </a:ln>
          </p:spPr>
        </p:sp>
        <p:sp>
          <p:nvSpPr>
            <p:cNvPr id="268" name="wildfire_R_52_exact_anchor">
              <a:extLst>
                <a:ext uri="{FF2B5EF4-FFF2-40B4-BE49-F238E27FC236}">
                  <ns2:creationId id="{AD123C6C-036D-4793-94FC-9E868B064571}"/>
                </a:ext>
              </a:extLst>
            </p:cNvPr>
            <p:cNvSpPr>
              <a:spLocks noGrp="1"/>
            </p:cNvSpPr>
            <p:nvPr/>
          </p:nvSpPr>
          <p:spPr>
            <a:xfrm>
              <a:off x="4930541" y="1659245"/>
              <a:ext cx="77724" cy="77724"/>
            </a:xfrm>
            <a:prstGeom prst="ellipse">
              <a:avLst/>
            </a:prstGeom>
            <a:solidFill>
              <a:srgbClr val="FFFFFF"/>
            </a:solidFill>
            <a:ln w="10653">
              <a:solidFill>
                <a:srgbClr val="009E73"/>
              </a:solidFill>
              <a:prstDash val="solid"/>
            </a:ln>
          </p:spPr>
        </p:sp>
        <p:pic>
          <p:nvPicPr>
            <p:cNvPr id="269" name="">
              <a:extLst>
                <a:ext uri="{FF2B5EF4-FFF2-40B4-BE49-F238E27FC236}">
                  <ns2:creationId id="{272B4CFE-6BB6-421E-A97E-54A2B142E164}"/>
                </a:ext>
              </a:extLst>
            </p:cNvPr>
            <p:cNvPicPr>
              <a:picLocks noChangeAspect="1"/>
            </p:cNvPicPr>
            <p:nvPr/>
          </p:nvPicPr>
          <p:blipFill>
            <a:blip r:embed="rId50004"/>
            <a:stretch/>
          </p:blipFill>
          <p:spPr>
            <a:xfrm>
              <a:off x="7886700" y="1304925"/>
              <a:ext cx="3847338" cy="680085"/>
            </a:xfrm>
            <a:prstGeom prst="rect">
              <a:avLst/>
            </a:prstGeom>
          </p:spPr>
        </p:pic>
        <p:sp>
          <p:nvSpPr>
            <p:cNvPr id="270" name="line_124">
              <a:extLst>
                <a:ext uri="{FF2B5EF4-FFF2-40B4-BE49-F238E27FC236}">
                  <ns2:creationId id="{ED67D55B-2A0C-411E-9A44-99C2252B0837}"/>
                </a:ext>
              </a:extLst>
            </p:cNvPr>
            <p:cNvSpPr>
              <a:spLocks noGrp="1"/>
            </p:cNvSpPr>
            <p:nvPr/>
          </p:nvSpPr>
          <p:spPr>
            <a:xfrm>
              <a:off x="9810369" y="1304925"/>
              <a:ext cx="97" cy="680085"/>
            </a:xfrm>
            <a:custGeom>
              <a:pathLst>
                <a:path w="95" h="666750">
                  <a:moveTo>
                    <a:pt x="0" y="0"/>
                  </a:moveTo>
                  <a:lnTo>
                    <a:pt x="0" y="666750"/>
                  </a:lnTo>
                </a:path>
              </a:pathLst>
            </a:custGeom>
            <a:noFill/>
            <a:ln w="5918">
              <a:solidFill>
                <a:srgbClr val="263238"/>
              </a:solidFill>
              <a:prstDash val="dash"/>
            </a:ln>
          </p:spPr>
        </p:sp>
        <p:sp>
          <p:nvSpPr>
            <p:cNvPr id="271" name="rect_125">
              <a:extLst>
                <a:ext uri="{FF2B5EF4-FFF2-40B4-BE49-F238E27FC236}">
                  <ns2:creationId id="{84286569-BFCE-4409-A330-03E61D649F55}"/>
                </a:ext>
              </a:extLst>
            </p:cNvPr>
            <p:cNvSpPr>
              <a:spLocks noGrp="1"/>
            </p:cNvSpPr>
            <p:nvPr/>
          </p:nvSpPr>
          <p:spPr>
            <a:xfrm>
              <a:off x="7886700" y="1304925"/>
              <a:ext cx="3847338" cy="680085"/>
            </a:xfrm>
            <a:prstGeom prst="rect">
              <a:avLst/>
            </a:prstGeom>
            <a:noFill/>
            <a:ln w="4143">
              <a:solidFill>
                <a:srgbClr val="7B8790"/>
              </a:solidFill>
              <a:prstDash val="solid"/>
            </a:ln>
          </p:spPr>
        </p:sp>
        <p:sp>
          <p:nvSpPr>
            <p:cNvPr id="272" name="text_126">
              <a:extLst>
                <a:ext uri="{FF2B5EF4-FFF2-40B4-BE49-F238E27FC236}">
                  <ns2:creationId id="{4350426D-561A-4046-A5D8-B77F93BDB99C}"/>
                </a:ext>
              </a:extLst>
            </p:cNvPr>
            <p:cNvSpPr>
              <a:spLocks noGrp="1"/>
            </p:cNvSpPr>
            <p:nvPr/>
          </p:nvSpPr>
          <p:spPr>
            <a:xfrm>
              <a:off x="7507796" y="1887855"/>
              <a:ext cx="320612" cy="204026"/>
            </a:xfrm>
            <a:prstGeom prst="rect">
              <a:avLst/>
            </a:prstGeom>
            <a:noFill/>
            <a:ln w="0">
              <a:noFill/>
              <a:prstDash val="solid"/>
            </a:ln>
          </p:spPr>
          <p:txBody>
            <a:bodyPr wrap="none" lIns="0" tIns="0" rIns="0" bIns="0" anchor="t">
              <a:noAutofit/>
            </a:bodyPr>
            <a:lstStyle>
              <a:defPPr algn="r">
                <a:defRPr sz="699" b="0">
                  <a:solidFill>
                    <a:srgbClr val="000000"/>
                  </a:solidFill>
                  <a:latin typeface="Arial"/>
                  <a:ea typeface="Arial"/>
                  <a:cs typeface="Arial"/>
                </a:defRPr>
              </a:defPPr>
              <a:lvl1pPr algn="r">
                <a:defRPr sz="699" b="0">
                  <a:solidFill>
                    <a:srgbClr val="000000"/>
                  </a:solidFill>
                  <a:latin typeface="Arial"/>
                  <a:ea typeface="Arial"/>
                  <a:cs typeface="Arial"/>
                </a:defRPr>
              </a:lvl1pPr>
              <a:lvl2pPr algn="r">
                <a:defRPr sz="699" b="0">
                  <a:solidFill>
                    <a:srgbClr val="000000"/>
                  </a:solidFill>
                  <a:latin typeface="Arial"/>
                  <a:ea typeface="Arial"/>
                  <a:cs typeface="Arial"/>
                </a:defRPr>
              </a:lvl2pPr>
              <a:lvl3pPr algn="r">
                <a:defRPr sz="699" b="0">
                  <a:solidFill>
                    <a:srgbClr val="000000"/>
                  </a:solidFill>
                  <a:latin typeface="Arial"/>
                  <a:ea typeface="Arial"/>
                  <a:cs typeface="Arial"/>
                </a:defRPr>
              </a:lvl3pPr>
              <a:lvl4pPr algn="r">
                <a:defRPr sz="699" b="0">
                  <a:solidFill>
                    <a:srgbClr val="000000"/>
                  </a:solidFill>
                  <a:latin typeface="Arial"/>
                  <a:ea typeface="Arial"/>
                  <a:cs typeface="Arial"/>
                </a:defRPr>
              </a:lvl4pPr>
              <a:lvl5pPr algn="r">
                <a:defRPr sz="699" b="0">
                  <a:solidFill>
                    <a:srgbClr val="000000"/>
                  </a:solidFill>
                  <a:latin typeface="Arial"/>
                  <a:ea typeface="Arial"/>
                  <a:cs typeface="Arial"/>
                </a:defRPr>
              </a:lvl5pPr>
              <a:lvl6pPr algn="r">
                <a:defRPr sz="699" b="0">
                  <a:solidFill>
                    <a:srgbClr val="000000"/>
                  </a:solidFill>
                  <a:latin typeface="Arial"/>
                  <a:ea typeface="Arial"/>
                  <a:cs typeface="Arial"/>
                </a:defRPr>
              </a:lvl6pPr>
              <a:lvl7pPr algn="r">
                <a:defRPr sz="699" b="0">
                  <a:solidFill>
                    <a:srgbClr val="000000"/>
                  </a:solidFill>
                  <a:latin typeface="Arial"/>
                  <a:ea typeface="Arial"/>
                  <a:cs typeface="Arial"/>
                </a:defRPr>
              </a:lvl7pPr>
              <a:lvl8pPr algn="r">
                <a:defRPr sz="699" b="0">
                  <a:solidFill>
                    <a:srgbClr val="000000"/>
                  </a:solidFill>
                  <a:latin typeface="Arial"/>
                  <a:ea typeface="Arial"/>
                  <a:cs typeface="Arial"/>
                </a:defRPr>
              </a:lvl8pPr>
              <a:lvl9pPr algn="r">
                <a:defRPr sz="699" b="0">
                  <a:solidFill>
                    <a:srgbClr val="000000"/>
                  </a:solidFill>
                  <a:latin typeface="Arial"/>
                  <a:ea typeface="Arial"/>
                  <a:cs typeface="Arial"/>
                </a:defRPr>
              </a:lvl9pPr>
            </a:lstStyle>
            <a:p>
              <a:pPr algn="r">
                <a:defRPr sz="699" b="0">
                  <a:solidFill>
                    <a:srgbClr val="000000"/>
                  </a:solidFill>
                  <a:latin typeface="Arial"/>
                  <a:ea typeface="Arial"/>
                  <a:cs typeface="Arial"/>
                </a:defRPr>
              </a:pPr>
              <a:r>
                <a:rPr sz="699" b="0">
                  <a:solidFill>
                    <a:srgbClr val="000000"/>
                  </a:solidFill>
                  <a:latin typeface="Arial"/>
                  <a:ea typeface="Arial"/>
                  <a:cs typeface="Arial"/>
                </a:rPr>
                <a:t>0.10</a:t>
              </a:r>
            </a:p>
          </p:txBody>
        </p:sp>
        <p:sp>
          <p:nvSpPr>
            <p:cNvPr id="273" name="text_127">
              <a:extLst>
                <a:ext uri="{FF2B5EF4-FFF2-40B4-BE49-F238E27FC236}">
                  <ns2:creationId id="{962C16BB-24CB-49E6-AB16-4E03C4252D0E}"/>
                </a:ext>
              </a:extLst>
            </p:cNvPr>
            <p:cNvSpPr>
              <a:spLocks noGrp="1"/>
            </p:cNvSpPr>
            <p:nvPr/>
          </p:nvSpPr>
          <p:spPr>
            <a:xfrm>
              <a:off x="7507796" y="1207770"/>
              <a:ext cx="320612" cy="204026"/>
            </a:xfrm>
            <a:prstGeom prst="rect">
              <a:avLst/>
            </a:prstGeom>
            <a:noFill/>
            <a:ln w="0">
              <a:noFill/>
              <a:prstDash val="solid"/>
            </a:ln>
          </p:spPr>
          <p:txBody>
            <a:bodyPr wrap="none" lIns="0" tIns="0" rIns="0" bIns="0" anchor="t">
              <a:noAutofit/>
            </a:bodyPr>
            <a:lstStyle>
              <a:defPPr algn="r">
                <a:defRPr sz="699" b="0">
                  <a:solidFill>
                    <a:srgbClr val="000000"/>
                  </a:solidFill>
                  <a:latin typeface="Arial"/>
                  <a:ea typeface="Arial"/>
                  <a:cs typeface="Arial"/>
                </a:defRPr>
              </a:defPPr>
              <a:lvl1pPr algn="r">
                <a:defRPr sz="699" b="0">
                  <a:solidFill>
                    <a:srgbClr val="000000"/>
                  </a:solidFill>
                  <a:latin typeface="Arial"/>
                  <a:ea typeface="Arial"/>
                  <a:cs typeface="Arial"/>
                </a:defRPr>
              </a:lvl1pPr>
              <a:lvl2pPr algn="r">
                <a:defRPr sz="699" b="0">
                  <a:solidFill>
                    <a:srgbClr val="000000"/>
                  </a:solidFill>
                  <a:latin typeface="Arial"/>
                  <a:ea typeface="Arial"/>
                  <a:cs typeface="Arial"/>
                </a:defRPr>
              </a:lvl2pPr>
              <a:lvl3pPr algn="r">
                <a:defRPr sz="699" b="0">
                  <a:solidFill>
                    <a:srgbClr val="000000"/>
                  </a:solidFill>
                  <a:latin typeface="Arial"/>
                  <a:ea typeface="Arial"/>
                  <a:cs typeface="Arial"/>
                </a:defRPr>
              </a:lvl3pPr>
              <a:lvl4pPr algn="r">
                <a:defRPr sz="699" b="0">
                  <a:solidFill>
                    <a:srgbClr val="000000"/>
                  </a:solidFill>
                  <a:latin typeface="Arial"/>
                  <a:ea typeface="Arial"/>
                  <a:cs typeface="Arial"/>
                </a:defRPr>
              </a:lvl4pPr>
              <a:lvl5pPr algn="r">
                <a:defRPr sz="699" b="0">
                  <a:solidFill>
                    <a:srgbClr val="000000"/>
                  </a:solidFill>
                  <a:latin typeface="Arial"/>
                  <a:ea typeface="Arial"/>
                  <a:cs typeface="Arial"/>
                </a:defRPr>
              </a:lvl5pPr>
              <a:lvl6pPr algn="r">
                <a:defRPr sz="699" b="0">
                  <a:solidFill>
                    <a:srgbClr val="000000"/>
                  </a:solidFill>
                  <a:latin typeface="Arial"/>
                  <a:ea typeface="Arial"/>
                  <a:cs typeface="Arial"/>
                </a:defRPr>
              </a:lvl6pPr>
              <a:lvl7pPr algn="r">
                <a:defRPr sz="699" b="0">
                  <a:solidFill>
                    <a:srgbClr val="000000"/>
                  </a:solidFill>
                  <a:latin typeface="Arial"/>
                  <a:ea typeface="Arial"/>
                  <a:cs typeface="Arial"/>
                </a:defRPr>
              </a:lvl7pPr>
              <a:lvl8pPr algn="r">
                <a:defRPr sz="699" b="0">
                  <a:solidFill>
                    <a:srgbClr val="000000"/>
                  </a:solidFill>
                  <a:latin typeface="Arial"/>
                  <a:ea typeface="Arial"/>
                  <a:cs typeface="Arial"/>
                </a:defRPr>
              </a:lvl8pPr>
              <a:lvl9pPr algn="r">
                <a:defRPr sz="699" b="0">
                  <a:solidFill>
                    <a:srgbClr val="000000"/>
                  </a:solidFill>
                  <a:latin typeface="Arial"/>
                  <a:ea typeface="Arial"/>
                  <a:cs typeface="Arial"/>
                </a:defRPr>
              </a:lvl9pPr>
            </a:lstStyle>
            <a:p>
              <a:pPr algn="r">
                <a:defRPr sz="699" b="0">
                  <a:solidFill>
                    <a:srgbClr val="000000"/>
                  </a:solidFill>
                  <a:latin typeface="Arial"/>
                  <a:ea typeface="Arial"/>
                  <a:cs typeface="Arial"/>
                </a:defRPr>
              </a:pPr>
              <a:r>
                <a:rPr sz="699" b="0">
                  <a:solidFill>
                    <a:srgbClr val="000000"/>
                  </a:solidFill>
                  <a:latin typeface="Arial"/>
                  <a:ea typeface="Arial"/>
                  <a:cs typeface="Arial"/>
                </a:rPr>
                <a:t>0.76</a:t>
              </a:r>
            </a:p>
          </p:txBody>
        </p:sp>
        <p:sp>
          <p:nvSpPr>
            <p:cNvPr id="274" name="text_128">
              <a:extLst>
                <a:ext uri="{FF2B5EF4-FFF2-40B4-BE49-F238E27FC236}">
                  <ns2:creationId id="{DBCA3741-658D-44E6-834B-64C95F369A1C}"/>
                </a:ext>
              </a:extLst>
            </p:cNvPr>
            <p:cNvSpPr>
              <a:spLocks noGrp="1"/>
            </p:cNvSpPr>
            <p:nvPr/>
          </p:nvSpPr>
          <p:spPr>
            <a:xfrm>
              <a:off x="7867269" y="2014156"/>
              <a:ext cx="388620" cy="213741"/>
            </a:xfrm>
            <a:prstGeom prst="rect">
              <a:avLst/>
            </a:prstGeom>
            <a:noFill/>
            <a:ln w="0">
              <a:noFill/>
              <a:prstDash val="solid"/>
            </a:ln>
          </p:spPr>
          <p:txBody>
            <a:bodyPr wrap="none" lIns="0" tIns="0" rIns="0" bIns="0" anchor="t">
              <a:noAutofit/>
            </a:bodyPr>
            <a:lstStyle>
              <a:defPPr algn="ctr">
                <a:defRPr sz="746" b="0">
                  <a:solidFill>
                    <a:srgbClr val="000000"/>
                  </a:solidFill>
                  <a:latin typeface="Arial"/>
                  <a:ea typeface="Arial"/>
                  <a:cs typeface="Arial"/>
                </a:defRPr>
              </a:defPPr>
              <a:lvl1pPr algn="ctr">
                <a:defRPr sz="746" b="0">
                  <a:solidFill>
                    <a:srgbClr val="000000"/>
                  </a:solidFill>
                  <a:latin typeface="Arial"/>
                  <a:ea typeface="Arial"/>
                  <a:cs typeface="Arial"/>
                </a:defRPr>
              </a:lvl1pPr>
              <a:lvl2pPr algn="ctr">
                <a:defRPr sz="746" b="0">
                  <a:solidFill>
                    <a:srgbClr val="000000"/>
                  </a:solidFill>
                  <a:latin typeface="Arial"/>
                  <a:ea typeface="Arial"/>
                  <a:cs typeface="Arial"/>
                </a:defRPr>
              </a:lvl2pPr>
              <a:lvl3pPr algn="ctr">
                <a:defRPr sz="746" b="0">
                  <a:solidFill>
                    <a:srgbClr val="000000"/>
                  </a:solidFill>
                  <a:latin typeface="Arial"/>
                  <a:ea typeface="Arial"/>
                  <a:cs typeface="Arial"/>
                </a:defRPr>
              </a:lvl3pPr>
              <a:lvl4pPr algn="ctr">
                <a:defRPr sz="746" b="0">
                  <a:solidFill>
                    <a:srgbClr val="000000"/>
                  </a:solidFill>
                  <a:latin typeface="Arial"/>
                  <a:ea typeface="Arial"/>
                  <a:cs typeface="Arial"/>
                </a:defRPr>
              </a:lvl4pPr>
              <a:lvl5pPr algn="ctr">
                <a:defRPr sz="746" b="0">
                  <a:solidFill>
                    <a:srgbClr val="000000"/>
                  </a:solidFill>
                  <a:latin typeface="Arial"/>
                  <a:ea typeface="Arial"/>
                  <a:cs typeface="Arial"/>
                </a:defRPr>
              </a:lvl5pPr>
              <a:lvl6pPr algn="ctr">
                <a:defRPr sz="746" b="0">
                  <a:solidFill>
                    <a:srgbClr val="000000"/>
                  </a:solidFill>
                  <a:latin typeface="Arial"/>
                  <a:ea typeface="Arial"/>
                  <a:cs typeface="Arial"/>
                </a:defRPr>
              </a:lvl6pPr>
              <a:lvl7pPr algn="ctr">
                <a:defRPr sz="746" b="0">
                  <a:solidFill>
                    <a:srgbClr val="000000"/>
                  </a:solidFill>
                  <a:latin typeface="Arial"/>
                  <a:ea typeface="Arial"/>
                  <a:cs typeface="Arial"/>
                </a:defRPr>
              </a:lvl7pPr>
              <a:lvl8pPr algn="ctr">
                <a:defRPr sz="746" b="0">
                  <a:solidFill>
                    <a:srgbClr val="000000"/>
                  </a:solidFill>
                  <a:latin typeface="Arial"/>
                  <a:ea typeface="Arial"/>
                  <a:cs typeface="Arial"/>
                </a:defRPr>
              </a:lvl8pPr>
              <a:lvl9pPr algn="ctr">
                <a:defRPr sz="746" b="0">
                  <a:solidFill>
                    <a:srgbClr val="000000"/>
                  </a:solidFill>
                  <a:latin typeface="Arial"/>
                  <a:ea typeface="Arial"/>
                  <a:cs typeface="Arial"/>
                </a:defRPr>
              </a:lvl9pPr>
            </a:lstStyle>
            <a:p>
              <a:pPr algn="ctr">
                <a:defRPr sz="746" b="0">
                  <a:solidFill>
                    <a:srgbClr val="000000"/>
                  </a:solidFill>
                  <a:latin typeface="Arial"/>
                  <a:ea typeface="Arial"/>
                  <a:cs typeface="Arial"/>
                </a:defRPr>
              </a:pPr>
              <a:r>
                <a:rPr sz="746" b="0">
                  <a:solidFill>
                    <a:srgbClr val="000000"/>
                  </a:solidFill>
                  <a:latin typeface="Arial"/>
                  <a:ea typeface="Arial"/>
                  <a:cs typeface="Arial"/>
                </a:rPr>
                <a:t>13</a:t>
              </a:r>
            </a:p>
          </p:txBody>
        </p:sp>
        <p:sp>
          <p:nvSpPr>
            <p:cNvPr id="275" name="text_129">
              <a:extLst>
                <a:ext uri="{FF2B5EF4-FFF2-40B4-BE49-F238E27FC236}">
                  <ns2:creationId id="{75D1CC35-BDCB-40BD-8485-2E55E578E600}"/>
                </a:ext>
              </a:extLst>
            </p:cNvPr>
            <p:cNvSpPr>
              <a:spLocks noGrp="1"/>
            </p:cNvSpPr>
            <p:nvPr/>
          </p:nvSpPr>
          <p:spPr>
            <a:xfrm>
              <a:off x="11364849" y="2014156"/>
              <a:ext cx="388620" cy="213741"/>
            </a:xfrm>
            <a:prstGeom prst="rect">
              <a:avLst/>
            </a:prstGeom>
            <a:noFill/>
            <a:ln w="0">
              <a:noFill/>
              <a:prstDash val="solid"/>
            </a:ln>
          </p:spPr>
          <p:txBody>
            <a:bodyPr wrap="none" lIns="0" tIns="0" rIns="0" bIns="0" anchor="t">
              <a:noAutofit/>
            </a:bodyPr>
            <a:lstStyle>
              <a:defPPr algn="ctr">
                <a:defRPr sz="746" b="0">
                  <a:solidFill>
                    <a:srgbClr val="000000"/>
                  </a:solidFill>
                  <a:latin typeface="Arial"/>
                  <a:ea typeface="Arial"/>
                  <a:cs typeface="Arial"/>
                </a:defRPr>
              </a:defPPr>
              <a:lvl1pPr algn="ctr">
                <a:defRPr sz="746" b="0">
                  <a:solidFill>
                    <a:srgbClr val="000000"/>
                  </a:solidFill>
                  <a:latin typeface="Arial"/>
                  <a:ea typeface="Arial"/>
                  <a:cs typeface="Arial"/>
                </a:defRPr>
              </a:lvl1pPr>
              <a:lvl2pPr algn="ctr">
                <a:defRPr sz="746" b="0">
                  <a:solidFill>
                    <a:srgbClr val="000000"/>
                  </a:solidFill>
                  <a:latin typeface="Arial"/>
                  <a:ea typeface="Arial"/>
                  <a:cs typeface="Arial"/>
                </a:defRPr>
              </a:lvl2pPr>
              <a:lvl3pPr algn="ctr">
                <a:defRPr sz="746" b="0">
                  <a:solidFill>
                    <a:srgbClr val="000000"/>
                  </a:solidFill>
                  <a:latin typeface="Arial"/>
                  <a:ea typeface="Arial"/>
                  <a:cs typeface="Arial"/>
                </a:defRPr>
              </a:lvl3pPr>
              <a:lvl4pPr algn="ctr">
                <a:defRPr sz="746" b="0">
                  <a:solidFill>
                    <a:srgbClr val="000000"/>
                  </a:solidFill>
                  <a:latin typeface="Arial"/>
                  <a:ea typeface="Arial"/>
                  <a:cs typeface="Arial"/>
                </a:defRPr>
              </a:lvl4pPr>
              <a:lvl5pPr algn="ctr">
                <a:defRPr sz="746" b="0">
                  <a:solidFill>
                    <a:srgbClr val="000000"/>
                  </a:solidFill>
                  <a:latin typeface="Arial"/>
                  <a:ea typeface="Arial"/>
                  <a:cs typeface="Arial"/>
                </a:defRPr>
              </a:lvl5pPr>
              <a:lvl6pPr algn="ctr">
                <a:defRPr sz="746" b="0">
                  <a:solidFill>
                    <a:srgbClr val="000000"/>
                  </a:solidFill>
                  <a:latin typeface="Arial"/>
                  <a:ea typeface="Arial"/>
                  <a:cs typeface="Arial"/>
                </a:defRPr>
              </a:lvl6pPr>
              <a:lvl7pPr algn="ctr">
                <a:defRPr sz="746" b="0">
                  <a:solidFill>
                    <a:srgbClr val="000000"/>
                  </a:solidFill>
                  <a:latin typeface="Arial"/>
                  <a:ea typeface="Arial"/>
                  <a:cs typeface="Arial"/>
                </a:defRPr>
              </a:lvl7pPr>
              <a:lvl8pPr algn="ctr">
                <a:defRPr sz="746" b="0">
                  <a:solidFill>
                    <a:srgbClr val="000000"/>
                  </a:solidFill>
                  <a:latin typeface="Arial"/>
                  <a:ea typeface="Arial"/>
                  <a:cs typeface="Arial"/>
                </a:defRPr>
              </a:lvl8pPr>
              <a:lvl9pPr algn="ctr">
                <a:defRPr sz="746" b="0">
                  <a:solidFill>
                    <a:srgbClr val="000000"/>
                  </a:solidFill>
                  <a:latin typeface="Arial"/>
                  <a:ea typeface="Arial"/>
                  <a:cs typeface="Arial"/>
                </a:defRPr>
              </a:lvl9pPr>
            </a:lstStyle>
            <a:p>
              <a:pPr algn="ctr">
                <a:defRPr sz="746" b="0">
                  <a:solidFill>
                    <a:srgbClr val="000000"/>
                  </a:solidFill>
                  <a:latin typeface="Arial"/>
                  <a:ea typeface="Arial"/>
                  <a:cs typeface="Arial"/>
                </a:defRPr>
              </a:pPr>
              <a:r>
                <a:rPr sz="746" b="0">
                  <a:solidFill>
                    <a:srgbClr val="000000"/>
                  </a:solidFill>
                  <a:latin typeface="Arial"/>
                  <a:ea typeface="Arial"/>
                  <a:cs typeface="Arial"/>
                </a:rPr>
                <a:t>23</a:t>
              </a:r>
            </a:p>
          </p:txBody>
        </p:sp>
        <p:sp>
          <p:nvSpPr>
            <p:cNvPr id="276" name="path_130">
              <a:extLst>
                <a:ext uri="{FF2B5EF4-FFF2-40B4-BE49-F238E27FC236}">
                  <ns2:creationId id="{2437DCA4-B46D-41C4-AB22-88306C97A440}"/>
                </a:ext>
              </a:extLst>
            </p:cNvPr>
            <p:cNvSpPr>
              <a:spLocks noGrp="1"/>
            </p:cNvSpPr>
            <p:nvPr/>
          </p:nvSpPr>
          <p:spPr>
            <a:xfrm>
              <a:off x="8061579" y="1836546"/>
              <a:ext cx="3497580" cy="97070"/>
            </a:xfrm>
            <a:custGeom>
              <a:pathLst>
                <a:path w="3429000" h="95167">
                  <a:moveTo>
                    <a:pt x="0" y="80081"/>
                  </a:moveTo>
                  <a:lnTo>
                    <a:pt x="342900" y="79256"/>
                  </a:lnTo>
                  <a:lnTo>
                    <a:pt x="685800" y="77132"/>
                  </a:lnTo>
                  <a:lnTo>
                    <a:pt x="1028700" y="64077"/>
                  </a:lnTo>
                  <a:lnTo>
                    <a:pt x="1371600" y="14067"/>
                  </a:lnTo>
                  <a:lnTo>
                    <a:pt x="1714500" y="75076"/>
                  </a:lnTo>
                  <a:lnTo>
                    <a:pt x="2057400" y="0"/>
                  </a:lnTo>
                  <a:lnTo>
                    <a:pt x="2400300" y="54976"/>
                  </a:lnTo>
                  <a:lnTo>
                    <a:pt x="2743200" y="95167"/>
                  </a:lnTo>
                  <a:lnTo>
                    <a:pt x="3086100" y="57630"/>
                  </a:lnTo>
                  <a:lnTo>
                    <a:pt x="3429000" y="73040"/>
                  </a:lnTo>
                </a:path>
              </a:pathLst>
            </a:custGeom>
            <a:noFill/>
            <a:ln w="17755">
              <a:solidFill>
                <a:srgbClr val="FFFFFF"/>
              </a:solidFill>
              <a:prstDash val="solid"/>
            </a:ln>
          </p:spPr>
        </p:sp>
        <p:sp>
          <p:nvSpPr>
            <p:cNvPr id="277" name="wildfire_R_track_3_trace">
              <a:extLst>
                <a:ext uri="{FF2B5EF4-FFF2-40B4-BE49-F238E27FC236}">
                  <ns2:creationId id="{63A87208-0D83-41C1-B07C-09167A55F326}"/>
                </a:ext>
              </a:extLst>
            </p:cNvPr>
            <p:cNvSpPr>
              <a:spLocks noGrp="1"/>
            </p:cNvSpPr>
            <p:nvPr/>
          </p:nvSpPr>
          <p:spPr>
            <a:xfrm>
              <a:off x="8061579" y="1836546"/>
              <a:ext cx="3497580" cy="97070"/>
            </a:xfrm>
            <a:custGeom>
              <a:pathLst>
                <a:path w="3429000" h="95167">
                  <a:moveTo>
                    <a:pt x="0" y="80081"/>
                  </a:moveTo>
                  <a:lnTo>
                    <a:pt x="342900" y="79256"/>
                  </a:lnTo>
                  <a:lnTo>
                    <a:pt x="685800" y="77132"/>
                  </a:lnTo>
                  <a:lnTo>
                    <a:pt x="1028700" y="64077"/>
                  </a:lnTo>
                  <a:lnTo>
                    <a:pt x="1371600" y="14067"/>
                  </a:lnTo>
                  <a:lnTo>
                    <a:pt x="1714500" y="75076"/>
                  </a:lnTo>
                  <a:lnTo>
                    <a:pt x="2057400" y="0"/>
                  </a:lnTo>
                  <a:lnTo>
                    <a:pt x="2400300" y="54976"/>
                  </a:lnTo>
                  <a:lnTo>
                    <a:pt x="2743200" y="95167"/>
                  </a:lnTo>
                  <a:lnTo>
                    <a:pt x="3086100" y="57630"/>
                  </a:lnTo>
                  <a:lnTo>
                    <a:pt x="3429000" y="73040"/>
                  </a:lnTo>
                </a:path>
              </a:pathLst>
            </a:custGeom>
            <a:noFill/>
            <a:ln w="10653">
              <a:solidFill>
                <a:srgbClr val="0072B2"/>
              </a:solidFill>
              <a:prstDash val="solid"/>
            </a:ln>
          </p:spPr>
        </p:sp>
        <p:sp>
          <p:nvSpPr>
            <p:cNvPr id="278" name="wildfire_R_true_reference_3">
              <a:extLst>
                <a:ext uri="{FF2B5EF4-FFF2-40B4-BE49-F238E27FC236}">
                  <ns2:creationId id="{558FDCE0-E5EA-4EA8-9FD1-A083FFBB98EF}"/>
                </a:ext>
              </a:extLst>
            </p:cNvPr>
            <p:cNvSpPr>
              <a:spLocks noGrp="1"/>
            </p:cNvSpPr>
            <p:nvPr/>
          </p:nvSpPr>
          <p:spPr>
            <a:xfrm>
              <a:off x="8061579" y="1826943"/>
              <a:ext cx="3497580" cy="100791"/>
            </a:xfrm>
            <a:custGeom>
              <a:pathLst>
                <a:path w="3429000" h="98815">
                  <a:moveTo>
                    <a:pt x="0" y="81541"/>
                  </a:moveTo>
                  <a:lnTo>
                    <a:pt x="342900" y="82231"/>
                  </a:lnTo>
                  <a:lnTo>
                    <a:pt x="685800" y="81541"/>
                  </a:lnTo>
                  <a:lnTo>
                    <a:pt x="1028700" y="65647"/>
                  </a:lnTo>
                  <a:lnTo>
                    <a:pt x="1371600" y="73249"/>
                  </a:lnTo>
                  <a:lnTo>
                    <a:pt x="1714500" y="81541"/>
                  </a:lnTo>
                  <a:lnTo>
                    <a:pt x="2057400" y="0"/>
                  </a:lnTo>
                  <a:lnTo>
                    <a:pt x="2400300" y="58045"/>
                  </a:lnTo>
                  <a:lnTo>
                    <a:pt x="2743200" y="98815"/>
                  </a:lnTo>
                  <a:lnTo>
                    <a:pt x="3086100" y="66337"/>
                  </a:lnTo>
                  <a:lnTo>
                    <a:pt x="3429000" y="74629"/>
                  </a:lnTo>
                </a:path>
              </a:pathLst>
            </a:custGeom>
            <a:noFill/>
            <a:ln w="5918">
              <a:solidFill>
                <a:srgbClr val="0072B2"/>
              </a:solidFill>
              <a:prstDash val="dash"/>
            </a:ln>
          </p:spPr>
        </p:sp>
        <p:sp>
          <p:nvSpPr>
            <p:cNvPr id="279" name="wildfire_R_3_exact_anchor">
              <a:extLst>
                <a:ext uri="{FF2B5EF4-FFF2-40B4-BE49-F238E27FC236}">
                  <ns2:creationId id="{16171DBC-ACB0-4072-BA1F-FE610FA38706}"/>
                </a:ext>
              </a:extLst>
            </p:cNvPr>
            <p:cNvSpPr>
              <a:spLocks noGrp="1"/>
            </p:cNvSpPr>
            <p:nvPr/>
          </p:nvSpPr>
          <p:spPr>
            <a:xfrm>
              <a:off x="9771507" y="1874260"/>
              <a:ext cx="77724" cy="77724"/>
            </a:xfrm>
            <a:prstGeom prst="ellipse">
              <a:avLst/>
            </a:prstGeom>
            <a:solidFill>
              <a:srgbClr val="FFFFFF"/>
            </a:solidFill>
            <a:ln w="10653">
              <a:solidFill>
                <a:srgbClr val="0072B2"/>
              </a:solidFill>
              <a:prstDash val="solid"/>
            </a:ln>
          </p:spPr>
        </p:sp>
        <p:sp>
          <p:nvSpPr>
            <p:cNvPr id="280" name="path_136">
              <a:extLst>
                <a:ext uri="{FF2B5EF4-FFF2-40B4-BE49-F238E27FC236}">
                  <ns2:creationId id="{D8E4015F-E51F-4E2E-8D89-F37DAFD74330}"/>
                </a:ext>
              </a:extLst>
            </p:cNvPr>
            <p:cNvSpPr>
              <a:spLocks noGrp="1"/>
            </p:cNvSpPr>
            <p:nvPr/>
          </p:nvSpPr>
          <p:spPr>
            <a:xfrm>
              <a:off x="9110853" y="1356070"/>
              <a:ext cx="2448306" cy="32366"/>
            </a:xfrm>
            <a:custGeom>
              <a:pathLst>
                <a:path w="2400300" h="31731">
                  <a:moveTo>
                    <a:pt x="0" y="18754"/>
                  </a:moveTo>
                  <a:lnTo>
                    <a:pt x="342900" y="0"/>
                  </a:lnTo>
                  <a:lnTo>
                    <a:pt x="685800" y="6958"/>
                  </a:lnTo>
                  <a:lnTo>
                    <a:pt x="1028700" y="17558"/>
                  </a:lnTo>
                  <a:lnTo>
                    <a:pt x="1371600" y="31731"/>
                  </a:lnTo>
                  <a:lnTo>
                    <a:pt x="1714500" y="18628"/>
                  </a:lnTo>
                  <a:lnTo>
                    <a:pt x="2057400" y="28675"/>
                  </a:lnTo>
                  <a:lnTo>
                    <a:pt x="2400300" y="27525"/>
                  </a:lnTo>
                </a:path>
              </a:pathLst>
            </a:custGeom>
            <a:noFill/>
            <a:ln w="17755">
              <a:solidFill>
                <a:srgbClr val="FFFFFF"/>
              </a:solidFill>
              <a:prstDash val="solid"/>
            </a:ln>
          </p:spPr>
        </p:sp>
        <p:sp>
          <p:nvSpPr>
            <p:cNvPr id="281" name="wildfire_R_track_48_trace">
              <a:extLst>
                <a:ext uri="{FF2B5EF4-FFF2-40B4-BE49-F238E27FC236}">
                  <ns2:creationId id="{6F21D3A1-174B-42DD-8E8E-5296C41AF103}"/>
                </a:ext>
              </a:extLst>
            </p:cNvPr>
            <p:cNvSpPr>
              <a:spLocks noGrp="1"/>
            </p:cNvSpPr>
            <p:nvPr/>
          </p:nvSpPr>
          <p:spPr>
            <a:xfrm>
              <a:off x="9110853" y="1356070"/>
              <a:ext cx="2448306" cy="32366"/>
            </a:xfrm>
            <a:custGeom>
              <a:pathLst>
                <a:path w="2400300" h="31731">
                  <a:moveTo>
                    <a:pt x="0" y="18754"/>
                  </a:moveTo>
                  <a:lnTo>
                    <a:pt x="342900" y="0"/>
                  </a:lnTo>
                  <a:lnTo>
                    <a:pt x="685800" y="6958"/>
                  </a:lnTo>
                  <a:lnTo>
                    <a:pt x="1028700" y="17558"/>
                  </a:lnTo>
                  <a:lnTo>
                    <a:pt x="1371600" y="31731"/>
                  </a:lnTo>
                  <a:lnTo>
                    <a:pt x="1714500" y="18628"/>
                  </a:lnTo>
                  <a:lnTo>
                    <a:pt x="2057400" y="28675"/>
                  </a:lnTo>
                  <a:lnTo>
                    <a:pt x="2400300" y="27525"/>
                  </a:lnTo>
                </a:path>
              </a:pathLst>
            </a:custGeom>
            <a:noFill/>
            <a:ln w="10653">
              <a:solidFill>
                <a:srgbClr val="D55E00"/>
              </a:solidFill>
              <a:prstDash val="solid"/>
            </a:ln>
          </p:spPr>
        </p:sp>
        <p:sp>
          <p:nvSpPr>
            <p:cNvPr id="282" name="wildfire_R_true_reference_48">
              <a:extLst>
                <a:ext uri="{FF2B5EF4-FFF2-40B4-BE49-F238E27FC236}">
                  <ns2:creationId id="{E7C0088A-BEB6-4F1B-BB6B-A280F57ACA53}"/>
                </a:ext>
              </a:extLst>
            </p:cNvPr>
            <p:cNvSpPr>
              <a:spLocks noGrp="1"/>
            </p:cNvSpPr>
            <p:nvPr/>
          </p:nvSpPr>
          <p:spPr>
            <a:xfrm>
              <a:off x="9110853" y="1383582"/>
              <a:ext cx="2448306" cy="8458"/>
            </a:xfrm>
            <a:custGeom>
              <a:pathLst>
                <a:path w="2400300" h="8292">
                  <a:moveTo>
                    <a:pt x="0" y="0"/>
                  </a:moveTo>
                  <a:lnTo>
                    <a:pt x="342900" y="0"/>
                  </a:lnTo>
                  <a:lnTo>
                    <a:pt x="685800" y="0"/>
                  </a:lnTo>
                  <a:lnTo>
                    <a:pt x="1028700" y="0"/>
                  </a:lnTo>
                  <a:lnTo>
                    <a:pt x="1371600" y="8292"/>
                  </a:lnTo>
                  <a:lnTo>
                    <a:pt x="1714500" y="0"/>
                  </a:lnTo>
                  <a:lnTo>
                    <a:pt x="2057400" y="0"/>
                  </a:lnTo>
                  <a:lnTo>
                    <a:pt x="2400300" y="0"/>
                  </a:lnTo>
                </a:path>
              </a:pathLst>
            </a:custGeom>
            <a:noFill/>
            <a:ln w="5918">
              <a:solidFill>
                <a:srgbClr val="D55E00"/>
              </a:solidFill>
              <a:prstDash val="dash"/>
            </a:ln>
          </p:spPr>
        </p:sp>
        <p:sp>
          <p:nvSpPr>
            <p:cNvPr id="283" name="wildfire_R_48_exact_anchor">
              <a:extLst>
                <a:ext uri="{FF2B5EF4-FFF2-40B4-BE49-F238E27FC236}">
                  <ns2:creationId id="{868D62A8-2F70-437D-84C4-42F3389847B1}"/>
                </a:ext>
              </a:extLst>
            </p:cNvPr>
            <p:cNvSpPr>
              <a:spLocks noGrp="1"/>
            </p:cNvSpPr>
            <p:nvPr/>
          </p:nvSpPr>
          <p:spPr>
            <a:xfrm>
              <a:off x="9771507" y="1324305"/>
              <a:ext cx="77724" cy="77724"/>
            </a:xfrm>
            <a:prstGeom prst="ellipse">
              <a:avLst/>
            </a:prstGeom>
            <a:solidFill>
              <a:srgbClr val="FFFFFF"/>
            </a:solidFill>
            <a:ln w="10653">
              <a:solidFill>
                <a:srgbClr val="D55E00"/>
              </a:solidFill>
              <a:prstDash val="solid"/>
            </a:ln>
          </p:spPr>
        </p:sp>
        <p:sp>
          <p:nvSpPr>
            <p:cNvPr id="284" name="path_142">
              <a:extLst>
                <a:ext uri="{FF2B5EF4-FFF2-40B4-BE49-F238E27FC236}">
                  <ns2:creationId id="{78178995-D39E-456F-97D0-35D9B1A45575}"/>
                </a:ext>
              </a:extLst>
            </p:cNvPr>
            <p:cNvSpPr>
              <a:spLocks noGrp="1"/>
            </p:cNvSpPr>
            <p:nvPr/>
          </p:nvSpPr>
          <p:spPr>
            <a:xfrm>
              <a:off x="9460611" y="1604961"/>
              <a:ext cx="699516" cy="60270"/>
            </a:xfrm>
            <a:custGeom>
              <a:pathLst>
                <a:path w="685800" h="59088">
                  <a:moveTo>
                    <a:pt x="0" y="0"/>
                  </a:moveTo>
                  <a:lnTo>
                    <a:pt x="342900" y="46045"/>
                  </a:lnTo>
                  <a:lnTo>
                    <a:pt x="685800" y="59088"/>
                  </a:lnTo>
                </a:path>
              </a:pathLst>
            </a:custGeom>
            <a:noFill/>
            <a:ln w="17755">
              <a:solidFill>
                <a:srgbClr val="FFFFFF"/>
              </a:solidFill>
              <a:prstDash val="solid"/>
            </a:ln>
          </p:spPr>
        </p:sp>
        <p:sp>
          <p:nvSpPr>
            <p:cNvPr id="285" name="wildfire_R_track_52_trace">
              <a:extLst>
                <a:ext uri="{FF2B5EF4-FFF2-40B4-BE49-F238E27FC236}">
                  <ns2:creationId id="{A45B6052-8983-4BB1-AAF9-50F6A2425429}"/>
                </a:ext>
              </a:extLst>
            </p:cNvPr>
            <p:cNvSpPr>
              <a:spLocks noGrp="1"/>
            </p:cNvSpPr>
            <p:nvPr/>
          </p:nvSpPr>
          <p:spPr>
            <a:xfrm>
              <a:off x="9460611" y="1604961"/>
              <a:ext cx="699516" cy="60270"/>
            </a:xfrm>
            <a:custGeom>
              <a:pathLst>
                <a:path w="685800" h="59088">
                  <a:moveTo>
                    <a:pt x="0" y="0"/>
                  </a:moveTo>
                  <a:lnTo>
                    <a:pt x="342900" y="46045"/>
                  </a:lnTo>
                  <a:lnTo>
                    <a:pt x="685800" y="59088"/>
                  </a:lnTo>
                </a:path>
              </a:pathLst>
            </a:custGeom>
            <a:noFill/>
            <a:ln w="10653">
              <a:solidFill>
                <a:srgbClr val="009E73"/>
              </a:solidFill>
              <a:prstDash val="solid"/>
            </a:ln>
          </p:spPr>
        </p:sp>
        <p:sp>
          <p:nvSpPr>
            <p:cNvPr id="286" name="wildfire_R_true_reference_52">
              <a:extLst>
                <a:ext uri="{FF2B5EF4-FFF2-40B4-BE49-F238E27FC236}">
                  <ns2:creationId id="{808D67F4-D9A2-4A2D-A4A7-DAD5C9F20EE2}"/>
                </a:ext>
              </a:extLst>
            </p:cNvPr>
            <p:cNvSpPr>
              <a:spLocks noGrp="1"/>
            </p:cNvSpPr>
            <p:nvPr/>
          </p:nvSpPr>
          <p:spPr>
            <a:xfrm>
              <a:off x="9460611" y="1655628"/>
              <a:ext cx="699516" cy="97"/>
            </a:xfrm>
            <a:custGeom>
              <a:pathLst>
                <a:path w="685800" h="95">
                  <a:moveTo>
                    <a:pt x="0" y="0"/>
                  </a:moveTo>
                  <a:lnTo>
                    <a:pt x="342900" y="0"/>
                  </a:lnTo>
                  <a:lnTo>
                    <a:pt x="685800" y="0"/>
                  </a:lnTo>
                </a:path>
              </a:pathLst>
            </a:custGeom>
            <a:noFill/>
            <a:ln w="5918">
              <a:solidFill>
                <a:srgbClr val="009E73"/>
              </a:solidFill>
              <a:prstDash val="dash"/>
            </a:ln>
          </p:spPr>
        </p:sp>
        <p:sp>
          <p:nvSpPr>
            <p:cNvPr id="287" name="wildfire_R_52_exact_anchor">
              <a:extLst>
                <a:ext uri="{FF2B5EF4-FFF2-40B4-BE49-F238E27FC236}">
                  <ns2:creationId id="{74D189A4-1401-40A3-8A18-F7C6A7A01DEE}"/>
                </a:ext>
              </a:extLst>
            </p:cNvPr>
            <p:cNvSpPr>
              <a:spLocks noGrp="1"/>
            </p:cNvSpPr>
            <p:nvPr/>
          </p:nvSpPr>
          <p:spPr>
            <a:xfrm>
              <a:off x="9771507" y="1613065"/>
              <a:ext cx="77724" cy="77724"/>
            </a:xfrm>
            <a:prstGeom prst="ellipse">
              <a:avLst/>
            </a:prstGeom>
            <a:solidFill>
              <a:srgbClr val="FFFFFF"/>
            </a:solidFill>
            <a:ln w="10653">
              <a:solidFill>
                <a:srgbClr val="009E73"/>
              </a:solidFill>
              <a:prstDash val="solid"/>
            </a:ln>
          </p:spPr>
        </p:sp>
        <p:sp>
          <p:nvSpPr>
            <p:cNvPr id="288" name="rect_148">
              <a:extLst>
                <a:ext uri="{FF2B5EF4-FFF2-40B4-BE49-F238E27FC236}">
                  <ns2:creationId id="{F30F036B-0B07-4EF2-8605-51B6025B4164}"/>
                </a:ext>
              </a:extLst>
            </p:cNvPr>
            <p:cNvSpPr>
              <a:spLocks noGrp="1"/>
            </p:cNvSpPr>
            <p:nvPr/>
          </p:nvSpPr>
          <p:spPr>
            <a:xfrm>
              <a:off x="3868636" y="1304925"/>
              <a:ext cx="2201532" cy="680085"/>
            </a:xfrm>
            <a:prstGeom prst="rect">
              <a:avLst/>
            </a:prstGeom>
            <a:noFill/>
            <a:ln w="7102">
              <a:solidFill>
                <a:srgbClr val="263238"/>
              </a:solidFill>
              <a:prstDash val="solid"/>
            </a:ln>
          </p:spPr>
        </p:sp>
        <p:sp>
          <p:nvSpPr>
            <p:cNvPr id="289" name="P A endpoint leader">
              <a:extLst>
                <a:ext uri="{FF2B5EF4-FFF2-40B4-BE49-F238E27FC236}">
                  <ns2:creationId id="{BC5352A1-D420-4B95-A62D-4E5C612B2C2E}"/>
                </a:ext>
              </a:extLst>
            </p:cNvPr>
            <p:cNvSpPr>
              <a:spLocks noGrp="1"/>
            </p:cNvSpPr>
            <p:nvPr/>
          </p:nvSpPr>
          <p:spPr>
            <a:xfrm>
              <a:off x="11588305" y="1017970"/>
              <a:ext cx="204026" cy="97"/>
            </a:xfrm>
            <a:custGeom>
              <a:pathLst>
                <a:path w="200025" h="95">
                  <a:moveTo>
                    <a:pt x="0" y="0"/>
                  </a:moveTo>
                  <a:lnTo>
                    <a:pt x="200025" y="0"/>
                  </a:lnTo>
                </a:path>
              </a:pathLst>
            </a:custGeom>
            <a:noFill/>
            <a:ln w="5327">
              <a:solidFill>
                <a:srgbClr val="0072B2"/>
              </a:solidFill>
            </a:ln>
          </p:spPr>
        </p:sp>
        <p:sp>
          <p:nvSpPr>
            <p:cNvPr id="290" name="A">
              <a:extLst>
                <a:ext uri="{FF2B5EF4-FFF2-40B4-BE49-F238E27FC236}">
                  <ns2:creationId id="{0C52274B-C778-485C-B07C-F5652F4FDE82}"/>
                </a:ext>
              </a:extLst>
            </p:cNvPr>
            <p:cNvSpPr>
              <a:spLocks noGrp="1"/>
            </p:cNvSpPr>
            <p:nvPr/>
          </p:nvSpPr>
          <p:spPr>
            <a:xfrm>
              <a:off x="11821478" y="911100"/>
              <a:ext cx="252603" cy="213741"/>
            </a:xfrm>
            <a:prstGeom prst="rect">
              <a:avLst/>
            </a:prstGeom>
            <a:noFill/>
            <a:ln w="0">
              <a:noFill/>
            </a:ln>
          </p:spPr>
          <p:txBody>
            <a:bodyPr wrap="none" lIns="0" tIns="0" rIns="0" bIns="0" anchor="ctr">
              <a:noAutofit/>
            </a:bodyPr>
            <a:lstStyle>
              <a:defPPr algn="l">
                <a:defRPr sz="792" b="1">
                  <a:solidFill>
                    <a:srgbClr val="0072B2"/>
                  </a:solidFill>
                  <a:latin typeface="Arial"/>
                  <a:ea typeface="Arial"/>
                  <a:cs typeface="Arial"/>
                </a:defRPr>
              </a:defPPr>
              <a:lvl1pPr algn="l">
                <a:defRPr sz="792" b="1">
                  <a:solidFill>
                    <a:srgbClr val="0072B2"/>
                  </a:solidFill>
                  <a:latin typeface="Arial"/>
                  <a:ea typeface="Arial"/>
                  <a:cs typeface="Arial"/>
                </a:defRPr>
              </a:lvl1pPr>
              <a:lvl2pPr algn="l">
                <a:defRPr sz="792" b="1">
                  <a:solidFill>
                    <a:srgbClr val="0072B2"/>
                  </a:solidFill>
                  <a:latin typeface="Arial"/>
                  <a:ea typeface="Arial"/>
                  <a:cs typeface="Arial"/>
                </a:defRPr>
              </a:lvl2pPr>
              <a:lvl3pPr algn="l">
                <a:defRPr sz="792" b="1">
                  <a:solidFill>
                    <a:srgbClr val="0072B2"/>
                  </a:solidFill>
                  <a:latin typeface="Arial"/>
                  <a:ea typeface="Arial"/>
                  <a:cs typeface="Arial"/>
                </a:defRPr>
              </a:lvl3pPr>
              <a:lvl4pPr algn="l">
                <a:defRPr sz="792" b="1">
                  <a:solidFill>
                    <a:srgbClr val="0072B2"/>
                  </a:solidFill>
                  <a:latin typeface="Arial"/>
                  <a:ea typeface="Arial"/>
                  <a:cs typeface="Arial"/>
                </a:defRPr>
              </a:lvl4pPr>
              <a:lvl5pPr algn="l">
                <a:defRPr sz="792" b="1">
                  <a:solidFill>
                    <a:srgbClr val="0072B2"/>
                  </a:solidFill>
                  <a:latin typeface="Arial"/>
                  <a:ea typeface="Arial"/>
                  <a:cs typeface="Arial"/>
                </a:defRPr>
              </a:lvl5pPr>
              <a:lvl6pPr algn="l">
                <a:defRPr sz="792" b="1">
                  <a:solidFill>
                    <a:srgbClr val="0072B2"/>
                  </a:solidFill>
                  <a:latin typeface="Arial"/>
                  <a:ea typeface="Arial"/>
                  <a:cs typeface="Arial"/>
                </a:defRPr>
              </a:lvl6pPr>
              <a:lvl7pPr algn="l">
                <a:defRPr sz="792" b="1">
                  <a:solidFill>
                    <a:srgbClr val="0072B2"/>
                  </a:solidFill>
                  <a:latin typeface="Arial"/>
                  <a:ea typeface="Arial"/>
                  <a:cs typeface="Arial"/>
                </a:defRPr>
              </a:lvl7pPr>
              <a:lvl8pPr algn="l">
                <a:defRPr sz="792" b="1">
                  <a:solidFill>
                    <a:srgbClr val="0072B2"/>
                  </a:solidFill>
                  <a:latin typeface="Arial"/>
                  <a:ea typeface="Arial"/>
                  <a:cs typeface="Arial"/>
                </a:defRPr>
              </a:lvl8pPr>
              <a:lvl9pPr algn="l">
                <a:defRPr sz="792" b="1">
                  <a:solidFill>
                    <a:srgbClr val="0072B2"/>
                  </a:solidFill>
                  <a:latin typeface="Arial"/>
                  <a:ea typeface="Arial"/>
                  <a:cs typeface="Arial"/>
                </a:defRPr>
              </a:lvl9pPr>
            </a:lstStyle>
            <a:p>
              <a:pPr algn="l">
                <a:defRPr sz="792" b="1">
                  <a:solidFill>
                    <a:srgbClr val="0072B2"/>
                  </a:solidFill>
                  <a:latin typeface="Arial"/>
                  <a:ea typeface="Arial"/>
                  <a:cs typeface="Arial"/>
                </a:defRPr>
              </a:pPr>
              <a:r>
                <a:rPr sz="792" b="1">
                  <a:solidFill>
                    <a:srgbClr val="0072B2"/>
                  </a:solidFill>
                  <a:latin typeface="Arial"/>
                  <a:ea typeface="Arial"/>
                  <a:cs typeface="Arial"/>
                </a:rPr>
                <a:t>A</a:t>
              </a:r>
            </a:p>
          </p:txBody>
        </p:sp>
        <p:sp>
          <p:nvSpPr>
            <p:cNvPr id="291" name="P B endpoint leader">
              <a:extLst>
                <a:ext uri="{FF2B5EF4-FFF2-40B4-BE49-F238E27FC236}">
                  <ns2:creationId id="{93011C28-CD4E-442A-AA9B-900C2B25F984}"/>
                </a:ext>
              </a:extLst>
            </p:cNvPr>
            <p:cNvSpPr>
              <a:spLocks noGrp="1"/>
            </p:cNvSpPr>
            <p:nvPr/>
          </p:nvSpPr>
          <p:spPr>
            <a:xfrm>
              <a:off x="11588305" y="608274"/>
              <a:ext cx="204026" cy="97"/>
            </a:xfrm>
            <a:custGeom>
              <a:pathLst>
                <a:path w="200025" h="95">
                  <a:moveTo>
                    <a:pt x="0" y="0"/>
                  </a:moveTo>
                  <a:lnTo>
                    <a:pt x="200025" y="0"/>
                  </a:lnTo>
                </a:path>
              </a:pathLst>
            </a:custGeom>
            <a:noFill/>
            <a:ln w="5327">
              <a:solidFill>
                <a:srgbClr val="D55E00"/>
              </a:solidFill>
            </a:ln>
          </p:spPr>
        </p:sp>
        <p:sp>
          <p:nvSpPr>
            <p:cNvPr id="292" name="B">
              <a:extLst>
                <a:ext uri="{FF2B5EF4-FFF2-40B4-BE49-F238E27FC236}">
                  <ns2:creationId id="{BA012CFE-AC02-4C61-A74B-C052527E1933}"/>
                </a:ext>
              </a:extLst>
            </p:cNvPr>
            <p:cNvSpPr>
              <a:spLocks noGrp="1"/>
            </p:cNvSpPr>
            <p:nvPr/>
          </p:nvSpPr>
          <p:spPr>
            <a:xfrm>
              <a:off x="11821478" y="501404"/>
              <a:ext cx="252603" cy="213741"/>
            </a:xfrm>
            <a:prstGeom prst="rect">
              <a:avLst/>
            </a:prstGeom>
            <a:noFill/>
            <a:ln w="0">
              <a:noFill/>
            </a:ln>
          </p:spPr>
          <p:txBody>
            <a:bodyPr wrap="none" lIns="0" tIns="0" rIns="0" bIns="0" anchor="ctr">
              <a:noAutofit/>
            </a:bodyPr>
            <a:lstStyle>
              <a:defPPr algn="l">
                <a:defRPr sz="792" b="1">
                  <a:solidFill>
                    <a:srgbClr val="D55E00"/>
                  </a:solidFill>
                  <a:latin typeface="Arial"/>
                  <a:ea typeface="Arial"/>
                  <a:cs typeface="Arial"/>
                </a:defRPr>
              </a:defPPr>
              <a:lvl1pPr algn="l">
                <a:defRPr sz="792" b="1">
                  <a:solidFill>
                    <a:srgbClr val="D55E00"/>
                  </a:solidFill>
                  <a:latin typeface="Arial"/>
                  <a:ea typeface="Arial"/>
                  <a:cs typeface="Arial"/>
                </a:defRPr>
              </a:lvl1pPr>
              <a:lvl2pPr algn="l">
                <a:defRPr sz="792" b="1">
                  <a:solidFill>
                    <a:srgbClr val="D55E00"/>
                  </a:solidFill>
                  <a:latin typeface="Arial"/>
                  <a:ea typeface="Arial"/>
                  <a:cs typeface="Arial"/>
                </a:defRPr>
              </a:lvl2pPr>
              <a:lvl3pPr algn="l">
                <a:defRPr sz="792" b="1">
                  <a:solidFill>
                    <a:srgbClr val="D55E00"/>
                  </a:solidFill>
                  <a:latin typeface="Arial"/>
                  <a:ea typeface="Arial"/>
                  <a:cs typeface="Arial"/>
                </a:defRPr>
              </a:lvl3pPr>
              <a:lvl4pPr algn="l">
                <a:defRPr sz="792" b="1">
                  <a:solidFill>
                    <a:srgbClr val="D55E00"/>
                  </a:solidFill>
                  <a:latin typeface="Arial"/>
                  <a:ea typeface="Arial"/>
                  <a:cs typeface="Arial"/>
                </a:defRPr>
              </a:lvl4pPr>
              <a:lvl5pPr algn="l">
                <a:defRPr sz="792" b="1">
                  <a:solidFill>
                    <a:srgbClr val="D55E00"/>
                  </a:solidFill>
                  <a:latin typeface="Arial"/>
                  <a:ea typeface="Arial"/>
                  <a:cs typeface="Arial"/>
                </a:defRPr>
              </a:lvl5pPr>
              <a:lvl6pPr algn="l">
                <a:defRPr sz="792" b="1">
                  <a:solidFill>
                    <a:srgbClr val="D55E00"/>
                  </a:solidFill>
                  <a:latin typeface="Arial"/>
                  <a:ea typeface="Arial"/>
                  <a:cs typeface="Arial"/>
                </a:defRPr>
              </a:lvl6pPr>
              <a:lvl7pPr algn="l">
                <a:defRPr sz="792" b="1">
                  <a:solidFill>
                    <a:srgbClr val="D55E00"/>
                  </a:solidFill>
                  <a:latin typeface="Arial"/>
                  <a:ea typeface="Arial"/>
                  <a:cs typeface="Arial"/>
                </a:defRPr>
              </a:lvl7pPr>
              <a:lvl8pPr algn="l">
                <a:defRPr sz="792" b="1">
                  <a:solidFill>
                    <a:srgbClr val="D55E00"/>
                  </a:solidFill>
                  <a:latin typeface="Arial"/>
                  <a:ea typeface="Arial"/>
                  <a:cs typeface="Arial"/>
                </a:defRPr>
              </a:lvl8pPr>
              <a:lvl9pPr algn="l">
                <a:defRPr sz="792" b="1">
                  <a:solidFill>
                    <a:srgbClr val="D55E00"/>
                  </a:solidFill>
                  <a:latin typeface="Arial"/>
                  <a:ea typeface="Arial"/>
                  <a:cs typeface="Arial"/>
                </a:defRPr>
              </a:lvl9pPr>
            </a:lstStyle>
            <a:p>
              <a:pPr algn="l">
                <a:defRPr sz="792" b="1">
                  <a:solidFill>
                    <a:srgbClr val="D55E00"/>
                  </a:solidFill>
                  <a:latin typeface="Arial"/>
                  <a:ea typeface="Arial"/>
                  <a:cs typeface="Arial"/>
                </a:defRPr>
              </a:pPr>
              <a:r>
                <a:rPr sz="792" b="1">
                  <a:solidFill>
                    <a:srgbClr val="D55E00"/>
                  </a:solidFill>
                  <a:latin typeface="Arial"/>
                  <a:ea typeface="Arial"/>
                  <a:cs typeface="Arial"/>
                </a:rPr>
                <a:t>B</a:t>
              </a:r>
            </a:p>
          </p:txBody>
        </p:sp>
        <p:sp>
          <p:nvSpPr>
            <p:cNvPr id="293" name="P C endpoint leader">
              <a:extLst>
                <a:ext uri="{FF2B5EF4-FFF2-40B4-BE49-F238E27FC236}">
                  <ns2:creationId id="{4EF5E1A5-82C3-4E0A-B0B8-08DE4C91AAB4}"/>
                </a:ext>
              </a:extLst>
            </p:cNvPr>
            <p:cNvSpPr>
              <a:spLocks noGrp="1"/>
            </p:cNvSpPr>
            <p:nvPr/>
          </p:nvSpPr>
          <p:spPr>
            <a:xfrm>
              <a:off x="10189274" y="854901"/>
              <a:ext cx="68008" cy="97"/>
            </a:xfrm>
            <a:custGeom>
              <a:pathLst>
                <a:path w="66675" h="95">
                  <a:moveTo>
                    <a:pt x="0" y="0"/>
                  </a:moveTo>
                  <a:lnTo>
                    <a:pt x="66675" y="0"/>
                  </a:lnTo>
                </a:path>
              </a:pathLst>
            </a:custGeom>
            <a:noFill/>
            <a:ln w="5327">
              <a:solidFill>
                <a:srgbClr val="009E73"/>
              </a:solidFill>
            </a:ln>
          </p:spPr>
        </p:sp>
        <p:sp>
          <p:nvSpPr>
            <p:cNvPr id="294" name="C">
              <a:extLst>
                <a:ext uri="{FF2B5EF4-FFF2-40B4-BE49-F238E27FC236}">
                  <ns2:creationId id="{DC096426-CBBC-4C78-B2B4-40E2747C7646}"/>
                </a:ext>
              </a:extLst>
            </p:cNvPr>
            <p:cNvSpPr>
              <a:spLocks noGrp="1"/>
            </p:cNvSpPr>
            <p:nvPr/>
          </p:nvSpPr>
          <p:spPr>
            <a:xfrm>
              <a:off x="10286428" y="748030"/>
              <a:ext cx="252603" cy="213741"/>
            </a:xfrm>
            <a:prstGeom prst="rect">
              <a:avLst/>
            </a:prstGeom>
            <a:noFill/>
            <a:ln w="0">
              <a:noFill/>
            </a:ln>
          </p:spPr>
          <p:txBody>
            <a:bodyPr wrap="none" lIns="0" tIns="0" rIns="0" bIns="0" anchor="ctr">
              <a:noAutofit/>
            </a:bodyPr>
            <a:lstStyle>
              <a:defPPr algn="l">
                <a:defRPr sz="792" b="1">
                  <a:solidFill>
                    <a:srgbClr val="009E73"/>
                  </a:solidFill>
                  <a:latin typeface="Arial"/>
                  <a:ea typeface="Arial"/>
                  <a:cs typeface="Arial"/>
                </a:defRPr>
              </a:defPPr>
              <a:lvl1pPr algn="l">
                <a:defRPr sz="792" b="1">
                  <a:solidFill>
                    <a:srgbClr val="009E73"/>
                  </a:solidFill>
                  <a:latin typeface="Arial"/>
                  <a:ea typeface="Arial"/>
                  <a:cs typeface="Arial"/>
                </a:defRPr>
              </a:lvl1pPr>
              <a:lvl2pPr algn="l">
                <a:defRPr sz="792" b="1">
                  <a:solidFill>
                    <a:srgbClr val="009E73"/>
                  </a:solidFill>
                  <a:latin typeface="Arial"/>
                  <a:ea typeface="Arial"/>
                  <a:cs typeface="Arial"/>
                </a:defRPr>
              </a:lvl2pPr>
              <a:lvl3pPr algn="l">
                <a:defRPr sz="792" b="1">
                  <a:solidFill>
                    <a:srgbClr val="009E73"/>
                  </a:solidFill>
                  <a:latin typeface="Arial"/>
                  <a:ea typeface="Arial"/>
                  <a:cs typeface="Arial"/>
                </a:defRPr>
              </a:lvl3pPr>
              <a:lvl4pPr algn="l">
                <a:defRPr sz="792" b="1">
                  <a:solidFill>
                    <a:srgbClr val="009E73"/>
                  </a:solidFill>
                  <a:latin typeface="Arial"/>
                  <a:ea typeface="Arial"/>
                  <a:cs typeface="Arial"/>
                </a:defRPr>
              </a:lvl4pPr>
              <a:lvl5pPr algn="l">
                <a:defRPr sz="792" b="1">
                  <a:solidFill>
                    <a:srgbClr val="009E73"/>
                  </a:solidFill>
                  <a:latin typeface="Arial"/>
                  <a:ea typeface="Arial"/>
                  <a:cs typeface="Arial"/>
                </a:defRPr>
              </a:lvl5pPr>
              <a:lvl6pPr algn="l">
                <a:defRPr sz="792" b="1">
                  <a:solidFill>
                    <a:srgbClr val="009E73"/>
                  </a:solidFill>
                  <a:latin typeface="Arial"/>
                  <a:ea typeface="Arial"/>
                  <a:cs typeface="Arial"/>
                </a:defRPr>
              </a:lvl6pPr>
              <a:lvl7pPr algn="l">
                <a:defRPr sz="792" b="1">
                  <a:solidFill>
                    <a:srgbClr val="009E73"/>
                  </a:solidFill>
                  <a:latin typeface="Arial"/>
                  <a:ea typeface="Arial"/>
                  <a:cs typeface="Arial"/>
                </a:defRPr>
              </a:lvl7pPr>
              <a:lvl8pPr algn="l">
                <a:defRPr sz="792" b="1">
                  <a:solidFill>
                    <a:srgbClr val="009E73"/>
                  </a:solidFill>
                  <a:latin typeface="Arial"/>
                  <a:ea typeface="Arial"/>
                  <a:cs typeface="Arial"/>
                </a:defRPr>
              </a:lvl8pPr>
              <a:lvl9pPr algn="l">
                <a:defRPr sz="792" b="1">
                  <a:solidFill>
                    <a:srgbClr val="009E73"/>
                  </a:solidFill>
                  <a:latin typeface="Arial"/>
                  <a:ea typeface="Arial"/>
                  <a:cs typeface="Arial"/>
                </a:defRPr>
              </a:lvl9pPr>
            </a:lstStyle>
            <a:p>
              <a:pPr algn="l">
                <a:defRPr sz="792" b="1">
                  <a:solidFill>
                    <a:srgbClr val="009E73"/>
                  </a:solidFill>
                  <a:latin typeface="Arial"/>
                  <a:ea typeface="Arial"/>
                  <a:cs typeface="Arial"/>
                </a:defRPr>
              </a:pPr>
              <a:r>
                <a:rPr sz="792" b="1">
                  <a:solidFill>
                    <a:srgbClr val="009E73"/>
                  </a:solidFill>
                  <a:latin typeface="Arial"/>
                  <a:ea typeface="Arial"/>
                  <a:cs typeface="Arial"/>
                </a:rPr>
                <a:t>C</a:t>
              </a:r>
            </a:p>
          </p:txBody>
        </p:sp>
        <p:sp>
          <p:nvSpPr>
            <p:cNvPr id="295" name="R A endpoint leader">
              <a:extLst>
                <a:ext uri="{FF2B5EF4-FFF2-40B4-BE49-F238E27FC236}">
                  <ns2:creationId id="{4789B523-5AB2-4B2D-B469-B8296A15818E}"/>
                </a:ext>
              </a:extLst>
            </p:cNvPr>
            <p:cNvSpPr>
              <a:spLocks noGrp="1"/>
            </p:cNvSpPr>
            <p:nvPr/>
          </p:nvSpPr>
          <p:spPr>
            <a:xfrm>
              <a:off x="11588305" y="1911046"/>
              <a:ext cx="204026" cy="97"/>
            </a:xfrm>
            <a:custGeom>
              <a:pathLst>
                <a:path w="200025" h="95">
                  <a:moveTo>
                    <a:pt x="0" y="0"/>
                  </a:moveTo>
                  <a:lnTo>
                    <a:pt x="200025" y="0"/>
                  </a:lnTo>
                </a:path>
              </a:pathLst>
            </a:custGeom>
            <a:noFill/>
            <a:ln w="5327">
              <a:solidFill>
                <a:srgbClr val="0072B2"/>
              </a:solidFill>
            </a:ln>
          </p:spPr>
        </p:sp>
        <p:sp>
          <p:nvSpPr>
            <p:cNvPr id="296" name="A">
              <a:extLst>
                <a:ext uri="{FF2B5EF4-FFF2-40B4-BE49-F238E27FC236}">
                  <ns2:creationId id="{6AC2726B-34B6-4D49-9D53-61BCD6C25CB9}"/>
                </a:ext>
              </a:extLst>
            </p:cNvPr>
            <p:cNvSpPr>
              <a:spLocks noGrp="1"/>
            </p:cNvSpPr>
            <p:nvPr/>
          </p:nvSpPr>
          <p:spPr>
            <a:xfrm>
              <a:off x="11821478" y="1804175"/>
              <a:ext cx="252603" cy="213741"/>
            </a:xfrm>
            <a:prstGeom prst="rect">
              <a:avLst/>
            </a:prstGeom>
            <a:noFill/>
            <a:ln w="0">
              <a:noFill/>
            </a:ln>
          </p:spPr>
          <p:txBody>
            <a:bodyPr wrap="none" lIns="0" tIns="0" rIns="0" bIns="0" anchor="ctr">
              <a:noAutofit/>
            </a:bodyPr>
            <a:lstStyle>
              <a:defPPr algn="l">
                <a:defRPr sz="792" b="1">
                  <a:solidFill>
                    <a:srgbClr val="0072B2"/>
                  </a:solidFill>
                  <a:latin typeface="Arial"/>
                  <a:ea typeface="Arial"/>
                  <a:cs typeface="Arial"/>
                </a:defRPr>
              </a:defPPr>
              <a:lvl1pPr algn="l">
                <a:defRPr sz="792" b="1">
                  <a:solidFill>
                    <a:srgbClr val="0072B2"/>
                  </a:solidFill>
                  <a:latin typeface="Arial"/>
                  <a:ea typeface="Arial"/>
                  <a:cs typeface="Arial"/>
                </a:defRPr>
              </a:lvl1pPr>
              <a:lvl2pPr algn="l">
                <a:defRPr sz="792" b="1">
                  <a:solidFill>
                    <a:srgbClr val="0072B2"/>
                  </a:solidFill>
                  <a:latin typeface="Arial"/>
                  <a:ea typeface="Arial"/>
                  <a:cs typeface="Arial"/>
                </a:defRPr>
              </a:lvl2pPr>
              <a:lvl3pPr algn="l">
                <a:defRPr sz="792" b="1">
                  <a:solidFill>
                    <a:srgbClr val="0072B2"/>
                  </a:solidFill>
                  <a:latin typeface="Arial"/>
                  <a:ea typeface="Arial"/>
                  <a:cs typeface="Arial"/>
                </a:defRPr>
              </a:lvl3pPr>
              <a:lvl4pPr algn="l">
                <a:defRPr sz="792" b="1">
                  <a:solidFill>
                    <a:srgbClr val="0072B2"/>
                  </a:solidFill>
                  <a:latin typeface="Arial"/>
                  <a:ea typeface="Arial"/>
                  <a:cs typeface="Arial"/>
                </a:defRPr>
              </a:lvl4pPr>
              <a:lvl5pPr algn="l">
                <a:defRPr sz="792" b="1">
                  <a:solidFill>
                    <a:srgbClr val="0072B2"/>
                  </a:solidFill>
                  <a:latin typeface="Arial"/>
                  <a:ea typeface="Arial"/>
                  <a:cs typeface="Arial"/>
                </a:defRPr>
              </a:lvl5pPr>
              <a:lvl6pPr algn="l">
                <a:defRPr sz="792" b="1">
                  <a:solidFill>
                    <a:srgbClr val="0072B2"/>
                  </a:solidFill>
                  <a:latin typeface="Arial"/>
                  <a:ea typeface="Arial"/>
                  <a:cs typeface="Arial"/>
                </a:defRPr>
              </a:lvl6pPr>
              <a:lvl7pPr algn="l">
                <a:defRPr sz="792" b="1">
                  <a:solidFill>
                    <a:srgbClr val="0072B2"/>
                  </a:solidFill>
                  <a:latin typeface="Arial"/>
                  <a:ea typeface="Arial"/>
                  <a:cs typeface="Arial"/>
                </a:defRPr>
              </a:lvl7pPr>
              <a:lvl8pPr algn="l">
                <a:defRPr sz="792" b="1">
                  <a:solidFill>
                    <a:srgbClr val="0072B2"/>
                  </a:solidFill>
                  <a:latin typeface="Arial"/>
                  <a:ea typeface="Arial"/>
                  <a:cs typeface="Arial"/>
                </a:defRPr>
              </a:lvl8pPr>
              <a:lvl9pPr algn="l">
                <a:defRPr sz="792" b="1">
                  <a:solidFill>
                    <a:srgbClr val="0072B2"/>
                  </a:solidFill>
                  <a:latin typeface="Arial"/>
                  <a:ea typeface="Arial"/>
                  <a:cs typeface="Arial"/>
                </a:defRPr>
              </a:lvl9pPr>
            </a:lstStyle>
            <a:p>
              <a:pPr algn="l">
                <a:defRPr sz="792" b="1">
                  <a:solidFill>
                    <a:srgbClr val="0072B2"/>
                  </a:solidFill>
                  <a:latin typeface="Arial"/>
                  <a:ea typeface="Arial"/>
                  <a:cs typeface="Arial"/>
                </a:defRPr>
              </a:pPr>
              <a:r>
                <a:rPr sz="792" b="1">
                  <a:solidFill>
                    <a:srgbClr val="0072B2"/>
                  </a:solidFill>
                  <a:latin typeface="Arial"/>
                  <a:ea typeface="Arial"/>
                  <a:cs typeface="Arial"/>
                </a:rPr>
                <a:t>A</a:t>
              </a:r>
            </a:p>
          </p:txBody>
        </p:sp>
        <p:sp>
          <p:nvSpPr>
            <p:cNvPr id="297" name="R B endpoint leader">
              <a:extLst>
                <a:ext uri="{FF2B5EF4-FFF2-40B4-BE49-F238E27FC236}">
                  <ns2:creationId id="{BE2EEF9E-417C-4CBC-BC09-DDE37138C1E7}"/>
                </a:ext>
              </a:extLst>
            </p:cNvPr>
            <p:cNvSpPr>
              <a:spLocks noGrp="1"/>
            </p:cNvSpPr>
            <p:nvPr/>
          </p:nvSpPr>
          <p:spPr>
            <a:xfrm>
              <a:off x="11588305" y="1384146"/>
              <a:ext cx="204026" cy="97"/>
            </a:xfrm>
            <a:custGeom>
              <a:pathLst>
                <a:path w="200025" h="95">
                  <a:moveTo>
                    <a:pt x="0" y="0"/>
                  </a:moveTo>
                  <a:lnTo>
                    <a:pt x="200025" y="0"/>
                  </a:lnTo>
                </a:path>
              </a:pathLst>
            </a:custGeom>
            <a:noFill/>
            <a:ln w="5327">
              <a:solidFill>
                <a:srgbClr val="D55E00"/>
              </a:solidFill>
            </a:ln>
          </p:spPr>
        </p:sp>
        <p:sp>
          <p:nvSpPr>
            <p:cNvPr id="298" name="B">
              <a:extLst>
                <a:ext uri="{FF2B5EF4-FFF2-40B4-BE49-F238E27FC236}">
                  <ns2:creationId id="{C3749B5D-E833-418E-AAA6-AC7280512908}"/>
                </a:ext>
              </a:extLst>
            </p:cNvPr>
            <p:cNvSpPr>
              <a:spLocks noGrp="1"/>
            </p:cNvSpPr>
            <p:nvPr/>
          </p:nvSpPr>
          <p:spPr>
            <a:xfrm>
              <a:off x="11821478" y="1277276"/>
              <a:ext cx="252603" cy="213741"/>
            </a:xfrm>
            <a:prstGeom prst="rect">
              <a:avLst/>
            </a:prstGeom>
            <a:noFill/>
            <a:ln w="0">
              <a:noFill/>
            </a:ln>
          </p:spPr>
          <p:txBody>
            <a:bodyPr wrap="none" lIns="0" tIns="0" rIns="0" bIns="0" anchor="ctr">
              <a:noAutofit/>
            </a:bodyPr>
            <a:lstStyle>
              <a:defPPr algn="l">
                <a:defRPr sz="792" b="1">
                  <a:solidFill>
                    <a:srgbClr val="D55E00"/>
                  </a:solidFill>
                  <a:latin typeface="Arial"/>
                  <a:ea typeface="Arial"/>
                  <a:cs typeface="Arial"/>
                </a:defRPr>
              </a:defPPr>
              <a:lvl1pPr algn="l">
                <a:defRPr sz="792" b="1">
                  <a:solidFill>
                    <a:srgbClr val="D55E00"/>
                  </a:solidFill>
                  <a:latin typeface="Arial"/>
                  <a:ea typeface="Arial"/>
                  <a:cs typeface="Arial"/>
                </a:defRPr>
              </a:lvl1pPr>
              <a:lvl2pPr algn="l">
                <a:defRPr sz="792" b="1">
                  <a:solidFill>
                    <a:srgbClr val="D55E00"/>
                  </a:solidFill>
                  <a:latin typeface="Arial"/>
                  <a:ea typeface="Arial"/>
                  <a:cs typeface="Arial"/>
                </a:defRPr>
              </a:lvl2pPr>
              <a:lvl3pPr algn="l">
                <a:defRPr sz="792" b="1">
                  <a:solidFill>
                    <a:srgbClr val="D55E00"/>
                  </a:solidFill>
                  <a:latin typeface="Arial"/>
                  <a:ea typeface="Arial"/>
                  <a:cs typeface="Arial"/>
                </a:defRPr>
              </a:lvl3pPr>
              <a:lvl4pPr algn="l">
                <a:defRPr sz="792" b="1">
                  <a:solidFill>
                    <a:srgbClr val="D55E00"/>
                  </a:solidFill>
                  <a:latin typeface="Arial"/>
                  <a:ea typeface="Arial"/>
                  <a:cs typeface="Arial"/>
                </a:defRPr>
              </a:lvl4pPr>
              <a:lvl5pPr algn="l">
                <a:defRPr sz="792" b="1">
                  <a:solidFill>
                    <a:srgbClr val="D55E00"/>
                  </a:solidFill>
                  <a:latin typeface="Arial"/>
                  <a:ea typeface="Arial"/>
                  <a:cs typeface="Arial"/>
                </a:defRPr>
              </a:lvl5pPr>
              <a:lvl6pPr algn="l">
                <a:defRPr sz="792" b="1">
                  <a:solidFill>
                    <a:srgbClr val="D55E00"/>
                  </a:solidFill>
                  <a:latin typeface="Arial"/>
                  <a:ea typeface="Arial"/>
                  <a:cs typeface="Arial"/>
                </a:defRPr>
              </a:lvl6pPr>
              <a:lvl7pPr algn="l">
                <a:defRPr sz="792" b="1">
                  <a:solidFill>
                    <a:srgbClr val="D55E00"/>
                  </a:solidFill>
                  <a:latin typeface="Arial"/>
                  <a:ea typeface="Arial"/>
                  <a:cs typeface="Arial"/>
                </a:defRPr>
              </a:lvl7pPr>
              <a:lvl8pPr algn="l">
                <a:defRPr sz="792" b="1">
                  <a:solidFill>
                    <a:srgbClr val="D55E00"/>
                  </a:solidFill>
                  <a:latin typeface="Arial"/>
                  <a:ea typeface="Arial"/>
                  <a:cs typeface="Arial"/>
                </a:defRPr>
              </a:lvl8pPr>
              <a:lvl9pPr algn="l">
                <a:defRPr sz="792" b="1">
                  <a:solidFill>
                    <a:srgbClr val="D55E00"/>
                  </a:solidFill>
                  <a:latin typeface="Arial"/>
                  <a:ea typeface="Arial"/>
                  <a:cs typeface="Arial"/>
                </a:defRPr>
              </a:lvl9pPr>
            </a:lstStyle>
            <a:p>
              <a:pPr algn="l">
                <a:defRPr sz="792" b="1">
                  <a:solidFill>
                    <a:srgbClr val="D55E00"/>
                  </a:solidFill>
                  <a:latin typeface="Arial"/>
                  <a:ea typeface="Arial"/>
                  <a:cs typeface="Arial"/>
                </a:defRPr>
              </a:pPr>
              <a:r>
                <a:rPr sz="792" b="1">
                  <a:solidFill>
                    <a:srgbClr val="D55E00"/>
                  </a:solidFill>
                  <a:latin typeface="Arial"/>
                  <a:ea typeface="Arial"/>
                  <a:cs typeface="Arial"/>
                </a:rPr>
                <a:t>B</a:t>
              </a:r>
            </a:p>
          </p:txBody>
        </p:sp>
        <p:sp>
          <p:nvSpPr>
            <p:cNvPr id="299" name="R C endpoint leader">
              <a:extLst>
                <a:ext uri="{FF2B5EF4-FFF2-40B4-BE49-F238E27FC236}">
                  <ns2:creationId id="{263CC176-C4A7-4D0D-A3EA-81E86A0CFC7E}"/>
                </a:ext>
              </a:extLst>
            </p:cNvPr>
            <p:cNvSpPr>
              <a:spLocks noGrp="1"/>
            </p:cNvSpPr>
            <p:nvPr/>
          </p:nvSpPr>
          <p:spPr>
            <a:xfrm>
              <a:off x="10189274" y="1665231"/>
              <a:ext cx="68008" cy="97"/>
            </a:xfrm>
            <a:custGeom>
              <a:pathLst>
                <a:path w="66675" h="95">
                  <a:moveTo>
                    <a:pt x="0" y="0"/>
                  </a:moveTo>
                  <a:lnTo>
                    <a:pt x="66675" y="0"/>
                  </a:lnTo>
                </a:path>
              </a:pathLst>
            </a:custGeom>
            <a:noFill/>
            <a:ln w="5327">
              <a:solidFill>
                <a:srgbClr val="009E73"/>
              </a:solidFill>
            </a:ln>
          </p:spPr>
        </p:sp>
        <p:sp>
          <p:nvSpPr>
            <p:cNvPr id="300" name="C">
              <a:extLst>
                <a:ext uri="{FF2B5EF4-FFF2-40B4-BE49-F238E27FC236}">
                  <ns2:creationId id="{D55B2F07-C45C-4861-8071-6375AEB1FBE4}"/>
                </a:ext>
              </a:extLst>
            </p:cNvPr>
            <p:cNvSpPr>
              <a:spLocks noGrp="1"/>
            </p:cNvSpPr>
            <p:nvPr/>
          </p:nvSpPr>
          <p:spPr>
            <a:xfrm>
              <a:off x="10286428" y="1558360"/>
              <a:ext cx="252603" cy="213741"/>
            </a:xfrm>
            <a:prstGeom prst="rect">
              <a:avLst/>
            </a:prstGeom>
            <a:noFill/>
            <a:ln w="0">
              <a:noFill/>
            </a:ln>
          </p:spPr>
          <p:txBody>
            <a:bodyPr wrap="none" lIns="0" tIns="0" rIns="0" bIns="0" anchor="ctr">
              <a:noAutofit/>
            </a:bodyPr>
            <a:lstStyle>
              <a:defPPr algn="l">
                <a:defRPr sz="792" b="1">
                  <a:solidFill>
                    <a:srgbClr val="009E73"/>
                  </a:solidFill>
                  <a:latin typeface="Arial"/>
                  <a:ea typeface="Arial"/>
                  <a:cs typeface="Arial"/>
                </a:defRPr>
              </a:defPPr>
              <a:lvl1pPr algn="l">
                <a:defRPr sz="792" b="1">
                  <a:solidFill>
                    <a:srgbClr val="009E73"/>
                  </a:solidFill>
                  <a:latin typeface="Arial"/>
                  <a:ea typeface="Arial"/>
                  <a:cs typeface="Arial"/>
                </a:defRPr>
              </a:lvl1pPr>
              <a:lvl2pPr algn="l">
                <a:defRPr sz="792" b="1">
                  <a:solidFill>
                    <a:srgbClr val="009E73"/>
                  </a:solidFill>
                  <a:latin typeface="Arial"/>
                  <a:ea typeface="Arial"/>
                  <a:cs typeface="Arial"/>
                </a:defRPr>
              </a:lvl2pPr>
              <a:lvl3pPr algn="l">
                <a:defRPr sz="792" b="1">
                  <a:solidFill>
                    <a:srgbClr val="009E73"/>
                  </a:solidFill>
                  <a:latin typeface="Arial"/>
                  <a:ea typeface="Arial"/>
                  <a:cs typeface="Arial"/>
                </a:defRPr>
              </a:lvl3pPr>
              <a:lvl4pPr algn="l">
                <a:defRPr sz="792" b="1">
                  <a:solidFill>
                    <a:srgbClr val="009E73"/>
                  </a:solidFill>
                  <a:latin typeface="Arial"/>
                  <a:ea typeface="Arial"/>
                  <a:cs typeface="Arial"/>
                </a:defRPr>
              </a:lvl4pPr>
              <a:lvl5pPr algn="l">
                <a:defRPr sz="792" b="1">
                  <a:solidFill>
                    <a:srgbClr val="009E73"/>
                  </a:solidFill>
                  <a:latin typeface="Arial"/>
                  <a:ea typeface="Arial"/>
                  <a:cs typeface="Arial"/>
                </a:defRPr>
              </a:lvl5pPr>
              <a:lvl6pPr algn="l">
                <a:defRPr sz="792" b="1">
                  <a:solidFill>
                    <a:srgbClr val="009E73"/>
                  </a:solidFill>
                  <a:latin typeface="Arial"/>
                  <a:ea typeface="Arial"/>
                  <a:cs typeface="Arial"/>
                </a:defRPr>
              </a:lvl6pPr>
              <a:lvl7pPr algn="l">
                <a:defRPr sz="792" b="1">
                  <a:solidFill>
                    <a:srgbClr val="009E73"/>
                  </a:solidFill>
                  <a:latin typeface="Arial"/>
                  <a:ea typeface="Arial"/>
                  <a:cs typeface="Arial"/>
                </a:defRPr>
              </a:lvl7pPr>
              <a:lvl8pPr algn="l">
                <a:defRPr sz="792" b="1">
                  <a:solidFill>
                    <a:srgbClr val="009E73"/>
                  </a:solidFill>
                  <a:latin typeface="Arial"/>
                  <a:ea typeface="Arial"/>
                  <a:cs typeface="Arial"/>
                </a:defRPr>
              </a:lvl8pPr>
              <a:lvl9pPr algn="l">
                <a:defRPr sz="792" b="1">
                  <a:solidFill>
                    <a:srgbClr val="009E73"/>
                  </a:solidFill>
                  <a:latin typeface="Arial"/>
                  <a:ea typeface="Arial"/>
                  <a:cs typeface="Arial"/>
                </a:defRPr>
              </a:lvl9pPr>
            </a:lstStyle>
            <a:p>
              <a:pPr algn="l">
                <a:defRPr sz="792" b="1">
                  <a:solidFill>
                    <a:srgbClr val="009E73"/>
                  </a:solidFill>
                  <a:latin typeface="Arial"/>
                  <a:ea typeface="Arial"/>
                  <a:cs typeface="Arial"/>
                </a:defRPr>
              </a:pPr>
              <a:r>
                <a:rPr sz="792" b="1">
                  <a:solidFill>
                    <a:srgbClr val="009E73"/>
                  </a:solidFill>
                  <a:latin typeface="Arial"/>
                  <a:ea typeface="Arial"/>
                  <a:cs typeface="Arial"/>
                </a:rPr>
                <a:t>C</a:t>
              </a:r>
            </a:p>
          </p:txBody>
        </p:sp>
      </p:grpSp>
    </p:spTree>
    <p:extLst>
      <p:ext uri="{BB962C8B-B14F-4D97-AF65-F5344CB8AC3E}">
        <ns4:creationId val="1670264619"/>
      </p:ext>
    </p:extLst>
  </p:cSld>
</p:sld>
</file>

<file path=ppt/slides/slide8.xml><?xml version="1.0" encoding="utf-8"?>
<p:sld xmlns:a="http://schemas.openxmlformats.org/drawingml/2006/main" xmlns:ns2="http://schemas.microsoft.com/office/drawing/2014/main" xmlns:ns4="http://schemas.microsoft.com/office/powerpoint/2010/main" xmlns:p="http://schemas.openxmlformats.org/presentationml/2006/main" xmlns:r="http://schemas.openxmlformats.org/officeDocument/2006/relationships">
  <p:cSld>
    <p:bg>
      <p:bgPr>
        <a:solidFill>
          <a:srgbClr val="FFFFFF"/>
        </a:solidFill>
      </p:bgPr>
    </p:bg>
    <p:spTree>
      <p:nvGrpSpPr>
        <p:cNvPr id="1" name=""/>
        <p:cNvGrpSpPr/>
        <p:nvPr/>
      </p:nvGrpSpPr>
      <p:grpSpPr>
        <a:xfrm/>
      </p:grpSpPr>
      <p:grpSp>
        <p:nvGrpSpPr>
          <p:cNvPr id="52" name="Manuscript Figure 8: Nucleon: original author static scalar slice and profiles"/>
          <p:cNvGrpSpPr/>
          <p:nvPr/>
        </p:nvGrpSpPr>
        <p:grpSpPr>
          <a:xfrm>
            <a:off x="149290" y="0"/>
            <a:ext cx="12503020" cy="6096000"/>
            <a:chOff x="0" y="0"/>
            <a:chExt cx="7658100" cy="3733800"/>
          </a:xfrm>
        </p:grpSpPr>
        <p:sp>
          <p:nvSpPr>
            <p:cNvPr id="51" name="text_000">
              <a:extLst>
                <a:ext uri="{FF2B5EF4-FFF2-40B4-BE49-F238E27FC236}">
                  <ns2:creationId id="{0AC77F5A-9A06-4E0A-96C4-2B3E96EB33E9}"/>
                </a:ext>
              </a:extLst>
            </p:cNvPr>
            <p:cNvSpPr>
              <a:spLocks noGrp="1"/>
            </p:cNvSpPr>
            <p:nvPr/>
          </p:nvSpPr>
          <p:spPr>
            <a:xfrm rot="0">
              <a:off x="171450" y="38100"/>
              <a:ext cx="3238500" cy="285750"/>
            </a:xfrm>
            <a:prstGeom prst="rect">
              <a:avLst/>
            </a:prstGeom>
            <a:noFill/>
            <a:ln w="0">
              <a:noFill/>
              <a:prstDash val="solid"/>
            </a:ln>
          </p:spPr>
          <p:txBody>
            <a:bodyPr wrap="none" lIns="0" tIns="0" rIns="0" bIns="0" anchor="t">
              <a:noAutofit/>
            </a:bodyPr>
            <a:lstStyle>
              <a:defPPr algn="l">
                <a:defRPr sz="3184" b="1">
                  <a:solidFill>
                    <a:srgbClr val="000000"/>
                  </a:solidFill>
                  <a:latin typeface="Arial"/>
                  <a:ea typeface="Arial"/>
                  <a:cs typeface="Arial"/>
                </a:defRPr>
              </a:defPPr>
              <a:lvl1pPr algn="l">
                <a:defRPr sz="3184" b="1">
                  <a:solidFill>
                    <a:srgbClr val="000000"/>
                  </a:solidFill>
                  <a:latin typeface="Arial"/>
                  <a:ea typeface="Arial"/>
                  <a:cs typeface="Arial"/>
                </a:defRPr>
              </a:lvl1pPr>
              <a:lvl2pPr algn="l">
                <a:defRPr sz="3184" b="1">
                  <a:solidFill>
                    <a:srgbClr val="000000"/>
                  </a:solidFill>
                  <a:latin typeface="Arial"/>
                  <a:ea typeface="Arial"/>
                  <a:cs typeface="Arial"/>
                </a:defRPr>
              </a:lvl2pPr>
              <a:lvl3pPr algn="l">
                <a:defRPr sz="3184" b="1">
                  <a:solidFill>
                    <a:srgbClr val="000000"/>
                  </a:solidFill>
                  <a:latin typeface="Arial"/>
                  <a:ea typeface="Arial"/>
                  <a:cs typeface="Arial"/>
                </a:defRPr>
              </a:lvl3pPr>
              <a:lvl4pPr algn="l">
                <a:defRPr sz="3184" b="1">
                  <a:solidFill>
                    <a:srgbClr val="000000"/>
                  </a:solidFill>
                  <a:latin typeface="Arial"/>
                  <a:ea typeface="Arial"/>
                  <a:cs typeface="Arial"/>
                </a:defRPr>
              </a:lvl4pPr>
              <a:lvl5pPr algn="l">
                <a:defRPr sz="3184" b="1">
                  <a:solidFill>
                    <a:srgbClr val="000000"/>
                  </a:solidFill>
                  <a:latin typeface="Arial"/>
                  <a:ea typeface="Arial"/>
                  <a:cs typeface="Arial"/>
                </a:defRPr>
              </a:lvl5pPr>
              <a:lvl6pPr algn="l">
                <a:defRPr sz="3184" b="1">
                  <a:solidFill>
                    <a:srgbClr val="000000"/>
                  </a:solidFill>
                  <a:latin typeface="Arial"/>
                  <a:ea typeface="Arial"/>
                  <a:cs typeface="Arial"/>
                </a:defRPr>
              </a:lvl6pPr>
              <a:lvl7pPr algn="l">
                <a:defRPr sz="3184" b="1">
                  <a:solidFill>
                    <a:srgbClr val="000000"/>
                  </a:solidFill>
                  <a:latin typeface="Arial"/>
                  <a:ea typeface="Arial"/>
                  <a:cs typeface="Arial"/>
                </a:defRPr>
              </a:lvl7pPr>
              <a:lvl8pPr algn="l">
                <a:defRPr sz="3184" b="1">
                  <a:solidFill>
                    <a:srgbClr val="000000"/>
                  </a:solidFill>
                  <a:latin typeface="Arial"/>
                  <a:ea typeface="Arial"/>
                  <a:cs typeface="Arial"/>
                </a:defRPr>
              </a:lvl8pPr>
              <a:lvl9pPr algn="l">
                <a:defRPr sz="3184" b="1">
                  <a:solidFill>
                    <a:srgbClr val="000000"/>
                  </a:solidFill>
                  <a:latin typeface="Arial"/>
                  <a:ea typeface="Arial"/>
                  <a:cs typeface="Arial"/>
                </a:defRPr>
              </a:lvl9pPr>
            </a:lstStyle>
            <a:p>
              <a:pPr algn="l">
                <a:defRPr sz="3184" b="1">
                  <a:solidFill>
                    <a:srgbClr val="000000"/>
                  </a:solidFill>
                  <a:latin typeface="Arial"/>
                  <a:ea typeface="Arial"/>
                  <a:cs typeface="Arial"/>
                </a:defRPr>
              </a:pPr>
              <a:r>
                <a:rPr sz="3184" b="1">
                  <a:solidFill>
                    <a:srgbClr val="000000"/>
                  </a:solidFill>
                  <a:latin typeface="Arial"/>
                  <a:ea typeface="Arial"/>
                  <a:cs typeface="Arial"/>
                </a:rPr>
                <a:t>(a) Source field</a:t>
              </a:r>
            </a:p>
          </p:txBody>
        </p:sp>
        <p:pic>
          <p:nvPicPr>
            <p:cNvPr id="2" name="">
              <a:extLst>
                <a:ext uri="{FF2B5EF4-FFF2-40B4-BE49-F238E27FC236}">
                  <ns2:creationId id="{5193FAE8-72BF-4CB4-A7EB-AB4B4D1B5340}"/>
                </a:ext>
              </a:extLst>
            </p:cNvPr>
            <p:cNvPicPr>
              <a:picLocks noChangeAspect="1"/>
            </p:cNvPicPr>
            <p:nvPr/>
          </p:nvPicPr>
          <p:blipFill>
            <a:blip r:embed="R7909abcff5c7491b"/>
            <a:stretch/>
          </p:blipFill>
          <p:spPr>
            <a:xfrm>
              <a:off x="361950" y="438150"/>
              <a:ext cx="2571750" cy="2571750"/>
            </a:xfrm>
            <a:prstGeom prst="rect">
              <a:avLst/>
            </a:prstGeom>
          </p:spPr>
        </p:pic>
        <p:sp>
          <p:nvSpPr>
            <p:cNvPr id="3" name="text_004">
              <a:extLst>
                <a:ext uri="{FF2B5EF4-FFF2-40B4-BE49-F238E27FC236}">
                  <ns2:creationId id="{5A763F24-84A7-4B8F-9A97-53786A12807F}"/>
                </a:ext>
              </a:extLst>
            </p:cNvPr>
            <p:cNvSpPr>
              <a:spLocks noGrp="1"/>
            </p:cNvSpPr>
            <p:nvPr/>
          </p:nvSpPr>
          <p:spPr>
            <a:xfrm rot="0">
              <a:off x="205895" y="3053937"/>
              <a:ext cx="352295" cy="193762"/>
            </a:xfrm>
            <a:prstGeom prst="rect">
              <a:avLst/>
            </a:prstGeom>
            <a:noFill/>
            <a:ln w="0">
              <a:noFill/>
              <a:prstDash val="solid"/>
            </a:ln>
          </p:spPr>
          <p:txBody>
            <a:bodyPr wrap="none" lIns="0" tIns="0" rIns="0" bIns="0" anchor="t">
              <a:noAutofit/>
            </a:bodyPr>
            <a:lstStyle>
              <a:defPPr algn="ctr">
                <a:defRPr sz="1959" b="0">
                  <a:solidFill>
                    <a:srgbClr val="000000"/>
                  </a:solidFill>
                  <a:latin typeface="Arial"/>
                  <a:ea typeface="Arial"/>
                  <a:cs typeface="Arial"/>
                </a:defRPr>
              </a:defPPr>
              <a:lvl1pPr algn="ctr">
                <a:defRPr sz="1959" b="0">
                  <a:solidFill>
                    <a:srgbClr val="000000"/>
                  </a:solidFill>
                  <a:latin typeface="Arial"/>
                  <a:ea typeface="Arial"/>
                  <a:cs typeface="Arial"/>
                </a:defRPr>
              </a:lvl1pPr>
              <a:lvl2pPr algn="ctr">
                <a:defRPr sz="1959" b="0">
                  <a:solidFill>
                    <a:srgbClr val="000000"/>
                  </a:solidFill>
                  <a:latin typeface="Arial"/>
                  <a:ea typeface="Arial"/>
                  <a:cs typeface="Arial"/>
                </a:defRPr>
              </a:lvl2pPr>
              <a:lvl3pPr algn="ctr">
                <a:defRPr sz="1959" b="0">
                  <a:solidFill>
                    <a:srgbClr val="000000"/>
                  </a:solidFill>
                  <a:latin typeface="Arial"/>
                  <a:ea typeface="Arial"/>
                  <a:cs typeface="Arial"/>
                </a:defRPr>
              </a:lvl3pPr>
              <a:lvl4pPr algn="ctr">
                <a:defRPr sz="1959" b="0">
                  <a:solidFill>
                    <a:srgbClr val="000000"/>
                  </a:solidFill>
                  <a:latin typeface="Arial"/>
                  <a:ea typeface="Arial"/>
                  <a:cs typeface="Arial"/>
                </a:defRPr>
              </a:lvl4pPr>
              <a:lvl5pPr algn="ctr">
                <a:defRPr sz="1959" b="0">
                  <a:solidFill>
                    <a:srgbClr val="000000"/>
                  </a:solidFill>
                  <a:latin typeface="Arial"/>
                  <a:ea typeface="Arial"/>
                  <a:cs typeface="Arial"/>
                </a:defRPr>
              </a:lvl5pPr>
              <a:lvl6pPr algn="ctr">
                <a:defRPr sz="1959" b="0">
                  <a:solidFill>
                    <a:srgbClr val="000000"/>
                  </a:solidFill>
                  <a:latin typeface="Arial"/>
                  <a:ea typeface="Arial"/>
                  <a:cs typeface="Arial"/>
                </a:defRPr>
              </a:lvl6pPr>
              <a:lvl7pPr algn="ctr">
                <a:defRPr sz="1959" b="0">
                  <a:solidFill>
                    <a:srgbClr val="000000"/>
                  </a:solidFill>
                  <a:latin typeface="Arial"/>
                  <a:ea typeface="Arial"/>
                  <a:cs typeface="Arial"/>
                </a:defRPr>
              </a:lvl7pPr>
              <a:lvl8pPr algn="ctr">
                <a:defRPr sz="1959" b="0">
                  <a:solidFill>
                    <a:srgbClr val="000000"/>
                  </a:solidFill>
                  <a:latin typeface="Arial"/>
                  <a:ea typeface="Arial"/>
                  <a:cs typeface="Arial"/>
                </a:defRPr>
              </a:lvl8pPr>
              <a:lvl9pPr algn="ctr">
                <a:defRPr sz="1959" b="0">
                  <a:solidFill>
                    <a:srgbClr val="000000"/>
                  </a:solidFill>
                  <a:latin typeface="Arial"/>
                  <a:ea typeface="Arial"/>
                  <a:cs typeface="Arial"/>
                </a:defRPr>
              </a:lvl9pPr>
            </a:lstStyle>
            <a:p>
              <a:pPr algn="ctr">
                <a:defRPr sz="1959" b="0">
                  <a:solidFill>
                    <a:srgbClr val="000000"/>
                  </a:solidFill>
                  <a:latin typeface="Arial"/>
                  <a:ea typeface="Arial"/>
                  <a:cs typeface="Arial"/>
                </a:defRPr>
              </a:pPr>
              <a:r>
                <a:rPr sz="1959" b="0">
                  <a:solidFill>
                    <a:srgbClr val="000000"/>
                  </a:solidFill>
                  <a:latin typeface="Arial"/>
                  <a:ea typeface="Arial"/>
                  <a:cs typeface="Arial"/>
                </a:rPr>
                <a:t>0</a:t>
              </a:r>
            </a:p>
          </p:txBody>
        </p:sp>
        <p:sp>
          <p:nvSpPr>
            <p:cNvPr id="4" name="text_005">
              <a:extLst>
                <a:ext uri="{FF2B5EF4-FFF2-40B4-BE49-F238E27FC236}">
                  <ns2:creationId id="{91C070AE-0DBD-4232-8E8B-0C3601764661}"/>
                </a:ext>
              </a:extLst>
            </p:cNvPr>
            <p:cNvSpPr>
              <a:spLocks noGrp="1"/>
            </p:cNvSpPr>
            <p:nvPr/>
          </p:nvSpPr>
          <p:spPr>
            <a:xfrm rot="0">
              <a:off x="53692" y="2901734"/>
              <a:ext cx="255414" cy="193762"/>
            </a:xfrm>
            <a:prstGeom prst="rect">
              <a:avLst/>
            </a:prstGeom>
            <a:noFill/>
            <a:ln w="0">
              <a:noFill/>
              <a:prstDash val="solid"/>
            </a:ln>
          </p:spPr>
          <p:txBody>
            <a:bodyPr wrap="none" lIns="0" tIns="0" rIns="0" bIns="0" anchor="t">
              <a:noAutofit/>
            </a:bodyPr>
            <a:lstStyle>
              <a:defPPr algn="r">
                <a:defRPr sz="1959" b="0">
                  <a:solidFill>
                    <a:srgbClr val="000000"/>
                  </a:solidFill>
                  <a:latin typeface="Arial"/>
                  <a:ea typeface="Arial"/>
                  <a:cs typeface="Arial"/>
                </a:defRPr>
              </a:defPPr>
              <a:lvl1pPr algn="r">
                <a:defRPr sz="1959" b="0">
                  <a:solidFill>
                    <a:srgbClr val="000000"/>
                  </a:solidFill>
                  <a:latin typeface="Arial"/>
                  <a:ea typeface="Arial"/>
                  <a:cs typeface="Arial"/>
                </a:defRPr>
              </a:lvl1pPr>
              <a:lvl2pPr algn="r">
                <a:defRPr sz="1959" b="0">
                  <a:solidFill>
                    <a:srgbClr val="000000"/>
                  </a:solidFill>
                  <a:latin typeface="Arial"/>
                  <a:ea typeface="Arial"/>
                  <a:cs typeface="Arial"/>
                </a:defRPr>
              </a:lvl2pPr>
              <a:lvl3pPr algn="r">
                <a:defRPr sz="1959" b="0">
                  <a:solidFill>
                    <a:srgbClr val="000000"/>
                  </a:solidFill>
                  <a:latin typeface="Arial"/>
                  <a:ea typeface="Arial"/>
                  <a:cs typeface="Arial"/>
                </a:defRPr>
              </a:lvl3pPr>
              <a:lvl4pPr algn="r">
                <a:defRPr sz="1959" b="0">
                  <a:solidFill>
                    <a:srgbClr val="000000"/>
                  </a:solidFill>
                  <a:latin typeface="Arial"/>
                  <a:ea typeface="Arial"/>
                  <a:cs typeface="Arial"/>
                </a:defRPr>
              </a:lvl4pPr>
              <a:lvl5pPr algn="r">
                <a:defRPr sz="1959" b="0">
                  <a:solidFill>
                    <a:srgbClr val="000000"/>
                  </a:solidFill>
                  <a:latin typeface="Arial"/>
                  <a:ea typeface="Arial"/>
                  <a:cs typeface="Arial"/>
                </a:defRPr>
              </a:lvl5pPr>
              <a:lvl6pPr algn="r">
                <a:defRPr sz="1959" b="0">
                  <a:solidFill>
                    <a:srgbClr val="000000"/>
                  </a:solidFill>
                  <a:latin typeface="Arial"/>
                  <a:ea typeface="Arial"/>
                  <a:cs typeface="Arial"/>
                </a:defRPr>
              </a:lvl6pPr>
              <a:lvl7pPr algn="r">
                <a:defRPr sz="1959" b="0">
                  <a:solidFill>
                    <a:srgbClr val="000000"/>
                  </a:solidFill>
                  <a:latin typeface="Arial"/>
                  <a:ea typeface="Arial"/>
                  <a:cs typeface="Arial"/>
                </a:defRPr>
              </a:lvl7pPr>
              <a:lvl8pPr algn="r">
                <a:defRPr sz="1959" b="0">
                  <a:solidFill>
                    <a:srgbClr val="000000"/>
                  </a:solidFill>
                  <a:latin typeface="Arial"/>
                  <a:ea typeface="Arial"/>
                  <a:cs typeface="Arial"/>
                </a:defRPr>
              </a:lvl8pPr>
              <a:lvl9pPr algn="r">
                <a:defRPr sz="1959" b="0">
                  <a:solidFill>
                    <a:srgbClr val="000000"/>
                  </a:solidFill>
                  <a:latin typeface="Arial"/>
                  <a:ea typeface="Arial"/>
                  <a:cs typeface="Arial"/>
                </a:defRPr>
              </a:lvl9pPr>
            </a:lstStyle>
            <a:p>
              <a:pPr algn="r">
                <a:defRPr sz="1959" b="0">
                  <a:solidFill>
                    <a:srgbClr val="000000"/>
                  </a:solidFill>
                  <a:latin typeface="Arial"/>
                  <a:ea typeface="Arial"/>
                  <a:cs typeface="Arial"/>
                </a:defRPr>
              </a:pPr>
              <a:r>
                <a:rPr sz="1959" b="0">
                  <a:solidFill>
                    <a:srgbClr val="000000"/>
                  </a:solidFill>
                  <a:latin typeface="Arial"/>
                  <a:ea typeface="Arial"/>
                  <a:cs typeface="Arial"/>
                </a:rPr>
                <a:t>0</a:t>
              </a:r>
            </a:p>
          </p:txBody>
        </p:sp>
        <p:sp>
          <p:nvSpPr>
            <p:cNvPr id="5" name="text_006">
              <a:extLst>
                <a:ext uri="{FF2B5EF4-FFF2-40B4-BE49-F238E27FC236}">
                  <ns2:creationId id="{05D345CD-A414-4CD8-9EAB-BB1166F2BA34}"/>
                </a:ext>
              </a:extLst>
            </p:cNvPr>
            <p:cNvSpPr>
              <a:spLocks noGrp="1"/>
            </p:cNvSpPr>
            <p:nvPr/>
          </p:nvSpPr>
          <p:spPr>
            <a:xfrm rot="0">
              <a:off x="1491770" y="3053937"/>
              <a:ext cx="352295" cy="193762"/>
            </a:xfrm>
            <a:prstGeom prst="rect">
              <a:avLst/>
            </a:prstGeom>
            <a:noFill/>
            <a:ln w="0">
              <a:noFill/>
              <a:prstDash val="solid"/>
            </a:ln>
          </p:spPr>
          <p:txBody>
            <a:bodyPr wrap="none" lIns="0" tIns="0" rIns="0" bIns="0" anchor="t">
              <a:noAutofit/>
            </a:bodyPr>
            <a:lstStyle>
              <a:defPPr algn="ctr">
                <a:defRPr sz="1959" b="0">
                  <a:solidFill>
                    <a:srgbClr val="000000"/>
                  </a:solidFill>
                  <a:latin typeface="Arial"/>
                  <a:ea typeface="Arial"/>
                  <a:cs typeface="Arial"/>
                </a:defRPr>
              </a:defPPr>
              <a:lvl1pPr algn="ctr">
                <a:defRPr sz="1959" b="0">
                  <a:solidFill>
                    <a:srgbClr val="000000"/>
                  </a:solidFill>
                  <a:latin typeface="Arial"/>
                  <a:ea typeface="Arial"/>
                  <a:cs typeface="Arial"/>
                </a:defRPr>
              </a:lvl1pPr>
              <a:lvl2pPr algn="ctr">
                <a:defRPr sz="1959" b="0">
                  <a:solidFill>
                    <a:srgbClr val="000000"/>
                  </a:solidFill>
                  <a:latin typeface="Arial"/>
                  <a:ea typeface="Arial"/>
                  <a:cs typeface="Arial"/>
                </a:defRPr>
              </a:lvl2pPr>
              <a:lvl3pPr algn="ctr">
                <a:defRPr sz="1959" b="0">
                  <a:solidFill>
                    <a:srgbClr val="000000"/>
                  </a:solidFill>
                  <a:latin typeface="Arial"/>
                  <a:ea typeface="Arial"/>
                  <a:cs typeface="Arial"/>
                </a:defRPr>
              </a:lvl3pPr>
              <a:lvl4pPr algn="ctr">
                <a:defRPr sz="1959" b="0">
                  <a:solidFill>
                    <a:srgbClr val="000000"/>
                  </a:solidFill>
                  <a:latin typeface="Arial"/>
                  <a:ea typeface="Arial"/>
                  <a:cs typeface="Arial"/>
                </a:defRPr>
              </a:lvl4pPr>
              <a:lvl5pPr algn="ctr">
                <a:defRPr sz="1959" b="0">
                  <a:solidFill>
                    <a:srgbClr val="000000"/>
                  </a:solidFill>
                  <a:latin typeface="Arial"/>
                  <a:ea typeface="Arial"/>
                  <a:cs typeface="Arial"/>
                </a:defRPr>
              </a:lvl5pPr>
              <a:lvl6pPr algn="ctr">
                <a:defRPr sz="1959" b="0">
                  <a:solidFill>
                    <a:srgbClr val="000000"/>
                  </a:solidFill>
                  <a:latin typeface="Arial"/>
                  <a:ea typeface="Arial"/>
                  <a:cs typeface="Arial"/>
                </a:defRPr>
              </a:lvl6pPr>
              <a:lvl7pPr algn="ctr">
                <a:defRPr sz="1959" b="0">
                  <a:solidFill>
                    <a:srgbClr val="000000"/>
                  </a:solidFill>
                  <a:latin typeface="Arial"/>
                  <a:ea typeface="Arial"/>
                  <a:cs typeface="Arial"/>
                </a:defRPr>
              </a:lvl7pPr>
              <a:lvl8pPr algn="ctr">
                <a:defRPr sz="1959" b="0">
                  <a:solidFill>
                    <a:srgbClr val="000000"/>
                  </a:solidFill>
                  <a:latin typeface="Arial"/>
                  <a:ea typeface="Arial"/>
                  <a:cs typeface="Arial"/>
                </a:defRPr>
              </a:lvl8pPr>
              <a:lvl9pPr algn="ctr">
                <a:defRPr sz="1959" b="0">
                  <a:solidFill>
                    <a:srgbClr val="000000"/>
                  </a:solidFill>
                  <a:latin typeface="Arial"/>
                  <a:ea typeface="Arial"/>
                  <a:cs typeface="Arial"/>
                </a:defRPr>
              </a:lvl9pPr>
            </a:lstStyle>
            <a:p>
              <a:pPr algn="ctr">
                <a:defRPr sz="1959" b="0">
                  <a:solidFill>
                    <a:srgbClr val="000000"/>
                  </a:solidFill>
                  <a:latin typeface="Arial"/>
                  <a:ea typeface="Arial"/>
                  <a:cs typeface="Arial"/>
                </a:defRPr>
              </a:pPr>
              <a:r>
                <a:rPr sz="1959" b="0">
                  <a:solidFill>
                    <a:srgbClr val="000000"/>
                  </a:solidFill>
                  <a:latin typeface="Arial"/>
                  <a:ea typeface="Arial"/>
                  <a:cs typeface="Arial"/>
                </a:rPr>
                <a:t>32</a:t>
              </a:r>
            </a:p>
          </p:txBody>
        </p:sp>
        <p:sp>
          <p:nvSpPr>
            <p:cNvPr id="6" name="text_007">
              <a:extLst>
                <a:ext uri="{FF2B5EF4-FFF2-40B4-BE49-F238E27FC236}">
                  <ns2:creationId id="{73C1FAE7-F8D0-4646-8A1C-F4978DB659E7}"/>
                </a:ext>
              </a:extLst>
            </p:cNvPr>
            <p:cNvSpPr>
              <a:spLocks noGrp="1"/>
            </p:cNvSpPr>
            <p:nvPr/>
          </p:nvSpPr>
          <p:spPr>
            <a:xfrm rot="0">
              <a:off x="53692" y="1615859"/>
              <a:ext cx="255414" cy="193762"/>
            </a:xfrm>
            <a:prstGeom prst="rect">
              <a:avLst/>
            </a:prstGeom>
            <a:noFill/>
            <a:ln w="0">
              <a:noFill/>
              <a:prstDash val="solid"/>
            </a:ln>
          </p:spPr>
          <p:txBody>
            <a:bodyPr wrap="none" lIns="0" tIns="0" rIns="0" bIns="0" anchor="t">
              <a:noAutofit/>
            </a:bodyPr>
            <a:lstStyle>
              <a:defPPr algn="r">
                <a:defRPr sz="1959" b="0">
                  <a:solidFill>
                    <a:srgbClr val="000000"/>
                  </a:solidFill>
                  <a:latin typeface="Arial"/>
                  <a:ea typeface="Arial"/>
                  <a:cs typeface="Arial"/>
                </a:defRPr>
              </a:defPPr>
              <a:lvl1pPr algn="r">
                <a:defRPr sz="1959" b="0">
                  <a:solidFill>
                    <a:srgbClr val="000000"/>
                  </a:solidFill>
                  <a:latin typeface="Arial"/>
                  <a:ea typeface="Arial"/>
                  <a:cs typeface="Arial"/>
                </a:defRPr>
              </a:lvl1pPr>
              <a:lvl2pPr algn="r">
                <a:defRPr sz="1959" b="0">
                  <a:solidFill>
                    <a:srgbClr val="000000"/>
                  </a:solidFill>
                  <a:latin typeface="Arial"/>
                  <a:ea typeface="Arial"/>
                  <a:cs typeface="Arial"/>
                </a:defRPr>
              </a:lvl2pPr>
              <a:lvl3pPr algn="r">
                <a:defRPr sz="1959" b="0">
                  <a:solidFill>
                    <a:srgbClr val="000000"/>
                  </a:solidFill>
                  <a:latin typeface="Arial"/>
                  <a:ea typeface="Arial"/>
                  <a:cs typeface="Arial"/>
                </a:defRPr>
              </a:lvl3pPr>
              <a:lvl4pPr algn="r">
                <a:defRPr sz="1959" b="0">
                  <a:solidFill>
                    <a:srgbClr val="000000"/>
                  </a:solidFill>
                  <a:latin typeface="Arial"/>
                  <a:ea typeface="Arial"/>
                  <a:cs typeface="Arial"/>
                </a:defRPr>
              </a:lvl4pPr>
              <a:lvl5pPr algn="r">
                <a:defRPr sz="1959" b="0">
                  <a:solidFill>
                    <a:srgbClr val="000000"/>
                  </a:solidFill>
                  <a:latin typeface="Arial"/>
                  <a:ea typeface="Arial"/>
                  <a:cs typeface="Arial"/>
                </a:defRPr>
              </a:lvl5pPr>
              <a:lvl6pPr algn="r">
                <a:defRPr sz="1959" b="0">
                  <a:solidFill>
                    <a:srgbClr val="000000"/>
                  </a:solidFill>
                  <a:latin typeface="Arial"/>
                  <a:ea typeface="Arial"/>
                  <a:cs typeface="Arial"/>
                </a:defRPr>
              </a:lvl6pPr>
              <a:lvl7pPr algn="r">
                <a:defRPr sz="1959" b="0">
                  <a:solidFill>
                    <a:srgbClr val="000000"/>
                  </a:solidFill>
                  <a:latin typeface="Arial"/>
                  <a:ea typeface="Arial"/>
                  <a:cs typeface="Arial"/>
                </a:defRPr>
              </a:lvl7pPr>
              <a:lvl8pPr algn="r">
                <a:defRPr sz="1959" b="0">
                  <a:solidFill>
                    <a:srgbClr val="000000"/>
                  </a:solidFill>
                  <a:latin typeface="Arial"/>
                  <a:ea typeface="Arial"/>
                  <a:cs typeface="Arial"/>
                </a:defRPr>
              </a:lvl8pPr>
              <a:lvl9pPr algn="r">
                <a:defRPr sz="1959" b="0">
                  <a:solidFill>
                    <a:srgbClr val="000000"/>
                  </a:solidFill>
                  <a:latin typeface="Arial"/>
                  <a:ea typeface="Arial"/>
                  <a:cs typeface="Arial"/>
                </a:defRPr>
              </a:lvl9pPr>
            </a:lstStyle>
            <a:p>
              <a:pPr algn="r">
                <a:defRPr sz="1959" b="0">
                  <a:solidFill>
                    <a:srgbClr val="000000"/>
                  </a:solidFill>
                  <a:latin typeface="Arial"/>
                  <a:ea typeface="Arial"/>
                  <a:cs typeface="Arial"/>
                </a:defRPr>
              </a:pPr>
              <a:r>
                <a:rPr sz="1959" b="0">
                  <a:solidFill>
                    <a:srgbClr val="000000"/>
                  </a:solidFill>
                  <a:latin typeface="Arial"/>
                  <a:ea typeface="Arial"/>
                  <a:cs typeface="Arial"/>
                </a:rPr>
                <a:t>32</a:t>
              </a:r>
            </a:p>
          </p:txBody>
        </p:sp>
        <p:sp>
          <p:nvSpPr>
            <p:cNvPr id="7" name="text_008">
              <a:extLst>
                <a:ext uri="{FF2B5EF4-FFF2-40B4-BE49-F238E27FC236}">
                  <ns2:creationId id="{39319DFF-3348-4C57-907C-DBAA645B400E}"/>
                </a:ext>
              </a:extLst>
            </p:cNvPr>
            <p:cNvSpPr>
              <a:spLocks noGrp="1"/>
            </p:cNvSpPr>
            <p:nvPr/>
          </p:nvSpPr>
          <p:spPr>
            <a:xfrm rot="0">
              <a:off x="2737461" y="3053937"/>
              <a:ext cx="352295" cy="193762"/>
            </a:xfrm>
            <a:prstGeom prst="rect">
              <a:avLst/>
            </a:prstGeom>
            <a:noFill/>
            <a:ln w="0">
              <a:noFill/>
              <a:prstDash val="solid"/>
            </a:ln>
          </p:spPr>
          <p:txBody>
            <a:bodyPr wrap="none" lIns="0" tIns="0" rIns="0" bIns="0" anchor="t">
              <a:noAutofit/>
            </a:bodyPr>
            <a:lstStyle>
              <a:defPPr algn="ctr">
                <a:defRPr sz="1959" b="0">
                  <a:solidFill>
                    <a:srgbClr val="000000"/>
                  </a:solidFill>
                  <a:latin typeface="Arial"/>
                  <a:ea typeface="Arial"/>
                  <a:cs typeface="Arial"/>
                </a:defRPr>
              </a:defPPr>
              <a:lvl1pPr algn="ctr">
                <a:defRPr sz="1959" b="0">
                  <a:solidFill>
                    <a:srgbClr val="000000"/>
                  </a:solidFill>
                  <a:latin typeface="Arial"/>
                  <a:ea typeface="Arial"/>
                  <a:cs typeface="Arial"/>
                </a:defRPr>
              </a:lvl1pPr>
              <a:lvl2pPr algn="ctr">
                <a:defRPr sz="1959" b="0">
                  <a:solidFill>
                    <a:srgbClr val="000000"/>
                  </a:solidFill>
                  <a:latin typeface="Arial"/>
                  <a:ea typeface="Arial"/>
                  <a:cs typeface="Arial"/>
                </a:defRPr>
              </a:lvl2pPr>
              <a:lvl3pPr algn="ctr">
                <a:defRPr sz="1959" b="0">
                  <a:solidFill>
                    <a:srgbClr val="000000"/>
                  </a:solidFill>
                  <a:latin typeface="Arial"/>
                  <a:ea typeface="Arial"/>
                  <a:cs typeface="Arial"/>
                </a:defRPr>
              </a:lvl3pPr>
              <a:lvl4pPr algn="ctr">
                <a:defRPr sz="1959" b="0">
                  <a:solidFill>
                    <a:srgbClr val="000000"/>
                  </a:solidFill>
                  <a:latin typeface="Arial"/>
                  <a:ea typeface="Arial"/>
                  <a:cs typeface="Arial"/>
                </a:defRPr>
              </a:lvl4pPr>
              <a:lvl5pPr algn="ctr">
                <a:defRPr sz="1959" b="0">
                  <a:solidFill>
                    <a:srgbClr val="000000"/>
                  </a:solidFill>
                  <a:latin typeface="Arial"/>
                  <a:ea typeface="Arial"/>
                  <a:cs typeface="Arial"/>
                </a:defRPr>
              </a:lvl5pPr>
              <a:lvl6pPr algn="ctr">
                <a:defRPr sz="1959" b="0">
                  <a:solidFill>
                    <a:srgbClr val="000000"/>
                  </a:solidFill>
                  <a:latin typeface="Arial"/>
                  <a:ea typeface="Arial"/>
                  <a:cs typeface="Arial"/>
                </a:defRPr>
              </a:lvl6pPr>
              <a:lvl7pPr algn="ctr">
                <a:defRPr sz="1959" b="0">
                  <a:solidFill>
                    <a:srgbClr val="000000"/>
                  </a:solidFill>
                  <a:latin typeface="Arial"/>
                  <a:ea typeface="Arial"/>
                  <a:cs typeface="Arial"/>
                </a:defRPr>
              </a:lvl7pPr>
              <a:lvl8pPr algn="ctr">
                <a:defRPr sz="1959" b="0">
                  <a:solidFill>
                    <a:srgbClr val="000000"/>
                  </a:solidFill>
                  <a:latin typeface="Arial"/>
                  <a:ea typeface="Arial"/>
                  <a:cs typeface="Arial"/>
                </a:defRPr>
              </a:lvl8pPr>
              <a:lvl9pPr algn="ctr">
                <a:defRPr sz="1959" b="0">
                  <a:solidFill>
                    <a:srgbClr val="000000"/>
                  </a:solidFill>
                  <a:latin typeface="Arial"/>
                  <a:ea typeface="Arial"/>
                  <a:cs typeface="Arial"/>
                </a:defRPr>
              </a:lvl9pPr>
            </a:lstStyle>
            <a:p>
              <a:pPr algn="ctr">
                <a:defRPr sz="1959" b="0">
                  <a:solidFill>
                    <a:srgbClr val="000000"/>
                  </a:solidFill>
                  <a:latin typeface="Arial"/>
                  <a:ea typeface="Arial"/>
                  <a:cs typeface="Arial"/>
                </a:defRPr>
              </a:pPr>
              <a:r>
                <a:rPr sz="1959" b="0">
                  <a:solidFill>
                    <a:srgbClr val="000000"/>
                  </a:solidFill>
                  <a:latin typeface="Arial"/>
                  <a:ea typeface="Arial"/>
                  <a:cs typeface="Arial"/>
                </a:rPr>
                <a:t>63</a:t>
              </a:r>
            </a:p>
          </p:txBody>
        </p:sp>
        <p:sp>
          <p:nvSpPr>
            <p:cNvPr id="8" name="text_009">
              <a:extLst>
                <a:ext uri="{FF2B5EF4-FFF2-40B4-BE49-F238E27FC236}">
                  <ns2:creationId id="{EC604D15-60DD-49DA-A498-B173728F0CE8}"/>
                </a:ext>
              </a:extLst>
            </p:cNvPr>
            <p:cNvSpPr>
              <a:spLocks noGrp="1"/>
            </p:cNvSpPr>
            <p:nvPr/>
          </p:nvSpPr>
          <p:spPr>
            <a:xfrm rot="0">
              <a:off x="53692" y="370168"/>
              <a:ext cx="255414" cy="193762"/>
            </a:xfrm>
            <a:prstGeom prst="rect">
              <a:avLst/>
            </a:prstGeom>
            <a:noFill/>
            <a:ln w="0">
              <a:noFill/>
              <a:prstDash val="solid"/>
            </a:ln>
          </p:spPr>
          <p:txBody>
            <a:bodyPr wrap="none" lIns="0" tIns="0" rIns="0" bIns="0" anchor="t">
              <a:noAutofit/>
            </a:bodyPr>
            <a:lstStyle>
              <a:defPPr algn="r">
                <a:defRPr sz="1959" b="0">
                  <a:solidFill>
                    <a:srgbClr val="000000"/>
                  </a:solidFill>
                  <a:latin typeface="Arial"/>
                  <a:ea typeface="Arial"/>
                  <a:cs typeface="Arial"/>
                </a:defRPr>
              </a:defPPr>
              <a:lvl1pPr algn="r">
                <a:defRPr sz="1959" b="0">
                  <a:solidFill>
                    <a:srgbClr val="000000"/>
                  </a:solidFill>
                  <a:latin typeface="Arial"/>
                  <a:ea typeface="Arial"/>
                  <a:cs typeface="Arial"/>
                </a:defRPr>
              </a:lvl1pPr>
              <a:lvl2pPr algn="r">
                <a:defRPr sz="1959" b="0">
                  <a:solidFill>
                    <a:srgbClr val="000000"/>
                  </a:solidFill>
                  <a:latin typeface="Arial"/>
                  <a:ea typeface="Arial"/>
                  <a:cs typeface="Arial"/>
                </a:defRPr>
              </a:lvl2pPr>
              <a:lvl3pPr algn="r">
                <a:defRPr sz="1959" b="0">
                  <a:solidFill>
                    <a:srgbClr val="000000"/>
                  </a:solidFill>
                  <a:latin typeface="Arial"/>
                  <a:ea typeface="Arial"/>
                  <a:cs typeface="Arial"/>
                </a:defRPr>
              </a:lvl3pPr>
              <a:lvl4pPr algn="r">
                <a:defRPr sz="1959" b="0">
                  <a:solidFill>
                    <a:srgbClr val="000000"/>
                  </a:solidFill>
                  <a:latin typeface="Arial"/>
                  <a:ea typeface="Arial"/>
                  <a:cs typeface="Arial"/>
                </a:defRPr>
              </a:lvl4pPr>
              <a:lvl5pPr algn="r">
                <a:defRPr sz="1959" b="0">
                  <a:solidFill>
                    <a:srgbClr val="000000"/>
                  </a:solidFill>
                  <a:latin typeface="Arial"/>
                  <a:ea typeface="Arial"/>
                  <a:cs typeface="Arial"/>
                </a:defRPr>
              </a:lvl5pPr>
              <a:lvl6pPr algn="r">
                <a:defRPr sz="1959" b="0">
                  <a:solidFill>
                    <a:srgbClr val="000000"/>
                  </a:solidFill>
                  <a:latin typeface="Arial"/>
                  <a:ea typeface="Arial"/>
                  <a:cs typeface="Arial"/>
                </a:defRPr>
              </a:lvl6pPr>
              <a:lvl7pPr algn="r">
                <a:defRPr sz="1959" b="0">
                  <a:solidFill>
                    <a:srgbClr val="000000"/>
                  </a:solidFill>
                  <a:latin typeface="Arial"/>
                  <a:ea typeface="Arial"/>
                  <a:cs typeface="Arial"/>
                </a:defRPr>
              </a:lvl7pPr>
              <a:lvl8pPr algn="r">
                <a:defRPr sz="1959" b="0">
                  <a:solidFill>
                    <a:srgbClr val="000000"/>
                  </a:solidFill>
                  <a:latin typeface="Arial"/>
                  <a:ea typeface="Arial"/>
                  <a:cs typeface="Arial"/>
                </a:defRPr>
              </a:lvl8pPr>
              <a:lvl9pPr algn="r">
                <a:defRPr sz="1959" b="0">
                  <a:solidFill>
                    <a:srgbClr val="000000"/>
                  </a:solidFill>
                  <a:latin typeface="Arial"/>
                  <a:ea typeface="Arial"/>
                  <a:cs typeface="Arial"/>
                </a:defRPr>
              </a:lvl9pPr>
            </a:lstStyle>
            <a:p>
              <a:pPr algn="r">
                <a:defRPr sz="1959" b="0">
                  <a:solidFill>
                    <a:srgbClr val="000000"/>
                  </a:solidFill>
                  <a:latin typeface="Arial"/>
                  <a:ea typeface="Arial"/>
                  <a:cs typeface="Arial"/>
                </a:defRPr>
              </a:pPr>
              <a:r>
                <a:rPr sz="1959" b="0">
                  <a:solidFill>
                    <a:srgbClr val="000000"/>
                  </a:solidFill>
                  <a:latin typeface="Arial"/>
                  <a:ea typeface="Arial"/>
                  <a:cs typeface="Arial"/>
                </a:rPr>
                <a:t>63</a:t>
              </a:r>
            </a:p>
          </p:txBody>
        </p:sp>
        <p:pic>
          <p:nvPicPr>
            <p:cNvPr id="9" name="">
              <a:extLst>
                <a:ext uri="{FF2B5EF4-FFF2-40B4-BE49-F238E27FC236}">
                  <ns2:creationId id="{FFB52C66-5817-4019-8DFC-7ED2D3528F81}"/>
                </a:ext>
              </a:extLst>
            </p:cNvPr>
            <p:cNvPicPr>
              <a:picLocks noChangeAspect="1"/>
            </p:cNvPicPr>
            <p:nvPr/>
          </p:nvPicPr>
          <p:blipFill>
            <a:blip r:embed="R10a23993c09c4cb5"/>
            <a:stretch/>
          </p:blipFill>
          <p:spPr>
            <a:xfrm>
              <a:off x="361950" y="3371850"/>
              <a:ext cx="2571750" cy="88074"/>
            </a:xfrm>
            <a:prstGeom prst="rect">
              <a:avLst/>
            </a:prstGeom>
          </p:spPr>
        </p:pic>
        <p:sp>
          <p:nvSpPr>
            <p:cNvPr id="10" name="text_011">
              <a:extLst>
                <a:ext uri="{FF2B5EF4-FFF2-40B4-BE49-F238E27FC236}">
                  <ns2:creationId id="{67E14256-951A-45CF-B181-ED7A64452ED2}"/>
                </a:ext>
              </a:extLst>
            </p:cNvPr>
            <p:cNvSpPr>
              <a:spLocks noGrp="1"/>
            </p:cNvSpPr>
            <p:nvPr/>
          </p:nvSpPr>
          <p:spPr>
            <a:xfrm rot="0">
              <a:off x="361950" y="3486150"/>
              <a:ext cx="381000" cy="171450"/>
            </a:xfrm>
            <a:prstGeom prst="rect">
              <a:avLst/>
            </a:prstGeom>
            <a:noFill/>
            <a:ln w="0">
              <a:noFill/>
              <a:prstDash val="solid"/>
            </a:ln>
          </p:spPr>
          <p:txBody>
            <a:bodyPr wrap="none" lIns="0" tIns="0" rIns="0" bIns="0" anchor="t">
              <a:noAutofit/>
            </a:bodyPr>
            <a:lstStyle>
              <a:defPPr algn="l">
                <a:defRPr sz="1714" b="0">
                  <a:solidFill>
                    <a:srgbClr val="000000"/>
                  </a:solidFill>
                  <a:latin typeface="Arial"/>
                  <a:ea typeface="Arial"/>
                  <a:cs typeface="Arial"/>
                </a:defRPr>
              </a:defPPr>
              <a:lvl1pPr algn="l">
                <a:defRPr sz="1714" b="0">
                  <a:solidFill>
                    <a:srgbClr val="000000"/>
                  </a:solidFill>
                  <a:latin typeface="Arial"/>
                  <a:ea typeface="Arial"/>
                  <a:cs typeface="Arial"/>
                </a:defRPr>
              </a:lvl1pPr>
              <a:lvl2pPr algn="l">
                <a:defRPr sz="1714" b="0">
                  <a:solidFill>
                    <a:srgbClr val="000000"/>
                  </a:solidFill>
                  <a:latin typeface="Arial"/>
                  <a:ea typeface="Arial"/>
                  <a:cs typeface="Arial"/>
                </a:defRPr>
              </a:lvl2pPr>
              <a:lvl3pPr algn="l">
                <a:defRPr sz="1714" b="0">
                  <a:solidFill>
                    <a:srgbClr val="000000"/>
                  </a:solidFill>
                  <a:latin typeface="Arial"/>
                  <a:ea typeface="Arial"/>
                  <a:cs typeface="Arial"/>
                </a:defRPr>
              </a:lvl3pPr>
              <a:lvl4pPr algn="l">
                <a:defRPr sz="1714" b="0">
                  <a:solidFill>
                    <a:srgbClr val="000000"/>
                  </a:solidFill>
                  <a:latin typeface="Arial"/>
                  <a:ea typeface="Arial"/>
                  <a:cs typeface="Arial"/>
                </a:defRPr>
              </a:lvl4pPr>
              <a:lvl5pPr algn="l">
                <a:defRPr sz="1714" b="0">
                  <a:solidFill>
                    <a:srgbClr val="000000"/>
                  </a:solidFill>
                  <a:latin typeface="Arial"/>
                  <a:ea typeface="Arial"/>
                  <a:cs typeface="Arial"/>
                </a:defRPr>
              </a:lvl5pPr>
              <a:lvl6pPr algn="l">
                <a:defRPr sz="1714" b="0">
                  <a:solidFill>
                    <a:srgbClr val="000000"/>
                  </a:solidFill>
                  <a:latin typeface="Arial"/>
                  <a:ea typeface="Arial"/>
                  <a:cs typeface="Arial"/>
                </a:defRPr>
              </a:lvl6pPr>
              <a:lvl7pPr algn="l">
                <a:defRPr sz="1714" b="0">
                  <a:solidFill>
                    <a:srgbClr val="000000"/>
                  </a:solidFill>
                  <a:latin typeface="Arial"/>
                  <a:ea typeface="Arial"/>
                  <a:cs typeface="Arial"/>
                </a:defRPr>
              </a:lvl7pPr>
              <a:lvl8pPr algn="l">
                <a:defRPr sz="1714" b="0">
                  <a:solidFill>
                    <a:srgbClr val="000000"/>
                  </a:solidFill>
                  <a:latin typeface="Arial"/>
                  <a:ea typeface="Arial"/>
                  <a:cs typeface="Arial"/>
                </a:defRPr>
              </a:lvl8pPr>
              <a:lvl9pPr algn="l">
                <a:defRPr sz="1714" b="0">
                  <a:solidFill>
                    <a:srgbClr val="000000"/>
                  </a:solidFill>
                  <a:latin typeface="Arial"/>
                  <a:ea typeface="Arial"/>
                  <a:cs typeface="Arial"/>
                </a:defRPr>
              </a:lvl9pPr>
            </a:lstStyle>
            <a:p>
              <a:pPr algn="l">
                <a:defRPr sz="1714" b="0">
                  <a:solidFill>
                    <a:srgbClr val="000000"/>
                  </a:solidFill>
                  <a:latin typeface="Arial"/>
                  <a:ea typeface="Arial"/>
                  <a:cs typeface="Arial"/>
                </a:defRPr>
              </a:pPr>
              <a:r>
                <a:rPr sz="1714" b="0">
                  <a:solidFill>
                    <a:srgbClr val="000000"/>
                  </a:solidFill>
                  <a:latin typeface="Arial"/>
                  <a:ea typeface="Arial"/>
                  <a:cs typeface="Arial"/>
                </a:rPr>
                <a:t>0</a:t>
              </a:r>
            </a:p>
          </p:txBody>
        </p:sp>
        <p:sp>
          <p:nvSpPr>
            <p:cNvPr id="11" name="text_012">
              <a:extLst>
                <a:ext uri="{FF2B5EF4-FFF2-40B4-BE49-F238E27FC236}">
                  <ns2:creationId id="{37A9BB92-1788-4E52-ACE0-8E1DBC8D54CB}"/>
                </a:ext>
              </a:extLst>
            </p:cNvPr>
            <p:cNvSpPr>
              <a:spLocks noGrp="1"/>
            </p:cNvSpPr>
            <p:nvPr/>
          </p:nvSpPr>
          <p:spPr>
            <a:xfrm rot="0">
              <a:off x="2552700" y="3486150"/>
              <a:ext cx="381000" cy="171450"/>
            </a:xfrm>
            <a:prstGeom prst="rect">
              <a:avLst/>
            </a:prstGeom>
            <a:noFill/>
            <a:ln w="0">
              <a:noFill/>
              <a:prstDash val="solid"/>
            </a:ln>
          </p:spPr>
          <p:txBody>
            <a:bodyPr wrap="none" lIns="0" tIns="0" rIns="0" bIns="0" anchor="t">
              <a:noAutofit/>
            </a:bodyPr>
            <a:lstStyle>
              <a:defPPr algn="r">
                <a:defRPr sz="1714" b="0">
                  <a:solidFill>
                    <a:srgbClr val="000000"/>
                  </a:solidFill>
                  <a:latin typeface="Arial"/>
                  <a:ea typeface="Arial"/>
                  <a:cs typeface="Arial"/>
                </a:defRPr>
              </a:defPPr>
              <a:lvl1pPr algn="r">
                <a:defRPr sz="1714" b="0">
                  <a:solidFill>
                    <a:srgbClr val="000000"/>
                  </a:solidFill>
                  <a:latin typeface="Arial"/>
                  <a:ea typeface="Arial"/>
                  <a:cs typeface="Arial"/>
                </a:defRPr>
              </a:lvl1pPr>
              <a:lvl2pPr algn="r">
                <a:defRPr sz="1714" b="0">
                  <a:solidFill>
                    <a:srgbClr val="000000"/>
                  </a:solidFill>
                  <a:latin typeface="Arial"/>
                  <a:ea typeface="Arial"/>
                  <a:cs typeface="Arial"/>
                </a:defRPr>
              </a:lvl2pPr>
              <a:lvl3pPr algn="r">
                <a:defRPr sz="1714" b="0">
                  <a:solidFill>
                    <a:srgbClr val="000000"/>
                  </a:solidFill>
                  <a:latin typeface="Arial"/>
                  <a:ea typeface="Arial"/>
                  <a:cs typeface="Arial"/>
                </a:defRPr>
              </a:lvl3pPr>
              <a:lvl4pPr algn="r">
                <a:defRPr sz="1714" b="0">
                  <a:solidFill>
                    <a:srgbClr val="000000"/>
                  </a:solidFill>
                  <a:latin typeface="Arial"/>
                  <a:ea typeface="Arial"/>
                  <a:cs typeface="Arial"/>
                </a:defRPr>
              </a:lvl4pPr>
              <a:lvl5pPr algn="r">
                <a:defRPr sz="1714" b="0">
                  <a:solidFill>
                    <a:srgbClr val="000000"/>
                  </a:solidFill>
                  <a:latin typeface="Arial"/>
                  <a:ea typeface="Arial"/>
                  <a:cs typeface="Arial"/>
                </a:defRPr>
              </a:lvl5pPr>
              <a:lvl6pPr algn="r">
                <a:defRPr sz="1714" b="0">
                  <a:solidFill>
                    <a:srgbClr val="000000"/>
                  </a:solidFill>
                  <a:latin typeface="Arial"/>
                  <a:ea typeface="Arial"/>
                  <a:cs typeface="Arial"/>
                </a:defRPr>
              </a:lvl6pPr>
              <a:lvl7pPr algn="r">
                <a:defRPr sz="1714" b="0">
                  <a:solidFill>
                    <a:srgbClr val="000000"/>
                  </a:solidFill>
                  <a:latin typeface="Arial"/>
                  <a:ea typeface="Arial"/>
                  <a:cs typeface="Arial"/>
                </a:defRPr>
              </a:lvl7pPr>
              <a:lvl8pPr algn="r">
                <a:defRPr sz="1714" b="0">
                  <a:solidFill>
                    <a:srgbClr val="000000"/>
                  </a:solidFill>
                  <a:latin typeface="Arial"/>
                  <a:ea typeface="Arial"/>
                  <a:cs typeface="Arial"/>
                </a:defRPr>
              </a:lvl8pPr>
              <a:lvl9pPr algn="r">
                <a:defRPr sz="1714" b="0">
                  <a:solidFill>
                    <a:srgbClr val="000000"/>
                  </a:solidFill>
                  <a:latin typeface="Arial"/>
                  <a:ea typeface="Arial"/>
                  <a:cs typeface="Arial"/>
                </a:defRPr>
              </a:lvl9pPr>
            </a:lstStyle>
            <a:p>
              <a:pPr algn="r">
                <a:defRPr sz="1714" b="0">
                  <a:solidFill>
                    <a:srgbClr val="000000"/>
                  </a:solidFill>
                  <a:latin typeface="Arial"/>
                  <a:ea typeface="Arial"/>
                  <a:cs typeface="Arial"/>
                </a:defRPr>
              </a:pPr>
              <a:r>
                <a:rPr sz="1714" b="0">
                  <a:solidFill>
                    <a:srgbClr val="000000"/>
                  </a:solidFill>
                  <a:latin typeface="Arial"/>
                  <a:ea typeface="Arial"/>
                  <a:cs typeface="Arial"/>
                </a:rPr>
                <a:t>247</a:t>
              </a:r>
            </a:p>
          </p:txBody>
        </p:sp>
        <p:sp>
          <p:nvSpPr>
            <p:cNvPr id="31" name="text_032">
              <a:extLst>
                <a:ext uri="{FF2B5EF4-FFF2-40B4-BE49-F238E27FC236}">
                  <ns2:creationId id="{ED61C8AC-C8D5-46AA-9CF5-C7DC4CA00CDA}"/>
                </a:ext>
              </a:extLst>
            </p:cNvPr>
            <p:cNvSpPr>
              <a:spLocks noGrp="1"/>
            </p:cNvSpPr>
            <p:nvPr/>
          </p:nvSpPr>
          <p:spPr>
            <a:xfrm rot="0">
              <a:off x="3333750" y="38100"/>
              <a:ext cx="4267200" cy="285750"/>
            </a:xfrm>
            <a:prstGeom prst="rect">
              <a:avLst/>
            </a:prstGeom>
            <a:noFill/>
            <a:ln w="0">
              <a:noFill/>
              <a:prstDash val="solid"/>
            </a:ln>
          </p:spPr>
          <p:txBody>
            <a:bodyPr wrap="none" lIns="0" tIns="0" rIns="0" bIns="0" anchor="t">
              <a:noAutofit/>
            </a:bodyPr>
            <a:lstStyle>
              <a:defPPr algn="l">
                <a:defRPr sz="3184" b="1">
                  <a:solidFill>
                    <a:srgbClr val="000000"/>
                  </a:solidFill>
                  <a:latin typeface="Arial"/>
                  <a:ea typeface="Arial"/>
                  <a:cs typeface="Arial"/>
                </a:defRPr>
              </a:defPPr>
              <a:lvl1pPr algn="l">
                <a:defRPr sz="3184" b="1">
                  <a:solidFill>
                    <a:srgbClr val="000000"/>
                  </a:solidFill>
                  <a:latin typeface="Arial"/>
                  <a:ea typeface="Arial"/>
                  <a:cs typeface="Arial"/>
                </a:defRPr>
              </a:lvl1pPr>
              <a:lvl2pPr algn="l">
                <a:defRPr sz="3184" b="1">
                  <a:solidFill>
                    <a:srgbClr val="000000"/>
                  </a:solidFill>
                  <a:latin typeface="Arial"/>
                  <a:ea typeface="Arial"/>
                  <a:cs typeface="Arial"/>
                </a:defRPr>
              </a:lvl2pPr>
              <a:lvl3pPr algn="l">
                <a:defRPr sz="3184" b="1">
                  <a:solidFill>
                    <a:srgbClr val="000000"/>
                  </a:solidFill>
                  <a:latin typeface="Arial"/>
                  <a:ea typeface="Arial"/>
                  <a:cs typeface="Arial"/>
                </a:defRPr>
              </a:lvl3pPr>
              <a:lvl4pPr algn="l">
                <a:defRPr sz="3184" b="1">
                  <a:solidFill>
                    <a:srgbClr val="000000"/>
                  </a:solidFill>
                  <a:latin typeface="Arial"/>
                  <a:ea typeface="Arial"/>
                  <a:cs typeface="Arial"/>
                </a:defRPr>
              </a:lvl4pPr>
              <a:lvl5pPr algn="l">
                <a:defRPr sz="3184" b="1">
                  <a:solidFill>
                    <a:srgbClr val="000000"/>
                  </a:solidFill>
                  <a:latin typeface="Arial"/>
                  <a:ea typeface="Arial"/>
                  <a:cs typeface="Arial"/>
                </a:defRPr>
              </a:lvl5pPr>
              <a:lvl6pPr algn="l">
                <a:defRPr sz="3184" b="1">
                  <a:solidFill>
                    <a:srgbClr val="000000"/>
                  </a:solidFill>
                  <a:latin typeface="Arial"/>
                  <a:ea typeface="Arial"/>
                  <a:cs typeface="Arial"/>
                </a:defRPr>
              </a:lvl6pPr>
              <a:lvl7pPr algn="l">
                <a:defRPr sz="3184" b="1">
                  <a:solidFill>
                    <a:srgbClr val="000000"/>
                  </a:solidFill>
                  <a:latin typeface="Arial"/>
                  <a:ea typeface="Arial"/>
                  <a:cs typeface="Arial"/>
                </a:defRPr>
              </a:lvl7pPr>
              <a:lvl8pPr algn="l">
                <a:defRPr sz="3184" b="1">
                  <a:solidFill>
                    <a:srgbClr val="000000"/>
                  </a:solidFill>
                  <a:latin typeface="Arial"/>
                  <a:ea typeface="Arial"/>
                  <a:cs typeface="Arial"/>
                </a:defRPr>
              </a:lvl8pPr>
              <a:lvl9pPr algn="l">
                <a:defRPr sz="3184" b="1">
                  <a:solidFill>
                    <a:srgbClr val="000000"/>
                  </a:solidFill>
                  <a:latin typeface="Arial"/>
                  <a:ea typeface="Arial"/>
                  <a:cs typeface="Arial"/>
                </a:defRPr>
              </a:lvl9pPr>
            </a:lstStyle>
            <a:p>
              <a:pPr algn="l">
                <a:defRPr sz="3184" b="1">
                  <a:solidFill>
                    <a:srgbClr val="000000"/>
                  </a:solidFill>
                  <a:latin typeface="Arial"/>
                  <a:ea typeface="Arial"/>
                  <a:cs typeface="Arial"/>
                </a:defRPr>
              </a:pPr>
              <a:r>
                <a:rPr sz="3184" b="1">
                  <a:solidFill>
                    <a:srgbClr val="000000"/>
                  </a:solidFill>
                  <a:latin typeface="Arial"/>
                  <a:ea typeface="Arial"/>
                  <a:cs typeface="Arial"/>
                </a:rPr>
                <a:t>(b) RG-MTM-P / R</a:t>
              </a:r>
            </a:p>
          </p:txBody>
        </p:sp>
        <p:sp>
          <p:nvSpPr>
            <p:cNvPr id="32" name="line_033">
              <a:extLst>
                <a:ext uri="{FF2B5EF4-FFF2-40B4-BE49-F238E27FC236}">
                  <ns2:creationId id="{FD8CC60A-9665-4958-ABE9-6A16375FD998}"/>
                </a:ext>
              </a:extLst>
            </p:cNvPr>
            <p:cNvSpPr>
              <a:spLocks noGrp="1"/>
            </p:cNvSpPr>
            <p:nvPr/>
          </p:nvSpPr>
          <p:spPr>
            <a:xfrm>
              <a:off x="3600450" y="2846070"/>
              <a:ext cx="3781425" cy="95"/>
            </a:xfrm>
            <a:custGeom>
              <a:pathLst>
                <a:path w="3781425" h="95">
                  <a:moveTo>
                    <a:pt x="0" y="0"/>
                  </a:moveTo>
                  <a:lnTo>
                    <a:pt x="3781425" y="0"/>
                  </a:lnTo>
                </a:path>
              </a:pathLst>
            </a:custGeom>
            <a:noFill/>
            <a:ln w="10887">
              <a:solidFill>
                <a:srgbClr val="DFE4E8"/>
              </a:solidFill>
              <a:prstDash val="solid"/>
            </a:ln>
          </p:spPr>
        </p:sp>
        <p:sp>
          <p:nvSpPr>
            <p:cNvPr id="33" name="text_034">
              <a:extLst>
                <a:ext uri="{FF2B5EF4-FFF2-40B4-BE49-F238E27FC236}">
                  <ns2:creationId id="{080F5D25-C13D-4532-A7FA-46F5B6886F1A}"/>
                </a:ext>
              </a:extLst>
            </p:cNvPr>
            <p:cNvSpPr>
              <a:spLocks noGrp="1"/>
            </p:cNvSpPr>
            <p:nvPr/>
          </p:nvSpPr>
          <p:spPr>
            <a:xfrm rot="0">
              <a:off x="3228975" y="2750820"/>
              <a:ext cx="304800" cy="209550"/>
            </a:xfrm>
            <a:prstGeom prst="rect">
              <a:avLst/>
            </a:prstGeom>
            <a:noFill/>
            <a:ln w="0">
              <a:noFill/>
              <a:prstDash val="solid"/>
            </a:ln>
          </p:spPr>
          <p:txBody>
            <a:bodyPr wrap="none" lIns="0" tIns="0" rIns="0" bIns="0" anchor="t">
              <a:noAutofit/>
            </a:bodyPr>
            <a:lstStyle>
              <a:defPPr algn="r">
                <a:defRPr sz="1959" b="0">
                  <a:solidFill>
                    <a:srgbClr val="000000"/>
                  </a:solidFill>
                  <a:latin typeface="Arial"/>
                  <a:ea typeface="Arial"/>
                  <a:cs typeface="Arial"/>
                </a:defRPr>
              </a:defPPr>
              <a:lvl1pPr algn="r">
                <a:defRPr sz="1959" b="0">
                  <a:solidFill>
                    <a:srgbClr val="000000"/>
                  </a:solidFill>
                  <a:latin typeface="Arial"/>
                  <a:ea typeface="Arial"/>
                  <a:cs typeface="Arial"/>
                </a:defRPr>
              </a:lvl1pPr>
              <a:lvl2pPr algn="r">
                <a:defRPr sz="1959" b="0">
                  <a:solidFill>
                    <a:srgbClr val="000000"/>
                  </a:solidFill>
                  <a:latin typeface="Arial"/>
                  <a:ea typeface="Arial"/>
                  <a:cs typeface="Arial"/>
                </a:defRPr>
              </a:lvl2pPr>
              <a:lvl3pPr algn="r">
                <a:defRPr sz="1959" b="0">
                  <a:solidFill>
                    <a:srgbClr val="000000"/>
                  </a:solidFill>
                  <a:latin typeface="Arial"/>
                  <a:ea typeface="Arial"/>
                  <a:cs typeface="Arial"/>
                </a:defRPr>
              </a:lvl3pPr>
              <a:lvl4pPr algn="r">
                <a:defRPr sz="1959" b="0">
                  <a:solidFill>
                    <a:srgbClr val="000000"/>
                  </a:solidFill>
                  <a:latin typeface="Arial"/>
                  <a:ea typeface="Arial"/>
                  <a:cs typeface="Arial"/>
                </a:defRPr>
              </a:lvl4pPr>
              <a:lvl5pPr algn="r">
                <a:defRPr sz="1959" b="0">
                  <a:solidFill>
                    <a:srgbClr val="000000"/>
                  </a:solidFill>
                  <a:latin typeface="Arial"/>
                  <a:ea typeface="Arial"/>
                  <a:cs typeface="Arial"/>
                </a:defRPr>
              </a:lvl5pPr>
              <a:lvl6pPr algn="r">
                <a:defRPr sz="1959" b="0">
                  <a:solidFill>
                    <a:srgbClr val="000000"/>
                  </a:solidFill>
                  <a:latin typeface="Arial"/>
                  <a:ea typeface="Arial"/>
                  <a:cs typeface="Arial"/>
                </a:defRPr>
              </a:lvl6pPr>
              <a:lvl7pPr algn="r">
                <a:defRPr sz="1959" b="0">
                  <a:solidFill>
                    <a:srgbClr val="000000"/>
                  </a:solidFill>
                  <a:latin typeface="Arial"/>
                  <a:ea typeface="Arial"/>
                  <a:cs typeface="Arial"/>
                </a:defRPr>
              </a:lvl7pPr>
              <a:lvl8pPr algn="r">
                <a:defRPr sz="1959" b="0">
                  <a:solidFill>
                    <a:srgbClr val="000000"/>
                  </a:solidFill>
                  <a:latin typeface="Arial"/>
                  <a:ea typeface="Arial"/>
                  <a:cs typeface="Arial"/>
                </a:defRPr>
              </a:lvl8pPr>
              <a:lvl9pPr algn="r">
                <a:defRPr sz="1959" b="0">
                  <a:solidFill>
                    <a:srgbClr val="000000"/>
                  </a:solidFill>
                  <a:latin typeface="Arial"/>
                  <a:ea typeface="Arial"/>
                  <a:cs typeface="Arial"/>
                </a:defRPr>
              </a:lvl9pPr>
            </a:lstStyle>
            <a:p>
              <a:pPr algn="r">
                <a:defRPr sz="1959" b="0">
                  <a:solidFill>
                    <a:srgbClr val="000000"/>
                  </a:solidFill>
                  <a:latin typeface="Arial"/>
                  <a:ea typeface="Arial"/>
                  <a:cs typeface="Arial"/>
                </a:defRPr>
              </a:pPr>
              <a:r>
                <a:rPr sz="1959" b="0">
                  <a:solidFill>
                    <a:srgbClr val="000000"/>
                  </a:solidFill>
                  <a:latin typeface="Arial"/>
                  <a:ea typeface="Arial"/>
                  <a:cs typeface="Arial"/>
                </a:rPr>
                <a:t>0</a:t>
              </a:r>
            </a:p>
          </p:txBody>
        </p:sp>
        <p:sp>
          <p:nvSpPr>
            <p:cNvPr id="34" name="line_035">
              <a:extLst>
                <a:ext uri="{FF2B5EF4-FFF2-40B4-BE49-F238E27FC236}">
                  <ns2:creationId id="{B4DDA56B-2129-4F76-8104-32114150C860}"/>
                </a:ext>
              </a:extLst>
            </p:cNvPr>
            <p:cNvSpPr>
              <a:spLocks noGrp="1"/>
            </p:cNvSpPr>
            <p:nvPr/>
          </p:nvSpPr>
          <p:spPr>
            <a:xfrm>
              <a:off x="3600450" y="1882140"/>
              <a:ext cx="3781425" cy="95"/>
            </a:xfrm>
            <a:custGeom>
              <a:pathLst>
                <a:path w="3781425" h="95">
                  <a:moveTo>
                    <a:pt x="0" y="0"/>
                  </a:moveTo>
                  <a:lnTo>
                    <a:pt x="3781425" y="0"/>
                  </a:lnTo>
                </a:path>
              </a:pathLst>
            </a:custGeom>
            <a:noFill/>
            <a:ln w="10887">
              <a:solidFill>
                <a:srgbClr val="DFE4E8"/>
              </a:solidFill>
              <a:prstDash val="solid"/>
            </a:ln>
          </p:spPr>
        </p:sp>
        <p:sp>
          <p:nvSpPr>
            <p:cNvPr id="35" name="text_036">
              <a:extLst>
                <a:ext uri="{FF2B5EF4-FFF2-40B4-BE49-F238E27FC236}">
                  <ns2:creationId id="{69258BF1-4866-4956-A1DC-9F87B244C4ED}"/>
                </a:ext>
              </a:extLst>
            </p:cNvPr>
            <p:cNvSpPr>
              <a:spLocks noGrp="1"/>
            </p:cNvSpPr>
            <p:nvPr/>
          </p:nvSpPr>
          <p:spPr>
            <a:xfrm rot="0">
              <a:off x="3228975" y="1786890"/>
              <a:ext cx="304800" cy="209550"/>
            </a:xfrm>
            <a:prstGeom prst="rect">
              <a:avLst/>
            </a:prstGeom>
            <a:noFill/>
            <a:ln w="0">
              <a:noFill/>
              <a:prstDash val="solid"/>
            </a:ln>
          </p:spPr>
          <p:txBody>
            <a:bodyPr wrap="none" lIns="0" tIns="0" rIns="0" bIns="0" anchor="t">
              <a:noAutofit/>
            </a:bodyPr>
            <a:lstStyle>
              <a:defPPr algn="r">
                <a:defRPr sz="1959" b="0">
                  <a:solidFill>
                    <a:srgbClr val="000000"/>
                  </a:solidFill>
                  <a:latin typeface="Arial"/>
                  <a:ea typeface="Arial"/>
                  <a:cs typeface="Arial"/>
                </a:defRPr>
              </a:defPPr>
              <a:lvl1pPr algn="r">
                <a:defRPr sz="1959" b="0">
                  <a:solidFill>
                    <a:srgbClr val="000000"/>
                  </a:solidFill>
                  <a:latin typeface="Arial"/>
                  <a:ea typeface="Arial"/>
                  <a:cs typeface="Arial"/>
                </a:defRPr>
              </a:lvl1pPr>
              <a:lvl2pPr algn="r">
                <a:defRPr sz="1959" b="0">
                  <a:solidFill>
                    <a:srgbClr val="000000"/>
                  </a:solidFill>
                  <a:latin typeface="Arial"/>
                  <a:ea typeface="Arial"/>
                  <a:cs typeface="Arial"/>
                </a:defRPr>
              </a:lvl2pPr>
              <a:lvl3pPr algn="r">
                <a:defRPr sz="1959" b="0">
                  <a:solidFill>
                    <a:srgbClr val="000000"/>
                  </a:solidFill>
                  <a:latin typeface="Arial"/>
                  <a:ea typeface="Arial"/>
                  <a:cs typeface="Arial"/>
                </a:defRPr>
              </a:lvl3pPr>
              <a:lvl4pPr algn="r">
                <a:defRPr sz="1959" b="0">
                  <a:solidFill>
                    <a:srgbClr val="000000"/>
                  </a:solidFill>
                  <a:latin typeface="Arial"/>
                  <a:ea typeface="Arial"/>
                  <a:cs typeface="Arial"/>
                </a:defRPr>
              </a:lvl4pPr>
              <a:lvl5pPr algn="r">
                <a:defRPr sz="1959" b="0">
                  <a:solidFill>
                    <a:srgbClr val="000000"/>
                  </a:solidFill>
                  <a:latin typeface="Arial"/>
                  <a:ea typeface="Arial"/>
                  <a:cs typeface="Arial"/>
                </a:defRPr>
              </a:lvl5pPr>
              <a:lvl6pPr algn="r">
                <a:defRPr sz="1959" b="0">
                  <a:solidFill>
                    <a:srgbClr val="000000"/>
                  </a:solidFill>
                  <a:latin typeface="Arial"/>
                  <a:ea typeface="Arial"/>
                  <a:cs typeface="Arial"/>
                </a:defRPr>
              </a:lvl6pPr>
              <a:lvl7pPr algn="r">
                <a:defRPr sz="1959" b="0">
                  <a:solidFill>
                    <a:srgbClr val="000000"/>
                  </a:solidFill>
                  <a:latin typeface="Arial"/>
                  <a:ea typeface="Arial"/>
                  <a:cs typeface="Arial"/>
                </a:defRPr>
              </a:lvl7pPr>
              <a:lvl8pPr algn="r">
                <a:defRPr sz="1959" b="0">
                  <a:solidFill>
                    <a:srgbClr val="000000"/>
                  </a:solidFill>
                  <a:latin typeface="Arial"/>
                  <a:ea typeface="Arial"/>
                  <a:cs typeface="Arial"/>
                </a:defRPr>
              </a:lvl8pPr>
              <a:lvl9pPr algn="r">
                <a:defRPr sz="1959" b="0">
                  <a:solidFill>
                    <a:srgbClr val="000000"/>
                  </a:solidFill>
                  <a:latin typeface="Arial"/>
                  <a:ea typeface="Arial"/>
                  <a:cs typeface="Arial"/>
                </a:defRPr>
              </a:lvl9pPr>
            </a:lstStyle>
            <a:p>
              <a:pPr algn="r">
                <a:defRPr sz="1959" b="0">
                  <a:solidFill>
                    <a:srgbClr val="000000"/>
                  </a:solidFill>
                  <a:latin typeface="Arial"/>
                  <a:ea typeface="Arial"/>
                  <a:cs typeface="Arial"/>
                </a:defRPr>
              </a:pPr>
              <a:r>
                <a:rPr sz="1959" b="0">
                  <a:solidFill>
                    <a:srgbClr val="000000"/>
                  </a:solidFill>
                  <a:latin typeface="Arial"/>
                  <a:ea typeface="Arial"/>
                  <a:cs typeface="Arial"/>
                </a:rPr>
                <a:t>100</a:t>
              </a:r>
            </a:p>
          </p:txBody>
        </p:sp>
        <p:sp>
          <p:nvSpPr>
            <p:cNvPr id="36" name="line_037">
              <a:extLst>
                <a:ext uri="{FF2B5EF4-FFF2-40B4-BE49-F238E27FC236}">
                  <ns2:creationId id="{9A20A311-6772-43CB-85E6-B52DB269C6AA}"/>
                </a:ext>
              </a:extLst>
            </p:cNvPr>
            <p:cNvSpPr>
              <a:spLocks noGrp="1"/>
            </p:cNvSpPr>
            <p:nvPr/>
          </p:nvSpPr>
          <p:spPr>
            <a:xfrm>
              <a:off x="3600450" y="918210"/>
              <a:ext cx="3781425" cy="95"/>
            </a:xfrm>
            <a:custGeom>
              <a:pathLst>
                <a:path w="3781425" h="95">
                  <a:moveTo>
                    <a:pt x="0" y="0"/>
                  </a:moveTo>
                  <a:lnTo>
                    <a:pt x="3781425" y="0"/>
                  </a:lnTo>
                </a:path>
              </a:pathLst>
            </a:custGeom>
            <a:noFill/>
            <a:ln w="10887">
              <a:solidFill>
                <a:srgbClr val="DFE4E8"/>
              </a:solidFill>
              <a:prstDash val="solid"/>
            </a:ln>
          </p:spPr>
        </p:sp>
        <p:sp>
          <p:nvSpPr>
            <p:cNvPr id="37" name="text_038">
              <a:extLst>
                <a:ext uri="{FF2B5EF4-FFF2-40B4-BE49-F238E27FC236}">
                  <ns2:creationId id="{75529D16-202F-455D-AAEB-3F95182272C9}"/>
                </a:ext>
              </a:extLst>
            </p:cNvPr>
            <p:cNvSpPr>
              <a:spLocks noGrp="1"/>
            </p:cNvSpPr>
            <p:nvPr/>
          </p:nvSpPr>
          <p:spPr>
            <a:xfrm rot="0">
              <a:off x="3228975" y="822960"/>
              <a:ext cx="304800" cy="209550"/>
            </a:xfrm>
            <a:prstGeom prst="rect">
              <a:avLst/>
            </a:prstGeom>
            <a:noFill/>
            <a:ln w="0">
              <a:noFill/>
              <a:prstDash val="solid"/>
            </a:ln>
          </p:spPr>
          <p:txBody>
            <a:bodyPr wrap="none" lIns="0" tIns="0" rIns="0" bIns="0" anchor="t">
              <a:noAutofit/>
            </a:bodyPr>
            <a:lstStyle>
              <a:defPPr algn="r">
                <a:defRPr sz="1959" b="0">
                  <a:solidFill>
                    <a:srgbClr val="000000"/>
                  </a:solidFill>
                  <a:latin typeface="Arial"/>
                  <a:ea typeface="Arial"/>
                  <a:cs typeface="Arial"/>
                </a:defRPr>
              </a:defPPr>
              <a:lvl1pPr algn="r">
                <a:defRPr sz="1959" b="0">
                  <a:solidFill>
                    <a:srgbClr val="000000"/>
                  </a:solidFill>
                  <a:latin typeface="Arial"/>
                  <a:ea typeface="Arial"/>
                  <a:cs typeface="Arial"/>
                </a:defRPr>
              </a:lvl1pPr>
              <a:lvl2pPr algn="r">
                <a:defRPr sz="1959" b="0">
                  <a:solidFill>
                    <a:srgbClr val="000000"/>
                  </a:solidFill>
                  <a:latin typeface="Arial"/>
                  <a:ea typeface="Arial"/>
                  <a:cs typeface="Arial"/>
                </a:defRPr>
              </a:lvl2pPr>
              <a:lvl3pPr algn="r">
                <a:defRPr sz="1959" b="0">
                  <a:solidFill>
                    <a:srgbClr val="000000"/>
                  </a:solidFill>
                  <a:latin typeface="Arial"/>
                  <a:ea typeface="Arial"/>
                  <a:cs typeface="Arial"/>
                </a:defRPr>
              </a:lvl3pPr>
              <a:lvl4pPr algn="r">
                <a:defRPr sz="1959" b="0">
                  <a:solidFill>
                    <a:srgbClr val="000000"/>
                  </a:solidFill>
                  <a:latin typeface="Arial"/>
                  <a:ea typeface="Arial"/>
                  <a:cs typeface="Arial"/>
                </a:defRPr>
              </a:lvl4pPr>
              <a:lvl5pPr algn="r">
                <a:defRPr sz="1959" b="0">
                  <a:solidFill>
                    <a:srgbClr val="000000"/>
                  </a:solidFill>
                  <a:latin typeface="Arial"/>
                  <a:ea typeface="Arial"/>
                  <a:cs typeface="Arial"/>
                </a:defRPr>
              </a:lvl5pPr>
              <a:lvl6pPr algn="r">
                <a:defRPr sz="1959" b="0">
                  <a:solidFill>
                    <a:srgbClr val="000000"/>
                  </a:solidFill>
                  <a:latin typeface="Arial"/>
                  <a:ea typeface="Arial"/>
                  <a:cs typeface="Arial"/>
                </a:defRPr>
              </a:lvl6pPr>
              <a:lvl7pPr algn="r">
                <a:defRPr sz="1959" b="0">
                  <a:solidFill>
                    <a:srgbClr val="000000"/>
                  </a:solidFill>
                  <a:latin typeface="Arial"/>
                  <a:ea typeface="Arial"/>
                  <a:cs typeface="Arial"/>
                </a:defRPr>
              </a:lvl7pPr>
              <a:lvl8pPr algn="r">
                <a:defRPr sz="1959" b="0">
                  <a:solidFill>
                    <a:srgbClr val="000000"/>
                  </a:solidFill>
                  <a:latin typeface="Arial"/>
                  <a:ea typeface="Arial"/>
                  <a:cs typeface="Arial"/>
                </a:defRPr>
              </a:lvl8pPr>
              <a:lvl9pPr algn="r">
                <a:defRPr sz="1959" b="0">
                  <a:solidFill>
                    <a:srgbClr val="000000"/>
                  </a:solidFill>
                  <a:latin typeface="Arial"/>
                  <a:ea typeface="Arial"/>
                  <a:cs typeface="Arial"/>
                </a:defRPr>
              </a:lvl9pPr>
            </a:lstStyle>
            <a:p>
              <a:pPr algn="r">
                <a:defRPr sz="1959" b="0">
                  <a:solidFill>
                    <a:srgbClr val="000000"/>
                  </a:solidFill>
                  <a:latin typeface="Arial"/>
                  <a:ea typeface="Arial"/>
                  <a:cs typeface="Arial"/>
                </a:defRPr>
              </a:pPr>
              <a:r>
                <a:rPr sz="1959" b="0">
                  <a:solidFill>
                    <a:srgbClr val="000000"/>
                  </a:solidFill>
                  <a:latin typeface="Arial"/>
                  <a:ea typeface="Arial"/>
                  <a:cs typeface="Arial"/>
                </a:rPr>
                <a:t>200</a:t>
              </a:r>
            </a:p>
          </p:txBody>
        </p:sp>
        <p:pic>
          <p:nvPicPr>
            <p:cNvPr id="38" name="">
              <a:extLst>
                <a:ext uri="{FF2B5EF4-FFF2-40B4-BE49-F238E27FC236}">
                  <ns2:creationId id="{F25D3E4A-BEFC-4E15-A375-3691C20E1F95}"/>
                </a:ext>
              </a:extLst>
            </p:cNvPr>
            <p:cNvPicPr>
              <a:picLocks noChangeAspect="1"/>
            </p:cNvPicPr>
            <p:nvPr/>
          </p:nvPicPr>
          <p:blipFill>
            <a:blip r:embed="R625fa0795ee244fa"/>
            <a:stretch/>
          </p:blipFill>
          <p:spPr>
            <a:xfrm>
              <a:off x="3600450" y="437833"/>
              <a:ext cx="3781425" cy="2406650"/>
            </a:xfrm>
            <a:prstGeom prst="rect">
              <a:avLst/>
            </a:prstGeom>
          </p:spPr>
        </p:pic>
        <p:sp>
          <p:nvSpPr>
            <p:cNvPr id="39" name="line_040">
              <a:extLst>
                <a:ext uri="{FF2B5EF4-FFF2-40B4-BE49-F238E27FC236}">
                  <ns2:creationId id="{ED147446-8AC1-4050-9F85-D7327A3880FB}"/>
                </a:ext>
              </a:extLst>
            </p:cNvPr>
            <p:cNvSpPr>
              <a:spLocks noGrp="1"/>
            </p:cNvSpPr>
            <p:nvPr/>
          </p:nvSpPr>
          <p:spPr>
            <a:xfrm>
              <a:off x="3600450" y="436245"/>
              <a:ext cx="95" cy="2409825"/>
            </a:xfrm>
            <a:custGeom>
              <a:pathLst>
                <a:path w="95" h="2409825">
                  <a:moveTo>
                    <a:pt x="0" y="0"/>
                  </a:moveTo>
                  <a:lnTo>
                    <a:pt x="0" y="2409825"/>
                  </a:lnTo>
                </a:path>
              </a:pathLst>
            </a:custGeom>
            <a:noFill/>
            <a:ln w="12441">
              <a:solidFill>
                <a:srgbClr val="7B8790"/>
              </a:solidFill>
              <a:prstDash val="solid"/>
            </a:ln>
          </p:spPr>
        </p:sp>
        <p:sp>
          <p:nvSpPr>
            <p:cNvPr id="40" name="line_041">
              <a:extLst>
                <a:ext uri="{FF2B5EF4-FFF2-40B4-BE49-F238E27FC236}">
                  <ns2:creationId id="{77EB5AA8-A9A0-4022-B405-961134B5BBEF}"/>
                </a:ext>
              </a:extLst>
            </p:cNvPr>
            <p:cNvSpPr>
              <a:spLocks noGrp="1"/>
            </p:cNvSpPr>
            <p:nvPr/>
          </p:nvSpPr>
          <p:spPr>
            <a:xfrm>
              <a:off x="3600450" y="2846070"/>
              <a:ext cx="3781425" cy="95"/>
            </a:xfrm>
            <a:custGeom>
              <a:pathLst>
                <a:path w="3781425" h="95">
                  <a:moveTo>
                    <a:pt x="0" y="0"/>
                  </a:moveTo>
                  <a:lnTo>
                    <a:pt x="3781425" y="0"/>
                  </a:lnTo>
                </a:path>
              </a:pathLst>
            </a:custGeom>
            <a:noFill/>
            <a:ln w="12441">
              <a:solidFill>
                <a:srgbClr val="7B8790"/>
              </a:solidFill>
              <a:prstDash val="solid"/>
            </a:ln>
          </p:spPr>
        </p:sp>
        <p:sp>
          <p:nvSpPr>
            <p:cNvPr id="41" name="line_042">
              <a:extLst>
                <a:ext uri="{FF2B5EF4-FFF2-40B4-BE49-F238E27FC236}">
                  <ns2:creationId id="{C616442C-4755-4035-BFF3-0F2CC0E13EA6}"/>
                </a:ext>
              </a:extLst>
            </p:cNvPr>
            <p:cNvSpPr>
              <a:spLocks noGrp="1"/>
            </p:cNvSpPr>
            <p:nvPr/>
          </p:nvSpPr>
          <p:spPr>
            <a:xfrm>
              <a:off x="3600450" y="2846070"/>
              <a:ext cx="95" cy="38100"/>
            </a:xfrm>
            <a:custGeom>
              <a:pathLst>
                <a:path w="95" h="38100">
                  <a:moveTo>
                    <a:pt x="0" y="0"/>
                  </a:moveTo>
                  <a:lnTo>
                    <a:pt x="0" y="38100"/>
                  </a:lnTo>
                </a:path>
              </a:pathLst>
            </a:custGeom>
            <a:noFill/>
            <a:ln w="15551">
              <a:solidFill>
                <a:srgbClr val="7B8790"/>
              </a:solidFill>
              <a:prstDash val="solid"/>
            </a:ln>
          </p:spPr>
        </p:sp>
        <p:sp>
          <p:nvSpPr>
            <p:cNvPr id="42" name="text_043">
              <a:extLst>
                <a:ext uri="{FF2B5EF4-FFF2-40B4-BE49-F238E27FC236}">
                  <ns2:creationId id="{DB3B2CB6-CE38-47EC-9A5F-4C6434E2AA8D}"/>
                </a:ext>
              </a:extLst>
            </p:cNvPr>
            <p:cNvSpPr>
              <a:spLocks noGrp="1"/>
            </p:cNvSpPr>
            <p:nvPr/>
          </p:nvSpPr>
          <p:spPr>
            <a:xfrm rot="0">
              <a:off x="3409950" y="2912745"/>
              <a:ext cx="381000" cy="209550"/>
            </a:xfrm>
            <a:prstGeom prst="rect">
              <a:avLst/>
            </a:prstGeom>
            <a:noFill/>
            <a:ln w="0">
              <a:noFill/>
              <a:prstDash val="solid"/>
            </a:ln>
          </p:spPr>
          <p:txBody>
            <a:bodyPr wrap="none" lIns="0" tIns="0" rIns="0" bIns="0" anchor="t">
              <a:noAutofit/>
            </a:bodyPr>
            <a:lstStyle>
              <a:defPPr algn="ctr">
                <a:defRPr sz="1959" b="0">
                  <a:solidFill>
                    <a:srgbClr val="000000"/>
                  </a:solidFill>
                  <a:latin typeface="Arial"/>
                  <a:ea typeface="Arial"/>
                  <a:cs typeface="Arial"/>
                </a:defRPr>
              </a:defPPr>
              <a:lvl1pPr algn="ctr">
                <a:defRPr sz="1959" b="0">
                  <a:solidFill>
                    <a:srgbClr val="000000"/>
                  </a:solidFill>
                  <a:latin typeface="Arial"/>
                  <a:ea typeface="Arial"/>
                  <a:cs typeface="Arial"/>
                </a:defRPr>
              </a:lvl1pPr>
              <a:lvl2pPr algn="ctr">
                <a:defRPr sz="1959" b="0">
                  <a:solidFill>
                    <a:srgbClr val="000000"/>
                  </a:solidFill>
                  <a:latin typeface="Arial"/>
                  <a:ea typeface="Arial"/>
                  <a:cs typeface="Arial"/>
                </a:defRPr>
              </a:lvl2pPr>
              <a:lvl3pPr algn="ctr">
                <a:defRPr sz="1959" b="0">
                  <a:solidFill>
                    <a:srgbClr val="000000"/>
                  </a:solidFill>
                  <a:latin typeface="Arial"/>
                  <a:ea typeface="Arial"/>
                  <a:cs typeface="Arial"/>
                </a:defRPr>
              </a:lvl3pPr>
              <a:lvl4pPr algn="ctr">
                <a:defRPr sz="1959" b="0">
                  <a:solidFill>
                    <a:srgbClr val="000000"/>
                  </a:solidFill>
                  <a:latin typeface="Arial"/>
                  <a:ea typeface="Arial"/>
                  <a:cs typeface="Arial"/>
                </a:defRPr>
              </a:lvl4pPr>
              <a:lvl5pPr algn="ctr">
                <a:defRPr sz="1959" b="0">
                  <a:solidFill>
                    <a:srgbClr val="000000"/>
                  </a:solidFill>
                  <a:latin typeface="Arial"/>
                  <a:ea typeface="Arial"/>
                  <a:cs typeface="Arial"/>
                </a:defRPr>
              </a:lvl5pPr>
              <a:lvl6pPr algn="ctr">
                <a:defRPr sz="1959" b="0">
                  <a:solidFill>
                    <a:srgbClr val="000000"/>
                  </a:solidFill>
                  <a:latin typeface="Arial"/>
                  <a:ea typeface="Arial"/>
                  <a:cs typeface="Arial"/>
                </a:defRPr>
              </a:lvl6pPr>
              <a:lvl7pPr algn="ctr">
                <a:defRPr sz="1959" b="0">
                  <a:solidFill>
                    <a:srgbClr val="000000"/>
                  </a:solidFill>
                  <a:latin typeface="Arial"/>
                  <a:ea typeface="Arial"/>
                  <a:cs typeface="Arial"/>
                </a:defRPr>
              </a:lvl7pPr>
              <a:lvl8pPr algn="ctr">
                <a:defRPr sz="1959" b="0">
                  <a:solidFill>
                    <a:srgbClr val="000000"/>
                  </a:solidFill>
                  <a:latin typeface="Arial"/>
                  <a:ea typeface="Arial"/>
                  <a:cs typeface="Arial"/>
                </a:defRPr>
              </a:lvl8pPr>
              <a:lvl9pPr algn="ctr">
                <a:defRPr sz="1959" b="0">
                  <a:solidFill>
                    <a:srgbClr val="000000"/>
                  </a:solidFill>
                  <a:latin typeface="Arial"/>
                  <a:ea typeface="Arial"/>
                  <a:cs typeface="Arial"/>
                </a:defRPr>
              </a:lvl9pPr>
            </a:lstStyle>
            <a:p>
              <a:pPr algn="ctr">
                <a:defRPr sz="1959" b="0">
                  <a:solidFill>
                    <a:srgbClr val="000000"/>
                  </a:solidFill>
                  <a:latin typeface="Arial"/>
                  <a:ea typeface="Arial"/>
                  <a:cs typeface="Arial"/>
                </a:defRPr>
              </a:pPr>
              <a:r>
                <a:rPr sz="1959" b="0">
                  <a:solidFill>
                    <a:srgbClr val="000000"/>
                  </a:solidFill>
                  <a:latin typeface="Arial"/>
                  <a:ea typeface="Arial"/>
                  <a:cs typeface="Arial"/>
                </a:rPr>
                <a:t>0</a:t>
              </a:r>
            </a:p>
          </p:txBody>
        </p:sp>
        <p:sp>
          <p:nvSpPr>
            <p:cNvPr id="43" name="line_044">
              <a:extLst>
                <a:ext uri="{FF2B5EF4-FFF2-40B4-BE49-F238E27FC236}">
                  <ns2:creationId id="{4CD89721-85F6-43C6-BFB9-8658691BED23}"/>
                </a:ext>
              </a:extLst>
            </p:cNvPr>
            <p:cNvSpPr>
              <a:spLocks noGrp="1"/>
            </p:cNvSpPr>
            <p:nvPr/>
          </p:nvSpPr>
          <p:spPr>
            <a:xfrm>
              <a:off x="5491163" y="2846070"/>
              <a:ext cx="95" cy="38100"/>
            </a:xfrm>
            <a:custGeom>
              <a:pathLst>
                <a:path w="95" h="38100">
                  <a:moveTo>
                    <a:pt x="0" y="0"/>
                  </a:moveTo>
                  <a:lnTo>
                    <a:pt x="0" y="38100"/>
                  </a:lnTo>
                </a:path>
              </a:pathLst>
            </a:custGeom>
            <a:noFill/>
            <a:ln w="15551">
              <a:solidFill>
                <a:srgbClr val="7B8790"/>
              </a:solidFill>
              <a:prstDash val="solid"/>
            </a:ln>
          </p:spPr>
        </p:sp>
        <p:sp>
          <p:nvSpPr>
            <p:cNvPr id="44" name="text_045">
              <a:extLst>
                <a:ext uri="{FF2B5EF4-FFF2-40B4-BE49-F238E27FC236}">
                  <ns2:creationId id="{55B2F235-A529-449C-89C6-820DBC2EB05A}"/>
                </a:ext>
              </a:extLst>
            </p:cNvPr>
            <p:cNvSpPr>
              <a:spLocks noGrp="1"/>
            </p:cNvSpPr>
            <p:nvPr/>
          </p:nvSpPr>
          <p:spPr>
            <a:xfrm rot="0">
              <a:off x="5300663" y="2912745"/>
              <a:ext cx="381000" cy="209550"/>
            </a:xfrm>
            <a:prstGeom prst="rect">
              <a:avLst/>
            </a:prstGeom>
            <a:noFill/>
            <a:ln w="0">
              <a:noFill/>
              <a:prstDash val="solid"/>
            </a:ln>
          </p:spPr>
          <p:txBody>
            <a:bodyPr wrap="none" lIns="0" tIns="0" rIns="0" bIns="0" anchor="t">
              <a:noAutofit/>
            </a:bodyPr>
            <a:lstStyle>
              <a:defPPr algn="ctr">
                <a:defRPr sz="1959" b="0">
                  <a:solidFill>
                    <a:srgbClr val="000000"/>
                  </a:solidFill>
                  <a:latin typeface="Arial"/>
                  <a:ea typeface="Arial"/>
                  <a:cs typeface="Arial"/>
                </a:defRPr>
              </a:defPPr>
              <a:lvl1pPr algn="ctr">
                <a:defRPr sz="1959" b="0">
                  <a:solidFill>
                    <a:srgbClr val="000000"/>
                  </a:solidFill>
                  <a:latin typeface="Arial"/>
                  <a:ea typeface="Arial"/>
                  <a:cs typeface="Arial"/>
                </a:defRPr>
              </a:lvl1pPr>
              <a:lvl2pPr algn="ctr">
                <a:defRPr sz="1959" b="0">
                  <a:solidFill>
                    <a:srgbClr val="000000"/>
                  </a:solidFill>
                  <a:latin typeface="Arial"/>
                  <a:ea typeface="Arial"/>
                  <a:cs typeface="Arial"/>
                </a:defRPr>
              </a:lvl2pPr>
              <a:lvl3pPr algn="ctr">
                <a:defRPr sz="1959" b="0">
                  <a:solidFill>
                    <a:srgbClr val="000000"/>
                  </a:solidFill>
                  <a:latin typeface="Arial"/>
                  <a:ea typeface="Arial"/>
                  <a:cs typeface="Arial"/>
                </a:defRPr>
              </a:lvl3pPr>
              <a:lvl4pPr algn="ctr">
                <a:defRPr sz="1959" b="0">
                  <a:solidFill>
                    <a:srgbClr val="000000"/>
                  </a:solidFill>
                  <a:latin typeface="Arial"/>
                  <a:ea typeface="Arial"/>
                  <a:cs typeface="Arial"/>
                </a:defRPr>
              </a:lvl4pPr>
              <a:lvl5pPr algn="ctr">
                <a:defRPr sz="1959" b="0">
                  <a:solidFill>
                    <a:srgbClr val="000000"/>
                  </a:solidFill>
                  <a:latin typeface="Arial"/>
                  <a:ea typeface="Arial"/>
                  <a:cs typeface="Arial"/>
                </a:defRPr>
              </a:lvl5pPr>
              <a:lvl6pPr algn="ctr">
                <a:defRPr sz="1959" b="0">
                  <a:solidFill>
                    <a:srgbClr val="000000"/>
                  </a:solidFill>
                  <a:latin typeface="Arial"/>
                  <a:ea typeface="Arial"/>
                  <a:cs typeface="Arial"/>
                </a:defRPr>
              </a:lvl6pPr>
              <a:lvl7pPr algn="ctr">
                <a:defRPr sz="1959" b="0">
                  <a:solidFill>
                    <a:srgbClr val="000000"/>
                  </a:solidFill>
                  <a:latin typeface="Arial"/>
                  <a:ea typeface="Arial"/>
                  <a:cs typeface="Arial"/>
                </a:defRPr>
              </a:lvl7pPr>
              <a:lvl8pPr algn="ctr">
                <a:defRPr sz="1959" b="0">
                  <a:solidFill>
                    <a:srgbClr val="000000"/>
                  </a:solidFill>
                  <a:latin typeface="Arial"/>
                  <a:ea typeface="Arial"/>
                  <a:cs typeface="Arial"/>
                </a:defRPr>
              </a:lvl8pPr>
              <a:lvl9pPr algn="ctr">
                <a:defRPr sz="1959" b="0">
                  <a:solidFill>
                    <a:srgbClr val="000000"/>
                  </a:solidFill>
                  <a:latin typeface="Arial"/>
                  <a:ea typeface="Arial"/>
                  <a:cs typeface="Arial"/>
                </a:defRPr>
              </a:lvl9pPr>
            </a:lstStyle>
            <a:p>
              <a:pPr algn="ctr">
                <a:defRPr sz="1959" b="0">
                  <a:solidFill>
                    <a:srgbClr val="000000"/>
                  </a:solidFill>
                  <a:latin typeface="Arial"/>
                  <a:ea typeface="Arial"/>
                  <a:cs typeface="Arial"/>
                </a:defRPr>
              </a:pPr>
              <a:r>
                <a:rPr sz="1959" b="0">
                  <a:solidFill>
                    <a:srgbClr val="000000"/>
                  </a:solidFill>
                  <a:latin typeface="Arial"/>
                  <a:ea typeface="Arial"/>
                  <a:cs typeface="Arial"/>
                </a:rPr>
                <a:t>0.5</a:t>
              </a:r>
            </a:p>
          </p:txBody>
        </p:sp>
        <p:sp>
          <p:nvSpPr>
            <p:cNvPr id="45" name="line_046">
              <a:extLst>
                <a:ext uri="{FF2B5EF4-FFF2-40B4-BE49-F238E27FC236}">
                  <ns2:creationId id="{93C0F6A3-2E7C-49FF-BD32-8EF9C692E271}"/>
                </a:ext>
              </a:extLst>
            </p:cNvPr>
            <p:cNvSpPr>
              <a:spLocks noGrp="1"/>
            </p:cNvSpPr>
            <p:nvPr/>
          </p:nvSpPr>
          <p:spPr>
            <a:xfrm>
              <a:off x="7381875" y="2846070"/>
              <a:ext cx="95" cy="38100"/>
            </a:xfrm>
            <a:custGeom>
              <a:pathLst>
                <a:path w="95" h="38100">
                  <a:moveTo>
                    <a:pt x="0" y="0"/>
                  </a:moveTo>
                  <a:lnTo>
                    <a:pt x="0" y="38100"/>
                  </a:lnTo>
                </a:path>
              </a:pathLst>
            </a:custGeom>
            <a:noFill/>
            <a:ln w="15551">
              <a:solidFill>
                <a:srgbClr val="7B8790"/>
              </a:solidFill>
              <a:prstDash val="solid"/>
            </a:ln>
          </p:spPr>
        </p:sp>
        <p:sp>
          <p:nvSpPr>
            <p:cNvPr id="46" name="text_047">
              <a:extLst>
                <a:ext uri="{FF2B5EF4-FFF2-40B4-BE49-F238E27FC236}">
                  <ns2:creationId id="{83577E95-FF64-4CB7-82B6-55700A859AC4}"/>
                </a:ext>
              </a:extLst>
            </p:cNvPr>
            <p:cNvSpPr>
              <a:spLocks noGrp="1"/>
            </p:cNvSpPr>
            <p:nvPr/>
          </p:nvSpPr>
          <p:spPr>
            <a:xfrm rot="0">
              <a:off x="7191375" y="2912745"/>
              <a:ext cx="381000" cy="209550"/>
            </a:xfrm>
            <a:prstGeom prst="rect">
              <a:avLst/>
            </a:prstGeom>
            <a:noFill/>
            <a:ln w="0">
              <a:noFill/>
              <a:prstDash val="solid"/>
            </a:ln>
          </p:spPr>
          <p:txBody>
            <a:bodyPr wrap="none" lIns="0" tIns="0" rIns="0" bIns="0" anchor="t">
              <a:noAutofit/>
            </a:bodyPr>
            <a:lstStyle>
              <a:defPPr algn="ctr">
                <a:defRPr sz="1959" b="0">
                  <a:solidFill>
                    <a:srgbClr val="000000"/>
                  </a:solidFill>
                  <a:latin typeface="Arial"/>
                  <a:ea typeface="Arial"/>
                  <a:cs typeface="Arial"/>
                </a:defRPr>
              </a:defPPr>
              <a:lvl1pPr algn="ctr">
                <a:defRPr sz="1959" b="0">
                  <a:solidFill>
                    <a:srgbClr val="000000"/>
                  </a:solidFill>
                  <a:latin typeface="Arial"/>
                  <a:ea typeface="Arial"/>
                  <a:cs typeface="Arial"/>
                </a:defRPr>
              </a:lvl1pPr>
              <a:lvl2pPr algn="ctr">
                <a:defRPr sz="1959" b="0">
                  <a:solidFill>
                    <a:srgbClr val="000000"/>
                  </a:solidFill>
                  <a:latin typeface="Arial"/>
                  <a:ea typeface="Arial"/>
                  <a:cs typeface="Arial"/>
                </a:defRPr>
              </a:lvl2pPr>
              <a:lvl3pPr algn="ctr">
                <a:defRPr sz="1959" b="0">
                  <a:solidFill>
                    <a:srgbClr val="000000"/>
                  </a:solidFill>
                  <a:latin typeface="Arial"/>
                  <a:ea typeface="Arial"/>
                  <a:cs typeface="Arial"/>
                </a:defRPr>
              </a:lvl3pPr>
              <a:lvl4pPr algn="ctr">
                <a:defRPr sz="1959" b="0">
                  <a:solidFill>
                    <a:srgbClr val="000000"/>
                  </a:solidFill>
                  <a:latin typeface="Arial"/>
                  <a:ea typeface="Arial"/>
                  <a:cs typeface="Arial"/>
                </a:defRPr>
              </a:lvl4pPr>
              <a:lvl5pPr algn="ctr">
                <a:defRPr sz="1959" b="0">
                  <a:solidFill>
                    <a:srgbClr val="000000"/>
                  </a:solidFill>
                  <a:latin typeface="Arial"/>
                  <a:ea typeface="Arial"/>
                  <a:cs typeface="Arial"/>
                </a:defRPr>
              </a:lvl5pPr>
              <a:lvl6pPr algn="ctr">
                <a:defRPr sz="1959" b="0">
                  <a:solidFill>
                    <a:srgbClr val="000000"/>
                  </a:solidFill>
                  <a:latin typeface="Arial"/>
                  <a:ea typeface="Arial"/>
                  <a:cs typeface="Arial"/>
                </a:defRPr>
              </a:lvl6pPr>
              <a:lvl7pPr algn="ctr">
                <a:defRPr sz="1959" b="0">
                  <a:solidFill>
                    <a:srgbClr val="000000"/>
                  </a:solidFill>
                  <a:latin typeface="Arial"/>
                  <a:ea typeface="Arial"/>
                  <a:cs typeface="Arial"/>
                </a:defRPr>
              </a:lvl7pPr>
              <a:lvl8pPr algn="ctr">
                <a:defRPr sz="1959" b="0">
                  <a:solidFill>
                    <a:srgbClr val="000000"/>
                  </a:solidFill>
                  <a:latin typeface="Arial"/>
                  <a:ea typeface="Arial"/>
                  <a:cs typeface="Arial"/>
                </a:defRPr>
              </a:lvl8pPr>
              <a:lvl9pPr algn="ctr">
                <a:defRPr sz="1959" b="0">
                  <a:solidFill>
                    <a:srgbClr val="000000"/>
                  </a:solidFill>
                  <a:latin typeface="Arial"/>
                  <a:ea typeface="Arial"/>
                  <a:cs typeface="Arial"/>
                </a:defRPr>
              </a:lvl9pPr>
            </a:lstStyle>
            <a:p>
              <a:pPr algn="ctr">
                <a:defRPr sz="1959" b="0">
                  <a:solidFill>
                    <a:srgbClr val="000000"/>
                  </a:solidFill>
                  <a:latin typeface="Arial"/>
                  <a:ea typeface="Arial"/>
                  <a:cs typeface="Arial"/>
                </a:defRPr>
              </a:pPr>
              <a:r>
                <a:rPr sz="1959" b="0">
                  <a:solidFill>
                    <a:srgbClr val="000000"/>
                  </a:solidFill>
                  <a:latin typeface="Arial"/>
                  <a:ea typeface="Arial"/>
                  <a:cs typeface="Arial"/>
                </a:rPr>
                <a:t>1</a:t>
              </a:r>
            </a:p>
          </p:txBody>
        </p:sp>
      </p:grpSp>
    </p:spTree>
    <p:extLst>
      <p:ext uri="{BB962C8B-B14F-4D97-AF65-F5344CB8AC3E}">
        <ns4:creationId val="1440513678"/>
      </p:ext>
    </p:extLst>
  </p:cSld>
</p:sld>
</file>

<file path=ppt/slides/slide9.xml><?xml version="1.0" encoding="utf-8"?>
<p:sld xmlns:a="http://schemas.openxmlformats.org/drawingml/2006/main" xmlns:ns2="http://schemas.microsoft.com/office/drawing/2014/main" xmlns:ns4="http://schemas.microsoft.com/office/powerpoint/2010/main" xmlns:p="http://schemas.openxmlformats.org/presentationml/2006/main" xmlns:r="http://schemas.openxmlformats.org/officeDocument/2006/relationships">
  <p:cSld>
    <p:bg>
      <p:bgPr>
        <a:solidFill>
          <a:srgbClr val="FFFFFF"/>
        </a:solidFill>
      </p:bgPr>
    </p:bg>
    <p:spTree>
      <p:nvGrpSpPr>
        <p:cNvPr id="1" name=""/>
        <p:cNvGrpSpPr/>
        <p:nvPr/>
      </p:nvGrpSpPr>
      <p:grpSpPr>
        <a:xfrm/>
      </p:grpSpPr>
      <p:grpSp>
        <p:nvGrpSpPr>
          <p:cNvPr id="100096" name="Manuscript Figure 9: Benzene: explicitly reconstructed electrostatic potential sections"/>
          <p:cNvGrpSpPr/>
          <p:nvPr/>
        </p:nvGrpSpPr>
        <p:grpSpPr>
          <a:xfrm>
            <a:off x="747252" y="0"/>
            <a:ext cx="11307097" cy="6096000"/>
            <a:chOff x="0" y="0"/>
            <a:chExt cx="10953750" cy="5905500"/>
          </a:xfrm>
        </p:grpSpPr>
        <p:sp>
          <p:nvSpPr>
            <p:cNvPr id="21" name="text_020">
              <a:extLst>
                <a:ext uri="{FF2B5EF4-FFF2-40B4-BE49-F238E27FC236}">
                  <ns2:creationId id="{6A7B34B2-AE0C-44A0-8FBC-3A52CF9C01C0}"/>
                </a:ext>
              </a:extLst>
            </p:cNvPr>
            <p:cNvSpPr>
              <a:spLocks noGrp="1"/>
            </p:cNvSpPr>
            <p:nvPr/>
          </p:nvSpPr>
          <p:spPr>
            <a:xfrm rot="0">
              <a:off x="385645" y="57250"/>
              <a:ext cx="5231106" cy="190832"/>
            </a:xfrm>
            <a:prstGeom prst="rect">
              <a:avLst/>
            </a:prstGeom>
            <a:noFill/>
            <a:ln w="0">
              <a:noFill/>
              <a:prstDash val="solid"/>
            </a:ln>
          </p:spPr>
          <p:txBody>
            <a:bodyPr wrap="none" lIns="0" tIns="0" rIns="0" bIns="0" anchor="t">
              <a:noAutofit/>
            </a:bodyPr>
            <a:lstStyle>
              <a:defPPr algn="l">
                <a:defRPr sz="2013" b="1">
                  <a:solidFill>
                    <a:srgbClr val="000000"/>
                  </a:solidFill>
                  <a:latin typeface="Arial"/>
                  <a:ea typeface="Arial"/>
                  <a:cs typeface="Arial"/>
                </a:defRPr>
              </a:defPPr>
              <a:lvl1pPr algn="l">
                <a:defRPr sz="2013" b="1">
                  <a:solidFill>
                    <a:srgbClr val="000000"/>
                  </a:solidFill>
                  <a:latin typeface="Arial"/>
                  <a:ea typeface="Arial"/>
                  <a:cs typeface="Arial"/>
                </a:defRPr>
              </a:lvl1pPr>
              <a:lvl2pPr algn="l">
                <a:defRPr sz="2013" b="1">
                  <a:solidFill>
                    <a:srgbClr val="000000"/>
                  </a:solidFill>
                  <a:latin typeface="Arial"/>
                  <a:ea typeface="Arial"/>
                  <a:cs typeface="Arial"/>
                </a:defRPr>
              </a:lvl2pPr>
              <a:lvl3pPr algn="l">
                <a:defRPr sz="2013" b="1">
                  <a:solidFill>
                    <a:srgbClr val="000000"/>
                  </a:solidFill>
                  <a:latin typeface="Arial"/>
                  <a:ea typeface="Arial"/>
                  <a:cs typeface="Arial"/>
                </a:defRPr>
              </a:lvl3pPr>
              <a:lvl4pPr algn="l">
                <a:defRPr sz="2013" b="1">
                  <a:solidFill>
                    <a:srgbClr val="000000"/>
                  </a:solidFill>
                  <a:latin typeface="Arial"/>
                  <a:ea typeface="Arial"/>
                  <a:cs typeface="Arial"/>
                </a:defRPr>
              </a:lvl4pPr>
              <a:lvl5pPr algn="l">
                <a:defRPr sz="2013" b="1">
                  <a:solidFill>
                    <a:srgbClr val="000000"/>
                  </a:solidFill>
                  <a:latin typeface="Arial"/>
                  <a:ea typeface="Arial"/>
                  <a:cs typeface="Arial"/>
                </a:defRPr>
              </a:lvl5pPr>
              <a:lvl6pPr algn="l">
                <a:defRPr sz="2013" b="1">
                  <a:solidFill>
                    <a:srgbClr val="000000"/>
                  </a:solidFill>
                  <a:latin typeface="Arial"/>
                  <a:ea typeface="Arial"/>
                  <a:cs typeface="Arial"/>
                </a:defRPr>
              </a:lvl6pPr>
              <a:lvl7pPr algn="l">
                <a:defRPr sz="2013" b="1">
                  <a:solidFill>
                    <a:srgbClr val="000000"/>
                  </a:solidFill>
                  <a:latin typeface="Arial"/>
                  <a:ea typeface="Arial"/>
                  <a:cs typeface="Arial"/>
                </a:defRPr>
              </a:lvl7pPr>
              <a:lvl8pPr algn="l">
                <a:defRPr sz="2013" b="1">
                  <a:solidFill>
                    <a:srgbClr val="000000"/>
                  </a:solidFill>
                  <a:latin typeface="Arial"/>
                  <a:ea typeface="Arial"/>
                  <a:cs typeface="Arial"/>
                </a:defRPr>
              </a:lvl8pPr>
              <a:lvl9pPr algn="l">
                <a:defRPr sz="2013" b="1">
                  <a:solidFill>
                    <a:srgbClr val="000000"/>
                  </a:solidFill>
                  <a:latin typeface="Arial"/>
                  <a:ea typeface="Arial"/>
                  <a:cs typeface="Arial"/>
                </a:defRPr>
              </a:lvl9pPr>
            </a:lstStyle>
            <a:p>
              <a:pPr algn="l">
                <a:defRPr sz="2013" b="1">
                  <a:solidFill>
                    <a:srgbClr val="000000"/>
                  </a:solidFill>
                  <a:latin typeface="Arial"/>
                  <a:ea typeface="Arial"/>
                  <a:cs typeface="Arial"/>
                </a:defRPr>
              </a:pPr>
              <a:r>
                <a:rPr sz="2013" b="1">
                  <a:solidFill>
                    <a:srgbClr val="000000"/>
                  </a:solidFill>
                  <a:latin typeface="Arial"/>
                  <a:ea typeface="Arial"/>
                  <a:cs typeface="Arial"/>
                </a:rPr>
                <a:t>(a) RG-MTM-P</a:t>
              </a:r>
            </a:p>
          </p:txBody>
        </p:sp>
        <p:pic>
          <p:nvPicPr>
            <p:cNvPr id="22" name="">
              <a:extLst>
                <a:ext uri="{FF2B5EF4-FFF2-40B4-BE49-F238E27FC236}">
                  <ns2:creationId id="{D3E264DE-009A-428C-B6ED-9BC0D8950F6C}"/>
                </a:ext>
              </a:extLst>
            </p:cNvPr>
            <p:cNvPicPr>
              <a:picLocks noChangeAspect="1"/>
            </p:cNvPicPr>
            <p:nvPr/>
          </p:nvPicPr>
          <p:blipFill>
            <a:blip r:embed="R78fb98d9a8af476e"/>
            <a:stretch/>
          </p:blipFill>
          <p:spPr>
            <a:xfrm>
              <a:off x="730133" y="362580"/>
              <a:ext cx="4299715" cy="1558455"/>
            </a:xfrm>
            <a:prstGeom prst="rect">
              <a:avLst/>
            </a:prstGeom>
          </p:spPr>
        </p:pic>
        <p:sp>
          <p:nvSpPr>
            <p:cNvPr id="24" name="line_023">
              <a:extLst>
                <a:ext uri="{FF2B5EF4-FFF2-40B4-BE49-F238E27FC236}">
                  <ns2:creationId id="{483AE966-A424-467A-8AF0-1014DA5A9727}"/>
                </a:ext>
              </a:extLst>
            </p:cNvPr>
            <p:cNvSpPr>
              <a:spLocks noGrp="1"/>
            </p:cNvSpPr>
            <p:nvPr/>
          </p:nvSpPr>
          <p:spPr>
            <a:xfrm>
              <a:off x="679097" y="1921035"/>
              <a:ext cx="51035" cy="63"/>
            </a:xfrm>
            <a:custGeom>
              <a:pathLst>
                <a:path w="38100" h="95">
                  <a:moveTo>
                    <a:pt x="0" y="0"/>
                  </a:moveTo>
                  <a:lnTo>
                    <a:pt x="38100" y="0"/>
                  </a:lnTo>
                </a:path>
              </a:pathLst>
            </a:custGeom>
            <a:noFill/>
            <a:ln w="7866">
              <a:solidFill>
                <a:srgbClr val="7B8790"/>
              </a:solidFill>
              <a:prstDash val="solid"/>
            </a:ln>
          </p:spPr>
        </p:sp>
        <p:sp>
          <p:nvSpPr>
            <p:cNvPr id="25" name="text_024">
              <a:extLst>
                <a:ext uri="{FF2B5EF4-FFF2-40B4-BE49-F238E27FC236}">
                  <ns2:creationId id="{3379A288-070A-46F9-815F-C58A53C95F25}"/>
                </a:ext>
              </a:extLst>
            </p:cNvPr>
            <p:cNvSpPr>
              <a:spLocks noGrp="1"/>
            </p:cNvSpPr>
            <p:nvPr/>
          </p:nvSpPr>
          <p:spPr>
            <a:xfrm rot="0">
              <a:off x="321851" y="1857424"/>
              <a:ext cx="318970" cy="139943"/>
            </a:xfrm>
            <a:prstGeom prst="rect">
              <a:avLst/>
            </a:prstGeom>
            <a:noFill/>
            <a:ln w="0">
              <a:noFill/>
              <a:prstDash val="solid"/>
            </a:ln>
          </p:spPr>
          <p:txBody>
            <a:bodyPr wrap="none" lIns="0" tIns="0" rIns="0" bIns="0" anchor="t">
              <a:noAutofit/>
            </a:bodyPr>
            <a:lstStyle>
              <a:defPPr algn="r">
                <a:defRPr sz="1394" b="0">
                  <a:solidFill>
                    <a:srgbClr val="000000"/>
                  </a:solidFill>
                  <a:latin typeface="Arial"/>
                  <a:ea typeface="Arial"/>
                  <a:cs typeface="Arial"/>
                </a:defRPr>
              </a:defPPr>
              <a:lvl1pPr algn="r">
                <a:defRPr sz="1394" b="0">
                  <a:solidFill>
                    <a:srgbClr val="000000"/>
                  </a:solidFill>
                  <a:latin typeface="Arial"/>
                  <a:ea typeface="Arial"/>
                  <a:cs typeface="Arial"/>
                </a:defRPr>
              </a:lvl1pPr>
              <a:lvl2pPr algn="r">
                <a:defRPr sz="1394" b="0">
                  <a:solidFill>
                    <a:srgbClr val="000000"/>
                  </a:solidFill>
                  <a:latin typeface="Arial"/>
                  <a:ea typeface="Arial"/>
                  <a:cs typeface="Arial"/>
                </a:defRPr>
              </a:lvl2pPr>
              <a:lvl3pPr algn="r">
                <a:defRPr sz="1394" b="0">
                  <a:solidFill>
                    <a:srgbClr val="000000"/>
                  </a:solidFill>
                  <a:latin typeface="Arial"/>
                  <a:ea typeface="Arial"/>
                  <a:cs typeface="Arial"/>
                </a:defRPr>
              </a:lvl3pPr>
              <a:lvl4pPr algn="r">
                <a:defRPr sz="1394" b="0">
                  <a:solidFill>
                    <a:srgbClr val="000000"/>
                  </a:solidFill>
                  <a:latin typeface="Arial"/>
                  <a:ea typeface="Arial"/>
                  <a:cs typeface="Arial"/>
                </a:defRPr>
              </a:lvl4pPr>
              <a:lvl5pPr algn="r">
                <a:defRPr sz="1394" b="0">
                  <a:solidFill>
                    <a:srgbClr val="000000"/>
                  </a:solidFill>
                  <a:latin typeface="Arial"/>
                  <a:ea typeface="Arial"/>
                  <a:cs typeface="Arial"/>
                </a:defRPr>
              </a:lvl5pPr>
              <a:lvl6pPr algn="r">
                <a:defRPr sz="1394" b="0">
                  <a:solidFill>
                    <a:srgbClr val="000000"/>
                  </a:solidFill>
                  <a:latin typeface="Arial"/>
                  <a:ea typeface="Arial"/>
                  <a:cs typeface="Arial"/>
                </a:defRPr>
              </a:lvl6pPr>
              <a:lvl7pPr algn="r">
                <a:defRPr sz="1394" b="0">
                  <a:solidFill>
                    <a:srgbClr val="000000"/>
                  </a:solidFill>
                  <a:latin typeface="Arial"/>
                  <a:ea typeface="Arial"/>
                  <a:cs typeface="Arial"/>
                </a:defRPr>
              </a:lvl7pPr>
              <a:lvl8pPr algn="r">
                <a:defRPr sz="1394" b="0">
                  <a:solidFill>
                    <a:srgbClr val="000000"/>
                  </a:solidFill>
                  <a:latin typeface="Arial"/>
                  <a:ea typeface="Arial"/>
                  <a:cs typeface="Arial"/>
                </a:defRPr>
              </a:lvl8pPr>
              <a:lvl9pPr algn="r">
                <a:defRPr sz="1394" b="0">
                  <a:solidFill>
                    <a:srgbClr val="000000"/>
                  </a:solidFill>
                  <a:latin typeface="Arial"/>
                  <a:ea typeface="Arial"/>
                  <a:cs typeface="Arial"/>
                </a:defRPr>
              </a:lvl9pPr>
            </a:lstStyle>
            <a:p>
              <a:pPr algn="r">
                <a:defRPr sz="1394" b="0">
                  <a:solidFill>
                    <a:srgbClr val="000000"/>
                  </a:solidFill>
                  <a:latin typeface="Arial"/>
                  <a:ea typeface="Arial"/>
                  <a:cs typeface="Arial"/>
                </a:defRPr>
              </a:pPr>
              <a:r>
                <a:rPr sz="1394" b="0">
                  <a:solidFill>
                    <a:srgbClr val="000000"/>
                  </a:solidFill>
                  <a:latin typeface="Arial"/>
                  <a:ea typeface="Arial"/>
                  <a:cs typeface="Arial"/>
                </a:rPr>
                <a:t>0</a:t>
              </a:r>
            </a:p>
          </p:txBody>
        </p:sp>
        <p:sp>
          <p:nvSpPr>
            <p:cNvPr id="26" name="line_025">
              <a:extLst>
                <a:ext uri="{FF2B5EF4-FFF2-40B4-BE49-F238E27FC236}">
                  <ns2:creationId id="{F4DEA0C2-05BE-40C5-9299-6BA5CE0B6AFC}"/>
                </a:ext>
              </a:extLst>
            </p:cNvPr>
            <p:cNvSpPr>
              <a:spLocks noGrp="1"/>
            </p:cNvSpPr>
            <p:nvPr/>
          </p:nvSpPr>
          <p:spPr>
            <a:xfrm>
              <a:off x="679097" y="1141808"/>
              <a:ext cx="51035" cy="63"/>
            </a:xfrm>
            <a:custGeom>
              <a:pathLst>
                <a:path w="38100" h="95">
                  <a:moveTo>
                    <a:pt x="0" y="0"/>
                  </a:moveTo>
                  <a:lnTo>
                    <a:pt x="38100" y="0"/>
                  </a:lnTo>
                </a:path>
              </a:pathLst>
            </a:custGeom>
            <a:noFill/>
            <a:ln w="7866">
              <a:solidFill>
                <a:srgbClr val="7B8790"/>
              </a:solidFill>
              <a:prstDash val="solid"/>
            </a:ln>
          </p:spPr>
        </p:sp>
        <p:sp>
          <p:nvSpPr>
            <p:cNvPr id="27" name="text_026">
              <a:extLst>
                <a:ext uri="{FF2B5EF4-FFF2-40B4-BE49-F238E27FC236}">
                  <ns2:creationId id="{CAEA8DE6-9157-48C4-A7FF-57F0245E8847}"/>
                </a:ext>
              </a:extLst>
            </p:cNvPr>
            <p:cNvSpPr>
              <a:spLocks noGrp="1"/>
            </p:cNvSpPr>
            <p:nvPr/>
          </p:nvSpPr>
          <p:spPr>
            <a:xfrm rot="0">
              <a:off x="321851" y="1078197"/>
              <a:ext cx="318970" cy="139943"/>
            </a:xfrm>
            <a:prstGeom prst="rect">
              <a:avLst/>
            </a:prstGeom>
            <a:noFill/>
            <a:ln w="0">
              <a:noFill/>
              <a:prstDash val="solid"/>
            </a:ln>
          </p:spPr>
          <p:txBody>
            <a:bodyPr wrap="none" lIns="0" tIns="0" rIns="0" bIns="0" anchor="t">
              <a:noAutofit/>
            </a:bodyPr>
            <a:lstStyle>
              <a:defPPr algn="r">
                <a:defRPr sz="1394" b="0">
                  <a:solidFill>
                    <a:srgbClr val="000000"/>
                  </a:solidFill>
                  <a:latin typeface="Arial"/>
                  <a:ea typeface="Arial"/>
                  <a:cs typeface="Arial"/>
                </a:defRPr>
              </a:defPPr>
              <a:lvl1pPr algn="r">
                <a:defRPr sz="1394" b="0">
                  <a:solidFill>
                    <a:srgbClr val="000000"/>
                  </a:solidFill>
                  <a:latin typeface="Arial"/>
                  <a:ea typeface="Arial"/>
                  <a:cs typeface="Arial"/>
                </a:defRPr>
              </a:lvl1pPr>
              <a:lvl2pPr algn="r">
                <a:defRPr sz="1394" b="0">
                  <a:solidFill>
                    <a:srgbClr val="000000"/>
                  </a:solidFill>
                  <a:latin typeface="Arial"/>
                  <a:ea typeface="Arial"/>
                  <a:cs typeface="Arial"/>
                </a:defRPr>
              </a:lvl2pPr>
              <a:lvl3pPr algn="r">
                <a:defRPr sz="1394" b="0">
                  <a:solidFill>
                    <a:srgbClr val="000000"/>
                  </a:solidFill>
                  <a:latin typeface="Arial"/>
                  <a:ea typeface="Arial"/>
                  <a:cs typeface="Arial"/>
                </a:defRPr>
              </a:lvl3pPr>
              <a:lvl4pPr algn="r">
                <a:defRPr sz="1394" b="0">
                  <a:solidFill>
                    <a:srgbClr val="000000"/>
                  </a:solidFill>
                  <a:latin typeface="Arial"/>
                  <a:ea typeface="Arial"/>
                  <a:cs typeface="Arial"/>
                </a:defRPr>
              </a:lvl4pPr>
              <a:lvl5pPr algn="r">
                <a:defRPr sz="1394" b="0">
                  <a:solidFill>
                    <a:srgbClr val="000000"/>
                  </a:solidFill>
                  <a:latin typeface="Arial"/>
                  <a:ea typeface="Arial"/>
                  <a:cs typeface="Arial"/>
                </a:defRPr>
              </a:lvl5pPr>
              <a:lvl6pPr algn="r">
                <a:defRPr sz="1394" b="0">
                  <a:solidFill>
                    <a:srgbClr val="000000"/>
                  </a:solidFill>
                  <a:latin typeface="Arial"/>
                  <a:ea typeface="Arial"/>
                  <a:cs typeface="Arial"/>
                </a:defRPr>
              </a:lvl6pPr>
              <a:lvl7pPr algn="r">
                <a:defRPr sz="1394" b="0">
                  <a:solidFill>
                    <a:srgbClr val="000000"/>
                  </a:solidFill>
                  <a:latin typeface="Arial"/>
                  <a:ea typeface="Arial"/>
                  <a:cs typeface="Arial"/>
                </a:defRPr>
              </a:lvl7pPr>
              <a:lvl8pPr algn="r">
                <a:defRPr sz="1394" b="0">
                  <a:solidFill>
                    <a:srgbClr val="000000"/>
                  </a:solidFill>
                  <a:latin typeface="Arial"/>
                  <a:ea typeface="Arial"/>
                  <a:cs typeface="Arial"/>
                </a:defRPr>
              </a:lvl8pPr>
              <a:lvl9pPr algn="r">
                <a:defRPr sz="1394" b="0">
                  <a:solidFill>
                    <a:srgbClr val="000000"/>
                  </a:solidFill>
                  <a:latin typeface="Arial"/>
                  <a:ea typeface="Arial"/>
                  <a:cs typeface="Arial"/>
                </a:defRPr>
              </a:lvl9pPr>
            </a:lstStyle>
            <a:p>
              <a:pPr algn="r">
                <a:defRPr sz="1394" b="0">
                  <a:solidFill>
                    <a:srgbClr val="000000"/>
                  </a:solidFill>
                  <a:latin typeface="Arial"/>
                  <a:ea typeface="Arial"/>
                  <a:cs typeface="Arial"/>
                </a:defRPr>
              </a:pPr>
              <a:r>
                <a:rPr sz="1394" b="0">
                  <a:solidFill>
                    <a:srgbClr val="000000"/>
                  </a:solidFill>
                  <a:latin typeface="Arial"/>
                  <a:ea typeface="Arial"/>
                  <a:cs typeface="Arial"/>
                </a:rPr>
                <a:t>0.5</a:t>
              </a:r>
            </a:p>
          </p:txBody>
        </p:sp>
        <p:sp>
          <p:nvSpPr>
            <p:cNvPr id="28" name="line_027">
              <a:extLst>
                <a:ext uri="{FF2B5EF4-FFF2-40B4-BE49-F238E27FC236}">
                  <ns2:creationId id="{FD658DCD-7AA6-4CD6-9818-7D6BA8D90257}"/>
                </a:ext>
              </a:extLst>
            </p:cNvPr>
            <p:cNvSpPr>
              <a:spLocks noGrp="1"/>
            </p:cNvSpPr>
            <p:nvPr/>
          </p:nvSpPr>
          <p:spPr>
            <a:xfrm>
              <a:off x="679097" y="362580"/>
              <a:ext cx="51035" cy="63"/>
            </a:xfrm>
            <a:custGeom>
              <a:pathLst>
                <a:path w="38100" h="95">
                  <a:moveTo>
                    <a:pt x="0" y="0"/>
                  </a:moveTo>
                  <a:lnTo>
                    <a:pt x="38100" y="0"/>
                  </a:lnTo>
                </a:path>
              </a:pathLst>
            </a:custGeom>
            <a:noFill/>
            <a:ln w="7866">
              <a:solidFill>
                <a:srgbClr val="7B8790"/>
              </a:solidFill>
              <a:prstDash val="solid"/>
            </a:ln>
          </p:spPr>
        </p:sp>
        <p:sp>
          <p:nvSpPr>
            <p:cNvPr id="29" name="text_028">
              <a:extLst>
                <a:ext uri="{FF2B5EF4-FFF2-40B4-BE49-F238E27FC236}">
                  <ns2:creationId id="{3608DAF3-32FF-4956-B05A-1E1E6487B266}"/>
                </a:ext>
              </a:extLst>
            </p:cNvPr>
            <p:cNvSpPr>
              <a:spLocks noGrp="1"/>
            </p:cNvSpPr>
            <p:nvPr/>
          </p:nvSpPr>
          <p:spPr>
            <a:xfrm rot="0">
              <a:off x="321851" y="298969"/>
              <a:ext cx="318970" cy="139943"/>
            </a:xfrm>
            <a:prstGeom prst="rect">
              <a:avLst/>
            </a:prstGeom>
            <a:noFill/>
            <a:ln w="0">
              <a:noFill/>
              <a:prstDash val="solid"/>
            </a:ln>
          </p:spPr>
          <p:txBody>
            <a:bodyPr wrap="none" lIns="0" tIns="0" rIns="0" bIns="0" anchor="t">
              <a:noAutofit/>
            </a:bodyPr>
            <a:lstStyle>
              <a:defPPr algn="r">
                <a:defRPr sz="1394" b="0">
                  <a:solidFill>
                    <a:srgbClr val="000000"/>
                  </a:solidFill>
                  <a:latin typeface="Arial"/>
                  <a:ea typeface="Arial"/>
                  <a:cs typeface="Arial"/>
                </a:defRPr>
              </a:defPPr>
              <a:lvl1pPr algn="r">
                <a:defRPr sz="1394" b="0">
                  <a:solidFill>
                    <a:srgbClr val="000000"/>
                  </a:solidFill>
                  <a:latin typeface="Arial"/>
                  <a:ea typeface="Arial"/>
                  <a:cs typeface="Arial"/>
                </a:defRPr>
              </a:lvl1pPr>
              <a:lvl2pPr algn="r">
                <a:defRPr sz="1394" b="0">
                  <a:solidFill>
                    <a:srgbClr val="000000"/>
                  </a:solidFill>
                  <a:latin typeface="Arial"/>
                  <a:ea typeface="Arial"/>
                  <a:cs typeface="Arial"/>
                </a:defRPr>
              </a:lvl2pPr>
              <a:lvl3pPr algn="r">
                <a:defRPr sz="1394" b="0">
                  <a:solidFill>
                    <a:srgbClr val="000000"/>
                  </a:solidFill>
                  <a:latin typeface="Arial"/>
                  <a:ea typeface="Arial"/>
                  <a:cs typeface="Arial"/>
                </a:defRPr>
              </a:lvl3pPr>
              <a:lvl4pPr algn="r">
                <a:defRPr sz="1394" b="0">
                  <a:solidFill>
                    <a:srgbClr val="000000"/>
                  </a:solidFill>
                  <a:latin typeface="Arial"/>
                  <a:ea typeface="Arial"/>
                  <a:cs typeface="Arial"/>
                </a:defRPr>
              </a:lvl4pPr>
              <a:lvl5pPr algn="r">
                <a:defRPr sz="1394" b="0">
                  <a:solidFill>
                    <a:srgbClr val="000000"/>
                  </a:solidFill>
                  <a:latin typeface="Arial"/>
                  <a:ea typeface="Arial"/>
                  <a:cs typeface="Arial"/>
                </a:defRPr>
              </a:lvl5pPr>
              <a:lvl6pPr algn="r">
                <a:defRPr sz="1394" b="0">
                  <a:solidFill>
                    <a:srgbClr val="000000"/>
                  </a:solidFill>
                  <a:latin typeface="Arial"/>
                  <a:ea typeface="Arial"/>
                  <a:cs typeface="Arial"/>
                </a:defRPr>
              </a:lvl6pPr>
              <a:lvl7pPr algn="r">
                <a:defRPr sz="1394" b="0">
                  <a:solidFill>
                    <a:srgbClr val="000000"/>
                  </a:solidFill>
                  <a:latin typeface="Arial"/>
                  <a:ea typeface="Arial"/>
                  <a:cs typeface="Arial"/>
                </a:defRPr>
              </a:lvl7pPr>
              <a:lvl8pPr algn="r">
                <a:defRPr sz="1394" b="0">
                  <a:solidFill>
                    <a:srgbClr val="000000"/>
                  </a:solidFill>
                  <a:latin typeface="Arial"/>
                  <a:ea typeface="Arial"/>
                  <a:cs typeface="Arial"/>
                </a:defRPr>
              </a:lvl8pPr>
              <a:lvl9pPr algn="r">
                <a:defRPr sz="1394" b="0">
                  <a:solidFill>
                    <a:srgbClr val="000000"/>
                  </a:solidFill>
                  <a:latin typeface="Arial"/>
                  <a:ea typeface="Arial"/>
                  <a:cs typeface="Arial"/>
                </a:defRPr>
              </a:lvl9pPr>
            </a:lstStyle>
            <a:p>
              <a:pPr algn="r">
                <a:defRPr sz="1394" b="0">
                  <a:solidFill>
                    <a:srgbClr val="000000"/>
                  </a:solidFill>
                  <a:latin typeface="Arial"/>
                  <a:ea typeface="Arial"/>
                  <a:cs typeface="Arial"/>
                </a:defRPr>
              </a:pPr>
              <a:r>
                <a:rPr sz="1394" b="0">
                  <a:solidFill>
                    <a:srgbClr val="000000"/>
                  </a:solidFill>
                  <a:latin typeface="Arial"/>
                  <a:ea typeface="Arial"/>
                  <a:cs typeface="Arial"/>
                </a:rPr>
                <a:t>1</a:t>
              </a:r>
            </a:p>
          </p:txBody>
        </p:sp>
        <p:sp>
          <p:nvSpPr>
            <p:cNvPr id="30" name="line_029">
              <a:extLst>
                <a:ext uri="{FF2B5EF4-FFF2-40B4-BE49-F238E27FC236}">
                  <ns2:creationId id="{57FAFCB8-4792-452A-BB50-AD5DF858E68F}"/>
                </a:ext>
              </a:extLst>
            </p:cNvPr>
            <p:cNvSpPr>
              <a:spLocks noGrp="1"/>
            </p:cNvSpPr>
            <p:nvPr/>
          </p:nvSpPr>
          <p:spPr>
            <a:xfrm>
              <a:off x="832507" y="1921035"/>
              <a:ext cx="127" cy="25444"/>
            </a:xfrm>
            <a:custGeom>
              <a:pathLst>
                <a:path w="95" h="38100">
                  <a:moveTo>
                    <a:pt x="0" y="0"/>
                  </a:moveTo>
                  <a:lnTo>
                    <a:pt x="0" y="38100"/>
                  </a:lnTo>
                </a:path>
              </a:pathLst>
            </a:custGeom>
            <a:noFill/>
            <a:ln w="7866">
              <a:solidFill>
                <a:srgbClr val="7B8790"/>
              </a:solidFill>
              <a:prstDash val="solid"/>
            </a:ln>
          </p:spPr>
        </p:sp>
        <p:sp>
          <p:nvSpPr>
            <p:cNvPr id="31" name="text_030">
              <a:extLst>
                <a:ext uri="{FF2B5EF4-FFF2-40B4-BE49-F238E27FC236}">
                  <ns2:creationId id="{F1EA7C36-5DA7-4B23-B01D-C8DC8565153D}"/>
                </a:ext>
              </a:extLst>
            </p:cNvPr>
            <p:cNvSpPr>
              <a:spLocks noGrp="1"/>
            </p:cNvSpPr>
            <p:nvPr/>
          </p:nvSpPr>
          <p:spPr>
            <a:xfrm rot="0">
              <a:off x="577331" y="1959202"/>
              <a:ext cx="510352" cy="139943"/>
            </a:xfrm>
            <a:prstGeom prst="rect">
              <a:avLst/>
            </a:prstGeom>
            <a:noFill/>
            <a:ln w="0">
              <a:noFill/>
              <a:prstDash val="solid"/>
            </a:ln>
          </p:spPr>
          <p:txBody>
            <a:bodyPr wrap="none" lIns="0" tIns="0" rIns="0" bIns="0" anchor="t">
              <a:noAutofit/>
            </a:bodyPr>
            <a:lstStyle>
              <a:defPPr algn="ctr">
                <a:defRPr sz="1394" b="0">
                  <a:solidFill>
                    <a:srgbClr val="000000"/>
                  </a:solidFill>
                  <a:latin typeface="Arial"/>
                  <a:ea typeface="Arial"/>
                  <a:cs typeface="Arial"/>
                </a:defRPr>
              </a:defPPr>
              <a:lvl1pPr algn="ctr">
                <a:defRPr sz="1394" b="0">
                  <a:solidFill>
                    <a:srgbClr val="000000"/>
                  </a:solidFill>
                  <a:latin typeface="Arial"/>
                  <a:ea typeface="Arial"/>
                  <a:cs typeface="Arial"/>
                </a:defRPr>
              </a:lvl1pPr>
              <a:lvl2pPr algn="ctr">
                <a:defRPr sz="1394" b="0">
                  <a:solidFill>
                    <a:srgbClr val="000000"/>
                  </a:solidFill>
                  <a:latin typeface="Arial"/>
                  <a:ea typeface="Arial"/>
                  <a:cs typeface="Arial"/>
                </a:defRPr>
              </a:lvl2pPr>
              <a:lvl3pPr algn="ctr">
                <a:defRPr sz="1394" b="0">
                  <a:solidFill>
                    <a:srgbClr val="000000"/>
                  </a:solidFill>
                  <a:latin typeface="Arial"/>
                  <a:ea typeface="Arial"/>
                  <a:cs typeface="Arial"/>
                </a:defRPr>
              </a:lvl3pPr>
              <a:lvl4pPr algn="ctr">
                <a:defRPr sz="1394" b="0">
                  <a:solidFill>
                    <a:srgbClr val="000000"/>
                  </a:solidFill>
                  <a:latin typeface="Arial"/>
                  <a:ea typeface="Arial"/>
                  <a:cs typeface="Arial"/>
                </a:defRPr>
              </a:lvl4pPr>
              <a:lvl5pPr algn="ctr">
                <a:defRPr sz="1394" b="0">
                  <a:solidFill>
                    <a:srgbClr val="000000"/>
                  </a:solidFill>
                  <a:latin typeface="Arial"/>
                  <a:ea typeface="Arial"/>
                  <a:cs typeface="Arial"/>
                </a:defRPr>
              </a:lvl5pPr>
              <a:lvl6pPr algn="ctr">
                <a:defRPr sz="1394" b="0">
                  <a:solidFill>
                    <a:srgbClr val="000000"/>
                  </a:solidFill>
                  <a:latin typeface="Arial"/>
                  <a:ea typeface="Arial"/>
                  <a:cs typeface="Arial"/>
                </a:defRPr>
              </a:lvl6pPr>
              <a:lvl7pPr algn="ctr">
                <a:defRPr sz="1394" b="0">
                  <a:solidFill>
                    <a:srgbClr val="000000"/>
                  </a:solidFill>
                  <a:latin typeface="Arial"/>
                  <a:ea typeface="Arial"/>
                  <a:cs typeface="Arial"/>
                </a:defRPr>
              </a:lvl7pPr>
              <a:lvl8pPr algn="ctr">
                <a:defRPr sz="1394" b="0">
                  <a:solidFill>
                    <a:srgbClr val="000000"/>
                  </a:solidFill>
                  <a:latin typeface="Arial"/>
                  <a:ea typeface="Arial"/>
                  <a:cs typeface="Arial"/>
                </a:defRPr>
              </a:lvl8pPr>
              <a:lvl9pPr algn="ctr">
                <a:defRPr sz="1394" b="0">
                  <a:solidFill>
                    <a:srgbClr val="000000"/>
                  </a:solidFill>
                  <a:latin typeface="Arial"/>
                  <a:ea typeface="Arial"/>
                  <a:cs typeface="Arial"/>
                </a:defRPr>
              </a:lvl9pPr>
            </a:lstStyle>
            <a:p>
              <a:pPr algn="ctr">
                <a:defRPr sz="1394" b="0">
                  <a:solidFill>
                    <a:srgbClr val="000000"/>
                  </a:solidFill>
                  <a:latin typeface="Arial"/>
                  <a:ea typeface="Arial"/>
                  <a:cs typeface="Arial"/>
                </a:defRPr>
              </a:pPr>
              <a:r>
                <a:rPr sz="1394" b="0">
                  <a:solidFill>
                    <a:srgbClr val="000000"/>
                  </a:solidFill>
                  <a:latin typeface="Arial"/>
                  <a:ea typeface="Arial"/>
                  <a:cs typeface="Arial"/>
                </a:rPr>
                <a:t>-2</a:t>
              </a:r>
            </a:p>
          </p:txBody>
        </p:sp>
        <p:sp>
          <p:nvSpPr>
            <p:cNvPr id="32" name="line_031">
              <a:extLst>
                <a:ext uri="{FF2B5EF4-FFF2-40B4-BE49-F238E27FC236}">
                  <ns2:creationId id="{0B7D3F44-E28F-434A-8B1D-558D70BFBED6}"/>
                </a:ext>
              </a:extLst>
            </p:cNvPr>
            <p:cNvSpPr>
              <a:spLocks noGrp="1"/>
            </p:cNvSpPr>
            <p:nvPr/>
          </p:nvSpPr>
          <p:spPr>
            <a:xfrm>
              <a:off x="1856248" y="1921035"/>
              <a:ext cx="127" cy="25444"/>
            </a:xfrm>
            <a:custGeom>
              <a:pathLst>
                <a:path w="95" h="38100">
                  <a:moveTo>
                    <a:pt x="0" y="0"/>
                  </a:moveTo>
                  <a:lnTo>
                    <a:pt x="0" y="38100"/>
                  </a:lnTo>
                </a:path>
              </a:pathLst>
            </a:custGeom>
            <a:noFill/>
            <a:ln w="7866">
              <a:solidFill>
                <a:srgbClr val="7B8790"/>
              </a:solidFill>
              <a:prstDash val="solid"/>
            </a:ln>
          </p:spPr>
        </p:sp>
        <p:sp>
          <p:nvSpPr>
            <p:cNvPr id="33" name="text_032">
              <a:extLst>
                <a:ext uri="{FF2B5EF4-FFF2-40B4-BE49-F238E27FC236}">
                  <ns2:creationId id="{AB1DA385-544D-4DD8-85D1-3EF6DF3EDC69}"/>
                </a:ext>
              </a:extLst>
            </p:cNvPr>
            <p:cNvSpPr>
              <a:spLocks noGrp="1"/>
            </p:cNvSpPr>
            <p:nvPr/>
          </p:nvSpPr>
          <p:spPr>
            <a:xfrm rot="0">
              <a:off x="1601073" y="1959202"/>
              <a:ext cx="510352" cy="139943"/>
            </a:xfrm>
            <a:prstGeom prst="rect">
              <a:avLst/>
            </a:prstGeom>
            <a:noFill/>
            <a:ln w="0">
              <a:noFill/>
              <a:prstDash val="solid"/>
            </a:ln>
          </p:spPr>
          <p:txBody>
            <a:bodyPr wrap="none" lIns="0" tIns="0" rIns="0" bIns="0" anchor="t">
              <a:noAutofit/>
            </a:bodyPr>
            <a:lstStyle>
              <a:defPPr algn="ctr">
                <a:defRPr sz="1394" b="0">
                  <a:solidFill>
                    <a:srgbClr val="000000"/>
                  </a:solidFill>
                  <a:latin typeface="Arial"/>
                  <a:ea typeface="Arial"/>
                  <a:cs typeface="Arial"/>
                </a:defRPr>
              </a:defPPr>
              <a:lvl1pPr algn="ctr">
                <a:defRPr sz="1394" b="0">
                  <a:solidFill>
                    <a:srgbClr val="000000"/>
                  </a:solidFill>
                  <a:latin typeface="Arial"/>
                  <a:ea typeface="Arial"/>
                  <a:cs typeface="Arial"/>
                </a:defRPr>
              </a:lvl1pPr>
              <a:lvl2pPr algn="ctr">
                <a:defRPr sz="1394" b="0">
                  <a:solidFill>
                    <a:srgbClr val="000000"/>
                  </a:solidFill>
                  <a:latin typeface="Arial"/>
                  <a:ea typeface="Arial"/>
                  <a:cs typeface="Arial"/>
                </a:defRPr>
              </a:lvl2pPr>
              <a:lvl3pPr algn="ctr">
                <a:defRPr sz="1394" b="0">
                  <a:solidFill>
                    <a:srgbClr val="000000"/>
                  </a:solidFill>
                  <a:latin typeface="Arial"/>
                  <a:ea typeface="Arial"/>
                  <a:cs typeface="Arial"/>
                </a:defRPr>
              </a:lvl3pPr>
              <a:lvl4pPr algn="ctr">
                <a:defRPr sz="1394" b="0">
                  <a:solidFill>
                    <a:srgbClr val="000000"/>
                  </a:solidFill>
                  <a:latin typeface="Arial"/>
                  <a:ea typeface="Arial"/>
                  <a:cs typeface="Arial"/>
                </a:defRPr>
              </a:lvl4pPr>
              <a:lvl5pPr algn="ctr">
                <a:defRPr sz="1394" b="0">
                  <a:solidFill>
                    <a:srgbClr val="000000"/>
                  </a:solidFill>
                  <a:latin typeface="Arial"/>
                  <a:ea typeface="Arial"/>
                  <a:cs typeface="Arial"/>
                </a:defRPr>
              </a:lvl5pPr>
              <a:lvl6pPr algn="ctr">
                <a:defRPr sz="1394" b="0">
                  <a:solidFill>
                    <a:srgbClr val="000000"/>
                  </a:solidFill>
                  <a:latin typeface="Arial"/>
                  <a:ea typeface="Arial"/>
                  <a:cs typeface="Arial"/>
                </a:defRPr>
              </a:lvl6pPr>
              <a:lvl7pPr algn="ctr">
                <a:defRPr sz="1394" b="0">
                  <a:solidFill>
                    <a:srgbClr val="000000"/>
                  </a:solidFill>
                  <a:latin typeface="Arial"/>
                  <a:ea typeface="Arial"/>
                  <a:cs typeface="Arial"/>
                </a:defRPr>
              </a:lvl7pPr>
              <a:lvl8pPr algn="ctr">
                <a:defRPr sz="1394" b="0">
                  <a:solidFill>
                    <a:srgbClr val="000000"/>
                  </a:solidFill>
                  <a:latin typeface="Arial"/>
                  <a:ea typeface="Arial"/>
                  <a:cs typeface="Arial"/>
                </a:defRPr>
              </a:lvl8pPr>
              <a:lvl9pPr algn="ctr">
                <a:defRPr sz="1394" b="0">
                  <a:solidFill>
                    <a:srgbClr val="000000"/>
                  </a:solidFill>
                  <a:latin typeface="Arial"/>
                  <a:ea typeface="Arial"/>
                  <a:cs typeface="Arial"/>
                </a:defRPr>
              </a:lvl9pPr>
            </a:lstStyle>
            <a:p>
              <a:pPr algn="ctr">
                <a:defRPr sz="1394" b="0">
                  <a:solidFill>
                    <a:srgbClr val="000000"/>
                  </a:solidFill>
                  <a:latin typeface="Arial"/>
                  <a:ea typeface="Arial"/>
                  <a:cs typeface="Arial"/>
                </a:defRPr>
              </a:pPr>
              <a:r>
                <a:rPr sz="1394" b="0">
                  <a:solidFill>
                    <a:srgbClr val="000000"/>
                  </a:solidFill>
                  <a:latin typeface="Arial"/>
                  <a:ea typeface="Arial"/>
                  <a:cs typeface="Arial"/>
                </a:rPr>
                <a:t>-1</a:t>
              </a:r>
            </a:p>
          </p:txBody>
        </p:sp>
        <p:sp>
          <p:nvSpPr>
            <p:cNvPr id="34" name="line_033">
              <a:extLst>
                <a:ext uri="{FF2B5EF4-FFF2-40B4-BE49-F238E27FC236}">
                  <ns2:creationId id="{21454A42-885B-442C-8A79-BBAAD8E104CF}"/>
                </a:ext>
              </a:extLst>
            </p:cNvPr>
            <p:cNvSpPr>
              <a:spLocks noGrp="1"/>
            </p:cNvSpPr>
            <p:nvPr/>
          </p:nvSpPr>
          <p:spPr>
            <a:xfrm>
              <a:off x="2879990" y="1921035"/>
              <a:ext cx="127" cy="25444"/>
            </a:xfrm>
            <a:custGeom>
              <a:pathLst>
                <a:path w="95" h="38100">
                  <a:moveTo>
                    <a:pt x="0" y="0"/>
                  </a:moveTo>
                  <a:lnTo>
                    <a:pt x="0" y="38100"/>
                  </a:lnTo>
                </a:path>
              </a:pathLst>
            </a:custGeom>
            <a:noFill/>
            <a:ln w="7866">
              <a:solidFill>
                <a:srgbClr val="7B8790"/>
              </a:solidFill>
              <a:prstDash val="solid"/>
            </a:ln>
          </p:spPr>
        </p:sp>
        <p:sp>
          <p:nvSpPr>
            <p:cNvPr id="35" name="text_034">
              <a:extLst>
                <a:ext uri="{FF2B5EF4-FFF2-40B4-BE49-F238E27FC236}">
                  <ns2:creationId id="{B0CDB234-5121-4ED5-8BD0-F608DF60034E}"/>
                </a:ext>
              </a:extLst>
            </p:cNvPr>
            <p:cNvSpPr>
              <a:spLocks noGrp="1"/>
            </p:cNvSpPr>
            <p:nvPr/>
          </p:nvSpPr>
          <p:spPr>
            <a:xfrm rot="0">
              <a:off x="2624814" y="1959202"/>
              <a:ext cx="510352" cy="139943"/>
            </a:xfrm>
            <a:prstGeom prst="rect">
              <a:avLst/>
            </a:prstGeom>
            <a:noFill/>
            <a:ln w="0">
              <a:noFill/>
              <a:prstDash val="solid"/>
            </a:ln>
          </p:spPr>
          <p:txBody>
            <a:bodyPr wrap="none" lIns="0" tIns="0" rIns="0" bIns="0" anchor="t">
              <a:noAutofit/>
            </a:bodyPr>
            <a:lstStyle>
              <a:defPPr algn="ctr">
                <a:defRPr sz="1394" b="0">
                  <a:solidFill>
                    <a:srgbClr val="000000"/>
                  </a:solidFill>
                  <a:latin typeface="Arial"/>
                  <a:ea typeface="Arial"/>
                  <a:cs typeface="Arial"/>
                </a:defRPr>
              </a:defPPr>
              <a:lvl1pPr algn="ctr">
                <a:defRPr sz="1394" b="0">
                  <a:solidFill>
                    <a:srgbClr val="000000"/>
                  </a:solidFill>
                  <a:latin typeface="Arial"/>
                  <a:ea typeface="Arial"/>
                  <a:cs typeface="Arial"/>
                </a:defRPr>
              </a:lvl1pPr>
              <a:lvl2pPr algn="ctr">
                <a:defRPr sz="1394" b="0">
                  <a:solidFill>
                    <a:srgbClr val="000000"/>
                  </a:solidFill>
                  <a:latin typeface="Arial"/>
                  <a:ea typeface="Arial"/>
                  <a:cs typeface="Arial"/>
                </a:defRPr>
              </a:lvl2pPr>
              <a:lvl3pPr algn="ctr">
                <a:defRPr sz="1394" b="0">
                  <a:solidFill>
                    <a:srgbClr val="000000"/>
                  </a:solidFill>
                  <a:latin typeface="Arial"/>
                  <a:ea typeface="Arial"/>
                  <a:cs typeface="Arial"/>
                </a:defRPr>
              </a:lvl3pPr>
              <a:lvl4pPr algn="ctr">
                <a:defRPr sz="1394" b="0">
                  <a:solidFill>
                    <a:srgbClr val="000000"/>
                  </a:solidFill>
                  <a:latin typeface="Arial"/>
                  <a:ea typeface="Arial"/>
                  <a:cs typeface="Arial"/>
                </a:defRPr>
              </a:lvl4pPr>
              <a:lvl5pPr algn="ctr">
                <a:defRPr sz="1394" b="0">
                  <a:solidFill>
                    <a:srgbClr val="000000"/>
                  </a:solidFill>
                  <a:latin typeface="Arial"/>
                  <a:ea typeface="Arial"/>
                  <a:cs typeface="Arial"/>
                </a:defRPr>
              </a:lvl5pPr>
              <a:lvl6pPr algn="ctr">
                <a:defRPr sz="1394" b="0">
                  <a:solidFill>
                    <a:srgbClr val="000000"/>
                  </a:solidFill>
                  <a:latin typeface="Arial"/>
                  <a:ea typeface="Arial"/>
                  <a:cs typeface="Arial"/>
                </a:defRPr>
              </a:lvl6pPr>
              <a:lvl7pPr algn="ctr">
                <a:defRPr sz="1394" b="0">
                  <a:solidFill>
                    <a:srgbClr val="000000"/>
                  </a:solidFill>
                  <a:latin typeface="Arial"/>
                  <a:ea typeface="Arial"/>
                  <a:cs typeface="Arial"/>
                </a:defRPr>
              </a:lvl7pPr>
              <a:lvl8pPr algn="ctr">
                <a:defRPr sz="1394" b="0">
                  <a:solidFill>
                    <a:srgbClr val="000000"/>
                  </a:solidFill>
                  <a:latin typeface="Arial"/>
                  <a:ea typeface="Arial"/>
                  <a:cs typeface="Arial"/>
                </a:defRPr>
              </a:lvl8pPr>
              <a:lvl9pPr algn="ctr">
                <a:defRPr sz="1394" b="0">
                  <a:solidFill>
                    <a:srgbClr val="000000"/>
                  </a:solidFill>
                  <a:latin typeface="Arial"/>
                  <a:ea typeface="Arial"/>
                  <a:cs typeface="Arial"/>
                </a:defRPr>
              </a:lvl9pPr>
            </a:lstStyle>
            <a:p>
              <a:pPr algn="ctr">
                <a:defRPr sz="1394" b="0">
                  <a:solidFill>
                    <a:srgbClr val="000000"/>
                  </a:solidFill>
                  <a:latin typeface="Arial"/>
                  <a:ea typeface="Arial"/>
                  <a:cs typeface="Arial"/>
                </a:defRPr>
              </a:pPr>
              <a:r>
                <a:rPr sz="1394" b="0">
                  <a:solidFill>
                    <a:srgbClr val="000000"/>
                  </a:solidFill>
                  <a:latin typeface="Arial"/>
                  <a:ea typeface="Arial"/>
                  <a:cs typeface="Arial"/>
                </a:rPr>
                <a:t>0</a:t>
              </a:r>
            </a:p>
          </p:txBody>
        </p:sp>
        <p:sp>
          <p:nvSpPr>
            <p:cNvPr id="36" name="line_035">
              <a:extLst>
                <a:ext uri="{FF2B5EF4-FFF2-40B4-BE49-F238E27FC236}">
                  <ns2:creationId id="{4F23F330-F017-4795-952C-A4DCE89243A9}"/>
                </a:ext>
              </a:extLst>
            </p:cNvPr>
            <p:cNvSpPr>
              <a:spLocks noGrp="1"/>
            </p:cNvSpPr>
            <p:nvPr/>
          </p:nvSpPr>
          <p:spPr>
            <a:xfrm>
              <a:off x="3903731" y="1921035"/>
              <a:ext cx="127" cy="25444"/>
            </a:xfrm>
            <a:custGeom>
              <a:pathLst>
                <a:path w="95" h="38100">
                  <a:moveTo>
                    <a:pt x="0" y="0"/>
                  </a:moveTo>
                  <a:lnTo>
                    <a:pt x="0" y="38100"/>
                  </a:lnTo>
                </a:path>
              </a:pathLst>
            </a:custGeom>
            <a:noFill/>
            <a:ln w="7866">
              <a:solidFill>
                <a:srgbClr val="7B8790"/>
              </a:solidFill>
              <a:prstDash val="solid"/>
            </a:ln>
          </p:spPr>
        </p:sp>
        <p:sp>
          <p:nvSpPr>
            <p:cNvPr id="37" name="text_036">
              <a:extLst>
                <a:ext uri="{FF2B5EF4-FFF2-40B4-BE49-F238E27FC236}">
                  <ns2:creationId id="{EDD1A34C-8A03-4235-9258-1F011F506450}"/>
                </a:ext>
              </a:extLst>
            </p:cNvPr>
            <p:cNvSpPr>
              <a:spLocks noGrp="1"/>
            </p:cNvSpPr>
            <p:nvPr/>
          </p:nvSpPr>
          <p:spPr>
            <a:xfrm rot="0">
              <a:off x="3648555" y="1959202"/>
              <a:ext cx="510352" cy="139943"/>
            </a:xfrm>
            <a:prstGeom prst="rect">
              <a:avLst/>
            </a:prstGeom>
            <a:noFill/>
            <a:ln w="0">
              <a:noFill/>
              <a:prstDash val="solid"/>
            </a:ln>
          </p:spPr>
          <p:txBody>
            <a:bodyPr wrap="none" lIns="0" tIns="0" rIns="0" bIns="0" anchor="t">
              <a:noAutofit/>
            </a:bodyPr>
            <a:lstStyle>
              <a:defPPr algn="ctr">
                <a:defRPr sz="1394" b="0">
                  <a:solidFill>
                    <a:srgbClr val="000000"/>
                  </a:solidFill>
                  <a:latin typeface="Arial"/>
                  <a:ea typeface="Arial"/>
                  <a:cs typeface="Arial"/>
                </a:defRPr>
              </a:defPPr>
              <a:lvl1pPr algn="ctr">
                <a:defRPr sz="1394" b="0">
                  <a:solidFill>
                    <a:srgbClr val="000000"/>
                  </a:solidFill>
                  <a:latin typeface="Arial"/>
                  <a:ea typeface="Arial"/>
                  <a:cs typeface="Arial"/>
                </a:defRPr>
              </a:lvl1pPr>
              <a:lvl2pPr algn="ctr">
                <a:defRPr sz="1394" b="0">
                  <a:solidFill>
                    <a:srgbClr val="000000"/>
                  </a:solidFill>
                  <a:latin typeface="Arial"/>
                  <a:ea typeface="Arial"/>
                  <a:cs typeface="Arial"/>
                </a:defRPr>
              </a:lvl2pPr>
              <a:lvl3pPr algn="ctr">
                <a:defRPr sz="1394" b="0">
                  <a:solidFill>
                    <a:srgbClr val="000000"/>
                  </a:solidFill>
                  <a:latin typeface="Arial"/>
                  <a:ea typeface="Arial"/>
                  <a:cs typeface="Arial"/>
                </a:defRPr>
              </a:lvl3pPr>
              <a:lvl4pPr algn="ctr">
                <a:defRPr sz="1394" b="0">
                  <a:solidFill>
                    <a:srgbClr val="000000"/>
                  </a:solidFill>
                  <a:latin typeface="Arial"/>
                  <a:ea typeface="Arial"/>
                  <a:cs typeface="Arial"/>
                </a:defRPr>
              </a:lvl4pPr>
              <a:lvl5pPr algn="ctr">
                <a:defRPr sz="1394" b="0">
                  <a:solidFill>
                    <a:srgbClr val="000000"/>
                  </a:solidFill>
                  <a:latin typeface="Arial"/>
                  <a:ea typeface="Arial"/>
                  <a:cs typeface="Arial"/>
                </a:defRPr>
              </a:lvl5pPr>
              <a:lvl6pPr algn="ctr">
                <a:defRPr sz="1394" b="0">
                  <a:solidFill>
                    <a:srgbClr val="000000"/>
                  </a:solidFill>
                  <a:latin typeface="Arial"/>
                  <a:ea typeface="Arial"/>
                  <a:cs typeface="Arial"/>
                </a:defRPr>
              </a:lvl6pPr>
              <a:lvl7pPr algn="ctr">
                <a:defRPr sz="1394" b="0">
                  <a:solidFill>
                    <a:srgbClr val="000000"/>
                  </a:solidFill>
                  <a:latin typeface="Arial"/>
                  <a:ea typeface="Arial"/>
                  <a:cs typeface="Arial"/>
                </a:defRPr>
              </a:lvl7pPr>
              <a:lvl8pPr algn="ctr">
                <a:defRPr sz="1394" b="0">
                  <a:solidFill>
                    <a:srgbClr val="000000"/>
                  </a:solidFill>
                  <a:latin typeface="Arial"/>
                  <a:ea typeface="Arial"/>
                  <a:cs typeface="Arial"/>
                </a:defRPr>
              </a:lvl8pPr>
              <a:lvl9pPr algn="ctr">
                <a:defRPr sz="1394" b="0">
                  <a:solidFill>
                    <a:srgbClr val="000000"/>
                  </a:solidFill>
                  <a:latin typeface="Arial"/>
                  <a:ea typeface="Arial"/>
                  <a:cs typeface="Arial"/>
                </a:defRPr>
              </a:lvl9pPr>
            </a:lstStyle>
            <a:p>
              <a:pPr algn="ctr">
                <a:defRPr sz="1394" b="0">
                  <a:solidFill>
                    <a:srgbClr val="000000"/>
                  </a:solidFill>
                  <a:latin typeface="Arial"/>
                  <a:ea typeface="Arial"/>
                  <a:cs typeface="Arial"/>
                </a:defRPr>
              </a:pPr>
              <a:r>
                <a:rPr sz="1394" b="0">
                  <a:solidFill>
                    <a:srgbClr val="000000"/>
                  </a:solidFill>
                  <a:latin typeface="Arial"/>
                  <a:ea typeface="Arial"/>
                  <a:cs typeface="Arial"/>
                </a:rPr>
                <a:t>1</a:t>
              </a:r>
            </a:p>
          </p:txBody>
        </p:sp>
        <p:sp>
          <p:nvSpPr>
            <p:cNvPr id="38" name="line_037">
              <a:extLst>
                <a:ext uri="{FF2B5EF4-FFF2-40B4-BE49-F238E27FC236}">
                  <ns2:creationId id="{88A9C42A-0B03-4E63-8BE3-56A81C8A6C86}"/>
                </a:ext>
              </a:extLst>
            </p:cNvPr>
            <p:cNvSpPr>
              <a:spLocks noGrp="1"/>
            </p:cNvSpPr>
            <p:nvPr/>
          </p:nvSpPr>
          <p:spPr>
            <a:xfrm>
              <a:off x="4927472" y="1921035"/>
              <a:ext cx="127" cy="25444"/>
            </a:xfrm>
            <a:custGeom>
              <a:pathLst>
                <a:path w="95" h="38100">
                  <a:moveTo>
                    <a:pt x="0" y="0"/>
                  </a:moveTo>
                  <a:lnTo>
                    <a:pt x="0" y="38100"/>
                  </a:lnTo>
                </a:path>
              </a:pathLst>
            </a:custGeom>
            <a:noFill/>
            <a:ln w="7866">
              <a:solidFill>
                <a:srgbClr val="7B8790"/>
              </a:solidFill>
              <a:prstDash val="solid"/>
            </a:ln>
          </p:spPr>
        </p:sp>
        <p:sp>
          <p:nvSpPr>
            <p:cNvPr id="39" name="text_038">
              <a:extLst>
                <a:ext uri="{FF2B5EF4-FFF2-40B4-BE49-F238E27FC236}">
                  <ns2:creationId id="{0F71FB9F-6685-48C0-B908-9A079F0FBFB8}"/>
                </a:ext>
              </a:extLst>
            </p:cNvPr>
            <p:cNvSpPr>
              <a:spLocks noGrp="1"/>
            </p:cNvSpPr>
            <p:nvPr/>
          </p:nvSpPr>
          <p:spPr>
            <a:xfrm rot="0">
              <a:off x="4672297" y="1959202"/>
              <a:ext cx="510352" cy="139943"/>
            </a:xfrm>
            <a:prstGeom prst="rect">
              <a:avLst/>
            </a:prstGeom>
            <a:noFill/>
            <a:ln w="0">
              <a:noFill/>
              <a:prstDash val="solid"/>
            </a:ln>
          </p:spPr>
          <p:txBody>
            <a:bodyPr wrap="none" lIns="0" tIns="0" rIns="0" bIns="0" anchor="t">
              <a:noAutofit/>
            </a:bodyPr>
            <a:lstStyle>
              <a:defPPr algn="ctr">
                <a:defRPr sz="1394" b="0">
                  <a:solidFill>
                    <a:srgbClr val="000000"/>
                  </a:solidFill>
                  <a:latin typeface="Arial"/>
                  <a:ea typeface="Arial"/>
                  <a:cs typeface="Arial"/>
                </a:defRPr>
              </a:defPPr>
              <a:lvl1pPr algn="ctr">
                <a:defRPr sz="1394" b="0">
                  <a:solidFill>
                    <a:srgbClr val="000000"/>
                  </a:solidFill>
                  <a:latin typeface="Arial"/>
                  <a:ea typeface="Arial"/>
                  <a:cs typeface="Arial"/>
                </a:defRPr>
              </a:lvl1pPr>
              <a:lvl2pPr algn="ctr">
                <a:defRPr sz="1394" b="0">
                  <a:solidFill>
                    <a:srgbClr val="000000"/>
                  </a:solidFill>
                  <a:latin typeface="Arial"/>
                  <a:ea typeface="Arial"/>
                  <a:cs typeface="Arial"/>
                </a:defRPr>
              </a:lvl2pPr>
              <a:lvl3pPr algn="ctr">
                <a:defRPr sz="1394" b="0">
                  <a:solidFill>
                    <a:srgbClr val="000000"/>
                  </a:solidFill>
                  <a:latin typeface="Arial"/>
                  <a:ea typeface="Arial"/>
                  <a:cs typeface="Arial"/>
                </a:defRPr>
              </a:lvl3pPr>
              <a:lvl4pPr algn="ctr">
                <a:defRPr sz="1394" b="0">
                  <a:solidFill>
                    <a:srgbClr val="000000"/>
                  </a:solidFill>
                  <a:latin typeface="Arial"/>
                  <a:ea typeface="Arial"/>
                  <a:cs typeface="Arial"/>
                </a:defRPr>
              </a:lvl4pPr>
              <a:lvl5pPr algn="ctr">
                <a:defRPr sz="1394" b="0">
                  <a:solidFill>
                    <a:srgbClr val="000000"/>
                  </a:solidFill>
                  <a:latin typeface="Arial"/>
                  <a:ea typeface="Arial"/>
                  <a:cs typeface="Arial"/>
                </a:defRPr>
              </a:lvl5pPr>
              <a:lvl6pPr algn="ctr">
                <a:defRPr sz="1394" b="0">
                  <a:solidFill>
                    <a:srgbClr val="000000"/>
                  </a:solidFill>
                  <a:latin typeface="Arial"/>
                  <a:ea typeface="Arial"/>
                  <a:cs typeface="Arial"/>
                </a:defRPr>
              </a:lvl6pPr>
              <a:lvl7pPr algn="ctr">
                <a:defRPr sz="1394" b="0">
                  <a:solidFill>
                    <a:srgbClr val="000000"/>
                  </a:solidFill>
                  <a:latin typeface="Arial"/>
                  <a:ea typeface="Arial"/>
                  <a:cs typeface="Arial"/>
                </a:defRPr>
              </a:lvl7pPr>
              <a:lvl8pPr algn="ctr">
                <a:defRPr sz="1394" b="0">
                  <a:solidFill>
                    <a:srgbClr val="000000"/>
                  </a:solidFill>
                  <a:latin typeface="Arial"/>
                  <a:ea typeface="Arial"/>
                  <a:cs typeface="Arial"/>
                </a:defRPr>
              </a:lvl8pPr>
              <a:lvl9pPr algn="ctr">
                <a:defRPr sz="1394" b="0">
                  <a:solidFill>
                    <a:srgbClr val="000000"/>
                  </a:solidFill>
                  <a:latin typeface="Arial"/>
                  <a:ea typeface="Arial"/>
                  <a:cs typeface="Arial"/>
                </a:defRPr>
              </a:lvl9pPr>
            </a:lstStyle>
            <a:p>
              <a:pPr algn="ctr">
                <a:defRPr sz="1394" b="0">
                  <a:solidFill>
                    <a:srgbClr val="000000"/>
                  </a:solidFill>
                  <a:latin typeface="Arial"/>
                  <a:ea typeface="Arial"/>
                  <a:cs typeface="Arial"/>
                </a:defRPr>
              </a:pPr>
              <a:r>
                <a:rPr sz="1394" b="0">
                  <a:solidFill>
                    <a:srgbClr val="000000"/>
                  </a:solidFill>
                  <a:latin typeface="Arial"/>
                  <a:ea typeface="Arial"/>
                  <a:cs typeface="Arial"/>
                </a:rPr>
                <a:t>2</a:t>
              </a:r>
            </a:p>
          </p:txBody>
        </p:sp>
        <p:sp>
          <p:nvSpPr>
            <p:cNvPr id="40" name="text_039">
              <a:extLst>
                <a:ext uri="{FF2B5EF4-FFF2-40B4-BE49-F238E27FC236}">
                  <ns2:creationId id="{08DEFF67-DABD-4D8A-AB24-B726D65E263F}"/>
                </a:ext>
              </a:extLst>
            </p:cNvPr>
            <p:cNvSpPr>
              <a:spLocks noGrp="1"/>
            </p:cNvSpPr>
            <p:nvPr/>
          </p:nvSpPr>
          <p:spPr>
            <a:xfrm rot="0">
              <a:off x="730133" y="2111867"/>
              <a:ext cx="4299715" cy="152665"/>
            </a:xfrm>
            <a:prstGeom prst="rect">
              <a:avLst/>
            </a:prstGeom>
            <a:noFill/>
            <a:ln w="0">
              <a:noFill/>
              <a:prstDash val="solid"/>
            </a:ln>
          </p:spPr>
          <p:txBody>
            <a:bodyPr wrap="none" lIns="0" tIns="0" rIns="0" bIns="0" anchor="t">
              <a:noAutofit/>
            </a:bodyPr>
            <a:lstStyle>
              <a:defPPr algn="ctr">
                <a:defRPr sz="1394" b="0">
                  <a:solidFill>
                    <a:srgbClr val="000000"/>
                  </a:solidFill>
                  <a:latin typeface="Arial"/>
                  <a:ea typeface="Arial"/>
                  <a:cs typeface="Arial"/>
                </a:defRPr>
              </a:defPPr>
              <a:lvl1pPr algn="ctr">
                <a:defRPr sz="1394" b="0">
                  <a:solidFill>
                    <a:srgbClr val="000000"/>
                  </a:solidFill>
                  <a:latin typeface="Arial"/>
                  <a:ea typeface="Arial"/>
                  <a:cs typeface="Arial"/>
                </a:defRPr>
              </a:lvl1pPr>
              <a:lvl2pPr algn="ctr">
                <a:defRPr sz="1394" b="0">
                  <a:solidFill>
                    <a:srgbClr val="000000"/>
                  </a:solidFill>
                  <a:latin typeface="Arial"/>
                  <a:ea typeface="Arial"/>
                  <a:cs typeface="Arial"/>
                </a:defRPr>
              </a:lvl2pPr>
              <a:lvl3pPr algn="ctr">
                <a:defRPr sz="1394" b="0">
                  <a:solidFill>
                    <a:srgbClr val="000000"/>
                  </a:solidFill>
                  <a:latin typeface="Arial"/>
                  <a:ea typeface="Arial"/>
                  <a:cs typeface="Arial"/>
                </a:defRPr>
              </a:lvl3pPr>
              <a:lvl4pPr algn="ctr">
                <a:defRPr sz="1394" b="0">
                  <a:solidFill>
                    <a:srgbClr val="000000"/>
                  </a:solidFill>
                  <a:latin typeface="Arial"/>
                  <a:ea typeface="Arial"/>
                  <a:cs typeface="Arial"/>
                </a:defRPr>
              </a:lvl4pPr>
              <a:lvl5pPr algn="ctr">
                <a:defRPr sz="1394" b="0">
                  <a:solidFill>
                    <a:srgbClr val="000000"/>
                  </a:solidFill>
                  <a:latin typeface="Arial"/>
                  <a:ea typeface="Arial"/>
                  <a:cs typeface="Arial"/>
                </a:defRPr>
              </a:lvl5pPr>
              <a:lvl6pPr algn="ctr">
                <a:defRPr sz="1394" b="0">
                  <a:solidFill>
                    <a:srgbClr val="000000"/>
                  </a:solidFill>
                  <a:latin typeface="Arial"/>
                  <a:ea typeface="Arial"/>
                  <a:cs typeface="Arial"/>
                </a:defRPr>
              </a:lvl6pPr>
              <a:lvl7pPr algn="ctr">
                <a:defRPr sz="1394" b="0">
                  <a:solidFill>
                    <a:srgbClr val="000000"/>
                  </a:solidFill>
                  <a:latin typeface="Arial"/>
                  <a:ea typeface="Arial"/>
                  <a:cs typeface="Arial"/>
                </a:defRPr>
              </a:lvl7pPr>
              <a:lvl8pPr algn="ctr">
                <a:defRPr sz="1394" b="0">
                  <a:solidFill>
                    <a:srgbClr val="000000"/>
                  </a:solidFill>
                  <a:latin typeface="Arial"/>
                  <a:ea typeface="Arial"/>
                  <a:cs typeface="Arial"/>
                </a:defRPr>
              </a:lvl8pPr>
              <a:lvl9pPr algn="ctr">
                <a:defRPr sz="1394" b="0">
                  <a:solidFill>
                    <a:srgbClr val="000000"/>
                  </a:solidFill>
                  <a:latin typeface="Arial"/>
                  <a:ea typeface="Arial"/>
                  <a:cs typeface="Arial"/>
                </a:defRPr>
              </a:lvl9pPr>
            </a:lstStyle>
            <a:p>
              <a:pPr algn="ctr">
                <a:defRPr sz="1394" b="0">
                  <a:solidFill>
                    <a:srgbClr val="000000"/>
                  </a:solidFill>
                  <a:latin typeface="Arial"/>
                  <a:ea typeface="Arial"/>
                  <a:cs typeface="Arial"/>
                </a:defRPr>
              </a:pPr>
              <a:r>
                <a:rPr sz="1394" b="0">
                  <a:solidFill>
                    <a:srgbClr val="000000"/>
                  </a:solidFill>
                  <a:latin typeface="Arial"/>
                  <a:ea typeface="Arial"/>
                  <a:cs typeface="Arial"/>
                </a:rPr>
                <a:t>Section z (bohr)</a:t>
              </a:r>
            </a:p>
          </p:txBody>
        </p:sp>
        <p:sp>
          <p:nvSpPr>
            <p:cNvPr id="41" name="text_040">
              <a:extLst>
                <a:ext uri="{FF2B5EF4-FFF2-40B4-BE49-F238E27FC236}">
                  <ns2:creationId id="{26995DD1-D47D-40B7-9F49-119A9A83A207}"/>
                </a:ext>
              </a:extLst>
            </p:cNvPr>
            <p:cNvSpPr>
              <a:spLocks noGrp="1"/>
            </p:cNvSpPr>
            <p:nvPr/>
          </p:nvSpPr>
          <p:spPr>
            <a:xfrm rot="0">
              <a:off x="5767270" y="57250"/>
              <a:ext cx="5000625" cy="190832"/>
            </a:xfrm>
            <a:prstGeom prst="rect">
              <a:avLst/>
            </a:prstGeom>
            <a:noFill/>
            <a:ln w="0">
              <a:noFill/>
              <a:prstDash val="solid"/>
            </a:ln>
          </p:spPr>
          <p:txBody>
            <a:bodyPr wrap="none" lIns="0" tIns="0" rIns="0" bIns="0" anchor="t">
              <a:noAutofit/>
            </a:bodyPr>
            <a:lstStyle>
              <a:defPPr algn="l">
                <a:defRPr sz="2013" b="1">
                  <a:solidFill>
                    <a:srgbClr val="000000"/>
                  </a:solidFill>
                  <a:latin typeface="Arial"/>
                  <a:ea typeface="Arial"/>
                  <a:cs typeface="Arial"/>
                </a:defRPr>
              </a:defPPr>
              <a:lvl1pPr algn="l">
                <a:defRPr sz="2013" b="1">
                  <a:solidFill>
                    <a:srgbClr val="000000"/>
                  </a:solidFill>
                  <a:latin typeface="Arial"/>
                  <a:ea typeface="Arial"/>
                  <a:cs typeface="Arial"/>
                </a:defRPr>
              </a:lvl1pPr>
              <a:lvl2pPr algn="l">
                <a:defRPr sz="2013" b="1">
                  <a:solidFill>
                    <a:srgbClr val="000000"/>
                  </a:solidFill>
                  <a:latin typeface="Arial"/>
                  <a:ea typeface="Arial"/>
                  <a:cs typeface="Arial"/>
                </a:defRPr>
              </a:lvl2pPr>
              <a:lvl3pPr algn="l">
                <a:defRPr sz="2013" b="1">
                  <a:solidFill>
                    <a:srgbClr val="000000"/>
                  </a:solidFill>
                  <a:latin typeface="Arial"/>
                  <a:ea typeface="Arial"/>
                  <a:cs typeface="Arial"/>
                </a:defRPr>
              </a:lvl3pPr>
              <a:lvl4pPr algn="l">
                <a:defRPr sz="2013" b="1">
                  <a:solidFill>
                    <a:srgbClr val="000000"/>
                  </a:solidFill>
                  <a:latin typeface="Arial"/>
                  <a:ea typeface="Arial"/>
                  <a:cs typeface="Arial"/>
                </a:defRPr>
              </a:lvl4pPr>
              <a:lvl5pPr algn="l">
                <a:defRPr sz="2013" b="1">
                  <a:solidFill>
                    <a:srgbClr val="000000"/>
                  </a:solidFill>
                  <a:latin typeface="Arial"/>
                  <a:ea typeface="Arial"/>
                  <a:cs typeface="Arial"/>
                </a:defRPr>
              </a:lvl5pPr>
              <a:lvl6pPr algn="l">
                <a:defRPr sz="2013" b="1">
                  <a:solidFill>
                    <a:srgbClr val="000000"/>
                  </a:solidFill>
                  <a:latin typeface="Arial"/>
                  <a:ea typeface="Arial"/>
                  <a:cs typeface="Arial"/>
                </a:defRPr>
              </a:lvl6pPr>
              <a:lvl7pPr algn="l">
                <a:defRPr sz="2013" b="1">
                  <a:solidFill>
                    <a:srgbClr val="000000"/>
                  </a:solidFill>
                  <a:latin typeface="Arial"/>
                  <a:ea typeface="Arial"/>
                  <a:cs typeface="Arial"/>
                </a:defRPr>
              </a:lvl7pPr>
              <a:lvl8pPr algn="l">
                <a:defRPr sz="2013" b="1">
                  <a:solidFill>
                    <a:srgbClr val="000000"/>
                  </a:solidFill>
                  <a:latin typeface="Arial"/>
                  <a:ea typeface="Arial"/>
                  <a:cs typeface="Arial"/>
                </a:defRPr>
              </a:lvl8pPr>
              <a:lvl9pPr algn="l">
                <a:defRPr sz="2013" b="1">
                  <a:solidFill>
                    <a:srgbClr val="000000"/>
                  </a:solidFill>
                  <a:latin typeface="Arial"/>
                  <a:ea typeface="Arial"/>
                  <a:cs typeface="Arial"/>
                </a:defRPr>
              </a:lvl9pPr>
            </a:lstStyle>
            <a:p>
              <a:pPr algn="l">
                <a:defRPr sz="2013" b="1">
                  <a:solidFill>
                    <a:srgbClr val="000000"/>
                  </a:solidFill>
                  <a:latin typeface="Arial"/>
                  <a:ea typeface="Arial"/>
                  <a:cs typeface="Arial"/>
                </a:defRPr>
              </a:pPr>
              <a:r>
                <a:rPr sz="2013" b="1">
                  <a:solidFill>
                    <a:srgbClr val="000000"/>
                  </a:solidFill>
                  <a:latin typeface="Arial"/>
                  <a:ea typeface="Arial"/>
                  <a:cs typeface="Arial"/>
                </a:rPr>
                <a:t>(b) RG-MTM-R</a:t>
              </a:r>
            </a:p>
          </p:txBody>
        </p:sp>
        <p:pic>
          <p:nvPicPr>
            <p:cNvPr id="42" name="">
              <a:extLst>
                <a:ext uri="{FF2B5EF4-FFF2-40B4-BE49-F238E27FC236}">
                  <ns2:creationId id="{2C6C8430-A371-4E01-A108-61FFC06ED227}"/>
                </a:ext>
              </a:extLst>
            </p:cNvPr>
            <p:cNvPicPr>
              <a:picLocks noChangeAspect="1"/>
            </p:cNvPicPr>
            <p:nvPr/>
          </p:nvPicPr>
          <p:blipFill>
            <a:blip r:embed="R407d650ddf1440f5"/>
            <a:stretch/>
          </p:blipFill>
          <p:spPr>
            <a:xfrm>
              <a:off x="6111758" y="362580"/>
              <a:ext cx="4299715" cy="1558455"/>
            </a:xfrm>
            <a:prstGeom prst="rect">
              <a:avLst/>
            </a:prstGeom>
          </p:spPr>
        </p:pic>
        <p:sp>
          <p:nvSpPr>
            <p:cNvPr id="44" name="line_043">
              <a:extLst>
                <a:ext uri="{FF2B5EF4-FFF2-40B4-BE49-F238E27FC236}">
                  <ns2:creationId id="{0D665376-1005-4D0A-950D-D0A534D8B805}"/>
                </a:ext>
              </a:extLst>
            </p:cNvPr>
            <p:cNvSpPr>
              <a:spLocks noGrp="1"/>
            </p:cNvSpPr>
            <p:nvPr/>
          </p:nvSpPr>
          <p:spPr>
            <a:xfrm>
              <a:off x="6060722" y="1921035"/>
              <a:ext cx="51035" cy="63"/>
            </a:xfrm>
            <a:custGeom>
              <a:pathLst>
                <a:path w="38100" h="95">
                  <a:moveTo>
                    <a:pt x="0" y="0"/>
                  </a:moveTo>
                  <a:lnTo>
                    <a:pt x="38100" y="0"/>
                  </a:lnTo>
                </a:path>
              </a:pathLst>
            </a:custGeom>
            <a:noFill/>
            <a:ln w="7866">
              <a:solidFill>
                <a:srgbClr val="7B8790"/>
              </a:solidFill>
              <a:prstDash val="solid"/>
            </a:ln>
          </p:spPr>
        </p:sp>
        <p:sp>
          <p:nvSpPr>
            <p:cNvPr id="45" name="text_044">
              <a:extLst>
                <a:ext uri="{FF2B5EF4-FFF2-40B4-BE49-F238E27FC236}">
                  <ns2:creationId id="{DA8893A5-95C0-4E33-AB6C-09F2F4A0A31E}"/>
                </a:ext>
              </a:extLst>
            </p:cNvPr>
            <p:cNvSpPr>
              <a:spLocks noGrp="1"/>
            </p:cNvSpPr>
            <p:nvPr/>
          </p:nvSpPr>
          <p:spPr>
            <a:xfrm rot="0">
              <a:off x="5703476" y="1857424"/>
              <a:ext cx="318970" cy="139943"/>
            </a:xfrm>
            <a:prstGeom prst="rect">
              <a:avLst/>
            </a:prstGeom>
            <a:noFill/>
            <a:ln w="0">
              <a:noFill/>
              <a:prstDash val="solid"/>
            </a:ln>
          </p:spPr>
          <p:txBody>
            <a:bodyPr wrap="none" lIns="0" tIns="0" rIns="0" bIns="0" anchor="t">
              <a:noAutofit/>
            </a:bodyPr>
            <a:lstStyle>
              <a:defPPr algn="r">
                <a:defRPr sz="1394" b="0">
                  <a:solidFill>
                    <a:srgbClr val="000000"/>
                  </a:solidFill>
                  <a:latin typeface="Arial"/>
                  <a:ea typeface="Arial"/>
                  <a:cs typeface="Arial"/>
                </a:defRPr>
              </a:defPPr>
              <a:lvl1pPr algn="r">
                <a:defRPr sz="1394" b="0">
                  <a:solidFill>
                    <a:srgbClr val="000000"/>
                  </a:solidFill>
                  <a:latin typeface="Arial"/>
                  <a:ea typeface="Arial"/>
                  <a:cs typeface="Arial"/>
                </a:defRPr>
              </a:lvl1pPr>
              <a:lvl2pPr algn="r">
                <a:defRPr sz="1394" b="0">
                  <a:solidFill>
                    <a:srgbClr val="000000"/>
                  </a:solidFill>
                  <a:latin typeface="Arial"/>
                  <a:ea typeface="Arial"/>
                  <a:cs typeface="Arial"/>
                </a:defRPr>
              </a:lvl2pPr>
              <a:lvl3pPr algn="r">
                <a:defRPr sz="1394" b="0">
                  <a:solidFill>
                    <a:srgbClr val="000000"/>
                  </a:solidFill>
                  <a:latin typeface="Arial"/>
                  <a:ea typeface="Arial"/>
                  <a:cs typeface="Arial"/>
                </a:defRPr>
              </a:lvl3pPr>
              <a:lvl4pPr algn="r">
                <a:defRPr sz="1394" b="0">
                  <a:solidFill>
                    <a:srgbClr val="000000"/>
                  </a:solidFill>
                  <a:latin typeface="Arial"/>
                  <a:ea typeface="Arial"/>
                  <a:cs typeface="Arial"/>
                </a:defRPr>
              </a:lvl4pPr>
              <a:lvl5pPr algn="r">
                <a:defRPr sz="1394" b="0">
                  <a:solidFill>
                    <a:srgbClr val="000000"/>
                  </a:solidFill>
                  <a:latin typeface="Arial"/>
                  <a:ea typeface="Arial"/>
                  <a:cs typeface="Arial"/>
                </a:defRPr>
              </a:lvl5pPr>
              <a:lvl6pPr algn="r">
                <a:defRPr sz="1394" b="0">
                  <a:solidFill>
                    <a:srgbClr val="000000"/>
                  </a:solidFill>
                  <a:latin typeface="Arial"/>
                  <a:ea typeface="Arial"/>
                  <a:cs typeface="Arial"/>
                </a:defRPr>
              </a:lvl6pPr>
              <a:lvl7pPr algn="r">
                <a:defRPr sz="1394" b="0">
                  <a:solidFill>
                    <a:srgbClr val="000000"/>
                  </a:solidFill>
                  <a:latin typeface="Arial"/>
                  <a:ea typeface="Arial"/>
                  <a:cs typeface="Arial"/>
                </a:defRPr>
              </a:lvl7pPr>
              <a:lvl8pPr algn="r">
                <a:defRPr sz="1394" b="0">
                  <a:solidFill>
                    <a:srgbClr val="000000"/>
                  </a:solidFill>
                  <a:latin typeface="Arial"/>
                  <a:ea typeface="Arial"/>
                  <a:cs typeface="Arial"/>
                </a:defRPr>
              </a:lvl8pPr>
              <a:lvl9pPr algn="r">
                <a:defRPr sz="1394" b="0">
                  <a:solidFill>
                    <a:srgbClr val="000000"/>
                  </a:solidFill>
                  <a:latin typeface="Arial"/>
                  <a:ea typeface="Arial"/>
                  <a:cs typeface="Arial"/>
                </a:defRPr>
              </a:lvl9pPr>
            </a:lstStyle>
            <a:p>
              <a:pPr algn="r">
                <a:defRPr sz="1394" b="0">
                  <a:solidFill>
                    <a:srgbClr val="000000"/>
                  </a:solidFill>
                  <a:latin typeface="Arial"/>
                  <a:ea typeface="Arial"/>
                  <a:cs typeface="Arial"/>
                </a:defRPr>
              </a:pPr>
              <a:r>
                <a:rPr sz="1394" b="0">
                  <a:solidFill>
                    <a:srgbClr val="000000"/>
                  </a:solidFill>
                  <a:latin typeface="Arial"/>
                  <a:ea typeface="Arial"/>
                  <a:cs typeface="Arial"/>
                </a:rPr>
                <a:t>0</a:t>
              </a:r>
            </a:p>
          </p:txBody>
        </p:sp>
        <p:sp>
          <p:nvSpPr>
            <p:cNvPr id="46" name="line_045">
              <a:extLst>
                <a:ext uri="{FF2B5EF4-FFF2-40B4-BE49-F238E27FC236}">
                  <ns2:creationId id="{7AE0F7E4-DD81-4C40-937E-F14C58E130D8}"/>
                </a:ext>
              </a:extLst>
            </p:cNvPr>
            <p:cNvSpPr>
              <a:spLocks noGrp="1"/>
            </p:cNvSpPr>
            <p:nvPr/>
          </p:nvSpPr>
          <p:spPr>
            <a:xfrm>
              <a:off x="6060722" y="1141808"/>
              <a:ext cx="51035" cy="63"/>
            </a:xfrm>
            <a:custGeom>
              <a:pathLst>
                <a:path w="38100" h="95">
                  <a:moveTo>
                    <a:pt x="0" y="0"/>
                  </a:moveTo>
                  <a:lnTo>
                    <a:pt x="38100" y="0"/>
                  </a:lnTo>
                </a:path>
              </a:pathLst>
            </a:custGeom>
            <a:noFill/>
            <a:ln w="7866">
              <a:solidFill>
                <a:srgbClr val="7B8790"/>
              </a:solidFill>
              <a:prstDash val="solid"/>
            </a:ln>
          </p:spPr>
        </p:sp>
        <p:sp>
          <p:nvSpPr>
            <p:cNvPr id="47" name="text_046">
              <a:extLst>
                <a:ext uri="{FF2B5EF4-FFF2-40B4-BE49-F238E27FC236}">
                  <ns2:creationId id="{41B9AD45-9B7A-4CE5-8D33-16A3F959631D}"/>
                </a:ext>
              </a:extLst>
            </p:cNvPr>
            <p:cNvSpPr>
              <a:spLocks noGrp="1"/>
            </p:cNvSpPr>
            <p:nvPr/>
          </p:nvSpPr>
          <p:spPr>
            <a:xfrm rot="0">
              <a:off x="5703476" y="1078197"/>
              <a:ext cx="318970" cy="139943"/>
            </a:xfrm>
            <a:prstGeom prst="rect">
              <a:avLst/>
            </a:prstGeom>
            <a:noFill/>
            <a:ln w="0">
              <a:noFill/>
              <a:prstDash val="solid"/>
            </a:ln>
          </p:spPr>
          <p:txBody>
            <a:bodyPr wrap="none" lIns="0" tIns="0" rIns="0" bIns="0" anchor="t">
              <a:noAutofit/>
            </a:bodyPr>
            <a:lstStyle>
              <a:defPPr algn="r">
                <a:defRPr sz="1394" b="0">
                  <a:solidFill>
                    <a:srgbClr val="000000"/>
                  </a:solidFill>
                  <a:latin typeface="Arial"/>
                  <a:ea typeface="Arial"/>
                  <a:cs typeface="Arial"/>
                </a:defRPr>
              </a:defPPr>
              <a:lvl1pPr algn="r">
                <a:defRPr sz="1394" b="0">
                  <a:solidFill>
                    <a:srgbClr val="000000"/>
                  </a:solidFill>
                  <a:latin typeface="Arial"/>
                  <a:ea typeface="Arial"/>
                  <a:cs typeface="Arial"/>
                </a:defRPr>
              </a:lvl1pPr>
              <a:lvl2pPr algn="r">
                <a:defRPr sz="1394" b="0">
                  <a:solidFill>
                    <a:srgbClr val="000000"/>
                  </a:solidFill>
                  <a:latin typeface="Arial"/>
                  <a:ea typeface="Arial"/>
                  <a:cs typeface="Arial"/>
                </a:defRPr>
              </a:lvl2pPr>
              <a:lvl3pPr algn="r">
                <a:defRPr sz="1394" b="0">
                  <a:solidFill>
                    <a:srgbClr val="000000"/>
                  </a:solidFill>
                  <a:latin typeface="Arial"/>
                  <a:ea typeface="Arial"/>
                  <a:cs typeface="Arial"/>
                </a:defRPr>
              </a:lvl3pPr>
              <a:lvl4pPr algn="r">
                <a:defRPr sz="1394" b="0">
                  <a:solidFill>
                    <a:srgbClr val="000000"/>
                  </a:solidFill>
                  <a:latin typeface="Arial"/>
                  <a:ea typeface="Arial"/>
                  <a:cs typeface="Arial"/>
                </a:defRPr>
              </a:lvl4pPr>
              <a:lvl5pPr algn="r">
                <a:defRPr sz="1394" b="0">
                  <a:solidFill>
                    <a:srgbClr val="000000"/>
                  </a:solidFill>
                  <a:latin typeface="Arial"/>
                  <a:ea typeface="Arial"/>
                  <a:cs typeface="Arial"/>
                </a:defRPr>
              </a:lvl5pPr>
              <a:lvl6pPr algn="r">
                <a:defRPr sz="1394" b="0">
                  <a:solidFill>
                    <a:srgbClr val="000000"/>
                  </a:solidFill>
                  <a:latin typeface="Arial"/>
                  <a:ea typeface="Arial"/>
                  <a:cs typeface="Arial"/>
                </a:defRPr>
              </a:lvl6pPr>
              <a:lvl7pPr algn="r">
                <a:defRPr sz="1394" b="0">
                  <a:solidFill>
                    <a:srgbClr val="000000"/>
                  </a:solidFill>
                  <a:latin typeface="Arial"/>
                  <a:ea typeface="Arial"/>
                  <a:cs typeface="Arial"/>
                </a:defRPr>
              </a:lvl7pPr>
              <a:lvl8pPr algn="r">
                <a:defRPr sz="1394" b="0">
                  <a:solidFill>
                    <a:srgbClr val="000000"/>
                  </a:solidFill>
                  <a:latin typeface="Arial"/>
                  <a:ea typeface="Arial"/>
                  <a:cs typeface="Arial"/>
                </a:defRPr>
              </a:lvl8pPr>
              <a:lvl9pPr algn="r">
                <a:defRPr sz="1394" b="0">
                  <a:solidFill>
                    <a:srgbClr val="000000"/>
                  </a:solidFill>
                  <a:latin typeface="Arial"/>
                  <a:ea typeface="Arial"/>
                  <a:cs typeface="Arial"/>
                </a:defRPr>
              </a:lvl9pPr>
            </a:lstStyle>
            <a:p>
              <a:pPr algn="r">
                <a:defRPr sz="1394" b="0">
                  <a:solidFill>
                    <a:srgbClr val="000000"/>
                  </a:solidFill>
                  <a:latin typeface="Arial"/>
                  <a:ea typeface="Arial"/>
                  <a:cs typeface="Arial"/>
                </a:defRPr>
              </a:pPr>
              <a:r>
                <a:rPr sz="1394" b="0">
                  <a:solidFill>
                    <a:srgbClr val="000000"/>
                  </a:solidFill>
                  <a:latin typeface="Arial"/>
                  <a:ea typeface="Arial"/>
                  <a:cs typeface="Arial"/>
                </a:rPr>
                <a:t>0.5</a:t>
              </a:r>
            </a:p>
          </p:txBody>
        </p:sp>
        <p:sp>
          <p:nvSpPr>
            <p:cNvPr id="48" name="line_047">
              <a:extLst>
                <a:ext uri="{FF2B5EF4-FFF2-40B4-BE49-F238E27FC236}">
                  <ns2:creationId id="{B7385921-282C-47E6-8F63-5FEDA79DBF5E}"/>
                </a:ext>
              </a:extLst>
            </p:cNvPr>
            <p:cNvSpPr>
              <a:spLocks noGrp="1"/>
            </p:cNvSpPr>
            <p:nvPr/>
          </p:nvSpPr>
          <p:spPr>
            <a:xfrm>
              <a:off x="6060722" y="362580"/>
              <a:ext cx="51035" cy="63"/>
            </a:xfrm>
            <a:custGeom>
              <a:pathLst>
                <a:path w="38100" h="95">
                  <a:moveTo>
                    <a:pt x="0" y="0"/>
                  </a:moveTo>
                  <a:lnTo>
                    <a:pt x="38100" y="0"/>
                  </a:lnTo>
                </a:path>
              </a:pathLst>
            </a:custGeom>
            <a:noFill/>
            <a:ln w="7866">
              <a:solidFill>
                <a:srgbClr val="7B8790"/>
              </a:solidFill>
              <a:prstDash val="solid"/>
            </a:ln>
          </p:spPr>
        </p:sp>
        <p:sp>
          <p:nvSpPr>
            <p:cNvPr id="49" name="text_048">
              <a:extLst>
                <a:ext uri="{FF2B5EF4-FFF2-40B4-BE49-F238E27FC236}">
                  <ns2:creationId id="{6FFFB2E4-5473-4195-A595-90004DF505C4}"/>
                </a:ext>
              </a:extLst>
            </p:cNvPr>
            <p:cNvSpPr>
              <a:spLocks noGrp="1"/>
            </p:cNvSpPr>
            <p:nvPr/>
          </p:nvSpPr>
          <p:spPr>
            <a:xfrm rot="0">
              <a:off x="5703476" y="298969"/>
              <a:ext cx="318970" cy="139943"/>
            </a:xfrm>
            <a:prstGeom prst="rect">
              <a:avLst/>
            </a:prstGeom>
            <a:noFill/>
            <a:ln w="0">
              <a:noFill/>
              <a:prstDash val="solid"/>
            </a:ln>
          </p:spPr>
          <p:txBody>
            <a:bodyPr wrap="none" lIns="0" tIns="0" rIns="0" bIns="0" anchor="t">
              <a:noAutofit/>
            </a:bodyPr>
            <a:lstStyle>
              <a:defPPr algn="r">
                <a:defRPr sz="1394" b="0">
                  <a:solidFill>
                    <a:srgbClr val="000000"/>
                  </a:solidFill>
                  <a:latin typeface="Arial"/>
                  <a:ea typeface="Arial"/>
                  <a:cs typeface="Arial"/>
                </a:defRPr>
              </a:defPPr>
              <a:lvl1pPr algn="r">
                <a:defRPr sz="1394" b="0">
                  <a:solidFill>
                    <a:srgbClr val="000000"/>
                  </a:solidFill>
                  <a:latin typeface="Arial"/>
                  <a:ea typeface="Arial"/>
                  <a:cs typeface="Arial"/>
                </a:defRPr>
              </a:lvl1pPr>
              <a:lvl2pPr algn="r">
                <a:defRPr sz="1394" b="0">
                  <a:solidFill>
                    <a:srgbClr val="000000"/>
                  </a:solidFill>
                  <a:latin typeface="Arial"/>
                  <a:ea typeface="Arial"/>
                  <a:cs typeface="Arial"/>
                </a:defRPr>
              </a:lvl2pPr>
              <a:lvl3pPr algn="r">
                <a:defRPr sz="1394" b="0">
                  <a:solidFill>
                    <a:srgbClr val="000000"/>
                  </a:solidFill>
                  <a:latin typeface="Arial"/>
                  <a:ea typeface="Arial"/>
                  <a:cs typeface="Arial"/>
                </a:defRPr>
              </a:lvl3pPr>
              <a:lvl4pPr algn="r">
                <a:defRPr sz="1394" b="0">
                  <a:solidFill>
                    <a:srgbClr val="000000"/>
                  </a:solidFill>
                  <a:latin typeface="Arial"/>
                  <a:ea typeface="Arial"/>
                  <a:cs typeface="Arial"/>
                </a:defRPr>
              </a:lvl4pPr>
              <a:lvl5pPr algn="r">
                <a:defRPr sz="1394" b="0">
                  <a:solidFill>
                    <a:srgbClr val="000000"/>
                  </a:solidFill>
                  <a:latin typeface="Arial"/>
                  <a:ea typeface="Arial"/>
                  <a:cs typeface="Arial"/>
                </a:defRPr>
              </a:lvl5pPr>
              <a:lvl6pPr algn="r">
                <a:defRPr sz="1394" b="0">
                  <a:solidFill>
                    <a:srgbClr val="000000"/>
                  </a:solidFill>
                  <a:latin typeface="Arial"/>
                  <a:ea typeface="Arial"/>
                  <a:cs typeface="Arial"/>
                </a:defRPr>
              </a:lvl6pPr>
              <a:lvl7pPr algn="r">
                <a:defRPr sz="1394" b="0">
                  <a:solidFill>
                    <a:srgbClr val="000000"/>
                  </a:solidFill>
                  <a:latin typeface="Arial"/>
                  <a:ea typeface="Arial"/>
                  <a:cs typeface="Arial"/>
                </a:defRPr>
              </a:lvl7pPr>
              <a:lvl8pPr algn="r">
                <a:defRPr sz="1394" b="0">
                  <a:solidFill>
                    <a:srgbClr val="000000"/>
                  </a:solidFill>
                  <a:latin typeface="Arial"/>
                  <a:ea typeface="Arial"/>
                  <a:cs typeface="Arial"/>
                </a:defRPr>
              </a:lvl8pPr>
              <a:lvl9pPr algn="r">
                <a:defRPr sz="1394" b="0">
                  <a:solidFill>
                    <a:srgbClr val="000000"/>
                  </a:solidFill>
                  <a:latin typeface="Arial"/>
                  <a:ea typeface="Arial"/>
                  <a:cs typeface="Arial"/>
                </a:defRPr>
              </a:lvl9pPr>
            </a:lstStyle>
            <a:p>
              <a:pPr algn="r">
                <a:defRPr sz="1394" b="0">
                  <a:solidFill>
                    <a:srgbClr val="000000"/>
                  </a:solidFill>
                  <a:latin typeface="Arial"/>
                  <a:ea typeface="Arial"/>
                  <a:cs typeface="Arial"/>
                </a:defRPr>
              </a:pPr>
              <a:r>
                <a:rPr sz="1394" b="0">
                  <a:solidFill>
                    <a:srgbClr val="000000"/>
                  </a:solidFill>
                  <a:latin typeface="Arial"/>
                  <a:ea typeface="Arial"/>
                  <a:cs typeface="Arial"/>
                </a:rPr>
                <a:t>1</a:t>
              </a:r>
            </a:p>
          </p:txBody>
        </p:sp>
        <p:sp>
          <p:nvSpPr>
            <p:cNvPr id="50" name="line_049">
              <a:extLst>
                <a:ext uri="{FF2B5EF4-FFF2-40B4-BE49-F238E27FC236}">
                  <ns2:creationId id="{6E4DC7FE-966F-43F1-8C20-688ED754606C}"/>
                </a:ext>
              </a:extLst>
            </p:cNvPr>
            <p:cNvSpPr>
              <a:spLocks noGrp="1"/>
            </p:cNvSpPr>
            <p:nvPr/>
          </p:nvSpPr>
          <p:spPr>
            <a:xfrm>
              <a:off x="6214132" y="1921035"/>
              <a:ext cx="127" cy="25444"/>
            </a:xfrm>
            <a:custGeom>
              <a:pathLst>
                <a:path w="95" h="38100">
                  <a:moveTo>
                    <a:pt x="0" y="0"/>
                  </a:moveTo>
                  <a:lnTo>
                    <a:pt x="0" y="38100"/>
                  </a:lnTo>
                </a:path>
              </a:pathLst>
            </a:custGeom>
            <a:noFill/>
            <a:ln w="7866">
              <a:solidFill>
                <a:srgbClr val="7B8790"/>
              </a:solidFill>
              <a:prstDash val="solid"/>
            </a:ln>
          </p:spPr>
        </p:sp>
        <p:sp>
          <p:nvSpPr>
            <p:cNvPr id="51" name="text_050">
              <a:extLst>
                <a:ext uri="{FF2B5EF4-FFF2-40B4-BE49-F238E27FC236}">
                  <ns2:creationId id="{9FD13F13-45FF-496D-A5A6-3AD7FFED5666}"/>
                </a:ext>
              </a:extLst>
            </p:cNvPr>
            <p:cNvSpPr>
              <a:spLocks noGrp="1"/>
            </p:cNvSpPr>
            <p:nvPr/>
          </p:nvSpPr>
          <p:spPr>
            <a:xfrm rot="0">
              <a:off x="5958956" y="1959202"/>
              <a:ext cx="510352" cy="139943"/>
            </a:xfrm>
            <a:prstGeom prst="rect">
              <a:avLst/>
            </a:prstGeom>
            <a:noFill/>
            <a:ln w="0">
              <a:noFill/>
              <a:prstDash val="solid"/>
            </a:ln>
          </p:spPr>
          <p:txBody>
            <a:bodyPr wrap="none" lIns="0" tIns="0" rIns="0" bIns="0" anchor="t">
              <a:noAutofit/>
            </a:bodyPr>
            <a:lstStyle>
              <a:defPPr algn="ctr">
                <a:defRPr sz="1394" b="0">
                  <a:solidFill>
                    <a:srgbClr val="000000"/>
                  </a:solidFill>
                  <a:latin typeface="Arial"/>
                  <a:ea typeface="Arial"/>
                  <a:cs typeface="Arial"/>
                </a:defRPr>
              </a:defPPr>
              <a:lvl1pPr algn="ctr">
                <a:defRPr sz="1394" b="0">
                  <a:solidFill>
                    <a:srgbClr val="000000"/>
                  </a:solidFill>
                  <a:latin typeface="Arial"/>
                  <a:ea typeface="Arial"/>
                  <a:cs typeface="Arial"/>
                </a:defRPr>
              </a:lvl1pPr>
              <a:lvl2pPr algn="ctr">
                <a:defRPr sz="1394" b="0">
                  <a:solidFill>
                    <a:srgbClr val="000000"/>
                  </a:solidFill>
                  <a:latin typeface="Arial"/>
                  <a:ea typeface="Arial"/>
                  <a:cs typeface="Arial"/>
                </a:defRPr>
              </a:lvl2pPr>
              <a:lvl3pPr algn="ctr">
                <a:defRPr sz="1394" b="0">
                  <a:solidFill>
                    <a:srgbClr val="000000"/>
                  </a:solidFill>
                  <a:latin typeface="Arial"/>
                  <a:ea typeface="Arial"/>
                  <a:cs typeface="Arial"/>
                </a:defRPr>
              </a:lvl3pPr>
              <a:lvl4pPr algn="ctr">
                <a:defRPr sz="1394" b="0">
                  <a:solidFill>
                    <a:srgbClr val="000000"/>
                  </a:solidFill>
                  <a:latin typeface="Arial"/>
                  <a:ea typeface="Arial"/>
                  <a:cs typeface="Arial"/>
                </a:defRPr>
              </a:lvl4pPr>
              <a:lvl5pPr algn="ctr">
                <a:defRPr sz="1394" b="0">
                  <a:solidFill>
                    <a:srgbClr val="000000"/>
                  </a:solidFill>
                  <a:latin typeface="Arial"/>
                  <a:ea typeface="Arial"/>
                  <a:cs typeface="Arial"/>
                </a:defRPr>
              </a:lvl5pPr>
              <a:lvl6pPr algn="ctr">
                <a:defRPr sz="1394" b="0">
                  <a:solidFill>
                    <a:srgbClr val="000000"/>
                  </a:solidFill>
                  <a:latin typeface="Arial"/>
                  <a:ea typeface="Arial"/>
                  <a:cs typeface="Arial"/>
                </a:defRPr>
              </a:lvl6pPr>
              <a:lvl7pPr algn="ctr">
                <a:defRPr sz="1394" b="0">
                  <a:solidFill>
                    <a:srgbClr val="000000"/>
                  </a:solidFill>
                  <a:latin typeface="Arial"/>
                  <a:ea typeface="Arial"/>
                  <a:cs typeface="Arial"/>
                </a:defRPr>
              </a:lvl7pPr>
              <a:lvl8pPr algn="ctr">
                <a:defRPr sz="1394" b="0">
                  <a:solidFill>
                    <a:srgbClr val="000000"/>
                  </a:solidFill>
                  <a:latin typeface="Arial"/>
                  <a:ea typeface="Arial"/>
                  <a:cs typeface="Arial"/>
                </a:defRPr>
              </a:lvl8pPr>
              <a:lvl9pPr algn="ctr">
                <a:defRPr sz="1394" b="0">
                  <a:solidFill>
                    <a:srgbClr val="000000"/>
                  </a:solidFill>
                  <a:latin typeface="Arial"/>
                  <a:ea typeface="Arial"/>
                  <a:cs typeface="Arial"/>
                </a:defRPr>
              </a:lvl9pPr>
            </a:lstStyle>
            <a:p>
              <a:pPr algn="ctr">
                <a:defRPr sz="1394" b="0">
                  <a:solidFill>
                    <a:srgbClr val="000000"/>
                  </a:solidFill>
                  <a:latin typeface="Arial"/>
                  <a:ea typeface="Arial"/>
                  <a:cs typeface="Arial"/>
                </a:defRPr>
              </a:pPr>
              <a:r>
                <a:rPr sz="1394" b="0">
                  <a:solidFill>
                    <a:srgbClr val="000000"/>
                  </a:solidFill>
                  <a:latin typeface="Arial"/>
                  <a:ea typeface="Arial"/>
                  <a:cs typeface="Arial"/>
                </a:rPr>
                <a:t>-2</a:t>
              </a:r>
            </a:p>
          </p:txBody>
        </p:sp>
        <p:sp>
          <p:nvSpPr>
            <p:cNvPr id="52" name="line_051">
              <a:extLst>
                <a:ext uri="{FF2B5EF4-FFF2-40B4-BE49-F238E27FC236}">
                  <ns2:creationId id="{F013F8F1-402C-4BB0-86DE-003CA54824C1}"/>
                </a:ext>
              </a:extLst>
            </p:cNvPr>
            <p:cNvSpPr>
              <a:spLocks noGrp="1"/>
            </p:cNvSpPr>
            <p:nvPr/>
          </p:nvSpPr>
          <p:spPr>
            <a:xfrm>
              <a:off x="7237873" y="1921035"/>
              <a:ext cx="127" cy="25444"/>
            </a:xfrm>
            <a:custGeom>
              <a:pathLst>
                <a:path w="95" h="38100">
                  <a:moveTo>
                    <a:pt x="0" y="0"/>
                  </a:moveTo>
                  <a:lnTo>
                    <a:pt x="0" y="38100"/>
                  </a:lnTo>
                </a:path>
              </a:pathLst>
            </a:custGeom>
            <a:noFill/>
            <a:ln w="7866">
              <a:solidFill>
                <a:srgbClr val="7B8790"/>
              </a:solidFill>
              <a:prstDash val="solid"/>
            </a:ln>
          </p:spPr>
        </p:sp>
        <p:sp>
          <p:nvSpPr>
            <p:cNvPr id="53" name="text_052">
              <a:extLst>
                <a:ext uri="{FF2B5EF4-FFF2-40B4-BE49-F238E27FC236}">
                  <ns2:creationId id="{B098B61F-28E7-4819-BED9-D9093C1E677C}"/>
                </a:ext>
              </a:extLst>
            </p:cNvPr>
            <p:cNvSpPr>
              <a:spLocks noGrp="1"/>
            </p:cNvSpPr>
            <p:nvPr/>
          </p:nvSpPr>
          <p:spPr>
            <a:xfrm rot="0">
              <a:off x="6982698" y="1959202"/>
              <a:ext cx="510352" cy="139943"/>
            </a:xfrm>
            <a:prstGeom prst="rect">
              <a:avLst/>
            </a:prstGeom>
            <a:noFill/>
            <a:ln w="0">
              <a:noFill/>
              <a:prstDash val="solid"/>
            </a:ln>
          </p:spPr>
          <p:txBody>
            <a:bodyPr wrap="none" lIns="0" tIns="0" rIns="0" bIns="0" anchor="t">
              <a:noAutofit/>
            </a:bodyPr>
            <a:lstStyle>
              <a:defPPr algn="ctr">
                <a:defRPr sz="1394" b="0">
                  <a:solidFill>
                    <a:srgbClr val="000000"/>
                  </a:solidFill>
                  <a:latin typeface="Arial"/>
                  <a:ea typeface="Arial"/>
                  <a:cs typeface="Arial"/>
                </a:defRPr>
              </a:defPPr>
              <a:lvl1pPr algn="ctr">
                <a:defRPr sz="1394" b="0">
                  <a:solidFill>
                    <a:srgbClr val="000000"/>
                  </a:solidFill>
                  <a:latin typeface="Arial"/>
                  <a:ea typeface="Arial"/>
                  <a:cs typeface="Arial"/>
                </a:defRPr>
              </a:lvl1pPr>
              <a:lvl2pPr algn="ctr">
                <a:defRPr sz="1394" b="0">
                  <a:solidFill>
                    <a:srgbClr val="000000"/>
                  </a:solidFill>
                  <a:latin typeface="Arial"/>
                  <a:ea typeface="Arial"/>
                  <a:cs typeface="Arial"/>
                </a:defRPr>
              </a:lvl2pPr>
              <a:lvl3pPr algn="ctr">
                <a:defRPr sz="1394" b="0">
                  <a:solidFill>
                    <a:srgbClr val="000000"/>
                  </a:solidFill>
                  <a:latin typeface="Arial"/>
                  <a:ea typeface="Arial"/>
                  <a:cs typeface="Arial"/>
                </a:defRPr>
              </a:lvl3pPr>
              <a:lvl4pPr algn="ctr">
                <a:defRPr sz="1394" b="0">
                  <a:solidFill>
                    <a:srgbClr val="000000"/>
                  </a:solidFill>
                  <a:latin typeface="Arial"/>
                  <a:ea typeface="Arial"/>
                  <a:cs typeface="Arial"/>
                </a:defRPr>
              </a:lvl4pPr>
              <a:lvl5pPr algn="ctr">
                <a:defRPr sz="1394" b="0">
                  <a:solidFill>
                    <a:srgbClr val="000000"/>
                  </a:solidFill>
                  <a:latin typeface="Arial"/>
                  <a:ea typeface="Arial"/>
                  <a:cs typeface="Arial"/>
                </a:defRPr>
              </a:lvl5pPr>
              <a:lvl6pPr algn="ctr">
                <a:defRPr sz="1394" b="0">
                  <a:solidFill>
                    <a:srgbClr val="000000"/>
                  </a:solidFill>
                  <a:latin typeface="Arial"/>
                  <a:ea typeface="Arial"/>
                  <a:cs typeface="Arial"/>
                </a:defRPr>
              </a:lvl6pPr>
              <a:lvl7pPr algn="ctr">
                <a:defRPr sz="1394" b="0">
                  <a:solidFill>
                    <a:srgbClr val="000000"/>
                  </a:solidFill>
                  <a:latin typeface="Arial"/>
                  <a:ea typeface="Arial"/>
                  <a:cs typeface="Arial"/>
                </a:defRPr>
              </a:lvl7pPr>
              <a:lvl8pPr algn="ctr">
                <a:defRPr sz="1394" b="0">
                  <a:solidFill>
                    <a:srgbClr val="000000"/>
                  </a:solidFill>
                  <a:latin typeface="Arial"/>
                  <a:ea typeface="Arial"/>
                  <a:cs typeface="Arial"/>
                </a:defRPr>
              </a:lvl8pPr>
              <a:lvl9pPr algn="ctr">
                <a:defRPr sz="1394" b="0">
                  <a:solidFill>
                    <a:srgbClr val="000000"/>
                  </a:solidFill>
                  <a:latin typeface="Arial"/>
                  <a:ea typeface="Arial"/>
                  <a:cs typeface="Arial"/>
                </a:defRPr>
              </a:lvl9pPr>
            </a:lstStyle>
            <a:p>
              <a:pPr algn="ctr">
                <a:defRPr sz="1394" b="0">
                  <a:solidFill>
                    <a:srgbClr val="000000"/>
                  </a:solidFill>
                  <a:latin typeface="Arial"/>
                  <a:ea typeface="Arial"/>
                  <a:cs typeface="Arial"/>
                </a:defRPr>
              </a:pPr>
              <a:r>
                <a:rPr sz="1394" b="0">
                  <a:solidFill>
                    <a:srgbClr val="000000"/>
                  </a:solidFill>
                  <a:latin typeface="Arial"/>
                  <a:ea typeface="Arial"/>
                  <a:cs typeface="Arial"/>
                </a:rPr>
                <a:t>-1</a:t>
              </a:r>
            </a:p>
          </p:txBody>
        </p:sp>
        <p:sp>
          <p:nvSpPr>
            <p:cNvPr id="54" name="line_053">
              <a:extLst>
                <a:ext uri="{FF2B5EF4-FFF2-40B4-BE49-F238E27FC236}">
                  <ns2:creationId id="{E94B1503-D08B-422E-A933-C72F1BE9E5C8}"/>
                </a:ext>
              </a:extLst>
            </p:cNvPr>
            <p:cNvSpPr>
              <a:spLocks noGrp="1"/>
            </p:cNvSpPr>
            <p:nvPr/>
          </p:nvSpPr>
          <p:spPr>
            <a:xfrm>
              <a:off x="8261615" y="1921035"/>
              <a:ext cx="127" cy="25444"/>
            </a:xfrm>
            <a:custGeom>
              <a:pathLst>
                <a:path w="95" h="38100">
                  <a:moveTo>
                    <a:pt x="0" y="0"/>
                  </a:moveTo>
                  <a:lnTo>
                    <a:pt x="0" y="38100"/>
                  </a:lnTo>
                </a:path>
              </a:pathLst>
            </a:custGeom>
            <a:noFill/>
            <a:ln w="7866">
              <a:solidFill>
                <a:srgbClr val="7B8790"/>
              </a:solidFill>
              <a:prstDash val="solid"/>
            </a:ln>
          </p:spPr>
        </p:sp>
        <p:sp>
          <p:nvSpPr>
            <p:cNvPr id="55" name="text_054">
              <a:extLst>
                <a:ext uri="{FF2B5EF4-FFF2-40B4-BE49-F238E27FC236}">
                  <ns2:creationId id="{555E992E-50A6-407E-A6F1-E80DEC911201}"/>
                </a:ext>
              </a:extLst>
            </p:cNvPr>
            <p:cNvSpPr>
              <a:spLocks noGrp="1"/>
            </p:cNvSpPr>
            <p:nvPr/>
          </p:nvSpPr>
          <p:spPr>
            <a:xfrm rot="0">
              <a:off x="8006439" y="1959202"/>
              <a:ext cx="510352" cy="139943"/>
            </a:xfrm>
            <a:prstGeom prst="rect">
              <a:avLst/>
            </a:prstGeom>
            <a:noFill/>
            <a:ln w="0">
              <a:noFill/>
              <a:prstDash val="solid"/>
            </a:ln>
          </p:spPr>
          <p:txBody>
            <a:bodyPr wrap="none" lIns="0" tIns="0" rIns="0" bIns="0" anchor="t">
              <a:noAutofit/>
            </a:bodyPr>
            <a:lstStyle>
              <a:defPPr algn="ctr">
                <a:defRPr sz="1394" b="0">
                  <a:solidFill>
                    <a:srgbClr val="000000"/>
                  </a:solidFill>
                  <a:latin typeface="Arial"/>
                  <a:ea typeface="Arial"/>
                  <a:cs typeface="Arial"/>
                </a:defRPr>
              </a:defPPr>
              <a:lvl1pPr algn="ctr">
                <a:defRPr sz="1394" b="0">
                  <a:solidFill>
                    <a:srgbClr val="000000"/>
                  </a:solidFill>
                  <a:latin typeface="Arial"/>
                  <a:ea typeface="Arial"/>
                  <a:cs typeface="Arial"/>
                </a:defRPr>
              </a:lvl1pPr>
              <a:lvl2pPr algn="ctr">
                <a:defRPr sz="1394" b="0">
                  <a:solidFill>
                    <a:srgbClr val="000000"/>
                  </a:solidFill>
                  <a:latin typeface="Arial"/>
                  <a:ea typeface="Arial"/>
                  <a:cs typeface="Arial"/>
                </a:defRPr>
              </a:lvl2pPr>
              <a:lvl3pPr algn="ctr">
                <a:defRPr sz="1394" b="0">
                  <a:solidFill>
                    <a:srgbClr val="000000"/>
                  </a:solidFill>
                  <a:latin typeface="Arial"/>
                  <a:ea typeface="Arial"/>
                  <a:cs typeface="Arial"/>
                </a:defRPr>
              </a:lvl3pPr>
              <a:lvl4pPr algn="ctr">
                <a:defRPr sz="1394" b="0">
                  <a:solidFill>
                    <a:srgbClr val="000000"/>
                  </a:solidFill>
                  <a:latin typeface="Arial"/>
                  <a:ea typeface="Arial"/>
                  <a:cs typeface="Arial"/>
                </a:defRPr>
              </a:lvl4pPr>
              <a:lvl5pPr algn="ctr">
                <a:defRPr sz="1394" b="0">
                  <a:solidFill>
                    <a:srgbClr val="000000"/>
                  </a:solidFill>
                  <a:latin typeface="Arial"/>
                  <a:ea typeface="Arial"/>
                  <a:cs typeface="Arial"/>
                </a:defRPr>
              </a:lvl5pPr>
              <a:lvl6pPr algn="ctr">
                <a:defRPr sz="1394" b="0">
                  <a:solidFill>
                    <a:srgbClr val="000000"/>
                  </a:solidFill>
                  <a:latin typeface="Arial"/>
                  <a:ea typeface="Arial"/>
                  <a:cs typeface="Arial"/>
                </a:defRPr>
              </a:lvl6pPr>
              <a:lvl7pPr algn="ctr">
                <a:defRPr sz="1394" b="0">
                  <a:solidFill>
                    <a:srgbClr val="000000"/>
                  </a:solidFill>
                  <a:latin typeface="Arial"/>
                  <a:ea typeface="Arial"/>
                  <a:cs typeface="Arial"/>
                </a:defRPr>
              </a:lvl7pPr>
              <a:lvl8pPr algn="ctr">
                <a:defRPr sz="1394" b="0">
                  <a:solidFill>
                    <a:srgbClr val="000000"/>
                  </a:solidFill>
                  <a:latin typeface="Arial"/>
                  <a:ea typeface="Arial"/>
                  <a:cs typeface="Arial"/>
                </a:defRPr>
              </a:lvl8pPr>
              <a:lvl9pPr algn="ctr">
                <a:defRPr sz="1394" b="0">
                  <a:solidFill>
                    <a:srgbClr val="000000"/>
                  </a:solidFill>
                  <a:latin typeface="Arial"/>
                  <a:ea typeface="Arial"/>
                  <a:cs typeface="Arial"/>
                </a:defRPr>
              </a:lvl9pPr>
            </a:lstStyle>
            <a:p>
              <a:pPr algn="ctr">
                <a:defRPr sz="1394" b="0">
                  <a:solidFill>
                    <a:srgbClr val="000000"/>
                  </a:solidFill>
                  <a:latin typeface="Arial"/>
                  <a:ea typeface="Arial"/>
                  <a:cs typeface="Arial"/>
                </a:defRPr>
              </a:pPr>
              <a:r>
                <a:rPr sz="1394" b="0">
                  <a:solidFill>
                    <a:srgbClr val="000000"/>
                  </a:solidFill>
                  <a:latin typeface="Arial"/>
                  <a:ea typeface="Arial"/>
                  <a:cs typeface="Arial"/>
                </a:rPr>
                <a:t>0</a:t>
              </a:r>
            </a:p>
          </p:txBody>
        </p:sp>
        <p:sp>
          <p:nvSpPr>
            <p:cNvPr id="56" name="line_055">
              <a:extLst>
                <a:ext uri="{FF2B5EF4-FFF2-40B4-BE49-F238E27FC236}">
                  <ns2:creationId id="{71C6774E-C907-4CCF-825C-638FDCF0315E}"/>
                </a:ext>
              </a:extLst>
            </p:cNvPr>
            <p:cNvSpPr>
              <a:spLocks noGrp="1"/>
            </p:cNvSpPr>
            <p:nvPr/>
          </p:nvSpPr>
          <p:spPr>
            <a:xfrm>
              <a:off x="9285356" y="1921035"/>
              <a:ext cx="127" cy="25444"/>
            </a:xfrm>
            <a:custGeom>
              <a:pathLst>
                <a:path w="95" h="38100">
                  <a:moveTo>
                    <a:pt x="0" y="0"/>
                  </a:moveTo>
                  <a:lnTo>
                    <a:pt x="0" y="38100"/>
                  </a:lnTo>
                </a:path>
              </a:pathLst>
            </a:custGeom>
            <a:noFill/>
            <a:ln w="7866">
              <a:solidFill>
                <a:srgbClr val="7B8790"/>
              </a:solidFill>
              <a:prstDash val="solid"/>
            </a:ln>
          </p:spPr>
        </p:sp>
        <p:sp>
          <p:nvSpPr>
            <p:cNvPr id="57" name="text_056">
              <a:extLst>
                <a:ext uri="{FF2B5EF4-FFF2-40B4-BE49-F238E27FC236}">
                  <ns2:creationId id="{CB23701C-E65F-4550-AE50-78694E5B389A}"/>
                </a:ext>
              </a:extLst>
            </p:cNvPr>
            <p:cNvSpPr>
              <a:spLocks noGrp="1"/>
            </p:cNvSpPr>
            <p:nvPr/>
          </p:nvSpPr>
          <p:spPr>
            <a:xfrm rot="0">
              <a:off x="9030180" y="1959202"/>
              <a:ext cx="510352" cy="139943"/>
            </a:xfrm>
            <a:prstGeom prst="rect">
              <a:avLst/>
            </a:prstGeom>
            <a:noFill/>
            <a:ln w="0">
              <a:noFill/>
              <a:prstDash val="solid"/>
            </a:ln>
          </p:spPr>
          <p:txBody>
            <a:bodyPr wrap="none" lIns="0" tIns="0" rIns="0" bIns="0" anchor="t">
              <a:noAutofit/>
            </a:bodyPr>
            <a:lstStyle>
              <a:defPPr algn="ctr">
                <a:defRPr sz="1394" b="0">
                  <a:solidFill>
                    <a:srgbClr val="000000"/>
                  </a:solidFill>
                  <a:latin typeface="Arial"/>
                  <a:ea typeface="Arial"/>
                  <a:cs typeface="Arial"/>
                </a:defRPr>
              </a:defPPr>
              <a:lvl1pPr algn="ctr">
                <a:defRPr sz="1394" b="0">
                  <a:solidFill>
                    <a:srgbClr val="000000"/>
                  </a:solidFill>
                  <a:latin typeface="Arial"/>
                  <a:ea typeface="Arial"/>
                  <a:cs typeface="Arial"/>
                </a:defRPr>
              </a:lvl1pPr>
              <a:lvl2pPr algn="ctr">
                <a:defRPr sz="1394" b="0">
                  <a:solidFill>
                    <a:srgbClr val="000000"/>
                  </a:solidFill>
                  <a:latin typeface="Arial"/>
                  <a:ea typeface="Arial"/>
                  <a:cs typeface="Arial"/>
                </a:defRPr>
              </a:lvl2pPr>
              <a:lvl3pPr algn="ctr">
                <a:defRPr sz="1394" b="0">
                  <a:solidFill>
                    <a:srgbClr val="000000"/>
                  </a:solidFill>
                  <a:latin typeface="Arial"/>
                  <a:ea typeface="Arial"/>
                  <a:cs typeface="Arial"/>
                </a:defRPr>
              </a:lvl3pPr>
              <a:lvl4pPr algn="ctr">
                <a:defRPr sz="1394" b="0">
                  <a:solidFill>
                    <a:srgbClr val="000000"/>
                  </a:solidFill>
                  <a:latin typeface="Arial"/>
                  <a:ea typeface="Arial"/>
                  <a:cs typeface="Arial"/>
                </a:defRPr>
              </a:lvl4pPr>
              <a:lvl5pPr algn="ctr">
                <a:defRPr sz="1394" b="0">
                  <a:solidFill>
                    <a:srgbClr val="000000"/>
                  </a:solidFill>
                  <a:latin typeface="Arial"/>
                  <a:ea typeface="Arial"/>
                  <a:cs typeface="Arial"/>
                </a:defRPr>
              </a:lvl5pPr>
              <a:lvl6pPr algn="ctr">
                <a:defRPr sz="1394" b="0">
                  <a:solidFill>
                    <a:srgbClr val="000000"/>
                  </a:solidFill>
                  <a:latin typeface="Arial"/>
                  <a:ea typeface="Arial"/>
                  <a:cs typeface="Arial"/>
                </a:defRPr>
              </a:lvl6pPr>
              <a:lvl7pPr algn="ctr">
                <a:defRPr sz="1394" b="0">
                  <a:solidFill>
                    <a:srgbClr val="000000"/>
                  </a:solidFill>
                  <a:latin typeface="Arial"/>
                  <a:ea typeface="Arial"/>
                  <a:cs typeface="Arial"/>
                </a:defRPr>
              </a:lvl7pPr>
              <a:lvl8pPr algn="ctr">
                <a:defRPr sz="1394" b="0">
                  <a:solidFill>
                    <a:srgbClr val="000000"/>
                  </a:solidFill>
                  <a:latin typeface="Arial"/>
                  <a:ea typeface="Arial"/>
                  <a:cs typeface="Arial"/>
                </a:defRPr>
              </a:lvl8pPr>
              <a:lvl9pPr algn="ctr">
                <a:defRPr sz="1394" b="0">
                  <a:solidFill>
                    <a:srgbClr val="000000"/>
                  </a:solidFill>
                  <a:latin typeface="Arial"/>
                  <a:ea typeface="Arial"/>
                  <a:cs typeface="Arial"/>
                </a:defRPr>
              </a:lvl9pPr>
            </a:lstStyle>
            <a:p>
              <a:pPr algn="ctr">
                <a:defRPr sz="1394" b="0">
                  <a:solidFill>
                    <a:srgbClr val="000000"/>
                  </a:solidFill>
                  <a:latin typeface="Arial"/>
                  <a:ea typeface="Arial"/>
                  <a:cs typeface="Arial"/>
                </a:defRPr>
              </a:pPr>
              <a:r>
                <a:rPr sz="1394" b="0">
                  <a:solidFill>
                    <a:srgbClr val="000000"/>
                  </a:solidFill>
                  <a:latin typeface="Arial"/>
                  <a:ea typeface="Arial"/>
                  <a:cs typeface="Arial"/>
                </a:rPr>
                <a:t>1</a:t>
              </a:r>
            </a:p>
          </p:txBody>
        </p:sp>
        <p:sp>
          <p:nvSpPr>
            <p:cNvPr id="58" name="line_057">
              <a:extLst>
                <a:ext uri="{FF2B5EF4-FFF2-40B4-BE49-F238E27FC236}">
                  <ns2:creationId id="{9FF01D34-BFB7-4C3D-8515-174898354709}"/>
                </a:ext>
              </a:extLst>
            </p:cNvPr>
            <p:cNvSpPr>
              <a:spLocks noGrp="1"/>
            </p:cNvSpPr>
            <p:nvPr/>
          </p:nvSpPr>
          <p:spPr>
            <a:xfrm>
              <a:off x="10309097" y="1921035"/>
              <a:ext cx="127" cy="25444"/>
            </a:xfrm>
            <a:custGeom>
              <a:pathLst>
                <a:path w="95" h="38100">
                  <a:moveTo>
                    <a:pt x="0" y="0"/>
                  </a:moveTo>
                  <a:lnTo>
                    <a:pt x="0" y="38100"/>
                  </a:lnTo>
                </a:path>
              </a:pathLst>
            </a:custGeom>
            <a:noFill/>
            <a:ln w="7866">
              <a:solidFill>
                <a:srgbClr val="7B8790"/>
              </a:solidFill>
              <a:prstDash val="solid"/>
            </a:ln>
          </p:spPr>
        </p:sp>
        <p:sp>
          <p:nvSpPr>
            <p:cNvPr id="59" name="text_058">
              <a:extLst>
                <a:ext uri="{FF2B5EF4-FFF2-40B4-BE49-F238E27FC236}">
                  <ns2:creationId id="{74FD5164-A937-48C9-A634-7A9A3F43B374}"/>
                </a:ext>
              </a:extLst>
            </p:cNvPr>
            <p:cNvSpPr>
              <a:spLocks noGrp="1"/>
            </p:cNvSpPr>
            <p:nvPr/>
          </p:nvSpPr>
          <p:spPr>
            <a:xfrm rot="0">
              <a:off x="10053922" y="1959202"/>
              <a:ext cx="510352" cy="139943"/>
            </a:xfrm>
            <a:prstGeom prst="rect">
              <a:avLst/>
            </a:prstGeom>
            <a:noFill/>
            <a:ln w="0">
              <a:noFill/>
              <a:prstDash val="solid"/>
            </a:ln>
          </p:spPr>
          <p:txBody>
            <a:bodyPr wrap="none" lIns="0" tIns="0" rIns="0" bIns="0" anchor="t">
              <a:noAutofit/>
            </a:bodyPr>
            <a:lstStyle>
              <a:defPPr algn="ctr">
                <a:defRPr sz="1394" b="0">
                  <a:solidFill>
                    <a:srgbClr val="000000"/>
                  </a:solidFill>
                  <a:latin typeface="Arial"/>
                  <a:ea typeface="Arial"/>
                  <a:cs typeface="Arial"/>
                </a:defRPr>
              </a:defPPr>
              <a:lvl1pPr algn="ctr">
                <a:defRPr sz="1394" b="0">
                  <a:solidFill>
                    <a:srgbClr val="000000"/>
                  </a:solidFill>
                  <a:latin typeface="Arial"/>
                  <a:ea typeface="Arial"/>
                  <a:cs typeface="Arial"/>
                </a:defRPr>
              </a:lvl1pPr>
              <a:lvl2pPr algn="ctr">
                <a:defRPr sz="1394" b="0">
                  <a:solidFill>
                    <a:srgbClr val="000000"/>
                  </a:solidFill>
                  <a:latin typeface="Arial"/>
                  <a:ea typeface="Arial"/>
                  <a:cs typeface="Arial"/>
                </a:defRPr>
              </a:lvl2pPr>
              <a:lvl3pPr algn="ctr">
                <a:defRPr sz="1394" b="0">
                  <a:solidFill>
                    <a:srgbClr val="000000"/>
                  </a:solidFill>
                  <a:latin typeface="Arial"/>
                  <a:ea typeface="Arial"/>
                  <a:cs typeface="Arial"/>
                </a:defRPr>
              </a:lvl3pPr>
              <a:lvl4pPr algn="ctr">
                <a:defRPr sz="1394" b="0">
                  <a:solidFill>
                    <a:srgbClr val="000000"/>
                  </a:solidFill>
                  <a:latin typeface="Arial"/>
                  <a:ea typeface="Arial"/>
                  <a:cs typeface="Arial"/>
                </a:defRPr>
              </a:lvl4pPr>
              <a:lvl5pPr algn="ctr">
                <a:defRPr sz="1394" b="0">
                  <a:solidFill>
                    <a:srgbClr val="000000"/>
                  </a:solidFill>
                  <a:latin typeface="Arial"/>
                  <a:ea typeface="Arial"/>
                  <a:cs typeface="Arial"/>
                </a:defRPr>
              </a:lvl5pPr>
              <a:lvl6pPr algn="ctr">
                <a:defRPr sz="1394" b="0">
                  <a:solidFill>
                    <a:srgbClr val="000000"/>
                  </a:solidFill>
                  <a:latin typeface="Arial"/>
                  <a:ea typeface="Arial"/>
                  <a:cs typeface="Arial"/>
                </a:defRPr>
              </a:lvl6pPr>
              <a:lvl7pPr algn="ctr">
                <a:defRPr sz="1394" b="0">
                  <a:solidFill>
                    <a:srgbClr val="000000"/>
                  </a:solidFill>
                  <a:latin typeface="Arial"/>
                  <a:ea typeface="Arial"/>
                  <a:cs typeface="Arial"/>
                </a:defRPr>
              </a:lvl7pPr>
              <a:lvl8pPr algn="ctr">
                <a:defRPr sz="1394" b="0">
                  <a:solidFill>
                    <a:srgbClr val="000000"/>
                  </a:solidFill>
                  <a:latin typeface="Arial"/>
                  <a:ea typeface="Arial"/>
                  <a:cs typeface="Arial"/>
                </a:defRPr>
              </a:lvl8pPr>
              <a:lvl9pPr algn="ctr">
                <a:defRPr sz="1394" b="0">
                  <a:solidFill>
                    <a:srgbClr val="000000"/>
                  </a:solidFill>
                  <a:latin typeface="Arial"/>
                  <a:ea typeface="Arial"/>
                  <a:cs typeface="Arial"/>
                </a:defRPr>
              </a:lvl9pPr>
            </a:lstStyle>
            <a:p>
              <a:pPr algn="ctr">
                <a:defRPr sz="1394" b="0">
                  <a:solidFill>
                    <a:srgbClr val="000000"/>
                  </a:solidFill>
                  <a:latin typeface="Arial"/>
                  <a:ea typeface="Arial"/>
                  <a:cs typeface="Arial"/>
                </a:defRPr>
              </a:pPr>
              <a:r>
                <a:rPr sz="1394" b="0">
                  <a:solidFill>
                    <a:srgbClr val="000000"/>
                  </a:solidFill>
                  <a:latin typeface="Arial"/>
                  <a:ea typeface="Arial"/>
                  <a:cs typeface="Arial"/>
                </a:rPr>
                <a:t>2</a:t>
              </a:r>
            </a:p>
          </p:txBody>
        </p:sp>
        <p:sp>
          <p:nvSpPr>
            <p:cNvPr id="60" name="text_059">
              <a:extLst>
                <a:ext uri="{FF2B5EF4-FFF2-40B4-BE49-F238E27FC236}">
                  <ns2:creationId id="{713A7F62-99E4-48BA-BEC7-8C50F83FBEF8}"/>
                </a:ext>
              </a:extLst>
            </p:cNvPr>
            <p:cNvSpPr>
              <a:spLocks noGrp="1"/>
            </p:cNvSpPr>
            <p:nvPr/>
          </p:nvSpPr>
          <p:spPr>
            <a:xfrm rot="0">
              <a:off x="6111758" y="2111867"/>
              <a:ext cx="4299715" cy="152665"/>
            </a:xfrm>
            <a:prstGeom prst="rect">
              <a:avLst/>
            </a:prstGeom>
            <a:noFill/>
            <a:ln w="0">
              <a:noFill/>
              <a:prstDash val="solid"/>
            </a:ln>
          </p:spPr>
          <p:txBody>
            <a:bodyPr wrap="none" lIns="0" tIns="0" rIns="0" bIns="0" anchor="t">
              <a:noAutofit/>
            </a:bodyPr>
            <a:lstStyle>
              <a:defPPr algn="ctr">
                <a:defRPr sz="1394" b="0">
                  <a:solidFill>
                    <a:srgbClr val="000000"/>
                  </a:solidFill>
                  <a:latin typeface="Arial"/>
                  <a:ea typeface="Arial"/>
                  <a:cs typeface="Arial"/>
                </a:defRPr>
              </a:defPPr>
              <a:lvl1pPr algn="ctr">
                <a:defRPr sz="1394" b="0">
                  <a:solidFill>
                    <a:srgbClr val="000000"/>
                  </a:solidFill>
                  <a:latin typeface="Arial"/>
                  <a:ea typeface="Arial"/>
                  <a:cs typeface="Arial"/>
                </a:defRPr>
              </a:lvl1pPr>
              <a:lvl2pPr algn="ctr">
                <a:defRPr sz="1394" b="0">
                  <a:solidFill>
                    <a:srgbClr val="000000"/>
                  </a:solidFill>
                  <a:latin typeface="Arial"/>
                  <a:ea typeface="Arial"/>
                  <a:cs typeface="Arial"/>
                </a:defRPr>
              </a:lvl2pPr>
              <a:lvl3pPr algn="ctr">
                <a:defRPr sz="1394" b="0">
                  <a:solidFill>
                    <a:srgbClr val="000000"/>
                  </a:solidFill>
                  <a:latin typeface="Arial"/>
                  <a:ea typeface="Arial"/>
                  <a:cs typeface="Arial"/>
                </a:defRPr>
              </a:lvl3pPr>
              <a:lvl4pPr algn="ctr">
                <a:defRPr sz="1394" b="0">
                  <a:solidFill>
                    <a:srgbClr val="000000"/>
                  </a:solidFill>
                  <a:latin typeface="Arial"/>
                  <a:ea typeface="Arial"/>
                  <a:cs typeface="Arial"/>
                </a:defRPr>
              </a:lvl4pPr>
              <a:lvl5pPr algn="ctr">
                <a:defRPr sz="1394" b="0">
                  <a:solidFill>
                    <a:srgbClr val="000000"/>
                  </a:solidFill>
                  <a:latin typeface="Arial"/>
                  <a:ea typeface="Arial"/>
                  <a:cs typeface="Arial"/>
                </a:defRPr>
              </a:lvl5pPr>
              <a:lvl6pPr algn="ctr">
                <a:defRPr sz="1394" b="0">
                  <a:solidFill>
                    <a:srgbClr val="000000"/>
                  </a:solidFill>
                  <a:latin typeface="Arial"/>
                  <a:ea typeface="Arial"/>
                  <a:cs typeface="Arial"/>
                </a:defRPr>
              </a:lvl6pPr>
              <a:lvl7pPr algn="ctr">
                <a:defRPr sz="1394" b="0">
                  <a:solidFill>
                    <a:srgbClr val="000000"/>
                  </a:solidFill>
                  <a:latin typeface="Arial"/>
                  <a:ea typeface="Arial"/>
                  <a:cs typeface="Arial"/>
                </a:defRPr>
              </a:lvl7pPr>
              <a:lvl8pPr algn="ctr">
                <a:defRPr sz="1394" b="0">
                  <a:solidFill>
                    <a:srgbClr val="000000"/>
                  </a:solidFill>
                  <a:latin typeface="Arial"/>
                  <a:ea typeface="Arial"/>
                  <a:cs typeface="Arial"/>
                </a:defRPr>
              </a:lvl8pPr>
              <a:lvl9pPr algn="ctr">
                <a:defRPr sz="1394" b="0">
                  <a:solidFill>
                    <a:srgbClr val="000000"/>
                  </a:solidFill>
                  <a:latin typeface="Arial"/>
                  <a:ea typeface="Arial"/>
                  <a:cs typeface="Arial"/>
                </a:defRPr>
              </a:lvl9pPr>
            </a:lstStyle>
            <a:p>
              <a:pPr algn="ctr">
                <a:defRPr sz="1394" b="0">
                  <a:solidFill>
                    <a:srgbClr val="000000"/>
                  </a:solidFill>
                  <a:latin typeface="Arial"/>
                  <a:ea typeface="Arial"/>
                  <a:cs typeface="Arial"/>
                </a:defRPr>
              </a:pPr>
              <a:r>
                <a:rPr sz="1394" b="0">
                  <a:solidFill>
                    <a:srgbClr val="000000"/>
                  </a:solidFill>
                  <a:latin typeface="Arial"/>
                  <a:ea typeface="Arial"/>
                  <a:cs typeface="Arial"/>
                </a:rPr>
                <a:t>Section z (bohr)</a:t>
              </a:r>
            </a:p>
          </p:txBody>
        </p:sp>
        <p:pic>
          <p:nvPicPr>
            <p:cNvPr id="61" name="">
              <a:extLst>
                <a:ext uri="{FF2B5EF4-FFF2-40B4-BE49-F238E27FC236}">
                  <ns2:creationId id="{061DEA8B-6D72-4843-B11A-5B70452C3E56}"/>
                </a:ext>
              </a:extLst>
            </p:cNvPr>
            <p:cNvPicPr>
              <a:picLocks noChangeAspect="1"/>
            </p:cNvPicPr>
            <p:nvPr/>
          </p:nvPicPr>
          <p:blipFill>
            <a:blip r:embed="Rca544ad4d86345a5"/>
            <a:stretch/>
          </p:blipFill>
          <p:spPr>
            <a:xfrm>
              <a:off x="3769938" y="2381250"/>
              <a:ext cx="4482353" cy="104775"/>
            </a:xfrm>
            <a:prstGeom prst="rect">
              <a:avLst/>
            </a:prstGeom>
          </p:spPr>
        </p:pic>
        <p:sp>
          <p:nvSpPr>
            <p:cNvPr id="62" name="text_061">
              <a:extLst>
                <a:ext uri="{FF2B5EF4-FFF2-40B4-BE49-F238E27FC236}">
                  <ns2:creationId id="{AABD7244-8303-4067-BA7A-6027E47884E7}"/>
                </a:ext>
              </a:extLst>
            </p:cNvPr>
            <p:cNvSpPr>
              <a:spLocks noGrp="1"/>
            </p:cNvSpPr>
            <p:nvPr/>
          </p:nvSpPr>
          <p:spPr>
            <a:xfrm rot="0">
              <a:off x="2496950" y="2276475"/>
              <a:ext cx="1183341" cy="266700"/>
            </a:xfrm>
            <a:prstGeom prst="rect">
              <a:avLst/>
            </a:prstGeom>
            <a:noFill/>
            <a:ln w="0">
              <a:noFill/>
              <a:prstDash val="solid"/>
            </a:ln>
          </p:spPr>
          <p:txBody>
            <a:bodyPr wrap="none" lIns="0" tIns="0" rIns="0" bIns="0" anchor="t">
              <a:noAutofit/>
            </a:bodyPr>
            <a:lstStyle>
              <a:defPPr algn="r">
                <a:defRPr sz="1394" b="1">
                  <a:solidFill>
                    <a:srgbClr val="000000"/>
                  </a:solidFill>
                  <a:latin typeface="Arial"/>
                  <a:ea typeface="Arial"/>
                  <a:cs typeface="Arial"/>
                </a:defRPr>
              </a:defPPr>
              <a:lvl1pPr algn="r">
                <a:defRPr sz="1394" b="1">
                  <a:solidFill>
                    <a:srgbClr val="000000"/>
                  </a:solidFill>
                  <a:latin typeface="Arial"/>
                  <a:ea typeface="Arial"/>
                  <a:cs typeface="Arial"/>
                </a:defRPr>
              </a:lvl1pPr>
              <a:lvl2pPr algn="r">
                <a:defRPr sz="1394" b="1">
                  <a:solidFill>
                    <a:srgbClr val="000000"/>
                  </a:solidFill>
                  <a:latin typeface="Arial"/>
                  <a:ea typeface="Arial"/>
                  <a:cs typeface="Arial"/>
                </a:defRPr>
              </a:lvl2pPr>
              <a:lvl3pPr algn="r">
                <a:defRPr sz="1394" b="1">
                  <a:solidFill>
                    <a:srgbClr val="000000"/>
                  </a:solidFill>
                  <a:latin typeface="Arial"/>
                  <a:ea typeface="Arial"/>
                  <a:cs typeface="Arial"/>
                </a:defRPr>
              </a:lvl3pPr>
              <a:lvl4pPr algn="r">
                <a:defRPr sz="1394" b="1">
                  <a:solidFill>
                    <a:srgbClr val="000000"/>
                  </a:solidFill>
                  <a:latin typeface="Arial"/>
                  <a:ea typeface="Arial"/>
                  <a:cs typeface="Arial"/>
                </a:defRPr>
              </a:lvl4pPr>
              <a:lvl5pPr algn="r">
                <a:defRPr sz="1394" b="1">
                  <a:solidFill>
                    <a:srgbClr val="000000"/>
                  </a:solidFill>
                  <a:latin typeface="Arial"/>
                  <a:ea typeface="Arial"/>
                  <a:cs typeface="Arial"/>
                </a:defRPr>
              </a:lvl5pPr>
              <a:lvl6pPr algn="r">
                <a:defRPr sz="1394" b="1">
                  <a:solidFill>
                    <a:srgbClr val="000000"/>
                  </a:solidFill>
                  <a:latin typeface="Arial"/>
                  <a:ea typeface="Arial"/>
                  <a:cs typeface="Arial"/>
                </a:defRPr>
              </a:lvl6pPr>
              <a:lvl7pPr algn="r">
                <a:defRPr sz="1394" b="1">
                  <a:solidFill>
                    <a:srgbClr val="000000"/>
                  </a:solidFill>
                  <a:latin typeface="Arial"/>
                  <a:ea typeface="Arial"/>
                  <a:cs typeface="Arial"/>
                </a:defRPr>
              </a:lvl7pPr>
              <a:lvl8pPr algn="r">
                <a:defRPr sz="1394" b="1">
                  <a:solidFill>
                    <a:srgbClr val="000000"/>
                  </a:solidFill>
                  <a:latin typeface="Arial"/>
                  <a:ea typeface="Arial"/>
                  <a:cs typeface="Arial"/>
                </a:defRPr>
              </a:lvl8pPr>
              <a:lvl9pPr algn="r">
                <a:defRPr sz="1394" b="1">
                  <a:solidFill>
                    <a:srgbClr val="000000"/>
                  </a:solidFill>
                  <a:latin typeface="Arial"/>
                  <a:ea typeface="Arial"/>
                  <a:cs typeface="Arial"/>
                </a:defRPr>
              </a:lvl9pPr>
            </a:lstStyle>
            <a:p>
              <a:pPr algn="r">
                <a:defRPr sz="1394" b="1">
                  <a:solidFill>
                    <a:srgbClr val="000000"/>
                  </a:solidFill>
                  <a:latin typeface="Arial"/>
                  <a:ea typeface="Arial"/>
                  <a:cs typeface="Arial"/>
                </a:defRPr>
              </a:pPr>
              <a:r>
                <a:rPr sz="1394" b="1">
                  <a:solidFill>
                    <a:srgbClr val="000000"/>
                  </a:solidFill>
                  <a:latin typeface="Arial"/>
                  <a:ea typeface="Arial"/>
                  <a:cs typeface="Arial"/>
                </a:rPr>
                <a:t>V (a.u.)</a:t>
              </a:r>
            </a:p>
          </p:txBody>
        </p:sp>
        <p:sp>
          <p:nvSpPr>
            <p:cNvPr id="63" name="line_062">
              <a:extLst>
                <a:ext uri="{FF2B5EF4-FFF2-40B4-BE49-F238E27FC236}">
                  <ns2:creationId id="{B72413DC-30D0-4619-8659-380F5E036DCF}"/>
                </a:ext>
              </a:extLst>
            </p:cNvPr>
            <p:cNvSpPr>
              <a:spLocks noGrp="1"/>
            </p:cNvSpPr>
            <p:nvPr/>
          </p:nvSpPr>
          <p:spPr>
            <a:xfrm>
              <a:off x="3807486" y="2486025"/>
              <a:ext cx="89" cy="47625"/>
            </a:xfrm>
            <a:custGeom>
              <a:pathLst>
                <a:path w="95" h="47625">
                  <a:moveTo>
                    <a:pt x="0" y="0"/>
                  </a:moveTo>
                  <a:lnTo>
                    <a:pt x="0" y="47625"/>
                  </a:lnTo>
                </a:path>
              </a:pathLst>
            </a:custGeom>
            <a:noFill/>
            <a:ln w="7866">
              <a:solidFill>
                <a:srgbClr val="7B8790"/>
              </a:solidFill>
              <a:prstDash val="solid"/>
            </a:ln>
          </p:spPr>
        </p:sp>
        <p:sp>
          <p:nvSpPr>
            <p:cNvPr id="64" name="text_063">
              <a:extLst>
                <a:ext uri="{FF2B5EF4-FFF2-40B4-BE49-F238E27FC236}">
                  <ns2:creationId id="{8AAA3D4A-8961-46A2-9E2B-FA6A3A8D39F4}"/>
                </a:ext>
              </a:extLst>
            </p:cNvPr>
            <p:cNvSpPr>
              <a:spLocks noGrp="1"/>
            </p:cNvSpPr>
            <p:nvPr/>
          </p:nvSpPr>
          <p:spPr>
            <a:xfrm rot="0">
              <a:off x="3565438" y="2571750"/>
              <a:ext cx="484094" cy="209550"/>
            </a:xfrm>
            <a:prstGeom prst="rect">
              <a:avLst/>
            </a:prstGeom>
            <a:noFill/>
            <a:ln w="0">
              <a:noFill/>
              <a:prstDash val="solid"/>
            </a:ln>
          </p:spPr>
          <p:txBody>
            <a:bodyPr wrap="none" lIns="0" tIns="0" rIns="0" bIns="0" anchor="t">
              <a:noAutofit/>
            </a:bodyPr>
            <a:lstStyle>
              <a:defPPr algn="ctr">
                <a:defRPr sz="1394" b="0">
                  <a:solidFill>
                    <a:srgbClr val="000000"/>
                  </a:solidFill>
                  <a:latin typeface="Arial"/>
                  <a:ea typeface="Arial"/>
                  <a:cs typeface="Arial"/>
                </a:defRPr>
              </a:defPPr>
              <a:lvl1pPr algn="ctr">
                <a:defRPr sz="1394" b="0">
                  <a:solidFill>
                    <a:srgbClr val="000000"/>
                  </a:solidFill>
                  <a:latin typeface="Arial"/>
                  <a:ea typeface="Arial"/>
                  <a:cs typeface="Arial"/>
                </a:defRPr>
              </a:lvl1pPr>
              <a:lvl2pPr algn="ctr">
                <a:defRPr sz="1394" b="0">
                  <a:solidFill>
                    <a:srgbClr val="000000"/>
                  </a:solidFill>
                  <a:latin typeface="Arial"/>
                  <a:ea typeface="Arial"/>
                  <a:cs typeface="Arial"/>
                </a:defRPr>
              </a:lvl2pPr>
              <a:lvl3pPr algn="ctr">
                <a:defRPr sz="1394" b="0">
                  <a:solidFill>
                    <a:srgbClr val="000000"/>
                  </a:solidFill>
                  <a:latin typeface="Arial"/>
                  <a:ea typeface="Arial"/>
                  <a:cs typeface="Arial"/>
                </a:defRPr>
              </a:lvl3pPr>
              <a:lvl4pPr algn="ctr">
                <a:defRPr sz="1394" b="0">
                  <a:solidFill>
                    <a:srgbClr val="000000"/>
                  </a:solidFill>
                  <a:latin typeface="Arial"/>
                  <a:ea typeface="Arial"/>
                  <a:cs typeface="Arial"/>
                </a:defRPr>
              </a:lvl4pPr>
              <a:lvl5pPr algn="ctr">
                <a:defRPr sz="1394" b="0">
                  <a:solidFill>
                    <a:srgbClr val="000000"/>
                  </a:solidFill>
                  <a:latin typeface="Arial"/>
                  <a:ea typeface="Arial"/>
                  <a:cs typeface="Arial"/>
                </a:defRPr>
              </a:lvl5pPr>
              <a:lvl6pPr algn="ctr">
                <a:defRPr sz="1394" b="0">
                  <a:solidFill>
                    <a:srgbClr val="000000"/>
                  </a:solidFill>
                  <a:latin typeface="Arial"/>
                  <a:ea typeface="Arial"/>
                  <a:cs typeface="Arial"/>
                </a:defRPr>
              </a:lvl6pPr>
              <a:lvl7pPr algn="ctr">
                <a:defRPr sz="1394" b="0">
                  <a:solidFill>
                    <a:srgbClr val="000000"/>
                  </a:solidFill>
                  <a:latin typeface="Arial"/>
                  <a:ea typeface="Arial"/>
                  <a:cs typeface="Arial"/>
                </a:defRPr>
              </a:lvl7pPr>
              <a:lvl8pPr algn="ctr">
                <a:defRPr sz="1394" b="0">
                  <a:solidFill>
                    <a:srgbClr val="000000"/>
                  </a:solidFill>
                  <a:latin typeface="Arial"/>
                  <a:ea typeface="Arial"/>
                  <a:cs typeface="Arial"/>
                </a:defRPr>
              </a:lvl8pPr>
              <a:lvl9pPr algn="ctr">
                <a:defRPr sz="1394" b="0">
                  <a:solidFill>
                    <a:srgbClr val="000000"/>
                  </a:solidFill>
                  <a:latin typeface="Arial"/>
                  <a:ea typeface="Arial"/>
                  <a:cs typeface="Arial"/>
                </a:defRPr>
              </a:lvl9pPr>
            </a:lstStyle>
            <a:p>
              <a:pPr algn="ctr">
                <a:defRPr sz="1394" b="0">
                  <a:solidFill>
                    <a:srgbClr val="000000"/>
                  </a:solidFill>
                  <a:latin typeface="Arial"/>
                  <a:ea typeface="Arial"/>
                  <a:cs typeface="Arial"/>
                </a:defRPr>
              </a:pPr>
              <a:r>
                <a:rPr sz="1394" b="0">
                  <a:solidFill>
                    <a:srgbClr val="000000"/>
                  </a:solidFill>
                  <a:latin typeface="Arial"/>
                  <a:ea typeface="Arial"/>
                  <a:cs typeface="Arial"/>
                </a:rPr>
                <a:t>-2</a:t>
              </a:r>
            </a:p>
          </p:txBody>
        </p:sp>
        <p:sp>
          <p:nvSpPr>
            <p:cNvPr id="65" name="line_064">
              <a:extLst>
                <a:ext uri="{FF2B5EF4-FFF2-40B4-BE49-F238E27FC236}">
                  <ns2:creationId id="{D8C17690-5DA1-498A-A1CC-D5B897259F17}"/>
                </a:ext>
              </a:extLst>
            </p:cNvPr>
            <p:cNvSpPr>
              <a:spLocks noGrp="1"/>
            </p:cNvSpPr>
            <p:nvPr/>
          </p:nvSpPr>
          <p:spPr>
            <a:xfrm>
              <a:off x="4946220" y="2486025"/>
              <a:ext cx="89" cy="47625"/>
            </a:xfrm>
            <a:custGeom>
              <a:pathLst>
                <a:path w="95" h="47625">
                  <a:moveTo>
                    <a:pt x="0" y="0"/>
                  </a:moveTo>
                  <a:lnTo>
                    <a:pt x="0" y="47625"/>
                  </a:lnTo>
                </a:path>
              </a:pathLst>
            </a:custGeom>
            <a:noFill/>
            <a:ln w="7866">
              <a:solidFill>
                <a:srgbClr val="7B8790"/>
              </a:solidFill>
              <a:prstDash val="solid"/>
            </a:ln>
          </p:spPr>
        </p:sp>
        <p:sp>
          <p:nvSpPr>
            <p:cNvPr id="66" name="text_065">
              <a:extLst>
                <a:ext uri="{FF2B5EF4-FFF2-40B4-BE49-F238E27FC236}">
                  <ns2:creationId id="{5847CCDC-9E95-4061-822F-36606AFA41D2}"/>
                </a:ext>
              </a:extLst>
            </p:cNvPr>
            <p:cNvSpPr>
              <a:spLocks noGrp="1"/>
            </p:cNvSpPr>
            <p:nvPr/>
          </p:nvSpPr>
          <p:spPr>
            <a:xfrm rot="0">
              <a:off x="4704174" y="2571750"/>
              <a:ext cx="484094" cy="209550"/>
            </a:xfrm>
            <a:prstGeom prst="rect">
              <a:avLst/>
            </a:prstGeom>
            <a:noFill/>
            <a:ln w="0">
              <a:noFill/>
              <a:prstDash val="solid"/>
            </a:ln>
          </p:spPr>
          <p:txBody>
            <a:bodyPr wrap="none" lIns="0" tIns="0" rIns="0" bIns="0" anchor="t">
              <a:noAutofit/>
            </a:bodyPr>
            <a:lstStyle>
              <a:defPPr algn="ctr">
                <a:defRPr sz="1394" b="0">
                  <a:solidFill>
                    <a:srgbClr val="000000"/>
                  </a:solidFill>
                  <a:latin typeface="Arial"/>
                  <a:ea typeface="Arial"/>
                  <a:cs typeface="Arial"/>
                </a:defRPr>
              </a:defPPr>
              <a:lvl1pPr algn="ctr">
                <a:defRPr sz="1394" b="0">
                  <a:solidFill>
                    <a:srgbClr val="000000"/>
                  </a:solidFill>
                  <a:latin typeface="Arial"/>
                  <a:ea typeface="Arial"/>
                  <a:cs typeface="Arial"/>
                </a:defRPr>
              </a:lvl1pPr>
              <a:lvl2pPr algn="ctr">
                <a:defRPr sz="1394" b="0">
                  <a:solidFill>
                    <a:srgbClr val="000000"/>
                  </a:solidFill>
                  <a:latin typeface="Arial"/>
                  <a:ea typeface="Arial"/>
                  <a:cs typeface="Arial"/>
                </a:defRPr>
              </a:lvl2pPr>
              <a:lvl3pPr algn="ctr">
                <a:defRPr sz="1394" b="0">
                  <a:solidFill>
                    <a:srgbClr val="000000"/>
                  </a:solidFill>
                  <a:latin typeface="Arial"/>
                  <a:ea typeface="Arial"/>
                  <a:cs typeface="Arial"/>
                </a:defRPr>
              </a:lvl3pPr>
              <a:lvl4pPr algn="ctr">
                <a:defRPr sz="1394" b="0">
                  <a:solidFill>
                    <a:srgbClr val="000000"/>
                  </a:solidFill>
                  <a:latin typeface="Arial"/>
                  <a:ea typeface="Arial"/>
                  <a:cs typeface="Arial"/>
                </a:defRPr>
              </a:lvl4pPr>
              <a:lvl5pPr algn="ctr">
                <a:defRPr sz="1394" b="0">
                  <a:solidFill>
                    <a:srgbClr val="000000"/>
                  </a:solidFill>
                  <a:latin typeface="Arial"/>
                  <a:ea typeface="Arial"/>
                  <a:cs typeface="Arial"/>
                </a:defRPr>
              </a:lvl5pPr>
              <a:lvl6pPr algn="ctr">
                <a:defRPr sz="1394" b="0">
                  <a:solidFill>
                    <a:srgbClr val="000000"/>
                  </a:solidFill>
                  <a:latin typeface="Arial"/>
                  <a:ea typeface="Arial"/>
                  <a:cs typeface="Arial"/>
                </a:defRPr>
              </a:lvl6pPr>
              <a:lvl7pPr algn="ctr">
                <a:defRPr sz="1394" b="0">
                  <a:solidFill>
                    <a:srgbClr val="000000"/>
                  </a:solidFill>
                  <a:latin typeface="Arial"/>
                  <a:ea typeface="Arial"/>
                  <a:cs typeface="Arial"/>
                </a:defRPr>
              </a:lvl7pPr>
              <a:lvl8pPr algn="ctr">
                <a:defRPr sz="1394" b="0">
                  <a:solidFill>
                    <a:srgbClr val="000000"/>
                  </a:solidFill>
                  <a:latin typeface="Arial"/>
                  <a:ea typeface="Arial"/>
                  <a:cs typeface="Arial"/>
                </a:defRPr>
              </a:lvl8pPr>
              <a:lvl9pPr algn="ctr">
                <a:defRPr sz="1394" b="0">
                  <a:solidFill>
                    <a:srgbClr val="000000"/>
                  </a:solidFill>
                  <a:latin typeface="Arial"/>
                  <a:ea typeface="Arial"/>
                  <a:cs typeface="Arial"/>
                </a:defRPr>
              </a:lvl9pPr>
            </a:lstStyle>
            <a:p>
              <a:pPr algn="ctr">
                <a:defRPr sz="1394" b="0">
                  <a:solidFill>
                    <a:srgbClr val="000000"/>
                  </a:solidFill>
                  <a:latin typeface="Arial"/>
                  <a:ea typeface="Arial"/>
                  <a:cs typeface="Arial"/>
                </a:defRPr>
              </a:pPr>
              <a:r>
                <a:rPr sz="1394" b="0">
                  <a:solidFill>
                    <a:srgbClr val="000000"/>
                  </a:solidFill>
                  <a:latin typeface="Arial"/>
                  <a:ea typeface="Arial"/>
                  <a:cs typeface="Arial"/>
                </a:rPr>
                <a:t>-0.1</a:t>
              </a:r>
            </a:p>
          </p:txBody>
        </p:sp>
        <p:sp>
          <p:nvSpPr>
            <p:cNvPr id="67" name="line_066">
              <a:extLst>
                <a:ext uri="{FF2B5EF4-FFF2-40B4-BE49-F238E27FC236}">
                  <ns2:creationId id="{FC91B5B4-5245-4B52-9BF5-20F37BDE408A}"/>
                </a:ext>
              </a:extLst>
            </p:cNvPr>
            <p:cNvSpPr>
              <a:spLocks noGrp="1"/>
            </p:cNvSpPr>
            <p:nvPr/>
          </p:nvSpPr>
          <p:spPr>
            <a:xfrm>
              <a:off x="6011116" y="2486025"/>
              <a:ext cx="89" cy="47625"/>
            </a:xfrm>
            <a:custGeom>
              <a:pathLst>
                <a:path w="95" h="47625">
                  <a:moveTo>
                    <a:pt x="0" y="0"/>
                  </a:moveTo>
                  <a:lnTo>
                    <a:pt x="0" y="47625"/>
                  </a:lnTo>
                </a:path>
              </a:pathLst>
            </a:custGeom>
            <a:noFill/>
            <a:ln w="7866">
              <a:solidFill>
                <a:srgbClr val="7B8790"/>
              </a:solidFill>
              <a:prstDash val="solid"/>
            </a:ln>
          </p:spPr>
        </p:sp>
        <p:sp>
          <p:nvSpPr>
            <p:cNvPr id="68" name="text_067">
              <a:extLst>
                <a:ext uri="{FF2B5EF4-FFF2-40B4-BE49-F238E27FC236}">
                  <ns2:creationId id="{3AB30FDA-7FAB-4118-8BB2-A58524A3BC55}"/>
                </a:ext>
              </a:extLst>
            </p:cNvPr>
            <p:cNvSpPr>
              <a:spLocks noGrp="1"/>
            </p:cNvSpPr>
            <p:nvPr/>
          </p:nvSpPr>
          <p:spPr>
            <a:xfrm rot="0">
              <a:off x="5769068" y="2571750"/>
              <a:ext cx="484094" cy="209550"/>
            </a:xfrm>
            <a:prstGeom prst="rect">
              <a:avLst/>
            </a:prstGeom>
            <a:noFill/>
            <a:ln w="0">
              <a:noFill/>
              <a:prstDash val="solid"/>
            </a:ln>
          </p:spPr>
          <p:txBody>
            <a:bodyPr wrap="none" lIns="0" tIns="0" rIns="0" bIns="0" anchor="t">
              <a:noAutofit/>
            </a:bodyPr>
            <a:lstStyle>
              <a:defPPr algn="ctr">
                <a:defRPr sz="1394" b="0">
                  <a:solidFill>
                    <a:srgbClr val="000000"/>
                  </a:solidFill>
                  <a:latin typeface="Arial"/>
                  <a:ea typeface="Arial"/>
                  <a:cs typeface="Arial"/>
                </a:defRPr>
              </a:defPPr>
              <a:lvl1pPr algn="ctr">
                <a:defRPr sz="1394" b="0">
                  <a:solidFill>
                    <a:srgbClr val="000000"/>
                  </a:solidFill>
                  <a:latin typeface="Arial"/>
                  <a:ea typeface="Arial"/>
                  <a:cs typeface="Arial"/>
                </a:defRPr>
              </a:lvl1pPr>
              <a:lvl2pPr algn="ctr">
                <a:defRPr sz="1394" b="0">
                  <a:solidFill>
                    <a:srgbClr val="000000"/>
                  </a:solidFill>
                  <a:latin typeface="Arial"/>
                  <a:ea typeface="Arial"/>
                  <a:cs typeface="Arial"/>
                </a:defRPr>
              </a:lvl2pPr>
              <a:lvl3pPr algn="ctr">
                <a:defRPr sz="1394" b="0">
                  <a:solidFill>
                    <a:srgbClr val="000000"/>
                  </a:solidFill>
                  <a:latin typeface="Arial"/>
                  <a:ea typeface="Arial"/>
                  <a:cs typeface="Arial"/>
                </a:defRPr>
              </a:lvl3pPr>
              <a:lvl4pPr algn="ctr">
                <a:defRPr sz="1394" b="0">
                  <a:solidFill>
                    <a:srgbClr val="000000"/>
                  </a:solidFill>
                  <a:latin typeface="Arial"/>
                  <a:ea typeface="Arial"/>
                  <a:cs typeface="Arial"/>
                </a:defRPr>
              </a:lvl4pPr>
              <a:lvl5pPr algn="ctr">
                <a:defRPr sz="1394" b="0">
                  <a:solidFill>
                    <a:srgbClr val="000000"/>
                  </a:solidFill>
                  <a:latin typeface="Arial"/>
                  <a:ea typeface="Arial"/>
                  <a:cs typeface="Arial"/>
                </a:defRPr>
              </a:lvl5pPr>
              <a:lvl6pPr algn="ctr">
                <a:defRPr sz="1394" b="0">
                  <a:solidFill>
                    <a:srgbClr val="000000"/>
                  </a:solidFill>
                  <a:latin typeface="Arial"/>
                  <a:ea typeface="Arial"/>
                  <a:cs typeface="Arial"/>
                </a:defRPr>
              </a:lvl6pPr>
              <a:lvl7pPr algn="ctr">
                <a:defRPr sz="1394" b="0">
                  <a:solidFill>
                    <a:srgbClr val="000000"/>
                  </a:solidFill>
                  <a:latin typeface="Arial"/>
                  <a:ea typeface="Arial"/>
                  <a:cs typeface="Arial"/>
                </a:defRPr>
              </a:lvl7pPr>
              <a:lvl8pPr algn="ctr">
                <a:defRPr sz="1394" b="0">
                  <a:solidFill>
                    <a:srgbClr val="000000"/>
                  </a:solidFill>
                  <a:latin typeface="Arial"/>
                  <a:ea typeface="Arial"/>
                  <a:cs typeface="Arial"/>
                </a:defRPr>
              </a:lvl8pPr>
              <a:lvl9pPr algn="ctr">
                <a:defRPr sz="1394" b="0">
                  <a:solidFill>
                    <a:srgbClr val="000000"/>
                  </a:solidFill>
                  <a:latin typeface="Arial"/>
                  <a:ea typeface="Arial"/>
                  <a:cs typeface="Arial"/>
                </a:defRPr>
              </a:lvl9pPr>
            </a:lstStyle>
            <a:p>
              <a:pPr algn="ctr">
                <a:defRPr sz="1394" b="0">
                  <a:solidFill>
                    <a:srgbClr val="000000"/>
                  </a:solidFill>
                  <a:latin typeface="Arial"/>
                  <a:ea typeface="Arial"/>
                  <a:cs typeface="Arial"/>
                </a:defRPr>
              </a:pPr>
              <a:r>
                <a:rPr sz="1394" b="0">
                  <a:solidFill>
                    <a:srgbClr val="000000"/>
                  </a:solidFill>
                  <a:latin typeface="Arial"/>
                  <a:ea typeface="Arial"/>
                  <a:cs typeface="Arial"/>
                </a:rPr>
                <a:t>0</a:t>
              </a:r>
            </a:p>
          </p:txBody>
        </p:sp>
        <p:sp>
          <p:nvSpPr>
            <p:cNvPr id="69" name="line_068">
              <a:extLst>
                <a:ext uri="{FF2B5EF4-FFF2-40B4-BE49-F238E27FC236}">
                  <ns2:creationId id="{CA27A769-3072-4E6B-A336-DB929E900302}"/>
                </a:ext>
              </a:extLst>
            </p:cNvPr>
            <p:cNvSpPr>
              <a:spLocks noGrp="1"/>
            </p:cNvSpPr>
            <p:nvPr/>
          </p:nvSpPr>
          <p:spPr>
            <a:xfrm>
              <a:off x="7076010" y="2486025"/>
              <a:ext cx="89" cy="47625"/>
            </a:xfrm>
            <a:custGeom>
              <a:pathLst>
                <a:path w="95" h="47625">
                  <a:moveTo>
                    <a:pt x="0" y="0"/>
                  </a:moveTo>
                  <a:lnTo>
                    <a:pt x="0" y="47625"/>
                  </a:lnTo>
                </a:path>
              </a:pathLst>
            </a:custGeom>
            <a:noFill/>
            <a:ln w="7866">
              <a:solidFill>
                <a:srgbClr val="7B8790"/>
              </a:solidFill>
              <a:prstDash val="solid"/>
            </a:ln>
          </p:spPr>
        </p:sp>
        <p:sp>
          <p:nvSpPr>
            <p:cNvPr id="70" name="text_069">
              <a:extLst>
                <a:ext uri="{FF2B5EF4-FFF2-40B4-BE49-F238E27FC236}">
                  <ns2:creationId id="{E4C82042-3FC5-49F9-A284-8458AC48638A}"/>
                </a:ext>
              </a:extLst>
            </p:cNvPr>
            <p:cNvSpPr>
              <a:spLocks noGrp="1"/>
            </p:cNvSpPr>
            <p:nvPr/>
          </p:nvSpPr>
          <p:spPr>
            <a:xfrm rot="0">
              <a:off x="6833964" y="2571750"/>
              <a:ext cx="484094" cy="209550"/>
            </a:xfrm>
            <a:prstGeom prst="rect">
              <a:avLst/>
            </a:prstGeom>
            <a:noFill/>
            <a:ln w="0">
              <a:noFill/>
              <a:prstDash val="solid"/>
            </a:ln>
          </p:spPr>
          <p:txBody>
            <a:bodyPr wrap="none" lIns="0" tIns="0" rIns="0" bIns="0" anchor="t">
              <a:noAutofit/>
            </a:bodyPr>
            <a:lstStyle>
              <a:defPPr algn="ctr">
                <a:defRPr sz="1394" b="0">
                  <a:solidFill>
                    <a:srgbClr val="000000"/>
                  </a:solidFill>
                  <a:latin typeface="Arial"/>
                  <a:ea typeface="Arial"/>
                  <a:cs typeface="Arial"/>
                </a:defRPr>
              </a:defPPr>
              <a:lvl1pPr algn="ctr">
                <a:defRPr sz="1394" b="0">
                  <a:solidFill>
                    <a:srgbClr val="000000"/>
                  </a:solidFill>
                  <a:latin typeface="Arial"/>
                  <a:ea typeface="Arial"/>
                  <a:cs typeface="Arial"/>
                </a:defRPr>
              </a:lvl1pPr>
              <a:lvl2pPr algn="ctr">
                <a:defRPr sz="1394" b="0">
                  <a:solidFill>
                    <a:srgbClr val="000000"/>
                  </a:solidFill>
                  <a:latin typeface="Arial"/>
                  <a:ea typeface="Arial"/>
                  <a:cs typeface="Arial"/>
                </a:defRPr>
              </a:lvl2pPr>
              <a:lvl3pPr algn="ctr">
                <a:defRPr sz="1394" b="0">
                  <a:solidFill>
                    <a:srgbClr val="000000"/>
                  </a:solidFill>
                  <a:latin typeface="Arial"/>
                  <a:ea typeface="Arial"/>
                  <a:cs typeface="Arial"/>
                </a:defRPr>
              </a:lvl3pPr>
              <a:lvl4pPr algn="ctr">
                <a:defRPr sz="1394" b="0">
                  <a:solidFill>
                    <a:srgbClr val="000000"/>
                  </a:solidFill>
                  <a:latin typeface="Arial"/>
                  <a:ea typeface="Arial"/>
                  <a:cs typeface="Arial"/>
                </a:defRPr>
              </a:lvl4pPr>
              <a:lvl5pPr algn="ctr">
                <a:defRPr sz="1394" b="0">
                  <a:solidFill>
                    <a:srgbClr val="000000"/>
                  </a:solidFill>
                  <a:latin typeface="Arial"/>
                  <a:ea typeface="Arial"/>
                  <a:cs typeface="Arial"/>
                </a:defRPr>
              </a:lvl5pPr>
              <a:lvl6pPr algn="ctr">
                <a:defRPr sz="1394" b="0">
                  <a:solidFill>
                    <a:srgbClr val="000000"/>
                  </a:solidFill>
                  <a:latin typeface="Arial"/>
                  <a:ea typeface="Arial"/>
                  <a:cs typeface="Arial"/>
                </a:defRPr>
              </a:lvl6pPr>
              <a:lvl7pPr algn="ctr">
                <a:defRPr sz="1394" b="0">
                  <a:solidFill>
                    <a:srgbClr val="000000"/>
                  </a:solidFill>
                  <a:latin typeface="Arial"/>
                  <a:ea typeface="Arial"/>
                  <a:cs typeface="Arial"/>
                </a:defRPr>
              </a:lvl7pPr>
              <a:lvl8pPr algn="ctr">
                <a:defRPr sz="1394" b="0">
                  <a:solidFill>
                    <a:srgbClr val="000000"/>
                  </a:solidFill>
                  <a:latin typeface="Arial"/>
                  <a:ea typeface="Arial"/>
                  <a:cs typeface="Arial"/>
                </a:defRPr>
              </a:lvl8pPr>
              <a:lvl9pPr algn="ctr">
                <a:defRPr sz="1394" b="0">
                  <a:solidFill>
                    <a:srgbClr val="000000"/>
                  </a:solidFill>
                  <a:latin typeface="Arial"/>
                  <a:ea typeface="Arial"/>
                  <a:cs typeface="Arial"/>
                </a:defRPr>
              </a:lvl9pPr>
            </a:lstStyle>
            <a:p>
              <a:pPr algn="ctr">
                <a:defRPr sz="1394" b="0">
                  <a:solidFill>
                    <a:srgbClr val="000000"/>
                  </a:solidFill>
                  <a:latin typeface="Arial"/>
                  <a:ea typeface="Arial"/>
                  <a:cs typeface="Arial"/>
                </a:defRPr>
              </a:pPr>
              <a:r>
                <a:rPr sz="1394" b="0">
                  <a:solidFill>
                    <a:srgbClr val="000000"/>
                  </a:solidFill>
                  <a:latin typeface="Arial"/>
                  <a:ea typeface="Arial"/>
                  <a:cs typeface="Arial"/>
                </a:rPr>
                <a:t>0.1</a:t>
              </a:r>
            </a:p>
          </p:txBody>
        </p:sp>
        <p:sp>
          <p:nvSpPr>
            <p:cNvPr id="71" name="line_070">
              <a:extLst>
                <a:ext uri="{FF2B5EF4-FFF2-40B4-BE49-F238E27FC236}">
                  <ns2:creationId id="{C3E17595-7FA7-4C3C-8A74-C703492AAB2E}"/>
                </a:ext>
              </a:extLst>
            </p:cNvPr>
            <p:cNvSpPr>
              <a:spLocks noGrp="1"/>
            </p:cNvSpPr>
            <p:nvPr/>
          </p:nvSpPr>
          <p:spPr>
            <a:xfrm>
              <a:off x="8214746" y="2486025"/>
              <a:ext cx="89" cy="47625"/>
            </a:xfrm>
            <a:custGeom>
              <a:pathLst>
                <a:path w="95" h="47625">
                  <a:moveTo>
                    <a:pt x="0" y="0"/>
                  </a:moveTo>
                  <a:lnTo>
                    <a:pt x="0" y="47625"/>
                  </a:lnTo>
                </a:path>
              </a:pathLst>
            </a:custGeom>
            <a:noFill/>
            <a:ln w="7866">
              <a:solidFill>
                <a:srgbClr val="7B8790"/>
              </a:solidFill>
              <a:prstDash val="solid"/>
            </a:ln>
          </p:spPr>
        </p:sp>
        <p:sp>
          <p:nvSpPr>
            <p:cNvPr id="72" name="text_071">
              <a:extLst>
                <a:ext uri="{FF2B5EF4-FFF2-40B4-BE49-F238E27FC236}">
                  <ns2:creationId id="{BD15E7F0-49B1-4EF0-88F0-9321C0124234}"/>
                </a:ext>
              </a:extLst>
            </p:cNvPr>
            <p:cNvSpPr>
              <a:spLocks noGrp="1"/>
            </p:cNvSpPr>
            <p:nvPr/>
          </p:nvSpPr>
          <p:spPr>
            <a:xfrm rot="0">
              <a:off x="7972698" y="2571750"/>
              <a:ext cx="484094" cy="209550"/>
            </a:xfrm>
            <a:prstGeom prst="rect">
              <a:avLst/>
            </a:prstGeom>
            <a:noFill/>
            <a:ln w="0">
              <a:noFill/>
              <a:prstDash val="solid"/>
            </a:ln>
          </p:spPr>
          <p:txBody>
            <a:bodyPr wrap="none" lIns="0" tIns="0" rIns="0" bIns="0" anchor="t">
              <a:noAutofit/>
            </a:bodyPr>
            <a:lstStyle>
              <a:defPPr algn="ctr">
                <a:defRPr sz="1394" b="0">
                  <a:solidFill>
                    <a:srgbClr val="000000"/>
                  </a:solidFill>
                  <a:latin typeface="Arial"/>
                  <a:ea typeface="Arial"/>
                  <a:cs typeface="Arial"/>
                </a:defRPr>
              </a:defPPr>
              <a:lvl1pPr algn="ctr">
                <a:defRPr sz="1394" b="0">
                  <a:solidFill>
                    <a:srgbClr val="000000"/>
                  </a:solidFill>
                  <a:latin typeface="Arial"/>
                  <a:ea typeface="Arial"/>
                  <a:cs typeface="Arial"/>
                </a:defRPr>
              </a:lvl1pPr>
              <a:lvl2pPr algn="ctr">
                <a:defRPr sz="1394" b="0">
                  <a:solidFill>
                    <a:srgbClr val="000000"/>
                  </a:solidFill>
                  <a:latin typeface="Arial"/>
                  <a:ea typeface="Arial"/>
                  <a:cs typeface="Arial"/>
                </a:defRPr>
              </a:lvl2pPr>
              <a:lvl3pPr algn="ctr">
                <a:defRPr sz="1394" b="0">
                  <a:solidFill>
                    <a:srgbClr val="000000"/>
                  </a:solidFill>
                  <a:latin typeface="Arial"/>
                  <a:ea typeface="Arial"/>
                  <a:cs typeface="Arial"/>
                </a:defRPr>
              </a:lvl3pPr>
              <a:lvl4pPr algn="ctr">
                <a:defRPr sz="1394" b="0">
                  <a:solidFill>
                    <a:srgbClr val="000000"/>
                  </a:solidFill>
                  <a:latin typeface="Arial"/>
                  <a:ea typeface="Arial"/>
                  <a:cs typeface="Arial"/>
                </a:defRPr>
              </a:lvl4pPr>
              <a:lvl5pPr algn="ctr">
                <a:defRPr sz="1394" b="0">
                  <a:solidFill>
                    <a:srgbClr val="000000"/>
                  </a:solidFill>
                  <a:latin typeface="Arial"/>
                  <a:ea typeface="Arial"/>
                  <a:cs typeface="Arial"/>
                </a:defRPr>
              </a:lvl5pPr>
              <a:lvl6pPr algn="ctr">
                <a:defRPr sz="1394" b="0">
                  <a:solidFill>
                    <a:srgbClr val="000000"/>
                  </a:solidFill>
                  <a:latin typeface="Arial"/>
                  <a:ea typeface="Arial"/>
                  <a:cs typeface="Arial"/>
                </a:defRPr>
              </a:lvl6pPr>
              <a:lvl7pPr algn="ctr">
                <a:defRPr sz="1394" b="0">
                  <a:solidFill>
                    <a:srgbClr val="000000"/>
                  </a:solidFill>
                  <a:latin typeface="Arial"/>
                  <a:ea typeface="Arial"/>
                  <a:cs typeface="Arial"/>
                </a:defRPr>
              </a:lvl7pPr>
              <a:lvl8pPr algn="ctr">
                <a:defRPr sz="1394" b="0">
                  <a:solidFill>
                    <a:srgbClr val="000000"/>
                  </a:solidFill>
                  <a:latin typeface="Arial"/>
                  <a:ea typeface="Arial"/>
                  <a:cs typeface="Arial"/>
                </a:defRPr>
              </a:lvl8pPr>
              <a:lvl9pPr algn="ctr">
                <a:defRPr sz="1394" b="0">
                  <a:solidFill>
                    <a:srgbClr val="000000"/>
                  </a:solidFill>
                  <a:latin typeface="Arial"/>
                  <a:ea typeface="Arial"/>
                  <a:cs typeface="Arial"/>
                </a:defRPr>
              </a:lvl9pPr>
            </a:lstStyle>
            <a:p>
              <a:pPr algn="ctr">
                <a:defRPr sz="1394" b="0">
                  <a:solidFill>
                    <a:srgbClr val="000000"/>
                  </a:solidFill>
                  <a:latin typeface="Arial"/>
                  <a:ea typeface="Arial"/>
                  <a:cs typeface="Arial"/>
                </a:defRPr>
              </a:pPr>
              <a:r>
                <a:rPr sz="1394" b="0">
                  <a:solidFill>
                    <a:srgbClr val="000000"/>
                  </a:solidFill>
                  <a:latin typeface="Arial"/>
                  <a:ea typeface="Arial"/>
                  <a:cs typeface="Arial"/>
                </a:rPr>
                <a:t>2</a:t>
              </a:r>
            </a:p>
          </p:txBody>
        </p:sp>
        <p:sp>
          <p:nvSpPr>
            <p:cNvPr id="100062" name="(c) Potential sections"/>
            <p:cNvSpPr/>
            <p:nvPr/>
          </p:nvSpPr>
          <p:spPr>
            <a:xfrm>
              <a:off x="190500" y="2828925"/>
              <a:ext cx="10572750" cy="295275"/>
            </a:xfrm>
            <a:prstGeom prst="rect">
              <a:avLst/>
            </a:prstGeom>
            <a:noFill/>
            <a:ln>
              <a:noFill/>
            </a:ln>
          </p:spPr>
          <p:txBody>
            <a:bodyPr wrap="none" lIns="0" rIns="0" tIns="0" bIns="0" anchor="ctr"/>
            <a:lstStyle/>
            <a:p>
              <a:pPr algn="l"/>
              <a:r>
                <a:rPr sz="2013" b="1" i="0">
                  <a:solidFill>
                    <a:srgbClr val="000000"/>
                  </a:solidFill>
                  <a:latin typeface="Arial"/>
                  <a:ea typeface="Arial"/>
                  <a:cs typeface="Arial"/>
                </a:rPr>
                <a:t>(c) Potential sections</a:t>
              </a:r>
            </a:p>
          </p:txBody>
        </p:sp>
        <p:sp>
          <p:nvSpPr>
            <p:cNvPr id="100063" name="z = -2 bohr"/>
            <p:cNvSpPr/>
            <p:nvPr/>
          </p:nvSpPr>
          <p:spPr>
            <a:xfrm>
              <a:off x="285750" y="3143250"/>
              <a:ext cx="2162175" cy="266700"/>
            </a:xfrm>
            <a:prstGeom prst="rect">
              <a:avLst/>
            </a:prstGeom>
            <a:noFill/>
            <a:ln>
              <a:noFill/>
            </a:ln>
          </p:spPr>
          <p:txBody>
            <a:bodyPr wrap="none" lIns="0" rIns="0" tIns="0" bIns="0" anchor="ctr"/>
            <a:lstStyle/>
            <a:p>
              <a:pPr algn="ctr"/>
              <a:r>
                <a:rPr sz="1703" b="1" i="0">
                  <a:solidFill>
                    <a:srgbClr val="000000"/>
                  </a:solidFill>
                  <a:latin typeface="Arial"/>
                  <a:ea typeface="Arial"/>
                  <a:cs typeface="Arial"/>
                </a:rPr>
                <a:t>z = -2 bohr</a:t>
              </a:r>
            </a:p>
          </p:txBody>
        </p:sp>
        <p:pic>
          <p:nvPicPr>
            <p:cNvPr id="100064" name="Benzene original reconstructed section 0"/>
            <p:cNvPicPr/>
            <p:nvPr/>
          </p:nvPicPr>
          <p:blipFill>
            <a:blip r:embed="addedSource100064"/>
            <a:stretch>
              <a:fillRect/>
            </a:stretch>
          </p:blipFill>
          <p:spPr>
            <a:xfrm>
              <a:off x="428625" y="3429000"/>
              <a:ext cx="1876425" cy="1876425"/>
            </a:xfrm>
            <a:prstGeom prst="rect">
              <a:avLst/>
            </a:prstGeom>
          </p:spPr>
        </p:pic>
        <p:sp>
          <p:nvSpPr>
            <p:cNvPr id="100065" name="-6"/>
            <p:cNvSpPr/>
            <p:nvPr/>
          </p:nvSpPr>
          <p:spPr>
            <a:xfrm>
              <a:off x="209550" y="5343525"/>
              <a:ext cx="438150" cy="228600"/>
            </a:xfrm>
            <a:prstGeom prst="rect">
              <a:avLst/>
            </a:prstGeom>
            <a:noFill/>
            <a:ln>
              <a:noFill/>
            </a:ln>
          </p:spPr>
          <p:txBody>
            <a:bodyPr wrap="none" lIns="0" rIns="0" tIns="0" bIns="0" anchor="ctr"/>
            <a:lstStyle/>
            <a:p>
              <a:pPr algn="ctr"/>
              <a:r>
                <a:rPr sz="1394" b="0" i="0">
                  <a:solidFill>
                    <a:srgbClr val="000000"/>
                  </a:solidFill>
                  <a:latin typeface="Arial"/>
                  <a:ea typeface="Arial"/>
                  <a:cs typeface="Arial"/>
                </a:rPr>
                <a:t>-6</a:t>
              </a:r>
            </a:p>
          </p:txBody>
        </p:sp>
        <p:sp>
          <p:nvSpPr>
            <p:cNvPr id="100066" name="-6"/>
            <p:cNvSpPr/>
            <p:nvPr/>
          </p:nvSpPr>
          <p:spPr>
            <a:xfrm>
              <a:off x="57150" y="5191125"/>
              <a:ext cx="304800" cy="228600"/>
            </a:xfrm>
            <a:prstGeom prst="rect">
              <a:avLst/>
            </a:prstGeom>
            <a:noFill/>
            <a:ln>
              <a:noFill/>
            </a:ln>
          </p:spPr>
          <p:txBody>
            <a:bodyPr wrap="none" lIns="0" rIns="0" tIns="0" bIns="0" anchor="ctr"/>
            <a:lstStyle/>
            <a:p>
              <a:pPr algn="r"/>
              <a:r>
                <a:rPr sz="1394" b="0" i="0">
                  <a:solidFill>
                    <a:srgbClr val="000000"/>
                  </a:solidFill>
                  <a:latin typeface="Arial"/>
                  <a:ea typeface="Arial"/>
                  <a:cs typeface="Arial"/>
                </a:rPr>
                <a:t>-6</a:t>
              </a:r>
            </a:p>
          </p:txBody>
        </p:sp>
        <p:sp>
          <p:nvSpPr>
            <p:cNvPr id="100067" name="0"/>
            <p:cNvSpPr/>
            <p:nvPr/>
          </p:nvSpPr>
          <p:spPr>
            <a:xfrm>
              <a:off x="1147763" y="5343525"/>
              <a:ext cx="438150" cy="228600"/>
            </a:xfrm>
            <a:prstGeom prst="rect">
              <a:avLst/>
            </a:prstGeom>
            <a:noFill/>
            <a:ln>
              <a:noFill/>
            </a:ln>
          </p:spPr>
          <p:txBody>
            <a:bodyPr wrap="none" lIns="0" rIns="0" tIns="0" bIns="0" anchor="ctr"/>
            <a:lstStyle/>
            <a:p>
              <a:pPr algn="ctr"/>
              <a:r>
                <a:rPr sz="1394" b="0" i="0">
                  <a:solidFill>
                    <a:srgbClr val="000000"/>
                  </a:solidFill>
                  <a:latin typeface="Arial"/>
                  <a:ea typeface="Arial"/>
                  <a:cs typeface="Arial"/>
                </a:rPr>
                <a:t>0</a:t>
              </a:r>
            </a:p>
          </p:txBody>
        </p:sp>
        <p:sp>
          <p:nvSpPr>
            <p:cNvPr id="100068" name="0"/>
            <p:cNvSpPr/>
            <p:nvPr/>
          </p:nvSpPr>
          <p:spPr>
            <a:xfrm>
              <a:off x="57150" y="4252912"/>
              <a:ext cx="304800" cy="228600"/>
            </a:xfrm>
            <a:prstGeom prst="rect">
              <a:avLst/>
            </a:prstGeom>
            <a:noFill/>
            <a:ln>
              <a:noFill/>
            </a:ln>
          </p:spPr>
          <p:txBody>
            <a:bodyPr wrap="none" lIns="0" rIns="0" tIns="0" bIns="0" anchor="ctr"/>
            <a:lstStyle/>
            <a:p>
              <a:pPr algn="r"/>
              <a:r>
                <a:rPr sz="1394" b="0" i="0">
                  <a:solidFill>
                    <a:srgbClr val="000000"/>
                  </a:solidFill>
                  <a:latin typeface="Arial"/>
                  <a:ea typeface="Arial"/>
                  <a:cs typeface="Arial"/>
                </a:rPr>
                <a:t>0</a:t>
              </a:r>
            </a:p>
          </p:txBody>
        </p:sp>
        <p:sp>
          <p:nvSpPr>
            <p:cNvPr id="100069" name="6"/>
            <p:cNvSpPr/>
            <p:nvPr/>
          </p:nvSpPr>
          <p:spPr>
            <a:xfrm>
              <a:off x="2085975" y="5343525"/>
              <a:ext cx="438150" cy="228600"/>
            </a:xfrm>
            <a:prstGeom prst="rect">
              <a:avLst/>
            </a:prstGeom>
            <a:noFill/>
            <a:ln>
              <a:noFill/>
            </a:ln>
          </p:spPr>
          <p:txBody>
            <a:bodyPr wrap="none" lIns="0" rIns="0" tIns="0" bIns="0" anchor="ctr"/>
            <a:lstStyle/>
            <a:p>
              <a:pPr algn="ctr"/>
              <a:r>
                <a:rPr sz="1394" b="0" i="0">
                  <a:solidFill>
                    <a:srgbClr val="000000"/>
                  </a:solidFill>
                  <a:latin typeface="Arial"/>
                  <a:ea typeface="Arial"/>
                  <a:cs typeface="Arial"/>
                </a:rPr>
                <a:t>6</a:t>
              </a:r>
            </a:p>
          </p:txBody>
        </p:sp>
        <p:sp>
          <p:nvSpPr>
            <p:cNvPr id="100070" name="6"/>
            <p:cNvSpPr/>
            <p:nvPr/>
          </p:nvSpPr>
          <p:spPr>
            <a:xfrm>
              <a:off x="57150" y="3314700"/>
              <a:ext cx="304800" cy="228600"/>
            </a:xfrm>
            <a:prstGeom prst="rect">
              <a:avLst/>
            </a:prstGeom>
            <a:noFill/>
            <a:ln>
              <a:noFill/>
            </a:ln>
          </p:spPr>
          <p:txBody>
            <a:bodyPr wrap="none" lIns="0" rIns="0" tIns="0" bIns="0" anchor="ctr"/>
            <a:lstStyle/>
            <a:p>
              <a:pPr algn="r"/>
              <a:r>
                <a:rPr sz="1394" b="0" i="0">
                  <a:solidFill>
                    <a:srgbClr val="000000"/>
                  </a:solidFill>
                  <a:latin typeface="Arial"/>
                  <a:ea typeface="Arial"/>
                  <a:cs typeface="Arial"/>
                </a:rPr>
                <a:t>6</a:t>
              </a:r>
            </a:p>
          </p:txBody>
        </p:sp>
        <p:sp>
          <p:nvSpPr>
            <p:cNvPr id="100071" name="x (bohr)"/>
            <p:cNvSpPr/>
            <p:nvPr/>
          </p:nvSpPr>
          <p:spPr>
            <a:xfrm>
              <a:off x="428625" y="5591175"/>
              <a:ext cx="1876425" cy="228600"/>
            </a:xfrm>
            <a:prstGeom prst="rect">
              <a:avLst/>
            </a:prstGeom>
            <a:noFill/>
            <a:ln>
              <a:noFill/>
            </a:ln>
          </p:spPr>
          <p:txBody>
            <a:bodyPr wrap="none" lIns="0" rIns="0" tIns="0" bIns="0" anchor="ctr"/>
            <a:lstStyle/>
            <a:p>
              <a:pPr algn="ctr"/>
              <a:r>
                <a:rPr sz="1471" b="0" i="0">
                  <a:solidFill>
                    <a:srgbClr val="000000"/>
                  </a:solidFill>
                  <a:latin typeface="Arial"/>
                  <a:ea typeface="Arial"/>
                  <a:cs typeface="Arial"/>
                </a:rPr>
                <a:t>x (bohr)</a:t>
              </a:r>
            </a:p>
          </p:txBody>
        </p:sp>
        <p:sp>
          <p:nvSpPr>
            <p:cNvPr id="100072" name="z = -1 bohr"/>
            <p:cNvSpPr/>
            <p:nvPr/>
          </p:nvSpPr>
          <p:spPr>
            <a:xfrm>
              <a:off x="2381250" y="3143250"/>
              <a:ext cx="2162175" cy="266700"/>
            </a:xfrm>
            <a:prstGeom prst="rect">
              <a:avLst/>
            </a:prstGeom>
            <a:noFill/>
            <a:ln>
              <a:noFill/>
            </a:ln>
          </p:spPr>
          <p:txBody>
            <a:bodyPr wrap="none" lIns="0" rIns="0" tIns="0" bIns="0" anchor="ctr"/>
            <a:lstStyle/>
            <a:p>
              <a:pPr algn="ctr"/>
              <a:r>
                <a:rPr sz="1703" b="1" i="0">
                  <a:solidFill>
                    <a:srgbClr val="000000"/>
                  </a:solidFill>
                  <a:latin typeface="Arial"/>
                  <a:ea typeface="Arial"/>
                  <a:cs typeface="Arial"/>
                </a:rPr>
                <a:t>z = -1 bohr</a:t>
              </a:r>
            </a:p>
          </p:txBody>
        </p:sp>
        <p:pic>
          <p:nvPicPr>
            <p:cNvPr id="100073" name="Benzene original reconstructed section 5"/>
            <p:cNvPicPr/>
            <p:nvPr/>
          </p:nvPicPr>
          <p:blipFill>
            <a:blip r:embed="addedSource100073"/>
            <a:stretch>
              <a:fillRect/>
            </a:stretch>
          </p:blipFill>
          <p:spPr>
            <a:xfrm>
              <a:off x="2524125" y="3429000"/>
              <a:ext cx="1876425" cy="1876425"/>
            </a:xfrm>
            <a:prstGeom prst="rect">
              <a:avLst/>
            </a:prstGeom>
          </p:spPr>
        </p:pic>
        <p:sp>
          <p:nvSpPr>
            <p:cNvPr id="100074" name="-6"/>
            <p:cNvSpPr/>
            <p:nvPr/>
          </p:nvSpPr>
          <p:spPr>
            <a:xfrm>
              <a:off x="2305050" y="5343525"/>
              <a:ext cx="438150" cy="228600"/>
            </a:xfrm>
            <a:prstGeom prst="rect">
              <a:avLst/>
            </a:prstGeom>
            <a:noFill/>
            <a:ln>
              <a:noFill/>
            </a:ln>
          </p:spPr>
          <p:txBody>
            <a:bodyPr wrap="none" lIns="0" rIns="0" tIns="0" bIns="0" anchor="ctr"/>
            <a:lstStyle/>
            <a:p>
              <a:pPr algn="ctr"/>
              <a:r>
                <a:rPr sz="1394" b="0" i="0">
                  <a:solidFill>
                    <a:srgbClr val="000000"/>
                  </a:solidFill>
                  <a:latin typeface="Arial"/>
                  <a:ea typeface="Arial"/>
                  <a:cs typeface="Arial"/>
                </a:rPr>
                <a:t>-6</a:t>
              </a:r>
            </a:p>
          </p:txBody>
        </p:sp>
        <p:sp>
          <p:nvSpPr>
            <p:cNvPr id="100075" name="0"/>
            <p:cNvSpPr/>
            <p:nvPr/>
          </p:nvSpPr>
          <p:spPr>
            <a:xfrm>
              <a:off x="3243262" y="5343525"/>
              <a:ext cx="438150" cy="228600"/>
            </a:xfrm>
            <a:prstGeom prst="rect">
              <a:avLst/>
            </a:prstGeom>
            <a:noFill/>
            <a:ln>
              <a:noFill/>
            </a:ln>
          </p:spPr>
          <p:txBody>
            <a:bodyPr wrap="none" lIns="0" rIns="0" tIns="0" bIns="0" anchor="ctr"/>
            <a:lstStyle/>
            <a:p>
              <a:pPr algn="ctr"/>
              <a:r>
                <a:rPr sz="1394" b="0" i="0">
                  <a:solidFill>
                    <a:srgbClr val="000000"/>
                  </a:solidFill>
                  <a:latin typeface="Arial"/>
                  <a:ea typeface="Arial"/>
                  <a:cs typeface="Arial"/>
                </a:rPr>
                <a:t>0</a:t>
              </a:r>
            </a:p>
          </p:txBody>
        </p:sp>
        <p:sp>
          <p:nvSpPr>
            <p:cNvPr id="100076" name="6"/>
            <p:cNvSpPr/>
            <p:nvPr/>
          </p:nvSpPr>
          <p:spPr>
            <a:xfrm>
              <a:off x="4181475" y="5343525"/>
              <a:ext cx="438150" cy="228600"/>
            </a:xfrm>
            <a:prstGeom prst="rect">
              <a:avLst/>
            </a:prstGeom>
            <a:noFill/>
            <a:ln>
              <a:noFill/>
            </a:ln>
          </p:spPr>
          <p:txBody>
            <a:bodyPr wrap="none" lIns="0" rIns="0" tIns="0" bIns="0" anchor="ctr"/>
            <a:lstStyle/>
            <a:p>
              <a:pPr algn="ctr"/>
              <a:r>
                <a:rPr sz="1394" b="0" i="0">
                  <a:solidFill>
                    <a:srgbClr val="000000"/>
                  </a:solidFill>
                  <a:latin typeface="Arial"/>
                  <a:ea typeface="Arial"/>
                  <a:cs typeface="Arial"/>
                </a:rPr>
                <a:t>6</a:t>
              </a:r>
            </a:p>
          </p:txBody>
        </p:sp>
        <p:sp>
          <p:nvSpPr>
            <p:cNvPr id="100077" name="x (bohr)"/>
            <p:cNvSpPr/>
            <p:nvPr/>
          </p:nvSpPr>
          <p:spPr>
            <a:xfrm>
              <a:off x="2524125" y="5591175"/>
              <a:ext cx="1876425" cy="228600"/>
            </a:xfrm>
            <a:prstGeom prst="rect">
              <a:avLst/>
            </a:prstGeom>
            <a:noFill/>
            <a:ln>
              <a:noFill/>
            </a:ln>
          </p:spPr>
          <p:txBody>
            <a:bodyPr wrap="none" lIns="0" rIns="0" tIns="0" bIns="0" anchor="ctr"/>
            <a:lstStyle/>
            <a:p>
              <a:pPr algn="ctr"/>
              <a:r>
                <a:rPr sz="1471" b="0" i="0">
                  <a:solidFill>
                    <a:srgbClr val="000000"/>
                  </a:solidFill>
                  <a:latin typeface="Arial"/>
                  <a:ea typeface="Arial"/>
                  <a:cs typeface="Arial"/>
                </a:rPr>
                <a:t>x (bohr)</a:t>
              </a:r>
            </a:p>
          </p:txBody>
        </p:sp>
        <p:sp>
          <p:nvSpPr>
            <p:cNvPr id="100078" name="z = 0 bohr"/>
            <p:cNvSpPr/>
            <p:nvPr/>
          </p:nvSpPr>
          <p:spPr>
            <a:xfrm>
              <a:off x="4476750" y="3143250"/>
              <a:ext cx="2162175" cy="266700"/>
            </a:xfrm>
            <a:prstGeom prst="rect">
              <a:avLst/>
            </a:prstGeom>
            <a:noFill/>
            <a:ln>
              <a:noFill/>
            </a:ln>
          </p:spPr>
          <p:txBody>
            <a:bodyPr wrap="none" lIns="0" rIns="0" tIns="0" bIns="0" anchor="ctr"/>
            <a:lstStyle/>
            <a:p>
              <a:pPr algn="ctr"/>
              <a:r>
                <a:rPr sz="1703" b="1" i="0">
                  <a:solidFill>
                    <a:srgbClr val="000000"/>
                  </a:solidFill>
                  <a:latin typeface="Arial"/>
                  <a:ea typeface="Arial"/>
                  <a:cs typeface="Arial"/>
                </a:rPr>
                <a:t>z = 0 bohr</a:t>
              </a:r>
            </a:p>
          </p:txBody>
        </p:sp>
        <p:pic>
          <p:nvPicPr>
            <p:cNvPr id="100079" name="Benzene original reconstructed section 10"/>
            <p:cNvPicPr/>
            <p:nvPr/>
          </p:nvPicPr>
          <p:blipFill>
            <a:blip r:embed="addedSource100079"/>
            <a:stretch>
              <a:fillRect/>
            </a:stretch>
          </p:blipFill>
          <p:spPr>
            <a:xfrm>
              <a:off x="4619625" y="3429000"/>
              <a:ext cx="1876425" cy="1876425"/>
            </a:xfrm>
            <a:prstGeom prst="rect">
              <a:avLst/>
            </a:prstGeom>
          </p:spPr>
        </p:pic>
        <p:sp>
          <p:nvSpPr>
            <p:cNvPr id="100080" name="-6"/>
            <p:cNvSpPr/>
            <p:nvPr/>
          </p:nvSpPr>
          <p:spPr>
            <a:xfrm>
              <a:off x="4400550" y="5343525"/>
              <a:ext cx="438150" cy="228600"/>
            </a:xfrm>
            <a:prstGeom prst="rect">
              <a:avLst/>
            </a:prstGeom>
            <a:noFill/>
            <a:ln>
              <a:noFill/>
            </a:ln>
          </p:spPr>
          <p:txBody>
            <a:bodyPr wrap="none" lIns="0" rIns="0" tIns="0" bIns="0" anchor="ctr"/>
            <a:lstStyle/>
            <a:p>
              <a:pPr algn="ctr"/>
              <a:r>
                <a:rPr sz="1394" b="0" i="0">
                  <a:solidFill>
                    <a:srgbClr val="000000"/>
                  </a:solidFill>
                  <a:latin typeface="Arial"/>
                  <a:ea typeface="Arial"/>
                  <a:cs typeface="Arial"/>
                </a:rPr>
                <a:t>-6</a:t>
              </a:r>
            </a:p>
          </p:txBody>
        </p:sp>
        <p:sp>
          <p:nvSpPr>
            <p:cNvPr id="100081" name="0"/>
            <p:cNvSpPr/>
            <p:nvPr/>
          </p:nvSpPr>
          <p:spPr>
            <a:xfrm>
              <a:off x="5338763" y="5343525"/>
              <a:ext cx="438150" cy="228600"/>
            </a:xfrm>
            <a:prstGeom prst="rect">
              <a:avLst/>
            </a:prstGeom>
            <a:noFill/>
            <a:ln>
              <a:noFill/>
            </a:ln>
          </p:spPr>
          <p:txBody>
            <a:bodyPr wrap="none" lIns="0" rIns="0" tIns="0" bIns="0" anchor="ctr"/>
            <a:lstStyle/>
            <a:p>
              <a:pPr algn="ctr"/>
              <a:r>
                <a:rPr sz="1394" b="0" i="0">
                  <a:solidFill>
                    <a:srgbClr val="000000"/>
                  </a:solidFill>
                  <a:latin typeface="Arial"/>
                  <a:ea typeface="Arial"/>
                  <a:cs typeface="Arial"/>
                </a:rPr>
                <a:t>0</a:t>
              </a:r>
            </a:p>
          </p:txBody>
        </p:sp>
        <p:sp>
          <p:nvSpPr>
            <p:cNvPr id="100082" name="6"/>
            <p:cNvSpPr/>
            <p:nvPr/>
          </p:nvSpPr>
          <p:spPr>
            <a:xfrm>
              <a:off x="6276975" y="5343525"/>
              <a:ext cx="438150" cy="228600"/>
            </a:xfrm>
            <a:prstGeom prst="rect">
              <a:avLst/>
            </a:prstGeom>
            <a:noFill/>
            <a:ln>
              <a:noFill/>
            </a:ln>
          </p:spPr>
          <p:txBody>
            <a:bodyPr wrap="none" lIns="0" rIns="0" tIns="0" bIns="0" anchor="ctr"/>
            <a:lstStyle/>
            <a:p>
              <a:pPr algn="ctr"/>
              <a:r>
                <a:rPr sz="1394" b="0" i="0">
                  <a:solidFill>
                    <a:srgbClr val="000000"/>
                  </a:solidFill>
                  <a:latin typeface="Arial"/>
                  <a:ea typeface="Arial"/>
                  <a:cs typeface="Arial"/>
                </a:rPr>
                <a:t>6</a:t>
              </a:r>
            </a:p>
          </p:txBody>
        </p:sp>
        <p:sp>
          <p:nvSpPr>
            <p:cNvPr id="100083" name="x (bohr)"/>
            <p:cNvSpPr/>
            <p:nvPr/>
          </p:nvSpPr>
          <p:spPr>
            <a:xfrm>
              <a:off x="4619625" y="5591175"/>
              <a:ext cx="1876425" cy="228600"/>
            </a:xfrm>
            <a:prstGeom prst="rect">
              <a:avLst/>
            </a:prstGeom>
            <a:noFill/>
            <a:ln>
              <a:noFill/>
            </a:ln>
          </p:spPr>
          <p:txBody>
            <a:bodyPr wrap="none" lIns="0" rIns="0" tIns="0" bIns="0" anchor="ctr"/>
            <a:lstStyle/>
            <a:p>
              <a:pPr algn="ctr"/>
              <a:r>
                <a:rPr sz="1471" b="0" i="0">
                  <a:solidFill>
                    <a:srgbClr val="000000"/>
                  </a:solidFill>
                  <a:latin typeface="Arial"/>
                  <a:ea typeface="Arial"/>
                  <a:cs typeface="Arial"/>
                </a:rPr>
                <a:t>x (bohr)</a:t>
              </a:r>
            </a:p>
          </p:txBody>
        </p:sp>
        <p:sp>
          <p:nvSpPr>
            <p:cNvPr id="100084" name="z = 1 bohr"/>
            <p:cNvSpPr/>
            <p:nvPr/>
          </p:nvSpPr>
          <p:spPr>
            <a:xfrm>
              <a:off x="6572250" y="3143250"/>
              <a:ext cx="2162175" cy="266700"/>
            </a:xfrm>
            <a:prstGeom prst="rect">
              <a:avLst/>
            </a:prstGeom>
            <a:noFill/>
            <a:ln>
              <a:noFill/>
            </a:ln>
          </p:spPr>
          <p:txBody>
            <a:bodyPr wrap="none" lIns="0" rIns="0" tIns="0" bIns="0" anchor="ctr"/>
            <a:lstStyle/>
            <a:p>
              <a:pPr algn="ctr"/>
              <a:r>
                <a:rPr sz="1703" b="1" i="0">
                  <a:solidFill>
                    <a:srgbClr val="000000"/>
                  </a:solidFill>
                  <a:latin typeface="Arial"/>
                  <a:ea typeface="Arial"/>
                  <a:cs typeface="Arial"/>
                </a:rPr>
                <a:t>z = 1 bohr</a:t>
              </a:r>
            </a:p>
          </p:txBody>
        </p:sp>
        <p:pic>
          <p:nvPicPr>
            <p:cNvPr id="100085" name="Benzene original reconstructed section 15"/>
            <p:cNvPicPr/>
            <p:nvPr/>
          </p:nvPicPr>
          <p:blipFill>
            <a:blip r:embed="addedSource100085"/>
            <a:stretch>
              <a:fillRect/>
            </a:stretch>
          </p:blipFill>
          <p:spPr>
            <a:xfrm>
              <a:off x="6715125" y="3429000"/>
              <a:ext cx="1876425" cy="1876425"/>
            </a:xfrm>
            <a:prstGeom prst="rect">
              <a:avLst/>
            </a:prstGeom>
          </p:spPr>
        </p:pic>
        <p:sp>
          <p:nvSpPr>
            <p:cNvPr id="100086" name="-6"/>
            <p:cNvSpPr/>
            <p:nvPr/>
          </p:nvSpPr>
          <p:spPr>
            <a:xfrm>
              <a:off x="6496050" y="5343525"/>
              <a:ext cx="438150" cy="228600"/>
            </a:xfrm>
            <a:prstGeom prst="rect">
              <a:avLst/>
            </a:prstGeom>
            <a:noFill/>
            <a:ln>
              <a:noFill/>
            </a:ln>
          </p:spPr>
          <p:txBody>
            <a:bodyPr wrap="none" lIns="0" rIns="0" tIns="0" bIns="0" anchor="ctr"/>
            <a:lstStyle/>
            <a:p>
              <a:pPr algn="ctr"/>
              <a:r>
                <a:rPr sz="1394" b="0" i="0">
                  <a:solidFill>
                    <a:srgbClr val="000000"/>
                  </a:solidFill>
                  <a:latin typeface="Arial"/>
                  <a:ea typeface="Arial"/>
                  <a:cs typeface="Arial"/>
                </a:rPr>
                <a:t>-6</a:t>
              </a:r>
            </a:p>
          </p:txBody>
        </p:sp>
        <p:sp>
          <p:nvSpPr>
            <p:cNvPr id="100087" name="0"/>
            <p:cNvSpPr/>
            <p:nvPr/>
          </p:nvSpPr>
          <p:spPr>
            <a:xfrm>
              <a:off x="7434262" y="5343525"/>
              <a:ext cx="438150" cy="228600"/>
            </a:xfrm>
            <a:prstGeom prst="rect">
              <a:avLst/>
            </a:prstGeom>
            <a:noFill/>
            <a:ln>
              <a:noFill/>
            </a:ln>
          </p:spPr>
          <p:txBody>
            <a:bodyPr wrap="none" lIns="0" rIns="0" tIns="0" bIns="0" anchor="ctr"/>
            <a:lstStyle/>
            <a:p>
              <a:pPr algn="ctr"/>
              <a:r>
                <a:rPr sz="1394" b="0" i="0">
                  <a:solidFill>
                    <a:srgbClr val="000000"/>
                  </a:solidFill>
                  <a:latin typeface="Arial"/>
                  <a:ea typeface="Arial"/>
                  <a:cs typeface="Arial"/>
                </a:rPr>
                <a:t>0</a:t>
              </a:r>
            </a:p>
          </p:txBody>
        </p:sp>
        <p:sp>
          <p:nvSpPr>
            <p:cNvPr id="100088" name="6"/>
            <p:cNvSpPr/>
            <p:nvPr/>
          </p:nvSpPr>
          <p:spPr>
            <a:xfrm>
              <a:off x="8372475" y="5343525"/>
              <a:ext cx="438150" cy="228600"/>
            </a:xfrm>
            <a:prstGeom prst="rect">
              <a:avLst/>
            </a:prstGeom>
            <a:noFill/>
            <a:ln>
              <a:noFill/>
            </a:ln>
          </p:spPr>
          <p:txBody>
            <a:bodyPr wrap="none" lIns="0" rIns="0" tIns="0" bIns="0" anchor="ctr"/>
            <a:lstStyle/>
            <a:p>
              <a:pPr algn="ctr"/>
              <a:r>
                <a:rPr sz="1394" b="0" i="0">
                  <a:solidFill>
                    <a:srgbClr val="000000"/>
                  </a:solidFill>
                  <a:latin typeface="Arial"/>
                  <a:ea typeface="Arial"/>
                  <a:cs typeface="Arial"/>
                </a:rPr>
                <a:t>6</a:t>
              </a:r>
            </a:p>
          </p:txBody>
        </p:sp>
        <p:sp>
          <p:nvSpPr>
            <p:cNvPr id="100089" name="x (bohr)"/>
            <p:cNvSpPr/>
            <p:nvPr/>
          </p:nvSpPr>
          <p:spPr>
            <a:xfrm>
              <a:off x="6715125" y="5591175"/>
              <a:ext cx="1876425" cy="228600"/>
            </a:xfrm>
            <a:prstGeom prst="rect">
              <a:avLst/>
            </a:prstGeom>
            <a:noFill/>
            <a:ln>
              <a:noFill/>
            </a:ln>
          </p:spPr>
          <p:txBody>
            <a:bodyPr wrap="none" lIns="0" rIns="0" tIns="0" bIns="0" anchor="ctr"/>
            <a:lstStyle/>
            <a:p>
              <a:pPr algn="ctr"/>
              <a:r>
                <a:rPr sz="1471" b="0" i="0">
                  <a:solidFill>
                    <a:srgbClr val="000000"/>
                  </a:solidFill>
                  <a:latin typeface="Arial"/>
                  <a:ea typeface="Arial"/>
                  <a:cs typeface="Arial"/>
                </a:rPr>
                <a:t>x (bohr)</a:t>
              </a:r>
            </a:p>
          </p:txBody>
        </p:sp>
        <p:sp>
          <p:nvSpPr>
            <p:cNvPr id="100090" name="z = 2 bohr"/>
            <p:cNvSpPr/>
            <p:nvPr/>
          </p:nvSpPr>
          <p:spPr>
            <a:xfrm>
              <a:off x="8667750" y="3143250"/>
              <a:ext cx="2162175" cy="266700"/>
            </a:xfrm>
            <a:prstGeom prst="rect">
              <a:avLst/>
            </a:prstGeom>
            <a:noFill/>
            <a:ln>
              <a:noFill/>
            </a:ln>
          </p:spPr>
          <p:txBody>
            <a:bodyPr wrap="none" lIns="0" rIns="0" tIns="0" bIns="0" anchor="ctr"/>
            <a:lstStyle/>
            <a:p>
              <a:pPr algn="ctr"/>
              <a:r>
                <a:rPr sz="1703" b="1" i="0">
                  <a:solidFill>
                    <a:srgbClr val="000000"/>
                  </a:solidFill>
                  <a:latin typeface="Arial"/>
                  <a:ea typeface="Arial"/>
                  <a:cs typeface="Arial"/>
                </a:rPr>
                <a:t>z = 2 bohr</a:t>
              </a:r>
            </a:p>
          </p:txBody>
        </p:sp>
        <p:pic>
          <p:nvPicPr>
            <p:cNvPr id="100091" name="Benzene original reconstructed section 20"/>
            <p:cNvPicPr/>
            <p:nvPr/>
          </p:nvPicPr>
          <p:blipFill>
            <a:blip r:embed="addedSource100091"/>
            <a:stretch>
              <a:fillRect/>
            </a:stretch>
          </p:blipFill>
          <p:spPr>
            <a:xfrm>
              <a:off x="8810625" y="3429000"/>
              <a:ext cx="1876425" cy="1876425"/>
            </a:xfrm>
            <a:prstGeom prst="rect">
              <a:avLst/>
            </a:prstGeom>
          </p:spPr>
        </p:pic>
        <p:sp>
          <p:nvSpPr>
            <p:cNvPr id="100092" name="-6"/>
            <p:cNvSpPr/>
            <p:nvPr/>
          </p:nvSpPr>
          <p:spPr>
            <a:xfrm>
              <a:off x="8591550" y="5343525"/>
              <a:ext cx="438150" cy="228600"/>
            </a:xfrm>
            <a:prstGeom prst="rect">
              <a:avLst/>
            </a:prstGeom>
            <a:noFill/>
            <a:ln>
              <a:noFill/>
            </a:ln>
          </p:spPr>
          <p:txBody>
            <a:bodyPr wrap="none" lIns="0" rIns="0" tIns="0" bIns="0" anchor="ctr"/>
            <a:lstStyle/>
            <a:p>
              <a:pPr algn="ctr"/>
              <a:r>
                <a:rPr sz="1394" b="0" i="0">
                  <a:solidFill>
                    <a:srgbClr val="000000"/>
                  </a:solidFill>
                  <a:latin typeface="Arial"/>
                  <a:ea typeface="Arial"/>
                  <a:cs typeface="Arial"/>
                </a:rPr>
                <a:t>-6</a:t>
              </a:r>
            </a:p>
          </p:txBody>
        </p:sp>
        <p:sp>
          <p:nvSpPr>
            <p:cNvPr id="100093" name="0"/>
            <p:cNvSpPr/>
            <p:nvPr/>
          </p:nvSpPr>
          <p:spPr>
            <a:xfrm>
              <a:off x="9529763" y="5343525"/>
              <a:ext cx="438150" cy="228600"/>
            </a:xfrm>
            <a:prstGeom prst="rect">
              <a:avLst/>
            </a:prstGeom>
            <a:noFill/>
            <a:ln>
              <a:noFill/>
            </a:ln>
          </p:spPr>
          <p:txBody>
            <a:bodyPr wrap="none" lIns="0" rIns="0" tIns="0" bIns="0" anchor="ctr"/>
            <a:lstStyle/>
            <a:p>
              <a:pPr algn="ctr"/>
              <a:r>
                <a:rPr sz="1394" b="0" i="0">
                  <a:solidFill>
                    <a:srgbClr val="000000"/>
                  </a:solidFill>
                  <a:latin typeface="Arial"/>
                  <a:ea typeface="Arial"/>
                  <a:cs typeface="Arial"/>
                </a:rPr>
                <a:t>0</a:t>
              </a:r>
            </a:p>
          </p:txBody>
        </p:sp>
        <p:sp>
          <p:nvSpPr>
            <p:cNvPr id="100094" name="6"/>
            <p:cNvSpPr/>
            <p:nvPr/>
          </p:nvSpPr>
          <p:spPr>
            <a:xfrm>
              <a:off x="10467975" y="5343525"/>
              <a:ext cx="438150" cy="228600"/>
            </a:xfrm>
            <a:prstGeom prst="rect">
              <a:avLst/>
            </a:prstGeom>
            <a:noFill/>
            <a:ln>
              <a:noFill/>
            </a:ln>
          </p:spPr>
          <p:txBody>
            <a:bodyPr wrap="none" lIns="0" rIns="0" tIns="0" bIns="0" anchor="ctr"/>
            <a:lstStyle/>
            <a:p>
              <a:pPr algn="ctr"/>
              <a:r>
                <a:rPr sz="1394" b="0" i="0">
                  <a:solidFill>
                    <a:srgbClr val="000000"/>
                  </a:solidFill>
                  <a:latin typeface="Arial"/>
                  <a:ea typeface="Arial"/>
                  <a:cs typeface="Arial"/>
                </a:rPr>
                <a:t>6</a:t>
              </a:r>
            </a:p>
          </p:txBody>
        </p:sp>
        <p:sp>
          <p:nvSpPr>
            <p:cNvPr id="100095" name="x (bohr)"/>
            <p:cNvSpPr/>
            <p:nvPr/>
          </p:nvSpPr>
          <p:spPr>
            <a:xfrm>
              <a:off x="8810625" y="5591175"/>
              <a:ext cx="1876425" cy="228600"/>
            </a:xfrm>
            <a:prstGeom prst="rect">
              <a:avLst/>
            </a:prstGeom>
            <a:noFill/>
            <a:ln>
              <a:noFill/>
            </a:ln>
          </p:spPr>
          <p:txBody>
            <a:bodyPr wrap="none" lIns="0" rIns="0" tIns="0" bIns="0" anchor="ctr"/>
            <a:lstStyle/>
            <a:p>
              <a:pPr algn="ctr"/>
              <a:r>
                <a:rPr sz="1471" b="0" i="0">
                  <a:solidFill>
                    <a:srgbClr val="000000"/>
                  </a:solidFill>
                  <a:latin typeface="Arial"/>
                  <a:ea typeface="Arial"/>
                  <a:cs typeface="Arial"/>
                </a:rPr>
                <a:t>x (bohr)</a:t>
              </a:r>
            </a:p>
          </p:txBody>
        </p:sp>
      </p:grpSp>
    </p:spTree>
    <p:extLst>
      <p:ext uri="{BB962C8B-B14F-4D97-AF65-F5344CB8AC3E}">
        <ns4:creationId val="1464075205"/>
      </p:ext>
    </p:extLst>
  </p:cSld>
</p:sld>
</file>

<file path=ppt/slides/slide10.xml><?xml version="1.0" encoding="utf-8"?>
<p:sld xmlns:a="http://schemas.openxmlformats.org/drawingml/2006/main" xmlns:ns2="http://schemas.microsoft.com/office/drawing/2014/main" xmlns:ns4="http://schemas.microsoft.com/office/powerpoint/2010/main" xmlns:p="http://schemas.openxmlformats.org/presentationml/2006/main" xmlns:r="http://schemas.openxmlformats.org/officeDocument/2006/relationships">
  <p:cSld>
    <p:bg>
      <p:bgPr>
        <a:solidFill>
          <a:srgbClr val="FFFFFF"/>
        </a:solidFill>
      </p:bgPr>
    </p:bg>
    <p:spTree>
      <p:nvGrpSpPr>
        <p:cNvPr id="1" name=""/>
        <p:cNvGrpSpPr/>
        <p:nvPr/>
      </p:nvGrpSpPr>
      <p:grpSpPr>
        <a:xfrm/>
      </p:grpSpPr>
      <p:grpSp>
        <p:nvGrpSpPr>
          <p:cNvPr id="10064" name="Manuscript Figure 10: Tangaroa results"/>
          <p:cNvGrpSpPr/>
          <p:nvPr/>
        </p:nvGrpSpPr>
        <p:grpSpPr>
          <a:xfrm>
            <a:off x="0" y="570767"/>
            <a:ext cx="12801600" cy="4954465"/>
            <a:chOff x="0" y="0"/>
            <a:chExt cx="11887200" cy="4600575"/>
          </a:xfrm>
        </p:grpSpPr>
        <p:sp>
          <p:nvSpPr>
            <p:cNvPr id="2" name="text_001">
              <a:extLst>
                <a:ext uri="{FF2B5EF4-FFF2-40B4-BE49-F238E27FC236}">
                  <ns2:creationId id="{C838C582-4158-4C61-BEE3-488CA74B6602}"/>
                </a:ext>
              </a:extLst>
            </p:cNvPr>
            <p:cNvSpPr>
              <a:spLocks noGrp="1"/>
            </p:cNvSpPr>
            <p:nvPr/>
          </p:nvSpPr>
          <p:spPr>
            <a:xfrm>
              <a:off x="1057275" y="28575"/>
              <a:ext cx="6191250" cy="247650"/>
            </a:xfrm>
            <a:prstGeom prst="rect">
              <a:avLst/>
            </a:prstGeom>
            <a:noFill/>
            <a:ln w="0">
              <a:noFill/>
              <a:prstDash val="solid"/>
            </a:ln>
          </p:spPr>
          <p:txBody>
            <a:bodyPr wrap="none" lIns="0" tIns="0" rIns="0" bIns="0" anchor="t">
              <a:noAutofit/>
            </a:bodyPr>
            <a:lstStyle>
              <a:defPPr algn="l">
                <a:defRPr sz="1938" b="1">
                  <a:solidFill>
                    <a:srgbClr val="000000"/>
                  </a:solidFill>
                  <a:latin typeface="Arial"/>
                  <a:ea typeface="Arial"/>
                  <a:cs typeface="Arial"/>
                </a:defRPr>
              </a:defPPr>
              <a:lvl1pPr algn="l">
                <a:defRPr sz="1938" b="1">
                  <a:solidFill>
                    <a:srgbClr val="000000"/>
                  </a:solidFill>
                  <a:latin typeface="Arial"/>
                  <a:ea typeface="Arial"/>
                  <a:cs typeface="Arial"/>
                </a:defRPr>
              </a:lvl1pPr>
              <a:lvl2pPr algn="l">
                <a:defRPr sz="1938" b="1">
                  <a:solidFill>
                    <a:srgbClr val="000000"/>
                  </a:solidFill>
                  <a:latin typeface="Arial"/>
                  <a:ea typeface="Arial"/>
                  <a:cs typeface="Arial"/>
                </a:defRPr>
              </a:lvl2pPr>
              <a:lvl3pPr algn="l">
                <a:defRPr sz="1938" b="1">
                  <a:solidFill>
                    <a:srgbClr val="000000"/>
                  </a:solidFill>
                  <a:latin typeface="Arial"/>
                  <a:ea typeface="Arial"/>
                  <a:cs typeface="Arial"/>
                </a:defRPr>
              </a:lvl3pPr>
              <a:lvl4pPr algn="l">
                <a:defRPr sz="1938" b="1">
                  <a:solidFill>
                    <a:srgbClr val="000000"/>
                  </a:solidFill>
                  <a:latin typeface="Arial"/>
                  <a:ea typeface="Arial"/>
                  <a:cs typeface="Arial"/>
                </a:defRPr>
              </a:lvl4pPr>
              <a:lvl5pPr algn="l">
                <a:defRPr sz="1938" b="1">
                  <a:solidFill>
                    <a:srgbClr val="000000"/>
                  </a:solidFill>
                  <a:latin typeface="Arial"/>
                  <a:ea typeface="Arial"/>
                  <a:cs typeface="Arial"/>
                </a:defRPr>
              </a:lvl5pPr>
              <a:lvl6pPr algn="l">
                <a:defRPr sz="1938" b="1">
                  <a:solidFill>
                    <a:srgbClr val="000000"/>
                  </a:solidFill>
                  <a:latin typeface="Arial"/>
                  <a:ea typeface="Arial"/>
                  <a:cs typeface="Arial"/>
                </a:defRPr>
              </a:lvl6pPr>
              <a:lvl7pPr algn="l">
                <a:defRPr sz="1938" b="1">
                  <a:solidFill>
                    <a:srgbClr val="000000"/>
                  </a:solidFill>
                  <a:latin typeface="Arial"/>
                  <a:ea typeface="Arial"/>
                  <a:cs typeface="Arial"/>
                </a:defRPr>
              </a:lvl7pPr>
              <a:lvl8pPr algn="l">
                <a:defRPr sz="1938" b="1">
                  <a:solidFill>
                    <a:srgbClr val="000000"/>
                  </a:solidFill>
                  <a:latin typeface="Arial"/>
                  <a:ea typeface="Arial"/>
                  <a:cs typeface="Arial"/>
                </a:defRPr>
              </a:lvl8pPr>
              <a:lvl9pPr algn="l">
                <a:defRPr sz="1938" b="1">
                  <a:solidFill>
                    <a:srgbClr val="000000"/>
                  </a:solidFill>
                  <a:latin typeface="Arial"/>
                  <a:ea typeface="Arial"/>
                  <a:cs typeface="Arial"/>
                </a:defRPr>
              </a:lvl9pPr>
            </a:lstStyle>
            <a:p>
              <a:pPr algn="l">
                <a:defRPr sz="1938" b="1">
                  <a:solidFill>
                    <a:srgbClr val="000000"/>
                  </a:solidFill>
                  <a:latin typeface="Arial"/>
                  <a:ea typeface="Arial"/>
                  <a:cs typeface="Arial"/>
                </a:defRPr>
              </a:pPr>
              <a:r>
                <a:rPr sz="1938" b="1">
                  <a:solidFill>
                    <a:srgbClr val="000000"/>
                  </a:solidFill>
                  <a:latin typeface="Arial"/>
                  <a:ea typeface="Arial"/>
                  <a:cs typeface="Arial"/>
                </a:rPr>
                <a:t>(a) Full sequence</a:t>
              </a:r>
            </a:p>
          </p:txBody>
        </p:sp>
        <p:sp>
          <p:nvSpPr>
            <p:cNvPr id="3" name="text_002">
              <a:extLst>
                <a:ext uri="{FF2B5EF4-FFF2-40B4-BE49-F238E27FC236}">
                  <ns2:creationId id="{76D55AC2-15E8-4673-B1AA-20147DEE7D7A}"/>
                </a:ext>
              </a:extLst>
            </p:cNvPr>
            <p:cNvSpPr>
              <a:spLocks noGrp="1"/>
            </p:cNvSpPr>
            <p:nvPr/>
          </p:nvSpPr>
          <p:spPr>
            <a:xfrm>
              <a:off x="7648575" y="28575"/>
              <a:ext cx="4143375" cy="247650"/>
            </a:xfrm>
            <a:prstGeom prst="rect">
              <a:avLst/>
            </a:prstGeom>
            <a:noFill/>
            <a:ln w="0">
              <a:noFill/>
              <a:prstDash val="solid"/>
            </a:ln>
          </p:spPr>
          <p:txBody>
            <a:bodyPr wrap="none" lIns="0" tIns="0" rIns="0" bIns="0" anchor="t">
              <a:noAutofit/>
            </a:bodyPr>
            <a:lstStyle>
              <a:defPPr algn="l">
                <a:defRPr sz="1938" b="1">
                  <a:solidFill>
                    <a:srgbClr val="000000"/>
                  </a:solidFill>
                  <a:latin typeface="Arial"/>
                  <a:ea typeface="Arial"/>
                  <a:cs typeface="Arial"/>
                </a:defRPr>
              </a:defPPr>
              <a:lvl1pPr algn="l">
                <a:defRPr sz="1938" b="1">
                  <a:solidFill>
                    <a:srgbClr val="000000"/>
                  </a:solidFill>
                  <a:latin typeface="Arial"/>
                  <a:ea typeface="Arial"/>
                  <a:cs typeface="Arial"/>
                </a:defRPr>
              </a:lvl1pPr>
              <a:lvl2pPr algn="l">
                <a:defRPr sz="1938" b="1">
                  <a:solidFill>
                    <a:srgbClr val="000000"/>
                  </a:solidFill>
                  <a:latin typeface="Arial"/>
                  <a:ea typeface="Arial"/>
                  <a:cs typeface="Arial"/>
                </a:defRPr>
              </a:lvl2pPr>
              <a:lvl3pPr algn="l">
                <a:defRPr sz="1938" b="1">
                  <a:solidFill>
                    <a:srgbClr val="000000"/>
                  </a:solidFill>
                  <a:latin typeface="Arial"/>
                  <a:ea typeface="Arial"/>
                  <a:cs typeface="Arial"/>
                </a:defRPr>
              </a:lvl3pPr>
              <a:lvl4pPr algn="l">
                <a:defRPr sz="1938" b="1">
                  <a:solidFill>
                    <a:srgbClr val="000000"/>
                  </a:solidFill>
                  <a:latin typeface="Arial"/>
                  <a:ea typeface="Arial"/>
                  <a:cs typeface="Arial"/>
                </a:defRPr>
              </a:lvl4pPr>
              <a:lvl5pPr algn="l">
                <a:defRPr sz="1938" b="1">
                  <a:solidFill>
                    <a:srgbClr val="000000"/>
                  </a:solidFill>
                  <a:latin typeface="Arial"/>
                  <a:ea typeface="Arial"/>
                  <a:cs typeface="Arial"/>
                </a:defRPr>
              </a:lvl5pPr>
              <a:lvl6pPr algn="l">
                <a:defRPr sz="1938" b="1">
                  <a:solidFill>
                    <a:srgbClr val="000000"/>
                  </a:solidFill>
                  <a:latin typeface="Arial"/>
                  <a:ea typeface="Arial"/>
                  <a:cs typeface="Arial"/>
                </a:defRPr>
              </a:lvl6pPr>
              <a:lvl7pPr algn="l">
                <a:defRPr sz="1938" b="1">
                  <a:solidFill>
                    <a:srgbClr val="000000"/>
                  </a:solidFill>
                  <a:latin typeface="Arial"/>
                  <a:ea typeface="Arial"/>
                  <a:cs typeface="Arial"/>
                </a:defRPr>
              </a:lvl7pPr>
              <a:lvl8pPr algn="l">
                <a:defRPr sz="1938" b="1">
                  <a:solidFill>
                    <a:srgbClr val="000000"/>
                  </a:solidFill>
                  <a:latin typeface="Arial"/>
                  <a:ea typeface="Arial"/>
                  <a:cs typeface="Arial"/>
                </a:defRPr>
              </a:lvl8pPr>
              <a:lvl9pPr algn="l">
                <a:defRPr sz="1938" b="1">
                  <a:solidFill>
                    <a:srgbClr val="000000"/>
                  </a:solidFill>
                  <a:latin typeface="Arial"/>
                  <a:ea typeface="Arial"/>
                  <a:cs typeface="Arial"/>
                </a:defRPr>
              </a:lvl9pPr>
            </a:lstStyle>
            <a:p>
              <a:pPr algn="l">
                <a:defRPr sz="1938" b="1">
                  <a:solidFill>
                    <a:srgbClr val="000000"/>
                  </a:solidFill>
                  <a:latin typeface="Arial"/>
                  <a:ea typeface="Arial"/>
                  <a:cs typeface="Arial"/>
                </a:defRPr>
              </a:pPr>
              <a:r>
                <a:rPr sz="1938" b="1">
                  <a:solidFill>
                    <a:srgbClr val="000000"/>
                  </a:solidFill>
                  <a:latin typeface="Arial"/>
                  <a:ea typeface="Arial"/>
                  <a:cs typeface="Arial"/>
                </a:rPr>
                <a:t>(b) Local window</a:t>
              </a:r>
            </a:p>
          </p:txBody>
        </p:sp>
        <p:sp>
          <p:nvSpPr>
            <p:cNvPr id="11" name="text_010">
              <a:extLst>
                <a:ext uri="{FF2B5EF4-FFF2-40B4-BE49-F238E27FC236}">
                  <ns2:creationId id="{C93E34F0-2B64-4DB3-9567-25788C88A40A}"/>
                </a:ext>
              </a:extLst>
            </p:cNvPr>
            <p:cNvSpPr>
              <a:spLocks noGrp="1"/>
            </p:cNvSpPr>
            <p:nvPr/>
          </p:nvSpPr>
          <p:spPr>
            <a:xfrm>
              <a:off x="900468" y="209550"/>
              <a:ext cx="381000" cy="209550"/>
            </a:xfrm>
            <a:prstGeom prst="rect">
              <a:avLst/>
            </a:prstGeom>
            <a:noFill/>
            <a:ln w="0">
              <a:noFill/>
              <a:prstDash val="solid"/>
            </a:ln>
          </p:spPr>
          <p:txBody>
            <a:bodyPr wrap="none" lIns="0" tIns="0" rIns="0" bIns="0" anchor="t">
              <a:noAutofit/>
            </a:bodyPr>
            <a:lstStyle>
              <a:defPPr algn="ctr">
                <a:defRPr sz="1292" b="0">
                  <a:solidFill>
                    <a:srgbClr val="000000"/>
                  </a:solidFill>
                  <a:latin typeface="Arial"/>
                  <a:ea typeface="Arial"/>
                  <a:cs typeface="Arial"/>
                </a:defRPr>
              </a:defPPr>
              <a:lvl1pPr algn="ctr">
                <a:defRPr sz="1292" b="0">
                  <a:solidFill>
                    <a:srgbClr val="000000"/>
                  </a:solidFill>
                  <a:latin typeface="Arial"/>
                  <a:ea typeface="Arial"/>
                  <a:cs typeface="Arial"/>
                </a:defRPr>
              </a:lvl1pPr>
              <a:lvl2pPr algn="ctr">
                <a:defRPr sz="1292" b="0">
                  <a:solidFill>
                    <a:srgbClr val="000000"/>
                  </a:solidFill>
                  <a:latin typeface="Arial"/>
                  <a:ea typeface="Arial"/>
                  <a:cs typeface="Arial"/>
                </a:defRPr>
              </a:lvl2pPr>
              <a:lvl3pPr algn="ctr">
                <a:defRPr sz="1292" b="0">
                  <a:solidFill>
                    <a:srgbClr val="000000"/>
                  </a:solidFill>
                  <a:latin typeface="Arial"/>
                  <a:ea typeface="Arial"/>
                  <a:cs typeface="Arial"/>
                </a:defRPr>
              </a:lvl3pPr>
              <a:lvl4pPr algn="ctr">
                <a:defRPr sz="1292" b="0">
                  <a:solidFill>
                    <a:srgbClr val="000000"/>
                  </a:solidFill>
                  <a:latin typeface="Arial"/>
                  <a:ea typeface="Arial"/>
                  <a:cs typeface="Arial"/>
                </a:defRPr>
              </a:lvl4pPr>
              <a:lvl5pPr algn="ctr">
                <a:defRPr sz="1292" b="0">
                  <a:solidFill>
                    <a:srgbClr val="000000"/>
                  </a:solidFill>
                  <a:latin typeface="Arial"/>
                  <a:ea typeface="Arial"/>
                  <a:cs typeface="Arial"/>
                </a:defRPr>
              </a:lvl5pPr>
              <a:lvl6pPr algn="ctr">
                <a:defRPr sz="1292" b="0">
                  <a:solidFill>
                    <a:srgbClr val="000000"/>
                  </a:solidFill>
                  <a:latin typeface="Arial"/>
                  <a:ea typeface="Arial"/>
                  <a:cs typeface="Arial"/>
                </a:defRPr>
              </a:lvl6pPr>
              <a:lvl7pPr algn="ctr">
                <a:defRPr sz="1292" b="0">
                  <a:solidFill>
                    <a:srgbClr val="000000"/>
                  </a:solidFill>
                  <a:latin typeface="Arial"/>
                  <a:ea typeface="Arial"/>
                  <a:cs typeface="Arial"/>
                </a:defRPr>
              </a:lvl7pPr>
              <a:lvl8pPr algn="ctr">
                <a:defRPr sz="1292" b="0">
                  <a:solidFill>
                    <a:srgbClr val="000000"/>
                  </a:solidFill>
                  <a:latin typeface="Arial"/>
                  <a:ea typeface="Arial"/>
                  <a:cs typeface="Arial"/>
                </a:defRPr>
              </a:lvl8pPr>
              <a:lvl9pPr algn="ctr">
                <a:defRPr sz="1292" b="0">
                  <a:solidFill>
                    <a:srgbClr val="000000"/>
                  </a:solidFill>
                  <a:latin typeface="Arial"/>
                  <a:ea typeface="Arial"/>
                  <a:cs typeface="Arial"/>
                </a:defRPr>
              </a:lvl9pPr>
            </a:lstStyle>
            <a:p>
              <a:pPr algn="ctr">
                <a:defRPr sz="1292" b="0">
                  <a:solidFill>
                    <a:srgbClr val="000000"/>
                  </a:solidFill>
                  <a:latin typeface="Arial"/>
                  <a:ea typeface="Arial"/>
                  <a:cs typeface="Arial"/>
                </a:defRPr>
              </a:pPr>
              <a:r>
                <a:rPr sz="1292" b="0">
                  <a:solidFill>
                    <a:srgbClr val="000000"/>
                  </a:solidFill>
                  <a:latin typeface="Arial"/>
                  <a:ea typeface="Arial"/>
                  <a:cs typeface="Arial"/>
                </a:rPr>
                <a:t>0</a:t>
              </a:r>
            </a:p>
          </p:txBody>
        </p:sp>
        <p:sp>
          <p:nvSpPr>
            <p:cNvPr id="12" name="text_011">
              <a:extLst>
                <a:ext uri="{FF2B5EF4-FFF2-40B4-BE49-F238E27FC236}">
                  <ns2:creationId id="{BD4B0A5E-03A0-43E6-BC66-5481F6E6380B}"/>
                </a:ext>
              </a:extLst>
            </p:cNvPr>
            <p:cNvSpPr>
              <a:spLocks noGrp="1"/>
            </p:cNvSpPr>
            <p:nvPr/>
          </p:nvSpPr>
          <p:spPr>
            <a:xfrm>
              <a:off x="6757632" y="209550"/>
              <a:ext cx="381000" cy="209550"/>
            </a:xfrm>
            <a:prstGeom prst="rect">
              <a:avLst/>
            </a:prstGeom>
            <a:noFill/>
            <a:ln w="0">
              <a:noFill/>
              <a:prstDash val="solid"/>
            </a:ln>
          </p:spPr>
          <p:txBody>
            <a:bodyPr wrap="none" lIns="0" tIns="0" rIns="0" bIns="0" anchor="t">
              <a:noAutofit/>
            </a:bodyPr>
            <a:lstStyle>
              <a:defPPr algn="ctr">
                <a:defRPr sz="1292" b="0">
                  <a:solidFill>
                    <a:srgbClr val="000000"/>
                  </a:solidFill>
                  <a:latin typeface="Arial"/>
                  <a:ea typeface="Arial"/>
                  <a:cs typeface="Arial"/>
                </a:defRPr>
              </a:defPPr>
              <a:lvl1pPr algn="ctr">
                <a:defRPr sz="1292" b="0">
                  <a:solidFill>
                    <a:srgbClr val="000000"/>
                  </a:solidFill>
                  <a:latin typeface="Arial"/>
                  <a:ea typeface="Arial"/>
                  <a:cs typeface="Arial"/>
                </a:defRPr>
              </a:lvl1pPr>
              <a:lvl2pPr algn="ctr">
                <a:defRPr sz="1292" b="0">
                  <a:solidFill>
                    <a:srgbClr val="000000"/>
                  </a:solidFill>
                  <a:latin typeface="Arial"/>
                  <a:ea typeface="Arial"/>
                  <a:cs typeface="Arial"/>
                </a:defRPr>
              </a:lvl2pPr>
              <a:lvl3pPr algn="ctr">
                <a:defRPr sz="1292" b="0">
                  <a:solidFill>
                    <a:srgbClr val="000000"/>
                  </a:solidFill>
                  <a:latin typeface="Arial"/>
                  <a:ea typeface="Arial"/>
                  <a:cs typeface="Arial"/>
                </a:defRPr>
              </a:lvl3pPr>
              <a:lvl4pPr algn="ctr">
                <a:defRPr sz="1292" b="0">
                  <a:solidFill>
                    <a:srgbClr val="000000"/>
                  </a:solidFill>
                  <a:latin typeface="Arial"/>
                  <a:ea typeface="Arial"/>
                  <a:cs typeface="Arial"/>
                </a:defRPr>
              </a:lvl4pPr>
              <a:lvl5pPr algn="ctr">
                <a:defRPr sz="1292" b="0">
                  <a:solidFill>
                    <a:srgbClr val="000000"/>
                  </a:solidFill>
                  <a:latin typeface="Arial"/>
                  <a:ea typeface="Arial"/>
                  <a:cs typeface="Arial"/>
                </a:defRPr>
              </a:lvl5pPr>
              <a:lvl6pPr algn="ctr">
                <a:defRPr sz="1292" b="0">
                  <a:solidFill>
                    <a:srgbClr val="000000"/>
                  </a:solidFill>
                  <a:latin typeface="Arial"/>
                  <a:ea typeface="Arial"/>
                  <a:cs typeface="Arial"/>
                </a:defRPr>
              </a:lvl6pPr>
              <a:lvl7pPr algn="ctr">
                <a:defRPr sz="1292" b="0">
                  <a:solidFill>
                    <a:srgbClr val="000000"/>
                  </a:solidFill>
                  <a:latin typeface="Arial"/>
                  <a:ea typeface="Arial"/>
                  <a:cs typeface="Arial"/>
                </a:defRPr>
              </a:lvl7pPr>
              <a:lvl8pPr algn="ctr">
                <a:defRPr sz="1292" b="0">
                  <a:solidFill>
                    <a:srgbClr val="000000"/>
                  </a:solidFill>
                  <a:latin typeface="Arial"/>
                  <a:ea typeface="Arial"/>
                  <a:cs typeface="Arial"/>
                </a:defRPr>
              </a:lvl8pPr>
              <a:lvl9pPr algn="ctr">
                <a:defRPr sz="1292" b="0">
                  <a:solidFill>
                    <a:srgbClr val="000000"/>
                  </a:solidFill>
                  <a:latin typeface="Arial"/>
                  <a:ea typeface="Arial"/>
                  <a:cs typeface="Arial"/>
                </a:defRPr>
              </a:lvl9pPr>
            </a:lstStyle>
            <a:p>
              <a:pPr algn="ctr">
                <a:defRPr sz="1292" b="0">
                  <a:solidFill>
                    <a:srgbClr val="000000"/>
                  </a:solidFill>
                  <a:latin typeface="Arial"/>
                  <a:ea typeface="Arial"/>
                  <a:cs typeface="Arial"/>
                </a:defRPr>
              </a:pPr>
              <a:r>
                <a:rPr sz="1292" b="0">
                  <a:solidFill>
                    <a:srgbClr val="000000"/>
                  </a:solidFill>
                  <a:latin typeface="Arial"/>
                  <a:ea typeface="Arial"/>
                  <a:cs typeface="Arial"/>
                </a:rPr>
                <a:t>200</a:t>
              </a:r>
            </a:p>
          </p:txBody>
        </p:sp>
        <p:sp>
          <p:nvSpPr>
            <p:cNvPr id="21" name="text_020">
              <a:extLst>
                <a:ext uri="{FF2B5EF4-FFF2-40B4-BE49-F238E27FC236}">
                  <ns2:creationId id="{B5EC9B1A-83DD-4E97-82EF-6BB2DA1F2A84}"/>
                </a:ext>
              </a:extLst>
            </p:cNvPr>
            <p:cNvSpPr>
              <a:spLocks noGrp="1"/>
            </p:cNvSpPr>
            <p:nvPr/>
          </p:nvSpPr>
          <p:spPr>
            <a:xfrm>
              <a:off x="7696200" y="209550"/>
              <a:ext cx="381000" cy="209550"/>
            </a:xfrm>
            <a:prstGeom prst="rect">
              <a:avLst/>
            </a:prstGeom>
            <a:noFill/>
            <a:ln w="0">
              <a:noFill/>
              <a:prstDash val="solid"/>
            </a:ln>
          </p:spPr>
          <p:txBody>
            <a:bodyPr wrap="none" lIns="0" tIns="0" rIns="0" bIns="0" anchor="t">
              <a:noAutofit/>
            </a:bodyPr>
            <a:lstStyle>
              <a:defPPr algn="ctr">
                <a:defRPr sz="1292" b="0">
                  <a:solidFill>
                    <a:srgbClr val="000000"/>
                  </a:solidFill>
                  <a:latin typeface="Arial"/>
                  <a:ea typeface="Arial"/>
                  <a:cs typeface="Arial"/>
                </a:defRPr>
              </a:defPPr>
              <a:lvl1pPr algn="ctr">
                <a:defRPr sz="1292" b="0">
                  <a:solidFill>
                    <a:srgbClr val="000000"/>
                  </a:solidFill>
                  <a:latin typeface="Arial"/>
                  <a:ea typeface="Arial"/>
                  <a:cs typeface="Arial"/>
                </a:defRPr>
              </a:lvl1pPr>
              <a:lvl2pPr algn="ctr">
                <a:defRPr sz="1292" b="0">
                  <a:solidFill>
                    <a:srgbClr val="000000"/>
                  </a:solidFill>
                  <a:latin typeface="Arial"/>
                  <a:ea typeface="Arial"/>
                  <a:cs typeface="Arial"/>
                </a:defRPr>
              </a:lvl2pPr>
              <a:lvl3pPr algn="ctr">
                <a:defRPr sz="1292" b="0">
                  <a:solidFill>
                    <a:srgbClr val="000000"/>
                  </a:solidFill>
                  <a:latin typeface="Arial"/>
                  <a:ea typeface="Arial"/>
                  <a:cs typeface="Arial"/>
                </a:defRPr>
              </a:lvl3pPr>
              <a:lvl4pPr algn="ctr">
                <a:defRPr sz="1292" b="0">
                  <a:solidFill>
                    <a:srgbClr val="000000"/>
                  </a:solidFill>
                  <a:latin typeface="Arial"/>
                  <a:ea typeface="Arial"/>
                  <a:cs typeface="Arial"/>
                </a:defRPr>
              </a:lvl4pPr>
              <a:lvl5pPr algn="ctr">
                <a:defRPr sz="1292" b="0">
                  <a:solidFill>
                    <a:srgbClr val="000000"/>
                  </a:solidFill>
                  <a:latin typeface="Arial"/>
                  <a:ea typeface="Arial"/>
                  <a:cs typeface="Arial"/>
                </a:defRPr>
              </a:lvl5pPr>
              <a:lvl6pPr algn="ctr">
                <a:defRPr sz="1292" b="0">
                  <a:solidFill>
                    <a:srgbClr val="000000"/>
                  </a:solidFill>
                  <a:latin typeface="Arial"/>
                  <a:ea typeface="Arial"/>
                  <a:cs typeface="Arial"/>
                </a:defRPr>
              </a:lvl6pPr>
              <a:lvl7pPr algn="ctr">
                <a:defRPr sz="1292" b="0">
                  <a:solidFill>
                    <a:srgbClr val="000000"/>
                  </a:solidFill>
                  <a:latin typeface="Arial"/>
                  <a:ea typeface="Arial"/>
                  <a:cs typeface="Arial"/>
                </a:defRPr>
              </a:lvl7pPr>
              <a:lvl8pPr algn="ctr">
                <a:defRPr sz="1292" b="0">
                  <a:solidFill>
                    <a:srgbClr val="000000"/>
                  </a:solidFill>
                  <a:latin typeface="Arial"/>
                  <a:ea typeface="Arial"/>
                  <a:cs typeface="Arial"/>
                </a:defRPr>
              </a:lvl8pPr>
              <a:lvl9pPr algn="ctr">
                <a:defRPr sz="1292" b="0">
                  <a:solidFill>
                    <a:srgbClr val="000000"/>
                  </a:solidFill>
                  <a:latin typeface="Arial"/>
                  <a:ea typeface="Arial"/>
                  <a:cs typeface="Arial"/>
                </a:defRPr>
              </a:lvl9pPr>
            </a:lstStyle>
            <a:p>
              <a:pPr algn="ctr">
                <a:defRPr sz="1292" b="0">
                  <a:solidFill>
                    <a:srgbClr val="000000"/>
                  </a:solidFill>
                  <a:latin typeface="Arial"/>
                  <a:ea typeface="Arial"/>
                  <a:cs typeface="Arial"/>
                </a:defRPr>
              </a:pPr>
              <a:r>
                <a:rPr sz="1292" b="0">
                  <a:solidFill>
                    <a:srgbClr val="000000"/>
                  </a:solidFill>
                  <a:latin typeface="Arial"/>
                  <a:ea typeface="Arial"/>
                  <a:cs typeface="Arial"/>
                </a:rPr>
                <a:t>135</a:t>
              </a:r>
            </a:p>
          </p:txBody>
        </p:sp>
        <p:sp>
          <p:nvSpPr>
            <p:cNvPr id="22" name="text_021">
              <a:extLst>
                <a:ext uri="{FF2B5EF4-FFF2-40B4-BE49-F238E27FC236}">
                  <ns2:creationId id="{A471CCDC-7DF0-42FF-8A62-93D8B7B3226B}"/>
                </a:ext>
              </a:extLst>
            </p:cNvPr>
            <p:cNvSpPr>
              <a:spLocks noGrp="1"/>
            </p:cNvSpPr>
            <p:nvPr/>
          </p:nvSpPr>
          <p:spPr>
            <a:xfrm>
              <a:off x="11125200" y="209550"/>
              <a:ext cx="381000" cy="209550"/>
            </a:xfrm>
            <a:prstGeom prst="rect">
              <a:avLst/>
            </a:prstGeom>
            <a:noFill/>
            <a:ln w="0">
              <a:noFill/>
              <a:prstDash val="solid"/>
            </a:ln>
          </p:spPr>
          <p:txBody>
            <a:bodyPr wrap="none" lIns="0" tIns="0" rIns="0" bIns="0" anchor="t">
              <a:noAutofit/>
            </a:bodyPr>
            <a:lstStyle>
              <a:defPPr algn="ctr">
                <a:defRPr sz="1292" b="0">
                  <a:solidFill>
                    <a:srgbClr val="000000"/>
                  </a:solidFill>
                  <a:latin typeface="Arial"/>
                  <a:ea typeface="Arial"/>
                  <a:cs typeface="Arial"/>
                </a:defRPr>
              </a:defPPr>
              <a:lvl1pPr algn="ctr">
                <a:defRPr sz="1292" b="0">
                  <a:solidFill>
                    <a:srgbClr val="000000"/>
                  </a:solidFill>
                  <a:latin typeface="Arial"/>
                  <a:ea typeface="Arial"/>
                  <a:cs typeface="Arial"/>
                </a:defRPr>
              </a:lvl1pPr>
              <a:lvl2pPr algn="ctr">
                <a:defRPr sz="1292" b="0">
                  <a:solidFill>
                    <a:srgbClr val="000000"/>
                  </a:solidFill>
                  <a:latin typeface="Arial"/>
                  <a:ea typeface="Arial"/>
                  <a:cs typeface="Arial"/>
                </a:defRPr>
              </a:lvl2pPr>
              <a:lvl3pPr algn="ctr">
                <a:defRPr sz="1292" b="0">
                  <a:solidFill>
                    <a:srgbClr val="000000"/>
                  </a:solidFill>
                  <a:latin typeface="Arial"/>
                  <a:ea typeface="Arial"/>
                  <a:cs typeface="Arial"/>
                </a:defRPr>
              </a:lvl3pPr>
              <a:lvl4pPr algn="ctr">
                <a:defRPr sz="1292" b="0">
                  <a:solidFill>
                    <a:srgbClr val="000000"/>
                  </a:solidFill>
                  <a:latin typeface="Arial"/>
                  <a:ea typeface="Arial"/>
                  <a:cs typeface="Arial"/>
                </a:defRPr>
              </a:lvl4pPr>
              <a:lvl5pPr algn="ctr">
                <a:defRPr sz="1292" b="0">
                  <a:solidFill>
                    <a:srgbClr val="000000"/>
                  </a:solidFill>
                  <a:latin typeface="Arial"/>
                  <a:ea typeface="Arial"/>
                  <a:cs typeface="Arial"/>
                </a:defRPr>
              </a:lvl5pPr>
              <a:lvl6pPr algn="ctr">
                <a:defRPr sz="1292" b="0">
                  <a:solidFill>
                    <a:srgbClr val="000000"/>
                  </a:solidFill>
                  <a:latin typeface="Arial"/>
                  <a:ea typeface="Arial"/>
                  <a:cs typeface="Arial"/>
                </a:defRPr>
              </a:lvl6pPr>
              <a:lvl7pPr algn="ctr">
                <a:defRPr sz="1292" b="0">
                  <a:solidFill>
                    <a:srgbClr val="000000"/>
                  </a:solidFill>
                  <a:latin typeface="Arial"/>
                  <a:ea typeface="Arial"/>
                  <a:cs typeface="Arial"/>
                </a:defRPr>
              </a:lvl7pPr>
              <a:lvl8pPr algn="ctr">
                <a:defRPr sz="1292" b="0">
                  <a:solidFill>
                    <a:srgbClr val="000000"/>
                  </a:solidFill>
                  <a:latin typeface="Arial"/>
                  <a:ea typeface="Arial"/>
                  <a:cs typeface="Arial"/>
                </a:defRPr>
              </a:lvl8pPr>
              <a:lvl9pPr algn="ctr">
                <a:defRPr sz="1292" b="0">
                  <a:solidFill>
                    <a:srgbClr val="000000"/>
                  </a:solidFill>
                  <a:latin typeface="Arial"/>
                  <a:ea typeface="Arial"/>
                  <a:cs typeface="Arial"/>
                </a:defRPr>
              </a:lvl9pPr>
            </a:lstStyle>
            <a:p>
              <a:pPr algn="ctr">
                <a:defRPr sz="1292" b="0">
                  <a:solidFill>
                    <a:srgbClr val="000000"/>
                  </a:solidFill>
                  <a:latin typeface="Arial"/>
                  <a:ea typeface="Arial"/>
                  <a:cs typeface="Arial"/>
                </a:defRPr>
              </a:pPr>
              <a:r>
                <a:rPr sz="1292" b="0">
                  <a:solidFill>
                    <a:srgbClr val="000000"/>
                  </a:solidFill>
                  <a:latin typeface="Arial"/>
                  <a:ea typeface="Arial"/>
                  <a:cs typeface="Arial"/>
                </a:rPr>
                <a:t>145</a:t>
              </a:r>
            </a:p>
          </p:txBody>
        </p:sp>
        <p:sp>
          <p:nvSpPr>
            <p:cNvPr id="39" name="text_038">
              <a:extLst>
                <a:ext uri="{FF2B5EF4-FFF2-40B4-BE49-F238E27FC236}">
                  <ns2:creationId id="{4C2FB60A-6500-44D7-8A67-BBDE1D5AA4D6}"/>
                </a:ext>
              </a:extLst>
            </p:cNvPr>
            <p:cNvSpPr>
              <a:spLocks noGrp="1"/>
            </p:cNvSpPr>
            <p:nvPr/>
          </p:nvSpPr>
          <p:spPr>
            <a:xfrm>
              <a:off x="38100" y="447675"/>
              <a:ext cx="914400" cy="247650"/>
            </a:xfrm>
            <a:prstGeom prst="rect">
              <a:avLst/>
            </a:prstGeom>
            <a:noFill/>
            <a:ln w="0">
              <a:noFill/>
              <a:prstDash val="solid"/>
            </a:ln>
          </p:spPr>
          <p:txBody>
            <a:bodyPr wrap="none" lIns="0" tIns="0" rIns="0" bIns="0" anchor="t">
              <a:noAutofit/>
            </a:bodyPr>
            <a:lstStyle>
              <a:defPPr algn="l">
                <a:defRPr sz="1615" b="1">
                  <a:solidFill>
                    <a:srgbClr val="000000"/>
                  </a:solidFill>
                  <a:latin typeface="Arial"/>
                  <a:ea typeface="Arial"/>
                  <a:cs typeface="Arial"/>
                </a:defRPr>
              </a:defPPr>
              <a:lvl1pPr algn="l">
                <a:defRPr sz="1615" b="1">
                  <a:solidFill>
                    <a:srgbClr val="000000"/>
                  </a:solidFill>
                  <a:latin typeface="Arial"/>
                  <a:ea typeface="Arial"/>
                  <a:cs typeface="Arial"/>
                </a:defRPr>
              </a:lvl1pPr>
              <a:lvl2pPr algn="l">
                <a:defRPr sz="1615" b="1">
                  <a:solidFill>
                    <a:srgbClr val="000000"/>
                  </a:solidFill>
                  <a:latin typeface="Arial"/>
                  <a:ea typeface="Arial"/>
                  <a:cs typeface="Arial"/>
                </a:defRPr>
              </a:lvl2pPr>
              <a:lvl3pPr algn="l">
                <a:defRPr sz="1615" b="1">
                  <a:solidFill>
                    <a:srgbClr val="000000"/>
                  </a:solidFill>
                  <a:latin typeface="Arial"/>
                  <a:ea typeface="Arial"/>
                  <a:cs typeface="Arial"/>
                </a:defRPr>
              </a:lvl3pPr>
              <a:lvl4pPr algn="l">
                <a:defRPr sz="1615" b="1">
                  <a:solidFill>
                    <a:srgbClr val="000000"/>
                  </a:solidFill>
                  <a:latin typeface="Arial"/>
                  <a:ea typeface="Arial"/>
                  <a:cs typeface="Arial"/>
                </a:defRPr>
              </a:lvl4pPr>
              <a:lvl5pPr algn="l">
                <a:defRPr sz="1615" b="1">
                  <a:solidFill>
                    <a:srgbClr val="000000"/>
                  </a:solidFill>
                  <a:latin typeface="Arial"/>
                  <a:ea typeface="Arial"/>
                  <a:cs typeface="Arial"/>
                </a:defRPr>
              </a:lvl5pPr>
              <a:lvl6pPr algn="l">
                <a:defRPr sz="1615" b="1">
                  <a:solidFill>
                    <a:srgbClr val="000000"/>
                  </a:solidFill>
                  <a:latin typeface="Arial"/>
                  <a:ea typeface="Arial"/>
                  <a:cs typeface="Arial"/>
                </a:defRPr>
              </a:lvl6pPr>
              <a:lvl7pPr algn="l">
                <a:defRPr sz="1615" b="1">
                  <a:solidFill>
                    <a:srgbClr val="000000"/>
                  </a:solidFill>
                  <a:latin typeface="Arial"/>
                  <a:ea typeface="Arial"/>
                  <a:cs typeface="Arial"/>
                </a:defRPr>
              </a:lvl7pPr>
              <a:lvl8pPr algn="l">
                <a:defRPr sz="1615" b="1">
                  <a:solidFill>
                    <a:srgbClr val="000000"/>
                  </a:solidFill>
                  <a:latin typeface="Arial"/>
                  <a:ea typeface="Arial"/>
                  <a:cs typeface="Arial"/>
                </a:defRPr>
              </a:lvl8pPr>
              <a:lvl9pPr algn="l">
                <a:defRPr sz="1615" b="1">
                  <a:solidFill>
                    <a:srgbClr val="000000"/>
                  </a:solidFill>
                  <a:latin typeface="Arial"/>
                  <a:ea typeface="Arial"/>
                  <a:cs typeface="Arial"/>
                </a:defRPr>
              </a:lvl9pPr>
            </a:lstStyle>
            <a:p>
              <a:pPr algn="l">
                <a:defRPr sz="1615" b="1">
                  <a:solidFill>
                    <a:srgbClr val="000000"/>
                  </a:solidFill>
                  <a:latin typeface="Arial"/>
                  <a:ea typeface="Arial"/>
                  <a:cs typeface="Arial"/>
                </a:defRPr>
              </a:pPr>
              <a:r>
                <a:rPr sz="1615" b="1">
                  <a:solidFill>
                    <a:srgbClr val="000000"/>
                  </a:solidFill>
                  <a:latin typeface="Arial"/>
                  <a:ea typeface="Arial"/>
                  <a:cs typeface="Arial"/>
                </a:rPr>
                <a:t>RG-P</a:t>
              </a:r>
            </a:p>
          </p:txBody>
        </p:sp>
        <p:pic>
          <p:nvPicPr>
            <p:cNvPr id="41" name="">
              <a:extLst>
                <a:ext uri="{FF2B5EF4-FFF2-40B4-BE49-F238E27FC236}">
                  <ns2:creationId id="{8EFCBEAC-999B-4E95-921E-8DD2BC26C84F}"/>
                </a:ext>
              </a:extLst>
            </p:cNvPr>
            <p:cNvPicPr>
              <a:picLocks noChangeAspect="1"/>
            </p:cNvPicPr>
            <p:nvPr/>
          </p:nvPicPr>
          <p:blipFill>
            <a:blip r:embed="R0ba9d93acb0b42af"/>
            <a:stretch/>
          </p:blipFill>
          <p:spPr>
            <a:xfrm>
              <a:off x="1076325" y="400050"/>
              <a:ext cx="5886450" cy="895350"/>
            </a:xfrm>
            <a:prstGeom prst="rect">
              <a:avLst/>
            </a:prstGeom>
          </p:spPr>
        </p:pic>
        <p:sp>
          <p:nvSpPr>
            <p:cNvPr id="42" name="line_041">
              <a:extLst>
                <a:ext uri="{FF2B5EF4-FFF2-40B4-BE49-F238E27FC236}">
                  <ns2:creationId id="{7A94C20C-E186-4792-A379-DE0D06105892}"/>
                </a:ext>
              </a:extLst>
            </p:cNvPr>
            <p:cNvSpPr>
              <a:spLocks noGrp="1"/>
            </p:cNvSpPr>
            <p:nvPr/>
          </p:nvSpPr>
          <p:spPr>
            <a:xfrm>
              <a:off x="5190983" y="400050"/>
              <a:ext cx="95" cy="895350"/>
            </a:xfrm>
            <a:custGeom>
              <a:pathLst>
                <a:path w="95" h="895350">
                  <a:moveTo>
                    <a:pt x="0" y="0"/>
                  </a:moveTo>
                  <a:lnTo>
                    <a:pt x="0" y="895350"/>
                  </a:lnTo>
                </a:path>
              </a:pathLst>
            </a:custGeom>
            <a:noFill/>
            <a:ln w="10258">
              <a:solidFill>
                <a:srgbClr val="263238"/>
              </a:solidFill>
              <a:prstDash val="dash"/>
            </a:ln>
          </p:spPr>
        </p:sp>
        <p:sp>
          <p:nvSpPr>
            <p:cNvPr id="43" name="rect_042">
              <a:extLst>
                <a:ext uri="{FF2B5EF4-FFF2-40B4-BE49-F238E27FC236}">
                  <ns2:creationId id="{B3B4F009-6EF5-4689-85D2-75C0A5C73871}"/>
                </a:ext>
              </a:extLst>
            </p:cNvPr>
            <p:cNvSpPr>
              <a:spLocks noGrp="1"/>
            </p:cNvSpPr>
            <p:nvPr/>
          </p:nvSpPr>
          <p:spPr>
            <a:xfrm>
              <a:off x="1076325" y="400050"/>
              <a:ext cx="5886450" cy="895350"/>
            </a:xfrm>
            <a:prstGeom prst="rect">
              <a:avLst/>
            </a:prstGeom>
            <a:noFill/>
            <a:ln w="7181">
              <a:solidFill>
                <a:srgbClr val="7B8790"/>
              </a:solidFill>
              <a:prstDash val="solid"/>
            </a:ln>
          </p:spPr>
        </p:sp>
        <p:sp>
          <p:nvSpPr>
            <p:cNvPr id="44" name="text_043">
              <a:extLst>
                <a:ext uri="{FF2B5EF4-FFF2-40B4-BE49-F238E27FC236}">
                  <ns2:creationId id="{85151FFD-961D-4EBE-8DF2-00B2FE03E8EA}"/>
                </a:ext>
              </a:extLst>
            </p:cNvPr>
            <p:cNvSpPr>
              <a:spLocks noGrp="1"/>
            </p:cNvSpPr>
            <p:nvPr/>
          </p:nvSpPr>
          <p:spPr>
            <a:xfrm>
              <a:off x="704850" y="1200150"/>
              <a:ext cx="314325" cy="200025"/>
            </a:xfrm>
            <a:prstGeom prst="rect">
              <a:avLst/>
            </a:prstGeom>
            <a:noFill/>
            <a:ln w="0">
              <a:noFill/>
              <a:prstDash val="solid"/>
            </a:ln>
          </p:spPr>
          <p:txBody>
            <a:bodyPr wrap="none" lIns="0" tIns="0" rIns="0" bIns="0" anchor="t">
              <a:noAutofit/>
            </a:bodyPr>
            <a:lstStyle>
              <a:defPPr algn="r">
                <a:defRPr sz="1212" b="0">
                  <a:solidFill>
                    <a:srgbClr val="000000"/>
                  </a:solidFill>
                  <a:latin typeface="Arial"/>
                  <a:ea typeface="Arial"/>
                  <a:cs typeface="Arial"/>
                </a:defRPr>
              </a:defPPr>
              <a:lvl1pPr algn="r">
                <a:defRPr sz="1212" b="0">
                  <a:solidFill>
                    <a:srgbClr val="000000"/>
                  </a:solidFill>
                  <a:latin typeface="Arial"/>
                  <a:ea typeface="Arial"/>
                  <a:cs typeface="Arial"/>
                </a:defRPr>
              </a:lvl1pPr>
              <a:lvl2pPr algn="r">
                <a:defRPr sz="1212" b="0">
                  <a:solidFill>
                    <a:srgbClr val="000000"/>
                  </a:solidFill>
                  <a:latin typeface="Arial"/>
                  <a:ea typeface="Arial"/>
                  <a:cs typeface="Arial"/>
                </a:defRPr>
              </a:lvl2pPr>
              <a:lvl3pPr algn="r">
                <a:defRPr sz="1212" b="0">
                  <a:solidFill>
                    <a:srgbClr val="000000"/>
                  </a:solidFill>
                  <a:latin typeface="Arial"/>
                  <a:ea typeface="Arial"/>
                  <a:cs typeface="Arial"/>
                </a:defRPr>
              </a:lvl3pPr>
              <a:lvl4pPr algn="r">
                <a:defRPr sz="1212" b="0">
                  <a:solidFill>
                    <a:srgbClr val="000000"/>
                  </a:solidFill>
                  <a:latin typeface="Arial"/>
                  <a:ea typeface="Arial"/>
                  <a:cs typeface="Arial"/>
                </a:defRPr>
              </a:lvl4pPr>
              <a:lvl5pPr algn="r">
                <a:defRPr sz="1212" b="0">
                  <a:solidFill>
                    <a:srgbClr val="000000"/>
                  </a:solidFill>
                  <a:latin typeface="Arial"/>
                  <a:ea typeface="Arial"/>
                  <a:cs typeface="Arial"/>
                </a:defRPr>
              </a:lvl5pPr>
              <a:lvl6pPr algn="r">
                <a:defRPr sz="1212" b="0">
                  <a:solidFill>
                    <a:srgbClr val="000000"/>
                  </a:solidFill>
                  <a:latin typeface="Arial"/>
                  <a:ea typeface="Arial"/>
                  <a:cs typeface="Arial"/>
                </a:defRPr>
              </a:lvl6pPr>
              <a:lvl7pPr algn="r">
                <a:defRPr sz="1212" b="0">
                  <a:solidFill>
                    <a:srgbClr val="000000"/>
                  </a:solidFill>
                  <a:latin typeface="Arial"/>
                  <a:ea typeface="Arial"/>
                  <a:cs typeface="Arial"/>
                </a:defRPr>
              </a:lvl7pPr>
              <a:lvl8pPr algn="r">
                <a:defRPr sz="1212" b="0">
                  <a:solidFill>
                    <a:srgbClr val="000000"/>
                  </a:solidFill>
                  <a:latin typeface="Arial"/>
                  <a:ea typeface="Arial"/>
                  <a:cs typeface="Arial"/>
                </a:defRPr>
              </a:lvl8pPr>
              <a:lvl9pPr algn="r">
                <a:defRPr sz="1212" b="0">
                  <a:solidFill>
                    <a:srgbClr val="000000"/>
                  </a:solidFill>
                  <a:latin typeface="Arial"/>
                  <a:ea typeface="Arial"/>
                  <a:cs typeface="Arial"/>
                </a:defRPr>
              </a:lvl9pPr>
            </a:lstStyle>
            <a:p>
              <a:pPr algn="r">
                <a:defRPr sz="1212" b="0">
                  <a:solidFill>
                    <a:srgbClr val="000000"/>
                  </a:solidFill>
                  <a:latin typeface="Arial"/>
                  <a:ea typeface="Arial"/>
                  <a:cs typeface="Arial"/>
                </a:defRPr>
              </a:pPr>
              <a:r>
                <a:rPr sz="1212" b="0">
                  <a:solidFill>
                    <a:srgbClr val="000000"/>
                  </a:solidFill>
                  <a:latin typeface="Arial"/>
                  <a:ea typeface="Arial"/>
                  <a:cs typeface="Arial"/>
                </a:rPr>
                <a:t>0</a:t>
              </a:r>
            </a:p>
          </p:txBody>
        </p:sp>
        <p:sp>
          <p:nvSpPr>
            <p:cNvPr id="45" name="text_044">
              <a:extLst>
                <a:ext uri="{FF2B5EF4-FFF2-40B4-BE49-F238E27FC236}">
                  <ns2:creationId id="{AEBD4CBB-C149-4717-90A2-C0983FFD48F5}"/>
                </a:ext>
              </a:extLst>
            </p:cNvPr>
            <p:cNvSpPr>
              <a:spLocks noGrp="1"/>
            </p:cNvSpPr>
            <p:nvPr/>
          </p:nvSpPr>
          <p:spPr>
            <a:xfrm>
              <a:off x="704850" y="304800"/>
              <a:ext cx="314325" cy="200025"/>
            </a:xfrm>
            <a:prstGeom prst="rect">
              <a:avLst/>
            </a:prstGeom>
            <a:noFill/>
            <a:ln w="0">
              <a:noFill/>
              <a:prstDash val="solid"/>
            </a:ln>
          </p:spPr>
          <p:txBody>
            <a:bodyPr wrap="none" lIns="0" tIns="0" rIns="0" bIns="0" anchor="t">
              <a:noAutofit/>
            </a:bodyPr>
            <a:lstStyle>
              <a:defPPr algn="r">
                <a:defRPr sz="1212" b="0">
                  <a:solidFill>
                    <a:srgbClr val="000000"/>
                  </a:solidFill>
                  <a:latin typeface="Arial"/>
                  <a:ea typeface="Arial"/>
                  <a:cs typeface="Arial"/>
                </a:defRPr>
              </a:defPPr>
              <a:lvl1pPr algn="r">
                <a:defRPr sz="1212" b="0">
                  <a:solidFill>
                    <a:srgbClr val="000000"/>
                  </a:solidFill>
                  <a:latin typeface="Arial"/>
                  <a:ea typeface="Arial"/>
                  <a:cs typeface="Arial"/>
                </a:defRPr>
              </a:lvl1pPr>
              <a:lvl2pPr algn="r">
                <a:defRPr sz="1212" b="0">
                  <a:solidFill>
                    <a:srgbClr val="000000"/>
                  </a:solidFill>
                  <a:latin typeface="Arial"/>
                  <a:ea typeface="Arial"/>
                  <a:cs typeface="Arial"/>
                </a:defRPr>
              </a:lvl2pPr>
              <a:lvl3pPr algn="r">
                <a:defRPr sz="1212" b="0">
                  <a:solidFill>
                    <a:srgbClr val="000000"/>
                  </a:solidFill>
                  <a:latin typeface="Arial"/>
                  <a:ea typeface="Arial"/>
                  <a:cs typeface="Arial"/>
                </a:defRPr>
              </a:lvl3pPr>
              <a:lvl4pPr algn="r">
                <a:defRPr sz="1212" b="0">
                  <a:solidFill>
                    <a:srgbClr val="000000"/>
                  </a:solidFill>
                  <a:latin typeface="Arial"/>
                  <a:ea typeface="Arial"/>
                  <a:cs typeface="Arial"/>
                </a:defRPr>
              </a:lvl4pPr>
              <a:lvl5pPr algn="r">
                <a:defRPr sz="1212" b="0">
                  <a:solidFill>
                    <a:srgbClr val="000000"/>
                  </a:solidFill>
                  <a:latin typeface="Arial"/>
                  <a:ea typeface="Arial"/>
                  <a:cs typeface="Arial"/>
                </a:defRPr>
              </a:lvl5pPr>
              <a:lvl6pPr algn="r">
                <a:defRPr sz="1212" b="0">
                  <a:solidFill>
                    <a:srgbClr val="000000"/>
                  </a:solidFill>
                  <a:latin typeface="Arial"/>
                  <a:ea typeface="Arial"/>
                  <a:cs typeface="Arial"/>
                </a:defRPr>
              </a:lvl6pPr>
              <a:lvl7pPr algn="r">
                <a:defRPr sz="1212" b="0">
                  <a:solidFill>
                    <a:srgbClr val="000000"/>
                  </a:solidFill>
                  <a:latin typeface="Arial"/>
                  <a:ea typeface="Arial"/>
                  <a:cs typeface="Arial"/>
                </a:defRPr>
              </a:lvl7pPr>
              <a:lvl8pPr algn="r">
                <a:defRPr sz="1212" b="0">
                  <a:solidFill>
                    <a:srgbClr val="000000"/>
                  </a:solidFill>
                  <a:latin typeface="Arial"/>
                  <a:ea typeface="Arial"/>
                  <a:cs typeface="Arial"/>
                </a:defRPr>
              </a:lvl8pPr>
              <a:lvl9pPr algn="r">
                <a:defRPr sz="1212" b="0">
                  <a:solidFill>
                    <a:srgbClr val="000000"/>
                  </a:solidFill>
                  <a:latin typeface="Arial"/>
                  <a:ea typeface="Arial"/>
                  <a:cs typeface="Arial"/>
                </a:defRPr>
              </a:lvl9pPr>
            </a:lstStyle>
            <a:p>
              <a:pPr algn="r">
                <a:defRPr sz="1212" b="0">
                  <a:solidFill>
                    <a:srgbClr val="000000"/>
                  </a:solidFill>
                  <a:latin typeface="Arial"/>
                  <a:ea typeface="Arial"/>
                  <a:cs typeface="Arial"/>
                </a:defRPr>
              </a:pPr>
              <a:r>
                <a:rPr sz="1212" b="0">
                  <a:solidFill>
                    <a:srgbClr val="000000"/>
                  </a:solidFill>
                  <a:latin typeface="Arial"/>
                  <a:ea typeface="Arial"/>
                  <a:cs typeface="Arial"/>
                </a:rPr>
                <a:t>1</a:t>
              </a:r>
            </a:p>
          </p:txBody>
        </p:sp>
        <p:sp>
          <p:nvSpPr>
            <p:cNvPr id="46" name="text_045">
              <a:extLst>
                <a:ext uri="{FF2B5EF4-FFF2-40B4-BE49-F238E27FC236}">
                  <ns2:creationId id="{C494BDAE-E571-476E-BA49-73852E7177F4}"/>
                </a:ext>
              </a:extLst>
            </p:cNvPr>
            <p:cNvSpPr>
              <a:spLocks noGrp="1"/>
            </p:cNvSpPr>
            <p:nvPr/>
          </p:nvSpPr>
          <p:spPr>
            <a:xfrm>
              <a:off x="900468" y="1323975"/>
              <a:ext cx="381000" cy="209550"/>
            </a:xfrm>
            <a:prstGeom prst="rect">
              <a:avLst/>
            </a:prstGeom>
            <a:noFill/>
            <a:ln w="0">
              <a:noFill/>
              <a:prstDash val="solid"/>
            </a:ln>
          </p:spPr>
          <p:txBody>
            <a:bodyPr wrap="none" lIns="0" tIns="0" rIns="0" bIns="0" anchor="t">
              <a:noAutofit/>
            </a:bodyPr>
            <a:lstStyle>
              <a:defPPr algn="ctr">
                <a:defRPr sz="1292" b="0">
                  <a:solidFill>
                    <a:srgbClr val="000000"/>
                  </a:solidFill>
                  <a:latin typeface="Arial"/>
                  <a:ea typeface="Arial"/>
                  <a:cs typeface="Arial"/>
                </a:defRPr>
              </a:defPPr>
              <a:lvl1pPr algn="ctr">
                <a:defRPr sz="1292" b="0">
                  <a:solidFill>
                    <a:srgbClr val="000000"/>
                  </a:solidFill>
                  <a:latin typeface="Arial"/>
                  <a:ea typeface="Arial"/>
                  <a:cs typeface="Arial"/>
                </a:defRPr>
              </a:lvl1pPr>
              <a:lvl2pPr algn="ctr">
                <a:defRPr sz="1292" b="0">
                  <a:solidFill>
                    <a:srgbClr val="000000"/>
                  </a:solidFill>
                  <a:latin typeface="Arial"/>
                  <a:ea typeface="Arial"/>
                  <a:cs typeface="Arial"/>
                </a:defRPr>
              </a:lvl2pPr>
              <a:lvl3pPr algn="ctr">
                <a:defRPr sz="1292" b="0">
                  <a:solidFill>
                    <a:srgbClr val="000000"/>
                  </a:solidFill>
                  <a:latin typeface="Arial"/>
                  <a:ea typeface="Arial"/>
                  <a:cs typeface="Arial"/>
                </a:defRPr>
              </a:lvl3pPr>
              <a:lvl4pPr algn="ctr">
                <a:defRPr sz="1292" b="0">
                  <a:solidFill>
                    <a:srgbClr val="000000"/>
                  </a:solidFill>
                  <a:latin typeface="Arial"/>
                  <a:ea typeface="Arial"/>
                  <a:cs typeface="Arial"/>
                </a:defRPr>
              </a:lvl4pPr>
              <a:lvl5pPr algn="ctr">
                <a:defRPr sz="1292" b="0">
                  <a:solidFill>
                    <a:srgbClr val="000000"/>
                  </a:solidFill>
                  <a:latin typeface="Arial"/>
                  <a:ea typeface="Arial"/>
                  <a:cs typeface="Arial"/>
                </a:defRPr>
              </a:lvl5pPr>
              <a:lvl6pPr algn="ctr">
                <a:defRPr sz="1292" b="0">
                  <a:solidFill>
                    <a:srgbClr val="000000"/>
                  </a:solidFill>
                  <a:latin typeface="Arial"/>
                  <a:ea typeface="Arial"/>
                  <a:cs typeface="Arial"/>
                </a:defRPr>
              </a:lvl6pPr>
              <a:lvl7pPr algn="ctr">
                <a:defRPr sz="1292" b="0">
                  <a:solidFill>
                    <a:srgbClr val="000000"/>
                  </a:solidFill>
                  <a:latin typeface="Arial"/>
                  <a:ea typeface="Arial"/>
                  <a:cs typeface="Arial"/>
                </a:defRPr>
              </a:lvl7pPr>
              <a:lvl8pPr algn="ctr">
                <a:defRPr sz="1292" b="0">
                  <a:solidFill>
                    <a:srgbClr val="000000"/>
                  </a:solidFill>
                  <a:latin typeface="Arial"/>
                  <a:ea typeface="Arial"/>
                  <a:cs typeface="Arial"/>
                </a:defRPr>
              </a:lvl8pPr>
              <a:lvl9pPr algn="ctr">
                <a:defRPr sz="1292" b="0">
                  <a:solidFill>
                    <a:srgbClr val="000000"/>
                  </a:solidFill>
                  <a:latin typeface="Arial"/>
                  <a:ea typeface="Arial"/>
                  <a:cs typeface="Arial"/>
                </a:defRPr>
              </a:lvl9pPr>
            </a:lstStyle>
            <a:p>
              <a:pPr algn="ctr">
                <a:defRPr sz="1292" b="0">
                  <a:solidFill>
                    <a:srgbClr val="000000"/>
                  </a:solidFill>
                  <a:latin typeface="Arial"/>
                  <a:ea typeface="Arial"/>
                  <a:cs typeface="Arial"/>
                </a:defRPr>
              </a:pPr>
              <a:r>
                <a:rPr sz="1292" b="0">
                  <a:solidFill>
                    <a:srgbClr val="000000"/>
                  </a:solidFill>
                  <a:latin typeface="Arial"/>
                  <a:ea typeface="Arial"/>
                  <a:cs typeface="Arial"/>
                </a:rPr>
                <a:t>0</a:t>
              </a:r>
            </a:p>
          </p:txBody>
        </p:sp>
        <p:sp>
          <p:nvSpPr>
            <p:cNvPr id="47" name="text_046">
              <a:extLst>
                <a:ext uri="{FF2B5EF4-FFF2-40B4-BE49-F238E27FC236}">
                  <ns2:creationId id="{DD26DAEA-2591-40C0-B381-51F5FCD52472}"/>
                </a:ext>
              </a:extLst>
            </p:cNvPr>
            <p:cNvSpPr>
              <a:spLocks noGrp="1"/>
            </p:cNvSpPr>
            <p:nvPr/>
          </p:nvSpPr>
          <p:spPr>
            <a:xfrm>
              <a:off x="6757632" y="1323975"/>
              <a:ext cx="381000" cy="209550"/>
            </a:xfrm>
            <a:prstGeom prst="rect">
              <a:avLst/>
            </a:prstGeom>
            <a:noFill/>
            <a:ln w="0">
              <a:noFill/>
              <a:prstDash val="solid"/>
            </a:ln>
          </p:spPr>
          <p:txBody>
            <a:bodyPr wrap="none" lIns="0" tIns="0" rIns="0" bIns="0" anchor="t">
              <a:noAutofit/>
            </a:bodyPr>
            <a:lstStyle>
              <a:defPPr algn="ctr">
                <a:defRPr sz="1292" b="0">
                  <a:solidFill>
                    <a:srgbClr val="000000"/>
                  </a:solidFill>
                  <a:latin typeface="Arial"/>
                  <a:ea typeface="Arial"/>
                  <a:cs typeface="Arial"/>
                </a:defRPr>
              </a:defPPr>
              <a:lvl1pPr algn="ctr">
                <a:defRPr sz="1292" b="0">
                  <a:solidFill>
                    <a:srgbClr val="000000"/>
                  </a:solidFill>
                  <a:latin typeface="Arial"/>
                  <a:ea typeface="Arial"/>
                  <a:cs typeface="Arial"/>
                </a:defRPr>
              </a:lvl1pPr>
              <a:lvl2pPr algn="ctr">
                <a:defRPr sz="1292" b="0">
                  <a:solidFill>
                    <a:srgbClr val="000000"/>
                  </a:solidFill>
                  <a:latin typeface="Arial"/>
                  <a:ea typeface="Arial"/>
                  <a:cs typeface="Arial"/>
                </a:defRPr>
              </a:lvl2pPr>
              <a:lvl3pPr algn="ctr">
                <a:defRPr sz="1292" b="0">
                  <a:solidFill>
                    <a:srgbClr val="000000"/>
                  </a:solidFill>
                  <a:latin typeface="Arial"/>
                  <a:ea typeface="Arial"/>
                  <a:cs typeface="Arial"/>
                </a:defRPr>
              </a:lvl3pPr>
              <a:lvl4pPr algn="ctr">
                <a:defRPr sz="1292" b="0">
                  <a:solidFill>
                    <a:srgbClr val="000000"/>
                  </a:solidFill>
                  <a:latin typeface="Arial"/>
                  <a:ea typeface="Arial"/>
                  <a:cs typeface="Arial"/>
                </a:defRPr>
              </a:lvl4pPr>
              <a:lvl5pPr algn="ctr">
                <a:defRPr sz="1292" b="0">
                  <a:solidFill>
                    <a:srgbClr val="000000"/>
                  </a:solidFill>
                  <a:latin typeface="Arial"/>
                  <a:ea typeface="Arial"/>
                  <a:cs typeface="Arial"/>
                </a:defRPr>
              </a:lvl5pPr>
              <a:lvl6pPr algn="ctr">
                <a:defRPr sz="1292" b="0">
                  <a:solidFill>
                    <a:srgbClr val="000000"/>
                  </a:solidFill>
                  <a:latin typeface="Arial"/>
                  <a:ea typeface="Arial"/>
                  <a:cs typeface="Arial"/>
                </a:defRPr>
              </a:lvl6pPr>
              <a:lvl7pPr algn="ctr">
                <a:defRPr sz="1292" b="0">
                  <a:solidFill>
                    <a:srgbClr val="000000"/>
                  </a:solidFill>
                  <a:latin typeface="Arial"/>
                  <a:ea typeface="Arial"/>
                  <a:cs typeface="Arial"/>
                </a:defRPr>
              </a:lvl7pPr>
              <a:lvl8pPr algn="ctr">
                <a:defRPr sz="1292" b="0">
                  <a:solidFill>
                    <a:srgbClr val="000000"/>
                  </a:solidFill>
                  <a:latin typeface="Arial"/>
                  <a:ea typeface="Arial"/>
                  <a:cs typeface="Arial"/>
                </a:defRPr>
              </a:lvl8pPr>
              <a:lvl9pPr algn="ctr">
                <a:defRPr sz="1292" b="0">
                  <a:solidFill>
                    <a:srgbClr val="000000"/>
                  </a:solidFill>
                  <a:latin typeface="Arial"/>
                  <a:ea typeface="Arial"/>
                  <a:cs typeface="Arial"/>
                </a:defRPr>
              </a:lvl9pPr>
            </a:lstStyle>
            <a:p>
              <a:pPr algn="ctr">
                <a:defRPr sz="1292" b="0">
                  <a:solidFill>
                    <a:srgbClr val="000000"/>
                  </a:solidFill>
                  <a:latin typeface="Arial"/>
                  <a:ea typeface="Arial"/>
                  <a:cs typeface="Arial"/>
                </a:defRPr>
              </a:pPr>
              <a:r>
                <a:rPr sz="1292" b="0">
                  <a:solidFill>
                    <a:srgbClr val="000000"/>
                  </a:solidFill>
                  <a:latin typeface="Arial"/>
                  <a:ea typeface="Arial"/>
                  <a:cs typeface="Arial"/>
                </a:rPr>
                <a:t>200</a:t>
              </a:r>
            </a:p>
          </p:txBody>
        </p:sp>
        <p:sp>
          <p:nvSpPr>
            <p:cNvPr id="48" name="tangaroa_P_432_exact_anchor">
              <a:extLst>
                <a:ext uri="{FF2B5EF4-FFF2-40B4-BE49-F238E27FC236}">
                  <ns2:creationId id="{9EDDACA9-B57D-4410-9158-04712A00E7E5}"/>
                </a:ext>
              </a:extLst>
            </p:cNvPr>
            <p:cNvSpPr>
              <a:spLocks noGrp="1"/>
            </p:cNvSpPr>
            <p:nvPr/>
          </p:nvSpPr>
          <p:spPr>
            <a:xfrm>
              <a:off x="5152883" y="945785"/>
              <a:ext cx="76200" cy="76200"/>
            </a:xfrm>
            <a:prstGeom prst="ellipse">
              <a:avLst/>
            </a:prstGeom>
            <a:solidFill>
              <a:srgbClr val="FFFFFF"/>
            </a:solidFill>
            <a:ln w="18464">
              <a:solidFill>
                <a:srgbClr val="0072B2"/>
              </a:solidFill>
              <a:prstDash val="solid"/>
            </a:ln>
          </p:spPr>
        </p:sp>
        <p:sp>
          <p:nvSpPr>
            <p:cNvPr id="49" name="tangaroa_P_462_exact_anchor">
              <a:extLst>
                <a:ext uri="{FF2B5EF4-FFF2-40B4-BE49-F238E27FC236}">
                  <ns2:creationId id="{1E719362-9632-49B7-B8DC-2FC7C5561621}"/>
                </a:ext>
              </a:extLst>
            </p:cNvPr>
            <p:cNvSpPr>
              <a:spLocks noGrp="1"/>
            </p:cNvSpPr>
            <p:nvPr/>
          </p:nvSpPr>
          <p:spPr>
            <a:xfrm>
              <a:off x="5152883" y="655056"/>
              <a:ext cx="76200" cy="76200"/>
            </a:xfrm>
            <a:prstGeom prst="ellipse">
              <a:avLst/>
            </a:prstGeom>
            <a:solidFill>
              <a:srgbClr val="FFFFFF"/>
            </a:solidFill>
            <a:ln w="18464">
              <a:solidFill>
                <a:srgbClr val="D55E00"/>
              </a:solidFill>
              <a:prstDash val="solid"/>
            </a:ln>
          </p:spPr>
        </p:sp>
        <p:sp>
          <p:nvSpPr>
            <p:cNvPr id="50" name="tangaroa_P_388_exact_anchor">
              <a:extLst>
                <a:ext uri="{FF2B5EF4-FFF2-40B4-BE49-F238E27FC236}">
                  <ns2:creationId id="{E7CCCA47-21B8-4C1E-91CC-86BE29E328C8}"/>
                </a:ext>
              </a:extLst>
            </p:cNvPr>
            <p:cNvSpPr>
              <a:spLocks noGrp="1"/>
            </p:cNvSpPr>
            <p:nvPr/>
          </p:nvSpPr>
          <p:spPr>
            <a:xfrm>
              <a:off x="5152883" y="647323"/>
              <a:ext cx="76200" cy="76200"/>
            </a:xfrm>
            <a:prstGeom prst="ellipse">
              <a:avLst/>
            </a:prstGeom>
            <a:solidFill>
              <a:srgbClr val="FFFFFF"/>
            </a:solidFill>
            <a:ln w="18464">
              <a:solidFill>
                <a:srgbClr val="009E73"/>
              </a:solidFill>
              <a:prstDash val="solid"/>
            </a:ln>
          </p:spPr>
        </p:sp>
        <p:pic>
          <p:nvPicPr>
            <p:cNvPr id="51" name="">
              <a:extLst>
                <a:ext uri="{FF2B5EF4-FFF2-40B4-BE49-F238E27FC236}">
                  <ns2:creationId id="{EADEF27F-3818-44C4-AB22-38B032079D66}"/>
                </a:ext>
              </a:extLst>
            </p:cNvPr>
            <p:cNvPicPr>
              <a:picLocks noChangeAspect="1"/>
            </p:cNvPicPr>
            <p:nvPr/>
          </p:nvPicPr>
          <p:blipFill>
            <a:blip r:embed="R5b6e7a7ac1cf4fc8"/>
            <a:stretch/>
          </p:blipFill>
          <p:spPr>
            <a:xfrm>
              <a:off x="7715250" y="400050"/>
              <a:ext cx="3771900" cy="895350"/>
            </a:xfrm>
            <a:prstGeom prst="rect">
              <a:avLst/>
            </a:prstGeom>
          </p:spPr>
        </p:pic>
        <p:sp>
          <p:nvSpPr>
            <p:cNvPr id="52" name="line_051">
              <a:extLst>
                <a:ext uri="{FF2B5EF4-FFF2-40B4-BE49-F238E27FC236}">
                  <ns2:creationId id="{91C011F6-2C39-4824-B70A-9636C9D4F415}"/>
                </a:ext>
              </a:extLst>
            </p:cNvPr>
            <p:cNvSpPr>
              <a:spLocks noGrp="1"/>
            </p:cNvSpPr>
            <p:nvPr/>
          </p:nvSpPr>
          <p:spPr>
            <a:xfrm>
              <a:off x="9601200" y="400050"/>
              <a:ext cx="95" cy="895350"/>
            </a:xfrm>
            <a:custGeom>
              <a:pathLst>
                <a:path w="95" h="895350">
                  <a:moveTo>
                    <a:pt x="0" y="0"/>
                  </a:moveTo>
                  <a:lnTo>
                    <a:pt x="0" y="895350"/>
                  </a:lnTo>
                </a:path>
              </a:pathLst>
            </a:custGeom>
            <a:noFill/>
            <a:ln w="10258">
              <a:solidFill>
                <a:srgbClr val="263238"/>
              </a:solidFill>
              <a:prstDash val="dash"/>
            </a:ln>
          </p:spPr>
        </p:sp>
        <p:sp>
          <p:nvSpPr>
            <p:cNvPr id="53" name="rect_052">
              <a:extLst>
                <a:ext uri="{FF2B5EF4-FFF2-40B4-BE49-F238E27FC236}">
                  <ns2:creationId id="{A5BA2B30-9DCD-42FB-AB95-EB3F5D945683}"/>
                </a:ext>
              </a:extLst>
            </p:cNvPr>
            <p:cNvSpPr>
              <a:spLocks noGrp="1"/>
            </p:cNvSpPr>
            <p:nvPr/>
          </p:nvSpPr>
          <p:spPr>
            <a:xfrm>
              <a:off x="7715250" y="400050"/>
              <a:ext cx="3771900" cy="895350"/>
            </a:xfrm>
            <a:prstGeom prst="rect">
              <a:avLst/>
            </a:prstGeom>
            <a:noFill/>
            <a:ln w="7181">
              <a:solidFill>
                <a:srgbClr val="7B8790"/>
              </a:solidFill>
              <a:prstDash val="solid"/>
            </a:ln>
          </p:spPr>
        </p:sp>
        <p:sp>
          <p:nvSpPr>
            <p:cNvPr id="54" name="text_053">
              <a:extLst>
                <a:ext uri="{FF2B5EF4-FFF2-40B4-BE49-F238E27FC236}">
                  <ns2:creationId id="{A9D285AE-4095-41D5-B9CB-44728F815345}"/>
                </a:ext>
              </a:extLst>
            </p:cNvPr>
            <p:cNvSpPr>
              <a:spLocks noGrp="1"/>
            </p:cNvSpPr>
            <p:nvPr/>
          </p:nvSpPr>
          <p:spPr>
            <a:xfrm>
              <a:off x="7343775" y="1200150"/>
              <a:ext cx="314325" cy="200025"/>
            </a:xfrm>
            <a:prstGeom prst="rect">
              <a:avLst/>
            </a:prstGeom>
            <a:noFill/>
            <a:ln w="0">
              <a:noFill/>
              <a:prstDash val="solid"/>
            </a:ln>
          </p:spPr>
          <p:txBody>
            <a:bodyPr wrap="none" lIns="0" tIns="0" rIns="0" bIns="0" anchor="t">
              <a:noAutofit/>
            </a:bodyPr>
            <a:lstStyle>
              <a:defPPr algn="r">
                <a:defRPr sz="1212" b="0">
                  <a:solidFill>
                    <a:srgbClr val="000000"/>
                  </a:solidFill>
                  <a:latin typeface="Arial"/>
                  <a:ea typeface="Arial"/>
                  <a:cs typeface="Arial"/>
                </a:defRPr>
              </a:defPPr>
              <a:lvl1pPr algn="r">
                <a:defRPr sz="1212" b="0">
                  <a:solidFill>
                    <a:srgbClr val="000000"/>
                  </a:solidFill>
                  <a:latin typeface="Arial"/>
                  <a:ea typeface="Arial"/>
                  <a:cs typeface="Arial"/>
                </a:defRPr>
              </a:lvl1pPr>
              <a:lvl2pPr algn="r">
                <a:defRPr sz="1212" b="0">
                  <a:solidFill>
                    <a:srgbClr val="000000"/>
                  </a:solidFill>
                  <a:latin typeface="Arial"/>
                  <a:ea typeface="Arial"/>
                  <a:cs typeface="Arial"/>
                </a:defRPr>
              </a:lvl2pPr>
              <a:lvl3pPr algn="r">
                <a:defRPr sz="1212" b="0">
                  <a:solidFill>
                    <a:srgbClr val="000000"/>
                  </a:solidFill>
                  <a:latin typeface="Arial"/>
                  <a:ea typeface="Arial"/>
                  <a:cs typeface="Arial"/>
                </a:defRPr>
              </a:lvl3pPr>
              <a:lvl4pPr algn="r">
                <a:defRPr sz="1212" b="0">
                  <a:solidFill>
                    <a:srgbClr val="000000"/>
                  </a:solidFill>
                  <a:latin typeface="Arial"/>
                  <a:ea typeface="Arial"/>
                  <a:cs typeface="Arial"/>
                </a:defRPr>
              </a:lvl4pPr>
              <a:lvl5pPr algn="r">
                <a:defRPr sz="1212" b="0">
                  <a:solidFill>
                    <a:srgbClr val="000000"/>
                  </a:solidFill>
                  <a:latin typeface="Arial"/>
                  <a:ea typeface="Arial"/>
                  <a:cs typeface="Arial"/>
                </a:defRPr>
              </a:lvl5pPr>
              <a:lvl6pPr algn="r">
                <a:defRPr sz="1212" b="0">
                  <a:solidFill>
                    <a:srgbClr val="000000"/>
                  </a:solidFill>
                  <a:latin typeface="Arial"/>
                  <a:ea typeface="Arial"/>
                  <a:cs typeface="Arial"/>
                </a:defRPr>
              </a:lvl6pPr>
              <a:lvl7pPr algn="r">
                <a:defRPr sz="1212" b="0">
                  <a:solidFill>
                    <a:srgbClr val="000000"/>
                  </a:solidFill>
                  <a:latin typeface="Arial"/>
                  <a:ea typeface="Arial"/>
                  <a:cs typeface="Arial"/>
                </a:defRPr>
              </a:lvl7pPr>
              <a:lvl8pPr algn="r">
                <a:defRPr sz="1212" b="0">
                  <a:solidFill>
                    <a:srgbClr val="000000"/>
                  </a:solidFill>
                  <a:latin typeface="Arial"/>
                  <a:ea typeface="Arial"/>
                  <a:cs typeface="Arial"/>
                </a:defRPr>
              </a:lvl8pPr>
              <a:lvl9pPr algn="r">
                <a:defRPr sz="1212" b="0">
                  <a:solidFill>
                    <a:srgbClr val="000000"/>
                  </a:solidFill>
                  <a:latin typeface="Arial"/>
                  <a:ea typeface="Arial"/>
                  <a:cs typeface="Arial"/>
                </a:defRPr>
              </a:lvl9pPr>
            </a:lstStyle>
            <a:p>
              <a:pPr algn="r">
                <a:defRPr sz="1212" b="0">
                  <a:solidFill>
                    <a:srgbClr val="000000"/>
                  </a:solidFill>
                  <a:latin typeface="Arial"/>
                  <a:ea typeface="Arial"/>
                  <a:cs typeface="Arial"/>
                </a:defRPr>
              </a:pPr>
              <a:r>
                <a:rPr sz="1212" b="0">
                  <a:solidFill>
                    <a:srgbClr val="000000"/>
                  </a:solidFill>
                  <a:latin typeface="Arial"/>
                  <a:ea typeface="Arial"/>
                  <a:cs typeface="Arial"/>
                </a:rPr>
                <a:t>0.24</a:t>
              </a:r>
            </a:p>
          </p:txBody>
        </p:sp>
        <p:sp>
          <p:nvSpPr>
            <p:cNvPr id="55" name="text_054">
              <a:extLst>
                <a:ext uri="{FF2B5EF4-FFF2-40B4-BE49-F238E27FC236}">
                  <ns2:creationId id="{E11EF1F9-A27C-4A1B-A3AD-3648EEE78224}"/>
                </a:ext>
              </a:extLst>
            </p:cNvPr>
            <p:cNvSpPr>
              <a:spLocks noGrp="1"/>
            </p:cNvSpPr>
            <p:nvPr/>
          </p:nvSpPr>
          <p:spPr>
            <a:xfrm>
              <a:off x="7343775" y="304800"/>
              <a:ext cx="314325" cy="200025"/>
            </a:xfrm>
            <a:prstGeom prst="rect">
              <a:avLst/>
            </a:prstGeom>
            <a:noFill/>
            <a:ln w="0">
              <a:noFill/>
              <a:prstDash val="solid"/>
            </a:ln>
          </p:spPr>
          <p:txBody>
            <a:bodyPr wrap="none" lIns="0" tIns="0" rIns="0" bIns="0" anchor="t">
              <a:noAutofit/>
            </a:bodyPr>
            <a:lstStyle>
              <a:defPPr algn="r">
                <a:defRPr sz="1212" b="0">
                  <a:solidFill>
                    <a:srgbClr val="000000"/>
                  </a:solidFill>
                  <a:latin typeface="Arial"/>
                  <a:ea typeface="Arial"/>
                  <a:cs typeface="Arial"/>
                </a:defRPr>
              </a:defPPr>
              <a:lvl1pPr algn="r">
                <a:defRPr sz="1212" b="0">
                  <a:solidFill>
                    <a:srgbClr val="000000"/>
                  </a:solidFill>
                  <a:latin typeface="Arial"/>
                  <a:ea typeface="Arial"/>
                  <a:cs typeface="Arial"/>
                </a:defRPr>
              </a:lvl1pPr>
              <a:lvl2pPr algn="r">
                <a:defRPr sz="1212" b="0">
                  <a:solidFill>
                    <a:srgbClr val="000000"/>
                  </a:solidFill>
                  <a:latin typeface="Arial"/>
                  <a:ea typeface="Arial"/>
                  <a:cs typeface="Arial"/>
                </a:defRPr>
              </a:lvl2pPr>
              <a:lvl3pPr algn="r">
                <a:defRPr sz="1212" b="0">
                  <a:solidFill>
                    <a:srgbClr val="000000"/>
                  </a:solidFill>
                  <a:latin typeface="Arial"/>
                  <a:ea typeface="Arial"/>
                  <a:cs typeface="Arial"/>
                </a:defRPr>
              </a:lvl3pPr>
              <a:lvl4pPr algn="r">
                <a:defRPr sz="1212" b="0">
                  <a:solidFill>
                    <a:srgbClr val="000000"/>
                  </a:solidFill>
                  <a:latin typeface="Arial"/>
                  <a:ea typeface="Arial"/>
                  <a:cs typeface="Arial"/>
                </a:defRPr>
              </a:lvl4pPr>
              <a:lvl5pPr algn="r">
                <a:defRPr sz="1212" b="0">
                  <a:solidFill>
                    <a:srgbClr val="000000"/>
                  </a:solidFill>
                  <a:latin typeface="Arial"/>
                  <a:ea typeface="Arial"/>
                  <a:cs typeface="Arial"/>
                </a:defRPr>
              </a:lvl5pPr>
              <a:lvl6pPr algn="r">
                <a:defRPr sz="1212" b="0">
                  <a:solidFill>
                    <a:srgbClr val="000000"/>
                  </a:solidFill>
                  <a:latin typeface="Arial"/>
                  <a:ea typeface="Arial"/>
                  <a:cs typeface="Arial"/>
                </a:defRPr>
              </a:lvl6pPr>
              <a:lvl7pPr algn="r">
                <a:defRPr sz="1212" b="0">
                  <a:solidFill>
                    <a:srgbClr val="000000"/>
                  </a:solidFill>
                  <a:latin typeface="Arial"/>
                  <a:ea typeface="Arial"/>
                  <a:cs typeface="Arial"/>
                </a:defRPr>
              </a:lvl7pPr>
              <a:lvl8pPr algn="r">
                <a:defRPr sz="1212" b="0">
                  <a:solidFill>
                    <a:srgbClr val="000000"/>
                  </a:solidFill>
                  <a:latin typeface="Arial"/>
                  <a:ea typeface="Arial"/>
                  <a:cs typeface="Arial"/>
                </a:defRPr>
              </a:lvl8pPr>
              <a:lvl9pPr algn="r">
                <a:defRPr sz="1212" b="0">
                  <a:solidFill>
                    <a:srgbClr val="000000"/>
                  </a:solidFill>
                  <a:latin typeface="Arial"/>
                  <a:ea typeface="Arial"/>
                  <a:cs typeface="Arial"/>
                </a:defRPr>
              </a:lvl9pPr>
            </a:lstStyle>
            <a:p>
              <a:pPr algn="r">
                <a:defRPr sz="1212" b="0">
                  <a:solidFill>
                    <a:srgbClr val="000000"/>
                  </a:solidFill>
                  <a:latin typeface="Arial"/>
                  <a:ea typeface="Arial"/>
                  <a:cs typeface="Arial"/>
                </a:defRPr>
              </a:pPr>
              <a:r>
                <a:rPr sz="1212" b="0">
                  <a:solidFill>
                    <a:srgbClr val="000000"/>
                  </a:solidFill>
                  <a:latin typeface="Arial"/>
                  <a:ea typeface="Arial"/>
                  <a:cs typeface="Arial"/>
                </a:rPr>
                <a:t>0.85</a:t>
              </a:r>
            </a:p>
          </p:txBody>
        </p:sp>
        <p:sp>
          <p:nvSpPr>
            <p:cNvPr id="56" name="text_055">
              <a:extLst>
                <a:ext uri="{FF2B5EF4-FFF2-40B4-BE49-F238E27FC236}">
                  <ns2:creationId id="{5B244374-9E8C-41FE-9CDF-BDA8FCD3D595}"/>
                </a:ext>
              </a:extLst>
            </p:cNvPr>
            <p:cNvSpPr>
              <a:spLocks noGrp="1"/>
            </p:cNvSpPr>
            <p:nvPr/>
          </p:nvSpPr>
          <p:spPr>
            <a:xfrm>
              <a:off x="7696200" y="1323975"/>
              <a:ext cx="381000" cy="209550"/>
            </a:xfrm>
            <a:prstGeom prst="rect">
              <a:avLst/>
            </a:prstGeom>
            <a:noFill/>
            <a:ln w="0">
              <a:noFill/>
              <a:prstDash val="solid"/>
            </a:ln>
          </p:spPr>
          <p:txBody>
            <a:bodyPr wrap="none" lIns="0" tIns="0" rIns="0" bIns="0" anchor="t">
              <a:noAutofit/>
            </a:bodyPr>
            <a:lstStyle>
              <a:defPPr algn="ctr">
                <a:defRPr sz="1292" b="0">
                  <a:solidFill>
                    <a:srgbClr val="000000"/>
                  </a:solidFill>
                  <a:latin typeface="Arial"/>
                  <a:ea typeface="Arial"/>
                  <a:cs typeface="Arial"/>
                </a:defRPr>
              </a:defPPr>
              <a:lvl1pPr algn="ctr">
                <a:defRPr sz="1292" b="0">
                  <a:solidFill>
                    <a:srgbClr val="000000"/>
                  </a:solidFill>
                  <a:latin typeface="Arial"/>
                  <a:ea typeface="Arial"/>
                  <a:cs typeface="Arial"/>
                </a:defRPr>
              </a:lvl1pPr>
              <a:lvl2pPr algn="ctr">
                <a:defRPr sz="1292" b="0">
                  <a:solidFill>
                    <a:srgbClr val="000000"/>
                  </a:solidFill>
                  <a:latin typeface="Arial"/>
                  <a:ea typeface="Arial"/>
                  <a:cs typeface="Arial"/>
                </a:defRPr>
              </a:lvl2pPr>
              <a:lvl3pPr algn="ctr">
                <a:defRPr sz="1292" b="0">
                  <a:solidFill>
                    <a:srgbClr val="000000"/>
                  </a:solidFill>
                  <a:latin typeface="Arial"/>
                  <a:ea typeface="Arial"/>
                  <a:cs typeface="Arial"/>
                </a:defRPr>
              </a:lvl3pPr>
              <a:lvl4pPr algn="ctr">
                <a:defRPr sz="1292" b="0">
                  <a:solidFill>
                    <a:srgbClr val="000000"/>
                  </a:solidFill>
                  <a:latin typeface="Arial"/>
                  <a:ea typeface="Arial"/>
                  <a:cs typeface="Arial"/>
                </a:defRPr>
              </a:lvl4pPr>
              <a:lvl5pPr algn="ctr">
                <a:defRPr sz="1292" b="0">
                  <a:solidFill>
                    <a:srgbClr val="000000"/>
                  </a:solidFill>
                  <a:latin typeface="Arial"/>
                  <a:ea typeface="Arial"/>
                  <a:cs typeface="Arial"/>
                </a:defRPr>
              </a:lvl5pPr>
              <a:lvl6pPr algn="ctr">
                <a:defRPr sz="1292" b="0">
                  <a:solidFill>
                    <a:srgbClr val="000000"/>
                  </a:solidFill>
                  <a:latin typeface="Arial"/>
                  <a:ea typeface="Arial"/>
                  <a:cs typeface="Arial"/>
                </a:defRPr>
              </a:lvl6pPr>
              <a:lvl7pPr algn="ctr">
                <a:defRPr sz="1292" b="0">
                  <a:solidFill>
                    <a:srgbClr val="000000"/>
                  </a:solidFill>
                  <a:latin typeface="Arial"/>
                  <a:ea typeface="Arial"/>
                  <a:cs typeface="Arial"/>
                </a:defRPr>
              </a:lvl7pPr>
              <a:lvl8pPr algn="ctr">
                <a:defRPr sz="1292" b="0">
                  <a:solidFill>
                    <a:srgbClr val="000000"/>
                  </a:solidFill>
                  <a:latin typeface="Arial"/>
                  <a:ea typeface="Arial"/>
                  <a:cs typeface="Arial"/>
                </a:defRPr>
              </a:lvl8pPr>
              <a:lvl9pPr algn="ctr">
                <a:defRPr sz="1292" b="0">
                  <a:solidFill>
                    <a:srgbClr val="000000"/>
                  </a:solidFill>
                  <a:latin typeface="Arial"/>
                  <a:ea typeface="Arial"/>
                  <a:cs typeface="Arial"/>
                </a:defRPr>
              </a:lvl9pPr>
            </a:lstStyle>
            <a:p>
              <a:pPr algn="ctr">
                <a:defRPr sz="1292" b="0">
                  <a:solidFill>
                    <a:srgbClr val="000000"/>
                  </a:solidFill>
                  <a:latin typeface="Arial"/>
                  <a:ea typeface="Arial"/>
                  <a:cs typeface="Arial"/>
                </a:defRPr>
              </a:pPr>
              <a:r>
                <a:rPr sz="1292" b="0">
                  <a:solidFill>
                    <a:srgbClr val="000000"/>
                  </a:solidFill>
                  <a:latin typeface="Arial"/>
                  <a:ea typeface="Arial"/>
                  <a:cs typeface="Arial"/>
                </a:rPr>
                <a:t>135</a:t>
              </a:r>
            </a:p>
          </p:txBody>
        </p:sp>
        <p:sp>
          <p:nvSpPr>
            <p:cNvPr id="57" name="text_056">
              <a:extLst>
                <a:ext uri="{FF2B5EF4-FFF2-40B4-BE49-F238E27FC236}">
                  <ns2:creationId id="{9B7FD3DE-914A-4C22-A6DB-0314B62A5D20}"/>
                </a:ext>
              </a:extLst>
            </p:cNvPr>
            <p:cNvSpPr>
              <a:spLocks noGrp="1"/>
            </p:cNvSpPr>
            <p:nvPr/>
          </p:nvSpPr>
          <p:spPr>
            <a:xfrm>
              <a:off x="11125200" y="1323975"/>
              <a:ext cx="381000" cy="209550"/>
            </a:xfrm>
            <a:prstGeom prst="rect">
              <a:avLst/>
            </a:prstGeom>
            <a:noFill/>
            <a:ln w="0">
              <a:noFill/>
              <a:prstDash val="solid"/>
            </a:ln>
          </p:spPr>
          <p:txBody>
            <a:bodyPr wrap="none" lIns="0" tIns="0" rIns="0" bIns="0" anchor="t">
              <a:noAutofit/>
            </a:bodyPr>
            <a:lstStyle>
              <a:defPPr algn="ctr">
                <a:defRPr sz="1292" b="0">
                  <a:solidFill>
                    <a:srgbClr val="000000"/>
                  </a:solidFill>
                  <a:latin typeface="Arial"/>
                  <a:ea typeface="Arial"/>
                  <a:cs typeface="Arial"/>
                </a:defRPr>
              </a:defPPr>
              <a:lvl1pPr algn="ctr">
                <a:defRPr sz="1292" b="0">
                  <a:solidFill>
                    <a:srgbClr val="000000"/>
                  </a:solidFill>
                  <a:latin typeface="Arial"/>
                  <a:ea typeface="Arial"/>
                  <a:cs typeface="Arial"/>
                </a:defRPr>
              </a:lvl1pPr>
              <a:lvl2pPr algn="ctr">
                <a:defRPr sz="1292" b="0">
                  <a:solidFill>
                    <a:srgbClr val="000000"/>
                  </a:solidFill>
                  <a:latin typeface="Arial"/>
                  <a:ea typeface="Arial"/>
                  <a:cs typeface="Arial"/>
                </a:defRPr>
              </a:lvl2pPr>
              <a:lvl3pPr algn="ctr">
                <a:defRPr sz="1292" b="0">
                  <a:solidFill>
                    <a:srgbClr val="000000"/>
                  </a:solidFill>
                  <a:latin typeface="Arial"/>
                  <a:ea typeface="Arial"/>
                  <a:cs typeface="Arial"/>
                </a:defRPr>
              </a:lvl3pPr>
              <a:lvl4pPr algn="ctr">
                <a:defRPr sz="1292" b="0">
                  <a:solidFill>
                    <a:srgbClr val="000000"/>
                  </a:solidFill>
                  <a:latin typeface="Arial"/>
                  <a:ea typeface="Arial"/>
                  <a:cs typeface="Arial"/>
                </a:defRPr>
              </a:lvl4pPr>
              <a:lvl5pPr algn="ctr">
                <a:defRPr sz="1292" b="0">
                  <a:solidFill>
                    <a:srgbClr val="000000"/>
                  </a:solidFill>
                  <a:latin typeface="Arial"/>
                  <a:ea typeface="Arial"/>
                  <a:cs typeface="Arial"/>
                </a:defRPr>
              </a:lvl5pPr>
              <a:lvl6pPr algn="ctr">
                <a:defRPr sz="1292" b="0">
                  <a:solidFill>
                    <a:srgbClr val="000000"/>
                  </a:solidFill>
                  <a:latin typeface="Arial"/>
                  <a:ea typeface="Arial"/>
                  <a:cs typeface="Arial"/>
                </a:defRPr>
              </a:lvl6pPr>
              <a:lvl7pPr algn="ctr">
                <a:defRPr sz="1292" b="0">
                  <a:solidFill>
                    <a:srgbClr val="000000"/>
                  </a:solidFill>
                  <a:latin typeface="Arial"/>
                  <a:ea typeface="Arial"/>
                  <a:cs typeface="Arial"/>
                </a:defRPr>
              </a:lvl7pPr>
              <a:lvl8pPr algn="ctr">
                <a:defRPr sz="1292" b="0">
                  <a:solidFill>
                    <a:srgbClr val="000000"/>
                  </a:solidFill>
                  <a:latin typeface="Arial"/>
                  <a:ea typeface="Arial"/>
                  <a:cs typeface="Arial"/>
                </a:defRPr>
              </a:lvl8pPr>
              <a:lvl9pPr algn="ctr">
                <a:defRPr sz="1292" b="0">
                  <a:solidFill>
                    <a:srgbClr val="000000"/>
                  </a:solidFill>
                  <a:latin typeface="Arial"/>
                  <a:ea typeface="Arial"/>
                  <a:cs typeface="Arial"/>
                </a:defRPr>
              </a:lvl9pPr>
            </a:lstStyle>
            <a:p>
              <a:pPr algn="ctr">
                <a:defRPr sz="1292" b="0">
                  <a:solidFill>
                    <a:srgbClr val="000000"/>
                  </a:solidFill>
                  <a:latin typeface="Arial"/>
                  <a:ea typeface="Arial"/>
                  <a:cs typeface="Arial"/>
                </a:defRPr>
              </a:pPr>
              <a:r>
                <a:rPr sz="1292" b="0">
                  <a:solidFill>
                    <a:srgbClr val="000000"/>
                  </a:solidFill>
                  <a:latin typeface="Arial"/>
                  <a:ea typeface="Arial"/>
                  <a:cs typeface="Arial"/>
                </a:rPr>
                <a:t>145</a:t>
              </a:r>
            </a:p>
          </p:txBody>
        </p:sp>
        <p:sp>
          <p:nvSpPr>
            <p:cNvPr id="58" name="path_057">
              <a:extLst>
                <a:ext uri="{FF2B5EF4-FFF2-40B4-BE49-F238E27FC236}">
                  <ns2:creationId id="{B419904C-23A4-4F5A-BAFD-2F16504FE60B}"/>
                </a:ext>
              </a:extLst>
            </p:cNvPr>
            <p:cNvSpPr>
              <a:spLocks noGrp="1"/>
            </p:cNvSpPr>
            <p:nvPr/>
          </p:nvSpPr>
          <p:spPr>
            <a:xfrm>
              <a:off x="7886700" y="941420"/>
              <a:ext cx="3429000" cy="200622"/>
            </a:xfrm>
            <a:custGeom>
              <a:pathLst>
                <a:path w="3429000" h="200622">
                  <a:moveTo>
                    <a:pt x="0" y="160606"/>
                  </a:moveTo>
                  <a:lnTo>
                    <a:pt x="342900" y="15009"/>
                  </a:lnTo>
                  <a:lnTo>
                    <a:pt x="685800" y="144309"/>
                  </a:lnTo>
                  <a:lnTo>
                    <a:pt x="1028700" y="187135"/>
                  </a:lnTo>
                  <a:lnTo>
                    <a:pt x="1371600" y="200622"/>
                  </a:lnTo>
                  <a:lnTo>
                    <a:pt x="1714500" y="195123"/>
                  </a:lnTo>
                  <a:lnTo>
                    <a:pt x="2057400" y="196189"/>
                  </a:lnTo>
                  <a:lnTo>
                    <a:pt x="2400300" y="166439"/>
                  </a:lnTo>
                  <a:lnTo>
                    <a:pt x="2743200" y="153052"/>
                  </a:lnTo>
                  <a:lnTo>
                    <a:pt x="3086100" y="0"/>
                  </a:lnTo>
                  <a:lnTo>
                    <a:pt x="3429000" y="46892"/>
                  </a:lnTo>
                </a:path>
              </a:pathLst>
            </a:custGeom>
            <a:noFill/>
            <a:ln w="41031">
              <a:solidFill>
                <a:srgbClr val="FFFFFF"/>
              </a:solidFill>
              <a:prstDash val="solid"/>
            </a:ln>
          </p:spPr>
        </p:sp>
        <p:sp>
          <p:nvSpPr>
            <p:cNvPr id="59" name="tangaroa_P_track_432_trace">
              <a:extLst>
                <a:ext uri="{FF2B5EF4-FFF2-40B4-BE49-F238E27FC236}">
                  <ns2:creationId id="{78C822EB-C20B-4B80-9C5C-10B98DE3D08C}"/>
                </a:ext>
              </a:extLst>
            </p:cNvPr>
            <p:cNvSpPr>
              <a:spLocks noGrp="1"/>
            </p:cNvSpPr>
            <p:nvPr/>
          </p:nvSpPr>
          <p:spPr>
            <a:xfrm>
              <a:off x="7886700" y="941420"/>
              <a:ext cx="3429000" cy="200622"/>
            </a:xfrm>
            <a:custGeom>
              <a:pathLst>
                <a:path w="3429000" h="200622">
                  <a:moveTo>
                    <a:pt x="0" y="160606"/>
                  </a:moveTo>
                  <a:lnTo>
                    <a:pt x="342900" y="15009"/>
                  </a:lnTo>
                  <a:lnTo>
                    <a:pt x="685800" y="144309"/>
                  </a:lnTo>
                  <a:lnTo>
                    <a:pt x="1028700" y="187135"/>
                  </a:lnTo>
                  <a:lnTo>
                    <a:pt x="1371600" y="200622"/>
                  </a:lnTo>
                  <a:lnTo>
                    <a:pt x="1714500" y="195123"/>
                  </a:lnTo>
                  <a:lnTo>
                    <a:pt x="2057400" y="196189"/>
                  </a:lnTo>
                  <a:lnTo>
                    <a:pt x="2400300" y="166439"/>
                  </a:lnTo>
                  <a:lnTo>
                    <a:pt x="2743200" y="153052"/>
                  </a:lnTo>
                  <a:lnTo>
                    <a:pt x="3086100" y="0"/>
                  </a:lnTo>
                  <a:lnTo>
                    <a:pt x="3429000" y="46892"/>
                  </a:lnTo>
                </a:path>
              </a:pathLst>
            </a:custGeom>
            <a:noFill/>
            <a:ln w="18464">
              <a:solidFill>
                <a:srgbClr val="0072B2"/>
              </a:solidFill>
              <a:prstDash val="solid"/>
            </a:ln>
          </p:spPr>
        </p:sp>
        <p:sp>
          <p:nvSpPr>
            <p:cNvPr id="60" name="tangaroa_P_true_reference_432">
              <a:extLst>
                <a:ext uri="{FF2B5EF4-FFF2-40B4-BE49-F238E27FC236}">
                  <ns2:creationId id="{EC782FF6-D69E-489D-A0B1-B9DC23B55EA0}"/>
                </a:ext>
              </a:extLst>
            </p:cNvPr>
            <p:cNvSpPr>
              <a:spLocks noGrp="1"/>
            </p:cNvSpPr>
            <p:nvPr/>
          </p:nvSpPr>
          <p:spPr>
            <a:xfrm>
              <a:off x="7886700" y="1059976"/>
              <a:ext cx="3429000" cy="162475"/>
            </a:xfrm>
            <a:custGeom>
              <a:pathLst>
                <a:path w="3429000" h="162475">
                  <a:moveTo>
                    <a:pt x="0" y="162475"/>
                  </a:moveTo>
                  <a:lnTo>
                    <a:pt x="342900" y="0"/>
                  </a:lnTo>
                  <a:lnTo>
                    <a:pt x="685800" y="96501"/>
                  </a:lnTo>
                  <a:lnTo>
                    <a:pt x="1028700" y="160204"/>
                  </a:lnTo>
                  <a:lnTo>
                    <a:pt x="1371600" y="160051"/>
                  </a:lnTo>
                  <a:lnTo>
                    <a:pt x="1714500" y="160051"/>
                  </a:lnTo>
                  <a:lnTo>
                    <a:pt x="2057400" y="160051"/>
                  </a:lnTo>
                  <a:lnTo>
                    <a:pt x="2400300" y="0"/>
                  </a:lnTo>
                  <a:lnTo>
                    <a:pt x="2743200" y="160757"/>
                  </a:lnTo>
                  <a:lnTo>
                    <a:pt x="3086100" y="0"/>
                  </a:lnTo>
                  <a:lnTo>
                    <a:pt x="3429000" y="0"/>
                  </a:lnTo>
                </a:path>
              </a:pathLst>
            </a:custGeom>
            <a:noFill/>
            <a:ln w="10258">
              <a:solidFill>
                <a:srgbClr val="0072B2"/>
              </a:solidFill>
              <a:prstDash val="dash"/>
            </a:ln>
          </p:spPr>
        </p:sp>
        <p:sp>
          <p:nvSpPr>
            <p:cNvPr id="61" name="tangaroa_P_432_exact_anchor">
              <a:extLst>
                <a:ext uri="{FF2B5EF4-FFF2-40B4-BE49-F238E27FC236}">
                  <ns2:creationId id="{74104BB6-7190-4D38-A859-FECB3C46FD4C}"/>
                </a:ext>
              </a:extLst>
            </p:cNvPr>
            <p:cNvSpPr>
              <a:spLocks noGrp="1"/>
            </p:cNvSpPr>
            <p:nvPr/>
          </p:nvSpPr>
          <p:spPr>
            <a:xfrm>
              <a:off x="9563100" y="1098442"/>
              <a:ext cx="76200" cy="76200"/>
            </a:xfrm>
            <a:prstGeom prst="ellipse">
              <a:avLst/>
            </a:prstGeom>
            <a:solidFill>
              <a:srgbClr val="FFFFFF"/>
            </a:solidFill>
            <a:ln w="18464">
              <a:solidFill>
                <a:srgbClr val="0072B2"/>
              </a:solidFill>
              <a:prstDash val="solid"/>
            </a:ln>
          </p:spPr>
        </p:sp>
        <p:sp>
          <p:nvSpPr>
            <p:cNvPr id="62" name="line_061">
              <a:extLst>
                <a:ext uri="{FF2B5EF4-FFF2-40B4-BE49-F238E27FC236}">
                  <ns2:creationId id="{61A8EEA7-35F1-4A1B-9A6C-CA01A4F864D0}"/>
                </a:ext>
              </a:extLst>
            </p:cNvPr>
            <p:cNvSpPr>
              <a:spLocks noGrp="1"/>
            </p:cNvSpPr>
            <p:nvPr/>
          </p:nvSpPr>
          <p:spPr>
            <a:xfrm>
              <a:off x="9601200" y="542925"/>
              <a:ext cx="1943100" cy="593617"/>
            </a:xfrm>
            <a:custGeom>
              <a:pathLst>
                <a:path w="1943100" h="593617">
                  <a:moveTo>
                    <a:pt x="0" y="593617"/>
                  </a:moveTo>
                  <a:lnTo>
                    <a:pt x="1943100" y="0"/>
                  </a:lnTo>
                </a:path>
              </a:pathLst>
            </a:custGeom>
            <a:noFill/>
            <a:ln w="8206">
              <a:solidFill>
                <a:srgbClr val="0072B2"/>
              </a:solidFill>
              <a:prstDash val="solid"/>
            </a:ln>
          </p:spPr>
        </p:sp>
        <p:sp>
          <p:nvSpPr>
            <p:cNvPr id="63" name="text_062">
              <a:extLst>
                <a:ext uri="{FF2B5EF4-FFF2-40B4-BE49-F238E27FC236}">
                  <ns2:creationId id="{D86BE573-D879-4E5E-97C6-36BDFE8A080F}"/>
                </a:ext>
              </a:extLst>
            </p:cNvPr>
            <p:cNvSpPr>
              <a:spLocks noGrp="1"/>
            </p:cNvSpPr>
            <p:nvPr/>
          </p:nvSpPr>
          <p:spPr>
            <a:xfrm>
              <a:off x="11572875" y="447675"/>
              <a:ext cx="266700" cy="209550"/>
            </a:xfrm>
            <a:prstGeom prst="rect">
              <a:avLst/>
            </a:prstGeom>
            <a:noFill/>
            <a:ln w="0">
              <a:noFill/>
              <a:prstDash val="solid"/>
            </a:ln>
          </p:spPr>
          <p:txBody>
            <a:bodyPr wrap="none" lIns="0" tIns="0" rIns="0" bIns="0" anchor="t">
              <a:noAutofit/>
            </a:bodyPr>
            <a:lstStyle>
              <a:defPPr algn="l">
                <a:defRPr sz="1373" b="1">
                  <a:solidFill>
                    <a:srgbClr val="0072B2"/>
                  </a:solidFill>
                  <a:latin typeface="Arial"/>
                  <a:ea typeface="Arial"/>
                  <a:cs typeface="Arial"/>
                </a:defRPr>
              </a:defPPr>
              <a:lvl1pPr algn="l">
                <a:defRPr sz="1373" b="1">
                  <a:solidFill>
                    <a:srgbClr val="0072B2"/>
                  </a:solidFill>
                  <a:latin typeface="Arial"/>
                  <a:ea typeface="Arial"/>
                  <a:cs typeface="Arial"/>
                </a:defRPr>
              </a:lvl1pPr>
              <a:lvl2pPr algn="l">
                <a:defRPr sz="1373" b="1">
                  <a:solidFill>
                    <a:srgbClr val="0072B2"/>
                  </a:solidFill>
                  <a:latin typeface="Arial"/>
                  <a:ea typeface="Arial"/>
                  <a:cs typeface="Arial"/>
                </a:defRPr>
              </a:lvl2pPr>
              <a:lvl3pPr algn="l">
                <a:defRPr sz="1373" b="1">
                  <a:solidFill>
                    <a:srgbClr val="0072B2"/>
                  </a:solidFill>
                  <a:latin typeface="Arial"/>
                  <a:ea typeface="Arial"/>
                  <a:cs typeface="Arial"/>
                </a:defRPr>
              </a:lvl3pPr>
              <a:lvl4pPr algn="l">
                <a:defRPr sz="1373" b="1">
                  <a:solidFill>
                    <a:srgbClr val="0072B2"/>
                  </a:solidFill>
                  <a:latin typeface="Arial"/>
                  <a:ea typeface="Arial"/>
                  <a:cs typeface="Arial"/>
                </a:defRPr>
              </a:lvl4pPr>
              <a:lvl5pPr algn="l">
                <a:defRPr sz="1373" b="1">
                  <a:solidFill>
                    <a:srgbClr val="0072B2"/>
                  </a:solidFill>
                  <a:latin typeface="Arial"/>
                  <a:ea typeface="Arial"/>
                  <a:cs typeface="Arial"/>
                </a:defRPr>
              </a:lvl5pPr>
              <a:lvl6pPr algn="l">
                <a:defRPr sz="1373" b="1">
                  <a:solidFill>
                    <a:srgbClr val="0072B2"/>
                  </a:solidFill>
                  <a:latin typeface="Arial"/>
                  <a:ea typeface="Arial"/>
                  <a:cs typeface="Arial"/>
                </a:defRPr>
              </a:lvl6pPr>
              <a:lvl7pPr algn="l">
                <a:defRPr sz="1373" b="1">
                  <a:solidFill>
                    <a:srgbClr val="0072B2"/>
                  </a:solidFill>
                  <a:latin typeface="Arial"/>
                  <a:ea typeface="Arial"/>
                  <a:cs typeface="Arial"/>
                </a:defRPr>
              </a:lvl7pPr>
              <a:lvl8pPr algn="l">
                <a:defRPr sz="1373" b="1">
                  <a:solidFill>
                    <a:srgbClr val="0072B2"/>
                  </a:solidFill>
                  <a:latin typeface="Arial"/>
                  <a:ea typeface="Arial"/>
                  <a:cs typeface="Arial"/>
                </a:defRPr>
              </a:lvl8pPr>
              <a:lvl9pPr algn="l">
                <a:defRPr sz="1373" b="1">
                  <a:solidFill>
                    <a:srgbClr val="0072B2"/>
                  </a:solidFill>
                  <a:latin typeface="Arial"/>
                  <a:ea typeface="Arial"/>
                  <a:cs typeface="Arial"/>
                </a:defRPr>
              </a:lvl9pPr>
            </a:lstStyle>
            <a:p>
              <a:pPr algn="l">
                <a:defRPr sz="1373" b="1">
                  <a:solidFill>
                    <a:srgbClr val="0072B2"/>
                  </a:solidFill>
                  <a:latin typeface="Arial"/>
                  <a:ea typeface="Arial"/>
                  <a:cs typeface="Arial"/>
                </a:defRPr>
              </a:pPr>
              <a:r>
                <a:rPr sz="1373" b="1">
                  <a:solidFill>
                    <a:srgbClr val="0072B2"/>
                  </a:solidFill>
                  <a:latin typeface="Arial"/>
                  <a:ea typeface="Arial"/>
                  <a:cs typeface="Arial"/>
                </a:rPr>
                <a:t>A</a:t>
              </a:r>
            </a:p>
          </p:txBody>
        </p:sp>
        <p:sp>
          <p:nvSpPr>
            <p:cNvPr id="64" name="path_063">
              <a:extLst>
                <a:ext uri="{FF2B5EF4-FFF2-40B4-BE49-F238E27FC236}">
                  <ns2:creationId id="{F8E7B7BC-3ECA-4064-BBB5-0316671CABD0}"/>
                </a:ext>
              </a:extLst>
            </p:cNvPr>
            <p:cNvSpPr>
              <a:spLocks noGrp="1"/>
            </p:cNvSpPr>
            <p:nvPr/>
          </p:nvSpPr>
          <p:spPr>
            <a:xfrm>
              <a:off x="7886700" y="593267"/>
              <a:ext cx="2057400" cy="103583"/>
            </a:xfrm>
            <a:custGeom>
              <a:pathLst>
                <a:path w="2057400" h="103583">
                  <a:moveTo>
                    <a:pt x="0" y="91762"/>
                  </a:moveTo>
                  <a:lnTo>
                    <a:pt x="342900" y="0"/>
                  </a:lnTo>
                  <a:lnTo>
                    <a:pt x="685800" y="83397"/>
                  </a:lnTo>
                  <a:lnTo>
                    <a:pt x="1028700" y="96395"/>
                  </a:lnTo>
                  <a:lnTo>
                    <a:pt x="1371600" y="103583"/>
                  </a:lnTo>
                  <a:lnTo>
                    <a:pt x="1714500" y="70466"/>
                  </a:lnTo>
                  <a:lnTo>
                    <a:pt x="2057400" y="93795"/>
                  </a:lnTo>
                </a:path>
              </a:pathLst>
            </a:custGeom>
            <a:noFill/>
            <a:ln w="41031">
              <a:solidFill>
                <a:srgbClr val="FFFFFF"/>
              </a:solidFill>
              <a:prstDash val="solid"/>
            </a:ln>
          </p:spPr>
        </p:sp>
        <p:sp>
          <p:nvSpPr>
            <p:cNvPr id="65" name="tangaroa_P_track_462_trace">
              <a:extLst>
                <a:ext uri="{FF2B5EF4-FFF2-40B4-BE49-F238E27FC236}">
                  <ns2:creationId id="{88EEBFDC-45D8-44F9-8511-827F098B97FB}"/>
                </a:ext>
              </a:extLst>
            </p:cNvPr>
            <p:cNvSpPr>
              <a:spLocks noGrp="1"/>
            </p:cNvSpPr>
            <p:nvPr/>
          </p:nvSpPr>
          <p:spPr>
            <a:xfrm>
              <a:off x="7886700" y="593267"/>
              <a:ext cx="2057400" cy="103583"/>
            </a:xfrm>
            <a:custGeom>
              <a:pathLst>
                <a:path w="2057400" h="103583">
                  <a:moveTo>
                    <a:pt x="0" y="91762"/>
                  </a:moveTo>
                  <a:lnTo>
                    <a:pt x="342900" y="0"/>
                  </a:lnTo>
                  <a:lnTo>
                    <a:pt x="685800" y="83397"/>
                  </a:lnTo>
                  <a:lnTo>
                    <a:pt x="1028700" y="96395"/>
                  </a:lnTo>
                  <a:lnTo>
                    <a:pt x="1371600" y="103583"/>
                  </a:lnTo>
                  <a:lnTo>
                    <a:pt x="1714500" y="70466"/>
                  </a:lnTo>
                  <a:lnTo>
                    <a:pt x="2057400" y="93795"/>
                  </a:lnTo>
                </a:path>
              </a:pathLst>
            </a:custGeom>
            <a:noFill/>
            <a:ln w="18464">
              <a:solidFill>
                <a:srgbClr val="D55E00"/>
              </a:solidFill>
              <a:prstDash val="solid"/>
            </a:ln>
          </p:spPr>
        </p:sp>
        <p:sp>
          <p:nvSpPr>
            <p:cNvPr id="66" name="tangaroa_P_true_reference_462">
              <a:extLst>
                <a:ext uri="{FF2B5EF4-FFF2-40B4-BE49-F238E27FC236}">
                  <ns2:creationId id="{0C61BE02-ACFE-44A2-A4DB-42B23EA61803}"/>
                </a:ext>
              </a:extLst>
            </p:cNvPr>
            <p:cNvSpPr>
              <a:spLocks noGrp="1"/>
            </p:cNvSpPr>
            <p:nvPr/>
          </p:nvSpPr>
          <p:spPr>
            <a:xfrm>
              <a:off x="7886700" y="473083"/>
              <a:ext cx="2057400" cy="59223"/>
            </a:xfrm>
            <a:custGeom>
              <a:pathLst>
                <a:path w="2057400" h="59223">
                  <a:moveTo>
                    <a:pt x="0" y="42136"/>
                  </a:moveTo>
                  <a:lnTo>
                    <a:pt x="342900" y="40724"/>
                  </a:lnTo>
                  <a:lnTo>
                    <a:pt x="685800" y="32331"/>
                  </a:lnTo>
                  <a:lnTo>
                    <a:pt x="1028700" y="59223"/>
                  </a:lnTo>
                  <a:lnTo>
                    <a:pt x="1371600" y="57811"/>
                  </a:lnTo>
                  <a:lnTo>
                    <a:pt x="1714500" y="0"/>
                  </a:lnTo>
                  <a:lnTo>
                    <a:pt x="2057400" y="47452"/>
                  </a:lnTo>
                </a:path>
              </a:pathLst>
            </a:custGeom>
            <a:noFill/>
            <a:ln w="10258">
              <a:solidFill>
                <a:srgbClr val="D55E00"/>
              </a:solidFill>
              <a:prstDash val="dash"/>
            </a:ln>
          </p:spPr>
        </p:sp>
        <p:sp>
          <p:nvSpPr>
            <p:cNvPr id="67" name="tangaroa_P_462_exact_anchor">
              <a:extLst>
                <a:ext uri="{FF2B5EF4-FFF2-40B4-BE49-F238E27FC236}">
                  <ns2:creationId id="{F3D07F22-CD4D-4EEF-996D-74F05F5B0B7E}"/>
                </a:ext>
              </a:extLst>
            </p:cNvPr>
            <p:cNvSpPr>
              <a:spLocks noGrp="1"/>
            </p:cNvSpPr>
            <p:nvPr/>
          </p:nvSpPr>
          <p:spPr>
            <a:xfrm>
              <a:off x="9563100" y="625633"/>
              <a:ext cx="76200" cy="76200"/>
            </a:xfrm>
            <a:prstGeom prst="ellipse">
              <a:avLst/>
            </a:prstGeom>
            <a:solidFill>
              <a:srgbClr val="FFFFFF"/>
            </a:solidFill>
            <a:ln w="18464">
              <a:solidFill>
                <a:srgbClr val="D55E00"/>
              </a:solidFill>
              <a:prstDash val="solid"/>
            </a:ln>
          </p:spPr>
        </p:sp>
        <p:sp>
          <p:nvSpPr>
            <p:cNvPr id="68" name="line_067">
              <a:extLst>
                <a:ext uri="{FF2B5EF4-FFF2-40B4-BE49-F238E27FC236}">
                  <ns2:creationId id="{37DF8750-C5D3-4CE7-B561-A87A2641EC60}"/>
                </a:ext>
              </a:extLst>
            </p:cNvPr>
            <p:cNvSpPr>
              <a:spLocks noGrp="1"/>
            </p:cNvSpPr>
            <p:nvPr/>
          </p:nvSpPr>
          <p:spPr>
            <a:xfrm>
              <a:off x="9601200" y="663733"/>
              <a:ext cx="1943100" cy="114142"/>
            </a:xfrm>
            <a:custGeom>
              <a:pathLst>
                <a:path w="1943100" h="114142">
                  <a:moveTo>
                    <a:pt x="0" y="0"/>
                  </a:moveTo>
                  <a:lnTo>
                    <a:pt x="1943100" y="114142"/>
                  </a:lnTo>
                </a:path>
              </a:pathLst>
            </a:custGeom>
            <a:noFill/>
            <a:ln w="8206">
              <a:solidFill>
                <a:srgbClr val="D55E00"/>
              </a:solidFill>
              <a:prstDash val="solid"/>
            </a:ln>
          </p:spPr>
        </p:sp>
        <p:sp>
          <p:nvSpPr>
            <p:cNvPr id="69" name="text_068">
              <a:extLst>
                <a:ext uri="{FF2B5EF4-FFF2-40B4-BE49-F238E27FC236}">
                  <ns2:creationId id="{00985B08-B082-4886-BA00-A70F8827FC38}"/>
                </a:ext>
              </a:extLst>
            </p:cNvPr>
            <p:cNvSpPr>
              <a:spLocks noGrp="1"/>
            </p:cNvSpPr>
            <p:nvPr/>
          </p:nvSpPr>
          <p:spPr>
            <a:xfrm>
              <a:off x="11572875" y="682625"/>
              <a:ext cx="266700" cy="209550"/>
            </a:xfrm>
            <a:prstGeom prst="rect">
              <a:avLst/>
            </a:prstGeom>
            <a:noFill/>
            <a:ln w="0">
              <a:noFill/>
              <a:prstDash val="solid"/>
            </a:ln>
          </p:spPr>
          <p:txBody>
            <a:bodyPr wrap="none" lIns="0" tIns="0" rIns="0" bIns="0" anchor="t">
              <a:noAutofit/>
            </a:bodyPr>
            <a:lstStyle>
              <a:defPPr algn="l">
                <a:defRPr sz="1373" b="1">
                  <a:solidFill>
                    <a:srgbClr val="D55E00"/>
                  </a:solidFill>
                  <a:latin typeface="Arial"/>
                  <a:ea typeface="Arial"/>
                  <a:cs typeface="Arial"/>
                </a:defRPr>
              </a:defPPr>
              <a:lvl1pPr algn="l">
                <a:defRPr sz="1373" b="1">
                  <a:solidFill>
                    <a:srgbClr val="D55E00"/>
                  </a:solidFill>
                  <a:latin typeface="Arial"/>
                  <a:ea typeface="Arial"/>
                  <a:cs typeface="Arial"/>
                </a:defRPr>
              </a:lvl1pPr>
              <a:lvl2pPr algn="l">
                <a:defRPr sz="1373" b="1">
                  <a:solidFill>
                    <a:srgbClr val="D55E00"/>
                  </a:solidFill>
                  <a:latin typeface="Arial"/>
                  <a:ea typeface="Arial"/>
                  <a:cs typeface="Arial"/>
                </a:defRPr>
              </a:lvl2pPr>
              <a:lvl3pPr algn="l">
                <a:defRPr sz="1373" b="1">
                  <a:solidFill>
                    <a:srgbClr val="D55E00"/>
                  </a:solidFill>
                  <a:latin typeface="Arial"/>
                  <a:ea typeface="Arial"/>
                  <a:cs typeface="Arial"/>
                </a:defRPr>
              </a:lvl3pPr>
              <a:lvl4pPr algn="l">
                <a:defRPr sz="1373" b="1">
                  <a:solidFill>
                    <a:srgbClr val="D55E00"/>
                  </a:solidFill>
                  <a:latin typeface="Arial"/>
                  <a:ea typeface="Arial"/>
                  <a:cs typeface="Arial"/>
                </a:defRPr>
              </a:lvl4pPr>
              <a:lvl5pPr algn="l">
                <a:defRPr sz="1373" b="1">
                  <a:solidFill>
                    <a:srgbClr val="D55E00"/>
                  </a:solidFill>
                  <a:latin typeface="Arial"/>
                  <a:ea typeface="Arial"/>
                  <a:cs typeface="Arial"/>
                </a:defRPr>
              </a:lvl5pPr>
              <a:lvl6pPr algn="l">
                <a:defRPr sz="1373" b="1">
                  <a:solidFill>
                    <a:srgbClr val="D55E00"/>
                  </a:solidFill>
                  <a:latin typeface="Arial"/>
                  <a:ea typeface="Arial"/>
                  <a:cs typeface="Arial"/>
                </a:defRPr>
              </a:lvl6pPr>
              <a:lvl7pPr algn="l">
                <a:defRPr sz="1373" b="1">
                  <a:solidFill>
                    <a:srgbClr val="D55E00"/>
                  </a:solidFill>
                  <a:latin typeface="Arial"/>
                  <a:ea typeface="Arial"/>
                  <a:cs typeface="Arial"/>
                </a:defRPr>
              </a:lvl7pPr>
              <a:lvl8pPr algn="l">
                <a:defRPr sz="1373" b="1">
                  <a:solidFill>
                    <a:srgbClr val="D55E00"/>
                  </a:solidFill>
                  <a:latin typeface="Arial"/>
                  <a:ea typeface="Arial"/>
                  <a:cs typeface="Arial"/>
                </a:defRPr>
              </a:lvl8pPr>
              <a:lvl9pPr algn="l">
                <a:defRPr sz="1373" b="1">
                  <a:solidFill>
                    <a:srgbClr val="D55E00"/>
                  </a:solidFill>
                  <a:latin typeface="Arial"/>
                  <a:ea typeface="Arial"/>
                  <a:cs typeface="Arial"/>
                </a:defRPr>
              </a:lvl9pPr>
            </a:lstStyle>
            <a:p>
              <a:pPr algn="l">
                <a:defRPr sz="1373" b="1">
                  <a:solidFill>
                    <a:srgbClr val="D55E00"/>
                  </a:solidFill>
                  <a:latin typeface="Arial"/>
                  <a:ea typeface="Arial"/>
                  <a:cs typeface="Arial"/>
                </a:defRPr>
              </a:pPr>
              <a:r>
                <a:rPr sz="1373" b="1">
                  <a:solidFill>
                    <a:srgbClr val="D55E00"/>
                  </a:solidFill>
                  <a:latin typeface="Arial"/>
                  <a:ea typeface="Arial"/>
                  <a:cs typeface="Arial"/>
                </a:rPr>
                <a:t>B</a:t>
              </a:r>
            </a:p>
          </p:txBody>
        </p:sp>
        <p:sp>
          <p:nvSpPr>
            <p:cNvPr id="70" name="path_069">
              <a:extLst>
                <a:ext uri="{FF2B5EF4-FFF2-40B4-BE49-F238E27FC236}">
                  <ns2:creationId id="{3DF85B39-BD58-43A1-B9B2-43C942EE7DB2}"/>
                </a:ext>
              </a:extLst>
            </p:cNvPr>
            <p:cNvSpPr>
              <a:spLocks noGrp="1"/>
            </p:cNvSpPr>
            <p:nvPr/>
          </p:nvSpPr>
          <p:spPr>
            <a:xfrm>
              <a:off x="7886700" y="651157"/>
              <a:ext cx="3429000" cy="381947"/>
            </a:xfrm>
            <a:custGeom>
              <a:pathLst>
                <a:path w="3429000" h="381947">
                  <a:moveTo>
                    <a:pt x="0" y="19530"/>
                  </a:moveTo>
                  <a:lnTo>
                    <a:pt x="342900" y="381947"/>
                  </a:lnTo>
                  <a:lnTo>
                    <a:pt x="685800" y="12509"/>
                  </a:lnTo>
                  <a:lnTo>
                    <a:pt x="1028700" y="25685"/>
                  </a:lnTo>
                  <a:lnTo>
                    <a:pt x="1371600" y="33017"/>
                  </a:lnTo>
                  <a:lnTo>
                    <a:pt x="1714500" y="0"/>
                  </a:lnTo>
                  <a:lnTo>
                    <a:pt x="2057400" y="23429"/>
                  </a:lnTo>
                  <a:lnTo>
                    <a:pt x="2400300" y="28095"/>
                  </a:lnTo>
                  <a:lnTo>
                    <a:pt x="2743200" y="1211"/>
                  </a:lnTo>
                  <a:lnTo>
                    <a:pt x="3086100" y="318835"/>
                  </a:lnTo>
                  <a:lnTo>
                    <a:pt x="3429000" y="365405"/>
                  </a:lnTo>
                </a:path>
              </a:pathLst>
            </a:custGeom>
            <a:noFill/>
            <a:ln w="41031">
              <a:solidFill>
                <a:srgbClr val="FFFFFF"/>
              </a:solidFill>
              <a:prstDash val="solid"/>
            </a:ln>
          </p:spPr>
        </p:sp>
        <p:sp>
          <p:nvSpPr>
            <p:cNvPr id="71" name="tangaroa_P_track_388_trace">
              <a:extLst>
                <a:ext uri="{FF2B5EF4-FFF2-40B4-BE49-F238E27FC236}">
                  <ns2:creationId id="{9D0CD2C8-8F1E-4E27-BC21-1570B5F98FD5}"/>
                </a:ext>
              </a:extLst>
            </p:cNvPr>
            <p:cNvSpPr>
              <a:spLocks noGrp="1"/>
            </p:cNvSpPr>
            <p:nvPr/>
          </p:nvSpPr>
          <p:spPr>
            <a:xfrm>
              <a:off x="7886700" y="651157"/>
              <a:ext cx="3429000" cy="381947"/>
            </a:xfrm>
            <a:custGeom>
              <a:pathLst>
                <a:path w="3429000" h="381947">
                  <a:moveTo>
                    <a:pt x="0" y="19530"/>
                  </a:moveTo>
                  <a:lnTo>
                    <a:pt x="342900" y="381947"/>
                  </a:lnTo>
                  <a:lnTo>
                    <a:pt x="685800" y="12509"/>
                  </a:lnTo>
                  <a:lnTo>
                    <a:pt x="1028700" y="25685"/>
                  </a:lnTo>
                  <a:lnTo>
                    <a:pt x="1371600" y="33017"/>
                  </a:lnTo>
                  <a:lnTo>
                    <a:pt x="1714500" y="0"/>
                  </a:lnTo>
                  <a:lnTo>
                    <a:pt x="2057400" y="23429"/>
                  </a:lnTo>
                  <a:lnTo>
                    <a:pt x="2400300" y="28095"/>
                  </a:lnTo>
                  <a:lnTo>
                    <a:pt x="2743200" y="1211"/>
                  </a:lnTo>
                  <a:lnTo>
                    <a:pt x="3086100" y="318835"/>
                  </a:lnTo>
                  <a:lnTo>
                    <a:pt x="3429000" y="365405"/>
                  </a:lnTo>
                </a:path>
              </a:pathLst>
            </a:custGeom>
            <a:noFill/>
            <a:ln w="18464">
              <a:solidFill>
                <a:srgbClr val="009E73"/>
              </a:solidFill>
              <a:prstDash val="solid"/>
            </a:ln>
          </p:spPr>
        </p:sp>
        <p:sp>
          <p:nvSpPr>
            <p:cNvPr id="72" name="tangaroa_P_true_reference_388">
              <a:extLst>
                <a:ext uri="{FF2B5EF4-FFF2-40B4-BE49-F238E27FC236}">
                  <ns2:creationId id="{326AF0E9-0EB1-4719-A567-6275E93F0DAC}"/>
                </a:ext>
              </a:extLst>
            </p:cNvPr>
            <p:cNvSpPr>
              <a:spLocks noGrp="1"/>
            </p:cNvSpPr>
            <p:nvPr/>
          </p:nvSpPr>
          <p:spPr>
            <a:xfrm>
              <a:off x="7886700" y="806399"/>
              <a:ext cx="3429000" cy="68002"/>
            </a:xfrm>
            <a:custGeom>
              <a:pathLst>
                <a:path w="3429000" h="68002">
                  <a:moveTo>
                    <a:pt x="0" y="54194"/>
                  </a:moveTo>
                  <a:lnTo>
                    <a:pt x="342900" y="53488"/>
                  </a:lnTo>
                  <a:lnTo>
                    <a:pt x="685800" y="52781"/>
                  </a:lnTo>
                  <a:lnTo>
                    <a:pt x="1028700" y="52075"/>
                  </a:lnTo>
                  <a:lnTo>
                    <a:pt x="1371600" y="68002"/>
                  </a:lnTo>
                  <a:lnTo>
                    <a:pt x="1714500" y="59686"/>
                  </a:lnTo>
                  <a:lnTo>
                    <a:pt x="2057400" y="58979"/>
                  </a:lnTo>
                  <a:lnTo>
                    <a:pt x="2400300" y="49403"/>
                  </a:lnTo>
                  <a:lnTo>
                    <a:pt x="2743200" y="0"/>
                  </a:lnTo>
                  <a:lnTo>
                    <a:pt x="3086100" y="20006"/>
                  </a:lnTo>
                  <a:lnTo>
                    <a:pt x="3429000" y="42838"/>
                  </a:lnTo>
                </a:path>
              </a:pathLst>
            </a:custGeom>
            <a:noFill/>
            <a:ln w="10258">
              <a:solidFill>
                <a:srgbClr val="009E73"/>
              </a:solidFill>
              <a:prstDash val="dash"/>
            </a:ln>
          </p:spPr>
        </p:sp>
        <p:sp>
          <p:nvSpPr>
            <p:cNvPr id="73" name="tangaroa_P_388_exact_anchor">
              <a:extLst>
                <a:ext uri="{FF2B5EF4-FFF2-40B4-BE49-F238E27FC236}">
                  <ns2:creationId id="{6F6602C0-F15F-4852-AD2B-3D993AEE1190}"/>
                </a:ext>
              </a:extLst>
            </p:cNvPr>
            <p:cNvSpPr>
              <a:spLocks noGrp="1"/>
            </p:cNvSpPr>
            <p:nvPr/>
          </p:nvSpPr>
          <p:spPr>
            <a:xfrm>
              <a:off x="9563100" y="613057"/>
              <a:ext cx="76200" cy="76200"/>
            </a:xfrm>
            <a:prstGeom prst="ellipse">
              <a:avLst/>
            </a:prstGeom>
            <a:solidFill>
              <a:srgbClr val="FFFFFF"/>
            </a:solidFill>
            <a:ln w="18464">
              <a:solidFill>
                <a:srgbClr val="009E73"/>
              </a:solidFill>
              <a:prstDash val="solid"/>
            </a:ln>
          </p:spPr>
        </p:sp>
        <p:sp>
          <p:nvSpPr>
            <p:cNvPr id="74" name="line_073">
              <a:extLst>
                <a:ext uri="{FF2B5EF4-FFF2-40B4-BE49-F238E27FC236}">
                  <ns2:creationId id="{1960A54C-B212-45B5-9921-867D145A1498}"/>
                </a:ext>
              </a:extLst>
            </p:cNvPr>
            <p:cNvSpPr>
              <a:spLocks noGrp="1"/>
            </p:cNvSpPr>
            <p:nvPr/>
          </p:nvSpPr>
          <p:spPr>
            <a:xfrm>
              <a:off x="9601200" y="651157"/>
              <a:ext cx="1943100" cy="361668"/>
            </a:xfrm>
            <a:custGeom>
              <a:pathLst>
                <a:path w="1943100" h="361668">
                  <a:moveTo>
                    <a:pt x="0" y="0"/>
                  </a:moveTo>
                  <a:lnTo>
                    <a:pt x="1943100" y="361668"/>
                  </a:lnTo>
                </a:path>
              </a:pathLst>
            </a:custGeom>
            <a:noFill/>
            <a:ln w="8206">
              <a:solidFill>
                <a:srgbClr val="009E73"/>
              </a:solidFill>
              <a:prstDash val="solid"/>
            </a:ln>
          </p:spPr>
        </p:sp>
        <p:sp>
          <p:nvSpPr>
            <p:cNvPr id="75" name="text_074">
              <a:extLst>
                <a:ext uri="{FF2B5EF4-FFF2-40B4-BE49-F238E27FC236}">
                  <ns2:creationId id="{82560859-A43B-438B-914B-85A0DB40761C}"/>
                </a:ext>
              </a:extLst>
            </p:cNvPr>
            <p:cNvSpPr>
              <a:spLocks noGrp="1"/>
            </p:cNvSpPr>
            <p:nvPr/>
          </p:nvSpPr>
          <p:spPr>
            <a:xfrm>
              <a:off x="11572875" y="917575"/>
              <a:ext cx="266700" cy="209550"/>
            </a:xfrm>
            <a:prstGeom prst="rect">
              <a:avLst/>
            </a:prstGeom>
            <a:noFill/>
            <a:ln w="0">
              <a:noFill/>
              <a:prstDash val="solid"/>
            </a:ln>
          </p:spPr>
          <p:txBody>
            <a:bodyPr wrap="none" lIns="0" tIns="0" rIns="0" bIns="0" anchor="t">
              <a:noAutofit/>
            </a:bodyPr>
            <a:lstStyle>
              <a:defPPr algn="l">
                <a:defRPr sz="1373" b="1">
                  <a:solidFill>
                    <a:srgbClr val="009E73"/>
                  </a:solidFill>
                  <a:latin typeface="Arial"/>
                  <a:ea typeface="Arial"/>
                  <a:cs typeface="Arial"/>
                </a:defRPr>
              </a:defPPr>
              <a:lvl1pPr algn="l">
                <a:defRPr sz="1373" b="1">
                  <a:solidFill>
                    <a:srgbClr val="009E73"/>
                  </a:solidFill>
                  <a:latin typeface="Arial"/>
                  <a:ea typeface="Arial"/>
                  <a:cs typeface="Arial"/>
                </a:defRPr>
              </a:lvl1pPr>
              <a:lvl2pPr algn="l">
                <a:defRPr sz="1373" b="1">
                  <a:solidFill>
                    <a:srgbClr val="009E73"/>
                  </a:solidFill>
                  <a:latin typeface="Arial"/>
                  <a:ea typeface="Arial"/>
                  <a:cs typeface="Arial"/>
                </a:defRPr>
              </a:lvl2pPr>
              <a:lvl3pPr algn="l">
                <a:defRPr sz="1373" b="1">
                  <a:solidFill>
                    <a:srgbClr val="009E73"/>
                  </a:solidFill>
                  <a:latin typeface="Arial"/>
                  <a:ea typeface="Arial"/>
                  <a:cs typeface="Arial"/>
                </a:defRPr>
              </a:lvl3pPr>
              <a:lvl4pPr algn="l">
                <a:defRPr sz="1373" b="1">
                  <a:solidFill>
                    <a:srgbClr val="009E73"/>
                  </a:solidFill>
                  <a:latin typeface="Arial"/>
                  <a:ea typeface="Arial"/>
                  <a:cs typeface="Arial"/>
                </a:defRPr>
              </a:lvl4pPr>
              <a:lvl5pPr algn="l">
                <a:defRPr sz="1373" b="1">
                  <a:solidFill>
                    <a:srgbClr val="009E73"/>
                  </a:solidFill>
                  <a:latin typeface="Arial"/>
                  <a:ea typeface="Arial"/>
                  <a:cs typeface="Arial"/>
                </a:defRPr>
              </a:lvl5pPr>
              <a:lvl6pPr algn="l">
                <a:defRPr sz="1373" b="1">
                  <a:solidFill>
                    <a:srgbClr val="009E73"/>
                  </a:solidFill>
                  <a:latin typeface="Arial"/>
                  <a:ea typeface="Arial"/>
                  <a:cs typeface="Arial"/>
                </a:defRPr>
              </a:lvl6pPr>
              <a:lvl7pPr algn="l">
                <a:defRPr sz="1373" b="1">
                  <a:solidFill>
                    <a:srgbClr val="009E73"/>
                  </a:solidFill>
                  <a:latin typeface="Arial"/>
                  <a:ea typeface="Arial"/>
                  <a:cs typeface="Arial"/>
                </a:defRPr>
              </a:lvl7pPr>
              <a:lvl8pPr algn="l">
                <a:defRPr sz="1373" b="1">
                  <a:solidFill>
                    <a:srgbClr val="009E73"/>
                  </a:solidFill>
                  <a:latin typeface="Arial"/>
                  <a:ea typeface="Arial"/>
                  <a:cs typeface="Arial"/>
                </a:defRPr>
              </a:lvl8pPr>
              <a:lvl9pPr algn="l">
                <a:defRPr sz="1373" b="1">
                  <a:solidFill>
                    <a:srgbClr val="009E73"/>
                  </a:solidFill>
                  <a:latin typeface="Arial"/>
                  <a:ea typeface="Arial"/>
                  <a:cs typeface="Arial"/>
                </a:defRPr>
              </a:lvl9pPr>
            </a:lstStyle>
            <a:p>
              <a:pPr algn="l">
                <a:defRPr sz="1373" b="1">
                  <a:solidFill>
                    <a:srgbClr val="009E73"/>
                  </a:solidFill>
                  <a:latin typeface="Arial"/>
                  <a:ea typeface="Arial"/>
                  <a:cs typeface="Arial"/>
                </a:defRPr>
              </a:pPr>
              <a:r>
                <a:rPr sz="1373" b="1">
                  <a:solidFill>
                    <a:srgbClr val="009E73"/>
                  </a:solidFill>
                  <a:latin typeface="Arial"/>
                  <a:ea typeface="Arial"/>
                  <a:cs typeface="Arial"/>
                </a:rPr>
                <a:t>C</a:t>
              </a:r>
            </a:p>
          </p:txBody>
        </p:sp>
        <p:sp>
          <p:nvSpPr>
            <p:cNvPr id="76" name="rect_075">
              <a:extLst>
                <a:ext uri="{FF2B5EF4-FFF2-40B4-BE49-F238E27FC236}">
                  <ns2:creationId id="{818FE685-8CC7-452C-8C3F-59B9753975CE}"/>
                </a:ext>
              </a:extLst>
            </p:cNvPr>
            <p:cNvSpPr>
              <a:spLocks noGrp="1"/>
            </p:cNvSpPr>
            <p:nvPr/>
          </p:nvSpPr>
          <p:spPr>
            <a:xfrm>
              <a:off x="5029911" y="400050"/>
              <a:ext cx="322144" cy="895350"/>
            </a:xfrm>
            <a:prstGeom prst="rect">
              <a:avLst/>
            </a:prstGeom>
            <a:noFill/>
            <a:ln w="12309">
              <a:solidFill>
                <a:srgbClr val="263238"/>
              </a:solidFill>
              <a:prstDash val="solid"/>
            </a:ln>
          </p:spPr>
        </p:sp>
        <p:sp>
          <p:nvSpPr>
            <p:cNvPr id="77" name="text_076">
              <a:extLst>
                <a:ext uri="{FF2B5EF4-FFF2-40B4-BE49-F238E27FC236}">
                  <ns2:creationId id="{A9F85A16-E606-46A1-8A21-6250596B147D}"/>
                </a:ext>
              </a:extLst>
            </p:cNvPr>
            <p:cNvSpPr>
              <a:spLocks noGrp="1"/>
            </p:cNvSpPr>
            <p:nvPr/>
          </p:nvSpPr>
          <p:spPr>
            <a:xfrm>
              <a:off x="38100" y="1524000"/>
              <a:ext cx="914400" cy="247650"/>
            </a:xfrm>
            <a:prstGeom prst="rect">
              <a:avLst/>
            </a:prstGeom>
            <a:noFill/>
            <a:ln w="0">
              <a:noFill/>
              <a:prstDash val="solid"/>
            </a:ln>
          </p:spPr>
          <p:txBody>
            <a:bodyPr wrap="none" lIns="0" tIns="0" rIns="0" bIns="0" anchor="t">
              <a:noAutofit/>
            </a:bodyPr>
            <a:lstStyle>
              <a:defPPr algn="l">
                <a:defRPr sz="1615" b="1">
                  <a:solidFill>
                    <a:srgbClr val="000000"/>
                  </a:solidFill>
                  <a:latin typeface="Arial"/>
                  <a:ea typeface="Arial"/>
                  <a:cs typeface="Arial"/>
                </a:defRPr>
              </a:defPPr>
              <a:lvl1pPr algn="l">
                <a:defRPr sz="1615" b="1">
                  <a:solidFill>
                    <a:srgbClr val="000000"/>
                  </a:solidFill>
                  <a:latin typeface="Arial"/>
                  <a:ea typeface="Arial"/>
                  <a:cs typeface="Arial"/>
                </a:defRPr>
              </a:lvl1pPr>
              <a:lvl2pPr algn="l">
                <a:defRPr sz="1615" b="1">
                  <a:solidFill>
                    <a:srgbClr val="000000"/>
                  </a:solidFill>
                  <a:latin typeface="Arial"/>
                  <a:ea typeface="Arial"/>
                  <a:cs typeface="Arial"/>
                </a:defRPr>
              </a:lvl2pPr>
              <a:lvl3pPr algn="l">
                <a:defRPr sz="1615" b="1">
                  <a:solidFill>
                    <a:srgbClr val="000000"/>
                  </a:solidFill>
                  <a:latin typeface="Arial"/>
                  <a:ea typeface="Arial"/>
                  <a:cs typeface="Arial"/>
                </a:defRPr>
              </a:lvl3pPr>
              <a:lvl4pPr algn="l">
                <a:defRPr sz="1615" b="1">
                  <a:solidFill>
                    <a:srgbClr val="000000"/>
                  </a:solidFill>
                  <a:latin typeface="Arial"/>
                  <a:ea typeface="Arial"/>
                  <a:cs typeface="Arial"/>
                </a:defRPr>
              </a:lvl4pPr>
              <a:lvl5pPr algn="l">
                <a:defRPr sz="1615" b="1">
                  <a:solidFill>
                    <a:srgbClr val="000000"/>
                  </a:solidFill>
                  <a:latin typeface="Arial"/>
                  <a:ea typeface="Arial"/>
                  <a:cs typeface="Arial"/>
                </a:defRPr>
              </a:lvl5pPr>
              <a:lvl6pPr algn="l">
                <a:defRPr sz="1615" b="1">
                  <a:solidFill>
                    <a:srgbClr val="000000"/>
                  </a:solidFill>
                  <a:latin typeface="Arial"/>
                  <a:ea typeface="Arial"/>
                  <a:cs typeface="Arial"/>
                </a:defRPr>
              </a:lvl6pPr>
              <a:lvl7pPr algn="l">
                <a:defRPr sz="1615" b="1">
                  <a:solidFill>
                    <a:srgbClr val="000000"/>
                  </a:solidFill>
                  <a:latin typeface="Arial"/>
                  <a:ea typeface="Arial"/>
                  <a:cs typeface="Arial"/>
                </a:defRPr>
              </a:lvl7pPr>
              <a:lvl8pPr algn="l">
                <a:defRPr sz="1615" b="1">
                  <a:solidFill>
                    <a:srgbClr val="000000"/>
                  </a:solidFill>
                  <a:latin typeface="Arial"/>
                  <a:ea typeface="Arial"/>
                  <a:cs typeface="Arial"/>
                </a:defRPr>
              </a:lvl8pPr>
              <a:lvl9pPr algn="l">
                <a:defRPr sz="1615" b="1">
                  <a:solidFill>
                    <a:srgbClr val="000000"/>
                  </a:solidFill>
                  <a:latin typeface="Arial"/>
                  <a:ea typeface="Arial"/>
                  <a:cs typeface="Arial"/>
                </a:defRPr>
              </a:lvl9pPr>
            </a:lstStyle>
            <a:p>
              <a:pPr algn="l">
                <a:defRPr sz="1615" b="1">
                  <a:solidFill>
                    <a:srgbClr val="000000"/>
                  </a:solidFill>
                  <a:latin typeface="Arial"/>
                  <a:ea typeface="Arial"/>
                  <a:cs typeface="Arial"/>
                </a:defRPr>
              </a:pPr>
              <a:r>
                <a:rPr sz="1615" b="1">
                  <a:solidFill>
                    <a:srgbClr val="000000"/>
                  </a:solidFill>
                  <a:latin typeface="Arial"/>
                  <a:ea typeface="Arial"/>
                  <a:cs typeface="Arial"/>
                </a:rPr>
                <a:t>RG-R20</a:t>
              </a:r>
            </a:p>
          </p:txBody>
        </p:sp>
        <p:pic>
          <p:nvPicPr>
            <p:cNvPr id="79" name="">
              <a:extLst>
                <a:ext uri="{FF2B5EF4-FFF2-40B4-BE49-F238E27FC236}">
                  <ns2:creationId id="{8A1D2C30-34BE-4F20-8C62-BED93B34245E}"/>
                </a:ext>
              </a:extLst>
            </p:cNvPr>
            <p:cNvPicPr>
              <a:picLocks noChangeAspect="1"/>
            </p:cNvPicPr>
            <p:nvPr/>
          </p:nvPicPr>
          <p:blipFill>
            <a:blip r:embed="Rc2276ab18d354289"/>
            <a:stretch/>
          </p:blipFill>
          <p:spPr>
            <a:xfrm>
              <a:off x="1076325" y="1476375"/>
              <a:ext cx="5886450" cy="895350"/>
            </a:xfrm>
            <a:prstGeom prst="rect">
              <a:avLst/>
            </a:prstGeom>
          </p:spPr>
        </p:pic>
        <p:sp>
          <p:nvSpPr>
            <p:cNvPr id="80" name="line_079">
              <a:extLst>
                <a:ext uri="{FF2B5EF4-FFF2-40B4-BE49-F238E27FC236}">
                  <ns2:creationId id="{C42A1567-E369-4C3A-8830-BFB95FAE7854}"/>
                </a:ext>
              </a:extLst>
            </p:cNvPr>
            <p:cNvSpPr>
              <a:spLocks noGrp="1"/>
            </p:cNvSpPr>
            <p:nvPr/>
          </p:nvSpPr>
          <p:spPr>
            <a:xfrm>
              <a:off x="5190983" y="1476375"/>
              <a:ext cx="95" cy="895350"/>
            </a:xfrm>
            <a:custGeom>
              <a:pathLst>
                <a:path w="95" h="895350">
                  <a:moveTo>
                    <a:pt x="0" y="0"/>
                  </a:moveTo>
                  <a:lnTo>
                    <a:pt x="0" y="895350"/>
                  </a:lnTo>
                </a:path>
              </a:pathLst>
            </a:custGeom>
            <a:noFill/>
            <a:ln w="10258">
              <a:solidFill>
                <a:srgbClr val="263238"/>
              </a:solidFill>
              <a:prstDash val="dash"/>
            </a:ln>
          </p:spPr>
        </p:sp>
        <p:sp>
          <p:nvSpPr>
            <p:cNvPr id="81" name="rect_080">
              <a:extLst>
                <a:ext uri="{FF2B5EF4-FFF2-40B4-BE49-F238E27FC236}">
                  <ns2:creationId id="{C72C2DEE-B66F-440C-A75E-BA2CA1D3568F}"/>
                </a:ext>
              </a:extLst>
            </p:cNvPr>
            <p:cNvSpPr>
              <a:spLocks noGrp="1"/>
            </p:cNvSpPr>
            <p:nvPr/>
          </p:nvSpPr>
          <p:spPr>
            <a:xfrm>
              <a:off x="1076325" y="1476375"/>
              <a:ext cx="5886450" cy="895350"/>
            </a:xfrm>
            <a:prstGeom prst="rect">
              <a:avLst/>
            </a:prstGeom>
            <a:noFill/>
            <a:ln w="7181">
              <a:solidFill>
                <a:srgbClr val="7B8790"/>
              </a:solidFill>
              <a:prstDash val="solid"/>
            </a:ln>
          </p:spPr>
        </p:sp>
        <p:sp>
          <p:nvSpPr>
            <p:cNvPr id="82" name="text_081">
              <a:extLst>
                <a:ext uri="{FF2B5EF4-FFF2-40B4-BE49-F238E27FC236}">
                  <ns2:creationId id="{5A4E3905-C8F4-446E-A05E-A71429303122}"/>
                </a:ext>
              </a:extLst>
            </p:cNvPr>
            <p:cNvSpPr>
              <a:spLocks noGrp="1"/>
            </p:cNvSpPr>
            <p:nvPr/>
          </p:nvSpPr>
          <p:spPr>
            <a:xfrm>
              <a:off x="704850" y="2276475"/>
              <a:ext cx="314325" cy="200025"/>
            </a:xfrm>
            <a:prstGeom prst="rect">
              <a:avLst/>
            </a:prstGeom>
            <a:noFill/>
            <a:ln w="0">
              <a:noFill/>
              <a:prstDash val="solid"/>
            </a:ln>
          </p:spPr>
          <p:txBody>
            <a:bodyPr wrap="none" lIns="0" tIns="0" rIns="0" bIns="0" anchor="t">
              <a:noAutofit/>
            </a:bodyPr>
            <a:lstStyle>
              <a:defPPr algn="r">
                <a:defRPr sz="1212" b="0">
                  <a:solidFill>
                    <a:srgbClr val="000000"/>
                  </a:solidFill>
                  <a:latin typeface="Arial"/>
                  <a:ea typeface="Arial"/>
                  <a:cs typeface="Arial"/>
                </a:defRPr>
              </a:defPPr>
              <a:lvl1pPr algn="r">
                <a:defRPr sz="1212" b="0">
                  <a:solidFill>
                    <a:srgbClr val="000000"/>
                  </a:solidFill>
                  <a:latin typeface="Arial"/>
                  <a:ea typeface="Arial"/>
                  <a:cs typeface="Arial"/>
                </a:defRPr>
              </a:lvl1pPr>
              <a:lvl2pPr algn="r">
                <a:defRPr sz="1212" b="0">
                  <a:solidFill>
                    <a:srgbClr val="000000"/>
                  </a:solidFill>
                  <a:latin typeface="Arial"/>
                  <a:ea typeface="Arial"/>
                  <a:cs typeface="Arial"/>
                </a:defRPr>
              </a:lvl2pPr>
              <a:lvl3pPr algn="r">
                <a:defRPr sz="1212" b="0">
                  <a:solidFill>
                    <a:srgbClr val="000000"/>
                  </a:solidFill>
                  <a:latin typeface="Arial"/>
                  <a:ea typeface="Arial"/>
                  <a:cs typeface="Arial"/>
                </a:defRPr>
              </a:lvl3pPr>
              <a:lvl4pPr algn="r">
                <a:defRPr sz="1212" b="0">
                  <a:solidFill>
                    <a:srgbClr val="000000"/>
                  </a:solidFill>
                  <a:latin typeface="Arial"/>
                  <a:ea typeface="Arial"/>
                  <a:cs typeface="Arial"/>
                </a:defRPr>
              </a:lvl4pPr>
              <a:lvl5pPr algn="r">
                <a:defRPr sz="1212" b="0">
                  <a:solidFill>
                    <a:srgbClr val="000000"/>
                  </a:solidFill>
                  <a:latin typeface="Arial"/>
                  <a:ea typeface="Arial"/>
                  <a:cs typeface="Arial"/>
                </a:defRPr>
              </a:lvl5pPr>
              <a:lvl6pPr algn="r">
                <a:defRPr sz="1212" b="0">
                  <a:solidFill>
                    <a:srgbClr val="000000"/>
                  </a:solidFill>
                  <a:latin typeface="Arial"/>
                  <a:ea typeface="Arial"/>
                  <a:cs typeface="Arial"/>
                </a:defRPr>
              </a:lvl6pPr>
              <a:lvl7pPr algn="r">
                <a:defRPr sz="1212" b="0">
                  <a:solidFill>
                    <a:srgbClr val="000000"/>
                  </a:solidFill>
                  <a:latin typeface="Arial"/>
                  <a:ea typeface="Arial"/>
                  <a:cs typeface="Arial"/>
                </a:defRPr>
              </a:lvl7pPr>
              <a:lvl8pPr algn="r">
                <a:defRPr sz="1212" b="0">
                  <a:solidFill>
                    <a:srgbClr val="000000"/>
                  </a:solidFill>
                  <a:latin typeface="Arial"/>
                  <a:ea typeface="Arial"/>
                  <a:cs typeface="Arial"/>
                </a:defRPr>
              </a:lvl8pPr>
              <a:lvl9pPr algn="r">
                <a:defRPr sz="1212" b="0">
                  <a:solidFill>
                    <a:srgbClr val="000000"/>
                  </a:solidFill>
                  <a:latin typeface="Arial"/>
                  <a:ea typeface="Arial"/>
                  <a:cs typeface="Arial"/>
                </a:defRPr>
              </a:lvl9pPr>
            </a:lstStyle>
            <a:p>
              <a:pPr algn="r">
                <a:defRPr sz="1212" b="0">
                  <a:solidFill>
                    <a:srgbClr val="000000"/>
                  </a:solidFill>
                  <a:latin typeface="Arial"/>
                  <a:ea typeface="Arial"/>
                  <a:cs typeface="Arial"/>
                </a:defRPr>
              </a:pPr>
              <a:r>
                <a:rPr sz="1212" b="0">
                  <a:solidFill>
                    <a:srgbClr val="000000"/>
                  </a:solidFill>
                  <a:latin typeface="Arial"/>
                  <a:ea typeface="Arial"/>
                  <a:cs typeface="Arial"/>
                </a:rPr>
                <a:t>0</a:t>
              </a:r>
            </a:p>
          </p:txBody>
        </p:sp>
        <p:sp>
          <p:nvSpPr>
            <p:cNvPr id="83" name="text_082">
              <a:extLst>
                <a:ext uri="{FF2B5EF4-FFF2-40B4-BE49-F238E27FC236}">
                  <ns2:creationId id="{3EE9EF07-B7B3-45B8-BFE8-6188DD5EC66E}"/>
                </a:ext>
              </a:extLst>
            </p:cNvPr>
            <p:cNvSpPr>
              <a:spLocks noGrp="1"/>
            </p:cNvSpPr>
            <p:nvPr/>
          </p:nvSpPr>
          <p:spPr>
            <a:xfrm>
              <a:off x="704850" y="1381125"/>
              <a:ext cx="314325" cy="200025"/>
            </a:xfrm>
            <a:prstGeom prst="rect">
              <a:avLst/>
            </a:prstGeom>
            <a:noFill/>
            <a:ln w="0">
              <a:noFill/>
              <a:prstDash val="solid"/>
            </a:ln>
          </p:spPr>
          <p:txBody>
            <a:bodyPr wrap="none" lIns="0" tIns="0" rIns="0" bIns="0" anchor="t">
              <a:noAutofit/>
            </a:bodyPr>
            <a:lstStyle>
              <a:defPPr algn="r">
                <a:defRPr sz="1212" b="0">
                  <a:solidFill>
                    <a:srgbClr val="000000"/>
                  </a:solidFill>
                  <a:latin typeface="Arial"/>
                  <a:ea typeface="Arial"/>
                  <a:cs typeface="Arial"/>
                </a:defRPr>
              </a:defPPr>
              <a:lvl1pPr algn="r">
                <a:defRPr sz="1212" b="0">
                  <a:solidFill>
                    <a:srgbClr val="000000"/>
                  </a:solidFill>
                  <a:latin typeface="Arial"/>
                  <a:ea typeface="Arial"/>
                  <a:cs typeface="Arial"/>
                </a:defRPr>
              </a:lvl1pPr>
              <a:lvl2pPr algn="r">
                <a:defRPr sz="1212" b="0">
                  <a:solidFill>
                    <a:srgbClr val="000000"/>
                  </a:solidFill>
                  <a:latin typeface="Arial"/>
                  <a:ea typeface="Arial"/>
                  <a:cs typeface="Arial"/>
                </a:defRPr>
              </a:lvl2pPr>
              <a:lvl3pPr algn="r">
                <a:defRPr sz="1212" b="0">
                  <a:solidFill>
                    <a:srgbClr val="000000"/>
                  </a:solidFill>
                  <a:latin typeface="Arial"/>
                  <a:ea typeface="Arial"/>
                  <a:cs typeface="Arial"/>
                </a:defRPr>
              </a:lvl3pPr>
              <a:lvl4pPr algn="r">
                <a:defRPr sz="1212" b="0">
                  <a:solidFill>
                    <a:srgbClr val="000000"/>
                  </a:solidFill>
                  <a:latin typeface="Arial"/>
                  <a:ea typeface="Arial"/>
                  <a:cs typeface="Arial"/>
                </a:defRPr>
              </a:lvl4pPr>
              <a:lvl5pPr algn="r">
                <a:defRPr sz="1212" b="0">
                  <a:solidFill>
                    <a:srgbClr val="000000"/>
                  </a:solidFill>
                  <a:latin typeface="Arial"/>
                  <a:ea typeface="Arial"/>
                  <a:cs typeface="Arial"/>
                </a:defRPr>
              </a:lvl5pPr>
              <a:lvl6pPr algn="r">
                <a:defRPr sz="1212" b="0">
                  <a:solidFill>
                    <a:srgbClr val="000000"/>
                  </a:solidFill>
                  <a:latin typeface="Arial"/>
                  <a:ea typeface="Arial"/>
                  <a:cs typeface="Arial"/>
                </a:defRPr>
              </a:lvl6pPr>
              <a:lvl7pPr algn="r">
                <a:defRPr sz="1212" b="0">
                  <a:solidFill>
                    <a:srgbClr val="000000"/>
                  </a:solidFill>
                  <a:latin typeface="Arial"/>
                  <a:ea typeface="Arial"/>
                  <a:cs typeface="Arial"/>
                </a:defRPr>
              </a:lvl7pPr>
              <a:lvl8pPr algn="r">
                <a:defRPr sz="1212" b="0">
                  <a:solidFill>
                    <a:srgbClr val="000000"/>
                  </a:solidFill>
                  <a:latin typeface="Arial"/>
                  <a:ea typeface="Arial"/>
                  <a:cs typeface="Arial"/>
                </a:defRPr>
              </a:lvl8pPr>
              <a:lvl9pPr algn="r">
                <a:defRPr sz="1212" b="0">
                  <a:solidFill>
                    <a:srgbClr val="000000"/>
                  </a:solidFill>
                  <a:latin typeface="Arial"/>
                  <a:ea typeface="Arial"/>
                  <a:cs typeface="Arial"/>
                </a:defRPr>
              </a:lvl9pPr>
            </a:lstStyle>
            <a:p>
              <a:pPr algn="r">
                <a:defRPr sz="1212" b="0">
                  <a:solidFill>
                    <a:srgbClr val="000000"/>
                  </a:solidFill>
                  <a:latin typeface="Arial"/>
                  <a:ea typeface="Arial"/>
                  <a:cs typeface="Arial"/>
                </a:defRPr>
              </a:pPr>
              <a:r>
                <a:rPr sz="1212" b="0">
                  <a:solidFill>
                    <a:srgbClr val="000000"/>
                  </a:solidFill>
                  <a:latin typeface="Arial"/>
                  <a:ea typeface="Arial"/>
                  <a:cs typeface="Arial"/>
                </a:rPr>
                <a:t>1</a:t>
              </a:r>
            </a:p>
          </p:txBody>
        </p:sp>
        <p:sp>
          <p:nvSpPr>
            <p:cNvPr id="84" name="text_083">
              <a:extLst>
                <a:ext uri="{FF2B5EF4-FFF2-40B4-BE49-F238E27FC236}">
                  <ns2:creationId id="{FEF068A3-A108-4487-825C-D50DE4837D53}"/>
                </a:ext>
              </a:extLst>
            </p:cNvPr>
            <p:cNvSpPr>
              <a:spLocks noGrp="1"/>
            </p:cNvSpPr>
            <p:nvPr/>
          </p:nvSpPr>
          <p:spPr>
            <a:xfrm>
              <a:off x="900468" y="2400300"/>
              <a:ext cx="381000" cy="209550"/>
            </a:xfrm>
            <a:prstGeom prst="rect">
              <a:avLst/>
            </a:prstGeom>
            <a:noFill/>
            <a:ln w="0">
              <a:noFill/>
              <a:prstDash val="solid"/>
            </a:ln>
          </p:spPr>
          <p:txBody>
            <a:bodyPr wrap="none" lIns="0" tIns="0" rIns="0" bIns="0" anchor="t">
              <a:noAutofit/>
            </a:bodyPr>
            <a:lstStyle>
              <a:defPPr algn="ctr">
                <a:defRPr sz="1292" b="0">
                  <a:solidFill>
                    <a:srgbClr val="000000"/>
                  </a:solidFill>
                  <a:latin typeface="Arial"/>
                  <a:ea typeface="Arial"/>
                  <a:cs typeface="Arial"/>
                </a:defRPr>
              </a:defPPr>
              <a:lvl1pPr algn="ctr">
                <a:defRPr sz="1292" b="0">
                  <a:solidFill>
                    <a:srgbClr val="000000"/>
                  </a:solidFill>
                  <a:latin typeface="Arial"/>
                  <a:ea typeface="Arial"/>
                  <a:cs typeface="Arial"/>
                </a:defRPr>
              </a:lvl1pPr>
              <a:lvl2pPr algn="ctr">
                <a:defRPr sz="1292" b="0">
                  <a:solidFill>
                    <a:srgbClr val="000000"/>
                  </a:solidFill>
                  <a:latin typeface="Arial"/>
                  <a:ea typeface="Arial"/>
                  <a:cs typeface="Arial"/>
                </a:defRPr>
              </a:lvl2pPr>
              <a:lvl3pPr algn="ctr">
                <a:defRPr sz="1292" b="0">
                  <a:solidFill>
                    <a:srgbClr val="000000"/>
                  </a:solidFill>
                  <a:latin typeface="Arial"/>
                  <a:ea typeface="Arial"/>
                  <a:cs typeface="Arial"/>
                </a:defRPr>
              </a:lvl3pPr>
              <a:lvl4pPr algn="ctr">
                <a:defRPr sz="1292" b="0">
                  <a:solidFill>
                    <a:srgbClr val="000000"/>
                  </a:solidFill>
                  <a:latin typeface="Arial"/>
                  <a:ea typeface="Arial"/>
                  <a:cs typeface="Arial"/>
                </a:defRPr>
              </a:lvl4pPr>
              <a:lvl5pPr algn="ctr">
                <a:defRPr sz="1292" b="0">
                  <a:solidFill>
                    <a:srgbClr val="000000"/>
                  </a:solidFill>
                  <a:latin typeface="Arial"/>
                  <a:ea typeface="Arial"/>
                  <a:cs typeface="Arial"/>
                </a:defRPr>
              </a:lvl5pPr>
              <a:lvl6pPr algn="ctr">
                <a:defRPr sz="1292" b="0">
                  <a:solidFill>
                    <a:srgbClr val="000000"/>
                  </a:solidFill>
                  <a:latin typeface="Arial"/>
                  <a:ea typeface="Arial"/>
                  <a:cs typeface="Arial"/>
                </a:defRPr>
              </a:lvl6pPr>
              <a:lvl7pPr algn="ctr">
                <a:defRPr sz="1292" b="0">
                  <a:solidFill>
                    <a:srgbClr val="000000"/>
                  </a:solidFill>
                  <a:latin typeface="Arial"/>
                  <a:ea typeface="Arial"/>
                  <a:cs typeface="Arial"/>
                </a:defRPr>
              </a:lvl7pPr>
              <a:lvl8pPr algn="ctr">
                <a:defRPr sz="1292" b="0">
                  <a:solidFill>
                    <a:srgbClr val="000000"/>
                  </a:solidFill>
                  <a:latin typeface="Arial"/>
                  <a:ea typeface="Arial"/>
                  <a:cs typeface="Arial"/>
                </a:defRPr>
              </a:lvl8pPr>
              <a:lvl9pPr algn="ctr">
                <a:defRPr sz="1292" b="0">
                  <a:solidFill>
                    <a:srgbClr val="000000"/>
                  </a:solidFill>
                  <a:latin typeface="Arial"/>
                  <a:ea typeface="Arial"/>
                  <a:cs typeface="Arial"/>
                </a:defRPr>
              </a:lvl9pPr>
            </a:lstStyle>
            <a:p>
              <a:pPr algn="ctr">
                <a:defRPr sz="1292" b="0">
                  <a:solidFill>
                    <a:srgbClr val="000000"/>
                  </a:solidFill>
                  <a:latin typeface="Arial"/>
                  <a:ea typeface="Arial"/>
                  <a:cs typeface="Arial"/>
                </a:defRPr>
              </a:pPr>
              <a:r>
                <a:rPr sz="1292" b="0">
                  <a:solidFill>
                    <a:srgbClr val="000000"/>
                  </a:solidFill>
                  <a:latin typeface="Arial"/>
                  <a:ea typeface="Arial"/>
                  <a:cs typeface="Arial"/>
                </a:rPr>
                <a:t>0</a:t>
              </a:r>
            </a:p>
          </p:txBody>
        </p:sp>
        <p:sp>
          <p:nvSpPr>
            <p:cNvPr id="85" name="text_084">
              <a:extLst>
                <a:ext uri="{FF2B5EF4-FFF2-40B4-BE49-F238E27FC236}">
                  <ns2:creationId id="{DE287BD3-E712-4D52-AF0E-EF65E2E04FEF}"/>
                </a:ext>
              </a:extLst>
            </p:cNvPr>
            <p:cNvSpPr>
              <a:spLocks noGrp="1"/>
            </p:cNvSpPr>
            <p:nvPr/>
          </p:nvSpPr>
          <p:spPr>
            <a:xfrm>
              <a:off x="6757632" y="2400300"/>
              <a:ext cx="381000" cy="209550"/>
            </a:xfrm>
            <a:prstGeom prst="rect">
              <a:avLst/>
            </a:prstGeom>
            <a:noFill/>
            <a:ln w="0">
              <a:noFill/>
              <a:prstDash val="solid"/>
            </a:ln>
          </p:spPr>
          <p:txBody>
            <a:bodyPr wrap="none" lIns="0" tIns="0" rIns="0" bIns="0" anchor="t">
              <a:noAutofit/>
            </a:bodyPr>
            <a:lstStyle>
              <a:defPPr algn="ctr">
                <a:defRPr sz="1292" b="0">
                  <a:solidFill>
                    <a:srgbClr val="000000"/>
                  </a:solidFill>
                  <a:latin typeface="Arial"/>
                  <a:ea typeface="Arial"/>
                  <a:cs typeface="Arial"/>
                </a:defRPr>
              </a:defPPr>
              <a:lvl1pPr algn="ctr">
                <a:defRPr sz="1292" b="0">
                  <a:solidFill>
                    <a:srgbClr val="000000"/>
                  </a:solidFill>
                  <a:latin typeface="Arial"/>
                  <a:ea typeface="Arial"/>
                  <a:cs typeface="Arial"/>
                </a:defRPr>
              </a:lvl1pPr>
              <a:lvl2pPr algn="ctr">
                <a:defRPr sz="1292" b="0">
                  <a:solidFill>
                    <a:srgbClr val="000000"/>
                  </a:solidFill>
                  <a:latin typeface="Arial"/>
                  <a:ea typeface="Arial"/>
                  <a:cs typeface="Arial"/>
                </a:defRPr>
              </a:lvl2pPr>
              <a:lvl3pPr algn="ctr">
                <a:defRPr sz="1292" b="0">
                  <a:solidFill>
                    <a:srgbClr val="000000"/>
                  </a:solidFill>
                  <a:latin typeface="Arial"/>
                  <a:ea typeface="Arial"/>
                  <a:cs typeface="Arial"/>
                </a:defRPr>
              </a:lvl3pPr>
              <a:lvl4pPr algn="ctr">
                <a:defRPr sz="1292" b="0">
                  <a:solidFill>
                    <a:srgbClr val="000000"/>
                  </a:solidFill>
                  <a:latin typeface="Arial"/>
                  <a:ea typeface="Arial"/>
                  <a:cs typeface="Arial"/>
                </a:defRPr>
              </a:lvl4pPr>
              <a:lvl5pPr algn="ctr">
                <a:defRPr sz="1292" b="0">
                  <a:solidFill>
                    <a:srgbClr val="000000"/>
                  </a:solidFill>
                  <a:latin typeface="Arial"/>
                  <a:ea typeface="Arial"/>
                  <a:cs typeface="Arial"/>
                </a:defRPr>
              </a:lvl5pPr>
              <a:lvl6pPr algn="ctr">
                <a:defRPr sz="1292" b="0">
                  <a:solidFill>
                    <a:srgbClr val="000000"/>
                  </a:solidFill>
                  <a:latin typeface="Arial"/>
                  <a:ea typeface="Arial"/>
                  <a:cs typeface="Arial"/>
                </a:defRPr>
              </a:lvl6pPr>
              <a:lvl7pPr algn="ctr">
                <a:defRPr sz="1292" b="0">
                  <a:solidFill>
                    <a:srgbClr val="000000"/>
                  </a:solidFill>
                  <a:latin typeface="Arial"/>
                  <a:ea typeface="Arial"/>
                  <a:cs typeface="Arial"/>
                </a:defRPr>
              </a:lvl7pPr>
              <a:lvl8pPr algn="ctr">
                <a:defRPr sz="1292" b="0">
                  <a:solidFill>
                    <a:srgbClr val="000000"/>
                  </a:solidFill>
                  <a:latin typeface="Arial"/>
                  <a:ea typeface="Arial"/>
                  <a:cs typeface="Arial"/>
                </a:defRPr>
              </a:lvl8pPr>
              <a:lvl9pPr algn="ctr">
                <a:defRPr sz="1292" b="0">
                  <a:solidFill>
                    <a:srgbClr val="000000"/>
                  </a:solidFill>
                  <a:latin typeface="Arial"/>
                  <a:ea typeface="Arial"/>
                  <a:cs typeface="Arial"/>
                </a:defRPr>
              </a:lvl9pPr>
            </a:lstStyle>
            <a:p>
              <a:pPr algn="ctr">
                <a:defRPr sz="1292" b="0">
                  <a:solidFill>
                    <a:srgbClr val="000000"/>
                  </a:solidFill>
                  <a:latin typeface="Arial"/>
                  <a:ea typeface="Arial"/>
                  <a:cs typeface="Arial"/>
                </a:defRPr>
              </a:pPr>
              <a:r>
                <a:rPr sz="1292" b="0">
                  <a:solidFill>
                    <a:srgbClr val="000000"/>
                  </a:solidFill>
                  <a:latin typeface="Arial"/>
                  <a:ea typeface="Arial"/>
                  <a:cs typeface="Arial"/>
                </a:rPr>
                <a:t>200</a:t>
              </a:r>
            </a:p>
          </p:txBody>
        </p:sp>
        <p:sp>
          <p:nvSpPr>
            <p:cNvPr id="86" name="tangaroa_R_432_exact_anchor">
              <a:extLst>
                <a:ext uri="{FF2B5EF4-FFF2-40B4-BE49-F238E27FC236}">
                  <ns2:creationId id="{EB78B36D-5D49-4BB4-9C20-AFD3479F4ADC}"/>
                </a:ext>
              </a:extLst>
            </p:cNvPr>
            <p:cNvSpPr>
              <a:spLocks noGrp="1"/>
            </p:cNvSpPr>
            <p:nvPr/>
          </p:nvSpPr>
          <p:spPr>
            <a:xfrm>
              <a:off x="5152883" y="2082544"/>
              <a:ext cx="76200" cy="76200"/>
            </a:xfrm>
            <a:prstGeom prst="ellipse">
              <a:avLst/>
            </a:prstGeom>
            <a:solidFill>
              <a:srgbClr val="FFFFFF"/>
            </a:solidFill>
            <a:ln w="18464">
              <a:solidFill>
                <a:srgbClr val="0072B2"/>
              </a:solidFill>
              <a:prstDash val="solid"/>
            </a:ln>
          </p:spPr>
        </p:sp>
        <p:sp>
          <p:nvSpPr>
            <p:cNvPr id="87" name="tangaroa_R_462_exact_anchor">
              <a:extLst>
                <a:ext uri="{FF2B5EF4-FFF2-40B4-BE49-F238E27FC236}">
                  <ns2:creationId id="{000EEA3C-531D-4572-9BB0-B304D00E84ED}"/>
                </a:ext>
              </a:extLst>
            </p:cNvPr>
            <p:cNvSpPr>
              <a:spLocks noGrp="1"/>
            </p:cNvSpPr>
            <p:nvPr/>
          </p:nvSpPr>
          <p:spPr>
            <a:xfrm>
              <a:off x="5152883" y="1605055"/>
              <a:ext cx="76200" cy="76200"/>
            </a:xfrm>
            <a:prstGeom prst="ellipse">
              <a:avLst/>
            </a:prstGeom>
            <a:solidFill>
              <a:srgbClr val="FFFFFF"/>
            </a:solidFill>
            <a:ln w="18464">
              <a:solidFill>
                <a:srgbClr val="D55E00"/>
              </a:solidFill>
              <a:prstDash val="solid"/>
            </a:ln>
          </p:spPr>
        </p:sp>
        <p:sp>
          <p:nvSpPr>
            <p:cNvPr id="88" name="tangaroa_R_388_exact_anchor">
              <a:extLst>
                <a:ext uri="{FF2B5EF4-FFF2-40B4-BE49-F238E27FC236}">
                  <ns2:creationId id="{E1E62CF8-FB5B-442A-BEAF-8A241227B28F}"/>
                </a:ext>
              </a:extLst>
            </p:cNvPr>
            <p:cNvSpPr>
              <a:spLocks noGrp="1"/>
            </p:cNvSpPr>
            <p:nvPr/>
          </p:nvSpPr>
          <p:spPr>
            <a:xfrm>
              <a:off x="5152883" y="1846709"/>
              <a:ext cx="76200" cy="76200"/>
            </a:xfrm>
            <a:prstGeom prst="ellipse">
              <a:avLst/>
            </a:prstGeom>
            <a:solidFill>
              <a:srgbClr val="FFFFFF"/>
            </a:solidFill>
            <a:ln w="18464">
              <a:solidFill>
                <a:srgbClr val="009E73"/>
              </a:solidFill>
              <a:prstDash val="solid"/>
            </a:ln>
          </p:spPr>
        </p:sp>
        <p:pic>
          <p:nvPicPr>
            <p:cNvPr id="89" name="">
              <a:extLst>
                <a:ext uri="{FF2B5EF4-FFF2-40B4-BE49-F238E27FC236}">
                  <ns2:creationId id="{F1502CA4-D8E8-4695-BAF2-3BB1217EAFB1}"/>
                </a:ext>
              </a:extLst>
            </p:cNvPr>
            <p:cNvPicPr>
              <a:picLocks noChangeAspect="1"/>
            </p:cNvPicPr>
            <p:nvPr/>
          </p:nvPicPr>
          <p:blipFill>
            <a:blip r:embed="R6cac25e28d7144ea"/>
            <a:stretch/>
          </p:blipFill>
          <p:spPr>
            <a:xfrm>
              <a:off x="7715250" y="1476375"/>
              <a:ext cx="3771900" cy="895350"/>
            </a:xfrm>
            <a:prstGeom prst="rect">
              <a:avLst/>
            </a:prstGeom>
          </p:spPr>
        </p:pic>
        <p:sp>
          <p:nvSpPr>
            <p:cNvPr id="90" name="line_089">
              <a:extLst>
                <a:ext uri="{FF2B5EF4-FFF2-40B4-BE49-F238E27FC236}">
                  <ns2:creationId id="{5D7C6E5E-3671-40A4-B74F-5BCD8C3C613D}"/>
                </a:ext>
              </a:extLst>
            </p:cNvPr>
            <p:cNvSpPr>
              <a:spLocks noGrp="1"/>
            </p:cNvSpPr>
            <p:nvPr/>
          </p:nvSpPr>
          <p:spPr>
            <a:xfrm>
              <a:off x="9601200" y="1476375"/>
              <a:ext cx="95" cy="895350"/>
            </a:xfrm>
            <a:custGeom>
              <a:pathLst>
                <a:path w="95" h="895350">
                  <a:moveTo>
                    <a:pt x="0" y="0"/>
                  </a:moveTo>
                  <a:lnTo>
                    <a:pt x="0" y="895350"/>
                  </a:lnTo>
                </a:path>
              </a:pathLst>
            </a:custGeom>
            <a:noFill/>
            <a:ln w="10258">
              <a:solidFill>
                <a:srgbClr val="263238"/>
              </a:solidFill>
              <a:prstDash val="dash"/>
            </a:ln>
          </p:spPr>
        </p:sp>
        <p:sp>
          <p:nvSpPr>
            <p:cNvPr id="91" name="rect_090">
              <a:extLst>
                <a:ext uri="{FF2B5EF4-FFF2-40B4-BE49-F238E27FC236}">
                  <ns2:creationId id="{8B089603-0D5B-4EF0-B478-0EFE062FA698}"/>
                </a:ext>
              </a:extLst>
            </p:cNvPr>
            <p:cNvSpPr>
              <a:spLocks noGrp="1"/>
            </p:cNvSpPr>
            <p:nvPr/>
          </p:nvSpPr>
          <p:spPr>
            <a:xfrm>
              <a:off x="7715250" y="1476375"/>
              <a:ext cx="3771900" cy="895350"/>
            </a:xfrm>
            <a:prstGeom prst="rect">
              <a:avLst/>
            </a:prstGeom>
            <a:noFill/>
            <a:ln w="7181">
              <a:solidFill>
                <a:srgbClr val="7B8790"/>
              </a:solidFill>
              <a:prstDash val="solid"/>
            </a:ln>
          </p:spPr>
        </p:sp>
        <p:sp>
          <p:nvSpPr>
            <p:cNvPr id="92" name="text_091">
              <a:extLst>
                <a:ext uri="{FF2B5EF4-FFF2-40B4-BE49-F238E27FC236}">
                  <ns2:creationId id="{8971DD02-10A7-4DB1-B16F-3511FBD61D8E}"/>
                </a:ext>
              </a:extLst>
            </p:cNvPr>
            <p:cNvSpPr>
              <a:spLocks noGrp="1"/>
            </p:cNvSpPr>
            <p:nvPr/>
          </p:nvSpPr>
          <p:spPr>
            <a:xfrm>
              <a:off x="7343775" y="2276475"/>
              <a:ext cx="314325" cy="200025"/>
            </a:xfrm>
            <a:prstGeom prst="rect">
              <a:avLst/>
            </a:prstGeom>
            <a:noFill/>
            <a:ln w="0">
              <a:noFill/>
              <a:prstDash val="solid"/>
            </a:ln>
          </p:spPr>
          <p:txBody>
            <a:bodyPr wrap="none" lIns="0" tIns="0" rIns="0" bIns="0" anchor="t">
              <a:noAutofit/>
            </a:bodyPr>
            <a:lstStyle>
              <a:defPPr algn="r">
                <a:defRPr sz="1212" b="0">
                  <a:solidFill>
                    <a:srgbClr val="000000"/>
                  </a:solidFill>
                  <a:latin typeface="Arial"/>
                  <a:ea typeface="Arial"/>
                  <a:cs typeface="Arial"/>
                </a:defRPr>
              </a:defPPr>
              <a:lvl1pPr algn="r">
                <a:defRPr sz="1212" b="0">
                  <a:solidFill>
                    <a:srgbClr val="000000"/>
                  </a:solidFill>
                  <a:latin typeface="Arial"/>
                  <a:ea typeface="Arial"/>
                  <a:cs typeface="Arial"/>
                </a:defRPr>
              </a:lvl1pPr>
              <a:lvl2pPr algn="r">
                <a:defRPr sz="1212" b="0">
                  <a:solidFill>
                    <a:srgbClr val="000000"/>
                  </a:solidFill>
                  <a:latin typeface="Arial"/>
                  <a:ea typeface="Arial"/>
                  <a:cs typeface="Arial"/>
                </a:defRPr>
              </a:lvl2pPr>
              <a:lvl3pPr algn="r">
                <a:defRPr sz="1212" b="0">
                  <a:solidFill>
                    <a:srgbClr val="000000"/>
                  </a:solidFill>
                  <a:latin typeface="Arial"/>
                  <a:ea typeface="Arial"/>
                  <a:cs typeface="Arial"/>
                </a:defRPr>
              </a:lvl3pPr>
              <a:lvl4pPr algn="r">
                <a:defRPr sz="1212" b="0">
                  <a:solidFill>
                    <a:srgbClr val="000000"/>
                  </a:solidFill>
                  <a:latin typeface="Arial"/>
                  <a:ea typeface="Arial"/>
                  <a:cs typeface="Arial"/>
                </a:defRPr>
              </a:lvl4pPr>
              <a:lvl5pPr algn="r">
                <a:defRPr sz="1212" b="0">
                  <a:solidFill>
                    <a:srgbClr val="000000"/>
                  </a:solidFill>
                  <a:latin typeface="Arial"/>
                  <a:ea typeface="Arial"/>
                  <a:cs typeface="Arial"/>
                </a:defRPr>
              </a:lvl5pPr>
              <a:lvl6pPr algn="r">
                <a:defRPr sz="1212" b="0">
                  <a:solidFill>
                    <a:srgbClr val="000000"/>
                  </a:solidFill>
                  <a:latin typeface="Arial"/>
                  <a:ea typeface="Arial"/>
                  <a:cs typeface="Arial"/>
                </a:defRPr>
              </a:lvl6pPr>
              <a:lvl7pPr algn="r">
                <a:defRPr sz="1212" b="0">
                  <a:solidFill>
                    <a:srgbClr val="000000"/>
                  </a:solidFill>
                  <a:latin typeface="Arial"/>
                  <a:ea typeface="Arial"/>
                  <a:cs typeface="Arial"/>
                </a:defRPr>
              </a:lvl7pPr>
              <a:lvl8pPr algn="r">
                <a:defRPr sz="1212" b="0">
                  <a:solidFill>
                    <a:srgbClr val="000000"/>
                  </a:solidFill>
                  <a:latin typeface="Arial"/>
                  <a:ea typeface="Arial"/>
                  <a:cs typeface="Arial"/>
                </a:defRPr>
              </a:lvl8pPr>
              <a:lvl9pPr algn="r">
                <a:defRPr sz="1212" b="0">
                  <a:solidFill>
                    <a:srgbClr val="000000"/>
                  </a:solidFill>
                  <a:latin typeface="Arial"/>
                  <a:ea typeface="Arial"/>
                  <a:cs typeface="Arial"/>
                </a:defRPr>
              </a:lvl9pPr>
            </a:lstStyle>
            <a:p>
              <a:pPr algn="r">
                <a:defRPr sz="1212" b="0">
                  <a:solidFill>
                    <a:srgbClr val="000000"/>
                  </a:solidFill>
                  <a:latin typeface="Arial"/>
                  <a:ea typeface="Arial"/>
                  <a:cs typeface="Arial"/>
                </a:defRPr>
              </a:pPr>
              <a:r>
                <a:rPr sz="1212" b="0">
                  <a:solidFill>
                    <a:srgbClr val="000000"/>
                  </a:solidFill>
                  <a:latin typeface="Arial"/>
                  <a:ea typeface="Arial"/>
                  <a:cs typeface="Arial"/>
                </a:rPr>
                <a:t>0.23</a:t>
              </a:r>
            </a:p>
          </p:txBody>
        </p:sp>
        <p:sp>
          <p:nvSpPr>
            <p:cNvPr id="93" name="text_092">
              <a:extLst>
                <a:ext uri="{FF2B5EF4-FFF2-40B4-BE49-F238E27FC236}">
                  <ns2:creationId id="{CCF61F4F-24D9-4FBD-B050-F51941257B84}"/>
                </a:ext>
              </a:extLst>
            </p:cNvPr>
            <p:cNvSpPr>
              <a:spLocks noGrp="1"/>
            </p:cNvSpPr>
            <p:nvPr/>
          </p:nvSpPr>
          <p:spPr>
            <a:xfrm>
              <a:off x="7343775" y="1381125"/>
              <a:ext cx="314325" cy="200025"/>
            </a:xfrm>
            <a:prstGeom prst="rect">
              <a:avLst/>
            </a:prstGeom>
            <a:noFill/>
            <a:ln w="0">
              <a:noFill/>
              <a:prstDash val="solid"/>
            </a:ln>
          </p:spPr>
          <p:txBody>
            <a:bodyPr wrap="none" lIns="0" tIns="0" rIns="0" bIns="0" anchor="t">
              <a:noAutofit/>
            </a:bodyPr>
            <a:lstStyle>
              <a:defPPr algn="r">
                <a:defRPr sz="1212" b="0">
                  <a:solidFill>
                    <a:srgbClr val="000000"/>
                  </a:solidFill>
                  <a:latin typeface="Arial"/>
                  <a:ea typeface="Arial"/>
                  <a:cs typeface="Arial"/>
                </a:defRPr>
              </a:defPPr>
              <a:lvl1pPr algn="r">
                <a:defRPr sz="1212" b="0">
                  <a:solidFill>
                    <a:srgbClr val="000000"/>
                  </a:solidFill>
                  <a:latin typeface="Arial"/>
                  <a:ea typeface="Arial"/>
                  <a:cs typeface="Arial"/>
                </a:defRPr>
              </a:lvl1pPr>
              <a:lvl2pPr algn="r">
                <a:defRPr sz="1212" b="0">
                  <a:solidFill>
                    <a:srgbClr val="000000"/>
                  </a:solidFill>
                  <a:latin typeface="Arial"/>
                  <a:ea typeface="Arial"/>
                  <a:cs typeface="Arial"/>
                </a:defRPr>
              </a:lvl2pPr>
              <a:lvl3pPr algn="r">
                <a:defRPr sz="1212" b="0">
                  <a:solidFill>
                    <a:srgbClr val="000000"/>
                  </a:solidFill>
                  <a:latin typeface="Arial"/>
                  <a:ea typeface="Arial"/>
                  <a:cs typeface="Arial"/>
                </a:defRPr>
              </a:lvl3pPr>
              <a:lvl4pPr algn="r">
                <a:defRPr sz="1212" b="0">
                  <a:solidFill>
                    <a:srgbClr val="000000"/>
                  </a:solidFill>
                  <a:latin typeface="Arial"/>
                  <a:ea typeface="Arial"/>
                  <a:cs typeface="Arial"/>
                </a:defRPr>
              </a:lvl4pPr>
              <a:lvl5pPr algn="r">
                <a:defRPr sz="1212" b="0">
                  <a:solidFill>
                    <a:srgbClr val="000000"/>
                  </a:solidFill>
                  <a:latin typeface="Arial"/>
                  <a:ea typeface="Arial"/>
                  <a:cs typeface="Arial"/>
                </a:defRPr>
              </a:lvl5pPr>
              <a:lvl6pPr algn="r">
                <a:defRPr sz="1212" b="0">
                  <a:solidFill>
                    <a:srgbClr val="000000"/>
                  </a:solidFill>
                  <a:latin typeface="Arial"/>
                  <a:ea typeface="Arial"/>
                  <a:cs typeface="Arial"/>
                </a:defRPr>
              </a:lvl6pPr>
              <a:lvl7pPr algn="r">
                <a:defRPr sz="1212" b="0">
                  <a:solidFill>
                    <a:srgbClr val="000000"/>
                  </a:solidFill>
                  <a:latin typeface="Arial"/>
                  <a:ea typeface="Arial"/>
                  <a:cs typeface="Arial"/>
                </a:defRPr>
              </a:lvl7pPr>
              <a:lvl8pPr algn="r">
                <a:defRPr sz="1212" b="0">
                  <a:solidFill>
                    <a:srgbClr val="000000"/>
                  </a:solidFill>
                  <a:latin typeface="Arial"/>
                  <a:ea typeface="Arial"/>
                  <a:cs typeface="Arial"/>
                </a:defRPr>
              </a:lvl8pPr>
              <a:lvl9pPr algn="r">
                <a:defRPr sz="1212" b="0">
                  <a:solidFill>
                    <a:srgbClr val="000000"/>
                  </a:solidFill>
                  <a:latin typeface="Arial"/>
                  <a:ea typeface="Arial"/>
                  <a:cs typeface="Arial"/>
                </a:defRPr>
              </a:lvl9pPr>
            </a:lstStyle>
            <a:p>
              <a:pPr algn="r">
                <a:defRPr sz="1212" b="0">
                  <a:solidFill>
                    <a:srgbClr val="000000"/>
                  </a:solidFill>
                  <a:latin typeface="Arial"/>
                  <a:ea typeface="Arial"/>
                  <a:cs typeface="Arial"/>
                </a:defRPr>
              </a:pPr>
              <a:r>
                <a:rPr sz="1212" b="0">
                  <a:solidFill>
                    <a:srgbClr val="000000"/>
                  </a:solidFill>
                  <a:latin typeface="Arial"/>
                  <a:ea typeface="Arial"/>
                  <a:cs typeface="Arial"/>
                </a:rPr>
                <a:t>0.86</a:t>
              </a:r>
            </a:p>
          </p:txBody>
        </p:sp>
        <p:sp>
          <p:nvSpPr>
            <p:cNvPr id="94" name="text_093">
              <a:extLst>
                <a:ext uri="{FF2B5EF4-FFF2-40B4-BE49-F238E27FC236}">
                  <ns2:creationId id="{A91FF0F8-E2C7-47D8-BF18-B9621B5682D1}"/>
                </a:ext>
              </a:extLst>
            </p:cNvPr>
            <p:cNvSpPr>
              <a:spLocks noGrp="1"/>
            </p:cNvSpPr>
            <p:nvPr/>
          </p:nvSpPr>
          <p:spPr>
            <a:xfrm>
              <a:off x="7696200" y="2400300"/>
              <a:ext cx="381000" cy="209550"/>
            </a:xfrm>
            <a:prstGeom prst="rect">
              <a:avLst/>
            </a:prstGeom>
            <a:noFill/>
            <a:ln w="0">
              <a:noFill/>
              <a:prstDash val="solid"/>
            </a:ln>
          </p:spPr>
          <p:txBody>
            <a:bodyPr wrap="none" lIns="0" tIns="0" rIns="0" bIns="0" anchor="t">
              <a:noAutofit/>
            </a:bodyPr>
            <a:lstStyle>
              <a:defPPr algn="ctr">
                <a:defRPr sz="1292" b="0">
                  <a:solidFill>
                    <a:srgbClr val="000000"/>
                  </a:solidFill>
                  <a:latin typeface="Arial"/>
                  <a:ea typeface="Arial"/>
                  <a:cs typeface="Arial"/>
                </a:defRPr>
              </a:defPPr>
              <a:lvl1pPr algn="ctr">
                <a:defRPr sz="1292" b="0">
                  <a:solidFill>
                    <a:srgbClr val="000000"/>
                  </a:solidFill>
                  <a:latin typeface="Arial"/>
                  <a:ea typeface="Arial"/>
                  <a:cs typeface="Arial"/>
                </a:defRPr>
              </a:lvl1pPr>
              <a:lvl2pPr algn="ctr">
                <a:defRPr sz="1292" b="0">
                  <a:solidFill>
                    <a:srgbClr val="000000"/>
                  </a:solidFill>
                  <a:latin typeface="Arial"/>
                  <a:ea typeface="Arial"/>
                  <a:cs typeface="Arial"/>
                </a:defRPr>
              </a:lvl2pPr>
              <a:lvl3pPr algn="ctr">
                <a:defRPr sz="1292" b="0">
                  <a:solidFill>
                    <a:srgbClr val="000000"/>
                  </a:solidFill>
                  <a:latin typeface="Arial"/>
                  <a:ea typeface="Arial"/>
                  <a:cs typeface="Arial"/>
                </a:defRPr>
              </a:lvl3pPr>
              <a:lvl4pPr algn="ctr">
                <a:defRPr sz="1292" b="0">
                  <a:solidFill>
                    <a:srgbClr val="000000"/>
                  </a:solidFill>
                  <a:latin typeface="Arial"/>
                  <a:ea typeface="Arial"/>
                  <a:cs typeface="Arial"/>
                </a:defRPr>
              </a:lvl4pPr>
              <a:lvl5pPr algn="ctr">
                <a:defRPr sz="1292" b="0">
                  <a:solidFill>
                    <a:srgbClr val="000000"/>
                  </a:solidFill>
                  <a:latin typeface="Arial"/>
                  <a:ea typeface="Arial"/>
                  <a:cs typeface="Arial"/>
                </a:defRPr>
              </a:lvl5pPr>
              <a:lvl6pPr algn="ctr">
                <a:defRPr sz="1292" b="0">
                  <a:solidFill>
                    <a:srgbClr val="000000"/>
                  </a:solidFill>
                  <a:latin typeface="Arial"/>
                  <a:ea typeface="Arial"/>
                  <a:cs typeface="Arial"/>
                </a:defRPr>
              </a:lvl6pPr>
              <a:lvl7pPr algn="ctr">
                <a:defRPr sz="1292" b="0">
                  <a:solidFill>
                    <a:srgbClr val="000000"/>
                  </a:solidFill>
                  <a:latin typeface="Arial"/>
                  <a:ea typeface="Arial"/>
                  <a:cs typeface="Arial"/>
                </a:defRPr>
              </a:lvl7pPr>
              <a:lvl8pPr algn="ctr">
                <a:defRPr sz="1292" b="0">
                  <a:solidFill>
                    <a:srgbClr val="000000"/>
                  </a:solidFill>
                  <a:latin typeface="Arial"/>
                  <a:ea typeface="Arial"/>
                  <a:cs typeface="Arial"/>
                </a:defRPr>
              </a:lvl8pPr>
              <a:lvl9pPr algn="ctr">
                <a:defRPr sz="1292" b="0">
                  <a:solidFill>
                    <a:srgbClr val="000000"/>
                  </a:solidFill>
                  <a:latin typeface="Arial"/>
                  <a:ea typeface="Arial"/>
                  <a:cs typeface="Arial"/>
                </a:defRPr>
              </a:lvl9pPr>
            </a:lstStyle>
            <a:p>
              <a:pPr algn="ctr">
                <a:defRPr sz="1292" b="0">
                  <a:solidFill>
                    <a:srgbClr val="000000"/>
                  </a:solidFill>
                  <a:latin typeface="Arial"/>
                  <a:ea typeface="Arial"/>
                  <a:cs typeface="Arial"/>
                </a:defRPr>
              </a:pPr>
              <a:r>
                <a:rPr sz="1292" b="0">
                  <a:solidFill>
                    <a:srgbClr val="000000"/>
                  </a:solidFill>
                  <a:latin typeface="Arial"/>
                  <a:ea typeface="Arial"/>
                  <a:cs typeface="Arial"/>
                </a:rPr>
                <a:t>135</a:t>
              </a:r>
            </a:p>
          </p:txBody>
        </p:sp>
        <p:sp>
          <p:nvSpPr>
            <p:cNvPr id="95" name="text_094">
              <a:extLst>
                <a:ext uri="{FF2B5EF4-FFF2-40B4-BE49-F238E27FC236}">
                  <ns2:creationId id="{5840AC1A-582E-4062-8A22-DCA1FF5E6BAE}"/>
                </a:ext>
              </a:extLst>
            </p:cNvPr>
            <p:cNvSpPr>
              <a:spLocks noGrp="1"/>
            </p:cNvSpPr>
            <p:nvPr/>
          </p:nvSpPr>
          <p:spPr>
            <a:xfrm>
              <a:off x="11125200" y="2400300"/>
              <a:ext cx="381000" cy="209550"/>
            </a:xfrm>
            <a:prstGeom prst="rect">
              <a:avLst/>
            </a:prstGeom>
            <a:noFill/>
            <a:ln w="0">
              <a:noFill/>
              <a:prstDash val="solid"/>
            </a:ln>
          </p:spPr>
          <p:txBody>
            <a:bodyPr wrap="none" lIns="0" tIns="0" rIns="0" bIns="0" anchor="t">
              <a:noAutofit/>
            </a:bodyPr>
            <a:lstStyle>
              <a:defPPr algn="ctr">
                <a:defRPr sz="1292" b="0">
                  <a:solidFill>
                    <a:srgbClr val="000000"/>
                  </a:solidFill>
                  <a:latin typeface="Arial"/>
                  <a:ea typeface="Arial"/>
                  <a:cs typeface="Arial"/>
                </a:defRPr>
              </a:defPPr>
              <a:lvl1pPr algn="ctr">
                <a:defRPr sz="1292" b="0">
                  <a:solidFill>
                    <a:srgbClr val="000000"/>
                  </a:solidFill>
                  <a:latin typeface="Arial"/>
                  <a:ea typeface="Arial"/>
                  <a:cs typeface="Arial"/>
                </a:defRPr>
              </a:lvl1pPr>
              <a:lvl2pPr algn="ctr">
                <a:defRPr sz="1292" b="0">
                  <a:solidFill>
                    <a:srgbClr val="000000"/>
                  </a:solidFill>
                  <a:latin typeface="Arial"/>
                  <a:ea typeface="Arial"/>
                  <a:cs typeface="Arial"/>
                </a:defRPr>
              </a:lvl2pPr>
              <a:lvl3pPr algn="ctr">
                <a:defRPr sz="1292" b="0">
                  <a:solidFill>
                    <a:srgbClr val="000000"/>
                  </a:solidFill>
                  <a:latin typeface="Arial"/>
                  <a:ea typeface="Arial"/>
                  <a:cs typeface="Arial"/>
                </a:defRPr>
              </a:lvl3pPr>
              <a:lvl4pPr algn="ctr">
                <a:defRPr sz="1292" b="0">
                  <a:solidFill>
                    <a:srgbClr val="000000"/>
                  </a:solidFill>
                  <a:latin typeface="Arial"/>
                  <a:ea typeface="Arial"/>
                  <a:cs typeface="Arial"/>
                </a:defRPr>
              </a:lvl4pPr>
              <a:lvl5pPr algn="ctr">
                <a:defRPr sz="1292" b="0">
                  <a:solidFill>
                    <a:srgbClr val="000000"/>
                  </a:solidFill>
                  <a:latin typeface="Arial"/>
                  <a:ea typeface="Arial"/>
                  <a:cs typeface="Arial"/>
                </a:defRPr>
              </a:lvl5pPr>
              <a:lvl6pPr algn="ctr">
                <a:defRPr sz="1292" b="0">
                  <a:solidFill>
                    <a:srgbClr val="000000"/>
                  </a:solidFill>
                  <a:latin typeface="Arial"/>
                  <a:ea typeface="Arial"/>
                  <a:cs typeface="Arial"/>
                </a:defRPr>
              </a:lvl6pPr>
              <a:lvl7pPr algn="ctr">
                <a:defRPr sz="1292" b="0">
                  <a:solidFill>
                    <a:srgbClr val="000000"/>
                  </a:solidFill>
                  <a:latin typeface="Arial"/>
                  <a:ea typeface="Arial"/>
                  <a:cs typeface="Arial"/>
                </a:defRPr>
              </a:lvl7pPr>
              <a:lvl8pPr algn="ctr">
                <a:defRPr sz="1292" b="0">
                  <a:solidFill>
                    <a:srgbClr val="000000"/>
                  </a:solidFill>
                  <a:latin typeface="Arial"/>
                  <a:ea typeface="Arial"/>
                  <a:cs typeface="Arial"/>
                </a:defRPr>
              </a:lvl8pPr>
              <a:lvl9pPr algn="ctr">
                <a:defRPr sz="1292" b="0">
                  <a:solidFill>
                    <a:srgbClr val="000000"/>
                  </a:solidFill>
                  <a:latin typeface="Arial"/>
                  <a:ea typeface="Arial"/>
                  <a:cs typeface="Arial"/>
                </a:defRPr>
              </a:lvl9pPr>
            </a:lstStyle>
            <a:p>
              <a:pPr algn="ctr">
                <a:defRPr sz="1292" b="0">
                  <a:solidFill>
                    <a:srgbClr val="000000"/>
                  </a:solidFill>
                  <a:latin typeface="Arial"/>
                  <a:ea typeface="Arial"/>
                  <a:cs typeface="Arial"/>
                </a:defRPr>
              </a:pPr>
              <a:r>
                <a:rPr sz="1292" b="0">
                  <a:solidFill>
                    <a:srgbClr val="000000"/>
                  </a:solidFill>
                  <a:latin typeface="Arial"/>
                  <a:ea typeface="Arial"/>
                  <a:cs typeface="Arial"/>
                </a:rPr>
                <a:t>145</a:t>
              </a:r>
            </a:p>
          </p:txBody>
        </p:sp>
        <p:sp>
          <p:nvSpPr>
            <p:cNvPr id="96" name="path_095">
              <a:extLst>
                <a:ext uri="{FF2B5EF4-FFF2-40B4-BE49-F238E27FC236}">
                  <ns2:creationId id="{B632B7C6-AF60-4DA6-9B2D-08C00357D3C7}"/>
                </a:ext>
              </a:extLst>
            </p:cNvPr>
            <p:cNvSpPr>
              <a:spLocks noGrp="1"/>
            </p:cNvSpPr>
            <p:nvPr/>
          </p:nvSpPr>
          <p:spPr>
            <a:xfrm>
              <a:off x="7886700" y="2142998"/>
              <a:ext cx="3429000" cy="157973"/>
            </a:xfrm>
            <a:custGeom>
              <a:pathLst>
                <a:path w="3429000" h="157973">
                  <a:moveTo>
                    <a:pt x="0" y="155373"/>
                  </a:moveTo>
                  <a:lnTo>
                    <a:pt x="342900" y="6480"/>
                  </a:lnTo>
                  <a:lnTo>
                    <a:pt x="685800" y="98287"/>
                  </a:lnTo>
                  <a:lnTo>
                    <a:pt x="1028700" y="157973"/>
                  </a:lnTo>
                  <a:lnTo>
                    <a:pt x="1371600" y="155029"/>
                  </a:lnTo>
                  <a:lnTo>
                    <a:pt x="1714500" y="154996"/>
                  </a:lnTo>
                  <a:lnTo>
                    <a:pt x="2057400" y="155534"/>
                  </a:lnTo>
                  <a:lnTo>
                    <a:pt x="2400300" y="742"/>
                  </a:lnTo>
                  <a:lnTo>
                    <a:pt x="2743200" y="155233"/>
                  </a:lnTo>
                  <a:lnTo>
                    <a:pt x="3086100" y="0"/>
                  </a:lnTo>
                  <a:lnTo>
                    <a:pt x="3429000" y="1494"/>
                  </a:lnTo>
                </a:path>
              </a:pathLst>
            </a:custGeom>
            <a:noFill/>
            <a:ln w="41031">
              <a:solidFill>
                <a:srgbClr val="FFFFFF"/>
              </a:solidFill>
              <a:prstDash val="solid"/>
            </a:ln>
          </p:spPr>
        </p:sp>
        <p:sp>
          <p:nvSpPr>
            <p:cNvPr id="97" name="tangaroa_R_track_432_trace">
              <a:extLst>
                <a:ext uri="{FF2B5EF4-FFF2-40B4-BE49-F238E27FC236}">
                  <ns2:creationId id="{5569838C-67D1-4F8F-B642-99C669724205}"/>
                </a:ext>
              </a:extLst>
            </p:cNvPr>
            <p:cNvSpPr>
              <a:spLocks noGrp="1"/>
            </p:cNvSpPr>
            <p:nvPr/>
          </p:nvSpPr>
          <p:spPr>
            <a:xfrm>
              <a:off x="7886700" y="2142998"/>
              <a:ext cx="3429000" cy="157973"/>
            </a:xfrm>
            <a:custGeom>
              <a:pathLst>
                <a:path w="3429000" h="157973">
                  <a:moveTo>
                    <a:pt x="0" y="155373"/>
                  </a:moveTo>
                  <a:lnTo>
                    <a:pt x="342900" y="6480"/>
                  </a:lnTo>
                  <a:lnTo>
                    <a:pt x="685800" y="98287"/>
                  </a:lnTo>
                  <a:lnTo>
                    <a:pt x="1028700" y="157973"/>
                  </a:lnTo>
                  <a:lnTo>
                    <a:pt x="1371600" y="155029"/>
                  </a:lnTo>
                  <a:lnTo>
                    <a:pt x="1714500" y="154996"/>
                  </a:lnTo>
                  <a:lnTo>
                    <a:pt x="2057400" y="155534"/>
                  </a:lnTo>
                  <a:lnTo>
                    <a:pt x="2400300" y="742"/>
                  </a:lnTo>
                  <a:lnTo>
                    <a:pt x="2743200" y="155233"/>
                  </a:lnTo>
                  <a:lnTo>
                    <a:pt x="3086100" y="0"/>
                  </a:lnTo>
                  <a:lnTo>
                    <a:pt x="3429000" y="1494"/>
                  </a:lnTo>
                </a:path>
              </a:pathLst>
            </a:custGeom>
            <a:noFill/>
            <a:ln w="18464">
              <a:solidFill>
                <a:srgbClr val="0072B2"/>
              </a:solidFill>
              <a:prstDash val="solid"/>
            </a:ln>
          </p:spPr>
        </p:sp>
        <p:sp>
          <p:nvSpPr>
            <p:cNvPr id="98" name="tangaroa_R_true_reference_432">
              <a:extLst>
                <a:ext uri="{FF2B5EF4-FFF2-40B4-BE49-F238E27FC236}">
                  <ns2:creationId id="{998523A5-FB5F-4279-AC8B-F8B9B0EAABDB}"/>
                </a:ext>
              </a:extLst>
            </p:cNvPr>
            <p:cNvSpPr>
              <a:spLocks noGrp="1"/>
            </p:cNvSpPr>
            <p:nvPr/>
          </p:nvSpPr>
          <p:spPr>
            <a:xfrm>
              <a:off x="7886700" y="2128854"/>
              <a:ext cx="3429000" cy="157170"/>
            </a:xfrm>
            <a:custGeom>
              <a:pathLst>
                <a:path w="3429000" h="157170">
                  <a:moveTo>
                    <a:pt x="0" y="157170"/>
                  </a:moveTo>
                  <a:lnTo>
                    <a:pt x="342900" y="0"/>
                  </a:lnTo>
                  <a:lnTo>
                    <a:pt x="685800" y="93350"/>
                  </a:lnTo>
                  <a:lnTo>
                    <a:pt x="1028700" y="154973"/>
                  </a:lnTo>
                  <a:lnTo>
                    <a:pt x="1371600" y="154825"/>
                  </a:lnTo>
                  <a:lnTo>
                    <a:pt x="1714500" y="154825"/>
                  </a:lnTo>
                  <a:lnTo>
                    <a:pt x="2057400" y="154825"/>
                  </a:lnTo>
                  <a:lnTo>
                    <a:pt x="2400300" y="0"/>
                  </a:lnTo>
                  <a:lnTo>
                    <a:pt x="2743200" y="155508"/>
                  </a:lnTo>
                  <a:lnTo>
                    <a:pt x="3086100" y="0"/>
                  </a:lnTo>
                  <a:lnTo>
                    <a:pt x="3429000" y="0"/>
                  </a:lnTo>
                </a:path>
              </a:pathLst>
            </a:custGeom>
            <a:noFill/>
            <a:ln w="10258">
              <a:solidFill>
                <a:srgbClr val="0072B2"/>
              </a:solidFill>
              <a:prstDash val="dash"/>
            </a:ln>
          </p:spPr>
        </p:sp>
        <p:sp>
          <p:nvSpPr>
            <p:cNvPr id="99" name="tangaroa_R_432_exact_anchor">
              <a:extLst>
                <a:ext uri="{FF2B5EF4-FFF2-40B4-BE49-F238E27FC236}">
                  <ns2:creationId id="{0CE4C2B4-ADD2-408F-AA96-8876D06B2419}"/>
                </a:ext>
              </a:extLst>
            </p:cNvPr>
            <p:cNvSpPr>
              <a:spLocks noGrp="1"/>
            </p:cNvSpPr>
            <p:nvPr/>
          </p:nvSpPr>
          <p:spPr>
            <a:xfrm>
              <a:off x="9563100" y="2259894"/>
              <a:ext cx="76200" cy="76200"/>
            </a:xfrm>
            <a:prstGeom prst="ellipse">
              <a:avLst/>
            </a:prstGeom>
            <a:solidFill>
              <a:srgbClr val="FFFFFF"/>
            </a:solidFill>
            <a:ln w="18464">
              <a:solidFill>
                <a:srgbClr val="0072B2"/>
              </a:solidFill>
              <a:prstDash val="solid"/>
            </a:ln>
          </p:spPr>
        </p:sp>
        <p:sp>
          <p:nvSpPr>
            <p:cNvPr id="100" name="line_099">
              <a:extLst>
                <a:ext uri="{FF2B5EF4-FFF2-40B4-BE49-F238E27FC236}">
                  <ns2:creationId id="{14FA1B31-83FC-409D-85D5-D9310AA64C76}"/>
                </a:ext>
              </a:extLst>
            </p:cNvPr>
            <p:cNvSpPr>
              <a:spLocks noGrp="1"/>
            </p:cNvSpPr>
            <p:nvPr/>
          </p:nvSpPr>
          <p:spPr>
            <a:xfrm>
              <a:off x="9601200" y="1619250"/>
              <a:ext cx="1943100" cy="678744"/>
            </a:xfrm>
            <a:custGeom>
              <a:pathLst>
                <a:path w="1943100" h="678744">
                  <a:moveTo>
                    <a:pt x="0" y="678744"/>
                  </a:moveTo>
                  <a:lnTo>
                    <a:pt x="1943100" y="0"/>
                  </a:lnTo>
                </a:path>
              </a:pathLst>
            </a:custGeom>
            <a:noFill/>
            <a:ln w="8206">
              <a:solidFill>
                <a:srgbClr val="0072B2"/>
              </a:solidFill>
              <a:prstDash val="solid"/>
            </a:ln>
          </p:spPr>
        </p:sp>
        <p:sp>
          <p:nvSpPr>
            <p:cNvPr id="101" name="text_100">
              <a:extLst>
                <a:ext uri="{FF2B5EF4-FFF2-40B4-BE49-F238E27FC236}">
                  <ns2:creationId id="{01C0B0BE-75B6-4DE4-9453-083548895463}"/>
                </a:ext>
              </a:extLst>
            </p:cNvPr>
            <p:cNvSpPr>
              <a:spLocks noGrp="1"/>
            </p:cNvSpPr>
            <p:nvPr/>
          </p:nvSpPr>
          <p:spPr>
            <a:xfrm>
              <a:off x="11572875" y="1524000"/>
              <a:ext cx="266700" cy="209550"/>
            </a:xfrm>
            <a:prstGeom prst="rect">
              <a:avLst/>
            </a:prstGeom>
            <a:noFill/>
            <a:ln w="0">
              <a:noFill/>
              <a:prstDash val="solid"/>
            </a:ln>
          </p:spPr>
          <p:txBody>
            <a:bodyPr wrap="none" lIns="0" tIns="0" rIns="0" bIns="0" anchor="t">
              <a:noAutofit/>
            </a:bodyPr>
            <a:lstStyle>
              <a:defPPr algn="l">
                <a:defRPr sz="1373" b="1">
                  <a:solidFill>
                    <a:srgbClr val="0072B2"/>
                  </a:solidFill>
                  <a:latin typeface="Arial"/>
                  <a:ea typeface="Arial"/>
                  <a:cs typeface="Arial"/>
                </a:defRPr>
              </a:defPPr>
              <a:lvl1pPr algn="l">
                <a:defRPr sz="1373" b="1">
                  <a:solidFill>
                    <a:srgbClr val="0072B2"/>
                  </a:solidFill>
                  <a:latin typeface="Arial"/>
                  <a:ea typeface="Arial"/>
                  <a:cs typeface="Arial"/>
                </a:defRPr>
              </a:lvl1pPr>
              <a:lvl2pPr algn="l">
                <a:defRPr sz="1373" b="1">
                  <a:solidFill>
                    <a:srgbClr val="0072B2"/>
                  </a:solidFill>
                  <a:latin typeface="Arial"/>
                  <a:ea typeface="Arial"/>
                  <a:cs typeface="Arial"/>
                </a:defRPr>
              </a:lvl2pPr>
              <a:lvl3pPr algn="l">
                <a:defRPr sz="1373" b="1">
                  <a:solidFill>
                    <a:srgbClr val="0072B2"/>
                  </a:solidFill>
                  <a:latin typeface="Arial"/>
                  <a:ea typeface="Arial"/>
                  <a:cs typeface="Arial"/>
                </a:defRPr>
              </a:lvl3pPr>
              <a:lvl4pPr algn="l">
                <a:defRPr sz="1373" b="1">
                  <a:solidFill>
                    <a:srgbClr val="0072B2"/>
                  </a:solidFill>
                  <a:latin typeface="Arial"/>
                  <a:ea typeface="Arial"/>
                  <a:cs typeface="Arial"/>
                </a:defRPr>
              </a:lvl4pPr>
              <a:lvl5pPr algn="l">
                <a:defRPr sz="1373" b="1">
                  <a:solidFill>
                    <a:srgbClr val="0072B2"/>
                  </a:solidFill>
                  <a:latin typeface="Arial"/>
                  <a:ea typeface="Arial"/>
                  <a:cs typeface="Arial"/>
                </a:defRPr>
              </a:lvl5pPr>
              <a:lvl6pPr algn="l">
                <a:defRPr sz="1373" b="1">
                  <a:solidFill>
                    <a:srgbClr val="0072B2"/>
                  </a:solidFill>
                  <a:latin typeface="Arial"/>
                  <a:ea typeface="Arial"/>
                  <a:cs typeface="Arial"/>
                </a:defRPr>
              </a:lvl6pPr>
              <a:lvl7pPr algn="l">
                <a:defRPr sz="1373" b="1">
                  <a:solidFill>
                    <a:srgbClr val="0072B2"/>
                  </a:solidFill>
                  <a:latin typeface="Arial"/>
                  <a:ea typeface="Arial"/>
                  <a:cs typeface="Arial"/>
                </a:defRPr>
              </a:lvl7pPr>
              <a:lvl8pPr algn="l">
                <a:defRPr sz="1373" b="1">
                  <a:solidFill>
                    <a:srgbClr val="0072B2"/>
                  </a:solidFill>
                  <a:latin typeface="Arial"/>
                  <a:ea typeface="Arial"/>
                  <a:cs typeface="Arial"/>
                </a:defRPr>
              </a:lvl8pPr>
              <a:lvl9pPr algn="l">
                <a:defRPr sz="1373" b="1">
                  <a:solidFill>
                    <a:srgbClr val="0072B2"/>
                  </a:solidFill>
                  <a:latin typeface="Arial"/>
                  <a:ea typeface="Arial"/>
                  <a:cs typeface="Arial"/>
                </a:defRPr>
              </a:lvl9pPr>
            </a:lstStyle>
            <a:p>
              <a:pPr algn="l">
                <a:defRPr sz="1373" b="1">
                  <a:solidFill>
                    <a:srgbClr val="0072B2"/>
                  </a:solidFill>
                  <a:latin typeface="Arial"/>
                  <a:ea typeface="Arial"/>
                  <a:cs typeface="Arial"/>
                </a:defRPr>
              </a:pPr>
              <a:r>
                <a:rPr sz="1373" b="1">
                  <a:solidFill>
                    <a:srgbClr val="0072B2"/>
                  </a:solidFill>
                  <a:latin typeface="Arial"/>
                  <a:ea typeface="Arial"/>
                  <a:cs typeface="Arial"/>
                </a:rPr>
                <a:t>A</a:t>
              </a:r>
            </a:p>
          </p:txBody>
        </p:sp>
        <p:sp>
          <p:nvSpPr>
            <p:cNvPr id="102" name="path_101">
              <a:extLst>
                <a:ext uri="{FF2B5EF4-FFF2-40B4-BE49-F238E27FC236}">
                  <ns2:creationId id="{98CA9818-6C16-4453-832B-089A64742E4D}"/>
                </a:ext>
              </a:extLst>
            </p:cNvPr>
            <p:cNvSpPr>
              <a:spLocks noGrp="1"/>
            </p:cNvSpPr>
            <p:nvPr/>
          </p:nvSpPr>
          <p:spPr>
            <a:xfrm>
              <a:off x="7886700" y="1546816"/>
              <a:ext cx="2057400" cy="55882"/>
            </a:xfrm>
            <a:custGeom>
              <a:pathLst>
                <a:path w="2057400" h="55882">
                  <a:moveTo>
                    <a:pt x="0" y="31380"/>
                  </a:moveTo>
                  <a:lnTo>
                    <a:pt x="342900" y="33078"/>
                  </a:lnTo>
                  <a:lnTo>
                    <a:pt x="685800" y="26501"/>
                  </a:lnTo>
                  <a:lnTo>
                    <a:pt x="1028700" y="53303"/>
                  </a:lnTo>
                  <a:lnTo>
                    <a:pt x="1371600" y="55882"/>
                  </a:lnTo>
                  <a:lnTo>
                    <a:pt x="1714500" y="0"/>
                  </a:lnTo>
                  <a:lnTo>
                    <a:pt x="2057400" y="45361"/>
                  </a:lnTo>
                </a:path>
              </a:pathLst>
            </a:custGeom>
            <a:noFill/>
            <a:ln w="41031">
              <a:solidFill>
                <a:srgbClr val="FFFFFF"/>
              </a:solidFill>
              <a:prstDash val="solid"/>
            </a:ln>
          </p:spPr>
        </p:sp>
        <p:sp>
          <p:nvSpPr>
            <p:cNvPr id="103" name="tangaroa_R_track_462_trace">
              <a:extLst>
                <a:ext uri="{FF2B5EF4-FFF2-40B4-BE49-F238E27FC236}">
                  <ns2:creationId id="{5F8E9FE9-729E-4FA5-92B6-7294E6B67C5F}"/>
                </a:ext>
              </a:extLst>
            </p:cNvPr>
            <p:cNvSpPr>
              <a:spLocks noGrp="1"/>
            </p:cNvSpPr>
            <p:nvPr/>
          </p:nvSpPr>
          <p:spPr>
            <a:xfrm>
              <a:off x="7886700" y="1546816"/>
              <a:ext cx="2057400" cy="55882"/>
            </a:xfrm>
            <a:custGeom>
              <a:pathLst>
                <a:path w="2057400" h="55882">
                  <a:moveTo>
                    <a:pt x="0" y="31380"/>
                  </a:moveTo>
                  <a:lnTo>
                    <a:pt x="342900" y="33078"/>
                  </a:lnTo>
                  <a:lnTo>
                    <a:pt x="685800" y="26501"/>
                  </a:lnTo>
                  <a:lnTo>
                    <a:pt x="1028700" y="53303"/>
                  </a:lnTo>
                  <a:lnTo>
                    <a:pt x="1371600" y="55882"/>
                  </a:lnTo>
                  <a:lnTo>
                    <a:pt x="1714500" y="0"/>
                  </a:lnTo>
                  <a:lnTo>
                    <a:pt x="2057400" y="45361"/>
                  </a:lnTo>
                </a:path>
              </a:pathLst>
            </a:custGeom>
            <a:noFill/>
            <a:ln w="18464">
              <a:solidFill>
                <a:srgbClr val="D55E00"/>
              </a:solidFill>
              <a:prstDash val="solid"/>
            </a:ln>
          </p:spPr>
        </p:sp>
        <p:sp>
          <p:nvSpPr>
            <p:cNvPr id="104" name="tangaroa_R_true_reference_462">
              <a:extLst>
                <a:ext uri="{FF2B5EF4-FFF2-40B4-BE49-F238E27FC236}">
                  <ns2:creationId id="{AD9702D7-CA2B-408A-A6F7-ACB0066A513E}"/>
                </a:ext>
              </a:extLst>
            </p:cNvPr>
            <p:cNvSpPr>
              <a:spLocks noGrp="1"/>
            </p:cNvSpPr>
            <p:nvPr/>
          </p:nvSpPr>
          <p:spPr>
            <a:xfrm>
              <a:off x="7886700" y="1561126"/>
              <a:ext cx="2057400" cy="57289"/>
            </a:xfrm>
            <a:custGeom>
              <a:pathLst>
                <a:path w="2057400" h="57289">
                  <a:moveTo>
                    <a:pt x="0" y="40760"/>
                  </a:moveTo>
                  <a:lnTo>
                    <a:pt x="342900" y="39394"/>
                  </a:lnTo>
                  <a:lnTo>
                    <a:pt x="685800" y="31275"/>
                  </a:lnTo>
                  <a:lnTo>
                    <a:pt x="1028700" y="57289"/>
                  </a:lnTo>
                  <a:lnTo>
                    <a:pt x="1371600" y="55923"/>
                  </a:lnTo>
                  <a:lnTo>
                    <a:pt x="1714500" y="0"/>
                  </a:lnTo>
                  <a:lnTo>
                    <a:pt x="2057400" y="45903"/>
                  </a:lnTo>
                </a:path>
              </a:pathLst>
            </a:custGeom>
            <a:noFill/>
            <a:ln w="10258">
              <a:solidFill>
                <a:srgbClr val="D55E00"/>
              </a:solidFill>
              <a:prstDash val="dash"/>
            </a:ln>
          </p:spPr>
        </p:sp>
        <p:sp>
          <p:nvSpPr>
            <p:cNvPr id="105" name="tangaroa_R_462_exact_anchor">
              <a:extLst>
                <a:ext uri="{FF2B5EF4-FFF2-40B4-BE49-F238E27FC236}">
                  <ns2:creationId id="{ADEFD815-01A5-4CF1-9BB7-E095C042488C}"/>
                </a:ext>
              </a:extLst>
            </p:cNvPr>
            <p:cNvSpPr>
              <a:spLocks noGrp="1"/>
            </p:cNvSpPr>
            <p:nvPr/>
          </p:nvSpPr>
          <p:spPr>
            <a:xfrm>
              <a:off x="9563100" y="1508716"/>
              <a:ext cx="76200" cy="76200"/>
            </a:xfrm>
            <a:prstGeom prst="ellipse">
              <a:avLst/>
            </a:prstGeom>
            <a:solidFill>
              <a:srgbClr val="FFFFFF"/>
            </a:solidFill>
            <a:ln w="18464">
              <a:solidFill>
                <a:srgbClr val="D55E00"/>
              </a:solidFill>
              <a:prstDash val="solid"/>
            </a:ln>
          </p:spPr>
        </p:sp>
        <p:sp>
          <p:nvSpPr>
            <p:cNvPr id="106" name="line_105">
              <a:extLst>
                <a:ext uri="{FF2B5EF4-FFF2-40B4-BE49-F238E27FC236}">
                  <ns2:creationId id="{5F870E91-6FCE-4BEC-9536-016E1594817D}"/>
                </a:ext>
              </a:extLst>
            </p:cNvPr>
            <p:cNvSpPr>
              <a:spLocks noGrp="1"/>
            </p:cNvSpPr>
            <p:nvPr/>
          </p:nvSpPr>
          <p:spPr>
            <a:xfrm>
              <a:off x="9601200" y="1546816"/>
              <a:ext cx="1943100" cy="307384"/>
            </a:xfrm>
            <a:custGeom>
              <a:pathLst>
                <a:path w="1943100" h="307384">
                  <a:moveTo>
                    <a:pt x="0" y="0"/>
                  </a:moveTo>
                  <a:lnTo>
                    <a:pt x="1943100" y="307384"/>
                  </a:lnTo>
                </a:path>
              </a:pathLst>
            </a:custGeom>
            <a:noFill/>
            <a:ln w="8206">
              <a:solidFill>
                <a:srgbClr val="D55E00"/>
              </a:solidFill>
              <a:prstDash val="solid"/>
            </a:ln>
          </p:spPr>
        </p:sp>
        <p:sp>
          <p:nvSpPr>
            <p:cNvPr id="107" name="text_106">
              <a:extLst>
                <a:ext uri="{FF2B5EF4-FFF2-40B4-BE49-F238E27FC236}">
                  <ns2:creationId id="{FDD40E62-DC9B-4D0C-84ED-8A587B127EAD}"/>
                </a:ext>
              </a:extLst>
            </p:cNvPr>
            <p:cNvSpPr>
              <a:spLocks noGrp="1"/>
            </p:cNvSpPr>
            <p:nvPr/>
          </p:nvSpPr>
          <p:spPr>
            <a:xfrm>
              <a:off x="11572875" y="1758950"/>
              <a:ext cx="266700" cy="209550"/>
            </a:xfrm>
            <a:prstGeom prst="rect">
              <a:avLst/>
            </a:prstGeom>
            <a:noFill/>
            <a:ln w="0">
              <a:noFill/>
              <a:prstDash val="solid"/>
            </a:ln>
          </p:spPr>
          <p:txBody>
            <a:bodyPr wrap="none" lIns="0" tIns="0" rIns="0" bIns="0" anchor="t">
              <a:noAutofit/>
            </a:bodyPr>
            <a:lstStyle>
              <a:defPPr algn="l">
                <a:defRPr sz="1373" b="1">
                  <a:solidFill>
                    <a:srgbClr val="D55E00"/>
                  </a:solidFill>
                  <a:latin typeface="Arial"/>
                  <a:ea typeface="Arial"/>
                  <a:cs typeface="Arial"/>
                </a:defRPr>
              </a:defPPr>
              <a:lvl1pPr algn="l">
                <a:defRPr sz="1373" b="1">
                  <a:solidFill>
                    <a:srgbClr val="D55E00"/>
                  </a:solidFill>
                  <a:latin typeface="Arial"/>
                  <a:ea typeface="Arial"/>
                  <a:cs typeface="Arial"/>
                </a:defRPr>
              </a:lvl1pPr>
              <a:lvl2pPr algn="l">
                <a:defRPr sz="1373" b="1">
                  <a:solidFill>
                    <a:srgbClr val="D55E00"/>
                  </a:solidFill>
                  <a:latin typeface="Arial"/>
                  <a:ea typeface="Arial"/>
                  <a:cs typeface="Arial"/>
                </a:defRPr>
              </a:lvl2pPr>
              <a:lvl3pPr algn="l">
                <a:defRPr sz="1373" b="1">
                  <a:solidFill>
                    <a:srgbClr val="D55E00"/>
                  </a:solidFill>
                  <a:latin typeface="Arial"/>
                  <a:ea typeface="Arial"/>
                  <a:cs typeface="Arial"/>
                </a:defRPr>
              </a:lvl3pPr>
              <a:lvl4pPr algn="l">
                <a:defRPr sz="1373" b="1">
                  <a:solidFill>
                    <a:srgbClr val="D55E00"/>
                  </a:solidFill>
                  <a:latin typeface="Arial"/>
                  <a:ea typeface="Arial"/>
                  <a:cs typeface="Arial"/>
                </a:defRPr>
              </a:lvl4pPr>
              <a:lvl5pPr algn="l">
                <a:defRPr sz="1373" b="1">
                  <a:solidFill>
                    <a:srgbClr val="D55E00"/>
                  </a:solidFill>
                  <a:latin typeface="Arial"/>
                  <a:ea typeface="Arial"/>
                  <a:cs typeface="Arial"/>
                </a:defRPr>
              </a:lvl5pPr>
              <a:lvl6pPr algn="l">
                <a:defRPr sz="1373" b="1">
                  <a:solidFill>
                    <a:srgbClr val="D55E00"/>
                  </a:solidFill>
                  <a:latin typeface="Arial"/>
                  <a:ea typeface="Arial"/>
                  <a:cs typeface="Arial"/>
                </a:defRPr>
              </a:lvl6pPr>
              <a:lvl7pPr algn="l">
                <a:defRPr sz="1373" b="1">
                  <a:solidFill>
                    <a:srgbClr val="D55E00"/>
                  </a:solidFill>
                  <a:latin typeface="Arial"/>
                  <a:ea typeface="Arial"/>
                  <a:cs typeface="Arial"/>
                </a:defRPr>
              </a:lvl7pPr>
              <a:lvl8pPr algn="l">
                <a:defRPr sz="1373" b="1">
                  <a:solidFill>
                    <a:srgbClr val="D55E00"/>
                  </a:solidFill>
                  <a:latin typeface="Arial"/>
                  <a:ea typeface="Arial"/>
                  <a:cs typeface="Arial"/>
                </a:defRPr>
              </a:lvl8pPr>
              <a:lvl9pPr algn="l">
                <a:defRPr sz="1373" b="1">
                  <a:solidFill>
                    <a:srgbClr val="D55E00"/>
                  </a:solidFill>
                  <a:latin typeface="Arial"/>
                  <a:ea typeface="Arial"/>
                  <a:cs typeface="Arial"/>
                </a:defRPr>
              </a:lvl9pPr>
            </a:lstStyle>
            <a:p>
              <a:pPr algn="l">
                <a:defRPr sz="1373" b="1">
                  <a:solidFill>
                    <a:srgbClr val="D55E00"/>
                  </a:solidFill>
                  <a:latin typeface="Arial"/>
                  <a:ea typeface="Arial"/>
                  <a:cs typeface="Arial"/>
                </a:defRPr>
              </a:pPr>
              <a:r>
                <a:rPr sz="1373" b="1">
                  <a:solidFill>
                    <a:srgbClr val="D55E00"/>
                  </a:solidFill>
                  <a:latin typeface="Arial"/>
                  <a:ea typeface="Arial"/>
                  <a:cs typeface="Arial"/>
                </a:rPr>
                <a:t>B</a:t>
              </a:r>
            </a:p>
          </p:txBody>
        </p:sp>
        <p:sp>
          <p:nvSpPr>
            <p:cNvPr id="108" name="path_107">
              <a:extLst>
                <a:ext uri="{FF2B5EF4-FFF2-40B4-BE49-F238E27FC236}">
                  <ns2:creationId id="{8081C5B6-A520-488F-91F6-9254BA45A3A5}"/>
                </a:ext>
              </a:extLst>
            </p:cNvPr>
            <p:cNvSpPr>
              <a:spLocks noGrp="1"/>
            </p:cNvSpPr>
            <p:nvPr/>
          </p:nvSpPr>
          <p:spPr>
            <a:xfrm>
              <a:off x="7886700" y="1874669"/>
              <a:ext cx="3429000" cy="60320"/>
            </a:xfrm>
            <a:custGeom>
              <a:pathLst>
                <a:path w="3429000" h="60320">
                  <a:moveTo>
                    <a:pt x="0" y="47521"/>
                  </a:moveTo>
                  <a:lnTo>
                    <a:pt x="342900" y="45382"/>
                  </a:lnTo>
                  <a:lnTo>
                    <a:pt x="685800" y="46919"/>
                  </a:lnTo>
                  <a:lnTo>
                    <a:pt x="1028700" y="40966"/>
                  </a:lnTo>
                  <a:lnTo>
                    <a:pt x="1371600" y="60320"/>
                  </a:lnTo>
                  <a:lnTo>
                    <a:pt x="1714500" y="52314"/>
                  </a:lnTo>
                  <a:lnTo>
                    <a:pt x="2057400" y="51089"/>
                  </a:lnTo>
                  <a:lnTo>
                    <a:pt x="2400300" y="41793"/>
                  </a:lnTo>
                  <a:lnTo>
                    <a:pt x="2743200" y="0"/>
                  </a:lnTo>
                  <a:lnTo>
                    <a:pt x="3086100" y="14099"/>
                  </a:lnTo>
                  <a:lnTo>
                    <a:pt x="3429000" y="34690"/>
                  </a:lnTo>
                </a:path>
              </a:pathLst>
            </a:custGeom>
            <a:noFill/>
            <a:ln w="41031">
              <a:solidFill>
                <a:srgbClr val="FFFFFF"/>
              </a:solidFill>
              <a:prstDash val="solid"/>
            </a:ln>
          </p:spPr>
        </p:sp>
        <p:sp>
          <p:nvSpPr>
            <p:cNvPr id="109" name="tangaroa_R_track_388_trace">
              <a:extLst>
                <a:ext uri="{FF2B5EF4-FFF2-40B4-BE49-F238E27FC236}">
                  <ns2:creationId id="{42BCE030-FAF9-44B4-B085-E445B64EF52B}"/>
                </a:ext>
              </a:extLst>
            </p:cNvPr>
            <p:cNvSpPr>
              <a:spLocks noGrp="1"/>
            </p:cNvSpPr>
            <p:nvPr/>
          </p:nvSpPr>
          <p:spPr>
            <a:xfrm>
              <a:off x="7886700" y="1874669"/>
              <a:ext cx="3429000" cy="60320"/>
            </a:xfrm>
            <a:custGeom>
              <a:pathLst>
                <a:path w="3429000" h="60320">
                  <a:moveTo>
                    <a:pt x="0" y="47521"/>
                  </a:moveTo>
                  <a:lnTo>
                    <a:pt x="342900" y="45382"/>
                  </a:lnTo>
                  <a:lnTo>
                    <a:pt x="685800" y="46919"/>
                  </a:lnTo>
                  <a:lnTo>
                    <a:pt x="1028700" y="40966"/>
                  </a:lnTo>
                  <a:lnTo>
                    <a:pt x="1371600" y="60320"/>
                  </a:lnTo>
                  <a:lnTo>
                    <a:pt x="1714500" y="52314"/>
                  </a:lnTo>
                  <a:lnTo>
                    <a:pt x="2057400" y="51089"/>
                  </a:lnTo>
                  <a:lnTo>
                    <a:pt x="2400300" y="41793"/>
                  </a:lnTo>
                  <a:lnTo>
                    <a:pt x="2743200" y="0"/>
                  </a:lnTo>
                  <a:lnTo>
                    <a:pt x="3086100" y="14099"/>
                  </a:lnTo>
                  <a:lnTo>
                    <a:pt x="3429000" y="34690"/>
                  </a:lnTo>
                </a:path>
              </a:pathLst>
            </a:custGeom>
            <a:noFill/>
            <a:ln w="18464">
              <a:solidFill>
                <a:srgbClr val="009E73"/>
              </a:solidFill>
              <a:prstDash val="solid"/>
            </a:ln>
          </p:spPr>
        </p:sp>
        <p:sp>
          <p:nvSpPr>
            <p:cNvPr id="110" name="tangaroa_R_true_reference_388">
              <a:extLst>
                <a:ext uri="{FF2B5EF4-FFF2-40B4-BE49-F238E27FC236}">
                  <ns2:creationId id="{BFF28304-8C69-4564-BA04-AC325BF31586}"/>
                </a:ext>
              </a:extLst>
            </p:cNvPr>
            <p:cNvSpPr>
              <a:spLocks noGrp="1"/>
            </p:cNvSpPr>
            <p:nvPr/>
          </p:nvSpPr>
          <p:spPr>
            <a:xfrm>
              <a:off x="7886700" y="1883558"/>
              <a:ext cx="3429000" cy="65782"/>
            </a:xfrm>
            <a:custGeom>
              <a:pathLst>
                <a:path w="3429000" h="65782">
                  <a:moveTo>
                    <a:pt x="0" y="52424"/>
                  </a:moveTo>
                  <a:lnTo>
                    <a:pt x="342900" y="51741"/>
                  </a:lnTo>
                  <a:lnTo>
                    <a:pt x="685800" y="51058"/>
                  </a:lnTo>
                  <a:lnTo>
                    <a:pt x="1028700" y="50375"/>
                  </a:lnTo>
                  <a:lnTo>
                    <a:pt x="1371600" y="65782"/>
                  </a:lnTo>
                  <a:lnTo>
                    <a:pt x="1714500" y="57737"/>
                  </a:lnTo>
                  <a:lnTo>
                    <a:pt x="2057400" y="57054"/>
                  </a:lnTo>
                  <a:lnTo>
                    <a:pt x="2400300" y="47790"/>
                  </a:lnTo>
                  <a:lnTo>
                    <a:pt x="2743200" y="0"/>
                  </a:lnTo>
                  <a:lnTo>
                    <a:pt x="3086100" y="19353"/>
                  </a:lnTo>
                  <a:lnTo>
                    <a:pt x="3429000" y="41439"/>
                  </a:lnTo>
                </a:path>
              </a:pathLst>
            </a:custGeom>
            <a:noFill/>
            <a:ln w="10258">
              <a:solidFill>
                <a:srgbClr val="009E73"/>
              </a:solidFill>
              <a:prstDash val="dash"/>
            </a:ln>
          </p:spPr>
        </p:sp>
        <p:sp>
          <p:nvSpPr>
            <p:cNvPr id="111" name="tangaroa_R_388_exact_anchor">
              <a:extLst>
                <a:ext uri="{FF2B5EF4-FFF2-40B4-BE49-F238E27FC236}">
                  <ns2:creationId id="{8E495272-4FAD-430E-8258-1041E078C542}"/>
                </a:ext>
              </a:extLst>
            </p:cNvPr>
            <p:cNvSpPr>
              <a:spLocks noGrp="1"/>
            </p:cNvSpPr>
            <p:nvPr/>
          </p:nvSpPr>
          <p:spPr>
            <a:xfrm>
              <a:off x="9563100" y="1888883"/>
              <a:ext cx="76200" cy="76200"/>
            </a:xfrm>
            <a:prstGeom prst="ellipse">
              <a:avLst/>
            </a:prstGeom>
            <a:solidFill>
              <a:srgbClr val="FFFFFF"/>
            </a:solidFill>
            <a:ln w="18464">
              <a:solidFill>
                <a:srgbClr val="009E73"/>
              </a:solidFill>
              <a:prstDash val="solid"/>
            </a:ln>
          </p:spPr>
        </p:sp>
        <p:sp>
          <p:nvSpPr>
            <p:cNvPr id="112" name="line_111">
              <a:extLst>
                <a:ext uri="{FF2B5EF4-FFF2-40B4-BE49-F238E27FC236}">
                  <ns2:creationId id="{D63552CF-215F-4F29-B809-C4BEE771DE64}"/>
                </a:ext>
              </a:extLst>
            </p:cNvPr>
            <p:cNvSpPr>
              <a:spLocks noGrp="1"/>
            </p:cNvSpPr>
            <p:nvPr/>
          </p:nvSpPr>
          <p:spPr>
            <a:xfrm>
              <a:off x="9601200" y="1926983"/>
              <a:ext cx="1943100" cy="162167"/>
            </a:xfrm>
            <a:custGeom>
              <a:pathLst>
                <a:path w="1943100" h="162167">
                  <a:moveTo>
                    <a:pt x="0" y="0"/>
                  </a:moveTo>
                  <a:lnTo>
                    <a:pt x="1943100" y="162167"/>
                  </a:lnTo>
                </a:path>
              </a:pathLst>
            </a:custGeom>
            <a:noFill/>
            <a:ln w="8206">
              <a:solidFill>
                <a:srgbClr val="009E73"/>
              </a:solidFill>
              <a:prstDash val="solid"/>
            </a:ln>
          </p:spPr>
        </p:sp>
        <p:sp>
          <p:nvSpPr>
            <p:cNvPr id="113" name="text_112">
              <a:extLst>
                <a:ext uri="{FF2B5EF4-FFF2-40B4-BE49-F238E27FC236}">
                  <ns2:creationId id="{13E02EFE-CCFC-480C-8C19-D6BE60A06DD8}"/>
                </a:ext>
              </a:extLst>
            </p:cNvPr>
            <p:cNvSpPr>
              <a:spLocks noGrp="1"/>
            </p:cNvSpPr>
            <p:nvPr/>
          </p:nvSpPr>
          <p:spPr>
            <a:xfrm>
              <a:off x="11572875" y="1993900"/>
              <a:ext cx="266700" cy="209550"/>
            </a:xfrm>
            <a:prstGeom prst="rect">
              <a:avLst/>
            </a:prstGeom>
            <a:noFill/>
            <a:ln w="0">
              <a:noFill/>
              <a:prstDash val="solid"/>
            </a:ln>
          </p:spPr>
          <p:txBody>
            <a:bodyPr wrap="none" lIns="0" tIns="0" rIns="0" bIns="0" anchor="t">
              <a:noAutofit/>
            </a:bodyPr>
            <a:lstStyle>
              <a:defPPr algn="l">
                <a:defRPr sz="1373" b="1">
                  <a:solidFill>
                    <a:srgbClr val="009E73"/>
                  </a:solidFill>
                  <a:latin typeface="Arial"/>
                  <a:ea typeface="Arial"/>
                  <a:cs typeface="Arial"/>
                </a:defRPr>
              </a:defPPr>
              <a:lvl1pPr algn="l">
                <a:defRPr sz="1373" b="1">
                  <a:solidFill>
                    <a:srgbClr val="009E73"/>
                  </a:solidFill>
                  <a:latin typeface="Arial"/>
                  <a:ea typeface="Arial"/>
                  <a:cs typeface="Arial"/>
                </a:defRPr>
              </a:lvl1pPr>
              <a:lvl2pPr algn="l">
                <a:defRPr sz="1373" b="1">
                  <a:solidFill>
                    <a:srgbClr val="009E73"/>
                  </a:solidFill>
                  <a:latin typeface="Arial"/>
                  <a:ea typeface="Arial"/>
                  <a:cs typeface="Arial"/>
                </a:defRPr>
              </a:lvl2pPr>
              <a:lvl3pPr algn="l">
                <a:defRPr sz="1373" b="1">
                  <a:solidFill>
                    <a:srgbClr val="009E73"/>
                  </a:solidFill>
                  <a:latin typeface="Arial"/>
                  <a:ea typeface="Arial"/>
                  <a:cs typeface="Arial"/>
                </a:defRPr>
              </a:lvl3pPr>
              <a:lvl4pPr algn="l">
                <a:defRPr sz="1373" b="1">
                  <a:solidFill>
                    <a:srgbClr val="009E73"/>
                  </a:solidFill>
                  <a:latin typeface="Arial"/>
                  <a:ea typeface="Arial"/>
                  <a:cs typeface="Arial"/>
                </a:defRPr>
              </a:lvl4pPr>
              <a:lvl5pPr algn="l">
                <a:defRPr sz="1373" b="1">
                  <a:solidFill>
                    <a:srgbClr val="009E73"/>
                  </a:solidFill>
                  <a:latin typeface="Arial"/>
                  <a:ea typeface="Arial"/>
                  <a:cs typeface="Arial"/>
                </a:defRPr>
              </a:lvl5pPr>
              <a:lvl6pPr algn="l">
                <a:defRPr sz="1373" b="1">
                  <a:solidFill>
                    <a:srgbClr val="009E73"/>
                  </a:solidFill>
                  <a:latin typeface="Arial"/>
                  <a:ea typeface="Arial"/>
                  <a:cs typeface="Arial"/>
                </a:defRPr>
              </a:lvl6pPr>
              <a:lvl7pPr algn="l">
                <a:defRPr sz="1373" b="1">
                  <a:solidFill>
                    <a:srgbClr val="009E73"/>
                  </a:solidFill>
                  <a:latin typeface="Arial"/>
                  <a:ea typeface="Arial"/>
                  <a:cs typeface="Arial"/>
                </a:defRPr>
              </a:lvl7pPr>
              <a:lvl8pPr algn="l">
                <a:defRPr sz="1373" b="1">
                  <a:solidFill>
                    <a:srgbClr val="009E73"/>
                  </a:solidFill>
                  <a:latin typeface="Arial"/>
                  <a:ea typeface="Arial"/>
                  <a:cs typeface="Arial"/>
                </a:defRPr>
              </a:lvl8pPr>
              <a:lvl9pPr algn="l">
                <a:defRPr sz="1373" b="1">
                  <a:solidFill>
                    <a:srgbClr val="009E73"/>
                  </a:solidFill>
                  <a:latin typeface="Arial"/>
                  <a:ea typeface="Arial"/>
                  <a:cs typeface="Arial"/>
                </a:defRPr>
              </a:lvl9pPr>
            </a:lstStyle>
            <a:p>
              <a:pPr algn="l">
                <a:defRPr sz="1373" b="1">
                  <a:solidFill>
                    <a:srgbClr val="009E73"/>
                  </a:solidFill>
                  <a:latin typeface="Arial"/>
                  <a:ea typeface="Arial"/>
                  <a:cs typeface="Arial"/>
                </a:defRPr>
              </a:pPr>
              <a:r>
                <a:rPr sz="1373" b="1">
                  <a:solidFill>
                    <a:srgbClr val="009E73"/>
                  </a:solidFill>
                  <a:latin typeface="Arial"/>
                  <a:ea typeface="Arial"/>
                  <a:cs typeface="Arial"/>
                </a:rPr>
                <a:t>C</a:t>
              </a:r>
            </a:p>
          </p:txBody>
        </p:sp>
        <p:sp>
          <p:nvSpPr>
            <p:cNvPr id="114" name="rect_113">
              <a:extLst>
                <a:ext uri="{FF2B5EF4-FFF2-40B4-BE49-F238E27FC236}">
                  <ns2:creationId id="{9B44DECD-AC15-468F-8F3C-6C1B7D0D9266}"/>
                </a:ext>
              </a:extLst>
            </p:cNvPr>
            <p:cNvSpPr>
              <a:spLocks noGrp="1"/>
            </p:cNvSpPr>
            <p:nvPr/>
          </p:nvSpPr>
          <p:spPr>
            <a:xfrm>
              <a:off x="5029911" y="1476375"/>
              <a:ext cx="322144" cy="895350"/>
            </a:xfrm>
            <a:prstGeom prst="rect">
              <a:avLst/>
            </a:prstGeom>
            <a:noFill/>
            <a:ln w="12309">
              <a:solidFill>
                <a:srgbClr val="263238"/>
              </a:solidFill>
              <a:prstDash val="solid"/>
            </a:ln>
          </p:spPr>
        </p:sp>
        <p:sp>
          <p:nvSpPr>
            <p:cNvPr id="10000" name="Volume label: (c) 3D source snapshots">
              <a:extLst>
                <a:ext uri="{FF2B5EF4-FFF2-40B4-BE49-F238E27FC236}">
                  <ns2:creationId id="{023834A2-F4E2-4CF9-A301-7D4E0569B22B}"/>
                </a:ext>
              </a:extLst>
            </p:cNvPr>
            <p:cNvSpPr>
              <a:spLocks noGrp="1"/>
            </p:cNvSpPr>
            <p:nvPr/>
          </p:nvSpPr>
          <p:spPr>
            <a:xfrm>
              <a:off x="76200" y="2647950"/>
              <a:ext cx="5715000" cy="247650"/>
            </a:xfrm>
            <a:prstGeom prst="rect">
              <a:avLst/>
            </a:prstGeom>
            <a:noFill/>
            <a:ln w="0">
              <a:noFill/>
            </a:ln>
          </p:spPr>
          <p:txBody>
            <a:bodyPr wrap="none" lIns="0" tIns="0" rIns="0" bIns="0" anchor="ctr">
              <a:noAutofit/>
            </a:bodyPr>
            <a:lstStyle>
              <a:defPPr algn="l">
                <a:defRPr sz="1535" b="1">
                  <a:solidFill>
                    <a:srgbClr val="000000"/>
                  </a:solidFill>
                  <a:latin typeface="Arial"/>
                  <a:ea typeface="Arial"/>
                  <a:cs typeface="Arial"/>
                </a:defRPr>
              </a:defPPr>
              <a:lvl1pPr algn="l">
                <a:defRPr sz="1535" b="1">
                  <a:solidFill>
                    <a:srgbClr val="000000"/>
                  </a:solidFill>
                  <a:latin typeface="Arial"/>
                  <a:ea typeface="Arial"/>
                  <a:cs typeface="Arial"/>
                </a:defRPr>
              </a:lvl1pPr>
              <a:lvl2pPr algn="l">
                <a:defRPr sz="1535" b="1">
                  <a:solidFill>
                    <a:srgbClr val="000000"/>
                  </a:solidFill>
                  <a:latin typeface="Arial"/>
                  <a:ea typeface="Arial"/>
                  <a:cs typeface="Arial"/>
                </a:defRPr>
              </a:lvl2pPr>
              <a:lvl3pPr algn="l">
                <a:defRPr sz="1535" b="1">
                  <a:solidFill>
                    <a:srgbClr val="000000"/>
                  </a:solidFill>
                  <a:latin typeface="Arial"/>
                  <a:ea typeface="Arial"/>
                  <a:cs typeface="Arial"/>
                </a:defRPr>
              </a:lvl3pPr>
              <a:lvl4pPr algn="l">
                <a:defRPr sz="1535" b="1">
                  <a:solidFill>
                    <a:srgbClr val="000000"/>
                  </a:solidFill>
                  <a:latin typeface="Arial"/>
                  <a:ea typeface="Arial"/>
                  <a:cs typeface="Arial"/>
                </a:defRPr>
              </a:lvl4pPr>
              <a:lvl5pPr algn="l">
                <a:defRPr sz="1535" b="1">
                  <a:solidFill>
                    <a:srgbClr val="000000"/>
                  </a:solidFill>
                  <a:latin typeface="Arial"/>
                  <a:ea typeface="Arial"/>
                  <a:cs typeface="Arial"/>
                </a:defRPr>
              </a:lvl5pPr>
              <a:lvl6pPr algn="l">
                <a:defRPr sz="1535" b="1">
                  <a:solidFill>
                    <a:srgbClr val="000000"/>
                  </a:solidFill>
                  <a:latin typeface="Arial"/>
                  <a:ea typeface="Arial"/>
                  <a:cs typeface="Arial"/>
                </a:defRPr>
              </a:lvl6pPr>
              <a:lvl7pPr algn="l">
                <a:defRPr sz="1535" b="1">
                  <a:solidFill>
                    <a:srgbClr val="000000"/>
                  </a:solidFill>
                  <a:latin typeface="Arial"/>
                  <a:ea typeface="Arial"/>
                  <a:cs typeface="Arial"/>
                </a:defRPr>
              </a:lvl7pPr>
              <a:lvl8pPr algn="l">
                <a:defRPr sz="1535" b="1">
                  <a:solidFill>
                    <a:srgbClr val="000000"/>
                  </a:solidFill>
                  <a:latin typeface="Arial"/>
                  <a:ea typeface="Arial"/>
                  <a:cs typeface="Arial"/>
                </a:defRPr>
              </a:lvl8pPr>
              <a:lvl9pPr algn="l">
                <a:defRPr sz="1535" b="1">
                  <a:solidFill>
                    <a:srgbClr val="000000"/>
                  </a:solidFill>
                  <a:latin typeface="Arial"/>
                  <a:ea typeface="Arial"/>
                  <a:cs typeface="Arial"/>
                </a:defRPr>
              </a:lvl9pPr>
            </a:lstStyle>
            <a:p>
              <a:pPr algn="l">
                <a:defRPr sz="1535" b="1">
                  <a:solidFill>
                    <a:srgbClr val="000000"/>
                  </a:solidFill>
                  <a:latin typeface="Arial"/>
                  <a:ea typeface="Arial"/>
                  <a:cs typeface="Arial"/>
                </a:defRPr>
              </a:pPr>
              <a:r>
                <a:rPr sz="1535" b="1">
                  <a:solidFill>
                    <a:srgbClr val="000000"/>
                  </a:solidFill>
                  <a:latin typeface="Arial"/>
                  <a:ea typeface="Arial"/>
                  <a:cs typeface="Arial"/>
                </a:rPr>
                <a:t>(c) 3D source snapshots</a:t>
              </a:r>
            </a:p>
          </p:txBody>
        </p:sp>
        <p:sp>
          <p:nvSpPr>
            <p:cNvPr id="10001" name="Volume label: f139   t = 1.39">
              <a:extLst>
                <a:ext uri="{FF2B5EF4-FFF2-40B4-BE49-F238E27FC236}">
                  <ns2:creationId id="{B2328D20-DB62-42DC-96BA-4BD5DE02864D}"/>
                </a:ext>
              </a:extLst>
            </p:cNvPr>
            <p:cNvSpPr>
              <a:spLocks noGrp="1"/>
            </p:cNvSpPr>
            <p:nvPr/>
          </p:nvSpPr>
          <p:spPr>
            <a:xfrm>
              <a:off x="152400" y="2914650"/>
              <a:ext cx="3771900" cy="218661"/>
            </a:xfrm>
            <a:prstGeom prst="rect">
              <a:avLst/>
            </a:prstGeom>
            <a:noFill/>
            <a:ln w="0">
              <a:noFill/>
            </a:ln>
          </p:spPr>
          <p:txBody>
            <a:bodyPr wrap="none" lIns="0" tIns="0" rIns="0" bIns="0" anchor="ctr">
              <a:noAutofit/>
            </a:bodyPr>
            <a:lstStyle>
              <a:defPPr algn="l">
                <a:defRPr sz="1545" b="1">
                  <a:solidFill>
                    <a:srgbClr val="000000"/>
                  </a:solidFill>
                  <a:latin typeface="Arial"/>
                  <a:ea typeface="Arial"/>
                  <a:cs typeface="Arial"/>
                </a:defRPr>
              </a:defPPr>
              <a:lvl1pPr algn="l">
                <a:defRPr sz="1545" b="1">
                  <a:solidFill>
                    <a:srgbClr val="000000"/>
                  </a:solidFill>
                  <a:latin typeface="Arial"/>
                  <a:ea typeface="Arial"/>
                  <a:cs typeface="Arial"/>
                </a:defRPr>
              </a:lvl1pPr>
              <a:lvl2pPr algn="l">
                <a:defRPr sz="1545" b="1">
                  <a:solidFill>
                    <a:srgbClr val="000000"/>
                  </a:solidFill>
                  <a:latin typeface="Arial"/>
                  <a:ea typeface="Arial"/>
                  <a:cs typeface="Arial"/>
                </a:defRPr>
              </a:lvl2pPr>
              <a:lvl3pPr algn="l">
                <a:defRPr sz="1545" b="1">
                  <a:solidFill>
                    <a:srgbClr val="000000"/>
                  </a:solidFill>
                  <a:latin typeface="Arial"/>
                  <a:ea typeface="Arial"/>
                  <a:cs typeface="Arial"/>
                </a:defRPr>
              </a:lvl3pPr>
              <a:lvl4pPr algn="l">
                <a:defRPr sz="1545" b="1">
                  <a:solidFill>
                    <a:srgbClr val="000000"/>
                  </a:solidFill>
                  <a:latin typeface="Arial"/>
                  <a:ea typeface="Arial"/>
                  <a:cs typeface="Arial"/>
                </a:defRPr>
              </a:lvl4pPr>
              <a:lvl5pPr algn="l">
                <a:defRPr sz="1545" b="1">
                  <a:solidFill>
                    <a:srgbClr val="000000"/>
                  </a:solidFill>
                  <a:latin typeface="Arial"/>
                  <a:ea typeface="Arial"/>
                  <a:cs typeface="Arial"/>
                </a:defRPr>
              </a:lvl5pPr>
              <a:lvl6pPr algn="l">
                <a:defRPr sz="1545" b="1">
                  <a:solidFill>
                    <a:srgbClr val="000000"/>
                  </a:solidFill>
                  <a:latin typeface="Arial"/>
                  <a:ea typeface="Arial"/>
                  <a:cs typeface="Arial"/>
                </a:defRPr>
              </a:lvl6pPr>
              <a:lvl7pPr algn="l">
                <a:defRPr sz="1545" b="1">
                  <a:solidFill>
                    <a:srgbClr val="000000"/>
                  </a:solidFill>
                  <a:latin typeface="Arial"/>
                  <a:ea typeface="Arial"/>
                  <a:cs typeface="Arial"/>
                </a:defRPr>
              </a:lvl7pPr>
              <a:lvl8pPr algn="l">
                <a:defRPr sz="1545" b="1">
                  <a:solidFill>
                    <a:srgbClr val="000000"/>
                  </a:solidFill>
                  <a:latin typeface="Arial"/>
                  <a:ea typeface="Arial"/>
                  <a:cs typeface="Arial"/>
                </a:defRPr>
              </a:lvl8pPr>
              <a:lvl9pPr algn="l">
                <a:defRPr sz="1545" b="1">
                  <a:solidFill>
                    <a:srgbClr val="000000"/>
                  </a:solidFill>
                  <a:latin typeface="Arial"/>
                  <a:ea typeface="Arial"/>
                  <a:cs typeface="Arial"/>
                </a:defRPr>
              </a:lvl9pPr>
            </a:lstStyle>
            <a:p>
              <a:pPr algn="l">
                <a:defRPr sz="1545" b="1">
                  <a:solidFill>
                    <a:srgbClr val="000000"/>
                  </a:solidFill>
                  <a:latin typeface="Arial"/>
                  <a:ea typeface="Arial"/>
                  <a:cs typeface="Arial"/>
                </a:defRPr>
              </a:pPr>
              <a:r>
                <a:rPr sz="1545" b="1">
                  <a:solidFill>
                    <a:srgbClr val="000000"/>
                  </a:solidFill>
                  <a:latin typeface="Arial"/>
                  <a:ea typeface="Arial"/>
                  <a:cs typeface="Arial"/>
                </a:rPr>
                <a:t>Frame 139</a:t>
              </a:r>
            </a:p>
          </p:txBody>
        </p:sp>
        <p:pic>
          <p:nvPicPr>
            <p:cNvPr id="10002" name="">
              <a:extLst>
                <a:ext uri="{FF2B5EF4-FFF2-40B4-BE49-F238E27FC236}">
                  <ns2:creationId id="{C41B4F29-2D4B-4330-8906-1FF04661916C}"/>
                </a:ext>
              </a:extLst>
            </p:cNvPr>
            <p:cNvPicPr>
              <a:picLocks noChangeAspect="1"/>
            </p:cNvPicPr>
            <p:nvPr/>
          </p:nvPicPr>
          <p:blipFill>
            <a:blip r:embed="FrameView_R2a7a041d5050447c"/>
            <a:stretch/>
          </p:blipFill>
          <p:spPr>
            <a:xfrm>
              <a:off x="152400" y="3169754"/>
              <a:ext cx="3771900" cy="1374648"/>
            </a:xfrm>
            <a:prstGeom prst="rect">
              <a:avLst/>
            </a:prstGeom>
          </p:spPr>
        </p:pic>
        <p:sp>
          <p:nvSpPr>
            <p:cNvPr id="10003" name="Domain frame f139: corner 0-1">
              <a:extLst>
                <a:ext uri="{FF2B5EF4-FFF2-40B4-BE49-F238E27FC236}">
                  <ns2:creationId id="{B85115DD-497C-4AE5-A1E9-9CE95AF60BCB}"/>
                </a:ext>
              </a:extLst>
            </p:cNvPr>
            <p:cNvSpPr>
              <a:spLocks noGrp="1"/>
            </p:cNvSpPr>
            <p:nvPr/>
          </p:nvSpPr>
          <p:spPr>
            <a:xfrm>
              <a:off x="227838" y="3622784"/>
              <a:ext cx="91" cy="625805"/>
            </a:xfrm>
            <a:custGeom>
              <a:pathLst>
                <a:path w="95" h="654251">
                  <a:moveTo>
                    <a:pt x="0" y="654251"/>
                  </a:moveTo>
                  <a:lnTo>
                    <a:pt x="0" y="0"/>
                  </a:lnTo>
                </a:path>
              </a:pathLst>
            </a:custGeom>
            <a:noFill/>
            <a:ln w="11284">
              <a:solidFill>
                <a:srgbClr val="7B8790"/>
              </a:solidFill>
              <a:prstDash val="solid"/>
            </a:ln>
          </p:spPr>
        </p:sp>
        <p:sp>
          <p:nvSpPr>
            <p:cNvPr id="10004" name="Domain frame f139: corner 0-2">
              <a:extLst>
                <a:ext uri="{FF2B5EF4-FFF2-40B4-BE49-F238E27FC236}">
                  <ns2:creationId id="{E13BE3B5-9677-4AB5-8CD1-D71156D2F09C}"/>
                </a:ext>
              </a:extLst>
            </p:cNvPr>
            <p:cNvSpPr>
              <a:spLocks noGrp="1"/>
            </p:cNvSpPr>
            <p:nvPr/>
          </p:nvSpPr>
          <p:spPr>
            <a:xfrm>
              <a:off x="227838" y="3905670"/>
              <a:ext cx="590756" cy="342920"/>
            </a:xfrm>
            <a:custGeom>
              <a:pathLst>
                <a:path w="617609" h="358507">
                  <a:moveTo>
                    <a:pt x="0" y="358507"/>
                  </a:moveTo>
                  <a:lnTo>
                    <a:pt x="617609" y="0"/>
                  </a:lnTo>
                </a:path>
              </a:pathLst>
            </a:custGeom>
            <a:noFill/>
            <a:ln w="11284">
              <a:solidFill>
                <a:srgbClr val="B3BDC4"/>
              </a:solidFill>
              <a:prstDash val="dash"/>
            </a:ln>
          </p:spPr>
        </p:sp>
        <p:sp>
          <p:nvSpPr>
            <p:cNvPr id="10005" name="Domain frame f139: corner 0-4">
              <a:extLst>
                <a:ext uri="{FF2B5EF4-FFF2-40B4-BE49-F238E27FC236}">
                  <ns2:creationId id="{552EE0F1-38FB-4C37-AA45-5D19E5464AB9}"/>
                </a:ext>
              </a:extLst>
            </p:cNvPr>
            <p:cNvSpPr>
              <a:spLocks noGrp="1"/>
            </p:cNvSpPr>
            <p:nvPr/>
          </p:nvSpPr>
          <p:spPr>
            <a:xfrm>
              <a:off x="227838" y="4248589"/>
              <a:ext cx="3030268" cy="185702"/>
            </a:xfrm>
            <a:custGeom>
              <a:pathLst>
                <a:path w="3168007" h="194143">
                  <a:moveTo>
                    <a:pt x="0" y="0"/>
                  </a:moveTo>
                  <a:lnTo>
                    <a:pt x="3168007" y="194143"/>
                  </a:lnTo>
                </a:path>
              </a:pathLst>
            </a:custGeom>
            <a:noFill/>
            <a:ln w="11284">
              <a:solidFill>
                <a:srgbClr val="7B8790"/>
              </a:solidFill>
              <a:prstDash val="solid"/>
            </a:ln>
          </p:spPr>
        </p:sp>
        <p:sp>
          <p:nvSpPr>
            <p:cNvPr id="10006" name="Domain frame f139: corner 1-3">
              <a:extLst>
                <a:ext uri="{FF2B5EF4-FFF2-40B4-BE49-F238E27FC236}">
                  <ns2:creationId id="{FFC23417-755E-4C05-BF9B-F0EA0EB17E84}"/>
                </a:ext>
              </a:extLst>
            </p:cNvPr>
            <p:cNvSpPr>
              <a:spLocks noGrp="1"/>
            </p:cNvSpPr>
            <p:nvPr/>
          </p:nvSpPr>
          <p:spPr>
            <a:xfrm>
              <a:off x="227838" y="3279864"/>
              <a:ext cx="590756" cy="342920"/>
            </a:xfrm>
            <a:custGeom>
              <a:pathLst>
                <a:path w="617609" h="358507">
                  <a:moveTo>
                    <a:pt x="0" y="358507"/>
                  </a:moveTo>
                  <a:lnTo>
                    <a:pt x="617609" y="0"/>
                  </a:lnTo>
                </a:path>
              </a:pathLst>
            </a:custGeom>
            <a:noFill/>
            <a:ln w="11284">
              <a:solidFill>
                <a:srgbClr val="7B8790"/>
              </a:solidFill>
              <a:prstDash val="solid"/>
            </a:ln>
          </p:spPr>
        </p:sp>
        <p:sp>
          <p:nvSpPr>
            <p:cNvPr id="10007" name="Domain frame f139: corner 1-5">
              <a:extLst>
                <a:ext uri="{FF2B5EF4-FFF2-40B4-BE49-F238E27FC236}">
                  <ns2:creationId id="{6C0B0122-C87F-41BD-ABDA-98C4D26CEBB1}"/>
                </a:ext>
              </a:extLst>
            </p:cNvPr>
            <p:cNvSpPr>
              <a:spLocks noGrp="1"/>
            </p:cNvSpPr>
            <p:nvPr/>
          </p:nvSpPr>
          <p:spPr>
            <a:xfrm>
              <a:off x="227838" y="3622784"/>
              <a:ext cx="3030268" cy="185702"/>
            </a:xfrm>
            <a:custGeom>
              <a:pathLst>
                <a:path w="3168007" h="194143">
                  <a:moveTo>
                    <a:pt x="0" y="0"/>
                  </a:moveTo>
                  <a:lnTo>
                    <a:pt x="3168007" y="194143"/>
                  </a:lnTo>
                </a:path>
              </a:pathLst>
            </a:custGeom>
            <a:noFill/>
            <a:ln w="11284">
              <a:solidFill>
                <a:srgbClr val="7B8790"/>
              </a:solidFill>
              <a:prstDash val="solid"/>
            </a:ln>
          </p:spPr>
        </p:sp>
        <p:sp>
          <p:nvSpPr>
            <p:cNvPr id="10008" name="Domain frame f139: corner 2-3">
              <a:extLst>
                <a:ext uri="{FF2B5EF4-FFF2-40B4-BE49-F238E27FC236}">
                  <ns2:creationId id="{760AF4FE-CFB3-43D0-A3EE-59ABA72D76D7}"/>
                </a:ext>
              </a:extLst>
            </p:cNvPr>
            <p:cNvSpPr>
              <a:spLocks noGrp="1"/>
            </p:cNvSpPr>
            <p:nvPr/>
          </p:nvSpPr>
          <p:spPr>
            <a:xfrm>
              <a:off x="818594" y="3279864"/>
              <a:ext cx="91" cy="625805"/>
            </a:xfrm>
            <a:custGeom>
              <a:pathLst>
                <a:path w="95" h="654251">
                  <a:moveTo>
                    <a:pt x="0" y="654251"/>
                  </a:moveTo>
                  <a:lnTo>
                    <a:pt x="0" y="0"/>
                  </a:lnTo>
                </a:path>
              </a:pathLst>
            </a:custGeom>
            <a:noFill/>
            <a:ln w="11284">
              <a:solidFill>
                <a:srgbClr val="B3BDC4"/>
              </a:solidFill>
              <a:prstDash val="dash"/>
            </a:ln>
          </p:spPr>
        </p:sp>
        <p:sp>
          <p:nvSpPr>
            <p:cNvPr id="10009" name="Domain frame f139: corner 2-6">
              <a:extLst>
                <a:ext uri="{FF2B5EF4-FFF2-40B4-BE49-F238E27FC236}">
                  <ns2:creationId id="{A3CF4C14-51F8-4A64-8E24-731EBCFD41CB}"/>
                </a:ext>
              </a:extLst>
            </p:cNvPr>
            <p:cNvSpPr>
              <a:spLocks noGrp="1"/>
            </p:cNvSpPr>
            <p:nvPr/>
          </p:nvSpPr>
          <p:spPr>
            <a:xfrm>
              <a:off x="818594" y="3905670"/>
              <a:ext cx="3030268" cy="185702"/>
            </a:xfrm>
            <a:custGeom>
              <a:pathLst>
                <a:path w="3168007" h="194143">
                  <a:moveTo>
                    <a:pt x="0" y="0"/>
                  </a:moveTo>
                  <a:lnTo>
                    <a:pt x="3168007" y="194143"/>
                  </a:lnTo>
                </a:path>
              </a:pathLst>
            </a:custGeom>
            <a:noFill/>
            <a:ln w="11284">
              <a:solidFill>
                <a:srgbClr val="B3BDC4"/>
              </a:solidFill>
              <a:prstDash val="dash"/>
            </a:ln>
          </p:spPr>
        </p:sp>
        <p:sp>
          <p:nvSpPr>
            <p:cNvPr id="10010" name="Domain frame f139: corner 3-7">
              <a:extLst>
                <a:ext uri="{FF2B5EF4-FFF2-40B4-BE49-F238E27FC236}">
                  <ns2:creationId id="{7CEEF146-F7ED-45D7-BD67-D0C2C3986D48}"/>
                </a:ext>
              </a:extLst>
            </p:cNvPr>
            <p:cNvSpPr>
              <a:spLocks noGrp="1"/>
            </p:cNvSpPr>
            <p:nvPr/>
          </p:nvSpPr>
          <p:spPr>
            <a:xfrm>
              <a:off x="818594" y="3279864"/>
              <a:ext cx="3030268" cy="185702"/>
            </a:xfrm>
            <a:custGeom>
              <a:pathLst>
                <a:path w="3168007" h="194143">
                  <a:moveTo>
                    <a:pt x="0" y="0"/>
                  </a:moveTo>
                  <a:lnTo>
                    <a:pt x="3168007" y="194143"/>
                  </a:lnTo>
                </a:path>
              </a:pathLst>
            </a:custGeom>
            <a:noFill/>
            <a:ln w="11284">
              <a:solidFill>
                <a:srgbClr val="7B8790"/>
              </a:solidFill>
              <a:prstDash val="solid"/>
            </a:ln>
          </p:spPr>
        </p:sp>
        <p:sp>
          <p:nvSpPr>
            <p:cNvPr id="10011" name="Domain frame f139: corner 4-5">
              <a:extLst>
                <a:ext uri="{FF2B5EF4-FFF2-40B4-BE49-F238E27FC236}">
                  <ns2:creationId id="{36403992-702B-4554-BF40-24A8051C1DA2}"/>
                </a:ext>
              </a:extLst>
            </p:cNvPr>
            <p:cNvSpPr>
              <a:spLocks noGrp="1"/>
            </p:cNvSpPr>
            <p:nvPr/>
          </p:nvSpPr>
          <p:spPr>
            <a:xfrm>
              <a:off x="3258106" y="3808487"/>
              <a:ext cx="91" cy="625805"/>
            </a:xfrm>
            <a:custGeom>
              <a:pathLst>
                <a:path w="95" h="654251">
                  <a:moveTo>
                    <a:pt x="0" y="654251"/>
                  </a:moveTo>
                  <a:lnTo>
                    <a:pt x="0" y="0"/>
                  </a:lnTo>
                </a:path>
              </a:pathLst>
            </a:custGeom>
            <a:noFill/>
            <a:ln w="11284">
              <a:solidFill>
                <a:srgbClr val="7B8790"/>
              </a:solidFill>
              <a:prstDash val="solid"/>
            </a:ln>
          </p:spPr>
        </p:sp>
        <p:sp>
          <p:nvSpPr>
            <p:cNvPr id="10012" name="Domain frame f139: corner 4-6">
              <a:extLst>
                <a:ext uri="{FF2B5EF4-FFF2-40B4-BE49-F238E27FC236}">
                  <ns2:creationId id="{78158B32-A230-4393-AB68-8F81A7572B8C}"/>
                </a:ext>
              </a:extLst>
            </p:cNvPr>
            <p:cNvSpPr>
              <a:spLocks noGrp="1"/>
            </p:cNvSpPr>
            <p:nvPr/>
          </p:nvSpPr>
          <p:spPr>
            <a:xfrm>
              <a:off x="3258106" y="4091373"/>
              <a:ext cx="590756" cy="342920"/>
            </a:xfrm>
            <a:custGeom>
              <a:pathLst>
                <a:path w="617609" h="358507">
                  <a:moveTo>
                    <a:pt x="0" y="358507"/>
                  </a:moveTo>
                  <a:lnTo>
                    <a:pt x="617609" y="0"/>
                  </a:lnTo>
                </a:path>
              </a:pathLst>
            </a:custGeom>
            <a:noFill/>
            <a:ln w="11284">
              <a:solidFill>
                <a:srgbClr val="7B8790"/>
              </a:solidFill>
              <a:prstDash val="solid"/>
            </a:ln>
          </p:spPr>
        </p:sp>
        <p:sp>
          <p:nvSpPr>
            <p:cNvPr id="10013" name="Domain frame f139: corner 5-7">
              <a:extLst>
                <a:ext uri="{FF2B5EF4-FFF2-40B4-BE49-F238E27FC236}">
                  <ns2:creationId id="{BC63985A-2ABD-4B6F-86C7-108FFD6CC894}"/>
                </a:ext>
              </a:extLst>
            </p:cNvPr>
            <p:cNvSpPr>
              <a:spLocks noGrp="1"/>
            </p:cNvSpPr>
            <p:nvPr/>
          </p:nvSpPr>
          <p:spPr>
            <a:xfrm>
              <a:off x="3258106" y="3465567"/>
              <a:ext cx="590756" cy="342920"/>
            </a:xfrm>
            <a:custGeom>
              <a:pathLst>
                <a:path w="617609" h="358507">
                  <a:moveTo>
                    <a:pt x="0" y="358507"/>
                  </a:moveTo>
                  <a:lnTo>
                    <a:pt x="617609" y="0"/>
                  </a:lnTo>
                </a:path>
              </a:pathLst>
            </a:custGeom>
            <a:noFill/>
            <a:ln w="11284">
              <a:solidFill>
                <a:srgbClr val="7B8790"/>
              </a:solidFill>
              <a:prstDash val="solid"/>
            </a:ln>
          </p:spPr>
        </p:sp>
        <p:sp>
          <p:nvSpPr>
            <p:cNvPr id="10014" name="Domain frame f139: corner 6-7">
              <a:extLst>
                <a:ext uri="{FF2B5EF4-FFF2-40B4-BE49-F238E27FC236}">
                  <ns2:creationId id="{E95F9BCA-90AA-4B46-87B7-503224B26963}"/>
                </a:ext>
              </a:extLst>
            </p:cNvPr>
            <p:cNvSpPr>
              <a:spLocks noGrp="1"/>
            </p:cNvSpPr>
            <p:nvPr/>
          </p:nvSpPr>
          <p:spPr>
            <a:xfrm>
              <a:off x="3848862" y="3465567"/>
              <a:ext cx="91" cy="625805"/>
            </a:xfrm>
            <a:custGeom>
              <a:pathLst>
                <a:path w="95" h="654251">
                  <a:moveTo>
                    <a:pt x="0" y="654251"/>
                  </a:moveTo>
                  <a:lnTo>
                    <a:pt x="0" y="0"/>
                  </a:lnTo>
                </a:path>
              </a:pathLst>
            </a:custGeom>
            <a:noFill/>
            <a:ln w="11284">
              <a:solidFill>
                <a:srgbClr val="7B8790"/>
              </a:solidFill>
              <a:prstDash val="solid"/>
            </a:ln>
          </p:spPr>
        </p:sp>
        <p:sp>
          <p:nvSpPr>
            <p:cNvPr id="10015" name="Exact 3D extremum A, track 432, f139">
              <a:extLst>
                <a:ext uri="{FF2B5EF4-FFF2-40B4-BE49-F238E27FC236}">
                  <ns2:creationId id="{1E314E27-D925-43A1-ABC1-A356AC86DCE8}"/>
                </a:ext>
              </a:extLst>
            </p:cNvPr>
            <p:cNvSpPr>
              <a:spLocks noGrp="1"/>
            </p:cNvSpPr>
            <p:nvPr/>
          </p:nvSpPr>
          <p:spPr>
            <a:xfrm>
              <a:off x="1199147" y="3975035"/>
              <a:ext cx="78353" cy="78353"/>
            </a:xfrm>
            <a:prstGeom prst="ellipse">
              <a:avLst/>
            </a:prstGeom>
            <a:solidFill>
              <a:srgbClr val="FFFFFF"/>
            </a:solidFill>
            <a:ln w="17662">
              <a:solidFill>
                <a:srgbClr val="0072B2"/>
              </a:solidFill>
            </a:ln>
          </p:spPr>
        </p:sp>
        <p:sp>
          <p:nvSpPr>
            <p:cNvPr id="10016" name="Volume label: A">
              <a:extLst>
                <a:ext uri="{FF2B5EF4-FFF2-40B4-BE49-F238E27FC236}">
                  <ns2:creationId id="{ACB35B37-7D42-4AE0-86E0-634B7874BE53}"/>
                </a:ext>
              </a:extLst>
            </p:cNvPr>
            <p:cNvSpPr>
              <a:spLocks noGrp="1"/>
            </p:cNvSpPr>
            <p:nvPr/>
          </p:nvSpPr>
          <p:spPr>
            <a:xfrm>
              <a:off x="1311210" y="3795550"/>
              <a:ext cx="255104" cy="227772"/>
            </a:xfrm>
            <a:prstGeom prst="rect">
              <a:avLst/>
            </a:prstGeom>
            <a:noFill/>
            <a:ln w="0">
              <a:noFill/>
            </a:ln>
          </p:spPr>
          <p:txBody>
            <a:bodyPr wrap="none" lIns="0" tIns="0" rIns="0" bIns="0" anchor="ctr">
              <a:noAutofit/>
            </a:bodyPr>
            <a:lstStyle>
              <a:defPPr algn="l">
                <a:defRPr sz="1390" b="1">
                  <a:solidFill>
                    <a:srgbClr val="0072B2"/>
                  </a:solidFill>
                  <a:latin typeface="Arial"/>
                  <a:ea typeface="Arial"/>
                  <a:cs typeface="Arial"/>
                </a:defRPr>
              </a:defPPr>
              <a:lvl1pPr algn="l">
                <a:defRPr sz="1390" b="1">
                  <a:solidFill>
                    <a:srgbClr val="0072B2"/>
                  </a:solidFill>
                  <a:latin typeface="Arial"/>
                  <a:ea typeface="Arial"/>
                  <a:cs typeface="Arial"/>
                </a:defRPr>
              </a:lvl1pPr>
              <a:lvl2pPr algn="l">
                <a:defRPr sz="1390" b="1">
                  <a:solidFill>
                    <a:srgbClr val="0072B2"/>
                  </a:solidFill>
                  <a:latin typeface="Arial"/>
                  <a:ea typeface="Arial"/>
                  <a:cs typeface="Arial"/>
                </a:defRPr>
              </a:lvl2pPr>
              <a:lvl3pPr algn="l">
                <a:defRPr sz="1390" b="1">
                  <a:solidFill>
                    <a:srgbClr val="0072B2"/>
                  </a:solidFill>
                  <a:latin typeface="Arial"/>
                  <a:ea typeface="Arial"/>
                  <a:cs typeface="Arial"/>
                </a:defRPr>
              </a:lvl3pPr>
              <a:lvl4pPr algn="l">
                <a:defRPr sz="1390" b="1">
                  <a:solidFill>
                    <a:srgbClr val="0072B2"/>
                  </a:solidFill>
                  <a:latin typeface="Arial"/>
                  <a:ea typeface="Arial"/>
                  <a:cs typeface="Arial"/>
                </a:defRPr>
              </a:lvl4pPr>
              <a:lvl5pPr algn="l">
                <a:defRPr sz="1390" b="1">
                  <a:solidFill>
                    <a:srgbClr val="0072B2"/>
                  </a:solidFill>
                  <a:latin typeface="Arial"/>
                  <a:ea typeface="Arial"/>
                  <a:cs typeface="Arial"/>
                </a:defRPr>
              </a:lvl5pPr>
              <a:lvl6pPr algn="l">
                <a:defRPr sz="1390" b="1">
                  <a:solidFill>
                    <a:srgbClr val="0072B2"/>
                  </a:solidFill>
                  <a:latin typeface="Arial"/>
                  <a:ea typeface="Arial"/>
                  <a:cs typeface="Arial"/>
                </a:defRPr>
              </a:lvl6pPr>
              <a:lvl7pPr algn="l">
                <a:defRPr sz="1390" b="1">
                  <a:solidFill>
                    <a:srgbClr val="0072B2"/>
                  </a:solidFill>
                  <a:latin typeface="Arial"/>
                  <a:ea typeface="Arial"/>
                  <a:cs typeface="Arial"/>
                </a:defRPr>
              </a:lvl7pPr>
              <a:lvl8pPr algn="l">
                <a:defRPr sz="1390" b="1">
                  <a:solidFill>
                    <a:srgbClr val="0072B2"/>
                  </a:solidFill>
                  <a:latin typeface="Arial"/>
                  <a:ea typeface="Arial"/>
                  <a:cs typeface="Arial"/>
                </a:defRPr>
              </a:lvl8pPr>
              <a:lvl9pPr algn="l">
                <a:defRPr sz="1390" b="1">
                  <a:solidFill>
                    <a:srgbClr val="0072B2"/>
                  </a:solidFill>
                  <a:latin typeface="Arial"/>
                  <a:ea typeface="Arial"/>
                  <a:cs typeface="Arial"/>
                </a:defRPr>
              </a:lvl9pPr>
            </a:lstStyle>
            <a:p>
              <a:pPr algn="l">
                <a:defRPr sz="1390" b="1">
                  <a:solidFill>
                    <a:srgbClr val="0072B2"/>
                  </a:solidFill>
                  <a:latin typeface="Arial"/>
                  <a:ea typeface="Arial"/>
                  <a:cs typeface="Arial"/>
                </a:defRPr>
              </a:pPr>
              <a:r>
                <a:rPr sz="1390" b="1">
                  <a:solidFill>
                    <a:srgbClr val="0072B2"/>
                  </a:solidFill>
                  <a:latin typeface="Arial"/>
                  <a:ea typeface="Arial"/>
                  <a:cs typeface="Arial"/>
                </a:rPr>
                <a:t>A</a:t>
              </a:r>
            </a:p>
          </p:txBody>
        </p:sp>
        <p:sp>
          <p:nvSpPr>
            <p:cNvPr id="10017" name="Exact 3D extremum B, track 462, f139">
              <a:extLst>
                <a:ext uri="{FF2B5EF4-FFF2-40B4-BE49-F238E27FC236}">
                  <ns2:creationId id="{BDD2C7F6-8DB2-47ED-B8F1-8CD8252EBCE4}"/>
                </a:ext>
              </a:extLst>
            </p:cNvPr>
            <p:cNvSpPr>
              <a:spLocks noGrp="1"/>
            </p:cNvSpPr>
            <p:nvPr/>
          </p:nvSpPr>
          <p:spPr>
            <a:xfrm>
              <a:off x="2303769" y="4130217"/>
              <a:ext cx="78353" cy="78353"/>
            </a:xfrm>
            <a:prstGeom prst="ellipse">
              <a:avLst/>
            </a:prstGeom>
            <a:solidFill>
              <a:srgbClr val="FFFFFF"/>
            </a:solidFill>
            <a:ln w="17662">
              <a:solidFill>
                <a:srgbClr val="D55E00"/>
              </a:solidFill>
            </a:ln>
          </p:spPr>
        </p:sp>
        <p:sp>
          <p:nvSpPr>
            <p:cNvPr id="10018" name="Volume label: B">
              <a:extLst>
                <a:ext uri="{FF2B5EF4-FFF2-40B4-BE49-F238E27FC236}">
                  <ns2:creationId id="{A055C73E-1983-48E7-A0BC-6C9048B8C968}"/>
                </a:ext>
              </a:extLst>
            </p:cNvPr>
            <p:cNvSpPr>
              <a:spLocks noGrp="1"/>
            </p:cNvSpPr>
            <p:nvPr/>
          </p:nvSpPr>
          <p:spPr>
            <a:xfrm>
              <a:off x="2415834" y="3950733"/>
              <a:ext cx="255104" cy="227772"/>
            </a:xfrm>
            <a:prstGeom prst="rect">
              <a:avLst/>
            </a:prstGeom>
            <a:noFill/>
            <a:ln w="0">
              <a:noFill/>
            </a:ln>
          </p:spPr>
          <p:txBody>
            <a:bodyPr wrap="none" lIns="0" tIns="0" rIns="0" bIns="0" anchor="ctr">
              <a:noAutofit/>
            </a:bodyPr>
            <a:lstStyle>
              <a:defPPr algn="l">
                <a:defRPr sz="1390" b="1">
                  <a:solidFill>
                    <a:srgbClr val="D55E00"/>
                  </a:solidFill>
                  <a:latin typeface="Arial"/>
                  <a:ea typeface="Arial"/>
                  <a:cs typeface="Arial"/>
                </a:defRPr>
              </a:defPPr>
              <a:lvl1pPr algn="l">
                <a:defRPr sz="1390" b="1">
                  <a:solidFill>
                    <a:srgbClr val="D55E00"/>
                  </a:solidFill>
                  <a:latin typeface="Arial"/>
                  <a:ea typeface="Arial"/>
                  <a:cs typeface="Arial"/>
                </a:defRPr>
              </a:lvl1pPr>
              <a:lvl2pPr algn="l">
                <a:defRPr sz="1390" b="1">
                  <a:solidFill>
                    <a:srgbClr val="D55E00"/>
                  </a:solidFill>
                  <a:latin typeface="Arial"/>
                  <a:ea typeface="Arial"/>
                  <a:cs typeface="Arial"/>
                </a:defRPr>
              </a:lvl2pPr>
              <a:lvl3pPr algn="l">
                <a:defRPr sz="1390" b="1">
                  <a:solidFill>
                    <a:srgbClr val="D55E00"/>
                  </a:solidFill>
                  <a:latin typeface="Arial"/>
                  <a:ea typeface="Arial"/>
                  <a:cs typeface="Arial"/>
                </a:defRPr>
              </a:lvl3pPr>
              <a:lvl4pPr algn="l">
                <a:defRPr sz="1390" b="1">
                  <a:solidFill>
                    <a:srgbClr val="D55E00"/>
                  </a:solidFill>
                  <a:latin typeface="Arial"/>
                  <a:ea typeface="Arial"/>
                  <a:cs typeface="Arial"/>
                </a:defRPr>
              </a:lvl4pPr>
              <a:lvl5pPr algn="l">
                <a:defRPr sz="1390" b="1">
                  <a:solidFill>
                    <a:srgbClr val="D55E00"/>
                  </a:solidFill>
                  <a:latin typeface="Arial"/>
                  <a:ea typeface="Arial"/>
                  <a:cs typeface="Arial"/>
                </a:defRPr>
              </a:lvl5pPr>
              <a:lvl6pPr algn="l">
                <a:defRPr sz="1390" b="1">
                  <a:solidFill>
                    <a:srgbClr val="D55E00"/>
                  </a:solidFill>
                  <a:latin typeface="Arial"/>
                  <a:ea typeface="Arial"/>
                  <a:cs typeface="Arial"/>
                </a:defRPr>
              </a:lvl6pPr>
              <a:lvl7pPr algn="l">
                <a:defRPr sz="1390" b="1">
                  <a:solidFill>
                    <a:srgbClr val="D55E00"/>
                  </a:solidFill>
                  <a:latin typeface="Arial"/>
                  <a:ea typeface="Arial"/>
                  <a:cs typeface="Arial"/>
                </a:defRPr>
              </a:lvl7pPr>
              <a:lvl8pPr algn="l">
                <a:defRPr sz="1390" b="1">
                  <a:solidFill>
                    <a:srgbClr val="D55E00"/>
                  </a:solidFill>
                  <a:latin typeface="Arial"/>
                  <a:ea typeface="Arial"/>
                  <a:cs typeface="Arial"/>
                </a:defRPr>
              </a:lvl8pPr>
              <a:lvl9pPr algn="l">
                <a:defRPr sz="1390" b="1">
                  <a:solidFill>
                    <a:srgbClr val="D55E00"/>
                  </a:solidFill>
                  <a:latin typeface="Arial"/>
                  <a:ea typeface="Arial"/>
                  <a:cs typeface="Arial"/>
                </a:defRPr>
              </a:lvl9pPr>
            </a:lstStyle>
            <a:p>
              <a:pPr algn="l">
                <a:defRPr sz="1390" b="1">
                  <a:solidFill>
                    <a:srgbClr val="D55E00"/>
                  </a:solidFill>
                  <a:latin typeface="Arial"/>
                  <a:ea typeface="Arial"/>
                  <a:cs typeface="Arial"/>
                </a:defRPr>
              </a:pPr>
              <a:r>
                <a:rPr sz="1390" b="1">
                  <a:solidFill>
                    <a:srgbClr val="D55E00"/>
                  </a:solidFill>
                  <a:latin typeface="Arial"/>
                  <a:ea typeface="Arial"/>
                  <a:cs typeface="Arial"/>
                </a:rPr>
                <a:t>B</a:t>
              </a:r>
            </a:p>
          </p:txBody>
        </p:sp>
        <p:sp>
          <p:nvSpPr>
            <p:cNvPr id="10019" name="Exact 3D extremum C, track 388, f139">
              <a:extLst>
                <a:ext uri="{FF2B5EF4-FFF2-40B4-BE49-F238E27FC236}">
                  <ns2:creationId id="{7D9AD1A7-245B-4A12-91EA-1C2635B8EAF9}"/>
                </a:ext>
              </a:extLst>
            </p:cNvPr>
            <p:cNvSpPr>
              <a:spLocks noGrp="1"/>
            </p:cNvSpPr>
            <p:nvPr/>
          </p:nvSpPr>
          <p:spPr>
            <a:xfrm>
              <a:off x="3032560" y="3926917"/>
              <a:ext cx="78353" cy="78353"/>
            </a:xfrm>
            <a:prstGeom prst="ellipse">
              <a:avLst/>
            </a:prstGeom>
            <a:solidFill>
              <a:srgbClr val="FFFFFF"/>
            </a:solidFill>
            <a:ln w="17662">
              <a:solidFill>
                <a:srgbClr val="009E73"/>
              </a:solidFill>
            </a:ln>
          </p:spPr>
        </p:sp>
        <p:sp>
          <p:nvSpPr>
            <p:cNvPr id="10020" name="Volume label: C">
              <a:extLst>
                <a:ext uri="{FF2B5EF4-FFF2-40B4-BE49-F238E27FC236}">
                  <ns2:creationId id="{20CABF31-3E3C-4B92-B45E-B74688EDDB0E}"/>
                </a:ext>
              </a:extLst>
            </p:cNvPr>
            <p:cNvSpPr>
              <a:spLocks noGrp="1"/>
            </p:cNvSpPr>
            <p:nvPr/>
          </p:nvSpPr>
          <p:spPr>
            <a:xfrm>
              <a:off x="3144623" y="3747433"/>
              <a:ext cx="255104" cy="227772"/>
            </a:xfrm>
            <a:prstGeom prst="rect">
              <a:avLst/>
            </a:prstGeom>
            <a:noFill/>
            <a:ln w="0">
              <a:noFill/>
            </a:ln>
          </p:spPr>
          <p:txBody>
            <a:bodyPr wrap="none" lIns="0" tIns="0" rIns="0" bIns="0" anchor="ctr">
              <a:noAutofit/>
            </a:bodyPr>
            <a:lstStyle>
              <a:defPPr algn="l">
                <a:defRPr sz="1390" b="1">
                  <a:solidFill>
                    <a:srgbClr val="009E73"/>
                  </a:solidFill>
                  <a:latin typeface="Arial"/>
                  <a:ea typeface="Arial"/>
                  <a:cs typeface="Arial"/>
                </a:defRPr>
              </a:defPPr>
              <a:lvl1pPr algn="l">
                <a:defRPr sz="1390" b="1">
                  <a:solidFill>
                    <a:srgbClr val="009E73"/>
                  </a:solidFill>
                  <a:latin typeface="Arial"/>
                  <a:ea typeface="Arial"/>
                  <a:cs typeface="Arial"/>
                </a:defRPr>
              </a:lvl1pPr>
              <a:lvl2pPr algn="l">
                <a:defRPr sz="1390" b="1">
                  <a:solidFill>
                    <a:srgbClr val="009E73"/>
                  </a:solidFill>
                  <a:latin typeface="Arial"/>
                  <a:ea typeface="Arial"/>
                  <a:cs typeface="Arial"/>
                </a:defRPr>
              </a:lvl2pPr>
              <a:lvl3pPr algn="l">
                <a:defRPr sz="1390" b="1">
                  <a:solidFill>
                    <a:srgbClr val="009E73"/>
                  </a:solidFill>
                  <a:latin typeface="Arial"/>
                  <a:ea typeface="Arial"/>
                  <a:cs typeface="Arial"/>
                </a:defRPr>
              </a:lvl3pPr>
              <a:lvl4pPr algn="l">
                <a:defRPr sz="1390" b="1">
                  <a:solidFill>
                    <a:srgbClr val="009E73"/>
                  </a:solidFill>
                  <a:latin typeface="Arial"/>
                  <a:ea typeface="Arial"/>
                  <a:cs typeface="Arial"/>
                </a:defRPr>
              </a:lvl4pPr>
              <a:lvl5pPr algn="l">
                <a:defRPr sz="1390" b="1">
                  <a:solidFill>
                    <a:srgbClr val="009E73"/>
                  </a:solidFill>
                  <a:latin typeface="Arial"/>
                  <a:ea typeface="Arial"/>
                  <a:cs typeface="Arial"/>
                </a:defRPr>
              </a:lvl5pPr>
              <a:lvl6pPr algn="l">
                <a:defRPr sz="1390" b="1">
                  <a:solidFill>
                    <a:srgbClr val="009E73"/>
                  </a:solidFill>
                  <a:latin typeface="Arial"/>
                  <a:ea typeface="Arial"/>
                  <a:cs typeface="Arial"/>
                </a:defRPr>
              </a:lvl6pPr>
              <a:lvl7pPr algn="l">
                <a:defRPr sz="1390" b="1">
                  <a:solidFill>
                    <a:srgbClr val="009E73"/>
                  </a:solidFill>
                  <a:latin typeface="Arial"/>
                  <a:ea typeface="Arial"/>
                  <a:cs typeface="Arial"/>
                </a:defRPr>
              </a:lvl7pPr>
              <a:lvl8pPr algn="l">
                <a:defRPr sz="1390" b="1">
                  <a:solidFill>
                    <a:srgbClr val="009E73"/>
                  </a:solidFill>
                  <a:latin typeface="Arial"/>
                  <a:ea typeface="Arial"/>
                  <a:cs typeface="Arial"/>
                </a:defRPr>
              </a:lvl8pPr>
              <a:lvl9pPr algn="l">
                <a:defRPr sz="1390" b="1">
                  <a:solidFill>
                    <a:srgbClr val="009E73"/>
                  </a:solidFill>
                  <a:latin typeface="Arial"/>
                  <a:ea typeface="Arial"/>
                  <a:cs typeface="Arial"/>
                </a:defRPr>
              </a:lvl9pPr>
            </a:lstStyle>
            <a:p>
              <a:pPr algn="l">
                <a:defRPr sz="1390" b="1">
                  <a:solidFill>
                    <a:srgbClr val="009E73"/>
                  </a:solidFill>
                  <a:latin typeface="Arial"/>
                  <a:ea typeface="Arial"/>
                  <a:cs typeface="Arial"/>
                </a:defRPr>
              </a:pPr>
              <a:r>
                <a:rPr sz="1390" b="1">
                  <a:solidFill>
                    <a:srgbClr val="009E73"/>
                  </a:solidFill>
                  <a:latin typeface="Arial"/>
                  <a:ea typeface="Arial"/>
                  <a:cs typeface="Arial"/>
                </a:rPr>
                <a:t>C</a:t>
              </a:r>
            </a:p>
          </p:txBody>
        </p:sp>
        <p:sp>
          <p:nvSpPr>
            <p:cNvPr id="10021" name="Volume label: x">
              <a:extLst>
                <a:ext uri="{FF2B5EF4-FFF2-40B4-BE49-F238E27FC236}">
                  <ns2:creationId id="{50EFFA80-B469-4457-B21D-4088E1F7D8E1}"/>
                </a:ext>
              </a:extLst>
            </p:cNvPr>
            <p:cNvSpPr>
              <a:spLocks noGrp="1"/>
            </p:cNvSpPr>
            <p:nvPr/>
          </p:nvSpPr>
          <p:spPr>
            <a:xfrm>
              <a:off x="1742972" y="4368773"/>
              <a:ext cx="182217" cy="182217"/>
            </a:xfrm>
            <a:prstGeom prst="rect">
              <a:avLst/>
            </a:prstGeom>
            <a:noFill/>
            <a:ln w="0">
              <a:noFill/>
            </a:ln>
          </p:spPr>
          <p:txBody>
            <a:bodyPr wrap="none" lIns="0" tIns="0" rIns="0" bIns="0" anchor="ctr">
              <a:noAutofit/>
            </a:bodyPr>
            <a:lstStyle>
              <a:defPPr algn="l">
                <a:defRPr sz="1081" b="0">
                  <a:solidFill>
                    <a:srgbClr val="000000"/>
                  </a:solidFill>
                  <a:latin typeface="Arial"/>
                  <a:ea typeface="Arial"/>
                  <a:cs typeface="Arial"/>
                </a:defRPr>
              </a:defPPr>
              <a:lvl1pPr algn="l">
                <a:defRPr sz="1081" b="0">
                  <a:solidFill>
                    <a:srgbClr val="000000"/>
                  </a:solidFill>
                  <a:latin typeface="Arial"/>
                  <a:ea typeface="Arial"/>
                  <a:cs typeface="Arial"/>
                </a:defRPr>
              </a:lvl1pPr>
              <a:lvl2pPr algn="l">
                <a:defRPr sz="1081" b="0">
                  <a:solidFill>
                    <a:srgbClr val="000000"/>
                  </a:solidFill>
                  <a:latin typeface="Arial"/>
                  <a:ea typeface="Arial"/>
                  <a:cs typeface="Arial"/>
                </a:defRPr>
              </a:lvl2pPr>
              <a:lvl3pPr algn="l">
                <a:defRPr sz="1081" b="0">
                  <a:solidFill>
                    <a:srgbClr val="000000"/>
                  </a:solidFill>
                  <a:latin typeface="Arial"/>
                  <a:ea typeface="Arial"/>
                  <a:cs typeface="Arial"/>
                </a:defRPr>
              </a:lvl3pPr>
              <a:lvl4pPr algn="l">
                <a:defRPr sz="1081" b="0">
                  <a:solidFill>
                    <a:srgbClr val="000000"/>
                  </a:solidFill>
                  <a:latin typeface="Arial"/>
                  <a:ea typeface="Arial"/>
                  <a:cs typeface="Arial"/>
                </a:defRPr>
              </a:lvl4pPr>
              <a:lvl5pPr algn="l">
                <a:defRPr sz="1081" b="0">
                  <a:solidFill>
                    <a:srgbClr val="000000"/>
                  </a:solidFill>
                  <a:latin typeface="Arial"/>
                  <a:ea typeface="Arial"/>
                  <a:cs typeface="Arial"/>
                </a:defRPr>
              </a:lvl5pPr>
              <a:lvl6pPr algn="l">
                <a:defRPr sz="1081" b="0">
                  <a:solidFill>
                    <a:srgbClr val="000000"/>
                  </a:solidFill>
                  <a:latin typeface="Arial"/>
                  <a:ea typeface="Arial"/>
                  <a:cs typeface="Arial"/>
                </a:defRPr>
              </a:lvl6pPr>
              <a:lvl7pPr algn="l">
                <a:defRPr sz="1081" b="0">
                  <a:solidFill>
                    <a:srgbClr val="000000"/>
                  </a:solidFill>
                  <a:latin typeface="Arial"/>
                  <a:ea typeface="Arial"/>
                  <a:cs typeface="Arial"/>
                </a:defRPr>
              </a:lvl7pPr>
              <a:lvl8pPr algn="l">
                <a:defRPr sz="1081" b="0">
                  <a:solidFill>
                    <a:srgbClr val="000000"/>
                  </a:solidFill>
                  <a:latin typeface="Arial"/>
                  <a:ea typeface="Arial"/>
                  <a:cs typeface="Arial"/>
                </a:defRPr>
              </a:lvl8pPr>
              <a:lvl9pPr algn="l">
                <a:defRPr sz="1081" b="0">
                  <a:solidFill>
                    <a:srgbClr val="000000"/>
                  </a:solidFill>
                  <a:latin typeface="Arial"/>
                  <a:ea typeface="Arial"/>
                  <a:cs typeface="Arial"/>
                </a:defRPr>
              </a:lvl9pPr>
            </a:lstStyle>
            <a:p>
              <a:pPr algn="l">
                <a:defRPr sz="1081" b="0">
                  <a:solidFill>
                    <a:srgbClr val="000000"/>
                  </a:solidFill>
                  <a:latin typeface="Arial"/>
                  <a:ea typeface="Arial"/>
                  <a:cs typeface="Arial"/>
                </a:defRPr>
              </a:pPr>
              <a:r>
                <a:rPr sz="1081" b="0">
                  <a:solidFill>
                    <a:srgbClr val="000000"/>
                  </a:solidFill>
                  <a:latin typeface="Arial"/>
                  <a:ea typeface="Arial"/>
                  <a:cs typeface="Arial"/>
                </a:rPr>
                <a:t>x</a:t>
              </a:r>
            </a:p>
          </p:txBody>
        </p:sp>
        <p:sp>
          <p:nvSpPr>
            <p:cNvPr id="10022" name="Volume label: y">
              <a:extLst>
                <a:ext uri="{FF2B5EF4-FFF2-40B4-BE49-F238E27FC236}">
                  <ns2:creationId id="{63711D5F-882A-45FB-B334-F402EEB311DE}"/>
                </a:ext>
              </a:extLst>
            </p:cNvPr>
            <p:cNvSpPr>
              <a:spLocks noGrp="1"/>
            </p:cNvSpPr>
            <p:nvPr/>
          </p:nvSpPr>
          <p:spPr>
            <a:xfrm>
              <a:off x="350109" y="4040687"/>
              <a:ext cx="182217" cy="182217"/>
            </a:xfrm>
            <a:prstGeom prst="rect">
              <a:avLst/>
            </a:prstGeom>
            <a:noFill/>
            <a:ln w="0">
              <a:noFill/>
            </a:ln>
          </p:spPr>
          <p:txBody>
            <a:bodyPr wrap="none" lIns="0" tIns="0" rIns="0" bIns="0" anchor="ctr">
              <a:noAutofit/>
            </a:bodyPr>
            <a:lstStyle>
              <a:defPPr algn="l">
                <a:defRPr sz="1081" b="0">
                  <a:solidFill>
                    <a:srgbClr val="000000"/>
                  </a:solidFill>
                  <a:latin typeface="Arial"/>
                  <a:ea typeface="Arial"/>
                  <a:cs typeface="Arial"/>
                </a:defRPr>
              </a:defPPr>
              <a:lvl1pPr algn="l">
                <a:defRPr sz="1081" b="0">
                  <a:solidFill>
                    <a:srgbClr val="000000"/>
                  </a:solidFill>
                  <a:latin typeface="Arial"/>
                  <a:ea typeface="Arial"/>
                  <a:cs typeface="Arial"/>
                </a:defRPr>
              </a:lvl1pPr>
              <a:lvl2pPr algn="l">
                <a:defRPr sz="1081" b="0">
                  <a:solidFill>
                    <a:srgbClr val="000000"/>
                  </a:solidFill>
                  <a:latin typeface="Arial"/>
                  <a:ea typeface="Arial"/>
                  <a:cs typeface="Arial"/>
                </a:defRPr>
              </a:lvl2pPr>
              <a:lvl3pPr algn="l">
                <a:defRPr sz="1081" b="0">
                  <a:solidFill>
                    <a:srgbClr val="000000"/>
                  </a:solidFill>
                  <a:latin typeface="Arial"/>
                  <a:ea typeface="Arial"/>
                  <a:cs typeface="Arial"/>
                </a:defRPr>
              </a:lvl3pPr>
              <a:lvl4pPr algn="l">
                <a:defRPr sz="1081" b="0">
                  <a:solidFill>
                    <a:srgbClr val="000000"/>
                  </a:solidFill>
                  <a:latin typeface="Arial"/>
                  <a:ea typeface="Arial"/>
                  <a:cs typeface="Arial"/>
                </a:defRPr>
              </a:lvl4pPr>
              <a:lvl5pPr algn="l">
                <a:defRPr sz="1081" b="0">
                  <a:solidFill>
                    <a:srgbClr val="000000"/>
                  </a:solidFill>
                  <a:latin typeface="Arial"/>
                  <a:ea typeface="Arial"/>
                  <a:cs typeface="Arial"/>
                </a:defRPr>
              </a:lvl5pPr>
              <a:lvl6pPr algn="l">
                <a:defRPr sz="1081" b="0">
                  <a:solidFill>
                    <a:srgbClr val="000000"/>
                  </a:solidFill>
                  <a:latin typeface="Arial"/>
                  <a:ea typeface="Arial"/>
                  <a:cs typeface="Arial"/>
                </a:defRPr>
              </a:lvl6pPr>
              <a:lvl7pPr algn="l">
                <a:defRPr sz="1081" b="0">
                  <a:solidFill>
                    <a:srgbClr val="000000"/>
                  </a:solidFill>
                  <a:latin typeface="Arial"/>
                  <a:ea typeface="Arial"/>
                  <a:cs typeface="Arial"/>
                </a:defRPr>
              </a:lvl7pPr>
              <a:lvl8pPr algn="l">
                <a:defRPr sz="1081" b="0">
                  <a:solidFill>
                    <a:srgbClr val="000000"/>
                  </a:solidFill>
                  <a:latin typeface="Arial"/>
                  <a:ea typeface="Arial"/>
                  <a:cs typeface="Arial"/>
                </a:defRPr>
              </a:lvl8pPr>
              <a:lvl9pPr algn="l">
                <a:defRPr sz="1081" b="0">
                  <a:solidFill>
                    <a:srgbClr val="000000"/>
                  </a:solidFill>
                  <a:latin typeface="Arial"/>
                  <a:ea typeface="Arial"/>
                  <a:cs typeface="Arial"/>
                </a:defRPr>
              </a:lvl9pPr>
            </a:lstStyle>
            <a:p>
              <a:pPr algn="l">
                <a:defRPr sz="1081" b="0">
                  <a:solidFill>
                    <a:srgbClr val="000000"/>
                  </a:solidFill>
                  <a:latin typeface="Arial"/>
                  <a:ea typeface="Arial"/>
                  <a:cs typeface="Arial"/>
                </a:defRPr>
              </a:pPr>
              <a:r>
                <a:rPr sz="1081" b="0">
                  <a:solidFill>
                    <a:srgbClr val="000000"/>
                  </a:solidFill>
                  <a:latin typeface="Arial"/>
                  <a:ea typeface="Arial"/>
                  <a:cs typeface="Arial"/>
                </a:rPr>
                <a:t>y</a:t>
              </a:r>
            </a:p>
          </p:txBody>
        </p:sp>
        <p:sp>
          <p:nvSpPr>
            <p:cNvPr id="10023" name="Volume label: z">
              <a:extLst>
                <a:ext uri="{FF2B5EF4-FFF2-40B4-BE49-F238E27FC236}">
                  <ns2:creationId id="{CC9336A2-D52B-428F-AE2F-FFF49869A826}"/>
                </a:ext>
              </a:extLst>
            </p:cNvPr>
            <p:cNvSpPr>
              <a:spLocks noGrp="1"/>
            </p:cNvSpPr>
            <p:nvPr/>
          </p:nvSpPr>
          <p:spPr>
            <a:xfrm>
              <a:off x="45621" y="3881022"/>
              <a:ext cx="182217" cy="182217"/>
            </a:xfrm>
            <a:prstGeom prst="rect">
              <a:avLst/>
            </a:prstGeom>
            <a:noFill/>
            <a:ln w="0">
              <a:noFill/>
            </a:ln>
          </p:spPr>
          <p:txBody>
            <a:bodyPr wrap="none" lIns="0" tIns="0" rIns="0" bIns="0" anchor="ctr">
              <a:noAutofit/>
            </a:bodyPr>
            <a:lstStyle>
              <a:defPPr algn="l">
                <a:defRPr sz="1081" b="0">
                  <a:solidFill>
                    <a:srgbClr val="000000"/>
                  </a:solidFill>
                  <a:latin typeface="Arial"/>
                  <a:ea typeface="Arial"/>
                  <a:cs typeface="Arial"/>
                </a:defRPr>
              </a:defPPr>
              <a:lvl1pPr algn="l">
                <a:defRPr sz="1081" b="0">
                  <a:solidFill>
                    <a:srgbClr val="000000"/>
                  </a:solidFill>
                  <a:latin typeface="Arial"/>
                  <a:ea typeface="Arial"/>
                  <a:cs typeface="Arial"/>
                </a:defRPr>
              </a:lvl1pPr>
              <a:lvl2pPr algn="l">
                <a:defRPr sz="1081" b="0">
                  <a:solidFill>
                    <a:srgbClr val="000000"/>
                  </a:solidFill>
                  <a:latin typeface="Arial"/>
                  <a:ea typeface="Arial"/>
                  <a:cs typeface="Arial"/>
                </a:defRPr>
              </a:lvl2pPr>
              <a:lvl3pPr algn="l">
                <a:defRPr sz="1081" b="0">
                  <a:solidFill>
                    <a:srgbClr val="000000"/>
                  </a:solidFill>
                  <a:latin typeface="Arial"/>
                  <a:ea typeface="Arial"/>
                  <a:cs typeface="Arial"/>
                </a:defRPr>
              </a:lvl3pPr>
              <a:lvl4pPr algn="l">
                <a:defRPr sz="1081" b="0">
                  <a:solidFill>
                    <a:srgbClr val="000000"/>
                  </a:solidFill>
                  <a:latin typeface="Arial"/>
                  <a:ea typeface="Arial"/>
                  <a:cs typeface="Arial"/>
                </a:defRPr>
              </a:lvl4pPr>
              <a:lvl5pPr algn="l">
                <a:defRPr sz="1081" b="0">
                  <a:solidFill>
                    <a:srgbClr val="000000"/>
                  </a:solidFill>
                  <a:latin typeface="Arial"/>
                  <a:ea typeface="Arial"/>
                  <a:cs typeface="Arial"/>
                </a:defRPr>
              </a:lvl5pPr>
              <a:lvl6pPr algn="l">
                <a:defRPr sz="1081" b="0">
                  <a:solidFill>
                    <a:srgbClr val="000000"/>
                  </a:solidFill>
                  <a:latin typeface="Arial"/>
                  <a:ea typeface="Arial"/>
                  <a:cs typeface="Arial"/>
                </a:defRPr>
              </a:lvl6pPr>
              <a:lvl7pPr algn="l">
                <a:defRPr sz="1081" b="0">
                  <a:solidFill>
                    <a:srgbClr val="000000"/>
                  </a:solidFill>
                  <a:latin typeface="Arial"/>
                  <a:ea typeface="Arial"/>
                  <a:cs typeface="Arial"/>
                </a:defRPr>
              </a:lvl7pPr>
              <a:lvl8pPr algn="l">
                <a:defRPr sz="1081" b="0">
                  <a:solidFill>
                    <a:srgbClr val="000000"/>
                  </a:solidFill>
                  <a:latin typeface="Arial"/>
                  <a:ea typeface="Arial"/>
                  <a:cs typeface="Arial"/>
                </a:defRPr>
              </a:lvl8pPr>
              <a:lvl9pPr algn="l">
                <a:defRPr sz="1081" b="0">
                  <a:solidFill>
                    <a:srgbClr val="000000"/>
                  </a:solidFill>
                  <a:latin typeface="Arial"/>
                  <a:ea typeface="Arial"/>
                  <a:cs typeface="Arial"/>
                </a:defRPr>
              </a:lvl9pPr>
            </a:lstStyle>
            <a:p>
              <a:pPr algn="l">
                <a:defRPr sz="1081" b="0">
                  <a:solidFill>
                    <a:srgbClr val="000000"/>
                  </a:solidFill>
                  <a:latin typeface="Arial"/>
                  <a:ea typeface="Arial"/>
                  <a:cs typeface="Arial"/>
                </a:defRPr>
              </a:pPr>
              <a:r>
                <a:rPr sz="1081" b="0">
                  <a:solidFill>
                    <a:srgbClr val="000000"/>
                  </a:solidFill>
                  <a:latin typeface="Arial"/>
                  <a:ea typeface="Arial"/>
                  <a:cs typeface="Arial"/>
                </a:rPr>
                <a:t>z</a:t>
              </a:r>
            </a:p>
          </p:txBody>
        </p:sp>
        <p:sp>
          <p:nvSpPr>
            <p:cNvPr id="10024" name="Volume label: f140   t = 1.40">
              <a:extLst>
                <a:ext uri="{FF2B5EF4-FFF2-40B4-BE49-F238E27FC236}">
                  <ns2:creationId id="{CDC1BA51-0946-4EB2-ADA9-BFB7A624167A}"/>
                </a:ext>
              </a:extLst>
            </p:cNvPr>
            <p:cNvSpPr>
              <a:spLocks noGrp="1"/>
            </p:cNvSpPr>
            <p:nvPr/>
          </p:nvSpPr>
          <p:spPr>
            <a:xfrm>
              <a:off x="4057650" y="2914650"/>
              <a:ext cx="3771900" cy="218661"/>
            </a:xfrm>
            <a:prstGeom prst="rect">
              <a:avLst/>
            </a:prstGeom>
            <a:noFill/>
            <a:ln w="0">
              <a:noFill/>
            </a:ln>
          </p:spPr>
          <p:txBody>
            <a:bodyPr wrap="none" lIns="0" tIns="0" rIns="0" bIns="0" anchor="ctr">
              <a:noAutofit/>
            </a:bodyPr>
            <a:lstStyle>
              <a:defPPr algn="l">
                <a:defRPr sz="1545" b="1">
                  <a:solidFill>
                    <a:srgbClr val="000000"/>
                  </a:solidFill>
                  <a:latin typeface="Arial"/>
                  <a:ea typeface="Arial"/>
                  <a:cs typeface="Arial"/>
                </a:defRPr>
              </a:defPPr>
              <a:lvl1pPr algn="l">
                <a:defRPr sz="1545" b="1">
                  <a:solidFill>
                    <a:srgbClr val="000000"/>
                  </a:solidFill>
                  <a:latin typeface="Arial"/>
                  <a:ea typeface="Arial"/>
                  <a:cs typeface="Arial"/>
                </a:defRPr>
              </a:lvl1pPr>
              <a:lvl2pPr algn="l">
                <a:defRPr sz="1545" b="1">
                  <a:solidFill>
                    <a:srgbClr val="000000"/>
                  </a:solidFill>
                  <a:latin typeface="Arial"/>
                  <a:ea typeface="Arial"/>
                  <a:cs typeface="Arial"/>
                </a:defRPr>
              </a:lvl2pPr>
              <a:lvl3pPr algn="l">
                <a:defRPr sz="1545" b="1">
                  <a:solidFill>
                    <a:srgbClr val="000000"/>
                  </a:solidFill>
                  <a:latin typeface="Arial"/>
                  <a:ea typeface="Arial"/>
                  <a:cs typeface="Arial"/>
                </a:defRPr>
              </a:lvl3pPr>
              <a:lvl4pPr algn="l">
                <a:defRPr sz="1545" b="1">
                  <a:solidFill>
                    <a:srgbClr val="000000"/>
                  </a:solidFill>
                  <a:latin typeface="Arial"/>
                  <a:ea typeface="Arial"/>
                  <a:cs typeface="Arial"/>
                </a:defRPr>
              </a:lvl4pPr>
              <a:lvl5pPr algn="l">
                <a:defRPr sz="1545" b="1">
                  <a:solidFill>
                    <a:srgbClr val="000000"/>
                  </a:solidFill>
                  <a:latin typeface="Arial"/>
                  <a:ea typeface="Arial"/>
                  <a:cs typeface="Arial"/>
                </a:defRPr>
              </a:lvl5pPr>
              <a:lvl6pPr algn="l">
                <a:defRPr sz="1545" b="1">
                  <a:solidFill>
                    <a:srgbClr val="000000"/>
                  </a:solidFill>
                  <a:latin typeface="Arial"/>
                  <a:ea typeface="Arial"/>
                  <a:cs typeface="Arial"/>
                </a:defRPr>
              </a:lvl6pPr>
              <a:lvl7pPr algn="l">
                <a:defRPr sz="1545" b="1">
                  <a:solidFill>
                    <a:srgbClr val="000000"/>
                  </a:solidFill>
                  <a:latin typeface="Arial"/>
                  <a:ea typeface="Arial"/>
                  <a:cs typeface="Arial"/>
                </a:defRPr>
              </a:lvl7pPr>
              <a:lvl8pPr algn="l">
                <a:defRPr sz="1545" b="1">
                  <a:solidFill>
                    <a:srgbClr val="000000"/>
                  </a:solidFill>
                  <a:latin typeface="Arial"/>
                  <a:ea typeface="Arial"/>
                  <a:cs typeface="Arial"/>
                </a:defRPr>
              </a:lvl8pPr>
              <a:lvl9pPr algn="l">
                <a:defRPr sz="1545" b="1">
                  <a:solidFill>
                    <a:srgbClr val="000000"/>
                  </a:solidFill>
                  <a:latin typeface="Arial"/>
                  <a:ea typeface="Arial"/>
                  <a:cs typeface="Arial"/>
                </a:defRPr>
              </a:lvl9pPr>
            </a:lstStyle>
            <a:p>
              <a:pPr algn="l">
                <a:defRPr sz="1545" b="1">
                  <a:solidFill>
                    <a:srgbClr val="000000"/>
                  </a:solidFill>
                  <a:latin typeface="Arial"/>
                  <a:ea typeface="Arial"/>
                  <a:cs typeface="Arial"/>
                </a:defRPr>
              </a:pPr>
              <a:r>
                <a:rPr sz="1545" b="1">
                  <a:solidFill>
                    <a:srgbClr val="000000"/>
                  </a:solidFill>
                  <a:latin typeface="Arial"/>
                  <a:ea typeface="Arial"/>
                  <a:cs typeface="Arial"/>
                </a:rPr>
                <a:t>Frame 140</a:t>
              </a:r>
            </a:p>
          </p:txBody>
        </p:sp>
        <p:pic>
          <p:nvPicPr>
            <p:cNvPr id="10025" name="">
              <a:extLst>
                <a:ext uri="{FF2B5EF4-FFF2-40B4-BE49-F238E27FC236}">
                  <ns2:creationId id="{9BFD9306-FF12-47C2-A85E-699ED4213C9E}"/>
                </a:ext>
              </a:extLst>
            </p:cNvPr>
            <p:cNvPicPr>
              <a:picLocks noChangeAspect="1"/>
            </p:cNvPicPr>
            <p:nvPr/>
          </p:nvPicPr>
          <p:blipFill>
            <a:blip r:embed="FrameView_R83e1c010b825496c"/>
            <a:stretch/>
          </p:blipFill>
          <p:spPr>
            <a:xfrm>
              <a:off x="4057650" y="3169754"/>
              <a:ext cx="3771900" cy="1374648"/>
            </a:xfrm>
            <a:prstGeom prst="rect">
              <a:avLst/>
            </a:prstGeom>
          </p:spPr>
        </p:pic>
        <p:sp>
          <p:nvSpPr>
            <p:cNvPr id="10026" name="Domain frame f140: corner 0-1">
              <a:extLst>
                <a:ext uri="{FF2B5EF4-FFF2-40B4-BE49-F238E27FC236}">
                  <ns2:creationId id="{A6450AE9-8DC9-4580-9FD9-4841FA7B1986}"/>
                </a:ext>
              </a:extLst>
            </p:cNvPr>
            <p:cNvSpPr>
              <a:spLocks noGrp="1"/>
            </p:cNvSpPr>
            <p:nvPr/>
          </p:nvSpPr>
          <p:spPr>
            <a:xfrm>
              <a:off x="4133088" y="3622784"/>
              <a:ext cx="91" cy="625805"/>
            </a:xfrm>
            <a:custGeom>
              <a:pathLst>
                <a:path w="95" h="654251">
                  <a:moveTo>
                    <a:pt x="0" y="654251"/>
                  </a:moveTo>
                  <a:lnTo>
                    <a:pt x="0" y="0"/>
                  </a:lnTo>
                </a:path>
              </a:pathLst>
            </a:custGeom>
            <a:noFill/>
            <a:ln w="11284">
              <a:solidFill>
                <a:srgbClr val="7B8790"/>
              </a:solidFill>
              <a:prstDash val="solid"/>
            </a:ln>
          </p:spPr>
        </p:sp>
        <p:sp>
          <p:nvSpPr>
            <p:cNvPr id="10027" name="Domain frame f140: corner 0-2">
              <a:extLst>
                <a:ext uri="{FF2B5EF4-FFF2-40B4-BE49-F238E27FC236}">
                  <ns2:creationId id="{BAB0D9B3-3069-488D-867F-2F175B113126}"/>
                </a:ext>
              </a:extLst>
            </p:cNvPr>
            <p:cNvSpPr>
              <a:spLocks noGrp="1"/>
            </p:cNvSpPr>
            <p:nvPr/>
          </p:nvSpPr>
          <p:spPr>
            <a:xfrm>
              <a:off x="4133088" y="3905670"/>
              <a:ext cx="590756" cy="342920"/>
            </a:xfrm>
            <a:custGeom>
              <a:pathLst>
                <a:path w="617609" h="358507">
                  <a:moveTo>
                    <a:pt x="0" y="358507"/>
                  </a:moveTo>
                  <a:lnTo>
                    <a:pt x="617609" y="0"/>
                  </a:lnTo>
                </a:path>
              </a:pathLst>
            </a:custGeom>
            <a:noFill/>
            <a:ln w="11284">
              <a:solidFill>
                <a:srgbClr val="B3BDC4"/>
              </a:solidFill>
              <a:prstDash val="dash"/>
            </a:ln>
          </p:spPr>
        </p:sp>
        <p:sp>
          <p:nvSpPr>
            <p:cNvPr id="10028" name="Domain frame f140: corner 0-4">
              <a:extLst>
                <a:ext uri="{FF2B5EF4-FFF2-40B4-BE49-F238E27FC236}">
                  <ns2:creationId id="{AF369697-DC8D-4FDB-911C-BFD6F7613A12}"/>
                </a:ext>
              </a:extLst>
            </p:cNvPr>
            <p:cNvSpPr>
              <a:spLocks noGrp="1"/>
            </p:cNvSpPr>
            <p:nvPr/>
          </p:nvSpPr>
          <p:spPr>
            <a:xfrm>
              <a:off x="4133088" y="4248589"/>
              <a:ext cx="3030268" cy="185702"/>
            </a:xfrm>
            <a:custGeom>
              <a:pathLst>
                <a:path w="3168007" h="194143">
                  <a:moveTo>
                    <a:pt x="0" y="0"/>
                  </a:moveTo>
                  <a:lnTo>
                    <a:pt x="3168007" y="194143"/>
                  </a:lnTo>
                </a:path>
              </a:pathLst>
            </a:custGeom>
            <a:noFill/>
            <a:ln w="11284">
              <a:solidFill>
                <a:srgbClr val="7B8790"/>
              </a:solidFill>
              <a:prstDash val="solid"/>
            </a:ln>
          </p:spPr>
        </p:sp>
        <p:sp>
          <p:nvSpPr>
            <p:cNvPr id="10029" name="Domain frame f140: corner 1-3">
              <a:extLst>
                <a:ext uri="{FF2B5EF4-FFF2-40B4-BE49-F238E27FC236}">
                  <ns2:creationId id="{ADCDFDED-3C87-4B45-B1BD-2CE68DA94A46}"/>
                </a:ext>
              </a:extLst>
            </p:cNvPr>
            <p:cNvSpPr>
              <a:spLocks noGrp="1"/>
            </p:cNvSpPr>
            <p:nvPr/>
          </p:nvSpPr>
          <p:spPr>
            <a:xfrm>
              <a:off x="4133088" y="3279864"/>
              <a:ext cx="590756" cy="342920"/>
            </a:xfrm>
            <a:custGeom>
              <a:pathLst>
                <a:path w="617609" h="358507">
                  <a:moveTo>
                    <a:pt x="0" y="358507"/>
                  </a:moveTo>
                  <a:lnTo>
                    <a:pt x="617609" y="0"/>
                  </a:lnTo>
                </a:path>
              </a:pathLst>
            </a:custGeom>
            <a:noFill/>
            <a:ln w="11284">
              <a:solidFill>
                <a:srgbClr val="7B8790"/>
              </a:solidFill>
              <a:prstDash val="solid"/>
            </a:ln>
          </p:spPr>
        </p:sp>
        <p:sp>
          <p:nvSpPr>
            <p:cNvPr id="10030" name="Domain frame f140: corner 1-5">
              <a:extLst>
                <a:ext uri="{FF2B5EF4-FFF2-40B4-BE49-F238E27FC236}">
                  <ns2:creationId id="{5675DB19-793E-4C58-A182-FEA6BE8CA5FE}"/>
                </a:ext>
              </a:extLst>
            </p:cNvPr>
            <p:cNvSpPr>
              <a:spLocks noGrp="1"/>
            </p:cNvSpPr>
            <p:nvPr/>
          </p:nvSpPr>
          <p:spPr>
            <a:xfrm>
              <a:off x="4133088" y="3622784"/>
              <a:ext cx="3030268" cy="185702"/>
            </a:xfrm>
            <a:custGeom>
              <a:pathLst>
                <a:path w="3168007" h="194143">
                  <a:moveTo>
                    <a:pt x="0" y="0"/>
                  </a:moveTo>
                  <a:lnTo>
                    <a:pt x="3168007" y="194143"/>
                  </a:lnTo>
                </a:path>
              </a:pathLst>
            </a:custGeom>
            <a:noFill/>
            <a:ln w="11284">
              <a:solidFill>
                <a:srgbClr val="7B8790"/>
              </a:solidFill>
              <a:prstDash val="solid"/>
            </a:ln>
          </p:spPr>
        </p:sp>
        <p:sp>
          <p:nvSpPr>
            <p:cNvPr id="10031" name="Domain frame f140: corner 2-3">
              <a:extLst>
                <a:ext uri="{FF2B5EF4-FFF2-40B4-BE49-F238E27FC236}">
                  <ns2:creationId id="{F67E2609-F2BE-4908-BDE1-4014D42587A6}"/>
                </a:ext>
              </a:extLst>
            </p:cNvPr>
            <p:cNvSpPr>
              <a:spLocks noGrp="1"/>
            </p:cNvSpPr>
            <p:nvPr/>
          </p:nvSpPr>
          <p:spPr>
            <a:xfrm>
              <a:off x="4723844" y="3279864"/>
              <a:ext cx="91" cy="625805"/>
            </a:xfrm>
            <a:custGeom>
              <a:pathLst>
                <a:path w="95" h="654251">
                  <a:moveTo>
                    <a:pt x="0" y="654251"/>
                  </a:moveTo>
                  <a:lnTo>
                    <a:pt x="0" y="0"/>
                  </a:lnTo>
                </a:path>
              </a:pathLst>
            </a:custGeom>
            <a:noFill/>
            <a:ln w="11284">
              <a:solidFill>
                <a:srgbClr val="B3BDC4"/>
              </a:solidFill>
              <a:prstDash val="dash"/>
            </a:ln>
          </p:spPr>
        </p:sp>
        <p:sp>
          <p:nvSpPr>
            <p:cNvPr id="10032" name="Domain frame f140: corner 2-6">
              <a:extLst>
                <a:ext uri="{FF2B5EF4-FFF2-40B4-BE49-F238E27FC236}">
                  <ns2:creationId id="{C82A9903-F8A4-4BE4-85C1-3D90718CFDC1}"/>
                </a:ext>
              </a:extLst>
            </p:cNvPr>
            <p:cNvSpPr>
              <a:spLocks noGrp="1"/>
            </p:cNvSpPr>
            <p:nvPr/>
          </p:nvSpPr>
          <p:spPr>
            <a:xfrm>
              <a:off x="4723844" y="3905670"/>
              <a:ext cx="3030268" cy="185702"/>
            </a:xfrm>
            <a:custGeom>
              <a:pathLst>
                <a:path w="3168007" h="194143">
                  <a:moveTo>
                    <a:pt x="0" y="0"/>
                  </a:moveTo>
                  <a:lnTo>
                    <a:pt x="3168007" y="194143"/>
                  </a:lnTo>
                </a:path>
              </a:pathLst>
            </a:custGeom>
            <a:noFill/>
            <a:ln w="11284">
              <a:solidFill>
                <a:srgbClr val="B3BDC4"/>
              </a:solidFill>
              <a:prstDash val="dash"/>
            </a:ln>
          </p:spPr>
        </p:sp>
        <p:sp>
          <p:nvSpPr>
            <p:cNvPr id="10033" name="Domain frame f140: corner 3-7">
              <a:extLst>
                <a:ext uri="{FF2B5EF4-FFF2-40B4-BE49-F238E27FC236}">
                  <ns2:creationId id="{6BE832A8-0151-40F5-876E-F943356D1F3C}"/>
                </a:ext>
              </a:extLst>
            </p:cNvPr>
            <p:cNvSpPr>
              <a:spLocks noGrp="1"/>
            </p:cNvSpPr>
            <p:nvPr/>
          </p:nvSpPr>
          <p:spPr>
            <a:xfrm>
              <a:off x="4723844" y="3279864"/>
              <a:ext cx="3030268" cy="185702"/>
            </a:xfrm>
            <a:custGeom>
              <a:pathLst>
                <a:path w="3168007" h="194143">
                  <a:moveTo>
                    <a:pt x="0" y="0"/>
                  </a:moveTo>
                  <a:lnTo>
                    <a:pt x="3168007" y="194143"/>
                  </a:lnTo>
                </a:path>
              </a:pathLst>
            </a:custGeom>
            <a:noFill/>
            <a:ln w="11284">
              <a:solidFill>
                <a:srgbClr val="7B8790"/>
              </a:solidFill>
              <a:prstDash val="solid"/>
            </a:ln>
          </p:spPr>
        </p:sp>
        <p:sp>
          <p:nvSpPr>
            <p:cNvPr id="10034" name="Domain frame f140: corner 4-5">
              <a:extLst>
                <a:ext uri="{FF2B5EF4-FFF2-40B4-BE49-F238E27FC236}">
                  <ns2:creationId id="{1974CBB3-9DCF-4B3B-8559-045978DBB7F1}"/>
                </a:ext>
              </a:extLst>
            </p:cNvPr>
            <p:cNvSpPr>
              <a:spLocks noGrp="1"/>
            </p:cNvSpPr>
            <p:nvPr/>
          </p:nvSpPr>
          <p:spPr>
            <a:xfrm>
              <a:off x="7163356" y="3808487"/>
              <a:ext cx="91" cy="625805"/>
            </a:xfrm>
            <a:custGeom>
              <a:pathLst>
                <a:path w="95" h="654251">
                  <a:moveTo>
                    <a:pt x="0" y="654251"/>
                  </a:moveTo>
                  <a:lnTo>
                    <a:pt x="0" y="0"/>
                  </a:lnTo>
                </a:path>
              </a:pathLst>
            </a:custGeom>
            <a:noFill/>
            <a:ln w="11284">
              <a:solidFill>
                <a:srgbClr val="7B8790"/>
              </a:solidFill>
              <a:prstDash val="solid"/>
            </a:ln>
          </p:spPr>
        </p:sp>
        <p:sp>
          <p:nvSpPr>
            <p:cNvPr id="10035" name="Domain frame f140: corner 4-6">
              <a:extLst>
                <a:ext uri="{FF2B5EF4-FFF2-40B4-BE49-F238E27FC236}">
                  <ns2:creationId id="{3974FFAD-B76B-4C4E-8418-CF79527C9274}"/>
                </a:ext>
              </a:extLst>
            </p:cNvPr>
            <p:cNvSpPr>
              <a:spLocks noGrp="1"/>
            </p:cNvSpPr>
            <p:nvPr/>
          </p:nvSpPr>
          <p:spPr>
            <a:xfrm>
              <a:off x="7163356" y="4091373"/>
              <a:ext cx="590756" cy="342920"/>
            </a:xfrm>
            <a:custGeom>
              <a:pathLst>
                <a:path w="617609" h="358507">
                  <a:moveTo>
                    <a:pt x="0" y="358507"/>
                  </a:moveTo>
                  <a:lnTo>
                    <a:pt x="617609" y="0"/>
                  </a:lnTo>
                </a:path>
              </a:pathLst>
            </a:custGeom>
            <a:noFill/>
            <a:ln w="11284">
              <a:solidFill>
                <a:srgbClr val="7B8790"/>
              </a:solidFill>
              <a:prstDash val="solid"/>
            </a:ln>
          </p:spPr>
        </p:sp>
        <p:sp>
          <p:nvSpPr>
            <p:cNvPr id="10036" name="Domain frame f140: corner 5-7">
              <a:extLst>
                <a:ext uri="{FF2B5EF4-FFF2-40B4-BE49-F238E27FC236}">
                  <ns2:creationId id="{D897732C-785A-41EF-8E0C-607933BA1EC4}"/>
                </a:ext>
              </a:extLst>
            </p:cNvPr>
            <p:cNvSpPr>
              <a:spLocks noGrp="1"/>
            </p:cNvSpPr>
            <p:nvPr/>
          </p:nvSpPr>
          <p:spPr>
            <a:xfrm>
              <a:off x="7163356" y="3465567"/>
              <a:ext cx="590756" cy="342920"/>
            </a:xfrm>
            <a:custGeom>
              <a:pathLst>
                <a:path w="617609" h="358507">
                  <a:moveTo>
                    <a:pt x="0" y="358507"/>
                  </a:moveTo>
                  <a:lnTo>
                    <a:pt x="617609" y="0"/>
                  </a:lnTo>
                </a:path>
              </a:pathLst>
            </a:custGeom>
            <a:noFill/>
            <a:ln w="11284">
              <a:solidFill>
                <a:srgbClr val="7B8790"/>
              </a:solidFill>
              <a:prstDash val="solid"/>
            </a:ln>
          </p:spPr>
        </p:sp>
        <p:sp>
          <p:nvSpPr>
            <p:cNvPr id="10037" name="Domain frame f140: corner 6-7">
              <a:extLst>
                <a:ext uri="{FF2B5EF4-FFF2-40B4-BE49-F238E27FC236}">
                  <ns2:creationId id="{A6E0719B-B444-42CD-86DB-96AD6D870530}"/>
                </a:ext>
              </a:extLst>
            </p:cNvPr>
            <p:cNvSpPr>
              <a:spLocks noGrp="1"/>
            </p:cNvSpPr>
            <p:nvPr/>
          </p:nvSpPr>
          <p:spPr>
            <a:xfrm>
              <a:off x="7754112" y="3465567"/>
              <a:ext cx="91" cy="625805"/>
            </a:xfrm>
            <a:custGeom>
              <a:pathLst>
                <a:path w="95" h="654251">
                  <a:moveTo>
                    <a:pt x="0" y="654251"/>
                  </a:moveTo>
                  <a:lnTo>
                    <a:pt x="0" y="0"/>
                  </a:lnTo>
                </a:path>
              </a:pathLst>
            </a:custGeom>
            <a:noFill/>
            <a:ln w="11284">
              <a:solidFill>
                <a:srgbClr val="7B8790"/>
              </a:solidFill>
              <a:prstDash val="solid"/>
            </a:ln>
          </p:spPr>
        </p:sp>
        <p:sp>
          <p:nvSpPr>
            <p:cNvPr id="10038" name="Exact 3D extremum A, track 432, f140">
              <a:extLst>
                <a:ext uri="{FF2B5EF4-FFF2-40B4-BE49-F238E27FC236}">
                  <ns2:creationId id="{C66DEFCB-C208-412B-B5FA-1C915D7CBFA3}"/>
                </a:ext>
              </a:extLst>
            </p:cNvPr>
            <p:cNvSpPr>
              <a:spLocks noGrp="1"/>
            </p:cNvSpPr>
            <p:nvPr/>
          </p:nvSpPr>
          <p:spPr>
            <a:xfrm>
              <a:off x="5104397" y="3975035"/>
              <a:ext cx="78353" cy="78353"/>
            </a:xfrm>
            <a:prstGeom prst="ellipse">
              <a:avLst/>
            </a:prstGeom>
            <a:solidFill>
              <a:srgbClr val="FFFFFF"/>
            </a:solidFill>
            <a:ln w="17662">
              <a:solidFill>
                <a:srgbClr val="0072B2"/>
              </a:solidFill>
            </a:ln>
          </p:spPr>
        </p:sp>
        <p:sp>
          <p:nvSpPr>
            <p:cNvPr id="10039" name="Volume label: A">
              <a:extLst>
                <a:ext uri="{FF2B5EF4-FFF2-40B4-BE49-F238E27FC236}">
                  <ns2:creationId id="{DCF3FED9-7685-41FF-9A63-322CA4CA9DFE}"/>
                </a:ext>
              </a:extLst>
            </p:cNvPr>
            <p:cNvSpPr>
              <a:spLocks noGrp="1"/>
            </p:cNvSpPr>
            <p:nvPr/>
          </p:nvSpPr>
          <p:spPr>
            <a:xfrm>
              <a:off x="5216460" y="3795550"/>
              <a:ext cx="255104" cy="227772"/>
            </a:xfrm>
            <a:prstGeom prst="rect">
              <a:avLst/>
            </a:prstGeom>
            <a:noFill/>
            <a:ln w="0">
              <a:noFill/>
            </a:ln>
          </p:spPr>
          <p:txBody>
            <a:bodyPr wrap="none" lIns="0" tIns="0" rIns="0" bIns="0" anchor="ctr">
              <a:noAutofit/>
            </a:bodyPr>
            <a:lstStyle>
              <a:defPPr algn="l">
                <a:defRPr sz="1390" b="1">
                  <a:solidFill>
                    <a:srgbClr val="0072B2"/>
                  </a:solidFill>
                  <a:latin typeface="Arial"/>
                  <a:ea typeface="Arial"/>
                  <a:cs typeface="Arial"/>
                </a:defRPr>
              </a:defPPr>
              <a:lvl1pPr algn="l">
                <a:defRPr sz="1390" b="1">
                  <a:solidFill>
                    <a:srgbClr val="0072B2"/>
                  </a:solidFill>
                  <a:latin typeface="Arial"/>
                  <a:ea typeface="Arial"/>
                  <a:cs typeface="Arial"/>
                </a:defRPr>
              </a:lvl1pPr>
              <a:lvl2pPr algn="l">
                <a:defRPr sz="1390" b="1">
                  <a:solidFill>
                    <a:srgbClr val="0072B2"/>
                  </a:solidFill>
                  <a:latin typeface="Arial"/>
                  <a:ea typeface="Arial"/>
                  <a:cs typeface="Arial"/>
                </a:defRPr>
              </a:lvl2pPr>
              <a:lvl3pPr algn="l">
                <a:defRPr sz="1390" b="1">
                  <a:solidFill>
                    <a:srgbClr val="0072B2"/>
                  </a:solidFill>
                  <a:latin typeface="Arial"/>
                  <a:ea typeface="Arial"/>
                  <a:cs typeface="Arial"/>
                </a:defRPr>
              </a:lvl3pPr>
              <a:lvl4pPr algn="l">
                <a:defRPr sz="1390" b="1">
                  <a:solidFill>
                    <a:srgbClr val="0072B2"/>
                  </a:solidFill>
                  <a:latin typeface="Arial"/>
                  <a:ea typeface="Arial"/>
                  <a:cs typeface="Arial"/>
                </a:defRPr>
              </a:lvl4pPr>
              <a:lvl5pPr algn="l">
                <a:defRPr sz="1390" b="1">
                  <a:solidFill>
                    <a:srgbClr val="0072B2"/>
                  </a:solidFill>
                  <a:latin typeface="Arial"/>
                  <a:ea typeface="Arial"/>
                  <a:cs typeface="Arial"/>
                </a:defRPr>
              </a:lvl5pPr>
              <a:lvl6pPr algn="l">
                <a:defRPr sz="1390" b="1">
                  <a:solidFill>
                    <a:srgbClr val="0072B2"/>
                  </a:solidFill>
                  <a:latin typeface="Arial"/>
                  <a:ea typeface="Arial"/>
                  <a:cs typeface="Arial"/>
                </a:defRPr>
              </a:lvl6pPr>
              <a:lvl7pPr algn="l">
                <a:defRPr sz="1390" b="1">
                  <a:solidFill>
                    <a:srgbClr val="0072B2"/>
                  </a:solidFill>
                  <a:latin typeface="Arial"/>
                  <a:ea typeface="Arial"/>
                  <a:cs typeface="Arial"/>
                </a:defRPr>
              </a:lvl7pPr>
              <a:lvl8pPr algn="l">
                <a:defRPr sz="1390" b="1">
                  <a:solidFill>
                    <a:srgbClr val="0072B2"/>
                  </a:solidFill>
                  <a:latin typeface="Arial"/>
                  <a:ea typeface="Arial"/>
                  <a:cs typeface="Arial"/>
                </a:defRPr>
              </a:lvl8pPr>
              <a:lvl9pPr algn="l">
                <a:defRPr sz="1390" b="1">
                  <a:solidFill>
                    <a:srgbClr val="0072B2"/>
                  </a:solidFill>
                  <a:latin typeface="Arial"/>
                  <a:ea typeface="Arial"/>
                  <a:cs typeface="Arial"/>
                </a:defRPr>
              </a:lvl9pPr>
            </a:lstStyle>
            <a:p>
              <a:pPr algn="l">
                <a:defRPr sz="1390" b="1">
                  <a:solidFill>
                    <a:srgbClr val="0072B2"/>
                  </a:solidFill>
                  <a:latin typeface="Arial"/>
                  <a:ea typeface="Arial"/>
                  <a:cs typeface="Arial"/>
                </a:defRPr>
              </a:pPr>
              <a:r>
                <a:rPr sz="1390" b="1">
                  <a:solidFill>
                    <a:srgbClr val="0072B2"/>
                  </a:solidFill>
                  <a:latin typeface="Arial"/>
                  <a:ea typeface="Arial"/>
                  <a:cs typeface="Arial"/>
                </a:rPr>
                <a:t>A</a:t>
              </a:r>
            </a:p>
          </p:txBody>
        </p:sp>
        <p:sp>
          <p:nvSpPr>
            <p:cNvPr id="10040" name="Exact 3D extremum B, track 462, f140">
              <a:extLst>
                <a:ext uri="{FF2B5EF4-FFF2-40B4-BE49-F238E27FC236}">
                  <ns2:creationId id="{696DEA51-9559-4676-BCA3-747AE05BCAF8}"/>
                </a:ext>
              </a:extLst>
            </p:cNvPr>
            <p:cNvSpPr>
              <a:spLocks noGrp="1"/>
            </p:cNvSpPr>
            <p:nvPr/>
          </p:nvSpPr>
          <p:spPr>
            <a:xfrm>
              <a:off x="6213022" y="4178959"/>
              <a:ext cx="78353" cy="78353"/>
            </a:xfrm>
            <a:prstGeom prst="ellipse">
              <a:avLst/>
            </a:prstGeom>
            <a:solidFill>
              <a:srgbClr val="FFFFFF"/>
            </a:solidFill>
            <a:ln w="17662">
              <a:solidFill>
                <a:srgbClr val="D55E00"/>
              </a:solidFill>
            </a:ln>
          </p:spPr>
        </p:sp>
        <p:sp>
          <p:nvSpPr>
            <p:cNvPr id="10041" name="Volume label: B">
              <a:extLst>
                <a:ext uri="{FF2B5EF4-FFF2-40B4-BE49-F238E27FC236}">
                  <ns2:creationId id="{BBF2719A-02C9-44CB-82B3-969323CFA387}"/>
                </a:ext>
              </a:extLst>
            </p:cNvPr>
            <p:cNvSpPr>
              <a:spLocks noGrp="1"/>
            </p:cNvSpPr>
            <p:nvPr/>
          </p:nvSpPr>
          <p:spPr>
            <a:xfrm>
              <a:off x="6325085" y="3999476"/>
              <a:ext cx="255104" cy="227772"/>
            </a:xfrm>
            <a:prstGeom prst="rect">
              <a:avLst/>
            </a:prstGeom>
            <a:noFill/>
            <a:ln w="0">
              <a:noFill/>
            </a:ln>
          </p:spPr>
          <p:txBody>
            <a:bodyPr wrap="none" lIns="0" tIns="0" rIns="0" bIns="0" anchor="ctr">
              <a:noAutofit/>
            </a:bodyPr>
            <a:lstStyle>
              <a:defPPr algn="l">
                <a:defRPr sz="1390" b="1">
                  <a:solidFill>
                    <a:srgbClr val="D55E00"/>
                  </a:solidFill>
                  <a:latin typeface="Arial"/>
                  <a:ea typeface="Arial"/>
                  <a:cs typeface="Arial"/>
                </a:defRPr>
              </a:defPPr>
              <a:lvl1pPr algn="l">
                <a:defRPr sz="1390" b="1">
                  <a:solidFill>
                    <a:srgbClr val="D55E00"/>
                  </a:solidFill>
                  <a:latin typeface="Arial"/>
                  <a:ea typeface="Arial"/>
                  <a:cs typeface="Arial"/>
                </a:defRPr>
              </a:lvl1pPr>
              <a:lvl2pPr algn="l">
                <a:defRPr sz="1390" b="1">
                  <a:solidFill>
                    <a:srgbClr val="D55E00"/>
                  </a:solidFill>
                  <a:latin typeface="Arial"/>
                  <a:ea typeface="Arial"/>
                  <a:cs typeface="Arial"/>
                </a:defRPr>
              </a:lvl2pPr>
              <a:lvl3pPr algn="l">
                <a:defRPr sz="1390" b="1">
                  <a:solidFill>
                    <a:srgbClr val="D55E00"/>
                  </a:solidFill>
                  <a:latin typeface="Arial"/>
                  <a:ea typeface="Arial"/>
                  <a:cs typeface="Arial"/>
                </a:defRPr>
              </a:lvl3pPr>
              <a:lvl4pPr algn="l">
                <a:defRPr sz="1390" b="1">
                  <a:solidFill>
                    <a:srgbClr val="D55E00"/>
                  </a:solidFill>
                  <a:latin typeface="Arial"/>
                  <a:ea typeface="Arial"/>
                  <a:cs typeface="Arial"/>
                </a:defRPr>
              </a:lvl4pPr>
              <a:lvl5pPr algn="l">
                <a:defRPr sz="1390" b="1">
                  <a:solidFill>
                    <a:srgbClr val="D55E00"/>
                  </a:solidFill>
                  <a:latin typeface="Arial"/>
                  <a:ea typeface="Arial"/>
                  <a:cs typeface="Arial"/>
                </a:defRPr>
              </a:lvl5pPr>
              <a:lvl6pPr algn="l">
                <a:defRPr sz="1390" b="1">
                  <a:solidFill>
                    <a:srgbClr val="D55E00"/>
                  </a:solidFill>
                  <a:latin typeface="Arial"/>
                  <a:ea typeface="Arial"/>
                  <a:cs typeface="Arial"/>
                </a:defRPr>
              </a:lvl6pPr>
              <a:lvl7pPr algn="l">
                <a:defRPr sz="1390" b="1">
                  <a:solidFill>
                    <a:srgbClr val="D55E00"/>
                  </a:solidFill>
                  <a:latin typeface="Arial"/>
                  <a:ea typeface="Arial"/>
                  <a:cs typeface="Arial"/>
                </a:defRPr>
              </a:lvl7pPr>
              <a:lvl8pPr algn="l">
                <a:defRPr sz="1390" b="1">
                  <a:solidFill>
                    <a:srgbClr val="D55E00"/>
                  </a:solidFill>
                  <a:latin typeface="Arial"/>
                  <a:ea typeface="Arial"/>
                  <a:cs typeface="Arial"/>
                </a:defRPr>
              </a:lvl8pPr>
              <a:lvl9pPr algn="l">
                <a:defRPr sz="1390" b="1">
                  <a:solidFill>
                    <a:srgbClr val="D55E00"/>
                  </a:solidFill>
                  <a:latin typeface="Arial"/>
                  <a:ea typeface="Arial"/>
                  <a:cs typeface="Arial"/>
                </a:defRPr>
              </a:lvl9pPr>
            </a:lstStyle>
            <a:p>
              <a:pPr algn="l">
                <a:defRPr sz="1390" b="1">
                  <a:solidFill>
                    <a:srgbClr val="D55E00"/>
                  </a:solidFill>
                  <a:latin typeface="Arial"/>
                  <a:ea typeface="Arial"/>
                  <a:cs typeface="Arial"/>
                </a:defRPr>
              </a:pPr>
              <a:r>
                <a:rPr sz="1390" b="1">
                  <a:solidFill>
                    <a:srgbClr val="D55E00"/>
                  </a:solidFill>
                  <a:latin typeface="Arial"/>
                  <a:ea typeface="Arial"/>
                  <a:cs typeface="Arial"/>
                </a:rPr>
                <a:t>B</a:t>
              </a:r>
            </a:p>
          </p:txBody>
        </p:sp>
        <p:sp>
          <p:nvSpPr>
            <p:cNvPr id="10042" name="Exact 3D extremum C, track 388, f140">
              <a:extLst>
                <a:ext uri="{FF2B5EF4-FFF2-40B4-BE49-F238E27FC236}">
                  <ns2:creationId id="{F2E2E272-4DCF-481D-B589-3F7B509C53E2}"/>
                </a:ext>
              </a:extLst>
            </p:cNvPr>
            <p:cNvSpPr>
              <a:spLocks noGrp="1"/>
            </p:cNvSpPr>
            <p:nvPr/>
          </p:nvSpPr>
          <p:spPr>
            <a:xfrm>
              <a:off x="6954778" y="3930075"/>
              <a:ext cx="78353" cy="78353"/>
            </a:xfrm>
            <a:prstGeom prst="ellipse">
              <a:avLst/>
            </a:prstGeom>
            <a:solidFill>
              <a:srgbClr val="FFFFFF"/>
            </a:solidFill>
            <a:ln w="17662">
              <a:solidFill>
                <a:srgbClr val="009E73"/>
              </a:solidFill>
            </a:ln>
          </p:spPr>
        </p:sp>
        <p:sp>
          <p:nvSpPr>
            <p:cNvPr id="10043" name="Volume label: C">
              <a:extLst>
                <a:ext uri="{FF2B5EF4-FFF2-40B4-BE49-F238E27FC236}">
                  <ns2:creationId id="{E76031F2-C594-40E0-A3DE-46AA0B72C020}"/>
                </a:ext>
              </a:extLst>
            </p:cNvPr>
            <p:cNvSpPr>
              <a:spLocks noGrp="1"/>
            </p:cNvSpPr>
            <p:nvPr/>
          </p:nvSpPr>
          <p:spPr>
            <a:xfrm>
              <a:off x="7066843" y="3750591"/>
              <a:ext cx="255104" cy="227772"/>
            </a:xfrm>
            <a:prstGeom prst="rect">
              <a:avLst/>
            </a:prstGeom>
            <a:noFill/>
            <a:ln w="0">
              <a:noFill/>
            </a:ln>
          </p:spPr>
          <p:txBody>
            <a:bodyPr wrap="none" lIns="0" tIns="0" rIns="0" bIns="0" anchor="ctr">
              <a:noAutofit/>
            </a:bodyPr>
            <a:lstStyle>
              <a:defPPr algn="l">
                <a:defRPr sz="1390" b="1">
                  <a:solidFill>
                    <a:srgbClr val="009E73"/>
                  </a:solidFill>
                  <a:latin typeface="Arial"/>
                  <a:ea typeface="Arial"/>
                  <a:cs typeface="Arial"/>
                </a:defRPr>
              </a:defPPr>
              <a:lvl1pPr algn="l">
                <a:defRPr sz="1390" b="1">
                  <a:solidFill>
                    <a:srgbClr val="009E73"/>
                  </a:solidFill>
                  <a:latin typeface="Arial"/>
                  <a:ea typeface="Arial"/>
                  <a:cs typeface="Arial"/>
                </a:defRPr>
              </a:lvl1pPr>
              <a:lvl2pPr algn="l">
                <a:defRPr sz="1390" b="1">
                  <a:solidFill>
                    <a:srgbClr val="009E73"/>
                  </a:solidFill>
                  <a:latin typeface="Arial"/>
                  <a:ea typeface="Arial"/>
                  <a:cs typeface="Arial"/>
                </a:defRPr>
              </a:lvl2pPr>
              <a:lvl3pPr algn="l">
                <a:defRPr sz="1390" b="1">
                  <a:solidFill>
                    <a:srgbClr val="009E73"/>
                  </a:solidFill>
                  <a:latin typeface="Arial"/>
                  <a:ea typeface="Arial"/>
                  <a:cs typeface="Arial"/>
                </a:defRPr>
              </a:lvl3pPr>
              <a:lvl4pPr algn="l">
                <a:defRPr sz="1390" b="1">
                  <a:solidFill>
                    <a:srgbClr val="009E73"/>
                  </a:solidFill>
                  <a:latin typeface="Arial"/>
                  <a:ea typeface="Arial"/>
                  <a:cs typeface="Arial"/>
                </a:defRPr>
              </a:lvl4pPr>
              <a:lvl5pPr algn="l">
                <a:defRPr sz="1390" b="1">
                  <a:solidFill>
                    <a:srgbClr val="009E73"/>
                  </a:solidFill>
                  <a:latin typeface="Arial"/>
                  <a:ea typeface="Arial"/>
                  <a:cs typeface="Arial"/>
                </a:defRPr>
              </a:lvl5pPr>
              <a:lvl6pPr algn="l">
                <a:defRPr sz="1390" b="1">
                  <a:solidFill>
                    <a:srgbClr val="009E73"/>
                  </a:solidFill>
                  <a:latin typeface="Arial"/>
                  <a:ea typeface="Arial"/>
                  <a:cs typeface="Arial"/>
                </a:defRPr>
              </a:lvl6pPr>
              <a:lvl7pPr algn="l">
                <a:defRPr sz="1390" b="1">
                  <a:solidFill>
                    <a:srgbClr val="009E73"/>
                  </a:solidFill>
                  <a:latin typeface="Arial"/>
                  <a:ea typeface="Arial"/>
                  <a:cs typeface="Arial"/>
                </a:defRPr>
              </a:lvl7pPr>
              <a:lvl8pPr algn="l">
                <a:defRPr sz="1390" b="1">
                  <a:solidFill>
                    <a:srgbClr val="009E73"/>
                  </a:solidFill>
                  <a:latin typeface="Arial"/>
                  <a:ea typeface="Arial"/>
                  <a:cs typeface="Arial"/>
                </a:defRPr>
              </a:lvl8pPr>
              <a:lvl9pPr algn="l">
                <a:defRPr sz="1390" b="1">
                  <a:solidFill>
                    <a:srgbClr val="009E73"/>
                  </a:solidFill>
                  <a:latin typeface="Arial"/>
                  <a:ea typeface="Arial"/>
                  <a:cs typeface="Arial"/>
                </a:defRPr>
              </a:lvl9pPr>
            </a:lstStyle>
            <a:p>
              <a:pPr algn="l">
                <a:defRPr sz="1390" b="1">
                  <a:solidFill>
                    <a:srgbClr val="009E73"/>
                  </a:solidFill>
                  <a:latin typeface="Arial"/>
                  <a:ea typeface="Arial"/>
                  <a:cs typeface="Arial"/>
                </a:defRPr>
              </a:pPr>
              <a:r>
                <a:rPr sz="1390" b="1">
                  <a:solidFill>
                    <a:srgbClr val="009E73"/>
                  </a:solidFill>
                  <a:latin typeface="Arial"/>
                  <a:ea typeface="Arial"/>
                  <a:cs typeface="Arial"/>
                </a:rPr>
                <a:t>C</a:t>
              </a:r>
            </a:p>
          </p:txBody>
        </p:sp>
        <p:sp>
          <p:nvSpPr>
            <p:cNvPr id="10044" name="Volume label: f141   t = 1.41">
              <a:extLst>
                <a:ext uri="{FF2B5EF4-FFF2-40B4-BE49-F238E27FC236}">
                  <ns2:creationId id="{086325EB-F5BD-4266-8669-2743E1C83862}"/>
                </a:ext>
              </a:extLst>
            </p:cNvPr>
            <p:cNvSpPr>
              <a:spLocks noGrp="1"/>
            </p:cNvSpPr>
            <p:nvPr/>
          </p:nvSpPr>
          <p:spPr>
            <a:xfrm>
              <a:off x="7962900" y="2914650"/>
              <a:ext cx="3771900" cy="218661"/>
            </a:xfrm>
            <a:prstGeom prst="rect">
              <a:avLst/>
            </a:prstGeom>
            <a:noFill/>
            <a:ln w="0">
              <a:noFill/>
            </a:ln>
          </p:spPr>
          <p:txBody>
            <a:bodyPr wrap="none" lIns="0" tIns="0" rIns="0" bIns="0" anchor="ctr">
              <a:noAutofit/>
            </a:bodyPr>
            <a:lstStyle>
              <a:defPPr algn="l">
                <a:defRPr sz="1545" b="1">
                  <a:solidFill>
                    <a:srgbClr val="000000"/>
                  </a:solidFill>
                  <a:latin typeface="Arial"/>
                  <a:ea typeface="Arial"/>
                  <a:cs typeface="Arial"/>
                </a:defRPr>
              </a:defPPr>
              <a:lvl1pPr algn="l">
                <a:defRPr sz="1545" b="1">
                  <a:solidFill>
                    <a:srgbClr val="000000"/>
                  </a:solidFill>
                  <a:latin typeface="Arial"/>
                  <a:ea typeface="Arial"/>
                  <a:cs typeface="Arial"/>
                </a:defRPr>
              </a:lvl1pPr>
              <a:lvl2pPr algn="l">
                <a:defRPr sz="1545" b="1">
                  <a:solidFill>
                    <a:srgbClr val="000000"/>
                  </a:solidFill>
                  <a:latin typeface="Arial"/>
                  <a:ea typeface="Arial"/>
                  <a:cs typeface="Arial"/>
                </a:defRPr>
              </a:lvl2pPr>
              <a:lvl3pPr algn="l">
                <a:defRPr sz="1545" b="1">
                  <a:solidFill>
                    <a:srgbClr val="000000"/>
                  </a:solidFill>
                  <a:latin typeface="Arial"/>
                  <a:ea typeface="Arial"/>
                  <a:cs typeface="Arial"/>
                </a:defRPr>
              </a:lvl3pPr>
              <a:lvl4pPr algn="l">
                <a:defRPr sz="1545" b="1">
                  <a:solidFill>
                    <a:srgbClr val="000000"/>
                  </a:solidFill>
                  <a:latin typeface="Arial"/>
                  <a:ea typeface="Arial"/>
                  <a:cs typeface="Arial"/>
                </a:defRPr>
              </a:lvl4pPr>
              <a:lvl5pPr algn="l">
                <a:defRPr sz="1545" b="1">
                  <a:solidFill>
                    <a:srgbClr val="000000"/>
                  </a:solidFill>
                  <a:latin typeface="Arial"/>
                  <a:ea typeface="Arial"/>
                  <a:cs typeface="Arial"/>
                </a:defRPr>
              </a:lvl5pPr>
              <a:lvl6pPr algn="l">
                <a:defRPr sz="1545" b="1">
                  <a:solidFill>
                    <a:srgbClr val="000000"/>
                  </a:solidFill>
                  <a:latin typeface="Arial"/>
                  <a:ea typeface="Arial"/>
                  <a:cs typeface="Arial"/>
                </a:defRPr>
              </a:lvl6pPr>
              <a:lvl7pPr algn="l">
                <a:defRPr sz="1545" b="1">
                  <a:solidFill>
                    <a:srgbClr val="000000"/>
                  </a:solidFill>
                  <a:latin typeface="Arial"/>
                  <a:ea typeface="Arial"/>
                  <a:cs typeface="Arial"/>
                </a:defRPr>
              </a:lvl7pPr>
              <a:lvl8pPr algn="l">
                <a:defRPr sz="1545" b="1">
                  <a:solidFill>
                    <a:srgbClr val="000000"/>
                  </a:solidFill>
                  <a:latin typeface="Arial"/>
                  <a:ea typeface="Arial"/>
                  <a:cs typeface="Arial"/>
                </a:defRPr>
              </a:lvl8pPr>
              <a:lvl9pPr algn="l">
                <a:defRPr sz="1545" b="1">
                  <a:solidFill>
                    <a:srgbClr val="000000"/>
                  </a:solidFill>
                  <a:latin typeface="Arial"/>
                  <a:ea typeface="Arial"/>
                  <a:cs typeface="Arial"/>
                </a:defRPr>
              </a:lvl9pPr>
            </a:lstStyle>
            <a:p>
              <a:pPr algn="l">
                <a:defRPr sz="1545" b="1">
                  <a:solidFill>
                    <a:srgbClr val="000000"/>
                  </a:solidFill>
                  <a:latin typeface="Arial"/>
                  <a:ea typeface="Arial"/>
                  <a:cs typeface="Arial"/>
                </a:defRPr>
              </a:pPr>
              <a:r>
                <a:rPr sz="1545" b="1">
                  <a:solidFill>
                    <a:srgbClr val="000000"/>
                  </a:solidFill>
                  <a:latin typeface="Arial"/>
                  <a:ea typeface="Arial"/>
                  <a:cs typeface="Arial"/>
                </a:rPr>
                <a:t>Frame 141</a:t>
              </a:r>
            </a:p>
          </p:txBody>
        </p:sp>
        <p:pic>
          <p:nvPicPr>
            <p:cNvPr id="10045" name="">
              <a:extLst>
                <a:ext uri="{FF2B5EF4-FFF2-40B4-BE49-F238E27FC236}">
                  <ns2:creationId id="{BFB97EFB-746A-4614-9D97-F468B5175A84}"/>
                </a:ext>
              </a:extLst>
            </p:cNvPr>
            <p:cNvPicPr>
              <a:picLocks noChangeAspect="1"/>
            </p:cNvPicPr>
            <p:nvPr/>
          </p:nvPicPr>
          <p:blipFill>
            <a:blip r:embed="FrameView_Rf17f8bde6fe240f7"/>
            <a:stretch/>
          </p:blipFill>
          <p:spPr>
            <a:xfrm>
              <a:off x="7962900" y="3169754"/>
              <a:ext cx="3771900" cy="1374648"/>
            </a:xfrm>
            <a:prstGeom prst="rect">
              <a:avLst/>
            </a:prstGeom>
          </p:spPr>
        </p:pic>
        <p:sp>
          <p:nvSpPr>
            <p:cNvPr id="10046" name="Domain frame f141: corner 0-1">
              <a:extLst>
                <a:ext uri="{FF2B5EF4-FFF2-40B4-BE49-F238E27FC236}">
                  <ns2:creationId id="{593F85A4-231A-4335-9969-A5560C6A11F0}"/>
                </a:ext>
              </a:extLst>
            </p:cNvPr>
            <p:cNvSpPr>
              <a:spLocks noGrp="1"/>
            </p:cNvSpPr>
            <p:nvPr/>
          </p:nvSpPr>
          <p:spPr>
            <a:xfrm>
              <a:off x="8038338" y="3622784"/>
              <a:ext cx="91" cy="625805"/>
            </a:xfrm>
            <a:custGeom>
              <a:pathLst>
                <a:path w="95" h="654251">
                  <a:moveTo>
                    <a:pt x="0" y="654251"/>
                  </a:moveTo>
                  <a:lnTo>
                    <a:pt x="0" y="0"/>
                  </a:lnTo>
                </a:path>
              </a:pathLst>
            </a:custGeom>
            <a:noFill/>
            <a:ln w="11284">
              <a:solidFill>
                <a:srgbClr val="7B8790"/>
              </a:solidFill>
              <a:prstDash val="solid"/>
            </a:ln>
          </p:spPr>
        </p:sp>
        <p:sp>
          <p:nvSpPr>
            <p:cNvPr id="10047" name="Domain frame f141: corner 0-2">
              <a:extLst>
                <a:ext uri="{FF2B5EF4-FFF2-40B4-BE49-F238E27FC236}">
                  <ns2:creationId id="{CD9EFECA-4F2B-4AA3-8787-CCF9E83A1B14}"/>
                </a:ext>
              </a:extLst>
            </p:cNvPr>
            <p:cNvSpPr>
              <a:spLocks noGrp="1"/>
            </p:cNvSpPr>
            <p:nvPr/>
          </p:nvSpPr>
          <p:spPr>
            <a:xfrm>
              <a:off x="8038338" y="3905670"/>
              <a:ext cx="590756" cy="342920"/>
            </a:xfrm>
            <a:custGeom>
              <a:pathLst>
                <a:path w="617609" h="358507">
                  <a:moveTo>
                    <a:pt x="0" y="358507"/>
                  </a:moveTo>
                  <a:lnTo>
                    <a:pt x="617609" y="0"/>
                  </a:lnTo>
                </a:path>
              </a:pathLst>
            </a:custGeom>
            <a:noFill/>
            <a:ln w="11284">
              <a:solidFill>
                <a:srgbClr val="B3BDC4"/>
              </a:solidFill>
              <a:prstDash val="dash"/>
            </a:ln>
          </p:spPr>
        </p:sp>
        <p:sp>
          <p:nvSpPr>
            <p:cNvPr id="10048" name="Domain frame f141: corner 0-4">
              <a:extLst>
                <a:ext uri="{FF2B5EF4-FFF2-40B4-BE49-F238E27FC236}">
                  <ns2:creationId id="{BAC4EE36-7D16-42BF-AF0D-FFF63EDB478A}"/>
                </a:ext>
              </a:extLst>
            </p:cNvPr>
            <p:cNvSpPr>
              <a:spLocks noGrp="1"/>
            </p:cNvSpPr>
            <p:nvPr/>
          </p:nvSpPr>
          <p:spPr>
            <a:xfrm>
              <a:off x="8038338" y="4248589"/>
              <a:ext cx="3030268" cy="185702"/>
            </a:xfrm>
            <a:custGeom>
              <a:pathLst>
                <a:path w="3168007" h="194143">
                  <a:moveTo>
                    <a:pt x="0" y="0"/>
                  </a:moveTo>
                  <a:lnTo>
                    <a:pt x="3168007" y="194143"/>
                  </a:lnTo>
                </a:path>
              </a:pathLst>
            </a:custGeom>
            <a:noFill/>
            <a:ln w="11284">
              <a:solidFill>
                <a:srgbClr val="7B8790"/>
              </a:solidFill>
              <a:prstDash val="solid"/>
            </a:ln>
          </p:spPr>
        </p:sp>
        <p:sp>
          <p:nvSpPr>
            <p:cNvPr id="10049" name="Domain frame f141: corner 1-3">
              <a:extLst>
                <a:ext uri="{FF2B5EF4-FFF2-40B4-BE49-F238E27FC236}">
                  <ns2:creationId id="{CCCDD479-5B04-4DAF-BDFD-C2E5D1757C23}"/>
                </a:ext>
              </a:extLst>
            </p:cNvPr>
            <p:cNvSpPr>
              <a:spLocks noGrp="1"/>
            </p:cNvSpPr>
            <p:nvPr/>
          </p:nvSpPr>
          <p:spPr>
            <a:xfrm>
              <a:off x="8038338" y="3279864"/>
              <a:ext cx="590756" cy="342920"/>
            </a:xfrm>
            <a:custGeom>
              <a:pathLst>
                <a:path w="617609" h="358507">
                  <a:moveTo>
                    <a:pt x="0" y="358507"/>
                  </a:moveTo>
                  <a:lnTo>
                    <a:pt x="617609" y="0"/>
                  </a:lnTo>
                </a:path>
              </a:pathLst>
            </a:custGeom>
            <a:noFill/>
            <a:ln w="11284">
              <a:solidFill>
                <a:srgbClr val="7B8790"/>
              </a:solidFill>
              <a:prstDash val="solid"/>
            </a:ln>
          </p:spPr>
        </p:sp>
        <p:sp>
          <p:nvSpPr>
            <p:cNvPr id="10050" name="Domain frame f141: corner 1-5">
              <a:extLst>
                <a:ext uri="{FF2B5EF4-FFF2-40B4-BE49-F238E27FC236}">
                  <ns2:creationId id="{95BC2DB6-D933-4915-BAE4-A0E88B7FFA90}"/>
                </a:ext>
              </a:extLst>
            </p:cNvPr>
            <p:cNvSpPr>
              <a:spLocks noGrp="1"/>
            </p:cNvSpPr>
            <p:nvPr/>
          </p:nvSpPr>
          <p:spPr>
            <a:xfrm>
              <a:off x="8038338" y="3622784"/>
              <a:ext cx="3030268" cy="185702"/>
            </a:xfrm>
            <a:custGeom>
              <a:pathLst>
                <a:path w="3168007" h="194143">
                  <a:moveTo>
                    <a:pt x="0" y="0"/>
                  </a:moveTo>
                  <a:lnTo>
                    <a:pt x="3168007" y="194143"/>
                  </a:lnTo>
                </a:path>
              </a:pathLst>
            </a:custGeom>
            <a:noFill/>
            <a:ln w="11284">
              <a:solidFill>
                <a:srgbClr val="7B8790"/>
              </a:solidFill>
              <a:prstDash val="solid"/>
            </a:ln>
          </p:spPr>
        </p:sp>
        <p:sp>
          <p:nvSpPr>
            <p:cNvPr id="10051" name="Domain frame f141: corner 2-3">
              <a:extLst>
                <a:ext uri="{FF2B5EF4-FFF2-40B4-BE49-F238E27FC236}">
                  <ns2:creationId id="{72A2C911-0669-4936-9529-EBDD64FCC0DC}"/>
                </a:ext>
              </a:extLst>
            </p:cNvPr>
            <p:cNvSpPr>
              <a:spLocks noGrp="1"/>
            </p:cNvSpPr>
            <p:nvPr/>
          </p:nvSpPr>
          <p:spPr>
            <a:xfrm>
              <a:off x="8629094" y="3279864"/>
              <a:ext cx="91" cy="625805"/>
            </a:xfrm>
            <a:custGeom>
              <a:pathLst>
                <a:path w="95" h="654251">
                  <a:moveTo>
                    <a:pt x="0" y="654251"/>
                  </a:moveTo>
                  <a:lnTo>
                    <a:pt x="0" y="0"/>
                  </a:lnTo>
                </a:path>
              </a:pathLst>
            </a:custGeom>
            <a:noFill/>
            <a:ln w="11284">
              <a:solidFill>
                <a:srgbClr val="B3BDC4"/>
              </a:solidFill>
              <a:prstDash val="dash"/>
            </a:ln>
          </p:spPr>
        </p:sp>
        <p:sp>
          <p:nvSpPr>
            <p:cNvPr id="10052" name="Domain frame f141: corner 2-6">
              <a:extLst>
                <a:ext uri="{FF2B5EF4-FFF2-40B4-BE49-F238E27FC236}">
                  <ns2:creationId id="{02B37E07-084E-4D5A-92BB-E1DBA996B883}"/>
                </a:ext>
              </a:extLst>
            </p:cNvPr>
            <p:cNvSpPr>
              <a:spLocks noGrp="1"/>
            </p:cNvSpPr>
            <p:nvPr/>
          </p:nvSpPr>
          <p:spPr>
            <a:xfrm>
              <a:off x="8629094" y="3905670"/>
              <a:ext cx="3030268" cy="185702"/>
            </a:xfrm>
            <a:custGeom>
              <a:pathLst>
                <a:path w="3168007" h="194143">
                  <a:moveTo>
                    <a:pt x="0" y="0"/>
                  </a:moveTo>
                  <a:lnTo>
                    <a:pt x="3168007" y="194143"/>
                  </a:lnTo>
                </a:path>
              </a:pathLst>
            </a:custGeom>
            <a:noFill/>
            <a:ln w="11284">
              <a:solidFill>
                <a:srgbClr val="B3BDC4"/>
              </a:solidFill>
              <a:prstDash val="dash"/>
            </a:ln>
          </p:spPr>
        </p:sp>
        <p:sp>
          <p:nvSpPr>
            <p:cNvPr id="10053" name="Domain frame f141: corner 3-7">
              <a:extLst>
                <a:ext uri="{FF2B5EF4-FFF2-40B4-BE49-F238E27FC236}">
                  <ns2:creationId id="{2B53BDEE-ED28-48A2-8352-5AA2FE2A5E73}"/>
                </a:ext>
              </a:extLst>
            </p:cNvPr>
            <p:cNvSpPr>
              <a:spLocks noGrp="1"/>
            </p:cNvSpPr>
            <p:nvPr/>
          </p:nvSpPr>
          <p:spPr>
            <a:xfrm>
              <a:off x="8629094" y="3279864"/>
              <a:ext cx="3030268" cy="185702"/>
            </a:xfrm>
            <a:custGeom>
              <a:pathLst>
                <a:path w="3168007" h="194143">
                  <a:moveTo>
                    <a:pt x="0" y="0"/>
                  </a:moveTo>
                  <a:lnTo>
                    <a:pt x="3168007" y="194143"/>
                  </a:lnTo>
                </a:path>
              </a:pathLst>
            </a:custGeom>
            <a:noFill/>
            <a:ln w="11284">
              <a:solidFill>
                <a:srgbClr val="7B8790"/>
              </a:solidFill>
              <a:prstDash val="solid"/>
            </a:ln>
          </p:spPr>
        </p:sp>
        <p:sp>
          <p:nvSpPr>
            <p:cNvPr id="10054" name="Domain frame f141: corner 4-5">
              <a:extLst>
                <a:ext uri="{FF2B5EF4-FFF2-40B4-BE49-F238E27FC236}">
                  <ns2:creationId id="{3D71D459-DE45-4E02-9563-856D80CECC86}"/>
                </a:ext>
              </a:extLst>
            </p:cNvPr>
            <p:cNvSpPr>
              <a:spLocks noGrp="1"/>
            </p:cNvSpPr>
            <p:nvPr/>
          </p:nvSpPr>
          <p:spPr>
            <a:xfrm>
              <a:off x="11068606" y="3808487"/>
              <a:ext cx="91" cy="625805"/>
            </a:xfrm>
            <a:custGeom>
              <a:pathLst>
                <a:path w="95" h="654251">
                  <a:moveTo>
                    <a:pt x="0" y="654251"/>
                  </a:moveTo>
                  <a:lnTo>
                    <a:pt x="0" y="0"/>
                  </a:lnTo>
                </a:path>
              </a:pathLst>
            </a:custGeom>
            <a:noFill/>
            <a:ln w="11284">
              <a:solidFill>
                <a:srgbClr val="7B8790"/>
              </a:solidFill>
              <a:prstDash val="solid"/>
            </a:ln>
          </p:spPr>
        </p:sp>
        <p:sp>
          <p:nvSpPr>
            <p:cNvPr id="10055" name="Domain frame f141: corner 4-6">
              <a:extLst>
                <a:ext uri="{FF2B5EF4-FFF2-40B4-BE49-F238E27FC236}">
                  <ns2:creationId id="{2C8E17F5-93CC-4A27-AE42-1D376D8E376D}"/>
                </a:ext>
              </a:extLst>
            </p:cNvPr>
            <p:cNvSpPr>
              <a:spLocks noGrp="1"/>
            </p:cNvSpPr>
            <p:nvPr/>
          </p:nvSpPr>
          <p:spPr>
            <a:xfrm>
              <a:off x="11068606" y="4091373"/>
              <a:ext cx="590756" cy="342920"/>
            </a:xfrm>
            <a:custGeom>
              <a:pathLst>
                <a:path w="617609" h="358507">
                  <a:moveTo>
                    <a:pt x="0" y="358507"/>
                  </a:moveTo>
                  <a:lnTo>
                    <a:pt x="617609" y="0"/>
                  </a:lnTo>
                </a:path>
              </a:pathLst>
            </a:custGeom>
            <a:noFill/>
            <a:ln w="11284">
              <a:solidFill>
                <a:srgbClr val="7B8790"/>
              </a:solidFill>
              <a:prstDash val="solid"/>
            </a:ln>
          </p:spPr>
        </p:sp>
        <p:sp>
          <p:nvSpPr>
            <p:cNvPr id="10056" name="Domain frame f141: corner 5-7">
              <a:extLst>
                <a:ext uri="{FF2B5EF4-FFF2-40B4-BE49-F238E27FC236}">
                  <ns2:creationId id="{9553A586-25E2-4E44-9D6E-597773D19B7F}"/>
                </a:ext>
              </a:extLst>
            </p:cNvPr>
            <p:cNvSpPr>
              <a:spLocks noGrp="1"/>
            </p:cNvSpPr>
            <p:nvPr/>
          </p:nvSpPr>
          <p:spPr>
            <a:xfrm>
              <a:off x="11068606" y="3465567"/>
              <a:ext cx="590756" cy="342920"/>
            </a:xfrm>
            <a:custGeom>
              <a:pathLst>
                <a:path w="617609" h="358507">
                  <a:moveTo>
                    <a:pt x="0" y="358507"/>
                  </a:moveTo>
                  <a:lnTo>
                    <a:pt x="617609" y="0"/>
                  </a:lnTo>
                </a:path>
              </a:pathLst>
            </a:custGeom>
            <a:noFill/>
            <a:ln w="11284">
              <a:solidFill>
                <a:srgbClr val="7B8790"/>
              </a:solidFill>
              <a:prstDash val="solid"/>
            </a:ln>
          </p:spPr>
        </p:sp>
        <p:sp>
          <p:nvSpPr>
            <p:cNvPr id="10057" name="Domain frame f141: corner 6-7">
              <a:extLst>
                <a:ext uri="{FF2B5EF4-FFF2-40B4-BE49-F238E27FC236}">
                  <ns2:creationId id="{74CEA008-6B4D-4CB2-BC29-EF7F94A68084}"/>
                </a:ext>
              </a:extLst>
            </p:cNvPr>
            <p:cNvSpPr>
              <a:spLocks noGrp="1"/>
            </p:cNvSpPr>
            <p:nvPr/>
          </p:nvSpPr>
          <p:spPr>
            <a:xfrm>
              <a:off x="11659362" y="3465567"/>
              <a:ext cx="91" cy="625805"/>
            </a:xfrm>
            <a:custGeom>
              <a:pathLst>
                <a:path w="95" h="654251">
                  <a:moveTo>
                    <a:pt x="0" y="654251"/>
                  </a:moveTo>
                  <a:lnTo>
                    <a:pt x="0" y="0"/>
                  </a:lnTo>
                </a:path>
              </a:pathLst>
            </a:custGeom>
            <a:noFill/>
            <a:ln w="11284">
              <a:solidFill>
                <a:srgbClr val="7B8790"/>
              </a:solidFill>
              <a:prstDash val="solid"/>
            </a:ln>
          </p:spPr>
        </p:sp>
        <p:sp>
          <p:nvSpPr>
            <p:cNvPr id="10058" name="Exact 3D extremum A, track 432, f141">
              <a:extLst>
                <a:ext uri="{FF2B5EF4-FFF2-40B4-BE49-F238E27FC236}">
                  <ns2:creationId id="{37C3C9E6-FD8B-4D84-81A4-C4EE63D18825}"/>
                </a:ext>
              </a:extLst>
            </p:cNvPr>
            <p:cNvSpPr>
              <a:spLocks noGrp="1"/>
            </p:cNvSpPr>
            <p:nvPr/>
          </p:nvSpPr>
          <p:spPr>
            <a:xfrm>
              <a:off x="9009647" y="3975035"/>
              <a:ext cx="78353" cy="78353"/>
            </a:xfrm>
            <a:prstGeom prst="ellipse">
              <a:avLst/>
            </a:prstGeom>
            <a:solidFill>
              <a:srgbClr val="FFFFFF"/>
            </a:solidFill>
            <a:ln w="17662">
              <a:solidFill>
                <a:srgbClr val="0072B2"/>
              </a:solidFill>
            </a:ln>
          </p:spPr>
        </p:sp>
        <p:sp>
          <p:nvSpPr>
            <p:cNvPr id="10059" name="Volume label: A">
              <a:extLst>
                <a:ext uri="{FF2B5EF4-FFF2-40B4-BE49-F238E27FC236}">
                  <ns2:creationId id="{3CF9C991-29EF-47F8-B6B7-44CA4C0C61B1}"/>
                </a:ext>
              </a:extLst>
            </p:cNvPr>
            <p:cNvSpPr>
              <a:spLocks noGrp="1"/>
            </p:cNvSpPr>
            <p:nvPr/>
          </p:nvSpPr>
          <p:spPr>
            <a:xfrm>
              <a:off x="9121710" y="3795550"/>
              <a:ext cx="255104" cy="227772"/>
            </a:xfrm>
            <a:prstGeom prst="rect">
              <a:avLst/>
            </a:prstGeom>
            <a:noFill/>
            <a:ln w="0">
              <a:noFill/>
            </a:ln>
          </p:spPr>
          <p:txBody>
            <a:bodyPr wrap="none" lIns="0" tIns="0" rIns="0" bIns="0" anchor="ctr">
              <a:noAutofit/>
            </a:bodyPr>
            <a:lstStyle>
              <a:defPPr algn="l">
                <a:defRPr sz="1390" b="1">
                  <a:solidFill>
                    <a:srgbClr val="0072B2"/>
                  </a:solidFill>
                  <a:latin typeface="Arial"/>
                  <a:ea typeface="Arial"/>
                  <a:cs typeface="Arial"/>
                </a:defRPr>
              </a:defPPr>
              <a:lvl1pPr algn="l">
                <a:defRPr sz="1390" b="1">
                  <a:solidFill>
                    <a:srgbClr val="0072B2"/>
                  </a:solidFill>
                  <a:latin typeface="Arial"/>
                  <a:ea typeface="Arial"/>
                  <a:cs typeface="Arial"/>
                </a:defRPr>
              </a:lvl1pPr>
              <a:lvl2pPr algn="l">
                <a:defRPr sz="1390" b="1">
                  <a:solidFill>
                    <a:srgbClr val="0072B2"/>
                  </a:solidFill>
                  <a:latin typeface="Arial"/>
                  <a:ea typeface="Arial"/>
                  <a:cs typeface="Arial"/>
                </a:defRPr>
              </a:lvl2pPr>
              <a:lvl3pPr algn="l">
                <a:defRPr sz="1390" b="1">
                  <a:solidFill>
                    <a:srgbClr val="0072B2"/>
                  </a:solidFill>
                  <a:latin typeface="Arial"/>
                  <a:ea typeface="Arial"/>
                  <a:cs typeface="Arial"/>
                </a:defRPr>
              </a:lvl3pPr>
              <a:lvl4pPr algn="l">
                <a:defRPr sz="1390" b="1">
                  <a:solidFill>
                    <a:srgbClr val="0072B2"/>
                  </a:solidFill>
                  <a:latin typeface="Arial"/>
                  <a:ea typeface="Arial"/>
                  <a:cs typeface="Arial"/>
                </a:defRPr>
              </a:lvl4pPr>
              <a:lvl5pPr algn="l">
                <a:defRPr sz="1390" b="1">
                  <a:solidFill>
                    <a:srgbClr val="0072B2"/>
                  </a:solidFill>
                  <a:latin typeface="Arial"/>
                  <a:ea typeface="Arial"/>
                  <a:cs typeface="Arial"/>
                </a:defRPr>
              </a:lvl5pPr>
              <a:lvl6pPr algn="l">
                <a:defRPr sz="1390" b="1">
                  <a:solidFill>
                    <a:srgbClr val="0072B2"/>
                  </a:solidFill>
                  <a:latin typeface="Arial"/>
                  <a:ea typeface="Arial"/>
                  <a:cs typeface="Arial"/>
                </a:defRPr>
              </a:lvl6pPr>
              <a:lvl7pPr algn="l">
                <a:defRPr sz="1390" b="1">
                  <a:solidFill>
                    <a:srgbClr val="0072B2"/>
                  </a:solidFill>
                  <a:latin typeface="Arial"/>
                  <a:ea typeface="Arial"/>
                  <a:cs typeface="Arial"/>
                </a:defRPr>
              </a:lvl7pPr>
              <a:lvl8pPr algn="l">
                <a:defRPr sz="1390" b="1">
                  <a:solidFill>
                    <a:srgbClr val="0072B2"/>
                  </a:solidFill>
                  <a:latin typeface="Arial"/>
                  <a:ea typeface="Arial"/>
                  <a:cs typeface="Arial"/>
                </a:defRPr>
              </a:lvl8pPr>
              <a:lvl9pPr algn="l">
                <a:defRPr sz="1390" b="1">
                  <a:solidFill>
                    <a:srgbClr val="0072B2"/>
                  </a:solidFill>
                  <a:latin typeface="Arial"/>
                  <a:ea typeface="Arial"/>
                  <a:cs typeface="Arial"/>
                </a:defRPr>
              </a:lvl9pPr>
            </a:lstStyle>
            <a:p>
              <a:pPr algn="l">
                <a:defRPr sz="1390" b="1">
                  <a:solidFill>
                    <a:srgbClr val="0072B2"/>
                  </a:solidFill>
                  <a:latin typeface="Arial"/>
                  <a:ea typeface="Arial"/>
                  <a:cs typeface="Arial"/>
                </a:defRPr>
              </a:pPr>
              <a:r>
                <a:rPr sz="1390" b="1">
                  <a:solidFill>
                    <a:srgbClr val="0072B2"/>
                  </a:solidFill>
                  <a:latin typeface="Arial"/>
                  <a:ea typeface="Arial"/>
                  <a:cs typeface="Arial"/>
                </a:rPr>
                <a:t>A</a:t>
              </a:r>
            </a:p>
          </p:txBody>
        </p:sp>
        <p:sp>
          <p:nvSpPr>
            <p:cNvPr id="10060" name="Exact 3D extremum B, track 462, f141">
              <a:extLst>
                <a:ext uri="{FF2B5EF4-FFF2-40B4-BE49-F238E27FC236}">
                  <ns2:creationId id="{878ACD74-1645-41E4-9AE0-B87A6E486E1D}"/>
                </a:ext>
              </a:extLst>
            </p:cNvPr>
            <p:cNvSpPr>
              <a:spLocks noGrp="1"/>
            </p:cNvSpPr>
            <p:nvPr/>
          </p:nvSpPr>
          <p:spPr>
            <a:xfrm>
              <a:off x="10161643" y="4129980"/>
              <a:ext cx="78353" cy="78353"/>
            </a:xfrm>
            <a:prstGeom prst="ellipse">
              <a:avLst/>
            </a:prstGeom>
            <a:solidFill>
              <a:srgbClr val="FFFFFF"/>
            </a:solidFill>
            <a:ln w="17662">
              <a:solidFill>
                <a:srgbClr val="D55E00"/>
              </a:solidFill>
            </a:ln>
          </p:spPr>
        </p:sp>
        <p:sp>
          <p:nvSpPr>
            <p:cNvPr id="10061" name="Volume label: B">
              <a:extLst>
                <a:ext uri="{FF2B5EF4-FFF2-40B4-BE49-F238E27FC236}">
                  <ns2:creationId id="{18CE936B-2430-4FE2-B9D2-303EEF81D01D}"/>
                </a:ext>
              </a:extLst>
            </p:cNvPr>
            <p:cNvSpPr>
              <a:spLocks noGrp="1"/>
            </p:cNvSpPr>
            <p:nvPr/>
          </p:nvSpPr>
          <p:spPr>
            <a:xfrm>
              <a:off x="10273706" y="3950495"/>
              <a:ext cx="255104" cy="227772"/>
            </a:xfrm>
            <a:prstGeom prst="rect">
              <a:avLst/>
            </a:prstGeom>
            <a:noFill/>
            <a:ln w="0">
              <a:noFill/>
            </a:ln>
          </p:spPr>
          <p:txBody>
            <a:bodyPr wrap="none" lIns="0" tIns="0" rIns="0" bIns="0" anchor="ctr">
              <a:noAutofit/>
            </a:bodyPr>
            <a:lstStyle>
              <a:defPPr algn="l">
                <a:defRPr sz="1390" b="1">
                  <a:solidFill>
                    <a:srgbClr val="D55E00"/>
                  </a:solidFill>
                  <a:latin typeface="Arial"/>
                  <a:ea typeface="Arial"/>
                  <a:cs typeface="Arial"/>
                </a:defRPr>
              </a:defPPr>
              <a:lvl1pPr algn="l">
                <a:defRPr sz="1390" b="1">
                  <a:solidFill>
                    <a:srgbClr val="D55E00"/>
                  </a:solidFill>
                  <a:latin typeface="Arial"/>
                  <a:ea typeface="Arial"/>
                  <a:cs typeface="Arial"/>
                </a:defRPr>
              </a:lvl1pPr>
              <a:lvl2pPr algn="l">
                <a:defRPr sz="1390" b="1">
                  <a:solidFill>
                    <a:srgbClr val="D55E00"/>
                  </a:solidFill>
                  <a:latin typeface="Arial"/>
                  <a:ea typeface="Arial"/>
                  <a:cs typeface="Arial"/>
                </a:defRPr>
              </a:lvl2pPr>
              <a:lvl3pPr algn="l">
                <a:defRPr sz="1390" b="1">
                  <a:solidFill>
                    <a:srgbClr val="D55E00"/>
                  </a:solidFill>
                  <a:latin typeface="Arial"/>
                  <a:ea typeface="Arial"/>
                  <a:cs typeface="Arial"/>
                </a:defRPr>
              </a:lvl3pPr>
              <a:lvl4pPr algn="l">
                <a:defRPr sz="1390" b="1">
                  <a:solidFill>
                    <a:srgbClr val="D55E00"/>
                  </a:solidFill>
                  <a:latin typeface="Arial"/>
                  <a:ea typeface="Arial"/>
                  <a:cs typeface="Arial"/>
                </a:defRPr>
              </a:lvl4pPr>
              <a:lvl5pPr algn="l">
                <a:defRPr sz="1390" b="1">
                  <a:solidFill>
                    <a:srgbClr val="D55E00"/>
                  </a:solidFill>
                  <a:latin typeface="Arial"/>
                  <a:ea typeface="Arial"/>
                  <a:cs typeface="Arial"/>
                </a:defRPr>
              </a:lvl5pPr>
              <a:lvl6pPr algn="l">
                <a:defRPr sz="1390" b="1">
                  <a:solidFill>
                    <a:srgbClr val="D55E00"/>
                  </a:solidFill>
                  <a:latin typeface="Arial"/>
                  <a:ea typeface="Arial"/>
                  <a:cs typeface="Arial"/>
                </a:defRPr>
              </a:lvl6pPr>
              <a:lvl7pPr algn="l">
                <a:defRPr sz="1390" b="1">
                  <a:solidFill>
                    <a:srgbClr val="D55E00"/>
                  </a:solidFill>
                  <a:latin typeface="Arial"/>
                  <a:ea typeface="Arial"/>
                  <a:cs typeface="Arial"/>
                </a:defRPr>
              </a:lvl7pPr>
              <a:lvl8pPr algn="l">
                <a:defRPr sz="1390" b="1">
                  <a:solidFill>
                    <a:srgbClr val="D55E00"/>
                  </a:solidFill>
                  <a:latin typeface="Arial"/>
                  <a:ea typeface="Arial"/>
                  <a:cs typeface="Arial"/>
                </a:defRPr>
              </a:lvl8pPr>
              <a:lvl9pPr algn="l">
                <a:defRPr sz="1390" b="1">
                  <a:solidFill>
                    <a:srgbClr val="D55E00"/>
                  </a:solidFill>
                  <a:latin typeface="Arial"/>
                  <a:ea typeface="Arial"/>
                  <a:cs typeface="Arial"/>
                </a:defRPr>
              </a:lvl9pPr>
            </a:lstStyle>
            <a:p>
              <a:pPr algn="l">
                <a:defRPr sz="1390" b="1">
                  <a:solidFill>
                    <a:srgbClr val="D55E00"/>
                  </a:solidFill>
                  <a:latin typeface="Arial"/>
                  <a:ea typeface="Arial"/>
                  <a:cs typeface="Arial"/>
                </a:defRPr>
              </a:pPr>
              <a:r>
                <a:rPr sz="1390" b="1">
                  <a:solidFill>
                    <a:srgbClr val="D55E00"/>
                  </a:solidFill>
                  <a:latin typeface="Arial"/>
                  <a:ea typeface="Arial"/>
                  <a:cs typeface="Arial"/>
                </a:rPr>
                <a:t>B</a:t>
              </a:r>
            </a:p>
          </p:txBody>
        </p:sp>
        <p:sp>
          <p:nvSpPr>
            <p:cNvPr id="10062" name="Exact 3D extremum C, track 388, f141">
              <a:extLst>
                <a:ext uri="{FF2B5EF4-FFF2-40B4-BE49-F238E27FC236}">
                  <ns2:creationId id="{161AA25D-5E51-427A-813A-312F3A42AD56}"/>
                </a:ext>
              </a:extLst>
            </p:cNvPr>
            <p:cNvSpPr>
              <a:spLocks noGrp="1"/>
            </p:cNvSpPr>
            <p:nvPr/>
          </p:nvSpPr>
          <p:spPr>
            <a:xfrm>
              <a:off x="10870164" y="3930696"/>
              <a:ext cx="78353" cy="78353"/>
            </a:xfrm>
            <a:prstGeom prst="ellipse">
              <a:avLst/>
            </a:prstGeom>
            <a:solidFill>
              <a:srgbClr val="FFFFFF"/>
            </a:solidFill>
            <a:ln w="17662">
              <a:solidFill>
                <a:srgbClr val="009E73"/>
              </a:solidFill>
            </a:ln>
          </p:spPr>
        </p:sp>
        <p:sp>
          <p:nvSpPr>
            <p:cNvPr id="10063" name="Volume label: C">
              <a:extLst>
                <a:ext uri="{FF2B5EF4-FFF2-40B4-BE49-F238E27FC236}">
                  <ns2:creationId id="{C52BC52E-7F41-4403-8B4A-FCA0297D7DEA}"/>
                </a:ext>
              </a:extLst>
            </p:cNvPr>
            <p:cNvSpPr>
              <a:spLocks noGrp="1"/>
            </p:cNvSpPr>
            <p:nvPr/>
          </p:nvSpPr>
          <p:spPr>
            <a:xfrm>
              <a:off x="10982227" y="3751212"/>
              <a:ext cx="255104" cy="227772"/>
            </a:xfrm>
            <a:prstGeom prst="rect">
              <a:avLst/>
            </a:prstGeom>
            <a:noFill/>
            <a:ln w="0">
              <a:noFill/>
            </a:ln>
          </p:spPr>
          <p:txBody>
            <a:bodyPr wrap="none" lIns="0" tIns="0" rIns="0" bIns="0" anchor="ctr">
              <a:noAutofit/>
            </a:bodyPr>
            <a:lstStyle>
              <a:defPPr algn="l">
                <a:defRPr sz="1390" b="1">
                  <a:solidFill>
                    <a:srgbClr val="009E73"/>
                  </a:solidFill>
                  <a:latin typeface="Arial"/>
                  <a:ea typeface="Arial"/>
                  <a:cs typeface="Arial"/>
                </a:defRPr>
              </a:defPPr>
              <a:lvl1pPr algn="l">
                <a:defRPr sz="1390" b="1">
                  <a:solidFill>
                    <a:srgbClr val="009E73"/>
                  </a:solidFill>
                  <a:latin typeface="Arial"/>
                  <a:ea typeface="Arial"/>
                  <a:cs typeface="Arial"/>
                </a:defRPr>
              </a:lvl1pPr>
              <a:lvl2pPr algn="l">
                <a:defRPr sz="1390" b="1">
                  <a:solidFill>
                    <a:srgbClr val="009E73"/>
                  </a:solidFill>
                  <a:latin typeface="Arial"/>
                  <a:ea typeface="Arial"/>
                  <a:cs typeface="Arial"/>
                </a:defRPr>
              </a:lvl2pPr>
              <a:lvl3pPr algn="l">
                <a:defRPr sz="1390" b="1">
                  <a:solidFill>
                    <a:srgbClr val="009E73"/>
                  </a:solidFill>
                  <a:latin typeface="Arial"/>
                  <a:ea typeface="Arial"/>
                  <a:cs typeface="Arial"/>
                </a:defRPr>
              </a:lvl3pPr>
              <a:lvl4pPr algn="l">
                <a:defRPr sz="1390" b="1">
                  <a:solidFill>
                    <a:srgbClr val="009E73"/>
                  </a:solidFill>
                  <a:latin typeface="Arial"/>
                  <a:ea typeface="Arial"/>
                  <a:cs typeface="Arial"/>
                </a:defRPr>
              </a:lvl4pPr>
              <a:lvl5pPr algn="l">
                <a:defRPr sz="1390" b="1">
                  <a:solidFill>
                    <a:srgbClr val="009E73"/>
                  </a:solidFill>
                  <a:latin typeface="Arial"/>
                  <a:ea typeface="Arial"/>
                  <a:cs typeface="Arial"/>
                </a:defRPr>
              </a:lvl5pPr>
              <a:lvl6pPr algn="l">
                <a:defRPr sz="1390" b="1">
                  <a:solidFill>
                    <a:srgbClr val="009E73"/>
                  </a:solidFill>
                  <a:latin typeface="Arial"/>
                  <a:ea typeface="Arial"/>
                  <a:cs typeface="Arial"/>
                </a:defRPr>
              </a:lvl6pPr>
              <a:lvl7pPr algn="l">
                <a:defRPr sz="1390" b="1">
                  <a:solidFill>
                    <a:srgbClr val="009E73"/>
                  </a:solidFill>
                  <a:latin typeface="Arial"/>
                  <a:ea typeface="Arial"/>
                  <a:cs typeface="Arial"/>
                </a:defRPr>
              </a:lvl7pPr>
              <a:lvl8pPr algn="l">
                <a:defRPr sz="1390" b="1">
                  <a:solidFill>
                    <a:srgbClr val="009E73"/>
                  </a:solidFill>
                  <a:latin typeface="Arial"/>
                  <a:ea typeface="Arial"/>
                  <a:cs typeface="Arial"/>
                </a:defRPr>
              </a:lvl8pPr>
              <a:lvl9pPr algn="l">
                <a:defRPr sz="1390" b="1">
                  <a:solidFill>
                    <a:srgbClr val="009E73"/>
                  </a:solidFill>
                  <a:latin typeface="Arial"/>
                  <a:ea typeface="Arial"/>
                  <a:cs typeface="Arial"/>
                </a:defRPr>
              </a:lvl9pPr>
            </a:lstStyle>
            <a:p>
              <a:pPr algn="l">
                <a:defRPr sz="1390" b="1">
                  <a:solidFill>
                    <a:srgbClr val="009E73"/>
                  </a:solidFill>
                  <a:latin typeface="Arial"/>
                  <a:ea typeface="Arial"/>
                  <a:cs typeface="Arial"/>
                </a:defRPr>
              </a:pPr>
              <a:r>
                <a:rPr sz="1390" b="1">
                  <a:solidFill>
                    <a:srgbClr val="009E73"/>
                  </a:solidFill>
                  <a:latin typeface="Arial"/>
                  <a:ea typeface="Arial"/>
                  <a:cs typeface="Arial"/>
                </a:rPr>
                <a:t>C</a:t>
              </a:r>
            </a:p>
          </p:txBody>
        </p:sp>
      </p:grpSp>
    </p:spTree>
    <p:extLst>
      <p:ext uri="{BB962C8B-B14F-4D97-AF65-F5344CB8AC3E}">
        <ns4:creationId val="899364499"/>
      </p:ext>
    </p:extLst>
  </p:cSld>
</p:sld>
</file>

<file path=ppt/slides/slide11.xml><?xml version="1.0" encoding="utf-8"?>
<p:sld xmlns:a="http://schemas.openxmlformats.org/drawingml/2006/main" xmlns:ns2="http://schemas.microsoft.com/office/drawing/2014/main" xmlns:ns4="http://schemas.microsoft.com/office/powerpoint/2010/main" xmlns:p="http://schemas.openxmlformats.org/presentationml/2006/main" xmlns:r="http://schemas.openxmlformats.org/officeDocument/2006/relationships">
  <p:cSld>
    <p:bg>
      <p:bgPr>
        <a:solidFill>
          <a:srgbClr val="FFFFFF"/>
        </a:solidFill>
      </p:bgPr>
    </p:bg>
    <p:spTree>
      <p:nvGrpSpPr>
        <p:cNvPr id="1" name=""/>
        <p:cNvGrpSpPr/>
        <p:nvPr/>
      </p:nvGrpSpPr>
      <p:grpSpPr>
        <a:xfrm/>
      </p:grpSpPr>
      <p:grpSp>
        <p:nvGrpSpPr>
          <p:cNvPr id="232" name="Manuscript Figure 11: Cylinder: 102 original-grid 3-D Q fields and source isosurfaces"/>
          <p:cNvGrpSpPr/>
          <p:nvPr/>
        </p:nvGrpSpPr>
        <p:grpSpPr>
          <a:xfrm>
            <a:off x="2336800" y="0"/>
            <a:ext cx="8128000" cy="6096000"/>
            <a:chOff x="0" y="0"/>
            <a:chExt cx="11811000" cy="8858250"/>
          </a:xfrm>
        </p:grpSpPr>
        <p:sp>
          <p:nvSpPr>
            <p:cNvPr id="24" name="text_023">
              <a:extLst>
                <a:ext uri="{FF2B5EF4-FFF2-40B4-BE49-F238E27FC236}">
                  <ns2:creationId id="{B144289B-0190-43E7-B756-3C4740512633}"/>
                </a:ext>
              </a:extLst>
            </p:cNvPr>
            <p:cNvSpPr>
              <a:spLocks noGrp="1"/>
            </p:cNvSpPr>
            <p:nvPr/>
          </p:nvSpPr>
          <p:spPr>
            <a:xfrm rot="0">
              <a:off x="255270" y="57150"/>
              <a:ext cx="5169877" cy="285750"/>
            </a:xfrm>
            <a:prstGeom prst="rect">
              <a:avLst/>
            </a:prstGeom>
            <a:noFill/>
            <a:ln w="0">
              <a:noFill/>
              <a:prstDash val="solid"/>
            </a:ln>
          </p:spPr>
          <p:txBody>
            <a:bodyPr wrap="none" lIns="0" tIns="0" rIns="0" bIns="0" anchor="t">
              <a:noAutofit/>
            </a:bodyPr>
            <a:lstStyle>
              <a:defPPr algn="l">
                <a:defRPr sz="1239" b="1">
                  <a:solidFill>
                    <a:srgbClr val="000000"/>
                  </a:solidFill>
                  <a:latin typeface="Arial"/>
                  <a:ea typeface="Arial"/>
                  <a:cs typeface="Arial"/>
                </a:defRPr>
              </a:defPPr>
              <a:lvl1pPr algn="l">
                <a:defRPr sz="1239" b="1">
                  <a:solidFill>
                    <a:srgbClr val="000000"/>
                  </a:solidFill>
                  <a:latin typeface="Arial"/>
                  <a:ea typeface="Arial"/>
                  <a:cs typeface="Arial"/>
                </a:defRPr>
              </a:lvl1pPr>
              <a:lvl2pPr algn="l">
                <a:defRPr sz="1239" b="1">
                  <a:solidFill>
                    <a:srgbClr val="000000"/>
                  </a:solidFill>
                  <a:latin typeface="Arial"/>
                  <a:ea typeface="Arial"/>
                  <a:cs typeface="Arial"/>
                </a:defRPr>
              </a:lvl2pPr>
              <a:lvl3pPr algn="l">
                <a:defRPr sz="1239" b="1">
                  <a:solidFill>
                    <a:srgbClr val="000000"/>
                  </a:solidFill>
                  <a:latin typeface="Arial"/>
                  <a:ea typeface="Arial"/>
                  <a:cs typeface="Arial"/>
                </a:defRPr>
              </a:lvl3pPr>
              <a:lvl4pPr algn="l">
                <a:defRPr sz="1239" b="1">
                  <a:solidFill>
                    <a:srgbClr val="000000"/>
                  </a:solidFill>
                  <a:latin typeface="Arial"/>
                  <a:ea typeface="Arial"/>
                  <a:cs typeface="Arial"/>
                </a:defRPr>
              </a:lvl4pPr>
              <a:lvl5pPr algn="l">
                <a:defRPr sz="1239" b="1">
                  <a:solidFill>
                    <a:srgbClr val="000000"/>
                  </a:solidFill>
                  <a:latin typeface="Arial"/>
                  <a:ea typeface="Arial"/>
                  <a:cs typeface="Arial"/>
                </a:defRPr>
              </a:lvl5pPr>
              <a:lvl6pPr algn="l">
                <a:defRPr sz="1239" b="1">
                  <a:solidFill>
                    <a:srgbClr val="000000"/>
                  </a:solidFill>
                  <a:latin typeface="Arial"/>
                  <a:ea typeface="Arial"/>
                  <a:cs typeface="Arial"/>
                </a:defRPr>
              </a:lvl6pPr>
              <a:lvl7pPr algn="l">
                <a:defRPr sz="1239" b="1">
                  <a:solidFill>
                    <a:srgbClr val="000000"/>
                  </a:solidFill>
                  <a:latin typeface="Arial"/>
                  <a:ea typeface="Arial"/>
                  <a:cs typeface="Arial"/>
                </a:defRPr>
              </a:lvl7pPr>
              <a:lvl8pPr algn="l">
                <a:defRPr sz="1239" b="1">
                  <a:solidFill>
                    <a:srgbClr val="000000"/>
                  </a:solidFill>
                  <a:latin typeface="Arial"/>
                  <a:ea typeface="Arial"/>
                  <a:cs typeface="Arial"/>
                </a:defRPr>
              </a:lvl8pPr>
              <a:lvl9pPr algn="l">
                <a:defRPr sz="1239" b="1">
                  <a:solidFill>
                    <a:srgbClr val="000000"/>
                  </a:solidFill>
                  <a:latin typeface="Arial"/>
                  <a:ea typeface="Arial"/>
                  <a:cs typeface="Arial"/>
                </a:defRPr>
              </a:lvl9pPr>
            </a:lstStyle>
            <a:p>
              <a:pPr algn="l">
                <a:defRPr sz="1239" b="1">
                  <a:solidFill>
                    <a:srgbClr val="000000"/>
                  </a:solidFill>
                  <a:latin typeface="Arial"/>
                  <a:ea typeface="Arial"/>
                  <a:cs typeface="Arial"/>
                </a:defRPr>
              </a:pPr>
              <a:r>
                <a:rPr sz="1239" b="1">
                  <a:solidFill>
                    <a:srgbClr val="000000"/>
                  </a:solidFill>
                  <a:latin typeface="Arial"/>
                  <a:ea typeface="Arial"/>
                  <a:cs typeface="Arial"/>
                </a:rPr>
                <a:t>(a) RG-MTM-P</a:t>
              </a:r>
            </a:p>
          </p:txBody>
        </p:sp>
        <p:pic>
          <p:nvPicPr>
            <p:cNvPr id="25" name="">
              <a:extLst>
                <a:ext uri="{FF2B5EF4-FFF2-40B4-BE49-F238E27FC236}">
                  <ns2:creationId id="{83617B4F-7EA8-487B-99BB-67548F2B8777}"/>
                </a:ext>
              </a:extLst>
            </p:cNvPr>
            <p:cNvPicPr>
              <a:picLocks noChangeAspect="1"/>
            </p:cNvPicPr>
            <p:nvPr/>
          </p:nvPicPr>
          <p:blipFill>
            <a:blip r:embed="Rc89e92be5cdc423c"/>
            <a:stretch/>
          </p:blipFill>
          <p:spPr>
            <a:xfrm>
              <a:off x="532228" y="438150"/>
              <a:ext cx="4892919" cy="1352550"/>
            </a:xfrm>
            <a:prstGeom prst="rect">
              <a:avLst/>
            </a:prstGeom>
          </p:spPr>
        </p:pic>
        <p:sp>
          <p:nvSpPr>
            <p:cNvPr id="26" name="line_025">
              <a:extLst>
                <a:ext uri="{FF2B5EF4-FFF2-40B4-BE49-F238E27FC236}">
                  <ns2:creationId id="{FEB4A91D-A822-4538-A917-51D3851DC589}"/>
                </a:ext>
              </a:extLst>
            </p:cNvPr>
            <p:cNvSpPr>
              <a:spLocks noGrp="1"/>
            </p:cNvSpPr>
            <p:nvPr/>
          </p:nvSpPr>
          <p:spPr>
            <a:xfrm>
              <a:off x="495300" y="1790700"/>
              <a:ext cx="36928" cy="95"/>
            </a:xfrm>
            <a:custGeom>
              <a:pathLst>
                <a:path w="38100" h="95">
                  <a:moveTo>
                    <a:pt x="0" y="0"/>
                  </a:moveTo>
                  <a:lnTo>
                    <a:pt x="38100" y="0"/>
                  </a:lnTo>
                </a:path>
              </a:pathLst>
            </a:custGeom>
            <a:noFill/>
            <a:ln w="6555">
              <a:solidFill>
                <a:srgbClr val="7B8790"/>
              </a:solidFill>
              <a:prstDash val="solid"/>
            </a:ln>
          </p:spPr>
        </p:sp>
        <p:sp>
          <p:nvSpPr>
            <p:cNvPr id="27" name="text_026">
              <a:extLst>
                <a:ext uri="{FF2B5EF4-FFF2-40B4-BE49-F238E27FC236}">
                  <ns2:creationId id="{F492141D-33D2-486E-AB51-D3679B3E635C}"/>
                </a:ext>
              </a:extLst>
            </p:cNvPr>
            <p:cNvSpPr>
              <a:spLocks noGrp="1"/>
            </p:cNvSpPr>
            <p:nvPr/>
          </p:nvSpPr>
          <p:spPr>
            <a:xfrm rot="0">
              <a:off x="227574" y="1695450"/>
              <a:ext cx="240030" cy="200025"/>
            </a:xfrm>
            <a:prstGeom prst="rect">
              <a:avLst/>
            </a:prstGeom>
            <a:noFill/>
            <a:ln w="0">
              <a:noFill/>
              <a:prstDash val="solid"/>
            </a:ln>
          </p:spPr>
          <p:txBody>
            <a:bodyPr wrap="none" lIns="0" tIns="0" rIns="0" bIns="0" anchor="t">
              <a:noAutofit/>
            </a:bodyPr>
            <a:lstStyle>
              <a:defPPr algn="r">
                <a:defRPr sz="774" b="0">
                  <a:solidFill>
                    <a:srgbClr val="000000"/>
                  </a:solidFill>
                  <a:latin typeface="Arial"/>
                  <a:ea typeface="Arial"/>
                  <a:cs typeface="Arial"/>
                </a:defRPr>
              </a:defPPr>
              <a:lvl1pPr algn="r">
                <a:defRPr sz="774" b="0">
                  <a:solidFill>
                    <a:srgbClr val="000000"/>
                  </a:solidFill>
                  <a:latin typeface="Arial"/>
                  <a:ea typeface="Arial"/>
                  <a:cs typeface="Arial"/>
                </a:defRPr>
              </a:lvl1pPr>
              <a:lvl2pPr algn="r">
                <a:defRPr sz="774" b="0">
                  <a:solidFill>
                    <a:srgbClr val="000000"/>
                  </a:solidFill>
                  <a:latin typeface="Arial"/>
                  <a:ea typeface="Arial"/>
                  <a:cs typeface="Arial"/>
                </a:defRPr>
              </a:lvl2pPr>
              <a:lvl3pPr algn="r">
                <a:defRPr sz="774" b="0">
                  <a:solidFill>
                    <a:srgbClr val="000000"/>
                  </a:solidFill>
                  <a:latin typeface="Arial"/>
                  <a:ea typeface="Arial"/>
                  <a:cs typeface="Arial"/>
                </a:defRPr>
              </a:lvl3pPr>
              <a:lvl4pPr algn="r">
                <a:defRPr sz="774" b="0">
                  <a:solidFill>
                    <a:srgbClr val="000000"/>
                  </a:solidFill>
                  <a:latin typeface="Arial"/>
                  <a:ea typeface="Arial"/>
                  <a:cs typeface="Arial"/>
                </a:defRPr>
              </a:lvl4pPr>
              <a:lvl5pPr algn="r">
                <a:defRPr sz="774" b="0">
                  <a:solidFill>
                    <a:srgbClr val="000000"/>
                  </a:solidFill>
                  <a:latin typeface="Arial"/>
                  <a:ea typeface="Arial"/>
                  <a:cs typeface="Arial"/>
                </a:defRPr>
              </a:lvl5pPr>
              <a:lvl6pPr algn="r">
                <a:defRPr sz="774" b="0">
                  <a:solidFill>
                    <a:srgbClr val="000000"/>
                  </a:solidFill>
                  <a:latin typeface="Arial"/>
                  <a:ea typeface="Arial"/>
                  <a:cs typeface="Arial"/>
                </a:defRPr>
              </a:lvl6pPr>
              <a:lvl7pPr algn="r">
                <a:defRPr sz="774" b="0">
                  <a:solidFill>
                    <a:srgbClr val="000000"/>
                  </a:solidFill>
                  <a:latin typeface="Arial"/>
                  <a:ea typeface="Arial"/>
                  <a:cs typeface="Arial"/>
                </a:defRPr>
              </a:lvl7pPr>
              <a:lvl8pPr algn="r">
                <a:defRPr sz="774" b="0">
                  <a:solidFill>
                    <a:srgbClr val="000000"/>
                  </a:solidFill>
                  <a:latin typeface="Arial"/>
                  <a:ea typeface="Arial"/>
                  <a:cs typeface="Arial"/>
                </a:defRPr>
              </a:lvl8pPr>
              <a:lvl9pPr algn="r">
                <a:defRPr sz="774" b="0">
                  <a:solidFill>
                    <a:srgbClr val="000000"/>
                  </a:solidFill>
                  <a:latin typeface="Arial"/>
                  <a:ea typeface="Arial"/>
                  <a:cs typeface="Arial"/>
                </a:defRPr>
              </a:lvl9pPr>
            </a:lstStyle>
            <a:p>
              <a:pPr algn="r">
                <a:defRPr sz="774" b="0">
                  <a:solidFill>
                    <a:srgbClr val="000000"/>
                  </a:solidFill>
                  <a:latin typeface="Arial"/>
                  <a:ea typeface="Arial"/>
                  <a:cs typeface="Arial"/>
                </a:defRPr>
              </a:pPr>
              <a:r>
                <a:rPr sz="774" b="0">
                  <a:solidFill>
                    <a:srgbClr val="000000"/>
                  </a:solidFill>
                  <a:latin typeface="Arial"/>
                  <a:ea typeface="Arial"/>
                  <a:cs typeface="Arial"/>
                </a:rPr>
                <a:t>0</a:t>
              </a:r>
            </a:p>
          </p:txBody>
        </p:sp>
        <p:sp>
          <p:nvSpPr>
            <p:cNvPr id="28" name="line_027">
              <a:extLst>
                <a:ext uri="{FF2B5EF4-FFF2-40B4-BE49-F238E27FC236}">
                  <ns2:creationId id="{C38967E5-E4D1-4F6E-80A8-C230BE6DEA55}"/>
                </a:ext>
              </a:extLst>
            </p:cNvPr>
            <p:cNvSpPr>
              <a:spLocks noGrp="1"/>
            </p:cNvSpPr>
            <p:nvPr/>
          </p:nvSpPr>
          <p:spPr>
            <a:xfrm>
              <a:off x="495300" y="1114425"/>
              <a:ext cx="36928" cy="95"/>
            </a:xfrm>
            <a:custGeom>
              <a:pathLst>
                <a:path w="38100" h="95">
                  <a:moveTo>
                    <a:pt x="0" y="0"/>
                  </a:moveTo>
                  <a:lnTo>
                    <a:pt x="38100" y="0"/>
                  </a:lnTo>
                </a:path>
              </a:pathLst>
            </a:custGeom>
            <a:noFill/>
            <a:ln w="6555">
              <a:solidFill>
                <a:srgbClr val="7B8790"/>
              </a:solidFill>
              <a:prstDash val="solid"/>
            </a:ln>
          </p:spPr>
        </p:sp>
        <p:sp>
          <p:nvSpPr>
            <p:cNvPr id="29" name="text_028">
              <a:extLst>
                <a:ext uri="{FF2B5EF4-FFF2-40B4-BE49-F238E27FC236}">
                  <ns2:creationId id="{B657F5B5-6E60-46A2-84F6-3FE5FFEB8543}"/>
                </a:ext>
              </a:extLst>
            </p:cNvPr>
            <p:cNvSpPr>
              <a:spLocks noGrp="1"/>
            </p:cNvSpPr>
            <p:nvPr/>
          </p:nvSpPr>
          <p:spPr>
            <a:xfrm rot="0">
              <a:off x="227574" y="1019175"/>
              <a:ext cx="240030" cy="200025"/>
            </a:xfrm>
            <a:prstGeom prst="rect">
              <a:avLst/>
            </a:prstGeom>
            <a:noFill/>
            <a:ln w="0">
              <a:noFill/>
              <a:prstDash val="solid"/>
            </a:ln>
          </p:spPr>
          <p:txBody>
            <a:bodyPr wrap="none" lIns="0" tIns="0" rIns="0" bIns="0" anchor="t">
              <a:noAutofit/>
            </a:bodyPr>
            <a:lstStyle>
              <a:defPPr algn="r">
                <a:defRPr sz="774" b="0">
                  <a:solidFill>
                    <a:srgbClr val="000000"/>
                  </a:solidFill>
                  <a:latin typeface="Arial"/>
                  <a:ea typeface="Arial"/>
                  <a:cs typeface="Arial"/>
                </a:defRPr>
              </a:defPPr>
              <a:lvl1pPr algn="r">
                <a:defRPr sz="774" b="0">
                  <a:solidFill>
                    <a:srgbClr val="000000"/>
                  </a:solidFill>
                  <a:latin typeface="Arial"/>
                  <a:ea typeface="Arial"/>
                  <a:cs typeface="Arial"/>
                </a:defRPr>
              </a:lvl1pPr>
              <a:lvl2pPr algn="r">
                <a:defRPr sz="774" b="0">
                  <a:solidFill>
                    <a:srgbClr val="000000"/>
                  </a:solidFill>
                  <a:latin typeface="Arial"/>
                  <a:ea typeface="Arial"/>
                  <a:cs typeface="Arial"/>
                </a:defRPr>
              </a:lvl2pPr>
              <a:lvl3pPr algn="r">
                <a:defRPr sz="774" b="0">
                  <a:solidFill>
                    <a:srgbClr val="000000"/>
                  </a:solidFill>
                  <a:latin typeface="Arial"/>
                  <a:ea typeface="Arial"/>
                  <a:cs typeface="Arial"/>
                </a:defRPr>
              </a:lvl3pPr>
              <a:lvl4pPr algn="r">
                <a:defRPr sz="774" b="0">
                  <a:solidFill>
                    <a:srgbClr val="000000"/>
                  </a:solidFill>
                  <a:latin typeface="Arial"/>
                  <a:ea typeface="Arial"/>
                  <a:cs typeface="Arial"/>
                </a:defRPr>
              </a:lvl4pPr>
              <a:lvl5pPr algn="r">
                <a:defRPr sz="774" b="0">
                  <a:solidFill>
                    <a:srgbClr val="000000"/>
                  </a:solidFill>
                  <a:latin typeface="Arial"/>
                  <a:ea typeface="Arial"/>
                  <a:cs typeface="Arial"/>
                </a:defRPr>
              </a:lvl5pPr>
              <a:lvl6pPr algn="r">
                <a:defRPr sz="774" b="0">
                  <a:solidFill>
                    <a:srgbClr val="000000"/>
                  </a:solidFill>
                  <a:latin typeface="Arial"/>
                  <a:ea typeface="Arial"/>
                  <a:cs typeface="Arial"/>
                </a:defRPr>
              </a:lvl6pPr>
              <a:lvl7pPr algn="r">
                <a:defRPr sz="774" b="0">
                  <a:solidFill>
                    <a:srgbClr val="000000"/>
                  </a:solidFill>
                  <a:latin typeface="Arial"/>
                  <a:ea typeface="Arial"/>
                  <a:cs typeface="Arial"/>
                </a:defRPr>
              </a:lvl7pPr>
              <a:lvl8pPr algn="r">
                <a:defRPr sz="774" b="0">
                  <a:solidFill>
                    <a:srgbClr val="000000"/>
                  </a:solidFill>
                  <a:latin typeface="Arial"/>
                  <a:ea typeface="Arial"/>
                  <a:cs typeface="Arial"/>
                </a:defRPr>
              </a:lvl8pPr>
              <a:lvl9pPr algn="r">
                <a:defRPr sz="774" b="0">
                  <a:solidFill>
                    <a:srgbClr val="000000"/>
                  </a:solidFill>
                  <a:latin typeface="Arial"/>
                  <a:ea typeface="Arial"/>
                  <a:cs typeface="Arial"/>
                </a:defRPr>
              </a:lvl9pPr>
            </a:lstStyle>
            <a:p>
              <a:pPr algn="r">
                <a:defRPr sz="774" b="0">
                  <a:solidFill>
                    <a:srgbClr val="000000"/>
                  </a:solidFill>
                  <a:latin typeface="Arial"/>
                  <a:ea typeface="Arial"/>
                  <a:cs typeface="Arial"/>
                </a:defRPr>
              </a:pPr>
              <a:r>
                <a:rPr sz="774" b="0">
                  <a:solidFill>
                    <a:srgbClr val="000000"/>
                  </a:solidFill>
                  <a:latin typeface="Arial"/>
                  <a:ea typeface="Arial"/>
                  <a:cs typeface="Arial"/>
                </a:rPr>
                <a:t>0.5</a:t>
              </a:r>
            </a:p>
          </p:txBody>
        </p:sp>
        <p:sp>
          <p:nvSpPr>
            <p:cNvPr id="30" name="line_029">
              <a:extLst>
                <a:ext uri="{FF2B5EF4-FFF2-40B4-BE49-F238E27FC236}">
                  <ns2:creationId id="{F528E9CA-21EA-4B98-9E43-560B8E85280B}"/>
                </a:ext>
              </a:extLst>
            </p:cNvPr>
            <p:cNvSpPr>
              <a:spLocks noGrp="1"/>
            </p:cNvSpPr>
            <p:nvPr/>
          </p:nvSpPr>
          <p:spPr>
            <a:xfrm>
              <a:off x="495300" y="438150"/>
              <a:ext cx="36928" cy="95"/>
            </a:xfrm>
            <a:custGeom>
              <a:pathLst>
                <a:path w="38100" h="95">
                  <a:moveTo>
                    <a:pt x="0" y="0"/>
                  </a:moveTo>
                  <a:lnTo>
                    <a:pt x="38100" y="0"/>
                  </a:lnTo>
                </a:path>
              </a:pathLst>
            </a:custGeom>
            <a:noFill/>
            <a:ln w="6555">
              <a:solidFill>
                <a:srgbClr val="7B8790"/>
              </a:solidFill>
              <a:prstDash val="solid"/>
            </a:ln>
          </p:spPr>
        </p:sp>
        <p:sp>
          <p:nvSpPr>
            <p:cNvPr id="31" name="text_030">
              <a:extLst>
                <a:ext uri="{FF2B5EF4-FFF2-40B4-BE49-F238E27FC236}">
                  <ns2:creationId id="{511BDC6B-CD8D-4A48-AA83-1A7A2A8DBFA9}"/>
                </a:ext>
              </a:extLst>
            </p:cNvPr>
            <p:cNvSpPr>
              <a:spLocks noGrp="1"/>
            </p:cNvSpPr>
            <p:nvPr/>
          </p:nvSpPr>
          <p:spPr>
            <a:xfrm rot="0">
              <a:off x="227574" y="342900"/>
              <a:ext cx="240030" cy="200025"/>
            </a:xfrm>
            <a:prstGeom prst="rect">
              <a:avLst/>
            </a:prstGeom>
            <a:noFill/>
            <a:ln w="0">
              <a:noFill/>
              <a:prstDash val="solid"/>
            </a:ln>
          </p:spPr>
          <p:txBody>
            <a:bodyPr wrap="none" lIns="0" tIns="0" rIns="0" bIns="0" anchor="t">
              <a:noAutofit/>
            </a:bodyPr>
            <a:lstStyle>
              <a:defPPr algn="r">
                <a:defRPr sz="774" b="0">
                  <a:solidFill>
                    <a:srgbClr val="000000"/>
                  </a:solidFill>
                  <a:latin typeface="Arial"/>
                  <a:ea typeface="Arial"/>
                  <a:cs typeface="Arial"/>
                </a:defRPr>
              </a:defPPr>
              <a:lvl1pPr algn="r">
                <a:defRPr sz="774" b="0">
                  <a:solidFill>
                    <a:srgbClr val="000000"/>
                  </a:solidFill>
                  <a:latin typeface="Arial"/>
                  <a:ea typeface="Arial"/>
                  <a:cs typeface="Arial"/>
                </a:defRPr>
              </a:lvl1pPr>
              <a:lvl2pPr algn="r">
                <a:defRPr sz="774" b="0">
                  <a:solidFill>
                    <a:srgbClr val="000000"/>
                  </a:solidFill>
                  <a:latin typeface="Arial"/>
                  <a:ea typeface="Arial"/>
                  <a:cs typeface="Arial"/>
                </a:defRPr>
              </a:lvl2pPr>
              <a:lvl3pPr algn="r">
                <a:defRPr sz="774" b="0">
                  <a:solidFill>
                    <a:srgbClr val="000000"/>
                  </a:solidFill>
                  <a:latin typeface="Arial"/>
                  <a:ea typeface="Arial"/>
                  <a:cs typeface="Arial"/>
                </a:defRPr>
              </a:lvl3pPr>
              <a:lvl4pPr algn="r">
                <a:defRPr sz="774" b="0">
                  <a:solidFill>
                    <a:srgbClr val="000000"/>
                  </a:solidFill>
                  <a:latin typeface="Arial"/>
                  <a:ea typeface="Arial"/>
                  <a:cs typeface="Arial"/>
                </a:defRPr>
              </a:lvl4pPr>
              <a:lvl5pPr algn="r">
                <a:defRPr sz="774" b="0">
                  <a:solidFill>
                    <a:srgbClr val="000000"/>
                  </a:solidFill>
                  <a:latin typeface="Arial"/>
                  <a:ea typeface="Arial"/>
                  <a:cs typeface="Arial"/>
                </a:defRPr>
              </a:lvl5pPr>
              <a:lvl6pPr algn="r">
                <a:defRPr sz="774" b="0">
                  <a:solidFill>
                    <a:srgbClr val="000000"/>
                  </a:solidFill>
                  <a:latin typeface="Arial"/>
                  <a:ea typeface="Arial"/>
                  <a:cs typeface="Arial"/>
                </a:defRPr>
              </a:lvl6pPr>
              <a:lvl7pPr algn="r">
                <a:defRPr sz="774" b="0">
                  <a:solidFill>
                    <a:srgbClr val="000000"/>
                  </a:solidFill>
                  <a:latin typeface="Arial"/>
                  <a:ea typeface="Arial"/>
                  <a:cs typeface="Arial"/>
                </a:defRPr>
              </a:lvl7pPr>
              <a:lvl8pPr algn="r">
                <a:defRPr sz="774" b="0">
                  <a:solidFill>
                    <a:srgbClr val="000000"/>
                  </a:solidFill>
                  <a:latin typeface="Arial"/>
                  <a:ea typeface="Arial"/>
                  <a:cs typeface="Arial"/>
                </a:defRPr>
              </a:lvl8pPr>
              <a:lvl9pPr algn="r">
                <a:defRPr sz="774" b="0">
                  <a:solidFill>
                    <a:srgbClr val="000000"/>
                  </a:solidFill>
                  <a:latin typeface="Arial"/>
                  <a:ea typeface="Arial"/>
                  <a:cs typeface="Arial"/>
                </a:defRPr>
              </a:lvl9pPr>
            </a:lstStyle>
            <a:p>
              <a:pPr algn="r">
                <a:defRPr sz="774" b="0">
                  <a:solidFill>
                    <a:srgbClr val="000000"/>
                  </a:solidFill>
                  <a:latin typeface="Arial"/>
                  <a:ea typeface="Arial"/>
                  <a:cs typeface="Arial"/>
                </a:defRPr>
              </a:pPr>
              <a:r>
                <a:rPr sz="774" b="0">
                  <a:solidFill>
                    <a:srgbClr val="000000"/>
                  </a:solidFill>
                  <a:latin typeface="Arial"/>
                  <a:ea typeface="Arial"/>
                  <a:cs typeface="Arial"/>
                </a:rPr>
                <a:t>1</a:t>
              </a:r>
            </a:p>
          </p:txBody>
        </p:sp>
        <p:sp>
          <p:nvSpPr>
            <p:cNvPr id="32" name="line_031">
              <a:extLst>
                <a:ext uri="{FF2B5EF4-FFF2-40B4-BE49-F238E27FC236}">
                  <ns2:creationId id="{135B7EC1-A708-451C-9328-EB7459F494FB}"/>
                </a:ext>
              </a:extLst>
            </p:cNvPr>
            <p:cNvSpPr>
              <a:spLocks noGrp="1"/>
            </p:cNvSpPr>
            <p:nvPr/>
          </p:nvSpPr>
          <p:spPr>
            <a:xfrm>
              <a:off x="556212" y="1790700"/>
              <a:ext cx="92" cy="38100"/>
            </a:xfrm>
            <a:custGeom>
              <a:pathLst>
                <a:path w="95" h="38100">
                  <a:moveTo>
                    <a:pt x="0" y="0"/>
                  </a:moveTo>
                  <a:lnTo>
                    <a:pt x="0" y="38100"/>
                  </a:lnTo>
                </a:path>
              </a:pathLst>
            </a:custGeom>
            <a:noFill/>
            <a:ln w="6555">
              <a:solidFill>
                <a:srgbClr val="7B8790"/>
              </a:solidFill>
              <a:prstDash val="solid"/>
            </a:ln>
          </p:spPr>
        </p:sp>
        <p:sp>
          <p:nvSpPr>
            <p:cNvPr id="33" name="text_032">
              <a:extLst>
                <a:ext uri="{FF2B5EF4-FFF2-40B4-BE49-F238E27FC236}">
                  <ns2:creationId id="{20F598E5-35C8-4F3A-82E1-615BF2F500E0}"/>
                </a:ext>
              </a:extLst>
            </p:cNvPr>
            <p:cNvSpPr>
              <a:spLocks noGrp="1"/>
            </p:cNvSpPr>
            <p:nvPr/>
          </p:nvSpPr>
          <p:spPr>
            <a:xfrm rot="0">
              <a:off x="371574" y="1847850"/>
              <a:ext cx="369277" cy="209550"/>
            </a:xfrm>
            <a:prstGeom prst="rect">
              <a:avLst/>
            </a:prstGeom>
            <a:noFill/>
            <a:ln w="0">
              <a:noFill/>
              <a:prstDash val="solid"/>
            </a:ln>
          </p:spPr>
          <p:txBody>
            <a:bodyPr wrap="none" lIns="0" tIns="0" rIns="0" bIns="0" anchor="t">
              <a:noAutofit/>
            </a:bodyPr>
            <a:lstStyle>
              <a:defPPr algn="ctr">
                <a:defRPr sz="774" b="0">
                  <a:solidFill>
                    <a:srgbClr val="000000"/>
                  </a:solidFill>
                  <a:latin typeface="Arial"/>
                  <a:ea typeface="Arial"/>
                  <a:cs typeface="Arial"/>
                </a:defRPr>
              </a:defPPr>
              <a:lvl1pPr algn="ctr">
                <a:defRPr sz="774" b="0">
                  <a:solidFill>
                    <a:srgbClr val="000000"/>
                  </a:solidFill>
                  <a:latin typeface="Arial"/>
                  <a:ea typeface="Arial"/>
                  <a:cs typeface="Arial"/>
                </a:defRPr>
              </a:lvl1pPr>
              <a:lvl2pPr algn="ctr">
                <a:defRPr sz="774" b="0">
                  <a:solidFill>
                    <a:srgbClr val="000000"/>
                  </a:solidFill>
                  <a:latin typeface="Arial"/>
                  <a:ea typeface="Arial"/>
                  <a:cs typeface="Arial"/>
                </a:defRPr>
              </a:lvl2pPr>
              <a:lvl3pPr algn="ctr">
                <a:defRPr sz="774" b="0">
                  <a:solidFill>
                    <a:srgbClr val="000000"/>
                  </a:solidFill>
                  <a:latin typeface="Arial"/>
                  <a:ea typeface="Arial"/>
                  <a:cs typeface="Arial"/>
                </a:defRPr>
              </a:lvl3pPr>
              <a:lvl4pPr algn="ctr">
                <a:defRPr sz="774" b="0">
                  <a:solidFill>
                    <a:srgbClr val="000000"/>
                  </a:solidFill>
                  <a:latin typeface="Arial"/>
                  <a:ea typeface="Arial"/>
                  <a:cs typeface="Arial"/>
                </a:defRPr>
              </a:lvl4pPr>
              <a:lvl5pPr algn="ctr">
                <a:defRPr sz="774" b="0">
                  <a:solidFill>
                    <a:srgbClr val="000000"/>
                  </a:solidFill>
                  <a:latin typeface="Arial"/>
                  <a:ea typeface="Arial"/>
                  <a:cs typeface="Arial"/>
                </a:defRPr>
              </a:lvl5pPr>
              <a:lvl6pPr algn="ctr">
                <a:defRPr sz="774" b="0">
                  <a:solidFill>
                    <a:srgbClr val="000000"/>
                  </a:solidFill>
                  <a:latin typeface="Arial"/>
                  <a:ea typeface="Arial"/>
                  <a:cs typeface="Arial"/>
                </a:defRPr>
              </a:lvl6pPr>
              <a:lvl7pPr algn="ctr">
                <a:defRPr sz="774" b="0">
                  <a:solidFill>
                    <a:srgbClr val="000000"/>
                  </a:solidFill>
                  <a:latin typeface="Arial"/>
                  <a:ea typeface="Arial"/>
                  <a:cs typeface="Arial"/>
                </a:defRPr>
              </a:lvl7pPr>
              <a:lvl8pPr algn="ctr">
                <a:defRPr sz="774" b="0">
                  <a:solidFill>
                    <a:srgbClr val="000000"/>
                  </a:solidFill>
                  <a:latin typeface="Arial"/>
                  <a:ea typeface="Arial"/>
                  <a:cs typeface="Arial"/>
                </a:defRPr>
              </a:lvl8pPr>
              <a:lvl9pPr algn="ctr">
                <a:defRPr sz="774" b="0">
                  <a:solidFill>
                    <a:srgbClr val="000000"/>
                  </a:solidFill>
                  <a:latin typeface="Arial"/>
                  <a:ea typeface="Arial"/>
                  <a:cs typeface="Arial"/>
                </a:defRPr>
              </a:lvl9pPr>
            </a:lstStyle>
            <a:p>
              <a:pPr algn="ctr">
                <a:defRPr sz="774" b="0">
                  <a:solidFill>
                    <a:srgbClr val="000000"/>
                  </a:solidFill>
                  <a:latin typeface="Arial"/>
                  <a:ea typeface="Arial"/>
                  <a:cs typeface="Arial"/>
                </a:defRPr>
              </a:pPr>
              <a:r>
                <a:rPr sz="774" b="0">
                  <a:solidFill>
                    <a:srgbClr val="000000"/>
                  </a:solidFill>
                  <a:latin typeface="Arial"/>
                  <a:ea typeface="Arial"/>
                  <a:cs typeface="Arial"/>
                </a:rPr>
                <a:t>0</a:t>
              </a:r>
            </a:p>
          </p:txBody>
        </p:sp>
        <p:sp>
          <p:nvSpPr>
            <p:cNvPr id="34" name="line_033">
              <a:extLst>
                <a:ext uri="{FF2B5EF4-FFF2-40B4-BE49-F238E27FC236}">
                  <ns2:creationId id="{C5CB54E6-D22C-4065-9E30-4AD4925EBF0D}"/>
                </a:ext>
              </a:extLst>
            </p:cNvPr>
            <p:cNvSpPr>
              <a:spLocks noGrp="1"/>
            </p:cNvSpPr>
            <p:nvPr/>
          </p:nvSpPr>
          <p:spPr>
            <a:xfrm>
              <a:off x="1755458" y="1790700"/>
              <a:ext cx="92" cy="38100"/>
            </a:xfrm>
            <a:custGeom>
              <a:pathLst>
                <a:path w="95" h="38100">
                  <a:moveTo>
                    <a:pt x="0" y="0"/>
                  </a:moveTo>
                  <a:lnTo>
                    <a:pt x="0" y="38100"/>
                  </a:lnTo>
                </a:path>
              </a:pathLst>
            </a:custGeom>
            <a:noFill/>
            <a:ln w="6555">
              <a:solidFill>
                <a:srgbClr val="7B8790"/>
              </a:solidFill>
              <a:prstDash val="solid"/>
            </a:ln>
          </p:spPr>
        </p:sp>
        <p:sp>
          <p:nvSpPr>
            <p:cNvPr id="35" name="text_034">
              <a:extLst>
                <a:ext uri="{FF2B5EF4-FFF2-40B4-BE49-F238E27FC236}">
                  <ns2:creationId id="{47FE10D8-5D3B-408E-BDF7-EAFC53E89304}"/>
                </a:ext>
              </a:extLst>
            </p:cNvPr>
            <p:cNvSpPr>
              <a:spLocks noGrp="1"/>
            </p:cNvSpPr>
            <p:nvPr/>
          </p:nvSpPr>
          <p:spPr>
            <a:xfrm rot="0">
              <a:off x="1570820" y="1847850"/>
              <a:ext cx="369277" cy="209550"/>
            </a:xfrm>
            <a:prstGeom prst="rect">
              <a:avLst/>
            </a:prstGeom>
            <a:noFill/>
            <a:ln w="0">
              <a:noFill/>
              <a:prstDash val="solid"/>
            </a:ln>
          </p:spPr>
          <p:txBody>
            <a:bodyPr wrap="none" lIns="0" tIns="0" rIns="0" bIns="0" anchor="t">
              <a:noAutofit/>
            </a:bodyPr>
            <a:lstStyle>
              <a:defPPr algn="ctr">
                <a:defRPr sz="774" b="0">
                  <a:solidFill>
                    <a:srgbClr val="000000"/>
                  </a:solidFill>
                  <a:latin typeface="Arial"/>
                  <a:ea typeface="Arial"/>
                  <a:cs typeface="Arial"/>
                </a:defRPr>
              </a:defPPr>
              <a:lvl1pPr algn="ctr">
                <a:defRPr sz="774" b="0">
                  <a:solidFill>
                    <a:srgbClr val="000000"/>
                  </a:solidFill>
                  <a:latin typeface="Arial"/>
                  <a:ea typeface="Arial"/>
                  <a:cs typeface="Arial"/>
                </a:defRPr>
              </a:lvl1pPr>
              <a:lvl2pPr algn="ctr">
                <a:defRPr sz="774" b="0">
                  <a:solidFill>
                    <a:srgbClr val="000000"/>
                  </a:solidFill>
                  <a:latin typeface="Arial"/>
                  <a:ea typeface="Arial"/>
                  <a:cs typeface="Arial"/>
                </a:defRPr>
              </a:lvl2pPr>
              <a:lvl3pPr algn="ctr">
                <a:defRPr sz="774" b="0">
                  <a:solidFill>
                    <a:srgbClr val="000000"/>
                  </a:solidFill>
                  <a:latin typeface="Arial"/>
                  <a:ea typeface="Arial"/>
                  <a:cs typeface="Arial"/>
                </a:defRPr>
              </a:lvl3pPr>
              <a:lvl4pPr algn="ctr">
                <a:defRPr sz="774" b="0">
                  <a:solidFill>
                    <a:srgbClr val="000000"/>
                  </a:solidFill>
                  <a:latin typeface="Arial"/>
                  <a:ea typeface="Arial"/>
                  <a:cs typeface="Arial"/>
                </a:defRPr>
              </a:lvl4pPr>
              <a:lvl5pPr algn="ctr">
                <a:defRPr sz="774" b="0">
                  <a:solidFill>
                    <a:srgbClr val="000000"/>
                  </a:solidFill>
                  <a:latin typeface="Arial"/>
                  <a:ea typeface="Arial"/>
                  <a:cs typeface="Arial"/>
                </a:defRPr>
              </a:lvl5pPr>
              <a:lvl6pPr algn="ctr">
                <a:defRPr sz="774" b="0">
                  <a:solidFill>
                    <a:srgbClr val="000000"/>
                  </a:solidFill>
                  <a:latin typeface="Arial"/>
                  <a:ea typeface="Arial"/>
                  <a:cs typeface="Arial"/>
                </a:defRPr>
              </a:lvl6pPr>
              <a:lvl7pPr algn="ctr">
                <a:defRPr sz="774" b="0">
                  <a:solidFill>
                    <a:srgbClr val="000000"/>
                  </a:solidFill>
                  <a:latin typeface="Arial"/>
                  <a:ea typeface="Arial"/>
                  <a:cs typeface="Arial"/>
                </a:defRPr>
              </a:lvl7pPr>
              <a:lvl8pPr algn="ctr">
                <a:defRPr sz="774" b="0">
                  <a:solidFill>
                    <a:srgbClr val="000000"/>
                  </a:solidFill>
                  <a:latin typeface="Arial"/>
                  <a:ea typeface="Arial"/>
                  <a:cs typeface="Arial"/>
                </a:defRPr>
              </a:lvl8pPr>
              <a:lvl9pPr algn="ctr">
                <a:defRPr sz="774" b="0">
                  <a:solidFill>
                    <a:srgbClr val="000000"/>
                  </a:solidFill>
                  <a:latin typeface="Arial"/>
                  <a:ea typeface="Arial"/>
                  <a:cs typeface="Arial"/>
                </a:defRPr>
              </a:lvl9pPr>
            </a:lstStyle>
            <a:p>
              <a:pPr algn="ctr">
                <a:defRPr sz="774" b="0">
                  <a:solidFill>
                    <a:srgbClr val="000000"/>
                  </a:solidFill>
                  <a:latin typeface="Arial"/>
                  <a:ea typeface="Arial"/>
                  <a:cs typeface="Arial"/>
                </a:defRPr>
              </a:pPr>
              <a:r>
                <a:rPr sz="774" b="0">
                  <a:solidFill>
                    <a:srgbClr val="000000"/>
                  </a:solidFill>
                  <a:latin typeface="Arial"/>
                  <a:ea typeface="Arial"/>
                  <a:cs typeface="Arial"/>
                </a:rPr>
                <a:t>25</a:t>
              </a:r>
            </a:p>
          </p:txBody>
        </p:sp>
        <p:sp>
          <p:nvSpPr>
            <p:cNvPr id="36" name="line_035">
              <a:extLst>
                <a:ext uri="{FF2B5EF4-FFF2-40B4-BE49-F238E27FC236}">
                  <ns2:creationId id="{C261428F-1438-4922-8CD3-25B469789E33}"/>
                </a:ext>
              </a:extLst>
            </p:cNvPr>
            <p:cNvSpPr>
              <a:spLocks noGrp="1"/>
            </p:cNvSpPr>
            <p:nvPr/>
          </p:nvSpPr>
          <p:spPr>
            <a:xfrm>
              <a:off x="3002672" y="1790700"/>
              <a:ext cx="92" cy="38100"/>
            </a:xfrm>
            <a:custGeom>
              <a:pathLst>
                <a:path w="95" h="38100">
                  <a:moveTo>
                    <a:pt x="0" y="0"/>
                  </a:moveTo>
                  <a:lnTo>
                    <a:pt x="0" y="38100"/>
                  </a:lnTo>
                </a:path>
              </a:pathLst>
            </a:custGeom>
            <a:noFill/>
            <a:ln w="6555">
              <a:solidFill>
                <a:srgbClr val="7B8790"/>
              </a:solidFill>
              <a:prstDash val="solid"/>
            </a:ln>
          </p:spPr>
        </p:sp>
        <p:sp>
          <p:nvSpPr>
            <p:cNvPr id="37" name="text_036">
              <a:extLst>
                <a:ext uri="{FF2B5EF4-FFF2-40B4-BE49-F238E27FC236}">
                  <ns2:creationId id="{F3275149-63A9-4C33-8965-40451CE7BDA0}"/>
                </a:ext>
              </a:extLst>
            </p:cNvPr>
            <p:cNvSpPr>
              <a:spLocks noGrp="1"/>
            </p:cNvSpPr>
            <p:nvPr/>
          </p:nvSpPr>
          <p:spPr>
            <a:xfrm rot="0">
              <a:off x="2818033" y="1847850"/>
              <a:ext cx="369277" cy="209550"/>
            </a:xfrm>
            <a:prstGeom prst="rect">
              <a:avLst/>
            </a:prstGeom>
            <a:noFill/>
            <a:ln w="0">
              <a:noFill/>
              <a:prstDash val="solid"/>
            </a:ln>
          </p:spPr>
          <p:txBody>
            <a:bodyPr wrap="none" lIns="0" tIns="0" rIns="0" bIns="0" anchor="t">
              <a:noAutofit/>
            </a:bodyPr>
            <a:lstStyle>
              <a:defPPr algn="ctr">
                <a:defRPr sz="774" b="0">
                  <a:solidFill>
                    <a:srgbClr val="000000"/>
                  </a:solidFill>
                  <a:latin typeface="Arial"/>
                  <a:ea typeface="Arial"/>
                  <a:cs typeface="Arial"/>
                </a:defRPr>
              </a:defPPr>
              <a:lvl1pPr algn="ctr">
                <a:defRPr sz="774" b="0">
                  <a:solidFill>
                    <a:srgbClr val="000000"/>
                  </a:solidFill>
                  <a:latin typeface="Arial"/>
                  <a:ea typeface="Arial"/>
                  <a:cs typeface="Arial"/>
                </a:defRPr>
              </a:lvl1pPr>
              <a:lvl2pPr algn="ctr">
                <a:defRPr sz="774" b="0">
                  <a:solidFill>
                    <a:srgbClr val="000000"/>
                  </a:solidFill>
                  <a:latin typeface="Arial"/>
                  <a:ea typeface="Arial"/>
                  <a:cs typeface="Arial"/>
                </a:defRPr>
              </a:lvl2pPr>
              <a:lvl3pPr algn="ctr">
                <a:defRPr sz="774" b="0">
                  <a:solidFill>
                    <a:srgbClr val="000000"/>
                  </a:solidFill>
                  <a:latin typeface="Arial"/>
                  <a:ea typeface="Arial"/>
                  <a:cs typeface="Arial"/>
                </a:defRPr>
              </a:lvl3pPr>
              <a:lvl4pPr algn="ctr">
                <a:defRPr sz="774" b="0">
                  <a:solidFill>
                    <a:srgbClr val="000000"/>
                  </a:solidFill>
                  <a:latin typeface="Arial"/>
                  <a:ea typeface="Arial"/>
                  <a:cs typeface="Arial"/>
                </a:defRPr>
              </a:lvl4pPr>
              <a:lvl5pPr algn="ctr">
                <a:defRPr sz="774" b="0">
                  <a:solidFill>
                    <a:srgbClr val="000000"/>
                  </a:solidFill>
                  <a:latin typeface="Arial"/>
                  <a:ea typeface="Arial"/>
                  <a:cs typeface="Arial"/>
                </a:defRPr>
              </a:lvl5pPr>
              <a:lvl6pPr algn="ctr">
                <a:defRPr sz="774" b="0">
                  <a:solidFill>
                    <a:srgbClr val="000000"/>
                  </a:solidFill>
                  <a:latin typeface="Arial"/>
                  <a:ea typeface="Arial"/>
                  <a:cs typeface="Arial"/>
                </a:defRPr>
              </a:lvl6pPr>
              <a:lvl7pPr algn="ctr">
                <a:defRPr sz="774" b="0">
                  <a:solidFill>
                    <a:srgbClr val="000000"/>
                  </a:solidFill>
                  <a:latin typeface="Arial"/>
                  <a:ea typeface="Arial"/>
                  <a:cs typeface="Arial"/>
                </a:defRPr>
              </a:lvl7pPr>
              <a:lvl8pPr algn="ctr">
                <a:defRPr sz="774" b="0">
                  <a:solidFill>
                    <a:srgbClr val="000000"/>
                  </a:solidFill>
                  <a:latin typeface="Arial"/>
                  <a:ea typeface="Arial"/>
                  <a:cs typeface="Arial"/>
                </a:defRPr>
              </a:lvl8pPr>
              <a:lvl9pPr algn="ctr">
                <a:defRPr sz="774" b="0">
                  <a:solidFill>
                    <a:srgbClr val="000000"/>
                  </a:solidFill>
                  <a:latin typeface="Arial"/>
                  <a:ea typeface="Arial"/>
                  <a:cs typeface="Arial"/>
                </a:defRPr>
              </a:lvl9pPr>
            </a:lstStyle>
            <a:p>
              <a:pPr algn="ctr">
                <a:defRPr sz="774" b="0">
                  <a:solidFill>
                    <a:srgbClr val="000000"/>
                  </a:solidFill>
                  <a:latin typeface="Arial"/>
                  <a:ea typeface="Arial"/>
                  <a:cs typeface="Arial"/>
                </a:defRPr>
              </a:pPr>
              <a:r>
                <a:rPr sz="774" b="0">
                  <a:solidFill>
                    <a:srgbClr val="000000"/>
                  </a:solidFill>
                  <a:latin typeface="Arial"/>
                  <a:ea typeface="Arial"/>
                  <a:cs typeface="Arial"/>
                </a:rPr>
                <a:t>51</a:t>
              </a:r>
            </a:p>
          </p:txBody>
        </p:sp>
        <p:sp>
          <p:nvSpPr>
            <p:cNvPr id="38" name="line_037">
              <a:extLst>
                <a:ext uri="{FF2B5EF4-FFF2-40B4-BE49-F238E27FC236}">
                  <ns2:creationId id="{738E17F9-AA12-4010-AEA4-4EC80F9D6705}"/>
                </a:ext>
              </a:extLst>
            </p:cNvPr>
            <p:cNvSpPr>
              <a:spLocks noGrp="1"/>
            </p:cNvSpPr>
            <p:nvPr/>
          </p:nvSpPr>
          <p:spPr>
            <a:xfrm>
              <a:off x="4153947" y="1790700"/>
              <a:ext cx="92" cy="38100"/>
            </a:xfrm>
            <a:custGeom>
              <a:pathLst>
                <a:path w="95" h="38100">
                  <a:moveTo>
                    <a:pt x="0" y="0"/>
                  </a:moveTo>
                  <a:lnTo>
                    <a:pt x="0" y="38100"/>
                  </a:lnTo>
                </a:path>
              </a:pathLst>
            </a:custGeom>
            <a:noFill/>
            <a:ln w="6555">
              <a:solidFill>
                <a:srgbClr val="7B8790"/>
              </a:solidFill>
              <a:prstDash val="solid"/>
            </a:ln>
          </p:spPr>
        </p:sp>
        <p:sp>
          <p:nvSpPr>
            <p:cNvPr id="39" name="text_038">
              <a:extLst>
                <a:ext uri="{FF2B5EF4-FFF2-40B4-BE49-F238E27FC236}">
                  <ns2:creationId id="{3728DFA7-FA5E-4964-9F7A-25993D3D0CB6}"/>
                </a:ext>
              </a:extLst>
            </p:cNvPr>
            <p:cNvSpPr>
              <a:spLocks noGrp="1"/>
            </p:cNvSpPr>
            <p:nvPr/>
          </p:nvSpPr>
          <p:spPr>
            <a:xfrm rot="0">
              <a:off x="3969309" y="1847850"/>
              <a:ext cx="369277" cy="209550"/>
            </a:xfrm>
            <a:prstGeom prst="rect">
              <a:avLst/>
            </a:prstGeom>
            <a:noFill/>
            <a:ln w="0">
              <a:noFill/>
              <a:prstDash val="solid"/>
            </a:ln>
          </p:spPr>
          <p:txBody>
            <a:bodyPr wrap="none" lIns="0" tIns="0" rIns="0" bIns="0" anchor="t">
              <a:noAutofit/>
            </a:bodyPr>
            <a:lstStyle>
              <a:defPPr algn="ctr">
                <a:defRPr sz="774" b="0">
                  <a:solidFill>
                    <a:srgbClr val="000000"/>
                  </a:solidFill>
                  <a:latin typeface="Arial"/>
                  <a:ea typeface="Arial"/>
                  <a:cs typeface="Arial"/>
                </a:defRPr>
              </a:defPPr>
              <a:lvl1pPr algn="ctr">
                <a:defRPr sz="774" b="0">
                  <a:solidFill>
                    <a:srgbClr val="000000"/>
                  </a:solidFill>
                  <a:latin typeface="Arial"/>
                  <a:ea typeface="Arial"/>
                  <a:cs typeface="Arial"/>
                </a:defRPr>
              </a:lvl1pPr>
              <a:lvl2pPr algn="ctr">
                <a:defRPr sz="774" b="0">
                  <a:solidFill>
                    <a:srgbClr val="000000"/>
                  </a:solidFill>
                  <a:latin typeface="Arial"/>
                  <a:ea typeface="Arial"/>
                  <a:cs typeface="Arial"/>
                </a:defRPr>
              </a:lvl2pPr>
              <a:lvl3pPr algn="ctr">
                <a:defRPr sz="774" b="0">
                  <a:solidFill>
                    <a:srgbClr val="000000"/>
                  </a:solidFill>
                  <a:latin typeface="Arial"/>
                  <a:ea typeface="Arial"/>
                  <a:cs typeface="Arial"/>
                </a:defRPr>
              </a:lvl3pPr>
              <a:lvl4pPr algn="ctr">
                <a:defRPr sz="774" b="0">
                  <a:solidFill>
                    <a:srgbClr val="000000"/>
                  </a:solidFill>
                  <a:latin typeface="Arial"/>
                  <a:ea typeface="Arial"/>
                  <a:cs typeface="Arial"/>
                </a:defRPr>
              </a:lvl4pPr>
              <a:lvl5pPr algn="ctr">
                <a:defRPr sz="774" b="0">
                  <a:solidFill>
                    <a:srgbClr val="000000"/>
                  </a:solidFill>
                  <a:latin typeface="Arial"/>
                  <a:ea typeface="Arial"/>
                  <a:cs typeface="Arial"/>
                </a:defRPr>
              </a:lvl5pPr>
              <a:lvl6pPr algn="ctr">
                <a:defRPr sz="774" b="0">
                  <a:solidFill>
                    <a:srgbClr val="000000"/>
                  </a:solidFill>
                  <a:latin typeface="Arial"/>
                  <a:ea typeface="Arial"/>
                  <a:cs typeface="Arial"/>
                </a:defRPr>
              </a:lvl6pPr>
              <a:lvl7pPr algn="ctr">
                <a:defRPr sz="774" b="0">
                  <a:solidFill>
                    <a:srgbClr val="000000"/>
                  </a:solidFill>
                  <a:latin typeface="Arial"/>
                  <a:ea typeface="Arial"/>
                  <a:cs typeface="Arial"/>
                </a:defRPr>
              </a:lvl7pPr>
              <a:lvl8pPr algn="ctr">
                <a:defRPr sz="774" b="0">
                  <a:solidFill>
                    <a:srgbClr val="000000"/>
                  </a:solidFill>
                  <a:latin typeface="Arial"/>
                  <a:ea typeface="Arial"/>
                  <a:cs typeface="Arial"/>
                </a:defRPr>
              </a:lvl8pPr>
              <a:lvl9pPr algn="ctr">
                <a:defRPr sz="774" b="0">
                  <a:solidFill>
                    <a:srgbClr val="000000"/>
                  </a:solidFill>
                  <a:latin typeface="Arial"/>
                  <a:ea typeface="Arial"/>
                  <a:cs typeface="Arial"/>
                </a:defRPr>
              </a:lvl9pPr>
            </a:lstStyle>
            <a:p>
              <a:pPr algn="ctr">
                <a:defRPr sz="774" b="0">
                  <a:solidFill>
                    <a:srgbClr val="000000"/>
                  </a:solidFill>
                  <a:latin typeface="Arial"/>
                  <a:ea typeface="Arial"/>
                  <a:cs typeface="Arial"/>
                </a:defRPr>
              </a:pPr>
              <a:r>
                <a:rPr sz="774" b="0">
                  <a:solidFill>
                    <a:srgbClr val="000000"/>
                  </a:solidFill>
                  <a:latin typeface="Arial"/>
                  <a:ea typeface="Arial"/>
                  <a:cs typeface="Arial"/>
                </a:rPr>
                <a:t>75</a:t>
              </a:r>
            </a:p>
          </p:txBody>
        </p:sp>
        <p:sp>
          <p:nvSpPr>
            <p:cNvPr id="40" name="line_039">
              <a:extLst>
                <a:ext uri="{FF2B5EF4-FFF2-40B4-BE49-F238E27FC236}">
                  <ns2:creationId id="{70687624-E2A5-4E4E-BA0C-E1B3E3FECCDC}"/>
                </a:ext>
              </a:extLst>
            </p:cNvPr>
            <p:cNvSpPr>
              <a:spLocks noGrp="1"/>
            </p:cNvSpPr>
            <p:nvPr/>
          </p:nvSpPr>
          <p:spPr>
            <a:xfrm>
              <a:off x="5401162" y="1790700"/>
              <a:ext cx="92" cy="38100"/>
            </a:xfrm>
            <a:custGeom>
              <a:pathLst>
                <a:path w="95" h="38100">
                  <a:moveTo>
                    <a:pt x="0" y="0"/>
                  </a:moveTo>
                  <a:lnTo>
                    <a:pt x="0" y="38100"/>
                  </a:lnTo>
                </a:path>
              </a:pathLst>
            </a:custGeom>
            <a:noFill/>
            <a:ln w="6555">
              <a:solidFill>
                <a:srgbClr val="7B8790"/>
              </a:solidFill>
              <a:prstDash val="solid"/>
            </a:ln>
          </p:spPr>
        </p:sp>
        <p:sp>
          <p:nvSpPr>
            <p:cNvPr id="41" name="text_040">
              <a:extLst>
                <a:ext uri="{FF2B5EF4-FFF2-40B4-BE49-F238E27FC236}">
                  <ns2:creationId id="{C6C29706-9802-4AD8-A155-2846562548A1}"/>
                </a:ext>
              </a:extLst>
            </p:cNvPr>
            <p:cNvSpPr>
              <a:spLocks noGrp="1"/>
            </p:cNvSpPr>
            <p:nvPr/>
          </p:nvSpPr>
          <p:spPr>
            <a:xfrm rot="0">
              <a:off x="5216524" y="1847850"/>
              <a:ext cx="369277" cy="209550"/>
            </a:xfrm>
            <a:prstGeom prst="rect">
              <a:avLst/>
            </a:prstGeom>
            <a:noFill/>
            <a:ln w="0">
              <a:noFill/>
              <a:prstDash val="solid"/>
            </a:ln>
          </p:spPr>
          <p:txBody>
            <a:bodyPr wrap="none" lIns="0" tIns="0" rIns="0" bIns="0" anchor="t">
              <a:noAutofit/>
            </a:bodyPr>
            <a:lstStyle>
              <a:defPPr algn="ctr">
                <a:defRPr sz="774" b="0">
                  <a:solidFill>
                    <a:srgbClr val="000000"/>
                  </a:solidFill>
                  <a:latin typeface="Arial"/>
                  <a:ea typeface="Arial"/>
                  <a:cs typeface="Arial"/>
                </a:defRPr>
              </a:defPPr>
              <a:lvl1pPr algn="ctr">
                <a:defRPr sz="774" b="0">
                  <a:solidFill>
                    <a:srgbClr val="000000"/>
                  </a:solidFill>
                  <a:latin typeface="Arial"/>
                  <a:ea typeface="Arial"/>
                  <a:cs typeface="Arial"/>
                </a:defRPr>
              </a:lvl1pPr>
              <a:lvl2pPr algn="ctr">
                <a:defRPr sz="774" b="0">
                  <a:solidFill>
                    <a:srgbClr val="000000"/>
                  </a:solidFill>
                  <a:latin typeface="Arial"/>
                  <a:ea typeface="Arial"/>
                  <a:cs typeface="Arial"/>
                </a:defRPr>
              </a:lvl2pPr>
              <a:lvl3pPr algn="ctr">
                <a:defRPr sz="774" b="0">
                  <a:solidFill>
                    <a:srgbClr val="000000"/>
                  </a:solidFill>
                  <a:latin typeface="Arial"/>
                  <a:ea typeface="Arial"/>
                  <a:cs typeface="Arial"/>
                </a:defRPr>
              </a:lvl3pPr>
              <a:lvl4pPr algn="ctr">
                <a:defRPr sz="774" b="0">
                  <a:solidFill>
                    <a:srgbClr val="000000"/>
                  </a:solidFill>
                  <a:latin typeface="Arial"/>
                  <a:ea typeface="Arial"/>
                  <a:cs typeface="Arial"/>
                </a:defRPr>
              </a:lvl4pPr>
              <a:lvl5pPr algn="ctr">
                <a:defRPr sz="774" b="0">
                  <a:solidFill>
                    <a:srgbClr val="000000"/>
                  </a:solidFill>
                  <a:latin typeface="Arial"/>
                  <a:ea typeface="Arial"/>
                  <a:cs typeface="Arial"/>
                </a:defRPr>
              </a:lvl5pPr>
              <a:lvl6pPr algn="ctr">
                <a:defRPr sz="774" b="0">
                  <a:solidFill>
                    <a:srgbClr val="000000"/>
                  </a:solidFill>
                  <a:latin typeface="Arial"/>
                  <a:ea typeface="Arial"/>
                  <a:cs typeface="Arial"/>
                </a:defRPr>
              </a:lvl6pPr>
              <a:lvl7pPr algn="ctr">
                <a:defRPr sz="774" b="0">
                  <a:solidFill>
                    <a:srgbClr val="000000"/>
                  </a:solidFill>
                  <a:latin typeface="Arial"/>
                  <a:ea typeface="Arial"/>
                  <a:cs typeface="Arial"/>
                </a:defRPr>
              </a:lvl7pPr>
              <a:lvl8pPr algn="ctr">
                <a:defRPr sz="774" b="0">
                  <a:solidFill>
                    <a:srgbClr val="000000"/>
                  </a:solidFill>
                  <a:latin typeface="Arial"/>
                  <a:ea typeface="Arial"/>
                  <a:cs typeface="Arial"/>
                </a:defRPr>
              </a:lvl8pPr>
              <a:lvl9pPr algn="ctr">
                <a:defRPr sz="774" b="0">
                  <a:solidFill>
                    <a:srgbClr val="000000"/>
                  </a:solidFill>
                  <a:latin typeface="Arial"/>
                  <a:ea typeface="Arial"/>
                  <a:cs typeface="Arial"/>
                </a:defRPr>
              </a:lvl9pPr>
            </a:lstStyle>
            <a:p>
              <a:pPr algn="ctr">
                <a:defRPr sz="774" b="0">
                  <a:solidFill>
                    <a:srgbClr val="000000"/>
                  </a:solidFill>
                  <a:latin typeface="Arial"/>
                  <a:ea typeface="Arial"/>
                  <a:cs typeface="Arial"/>
                </a:defRPr>
              </a:pPr>
              <a:r>
                <a:rPr sz="774" b="0">
                  <a:solidFill>
                    <a:srgbClr val="000000"/>
                  </a:solidFill>
                  <a:latin typeface="Arial"/>
                  <a:ea typeface="Arial"/>
                  <a:cs typeface="Arial"/>
                </a:rPr>
                <a:t>101</a:t>
              </a:r>
            </a:p>
          </p:txBody>
        </p:sp>
        <p:sp>
          <p:nvSpPr>
            <p:cNvPr id="42" name="line_041">
              <a:extLst>
                <a:ext uri="{FF2B5EF4-FFF2-40B4-BE49-F238E27FC236}">
                  <ns2:creationId id="{8B061A2B-B8E4-4D32-8E2B-A54B58F7B884}"/>
                </a:ext>
              </a:extLst>
            </p:cNvPr>
            <p:cNvSpPr>
              <a:spLocks noGrp="1"/>
            </p:cNvSpPr>
            <p:nvPr/>
          </p:nvSpPr>
          <p:spPr>
            <a:xfrm>
              <a:off x="556212" y="438150"/>
              <a:ext cx="92" cy="1352550"/>
            </a:xfrm>
            <a:custGeom>
              <a:pathLst>
                <a:path w="95" h="1352550">
                  <a:moveTo>
                    <a:pt x="0" y="0"/>
                  </a:moveTo>
                  <a:lnTo>
                    <a:pt x="0" y="1352550"/>
                  </a:lnTo>
                </a:path>
              </a:pathLst>
            </a:custGeom>
            <a:noFill/>
            <a:ln w="4589">
              <a:solidFill>
                <a:srgbClr val="7B8790"/>
              </a:solidFill>
              <a:prstDash val="dash"/>
            </a:ln>
          </p:spPr>
        </p:sp>
        <p:sp>
          <p:nvSpPr>
            <p:cNvPr id="43" name="line_042">
              <a:extLst>
                <a:ext uri="{FF2B5EF4-FFF2-40B4-BE49-F238E27FC236}">
                  <ns2:creationId id="{D3443B76-3660-4470-A81D-907FC8AC2141}"/>
                </a:ext>
              </a:extLst>
            </p:cNvPr>
            <p:cNvSpPr>
              <a:spLocks noGrp="1"/>
            </p:cNvSpPr>
            <p:nvPr/>
          </p:nvSpPr>
          <p:spPr>
            <a:xfrm>
              <a:off x="3002672" y="438150"/>
              <a:ext cx="92" cy="1352550"/>
            </a:xfrm>
            <a:custGeom>
              <a:pathLst>
                <a:path w="95" h="1352550">
                  <a:moveTo>
                    <a:pt x="0" y="0"/>
                  </a:moveTo>
                  <a:lnTo>
                    <a:pt x="0" y="1352550"/>
                  </a:lnTo>
                </a:path>
              </a:pathLst>
            </a:custGeom>
            <a:noFill/>
            <a:ln w="4589">
              <a:solidFill>
                <a:srgbClr val="7B8790"/>
              </a:solidFill>
              <a:prstDash val="dash"/>
            </a:ln>
          </p:spPr>
        </p:sp>
        <p:sp>
          <p:nvSpPr>
            <p:cNvPr id="44" name="line_043">
              <a:extLst>
                <a:ext uri="{FF2B5EF4-FFF2-40B4-BE49-F238E27FC236}">
                  <ns2:creationId id="{1AFD9DFB-F8C6-4281-9BF9-85805117D787}"/>
                </a:ext>
              </a:extLst>
            </p:cNvPr>
            <p:cNvSpPr>
              <a:spLocks noGrp="1"/>
            </p:cNvSpPr>
            <p:nvPr/>
          </p:nvSpPr>
          <p:spPr>
            <a:xfrm>
              <a:off x="5401162" y="438150"/>
              <a:ext cx="92" cy="1352550"/>
            </a:xfrm>
            <a:custGeom>
              <a:pathLst>
                <a:path w="95" h="1352550">
                  <a:moveTo>
                    <a:pt x="0" y="0"/>
                  </a:moveTo>
                  <a:lnTo>
                    <a:pt x="0" y="1352550"/>
                  </a:lnTo>
                </a:path>
              </a:pathLst>
            </a:custGeom>
            <a:noFill/>
            <a:ln w="4589">
              <a:solidFill>
                <a:srgbClr val="7B8790"/>
              </a:solidFill>
              <a:prstDash val="dash"/>
            </a:ln>
          </p:spPr>
        </p:sp>
        <p:sp>
          <p:nvSpPr>
            <p:cNvPr id="46" name="text_045">
              <a:extLst>
                <a:ext uri="{FF2B5EF4-FFF2-40B4-BE49-F238E27FC236}">
                  <ns2:creationId id="{E95273D0-3723-41E1-9AAE-CFE60F427A98}"/>
                </a:ext>
              </a:extLst>
            </p:cNvPr>
            <p:cNvSpPr>
              <a:spLocks noGrp="1"/>
            </p:cNvSpPr>
            <p:nvPr/>
          </p:nvSpPr>
          <p:spPr>
            <a:xfrm rot="0">
              <a:off x="2332453" y="2057400"/>
              <a:ext cx="1292469" cy="209550"/>
            </a:xfrm>
            <a:prstGeom prst="rect">
              <a:avLst/>
            </a:prstGeom>
            <a:noFill/>
            <a:ln w="0">
              <a:noFill/>
              <a:prstDash val="solid"/>
            </a:ln>
          </p:spPr>
          <p:txBody>
            <a:bodyPr wrap="none" lIns="0" tIns="0" rIns="0" bIns="0" anchor="t">
              <a:noAutofit/>
            </a:bodyPr>
            <a:lstStyle>
              <a:defPPr algn="ctr">
                <a:defRPr sz="826" b="0">
                  <a:solidFill>
                    <a:srgbClr val="000000"/>
                  </a:solidFill>
                  <a:latin typeface="Arial"/>
                  <a:ea typeface="Arial"/>
                  <a:cs typeface="Arial"/>
                </a:defRPr>
              </a:defPPr>
              <a:lvl1pPr algn="ctr">
                <a:defRPr sz="826" b="0">
                  <a:solidFill>
                    <a:srgbClr val="000000"/>
                  </a:solidFill>
                  <a:latin typeface="Arial"/>
                  <a:ea typeface="Arial"/>
                  <a:cs typeface="Arial"/>
                </a:defRPr>
              </a:lvl1pPr>
              <a:lvl2pPr algn="ctr">
                <a:defRPr sz="826" b="0">
                  <a:solidFill>
                    <a:srgbClr val="000000"/>
                  </a:solidFill>
                  <a:latin typeface="Arial"/>
                  <a:ea typeface="Arial"/>
                  <a:cs typeface="Arial"/>
                </a:defRPr>
              </a:lvl2pPr>
              <a:lvl3pPr algn="ctr">
                <a:defRPr sz="826" b="0">
                  <a:solidFill>
                    <a:srgbClr val="000000"/>
                  </a:solidFill>
                  <a:latin typeface="Arial"/>
                  <a:ea typeface="Arial"/>
                  <a:cs typeface="Arial"/>
                </a:defRPr>
              </a:lvl3pPr>
              <a:lvl4pPr algn="ctr">
                <a:defRPr sz="826" b="0">
                  <a:solidFill>
                    <a:srgbClr val="000000"/>
                  </a:solidFill>
                  <a:latin typeface="Arial"/>
                  <a:ea typeface="Arial"/>
                  <a:cs typeface="Arial"/>
                </a:defRPr>
              </a:lvl4pPr>
              <a:lvl5pPr algn="ctr">
                <a:defRPr sz="826" b="0">
                  <a:solidFill>
                    <a:srgbClr val="000000"/>
                  </a:solidFill>
                  <a:latin typeface="Arial"/>
                  <a:ea typeface="Arial"/>
                  <a:cs typeface="Arial"/>
                </a:defRPr>
              </a:lvl5pPr>
              <a:lvl6pPr algn="ctr">
                <a:defRPr sz="826" b="0">
                  <a:solidFill>
                    <a:srgbClr val="000000"/>
                  </a:solidFill>
                  <a:latin typeface="Arial"/>
                  <a:ea typeface="Arial"/>
                  <a:cs typeface="Arial"/>
                </a:defRPr>
              </a:lvl6pPr>
              <a:lvl7pPr algn="ctr">
                <a:defRPr sz="826" b="0">
                  <a:solidFill>
                    <a:srgbClr val="000000"/>
                  </a:solidFill>
                  <a:latin typeface="Arial"/>
                  <a:ea typeface="Arial"/>
                  <a:cs typeface="Arial"/>
                </a:defRPr>
              </a:lvl7pPr>
              <a:lvl8pPr algn="ctr">
                <a:defRPr sz="826" b="0">
                  <a:solidFill>
                    <a:srgbClr val="000000"/>
                  </a:solidFill>
                  <a:latin typeface="Arial"/>
                  <a:ea typeface="Arial"/>
                  <a:cs typeface="Arial"/>
                </a:defRPr>
              </a:lvl8pPr>
              <a:lvl9pPr algn="ctr">
                <a:defRPr sz="826" b="0">
                  <a:solidFill>
                    <a:srgbClr val="000000"/>
                  </a:solidFill>
                  <a:latin typeface="Arial"/>
                  <a:ea typeface="Arial"/>
                  <a:cs typeface="Arial"/>
                </a:defRPr>
              </a:lvl9pPr>
            </a:lstStyle>
            <a:p>
              <a:pPr algn="ctr">
                <a:defRPr sz="826" b="0">
                  <a:solidFill>
                    <a:srgbClr val="000000"/>
                  </a:solidFill>
                  <a:latin typeface="Arial"/>
                  <a:ea typeface="Arial"/>
                  <a:cs typeface="Arial"/>
                </a:defRPr>
              </a:pPr>
              <a:r>
                <a:rPr sz="826" b="0">
                  <a:solidFill>
                    <a:srgbClr val="000000"/>
                  </a:solidFill>
                  <a:latin typeface="Arial"/>
                  <a:ea typeface="Arial"/>
                  <a:cs typeface="Arial"/>
                </a:rPr>
                <a:t>Time (frame)</a:t>
              </a:r>
            </a:p>
          </p:txBody>
        </p:sp>
        <p:sp>
          <p:nvSpPr>
            <p:cNvPr id="70" name="text_069">
              <a:extLst>
                <a:ext uri="{FF2B5EF4-FFF2-40B4-BE49-F238E27FC236}">
                  <ns2:creationId id="{30E6A09C-A474-454C-AE53-1668F96FDBBE}"/>
                </a:ext>
              </a:extLst>
            </p:cNvPr>
            <p:cNvSpPr>
              <a:spLocks noGrp="1"/>
            </p:cNvSpPr>
            <p:nvPr/>
          </p:nvSpPr>
          <p:spPr>
            <a:xfrm rot="0">
              <a:off x="6217920" y="57150"/>
              <a:ext cx="5169877" cy="285750"/>
            </a:xfrm>
            <a:prstGeom prst="rect">
              <a:avLst/>
            </a:prstGeom>
            <a:noFill/>
            <a:ln w="0">
              <a:noFill/>
              <a:prstDash val="solid"/>
            </a:ln>
          </p:spPr>
          <p:txBody>
            <a:bodyPr wrap="none" lIns="0" tIns="0" rIns="0" bIns="0" anchor="t">
              <a:noAutofit/>
            </a:bodyPr>
            <a:lstStyle>
              <a:defPPr algn="l">
                <a:defRPr sz="1239" b="1">
                  <a:solidFill>
                    <a:srgbClr val="000000"/>
                  </a:solidFill>
                  <a:latin typeface="Arial"/>
                  <a:ea typeface="Arial"/>
                  <a:cs typeface="Arial"/>
                </a:defRPr>
              </a:defPPr>
              <a:lvl1pPr algn="l">
                <a:defRPr sz="1239" b="1">
                  <a:solidFill>
                    <a:srgbClr val="000000"/>
                  </a:solidFill>
                  <a:latin typeface="Arial"/>
                  <a:ea typeface="Arial"/>
                  <a:cs typeface="Arial"/>
                </a:defRPr>
              </a:lvl1pPr>
              <a:lvl2pPr algn="l">
                <a:defRPr sz="1239" b="1">
                  <a:solidFill>
                    <a:srgbClr val="000000"/>
                  </a:solidFill>
                  <a:latin typeface="Arial"/>
                  <a:ea typeface="Arial"/>
                  <a:cs typeface="Arial"/>
                </a:defRPr>
              </a:lvl2pPr>
              <a:lvl3pPr algn="l">
                <a:defRPr sz="1239" b="1">
                  <a:solidFill>
                    <a:srgbClr val="000000"/>
                  </a:solidFill>
                  <a:latin typeface="Arial"/>
                  <a:ea typeface="Arial"/>
                  <a:cs typeface="Arial"/>
                </a:defRPr>
              </a:lvl3pPr>
              <a:lvl4pPr algn="l">
                <a:defRPr sz="1239" b="1">
                  <a:solidFill>
                    <a:srgbClr val="000000"/>
                  </a:solidFill>
                  <a:latin typeface="Arial"/>
                  <a:ea typeface="Arial"/>
                  <a:cs typeface="Arial"/>
                </a:defRPr>
              </a:lvl4pPr>
              <a:lvl5pPr algn="l">
                <a:defRPr sz="1239" b="1">
                  <a:solidFill>
                    <a:srgbClr val="000000"/>
                  </a:solidFill>
                  <a:latin typeface="Arial"/>
                  <a:ea typeface="Arial"/>
                  <a:cs typeface="Arial"/>
                </a:defRPr>
              </a:lvl5pPr>
              <a:lvl6pPr algn="l">
                <a:defRPr sz="1239" b="1">
                  <a:solidFill>
                    <a:srgbClr val="000000"/>
                  </a:solidFill>
                  <a:latin typeface="Arial"/>
                  <a:ea typeface="Arial"/>
                  <a:cs typeface="Arial"/>
                </a:defRPr>
              </a:lvl6pPr>
              <a:lvl7pPr algn="l">
                <a:defRPr sz="1239" b="1">
                  <a:solidFill>
                    <a:srgbClr val="000000"/>
                  </a:solidFill>
                  <a:latin typeface="Arial"/>
                  <a:ea typeface="Arial"/>
                  <a:cs typeface="Arial"/>
                </a:defRPr>
              </a:lvl7pPr>
              <a:lvl8pPr algn="l">
                <a:defRPr sz="1239" b="1">
                  <a:solidFill>
                    <a:srgbClr val="000000"/>
                  </a:solidFill>
                  <a:latin typeface="Arial"/>
                  <a:ea typeface="Arial"/>
                  <a:cs typeface="Arial"/>
                </a:defRPr>
              </a:lvl8pPr>
              <a:lvl9pPr algn="l">
                <a:defRPr sz="1239" b="1">
                  <a:solidFill>
                    <a:srgbClr val="000000"/>
                  </a:solidFill>
                  <a:latin typeface="Arial"/>
                  <a:ea typeface="Arial"/>
                  <a:cs typeface="Arial"/>
                </a:defRPr>
              </a:lvl9pPr>
            </a:lstStyle>
            <a:p>
              <a:pPr algn="l">
                <a:defRPr sz="1239" b="1">
                  <a:solidFill>
                    <a:srgbClr val="000000"/>
                  </a:solidFill>
                  <a:latin typeface="Arial"/>
                  <a:ea typeface="Arial"/>
                  <a:cs typeface="Arial"/>
                </a:defRPr>
              </a:pPr>
              <a:r>
                <a:rPr sz="1239" b="1">
                  <a:solidFill>
                    <a:srgbClr val="000000"/>
                  </a:solidFill>
                  <a:latin typeface="Arial"/>
                  <a:ea typeface="Arial"/>
                  <a:cs typeface="Arial"/>
                </a:rPr>
                <a:t>(b) RG-MTM-R</a:t>
              </a:r>
            </a:p>
          </p:txBody>
        </p:sp>
        <p:pic>
          <p:nvPicPr>
            <p:cNvPr id="71" name="">
              <a:extLst>
                <a:ext uri="{FF2B5EF4-FFF2-40B4-BE49-F238E27FC236}">
                  <ns2:creationId id="{B44D8678-2330-4C20-8663-66A5EFF07BA3}"/>
                </a:ext>
              </a:extLst>
            </p:cNvPr>
            <p:cNvPicPr>
              <a:picLocks noChangeAspect="1"/>
            </p:cNvPicPr>
            <p:nvPr/>
          </p:nvPicPr>
          <p:blipFill>
            <a:blip r:embed="R138068ddb6b5406d"/>
            <a:stretch/>
          </p:blipFill>
          <p:spPr>
            <a:xfrm>
              <a:off x="6494878" y="438150"/>
              <a:ext cx="4892919" cy="1352550"/>
            </a:xfrm>
            <a:prstGeom prst="rect">
              <a:avLst/>
            </a:prstGeom>
          </p:spPr>
        </p:pic>
        <p:sp>
          <p:nvSpPr>
            <p:cNvPr id="72" name="line_071">
              <a:extLst>
                <a:ext uri="{FF2B5EF4-FFF2-40B4-BE49-F238E27FC236}">
                  <ns2:creationId id="{71567291-8DAE-49A4-A91E-7AE4D8FCBD9F}"/>
                </a:ext>
              </a:extLst>
            </p:cNvPr>
            <p:cNvSpPr>
              <a:spLocks noGrp="1"/>
            </p:cNvSpPr>
            <p:nvPr/>
          </p:nvSpPr>
          <p:spPr>
            <a:xfrm>
              <a:off x="6457950" y="1790700"/>
              <a:ext cx="36928" cy="95"/>
            </a:xfrm>
            <a:custGeom>
              <a:pathLst>
                <a:path w="38100" h="95">
                  <a:moveTo>
                    <a:pt x="0" y="0"/>
                  </a:moveTo>
                  <a:lnTo>
                    <a:pt x="38100" y="0"/>
                  </a:lnTo>
                </a:path>
              </a:pathLst>
            </a:custGeom>
            <a:noFill/>
            <a:ln w="6555">
              <a:solidFill>
                <a:srgbClr val="7B8790"/>
              </a:solidFill>
              <a:prstDash val="solid"/>
            </a:ln>
          </p:spPr>
        </p:sp>
        <p:sp>
          <p:nvSpPr>
            <p:cNvPr id="73" name="text_072">
              <a:extLst>
                <a:ext uri="{FF2B5EF4-FFF2-40B4-BE49-F238E27FC236}">
                  <ns2:creationId id="{57D408CD-B186-4721-B5E3-BE5BB8CCEF1D}"/>
                </a:ext>
              </a:extLst>
            </p:cNvPr>
            <p:cNvSpPr>
              <a:spLocks noGrp="1"/>
            </p:cNvSpPr>
            <p:nvPr/>
          </p:nvSpPr>
          <p:spPr>
            <a:xfrm rot="0">
              <a:off x="6190224" y="1695450"/>
              <a:ext cx="240030" cy="200025"/>
            </a:xfrm>
            <a:prstGeom prst="rect">
              <a:avLst/>
            </a:prstGeom>
            <a:noFill/>
            <a:ln w="0">
              <a:noFill/>
              <a:prstDash val="solid"/>
            </a:ln>
          </p:spPr>
          <p:txBody>
            <a:bodyPr wrap="none" lIns="0" tIns="0" rIns="0" bIns="0" anchor="t">
              <a:noAutofit/>
            </a:bodyPr>
            <a:lstStyle>
              <a:defPPr algn="r">
                <a:defRPr sz="774" b="0">
                  <a:solidFill>
                    <a:srgbClr val="000000"/>
                  </a:solidFill>
                  <a:latin typeface="Arial"/>
                  <a:ea typeface="Arial"/>
                  <a:cs typeface="Arial"/>
                </a:defRPr>
              </a:defPPr>
              <a:lvl1pPr algn="r">
                <a:defRPr sz="774" b="0">
                  <a:solidFill>
                    <a:srgbClr val="000000"/>
                  </a:solidFill>
                  <a:latin typeface="Arial"/>
                  <a:ea typeface="Arial"/>
                  <a:cs typeface="Arial"/>
                </a:defRPr>
              </a:lvl1pPr>
              <a:lvl2pPr algn="r">
                <a:defRPr sz="774" b="0">
                  <a:solidFill>
                    <a:srgbClr val="000000"/>
                  </a:solidFill>
                  <a:latin typeface="Arial"/>
                  <a:ea typeface="Arial"/>
                  <a:cs typeface="Arial"/>
                </a:defRPr>
              </a:lvl2pPr>
              <a:lvl3pPr algn="r">
                <a:defRPr sz="774" b="0">
                  <a:solidFill>
                    <a:srgbClr val="000000"/>
                  </a:solidFill>
                  <a:latin typeface="Arial"/>
                  <a:ea typeface="Arial"/>
                  <a:cs typeface="Arial"/>
                </a:defRPr>
              </a:lvl3pPr>
              <a:lvl4pPr algn="r">
                <a:defRPr sz="774" b="0">
                  <a:solidFill>
                    <a:srgbClr val="000000"/>
                  </a:solidFill>
                  <a:latin typeface="Arial"/>
                  <a:ea typeface="Arial"/>
                  <a:cs typeface="Arial"/>
                </a:defRPr>
              </a:lvl4pPr>
              <a:lvl5pPr algn="r">
                <a:defRPr sz="774" b="0">
                  <a:solidFill>
                    <a:srgbClr val="000000"/>
                  </a:solidFill>
                  <a:latin typeface="Arial"/>
                  <a:ea typeface="Arial"/>
                  <a:cs typeface="Arial"/>
                </a:defRPr>
              </a:lvl5pPr>
              <a:lvl6pPr algn="r">
                <a:defRPr sz="774" b="0">
                  <a:solidFill>
                    <a:srgbClr val="000000"/>
                  </a:solidFill>
                  <a:latin typeface="Arial"/>
                  <a:ea typeface="Arial"/>
                  <a:cs typeface="Arial"/>
                </a:defRPr>
              </a:lvl6pPr>
              <a:lvl7pPr algn="r">
                <a:defRPr sz="774" b="0">
                  <a:solidFill>
                    <a:srgbClr val="000000"/>
                  </a:solidFill>
                  <a:latin typeface="Arial"/>
                  <a:ea typeface="Arial"/>
                  <a:cs typeface="Arial"/>
                </a:defRPr>
              </a:lvl7pPr>
              <a:lvl8pPr algn="r">
                <a:defRPr sz="774" b="0">
                  <a:solidFill>
                    <a:srgbClr val="000000"/>
                  </a:solidFill>
                  <a:latin typeface="Arial"/>
                  <a:ea typeface="Arial"/>
                  <a:cs typeface="Arial"/>
                </a:defRPr>
              </a:lvl8pPr>
              <a:lvl9pPr algn="r">
                <a:defRPr sz="774" b="0">
                  <a:solidFill>
                    <a:srgbClr val="000000"/>
                  </a:solidFill>
                  <a:latin typeface="Arial"/>
                  <a:ea typeface="Arial"/>
                  <a:cs typeface="Arial"/>
                </a:defRPr>
              </a:lvl9pPr>
            </a:lstStyle>
            <a:p>
              <a:pPr algn="r">
                <a:defRPr sz="774" b="0">
                  <a:solidFill>
                    <a:srgbClr val="000000"/>
                  </a:solidFill>
                  <a:latin typeface="Arial"/>
                  <a:ea typeface="Arial"/>
                  <a:cs typeface="Arial"/>
                </a:defRPr>
              </a:pPr>
              <a:r>
                <a:rPr sz="774" b="0">
                  <a:solidFill>
                    <a:srgbClr val="000000"/>
                  </a:solidFill>
                  <a:latin typeface="Arial"/>
                  <a:ea typeface="Arial"/>
                  <a:cs typeface="Arial"/>
                </a:rPr>
                <a:t>0</a:t>
              </a:r>
            </a:p>
          </p:txBody>
        </p:sp>
        <p:sp>
          <p:nvSpPr>
            <p:cNvPr id="74" name="line_073">
              <a:extLst>
                <a:ext uri="{FF2B5EF4-FFF2-40B4-BE49-F238E27FC236}">
                  <ns2:creationId id="{274AD069-C3BA-43B6-BAC7-DD6E8DF95766}"/>
                </a:ext>
              </a:extLst>
            </p:cNvPr>
            <p:cNvSpPr>
              <a:spLocks noGrp="1"/>
            </p:cNvSpPr>
            <p:nvPr/>
          </p:nvSpPr>
          <p:spPr>
            <a:xfrm>
              <a:off x="6457950" y="1114425"/>
              <a:ext cx="36928" cy="95"/>
            </a:xfrm>
            <a:custGeom>
              <a:pathLst>
                <a:path w="38100" h="95">
                  <a:moveTo>
                    <a:pt x="0" y="0"/>
                  </a:moveTo>
                  <a:lnTo>
                    <a:pt x="38100" y="0"/>
                  </a:lnTo>
                </a:path>
              </a:pathLst>
            </a:custGeom>
            <a:noFill/>
            <a:ln w="6555">
              <a:solidFill>
                <a:srgbClr val="7B8790"/>
              </a:solidFill>
              <a:prstDash val="solid"/>
            </a:ln>
          </p:spPr>
        </p:sp>
        <p:sp>
          <p:nvSpPr>
            <p:cNvPr id="75" name="text_074">
              <a:extLst>
                <a:ext uri="{FF2B5EF4-FFF2-40B4-BE49-F238E27FC236}">
                  <ns2:creationId id="{66C42432-BD1B-4327-9EE0-0CA68CB93BBC}"/>
                </a:ext>
              </a:extLst>
            </p:cNvPr>
            <p:cNvSpPr>
              <a:spLocks noGrp="1"/>
            </p:cNvSpPr>
            <p:nvPr/>
          </p:nvSpPr>
          <p:spPr>
            <a:xfrm rot="0">
              <a:off x="6190224" y="1019175"/>
              <a:ext cx="240030" cy="200025"/>
            </a:xfrm>
            <a:prstGeom prst="rect">
              <a:avLst/>
            </a:prstGeom>
            <a:noFill/>
            <a:ln w="0">
              <a:noFill/>
              <a:prstDash val="solid"/>
            </a:ln>
          </p:spPr>
          <p:txBody>
            <a:bodyPr wrap="none" lIns="0" tIns="0" rIns="0" bIns="0" anchor="t">
              <a:noAutofit/>
            </a:bodyPr>
            <a:lstStyle>
              <a:defPPr algn="r">
                <a:defRPr sz="774" b="0">
                  <a:solidFill>
                    <a:srgbClr val="000000"/>
                  </a:solidFill>
                  <a:latin typeface="Arial"/>
                  <a:ea typeface="Arial"/>
                  <a:cs typeface="Arial"/>
                </a:defRPr>
              </a:defPPr>
              <a:lvl1pPr algn="r">
                <a:defRPr sz="774" b="0">
                  <a:solidFill>
                    <a:srgbClr val="000000"/>
                  </a:solidFill>
                  <a:latin typeface="Arial"/>
                  <a:ea typeface="Arial"/>
                  <a:cs typeface="Arial"/>
                </a:defRPr>
              </a:lvl1pPr>
              <a:lvl2pPr algn="r">
                <a:defRPr sz="774" b="0">
                  <a:solidFill>
                    <a:srgbClr val="000000"/>
                  </a:solidFill>
                  <a:latin typeface="Arial"/>
                  <a:ea typeface="Arial"/>
                  <a:cs typeface="Arial"/>
                </a:defRPr>
              </a:lvl2pPr>
              <a:lvl3pPr algn="r">
                <a:defRPr sz="774" b="0">
                  <a:solidFill>
                    <a:srgbClr val="000000"/>
                  </a:solidFill>
                  <a:latin typeface="Arial"/>
                  <a:ea typeface="Arial"/>
                  <a:cs typeface="Arial"/>
                </a:defRPr>
              </a:lvl3pPr>
              <a:lvl4pPr algn="r">
                <a:defRPr sz="774" b="0">
                  <a:solidFill>
                    <a:srgbClr val="000000"/>
                  </a:solidFill>
                  <a:latin typeface="Arial"/>
                  <a:ea typeface="Arial"/>
                  <a:cs typeface="Arial"/>
                </a:defRPr>
              </a:lvl4pPr>
              <a:lvl5pPr algn="r">
                <a:defRPr sz="774" b="0">
                  <a:solidFill>
                    <a:srgbClr val="000000"/>
                  </a:solidFill>
                  <a:latin typeface="Arial"/>
                  <a:ea typeface="Arial"/>
                  <a:cs typeface="Arial"/>
                </a:defRPr>
              </a:lvl5pPr>
              <a:lvl6pPr algn="r">
                <a:defRPr sz="774" b="0">
                  <a:solidFill>
                    <a:srgbClr val="000000"/>
                  </a:solidFill>
                  <a:latin typeface="Arial"/>
                  <a:ea typeface="Arial"/>
                  <a:cs typeface="Arial"/>
                </a:defRPr>
              </a:lvl6pPr>
              <a:lvl7pPr algn="r">
                <a:defRPr sz="774" b="0">
                  <a:solidFill>
                    <a:srgbClr val="000000"/>
                  </a:solidFill>
                  <a:latin typeface="Arial"/>
                  <a:ea typeface="Arial"/>
                  <a:cs typeface="Arial"/>
                </a:defRPr>
              </a:lvl7pPr>
              <a:lvl8pPr algn="r">
                <a:defRPr sz="774" b="0">
                  <a:solidFill>
                    <a:srgbClr val="000000"/>
                  </a:solidFill>
                  <a:latin typeface="Arial"/>
                  <a:ea typeface="Arial"/>
                  <a:cs typeface="Arial"/>
                </a:defRPr>
              </a:lvl8pPr>
              <a:lvl9pPr algn="r">
                <a:defRPr sz="774" b="0">
                  <a:solidFill>
                    <a:srgbClr val="000000"/>
                  </a:solidFill>
                  <a:latin typeface="Arial"/>
                  <a:ea typeface="Arial"/>
                  <a:cs typeface="Arial"/>
                </a:defRPr>
              </a:lvl9pPr>
            </a:lstStyle>
            <a:p>
              <a:pPr algn="r">
                <a:defRPr sz="774" b="0">
                  <a:solidFill>
                    <a:srgbClr val="000000"/>
                  </a:solidFill>
                  <a:latin typeface="Arial"/>
                  <a:ea typeface="Arial"/>
                  <a:cs typeface="Arial"/>
                </a:defRPr>
              </a:pPr>
              <a:r>
                <a:rPr sz="774" b="0">
                  <a:solidFill>
                    <a:srgbClr val="000000"/>
                  </a:solidFill>
                  <a:latin typeface="Arial"/>
                  <a:ea typeface="Arial"/>
                  <a:cs typeface="Arial"/>
                </a:rPr>
                <a:t>0.5</a:t>
              </a:r>
            </a:p>
          </p:txBody>
        </p:sp>
        <p:sp>
          <p:nvSpPr>
            <p:cNvPr id="76" name="line_075">
              <a:extLst>
                <a:ext uri="{FF2B5EF4-FFF2-40B4-BE49-F238E27FC236}">
                  <ns2:creationId id="{B566ACA4-175E-4B55-BC20-5CEC44DCA050}"/>
                </a:ext>
              </a:extLst>
            </p:cNvPr>
            <p:cNvSpPr>
              <a:spLocks noGrp="1"/>
            </p:cNvSpPr>
            <p:nvPr/>
          </p:nvSpPr>
          <p:spPr>
            <a:xfrm>
              <a:off x="6457950" y="438150"/>
              <a:ext cx="36928" cy="95"/>
            </a:xfrm>
            <a:custGeom>
              <a:pathLst>
                <a:path w="38100" h="95">
                  <a:moveTo>
                    <a:pt x="0" y="0"/>
                  </a:moveTo>
                  <a:lnTo>
                    <a:pt x="38100" y="0"/>
                  </a:lnTo>
                </a:path>
              </a:pathLst>
            </a:custGeom>
            <a:noFill/>
            <a:ln w="6555">
              <a:solidFill>
                <a:srgbClr val="7B8790"/>
              </a:solidFill>
              <a:prstDash val="solid"/>
            </a:ln>
          </p:spPr>
        </p:sp>
        <p:sp>
          <p:nvSpPr>
            <p:cNvPr id="77" name="text_076">
              <a:extLst>
                <a:ext uri="{FF2B5EF4-FFF2-40B4-BE49-F238E27FC236}">
                  <ns2:creationId id="{9701DF8F-CFF6-47C9-89A4-3EEEAC329F5A}"/>
                </a:ext>
              </a:extLst>
            </p:cNvPr>
            <p:cNvSpPr>
              <a:spLocks noGrp="1"/>
            </p:cNvSpPr>
            <p:nvPr/>
          </p:nvSpPr>
          <p:spPr>
            <a:xfrm rot="0">
              <a:off x="6190224" y="342900"/>
              <a:ext cx="240030" cy="200025"/>
            </a:xfrm>
            <a:prstGeom prst="rect">
              <a:avLst/>
            </a:prstGeom>
            <a:noFill/>
            <a:ln w="0">
              <a:noFill/>
              <a:prstDash val="solid"/>
            </a:ln>
          </p:spPr>
          <p:txBody>
            <a:bodyPr wrap="none" lIns="0" tIns="0" rIns="0" bIns="0" anchor="t">
              <a:noAutofit/>
            </a:bodyPr>
            <a:lstStyle>
              <a:defPPr algn="r">
                <a:defRPr sz="774" b="0">
                  <a:solidFill>
                    <a:srgbClr val="000000"/>
                  </a:solidFill>
                  <a:latin typeface="Arial"/>
                  <a:ea typeface="Arial"/>
                  <a:cs typeface="Arial"/>
                </a:defRPr>
              </a:defPPr>
              <a:lvl1pPr algn="r">
                <a:defRPr sz="774" b="0">
                  <a:solidFill>
                    <a:srgbClr val="000000"/>
                  </a:solidFill>
                  <a:latin typeface="Arial"/>
                  <a:ea typeface="Arial"/>
                  <a:cs typeface="Arial"/>
                </a:defRPr>
              </a:lvl1pPr>
              <a:lvl2pPr algn="r">
                <a:defRPr sz="774" b="0">
                  <a:solidFill>
                    <a:srgbClr val="000000"/>
                  </a:solidFill>
                  <a:latin typeface="Arial"/>
                  <a:ea typeface="Arial"/>
                  <a:cs typeface="Arial"/>
                </a:defRPr>
              </a:lvl2pPr>
              <a:lvl3pPr algn="r">
                <a:defRPr sz="774" b="0">
                  <a:solidFill>
                    <a:srgbClr val="000000"/>
                  </a:solidFill>
                  <a:latin typeface="Arial"/>
                  <a:ea typeface="Arial"/>
                  <a:cs typeface="Arial"/>
                </a:defRPr>
              </a:lvl3pPr>
              <a:lvl4pPr algn="r">
                <a:defRPr sz="774" b="0">
                  <a:solidFill>
                    <a:srgbClr val="000000"/>
                  </a:solidFill>
                  <a:latin typeface="Arial"/>
                  <a:ea typeface="Arial"/>
                  <a:cs typeface="Arial"/>
                </a:defRPr>
              </a:lvl4pPr>
              <a:lvl5pPr algn="r">
                <a:defRPr sz="774" b="0">
                  <a:solidFill>
                    <a:srgbClr val="000000"/>
                  </a:solidFill>
                  <a:latin typeface="Arial"/>
                  <a:ea typeface="Arial"/>
                  <a:cs typeface="Arial"/>
                </a:defRPr>
              </a:lvl5pPr>
              <a:lvl6pPr algn="r">
                <a:defRPr sz="774" b="0">
                  <a:solidFill>
                    <a:srgbClr val="000000"/>
                  </a:solidFill>
                  <a:latin typeface="Arial"/>
                  <a:ea typeface="Arial"/>
                  <a:cs typeface="Arial"/>
                </a:defRPr>
              </a:lvl6pPr>
              <a:lvl7pPr algn="r">
                <a:defRPr sz="774" b="0">
                  <a:solidFill>
                    <a:srgbClr val="000000"/>
                  </a:solidFill>
                  <a:latin typeface="Arial"/>
                  <a:ea typeface="Arial"/>
                  <a:cs typeface="Arial"/>
                </a:defRPr>
              </a:lvl7pPr>
              <a:lvl8pPr algn="r">
                <a:defRPr sz="774" b="0">
                  <a:solidFill>
                    <a:srgbClr val="000000"/>
                  </a:solidFill>
                  <a:latin typeface="Arial"/>
                  <a:ea typeface="Arial"/>
                  <a:cs typeface="Arial"/>
                </a:defRPr>
              </a:lvl8pPr>
              <a:lvl9pPr algn="r">
                <a:defRPr sz="774" b="0">
                  <a:solidFill>
                    <a:srgbClr val="000000"/>
                  </a:solidFill>
                  <a:latin typeface="Arial"/>
                  <a:ea typeface="Arial"/>
                  <a:cs typeface="Arial"/>
                </a:defRPr>
              </a:lvl9pPr>
            </a:lstStyle>
            <a:p>
              <a:pPr algn="r">
                <a:defRPr sz="774" b="0">
                  <a:solidFill>
                    <a:srgbClr val="000000"/>
                  </a:solidFill>
                  <a:latin typeface="Arial"/>
                  <a:ea typeface="Arial"/>
                  <a:cs typeface="Arial"/>
                </a:defRPr>
              </a:pPr>
              <a:r>
                <a:rPr sz="774" b="0">
                  <a:solidFill>
                    <a:srgbClr val="000000"/>
                  </a:solidFill>
                  <a:latin typeface="Arial"/>
                  <a:ea typeface="Arial"/>
                  <a:cs typeface="Arial"/>
                </a:rPr>
                <a:t>1</a:t>
              </a:r>
            </a:p>
          </p:txBody>
        </p:sp>
        <p:sp>
          <p:nvSpPr>
            <p:cNvPr id="78" name="line_077">
              <a:extLst>
                <a:ext uri="{FF2B5EF4-FFF2-40B4-BE49-F238E27FC236}">
                  <ns2:creationId id="{FDB60AAA-FD31-418D-A78D-CB9B8D0436BD}"/>
                </a:ext>
              </a:extLst>
            </p:cNvPr>
            <p:cNvSpPr>
              <a:spLocks noGrp="1"/>
            </p:cNvSpPr>
            <p:nvPr/>
          </p:nvSpPr>
          <p:spPr>
            <a:xfrm>
              <a:off x="6518862" y="1790700"/>
              <a:ext cx="92" cy="38100"/>
            </a:xfrm>
            <a:custGeom>
              <a:pathLst>
                <a:path w="95" h="38100">
                  <a:moveTo>
                    <a:pt x="0" y="0"/>
                  </a:moveTo>
                  <a:lnTo>
                    <a:pt x="0" y="38100"/>
                  </a:lnTo>
                </a:path>
              </a:pathLst>
            </a:custGeom>
            <a:noFill/>
            <a:ln w="6555">
              <a:solidFill>
                <a:srgbClr val="7B8790"/>
              </a:solidFill>
              <a:prstDash val="solid"/>
            </a:ln>
          </p:spPr>
        </p:sp>
        <p:sp>
          <p:nvSpPr>
            <p:cNvPr id="79" name="text_078">
              <a:extLst>
                <a:ext uri="{FF2B5EF4-FFF2-40B4-BE49-F238E27FC236}">
                  <ns2:creationId id="{A1CAB620-3565-469B-8487-CB6207A13540}"/>
                </a:ext>
              </a:extLst>
            </p:cNvPr>
            <p:cNvSpPr>
              <a:spLocks noGrp="1"/>
            </p:cNvSpPr>
            <p:nvPr/>
          </p:nvSpPr>
          <p:spPr>
            <a:xfrm rot="0">
              <a:off x="6334224" y="1847850"/>
              <a:ext cx="369277" cy="209550"/>
            </a:xfrm>
            <a:prstGeom prst="rect">
              <a:avLst/>
            </a:prstGeom>
            <a:noFill/>
            <a:ln w="0">
              <a:noFill/>
              <a:prstDash val="solid"/>
            </a:ln>
          </p:spPr>
          <p:txBody>
            <a:bodyPr wrap="none" lIns="0" tIns="0" rIns="0" bIns="0" anchor="t">
              <a:noAutofit/>
            </a:bodyPr>
            <a:lstStyle>
              <a:defPPr algn="ctr">
                <a:defRPr sz="774" b="0">
                  <a:solidFill>
                    <a:srgbClr val="000000"/>
                  </a:solidFill>
                  <a:latin typeface="Arial"/>
                  <a:ea typeface="Arial"/>
                  <a:cs typeface="Arial"/>
                </a:defRPr>
              </a:defPPr>
              <a:lvl1pPr algn="ctr">
                <a:defRPr sz="774" b="0">
                  <a:solidFill>
                    <a:srgbClr val="000000"/>
                  </a:solidFill>
                  <a:latin typeface="Arial"/>
                  <a:ea typeface="Arial"/>
                  <a:cs typeface="Arial"/>
                </a:defRPr>
              </a:lvl1pPr>
              <a:lvl2pPr algn="ctr">
                <a:defRPr sz="774" b="0">
                  <a:solidFill>
                    <a:srgbClr val="000000"/>
                  </a:solidFill>
                  <a:latin typeface="Arial"/>
                  <a:ea typeface="Arial"/>
                  <a:cs typeface="Arial"/>
                </a:defRPr>
              </a:lvl2pPr>
              <a:lvl3pPr algn="ctr">
                <a:defRPr sz="774" b="0">
                  <a:solidFill>
                    <a:srgbClr val="000000"/>
                  </a:solidFill>
                  <a:latin typeface="Arial"/>
                  <a:ea typeface="Arial"/>
                  <a:cs typeface="Arial"/>
                </a:defRPr>
              </a:lvl3pPr>
              <a:lvl4pPr algn="ctr">
                <a:defRPr sz="774" b="0">
                  <a:solidFill>
                    <a:srgbClr val="000000"/>
                  </a:solidFill>
                  <a:latin typeface="Arial"/>
                  <a:ea typeface="Arial"/>
                  <a:cs typeface="Arial"/>
                </a:defRPr>
              </a:lvl4pPr>
              <a:lvl5pPr algn="ctr">
                <a:defRPr sz="774" b="0">
                  <a:solidFill>
                    <a:srgbClr val="000000"/>
                  </a:solidFill>
                  <a:latin typeface="Arial"/>
                  <a:ea typeface="Arial"/>
                  <a:cs typeface="Arial"/>
                </a:defRPr>
              </a:lvl5pPr>
              <a:lvl6pPr algn="ctr">
                <a:defRPr sz="774" b="0">
                  <a:solidFill>
                    <a:srgbClr val="000000"/>
                  </a:solidFill>
                  <a:latin typeface="Arial"/>
                  <a:ea typeface="Arial"/>
                  <a:cs typeface="Arial"/>
                </a:defRPr>
              </a:lvl6pPr>
              <a:lvl7pPr algn="ctr">
                <a:defRPr sz="774" b="0">
                  <a:solidFill>
                    <a:srgbClr val="000000"/>
                  </a:solidFill>
                  <a:latin typeface="Arial"/>
                  <a:ea typeface="Arial"/>
                  <a:cs typeface="Arial"/>
                </a:defRPr>
              </a:lvl7pPr>
              <a:lvl8pPr algn="ctr">
                <a:defRPr sz="774" b="0">
                  <a:solidFill>
                    <a:srgbClr val="000000"/>
                  </a:solidFill>
                  <a:latin typeface="Arial"/>
                  <a:ea typeface="Arial"/>
                  <a:cs typeface="Arial"/>
                </a:defRPr>
              </a:lvl8pPr>
              <a:lvl9pPr algn="ctr">
                <a:defRPr sz="774" b="0">
                  <a:solidFill>
                    <a:srgbClr val="000000"/>
                  </a:solidFill>
                  <a:latin typeface="Arial"/>
                  <a:ea typeface="Arial"/>
                  <a:cs typeface="Arial"/>
                </a:defRPr>
              </a:lvl9pPr>
            </a:lstStyle>
            <a:p>
              <a:pPr algn="ctr">
                <a:defRPr sz="774" b="0">
                  <a:solidFill>
                    <a:srgbClr val="000000"/>
                  </a:solidFill>
                  <a:latin typeface="Arial"/>
                  <a:ea typeface="Arial"/>
                  <a:cs typeface="Arial"/>
                </a:defRPr>
              </a:pPr>
              <a:r>
                <a:rPr sz="774" b="0">
                  <a:solidFill>
                    <a:srgbClr val="000000"/>
                  </a:solidFill>
                  <a:latin typeface="Arial"/>
                  <a:ea typeface="Arial"/>
                  <a:cs typeface="Arial"/>
                </a:rPr>
                <a:t>0</a:t>
              </a:r>
            </a:p>
          </p:txBody>
        </p:sp>
        <p:sp>
          <p:nvSpPr>
            <p:cNvPr id="80" name="line_079">
              <a:extLst>
                <a:ext uri="{FF2B5EF4-FFF2-40B4-BE49-F238E27FC236}">
                  <ns2:creationId id="{D55E2353-CE59-4FE0-9C18-186BA2AE45F5}"/>
                </a:ext>
              </a:extLst>
            </p:cNvPr>
            <p:cNvSpPr>
              <a:spLocks noGrp="1"/>
            </p:cNvSpPr>
            <p:nvPr/>
          </p:nvSpPr>
          <p:spPr>
            <a:xfrm>
              <a:off x="7718108" y="1790700"/>
              <a:ext cx="92" cy="38100"/>
            </a:xfrm>
            <a:custGeom>
              <a:pathLst>
                <a:path w="95" h="38100">
                  <a:moveTo>
                    <a:pt x="0" y="0"/>
                  </a:moveTo>
                  <a:lnTo>
                    <a:pt x="0" y="38100"/>
                  </a:lnTo>
                </a:path>
              </a:pathLst>
            </a:custGeom>
            <a:noFill/>
            <a:ln w="6555">
              <a:solidFill>
                <a:srgbClr val="7B8790"/>
              </a:solidFill>
              <a:prstDash val="solid"/>
            </a:ln>
          </p:spPr>
        </p:sp>
        <p:sp>
          <p:nvSpPr>
            <p:cNvPr id="81" name="text_080">
              <a:extLst>
                <a:ext uri="{FF2B5EF4-FFF2-40B4-BE49-F238E27FC236}">
                  <ns2:creationId id="{A4002257-4D2F-4721-87F7-C5928883210F}"/>
                </a:ext>
              </a:extLst>
            </p:cNvPr>
            <p:cNvSpPr>
              <a:spLocks noGrp="1"/>
            </p:cNvSpPr>
            <p:nvPr/>
          </p:nvSpPr>
          <p:spPr>
            <a:xfrm rot="0">
              <a:off x="7533470" y="1847850"/>
              <a:ext cx="369277" cy="209550"/>
            </a:xfrm>
            <a:prstGeom prst="rect">
              <a:avLst/>
            </a:prstGeom>
            <a:noFill/>
            <a:ln w="0">
              <a:noFill/>
              <a:prstDash val="solid"/>
            </a:ln>
          </p:spPr>
          <p:txBody>
            <a:bodyPr wrap="none" lIns="0" tIns="0" rIns="0" bIns="0" anchor="t">
              <a:noAutofit/>
            </a:bodyPr>
            <a:lstStyle>
              <a:defPPr algn="ctr">
                <a:defRPr sz="774" b="0">
                  <a:solidFill>
                    <a:srgbClr val="000000"/>
                  </a:solidFill>
                  <a:latin typeface="Arial"/>
                  <a:ea typeface="Arial"/>
                  <a:cs typeface="Arial"/>
                </a:defRPr>
              </a:defPPr>
              <a:lvl1pPr algn="ctr">
                <a:defRPr sz="774" b="0">
                  <a:solidFill>
                    <a:srgbClr val="000000"/>
                  </a:solidFill>
                  <a:latin typeface="Arial"/>
                  <a:ea typeface="Arial"/>
                  <a:cs typeface="Arial"/>
                </a:defRPr>
              </a:lvl1pPr>
              <a:lvl2pPr algn="ctr">
                <a:defRPr sz="774" b="0">
                  <a:solidFill>
                    <a:srgbClr val="000000"/>
                  </a:solidFill>
                  <a:latin typeface="Arial"/>
                  <a:ea typeface="Arial"/>
                  <a:cs typeface="Arial"/>
                </a:defRPr>
              </a:lvl2pPr>
              <a:lvl3pPr algn="ctr">
                <a:defRPr sz="774" b="0">
                  <a:solidFill>
                    <a:srgbClr val="000000"/>
                  </a:solidFill>
                  <a:latin typeface="Arial"/>
                  <a:ea typeface="Arial"/>
                  <a:cs typeface="Arial"/>
                </a:defRPr>
              </a:lvl3pPr>
              <a:lvl4pPr algn="ctr">
                <a:defRPr sz="774" b="0">
                  <a:solidFill>
                    <a:srgbClr val="000000"/>
                  </a:solidFill>
                  <a:latin typeface="Arial"/>
                  <a:ea typeface="Arial"/>
                  <a:cs typeface="Arial"/>
                </a:defRPr>
              </a:lvl4pPr>
              <a:lvl5pPr algn="ctr">
                <a:defRPr sz="774" b="0">
                  <a:solidFill>
                    <a:srgbClr val="000000"/>
                  </a:solidFill>
                  <a:latin typeface="Arial"/>
                  <a:ea typeface="Arial"/>
                  <a:cs typeface="Arial"/>
                </a:defRPr>
              </a:lvl5pPr>
              <a:lvl6pPr algn="ctr">
                <a:defRPr sz="774" b="0">
                  <a:solidFill>
                    <a:srgbClr val="000000"/>
                  </a:solidFill>
                  <a:latin typeface="Arial"/>
                  <a:ea typeface="Arial"/>
                  <a:cs typeface="Arial"/>
                </a:defRPr>
              </a:lvl6pPr>
              <a:lvl7pPr algn="ctr">
                <a:defRPr sz="774" b="0">
                  <a:solidFill>
                    <a:srgbClr val="000000"/>
                  </a:solidFill>
                  <a:latin typeface="Arial"/>
                  <a:ea typeface="Arial"/>
                  <a:cs typeface="Arial"/>
                </a:defRPr>
              </a:lvl7pPr>
              <a:lvl8pPr algn="ctr">
                <a:defRPr sz="774" b="0">
                  <a:solidFill>
                    <a:srgbClr val="000000"/>
                  </a:solidFill>
                  <a:latin typeface="Arial"/>
                  <a:ea typeface="Arial"/>
                  <a:cs typeface="Arial"/>
                </a:defRPr>
              </a:lvl8pPr>
              <a:lvl9pPr algn="ctr">
                <a:defRPr sz="774" b="0">
                  <a:solidFill>
                    <a:srgbClr val="000000"/>
                  </a:solidFill>
                  <a:latin typeface="Arial"/>
                  <a:ea typeface="Arial"/>
                  <a:cs typeface="Arial"/>
                </a:defRPr>
              </a:lvl9pPr>
            </a:lstStyle>
            <a:p>
              <a:pPr algn="ctr">
                <a:defRPr sz="774" b="0">
                  <a:solidFill>
                    <a:srgbClr val="000000"/>
                  </a:solidFill>
                  <a:latin typeface="Arial"/>
                  <a:ea typeface="Arial"/>
                  <a:cs typeface="Arial"/>
                </a:defRPr>
              </a:pPr>
              <a:r>
                <a:rPr sz="774" b="0">
                  <a:solidFill>
                    <a:srgbClr val="000000"/>
                  </a:solidFill>
                  <a:latin typeface="Arial"/>
                  <a:ea typeface="Arial"/>
                  <a:cs typeface="Arial"/>
                </a:rPr>
                <a:t>25</a:t>
              </a:r>
            </a:p>
          </p:txBody>
        </p:sp>
        <p:sp>
          <p:nvSpPr>
            <p:cNvPr id="82" name="line_081">
              <a:extLst>
                <a:ext uri="{FF2B5EF4-FFF2-40B4-BE49-F238E27FC236}">
                  <ns2:creationId id="{7A75AE35-B703-4F67-B35C-D8154814A0FE}"/>
                </a:ext>
              </a:extLst>
            </p:cNvPr>
            <p:cNvSpPr>
              <a:spLocks noGrp="1"/>
            </p:cNvSpPr>
            <p:nvPr/>
          </p:nvSpPr>
          <p:spPr>
            <a:xfrm>
              <a:off x="8965322" y="1790700"/>
              <a:ext cx="92" cy="38100"/>
            </a:xfrm>
            <a:custGeom>
              <a:pathLst>
                <a:path w="95" h="38100">
                  <a:moveTo>
                    <a:pt x="0" y="0"/>
                  </a:moveTo>
                  <a:lnTo>
                    <a:pt x="0" y="38100"/>
                  </a:lnTo>
                </a:path>
              </a:pathLst>
            </a:custGeom>
            <a:noFill/>
            <a:ln w="6555">
              <a:solidFill>
                <a:srgbClr val="7B8790"/>
              </a:solidFill>
              <a:prstDash val="solid"/>
            </a:ln>
          </p:spPr>
        </p:sp>
        <p:sp>
          <p:nvSpPr>
            <p:cNvPr id="83" name="text_082">
              <a:extLst>
                <a:ext uri="{FF2B5EF4-FFF2-40B4-BE49-F238E27FC236}">
                  <ns2:creationId id="{F4A28DFD-1145-44DB-96BA-491512ED308F}"/>
                </a:ext>
              </a:extLst>
            </p:cNvPr>
            <p:cNvSpPr>
              <a:spLocks noGrp="1"/>
            </p:cNvSpPr>
            <p:nvPr/>
          </p:nvSpPr>
          <p:spPr>
            <a:xfrm rot="0">
              <a:off x="8780683" y="1847850"/>
              <a:ext cx="369277" cy="209550"/>
            </a:xfrm>
            <a:prstGeom prst="rect">
              <a:avLst/>
            </a:prstGeom>
            <a:noFill/>
            <a:ln w="0">
              <a:noFill/>
              <a:prstDash val="solid"/>
            </a:ln>
          </p:spPr>
          <p:txBody>
            <a:bodyPr wrap="none" lIns="0" tIns="0" rIns="0" bIns="0" anchor="t">
              <a:noAutofit/>
            </a:bodyPr>
            <a:lstStyle>
              <a:defPPr algn="ctr">
                <a:defRPr sz="774" b="0">
                  <a:solidFill>
                    <a:srgbClr val="000000"/>
                  </a:solidFill>
                  <a:latin typeface="Arial"/>
                  <a:ea typeface="Arial"/>
                  <a:cs typeface="Arial"/>
                </a:defRPr>
              </a:defPPr>
              <a:lvl1pPr algn="ctr">
                <a:defRPr sz="774" b="0">
                  <a:solidFill>
                    <a:srgbClr val="000000"/>
                  </a:solidFill>
                  <a:latin typeface="Arial"/>
                  <a:ea typeface="Arial"/>
                  <a:cs typeface="Arial"/>
                </a:defRPr>
              </a:lvl1pPr>
              <a:lvl2pPr algn="ctr">
                <a:defRPr sz="774" b="0">
                  <a:solidFill>
                    <a:srgbClr val="000000"/>
                  </a:solidFill>
                  <a:latin typeface="Arial"/>
                  <a:ea typeface="Arial"/>
                  <a:cs typeface="Arial"/>
                </a:defRPr>
              </a:lvl2pPr>
              <a:lvl3pPr algn="ctr">
                <a:defRPr sz="774" b="0">
                  <a:solidFill>
                    <a:srgbClr val="000000"/>
                  </a:solidFill>
                  <a:latin typeface="Arial"/>
                  <a:ea typeface="Arial"/>
                  <a:cs typeface="Arial"/>
                </a:defRPr>
              </a:lvl3pPr>
              <a:lvl4pPr algn="ctr">
                <a:defRPr sz="774" b="0">
                  <a:solidFill>
                    <a:srgbClr val="000000"/>
                  </a:solidFill>
                  <a:latin typeface="Arial"/>
                  <a:ea typeface="Arial"/>
                  <a:cs typeface="Arial"/>
                </a:defRPr>
              </a:lvl4pPr>
              <a:lvl5pPr algn="ctr">
                <a:defRPr sz="774" b="0">
                  <a:solidFill>
                    <a:srgbClr val="000000"/>
                  </a:solidFill>
                  <a:latin typeface="Arial"/>
                  <a:ea typeface="Arial"/>
                  <a:cs typeface="Arial"/>
                </a:defRPr>
              </a:lvl5pPr>
              <a:lvl6pPr algn="ctr">
                <a:defRPr sz="774" b="0">
                  <a:solidFill>
                    <a:srgbClr val="000000"/>
                  </a:solidFill>
                  <a:latin typeface="Arial"/>
                  <a:ea typeface="Arial"/>
                  <a:cs typeface="Arial"/>
                </a:defRPr>
              </a:lvl6pPr>
              <a:lvl7pPr algn="ctr">
                <a:defRPr sz="774" b="0">
                  <a:solidFill>
                    <a:srgbClr val="000000"/>
                  </a:solidFill>
                  <a:latin typeface="Arial"/>
                  <a:ea typeface="Arial"/>
                  <a:cs typeface="Arial"/>
                </a:defRPr>
              </a:lvl7pPr>
              <a:lvl8pPr algn="ctr">
                <a:defRPr sz="774" b="0">
                  <a:solidFill>
                    <a:srgbClr val="000000"/>
                  </a:solidFill>
                  <a:latin typeface="Arial"/>
                  <a:ea typeface="Arial"/>
                  <a:cs typeface="Arial"/>
                </a:defRPr>
              </a:lvl8pPr>
              <a:lvl9pPr algn="ctr">
                <a:defRPr sz="774" b="0">
                  <a:solidFill>
                    <a:srgbClr val="000000"/>
                  </a:solidFill>
                  <a:latin typeface="Arial"/>
                  <a:ea typeface="Arial"/>
                  <a:cs typeface="Arial"/>
                </a:defRPr>
              </a:lvl9pPr>
            </a:lstStyle>
            <a:p>
              <a:pPr algn="ctr">
                <a:defRPr sz="774" b="0">
                  <a:solidFill>
                    <a:srgbClr val="000000"/>
                  </a:solidFill>
                  <a:latin typeface="Arial"/>
                  <a:ea typeface="Arial"/>
                  <a:cs typeface="Arial"/>
                </a:defRPr>
              </a:pPr>
              <a:r>
                <a:rPr sz="774" b="0">
                  <a:solidFill>
                    <a:srgbClr val="000000"/>
                  </a:solidFill>
                  <a:latin typeface="Arial"/>
                  <a:ea typeface="Arial"/>
                  <a:cs typeface="Arial"/>
                </a:rPr>
                <a:t>51</a:t>
              </a:r>
            </a:p>
          </p:txBody>
        </p:sp>
        <p:sp>
          <p:nvSpPr>
            <p:cNvPr id="84" name="line_083">
              <a:extLst>
                <a:ext uri="{FF2B5EF4-FFF2-40B4-BE49-F238E27FC236}">
                  <ns2:creationId id="{FAB17A6A-4FB9-43C4-B01B-DBD3724BCB9B}"/>
                </a:ext>
              </a:extLst>
            </p:cNvPr>
            <p:cNvSpPr>
              <a:spLocks noGrp="1"/>
            </p:cNvSpPr>
            <p:nvPr/>
          </p:nvSpPr>
          <p:spPr>
            <a:xfrm>
              <a:off x="10116597" y="1790700"/>
              <a:ext cx="92" cy="38100"/>
            </a:xfrm>
            <a:custGeom>
              <a:pathLst>
                <a:path w="95" h="38100">
                  <a:moveTo>
                    <a:pt x="0" y="0"/>
                  </a:moveTo>
                  <a:lnTo>
                    <a:pt x="0" y="38100"/>
                  </a:lnTo>
                </a:path>
              </a:pathLst>
            </a:custGeom>
            <a:noFill/>
            <a:ln w="6555">
              <a:solidFill>
                <a:srgbClr val="7B8790"/>
              </a:solidFill>
              <a:prstDash val="solid"/>
            </a:ln>
          </p:spPr>
        </p:sp>
        <p:sp>
          <p:nvSpPr>
            <p:cNvPr id="85" name="text_084">
              <a:extLst>
                <a:ext uri="{FF2B5EF4-FFF2-40B4-BE49-F238E27FC236}">
                  <ns2:creationId id="{77B0BDA2-404F-47E6-8FA5-186CC4075436}"/>
                </a:ext>
              </a:extLst>
            </p:cNvPr>
            <p:cNvSpPr>
              <a:spLocks noGrp="1"/>
            </p:cNvSpPr>
            <p:nvPr/>
          </p:nvSpPr>
          <p:spPr>
            <a:xfrm rot="0">
              <a:off x="9931959" y="1847850"/>
              <a:ext cx="369277" cy="209550"/>
            </a:xfrm>
            <a:prstGeom prst="rect">
              <a:avLst/>
            </a:prstGeom>
            <a:noFill/>
            <a:ln w="0">
              <a:noFill/>
              <a:prstDash val="solid"/>
            </a:ln>
          </p:spPr>
          <p:txBody>
            <a:bodyPr wrap="none" lIns="0" tIns="0" rIns="0" bIns="0" anchor="t">
              <a:noAutofit/>
            </a:bodyPr>
            <a:lstStyle>
              <a:defPPr algn="ctr">
                <a:defRPr sz="774" b="0">
                  <a:solidFill>
                    <a:srgbClr val="000000"/>
                  </a:solidFill>
                  <a:latin typeface="Arial"/>
                  <a:ea typeface="Arial"/>
                  <a:cs typeface="Arial"/>
                </a:defRPr>
              </a:defPPr>
              <a:lvl1pPr algn="ctr">
                <a:defRPr sz="774" b="0">
                  <a:solidFill>
                    <a:srgbClr val="000000"/>
                  </a:solidFill>
                  <a:latin typeface="Arial"/>
                  <a:ea typeface="Arial"/>
                  <a:cs typeface="Arial"/>
                </a:defRPr>
              </a:lvl1pPr>
              <a:lvl2pPr algn="ctr">
                <a:defRPr sz="774" b="0">
                  <a:solidFill>
                    <a:srgbClr val="000000"/>
                  </a:solidFill>
                  <a:latin typeface="Arial"/>
                  <a:ea typeface="Arial"/>
                  <a:cs typeface="Arial"/>
                </a:defRPr>
              </a:lvl2pPr>
              <a:lvl3pPr algn="ctr">
                <a:defRPr sz="774" b="0">
                  <a:solidFill>
                    <a:srgbClr val="000000"/>
                  </a:solidFill>
                  <a:latin typeface="Arial"/>
                  <a:ea typeface="Arial"/>
                  <a:cs typeface="Arial"/>
                </a:defRPr>
              </a:lvl3pPr>
              <a:lvl4pPr algn="ctr">
                <a:defRPr sz="774" b="0">
                  <a:solidFill>
                    <a:srgbClr val="000000"/>
                  </a:solidFill>
                  <a:latin typeface="Arial"/>
                  <a:ea typeface="Arial"/>
                  <a:cs typeface="Arial"/>
                </a:defRPr>
              </a:lvl4pPr>
              <a:lvl5pPr algn="ctr">
                <a:defRPr sz="774" b="0">
                  <a:solidFill>
                    <a:srgbClr val="000000"/>
                  </a:solidFill>
                  <a:latin typeface="Arial"/>
                  <a:ea typeface="Arial"/>
                  <a:cs typeface="Arial"/>
                </a:defRPr>
              </a:lvl5pPr>
              <a:lvl6pPr algn="ctr">
                <a:defRPr sz="774" b="0">
                  <a:solidFill>
                    <a:srgbClr val="000000"/>
                  </a:solidFill>
                  <a:latin typeface="Arial"/>
                  <a:ea typeface="Arial"/>
                  <a:cs typeface="Arial"/>
                </a:defRPr>
              </a:lvl6pPr>
              <a:lvl7pPr algn="ctr">
                <a:defRPr sz="774" b="0">
                  <a:solidFill>
                    <a:srgbClr val="000000"/>
                  </a:solidFill>
                  <a:latin typeface="Arial"/>
                  <a:ea typeface="Arial"/>
                  <a:cs typeface="Arial"/>
                </a:defRPr>
              </a:lvl7pPr>
              <a:lvl8pPr algn="ctr">
                <a:defRPr sz="774" b="0">
                  <a:solidFill>
                    <a:srgbClr val="000000"/>
                  </a:solidFill>
                  <a:latin typeface="Arial"/>
                  <a:ea typeface="Arial"/>
                  <a:cs typeface="Arial"/>
                </a:defRPr>
              </a:lvl8pPr>
              <a:lvl9pPr algn="ctr">
                <a:defRPr sz="774" b="0">
                  <a:solidFill>
                    <a:srgbClr val="000000"/>
                  </a:solidFill>
                  <a:latin typeface="Arial"/>
                  <a:ea typeface="Arial"/>
                  <a:cs typeface="Arial"/>
                </a:defRPr>
              </a:lvl9pPr>
            </a:lstStyle>
            <a:p>
              <a:pPr algn="ctr">
                <a:defRPr sz="774" b="0">
                  <a:solidFill>
                    <a:srgbClr val="000000"/>
                  </a:solidFill>
                  <a:latin typeface="Arial"/>
                  <a:ea typeface="Arial"/>
                  <a:cs typeface="Arial"/>
                </a:defRPr>
              </a:pPr>
              <a:r>
                <a:rPr sz="774" b="0">
                  <a:solidFill>
                    <a:srgbClr val="000000"/>
                  </a:solidFill>
                  <a:latin typeface="Arial"/>
                  <a:ea typeface="Arial"/>
                  <a:cs typeface="Arial"/>
                </a:rPr>
                <a:t>75</a:t>
              </a:r>
            </a:p>
          </p:txBody>
        </p:sp>
        <p:sp>
          <p:nvSpPr>
            <p:cNvPr id="86" name="line_085">
              <a:extLst>
                <a:ext uri="{FF2B5EF4-FFF2-40B4-BE49-F238E27FC236}">
                  <ns2:creationId id="{8DB6B261-4CF6-42C4-BE15-0FF0AD645CDB}"/>
                </a:ext>
              </a:extLst>
            </p:cNvPr>
            <p:cNvSpPr>
              <a:spLocks noGrp="1"/>
            </p:cNvSpPr>
            <p:nvPr/>
          </p:nvSpPr>
          <p:spPr>
            <a:xfrm>
              <a:off x="11363812" y="1790700"/>
              <a:ext cx="92" cy="38100"/>
            </a:xfrm>
            <a:custGeom>
              <a:pathLst>
                <a:path w="95" h="38100">
                  <a:moveTo>
                    <a:pt x="0" y="0"/>
                  </a:moveTo>
                  <a:lnTo>
                    <a:pt x="0" y="38100"/>
                  </a:lnTo>
                </a:path>
              </a:pathLst>
            </a:custGeom>
            <a:noFill/>
            <a:ln w="6555">
              <a:solidFill>
                <a:srgbClr val="7B8790"/>
              </a:solidFill>
              <a:prstDash val="solid"/>
            </a:ln>
          </p:spPr>
        </p:sp>
        <p:sp>
          <p:nvSpPr>
            <p:cNvPr id="87" name="text_086">
              <a:extLst>
                <a:ext uri="{FF2B5EF4-FFF2-40B4-BE49-F238E27FC236}">
                  <ns2:creationId id="{51E44707-F784-4E15-91DF-6EBC5D7777D3}"/>
                </a:ext>
              </a:extLst>
            </p:cNvPr>
            <p:cNvSpPr>
              <a:spLocks noGrp="1"/>
            </p:cNvSpPr>
            <p:nvPr/>
          </p:nvSpPr>
          <p:spPr>
            <a:xfrm rot="0">
              <a:off x="11179174" y="1847850"/>
              <a:ext cx="369277" cy="209550"/>
            </a:xfrm>
            <a:prstGeom prst="rect">
              <a:avLst/>
            </a:prstGeom>
            <a:noFill/>
            <a:ln w="0">
              <a:noFill/>
              <a:prstDash val="solid"/>
            </a:ln>
          </p:spPr>
          <p:txBody>
            <a:bodyPr wrap="none" lIns="0" tIns="0" rIns="0" bIns="0" anchor="t">
              <a:noAutofit/>
            </a:bodyPr>
            <a:lstStyle>
              <a:defPPr algn="ctr">
                <a:defRPr sz="774" b="0">
                  <a:solidFill>
                    <a:srgbClr val="000000"/>
                  </a:solidFill>
                  <a:latin typeface="Arial"/>
                  <a:ea typeface="Arial"/>
                  <a:cs typeface="Arial"/>
                </a:defRPr>
              </a:defPPr>
              <a:lvl1pPr algn="ctr">
                <a:defRPr sz="774" b="0">
                  <a:solidFill>
                    <a:srgbClr val="000000"/>
                  </a:solidFill>
                  <a:latin typeface="Arial"/>
                  <a:ea typeface="Arial"/>
                  <a:cs typeface="Arial"/>
                </a:defRPr>
              </a:lvl1pPr>
              <a:lvl2pPr algn="ctr">
                <a:defRPr sz="774" b="0">
                  <a:solidFill>
                    <a:srgbClr val="000000"/>
                  </a:solidFill>
                  <a:latin typeface="Arial"/>
                  <a:ea typeface="Arial"/>
                  <a:cs typeface="Arial"/>
                </a:defRPr>
              </a:lvl2pPr>
              <a:lvl3pPr algn="ctr">
                <a:defRPr sz="774" b="0">
                  <a:solidFill>
                    <a:srgbClr val="000000"/>
                  </a:solidFill>
                  <a:latin typeface="Arial"/>
                  <a:ea typeface="Arial"/>
                  <a:cs typeface="Arial"/>
                </a:defRPr>
              </a:lvl3pPr>
              <a:lvl4pPr algn="ctr">
                <a:defRPr sz="774" b="0">
                  <a:solidFill>
                    <a:srgbClr val="000000"/>
                  </a:solidFill>
                  <a:latin typeface="Arial"/>
                  <a:ea typeface="Arial"/>
                  <a:cs typeface="Arial"/>
                </a:defRPr>
              </a:lvl4pPr>
              <a:lvl5pPr algn="ctr">
                <a:defRPr sz="774" b="0">
                  <a:solidFill>
                    <a:srgbClr val="000000"/>
                  </a:solidFill>
                  <a:latin typeface="Arial"/>
                  <a:ea typeface="Arial"/>
                  <a:cs typeface="Arial"/>
                </a:defRPr>
              </a:lvl5pPr>
              <a:lvl6pPr algn="ctr">
                <a:defRPr sz="774" b="0">
                  <a:solidFill>
                    <a:srgbClr val="000000"/>
                  </a:solidFill>
                  <a:latin typeface="Arial"/>
                  <a:ea typeface="Arial"/>
                  <a:cs typeface="Arial"/>
                </a:defRPr>
              </a:lvl6pPr>
              <a:lvl7pPr algn="ctr">
                <a:defRPr sz="774" b="0">
                  <a:solidFill>
                    <a:srgbClr val="000000"/>
                  </a:solidFill>
                  <a:latin typeface="Arial"/>
                  <a:ea typeface="Arial"/>
                  <a:cs typeface="Arial"/>
                </a:defRPr>
              </a:lvl7pPr>
              <a:lvl8pPr algn="ctr">
                <a:defRPr sz="774" b="0">
                  <a:solidFill>
                    <a:srgbClr val="000000"/>
                  </a:solidFill>
                  <a:latin typeface="Arial"/>
                  <a:ea typeface="Arial"/>
                  <a:cs typeface="Arial"/>
                </a:defRPr>
              </a:lvl8pPr>
              <a:lvl9pPr algn="ctr">
                <a:defRPr sz="774" b="0">
                  <a:solidFill>
                    <a:srgbClr val="000000"/>
                  </a:solidFill>
                  <a:latin typeface="Arial"/>
                  <a:ea typeface="Arial"/>
                  <a:cs typeface="Arial"/>
                </a:defRPr>
              </a:lvl9pPr>
            </a:lstStyle>
            <a:p>
              <a:pPr algn="ctr">
                <a:defRPr sz="774" b="0">
                  <a:solidFill>
                    <a:srgbClr val="000000"/>
                  </a:solidFill>
                  <a:latin typeface="Arial"/>
                  <a:ea typeface="Arial"/>
                  <a:cs typeface="Arial"/>
                </a:defRPr>
              </a:pPr>
              <a:r>
                <a:rPr sz="774" b="0">
                  <a:solidFill>
                    <a:srgbClr val="000000"/>
                  </a:solidFill>
                  <a:latin typeface="Arial"/>
                  <a:ea typeface="Arial"/>
                  <a:cs typeface="Arial"/>
                </a:rPr>
                <a:t>101</a:t>
              </a:r>
            </a:p>
          </p:txBody>
        </p:sp>
        <p:sp>
          <p:nvSpPr>
            <p:cNvPr id="88" name="line_087">
              <a:extLst>
                <a:ext uri="{FF2B5EF4-FFF2-40B4-BE49-F238E27FC236}">
                  <ns2:creationId id="{90B96168-3CCF-4220-BCB2-6FF6207CD6E6}"/>
                </a:ext>
              </a:extLst>
            </p:cNvPr>
            <p:cNvSpPr>
              <a:spLocks noGrp="1"/>
            </p:cNvSpPr>
            <p:nvPr/>
          </p:nvSpPr>
          <p:spPr>
            <a:xfrm>
              <a:off x="6518862" y="438150"/>
              <a:ext cx="92" cy="1352550"/>
            </a:xfrm>
            <a:custGeom>
              <a:pathLst>
                <a:path w="95" h="1352550">
                  <a:moveTo>
                    <a:pt x="0" y="0"/>
                  </a:moveTo>
                  <a:lnTo>
                    <a:pt x="0" y="1352550"/>
                  </a:lnTo>
                </a:path>
              </a:pathLst>
            </a:custGeom>
            <a:noFill/>
            <a:ln w="4589">
              <a:solidFill>
                <a:srgbClr val="7B8790"/>
              </a:solidFill>
              <a:prstDash val="dash"/>
            </a:ln>
          </p:spPr>
        </p:sp>
        <p:sp>
          <p:nvSpPr>
            <p:cNvPr id="89" name="line_088">
              <a:extLst>
                <a:ext uri="{FF2B5EF4-FFF2-40B4-BE49-F238E27FC236}">
                  <ns2:creationId id="{A201F905-093F-4AC3-9781-564FB0C6D546}"/>
                </a:ext>
              </a:extLst>
            </p:cNvPr>
            <p:cNvSpPr>
              <a:spLocks noGrp="1"/>
            </p:cNvSpPr>
            <p:nvPr/>
          </p:nvSpPr>
          <p:spPr>
            <a:xfrm>
              <a:off x="8965322" y="438150"/>
              <a:ext cx="92" cy="1352550"/>
            </a:xfrm>
            <a:custGeom>
              <a:pathLst>
                <a:path w="95" h="1352550">
                  <a:moveTo>
                    <a:pt x="0" y="0"/>
                  </a:moveTo>
                  <a:lnTo>
                    <a:pt x="0" y="1352550"/>
                  </a:lnTo>
                </a:path>
              </a:pathLst>
            </a:custGeom>
            <a:noFill/>
            <a:ln w="4589">
              <a:solidFill>
                <a:srgbClr val="7B8790"/>
              </a:solidFill>
              <a:prstDash val="dash"/>
            </a:ln>
          </p:spPr>
        </p:sp>
        <p:sp>
          <p:nvSpPr>
            <p:cNvPr id="90" name="line_089">
              <a:extLst>
                <a:ext uri="{FF2B5EF4-FFF2-40B4-BE49-F238E27FC236}">
                  <ns2:creationId id="{F9EDF745-8F54-41DE-B28C-B116443C5E05}"/>
                </a:ext>
              </a:extLst>
            </p:cNvPr>
            <p:cNvSpPr>
              <a:spLocks noGrp="1"/>
            </p:cNvSpPr>
            <p:nvPr/>
          </p:nvSpPr>
          <p:spPr>
            <a:xfrm>
              <a:off x="11363812" y="438150"/>
              <a:ext cx="92" cy="1352550"/>
            </a:xfrm>
            <a:custGeom>
              <a:pathLst>
                <a:path w="95" h="1352550">
                  <a:moveTo>
                    <a:pt x="0" y="0"/>
                  </a:moveTo>
                  <a:lnTo>
                    <a:pt x="0" y="1352550"/>
                  </a:lnTo>
                </a:path>
              </a:pathLst>
            </a:custGeom>
            <a:noFill/>
            <a:ln w="4589">
              <a:solidFill>
                <a:srgbClr val="7B8790"/>
              </a:solidFill>
              <a:prstDash val="dash"/>
            </a:ln>
          </p:spPr>
        </p:sp>
        <p:sp>
          <p:nvSpPr>
            <p:cNvPr id="92" name="text_091">
              <a:extLst>
                <a:ext uri="{FF2B5EF4-FFF2-40B4-BE49-F238E27FC236}">
                  <ns2:creationId id="{48A89672-975B-4B59-A5AD-B26D2076358A}"/>
                </a:ext>
              </a:extLst>
            </p:cNvPr>
            <p:cNvSpPr>
              <a:spLocks noGrp="1"/>
            </p:cNvSpPr>
            <p:nvPr/>
          </p:nvSpPr>
          <p:spPr>
            <a:xfrm rot="0">
              <a:off x="8295103" y="2057400"/>
              <a:ext cx="1292469" cy="209550"/>
            </a:xfrm>
            <a:prstGeom prst="rect">
              <a:avLst/>
            </a:prstGeom>
            <a:noFill/>
            <a:ln w="0">
              <a:noFill/>
              <a:prstDash val="solid"/>
            </a:ln>
          </p:spPr>
          <p:txBody>
            <a:bodyPr wrap="none" lIns="0" tIns="0" rIns="0" bIns="0" anchor="t">
              <a:noAutofit/>
            </a:bodyPr>
            <a:lstStyle>
              <a:defPPr algn="ctr">
                <a:defRPr sz="826" b="0">
                  <a:solidFill>
                    <a:srgbClr val="000000"/>
                  </a:solidFill>
                  <a:latin typeface="Arial"/>
                  <a:ea typeface="Arial"/>
                  <a:cs typeface="Arial"/>
                </a:defRPr>
              </a:defPPr>
              <a:lvl1pPr algn="ctr">
                <a:defRPr sz="826" b="0">
                  <a:solidFill>
                    <a:srgbClr val="000000"/>
                  </a:solidFill>
                  <a:latin typeface="Arial"/>
                  <a:ea typeface="Arial"/>
                  <a:cs typeface="Arial"/>
                </a:defRPr>
              </a:lvl1pPr>
              <a:lvl2pPr algn="ctr">
                <a:defRPr sz="826" b="0">
                  <a:solidFill>
                    <a:srgbClr val="000000"/>
                  </a:solidFill>
                  <a:latin typeface="Arial"/>
                  <a:ea typeface="Arial"/>
                  <a:cs typeface="Arial"/>
                </a:defRPr>
              </a:lvl2pPr>
              <a:lvl3pPr algn="ctr">
                <a:defRPr sz="826" b="0">
                  <a:solidFill>
                    <a:srgbClr val="000000"/>
                  </a:solidFill>
                  <a:latin typeface="Arial"/>
                  <a:ea typeface="Arial"/>
                  <a:cs typeface="Arial"/>
                </a:defRPr>
              </a:lvl3pPr>
              <a:lvl4pPr algn="ctr">
                <a:defRPr sz="826" b="0">
                  <a:solidFill>
                    <a:srgbClr val="000000"/>
                  </a:solidFill>
                  <a:latin typeface="Arial"/>
                  <a:ea typeface="Arial"/>
                  <a:cs typeface="Arial"/>
                </a:defRPr>
              </a:lvl4pPr>
              <a:lvl5pPr algn="ctr">
                <a:defRPr sz="826" b="0">
                  <a:solidFill>
                    <a:srgbClr val="000000"/>
                  </a:solidFill>
                  <a:latin typeface="Arial"/>
                  <a:ea typeface="Arial"/>
                  <a:cs typeface="Arial"/>
                </a:defRPr>
              </a:lvl5pPr>
              <a:lvl6pPr algn="ctr">
                <a:defRPr sz="826" b="0">
                  <a:solidFill>
                    <a:srgbClr val="000000"/>
                  </a:solidFill>
                  <a:latin typeface="Arial"/>
                  <a:ea typeface="Arial"/>
                  <a:cs typeface="Arial"/>
                </a:defRPr>
              </a:lvl6pPr>
              <a:lvl7pPr algn="ctr">
                <a:defRPr sz="826" b="0">
                  <a:solidFill>
                    <a:srgbClr val="000000"/>
                  </a:solidFill>
                  <a:latin typeface="Arial"/>
                  <a:ea typeface="Arial"/>
                  <a:cs typeface="Arial"/>
                </a:defRPr>
              </a:lvl7pPr>
              <a:lvl8pPr algn="ctr">
                <a:defRPr sz="826" b="0">
                  <a:solidFill>
                    <a:srgbClr val="000000"/>
                  </a:solidFill>
                  <a:latin typeface="Arial"/>
                  <a:ea typeface="Arial"/>
                  <a:cs typeface="Arial"/>
                </a:defRPr>
              </a:lvl8pPr>
              <a:lvl9pPr algn="ctr">
                <a:defRPr sz="826" b="0">
                  <a:solidFill>
                    <a:srgbClr val="000000"/>
                  </a:solidFill>
                  <a:latin typeface="Arial"/>
                  <a:ea typeface="Arial"/>
                  <a:cs typeface="Arial"/>
                </a:defRPr>
              </a:lvl9pPr>
            </a:lstStyle>
            <a:p>
              <a:pPr algn="ctr">
                <a:defRPr sz="826" b="0">
                  <a:solidFill>
                    <a:srgbClr val="000000"/>
                  </a:solidFill>
                  <a:latin typeface="Arial"/>
                  <a:ea typeface="Arial"/>
                  <a:cs typeface="Arial"/>
                </a:defRPr>
              </a:pPr>
              <a:r>
                <a:rPr sz="826" b="0">
                  <a:solidFill>
                    <a:srgbClr val="000000"/>
                  </a:solidFill>
                  <a:latin typeface="Arial"/>
                  <a:ea typeface="Arial"/>
                  <a:cs typeface="Arial"/>
                </a:rPr>
                <a:t>Time (frame)</a:t>
              </a:r>
            </a:p>
          </p:txBody>
        </p:sp>
        <p:pic>
          <p:nvPicPr>
            <p:cNvPr id="93" name="">
              <a:extLst>
                <a:ext uri="{FF2B5EF4-FFF2-40B4-BE49-F238E27FC236}">
                  <ns2:creationId id="{0BD3CF15-B0DA-4A6F-ADB5-F41180AA0844}"/>
                </a:ext>
              </a:extLst>
            </p:cNvPr>
            <p:cNvPicPr>
              <a:picLocks noChangeAspect="1"/>
            </p:cNvPicPr>
            <p:nvPr/>
          </p:nvPicPr>
          <p:blipFill>
            <a:blip r:embed="R2b4eca6935d043f3"/>
            <a:stretch/>
          </p:blipFill>
          <p:spPr>
            <a:xfrm>
              <a:off x="3771900" y="2381250"/>
              <a:ext cx="4286250" cy="104775"/>
            </a:xfrm>
            <a:prstGeom prst="rect">
              <a:avLst/>
            </a:prstGeom>
          </p:spPr>
        </p:pic>
        <p:sp>
          <p:nvSpPr>
            <p:cNvPr id="94" name="text_093">
              <a:extLst>
                <a:ext uri="{FF2B5EF4-FFF2-40B4-BE49-F238E27FC236}">
                  <ns2:creationId id="{EE407924-CE5A-46D0-8870-B750F9952F96}"/>
                </a:ext>
              </a:extLst>
            </p:cNvPr>
            <p:cNvSpPr>
              <a:spLocks noGrp="1"/>
            </p:cNvSpPr>
            <p:nvPr/>
          </p:nvSpPr>
          <p:spPr>
            <a:xfrm rot="0">
              <a:off x="3448050" y="2305050"/>
              <a:ext cx="285750" cy="238125"/>
            </a:xfrm>
            <a:prstGeom prst="rect">
              <a:avLst/>
            </a:prstGeom>
            <a:noFill/>
            <a:ln w="0">
              <a:noFill/>
              <a:prstDash val="solid"/>
            </a:ln>
          </p:spPr>
          <p:txBody>
            <a:bodyPr wrap="none" lIns="0" tIns="0" rIns="0" bIns="0" anchor="t">
              <a:noAutofit/>
            </a:bodyPr>
            <a:lstStyle>
              <a:defPPr algn="l">
                <a:defRPr sz="981" b="1">
                  <a:solidFill>
                    <a:srgbClr val="000000"/>
                  </a:solidFill>
                  <a:latin typeface="Arial"/>
                  <a:ea typeface="Arial"/>
                  <a:cs typeface="Arial"/>
                </a:defRPr>
              </a:defPPr>
              <a:lvl1pPr algn="l">
                <a:defRPr sz="981" b="1">
                  <a:solidFill>
                    <a:srgbClr val="000000"/>
                  </a:solidFill>
                  <a:latin typeface="Arial"/>
                  <a:ea typeface="Arial"/>
                  <a:cs typeface="Arial"/>
                </a:defRPr>
              </a:lvl1pPr>
              <a:lvl2pPr algn="l">
                <a:defRPr sz="981" b="1">
                  <a:solidFill>
                    <a:srgbClr val="000000"/>
                  </a:solidFill>
                  <a:latin typeface="Arial"/>
                  <a:ea typeface="Arial"/>
                  <a:cs typeface="Arial"/>
                </a:defRPr>
              </a:lvl2pPr>
              <a:lvl3pPr algn="l">
                <a:defRPr sz="981" b="1">
                  <a:solidFill>
                    <a:srgbClr val="000000"/>
                  </a:solidFill>
                  <a:latin typeface="Arial"/>
                  <a:ea typeface="Arial"/>
                  <a:cs typeface="Arial"/>
                </a:defRPr>
              </a:lvl3pPr>
              <a:lvl4pPr algn="l">
                <a:defRPr sz="981" b="1">
                  <a:solidFill>
                    <a:srgbClr val="000000"/>
                  </a:solidFill>
                  <a:latin typeface="Arial"/>
                  <a:ea typeface="Arial"/>
                  <a:cs typeface="Arial"/>
                </a:defRPr>
              </a:lvl4pPr>
              <a:lvl5pPr algn="l">
                <a:defRPr sz="981" b="1">
                  <a:solidFill>
                    <a:srgbClr val="000000"/>
                  </a:solidFill>
                  <a:latin typeface="Arial"/>
                  <a:ea typeface="Arial"/>
                  <a:cs typeface="Arial"/>
                </a:defRPr>
              </a:lvl5pPr>
              <a:lvl6pPr algn="l">
                <a:defRPr sz="981" b="1">
                  <a:solidFill>
                    <a:srgbClr val="000000"/>
                  </a:solidFill>
                  <a:latin typeface="Arial"/>
                  <a:ea typeface="Arial"/>
                  <a:cs typeface="Arial"/>
                </a:defRPr>
              </a:lvl6pPr>
              <a:lvl7pPr algn="l">
                <a:defRPr sz="981" b="1">
                  <a:solidFill>
                    <a:srgbClr val="000000"/>
                  </a:solidFill>
                  <a:latin typeface="Arial"/>
                  <a:ea typeface="Arial"/>
                  <a:cs typeface="Arial"/>
                </a:defRPr>
              </a:lvl7pPr>
              <a:lvl8pPr algn="l">
                <a:defRPr sz="981" b="1">
                  <a:solidFill>
                    <a:srgbClr val="000000"/>
                  </a:solidFill>
                  <a:latin typeface="Arial"/>
                  <a:ea typeface="Arial"/>
                  <a:cs typeface="Arial"/>
                </a:defRPr>
              </a:lvl8pPr>
              <a:lvl9pPr algn="l">
                <a:defRPr sz="981" b="1">
                  <a:solidFill>
                    <a:srgbClr val="000000"/>
                  </a:solidFill>
                  <a:latin typeface="Arial"/>
                  <a:ea typeface="Arial"/>
                  <a:cs typeface="Arial"/>
                </a:defRPr>
              </a:lvl9pPr>
            </a:lstStyle>
            <a:p>
              <a:pPr algn="l">
                <a:defRPr sz="981" b="1">
                  <a:solidFill>
                    <a:srgbClr val="000000"/>
                  </a:solidFill>
                  <a:latin typeface="Arial"/>
                  <a:ea typeface="Arial"/>
                  <a:cs typeface="Arial"/>
                </a:defRPr>
              </a:pPr>
              <a:r>
                <a:rPr sz="981" b="1">
                  <a:solidFill>
                    <a:srgbClr val="000000"/>
                  </a:solidFill>
                  <a:latin typeface="Arial"/>
                  <a:ea typeface="Arial"/>
                  <a:cs typeface="Arial"/>
                </a:rPr>
                <a:t>Q</a:t>
              </a:r>
            </a:p>
          </p:txBody>
        </p:sp>
        <p:sp>
          <p:nvSpPr>
            <p:cNvPr id="95" name="line_094">
              <a:extLst>
                <a:ext uri="{FF2B5EF4-FFF2-40B4-BE49-F238E27FC236}">
                  <ns2:creationId id="{432781C9-2174-42BD-8D34-B9F944F711AC}"/>
                </a:ext>
              </a:extLst>
            </p:cNvPr>
            <p:cNvSpPr>
              <a:spLocks noGrp="1"/>
            </p:cNvSpPr>
            <p:nvPr/>
          </p:nvSpPr>
          <p:spPr>
            <a:xfrm>
              <a:off x="3777074" y="2486025"/>
              <a:ext cx="95" cy="38100"/>
            </a:xfrm>
            <a:custGeom>
              <a:pathLst>
                <a:path w="95" h="38100">
                  <a:moveTo>
                    <a:pt x="0" y="0"/>
                  </a:moveTo>
                  <a:lnTo>
                    <a:pt x="0" y="38100"/>
                  </a:lnTo>
                </a:path>
              </a:pathLst>
            </a:custGeom>
            <a:noFill/>
            <a:ln w="5244">
              <a:solidFill>
                <a:srgbClr val="7B8790"/>
              </a:solidFill>
              <a:prstDash val="solid"/>
            </a:ln>
          </p:spPr>
        </p:sp>
        <p:sp>
          <p:nvSpPr>
            <p:cNvPr id="96" name="text_095">
              <a:extLst>
                <a:ext uri="{FF2B5EF4-FFF2-40B4-BE49-F238E27FC236}">
                  <ns2:creationId id="{61106ADF-1D54-43D6-84A2-2992DD46C7D1}"/>
                </a:ext>
              </a:extLst>
            </p:cNvPr>
            <p:cNvSpPr>
              <a:spLocks noGrp="1"/>
            </p:cNvSpPr>
            <p:nvPr/>
          </p:nvSpPr>
          <p:spPr>
            <a:xfrm rot="0">
              <a:off x="3519899" y="2543175"/>
              <a:ext cx="514350" cy="190500"/>
            </a:xfrm>
            <a:prstGeom prst="rect">
              <a:avLst/>
            </a:prstGeom>
            <a:noFill/>
            <a:ln w="0">
              <a:noFill/>
              <a:prstDash val="solid"/>
            </a:ln>
          </p:spPr>
          <p:txBody>
            <a:bodyPr wrap="none" lIns="0" tIns="0" rIns="0" bIns="0" anchor="t">
              <a:noAutofit/>
            </a:bodyPr>
            <a:lstStyle>
              <a:defPPr algn="ctr">
                <a:defRPr sz="723" b="0">
                  <a:solidFill>
                    <a:srgbClr val="000000"/>
                  </a:solidFill>
                  <a:latin typeface="Arial"/>
                  <a:ea typeface="Arial"/>
                  <a:cs typeface="Arial"/>
                </a:defRPr>
              </a:defPPr>
              <a:lvl1pPr algn="ctr">
                <a:defRPr sz="723" b="0">
                  <a:solidFill>
                    <a:srgbClr val="000000"/>
                  </a:solidFill>
                  <a:latin typeface="Arial"/>
                  <a:ea typeface="Arial"/>
                  <a:cs typeface="Arial"/>
                </a:defRPr>
              </a:lvl1pPr>
              <a:lvl2pPr algn="ctr">
                <a:defRPr sz="723" b="0">
                  <a:solidFill>
                    <a:srgbClr val="000000"/>
                  </a:solidFill>
                  <a:latin typeface="Arial"/>
                  <a:ea typeface="Arial"/>
                  <a:cs typeface="Arial"/>
                </a:defRPr>
              </a:lvl2pPr>
              <a:lvl3pPr algn="ctr">
                <a:defRPr sz="723" b="0">
                  <a:solidFill>
                    <a:srgbClr val="000000"/>
                  </a:solidFill>
                  <a:latin typeface="Arial"/>
                  <a:ea typeface="Arial"/>
                  <a:cs typeface="Arial"/>
                </a:defRPr>
              </a:lvl3pPr>
              <a:lvl4pPr algn="ctr">
                <a:defRPr sz="723" b="0">
                  <a:solidFill>
                    <a:srgbClr val="000000"/>
                  </a:solidFill>
                  <a:latin typeface="Arial"/>
                  <a:ea typeface="Arial"/>
                  <a:cs typeface="Arial"/>
                </a:defRPr>
              </a:lvl4pPr>
              <a:lvl5pPr algn="ctr">
                <a:defRPr sz="723" b="0">
                  <a:solidFill>
                    <a:srgbClr val="000000"/>
                  </a:solidFill>
                  <a:latin typeface="Arial"/>
                  <a:ea typeface="Arial"/>
                  <a:cs typeface="Arial"/>
                </a:defRPr>
              </a:lvl5pPr>
              <a:lvl6pPr algn="ctr">
                <a:defRPr sz="723" b="0">
                  <a:solidFill>
                    <a:srgbClr val="000000"/>
                  </a:solidFill>
                  <a:latin typeface="Arial"/>
                  <a:ea typeface="Arial"/>
                  <a:cs typeface="Arial"/>
                </a:defRPr>
              </a:lvl6pPr>
              <a:lvl7pPr algn="ctr">
                <a:defRPr sz="723" b="0">
                  <a:solidFill>
                    <a:srgbClr val="000000"/>
                  </a:solidFill>
                  <a:latin typeface="Arial"/>
                  <a:ea typeface="Arial"/>
                  <a:cs typeface="Arial"/>
                </a:defRPr>
              </a:lvl7pPr>
              <a:lvl8pPr algn="ctr">
                <a:defRPr sz="723" b="0">
                  <a:solidFill>
                    <a:srgbClr val="000000"/>
                  </a:solidFill>
                  <a:latin typeface="Arial"/>
                  <a:ea typeface="Arial"/>
                  <a:cs typeface="Arial"/>
                </a:defRPr>
              </a:lvl8pPr>
              <a:lvl9pPr algn="ctr">
                <a:defRPr sz="723" b="0">
                  <a:solidFill>
                    <a:srgbClr val="000000"/>
                  </a:solidFill>
                  <a:latin typeface="Arial"/>
                  <a:ea typeface="Arial"/>
                  <a:cs typeface="Arial"/>
                </a:defRPr>
              </a:lvl9pPr>
            </a:lstStyle>
            <a:p>
              <a:pPr algn="ctr">
                <a:defRPr sz="723" b="0">
                  <a:solidFill>
                    <a:srgbClr val="000000"/>
                  </a:solidFill>
                  <a:latin typeface="Arial"/>
                  <a:ea typeface="Arial"/>
                  <a:cs typeface="Arial"/>
                </a:defRPr>
              </a:pPr>
              <a:r>
                <a:rPr sz="723" b="0">
                  <a:solidFill>
                    <a:srgbClr val="000000"/>
                  </a:solidFill>
                  <a:latin typeface="Arial"/>
                  <a:ea typeface="Arial"/>
                  <a:cs typeface="Arial"/>
                </a:rPr>
                <a:t>-20</a:t>
              </a:r>
            </a:p>
          </p:txBody>
        </p:sp>
        <p:sp>
          <p:nvSpPr>
            <p:cNvPr id="97" name="line_096">
              <a:extLst>
                <a:ext uri="{FF2B5EF4-FFF2-40B4-BE49-F238E27FC236}">
                  <ns2:creationId id="{160BACE5-0CC5-4E4E-BD09-65A5A767D4C3}"/>
                </a:ext>
              </a:extLst>
            </p:cNvPr>
            <p:cNvSpPr>
              <a:spLocks noGrp="1"/>
            </p:cNvSpPr>
            <p:nvPr/>
          </p:nvSpPr>
          <p:spPr>
            <a:xfrm>
              <a:off x="4453664" y="2486025"/>
              <a:ext cx="95" cy="38100"/>
            </a:xfrm>
            <a:custGeom>
              <a:pathLst>
                <a:path w="95" h="38100">
                  <a:moveTo>
                    <a:pt x="0" y="0"/>
                  </a:moveTo>
                  <a:lnTo>
                    <a:pt x="0" y="38100"/>
                  </a:lnTo>
                </a:path>
              </a:pathLst>
            </a:custGeom>
            <a:noFill/>
            <a:ln w="5244">
              <a:solidFill>
                <a:srgbClr val="7B8790"/>
              </a:solidFill>
              <a:prstDash val="solid"/>
            </a:ln>
          </p:spPr>
        </p:sp>
        <p:sp>
          <p:nvSpPr>
            <p:cNvPr id="98" name="text_097">
              <a:extLst>
                <a:ext uri="{FF2B5EF4-FFF2-40B4-BE49-F238E27FC236}">
                  <ns2:creationId id="{AFC1F400-0836-4C52-9CCF-4DCD339F8FAE}"/>
                </a:ext>
              </a:extLst>
            </p:cNvPr>
            <p:cNvSpPr>
              <a:spLocks noGrp="1"/>
            </p:cNvSpPr>
            <p:nvPr/>
          </p:nvSpPr>
          <p:spPr>
            <a:xfrm rot="0">
              <a:off x="4196489" y="2543175"/>
              <a:ext cx="514350" cy="190500"/>
            </a:xfrm>
            <a:prstGeom prst="rect">
              <a:avLst/>
            </a:prstGeom>
            <a:noFill/>
            <a:ln w="0">
              <a:noFill/>
              <a:prstDash val="solid"/>
            </a:ln>
          </p:spPr>
          <p:txBody>
            <a:bodyPr wrap="none" lIns="0" tIns="0" rIns="0" bIns="0" anchor="t">
              <a:noAutofit/>
            </a:bodyPr>
            <a:lstStyle>
              <a:defPPr algn="ctr">
                <a:defRPr sz="723" b="0">
                  <a:solidFill>
                    <a:srgbClr val="000000"/>
                  </a:solidFill>
                  <a:latin typeface="Arial"/>
                  <a:ea typeface="Arial"/>
                  <a:cs typeface="Arial"/>
                </a:defRPr>
              </a:defPPr>
              <a:lvl1pPr algn="ctr">
                <a:defRPr sz="723" b="0">
                  <a:solidFill>
                    <a:srgbClr val="000000"/>
                  </a:solidFill>
                  <a:latin typeface="Arial"/>
                  <a:ea typeface="Arial"/>
                  <a:cs typeface="Arial"/>
                </a:defRPr>
              </a:lvl1pPr>
              <a:lvl2pPr algn="ctr">
                <a:defRPr sz="723" b="0">
                  <a:solidFill>
                    <a:srgbClr val="000000"/>
                  </a:solidFill>
                  <a:latin typeface="Arial"/>
                  <a:ea typeface="Arial"/>
                  <a:cs typeface="Arial"/>
                </a:defRPr>
              </a:lvl2pPr>
              <a:lvl3pPr algn="ctr">
                <a:defRPr sz="723" b="0">
                  <a:solidFill>
                    <a:srgbClr val="000000"/>
                  </a:solidFill>
                  <a:latin typeface="Arial"/>
                  <a:ea typeface="Arial"/>
                  <a:cs typeface="Arial"/>
                </a:defRPr>
              </a:lvl3pPr>
              <a:lvl4pPr algn="ctr">
                <a:defRPr sz="723" b="0">
                  <a:solidFill>
                    <a:srgbClr val="000000"/>
                  </a:solidFill>
                  <a:latin typeface="Arial"/>
                  <a:ea typeface="Arial"/>
                  <a:cs typeface="Arial"/>
                </a:defRPr>
              </a:lvl4pPr>
              <a:lvl5pPr algn="ctr">
                <a:defRPr sz="723" b="0">
                  <a:solidFill>
                    <a:srgbClr val="000000"/>
                  </a:solidFill>
                  <a:latin typeface="Arial"/>
                  <a:ea typeface="Arial"/>
                  <a:cs typeface="Arial"/>
                </a:defRPr>
              </a:lvl5pPr>
              <a:lvl6pPr algn="ctr">
                <a:defRPr sz="723" b="0">
                  <a:solidFill>
                    <a:srgbClr val="000000"/>
                  </a:solidFill>
                  <a:latin typeface="Arial"/>
                  <a:ea typeface="Arial"/>
                  <a:cs typeface="Arial"/>
                </a:defRPr>
              </a:lvl6pPr>
              <a:lvl7pPr algn="ctr">
                <a:defRPr sz="723" b="0">
                  <a:solidFill>
                    <a:srgbClr val="000000"/>
                  </a:solidFill>
                  <a:latin typeface="Arial"/>
                  <a:ea typeface="Arial"/>
                  <a:cs typeface="Arial"/>
                </a:defRPr>
              </a:lvl7pPr>
              <a:lvl8pPr algn="ctr">
                <a:defRPr sz="723" b="0">
                  <a:solidFill>
                    <a:srgbClr val="000000"/>
                  </a:solidFill>
                  <a:latin typeface="Arial"/>
                  <a:ea typeface="Arial"/>
                  <a:cs typeface="Arial"/>
                </a:defRPr>
              </a:lvl8pPr>
              <a:lvl9pPr algn="ctr">
                <a:defRPr sz="723" b="0">
                  <a:solidFill>
                    <a:srgbClr val="000000"/>
                  </a:solidFill>
                  <a:latin typeface="Arial"/>
                  <a:ea typeface="Arial"/>
                  <a:cs typeface="Arial"/>
                </a:defRPr>
              </a:lvl9pPr>
            </a:lstStyle>
            <a:p>
              <a:pPr algn="ctr">
                <a:defRPr sz="723" b="0">
                  <a:solidFill>
                    <a:srgbClr val="000000"/>
                  </a:solidFill>
                  <a:latin typeface="Arial"/>
                  <a:ea typeface="Arial"/>
                  <a:cs typeface="Arial"/>
                </a:defRPr>
              </a:pPr>
              <a:r>
                <a:rPr sz="723" b="0">
                  <a:solidFill>
                    <a:srgbClr val="000000"/>
                  </a:solidFill>
                  <a:latin typeface="Arial"/>
                  <a:ea typeface="Arial"/>
                  <a:cs typeface="Arial"/>
                </a:rPr>
                <a:t>-1</a:t>
              </a:r>
            </a:p>
          </p:txBody>
        </p:sp>
        <p:sp>
          <p:nvSpPr>
            <p:cNvPr id="99" name="line_098">
              <a:extLst>
                <a:ext uri="{FF2B5EF4-FFF2-40B4-BE49-F238E27FC236}">
                  <ns2:creationId id="{6CECF6E9-A2BE-48C5-AB57-2A53E5900B5C}"/>
                </a:ext>
              </a:extLst>
            </p:cNvPr>
            <p:cNvSpPr>
              <a:spLocks noGrp="1"/>
            </p:cNvSpPr>
            <p:nvPr/>
          </p:nvSpPr>
          <p:spPr>
            <a:xfrm>
              <a:off x="5337200" y="2486025"/>
              <a:ext cx="95" cy="38100"/>
            </a:xfrm>
            <a:custGeom>
              <a:pathLst>
                <a:path w="95" h="38100">
                  <a:moveTo>
                    <a:pt x="0" y="0"/>
                  </a:moveTo>
                  <a:lnTo>
                    <a:pt x="0" y="38100"/>
                  </a:lnTo>
                </a:path>
              </a:pathLst>
            </a:custGeom>
            <a:noFill/>
            <a:ln w="5244">
              <a:solidFill>
                <a:srgbClr val="7B8790"/>
              </a:solidFill>
              <a:prstDash val="solid"/>
            </a:ln>
          </p:spPr>
        </p:sp>
        <p:sp>
          <p:nvSpPr>
            <p:cNvPr id="100" name="text_099">
              <a:extLst>
                <a:ext uri="{FF2B5EF4-FFF2-40B4-BE49-F238E27FC236}">
                  <ns2:creationId id="{5690B890-D894-4D1F-8415-2A55AA10C254}"/>
                </a:ext>
              </a:extLst>
            </p:cNvPr>
            <p:cNvSpPr>
              <a:spLocks noGrp="1"/>
            </p:cNvSpPr>
            <p:nvPr/>
          </p:nvSpPr>
          <p:spPr>
            <a:xfrm rot="0">
              <a:off x="5080025" y="2543175"/>
              <a:ext cx="514350" cy="190500"/>
            </a:xfrm>
            <a:prstGeom prst="rect">
              <a:avLst/>
            </a:prstGeom>
            <a:noFill/>
            <a:ln w="0">
              <a:noFill/>
              <a:prstDash val="solid"/>
            </a:ln>
          </p:spPr>
          <p:txBody>
            <a:bodyPr wrap="none" lIns="0" tIns="0" rIns="0" bIns="0" anchor="t">
              <a:noAutofit/>
            </a:bodyPr>
            <a:lstStyle>
              <a:defPPr algn="ctr">
                <a:defRPr sz="723" b="0">
                  <a:solidFill>
                    <a:srgbClr val="000000"/>
                  </a:solidFill>
                  <a:latin typeface="Arial"/>
                  <a:ea typeface="Arial"/>
                  <a:cs typeface="Arial"/>
                </a:defRPr>
              </a:defPPr>
              <a:lvl1pPr algn="ctr">
                <a:defRPr sz="723" b="0">
                  <a:solidFill>
                    <a:srgbClr val="000000"/>
                  </a:solidFill>
                  <a:latin typeface="Arial"/>
                  <a:ea typeface="Arial"/>
                  <a:cs typeface="Arial"/>
                </a:defRPr>
              </a:lvl1pPr>
              <a:lvl2pPr algn="ctr">
                <a:defRPr sz="723" b="0">
                  <a:solidFill>
                    <a:srgbClr val="000000"/>
                  </a:solidFill>
                  <a:latin typeface="Arial"/>
                  <a:ea typeface="Arial"/>
                  <a:cs typeface="Arial"/>
                </a:defRPr>
              </a:lvl2pPr>
              <a:lvl3pPr algn="ctr">
                <a:defRPr sz="723" b="0">
                  <a:solidFill>
                    <a:srgbClr val="000000"/>
                  </a:solidFill>
                  <a:latin typeface="Arial"/>
                  <a:ea typeface="Arial"/>
                  <a:cs typeface="Arial"/>
                </a:defRPr>
              </a:lvl3pPr>
              <a:lvl4pPr algn="ctr">
                <a:defRPr sz="723" b="0">
                  <a:solidFill>
                    <a:srgbClr val="000000"/>
                  </a:solidFill>
                  <a:latin typeface="Arial"/>
                  <a:ea typeface="Arial"/>
                  <a:cs typeface="Arial"/>
                </a:defRPr>
              </a:lvl4pPr>
              <a:lvl5pPr algn="ctr">
                <a:defRPr sz="723" b="0">
                  <a:solidFill>
                    <a:srgbClr val="000000"/>
                  </a:solidFill>
                  <a:latin typeface="Arial"/>
                  <a:ea typeface="Arial"/>
                  <a:cs typeface="Arial"/>
                </a:defRPr>
              </a:lvl5pPr>
              <a:lvl6pPr algn="ctr">
                <a:defRPr sz="723" b="0">
                  <a:solidFill>
                    <a:srgbClr val="000000"/>
                  </a:solidFill>
                  <a:latin typeface="Arial"/>
                  <a:ea typeface="Arial"/>
                  <a:cs typeface="Arial"/>
                </a:defRPr>
              </a:lvl6pPr>
              <a:lvl7pPr algn="ctr">
                <a:defRPr sz="723" b="0">
                  <a:solidFill>
                    <a:srgbClr val="000000"/>
                  </a:solidFill>
                  <a:latin typeface="Arial"/>
                  <a:ea typeface="Arial"/>
                  <a:cs typeface="Arial"/>
                </a:defRPr>
              </a:lvl7pPr>
              <a:lvl8pPr algn="ctr">
                <a:defRPr sz="723" b="0">
                  <a:solidFill>
                    <a:srgbClr val="000000"/>
                  </a:solidFill>
                  <a:latin typeface="Arial"/>
                  <a:ea typeface="Arial"/>
                  <a:cs typeface="Arial"/>
                </a:defRPr>
              </a:lvl8pPr>
              <a:lvl9pPr algn="ctr">
                <a:defRPr sz="723" b="0">
                  <a:solidFill>
                    <a:srgbClr val="000000"/>
                  </a:solidFill>
                  <a:latin typeface="Arial"/>
                  <a:ea typeface="Arial"/>
                  <a:cs typeface="Arial"/>
                </a:defRPr>
              </a:lvl9pPr>
            </a:lstStyle>
            <a:p>
              <a:pPr algn="ctr">
                <a:defRPr sz="723" b="0">
                  <a:solidFill>
                    <a:srgbClr val="000000"/>
                  </a:solidFill>
                  <a:latin typeface="Arial"/>
                  <a:ea typeface="Arial"/>
                  <a:cs typeface="Arial"/>
                </a:defRPr>
              </a:pPr>
              <a:r>
                <a:rPr sz="723" b="0">
                  <a:solidFill>
                    <a:srgbClr val="000000"/>
                  </a:solidFill>
                  <a:latin typeface="Arial"/>
                  <a:ea typeface="Arial"/>
                  <a:cs typeface="Arial"/>
                </a:rPr>
                <a:t>-0.02</a:t>
              </a:r>
            </a:p>
          </p:txBody>
        </p:sp>
        <p:sp>
          <p:nvSpPr>
            <p:cNvPr id="101" name="line_100">
              <a:extLst>
                <a:ext uri="{FF2B5EF4-FFF2-40B4-BE49-F238E27FC236}">
                  <ns2:creationId id="{627E54DE-B44B-4134-BAD8-997D867164B2}"/>
                </a:ext>
              </a:extLst>
            </p:cNvPr>
            <p:cNvSpPr>
              <a:spLocks noGrp="1"/>
            </p:cNvSpPr>
            <p:nvPr/>
          </p:nvSpPr>
          <p:spPr>
            <a:xfrm>
              <a:off x="5915025" y="2486025"/>
              <a:ext cx="95" cy="38100"/>
            </a:xfrm>
            <a:custGeom>
              <a:pathLst>
                <a:path w="95" h="38100">
                  <a:moveTo>
                    <a:pt x="0" y="0"/>
                  </a:moveTo>
                  <a:lnTo>
                    <a:pt x="0" y="38100"/>
                  </a:lnTo>
                </a:path>
              </a:pathLst>
            </a:custGeom>
            <a:noFill/>
            <a:ln w="5244">
              <a:solidFill>
                <a:srgbClr val="7B8790"/>
              </a:solidFill>
              <a:prstDash val="solid"/>
            </a:ln>
          </p:spPr>
        </p:sp>
        <p:sp>
          <p:nvSpPr>
            <p:cNvPr id="102" name="text_101">
              <a:extLst>
                <a:ext uri="{FF2B5EF4-FFF2-40B4-BE49-F238E27FC236}">
                  <ns2:creationId id="{30448FC9-BDEC-4AC5-84B3-360CC07A55A6}"/>
                </a:ext>
              </a:extLst>
            </p:cNvPr>
            <p:cNvSpPr>
              <a:spLocks noGrp="1"/>
            </p:cNvSpPr>
            <p:nvPr/>
          </p:nvSpPr>
          <p:spPr>
            <a:xfrm rot="0">
              <a:off x="5657850" y="2543175"/>
              <a:ext cx="514350" cy="190500"/>
            </a:xfrm>
            <a:prstGeom prst="rect">
              <a:avLst/>
            </a:prstGeom>
            <a:noFill/>
            <a:ln w="0">
              <a:noFill/>
              <a:prstDash val="solid"/>
            </a:ln>
          </p:spPr>
          <p:txBody>
            <a:bodyPr wrap="none" lIns="0" tIns="0" rIns="0" bIns="0" anchor="t">
              <a:noAutofit/>
            </a:bodyPr>
            <a:lstStyle>
              <a:defPPr algn="ctr">
                <a:defRPr sz="723" b="0">
                  <a:solidFill>
                    <a:srgbClr val="000000"/>
                  </a:solidFill>
                  <a:latin typeface="Arial"/>
                  <a:ea typeface="Arial"/>
                  <a:cs typeface="Arial"/>
                </a:defRPr>
              </a:defPPr>
              <a:lvl1pPr algn="ctr">
                <a:defRPr sz="723" b="0">
                  <a:solidFill>
                    <a:srgbClr val="000000"/>
                  </a:solidFill>
                  <a:latin typeface="Arial"/>
                  <a:ea typeface="Arial"/>
                  <a:cs typeface="Arial"/>
                </a:defRPr>
              </a:lvl1pPr>
              <a:lvl2pPr algn="ctr">
                <a:defRPr sz="723" b="0">
                  <a:solidFill>
                    <a:srgbClr val="000000"/>
                  </a:solidFill>
                  <a:latin typeface="Arial"/>
                  <a:ea typeface="Arial"/>
                  <a:cs typeface="Arial"/>
                </a:defRPr>
              </a:lvl2pPr>
              <a:lvl3pPr algn="ctr">
                <a:defRPr sz="723" b="0">
                  <a:solidFill>
                    <a:srgbClr val="000000"/>
                  </a:solidFill>
                  <a:latin typeface="Arial"/>
                  <a:ea typeface="Arial"/>
                  <a:cs typeface="Arial"/>
                </a:defRPr>
              </a:lvl3pPr>
              <a:lvl4pPr algn="ctr">
                <a:defRPr sz="723" b="0">
                  <a:solidFill>
                    <a:srgbClr val="000000"/>
                  </a:solidFill>
                  <a:latin typeface="Arial"/>
                  <a:ea typeface="Arial"/>
                  <a:cs typeface="Arial"/>
                </a:defRPr>
              </a:lvl4pPr>
              <a:lvl5pPr algn="ctr">
                <a:defRPr sz="723" b="0">
                  <a:solidFill>
                    <a:srgbClr val="000000"/>
                  </a:solidFill>
                  <a:latin typeface="Arial"/>
                  <a:ea typeface="Arial"/>
                  <a:cs typeface="Arial"/>
                </a:defRPr>
              </a:lvl5pPr>
              <a:lvl6pPr algn="ctr">
                <a:defRPr sz="723" b="0">
                  <a:solidFill>
                    <a:srgbClr val="000000"/>
                  </a:solidFill>
                  <a:latin typeface="Arial"/>
                  <a:ea typeface="Arial"/>
                  <a:cs typeface="Arial"/>
                </a:defRPr>
              </a:lvl6pPr>
              <a:lvl7pPr algn="ctr">
                <a:defRPr sz="723" b="0">
                  <a:solidFill>
                    <a:srgbClr val="000000"/>
                  </a:solidFill>
                  <a:latin typeface="Arial"/>
                  <a:ea typeface="Arial"/>
                  <a:cs typeface="Arial"/>
                </a:defRPr>
              </a:lvl7pPr>
              <a:lvl8pPr algn="ctr">
                <a:defRPr sz="723" b="0">
                  <a:solidFill>
                    <a:srgbClr val="000000"/>
                  </a:solidFill>
                  <a:latin typeface="Arial"/>
                  <a:ea typeface="Arial"/>
                  <a:cs typeface="Arial"/>
                </a:defRPr>
              </a:lvl8pPr>
              <a:lvl9pPr algn="ctr">
                <a:defRPr sz="723" b="0">
                  <a:solidFill>
                    <a:srgbClr val="000000"/>
                  </a:solidFill>
                  <a:latin typeface="Arial"/>
                  <a:ea typeface="Arial"/>
                  <a:cs typeface="Arial"/>
                </a:defRPr>
              </a:lvl9pPr>
            </a:lstStyle>
            <a:p>
              <a:pPr algn="ctr">
                <a:defRPr sz="723" b="0">
                  <a:solidFill>
                    <a:srgbClr val="000000"/>
                  </a:solidFill>
                  <a:latin typeface="Arial"/>
                  <a:ea typeface="Arial"/>
                  <a:cs typeface="Arial"/>
                </a:defRPr>
              </a:pPr>
              <a:r>
                <a:rPr sz="723" b="0">
                  <a:solidFill>
                    <a:srgbClr val="000000"/>
                  </a:solidFill>
                  <a:latin typeface="Arial"/>
                  <a:ea typeface="Arial"/>
                  <a:cs typeface="Arial"/>
                </a:rPr>
                <a:t>0</a:t>
              </a:r>
            </a:p>
          </p:txBody>
        </p:sp>
        <p:sp>
          <p:nvSpPr>
            <p:cNvPr id="103" name="line_102">
              <a:extLst>
                <a:ext uri="{FF2B5EF4-FFF2-40B4-BE49-F238E27FC236}">
                  <ns2:creationId id="{588645EF-3FD6-4DDF-860C-AF7241A3B60D}"/>
                </a:ext>
              </a:extLst>
            </p:cNvPr>
            <p:cNvSpPr>
              <a:spLocks noGrp="1"/>
            </p:cNvSpPr>
            <p:nvPr/>
          </p:nvSpPr>
          <p:spPr>
            <a:xfrm>
              <a:off x="6492850" y="2486025"/>
              <a:ext cx="95" cy="38100"/>
            </a:xfrm>
            <a:custGeom>
              <a:pathLst>
                <a:path w="95" h="38100">
                  <a:moveTo>
                    <a:pt x="0" y="0"/>
                  </a:moveTo>
                  <a:lnTo>
                    <a:pt x="0" y="38100"/>
                  </a:lnTo>
                </a:path>
              </a:pathLst>
            </a:custGeom>
            <a:noFill/>
            <a:ln w="5244">
              <a:solidFill>
                <a:srgbClr val="7B8790"/>
              </a:solidFill>
              <a:prstDash val="solid"/>
            </a:ln>
          </p:spPr>
        </p:sp>
        <p:sp>
          <p:nvSpPr>
            <p:cNvPr id="104" name="text_103">
              <a:extLst>
                <a:ext uri="{FF2B5EF4-FFF2-40B4-BE49-F238E27FC236}">
                  <ns2:creationId id="{D3C2A28E-FA25-4B67-BA73-71E1F71F61C6}"/>
                </a:ext>
              </a:extLst>
            </p:cNvPr>
            <p:cNvSpPr>
              <a:spLocks noGrp="1"/>
            </p:cNvSpPr>
            <p:nvPr/>
          </p:nvSpPr>
          <p:spPr>
            <a:xfrm rot="0">
              <a:off x="6235675" y="2543175"/>
              <a:ext cx="514350" cy="190500"/>
            </a:xfrm>
            <a:prstGeom prst="rect">
              <a:avLst/>
            </a:prstGeom>
            <a:noFill/>
            <a:ln w="0">
              <a:noFill/>
              <a:prstDash val="solid"/>
            </a:ln>
          </p:spPr>
          <p:txBody>
            <a:bodyPr wrap="none" lIns="0" tIns="0" rIns="0" bIns="0" anchor="t">
              <a:noAutofit/>
            </a:bodyPr>
            <a:lstStyle>
              <a:defPPr algn="ctr">
                <a:defRPr sz="723" b="0">
                  <a:solidFill>
                    <a:srgbClr val="000000"/>
                  </a:solidFill>
                  <a:latin typeface="Arial"/>
                  <a:ea typeface="Arial"/>
                  <a:cs typeface="Arial"/>
                </a:defRPr>
              </a:defPPr>
              <a:lvl1pPr algn="ctr">
                <a:defRPr sz="723" b="0">
                  <a:solidFill>
                    <a:srgbClr val="000000"/>
                  </a:solidFill>
                  <a:latin typeface="Arial"/>
                  <a:ea typeface="Arial"/>
                  <a:cs typeface="Arial"/>
                </a:defRPr>
              </a:lvl1pPr>
              <a:lvl2pPr algn="ctr">
                <a:defRPr sz="723" b="0">
                  <a:solidFill>
                    <a:srgbClr val="000000"/>
                  </a:solidFill>
                  <a:latin typeface="Arial"/>
                  <a:ea typeface="Arial"/>
                  <a:cs typeface="Arial"/>
                </a:defRPr>
              </a:lvl2pPr>
              <a:lvl3pPr algn="ctr">
                <a:defRPr sz="723" b="0">
                  <a:solidFill>
                    <a:srgbClr val="000000"/>
                  </a:solidFill>
                  <a:latin typeface="Arial"/>
                  <a:ea typeface="Arial"/>
                  <a:cs typeface="Arial"/>
                </a:defRPr>
              </a:lvl3pPr>
              <a:lvl4pPr algn="ctr">
                <a:defRPr sz="723" b="0">
                  <a:solidFill>
                    <a:srgbClr val="000000"/>
                  </a:solidFill>
                  <a:latin typeface="Arial"/>
                  <a:ea typeface="Arial"/>
                  <a:cs typeface="Arial"/>
                </a:defRPr>
              </a:lvl4pPr>
              <a:lvl5pPr algn="ctr">
                <a:defRPr sz="723" b="0">
                  <a:solidFill>
                    <a:srgbClr val="000000"/>
                  </a:solidFill>
                  <a:latin typeface="Arial"/>
                  <a:ea typeface="Arial"/>
                  <a:cs typeface="Arial"/>
                </a:defRPr>
              </a:lvl5pPr>
              <a:lvl6pPr algn="ctr">
                <a:defRPr sz="723" b="0">
                  <a:solidFill>
                    <a:srgbClr val="000000"/>
                  </a:solidFill>
                  <a:latin typeface="Arial"/>
                  <a:ea typeface="Arial"/>
                  <a:cs typeface="Arial"/>
                </a:defRPr>
              </a:lvl6pPr>
              <a:lvl7pPr algn="ctr">
                <a:defRPr sz="723" b="0">
                  <a:solidFill>
                    <a:srgbClr val="000000"/>
                  </a:solidFill>
                  <a:latin typeface="Arial"/>
                  <a:ea typeface="Arial"/>
                  <a:cs typeface="Arial"/>
                </a:defRPr>
              </a:lvl7pPr>
              <a:lvl8pPr algn="ctr">
                <a:defRPr sz="723" b="0">
                  <a:solidFill>
                    <a:srgbClr val="000000"/>
                  </a:solidFill>
                  <a:latin typeface="Arial"/>
                  <a:ea typeface="Arial"/>
                  <a:cs typeface="Arial"/>
                </a:defRPr>
              </a:lvl8pPr>
              <a:lvl9pPr algn="ctr">
                <a:defRPr sz="723" b="0">
                  <a:solidFill>
                    <a:srgbClr val="000000"/>
                  </a:solidFill>
                  <a:latin typeface="Arial"/>
                  <a:ea typeface="Arial"/>
                  <a:cs typeface="Arial"/>
                </a:defRPr>
              </a:lvl9pPr>
            </a:lstStyle>
            <a:p>
              <a:pPr algn="ctr">
                <a:defRPr sz="723" b="0">
                  <a:solidFill>
                    <a:srgbClr val="000000"/>
                  </a:solidFill>
                  <a:latin typeface="Arial"/>
                  <a:ea typeface="Arial"/>
                  <a:cs typeface="Arial"/>
                </a:defRPr>
              </a:pPr>
              <a:r>
                <a:rPr sz="723" b="0">
                  <a:solidFill>
                    <a:srgbClr val="000000"/>
                  </a:solidFill>
                  <a:latin typeface="Arial"/>
                  <a:ea typeface="Arial"/>
                  <a:cs typeface="Arial"/>
                </a:rPr>
                <a:t>0.02</a:t>
              </a:r>
            </a:p>
          </p:txBody>
        </p:sp>
        <p:sp>
          <p:nvSpPr>
            <p:cNvPr id="105" name="line_104">
              <a:extLst>
                <a:ext uri="{FF2B5EF4-FFF2-40B4-BE49-F238E27FC236}">
                  <ns2:creationId id="{FD22DC22-D361-49CC-8DF9-5F78CB46B712}"/>
                </a:ext>
              </a:extLst>
            </p:cNvPr>
            <p:cNvSpPr>
              <a:spLocks noGrp="1"/>
            </p:cNvSpPr>
            <p:nvPr/>
          </p:nvSpPr>
          <p:spPr>
            <a:xfrm>
              <a:off x="7376386" y="2486025"/>
              <a:ext cx="95" cy="38100"/>
            </a:xfrm>
            <a:custGeom>
              <a:pathLst>
                <a:path w="95" h="38100">
                  <a:moveTo>
                    <a:pt x="0" y="0"/>
                  </a:moveTo>
                  <a:lnTo>
                    <a:pt x="0" y="38100"/>
                  </a:lnTo>
                </a:path>
              </a:pathLst>
            </a:custGeom>
            <a:noFill/>
            <a:ln w="5244">
              <a:solidFill>
                <a:srgbClr val="7B8790"/>
              </a:solidFill>
              <a:prstDash val="solid"/>
            </a:ln>
          </p:spPr>
        </p:sp>
        <p:sp>
          <p:nvSpPr>
            <p:cNvPr id="106" name="text_105">
              <a:extLst>
                <a:ext uri="{FF2B5EF4-FFF2-40B4-BE49-F238E27FC236}">
                  <ns2:creationId id="{0F605BAF-A6C3-453A-9ABE-D1D210D83BB9}"/>
                </a:ext>
              </a:extLst>
            </p:cNvPr>
            <p:cNvSpPr>
              <a:spLocks noGrp="1"/>
            </p:cNvSpPr>
            <p:nvPr/>
          </p:nvSpPr>
          <p:spPr>
            <a:xfrm rot="0">
              <a:off x="7119211" y="2543175"/>
              <a:ext cx="514350" cy="190500"/>
            </a:xfrm>
            <a:prstGeom prst="rect">
              <a:avLst/>
            </a:prstGeom>
            <a:noFill/>
            <a:ln w="0">
              <a:noFill/>
              <a:prstDash val="solid"/>
            </a:ln>
          </p:spPr>
          <p:txBody>
            <a:bodyPr wrap="none" lIns="0" tIns="0" rIns="0" bIns="0" anchor="t">
              <a:noAutofit/>
            </a:bodyPr>
            <a:lstStyle>
              <a:defPPr algn="ctr">
                <a:defRPr sz="723" b="0">
                  <a:solidFill>
                    <a:srgbClr val="000000"/>
                  </a:solidFill>
                  <a:latin typeface="Arial"/>
                  <a:ea typeface="Arial"/>
                  <a:cs typeface="Arial"/>
                </a:defRPr>
              </a:defPPr>
              <a:lvl1pPr algn="ctr">
                <a:defRPr sz="723" b="0">
                  <a:solidFill>
                    <a:srgbClr val="000000"/>
                  </a:solidFill>
                  <a:latin typeface="Arial"/>
                  <a:ea typeface="Arial"/>
                  <a:cs typeface="Arial"/>
                </a:defRPr>
              </a:lvl1pPr>
              <a:lvl2pPr algn="ctr">
                <a:defRPr sz="723" b="0">
                  <a:solidFill>
                    <a:srgbClr val="000000"/>
                  </a:solidFill>
                  <a:latin typeface="Arial"/>
                  <a:ea typeface="Arial"/>
                  <a:cs typeface="Arial"/>
                </a:defRPr>
              </a:lvl2pPr>
              <a:lvl3pPr algn="ctr">
                <a:defRPr sz="723" b="0">
                  <a:solidFill>
                    <a:srgbClr val="000000"/>
                  </a:solidFill>
                  <a:latin typeface="Arial"/>
                  <a:ea typeface="Arial"/>
                  <a:cs typeface="Arial"/>
                </a:defRPr>
              </a:lvl3pPr>
              <a:lvl4pPr algn="ctr">
                <a:defRPr sz="723" b="0">
                  <a:solidFill>
                    <a:srgbClr val="000000"/>
                  </a:solidFill>
                  <a:latin typeface="Arial"/>
                  <a:ea typeface="Arial"/>
                  <a:cs typeface="Arial"/>
                </a:defRPr>
              </a:lvl4pPr>
              <a:lvl5pPr algn="ctr">
                <a:defRPr sz="723" b="0">
                  <a:solidFill>
                    <a:srgbClr val="000000"/>
                  </a:solidFill>
                  <a:latin typeface="Arial"/>
                  <a:ea typeface="Arial"/>
                  <a:cs typeface="Arial"/>
                </a:defRPr>
              </a:lvl5pPr>
              <a:lvl6pPr algn="ctr">
                <a:defRPr sz="723" b="0">
                  <a:solidFill>
                    <a:srgbClr val="000000"/>
                  </a:solidFill>
                  <a:latin typeface="Arial"/>
                  <a:ea typeface="Arial"/>
                  <a:cs typeface="Arial"/>
                </a:defRPr>
              </a:lvl6pPr>
              <a:lvl7pPr algn="ctr">
                <a:defRPr sz="723" b="0">
                  <a:solidFill>
                    <a:srgbClr val="000000"/>
                  </a:solidFill>
                  <a:latin typeface="Arial"/>
                  <a:ea typeface="Arial"/>
                  <a:cs typeface="Arial"/>
                </a:defRPr>
              </a:lvl7pPr>
              <a:lvl8pPr algn="ctr">
                <a:defRPr sz="723" b="0">
                  <a:solidFill>
                    <a:srgbClr val="000000"/>
                  </a:solidFill>
                  <a:latin typeface="Arial"/>
                  <a:ea typeface="Arial"/>
                  <a:cs typeface="Arial"/>
                </a:defRPr>
              </a:lvl8pPr>
              <a:lvl9pPr algn="ctr">
                <a:defRPr sz="723" b="0">
                  <a:solidFill>
                    <a:srgbClr val="000000"/>
                  </a:solidFill>
                  <a:latin typeface="Arial"/>
                  <a:ea typeface="Arial"/>
                  <a:cs typeface="Arial"/>
                </a:defRPr>
              </a:lvl9pPr>
            </a:lstStyle>
            <a:p>
              <a:pPr algn="ctr">
                <a:defRPr sz="723" b="0">
                  <a:solidFill>
                    <a:srgbClr val="000000"/>
                  </a:solidFill>
                  <a:latin typeface="Arial"/>
                  <a:ea typeface="Arial"/>
                  <a:cs typeface="Arial"/>
                </a:defRPr>
              </a:pPr>
              <a:r>
                <a:rPr sz="723" b="0">
                  <a:solidFill>
                    <a:srgbClr val="000000"/>
                  </a:solidFill>
                  <a:latin typeface="Arial"/>
                  <a:ea typeface="Arial"/>
                  <a:cs typeface="Arial"/>
                </a:rPr>
                <a:t>1</a:t>
              </a:r>
            </a:p>
          </p:txBody>
        </p:sp>
        <p:sp>
          <p:nvSpPr>
            <p:cNvPr id="107" name="line_106">
              <a:extLst>
                <a:ext uri="{FF2B5EF4-FFF2-40B4-BE49-F238E27FC236}">
                  <ns2:creationId id="{C7074AED-0C7A-4EB5-94B7-00BDD40E59B7}"/>
                </a:ext>
              </a:extLst>
            </p:cNvPr>
            <p:cNvSpPr>
              <a:spLocks noGrp="1"/>
            </p:cNvSpPr>
            <p:nvPr/>
          </p:nvSpPr>
          <p:spPr>
            <a:xfrm>
              <a:off x="8052976" y="2486025"/>
              <a:ext cx="95" cy="38100"/>
            </a:xfrm>
            <a:custGeom>
              <a:pathLst>
                <a:path w="95" h="38100">
                  <a:moveTo>
                    <a:pt x="0" y="0"/>
                  </a:moveTo>
                  <a:lnTo>
                    <a:pt x="0" y="38100"/>
                  </a:lnTo>
                </a:path>
              </a:pathLst>
            </a:custGeom>
            <a:noFill/>
            <a:ln w="5244">
              <a:solidFill>
                <a:srgbClr val="7B8790"/>
              </a:solidFill>
              <a:prstDash val="solid"/>
            </a:ln>
          </p:spPr>
        </p:sp>
        <p:sp>
          <p:nvSpPr>
            <p:cNvPr id="108" name="text_107">
              <a:extLst>
                <a:ext uri="{FF2B5EF4-FFF2-40B4-BE49-F238E27FC236}">
                  <ns2:creationId id="{A98E53D8-175A-43DF-A5A8-0D3B49890C19}"/>
                </a:ext>
              </a:extLst>
            </p:cNvPr>
            <p:cNvSpPr>
              <a:spLocks noGrp="1"/>
            </p:cNvSpPr>
            <p:nvPr/>
          </p:nvSpPr>
          <p:spPr>
            <a:xfrm rot="0">
              <a:off x="7795801" y="2543175"/>
              <a:ext cx="514350" cy="190500"/>
            </a:xfrm>
            <a:prstGeom prst="rect">
              <a:avLst/>
            </a:prstGeom>
            <a:noFill/>
            <a:ln w="0">
              <a:noFill/>
              <a:prstDash val="solid"/>
            </a:ln>
          </p:spPr>
          <p:txBody>
            <a:bodyPr wrap="none" lIns="0" tIns="0" rIns="0" bIns="0" anchor="t">
              <a:noAutofit/>
            </a:bodyPr>
            <a:lstStyle>
              <a:defPPr algn="ctr">
                <a:defRPr sz="723" b="0">
                  <a:solidFill>
                    <a:srgbClr val="000000"/>
                  </a:solidFill>
                  <a:latin typeface="Arial"/>
                  <a:ea typeface="Arial"/>
                  <a:cs typeface="Arial"/>
                </a:defRPr>
              </a:defPPr>
              <a:lvl1pPr algn="ctr">
                <a:defRPr sz="723" b="0">
                  <a:solidFill>
                    <a:srgbClr val="000000"/>
                  </a:solidFill>
                  <a:latin typeface="Arial"/>
                  <a:ea typeface="Arial"/>
                  <a:cs typeface="Arial"/>
                </a:defRPr>
              </a:lvl1pPr>
              <a:lvl2pPr algn="ctr">
                <a:defRPr sz="723" b="0">
                  <a:solidFill>
                    <a:srgbClr val="000000"/>
                  </a:solidFill>
                  <a:latin typeface="Arial"/>
                  <a:ea typeface="Arial"/>
                  <a:cs typeface="Arial"/>
                </a:defRPr>
              </a:lvl2pPr>
              <a:lvl3pPr algn="ctr">
                <a:defRPr sz="723" b="0">
                  <a:solidFill>
                    <a:srgbClr val="000000"/>
                  </a:solidFill>
                  <a:latin typeface="Arial"/>
                  <a:ea typeface="Arial"/>
                  <a:cs typeface="Arial"/>
                </a:defRPr>
              </a:lvl3pPr>
              <a:lvl4pPr algn="ctr">
                <a:defRPr sz="723" b="0">
                  <a:solidFill>
                    <a:srgbClr val="000000"/>
                  </a:solidFill>
                  <a:latin typeface="Arial"/>
                  <a:ea typeface="Arial"/>
                  <a:cs typeface="Arial"/>
                </a:defRPr>
              </a:lvl4pPr>
              <a:lvl5pPr algn="ctr">
                <a:defRPr sz="723" b="0">
                  <a:solidFill>
                    <a:srgbClr val="000000"/>
                  </a:solidFill>
                  <a:latin typeface="Arial"/>
                  <a:ea typeface="Arial"/>
                  <a:cs typeface="Arial"/>
                </a:defRPr>
              </a:lvl5pPr>
              <a:lvl6pPr algn="ctr">
                <a:defRPr sz="723" b="0">
                  <a:solidFill>
                    <a:srgbClr val="000000"/>
                  </a:solidFill>
                  <a:latin typeface="Arial"/>
                  <a:ea typeface="Arial"/>
                  <a:cs typeface="Arial"/>
                </a:defRPr>
              </a:lvl6pPr>
              <a:lvl7pPr algn="ctr">
                <a:defRPr sz="723" b="0">
                  <a:solidFill>
                    <a:srgbClr val="000000"/>
                  </a:solidFill>
                  <a:latin typeface="Arial"/>
                  <a:ea typeface="Arial"/>
                  <a:cs typeface="Arial"/>
                </a:defRPr>
              </a:lvl7pPr>
              <a:lvl8pPr algn="ctr">
                <a:defRPr sz="723" b="0">
                  <a:solidFill>
                    <a:srgbClr val="000000"/>
                  </a:solidFill>
                  <a:latin typeface="Arial"/>
                  <a:ea typeface="Arial"/>
                  <a:cs typeface="Arial"/>
                </a:defRPr>
              </a:lvl8pPr>
              <a:lvl9pPr algn="ctr">
                <a:defRPr sz="723" b="0">
                  <a:solidFill>
                    <a:srgbClr val="000000"/>
                  </a:solidFill>
                  <a:latin typeface="Arial"/>
                  <a:ea typeface="Arial"/>
                  <a:cs typeface="Arial"/>
                </a:defRPr>
              </a:lvl9pPr>
            </a:lstStyle>
            <a:p>
              <a:pPr algn="ctr">
                <a:defRPr sz="723" b="0">
                  <a:solidFill>
                    <a:srgbClr val="000000"/>
                  </a:solidFill>
                  <a:latin typeface="Arial"/>
                  <a:ea typeface="Arial"/>
                  <a:cs typeface="Arial"/>
                </a:defRPr>
              </a:pPr>
              <a:r>
                <a:rPr sz="723" b="0">
                  <a:solidFill>
                    <a:srgbClr val="000000"/>
                  </a:solidFill>
                  <a:latin typeface="Arial"/>
                  <a:ea typeface="Arial"/>
                  <a:cs typeface="Arial"/>
                </a:rPr>
                <a:t>20</a:t>
              </a:r>
            </a:p>
          </p:txBody>
        </p:sp>
        <p:sp>
          <p:nvSpPr>
            <p:cNvPr id="110" name="text_109">
              <a:extLst>
                <a:ext uri="{FF2B5EF4-FFF2-40B4-BE49-F238E27FC236}">
                  <ns2:creationId id="{475B1609-9660-4BF5-835D-9C095C6AF0AF}"/>
                </a:ext>
              </a:extLst>
            </p:cNvPr>
            <p:cNvSpPr>
              <a:spLocks noGrp="1"/>
            </p:cNvSpPr>
            <p:nvPr/>
          </p:nvSpPr>
          <p:spPr>
            <a:xfrm rot="0">
              <a:off x="95250" y="2790825"/>
              <a:ext cx="9525000" cy="285750"/>
            </a:xfrm>
            <a:prstGeom prst="rect">
              <a:avLst/>
            </a:prstGeom>
            <a:noFill/>
            <a:ln w="0">
              <a:noFill/>
              <a:prstDash val="solid"/>
            </a:ln>
          </p:spPr>
          <p:txBody>
            <a:bodyPr wrap="none" lIns="0" tIns="0" rIns="0" bIns="0" anchor="t">
              <a:noAutofit/>
            </a:bodyPr>
            <a:lstStyle>
              <a:defPPr algn="l">
                <a:defRPr sz="1290" b="1">
                  <a:solidFill>
                    <a:srgbClr val="000000"/>
                  </a:solidFill>
                  <a:latin typeface="Arial"/>
                  <a:ea typeface="Arial"/>
                  <a:cs typeface="Arial"/>
                </a:defRPr>
              </a:defPPr>
              <a:lvl1pPr algn="l">
                <a:defRPr sz="1290" b="1">
                  <a:solidFill>
                    <a:srgbClr val="000000"/>
                  </a:solidFill>
                  <a:latin typeface="Arial"/>
                  <a:ea typeface="Arial"/>
                  <a:cs typeface="Arial"/>
                </a:defRPr>
              </a:lvl1pPr>
              <a:lvl2pPr algn="l">
                <a:defRPr sz="1290" b="1">
                  <a:solidFill>
                    <a:srgbClr val="000000"/>
                  </a:solidFill>
                  <a:latin typeface="Arial"/>
                  <a:ea typeface="Arial"/>
                  <a:cs typeface="Arial"/>
                </a:defRPr>
              </a:lvl2pPr>
              <a:lvl3pPr algn="l">
                <a:defRPr sz="1290" b="1">
                  <a:solidFill>
                    <a:srgbClr val="000000"/>
                  </a:solidFill>
                  <a:latin typeface="Arial"/>
                  <a:ea typeface="Arial"/>
                  <a:cs typeface="Arial"/>
                </a:defRPr>
              </a:lvl3pPr>
              <a:lvl4pPr algn="l">
                <a:defRPr sz="1290" b="1">
                  <a:solidFill>
                    <a:srgbClr val="000000"/>
                  </a:solidFill>
                  <a:latin typeface="Arial"/>
                  <a:ea typeface="Arial"/>
                  <a:cs typeface="Arial"/>
                </a:defRPr>
              </a:lvl4pPr>
              <a:lvl5pPr algn="l">
                <a:defRPr sz="1290" b="1">
                  <a:solidFill>
                    <a:srgbClr val="000000"/>
                  </a:solidFill>
                  <a:latin typeface="Arial"/>
                  <a:ea typeface="Arial"/>
                  <a:cs typeface="Arial"/>
                </a:defRPr>
              </a:lvl5pPr>
              <a:lvl6pPr algn="l">
                <a:defRPr sz="1290" b="1">
                  <a:solidFill>
                    <a:srgbClr val="000000"/>
                  </a:solidFill>
                  <a:latin typeface="Arial"/>
                  <a:ea typeface="Arial"/>
                  <a:cs typeface="Arial"/>
                </a:defRPr>
              </a:lvl6pPr>
              <a:lvl7pPr algn="l">
                <a:defRPr sz="1290" b="1">
                  <a:solidFill>
                    <a:srgbClr val="000000"/>
                  </a:solidFill>
                  <a:latin typeface="Arial"/>
                  <a:ea typeface="Arial"/>
                  <a:cs typeface="Arial"/>
                </a:defRPr>
              </a:lvl7pPr>
              <a:lvl8pPr algn="l">
                <a:defRPr sz="1290" b="1">
                  <a:solidFill>
                    <a:srgbClr val="000000"/>
                  </a:solidFill>
                  <a:latin typeface="Arial"/>
                  <a:ea typeface="Arial"/>
                  <a:cs typeface="Arial"/>
                </a:defRPr>
              </a:lvl8pPr>
              <a:lvl9pPr algn="l">
                <a:defRPr sz="1290" b="1">
                  <a:solidFill>
                    <a:srgbClr val="000000"/>
                  </a:solidFill>
                  <a:latin typeface="Arial"/>
                  <a:ea typeface="Arial"/>
                  <a:cs typeface="Arial"/>
                </a:defRPr>
              </a:lvl9pPr>
            </a:lstStyle>
            <a:p>
              <a:pPr algn="l">
                <a:defRPr sz="1290" b="1">
                  <a:solidFill>
                    <a:srgbClr val="000000"/>
                  </a:solidFill>
                  <a:latin typeface="Arial"/>
                  <a:ea typeface="Arial"/>
                  <a:cs typeface="Arial"/>
                </a:defRPr>
              </a:pPr>
              <a:r>
                <a:rPr sz="1290" b="1">
                  <a:solidFill>
                    <a:srgbClr val="000000"/>
                  </a:solidFill>
                  <a:latin typeface="Arial"/>
                  <a:ea typeface="Arial"/>
                  <a:cs typeface="Arial"/>
                </a:rPr>
                <a:t>(c) 3D source fields</a:t>
              </a:r>
            </a:p>
          </p:txBody>
        </p:sp>
        <p:sp>
          <p:nvSpPr>
            <p:cNvPr id="112" name="text_111">
              <a:extLst>
                <a:ext uri="{FF2B5EF4-FFF2-40B4-BE49-F238E27FC236}">
                  <ns2:creationId id="{6A606AA3-4C75-4940-9AFB-82B3BFDF77E1}"/>
                </a:ext>
              </a:extLst>
            </p:cNvPr>
            <p:cNvSpPr>
              <a:spLocks noGrp="1"/>
            </p:cNvSpPr>
            <p:nvPr/>
          </p:nvSpPr>
          <p:spPr>
            <a:xfrm rot="0">
              <a:off x="95250" y="3086100"/>
              <a:ext cx="3810000" cy="226786"/>
            </a:xfrm>
            <a:prstGeom prst="rect">
              <a:avLst/>
            </a:prstGeom>
            <a:noFill/>
            <a:ln w="0">
              <a:noFill/>
              <a:prstDash val="solid"/>
            </a:ln>
          </p:spPr>
          <p:txBody>
            <a:bodyPr wrap="none" lIns="0" tIns="0" rIns="0" bIns="0" anchor="t">
              <a:noAutofit/>
            </a:bodyPr>
            <a:lstStyle>
              <a:defPPr algn="ctr">
                <a:defRPr sz="1081" b="1">
                  <a:solidFill>
                    <a:srgbClr val="000000"/>
                  </a:solidFill>
                  <a:latin typeface="Arial"/>
                  <a:ea typeface="Arial"/>
                  <a:cs typeface="Arial"/>
                </a:defRPr>
              </a:defPPr>
              <a:lvl1pPr algn="ctr">
                <a:defRPr sz="1081" b="1">
                  <a:solidFill>
                    <a:srgbClr val="000000"/>
                  </a:solidFill>
                  <a:latin typeface="Arial"/>
                  <a:ea typeface="Arial"/>
                  <a:cs typeface="Arial"/>
                </a:defRPr>
              </a:lvl1pPr>
              <a:lvl2pPr algn="ctr">
                <a:defRPr sz="1081" b="1">
                  <a:solidFill>
                    <a:srgbClr val="000000"/>
                  </a:solidFill>
                  <a:latin typeface="Arial"/>
                  <a:ea typeface="Arial"/>
                  <a:cs typeface="Arial"/>
                </a:defRPr>
              </a:lvl2pPr>
              <a:lvl3pPr algn="ctr">
                <a:defRPr sz="1081" b="1">
                  <a:solidFill>
                    <a:srgbClr val="000000"/>
                  </a:solidFill>
                  <a:latin typeface="Arial"/>
                  <a:ea typeface="Arial"/>
                  <a:cs typeface="Arial"/>
                </a:defRPr>
              </a:lvl3pPr>
              <a:lvl4pPr algn="ctr">
                <a:defRPr sz="1081" b="1">
                  <a:solidFill>
                    <a:srgbClr val="000000"/>
                  </a:solidFill>
                  <a:latin typeface="Arial"/>
                  <a:ea typeface="Arial"/>
                  <a:cs typeface="Arial"/>
                </a:defRPr>
              </a:lvl4pPr>
              <a:lvl5pPr algn="ctr">
                <a:defRPr sz="1081" b="1">
                  <a:solidFill>
                    <a:srgbClr val="000000"/>
                  </a:solidFill>
                  <a:latin typeface="Arial"/>
                  <a:ea typeface="Arial"/>
                  <a:cs typeface="Arial"/>
                </a:defRPr>
              </a:lvl5pPr>
              <a:lvl6pPr algn="ctr">
                <a:defRPr sz="1081" b="1">
                  <a:solidFill>
                    <a:srgbClr val="000000"/>
                  </a:solidFill>
                  <a:latin typeface="Arial"/>
                  <a:ea typeface="Arial"/>
                  <a:cs typeface="Arial"/>
                </a:defRPr>
              </a:lvl6pPr>
              <a:lvl7pPr algn="ctr">
                <a:defRPr sz="1081" b="1">
                  <a:solidFill>
                    <a:srgbClr val="000000"/>
                  </a:solidFill>
                  <a:latin typeface="Arial"/>
                  <a:ea typeface="Arial"/>
                  <a:cs typeface="Arial"/>
                </a:defRPr>
              </a:lvl7pPr>
              <a:lvl8pPr algn="ctr">
                <a:defRPr sz="1081" b="1">
                  <a:solidFill>
                    <a:srgbClr val="000000"/>
                  </a:solidFill>
                  <a:latin typeface="Arial"/>
                  <a:ea typeface="Arial"/>
                  <a:cs typeface="Arial"/>
                </a:defRPr>
              </a:lvl8pPr>
              <a:lvl9pPr algn="ctr">
                <a:defRPr sz="1081" b="1">
                  <a:solidFill>
                    <a:srgbClr val="000000"/>
                  </a:solidFill>
                  <a:latin typeface="Arial"/>
                  <a:ea typeface="Arial"/>
                  <a:cs typeface="Arial"/>
                </a:defRPr>
              </a:lvl9pPr>
            </a:lstStyle>
            <a:p>
              <a:pPr algn="ctr">
                <a:defRPr sz="1081" b="1">
                  <a:solidFill>
                    <a:srgbClr val="000000"/>
                  </a:solidFill>
                  <a:latin typeface="Arial"/>
                  <a:ea typeface="Arial"/>
                  <a:cs typeface="Arial"/>
                </a:defRPr>
              </a:pPr>
              <a:r>
                <a:rPr sz="1081" b="1">
                  <a:solidFill>
                    <a:srgbClr val="000000"/>
                  </a:solidFill>
                  <a:latin typeface="Arial"/>
                  <a:ea typeface="Arial"/>
                  <a:cs typeface="Arial"/>
                </a:rPr>
                <a:t>Frame 0</a:t>
              </a:r>
            </a:p>
          </p:txBody>
        </p:sp>
        <p:pic>
          <p:nvPicPr>
            <p:cNvPr id="113" name="">
              <a:extLst>
                <a:ext uri="{FF2B5EF4-FFF2-40B4-BE49-F238E27FC236}">
                  <ns2:creationId id="{07A7D8B4-CBA3-4965-B8BD-15AFA6AF8F92}"/>
                </a:ext>
              </a:extLst>
            </p:cNvPr>
            <p:cNvPicPr>
              <a:picLocks noChangeAspect="1"/>
            </p:cNvPicPr>
            <p:nvPr/>
          </p:nvPicPr>
          <p:blipFill>
            <a:blip r:embed="R17bff3a3749c4f88"/>
            <a:stretch/>
          </p:blipFill>
          <p:spPr>
            <a:xfrm>
              <a:off x="95250" y="3349171"/>
              <a:ext cx="3810000" cy="2006450"/>
            </a:xfrm>
            <a:prstGeom prst="rect">
              <a:avLst/>
            </a:prstGeom>
          </p:spPr>
        </p:pic>
        <p:sp>
          <p:nvSpPr>
            <p:cNvPr id="114" name="Cylinder_f0_domain_edge_0_1">
              <a:extLst>
                <a:ext uri="{FF2B5EF4-FFF2-40B4-BE49-F238E27FC236}">
                  <ns2:creationId id="{24F8A28C-AB81-4D5B-AFF1-9DE2DE6D15C2}"/>
                </a:ext>
              </a:extLst>
            </p:cNvPr>
            <p:cNvSpPr>
              <a:spLocks noGrp="1"/>
            </p:cNvSpPr>
            <p:nvPr/>
          </p:nvSpPr>
          <p:spPr>
            <a:xfrm>
              <a:off x="209386" y="3865750"/>
              <a:ext cx="134" cy="838969"/>
            </a:xfrm>
            <a:custGeom>
              <a:pathLst>
                <a:path w="95" h="595500">
                  <a:moveTo>
                    <a:pt x="0" y="595500"/>
                  </a:moveTo>
                  <a:lnTo>
                    <a:pt x="0" y="0"/>
                  </a:lnTo>
                </a:path>
              </a:pathLst>
            </a:custGeom>
            <a:noFill/>
            <a:ln w="5619">
              <a:solidFill>
                <a:srgbClr val="9AA6AE"/>
              </a:solidFill>
              <a:prstDash val="solid"/>
            </a:ln>
          </p:spPr>
        </p:sp>
        <p:sp>
          <p:nvSpPr>
            <p:cNvPr id="115" name="Cylinder_f0_domain_edge_0_2">
              <a:extLst>
                <a:ext uri="{FF2B5EF4-FFF2-40B4-BE49-F238E27FC236}">
                  <ns2:creationId id="{91EB6341-5CDE-4CB4-9837-6AD973E7B09E}"/>
                </a:ext>
              </a:extLst>
            </p:cNvPr>
            <p:cNvSpPr>
              <a:spLocks noGrp="1"/>
            </p:cNvSpPr>
            <p:nvPr/>
          </p:nvSpPr>
          <p:spPr>
            <a:xfrm>
              <a:off x="209386" y="4295110"/>
              <a:ext cx="509879" cy="409610"/>
            </a:xfrm>
            <a:custGeom>
              <a:pathLst>
                <a:path w="361912" h="290741">
                  <a:moveTo>
                    <a:pt x="0" y="290741"/>
                  </a:moveTo>
                  <a:lnTo>
                    <a:pt x="361912" y="0"/>
                  </a:lnTo>
                </a:path>
              </a:pathLst>
            </a:custGeom>
            <a:noFill/>
            <a:ln w="5619">
              <a:solidFill>
                <a:srgbClr val="9AA6AE"/>
              </a:solidFill>
              <a:prstDash val="solid"/>
            </a:ln>
          </p:spPr>
        </p:sp>
        <p:sp>
          <p:nvSpPr>
            <p:cNvPr id="116" name="Cylinder_f0_domain_edge_0_4">
              <a:extLst>
                <a:ext uri="{FF2B5EF4-FFF2-40B4-BE49-F238E27FC236}">
                  <ns2:creationId id="{5D2D0068-C078-4B36-ADCB-742D012ACE5D}"/>
                </a:ext>
              </a:extLst>
            </p:cNvPr>
            <p:cNvSpPr>
              <a:spLocks noGrp="1"/>
            </p:cNvSpPr>
            <p:nvPr/>
          </p:nvSpPr>
          <p:spPr>
            <a:xfrm>
              <a:off x="209386" y="4704719"/>
              <a:ext cx="3068497" cy="536010"/>
            </a:xfrm>
            <a:custGeom>
              <a:pathLst>
                <a:path w="2178019" h="380460">
                  <a:moveTo>
                    <a:pt x="0" y="0"/>
                  </a:moveTo>
                  <a:lnTo>
                    <a:pt x="2178019" y="380460"/>
                  </a:lnTo>
                </a:path>
              </a:pathLst>
            </a:custGeom>
            <a:noFill/>
            <a:ln w="5619">
              <a:solidFill>
                <a:srgbClr val="9AA6AE"/>
              </a:solidFill>
              <a:prstDash val="solid"/>
            </a:ln>
          </p:spPr>
        </p:sp>
        <p:sp>
          <p:nvSpPr>
            <p:cNvPr id="117" name="Cylinder_f0_domain_edge_1_3">
              <a:extLst>
                <a:ext uri="{FF2B5EF4-FFF2-40B4-BE49-F238E27FC236}">
                  <ns2:creationId id="{ABF81A1D-4F5D-466B-9A4B-E7EE95130AC0}"/>
                </a:ext>
              </a:extLst>
            </p:cNvPr>
            <p:cNvSpPr>
              <a:spLocks noGrp="1"/>
            </p:cNvSpPr>
            <p:nvPr/>
          </p:nvSpPr>
          <p:spPr>
            <a:xfrm>
              <a:off x="209386" y="3456141"/>
              <a:ext cx="509879" cy="409610"/>
            </a:xfrm>
            <a:custGeom>
              <a:pathLst>
                <a:path w="361912" h="290741">
                  <a:moveTo>
                    <a:pt x="0" y="290741"/>
                  </a:moveTo>
                  <a:lnTo>
                    <a:pt x="361912" y="0"/>
                  </a:lnTo>
                </a:path>
              </a:pathLst>
            </a:custGeom>
            <a:noFill/>
            <a:ln w="5619">
              <a:solidFill>
                <a:srgbClr val="9AA6AE"/>
              </a:solidFill>
              <a:prstDash val="solid"/>
            </a:ln>
          </p:spPr>
        </p:sp>
        <p:sp>
          <p:nvSpPr>
            <p:cNvPr id="118" name="Cylinder_f0_domain_edge_1_5">
              <a:extLst>
                <a:ext uri="{FF2B5EF4-FFF2-40B4-BE49-F238E27FC236}">
                  <ns2:creationId id="{6EE3CD32-D7E0-429C-B725-B08193BED29A}"/>
                </a:ext>
              </a:extLst>
            </p:cNvPr>
            <p:cNvSpPr>
              <a:spLocks noGrp="1"/>
            </p:cNvSpPr>
            <p:nvPr/>
          </p:nvSpPr>
          <p:spPr>
            <a:xfrm>
              <a:off x="209386" y="3865750"/>
              <a:ext cx="3068497" cy="536010"/>
            </a:xfrm>
            <a:custGeom>
              <a:pathLst>
                <a:path w="2178019" h="380460">
                  <a:moveTo>
                    <a:pt x="0" y="0"/>
                  </a:moveTo>
                  <a:lnTo>
                    <a:pt x="2178019" y="380460"/>
                  </a:lnTo>
                </a:path>
              </a:pathLst>
            </a:custGeom>
            <a:noFill/>
            <a:ln w="5619">
              <a:solidFill>
                <a:srgbClr val="9AA6AE"/>
              </a:solidFill>
              <a:prstDash val="solid"/>
            </a:ln>
          </p:spPr>
        </p:sp>
        <p:sp>
          <p:nvSpPr>
            <p:cNvPr id="119" name="Cylinder_f0_domain_edge_2_3">
              <a:extLst>
                <a:ext uri="{FF2B5EF4-FFF2-40B4-BE49-F238E27FC236}">
                  <ns2:creationId id="{49FD129A-384F-475F-AA9B-F4F6FA2A2A56}"/>
                </a:ext>
              </a:extLst>
            </p:cNvPr>
            <p:cNvSpPr>
              <a:spLocks noGrp="1"/>
            </p:cNvSpPr>
            <p:nvPr/>
          </p:nvSpPr>
          <p:spPr>
            <a:xfrm>
              <a:off x="719265" y="3456141"/>
              <a:ext cx="134" cy="838969"/>
            </a:xfrm>
            <a:custGeom>
              <a:pathLst>
                <a:path w="95" h="595500">
                  <a:moveTo>
                    <a:pt x="0" y="595500"/>
                  </a:moveTo>
                  <a:lnTo>
                    <a:pt x="0" y="0"/>
                  </a:lnTo>
                </a:path>
              </a:pathLst>
            </a:custGeom>
            <a:noFill/>
            <a:ln w="5619">
              <a:solidFill>
                <a:srgbClr val="9AA6AE"/>
              </a:solidFill>
              <a:prstDash val="solid"/>
            </a:ln>
          </p:spPr>
        </p:sp>
        <p:sp>
          <p:nvSpPr>
            <p:cNvPr id="120" name="Cylinder_f0_domain_edge_2_6">
              <a:extLst>
                <a:ext uri="{FF2B5EF4-FFF2-40B4-BE49-F238E27FC236}">
                  <ns2:creationId id="{53F9C68E-FE3F-4B9C-AFE2-266E368B1201}"/>
                </a:ext>
              </a:extLst>
            </p:cNvPr>
            <p:cNvSpPr>
              <a:spLocks noGrp="1"/>
            </p:cNvSpPr>
            <p:nvPr/>
          </p:nvSpPr>
          <p:spPr>
            <a:xfrm>
              <a:off x="719265" y="4295110"/>
              <a:ext cx="3068497" cy="536010"/>
            </a:xfrm>
            <a:custGeom>
              <a:pathLst>
                <a:path w="2178019" h="380460">
                  <a:moveTo>
                    <a:pt x="0" y="0"/>
                  </a:moveTo>
                  <a:lnTo>
                    <a:pt x="2178019" y="380460"/>
                  </a:lnTo>
                </a:path>
              </a:pathLst>
            </a:custGeom>
            <a:noFill/>
            <a:ln w="5619">
              <a:solidFill>
                <a:srgbClr val="9AA6AE"/>
              </a:solidFill>
              <a:prstDash val="solid"/>
            </a:ln>
          </p:spPr>
        </p:sp>
        <p:sp>
          <p:nvSpPr>
            <p:cNvPr id="121" name="Cylinder_f0_domain_edge_3_7">
              <a:extLst>
                <a:ext uri="{FF2B5EF4-FFF2-40B4-BE49-F238E27FC236}">
                  <ns2:creationId id="{0030D258-E735-499B-97F6-479FF8AC338B}"/>
                </a:ext>
              </a:extLst>
            </p:cNvPr>
            <p:cNvSpPr>
              <a:spLocks noGrp="1"/>
            </p:cNvSpPr>
            <p:nvPr/>
          </p:nvSpPr>
          <p:spPr>
            <a:xfrm>
              <a:off x="719265" y="3456141"/>
              <a:ext cx="3068497" cy="536010"/>
            </a:xfrm>
            <a:custGeom>
              <a:pathLst>
                <a:path w="2178019" h="380460">
                  <a:moveTo>
                    <a:pt x="0" y="0"/>
                  </a:moveTo>
                  <a:lnTo>
                    <a:pt x="2178019" y="380460"/>
                  </a:lnTo>
                </a:path>
              </a:pathLst>
            </a:custGeom>
            <a:noFill/>
            <a:ln w="5619">
              <a:solidFill>
                <a:srgbClr val="9AA6AE"/>
              </a:solidFill>
              <a:prstDash val="solid"/>
            </a:ln>
          </p:spPr>
        </p:sp>
        <p:sp>
          <p:nvSpPr>
            <p:cNvPr id="122" name="Cylinder_f0_domain_edge_4_5">
              <a:extLst>
                <a:ext uri="{FF2B5EF4-FFF2-40B4-BE49-F238E27FC236}">
                  <ns2:creationId id="{6AF3B197-1634-42D9-B045-EB75D9F8A00B}"/>
                </a:ext>
              </a:extLst>
            </p:cNvPr>
            <p:cNvSpPr>
              <a:spLocks noGrp="1"/>
            </p:cNvSpPr>
            <p:nvPr/>
          </p:nvSpPr>
          <p:spPr>
            <a:xfrm>
              <a:off x="3277883" y="4401761"/>
              <a:ext cx="134" cy="838969"/>
            </a:xfrm>
            <a:custGeom>
              <a:pathLst>
                <a:path w="95" h="595500">
                  <a:moveTo>
                    <a:pt x="0" y="595500"/>
                  </a:moveTo>
                  <a:lnTo>
                    <a:pt x="0" y="0"/>
                  </a:lnTo>
                </a:path>
              </a:pathLst>
            </a:custGeom>
            <a:noFill/>
            <a:ln w="5619">
              <a:solidFill>
                <a:srgbClr val="9AA6AE"/>
              </a:solidFill>
              <a:prstDash val="solid"/>
            </a:ln>
          </p:spPr>
        </p:sp>
        <p:sp>
          <p:nvSpPr>
            <p:cNvPr id="123" name="Cylinder_f0_domain_edge_4_6">
              <a:extLst>
                <a:ext uri="{FF2B5EF4-FFF2-40B4-BE49-F238E27FC236}">
                  <ns2:creationId id="{E366F8FA-8213-419E-97D1-D153A1331658}"/>
                </a:ext>
              </a:extLst>
            </p:cNvPr>
            <p:cNvSpPr>
              <a:spLocks noGrp="1"/>
            </p:cNvSpPr>
            <p:nvPr/>
          </p:nvSpPr>
          <p:spPr>
            <a:xfrm>
              <a:off x="3277883" y="4831121"/>
              <a:ext cx="509879" cy="409610"/>
            </a:xfrm>
            <a:custGeom>
              <a:pathLst>
                <a:path w="361912" h="290741">
                  <a:moveTo>
                    <a:pt x="0" y="290741"/>
                  </a:moveTo>
                  <a:lnTo>
                    <a:pt x="361912" y="0"/>
                  </a:lnTo>
                </a:path>
              </a:pathLst>
            </a:custGeom>
            <a:noFill/>
            <a:ln w="5619">
              <a:solidFill>
                <a:srgbClr val="9AA6AE"/>
              </a:solidFill>
              <a:prstDash val="solid"/>
            </a:ln>
          </p:spPr>
        </p:sp>
        <p:sp>
          <p:nvSpPr>
            <p:cNvPr id="124" name="Cylinder_f0_domain_edge_5_7">
              <a:extLst>
                <a:ext uri="{FF2B5EF4-FFF2-40B4-BE49-F238E27FC236}">
                  <ns2:creationId id="{F26C717A-9208-4272-891B-FE1E433ABB42}"/>
                </a:ext>
              </a:extLst>
            </p:cNvPr>
            <p:cNvSpPr>
              <a:spLocks noGrp="1"/>
            </p:cNvSpPr>
            <p:nvPr/>
          </p:nvSpPr>
          <p:spPr>
            <a:xfrm>
              <a:off x="3277883" y="3992152"/>
              <a:ext cx="509879" cy="409610"/>
            </a:xfrm>
            <a:custGeom>
              <a:pathLst>
                <a:path w="361912" h="290741">
                  <a:moveTo>
                    <a:pt x="0" y="290741"/>
                  </a:moveTo>
                  <a:lnTo>
                    <a:pt x="361912" y="0"/>
                  </a:lnTo>
                </a:path>
              </a:pathLst>
            </a:custGeom>
            <a:noFill/>
            <a:ln w="5619">
              <a:solidFill>
                <a:srgbClr val="9AA6AE"/>
              </a:solidFill>
              <a:prstDash val="solid"/>
            </a:ln>
          </p:spPr>
        </p:sp>
        <p:sp>
          <p:nvSpPr>
            <p:cNvPr id="125" name="Cylinder_f0_domain_edge_6_7">
              <a:extLst>
                <a:ext uri="{FF2B5EF4-FFF2-40B4-BE49-F238E27FC236}">
                  <ns2:creationId id="{1558EC07-4693-44AA-802C-865EE08DC09C}"/>
                </a:ext>
              </a:extLst>
            </p:cNvPr>
            <p:cNvSpPr>
              <a:spLocks noGrp="1"/>
            </p:cNvSpPr>
            <p:nvPr/>
          </p:nvSpPr>
          <p:spPr>
            <a:xfrm>
              <a:off x="3787762" y="3992152"/>
              <a:ext cx="134" cy="838969"/>
            </a:xfrm>
            <a:custGeom>
              <a:pathLst>
                <a:path w="95" h="595500">
                  <a:moveTo>
                    <a:pt x="0" y="595500"/>
                  </a:moveTo>
                  <a:lnTo>
                    <a:pt x="0" y="0"/>
                  </a:lnTo>
                </a:path>
              </a:pathLst>
            </a:custGeom>
            <a:noFill/>
            <a:ln w="5619">
              <a:solidFill>
                <a:srgbClr val="9AA6AE"/>
              </a:solidFill>
              <a:prstDash val="solid"/>
            </a:ln>
          </p:spPr>
        </p:sp>
        <p:sp>
          <p:nvSpPr>
            <p:cNvPr id="126" name="text_125">
              <a:extLst>
                <a:ext uri="{FF2B5EF4-FFF2-40B4-BE49-F238E27FC236}">
                  <ns2:creationId id="{5F804E2E-7606-483C-8FBD-181752C403A7}"/>
                </a:ext>
              </a:extLst>
            </p:cNvPr>
            <p:cNvSpPr>
              <a:spLocks noGrp="1"/>
            </p:cNvSpPr>
            <p:nvPr/>
          </p:nvSpPr>
          <p:spPr>
            <a:xfrm rot="0">
              <a:off x="4000500" y="3086100"/>
              <a:ext cx="3810000" cy="226786"/>
            </a:xfrm>
            <a:prstGeom prst="rect">
              <a:avLst/>
            </a:prstGeom>
            <a:noFill/>
            <a:ln w="0">
              <a:noFill/>
              <a:prstDash val="solid"/>
            </a:ln>
          </p:spPr>
          <p:txBody>
            <a:bodyPr wrap="none" lIns="0" tIns="0" rIns="0" bIns="0" anchor="t">
              <a:noAutofit/>
            </a:bodyPr>
            <a:lstStyle>
              <a:defPPr algn="ctr">
                <a:defRPr sz="1081" b="1">
                  <a:solidFill>
                    <a:srgbClr val="000000"/>
                  </a:solidFill>
                  <a:latin typeface="Arial"/>
                  <a:ea typeface="Arial"/>
                  <a:cs typeface="Arial"/>
                </a:defRPr>
              </a:defPPr>
              <a:lvl1pPr algn="ctr">
                <a:defRPr sz="1081" b="1">
                  <a:solidFill>
                    <a:srgbClr val="000000"/>
                  </a:solidFill>
                  <a:latin typeface="Arial"/>
                  <a:ea typeface="Arial"/>
                  <a:cs typeface="Arial"/>
                </a:defRPr>
              </a:lvl1pPr>
              <a:lvl2pPr algn="ctr">
                <a:defRPr sz="1081" b="1">
                  <a:solidFill>
                    <a:srgbClr val="000000"/>
                  </a:solidFill>
                  <a:latin typeface="Arial"/>
                  <a:ea typeface="Arial"/>
                  <a:cs typeface="Arial"/>
                </a:defRPr>
              </a:lvl2pPr>
              <a:lvl3pPr algn="ctr">
                <a:defRPr sz="1081" b="1">
                  <a:solidFill>
                    <a:srgbClr val="000000"/>
                  </a:solidFill>
                  <a:latin typeface="Arial"/>
                  <a:ea typeface="Arial"/>
                  <a:cs typeface="Arial"/>
                </a:defRPr>
              </a:lvl3pPr>
              <a:lvl4pPr algn="ctr">
                <a:defRPr sz="1081" b="1">
                  <a:solidFill>
                    <a:srgbClr val="000000"/>
                  </a:solidFill>
                  <a:latin typeface="Arial"/>
                  <a:ea typeface="Arial"/>
                  <a:cs typeface="Arial"/>
                </a:defRPr>
              </a:lvl4pPr>
              <a:lvl5pPr algn="ctr">
                <a:defRPr sz="1081" b="1">
                  <a:solidFill>
                    <a:srgbClr val="000000"/>
                  </a:solidFill>
                  <a:latin typeface="Arial"/>
                  <a:ea typeface="Arial"/>
                  <a:cs typeface="Arial"/>
                </a:defRPr>
              </a:lvl5pPr>
              <a:lvl6pPr algn="ctr">
                <a:defRPr sz="1081" b="1">
                  <a:solidFill>
                    <a:srgbClr val="000000"/>
                  </a:solidFill>
                  <a:latin typeface="Arial"/>
                  <a:ea typeface="Arial"/>
                  <a:cs typeface="Arial"/>
                </a:defRPr>
              </a:lvl6pPr>
              <a:lvl7pPr algn="ctr">
                <a:defRPr sz="1081" b="1">
                  <a:solidFill>
                    <a:srgbClr val="000000"/>
                  </a:solidFill>
                  <a:latin typeface="Arial"/>
                  <a:ea typeface="Arial"/>
                  <a:cs typeface="Arial"/>
                </a:defRPr>
              </a:lvl7pPr>
              <a:lvl8pPr algn="ctr">
                <a:defRPr sz="1081" b="1">
                  <a:solidFill>
                    <a:srgbClr val="000000"/>
                  </a:solidFill>
                  <a:latin typeface="Arial"/>
                  <a:ea typeface="Arial"/>
                  <a:cs typeface="Arial"/>
                </a:defRPr>
              </a:lvl8pPr>
              <a:lvl9pPr algn="ctr">
                <a:defRPr sz="1081" b="1">
                  <a:solidFill>
                    <a:srgbClr val="000000"/>
                  </a:solidFill>
                  <a:latin typeface="Arial"/>
                  <a:ea typeface="Arial"/>
                  <a:cs typeface="Arial"/>
                </a:defRPr>
              </a:lvl9pPr>
            </a:lstStyle>
            <a:p>
              <a:pPr algn="ctr">
                <a:defRPr sz="1081" b="1">
                  <a:solidFill>
                    <a:srgbClr val="000000"/>
                  </a:solidFill>
                  <a:latin typeface="Arial"/>
                  <a:ea typeface="Arial"/>
                  <a:cs typeface="Arial"/>
                </a:defRPr>
              </a:pPr>
              <a:r>
                <a:rPr sz="1081" b="1">
                  <a:solidFill>
                    <a:srgbClr val="000000"/>
                  </a:solidFill>
                  <a:latin typeface="Arial"/>
                  <a:ea typeface="Arial"/>
                  <a:cs typeface="Arial"/>
                </a:rPr>
                <a:t>Frame 51</a:t>
              </a:r>
            </a:p>
          </p:txBody>
        </p:sp>
        <p:pic>
          <p:nvPicPr>
            <p:cNvPr id="127" name="">
              <a:extLst>
                <a:ext uri="{FF2B5EF4-FFF2-40B4-BE49-F238E27FC236}">
                  <ns2:creationId id="{7B64B92A-DDA6-43F9-9B00-D181BB0D9A4F}"/>
                </a:ext>
              </a:extLst>
            </p:cNvPr>
            <p:cNvPicPr>
              <a:picLocks noChangeAspect="1"/>
            </p:cNvPicPr>
            <p:nvPr/>
          </p:nvPicPr>
          <p:blipFill>
            <a:blip r:embed="Re4e1a71f2c4345da"/>
            <a:stretch/>
          </p:blipFill>
          <p:spPr>
            <a:xfrm>
              <a:off x="4000500" y="3349171"/>
              <a:ext cx="3810000" cy="2006450"/>
            </a:xfrm>
            <a:prstGeom prst="rect">
              <a:avLst/>
            </a:prstGeom>
          </p:spPr>
        </p:pic>
        <p:sp>
          <p:nvSpPr>
            <p:cNvPr id="128" name="Cylinder_f51_domain_edge_0_1">
              <a:extLst>
                <a:ext uri="{FF2B5EF4-FFF2-40B4-BE49-F238E27FC236}">
                  <ns2:creationId id="{1691E4EF-3268-4585-B2CD-BE38C7E27FB7}"/>
                </a:ext>
              </a:extLst>
            </p:cNvPr>
            <p:cNvSpPr>
              <a:spLocks noGrp="1"/>
            </p:cNvSpPr>
            <p:nvPr/>
          </p:nvSpPr>
          <p:spPr>
            <a:xfrm>
              <a:off x="4114636" y="3865750"/>
              <a:ext cx="134" cy="838969"/>
            </a:xfrm>
            <a:custGeom>
              <a:pathLst>
                <a:path w="95" h="595500">
                  <a:moveTo>
                    <a:pt x="0" y="595500"/>
                  </a:moveTo>
                  <a:lnTo>
                    <a:pt x="0" y="0"/>
                  </a:lnTo>
                </a:path>
              </a:pathLst>
            </a:custGeom>
            <a:noFill/>
            <a:ln w="5619">
              <a:solidFill>
                <a:srgbClr val="9AA6AE"/>
              </a:solidFill>
              <a:prstDash val="solid"/>
            </a:ln>
          </p:spPr>
        </p:sp>
        <p:sp>
          <p:nvSpPr>
            <p:cNvPr id="129" name="Cylinder_f51_domain_edge_0_2">
              <a:extLst>
                <a:ext uri="{FF2B5EF4-FFF2-40B4-BE49-F238E27FC236}">
                  <ns2:creationId id="{D6E2A6C7-1879-49CC-8B36-C2F00A5C7063}"/>
                </a:ext>
              </a:extLst>
            </p:cNvPr>
            <p:cNvSpPr>
              <a:spLocks noGrp="1"/>
            </p:cNvSpPr>
            <p:nvPr/>
          </p:nvSpPr>
          <p:spPr>
            <a:xfrm>
              <a:off x="4114636" y="4295110"/>
              <a:ext cx="509879" cy="409610"/>
            </a:xfrm>
            <a:custGeom>
              <a:pathLst>
                <a:path w="361912" h="290741">
                  <a:moveTo>
                    <a:pt x="0" y="290741"/>
                  </a:moveTo>
                  <a:lnTo>
                    <a:pt x="361912" y="0"/>
                  </a:lnTo>
                </a:path>
              </a:pathLst>
            </a:custGeom>
            <a:noFill/>
            <a:ln w="5619">
              <a:solidFill>
                <a:srgbClr val="9AA6AE"/>
              </a:solidFill>
              <a:prstDash val="solid"/>
            </a:ln>
          </p:spPr>
        </p:sp>
        <p:sp>
          <p:nvSpPr>
            <p:cNvPr id="130" name="Cylinder_f51_domain_edge_0_4">
              <a:extLst>
                <a:ext uri="{FF2B5EF4-FFF2-40B4-BE49-F238E27FC236}">
                  <ns2:creationId id="{11332E88-0413-4A5B-BA07-D15974F6C0BC}"/>
                </a:ext>
              </a:extLst>
            </p:cNvPr>
            <p:cNvSpPr>
              <a:spLocks noGrp="1"/>
            </p:cNvSpPr>
            <p:nvPr/>
          </p:nvSpPr>
          <p:spPr>
            <a:xfrm>
              <a:off x="4114636" y="4704719"/>
              <a:ext cx="3068497" cy="536010"/>
            </a:xfrm>
            <a:custGeom>
              <a:pathLst>
                <a:path w="2178019" h="380460">
                  <a:moveTo>
                    <a:pt x="0" y="0"/>
                  </a:moveTo>
                  <a:lnTo>
                    <a:pt x="2178019" y="380460"/>
                  </a:lnTo>
                </a:path>
              </a:pathLst>
            </a:custGeom>
            <a:noFill/>
            <a:ln w="5619">
              <a:solidFill>
                <a:srgbClr val="9AA6AE"/>
              </a:solidFill>
              <a:prstDash val="solid"/>
            </a:ln>
          </p:spPr>
        </p:sp>
        <p:sp>
          <p:nvSpPr>
            <p:cNvPr id="131" name="Cylinder_f51_domain_edge_1_3">
              <a:extLst>
                <a:ext uri="{FF2B5EF4-FFF2-40B4-BE49-F238E27FC236}">
                  <ns2:creationId id="{A3254D56-6B45-473E-8E47-45BC25D22CB0}"/>
                </a:ext>
              </a:extLst>
            </p:cNvPr>
            <p:cNvSpPr>
              <a:spLocks noGrp="1"/>
            </p:cNvSpPr>
            <p:nvPr/>
          </p:nvSpPr>
          <p:spPr>
            <a:xfrm>
              <a:off x="4114636" y="3456141"/>
              <a:ext cx="509879" cy="409610"/>
            </a:xfrm>
            <a:custGeom>
              <a:pathLst>
                <a:path w="361912" h="290741">
                  <a:moveTo>
                    <a:pt x="0" y="290741"/>
                  </a:moveTo>
                  <a:lnTo>
                    <a:pt x="361912" y="0"/>
                  </a:lnTo>
                </a:path>
              </a:pathLst>
            </a:custGeom>
            <a:noFill/>
            <a:ln w="5619">
              <a:solidFill>
                <a:srgbClr val="9AA6AE"/>
              </a:solidFill>
              <a:prstDash val="solid"/>
            </a:ln>
          </p:spPr>
        </p:sp>
        <p:sp>
          <p:nvSpPr>
            <p:cNvPr id="132" name="Cylinder_f51_domain_edge_1_5">
              <a:extLst>
                <a:ext uri="{FF2B5EF4-FFF2-40B4-BE49-F238E27FC236}">
                  <ns2:creationId id="{19458D38-7D89-4103-BB71-FFB4D8272810}"/>
                </a:ext>
              </a:extLst>
            </p:cNvPr>
            <p:cNvSpPr>
              <a:spLocks noGrp="1"/>
            </p:cNvSpPr>
            <p:nvPr/>
          </p:nvSpPr>
          <p:spPr>
            <a:xfrm>
              <a:off x="4114636" y="3865750"/>
              <a:ext cx="3068497" cy="536010"/>
            </a:xfrm>
            <a:custGeom>
              <a:pathLst>
                <a:path w="2178019" h="380460">
                  <a:moveTo>
                    <a:pt x="0" y="0"/>
                  </a:moveTo>
                  <a:lnTo>
                    <a:pt x="2178019" y="380460"/>
                  </a:lnTo>
                </a:path>
              </a:pathLst>
            </a:custGeom>
            <a:noFill/>
            <a:ln w="5619">
              <a:solidFill>
                <a:srgbClr val="9AA6AE"/>
              </a:solidFill>
              <a:prstDash val="solid"/>
            </a:ln>
          </p:spPr>
        </p:sp>
        <p:sp>
          <p:nvSpPr>
            <p:cNvPr id="133" name="Cylinder_f51_domain_edge_2_3">
              <a:extLst>
                <a:ext uri="{FF2B5EF4-FFF2-40B4-BE49-F238E27FC236}">
                  <ns2:creationId id="{D9838F9F-00A9-4A94-AE63-00F7C816981A}"/>
                </a:ext>
              </a:extLst>
            </p:cNvPr>
            <p:cNvSpPr>
              <a:spLocks noGrp="1"/>
            </p:cNvSpPr>
            <p:nvPr/>
          </p:nvSpPr>
          <p:spPr>
            <a:xfrm>
              <a:off x="4624515" y="3456141"/>
              <a:ext cx="134" cy="838969"/>
            </a:xfrm>
            <a:custGeom>
              <a:pathLst>
                <a:path w="95" h="595500">
                  <a:moveTo>
                    <a:pt x="0" y="595500"/>
                  </a:moveTo>
                  <a:lnTo>
                    <a:pt x="0" y="0"/>
                  </a:lnTo>
                </a:path>
              </a:pathLst>
            </a:custGeom>
            <a:noFill/>
            <a:ln w="5619">
              <a:solidFill>
                <a:srgbClr val="9AA6AE"/>
              </a:solidFill>
              <a:prstDash val="solid"/>
            </a:ln>
          </p:spPr>
        </p:sp>
        <p:sp>
          <p:nvSpPr>
            <p:cNvPr id="134" name="Cylinder_f51_domain_edge_2_6">
              <a:extLst>
                <a:ext uri="{FF2B5EF4-FFF2-40B4-BE49-F238E27FC236}">
                  <ns2:creationId id="{49D0F9F4-DD09-4A4B-BCC5-8507A9ACFAD4}"/>
                </a:ext>
              </a:extLst>
            </p:cNvPr>
            <p:cNvSpPr>
              <a:spLocks noGrp="1"/>
            </p:cNvSpPr>
            <p:nvPr/>
          </p:nvSpPr>
          <p:spPr>
            <a:xfrm>
              <a:off x="4624515" y="4295110"/>
              <a:ext cx="3068497" cy="536010"/>
            </a:xfrm>
            <a:custGeom>
              <a:pathLst>
                <a:path w="2178019" h="380460">
                  <a:moveTo>
                    <a:pt x="0" y="0"/>
                  </a:moveTo>
                  <a:lnTo>
                    <a:pt x="2178019" y="380460"/>
                  </a:lnTo>
                </a:path>
              </a:pathLst>
            </a:custGeom>
            <a:noFill/>
            <a:ln w="5619">
              <a:solidFill>
                <a:srgbClr val="9AA6AE"/>
              </a:solidFill>
              <a:prstDash val="solid"/>
            </a:ln>
          </p:spPr>
        </p:sp>
        <p:sp>
          <p:nvSpPr>
            <p:cNvPr id="135" name="Cylinder_f51_domain_edge_3_7">
              <a:extLst>
                <a:ext uri="{FF2B5EF4-FFF2-40B4-BE49-F238E27FC236}">
                  <ns2:creationId id="{09DA81C3-3AEA-4B57-A7B0-76BCC04451C0}"/>
                </a:ext>
              </a:extLst>
            </p:cNvPr>
            <p:cNvSpPr>
              <a:spLocks noGrp="1"/>
            </p:cNvSpPr>
            <p:nvPr/>
          </p:nvSpPr>
          <p:spPr>
            <a:xfrm>
              <a:off x="4624515" y="3456141"/>
              <a:ext cx="3068497" cy="536010"/>
            </a:xfrm>
            <a:custGeom>
              <a:pathLst>
                <a:path w="2178019" h="380460">
                  <a:moveTo>
                    <a:pt x="0" y="0"/>
                  </a:moveTo>
                  <a:lnTo>
                    <a:pt x="2178019" y="380460"/>
                  </a:lnTo>
                </a:path>
              </a:pathLst>
            </a:custGeom>
            <a:noFill/>
            <a:ln w="5619">
              <a:solidFill>
                <a:srgbClr val="9AA6AE"/>
              </a:solidFill>
              <a:prstDash val="solid"/>
            </a:ln>
          </p:spPr>
        </p:sp>
        <p:sp>
          <p:nvSpPr>
            <p:cNvPr id="136" name="Cylinder_f51_domain_edge_4_5">
              <a:extLst>
                <a:ext uri="{FF2B5EF4-FFF2-40B4-BE49-F238E27FC236}">
                  <ns2:creationId id="{014904AA-3ED1-4FC0-A9A3-EA8C964DB33D}"/>
                </a:ext>
              </a:extLst>
            </p:cNvPr>
            <p:cNvSpPr>
              <a:spLocks noGrp="1"/>
            </p:cNvSpPr>
            <p:nvPr/>
          </p:nvSpPr>
          <p:spPr>
            <a:xfrm>
              <a:off x="7183133" y="4401761"/>
              <a:ext cx="134" cy="838969"/>
            </a:xfrm>
            <a:custGeom>
              <a:pathLst>
                <a:path w="95" h="595500">
                  <a:moveTo>
                    <a:pt x="0" y="595500"/>
                  </a:moveTo>
                  <a:lnTo>
                    <a:pt x="0" y="0"/>
                  </a:lnTo>
                </a:path>
              </a:pathLst>
            </a:custGeom>
            <a:noFill/>
            <a:ln w="5619">
              <a:solidFill>
                <a:srgbClr val="9AA6AE"/>
              </a:solidFill>
              <a:prstDash val="solid"/>
            </a:ln>
          </p:spPr>
        </p:sp>
        <p:sp>
          <p:nvSpPr>
            <p:cNvPr id="137" name="Cylinder_f51_domain_edge_4_6">
              <a:extLst>
                <a:ext uri="{FF2B5EF4-FFF2-40B4-BE49-F238E27FC236}">
                  <ns2:creationId id="{D0DA17B3-64D3-4EB7-BC5A-58BAAA83AA7C}"/>
                </a:ext>
              </a:extLst>
            </p:cNvPr>
            <p:cNvSpPr>
              <a:spLocks noGrp="1"/>
            </p:cNvSpPr>
            <p:nvPr/>
          </p:nvSpPr>
          <p:spPr>
            <a:xfrm>
              <a:off x="7183133" y="4831121"/>
              <a:ext cx="509879" cy="409610"/>
            </a:xfrm>
            <a:custGeom>
              <a:pathLst>
                <a:path w="361912" h="290741">
                  <a:moveTo>
                    <a:pt x="0" y="290741"/>
                  </a:moveTo>
                  <a:lnTo>
                    <a:pt x="361912" y="0"/>
                  </a:lnTo>
                </a:path>
              </a:pathLst>
            </a:custGeom>
            <a:noFill/>
            <a:ln w="5619">
              <a:solidFill>
                <a:srgbClr val="9AA6AE"/>
              </a:solidFill>
              <a:prstDash val="solid"/>
            </a:ln>
          </p:spPr>
        </p:sp>
        <p:sp>
          <p:nvSpPr>
            <p:cNvPr id="138" name="Cylinder_f51_domain_edge_5_7">
              <a:extLst>
                <a:ext uri="{FF2B5EF4-FFF2-40B4-BE49-F238E27FC236}">
                  <ns2:creationId id="{11E2FF85-84F0-4F6F-A61A-F0002DBFEAFA}"/>
                </a:ext>
              </a:extLst>
            </p:cNvPr>
            <p:cNvSpPr>
              <a:spLocks noGrp="1"/>
            </p:cNvSpPr>
            <p:nvPr/>
          </p:nvSpPr>
          <p:spPr>
            <a:xfrm>
              <a:off x="7183133" y="3992152"/>
              <a:ext cx="509879" cy="409610"/>
            </a:xfrm>
            <a:custGeom>
              <a:pathLst>
                <a:path w="361912" h="290741">
                  <a:moveTo>
                    <a:pt x="0" y="290741"/>
                  </a:moveTo>
                  <a:lnTo>
                    <a:pt x="361912" y="0"/>
                  </a:lnTo>
                </a:path>
              </a:pathLst>
            </a:custGeom>
            <a:noFill/>
            <a:ln w="5619">
              <a:solidFill>
                <a:srgbClr val="9AA6AE"/>
              </a:solidFill>
              <a:prstDash val="solid"/>
            </a:ln>
          </p:spPr>
        </p:sp>
        <p:sp>
          <p:nvSpPr>
            <p:cNvPr id="139" name="Cylinder_f51_domain_edge_6_7">
              <a:extLst>
                <a:ext uri="{FF2B5EF4-FFF2-40B4-BE49-F238E27FC236}">
                  <ns2:creationId id="{30823C00-B782-49B7-9993-2D683A25E170}"/>
                </a:ext>
              </a:extLst>
            </p:cNvPr>
            <p:cNvSpPr>
              <a:spLocks noGrp="1"/>
            </p:cNvSpPr>
            <p:nvPr/>
          </p:nvSpPr>
          <p:spPr>
            <a:xfrm>
              <a:off x="7693012" y="3992152"/>
              <a:ext cx="134" cy="838969"/>
            </a:xfrm>
            <a:custGeom>
              <a:pathLst>
                <a:path w="95" h="595500">
                  <a:moveTo>
                    <a:pt x="0" y="595500"/>
                  </a:moveTo>
                  <a:lnTo>
                    <a:pt x="0" y="0"/>
                  </a:lnTo>
                </a:path>
              </a:pathLst>
            </a:custGeom>
            <a:noFill/>
            <a:ln w="5619">
              <a:solidFill>
                <a:srgbClr val="9AA6AE"/>
              </a:solidFill>
              <a:prstDash val="solid"/>
            </a:ln>
          </p:spPr>
        </p:sp>
        <p:sp>
          <p:nvSpPr>
            <p:cNvPr id="140" name="text_139">
              <a:extLst>
                <a:ext uri="{FF2B5EF4-FFF2-40B4-BE49-F238E27FC236}">
                  <ns2:creationId id="{7CC19156-4517-4E6E-A6D4-AFCB8CCF17E1}"/>
                </a:ext>
              </a:extLst>
            </p:cNvPr>
            <p:cNvSpPr>
              <a:spLocks noGrp="1"/>
            </p:cNvSpPr>
            <p:nvPr/>
          </p:nvSpPr>
          <p:spPr>
            <a:xfrm rot="0">
              <a:off x="7905750" y="3086100"/>
              <a:ext cx="3810000" cy="226786"/>
            </a:xfrm>
            <a:prstGeom prst="rect">
              <a:avLst/>
            </a:prstGeom>
            <a:noFill/>
            <a:ln w="0">
              <a:noFill/>
              <a:prstDash val="solid"/>
            </a:ln>
          </p:spPr>
          <p:txBody>
            <a:bodyPr wrap="none" lIns="0" tIns="0" rIns="0" bIns="0" anchor="t">
              <a:noAutofit/>
            </a:bodyPr>
            <a:lstStyle>
              <a:defPPr algn="ctr">
                <a:defRPr sz="1081" b="1">
                  <a:solidFill>
                    <a:srgbClr val="000000"/>
                  </a:solidFill>
                  <a:latin typeface="Arial"/>
                  <a:ea typeface="Arial"/>
                  <a:cs typeface="Arial"/>
                </a:defRPr>
              </a:defPPr>
              <a:lvl1pPr algn="ctr">
                <a:defRPr sz="1081" b="1">
                  <a:solidFill>
                    <a:srgbClr val="000000"/>
                  </a:solidFill>
                  <a:latin typeface="Arial"/>
                  <a:ea typeface="Arial"/>
                  <a:cs typeface="Arial"/>
                </a:defRPr>
              </a:lvl1pPr>
              <a:lvl2pPr algn="ctr">
                <a:defRPr sz="1081" b="1">
                  <a:solidFill>
                    <a:srgbClr val="000000"/>
                  </a:solidFill>
                  <a:latin typeface="Arial"/>
                  <a:ea typeface="Arial"/>
                  <a:cs typeface="Arial"/>
                </a:defRPr>
              </a:lvl2pPr>
              <a:lvl3pPr algn="ctr">
                <a:defRPr sz="1081" b="1">
                  <a:solidFill>
                    <a:srgbClr val="000000"/>
                  </a:solidFill>
                  <a:latin typeface="Arial"/>
                  <a:ea typeface="Arial"/>
                  <a:cs typeface="Arial"/>
                </a:defRPr>
              </a:lvl3pPr>
              <a:lvl4pPr algn="ctr">
                <a:defRPr sz="1081" b="1">
                  <a:solidFill>
                    <a:srgbClr val="000000"/>
                  </a:solidFill>
                  <a:latin typeface="Arial"/>
                  <a:ea typeface="Arial"/>
                  <a:cs typeface="Arial"/>
                </a:defRPr>
              </a:lvl4pPr>
              <a:lvl5pPr algn="ctr">
                <a:defRPr sz="1081" b="1">
                  <a:solidFill>
                    <a:srgbClr val="000000"/>
                  </a:solidFill>
                  <a:latin typeface="Arial"/>
                  <a:ea typeface="Arial"/>
                  <a:cs typeface="Arial"/>
                </a:defRPr>
              </a:lvl5pPr>
              <a:lvl6pPr algn="ctr">
                <a:defRPr sz="1081" b="1">
                  <a:solidFill>
                    <a:srgbClr val="000000"/>
                  </a:solidFill>
                  <a:latin typeface="Arial"/>
                  <a:ea typeface="Arial"/>
                  <a:cs typeface="Arial"/>
                </a:defRPr>
              </a:lvl6pPr>
              <a:lvl7pPr algn="ctr">
                <a:defRPr sz="1081" b="1">
                  <a:solidFill>
                    <a:srgbClr val="000000"/>
                  </a:solidFill>
                  <a:latin typeface="Arial"/>
                  <a:ea typeface="Arial"/>
                  <a:cs typeface="Arial"/>
                </a:defRPr>
              </a:lvl7pPr>
              <a:lvl8pPr algn="ctr">
                <a:defRPr sz="1081" b="1">
                  <a:solidFill>
                    <a:srgbClr val="000000"/>
                  </a:solidFill>
                  <a:latin typeface="Arial"/>
                  <a:ea typeface="Arial"/>
                  <a:cs typeface="Arial"/>
                </a:defRPr>
              </a:lvl8pPr>
              <a:lvl9pPr algn="ctr">
                <a:defRPr sz="1081" b="1">
                  <a:solidFill>
                    <a:srgbClr val="000000"/>
                  </a:solidFill>
                  <a:latin typeface="Arial"/>
                  <a:ea typeface="Arial"/>
                  <a:cs typeface="Arial"/>
                </a:defRPr>
              </a:lvl9pPr>
            </a:lstStyle>
            <a:p>
              <a:pPr algn="ctr">
                <a:defRPr sz="1081" b="1">
                  <a:solidFill>
                    <a:srgbClr val="000000"/>
                  </a:solidFill>
                  <a:latin typeface="Arial"/>
                  <a:ea typeface="Arial"/>
                  <a:cs typeface="Arial"/>
                </a:defRPr>
              </a:pPr>
              <a:r>
                <a:rPr sz="1081" b="1">
                  <a:solidFill>
                    <a:srgbClr val="000000"/>
                  </a:solidFill>
                  <a:latin typeface="Arial"/>
                  <a:ea typeface="Arial"/>
                  <a:cs typeface="Arial"/>
                </a:rPr>
                <a:t>Frame 101</a:t>
              </a:r>
            </a:p>
          </p:txBody>
        </p:sp>
        <p:pic>
          <p:nvPicPr>
            <p:cNvPr id="141" name="">
              <a:extLst>
                <a:ext uri="{FF2B5EF4-FFF2-40B4-BE49-F238E27FC236}">
                  <ns2:creationId id="{51B55DE2-3E67-44FF-BB19-9CD98481F8F9}"/>
                </a:ext>
              </a:extLst>
            </p:cNvPr>
            <p:cNvPicPr>
              <a:picLocks noChangeAspect="1"/>
            </p:cNvPicPr>
            <p:nvPr/>
          </p:nvPicPr>
          <p:blipFill>
            <a:blip r:embed="R64c7f2824b0b4d00"/>
            <a:stretch/>
          </p:blipFill>
          <p:spPr>
            <a:xfrm>
              <a:off x="7905750" y="3349171"/>
              <a:ext cx="3810000" cy="2006450"/>
            </a:xfrm>
            <a:prstGeom prst="rect">
              <a:avLst/>
            </a:prstGeom>
          </p:spPr>
        </p:pic>
        <p:sp>
          <p:nvSpPr>
            <p:cNvPr id="142" name="Cylinder_f101_domain_edge_0_1">
              <a:extLst>
                <a:ext uri="{FF2B5EF4-FFF2-40B4-BE49-F238E27FC236}">
                  <ns2:creationId id="{DE253973-A7D8-4B33-9933-A80F8D4A0712}"/>
                </a:ext>
              </a:extLst>
            </p:cNvPr>
            <p:cNvSpPr>
              <a:spLocks noGrp="1"/>
            </p:cNvSpPr>
            <p:nvPr/>
          </p:nvSpPr>
          <p:spPr>
            <a:xfrm>
              <a:off x="8019886" y="3865750"/>
              <a:ext cx="134" cy="838969"/>
            </a:xfrm>
            <a:custGeom>
              <a:pathLst>
                <a:path w="95" h="595500">
                  <a:moveTo>
                    <a:pt x="0" y="595500"/>
                  </a:moveTo>
                  <a:lnTo>
                    <a:pt x="0" y="0"/>
                  </a:lnTo>
                </a:path>
              </a:pathLst>
            </a:custGeom>
            <a:noFill/>
            <a:ln w="5619">
              <a:solidFill>
                <a:srgbClr val="9AA6AE"/>
              </a:solidFill>
              <a:prstDash val="solid"/>
            </a:ln>
          </p:spPr>
        </p:sp>
        <p:sp>
          <p:nvSpPr>
            <p:cNvPr id="143" name="Cylinder_f101_domain_edge_0_2">
              <a:extLst>
                <a:ext uri="{FF2B5EF4-FFF2-40B4-BE49-F238E27FC236}">
                  <ns2:creationId id="{4D2C84F0-8A29-43DD-A704-C8FE1B862F5B}"/>
                </a:ext>
              </a:extLst>
            </p:cNvPr>
            <p:cNvSpPr>
              <a:spLocks noGrp="1"/>
            </p:cNvSpPr>
            <p:nvPr/>
          </p:nvSpPr>
          <p:spPr>
            <a:xfrm>
              <a:off x="8019886" y="4295110"/>
              <a:ext cx="509879" cy="409610"/>
            </a:xfrm>
            <a:custGeom>
              <a:pathLst>
                <a:path w="361912" h="290741">
                  <a:moveTo>
                    <a:pt x="0" y="290741"/>
                  </a:moveTo>
                  <a:lnTo>
                    <a:pt x="361912" y="0"/>
                  </a:lnTo>
                </a:path>
              </a:pathLst>
            </a:custGeom>
            <a:noFill/>
            <a:ln w="5619">
              <a:solidFill>
                <a:srgbClr val="9AA6AE"/>
              </a:solidFill>
              <a:prstDash val="solid"/>
            </a:ln>
          </p:spPr>
        </p:sp>
        <p:sp>
          <p:nvSpPr>
            <p:cNvPr id="144" name="Cylinder_f101_domain_edge_0_4">
              <a:extLst>
                <a:ext uri="{FF2B5EF4-FFF2-40B4-BE49-F238E27FC236}">
                  <ns2:creationId id="{5535D498-7159-47BC-9630-CBB34231BA73}"/>
                </a:ext>
              </a:extLst>
            </p:cNvPr>
            <p:cNvSpPr>
              <a:spLocks noGrp="1"/>
            </p:cNvSpPr>
            <p:nvPr/>
          </p:nvSpPr>
          <p:spPr>
            <a:xfrm>
              <a:off x="8019886" y="4704719"/>
              <a:ext cx="3068497" cy="536010"/>
            </a:xfrm>
            <a:custGeom>
              <a:pathLst>
                <a:path w="2178019" h="380460">
                  <a:moveTo>
                    <a:pt x="0" y="0"/>
                  </a:moveTo>
                  <a:lnTo>
                    <a:pt x="2178019" y="380460"/>
                  </a:lnTo>
                </a:path>
              </a:pathLst>
            </a:custGeom>
            <a:noFill/>
            <a:ln w="5619">
              <a:solidFill>
                <a:srgbClr val="9AA6AE"/>
              </a:solidFill>
              <a:prstDash val="solid"/>
            </a:ln>
          </p:spPr>
        </p:sp>
        <p:sp>
          <p:nvSpPr>
            <p:cNvPr id="145" name="Cylinder_f101_domain_edge_1_3">
              <a:extLst>
                <a:ext uri="{FF2B5EF4-FFF2-40B4-BE49-F238E27FC236}">
                  <ns2:creationId id="{CF2ABA1A-9CEE-4B01-B046-76EDCCE013D2}"/>
                </a:ext>
              </a:extLst>
            </p:cNvPr>
            <p:cNvSpPr>
              <a:spLocks noGrp="1"/>
            </p:cNvSpPr>
            <p:nvPr/>
          </p:nvSpPr>
          <p:spPr>
            <a:xfrm>
              <a:off x="8019886" y="3456141"/>
              <a:ext cx="509879" cy="409610"/>
            </a:xfrm>
            <a:custGeom>
              <a:pathLst>
                <a:path w="361912" h="290741">
                  <a:moveTo>
                    <a:pt x="0" y="290741"/>
                  </a:moveTo>
                  <a:lnTo>
                    <a:pt x="361912" y="0"/>
                  </a:lnTo>
                </a:path>
              </a:pathLst>
            </a:custGeom>
            <a:noFill/>
            <a:ln w="5619">
              <a:solidFill>
                <a:srgbClr val="9AA6AE"/>
              </a:solidFill>
              <a:prstDash val="solid"/>
            </a:ln>
          </p:spPr>
        </p:sp>
        <p:sp>
          <p:nvSpPr>
            <p:cNvPr id="146" name="Cylinder_f101_domain_edge_1_5">
              <a:extLst>
                <a:ext uri="{FF2B5EF4-FFF2-40B4-BE49-F238E27FC236}">
                  <ns2:creationId id="{4787266F-A46A-4B43-BE9F-D82892721A9E}"/>
                </a:ext>
              </a:extLst>
            </p:cNvPr>
            <p:cNvSpPr>
              <a:spLocks noGrp="1"/>
            </p:cNvSpPr>
            <p:nvPr/>
          </p:nvSpPr>
          <p:spPr>
            <a:xfrm>
              <a:off x="8019886" y="3865750"/>
              <a:ext cx="3068497" cy="536010"/>
            </a:xfrm>
            <a:custGeom>
              <a:pathLst>
                <a:path w="2178019" h="380460">
                  <a:moveTo>
                    <a:pt x="0" y="0"/>
                  </a:moveTo>
                  <a:lnTo>
                    <a:pt x="2178019" y="380460"/>
                  </a:lnTo>
                </a:path>
              </a:pathLst>
            </a:custGeom>
            <a:noFill/>
            <a:ln w="5619">
              <a:solidFill>
                <a:srgbClr val="9AA6AE"/>
              </a:solidFill>
              <a:prstDash val="solid"/>
            </a:ln>
          </p:spPr>
        </p:sp>
        <p:sp>
          <p:nvSpPr>
            <p:cNvPr id="147" name="Cylinder_f101_domain_edge_2_3">
              <a:extLst>
                <a:ext uri="{FF2B5EF4-FFF2-40B4-BE49-F238E27FC236}">
                  <ns2:creationId id="{3E87F0D9-FF23-43AA-A3F4-50238D14D609}"/>
                </a:ext>
              </a:extLst>
            </p:cNvPr>
            <p:cNvSpPr>
              <a:spLocks noGrp="1"/>
            </p:cNvSpPr>
            <p:nvPr/>
          </p:nvSpPr>
          <p:spPr>
            <a:xfrm>
              <a:off x="8529765" y="3456141"/>
              <a:ext cx="134" cy="838969"/>
            </a:xfrm>
            <a:custGeom>
              <a:pathLst>
                <a:path w="95" h="595500">
                  <a:moveTo>
                    <a:pt x="0" y="595500"/>
                  </a:moveTo>
                  <a:lnTo>
                    <a:pt x="0" y="0"/>
                  </a:lnTo>
                </a:path>
              </a:pathLst>
            </a:custGeom>
            <a:noFill/>
            <a:ln w="5619">
              <a:solidFill>
                <a:srgbClr val="9AA6AE"/>
              </a:solidFill>
              <a:prstDash val="solid"/>
            </a:ln>
          </p:spPr>
        </p:sp>
        <p:sp>
          <p:nvSpPr>
            <p:cNvPr id="148" name="Cylinder_f101_domain_edge_2_6">
              <a:extLst>
                <a:ext uri="{FF2B5EF4-FFF2-40B4-BE49-F238E27FC236}">
                  <ns2:creationId id="{97E1FA8A-6B1C-4092-ADDA-EB564C3B1AF0}"/>
                </a:ext>
              </a:extLst>
            </p:cNvPr>
            <p:cNvSpPr>
              <a:spLocks noGrp="1"/>
            </p:cNvSpPr>
            <p:nvPr/>
          </p:nvSpPr>
          <p:spPr>
            <a:xfrm>
              <a:off x="8529765" y="4295110"/>
              <a:ext cx="3068497" cy="536010"/>
            </a:xfrm>
            <a:custGeom>
              <a:pathLst>
                <a:path w="2178019" h="380460">
                  <a:moveTo>
                    <a:pt x="0" y="0"/>
                  </a:moveTo>
                  <a:lnTo>
                    <a:pt x="2178019" y="380460"/>
                  </a:lnTo>
                </a:path>
              </a:pathLst>
            </a:custGeom>
            <a:noFill/>
            <a:ln w="5619">
              <a:solidFill>
                <a:srgbClr val="9AA6AE"/>
              </a:solidFill>
              <a:prstDash val="solid"/>
            </a:ln>
          </p:spPr>
        </p:sp>
        <p:sp>
          <p:nvSpPr>
            <p:cNvPr id="149" name="Cylinder_f101_domain_edge_3_7">
              <a:extLst>
                <a:ext uri="{FF2B5EF4-FFF2-40B4-BE49-F238E27FC236}">
                  <ns2:creationId id="{A5841936-903E-4AC3-ADEA-583DB65B65CF}"/>
                </a:ext>
              </a:extLst>
            </p:cNvPr>
            <p:cNvSpPr>
              <a:spLocks noGrp="1"/>
            </p:cNvSpPr>
            <p:nvPr/>
          </p:nvSpPr>
          <p:spPr>
            <a:xfrm>
              <a:off x="8529765" y="3456141"/>
              <a:ext cx="3068497" cy="536010"/>
            </a:xfrm>
            <a:custGeom>
              <a:pathLst>
                <a:path w="2178019" h="380460">
                  <a:moveTo>
                    <a:pt x="0" y="0"/>
                  </a:moveTo>
                  <a:lnTo>
                    <a:pt x="2178019" y="380460"/>
                  </a:lnTo>
                </a:path>
              </a:pathLst>
            </a:custGeom>
            <a:noFill/>
            <a:ln w="5619">
              <a:solidFill>
                <a:srgbClr val="9AA6AE"/>
              </a:solidFill>
              <a:prstDash val="solid"/>
            </a:ln>
          </p:spPr>
        </p:sp>
        <p:sp>
          <p:nvSpPr>
            <p:cNvPr id="150" name="Cylinder_f101_domain_edge_4_5">
              <a:extLst>
                <a:ext uri="{FF2B5EF4-FFF2-40B4-BE49-F238E27FC236}">
                  <ns2:creationId id="{60F12967-32DC-4590-94CE-702DED6207A0}"/>
                </a:ext>
              </a:extLst>
            </p:cNvPr>
            <p:cNvSpPr>
              <a:spLocks noGrp="1"/>
            </p:cNvSpPr>
            <p:nvPr/>
          </p:nvSpPr>
          <p:spPr>
            <a:xfrm>
              <a:off x="11088383" y="4401761"/>
              <a:ext cx="134" cy="838969"/>
            </a:xfrm>
            <a:custGeom>
              <a:pathLst>
                <a:path w="95" h="595500">
                  <a:moveTo>
                    <a:pt x="0" y="595500"/>
                  </a:moveTo>
                  <a:lnTo>
                    <a:pt x="0" y="0"/>
                  </a:lnTo>
                </a:path>
              </a:pathLst>
            </a:custGeom>
            <a:noFill/>
            <a:ln w="5619">
              <a:solidFill>
                <a:srgbClr val="9AA6AE"/>
              </a:solidFill>
              <a:prstDash val="solid"/>
            </a:ln>
          </p:spPr>
        </p:sp>
        <p:sp>
          <p:nvSpPr>
            <p:cNvPr id="151" name="Cylinder_f101_domain_edge_4_6">
              <a:extLst>
                <a:ext uri="{FF2B5EF4-FFF2-40B4-BE49-F238E27FC236}">
                  <ns2:creationId id="{694381F9-3FA8-411E-85B2-996AF5FD3868}"/>
                </a:ext>
              </a:extLst>
            </p:cNvPr>
            <p:cNvSpPr>
              <a:spLocks noGrp="1"/>
            </p:cNvSpPr>
            <p:nvPr/>
          </p:nvSpPr>
          <p:spPr>
            <a:xfrm>
              <a:off x="11088383" y="4831121"/>
              <a:ext cx="509879" cy="409610"/>
            </a:xfrm>
            <a:custGeom>
              <a:pathLst>
                <a:path w="361912" h="290741">
                  <a:moveTo>
                    <a:pt x="0" y="290741"/>
                  </a:moveTo>
                  <a:lnTo>
                    <a:pt x="361912" y="0"/>
                  </a:lnTo>
                </a:path>
              </a:pathLst>
            </a:custGeom>
            <a:noFill/>
            <a:ln w="5619">
              <a:solidFill>
                <a:srgbClr val="9AA6AE"/>
              </a:solidFill>
              <a:prstDash val="solid"/>
            </a:ln>
          </p:spPr>
        </p:sp>
        <p:sp>
          <p:nvSpPr>
            <p:cNvPr id="152" name="Cylinder_f101_domain_edge_5_7">
              <a:extLst>
                <a:ext uri="{FF2B5EF4-FFF2-40B4-BE49-F238E27FC236}">
                  <ns2:creationId id="{54EA9FD9-9AFB-4D74-9A22-0DD6CC1EB5F9}"/>
                </a:ext>
              </a:extLst>
            </p:cNvPr>
            <p:cNvSpPr>
              <a:spLocks noGrp="1"/>
            </p:cNvSpPr>
            <p:nvPr/>
          </p:nvSpPr>
          <p:spPr>
            <a:xfrm>
              <a:off x="11088383" y="3992152"/>
              <a:ext cx="509879" cy="409610"/>
            </a:xfrm>
            <a:custGeom>
              <a:pathLst>
                <a:path w="361912" h="290741">
                  <a:moveTo>
                    <a:pt x="0" y="290741"/>
                  </a:moveTo>
                  <a:lnTo>
                    <a:pt x="361912" y="0"/>
                  </a:lnTo>
                </a:path>
              </a:pathLst>
            </a:custGeom>
            <a:noFill/>
            <a:ln w="5619">
              <a:solidFill>
                <a:srgbClr val="9AA6AE"/>
              </a:solidFill>
              <a:prstDash val="solid"/>
            </a:ln>
          </p:spPr>
        </p:sp>
        <p:sp>
          <p:nvSpPr>
            <p:cNvPr id="153" name="Cylinder_f101_domain_edge_6_7">
              <a:extLst>
                <a:ext uri="{FF2B5EF4-FFF2-40B4-BE49-F238E27FC236}">
                  <ns2:creationId id="{4A9B221A-4A68-42E8-AA88-E2EBE55C01AF}"/>
                </a:ext>
              </a:extLst>
            </p:cNvPr>
            <p:cNvSpPr>
              <a:spLocks noGrp="1"/>
            </p:cNvSpPr>
            <p:nvPr/>
          </p:nvSpPr>
          <p:spPr>
            <a:xfrm>
              <a:off x="11598262" y="3992152"/>
              <a:ext cx="134" cy="838969"/>
            </a:xfrm>
            <a:custGeom>
              <a:pathLst>
                <a:path w="95" h="595500">
                  <a:moveTo>
                    <a:pt x="0" y="595500"/>
                  </a:moveTo>
                  <a:lnTo>
                    <a:pt x="0" y="0"/>
                  </a:lnTo>
                </a:path>
              </a:pathLst>
            </a:custGeom>
            <a:noFill/>
            <a:ln w="5619">
              <a:solidFill>
                <a:srgbClr val="9AA6AE"/>
              </a:solidFill>
              <a:prstDash val="solid"/>
            </a:ln>
          </p:spPr>
        </p:sp>
        <p:sp>
          <p:nvSpPr>
            <p:cNvPr id="154" name="text_000">
              <a:extLst>
                <a:ext uri="{FF2B5EF4-FFF2-40B4-BE49-F238E27FC236}">
                  <ns2:creationId id="{2C9837BB-4A1E-4463-9DC7-E1C18C03934D}"/>
                </a:ext>
              </a:extLst>
            </p:cNvPr>
            <p:cNvSpPr>
              <a:spLocks noGrp="1"/>
            </p:cNvSpPr>
            <p:nvPr/>
          </p:nvSpPr>
          <p:spPr>
            <a:xfrm rot="0">
              <a:off x="171450" y="5715000"/>
              <a:ext cx="3667125" cy="266700"/>
            </a:xfrm>
            <a:prstGeom prst="rect">
              <a:avLst/>
            </a:prstGeom>
            <a:noFill/>
            <a:ln w="0">
              <a:noFill/>
              <a:prstDash val="solid"/>
            </a:ln>
          </p:spPr>
          <p:txBody>
            <a:bodyPr wrap="none" lIns="0" tIns="0" rIns="0" bIns="0" anchor="t">
              <a:noAutofit/>
            </a:bodyPr>
            <a:lstStyle>
              <a:defPPr algn="l">
                <a:defRPr sz="1135" b="1">
                  <a:solidFill>
                    <a:srgbClr val="000000"/>
                  </a:solidFill>
                  <a:latin typeface="Arial"/>
                  <a:ea typeface="Arial"/>
                  <a:cs typeface="Arial"/>
                </a:defRPr>
              </a:defPPr>
              <a:lvl1pPr algn="l">
                <a:defRPr sz="1135" b="1">
                  <a:solidFill>
                    <a:srgbClr val="000000"/>
                  </a:solidFill>
                  <a:latin typeface="Arial"/>
                  <a:ea typeface="Arial"/>
                  <a:cs typeface="Arial"/>
                </a:defRPr>
              </a:lvl1pPr>
              <a:lvl2pPr algn="l">
                <a:defRPr sz="1135" b="1">
                  <a:solidFill>
                    <a:srgbClr val="000000"/>
                  </a:solidFill>
                  <a:latin typeface="Arial"/>
                  <a:ea typeface="Arial"/>
                  <a:cs typeface="Arial"/>
                </a:defRPr>
              </a:lvl2pPr>
              <a:lvl3pPr algn="l">
                <a:defRPr sz="1135" b="1">
                  <a:solidFill>
                    <a:srgbClr val="000000"/>
                  </a:solidFill>
                  <a:latin typeface="Arial"/>
                  <a:ea typeface="Arial"/>
                  <a:cs typeface="Arial"/>
                </a:defRPr>
              </a:lvl3pPr>
              <a:lvl4pPr algn="l">
                <a:defRPr sz="1135" b="1">
                  <a:solidFill>
                    <a:srgbClr val="000000"/>
                  </a:solidFill>
                  <a:latin typeface="Arial"/>
                  <a:ea typeface="Arial"/>
                  <a:cs typeface="Arial"/>
                </a:defRPr>
              </a:lvl4pPr>
              <a:lvl5pPr algn="l">
                <a:defRPr sz="1135" b="1">
                  <a:solidFill>
                    <a:srgbClr val="000000"/>
                  </a:solidFill>
                  <a:latin typeface="Arial"/>
                  <a:ea typeface="Arial"/>
                  <a:cs typeface="Arial"/>
                </a:defRPr>
              </a:lvl5pPr>
              <a:lvl6pPr algn="l">
                <a:defRPr sz="1135" b="1">
                  <a:solidFill>
                    <a:srgbClr val="000000"/>
                  </a:solidFill>
                  <a:latin typeface="Arial"/>
                  <a:ea typeface="Arial"/>
                  <a:cs typeface="Arial"/>
                </a:defRPr>
              </a:lvl6pPr>
              <a:lvl7pPr algn="l">
                <a:defRPr sz="1135" b="1">
                  <a:solidFill>
                    <a:srgbClr val="000000"/>
                  </a:solidFill>
                  <a:latin typeface="Arial"/>
                  <a:ea typeface="Arial"/>
                  <a:cs typeface="Arial"/>
                </a:defRPr>
              </a:lvl7pPr>
              <a:lvl8pPr algn="l">
                <a:defRPr sz="1135" b="1">
                  <a:solidFill>
                    <a:srgbClr val="000000"/>
                  </a:solidFill>
                  <a:latin typeface="Arial"/>
                  <a:ea typeface="Arial"/>
                  <a:cs typeface="Arial"/>
                </a:defRPr>
              </a:lvl8pPr>
              <a:lvl9pPr algn="l">
                <a:defRPr sz="1135" b="1">
                  <a:solidFill>
                    <a:srgbClr val="000000"/>
                  </a:solidFill>
                  <a:latin typeface="Arial"/>
                  <a:ea typeface="Arial"/>
                  <a:cs typeface="Arial"/>
                </a:defRPr>
              </a:lvl9pPr>
            </a:lstStyle>
            <a:p>
              <a:pPr algn="l">
                <a:defRPr sz="1135" b="1">
                  <a:solidFill>
                    <a:srgbClr val="000000"/>
                  </a:solidFill>
                  <a:latin typeface="Arial"/>
                  <a:ea typeface="Arial"/>
                  <a:cs typeface="Arial"/>
                </a:defRPr>
              </a:pPr>
              <a:r>
                <a:rPr sz="1135" b="1">
                  <a:solidFill>
                    <a:srgbClr val="000000"/>
                  </a:solidFill>
                  <a:latin typeface="Arial"/>
                  <a:ea typeface="Arial"/>
                  <a:cs typeface="Arial"/>
                </a:rPr>
                <a:t>(d) Source features, frame 86</a:t>
              </a:r>
            </a:p>
          </p:txBody>
        </p:sp>
        <p:pic>
          <p:nvPicPr>
            <p:cNvPr id="155" name="Cylinder_original_grid_max_y_Q">
              <a:extLst>
                <a:ext uri="{FF2B5EF4-FFF2-40B4-BE49-F238E27FC236}">
                  <ns2:creationId id="{1CB20315-F71A-4E16-A3CD-22FF8279A9FB}"/>
                </a:ext>
              </a:extLst>
            </p:cNvPr>
            <p:cNvPicPr>
              <a:picLocks noChangeAspect="1"/>
            </p:cNvPicPr>
            <p:nvPr/>
          </p:nvPicPr>
          <p:blipFill>
            <a:blip r:embed="submission_R491d89be41e84fb6"/>
            <a:stretch>
              <a:fillRect/>
            </a:stretch>
          </p:blipFill>
          <p:spPr>
            <a:xfrm>
              <a:off x="514350" y="6200775"/>
              <a:ext cx="2905125" cy="1524000"/>
            </a:xfrm>
            <a:prstGeom prst="rect">
              <a:avLst/>
            </a:prstGeom>
          </p:spPr>
        </p:pic>
        <p:sp>
          <p:nvSpPr>
            <p:cNvPr id="156" name="rect_002">
              <a:extLst>
                <a:ext uri="{FF2B5EF4-FFF2-40B4-BE49-F238E27FC236}">
                  <ns2:creationId id="{180DF485-720C-46FD-A682-625B92CDFCDD}"/>
                </a:ext>
              </a:extLst>
            </p:cNvPr>
            <p:cNvSpPr>
              <a:spLocks noGrp="1"/>
            </p:cNvSpPr>
            <p:nvPr/>
          </p:nvSpPr>
          <p:spPr>
            <a:xfrm rot="0">
              <a:off x="514350" y="6200775"/>
              <a:ext cx="2905125" cy="1524000"/>
            </a:xfrm>
            <a:prstGeom prst="rect">
              <a:avLst/>
            </a:prstGeom>
            <a:noFill/>
            <a:ln w="4589">
              <a:solidFill>
                <a:srgbClr val="7B8790"/>
              </a:solidFill>
              <a:prstDash val="solid"/>
            </a:ln>
          </p:spPr>
        </p:sp>
        <p:sp>
          <p:nvSpPr>
            <p:cNvPr id="157" name="text_003">
              <a:extLst>
                <a:ext uri="{FF2B5EF4-FFF2-40B4-BE49-F238E27FC236}">
                  <ns2:creationId id="{5AA9FE94-9918-4D35-A2D5-6AEA65BEA816}"/>
                </a:ext>
              </a:extLst>
            </p:cNvPr>
            <p:cNvSpPr>
              <a:spLocks noGrp="1"/>
            </p:cNvSpPr>
            <p:nvPr/>
          </p:nvSpPr>
          <p:spPr>
            <a:xfrm rot="0">
              <a:off x="602821" y="7772400"/>
              <a:ext cx="457200" cy="200025"/>
            </a:xfrm>
            <a:prstGeom prst="rect">
              <a:avLst/>
            </a:prstGeom>
            <a:noFill/>
            <a:ln w="0">
              <a:noFill/>
              <a:prstDash val="solid"/>
            </a:ln>
          </p:spPr>
          <p:txBody>
            <a:bodyPr wrap="none" lIns="0" tIns="0" rIns="0" bIns="0" anchor="t">
              <a:noAutofit/>
            </a:bodyPr>
            <a:lstStyle>
              <a:defPPr algn="ctr">
                <a:defRPr sz="826" b="0">
                  <a:solidFill>
                    <a:srgbClr val="000000"/>
                  </a:solidFill>
                  <a:latin typeface="Arial"/>
                  <a:ea typeface="Arial"/>
                  <a:cs typeface="Arial"/>
                </a:defRPr>
              </a:defPPr>
              <a:lvl1pPr algn="ctr">
                <a:defRPr sz="826" b="0">
                  <a:solidFill>
                    <a:srgbClr val="000000"/>
                  </a:solidFill>
                  <a:latin typeface="Arial"/>
                  <a:ea typeface="Arial"/>
                  <a:cs typeface="Arial"/>
                </a:defRPr>
              </a:lvl1pPr>
              <a:lvl2pPr algn="ctr">
                <a:defRPr sz="826" b="0">
                  <a:solidFill>
                    <a:srgbClr val="000000"/>
                  </a:solidFill>
                  <a:latin typeface="Arial"/>
                  <a:ea typeface="Arial"/>
                  <a:cs typeface="Arial"/>
                </a:defRPr>
              </a:lvl2pPr>
              <a:lvl3pPr algn="ctr">
                <a:defRPr sz="826" b="0">
                  <a:solidFill>
                    <a:srgbClr val="000000"/>
                  </a:solidFill>
                  <a:latin typeface="Arial"/>
                  <a:ea typeface="Arial"/>
                  <a:cs typeface="Arial"/>
                </a:defRPr>
              </a:lvl3pPr>
              <a:lvl4pPr algn="ctr">
                <a:defRPr sz="826" b="0">
                  <a:solidFill>
                    <a:srgbClr val="000000"/>
                  </a:solidFill>
                  <a:latin typeface="Arial"/>
                  <a:ea typeface="Arial"/>
                  <a:cs typeface="Arial"/>
                </a:defRPr>
              </a:lvl4pPr>
              <a:lvl5pPr algn="ctr">
                <a:defRPr sz="826" b="0">
                  <a:solidFill>
                    <a:srgbClr val="000000"/>
                  </a:solidFill>
                  <a:latin typeface="Arial"/>
                  <a:ea typeface="Arial"/>
                  <a:cs typeface="Arial"/>
                </a:defRPr>
              </a:lvl5pPr>
              <a:lvl6pPr algn="ctr">
                <a:defRPr sz="826" b="0">
                  <a:solidFill>
                    <a:srgbClr val="000000"/>
                  </a:solidFill>
                  <a:latin typeface="Arial"/>
                  <a:ea typeface="Arial"/>
                  <a:cs typeface="Arial"/>
                </a:defRPr>
              </a:lvl6pPr>
              <a:lvl7pPr algn="ctr">
                <a:defRPr sz="826" b="0">
                  <a:solidFill>
                    <a:srgbClr val="000000"/>
                  </a:solidFill>
                  <a:latin typeface="Arial"/>
                  <a:ea typeface="Arial"/>
                  <a:cs typeface="Arial"/>
                </a:defRPr>
              </a:lvl7pPr>
              <a:lvl8pPr algn="ctr">
                <a:defRPr sz="826" b="0">
                  <a:solidFill>
                    <a:srgbClr val="000000"/>
                  </a:solidFill>
                  <a:latin typeface="Arial"/>
                  <a:ea typeface="Arial"/>
                  <a:cs typeface="Arial"/>
                </a:defRPr>
              </a:lvl8pPr>
              <a:lvl9pPr algn="ctr">
                <a:defRPr sz="826" b="0">
                  <a:solidFill>
                    <a:srgbClr val="000000"/>
                  </a:solidFill>
                  <a:latin typeface="Arial"/>
                  <a:ea typeface="Arial"/>
                  <a:cs typeface="Arial"/>
                </a:defRPr>
              </a:lvl9pPr>
            </a:lstStyle>
            <a:p>
              <a:pPr algn="ctr">
                <a:defRPr sz="826" b="0">
                  <a:solidFill>
                    <a:srgbClr val="000000"/>
                  </a:solidFill>
                  <a:latin typeface="Arial"/>
                  <a:ea typeface="Arial"/>
                  <a:cs typeface="Arial"/>
                </a:defRPr>
              </a:pPr>
              <a:r>
                <a:rPr sz="826" b="0">
                  <a:solidFill>
                    <a:srgbClr val="000000"/>
                  </a:solidFill>
                  <a:latin typeface="Arial"/>
                  <a:ea typeface="Arial"/>
                  <a:cs typeface="Arial"/>
                </a:rPr>
                <a:t>0</a:t>
              </a:r>
            </a:p>
          </p:txBody>
        </p:sp>
        <p:sp>
          <p:nvSpPr>
            <p:cNvPr id="158" name="line_004">
              <a:extLst>
                <a:ext uri="{FF2B5EF4-FFF2-40B4-BE49-F238E27FC236}">
                  <ns2:creationId id="{368D8FFB-6ADB-4BA8-BB3A-BA0CFB254373}"/>
                </a:ext>
              </a:extLst>
            </p:cNvPr>
            <p:cNvSpPr>
              <a:spLocks noGrp="1"/>
            </p:cNvSpPr>
            <p:nvPr/>
          </p:nvSpPr>
          <p:spPr>
            <a:xfrm>
              <a:off x="831421" y="7724775"/>
              <a:ext cx="95" cy="38100"/>
            </a:xfrm>
            <a:custGeom>
              <a:pathLst>
                <a:path w="95" h="38100">
                  <a:moveTo>
                    <a:pt x="0" y="0"/>
                  </a:moveTo>
                  <a:lnTo>
                    <a:pt x="0" y="38100"/>
                  </a:lnTo>
                </a:path>
              </a:pathLst>
            </a:custGeom>
            <a:noFill/>
            <a:ln w="4589">
              <a:solidFill>
                <a:srgbClr val="000000"/>
              </a:solidFill>
              <a:prstDash val="solid"/>
            </a:ln>
          </p:spPr>
        </p:sp>
        <p:sp>
          <p:nvSpPr>
            <p:cNvPr id="159" name="text_005">
              <a:extLst>
                <a:ext uri="{FF2B5EF4-FFF2-40B4-BE49-F238E27FC236}">
                  <ns2:creationId id="{A517F57F-0B26-4C15-9089-0FDF3F5D312F}"/>
                </a:ext>
              </a:extLst>
            </p:cNvPr>
            <p:cNvSpPr>
              <a:spLocks noGrp="1"/>
            </p:cNvSpPr>
            <p:nvPr/>
          </p:nvSpPr>
          <p:spPr>
            <a:xfrm rot="0">
              <a:off x="1896848" y="7772400"/>
              <a:ext cx="457200" cy="200025"/>
            </a:xfrm>
            <a:prstGeom prst="rect">
              <a:avLst/>
            </a:prstGeom>
            <a:noFill/>
            <a:ln w="0">
              <a:noFill/>
              <a:prstDash val="solid"/>
            </a:ln>
          </p:spPr>
          <p:txBody>
            <a:bodyPr wrap="none" lIns="0" tIns="0" rIns="0" bIns="0" anchor="t">
              <a:noAutofit/>
            </a:bodyPr>
            <a:lstStyle>
              <a:defPPr algn="ctr">
                <a:defRPr sz="826" b="0">
                  <a:solidFill>
                    <a:srgbClr val="000000"/>
                  </a:solidFill>
                  <a:latin typeface="Arial"/>
                  <a:ea typeface="Arial"/>
                  <a:cs typeface="Arial"/>
                </a:defRPr>
              </a:defPPr>
              <a:lvl1pPr algn="ctr">
                <a:defRPr sz="826" b="0">
                  <a:solidFill>
                    <a:srgbClr val="000000"/>
                  </a:solidFill>
                  <a:latin typeface="Arial"/>
                  <a:ea typeface="Arial"/>
                  <a:cs typeface="Arial"/>
                </a:defRPr>
              </a:lvl1pPr>
              <a:lvl2pPr algn="ctr">
                <a:defRPr sz="826" b="0">
                  <a:solidFill>
                    <a:srgbClr val="000000"/>
                  </a:solidFill>
                  <a:latin typeface="Arial"/>
                  <a:ea typeface="Arial"/>
                  <a:cs typeface="Arial"/>
                </a:defRPr>
              </a:lvl2pPr>
              <a:lvl3pPr algn="ctr">
                <a:defRPr sz="826" b="0">
                  <a:solidFill>
                    <a:srgbClr val="000000"/>
                  </a:solidFill>
                  <a:latin typeface="Arial"/>
                  <a:ea typeface="Arial"/>
                  <a:cs typeface="Arial"/>
                </a:defRPr>
              </a:lvl3pPr>
              <a:lvl4pPr algn="ctr">
                <a:defRPr sz="826" b="0">
                  <a:solidFill>
                    <a:srgbClr val="000000"/>
                  </a:solidFill>
                  <a:latin typeface="Arial"/>
                  <a:ea typeface="Arial"/>
                  <a:cs typeface="Arial"/>
                </a:defRPr>
              </a:lvl4pPr>
              <a:lvl5pPr algn="ctr">
                <a:defRPr sz="826" b="0">
                  <a:solidFill>
                    <a:srgbClr val="000000"/>
                  </a:solidFill>
                  <a:latin typeface="Arial"/>
                  <a:ea typeface="Arial"/>
                  <a:cs typeface="Arial"/>
                </a:defRPr>
              </a:lvl5pPr>
              <a:lvl6pPr algn="ctr">
                <a:defRPr sz="826" b="0">
                  <a:solidFill>
                    <a:srgbClr val="000000"/>
                  </a:solidFill>
                  <a:latin typeface="Arial"/>
                  <a:ea typeface="Arial"/>
                  <a:cs typeface="Arial"/>
                </a:defRPr>
              </a:lvl6pPr>
              <a:lvl7pPr algn="ctr">
                <a:defRPr sz="826" b="0">
                  <a:solidFill>
                    <a:srgbClr val="000000"/>
                  </a:solidFill>
                  <a:latin typeface="Arial"/>
                  <a:ea typeface="Arial"/>
                  <a:cs typeface="Arial"/>
                </a:defRPr>
              </a:lvl7pPr>
              <a:lvl8pPr algn="ctr">
                <a:defRPr sz="826" b="0">
                  <a:solidFill>
                    <a:srgbClr val="000000"/>
                  </a:solidFill>
                  <a:latin typeface="Arial"/>
                  <a:ea typeface="Arial"/>
                  <a:cs typeface="Arial"/>
                </a:defRPr>
              </a:lvl8pPr>
              <a:lvl9pPr algn="ctr">
                <a:defRPr sz="826" b="0">
                  <a:solidFill>
                    <a:srgbClr val="000000"/>
                  </a:solidFill>
                  <a:latin typeface="Arial"/>
                  <a:ea typeface="Arial"/>
                  <a:cs typeface="Arial"/>
                </a:defRPr>
              </a:lvl9pPr>
            </a:lstStyle>
            <a:p>
              <a:pPr algn="ctr">
                <a:defRPr sz="826" b="0">
                  <a:solidFill>
                    <a:srgbClr val="000000"/>
                  </a:solidFill>
                  <a:latin typeface="Arial"/>
                  <a:ea typeface="Arial"/>
                  <a:cs typeface="Arial"/>
                </a:defRPr>
              </a:pPr>
              <a:r>
                <a:rPr sz="826" b="0">
                  <a:solidFill>
                    <a:srgbClr val="000000"/>
                  </a:solidFill>
                  <a:latin typeface="Arial"/>
                  <a:ea typeface="Arial"/>
                  <a:cs typeface="Arial"/>
                </a:rPr>
                <a:t>10</a:t>
              </a:r>
            </a:p>
          </p:txBody>
        </p:sp>
        <p:sp>
          <p:nvSpPr>
            <p:cNvPr id="160" name="line_006">
              <a:extLst>
                <a:ext uri="{FF2B5EF4-FFF2-40B4-BE49-F238E27FC236}">
                  <ns2:creationId id="{3BD6C56C-1955-4952-A917-7CE38F14AE14}"/>
                </a:ext>
              </a:extLst>
            </p:cNvPr>
            <p:cNvSpPr>
              <a:spLocks noGrp="1"/>
            </p:cNvSpPr>
            <p:nvPr/>
          </p:nvSpPr>
          <p:spPr>
            <a:xfrm>
              <a:off x="2125448" y="7724775"/>
              <a:ext cx="95" cy="38100"/>
            </a:xfrm>
            <a:custGeom>
              <a:pathLst>
                <a:path w="95" h="38100">
                  <a:moveTo>
                    <a:pt x="0" y="0"/>
                  </a:moveTo>
                  <a:lnTo>
                    <a:pt x="0" y="38100"/>
                  </a:lnTo>
                </a:path>
              </a:pathLst>
            </a:custGeom>
            <a:noFill/>
            <a:ln w="4589">
              <a:solidFill>
                <a:srgbClr val="000000"/>
              </a:solidFill>
              <a:prstDash val="solid"/>
            </a:ln>
          </p:spPr>
        </p:sp>
        <p:sp>
          <p:nvSpPr>
            <p:cNvPr id="161" name="text_007">
              <a:extLst>
                <a:ext uri="{FF2B5EF4-FFF2-40B4-BE49-F238E27FC236}">
                  <ns2:creationId id="{46E74777-65E9-4382-8F9D-543FF661659D}"/>
                </a:ext>
              </a:extLst>
            </p:cNvPr>
            <p:cNvSpPr>
              <a:spLocks noGrp="1"/>
            </p:cNvSpPr>
            <p:nvPr/>
          </p:nvSpPr>
          <p:spPr>
            <a:xfrm rot="0">
              <a:off x="3190875" y="7772400"/>
              <a:ext cx="457200" cy="200025"/>
            </a:xfrm>
            <a:prstGeom prst="rect">
              <a:avLst/>
            </a:prstGeom>
            <a:noFill/>
            <a:ln w="0">
              <a:noFill/>
              <a:prstDash val="solid"/>
            </a:ln>
          </p:spPr>
          <p:txBody>
            <a:bodyPr wrap="none" lIns="0" tIns="0" rIns="0" bIns="0" anchor="t">
              <a:noAutofit/>
            </a:bodyPr>
            <a:lstStyle>
              <a:defPPr algn="ctr">
                <a:defRPr sz="826" b="0">
                  <a:solidFill>
                    <a:srgbClr val="000000"/>
                  </a:solidFill>
                  <a:latin typeface="Arial"/>
                  <a:ea typeface="Arial"/>
                  <a:cs typeface="Arial"/>
                </a:defRPr>
              </a:defPPr>
              <a:lvl1pPr algn="ctr">
                <a:defRPr sz="826" b="0">
                  <a:solidFill>
                    <a:srgbClr val="000000"/>
                  </a:solidFill>
                  <a:latin typeface="Arial"/>
                  <a:ea typeface="Arial"/>
                  <a:cs typeface="Arial"/>
                </a:defRPr>
              </a:lvl1pPr>
              <a:lvl2pPr algn="ctr">
                <a:defRPr sz="826" b="0">
                  <a:solidFill>
                    <a:srgbClr val="000000"/>
                  </a:solidFill>
                  <a:latin typeface="Arial"/>
                  <a:ea typeface="Arial"/>
                  <a:cs typeface="Arial"/>
                </a:defRPr>
              </a:lvl2pPr>
              <a:lvl3pPr algn="ctr">
                <a:defRPr sz="826" b="0">
                  <a:solidFill>
                    <a:srgbClr val="000000"/>
                  </a:solidFill>
                  <a:latin typeface="Arial"/>
                  <a:ea typeface="Arial"/>
                  <a:cs typeface="Arial"/>
                </a:defRPr>
              </a:lvl3pPr>
              <a:lvl4pPr algn="ctr">
                <a:defRPr sz="826" b="0">
                  <a:solidFill>
                    <a:srgbClr val="000000"/>
                  </a:solidFill>
                  <a:latin typeface="Arial"/>
                  <a:ea typeface="Arial"/>
                  <a:cs typeface="Arial"/>
                </a:defRPr>
              </a:lvl4pPr>
              <a:lvl5pPr algn="ctr">
                <a:defRPr sz="826" b="0">
                  <a:solidFill>
                    <a:srgbClr val="000000"/>
                  </a:solidFill>
                  <a:latin typeface="Arial"/>
                  <a:ea typeface="Arial"/>
                  <a:cs typeface="Arial"/>
                </a:defRPr>
              </a:lvl5pPr>
              <a:lvl6pPr algn="ctr">
                <a:defRPr sz="826" b="0">
                  <a:solidFill>
                    <a:srgbClr val="000000"/>
                  </a:solidFill>
                  <a:latin typeface="Arial"/>
                  <a:ea typeface="Arial"/>
                  <a:cs typeface="Arial"/>
                </a:defRPr>
              </a:lvl6pPr>
              <a:lvl7pPr algn="ctr">
                <a:defRPr sz="826" b="0">
                  <a:solidFill>
                    <a:srgbClr val="000000"/>
                  </a:solidFill>
                  <a:latin typeface="Arial"/>
                  <a:ea typeface="Arial"/>
                  <a:cs typeface="Arial"/>
                </a:defRPr>
              </a:lvl7pPr>
              <a:lvl8pPr algn="ctr">
                <a:defRPr sz="826" b="0">
                  <a:solidFill>
                    <a:srgbClr val="000000"/>
                  </a:solidFill>
                  <a:latin typeface="Arial"/>
                  <a:ea typeface="Arial"/>
                  <a:cs typeface="Arial"/>
                </a:defRPr>
              </a:lvl8pPr>
              <a:lvl9pPr algn="ctr">
                <a:defRPr sz="826" b="0">
                  <a:solidFill>
                    <a:srgbClr val="000000"/>
                  </a:solidFill>
                  <a:latin typeface="Arial"/>
                  <a:ea typeface="Arial"/>
                  <a:cs typeface="Arial"/>
                </a:defRPr>
              </a:lvl9pPr>
            </a:lstStyle>
            <a:p>
              <a:pPr algn="ctr">
                <a:defRPr sz="826" b="0">
                  <a:solidFill>
                    <a:srgbClr val="000000"/>
                  </a:solidFill>
                  <a:latin typeface="Arial"/>
                  <a:ea typeface="Arial"/>
                  <a:cs typeface="Arial"/>
                </a:defRPr>
              </a:pPr>
              <a:r>
                <a:rPr sz="826" b="0">
                  <a:solidFill>
                    <a:srgbClr val="000000"/>
                  </a:solidFill>
                  <a:latin typeface="Arial"/>
                  <a:ea typeface="Arial"/>
                  <a:cs typeface="Arial"/>
                </a:rPr>
                <a:t>20</a:t>
              </a:r>
            </a:p>
          </p:txBody>
        </p:sp>
        <p:sp>
          <p:nvSpPr>
            <p:cNvPr id="162" name="line_008">
              <a:extLst>
                <a:ext uri="{FF2B5EF4-FFF2-40B4-BE49-F238E27FC236}">
                  <ns2:creationId id="{A050D007-DD2C-4802-8730-42370B163C0A}"/>
                </a:ext>
              </a:extLst>
            </p:cNvPr>
            <p:cNvSpPr>
              <a:spLocks noGrp="1"/>
            </p:cNvSpPr>
            <p:nvPr/>
          </p:nvSpPr>
          <p:spPr>
            <a:xfrm>
              <a:off x="3419475" y="7724775"/>
              <a:ext cx="95" cy="38100"/>
            </a:xfrm>
            <a:custGeom>
              <a:pathLst>
                <a:path w="95" h="38100">
                  <a:moveTo>
                    <a:pt x="0" y="0"/>
                  </a:moveTo>
                  <a:lnTo>
                    <a:pt x="0" y="38100"/>
                  </a:lnTo>
                </a:path>
              </a:pathLst>
            </a:custGeom>
            <a:noFill/>
            <a:ln w="4589">
              <a:solidFill>
                <a:srgbClr val="000000"/>
              </a:solidFill>
              <a:prstDash val="solid"/>
            </a:ln>
          </p:spPr>
        </p:sp>
        <p:sp>
          <p:nvSpPr>
            <p:cNvPr id="163" name="text_009">
              <a:extLst>
                <a:ext uri="{FF2B5EF4-FFF2-40B4-BE49-F238E27FC236}">
                  <ns2:creationId id="{0AF0F6EC-73CF-4FC6-A05F-B87FDEFB4028}"/>
                </a:ext>
              </a:extLst>
            </p:cNvPr>
            <p:cNvSpPr>
              <a:spLocks noGrp="1"/>
            </p:cNvSpPr>
            <p:nvPr/>
          </p:nvSpPr>
          <p:spPr>
            <a:xfrm rot="0">
              <a:off x="-9525" y="7639050"/>
              <a:ext cx="457200" cy="200025"/>
            </a:xfrm>
            <a:prstGeom prst="rect">
              <a:avLst/>
            </a:prstGeom>
            <a:noFill/>
            <a:ln w="0">
              <a:noFill/>
              <a:prstDash val="solid"/>
            </a:ln>
          </p:spPr>
          <p:txBody>
            <a:bodyPr wrap="none" lIns="0" tIns="0" rIns="0" bIns="0" anchor="t">
              <a:noAutofit/>
            </a:bodyPr>
            <a:lstStyle>
              <a:defPPr algn="r">
                <a:defRPr sz="826" b="0">
                  <a:solidFill>
                    <a:srgbClr val="000000"/>
                  </a:solidFill>
                  <a:latin typeface="Arial"/>
                  <a:ea typeface="Arial"/>
                  <a:cs typeface="Arial"/>
                </a:defRPr>
              </a:defPPr>
              <a:lvl1pPr algn="r">
                <a:defRPr sz="826" b="0">
                  <a:solidFill>
                    <a:srgbClr val="000000"/>
                  </a:solidFill>
                  <a:latin typeface="Arial"/>
                  <a:ea typeface="Arial"/>
                  <a:cs typeface="Arial"/>
                </a:defRPr>
              </a:lvl1pPr>
              <a:lvl2pPr algn="r">
                <a:defRPr sz="826" b="0">
                  <a:solidFill>
                    <a:srgbClr val="000000"/>
                  </a:solidFill>
                  <a:latin typeface="Arial"/>
                  <a:ea typeface="Arial"/>
                  <a:cs typeface="Arial"/>
                </a:defRPr>
              </a:lvl2pPr>
              <a:lvl3pPr algn="r">
                <a:defRPr sz="826" b="0">
                  <a:solidFill>
                    <a:srgbClr val="000000"/>
                  </a:solidFill>
                  <a:latin typeface="Arial"/>
                  <a:ea typeface="Arial"/>
                  <a:cs typeface="Arial"/>
                </a:defRPr>
              </a:lvl3pPr>
              <a:lvl4pPr algn="r">
                <a:defRPr sz="826" b="0">
                  <a:solidFill>
                    <a:srgbClr val="000000"/>
                  </a:solidFill>
                  <a:latin typeface="Arial"/>
                  <a:ea typeface="Arial"/>
                  <a:cs typeface="Arial"/>
                </a:defRPr>
              </a:lvl4pPr>
              <a:lvl5pPr algn="r">
                <a:defRPr sz="826" b="0">
                  <a:solidFill>
                    <a:srgbClr val="000000"/>
                  </a:solidFill>
                  <a:latin typeface="Arial"/>
                  <a:ea typeface="Arial"/>
                  <a:cs typeface="Arial"/>
                </a:defRPr>
              </a:lvl5pPr>
              <a:lvl6pPr algn="r">
                <a:defRPr sz="826" b="0">
                  <a:solidFill>
                    <a:srgbClr val="000000"/>
                  </a:solidFill>
                  <a:latin typeface="Arial"/>
                  <a:ea typeface="Arial"/>
                  <a:cs typeface="Arial"/>
                </a:defRPr>
              </a:lvl6pPr>
              <a:lvl7pPr algn="r">
                <a:defRPr sz="826" b="0">
                  <a:solidFill>
                    <a:srgbClr val="000000"/>
                  </a:solidFill>
                  <a:latin typeface="Arial"/>
                  <a:ea typeface="Arial"/>
                  <a:cs typeface="Arial"/>
                </a:defRPr>
              </a:lvl7pPr>
              <a:lvl8pPr algn="r">
                <a:defRPr sz="826" b="0">
                  <a:solidFill>
                    <a:srgbClr val="000000"/>
                  </a:solidFill>
                  <a:latin typeface="Arial"/>
                  <a:ea typeface="Arial"/>
                  <a:cs typeface="Arial"/>
                </a:defRPr>
              </a:lvl8pPr>
              <a:lvl9pPr algn="r">
                <a:defRPr sz="826" b="0">
                  <a:solidFill>
                    <a:srgbClr val="000000"/>
                  </a:solidFill>
                  <a:latin typeface="Arial"/>
                  <a:ea typeface="Arial"/>
                  <a:cs typeface="Arial"/>
                </a:defRPr>
              </a:lvl9pPr>
            </a:lstStyle>
            <a:p>
              <a:pPr algn="r">
                <a:defRPr sz="826" b="0">
                  <a:solidFill>
                    <a:srgbClr val="000000"/>
                  </a:solidFill>
                  <a:latin typeface="Arial"/>
                  <a:ea typeface="Arial"/>
                  <a:cs typeface="Arial"/>
                </a:defRPr>
              </a:pPr>
              <a:r>
                <a:rPr sz="826" b="0">
                  <a:solidFill>
                    <a:srgbClr val="000000"/>
                  </a:solidFill>
                  <a:latin typeface="Arial"/>
                  <a:ea typeface="Arial"/>
                  <a:cs typeface="Arial"/>
                </a:rPr>
                <a:t>0</a:t>
              </a:r>
            </a:p>
          </p:txBody>
        </p:sp>
        <p:sp>
          <p:nvSpPr>
            <p:cNvPr id="164" name="line_010">
              <a:extLst>
                <a:ext uri="{FF2B5EF4-FFF2-40B4-BE49-F238E27FC236}">
                  <ns2:creationId id="{C7FBB4DA-79BF-44E6-BED2-B3BA41674A86}"/>
                </a:ext>
              </a:extLst>
            </p:cNvPr>
            <p:cNvSpPr>
              <a:spLocks noGrp="1"/>
            </p:cNvSpPr>
            <p:nvPr/>
          </p:nvSpPr>
          <p:spPr>
            <a:xfrm>
              <a:off x="476250" y="7724775"/>
              <a:ext cx="38100" cy="95"/>
            </a:xfrm>
            <a:custGeom>
              <a:pathLst>
                <a:path w="38100" h="95">
                  <a:moveTo>
                    <a:pt x="0" y="0"/>
                  </a:moveTo>
                  <a:lnTo>
                    <a:pt x="38100" y="0"/>
                  </a:lnTo>
                </a:path>
              </a:pathLst>
            </a:custGeom>
            <a:noFill/>
            <a:ln w="4589">
              <a:solidFill>
                <a:srgbClr val="000000"/>
              </a:solidFill>
              <a:prstDash val="solid"/>
            </a:ln>
          </p:spPr>
        </p:sp>
        <p:sp>
          <p:nvSpPr>
            <p:cNvPr id="165" name="text_011">
              <a:extLst>
                <a:ext uri="{FF2B5EF4-FFF2-40B4-BE49-F238E27FC236}">
                  <ns2:creationId id="{0A3AF6C8-009B-42B8-986B-BB6FF39B8910}"/>
                </a:ext>
              </a:extLst>
            </p:cNvPr>
            <p:cNvSpPr>
              <a:spLocks noGrp="1"/>
            </p:cNvSpPr>
            <p:nvPr/>
          </p:nvSpPr>
          <p:spPr>
            <a:xfrm rot="0">
              <a:off x="-9525" y="6877050"/>
              <a:ext cx="457200" cy="200025"/>
            </a:xfrm>
            <a:prstGeom prst="rect">
              <a:avLst/>
            </a:prstGeom>
            <a:noFill/>
            <a:ln w="0">
              <a:noFill/>
              <a:prstDash val="solid"/>
            </a:ln>
          </p:spPr>
          <p:txBody>
            <a:bodyPr wrap="none" lIns="0" tIns="0" rIns="0" bIns="0" anchor="t">
              <a:noAutofit/>
            </a:bodyPr>
            <a:lstStyle>
              <a:defPPr algn="r">
                <a:defRPr sz="826" b="0">
                  <a:solidFill>
                    <a:srgbClr val="000000"/>
                  </a:solidFill>
                  <a:latin typeface="Arial"/>
                  <a:ea typeface="Arial"/>
                  <a:cs typeface="Arial"/>
                </a:defRPr>
              </a:defPPr>
              <a:lvl1pPr algn="r">
                <a:defRPr sz="826" b="0">
                  <a:solidFill>
                    <a:srgbClr val="000000"/>
                  </a:solidFill>
                  <a:latin typeface="Arial"/>
                  <a:ea typeface="Arial"/>
                  <a:cs typeface="Arial"/>
                </a:defRPr>
              </a:lvl1pPr>
              <a:lvl2pPr algn="r">
                <a:defRPr sz="826" b="0">
                  <a:solidFill>
                    <a:srgbClr val="000000"/>
                  </a:solidFill>
                  <a:latin typeface="Arial"/>
                  <a:ea typeface="Arial"/>
                  <a:cs typeface="Arial"/>
                </a:defRPr>
              </a:lvl2pPr>
              <a:lvl3pPr algn="r">
                <a:defRPr sz="826" b="0">
                  <a:solidFill>
                    <a:srgbClr val="000000"/>
                  </a:solidFill>
                  <a:latin typeface="Arial"/>
                  <a:ea typeface="Arial"/>
                  <a:cs typeface="Arial"/>
                </a:defRPr>
              </a:lvl3pPr>
              <a:lvl4pPr algn="r">
                <a:defRPr sz="826" b="0">
                  <a:solidFill>
                    <a:srgbClr val="000000"/>
                  </a:solidFill>
                  <a:latin typeface="Arial"/>
                  <a:ea typeface="Arial"/>
                  <a:cs typeface="Arial"/>
                </a:defRPr>
              </a:lvl4pPr>
              <a:lvl5pPr algn="r">
                <a:defRPr sz="826" b="0">
                  <a:solidFill>
                    <a:srgbClr val="000000"/>
                  </a:solidFill>
                  <a:latin typeface="Arial"/>
                  <a:ea typeface="Arial"/>
                  <a:cs typeface="Arial"/>
                </a:defRPr>
              </a:lvl5pPr>
              <a:lvl6pPr algn="r">
                <a:defRPr sz="826" b="0">
                  <a:solidFill>
                    <a:srgbClr val="000000"/>
                  </a:solidFill>
                  <a:latin typeface="Arial"/>
                  <a:ea typeface="Arial"/>
                  <a:cs typeface="Arial"/>
                </a:defRPr>
              </a:lvl6pPr>
              <a:lvl7pPr algn="r">
                <a:defRPr sz="826" b="0">
                  <a:solidFill>
                    <a:srgbClr val="000000"/>
                  </a:solidFill>
                  <a:latin typeface="Arial"/>
                  <a:ea typeface="Arial"/>
                  <a:cs typeface="Arial"/>
                </a:defRPr>
              </a:lvl7pPr>
              <a:lvl8pPr algn="r">
                <a:defRPr sz="826" b="0">
                  <a:solidFill>
                    <a:srgbClr val="000000"/>
                  </a:solidFill>
                  <a:latin typeface="Arial"/>
                  <a:ea typeface="Arial"/>
                  <a:cs typeface="Arial"/>
                </a:defRPr>
              </a:lvl8pPr>
              <a:lvl9pPr algn="r">
                <a:defRPr sz="826" b="0">
                  <a:solidFill>
                    <a:srgbClr val="000000"/>
                  </a:solidFill>
                  <a:latin typeface="Arial"/>
                  <a:ea typeface="Arial"/>
                  <a:cs typeface="Arial"/>
                </a:defRPr>
              </a:lvl9pPr>
            </a:lstStyle>
            <a:p>
              <a:pPr algn="r">
                <a:defRPr sz="826" b="0">
                  <a:solidFill>
                    <a:srgbClr val="000000"/>
                  </a:solidFill>
                  <a:latin typeface="Arial"/>
                  <a:ea typeface="Arial"/>
                  <a:cs typeface="Arial"/>
                </a:defRPr>
              </a:pPr>
              <a:r>
                <a:rPr sz="826" b="0">
                  <a:solidFill>
                    <a:srgbClr val="000000"/>
                  </a:solidFill>
                  <a:latin typeface="Arial"/>
                  <a:ea typeface="Arial"/>
                  <a:cs typeface="Arial"/>
                </a:rPr>
                <a:t>3</a:t>
              </a:r>
            </a:p>
          </p:txBody>
        </p:sp>
        <p:sp>
          <p:nvSpPr>
            <p:cNvPr id="166" name="line_012">
              <a:extLst>
                <a:ext uri="{FF2B5EF4-FFF2-40B4-BE49-F238E27FC236}">
                  <ns2:creationId id="{2A06EFE2-B943-4828-9A18-A781104DFFC8}"/>
                </a:ext>
              </a:extLst>
            </p:cNvPr>
            <p:cNvSpPr>
              <a:spLocks noGrp="1"/>
            </p:cNvSpPr>
            <p:nvPr/>
          </p:nvSpPr>
          <p:spPr>
            <a:xfrm>
              <a:off x="476250" y="6962775"/>
              <a:ext cx="38100" cy="95"/>
            </a:xfrm>
            <a:custGeom>
              <a:pathLst>
                <a:path w="38100" h="95">
                  <a:moveTo>
                    <a:pt x="0" y="0"/>
                  </a:moveTo>
                  <a:lnTo>
                    <a:pt x="38100" y="0"/>
                  </a:lnTo>
                </a:path>
              </a:pathLst>
            </a:custGeom>
            <a:noFill/>
            <a:ln w="4589">
              <a:solidFill>
                <a:srgbClr val="000000"/>
              </a:solidFill>
              <a:prstDash val="solid"/>
            </a:ln>
          </p:spPr>
        </p:sp>
        <p:sp>
          <p:nvSpPr>
            <p:cNvPr id="167" name="text_013">
              <a:extLst>
                <a:ext uri="{FF2B5EF4-FFF2-40B4-BE49-F238E27FC236}">
                  <ns2:creationId id="{D17427FA-9FB3-49EE-855D-5BD18DAC1839}"/>
                </a:ext>
              </a:extLst>
            </p:cNvPr>
            <p:cNvSpPr>
              <a:spLocks noGrp="1"/>
            </p:cNvSpPr>
            <p:nvPr/>
          </p:nvSpPr>
          <p:spPr>
            <a:xfrm rot="0">
              <a:off x="-9525" y="6115050"/>
              <a:ext cx="457200" cy="200025"/>
            </a:xfrm>
            <a:prstGeom prst="rect">
              <a:avLst/>
            </a:prstGeom>
            <a:noFill/>
            <a:ln w="0">
              <a:noFill/>
              <a:prstDash val="solid"/>
            </a:ln>
          </p:spPr>
          <p:txBody>
            <a:bodyPr wrap="none" lIns="0" tIns="0" rIns="0" bIns="0" anchor="t">
              <a:noAutofit/>
            </a:bodyPr>
            <a:lstStyle>
              <a:defPPr algn="r">
                <a:defRPr sz="826" b="0">
                  <a:solidFill>
                    <a:srgbClr val="000000"/>
                  </a:solidFill>
                  <a:latin typeface="Arial"/>
                  <a:ea typeface="Arial"/>
                  <a:cs typeface="Arial"/>
                </a:defRPr>
              </a:defPPr>
              <a:lvl1pPr algn="r">
                <a:defRPr sz="826" b="0">
                  <a:solidFill>
                    <a:srgbClr val="000000"/>
                  </a:solidFill>
                  <a:latin typeface="Arial"/>
                  <a:ea typeface="Arial"/>
                  <a:cs typeface="Arial"/>
                </a:defRPr>
              </a:lvl1pPr>
              <a:lvl2pPr algn="r">
                <a:defRPr sz="826" b="0">
                  <a:solidFill>
                    <a:srgbClr val="000000"/>
                  </a:solidFill>
                  <a:latin typeface="Arial"/>
                  <a:ea typeface="Arial"/>
                  <a:cs typeface="Arial"/>
                </a:defRPr>
              </a:lvl2pPr>
              <a:lvl3pPr algn="r">
                <a:defRPr sz="826" b="0">
                  <a:solidFill>
                    <a:srgbClr val="000000"/>
                  </a:solidFill>
                  <a:latin typeface="Arial"/>
                  <a:ea typeface="Arial"/>
                  <a:cs typeface="Arial"/>
                </a:defRPr>
              </a:lvl3pPr>
              <a:lvl4pPr algn="r">
                <a:defRPr sz="826" b="0">
                  <a:solidFill>
                    <a:srgbClr val="000000"/>
                  </a:solidFill>
                  <a:latin typeface="Arial"/>
                  <a:ea typeface="Arial"/>
                  <a:cs typeface="Arial"/>
                </a:defRPr>
              </a:lvl4pPr>
              <a:lvl5pPr algn="r">
                <a:defRPr sz="826" b="0">
                  <a:solidFill>
                    <a:srgbClr val="000000"/>
                  </a:solidFill>
                  <a:latin typeface="Arial"/>
                  <a:ea typeface="Arial"/>
                  <a:cs typeface="Arial"/>
                </a:defRPr>
              </a:lvl5pPr>
              <a:lvl6pPr algn="r">
                <a:defRPr sz="826" b="0">
                  <a:solidFill>
                    <a:srgbClr val="000000"/>
                  </a:solidFill>
                  <a:latin typeface="Arial"/>
                  <a:ea typeface="Arial"/>
                  <a:cs typeface="Arial"/>
                </a:defRPr>
              </a:lvl6pPr>
              <a:lvl7pPr algn="r">
                <a:defRPr sz="826" b="0">
                  <a:solidFill>
                    <a:srgbClr val="000000"/>
                  </a:solidFill>
                  <a:latin typeface="Arial"/>
                  <a:ea typeface="Arial"/>
                  <a:cs typeface="Arial"/>
                </a:defRPr>
              </a:lvl7pPr>
              <a:lvl8pPr algn="r">
                <a:defRPr sz="826" b="0">
                  <a:solidFill>
                    <a:srgbClr val="000000"/>
                  </a:solidFill>
                  <a:latin typeface="Arial"/>
                  <a:ea typeface="Arial"/>
                  <a:cs typeface="Arial"/>
                </a:defRPr>
              </a:lvl8pPr>
              <a:lvl9pPr algn="r">
                <a:defRPr sz="826" b="0">
                  <a:solidFill>
                    <a:srgbClr val="000000"/>
                  </a:solidFill>
                  <a:latin typeface="Arial"/>
                  <a:ea typeface="Arial"/>
                  <a:cs typeface="Arial"/>
                </a:defRPr>
              </a:lvl9pPr>
            </a:lstStyle>
            <a:p>
              <a:pPr algn="r">
                <a:defRPr sz="826" b="0">
                  <a:solidFill>
                    <a:srgbClr val="000000"/>
                  </a:solidFill>
                  <a:latin typeface="Arial"/>
                  <a:ea typeface="Arial"/>
                  <a:cs typeface="Arial"/>
                </a:defRPr>
              </a:pPr>
              <a:r>
                <a:rPr sz="826" b="0">
                  <a:solidFill>
                    <a:srgbClr val="000000"/>
                  </a:solidFill>
                  <a:latin typeface="Arial"/>
                  <a:ea typeface="Arial"/>
                  <a:cs typeface="Arial"/>
                </a:rPr>
                <a:t>6</a:t>
              </a:r>
            </a:p>
          </p:txBody>
        </p:sp>
        <p:sp>
          <p:nvSpPr>
            <p:cNvPr id="168" name="line_014">
              <a:extLst>
                <a:ext uri="{FF2B5EF4-FFF2-40B4-BE49-F238E27FC236}">
                  <ns2:creationId id="{A438BB42-AC45-4CC5-B5EE-3C9926E44A10}"/>
                </a:ext>
              </a:extLst>
            </p:cNvPr>
            <p:cNvSpPr>
              <a:spLocks noGrp="1"/>
            </p:cNvSpPr>
            <p:nvPr/>
          </p:nvSpPr>
          <p:spPr>
            <a:xfrm>
              <a:off x="476250" y="6200775"/>
              <a:ext cx="38100" cy="95"/>
            </a:xfrm>
            <a:custGeom>
              <a:pathLst>
                <a:path w="38100" h="95">
                  <a:moveTo>
                    <a:pt x="0" y="0"/>
                  </a:moveTo>
                  <a:lnTo>
                    <a:pt x="38100" y="0"/>
                  </a:lnTo>
                </a:path>
              </a:pathLst>
            </a:custGeom>
            <a:noFill/>
            <a:ln w="4589">
              <a:solidFill>
                <a:srgbClr val="000000"/>
              </a:solidFill>
              <a:prstDash val="solid"/>
            </a:ln>
          </p:spPr>
        </p:sp>
        <p:sp>
          <p:nvSpPr>
            <p:cNvPr id="169" name="text_015">
              <a:extLst>
                <a:ext uri="{FF2B5EF4-FFF2-40B4-BE49-F238E27FC236}">
                  <ns2:creationId id="{5C3E4078-B941-4017-8C08-2093AA4DEF25}"/>
                </a:ext>
              </a:extLst>
            </p:cNvPr>
            <p:cNvSpPr>
              <a:spLocks noGrp="1"/>
            </p:cNvSpPr>
            <p:nvPr/>
          </p:nvSpPr>
          <p:spPr>
            <a:xfrm rot="0">
              <a:off x="514350" y="8010525"/>
              <a:ext cx="2905125" cy="228600"/>
            </a:xfrm>
            <a:prstGeom prst="rect">
              <a:avLst/>
            </a:prstGeom>
            <a:noFill/>
            <a:ln w="0">
              <a:noFill/>
              <a:prstDash val="solid"/>
            </a:ln>
          </p:spPr>
          <p:txBody>
            <a:bodyPr wrap="none" lIns="0" tIns="0" rIns="0" bIns="0" anchor="t">
              <a:noAutofit/>
            </a:bodyPr>
            <a:lstStyle>
              <a:defPPr algn="ctr">
                <a:defRPr sz="877" b="0">
                  <a:solidFill>
                    <a:srgbClr val="000000"/>
                  </a:solidFill>
                  <a:latin typeface="Arial"/>
                  <a:ea typeface="Arial"/>
                  <a:cs typeface="Arial"/>
                </a:defRPr>
              </a:defPPr>
              <a:lvl1pPr algn="ctr">
                <a:defRPr sz="877" b="0">
                  <a:solidFill>
                    <a:srgbClr val="000000"/>
                  </a:solidFill>
                  <a:latin typeface="Arial"/>
                  <a:ea typeface="Arial"/>
                  <a:cs typeface="Arial"/>
                </a:defRPr>
              </a:lvl1pPr>
              <a:lvl2pPr algn="ctr">
                <a:defRPr sz="877" b="0">
                  <a:solidFill>
                    <a:srgbClr val="000000"/>
                  </a:solidFill>
                  <a:latin typeface="Arial"/>
                  <a:ea typeface="Arial"/>
                  <a:cs typeface="Arial"/>
                </a:defRPr>
              </a:lvl2pPr>
              <a:lvl3pPr algn="ctr">
                <a:defRPr sz="877" b="0">
                  <a:solidFill>
                    <a:srgbClr val="000000"/>
                  </a:solidFill>
                  <a:latin typeface="Arial"/>
                  <a:ea typeface="Arial"/>
                  <a:cs typeface="Arial"/>
                </a:defRPr>
              </a:lvl3pPr>
              <a:lvl4pPr algn="ctr">
                <a:defRPr sz="877" b="0">
                  <a:solidFill>
                    <a:srgbClr val="000000"/>
                  </a:solidFill>
                  <a:latin typeface="Arial"/>
                  <a:ea typeface="Arial"/>
                  <a:cs typeface="Arial"/>
                </a:defRPr>
              </a:lvl4pPr>
              <a:lvl5pPr algn="ctr">
                <a:defRPr sz="877" b="0">
                  <a:solidFill>
                    <a:srgbClr val="000000"/>
                  </a:solidFill>
                  <a:latin typeface="Arial"/>
                  <a:ea typeface="Arial"/>
                  <a:cs typeface="Arial"/>
                </a:defRPr>
              </a:lvl5pPr>
              <a:lvl6pPr algn="ctr">
                <a:defRPr sz="877" b="0">
                  <a:solidFill>
                    <a:srgbClr val="000000"/>
                  </a:solidFill>
                  <a:latin typeface="Arial"/>
                  <a:ea typeface="Arial"/>
                  <a:cs typeface="Arial"/>
                </a:defRPr>
              </a:lvl6pPr>
              <a:lvl7pPr algn="ctr">
                <a:defRPr sz="877" b="0">
                  <a:solidFill>
                    <a:srgbClr val="000000"/>
                  </a:solidFill>
                  <a:latin typeface="Arial"/>
                  <a:ea typeface="Arial"/>
                  <a:cs typeface="Arial"/>
                </a:defRPr>
              </a:lvl7pPr>
              <a:lvl8pPr algn="ctr">
                <a:defRPr sz="877" b="0">
                  <a:solidFill>
                    <a:srgbClr val="000000"/>
                  </a:solidFill>
                  <a:latin typeface="Arial"/>
                  <a:ea typeface="Arial"/>
                  <a:cs typeface="Arial"/>
                </a:defRPr>
              </a:lvl8pPr>
              <a:lvl9pPr algn="ctr">
                <a:defRPr sz="877" b="0">
                  <a:solidFill>
                    <a:srgbClr val="000000"/>
                  </a:solidFill>
                  <a:latin typeface="Arial"/>
                  <a:ea typeface="Arial"/>
                  <a:cs typeface="Arial"/>
                </a:defRPr>
              </a:lvl9pPr>
            </a:lstStyle>
            <a:p>
              <a:pPr algn="ctr">
                <a:defRPr sz="877" b="0">
                  <a:solidFill>
                    <a:srgbClr val="000000"/>
                  </a:solidFill>
                  <a:latin typeface="Arial"/>
                  <a:ea typeface="Arial"/>
                  <a:cs typeface="Arial"/>
                </a:defRPr>
              </a:pPr>
              <a:r>
                <a:rPr sz="877" b="0">
                  <a:solidFill>
                    <a:srgbClr val="000000"/>
                  </a:solidFill>
                  <a:latin typeface="Arial"/>
                  <a:ea typeface="Arial"/>
                  <a:cs typeface="Arial"/>
                </a:rPr>
                <a:t>x (source physical coordinate)</a:t>
              </a:r>
            </a:p>
          </p:txBody>
        </p:sp>
        <p:sp>
          <p:nvSpPr>
            <p:cNvPr id="170" name="source_extremum_3">
              <a:extLst>
                <a:ext uri="{FF2B5EF4-FFF2-40B4-BE49-F238E27FC236}">
                  <ns2:creationId id="{CF2BE7D1-B088-43B3-A25C-C7FF99758AF5}"/>
                </a:ext>
              </a:extLst>
            </p:cNvPr>
            <p:cNvSpPr>
              <a:spLocks noGrp="1"/>
            </p:cNvSpPr>
            <p:nvPr/>
          </p:nvSpPr>
          <p:spPr>
            <a:xfrm rot="0">
              <a:off x="1035168" y="7649487"/>
              <a:ext cx="85725" cy="85725"/>
            </a:xfrm>
            <a:prstGeom prst="ellipse">
              <a:avLst/>
            </a:prstGeom>
            <a:solidFill>
              <a:srgbClr val="FFFFFF"/>
            </a:solidFill>
            <a:ln w="11799">
              <a:solidFill>
                <a:srgbClr val="0072B2"/>
              </a:solidFill>
              <a:prstDash val="solid"/>
            </a:ln>
          </p:spPr>
        </p:sp>
        <p:sp>
          <p:nvSpPr>
            <p:cNvPr id="171" name="text_017">
              <a:extLst>
                <a:ext uri="{FF2B5EF4-FFF2-40B4-BE49-F238E27FC236}">
                  <ns2:creationId id="{7EA01AE8-1DD0-412F-9C63-E6E6DE6382BB}"/>
                </a:ext>
              </a:extLst>
            </p:cNvPr>
            <p:cNvSpPr>
              <a:spLocks noGrp="1"/>
            </p:cNvSpPr>
            <p:nvPr/>
          </p:nvSpPr>
          <p:spPr>
            <a:xfrm rot="0">
              <a:off x="1144706" y="7530424"/>
              <a:ext cx="228600" cy="200025"/>
            </a:xfrm>
            <a:prstGeom prst="rect">
              <a:avLst/>
            </a:prstGeom>
            <a:noFill/>
            <a:ln w="0">
              <a:noFill/>
              <a:prstDash val="solid"/>
            </a:ln>
          </p:spPr>
          <p:txBody>
            <a:bodyPr wrap="none" lIns="0" tIns="0" rIns="0" bIns="0" anchor="t">
              <a:noAutofit/>
            </a:bodyPr>
            <a:lstStyle>
              <a:defPPr algn="l">
                <a:defRPr sz="877" b="1">
                  <a:solidFill>
                    <a:srgbClr val="000000"/>
                  </a:solidFill>
                  <a:latin typeface="Arial"/>
                  <a:ea typeface="Arial"/>
                  <a:cs typeface="Arial"/>
                </a:defRPr>
              </a:defPPr>
              <a:lvl1pPr algn="l">
                <a:defRPr sz="877" b="1">
                  <a:solidFill>
                    <a:srgbClr val="000000"/>
                  </a:solidFill>
                  <a:latin typeface="Arial"/>
                  <a:ea typeface="Arial"/>
                  <a:cs typeface="Arial"/>
                </a:defRPr>
              </a:lvl1pPr>
              <a:lvl2pPr algn="l">
                <a:defRPr sz="877" b="1">
                  <a:solidFill>
                    <a:srgbClr val="000000"/>
                  </a:solidFill>
                  <a:latin typeface="Arial"/>
                  <a:ea typeface="Arial"/>
                  <a:cs typeface="Arial"/>
                </a:defRPr>
              </a:lvl2pPr>
              <a:lvl3pPr algn="l">
                <a:defRPr sz="877" b="1">
                  <a:solidFill>
                    <a:srgbClr val="000000"/>
                  </a:solidFill>
                  <a:latin typeface="Arial"/>
                  <a:ea typeface="Arial"/>
                  <a:cs typeface="Arial"/>
                </a:defRPr>
              </a:lvl3pPr>
              <a:lvl4pPr algn="l">
                <a:defRPr sz="877" b="1">
                  <a:solidFill>
                    <a:srgbClr val="000000"/>
                  </a:solidFill>
                  <a:latin typeface="Arial"/>
                  <a:ea typeface="Arial"/>
                  <a:cs typeface="Arial"/>
                </a:defRPr>
              </a:lvl4pPr>
              <a:lvl5pPr algn="l">
                <a:defRPr sz="877" b="1">
                  <a:solidFill>
                    <a:srgbClr val="000000"/>
                  </a:solidFill>
                  <a:latin typeface="Arial"/>
                  <a:ea typeface="Arial"/>
                  <a:cs typeface="Arial"/>
                </a:defRPr>
              </a:lvl5pPr>
              <a:lvl6pPr algn="l">
                <a:defRPr sz="877" b="1">
                  <a:solidFill>
                    <a:srgbClr val="000000"/>
                  </a:solidFill>
                  <a:latin typeface="Arial"/>
                  <a:ea typeface="Arial"/>
                  <a:cs typeface="Arial"/>
                </a:defRPr>
              </a:lvl6pPr>
              <a:lvl7pPr algn="l">
                <a:defRPr sz="877" b="1">
                  <a:solidFill>
                    <a:srgbClr val="000000"/>
                  </a:solidFill>
                  <a:latin typeface="Arial"/>
                  <a:ea typeface="Arial"/>
                  <a:cs typeface="Arial"/>
                </a:defRPr>
              </a:lvl7pPr>
              <a:lvl8pPr algn="l">
                <a:defRPr sz="877" b="1">
                  <a:solidFill>
                    <a:srgbClr val="000000"/>
                  </a:solidFill>
                  <a:latin typeface="Arial"/>
                  <a:ea typeface="Arial"/>
                  <a:cs typeface="Arial"/>
                </a:defRPr>
              </a:lvl8pPr>
              <a:lvl9pPr algn="l">
                <a:defRPr sz="877" b="1">
                  <a:solidFill>
                    <a:srgbClr val="000000"/>
                  </a:solidFill>
                  <a:latin typeface="Arial"/>
                  <a:ea typeface="Arial"/>
                  <a:cs typeface="Arial"/>
                </a:defRPr>
              </a:lvl9pPr>
            </a:lstStyle>
            <a:p>
              <a:pPr algn="l">
                <a:defRPr sz="877" b="1">
                  <a:solidFill>
                    <a:srgbClr val="000000"/>
                  </a:solidFill>
                  <a:latin typeface="Arial"/>
                  <a:ea typeface="Arial"/>
                  <a:cs typeface="Arial"/>
                </a:defRPr>
              </a:pPr>
              <a:r>
                <a:rPr sz="877" b="1">
                  <a:solidFill>
                    <a:srgbClr val="000000"/>
                  </a:solidFill>
                  <a:latin typeface="Arial"/>
                  <a:ea typeface="Arial"/>
                  <a:cs typeface="Arial"/>
                </a:rPr>
                <a:t>A</a:t>
              </a:r>
            </a:p>
          </p:txBody>
        </p:sp>
        <p:sp>
          <p:nvSpPr>
            <p:cNvPr id="172" name="source_extremum_17">
              <a:extLst>
                <a:ext uri="{FF2B5EF4-FFF2-40B4-BE49-F238E27FC236}">
                  <ns2:creationId id="{59A815E8-6AA7-45FB-B933-65CB6E6171A1}"/>
                </a:ext>
              </a:extLst>
            </p:cNvPr>
            <p:cNvSpPr>
              <a:spLocks noGrp="1"/>
            </p:cNvSpPr>
            <p:nvPr/>
          </p:nvSpPr>
          <p:spPr>
            <a:xfrm rot="0">
              <a:off x="3354932" y="6936125"/>
              <a:ext cx="85725" cy="85725"/>
            </a:xfrm>
            <a:prstGeom prst="ellipse">
              <a:avLst/>
            </a:prstGeom>
            <a:solidFill>
              <a:srgbClr val="FFFFFF"/>
            </a:solidFill>
            <a:ln w="11799">
              <a:solidFill>
                <a:srgbClr val="D55E00"/>
              </a:solidFill>
              <a:prstDash val="solid"/>
            </a:ln>
          </p:spPr>
        </p:sp>
        <p:sp>
          <p:nvSpPr>
            <p:cNvPr id="173" name="text_019">
              <a:extLst>
                <a:ext uri="{FF2B5EF4-FFF2-40B4-BE49-F238E27FC236}">
                  <ns2:creationId id="{E6DDF0E8-9644-4E87-B14F-C42735AC28E0}"/>
                </a:ext>
              </a:extLst>
            </p:cNvPr>
            <p:cNvSpPr>
              <a:spLocks noGrp="1"/>
            </p:cNvSpPr>
            <p:nvPr/>
          </p:nvSpPr>
          <p:spPr>
            <a:xfrm rot="0">
              <a:off x="3464470" y="6817063"/>
              <a:ext cx="228600" cy="200025"/>
            </a:xfrm>
            <a:prstGeom prst="rect">
              <a:avLst/>
            </a:prstGeom>
            <a:noFill/>
            <a:ln w="0">
              <a:noFill/>
              <a:prstDash val="solid"/>
            </a:ln>
          </p:spPr>
          <p:txBody>
            <a:bodyPr wrap="none" lIns="0" tIns="0" rIns="0" bIns="0" anchor="t">
              <a:noAutofit/>
            </a:bodyPr>
            <a:lstStyle>
              <a:defPPr algn="l">
                <a:defRPr sz="877" b="1">
                  <a:solidFill>
                    <a:srgbClr val="000000"/>
                  </a:solidFill>
                  <a:latin typeface="Arial"/>
                  <a:ea typeface="Arial"/>
                  <a:cs typeface="Arial"/>
                </a:defRPr>
              </a:defPPr>
              <a:lvl1pPr algn="l">
                <a:defRPr sz="877" b="1">
                  <a:solidFill>
                    <a:srgbClr val="000000"/>
                  </a:solidFill>
                  <a:latin typeface="Arial"/>
                  <a:ea typeface="Arial"/>
                  <a:cs typeface="Arial"/>
                </a:defRPr>
              </a:lvl1pPr>
              <a:lvl2pPr algn="l">
                <a:defRPr sz="877" b="1">
                  <a:solidFill>
                    <a:srgbClr val="000000"/>
                  </a:solidFill>
                  <a:latin typeface="Arial"/>
                  <a:ea typeface="Arial"/>
                  <a:cs typeface="Arial"/>
                </a:defRPr>
              </a:lvl2pPr>
              <a:lvl3pPr algn="l">
                <a:defRPr sz="877" b="1">
                  <a:solidFill>
                    <a:srgbClr val="000000"/>
                  </a:solidFill>
                  <a:latin typeface="Arial"/>
                  <a:ea typeface="Arial"/>
                  <a:cs typeface="Arial"/>
                </a:defRPr>
              </a:lvl3pPr>
              <a:lvl4pPr algn="l">
                <a:defRPr sz="877" b="1">
                  <a:solidFill>
                    <a:srgbClr val="000000"/>
                  </a:solidFill>
                  <a:latin typeface="Arial"/>
                  <a:ea typeface="Arial"/>
                  <a:cs typeface="Arial"/>
                </a:defRPr>
              </a:lvl4pPr>
              <a:lvl5pPr algn="l">
                <a:defRPr sz="877" b="1">
                  <a:solidFill>
                    <a:srgbClr val="000000"/>
                  </a:solidFill>
                  <a:latin typeface="Arial"/>
                  <a:ea typeface="Arial"/>
                  <a:cs typeface="Arial"/>
                </a:defRPr>
              </a:lvl5pPr>
              <a:lvl6pPr algn="l">
                <a:defRPr sz="877" b="1">
                  <a:solidFill>
                    <a:srgbClr val="000000"/>
                  </a:solidFill>
                  <a:latin typeface="Arial"/>
                  <a:ea typeface="Arial"/>
                  <a:cs typeface="Arial"/>
                </a:defRPr>
              </a:lvl6pPr>
              <a:lvl7pPr algn="l">
                <a:defRPr sz="877" b="1">
                  <a:solidFill>
                    <a:srgbClr val="000000"/>
                  </a:solidFill>
                  <a:latin typeface="Arial"/>
                  <a:ea typeface="Arial"/>
                  <a:cs typeface="Arial"/>
                </a:defRPr>
              </a:lvl7pPr>
              <a:lvl8pPr algn="l">
                <a:defRPr sz="877" b="1">
                  <a:solidFill>
                    <a:srgbClr val="000000"/>
                  </a:solidFill>
                  <a:latin typeface="Arial"/>
                  <a:ea typeface="Arial"/>
                  <a:cs typeface="Arial"/>
                </a:defRPr>
              </a:lvl8pPr>
              <a:lvl9pPr algn="l">
                <a:defRPr sz="877" b="1">
                  <a:solidFill>
                    <a:srgbClr val="000000"/>
                  </a:solidFill>
                  <a:latin typeface="Arial"/>
                  <a:ea typeface="Arial"/>
                  <a:cs typeface="Arial"/>
                </a:defRPr>
              </a:lvl9pPr>
            </a:lstStyle>
            <a:p>
              <a:pPr algn="l">
                <a:defRPr sz="877" b="1">
                  <a:solidFill>
                    <a:srgbClr val="000000"/>
                  </a:solidFill>
                  <a:latin typeface="Arial"/>
                  <a:ea typeface="Arial"/>
                  <a:cs typeface="Arial"/>
                </a:defRPr>
              </a:pPr>
              <a:r>
                <a:rPr sz="877" b="1">
                  <a:solidFill>
                    <a:srgbClr val="000000"/>
                  </a:solidFill>
                  <a:latin typeface="Arial"/>
                  <a:ea typeface="Arial"/>
                  <a:cs typeface="Arial"/>
                </a:rPr>
                <a:t>B</a:t>
              </a:r>
            </a:p>
          </p:txBody>
        </p:sp>
        <p:sp>
          <p:nvSpPr>
            <p:cNvPr id="174" name="source_extremum_14">
              <a:extLst>
                <a:ext uri="{FF2B5EF4-FFF2-40B4-BE49-F238E27FC236}">
                  <ns2:creationId id="{763895A0-C657-4BAB-8270-116467670BA8}"/>
                </a:ext>
              </a:extLst>
            </p:cNvPr>
            <p:cNvSpPr>
              <a:spLocks noGrp="1"/>
            </p:cNvSpPr>
            <p:nvPr/>
          </p:nvSpPr>
          <p:spPr>
            <a:xfrm rot="0">
              <a:off x="2834612" y="7195530"/>
              <a:ext cx="85725" cy="85725"/>
            </a:xfrm>
            <a:prstGeom prst="ellipse">
              <a:avLst/>
            </a:prstGeom>
            <a:solidFill>
              <a:srgbClr val="FFFFFF"/>
            </a:solidFill>
            <a:ln w="11799">
              <a:solidFill>
                <a:srgbClr val="009E73"/>
              </a:solidFill>
              <a:prstDash val="solid"/>
            </a:ln>
          </p:spPr>
        </p:sp>
        <p:sp>
          <p:nvSpPr>
            <p:cNvPr id="175" name="text_021">
              <a:extLst>
                <a:ext uri="{FF2B5EF4-FFF2-40B4-BE49-F238E27FC236}">
                  <ns2:creationId id="{AC99C9CD-B4CC-45EA-9B8D-03E69BA71D8C}"/>
                </a:ext>
              </a:extLst>
            </p:cNvPr>
            <p:cNvSpPr>
              <a:spLocks noGrp="1"/>
            </p:cNvSpPr>
            <p:nvPr/>
          </p:nvSpPr>
          <p:spPr>
            <a:xfrm rot="0">
              <a:off x="2944149" y="7076467"/>
              <a:ext cx="228600" cy="200025"/>
            </a:xfrm>
            <a:prstGeom prst="rect">
              <a:avLst/>
            </a:prstGeom>
            <a:noFill/>
            <a:ln w="0">
              <a:noFill/>
              <a:prstDash val="solid"/>
            </a:ln>
          </p:spPr>
          <p:txBody>
            <a:bodyPr wrap="none" lIns="0" tIns="0" rIns="0" bIns="0" anchor="t">
              <a:noAutofit/>
            </a:bodyPr>
            <a:lstStyle>
              <a:defPPr algn="l">
                <a:defRPr sz="877" b="1">
                  <a:solidFill>
                    <a:srgbClr val="000000"/>
                  </a:solidFill>
                  <a:latin typeface="Arial"/>
                  <a:ea typeface="Arial"/>
                  <a:cs typeface="Arial"/>
                </a:defRPr>
              </a:defPPr>
              <a:lvl1pPr algn="l">
                <a:defRPr sz="877" b="1">
                  <a:solidFill>
                    <a:srgbClr val="000000"/>
                  </a:solidFill>
                  <a:latin typeface="Arial"/>
                  <a:ea typeface="Arial"/>
                  <a:cs typeface="Arial"/>
                </a:defRPr>
              </a:lvl1pPr>
              <a:lvl2pPr algn="l">
                <a:defRPr sz="877" b="1">
                  <a:solidFill>
                    <a:srgbClr val="000000"/>
                  </a:solidFill>
                  <a:latin typeface="Arial"/>
                  <a:ea typeface="Arial"/>
                  <a:cs typeface="Arial"/>
                </a:defRPr>
              </a:lvl2pPr>
              <a:lvl3pPr algn="l">
                <a:defRPr sz="877" b="1">
                  <a:solidFill>
                    <a:srgbClr val="000000"/>
                  </a:solidFill>
                  <a:latin typeface="Arial"/>
                  <a:ea typeface="Arial"/>
                  <a:cs typeface="Arial"/>
                </a:defRPr>
              </a:lvl3pPr>
              <a:lvl4pPr algn="l">
                <a:defRPr sz="877" b="1">
                  <a:solidFill>
                    <a:srgbClr val="000000"/>
                  </a:solidFill>
                  <a:latin typeface="Arial"/>
                  <a:ea typeface="Arial"/>
                  <a:cs typeface="Arial"/>
                </a:defRPr>
              </a:lvl4pPr>
              <a:lvl5pPr algn="l">
                <a:defRPr sz="877" b="1">
                  <a:solidFill>
                    <a:srgbClr val="000000"/>
                  </a:solidFill>
                  <a:latin typeface="Arial"/>
                  <a:ea typeface="Arial"/>
                  <a:cs typeface="Arial"/>
                </a:defRPr>
              </a:lvl5pPr>
              <a:lvl6pPr algn="l">
                <a:defRPr sz="877" b="1">
                  <a:solidFill>
                    <a:srgbClr val="000000"/>
                  </a:solidFill>
                  <a:latin typeface="Arial"/>
                  <a:ea typeface="Arial"/>
                  <a:cs typeface="Arial"/>
                </a:defRPr>
              </a:lvl6pPr>
              <a:lvl7pPr algn="l">
                <a:defRPr sz="877" b="1">
                  <a:solidFill>
                    <a:srgbClr val="000000"/>
                  </a:solidFill>
                  <a:latin typeface="Arial"/>
                  <a:ea typeface="Arial"/>
                  <a:cs typeface="Arial"/>
                </a:defRPr>
              </a:lvl7pPr>
              <a:lvl8pPr algn="l">
                <a:defRPr sz="877" b="1">
                  <a:solidFill>
                    <a:srgbClr val="000000"/>
                  </a:solidFill>
                  <a:latin typeface="Arial"/>
                  <a:ea typeface="Arial"/>
                  <a:cs typeface="Arial"/>
                </a:defRPr>
              </a:lvl8pPr>
              <a:lvl9pPr algn="l">
                <a:defRPr sz="877" b="1">
                  <a:solidFill>
                    <a:srgbClr val="000000"/>
                  </a:solidFill>
                  <a:latin typeface="Arial"/>
                  <a:ea typeface="Arial"/>
                  <a:cs typeface="Arial"/>
                </a:defRPr>
              </a:lvl9pPr>
            </a:lstStyle>
            <a:p>
              <a:pPr algn="l">
                <a:defRPr sz="877" b="1">
                  <a:solidFill>
                    <a:srgbClr val="000000"/>
                  </a:solidFill>
                  <a:latin typeface="Arial"/>
                  <a:ea typeface="Arial"/>
                  <a:cs typeface="Arial"/>
                </a:defRPr>
              </a:pPr>
              <a:r>
                <a:rPr sz="877" b="1">
                  <a:solidFill>
                    <a:srgbClr val="000000"/>
                  </a:solidFill>
                  <a:latin typeface="Arial"/>
                  <a:ea typeface="Arial"/>
                  <a:cs typeface="Arial"/>
                </a:rPr>
                <a:t>C</a:t>
              </a:r>
            </a:p>
          </p:txBody>
        </p:sp>
        <p:sp>
          <p:nvSpPr>
            <p:cNvPr id="176" name="text_022">
              <a:extLst>
                <a:ext uri="{FF2B5EF4-FFF2-40B4-BE49-F238E27FC236}">
                  <ns2:creationId id="{858D319D-1A44-4068-81F5-6C426749FAA1}"/>
                </a:ext>
              </a:extLst>
            </p:cNvPr>
            <p:cNvSpPr>
              <a:spLocks noGrp="1"/>
            </p:cNvSpPr>
            <p:nvPr/>
          </p:nvSpPr>
          <p:spPr>
            <a:xfrm rot="0">
              <a:off x="171450" y="8267700"/>
              <a:ext cx="3667125" cy="209550"/>
            </a:xfrm>
            <a:prstGeom prst="rect">
              <a:avLst/>
            </a:prstGeom>
            <a:noFill/>
            <a:ln w="0">
              <a:noFill/>
              <a:prstDash val="solid"/>
            </a:ln>
          </p:spPr>
          <p:txBody>
            <a:bodyPr wrap="none" lIns="0" tIns="0" rIns="0" bIns="0" anchor="t">
              <a:noAutofit/>
            </a:bodyPr>
            <a:lstStyle>
              <a:defPPr algn="l">
                <a:defRPr sz="774" b="0">
                  <a:solidFill>
                    <a:srgbClr val="000000"/>
                  </a:solidFill>
                  <a:latin typeface="Arial"/>
                  <a:ea typeface="Arial"/>
                  <a:cs typeface="Arial"/>
                </a:defRPr>
              </a:defPPr>
              <a:lvl1pPr algn="l">
                <a:defRPr sz="774" b="0">
                  <a:solidFill>
                    <a:srgbClr val="000000"/>
                  </a:solidFill>
                  <a:latin typeface="Arial"/>
                  <a:ea typeface="Arial"/>
                  <a:cs typeface="Arial"/>
                </a:defRPr>
              </a:lvl1pPr>
              <a:lvl2pPr algn="l">
                <a:defRPr sz="774" b="0">
                  <a:solidFill>
                    <a:srgbClr val="000000"/>
                  </a:solidFill>
                  <a:latin typeface="Arial"/>
                  <a:ea typeface="Arial"/>
                  <a:cs typeface="Arial"/>
                </a:defRPr>
              </a:lvl2pPr>
              <a:lvl3pPr algn="l">
                <a:defRPr sz="774" b="0">
                  <a:solidFill>
                    <a:srgbClr val="000000"/>
                  </a:solidFill>
                  <a:latin typeface="Arial"/>
                  <a:ea typeface="Arial"/>
                  <a:cs typeface="Arial"/>
                </a:defRPr>
              </a:lvl3pPr>
              <a:lvl4pPr algn="l">
                <a:defRPr sz="774" b="0">
                  <a:solidFill>
                    <a:srgbClr val="000000"/>
                  </a:solidFill>
                  <a:latin typeface="Arial"/>
                  <a:ea typeface="Arial"/>
                  <a:cs typeface="Arial"/>
                </a:defRPr>
              </a:lvl4pPr>
              <a:lvl5pPr algn="l">
                <a:defRPr sz="774" b="0">
                  <a:solidFill>
                    <a:srgbClr val="000000"/>
                  </a:solidFill>
                  <a:latin typeface="Arial"/>
                  <a:ea typeface="Arial"/>
                  <a:cs typeface="Arial"/>
                </a:defRPr>
              </a:lvl5pPr>
              <a:lvl6pPr algn="l">
                <a:defRPr sz="774" b="0">
                  <a:solidFill>
                    <a:srgbClr val="000000"/>
                  </a:solidFill>
                  <a:latin typeface="Arial"/>
                  <a:ea typeface="Arial"/>
                  <a:cs typeface="Arial"/>
                </a:defRPr>
              </a:lvl6pPr>
              <a:lvl7pPr algn="l">
                <a:defRPr sz="774" b="0">
                  <a:solidFill>
                    <a:srgbClr val="000000"/>
                  </a:solidFill>
                  <a:latin typeface="Arial"/>
                  <a:ea typeface="Arial"/>
                  <a:cs typeface="Arial"/>
                </a:defRPr>
              </a:lvl7pPr>
              <a:lvl8pPr algn="l">
                <a:defRPr sz="774" b="0">
                  <a:solidFill>
                    <a:srgbClr val="000000"/>
                  </a:solidFill>
                  <a:latin typeface="Arial"/>
                  <a:ea typeface="Arial"/>
                  <a:cs typeface="Arial"/>
                </a:defRPr>
              </a:lvl8pPr>
              <a:lvl9pPr algn="l">
                <a:defRPr sz="774" b="0">
                  <a:solidFill>
                    <a:srgbClr val="000000"/>
                  </a:solidFill>
                  <a:latin typeface="Arial"/>
                  <a:ea typeface="Arial"/>
                  <a:cs typeface="Arial"/>
                </a:defRPr>
              </a:lvl9pPr>
            </a:lstStyle>
            <a:p>
              <a:pPr algn="l">
                <a:defRPr sz="774" b="0">
                  <a:solidFill>
                    <a:srgbClr val="000000"/>
                  </a:solidFill>
                  <a:latin typeface="Arial"/>
                  <a:ea typeface="Arial"/>
                  <a:cs typeface="Arial"/>
                </a:defRPr>
              </a:pPr>
              <a:r>
                <a:rPr sz="774" b="0">
                  <a:solidFill>
                    <a:srgbClr val="000000"/>
                  </a:solidFill>
                  <a:latin typeface="Arial"/>
                  <a:ea typeface="Arial"/>
                  <a:cs typeface="Arial"/>
                </a:rPr>
                <a:t>Q maximum over y; markers show extrema (x,z)</a:t>
              </a:r>
            </a:p>
          </p:txBody>
        </p:sp>
        <p:sp>
          <p:nvSpPr>
            <p:cNvPr id="177" name="text_023">
              <a:extLst>
                <a:ext uri="{FF2B5EF4-FFF2-40B4-BE49-F238E27FC236}">
                  <ns2:creationId id="{FF2F014E-C1E1-4DE6-B413-CF341B500D0B}"/>
                </a:ext>
              </a:extLst>
            </p:cNvPr>
            <p:cNvSpPr>
              <a:spLocks noGrp="1"/>
            </p:cNvSpPr>
            <p:nvPr/>
          </p:nvSpPr>
          <p:spPr>
            <a:xfrm rot="0">
              <a:off x="4010025" y="5715000"/>
              <a:ext cx="3790950" cy="266700"/>
            </a:xfrm>
            <a:prstGeom prst="rect">
              <a:avLst/>
            </a:prstGeom>
            <a:noFill/>
            <a:ln w="0">
              <a:noFill/>
              <a:prstDash val="solid"/>
            </a:ln>
          </p:spPr>
          <p:txBody>
            <a:bodyPr wrap="none" lIns="0" tIns="0" rIns="0" bIns="0" anchor="t">
              <a:noAutofit/>
            </a:bodyPr>
            <a:lstStyle>
              <a:defPPr algn="l">
                <a:defRPr sz="1135" b="1">
                  <a:solidFill>
                    <a:srgbClr val="000000"/>
                  </a:solidFill>
                  <a:latin typeface="Arial"/>
                  <a:ea typeface="Arial"/>
                  <a:cs typeface="Arial"/>
                </a:defRPr>
              </a:defPPr>
              <a:lvl1pPr algn="l">
                <a:defRPr sz="1135" b="1">
                  <a:solidFill>
                    <a:srgbClr val="000000"/>
                  </a:solidFill>
                  <a:latin typeface="Arial"/>
                  <a:ea typeface="Arial"/>
                  <a:cs typeface="Arial"/>
                </a:defRPr>
              </a:lvl1pPr>
              <a:lvl2pPr algn="l">
                <a:defRPr sz="1135" b="1">
                  <a:solidFill>
                    <a:srgbClr val="000000"/>
                  </a:solidFill>
                  <a:latin typeface="Arial"/>
                  <a:ea typeface="Arial"/>
                  <a:cs typeface="Arial"/>
                </a:defRPr>
              </a:lvl2pPr>
              <a:lvl3pPr algn="l">
                <a:defRPr sz="1135" b="1">
                  <a:solidFill>
                    <a:srgbClr val="000000"/>
                  </a:solidFill>
                  <a:latin typeface="Arial"/>
                  <a:ea typeface="Arial"/>
                  <a:cs typeface="Arial"/>
                </a:defRPr>
              </a:lvl3pPr>
              <a:lvl4pPr algn="l">
                <a:defRPr sz="1135" b="1">
                  <a:solidFill>
                    <a:srgbClr val="000000"/>
                  </a:solidFill>
                  <a:latin typeface="Arial"/>
                  <a:ea typeface="Arial"/>
                  <a:cs typeface="Arial"/>
                </a:defRPr>
              </a:lvl4pPr>
              <a:lvl5pPr algn="l">
                <a:defRPr sz="1135" b="1">
                  <a:solidFill>
                    <a:srgbClr val="000000"/>
                  </a:solidFill>
                  <a:latin typeface="Arial"/>
                  <a:ea typeface="Arial"/>
                  <a:cs typeface="Arial"/>
                </a:defRPr>
              </a:lvl5pPr>
              <a:lvl6pPr algn="l">
                <a:defRPr sz="1135" b="1">
                  <a:solidFill>
                    <a:srgbClr val="000000"/>
                  </a:solidFill>
                  <a:latin typeface="Arial"/>
                  <a:ea typeface="Arial"/>
                  <a:cs typeface="Arial"/>
                </a:defRPr>
              </a:lvl6pPr>
              <a:lvl7pPr algn="l">
                <a:defRPr sz="1135" b="1">
                  <a:solidFill>
                    <a:srgbClr val="000000"/>
                  </a:solidFill>
                  <a:latin typeface="Arial"/>
                  <a:ea typeface="Arial"/>
                  <a:cs typeface="Arial"/>
                </a:defRPr>
              </a:lvl7pPr>
              <a:lvl8pPr algn="l">
                <a:defRPr sz="1135" b="1">
                  <a:solidFill>
                    <a:srgbClr val="000000"/>
                  </a:solidFill>
                  <a:latin typeface="Arial"/>
                  <a:ea typeface="Arial"/>
                  <a:cs typeface="Arial"/>
                </a:defRPr>
              </a:lvl8pPr>
              <a:lvl9pPr algn="l">
                <a:defRPr sz="1135" b="1">
                  <a:solidFill>
                    <a:srgbClr val="000000"/>
                  </a:solidFill>
                  <a:latin typeface="Arial"/>
                  <a:ea typeface="Arial"/>
                  <a:cs typeface="Arial"/>
                </a:defRPr>
              </a:lvl9pPr>
            </a:lstStyle>
            <a:p>
              <a:pPr algn="l">
                <a:defRPr sz="1135" b="1">
                  <a:solidFill>
                    <a:srgbClr val="000000"/>
                  </a:solidFill>
                  <a:latin typeface="Arial"/>
                  <a:ea typeface="Arial"/>
                  <a:cs typeface="Arial"/>
                </a:defRPr>
              </a:pPr>
              <a:r>
                <a:rPr sz="1135" b="1">
                  <a:solidFill>
                    <a:srgbClr val="000000"/>
                  </a:solidFill>
                  <a:latin typeface="Arial"/>
                  <a:ea typeface="Arial"/>
                  <a:cs typeface="Arial"/>
                </a:rPr>
                <a:t>(e) Reference and saved anchors</a:t>
              </a:r>
            </a:p>
          </p:txBody>
        </p:sp>
        <p:sp>
          <p:nvSpPr>
            <p:cNvPr id="178" name="text_024">
              <a:extLst>
                <a:ext uri="{FF2B5EF4-FFF2-40B4-BE49-F238E27FC236}">
                  <ns2:creationId id="{D5894EE8-7060-4230-9E0E-86341937FEE7}"/>
                </a:ext>
              </a:extLst>
            </p:cNvPr>
            <p:cNvSpPr>
              <a:spLocks noGrp="1"/>
            </p:cNvSpPr>
            <p:nvPr/>
          </p:nvSpPr>
          <p:spPr>
            <a:xfrm rot="0">
              <a:off x="3990975" y="6200775"/>
              <a:ext cx="466725" cy="209550"/>
            </a:xfrm>
            <a:prstGeom prst="rect">
              <a:avLst/>
            </a:prstGeom>
            <a:noFill/>
            <a:ln w="0">
              <a:noFill/>
              <a:prstDash val="solid"/>
            </a:ln>
          </p:spPr>
          <p:txBody>
            <a:bodyPr wrap="none" lIns="0" tIns="0" rIns="0" bIns="0" anchor="t">
              <a:noAutofit/>
            </a:bodyPr>
            <a:lstStyle>
              <a:defPPr algn="l">
                <a:defRPr sz="877" b="1">
                  <a:solidFill>
                    <a:srgbClr val="000000"/>
                  </a:solidFill>
                  <a:latin typeface="Arial"/>
                  <a:ea typeface="Arial"/>
                  <a:cs typeface="Arial"/>
                </a:defRPr>
              </a:defPPr>
              <a:lvl1pPr algn="l">
                <a:defRPr sz="877" b="1">
                  <a:solidFill>
                    <a:srgbClr val="000000"/>
                  </a:solidFill>
                  <a:latin typeface="Arial"/>
                  <a:ea typeface="Arial"/>
                  <a:cs typeface="Arial"/>
                </a:defRPr>
              </a:lvl1pPr>
              <a:lvl2pPr algn="l">
                <a:defRPr sz="877" b="1">
                  <a:solidFill>
                    <a:srgbClr val="000000"/>
                  </a:solidFill>
                  <a:latin typeface="Arial"/>
                  <a:ea typeface="Arial"/>
                  <a:cs typeface="Arial"/>
                </a:defRPr>
              </a:lvl2pPr>
              <a:lvl3pPr algn="l">
                <a:defRPr sz="877" b="1">
                  <a:solidFill>
                    <a:srgbClr val="000000"/>
                  </a:solidFill>
                  <a:latin typeface="Arial"/>
                  <a:ea typeface="Arial"/>
                  <a:cs typeface="Arial"/>
                </a:defRPr>
              </a:lvl3pPr>
              <a:lvl4pPr algn="l">
                <a:defRPr sz="877" b="1">
                  <a:solidFill>
                    <a:srgbClr val="000000"/>
                  </a:solidFill>
                  <a:latin typeface="Arial"/>
                  <a:ea typeface="Arial"/>
                  <a:cs typeface="Arial"/>
                </a:defRPr>
              </a:lvl4pPr>
              <a:lvl5pPr algn="l">
                <a:defRPr sz="877" b="1">
                  <a:solidFill>
                    <a:srgbClr val="000000"/>
                  </a:solidFill>
                  <a:latin typeface="Arial"/>
                  <a:ea typeface="Arial"/>
                  <a:cs typeface="Arial"/>
                </a:defRPr>
              </a:lvl5pPr>
              <a:lvl6pPr algn="l">
                <a:defRPr sz="877" b="1">
                  <a:solidFill>
                    <a:srgbClr val="000000"/>
                  </a:solidFill>
                  <a:latin typeface="Arial"/>
                  <a:ea typeface="Arial"/>
                  <a:cs typeface="Arial"/>
                </a:defRPr>
              </a:lvl6pPr>
              <a:lvl7pPr algn="l">
                <a:defRPr sz="877" b="1">
                  <a:solidFill>
                    <a:srgbClr val="000000"/>
                  </a:solidFill>
                  <a:latin typeface="Arial"/>
                  <a:ea typeface="Arial"/>
                  <a:cs typeface="Arial"/>
                </a:defRPr>
              </a:lvl7pPr>
              <a:lvl8pPr algn="l">
                <a:defRPr sz="877" b="1">
                  <a:solidFill>
                    <a:srgbClr val="000000"/>
                  </a:solidFill>
                  <a:latin typeface="Arial"/>
                  <a:ea typeface="Arial"/>
                  <a:cs typeface="Arial"/>
                </a:defRPr>
              </a:lvl8pPr>
              <a:lvl9pPr algn="l">
                <a:defRPr sz="877" b="1">
                  <a:solidFill>
                    <a:srgbClr val="000000"/>
                  </a:solidFill>
                  <a:latin typeface="Arial"/>
                  <a:ea typeface="Arial"/>
                  <a:cs typeface="Arial"/>
                </a:defRPr>
              </a:lvl9pPr>
            </a:lstStyle>
            <a:p>
              <a:pPr algn="l">
                <a:defRPr sz="877" b="1">
                  <a:solidFill>
                    <a:srgbClr val="000000"/>
                  </a:solidFill>
                  <a:latin typeface="Arial"/>
                  <a:ea typeface="Arial"/>
                  <a:cs typeface="Arial"/>
                </a:defRPr>
              </a:pPr>
              <a:r>
                <a:rPr sz="877" b="1">
                  <a:solidFill>
                    <a:srgbClr val="000000"/>
                  </a:solidFill>
                  <a:latin typeface="Arial"/>
                  <a:ea typeface="Arial"/>
                  <a:cs typeface="Arial"/>
                </a:rPr>
                <a:t>q</a:t>
              </a:r>
            </a:p>
          </p:txBody>
        </p:sp>
        <p:sp>
          <p:nvSpPr>
            <p:cNvPr id="179" name="line_025">
              <a:extLst>
                <a:ext uri="{FF2B5EF4-FFF2-40B4-BE49-F238E27FC236}">
                  <ns2:creationId id="{6DB9A5B1-4CD7-4184-93B2-9F21DD1002C7}"/>
                </a:ext>
              </a:extLst>
            </p:cNvPr>
            <p:cNvSpPr>
              <a:spLocks noGrp="1"/>
            </p:cNvSpPr>
            <p:nvPr/>
          </p:nvSpPr>
          <p:spPr>
            <a:xfrm>
              <a:off x="4524375" y="6305550"/>
              <a:ext cx="2857500" cy="95"/>
            </a:xfrm>
            <a:custGeom>
              <a:pathLst>
                <a:path w="2857500" h="95">
                  <a:moveTo>
                    <a:pt x="0" y="0"/>
                  </a:moveTo>
                  <a:lnTo>
                    <a:pt x="2857500" y="0"/>
                  </a:lnTo>
                </a:path>
              </a:pathLst>
            </a:custGeom>
            <a:noFill/>
            <a:ln w="4589">
              <a:solidFill>
                <a:srgbClr val="7B8790"/>
              </a:solidFill>
              <a:prstDash val="solid"/>
            </a:ln>
          </p:spPr>
        </p:sp>
        <p:sp>
          <p:nvSpPr>
            <p:cNvPr id="180" name="text_026">
              <a:extLst>
                <a:ext uri="{FF2B5EF4-FFF2-40B4-BE49-F238E27FC236}">
                  <ns2:creationId id="{77845DC9-F2D3-403C-94B3-EC0D00FF934B}"/>
                </a:ext>
              </a:extLst>
            </p:cNvPr>
            <p:cNvSpPr>
              <a:spLocks noGrp="1"/>
            </p:cNvSpPr>
            <p:nvPr/>
          </p:nvSpPr>
          <p:spPr>
            <a:xfrm rot="0">
              <a:off x="3990975" y="6638925"/>
              <a:ext cx="466725" cy="209550"/>
            </a:xfrm>
            <a:prstGeom prst="rect">
              <a:avLst/>
            </a:prstGeom>
            <a:noFill/>
            <a:ln w="0">
              <a:noFill/>
              <a:prstDash val="solid"/>
            </a:ln>
          </p:spPr>
          <p:txBody>
            <a:bodyPr wrap="none" lIns="0" tIns="0" rIns="0" bIns="0" anchor="t">
              <a:noAutofit/>
            </a:bodyPr>
            <a:lstStyle>
              <a:defPPr algn="l">
                <a:defRPr sz="877" b="1">
                  <a:solidFill>
                    <a:srgbClr val="000000"/>
                  </a:solidFill>
                  <a:latin typeface="Arial"/>
                  <a:ea typeface="Arial"/>
                  <a:cs typeface="Arial"/>
                </a:defRPr>
              </a:defPPr>
              <a:lvl1pPr algn="l">
                <a:defRPr sz="877" b="1">
                  <a:solidFill>
                    <a:srgbClr val="000000"/>
                  </a:solidFill>
                  <a:latin typeface="Arial"/>
                  <a:ea typeface="Arial"/>
                  <a:cs typeface="Arial"/>
                </a:defRPr>
              </a:lvl1pPr>
              <a:lvl2pPr algn="l">
                <a:defRPr sz="877" b="1">
                  <a:solidFill>
                    <a:srgbClr val="000000"/>
                  </a:solidFill>
                  <a:latin typeface="Arial"/>
                  <a:ea typeface="Arial"/>
                  <a:cs typeface="Arial"/>
                </a:defRPr>
              </a:lvl2pPr>
              <a:lvl3pPr algn="l">
                <a:defRPr sz="877" b="1">
                  <a:solidFill>
                    <a:srgbClr val="000000"/>
                  </a:solidFill>
                  <a:latin typeface="Arial"/>
                  <a:ea typeface="Arial"/>
                  <a:cs typeface="Arial"/>
                </a:defRPr>
              </a:lvl3pPr>
              <a:lvl4pPr algn="l">
                <a:defRPr sz="877" b="1">
                  <a:solidFill>
                    <a:srgbClr val="000000"/>
                  </a:solidFill>
                  <a:latin typeface="Arial"/>
                  <a:ea typeface="Arial"/>
                  <a:cs typeface="Arial"/>
                </a:defRPr>
              </a:lvl4pPr>
              <a:lvl5pPr algn="l">
                <a:defRPr sz="877" b="1">
                  <a:solidFill>
                    <a:srgbClr val="000000"/>
                  </a:solidFill>
                  <a:latin typeface="Arial"/>
                  <a:ea typeface="Arial"/>
                  <a:cs typeface="Arial"/>
                </a:defRPr>
              </a:lvl5pPr>
              <a:lvl6pPr algn="l">
                <a:defRPr sz="877" b="1">
                  <a:solidFill>
                    <a:srgbClr val="000000"/>
                  </a:solidFill>
                  <a:latin typeface="Arial"/>
                  <a:ea typeface="Arial"/>
                  <a:cs typeface="Arial"/>
                </a:defRPr>
              </a:lvl6pPr>
              <a:lvl7pPr algn="l">
                <a:defRPr sz="877" b="1">
                  <a:solidFill>
                    <a:srgbClr val="000000"/>
                  </a:solidFill>
                  <a:latin typeface="Arial"/>
                  <a:ea typeface="Arial"/>
                  <a:cs typeface="Arial"/>
                </a:defRPr>
              </a:lvl7pPr>
              <a:lvl8pPr algn="l">
                <a:defRPr sz="877" b="1">
                  <a:solidFill>
                    <a:srgbClr val="000000"/>
                  </a:solidFill>
                  <a:latin typeface="Arial"/>
                  <a:ea typeface="Arial"/>
                  <a:cs typeface="Arial"/>
                </a:defRPr>
              </a:lvl8pPr>
              <a:lvl9pPr algn="l">
                <a:defRPr sz="877" b="1">
                  <a:solidFill>
                    <a:srgbClr val="000000"/>
                  </a:solidFill>
                  <a:latin typeface="Arial"/>
                  <a:ea typeface="Arial"/>
                  <a:cs typeface="Arial"/>
                </a:defRPr>
              </a:lvl9pPr>
            </a:lstStyle>
            <a:p>
              <a:pPr algn="l">
                <a:defRPr sz="877" b="1">
                  <a:solidFill>
                    <a:srgbClr val="000000"/>
                  </a:solidFill>
                  <a:latin typeface="Arial"/>
                  <a:ea typeface="Arial"/>
                  <a:cs typeface="Arial"/>
                </a:defRPr>
              </a:pPr>
              <a:r>
                <a:rPr sz="877" b="1">
                  <a:solidFill>
                    <a:srgbClr val="000000"/>
                  </a:solidFill>
                  <a:latin typeface="Arial"/>
                  <a:ea typeface="Arial"/>
                  <a:cs typeface="Arial"/>
                </a:rPr>
                <a:t>P</a:t>
              </a:r>
            </a:p>
          </p:txBody>
        </p:sp>
        <p:sp>
          <p:nvSpPr>
            <p:cNvPr id="181" name="line_027">
              <a:extLst>
                <a:ext uri="{FF2B5EF4-FFF2-40B4-BE49-F238E27FC236}">
                  <ns2:creationId id="{04987173-0A45-4432-874F-832C448629F7}"/>
                </a:ext>
              </a:extLst>
            </p:cNvPr>
            <p:cNvSpPr>
              <a:spLocks noGrp="1"/>
            </p:cNvSpPr>
            <p:nvPr/>
          </p:nvSpPr>
          <p:spPr>
            <a:xfrm>
              <a:off x="4524375" y="6743700"/>
              <a:ext cx="2857500" cy="95"/>
            </a:xfrm>
            <a:custGeom>
              <a:pathLst>
                <a:path w="2857500" h="95">
                  <a:moveTo>
                    <a:pt x="0" y="0"/>
                  </a:moveTo>
                  <a:lnTo>
                    <a:pt x="2857500" y="0"/>
                  </a:lnTo>
                </a:path>
              </a:pathLst>
            </a:custGeom>
            <a:noFill/>
            <a:ln w="4589">
              <a:solidFill>
                <a:srgbClr val="7B8790"/>
              </a:solidFill>
              <a:prstDash val="solid"/>
            </a:ln>
          </p:spPr>
        </p:sp>
        <p:sp>
          <p:nvSpPr>
            <p:cNvPr id="182" name="text_028">
              <a:extLst>
                <a:ext uri="{FF2B5EF4-FFF2-40B4-BE49-F238E27FC236}">
                  <ns2:creationId id="{859A186F-EE04-4A16-8BE1-97DDC63C76C5}"/>
                </a:ext>
              </a:extLst>
            </p:cNvPr>
            <p:cNvSpPr>
              <a:spLocks noGrp="1"/>
            </p:cNvSpPr>
            <p:nvPr/>
          </p:nvSpPr>
          <p:spPr>
            <a:xfrm rot="0">
              <a:off x="3990975" y="7077075"/>
              <a:ext cx="466725" cy="209550"/>
            </a:xfrm>
            <a:prstGeom prst="rect">
              <a:avLst/>
            </a:prstGeom>
            <a:noFill/>
            <a:ln w="0">
              <a:noFill/>
              <a:prstDash val="solid"/>
            </a:ln>
          </p:spPr>
          <p:txBody>
            <a:bodyPr wrap="none" lIns="0" tIns="0" rIns="0" bIns="0" anchor="t">
              <a:noAutofit/>
            </a:bodyPr>
            <a:lstStyle>
              <a:defPPr algn="l">
                <a:defRPr sz="877" b="1">
                  <a:solidFill>
                    <a:srgbClr val="000000"/>
                  </a:solidFill>
                  <a:latin typeface="Arial"/>
                  <a:ea typeface="Arial"/>
                  <a:cs typeface="Arial"/>
                </a:defRPr>
              </a:defPPr>
              <a:lvl1pPr algn="l">
                <a:defRPr sz="877" b="1">
                  <a:solidFill>
                    <a:srgbClr val="000000"/>
                  </a:solidFill>
                  <a:latin typeface="Arial"/>
                  <a:ea typeface="Arial"/>
                  <a:cs typeface="Arial"/>
                </a:defRPr>
              </a:lvl1pPr>
              <a:lvl2pPr algn="l">
                <a:defRPr sz="877" b="1">
                  <a:solidFill>
                    <a:srgbClr val="000000"/>
                  </a:solidFill>
                  <a:latin typeface="Arial"/>
                  <a:ea typeface="Arial"/>
                  <a:cs typeface="Arial"/>
                </a:defRPr>
              </a:lvl2pPr>
              <a:lvl3pPr algn="l">
                <a:defRPr sz="877" b="1">
                  <a:solidFill>
                    <a:srgbClr val="000000"/>
                  </a:solidFill>
                  <a:latin typeface="Arial"/>
                  <a:ea typeface="Arial"/>
                  <a:cs typeface="Arial"/>
                </a:defRPr>
              </a:lvl3pPr>
              <a:lvl4pPr algn="l">
                <a:defRPr sz="877" b="1">
                  <a:solidFill>
                    <a:srgbClr val="000000"/>
                  </a:solidFill>
                  <a:latin typeface="Arial"/>
                  <a:ea typeface="Arial"/>
                  <a:cs typeface="Arial"/>
                </a:defRPr>
              </a:lvl4pPr>
              <a:lvl5pPr algn="l">
                <a:defRPr sz="877" b="1">
                  <a:solidFill>
                    <a:srgbClr val="000000"/>
                  </a:solidFill>
                  <a:latin typeface="Arial"/>
                  <a:ea typeface="Arial"/>
                  <a:cs typeface="Arial"/>
                </a:defRPr>
              </a:lvl5pPr>
              <a:lvl6pPr algn="l">
                <a:defRPr sz="877" b="1">
                  <a:solidFill>
                    <a:srgbClr val="000000"/>
                  </a:solidFill>
                  <a:latin typeface="Arial"/>
                  <a:ea typeface="Arial"/>
                  <a:cs typeface="Arial"/>
                </a:defRPr>
              </a:lvl6pPr>
              <a:lvl7pPr algn="l">
                <a:defRPr sz="877" b="1">
                  <a:solidFill>
                    <a:srgbClr val="000000"/>
                  </a:solidFill>
                  <a:latin typeface="Arial"/>
                  <a:ea typeface="Arial"/>
                  <a:cs typeface="Arial"/>
                </a:defRPr>
              </a:lvl7pPr>
              <a:lvl8pPr algn="l">
                <a:defRPr sz="877" b="1">
                  <a:solidFill>
                    <a:srgbClr val="000000"/>
                  </a:solidFill>
                  <a:latin typeface="Arial"/>
                  <a:ea typeface="Arial"/>
                  <a:cs typeface="Arial"/>
                </a:defRPr>
              </a:lvl8pPr>
              <a:lvl9pPr algn="l">
                <a:defRPr sz="877" b="1">
                  <a:solidFill>
                    <a:srgbClr val="000000"/>
                  </a:solidFill>
                  <a:latin typeface="Arial"/>
                  <a:ea typeface="Arial"/>
                  <a:cs typeface="Arial"/>
                </a:defRPr>
              </a:lvl9pPr>
            </a:lstStyle>
            <a:p>
              <a:pPr algn="l">
                <a:defRPr sz="877" b="1">
                  <a:solidFill>
                    <a:srgbClr val="000000"/>
                  </a:solidFill>
                  <a:latin typeface="Arial"/>
                  <a:ea typeface="Arial"/>
                  <a:cs typeface="Arial"/>
                </a:defRPr>
              </a:pPr>
              <a:r>
                <a:rPr sz="877" b="1">
                  <a:solidFill>
                    <a:srgbClr val="000000"/>
                  </a:solidFill>
                  <a:latin typeface="Arial"/>
                  <a:ea typeface="Arial"/>
                  <a:cs typeface="Arial"/>
                </a:rPr>
                <a:t>R2</a:t>
              </a:r>
            </a:p>
          </p:txBody>
        </p:sp>
        <p:sp>
          <p:nvSpPr>
            <p:cNvPr id="183" name="line_029">
              <a:extLst>
                <a:ext uri="{FF2B5EF4-FFF2-40B4-BE49-F238E27FC236}">
                  <ns2:creationId id="{13A96A03-4ABE-4896-88EF-313A92E15FD7}"/>
                </a:ext>
              </a:extLst>
            </p:cNvPr>
            <p:cNvSpPr>
              <a:spLocks noGrp="1"/>
            </p:cNvSpPr>
            <p:nvPr/>
          </p:nvSpPr>
          <p:spPr>
            <a:xfrm>
              <a:off x="4524375" y="7181850"/>
              <a:ext cx="2857500" cy="95"/>
            </a:xfrm>
            <a:custGeom>
              <a:pathLst>
                <a:path w="2857500" h="95">
                  <a:moveTo>
                    <a:pt x="0" y="0"/>
                  </a:moveTo>
                  <a:lnTo>
                    <a:pt x="2857500" y="0"/>
                  </a:lnTo>
                </a:path>
              </a:pathLst>
            </a:custGeom>
            <a:noFill/>
            <a:ln w="4589">
              <a:solidFill>
                <a:srgbClr val="7B8790"/>
              </a:solidFill>
              <a:prstDash val="solid"/>
            </a:ln>
          </p:spPr>
        </p:sp>
        <p:sp>
          <p:nvSpPr>
            <p:cNvPr id="184" name="text_030">
              <a:extLst>
                <a:ext uri="{FF2B5EF4-FFF2-40B4-BE49-F238E27FC236}">
                  <ns2:creationId id="{16E1DA4C-37AC-4282-8984-6D07E1091CE3}"/>
                </a:ext>
              </a:extLst>
            </p:cNvPr>
            <p:cNvSpPr>
              <a:spLocks noGrp="1"/>
            </p:cNvSpPr>
            <p:nvPr/>
          </p:nvSpPr>
          <p:spPr>
            <a:xfrm rot="0">
              <a:off x="3990975" y="7515225"/>
              <a:ext cx="466725" cy="209550"/>
            </a:xfrm>
            <a:prstGeom prst="rect">
              <a:avLst/>
            </a:prstGeom>
            <a:noFill/>
            <a:ln w="0">
              <a:noFill/>
              <a:prstDash val="solid"/>
            </a:ln>
          </p:spPr>
          <p:txBody>
            <a:bodyPr wrap="none" lIns="0" tIns="0" rIns="0" bIns="0" anchor="t">
              <a:noAutofit/>
            </a:bodyPr>
            <a:lstStyle>
              <a:defPPr algn="l">
                <a:defRPr sz="877" b="1">
                  <a:solidFill>
                    <a:srgbClr val="000000"/>
                  </a:solidFill>
                  <a:latin typeface="Arial"/>
                  <a:ea typeface="Arial"/>
                  <a:cs typeface="Arial"/>
                </a:defRPr>
              </a:defPPr>
              <a:lvl1pPr algn="l">
                <a:defRPr sz="877" b="1">
                  <a:solidFill>
                    <a:srgbClr val="000000"/>
                  </a:solidFill>
                  <a:latin typeface="Arial"/>
                  <a:ea typeface="Arial"/>
                  <a:cs typeface="Arial"/>
                </a:defRPr>
              </a:lvl1pPr>
              <a:lvl2pPr algn="l">
                <a:defRPr sz="877" b="1">
                  <a:solidFill>
                    <a:srgbClr val="000000"/>
                  </a:solidFill>
                  <a:latin typeface="Arial"/>
                  <a:ea typeface="Arial"/>
                  <a:cs typeface="Arial"/>
                </a:defRPr>
              </a:lvl2pPr>
              <a:lvl3pPr algn="l">
                <a:defRPr sz="877" b="1">
                  <a:solidFill>
                    <a:srgbClr val="000000"/>
                  </a:solidFill>
                  <a:latin typeface="Arial"/>
                  <a:ea typeface="Arial"/>
                  <a:cs typeface="Arial"/>
                </a:defRPr>
              </a:lvl3pPr>
              <a:lvl4pPr algn="l">
                <a:defRPr sz="877" b="1">
                  <a:solidFill>
                    <a:srgbClr val="000000"/>
                  </a:solidFill>
                  <a:latin typeface="Arial"/>
                  <a:ea typeface="Arial"/>
                  <a:cs typeface="Arial"/>
                </a:defRPr>
              </a:lvl4pPr>
              <a:lvl5pPr algn="l">
                <a:defRPr sz="877" b="1">
                  <a:solidFill>
                    <a:srgbClr val="000000"/>
                  </a:solidFill>
                  <a:latin typeface="Arial"/>
                  <a:ea typeface="Arial"/>
                  <a:cs typeface="Arial"/>
                </a:defRPr>
              </a:lvl5pPr>
              <a:lvl6pPr algn="l">
                <a:defRPr sz="877" b="1">
                  <a:solidFill>
                    <a:srgbClr val="000000"/>
                  </a:solidFill>
                  <a:latin typeface="Arial"/>
                  <a:ea typeface="Arial"/>
                  <a:cs typeface="Arial"/>
                </a:defRPr>
              </a:lvl6pPr>
              <a:lvl7pPr algn="l">
                <a:defRPr sz="877" b="1">
                  <a:solidFill>
                    <a:srgbClr val="000000"/>
                  </a:solidFill>
                  <a:latin typeface="Arial"/>
                  <a:ea typeface="Arial"/>
                  <a:cs typeface="Arial"/>
                </a:defRPr>
              </a:lvl7pPr>
              <a:lvl8pPr algn="l">
                <a:defRPr sz="877" b="1">
                  <a:solidFill>
                    <a:srgbClr val="000000"/>
                  </a:solidFill>
                  <a:latin typeface="Arial"/>
                  <a:ea typeface="Arial"/>
                  <a:cs typeface="Arial"/>
                </a:defRPr>
              </a:lvl8pPr>
              <a:lvl9pPr algn="l">
                <a:defRPr sz="877" b="1">
                  <a:solidFill>
                    <a:srgbClr val="000000"/>
                  </a:solidFill>
                  <a:latin typeface="Arial"/>
                  <a:ea typeface="Arial"/>
                  <a:cs typeface="Arial"/>
                </a:defRPr>
              </a:lvl9pPr>
            </a:lstStyle>
            <a:p>
              <a:pPr algn="l">
                <a:defRPr sz="877" b="1">
                  <a:solidFill>
                    <a:srgbClr val="000000"/>
                  </a:solidFill>
                  <a:latin typeface="Arial"/>
                  <a:ea typeface="Arial"/>
                  <a:cs typeface="Arial"/>
                </a:defRPr>
              </a:pPr>
              <a:r>
                <a:rPr sz="877" b="1">
                  <a:solidFill>
                    <a:srgbClr val="000000"/>
                  </a:solidFill>
                  <a:latin typeface="Arial"/>
                  <a:ea typeface="Arial"/>
                  <a:cs typeface="Arial"/>
                </a:rPr>
                <a:t>R20</a:t>
              </a:r>
            </a:p>
          </p:txBody>
        </p:sp>
        <p:sp>
          <p:nvSpPr>
            <p:cNvPr id="185" name="line_031">
              <a:extLst>
                <a:ext uri="{FF2B5EF4-FFF2-40B4-BE49-F238E27FC236}">
                  <ns2:creationId id="{DBE25FA1-FC38-4AB5-A605-94AFA84F81C9}"/>
                </a:ext>
              </a:extLst>
            </p:cNvPr>
            <p:cNvSpPr>
              <a:spLocks noGrp="1"/>
            </p:cNvSpPr>
            <p:nvPr/>
          </p:nvSpPr>
          <p:spPr>
            <a:xfrm>
              <a:off x="4524375" y="7620000"/>
              <a:ext cx="2857500" cy="95"/>
            </a:xfrm>
            <a:custGeom>
              <a:pathLst>
                <a:path w="2857500" h="95">
                  <a:moveTo>
                    <a:pt x="0" y="0"/>
                  </a:moveTo>
                  <a:lnTo>
                    <a:pt x="2857500" y="0"/>
                  </a:lnTo>
                </a:path>
              </a:pathLst>
            </a:custGeom>
            <a:noFill/>
            <a:ln w="4589">
              <a:solidFill>
                <a:srgbClr val="7B8790"/>
              </a:solidFill>
              <a:prstDash val="solid"/>
            </a:ln>
          </p:spPr>
        </p:sp>
        <p:sp>
          <p:nvSpPr>
            <p:cNvPr id="186" name="feature_346_reference_anchors">
              <a:extLst>
                <a:ext uri="{FF2B5EF4-FFF2-40B4-BE49-F238E27FC236}">
                  <ns2:creationId id="{F61B3E09-02D0-45D7-8525-7D85CF47506C}"/>
                </a:ext>
              </a:extLst>
            </p:cNvPr>
            <p:cNvSpPr>
              <a:spLocks noGrp="1"/>
            </p:cNvSpPr>
            <p:nvPr/>
          </p:nvSpPr>
          <p:spPr>
            <a:xfrm>
              <a:off x="5078815" y="6305550"/>
              <a:ext cx="65948" cy="1314450"/>
            </a:xfrm>
            <a:custGeom>
              <a:pathLst>
                <a:path w="65948" h="1314450">
                  <a:moveTo>
                    <a:pt x="0" y="0"/>
                  </a:moveTo>
                  <a:lnTo>
                    <a:pt x="65948" y="438150"/>
                  </a:lnTo>
                  <a:lnTo>
                    <a:pt x="2374" y="876300"/>
                  </a:lnTo>
                  <a:lnTo>
                    <a:pt x="12316" y="1314450"/>
                  </a:lnTo>
                </a:path>
              </a:pathLst>
            </a:custGeom>
            <a:noFill/>
            <a:ln w="7866">
              <a:solidFill>
                <a:srgbClr val="0072B2"/>
              </a:solidFill>
              <a:prstDash val="solid"/>
            </a:ln>
          </p:spPr>
        </p:sp>
        <p:sp>
          <p:nvSpPr>
            <p:cNvPr id="187" name="ellipse_033">
              <a:extLst>
                <a:ext uri="{FF2B5EF4-FFF2-40B4-BE49-F238E27FC236}">
                  <ns2:creationId id="{B787C2B7-D206-41AF-A92B-0BB98DC5390A}"/>
                </a:ext>
              </a:extLst>
            </p:cNvPr>
            <p:cNvSpPr>
              <a:spLocks noGrp="1"/>
            </p:cNvSpPr>
            <p:nvPr/>
          </p:nvSpPr>
          <p:spPr>
            <a:xfrm rot="0">
              <a:off x="5040715" y="6267450"/>
              <a:ext cx="76200" cy="76200"/>
            </a:xfrm>
            <a:prstGeom prst="ellipse">
              <a:avLst/>
            </a:prstGeom>
            <a:solidFill>
              <a:srgbClr val="FFFFFF"/>
            </a:solidFill>
            <a:ln w="11799">
              <a:solidFill>
                <a:srgbClr val="0072B2"/>
              </a:solidFill>
              <a:prstDash val="solid"/>
            </a:ln>
          </p:spPr>
        </p:sp>
        <p:sp>
          <p:nvSpPr>
            <p:cNvPr id="188" name="ellipse_034">
              <a:extLst>
                <a:ext uri="{FF2B5EF4-FFF2-40B4-BE49-F238E27FC236}">
                  <ns2:creationId id="{D28A46F6-AF99-48A1-AC0F-2021B86B63E7}"/>
                </a:ext>
              </a:extLst>
            </p:cNvPr>
            <p:cNvSpPr>
              <a:spLocks noGrp="1"/>
            </p:cNvSpPr>
            <p:nvPr/>
          </p:nvSpPr>
          <p:spPr>
            <a:xfrm rot="0">
              <a:off x="5106663" y="6705600"/>
              <a:ext cx="76200" cy="76200"/>
            </a:xfrm>
            <a:prstGeom prst="ellipse">
              <a:avLst/>
            </a:prstGeom>
            <a:solidFill>
              <a:srgbClr val="FFFFFF"/>
            </a:solidFill>
            <a:ln w="11799">
              <a:solidFill>
                <a:srgbClr val="0072B2"/>
              </a:solidFill>
              <a:prstDash val="solid"/>
            </a:ln>
          </p:spPr>
        </p:sp>
        <p:sp>
          <p:nvSpPr>
            <p:cNvPr id="189" name="ellipse_035">
              <a:extLst>
                <a:ext uri="{FF2B5EF4-FFF2-40B4-BE49-F238E27FC236}">
                  <ns2:creationId id="{BC62DD34-608D-4B99-A3A1-538139C62C7E}"/>
                </a:ext>
              </a:extLst>
            </p:cNvPr>
            <p:cNvSpPr>
              <a:spLocks noGrp="1"/>
            </p:cNvSpPr>
            <p:nvPr/>
          </p:nvSpPr>
          <p:spPr>
            <a:xfrm rot="0">
              <a:off x="5043089" y="7143750"/>
              <a:ext cx="76200" cy="76200"/>
            </a:xfrm>
            <a:prstGeom prst="ellipse">
              <a:avLst/>
            </a:prstGeom>
            <a:solidFill>
              <a:srgbClr val="FFFFFF"/>
            </a:solidFill>
            <a:ln w="11799">
              <a:solidFill>
                <a:srgbClr val="0072B2"/>
              </a:solidFill>
              <a:prstDash val="solid"/>
            </a:ln>
          </p:spPr>
        </p:sp>
        <p:sp>
          <p:nvSpPr>
            <p:cNvPr id="190" name="ellipse_036">
              <a:extLst>
                <a:ext uri="{FF2B5EF4-FFF2-40B4-BE49-F238E27FC236}">
                  <ns2:creationId id="{59EC25C4-B4F4-4101-AB40-AE9D2B33811C}"/>
                </a:ext>
              </a:extLst>
            </p:cNvPr>
            <p:cNvSpPr>
              <a:spLocks noGrp="1"/>
            </p:cNvSpPr>
            <p:nvPr/>
          </p:nvSpPr>
          <p:spPr>
            <a:xfrm rot="0">
              <a:off x="5053031" y="7581900"/>
              <a:ext cx="76200" cy="76200"/>
            </a:xfrm>
            <a:prstGeom prst="ellipse">
              <a:avLst/>
            </a:prstGeom>
            <a:solidFill>
              <a:srgbClr val="FFFFFF"/>
            </a:solidFill>
            <a:ln w="11799">
              <a:solidFill>
                <a:srgbClr val="0072B2"/>
              </a:solidFill>
              <a:prstDash val="solid"/>
            </a:ln>
          </p:spPr>
        </p:sp>
        <p:sp>
          <p:nvSpPr>
            <p:cNvPr id="191" name="text_037">
              <a:extLst>
                <a:ext uri="{FF2B5EF4-FFF2-40B4-BE49-F238E27FC236}">
                  <ns2:creationId id="{D9846980-7F28-4A7E-A1B4-C88F317C7C61}"/>
                </a:ext>
              </a:extLst>
            </p:cNvPr>
            <p:cNvSpPr>
              <a:spLocks noGrp="1"/>
            </p:cNvSpPr>
            <p:nvPr/>
          </p:nvSpPr>
          <p:spPr>
            <a:xfrm rot="0">
              <a:off x="4993090" y="6048375"/>
              <a:ext cx="228600" cy="200025"/>
            </a:xfrm>
            <a:prstGeom prst="rect">
              <a:avLst/>
            </a:prstGeom>
            <a:noFill/>
            <a:ln w="0">
              <a:noFill/>
              <a:prstDash val="solid"/>
            </a:ln>
          </p:spPr>
          <p:txBody>
            <a:bodyPr wrap="none" lIns="0" tIns="0" rIns="0" bIns="0" anchor="t">
              <a:noAutofit/>
            </a:bodyPr>
            <a:lstStyle>
              <a:defPPr algn="l">
                <a:defRPr sz="877" b="1">
                  <a:solidFill>
                    <a:srgbClr val="000000"/>
                  </a:solidFill>
                  <a:latin typeface="Arial"/>
                  <a:ea typeface="Arial"/>
                  <a:cs typeface="Arial"/>
                </a:defRPr>
              </a:defPPr>
              <a:lvl1pPr algn="l">
                <a:defRPr sz="877" b="1">
                  <a:solidFill>
                    <a:srgbClr val="000000"/>
                  </a:solidFill>
                  <a:latin typeface="Arial"/>
                  <a:ea typeface="Arial"/>
                  <a:cs typeface="Arial"/>
                </a:defRPr>
              </a:lvl1pPr>
              <a:lvl2pPr algn="l">
                <a:defRPr sz="877" b="1">
                  <a:solidFill>
                    <a:srgbClr val="000000"/>
                  </a:solidFill>
                  <a:latin typeface="Arial"/>
                  <a:ea typeface="Arial"/>
                  <a:cs typeface="Arial"/>
                </a:defRPr>
              </a:lvl2pPr>
              <a:lvl3pPr algn="l">
                <a:defRPr sz="877" b="1">
                  <a:solidFill>
                    <a:srgbClr val="000000"/>
                  </a:solidFill>
                  <a:latin typeface="Arial"/>
                  <a:ea typeface="Arial"/>
                  <a:cs typeface="Arial"/>
                </a:defRPr>
              </a:lvl3pPr>
              <a:lvl4pPr algn="l">
                <a:defRPr sz="877" b="1">
                  <a:solidFill>
                    <a:srgbClr val="000000"/>
                  </a:solidFill>
                  <a:latin typeface="Arial"/>
                  <a:ea typeface="Arial"/>
                  <a:cs typeface="Arial"/>
                </a:defRPr>
              </a:lvl4pPr>
              <a:lvl5pPr algn="l">
                <a:defRPr sz="877" b="1">
                  <a:solidFill>
                    <a:srgbClr val="000000"/>
                  </a:solidFill>
                  <a:latin typeface="Arial"/>
                  <a:ea typeface="Arial"/>
                  <a:cs typeface="Arial"/>
                </a:defRPr>
              </a:lvl5pPr>
              <a:lvl6pPr algn="l">
                <a:defRPr sz="877" b="1">
                  <a:solidFill>
                    <a:srgbClr val="000000"/>
                  </a:solidFill>
                  <a:latin typeface="Arial"/>
                  <a:ea typeface="Arial"/>
                  <a:cs typeface="Arial"/>
                </a:defRPr>
              </a:lvl6pPr>
              <a:lvl7pPr algn="l">
                <a:defRPr sz="877" b="1">
                  <a:solidFill>
                    <a:srgbClr val="000000"/>
                  </a:solidFill>
                  <a:latin typeface="Arial"/>
                  <a:ea typeface="Arial"/>
                  <a:cs typeface="Arial"/>
                </a:defRPr>
              </a:lvl7pPr>
              <a:lvl8pPr algn="l">
                <a:defRPr sz="877" b="1">
                  <a:solidFill>
                    <a:srgbClr val="000000"/>
                  </a:solidFill>
                  <a:latin typeface="Arial"/>
                  <a:ea typeface="Arial"/>
                  <a:cs typeface="Arial"/>
                </a:defRPr>
              </a:lvl8pPr>
              <a:lvl9pPr algn="l">
                <a:defRPr sz="877" b="1">
                  <a:solidFill>
                    <a:srgbClr val="000000"/>
                  </a:solidFill>
                  <a:latin typeface="Arial"/>
                  <a:ea typeface="Arial"/>
                  <a:cs typeface="Arial"/>
                </a:defRPr>
              </a:lvl9pPr>
            </a:lstStyle>
            <a:p>
              <a:pPr algn="l">
                <a:defRPr sz="877" b="1">
                  <a:solidFill>
                    <a:srgbClr val="000000"/>
                  </a:solidFill>
                  <a:latin typeface="Arial"/>
                  <a:ea typeface="Arial"/>
                  <a:cs typeface="Arial"/>
                </a:defRPr>
              </a:pPr>
              <a:r>
                <a:rPr sz="877" b="1">
                  <a:solidFill>
                    <a:srgbClr val="000000"/>
                  </a:solidFill>
                  <a:latin typeface="Arial"/>
                  <a:ea typeface="Arial"/>
                  <a:cs typeface="Arial"/>
                </a:rPr>
                <a:t>A</a:t>
              </a:r>
            </a:p>
          </p:txBody>
        </p:sp>
        <p:sp>
          <p:nvSpPr>
            <p:cNvPr id="192" name="feature_175_reference_anchors">
              <a:extLst>
                <a:ext uri="{FF2B5EF4-FFF2-40B4-BE49-F238E27FC236}">
                  <ns2:creationId id="{14432F0A-408B-431A-88B5-173C5E6874FB}"/>
                </a:ext>
              </a:extLst>
            </p:cNvPr>
            <p:cNvSpPr>
              <a:spLocks noGrp="1"/>
            </p:cNvSpPr>
            <p:nvPr/>
          </p:nvSpPr>
          <p:spPr>
            <a:xfrm>
              <a:off x="7006276" y="6305550"/>
              <a:ext cx="365745" cy="1314450"/>
            </a:xfrm>
            <a:custGeom>
              <a:pathLst>
                <a:path w="365745" h="1314450">
                  <a:moveTo>
                    <a:pt x="354274" y="0"/>
                  </a:moveTo>
                  <a:lnTo>
                    <a:pt x="0" y="438150"/>
                  </a:lnTo>
                  <a:lnTo>
                    <a:pt x="356152" y="876300"/>
                  </a:lnTo>
                  <a:lnTo>
                    <a:pt x="365745" y="1314450"/>
                  </a:lnTo>
                </a:path>
              </a:pathLst>
            </a:custGeom>
            <a:noFill/>
            <a:ln w="7866">
              <a:solidFill>
                <a:srgbClr val="D55E00"/>
              </a:solidFill>
              <a:prstDash val="solid"/>
            </a:ln>
          </p:spPr>
        </p:sp>
        <p:sp>
          <p:nvSpPr>
            <p:cNvPr id="193" name="ellipse_039">
              <a:extLst>
                <a:ext uri="{FF2B5EF4-FFF2-40B4-BE49-F238E27FC236}">
                  <ns2:creationId id="{0686192B-2D69-459B-924B-4EBB5841BEF1}"/>
                </a:ext>
              </a:extLst>
            </p:cNvPr>
            <p:cNvSpPr>
              <a:spLocks noGrp="1"/>
            </p:cNvSpPr>
            <p:nvPr/>
          </p:nvSpPr>
          <p:spPr>
            <a:xfrm rot="0">
              <a:off x="7322450" y="6267450"/>
              <a:ext cx="76200" cy="76200"/>
            </a:xfrm>
            <a:prstGeom prst="ellipse">
              <a:avLst/>
            </a:prstGeom>
            <a:solidFill>
              <a:srgbClr val="FFFFFF"/>
            </a:solidFill>
            <a:ln w="11799">
              <a:solidFill>
                <a:srgbClr val="D55E00"/>
              </a:solidFill>
              <a:prstDash val="solid"/>
            </a:ln>
          </p:spPr>
        </p:sp>
        <p:sp>
          <p:nvSpPr>
            <p:cNvPr id="194" name="ellipse_040">
              <a:extLst>
                <a:ext uri="{FF2B5EF4-FFF2-40B4-BE49-F238E27FC236}">
                  <ns2:creationId id="{5D0E5C9A-BD22-4E5D-9E42-82072E1194E1}"/>
                </a:ext>
              </a:extLst>
            </p:cNvPr>
            <p:cNvSpPr>
              <a:spLocks noGrp="1"/>
            </p:cNvSpPr>
            <p:nvPr/>
          </p:nvSpPr>
          <p:spPr>
            <a:xfrm rot="0">
              <a:off x="6968176" y="6705600"/>
              <a:ext cx="76200" cy="76200"/>
            </a:xfrm>
            <a:prstGeom prst="ellipse">
              <a:avLst/>
            </a:prstGeom>
            <a:solidFill>
              <a:srgbClr val="FFFFFF"/>
            </a:solidFill>
            <a:ln w="11799">
              <a:solidFill>
                <a:srgbClr val="D55E00"/>
              </a:solidFill>
              <a:prstDash val="solid"/>
            </a:ln>
          </p:spPr>
        </p:sp>
        <p:sp>
          <p:nvSpPr>
            <p:cNvPr id="195" name="ellipse_041">
              <a:extLst>
                <a:ext uri="{FF2B5EF4-FFF2-40B4-BE49-F238E27FC236}">
                  <ns2:creationId id="{ED05C9CA-D028-42E7-B1F1-12219136FB74}"/>
                </a:ext>
              </a:extLst>
            </p:cNvPr>
            <p:cNvSpPr>
              <a:spLocks noGrp="1"/>
            </p:cNvSpPr>
            <p:nvPr/>
          </p:nvSpPr>
          <p:spPr>
            <a:xfrm rot="0">
              <a:off x="7324328" y="7143750"/>
              <a:ext cx="76200" cy="76200"/>
            </a:xfrm>
            <a:prstGeom prst="ellipse">
              <a:avLst/>
            </a:prstGeom>
            <a:solidFill>
              <a:srgbClr val="FFFFFF"/>
            </a:solidFill>
            <a:ln w="11799">
              <a:solidFill>
                <a:srgbClr val="D55E00"/>
              </a:solidFill>
              <a:prstDash val="solid"/>
            </a:ln>
          </p:spPr>
        </p:sp>
        <p:sp>
          <p:nvSpPr>
            <p:cNvPr id="196" name="ellipse_042">
              <a:extLst>
                <a:ext uri="{FF2B5EF4-FFF2-40B4-BE49-F238E27FC236}">
                  <ns2:creationId id="{B8CE755B-B779-43AA-BFDF-AC586C96B291}"/>
                </a:ext>
              </a:extLst>
            </p:cNvPr>
            <p:cNvSpPr>
              <a:spLocks noGrp="1"/>
            </p:cNvSpPr>
            <p:nvPr/>
          </p:nvSpPr>
          <p:spPr>
            <a:xfrm rot="0">
              <a:off x="7333921" y="7581900"/>
              <a:ext cx="76200" cy="76200"/>
            </a:xfrm>
            <a:prstGeom prst="ellipse">
              <a:avLst/>
            </a:prstGeom>
            <a:solidFill>
              <a:srgbClr val="FFFFFF"/>
            </a:solidFill>
            <a:ln w="11799">
              <a:solidFill>
                <a:srgbClr val="D55E00"/>
              </a:solidFill>
              <a:prstDash val="solid"/>
            </a:ln>
          </p:spPr>
        </p:sp>
        <p:sp>
          <p:nvSpPr>
            <p:cNvPr id="197" name="text_043">
              <a:extLst>
                <a:ext uri="{FF2B5EF4-FFF2-40B4-BE49-F238E27FC236}">
                  <ns2:creationId id="{1A22396D-7427-4546-9932-4E6A1AF14A19}"/>
                </a:ext>
              </a:extLst>
            </p:cNvPr>
            <p:cNvSpPr>
              <a:spLocks noGrp="1"/>
            </p:cNvSpPr>
            <p:nvPr/>
          </p:nvSpPr>
          <p:spPr>
            <a:xfrm rot="0">
              <a:off x="7274825" y="6048375"/>
              <a:ext cx="228600" cy="200025"/>
            </a:xfrm>
            <a:prstGeom prst="rect">
              <a:avLst/>
            </a:prstGeom>
            <a:noFill/>
            <a:ln w="0">
              <a:noFill/>
              <a:prstDash val="solid"/>
            </a:ln>
          </p:spPr>
          <p:txBody>
            <a:bodyPr wrap="none" lIns="0" tIns="0" rIns="0" bIns="0" anchor="t">
              <a:noAutofit/>
            </a:bodyPr>
            <a:lstStyle>
              <a:defPPr algn="l">
                <a:defRPr sz="877" b="1">
                  <a:solidFill>
                    <a:srgbClr val="000000"/>
                  </a:solidFill>
                  <a:latin typeface="Arial"/>
                  <a:ea typeface="Arial"/>
                  <a:cs typeface="Arial"/>
                </a:defRPr>
              </a:defPPr>
              <a:lvl1pPr algn="l">
                <a:defRPr sz="877" b="1">
                  <a:solidFill>
                    <a:srgbClr val="000000"/>
                  </a:solidFill>
                  <a:latin typeface="Arial"/>
                  <a:ea typeface="Arial"/>
                  <a:cs typeface="Arial"/>
                </a:defRPr>
              </a:lvl1pPr>
              <a:lvl2pPr algn="l">
                <a:defRPr sz="877" b="1">
                  <a:solidFill>
                    <a:srgbClr val="000000"/>
                  </a:solidFill>
                  <a:latin typeface="Arial"/>
                  <a:ea typeface="Arial"/>
                  <a:cs typeface="Arial"/>
                </a:defRPr>
              </a:lvl2pPr>
              <a:lvl3pPr algn="l">
                <a:defRPr sz="877" b="1">
                  <a:solidFill>
                    <a:srgbClr val="000000"/>
                  </a:solidFill>
                  <a:latin typeface="Arial"/>
                  <a:ea typeface="Arial"/>
                  <a:cs typeface="Arial"/>
                </a:defRPr>
              </a:lvl3pPr>
              <a:lvl4pPr algn="l">
                <a:defRPr sz="877" b="1">
                  <a:solidFill>
                    <a:srgbClr val="000000"/>
                  </a:solidFill>
                  <a:latin typeface="Arial"/>
                  <a:ea typeface="Arial"/>
                  <a:cs typeface="Arial"/>
                </a:defRPr>
              </a:lvl4pPr>
              <a:lvl5pPr algn="l">
                <a:defRPr sz="877" b="1">
                  <a:solidFill>
                    <a:srgbClr val="000000"/>
                  </a:solidFill>
                  <a:latin typeface="Arial"/>
                  <a:ea typeface="Arial"/>
                  <a:cs typeface="Arial"/>
                </a:defRPr>
              </a:lvl5pPr>
              <a:lvl6pPr algn="l">
                <a:defRPr sz="877" b="1">
                  <a:solidFill>
                    <a:srgbClr val="000000"/>
                  </a:solidFill>
                  <a:latin typeface="Arial"/>
                  <a:ea typeface="Arial"/>
                  <a:cs typeface="Arial"/>
                </a:defRPr>
              </a:lvl6pPr>
              <a:lvl7pPr algn="l">
                <a:defRPr sz="877" b="1">
                  <a:solidFill>
                    <a:srgbClr val="000000"/>
                  </a:solidFill>
                  <a:latin typeface="Arial"/>
                  <a:ea typeface="Arial"/>
                  <a:cs typeface="Arial"/>
                </a:defRPr>
              </a:lvl7pPr>
              <a:lvl8pPr algn="l">
                <a:defRPr sz="877" b="1">
                  <a:solidFill>
                    <a:srgbClr val="000000"/>
                  </a:solidFill>
                  <a:latin typeface="Arial"/>
                  <a:ea typeface="Arial"/>
                  <a:cs typeface="Arial"/>
                </a:defRPr>
              </a:lvl8pPr>
              <a:lvl9pPr algn="l">
                <a:defRPr sz="877" b="1">
                  <a:solidFill>
                    <a:srgbClr val="000000"/>
                  </a:solidFill>
                  <a:latin typeface="Arial"/>
                  <a:ea typeface="Arial"/>
                  <a:cs typeface="Arial"/>
                </a:defRPr>
              </a:lvl9pPr>
            </a:lstStyle>
            <a:p>
              <a:pPr algn="l">
                <a:defRPr sz="877" b="1">
                  <a:solidFill>
                    <a:srgbClr val="000000"/>
                  </a:solidFill>
                  <a:latin typeface="Arial"/>
                  <a:ea typeface="Arial"/>
                  <a:cs typeface="Arial"/>
                </a:defRPr>
              </a:pPr>
              <a:r>
                <a:rPr sz="877" b="1">
                  <a:solidFill>
                    <a:srgbClr val="000000"/>
                  </a:solidFill>
                  <a:latin typeface="Arial"/>
                  <a:ea typeface="Arial"/>
                  <a:cs typeface="Arial"/>
                </a:rPr>
                <a:t>B</a:t>
              </a:r>
            </a:p>
          </p:txBody>
        </p:sp>
        <p:sp>
          <p:nvSpPr>
            <p:cNvPr id="198" name="feature_272_reference_anchors">
              <a:extLst>
                <a:ext uri="{FF2B5EF4-FFF2-40B4-BE49-F238E27FC236}">
                  <ns2:creationId id="{428EE329-04E2-46AD-AD40-BEDA3D8EF9A0}"/>
                </a:ext>
              </a:extLst>
            </p:cNvPr>
            <p:cNvSpPr>
              <a:spLocks noGrp="1"/>
            </p:cNvSpPr>
            <p:nvPr/>
          </p:nvSpPr>
          <p:spPr>
            <a:xfrm>
              <a:off x="6848759" y="6305550"/>
              <a:ext cx="191091" cy="1314450"/>
            </a:xfrm>
            <a:custGeom>
              <a:pathLst>
                <a:path w="191091" h="1314450">
                  <a:moveTo>
                    <a:pt x="0" y="0"/>
                  </a:moveTo>
                  <a:lnTo>
                    <a:pt x="191091" y="438150"/>
                  </a:lnTo>
                  <a:lnTo>
                    <a:pt x="20515" y="876300"/>
                  </a:lnTo>
                  <a:lnTo>
                    <a:pt x="33509" y="1314450"/>
                  </a:lnTo>
                </a:path>
              </a:pathLst>
            </a:custGeom>
            <a:noFill/>
            <a:ln w="7866">
              <a:solidFill>
                <a:srgbClr val="009E73"/>
              </a:solidFill>
              <a:prstDash val="solid"/>
            </a:ln>
          </p:spPr>
        </p:sp>
        <p:sp>
          <p:nvSpPr>
            <p:cNvPr id="199" name="ellipse_045">
              <a:extLst>
                <a:ext uri="{FF2B5EF4-FFF2-40B4-BE49-F238E27FC236}">
                  <ns2:creationId id="{A76C21FB-91AC-4214-9031-3F0C8EA7D64F}"/>
                </a:ext>
              </a:extLst>
            </p:cNvPr>
            <p:cNvSpPr>
              <a:spLocks noGrp="1"/>
            </p:cNvSpPr>
            <p:nvPr/>
          </p:nvSpPr>
          <p:spPr>
            <a:xfrm rot="0">
              <a:off x="6810659" y="6267450"/>
              <a:ext cx="76200" cy="76200"/>
            </a:xfrm>
            <a:prstGeom prst="ellipse">
              <a:avLst/>
            </a:prstGeom>
            <a:solidFill>
              <a:srgbClr val="FFFFFF"/>
            </a:solidFill>
            <a:ln w="11799">
              <a:solidFill>
                <a:srgbClr val="009E73"/>
              </a:solidFill>
              <a:prstDash val="solid"/>
            </a:ln>
          </p:spPr>
        </p:sp>
        <p:sp>
          <p:nvSpPr>
            <p:cNvPr id="200" name="ellipse_046">
              <a:extLst>
                <a:ext uri="{FF2B5EF4-FFF2-40B4-BE49-F238E27FC236}">
                  <ns2:creationId id="{7F2FCCEA-04C6-461F-89E6-D695F903764F}"/>
                </a:ext>
              </a:extLst>
            </p:cNvPr>
            <p:cNvSpPr>
              <a:spLocks noGrp="1"/>
            </p:cNvSpPr>
            <p:nvPr/>
          </p:nvSpPr>
          <p:spPr>
            <a:xfrm rot="0">
              <a:off x="7001751" y="6705600"/>
              <a:ext cx="76200" cy="76200"/>
            </a:xfrm>
            <a:prstGeom prst="ellipse">
              <a:avLst/>
            </a:prstGeom>
            <a:solidFill>
              <a:srgbClr val="FFFFFF"/>
            </a:solidFill>
            <a:ln w="11799">
              <a:solidFill>
                <a:srgbClr val="009E73"/>
              </a:solidFill>
              <a:prstDash val="solid"/>
            </a:ln>
          </p:spPr>
        </p:sp>
        <p:sp>
          <p:nvSpPr>
            <p:cNvPr id="201" name="ellipse_047">
              <a:extLst>
                <a:ext uri="{FF2B5EF4-FFF2-40B4-BE49-F238E27FC236}">
                  <ns2:creationId id="{8EAD614E-03F2-4D80-B44A-0FC56563ACE2}"/>
                </a:ext>
              </a:extLst>
            </p:cNvPr>
            <p:cNvSpPr>
              <a:spLocks noGrp="1"/>
            </p:cNvSpPr>
            <p:nvPr/>
          </p:nvSpPr>
          <p:spPr>
            <a:xfrm rot="0">
              <a:off x="6831174" y="7143750"/>
              <a:ext cx="76200" cy="76200"/>
            </a:xfrm>
            <a:prstGeom prst="ellipse">
              <a:avLst/>
            </a:prstGeom>
            <a:solidFill>
              <a:srgbClr val="FFFFFF"/>
            </a:solidFill>
            <a:ln w="11799">
              <a:solidFill>
                <a:srgbClr val="009E73"/>
              </a:solidFill>
              <a:prstDash val="solid"/>
            </a:ln>
          </p:spPr>
        </p:sp>
        <p:sp>
          <p:nvSpPr>
            <p:cNvPr id="202" name="ellipse_048">
              <a:extLst>
                <a:ext uri="{FF2B5EF4-FFF2-40B4-BE49-F238E27FC236}">
                  <ns2:creationId id="{F9CB9665-0716-4F76-9069-AF164D519C6F}"/>
                </a:ext>
              </a:extLst>
            </p:cNvPr>
            <p:cNvSpPr>
              <a:spLocks noGrp="1"/>
            </p:cNvSpPr>
            <p:nvPr/>
          </p:nvSpPr>
          <p:spPr>
            <a:xfrm rot="0">
              <a:off x="6844168" y="7581900"/>
              <a:ext cx="76200" cy="76200"/>
            </a:xfrm>
            <a:prstGeom prst="ellipse">
              <a:avLst/>
            </a:prstGeom>
            <a:solidFill>
              <a:srgbClr val="FFFFFF"/>
            </a:solidFill>
            <a:ln w="11799">
              <a:solidFill>
                <a:srgbClr val="009E73"/>
              </a:solidFill>
              <a:prstDash val="solid"/>
            </a:ln>
          </p:spPr>
        </p:sp>
        <p:sp>
          <p:nvSpPr>
            <p:cNvPr id="203" name="text_049">
              <a:extLst>
                <a:ext uri="{FF2B5EF4-FFF2-40B4-BE49-F238E27FC236}">
                  <ns2:creationId id="{1672EBC0-7C0D-4660-9BA4-6BB2BFA9592E}"/>
                </a:ext>
              </a:extLst>
            </p:cNvPr>
            <p:cNvSpPr>
              <a:spLocks noGrp="1"/>
            </p:cNvSpPr>
            <p:nvPr/>
          </p:nvSpPr>
          <p:spPr>
            <a:xfrm rot="0">
              <a:off x="6763034" y="6048375"/>
              <a:ext cx="228600" cy="200025"/>
            </a:xfrm>
            <a:prstGeom prst="rect">
              <a:avLst/>
            </a:prstGeom>
            <a:noFill/>
            <a:ln w="0">
              <a:noFill/>
              <a:prstDash val="solid"/>
            </a:ln>
          </p:spPr>
          <p:txBody>
            <a:bodyPr wrap="none" lIns="0" tIns="0" rIns="0" bIns="0" anchor="t">
              <a:noAutofit/>
            </a:bodyPr>
            <a:lstStyle>
              <a:defPPr algn="l">
                <a:defRPr sz="877" b="1">
                  <a:solidFill>
                    <a:srgbClr val="000000"/>
                  </a:solidFill>
                  <a:latin typeface="Arial"/>
                  <a:ea typeface="Arial"/>
                  <a:cs typeface="Arial"/>
                </a:defRPr>
              </a:defPPr>
              <a:lvl1pPr algn="l">
                <a:defRPr sz="877" b="1">
                  <a:solidFill>
                    <a:srgbClr val="000000"/>
                  </a:solidFill>
                  <a:latin typeface="Arial"/>
                  <a:ea typeface="Arial"/>
                  <a:cs typeface="Arial"/>
                </a:defRPr>
              </a:lvl1pPr>
              <a:lvl2pPr algn="l">
                <a:defRPr sz="877" b="1">
                  <a:solidFill>
                    <a:srgbClr val="000000"/>
                  </a:solidFill>
                  <a:latin typeface="Arial"/>
                  <a:ea typeface="Arial"/>
                  <a:cs typeface="Arial"/>
                </a:defRPr>
              </a:lvl2pPr>
              <a:lvl3pPr algn="l">
                <a:defRPr sz="877" b="1">
                  <a:solidFill>
                    <a:srgbClr val="000000"/>
                  </a:solidFill>
                  <a:latin typeface="Arial"/>
                  <a:ea typeface="Arial"/>
                  <a:cs typeface="Arial"/>
                </a:defRPr>
              </a:lvl3pPr>
              <a:lvl4pPr algn="l">
                <a:defRPr sz="877" b="1">
                  <a:solidFill>
                    <a:srgbClr val="000000"/>
                  </a:solidFill>
                  <a:latin typeface="Arial"/>
                  <a:ea typeface="Arial"/>
                  <a:cs typeface="Arial"/>
                </a:defRPr>
              </a:lvl4pPr>
              <a:lvl5pPr algn="l">
                <a:defRPr sz="877" b="1">
                  <a:solidFill>
                    <a:srgbClr val="000000"/>
                  </a:solidFill>
                  <a:latin typeface="Arial"/>
                  <a:ea typeface="Arial"/>
                  <a:cs typeface="Arial"/>
                </a:defRPr>
              </a:lvl5pPr>
              <a:lvl6pPr algn="l">
                <a:defRPr sz="877" b="1">
                  <a:solidFill>
                    <a:srgbClr val="000000"/>
                  </a:solidFill>
                  <a:latin typeface="Arial"/>
                  <a:ea typeface="Arial"/>
                  <a:cs typeface="Arial"/>
                </a:defRPr>
              </a:lvl6pPr>
              <a:lvl7pPr algn="l">
                <a:defRPr sz="877" b="1">
                  <a:solidFill>
                    <a:srgbClr val="000000"/>
                  </a:solidFill>
                  <a:latin typeface="Arial"/>
                  <a:ea typeface="Arial"/>
                  <a:cs typeface="Arial"/>
                </a:defRPr>
              </a:lvl7pPr>
              <a:lvl8pPr algn="l">
                <a:defRPr sz="877" b="1">
                  <a:solidFill>
                    <a:srgbClr val="000000"/>
                  </a:solidFill>
                  <a:latin typeface="Arial"/>
                  <a:ea typeface="Arial"/>
                  <a:cs typeface="Arial"/>
                </a:defRPr>
              </a:lvl8pPr>
              <a:lvl9pPr algn="l">
                <a:defRPr sz="877" b="1">
                  <a:solidFill>
                    <a:srgbClr val="000000"/>
                  </a:solidFill>
                  <a:latin typeface="Arial"/>
                  <a:ea typeface="Arial"/>
                  <a:cs typeface="Arial"/>
                </a:defRPr>
              </a:lvl9pPr>
            </a:lstStyle>
            <a:p>
              <a:pPr algn="l">
                <a:defRPr sz="877" b="1">
                  <a:solidFill>
                    <a:srgbClr val="000000"/>
                  </a:solidFill>
                  <a:latin typeface="Arial"/>
                  <a:ea typeface="Arial"/>
                  <a:cs typeface="Arial"/>
                </a:defRPr>
              </a:pPr>
              <a:r>
                <a:rPr sz="877" b="1">
                  <a:solidFill>
                    <a:srgbClr val="000000"/>
                  </a:solidFill>
                  <a:latin typeface="Arial"/>
                  <a:ea typeface="Arial"/>
                  <a:cs typeface="Arial"/>
                </a:rPr>
                <a:t>C</a:t>
              </a:r>
            </a:p>
          </p:txBody>
        </p:sp>
        <p:sp>
          <p:nvSpPr>
            <p:cNvPr id="204" name="text_050">
              <a:extLst>
                <a:ext uri="{FF2B5EF4-FFF2-40B4-BE49-F238E27FC236}">
                  <ns2:creationId id="{63A34883-CB7A-4B7B-B690-3F1566D249A9}"/>
                </a:ext>
              </a:extLst>
            </p:cNvPr>
            <p:cNvSpPr>
              <a:spLocks noGrp="1"/>
            </p:cNvSpPr>
            <p:nvPr/>
          </p:nvSpPr>
          <p:spPr>
            <a:xfrm rot="0">
              <a:off x="4352925" y="7772400"/>
              <a:ext cx="342900" cy="200025"/>
            </a:xfrm>
            <a:prstGeom prst="rect">
              <a:avLst/>
            </a:prstGeom>
            <a:noFill/>
            <a:ln w="0">
              <a:noFill/>
              <a:prstDash val="solid"/>
            </a:ln>
          </p:spPr>
          <p:txBody>
            <a:bodyPr wrap="none" lIns="0" tIns="0" rIns="0" bIns="0" anchor="t">
              <a:noAutofit/>
            </a:bodyPr>
            <a:lstStyle>
              <a:defPPr algn="ctr">
                <a:defRPr sz="826" b="0">
                  <a:solidFill>
                    <a:srgbClr val="000000"/>
                  </a:solidFill>
                  <a:latin typeface="Arial"/>
                  <a:ea typeface="Arial"/>
                  <a:cs typeface="Arial"/>
                </a:defRPr>
              </a:defPPr>
              <a:lvl1pPr algn="ctr">
                <a:defRPr sz="826" b="0">
                  <a:solidFill>
                    <a:srgbClr val="000000"/>
                  </a:solidFill>
                  <a:latin typeface="Arial"/>
                  <a:ea typeface="Arial"/>
                  <a:cs typeface="Arial"/>
                </a:defRPr>
              </a:lvl1pPr>
              <a:lvl2pPr algn="ctr">
                <a:defRPr sz="826" b="0">
                  <a:solidFill>
                    <a:srgbClr val="000000"/>
                  </a:solidFill>
                  <a:latin typeface="Arial"/>
                  <a:ea typeface="Arial"/>
                  <a:cs typeface="Arial"/>
                </a:defRPr>
              </a:lvl2pPr>
              <a:lvl3pPr algn="ctr">
                <a:defRPr sz="826" b="0">
                  <a:solidFill>
                    <a:srgbClr val="000000"/>
                  </a:solidFill>
                  <a:latin typeface="Arial"/>
                  <a:ea typeface="Arial"/>
                  <a:cs typeface="Arial"/>
                </a:defRPr>
              </a:lvl3pPr>
              <a:lvl4pPr algn="ctr">
                <a:defRPr sz="826" b="0">
                  <a:solidFill>
                    <a:srgbClr val="000000"/>
                  </a:solidFill>
                  <a:latin typeface="Arial"/>
                  <a:ea typeface="Arial"/>
                  <a:cs typeface="Arial"/>
                </a:defRPr>
              </a:lvl4pPr>
              <a:lvl5pPr algn="ctr">
                <a:defRPr sz="826" b="0">
                  <a:solidFill>
                    <a:srgbClr val="000000"/>
                  </a:solidFill>
                  <a:latin typeface="Arial"/>
                  <a:ea typeface="Arial"/>
                  <a:cs typeface="Arial"/>
                </a:defRPr>
              </a:lvl5pPr>
              <a:lvl6pPr algn="ctr">
                <a:defRPr sz="826" b="0">
                  <a:solidFill>
                    <a:srgbClr val="000000"/>
                  </a:solidFill>
                  <a:latin typeface="Arial"/>
                  <a:ea typeface="Arial"/>
                  <a:cs typeface="Arial"/>
                </a:defRPr>
              </a:lvl6pPr>
              <a:lvl7pPr algn="ctr">
                <a:defRPr sz="826" b="0">
                  <a:solidFill>
                    <a:srgbClr val="000000"/>
                  </a:solidFill>
                  <a:latin typeface="Arial"/>
                  <a:ea typeface="Arial"/>
                  <a:cs typeface="Arial"/>
                </a:defRPr>
              </a:lvl7pPr>
              <a:lvl8pPr algn="ctr">
                <a:defRPr sz="826" b="0">
                  <a:solidFill>
                    <a:srgbClr val="000000"/>
                  </a:solidFill>
                  <a:latin typeface="Arial"/>
                  <a:ea typeface="Arial"/>
                  <a:cs typeface="Arial"/>
                </a:defRPr>
              </a:lvl8pPr>
              <a:lvl9pPr algn="ctr">
                <a:defRPr sz="826" b="0">
                  <a:solidFill>
                    <a:srgbClr val="000000"/>
                  </a:solidFill>
                  <a:latin typeface="Arial"/>
                  <a:ea typeface="Arial"/>
                  <a:cs typeface="Arial"/>
                </a:defRPr>
              </a:lvl9pPr>
            </a:lstStyle>
            <a:p>
              <a:pPr algn="ctr">
                <a:defRPr sz="826" b="0">
                  <a:solidFill>
                    <a:srgbClr val="000000"/>
                  </a:solidFill>
                  <a:latin typeface="Arial"/>
                  <a:ea typeface="Arial"/>
                  <a:cs typeface="Arial"/>
                </a:defRPr>
              </a:pPr>
              <a:r>
                <a:rPr sz="826" b="0">
                  <a:solidFill>
                    <a:srgbClr val="000000"/>
                  </a:solidFill>
                  <a:latin typeface="Arial"/>
                  <a:ea typeface="Arial"/>
                  <a:cs typeface="Arial"/>
                </a:rPr>
                <a:t>0</a:t>
              </a:r>
            </a:p>
          </p:txBody>
        </p:sp>
        <p:sp>
          <p:nvSpPr>
            <p:cNvPr id="205" name="text_051">
              <a:extLst>
                <a:ext uri="{FF2B5EF4-FFF2-40B4-BE49-F238E27FC236}">
                  <ns2:creationId id="{D92648FE-B163-495C-BE7D-44B8FCEAB296}"/>
                </a:ext>
              </a:extLst>
            </p:cNvPr>
            <p:cNvSpPr>
              <a:spLocks noGrp="1"/>
            </p:cNvSpPr>
            <p:nvPr/>
          </p:nvSpPr>
          <p:spPr>
            <a:xfrm rot="0">
              <a:off x="5781675" y="7772400"/>
              <a:ext cx="342900" cy="200025"/>
            </a:xfrm>
            <a:prstGeom prst="rect">
              <a:avLst/>
            </a:prstGeom>
            <a:noFill/>
            <a:ln w="0">
              <a:noFill/>
              <a:prstDash val="solid"/>
            </a:ln>
          </p:spPr>
          <p:txBody>
            <a:bodyPr wrap="none" lIns="0" tIns="0" rIns="0" bIns="0" anchor="t">
              <a:noAutofit/>
            </a:bodyPr>
            <a:lstStyle>
              <a:defPPr algn="ctr">
                <a:defRPr sz="826" b="0">
                  <a:solidFill>
                    <a:srgbClr val="000000"/>
                  </a:solidFill>
                  <a:latin typeface="Arial"/>
                  <a:ea typeface="Arial"/>
                  <a:cs typeface="Arial"/>
                </a:defRPr>
              </a:defPPr>
              <a:lvl1pPr algn="ctr">
                <a:defRPr sz="826" b="0">
                  <a:solidFill>
                    <a:srgbClr val="000000"/>
                  </a:solidFill>
                  <a:latin typeface="Arial"/>
                  <a:ea typeface="Arial"/>
                  <a:cs typeface="Arial"/>
                </a:defRPr>
              </a:lvl1pPr>
              <a:lvl2pPr algn="ctr">
                <a:defRPr sz="826" b="0">
                  <a:solidFill>
                    <a:srgbClr val="000000"/>
                  </a:solidFill>
                  <a:latin typeface="Arial"/>
                  <a:ea typeface="Arial"/>
                  <a:cs typeface="Arial"/>
                </a:defRPr>
              </a:lvl2pPr>
              <a:lvl3pPr algn="ctr">
                <a:defRPr sz="826" b="0">
                  <a:solidFill>
                    <a:srgbClr val="000000"/>
                  </a:solidFill>
                  <a:latin typeface="Arial"/>
                  <a:ea typeface="Arial"/>
                  <a:cs typeface="Arial"/>
                </a:defRPr>
              </a:lvl3pPr>
              <a:lvl4pPr algn="ctr">
                <a:defRPr sz="826" b="0">
                  <a:solidFill>
                    <a:srgbClr val="000000"/>
                  </a:solidFill>
                  <a:latin typeface="Arial"/>
                  <a:ea typeface="Arial"/>
                  <a:cs typeface="Arial"/>
                </a:defRPr>
              </a:lvl4pPr>
              <a:lvl5pPr algn="ctr">
                <a:defRPr sz="826" b="0">
                  <a:solidFill>
                    <a:srgbClr val="000000"/>
                  </a:solidFill>
                  <a:latin typeface="Arial"/>
                  <a:ea typeface="Arial"/>
                  <a:cs typeface="Arial"/>
                </a:defRPr>
              </a:lvl5pPr>
              <a:lvl6pPr algn="ctr">
                <a:defRPr sz="826" b="0">
                  <a:solidFill>
                    <a:srgbClr val="000000"/>
                  </a:solidFill>
                  <a:latin typeface="Arial"/>
                  <a:ea typeface="Arial"/>
                  <a:cs typeface="Arial"/>
                </a:defRPr>
              </a:lvl6pPr>
              <a:lvl7pPr algn="ctr">
                <a:defRPr sz="826" b="0">
                  <a:solidFill>
                    <a:srgbClr val="000000"/>
                  </a:solidFill>
                  <a:latin typeface="Arial"/>
                  <a:ea typeface="Arial"/>
                  <a:cs typeface="Arial"/>
                </a:defRPr>
              </a:lvl7pPr>
              <a:lvl8pPr algn="ctr">
                <a:defRPr sz="826" b="0">
                  <a:solidFill>
                    <a:srgbClr val="000000"/>
                  </a:solidFill>
                  <a:latin typeface="Arial"/>
                  <a:ea typeface="Arial"/>
                  <a:cs typeface="Arial"/>
                </a:defRPr>
              </a:lvl8pPr>
              <a:lvl9pPr algn="ctr">
                <a:defRPr sz="826" b="0">
                  <a:solidFill>
                    <a:srgbClr val="000000"/>
                  </a:solidFill>
                  <a:latin typeface="Arial"/>
                  <a:ea typeface="Arial"/>
                  <a:cs typeface="Arial"/>
                </a:defRPr>
              </a:lvl9pPr>
            </a:lstStyle>
            <a:p>
              <a:pPr algn="ctr">
                <a:defRPr sz="826" b="0">
                  <a:solidFill>
                    <a:srgbClr val="000000"/>
                  </a:solidFill>
                  <a:latin typeface="Arial"/>
                  <a:ea typeface="Arial"/>
                  <a:cs typeface="Arial"/>
                </a:defRPr>
              </a:pPr>
              <a:r>
                <a:rPr sz="826" b="0">
                  <a:solidFill>
                    <a:srgbClr val="000000"/>
                  </a:solidFill>
                  <a:latin typeface="Arial"/>
                  <a:ea typeface="Arial"/>
                  <a:cs typeface="Arial"/>
                </a:rPr>
                <a:t>0.5</a:t>
              </a:r>
            </a:p>
          </p:txBody>
        </p:sp>
        <p:sp>
          <p:nvSpPr>
            <p:cNvPr id="206" name="text_052">
              <a:extLst>
                <a:ext uri="{FF2B5EF4-FFF2-40B4-BE49-F238E27FC236}">
                  <ns2:creationId id="{2E837758-8B84-4170-8865-05A9FFF513E8}"/>
                </a:ext>
              </a:extLst>
            </p:cNvPr>
            <p:cNvSpPr>
              <a:spLocks noGrp="1"/>
            </p:cNvSpPr>
            <p:nvPr/>
          </p:nvSpPr>
          <p:spPr>
            <a:xfrm rot="0">
              <a:off x="7210425" y="7772400"/>
              <a:ext cx="342900" cy="200025"/>
            </a:xfrm>
            <a:prstGeom prst="rect">
              <a:avLst/>
            </a:prstGeom>
            <a:noFill/>
            <a:ln w="0">
              <a:noFill/>
              <a:prstDash val="solid"/>
            </a:ln>
          </p:spPr>
          <p:txBody>
            <a:bodyPr wrap="none" lIns="0" tIns="0" rIns="0" bIns="0" anchor="t">
              <a:noAutofit/>
            </a:bodyPr>
            <a:lstStyle>
              <a:defPPr algn="ctr">
                <a:defRPr sz="826" b="0">
                  <a:solidFill>
                    <a:srgbClr val="000000"/>
                  </a:solidFill>
                  <a:latin typeface="Arial"/>
                  <a:ea typeface="Arial"/>
                  <a:cs typeface="Arial"/>
                </a:defRPr>
              </a:defPPr>
              <a:lvl1pPr algn="ctr">
                <a:defRPr sz="826" b="0">
                  <a:solidFill>
                    <a:srgbClr val="000000"/>
                  </a:solidFill>
                  <a:latin typeface="Arial"/>
                  <a:ea typeface="Arial"/>
                  <a:cs typeface="Arial"/>
                </a:defRPr>
              </a:lvl1pPr>
              <a:lvl2pPr algn="ctr">
                <a:defRPr sz="826" b="0">
                  <a:solidFill>
                    <a:srgbClr val="000000"/>
                  </a:solidFill>
                  <a:latin typeface="Arial"/>
                  <a:ea typeface="Arial"/>
                  <a:cs typeface="Arial"/>
                </a:defRPr>
              </a:lvl2pPr>
              <a:lvl3pPr algn="ctr">
                <a:defRPr sz="826" b="0">
                  <a:solidFill>
                    <a:srgbClr val="000000"/>
                  </a:solidFill>
                  <a:latin typeface="Arial"/>
                  <a:ea typeface="Arial"/>
                  <a:cs typeface="Arial"/>
                </a:defRPr>
              </a:lvl3pPr>
              <a:lvl4pPr algn="ctr">
                <a:defRPr sz="826" b="0">
                  <a:solidFill>
                    <a:srgbClr val="000000"/>
                  </a:solidFill>
                  <a:latin typeface="Arial"/>
                  <a:ea typeface="Arial"/>
                  <a:cs typeface="Arial"/>
                </a:defRPr>
              </a:lvl4pPr>
              <a:lvl5pPr algn="ctr">
                <a:defRPr sz="826" b="0">
                  <a:solidFill>
                    <a:srgbClr val="000000"/>
                  </a:solidFill>
                  <a:latin typeface="Arial"/>
                  <a:ea typeface="Arial"/>
                  <a:cs typeface="Arial"/>
                </a:defRPr>
              </a:lvl5pPr>
              <a:lvl6pPr algn="ctr">
                <a:defRPr sz="826" b="0">
                  <a:solidFill>
                    <a:srgbClr val="000000"/>
                  </a:solidFill>
                  <a:latin typeface="Arial"/>
                  <a:ea typeface="Arial"/>
                  <a:cs typeface="Arial"/>
                </a:defRPr>
              </a:lvl6pPr>
              <a:lvl7pPr algn="ctr">
                <a:defRPr sz="826" b="0">
                  <a:solidFill>
                    <a:srgbClr val="000000"/>
                  </a:solidFill>
                  <a:latin typeface="Arial"/>
                  <a:ea typeface="Arial"/>
                  <a:cs typeface="Arial"/>
                </a:defRPr>
              </a:lvl7pPr>
              <a:lvl8pPr algn="ctr">
                <a:defRPr sz="826" b="0">
                  <a:solidFill>
                    <a:srgbClr val="000000"/>
                  </a:solidFill>
                  <a:latin typeface="Arial"/>
                  <a:ea typeface="Arial"/>
                  <a:cs typeface="Arial"/>
                </a:defRPr>
              </a:lvl8pPr>
              <a:lvl9pPr algn="ctr">
                <a:defRPr sz="826" b="0">
                  <a:solidFill>
                    <a:srgbClr val="000000"/>
                  </a:solidFill>
                  <a:latin typeface="Arial"/>
                  <a:ea typeface="Arial"/>
                  <a:cs typeface="Arial"/>
                </a:defRPr>
              </a:lvl9pPr>
            </a:lstStyle>
            <a:p>
              <a:pPr algn="ctr">
                <a:defRPr sz="826" b="0">
                  <a:solidFill>
                    <a:srgbClr val="000000"/>
                  </a:solidFill>
                  <a:latin typeface="Arial"/>
                  <a:ea typeface="Arial"/>
                  <a:cs typeface="Arial"/>
                </a:defRPr>
              </a:pPr>
              <a:r>
                <a:rPr sz="826" b="0">
                  <a:solidFill>
                    <a:srgbClr val="000000"/>
                  </a:solidFill>
                  <a:latin typeface="Arial"/>
                  <a:ea typeface="Arial"/>
                  <a:cs typeface="Arial"/>
                </a:rPr>
                <a:t>1</a:t>
              </a:r>
            </a:p>
          </p:txBody>
        </p:sp>
        <p:sp>
          <p:nvSpPr>
            <p:cNvPr id="207" name="text_053">
              <a:extLst>
                <a:ext uri="{FF2B5EF4-FFF2-40B4-BE49-F238E27FC236}">
                  <ns2:creationId id="{4CD812BE-BF74-45FC-8F49-39B08A4D66CC}"/>
                </a:ext>
              </a:extLst>
            </p:cNvPr>
            <p:cNvSpPr>
              <a:spLocks noGrp="1"/>
            </p:cNvSpPr>
            <p:nvPr/>
          </p:nvSpPr>
          <p:spPr>
            <a:xfrm rot="0">
              <a:off x="4010025" y="8020050"/>
              <a:ext cx="3714750" cy="228600"/>
            </a:xfrm>
            <a:prstGeom prst="rect">
              <a:avLst/>
            </a:prstGeom>
            <a:noFill/>
            <a:ln w="0">
              <a:noFill/>
              <a:prstDash val="solid"/>
            </a:ln>
          </p:spPr>
          <p:txBody>
            <a:bodyPr wrap="none" lIns="0" tIns="0" rIns="0" bIns="0" anchor="t">
              <a:noAutofit/>
            </a:bodyPr>
            <a:lstStyle>
              <a:defPPr algn="ctr">
                <a:defRPr sz="877" b="0">
                  <a:solidFill>
                    <a:srgbClr val="000000"/>
                  </a:solidFill>
                  <a:latin typeface="Arial"/>
                  <a:ea typeface="Arial"/>
                  <a:cs typeface="Arial"/>
                </a:defRPr>
              </a:defPPr>
              <a:lvl1pPr algn="ctr">
                <a:defRPr sz="877" b="0">
                  <a:solidFill>
                    <a:srgbClr val="000000"/>
                  </a:solidFill>
                  <a:latin typeface="Arial"/>
                  <a:ea typeface="Arial"/>
                  <a:cs typeface="Arial"/>
                </a:defRPr>
              </a:lvl1pPr>
              <a:lvl2pPr algn="ctr">
                <a:defRPr sz="877" b="0">
                  <a:solidFill>
                    <a:srgbClr val="000000"/>
                  </a:solidFill>
                  <a:latin typeface="Arial"/>
                  <a:ea typeface="Arial"/>
                  <a:cs typeface="Arial"/>
                </a:defRPr>
              </a:lvl2pPr>
              <a:lvl3pPr algn="ctr">
                <a:defRPr sz="877" b="0">
                  <a:solidFill>
                    <a:srgbClr val="000000"/>
                  </a:solidFill>
                  <a:latin typeface="Arial"/>
                  <a:ea typeface="Arial"/>
                  <a:cs typeface="Arial"/>
                </a:defRPr>
              </a:lvl3pPr>
              <a:lvl4pPr algn="ctr">
                <a:defRPr sz="877" b="0">
                  <a:solidFill>
                    <a:srgbClr val="000000"/>
                  </a:solidFill>
                  <a:latin typeface="Arial"/>
                  <a:ea typeface="Arial"/>
                  <a:cs typeface="Arial"/>
                </a:defRPr>
              </a:lvl4pPr>
              <a:lvl5pPr algn="ctr">
                <a:defRPr sz="877" b="0">
                  <a:solidFill>
                    <a:srgbClr val="000000"/>
                  </a:solidFill>
                  <a:latin typeface="Arial"/>
                  <a:ea typeface="Arial"/>
                  <a:cs typeface="Arial"/>
                </a:defRPr>
              </a:lvl5pPr>
              <a:lvl6pPr algn="ctr">
                <a:defRPr sz="877" b="0">
                  <a:solidFill>
                    <a:srgbClr val="000000"/>
                  </a:solidFill>
                  <a:latin typeface="Arial"/>
                  <a:ea typeface="Arial"/>
                  <a:cs typeface="Arial"/>
                </a:defRPr>
              </a:lvl6pPr>
              <a:lvl7pPr algn="ctr">
                <a:defRPr sz="877" b="0">
                  <a:solidFill>
                    <a:srgbClr val="000000"/>
                  </a:solidFill>
                  <a:latin typeface="Arial"/>
                  <a:ea typeface="Arial"/>
                  <a:cs typeface="Arial"/>
                </a:defRPr>
              </a:lvl7pPr>
              <a:lvl8pPr algn="ctr">
                <a:defRPr sz="877" b="0">
                  <a:solidFill>
                    <a:srgbClr val="000000"/>
                  </a:solidFill>
                  <a:latin typeface="Arial"/>
                  <a:ea typeface="Arial"/>
                  <a:cs typeface="Arial"/>
                </a:defRPr>
              </a:lvl8pPr>
              <a:lvl9pPr algn="ctr">
                <a:defRPr sz="877" b="0">
                  <a:solidFill>
                    <a:srgbClr val="000000"/>
                  </a:solidFill>
                  <a:latin typeface="Arial"/>
                  <a:ea typeface="Arial"/>
                  <a:cs typeface="Arial"/>
                </a:defRPr>
              </a:lvl9pPr>
            </a:lstStyle>
            <a:p>
              <a:pPr algn="ctr">
                <a:defRPr sz="877" b="0">
                  <a:solidFill>
                    <a:srgbClr val="000000"/>
                  </a:solidFill>
                  <a:latin typeface="Arial"/>
                  <a:ea typeface="Arial"/>
                  <a:cs typeface="Arial"/>
                </a:defRPr>
              </a:pPr>
              <a:r>
                <a:rPr sz="877" b="0">
                  <a:solidFill>
                    <a:srgbClr val="000000"/>
                  </a:solidFill>
                  <a:latin typeface="Arial"/>
                  <a:ea typeface="Arial"/>
                  <a:cs typeface="Arial"/>
                </a:rPr>
                <a:t>Normalized x along fixed reference axis</a:t>
              </a:r>
            </a:p>
          </p:txBody>
        </p:sp>
        <p:sp>
          <p:nvSpPr>
            <p:cNvPr id="208" name="text_054">
              <a:extLst>
                <a:ext uri="{FF2B5EF4-FFF2-40B4-BE49-F238E27FC236}">
                  <ns2:creationId id="{CD010770-2D93-48BA-B285-C5F1D2670940}"/>
                </a:ext>
              </a:extLst>
            </p:cNvPr>
            <p:cNvSpPr>
              <a:spLocks noGrp="1"/>
            </p:cNvSpPr>
            <p:nvPr/>
          </p:nvSpPr>
          <p:spPr>
            <a:xfrm rot="0">
              <a:off x="4010025" y="8439150"/>
              <a:ext cx="3762375" cy="219075"/>
            </a:xfrm>
            <a:prstGeom prst="rect">
              <a:avLst/>
            </a:prstGeom>
            <a:noFill/>
            <a:ln w="0">
              <a:noFill/>
              <a:prstDash val="solid"/>
            </a:ln>
          </p:spPr>
          <p:txBody>
            <a:bodyPr wrap="none" lIns="0" tIns="0" rIns="0" bIns="0" anchor="t">
              <a:noAutofit/>
            </a:bodyPr>
            <a:lstStyle>
              <a:defPPr algn="l">
                <a:defRPr sz="774" b="0">
                  <a:solidFill>
                    <a:srgbClr val="000000"/>
                  </a:solidFill>
                  <a:latin typeface="Arial"/>
                  <a:ea typeface="Arial"/>
                  <a:cs typeface="Arial"/>
                </a:defRPr>
              </a:defPPr>
              <a:lvl1pPr algn="l">
                <a:defRPr sz="774" b="0">
                  <a:solidFill>
                    <a:srgbClr val="000000"/>
                  </a:solidFill>
                  <a:latin typeface="Arial"/>
                  <a:ea typeface="Arial"/>
                  <a:cs typeface="Arial"/>
                </a:defRPr>
              </a:lvl1pPr>
              <a:lvl2pPr algn="l">
                <a:defRPr sz="774" b="0">
                  <a:solidFill>
                    <a:srgbClr val="000000"/>
                  </a:solidFill>
                  <a:latin typeface="Arial"/>
                  <a:ea typeface="Arial"/>
                  <a:cs typeface="Arial"/>
                </a:defRPr>
              </a:lvl2pPr>
              <a:lvl3pPr algn="l">
                <a:defRPr sz="774" b="0">
                  <a:solidFill>
                    <a:srgbClr val="000000"/>
                  </a:solidFill>
                  <a:latin typeface="Arial"/>
                  <a:ea typeface="Arial"/>
                  <a:cs typeface="Arial"/>
                </a:defRPr>
              </a:lvl3pPr>
              <a:lvl4pPr algn="l">
                <a:defRPr sz="774" b="0">
                  <a:solidFill>
                    <a:srgbClr val="000000"/>
                  </a:solidFill>
                  <a:latin typeface="Arial"/>
                  <a:ea typeface="Arial"/>
                  <a:cs typeface="Arial"/>
                </a:defRPr>
              </a:lvl4pPr>
              <a:lvl5pPr algn="l">
                <a:defRPr sz="774" b="0">
                  <a:solidFill>
                    <a:srgbClr val="000000"/>
                  </a:solidFill>
                  <a:latin typeface="Arial"/>
                  <a:ea typeface="Arial"/>
                  <a:cs typeface="Arial"/>
                </a:defRPr>
              </a:lvl5pPr>
              <a:lvl6pPr algn="l">
                <a:defRPr sz="774" b="0">
                  <a:solidFill>
                    <a:srgbClr val="000000"/>
                  </a:solidFill>
                  <a:latin typeface="Arial"/>
                  <a:ea typeface="Arial"/>
                  <a:cs typeface="Arial"/>
                </a:defRPr>
              </a:lvl6pPr>
              <a:lvl7pPr algn="l">
                <a:defRPr sz="774" b="0">
                  <a:solidFill>
                    <a:srgbClr val="000000"/>
                  </a:solidFill>
                  <a:latin typeface="Arial"/>
                  <a:ea typeface="Arial"/>
                  <a:cs typeface="Arial"/>
                </a:defRPr>
              </a:lvl7pPr>
              <a:lvl8pPr algn="l">
                <a:defRPr sz="774" b="0">
                  <a:solidFill>
                    <a:srgbClr val="000000"/>
                  </a:solidFill>
                  <a:latin typeface="Arial"/>
                  <a:ea typeface="Arial"/>
                  <a:cs typeface="Arial"/>
                </a:defRPr>
              </a:lvl8pPr>
              <a:lvl9pPr algn="l">
                <a:defRPr sz="774" b="0">
                  <a:solidFill>
                    <a:srgbClr val="000000"/>
                  </a:solidFill>
                  <a:latin typeface="Arial"/>
                  <a:ea typeface="Arial"/>
                  <a:cs typeface="Arial"/>
                </a:defRPr>
              </a:lvl9pPr>
            </a:lstStyle>
            <a:p>
              <a:pPr algn="l">
                <a:defRPr sz="774" b="0">
                  <a:solidFill>
                    <a:srgbClr val="000000"/>
                  </a:solidFill>
                  <a:latin typeface="Arial"/>
                  <a:ea typeface="Arial"/>
                  <a:cs typeface="Arial"/>
                </a:defRPr>
              </a:pPr>
              <a:r>
                <a:rPr sz="774" b="0">
                  <a:solidFill>
                    <a:srgbClr val="000000"/>
                  </a:solidFill>
                  <a:latin typeface="Arial"/>
                  <a:ea typeface="Arial"/>
                  <a:cs typeface="Arial"/>
                </a:rPr>
                <a:t>f86: H=11.24% L; NMLE(R2)=1.003%</a:t>
              </a:r>
            </a:p>
          </p:txBody>
        </p:sp>
        <p:sp>
          <p:nvSpPr>
            <p:cNvPr id="209" name="text_055">
              <a:extLst>
                <a:ext uri="{FF2B5EF4-FFF2-40B4-BE49-F238E27FC236}">
                  <ns2:creationId id="{371D539D-58E7-4C95-A85D-3190BB0FCC4B}"/>
                </a:ext>
              </a:extLst>
            </p:cNvPr>
            <p:cNvSpPr>
              <a:spLocks noGrp="1"/>
            </p:cNvSpPr>
            <p:nvPr/>
          </p:nvSpPr>
          <p:spPr>
            <a:xfrm rot="0">
              <a:off x="7915275" y="5715000"/>
              <a:ext cx="3810000" cy="266700"/>
            </a:xfrm>
            <a:prstGeom prst="rect">
              <a:avLst/>
            </a:prstGeom>
            <a:noFill/>
            <a:ln w="0">
              <a:noFill/>
              <a:prstDash val="solid"/>
            </a:ln>
          </p:spPr>
          <p:txBody>
            <a:bodyPr wrap="none" lIns="0" tIns="0" rIns="0" bIns="0" anchor="t">
              <a:noAutofit/>
            </a:bodyPr>
            <a:lstStyle>
              <a:defPPr algn="l">
                <a:defRPr sz="1135" b="1">
                  <a:solidFill>
                    <a:srgbClr val="000000"/>
                  </a:solidFill>
                  <a:latin typeface="Arial"/>
                  <a:ea typeface="Arial"/>
                  <a:cs typeface="Arial"/>
                </a:defRPr>
              </a:defPPr>
              <a:lvl1pPr algn="l">
                <a:defRPr sz="1135" b="1">
                  <a:solidFill>
                    <a:srgbClr val="000000"/>
                  </a:solidFill>
                  <a:latin typeface="Arial"/>
                  <a:ea typeface="Arial"/>
                  <a:cs typeface="Arial"/>
                </a:defRPr>
              </a:lvl1pPr>
              <a:lvl2pPr algn="l">
                <a:defRPr sz="1135" b="1">
                  <a:solidFill>
                    <a:srgbClr val="000000"/>
                  </a:solidFill>
                  <a:latin typeface="Arial"/>
                  <a:ea typeface="Arial"/>
                  <a:cs typeface="Arial"/>
                </a:defRPr>
              </a:lvl2pPr>
              <a:lvl3pPr algn="l">
                <a:defRPr sz="1135" b="1">
                  <a:solidFill>
                    <a:srgbClr val="000000"/>
                  </a:solidFill>
                  <a:latin typeface="Arial"/>
                  <a:ea typeface="Arial"/>
                  <a:cs typeface="Arial"/>
                </a:defRPr>
              </a:lvl3pPr>
              <a:lvl4pPr algn="l">
                <a:defRPr sz="1135" b="1">
                  <a:solidFill>
                    <a:srgbClr val="000000"/>
                  </a:solidFill>
                  <a:latin typeface="Arial"/>
                  <a:ea typeface="Arial"/>
                  <a:cs typeface="Arial"/>
                </a:defRPr>
              </a:lvl4pPr>
              <a:lvl5pPr algn="l">
                <a:defRPr sz="1135" b="1">
                  <a:solidFill>
                    <a:srgbClr val="000000"/>
                  </a:solidFill>
                  <a:latin typeface="Arial"/>
                  <a:ea typeface="Arial"/>
                  <a:cs typeface="Arial"/>
                </a:defRPr>
              </a:lvl5pPr>
              <a:lvl6pPr algn="l">
                <a:defRPr sz="1135" b="1">
                  <a:solidFill>
                    <a:srgbClr val="000000"/>
                  </a:solidFill>
                  <a:latin typeface="Arial"/>
                  <a:ea typeface="Arial"/>
                  <a:cs typeface="Arial"/>
                </a:defRPr>
              </a:lvl6pPr>
              <a:lvl7pPr algn="l">
                <a:defRPr sz="1135" b="1">
                  <a:solidFill>
                    <a:srgbClr val="000000"/>
                  </a:solidFill>
                  <a:latin typeface="Arial"/>
                  <a:ea typeface="Arial"/>
                  <a:cs typeface="Arial"/>
                </a:defRPr>
              </a:lvl7pPr>
              <a:lvl8pPr algn="l">
                <a:defRPr sz="1135" b="1">
                  <a:solidFill>
                    <a:srgbClr val="000000"/>
                  </a:solidFill>
                  <a:latin typeface="Arial"/>
                  <a:ea typeface="Arial"/>
                  <a:cs typeface="Arial"/>
                </a:defRPr>
              </a:lvl8pPr>
              <a:lvl9pPr algn="l">
                <a:defRPr sz="1135" b="1">
                  <a:solidFill>
                    <a:srgbClr val="000000"/>
                  </a:solidFill>
                  <a:latin typeface="Arial"/>
                  <a:ea typeface="Arial"/>
                  <a:cs typeface="Arial"/>
                </a:defRPr>
              </a:lvl9pPr>
            </a:lstStyle>
            <a:p>
              <a:pPr algn="l">
                <a:defRPr sz="1135" b="1">
                  <a:solidFill>
                    <a:srgbClr val="000000"/>
                  </a:solidFill>
                  <a:latin typeface="Arial"/>
                  <a:ea typeface="Arial"/>
                  <a:cs typeface="Arial"/>
                </a:defRPr>
              </a:pPr>
              <a:r>
                <a:rPr sz="1135" b="1">
                  <a:solidFill>
                    <a:srgbClr val="000000"/>
                  </a:solidFill>
                  <a:latin typeface="Arial"/>
                  <a:ea typeface="Arial"/>
                  <a:cs typeface="Arial"/>
                </a:rPr>
                <a:t>(f) Saved scalar profiles, same frame</a:t>
              </a:r>
            </a:p>
          </p:txBody>
        </p:sp>
        <p:sp>
          <p:nvSpPr>
            <p:cNvPr id="210" name="rect_056">
              <a:extLst>
                <a:ext uri="{FF2B5EF4-FFF2-40B4-BE49-F238E27FC236}">
                  <ns2:creationId id="{A1409A1C-7A48-4B37-8F0A-8D70AF17D889}"/>
                </a:ext>
              </a:extLst>
            </p:cNvPr>
            <p:cNvSpPr>
              <a:spLocks noGrp="1"/>
            </p:cNvSpPr>
            <p:nvPr/>
          </p:nvSpPr>
          <p:spPr>
            <a:xfrm rot="0">
              <a:off x="8524875" y="6200775"/>
              <a:ext cx="2924175" cy="1524000"/>
            </a:xfrm>
            <a:prstGeom prst="rect">
              <a:avLst/>
            </a:prstGeom>
            <a:noFill/>
            <a:ln w="4589">
              <a:solidFill>
                <a:srgbClr val="7B8790"/>
              </a:solidFill>
              <a:prstDash val="solid"/>
            </a:ln>
          </p:spPr>
        </p:sp>
        <p:sp>
          <p:nvSpPr>
            <p:cNvPr id="211" name="text_057">
              <a:extLst>
                <a:ext uri="{FF2B5EF4-FFF2-40B4-BE49-F238E27FC236}">
                  <ns2:creationId id="{8D8DA81F-28E0-4B4C-98E1-BC2C7F1C14F3}"/>
                </a:ext>
              </a:extLst>
            </p:cNvPr>
            <p:cNvSpPr>
              <a:spLocks noGrp="1"/>
            </p:cNvSpPr>
            <p:nvPr/>
          </p:nvSpPr>
          <p:spPr>
            <a:xfrm rot="0">
              <a:off x="8296275" y="7772400"/>
              <a:ext cx="457200" cy="200025"/>
            </a:xfrm>
            <a:prstGeom prst="rect">
              <a:avLst/>
            </a:prstGeom>
            <a:noFill/>
            <a:ln w="0">
              <a:noFill/>
              <a:prstDash val="solid"/>
            </a:ln>
          </p:spPr>
          <p:txBody>
            <a:bodyPr wrap="none" lIns="0" tIns="0" rIns="0" bIns="0" anchor="t">
              <a:noAutofit/>
            </a:bodyPr>
            <a:lstStyle>
              <a:defPPr algn="ctr">
                <a:defRPr sz="826" b="0">
                  <a:solidFill>
                    <a:srgbClr val="000000"/>
                  </a:solidFill>
                  <a:latin typeface="Arial"/>
                  <a:ea typeface="Arial"/>
                  <a:cs typeface="Arial"/>
                </a:defRPr>
              </a:defPPr>
              <a:lvl1pPr algn="ctr">
                <a:defRPr sz="826" b="0">
                  <a:solidFill>
                    <a:srgbClr val="000000"/>
                  </a:solidFill>
                  <a:latin typeface="Arial"/>
                  <a:ea typeface="Arial"/>
                  <a:cs typeface="Arial"/>
                </a:defRPr>
              </a:lvl1pPr>
              <a:lvl2pPr algn="ctr">
                <a:defRPr sz="826" b="0">
                  <a:solidFill>
                    <a:srgbClr val="000000"/>
                  </a:solidFill>
                  <a:latin typeface="Arial"/>
                  <a:ea typeface="Arial"/>
                  <a:cs typeface="Arial"/>
                </a:defRPr>
              </a:lvl2pPr>
              <a:lvl3pPr algn="ctr">
                <a:defRPr sz="826" b="0">
                  <a:solidFill>
                    <a:srgbClr val="000000"/>
                  </a:solidFill>
                  <a:latin typeface="Arial"/>
                  <a:ea typeface="Arial"/>
                  <a:cs typeface="Arial"/>
                </a:defRPr>
              </a:lvl3pPr>
              <a:lvl4pPr algn="ctr">
                <a:defRPr sz="826" b="0">
                  <a:solidFill>
                    <a:srgbClr val="000000"/>
                  </a:solidFill>
                  <a:latin typeface="Arial"/>
                  <a:ea typeface="Arial"/>
                  <a:cs typeface="Arial"/>
                </a:defRPr>
              </a:lvl4pPr>
              <a:lvl5pPr algn="ctr">
                <a:defRPr sz="826" b="0">
                  <a:solidFill>
                    <a:srgbClr val="000000"/>
                  </a:solidFill>
                  <a:latin typeface="Arial"/>
                  <a:ea typeface="Arial"/>
                  <a:cs typeface="Arial"/>
                </a:defRPr>
              </a:lvl5pPr>
              <a:lvl6pPr algn="ctr">
                <a:defRPr sz="826" b="0">
                  <a:solidFill>
                    <a:srgbClr val="000000"/>
                  </a:solidFill>
                  <a:latin typeface="Arial"/>
                  <a:ea typeface="Arial"/>
                  <a:cs typeface="Arial"/>
                </a:defRPr>
              </a:lvl6pPr>
              <a:lvl7pPr algn="ctr">
                <a:defRPr sz="826" b="0">
                  <a:solidFill>
                    <a:srgbClr val="000000"/>
                  </a:solidFill>
                  <a:latin typeface="Arial"/>
                  <a:ea typeface="Arial"/>
                  <a:cs typeface="Arial"/>
                </a:defRPr>
              </a:lvl7pPr>
              <a:lvl8pPr algn="ctr">
                <a:defRPr sz="826" b="0">
                  <a:solidFill>
                    <a:srgbClr val="000000"/>
                  </a:solidFill>
                  <a:latin typeface="Arial"/>
                  <a:ea typeface="Arial"/>
                  <a:cs typeface="Arial"/>
                </a:defRPr>
              </a:lvl8pPr>
              <a:lvl9pPr algn="ctr">
                <a:defRPr sz="826" b="0">
                  <a:solidFill>
                    <a:srgbClr val="000000"/>
                  </a:solidFill>
                  <a:latin typeface="Arial"/>
                  <a:ea typeface="Arial"/>
                  <a:cs typeface="Arial"/>
                </a:defRPr>
              </a:lvl9pPr>
            </a:lstStyle>
            <a:p>
              <a:pPr algn="ctr">
                <a:defRPr sz="826" b="0">
                  <a:solidFill>
                    <a:srgbClr val="000000"/>
                  </a:solidFill>
                  <a:latin typeface="Arial"/>
                  <a:ea typeface="Arial"/>
                  <a:cs typeface="Arial"/>
                </a:defRPr>
              </a:pPr>
              <a:r>
                <a:rPr sz="826" b="0">
                  <a:solidFill>
                    <a:srgbClr val="000000"/>
                  </a:solidFill>
                  <a:latin typeface="Arial"/>
                  <a:ea typeface="Arial"/>
                  <a:cs typeface="Arial"/>
                </a:rPr>
                <a:t>0</a:t>
              </a:r>
            </a:p>
          </p:txBody>
        </p:sp>
        <p:sp>
          <p:nvSpPr>
            <p:cNvPr id="212" name="line_058">
              <a:extLst>
                <a:ext uri="{FF2B5EF4-FFF2-40B4-BE49-F238E27FC236}">
                  <ns2:creationId id="{C5FE29E2-995C-4ABE-8850-B829CC96B89D}"/>
                </a:ext>
              </a:extLst>
            </p:cNvPr>
            <p:cNvSpPr>
              <a:spLocks noGrp="1"/>
            </p:cNvSpPr>
            <p:nvPr/>
          </p:nvSpPr>
          <p:spPr>
            <a:xfrm>
              <a:off x="8524875" y="7724775"/>
              <a:ext cx="95" cy="38100"/>
            </a:xfrm>
            <a:custGeom>
              <a:pathLst>
                <a:path w="95" h="38100">
                  <a:moveTo>
                    <a:pt x="0" y="0"/>
                  </a:moveTo>
                  <a:lnTo>
                    <a:pt x="0" y="38100"/>
                  </a:lnTo>
                </a:path>
              </a:pathLst>
            </a:custGeom>
            <a:noFill/>
            <a:ln w="4589">
              <a:solidFill>
                <a:srgbClr val="000000"/>
              </a:solidFill>
              <a:prstDash val="solid"/>
            </a:ln>
          </p:spPr>
        </p:sp>
        <p:sp>
          <p:nvSpPr>
            <p:cNvPr id="213" name="text_059">
              <a:extLst>
                <a:ext uri="{FF2B5EF4-FFF2-40B4-BE49-F238E27FC236}">
                  <ns2:creationId id="{E271F3AE-7DCF-4ED9-88CD-4795000FD6E8}"/>
                </a:ext>
              </a:extLst>
            </p:cNvPr>
            <p:cNvSpPr>
              <a:spLocks noGrp="1"/>
            </p:cNvSpPr>
            <p:nvPr/>
          </p:nvSpPr>
          <p:spPr>
            <a:xfrm rot="0">
              <a:off x="9758363" y="7772400"/>
              <a:ext cx="457200" cy="200025"/>
            </a:xfrm>
            <a:prstGeom prst="rect">
              <a:avLst/>
            </a:prstGeom>
            <a:noFill/>
            <a:ln w="0">
              <a:noFill/>
              <a:prstDash val="solid"/>
            </a:ln>
          </p:spPr>
          <p:txBody>
            <a:bodyPr wrap="none" lIns="0" tIns="0" rIns="0" bIns="0" anchor="t">
              <a:noAutofit/>
            </a:bodyPr>
            <a:lstStyle>
              <a:defPPr algn="ctr">
                <a:defRPr sz="826" b="0">
                  <a:solidFill>
                    <a:srgbClr val="000000"/>
                  </a:solidFill>
                  <a:latin typeface="Arial"/>
                  <a:ea typeface="Arial"/>
                  <a:cs typeface="Arial"/>
                </a:defRPr>
              </a:defPPr>
              <a:lvl1pPr algn="ctr">
                <a:defRPr sz="826" b="0">
                  <a:solidFill>
                    <a:srgbClr val="000000"/>
                  </a:solidFill>
                  <a:latin typeface="Arial"/>
                  <a:ea typeface="Arial"/>
                  <a:cs typeface="Arial"/>
                </a:defRPr>
              </a:lvl1pPr>
              <a:lvl2pPr algn="ctr">
                <a:defRPr sz="826" b="0">
                  <a:solidFill>
                    <a:srgbClr val="000000"/>
                  </a:solidFill>
                  <a:latin typeface="Arial"/>
                  <a:ea typeface="Arial"/>
                  <a:cs typeface="Arial"/>
                </a:defRPr>
              </a:lvl2pPr>
              <a:lvl3pPr algn="ctr">
                <a:defRPr sz="826" b="0">
                  <a:solidFill>
                    <a:srgbClr val="000000"/>
                  </a:solidFill>
                  <a:latin typeface="Arial"/>
                  <a:ea typeface="Arial"/>
                  <a:cs typeface="Arial"/>
                </a:defRPr>
              </a:lvl3pPr>
              <a:lvl4pPr algn="ctr">
                <a:defRPr sz="826" b="0">
                  <a:solidFill>
                    <a:srgbClr val="000000"/>
                  </a:solidFill>
                  <a:latin typeface="Arial"/>
                  <a:ea typeface="Arial"/>
                  <a:cs typeface="Arial"/>
                </a:defRPr>
              </a:lvl4pPr>
              <a:lvl5pPr algn="ctr">
                <a:defRPr sz="826" b="0">
                  <a:solidFill>
                    <a:srgbClr val="000000"/>
                  </a:solidFill>
                  <a:latin typeface="Arial"/>
                  <a:ea typeface="Arial"/>
                  <a:cs typeface="Arial"/>
                </a:defRPr>
              </a:lvl5pPr>
              <a:lvl6pPr algn="ctr">
                <a:defRPr sz="826" b="0">
                  <a:solidFill>
                    <a:srgbClr val="000000"/>
                  </a:solidFill>
                  <a:latin typeface="Arial"/>
                  <a:ea typeface="Arial"/>
                  <a:cs typeface="Arial"/>
                </a:defRPr>
              </a:lvl6pPr>
              <a:lvl7pPr algn="ctr">
                <a:defRPr sz="826" b="0">
                  <a:solidFill>
                    <a:srgbClr val="000000"/>
                  </a:solidFill>
                  <a:latin typeface="Arial"/>
                  <a:ea typeface="Arial"/>
                  <a:cs typeface="Arial"/>
                </a:defRPr>
              </a:lvl7pPr>
              <a:lvl8pPr algn="ctr">
                <a:defRPr sz="826" b="0">
                  <a:solidFill>
                    <a:srgbClr val="000000"/>
                  </a:solidFill>
                  <a:latin typeface="Arial"/>
                  <a:ea typeface="Arial"/>
                  <a:cs typeface="Arial"/>
                </a:defRPr>
              </a:lvl8pPr>
              <a:lvl9pPr algn="ctr">
                <a:defRPr sz="826" b="0">
                  <a:solidFill>
                    <a:srgbClr val="000000"/>
                  </a:solidFill>
                  <a:latin typeface="Arial"/>
                  <a:ea typeface="Arial"/>
                  <a:cs typeface="Arial"/>
                </a:defRPr>
              </a:lvl9pPr>
            </a:lstStyle>
            <a:p>
              <a:pPr algn="ctr">
                <a:defRPr sz="826" b="0">
                  <a:solidFill>
                    <a:srgbClr val="000000"/>
                  </a:solidFill>
                  <a:latin typeface="Arial"/>
                  <a:ea typeface="Arial"/>
                  <a:cs typeface="Arial"/>
                </a:defRPr>
              </a:pPr>
              <a:r>
                <a:rPr sz="826" b="0">
                  <a:solidFill>
                    <a:srgbClr val="000000"/>
                  </a:solidFill>
                  <a:latin typeface="Arial"/>
                  <a:ea typeface="Arial"/>
                  <a:cs typeface="Arial"/>
                </a:rPr>
                <a:t>0.5</a:t>
              </a:r>
            </a:p>
          </p:txBody>
        </p:sp>
        <p:sp>
          <p:nvSpPr>
            <p:cNvPr id="214" name="line_060">
              <a:extLst>
                <a:ext uri="{FF2B5EF4-FFF2-40B4-BE49-F238E27FC236}">
                  <ns2:creationId id="{7E78C108-994B-4684-9348-C9BF780060C7}"/>
                </a:ext>
              </a:extLst>
            </p:cNvPr>
            <p:cNvSpPr>
              <a:spLocks noGrp="1"/>
            </p:cNvSpPr>
            <p:nvPr/>
          </p:nvSpPr>
          <p:spPr>
            <a:xfrm>
              <a:off x="9986963" y="7724775"/>
              <a:ext cx="95" cy="38100"/>
            </a:xfrm>
            <a:custGeom>
              <a:pathLst>
                <a:path w="95" h="38100">
                  <a:moveTo>
                    <a:pt x="0" y="0"/>
                  </a:moveTo>
                  <a:lnTo>
                    <a:pt x="0" y="38100"/>
                  </a:lnTo>
                </a:path>
              </a:pathLst>
            </a:custGeom>
            <a:noFill/>
            <a:ln w="4589">
              <a:solidFill>
                <a:srgbClr val="000000"/>
              </a:solidFill>
              <a:prstDash val="solid"/>
            </a:ln>
          </p:spPr>
        </p:sp>
        <p:sp>
          <p:nvSpPr>
            <p:cNvPr id="215" name="text_061">
              <a:extLst>
                <a:ext uri="{FF2B5EF4-FFF2-40B4-BE49-F238E27FC236}">
                  <ns2:creationId id="{24A7B85D-15D6-414D-A72F-AA5763FF1429}"/>
                </a:ext>
              </a:extLst>
            </p:cNvPr>
            <p:cNvSpPr>
              <a:spLocks noGrp="1"/>
            </p:cNvSpPr>
            <p:nvPr/>
          </p:nvSpPr>
          <p:spPr>
            <a:xfrm rot="0">
              <a:off x="11220450" y="7772400"/>
              <a:ext cx="457200" cy="200025"/>
            </a:xfrm>
            <a:prstGeom prst="rect">
              <a:avLst/>
            </a:prstGeom>
            <a:noFill/>
            <a:ln w="0">
              <a:noFill/>
              <a:prstDash val="solid"/>
            </a:ln>
          </p:spPr>
          <p:txBody>
            <a:bodyPr wrap="none" lIns="0" tIns="0" rIns="0" bIns="0" anchor="t">
              <a:noAutofit/>
            </a:bodyPr>
            <a:lstStyle>
              <a:defPPr algn="ctr">
                <a:defRPr sz="826" b="0">
                  <a:solidFill>
                    <a:srgbClr val="000000"/>
                  </a:solidFill>
                  <a:latin typeface="Arial"/>
                  <a:ea typeface="Arial"/>
                  <a:cs typeface="Arial"/>
                </a:defRPr>
              </a:defPPr>
              <a:lvl1pPr algn="ctr">
                <a:defRPr sz="826" b="0">
                  <a:solidFill>
                    <a:srgbClr val="000000"/>
                  </a:solidFill>
                  <a:latin typeface="Arial"/>
                  <a:ea typeface="Arial"/>
                  <a:cs typeface="Arial"/>
                </a:defRPr>
              </a:lvl1pPr>
              <a:lvl2pPr algn="ctr">
                <a:defRPr sz="826" b="0">
                  <a:solidFill>
                    <a:srgbClr val="000000"/>
                  </a:solidFill>
                  <a:latin typeface="Arial"/>
                  <a:ea typeface="Arial"/>
                  <a:cs typeface="Arial"/>
                </a:defRPr>
              </a:lvl2pPr>
              <a:lvl3pPr algn="ctr">
                <a:defRPr sz="826" b="0">
                  <a:solidFill>
                    <a:srgbClr val="000000"/>
                  </a:solidFill>
                  <a:latin typeface="Arial"/>
                  <a:ea typeface="Arial"/>
                  <a:cs typeface="Arial"/>
                </a:defRPr>
              </a:lvl3pPr>
              <a:lvl4pPr algn="ctr">
                <a:defRPr sz="826" b="0">
                  <a:solidFill>
                    <a:srgbClr val="000000"/>
                  </a:solidFill>
                  <a:latin typeface="Arial"/>
                  <a:ea typeface="Arial"/>
                  <a:cs typeface="Arial"/>
                </a:defRPr>
              </a:lvl4pPr>
              <a:lvl5pPr algn="ctr">
                <a:defRPr sz="826" b="0">
                  <a:solidFill>
                    <a:srgbClr val="000000"/>
                  </a:solidFill>
                  <a:latin typeface="Arial"/>
                  <a:ea typeface="Arial"/>
                  <a:cs typeface="Arial"/>
                </a:defRPr>
              </a:lvl5pPr>
              <a:lvl6pPr algn="ctr">
                <a:defRPr sz="826" b="0">
                  <a:solidFill>
                    <a:srgbClr val="000000"/>
                  </a:solidFill>
                  <a:latin typeface="Arial"/>
                  <a:ea typeface="Arial"/>
                  <a:cs typeface="Arial"/>
                </a:defRPr>
              </a:lvl6pPr>
              <a:lvl7pPr algn="ctr">
                <a:defRPr sz="826" b="0">
                  <a:solidFill>
                    <a:srgbClr val="000000"/>
                  </a:solidFill>
                  <a:latin typeface="Arial"/>
                  <a:ea typeface="Arial"/>
                  <a:cs typeface="Arial"/>
                </a:defRPr>
              </a:lvl7pPr>
              <a:lvl8pPr algn="ctr">
                <a:defRPr sz="826" b="0">
                  <a:solidFill>
                    <a:srgbClr val="000000"/>
                  </a:solidFill>
                  <a:latin typeface="Arial"/>
                  <a:ea typeface="Arial"/>
                  <a:cs typeface="Arial"/>
                </a:defRPr>
              </a:lvl8pPr>
              <a:lvl9pPr algn="ctr">
                <a:defRPr sz="826" b="0">
                  <a:solidFill>
                    <a:srgbClr val="000000"/>
                  </a:solidFill>
                  <a:latin typeface="Arial"/>
                  <a:ea typeface="Arial"/>
                  <a:cs typeface="Arial"/>
                </a:defRPr>
              </a:lvl9pPr>
            </a:lstStyle>
            <a:p>
              <a:pPr algn="ctr">
                <a:defRPr sz="826" b="0">
                  <a:solidFill>
                    <a:srgbClr val="000000"/>
                  </a:solidFill>
                  <a:latin typeface="Arial"/>
                  <a:ea typeface="Arial"/>
                  <a:cs typeface="Arial"/>
                </a:defRPr>
              </a:pPr>
              <a:r>
                <a:rPr sz="826" b="0">
                  <a:solidFill>
                    <a:srgbClr val="000000"/>
                  </a:solidFill>
                  <a:latin typeface="Arial"/>
                  <a:ea typeface="Arial"/>
                  <a:cs typeface="Arial"/>
                </a:rPr>
                <a:t>1</a:t>
              </a:r>
            </a:p>
          </p:txBody>
        </p:sp>
        <p:sp>
          <p:nvSpPr>
            <p:cNvPr id="216" name="line_062">
              <a:extLst>
                <a:ext uri="{FF2B5EF4-FFF2-40B4-BE49-F238E27FC236}">
                  <ns2:creationId id="{C0848030-C3FB-4438-B4BF-BC59A5F7DD64}"/>
                </a:ext>
              </a:extLst>
            </p:cNvPr>
            <p:cNvSpPr>
              <a:spLocks noGrp="1"/>
            </p:cNvSpPr>
            <p:nvPr/>
          </p:nvSpPr>
          <p:spPr>
            <a:xfrm>
              <a:off x="11449050" y="7724775"/>
              <a:ext cx="95" cy="38100"/>
            </a:xfrm>
            <a:custGeom>
              <a:pathLst>
                <a:path w="95" h="38100">
                  <a:moveTo>
                    <a:pt x="0" y="0"/>
                  </a:moveTo>
                  <a:lnTo>
                    <a:pt x="0" y="38100"/>
                  </a:lnTo>
                </a:path>
              </a:pathLst>
            </a:custGeom>
            <a:noFill/>
            <a:ln w="4589">
              <a:solidFill>
                <a:srgbClr val="000000"/>
              </a:solidFill>
              <a:prstDash val="solid"/>
            </a:ln>
          </p:spPr>
        </p:sp>
        <p:sp>
          <p:nvSpPr>
            <p:cNvPr id="217" name="text_063">
              <a:extLst>
                <a:ext uri="{FF2B5EF4-FFF2-40B4-BE49-F238E27FC236}">
                  <ns2:creationId id="{D75A5F28-204E-4CE5-B933-883B9B68ECEE}"/>
                </a:ext>
              </a:extLst>
            </p:cNvPr>
            <p:cNvSpPr>
              <a:spLocks noGrp="1"/>
            </p:cNvSpPr>
            <p:nvPr/>
          </p:nvSpPr>
          <p:spPr>
            <a:xfrm rot="0">
              <a:off x="8001000" y="7638597"/>
              <a:ext cx="457200" cy="200025"/>
            </a:xfrm>
            <a:prstGeom prst="rect">
              <a:avLst/>
            </a:prstGeom>
            <a:noFill/>
            <a:ln w="0">
              <a:noFill/>
              <a:prstDash val="solid"/>
            </a:ln>
          </p:spPr>
          <p:txBody>
            <a:bodyPr wrap="none" lIns="0" tIns="0" rIns="0" bIns="0" anchor="t">
              <a:noAutofit/>
            </a:bodyPr>
            <a:lstStyle>
              <a:defPPr algn="r">
                <a:defRPr sz="826" b="0">
                  <a:solidFill>
                    <a:srgbClr val="000000"/>
                  </a:solidFill>
                  <a:latin typeface="Arial"/>
                  <a:ea typeface="Arial"/>
                  <a:cs typeface="Arial"/>
                </a:defRPr>
              </a:defPPr>
              <a:lvl1pPr algn="r">
                <a:defRPr sz="826" b="0">
                  <a:solidFill>
                    <a:srgbClr val="000000"/>
                  </a:solidFill>
                  <a:latin typeface="Arial"/>
                  <a:ea typeface="Arial"/>
                  <a:cs typeface="Arial"/>
                </a:defRPr>
              </a:lvl1pPr>
              <a:lvl2pPr algn="r">
                <a:defRPr sz="826" b="0">
                  <a:solidFill>
                    <a:srgbClr val="000000"/>
                  </a:solidFill>
                  <a:latin typeface="Arial"/>
                  <a:ea typeface="Arial"/>
                  <a:cs typeface="Arial"/>
                </a:defRPr>
              </a:lvl2pPr>
              <a:lvl3pPr algn="r">
                <a:defRPr sz="826" b="0">
                  <a:solidFill>
                    <a:srgbClr val="000000"/>
                  </a:solidFill>
                  <a:latin typeface="Arial"/>
                  <a:ea typeface="Arial"/>
                  <a:cs typeface="Arial"/>
                </a:defRPr>
              </a:lvl3pPr>
              <a:lvl4pPr algn="r">
                <a:defRPr sz="826" b="0">
                  <a:solidFill>
                    <a:srgbClr val="000000"/>
                  </a:solidFill>
                  <a:latin typeface="Arial"/>
                  <a:ea typeface="Arial"/>
                  <a:cs typeface="Arial"/>
                </a:defRPr>
              </a:lvl4pPr>
              <a:lvl5pPr algn="r">
                <a:defRPr sz="826" b="0">
                  <a:solidFill>
                    <a:srgbClr val="000000"/>
                  </a:solidFill>
                  <a:latin typeface="Arial"/>
                  <a:ea typeface="Arial"/>
                  <a:cs typeface="Arial"/>
                </a:defRPr>
              </a:lvl5pPr>
              <a:lvl6pPr algn="r">
                <a:defRPr sz="826" b="0">
                  <a:solidFill>
                    <a:srgbClr val="000000"/>
                  </a:solidFill>
                  <a:latin typeface="Arial"/>
                  <a:ea typeface="Arial"/>
                  <a:cs typeface="Arial"/>
                </a:defRPr>
              </a:lvl6pPr>
              <a:lvl7pPr algn="r">
                <a:defRPr sz="826" b="0">
                  <a:solidFill>
                    <a:srgbClr val="000000"/>
                  </a:solidFill>
                  <a:latin typeface="Arial"/>
                  <a:ea typeface="Arial"/>
                  <a:cs typeface="Arial"/>
                </a:defRPr>
              </a:lvl7pPr>
              <a:lvl8pPr algn="r">
                <a:defRPr sz="826" b="0">
                  <a:solidFill>
                    <a:srgbClr val="000000"/>
                  </a:solidFill>
                  <a:latin typeface="Arial"/>
                  <a:ea typeface="Arial"/>
                  <a:cs typeface="Arial"/>
                </a:defRPr>
              </a:lvl8pPr>
              <a:lvl9pPr algn="r">
                <a:defRPr sz="826" b="0">
                  <a:solidFill>
                    <a:srgbClr val="000000"/>
                  </a:solidFill>
                  <a:latin typeface="Arial"/>
                  <a:ea typeface="Arial"/>
                  <a:cs typeface="Arial"/>
                </a:defRPr>
              </a:lvl9pPr>
            </a:lstStyle>
            <a:p>
              <a:pPr algn="r">
                <a:defRPr sz="826" b="0">
                  <a:solidFill>
                    <a:srgbClr val="000000"/>
                  </a:solidFill>
                  <a:latin typeface="Arial"/>
                  <a:ea typeface="Arial"/>
                  <a:cs typeface="Arial"/>
                </a:defRPr>
              </a:pPr>
              <a:r>
                <a:rPr sz="826" b="0">
                  <a:solidFill>
                    <a:srgbClr val="000000"/>
                  </a:solidFill>
                  <a:latin typeface="Arial"/>
                  <a:ea typeface="Arial"/>
                  <a:cs typeface="Arial"/>
                </a:rPr>
                <a:t>-2.11</a:t>
              </a:r>
            </a:p>
          </p:txBody>
        </p:sp>
        <p:sp>
          <p:nvSpPr>
            <p:cNvPr id="218" name="line_064">
              <a:extLst>
                <a:ext uri="{FF2B5EF4-FFF2-40B4-BE49-F238E27FC236}">
                  <ns2:creationId id="{0D0C371E-ECE0-41C8-94B1-07727FAA72C7}"/>
                </a:ext>
              </a:extLst>
            </p:cNvPr>
            <p:cNvSpPr>
              <a:spLocks noGrp="1"/>
            </p:cNvSpPr>
            <p:nvPr/>
          </p:nvSpPr>
          <p:spPr>
            <a:xfrm>
              <a:off x="8486775" y="7724322"/>
              <a:ext cx="38100" cy="95"/>
            </a:xfrm>
            <a:custGeom>
              <a:pathLst>
                <a:path w="38100" h="95">
                  <a:moveTo>
                    <a:pt x="0" y="0"/>
                  </a:moveTo>
                  <a:lnTo>
                    <a:pt x="38100" y="0"/>
                  </a:lnTo>
                </a:path>
              </a:pathLst>
            </a:custGeom>
            <a:noFill/>
            <a:ln w="4589">
              <a:solidFill>
                <a:srgbClr val="000000"/>
              </a:solidFill>
              <a:prstDash val="solid"/>
            </a:ln>
          </p:spPr>
        </p:sp>
        <p:sp>
          <p:nvSpPr>
            <p:cNvPr id="219" name="text_065">
              <a:extLst>
                <a:ext uri="{FF2B5EF4-FFF2-40B4-BE49-F238E27FC236}">
                  <ns2:creationId id="{A68BF60D-BA27-4D0E-BCB2-BC5BF920B4F6}"/>
                </a:ext>
              </a:extLst>
            </p:cNvPr>
            <p:cNvSpPr>
              <a:spLocks noGrp="1"/>
            </p:cNvSpPr>
            <p:nvPr/>
          </p:nvSpPr>
          <p:spPr>
            <a:xfrm rot="0">
              <a:off x="8001000" y="7217971"/>
              <a:ext cx="457200" cy="200025"/>
            </a:xfrm>
            <a:prstGeom prst="rect">
              <a:avLst/>
            </a:prstGeom>
            <a:noFill/>
            <a:ln w="0">
              <a:noFill/>
              <a:prstDash val="solid"/>
            </a:ln>
          </p:spPr>
          <p:txBody>
            <a:bodyPr wrap="none" lIns="0" tIns="0" rIns="0" bIns="0" anchor="t">
              <a:noAutofit/>
            </a:bodyPr>
            <a:lstStyle>
              <a:defPPr algn="r">
                <a:defRPr sz="826" b="0">
                  <a:solidFill>
                    <a:srgbClr val="000000"/>
                  </a:solidFill>
                  <a:latin typeface="Arial"/>
                  <a:ea typeface="Arial"/>
                  <a:cs typeface="Arial"/>
                </a:defRPr>
              </a:defPPr>
              <a:lvl1pPr algn="r">
                <a:defRPr sz="826" b="0">
                  <a:solidFill>
                    <a:srgbClr val="000000"/>
                  </a:solidFill>
                  <a:latin typeface="Arial"/>
                  <a:ea typeface="Arial"/>
                  <a:cs typeface="Arial"/>
                </a:defRPr>
              </a:lvl1pPr>
              <a:lvl2pPr algn="r">
                <a:defRPr sz="826" b="0">
                  <a:solidFill>
                    <a:srgbClr val="000000"/>
                  </a:solidFill>
                  <a:latin typeface="Arial"/>
                  <a:ea typeface="Arial"/>
                  <a:cs typeface="Arial"/>
                </a:defRPr>
              </a:lvl2pPr>
              <a:lvl3pPr algn="r">
                <a:defRPr sz="826" b="0">
                  <a:solidFill>
                    <a:srgbClr val="000000"/>
                  </a:solidFill>
                  <a:latin typeface="Arial"/>
                  <a:ea typeface="Arial"/>
                  <a:cs typeface="Arial"/>
                </a:defRPr>
              </a:lvl3pPr>
              <a:lvl4pPr algn="r">
                <a:defRPr sz="826" b="0">
                  <a:solidFill>
                    <a:srgbClr val="000000"/>
                  </a:solidFill>
                  <a:latin typeface="Arial"/>
                  <a:ea typeface="Arial"/>
                  <a:cs typeface="Arial"/>
                </a:defRPr>
              </a:lvl4pPr>
              <a:lvl5pPr algn="r">
                <a:defRPr sz="826" b="0">
                  <a:solidFill>
                    <a:srgbClr val="000000"/>
                  </a:solidFill>
                  <a:latin typeface="Arial"/>
                  <a:ea typeface="Arial"/>
                  <a:cs typeface="Arial"/>
                </a:defRPr>
              </a:lvl5pPr>
              <a:lvl6pPr algn="r">
                <a:defRPr sz="826" b="0">
                  <a:solidFill>
                    <a:srgbClr val="000000"/>
                  </a:solidFill>
                  <a:latin typeface="Arial"/>
                  <a:ea typeface="Arial"/>
                  <a:cs typeface="Arial"/>
                </a:defRPr>
              </a:lvl6pPr>
              <a:lvl7pPr algn="r">
                <a:defRPr sz="826" b="0">
                  <a:solidFill>
                    <a:srgbClr val="000000"/>
                  </a:solidFill>
                  <a:latin typeface="Arial"/>
                  <a:ea typeface="Arial"/>
                  <a:cs typeface="Arial"/>
                </a:defRPr>
              </a:lvl7pPr>
              <a:lvl8pPr algn="r">
                <a:defRPr sz="826" b="0">
                  <a:solidFill>
                    <a:srgbClr val="000000"/>
                  </a:solidFill>
                  <a:latin typeface="Arial"/>
                  <a:ea typeface="Arial"/>
                  <a:cs typeface="Arial"/>
                </a:defRPr>
              </a:lvl8pPr>
              <a:lvl9pPr algn="r">
                <a:defRPr sz="826" b="0">
                  <a:solidFill>
                    <a:srgbClr val="000000"/>
                  </a:solidFill>
                  <a:latin typeface="Arial"/>
                  <a:ea typeface="Arial"/>
                  <a:cs typeface="Arial"/>
                </a:defRPr>
              </a:lvl9pPr>
            </a:lstStyle>
            <a:p>
              <a:pPr algn="r">
                <a:defRPr sz="826" b="0">
                  <a:solidFill>
                    <a:srgbClr val="000000"/>
                  </a:solidFill>
                  <a:latin typeface="Arial"/>
                  <a:ea typeface="Arial"/>
                  <a:cs typeface="Arial"/>
                </a:defRPr>
              </a:pPr>
              <a:r>
                <a:rPr sz="826" b="0">
                  <a:solidFill>
                    <a:srgbClr val="000000"/>
                  </a:solidFill>
                  <a:latin typeface="Arial"/>
                  <a:ea typeface="Arial"/>
                  <a:cs typeface="Arial"/>
                </a:rPr>
                <a:t>0</a:t>
              </a:r>
            </a:p>
          </p:txBody>
        </p:sp>
        <p:sp>
          <p:nvSpPr>
            <p:cNvPr id="220" name="line_066">
              <a:extLst>
                <a:ext uri="{FF2B5EF4-FFF2-40B4-BE49-F238E27FC236}">
                  <ns2:creationId id="{17413A31-C99A-40F1-B306-E285AFAC8DB3}"/>
                </a:ext>
              </a:extLst>
            </p:cNvPr>
            <p:cNvSpPr>
              <a:spLocks noGrp="1"/>
            </p:cNvSpPr>
            <p:nvPr/>
          </p:nvSpPr>
          <p:spPr>
            <a:xfrm>
              <a:off x="8486775" y="7303696"/>
              <a:ext cx="38100" cy="95"/>
            </a:xfrm>
            <a:custGeom>
              <a:pathLst>
                <a:path w="38100" h="95">
                  <a:moveTo>
                    <a:pt x="0" y="0"/>
                  </a:moveTo>
                  <a:lnTo>
                    <a:pt x="38100" y="0"/>
                  </a:lnTo>
                </a:path>
              </a:pathLst>
            </a:custGeom>
            <a:noFill/>
            <a:ln w="4589">
              <a:solidFill>
                <a:srgbClr val="000000"/>
              </a:solidFill>
              <a:prstDash val="solid"/>
            </a:ln>
          </p:spPr>
        </p:sp>
        <p:sp>
          <p:nvSpPr>
            <p:cNvPr id="221" name="text_067">
              <a:extLst>
                <a:ext uri="{FF2B5EF4-FFF2-40B4-BE49-F238E27FC236}">
                  <ns2:creationId id="{AC0EDB2A-BBC5-47D6-9A3A-4DAFAE2B9E3B}"/>
                </a:ext>
              </a:extLst>
            </p:cNvPr>
            <p:cNvSpPr>
              <a:spLocks noGrp="1"/>
            </p:cNvSpPr>
            <p:nvPr/>
          </p:nvSpPr>
          <p:spPr>
            <a:xfrm rot="0">
              <a:off x="8001000" y="6115574"/>
              <a:ext cx="457200" cy="200025"/>
            </a:xfrm>
            <a:prstGeom prst="rect">
              <a:avLst/>
            </a:prstGeom>
            <a:noFill/>
            <a:ln w="0">
              <a:noFill/>
              <a:prstDash val="solid"/>
            </a:ln>
          </p:spPr>
          <p:txBody>
            <a:bodyPr wrap="none" lIns="0" tIns="0" rIns="0" bIns="0" anchor="t">
              <a:noAutofit/>
            </a:bodyPr>
            <a:lstStyle>
              <a:defPPr algn="r">
                <a:defRPr sz="826" b="0">
                  <a:solidFill>
                    <a:srgbClr val="000000"/>
                  </a:solidFill>
                  <a:latin typeface="Arial"/>
                  <a:ea typeface="Arial"/>
                  <a:cs typeface="Arial"/>
                </a:defRPr>
              </a:defPPr>
              <a:lvl1pPr algn="r">
                <a:defRPr sz="826" b="0">
                  <a:solidFill>
                    <a:srgbClr val="000000"/>
                  </a:solidFill>
                  <a:latin typeface="Arial"/>
                  <a:ea typeface="Arial"/>
                  <a:cs typeface="Arial"/>
                </a:defRPr>
              </a:lvl1pPr>
              <a:lvl2pPr algn="r">
                <a:defRPr sz="826" b="0">
                  <a:solidFill>
                    <a:srgbClr val="000000"/>
                  </a:solidFill>
                  <a:latin typeface="Arial"/>
                  <a:ea typeface="Arial"/>
                  <a:cs typeface="Arial"/>
                </a:defRPr>
              </a:lvl2pPr>
              <a:lvl3pPr algn="r">
                <a:defRPr sz="826" b="0">
                  <a:solidFill>
                    <a:srgbClr val="000000"/>
                  </a:solidFill>
                  <a:latin typeface="Arial"/>
                  <a:ea typeface="Arial"/>
                  <a:cs typeface="Arial"/>
                </a:defRPr>
              </a:lvl3pPr>
              <a:lvl4pPr algn="r">
                <a:defRPr sz="826" b="0">
                  <a:solidFill>
                    <a:srgbClr val="000000"/>
                  </a:solidFill>
                  <a:latin typeface="Arial"/>
                  <a:ea typeface="Arial"/>
                  <a:cs typeface="Arial"/>
                </a:defRPr>
              </a:lvl4pPr>
              <a:lvl5pPr algn="r">
                <a:defRPr sz="826" b="0">
                  <a:solidFill>
                    <a:srgbClr val="000000"/>
                  </a:solidFill>
                  <a:latin typeface="Arial"/>
                  <a:ea typeface="Arial"/>
                  <a:cs typeface="Arial"/>
                </a:defRPr>
              </a:lvl5pPr>
              <a:lvl6pPr algn="r">
                <a:defRPr sz="826" b="0">
                  <a:solidFill>
                    <a:srgbClr val="000000"/>
                  </a:solidFill>
                  <a:latin typeface="Arial"/>
                  <a:ea typeface="Arial"/>
                  <a:cs typeface="Arial"/>
                </a:defRPr>
              </a:lvl6pPr>
              <a:lvl7pPr algn="r">
                <a:defRPr sz="826" b="0">
                  <a:solidFill>
                    <a:srgbClr val="000000"/>
                  </a:solidFill>
                  <a:latin typeface="Arial"/>
                  <a:ea typeface="Arial"/>
                  <a:cs typeface="Arial"/>
                </a:defRPr>
              </a:lvl7pPr>
              <a:lvl8pPr algn="r">
                <a:defRPr sz="826" b="0">
                  <a:solidFill>
                    <a:srgbClr val="000000"/>
                  </a:solidFill>
                  <a:latin typeface="Arial"/>
                  <a:ea typeface="Arial"/>
                  <a:cs typeface="Arial"/>
                </a:defRPr>
              </a:lvl8pPr>
              <a:lvl9pPr algn="r">
                <a:defRPr sz="826" b="0">
                  <a:solidFill>
                    <a:srgbClr val="000000"/>
                  </a:solidFill>
                  <a:latin typeface="Arial"/>
                  <a:ea typeface="Arial"/>
                  <a:cs typeface="Arial"/>
                </a:defRPr>
              </a:lvl9pPr>
            </a:lstStyle>
            <a:p>
              <a:pPr algn="r">
                <a:defRPr sz="826" b="0">
                  <a:solidFill>
                    <a:srgbClr val="000000"/>
                  </a:solidFill>
                  <a:latin typeface="Arial"/>
                  <a:ea typeface="Arial"/>
                  <a:cs typeface="Arial"/>
                </a:defRPr>
              </a:pPr>
              <a:r>
                <a:rPr sz="826" b="0">
                  <a:solidFill>
                    <a:srgbClr val="000000"/>
                  </a:solidFill>
                  <a:latin typeface="Arial"/>
                  <a:ea typeface="Arial"/>
                  <a:cs typeface="Arial"/>
                </a:rPr>
                <a:t>5.53</a:t>
              </a:r>
            </a:p>
          </p:txBody>
        </p:sp>
        <p:sp>
          <p:nvSpPr>
            <p:cNvPr id="222" name="line_068">
              <a:extLst>
                <a:ext uri="{FF2B5EF4-FFF2-40B4-BE49-F238E27FC236}">
                  <ns2:creationId id="{2EF0C38F-FE42-4B9C-A9E9-018AD974F0F2}"/>
                </a:ext>
              </a:extLst>
            </p:cNvPr>
            <p:cNvSpPr>
              <a:spLocks noGrp="1"/>
            </p:cNvSpPr>
            <p:nvPr/>
          </p:nvSpPr>
          <p:spPr>
            <a:xfrm>
              <a:off x="8486775" y="6201299"/>
              <a:ext cx="38100" cy="95"/>
            </a:xfrm>
            <a:custGeom>
              <a:pathLst>
                <a:path w="38100" h="95">
                  <a:moveTo>
                    <a:pt x="0" y="0"/>
                  </a:moveTo>
                  <a:lnTo>
                    <a:pt x="38100" y="0"/>
                  </a:lnTo>
                </a:path>
              </a:pathLst>
            </a:custGeom>
            <a:noFill/>
            <a:ln w="4589">
              <a:solidFill>
                <a:srgbClr val="000000"/>
              </a:solidFill>
              <a:prstDash val="solid"/>
            </a:ln>
          </p:spPr>
        </p:sp>
        <p:sp>
          <p:nvSpPr>
            <p:cNvPr id="223" name="text_069">
              <a:extLst>
                <a:ext uri="{FF2B5EF4-FFF2-40B4-BE49-F238E27FC236}">
                  <ns2:creationId id="{A3774B5B-753E-425B-B9F5-94349B2B476E}"/>
                </a:ext>
              </a:extLst>
            </p:cNvPr>
            <p:cNvSpPr>
              <a:spLocks noGrp="1"/>
            </p:cNvSpPr>
            <p:nvPr/>
          </p:nvSpPr>
          <p:spPr>
            <a:xfrm rot="0">
              <a:off x="8524875" y="8010525"/>
              <a:ext cx="2924175" cy="228600"/>
            </a:xfrm>
            <a:prstGeom prst="rect">
              <a:avLst/>
            </a:prstGeom>
            <a:noFill/>
            <a:ln w="0">
              <a:noFill/>
              <a:prstDash val="solid"/>
            </a:ln>
          </p:spPr>
          <p:txBody>
            <a:bodyPr wrap="none" lIns="0" tIns="0" rIns="0" bIns="0" anchor="t">
              <a:noAutofit/>
            </a:bodyPr>
            <a:lstStyle>
              <a:defPPr algn="ctr">
                <a:defRPr sz="877" b="0">
                  <a:solidFill>
                    <a:srgbClr val="000000"/>
                  </a:solidFill>
                  <a:latin typeface="Arial"/>
                  <a:ea typeface="Arial"/>
                  <a:cs typeface="Arial"/>
                </a:defRPr>
              </a:defPPr>
              <a:lvl1pPr algn="ctr">
                <a:defRPr sz="877" b="0">
                  <a:solidFill>
                    <a:srgbClr val="000000"/>
                  </a:solidFill>
                  <a:latin typeface="Arial"/>
                  <a:ea typeface="Arial"/>
                  <a:cs typeface="Arial"/>
                </a:defRPr>
              </a:lvl1pPr>
              <a:lvl2pPr algn="ctr">
                <a:defRPr sz="877" b="0">
                  <a:solidFill>
                    <a:srgbClr val="000000"/>
                  </a:solidFill>
                  <a:latin typeface="Arial"/>
                  <a:ea typeface="Arial"/>
                  <a:cs typeface="Arial"/>
                </a:defRPr>
              </a:lvl2pPr>
              <a:lvl3pPr algn="ctr">
                <a:defRPr sz="877" b="0">
                  <a:solidFill>
                    <a:srgbClr val="000000"/>
                  </a:solidFill>
                  <a:latin typeface="Arial"/>
                  <a:ea typeface="Arial"/>
                  <a:cs typeface="Arial"/>
                </a:defRPr>
              </a:lvl3pPr>
              <a:lvl4pPr algn="ctr">
                <a:defRPr sz="877" b="0">
                  <a:solidFill>
                    <a:srgbClr val="000000"/>
                  </a:solidFill>
                  <a:latin typeface="Arial"/>
                  <a:ea typeface="Arial"/>
                  <a:cs typeface="Arial"/>
                </a:defRPr>
              </a:lvl4pPr>
              <a:lvl5pPr algn="ctr">
                <a:defRPr sz="877" b="0">
                  <a:solidFill>
                    <a:srgbClr val="000000"/>
                  </a:solidFill>
                  <a:latin typeface="Arial"/>
                  <a:ea typeface="Arial"/>
                  <a:cs typeface="Arial"/>
                </a:defRPr>
              </a:lvl5pPr>
              <a:lvl6pPr algn="ctr">
                <a:defRPr sz="877" b="0">
                  <a:solidFill>
                    <a:srgbClr val="000000"/>
                  </a:solidFill>
                  <a:latin typeface="Arial"/>
                  <a:ea typeface="Arial"/>
                  <a:cs typeface="Arial"/>
                </a:defRPr>
              </a:lvl6pPr>
              <a:lvl7pPr algn="ctr">
                <a:defRPr sz="877" b="0">
                  <a:solidFill>
                    <a:srgbClr val="000000"/>
                  </a:solidFill>
                  <a:latin typeface="Arial"/>
                  <a:ea typeface="Arial"/>
                  <a:cs typeface="Arial"/>
                </a:defRPr>
              </a:lvl7pPr>
              <a:lvl8pPr algn="ctr">
                <a:defRPr sz="877" b="0">
                  <a:solidFill>
                    <a:srgbClr val="000000"/>
                  </a:solidFill>
                  <a:latin typeface="Arial"/>
                  <a:ea typeface="Arial"/>
                  <a:cs typeface="Arial"/>
                </a:defRPr>
              </a:lvl8pPr>
              <a:lvl9pPr algn="ctr">
                <a:defRPr sz="877" b="0">
                  <a:solidFill>
                    <a:srgbClr val="000000"/>
                  </a:solidFill>
                  <a:latin typeface="Arial"/>
                  <a:ea typeface="Arial"/>
                  <a:cs typeface="Arial"/>
                </a:defRPr>
              </a:lvl9pPr>
            </a:lstStyle>
            <a:p>
              <a:pPr algn="ctr">
                <a:defRPr sz="877" b="0">
                  <a:solidFill>
                    <a:srgbClr val="000000"/>
                  </a:solidFill>
                  <a:latin typeface="Arial"/>
                  <a:ea typeface="Arial"/>
                  <a:cs typeface="Arial"/>
                </a:defRPr>
              </a:pPr>
              <a:r>
                <a:rPr sz="877" b="0">
                  <a:solidFill>
                    <a:srgbClr val="000000"/>
                  </a:solidFill>
                  <a:latin typeface="Arial"/>
                  <a:ea typeface="Arial"/>
                  <a:cs typeface="Arial"/>
                </a:rPr>
                <a:t>Normalized reference coordinate</a:t>
              </a:r>
            </a:p>
          </p:txBody>
        </p:sp>
        <p:sp>
          <p:nvSpPr>
            <p:cNvPr id="224" name="complete_saved_P_Q_profile">
              <a:extLst>
                <a:ext uri="{FF2B5EF4-FFF2-40B4-BE49-F238E27FC236}">
                  <ns2:creationId id="{4EFEC1EF-9D7A-4249-9CF0-8C60982AB9F3}"/>
                </a:ext>
              </a:extLst>
            </p:cNvPr>
            <p:cNvSpPr>
              <a:spLocks noGrp="1"/>
            </p:cNvSpPr>
            <p:nvPr/>
          </p:nvSpPr>
          <p:spPr>
            <a:xfrm>
              <a:off x="8524875" y="6200775"/>
              <a:ext cx="2924175" cy="1524000"/>
            </a:xfrm>
            <a:custGeom>
              <a:pathLst>
                <a:path w="2924175" h="1524000">
                  <a:moveTo>
                    <a:pt x="0" y="1524000"/>
                  </a:moveTo>
                  <a:lnTo>
                    <a:pt x="2499" y="1274395"/>
                  </a:lnTo>
                  <a:lnTo>
                    <a:pt x="6425" y="1199462"/>
                  </a:lnTo>
                  <a:lnTo>
                    <a:pt x="15617" y="1147112"/>
                  </a:lnTo>
                  <a:lnTo>
                    <a:pt x="19544" y="1139103"/>
                  </a:lnTo>
                  <a:lnTo>
                    <a:pt x="30431" y="1128165"/>
                  </a:lnTo>
                  <a:lnTo>
                    <a:pt x="47655" y="1120415"/>
                  </a:lnTo>
                  <a:lnTo>
                    <a:pt x="69698" y="1116311"/>
                  </a:lnTo>
                  <a:lnTo>
                    <a:pt x="156351" y="1111314"/>
                  </a:lnTo>
                  <a:lnTo>
                    <a:pt x="531968" y="1102951"/>
                  </a:lnTo>
                  <a:lnTo>
                    <a:pt x="532147" y="1006382"/>
                  </a:lnTo>
                  <a:lnTo>
                    <a:pt x="532236" y="1102939"/>
                  </a:lnTo>
                  <a:lnTo>
                    <a:pt x="541874" y="1102921"/>
                  </a:lnTo>
                  <a:lnTo>
                    <a:pt x="542053" y="1071372"/>
                  </a:lnTo>
                  <a:lnTo>
                    <a:pt x="542410" y="1102921"/>
                  </a:lnTo>
                  <a:lnTo>
                    <a:pt x="548121" y="1100760"/>
                  </a:lnTo>
                  <a:lnTo>
                    <a:pt x="550263" y="1096131"/>
                  </a:lnTo>
                  <a:lnTo>
                    <a:pt x="552137" y="1057084"/>
                  </a:lnTo>
                  <a:lnTo>
                    <a:pt x="552940" y="229346"/>
                  </a:lnTo>
                  <a:lnTo>
                    <a:pt x="554100" y="999632"/>
                  </a:lnTo>
                  <a:lnTo>
                    <a:pt x="555439" y="1057052"/>
                  </a:lnTo>
                  <a:lnTo>
                    <a:pt x="562043" y="1039785"/>
                  </a:lnTo>
                  <a:lnTo>
                    <a:pt x="562310" y="1031419"/>
                  </a:lnTo>
                  <a:lnTo>
                    <a:pt x="565166" y="807359"/>
                  </a:lnTo>
                  <a:lnTo>
                    <a:pt x="565345" y="0"/>
                  </a:lnTo>
                  <a:lnTo>
                    <a:pt x="565523" y="344437"/>
                  </a:lnTo>
                  <a:lnTo>
                    <a:pt x="570431" y="807287"/>
                  </a:lnTo>
                  <a:lnTo>
                    <a:pt x="575429" y="157095"/>
                  </a:lnTo>
                  <a:lnTo>
                    <a:pt x="577838" y="1039831"/>
                  </a:lnTo>
                  <a:lnTo>
                    <a:pt x="585246" y="1002132"/>
                  </a:lnTo>
                  <a:lnTo>
                    <a:pt x="585424" y="925782"/>
                  </a:lnTo>
                  <a:lnTo>
                    <a:pt x="585513" y="999541"/>
                  </a:lnTo>
                  <a:lnTo>
                    <a:pt x="590868" y="956896"/>
                  </a:lnTo>
                  <a:lnTo>
                    <a:pt x="595062" y="898950"/>
                  </a:lnTo>
                  <a:lnTo>
                    <a:pt x="595151" y="853211"/>
                  </a:lnTo>
                  <a:lnTo>
                    <a:pt x="595241" y="898333"/>
                  </a:lnTo>
                  <a:lnTo>
                    <a:pt x="604879" y="896986"/>
                  </a:lnTo>
                  <a:lnTo>
                    <a:pt x="604968" y="854437"/>
                  </a:lnTo>
                  <a:lnTo>
                    <a:pt x="605057" y="896281"/>
                  </a:lnTo>
                  <a:lnTo>
                    <a:pt x="610144" y="867579"/>
                  </a:lnTo>
                  <a:lnTo>
                    <a:pt x="614606" y="825158"/>
                  </a:lnTo>
                  <a:lnTo>
                    <a:pt x="614784" y="750847"/>
                  </a:lnTo>
                  <a:lnTo>
                    <a:pt x="614963" y="824562"/>
                  </a:lnTo>
                  <a:lnTo>
                    <a:pt x="619871" y="824850"/>
                  </a:lnTo>
                  <a:lnTo>
                    <a:pt x="624779" y="750663"/>
                  </a:lnTo>
                  <a:lnTo>
                    <a:pt x="629420" y="1001441"/>
                  </a:lnTo>
                  <a:lnTo>
                    <a:pt x="634596" y="927551"/>
                  </a:lnTo>
                  <a:lnTo>
                    <a:pt x="634864" y="581205"/>
                  </a:lnTo>
                  <a:lnTo>
                    <a:pt x="635488" y="927422"/>
                  </a:lnTo>
                  <a:lnTo>
                    <a:pt x="640397" y="927436"/>
                  </a:lnTo>
                  <a:lnTo>
                    <a:pt x="645216" y="870580"/>
                  </a:lnTo>
                  <a:lnTo>
                    <a:pt x="645483" y="533202"/>
                  </a:lnTo>
                  <a:lnTo>
                    <a:pt x="645751" y="893369"/>
                  </a:lnTo>
                  <a:lnTo>
                    <a:pt x="648339" y="946948"/>
                  </a:lnTo>
                  <a:lnTo>
                    <a:pt x="657353" y="997570"/>
                  </a:lnTo>
                  <a:lnTo>
                    <a:pt x="677075" y="1049987"/>
                  </a:lnTo>
                  <a:lnTo>
                    <a:pt x="677253" y="1011423"/>
                  </a:lnTo>
                  <a:lnTo>
                    <a:pt x="677343" y="1049997"/>
                  </a:lnTo>
                  <a:lnTo>
                    <a:pt x="686892" y="1055185"/>
                  </a:lnTo>
                  <a:lnTo>
                    <a:pt x="686981" y="1014790"/>
                  </a:lnTo>
                  <a:lnTo>
                    <a:pt x="687070" y="1055185"/>
                  </a:lnTo>
                  <a:lnTo>
                    <a:pt x="718483" y="1072409"/>
                  </a:lnTo>
                  <a:lnTo>
                    <a:pt x="739544" y="1061229"/>
                  </a:lnTo>
                  <a:lnTo>
                    <a:pt x="739722" y="978725"/>
                  </a:lnTo>
                  <a:lnTo>
                    <a:pt x="739812" y="1061212"/>
                  </a:lnTo>
                  <a:lnTo>
                    <a:pt x="784611" y="1059122"/>
                  </a:lnTo>
                  <a:lnTo>
                    <a:pt x="784789" y="986910"/>
                  </a:lnTo>
                  <a:lnTo>
                    <a:pt x="784879" y="1059120"/>
                  </a:lnTo>
                  <a:lnTo>
                    <a:pt x="1005751" y="1040487"/>
                  </a:lnTo>
                  <a:lnTo>
                    <a:pt x="1006465" y="984750"/>
                  </a:lnTo>
                  <a:lnTo>
                    <a:pt x="1006733" y="1040409"/>
                  </a:lnTo>
                  <a:lnTo>
                    <a:pt x="1016282" y="1040389"/>
                  </a:lnTo>
                  <a:lnTo>
                    <a:pt x="1016549" y="984675"/>
                  </a:lnTo>
                  <a:lnTo>
                    <a:pt x="1016906" y="1040333"/>
                  </a:lnTo>
                  <a:lnTo>
                    <a:pt x="1031274" y="1040389"/>
                  </a:lnTo>
                  <a:lnTo>
                    <a:pt x="1038414" y="1023515"/>
                  </a:lnTo>
                  <a:lnTo>
                    <a:pt x="1045553" y="1017890"/>
                  </a:lnTo>
                  <a:lnTo>
                    <a:pt x="1047070" y="910945"/>
                  </a:lnTo>
                  <a:lnTo>
                    <a:pt x="1049837" y="1040376"/>
                  </a:lnTo>
                  <a:lnTo>
                    <a:pt x="1068220" y="1068981"/>
                  </a:lnTo>
                  <a:lnTo>
                    <a:pt x="1076252" y="1048148"/>
                  </a:lnTo>
                  <a:lnTo>
                    <a:pt x="1083570" y="1001233"/>
                  </a:lnTo>
                  <a:lnTo>
                    <a:pt x="1083748" y="837440"/>
                  </a:lnTo>
                  <a:lnTo>
                    <a:pt x="1084284" y="1001071"/>
                  </a:lnTo>
                  <a:lnTo>
                    <a:pt x="1126763" y="996212"/>
                  </a:lnTo>
                  <a:lnTo>
                    <a:pt x="1127030" y="840719"/>
                  </a:lnTo>
                  <a:lnTo>
                    <a:pt x="1127387" y="995219"/>
                  </a:lnTo>
                  <a:lnTo>
                    <a:pt x="1435895" y="995482"/>
                  </a:lnTo>
                  <a:lnTo>
                    <a:pt x="1436074" y="936068"/>
                  </a:lnTo>
                  <a:lnTo>
                    <a:pt x="1436520" y="1001043"/>
                  </a:lnTo>
                  <a:lnTo>
                    <a:pt x="1445801" y="1064154"/>
                  </a:lnTo>
                  <a:lnTo>
                    <a:pt x="1446247" y="967723"/>
                  </a:lnTo>
                  <a:lnTo>
                    <a:pt x="1447407" y="1064116"/>
                  </a:lnTo>
                  <a:lnTo>
                    <a:pt x="1457045" y="1065406"/>
                  </a:lnTo>
                  <a:lnTo>
                    <a:pt x="1457492" y="967525"/>
                  </a:lnTo>
                  <a:lnTo>
                    <a:pt x="1458741" y="1065409"/>
                  </a:lnTo>
                  <a:lnTo>
                    <a:pt x="1566902" y="1073415"/>
                  </a:lnTo>
                  <a:lnTo>
                    <a:pt x="1568062" y="982527"/>
                  </a:lnTo>
                  <a:lnTo>
                    <a:pt x="1568597" y="1073431"/>
                  </a:lnTo>
                  <a:lnTo>
                    <a:pt x="1578146" y="1073739"/>
                  </a:lnTo>
                  <a:lnTo>
                    <a:pt x="1578592" y="983600"/>
                  </a:lnTo>
                  <a:lnTo>
                    <a:pt x="1579842" y="1073717"/>
                  </a:lnTo>
                  <a:lnTo>
                    <a:pt x="1834358" y="1087962"/>
                  </a:lnTo>
                  <a:lnTo>
                    <a:pt x="1854170" y="1083254"/>
                  </a:lnTo>
                  <a:lnTo>
                    <a:pt x="1856312" y="888722"/>
                  </a:lnTo>
                  <a:lnTo>
                    <a:pt x="1857026" y="1048686"/>
                  </a:lnTo>
                  <a:lnTo>
                    <a:pt x="1861934" y="1083203"/>
                  </a:lnTo>
                  <a:lnTo>
                    <a:pt x="1866753" y="1044997"/>
                  </a:lnTo>
                  <a:lnTo>
                    <a:pt x="1867467" y="897531"/>
                  </a:lnTo>
                  <a:lnTo>
                    <a:pt x="1868716" y="1067258"/>
                  </a:lnTo>
                  <a:lnTo>
                    <a:pt x="1869609" y="1083123"/>
                  </a:lnTo>
                  <a:lnTo>
                    <a:pt x="1875231" y="1087983"/>
                  </a:lnTo>
                  <a:lnTo>
                    <a:pt x="1947873" y="1096042"/>
                  </a:lnTo>
                  <a:lnTo>
                    <a:pt x="1962063" y="1095205"/>
                  </a:lnTo>
                  <a:lnTo>
                    <a:pt x="1966257" y="1075642"/>
                  </a:lnTo>
                  <a:lnTo>
                    <a:pt x="1967417" y="1014281"/>
                  </a:lnTo>
                  <a:lnTo>
                    <a:pt x="1970005" y="1095209"/>
                  </a:lnTo>
                  <a:lnTo>
                    <a:pt x="1979554" y="1095108"/>
                  </a:lnTo>
                  <a:lnTo>
                    <a:pt x="1981696" y="1014324"/>
                  </a:lnTo>
                  <a:lnTo>
                    <a:pt x="1983213" y="1081252"/>
                  </a:lnTo>
                  <a:lnTo>
                    <a:pt x="1987497" y="1095107"/>
                  </a:lnTo>
                  <a:lnTo>
                    <a:pt x="2261289" y="1092203"/>
                  </a:lnTo>
                  <a:lnTo>
                    <a:pt x="2516520" y="1082893"/>
                  </a:lnTo>
                  <a:lnTo>
                    <a:pt x="2517680" y="1033748"/>
                  </a:lnTo>
                  <a:lnTo>
                    <a:pt x="2518126" y="1082884"/>
                  </a:lnTo>
                  <a:lnTo>
                    <a:pt x="2527764" y="1082402"/>
                  </a:lnTo>
                  <a:lnTo>
                    <a:pt x="2528835" y="1035484"/>
                  </a:lnTo>
                  <a:lnTo>
                    <a:pt x="2529192" y="1070931"/>
                  </a:lnTo>
                  <a:lnTo>
                    <a:pt x="2534101" y="1082481"/>
                  </a:lnTo>
                  <a:lnTo>
                    <a:pt x="2538920" y="1082391"/>
                  </a:lnTo>
                  <a:lnTo>
                    <a:pt x="2539812" y="946660"/>
                  </a:lnTo>
                  <a:lnTo>
                    <a:pt x="2540437" y="1091428"/>
                  </a:lnTo>
                  <a:lnTo>
                    <a:pt x="2541151" y="1096130"/>
                  </a:lnTo>
                  <a:lnTo>
                    <a:pt x="2547219" y="1101112"/>
                  </a:lnTo>
                  <a:lnTo>
                    <a:pt x="2550253" y="946257"/>
                  </a:lnTo>
                  <a:lnTo>
                    <a:pt x="2551503" y="1059764"/>
                  </a:lnTo>
                  <a:lnTo>
                    <a:pt x="2556411" y="1059797"/>
                  </a:lnTo>
                  <a:lnTo>
                    <a:pt x="2561230" y="1023114"/>
                  </a:lnTo>
                  <a:lnTo>
                    <a:pt x="2561587" y="951659"/>
                  </a:lnTo>
                  <a:lnTo>
                    <a:pt x="2562479" y="1054011"/>
                  </a:lnTo>
                  <a:lnTo>
                    <a:pt x="2566584" y="1099534"/>
                  </a:lnTo>
                  <a:lnTo>
                    <a:pt x="2572385" y="1090747"/>
                  </a:lnTo>
                  <a:lnTo>
                    <a:pt x="2574170" y="998513"/>
                  </a:lnTo>
                  <a:lnTo>
                    <a:pt x="2575241" y="1069189"/>
                  </a:lnTo>
                  <a:lnTo>
                    <a:pt x="2579346" y="1090729"/>
                  </a:lnTo>
                  <a:lnTo>
                    <a:pt x="2584254" y="1090739"/>
                  </a:lnTo>
                  <a:lnTo>
                    <a:pt x="2589073" y="1079632"/>
                  </a:lnTo>
                  <a:lnTo>
                    <a:pt x="2590858" y="1000546"/>
                  </a:lnTo>
                  <a:lnTo>
                    <a:pt x="2592286" y="1075634"/>
                  </a:lnTo>
                  <a:lnTo>
                    <a:pt x="2596213" y="1090738"/>
                  </a:lnTo>
                  <a:lnTo>
                    <a:pt x="2708121" y="1097843"/>
                  </a:lnTo>
                  <a:lnTo>
                    <a:pt x="2801646" y="1100571"/>
                  </a:lnTo>
                  <a:lnTo>
                    <a:pt x="2806109" y="1092615"/>
                  </a:lnTo>
                  <a:lnTo>
                    <a:pt x="2813159" y="1057310"/>
                  </a:lnTo>
                  <a:lnTo>
                    <a:pt x="2815568" y="976780"/>
                  </a:lnTo>
                  <a:lnTo>
                    <a:pt x="2820476" y="1012217"/>
                  </a:lnTo>
                  <a:lnTo>
                    <a:pt x="2825295" y="975374"/>
                  </a:lnTo>
                  <a:lnTo>
                    <a:pt x="2825920" y="1100738"/>
                  </a:lnTo>
                  <a:lnTo>
                    <a:pt x="2835023" y="1101998"/>
                  </a:lnTo>
                  <a:lnTo>
                    <a:pt x="2839931" y="1060895"/>
                  </a:lnTo>
                  <a:lnTo>
                    <a:pt x="2840734" y="986254"/>
                  </a:lnTo>
                  <a:lnTo>
                    <a:pt x="2841537" y="1061093"/>
                  </a:lnTo>
                  <a:lnTo>
                    <a:pt x="2846356" y="1091321"/>
                  </a:lnTo>
                  <a:lnTo>
                    <a:pt x="2851979" y="1099152"/>
                  </a:lnTo>
                  <a:lnTo>
                    <a:pt x="2869559" y="1102911"/>
                  </a:lnTo>
                  <a:lnTo>
                    <a:pt x="2923997" y="1103148"/>
                  </a:lnTo>
                  <a:lnTo>
                    <a:pt x="2924175" y="1070118"/>
                  </a:lnTo>
                </a:path>
              </a:pathLst>
            </a:custGeom>
            <a:noFill/>
            <a:ln w="9177">
              <a:solidFill>
                <a:srgbClr val="0072B2"/>
              </a:solidFill>
              <a:prstDash val="dash"/>
            </a:ln>
          </p:spPr>
        </p:sp>
        <p:sp>
          <p:nvSpPr>
            <p:cNvPr id="225" name="complete_saved_R2_Q_profile">
              <a:extLst>
                <a:ext uri="{FF2B5EF4-FFF2-40B4-BE49-F238E27FC236}">
                  <ns2:creationId id="{B3B7CB51-51A7-4246-A8C9-BFE6953DC349}"/>
                </a:ext>
              </a:extLst>
            </p:cNvPr>
            <p:cNvSpPr>
              <a:spLocks noGrp="1"/>
            </p:cNvSpPr>
            <p:nvPr/>
          </p:nvSpPr>
          <p:spPr>
            <a:xfrm>
              <a:off x="8524875" y="6200775"/>
              <a:ext cx="2924175" cy="1524000"/>
            </a:xfrm>
            <a:custGeom>
              <a:pathLst>
                <a:path w="2924175" h="1524000">
                  <a:moveTo>
                    <a:pt x="0" y="1524000"/>
                  </a:moveTo>
                  <a:lnTo>
                    <a:pt x="2142" y="1200306"/>
                  </a:lnTo>
                  <a:lnTo>
                    <a:pt x="5176" y="1147783"/>
                  </a:lnTo>
                  <a:lnTo>
                    <a:pt x="10263" y="1128110"/>
                  </a:lnTo>
                  <a:lnTo>
                    <a:pt x="16063" y="1120384"/>
                  </a:lnTo>
                  <a:lnTo>
                    <a:pt x="24452" y="1115935"/>
                  </a:lnTo>
                  <a:lnTo>
                    <a:pt x="58185" y="1110526"/>
                  </a:lnTo>
                  <a:lnTo>
                    <a:pt x="122172" y="1105208"/>
                  </a:lnTo>
                  <a:lnTo>
                    <a:pt x="214983" y="1101849"/>
                  </a:lnTo>
                  <a:lnTo>
                    <a:pt x="224085" y="1098116"/>
                  </a:lnTo>
                  <a:lnTo>
                    <a:pt x="228280" y="1087979"/>
                  </a:lnTo>
                  <a:lnTo>
                    <a:pt x="230778" y="1072409"/>
                  </a:lnTo>
                  <a:lnTo>
                    <a:pt x="232742" y="996564"/>
                  </a:lnTo>
                  <a:lnTo>
                    <a:pt x="233813" y="229135"/>
                  </a:lnTo>
                  <a:lnTo>
                    <a:pt x="234705" y="1108708"/>
                  </a:lnTo>
                  <a:lnTo>
                    <a:pt x="234794" y="1057064"/>
                  </a:lnTo>
                  <a:lnTo>
                    <a:pt x="241309" y="1037402"/>
                  </a:lnTo>
                  <a:lnTo>
                    <a:pt x="244254" y="807359"/>
                  </a:lnTo>
                  <a:lnTo>
                    <a:pt x="244432" y="0"/>
                  </a:lnTo>
                  <a:lnTo>
                    <a:pt x="244700" y="344437"/>
                  </a:lnTo>
                  <a:lnTo>
                    <a:pt x="248448" y="489587"/>
                  </a:lnTo>
                  <a:lnTo>
                    <a:pt x="251393" y="858917"/>
                  </a:lnTo>
                  <a:lnTo>
                    <a:pt x="254517" y="342718"/>
                  </a:lnTo>
                  <a:lnTo>
                    <a:pt x="258176" y="157095"/>
                  </a:lnTo>
                  <a:lnTo>
                    <a:pt x="259514" y="1039785"/>
                  </a:lnTo>
                  <a:lnTo>
                    <a:pt x="263619" y="1072409"/>
                  </a:lnTo>
                  <a:lnTo>
                    <a:pt x="276292" y="1091438"/>
                  </a:lnTo>
                  <a:lnTo>
                    <a:pt x="358304" y="1091461"/>
                  </a:lnTo>
                  <a:lnTo>
                    <a:pt x="358483" y="1071372"/>
                  </a:lnTo>
                  <a:lnTo>
                    <a:pt x="358572" y="1091461"/>
                  </a:lnTo>
                  <a:lnTo>
                    <a:pt x="443976" y="1091461"/>
                  </a:lnTo>
                  <a:lnTo>
                    <a:pt x="449866" y="1084609"/>
                  </a:lnTo>
                  <a:lnTo>
                    <a:pt x="457184" y="1072409"/>
                  </a:lnTo>
                  <a:lnTo>
                    <a:pt x="465305" y="1002132"/>
                  </a:lnTo>
                  <a:lnTo>
                    <a:pt x="467625" y="854437"/>
                  </a:lnTo>
                  <a:lnTo>
                    <a:pt x="467804" y="898285"/>
                  </a:lnTo>
                  <a:lnTo>
                    <a:pt x="475835" y="947911"/>
                  </a:lnTo>
                  <a:lnTo>
                    <a:pt x="489311" y="947911"/>
                  </a:lnTo>
                  <a:lnTo>
                    <a:pt x="489400" y="925782"/>
                  </a:lnTo>
                  <a:lnTo>
                    <a:pt x="489489" y="947911"/>
                  </a:lnTo>
                  <a:lnTo>
                    <a:pt x="495558" y="947911"/>
                  </a:lnTo>
                  <a:lnTo>
                    <a:pt x="499217" y="853211"/>
                  </a:lnTo>
                  <a:lnTo>
                    <a:pt x="499306" y="947911"/>
                  </a:lnTo>
                  <a:lnTo>
                    <a:pt x="499395" y="898285"/>
                  </a:lnTo>
                  <a:lnTo>
                    <a:pt x="509926" y="867266"/>
                  </a:lnTo>
                  <a:lnTo>
                    <a:pt x="518582" y="824562"/>
                  </a:lnTo>
                  <a:lnTo>
                    <a:pt x="518761" y="750847"/>
                  </a:lnTo>
                  <a:lnTo>
                    <a:pt x="522955" y="804888"/>
                  </a:lnTo>
                  <a:lnTo>
                    <a:pt x="523669" y="876481"/>
                  </a:lnTo>
                  <a:lnTo>
                    <a:pt x="524204" y="810156"/>
                  </a:lnTo>
                  <a:lnTo>
                    <a:pt x="528577" y="750663"/>
                  </a:lnTo>
                  <a:lnTo>
                    <a:pt x="531165" y="875593"/>
                  </a:lnTo>
                  <a:lnTo>
                    <a:pt x="538751" y="956425"/>
                  </a:lnTo>
                  <a:lnTo>
                    <a:pt x="546604" y="1002132"/>
                  </a:lnTo>
                  <a:lnTo>
                    <a:pt x="546693" y="1053801"/>
                  </a:lnTo>
                  <a:lnTo>
                    <a:pt x="546782" y="1002131"/>
                  </a:lnTo>
                  <a:lnTo>
                    <a:pt x="559901" y="967201"/>
                  </a:lnTo>
                  <a:lnTo>
                    <a:pt x="569182" y="927422"/>
                  </a:lnTo>
                  <a:lnTo>
                    <a:pt x="569807" y="581205"/>
                  </a:lnTo>
                  <a:lnTo>
                    <a:pt x="569985" y="859019"/>
                  </a:lnTo>
                  <a:lnTo>
                    <a:pt x="574269" y="911129"/>
                  </a:lnTo>
                  <a:lnTo>
                    <a:pt x="574894" y="979066"/>
                  </a:lnTo>
                  <a:lnTo>
                    <a:pt x="575072" y="923302"/>
                  </a:lnTo>
                  <a:lnTo>
                    <a:pt x="579713" y="870580"/>
                  </a:lnTo>
                  <a:lnTo>
                    <a:pt x="579980" y="533202"/>
                  </a:lnTo>
                  <a:lnTo>
                    <a:pt x="580605" y="927364"/>
                  </a:lnTo>
                  <a:lnTo>
                    <a:pt x="591225" y="963622"/>
                  </a:lnTo>
                  <a:lnTo>
                    <a:pt x="605860" y="996825"/>
                  </a:lnTo>
                  <a:lnTo>
                    <a:pt x="638255" y="1038292"/>
                  </a:lnTo>
                  <a:lnTo>
                    <a:pt x="651463" y="1049987"/>
                  </a:lnTo>
                  <a:lnTo>
                    <a:pt x="651552" y="1101625"/>
                  </a:lnTo>
                  <a:lnTo>
                    <a:pt x="651641" y="1011423"/>
                  </a:lnTo>
                  <a:lnTo>
                    <a:pt x="651730" y="1049997"/>
                  </a:lnTo>
                  <a:lnTo>
                    <a:pt x="662886" y="1055180"/>
                  </a:lnTo>
                  <a:lnTo>
                    <a:pt x="662975" y="1106815"/>
                  </a:lnTo>
                  <a:lnTo>
                    <a:pt x="663064" y="1014790"/>
                  </a:lnTo>
                  <a:lnTo>
                    <a:pt x="663153" y="1055185"/>
                  </a:lnTo>
                  <a:lnTo>
                    <a:pt x="696887" y="1072409"/>
                  </a:lnTo>
                  <a:lnTo>
                    <a:pt x="696976" y="1124047"/>
                  </a:lnTo>
                  <a:lnTo>
                    <a:pt x="697065" y="1072411"/>
                  </a:lnTo>
                  <a:lnTo>
                    <a:pt x="719465" y="1061229"/>
                  </a:lnTo>
                  <a:lnTo>
                    <a:pt x="719643" y="978725"/>
                  </a:lnTo>
                  <a:lnTo>
                    <a:pt x="719732" y="1112843"/>
                  </a:lnTo>
                  <a:lnTo>
                    <a:pt x="719822" y="1061207"/>
                  </a:lnTo>
                  <a:lnTo>
                    <a:pt x="756857" y="1059122"/>
                  </a:lnTo>
                  <a:lnTo>
                    <a:pt x="757035" y="986910"/>
                  </a:lnTo>
                  <a:lnTo>
                    <a:pt x="758195" y="1072411"/>
                  </a:lnTo>
                  <a:lnTo>
                    <a:pt x="767477" y="1092654"/>
                  </a:lnTo>
                  <a:lnTo>
                    <a:pt x="774973" y="1098150"/>
                  </a:lnTo>
                  <a:lnTo>
                    <a:pt x="819058" y="1102827"/>
                  </a:lnTo>
                  <a:lnTo>
                    <a:pt x="888934" y="1102951"/>
                  </a:lnTo>
                  <a:lnTo>
                    <a:pt x="889023" y="1110750"/>
                  </a:lnTo>
                  <a:lnTo>
                    <a:pt x="889202" y="1006382"/>
                  </a:lnTo>
                  <a:lnTo>
                    <a:pt x="889291" y="1110750"/>
                  </a:lnTo>
                  <a:lnTo>
                    <a:pt x="889380" y="1102951"/>
                  </a:lnTo>
                  <a:lnTo>
                    <a:pt x="941587" y="1102852"/>
                  </a:lnTo>
                  <a:lnTo>
                    <a:pt x="975320" y="1098139"/>
                  </a:lnTo>
                  <a:lnTo>
                    <a:pt x="980942" y="1092699"/>
                  </a:lnTo>
                  <a:lnTo>
                    <a:pt x="987992" y="1072411"/>
                  </a:lnTo>
                  <a:lnTo>
                    <a:pt x="990134" y="984750"/>
                  </a:lnTo>
                  <a:lnTo>
                    <a:pt x="990402" y="1092039"/>
                  </a:lnTo>
                  <a:lnTo>
                    <a:pt x="990491" y="1040409"/>
                  </a:lnTo>
                  <a:lnTo>
                    <a:pt x="999951" y="1040389"/>
                  </a:lnTo>
                  <a:lnTo>
                    <a:pt x="1000218" y="984675"/>
                  </a:lnTo>
                  <a:lnTo>
                    <a:pt x="1000575" y="1040333"/>
                  </a:lnTo>
                  <a:lnTo>
                    <a:pt x="1025741" y="1069047"/>
                  </a:lnTo>
                  <a:lnTo>
                    <a:pt x="1025831" y="1092019"/>
                  </a:lnTo>
                  <a:lnTo>
                    <a:pt x="1025920" y="1069028"/>
                  </a:lnTo>
                  <a:lnTo>
                    <a:pt x="1031096" y="1064071"/>
                  </a:lnTo>
                  <a:lnTo>
                    <a:pt x="1037343" y="1048119"/>
                  </a:lnTo>
                  <a:lnTo>
                    <a:pt x="1047516" y="1001233"/>
                  </a:lnTo>
                  <a:lnTo>
                    <a:pt x="1048052" y="837440"/>
                  </a:lnTo>
                  <a:lnTo>
                    <a:pt x="1048230" y="1001233"/>
                  </a:lnTo>
                  <a:lnTo>
                    <a:pt x="1050640" y="1052702"/>
                  </a:lnTo>
                  <a:lnTo>
                    <a:pt x="1055816" y="1052702"/>
                  </a:lnTo>
                  <a:lnTo>
                    <a:pt x="1057779" y="1040419"/>
                  </a:lnTo>
                  <a:lnTo>
                    <a:pt x="1058939" y="910945"/>
                  </a:lnTo>
                  <a:lnTo>
                    <a:pt x="1062152" y="1040376"/>
                  </a:lnTo>
                  <a:lnTo>
                    <a:pt x="1070719" y="1052702"/>
                  </a:lnTo>
                  <a:lnTo>
                    <a:pt x="1092405" y="1052702"/>
                  </a:lnTo>
                  <a:lnTo>
                    <a:pt x="1094457" y="1046362"/>
                  </a:lnTo>
                  <a:lnTo>
                    <a:pt x="1103381" y="996212"/>
                  </a:lnTo>
                  <a:lnTo>
                    <a:pt x="1103560" y="840719"/>
                  </a:lnTo>
                  <a:lnTo>
                    <a:pt x="1104095" y="996212"/>
                  </a:lnTo>
                  <a:lnTo>
                    <a:pt x="1166386" y="1018113"/>
                  </a:lnTo>
                  <a:lnTo>
                    <a:pt x="1280437" y="1047619"/>
                  </a:lnTo>
                  <a:lnTo>
                    <a:pt x="1401716" y="1047838"/>
                  </a:lnTo>
                  <a:lnTo>
                    <a:pt x="1402430" y="967525"/>
                  </a:lnTo>
                  <a:lnTo>
                    <a:pt x="1402876" y="1047838"/>
                  </a:lnTo>
                  <a:lnTo>
                    <a:pt x="1412425" y="1047838"/>
                  </a:lnTo>
                  <a:lnTo>
                    <a:pt x="1412871" y="967723"/>
                  </a:lnTo>
                  <a:lnTo>
                    <a:pt x="1413585" y="1047838"/>
                  </a:lnTo>
                  <a:lnTo>
                    <a:pt x="1436698" y="1047838"/>
                  </a:lnTo>
                  <a:lnTo>
                    <a:pt x="1461775" y="1018113"/>
                  </a:lnTo>
                  <a:lnTo>
                    <a:pt x="1475340" y="996212"/>
                  </a:lnTo>
                  <a:lnTo>
                    <a:pt x="1475518" y="936068"/>
                  </a:lnTo>
                  <a:lnTo>
                    <a:pt x="1475697" y="995482"/>
                  </a:lnTo>
                  <a:lnTo>
                    <a:pt x="1479713" y="1008194"/>
                  </a:lnTo>
                  <a:lnTo>
                    <a:pt x="1494705" y="1041384"/>
                  </a:lnTo>
                  <a:lnTo>
                    <a:pt x="1509609" y="1062252"/>
                  </a:lnTo>
                  <a:lnTo>
                    <a:pt x="1521210" y="1068710"/>
                  </a:lnTo>
                  <a:lnTo>
                    <a:pt x="1547179" y="1073728"/>
                  </a:lnTo>
                  <a:lnTo>
                    <a:pt x="1547268" y="1125055"/>
                  </a:lnTo>
                  <a:lnTo>
                    <a:pt x="1548429" y="983600"/>
                  </a:lnTo>
                  <a:lnTo>
                    <a:pt x="1549053" y="1125055"/>
                  </a:lnTo>
                  <a:lnTo>
                    <a:pt x="1549143" y="1073728"/>
                  </a:lnTo>
                  <a:lnTo>
                    <a:pt x="1567705" y="1073415"/>
                  </a:lnTo>
                  <a:lnTo>
                    <a:pt x="1568686" y="982527"/>
                  </a:lnTo>
                  <a:lnTo>
                    <a:pt x="1569400" y="1073431"/>
                  </a:lnTo>
                  <a:lnTo>
                    <a:pt x="1819366" y="1087979"/>
                  </a:lnTo>
                  <a:lnTo>
                    <a:pt x="1819455" y="1139614"/>
                  </a:lnTo>
                  <a:lnTo>
                    <a:pt x="1819544" y="1087983"/>
                  </a:lnTo>
                  <a:lnTo>
                    <a:pt x="1837839" y="1083151"/>
                  </a:lnTo>
                  <a:lnTo>
                    <a:pt x="1839980" y="888722"/>
                  </a:lnTo>
                  <a:lnTo>
                    <a:pt x="1840694" y="1047903"/>
                  </a:lnTo>
                  <a:lnTo>
                    <a:pt x="1845513" y="1081931"/>
                  </a:lnTo>
                  <a:lnTo>
                    <a:pt x="1845603" y="1134834"/>
                  </a:lnTo>
                  <a:lnTo>
                    <a:pt x="1845692" y="1081875"/>
                  </a:lnTo>
                  <a:lnTo>
                    <a:pt x="1850422" y="1047012"/>
                  </a:lnTo>
                  <a:lnTo>
                    <a:pt x="1851136" y="897531"/>
                  </a:lnTo>
                  <a:lnTo>
                    <a:pt x="1853188" y="1083123"/>
                  </a:lnTo>
                  <a:lnTo>
                    <a:pt x="1858989" y="1087983"/>
                  </a:lnTo>
                  <a:lnTo>
                    <a:pt x="1935558" y="1096131"/>
                  </a:lnTo>
                  <a:lnTo>
                    <a:pt x="1935647" y="1147762"/>
                  </a:lnTo>
                  <a:lnTo>
                    <a:pt x="1935737" y="1096130"/>
                  </a:lnTo>
                  <a:lnTo>
                    <a:pt x="1948766" y="1095209"/>
                  </a:lnTo>
                  <a:lnTo>
                    <a:pt x="1950997" y="1014281"/>
                  </a:lnTo>
                  <a:lnTo>
                    <a:pt x="1952335" y="1078900"/>
                  </a:lnTo>
                  <a:lnTo>
                    <a:pt x="1956708" y="1095205"/>
                  </a:lnTo>
                  <a:lnTo>
                    <a:pt x="1956798" y="1146839"/>
                  </a:lnTo>
                  <a:lnTo>
                    <a:pt x="1956887" y="1095208"/>
                  </a:lnTo>
                  <a:lnTo>
                    <a:pt x="1966614" y="1095108"/>
                  </a:lnTo>
                  <a:lnTo>
                    <a:pt x="1969024" y="1014324"/>
                  </a:lnTo>
                  <a:lnTo>
                    <a:pt x="1970362" y="1078945"/>
                  </a:lnTo>
                  <a:lnTo>
                    <a:pt x="1974467" y="1095107"/>
                  </a:lnTo>
                  <a:lnTo>
                    <a:pt x="2163927" y="1101112"/>
                  </a:lnTo>
                  <a:lnTo>
                    <a:pt x="2164016" y="1146738"/>
                  </a:lnTo>
                  <a:lnTo>
                    <a:pt x="2164105" y="1101112"/>
                  </a:lnTo>
                  <a:lnTo>
                    <a:pt x="2200070" y="1099168"/>
                  </a:lnTo>
                  <a:lnTo>
                    <a:pt x="2211314" y="1093753"/>
                  </a:lnTo>
                  <a:lnTo>
                    <a:pt x="2227199" y="1081319"/>
                  </a:lnTo>
                  <a:lnTo>
                    <a:pt x="2241121" y="1060230"/>
                  </a:lnTo>
                  <a:lnTo>
                    <a:pt x="2242459" y="946257"/>
                  </a:lnTo>
                  <a:lnTo>
                    <a:pt x="2242906" y="1039023"/>
                  </a:lnTo>
                  <a:lnTo>
                    <a:pt x="2247725" y="1059048"/>
                  </a:lnTo>
                  <a:lnTo>
                    <a:pt x="2247814" y="1111427"/>
                  </a:lnTo>
                  <a:lnTo>
                    <a:pt x="2247903" y="1058451"/>
                  </a:lnTo>
                  <a:lnTo>
                    <a:pt x="2252633" y="1023114"/>
                  </a:lnTo>
                  <a:lnTo>
                    <a:pt x="2252990" y="951659"/>
                  </a:lnTo>
                  <a:lnTo>
                    <a:pt x="2254150" y="1059741"/>
                  </a:lnTo>
                  <a:lnTo>
                    <a:pt x="2266644" y="1076677"/>
                  </a:lnTo>
                  <a:lnTo>
                    <a:pt x="2280476" y="1088463"/>
                  </a:lnTo>
                  <a:lnTo>
                    <a:pt x="2298057" y="1097074"/>
                  </a:lnTo>
                  <a:lnTo>
                    <a:pt x="2309926" y="1099534"/>
                  </a:lnTo>
                  <a:lnTo>
                    <a:pt x="2310015" y="1146738"/>
                  </a:lnTo>
                  <a:lnTo>
                    <a:pt x="2310104" y="1099535"/>
                  </a:lnTo>
                  <a:lnTo>
                    <a:pt x="2394884" y="1090444"/>
                  </a:lnTo>
                  <a:lnTo>
                    <a:pt x="2398543" y="1068189"/>
                  </a:lnTo>
                  <a:lnTo>
                    <a:pt x="2399614" y="998513"/>
                  </a:lnTo>
                  <a:lnTo>
                    <a:pt x="2401220" y="1077893"/>
                  </a:lnTo>
                  <a:lnTo>
                    <a:pt x="2406218" y="1090355"/>
                  </a:lnTo>
                  <a:lnTo>
                    <a:pt x="2406307" y="1142369"/>
                  </a:lnTo>
                  <a:lnTo>
                    <a:pt x="2406396" y="1090331"/>
                  </a:lnTo>
                  <a:lnTo>
                    <a:pt x="2411394" y="1076222"/>
                  </a:lnTo>
                  <a:lnTo>
                    <a:pt x="2412911" y="1000546"/>
                  </a:lnTo>
                  <a:lnTo>
                    <a:pt x="2414071" y="1070860"/>
                  </a:lnTo>
                  <a:lnTo>
                    <a:pt x="2417640" y="1090329"/>
                  </a:lnTo>
                  <a:lnTo>
                    <a:pt x="2494120" y="1100353"/>
                  </a:lnTo>
                  <a:lnTo>
                    <a:pt x="2612722" y="1101998"/>
                  </a:lnTo>
                  <a:lnTo>
                    <a:pt x="2612812" y="1146738"/>
                  </a:lnTo>
                  <a:lnTo>
                    <a:pt x="2612901" y="1093023"/>
                  </a:lnTo>
                  <a:lnTo>
                    <a:pt x="2618345" y="1058951"/>
                  </a:lnTo>
                  <a:lnTo>
                    <a:pt x="2619058" y="986254"/>
                  </a:lnTo>
                  <a:lnTo>
                    <a:pt x="2619862" y="1061093"/>
                  </a:lnTo>
                  <a:lnTo>
                    <a:pt x="2625216" y="1093156"/>
                  </a:lnTo>
                  <a:lnTo>
                    <a:pt x="2635479" y="1101997"/>
                  </a:lnTo>
                  <a:lnTo>
                    <a:pt x="2635568" y="1146738"/>
                  </a:lnTo>
                  <a:lnTo>
                    <a:pt x="2635657" y="1101998"/>
                  </a:lnTo>
                  <a:lnTo>
                    <a:pt x="2708121" y="1098152"/>
                  </a:lnTo>
                  <a:lnTo>
                    <a:pt x="2721061" y="1096130"/>
                  </a:lnTo>
                  <a:lnTo>
                    <a:pt x="2727308" y="1092130"/>
                  </a:lnTo>
                  <a:lnTo>
                    <a:pt x="2730343" y="1082893"/>
                  </a:lnTo>
                  <a:lnTo>
                    <a:pt x="2730967" y="1033748"/>
                  </a:lnTo>
                  <a:lnTo>
                    <a:pt x="2731949" y="1134514"/>
                  </a:lnTo>
                  <a:lnTo>
                    <a:pt x="2732038" y="1082863"/>
                  </a:lnTo>
                  <a:lnTo>
                    <a:pt x="2750511" y="1082402"/>
                  </a:lnTo>
                  <a:lnTo>
                    <a:pt x="2751404" y="1035484"/>
                  </a:lnTo>
                  <a:lnTo>
                    <a:pt x="2752028" y="1082506"/>
                  </a:lnTo>
                  <a:lnTo>
                    <a:pt x="2758721" y="1092208"/>
                  </a:lnTo>
                  <a:lnTo>
                    <a:pt x="2771929" y="1096118"/>
                  </a:lnTo>
                  <a:lnTo>
                    <a:pt x="2798077" y="1098056"/>
                  </a:lnTo>
                  <a:lnTo>
                    <a:pt x="2883392" y="1101112"/>
                  </a:lnTo>
                  <a:lnTo>
                    <a:pt x="2883481" y="1134112"/>
                  </a:lnTo>
                  <a:lnTo>
                    <a:pt x="2883570" y="1101112"/>
                  </a:lnTo>
                  <a:lnTo>
                    <a:pt x="2889549" y="1100607"/>
                  </a:lnTo>
                  <a:lnTo>
                    <a:pt x="2891780" y="1078927"/>
                  </a:lnTo>
                  <a:lnTo>
                    <a:pt x="2893654" y="976780"/>
                  </a:lnTo>
                  <a:lnTo>
                    <a:pt x="2893833" y="1063847"/>
                  </a:lnTo>
                  <a:lnTo>
                    <a:pt x="2903828" y="1063723"/>
                  </a:lnTo>
                  <a:lnTo>
                    <a:pt x="2904274" y="946660"/>
                  </a:lnTo>
                  <a:lnTo>
                    <a:pt x="2904631" y="1063847"/>
                  </a:lnTo>
                  <a:lnTo>
                    <a:pt x="2914180" y="1063847"/>
                  </a:lnTo>
                  <a:lnTo>
                    <a:pt x="2914358" y="975374"/>
                  </a:lnTo>
                  <a:lnTo>
                    <a:pt x="2914537" y="1100757"/>
                  </a:lnTo>
                  <a:lnTo>
                    <a:pt x="2923907" y="1103148"/>
                  </a:lnTo>
                  <a:lnTo>
                    <a:pt x="2923997" y="1154778"/>
                  </a:lnTo>
                  <a:lnTo>
                    <a:pt x="2924175" y="1070118"/>
                  </a:lnTo>
                </a:path>
              </a:pathLst>
            </a:custGeom>
            <a:noFill/>
            <a:ln w="9177">
              <a:solidFill>
                <a:srgbClr val="009E73"/>
              </a:solidFill>
              <a:prstDash val="solid"/>
            </a:ln>
          </p:spPr>
        </p:sp>
        <p:sp>
          <p:nvSpPr>
            <p:cNvPr id="226" name="text_072">
              <a:extLst>
                <a:ext uri="{FF2B5EF4-FFF2-40B4-BE49-F238E27FC236}">
                  <ns2:creationId id="{73A5D9D2-AEEE-46C4-8F74-5266BB7821F0}"/>
                </a:ext>
              </a:extLst>
            </p:cNvPr>
            <p:cNvSpPr>
              <a:spLocks noGrp="1"/>
            </p:cNvSpPr>
            <p:nvPr/>
          </p:nvSpPr>
          <p:spPr>
            <a:xfrm rot="0">
              <a:off x="7981950" y="6162675"/>
              <a:ext cx="428625" cy="238125"/>
            </a:xfrm>
            <a:prstGeom prst="rect">
              <a:avLst/>
            </a:prstGeom>
            <a:noFill/>
            <a:ln w="0">
              <a:noFill/>
              <a:prstDash val="solid"/>
            </a:ln>
          </p:spPr>
          <p:txBody>
            <a:bodyPr wrap="none" lIns="0" tIns="0" rIns="0" bIns="0" anchor="t">
              <a:noAutofit/>
            </a:bodyPr>
            <a:lstStyle>
              <a:defPPr algn="l">
                <a:defRPr sz="929" b="1">
                  <a:solidFill>
                    <a:srgbClr val="000000"/>
                  </a:solidFill>
                  <a:latin typeface="Arial"/>
                  <a:ea typeface="Arial"/>
                  <a:cs typeface="Arial"/>
                </a:defRPr>
              </a:defPPr>
              <a:lvl1pPr algn="l">
                <a:defRPr sz="929" b="1">
                  <a:solidFill>
                    <a:srgbClr val="000000"/>
                  </a:solidFill>
                  <a:latin typeface="Arial"/>
                  <a:ea typeface="Arial"/>
                  <a:cs typeface="Arial"/>
                </a:defRPr>
              </a:lvl1pPr>
              <a:lvl2pPr algn="l">
                <a:defRPr sz="929" b="1">
                  <a:solidFill>
                    <a:srgbClr val="000000"/>
                  </a:solidFill>
                  <a:latin typeface="Arial"/>
                  <a:ea typeface="Arial"/>
                  <a:cs typeface="Arial"/>
                </a:defRPr>
              </a:lvl2pPr>
              <a:lvl3pPr algn="l">
                <a:defRPr sz="929" b="1">
                  <a:solidFill>
                    <a:srgbClr val="000000"/>
                  </a:solidFill>
                  <a:latin typeface="Arial"/>
                  <a:ea typeface="Arial"/>
                  <a:cs typeface="Arial"/>
                </a:defRPr>
              </a:lvl3pPr>
              <a:lvl4pPr algn="l">
                <a:defRPr sz="929" b="1">
                  <a:solidFill>
                    <a:srgbClr val="000000"/>
                  </a:solidFill>
                  <a:latin typeface="Arial"/>
                  <a:ea typeface="Arial"/>
                  <a:cs typeface="Arial"/>
                </a:defRPr>
              </a:lvl4pPr>
              <a:lvl5pPr algn="l">
                <a:defRPr sz="929" b="1">
                  <a:solidFill>
                    <a:srgbClr val="000000"/>
                  </a:solidFill>
                  <a:latin typeface="Arial"/>
                  <a:ea typeface="Arial"/>
                  <a:cs typeface="Arial"/>
                </a:defRPr>
              </a:lvl5pPr>
              <a:lvl6pPr algn="l">
                <a:defRPr sz="929" b="1">
                  <a:solidFill>
                    <a:srgbClr val="000000"/>
                  </a:solidFill>
                  <a:latin typeface="Arial"/>
                  <a:ea typeface="Arial"/>
                  <a:cs typeface="Arial"/>
                </a:defRPr>
              </a:lvl6pPr>
              <a:lvl7pPr algn="l">
                <a:defRPr sz="929" b="1">
                  <a:solidFill>
                    <a:srgbClr val="000000"/>
                  </a:solidFill>
                  <a:latin typeface="Arial"/>
                  <a:ea typeface="Arial"/>
                  <a:cs typeface="Arial"/>
                </a:defRPr>
              </a:lvl7pPr>
              <a:lvl8pPr algn="l">
                <a:defRPr sz="929" b="1">
                  <a:solidFill>
                    <a:srgbClr val="000000"/>
                  </a:solidFill>
                  <a:latin typeface="Arial"/>
                  <a:ea typeface="Arial"/>
                  <a:cs typeface="Arial"/>
                </a:defRPr>
              </a:lvl8pPr>
              <a:lvl9pPr algn="l">
                <a:defRPr sz="929" b="1">
                  <a:solidFill>
                    <a:srgbClr val="000000"/>
                  </a:solidFill>
                  <a:latin typeface="Arial"/>
                  <a:ea typeface="Arial"/>
                  <a:cs typeface="Arial"/>
                </a:defRPr>
              </a:lvl9pPr>
            </a:lstStyle>
            <a:p>
              <a:pPr algn="l">
                <a:defRPr sz="929" b="1">
                  <a:solidFill>
                    <a:srgbClr val="000000"/>
                  </a:solidFill>
                  <a:latin typeface="Arial"/>
                  <a:ea typeface="Arial"/>
                  <a:cs typeface="Arial"/>
                </a:defRPr>
              </a:pPr>
              <a:r>
                <a:rPr sz="929" b="1">
                  <a:solidFill>
                    <a:srgbClr val="000000"/>
                  </a:solidFill>
                  <a:latin typeface="Arial"/>
                  <a:ea typeface="Arial"/>
                  <a:cs typeface="Arial"/>
                </a:rPr>
                <a:t>Q</a:t>
              </a:r>
            </a:p>
          </p:txBody>
        </p:sp>
        <p:sp>
          <p:nvSpPr>
            <p:cNvPr id="227" name="text_073">
              <a:extLst>
                <a:ext uri="{FF2B5EF4-FFF2-40B4-BE49-F238E27FC236}">
                  <ns2:creationId id="{79E855F2-509A-41AC-B6E4-6D5D315FD655}"/>
                </a:ext>
              </a:extLst>
            </p:cNvPr>
            <p:cNvSpPr>
              <a:spLocks noGrp="1"/>
            </p:cNvSpPr>
            <p:nvPr/>
          </p:nvSpPr>
          <p:spPr>
            <a:xfrm rot="0">
              <a:off x="8286750" y="8448675"/>
              <a:ext cx="1143000" cy="219075"/>
            </a:xfrm>
            <a:prstGeom prst="rect">
              <a:avLst/>
            </a:prstGeom>
            <a:noFill/>
            <a:ln w="0">
              <a:noFill/>
              <a:prstDash val="solid"/>
            </a:ln>
          </p:spPr>
          <p:txBody>
            <a:bodyPr wrap="none" lIns="0" tIns="0" rIns="0" bIns="0" anchor="t">
              <a:noAutofit/>
            </a:bodyPr>
            <a:lstStyle>
              <a:defPPr algn="l">
                <a:defRPr sz="826" b="0">
                  <a:solidFill>
                    <a:srgbClr val="000000"/>
                  </a:solidFill>
                  <a:latin typeface="Arial"/>
                  <a:ea typeface="Arial"/>
                  <a:cs typeface="Arial"/>
                </a:defRPr>
              </a:defPPr>
              <a:lvl1pPr algn="l">
                <a:defRPr sz="826" b="0">
                  <a:solidFill>
                    <a:srgbClr val="000000"/>
                  </a:solidFill>
                  <a:latin typeface="Arial"/>
                  <a:ea typeface="Arial"/>
                  <a:cs typeface="Arial"/>
                </a:defRPr>
              </a:lvl1pPr>
              <a:lvl2pPr algn="l">
                <a:defRPr sz="826" b="0">
                  <a:solidFill>
                    <a:srgbClr val="000000"/>
                  </a:solidFill>
                  <a:latin typeface="Arial"/>
                  <a:ea typeface="Arial"/>
                  <a:cs typeface="Arial"/>
                </a:defRPr>
              </a:lvl2pPr>
              <a:lvl3pPr algn="l">
                <a:defRPr sz="826" b="0">
                  <a:solidFill>
                    <a:srgbClr val="000000"/>
                  </a:solidFill>
                  <a:latin typeface="Arial"/>
                  <a:ea typeface="Arial"/>
                  <a:cs typeface="Arial"/>
                </a:defRPr>
              </a:lvl3pPr>
              <a:lvl4pPr algn="l">
                <a:defRPr sz="826" b="0">
                  <a:solidFill>
                    <a:srgbClr val="000000"/>
                  </a:solidFill>
                  <a:latin typeface="Arial"/>
                  <a:ea typeface="Arial"/>
                  <a:cs typeface="Arial"/>
                </a:defRPr>
              </a:lvl4pPr>
              <a:lvl5pPr algn="l">
                <a:defRPr sz="826" b="0">
                  <a:solidFill>
                    <a:srgbClr val="000000"/>
                  </a:solidFill>
                  <a:latin typeface="Arial"/>
                  <a:ea typeface="Arial"/>
                  <a:cs typeface="Arial"/>
                </a:defRPr>
              </a:lvl5pPr>
              <a:lvl6pPr algn="l">
                <a:defRPr sz="826" b="0">
                  <a:solidFill>
                    <a:srgbClr val="000000"/>
                  </a:solidFill>
                  <a:latin typeface="Arial"/>
                  <a:ea typeface="Arial"/>
                  <a:cs typeface="Arial"/>
                </a:defRPr>
              </a:lvl6pPr>
              <a:lvl7pPr algn="l">
                <a:defRPr sz="826" b="0">
                  <a:solidFill>
                    <a:srgbClr val="000000"/>
                  </a:solidFill>
                  <a:latin typeface="Arial"/>
                  <a:ea typeface="Arial"/>
                  <a:cs typeface="Arial"/>
                </a:defRPr>
              </a:lvl7pPr>
              <a:lvl8pPr algn="l">
                <a:defRPr sz="826" b="0">
                  <a:solidFill>
                    <a:srgbClr val="000000"/>
                  </a:solidFill>
                  <a:latin typeface="Arial"/>
                  <a:ea typeface="Arial"/>
                  <a:cs typeface="Arial"/>
                </a:defRPr>
              </a:lvl8pPr>
              <a:lvl9pPr algn="l">
                <a:defRPr sz="826" b="0">
                  <a:solidFill>
                    <a:srgbClr val="000000"/>
                  </a:solidFill>
                  <a:latin typeface="Arial"/>
                  <a:ea typeface="Arial"/>
                  <a:cs typeface="Arial"/>
                </a:defRPr>
              </a:lvl9pPr>
            </a:lstStyle>
            <a:p>
              <a:pPr algn="l">
                <a:defRPr sz="826" b="0">
                  <a:solidFill>
                    <a:srgbClr val="000000"/>
                  </a:solidFill>
                  <a:latin typeface="Arial"/>
                  <a:ea typeface="Arial"/>
                  <a:cs typeface="Arial"/>
                </a:defRPr>
              </a:pPr>
              <a:r>
                <a:rPr sz="826" b="0">
                  <a:solidFill>
                    <a:srgbClr val="000000"/>
                  </a:solidFill>
                  <a:latin typeface="Arial"/>
                  <a:ea typeface="Arial"/>
                  <a:cs typeface="Arial"/>
                </a:rPr>
                <a:t>P (dashed)</a:t>
              </a:r>
            </a:p>
          </p:txBody>
        </p:sp>
        <p:sp>
          <p:nvSpPr>
            <p:cNvPr id="228" name="line_074">
              <a:extLst>
                <a:ext uri="{FF2B5EF4-FFF2-40B4-BE49-F238E27FC236}">
                  <ns2:creationId id="{57284B00-EF33-469F-ACB8-97BA27481C81}"/>
                </a:ext>
              </a:extLst>
            </p:cNvPr>
            <p:cNvSpPr>
              <a:spLocks noGrp="1"/>
            </p:cNvSpPr>
            <p:nvPr/>
          </p:nvSpPr>
          <p:spPr>
            <a:xfrm>
              <a:off x="8001000" y="8534400"/>
              <a:ext cx="238125" cy="95"/>
            </a:xfrm>
            <a:custGeom>
              <a:pathLst>
                <a:path w="238125" h="95">
                  <a:moveTo>
                    <a:pt x="0" y="0"/>
                  </a:moveTo>
                  <a:lnTo>
                    <a:pt x="238125" y="0"/>
                  </a:lnTo>
                </a:path>
              </a:pathLst>
            </a:custGeom>
            <a:noFill/>
            <a:ln w="10488">
              <a:solidFill>
                <a:srgbClr val="0072B2"/>
              </a:solidFill>
              <a:prstDash val="dash"/>
            </a:ln>
          </p:spPr>
        </p:sp>
        <p:sp>
          <p:nvSpPr>
            <p:cNvPr id="229" name="text_075">
              <a:extLst>
                <a:ext uri="{FF2B5EF4-FFF2-40B4-BE49-F238E27FC236}">
                  <ns2:creationId id="{A4D6AAE0-E1B9-4C21-9DAA-D5BD59AC93FD}"/>
                </a:ext>
              </a:extLst>
            </p:cNvPr>
            <p:cNvSpPr>
              <a:spLocks noGrp="1"/>
            </p:cNvSpPr>
            <p:nvPr/>
          </p:nvSpPr>
          <p:spPr>
            <a:xfrm rot="0">
              <a:off x="10572750" y="8448675"/>
              <a:ext cx="619125" cy="219075"/>
            </a:xfrm>
            <a:prstGeom prst="rect">
              <a:avLst/>
            </a:prstGeom>
            <a:noFill/>
            <a:ln w="0">
              <a:noFill/>
              <a:prstDash val="solid"/>
            </a:ln>
          </p:spPr>
          <p:txBody>
            <a:bodyPr wrap="none" lIns="0" tIns="0" rIns="0" bIns="0" anchor="t">
              <a:noAutofit/>
            </a:bodyPr>
            <a:lstStyle>
              <a:defPPr algn="l">
                <a:defRPr sz="826" b="0">
                  <a:solidFill>
                    <a:srgbClr val="000000"/>
                  </a:solidFill>
                  <a:latin typeface="Arial"/>
                  <a:ea typeface="Arial"/>
                  <a:cs typeface="Arial"/>
                </a:defRPr>
              </a:defPPr>
              <a:lvl1pPr algn="l">
                <a:defRPr sz="826" b="0">
                  <a:solidFill>
                    <a:srgbClr val="000000"/>
                  </a:solidFill>
                  <a:latin typeface="Arial"/>
                  <a:ea typeface="Arial"/>
                  <a:cs typeface="Arial"/>
                </a:defRPr>
              </a:lvl1pPr>
              <a:lvl2pPr algn="l">
                <a:defRPr sz="826" b="0">
                  <a:solidFill>
                    <a:srgbClr val="000000"/>
                  </a:solidFill>
                  <a:latin typeface="Arial"/>
                  <a:ea typeface="Arial"/>
                  <a:cs typeface="Arial"/>
                </a:defRPr>
              </a:lvl2pPr>
              <a:lvl3pPr algn="l">
                <a:defRPr sz="826" b="0">
                  <a:solidFill>
                    <a:srgbClr val="000000"/>
                  </a:solidFill>
                  <a:latin typeface="Arial"/>
                  <a:ea typeface="Arial"/>
                  <a:cs typeface="Arial"/>
                </a:defRPr>
              </a:lvl3pPr>
              <a:lvl4pPr algn="l">
                <a:defRPr sz="826" b="0">
                  <a:solidFill>
                    <a:srgbClr val="000000"/>
                  </a:solidFill>
                  <a:latin typeface="Arial"/>
                  <a:ea typeface="Arial"/>
                  <a:cs typeface="Arial"/>
                </a:defRPr>
              </a:lvl4pPr>
              <a:lvl5pPr algn="l">
                <a:defRPr sz="826" b="0">
                  <a:solidFill>
                    <a:srgbClr val="000000"/>
                  </a:solidFill>
                  <a:latin typeface="Arial"/>
                  <a:ea typeface="Arial"/>
                  <a:cs typeface="Arial"/>
                </a:defRPr>
              </a:lvl5pPr>
              <a:lvl6pPr algn="l">
                <a:defRPr sz="826" b="0">
                  <a:solidFill>
                    <a:srgbClr val="000000"/>
                  </a:solidFill>
                  <a:latin typeface="Arial"/>
                  <a:ea typeface="Arial"/>
                  <a:cs typeface="Arial"/>
                </a:defRPr>
              </a:lvl6pPr>
              <a:lvl7pPr algn="l">
                <a:defRPr sz="826" b="0">
                  <a:solidFill>
                    <a:srgbClr val="000000"/>
                  </a:solidFill>
                  <a:latin typeface="Arial"/>
                  <a:ea typeface="Arial"/>
                  <a:cs typeface="Arial"/>
                </a:defRPr>
              </a:lvl7pPr>
              <a:lvl8pPr algn="l">
                <a:defRPr sz="826" b="0">
                  <a:solidFill>
                    <a:srgbClr val="000000"/>
                  </a:solidFill>
                  <a:latin typeface="Arial"/>
                  <a:ea typeface="Arial"/>
                  <a:cs typeface="Arial"/>
                </a:defRPr>
              </a:lvl8pPr>
              <a:lvl9pPr algn="l">
                <a:defRPr sz="826" b="0">
                  <a:solidFill>
                    <a:srgbClr val="000000"/>
                  </a:solidFill>
                  <a:latin typeface="Arial"/>
                  <a:ea typeface="Arial"/>
                  <a:cs typeface="Arial"/>
                </a:defRPr>
              </a:lvl9pPr>
            </a:lstStyle>
            <a:p>
              <a:pPr algn="l">
                <a:defRPr sz="826" b="0">
                  <a:solidFill>
                    <a:srgbClr val="000000"/>
                  </a:solidFill>
                  <a:latin typeface="Arial"/>
                  <a:ea typeface="Arial"/>
                  <a:cs typeface="Arial"/>
                </a:defRPr>
              </a:pPr>
              <a:r>
                <a:rPr sz="826" b="0">
                  <a:solidFill>
                    <a:srgbClr val="000000"/>
                  </a:solidFill>
                  <a:latin typeface="Arial"/>
                  <a:ea typeface="Arial"/>
                  <a:cs typeface="Arial"/>
                </a:rPr>
                <a:t>R2</a:t>
              </a:r>
            </a:p>
          </p:txBody>
        </p:sp>
        <p:sp>
          <p:nvSpPr>
            <p:cNvPr id="230" name="line_076">
              <a:extLst>
                <a:ext uri="{FF2B5EF4-FFF2-40B4-BE49-F238E27FC236}">
                  <ns2:creationId id="{A638E7E5-DEF2-47E9-85BE-7A34A0E8A4FF}"/>
                </a:ext>
              </a:extLst>
            </p:cNvPr>
            <p:cNvSpPr>
              <a:spLocks noGrp="1"/>
            </p:cNvSpPr>
            <p:nvPr/>
          </p:nvSpPr>
          <p:spPr>
            <a:xfrm>
              <a:off x="10220325" y="8534400"/>
              <a:ext cx="295275" cy="95"/>
            </a:xfrm>
            <a:custGeom>
              <a:pathLst>
                <a:path w="295275" h="95">
                  <a:moveTo>
                    <a:pt x="0" y="0"/>
                  </a:moveTo>
                  <a:lnTo>
                    <a:pt x="295275" y="0"/>
                  </a:lnTo>
                </a:path>
              </a:pathLst>
            </a:custGeom>
            <a:noFill/>
            <a:ln w="10488">
              <a:solidFill>
                <a:srgbClr val="009E73"/>
              </a:solidFill>
              <a:prstDash val="solid"/>
            </a:ln>
          </p:spPr>
        </p:sp>
        <p:sp>
          <p:nvSpPr>
            <p:cNvPr id="231" name="text_077">
              <a:extLst>
                <a:ext uri="{FF2B5EF4-FFF2-40B4-BE49-F238E27FC236}">
                  <ns2:creationId id="{C91327F3-FBB3-4CE2-BDAD-1C853DAFF1A4}"/>
                </a:ext>
              </a:extLst>
            </p:cNvPr>
            <p:cNvSpPr>
              <a:spLocks noGrp="1"/>
            </p:cNvSpPr>
            <p:nvPr/>
          </p:nvSpPr>
          <p:spPr>
            <a:xfrm rot="0">
              <a:off x="7915275" y="8191500"/>
              <a:ext cx="3810000" cy="209550"/>
            </a:xfrm>
            <a:prstGeom prst="rect">
              <a:avLst/>
            </a:prstGeom>
            <a:noFill/>
            <a:ln w="0">
              <a:noFill/>
              <a:prstDash val="solid"/>
            </a:ln>
          </p:spPr>
          <p:txBody>
            <a:bodyPr wrap="none" lIns="0" tIns="0" rIns="0" bIns="0" anchor="t">
              <a:noAutofit/>
            </a:bodyPr>
            <a:lstStyle>
              <a:defPPr algn="l">
                <a:defRPr sz="774" b="0">
                  <a:solidFill>
                    <a:srgbClr val="000000"/>
                  </a:solidFill>
                  <a:latin typeface="Arial"/>
                  <a:ea typeface="Arial"/>
                  <a:cs typeface="Arial"/>
                </a:defRPr>
              </a:defPPr>
              <a:lvl1pPr algn="l">
                <a:defRPr sz="774" b="0">
                  <a:solidFill>
                    <a:srgbClr val="000000"/>
                  </a:solidFill>
                  <a:latin typeface="Arial"/>
                  <a:ea typeface="Arial"/>
                  <a:cs typeface="Arial"/>
                </a:defRPr>
              </a:lvl1pPr>
              <a:lvl2pPr algn="l">
                <a:defRPr sz="774" b="0">
                  <a:solidFill>
                    <a:srgbClr val="000000"/>
                  </a:solidFill>
                  <a:latin typeface="Arial"/>
                  <a:ea typeface="Arial"/>
                  <a:cs typeface="Arial"/>
                </a:defRPr>
              </a:lvl2pPr>
              <a:lvl3pPr algn="l">
                <a:defRPr sz="774" b="0">
                  <a:solidFill>
                    <a:srgbClr val="000000"/>
                  </a:solidFill>
                  <a:latin typeface="Arial"/>
                  <a:ea typeface="Arial"/>
                  <a:cs typeface="Arial"/>
                </a:defRPr>
              </a:lvl3pPr>
              <a:lvl4pPr algn="l">
                <a:defRPr sz="774" b="0">
                  <a:solidFill>
                    <a:srgbClr val="000000"/>
                  </a:solidFill>
                  <a:latin typeface="Arial"/>
                  <a:ea typeface="Arial"/>
                  <a:cs typeface="Arial"/>
                </a:defRPr>
              </a:lvl4pPr>
              <a:lvl5pPr algn="l">
                <a:defRPr sz="774" b="0">
                  <a:solidFill>
                    <a:srgbClr val="000000"/>
                  </a:solidFill>
                  <a:latin typeface="Arial"/>
                  <a:ea typeface="Arial"/>
                  <a:cs typeface="Arial"/>
                </a:defRPr>
              </a:lvl5pPr>
              <a:lvl6pPr algn="l">
                <a:defRPr sz="774" b="0">
                  <a:solidFill>
                    <a:srgbClr val="000000"/>
                  </a:solidFill>
                  <a:latin typeface="Arial"/>
                  <a:ea typeface="Arial"/>
                  <a:cs typeface="Arial"/>
                </a:defRPr>
              </a:lvl6pPr>
              <a:lvl7pPr algn="l">
                <a:defRPr sz="774" b="0">
                  <a:solidFill>
                    <a:srgbClr val="000000"/>
                  </a:solidFill>
                  <a:latin typeface="Arial"/>
                  <a:ea typeface="Arial"/>
                  <a:cs typeface="Arial"/>
                </a:defRPr>
              </a:lvl7pPr>
              <a:lvl8pPr algn="l">
                <a:defRPr sz="774" b="0">
                  <a:solidFill>
                    <a:srgbClr val="000000"/>
                  </a:solidFill>
                  <a:latin typeface="Arial"/>
                  <a:ea typeface="Arial"/>
                  <a:cs typeface="Arial"/>
                </a:defRPr>
              </a:lvl8pPr>
              <a:lvl9pPr algn="l">
                <a:defRPr sz="774" b="0">
                  <a:solidFill>
                    <a:srgbClr val="000000"/>
                  </a:solidFill>
                  <a:latin typeface="Arial"/>
                  <a:ea typeface="Arial"/>
                  <a:cs typeface="Arial"/>
                </a:defRPr>
              </a:lvl9pPr>
            </a:lstStyle>
            <a:p>
              <a:pPr algn="l">
                <a:defRPr sz="774" b="0">
                  <a:solidFill>
                    <a:srgbClr val="000000"/>
                  </a:solidFill>
                  <a:latin typeface="Arial"/>
                  <a:ea typeface="Arial"/>
                  <a:cs typeface="Arial"/>
                </a:defRPr>
              </a:pPr>
              <a:r>
                <a:rPr sz="774" b="0">
                  <a:solidFill>
                    <a:srgbClr val="000000"/>
                  </a:solidFill>
                  <a:latin typeface="Arial"/>
                  <a:ea typeface="Arial"/>
                  <a:cs typeface="Arial"/>
                </a:rPr>
                <a:t>AB: Qmerge 0.034 (source/P), -0.225 (R2)</a:t>
              </a:r>
            </a:p>
          </p:txBody>
        </p:sp>
      </p:grpSp>
    </p:spTree>
    <p:extLst>
      <p:ext uri="{BB962C8B-B14F-4D97-AF65-F5344CB8AC3E}">
        <ns4:creationId val="1422236694"/>
      </p:ext>
    </p:extLst>
  </p:cSld>
</p:sld>
</file>

<file path=ppt/slides/slide12.xml><?xml version="1.0" encoding="utf-8"?>
<p:sld xmlns:a="http://schemas.openxmlformats.org/drawingml/2006/main" xmlns:ns2="http://schemas.microsoft.com/office/drawing/2014/main" xmlns:ns4="http://schemas.microsoft.com/office/powerpoint/2010/main" xmlns:p="http://schemas.openxmlformats.org/presentationml/2006/main" xmlns:r="http://schemas.openxmlformats.org/officeDocument/2006/relationships">
  <p:cSld>
    <p:bg>
      <p:bgPr>
        <a:solidFill>
          <a:srgbClr val="FFFFFF"/>
        </a:solidFill>
      </p:bgPr>
    </p:bg>
    <p:spTree>
      <p:nvGrpSpPr>
        <p:cNvPr id="1" name=""/>
        <p:cNvGrpSpPr/>
        <p:nvPr/>
      </p:nvGrpSpPr>
      <p:grpSpPr>
        <a:xfrm/>
      </p:grpSpPr>
      <p:grpSp>
        <p:nvGrpSpPr>
          <p:cNvPr id="84" name="Manuscript Figure 12: OLR, PM2.5 and Ring complete P/R20 maps"/>
          <p:cNvGrpSpPr/>
          <p:nvPr/>
        </p:nvGrpSpPr>
        <p:grpSpPr>
          <a:xfrm>
            <a:off x="1810871" y="0"/>
            <a:ext cx="9179859" cy="6096000"/>
            <a:chOff x="0" y="0"/>
            <a:chExt cx="12192000" cy="8096250"/>
          </a:xfrm>
        </p:grpSpPr>
        <p:sp>
          <p:nvSpPr>
            <p:cNvPr id="83" name="text_000">
              <a:extLst>
                <a:ext uri="{FF2B5EF4-FFF2-40B4-BE49-F238E27FC236}">
                  <ns2:creationId id="{FBDF5A38-6B00-423B-A515-6B51A1CAE7CD}"/>
                </a:ext>
              </a:extLst>
            </p:cNvPr>
            <p:cNvSpPr>
              <a:spLocks noGrp="1"/>
            </p:cNvSpPr>
            <p:nvPr/>
          </p:nvSpPr>
          <p:spPr>
            <a:xfrm rot="0">
              <a:off x="190500" y="28575"/>
              <a:ext cx="9525000" cy="276225"/>
            </a:xfrm>
            <a:prstGeom prst="rect">
              <a:avLst/>
            </a:prstGeom>
            <a:noFill/>
            <a:ln w="0">
              <a:noFill/>
              <a:prstDash val="solid"/>
            </a:ln>
          </p:spPr>
          <p:txBody>
            <a:bodyPr wrap="none" lIns="0" tIns="0" rIns="0" bIns="0" anchor="t">
              <a:noAutofit/>
            </a:bodyPr>
            <a:lstStyle>
              <a:defPPr algn="l">
                <a:defRPr sz="1242" b="1">
                  <a:solidFill>
                    <a:srgbClr val="000000"/>
                  </a:solidFill>
                  <a:latin typeface="Arial"/>
                  <a:ea typeface="Arial"/>
                  <a:cs typeface="Arial"/>
                </a:defRPr>
              </a:defPPr>
              <a:lvl1pPr algn="l">
                <a:defRPr sz="1242" b="1">
                  <a:solidFill>
                    <a:srgbClr val="000000"/>
                  </a:solidFill>
                  <a:latin typeface="Arial"/>
                  <a:ea typeface="Arial"/>
                  <a:cs typeface="Arial"/>
                </a:defRPr>
              </a:lvl1pPr>
              <a:lvl2pPr algn="l">
                <a:defRPr sz="1242" b="1">
                  <a:solidFill>
                    <a:srgbClr val="000000"/>
                  </a:solidFill>
                  <a:latin typeface="Arial"/>
                  <a:ea typeface="Arial"/>
                  <a:cs typeface="Arial"/>
                </a:defRPr>
              </a:lvl2pPr>
              <a:lvl3pPr algn="l">
                <a:defRPr sz="1242" b="1">
                  <a:solidFill>
                    <a:srgbClr val="000000"/>
                  </a:solidFill>
                  <a:latin typeface="Arial"/>
                  <a:ea typeface="Arial"/>
                  <a:cs typeface="Arial"/>
                </a:defRPr>
              </a:lvl3pPr>
              <a:lvl4pPr algn="l">
                <a:defRPr sz="1242" b="1">
                  <a:solidFill>
                    <a:srgbClr val="000000"/>
                  </a:solidFill>
                  <a:latin typeface="Arial"/>
                  <a:ea typeface="Arial"/>
                  <a:cs typeface="Arial"/>
                </a:defRPr>
              </a:lvl4pPr>
              <a:lvl5pPr algn="l">
                <a:defRPr sz="1242" b="1">
                  <a:solidFill>
                    <a:srgbClr val="000000"/>
                  </a:solidFill>
                  <a:latin typeface="Arial"/>
                  <a:ea typeface="Arial"/>
                  <a:cs typeface="Arial"/>
                </a:defRPr>
              </a:lvl5pPr>
              <a:lvl6pPr algn="l">
                <a:defRPr sz="1242" b="1">
                  <a:solidFill>
                    <a:srgbClr val="000000"/>
                  </a:solidFill>
                  <a:latin typeface="Arial"/>
                  <a:ea typeface="Arial"/>
                  <a:cs typeface="Arial"/>
                </a:defRPr>
              </a:lvl6pPr>
              <a:lvl7pPr algn="l">
                <a:defRPr sz="1242" b="1">
                  <a:solidFill>
                    <a:srgbClr val="000000"/>
                  </a:solidFill>
                  <a:latin typeface="Arial"/>
                  <a:ea typeface="Arial"/>
                  <a:cs typeface="Arial"/>
                </a:defRPr>
              </a:lvl7pPr>
              <a:lvl8pPr algn="l">
                <a:defRPr sz="1242" b="1">
                  <a:solidFill>
                    <a:srgbClr val="000000"/>
                  </a:solidFill>
                  <a:latin typeface="Arial"/>
                  <a:ea typeface="Arial"/>
                  <a:cs typeface="Arial"/>
                </a:defRPr>
              </a:lvl8pPr>
              <a:lvl9pPr algn="l">
                <a:defRPr sz="1242" b="1">
                  <a:solidFill>
                    <a:srgbClr val="000000"/>
                  </a:solidFill>
                  <a:latin typeface="Arial"/>
                  <a:ea typeface="Arial"/>
                  <a:cs typeface="Arial"/>
                </a:defRPr>
              </a:lvl9pPr>
            </a:lstStyle>
            <a:p>
              <a:pPr algn="l">
                <a:defRPr sz="1242" b="1">
                  <a:solidFill>
                    <a:srgbClr val="000000"/>
                  </a:solidFill>
                  <a:latin typeface="Arial"/>
                  <a:ea typeface="Arial"/>
                  <a:cs typeface="Arial"/>
                </a:defRPr>
              </a:pPr>
              <a:r>
                <a:rPr sz="1242" b="1">
                  <a:solidFill>
                    <a:srgbClr val="000000"/>
                  </a:solidFill>
                  <a:latin typeface="Arial"/>
                  <a:ea typeface="Arial"/>
                  <a:cs typeface="Arial"/>
                </a:rPr>
                <a:t>(a) OLR: all 60 fields</a:t>
              </a:r>
            </a:p>
          </p:txBody>
        </p:sp>
        <p:sp>
          <p:nvSpPr>
            <p:cNvPr id="2" name="text_001">
              <a:extLst>
                <a:ext uri="{FF2B5EF4-FFF2-40B4-BE49-F238E27FC236}">
                  <ns2:creationId id="{4EB6A5F8-F21E-42BA-B8A9-50F325FB5876}"/>
                </a:ext>
              </a:extLst>
            </p:cNvPr>
            <p:cNvSpPr>
              <a:spLocks noGrp="1"/>
            </p:cNvSpPr>
            <p:nvPr/>
          </p:nvSpPr>
          <p:spPr>
            <a:xfrm rot="0">
              <a:off x="762000" y="323850"/>
              <a:ext cx="4953000" cy="238125"/>
            </a:xfrm>
            <a:prstGeom prst="rect">
              <a:avLst/>
            </a:prstGeom>
            <a:noFill/>
            <a:ln w="0">
              <a:noFill/>
              <a:prstDash val="solid"/>
            </a:ln>
          </p:spPr>
          <p:txBody>
            <a:bodyPr wrap="none" lIns="0" tIns="0" rIns="0" bIns="0" anchor="t">
              <a:noAutofit/>
            </a:bodyPr>
            <a:lstStyle>
              <a:defPPr algn="l">
                <a:defRPr sz="1073" b="1">
                  <a:solidFill>
                    <a:srgbClr val="000000"/>
                  </a:solidFill>
                  <a:latin typeface="Arial"/>
                  <a:ea typeface="Arial"/>
                  <a:cs typeface="Arial"/>
                </a:defRPr>
              </a:defPPr>
              <a:lvl1pPr algn="l">
                <a:defRPr sz="1073" b="1">
                  <a:solidFill>
                    <a:srgbClr val="000000"/>
                  </a:solidFill>
                  <a:latin typeface="Arial"/>
                  <a:ea typeface="Arial"/>
                  <a:cs typeface="Arial"/>
                </a:defRPr>
              </a:lvl1pPr>
              <a:lvl2pPr algn="l">
                <a:defRPr sz="1073" b="1">
                  <a:solidFill>
                    <a:srgbClr val="000000"/>
                  </a:solidFill>
                  <a:latin typeface="Arial"/>
                  <a:ea typeface="Arial"/>
                  <a:cs typeface="Arial"/>
                </a:defRPr>
              </a:lvl2pPr>
              <a:lvl3pPr algn="l">
                <a:defRPr sz="1073" b="1">
                  <a:solidFill>
                    <a:srgbClr val="000000"/>
                  </a:solidFill>
                  <a:latin typeface="Arial"/>
                  <a:ea typeface="Arial"/>
                  <a:cs typeface="Arial"/>
                </a:defRPr>
              </a:lvl3pPr>
              <a:lvl4pPr algn="l">
                <a:defRPr sz="1073" b="1">
                  <a:solidFill>
                    <a:srgbClr val="000000"/>
                  </a:solidFill>
                  <a:latin typeface="Arial"/>
                  <a:ea typeface="Arial"/>
                  <a:cs typeface="Arial"/>
                </a:defRPr>
              </a:lvl4pPr>
              <a:lvl5pPr algn="l">
                <a:defRPr sz="1073" b="1">
                  <a:solidFill>
                    <a:srgbClr val="000000"/>
                  </a:solidFill>
                  <a:latin typeface="Arial"/>
                  <a:ea typeface="Arial"/>
                  <a:cs typeface="Arial"/>
                </a:defRPr>
              </a:lvl5pPr>
              <a:lvl6pPr algn="l">
                <a:defRPr sz="1073" b="1">
                  <a:solidFill>
                    <a:srgbClr val="000000"/>
                  </a:solidFill>
                  <a:latin typeface="Arial"/>
                  <a:ea typeface="Arial"/>
                  <a:cs typeface="Arial"/>
                </a:defRPr>
              </a:lvl6pPr>
              <a:lvl7pPr algn="l">
                <a:defRPr sz="1073" b="1">
                  <a:solidFill>
                    <a:srgbClr val="000000"/>
                  </a:solidFill>
                  <a:latin typeface="Arial"/>
                  <a:ea typeface="Arial"/>
                  <a:cs typeface="Arial"/>
                </a:defRPr>
              </a:lvl7pPr>
              <a:lvl8pPr algn="l">
                <a:defRPr sz="1073" b="1">
                  <a:solidFill>
                    <a:srgbClr val="000000"/>
                  </a:solidFill>
                  <a:latin typeface="Arial"/>
                  <a:ea typeface="Arial"/>
                  <a:cs typeface="Arial"/>
                </a:defRPr>
              </a:lvl8pPr>
              <a:lvl9pPr algn="l">
                <a:defRPr sz="1073" b="1">
                  <a:solidFill>
                    <a:srgbClr val="000000"/>
                  </a:solidFill>
                  <a:latin typeface="Arial"/>
                  <a:ea typeface="Arial"/>
                  <a:cs typeface="Arial"/>
                </a:defRPr>
              </a:lvl9pPr>
            </a:lstStyle>
            <a:p>
              <a:pPr algn="l">
                <a:defRPr sz="1073" b="1">
                  <a:solidFill>
                    <a:srgbClr val="000000"/>
                  </a:solidFill>
                  <a:latin typeface="Arial"/>
                  <a:ea typeface="Arial"/>
                  <a:cs typeface="Arial"/>
                </a:defRPr>
              </a:pPr>
              <a:r>
                <a:rPr sz="1073" b="1">
                  <a:solidFill>
                    <a:srgbClr val="000000"/>
                  </a:solidFill>
                  <a:latin typeface="Arial"/>
                  <a:ea typeface="Arial"/>
                  <a:cs typeface="Arial"/>
                </a:rPr>
                <a:t>RG-MTM-P</a:t>
              </a:r>
            </a:p>
          </p:txBody>
        </p:sp>
        <p:pic>
          <p:nvPicPr>
            <p:cNvPr id="3" name="">
              <a:extLst>
                <a:ext uri="{FF2B5EF4-FFF2-40B4-BE49-F238E27FC236}">
                  <ns2:creationId id="{6CD99CD2-1A49-47FE-8AB2-CEA1EF5AF958}"/>
                </a:ext>
              </a:extLst>
            </p:cNvPr>
            <p:cNvPicPr>
              <a:picLocks noChangeAspect="1"/>
            </p:cNvPicPr>
            <p:nvPr/>
          </p:nvPicPr>
          <p:blipFill>
            <a:blip r:embed="R0fc5b50b55af4524"/>
            <a:stretch/>
          </p:blipFill>
          <p:spPr>
            <a:xfrm>
              <a:off x="762000" y="590563"/>
              <a:ext cx="4953000" cy="1333475"/>
            </a:xfrm>
            <a:prstGeom prst="rect">
              <a:avLst/>
            </a:prstGeom>
          </p:spPr>
        </p:pic>
        <p:sp>
          <p:nvSpPr>
            <p:cNvPr id="4" name="rect_003">
              <a:extLst>
                <a:ext uri="{FF2B5EF4-FFF2-40B4-BE49-F238E27FC236}">
                  <ns2:creationId id="{37F53D7B-8A6F-4E82-9C1D-CCB6C1D374CE}"/>
                </a:ext>
              </a:extLst>
            </p:cNvPr>
            <p:cNvSpPr>
              <a:spLocks noGrp="1"/>
            </p:cNvSpPr>
            <p:nvPr/>
          </p:nvSpPr>
          <p:spPr>
            <a:xfrm rot="0">
              <a:off x="762000" y="590550"/>
              <a:ext cx="4953000" cy="1333500"/>
            </a:xfrm>
            <a:prstGeom prst="rect">
              <a:avLst/>
            </a:prstGeom>
            <a:noFill/>
            <a:ln w="5021">
              <a:solidFill>
                <a:srgbClr val="7B8790"/>
              </a:solidFill>
              <a:prstDash val="solid"/>
            </a:ln>
          </p:spPr>
        </p:sp>
        <p:sp>
          <p:nvSpPr>
            <p:cNvPr id="5" name="text_004">
              <a:extLst>
                <a:ext uri="{FF2B5EF4-FFF2-40B4-BE49-F238E27FC236}">
                  <ns2:creationId id="{20CCCFE9-2808-438A-84A5-FE5AD156214E}"/>
                </a:ext>
              </a:extLst>
            </p:cNvPr>
            <p:cNvSpPr>
              <a:spLocks noGrp="1"/>
            </p:cNvSpPr>
            <p:nvPr/>
          </p:nvSpPr>
          <p:spPr>
            <a:xfrm rot="0">
              <a:off x="352425" y="1838325"/>
              <a:ext cx="333375" cy="209550"/>
            </a:xfrm>
            <a:prstGeom prst="rect">
              <a:avLst/>
            </a:prstGeom>
            <a:noFill/>
            <a:ln w="0">
              <a:noFill/>
              <a:prstDash val="solid"/>
            </a:ln>
          </p:spPr>
          <p:txBody>
            <a:bodyPr wrap="none" lIns="0" tIns="0" rIns="0" bIns="0" anchor="t">
              <a:noAutofit/>
            </a:bodyPr>
            <a:lstStyle>
              <a:defPPr algn="r">
                <a:defRPr sz="904" b="0">
                  <a:solidFill>
                    <a:srgbClr val="000000"/>
                  </a:solidFill>
                  <a:latin typeface="Arial"/>
                  <a:ea typeface="Arial"/>
                  <a:cs typeface="Arial"/>
                </a:defRPr>
              </a:defPPr>
              <a:lvl1pPr algn="r">
                <a:defRPr sz="904" b="0">
                  <a:solidFill>
                    <a:srgbClr val="000000"/>
                  </a:solidFill>
                  <a:latin typeface="Arial"/>
                  <a:ea typeface="Arial"/>
                  <a:cs typeface="Arial"/>
                </a:defRPr>
              </a:lvl1pPr>
              <a:lvl2pPr algn="r">
                <a:defRPr sz="904" b="0">
                  <a:solidFill>
                    <a:srgbClr val="000000"/>
                  </a:solidFill>
                  <a:latin typeface="Arial"/>
                  <a:ea typeface="Arial"/>
                  <a:cs typeface="Arial"/>
                </a:defRPr>
              </a:lvl2pPr>
              <a:lvl3pPr algn="r">
                <a:defRPr sz="904" b="0">
                  <a:solidFill>
                    <a:srgbClr val="000000"/>
                  </a:solidFill>
                  <a:latin typeface="Arial"/>
                  <a:ea typeface="Arial"/>
                  <a:cs typeface="Arial"/>
                </a:defRPr>
              </a:lvl3pPr>
              <a:lvl4pPr algn="r">
                <a:defRPr sz="904" b="0">
                  <a:solidFill>
                    <a:srgbClr val="000000"/>
                  </a:solidFill>
                  <a:latin typeface="Arial"/>
                  <a:ea typeface="Arial"/>
                  <a:cs typeface="Arial"/>
                </a:defRPr>
              </a:lvl4pPr>
              <a:lvl5pPr algn="r">
                <a:defRPr sz="904" b="0">
                  <a:solidFill>
                    <a:srgbClr val="000000"/>
                  </a:solidFill>
                  <a:latin typeface="Arial"/>
                  <a:ea typeface="Arial"/>
                  <a:cs typeface="Arial"/>
                </a:defRPr>
              </a:lvl5pPr>
              <a:lvl6pPr algn="r">
                <a:defRPr sz="904" b="0">
                  <a:solidFill>
                    <a:srgbClr val="000000"/>
                  </a:solidFill>
                  <a:latin typeface="Arial"/>
                  <a:ea typeface="Arial"/>
                  <a:cs typeface="Arial"/>
                </a:defRPr>
              </a:lvl6pPr>
              <a:lvl7pPr algn="r">
                <a:defRPr sz="904" b="0">
                  <a:solidFill>
                    <a:srgbClr val="000000"/>
                  </a:solidFill>
                  <a:latin typeface="Arial"/>
                  <a:ea typeface="Arial"/>
                  <a:cs typeface="Arial"/>
                </a:defRPr>
              </a:lvl7pPr>
              <a:lvl8pPr algn="r">
                <a:defRPr sz="904" b="0">
                  <a:solidFill>
                    <a:srgbClr val="000000"/>
                  </a:solidFill>
                  <a:latin typeface="Arial"/>
                  <a:ea typeface="Arial"/>
                  <a:cs typeface="Arial"/>
                </a:defRPr>
              </a:lvl8pPr>
              <a:lvl9pPr algn="r">
                <a:defRPr sz="904" b="0">
                  <a:solidFill>
                    <a:srgbClr val="000000"/>
                  </a:solidFill>
                  <a:latin typeface="Arial"/>
                  <a:ea typeface="Arial"/>
                  <a:cs typeface="Arial"/>
                </a:defRPr>
              </a:lvl9pPr>
            </a:lstStyle>
            <a:p>
              <a:pPr algn="r">
                <a:defRPr sz="904" b="0">
                  <a:solidFill>
                    <a:srgbClr val="000000"/>
                  </a:solidFill>
                  <a:latin typeface="Arial"/>
                  <a:ea typeface="Arial"/>
                  <a:cs typeface="Arial"/>
                </a:defRPr>
              </a:pPr>
              <a:r>
                <a:rPr sz="904" b="0">
                  <a:solidFill>
                    <a:srgbClr val="000000"/>
                  </a:solidFill>
                  <a:latin typeface="Arial"/>
                  <a:ea typeface="Arial"/>
                  <a:cs typeface="Arial"/>
                </a:rPr>
                <a:t>0</a:t>
              </a:r>
            </a:p>
          </p:txBody>
        </p:sp>
        <p:sp>
          <p:nvSpPr>
            <p:cNvPr id="6" name="text_005">
              <a:extLst>
                <a:ext uri="{FF2B5EF4-FFF2-40B4-BE49-F238E27FC236}">
                  <ns2:creationId id="{96A347D8-2168-4A4C-BD06-E2BB9CBBD250}"/>
                </a:ext>
              </a:extLst>
            </p:cNvPr>
            <p:cNvSpPr>
              <a:spLocks noGrp="1"/>
            </p:cNvSpPr>
            <p:nvPr/>
          </p:nvSpPr>
          <p:spPr>
            <a:xfrm rot="0">
              <a:off x="352425" y="1171575"/>
              <a:ext cx="333375" cy="209550"/>
            </a:xfrm>
            <a:prstGeom prst="rect">
              <a:avLst/>
            </a:prstGeom>
            <a:noFill/>
            <a:ln w="0">
              <a:noFill/>
              <a:prstDash val="solid"/>
            </a:ln>
          </p:spPr>
          <p:txBody>
            <a:bodyPr wrap="none" lIns="0" tIns="0" rIns="0" bIns="0" anchor="t">
              <a:noAutofit/>
            </a:bodyPr>
            <a:lstStyle>
              <a:defPPr algn="r">
                <a:defRPr sz="904" b="0">
                  <a:solidFill>
                    <a:srgbClr val="000000"/>
                  </a:solidFill>
                  <a:latin typeface="Arial"/>
                  <a:ea typeface="Arial"/>
                  <a:cs typeface="Arial"/>
                </a:defRPr>
              </a:defPPr>
              <a:lvl1pPr algn="r">
                <a:defRPr sz="904" b="0">
                  <a:solidFill>
                    <a:srgbClr val="000000"/>
                  </a:solidFill>
                  <a:latin typeface="Arial"/>
                  <a:ea typeface="Arial"/>
                  <a:cs typeface="Arial"/>
                </a:defRPr>
              </a:lvl1pPr>
              <a:lvl2pPr algn="r">
                <a:defRPr sz="904" b="0">
                  <a:solidFill>
                    <a:srgbClr val="000000"/>
                  </a:solidFill>
                  <a:latin typeface="Arial"/>
                  <a:ea typeface="Arial"/>
                  <a:cs typeface="Arial"/>
                </a:defRPr>
              </a:lvl2pPr>
              <a:lvl3pPr algn="r">
                <a:defRPr sz="904" b="0">
                  <a:solidFill>
                    <a:srgbClr val="000000"/>
                  </a:solidFill>
                  <a:latin typeface="Arial"/>
                  <a:ea typeface="Arial"/>
                  <a:cs typeface="Arial"/>
                </a:defRPr>
              </a:lvl3pPr>
              <a:lvl4pPr algn="r">
                <a:defRPr sz="904" b="0">
                  <a:solidFill>
                    <a:srgbClr val="000000"/>
                  </a:solidFill>
                  <a:latin typeface="Arial"/>
                  <a:ea typeface="Arial"/>
                  <a:cs typeface="Arial"/>
                </a:defRPr>
              </a:lvl4pPr>
              <a:lvl5pPr algn="r">
                <a:defRPr sz="904" b="0">
                  <a:solidFill>
                    <a:srgbClr val="000000"/>
                  </a:solidFill>
                  <a:latin typeface="Arial"/>
                  <a:ea typeface="Arial"/>
                  <a:cs typeface="Arial"/>
                </a:defRPr>
              </a:lvl5pPr>
              <a:lvl6pPr algn="r">
                <a:defRPr sz="904" b="0">
                  <a:solidFill>
                    <a:srgbClr val="000000"/>
                  </a:solidFill>
                  <a:latin typeface="Arial"/>
                  <a:ea typeface="Arial"/>
                  <a:cs typeface="Arial"/>
                </a:defRPr>
              </a:lvl6pPr>
              <a:lvl7pPr algn="r">
                <a:defRPr sz="904" b="0">
                  <a:solidFill>
                    <a:srgbClr val="000000"/>
                  </a:solidFill>
                  <a:latin typeface="Arial"/>
                  <a:ea typeface="Arial"/>
                  <a:cs typeface="Arial"/>
                </a:defRPr>
              </a:lvl7pPr>
              <a:lvl8pPr algn="r">
                <a:defRPr sz="904" b="0">
                  <a:solidFill>
                    <a:srgbClr val="000000"/>
                  </a:solidFill>
                  <a:latin typeface="Arial"/>
                  <a:ea typeface="Arial"/>
                  <a:cs typeface="Arial"/>
                </a:defRPr>
              </a:lvl8pPr>
              <a:lvl9pPr algn="r">
                <a:defRPr sz="904" b="0">
                  <a:solidFill>
                    <a:srgbClr val="000000"/>
                  </a:solidFill>
                  <a:latin typeface="Arial"/>
                  <a:ea typeface="Arial"/>
                  <a:cs typeface="Arial"/>
                </a:defRPr>
              </a:lvl9pPr>
            </a:lstStyle>
            <a:p>
              <a:pPr algn="r">
                <a:defRPr sz="904" b="0">
                  <a:solidFill>
                    <a:srgbClr val="000000"/>
                  </a:solidFill>
                  <a:latin typeface="Arial"/>
                  <a:ea typeface="Arial"/>
                  <a:cs typeface="Arial"/>
                </a:defRPr>
              </a:pPr>
              <a:r>
                <a:rPr sz="904" b="0">
                  <a:solidFill>
                    <a:srgbClr val="000000"/>
                  </a:solidFill>
                  <a:latin typeface="Arial"/>
                  <a:ea typeface="Arial"/>
                  <a:cs typeface="Arial"/>
                </a:rPr>
                <a:t>0.5</a:t>
              </a:r>
            </a:p>
          </p:txBody>
        </p:sp>
        <p:sp>
          <p:nvSpPr>
            <p:cNvPr id="7" name="text_006">
              <a:extLst>
                <a:ext uri="{FF2B5EF4-FFF2-40B4-BE49-F238E27FC236}">
                  <ns2:creationId id="{C8943AF6-9753-4BAE-942B-C048EA89FC89}"/>
                </a:ext>
              </a:extLst>
            </p:cNvPr>
            <p:cNvSpPr>
              <a:spLocks noGrp="1"/>
            </p:cNvSpPr>
            <p:nvPr/>
          </p:nvSpPr>
          <p:spPr>
            <a:xfrm rot="0">
              <a:off x="352425" y="504825"/>
              <a:ext cx="333375" cy="209550"/>
            </a:xfrm>
            <a:prstGeom prst="rect">
              <a:avLst/>
            </a:prstGeom>
            <a:noFill/>
            <a:ln w="0">
              <a:noFill/>
              <a:prstDash val="solid"/>
            </a:ln>
          </p:spPr>
          <p:txBody>
            <a:bodyPr wrap="none" lIns="0" tIns="0" rIns="0" bIns="0" anchor="t">
              <a:noAutofit/>
            </a:bodyPr>
            <a:lstStyle>
              <a:defPPr algn="r">
                <a:defRPr sz="904" b="0">
                  <a:solidFill>
                    <a:srgbClr val="000000"/>
                  </a:solidFill>
                  <a:latin typeface="Arial"/>
                  <a:ea typeface="Arial"/>
                  <a:cs typeface="Arial"/>
                </a:defRPr>
              </a:defPPr>
              <a:lvl1pPr algn="r">
                <a:defRPr sz="904" b="0">
                  <a:solidFill>
                    <a:srgbClr val="000000"/>
                  </a:solidFill>
                  <a:latin typeface="Arial"/>
                  <a:ea typeface="Arial"/>
                  <a:cs typeface="Arial"/>
                </a:defRPr>
              </a:lvl1pPr>
              <a:lvl2pPr algn="r">
                <a:defRPr sz="904" b="0">
                  <a:solidFill>
                    <a:srgbClr val="000000"/>
                  </a:solidFill>
                  <a:latin typeface="Arial"/>
                  <a:ea typeface="Arial"/>
                  <a:cs typeface="Arial"/>
                </a:defRPr>
              </a:lvl2pPr>
              <a:lvl3pPr algn="r">
                <a:defRPr sz="904" b="0">
                  <a:solidFill>
                    <a:srgbClr val="000000"/>
                  </a:solidFill>
                  <a:latin typeface="Arial"/>
                  <a:ea typeface="Arial"/>
                  <a:cs typeface="Arial"/>
                </a:defRPr>
              </a:lvl3pPr>
              <a:lvl4pPr algn="r">
                <a:defRPr sz="904" b="0">
                  <a:solidFill>
                    <a:srgbClr val="000000"/>
                  </a:solidFill>
                  <a:latin typeface="Arial"/>
                  <a:ea typeface="Arial"/>
                  <a:cs typeface="Arial"/>
                </a:defRPr>
              </a:lvl4pPr>
              <a:lvl5pPr algn="r">
                <a:defRPr sz="904" b="0">
                  <a:solidFill>
                    <a:srgbClr val="000000"/>
                  </a:solidFill>
                  <a:latin typeface="Arial"/>
                  <a:ea typeface="Arial"/>
                  <a:cs typeface="Arial"/>
                </a:defRPr>
              </a:lvl5pPr>
              <a:lvl6pPr algn="r">
                <a:defRPr sz="904" b="0">
                  <a:solidFill>
                    <a:srgbClr val="000000"/>
                  </a:solidFill>
                  <a:latin typeface="Arial"/>
                  <a:ea typeface="Arial"/>
                  <a:cs typeface="Arial"/>
                </a:defRPr>
              </a:lvl6pPr>
              <a:lvl7pPr algn="r">
                <a:defRPr sz="904" b="0">
                  <a:solidFill>
                    <a:srgbClr val="000000"/>
                  </a:solidFill>
                  <a:latin typeface="Arial"/>
                  <a:ea typeface="Arial"/>
                  <a:cs typeface="Arial"/>
                </a:defRPr>
              </a:lvl7pPr>
              <a:lvl8pPr algn="r">
                <a:defRPr sz="904" b="0">
                  <a:solidFill>
                    <a:srgbClr val="000000"/>
                  </a:solidFill>
                  <a:latin typeface="Arial"/>
                  <a:ea typeface="Arial"/>
                  <a:cs typeface="Arial"/>
                </a:defRPr>
              </a:lvl8pPr>
              <a:lvl9pPr algn="r">
                <a:defRPr sz="904" b="0">
                  <a:solidFill>
                    <a:srgbClr val="000000"/>
                  </a:solidFill>
                  <a:latin typeface="Arial"/>
                  <a:ea typeface="Arial"/>
                  <a:cs typeface="Arial"/>
                </a:defRPr>
              </a:lvl9pPr>
            </a:lstStyle>
            <a:p>
              <a:pPr algn="r">
                <a:defRPr sz="904" b="0">
                  <a:solidFill>
                    <a:srgbClr val="000000"/>
                  </a:solidFill>
                  <a:latin typeface="Arial"/>
                  <a:ea typeface="Arial"/>
                  <a:cs typeface="Arial"/>
                </a:defRPr>
              </a:pPr>
              <a:r>
                <a:rPr sz="904" b="0">
                  <a:solidFill>
                    <a:srgbClr val="000000"/>
                  </a:solidFill>
                  <a:latin typeface="Arial"/>
                  <a:ea typeface="Arial"/>
                  <a:cs typeface="Arial"/>
                </a:rPr>
                <a:t>1</a:t>
              </a:r>
            </a:p>
          </p:txBody>
        </p:sp>
        <p:sp>
          <p:nvSpPr>
            <p:cNvPr id="8" name="text_007">
              <a:extLst>
                <a:ext uri="{FF2B5EF4-FFF2-40B4-BE49-F238E27FC236}">
                  <ns2:creationId id="{EEE4A2A3-813F-4898-8493-6741BF808254}"/>
                </a:ext>
              </a:extLst>
            </p:cNvPr>
            <p:cNvSpPr>
              <a:spLocks noGrp="1"/>
            </p:cNvSpPr>
            <p:nvPr/>
          </p:nvSpPr>
          <p:spPr>
            <a:xfrm rot="0">
              <a:off x="498475" y="1971675"/>
              <a:ext cx="609600" cy="209550"/>
            </a:xfrm>
            <a:prstGeom prst="rect">
              <a:avLst/>
            </a:prstGeom>
            <a:noFill/>
            <a:ln w="0">
              <a:noFill/>
              <a:prstDash val="solid"/>
            </a:ln>
          </p:spPr>
          <p:txBody>
            <a:bodyPr wrap="none" lIns="0" tIns="0" rIns="0" bIns="0" anchor="t">
              <a:noAutofit/>
            </a:bodyPr>
            <a:lstStyle>
              <a:defPPr algn="ctr">
                <a:defRPr sz="847" b="0">
                  <a:solidFill>
                    <a:srgbClr val="000000"/>
                  </a:solidFill>
                  <a:latin typeface="Arial"/>
                  <a:ea typeface="Arial"/>
                  <a:cs typeface="Arial"/>
                </a:defRPr>
              </a:defPPr>
              <a:lvl1pPr algn="ctr">
                <a:defRPr sz="847" b="0">
                  <a:solidFill>
                    <a:srgbClr val="000000"/>
                  </a:solidFill>
                  <a:latin typeface="Arial"/>
                  <a:ea typeface="Arial"/>
                  <a:cs typeface="Arial"/>
                </a:defRPr>
              </a:lvl1pPr>
              <a:lvl2pPr algn="ctr">
                <a:defRPr sz="847" b="0">
                  <a:solidFill>
                    <a:srgbClr val="000000"/>
                  </a:solidFill>
                  <a:latin typeface="Arial"/>
                  <a:ea typeface="Arial"/>
                  <a:cs typeface="Arial"/>
                </a:defRPr>
              </a:lvl2pPr>
              <a:lvl3pPr algn="ctr">
                <a:defRPr sz="847" b="0">
                  <a:solidFill>
                    <a:srgbClr val="000000"/>
                  </a:solidFill>
                  <a:latin typeface="Arial"/>
                  <a:ea typeface="Arial"/>
                  <a:cs typeface="Arial"/>
                </a:defRPr>
              </a:lvl3pPr>
              <a:lvl4pPr algn="ctr">
                <a:defRPr sz="847" b="0">
                  <a:solidFill>
                    <a:srgbClr val="000000"/>
                  </a:solidFill>
                  <a:latin typeface="Arial"/>
                  <a:ea typeface="Arial"/>
                  <a:cs typeface="Arial"/>
                </a:defRPr>
              </a:lvl4pPr>
              <a:lvl5pPr algn="ctr">
                <a:defRPr sz="847" b="0">
                  <a:solidFill>
                    <a:srgbClr val="000000"/>
                  </a:solidFill>
                  <a:latin typeface="Arial"/>
                  <a:ea typeface="Arial"/>
                  <a:cs typeface="Arial"/>
                </a:defRPr>
              </a:lvl5pPr>
              <a:lvl6pPr algn="ctr">
                <a:defRPr sz="847" b="0">
                  <a:solidFill>
                    <a:srgbClr val="000000"/>
                  </a:solidFill>
                  <a:latin typeface="Arial"/>
                  <a:ea typeface="Arial"/>
                  <a:cs typeface="Arial"/>
                </a:defRPr>
              </a:lvl6pPr>
              <a:lvl7pPr algn="ctr">
                <a:defRPr sz="847" b="0">
                  <a:solidFill>
                    <a:srgbClr val="000000"/>
                  </a:solidFill>
                  <a:latin typeface="Arial"/>
                  <a:ea typeface="Arial"/>
                  <a:cs typeface="Arial"/>
                </a:defRPr>
              </a:lvl7pPr>
              <a:lvl8pPr algn="ctr">
                <a:defRPr sz="847" b="0">
                  <a:solidFill>
                    <a:srgbClr val="000000"/>
                  </a:solidFill>
                  <a:latin typeface="Arial"/>
                  <a:ea typeface="Arial"/>
                  <a:cs typeface="Arial"/>
                </a:defRPr>
              </a:lvl8pPr>
              <a:lvl9pPr algn="ctr">
                <a:defRPr sz="847" b="0">
                  <a:solidFill>
                    <a:srgbClr val="000000"/>
                  </a:solidFill>
                  <a:latin typeface="Arial"/>
                  <a:ea typeface="Arial"/>
                  <a:cs typeface="Arial"/>
                </a:defRPr>
              </a:lvl9pPr>
            </a:lstStyle>
            <a:p>
              <a:pPr algn="ctr">
                <a:defRPr sz="847" b="0">
                  <a:solidFill>
                    <a:srgbClr val="000000"/>
                  </a:solidFill>
                  <a:latin typeface="Arial"/>
                  <a:ea typeface="Arial"/>
                  <a:cs typeface="Arial"/>
                </a:defRPr>
              </a:pPr>
              <a:r>
                <a:rPr sz="847" b="0">
                  <a:solidFill>
                    <a:srgbClr val="000000"/>
                  </a:solidFill>
                  <a:latin typeface="Arial"/>
                  <a:ea typeface="Arial"/>
                  <a:cs typeface="Arial"/>
                </a:rPr>
                <a:t>0</a:t>
              </a:r>
            </a:p>
          </p:txBody>
        </p:sp>
        <p:sp>
          <p:nvSpPr>
            <p:cNvPr id="9" name="text_008">
              <a:extLst>
                <a:ext uri="{FF2B5EF4-FFF2-40B4-BE49-F238E27FC236}">
                  <ns2:creationId id="{093773BA-8147-4EB7-A0B1-39FC90400F2E}"/>
                </a:ext>
              </a:extLst>
            </p:cNvPr>
            <p:cNvSpPr>
              <a:spLocks noGrp="1"/>
            </p:cNvSpPr>
            <p:nvPr/>
          </p:nvSpPr>
          <p:spPr>
            <a:xfrm rot="0">
              <a:off x="2892425" y="1971675"/>
              <a:ext cx="609600" cy="209550"/>
            </a:xfrm>
            <a:prstGeom prst="rect">
              <a:avLst/>
            </a:prstGeom>
            <a:noFill/>
            <a:ln w="0">
              <a:noFill/>
              <a:prstDash val="solid"/>
            </a:ln>
          </p:spPr>
          <p:txBody>
            <a:bodyPr wrap="none" lIns="0" tIns="0" rIns="0" bIns="0" anchor="t">
              <a:noAutofit/>
            </a:bodyPr>
            <a:lstStyle>
              <a:defPPr algn="ctr">
                <a:defRPr sz="847" b="0">
                  <a:solidFill>
                    <a:srgbClr val="000000"/>
                  </a:solidFill>
                  <a:latin typeface="Arial"/>
                  <a:ea typeface="Arial"/>
                  <a:cs typeface="Arial"/>
                </a:defRPr>
              </a:defPPr>
              <a:lvl1pPr algn="ctr">
                <a:defRPr sz="847" b="0">
                  <a:solidFill>
                    <a:srgbClr val="000000"/>
                  </a:solidFill>
                  <a:latin typeface="Arial"/>
                  <a:ea typeface="Arial"/>
                  <a:cs typeface="Arial"/>
                </a:defRPr>
              </a:lvl1pPr>
              <a:lvl2pPr algn="ctr">
                <a:defRPr sz="847" b="0">
                  <a:solidFill>
                    <a:srgbClr val="000000"/>
                  </a:solidFill>
                  <a:latin typeface="Arial"/>
                  <a:ea typeface="Arial"/>
                  <a:cs typeface="Arial"/>
                </a:defRPr>
              </a:lvl2pPr>
              <a:lvl3pPr algn="ctr">
                <a:defRPr sz="847" b="0">
                  <a:solidFill>
                    <a:srgbClr val="000000"/>
                  </a:solidFill>
                  <a:latin typeface="Arial"/>
                  <a:ea typeface="Arial"/>
                  <a:cs typeface="Arial"/>
                </a:defRPr>
              </a:lvl3pPr>
              <a:lvl4pPr algn="ctr">
                <a:defRPr sz="847" b="0">
                  <a:solidFill>
                    <a:srgbClr val="000000"/>
                  </a:solidFill>
                  <a:latin typeface="Arial"/>
                  <a:ea typeface="Arial"/>
                  <a:cs typeface="Arial"/>
                </a:defRPr>
              </a:lvl4pPr>
              <a:lvl5pPr algn="ctr">
                <a:defRPr sz="847" b="0">
                  <a:solidFill>
                    <a:srgbClr val="000000"/>
                  </a:solidFill>
                  <a:latin typeface="Arial"/>
                  <a:ea typeface="Arial"/>
                  <a:cs typeface="Arial"/>
                </a:defRPr>
              </a:lvl5pPr>
              <a:lvl6pPr algn="ctr">
                <a:defRPr sz="847" b="0">
                  <a:solidFill>
                    <a:srgbClr val="000000"/>
                  </a:solidFill>
                  <a:latin typeface="Arial"/>
                  <a:ea typeface="Arial"/>
                  <a:cs typeface="Arial"/>
                </a:defRPr>
              </a:lvl6pPr>
              <a:lvl7pPr algn="ctr">
                <a:defRPr sz="847" b="0">
                  <a:solidFill>
                    <a:srgbClr val="000000"/>
                  </a:solidFill>
                  <a:latin typeface="Arial"/>
                  <a:ea typeface="Arial"/>
                  <a:cs typeface="Arial"/>
                </a:defRPr>
              </a:lvl7pPr>
              <a:lvl8pPr algn="ctr">
                <a:defRPr sz="847" b="0">
                  <a:solidFill>
                    <a:srgbClr val="000000"/>
                  </a:solidFill>
                  <a:latin typeface="Arial"/>
                  <a:ea typeface="Arial"/>
                  <a:cs typeface="Arial"/>
                </a:defRPr>
              </a:lvl8pPr>
              <a:lvl9pPr algn="ctr">
                <a:defRPr sz="847" b="0">
                  <a:solidFill>
                    <a:srgbClr val="000000"/>
                  </a:solidFill>
                  <a:latin typeface="Arial"/>
                  <a:ea typeface="Arial"/>
                  <a:cs typeface="Arial"/>
                </a:defRPr>
              </a:lvl9pPr>
            </a:lstStyle>
            <a:p>
              <a:pPr algn="ctr">
                <a:defRPr sz="847" b="0">
                  <a:solidFill>
                    <a:srgbClr val="000000"/>
                  </a:solidFill>
                  <a:latin typeface="Arial"/>
                  <a:ea typeface="Arial"/>
                  <a:cs typeface="Arial"/>
                </a:defRPr>
              </a:pPr>
              <a:r>
                <a:rPr sz="847" b="0">
                  <a:solidFill>
                    <a:srgbClr val="000000"/>
                  </a:solidFill>
                  <a:latin typeface="Arial"/>
                  <a:ea typeface="Arial"/>
                  <a:cs typeface="Arial"/>
                </a:rPr>
                <a:t>29</a:t>
              </a:r>
            </a:p>
          </p:txBody>
        </p:sp>
        <p:sp>
          <p:nvSpPr>
            <p:cNvPr id="10" name="text_009">
              <a:extLst>
                <a:ext uri="{FF2B5EF4-FFF2-40B4-BE49-F238E27FC236}">
                  <ns2:creationId id="{019F79F5-7690-497A-A01F-18E091A9BF11}"/>
                </a:ext>
              </a:extLst>
            </p:cNvPr>
            <p:cNvSpPr>
              <a:spLocks noGrp="1"/>
            </p:cNvSpPr>
            <p:nvPr/>
          </p:nvSpPr>
          <p:spPr>
            <a:xfrm rot="0">
              <a:off x="5368925" y="1971675"/>
              <a:ext cx="609600" cy="209550"/>
            </a:xfrm>
            <a:prstGeom prst="rect">
              <a:avLst/>
            </a:prstGeom>
            <a:noFill/>
            <a:ln w="0">
              <a:noFill/>
              <a:prstDash val="solid"/>
            </a:ln>
          </p:spPr>
          <p:txBody>
            <a:bodyPr wrap="none" lIns="0" tIns="0" rIns="0" bIns="0" anchor="t">
              <a:noAutofit/>
            </a:bodyPr>
            <a:lstStyle>
              <a:defPPr algn="ctr">
                <a:defRPr sz="847" b="0">
                  <a:solidFill>
                    <a:srgbClr val="000000"/>
                  </a:solidFill>
                  <a:latin typeface="Arial"/>
                  <a:ea typeface="Arial"/>
                  <a:cs typeface="Arial"/>
                </a:defRPr>
              </a:defPPr>
              <a:lvl1pPr algn="ctr">
                <a:defRPr sz="847" b="0">
                  <a:solidFill>
                    <a:srgbClr val="000000"/>
                  </a:solidFill>
                  <a:latin typeface="Arial"/>
                  <a:ea typeface="Arial"/>
                  <a:cs typeface="Arial"/>
                </a:defRPr>
              </a:lvl1pPr>
              <a:lvl2pPr algn="ctr">
                <a:defRPr sz="847" b="0">
                  <a:solidFill>
                    <a:srgbClr val="000000"/>
                  </a:solidFill>
                  <a:latin typeface="Arial"/>
                  <a:ea typeface="Arial"/>
                  <a:cs typeface="Arial"/>
                </a:defRPr>
              </a:lvl2pPr>
              <a:lvl3pPr algn="ctr">
                <a:defRPr sz="847" b="0">
                  <a:solidFill>
                    <a:srgbClr val="000000"/>
                  </a:solidFill>
                  <a:latin typeface="Arial"/>
                  <a:ea typeface="Arial"/>
                  <a:cs typeface="Arial"/>
                </a:defRPr>
              </a:lvl3pPr>
              <a:lvl4pPr algn="ctr">
                <a:defRPr sz="847" b="0">
                  <a:solidFill>
                    <a:srgbClr val="000000"/>
                  </a:solidFill>
                  <a:latin typeface="Arial"/>
                  <a:ea typeface="Arial"/>
                  <a:cs typeface="Arial"/>
                </a:defRPr>
              </a:lvl4pPr>
              <a:lvl5pPr algn="ctr">
                <a:defRPr sz="847" b="0">
                  <a:solidFill>
                    <a:srgbClr val="000000"/>
                  </a:solidFill>
                  <a:latin typeface="Arial"/>
                  <a:ea typeface="Arial"/>
                  <a:cs typeface="Arial"/>
                </a:defRPr>
              </a:lvl5pPr>
              <a:lvl6pPr algn="ctr">
                <a:defRPr sz="847" b="0">
                  <a:solidFill>
                    <a:srgbClr val="000000"/>
                  </a:solidFill>
                  <a:latin typeface="Arial"/>
                  <a:ea typeface="Arial"/>
                  <a:cs typeface="Arial"/>
                </a:defRPr>
              </a:lvl6pPr>
              <a:lvl7pPr algn="ctr">
                <a:defRPr sz="847" b="0">
                  <a:solidFill>
                    <a:srgbClr val="000000"/>
                  </a:solidFill>
                  <a:latin typeface="Arial"/>
                  <a:ea typeface="Arial"/>
                  <a:cs typeface="Arial"/>
                </a:defRPr>
              </a:lvl7pPr>
              <a:lvl8pPr algn="ctr">
                <a:defRPr sz="847" b="0">
                  <a:solidFill>
                    <a:srgbClr val="000000"/>
                  </a:solidFill>
                  <a:latin typeface="Arial"/>
                  <a:ea typeface="Arial"/>
                  <a:cs typeface="Arial"/>
                </a:defRPr>
              </a:lvl8pPr>
              <a:lvl9pPr algn="ctr">
                <a:defRPr sz="847" b="0">
                  <a:solidFill>
                    <a:srgbClr val="000000"/>
                  </a:solidFill>
                  <a:latin typeface="Arial"/>
                  <a:ea typeface="Arial"/>
                  <a:cs typeface="Arial"/>
                </a:defRPr>
              </a:lvl9pPr>
            </a:lstStyle>
            <a:p>
              <a:pPr algn="ctr">
                <a:defRPr sz="847" b="0">
                  <a:solidFill>
                    <a:srgbClr val="000000"/>
                  </a:solidFill>
                  <a:latin typeface="Arial"/>
                  <a:ea typeface="Arial"/>
                  <a:cs typeface="Arial"/>
                </a:defRPr>
              </a:pPr>
              <a:r>
                <a:rPr sz="847" b="0">
                  <a:solidFill>
                    <a:srgbClr val="000000"/>
                  </a:solidFill>
                  <a:latin typeface="Arial"/>
                  <a:ea typeface="Arial"/>
                  <a:cs typeface="Arial"/>
                </a:rPr>
                <a:t>59</a:t>
              </a:r>
            </a:p>
          </p:txBody>
        </p:sp>
        <p:sp>
          <p:nvSpPr>
            <p:cNvPr id="11" name="text_010">
              <a:extLst>
                <a:ext uri="{FF2B5EF4-FFF2-40B4-BE49-F238E27FC236}">
                  <ns2:creationId id="{464793A8-0641-48F8-8827-003BA530D061}"/>
                </a:ext>
              </a:extLst>
            </p:cNvPr>
            <p:cNvSpPr>
              <a:spLocks noGrp="1"/>
            </p:cNvSpPr>
            <p:nvPr/>
          </p:nvSpPr>
          <p:spPr>
            <a:xfrm rot="0">
              <a:off x="762000" y="2200275"/>
              <a:ext cx="4953000" cy="209550"/>
            </a:xfrm>
            <a:prstGeom prst="rect">
              <a:avLst/>
            </a:prstGeom>
            <a:noFill/>
            <a:ln w="0">
              <a:noFill/>
              <a:prstDash val="solid"/>
            </a:ln>
          </p:spPr>
          <p:txBody>
            <a:bodyPr wrap="none" lIns="0" tIns="0" rIns="0" bIns="0" anchor="t">
              <a:noAutofit/>
            </a:bodyPr>
            <a:lstStyle>
              <a:defPPr algn="ctr">
                <a:defRPr sz="904" b="0">
                  <a:solidFill>
                    <a:srgbClr val="000000"/>
                  </a:solidFill>
                  <a:latin typeface="Arial"/>
                  <a:ea typeface="Arial"/>
                  <a:cs typeface="Arial"/>
                </a:defRPr>
              </a:defPPr>
              <a:lvl1pPr algn="ctr">
                <a:defRPr sz="904" b="0">
                  <a:solidFill>
                    <a:srgbClr val="000000"/>
                  </a:solidFill>
                  <a:latin typeface="Arial"/>
                  <a:ea typeface="Arial"/>
                  <a:cs typeface="Arial"/>
                </a:defRPr>
              </a:lvl1pPr>
              <a:lvl2pPr algn="ctr">
                <a:defRPr sz="904" b="0">
                  <a:solidFill>
                    <a:srgbClr val="000000"/>
                  </a:solidFill>
                  <a:latin typeface="Arial"/>
                  <a:ea typeface="Arial"/>
                  <a:cs typeface="Arial"/>
                </a:defRPr>
              </a:lvl2pPr>
              <a:lvl3pPr algn="ctr">
                <a:defRPr sz="904" b="0">
                  <a:solidFill>
                    <a:srgbClr val="000000"/>
                  </a:solidFill>
                  <a:latin typeface="Arial"/>
                  <a:ea typeface="Arial"/>
                  <a:cs typeface="Arial"/>
                </a:defRPr>
              </a:lvl3pPr>
              <a:lvl4pPr algn="ctr">
                <a:defRPr sz="904" b="0">
                  <a:solidFill>
                    <a:srgbClr val="000000"/>
                  </a:solidFill>
                  <a:latin typeface="Arial"/>
                  <a:ea typeface="Arial"/>
                  <a:cs typeface="Arial"/>
                </a:defRPr>
              </a:lvl4pPr>
              <a:lvl5pPr algn="ctr">
                <a:defRPr sz="904" b="0">
                  <a:solidFill>
                    <a:srgbClr val="000000"/>
                  </a:solidFill>
                  <a:latin typeface="Arial"/>
                  <a:ea typeface="Arial"/>
                  <a:cs typeface="Arial"/>
                </a:defRPr>
              </a:lvl5pPr>
              <a:lvl6pPr algn="ctr">
                <a:defRPr sz="904" b="0">
                  <a:solidFill>
                    <a:srgbClr val="000000"/>
                  </a:solidFill>
                  <a:latin typeface="Arial"/>
                  <a:ea typeface="Arial"/>
                  <a:cs typeface="Arial"/>
                </a:defRPr>
              </a:lvl6pPr>
              <a:lvl7pPr algn="ctr">
                <a:defRPr sz="904" b="0">
                  <a:solidFill>
                    <a:srgbClr val="000000"/>
                  </a:solidFill>
                  <a:latin typeface="Arial"/>
                  <a:ea typeface="Arial"/>
                  <a:cs typeface="Arial"/>
                </a:defRPr>
              </a:lvl7pPr>
              <a:lvl8pPr algn="ctr">
                <a:defRPr sz="904" b="0">
                  <a:solidFill>
                    <a:srgbClr val="000000"/>
                  </a:solidFill>
                  <a:latin typeface="Arial"/>
                  <a:ea typeface="Arial"/>
                  <a:cs typeface="Arial"/>
                </a:defRPr>
              </a:lvl8pPr>
              <a:lvl9pPr algn="ctr">
                <a:defRPr sz="904" b="0">
                  <a:solidFill>
                    <a:srgbClr val="000000"/>
                  </a:solidFill>
                  <a:latin typeface="Arial"/>
                  <a:ea typeface="Arial"/>
                  <a:cs typeface="Arial"/>
                </a:defRPr>
              </a:lvl9pPr>
            </a:lstStyle>
            <a:p>
              <a:pPr algn="ctr">
                <a:defRPr sz="904" b="0">
                  <a:solidFill>
                    <a:srgbClr val="000000"/>
                  </a:solidFill>
                  <a:latin typeface="Arial"/>
                  <a:ea typeface="Arial"/>
                  <a:cs typeface="Arial"/>
                </a:defRPr>
              </a:pPr>
              <a:r>
                <a:rPr sz="904" b="0">
                  <a:solidFill>
                    <a:srgbClr val="000000"/>
                  </a:solidFill>
                  <a:latin typeface="Arial"/>
                  <a:ea typeface="Arial"/>
                  <a:cs typeface="Arial"/>
                </a:rPr>
                <a:t>Frame</a:t>
              </a:r>
            </a:p>
          </p:txBody>
        </p:sp>
        <p:sp>
          <p:nvSpPr>
            <p:cNvPr id="12" name="text_011">
              <a:extLst>
                <a:ext uri="{FF2B5EF4-FFF2-40B4-BE49-F238E27FC236}">
                  <ns2:creationId id="{387F8F77-19D1-45A7-92A5-02F3D0CAA78C}"/>
                </a:ext>
              </a:extLst>
            </p:cNvPr>
            <p:cNvSpPr>
              <a:spLocks noGrp="1"/>
            </p:cNvSpPr>
            <p:nvPr/>
          </p:nvSpPr>
          <p:spPr>
            <a:xfrm rot="0">
              <a:off x="6762750" y="323850"/>
              <a:ext cx="4953000" cy="238125"/>
            </a:xfrm>
            <a:prstGeom prst="rect">
              <a:avLst/>
            </a:prstGeom>
            <a:noFill/>
            <a:ln w="0">
              <a:noFill/>
              <a:prstDash val="solid"/>
            </a:ln>
          </p:spPr>
          <p:txBody>
            <a:bodyPr wrap="none" lIns="0" tIns="0" rIns="0" bIns="0" anchor="t">
              <a:noAutofit/>
            </a:bodyPr>
            <a:lstStyle>
              <a:defPPr algn="l">
                <a:defRPr sz="1073" b="1">
                  <a:solidFill>
                    <a:srgbClr val="000000"/>
                  </a:solidFill>
                  <a:latin typeface="Arial"/>
                  <a:ea typeface="Arial"/>
                  <a:cs typeface="Arial"/>
                </a:defRPr>
              </a:defPPr>
              <a:lvl1pPr algn="l">
                <a:defRPr sz="1073" b="1">
                  <a:solidFill>
                    <a:srgbClr val="000000"/>
                  </a:solidFill>
                  <a:latin typeface="Arial"/>
                  <a:ea typeface="Arial"/>
                  <a:cs typeface="Arial"/>
                </a:defRPr>
              </a:lvl1pPr>
              <a:lvl2pPr algn="l">
                <a:defRPr sz="1073" b="1">
                  <a:solidFill>
                    <a:srgbClr val="000000"/>
                  </a:solidFill>
                  <a:latin typeface="Arial"/>
                  <a:ea typeface="Arial"/>
                  <a:cs typeface="Arial"/>
                </a:defRPr>
              </a:lvl2pPr>
              <a:lvl3pPr algn="l">
                <a:defRPr sz="1073" b="1">
                  <a:solidFill>
                    <a:srgbClr val="000000"/>
                  </a:solidFill>
                  <a:latin typeface="Arial"/>
                  <a:ea typeface="Arial"/>
                  <a:cs typeface="Arial"/>
                </a:defRPr>
              </a:lvl3pPr>
              <a:lvl4pPr algn="l">
                <a:defRPr sz="1073" b="1">
                  <a:solidFill>
                    <a:srgbClr val="000000"/>
                  </a:solidFill>
                  <a:latin typeface="Arial"/>
                  <a:ea typeface="Arial"/>
                  <a:cs typeface="Arial"/>
                </a:defRPr>
              </a:lvl4pPr>
              <a:lvl5pPr algn="l">
                <a:defRPr sz="1073" b="1">
                  <a:solidFill>
                    <a:srgbClr val="000000"/>
                  </a:solidFill>
                  <a:latin typeface="Arial"/>
                  <a:ea typeface="Arial"/>
                  <a:cs typeface="Arial"/>
                </a:defRPr>
              </a:lvl5pPr>
              <a:lvl6pPr algn="l">
                <a:defRPr sz="1073" b="1">
                  <a:solidFill>
                    <a:srgbClr val="000000"/>
                  </a:solidFill>
                  <a:latin typeface="Arial"/>
                  <a:ea typeface="Arial"/>
                  <a:cs typeface="Arial"/>
                </a:defRPr>
              </a:lvl6pPr>
              <a:lvl7pPr algn="l">
                <a:defRPr sz="1073" b="1">
                  <a:solidFill>
                    <a:srgbClr val="000000"/>
                  </a:solidFill>
                  <a:latin typeface="Arial"/>
                  <a:ea typeface="Arial"/>
                  <a:cs typeface="Arial"/>
                </a:defRPr>
              </a:lvl7pPr>
              <a:lvl8pPr algn="l">
                <a:defRPr sz="1073" b="1">
                  <a:solidFill>
                    <a:srgbClr val="000000"/>
                  </a:solidFill>
                  <a:latin typeface="Arial"/>
                  <a:ea typeface="Arial"/>
                  <a:cs typeface="Arial"/>
                </a:defRPr>
              </a:lvl8pPr>
              <a:lvl9pPr algn="l">
                <a:defRPr sz="1073" b="1">
                  <a:solidFill>
                    <a:srgbClr val="000000"/>
                  </a:solidFill>
                  <a:latin typeface="Arial"/>
                  <a:ea typeface="Arial"/>
                  <a:cs typeface="Arial"/>
                </a:defRPr>
              </a:lvl9pPr>
            </a:lstStyle>
            <a:p>
              <a:pPr algn="l">
                <a:defRPr sz="1073" b="1">
                  <a:solidFill>
                    <a:srgbClr val="000000"/>
                  </a:solidFill>
                  <a:latin typeface="Arial"/>
                  <a:ea typeface="Arial"/>
                  <a:cs typeface="Arial"/>
                </a:defRPr>
              </a:pPr>
              <a:r>
                <a:rPr sz="1073" b="1">
                  <a:solidFill>
                    <a:srgbClr val="000000"/>
                  </a:solidFill>
                  <a:latin typeface="Arial"/>
                  <a:ea typeface="Arial"/>
                  <a:cs typeface="Arial"/>
                </a:rPr>
                <a:t>RG-MTM-R20</a:t>
              </a:r>
            </a:p>
          </p:txBody>
        </p:sp>
        <p:pic>
          <p:nvPicPr>
            <p:cNvPr id="13" name="">
              <a:extLst>
                <a:ext uri="{FF2B5EF4-FFF2-40B4-BE49-F238E27FC236}">
                  <ns2:creationId id="{AAC65862-0E9C-4BE7-BDC9-1A935B731F88}"/>
                </a:ext>
              </a:extLst>
            </p:cNvPr>
            <p:cNvPicPr>
              <a:picLocks noChangeAspect="1"/>
            </p:cNvPicPr>
            <p:nvPr/>
          </p:nvPicPr>
          <p:blipFill>
            <a:blip r:embed="R6e518d2b6b834b1c"/>
            <a:stretch/>
          </p:blipFill>
          <p:spPr>
            <a:xfrm>
              <a:off x="6762750" y="590563"/>
              <a:ext cx="4953000" cy="1333475"/>
            </a:xfrm>
            <a:prstGeom prst="rect">
              <a:avLst/>
            </a:prstGeom>
          </p:spPr>
        </p:pic>
        <p:sp>
          <p:nvSpPr>
            <p:cNvPr id="14" name="rect_013">
              <a:extLst>
                <a:ext uri="{FF2B5EF4-FFF2-40B4-BE49-F238E27FC236}">
                  <ns2:creationId id="{E0F368FF-4F03-48AF-84ED-5712C1B1B958}"/>
                </a:ext>
              </a:extLst>
            </p:cNvPr>
            <p:cNvSpPr>
              <a:spLocks noGrp="1"/>
            </p:cNvSpPr>
            <p:nvPr/>
          </p:nvSpPr>
          <p:spPr>
            <a:xfrm rot="0">
              <a:off x="6762750" y="590550"/>
              <a:ext cx="4953000" cy="1333500"/>
            </a:xfrm>
            <a:prstGeom prst="rect">
              <a:avLst/>
            </a:prstGeom>
            <a:noFill/>
            <a:ln w="5021">
              <a:solidFill>
                <a:srgbClr val="7B8790"/>
              </a:solidFill>
              <a:prstDash val="solid"/>
            </a:ln>
          </p:spPr>
        </p:sp>
        <p:sp>
          <p:nvSpPr>
            <p:cNvPr id="15" name="text_014">
              <a:extLst>
                <a:ext uri="{FF2B5EF4-FFF2-40B4-BE49-F238E27FC236}">
                  <ns2:creationId id="{7FA409D8-88AC-47E4-B4D9-CDBD92B059BC}"/>
                </a:ext>
              </a:extLst>
            </p:cNvPr>
            <p:cNvSpPr>
              <a:spLocks noGrp="1"/>
            </p:cNvSpPr>
            <p:nvPr/>
          </p:nvSpPr>
          <p:spPr>
            <a:xfrm rot="0">
              <a:off x="6353175" y="1838325"/>
              <a:ext cx="333375" cy="209550"/>
            </a:xfrm>
            <a:prstGeom prst="rect">
              <a:avLst/>
            </a:prstGeom>
            <a:noFill/>
            <a:ln w="0">
              <a:noFill/>
              <a:prstDash val="solid"/>
            </a:ln>
          </p:spPr>
          <p:txBody>
            <a:bodyPr wrap="none" lIns="0" tIns="0" rIns="0" bIns="0" anchor="t">
              <a:noAutofit/>
            </a:bodyPr>
            <a:lstStyle>
              <a:defPPr algn="r">
                <a:defRPr sz="904" b="0">
                  <a:solidFill>
                    <a:srgbClr val="000000"/>
                  </a:solidFill>
                  <a:latin typeface="Arial"/>
                  <a:ea typeface="Arial"/>
                  <a:cs typeface="Arial"/>
                </a:defRPr>
              </a:defPPr>
              <a:lvl1pPr algn="r">
                <a:defRPr sz="904" b="0">
                  <a:solidFill>
                    <a:srgbClr val="000000"/>
                  </a:solidFill>
                  <a:latin typeface="Arial"/>
                  <a:ea typeface="Arial"/>
                  <a:cs typeface="Arial"/>
                </a:defRPr>
              </a:lvl1pPr>
              <a:lvl2pPr algn="r">
                <a:defRPr sz="904" b="0">
                  <a:solidFill>
                    <a:srgbClr val="000000"/>
                  </a:solidFill>
                  <a:latin typeface="Arial"/>
                  <a:ea typeface="Arial"/>
                  <a:cs typeface="Arial"/>
                </a:defRPr>
              </a:lvl2pPr>
              <a:lvl3pPr algn="r">
                <a:defRPr sz="904" b="0">
                  <a:solidFill>
                    <a:srgbClr val="000000"/>
                  </a:solidFill>
                  <a:latin typeface="Arial"/>
                  <a:ea typeface="Arial"/>
                  <a:cs typeface="Arial"/>
                </a:defRPr>
              </a:lvl3pPr>
              <a:lvl4pPr algn="r">
                <a:defRPr sz="904" b="0">
                  <a:solidFill>
                    <a:srgbClr val="000000"/>
                  </a:solidFill>
                  <a:latin typeface="Arial"/>
                  <a:ea typeface="Arial"/>
                  <a:cs typeface="Arial"/>
                </a:defRPr>
              </a:lvl4pPr>
              <a:lvl5pPr algn="r">
                <a:defRPr sz="904" b="0">
                  <a:solidFill>
                    <a:srgbClr val="000000"/>
                  </a:solidFill>
                  <a:latin typeface="Arial"/>
                  <a:ea typeface="Arial"/>
                  <a:cs typeface="Arial"/>
                </a:defRPr>
              </a:lvl5pPr>
              <a:lvl6pPr algn="r">
                <a:defRPr sz="904" b="0">
                  <a:solidFill>
                    <a:srgbClr val="000000"/>
                  </a:solidFill>
                  <a:latin typeface="Arial"/>
                  <a:ea typeface="Arial"/>
                  <a:cs typeface="Arial"/>
                </a:defRPr>
              </a:lvl6pPr>
              <a:lvl7pPr algn="r">
                <a:defRPr sz="904" b="0">
                  <a:solidFill>
                    <a:srgbClr val="000000"/>
                  </a:solidFill>
                  <a:latin typeface="Arial"/>
                  <a:ea typeface="Arial"/>
                  <a:cs typeface="Arial"/>
                </a:defRPr>
              </a:lvl7pPr>
              <a:lvl8pPr algn="r">
                <a:defRPr sz="904" b="0">
                  <a:solidFill>
                    <a:srgbClr val="000000"/>
                  </a:solidFill>
                  <a:latin typeface="Arial"/>
                  <a:ea typeface="Arial"/>
                  <a:cs typeface="Arial"/>
                </a:defRPr>
              </a:lvl8pPr>
              <a:lvl9pPr algn="r">
                <a:defRPr sz="904" b="0">
                  <a:solidFill>
                    <a:srgbClr val="000000"/>
                  </a:solidFill>
                  <a:latin typeface="Arial"/>
                  <a:ea typeface="Arial"/>
                  <a:cs typeface="Arial"/>
                </a:defRPr>
              </a:lvl9pPr>
            </a:lstStyle>
            <a:p>
              <a:pPr algn="r">
                <a:defRPr sz="904" b="0">
                  <a:solidFill>
                    <a:srgbClr val="000000"/>
                  </a:solidFill>
                  <a:latin typeface="Arial"/>
                  <a:ea typeface="Arial"/>
                  <a:cs typeface="Arial"/>
                </a:defRPr>
              </a:pPr>
              <a:r>
                <a:rPr sz="904" b="0">
                  <a:solidFill>
                    <a:srgbClr val="000000"/>
                  </a:solidFill>
                  <a:latin typeface="Arial"/>
                  <a:ea typeface="Arial"/>
                  <a:cs typeface="Arial"/>
                </a:rPr>
                <a:t>0</a:t>
              </a:r>
            </a:p>
          </p:txBody>
        </p:sp>
        <p:sp>
          <p:nvSpPr>
            <p:cNvPr id="16" name="text_015">
              <a:extLst>
                <a:ext uri="{FF2B5EF4-FFF2-40B4-BE49-F238E27FC236}">
                  <ns2:creationId id="{C84F8E43-31DE-4FBB-A40F-FBB0DCD7CA24}"/>
                </a:ext>
              </a:extLst>
            </p:cNvPr>
            <p:cNvSpPr>
              <a:spLocks noGrp="1"/>
            </p:cNvSpPr>
            <p:nvPr/>
          </p:nvSpPr>
          <p:spPr>
            <a:xfrm rot="0">
              <a:off x="6353175" y="1171575"/>
              <a:ext cx="333375" cy="209550"/>
            </a:xfrm>
            <a:prstGeom prst="rect">
              <a:avLst/>
            </a:prstGeom>
            <a:noFill/>
            <a:ln w="0">
              <a:noFill/>
              <a:prstDash val="solid"/>
            </a:ln>
          </p:spPr>
          <p:txBody>
            <a:bodyPr wrap="none" lIns="0" tIns="0" rIns="0" bIns="0" anchor="t">
              <a:noAutofit/>
            </a:bodyPr>
            <a:lstStyle>
              <a:defPPr algn="r">
                <a:defRPr sz="904" b="0">
                  <a:solidFill>
                    <a:srgbClr val="000000"/>
                  </a:solidFill>
                  <a:latin typeface="Arial"/>
                  <a:ea typeface="Arial"/>
                  <a:cs typeface="Arial"/>
                </a:defRPr>
              </a:defPPr>
              <a:lvl1pPr algn="r">
                <a:defRPr sz="904" b="0">
                  <a:solidFill>
                    <a:srgbClr val="000000"/>
                  </a:solidFill>
                  <a:latin typeface="Arial"/>
                  <a:ea typeface="Arial"/>
                  <a:cs typeface="Arial"/>
                </a:defRPr>
              </a:lvl1pPr>
              <a:lvl2pPr algn="r">
                <a:defRPr sz="904" b="0">
                  <a:solidFill>
                    <a:srgbClr val="000000"/>
                  </a:solidFill>
                  <a:latin typeface="Arial"/>
                  <a:ea typeface="Arial"/>
                  <a:cs typeface="Arial"/>
                </a:defRPr>
              </a:lvl2pPr>
              <a:lvl3pPr algn="r">
                <a:defRPr sz="904" b="0">
                  <a:solidFill>
                    <a:srgbClr val="000000"/>
                  </a:solidFill>
                  <a:latin typeface="Arial"/>
                  <a:ea typeface="Arial"/>
                  <a:cs typeface="Arial"/>
                </a:defRPr>
              </a:lvl3pPr>
              <a:lvl4pPr algn="r">
                <a:defRPr sz="904" b="0">
                  <a:solidFill>
                    <a:srgbClr val="000000"/>
                  </a:solidFill>
                  <a:latin typeface="Arial"/>
                  <a:ea typeface="Arial"/>
                  <a:cs typeface="Arial"/>
                </a:defRPr>
              </a:lvl4pPr>
              <a:lvl5pPr algn="r">
                <a:defRPr sz="904" b="0">
                  <a:solidFill>
                    <a:srgbClr val="000000"/>
                  </a:solidFill>
                  <a:latin typeface="Arial"/>
                  <a:ea typeface="Arial"/>
                  <a:cs typeface="Arial"/>
                </a:defRPr>
              </a:lvl5pPr>
              <a:lvl6pPr algn="r">
                <a:defRPr sz="904" b="0">
                  <a:solidFill>
                    <a:srgbClr val="000000"/>
                  </a:solidFill>
                  <a:latin typeface="Arial"/>
                  <a:ea typeface="Arial"/>
                  <a:cs typeface="Arial"/>
                </a:defRPr>
              </a:lvl6pPr>
              <a:lvl7pPr algn="r">
                <a:defRPr sz="904" b="0">
                  <a:solidFill>
                    <a:srgbClr val="000000"/>
                  </a:solidFill>
                  <a:latin typeface="Arial"/>
                  <a:ea typeface="Arial"/>
                  <a:cs typeface="Arial"/>
                </a:defRPr>
              </a:lvl7pPr>
              <a:lvl8pPr algn="r">
                <a:defRPr sz="904" b="0">
                  <a:solidFill>
                    <a:srgbClr val="000000"/>
                  </a:solidFill>
                  <a:latin typeface="Arial"/>
                  <a:ea typeface="Arial"/>
                  <a:cs typeface="Arial"/>
                </a:defRPr>
              </a:lvl8pPr>
              <a:lvl9pPr algn="r">
                <a:defRPr sz="904" b="0">
                  <a:solidFill>
                    <a:srgbClr val="000000"/>
                  </a:solidFill>
                  <a:latin typeface="Arial"/>
                  <a:ea typeface="Arial"/>
                  <a:cs typeface="Arial"/>
                </a:defRPr>
              </a:lvl9pPr>
            </a:lstStyle>
            <a:p>
              <a:pPr algn="r">
                <a:defRPr sz="904" b="0">
                  <a:solidFill>
                    <a:srgbClr val="000000"/>
                  </a:solidFill>
                  <a:latin typeface="Arial"/>
                  <a:ea typeface="Arial"/>
                  <a:cs typeface="Arial"/>
                </a:defRPr>
              </a:pPr>
              <a:r>
                <a:rPr sz="904" b="0">
                  <a:solidFill>
                    <a:srgbClr val="000000"/>
                  </a:solidFill>
                  <a:latin typeface="Arial"/>
                  <a:ea typeface="Arial"/>
                  <a:cs typeface="Arial"/>
                </a:rPr>
                <a:t>0.5</a:t>
              </a:r>
            </a:p>
          </p:txBody>
        </p:sp>
        <p:sp>
          <p:nvSpPr>
            <p:cNvPr id="17" name="text_016">
              <a:extLst>
                <a:ext uri="{FF2B5EF4-FFF2-40B4-BE49-F238E27FC236}">
                  <ns2:creationId id="{F39C1558-461F-45DF-B5AC-1AD708F46F9D}"/>
                </a:ext>
              </a:extLst>
            </p:cNvPr>
            <p:cNvSpPr>
              <a:spLocks noGrp="1"/>
            </p:cNvSpPr>
            <p:nvPr/>
          </p:nvSpPr>
          <p:spPr>
            <a:xfrm rot="0">
              <a:off x="6353175" y="504825"/>
              <a:ext cx="333375" cy="209550"/>
            </a:xfrm>
            <a:prstGeom prst="rect">
              <a:avLst/>
            </a:prstGeom>
            <a:noFill/>
            <a:ln w="0">
              <a:noFill/>
              <a:prstDash val="solid"/>
            </a:ln>
          </p:spPr>
          <p:txBody>
            <a:bodyPr wrap="none" lIns="0" tIns="0" rIns="0" bIns="0" anchor="t">
              <a:noAutofit/>
            </a:bodyPr>
            <a:lstStyle>
              <a:defPPr algn="r">
                <a:defRPr sz="904" b="0">
                  <a:solidFill>
                    <a:srgbClr val="000000"/>
                  </a:solidFill>
                  <a:latin typeface="Arial"/>
                  <a:ea typeface="Arial"/>
                  <a:cs typeface="Arial"/>
                </a:defRPr>
              </a:defPPr>
              <a:lvl1pPr algn="r">
                <a:defRPr sz="904" b="0">
                  <a:solidFill>
                    <a:srgbClr val="000000"/>
                  </a:solidFill>
                  <a:latin typeface="Arial"/>
                  <a:ea typeface="Arial"/>
                  <a:cs typeface="Arial"/>
                </a:defRPr>
              </a:lvl1pPr>
              <a:lvl2pPr algn="r">
                <a:defRPr sz="904" b="0">
                  <a:solidFill>
                    <a:srgbClr val="000000"/>
                  </a:solidFill>
                  <a:latin typeface="Arial"/>
                  <a:ea typeface="Arial"/>
                  <a:cs typeface="Arial"/>
                </a:defRPr>
              </a:lvl2pPr>
              <a:lvl3pPr algn="r">
                <a:defRPr sz="904" b="0">
                  <a:solidFill>
                    <a:srgbClr val="000000"/>
                  </a:solidFill>
                  <a:latin typeface="Arial"/>
                  <a:ea typeface="Arial"/>
                  <a:cs typeface="Arial"/>
                </a:defRPr>
              </a:lvl3pPr>
              <a:lvl4pPr algn="r">
                <a:defRPr sz="904" b="0">
                  <a:solidFill>
                    <a:srgbClr val="000000"/>
                  </a:solidFill>
                  <a:latin typeface="Arial"/>
                  <a:ea typeface="Arial"/>
                  <a:cs typeface="Arial"/>
                </a:defRPr>
              </a:lvl4pPr>
              <a:lvl5pPr algn="r">
                <a:defRPr sz="904" b="0">
                  <a:solidFill>
                    <a:srgbClr val="000000"/>
                  </a:solidFill>
                  <a:latin typeface="Arial"/>
                  <a:ea typeface="Arial"/>
                  <a:cs typeface="Arial"/>
                </a:defRPr>
              </a:lvl5pPr>
              <a:lvl6pPr algn="r">
                <a:defRPr sz="904" b="0">
                  <a:solidFill>
                    <a:srgbClr val="000000"/>
                  </a:solidFill>
                  <a:latin typeface="Arial"/>
                  <a:ea typeface="Arial"/>
                  <a:cs typeface="Arial"/>
                </a:defRPr>
              </a:lvl6pPr>
              <a:lvl7pPr algn="r">
                <a:defRPr sz="904" b="0">
                  <a:solidFill>
                    <a:srgbClr val="000000"/>
                  </a:solidFill>
                  <a:latin typeface="Arial"/>
                  <a:ea typeface="Arial"/>
                  <a:cs typeface="Arial"/>
                </a:defRPr>
              </a:lvl7pPr>
              <a:lvl8pPr algn="r">
                <a:defRPr sz="904" b="0">
                  <a:solidFill>
                    <a:srgbClr val="000000"/>
                  </a:solidFill>
                  <a:latin typeface="Arial"/>
                  <a:ea typeface="Arial"/>
                  <a:cs typeface="Arial"/>
                </a:defRPr>
              </a:lvl8pPr>
              <a:lvl9pPr algn="r">
                <a:defRPr sz="904" b="0">
                  <a:solidFill>
                    <a:srgbClr val="000000"/>
                  </a:solidFill>
                  <a:latin typeface="Arial"/>
                  <a:ea typeface="Arial"/>
                  <a:cs typeface="Arial"/>
                </a:defRPr>
              </a:lvl9pPr>
            </a:lstStyle>
            <a:p>
              <a:pPr algn="r">
                <a:defRPr sz="904" b="0">
                  <a:solidFill>
                    <a:srgbClr val="000000"/>
                  </a:solidFill>
                  <a:latin typeface="Arial"/>
                  <a:ea typeface="Arial"/>
                  <a:cs typeface="Arial"/>
                </a:defRPr>
              </a:pPr>
              <a:r>
                <a:rPr sz="904" b="0">
                  <a:solidFill>
                    <a:srgbClr val="000000"/>
                  </a:solidFill>
                  <a:latin typeface="Arial"/>
                  <a:ea typeface="Arial"/>
                  <a:cs typeface="Arial"/>
                </a:rPr>
                <a:t>1</a:t>
              </a:r>
            </a:p>
          </p:txBody>
        </p:sp>
        <p:sp>
          <p:nvSpPr>
            <p:cNvPr id="18" name="text_017">
              <a:extLst>
                <a:ext uri="{FF2B5EF4-FFF2-40B4-BE49-F238E27FC236}">
                  <ns2:creationId id="{BC669265-17C7-41A9-BAF6-88B64EAE33E0}"/>
                </a:ext>
              </a:extLst>
            </p:cNvPr>
            <p:cNvSpPr>
              <a:spLocks noGrp="1"/>
            </p:cNvSpPr>
            <p:nvPr/>
          </p:nvSpPr>
          <p:spPr>
            <a:xfrm rot="0">
              <a:off x="6499225" y="1971675"/>
              <a:ext cx="609600" cy="209550"/>
            </a:xfrm>
            <a:prstGeom prst="rect">
              <a:avLst/>
            </a:prstGeom>
            <a:noFill/>
            <a:ln w="0">
              <a:noFill/>
              <a:prstDash val="solid"/>
            </a:ln>
          </p:spPr>
          <p:txBody>
            <a:bodyPr wrap="none" lIns="0" tIns="0" rIns="0" bIns="0" anchor="t">
              <a:noAutofit/>
            </a:bodyPr>
            <a:lstStyle>
              <a:defPPr algn="ctr">
                <a:defRPr sz="847" b="0">
                  <a:solidFill>
                    <a:srgbClr val="000000"/>
                  </a:solidFill>
                  <a:latin typeface="Arial"/>
                  <a:ea typeface="Arial"/>
                  <a:cs typeface="Arial"/>
                </a:defRPr>
              </a:defPPr>
              <a:lvl1pPr algn="ctr">
                <a:defRPr sz="847" b="0">
                  <a:solidFill>
                    <a:srgbClr val="000000"/>
                  </a:solidFill>
                  <a:latin typeface="Arial"/>
                  <a:ea typeface="Arial"/>
                  <a:cs typeface="Arial"/>
                </a:defRPr>
              </a:lvl1pPr>
              <a:lvl2pPr algn="ctr">
                <a:defRPr sz="847" b="0">
                  <a:solidFill>
                    <a:srgbClr val="000000"/>
                  </a:solidFill>
                  <a:latin typeface="Arial"/>
                  <a:ea typeface="Arial"/>
                  <a:cs typeface="Arial"/>
                </a:defRPr>
              </a:lvl2pPr>
              <a:lvl3pPr algn="ctr">
                <a:defRPr sz="847" b="0">
                  <a:solidFill>
                    <a:srgbClr val="000000"/>
                  </a:solidFill>
                  <a:latin typeface="Arial"/>
                  <a:ea typeface="Arial"/>
                  <a:cs typeface="Arial"/>
                </a:defRPr>
              </a:lvl3pPr>
              <a:lvl4pPr algn="ctr">
                <a:defRPr sz="847" b="0">
                  <a:solidFill>
                    <a:srgbClr val="000000"/>
                  </a:solidFill>
                  <a:latin typeface="Arial"/>
                  <a:ea typeface="Arial"/>
                  <a:cs typeface="Arial"/>
                </a:defRPr>
              </a:lvl4pPr>
              <a:lvl5pPr algn="ctr">
                <a:defRPr sz="847" b="0">
                  <a:solidFill>
                    <a:srgbClr val="000000"/>
                  </a:solidFill>
                  <a:latin typeface="Arial"/>
                  <a:ea typeface="Arial"/>
                  <a:cs typeface="Arial"/>
                </a:defRPr>
              </a:lvl5pPr>
              <a:lvl6pPr algn="ctr">
                <a:defRPr sz="847" b="0">
                  <a:solidFill>
                    <a:srgbClr val="000000"/>
                  </a:solidFill>
                  <a:latin typeface="Arial"/>
                  <a:ea typeface="Arial"/>
                  <a:cs typeface="Arial"/>
                </a:defRPr>
              </a:lvl6pPr>
              <a:lvl7pPr algn="ctr">
                <a:defRPr sz="847" b="0">
                  <a:solidFill>
                    <a:srgbClr val="000000"/>
                  </a:solidFill>
                  <a:latin typeface="Arial"/>
                  <a:ea typeface="Arial"/>
                  <a:cs typeface="Arial"/>
                </a:defRPr>
              </a:lvl7pPr>
              <a:lvl8pPr algn="ctr">
                <a:defRPr sz="847" b="0">
                  <a:solidFill>
                    <a:srgbClr val="000000"/>
                  </a:solidFill>
                  <a:latin typeface="Arial"/>
                  <a:ea typeface="Arial"/>
                  <a:cs typeface="Arial"/>
                </a:defRPr>
              </a:lvl8pPr>
              <a:lvl9pPr algn="ctr">
                <a:defRPr sz="847" b="0">
                  <a:solidFill>
                    <a:srgbClr val="000000"/>
                  </a:solidFill>
                  <a:latin typeface="Arial"/>
                  <a:ea typeface="Arial"/>
                  <a:cs typeface="Arial"/>
                </a:defRPr>
              </a:lvl9pPr>
            </a:lstStyle>
            <a:p>
              <a:pPr algn="ctr">
                <a:defRPr sz="847" b="0">
                  <a:solidFill>
                    <a:srgbClr val="000000"/>
                  </a:solidFill>
                  <a:latin typeface="Arial"/>
                  <a:ea typeface="Arial"/>
                  <a:cs typeface="Arial"/>
                </a:defRPr>
              </a:pPr>
              <a:r>
                <a:rPr sz="847" b="0">
                  <a:solidFill>
                    <a:srgbClr val="000000"/>
                  </a:solidFill>
                  <a:latin typeface="Arial"/>
                  <a:ea typeface="Arial"/>
                  <a:cs typeface="Arial"/>
                </a:rPr>
                <a:t>0</a:t>
              </a:r>
            </a:p>
          </p:txBody>
        </p:sp>
        <p:sp>
          <p:nvSpPr>
            <p:cNvPr id="19" name="text_018">
              <a:extLst>
                <a:ext uri="{FF2B5EF4-FFF2-40B4-BE49-F238E27FC236}">
                  <ns2:creationId id="{379C2738-8A36-4F4C-98C8-70234BEE186B}"/>
                </a:ext>
              </a:extLst>
            </p:cNvPr>
            <p:cNvSpPr>
              <a:spLocks noGrp="1"/>
            </p:cNvSpPr>
            <p:nvPr/>
          </p:nvSpPr>
          <p:spPr>
            <a:xfrm rot="0">
              <a:off x="8893175" y="1971675"/>
              <a:ext cx="609600" cy="209550"/>
            </a:xfrm>
            <a:prstGeom prst="rect">
              <a:avLst/>
            </a:prstGeom>
            <a:noFill/>
            <a:ln w="0">
              <a:noFill/>
              <a:prstDash val="solid"/>
            </a:ln>
          </p:spPr>
          <p:txBody>
            <a:bodyPr wrap="none" lIns="0" tIns="0" rIns="0" bIns="0" anchor="t">
              <a:noAutofit/>
            </a:bodyPr>
            <a:lstStyle>
              <a:defPPr algn="ctr">
                <a:defRPr sz="847" b="0">
                  <a:solidFill>
                    <a:srgbClr val="000000"/>
                  </a:solidFill>
                  <a:latin typeface="Arial"/>
                  <a:ea typeface="Arial"/>
                  <a:cs typeface="Arial"/>
                </a:defRPr>
              </a:defPPr>
              <a:lvl1pPr algn="ctr">
                <a:defRPr sz="847" b="0">
                  <a:solidFill>
                    <a:srgbClr val="000000"/>
                  </a:solidFill>
                  <a:latin typeface="Arial"/>
                  <a:ea typeface="Arial"/>
                  <a:cs typeface="Arial"/>
                </a:defRPr>
              </a:lvl1pPr>
              <a:lvl2pPr algn="ctr">
                <a:defRPr sz="847" b="0">
                  <a:solidFill>
                    <a:srgbClr val="000000"/>
                  </a:solidFill>
                  <a:latin typeface="Arial"/>
                  <a:ea typeface="Arial"/>
                  <a:cs typeface="Arial"/>
                </a:defRPr>
              </a:lvl2pPr>
              <a:lvl3pPr algn="ctr">
                <a:defRPr sz="847" b="0">
                  <a:solidFill>
                    <a:srgbClr val="000000"/>
                  </a:solidFill>
                  <a:latin typeface="Arial"/>
                  <a:ea typeface="Arial"/>
                  <a:cs typeface="Arial"/>
                </a:defRPr>
              </a:lvl3pPr>
              <a:lvl4pPr algn="ctr">
                <a:defRPr sz="847" b="0">
                  <a:solidFill>
                    <a:srgbClr val="000000"/>
                  </a:solidFill>
                  <a:latin typeface="Arial"/>
                  <a:ea typeface="Arial"/>
                  <a:cs typeface="Arial"/>
                </a:defRPr>
              </a:lvl4pPr>
              <a:lvl5pPr algn="ctr">
                <a:defRPr sz="847" b="0">
                  <a:solidFill>
                    <a:srgbClr val="000000"/>
                  </a:solidFill>
                  <a:latin typeface="Arial"/>
                  <a:ea typeface="Arial"/>
                  <a:cs typeface="Arial"/>
                </a:defRPr>
              </a:lvl5pPr>
              <a:lvl6pPr algn="ctr">
                <a:defRPr sz="847" b="0">
                  <a:solidFill>
                    <a:srgbClr val="000000"/>
                  </a:solidFill>
                  <a:latin typeface="Arial"/>
                  <a:ea typeface="Arial"/>
                  <a:cs typeface="Arial"/>
                </a:defRPr>
              </a:lvl6pPr>
              <a:lvl7pPr algn="ctr">
                <a:defRPr sz="847" b="0">
                  <a:solidFill>
                    <a:srgbClr val="000000"/>
                  </a:solidFill>
                  <a:latin typeface="Arial"/>
                  <a:ea typeface="Arial"/>
                  <a:cs typeface="Arial"/>
                </a:defRPr>
              </a:lvl7pPr>
              <a:lvl8pPr algn="ctr">
                <a:defRPr sz="847" b="0">
                  <a:solidFill>
                    <a:srgbClr val="000000"/>
                  </a:solidFill>
                  <a:latin typeface="Arial"/>
                  <a:ea typeface="Arial"/>
                  <a:cs typeface="Arial"/>
                </a:defRPr>
              </a:lvl8pPr>
              <a:lvl9pPr algn="ctr">
                <a:defRPr sz="847" b="0">
                  <a:solidFill>
                    <a:srgbClr val="000000"/>
                  </a:solidFill>
                  <a:latin typeface="Arial"/>
                  <a:ea typeface="Arial"/>
                  <a:cs typeface="Arial"/>
                </a:defRPr>
              </a:lvl9pPr>
            </a:lstStyle>
            <a:p>
              <a:pPr algn="ctr">
                <a:defRPr sz="847" b="0">
                  <a:solidFill>
                    <a:srgbClr val="000000"/>
                  </a:solidFill>
                  <a:latin typeface="Arial"/>
                  <a:ea typeface="Arial"/>
                  <a:cs typeface="Arial"/>
                </a:defRPr>
              </a:pPr>
              <a:r>
                <a:rPr sz="847" b="0">
                  <a:solidFill>
                    <a:srgbClr val="000000"/>
                  </a:solidFill>
                  <a:latin typeface="Arial"/>
                  <a:ea typeface="Arial"/>
                  <a:cs typeface="Arial"/>
                </a:rPr>
                <a:t>29</a:t>
              </a:r>
            </a:p>
          </p:txBody>
        </p:sp>
        <p:sp>
          <p:nvSpPr>
            <p:cNvPr id="20" name="text_019">
              <a:extLst>
                <a:ext uri="{FF2B5EF4-FFF2-40B4-BE49-F238E27FC236}">
                  <ns2:creationId id="{3D5F7B8F-1D3E-4164-BD75-C1201F1366E9}"/>
                </a:ext>
              </a:extLst>
            </p:cNvPr>
            <p:cNvSpPr>
              <a:spLocks noGrp="1"/>
            </p:cNvSpPr>
            <p:nvPr/>
          </p:nvSpPr>
          <p:spPr>
            <a:xfrm rot="0">
              <a:off x="11369675" y="1971675"/>
              <a:ext cx="609600" cy="209550"/>
            </a:xfrm>
            <a:prstGeom prst="rect">
              <a:avLst/>
            </a:prstGeom>
            <a:noFill/>
            <a:ln w="0">
              <a:noFill/>
              <a:prstDash val="solid"/>
            </a:ln>
          </p:spPr>
          <p:txBody>
            <a:bodyPr wrap="none" lIns="0" tIns="0" rIns="0" bIns="0" anchor="t">
              <a:noAutofit/>
            </a:bodyPr>
            <a:lstStyle>
              <a:defPPr algn="ctr">
                <a:defRPr sz="847" b="0">
                  <a:solidFill>
                    <a:srgbClr val="000000"/>
                  </a:solidFill>
                  <a:latin typeface="Arial"/>
                  <a:ea typeface="Arial"/>
                  <a:cs typeface="Arial"/>
                </a:defRPr>
              </a:defPPr>
              <a:lvl1pPr algn="ctr">
                <a:defRPr sz="847" b="0">
                  <a:solidFill>
                    <a:srgbClr val="000000"/>
                  </a:solidFill>
                  <a:latin typeface="Arial"/>
                  <a:ea typeface="Arial"/>
                  <a:cs typeface="Arial"/>
                </a:defRPr>
              </a:lvl1pPr>
              <a:lvl2pPr algn="ctr">
                <a:defRPr sz="847" b="0">
                  <a:solidFill>
                    <a:srgbClr val="000000"/>
                  </a:solidFill>
                  <a:latin typeface="Arial"/>
                  <a:ea typeface="Arial"/>
                  <a:cs typeface="Arial"/>
                </a:defRPr>
              </a:lvl2pPr>
              <a:lvl3pPr algn="ctr">
                <a:defRPr sz="847" b="0">
                  <a:solidFill>
                    <a:srgbClr val="000000"/>
                  </a:solidFill>
                  <a:latin typeface="Arial"/>
                  <a:ea typeface="Arial"/>
                  <a:cs typeface="Arial"/>
                </a:defRPr>
              </a:lvl3pPr>
              <a:lvl4pPr algn="ctr">
                <a:defRPr sz="847" b="0">
                  <a:solidFill>
                    <a:srgbClr val="000000"/>
                  </a:solidFill>
                  <a:latin typeface="Arial"/>
                  <a:ea typeface="Arial"/>
                  <a:cs typeface="Arial"/>
                </a:defRPr>
              </a:lvl4pPr>
              <a:lvl5pPr algn="ctr">
                <a:defRPr sz="847" b="0">
                  <a:solidFill>
                    <a:srgbClr val="000000"/>
                  </a:solidFill>
                  <a:latin typeface="Arial"/>
                  <a:ea typeface="Arial"/>
                  <a:cs typeface="Arial"/>
                </a:defRPr>
              </a:lvl5pPr>
              <a:lvl6pPr algn="ctr">
                <a:defRPr sz="847" b="0">
                  <a:solidFill>
                    <a:srgbClr val="000000"/>
                  </a:solidFill>
                  <a:latin typeface="Arial"/>
                  <a:ea typeface="Arial"/>
                  <a:cs typeface="Arial"/>
                </a:defRPr>
              </a:lvl6pPr>
              <a:lvl7pPr algn="ctr">
                <a:defRPr sz="847" b="0">
                  <a:solidFill>
                    <a:srgbClr val="000000"/>
                  </a:solidFill>
                  <a:latin typeface="Arial"/>
                  <a:ea typeface="Arial"/>
                  <a:cs typeface="Arial"/>
                </a:defRPr>
              </a:lvl7pPr>
              <a:lvl8pPr algn="ctr">
                <a:defRPr sz="847" b="0">
                  <a:solidFill>
                    <a:srgbClr val="000000"/>
                  </a:solidFill>
                  <a:latin typeface="Arial"/>
                  <a:ea typeface="Arial"/>
                  <a:cs typeface="Arial"/>
                </a:defRPr>
              </a:lvl8pPr>
              <a:lvl9pPr algn="ctr">
                <a:defRPr sz="847" b="0">
                  <a:solidFill>
                    <a:srgbClr val="000000"/>
                  </a:solidFill>
                  <a:latin typeface="Arial"/>
                  <a:ea typeface="Arial"/>
                  <a:cs typeface="Arial"/>
                </a:defRPr>
              </a:lvl9pPr>
            </a:lstStyle>
            <a:p>
              <a:pPr algn="ctr">
                <a:defRPr sz="847" b="0">
                  <a:solidFill>
                    <a:srgbClr val="000000"/>
                  </a:solidFill>
                  <a:latin typeface="Arial"/>
                  <a:ea typeface="Arial"/>
                  <a:cs typeface="Arial"/>
                </a:defRPr>
              </a:pPr>
              <a:r>
                <a:rPr sz="847" b="0">
                  <a:solidFill>
                    <a:srgbClr val="000000"/>
                  </a:solidFill>
                  <a:latin typeface="Arial"/>
                  <a:ea typeface="Arial"/>
                  <a:cs typeface="Arial"/>
                </a:rPr>
                <a:t>59</a:t>
              </a:r>
            </a:p>
          </p:txBody>
        </p:sp>
        <p:sp>
          <p:nvSpPr>
            <p:cNvPr id="21" name="text_020">
              <a:extLst>
                <a:ext uri="{FF2B5EF4-FFF2-40B4-BE49-F238E27FC236}">
                  <ns2:creationId id="{683073E7-6DDC-4539-9952-9963C9B44501}"/>
                </a:ext>
              </a:extLst>
            </p:cNvPr>
            <p:cNvSpPr>
              <a:spLocks noGrp="1"/>
            </p:cNvSpPr>
            <p:nvPr/>
          </p:nvSpPr>
          <p:spPr>
            <a:xfrm rot="0">
              <a:off x="6762750" y="2200275"/>
              <a:ext cx="4953000" cy="209550"/>
            </a:xfrm>
            <a:prstGeom prst="rect">
              <a:avLst/>
            </a:prstGeom>
            <a:noFill/>
            <a:ln w="0">
              <a:noFill/>
              <a:prstDash val="solid"/>
            </a:ln>
          </p:spPr>
          <p:txBody>
            <a:bodyPr wrap="none" lIns="0" tIns="0" rIns="0" bIns="0" anchor="t">
              <a:noAutofit/>
            </a:bodyPr>
            <a:lstStyle>
              <a:defPPr algn="ctr">
                <a:defRPr sz="904" b="0">
                  <a:solidFill>
                    <a:srgbClr val="000000"/>
                  </a:solidFill>
                  <a:latin typeface="Arial"/>
                  <a:ea typeface="Arial"/>
                  <a:cs typeface="Arial"/>
                </a:defRPr>
              </a:defPPr>
              <a:lvl1pPr algn="ctr">
                <a:defRPr sz="904" b="0">
                  <a:solidFill>
                    <a:srgbClr val="000000"/>
                  </a:solidFill>
                  <a:latin typeface="Arial"/>
                  <a:ea typeface="Arial"/>
                  <a:cs typeface="Arial"/>
                </a:defRPr>
              </a:lvl1pPr>
              <a:lvl2pPr algn="ctr">
                <a:defRPr sz="904" b="0">
                  <a:solidFill>
                    <a:srgbClr val="000000"/>
                  </a:solidFill>
                  <a:latin typeface="Arial"/>
                  <a:ea typeface="Arial"/>
                  <a:cs typeface="Arial"/>
                </a:defRPr>
              </a:lvl2pPr>
              <a:lvl3pPr algn="ctr">
                <a:defRPr sz="904" b="0">
                  <a:solidFill>
                    <a:srgbClr val="000000"/>
                  </a:solidFill>
                  <a:latin typeface="Arial"/>
                  <a:ea typeface="Arial"/>
                  <a:cs typeface="Arial"/>
                </a:defRPr>
              </a:lvl3pPr>
              <a:lvl4pPr algn="ctr">
                <a:defRPr sz="904" b="0">
                  <a:solidFill>
                    <a:srgbClr val="000000"/>
                  </a:solidFill>
                  <a:latin typeface="Arial"/>
                  <a:ea typeface="Arial"/>
                  <a:cs typeface="Arial"/>
                </a:defRPr>
              </a:lvl4pPr>
              <a:lvl5pPr algn="ctr">
                <a:defRPr sz="904" b="0">
                  <a:solidFill>
                    <a:srgbClr val="000000"/>
                  </a:solidFill>
                  <a:latin typeface="Arial"/>
                  <a:ea typeface="Arial"/>
                  <a:cs typeface="Arial"/>
                </a:defRPr>
              </a:lvl5pPr>
              <a:lvl6pPr algn="ctr">
                <a:defRPr sz="904" b="0">
                  <a:solidFill>
                    <a:srgbClr val="000000"/>
                  </a:solidFill>
                  <a:latin typeface="Arial"/>
                  <a:ea typeface="Arial"/>
                  <a:cs typeface="Arial"/>
                </a:defRPr>
              </a:lvl6pPr>
              <a:lvl7pPr algn="ctr">
                <a:defRPr sz="904" b="0">
                  <a:solidFill>
                    <a:srgbClr val="000000"/>
                  </a:solidFill>
                  <a:latin typeface="Arial"/>
                  <a:ea typeface="Arial"/>
                  <a:cs typeface="Arial"/>
                </a:defRPr>
              </a:lvl7pPr>
              <a:lvl8pPr algn="ctr">
                <a:defRPr sz="904" b="0">
                  <a:solidFill>
                    <a:srgbClr val="000000"/>
                  </a:solidFill>
                  <a:latin typeface="Arial"/>
                  <a:ea typeface="Arial"/>
                  <a:cs typeface="Arial"/>
                </a:defRPr>
              </a:lvl8pPr>
              <a:lvl9pPr algn="ctr">
                <a:defRPr sz="904" b="0">
                  <a:solidFill>
                    <a:srgbClr val="000000"/>
                  </a:solidFill>
                  <a:latin typeface="Arial"/>
                  <a:ea typeface="Arial"/>
                  <a:cs typeface="Arial"/>
                </a:defRPr>
              </a:lvl9pPr>
            </a:lstStyle>
            <a:p>
              <a:pPr algn="ctr">
                <a:defRPr sz="904" b="0">
                  <a:solidFill>
                    <a:srgbClr val="000000"/>
                  </a:solidFill>
                  <a:latin typeface="Arial"/>
                  <a:ea typeface="Arial"/>
                  <a:cs typeface="Arial"/>
                </a:defRPr>
              </a:pPr>
              <a:r>
                <a:rPr sz="904" b="0">
                  <a:solidFill>
                    <a:srgbClr val="000000"/>
                  </a:solidFill>
                  <a:latin typeface="Arial"/>
                  <a:ea typeface="Arial"/>
                  <a:cs typeface="Arial"/>
                </a:rPr>
                <a:t>Frame</a:t>
              </a:r>
            </a:p>
          </p:txBody>
        </p:sp>
        <p:pic>
          <p:nvPicPr>
            <p:cNvPr id="22" name="">
              <a:extLst>
                <a:ext uri="{FF2B5EF4-FFF2-40B4-BE49-F238E27FC236}">
                  <ns2:creationId id="{23268DC4-6288-4DBC-B1B4-6A18AD93A4E0}"/>
                </a:ext>
              </a:extLst>
            </p:cNvPr>
            <p:cNvPicPr>
              <a:picLocks noChangeAspect="1"/>
            </p:cNvPicPr>
            <p:nvPr/>
          </p:nvPicPr>
          <p:blipFill>
            <a:blip r:embed="R11a257e058ca462a"/>
            <a:stretch/>
          </p:blipFill>
          <p:spPr>
            <a:xfrm>
              <a:off x="4333875" y="2438400"/>
              <a:ext cx="4381500" cy="104775"/>
            </a:xfrm>
            <a:prstGeom prst="rect">
              <a:avLst/>
            </a:prstGeom>
          </p:spPr>
        </p:pic>
        <p:sp>
          <p:nvSpPr>
            <p:cNvPr id="23" name="text_022">
              <a:extLst>
                <a:ext uri="{FF2B5EF4-FFF2-40B4-BE49-F238E27FC236}">
                  <ns2:creationId id="{5F1499D4-6405-4EFE-8D7A-04F760E7083A}"/>
                </a:ext>
              </a:extLst>
            </p:cNvPr>
            <p:cNvSpPr>
              <a:spLocks noGrp="1"/>
            </p:cNvSpPr>
            <p:nvPr/>
          </p:nvSpPr>
          <p:spPr>
            <a:xfrm rot="0">
              <a:off x="3476625" y="2362200"/>
              <a:ext cx="762000" cy="228600"/>
            </a:xfrm>
            <a:prstGeom prst="rect">
              <a:avLst/>
            </a:prstGeom>
            <a:noFill/>
            <a:ln w="0">
              <a:noFill/>
              <a:prstDash val="solid"/>
            </a:ln>
          </p:spPr>
          <p:txBody>
            <a:bodyPr wrap="none" lIns="0" tIns="0" rIns="0" bIns="0" anchor="t">
              <a:noAutofit/>
            </a:bodyPr>
            <a:lstStyle>
              <a:defPPr algn="r">
                <a:defRPr sz="904" b="0">
                  <a:solidFill>
                    <a:srgbClr val="000000"/>
                  </a:solidFill>
                  <a:latin typeface="Arial"/>
                  <a:ea typeface="Arial"/>
                  <a:cs typeface="Arial"/>
                </a:defRPr>
              </a:defPPr>
              <a:lvl1pPr algn="r">
                <a:defRPr sz="904" b="0">
                  <a:solidFill>
                    <a:srgbClr val="000000"/>
                  </a:solidFill>
                  <a:latin typeface="Arial"/>
                  <a:ea typeface="Arial"/>
                  <a:cs typeface="Arial"/>
                </a:defRPr>
              </a:lvl1pPr>
              <a:lvl2pPr algn="r">
                <a:defRPr sz="904" b="0">
                  <a:solidFill>
                    <a:srgbClr val="000000"/>
                  </a:solidFill>
                  <a:latin typeface="Arial"/>
                  <a:ea typeface="Arial"/>
                  <a:cs typeface="Arial"/>
                </a:defRPr>
              </a:lvl2pPr>
              <a:lvl3pPr algn="r">
                <a:defRPr sz="904" b="0">
                  <a:solidFill>
                    <a:srgbClr val="000000"/>
                  </a:solidFill>
                  <a:latin typeface="Arial"/>
                  <a:ea typeface="Arial"/>
                  <a:cs typeface="Arial"/>
                </a:defRPr>
              </a:lvl3pPr>
              <a:lvl4pPr algn="r">
                <a:defRPr sz="904" b="0">
                  <a:solidFill>
                    <a:srgbClr val="000000"/>
                  </a:solidFill>
                  <a:latin typeface="Arial"/>
                  <a:ea typeface="Arial"/>
                  <a:cs typeface="Arial"/>
                </a:defRPr>
              </a:lvl4pPr>
              <a:lvl5pPr algn="r">
                <a:defRPr sz="904" b="0">
                  <a:solidFill>
                    <a:srgbClr val="000000"/>
                  </a:solidFill>
                  <a:latin typeface="Arial"/>
                  <a:ea typeface="Arial"/>
                  <a:cs typeface="Arial"/>
                </a:defRPr>
              </a:lvl5pPr>
              <a:lvl6pPr algn="r">
                <a:defRPr sz="904" b="0">
                  <a:solidFill>
                    <a:srgbClr val="000000"/>
                  </a:solidFill>
                  <a:latin typeface="Arial"/>
                  <a:ea typeface="Arial"/>
                  <a:cs typeface="Arial"/>
                </a:defRPr>
              </a:lvl6pPr>
              <a:lvl7pPr algn="r">
                <a:defRPr sz="904" b="0">
                  <a:solidFill>
                    <a:srgbClr val="000000"/>
                  </a:solidFill>
                  <a:latin typeface="Arial"/>
                  <a:ea typeface="Arial"/>
                  <a:cs typeface="Arial"/>
                </a:defRPr>
              </a:lvl7pPr>
              <a:lvl8pPr algn="r">
                <a:defRPr sz="904" b="0">
                  <a:solidFill>
                    <a:srgbClr val="000000"/>
                  </a:solidFill>
                  <a:latin typeface="Arial"/>
                  <a:ea typeface="Arial"/>
                  <a:cs typeface="Arial"/>
                </a:defRPr>
              </a:lvl8pPr>
              <a:lvl9pPr algn="r">
                <a:defRPr sz="904" b="0">
                  <a:solidFill>
                    <a:srgbClr val="000000"/>
                  </a:solidFill>
                  <a:latin typeface="Arial"/>
                  <a:ea typeface="Arial"/>
                  <a:cs typeface="Arial"/>
                </a:defRPr>
              </a:lvl9pPr>
            </a:lstStyle>
            <a:p>
              <a:pPr algn="r">
                <a:defRPr sz="904" b="0">
                  <a:solidFill>
                    <a:srgbClr val="000000"/>
                  </a:solidFill>
                  <a:latin typeface="Arial"/>
                  <a:ea typeface="Arial"/>
                  <a:cs typeface="Arial"/>
                </a:defRPr>
              </a:pPr>
              <a:r>
                <a:rPr sz="904" b="0">
                  <a:solidFill>
                    <a:srgbClr val="000000"/>
                  </a:solidFill>
                  <a:latin typeface="Arial"/>
                  <a:ea typeface="Arial"/>
                  <a:cs typeface="Arial"/>
                </a:rPr>
                <a:t>148.23</a:t>
              </a:r>
            </a:p>
          </p:txBody>
        </p:sp>
        <p:sp>
          <p:nvSpPr>
            <p:cNvPr id="24" name="text_023">
              <a:extLst>
                <a:ext uri="{FF2B5EF4-FFF2-40B4-BE49-F238E27FC236}">
                  <ns2:creationId id="{A097BD2D-5DB4-44FB-A8D0-1448865B5976}"/>
                </a:ext>
              </a:extLst>
            </p:cNvPr>
            <p:cNvSpPr>
              <a:spLocks noGrp="1"/>
            </p:cNvSpPr>
            <p:nvPr/>
          </p:nvSpPr>
          <p:spPr>
            <a:xfrm rot="0">
              <a:off x="8858250" y="2362200"/>
              <a:ext cx="952500" cy="228600"/>
            </a:xfrm>
            <a:prstGeom prst="rect">
              <a:avLst/>
            </a:prstGeom>
            <a:noFill/>
            <a:ln w="0">
              <a:noFill/>
              <a:prstDash val="solid"/>
            </a:ln>
          </p:spPr>
          <p:txBody>
            <a:bodyPr wrap="none" lIns="0" tIns="0" rIns="0" bIns="0" anchor="t">
              <a:noAutofit/>
            </a:bodyPr>
            <a:lstStyle>
              <a:defPPr algn="l">
                <a:defRPr sz="904" b="0">
                  <a:solidFill>
                    <a:srgbClr val="000000"/>
                  </a:solidFill>
                  <a:latin typeface="Arial"/>
                  <a:ea typeface="Arial"/>
                  <a:cs typeface="Arial"/>
                </a:defRPr>
              </a:defPPr>
              <a:lvl1pPr algn="l">
                <a:defRPr sz="904" b="0">
                  <a:solidFill>
                    <a:srgbClr val="000000"/>
                  </a:solidFill>
                  <a:latin typeface="Arial"/>
                  <a:ea typeface="Arial"/>
                  <a:cs typeface="Arial"/>
                </a:defRPr>
              </a:lvl1pPr>
              <a:lvl2pPr algn="l">
                <a:defRPr sz="904" b="0">
                  <a:solidFill>
                    <a:srgbClr val="000000"/>
                  </a:solidFill>
                  <a:latin typeface="Arial"/>
                  <a:ea typeface="Arial"/>
                  <a:cs typeface="Arial"/>
                </a:defRPr>
              </a:lvl2pPr>
              <a:lvl3pPr algn="l">
                <a:defRPr sz="904" b="0">
                  <a:solidFill>
                    <a:srgbClr val="000000"/>
                  </a:solidFill>
                  <a:latin typeface="Arial"/>
                  <a:ea typeface="Arial"/>
                  <a:cs typeface="Arial"/>
                </a:defRPr>
              </a:lvl3pPr>
              <a:lvl4pPr algn="l">
                <a:defRPr sz="904" b="0">
                  <a:solidFill>
                    <a:srgbClr val="000000"/>
                  </a:solidFill>
                  <a:latin typeface="Arial"/>
                  <a:ea typeface="Arial"/>
                  <a:cs typeface="Arial"/>
                </a:defRPr>
              </a:lvl4pPr>
              <a:lvl5pPr algn="l">
                <a:defRPr sz="904" b="0">
                  <a:solidFill>
                    <a:srgbClr val="000000"/>
                  </a:solidFill>
                  <a:latin typeface="Arial"/>
                  <a:ea typeface="Arial"/>
                  <a:cs typeface="Arial"/>
                </a:defRPr>
              </a:lvl5pPr>
              <a:lvl6pPr algn="l">
                <a:defRPr sz="904" b="0">
                  <a:solidFill>
                    <a:srgbClr val="000000"/>
                  </a:solidFill>
                  <a:latin typeface="Arial"/>
                  <a:ea typeface="Arial"/>
                  <a:cs typeface="Arial"/>
                </a:defRPr>
              </a:lvl6pPr>
              <a:lvl7pPr algn="l">
                <a:defRPr sz="904" b="0">
                  <a:solidFill>
                    <a:srgbClr val="000000"/>
                  </a:solidFill>
                  <a:latin typeface="Arial"/>
                  <a:ea typeface="Arial"/>
                  <a:cs typeface="Arial"/>
                </a:defRPr>
              </a:lvl7pPr>
              <a:lvl8pPr algn="l">
                <a:defRPr sz="904" b="0">
                  <a:solidFill>
                    <a:srgbClr val="000000"/>
                  </a:solidFill>
                  <a:latin typeface="Arial"/>
                  <a:ea typeface="Arial"/>
                  <a:cs typeface="Arial"/>
                </a:defRPr>
              </a:lvl8pPr>
              <a:lvl9pPr algn="l">
                <a:defRPr sz="904" b="0">
                  <a:solidFill>
                    <a:srgbClr val="000000"/>
                  </a:solidFill>
                  <a:latin typeface="Arial"/>
                  <a:ea typeface="Arial"/>
                  <a:cs typeface="Arial"/>
                </a:defRPr>
              </a:lvl9pPr>
            </a:lstStyle>
            <a:p>
              <a:pPr algn="l">
                <a:defRPr sz="904" b="0">
                  <a:solidFill>
                    <a:srgbClr val="000000"/>
                  </a:solidFill>
                  <a:latin typeface="Arial"/>
                  <a:ea typeface="Arial"/>
                  <a:cs typeface="Arial"/>
                </a:defRPr>
              </a:pPr>
              <a:r>
                <a:rPr sz="904" b="0">
                  <a:solidFill>
                    <a:srgbClr val="000000"/>
                  </a:solidFill>
                  <a:latin typeface="Arial"/>
                  <a:ea typeface="Arial"/>
                  <a:cs typeface="Arial"/>
                </a:rPr>
                <a:t>307.68</a:t>
              </a:r>
            </a:p>
          </p:txBody>
        </p:sp>
        <p:sp>
          <p:nvSpPr>
            <p:cNvPr id="25" name="text_024">
              <a:extLst>
                <a:ext uri="{FF2B5EF4-FFF2-40B4-BE49-F238E27FC236}">
                  <ns2:creationId id="{E0DD05BD-24AB-4EA7-8594-DEAA5B0038F1}"/>
                </a:ext>
              </a:extLst>
            </p:cNvPr>
            <p:cNvSpPr>
              <a:spLocks noGrp="1"/>
            </p:cNvSpPr>
            <p:nvPr/>
          </p:nvSpPr>
          <p:spPr>
            <a:xfrm rot="0">
              <a:off x="285750" y="2352675"/>
              <a:ext cx="2952750" cy="247650"/>
            </a:xfrm>
            <a:prstGeom prst="rect">
              <a:avLst/>
            </a:prstGeom>
            <a:noFill/>
            <a:ln w="0">
              <a:noFill/>
              <a:prstDash val="solid"/>
            </a:ln>
          </p:spPr>
          <p:txBody>
            <a:bodyPr wrap="none" lIns="0" tIns="0" rIns="0" bIns="0" anchor="t">
              <a:noAutofit/>
            </a:bodyPr>
            <a:lstStyle>
              <a:defPPr algn="l">
                <a:defRPr sz="960" b="0">
                  <a:solidFill>
                    <a:srgbClr val="000000"/>
                  </a:solidFill>
                  <a:latin typeface="Arial"/>
                  <a:ea typeface="Arial"/>
                  <a:cs typeface="Arial"/>
                </a:defRPr>
              </a:defPPr>
              <a:lvl1pPr algn="l">
                <a:defRPr sz="960" b="0">
                  <a:solidFill>
                    <a:srgbClr val="000000"/>
                  </a:solidFill>
                  <a:latin typeface="Arial"/>
                  <a:ea typeface="Arial"/>
                  <a:cs typeface="Arial"/>
                </a:defRPr>
              </a:lvl1pPr>
              <a:lvl2pPr algn="l">
                <a:defRPr sz="960" b="0">
                  <a:solidFill>
                    <a:srgbClr val="000000"/>
                  </a:solidFill>
                  <a:latin typeface="Arial"/>
                  <a:ea typeface="Arial"/>
                  <a:cs typeface="Arial"/>
                </a:defRPr>
              </a:lvl2pPr>
              <a:lvl3pPr algn="l">
                <a:defRPr sz="960" b="0">
                  <a:solidFill>
                    <a:srgbClr val="000000"/>
                  </a:solidFill>
                  <a:latin typeface="Arial"/>
                  <a:ea typeface="Arial"/>
                  <a:cs typeface="Arial"/>
                </a:defRPr>
              </a:lvl3pPr>
              <a:lvl4pPr algn="l">
                <a:defRPr sz="960" b="0">
                  <a:solidFill>
                    <a:srgbClr val="000000"/>
                  </a:solidFill>
                  <a:latin typeface="Arial"/>
                  <a:ea typeface="Arial"/>
                  <a:cs typeface="Arial"/>
                </a:defRPr>
              </a:lvl4pPr>
              <a:lvl5pPr algn="l">
                <a:defRPr sz="960" b="0">
                  <a:solidFill>
                    <a:srgbClr val="000000"/>
                  </a:solidFill>
                  <a:latin typeface="Arial"/>
                  <a:ea typeface="Arial"/>
                  <a:cs typeface="Arial"/>
                </a:defRPr>
              </a:lvl5pPr>
              <a:lvl6pPr algn="l">
                <a:defRPr sz="960" b="0">
                  <a:solidFill>
                    <a:srgbClr val="000000"/>
                  </a:solidFill>
                  <a:latin typeface="Arial"/>
                  <a:ea typeface="Arial"/>
                  <a:cs typeface="Arial"/>
                </a:defRPr>
              </a:lvl6pPr>
              <a:lvl7pPr algn="l">
                <a:defRPr sz="960" b="0">
                  <a:solidFill>
                    <a:srgbClr val="000000"/>
                  </a:solidFill>
                  <a:latin typeface="Arial"/>
                  <a:ea typeface="Arial"/>
                  <a:cs typeface="Arial"/>
                </a:defRPr>
              </a:lvl7pPr>
              <a:lvl8pPr algn="l">
                <a:defRPr sz="960" b="0">
                  <a:solidFill>
                    <a:srgbClr val="000000"/>
                  </a:solidFill>
                  <a:latin typeface="Arial"/>
                  <a:ea typeface="Arial"/>
                  <a:cs typeface="Arial"/>
                </a:defRPr>
              </a:lvl8pPr>
              <a:lvl9pPr algn="l">
                <a:defRPr sz="960" b="0">
                  <a:solidFill>
                    <a:srgbClr val="000000"/>
                  </a:solidFill>
                  <a:latin typeface="Arial"/>
                  <a:ea typeface="Arial"/>
                  <a:cs typeface="Arial"/>
                </a:defRPr>
              </a:lvl9pPr>
            </a:lstStyle>
            <a:p>
              <a:pPr algn="l">
                <a:defRPr sz="960" b="0">
                  <a:solidFill>
                    <a:srgbClr val="000000"/>
                  </a:solidFill>
                  <a:latin typeface="Arial"/>
                  <a:ea typeface="Arial"/>
                  <a:cs typeface="Arial"/>
                </a:defRPr>
              </a:pPr>
              <a:r>
                <a:rPr sz="960" b="0">
                  <a:solidFill>
                    <a:srgbClr val="000000"/>
                  </a:solidFill>
                  <a:latin typeface="Arial"/>
                  <a:ea typeface="Arial"/>
                  <a:cs typeface="Arial"/>
                </a:rPr>
                <a:t>OLR (W m-2)</a:t>
              </a:r>
            </a:p>
          </p:txBody>
        </p:sp>
        <p:sp>
          <p:nvSpPr>
            <p:cNvPr id="26" name="text_025">
              <a:extLst>
                <a:ext uri="{FF2B5EF4-FFF2-40B4-BE49-F238E27FC236}">
                  <ns2:creationId id="{738C9E17-A602-4FB2-8890-4F551692BB4D}"/>
                </a:ext>
              </a:extLst>
            </p:cNvPr>
            <p:cNvSpPr>
              <a:spLocks noGrp="1"/>
            </p:cNvSpPr>
            <p:nvPr/>
          </p:nvSpPr>
          <p:spPr>
            <a:xfrm rot="0">
              <a:off x="9810750" y="2352675"/>
              <a:ext cx="2190750" cy="228600"/>
            </a:xfrm>
            <a:prstGeom prst="rect">
              <a:avLst/>
            </a:prstGeom>
            <a:noFill/>
            <a:ln w="0">
              <a:noFill/>
              <a:prstDash val="solid"/>
            </a:ln>
          </p:spPr>
          <p:txBody>
            <a:bodyPr wrap="none" lIns="0" tIns="0" rIns="0" bIns="0" anchor="t">
              <a:noAutofit/>
            </a:bodyPr>
            <a:lstStyle>
              <a:defPPr algn="r">
                <a:defRPr sz="847" b="0">
                  <a:solidFill>
                    <a:srgbClr val="000000"/>
                  </a:solidFill>
                  <a:latin typeface="Arial"/>
                  <a:ea typeface="Arial"/>
                  <a:cs typeface="Arial"/>
                </a:defRPr>
              </a:defPPr>
              <a:lvl1pPr algn="r">
                <a:defRPr sz="847" b="0">
                  <a:solidFill>
                    <a:srgbClr val="000000"/>
                  </a:solidFill>
                  <a:latin typeface="Arial"/>
                  <a:ea typeface="Arial"/>
                  <a:cs typeface="Arial"/>
                </a:defRPr>
              </a:lvl1pPr>
              <a:lvl2pPr algn="r">
                <a:defRPr sz="847" b="0">
                  <a:solidFill>
                    <a:srgbClr val="000000"/>
                  </a:solidFill>
                  <a:latin typeface="Arial"/>
                  <a:ea typeface="Arial"/>
                  <a:cs typeface="Arial"/>
                </a:defRPr>
              </a:lvl2pPr>
              <a:lvl3pPr algn="r">
                <a:defRPr sz="847" b="0">
                  <a:solidFill>
                    <a:srgbClr val="000000"/>
                  </a:solidFill>
                  <a:latin typeface="Arial"/>
                  <a:ea typeface="Arial"/>
                  <a:cs typeface="Arial"/>
                </a:defRPr>
              </a:lvl3pPr>
              <a:lvl4pPr algn="r">
                <a:defRPr sz="847" b="0">
                  <a:solidFill>
                    <a:srgbClr val="000000"/>
                  </a:solidFill>
                  <a:latin typeface="Arial"/>
                  <a:ea typeface="Arial"/>
                  <a:cs typeface="Arial"/>
                </a:defRPr>
              </a:lvl4pPr>
              <a:lvl5pPr algn="r">
                <a:defRPr sz="847" b="0">
                  <a:solidFill>
                    <a:srgbClr val="000000"/>
                  </a:solidFill>
                  <a:latin typeface="Arial"/>
                  <a:ea typeface="Arial"/>
                  <a:cs typeface="Arial"/>
                </a:defRPr>
              </a:lvl5pPr>
              <a:lvl6pPr algn="r">
                <a:defRPr sz="847" b="0">
                  <a:solidFill>
                    <a:srgbClr val="000000"/>
                  </a:solidFill>
                  <a:latin typeface="Arial"/>
                  <a:ea typeface="Arial"/>
                  <a:cs typeface="Arial"/>
                </a:defRPr>
              </a:lvl6pPr>
              <a:lvl7pPr algn="r">
                <a:defRPr sz="847" b="0">
                  <a:solidFill>
                    <a:srgbClr val="000000"/>
                  </a:solidFill>
                  <a:latin typeface="Arial"/>
                  <a:ea typeface="Arial"/>
                  <a:cs typeface="Arial"/>
                </a:defRPr>
              </a:lvl7pPr>
              <a:lvl8pPr algn="r">
                <a:defRPr sz="847" b="0">
                  <a:solidFill>
                    <a:srgbClr val="000000"/>
                  </a:solidFill>
                  <a:latin typeface="Arial"/>
                  <a:ea typeface="Arial"/>
                  <a:cs typeface="Arial"/>
                </a:defRPr>
              </a:lvl8pPr>
              <a:lvl9pPr algn="r">
                <a:defRPr sz="847" b="0">
                  <a:solidFill>
                    <a:srgbClr val="000000"/>
                  </a:solidFill>
                  <a:latin typeface="Arial"/>
                  <a:ea typeface="Arial"/>
                  <a:cs typeface="Arial"/>
                </a:defRPr>
              </a:lvl9pPr>
            </a:lstStyle>
            <a:p>
              <a:pPr algn="r">
                <a:defRPr sz="847" b="0">
                  <a:solidFill>
                    <a:srgbClr val="000000"/>
                  </a:solidFill>
                  <a:latin typeface="Arial"/>
                  <a:ea typeface="Arial"/>
                  <a:cs typeface="Arial"/>
                </a:defRPr>
              </a:pPr>
              <a:r>
                <a:rPr sz="847" b="0">
                  <a:solidFill>
                    <a:srgbClr val="000000"/>
                  </a:solidFill>
                  <a:latin typeface="Arial"/>
                  <a:ea typeface="Arial"/>
                  <a:cs typeface="Arial"/>
                </a:rPr>
                <a:t>Reference position [0,1]</a:t>
              </a:r>
            </a:p>
          </p:txBody>
        </p:sp>
        <p:sp>
          <p:nvSpPr>
            <p:cNvPr id="27" name="text_026">
              <a:extLst>
                <a:ext uri="{FF2B5EF4-FFF2-40B4-BE49-F238E27FC236}">
                  <ns2:creationId id="{6DE72969-E854-4719-834E-584842D4DF1F}"/>
                </a:ext>
              </a:extLst>
            </p:cNvPr>
            <p:cNvSpPr>
              <a:spLocks noGrp="1"/>
            </p:cNvSpPr>
            <p:nvPr/>
          </p:nvSpPr>
          <p:spPr>
            <a:xfrm rot="0">
              <a:off x="190500" y="2695575"/>
              <a:ext cx="9525000" cy="276225"/>
            </a:xfrm>
            <a:prstGeom prst="rect">
              <a:avLst/>
            </a:prstGeom>
            <a:noFill/>
            <a:ln w="0">
              <a:noFill/>
              <a:prstDash val="solid"/>
            </a:ln>
          </p:spPr>
          <p:txBody>
            <a:bodyPr wrap="none" lIns="0" tIns="0" rIns="0" bIns="0" anchor="t">
              <a:noAutofit/>
            </a:bodyPr>
            <a:lstStyle>
              <a:defPPr algn="l">
                <a:defRPr sz="1242" b="1">
                  <a:solidFill>
                    <a:srgbClr val="000000"/>
                  </a:solidFill>
                  <a:latin typeface="Arial"/>
                  <a:ea typeface="Arial"/>
                  <a:cs typeface="Arial"/>
                </a:defRPr>
              </a:defPPr>
              <a:lvl1pPr algn="l">
                <a:defRPr sz="1242" b="1">
                  <a:solidFill>
                    <a:srgbClr val="000000"/>
                  </a:solidFill>
                  <a:latin typeface="Arial"/>
                  <a:ea typeface="Arial"/>
                  <a:cs typeface="Arial"/>
                </a:defRPr>
              </a:lvl1pPr>
              <a:lvl2pPr algn="l">
                <a:defRPr sz="1242" b="1">
                  <a:solidFill>
                    <a:srgbClr val="000000"/>
                  </a:solidFill>
                  <a:latin typeface="Arial"/>
                  <a:ea typeface="Arial"/>
                  <a:cs typeface="Arial"/>
                </a:defRPr>
              </a:lvl2pPr>
              <a:lvl3pPr algn="l">
                <a:defRPr sz="1242" b="1">
                  <a:solidFill>
                    <a:srgbClr val="000000"/>
                  </a:solidFill>
                  <a:latin typeface="Arial"/>
                  <a:ea typeface="Arial"/>
                  <a:cs typeface="Arial"/>
                </a:defRPr>
              </a:lvl3pPr>
              <a:lvl4pPr algn="l">
                <a:defRPr sz="1242" b="1">
                  <a:solidFill>
                    <a:srgbClr val="000000"/>
                  </a:solidFill>
                  <a:latin typeface="Arial"/>
                  <a:ea typeface="Arial"/>
                  <a:cs typeface="Arial"/>
                </a:defRPr>
              </a:lvl4pPr>
              <a:lvl5pPr algn="l">
                <a:defRPr sz="1242" b="1">
                  <a:solidFill>
                    <a:srgbClr val="000000"/>
                  </a:solidFill>
                  <a:latin typeface="Arial"/>
                  <a:ea typeface="Arial"/>
                  <a:cs typeface="Arial"/>
                </a:defRPr>
              </a:lvl5pPr>
              <a:lvl6pPr algn="l">
                <a:defRPr sz="1242" b="1">
                  <a:solidFill>
                    <a:srgbClr val="000000"/>
                  </a:solidFill>
                  <a:latin typeface="Arial"/>
                  <a:ea typeface="Arial"/>
                  <a:cs typeface="Arial"/>
                </a:defRPr>
              </a:lvl6pPr>
              <a:lvl7pPr algn="l">
                <a:defRPr sz="1242" b="1">
                  <a:solidFill>
                    <a:srgbClr val="000000"/>
                  </a:solidFill>
                  <a:latin typeface="Arial"/>
                  <a:ea typeface="Arial"/>
                  <a:cs typeface="Arial"/>
                </a:defRPr>
              </a:lvl7pPr>
              <a:lvl8pPr algn="l">
                <a:defRPr sz="1242" b="1">
                  <a:solidFill>
                    <a:srgbClr val="000000"/>
                  </a:solidFill>
                  <a:latin typeface="Arial"/>
                  <a:ea typeface="Arial"/>
                  <a:cs typeface="Arial"/>
                </a:defRPr>
              </a:lvl8pPr>
              <a:lvl9pPr algn="l">
                <a:defRPr sz="1242" b="1">
                  <a:solidFill>
                    <a:srgbClr val="000000"/>
                  </a:solidFill>
                  <a:latin typeface="Arial"/>
                  <a:ea typeface="Arial"/>
                  <a:cs typeface="Arial"/>
                </a:defRPr>
              </a:lvl9pPr>
            </a:lstStyle>
            <a:p>
              <a:pPr algn="l">
                <a:defRPr sz="1242" b="1">
                  <a:solidFill>
                    <a:srgbClr val="000000"/>
                  </a:solidFill>
                  <a:latin typeface="Arial"/>
                  <a:ea typeface="Arial"/>
                  <a:cs typeface="Arial"/>
                </a:defRPr>
              </a:pPr>
              <a:r>
                <a:rPr sz="1242" b="1">
                  <a:solidFill>
                    <a:srgbClr val="000000"/>
                  </a:solidFill>
                  <a:latin typeface="Arial"/>
                  <a:ea typeface="Arial"/>
                  <a:cs typeface="Arial"/>
                </a:rPr>
                <a:t>(b) PM2.5: all 366 fields (2000)</a:t>
              </a:r>
            </a:p>
          </p:txBody>
        </p:sp>
        <p:sp>
          <p:nvSpPr>
            <p:cNvPr id="28" name="text_027">
              <a:extLst>
                <a:ext uri="{FF2B5EF4-FFF2-40B4-BE49-F238E27FC236}">
                  <ns2:creationId id="{48DDFEFF-AB48-49CF-B2CE-77064743C181}"/>
                </a:ext>
              </a:extLst>
            </p:cNvPr>
            <p:cNvSpPr>
              <a:spLocks noGrp="1"/>
            </p:cNvSpPr>
            <p:nvPr/>
          </p:nvSpPr>
          <p:spPr>
            <a:xfrm rot="0">
              <a:off x="762000" y="2990850"/>
              <a:ext cx="4953000" cy="238125"/>
            </a:xfrm>
            <a:prstGeom prst="rect">
              <a:avLst/>
            </a:prstGeom>
            <a:noFill/>
            <a:ln w="0">
              <a:noFill/>
              <a:prstDash val="solid"/>
            </a:ln>
          </p:spPr>
          <p:txBody>
            <a:bodyPr wrap="none" lIns="0" tIns="0" rIns="0" bIns="0" anchor="t">
              <a:noAutofit/>
            </a:bodyPr>
            <a:lstStyle>
              <a:defPPr algn="l">
                <a:defRPr sz="1073" b="1">
                  <a:solidFill>
                    <a:srgbClr val="000000"/>
                  </a:solidFill>
                  <a:latin typeface="Arial"/>
                  <a:ea typeface="Arial"/>
                  <a:cs typeface="Arial"/>
                </a:defRPr>
              </a:defPPr>
              <a:lvl1pPr algn="l">
                <a:defRPr sz="1073" b="1">
                  <a:solidFill>
                    <a:srgbClr val="000000"/>
                  </a:solidFill>
                  <a:latin typeface="Arial"/>
                  <a:ea typeface="Arial"/>
                  <a:cs typeface="Arial"/>
                </a:defRPr>
              </a:lvl1pPr>
              <a:lvl2pPr algn="l">
                <a:defRPr sz="1073" b="1">
                  <a:solidFill>
                    <a:srgbClr val="000000"/>
                  </a:solidFill>
                  <a:latin typeface="Arial"/>
                  <a:ea typeface="Arial"/>
                  <a:cs typeface="Arial"/>
                </a:defRPr>
              </a:lvl2pPr>
              <a:lvl3pPr algn="l">
                <a:defRPr sz="1073" b="1">
                  <a:solidFill>
                    <a:srgbClr val="000000"/>
                  </a:solidFill>
                  <a:latin typeface="Arial"/>
                  <a:ea typeface="Arial"/>
                  <a:cs typeface="Arial"/>
                </a:defRPr>
              </a:lvl3pPr>
              <a:lvl4pPr algn="l">
                <a:defRPr sz="1073" b="1">
                  <a:solidFill>
                    <a:srgbClr val="000000"/>
                  </a:solidFill>
                  <a:latin typeface="Arial"/>
                  <a:ea typeface="Arial"/>
                  <a:cs typeface="Arial"/>
                </a:defRPr>
              </a:lvl4pPr>
              <a:lvl5pPr algn="l">
                <a:defRPr sz="1073" b="1">
                  <a:solidFill>
                    <a:srgbClr val="000000"/>
                  </a:solidFill>
                  <a:latin typeface="Arial"/>
                  <a:ea typeface="Arial"/>
                  <a:cs typeface="Arial"/>
                </a:defRPr>
              </a:lvl5pPr>
              <a:lvl6pPr algn="l">
                <a:defRPr sz="1073" b="1">
                  <a:solidFill>
                    <a:srgbClr val="000000"/>
                  </a:solidFill>
                  <a:latin typeface="Arial"/>
                  <a:ea typeface="Arial"/>
                  <a:cs typeface="Arial"/>
                </a:defRPr>
              </a:lvl6pPr>
              <a:lvl7pPr algn="l">
                <a:defRPr sz="1073" b="1">
                  <a:solidFill>
                    <a:srgbClr val="000000"/>
                  </a:solidFill>
                  <a:latin typeface="Arial"/>
                  <a:ea typeface="Arial"/>
                  <a:cs typeface="Arial"/>
                </a:defRPr>
              </a:lvl7pPr>
              <a:lvl8pPr algn="l">
                <a:defRPr sz="1073" b="1">
                  <a:solidFill>
                    <a:srgbClr val="000000"/>
                  </a:solidFill>
                  <a:latin typeface="Arial"/>
                  <a:ea typeface="Arial"/>
                  <a:cs typeface="Arial"/>
                </a:defRPr>
              </a:lvl8pPr>
              <a:lvl9pPr algn="l">
                <a:defRPr sz="1073" b="1">
                  <a:solidFill>
                    <a:srgbClr val="000000"/>
                  </a:solidFill>
                  <a:latin typeface="Arial"/>
                  <a:ea typeface="Arial"/>
                  <a:cs typeface="Arial"/>
                </a:defRPr>
              </a:lvl9pPr>
            </a:lstStyle>
            <a:p>
              <a:pPr algn="l">
                <a:defRPr sz="1073" b="1">
                  <a:solidFill>
                    <a:srgbClr val="000000"/>
                  </a:solidFill>
                  <a:latin typeface="Arial"/>
                  <a:ea typeface="Arial"/>
                  <a:cs typeface="Arial"/>
                </a:defRPr>
              </a:pPr>
              <a:r>
                <a:rPr sz="1073" b="1">
                  <a:solidFill>
                    <a:srgbClr val="000000"/>
                  </a:solidFill>
                  <a:latin typeface="Arial"/>
                  <a:ea typeface="Arial"/>
                  <a:cs typeface="Arial"/>
                </a:rPr>
                <a:t>RG-MTM-P</a:t>
              </a:r>
            </a:p>
          </p:txBody>
        </p:sp>
        <p:pic>
          <p:nvPicPr>
            <p:cNvPr id="29" name="">
              <a:extLst>
                <a:ext uri="{FF2B5EF4-FFF2-40B4-BE49-F238E27FC236}">
                  <ns2:creationId id="{C04DD749-A26A-4C17-A032-E56D768B598F}"/>
                </a:ext>
              </a:extLst>
            </p:cNvPr>
            <p:cNvPicPr>
              <a:picLocks noChangeAspect="1"/>
            </p:cNvPicPr>
            <p:nvPr/>
          </p:nvPicPr>
          <p:blipFill>
            <a:blip r:embed="R0184382966ff4777"/>
            <a:stretch/>
          </p:blipFill>
          <p:spPr>
            <a:xfrm>
              <a:off x="762000" y="3257563"/>
              <a:ext cx="4953000" cy="1333475"/>
            </a:xfrm>
            <a:prstGeom prst="rect">
              <a:avLst/>
            </a:prstGeom>
          </p:spPr>
        </p:pic>
        <p:sp>
          <p:nvSpPr>
            <p:cNvPr id="30" name="rect_029">
              <a:extLst>
                <a:ext uri="{FF2B5EF4-FFF2-40B4-BE49-F238E27FC236}">
                  <ns2:creationId id="{93E20FE4-D824-425B-B538-AFC5BC9C2584}"/>
                </a:ext>
              </a:extLst>
            </p:cNvPr>
            <p:cNvSpPr>
              <a:spLocks noGrp="1"/>
            </p:cNvSpPr>
            <p:nvPr/>
          </p:nvSpPr>
          <p:spPr>
            <a:xfrm rot="0">
              <a:off x="762000" y="3257550"/>
              <a:ext cx="4953000" cy="1333500"/>
            </a:xfrm>
            <a:prstGeom prst="rect">
              <a:avLst/>
            </a:prstGeom>
            <a:noFill/>
            <a:ln w="5021">
              <a:solidFill>
                <a:srgbClr val="7B8790"/>
              </a:solidFill>
              <a:prstDash val="solid"/>
            </a:ln>
          </p:spPr>
        </p:sp>
        <p:sp>
          <p:nvSpPr>
            <p:cNvPr id="31" name="text_030">
              <a:extLst>
                <a:ext uri="{FF2B5EF4-FFF2-40B4-BE49-F238E27FC236}">
                  <ns2:creationId id="{C166A14B-7067-40D5-AC4F-794B90979A67}"/>
                </a:ext>
              </a:extLst>
            </p:cNvPr>
            <p:cNvSpPr>
              <a:spLocks noGrp="1"/>
            </p:cNvSpPr>
            <p:nvPr/>
          </p:nvSpPr>
          <p:spPr>
            <a:xfrm rot="0">
              <a:off x="352425" y="4505325"/>
              <a:ext cx="333375" cy="209550"/>
            </a:xfrm>
            <a:prstGeom prst="rect">
              <a:avLst/>
            </a:prstGeom>
            <a:noFill/>
            <a:ln w="0">
              <a:noFill/>
              <a:prstDash val="solid"/>
            </a:ln>
          </p:spPr>
          <p:txBody>
            <a:bodyPr wrap="none" lIns="0" tIns="0" rIns="0" bIns="0" anchor="t">
              <a:noAutofit/>
            </a:bodyPr>
            <a:lstStyle>
              <a:defPPr algn="r">
                <a:defRPr sz="904" b="0">
                  <a:solidFill>
                    <a:srgbClr val="000000"/>
                  </a:solidFill>
                  <a:latin typeface="Arial"/>
                  <a:ea typeface="Arial"/>
                  <a:cs typeface="Arial"/>
                </a:defRPr>
              </a:defPPr>
              <a:lvl1pPr algn="r">
                <a:defRPr sz="904" b="0">
                  <a:solidFill>
                    <a:srgbClr val="000000"/>
                  </a:solidFill>
                  <a:latin typeface="Arial"/>
                  <a:ea typeface="Arial"/>
                  <a:cs typeface="Arial"/>
                </a:defRPr>
              </a:lvl1pPr>
              <a:lvl2pPr algn="r">
                <a:defRPr sz="904" b="0">
                  <a:solidFill>
                    <a:srgbClr val="000000"/>
                  </a:solidFill>
                  <a:latin typeface="Arial"/>
                  <a:ea typeface="Arial"/>
                  <a:cs typeface="Arial"/>
                </a:defRPr>
              </a:lvl2pPr>
              <a:lvl3pPr algn="r">
                <a:defRPr sz="904" b="0">
                  <a:solidFill>
                    <a:srgbClr val="000000"/>
                  </a:solidFill>
                  <a:latin typeface="Arial"/>
                  <a:ea typeface="Arial"/>
                  <a:cs typeface="Arial"/>
                </a:defRPr>
              </a:lvl3pPr>
              <a:lvl4pPr algn="r">
                <a:defRPr sz="904" b="0">
                  <a:solidFill>
                    <a:srgbClr val="000000"/>
                  </a:solidFill>
                  <a:latin typeface="Arial"/>
                  <a:ea typeface="Arial"/>
                  <a:cs typeface="Arial"/>
                </a:defRPr>
              </a:lvl4pPr>
              <a:lvl5pPr algn="r">
                <a:defRPr sz="904" b="0">
                  <a:solidFill>
                    <a:srgbClr val="000000"/>
                  </a:solidFill>
                  <a:latin typeface="Arial"/>
                  <a:ea typeface="Arial"/>
                  <a:cs typeface="Arial"/>
                </a:defRPr>
              </a:lvl5pPr>
              <a:lvl6pPr algn="r">
                <a:defRPr sz="904" b="0">
                  <a:solidFill>
                    <a:srgbClr val="000000"/>
                  </a:solidFill>
                  <a:latin typeface="Arial"/>
                  <a:ea typeface="Arial"/>
                  <a:cs typeface="Arial"/>
                </a:defRPr>
              </a:lvl6pPr>
              <a:lvl7pPr algn="r">
                <a:defRPr sz="904" b="0">
                  <a:solidFill>
                    <a:srgbClr val="000000"/>
                  </a:solidFill>
                  <a:latin typeface="Arial"/>
                  <a:ea typeface="Arial"/>
                  <a:cs typeface="Arial"/>
                </a:defRPr>
              </a:lvl7pPr>
              <a:lvl8pPr algn="r">
                <a:defRPr sz="904" b="0">
                  <a:solidFill>
                    <a:srgbClr val="000000"/>
                  </a:solidFill>
                  <a:latin typeface="Arial"/>
                  <a:ea typeface="Arial"/>
                  <a:cs typeface="Arial"/>
                </a:defRPr>
              </a:lvl8pPr>
              <a:lvl9pPr algn="r">
                <a:defRPr sz="904" b="0">
                  <a:solidFill>
                    <a:srgbClr val="000000"/>
                  </a:solidFill>
                  <a:latin typeface="Arial"/>
                  <a:ea typeface="Arial"/>
                  <a:cs typeface="Arial"/>
                </a:defRPr>
              </a:lvl9pPr>
            </a:lstStyle>
            <a:p>
              <a:pPr algn="r">
                <a:defRPr sz="904" b="0">
                  <a:solidFill>
                    <a:srgbClr val="000000"/>
                  </a:solidFill>
                  <a:latin typeface="Arial"/>
                  <a:ea typeface="Arial"/>
                  <a:cs typeface="Arial"/>
                </a:defRPr>
              </a:pPr>
              <a:r>
                <a:rPr sz="904" b="0">
                  <a:solidFill>
                    <a:srgbClr val="000000"/>
                  </a:solidFill>
                  <a:latin typeface="Arial"/>
                  <a:ea typeface="Arial"/>
                  <a:cs typeface="Arial"/>
                </a:rPr>
                <a:t>0</a:t>
              </a:r>
            </a:p>
          </p:txBody>
        </p:sp>
        <p:sp>
          <p:nvSpPr>
            <p:cNvPr id="32" name="text_031">
              <a:extLst>
                <a:ext uri="{FF2B5EF4-FFF2-40B4-BE49-F238E27FC236}">
                  <ns2:creationId id="{B685FB66-61CA-48C1-8376-1F4B64E6778A}"/>
                </a:ext>
              </a:extLst>
            </p:cNvPr>
            <p:cNvSpPr>
              <a:spLocks noGrp="1"/>
            </p:cNvSpPr>
            <p:nvPr/>
          </p:nvSpPr>
          <p:spPr>
            <a:xfrm rot="0">
              <a:off x="352425" y="3838575"/>
              <a:ext cx="333375" cy="209550"/>
            </a:xfrm>
            <a:prstGeom prst="rect">
              <a:avLst/>
            </a:prstGeom>
            <a:noFill/>
            <a:ln w="0">
              <a:noFill/>
              <a:prstDash val="solid"/>
            </a:ln>
          </p:spPr>
          <p:txBody>
            <a:bodyPr wrap="none" lIns="0" tIns="0" rIns="0" bIns="0" anchor="t">
              <a:noAutofit/>
            </a:bodyPr>
            <a:lstStyle>
              <a:defPPr algn="r">
                <a:defRPr sz="904" b="0">
                  <a:solidFill>
                    <a:srgbClr val="000000"/>
                  </a:solidFill>
                  <a:latin typeface="Arial"/>
                  <a:ea typeface="Arial"/>
                  <a:cs typeface="Arial"/>
                </a:defRPr>
              </a:defPPr>
              <a:lvl1pPr algn="r">
                <a:defRPr sz="904" b="0">
                  <a:solidFill>
                    <a:srgbClr val="000000"/>
                  </a:solidFill>
                  <a:latin typeface="Arial"/>
                  <a:ea typeface="Arial"/>
                  <a:cs typeface="Arial"/>
                </a:defRPr>
              </a:lvl1pPr>
              <a:lvl2pPr algn="r">
                <a:defRPr sz="904" b="0">
                  <a:solidFill>
                    <a:srgbClr val="000000"/>
                  </a:solidFill>
                  <a:latin typeface="Arial"/>
                  <a:ea typeface="Arial"/>
                  <a:cs typeface="Arial"/>
                </a:defRPr>
              </a:lvl2pPr>
              <a:lvl3pPr algn="r">
                <a:defRPr sz="904" b="0">
                  <a:solidFill>
                    <a:srgbClr val="000000"/>
                  </a:solidFill>
                  <a:latin typeface="Arial"/>
                  <a:ea typeface="Arial"/>
                  <a:cs typeface="Arial"/>
                </a:defRPr>
              </a:lvl3pPr>
              <a:lvl4pPr algn="r">
                <a:defRPr sz="904" b="0">
                  <a:solidFill>
                    <a:srgbClr val="000000"/>
                  </a:solidFill>
                  <a:latin typeface="Arial"/>
                  <a:ea typeface="Arial"/>
                  <a:cs typeface="Arial"/>
                </a:defRPr>
              </a:lvl4pPr>
              <a:lvl5pPr algn="r">
                <a:defRPr sz="904" b="0">
                  <a:solidFill>
                    <a:srgbClr val="000000"/>
                  </a:solidFill>
                  <a:latin typeface="Arial"/>
                  <a:ea typeface="Arial"/>
                  <a:cs typeface="Arial"/>
                </a:defRPr>
              </a:lvl5pPr>
              <a:lvl6pPr algn="r">
                <a:defRPr sz="904" b="0">
                  <a:solidFill>
                    <a:srgbClr val="000000"/>
                  </a:solidFill>
                  <a:latin typeface="Arial"/>
                  <a:ea typeface="Arial"/>
                  <a:cs typeface="Arial"/>
                </a:defRPr>
              </a:lvl6pPr>
              <a:lvl7pPr algn="r">
                <a:defRPr sz="904" b="0">
                  <a:solidFill>
                    <a:srgbClr val="000000"/>
                  </a:solidFill>
                  <a:latin typeface="Arial"/>
                  <a:ea typeface="Arial"/>
                  <a:cs typeface="Arial"/>
                </a:defRPr>
              </a:lvl7pPr>
              <a:lvl8pPr algn="r">
                <a:defRPr sz="904" b="0">
                  <a:solidFill>
                    <a:srgbClr val="000000"/>
                  </a:solidFill>
                  <a:latin typeface="Arial"/>
                  <a:ea typeface="Arial"/>
                  <a:cs typeface="Arial"/>
                </a:defRPr>
              </a:lvl8pPr>
              <a:lvl9pPr algn="r">
                <a:defRPr sz="904" b="0">
                  <a:solidFill>
                    <a:srgbClr val="000000"/>
                  </a:solidFill>
                  <a:latin typeface="Arial"/>
                  <a:ea typeface="Arial"/>
                  <a:cs typeface="Arial"/>
                </a:defRPr>
              </a:lvl9pPr>
            </a:lstStyle>
            <a:p>
              <a:pPr algn="r">
                <a:defRPr sz="904" b="0">
                  <a:solidFill>
                    <a:srgbClr val="000000"/>
                  </a:solidFill>
                  <a:latin typeface="Arial"/>
                  <a:ea typeface="Arial"/>
                  <a:cs typeface="Arial"/>
                </a:defRPr>
              </a:pPr>
              <a:r>
                <a:rPr sz="904" b="0">
                  <a:solidFill>
                    <a:srgbClr val="000000"/>
                  </a:solidFill>
                  <a:latin typeface="Arial"/>
                  <a:ea typeface="Arial"/>
                  <a:cs typeface="Arial"/>
                </a:rPr>
                <a:t>0.5</a:t>
              </a:r>
            </a:p>
          </p:txBody>
        </p:sp>
        <p:sp>
          <p:nvSpPr>
            <p:cNvPr id="33" name="text_032">
              <a:extLst>
                <a:ext uri="{FF2B5EF4-FFF2-40B4-BE49-F238E27FC236}">
                  <ns2:creationId id="{2CBA6481-D41A-491C-A6C4-2264E649FF4B}"/>
                </a:ext>
              </a:extLst>
            </p:cNvPr>
            <p:cNvSpPr>
              <a:spLocks noGrp="1"/>
            </p:cNvSpPr>
            <p:nvPr/>
          </p:nvSpPr>
          <p:spPr>
            <a:xfrm rot="0">
              <a:off x="352425" y="3171825"/>
              <a:ext cx="333375" cy="209550"/>
            </a:xfrm>
            <a:prstGeom prst="rect">
              <a:avLst/>
            </a:prstGeom>
            <a:noFill/>
            <a:ln w="0">
              <a:noFill/>
              <a:prstDash val="solid"/>
            </a:ln>
          </p:spPr>
          <p:txBody>
            <a:bodyPr wrap="none" lIns="0" tIns="0" rIns="0" bIns="0" anchor="t">
              <a:noAutofit/>
            </a:bodyPr>
            <a:lstStyle>
              <a:defPPr algn="r">
                <a:defRPr sz="904" b="0">
                  <a:solidFill>
                    <a:srgbClr val="000000"/>
                  </a:solidFill>
                  <a:latin typeface="Arial"/>
                  <a:ea typeface="Arial"/>
                  <a:cs typeface="Arial"/>
                </a:defRPr>
              </a:defPPr>
              <a:lvl1pPr algn="r">
                <a:defRPr sz="904" b="0">
                  <a:solidFill>
                    <a:srgbClr val="000000"/>
                  </a:solidFill>
                  <a:latin typeface="Arial"/>
                  <a:ea typeface="Arial"/>
                  <a:cs typeface="Arial"/>
                </a:defRPr>
              </a:lvl1pPr>
              <a:lvl2pPr algn="r">
                <a:defRPr sz="904" b="0">
                  <a:solidFill>
                    <a:srgbClr val="000000"/>
                  </a:solidFill>
                  <a:latin typeface="Arial"/>
                  <a:ea typeface="Arial"/>
                  <a:cs typeface="Arial"/>
                </a:defRPr>
              </a:lvl2pPr>
              <a:lvl3pPr algn="r">
                <a:defRPr sz="904" b="0">
                  <a:solidFill>
                    <a:srgbClr val="000000"/>
                  </a:solidFill>
                  <a:latin typeface="Arial"/>
                  <a:ea typeface="Arial"/>
                  <a:cs typeface="Arial"/>
                </a:defRPr>
              </a:lvl3pPr>
              <a:lvl4pPr algn="r">
                <a:defRPr sz="904" b="0">
                  <a:solidFill>
                    <a:srgbClr val="000000"/>
                  </a:solidFill>
                  <a:latin typeface="Arial"/>
                  <a:ea typeface="Arial"/>
                  <a:cs typeface="Arial"/>
                </a:defRPr>
              </a:lvl4pPr>
              <a:lvl5pPr algn="r">
                <a:defRPr sz="904" b="0">
                  <a:solidFill>
                    <a:srgbClr val="000000"/>
                  </a:solidFill>
                  <a:latin typeface="Arial"/>
                  <a:ea typeface="Arial"/>
                  <a:cs typeface="Arial"/>
                </a:defRPr>
              </a:lvl5pPr>
              <a:lvl6pPr algn="r">
                <a:defRPr sz="904" b="0">
                  <a:solidFill>
                    <a:srgbClr val="000000"/>
                  </a:solidFill>
                  <a:latin typeface="Arial"/>
                  <a:ea typeface="Arial"/>
                  <a:cs typeface="Arial"/>
                </a:defRPr>
              </a:lvl6pPr>
              <a:lvl7pPr algn="r">
                <a:defRPr sz="904" b="0">
                  <a:solidFill>
                    <a:srgbClr val="000000"/>
                  </a:solidFill>
                  <a:latin typeface="Arial"/>
                  <a:ea typeface="Arial"/>
                  <a:cs typeface="Arial"/>
                </a:defRPr>
              </a:lvl7pPr>
              <a:lvl8pPr algn="r">
                <a:defRPr sz="904" b="0">
                  <a:solidFill>
                    <a:srgbClr val="000000"/>
                  </a:solidFill>
                  <a:latin typeface="Arial"/>
                  <a:ea typeface="Arial"/>
                  <a:cs typeface="Arial"/>
                </a:defRPr>
              </a:lvl8pPr>
              <a:lvl9pPr algn="r">
                <a:defRPr sz="904" b="0">
                  <a:solidFill>
                    <a:srgbClr val="000000"/>
                  </a:solidFill>
                  <a:latin typeface="Arial"/>
                  <a:ea typeface="Arial"/>
                  <a:cs typeface="Arial"/>
                </a:defRPr>
              </a:lvl9pPr>
            </a:lstStyle>
            <a:p>
              <a:pPr algn="r">
                <a:defRPr sz="904" b="0">
                  <a:solidFill>
                    <a:srgbClr val="000000"/>
                  </a:solidFill>
                  <a:latin typeface="Arial"/>
                  <a:ea typeface="Arial"/>
                  <a:cs typeface="Arial"/>
                </a:defRPr>
              </a:pPr>
              <a:r>
                <a:rPr sz="904" b="0">
                  <a:solidFill>
                    <a:srgbClr val="000000"/>
                  </a:solidFill>
                  <a:latin typeface="Arial"/>
                  <a:ea typeface="Arial"/>
                  <a:cs typeface="Arial"/>
                </a:rPr>
                <a:t>1</a:t>
              </a:r>
            </a:p>
          </p:txBody>
        </p:sp>
        <p:sp>
          <p:nvSpPr>
            <p:cNvPr id="34" name="text_033">
              <a:extLst>
                <a:ext uri="{FF2B5EF4-FFF2-40B4-BE49-F238E27FC236}">
                  <ns2:creationId id="{4A89C0EE-6F65-418E-A743-1E3CFF1A5638}"/>
                </a:ext>
              </a:extLst>
            </p:cNvPr>
            <p:cNvSpPr>
              <a:spLocks noGrp="1"/>
            </p:cNvSpPr>
            <p:nvPr/>
          </p:nvSpPr>
          <p:spPr>
            <a:xfrm rot="0">
              <a:off x="463966" y="4638675"/>
              <a:ext cx="609600" cy="209550"/>
            </a:xfrm>
            <a:prstGeom prst="rect">
              <a:avLst/>
            </a:prstGeom>
            <a:noFill/>
            <a:ln w="0">
              <a:noFill/>
              <a:prstDash val="solid"/>
            </a:ln>
          </p:spPr>
          <p:txBody>
            <a:bodyPr wrap="none" lIns="0" tIns="0" rIns="0" bIns="0" anchor="t">
              <a:noAutofit/>
            </a:bodyPr>
            <a:lstStyle>
              <a:defPPr algn="ctr">
                <a:defRPr sz="847" b="0">
                  <a:solidFill>
                    <a:srgbClr val="000000"/>
                  </a:solidFill>
                  <a:latin typeface="Arial"/>
                  <a:ea typeface="Arial"/>
                  <a:cs typeface="Arial"/>
                </a:defRPr>
              </a:defPPr>
              <a:lvl1pPr algn="ctr">
                <a:defRPr sz="847" b="0">
                  <a:solidFill>
                    <a:srgbClr val="000000"/>
                  </a:solidFill>
                  <a:latin typeface="Arial"/>
                  <a:ea typeface="Arial"/>
                  <a:cs typeface="Arial"/>
                </a:defRPr>
              </a:lvl1pPr>
              <a:lvl2pPr algn="ctr">
                <a:defRPr sz="847" b="0">
                  <a:solidFill>
                    <a:srgbClr val="000000"/>
                  </a:solidFill>
                  <a:latin typeface="Arial"/>
                  <a:ea typeface="Arial"/>
                  <a:cs typeface="Arial"/>
                </a:defRPr>
              </a:lvl2pPr>
              <a:lvl3pPr algn="ctr">
                <a:defRPr sz="847" b="0">
                  <a:solidFill>
                    <a:srgbClr val="000000"/>
                  </a:solidFill>
                  <a:latin typeface="Arial"/>
                  <a:ea typeface="Arial"/>
                  <a:cs typeface="Arial"/>
                </a:defRPr>
              </a:lvl3pPr>
              <a:lvl4pPr algn="ctr">
                <a:defRPr sz="847" b="0">
                  <a:solidFill>
                    <a:srgbClr val="000000"/>
                  </a:solidFill>
                  <a:latin typeface="Arial"/>
                  <a:ea typeface="Arial"/>
                  <a:cs typeface="Arial"/>
                </a:defRPr>
              </a:lvl4pPr>
              <a:lvl5pPr algn="ctr">
                <a:defRPr sz="847" b="0">
                  <a:solidFill>
                    <a:srgbClr val="000000"/>
                  </a:solidFill>
                  <a:latin typeface="Arial"/>
                  <a:ea typeface="Arial"/>
                  <a:cs typeface="Arial"/>
                </a:defRPr>
              </a:lvl5pPr>
              <a:lvl6pPr algn="ctr">
                <a:defRPr sz="847" b="0">
                  <a:solidFill>
                    <a:srgbClr val="000000"/>
                  </a:solidFill>
                  <a:latin typeface="Arial"/>
                  <a:ea typeface="Arial"/>
                  <a:cs typeface="Arial"/>
                </a:defRPr>
              </a:lvl6pPr>
              <a:lvl7pPr algn="ctr">
                <a:defRPr sz="847" b="0">
                  <a:solidFill>
                    <a:srgbClr val="000000"/>
                  </a:solidFill>
                  <a:latin typeface="Arial"/>
                  <a:ea typeface="Arial"/>
                  <a:cs typeface="Arial"/>
                </a:defRPr>
              </a:lvl7pPr>
              <a:lvl8pPr algn="ctr">
                <a:defRPr sz="847" b="0">
                  <a:solidFill>
                    <a:srgbClr val="000000"/>
                  </a:solidFill>
                  <a:latin typeface="Arial"/>
                  <a:ea typeface="Arial"/>
                  <a:cs typeface="Arial"/>
                </a:defRPr>
              </a:lvl8pPr>
              <a:lvl9pPr algn="ctr">
                <a:defRPr sz="847" b="0">
                  <a:solidFill>
                    <a:srgbClr val="000000"/>
                  </a:solidFill>
                  <a:latin typeface="Arial"/>
                  <a:ea typeface="Arial"/>
                  <a:cs typeface="Arial"/>
                </a:defRPr>
              </a:lvl9pPr>
            </a:lstStyle>
            <a:p>
              <a:pPr algn="ctr">
                <a:defRPr sz="847" b="0">
                  <a:solidFill>
                    <a:srgbClr val="000000"/>
                  </a:solidFill>
                  <a:latin typeface="Arial"/>
                  <a:ea typeface="Arial"/>
                  <a:cs typeface="Arial"/>
                </a:defRPr>
              </a:pPr>
              <a:r>
                <a:rPr sz="847" b="0">
                  <a:solidFill>
                    <a:srgbClr val="000000"/>
                  </a:solidFill>
                  <a:latin typeface="Arial"/>
                  <a:ea typeface="Arial"/>
                  <a:cs typeface="Arial"/>
                </a:rPr>
                <a:t>Jan 1</a:t>
              </a:r>
            </a:p>
          </p:txBody>
        </p:sp>
        <p:sp>
          <p:nvSpPr>
            <p:cNvPr id="35" name="text_034">
              <a:extLst>
                <a:ext uri="{FF2B5EF4-FFF2-40B4-BE49-F238E27FC236}">
                  <ns2:creationId id="{D928A00A-2A17-4D20-981D-3B1086DFF80D}"/>
                </a:ext>
              </a:extLst>
            </p:cNvPr>
            <p:cNvSpPr>
              <a:spLocks noGrp="1"/>
            </p:cNvSpPr>
            <p:nvPr/>
          </p:nvSpPr>
          <p:spPr>
            <a:xfrm rot="0">
              <a:off x="1695450" y="4638675"/>
              <a:ext cx="609600" cy="209550"/>
            </a:xfrm>
            <a:prstGeom prst="rect">
              <a:avLst/>
            </a:prstGeom>
            <a:noFill/>
            <a:ln w="0">
              <a:noFill/>
              <a:prstDash val="solid"/>
            </a:ln>
          </p:spPr>
          <p:txBody>
            <a:bodyPr wrap="none" lIns="0" tIns="0" rIns="0" bIns="0" anchor="t">
              <a:noAutofit/>
            </a:bodyPr>
            <a:lstStyle>
              <a:defPPr algn="ctr">
                <a:defRPr sz="847" b="0">
                  <a:solidFill>
                    <a:srgbClr val="000000"/>
                  </a:solidFill>
                  <a:latin typeface="Arial"/>
                  <a:ea typeface="Arial"/>
                  <a:cs typeface="Arial"/>
                </a:defRPr>
              </a:defPPr>
              <a:lvl1pPr algn="ctr">
                <a:defRPr sz="847" b="0">
                  <a:solidFill>
                    <a:srgbClr val="000000"/>
                  </a:solidFill>
                  <a:latin typeface="Arial"/>
                  <a:ea typeface="Arial"/>
                  <a:cs typeface="Arial"/>
                </a:defRPr>
              </a:lvl1pPr>
              <a:lvl2pPr algn="ctr">
                <a:defRPr sz="847" b="0">
                  <a:solidFill>
                    <a:srgbClr val="000000"/>
                  </a:solidFill>
                  <a:latin typeface="Arial"/>
                  <a:ea typeface="Arial"/>
                  <a:cs typeface="Arial"/>
                </a:defRPr>
              </a:lvl2pPr>
              <a:lvl3pPr algn="ctr">
                <a:defRPr sz="847" b="0">
                  <a:solidFill>
                    <a:srgbClr val="000000"/>
                  </a:solidFill>
                  <a:latin typeface="Arial"/>
                  <a:ea typeface="Arial"/>
                  <a:cs typeface="Arial"/>
                </a:defRPr>
              </a:lvl3pPr>
              <a:lvl4pPr algn="ctr">
                <a:defRPr sz="847" b="0">
                  <a:solidFill>
                    <a:srgbClr val="000000"/>
                  </a:solidFill>
                  <a:latin typeface="Arial"/>
                  <a:ea typeface="Arial"/>
                  <a:cs typeface="Arial"/>
                </a:defRPr>
              </a:lvl4pPr>
              <a:lvl5pPr algn="ctr">
                <a:defRPr sz="847" b="0">
                  <a:solidFill>
                    <a:srgbClr val="000000"/>
                  </a:solidFill>
                  <a:latin typeface="Arial"/>
                  <a:ea typeface="Arial"/>
                  <a:cs typeface="Arial"/>
                </a:defRPr>
              </a:lvl5pPr>
              <a:lvl6pPr algn="ctr">
                <a:defRPr sz="847" b="0">
                  <a:solidFill>
                    <a:srgbClr val="000000"/>
                  </a:solidFill>
                  <a:latin typeface="Arial"/>
                  <a:ea typeface="Arial"/>
                  <a:cs typeface="Arial"/>
                </a:defRPr>
              </a:lvl6pPr>
              <a:lvl7pPr algn="ctr">
                <a:defRPr sz="847" b="0">
                  <a:solidFill>
                    <a:srgbClr val="000000"/>
                  </a:solidFill>
                  <a:latin typeface="Arial"/>
                  <a:ea typeface="Arial"/>
                  <a:cs typeface="Arial"/>
                </a:defRPr>
              </a:lvl7pPr>
              <a:lvl8pPr algn="ctr">
                <a:defRPr sz="847" b="0">
                  <a:solidFill>
                    <a:srgbClr val="000000"/>
                  </a:solidFill>
                  <a:latin typeface="Arial"/>
                  <a:ea typeface="Arial"/>
                  <a:cs typeface="Arial"/>
                </a:defRPr>
              </a:lvl8pPr>
              <a:lvl9pPr algn="ctr">
                <a:defRPr sz="847" b="0">
                  <a:solidFill>
                    <a:srgbClr val="000000"/>
                  </a:solidFill>
                  <a:latin typeface="Arial"/>
                  <a:ea typeface="Arial"/>
                  <a:cs typeface="Arial"/>
                </a:defRPr>
              </a:lvl9pPr>
            </a:lstStyle>
            <a:p>
              <a:pPr algn="ctr">
                <a:defRPr sz="847" b="0">
                  <a:solidFill>
                    <a:srgbClr val="000000"/>
                  </a:solidFill>
                  <a:latin typeface="Arial"/>
                  <a:ea typeface="Arial"/>
                  <a:cs typeface="Arial"/>
                </a:defRPr>
              </a:pPr>
              <a:r>
                <a:rPr sz="847" b="0">
                  <a:solidFill>
                    <a:srgbClr val="000000"/>
                  </a:solidFill>
                  <a:latin typeface="Arial"/>
                  <a:ea typeface="Arial"/>
                  <a:cs typeface="Arial"/>
                </a:rPr>
                <a:t>Apr 1</a:t>
              </a:r>
            </a:p>
          </p:txBody>
        </p:sp>
        <p:sp>
          <p:nvSpPr>
            <p:cNvPr id="36" name="text_035">
              <a:extLst>
                <a:ext uri="{FF2B5EF4-FFF2-40B4-BE49-F238E27FC236}">
                  <ns2:creationId id="{4ED2966C-1F92-476A-A15A-0D52B03A651B}"/>
                </a:ext>
              </a:extLst>
            </p:cNvPr>
            <p:cNvSpPr>
              <a:spLocks noGrp="1"/>
            </p:cNvSpPr>
            <p:nvPr/>
          </p:nvSpPr>
          <p:spPr>
            <a:xfrm rot="0">
              <a:off x="2926934" y="4638675"/>
              <a:ext cx="609600" cy="209550"/>
            </a:xfrm>
            <a:prstGeom prst="rect">
              <a:avLst/>
            </a:prstGeom>
            <a:noFill/>
            <a:ln w="0">
              <a:noFill/>
              <a:prstDash val="solid"/>
            </a:ln>
          </p:spPr>
          <p:txBody>
            <a:bodyPr wrap="none" lIns="0" tIns="0" rIns="0" bIns="0" anchor="t">
              <a:noAutofit/>
            </a:bodyPr>
            <a:lstStyle>
              <a:defPPr algn="ctr">
                <a:defRPr sz="847" b="0">
                  <a:solidFill>
                    <a:srgbClr val="000000"/>
                  </a:solidFill>
                  <a:latin typeface="Arial"/>
                  <a:ea typeface="Arial"/>
                  <a:cs typeface="Arial"/>
                </a:defRPr>
              </a:defPPr>
              <a:lvl1pPr algn="ctr">
                <a:defRPr sz="847" b="0">
                  <a:solidFill>
                    <a:srgbClr val="000000"/>
                  </a:solidFill>
                  <a:latin typeface="Arial"/>
                  <a:ea typeface="Arial"/>
                  <a:cs typeface="Arial"/>
                </a:defRPr>
              </a:lvl1pPr>
              <a:lvl2pPr algn="ctr">
                <a:defRPr sz="847" b="0">
                  <a:solidFill>
                    <a:srgbClr val="000000"/>
                  </a:solidFill>
                  <a:latin typeface="Arial"/>
                  <a:ea typeface="Arial"/>
                  <a:cs typeface="Arial"/>
                </a:defRPr>
              </a:lvl2pPr>
              <a:lvl3pPr algn="ctr">
                <a:defRPr sz="847" b="0">
                  <a:solidFill>
                    <a:srgbClr val="000000"/>
                  </a:solidFill>
                  <a:latin typeface="Arial"/>
                  <a:ea typeface="Arial"/>
                  <a:cs typeface="Arial"/>
                </a:defRPr>
              </a:lvl3pPr>
              <a:lvl4pPr algn="ctr">
                <a:defRPr sz="847" b="0">
                  <a:solidFill>
                    <a:srgbClr val="000000"/>
                  </a:solidFill>
                  <a:latin typeface="Arial"/>
                  <a:ea typeface="Arial"/>
                  <a:cs typeface="Arial"/>
                </a:defRPr>
              </a:lvl4pPr>
              <a:lvl5pPr algn="ctr">
                <a:defRPr sz="847" b="0">
                  <a:solidFill>
                    <a:srgbClr val="000000"/>
                  </a:solidFill>
                  <a:latin typeface="Arial"/>
                  <a:ea typeface="Arial"/>
                  <a:cs typeface="Arial"/>
                </a:defRPr>
              </a:lvl5pPr>
              <a:lvl6pPr algn="ctr">
                <a:defRPr sz="847" b="0">
                  <a:solidFill>
                    <a:srgbClr val="000000"/>
                  </a:solidFill>
                  <a:latin typeface="Arial"/>
                  <a:ea typeface="Arial"/>
                  <a:cs typeface="Arial"/>
                </a:defRPr>
              </a:lvl6pPr>
              <a:lvl7pPr algn="ctr">
                <a:defRPr sz="847" b="0">
                  <a:solidFill>
                    <a:srgbClr val="000000"/>
                  </a:solidFill>
                  <a:latin typeface="Arial"/>
                  <a:ea typeface="Arial"/>
                  <a:cs typeface="Arial"/>
                </a:defRPr>
              </a:lvl7pPr>
              <a:lvl8pPr algn="ctr">
                <a:defRPr sz="847" b="0">
                  <a:solidFill>
                    <a:srgbClr val="000000"/>
                  </a:solidFill>
                  <a:latin typeface="Arial"/>
                  <a:ea typeface="Arial"/>
                  <a:cs typeface="Arial"/>
                </a:defRPr>
              </a:lvl8pPr>
              <a:lvl9pPr algn="ctr">
                <a:defRPr sz="847" b="0">
                  <a:solidFill>
                    <a:srgbClr val="000000"/>
                  </a:solidFill>
                  <a:latin typeface="Arial"/>
                  <a:ea typeface="Arial"/>
                  <a:cs typeface="Arial"/>
                </a:defRPr>
              </a:lvl9pPr>
            </a:lstStyle>
            <a:p>
              <a:pPr algn="ctr">
                <a:defRPr sz="847" b="0">
                  <a:solidFill>
                    <a:srgbClr val="000000"/>
                  </a:solidFill>
                  <a:latin typeface="Arial"/>
                  <a:ea typeface="Arial"/>
                  <a:cs typeface="Arial"/>
                </a:defRPr>
              </a:pPr>
              <a:r>
                <a:rPr sz="847" b="0">
                  <a:solidFill>
                    <a:srgbClr val="000000"/>
                  </a:solidFill>
                  <a:latin typeface="Arial"/>
                  <a:ea typeface="Arial"/>
                  <a:cs typeface="Arial"/>
                </a:rPr>
                <a:t>Jul 1</a:t>
              </a:r>
            </a:p>
          </p:txBody>
        </p:sp>
        <p:sp>
          <p:nvSpPr>
            <p:cNvPr id="37" name="text_036">
              <a:extLst>
                <a:ext uri="{FF2B5EF4-FFF2-40B4-BE49-F238E27FC236}">
                  <ns2:creationId id="{BFD8B571-E532-4709-A84E-93798EE5490C}"/>
                </a:ext>
              </a:extLst>
            </p:cNvPr>
            <p:cNvSpPr>
              <a:spLocks noGrp="1"/>
            </p:cNvSpPr>
            <p:nvPr/>
          </p:nvSpPr>
          <p:spPr>
            <a:xfrm rot="0">
              <a:off x="4171950" y="4638675"/>
              <a:ext cx="609600" cy="209550"/>
            </a:xfrm>
            <a:prstGeom prst="rect">
              <a:avLst/>
            </a:prstGeom>
            <a:noFill/>
            <a:ln w="0">
              <a:noFill/>
              <a:prstDash val="solid"/>
            </a:ln>
          </p:spPr>
          <p:txBody>
            <a:bodyPr wrap="none" lIns="0" tIns="0" rIns="0" bIns="0" anchor="t">
              <a:noAutofit/>
            </a:bodyPr>
            <a:lstStyle>
              <a:defPPr algn="ctr">
                <a:defRPr sz="847" b="0">
                  <a:solidFill>
                    <a:srgbClr val="000000"/>
                  </a:solidFill>
                  <a:latin typeface="Arial"/>
                  <a:ea typeface="Arial"/>
                  <a:cs typeface="Arial"/>
                </a:defRPr>
              </a:defPPr>
              <a:lvl1pPr algn="ctr">
                <a:defRPr sz="847" b="0">
                  <a:solidFill>
                    <a:srgbClr val="000000"/>
                  </a:solidFill>
                  <a:latin typeface="Arial"/>
                  <a:ea typeface="Arial"/>
                  <a:cs typeface="Arial"/>
                </a:defRPr>
              </a:lvl1pPr>
              <a:lvl2pPr algn="ctr">
                <a:defRPr sz="847" b="0">
                  <a:solidFill>
                    <a:srgbClr val="000000"/>
                  </a:solidFill>
                  <a:latin typeface="Arial"/>
                  <a:ea typeface="Arial"/>
                  <a:cs typeface="Arial"/>
                </a:defRPr>
              </a:lvl2pPr>
              <a:lvl3pPr algn="ctr">
                <a:defRPr sz="847" b="0">
                  <a:solidFill>
                    <a:srgbClr val="000000"/>
                  </a:solidFill>
                  <a:latin typeface="Arial"/>
                  <a:ea typeface="Arial"/>
                  <a:cs typeface="Arial"/>
                </a:defRPr>
              </a:lvl3pPr>
              <a:lvl4pPr algn="ctr">
                <a:defRPr sz="847" b="0">
                  <a:solidFill>
                    <a:srgbClr val="000000"/>
                  </a:solidFill>
                  <a:latin typeface="Arial"/>
                  <a:ea typeface="Arial"/>
                  <a:cs typeface="Arial"/>
                </a:defRPr>
              </a:lvl4pPr>
              <a:lvl5pPr algn="ctr">
                <a:defRPr sz="847" b="0">
                  <a:solidFill>
                    <a:srgbClr val="000000"/>
                  </a:solidFill>
                  <a:latin typeface="Arial"/>
                  <a:ea typeface="Arial"/>
                  <a:cs typeface="Arial"/>
                </a:defRPr>
              </a:lvl5pPr>
              <a:lvl6pPr algn="ctr">
                <a:defRPr sz="847" b="0">
                  <a:solidFill>
                    <a:srgbClr val="000000"/>
                  </a:solidFill>
                  <a:latin typeface="Arial"/>
                  <a:ea typeface="Arial"/>
                  <a:cs typeface="Arial"/>
                </a:defRPr>
              </a:lvl6pPr>
              <a:lvl7pPr algn="ctr">
                <a:defRPr sz="847" b="0">
                  <a:solidFill>
                    <a:srgbClr val="000000"/>
                  </a:solidFill>
                  <a:latin typeface="Arial"/>
                  <a:ea typeface="Arial"/>
                  <a:cs typeface="Arial"/>
                </a:defRPr>
              </a:lvl7pPr>
              <a:lvl8pPr algn="ctr">
                <a:defRPr sz="847" b="0">
                  <a:solidFill>
                    <a:srgbClr val="000000"/>
                  </a:solidFill>
                  <a:latin typeface="Arial"/>
                  <a:ea typeface="Arial"/>
                  <a:cs typeface="Arial"/>
                </a:defRPr>
              </a:lvl8pPr>
              <a:lvl9pPr algn="ctr">
                <a:defRPr sz="847" b="0">
                  <a:solidFill>
                    <a:srgbClr val="000000"/>
                  </a:solidFill>
                  <a:latin typeface="Arial"/>
                  <a:ea typeface="Arial"/>
                  <a:cs typeface="Arial"/>
                </a:defRPr>
              </a:lvl9pPr>
            </a:lstStyle>
            <a:p>
              <a:pPr algn="ctr">
                <a:defRPr sz="847" b="0">
                  <a:solidFill>
                    <a:srgbClr val="000000"/>
                  </a:solidFill>
                  <a:latin typeface="Arial"/>
                  <a:ea typeface="Arial"/>
                  <a:cs typeface="Arial"/>
                </a:defRPr>
              </a:pPr>
              <a:r>
                <a:rPr sz="847" b="0">
                  <a:solidFill>
                    <a:srgbClr val="000000"/>
                  </a:solidFill>
                  <a:latin typeface="Arial"/>
                  <a:ea typeface="Arial"/>
                  <a:cs typeface="Arial"/>
                </a:rPr>
                <a:t>Oct 1</a:t>
              </a:r>
            </a:p>
          </p:txBody>
        </p:sp>
        <p:sp>
          <p:nvSpPr>
            <p:cNvPr id="38" name="text_037">
              <a:extLst>
                <a:ext uri="{FF2B5EF4-FFF2-40B4-BE49-F238E27FC236}">
                  <ns2:creationId id="{D450F2FE-F34D-4650-8489-CFB0BA1387EB}"/>
                </a:ext>
              </a:extLst>
            </p:cNvPr>
            <p:cNvSpPr>
              <a:spLocks noGrp="1"/>
            </p:cNvSpPr>
            <p:nvPr/>
          </p:nvSpPr>
          <p:spPr>
            <a:xfrm rot="0">
              <a:off x="5403434" y="4638675"/>
              <a:ext cx="609600" cy="209550"/>
            </a:xfrm>
            <a:prstGeom prst="rect">
              <a:avLst/>
            </a:prstGeom>
            <a:noFill/>
            <a:ln w="0">
              <a:noFill/>
              <a:prstDash val="solid"/>
            </a:ln>
          </p:spPr>
          <p:txBody>
            <a:bodyPr wrap="none" lIns="0" tIns="0" rIns="0" bIns="0" anchor="t">
              <a:noAutofit/>
            </a:bodyPr>
            <a:lstStyle>
              <a:defPPr algn="ctr">
                <a:defRPr sz="847" b="0">
                  <a:solidFill>
                    <a:srgbClr val="000000"/>
                  </a:solidFill>
                  <a:latin typeface="Arial"/>
                  <a:ea typeface="Arial"/>
                  <a:cs typeface="Arial"/>
                </a:defRPr>
              </a:defPPr>
              <a:lvl1pPr algn="ctr">
                <a:defRPr sz="847" b="0">
                  <a:solidFill>
                    <a:srgbClr val="000000"/>
                  </a:solidFill>
                  <a:latin typeface="Arial"/>
                  <a:ea typeface="Arial"/>
                  <a:cs typeface="Arial"/>
                </a:defRPr>
              </a:lvl1pPr>
              <a:lvl2pPr algn="ctr">
                <a:defRPr sz="847" b="0">
                  <a:solidFill>
                    <a:srgbClr val="000000"/>
                  </a:solidFill>
                  <a:latin typeface="Arial"/>
                  <a:ea typeface="Arial"/>
                  <a:cs typeface="Arial"/>
                </a:defRPr>
              </a:lvl2pPr>
              <a:lvl3pPr algn="ctr">
                <a:defRPr sz="847" b="0">
                  <a:solidFill>
                    <a:srgbClr val="000000"/>
                  </a:solidFill>
                  <a:latin typeface="Arial"/>
                  <a:ea typeface="Arial"/>
                  <a:cs typeface="Arial"/>
                </a:defRPr>
              </a:lvl3pPr>
              <a:lvl4pPr algn="ctr">
                <a:defRPr sz="847" b="0">
                  <a:solidFill>
                    <a:srgbClr val="000000"/>
                  </a:solidFill>
                  <a:latin typeface="Arial"/>
                  <a:ea typeface="Arial"/>
                  <a:cs typeface="Arial"/>
                </a:defRPr>
              </a:lvl4pPr>
              <a:lvl5pPr algn="ctr">
                <a:defRPr sz="847" b="0">
                  <a:solidFill>
                    <a:srgbClr val="000000"/>
                  </a:solidFill>
                  <a:latin typeface="Arial"/>
                  <a:ea typeface="Arial"/>
                  <a:cs typeface="Arial"/>
                </a:defRPr>
              </a:lvl5pPr>
              <a:lvl6pPr algn="ctr">
                <a:defRPr sz="847" b="0">
                  <a:solidFill>
                    <a:srgbClr val="000000"/>
                  </a:solidFill>
                  <a:latin typeface="Arial"/>
                  <a:ea typeface="Arial"/>
                  <a:cs typeface="Arial"/>
                </a:defRPr>
              </a:lvl6pPr>
              <a:lvl7pPr algn="ctr">
                <a:defRPr sz="847" b="0">
                  <a:solidFill>
                    <a:srgbClr val="000000"/>
                  </a:solidFill>
                  <a:latin typeface="Arial"/>
                  <a:ea typeface="Arial"/>
                  <a:cs typeface="Arial"/>
                </a:defRPr>
              </a:lvl7pPr>
              <a:lvl8pPr algn="ctr">
                <a:defRPr sz="847" b="0">
                  <a:solidFill>
                    <a:srgbClr val="000000"/>
                  </a:solidFill>
                  <a:latin typeface="Arial"/>
                  <a:ea typeface="Arial"/>
                  <a:cs typeface="Arial"/>
                </a:defRPr>
              </a:lvl8pPr>
              <a:lvl9pPr algn="ctr">
                <a:defRPr sz="847" b="0">
                  <a:solidFill>
                    <a:srgbClr val="000000"/>
                  </a:solidFill>
                  <a:latin typeface="Arial"/>
                  <a:ea typeface="Arial"/>
                  <a:cs typeface="Arial"/>
                </a:defRPr>
              </a:lvl9pPr>
            </a:lstStyle>
            <a:p>
              <a:pPr algn="ctr">
                <a:defRPr sz="847" b="0">
                  <a:solidFill>
                    <a:srgbClr val="000000"/>
                  </a:solidFill>
                  <a:latin typeface="Arial"/>
                  <a:ea typeface="Arial"/>
                  <a:cs typeface="Arial"/>
                </a:defRPr>
              </a:pPr>
              <a:r>
                <a:rPr sz="847" b="0">
                  <a:solidFill>
                    <a:srgbClr val="000000"/>
                  </a:solidFill>
                  <a:latin typeface="Arial"/>
                  <a:ea typeface="Arial"/>
                  <a:cs typeface="Arial"/>
                </a:rPr>
                <a:t>Dec 31</a:t>
              </a:r>
            </a:p>
          </p:txBody>
        </p:sp>
        <p:sp>
          <p:nvSpPr>
            <p:cNvPr id="39" name="text_038">
              <a:extLst>
                <a:ext uri="{FF2B5EF4-FFF2-40B4-BE49-F238E27FC236}">
                  <ns2:creationId id="{122F8E18-DA1F-42DE-A188-CF0DD9292185}"/>
                </a:ext>
              </a:extLst>
            </p:cNvPr>
            <p:cNvSpPr>
              <a:spLocks noGrp="1"/>
            </p:cNvSpPr>
            <p:nvPr/>
          </p:nvSpPr>
          <p:spPr>
            <a:xfrm rot="0">
              <a:off x="762000" y="4867275"/>
              <a:ext cx="4953000" cy="209550"/>
            </a:xfrm>
            <a:prstGeom prst="rect">
              <a:avLst/>
            </a:prstGeom>
            <a:noFill/>
            <a:ln w="0">
              <a:noFill/>
              <a:prstDash val="solid"/>
            </a:ln>
          </p:spPr>
          <p:txBody>
            <a:bodyPr wrap="none" lIns="0" tIns="0" rIns="0" bIns="0" anchor="t">
              <a:noAutofit/>
            </a:bodyPr>
            <a:lstStyle>
              <a:defPPr algn="ctr">
                <a:defRPr sz="904" b="0">
                  <a:solidFill>
                    <a:srgbClr val="000000"/>
                  </a:solidFill>
                  <a:latin typeface="Arial"/>
                  <a:ea typeface="Arial"/>
                  <a:cs typeface="Arial"/>
                </a:defRPr>
              </a:defPPr>
              <a:lvl1pPr algn="ctr">
                <a:defRPr sz="904" b="0">
                  <a:solidFill>
                    <a:srgbClr val="000000"/>
                  </a:solidFill>
                  <a:latin typeface="Arial"/>
                  <a:ea typeface="Arial"/>
                  <a:cs typeface="Arial"/>
                </a:defRPr>
              </a:lvl1pPr>
              <a:lvl2pPr algn="ctr">
                <a:defRPr sz="904" b="0">
                  <a:solidFill>
                    <a:srgbClr val="000000"/>
                  </a:solidFill>
                  <a:latin typeface="Arial"/>
                  <a:ea typeface="Arial"/>
                  <a:cs typeface="Arial"/>
                </a:defRPr>
              </a:lvl2pPr>
              <a:lvl3pPr algn="ctr">
                <a:defRPr sz="904" b="0">
                  <a:solidFill>
                    <a:srgbClr val="000000"/>
                  </a:solidFill>
                  <a:latin typeface="Arial"/>
                  <a:ea typeface="Arial"/>
                  <a:cs typeface="Arial"/>
                </a:defRPr>
              </a:lvl3pPr>
              <a:lvl4pPr algn="ctr">
                <a:defRPr sz="904" b="0">
                  <a:solidFill>
                    <a:srgbClr val="000000"/>
                  </a:solidFill>
                  <a:latin typeface="Arial"/>
                  <a:ea typeface="Arial"/>
                  <a:cs typeface="Arial"/>
                </a:defRPr>
              </a:lvl4pPr>
              <a:lvl5pPr algn="ctr">
                <a:defRPr sz="904" b="0">
                  <a:solidFill>
                    <a:srgbClr val="000000"/>
                  </a:solidFill>
                  <a:latin typeface="Arial"/>
                  <a:ea typeface="Arial"/>
                  <a:cs typeface="Arial"/>
                </a:defRPr>
              </a:lvl5pPr>
              <a:lvl6pPr algn="ctr">
                <a:defRPr sz="904" b="0">
                  <a:solidFill>
                    <a:srgbClr val="000000"/>
                  </a:solidFill>
                  <a:latin typeface="Arial"/>
                  <a:ea typeface="Arial"/>
                  <a:cs typeface="Arial"/>
                </a:defRPr>
              </a:lvl6pPr>
              <a:lvl7pPr algn="ctr">
                <a:defRPr sz="904" b="0">
                  <a:solidFill>
                    <a:srgbClr val="000000"/>
                  </a:solidFill>
                  <a:latin typeface="Arial"/>
                  <a:ea typeface="Arial"/>
                  <a:cs typeface="Arial"/>
                </a:defRPr>
              </a:lvl7pPr>
              <a:lvl8pPr algn="ctr">
                <a:defRPr sz="904" b="0">
                  <a:solidFill>
                    <a:srgbClr val="000000"/>
                  </a:solidFill>
                  <a:latin typeface="Arial"/>
                  <a:ea typeface="Arial"/>
                  <a:cs typeface="Arial"/>
                </a:defRPr>
              </a:lvl8pPr>
              <a:lvl9pPr algn="ctr">
                <a:defRPr sz="904" b="0">
                  <a:solidFill>
                    <a:srgbClr val="000000"/>
                  </a:solidFill>
                  <a:latin typeface="Arial"/>
                  <a:ea typeface="Arial"/>
                  <a:cs typeface="Arial"/>
                </a:defRPr>
              </a:lvl9pPr>
            </a:lstStyle>
            <a:p>
              <a:pPr algn="ctr">
                <a:defRPr sz="904" b="0">
                  <a:solidFill>
                    <a:srgbClr val="000000"/>
                  </a:solidFill>
                  <a:latin typeface="Arial"/>
                  <a:ea typeface="Arial"/>
                  <a:cs typeface="Arial"/>
                </a:defRPr>
              </a:pPr>
              <a:r>
                <a:rPr sz="904" b="0">
                  <a:solidFill>
                    <a:srgbClr val="000000"/>
                  </a:solidFill>
                  <a:latin typeface="Arial"/>
                  <a:ea typeface="Arial"/>
                  <a:cs typeface="Arial"/>
                </a:rPr>
                <a:t>2000 date</a:t>
              </a:r>
            </a:p>
          </p:txBody>
        </p:sp>
        <p:sp>
          <p:nvSpPr>
            <p:cNvPr id="40" name="text_039">
              <a:extLst>
                <a:ext uri="{FF2B5EF4-FFF2-40B4-BE49-F238E27FC236}">
                  <ns2:creationId id="{1D861875-7CC0-4B5C-B46D-7F2A865B810F}"/>
                </a:ext>
              </a:extLst>
            </p:cNvPr>
            <p:cNvSpPr>
              <a:spLocks noGrp="1"/>
            </p:cNvSpPr>
            <p:nvPr/>
          </p:nvSpPr>
          <p:spPr>
            <a:xfrm rot="0">
              <a:off x="6762750" y="2990850"/>
              <a:ext cx="4953000" cy="238125"/>
            </a:xfrm>
            <a:prstGeom prst="rect">
              <a:avLst/>
            </a:prstGeom>
            <a:noFill/>
            <a:ln w="0">
              <a:noFill/>
              <a:prstDash val="solid"/>
            </a:ln>
          </p:spPr>
          <p:txBody>
            <a:bodyPr wrap="none" lIns="0" tIns="0" rIns="0" bIns="0" anchor="t">
              <a:noAutofit/>
            </a:bodyPr>
            <a:lstStyle>
              <a:defPPr algn="l">
                <a:defRPr sz="1073" b="1">
                  <a:solidFill>
                    <a:srgbClr val="000000"/>
                  </a:solidFill>
                  <a:latin typeface="Arial"/>
                  <a:ea typeface="Arial"/>
                  <a:cs typeface="Arial"/>
                </a:defRPr>
              </a:defPPr>
              <a:lvl1pPr algn="l">
                <a:defRPr sz="1073" b="1">
                  <a:solidFill>
                    <a:srgbClr val="000000"/>
                  </a:solidFill>
                  <a:latin typeface="Arial"/>
                  <a:ea typeface="Arial"/>
                  <a:cs typeface="Arial"/>
                </a:defRPr>
              </a:lvl1pPr>
              <a:lvl2pPr algn="l">
                <a:defRPr sz="1073" b="1">
                  <a:solidFill>
                    <a:srgbClr val="000000"/>
                  </a:solidFill>
                  <a:latin typeface="Arial"/>
                  <a:ea typeface="Arial"/>
                  <a:cs typeface="Arial"/>
                </a:defRPr>
              </a:lvl2pPr>
              <a:lvl3pPr algn="l">
                <a:defRPr sz="1073" b="1">
                  <a:solidFill>
                    <a:srgbClr val="000000"/>
                  </a:solidFill>
                  <a:latin typeface="Arial"/>
                  <a:ea typeface="Arial"/>
                  <a:cs typeface="Arial"/>
                </a:defRPr>
              </a:lvl3pPr>
              <a:lvl4pPr algn="l">
                <a:defRPr sz="1073" b="1">
                  <a:solidFill>
                    <a:srgbClr val="000000"/>
                  </a:solidFill>
                  <a:latin typeface="Arial"/>
                  <a:ea typeface="Arial"/>
                  <a:cs typeface="Arial"/>
                </a:defRPr>
              </a:lvl4pPr>
              <a:lvl5pPr algn="l">
                <a:defRPr sz="1073" b="1">
                  <a:solidFill>
                    <a:srgbClr val="000000"/>
                  </a:solidFill>
                  <a:latin typeface="Arial"/>
                  <a:ea typeface="Arial"/>
                  <a:cs typeface="Arial"/>
                </a:defRPr>
              </a:lvl5pPr>
              <a:lvl6pPr algn="l">
                <a:defRPr sz="1073" b="1">
                  <a:solidFill>
                    <a:srgbClr val="000000"/>
                  </a:solidFill>
                  <a:latin typeface="Arial"/>
                  <a:ea typeface="Arial"/>
                  <a:cs typeface="Arial"/>
                </a:defRPr>
              </a:lvl6pPr>
              <a:lvl7pPr algn="l">
                <a:defRPr sz="1073" b="1">
                  <a:solidFill>
                    <a:srgbClr val="000000"/>
                  </a:solidFill>
                  <a:latin typeface="Arial"/>
                  <a:ea typeface="Arial"/>
                  <a:cs typeface="Arial"/>
                </a:defRPr>
              </a:lvl7pPr>
              <a:lvl8pPr algn="l">
                <a:defRPr sz="1073" b="1">
                  <a:solidFill>
                    <a:srgbClr val="000000"/>
                  </a:solidFill>
                  <a:latin typeface="Arial"/>
                  <a:ea typeface="Arial"/>
                  <a:cs typeface="Arial"/>
                </a:defRPr>
              </a:lvl8pPr>
              <a:lvl9pPr algn="l">
                <a:defRPr sz="1073" b="1">
                  <a:solidFill>
                    <a:srgbClr val="000000"/>
                  </a:solidFill>
                  <a:latin typeface="Arial"/>
                  <a:ea typeface="Arial"/>
                  <a:cs typeface="Arial"/>
                </a:defRPr>
              </a:lvl9pPr>
            </a:lstStyle>
            <a:p>
              <a:pPr algn="l">
                <a:defRPr sz="1073" b="1">
                  <a:solidFill>
                    <a:srgbClr val="000000"/>
                  </a:solidFill>
                  <a:latin typeface="Arial"/>
                  <a:ea typeface="Arial"/>
                  <a:cs typeface="Arial"/>
                </a:defRPr>
              </a:pPr>
              <a:r>
                <a:rPr sz="1073" b="1">
                  <a:solidFill>
                    <a:srgbClr val="000000"/>
                  </a:solidFill>
                  <a:latin typeface="Arial"/>
                  <a:ea typeface="Arial"/>
                  <a:cs typeface="Arial"/>
                </a:rPr>
                <a:t>RG-MTM-R20</a:t>
              </a:r>
            </a:p>
          </p:txBody>
        </p:sp>
        <p:pic>
          <p:nvPicPr>
            <p:cNvPr id="41" name="">
              <a:extLst>
                <a:ext uri="{FF2B5EF4-FFF2-40B4-BE49-F238E27FC236}">
                  <ns2:creationId id="{9DE111E0-AF46-48E3-A812-F2B0925BC5B1}"/>
                </a:ext>
              </a:extLst>
            </p:cNvPr>
            <p:cNvPicPr>
              <a:picLocks noChangeAspect="1"/>
            </p:cNvPicPr>
            <p:nvPr/>
          </p:nvPicPr>
          <p:blipFill>
            <a:blip r:embed="R3b64e699ba19403d"/>
            <a:stretch/>
          </p:blipFill>
          <p:spPr>
            <a:xfrm>
              <a:off x="6762750" y="3257563"/>
              <a:ext cx="4953000" cy="1333475"/>
            </a:xfrm>
            <a:prstGeom prst="rect">
              <a:avLst/>
            </a:prstGeom>
          </p:spPr>
        </p:pic>
        <p:sp>
          <p:nvSpPr>
            <p:cNvPr id="42" name="rect_041">
              <a:extLst>
                <a:ext uri="{FF2B5EF4-FFF2-40B4-BE49-F238E27FC236}">
                  <ns2:creationId id="{4F21F3B3-E3A8-4BFF-A4FA-16ACE4628F80}"/>
                </a:ext>
              </a:extLst>
            </p:cNvPr>
            <p:cNvSpPr>
              <a:spLocks noGrp="1"/>
            </p:cNvSpPr>
            <p:nvPr/>
          </p:nvSpPr>
          <p:spPr>
            <a:xfrm rot="0">
              <a:off x="6762750" y="3257550"/>
              <a:ext cx="4953000" cy="1333500"/>
            </a:xfrm>
            <a:prstGeom prst="rect">
              <a:avLst/>
            </a:prstGeom>
            <a:noFill/>
            <a:ln w="5021">
              <a:solidFill>
                <a:srgbClr val="7B8790"/>
              </a:solidFill>
              <a:prstDash val="solid"/>
            </a:ln>
          </p:spPr>
        </p:sp>
        <p:sp>
          <p:nvSpPr>
            <p:cNvPr id="43" name="text_042">
              <a:extLst>
                <a:ext uri="{FF2B5EF4-FFF2-40B4-BE49-F238E27FC236}">
                  <ns2:creationId id="{C6685036-FC46-4C51-81DF-CCE1B93DEEAA}"/>
                </a:ext>
              </a:extLst>
            </p:cNvPr>
            <p:cNvSpPr>
              <a:spLocks noGrp="1"/>
            </p:cNvSpPr>
            <p:nvPr/>
          </p:nvSpPr>
          <p:spPr>
            <a:xfrm rot="0">
              <a:off x="6353175" y="4505325"/>
              <a:ext cx="333375" cy="209550"/>
            </a:xfrm>
            <a:prstGeom prst="rect">
              <a:avLst/>
            </a:prstGeom>
            <a:noFill/>
            <a:ln w="0">
              <a:noFill/>
              <a:prstDash val="solid"/>
            </a:ln>
          </p:spPr>
          <p:txBody>
            <a:bodyPr wrap="none" lIns="0" tIns="0" rIns="0" bIns="0" anchor="t">
              <a:noAutofit/>
            </a:bodyPr>
            <a:lstStyle>
              <a:defPPr algn="r">
                <a:defRPr sz="904" b="0">
                  <a:solidFill>
                    <a:srgbClr val="000000"/>
                  </a:solidFill>
                  <a:latin typeface="Arial"/>
                  <a:ea typeface="Arial"/>
                  <a:cs typeface="Arial"/>
                </a:defRPr>
              </a:defPPr>
              <a:lvl1pPr algn="r">
                <a:defRPr sz="904" b="0">
                  <a:solidFill>
                    <a:srgbClr val="000000"/>
                  </a:solidFill>
                  <a:latin typeface="Arial"/>
                  <a:ea typeface="Arial"/>
                  <a:cs typeface="Arial"/>
                </a:defRPr>
              </a:lvl1pPr>
              <a:lvl2pPr algn="r">
                <a:defRPr sz="904" b="0">
                  <a:solidFill>
                    <a:srgbClr val="000000"/>
                  </a:solidFill>
                  <a:latin typeface="Arial"/>
                  <a:ea typeface="Arial"/>
                  <a:cs typeface="Arial"/>
                </a:defRPr>
              </a:lvl2pPr>
              <a:lvl3pPr algn="r">
                <a:defRPr sz="904" b="0">
                  <a:solidFill>
                    <a:srgbClr val="000000"/>
                  </a:solidFill>
                  <a:latin typeface="Arial"/>
                  <a:ea typeface="Arial"/>
                  <a:cs typeface="Arial"/>
                </a:defRPr>
              </a:lvl3pPr>
              <a:lvl4pPr algn="r">
                <a:defRPr sz="904" b="0">
                  <a:solidFill>
                    <a:srgbClr val="000000"/>
                  </a:solidFill>
                  <a:latin typeface="Arial"/>
                  <a:ea typeface="Arial"/>
                  <a:cs typeface="Arial"/>
                </a:defRPr>
              </a:lvl4pPr>
              <a:lvl5pPr algn="r">
                <a:defRPr sz="904" b="0">
                  <a:solidFill>
                    <a:srgbClr val="000000"/>
                  </a:solidFill>
                  <a:latin typeface="Arial"/>
                  <a:ea typeface="Arial"/>
                  <a:cs typeface="Arial"/>
                </a:defRPr>
              </a:lvl5pPr>
              <a:lvl6pPr algn="r">
                <a:defRPr sz="904" b="0">
                  <a:solidFill>
                    <a:srgbClr val="000000"/>
                  </a:solidFill>
                  <a:latin typeface="Arial"/>
                  <a:ea typeface="Arial"/>
                  <a:cs typeface="Arial"/>
                </a:defRPr>
              </a:lvl6pPr>
              <a:lvl7pPr algn="r">
                <a:defRPr sz="904" b="0">
                  <a:solidFill>
                    <a:srgbClr val="000000"/>
                  </a:solidFill>
                  <a:latin typeface="Arial"/>
                  <a:ea typeface="Arial"/>
                  <a:cs typeface="Arial"/>
                </a:defRPr>
              </a:lvl7pPr>
              <a:lvl8pPr algn="r">
                <a:defRPr sz="904" b="0">
                  <a:solidFill>
                    <a:srgbClr val="000000"/>
                  </a:solidFill>
                  <a:latin typeface="Arial"/>
                  <a:ea typeface="Arial"/>
                  <a:cs typeface="Arial"/>
                </a:defRPr>
              </a:lvl8pPr>
              <a:lvl9pPr algn="r">
                <a:defRPr sz="904" b="0">
                  <a:solidFill>
                    <a:srgbClr val="000000"/>
                  </a:solidFill>
                  <a:latin typeface="Arial"/>
                  <a:ea typeface="Arial"/>
                  <a:cs typeface="Arial"/>
                </a:defRPr>
              </a:lvl9pPr>
            </a:lstStyle>
            <a:p>
              <a:pPr algn="r">
                <a:defRPr sz="904" b="0">
                  <a:solidFill>
                    <a:srgbClr val="000000"/>
                  </a:solidFill>
                  <a:latin typeface="Arial"/>
                  <a:ea typeface="Arial"/>
                  <a:cs typeface="Arial"/>
                </a:defRPr>
              </a:pPr>
              <a:r>
                <a:rPr sz="904" b="0">
                  <a:solidFill>
                    <a:srgbClr val="000000"/>
                  </a:solidFill>
                  <a:latin typeface="Arial"/>
                  <a:ea typeface="Arial"/>
                  <a:cs typeface="Arial"/>
                </a:rPr>
                <a:t>0</a:t>
              </a:r>
            </a:p>
          </p:txBody>
        </p:sp>
        <p:sp>
          <p:nvSpPr>
            <p:cNvPr id="44" name="text_043">
              <a:extLst>
                <a:ext uri="{FF2B5EF4-FFF2-40B4-BE49-F238E27FC236}">
                  <ns2:creationId id="{81FE8D56-6CBD-43F6-9E34-FABEF158D2CF}"/>
                </a:ext>
              </a:extLst>
            </p:cNvPr>
            <p:cNvSpPr>
              <a:spLocks noGrp="1"/>
            </p:cNvSpPr>
            <p:nvPr/>
          </p:nvSpPr>
          <p:spPr>
            <a:xfrm rot="0">
              <a:off x="6353175" y="3838575"/>
              <a:ext cx="333375" cy="209550"/>
            </a:xfrm>
            <a:prstGeom prst="rect">
              <a:avLst/>
            </a:prstGeom>
            <a:noFill/>
            <a:ln w="0">
              <a:noFill/>
              <a:prstDash val="solid"/>
            </a:ln>
          </p:spPr>
          <p:txBody>
            <a:bodyPr wrap="none" lIns="0" tIns="0" rIns="0" bIns="0" anchor="t">
              <a:noAutofit/>
            </a:bodyPr>
            <a:lstStyle>
              <a:defPPr algn="r">
                <a:defRPr sz="904" b="0">
                  <a:solidFill>
                    <a:srgbClr val="000000"/>
                  </a:solidFill>
                  <a:latin typeface="Arial"/>
                  <a:ea typeface="Arial"/>
                  <a:cs typeface="Arial"/>
                </a:defRPr>
              </a:defPPr>
              <a:lvl1pPr algn="r">
                <a:defRPr sz="904" b="0">
                  <a:solidFill>
                    <a:srgbClr val="000000"/>
                  </a:solidFill>
                  <a:latin typeface="Arial"/>
                  <a:ea typeface="Arial"/>
                  <a:cs typeface="Arial"/>
                </a:defRPr>
              </a:lvl1pPr>
              <a:lvl2pPr algn="r">
                <a:defRPr sz="904" b="0">
                  <a:solidFill>
                    <a:srgbClr val="000000"/>
                  </a:solidFill>
                  <a:latin typeface="Arial"/>
                  <a:ea typeface="Arial"/>
                  <a:cs typeface="Arial"/>
                </a:defRPr>
              </a:lvl2pPr>
              <a:lvl3pPr algn="r">
                <a:defRPr sz="904" b="0">
                  <a:solidFill>
                    <a:srgbClr val="000000"/>
                  </a:solidFill>
                  <a:latin typeface="Arial"/>
                  <a:ea typeface="Arial"/>
                  <a:cs typeface="Arial"/>
                </a:defRPr>
              </a:lvl3pPr>
              <a:lvl4pPr algn="r">
                <a:defRPr sz="904" b="0">
                  <a:solidFill>
                    <a:srgbClr val="000000"/>
                  </a:solidFill>
                  <a:latin typeface="Arial"/>
                  <a:ea typeface="Arial"/>
                  <a:cs typeface="Arial"/>
                </a:defRPr>
              </a:lvl4pPr>
              <a:lvl5pPr algn="r">
                <a:defRPr sz="904" b="0">
                  <a:solidFill>
                    <a:srgbClr val="000000"/>
                  </a:solidFill>
                  <a:latin typeface="Arial"/>
                  <a:ea typeface="Arial"/>
                  <a:cs typeface="Arial"/>
                </a:defRPr>
              </a:lvl5pPr>
              <a:lvl6pPr algn="r">
                <a:defRPr sz="904" b="0">
                  <a:solidFill>
                    <a:srgbClr val="000000"/>
                  </a:solidFill>
                  <a:latin typeface="Arial"/>
                  <a:ea typeface="Arial"/>
                  <a:cs typeface="Arial"/>
                </a:defRPr>
              </a:lvl6pPr>
              <a:lvl7pPr algn="r">
                <a:defRPr sz="904" b="0">
                  <a:solidFill>
                    <a:srgbClr val="000000"/>
                  </a:solidFill>
                  <a:latin typeface="Arial"/>
                  <a:ea typeface="Arial"/>
                  <a:cs typeface="Arial"/>
                </a:defRPr>
              </a:lvl7pPr>
              <a:lvl8pPr algn="r">
                <a:defRPr sz="904" b="0">
                  <a:solidFill>
                    <a:srgbClr val="000000"/>
                  </a:solidFill>
                  <a:latin typeface="Arial"/>
                  <a:ea typeface="Arial"/>
                  <a:cs typeface="Arial"/>
                </a:defRPr>
              </a:lvl8pPr>
              <a:lvl9pPr algn="r">
                <a:defRPr sz="904" b="0">
                  <a:solidFill>
                    <a:srgbClr val="000000"/>
                  </a:solidFill>
                  <a:latin typeface="Arial"/>
                  <a:ea typeface="Arial"/>
                  <a:cs typeface="Arial"/>
                </a:defRPr>
              </a:lvl9pPr>
            </a:lstStyle>
            <a:p>
              <a:pPr algn="r">
                <a:defRPr sz="904" b="0">
                  <a:solidFill>
                    <a:srgbClr val="000000"/>
                  </a:solidFill>
                  <a:latin typeface="Arial"/>
                  <a:ea typeface="Arial"/>
                  <a:cs typeface="Arial"/>
                </a:defRPr>
              </a:pPr>
              <a:r>
                <a:rPr sz="904" b="0">
                  <a:solidFill>
                    <a:srgbClr val="000000"/>
                  </a:solidFill>
                  <a:latin typeface="Arial"/>
                  <a:ea typeface="Arial"/>
                  <a:cs typeface="Arial"/>
                </a:rPr>
                <a:t>0.5</a:t>
              </a:r>
            </a:p>
          </p:txBody>
        </p:sp>
        <p:sp>
          <p:nvSpPr>
            <p:cNvPr id="45" name="text_044">
              <a:extLst>
                <a:ext uri="{FF2B5EF4-FFF2-40B4-BE49-F238E27FC236}">
                  <ns2:creationId id="{3F92BD1A-186A-4574-AE15-901687F3553D}"/>
                </a:ext>
              </a:extLst>
            </p:cNvPr>
            <p:cNvSpPr>
              <a:spLocks noGrp="1"/>
            </p:cNvSpPr>
            <p:nvPr/>
          </p:nvSpPr>
          <p:spPr>
            <a:xfrm rot="0">
              <a:off x="6353175" y="3171825"/>
              <a:ext cx="333375" cy="209550"/>
            </a:xfrm>
            <a:prstGeom prst="rect">
              <a:avLst/>
            </a:prstGeom>
            <a:noFill/>
            <a:ln w="0">
              <a:noFill/>
              <a:prstDash val="solid"/>
            </a:ln>
          </p:spPr>
          <p:txBody>
            <a:bodyPr wrap="none" lIns="0" tIns="0" rIns="0" bIns="0" anchor="t">
              <a:noAutofit/>
            </a:bodyPr>
            <a:lstStyle>
              <a:defPPr algn="r">
                <a:defRPr sz="904" b="0">
                  <a:solidFill>
                    <a:srgbClr val="000000"/>
                  </a:solidFill>
                  <a:latin typeface="Arial"/>
                  <a:ea typeface="Arial"/>
                  <a:cs typeface="Arial"/>
                </a:defRPr>
              </a:defPPr>
              <a:lvl1pPr algn="r">
                <a:defRPr sz="904" b="0">
                  <a:solidFill>
                    <a:srgbClr val="000000"/>
                  </a:solidFill>
                  <a:latin typeface="Arial"/>
                  <a:ea typeface="Arial"/>
                  <a:cs typeface="Arial"/>
                </a:defRPr>
              </a:lvl1pPr>
              <a:lvl2pPr algn="r">
                <a:defRPr sz="904" b="0">
                  <a:solidFill>
                    <a:srgbClr val="000000"/>
                  </a:solidFill>
                  <a:latin typeface="Arial"/>
                  <a:ea typeface="Arial"/>
                  <a:cs typeface="Arial"/>
                </a:defRPr>
              </a:lvl2pPr>
              <a:lvl3pPr algn="r">
                <a:defRPr sz="904" b="0">
                  <a:solidFill>
                    <a:srgbClr val="000000"/>
                  </a:solidFill>
                  <a:latin typeface="Arial"/>
                  <a:ea typeface="Arial"/>
                  <a:cs typeface="Arial"/>
                </a:defRPr>
              </a:lvl3pPr>
              <a:lvl4pPr algn="r">
                <a:defRPr sz="904" b="0">
                  <a:solidFill>
                    <a:srgbClr val="000000"/>
                  </a:solidFill>
                  <a:latin typeface="Arial"/>
                  <a:ea typeface="Arial"/>
                  <a:cs typeface="Arial"/>
                </a:defRPr>
              </a:lvl4pPr>
              <a:lvl5pPr algn="r">
                <a:defRPr sz="904" b="0">
                  <a:solidFill>
                    <a:srgbClr val="000000"/>
                  </a:solidFill>
                  <a:latin typeface="Arial"/>
                  <a:ea typeface="Arial"/>
                  <a:cs typeface="Arial"/>
                </a:defRPr>
              </a:lvl5pPr>
              <a:lvl6pPr algn="r">
                <a:defRPr sz="904" b="0">
                  <a:solidFill>
                    <a:srgbClr val="000000"/>
                  </a:solidFill>
                  <a:latin typeface="Arial"/>
                  <a:ea typeface="Arial"/>
                  <a:cs typeface="Arial"/>
                </a:defRPr>
              </a:lvl6pPr>
              <a:lvl7pPr algn="r">
                <a:defRPr sz="904" b="0">
                  <a:solidFill>
                    <a:srgbClr val="000000"/>
                  </a:solidFill>
                  <a:latin typeface="Arial"/>
                  <a:ea typeface="Arial"/>
                  <a:cs typeface="Arial"/>
                </a:defRPr>
              </a:lvl7pPr>
              <a:lvl8pPr algn="r">
                <a:defRPr sz="904" b="0">
                  <a:solidFill>
                    <a:srgbClr val="000000"/>
                  </a:solidFill>
                  <a:latin typeface="Arial"/>
                  <a:ea typeface="Arial"/>
                  <a:cs typeface="Arial"/>
                </a:defRPr>
              </a:lvl8pPr>
              <a:lvl9pPr algn="r">
                <a:defRPr sz="904" b="0">
                  <a:solidFill>
                    <a:srgbClr val="000000"/>
                  </a:solidFill>
                  <a:latin typeface="Arial"/>
                  <a:ea typeface="Arial"/>
                  <a:cs typeface="Arial"/>
                </a:defRPr>
              </a:lvl9pPr>
            </a:lstStyle>
            <a:p>
              <a:pPr algn="r">
                <a:defRPr sz="904" b="0">
                  <a:solidFill>
                    <a:srgbClr val="000000"/>
                  </a:solidFill>
                  <a:latin typeface="Arial"/>
                  <a:ea typeface="Arial"/>
                  <a:cs typeface="Arial"/>
                </a:defRPr>
              </a:pPr>
              <a:r>
                <a:rPr sz="904" b="0">
                  <a:solidFill>
                    <a:srgbClr val="000000"/>
                  </a:solidFill>
                  <a:latin typeface="Arial"/>
                  <a:ea typeface="Arial"/>
                  <a:cs typeface="Arial"/>
                </a:rPr>
                <a:t>1</a:t>
              </a:r>
            </a:p>
          </p:txBody>
        </p:sp>
        <p:sp>
          <p:nvSpPr>
            <p:cNvPr id="46" name="text_045">
              <a:extLst>
                <a:ext uri="{FF2B5EF4-FFF2-40B4-BE49-F238E27FC236}">
                  <ns2:creationId id="{73740261-7581-436E-B120-5AD0847DE566}"/>
                </a:ext>
              </a:extLst>
            </p:cNvPr>
            <p:cNvSpPr>
              <a:spLocks noGrp="1"/>
            </p:cNvSpPr>
            <p:nvPr/>
          </p:nvSpPr>
          <p:spPr>
            <a:xfrm rot="0">
              <a:off x="6464716" y="4638675"/>
              <a:ext cx="609600" cy="209550"/>
            </a:xfrm>
            <a:prstGeom prst="rect">
              <a:avLst/>
            </a:prstGeom>
            <a:noFill/>
            <a:ln w="0">
              <a:noFill/>
              <a:prstDash val="solid"/>
            </a:ln>
          </p:spPr>
          <p:txBody>
            <a:bodyPr wrap="none" lIns="0" tIns="0" rIns="0" bIns="0" anchor="t">
              <a:noAutofit/>
            </a:bodyPr>
            <a:lstStyle>
              <a:defPPr algn="ctr">
                <a:defRPr sz="847" b="0">
                  <a:solidFill>
                    <a:srgbClr val="000000"/>
                  </a:solidFill>
                  <a:latin typeface="Arial"/>
                  <a:ea typeface="Arial"/>
                  <a:cs typeface="Arial"/>
                </a:defRPr>
              </a:defPPr>
              <a:lvl1pPr algn="ctr">
                <a:defRPr sz="847" b="0">
                  <a:solidFill>
                    <a:srgbClr val="000000"/>
                  </a:solidFill>
                  <a:latin typeface="Arial"/>
                  <a:ea typeface="Arial"/>
                  <a:cs typeface="Arial"/>
                </a:defRPr>
              </a:lvl1pPr>
              <a:lvl2pPr algn="ctr">
                <a:defRPr sz="847" b="0">
                  <a:solidFill>
                    <a:srgbClr val="000000"/>
                  </a:solidFill>
                  <a:latin typeface="Arial"/>
                  <a:ea typeface="Arial"/>
                  <a:cs typeface="Arial"/>
                </a:defRPr>
              </a:lvl2pPr>
              <a:lvl3pPr algn="ctr">
                <a:defRPr sz="847" b="0">
                  <a:solidFill>
                    <a:srgbClr val="000000"/>
                  </a:solidFill>
                  <a:latin typeface="Arial"/>
                  <a:ea typeface="Arial"/>
                  <a:cs typeface="Arial"/>
                </a:defRPr>
              </a:lvl3pPr>
              <a:lvl4pPr algn="ctr">
                <a:defRPr sz="847" b="0">
                  <a:solidFill>
                    <a:srgbClr val="000000"/>
                  </a:solidFill>
                  <a:latin typeface="Arial"/>
                  <a:ea typeface="Arial"/>
                  <a:cs typeface="Arial"/>
                </a:defRPr>
              </a:lvl4pPr>
              <a:lvl5pPr algn="ctr">
                <a:defRPr sz="847" b="0">
                  <a:solidFill>
                    <a:srgbClr val="000000"/>
                  </a:solidFill>
                  <a:latin typeface="Arial"/>
                  <a:ea typeface="Arial"/>
                  <a:cs typeface="Arial"/>
                </a:defRPr>
              </a:lvl5pPr>
              <a:lvl6pPr algn="ctr">
                <a:defRPr sz="847" b="0">
                  <a:solidFill>
                    <a:srgbClr val="000000"/>
                  </a:solidFill>
                  <a:latin typeface="Arial"/>
                  <a:ea typeface="Arial"/>
                  <a:cs typeface="Arial"/>
                </a:defRPr>
              </a:lvl6pPr>
              <a:lvl7pPr algn="ctr">
                <a:defRPr sz="847" b="0">
                  <a:solidFill>
                    <a:srgbClr val="000000"/>
                  </a:solidFill>
                  <a:latin typeface="Arial"/>
                  <a:ea typeface="Arial"/>
                  <a:cs typeface="Arial"/>
                </a:defRPr>
              </a:lvl7pPr>
              <a:lvl8pPr algn="ctr">
                <a:defRPr sz="847" b="0">
                  <a:solidFill>
                    <a:srgbClr val="000000"/>
                  </a:solidFill>
                  <a:latin typeface="Arial"/>
                  <a:ea typeface="Arial"/>
                  <a:cs typeface="Arial"/>
                </a:defRPr>
              </a:lvl8pPr>
              <a:lvl9pPr algn="ctr">
                <a:defRPr sz="847" b="0">
                  <a:solidFill>
                    <a:srgbClr val="000000"/>
                  </a:solidFill>
                  <a:latin typeface="Arial"/>
                  <a:ea typeface="Arial"/>
                  <a:cs typeface="Arial"/>
                </a:defRPr>
              </a:lvl9pPr>
            </a:lstStyle>
            <a:p>
              <a:pPr algn="ctr">
                <a:defRPr sz="847" b="0">
                  <a:solidFill>
                    <a:srgbClr val="000000"/>
                  </a:solidFill>
                  <a:latin typeface="Arial"/>
                  <a:ea typeface="Arial"/>
                  <a:cs typeface="Arial"/>
                </a:defRPr>
              </a:pPr>
              <a:r>
                <a:rPr sz="847" b="0">
                  <a:solidFill>
                    <a:srgbClr val="000000"/>
                  </a:solidFill>
                  <a:latin typeface="Arial"/>
                  <a:ea typeface="Arial"/>
                  <a:cs typeface="Arial"/>
                </a:rPr>
                <a:t>Jan 1</a:t>
              </a:r>
            </a:p>
          </p:txBody>
        </p:sp>
        <p:sp>
          <p:nvSpPr>
            <p:cNvPr id="47" name="text_046">
              <a:extLst>
                <a:ext uri="{FF2B5EF4-FFF2-40B4-BE49-F238E27FC236}">
                  <ns2:creationId id="{D541F160-742E-42AD-968B-69426799F30E}"/>
                </a:ext>
              </a:extLst>
            </p:cNvPr>
            <p:cNvSpPr>
              <a:spLocks noGrp="1"/>
            </p:cNvSpPr>
            <p:nvPr/>
          </p:nvSpPr>
          <p:spPr>
            <a:xfrm rot="0">
              <a:off x="7696200" y="4638675"/>
              <a:ext cx="609600" cy="209550"/>
            </a:xfrm>
            <a:prstGeom prst="rect">
              <a:avLst/>
            </a:prstGeom>
            <a:noFill/>
            <a:ln w="0">
              <a:noFill/>
              <a:prstDash val="solid"/>
            </a:ln>
          </p:spPr>
          <p:txBody>
            <a:bodyPr wrap="none" lIns="0" tIns="0" rIns="0" bIns="0" anchor="t">
              <a:noAutofit/>
            </a:bodyPr>
            <a:lstStyle>
              <a:defPPr algn="ctr">
                <a:defRPr sz="847" b="0">
                  <a:solidFill>
                    <a:srgbClr val="000000"/>
                  </a:solidFill>
                  <a:latin typeface="Arial"/>
                  <a:ea typeface="Arial"/>
                  <a:cs typeface="Arial"/>
                </a:defRPr>
              </a:defPPr>
              <a:lvl1pPr algn="ctr">
                <a:defRPr sz="847" b="0">
                  <a:solidFill>
                    <a:srgbClr val="000000"/>
                  </a:solidFill>
                  <a:latin typeface="Arial"/>
                  <a:ea typeface="Arial"/>
                  <a:cs typeface="Arial"/>
                </a:defRPr>
              </a:lvl1pPr>
              <a:lvl2pPr algn="ctr">
                <a:defRPr sz="847" b="0">
                  <a:solidFill>
                    <a:srgbClr val="000000"/>
                  </a:solidFill>
                  <a:latin typeface="Arial"/>
                  <a:ea typeface="Arial"/>
                  <a:cs typeface="Arial"/>
                </a:defRPr>
              </a:lvl2pPr>
              <a:lvl3pPr algn="ctr">
                <a:defRPr sz="847" b="0">
                  <a:solidFill>
                    <a:srgbClr val="000000"/>
                  </a:solidFill>
                  <a:latin typeface="Arial"/>
                  <a:ea typeface="Arial"/>
                  <a:cs typeface="Arial"/>
                </a:defRPr>
              </a:lvl3pPr>
              <a:lvl4pPr algn="ctr">
                <a:defRPr sz="847" b="0">
                  <a:solidFill>
                    <a:srgbClr val="000000"/>
                  </a:solidFill>
                  <a:latin typeface="Arial"/>
                  <a:ea typeface="Arial"/>
                  <a:cs typeface="Arial"/>
                </a:defRPr>
              </a:lvl4pPr>
              <a:lvl5pPr algn="ctr">
                <a:defRPr sz="847" b="0">
                  <a:solidFill>
                    <a:srgbClr val="000000"/>
                  </a:solidFill>
                  <a:latin typeface="Arial"/>
                  <a:ea typeface="Arial"/>
                  <a:cs typeface="Arial"/>
                </a:defRPr>
              </a:lvl5pPr>
              <a:lvl6pPr algn="ctr">
                <a:defRPr sz="847" b="0">
                  <a:solidFill>
                    <a:srgbClr val="000000"/>
                  </a:solidFill>
                  <a:latin typeface="Arial"/>
                  <a:ea typeface="Arial"/>
                  <a:cs typeface="Arial"/>
                </a:defRPr>
              </a:lvl6pPr>
              <a:lvl7pPr algn="ctr">
                <a:defRPr sz="847" b="0">
                  <a:solidFill>
                    <a:srgbClr val="000000"/>
                  </a:solidFill>
                  <a:latin typeface="Arial"/>
                  <a:ea typeface="Arial"/>
                  <a:cs typeface="Arial"/>
                </a:defRPr>
              </a:lvl7pPr>
              <a:lvl8pPr algn="ctr">
                <a:defRPr sz="847" b="0">
                  <a:solidFill>
                    <a:srgbClr val="000000"/>
                  </a:solidFill>
                  <a:latin typeface="Arial"/>
                  <a:ea typeface="Arial"/>
                  <a:cs typeface="Arial"/>
                </a:defRPr>
              </a:lvl8pPr>
              <a:lvl9pPr algn="ctr">
                <a:defRPr sz="847" b="0">
                  <a:solidFill>
                    <a:srgbClr val="000000"/>
                  </a:solidFill>
                  <a:latin typeface="Arial"/>
                  <a:ea typeface="Arial"/>
                  <a:cs typeface="Arial"/>
                </a:defRPr>
              </a:lvl9pPr>
            </a:lstStyle>
            <a:p>
              <a:pPr algn="ctr">
                <a:defRPr sz="847" b="0">
                  <a:solidFill>
                    <a:srgbClr val="000000"/>
                  </a:solidFill>
                  <a:latin typeface="Arial"/>
                  <a:ea typeface="Arial"/>
                  <a:cs typeface="Arial"/>
                </a:defRPr>
              </a:pPr>
              <a:r>
                <a:rPr sz="847" b="0">
                  <a:solidFill>
                    <a:srgbClr val="000000"/>
                  </a:solidFill>
                  <a:latin typeface="Arial"/>
                  <a:ea typeface="Arial"/>
                  <a:cs typeface="Arial"/>
                </a:rPr>
                <a:t>Apr 1</a:t>
              </a:r>
            </a:p>
          </p:txBody>
        </p:sp>
        <p:sp>
          <p:nvSpPr>
            <p:cNvPr id="48" name="text_047">
              <a:extLst>
                <a:ext uri="{FF2B5EF4-FFF2-40B4-BE49-F238E27FC236}">
                  <ns2:creationId id="{44D2465F-A56C-4D59-9E52-0F76871DAB6D}"/>
                </a:ext>
              </a:extLst>
            </p:cNvPr>
            <p:cNvSpPr>
              <a:spLocks noGrp="1"/>
            </p:cNvSpPr>
            <p:nvPr/>
          </p:nvSpPr>
          <p:spPr>
            <a:xfrm rot="0">
              <a:off x="8927684" y="4638675"/>
              <a:ext cx="609600" cy="209550"/>
            </a:xfrm>
            <a:prstGeom prst="rect">
              <a:avLst/>
            </a:prstGeom>
            <a:noFill/>
            <a:ln w="0">
              <a:noFill/>
              <a:prstDash val="solid"/>
            </a:ln>
          </p:spPr>
          <p:txBody>
            <a:bodyPr wrap="none" lIns="0" tIns="0" rIns="0" bIns="0" anchor="t">
              <a:noAutofit/>
            </a:bodyPr>
            <a:lstStyle>
              <a:defPPr algn="ctr">
                <a:defRPr sz="847" b="0">
                  <a:solidFill>
                    <a:srgbClr val="000000"/>
                  </a:solidFill>
                  <a:latin typeface="Arial"/>
                  <a:ea typeface="Arial"/>
                  <a:cs typeface="Arial"/>
                </a:defRPr>
              </a:defPPr>
              <a:lvl1pPr algn="ctr">
                <a:defRPr sz="847" b="0">
                  <a:solidFill>
                    <a:srgbClr val="000000"/>
                  </a:solidFill>
                  <a:latin typeface="Arial"/>
                  <a:ea typeface="Arial"/>
                  <a:cs typeface="Arial"/>
                </a:defRPr>
              </a:lvl1pPr>
              <a:lvl2pPr algn="ctr">
                <a:defRPr sz="847" b="0">
                  <a:solidFill>
                    <a:srgbClr val="000000"/>
                  </a:solidFill>
                  <a:latin typeface="Arial"/>
                  <a:ea typeface="Arial"/>
                  <a:cs typeface="Arial"/>
                </a:defRPr>
              </a:lvl2pPr>
              <a:lvl3pPr algn="ctr">
                <a:defRPr sz="847" b="0">
                  <a:solidFill>
                    <a:srgbClr val="000000"/>
                  </a:solidFill>
                  <a:latin typeface="Arial"/>
                  <a:ea typeface="Arial"/>
                  <a:cs typeface="Arial"/>
                </a:defRPr>
              </a:lvl3pPr>
              <a:lvl4pPr algn="ctr">
                <a:defRPr sz="847" b="0">
                  <a:solidFill>
                    <a:srgbClr val="000000"/>
                  </a:solidFill>
                  <a:latin typeface="Arial"/>
                  <a:ea typeface="Arial"/>
                  <a:cs typeface="Arial"/>
                </a:defRPr>
              </a:lvl4pPr>
              <a:lvl5pPr algn="ctr">
                <a:defRPr sz="847" b="0">
                  <a:solidFill>
                    <a:srgbClr val="000000"/>
                  </a:solidFill>
                  <a:latin typeface="Arial"/>
                  <a:ea typeface="Arial"/>
                  <a:cs typeface="Arial"/>
                </a:defRPr>
              </a:lvl5pPr>
              <a:lvl6pPr algn="ctr">
                <a:defRPr sz="847" b="0">
                  <a:solidFill>
                    <a:srgbClr val="000000"/>
                  </a:solidFill>
                  <a:latin typeface="Arial"/>
                  <a:ea typeface="Arial"/>
                  <a:cs typeface="Arial"/>
                </a:defRPr>
              </a:lvl6pPr>
              <a:lvl7pPr algn="ctr">
                <a:defRPr sz="847" b="0">
                  <a:solidFill>
                    <a:srgbClr val="000000"/>
                  </a:solidFill>
                  <a:latin typeface="Arial"/>
                  <a:ea typeface="Arial"/>
                  <a:cs typeface="Arial"/>
                </a:defRPr>
              </a:lvl7pPr>
              <a:lvl8pPr algn="ctr">
                <a:defRPr sz="847" b="0">
                  <a:solidFill>
                    <a:srgbClr val="000000"/>
                  </a:solidFill>
                  <a:latin typeface="Arial"/>
                  <a:ea typeface="Arial"/>
                  <a:cs typeface="Arial"/>
                </a:defRPr>
              </a:lvl8pPr>
              <a:lvl9pPr algn="ctr">
                <a:defRPr sz="847" b="0">
                  <a:solidFill>
                    <a:srgbClr val="000000"/>
                  </a:solidFill>
                  <a:latin typeface="Arial"/>
                  <a:ea typeface="Arial"/>
                  <a:cs typeface="Arial"/>
                </a:defRPr>
              </a:lvl9pPr>
            </a:lstStyle>
            <a:p>
              <a:pPr algn="ctr">
                <a:defRPr sz="847" b="0">
                  <a:solidFill>
                    <a:srgbClr val="000000"/>
                  </a:solidFill>
                  <a:latin typeface="Arial"/>
                  <a:ea typeface="Arial"/>
                  <a:cs typeface="Arial"/>
                </a:defRPr>
              </a:pPr>
              <a:r>
                <a:rPr sz="847" b="0">
                  <a:solidFill>
                    <a:srgbClr val="000000"/>
                  </a:solidFill>
                  <a:latin typeface="Arial"/>
                  <a:ea typeface="Arial"/>
                  <a:cs typeface="Arial"/>
                </a:rPr>
                <a:t>Jul 1</a:t>
              </a:r>
            </a:p>
          </p:txBody>
        </p:sp>
        <p:sp>
          <p:nvSpPr>
            <p:cNvPr id="49" name="text_048">
              <a:extLst>
                <a:ext uri="{FF2B5EF4-FFF2-40B4-BE49-F238E27FC236}">
                  <ns2:creationId id="{FA103A43-C142-4520-A668-B9845A92EF3A}"/>
                </a:ext>
              </a:extLst>
            </p:cNvPr>
            <p:cNvSpPr>
              <a:spLocks noGrp="1"/>
            </p:cNvSpPr>
            <p:nvPr/>
          </p:nvSpPr>
          <p:spPr>
            <a:xfrm rot="0">
              <a:off x="10172700" y="4638675"/>
              <a:ext cx="609600" cy="209550"/>
            </a:xfrm>
            <a:prstGeom prst="rect">
              <a:avLst/>
            </a:prstGeom>
            <a:noFill/>
            <a:ln w="0">
              <a:noFill/>
              <a:prstDash val="solid"/>
            </a:ln>
          </p:spPr>
          <p:txBody>
            <a:bodyPr wrap="none" lIns="0" tIns="0" rIns="0" bIns="0" anchor="t">
              <a:noAutofit/>
            </a:bodyPr>
            <a:lstStyle>
              <a:defPPr algn="ctr">
                <a:defRPr sz="847" b="0">
                  <a:solidFill>
                    <a:srgbClr val="000000"/>
                  </a:solidFill>
                  <a:latin typeface="Arial"/>
                  <a:ea typeface="Arial"/>
                  <a:cs typeface="Arial"/>
                </a:defRPr>
              </a:defPPr>
              <a:lvl1pPr algn="ctr">
                <a:defRPr sz="847" b="0">
                  <a:solidFill>
                    <a:srgbClr val="000000"/>
                  </a:solidFill>
                  <a:latin typeface="Arial"/>
                  <a:ea typeface="Arial"/>
                  <a:cs typeface="Arial"/>
                </a:defRPr>
              </a:lvl1pPr>
              <a:lvl2pPr algn="ctr">
                <a:defRPr sz="847" b="0">
                  <a:solidFill>
                    <a:srgbClr val="000000"/>
                  </a:solidFill>
                  <a:latin typeface="Arial"/>
                  <a:ea typeface="Arial"/>
                  <a:cs typeface="Arial"/>
                </a:defRPr>
              </a:lvl2pPr>
              <a:lvl3pPr algn="ctr">
                <a:defRPr sz="847" b="0">
                  <a:solidFill>
                    <a:srgbClr val="000000"/>
                  </a:solidFill>
                  <a:latin typeface="Arial"/>
                  <a:ea typeface="Arial"/>
                  <a:cs typeface="Arial"/>
                </a:defRPr>
              </a:lvl3pPr>
              <a:lvl4pPr algn="ctr">
                <a:defRPr sz="847" b="0">
                  <a:solidFill>
                    <a:srgbClr val="000000"/>
                  </a:solidFill>
                  <a:latin typeface="Arial"/>
                  <a:ea typeface="Arial"/>
                  <a:cs typeface="Arial"/>
                </a:defRPr>
              </a:lvl4pPr>
              <a:lvl5pPr algn="ctr">
                <a:defRPr sz="847" b="0">
                  <a:solidFill>
                    <a:srgbClr val="000000"/>
                  </a:solidFill>
                  <a:latin typeface="Arial"/>
                  <a:ea typeface="Arial"/>
                  <a:cs typeface="Arial"/>
                </a:defRPr>
              </a:lvl5pPr>
              <a:lvl6pPr algn="ctr">
                <a:defRPr sz="847" b="0">
                  <a:solidFill>
                    <a:srgbClr val="000000"/>
                  </a:solidFill>
                  <a:latin typeface="Arial"/>
                  <a:ea typeface="Arial"/>
                  <a:cs typeface="Arial"/>
                </a:defRPr>
              </a:lvl6pPr>
              <a:lvl7pPr algn="ctr">
                <a:defRPr sz="847" b="0">
                  <a:solidFill>
                    <a:srgbClr val="000000"/>
                  </a:solidFill>
                  <a:latin typeface="Arial"/>
                  <a:ea typeface="Arial"/>
                  <a:cs typeface="Arial"/>
                </a:defRPr>
              </a:lvl7pPr>
              <a:lvl8pPr algn="ctr">
                <a:defRPr sz="847" b="0">
                  <a:solidFill>
                    <a:srgbClr val="000000"/>
                  </a:solidFill>
                  <a:latin typeface="Arial"/>
                  <a:ea typeface="Arial"/>
                  <a:cs typeface="Arial"/>
                </a:defRPr>
              </a:lvl8pPr>
              <a:lvl9pPr algn="ctr">
                <a:defRPr sz="847" b="0">
                  <a:solidFill>
                    <a:srgbClr val="000000"/>
                  </a:solidFill>
                  <a:latin typeface="Arial"/>
                  <a:ea typeface="Arial"/>
                  <a:cs typeface="Arial"/>
                </a:defRPr>
              </a:lvl9pPr>
            </a:lstStyle>
            <a:p>
              <a:pPr algn="ctr">
                <a:defRPr sz="847" b="0">
                  <a:solidFill>
                    <a:srgbClr val="000000"/>
                  </a:solidFill>
                  <a:latin typeface="Arial"/>
                  <a:ea typeface="Arial"/>
                  <a:cs typeface="Arial"/>
                </a:defRPr>
              </a:pPr>
              <a:r>
                <a:rPr sz="847" b="0">
                  <a:solidFill>
                    <a:srgbClr val="000000"/>
                  </a:solidFill>
                  <a:latin typeface="Arial"/>
                  <a:ea typeface="Arial"/>
                  <a:cs typeface="Arial"/>
                </a:rPr>
                <a:t>Oct 1</a:t>
              </a:r>
            </a:p>
          </p:txBody>
        </p:sp>
        <p:sp>
          <p:nvSpPr>
            <p:cNvPr id="50" name="text_049">
              <a:extLst>
                <a:ext uri="{FF2B5EF4-FFF2-40B4-BE49-F238E27FC236}">
                  <ns2:creationId id="{8ADFD88A-8E86-4A87-9185-05C89A246600}"/>
                </a:ext>
              </a:extLst>
            </p:cNvPr>
            <p:cNvSpPr>
              <a:spLocks noGrp="1"/>
            </p:cNvSpPr>
            <p:nvPr/>
          </p:nvSpPr>
          <p:spPr>
            <a:xfrm rot="0">
              <a:off x="11404184" y="4638675"/>
              <a:ext cx="609600" cy="209550"/>
            </a:xfrm>
            <a:prstGeom prst="rect">
              <a:avLst/>
            </a:prstGeom>
            <a:noFill/>
            <a:ln w="0">
              <a:noFill/>
              <a:prstDash val="solid"/>
            </a:ln>
          </p:spPr>
          <p:txBody>
            <a:bodyPr wrap="none" lIns="0" tIns="0" rIns="0" bIns="0" anchor="t">
              <a:noAutofit/>
            </a:bodyPr>
            <a:lstStyle>
              <a:defPPr algn="ctr">
                <a:defRPr sz="847" b="0">
                  <a:solidFill>
                    <a:srgbClr val="000000"/>
                  </a:solidFill>
                  <a:latin typeface="Arial"/>
                  <a:ea typeface="Arial"/>
                  <a:cs typeface="Arial"/>
                </a:defRPr>
              </a:defPPr>
              <a:lvl1pPr algn="ctr">
                <a:defRPr sz="847" b="0">
                  <a:solidFill>
                    <a:srgbClr val="000000"/>
                  </a:solidFill>
                  <a:latin typeface="Arial"/>
                  <a:ea typeface="Arial"/>
                  <a:cs typeface="Arial"/>
                </a:defRPr>
              </a:lvl1pPr>
              <a:lvl2pPr algn="ctr">
                <a:defRPr sz="847" b="0">
                  <a:solidFill>
                    <a:srgbClr val="000000"/>
                  </a:solidFill>
                  <a:latin typeface="Arial"/>
                  <a:ea typeface="Arial"/>
                  <a:cs typeface="Arial"/>
                </a:defRPr>
              </a:lvl2pPr>
              <a:lvl3pPr algn="ctr">
                <a:defRPr sz="847" b="0">
                  <a:solidFill>
                    <a:srgbClr val="000000"/>
                  </a:solidFill>
                  <a:latin typeface="Arial"/>
                  <a:ea typeface="Arial"/>
                  <a:cs typeface="Arial"/>
                </a:defRPr>
              </a:lvl3pPr>
              <a:lvl4pPr algn="ctr">
                <a:defRPr sz="847" b="0">
                  <a:solidFill>
                    <a:srgbClr val="000000"/>
                  </a:solidFill>
                  <a:latin typeface="Arial"/>
                  <a:ea typeface="Arial"/>
                  <a:cs typeface="Arial"/>
                </a:defRPr>
              </a:lvl4pPr>
              <a:lvl5pPr algn="ctr">
                <a:defRPr sz="847" b="0">
                  <a:solidFill>
                    <a:srgbClr val="000000"/>
                  </a:solidFill>
                  <a:latin typeface="Arial"/>
                  <a:ea typeface="Arial"/>
                  <a:cs typeface="Arial"/>
                </a:defRPr>
              </a:lvl5pPr>
              <a:lvl6pPr algn="ctr">
                <a:defRPr sz="847" b="0">
                  <a:solidFill>
                    <a:srgbClr val="000000"/>
                  </a:solidFill>
                  <a:latin typeface="Arial"/>
                  <a:ea typeface="Arial"/>
                  <a:cs typeface="Arial"/>
                </a:defRPr>
              </a:lvl6pPr>
              <a:lvl7pPr algn="ctr">
                <a:defRPr sz="847" b="0">
                  <a:solidFill>
                    <a:srgbClr val="000000"/>
                  </a:solidFill>
                  <a:latin typeface="Arial"/>
                  <a:ea typeface="Arial"/>
                  <a:cs typeface="Arial"/>
                </a:defRPr>
              </a:lvl7pPr>
              <a:lvl8pPr algn="ctr">
                <a:defRPr sz="847" b="0">
                  <a:solidFill>
                    <a:srgbClr val="000000"/>
                  </a:solidFill>
                  <a:latin typeface="Arial"/>
                  <a:ea typeface="Arial"/>
                  <a:cs typeface="Arial"/>
                </a:defRPr>
              </a:lvl8pPr>
              <a:lvl9pPr algn="ctr">
                <a:defRPr sz="847" b="0">
                  <a:solidFill>
                    <a:srgbClr val="000000"/>
                  </a:solidFill>
                  <a:latin typeface="Arial"/>
                  <a:ea typeface="Arial"/>
                  <a:cs typeface="Arial"/>
                </a:defRPr>
              </a:lvl9pPr>
            </a:lstStyle>
            <a:p>
              <a:pPr algn="ctr">
                <a:defRPr sz="847" b="0">
                  <a:solidFill>
                    <a:srgbClr val="000000"/>
                  </a:solidFill>
                  <a:latin typeface="Arial"/>
                  <a:ea typeface="Arial"/>
                  <a:cs typeface="Arial"/>
                </a:defRPr>
              </a:pPr>
              <a:r>
                <a:rPr sz="847" b="0">
                  <a:solidFill>
                    <a:srgbClr val="000000"/>
                  </a:solidFill>
                  <a:latin typeface="Arial"/>
                  <a:ea typeface="Arial"/>
                  <a:cs typeface="Arial"/>
                </a:rPr>
                <a:t>Dec 31</a:t>
              </a:r>
            </a:p>
          </p:txBody>
        </p:sp>
        <p:sp>
          <p:nvSpPr>
            <p:cNvPr id="51" name="text_050">
              <a:extLst>
                <a:ext uri="{FF2B5EF4-FFF2-40B4-BE49-F238E27FC236}">
                  <ns2:creationId id="{5095FA4C-FB6F-4FE8-A565-E5AF7EB28A32}"/>
                </a:ext>
              </a:extLst>
            </p:cNvPr>
            <p:cNvSpPr>
              <a:spLocks noGrp="1"/>
            </p:cNvSpPr>
            <p:nvPr/>
          </p:nvSpPr>
          <p:spPr>
            <a:xfrm rot="0">
              <a:off x="6762750" y="4867275"/>
              <a:ext cx="4953000" cy="209550"/>
            </a:xfrm>
            <a:prstGeom prst="rect">
              <a:avLst/>
            </a:prstGeom>
            <a:noFill/>
            <a:ln w="0">
              <a:noFill/>
              <a:prstDash val="solid"/>
            </a:ln>
          </p:spPr>
          <p:txBody>
            <a:bodyPr wrap="none" lIns="0" tIns="0" rIns="0" bIns="0" anchor="t">
              <a:noAutofit/>
            </a:bodyPr>
            <a:lstStyle>
              <a:defPPr algn="ctr">
                <a:defRPr sz="904" b="0">
                  <a:solidFill>
                    <a:srgbClr val="000000"/>
                  </a:solidFill>
                  <a:latin typeface="Arial"/>
                  <a:ea typeface="Arial"/>
                  <a:cs typeface="Arial"/>
                </a:defRPr>
              </a:defPPr>
              <a:lvl1pPr algn="ctr">
                <a:defRPr sz="904" b="0">
                  <a:solidFill>
                    <a:srgbClr val="000000"/>
                  </a:solidFill>
                  <a:latin typeface="Arial"/>
                  <a:ea typeface="Arial"/>
                  <a:cs typeface="Arial"/>
                </a:defRPr>
              </a:lvl1pPr>
              <a:lvl2pPr algn="ctr">
                <a:defRPr sz="904" b="0">
                  <a:solidFill>
                    <a:srgbClr val="000000"/>
                  </a:solidFill>
                  <a:latin typeface="Arial"/>
                  <a:ea typeface="Arial"/>
                  <a:cs typeface="Arial"/>
                </a:defRPr>
              </a:lvl2pPr>
              <a:lvl3pPr algn="ctr">
                <a:defRPr sz="904" b="0">
                  <a:solidFill>
                    <a:srgbClr val="000000"/>
                  </a:solidFill>
                  <a:latin typeface="Arial"/>
                  <a:ea typeface="Arial"/>
                  <a:cs typeface="Arial"/>
                </a:defRPr>
              </a:lvl3pPr>
              <a:lvl4pPr algn="ctr">
                <a:defRPr sz="904" b="0">
                  <a:solidFill>
                    <a:srgbClr val="000000"/>
                  </a:solidFill>
                  <a:latin typeface="Arial"/>
                  <a:ea typeface="Arial"/>
                  <a:cs typeface="Arial"/>
                </a:defRPr>
              </a:lvl4pPr>
              <a:lvl5pPr algn="ctr">
                <a:defRPr sz="904" b="0">
                  <a:solidFill>
                    <a:srgbClr val="000000"/>
                  </a:solidFill>
                  <a:latin typeface="Arial"/>
                  <a:ea typeface="Arial"/>
                  <a:cs typeface="Arial"/>
                </a:defRPr>
              </a:lvl5pPr>
              <a:lvl6pPr algn="ctr">
                <a:defRPr sz="904" b="0">
                  <a:solidFill>
                    <a:srgbClr val="000000"/>
                  </a:solidFill>
                  <a:latin typeface="Arial"/>
                  <a:ea typeface="Arial"/>
                  <a:cs typeface="Arial"/>
                </a:defRPr>
              </a:lvl6pPr>
              <a:lvl7pPr algn="ctr">
                <a:defRPr sz="904" b="0">
                  <a:solidFill>
                    <a:srgbClr val="000000"/>
                  </a:solidFill>
                  <a:latin typeface="Arial"/>
                  <a:ea typeface="Arial"/>
                  <a:cs typeface="Arial"/>
                </a:defRPr>
              </a:lvl7pPr>
              <a:lvl8pPr algn="ctr">
                <a:defRPr sz="904" b="0">
                  <a:solidFill>
                    <a:srgbClr val="000000"/>
                  </a:solidFill>
                  <a:latin typeface="Arial"/>
                  <a:ea typeface="Arial"/>
                  <a:cs typeface="Arial"/>
                </a:defRPr>
              </a:lvl8pPr>
              <a:lvl9pPr algn="ctr">
                <a:defRPr sz="904" b="0">
                  <a:solidFill>
                    <a:srgbClr val="000000"/>
                  </a:solidFill>
                  <a:latin typeface="Arial"/>
                  <a:ea typeface="Arial"/>
                  <a:cs typeface="Arial"/>
                </a:defRPr>
              </a:lvl9pPr>
            </a:lstStyle>
            <a:p>
              <a:pPr algn="ctr">
                <a:defRPr sz="904" b="0">
                  <a:solidFill>
                    <a:srgbClr val="000000"/>
                  </a:solidFill>
                  <a:latin typeface="Arial"/>
                  <a:ea typeface="Arial"/>
                  <a:cs typeface="Arial"/>
                </a:defRPr>
              </a:pPr>
              <a:r>
                <a:rPr sz="904" b="0">
                  <a:solidFill>
                    <a:srgbClr val="000000"/>
                  </a:solidFill>
                  <a:latin typeface="Arial"/>
                  <a:ea typeface="Arial"/>
                  <a:cs typeface="Arial"/>
                </a:rPr>
                <a:t>2000 date</a:t>
              </a:r>
            </a:p>
          </p:txBody>
        </p:sp>
        <p:pic>
          <p:nvPicPr>
            <p:cNvPr id="52" name="">
              <a:extLst>
                <a:ext uri="{FF2B5EF4-FFF2-40B4-BE49-F238E27FC236}">
                  <ns2:creationId id="{582D460C-F654-4639-BC72-069A90B6E998}"/>
                </a:ext>
              </a:extLst>
            </p:cNvPr>
            <p:cNvPicPr>
              <a:picLocks noChangeAspect="1"/>
            </p:cNvPicPr>
            <p:nvPr/>
          </p:nvPicPr>
          <p:blipFill>
            <a:blip r:embed="R1e822fd23d7c4ccb"/>
            <a:stretch/>
          </p:blipFill>
          <p:spPr>
            <a:xfrm>
              <a:off x="4333875" y="5105400"/>
              <a:ext cx="4381500" cy="104775"/>
            </a:xfrm>
            <a:prstGeom prst="rect">
              <a:avLst/>
            </a:prstGeom>
          </p:spPr>
        </p:pic>
        <p:sp>
          <p:nvSpPr>
            <p:cNvPr id="53" name="text_052">
              <a:extLst>
                <a:ext uri="{FF2B5EF4-FFF2-40B4-BE49-F238E27FC236}">
                  <ns2:creationId id="{6B3A2AB7-8FE6-40BA-9CE6-CDF30DD8F453}"/>
                </a:ext>
              </a:extLst>
            </p:cNvPr>
            <p:cNvSpPr>
              <a:spLocks noGrp="1"/>
            </p:cNvSpPr>
            <p:nvPr/>
          </p:nvSpPr>
          <p:spPr>
            <a:xfrm rot="0">
              <a:off x="3476625" y="5029200"/>
              <a:ext cx="762000" cy="228600"/>
            </a:xfrm>
            <a:prstGeom prst="rect">
              <a:avLst/>
            </a:prstGeom>
            <a:noFill/>
            <a:ln w="0">
              <a:noFill/>
              <a:prstDash val="solid"/>
            </a:ln>
          </p:spPr>
          <p:txBody>
            <a:bodyPr wrap="none" lIns="0" tIns="0" rIns="0" bIns="0" anchor="t">
              <a:noAutofit/>
            </a:bodyPr>
            <a:lstStyle>
              <a:defPPr algn="r">
                <a:defRPr sz="904" b="0">
                  <a:solidFill>
                    <a:srgbClr val="000000"/>
                  </a:solidFill>
                  <a:latin typeface="Arial"/>
                  <a:ea typeface="Arial"/>
                  <a:cs typeface="Arial"/>
                </a:defRPr>
              </a:defPPr>
              <a:lvl1pPr algn="r">
                <a:defRPr sz="904" b="0">
                  <a:solidFill>
                    <a:srgbClr val="000000"/>
                  </a:solidFill>
                  <a:latin typeface="Arial"/>
                  <a:ea typeface="Arial"/>
                  <a:cs typeface="Arial"/>
                </a:defRPr>
              </a:lvl1pPr>
              <a:lvl2pPr algn="r">
                <a:defRPr sz="904" b="0">
                  <a:solidFill>
                    <a:srgbClr val="000000"/>
                  </a:solidFill>
                  <a:latin typeface="Arial"/>
                  <a:ea typeface="Arial"/>
                  <a:cs typeface="Arial"/>
                </a:defRPr>
              </a:lvl2pPr>
              <a:lvl3pPr algn="r">
                <a:defRPr sz="904" b="0">
                  <a:solidFill>
                    <a:srgbClr val="000000"/>
                  </a:solidFill>
                  <a:latin typeface="Arial"/>
                  <a:ea typeface="Arial"/>
                  <a:cs typeface="Arial"/>
                </a:defRPr>
              </a:lvl3pPr>
              <a:lvl4pPr algn="r">
                <a:defRPr sz="904" b="0">
                  <a:solidFill>
                    <a:srgbClr val="000000"/>
                  </a:solidFill>
                  <a:latin typeface="Arial"/>
                  <a:ea typeface="Arial"/>
                  <a:cs typeface="Arial"/>
                </a:defRPr>
              </a:lvl4pPr>
              <a:lvl5pPr algn="r">
                <a:defRPr sz="904" b="0">
                  <a:solidFill>
                    <a:srgbClr val="000000"/>
                  </a:solidFill>
                  <a:latin typeface="Arial"/>
                  <a:ea typeface="Arial"/>
                  <a:cs typeface="Arial"/>
                </a:defRPr>
              </a:lvl5pPr>
              <a:lvl6pPr algn="r">
                <a:defRPr sz="904" b="0">
                  <a:solidFill>
                    <a:srgbClr val="000000"/>
                  </a:solidFill>
                  <a:latin typeface="Arial"/>
                  <a:ea typeface="Arial"/>
                  <a:cs typeface="Arial"/>
                </a:defRPr>
              </a:lvl6pPr>
              <a:lvl7pPr algn="r">
                <a:defRPr sz="904" b="0">
                  <a:solidFill>
                    <a:srgbClr val="000000"/>
                  </a:solidFill>
                  <a:latin typeface="Arial"/>
                  <a:ea typeface="Arial"/>
                  <a:cs typeface="Arial"/>
                </a:defRPr>
              </a:lvl7pPr>
              <a:lvl8pPr algn="r">
                <a:defRPr sz="904" b="0">
                  <a:solidFill>
                    <a:srgbClr val="000000"/>
                  </a:solidFill>
                  <a:latin typeface="Arial"/>
                  <a:ea typeface="Arial"/>
                  <a:cs typeface="Arial"/>
                </a:defRPr>
              </a:lvl8pPr>
              <a:lvl9pPr algn="r">
                <a:defRPr sz="904" b="0">
                  <a:solidFill>
                    <a:srgbClr val="000000"/>
                  </a:solidFill>
                  <a:latin typeface="Arial"/>
                  <a:ea typeface="Arial"/>
                  <a:cs typeface="Arial"/>
                </a:defRPr>
              </a:lvl9pPr>
            </a:lstStyle>
            <a:p>
              <a:pPr algn="r">
                <a:defRPr sz="904" b="0">
                  <a:solidFill>
                    <a:srgbClr val="000000"/>
                  </a:solidFill>
                  <a:latin typeface="Arial"/>
                  <a:ea typeface="Arial"/>
                  <a:cs typeface="Arial"/>
                </a:defRPr>
              </a:pPr>
              <a:r>
                <a:rPr sz="904" b="0">
                  <a:solidFill>
                    <a:srgbClr val="000000"/>
                  </a:solidFill>
                  <a:latin typeface="Arial"/>
                  <a:ea typeface="Arial"/>
                  <a:cs typeface="Arial"/>
                </a:rPr>
                <a:t>0.00</a:t>
              </a:r>
            </a:p>
          </p:txBody>
        </p:sp>
        <p:sp>
          <p:nvSpPr>
            <p:cNvPr id="54" name="text_053">
              <a:extLst>
                <a:ext uri="{FF2B5EF4-FFF2-40B4-BE49-F238E27FC236}">
                  <ns2:creationId id="{9AD7A6B1-CC38-4F18-ADFF-2CA7CED166A2}"/>
                </a:ext>
              </a:extLst>
            </p:cNvPr>
            <p:cNvSpPr>
              <a:spLocks noGrp="1"/>
            </p:cNvSpPr>
            <p:nvPr/>
          </p:nvSpPr>
          <p:spPr>
            <a:xfrm rot="0">
              <a:off x="8858250" y="5029200"/>
              <a:ext cx="952500" cy="228600"/>
            </a:xfrm>
            <a:prstGeom prst="rect">
              <a:avLst/>
            </a:prstGeom>
            <a:noFill/>
            <a:ln w="0">
              <a:noFill/>
              <a:prstDash val="solid"/>
            </a:ln>
          </p:spPr>
          <p:txBody>
            <a:bodyPr wrap="none" lIns="0" tIns="0" rIns="0" bIns="0" anchor="t">
              <a:noAutofit/>
            </a:bodyPr>
            <a:lstStyle>
              <a:defPPr algn="l">
                <a:defRPr sz="904" b="0">
                  <a:solidFill>
                    <a:srgbClr val="000000"/>
                  </a:solidFill>
                  <a:latin typeface="Arial"/>
                  <a:ea typeface="Arial"/>
                  <a:cs typeface="Arial"/>
                </a:defRPr>
              </a:defPPr>
              <a:lvl1pPr algn="l">
                <a:defRPr sz="904" b="0">
                  <a:solidFill>
                    <a:srgbClr val="000000"/>
                  </a:solidFill>
                  <a:latin typeface="Arial"/>
                  <a:ea typeface="Arial"/>
                  <a:cs typeface="Arial"/>
                </a:defRPr>
              </a:lvl1pPr>
              <a:lvl2pPr algn="l">
                <a:defRPr sz="904" b="0">
                  <a:solidFill>
                    <a:srgbClr val="000000"/>
                  </a:solidFill>
                  <a:latin typeface="Arial"/>
                  <a:ea typeface="Arial"/>
                  <a:cs typeface="Arial"/>
                </a:defRPr>
              </a:lvl2pPr>
              <a:lvl3pPr algn="l">
                <a:defRPr sz="904" b="0">
                  <a:solidFill>
                    <a:srgbClr val="000000"/>
                  </a:solidFill>
                  <a:latin typeface="Arial"/>
                  <a:ea typeface="Arial"/>
                  <a:cs typeface="Arial"/>
                </a:defRPr>
              </a:lvl3pPr>
              <a:lvl4pPr algn="l">
                <a:defRPr sz="904" b="0">
                  <a:solidFill>
                    <a:srgbClr val="000000"/>
                  </a:solidFill>
                  <a:latin typeface="Arial"/>
                  <a:ea typeface="Arial"/>
                  <a:cs typeface="Arial"/>
                </a:defRPr>
              </a:lvl4pPr>
              <a:lvl5pPr algn="l">
                <a:defRPr sz="904" b="0">
                  <a:solidFill>
                    <a:srgbClr val="000000"/>
                  </a:solidFill>
                  <a:latin typeface="Arial"/>
                  <a:ea typeface="Arial"/>
                  <a:cs typeface="Arial"/>
                </a:defRPr>
              </a:lvl5pPr>
              <a:lvl6pPr algn="l">
                <a:defRPr sz="904" b="0">
                  <a:solidFill>
                    <a:srgbClr val="000000"/>
                  </a:solidFill>
                  <a:latin typeface="Arial"/>
                  <a:ea typeface="Arial"/>
                  <a:cs typeface="Arial"/>
                </a:defRPr>
              </a:lvl6pPr>
              <a:lvl7pPr algn="l">
                <a:defRPr sz="904" b="0">
                  <a:solidFill>
                    <a:srgbClr val="000000"/>
                  </a:solidFill>
                  <a:latin typeface="Arial"/>
                  <a:ea typeface="Arial"/>
                  <a:cs typeface="Arial"/>
                </a:defRPr>
              </a:lvl7pPr>
              <a:lvl8pPr algn="l">
                <a:defRPr sz="904" b="0">
                  <a:solidFill>
                    <a:srgbClr val="000000"/>
                  </a:solidFill>
                  <a:latin typeface="Arial"/>
                  <a:ea typeface="Arial"/>
                  <a:cs typeface="Arial"/>
                </a:defRPr>
              </a:lvl8pPr>
              <a:lvl9pPr algn="l">
                <a:defRPr sz="904" b="0">
                  <a:solidFill>
                    <a:srgbClr val="000000"/>
                  </a:solidFill>
                  <a:latin typeface="Arial"/>
                  <a:ea typeface="Arial"/>
                  <a:cs typeface="Arial"/>
                </a:defRPr>
              </a:lvl9pPr>
            </a:lstStyle>
            <a:p>
              <a:pPr algn="l">
                <a:defRPr sz="904" b="0">
                  <a:solidFill>
                    <a:srgbClr val="000000"/>
                  </a:solidFill>
                  <a:latin typeface="Arial"/>
                  <a:ea typeface="Arial"/>
                  <a:cs typeface="Arial"/>
                </a:defRPr>
              </a:pPr>
              <a:r>
                <a:rPr sz="904" b="0">
                  <a:solidFill>
                    <a:srgbClr val="000000"/>
                  </a:solidFill>
                  <a:latin typeface="Arial"/>
                  <a:ea typeface="Arial"/>
                  <a:cs typeface="Arial"/>
                </a:rPr>
                <a:t>162.34</a:t>
              </a:r>
            </a:p>
          </p:txBody>
        </p:sp>
        <p:sp>
          <p:nvSpPr>
            <p:cNvPr id="55" name="text_054">
              <a:extLst>
                <a:ext uri="{FF2B5EF4-FFF2-40B4-BE49-F238E27FC236}">
                  <ns2:creationId id="{A68F8C83-DA1D-4792-8A3B-30AD26A5BBFA}"/>
                </a:ext>
              </a:extLst>
            </p:cNvPr>
            <p:cNvSpPr>
              <a:spLocks noGrp="1"/>
            </p:cNvSpPr>
            <p:nvPr/>
          </p:nvSpPr>
          <p:spPr>
            <a:xfrm rot="0">
              <a:off x="285750" y="5019675"/>
              <a:ext cx="2952750" cy="247650"/>
            </a:xfrm>
            <a:prstGeom prst="rect">
              <a:avLst/>
            </a:prstGeom>
            <a:noFill/>
            <a:ln w="0">
              <a:noFill/>
              <a:prstDash val="solid"/>
            </a:ln>
          </p:spPr>
          <p:txBody>
            <a:bodyPr wrap="none" lIns="0" tIns="0" rIns="0" bIns="0" anchor="t">
              <a:noAutofit/>
            </a:bodyPr>
            <a:lstStyle>
              <a:defPPr algn="l">
                <a:defRPr sz="960" b="0">
                  <a:solidFill>
                    <a:srgbClr val="000000"/>
                  </a:solidFill>
                  <a:latin typeface="Arial"/>
                  <a:ea typeface="Arial"/>
                  <a:cs typeface="Arial"/>
                </a:defRPr>
              </a:defPPr>
              <a:lvl1pPr algn="l">
                <a:defRPr sz="960" b="0">
                  <a:solidFill>
                    <a:srgbClr val="000000"/>
                  </a:solidFill>
                  <a:latin typeface="Arial"/>
                  <a:ea typeface="Arial"/>
                  <a:cs typeface="Arial"/>
                </a:defRPr>
              </a:lvl1pPr>
              <a:lvl2pPr algn="l">
                <a:defRPr sz="960" b="0">
                  <a:solidFill>
                    <a:srgbClr val="000000"/>
                  </a:solidFill>
                  <a:latin typeface="Arial"/>
                  <a:ea typeface="Arial"/>
                  <a:cs typeface="Arial"/>
                </a:defRPr>
              </a:lvl2pPr>
              <a:lvl3pPr algn="l">
                <a:defRPr sz="960" b="0">
                  <a:solidFill>
                    <a:srgbClr val="000000"/>
                  </a:solidFill>
                  <a:latin typeface="Arial"/>
                  <a:ea typeface="Arial"/>
                  <a:cs typeface="Arial"/>
                </a:defRPr>
              </a:lvl3pPr>
              <a:lvl4pPr algn="l">
                <a:defRPr sz="960" b="0">
                  <a:solidFill>
                    <a:srgbClr val="000000"/>
                  </a:solidFill>
                  <a:latin typeface="Arial"/>
                  <a:ea typeface="Arial"/>
                  <a:cs typeface="Arial"/>
                </a:defRPr>
              </a:lvl4pPr>
              <a:lvl5pPr algn="l">
                <a:defRPr sz="960" b="0">
                  <a:solidFill>
                    <a:srgbClr val="000000"/>
                  </a:solidFill>
                  <a:latin typeface="Arial"/>
                  <a:ea typeface="Arial"/>
                  <a:cs typeface="Arial"/>
                </a:defRPr>
              </a:lvl5pPr>
              <a:lvl6pPr algn="l">
                <a:defRPr sz="960" b="0">
                  <a:solidFill>
                    <a:srgbClr val="000000"/>
                  </a:solidFill>
                  <a:latin typeface="Arial"/>
                  <a:ea typeface="Arial"/>
                  <a:cs typeface="Arial"/>
                </a:defRPr>
              </a:lvl6pPr>
              <a:lvl7pPr algn="l">
                <a:defRPr sz="960" b="0">
                  <a:solidFill>
                    <a:srgbClr val="000000"/>
                  </a:solidFill>
                  <a:latin typeface="Arial"/>
                  <a:ea typeface="Arial"/>
                  <a:cs typeface="Arial"/>
                </a:defRPr>
              </a:lvl7pPr>
              <a:lvl8pPr algn="l">
                <a:defRPr sz="960" b="0">
                  <a:solidFill>
                    <a:srgbClr val="000000"/>
                  </a:solidFill>
                  <a:latin typeface="Arial"/>
                  <a:ea typeface="Arial"/>
                  <a:cs typeface="Arial"/>
                </a:defRPr>
              </a:lvl8pPr>
              <a:lvl9pPr algn="l">
                <a:defRPr sz="960" b="0">
                  <a:solidFill>
                    <a:srgbClr val="000000"/>
                  </a:solidFill>
                  <a:latin typeface="Arial"/>
                  <a:ea typeface="Arial"/>
                  <a:cs typeface="Arial"/>
                </a:defRPr>
              </a:lvl9pPr>
            </a:lstStyle>
            <a:p>
              <a:pPr algn="l">
                <a:defRPr sz="960" b="0">
                  <a:solidFill>
                    <a:srgbClr val="000000"/>
                  </a:solidFill>
                  <a:latin typeface="Arial"/>
                  <a:ea typeface="Arial"/>
                  <a:cs typeface="Arial"/>
                </a:defRPr>
              </a:pPr>
              <a:r>
                <a:rPr sz="960" b="0">
                  <a:solidFill>
                    <a:srgbClr val="000000"/>
                  </a:solidFill>
                  <a:latin typeface="Arial"/>
                  <a:ea typeface="Arial"/>
                  <a:cs typeface="Arial"/>
                </a:rPr>
                <a:t>PM2.5 (ug m-3)</a:t>
              </a:r>
            </a:p>
          </p:txBody>
        </p:sp>
        <p:sp>
          <p:nvSpPr>
            <p:cNvPr id="56" name="text_055">
              <a:extLst>
                <a:ext uri="{FF2B5EF4-FFF2-40B4-BE49-F238E27FC236}">
                  <ns2:creationId id="{0EC9713D-0CFE-4337-820B-79C5DF6B0287}"/>
                </a:ext>
              </a:extLst>
            </p:cNvPr>
            <p:cNvSpPr>
              <a:spLocks noGrp="1"/>
            </p:cNvSpPr>
            <p:nvPr/>
          </p:nvSpPr>
          <p:spPr>
            <a:xfrm rot="0">
              <a:off x="9810750" y="5019675"/>
              <a:ext cx="2190750" cy="228600"/>
            </a:xfrm>
            <a:prstGeom prst="rect">
              <a:avLst/>
            </a:prstGeom>
            <a:noFill/>
            <a:ln w="0">
              <a:noFill/>
              <a:prstDash val="solid"/>
            </a:ln>
          </p:spPr>
          <p:txBody>
            <a:bodyPr wrap="none" lIns="0" tIns="0" rIns="0" bIns="0" anchor="t">
              <a:noAutofit/>
            </a:bodyPr>
            <a:lstStyle>
              <a:defPPr algn="r">
                <a:defRPr sz="847" b="0">
                  <a:solidFill>
                    <a:srgbClr val="000000"/>
                  </a:solidFill>
                  <a:latin typeface="Arial"/>
                  <a:ea typeface="Arial"/>
                  <a:cs typeface="Arial"/>
                </a:defRPr>
              </a:defPPr>
              <a:lvl1pPr algn="r">
                <a:defRPr sz="847" b="0">
                  <a:solidFill>
                    <a:srgbClr val="000000"/>
                  </a:solidFill>
                  <a:latin typeface="Arial"/>
                  <a:ea typeface="Arial"/>
                  <a:cs typeface="Arial"/>
                </a:defRPr>
              </a:lvl1pPr>
              <a:lvl2pPr algn="r">
                <a:defRPr sz="847" b="0">
                  <a:solidFill>
                    <a:srgbClr val="000000"/>
                  </a:solidFill>
                  <a:latin typeface="Arial"/>
                  <a:ea typeface="Arial"/>
                  <a:cs typeface="Arial"/>
                </a:defRPr>
              </a:lvl2pPr>
              <a:lvl3pPr algn="r">
                <a:defRPr sz="847" b="0">
                  <a:solidFill>
                    <a:srgbClr val="000000"/>
                  </a:solidFill>
                  <a:latin typeface="Arial"/>
                  <a:ea typeface="Arial"/>
                  <a:cs typeface="Arial"/>
                </a:defRPr>
              </a:lvl3pPr>
              <a:lvl4pPr algn="r">
                <a:defRPr sz="847" b="0">
                  <a:solidFill>
                    <a:srgbClr val="000000"/>
                  </a:solidFill>
                  <a:latin typeface="Arial"/>
                  <a:ea typeface="Arial"/>
                  <a:cs typeface="Arial"/>
                </a:defRPr>
              </a:lvl4pPr>
              <a:lvl5pPr algn="r">
                <a:defRPr sz="847" b="0">
                  <a:solidFill>
                    <a:srgbClr val="000000"/>
                  </a:solidFill>
                  <a:latin typeface="Arial"/>
                  <a:ea typeface="Arial"/>
                  <a:cs typeface="Arial"/>
                </a:defRPr>
              </a:lvl5pPr>
              <a:lvl6pPr algn="r">
                <a:defRPr sz="847" b="0">
                  <a:solidFill>
                    <a:srgbClr val="000000"/>
                  </a:solidFill>
                  <a:latin typeface="Arial"/>
                  <a:ea typeface="Arial"/>
                  <a:cs typeface="Arial"/>
                </a:defRPr>
              </a:lvl6pPr>
              <a:lvl7pPr algn="r">
                <a:defRPr sz="847" b="0">
                  <a:solidFill>
                    <a:srgbClr val="000000"/>
                  </a:solidFill>
                  <a:latin typeface="Arial"/>
                  <a:ea typeface="Arial"/>
                  <a:cs typeface="Arial"/>
                </a:defRPr>
              </a:lvl7pPr>
              <a:lvl8pPr algn="r">
                <a:defRPr sz="847" b="0">
                  <a:solidFill>
                    <a:srgbClr val="000000"/>
                  </a:solidFill>
                  <a:latin typeface="Arial"/>
                  <a:ea typeface="Arial"/>
                  <a:cs typeface="Arial"/>
                </a:defRPr>
              </a:lvl8pPr>
              <a:lvl9pPr algn="r">
                <a:defRPr sz="847" b="0">
                  <a:solidFill>
                    <a:srgbClr val="000000"/>
                  </a:solidFill>
                  <a:latin typeface="Arial"/>
                  <a:ea typeface="Arial"/>
                  <a:cs typeface="Arial"/>
                </a:defRPr>
              </a:lvl9pPr>
            </a:lstStyle>
            <a:p>
              <a:pPr algn="r">
                <a:defRPr sz="847" b="0">
                  <a:solidFill>
                    <a:srgbClr val="000000"/>
                  </a:solidFill>
                  <a:latin typeface="Arial"/>
                  <a:ea typeface="Arial"/>
                  <a:cs typeface="Arial"/>
                </a:defRPr>
              </a:pPr>
              <a:r>
                <a:rPr sz="847" b="0">
                  <a:solidFill>
                    <a:srgbClr val="000000"/>
                  </a:solidFill>
                  <a:latin typeface="Arial"/>
                  <a:ea typeface="Arial"/>
                  <a:cs typeface="Arial"/>
                </a:rPr>
                <a:t>Reference position [0,1]</a:t>
              </a:r>
            </a:p>
          </p:txBody>
        </p:sp>
        <p:sp>
          <p:nvSpPr>
            <p:cNvPr id="57" name="text_056">
              <a:extLst>
                <a:ext uri="{FF2B5EF4-FFF2-40B4-BE49-F238E27FC236}">
                  <ns2:creationId id="{978977CD-09FC-4322-8B07-B43ADC7C6337}"/>
                </a:ext>
              </a:extLst>
            </p:cNvPr>
            <p:cNvSpPr>
              <a:spLocks noGrp="1"/>
            </p:cNvSpPr>
            <p:nvPr/>
          </p:nvSpPr>
          <p:spPr>
            <a:xfrm rot="0">
              <a:off x="190500" y="5362575"/>
              <a:ext cx="9525000" cy="276225"/>
            </a:xfrm>
            <a:prstGeom prst="rect">
              <a:avLst/>
            </a:prstGeom>
            <a:noFill/>
            <a:ln w="0">
              <a:noFill/>
              <a:prstDash val="solid"/>
            </a:ln>
          </p:spPr>
          <p:txBody>
            <a:bodyPr wrap="none" lIns="0" tIns="0" rIns="0" bIns="0" anchor="t">
              <a:noAutofit/>
            </a:bodyPr>
            <a:lstStyle>
              <a:defPPr algn="l">
                <a:defRPr sz="1242" b="1">
                  <a:solidFill>
                    <a:srgbClr val="000000"/>
                  </a:solidFill>
                  <a:latin typeface="Arial"/>
                  <a:ea typeface="Arial"/>
                  <a:cs typeface="Arial"/>
                </a:defRPr>
              </a:defPPr>
              <a:lvl1pPr algn="l">
                <a:defRPr sz="1242" b="1">
                  <a:solidFill>
                    <a:srgbClr val="000000"/>
                  </a:solidFill>
                  <a:latin typeface="Arial"/>
                  <a:ea typeface="Arial"/>
                  <a:cs typeface="Arial"/>
                </a:defRPr>
              </a:lvl1pPr>
              <a:lvl2pPr algn="l">
                <a:defRPr sz="1242" b="1">
                  <a:solidFill>
                    <a:srgbClr val="000000"/>
                  </a:solidFill>
                  <a:latin typeface="Arial"/>
                  <a:ea typeface="Arial"/>
                  <a:cs typeface="Arial"/>
                </a:defRPr>
              </a:lvl2pPr>
              <a:lvl3pPr algn="l">
                <a:defRPr sz="1242" b="1">
                  <a:solidFill>
                    <a:srgbClr val="000000"/>
                  </a:solidFill>
                  <a:latin typeface="Arial"/>
                  <a:ea typeface="Arial"/>
                  <a:cs typeface="Arial"/>
                </a:defRPr>
              </a:lvl3pPr>
              <a:lvl4pPr algn="l">
                <a:defRPr sz="1242" b="1">
                  <a:solidFill>
                    <a:srgbClr val="000000"/>
                  </a:solidFill>
                  <a:latin typeface="Arial"/>
                  <a:ea typeface="Arial"/>
                  <a:cs typeface="Arial"/>
                </a:defRPr>
              </a:lvl4pPr>
              <a:lvl5pPr algn="l">
                <a:defRPr sz="1242" b="1">
                  <a:solidFill>
                    <a:srgbClr val="000000"/>
                  </a:solidFill>
                  <a:latin typeface="Arial"/>
                  <a:ea typeface="Arial"/>
                  <a:cs typeface="Arial"/>
                </a:defRPr>
              </a:lvl5pPr>
              <a:lvl6pPr algn="l">
                <a:defRPr sz="1242" b="1">
                  <a:solidFill>
                    <a:srgbClr val="000000"/>
                  </a:solidFill>
                  <a:latin typeface="Arial"/>
                  <a:ea typeface="Arial"/>
                  <a:cs typeface="Arial"/>
                </a:defRPr>
              </a:lvl6pPr>
              <a:lvl7pPr algn="l">
                <a:defRPr sz="1242" b="1">
                  <a:solidFill>
                    <a:srgbClr val="000000"/>
                  </a:solidFill>
                  <a:latin typeface="Arial"/>
                  <a:ea typeface="Arial"/>
                  <a:cs typeface="Arial"/>
                </a:defRPr>
              </a:lvl7pPr>
              <a:lvl8pPr algn="l">
                <a:defRPr sz="1242" b="1">
                  <a:solidFill>
                    <a:srgbClr val="000000"/>
                  </a:solidFill>
                  <a:latin typeface="Arial"/>
                  <a:ea typeface="Arial"/>
                  <a:cs typeface="Arial"/>
                </a:defRPr>
              </a:lvl8pPr>
              <a:lvl9pPr algn="l">
                <a:defRPr sz="1242" b="1">
                  <a:solidFill>
                    <a:srgbClr val="000000"/>
                  </a:solidFill>
                  <a:latin typeface="Arial"/>
                  <a:ea typeface="Arial"/>
                  <a:cs typeface="Arial"/>
                </a:defRPr>
              </a:lvl9pPr>
            </a:lstStyle>
            <a:p>
              <a:pPr algn="l">
                <a:defRPr sz="1242" b="1">
                  <a:solidFill>
                    <a:srgbClr val="000000"/>
                  </a:solidFill>
                  <a:latin typeface="Arial"/>
                  <a:ea typeface="Arial"/>
                  <a:cs typeface="Arial"/>
                </a:defRPr>
              </a:pPr>
              <a:r>
                <a:rPr sz="1242" b="1">
                  <a:solidFill>
                    <a:srgbClr val="000000"/>
                  </a:solidFill>
                  <a:latin typeface="Arial"/>
                  <a:ea typeface="Arial"/>
                  <a:cs typeface="Arial"/>
                </a:rPr>
                <a:t>(c) Ring: all 40 fields</a:t>
              </a:r>
            </a:p>
          </p:txBody>
        </p:sp>
        <p:sp>
          <p:nvSpPr>
            <p:cNvPr id="58" name="text_057">
              <a:extLst>
                <a:ext uri="{FF2B5EF4-FFF2-40B4-BE49-F238E27FC236}">
                  <ns2:creationId id="{A400C3EE-3F87-448D-8263-44B10222B633}"/>
                </a:ext>
              </a:extLst>
            </p:cNvPr>
            <p:cNvSpPr>
              <a:spLocks noGrp="1"/>
            </p:cNvSpPr>
            <p:nvPr/>
          </p:nvSpPr>
          <p:spPr>
            <a:xfrm rot="0">
              <a:off x="762000" y="5657850"/>
              <a:ext cx="4953000" cy="238125"/>
            </a:xfrm>
            <a:prstGeom prst="rect">
              <a:avLst/>
            </a:prstGeom>
            <a:noFill/>
            <a:ln w="0">
              <a:noFill/>
              <a:prstDash val="solid"/>
            </a:ln>
          </p:spPr>
          <p:txBody>
            <a:bodyPr wrap="none" lIns="0" tIns="0" rIns="0" bIns="0" anchor="t">
              <a:noAutofit/>
            </a:bodyPr>
            <a:lstStyle>
              <a:defPPr algn="l">
                <a:defRPr sz="1073" b="1">
                  <a:solidFill>
                    <a:srgbClr val="000000"/>
                  </a:solidFill>
                  <a:latin typeface="Arial"/>
                  <a:ea typeface="Arial"/>
                  <a:cs typeface="Arial"/>
                </a:defRPr>
              </a:defPPr>
              <a:lvl1pPr algn="l">
                <a:defRPr sz="1073" b="1">
                  <a:solidFill>
                    <a:srgbClr val="000000"/>
                  </a:solidFill>
                  <a:latin typeface="Arial"/>
                  <a:ea typeface="Arial"/>
                  <a:cs typeface="Arial"/>
                </a:defRPr>
              </a:lvl1pPr>
              <a:lvl2pPr algn="l">
                <a:defRPr sz="1073" b="1">
                  <a:solidFill>
                    <a:srgbClr val="000000"/>
                  </a:solidFill>
                  <a:latin typeface="Arial"/>
                  <a:ea typeface="Arial"/>
                  <a:cs typeface="Arial"/>
                </a:defRPr>
              </a:lvl2pPr>
              <a:lvl3pPr algn="l">
                <a:defRPr sz="1073" b="1">
                  <a:solidFill>
                    <a:srgbClr val="000000"/>
                  </a:solidFill>
                  <a:latin typeface="Arial"/>
                  <a:ea typeface="Arial"/>
                  <a:cs typeface="Arial"/>
                </a:defRPr>
              </a:lvl3pPr>
              <a:lvl4pPr algn="l">
                <a:defRPr sz="1073" b="1">
                  <a:solidFill>
                    <a:srgbClr val="000000"/>
                  </a:solidFill>
                  <a:latin typeface="Arial"/>
                  <a:ea typeface="Arial"/>
                  <a:cs typeface="Arial"/>
                </a:defRPr>
              </a:lvl4pPr>
              <a:lvl5pPr algn="l">
                <a:defRPr sz="1073" b="1">
                  <a:solidFill>
                    <a:srgbClr val="000000"/>
                  </a:solidFill>
                  <a:latin typeface="Arial"/>
                  <a:ea typeface="Arial"/>
                  <a:cs typeface="Arial"/>
                </a:defRPr>
              </a:lvl5pPr>
              <a:lvl6pPr algn="l">
                <a:defRPr sz="1073" b="1">
                  <a:solidFill>
                    <a:srgbClr val="000000"/>
                  </a:solidFill>
                  <a:latin typeface="Arial"/>
                  <a:ea typeface="Arial"/>
                  <a:cs typeface="Arial"/>
                </a:defRPr>
              </a:lvl6pPr>
              <a:lvl7pPr algn="l">
                <a:defRPr sz="1073" b="1">
                  <a:solidFill>
                    <a:srgbClr val="000000"/>
                  </a:solidFill>
                  <a:latin typeface="Arial"/>
                  <a:ea typeface="Arial"/>
                  <a:cs typeface="Arial"/>
                </a:defRPr>
              </a:lvl7pPr>
              <a:lvl8pPr algn="l">
                <a:defRPr sz="1073" b="1">
                  <a:solidFill>
                    <a:srgbClr val="000000"/>
                  </a:solidFill>
                  <a:latin typeface="Arial"/>
                  <a:ea typeface="Arial"/>
                  <a:cs typeface="Arial"/>
                </a:defRPr>
              </a:lvl8pPr>
              <a:lvl9pPr algn="l">
                <a:defRPr sz="1073" b="1">
                  <a:solidFill>
                    <a:srgbClr val="000000"/>
                  </a:solidFill>
                  <a:latin typeface="Arial"/>
                  <a:ea typeface="Arial"/>
                  <a:cs typeface="Arial"/>
                </a:defRPr>
              </a:lvl9pPr>
            </a:lstStyle>
            <a:p>
              <a:pPr algn="l">
                <a:defRPr sz="1073" b="1">
                  <a:solidFill>
                    <a:srgbClr val="000000"/>
                  </a:solidFill>
                  <a:latin typeface="Arial"/>
                  <a:ea typeface="Arial"/>
                  <a:cs typeface="Arial"/>
                </a:defRPr>
              </a:pPr>
              <a:r>
                <a:rPr sz="1073" b="1">
                  <a:solidFill>
                    <a:srgbClr val="000000"/>
                  </a:solidFill>
                  <a:latin typeface="Arial"/>
                  <a:ea typeface="Arial"/>
                  <a:cs typeface="Arial"/>
                </a:rPr>
                <a:t>RG-MTM-P</a:t>
              </a:r>
            </a:p>
          </p:txBody>
        </p:sp>
        <p:pic>
          <p:nvPicPr>
            <p:cNvPr id="59" name="">
              <a:extLst>
                <a:ext uri="{FF2B5EF4-FFF2-40B4-BE49-F238E27FC236}">
                  <ns2:creationId id="{E537EA7C-F5A1-4850-9E4D-6BC8D35A251E}"/>
                </a:ext>
              </a:extLst>
            </p:cNvPr>
            <p:cNvPicPr>
              <a:picLocks noChangeAspect="1"/>
            </p:cNvPicPr>
            <p:nvPr/>
          </p:nvPicPr>
          <p:blipFill>
            <a:blip r:embed="Rf842a86af5ac4745"/>
            <a:stretch/>
          </p:blipFill>
          <p:spPr>
            <a:xfrm>
              <a:off x="762000" y="5924550"/>
              <a:ext cx="4953000" cy="1333500"/>
            </a:xfrm>
            <a:prstGeom prst="rect">
              <a:avLst/>
            </a:prstGeom>
          </p:spPr>
        </p:pic>
        <p:sp>
          <p:nvSpPr>
            <p:cNvPr id="60" name="rect_059">
              <a:extLst>
                <a:ext uri="{FF2B5EF4-FFF2-40B4-BE49-F238E27FC236}">
                  <ns2:creationId id="{BB5C2B1F-2E29-49F2-B836-DC5177A80F76}"/>
                </a:ext>
              </a:extLst>
            </p:cNvPr>
            <p:cNvSpPr>
              <a:spLocks noGrp="1"/>
            </p:cNvSpPr>
            <p:nvPr/>
          </p:nvSpPr>
          <p:spPr>
            <a:xfrm rot="0">
              <a:off x="762000" y="5924550"/>
              <a:ext cx="4953000" cy="1333500"/>
            </a:xfrm>
            <a:prstGeom prst="rect">
              <a:avLst/>
            </a:prstGeom>
            <a:noFill/>
            <a:ln w="5021">
              <a:solidFill>
                <a:srgbClr val="7B8790"/>
              </a:solidFill>
              <a:prstDash val="solid"/>
            </a:ln>
          </p:spPr>
        </p:sp>
        <p:sp>
          <p:nvSpPr>
            <p:cNvPr id="61" name="text_060">
              <a:extLst>
                <a:ext uri="{FF2B5EF4-FFF2-40B4-BE49-F238E27FC236}">
                  <ns2:creationId id="{85E0AB6C-9A5D-4CD2-96F7-5CD55C21E27D}"/>
                </a:ext>
              </a:extLst>
            </p:cNvPr>
            <p:cNvSpPr>
              <a:spLocks noGrp="1"/>
            </p:cNvSpPr>
            <p:nvPr/>
          </p:nvSpPr>
          <p:spPr>
            <a:xfrm rot="0">
              <a:off x="352425" y="7172325"/>
              <a:ext cx="333375" cy="209550"/>
            </a:xfrm>
            <a:prstGeom prst="rect">
              <a:avLst/>
            </a:prstGeom>
            <a:noFill/>
            <a:ln w="0">
              <a:noFill/>
              <a:prstDash val="solid"/>
            </a:ln>
          </p:spPr>
          <p:txBody>
            <a:bodyPr wrap="none" lIns="0" tIns="0" rIns="0" bIns="0" anchor="t">
              <a:noAutofit/>
            </a:bodyPr>
            <a:lstStyle>
              <a:defPPr algn="r">
                <a:defRPr sz="904" b="0">
                  <a:solidFill>
                    <a:srgbClr val="000000"/>
                  </a:solidFill>
                  <a:latin typeface="Arial"/>
                  <a:ea typeface="Arial"/>
                  <a:cs typeface="Arial"/>
                </a:defRPr>
              </a:defPPr>
              <a:lvl1pPr algn="r">
                <a:defRPr sz="904" b="0">
                  <a:solidFill>
                    <a:srgbClr val="000000"/>
                  </a:solidFill>
                  <a:latin typeface="Arial"/>
                  <a:ea typeface="Arial"/>
                  <a:cs typeface="Arial"/>
                </a:defRPr>
              </a:lvl1pPr>
              <a:lvl2pPr algn="r">
                <a:defRPr sz="904" b="0">
                  <a:solidFill>
                    <a:srgbClr val="000000"/>
                  </a:solidFill>
                  <a:latin typeface="Arial"/>
                  <a:ea typeface="Arial"/>
                  <a:cs typeface="Arial"/>
                </a:defRPr>
              </a:lvl2pPr>
              <a:lvl3pPr algn="r">
                <a:defRPr sz="904" b="0">
                  <a:solidFill>
                    <a:srgbClr val="000000"/>
                  </a:solidFill>
                  <a:latin typeface="Arial"/>
                  <a:ea typeface="Arial"/>
                  <a:cs typeface="Arial"/>
                </a:defRPr>
              </a:lvl3pPr>
              <a:lvl4pPr algn="r">
                <a:defRPr sz="904" b="0">
                  <a:solidFill>
                    <a:srgbClr val="000000"/>
                  </a:solidFill>
                  <a:latin typeface="Arial"/>
                  <a:ea typeface="Arial"/>
                  <a:cs typeface="Arial"/>
                </a:defRPr>
              </a:lvl4pPr>
              <a:lvl5pPr algn="r">
                <a:defRPr sz="904" b="0">
                  <a:solidFill>
                    <a:srgbClr val="000000"/>
                  </a:solidFill>
                  <a:latin typeface="Arial"/>
                  <a:ea typeface="Arial"/>
                  <a:cs typeface="Arial"/>
                </a:defRPr>
              </a:lvl5pPr>
              <a:lvl6pPr algn="r">
                <a:defRPr sz="904" b="0">
                  <a:solidFill>
                    <a:srgbClr val="000000"/>
                  </a:solidFill>
                  <a:latin typeface="Arial"/>
                  <a:ea typeface="Arial"/>
                  <a:cs typeface="Arial"/>
                </a:defRPr>
              </a:lvl6pPr>
              <a:lvl7pPr algn="r">
                <a:defRPr sz="904" b="0">
                  <a:solidFill>
                    <a:srgbClr val="000000"/>
                  </a:solidFill>
                  <a:latin typeface="Arial"/>
                  <a:ea typeface="Arial"/>
                  <a:cs typeface="Arial"/>
                </a:defRPr>
              </a:lvl7pPr>
              <a:lvl8pPr algn="r">
                <a:defRPr sz="904" b="0">
                  <a:solidFill>
                    <a:srgbClr val="000000"/>
                  </a:solidFill>
                  <a:latin typeface="Arial"/>
                  <a:ea typeface="Arial"/>
                  <a:cs typeface="Arial"/>
                </a:defRPr>
              </a:lvl8pPr>
              <a:lvl9pPr algn="r">
                <a:defRPr sz="904" b="0">
                  <a:solidFill>
                    <a:srgbClr val="000000"/>
                  </a:solidFill>
                  <a:latin typeface="Arial"/>
                  <a:ea typeface="Arial"/>
                  <a:cs typeface="Arial"/>
                </a:defRPr>
              </a:lvl9pPr>
            </a:lstStyle>
            <a:p>
              <a:pPr algn="r">
                <a:defRPr sz="904" b="0">
                  <a:solidFill>
                    <a:srgbClr val="000000"/>
                  </a:solidFill>
                  <a:latin typeface="Arial"/>
                  <a:ea typeface="Arial"/>
                  <a:cs typeface="Arial"/>
                </a:defRPr>
              </a:pPr>
              <a:r>
                <a:rPr sz="904" b="0">
                  <a:solidFill>
                    <a:srgbClr val="000000"/>
                  </a:solidFill>
                  <a:latin typeface="Arial"/>
                  <a:ea typeface="Arial"/>
                  <a:cs typeface="Arial"/>
                </a:rPr>
                <a:t>0</a:t>
              </a:r>
            </a:p>
          </p:txBody>
        </p:sp>
        <p:sp>
          <p:nvSpPr>
            <p:cNvPr id="62" name="text_061">
              <a:extLst>
                <a:ext uri="{FF2B5EF4-FFF2-40B4-BE49-F238E27FC236}">
                  <ns2:creationId id="{4094B351-3FBF-4EAD-BC40-E7EFDC12811E}"/>
                </a:ext>
              </a:extLst>
            </p:cNvPr>
            <p:cNvSpPr>
              <a:spLocks noGrp="1"/>
            </p:cNvSpPr>
            <p:nvPr/>
          </p:nvSpPr>
          <p:spPr>
            <a:xfrm rot="0">
              <a:off x="352425" y="6505575"/>
              <a:ext cx="333375" cy="209550"/>
            </a:xfrm>
            <a:prstGeom prst="rect">
              <a:avLst/>
            </a:prstGeom>
            <a:noFill/>
            <a:ln w="0">
              <a:noFill/>
              <a:prstDash val="solid"/>
            </a:ln>
          </p:spPr>
          <p:txBody>
            <a:bodyPr wrap="none" lIns="0" tIns="0" rIns="0" bIns="0" anchor="t">
              <a:noAutofit/>
            </a:bodyPr>
            <a:lstStyle>
              <a:defPPr algn="r">
                <a:defRPr sz="904" b="0">
                  <a:solidFill>
                    <a:srgbClr val="000000"/>
                  </a:solidFill>
                  <a:latin typeface="Arial"/>
                  <a:ea typeface="Arial"/>
                  <a:cs typeface="Arial"/>
                </a:defRPr>
              </a:defPPr>
              <a:lvl1pPr algn="r">
                <a:defRPr sz="904" b="0">
                  <a:solidFill>
                    <a:srgbClr val="000000"/>
                  </a:solidFill>
                  <a:latin typeface="Arial"/>
                  <a:ea typeface="Arial"/>
                  <a:cs typeface="Arial"/>
                </a:defRPr>
              </a:lvl1pPr>
              <a:lvl2pPr algn="r">
                <a:defRPr sz="904" b="0">
                  <a:solidFill>
                    <a:srgbClr val="000000"/>
                  </a:solidFill>
                  <a:latin typeface="Arial"/>
                  <a:ea typeface="Arial"/>
                  <a:cs typeface="Arial"/>
                </a:defRPr>
              </a:lvl2pPr>
              <a:lvl3pPr algn="r">
                <a:defRPr sz="904" b="0">
                  <a:solidFill>
                    <a:srgbClr val="000000"/>
                  </a:solidFill>
                  <a:latin typeface="Arial"/>
                  <a:ea typeface="Arial"/>
                  <a:cs typeface="Arial"/>
                </a:defRPr>
              </a:lvl3pPr>
              <a:lvl4pPr algn="r">
                <a:defRPr sz="904" b="0">
                  <a:solidFill>
                    <a:srgbClr val="000000"/>
                  </a:solidFill>
                  <a:latin typeface="Arial"/>
                  <a:ea typeface="Arial"/>
                  <a:cs typeface="Arial"/>
                </a:defRPr>
              </a:lvl4pPr>
              <a:lvl5pPr algn="r">
                <a:defRPr sz="904" b="0">
                  <a:solidFill>
                    <a:srgbClr val="000000"/>
                  </a:solidFill>
                  <a:latin typeface="Arial"/>
                  <a:ea typeface="Arial"/>
                  <a:cs typeface="Arial"/>
                </a:defRPr>
              </a:lvl5pPr>
              <a:lvl6pPr algn="r">
                <a:defRPr sz="904" b="0">
                  <a:solidFill>
                    <a:srgbClr val="000000"/>
                  </a:solidFill>
                  <a:latin typeface="Arial"/>
                  <a:ea typeface="Arial"/>
                  <a:cs typeface="Arial"/>
                </a:defRPr>
              </a:lvl6pPr>
              <a:lvl7pPr algn="r">
                <a:defRPr sz="904" b="0">
                  <a:solidFill>
                    <a:srgbClr val="000000"/>
                  </a:solidFill>
                  <a:latin typeface="Arial"/>
                  <a:ea typeface="Arial"/>
                  <a:cs typeface="Arial"/>
                </a:defRPr>
              </a:lvl7pPr>
              <a:lvl8pPr algn="r">
                <a:defRPr sz="904" b="0">
                  <a:solidFill>
                    <a:srgbClr val="000000"/>
                  </a:solidFill>
                  <a:latin typeface="Arial"/>
                  <a:ea typeface="Arial"/>
                  <a:cs typeface="Arial"/>
                </a:defRPr>
              </a:lvl8pPr>
              <a:lvl9pPr algn="r">
                <a:defRPr sz="904" b="0">
                  <a:solidFill>
                    <a:srgbClr val="000000"/>
                  </a:solidFill>
                  <a:latin typeface="Arial"/>
                  <a:ea typeface="Arial"/>
                  <a:cs typeface="Arial"/>
                </a:defRPr>
              </a:lvl9pPr>
            </a:lstStyle>
            <a:p>
              <a:pPr algn="r">
                <a:defRPr sz="904" b="0">
                  <a:solidFill>
                    <a:srgbClr val="000000"/>
                  </a:solidFill>
                  <a:latin typeface="Arial"/>
                  <a:ea typeface="Arial"/>
                  <a:cs typeface="Arial"/>
                </a:defRPr>
              </a:pPr>
              <a:r>
                <a:rPr sz="904" b="0">
                  <a:solidFill>
                    <a:srgbClr val="000000"/>
                  </a:solidFill>
                  <a:latin typeface="Arial"/>
                  <a:ea typeface="Arial"/>
                  <a:cs typeface="Arial"/>
                </a:rPr>
                <a:t>0.5</a:t>
              </a:r>
            </a:p>
          </p:txBody>
        </p:sp>
        <p:sp>
          <p:nvSpPr>
            <p:cNvPr id="63" name="text_062">
              <a:extLst>
                <a:ext uri="{FF2B5EF4-FFF2-40B4-BE49-F238E27FC236}">
                  <ns2:creationId id="{5635F2FA-821C-46F9-806F-735E2C736E6E}"/>
                </a:ext>
              </a:extLst>
            </p:cNvPr>
            <p:cNvSpPr>
              <a:spLocks noGrp="1"/>
            </p:cNvSpPr>
            <p:nvPr/>
          </p:nvSpPr>
          <p:spPr>
            <a:xfrm rot="0">
              <a:off x="352425" y="5838825"/>
              <a:ext cx="333375" cy="209550"/>
            </a:xfrm>
            <a:prstGeom prst="rect">
              <a:avLst/>
            </a:prstGeom>
            <a:noFill/>
            <a:ln w="0">
              <a:noFill/>
              <a:prstDash val="solid"/>
            </a:ln>
          </p:spPr>
          <p:txBody>
            <a:bodyPr wrap="none" lIns="0" tIns="0" rIns="0" bIns="0" anchor="t">
              <a:noAutofit/>
            </a:bodyPr>
            <a:lstStyle>
              <a:defPPr algn="r">
                <a:defRPr sz="904" b="0">
                  <a:solidFill>
                    <a:srgbClr val="000000"/>
                  </a:solidFill>
                  <a:latin typeface="Arial"/>
                  <a:ea typeface="Arial"/>
                  <a:cs typeface="Arial"/>
                </a:defRPr>
              </a:defPPr>
              <a:lvl1pPr algn="r">
                <a:defRPr sz="904" b="0">
                  <a:solidFill>
                    <a:srgbClr val="000000"/>
                  </a:solidFill>
                  <a:latin typeface="Arial"/>
                  <a:ea typeface="Arial"/>
                  <a:cs typeface="Arial"/>
                </a:defRPr>
              </a:lvl1pPr>
              <a:lvl2pPr algn="r">
                <a:defRPr sz="904" b="0">
                  <a:solidFill>
                    <a:srgbClr val="000000"/>
                  </a:solidFill>
                  <a:latin typeface="Arial"/>
                  <a:ea typeface="Arial"/>
                  <a:cs typeface="Arial"/>
                </a:defRPr>
              </a:lvl2pPr>
              <a:lvl3pPr algn="r">
                <a:defRPr sz="904" b="0">
                  <a:solidFill>
                    <a:srgbClr val="000000"/>
                  </a:solidFill>
                  <a:latin typeface="Arial"/>
                  <a:ea typeface="Arial"/>
                  <a:cs typeface="Arial"/>
                </a:defRPr>
              </a:lvl3pPr>
              <a:lvl4pPr algn="r">
                <a:defRPr sz="904" b="0">
                  <a:solidFill>
                    <a:srgbClr val="000000"/>
                  </a:solidFill>
                  <a:latin typeface="Arial"/>
                  <a:ea typeface="Arial"/>
                  <a:cs typeface="Arial"/>
                </a:defRPr>
              </a:lvl4pPr>
              <a:lvl5pPr algn="r">
                <a:defRPr sz="904" b="0">
                  <a:solidFill>
                    <a:srgbClr val="000000"/>
                  </a:solidFill>
                  <a:latin typeface="Arial"/>
                  <a:ea typeface="Arial"/>
                  <a:cs typeface="Arial"/>
                </a:defRPr>
              </a:lvl5pPr>
              <a:lvl6pPr algn="r">
                <a:defRPr sz="904" b="0">
                  <a:solidFill>
                    <a:srgbClr val="000000"/>
                  </a:solidFill>
                  <a:latin typeface="Arial"/>
                  <a:ea typeface="Arial"/>
                  <a:cs typeface="Arial"/>
                </a:defRPr>
              </a:lvl6pPr>
              <a:lvl7pPr algn="r">
                <a:defRPr sz="904" b="0">
                  <a:solidFill>
                    <a:srgbClr val="000000"/>
                  </a:solidFill>
                  <a:latin typeface="Arial"/>
                  <a:ea typeface="Arial"/>
                  <a:cs typeface="Arial"/>
                </a:defRPr>
              </a:lvl7pPr>
              <a:lvl8pPr algn="r">
                <a:defRPr sz="904" b="0">
                  <a:solidFill>
                    <a:srgbClr val="000000"/>
                  </a:solidFill>
                  <a:latin typeface="Arial"/>
                  <a:ea typeface="Arial"/>
                  <a:cs typeface="Arial"/>
                </a:defRPr>
              </a:lvl8pPr>
              <a:lvl9pPr algn="r">
                <a:defRPr sz="904" b="0">
                  <a:solidFill>
                    <a:srgbClr val="000000"/>
                  </a:solidFill>
                  <a:latin typeface="Arial"/>
                  <a:ea typeface="Arial"/>
                  <a:cs typeface="Arial"/>
                </a:defRPr>
              </a:lvl9pPr>
            </a:lstStyle>
            <a:p>
              <a:pPr algn="r">
                <a:defRPr sz="904" b="0">
                  <a:solidFill>
                    <a:srgbClr val="000000"/>
                  </a:solidFill>
                  <a:latin typeface="Arial"/>
                  <a:ea typeface="Arial"/>
                  <a:cs typeface="Arial"/>
                </a:defRPr>
              </a:pPr>
              <a:r>
                <a:rPr sz="904" b="0">
                  <a:solidFill>
                    <a:srgbClr val="000000"/>
                  </a:solidFill>
                  <a:latin typeface="Arial"/>
                  <a:ea typeface="Arial"/>
                  <a:cs typeface="Arial"/>
                </a:rPr>
                <a:t>1</a:t>
              </a:r>
            </a:p>
          </p:txBody>
        </p:sp>
        <p:sp>
          <p:nvSpPr>
            <p:cNvPr id="64" name="text_063">
              <a:extLst>
                <a:ext uri="{FF2B5EF4-FFF2-40B4-BE49-F238E27FC236}">
                  <ns2:creationId id="{68281DDE-A79C-4E30-A527-8E720A9F450A}"/>
                </a:ext>
              </a:extLst>
            </p:cNvPr>
            <p:cNvSpPr>
              <a:spLocks noGrp="1"/>
            </p:cNvSpPr>
            <p:nvPr/>
          </p:nvSpPr>
          <p:spPr>
            <a:xfrm rot="0">
              <a:off x="519113" y="7305675"/>
              <a:ext cx="609600" cy="209550"/>
            </a:xfrm>
            <a:prstGeom prst="rect">
              <a:avLst/>
            </a:prstGeom>
            <a:noFill/>
            <a:ln w="0">
              <a:noFill/>
              <a:prstDash val="solid"/>
            </a:ln>
          </p:spPr>
          <p:txBody>
            <a:bodyPr wrap="none" lIns="0" tIns="0" rIns="0" bIns="0" anchor="t">
              <a:noAutofit/>
            </a:bodyPr>
            <a:lstStyle>
              <a:defPPr algn="ctr">
                <a:defRPr sz="847" b="0">
                  <a:solidFill>
                    <a:srgbClr val="000000"/>
                  </a:solidFill>
                  <a:latin typeface="Arial"/>
                  <a:ea typeface="Arial"/>
                  <a:cs typeface="Arial"/>
                </a:defRPr>
              </a:defPPr>
              <a:lvl1pPr algn="ctr">
                <a:defRPr sz="847" b="0">
                  <a:solidFill>
                    <a:srgbClr val="000000"/>
                  </a:solidFill>
                  <a:latin typeface="Arial"/>
                  <a:ea typeface="Arial"/>
                  <a:cs typeface="Arial"/>
                </a:defRPr>
              </a:lvl1pPr>
              <a:lvl2pPr algn="ctr">
                <a:defRPr sz="847" b="0">
                  <a:solidFill>
                    <a:srgbClr val="000000"/>
                  </a:solidFill>
                  <a:latin typeface="Arial"/>
                  <a:ea typeface="Arial"/>
                  <a:cs typeface="Arial"/>
                </a:defRPr>
              </a:lvl2pPr>
              <a:lvl3pPr algn="ctr">
                <a:defRPr sz="847" b="0">
                  <a:solidFill>
                    <a:srgbClr val="000000"/>
                  </a:solidFill>
                  <a:latin typeface="Arial"/>
                  <a:ea typeface="Arial"/>
                  <a:cs typeface="Arial"/>
                </a:defRPr>
              </a:lvl3pPr>
              <a:lvl4pPr algn="ctr">
                <a:defRPr sz="847" b="0">
                  <a:solidFill>
                    <a:srgbClr val="000000"/>
                  </a:solidFill>
                  <a:latin typeface="Arial"/>
                  <a:ea typeface="Arial"/>
                  <a:cs typeface="Arial"/>
                </a:defRPr>
              </a:lvl4pPr>
              <a:lvl5pPr algn="ctr">
                <a:defRPr sz="847" b="0">
                  <a:solidFill>
                    <a:srgbClr val="000000"/>
                  </a:solidFill>
                  <a:latin typeface="Arial"/>
                  <a:ea typeface="Arial"/>
                  <a:cs typeface="Arial"/>
                </a:defRPr>
              </a:lvl5pPr>
              <a:lvl6pPr algn="ctr">
                <a:defRPr sz="847" b="0">
                  <a:solidFill>
                    <a:srgbClr val="000000"/>
                  </a:solidFill>
                  <a:latin typeface="Arial"/>
                  <a:ea typeface="Arial"/>
                  <a:cs typeface="Arial"/>
                </a:defRPr>
              </a:lvl6pPr>
              <a:lvl7pPr algn="ctr">
                <a:defRPr sz="847" b="0">
                  <a:solidFill>
                    <a:srgbClr val="000000"/>
                  </a:solidFill>
                  <a:latin typeface="Arial"/>
                  <a:ea typeface="Arial"/>
                  <a:cs typeface="Arial"/>
                </a:defRPr>
              </a:lvl7pPr>
              <a:lvl8pPr algn="ctr">
                <a:defRPr sz="847" b="0">
                  <a:solidFill>
                    <a:srgbClr val="000000"/>
                  </a:solidFill>
                  <a:latin typeface="Arial"/>
                  <a:ea typeface="Arial"/>
                  <a:cs typeface="Arial"/>
                </a:defRPr>
              </a:lvl8pPr>
              <a:lvl9pPr algn="ctr">
                <a:defRPr sz="847" b="0">
                  <a:solidFill>
                    <a:srgbClr val="000000"/>
                  </a:solidFill>
                  <a:latin typeface="Arial"/>
                  <a:ea typeface="Arial"/>
                  <a:cs typeface="Arial"/>
                </a:defRPr>
              </a:lvl9pPr>
            </a:lstStyle>
            <a:p>
              <a:pPr algn="ctr">
                <a:defRPr sz="847" b="0">
                  <a:solidFill>
                    <a:srgbClr val="000000"/>
                  </a:solidFill>
                  <a:latin typeface="Arial"/>
                  <a:ea typeface="Arial"/>
                  <a:cs typeface="Arial"/>
                </a:defRPr>
              </a:pPr>
              <a:r>
                <a:rPr sz="847" b="0">
                  <a:solidFill>
                    <a:srgbClr val="000000"/>
                  </a:solidFill>
                  <a:latin typeface="Arial"/>
                  <a:ea typeface="Arial"/>
                  <a:cs typeface="Arial"/>
                </a:rPr>
                <a:t>0</a:t>
              </a:r>
            </a:p>
          </p:txBody>
        </p:sp>
        <p:sp>
          <p:nvSpPr>
            <p:cNvPr id="65" name="text_064">
              <a:extLst>
                <a:ext uri="{FF2B5EF4-FFF2-40B4-BE49-F238E27FC236}">
                  <ns2:creationId id="{11BF9753-822D-4A2C-B069-30E579717B76}"/>
                </a:ext>
              </a:extLst>
            </p:cNvPr>
            <p:cNvSpPr>
              <a:spLocks noGrp="1"/>
            </p:cNvSpPr>
            <p:nvPr/>
          </p:nvSpPr>
          <p:spPr>
            <a:xfrm rot="0">
              <a:off x="2871788" y="7305675"/>
              <a:ext cx="609600" cy="209550"/>
            </a:xfrm>
            <a:prstGeom prst="rect">
              <a:avLst/>
            </a:prstGeom>
            <a:noFill/>
            <a:ln w="0">
              <a:noFill/>
              <a:prstDash val="solid"/>
            </a:ln>
          </p:spPr>
          <p:txBody>
            <a:bodyPr wrap="none" lIns="0" tIns="0" rIns="0" bIns="0" anchor="t">
              <a:noAutofit/>
            </a:bodyPr>
            <a:lstStyle>
              <a:defPPr algn="ctr">
                <a:defRPr sz="847" b="0">
                  <a:solidFill>
                    <a:srgbClr val="000000"/>
                  </a:solidFill>
                  <a:latin typeface="Arial"/>
                  <a:ea typeface="Arial"/>
                  <a:cs typeface="Arial"/>
                </a:defRPr>
              </a:defPPr>
              <a:lvl1pPr algn="ctr">
                <a:defRPr sz="847" b="0">
                  <a:solidFill>
                    <a:srgbClr val="000000"/>
                  </a:solidFill>
                  <a:latin typeface="Arial"/>
                  <a:ea typeface="Arial"/>
                  <a:cs typeface="Arial"/>
                </a:defRPr>
              </a:lvl1pPr>
              <a:lvl2pPr algn="ctr">
                <a:defRPr sz="847" b="0">
                  <a:solidFill>
                    <a:srgbClr val="000000"/>
                  </a:solidFill>
                  <a:latin typeface="Arial"/>
                  <a:ea typeface="Arial"/>
                  <a:cs typeface="Arial"/>
                </a:defRPr>
              </a:lvl2pPr>
              <a:lvl3pPr algn="ctr">
                <a:defRPr sz="847" b="0">
                  <a:solidFill>
                    <a:srgbClr val="000000"/>
                  </a:solidFill>
                  <a:latin typeface="Arial"/>
                  <a:ea typeface="Arial"/>
                  <a:cs typeface="Arial"/>
                </a:defRPr>
              </a:lvl3pPr>
              <a:lvl4pPr algn="ctr">
                <a:defRPr sz="847" b="0">
                  <a:solidFill>
                    <a:srgbClr val="000000"/>
                  </a:solidFill>
                  <a:latin typeface="Arial"/>
                  <a:ea typeface="Arial"/>
                  <a:cs typeface="Arial"/>
                </a:defRPr>
              </a:lvl4pPr>
              <a:lvl5pPr algn="ctr">
                <a:defRPr sz="847" b="0">
                  <a:solidFill>
                    <a:srgbClr val="000000"/>
                  </a:solidFill>
                  <a:latin typeface="Arial"/>
                  <a:ea typeface="Arial"/>
                  <a:cs typeface="Arial"/>
                </a:defRPr>
              </a:lvl5pPr>
              <a:lvl6pPr algn="ctr">
                <a:defRPr sz="847" b="0">
                  <a:solidFill>
                    <a:srgbClr val="000000"/>
                  </a:solidFill>
                  <a:latin typeface="Arial"/>
                  <a:ea typeface="Arial"/>
                  <a:cs typeface="Arial"/>
                </a:defRPr>
              </a:lvl6pPr>
              <a:lvl7pPr algn="ctr">
                <a:defRPr sz="847" b="0">
                  <a:solidFill>
                    <a:srgbClr val="000000"/>
                  </a:solidFill>
                  <a:latin typeface="Arial"/>
                  <a:ea typeface="Arial"/>
                  <a:cs typeface="Arial"/>
                </a:defRPr>
              </a:lvl7pPr>
              <a:lvl8pPr algn="ctr">
                <a:defRPr sz="847" b="0">
                  <a:solidFill>
                    <a:srgbClr val="000000"/>
                  </a:solidFill>
                  <a:latin typeface="Arial"/>
                  <a:ea typeface="Arial"/>
                  <a:cs typeface="Arial"/>
                </a:defRPr>
              </a:lvl8pPr>
              <a:lvl9pPr algn="ctr">
                <a:defRPr sz="847" b="0">
                  <a:solidFill>
                    <a:srgbClr val="000000"/>
                  </a:solidFill>
                  <a:latin typeface="Arial"/>
                  <a:ea typeface="Arial"/>
                  <a:cs typeface="Arial"/>
                </a:defRPr>
              </a:lvl9pPr>
            </a:lstStyle>
            <a:p>
              <a:pPr algn="ctr">
                <a:defRPr sz="847" b="0">
                  <a:solidFill>
                    <a:srgbClr val="000000"/>
                  </a:solidFill>
                  <a:latin typeface="Arial"/>
                  <a:ea typeface="Arial"/>
                  <a:cs typeface="Arial"/>
                </a:defRPr>
              </a:pPr>
              <a:r>
                <a:rPr sz="847" b="0">
                  <a:solidFill>
                    <a:srgbClr val="000000"/>
                  </a:solidFill>
                  <a:latin typeface="Arial"/>
                  <a:ea typeface="Arial"/>
                  <a:cs typeface="Arial"/>
                </a:rPr>
                <a:t>19</a:t>
              </a:r>
            </a:p>
          </p:txBody>
        </p:sp>
        <p:sp>
          <p:nvSpPr>
            <p:cNvPr id="66" name="text_065">
              <a:extLst>
                <a:ext uri="{FF2B5EF4-FFF2-40B4-BE49-F238E27FC236}">
                  <ns2:creationId id="{F2F5FCDB-5168-442A-BF68-0AEB0E94D9F4}"/>
                </a:ext>
              </a:extLst>
            </p:cNvPr>
            <p:cNvSpPr>
              <a:spLocks noGrp="1"/>
            </p:cNvSpPr>
            <p:nvPr/>
          </p:nvSpPr>
          <p:spPr>
            <a:xfrm rot="0">
              <a:off x="5348288" y="7305675"/>
              <a:ext cx="609600" cy="209550"/>
            </a:xfrm>
            <a:prstGeom prst="rect">
              <a:avLst/>
            </a:prstGeom>
            <a:noFill/>
            <a:ln w="0">
              <a:noFill/>
              <a:prstDash val="solid"/>
            </a:ln>
          </p:spPr>
          <p:txBody>
            <a:bodyPr wrap="none" lIns="0" tIns="0" rIns="0" bIns="0" anchor="t">
              <a:noAutofit/>
            </a:bodyPr>
            <a:lstStyle>
              <a:defPPr algn="ctr">
                <a:defRPr sz="847" b="0">
                  <a:solidFill>
                    <a:srgbClr val="000000"/>
                  </a:solidFill>
                  <a:latin typeface="Arial"/>
                  <a:ea typeface="Arial"/>
                  <a:cs typeface="Arial"/>
                </a:defRPr>
              </a:defPPr>
              <a:lvl1pPr algn="ctr">
                <a:defRPr sz="847" b="0">
                  <a:solidFill>
                    <a:srgbClr val="000000"/>
                  </a:solidFill>
                  <a:latin typeface="Arial"/>
                  <a:ea typeface="Arial"/>
                  <a:cs typeface="Arial"/>
                </a:defRPr>
              </a:lvl1pPr>
              <a:lvl2pPr algn="ctr">
                <a:defRPr sz="847" b="0">
                  <a:solidFill>
                    <a:srgbClr val="000000"/>
                  </a:solidFill>
                  <a:latin typeface="Arial"/>
                  <a:ea typeface="Arial"/>
                  <a:cs typeface="Arial"/>
                </a:defRPr>
              </a:lvl2pPr>
              <a:lvl3pPr algn="ctr">
                <a:defRPr sz="847" b="0">
                  <a:solidFill>
                    <a:srgbClr val="000000"/>
                  </a:solidFill>
                  <a:latin typeface="Arial"/>
                  <a:ea typeface="Arial"/>
                  <a:cs typeface="Arial"/>
                </a:defRPr>
              </a:lvl3pPr>
              <a:lvl4pPr algn="ctr">
                <a:defRPr sz="847" b="0">
                  <a:solidFill>
                    <a:srgbClr val="000000"/>
                  </a:solidFill>
                  <a:latin typeface="Arial"/>
                  <a:ea typeface="Arial"/>
                  <a:cs typeface="Arial"/>
                </a:defRPr>
              </a:lvl4pPr>
              <a:lvl5pPr algn="ctr">
                <a:defRPr sz="847" b="0">
                  <a:solidFill>
                    <a:srgbClr val="000000"/>
                  </a:solidFill>
                  <a:latin typeface="Arial"/>
                  <a:ea typeface="Arial"/>
                  <a:cs typeface="Arial"/>
                </a:defRPr>
              </a:lvl5pPr>
              <a:lvl6pPr algn="ctr">
                <a:defRPr sz="847" b="0">
                  <a:solidFill>
                    <a:srgbClr val="000000"/>
                  </a:solidFill>
                  <a:latin typeface="Arial"/>
                  <a:ea typeface="Arial"/>
                  <a:cs typeface="Arial"/>
                </a:defRPr>
              </a:lvl6pPr>
              <a:lvl7pPr algn="ctr">
                <a:defRPr sz="847" b="0">
                  <a:solidFill>
                    <a:srgbClr val="000000"/>
                  </a:solidFill>
                  <a:latin typeface="Arial"/>
                  <a:ea typeface="Arial"/>
                  <a:cs typeface="Arial"/>
                </a:defRPr>
              </a:lvl7pPr>
              <a:lvl8pPr algn="ctr">
                <a:defRPr sz="847" b="0">
                  <a:solidFill>
                    <a:srgbClr val="000000"/>
                  </a:solidFill>
                  <a:latin typeface="Arial"/>
                  <a:ea typeface="Arial"/>
                  <a:cs typeface="Arial"/>
                </a:defRPr>
              </a:lvl8pPr>
              <a:lvl9pPr algn="ctr">
                <a:defRPr sz="847" b="0">
                  <a:solidFill>
                    <a:srgbClr val="000000"/>
                  </a:solidFill>
                  <a:latin typeface="Arial"/>
                  <a:ea typeface="Arial"/>
                  <a:cs typeface="Arial"/>
                </a:defRPr>
              </a:lvl9pPr>
            </a:lstStyle>
            <a:p>
              <a:pPr algn="ctr">
                <a:defRPr sz="847" b="0">
                  <a:solidFill>
                    <a:srgbClr val="000000"/>
                  </a:solidFill>
                  <a:latin typeface="Arial"/>
                  <a:ea typeface="Arial"/>
                  <a:cs typeface="Arial"/>
                </a:defRPr>
              </a:pPr>
              <a:r>
                <a:rPr sz="847" b="0">
                  <a:solidFill>
                    <a:srgbClr val="000000"/>
                  </a:solidFill>
                  <a:latin typeface="Arial"/>
                  <a:ea typeface="Arial"/>
                  <a:cs typeface="Arial"/>
                </a:rPr>
                <a:t>39</a:t>
              </a:r>
            </a:p>
          </p:txBody>
        </p:sp>
        <p:sp>
          <p:nvSpPr>
            <p:cNvPr id="67" name="text_066">
              <a:extLst>
                <a:ext uri="{FF2B5EF4-FFF2-40B4-BE49-F238E27FC236}">
                  <ns2:creationId id="{C63053F7-3A32-4622-B2B9-E1F0B7D780D4}"/>
                </a:ext>
              </a:extLst>
            </p:cNvPr>
            <p:cNvSpPr>
              <a:spLocks noGrp="1"/>
            </p:cNvSpPr>
            <p:nvPr/>
          </p:nvSpPr>
          <p:spPr>
            <a:xfrm rot="0">
              <a:off x="762000" y="7534275"/>
              <a:ext cx="4953000" cy="209550"/>
            </a:xfrm>
            <a:prstGeom prst="rect">
              <a:avLst/>
            </a:prstGeom>
            <a:noFill/>
            <a:ln w="0">
              <a:noFill/>
              <a:prstDash val="solid"/>
            </a:ln>
          </p:spPr>
          <p:txBody>
            <a:bodyPr wrap="none" lIns="0" tIns="0" rIns="0" bIns="0" anchor="t">
              <a:noAutofit/>
            </a:bodyPr>
            <a:lstStyle>
              <a:defPPr algn="ctr">
                <a:defRPr sz="904" b="0">
                  <a:solidFill>
                    <a:srgbClr val="000000"/>
                  </a:solidFill>
                  <a:latin typeface="Arial"/>
                  <a:ea typeface="Arial"/>
                  <a:cs typeface="Arial"/>
                </a:defRPr>
              </a:defPPr>
              <a:lvl1pPr algn="ctr">
                <a:defRPr sz="904" b="0">
                  <a:solidFill>
                    <a:srgbClr val="000000"/>
                  </a:solidFill>
                  <a:latin typeface="Arial"/>
                  <a:ea typeface="Arial"/>
                  <a:cs typeface="Arial"/>
                </a:defRPr>
              </a:lvl1pPr>
              <a:lvl2pPr algn="ctr">
                <a:defRPr sz="904" b="0">
                  <a:solidFill>
                    <a:srgbClr val="000000"/>
                  </a:solidFill>
                  <a:latin typeface="Arial"/>
                  <a:ea typeface="Arial"/>
                  <a:cs typeface="Arial"/>
                </a:defRPr>
              </a:lvl2pPr>
              <a:lvl3pPr algn="ctr">
                <a:defRPr sz="904" b="0">
                  <a:solidFill>
                    <a:srgbClr val="000000"/>
                  </a:solidFill>
                  <a:latin typeface="Arial"/>
                  <a:ea typeface="Arial"/>
                  <a:cs typeface="Arial"/>
                </a:defRPr>
              </a:lvl3pPr>
              <a:lvl4pPr algn="ctr">
                <a:defRPr sz="904" b="0">
                  <a:solidFill>
                    <a:srgbClr val="000000"/>
                  </a:solidFill>
                  <a:latin typeface="Arial"/>
                  <a:ea typeface="Arial"/>
                  <a:cs typeface="Arial"/>
                </a:defRPr>
              </a:lvl4pPr>
              <a:lvl5pPr algn="ctr">
                <a:defRPr sz="904" b="0">
                  <a:solidFill>
                    <a:srgbClr val="000000"/>
                  </a:solidFill>
                  <a:latin typeface="Arial"/>
                  <a:ea typeface="Arial"/>
                  <a:cs typeface="Arial"/>
                </a:defRPr>
              </a:lvl5pPr>
              <a:lvl6pPr algn="ctr">
                <a:defRPr sz="904" b="0">
                  <a:solidFill>
                    <a:srgbClr val="000000"/>
                  </a:solidFill>
                  <a:latin typeface="Arial"/>
                  <a:ea typeface="Arial"/>
                  <a:cs typeface="Arial"/>
                </a:defRPr>
              </a:lvl6pPr>
              <a:lvl7pPr algn="ctr">
                <a:defRPr sz="904" b="0">
                  <a:solidFill>
                    <a:srgbClr val="000000"/>
                  </a:solidFill>
                  <a:latin typeface="Arial"/>
                  <a:ea typeface="Arial"/>
                  <a:cs typeface="Arial"/>
                </a:defRPr>
              </a:lvl7pPr>
              <a:lvl8pPr algn="ctr">
                <a:defRPr sz="904" b="0">
                  <a:solidFill>
                    <a:srgbClr val="000000"/>
                  </a:solidFill>
                  <a:latin typeface="Arial"/>
                  <a:ea typeface="Arial"/>
                  <a:cs typeface="Arial"/>
                </a:defRPr>
              </a:lvl8pPr>
              <a:lvl9pPr algn="ctr">
                <a:defRPr sz="904" b="0">
                  <a:solidFill>
                    <a:srgbClr val="000000"/>
                  </a:solidFill>
                  <a:latin typeface="Arial"/>
                  <a:ea typeface="Arial"/>
                  <a:cs typeface="Arial"/>
                </a:defRPr>
              </a:lvl9pPr>
            </a:lstStyle>
            <a:p>
              <a:pPr algn="ctr">
                <a:defRPr sz="904" b="0">
                  <a:solidFill>
                    <a:srgbClr val="000000"/>
                  </a:solidFill>
                  <a:latin typeface="Arial"/>
                  <a:ea typeface="Arial"/>
                  <a:cs typeface="Arial"/>
                </a:defRPr>
              </a:pPr>
              <a:r>
                <a:rPr sz="904" b="0">
                  <a:solidFill>
                    <a:srgbClr val="000000"/>
                  </a:solidFill>
                  <a:latin typeface="Arial"/>
                  <a:ea typeface="Arial"/>
                  <a:cs typeface="Arial"/>
                </a:rPr>
                <a:t>Frame</a:t>
              </a:r>
            </a:p>
          </p:txBody>
        </p:sp>
        <p:sp>
          <p:nvSpPr>
            <p:cNvPr id="68" name="text_067">
              <a:extLst>
                <a:ext uri="{FF2B5EF4-FFF2-40B4-BE49-F238E27FC236}">
                  <ns2:creationId id="{9B3A924A-97F1-4D63-BE12-C9E7CF751638}"/>
                </a:ext>
              </a:extLst>
            </p:cNvPr>
            <p:cNvSpPr>
              <a:spLocks noGrp="1"/>
            </p:cNvSpPr>
            <p:nvPr/>
          </p:nvSpPr>
          <p:spPr>
            <a:xfrm rot="0">
              <a:off x="6762750" y="5657850"/>
              <a:ext cx="4953000" cy="238125"/>
            </a:xfrm>
            <a:prstGeom prst="rect">
              <a:avLst/>
            </a:prstGeom>
            <a:noFill/>
            <a:ln w="0">
              <a:noFill/>
              <a:prstDash val="solid"/>
            </a:ln>
          </p:spPr>
          <p:txBody>
            <a:bodyPr wrap="none" lIns="0" tIns="0" rIns="0" bIns="0" anchor="t">
              <a:noAutofit/>
            </a:bodyPr>
            <a:lstStyle>
              <a:defPPr algn="l">
                <a:defRPr sz="1073" b="1">
                  <a:solidFill>
                    <a:srgbClr val="000000"/>
                  </a:solidFill>
                  <a:latin typeface="Arial"/>
                  <a:ea typeface="Arial"/>
                  <a:cs typeface="Arial"/>
                </a:defRPr>
              </a:defPPr>
              <a:lvl1pPr algn="l">
                <a:defRPr sz="1073" b="1">
                  <a:solidFill>
                    <a:srgbClr val="000000"/>
                  </a:solidFill>
                  <a:latin typeface="Arial"/>
                  <a:ea typeface="Arial"/>
                  <a:cs typeface="Arial"/>
                </a:defRPr>
              </a:lvl1pPr>
              <a:lvl2pPr algn="l">
                <a:defRPr sz="1073" b="1">
                  <a:solidFill>
                    <a:srgbClr val="000000"/>
                  </a:solidFill>
                  <a:latin typeface="Arial"/>
                  <a:ea typeface="Arial"/>
                  <a:cs typeface="Arial"/>
                </a:defRPr>
              </a:lvl2pPr>
              <a:lvl3pPr algn="l">
                <a:defRPr sz="1073" b="1">
                  <a:solidFill>
                    <a:srgbClr val="000000"/>
                  </a:solidFill>
                  <a:latin typeface="Arial"/>
                  <a:ea typeface="Arial"/>
                  <a:cs typeface="Arial"/>
                </a:defRPr>
              </a:lvl3pPr>
              <a:lvl4pPr algn="l">
                <a:defRPr sz="1073" b="1">
                  <a:solidFill>
                    <a:srgbClr val="000000"/>
                  </a:solidFill>
                  <a:latin typeface="Arial"/>
                  <a:ea typeface="Arial"/>
                  <a:cs typeface="Arial"/>
                </a:defRPr>
              </a:lvl4pPr>
              <a:lvl5pPr algn="l">
                <a:defRPr sz="1073" b="1">
                  <a:solidFill>
                    <a:srgbClr val="000000"/>
                  </a:solidFill>
                  <a:latin typeface="Arial"/>
                  <a:ea typeface="Arial"/>
                  <a:cs typeface="Arial"/>
                </a:defRPr>
              </a:lvl5pPr>
              <a:lvl6pPr algn="l">
                <a:defRPr sz="1073" b="1">
                  <a:solidFill>
                    <a:srgbClr val="000000"/>
                  </a:solidFill>
                  <a:latin typeface="Arial"/>
                  <a:ea typeface="Arial"/>
                  <a:cs typeface="Arial"/>
                </a:defRPr>
              </a:lvl6pPr>
              <a:lvl7pPr algn="l">
                <a:defRPr sz="1073" b="1">
                  <a:solidFill>
                    <a:srgbClr val="000000"/>
                  </a:solidFill>
                  <a:latin typeface="Arial"/>
                  <a:ea typeface="Arial"/>
                  <a:cs typeface="Arial"/>
                </a:defRPr>
              </a:lvl7pPr>
              <a:lvl8pPr algn="l">
                <a:defRPr sz="1073" b="1">
                  <a:solidFill>
                    <a:srgbClr val="000000"/>
                  </a:solidFill>
                  <a:latin typeface="Arial"/>
                  <a:ea typeface="Arial"/>
                  <a:cs typeface="Arial"/>
                </a:defRPr>
              </a:lvl8pPr>
              <a:lvl9pPr algn="l">
                <a:defRPr sz="1073" b="1">
                  <a:solidFill>
                    <a:srgbClr val="000000"/>
                  </a:solidFill>
                  <a:latin typeface="Arial"/>
                  <a:ea typeface="Arial"/>
                  <a:cs typeface="Arial"/>
                </a:defRPr>
              </a:lvl9pPr>
            </a:lstStyle>
            <a:p>
              <a:pPr algn="l">
                <a:defRPr sz="1073" b="1">
                  <a:solidFill>
                    <a:srgbClr val="000000"/>
                  </a:solidFill>
                  <a:latin typeface="Arial"/>
                  <a:ea typeface="Arial"/>
                  <a:cs typeface="Arial"/>
                </a:defRPr>
              </a:pPr>
              <a:r>
                <a:rPr sz="1073" b="1">
                  <a:solidFill>
                    <a:srgbClr val="000000"/>
                  </a:solidFill>
                  <a:latin typeface="Arial"/>
                  <a:ea typeface="Arial"/>
                  <a:cs typeface="Arial"/>
                </a:rPr>
                <a:t>RG-MTM-R20</a:t>
              </a:r>
            </a:p>
          </p:txBody>
        </p:sp>
        <p:pic>
          <p:nvPicPr>
            <p:cNvPr id="69" name="">
              <a:extLst>
                <a:ext uri="{FF2B5EF4-FFF2-40B4-BE49-F238E27FC236}">
                  <ns2:creationId id="{34E95476-7F29-40A9-8236-4B9FA6F5D1DA}"/>
                </a:ext>
              </a:extLst>
            </p:cNvPr>
            <p:cNvPicPr>
              <a:picLocks noChangeAspect="1"/>
            </p:cNvPicPr>
            <p:nvPr/>
          </p:nvPicPr>
          <p:blipFill>
            <a:blip r:embed="Rd142bff20e0e491b"/>
            <a:stretch/>
          </p:blipFill>
          <p:spPr>
            <a:xfrm>
              <a:off x="6762750" y="5924550"/>
              <a:ext cx="4953000" cy="1333500"/>
            </a:xfrm>
            <a:prstGeom prst="rect">
              <a:avLst/>
            </a:prstGeom>
          </p:spPr>
        </p:pic>
        <p:sp>
          <p:nvSpPr>
            <p:cNvPr id="70" name="rect_069">
              <a:extLst>
                <a:ext uri="{FF2B5EF4-FFF2-40B4-BE49-F238E27FC236}">
                  <ns2:creationId id="{85B46B95-56F9-48C1-A3FB-214B18F09D3E}"/>
                </a:ext>
              </a:extLst>
            </p:cNvPr>
            <p:cNvSpPr>
              <a:spLocks noGrp="1"/>
            </p:cNvSpPr>
            <p:nvPr/>
          </p:nvSpPr>
          <p:spPr>
            <a:xfrm rot="0">
              <a:off x="6762750" y="5924550"/>
              <a:ext cx="4953000" cy="1333500"/>
            </a:xfrm>
            <a:prstGeom prst="rect">
              <a:avLst/>
            </a:prstGeom>
            <a:noFill/>
            <a:ln w="5021">
              <a:solidFill>
                <a:srgbClr val="7B8790"/>
              </a:solidFill>
              <a:prstDash val="solid"/>
            </a:ln>
          </p:spPr>
        </p:sp>
        <p:sp>
          <p:nvSpPr>
            <p:cNvPr id="71" name="text_070">
              <a:extLst>
                <a:ext uri="{FF2B5EF4-FFF2-40B4-BE49-F238E27FC236}">
                  <ns2:creationId id="{61EEE8D3-8139-49A1-9F20-271493FF413A}"/>
                </a:ext>
              </a:extLst>
            </p:cNvPr>
            <p:cNvSpPr>
              <a:spLocks noGrp="1"/>
            </p:cNvSpPr>
            <p:nvPr/>
          </p:nvSpPr>
          <p:spPr>
            <a:xfrm rot="0">
              <a:off x="6353175" y="7172325"/>
              <a:ext cx="333375" cy="209550"/>
            </a:xfrm>
            <a:prstGeom prst="rect">
              <a:avLst/>
            </a:prstGeom>
            <a:noFill/>
            <a:ln w="0">
              <a:noFill/>
              <a:prstDash val="solid"/>
            </a:ln>
          </p:spPr>
          <p:txBody>
            <a:bodyPr wrap="none" lIns="0" tIns="0" rIns="0" bIns="0" anchor="t">
              <a:noAutofit/>
            </a:bodyPr>
            <a:lstStyle>
              <a:defPPr algn="r">
                <a:defRPr sz="904" b="0">
                  <a:solidFill>
                    <a:srgbClr val="000000"/>
                  </a:solidFill>
                  <a:latin typeface="Arial"/>
                  <a:ea typeface="Arial"/>
                  <a:cs typeface="Arial"/>
                </a:defRPr>
              </a:defPPr>
              <a:lvl1pPr algn="r">
                <a:defRPr sz="904" b="0">
                  <a:solidFill>
                    <a:srgbClr val="000000"/>
                  </a:solidFill>
                  <a:latin typeface="Arial"/>
                  <a:ea typeface="Arial"/>
                  <a:cs typeface="Arial"/>
                </a:defRPr>
              </a:lvl1pPr>
              <a:lvl2pPr algn="r">
                <a:defRPr sz="904" b="0">
                  <a:solidFill>
                    <a:srgbClr val="000000"/>
                  </a:solidFill>
                  <a:latin typeface="Arial"/>
                  <a:ea typeface="Arial"/>
                  <a:cs typeface="Arial"/>
                </a:defRPr>
              </a:lvl2pPr>
              <a:lvl3pPr algn="r">
                <a:defRPr sz="904" b="0">
                  <a:solidFill>
                    <a:srgbClr val="000000"/>
                  </a:solidFill>
                  <a:latin typeface="Arial"/>
                  <a:ea typeface="Arial"/>
                  <a:cs typeface="Arial"/>
                </a:defRPr>
              </a:lvl3pPr>
              <a:lvl4pPr algn="r">
                <a:defRPr sz="904" b="0">
                  <a:solidFill>
                    <a:srgbClr val="000000"/>
                  </a:solidFill>
                  <a:latin typeface="Arial"/>
                  <a:ea typeface="Arial"/>
                  <a:cs typeface="Arial"/>
                </a:defRPr>
              </a:lvl4pPr>
              <a:lvl5pPr algn="r">
                <a:defRPr sz="904" b="0">
                  <a:solidFill>
                    <a:srgbClr val="000000"/>
                  </a:solidFill>
                  <a:latin typeface="Arial"/>
                  <a:ea typeface="Arial"/>
                  <a:cs typeface="Arial"/>
                </a:defRPr>
              </a:lvl5pPr>
              <a:lvl6pPr algn="r">
                <a:defRPr sz="904" b="0">
                  <a:solidFill>
                    <a:srgbClr val="000000"/>
                  </a:solidFill>
                  <a:latin typeface="Arial"/>
                  <a:ea typeface="Arial"/>
                  <a:cs typeface="Arial"/>
                </a:defRPr>
              </a:lvl6pPr>
              <a:lvl7pPr algn="r">
                <a:defRPr sz="904" b="0">
                  <a:solidFill>
                    <a:srgbClr val="000000"/>
                  </a:solidFill>
                  <a:latin typeface="Arial"/>
                  <a:ea typeface="Arial"/>
                  <a:cs typeface="Arial"/>
                </a:defRPr>
              </a:lvl7pPr>
              <a:lvl8pPr algn="r">
                <a:defRPr sz="904" b="0">
                  <a:solidFill>
                    <a:srgbClr val="000000"/>
                  </a:solidFill>
                  <a:latin typeface="Arial"/>
                  <a:ea typeface="Arial"/>
                  <a:cs typeface="Arial"/>
                </a:defRPr>
              </a:lvl8pPr>
              <a:lvl9pPr algn="r">
                <a:defRPr sz="904" b="0">
                  <a:solidFill>
                    <a:srgbClr val="000000"/>
                  </a:solidFill>
                  <a:latin typeface="Arial"/>
                  <a:ea typeface="Arial"/>
                  <a:cs typeface="Arial"/>
                </a:defRPr>
              </a:lvl9pPr>
            </a:lstStyle>
            <a:p>
              <a:pPr algn="r">
                <a:defRPr sz="904" b="0">
                  <a:solidFill>
                    <a:srgbClr val="000000"/>
                  </a:solidFill>
                  <a:latin typeface="Arial"/>
                  <a:ea typeface="Arial"/>
                  <a:cs typeface="Arial"/>
                </a:defRPr>
              </a:pPr>
              <a:r>
                <a:rPr sz="904" b="0">
                  <a:solidFill>
                    <a:srgbClr val="000000"/>
                  </a:solidFill>
                  <a:latin typeface="Arial"/>
                  <a:ea typeface="Arial"/>
                  <a:cs typeface="Arial"/>
                </a:rPr>
                <a:t>0</a:t>
              </a:r>
            </a:p>
          </p:txBody>
        </p:sp>
        <p:sp>
          <p:nvSpPr>
            <p:cNvPr id="72" name="text_071">
              <a:extLst>
                <a:ext uri="{FF2B5EF4-FFF2-40B4-BE49-F238E27FC236}">
                  <ns2:creationId id="{9531B6B7-1ACB-4F3B-904B-F2538ED24D3A}"/>
                </a:ext>
              </a:extLst>
            </p:cNvPr>
            <p:cNvSpPr>
              <a:spLocks noGrp="1"/>
            </p:cNvSpPr>
            <p:nvPr/>
          </p:nvSpPr>
          <p:spPr>
            <a:xfrm rot="0">
              <a:off x="6353175" y="6505575"/>
              <a:ext cx="333375" cy="209550"/>
            </a:xfrm>
            <a:prstGeom prst="rect">
              <a:avLst/>
            </a:prstGeom>
            <a:noFill/>
            <a:ln w="0">
              <a:noFill/>
              <a:prstDash val="solid"/>
            </a:ln>
          </p:spPr>
          <p:txBody>
            <a:bodyPr wrap="none" lIns="0" tIns="0" rIns="0" bIns="0" anchor="t">
              <a:noAutofit/>
            </a:bodyPr>
            <a:lstStyle>
              <a:defPPr algn="r">
                <a:defRPr sz="904" b="0">
                  <a:solidFill>
                    <a:srgbClr val="000000"/>
                  </a:solidFill>
                  <a:latin typeface="Arial"/>
                  <a:ea typeface="Arial"/>
                  <a:cs typeface="Arial"/>
                </a:defRPr>
              </a:defPPr>
              <a:lvl1pPr algn="r">
                <a:defRPr sz="904" b="0">
                  <a:solidFill>
                    <a:srgbClr val="000000"/>
                  </a:solidFill>
                  <a:latin typeface="Arial"/>
                  <a:ea typeface="Arial"/>
                  <a:cs typeface="Arial"/>
                </a:defRPr>
              </a:lvl1pPr>
              <a:lvl2pPr algn="r">
                <a:defRPr sz="904" b="0">
                  <a:solidFill>
                    <a:srgbClr val="000000"/>
                  </a:solidFill>
                  <a:latin typeface="Arial"/>
                  <a:ea typeface="Arial"/>
                  <a:cs typeface="Arial"/>
                </a:defRPr>
              </a:lvl2pPr>
              <a:lvl3pPr algn="r">
                <a:defRPr sz="904" b="0">
                  <a:solidFill>
                    <a:srgbClr val="000000"/>
                  </a:solidFill>
                  <a:latin typeface="Arial"/>
                  <a:ea typeface="Arial"/>
                  <a:cs typeface="Arial"/>
                </a:defRPr>
              </a:lvl3pPr>
              <a:lvl4pPr algn="r">
                <a:defRPr sz="904" b="0">
                  <a:solidFill>
                    <a:srgbClr val="000000"/>
                  </a:solidFill>
                  <a:latin typeface="Arial"/>
                  <a:ea typeface="Arial"/>
                  <a:cs typeface="Arial"/>
                </a:defRPr>
              </a:lvl4pPr>
              <a:lvl5pPr algn="r">
                <a:defRPr sz="904" b="0">
                  <a:solidFill>
                    <a:srgbClr val="000000"/>
                  </a:solidFill>
                  <a:latin typeface="Arial"/>
                  <a:ea typeface="Arial"/>
                  <a:cs typeface="Arial"/>
                </a:defRPr>
              </a:lvl5pPr>
              <a:lvl6pPr algn="r">
                <a:defRPr sz="904" b="0">
                  <a:solidFill>
                    <a:srgbClr val="000000"/>
                  </a:solidFill>
                  <a:latin typeface="Arial"/>
                  <a:ea typeface="Arial"/>
                  <a:cs typeface="Arial"/>
                </a:defRPr>
              </a:lvl6pPr>
              <a:lvl7pPr algn="r">
                <a:defRPr sz="904" b="0">
                  <a:solidFill>
                    <a:srgbClr val="000000"/>
                  </a:solidFill>
                  <a:latin typeface="Arial"/>
                  <a:ea typeface="Arial"/>
                  <a:cs typeface="Arial"/>
                </a:defRPr>
              </a:lvl7pPr>
              <a:lvl8pPr algn="r">
                <a:defRPr sz="904" b="0">
                  <a:solidFill>
                    <a:srgbClr val="000000"/>
                  </a:solidFill>
                  <a:latin typeface="Arial"/>
                  <a:ea typeface="Arial"/>
                  <a:cs typeface="Arial"/>
                </a:defRPr>
              </a:lvl8pPr>
              <a:lvl9pPr algn="r">
                <a:defRPr sz="904" b="0">
                  <a:solidFill>
                    <a:srgbClr val="000000"/>
                  </a:solidFill>
                  <a:latin typeface="Arial"/>
                  <a:ea typeface="Arial"/>
                  <a:cs typeface="Arial"/>
                </a:defRPr>
              </a:lvl9pPr>
            </a:lstStyle>
            <a:p>
              <a:pPr algn="r">
                <a:defRPr sz="904" b="0">
                  <a:solidFill>
                    <a:srgbClr val="000000"/>
                  </a:solidFill>
                  <a:latin typeface="Arial"/>
                  <a:ea typeface="Arial"/>
                  <a:cs typeface="Arial"/>
                </a:defRPr>
              </a:pPr>
              <a:r>
                <a:rPr sz="904" b="0">
                  <a:solidFill>
                    <a:srgbClr val="000000"/>
                  </a:solidFill>
                  <a:latin typeface="Arial"/>
                  <a:ea typeface="Arial"/>
                  <a:cs typeface="Arial"/>
                </a:rPr>
                <a:t>0.5</a:t>
              </a:r>
            </a:p>
          </p:txBody>
        </p:sp>
        <p:sp>
          <p:nvSpPr>
            <p:cNvPr id="73" name="text_072">
              <a:extLst>
                <a:ext uri="{FF2B5EF4-FFF2-40B4-BE49-F238E27FC236}">
                  <ns2:creationId id="{194CF11E-ABBB-4825-94F8-3469A6730A8C}"/>
                </a:ext>
              </a:extLst>
            </p:cNvPr>
            <p:cNvSpPr>
              <a:spLocks noGrp="1"/>
            </p:cNvSpPr>
            <p:nvPr/>
          </p:nvSpPr>
          <p:spPr>
            <a:xfrm rot="0">
              <a:off x="6353175" y="5838825"/>
              <a:ext cx="333375" cy="209550"/>
            </a:xfrm>
            <a:prstGeom prst="rect">
              <a:avLst/>
            </a:prstGeom>
            <a:noFill/>
            <a:ln w="0">
              <a:noFill/>
              <a:prstDash val="solid"/>
            </a:ln>
          </p:spPr>
          <p:txBody>
            <a:bodyPr wrap="none" lIns="0" tIns="0" rIns="0" bIns="0" anchor="t">
              <a:noAutofit/>
            </a:bodyPr>
            <a:lstStyle>
              <a:defPPr algn="r">
                <a:defRPr sz="904" b="0">
                  <a:solidFill>
                    <a:srgbClr val="000000"/>
                  </a:solidFill>
                  <a:latin typeface="Arial"/>
                  <a:ea typeface="Arial"/>
                  <a:cs typeface="Arial"/>
                </a:defRPr>
              </a:defPPr>
              <a:lvl1pPr algn="r">
                <a:defRPr sz="904" b="0">
                  <a:solidFill>
                    <a:srgbClr val="000000"/>
                  </a:solidFill>
                  <a:latin typeface="Arial"/>
                  <a:ea typeface="Arial"/>
                  <a:cs typeface="Arial"/>
                </a:defRPr>
              </a:lvl1pPr>
              <a:lvl2pPr algn="r">
                <a:defRPr sz="904" b="0">
                  <a:solidFill>
                    <a:srgbClr val="000000"/>
                  </a:solidFill>
                  <a:latin typeface="Arial"/>
                  <a:ea typeface="Arial"/>
                  <a:cs typeface="Arial"/>
                </a:defRPr>
              </a:lvl2pPr>
              <a:lvl3pPr algn="r">
                <a:defRPr sz="904" b="0">
                  <a:solidFill>
                    <a:srgbClr val="000000"/>
                  </a:solidFill>
                  <a:latin typeface="Arial"/>
                  <a:ea typeface="Arial"/>
                  <a:cs typeface="Arial"/>
                </a:defRPr>
              </a:lvl3pPr>
              <a:lvl4pPr algn="r">
                <a:defRPr sz="904" b="0">
                  <a:solidFill>
                    <a:srgbClr val="000000"/>
                  </a:solidFill>
                  <a:latin typeface="Arial"/>
                  <a:ea typeface="Arial"/>
                  <a:cs typeface="Arial"/>
                </a:defRPr>
              </a:lvl4pPr>
              <a:lvl5pPr algn="r">
                <a:defRPr sz="904" b="0">
                  <a:solidFill>
                    <a:srgbClr val="000000"/>
                  </a:solidFill>
                  <a:latin typeface="Arial"/>
                  <a:ea typeface="Arial"/>
                  <a:cs typeface="Arial"/>
                </a:defRPr>
              </a:lvl5pPr>
              <a:lvl6pPr algn="r">
                <a:defRPr sz="904" b="0">
                  <a:solidFill>
                    <a:srgbClr val="000000"/>
                  </a:solidFill>
                  <a:latin typeface="Arial"/>
                  <a:ea typeface="Arial"/>
                  <a:cs typeface="Arial"/>
                </a:defRPr>
              </a:lvl6pPr>
              <a:lvl7pPr algn="r">
                <a:defRPr sz="904" b="0">
                  <a:solidFill>
                    <a:srgbClr val="000000"/>
                  </a:solidFill>
                  <a:latin typeface="Arial"/>
                  <a:ea typeface="Arial"/>
                  <a:cs typeface="Arial"/>
                </a:defRPr>
              </a:lvl7pPr>
              <a:lvl8pPr algn="r">
                <a:defRPr sz="904" b="0">
                  <a:solidFill>
                    <a:srgbClr val="000000"/>
                  </a:solidFill>
                  <a:latin typeface="Arial"/>
                  <a:ea typeface="Arial"/>
                  <a:cs typeface="Arial"/>
                </a:defRPr>
              </a:lvl8pPr>
              <a:lvl9pPr algn="r">
                <a:defRPr sz="904" b="0">
                  <a:solidFill>
                    <a:srgbClr val="000000"/>
                  </a:solidFill>
                  <a:latin typeface="Arial"/>
                  <a:ea typeface="Arial"/>
                  <a:cs typeface="Arial"/>
                </a:defRPr>
              </a:lvl9pPr>
            </a:lstStyle>
            <a:p>
              <a:pPr algn="r">
                <a:defRPr sz="904" b="0">
                  <a:solidFill>
                    <a:srgbClr val="000000"/>
                  </a:solidFill>
                  <a:latin typeface="Arial"/>
                  <a:ea typeface="Arial"/>
                  <a:cs typeface="Arial"/>
                </a:defRPr>
              </a:pPr>
              <a:r>
                <a:rPr sz="904" b="0">
                  <a:solidFill>
                    <a:srgbClr val="000000"/>
                  </a:solidFill>
                  <a:latin typeface="Arial"/>
                  <a:ea typeface="Arial"/>
                  <a:cs typeface="Arial"/>
                </a:rPr>
                <a:t>1</a:t>
              </a:r>
            </a:p>
          </p:txBody>
        </p:sp>
        <p:sp>
          <p:nvSpPr>
            <p:cNvPr id="74" name="text_073">
              <a:extLst>
                <a:ext uri="{FF2B5EF4-FFF2-40B4-BE49-F238E27FC236}">
                  <ns2:creationId id="{C5864FE4-0009-404A-BB17-180EE96F112B}"/>
                </a:ext>
              </a:extLst>
            </p:cNvPr>
            <p:cNvSpPr>
              <a:spLocks noGrp="1"/>
            </p:cNvSpPr>
            <p:nvPr/>
          </p:nvSpPr>
          <p:spPr>
            <a:xfrm rot="0">
              <a:off x="6519863" y="7305675"/>
              <a:ext cx="609600" cy="209550"/>
            </a:xfrm>
            <a:prstGeom prst="rect">
              <a:avLst/>
            </a:prstGeom>
            <a:noFill/>
            <a:ln w="0">
              <a:noFill/>
              <a:prstDash val="solid"/>
            </a:ln>
          </p:spPr>
          <p:txBody>
            <a:bodyPr wrap="none" lIns="0" tIns="0" rIns="0" bIns="0" anchor="t">
              <a:noAutofit/>
            </a:bodyPr>
            <a:lstStyle>
              <a:defPPr algn="ctr">
                <a:defRPr sz="847" b="0">
                  <a:solidFill>
                    <a:srgbClr val="000000"/>
                  </a:solidFill>
                  <a:latin typeface="Arial"/>
                  <a:ea typeface="Arial"/>
                  <a:cs typeface="Arial"/>
                </a:defRPr>
              </a:defPPr>
              <a:lvl1pPr algn="ctr">
                <a:defRPr sz="847" b="0">
                  <a:solidFill>
                    <a:srgbClr val="000000"/>
                  </a:solidFill>
                  <a:latin typeface="Arial"/>
                  <a:ea typeface="Arial"/>
                  <a:cs typeface="Arial"/>
                </a:defRPr>
              </a:lvl1pPr>
              <a:lvl2pPr algn="ctr">
                <a:defRPr sz="847" b="0">
                  <a:solidFill>
                    <a:srgbClr val="000000"/>
                  </a:solidFill>
                  <a:latin typeface="Arial"/>
                  <a:ea typeface="Arial"/>
                  <a:cs typeface="Arial"/>
                </a:defRPr>
              </a:lvl2pPr>
              <a:lvl3pPr algn="ctr">
                <a:defRPr sz="847" b="0">
                  <a:solidFill>
                    <a:srgbClr val="000000"/>
                  </a:solidFill>
                  <a:latin typeface="Arial"/>
                  <a:ea typeface="Arial"/>
                  <a:cs typeface="Arial"/>
                </a:defRPr>
              </a:lvl3pPr>
              <a:lvl4pPr algn="ctr">
                <a:defRPr sz="847" b="0">
                  <a:solidFill>
                    <a:srgbClr val="000000"/>
                  </a:solidFill>
                  <a:latin typeface="Arial"/>
                  <a:ea typeface="Arial"/>
                  <a:cs typeface="Arial"/>
                </a:defRPr>
              </a:lvl4pPr>
              <a:lvl5pPr algn="ctr">
                <a:defRPr sz="847" b="0">
                  <a:solidFill>
                    <a:srgbClr val="000000"/>
                  </a:solidFill>
                  <a:latin typeface="Arial"/>
                  <a:ea typeface="Arial"/>
                  <a:cs typeface="Arial"/>
                </a:defRPr>
              </a:lvl5pPr>
              <a:lvl6pPr algn="ctr">
                <a:defRPr sz="847" b="0">
                  <a:solidFill>
                    <a:srgbClr val="000000"/>
                  </a:solidFill>
                  <a:latin typeface="Arial"/>
                  <a:ea typeface="Arial"/>
                  <a:cs typeface="Arial"/>
                </a:defRPr>
              </a:lvl6pPr>
              <a:lvl7pPr algn="ctr">
                <a:defRPr sz="847" b="0">
                  <a:solidFill>
                    <a:srgbClr val="000000"/>
                  </a:solidFill>
                  <a:latin typeface="Arial"/>
                  <a:ea typeface="Arial"/>
                  <a:cs typeface="Arial"/>
                </a:defRPr>
              </a:lvl7pPr>
              <a:lvl8pPr algn="ctr">
                <a:defRPr sz="847" b="0">
                  <a:solidFill>
                    <a:srgbClr val="000000"/>
                  </a:solidFill>
                  <a:latin typeface="Arial"/>
                  <a:ea typeface="Arial"/>
                  <a:cs typeface="Arial"/>
                </a:defRPr>
              </a:lvl8pPr>
              <a:lvl9pPr algn="ctr">
                <a:defRPr sz="847" b="0">
                  <a:solidFill>
                    <a:srgbClr val="000000"/>
                  </a:solidFill>
                  <a:latin typeface="Arial"/>
                  <a:ea typeface="Arial"/>
                  <a:cs typeface="Arial"/>
                </a:defRPr>
              </a:lvl9pPr>
            </a:lstStyle>
            <a:p>
              <a:pPr algn="ctr">
                <a:defRPr sz="847" b="0">
                  <a:solidFill>
                    <a:srgbClr val="000000"/>
                  </a:solidFill>
                  <a:latin typeface="Arial"/>
                  <a:ea typeface="Arial"/>
                  <a:cs typeface="Arial"/>
                </a:defRPr>
              </a:pPr>
              <a:r>
                <a:rPr sz="847" b="0">
                  <a:solidFill>
                    <a:srgbClr val="000000"/>
                  </a:solidFill>
                  <a:latin typeface="Arial"/>
                  <a:ea typeface="Arial"/>
                  <a:cs typeface="Arial"/>
                </a:rPr>
                <a:t>0</a:t>
              </a:r>
            </a:p>
          </p:txBody>
        </p:sp>
        <p:sp>
          <p:nvSpPr>
            <p:cNvPr id="75" name="text_074">
              <a:extLst>
                <a:ext uri="{FF2B5EF4-FFF2-40B4-BE49-F238E27FC236}">
                  <ns2:creationId id="{6BB6DD4F-4D9A-4080-A3F8-A7CED41EFDAF}"/>
                </a:ext>
              </a:extLst>
            </p:cNvPr>
            <p:cNvSpPr>
              <a:spLocks noGrp="1"/>
            </p:cNvSpPr>
            <p:nvPr/>
          </p:nvSpPr>
          <p:spPr>
            <a:xfrm rot="0">
              <a:off x="8872538" y="7305675"/>
              <a:ext cx="609600" cy="209550"/>
            </a:xfrm>
            <a:prstGeom prst="rect">
              <a:avLst/>
            </a:prstGeom>
            <a:noFill/>
            <a:ln w="0">
              <a:noFill/>
              <a:prstDash val="solid"/>
            </a:ln>
          </p:spPr>
          <p:txBody>
            <a:bodyPr wrap="none" lIns="0" tIns="0" rIns="0" bIns="0" anchor="t">
              <a:noAutofit/>
            </a:bodyPr>
            <a:lstStyle>
              <a:defPPr algn="ctr">
                <a:defRPr sz="847" b="0">
                  <a:solidFill>
                    <a:srgbClr val="000000"/>
                  </a:solidFill>
                  <a:latin typeface="Arial"/>
                  <a:ea typeface="Arial"/>
                  <a:cs typeface="Arial"/>
                </a:defRPr>
              </a:defPPr>
              <a:lvl1pPr algn="ctr">
                <a:defRPr sz="847" b="0">
                  <a:solidFill>
                    <a:srgbClr val="000000"/>
                  </a:solidFill>
                  <a:latin typeface="Arial"/>
                  <a:ea typeface="Arial"/>
                  <a:cs typeface="Arial"/>
                </a:defRPr>
              </a:lvl1pPr>
              <a:lvl2pPr algn="ctr">
                <a:defRPr sz="847" b="0">
                  <a:solidFill>
                    <a:srgbClr val="000000"/>
                  </a:solidFill>
                  <a:latin typeface="Arial"/>
                  <a:ea typeface="Arial"/>
                  <a:cs typeface="Arial"/>
                </a:defRPr>
              </a:lvl2pPr>
              <a:lvl3pPr algn="ctr">
                <a:defRPr sz="847" b="0">
                  <a:solidFill>
                    <a:srgbClr val="000000"/>
                  </a:solidFill>
                  <a:latin typeface="Arial"/>
                  <a:ea typeface="Arial"/>
                  <a:cs typeface="Arial"/>
                </a:defRPr>
              </a:lvl3pPr>
              <a:lvl4pPr algn="ctr">
                <a:defRPr sz="847" b="0">
                  <a:solidFill>
                    <a:srgbClr val="000000"/>
                  </a:solidFill>
                  <a:latin typeface="Arial"/>
                  <a:ea typeface="Arial"/>
                  <a:cs typeface="Arial"/>
                </a:defRPr>
              </a:lvl4pPr>
              <a:lvl5pPr algn="ctr">
                <a:defRPr sz="847" b="0">
                  <a:solidFill>
                    <a:srgbClr val="000000"/>
                  </a:solidFill>
                  <a:latin typeface="Arial"/>
                  <a:ea typeface="Arial"/>
                  <a:cs typeface="Arial"/>
                </a:defRPr>
              </a:lvl5pPr>
              <a:lvl6pPr algn="ctr">
                <a:defRPr sz="847" b="0">
                  <a:solidFill>
                    <a:srgbClr val="000000"/>
                  </a:solidFill>
                  <a:latin typeface="Arial"/>
                  <a:ea typeface="Arial"/>
                  <a:cs typeface="Arial"/>
                </a:defRPr>
              </a:lvl6pPr>
              <a:lvl7pPr algn="ctr">
                <a:defRPr sz="847" b="0">
                  <a:solidFill>
                    <a:srgbClr val="000000"/>
                  </a:solidFill>
                  <a:latin typeface="Arial"/>
                  <a:ea typeface="Arial"/>
                  <a:cs typeface="Arial"/>
                </a:defRPr>
              </a:lvl7pPr>
              <a:lvl8pPr algn="ctr">
                <a:defRPr sz="847" b="0">
                  <a:solidFill>
                    <a:srgbClr val="000000"/>
                  </a:solidFill>
                  <a:latin typeface="Arial"/>
                  <a:ea typeface="Arial"/>
                  <a:cs typeface="Arial"/>
                </a:defRPr>
              </a:lvl8pPr>
              <a:lvl9pPr algn="ctr">
                <a:defRPr sz="847" b="0">
                  <a:solidFill>
                    <a:srgbClr val="000000"/>
                  </a:solidFill>
                  <a:latin typeface="Arial"/>
                  <a:ea typeface="Arial"/>
                  <a:cs typeface="Arial"/>
                </a:defRPr>
              </a:lvl9pPr>
            </a:lstStyle>
            <a:p>
              <a:pPr algn="ctr">
                <a:defRPr sz="847" b="0">
                  <a:solidFill>
                    <a:srgbClr val="000000"/>
                  </a:solidFill>
                  <a:latin typeface="Arial"/>
                  <a:ea typeface="Arial"/>
                  <a:cs typeface="Arial"/>
                </a:defRPr>
              </a:pPr>
              <a:r>
                <a:rPr sz="847" b="0">
                  <a:solidFill>
                    <a:srgbClr val="000000"/>
                  </a:solidFill>
                  <a:latin typeface="Arial"/>
                  <a:ea typeface="Arial"/>
                  <a:cs typeface="Arial"/>
                </a:rPr>
                <a:t>19</a:t>
              </a:r>
            </a:p>
          </p:txBody>
        </p:sp>
        <p:sp>
          <p:nvSpPr>
            <p:cNvPr id="76" name="text_075">
              <a:extLst>
                <a:ext uri="{FF2B5EF4-FFF2-40B4-BE49-F238E27FC236}">
                  <ns2:creationId id="{685D9AEC-8F8A-4876-A43A-12A853A02C1D}"/>
                </a:ext>
              </a:extLst>
            </p:cNvPr>
            <p:cNvSpPr>
              <a:spLocks noGrp="1"/>
            </p:cNvSpPr>
            <p:nvPr/>
          </p:nvSpPr>
          <p:spPr>
            <a:xfrm rot="0">
              <a:off x="11349038" y="7305675"/>
              <a:ext cx="609600" cy="209550"/>
            </a:xfrm>
            <a:prstGeom prst="rect">
              <a:avLst/>
            </a:prstGeom>
            <a:noFill/>
            <a:ln w="0">
              <a:noFill/>
              <a:prstDash val="solid"/>
            </a:ln>
          </p:spPr>
          <p:txBody>
            <a:bodyPr wrap="none" lIns="0" tIns="0" rIns="0" bIns="0" anchor="t">
              <a:noAutofit/>
            </a:bodyPr>
            <a:lstStyle>
              <a:defPPr algn="ctr">
                <a:defRPr sz="847" b="0">
                  <a:solidFill>
                    <a:srgbClr val="000000"/>
                  </a:solidFill>
                  <a:latin typeface="Arial"/>
                  <a:ea typeface="Arial"/>
                  <a:cs typeface="Arial"/>
                </a:defRPr>
              </a:defPPr>
              <a:lvl1pPr algn="ctr">
                <a:defRPr sz="847" b="0">
                  <a:solidFill>
                    <a:srgbClr val="000000"/>
                  </a:solidFill>
                  <a:latin typeface="Arial"/>
                  <a:ea typeface="Arial"/>
                  <a:cs typeface="Arial"/>
                </a:defRPr>
              </a:lvl1pPr>
              <a:lvl2pPr algn="ctr">
                <a:defRPr sz="847" b="0">
                  <a:solidFill>
                    <a:srgbClr val="000000"/>
                  </a:solidFill>
                  <a:latin typeface="Arial"/>
                  <a:ea typeface="Arial"/>
                  <a:cs typeface="Arial"/>
                </a:defRPr>
              </a:lvl2pPr>
              <a:lvl3pPr algn="ctr">
                <a:defRPr sz="847" b="0">
                  <a:solidFill>
                    <a:srgbClr val="000000"/>
                  </a:solidFill>
                  <a:latin typeface="Arial"/>
                  <a:ea typeface="Arial"/>
                  <a:cs typeface="Arial"/>
                </a:defRPr>
              </a:lvl3pPr>
              <a:lvl4pPr algn="ctr">
                <a:defRPr sz="847" b="0">
                  <a:solidFill>
                    <a:srgbClr val="000000"/>
                  </a:solidFill>
                  <a:latin typeface="Arial"/>
                  <a:ea typeface="Arial"/>
                  <a:cs typeface="Arial"/>
                </a:defRPr>
              </a:lvl4pPr>
              <a:lvl5pPr algn="ctr">
                <a:defRPr sz="847" b="0">
                  <a:solidFill>
                    <a:srgbClr val="000000"/>
                  </a:solidFill>
                  <a:latin typeface="Arial"/>
                  <a:ea typeface="Arial"/>
                  <a:cs typeface="Arial"/>
                </a:defRPr>
              </a:lvl5pPr>
              <a:lvl6pPr algn="ctr">
                <a:defRPr sz="847" b="0">
                  <a:solidFill>
                    <a:srgbClr val="000000"/>
                  </a:solidFill>
                  <a:latin typeface="Arial"/>
                  <a:ea typeface="Arial"/>
                  <a:cs typeface="Arial"/>
                </a:defRPr>
              </a:lvl6pPr>
              <a:lvl7pPr algn="ctr">
                <a:defRPr sz="847" b="0">
                  <a:solidFill>
                    <a:srgbClr val="000000"/>
                  </a:solidFill>
                  <a:latin typeface="Arial"/>
                  <a:ea typeface="Arial"/>
                  <a:cs typeface="Arial"/>
                </a:defRPr>
              </a:lvl7pPr>
              <a:lvl8pPr algn="ctr">
                <a:defRPr sz="847" b="0">
                  <a:solidFill>
                    <a:srgbClr val="000000"/>
                  </a:solidFill>
                  <a:latin typeface="Arial"/>
                  <a:ea typeface="Arial"/>
                  <a:cs typeface="Arial"/>
                </a:defRPr>
              </a:lvl8pPr>
              <a:lvl9pPr algn="ctr">
                <a:defRPr sz="847" b="0">
                  <a:solidFill>
                    <a:srgbClr val="000000"/>
                  </a:solidFill>
                  <a:latin typeface="Arial"/>
                  <a:ea typeface="Arial"/>
                  <a:cs typeface="Arial"/>
                </a:defRPr>
              </a:lvl9pPr>
            </a:lstStyle>
            <a:p>
              <a:pPr algn="ctr">
                <a:defRPr sz="847" b="0">
                  <a:solidFill>
                    <a:srgbClr val="000000"/>
                  </a:solidFill>
                  <a:latin typeface="Arial"/>
                  <a:ea typeface="Arial"/>
                  <a:cs typeface="Arial"/>
                </a:defRPr>
              </a:pPr>
              <a:r>
                <a:rPr sz="847" b="0">
                  <a:solidFill>
                    <a:srgbClr val="000000"/>
                  </a:solidFill>
                  <a:latin typeface="Arial"/>
                  <a:ea typeface="Arial"/>
                  <a:cs typeface="Arial"/>
                </a:rPr>
                <a:t>39</a:t>
              </a:r>
            </a:p>
          </p:txBody>
        </p:sp>
        <p:sp>
          <p:nvSpPr>
            <p:cNvPr id="77" name="text_076">
              <a:extLst>
                <a:ext uri="{FF2B5EF4-FFF2-40B4-BE49-F238E27FC236}">
                  <ns2:creationId id="{C6025853-5F77-4E89-837C-F03DC77E1DBC}"/>
                </a:ext>
              </a:extLst>
            </p:cNvPr>
            <p:cNvSpPr>
              <a:spLocks noGrp="1"/>
            </p:cNvSpPr>
            <p:nvPr/>
          </p:nvSpPr>
          <p:spPr>
            <a:xfrm rot="0">
              <a:off x="6762750" y="7534275"/>
              <a:ext cx="4953000" cy="209550"/>
            </a:xfrm>
            <a:prstGeom prst="rect">
              <a:avLst/>
            </a:prstGeom>
            <a:noFill/>
            <a:ln w="0">
              <a:noFill/>
              <a:prstDash val="solid"/>
            </a:ln>
          </p:spPr>
          <p:txBody>
            <a:bodyPr wrap="none" lIns="0" tIns="0" rIns="0" bIns="0" anchor="t">
              <a:noAutofit/>
            </a:bodyPr>
            <a:lstStyle>
              <a:defPPr algn="ctr">
                <a:defRPr sz="904" b="0">
                  <a:solidFill>
                    <a:srgbClr val="000000"/>
                  </a:solidFill>
                  <a:latin typeface="Arial"/>
                  <a:ea typeface="Arial"/>
                  <a:cs typeface="Arial"/>
                </a:defRPr>
              </a:defPPr>
              <a:lvl1pPr algn="ctr">
                <a:defRPr sz="904" b="0">
                  <a:solidFill>
                    <a:srgbClr val="000000"/>
                  </a:solidFill>
                  <a:latin typeface="Arial"/>
                  <a:ea typeface="Arial"/>
                  <a:cs typeface="Arial"/>
                </a:defRPr>
              </a:lvl1pPr>
              <a:lvl2pPr algn="ctr">
                <a:defRPr sz="904" b="0">
                  <a:solidFill>
                    <a:srgbClr val="000000"/>
                  </a:solidFill>
                  <a:latin typeface="Arial"/>
                  <a:ea typeface="Arial"/>
                  <a:cs typeface="Arial"/>
                </a:defRPr>
              </a:lvl2pPr>
              <a:lvl3pPr algn="ctr">
                <a:defRPr sz="904" b="0">
                  <a:solidFill>
                    <a:srgbClr val="000000"/>
                  </a:solidFill>
                  <a:latin typeface="Arial"/>
                  <a:ea typeface="Arial"/>
                  <a:cs typeface="Arial"/>
                </a:defRPr>
              </a:lvl3pPr>
              <a:lvl4pPr algn="ctr">
                <a:defRPr sz="904" b="0">
                  <a:solidFill>
                    <a:srgbClr val="000000"/>
                  </a:solidFill>
                  <a:latin typeface="Arial"/>
                  <a:ea typeface="Arial"/>
                  <a:cs typeface="Arial"/>
                </a:defRPr>
              </a:lvl4pPr>
              <a:lvl5pPr algn="ctr">
                <a:defRPr sz="904" b="0">
                  <a:solidFill>
                    <a:srgbClr val="000000"/>
                  </a:solidFill>
                  <a:latin typeface="Arial"/>
                  <a:ea typeface="Arial"/>
                  <a:cs typeface="Arial"/>
                </a:defRPr>
              </a:lvl5pPr>
              <a:lvl6pPr algn="ctr">
                <a:defRPr sz="904" b="0">
                  <a:solidFill>
                    <a:srgbClr val="000000"/>
                  </a:solidFill>
                  <a:latin typeface="Arial"/>
                  <a:ea typeface="Arial"/>
                  <a:cs typeface="Arial"/>
                </a:defRPr>
              </a:lvl6pPr>
              <a:lvl7pPr algn="ctr">
                <a:defRPr sz="904" b="0">
                  <a:solidFill>
                    <a:srgbClr val="000000"/>
                  </a:solidFill>
                  <a:latin typeface="Arial"/>
                  <a:ea typeface="Arial"/>
                  <a:cs typeface="Arial"/>
                </a:defRPr>
              </a:lvl7pPr>
              <a:lvl8pPr algn="ctr">
                <a:defRPr sz="904" b="0">
                  <a:solidFill>
                    <a:srgbClr val="000000"/>
                  </a:solidFill>
                  <a:latin typeface="Arial"/>
                  <a:ea typeface="Arial"/>
                  <a:cs typeface="Arial"/>
                </a:defRPr>
              </a:lvl8pPr>
              <a:lvl9pPr algn="ctr">
                <a:defRPr sz="904" b="0">
                  <a:solidFill>
                    <a:srgbClr val="000000"/>
                  </a:solidFill>
                  <a:latin typeface="Arial"/>
                  <a:ea typeface="Arial"/>
                  <a:cs typeface="Arial"/>
                </a:defRPr>
              </a:lvl9pPr>
            </a:lstStyle>
            <a:p>
              <a:pPr algn="ctr">
                <a:defRPr sz="904" b="0">
                  <a:solidFill>
                    <a:srgbClr val="000000"/>
                  </a:solidFill>
                  <a:latin typeface="Arial"/>
                  <a:ea typeface="Arial"/>
                  <a:cs typeface="Arial"/>
                </a:defRPr>
              </a:pPr>
              <a:r>
                <a:rPr sz="904" b="0">
                  <a:solidFill>
                    <a:srgbClr val="000000"/>
                  </a:solidFill>
                  <a:latin typeface="Arial"/>
                  <a:ea typeface="Arial"/>
                  <a:cs typeface="Arial"/>
                </a:rPr>
                <a:t>Frame</a:t>
              </a:r>
            </a:p>
          </p:txBody>
        </p:sp>
        <p:pic>
          <p:nvPicPr>
            <p:cNvPr id="78" name="">
              <a:extLst>
                <a:ext uri="{FF2B5EF4-FFF2-40B4-BE49-F238E27FC236}">
                  <ns2:creationId id="{2DD803DA-AB5E-47D0-8797-38C2133B7279}"/>
                </a:ext>
              </a:extLst>
            </p:cNvPr>
            <p:cNvPicPr>
              <a:picLocks noChangeAspect="1"/>
            </p:cNvPicPr>
            <p:nvPr/>
          </p:nvPicPr>
          <p:blipFill>
            <a:blip r:embed="Re712989b92464244"/>
            <a:stretch/>
          </p:blipFill>
          <p:spPr>
            <a:xfrm>
              <a:off x="4333875" y="7772400"/>
              <a:ext cx="4381500" cy="104775"/>
            </a:xfrm>
            <a:prstGeom prst="rect">
              <a:avLst/>
            </a:prstGeom>
          </p:spPr>
        </p:pic>
        <p:sp>
          <p:nvSpPr>
            <p:cNvPr id="79" name="text_078">
              <a:extLst>
                <a:ext uri="{FF2B5EF4-FFF2-40B4-BE49-F238E27FC236}">
                  <ns2:creationId id="{915A5ED3-27B0-446B-B48C-0C2552A4D8D7}"/>
                </a:ext>
              </a:extLst>
            </p:cNvPr>
            <p:cNvSpPr>
              <a:spLocks noGrp="1"/>
            </p:cNvSpPr>
            <p:nvPr/>
          </p:nvSpPr>
          <p:spPr>
            <a:xfrm rot="0">
              <a:off x="3476625" y="7696200"/>
              <a:ext cx="762000" cy="228600"/>
            </a:xfrm>
            <a:prstGeom prst="rect">
              <a:avLst/>
            </a:prstGeom>
            <a:noFill/>
            <a:ln w="0">
              <a:noFill/>
              <a:prstDash val="solid"/>
            </a:ln>
          </p:spPr>
          <p:txBody>
            <a:bodyPr wrap="none" lIns="0" tIns="0" rIns="0" bIns="0" anchor="t">
              <a:noAutofit/>
            </a:bodyPr>
            <a:lstStyle>
              <a:defPPr algn="r">
                <a:defRPr sz="904" b="0">
                  <a:solidFill>
                    <a:srgbClr val="000000"/>
                  </a:solidFill>
                  <a:latin typeface="Arial"/>
                  <a:ea typeface="Arial"/>
                  <a:cs typeface="Arial"/>
                </a:defRPr>
              </a:defPPr>
              <a:lvl1pPr algn="r">
                <a:defRPr sz="904" b="0">
                  <a:solidFill>
                    <a:srgbClr val="000000"/>
                  </a:solidFill>
                  <a:latin typeface="Arial"/>
                  <a:ea typeface="Arial"/>
                  <a:cs typeface="Arial"/>
                </a:defRPr>
              </a:lvl1pPr>
              <a:lvl2pPr algn="r">
                <a:defRPr sz="904" b="0">
                  <a:solidFill>
                    <a:srgbClr val="000000"/>
                  </a:solidFill>
                  <a:latin typeface="Arial"/>
                  <a:ea typeface="Arial"/>
                  <a:cs typeface="Arial"/>
                </a:defRPr>
              </a:lvl2pPr>
              <a:lvl3pPr algn="r">
                <a:defRPr sz="904" b="0">
                  <a:solidFill>
                    <a:srgbClr val="000000"/>
                  </a:solidFill>
                  <a:latin typeface="Arial"/>
                  <a:ea typeface="Arial"/>
                  <a:cs typeface="Arial"/>
                </a:defRPr>
              </a:lvl3pPr>
              <a:lvl4pPr algn="r">
                <a:defRPr sz="904" b="0">
                  <a:solidFill>
                    <a:srgbClr val="000000"/>
                  </a:solidFill>
                  <a:latin typeface="Arial"/>
                  <a:ea typeface="Arial"/>
                  <a:cs typeface="Arial"/>
                </a:defRPr>
              </a:lvl4pPr>
              <a:lvl5pPr algn="r">
                <a:defRPr sz="904" b="0">
                  <a:solidFill>
                    <a:srgbClr val="000000"/>
                  </a:solidFill>
                  <a:latin typeface="Arial"/>
                  <a:ea typeface="Arial"/>
                  <a:cs typeface="Arial"/>
                </a:defRPr>
              </a:lvl5pPr>
              <a:lvl6pPr algn="r">
                <a:defRPr sz="904" b="0">
                  <a:solidFill>
                    <a:srgbClr val="000000"/>
                  </a:solidFill>
                  <a:latin typeface="Arial"/>
                  <a:ea typeface="Arial"/>
                  <a:cs typeface="Arial"/>
                </a:defRPr>
              </a:lvl6pPr>
              <a:lvl7pPr algn="r">
                <a:defRPr sz="904" b="0">
                  <a:solidFill>
                    <a:srgbClr val="000000"/>
                  </a:solidFill>
                  <a:latin typeface="Arial"/>
                  <a:ea typeface="Arial"/>
                  <a:cs typeface="Arial"/>
                </a:defRPr>
              </a:lvl7pPr>
              <a:lvl8pPr algn="r">
                <a:defRPr sz="904" b="0">
                  <a:solidFill>
                    <a:srgbClr val="000000"/>
                  </a:solidFill>
                  <a:latin typeface="Arial"/>
                  <a:ea typeface="Arial"/>
                  <a:cs typeface="Arial"/>
                </a:defRPr>
              </a:lvl8pPr>
              <a:lvl9pPr algn="r">
                <a:defRPr sz="904" b="0">
                  <a:solidFill>
                    <a:srgbClr val="000000"/>
                  </a:solidFill>
                  <a:latin typeface="Arial"/>
                  <a:ea typeface="Arial"/>
                  <a:cs typeface="Arial"/>
                </a:defRPr>
              </a:lvl9pPr>
            </a:lstStyle>
            <a:p>
              <a:pPr algn="r">
                <a:defRPr sz="904" b="0">
                  <a:solidFill>
                    <a:srgbClr val="000000"/>
                  </a:solidFill>
                  <a:latin typeface="Arial"/>
                  <a:ea typeface="Arial"/>
                  <a:cs typeface="Arial"/>
                </a:defRPr>
              </a:pPr>
              <a:r>
                <a:rPr sz="904" b="0">
                  <a:solidFill>
                    <a:srgbClr val="000000"/>
                  </a:solidFill>
                  <a:latin typeface="Arial"/>
                  <a:ea typeface="Arial"/>
                  <a:cs typeface="Arial"/>
                </a:rPr>
                <a:t>-0.98</a:t>
              </a:r>
            </a:p>
          </p:txBody>
        </p:sp>
        <p:sp>
          <p:nvSpPr>
            <p:cNvPr id="80" name="text_079">
              <a:extLst>
                <a:ext uri="{FF2B5EF4-FFF2-40B4-BE49-F238E27FC236}">
                  <ns2:creationId id="{75950F26-C728-4D14-8784-66909621AB32}"/>
                </a:ext>
              </a:extLst>
            </p:cNvPr>
            <p:cNvSpPr>
              <a:spLocks noGrp="1"/>
            </p:cNvSpPr>
            <p:nvPr/>
          </p:nvSpPr>
          <p:spPr>
            <a:xfrm rot="0">
              <a:off x="8858250" y="7696200"/>
              <a:ext cx="952500" cy="228600"/>
            </a:xfrm>
            <a:prstGeom prst="rect">
              <a:avLst/>
            </a:prstGeom>
            <a:noFill/>
            <a:ln w="0">
              <a:noFill/>
              <a:prstDash val="solid"/>
            </a:ln>
          </p:spPr>
          <p:txBody>
            <a:bodyPr wrap="none" lIns="0" tIns="0" rIns="0" bIns="0" anchor="t">
              <a:noAutofit/>
            </a:bodyPr>
            <a:lstStyle>
              <a:defPPr algn="l">
                <a:defRPr sz="904" b="0">
                  <a:solidFill>
                    <a:srgbClr val="000000"/>
                  </a:solidFill>
                  <a:latin typeface="Arial"/>
                  <a:ea typeface="Arial"/>
                  <a:cs typeface="Arial"/>
                </a:defRPr>
              </a:defPPr>
              <a:lvl1pPr algn="l">
                <a:defRPr sz="904" b="0">
                  <a:solidFill>
                    <a:srgbClr val="000000"/>
                  </a:solidFill>
                  <a:latin typeface="Arial"/>
                  <a:ea typeface="Arial"/>
                  <a:cs typeface="Arial"/>
                </a:defRPr>
              </a:lvl1pPr>
              <a:lvl2pPr algn="l">
                <a:defRPr sz="904" b="0">
                  <a:solidFill>
                    <a:srgbClr val="000000"/>
                  </a:solidFill>
                  <a:latin typeface="Arial"/>
                  <a:ea typeface="Arial"/>
                  <a:cs typeface="Arial"/>
                </a:defRPr>
              </a:lvl2pPr>
              <a:lvl3pPr algn="l">
                <a:defRPr sz="904" b="0">
                  <a:solidFill>
                    <a:srgbClr val="000000"/>
                  </a:solidFill>
                  <a:latin typeface="Arial"/>
                  <a:ea typeface="Arial"/>
                  <a:cs typeface="Arial"/>
                </a:defRPr>
              </a:lvl3pPr>
              <a:lvl4pPr algn="l">
                <a:defRPr sz="904" b="0">
                  <a:solidFill>
                    <a:srgbClr val="000000"/>
                  </a:solidFill>
                  <a:latin typeface="Arial"/>
                  <a:ea typeface="Arial"/>
                  <a:cs typeface="Arial"/>
                </a:defRPr>
              </a:lvl4pPr>
              <a:lvl5pPr algn="l">
                <a:defRPr sz="904" b="0">
                  <a:solidFill>
                    <a:srgbClr val="000000"/>
                  </a:solidFill>
                  <a:latin typeface="Arial"/>
                  <a:ea typeface="Arial"/>
                  <a:cs typeface="Arial"/>
                </a:defRPr>
              </a:lvl5pPr>
              <a:lvl6pPr algn="l">
                <a:defRPr sz="904" b="0">
                  <a:solidFill>
                    <a:srgbClr val="000000"/>
                  </a:solidFill>
                  <a:latin typeface="Arial"/>
                  <a:ea typeface="Arial"/>
                  <a:cs typeface="Arial"/>
                </a:defRPr>
              </a:lvl6pPr>
              <a:lvl7pPr algn="l">
                <a:defRPr sz="904" b="0">
                  <a:solidFill>
                    <a:srgbClr val="000000"/>
                  </a:solidFill>
                  <a:latin typeface="Arial"/>
                  <a:ea typeface="Arial"/>
                  <a:cs typeface="Arial"/>
                </a:defRPr>
              </a:lvl7pPr>
              <a:lvl8pPr algn="l">
                <a:defRPr sz="904" b="0">
                  <a:solidFill>
                    <a:srgbClr val="000000"/>
                  </a:solidFill>
                  <a:latin typeface="Arial"/>
                  <a:ea typeface="Arial"/>
                  <a:cs typeface="Arial"/>
                </a:defRPr>
              </a:lvl8pPr>
              <a:lvl9pPr algn="l">
                <a:defRPr sz="904" b="0">
                  <a:solidFill>
                    <a:srgbClr val="000000"/>
                  </a:solidFill>
                  <a:latin typeface="Arial"/>
                  <a:ea typeface="Arial"/>
                  <a:cs typeface="Arial"/>
                </a:defRPr>
              </a:lvl9pPr>
            </a:lstStyle>
            <a:p>
              <a:pPr algn="l">
                <a:defRPr sz="904" b="0">
                  <a:solidFill>
                    <a:srgbClr val="000000"/>
                  </a:solidFill>
                  <a:latin typeface="Arial"/>
                  <a:ea typeface="Arial"/>
                  <a:cs typeface="Arial"/>
                </a:defRPr>
              </a:pPr>
              <a:r>
                <a:rPr sz="904" b="0">
                  <a:solidFill>
                    <a:srgbClr val="000000"/>
                  </a:solidFill>
                  <a:latin typeface="Arial"/>
                  <a:ea typeface="Arial"/>
                  <a:cs typeface="Arial"/>
                </a:rPr>
                <a:t>12.70</a:t>
              </a:r>
            </a:p>
          </p:txBody>
        </p:sp>
        <p:sp>
          <p:nvSpPr>
            <p:cNvPr id="81" name="text_080">
              <a:extLst>
                <a:ext uri="{FF2B5EF4-FFF2-40B4-BE49-F238E27FC236}">
                  <ns2:creationId id="{E4A8B44F-69E9-4CF3-B6B7-FF0FBAFB3EB5}"/>
                </a:ext>
              </a:extLst>
            </p:cNvPr>
            <p:cNvSpPr>
              <a:spLocks noGrp="1"/>
            </p:cNvSpPr>
            <p:nvPr/>
          </p:nvSpPr>
          <p:spPr>
            <a:xfrm rot="0">
              <a:off x="285750" y="7686675"/>
              <a:ext cx="2952750" cy="247650"/>
            </a:xfrm>
            <a:prstGeom prst="rect">
              <a:avLst/>
            </a:prstGeom>
            <a:noFill/>
            <a:ln w="0">
              <a:noFill/>
              <a:prstDash val="solid"/>
            </a:ln>
          </p:spPr>
          <p:txBody>
            <a:bodyPr wrap="none" lIns="0" tIns="0" rIns="0" bIns="0" anchor="t">
              <a:noAutofit/>
            </a:bodyPr>
            <a:lstStyle>
              <a:defPPr algn="l">
                <a:defRPr sz="960" b="0">
                  <a:solidFill>
                    <a:srgbClr val="000000"/>
                  </a:solidFill>
                  <a:latin typeface="Arial"/>
                  <a:ea typeface="Arial"/>
                  <a:cs typeface="Arial"/>
                </a:defRPr>
              </a:defPPr>
              <a:lvl1pPr algn="l">
                <a:defRPr sz="960" b="0">
                  <a:solidFill>
                    <a:srgbClr val="000000"/>
                  </a:solidFill>
                  <a:latin typeface="Arial"/>
                  <a:ea typeface="Arial"/>
                  <a:cs typeface="Arial"/>
                </a:defRPr>
              </a:lvl1pPr>
              <a:lvl2pPr algn="l">
                <a:defRPr sz="960" b="0">
                  <a:solidFill>
                    <a:srgbClr val="000000"/>
                  </a:solidFill>
                  <a:latin typeface="Arial"/>
                  <a:ea typeface="Arial"/>
                  <a:cs typeface="Arial"/>
                </a:defRPr>
              </a:lvl2pPr>
              <a:lvl3pPr algn="l">
                <a:defRPr sz="960" b="0">
                  <a:solidFill>
                    <a:srgbClr val="000000"/>
                  </a:solidFill>
                  <a:latin typeface="Arial"/>
                  <a:ea typeface="Arial"/>
                  <a:cs typeface="Arial"/>
                </a:defRPr>
              </a:lvl3pPr>
              <a:lvl4pPr algn="l">
                <a:defRPr sz="960" b="0">
                  <a:solidFill>
                    <a:srgbClr val="000000"/>
                  </a:solidFill>
                  <a:latin typeface="Arial"/>
                  <a:ea typeface="Arial"/>
                  <a:cs typeface="Arial"/>
                </a:defRPr>
              </a:lvl4pPr>
              <a:lvl5pPr algn="l">
                <a:defRPr sz="960" b="0">
                  <a:solidFill>
                    <a:srgbClr val="000000"/>
                  </a:solidFill>
                  <a:latin typeface="Arial"/>
                  <a:ea typeface="Arial"/>
                  <a:cs typeface="Arial"/>
                </a:defRPr>
              </a:lvl5pPr>
              <a:lvl6pPr algn="l">
                <a:defRPr sz="960" b="0">
                  <a:solidFill>
                    <a:srgbClr val="000000"/>
                  </a:solidFill>
                  <a:latin typeface="Arial"/>
                  <a:ea typeface="Arial"/>
                  <a:cs typeface="Arial"/>
                </a:defRPr>
              </a:lvl6pPr>
              <a:lvl7pPr algn="l">
                <a:defRPr sz="960" b="0">
                  <a:solidFill>
                    <a:srgbClr val="000000"/>
                  </a:solidFill>
                  <a:latin typeface="Arial"/>
                  <a:ea typeface="Arial"/>
                  <a:cs typeface="Arial"/>
                </a:defRPr>
              </a:lvl7pPr>
              <a:lvl8pPr algn="l">
                <a:defRPr sz="960" b="0">
                  <a:solidFill>
                    <a:srgbClr val="000000"/>
                  </a:solidFill>
                  <a:latin typeface="Arial"/>
                  <a:ea typeface="Arial"/>
                  <a:cs typeface="Arial"/>
                </a:defRPr>
              </a:lvl8pPr>
              <a:lvl9pPr algn="l">
                <a:defRPr sz="960" b="0">
                  <a:solidFill>
                    <a:srgbClr val="000000"/>
                  </a:solidFill>
                  <a:latin typeface="Arial"/>
                  <a:ea typeface="Arial"/>
                  <a:cs typeface="Arial"/>
                </a:defRPr>
              </a:lvl9pPr>
            </a:lstStyle>
            <a:p>
              <a:pPr algn="l">
                <a:defRPr sz="960" b="0">
                  <a:solidFill>
                    <a:srgbClr val="000000"/>
                  </a:solidFill>
                  <a:latin typeface="Arial"/>
                  <a:ea typeface="Arial"/>
                  <a:cs typeface="Arial"/>
                </a:defRPr>
              </a:pPr>
              <a:r>
                <a:rPr sz="960" b="0">
                  <a:solidFill>
                    <a:srgbClr val="000000"/>
                  </a:solidFill>
                  <a:latin typeface="Arial"/>
                  <a:ea typeface="Arial"/>
                  <a:cs typeface="Arial"/>
                </a:rPr>
                <a:t>Ring (scalar units)</a:t>
              </a:r>
            </a:p>
          </p:txBody>
        </p:sp>
        <p:sp>
          <p:nvSpPr>
            <p:cNvPr id="82" name="text_081">
              <a:extLst>
                <a:ext uri="{FF2B5EF4-FFF2-40B4-BE49-F238E27FC236}">
                  <ns2:creationId id="{9B8458BF-A6D9-4638-A21C-90CC3351B10F}"/>
                </a:ext>
              </a:extLst>
            </p:cNvPr>
            <p:cNvSpPr>
              <a:spLocks noGrp="1"/>
            </p:cNvSpPr>
            <p:nvPr/>
          </p:nvSpPr>
          <p:spPr>
            <a:xfrm rot="0">
              <a:off x="9810750" y="7686675"/>
              <a:ext cx="2190750" cy="228600"/>
            </a:xfrm>
            <a:prstGeom prst="rect">
              <a:avLst/>
            </a:prstGeom>
            <a:noFill/>
            <a:ln w="0">
              <a:noFill/>
              <a:prstDash val="solid"/>
            </a:ln>
          </p:spPr>
          <p:txBody>
            <a:bodyPr wrap="none" lIns="0" tIns="0" rIns="0" bIns="0" anchor="t">
              <a:noAutofit/>
            </a:bodyPr>
            <a:lstStyle>
              <a:defPPr algn="r">
                <a:defRPr sz="847" b="0">
                  <a:solidFill>
                    <a:srgbClr val="000000"/>
                  </a:solidFill>
                  <a:latin typeface="Arial"/>
                  <a:ea typeface="Arial"/>
                  <a:cs typeface="Arial"/>
                </a:defRPr>
              </a:defPPr>
              <a:lvl1pPr algn="r">
                <a:defRPr sz="847" b="0">
                  <a:solidFill>
                    <a:srgbClr val="000000"/>
                  </a:solidFill>
                  <a:latin typeface="Arial"/>
                  <a:ea typeface="Arial"/>
                  <a:cs typeface="Arial"/>
                </a:defRPr>
              </a:lvl1pPr>
              <a:lvl2pPr algn="r">
                <a:defRPr sz="847" b="0">
                  <a:solidFill>
                    <a:srgbClr val="000000"/>
                  </a:solidFill>
                  <a:latin typeface="Arial"/>
                  <a:ea typeface="Arial"/>
                  <a:cs typeface="Arial"/>
                </a:defRPr>
              </a:lvl2pPr>
              <a:lvl3pPr algn="r">
                <a:defRPr sz="847" b="0">
                  <a:solidFill>
                    <a:srgbClr val="000000"/>
                  </a:solidFill>
                  <a:latin typeface="Arial"/>
                  <a:ea typeface="Arial"/>
                  <a:cs typeface="Arial"/>
                </a:defRPr>
              </a:lvl3pPr>
              <a:lvl4pPr algn="r">
                <a:defRPr sz="847" b="0">
                  <a:solidFill>
                    <a:srgbClr val="000000"/>
                  </a:solidFill>
                  <a:latin typeface="Arial"/>
                  <a:ea typeface="Arial"/>
                  <a:cs typeface="Arial"/>
                </a:defRPr>
              </a:lvl4pPr>
              <a:lvl5pPr algn="r">
                <a:defRPr sz="847" b="0">
                  <a:solidFill>
                    <a:srgbClr val="000000"/>
                  </a:solidFill>
                  <a:latin typeface="Arial"/>
                  <a:ea typeface="Arial"/>
                  <a:cs typeface="Arial"/>
                </a:defRPr>
              </a:lvl5pPr>
              <a:lvl6pPr algn="r">
                <a:defRPr sz="847" b="0">
                  <a:solidFill>
                    <a:srgbClr val="000000"/>
                  </a:solidFill>
                  <a:latin typeface="Arial"/>
                  <a:ea typeface="Arial"/>
                  <a:cs typeface="Arial"/>
                </a:defRPr>
              </a:lvl6pPr>
              <a:lvl7pPr algn="r">
                <a:defRPr sz="847" b="0">
                  <a:solidFill>
                    <a:srgbClr val="000000"/>
                  </a:solidFill>
                  <a:latin typeface="Arial"/>
                  <a:ea typeface="Arial"/>
                  <a:cs typeface="Arial"/>
                </a:defRPr>
              </a:lvl7pPr>
              <a:lvl8pPr algn="r">
                <a:defRPr sz="847" b="0">
                  <a:solidFill>
                    <a:srgbClr val="000000"/>
                  </a:solidFill>
                  <a:latin typeface="Arial"/>
                  <a:ea typeface="Arial"/>
                  <a:cs typeface="Arial"/>
                </a:defRPr>
              </a:lvl8pPr>
              <a:lvl9pPr algn="r">
                <a:defRPr sz="847" b="0">
                  <a:solidFill>
                    <a:srgbClr val="000000"/>
                  </a:solidFill>
                  <a:latin typeface="Arial"/>
                  <a:ea typeface="Arial"/>
                  <a:cs typeface="Arial"/>
                </a:defRPr>
              </a:lvl9pPr>
            </a:lstStyle>
            <a:p>
              <a:pPr algn="r">
                <a:defRPr sz="847" b="0">
                  <a:solidFill>
                    <a:srgbClr val="000000"/>
                  </a:solidFill>
                  <a:latin typeface="Arial"/>
                  <a:ea typeface="Arial"/>
                  <a:cs typeface="Arial"/>
                </a:defRPr>
              </a:pPr>
              <a:r>
                <a:rPr sz="847" b="0">
                  <a:solidFill>
                    <a:srgbClr val="000000"/>
                  </a:solidFill>
                  <a:latin typeface="Arial"/>
                  <a:ea typeface="Arial"/>
                  <a:cs typeface="Arial"/>
                </a:rPr>
                <a:t>Reference position [0,1]</a:t>
              </a:r>
            </a:p>
          </p:txBody>
        </p:sp>
      </p:grpSp>
    </p:spTree>
    <p:extLst>
      <p:ext uri="{BB962C8B-B14F-4D97-AF65-F5344CB8AC3E}">
        <ns4:creationId val="205093599"/>
      </p:ext>
    </p:extLst>
  </p:cSld>
</p:sld>
</file>

<file path=ppt/slides/slide13.xml><?xml version="1.0" encoding="utf-8"?>
<p:sld xmlns:a="http://schemas.openxmlformats.org/drawingml/2006/main" xmlns:ns2="http://schemas.microsoft.com/office/drawing/2014/main" xmlns:ns4="http://schemas.microsoft.com/office/powerpoint/2010/main" xmlns:p="http://schemas.openxmlformats.org/presentationml/2006/main" xmlns:r="http://schemas.openxmlformats.org/officeDocument/2006/relationships">
  <p:cSld>
    <p:bg>
      <p:bgPr>
        <a:solidFill>
          <a:srgbClr val="FFFFFF"/>
        </a:solidFill>
      </p:bgPr>
    </p:bg>
    <p:spTree>
      <p:nvGrpSpPr>
        <p:cNvPr id="1" name=""/>
        <p:cNvGrpSpPr/>
        <p:nvPr/>
      </p:nvGrpSpPr>
      <p:grpSpPr>
        <a:xfrm/>
      </p:grpSpPr>
      <p:grpSp>
        <p:nvGrpSpPr>
          <p:cNvPr id="253" name="Manuscript Figure 13: PM2.5: annual overview and source-linked July case"/>
          <p:cNvGrpSpPr/>
          <p:nvPr/>
        </p:nvGrpSpPr>
        <p:grpSpPr>
          <a:xfrm>
            <a:off x="2861187" y="0"/>
            <a:ext cx="7079226" cy="6096000"/>
            <a:chOff x="0" y="0"/>
            <a:chExt cx="13716000" cy="11811000"/>
          </a:xfrm>
        </p:grpSpPr>
        <p:sp>
          <p:nvSpPr>
            <p:cNvPr id="252" name="text_000">
              <a:extLst>
                <a:ext uri="{FF2B5EF4-FFF2-40B4-BE49-F238E27FC236}">
                  <ns2:creationId id="{D3C55D10-172A-4944-9CEE-FA25D67303C3}"/>
                </a:ext>
              </a:extLst>
            </p:cNvPr>
            <p:cNvSpPr>
              <a:spLocks noGrp="1"/>
            </p:cNvSpPr>
            <p:nvPr/>
          </p:nvSpPr>
          <p:spPr>
            <a:xfrm rot="0">
              <a:off x="171450" y="38100"/>
              <a:ext cx="12858750" cy="285750"/>
            </a:xfrm>
            <a:prstGeom prst="rect">
              <a:avLst/>
            </a:prstGeom>
            <a:noFill/>
            <a:ln w="0">
              <a:noFill/>
              <a:prstDash val="solid"/>
            </a:ln>
          </p:spPr>
          <p:txBody>
            <a:bodyPr wrap="none" lIns="0" tIns="0" rIns="0" bIns="0" anchor="t">
              <a:noAutofit/>
            </a:bodyPr>
            <a:lstStyle>
              <a:defPPr algn="l">
                <a:defRPr sz="968" b="1">
                  <a:solidFill>
                    <a:srgbClr val="000000"/>
                  </a:solidFill>
                  <a:latin typeface="Arial"/>
                  <a:ea typeface="Arial"/>
                  <a:cs typeface="Arial"/>
                </a:defRPr>
              </a:defPPr>
              <a:lvl1pPr algn="l">
                <a:defRPr sz="968" b="1">
                  <a:solidFill>
                    <a:srgbClr val="000000"/>
                  </a:solidFill>
                  <a:latin typeface="Arial"/>
                  <a:ea typeface="Arial"/>
                  <a:cs typeface="Arial"/>
                </a:defRPr>
              </a:lvl1pPr>
              <a:lvl2pPr algn="l">
                <a:defRPr sz="968" b="1">
                  <a:solidFill>
                    <a:srgbClr val="000000"/>
                  </a:solidFill>
                  <a:latin typeface="Arial"/>
                  <a:ea typeface="Arial"/>
                  <a:cs typeface="Arial"/>
                </a:defRPr>
              </a:lvl2pPr>
              <a:lvl3pPr algn="l">
                <a:defRPr sz="968" b="1">
                  <a:solidFill>
                    <a:srgbClr val="000000"/>
                  </a:solidFill>
                  <a:latin typeface="Arial"/>
                  <a:ea typeface="Arial"/>
                  <a:cs typeface="Arial"/>
                </a:defRPr>
              </a:lvl3pPr>
              <a:lvl4pPr algn="l">
                <a:defRPr sz="968" b="1">
                  <a:solidFill>
                    <a:srgbClr val="000000"/>
                  </a:solidFill>
                  <a:latin typeface="Arial"/>
                  <a:ea typeface="Arial"/>
                  <a:cs typeface="Arial"/>
                </a:defRPr>
              </a:lvl4pPr>
              <a:lvl5pPr algn="l">
                <a:defRPr sz="968" b="1">
                  <a:solidFill>
                    <a:srgbClr val="000000"/>
                  </a:solidFill>
                  <a:latin typeface="Arial"/>
                  <a:ea typeface="Arial"/>
                  <a:cs typeface="Arial"/>
                </a:defRPr>
              </a:lvl5pPr>
              <a:lvl6pPr algn="l">
                <a:defRPr sz="968" b="1">
                  <a:solidFill>
                    <a:srgbClr val="000000"/>
                  </a:solidFill>
                  <a:latin typeface="Arial"/>
                  <a:ea typeface="Arial"/>
                  <a:cs typeface="Arial"/>
                </a:defRPr>
              </a:lvl6pPr>
              <a:lvl7pPr algn="l">
                <a:defRPr sz="968" b="1">
                  <a:solidFill>
                    <a:srgbClr val="000000"/>
                  </a:solidFill>
                  <a:latin typeface="Arial"/>
                  <a:ea typeface="Arial"/>
                  <a:cs typeface="Arial"/>
                </a:defRPr>
              </a:lvl7pPr>
              <a:lvl8pPr algn="l">
                <a:defRPr sz="968" b="1">
                  <a:solidFill>
                    <a:srgbClr val="000000"/>
                  </a:solidFill>
                  <a:latin typeface="Arial"/>
                  <a:ea typeface="Arial"/>
                  <a:cs typeface="Arial"/>
                </a:defRPr>
              </a:lvl8pPr>
              <a:lvl9pPr algn="l">
                <a:defRPr sz="968" b="1">
                  <a:solidFill>
                    <a:srgbClr val="000000"/>
                  </a:solidFill>
                  <a:latin typeface="Arial"/>
                  <a:ea typeface="Arial"/>
                  <a:cs typeface="Arial"/>
                </a:defRPr>
              </a:lvl9pPr>
            </a:lstStyle>
            <a:p>
              <a:pPr algn="l">
                <a:defRPr sz="968" b="1">
                  <a:solidFill>
                    <a:srgbClr val="000000"/>
                  </a:solidFill>
                  <a:latin typeface="Arial"/>
                  <a:ea typeface="Arial"/>
                  <a:cs typeface="Arial"/>
                </a:defRPr>
              </a:pPr>
              <a:r>
                <a:rPr sz="968" b="1">
                  <a:solidFill>
                    <a:srgbClr val="000000"/>
                  </a:solidFill>
                  <a:latin typeface="Arial"/>
                  <a:ea typeface="Arial"/>
                  <a:cs typeface="Arial"/>
                </a:rPr>
                <a:t>(a) PM2.5 in 2000: complete RG-MTM-R20 map</a:t>
              </a:r>
            </a:p>
          </p:txBody>
        </p:sp>
        <p:pic>
          <p:nvPicPr>
            <p:cNvPr id="2" name="">
              <a:extLst>
                <a:ext uri="{FF2B5EF4-FFF2-40B4-BE49-F238E27FC236}">
                  <ns2:creationId id="{BE85BE09-3862-4560-88BE-14452D2F92E6}"/>
                </a:ext>
              </a:extLst>
            </p:cNvPr>
            <p:cNvPicPr>
              <a:picLocks noChangeAspect="1"/>
            </p:cNvPicPr>
            <p:nvPr/>
          </p:nvPicPr>
          <p:blipFill>
            <a:blip r:embed="R634ec7d678d64150"/>
            <a:stretch/>
          </p:blipFill>
          <p:spPr>
            <a:xfrm>
              <a:off x="762000" y="409579"/>
              <a:ext cx="12192000" cy="1381117"/>
            </a:xfrm>
            <a:prstGeom prst="rect">
              <a:avLst/>
            </a:prstGeom>
          </p:spPr>
        </p:pic>
        <p:sp>
          <p:nvSpPr>
            <p:cNvPr id="3" name="line_002">
              <a:extLst>
                <a:ext uri="{FF2B5EF4-FFF2-40B4-BE49-F238E27FC236}">
                  <ns2:creationId id="{9CD5E512-883C-425A-A50B-3BDD7DAD9698}"/>
                </a:ext>
              </a:extLst>
            </p:cNvPr>
            <p:cNvSpPr>
              <a:spLocks noGrp="1"/>
            </p:cNvSpPr>
            <p:nvPr/>
          </p:nvSpPr>
          <p:spPr>
            <a:xfrm>
              <a:off x="723900" y="1790700"/>
              <a:ext cx="38100" cy="95"/>
            </a:xfrm>
            <a:custGeom>
              <a:pathLst>
                <a:path w="38100" h="95">
                  <a:moveTo>
                    <a:pt x="0" y="0"/>
                  </a:moveTo>
                  <a:lnTo>
                    <a:pt x="38100" y="0"/>
                  </a:lnTo>
                </a:path>
              </a:pathLst>
            </a:custGeom>
            <a:noFill/>
            <a:ln w="3933">
              <a:solidFill>
                <a:srgbClr val="000000"/>
              </a:solidFill>
              <a:prstDash val="solid"/>
            </a:ln>
          </p:spPr>
        </p:sp>
        <p:sp>
          <p:nvSpPr>
            <p:cNvPr id="4" name="text_003">
              <a:extLst>
                <a:ext uri="{FF2B5EF4-FFF2-40B4-BE49-F238E27FC236}">
                  <ns2:creationId id="{AEE508EA-3529-48B3-B4F8-8EEDDE0B12A1}"/>
                </a:ext>
              </a:extLst>
            </p:cNvPr>
            <p:cNvSpPr>
              <a:spLocks noGrp="1"/>
            </p:cNvSpPr>
            <p:nvPr/>
          </p:nvSpPr>
          <p:spPr>
            <a:xfrm rot="0">
              <a:off x="400050" y="1695450"/>
              <a:ext cx="276225" cy="209550"/>
            </a:xfrm>
            <a:prstGeom prst="rect">
              <a:avLst/>
            </a:prstGeom>
            <a:noFill/>
            <a:ln w="0">
              <a:noFill/>
              <a:prstDash val="solid"/>
            </a:ln>
          </p:spPr>
          <p:txBody>
            <a:bodyPr wrap="none" lIns="0" tIns="0" rIns="0" bIns="0" anchor="t">
              <a:noAutofit/>
            </a:bodyPr>
            <a:lstStyle>
              <a:defPPr algn="r">
                <a:defRPr sz="619" b="0">
                  <a:solidFill>
                    <a:srgbClr val="000000"/>
                  </a:solidFill>
                  <a:latin typeface="Arial"/>
                  <a:ea typeface="Arial"/>
                  <a:cs typeface="Arial"/>
                </a:defRPr>
              </a:defPPr>
              <a:lvl1pPr algn="r">
                <a:defRPr sz="619" b="0">
                  <a:solidFill>
                    <a:srgbClr val="000000"/>
                  </a:solidFill>
                  <a:latin typeface="Arial"/>
                  <a:ea typeface="Arial"/>
                  <a:cs typeface="Arial"/>
                </a:defRPr>
              </a:lvl1pPr>
              <a:lvl2pPr algn="r">
                <a:defRPr sz="619" b="0">
                  <a:solidFill>
                    <a:srgbClr val="000000"/>
                  </a:solidFill>
                  <a:latin typeface="Arial"/>
                  <a:ea typeface="Arial"/>
                  <a:cs typeface="Arial"/>
                </a:defRPr>
              </a:lvl2pPr>
              <a:lvl3pPr algn="r">
                <a:defRPr sz="619" b="0">
                  <a:solidFill>
                    <a:srgbClr val="000000"/>
                  </a:solidFill>
                  <a:latin typeface="Arial"/>
                  <a:ea typeface="Arial"/>
                  <a:cs typeface="Arial"/>
                </a:defRPr>
              </a:lvl3pPr>
              <a:lvl4pPr algn="r">
                <a:defRPr sz="619" b="0">
                  <a:solidFill>
                    <a:srgbClr val="000000"/>
                  </a:solidFill>
                  <a:latin typeface="Arial"/>
                  <a:ea typeface="Arial"/>
                  <a:cs typeface="Arial"/>
                </a:defRPr>
              </a:lvl4pPr>
              <a:lvl5pPr algn="r">
                <a:defRPr sz="619" b="0">
                  <a:solidFill>
                    <a:srgbClr val="000000"/>
                  </a:solidFill>
                  <a:latin typeface="Arial"/>
                  <a:ea typeface="Arial"/>
                  <a:cs typeface="Arial"/>
                </a:defRPr>
              </a:lvl5pPr>
              <a:lvl6pPr algn="r">
                <a:defRPr sz="619" b="0">
                  <a:solidFill>
                    <a:srgbClr val="000000"/>
                  </a:solidFill>
                  <a:latin typeface="Arial"/>
                  <a:ea typeface="Arial"/>
                  <a:cs typeface="Arial"/>
                </a:defRPr>
              </a:lvl6pPr>
              <a:lvl7pPr algn="r">
                <a:defRPr sz="619" b="0">
                  <a:solidFill>
                    <a:srgbClr val="000000"/>
                  </a:solidFill>
                  <a:latin typeface="Arial"/>
                  <a:ea typeface="Arial"/>
                  <a:cs typeface="Arial"/>
                </a:defRPr>
              </a:lvl7pPr>
              <a:lvl8pPr algn="r">
                <a:defRPr sz="619" b="0">
                  <a:solidFill>
                    <a:srgbClr val="000000"/>
                  </a:solidFill>
                  <a:latin typeface="Arial"/>
                  <a:ea typeface="Arial"/>
                  <a:cs typeface="Arial"/>
                </a:defRPr>
              </a:lvl8pPr>
              <a:lvl9pPr algn="r">
                <a:defRPr sz="619" b="0">
                  <a:solidFill>
                    <a:srgbClr val="000000"/>
                  </a:solidFill>
                  <a:latin typeface="Arial"/>
                  <a:ea typeface="Arial"/>
                  <a:cs typeface="Arial"/>
                </a:defRPr>
              </a:lvl9pPr>
            </a:lstStyle>
            <a:p>
              <a:pPr algn="r">
                <a:defRPr sz="619" b="0">
                  <a:solidFill>
                    <a:srgbClr val="000000"/>
                  </a:solidFill>
                  <a:latin typeface="Arial"/>
                  <a:ea typeface="Arial"/>
                  <a:cs typeface="Arial"/>
                </a:defRPr>
              </a:pPr>
              <a:r>
                <a:rPr sz="619" b="0">
                  <a:solidFill>
                    <a:srgbClr val="000000"/>
                  </a:solidFill>
                  <a:latin typeface="Arial"/>
                  <a:ea typeface="Arial"/>
                  <a:cs typeface="Arial"/>
                </a:rPr>
                <a:t>0</a:t>
              </a:r>
            </a:p>
          </p:txBody>
        </p:sp>
        <p:sp>
          <p:nvSpPr>
            <p:cNvPr id="5" name="line_004">
              <a:extLst>
                <a:ext uri="{FF2B5EF4-FFF2-40B4-BE49-F238E27FC236}">
                  <ns2:creationId id="{75F2F5F8-0612-48EA-841B-C1B0F14C8D7C}"/>
                </a:ext>
              </a:extLst>
            </p:cNvPr>
            <p:cNvSpPr>
              <a:spLocks noGrp="1"/>
            </p:cNvSpPr>
            <p:nvPr/>
          </p:nvSpPr>
          <p:spPr>
            <a:xfrm>
              <a:off x="723900" y="1100138"/>
              <a:ext cx="38100" cy="95"/>
            </a:xfrm>
            <a:custGeom>
              <a:pathLst>
                <a:path w="38100" h="95">
                  <a:moveTo>
                    <a:pt x="0" y="0"/>
                  </a:moveTo>
                  <a:lnTo>
                    <a:pt x="38100" y="0"/>
                  </a:lnTo>
                </a:path>
              </a:pathLst>
            </a:custGeom>
            <a:noFill/>
            <a:ln w="3933">
              <a:solidFill>
                <a:srgbClr val="000000"/>
              </a:solidFill>
              <a:prstDash val="solid"/>
            </a:ln>
          </p:spPr>
        </p:sp>
        <p:sp>
          <p:nvSpPr>
            <p:cNvPr id="6" name="text_005">
              <a:extLst>
                <a:ext uri="{FF2B5EF4-FFF2-40B4-BE49-F238E27FC236}">
                  <ns2:creationId id="{30E5926F-FE8A-41C6-874B-67FA03321CC6}"/>
                </a:ext>
              </a:extLst>
            </p:cNvPr>
            <p:cNvSpPr>
              <a:spLocks noGrp="1"/>
            </p:cNvSpPr>
            <p:nvPr/>
          </p:nvSpPr>
          <p:spPr>
            <a:xfrm rot="0">
              <a:off x="400050" y="1004888"/>
              <a:ext cx="276225" cy="209550"/>
            </a:xfrm>
            <a:prstGeom prst="rect">
              <a:avLst/>
            </a:prstGeom>
            <a:noFill/>
            <a:ln w="0">
              <a:noFill/>
              <a:prstDash val="solid"/>
            </a:ln>
          </p:spPr>
          <p:txBody>
            <a:bodyPr wrap="none" lIns="0" tIns="0" rIns="0" bIns="0" anchor="t">
              <a:noAutofit/>
            </a:bodyPr>
            <a:lstStyle>
              <a:defPPr algn="r">
                <a:defRPr sz="619" b="0">
                  <a:solidFill>
                    <a:srgbClr val="000000"/>
                  </a:solidFill>
                  <a:latin typeface="Arial"/>
                  <a:ea typeface="Arial"/>
                  <a:cs typeface="Arial"/>
                </a:defRPr>
              </a:defPPr>
              <a:lvl1pPr algn="r">
                <a:defRPr sz="619" b="0">
                  <a:solidFill>
                    <a:srgbClr val="000000"/>
                  </a:solidFill>
                  <a:latin typeface="Arial"/>
                  <a:ea typeface="Arial"/>
                  <a:cs typeface="Arial"/>
                </a:defRPr>
              </a:lvl1pPr>
              <a:lvl2pPr algn="r">
                <a:defRPr sz="619" b="0">
                  <a:solidFill>
                    <a:srgbClr val="000000"/>
                  </a:solidFill>
                  <a:latin typeface="Arial"/>
                  <a:ea typeface="Arial"/>
                  <a:cs typeface="Arial"/>
                </a:defRPr>
              </a:lvl2pPr>
              <a:lvl3pPr algn="r">
                <a:defRPr sz="619" b="0">
                  <a:solidFill>
                    <a:srgbClr val="000000"/>
                  </a:solidFill>
                  <a:latin typeface="Arial"/>
                  <a:ea typeface="Arial"/>
                  <a:cs typeface="Arial"/>
                </a:defRPr>
              </a:lvl3pPr>
              <a:lvl4pPr algn="r">
                <a:defRPr sz="619" b="0">
                  <a:solidFill>
                    <a:srgbClr val="000000"/>
                  </a:solidFill>
                  <a:latin typeface="Arial"/>
                  <a:ea typeface="Arial"/>
                  <a:cs typeface="Arial"/>
                </a:defRPr>
              </a:lvl4pPr>
              <a:lvl5pPr algn="r">
                <a:defRPr sz="619" b="0">
                  <a:solidFill>
                    <a:srgbClr val="000000"/>
                  </a:solidFill>
                  <a:latin typeface="Arial"/>
                  <a:ea typeface="Arial"/>
                  <a:cs typeface="Arial"/>
                </a:defRPr>
              </a:lvl5pPr>
              <a:lvl6pPr algn="r">
                <a:defRPr sz="619" b="0">
                  <a:solidFill>
                    <a:srgbClr val="000000"/>
                  </a:solidFill>
                  <a:latin typeface="Arial"/>
                  <a:ea typeface="Arial"/>
                  <a:cs typeface="Arial"/>
                </a:defRPr>
              </a:lvl6pPr>
              <a:lvl7pPr algn="r">
                <a:defRPr sz="619" b="0">
                  <a:solidFill>
                    <a:srgbClr val="000000"/>
                  </a:solidFill>
                  <a:latin typeface="Arial"/>
                  <a:ea typeface="Arial"/>
                  <a:cs typeface="Arial"/>
                </a:defRPr>
              </a:lvl7pPr>
              <a:lvl8pPr algn="r">
                <a:defRPr sz="619" b="0">
                  <a:solidFill>
                    <a:srgbClr val="000000"/>
                  </a:solidFill>
                  <a:latin typeface="Arial"/>
                  <a:ea typeface="Arial"/>
                  <a:cs typeface="Arial"/>
                </a:defRPr>
              </a:lvl8pPr>
              <a:lvl9pPr algn="r">
                <a:defRPr sz="619" b="0">
                  <a:solidFill>
                    <a:srgbClr val="000000"/>
                  </a:solidFill>
                  <a:latin typeface="Arial"/>
                  <a:ea typeface="Arial"/>
                  <a:cs typeface="Arial"/>
                </a:defRPr>
              </a:lvl9pPr>
            </a:lstStyle>
            <a:p>
              <a:pPr algn="r">
                <a:defRPr sz="619" b="0">
                  <a:solidFill>
                    <a:srgbClr val="000000"/>
                  </a:solidFill>
                  <a:latin typeface="Arial"/>
                  <a:ea typeface="Arial"/>
                  <a:cs typeface="Arial"/>
                </a:defRPr>
              </a:pPr>
              <a:r>
                <a:rPr sz="619" b="0">
                  <a:solidFill>
                    <a:srgbClr val="000000"/>
                  </a:solidFill>
                  <a:latin typeface="Arial"/>
                  <a:ea typeface="Arial"/>
                  <a:cs typeface="Arial"/>
                </a:rPr>
                <a:t>0.5</a:t>
              </a:r>
            </a:p>
          </p:txBody>
        </p:sp>
        <p:sp>
          <p:nvSpPr>
            <p:cNvPr id="7" name="line_006">
              <a:extLst>
                <a:ext uri="{FF2B5EF4-FFF2-40B4-BE49-F238E27FC236}">
                  <ns2:creationId id="{4F9C5FEE-1A74-424C-9141-787684B47B92}"/>
                </a:ext>
              </a:extLst>
            </p:cNvPr>
            <p:cNvSpPr>
              <a:spLocks noGrp="1"/>
            </p:cNvSpPr>
            <p:nvPr/>
          </p:nvSpPr>
          <p:spPr>
            <a:xfrm>
              <a:off x="723900" y="409575"/>
              <a:ext cx="38100" cy="95"/>
            </a:xfrm>
            <a:custGeom>
              <a:pathLst>
                <a:path w="38100" h="95">
                  <a:moveTo>
                    <a:pt x="0" y="0"/>
                  </a:moveTo>
                  <a:lnTo>
                    <a:pt x="38100" y="0"/>
                  </a:lnTo>
                </a:path>
              </a:pathLst>
            </a:custGeom>
            <a:noFill/>
            <a:ln w="3933">
              <a:solidFill>
                <a:srgbClr val="000000"/>
              </a:solidFill>
              <a:prstDash val="solid"/>
            </a:ln>
          </p:spPr>
        </p:sp>
        <p:sp>
          <p:nvSpPr>
            <p:cNvPr id="8" name="text_007">
              <a:extLst>
                <a:ext uri="{FF2B5EF4-FFF2-40B4-BE49-F238E27FC236}">
                  <ns2:creationId id="{96B5C0DB-030A-426D-B40D-9ED4C311CE0C}"/>
                </a:ext>
              </a:extLst>
            </p:cNvPr>
            <p:cNvSpPr>
              <a:spLocks noGrp="1"/>
            </p:cNvSpPr>
            <p:nvPr/>
          </p:nvSpPr>
          <p:spPr>
            <a:xfrm rot="0">
              <a:off x="400050" y="314325"/>
              <a:ext cx="276225" cy="209550"/>
            </a:xfrm>
            <a:prstGeom prst="rect">
              <a:avLst/>
            </a:prstGeom>
            <a:noFill/>
            <a:ln w="0">
              <a:noFill/>
              <a:prstDash val="solid"/>
            </a:ln>
          </p:spPr>
          <p:txBody>
            <a:bodyPr wrap="none" lIns="0" tIns="0" rIns="0" bIns="0" anchor="t">
              <a:noAutofit/>
            </a:bodyPr>
            <a:lstStyle>
              <a:defPPr algn="r">
                <a:defRPr sz="619" b="0">
                  <a:solidFill>
                    <a:srgbClr val="000000"/>
                  </a:solidFill>
                  <a:latin typeface="Arial"/>
                  <a:ea typeface="Arial"/>
                  <a:cs typeface="Arial"/>
                </a:defRPr>
              </a:defPPr>
              <a:lvl1pPr algn="r">
                <a:defRPr sz="619" b="0">
                  <a:solidFill>
                    <a:srgbClr val="000000"/>
                  </a:solidFill>
                  <a:latin typeface="Arial"/>
                  <a:ea typeface="Arial"/>
                  <a:cs typeface="Arial"/>
                </a:defRPr>
              </a:lvl1pPr>
              <a:lvl2pPr algn="r">
                <a:defRPr sz="619" b="0">
                  <a:solidFill>
                    <a:srgbClr val="000000"/>
                  </a:solidFill>
                  <a:latin typeface="Arial"/>
                  <a:ea typeface="Arial"/>
                  <a:cs typeface="Arial"/>
                </a:defRPr>
              </a:lvl2pPr>
              <a:lvl3pPr algn="r">
                <a:defRPr sz="619" b="0">
                  <a:solidFill>
                    <a:srgbClr val="000000"/>
                  </a:solidFill>
                  <a:latin typeface="Arial"/>
                  <a:ea typeface="Arial"/>
                  <a:cs typeface="Arial"/>
                </a:defRPr>
              </a:lvl3pPr>
              <a:lvl4pPr algn="r">
                <a:defRPr sz="619" b="0">
                  <a:solidFill>
                    <a:srgbClr val="000000"/>
                  </a:solidFill>
                  <a:latin typeface="Arial"/>
                  <a:ea typeface="Arial"/>
                  <a:cs typeface="Arial"/>
                </a:defRPr>
              </a:lvl4pPr>
              <a:lvl5pPr algn="r">
                <a:defRPr sz="619" b="0">
                  <a:solidFill>
                    <a:srgbClr val="000000"/>
                  </a:solidFill>
                  <a:latin typeface="Arial"/>
                  <a:ea typeface="Arial"/>
                  <a:cs typeface="Arial"/>
                </a:defRPr>
              </a:lvl5pPr>
              <a:lvl6pPr algn="r">
                <a:defRPr sz="619" b="0">
                  <a:solidFill>
                    <a:srgbClr val="000000"/>
                  </a:solidFill>
                  <a:latin typeface="Arial"/>
                  <a:ea typeface="Arial"/>
                  <a:cs typeface="Arial"/>
                </a:defRPr>
              </a:lvl6pPr>
              <a:lvl7pPr algn="r">
                <a:defRPr sz="619" b="0">
                  <a:solidFill>
                    <a:srgbClr val="000000"/>
                  </a:solidFill>
                  <a:latin typeface="Arial"/>
                  <a:ea typeface="Arial"/>
                  <a:cs typeface="Arial"/>
                </a:defRPr>
              </a:lvl7pPr>
              <a:lvl8pPr algn="r">
                <a:defRPr sz="619" b="0">
                  <a:solidFill>
                    <a:srgbClr val="000000"/>
                  </a:solidFill>
                  <a:latin typeface="Arial"/>
                  <a:ea typeface="Arial"/>
                  <a:cs typeface="Arial"/>
                </a:defRPr>
              </a:lvl8pPr>
              <a:lvl9pPr algn="r">
                <a:defRPr sz="619" b="0">
                  <a:solidFill>
                    <a:srgbClr val="000000"/>
                  </a:solidFill>
                  <a:latin typeface="Arial"/>
                  <a:ea typeface="Arial"/>
                  <a:cs typeface="Arial"/>
                </a:defRPr>
              </a:lvl9pPr>
            </a:lstStyle>
            <a:p>
              <a:pPr algn="r">
                <a:defRPr sz="619" b="0">
                  <a:solidFill>
                    <a:srgbClr val="000000"/>
                  </a:solidFill>
                  <a:latin typeface="Arial"/>
                  <a:ea typeface="Arial"/>
                  <a:cs typeface="Arial"/>
                </a:defRPr>
              </a:pPr>
              <a:r>
                <a:rPr sz="619" b="0">
                  <a:solidFill>
                    <a:srgbClr val="000000"/>
                  </a:solidFill>
                  <a:latin typeface="Arial"/>
                  <a:ea typeface="Arial"/>
                  <a:cs typeface="Arial"/>
                </a:rPr>
                <a:t>1</a:t>
              </a:r>
            </a:p>
          </p:txBody>
        </p:sp>
        <p:sp>
          <p:nvSpPr>
            <p:cNvPr id="9" name="line_008">
              <a:extLst>
                <a:ext uri="{FF2B5EF4-FFF2-40B4-BE49-F238E27FC236}">
                  <ns2:creationId id="{DC4C0671-E07C-4733-B514-2797F3A6DD8B}"/>
                </a:ext>
              </a:extLst>
            </p:cNvPr>
            <p:cNvSpPr>
              <a:spLocks noGrp="1"/>
            </p:cNvSpPr>
            <p:nvPr/>
          </p:nvSpPr>
          <p:spPr>
            <a:xfrm>
              <a:off x="778656" y="1790700"/>
              <a:ext cx="95" cy="38100"/>
            </a:xfrm>
            <a:custGeom>
              <a:pathLst>
                <a:path w="95" h="38100">
                  <a:moveTo>
                    <a:pt x="0" y="0"/>
                  </a:moveTo>
                  <a:lnTo>
                    <a:pt x="0" y="38100"/>
                  </a:lnTo>
                </a:path>
              </a:pathLst>
            </a:custGeom>
            <a:noFill/>
            <a:ln w="3933">
              <a:solidFill>
                <a:srgbClr val="000000"/>
              </a:solidFill>
              <a:prstDash val="solid"/>
            </a:ln>
          </p:spPr>
        </p:sp>
        <p:sp>
          <p:nvSpPr>
            <p:cNvPr id="10" name="text_009">
              <a:extLst>
                <a:ext uri="{FF2B5EF4-FFF2-40B4-BE49-F238E27FC236}">
                  <ns2:creationId id="{0E2D5232-3AE2-4A3F-A431-4AB8BA52E201}"/>
                </a:ext>
              </a:extLst>
            </p:cNvPr>
            <p:cNvSpPr>
              <a:spLocks noGrp="1"/>
            </p:cNvSpPr>
            <p:nvPr/>
          </p:nvSpPr>
          <p:spPr>
            <a:xfrm rot="0">
              <a:off x="378606" y="1857375"/>
              <a:ext cx="800100" cy="228600"/>
            </a:xfrm>
            <a:prstGeom prst="rect">
              <a:avLst/>
            </a:prstGeom>
            <a:noFill/>
            <a:ln w="0">
              <a:noFill/>
              <a:prstDash val="solid"/>
            </a:ln>
          </p:spPr>
          <p:txBody>
            <a:bodyPr wrap="none" lIns="0" tIns="0" rIns="0" bIns="0" anchor="t">
              <a:noAutofit/>
            </a:bodyPr>
            <a:lstStyle>
              <a:defPPr algn="ctr">
                <a:defRPr sz="619" b="0">
                  <a:solidFill>
                    <a:srgbClr val="000000"/>
                  </a:solidFill>
                  <a:latin typeface="Arial"/>
                  <a:ea typeface="Arial"/>
                  <a:cs typeface="Arial"/>
                </a:defRPr>
              </a:defPPr>
              <a:lvl1pPr algn="ctr">
                <a:defRPr sz="619" b="0">
                  <a:solidFill>
                    <a:srgbClr val="000000"/>
                  </a:solidFill>
                  <a:latin typeface="Arial"/>
                  <a:ea typeface="Arial"/>
                  <a:cs typeface="Arial"/>
                </a:defRPr>
              </a:lvl1pPr>
              <a:lvl2pPr algn="ctr">
                <a:defRPr sz="619" b="0">
                  <a:solidFill>
                    <a:srgbClr val="000000"/>
                  </a:solidFill>
                  <a:latin typeface="Arial"/>
                  <a:ea typeface="Arial"/>
                  <a:cs typeface="Arial"/>
                </a:defRPr>
              </a:lvl2pPr>
              <a:lvl3pPr algn="ctr">
                <a:defRPr sz="619" b="0">
                  <a:solidFill>
                    <a:srgbClr val="000000"/>
                  </a:solidFill>
                  <a:latin typeface="Arial"/>
                  <a:ea typeface="Arial"/>
                  <a:cs typeface="Arial"/>
                </a:defRPr>
              </a:lvl3pPr>
              <a:lvl4pPr algn="ctr">
                <a:defRPr sz="619" b="0">
                  <a:solidFill>
                    <a:srgbClr val="000000"/>
                  </a:solidFill>
                  <a:latin typeface="Arial"/>
                  <a:ea typeface="Arial"/>
                  <a:cs typeface="Arial"/>
                </a:defRPr>
              </a:lvl4pPr>
              <a:lvl5pPr algn="ctr">
                <a:defRPr sz="619" b="0">
                  <a:solidFill>
                    <a:srgbClr val="000000"/>
                  </a:solidFill>
                  <a:latin typeface="Arial"/>
                  <a:ea typeface="Arial"/>
                  <a:cs typeface="Arial"/>
                </a:defRPr>
              </a:lvl5pPr>
              <a:lvl6pPr algn="ctr">
                <a:defRPr sz="619" b="0">
                  <a:solidFill>
                    <a:srgbClr val="000000"/>
                  </a:solidFill>
                  <a:latin typeface="Arial"/>
                  <a:ea typeface="Arial"/>
                  <a:cs typeface="Arial"/>
                </a:defRPr>
              </a:lvl6pPr>
              <a:lvl7pPr algn="ctr">
                <a:defRPr sz="619" b="0">
                  <a:solidFill>
                    <a:srgbClr val="000000"/>
                  </a:solidFill>
                  <a:latin typeface="Arial"/>
                  <a:ea typeface="Arial"/>
                  <a:cs typeface="Arial"/>
                </a:defRPr>
              </a:lvl7pPr>
              <a:lvl8pPr algn="ctr">
                <a:defRPr sz="619" b="0">
                  <a:solidFill>
                    <a:srgbClr val="000000"/>
                  </a:solidFill>
                  <a:latin typeface="Arial"/>
                  <a:ea typeface="Arial"/>
                  <a:cs typeface="Arial"/>
                </a:defRPr>
              </a:lvl8pPr>
              <a:lvl9pPr algn="ctr">
                <a:defRPr sz="619" b="0">
                  <a:solidFill>
                    <a:srgbClr val="000000"/>
                  </a:solidFill>
                  <a:latin typeface="Arial"/>
                  <a:ea typeface="Arial"/>
                  <a:cs typeface="Arial"/>
                </a:defRPr>
              </a:lvl9pPr>
            </a:lstStyle>
            <a:p>
              <a:pPr algn="ctr">
                <a:defRPr sz="619" b="0">
                  <a:solidFill>
                    <a:srgbClr val="000000"/>
                  </a:solidFill>
                  <a:latin typeface="Arial"/>
                  <a:ea typeface="Arial"/>
                  <a:cs typeface="Arial"/>
                </a:defRPr>
              </a:pPr>
              <a:r>
                <a:rPr sz="619" b="0">
                  <a:solidFill>
                    <a:srgbClr val="000000"/>
                  </a:solidFill>
                  <a:latin typeface="Arial"/>
                  <a:ea typeface="Arial"/>
                  <a:cs typeface="Arial"/>
                </a:rPr>
                <a:t>Jan 1</a:t>
              </a:r>
            </a:p>
          </p:txBody>
        </p:sp>
        <p:sp>
          <p:nvSpPr>
            <p:cNvPr id="11" name="line_010">
              <a:extLst>
                <a:ext uri="{FF2B5EF4-FFF2-40B4-BE49-F238E27FC236}">
                  <ns2:creationId id="{18A338A4-A47E-4732-9752-363AFD2CE859}"/>
                </a:ext>
              </a:extLst>
            </p:cNvPr>
            <p:cNvSpPr>
              <a:spLocks noGrp="1"/>
            </p:cNvSpPr>
            <p:nvPr/>
          </p:nvSpPr>
          <p:spPr>
            <a:xfrm>
              <a:off x="3810000" y="1790700"/>
              <a:ext cx="95" cy="38100"/>
            </a:xfrm>
            <a:custGeom>
              <a:pathLst>
                <a:path w="95" h="38100">
                  <a:moveTo>
                    <a:pt x="0" y="0"/>
                  </a:moveTo>
                  <a:lnTo>
                    <a:pt x="0" y="38100"/>
                  </a:lnTo>
                </a:path>
              </a:pathLst>
            </a:custGeom>
            <a:noFill/>
            <a:ln w="3933">
              <a:solidFill>
                <a:srgbClr val="000000"/>
              </a:solidFill>
              <a:prstDash val="solid"/>
            </a:ln>
          </p:spPr>
        </p:sp>
        <p:sp>
          <p:nvSpPr>
            <p:cNvPr id="12" name="text_011">
              <a:extLst>
                <a:ext uri="{FF2B5EF4-FFF2-40B4-BE49-F238E27FC236}">
                  <ns2:creationId id="{AA0AC925-091A-412B-AECD-AAE018C1BE8F}"/>
                </a:ext>
              </a:extLst>
            </p:cNvPr>
            <p:cNvSpPr>
              <a:spLocks noGrp="1"/>
            </p:cNvSpPr>
            <p:nvPr/>
          </p:nvSpPr>
          <p:spPr>
            <a:xfrm rot="0">
              <a:off x="3409950" y="1857375"/>
              <a:ext cx="800100" cy="228600"/>
            </a:xfrm>
            <a:prstGeom prst="rect">
              <a:avLst/>
            </a:prstGeom>
            <a:noFill/>
            <a:ln w="0">
              <a:noFill/>
              <a:prstDash val="solid"/>
            </a:ln>
          </p:spPr>
          <p:txBody>
            <a:bodyPr wrap="none" lIns="0" tIns="0" rIns="0" bIns="0" anchor="t">
              <a:noAutofit/>
            </a:bodyPr>
            <a:lstStyle>
              <a:defPPr algn="ctr">
                <a:defRPr sz="619" b="0">
                  <a:solidFill>
                    <a:srgbClr val="000000"/>
                  </a:solidFill>
                  <a:latin typeface="Arial"/>
                  <a:ea typeface="Arial"/>
                  <a:cs typeface="Arial"/>
                </a:defRPr>
              </a:defPPr>
              <a:lvl1pPr algn="ctr">
                <a:defRPr sz="619" b="0">
                  <a:solidFill>
                    <a:srgbClr val="000000"/>
                  </a:solidFill>
                  <a:latin typeface="Arial"/>
                  <a:ea typeface="Arial"/>
                  <a:cs typeface="Arial"/>
                </a:defRPr>
              </a:lvl1pPr>
              <a:lvl2pPr algn="ctr">
                <a:defRPr sz="619" b="0">
                  <a:solidFill>
                    <a:srgbClr val="000000"/>
                  </a:solidFill>
                  <a:latin typeface="Arial"/>
                  <a:ea typeface="Arial"/>
                  <a:cs typeface="Arial"/>
                </a:defRPr>
              </a:lvl2pPr>
              <a:lvl3pPr algn="ctr">
                <a:defRPr sz="619" b="0">
                  <a:solidFill>
                    <a:srgbClr val="000000"/>
                  </a:solidFill>
                  <a:latin typeface="Arial"/>
                  <a:ea typeface="Arial"/>
                  <a:cs typeface="Arial"/>
                </a:defRPr>
              </a:lvl3pPr>
              <a:lvl4pPr algn="ctr">
                <a:defRPr sz="619" b="0">
                  <a:solidFill>
                    <a:srgbClr val="000000"/>
                  </a:solidFill>
                  <a:latin typeface="Arial"/>
                  <a:ea typeface="Arial"/>
                  <a:cs typeface="Arial"/>
                </a:defRPr>
              </a:lvl4pPr>
              <a:lvl5pPr algn="ctr">
                <a:defRPr sz="619" b="0">
                  <a:solidFill>
                    <a:srgbClr val="000000"/>
                  </a:solidFill>
                  <a:latin typeface="Arial"/>
                  <a:ea typeface="Arial"/>
                  <a:cs typeface="Arial"/>
                </a:defRPr>
              </a:lvl5pPr>
              <a:lvl6pPr algn="ctr">
                <a:defRPr sz="619" b="0">
                  <a:solidFill>
                    <a:srgbClr val="000000"/>
                  </a:solidFill>
                  <a:latin typeface="Arial"/>
                  <a:ea typeface="Arial"/>
                  <a:cs typeface="Arial"/>
                </a:defRPr>
              </a:lvl6pPr>
              <a:lvl7pPr algn="ctr">
                <a:defRPr sz="619" b="0">
                  <a:solidFill>
                    <a:srgbClr val="000000"/>
                  </a:solidFill>
                  <a:latin typeface="Arial"/>
                  <a:ea typeface="Arial"/>
                  <a:cs typeface="Arial"/>
                </a:defRPr>
              </a:lvl7pPr>
              <a:lvl8pPr algn="ctr">
                <a:defRPr sz="619" b="0">
                  <a:solidFill>
                    <a:srgbClr val="000000"/>
                  </a:solidFill>
                  <a:latin typeface="Arial"/>
                  <a:ea typeface="Arial"/>
                  <a:cs typeface="Arial"/>
                </a:defRPr>
              </a:lvl8pPr>
              <a:lvl9pPr algn="ctr">
                <a:defRPr sz="619" b="0">
                  <a:solidFill>
                    <a:srgbClr val="000000"/>
                  </a:solidFill>
                  <a:latin typeface="Arial"/>
                  <a:ea typeface="Arial"/>
                  <a:cs typeface="Arial"/>
                </a:defRPr>
              </a:lvl9pPr>
            </a:lstStyle>
            <a:p>
              <a:pPr algn="ctr">
                <a:defRPr sz="619" b="0">
                  <a:solidFill>
                    <a:srgbClr val="000000"/>
                  </a:solidFill>
                  <a:latin typeface="Arial"/>
                  <a:ea typeface="Arial"/>
                  <a:cs typeface="Arial"/>
                </a:defRPr>
              </a:pPr>
              <a:r>
                <a:rPr sz="619" b="0">
                  <a:solidFill>
                    <a:srgbClr val="000000"/>
                  </a:solidFill>
                  <a:latin typeface="Arial"/>
                  <a:ea typeface="Arial"/>
                  <a:cs typeface="Arial"/>
                </a:rPr>
                <a:t>Apr 1</a:t>
              </a:r>
            </a:p>
          </p:txBody>
        </p:sp>
        <p:sp>
          <p:nvSpPr>
            <p:cNvPr id="13" name="line_012">
              <a:extLst>
                <a:ext uri="{FF2B5EF4-FFF2-40B4-BE49-F238E27FC236}">
                  <ns2:creationId id="{C9E101F7-2F1A-444C-99AC-0DCA2C13B256}"/>
                </a:ext>
              </a:extLst>
            </p:cNvPr>
            <p:cNvSpPr>
              <a:spLocks noGrp="1"/>
            </p:cNvSpPr>
            <p:nvPr/>
          </p:nvSpPr>
          <p:spPr>
            <a:xfrm>
              <a:off x="6841344" y="1790700"/>
              <a:ext cx="95" cy="38100"/>
            </a:xfrm>
            <a:custGeom>
              <a:pathLst>
                <a:path w="95" h="38100">
                  <a:moveTo>
                    <a:pt x="0" y="0"/>
                  </a:moveTo>
                  <a:lnTo>
                    <a:pt x="0" y="38100"/>
                  </a:lnTo>
                </a:path>
              </a:pathLst>
            </a:custGeom>
            <a:noFill/>
            <a:ln w="3933">
              <a:solidFill>
                <a:srgbClr val="000000"/>
              </a:solidFill>
              <a:prstDash val="solid"/>
            </a:ln>
          </p:spPr>
        </p:sp>
        <p:sp>
          <p:nvSpPr>
            <p:cNvPr id="14" name="text_013">
              <a:extLst>
                <a:ext uri="{FF2B5EF4-FFF2-40B4-BE49-F238E27FC236}">
                  <ns2:creationId id="{25AAE51D-303C-4FF5-AD71-B29B52C75671}"/>
                </a:ext>
              </a:extLst>
            </p:cNvPr>
            <p:cNvSpPr>
              <a:spLocks noGrp="1"/>
            </p:cNvSpPr>
            <p:nvPr/>
          </p:nvSpPr>
          <p:spPr>
            <a:xfrm rot="0">
              <a:off x="6441294" y="1857375"/>
              <a:ext cx="800100" cy="228600"/>
            </a:xfrm>
            <a:prstGeom prst="rect">
              <a:avLst/>
            </a:prstGeom>
            <a:noFill/>
            <a:ln w="0">
              <a:noFill/>
              <a:prstDash val="solid"/>
            </a:ln>
          </p:spPr>
          <p:txBody>
            <a:bodyPr wrap="none" lIns="0" tIns="0" rIns="0" bIns="0" anchor="t">
              <a:noAutofit/>
            </a:bodyPr>
            <a:lstStyle>
              <a:defPPr algn="ctr">
                <a:defRPr sz="619" b="0">
                  <a:solidFill>
                    <a:srgbClr val="000000"/>
                  </a:solidFill>
                  <a:latin typeface="Arial"/>
                  <a:ea typeface="Arial"/>
                  <a:cs typeface="Arial"/>
                </a:defRPr>
              </a:defPPr>
              <a:lvl1pPr algn="ctr">
                <a:defRPr sz="619" b="0">
                  <a:solidFill>
                    <a:srgbClr val="000000"/>
                  </a:solidFill>
                  <a:latin typeface="Arial"/>
                  <a:ea typeface="Arial"/>
                  <a:cs typeface="Arial"/>
                </a:defRPr>
              </a:lvl1pPr>
              <a:lvl2pPr algn="ctr">
                <a:defRPr sz="619" b="0">
                  <a:solidFill>
                    <a:srgbClr val="000000"/>
                  </a:solidFill>
                  <a:latin typeface="Arial"/>
                  <a:ea typeface="Arial"/>
                  <a:cs typeface="Arial"/>
                </a:defRPr>
              </a:lvl2pPr>
              <a:lvl3pPr algn="ctr">
                <a:defRPr sz="619" b="0">
                  <a:solidFill>
                    <a:srgbClr val="000000"/>
                  </a:solidFill>
                  <a:latin typeface="Arial"/>
                  <a:ea typeface="Arial"/>
                  <a:cs typeface="Arial"/>
                </a:defRPr>
              </a:lvl3pPr>
              <a:lvl4pPr algn="ctr">
                <a:defRPr sz="619" b="0">
                  <a:solidFill>
                    <a:srgbClr val="000000"/>
                  </a:solidFill>
                  <a:latin typeface="Arial"/>
                  <a:ea typeface="Arial"/>
                  <a:cs typeface="Arial"/>
                </a:defRPr>
              </a:lvl4pPr>
              <a:lvl5pPr algn="ctr">
                <a:defRPr sz="619" b="0">
                  <a:solidFill>
                    <a:srgbClr val="000000"/>
                  </a:solidFill>
                  <a:latin typeface="Arial"/>
                  <a:ea typeface="Arial"/>
                  <a:cs typeface="Arial"/>
                </a:defRPr>
              </a:lvl5pPr>
              <a:lvl6pPr algn="ctr">
                <a:defRPr sz="619" b="0">
                  <a:solidFill>
                    <a:srgbClr val="000000"/>
                  </a:solidFill>
                  <a:latin typeface="Arial"/>
                  <a:ea typeface="Arial"/>
                  <a:cs typeface="Arial"/>
                </a:defRPr>
              </a:lvl6pPr>
              <a:lvl7pPr algn="ctr">
                <a:defRPr sz="619" b="0">
                  <a:solidFill>
                    <a:srgbClr val="000000"/>
                  </a:solidFill>
                  <a:latin typeface="Arial"/>
                  <a:ea typeface="Arial"/>
                  <a:cs typeface="Arial"/>
                </a:defRPr>
              </a:lvl7pPr>
              <a:lvl8pPr algn="ctr">
                <a:defRPr sz="619" b="0">
                  <a:solidFill>
                    <a:srgbClr val="000000"/>
                  </a:solidFill>
                  <a:latin typeface="Arial"/>
                  <a:ea typeface="Arial"/>
                  <a:cs typeface="Arial"/>
                </a:defRPr>
              </a:lvl8pPr>
              <a:lvl9pPr algn="ctr">
                <a:defRPr sz="619" b="0">
                  <a:solidFill>
                    <a:srgbClr val="000000"/>
                  </a:solidFill>
                  <a:latin typeface="Arial"/>
                  <a:ea typeface="Arial"/>
                  <a:cs typeface="Arial"/>
                </a:defRPr>
              </a:lvl9pPr>
            </a:lstStyle>
            <a:p>
              <a:pPr algn="ctr">
                <a:defRPr sz="619" b="0">
                  <a:solidFill>
                    <a:srgbClr val="000000"/>
                  </a:solidFill>
                  <a:latin typeface="Arial"/>
                  <a:ea typeface="Arial"/>
                  <a:cs typeface="Arial"/>
                </a:defRPr>
              </a:pPr>
              <a:r>
                <a:rPr sz="619" b="0">
                  <a:solidFill>
                    <a:srgbClr val="000000"/>
                  </a:solidFill>
                  <a:latin typeface="Arial"/>
                  <a:ea typeface="Arial"/>
                  <a:cs typeface="Arial"/>
                </a:rPr>
                <a:t>Jul 1</a:t>
              </a:r>
            </a:p>
          </p:txBody>
        </p:sp>
        <p:sp>
          <p:nvSpPr>
            <p:cNvPr id="15" name="line_014">
              <a:extLst>
                <a:ext uri="{FF2B5EF4-FFF2-40B4-BE49-F238E27FC236}">
                  <ns2:creationId id="{A800572D-79AE-4A50-A2A0-1022A1B97A8A}"/>
                </a:ext>
              </a:extLst>
            </p:cNvPr>
            <p:cNvSpPr>
              <a:spLocks noGrp="1"/>
            </p:cNvSpPr>
            <p:nvPr/>
          </p:nvSpPr>
          <p:spPr>
            <a:xfrm>
              <a:off x="9906000" y="1790700"/>
              <a:ext cx="95" cy="38100"/>
            </a:xfrm>
            <a:custGeom>
              <a:pathLst>
                <a:path w="95" h="38100">
                  <a:moveTo>
                    <a:pt x="0" y="0"/>
                  </a:moveTo>
                  <a:lnTo>
                    <a:pt x="0" y="38100"/>
                  </a:lnTo>
                </a:path>
              </a:pathLst>
            </a:custGeom>
            <a:noFill/>
            <a:ln w="3933">
              <a:solidFill>
                <a:srgbClr val="000000"/>
              </a:solidFill>
              <a:prstDash val="solid"/>
            </a:ln>
          </p:spPr>
        </p:sp>
        <p:sp>
          <p:nvSpPr>
            <p:cNvPr id="16" name="text_015">
              <a:extLst>
                <a:ext uri="{FF2B5EF4-FFF2-40B4-BE49-F238E27FC236}">
                  <ns2:creationId id="{5805BD51-282A-44E6-A86A-8EDB43CCF3BB}"/>
                </a:ext>
              </a:extLst>
            </p:cNvPr>
            <p:cNvSpPr>
              <a:spLocks noGrp="1"/>
            </p:cNvSpPr>
            <p:nvPr/>
          </p:nvSpPr>
          <p:spPr>
            <a:xfrm rot="0">
              <a:off x="9505950" y="1857375"/>
              <a:ext cx="800100" cy="228600"/>
            </a:xfrm>
            <a:prstGeom prst="rect">
              <a:avLst/>
            </a:prstGeom>
            <a:noFill/>
            <a:ln w="0">
              <a:noFill/>
              <a:prstDash val="solid"/>
            </a:ln>
          </p:spPr>
          <p:txBody>
            <a:bodyPr wrap="none" lIns="0" tIns="0" rIns="0" bIns="0" anchor="t">
              <a:noAutofit/>
            </a:bodyPr>
            <a:lstStyle>
              <a:defPPr algn="ctr">
                <a:defRPr sz="619" b="0">
                  <a:solidFill>
                    <a:srgbClr val="000000"/>
                  </a:solidFill>
                  <a:latin typeface="Arial"/>
                  <a:ea typeface="Arial"/>
                  <a:cs typeface="Arial"/>
                </a:defRPr>
              </a:defPPr>
              <a:lvl1pPr algn="ctr">
                <a:defRPr sz="619" b="0">
                  <a:solidFill>
                    <a:srgbClr val="000000"/>
                  </a:solidFill>
                  <a:latin typeface="Arial"/>
                  <a:ea typeface="Arial"/>
                  <a:cs typeface="Arial"/>
                </a:defRPr>
              </a:lvl1pPr>
              <a:lvl2pPr algn="ctr">
                <a:defRPr sz="619" b="0">
                  <a:solidFill>
                    <a:srgbClr val="000000"/>
                  </a:solidFill>
                  <a:latin typeface="Arial"/>
                  <a:ea typeface="Arial"/>
                  <a:cs typeface="Arial"/>
                </a:defRPr>
              </a:lvl2pPr>
              <a:lvl3pPr algn="ctr">
                <a:defRPr sz="619" b="0">
                  <a:solidFill>
                    <a:srgbClr val="000000"/>
                  </a:solidFill>
                  <a:latin typeface="Arial"/>
                  <a:ea typeface="Arial"/>
                  <a:cs typeface="Arial"/>
                </a:defRPr>
              </a:lvl3pPr>
              <a:lvl4pPr algn="ctr">
                <a:defRPr sz="619" b="0">
                  <a:solidFill>
                    <a:srgbClr val="000000"/>
                  </a:solidFill>
                  <a:latin typeface="Arial"/>
                  <a:ea typeface="Arial"/>
                  <a:cs typeface="Arial"/>
                </a:defRPr>
              </a:lvl4pPr>
              <a:lvl5pPr algn="ctr">
                <a:defRPr sz="619" b="0">
                  <a:solidFill>
                    <a:srgbClr val="000000"/>
                  </a:solidFill>
                  <a:latin typeface="Arial"/>
                  <a:ea typeface="Arial"/>
                  <a:cs typeface="Arial"/>
                </a:defRPr>
              </a:lvl5pPr>
              <a:lvl6pPr algn="ctr">
                <a:defRPr sz="619" b="0">
                  <a:solidFill>
                    <a:srgbClr val="000000"/>
                  </a:solidFill>
                  <a:latin typeface="Arial"/>
                  <a:ea typeface="Arial"/>
                  <a:cs typeface="Arial"/>
                </a:defRPr>
              </a:lvl6pPr>
              <a:lvl7pPr algn="ctr">
                <a:defRPr sz="619" b="0">
                  <a:solidFill>
                    <a:srgbClr val="000000"/>
                  </a:solidFill>
                  <a:latin typeface="Arial"/>
                  <a:ea typeface="Arial"/>
                  <a:cs typeface="Arial"/>
                </a:defRPr>
              </a:lvl7pPr>
              <a:lvl8pPr algn="ctr">
                <a:defRPr sz="619" b="0">
                  <a:solidFill>
                    <a:srgbClr val="000000"/>
                  </a:solidFill>
                  <a:latin typeface="Arial"/>
                  <a:ea typeface="Arial"/>
                  <a:cs typeface="Arial"/>
                </a:defRPr>
              </a:lvl8pPr>
              <a:lvl9pPr algn="ctr">
                <a:defRPr sz="619" b="0">
                  <a:solidFill>
                    <a:srgbClr val="000000"/>
                  </a:solidFill>
                  <a:latin typeface="Arial"/>
                  <a:ea typeface="Arial"/>
                  <a:cs typeface="Arial"/>
                </a:defRPr>
              </a:lvl9pPr>
            </a:lstStyle>
            <a:p>
              <a:pPr algn="ctr">
                <a:defRPr sz="619" b="0">
                  <a:solidFill>
                    <a:srgbClr val="000000"/>
                  </a:solidFill>
                  <a:latin typeface="Arial"/>
                  <a:ea typeface="Arial"/>
                  <a:cs typeface="Arial"/>
                </a:defRPr>
              </a:pPr>
              <a:r>
                <a:rPr sz="619" b="0">
                  <a:solidFill>
                    <a:srgbClr val="000000"/>
                  </a:solidFill>
                  <a:latin typeface="Arial"/>
                  <a:ea typeface="Arial"/>
                  <a:cs typeface="Arial"/>
                </a:rPr>
                <a:t>Oct 1</a:t>
              </a:r>
            </a:p>
          </p:txBody>
        </p:sp>
        <p:sp>
          <p:nvSpPr>
            <p:cNvPr id="17" name="line_016">
              <a:extLst>
                <a:ext uri="{FF2B5EF4-FFF2-40B4-BE49-F238E27FC236}">
                  <ns2:creationId id="{EE482BAE-D014-4BC5-B883-916D0ADE8630}"/>
                </a:ext>
              </a:extLst>
            </p:cNvPr>
            <p:cNvSpPr>
              <a:spLocks noGrp="1"/>
            </p:cNvSpPr>
            <p:nvPr/>
          </p:nvSpPr>
          <p:spPr>
            <a:xfrm>
              <a:off x="12937344" y="1790700"/>
              <a:ext cx="95" cy="38100"/>
            </a:xfrm>
            <a:custGeom>
              <a:pathLst>
                <a:path w="95" h="38100">
                  <a:moveTo>
                    <a:pt x="0" y="0"/>
                  </a:moveTo>
                  <a:lnTo>
                    <a:pt x="0" y="38100"/>
                  </a:lnTo>
                </a:path>
              </a:pathLst>
            </a:custGeom>
            <a:noFill/>
            <a:ln w="3933">
              <a:solidFill>
                <a:srgbClr val="000000"/>
              </a:solidFill>
              <a:prstDash val="solid"/>
            </a:ln>
          </p:spPr>
        </p:sp>
        <p:sp>
          <p:nvSpPr>
            <p:cNvPr id="18" name="text_017">
              <a:extLst>
                <a:ext uri="{FF2B5EF4-FFF2-40B4-BE49-F238E27FC236}">
                  <ns2:creationId id="{EE6EC6DC-1173-4B66-8A91-0C87656B4A20}"/>
                </a:ext>
              </a:extLst>
            </p:cNvPr>
            <p:cNvSpPr>
              <a:spLocks noGrp="1"/>
            </p:cNvSpPr>
            <p:nvPr/>
          </p:nvSpPr>
          <p:spPr>
            <a:xfrm rot="0">
              <a:off x="12537294" y="1857375"/>
              <a:ext cx="800100" cy="228600"/>
            </a:xfrm>
            <a:prstGeom prst="rect">
              <a:avLst/>
            </a:prstGeom>
            <a:noFill/>
            <a:ln w="0">
              <a:noFill/>
              <a:prstDash val="solid"/>
            </a:ln>
          </p:spPr>
          <p:txBody>
            <a:bodyPr wrap="none" lIns="0" tIns="0" rIns="0" bIns="0" anchor="t">
              <a:noAutofit/>
            </a:bodyPr>
            <a:lstStyle>
              <a:defPPr algn="ctr">
                <a:defRPr sz="619" b="0">
                  <a:solidFill>
                    <a:srgbClr val="000000"/>
                  </a:solidFill>
                  <a:latin typeface="Arial"/>
                  <a:ea typeface="Arial"/>
                  <a:cs typeface="Arial"/>
                </a:defRPr>
              </a:defPPr>
              <a:lvl1pPr algn="ctr">
                <a:defRPr sz="619" b="0">
                  <a:solidFill>
                    <a:srgbClr val="000000"/>
                  </a:solidFill>
                  <a:latin typeface="Arial"/>
                  <a:ea typeface="Arial"/>
                  <a:cs typeface="Arial"/>
                </a:defRPr>
              </a:lvl1pPr>
              <a:lvl2pPr algn="ctr">
                <a:defRPr sz="619" b="0">
                  <a:solidFill>
                    <a:srgbClr val="000000"/>
                  </a:solidFill>
                  <a:latin typeface="Arial"/>
                  <a:ea typeface="Arial"/>
                  <a:cs typeface="Arial"/>
                </a:defRPr>
              </a:lvl2pPr>
              <a:lvl3pPr algn="ctr">
                <a:defRPr sz="619" b="0">
                  <a:solidFill>
                    <a:srgbClr val="000000"/>
                  </a:solidFill>
                  <a:latin typeface="Arial"/>
                  <a:ea typeface="Arial"/>
                  <a:cs typeface="Arial"/>
                </a:defRPr>
              </a:lvl3pPr>
              <a:lvl4pPr algn="ctr">
                <a:defRPr sz="619" b="0">
                  <a:solidFill>
                    <a:srgbClr val="000000"/>
                  </a:solidFill>
                  <a:latin typeface="Arial"/>
                  <a:ea typeface="Arial"/>
                  <a:cs typeface="Arial"/>
                </a:defRPr>
              </a:lvl4pPr>
              <a:lvl5pPr algn="ctr">
                <a:defRPr sz="619" b="0">
                  <a:solidFill>
                    <a:srgbClr val="000000"/>
                  </a:solidFill>
                  <a:latin typeface="Arial"/>
                  <a:ea typeface="Arial"/>
                  <a:cs typeface="Arial"/>
                </a:defRPr>
              </a:lvl5pPr>
              <a:lvl6pPr algn="ctr">
                <a:defRPr sz="619" b="0">
                  <a:solidFill>
                    <a:srgbClr val="000000"/>
                  </a:solidFill>
                  <a:latin typeface="Arial"/>
                  <a:ea typeface="Arial"/>
                  <a:cs typeface="Arial"/>
                </a:defRPr>
              </a:lvl6pPr>
              <a:lvl7pPr algn="ctr">
                <a:defRPr sz="619" b="0">
                  <a:solidFill>
                    <a:srgbClr val="000000"/>
                  </a:solidFill>
                  <a:latin typeface="Arial"/>
                  <a:ea typeface="Arial"/>
                  <a:cs typeface="Arial"/>
                </a:defRPr>
              </a:lvl7pPr>
              <a:lvl8pPr algn="ctr">
                <a:defRPr sz="619" b="0">
                  <a:solidFill>
                    <a:srgbClr val="000000"/>
                  </a:solidFill>
                  <a:latin typeface="Arial"/>
                  <a:ea typeface="Arial"/>
                  <a:cs typeface="Arial"/>
                </a:defRPr>
              </a:lvl8pPr>
              <a:lvl9pPr algn="ctr">
                <a:defRPr sz="619" b="0">
                  <a:solidFill>
                    <a:srgbClr val="000000"/>
                  </a:solidFill>
                  <a:latin typeface="Arial"/>
                  <a:ea typeface="Arial"/>
                  <a:cs typeface="Arial"/>
                </a:defRPr>
              </a:lvl9pPr>
            </a:lstStyle>
            <a:p>
              <a:pPr algn="ctr">
                <a:defRPr sz="619" b="0">
                  <a:solidFill>
                    <a:srgbClr val="000000"/>
                  </a:solidFill>
                  <a:latin typeface="Arial"/>
                  <a:ea typeface="Arial"/>
                  <a:cs typeface="Arial"/>
                </a:defRPr>
              </a:pPr>
              <a:r>
                <a:rPr sz="619" b="0">
                  <a:solidFill>
                    <a:srgbClr val="000000"/>
                  </a:solidFill>
                  <a:latin typeface="Arial"/>
                  <a:ea typeface="Arial"/>
                  <a:cs typeface="Arial"/>
                </a:rPr>
                <a:t>Dec 31</a:t>
              </a:r>
            </a:p>
          </p:txBody>
        </p:sp>
        <p:sp>
          <p:nvSpPr>
            <p:cNvPr id="19" name="rect_018">
              <a:extLst>
                <a:ext uri="{FF2B5EF4-FFF2-40B4-BE49-F238E27FC236}">
                  <ns2:creationId id="{48266364-61AF-486C-A433-E5865187AE30}"/>
                </a:ext>
              </a:extLst>
            </p:cNvPr>
            <p:cNvSpPr>
              <a:spLocks noGrp="1"/>
            </p:cNvSpPr>
            <p:nvPr/>
          </p:nvSpPr>
          <p:spPr>
            <a:xfrm rot="0">
              <a:off x="762000" y="409575"/>
              <a:ext cx="12192000" cy="1381125"/>
            </a:xfrm>
            <a:prstGeom prst="rect">
              <a:avLst/>
            </a:prstGeom>
            <a:noFill/>
            <a:ln w="3195">
              <a:solidFill>
                <a:srgbClr val="6A7278"/>
              </a:solidFill>
              <a:prstDash val="solid"/>
            </a:ln>
          </p:spPr>
        </p:sp>
        <p:sp>
          <p:nvSpPr>
            <p:cNvPr id="20" name="text_019">
              <a:extLst>
                <a:ext uri="{FF2B5EF4-FFF2-40B4-BE49-F238E27FC236}">
                  <ns2:creationId id="{D744E60C-A3CF-4660-B4BE-87A4C8298670}"/>
                </a:ext>
              </a:extLst>
            </p:cNvPr>
            <p:cNvSpPr>
              <a:spLocks noGrp="1"/>
            </p:cNvSpPr>
            <p:nvPr/>
          </p:nvSpPr>
          <p:spPr>
            <a:xfrm rot="0">
              <a:off x="762000" y="2171700"/>
              <a:ext cx="5429250" cy="228600"/>
            </a:xfrm>
            <a:prstGeom prst="rect">
              <a:avLst/>
            </a:prstGeom>
            <a:noFill/>
            <a:ln w="0">
              <a:noFill/>
              <a:prstDash val="solid"/>
            </a:ln>
          </p:spPr>
          <p:txBody>
            <a:bodyPr wrap="none" lIns="0" tIns="0" rIns="0" bIns="0" anchor="t">
              <a:noAutofit/>
            </a:bodyPr>
            <a:lstStyle>
              <a:defPPr algn="l">
                <a:defRPr sz="697" b="0">
                  <a:solidFill>
                    <a:srgbClr val="000000"/>
                  </a:solidFill>
                  <a:latin typeface="Arial"/>
                  <a:ea typeface="Arial"/>
                  <a:cs typeface="Arial"/>
                </a:defRPr>
              </a:defPPr>
              <a:lvl1pPr algn="l">
                <a:defRPr sz="697" b="0">
                  <a:solidFill>
                    <a:srgbClr val="000000"/>
                  </a:solidFill>
                  <a:latin typeface="Arial"/>
                  <a:ea typeface="Arial"/>
                  <a:cs typeface="Arial"/>
                </a:defRPr>
              </a:lvl1pPr>
              <a:lvl2pPr algn="l">
                <a:defRPr sz="697" b="0">
                  <a:solidFill>
                    <a:srgbClr val="000000"/>
                  </a:solidFill>
                  <a:latin typeface="Arial"/>
                  <a:ea typeface="Arial"/>
                  <a:cs typeface="Arial"/>
                </a:defRPr>
              </a:lvl2pPr>
              <a:lvl3pPr algn="l">
                <a:defRPr sz="697" b="0">
                  <a:solidFill>
                    <a:srgbClr val="000000"/>
                  </a:solidFill>
                  <a:latin typeface="Arial"/>
                  <a:ea typeface="Arial"/>
                  <a:cs typeface="Arial"/>
                </a:defRPr>
              </a:lvl3pPr>
              <a:lvl4pPr algn="l">
                <a:defRPr sz="697" b="0">
                  <a:solidFill>
                    <a:srgbClr val="000000"/>
                  </a:solidFill>
                  <a:latin typeface="Arial"/>
                  <a:ea typeface="Arial"/>
                  <a:cs typeface="Arial"/>
                </a:defRPr>
              </a:lvl4pPr>
              <a:lvl5pPr algn="l">
                <a:defRPr sz="697" b="0">
                  <a:solidFill>
                    <a:srgbClr val="000000"/>
                  </a:solidFill>
                  <a:latin typeface="Arial"/>
                  <a:ea typeface="Arial"/>
                  <a:cs typeface="Arial"/>
                </a:defRPr>
              </a:lvl5pPr>
              <a:lvl6pPr algn="l">
                <a:defRPr sz="697" b="0">
                  <a:solidFill>
                    <a:srgbClr val="000000"/>
                  </a:solidFill>
                  <a:latin typeface="Arial"/>
                  <a:ea typeface="Arial"/>
                  <a:cs typeface="Arial"/>
                </a:defRPr>
              </a:lvl6pPr>
              <a:lvl7pPr algn="l">
                <a:defRPr sz="697" b="0">
                  <a:solidFill>
                    <a:srgbClr val="000000"/>
                  </a:solidFill>
                  <a:latin typeface="Arial"/>
                  <a:ea typeface="Arial"/>
                  <a:cs typeface="Arial"/>
                </a:defRPr>
              </a:lvl7pPr>
              <a:lvl8pPr algn="l">
                <a:defRPr sz="697" b="0">
                  <a:solidFill>
                    <a:srgbClr val="000000"/>
                  </a:solidFill>
                  <a:latin typeface="Arial"/>
                  <a:ea typeface="Arial"/>
                  <a:cs typeface="Arial"/>
                </a:defRPr>
              </a:lvl8pPr>
              <a:lvl9pPr algn="l">
                <a:defRPr sz="697" b="0">
                  <a:solidFill>
                    <a:srgbClr val="000000"/>
                  </a:solidFill>
                  <a:latin typeface="Arial"/>
                  <a:ea typeface="Arial"/>
                  <a:cs typeface="Arial"/>
                </a:defRPr>
              </a:lvl9pPr>
            </a:lstStyle>
            <a:p>
              <a:pPr algn="l">
                <a:defRPr sz="697" b="0">
                  <a:solidFill>
                    <a:srgbClr val="000000"/>
                  </a:solidFill>
                  <a:latin typeface="Arial"/>
                  <a:ea typeface="Arial"/>
                  <a:cs typeface="Arial"/>
                </a:defRPr>
              </a:pPr>
              <a:r>
                <a:rPr sz="697" b="0">
                  <a:solidFill>
                    <a:srgbClr val="000000"/>
                  </a:solidFill>
                  <a:latin typeface="Arial"/>
                  <a:ea typeface="Arial"/>
                  <a:cs typeface="Arial"/>
                </a:rPr>
                <a:t>Normalized fixed reference position</a:t>
              </a:r>
            </a:p>
          </p:txBody>
        </p:sp>
        <p:sp>
          <p:nvSpPr>
            <p:cNvPr id="21" name="rect_020">
              <a:extLst>
                <a:ext uri="{FF2B5EF4-FFF2-40B4-BE49-F238E27FC236}">
                  <ns2:creationId id="{F09FB3F7-C0E0-41CA-9A23-84C8F8DA0DC9}"/>
                </a:ext>
              </a:extLst>
            </p:cNvPr>
            <p:cNvSpPr>
              <a:spLocks noGrp="1"/>
            </p:cNvSpPr>
            <p:nvPr/>
          </p:nvSpPr>
          <p:spPr>
            <a:xfrm rot="0">
              <a:off x="7124492" y="409575"/>
              <a:ext cx="366426" cy="1381125"/>
            </a:xfrm>
            <a:prstGeom prst="rect">
              <a:avLst/>
            </a:prstGeom>
            <a:noFill/>
            <a:ln w="7374">
              <a:solidFill>
                <a:srgbClr val="B2182B"/>
              </a:solidFill>
              <a:prstDash val="solid"/>
            </a:ln>
          </p:spPr>
        </p:sp>
        <p:sp>
          <p:nvSpPr>
            <p:cNvPr id="22" name="text_021">
              <a:extLst>
                <a:ext uri="{FF2B5EF4-FFF2-40B4-BE49-F238E27FC236}">
                  <ns2:creationId id="{AC08E30E-6E93-478D-A94E-2CAE2786125C}"/>
                </a:ext>
              </a:extLst>
            </p:cNvPr>
            <p:cNvSpPr>
              <a:spLocks noGrp="1"/>
            </p:cNvSpPr>
            <p:nvPr/>
          </p:nvSpPr>
          <p:spPr>
            <a:xfrm rot="0">
              <a:off x="6933992" y="161925"/>
              <a:ext cx="1333500" cy="219075"/>
            </a:xfrm>
            <a:prstGeom prst="rect">
              <a:avLst/>
            </a:prstGeom>
            <a:noFill/>
            <a:ln w="0">
              <a:noFill/>
              <a:prstDash val="solid"/>
            </a:ln>
          </p:spPr>
          <p:txBody>
            <a:bodyPr wrap="none" lIns="0" tIns="0" rIns="0" bIns="0" anchor="t">
              <a:noAutofit/>
            </a:bodyPr>
            <a:lstStyle>
              <a:defPPr algn="l">
                <a:defRPr sz="658" b="1">
                  <a:solidFill>
                    <a:srgbClr val="B2182B"/>
                  </a:solidFill>
                  <a:latin typeface="Arial"/>
                  <a:ea typeface="Arial"/>
                  <a:cs typeface="Arial"/>
                </a:defRPr>
              </a:defPPr>
              <a:lvl1pPr algn="l">
                <a:defRPr sz="658" b="1">
                  <a:solidFill>
                    <a:srgbClr val="B2182B"/>
                  </a:solidFill>
                  <a:latin typeface="Arial"/>
                  <a:ea typeface="Arial"/>
                  <a:cs typeface="Arial"/>
                </a:defRPr>
              </a:lvl1pPr>
              <a:lvl2pPr algn="l">
                <a:defRPr sz="658" b="1">
                  <a:solidFill>
                    <a:srgbClr val="B2182B"/>
                  </a:solidFill>
                  <a:latin typeface="Arial"/>
                  <a:ea typeface="Arial"/>
                  <a:cs typeface="Arial"/>
                </a:defRPr>
              </a:lvl2pPr>
              <a:lvl3pPr algn="l">
                <a:defRPr sz="658" b="1">
                  <a:solidFill>
                    <a:srgbClr val="B2182B"/>
                  </a:solidFill>
                  <a:latin typeface="Arial"/>
                  <a:ea typeface="Arial"/>
                  <a:cs typeface="Arial"/>
                </a:defRPr>
              </a:lvl3pPr>
              <a:lvl4pPr algn="l">
                <a:defRPr sz="658" b="1">
                  <a:solidFill>
                    <a:srgbClr val="B2182B"/>
                  </a:solidFill>
                  <a:latin typeface="Arial"/>
                  <a:ea typeface="Arial"/>
                  <a:cs typeface="Arial"/>
                </a:defRPr>
              </a:lvl4pPr>
              <a:lvl5pPr algn="l">
                <a:defRPr sz="658" b="1">
                  <a:solidFill>
                    <a:srgbClr val="B2182B"/>
                  </a:solidFill>
                  <a:latin typeface="Arial"/>
                  <a:ea typeface="Arial"/>
                  <a:cs typeface="Arial"/>
                </a:defRPr>
              </a:lvl5pPr>
              <a:lvl6pPr algn="l">
                <a:defRPr sz="658" b="1">
                  <a:solidFill>
                    <a:srgbClr val="B2182B"/>
                  </a:solidFill>
                  <a:latin typeface="Arial"/>
                  <a:ea typeface="Arial"/>
                  <a:cs typeface="Arial"/>
                </a:defRPr>
              </a:lvl6pPr>
              <a:lvl7pPr algn="l">
                <a:defRPr sz="658" b="1">
                  <a:solidFill>
                    <a:srgbClr val="B2182B"/>
                  </a:solidFill>
                  <a:latin typeface="Arial"/>
                  <a:ea typeface="Arial"/>
                  <a:cs typeface="Arial"/>
                </a:defRPr>
              </a:lvl7pPr>
              <a:lvl8pPr algn="l">
                <a:defRPr sz="658" b="1">
                  <a:solidFill>
                    <a:srgbClr val="B2182B"/>
                  </a:solidFill>
                  <a:latin typeface="Arial"/>
                  <a:ea typeface="Arial"/>
                  <a:cs typeface="Arial"/>
                </a:defRPr>
              </a:lvl8pPr>
              <a:lvl9pPr algn="l">
                <a:defRPr sz="658" b="1">
                  <a:solidFill>
                    <a:srgbClr val="B2182B"/>
                  </a:solidFill>
                  <a:latin typeface="Arial"/>
                  <a:ea typeface="Arial"/>
                  <a:cs typeface="Arial"/>
                </a:defRPr>
              </a:lvl9pPr>
            </a:lstStyle>
            <a:p>
              <a:pPr algn="l">
                <a:defRPr sz="658" b="1">
                  <a:solidFill>
                    <a:srgbClr val="B2182B"/>
                  </a:solidFill>
                  <a:latin typeface="Arial"/>
                  <a:ea typeface="Arial"/>
                  <a:cs typeface="Arial"/>
                </a:defRPr>
              </a:pPr>
              <a:r>
                <a:rPr sz="658" b="1">
                  <a:solidFill>
                    <a:srgbClr val="B2182B"/>
                  </a:solidFill>
                  <a:latin typeface="Arial"/>
                  <a:ea typeface="Arial"/>
                  <a:cs typeface="Arial"/>
                </a:rPr>
                <a:t>Jul 10-20</a:t>
              </a:r>
            </a:p>
          </p:txBody>
        </p:sp>
        <p:sp>
          <p:nvSpPr>
            <p:cNvPr id="23" name="line_022">
              <a:extLst>
                <a:ext uri="{FF2B5EF4-FFF2-40B4-BE49-F238E27FC236}">
                  <ns2:creationId id="{4FA17FA1-DF85-4032-81D6-FCCB975082EE}"/>
                </a:ext>
              </a:extLst>
            </p:cNvPr>
            <p:cNvSpPr>
              <a:spLocks noGrp="1"/>
            </p:cNvSpPr>
            <p:nvPr/>
          </p:nvSpPr>
          <p:spPr>
            <a:xfrm>
              <a:off x="7207770" y="409575"/>
              <a:ext cx="95" cy="1381125"/>
            </a:xfrm>
            <a:custGeom>
              <a:pathLst>
                <a:path w="95" h="1381125">
                  <a:moveTo>
                    <a:pt x="0" y="0"/>
                  </a:moveTo>
                  <a:lnTo>
                    <a:pt x="0" y="1381125"/>
                  </a:lnTo>
                </a:path>
              </a:pathLst>
            </a:custGeom>
            <a:noFill/>
            <a:ln w="3195">
              <a:solidFill>
                <a:srgbClr val="6A7278"/>
              </a:solidFill>
              <a:prstDash val="dash"/>
            </a:ln>
          </p:spPr>
        </p:sp>
        <p:sp>
          <p:nvSpPr>
            <p:cNvPr id="24" name="line_023">
              <a:extLst>
                <a:ext uri="{FF2B5EF4-FFF2-40B4-BE49-F238E27FC236}">
                  <ns2:creationId id="{C88FF49E-6F4C-4D5F-82CA-3E47AE6DF8D9}"/>
                </a:ext>
              </a:extLst>
            </p:cNvPr>
            <p:cNvSpPr>
              <a:spLocks noGrp="1"/>
            </p:cNvSpPr>
            <p:nvPr/>
          </p:nvSpPr>
          <p:spPr>
            <a:xfrm>
              <a:off x="7241082" y="409575"/>
              <a:ext cx="95" cy="1381125"/>
            </a:xfrm>
            <a:custGeom>
              <a:pathLst>
                <a:path w="95" h="1381125">
                  <a:moveTo>
                    <a:pt x="0" y="0"/>
                  </a:moveTo>
                  <a:lnTo>
                    <a:pt x="0" y="1381125"/>
                  </a:lnTo>
                </a:path>
              </a:pathLst>
            </a:custGeom>
            <a:noFill/>
            <a:ln w="3195">
              <a:solidFill>
                <a:srgbClr val="6A7278"/>
              </a:solidFill>
              <a:prstDash val="dash"/>
            </a:ln>
          </p:spPr>
        </p:sp>
        <p:sp>
          <p:nvSpPr>
            <p:cNvPr id="25" name="line_024">
              <a:extLst>
                <a:ext uri="{FF2B5EF4-FFF2-40B4-BE49-F238E27FC236}">
                  <ns2:creationId id="{92C5F4B6-3872-4887-8B12-4AE020AE2460}"/>
                </a:ext>
              </a:extLst>
            </p:cNvPr>
            <p:cNvSpPr>
              <a:spLocks noGrp="1"/>
            </p:cNvSpPr>
            <p:nvPr/>
          </p:nvSpPr>
          <p:spPr>
            <a:xfrm>
              <a:off x="7274393" y="409575"/>
              <a:ext cx="95" cy="1381125"/>
            </a:xfrm>
            <a:custGeom>
              <a:pathLst>
                <a:path w="95" h="1381125">
                  <a:moveTo>
                    <a:pt x="0" y="0"/>
                  </a:moveTo>
                  <a:lnTo>
                    <a:pt x="0" y="1381125"/>
                  </a:lnTo>
                </a:path>
              </a:pathLst>
            </a:custGeom>
            <a:noFill/>
            <a:ln w="3195">
              <a:solidFill>
                <a:srgbClr val="6A7278"/>
              </a:solidFill>
              <a:prstDash val="dash"/>
            </a:ln>
          </p:spPr>
        </p:sp>
        <p:sp>
          <p:nvSpPr>
            <p:cNvPr id="26" name="line_025">
              <a:extLst>
                <a:ext uri="{FF2B5EF4-FFF2-40B4-BE49-F238E27FC236}">
                  <ns2:creationId id="{EE73EDE2-F0AA-412D-B370-4BEAE7B1C872}"/>
                </a:ext>
              </a:extLst>
            </p:cNvPr>
            <p:cNvSpPr>
              <a:spLocks noGrp="1"/>
            </p:cNvSpPr>
            <p:nvPr/>
          </p:nvSpPr>
          <p:spPr>
            <a:xfrm>
              <a:off x="7307705" y="409575"/>
              <a:ext cx="95" cy="1381125"/>
            </a:xfrm>
            <a:custGeom>
              <a:pathLst>
                <a:path w="95" h="1381125">
                  <a:moveTo>
                    <a:pt x="0" y="0"/>
                  </a:moveTo>
                  <a:lnTo>
                    <a:pt x="0" y="1381125"/>
                  </a:lnTo>
                </a:path>
              </a:pathLst>
            </a:custGeom>
            <a:noFill/>
            <a:ln w="3195">
              <a:solidFill>
                <a:srgbClr val="6A7278"/>
              </a:solidFill>
              <a:prstDash val="dash"/>
            </a:ln>
          </p:spPr>
        </p:sp>
        <p:sp>
          <p:nvSpPr>
            <p:cNvPr id="27" name="line_026">
              <a:extLst>
                <a:ext uri="{FF2B5EF4-FFF2-40B4-BE49-F238E27FC236}">
                  <ns2:creationId id="{2B51978F-A3BE-417B-9FDE-D7D09B59AB82}"/>
                </a:ext>
              </a:extLst>
            </p:cNvPr>
            <p:cNvSpPr>
              <a:spLocks noGrp="1"/>
            </p:cNvSpPr>
            <p:nvPr/>
          </p:nvSpPr>
          <p:spPr>
            <a:xfrm>
              <a:off x="7341016" y="409575"/>
              <a:ext cx="95" cy="1381125"/>
            </a:xfrm>
            <a:custGeom>
              <a:pathLst>
                <a:path w="95" h="1381125">
                  <a:moveTo>
                    <a:pt x="0" y="0"/>
                  </a:moveTo>
                  <a:lnTo>
                    <a:pt x="0" y="1381125"/>
                  </a:lnTo>
                </a:path>
              </a:pathLst>
            </a:custGeom>
            <a:noFill/>
            <a:ln w="3195">
              <a:solidFill>
                <a:srgbClr val="6A7278"/>
              </a:solidFill>
              <a:prstDash val="dash"/>
            </a:ln>
          </p:spPr>
        </p:sp>
        <p:pic>
          <p:nvPicPr>
            <p:cNvPr id="28" name="">
              <a:extLst>
                <a:ext uri="{FF2B5EF4-FFF2-40B4-BE49-F238E27FC236}">
                  <ns2:creationId id="{F1616450-4A81-4BC1-B56E-B48CF45A64BD}"/>
                </a:ext>
              </a:extLst>
            </p:cNvPr>
            <p:cNvPicPr>
              <a:picLocks noChangeAspect="1"/>
            </p:cNvPicPr>
            <p:nvPr/>
          </p:nvPicPr>
          <p:blipFill>
            <a:blip r:embed="R7d9cede297ea44c0"/>
            <a:stretch/>
          </p:blipFill>
          <p:spPr>
            <a:xfrm>
              <a:off x="7715250" y="2238375"/>
              <a:ext cx="4857750" cy="123825"/>
            </a:xfrm>
            <a:prstGeom prst="rect">
              <a:avLst/>
            </a:prstGeom>
          </p:spPr>
        </p:pic>
        <p:sp>
          <p:nvSpPr>
            <p:cNvPr id="29" name="text_028">
              <a:extLst>
                <a:ext uri="{FF2B5EF4-FFF2-40B4-BE49-F238E27FC236}">
                  <ns2:creationId id="{1C17921B-A12A-4D96-A2F4-AD2F0CA67070}"/>
                </a:ext>
              </a:extLst>
            </p:cNvPr>
            <p:cNvSpPr>
              <a:spLocks noGrp="1"/>
            </p:cNvSpPr>
            <p:nvPr/>
          </p:nvSpPr>
          <p:spPr>
            <a:xfrm rot="0">
              <a:off x="7410450" y="2390775"/>
              <a:ext cx="609600" cy="228600"/>
            </a:xfrm>
            <a:prstGeom prst="rect">
              <a:avLst/>
            </a:prstGeom>
            <a:noFill/>
            <a:ln w="0">
              <a:noFill/>
              <a:prstDash val="solid"/>
            </a:ln>
          </p:spPr>
          <p:txBody>
            <a:bodyPr wrap="none" lIns="0" tIns="0" rIns="0" bIns="0" anchor="t">
              <a:noAutofit/>
            </a:bodyPr>
            <a:lstStyle>
              <a:defPPr algn="ctr">
                <a:defRPr sz="619" b="0">
                  <a:solidFill>
                    <a:srgbClr val="000000"/>
                  </a:solidFill>
                  <a:latin typeface="Arial"/>
                  <a:ea typeface="Arial"/>
                  <a:cs typeface="Arial"/>
                </a:defRPr>
              </a:defPPr>
              <a:lvl1pPr algn="ctr">
                <a:defRPr sz="619" b="0">
                  <a:solidFill>
                    <a:srgbClr val="000000"/>
                  </a:solidFill>
                  <a:latin typeface="Arial"/>
                  <a:ea typeface="Arial"/>
                  <a:cs typeface="Arial"/>
                </a:defRPr>
              </a:lvl1pPr>
              <a:lvl2pPr algn="ctr">
                <a:defRPr sz="619" b="0">
                  <a:solidFill>
                    <a:srgbClr val="000000"/>
                  </a:solidFill>
                  <a:latin typeface="Arial"/>
                  <a:ea typeface="Arial"/>
                  <a:cs typeface="Arial"/>
                </a:defRPr>
              </a:lvl2pPr>
              <a:lvl3pPr algn="ctr">
                <a:defRPr sz="619" b="0">
                  <a:solidFill>
                    <a:srgbClr val="000000"/>
                  </a:solidFill>
                  <a:latin typeface="Arial"/>
                  <a:ea typeface="Arial"/>
                  <a:cs typeface="Arial"/>
                </a:defRPr>
              </a:lvl3pPr>
              <a:lvl4pPr algn="ctr">
                <a:defRPr sz="619" b="0">
                  <a:solidFill>
                    <a:srgbClr val="000000"/>
                  </a:solidFill>
                  <a:latin typeface="Arial"/>
                  <a:ea typeface="Arial"/>
                  <a:cs typeface="Arial"/>
                </a:defRPr>
              </a:lvl4pPr>
              <a:lvl5pPr algn="ctr">
                <a:defRPr sz="619" b="0">
                  <a:solidFill>
                    <a:srgbClr val="000000"/>
                  </a:solidFill>
                  <a:latin typeface="Arial"/>
                  <a:ea typeface="Arial"/>
                  <a:cs typeface="Arial"/>
                </a:defRPr>
              </a:lvl5pPr>
              <a:lvl6pPr algn="ctr">
                <a:defRPr sz="619" b="0">
                  <a:solidFill>
                    <a:srgbClr val="000000"/>
                  </a:solidFill>
                  <a:latin typeface="Arial"/>
                  <a:ea typeface="Arial"/>
                  <a:cs typeface="Arial"/>
                </a:defRPr>
              </a:lvl6pPr>
              <a:lvl7pPr algn="ctr">
                <a:defRPr sz="619" b="0">
                  <a:solidFill>
                    <a:srgbClr val="000000"/>
                  </a:solidFill>
                  <a:latin typeface="Arial"/>
                  <a:ea typeface="Arial"/>
                  <a:cs typeface="Arial"/>
                </a:defRPr>
              </a:lvl7pPr>
              <a:lvl8pPr algn="ctr">
                <a:defRPr sz="619" b="0">
                  <a:solidFill>
                    <a:srgbClr val="000000"/>
                  </a:solidFill>
                  <a:latin typeface="Arial"/>
                  <a:ea typeface="Arial"/>
                  <a:cs typeface="Arial"/>
                </a:defRPr>
              </a:lvl8pPr>
              <a:lvl9pPr algn="ctr">
                <a:defRPr sz="619" b="0">
                  <a:solidFill>
                    <a:srgbClr val="000000"/>
                  </a:solidFill>
                  <a:latin typeface="Arial"/>
                  <a:ea typeface="Arial"/>
                  <a:cs typeface="Arial"/>
                </a:defRPr>
              </a:lvl9pPr>
            </a:lstStyle>
            <a:p>
              <a:pPr algn="ctr">
                <a:defRPr sz="619" b="0">
                  <a:solidFill>
                    <a:srgbClr val="000000"/>
                  </a:solidFill>
                  <a:latin typeface="Arial"/>
                  <a:ea typeface="Arial"/>
                  <a:cs typeface="Arial"/>
                </a:defRPr>
              </a:pPr>
              <a:r>
                <a:rPr sz="619" b="0">
                  <a:solidFill>
                    <a:srgbClr val="000000"/>
                  </a:solidFill>
                  <a:latin typeface="Arial"/>
                  <a:ea typeface="Arial"/>
                  <a:cs typeface="Arial"/>
                </a:rPr>
                <a:t>0</a:t>
              </a:r>
            </a:p>
          </p:txBody>
        </p:sp>
        <p:sp>
          <p:nvSpPr>
            <p:cNvPr id="30" name="text_029">
              <a:extLst>
                <a:ext uri="{FF2B5EF4-FFF2-40B4-BE49-F238E27FC236}">
                  <ns2:creationId id="{4528C496-7FE1-4808-AE02-0F3F40A6A2B1}"/>
                </a:ext>
              </a:extLst>
            </p:cNvPr>
            <p:cNvSpPr>
              <a:spLocks noGrp="1"/>
            </p:cNvSpPr>
            <p:nvPr/>
          </p:nvSpPr>
          <p:spPr>
            <a:xfrm rot="0">
              <a:off x="8588086" y="2390775"/>
              <a:ext cx="609600" cy="228600"/>
            </a:xfrm>
            <a:prstGeom prst="rect">
              <a:avLst/>
            </a:prstGeom>
            <a:noFill/>
            <a:ln w="0">
              <a:noFill/>
              <a:prstDash val="solid"/>
            </a:ln>
          </p:spPr>
          <p:txBody>
            <a:bodyPr wrap="none" lIns="0" tIns="0" rIns="0" bIns="0" anchor="t">
              <a:noAutofit/>
            </a:bodyPr>
            <a:lstStyle>
              <a:defPPr algn="ctr">
                <a:defRPr sz="619" b="0">
                  <a:solidFill>
                    <a:srgbClr val="000000"/>
                  </a:solidFill>
                  <a:latin typeface="Arial"/>
                  <a:ea typeface="Arial"/>
                  <a:cs typeface="Arial"/>
                </a:defRPr>
              </a:defPPr>
              <a:lvl1pPr algn="ctr">
                <a:defRPr sz="619" b="0">
                  <a:solidFill>
                    <a:srgbClr val="000000"/>
                  </a:solidFill>
                  <a:latin typeface="Arial"/>
                  <a:ea typeface="Arial"/>
                  <a:cs typeface="Arial"/>
                </a:defRPr>
              </a:lvl1pPr>
              <a:lvl2pPr algn="ctr">
                <a:defRPr sz="619" b="0">
                  <a:solidFill>
                    <a:srgbClr val="000000"/>
                  </a:solidFill>
                  <a:latin typeface="Arial"/>
                  <a:ea typeface="Arial"/>
                  <a:cs typeface="Arial"/>
                </a:defRPr>
              </a:lvl2pPr>
              <a:lvl3pPr algn="ctr">
                <a:defRPr sz="619" b="0">
                  <a:solidFill>
                    <a:srgbClr val="000000"/>
                  </a:solidFill>
                  <a:latin typeface="Arial"/>
                  <a:ea typeface="Arial"/>
                  <a:cs typeface="Arial"/>
                </a:defRPr>
              </a:lvl3pPr>
              <a:lvl4pPr algn="ctr">
                <a:defRPr sz="619" b="0">
                  <a:solidFill>
                    <a:srgbClr val="000000"/>
                  </a:solidFill>
                  <a:latin typeface="Arial"/>
                  <a:ea typeface="Arial"/>
                  <a:cs typeface="Arial"/>
                </a:defRPr>
              </a:lvl4pPr>
              <a:lvl5pPr algn="ctr">
                <a:defRPr sz="619" b="0">
                  <a:solidFill>
                    <a:srgbClr val="000000"/>
                  </a:solidFill>
                  <a:latin typeface="Arial"/>
                  <a:ea typeface="Arial"/>
                  <a:cs typeface="Arial"/>
                </a:defRPr>
              </a:lvl5pPr>
              <a:lvl6pPr algn="ctr">
                <a:defRPr sz="619" b="0">
                  <a:solidFill>
                    <a:srgbClr val="000000"/>
                  </a:solidFill>
                  <a:latin typeface="Arial"/>
                  <a:ea typeface="Arial"/>
                  <a:cs typeface="Arial"/>
                </a:defRPr>
              </a:lvl6pPr>
              <a:lvl7pPr algn="ctr">
                <a:defRPr sz="619" b="0">
                  <a:solidFill>
                    <a:srgbClr val="000000"/>
                  </a:solidFill>
                  <a:latin typeface="Arial"/>
                  <a:ea typeface="Arial"/>
                  <a:cs typeface="Arial"/>
                </a:defRPr>
              </a:lvl7pPr>
              <a:lvl8pPr algn="ctr">
                <a:defRPr sz="619" b="0">
                  <a:solidFill>
                    <a:srgbClr val="000000"/>
                  </a:solidFill>
                  <a:latin typeface="Arial"/>
                  <a:ea typeface="Arial"/>
                  <a:cs typeface="Arial"/>
                </a:defRPr>
              </a:lvl8pPr>
              <a:lvl9pPr algn="ctr">
                <a:defRPr sz="619" b="0">
                  <a:solidFill>
                    <a:srgbClr val="000000"/>
                  </a:solidFill>
                  <a:latin typeface="Arial"/>
                  <a:ea typeface="Arial"/>
                  <a:cs typeface="Arial"/>
                </a:defRPr>
              </a:lvl9pPr>
            </a:lstStyle>
            <a:p>
              <a:pPr algn="ctr">
                <a:defRPr sz="619" b="0">
                  <a:solidFill>
                    <a:srgbClr val="000000"/>
                  </a:solidFill>
                  <a:latin typeface="Arial"/>
                  <a:ea typeface="Arial"/>
                  <a:cs typeface="Arial"/>
                </a:defRPr>
              </a:pPr>
              <a:r>
                <a:rPr sz="619" b="0">
                  <a:solidFill>
                    <a:srgbClr val="000000"/>
                  </a:solidFill>
                  <a:latin typeface="Arial"/>
                  <a:ea typeface="Arial"/>
                  <a:cs typeface="Arial"/>
                </a:rPr>
                <a:t>40</a:t>
              </a:r>
            </a:p>
          </p:txBody>
        </p:sp>
        <p:sp>
          <p:nvSpPr>
            <p:cNvPr id="31" name="text_030">
              <a:extLst>
                <a:ext uri="{FF2B5EF4-FFF2-40B4-BE49-F238E27FC236}">
                  <ns2:creationId id="{D945B940-8D43-4B91-8143-429402F72572}"/>
                </a:ext>
              </a:extLst>
            </p:cNvPr>
            <p:cNvSpPr>
              <a:spLocks noGrp="1"/>
            </p:cNvSpPr>
            <p:nvPr/>
          </p:nvSpPr>
          <p:spPr>
            <a:xfrm rot="0">
              <a:off x="9765723" y="2390775"/>
              <a:ext cx="609600" cy="228600"/>
            </a:xfrm>
            <a:prstGeom prst="rect">
              <a:avLst/>
            </a:prstGeom>
            <a:noFill/>
            <a:ln w="0">
              <a:noFill/>
              <a:prstDash val="solid"/>
            </a:ln>
          </p:spPr>
          <p:txBody>
            <a:bodyPr wrap="none" lIns="0" tIns="0" rIns="0" bIns="0" anchor="t">
              <a:noAutofit/>
            </a:bodyPr>
            <a:lstStyle>
              <a:defPPr algn="ctr">
                <a:defRPr sz="619" b="0">
                  <a:solidFill>
                    <a:srgbClr val="000000"/>
                  </a:solidFill>
                  <a:latin typeface="Arial"/>
                  <a:ea typeface="Arial"/>
                  <a:cs typeface="Arial"/>
                </a:defRPr>
              </a:defPPr>
              <a:lvl1pPr algn="ctr">
                <a:defRPr sz="619" b="0">
                  <a:solidFill>
                    <a:srgbClr val="000000"/>
                  </a:solidFill>
                  <a:latin typeface="Arial"/>
                  <a:ea typeface="Arial"/>
                  <a:cs typeface="Arial"/>
                </a:defRPr>
              </a:lvl1pPr>
              <a:lvl2pPr algn="ctr">
                <a:defRPr sz="619" b="0">
                  <a:solidFill>
                    <a:srgbClr val="000000"/>
                  </a:solidFill>
                  <a:latin typeface="Arial"/>
                  <a:ea typeface="Arial"/>
                  <a:cs typeface="Arial"/>
                </a:defRPr>
              </a:lvl2pPr>
              <a:lvl3pPr algn="ctr">
                <a:defRPr sz="619" b="0">
                  <a:solidFill>
                    <a:srgbClr val="000000"/>
                  </a:solidFill>
                  <a:latin typeface="Arial"/>
                  <a:ea typeface="Arial"/>
                  <a:cs typeface="Arial"/>
                </a:defRPr>
              </a:lvl3pPr>
              <a:lvl4pPr algn="ctr">
                <a:defRPr sz="619" b="0">
                  <a:solidFill>
                    <a:srgbClr val="000000"/>
                  </a:solidFill>
                  <a:latin typeface="Arial"/>
                  <a:ea typeface="Arial"/>
                  <a:cs typeface="Arial"/>
                </a:defRPr>
              </a:lvl4pPr>
              <a:lvl5pPr algn="ctr">
                <a:defRPr sz="619" b="0">
                  <a:solidFill>
                    <a:srgbClr val="000000"/>
                  </a:solidFill>
                  <a:latin typeface="Arial"/>
                  <a:ea typeface="Arial"/>
                  <a:cs typeface="Arial"/>
                </a:defRPr>
              </a:lvl5pPr>
              <a:lvl6pPr algn="ctr">
                <a:defRPr sz="619" b="0">
                  <a:solidFill>
                    <a:srgbClr val="000000"/>
                  </a:solidFill>
                  <a:latin typeface="Arial"/>
                  <a:ea typeface="Arial"/>
                  <a:cs typeface="Arial"/>
                </a:defRPr>
              </a:lvl6pPr>
              <a:lvl7pPr algn="ctr">
                <a:defRPr sz="619" b="0">
                  <a:solidFill>
                    <a:srgbClr val="000000"/>
                  </a:solidFill>
                  <a:latin typeface="Arial"/>
                  <a:ea typeface="Arial"/>
                  <a:cs typeface="Arial"/>
                </a:defRPr>
              </a:lvl7pPr>
              <a:lvl8pPr algn="ctr">
                <a:defRPr sz="619" b="0">
                  <a:solidFill>
                    <a:srgbClr val="000000"/>
                  </a:solidFill>
                  <a:latin typeface="Arial"/>
                  <a:ea typeface="Arial"/>
                  <a:cs typeface="Arial"/>
                </a:defRPr>
              </a:lvl8pPr>
              <a:lvl9pPr algn="ctr">
                <a:defRPr sz="619" b="0">
                  <a:solidFill>
                    <a:srgbClr val="000000"/>
                  </a:solidFill>
                  <a:latin typeface="Arial"/>
                  <a:ea typeface="Arial"/>
                  <a:cs typeface="Arial"/>
                </a:defRPr>
              </a:lvl9pPr>
            </a:lstStyle>
            <a:p>
              <a:pPr algn="ctr">
                <a:defRPr sz="619" b="0">
                  <a:solidFill>
                    <a:srgbClr val="000000"/>
                  </a:solidFill>
                  <a:latin typeface="Arial"/>
                  <a:ea typeface="Arial"/>
                  <a:cs typeface="Arial"/>
                </a:defRPr>
              </a:pPr>
              <a:r>
                <a:rPr sz="619" b="0">
                  <a:solidFill>
                    <a:srgbClr val="000000"/>
                  </a:solidFill>
                  <a:latin typeface="Arial"/>
                  <a:ea typeface="Arial"/>
                  <a:cs typeface="Arial"/>
                </a:rPr>
                <a:t>80</a:t>
              </a:r>
            </a:p>
          </p:txBody>
        </p:sp>
        <p:sp>
          <p:nvSpPr>
            <p:cNvPr id="32" name="text_031">
              <a:extLst>
                <a:ext uri="{FF2B5EF4-FFF2-40B4-BE49-F238E27FC236}">
                  <ns2:creationId id="{394B912E-AF9E-4B8C-9CD3-BCB6E9384D62}"/>
                </a:ext>
              </a:extLst>
            </p:cNvPr>
            <p:cNvSpPr>
              <a:spLocks noGrp="1"/>
            </p:cNvSpPr>
            <p:nvPr/>
          </p:nvSpPr>
          <p:spPr>
            <a:xfrm rot="0">
              <a:off x="10943359" y="2390775"/>
              <a:ext cx="609600" cy="228600"/>
            </a:xfrm>
            <a:prstGeom prst="rect">
              <a:avLst/>
            </a:prstGeom>
            <a:noFill/>
            <a:ln w="0">
              <a:noFill/>
              <a:prstDash val="solid"/>
            </a:ln>
          </p:spPr>
          <p:txBody>
            <a:bodyPr wrap="none" lIns="0" tIns="0" rIns="0" bIns="0" anchor="t">
              <a:noAutofit/>
            </a:bodyPr>
            <a:lstStyle>
              <a:defPPr algn="ctr">
                <a:defRPr sz="619" b="0">
                  <a:solidFill>
                    <a:srgbClr val="000000"/>
                  </a:solidFill>
                  <a:latin typeface="Arial"/>
                  <a:ea typeface="Arial"/>
                  <a:cs typeface="Arial"/>
                </a:defRPr>
              </a:defPPr>
              <a:lvl1pPr algn="ctr">
                <a:defRPr sz="619" b="0">
                  <a:solidFill>
                    <a:srgbClr val="000000"/>
                  </a:solidFill>
                  <a:latin typeface="Arial"/>
                  <a:ea typeface="Arial"/>
                  <a:cs typeface="Arial"/>
                </a:defRPr>
              </a:lvl1pPr>
              <a:lvl2pPr algn="ctr">
                <a:defRPr sz="619" b="0">
                  <a:solidFill>
                    <a:srgbClr val="000000"/>
                  </a:solidFill>
                  <a:latin typeface="Arial"/>
                  <a:ea typeface="Arial"/>
                  <a:cs typeface="Arial"/>
                </a:defRPr>
              </a:lvl2pPr>
              <a:lvl3pPr algn="ctr">
                <a:defRPr sz="619" b="0">
                  <a:solidFill>
                    <a:srgbClr val="000000"/>
                  </a:solidFill>
                  <a:latin typeface="Arial"/>
                  <a:ea typeface="Arial"/>
                  <a:cs typeface="Arial"/>
                </a:defRPr>
              </a:lvl3pPr>
              <a:lvl4pPr algn="ctr">
                <a:defRPr sz="619" b="0">
                  <a:solidFill>
                    <a:srgbClr val="000000"/>
                  </a:solidFill>
                  <a:latin typeface="Arial"/>
                  <a:ea typeface="Arial"/>
                  <a:cs typeface="Arial"/>
                </a:defRPr>
              </a:lvl4pPr>
              <a:lvl5pPr algn="ctr">
                <a:defRPr sz="619" b="0">
                  <a:solidFill>
                    <a:srgbClr val="000000"/>
                  </a:solidFill>
                  <a:latin typeface="Arial"/>
                  <a:ea typeface="Arial"/>
                  <a:cs typeface="Arial"/>
                </a:defRPr>
              </a:lvl5pPr>
              <a:lvl6pPr algn="ctr">
                <a:defRPr sz="619" b="0">
                  <a:solidFill>
                    <a:srgbClr val="000000"/>
                  </a:solidFill>
                  <a:latin typeface="Arial"/>
                  <a:ea typeface="Arial"/>
                  <a:cs typeface="Arial"/>
                </a:defRPr>
              </a:lvl6pPr>
              <a:lvl7pPr algn="ctr">
                <a:defRPr sz="619" b="0">
                  <a:solidFill>
                    <a:srgbClr val="000000"/>
                  </a:solidFill>
                  <a:latin typeface="Arial"/>
                  <a:ea typeface="Arial"/>
                  <a:cs typeface="Arial"/>
                </a:defRPr>
              </a:lvl7pPr>
              <a:lvl8pPr algn="ctr">
                <a:defRPr sz="619" b="0">
                  <a:solidFill>
                    <a:srgbClr val="000000"/>
                  </a:solidFill>
                  <a:latin typeface="Arial"/>
                  <a:ea typeface="Arial"/>
                  <a:cs typeface="Arial"/>
                </a:defRPr>
              </a:lvl8pPr>
              <a:lvl9pPr algn="ctr">
                <a:defRPr sz="619" b="0">
                  <a:solidFill>
                    <a:srgbClr val="000000"/>
                  </a:solidFill>
                  <a:latin typeface="Arial"/>
                  <a:ea typeface="Arial"/>
                  <a:cs typeface="Arial"/>
                </a:defRPr>
              </a:lvl9pPr>
            </a:lstStyle>
            <a:p>
              <a:pPr algn="ctr">
                <a:defRPr sz="619" b="0">
                  <a:solidFill>
                    <a:srgbClr val="000000"/>
                  </a:solidFill>
                  <a:latin typeface="Arial"/>
                  <a:ea typeface="Arial"/>
                  <a:cs typeface="Arial"/>
                </a:defRPr>
              </a:pPr>
              <a:r>
                <a:rPr sz="619" b="0">
                  <a:solidFill>
                    <a:srgbClr val="000000"/>
                  </a:solidFill>
                  <a:latin typeface="Arial"/>
                  <a:ea typeface="Arial"/>
                  <a:cs typeface="Arial"/>
                </a:rPr>
                <a:t>120</a:t>
              </a:r>
            </a:p>
          </p:txBody>
        </p:sp>
        <p:sp>
          <p:nvSpPr>
            <p:cNvPr id="33" name="text_032">
              <a:extLst>
                <a:ext uri="{FF2B5EF4-FFF2-40B4-BE49-F238E27FC236}">
                  <ns2:creationId id="{B6A45E34-8104-4846-ABD2-D41FA326601B}"/>
                </a:ext>
              </a:extLst>
            </p:cNvPr>
            <p:cNvSpPr>
              <a:spLocks noGrp="1"/>
            </p:cNvSpPr>
            <p:nvPr/>
          </p:nvSpPr>
          <p:spPr>
            <a:xfrm rot="0">
              <a:off x="12268200" y="2390775"/>
              <a:ext cx="609600" cy="228600"/>
            </a:xfrm>
            <a:prstGeom prst="rect">
              <a:avLst/>
            </a:prstGeom>
            <a:noFill/>
            <a:ln w="0">
              <a:noFill/>
              <a:prstDash val="solid"/>
            </a:ln>
          </p:spPr>
          <p:txBody>
            <a:bodyPr wrap="none" lIns="0" tIns="0" rIns="0" bIns="0" anchor="t">
              <a:noAutofit/>
            </a:bodyPr>
            <a:lstStyle>
              <a:defPPr algn="ctr">
                <a:defRPr sz="619" b="0">
                  <a:solidFill>
                    <a:srgbClr val="000000"/>
                  </a:solidFill>
                  <a:latin typeface="Arial"/>
                  <a:ea typeface="Arial"/>
                  <a:cs typeface="Arial"/>
                </a:defRPr>
              </a:defPPr>
              <a:lvl1pPr algn="ctr">
                <a:defRPr sz="619" b="0">
                  <a:solidFill>
                    <a:srgbClr val="000000"/>
                  </a:solidFill>
                  <a:latin typeface="Arial"/>
                  <a:ea typeface="Arial"/>
                  <a:cs typeface="Arial"/>
                </a:defRPr>
              </a:lvl1pPr>
              <a:lvl2pPr algn="ctr">
                <a:defRPr sz="619" b="0">
                  <a:solidFill>
                    <a:srgbClr val="000000"/>
                  </a:solidFill>
                  <a:latin typeface="Arial"/>
                  <a:ea typeface="Arial"/>
                  <a:cs typeface="Arial"/>
                </a:defRPr>
              </a:lvl2pPr>
              <a:lvl3pPr algn="ctr">
                <a:defRPr sz="619" b="0">
                  <a:solidFill>
                    <a:srgbClr val="000000"/>
                  </a:solidFill>
                  <a:latin typeface="Arial"/>
                  <a:ea typeface="Arial"/>
                  <a:cs typeface="Arial"/>
                </a:defRPr>
              </a:lvl3pPr>
              <a:lvl4pPr algn="ctr">
                <a:defRPr sz="619" b="0">
                  <a:solidFill>
                    <a:srgbClr val="000000"/>
                  </a:solidFill>
                  <a:latin typeface="Arial"/>
                  <a:ea typeface="Arial"/>
                  <a:cs typeface="Arial"/>
                </a:defRPr>
              </a:lvl4pPr>
              <a:lvl5pPr algn="ctr">
                <a:defRPr sz="619" b="0">
                  <a:solidFill>
                    <a:srgbClr val="000000"/>
                  </a:solidFill>
                  <a:latin typeface="Arial"/>
                  <a:ea typeface="Arial"/>
                  <a:cs typeface="Arial"/>
                </a:defRPr>
              </a:lvl5pPr>
              <a:lvl6pPr algn="ctr">
                <a:defRPr sz="619" b="0">
                  <a:solidFill>
                    <a:srgbClr val="000000"/>
                  </a:solidFill>
                  <a:latin typeface="Arial"/>
                  <a:ea typeface="Arial"/>
                  <a:cs typeface="Arial"/>
                </a:defRPr>
              </a:lvl6pPr>
              <a:lvl7pPr algn="ctr">
                <a:defRPr sz="619" b="0">
                  <a:solidFill>
                    <a:srgbClr val="000000"/>
                  </a:solidFill>
                  <a:latin typeface="Arial"/>
                  <a:ea typeface="Arial"/>
                  <a:cs typeface="Arial"/>
                </a:defRPr>
              </a:lvl7pPr>
              <a:lvl8pPr algn="ctr">
                <a:defRPr sz="619" b="0">
                  <a:solidFill>
                    <a:srgbClr val="000000"/>
                  </a:solidFill>
                  <a:latin typeface="Arial"/>
                  <a:ea typeface="Arial"/>
                  <a:cs typeface="Arial"/>
                </a:defRPr>
              </a:lvl8pPr>
              <a:lvl9pPr algn="ctr">
                <a:defRPr sz="619" b="0">
                  <a:solidFill>
                    <a:srgbClr val="000000"/>
                  </a:solidFill>
                  <a:latin typeface="Arial"/>
                  <a:ea typeface="Arial"/>
                  <a:cs typeface="Arial"/>
                </a:defRPr>
              </a:lvl9pPr>
            </a:lstStyle>
            <a:p>
              <a:pPr algn="ctr">
                <a:defRPr sz="619" b="0">
                  <a:solidFill>
                    <a:srgbClr val="000000"/>
                  </a:solidFill>
                  <a:latin typeface="Arial"/>
                  <a:ea typeface="Arial"/>
                  <a:cs typeface="Arial"/>
                </a:defRPr>
              </a:pPr>
              <a:r>
                <a:rPr sz="619" b="0">
                  <a:solidFill>
                    <a:srgbClr val="000000"/>
                  </a:solidFill>
                  <a:latin typeface="Arial"/>
                  <a:ea typeface="Arial"/>
                  <a:cs typeface="Arial"/>
                </a:rPr>
                <a:t>165</a:t>
              </a:r>
            </a:p>
          </p:txBody>
        </p:sp>
        <p:sp>
          <p:nvSpPr>
            <p:cNvPr id="34" name="text_033">
              <a:extLst>
                <a:ext uri="{FF2B5EF4-FFF2-40B4-BE49-F238E27FC236}">
                  <ns2:creationId id="{0C6464F1-9A4F-467F-9B5E-DC0B07446D0C}"/>
                </a:ext>
              </a:extLst>
            </p:cNvPr>
            <p:cNvSpPr>
              <a:spLocks noGrp="1"/>
            </p:cNvSpPr>
            <p:nvPr/>
          </p:nvSpPr>
          <p:spPr>
            <a:xfrm rot="0">
              <a:off x="7715250" y="2686050"/>
              <a:ext cx="4857750" cy="219075"/>
            </a:xfrm>
            <a:prstGeom prst="rect">
              <a:avLst/>
            </a:prstGeom>
            <a:noFill/>
            <a:ln w="0">
              <a:noFill/>
              <a:prstDash val="solid"/>
            </a:ln>
          </p:spPr>
          <p:txBody>
            <a:bodyPr wrap="none" lIns="0" tIns="0" rIns="0" bIns="0" anchor="t">
              <a:noAutofit/>
            </a:bodyPr>
            <a:lstStyle>
              <a:defPPr algn="ctr">
                <a:defRPr sz="658" b="0">
                  <a:solidFill>
                    <a:srgbClr val="000000"/>
                  </a:solidFill>
                  <a:latin typeface="Arial"/>
                  <a:ea typeface="Arial"/>
                  <a:cs typeface="Arial"/>
                </a:defRPr>
              </a:defPPr>
              <a:lvl1pPr algn="ctr">
                <a:defRPr sz="658" b="0">
                  <a:solidFill>
                    <a:srgbClr val="000000"/>
                  </a:solidFill>
                  <a:latin typeface="Arial"/>
                  <a:ea typeface="Arial"/>
                  <a:cs typeface="Arial"/>
                </a:defRPr>
              </a:lvl1pPr>
              <a:lvl2pPr algn="ctr">
                <a:defRPr sz="658" b="0">
                  <a:solidFill>
                    <a:srgbClr val="000000"/>
                  </a:solidFill>
                  <a:latin typeface="Arial"/>
                  <a:ea typeface="Arial"/>
                  <a:cs typeface="Arial"/>
                </a:defRPr>
              </a:lvl2pPr>
              <a:lvl3pPr algn="ctr">
                <a:defRPr sz="658" b="0">
                  <a:solidFill>
                    <a:srgbClr val="000000"/>
                  </a:solidFill>
                  <a:latin typeface="Arial"/>
                  <a:ea typeface="Arial"/>
                  <a:cs typeface="Arial"/>
                </a:defRPr>
              </a:lvl3pPr>
              <a:lvl4pPr algn="ctr">
                <a:defRPr sz="658" b="0">
                  <a:solidFill>
                    <a:srgbClr val="000000"/>
                  </a:solidFill>
                  <a:latin typeface="Arial"/>
                  <a:ea typeface="Arial"/>
                  <a:cs typeface="Arial"/>
                </a:defRPr>
              </a:lvl4pPr>
              <a:lvl5pPr algn="ctr">
                <a:defRPr sz="658" b="0">
                  <a:solidFill>
                    <a:srgbClr val="000000"/>
                  </a:solidFill>
                  <a:latin typeface="Arial"/>
                  <a:ea typeface="Arial"/>
                  <a:cs typeface="Arial"/>
                </a:defRPr>
              </a:lvl5pPr>
              <a:lvl6pPr algn="ctr">
                <a:defRPr sz="658" b="0">
                  <a:solidFill>
                    <a:srgbClr val="000000"/>
                  </a:solidFill>
                  <a:latin typeface="Arial"/>
                  <a:ea typeface="Arial"/>
                  <a:cs typeface="Arial"/>
                </a:defRPr>
              </a:lvl6pPr>
              <a:lvl7pPr algn="ctr">
                <a:defRPr sz="658" b="0">
                  <a:solidFill>
                    <a:srgbClr val="000000"/>
                  </a:solidFill>
                  <a:latin typeface="Arial"/>
                  <a:ea typeface="Arial"/>
                  <a:cs typeface="Arial"/>
                </a:defRPr>
              </a:lvl7pPr>
              <a:lvl8pPr algn="ctr">
                <a:defRPr sz="658" b="0">
                  <a:solidFill>
                    <a:srgbClr val="000000"/>
                  </a:solidFill>
                  <a:latin typeface="Arial"/>
                  <a:ea typeface="Arial"/>
                  <a:cs typeface="Arial"/>
                </a:defRPr>
              </a:lvl8pPr>
              <a:lvl9pPr algn="ctr">
                <a:defRPr sz="658" b="0">
                  <a:solidFill>
                    <a:srgbClr val="000000"/>
                  </a:solidFill>
                  <a:latin typeface="Arial"/>
                  <a:ea typeface="Arial"/>
                  <a:cs typeface="Arial"/>
                </a:defRPr>
              </a:lvl9pPr>
            </a:lstStyle>
            <a:p>
              <a:pPr algn="ctr">
                <a:defRPr sz="658" b="0">
                  <a:solidFill>
                    <a:srgbClr val="000000"/>
                  </a:solidFill>
                  <a:latin typeface="Arial"/>
                  <a:ea typeface="Arial"/>
                  <a:cs typeface="Arial"/>
                </a:defRPr>
              </a:pPr>
              <a:r>
                <a:rPr sz="658" b="0">
                  <a:solidFill>
                    <a:srgbClr val="000000"/>
                  </a:solidFill>
                  <a:latin typeface="Arial"/>
                  <a:ea typeface="Arial"/>
                  <a:cs typeface="Arial"/>
                </a:rPr>
                <a:t>Panel (a): concentration (ug m-3)</a:t>
              </a:r>
            </a:p>
          </p:txBody>
        </p:sp>
        <p:sp>
          <p:nvSpPr>
            <p:cNvPr id="35" name="text_034">
              <a:extLst>
                <a:ext uri="{FF2B5EF4-FFF2-40B4-BE49-F238E27FC236}">
                  <ns2:creationId id="{A3BB4511-4DA9-450D-B014-99B6CA6CF5E4}"/>
                </a:ext>
              </a:extLst>
            </p:cNvPr>
            <p:cNvSpPr>
              <a:spLocks noGrp="1"/>
            </p:cNvSpPr>
            <p:nvPr/>
          </p:nvSpPr>
          <p:spPr>
            <a:xfrm rot="0">
              <a:off x="171450" y="2686050"/>
              <a:ext cx="7334250" cy="295275"/>
            </a:xfrm>
            <a:prstGeom prst="rect">
              <a:avLst/>
            </a:prstGeom>
            <a:noFill/>
            <a:ln w="0">
              <a:noFill/>
              <a:prstDash val="solid"/>
            </a:ln>
          </p:spPr>
          <p:txBody>
            <a:bodyPr wrap="none" lIns="0" tIns="0" rIns="0" bIns="0" anchor="t">
              <a:noAutofit/>
            </a:bodyPr>
            <a:lstStyle>
              <a:defPPr algn="l">
                <a:defRPr sz="968" b="1">
                  <a:solidFill>
                    <a:srgbClr val="000000"/>
                  </a:solidFill>
                  <a:latin typeface="Arial"/>
                  <a:ea typeface="Arial"/>
                  <a:cs typeface="Arial"/>
                </a:defRPr>
              </a:defPPr>
              <a:lvl1pPr algn="l">
                <a:defRPr sz="968" b="1">
                  <a:solidFill>
                    <a:srgbClr val="000000"/>
                  </a:solidFill>
                  <a:latin typeface="Arial"/>
                  <a:ea typeface="Arial"/>
                  <a:cs typeface="Arial"/>
                </a:defRPr>
              </a:lvl1pPr>
              <a:lvl2pPr algn="l">
                <a:defRPr sz="968" b="1">
                  <a:solidFill>
                    <a:srgbClr val="000000"/>
                  </a:solidFill>
                  <a:latin typeface="Arial"/>
                  <a:ea typeface="Arial"/>
                  <a:cs typeface="Arial"/>
                </a:defRPr>
              </a:lvl2pPr>
              <a:lvl3pPr algn="l">
                <a:defRPr sz="968" b="1">
                  <a:solidFill>
                    <a:srgbClr val="000000"/>
                  </a:solidFill>
                  <a:latin typeface="Arial"/>
                  <a:ea typeface="Arial"/>
                  <a:cs typeface="Arial"/>
                </a:defRPr>
              </a:lvl3pPr>
              <a:lvl4pPr algn="l">
                <a:defRPr sz="968" b="1">
                  <a:solidFill>
                    <a:srgbClr val="000000"/>
                  </a:solidFill>
                  <a:latin typeface="Arial"/>
                  <a:ea typeface="Arial"/>
                  <a:cs typeface="Arial"/>
                </a:defRPr>
              </a:lvl4pPr>
              <a:lvl5pPr algn="l">
                <a:defRPr sz="968" b="1">
                  <a:solidFill>
                    <a:srgbClr val="000000"/>
                  </a:solidFill>
                  <a:latin typeface="Arial"/>
                  <a:ea typeface="Arial"/>
                  <a:cs typeface="Arial"/>
                </a:defRPr>
              </a:lvl5pPr>
              <a:lvl6pPr algn="l">
                <a:defRPr sz="968" b="1">
                  <a:solidFill>
                    <a:srgbClr val="000000"/>
                  </a:solidFill>
                  <a:latin typeface="Arial"/>
                  <a:ea typeface="Arial"/>
                  <a:cs typeface="Arial"/>
                </a:defRPr>
              </a:lvl6pPr>
              <a:lvl7pPr algn="l">
                <a:defRPr sz="968" b="1">
                  <a:solidFill>
                    <a:srgbClr val="000000"/>
                  </a:solidFill>
                  <a:latin typeface="Arial"/>
                  <a:ea typeface="Arial"/>
                  <a:cs typeface="Arial"/>
                </a:defRPr>
              </a:lvl7pPr>
              <a:lvl8pPr algn="l">
                <a:defRPr sz="968" b="1">
                  <a:solidFill>
                    <a:srgbClr val="000000"/>
                  </a:solidFill>
                  <a:latin typeface="Arial"/>
                  <a:ea typeface="Arial"/>
                  <a:cs typeface="Arial"/>
                </a:defRPr>
              </a:lvl8pPr>
              <a:lvl9pPr algn="l">
                <a:defRPr sz="968" b="1">
                  <a:solidFill>
                    <a:srgbClr val="000000"/>
                  </a:solidFill>
                  <a:latin typeface="Arial"/>
                  <a:ea typeface="Arial"/>
                  <a:cs typeface="Arial"/>
                </a:defRPr>
              </a:lvl9pPr>
            </a:lstStyle>
            <a:p>
              <a:pPr algn="l">
                <a:defRPr sz="968" b="1">
                  <a:solidFill>
                    <a:srgbClr val="000000"/>
                  </a:solidFill>
                  <a:latin typeface="Arial"/>
                  <a:ea typeface="Arial"/>
                  <a:cs typeface="Arial"/>
                </a:defRPr>
              </a:pPr>
              <a:r>
                <a:rPr sz="968" b="1">
                  <a:solidFill>
                    <a:srgbClr val="000000"/>
                  </a:solidFill>
                  <a:latin typeface="Arial"/>
                  <a:ea typeface="Arial"/>
                  <a:cs typeface="Arial"/>
                </a:rPr>
                <a:t>(b) Supplied concentration fields: Jul 12-16</a:t>
              </a:r>
            </a:p>
          </p:txBody>
        </p:sp>
        <p:sp>
          <p:nvSpPr>
            <p:cNvPr id="36" name="text_035">
              <a:extLst>
                <a:ext uri="{FF2B5EF4-FFF2-40B4-BE49-F238E27FC236}">
                  <ns2:creationId id="{3AD4A2F2-3428-4073-8F66-4BCDFB576408}"/>
                </a:ext>
              </a:extLst>
            </p:cNvPr>
            <p:cNvSpPr>
              <a:spLocks noGrp="1"/>
            </p:cNvSpPr>
            <p:nvPr/>
          </p:nvSpPr>
          <p:spPr>
            <a:xfrm rot="0">
              <a:off x="571500" y="2981325"/>
              <a:ext cx="2428875" cy="247650"/>
            </a:xfrm>
            <a:prstGeom prst="rect">
              <a:avLst/>
            </a:prstGeom>
            <a:noFill/>
            <a:ln w="0">
              <a:noFill/>
              <a:prstDash val="solid"/>
            </a:ln>
          </p:spPr>
          <p:txBody>
            <a:bodyPr wrap="none" lIns="0" tIns="0" rIns="0" bIns="0" anchor="t">
              <a:noAutofit/>
            </a:bodyPr>
            <a:lstStyle>
              <a:defPPr algn="ctr">
                <a:defRPr sz="813" b="1">
                  <a:solidFill>
                    <a:srgbClr val="000000"/>
                  </a:solidFill>
                  <a:latin typeface="Arial"/>
                  <a:ea typeface="Arial"/>
                  <a:cs typeface="Arial"/>
                </a:defRPr>
              </a:defPPr>
              <a:lvl1pPr algn="ctr">
                <a:defRPr sz="813" b="1">
                  <a:solidFill>
                    <a:srgbClr val="000000"/>
                  </a:solidFill>
                  <a:latin typeface="Arial"/>
                  <a:ea typeface="Arial"/>
                  <a:cs typeface="Arial"/>
                </a:defRPr>
              </a:lvl1pPr>
              <a:lvl2pPr algn="ctr">
                <a:defRPr sz="813" b="1">
                  <a:solidFill>
                    <a:srgbClr val="000000"/>
                  </a:solidFill>
                  <a:latin typeface="Arial"/>
                  <a:ea typeface="Arial"/>
                  <a:cs typeface="Arial"/>
                </a:defRPr>
              </a:lvl2pPr>
              <a:lvl3pPr algn="ctr">
                <a:defRPr sz="813" b="1">
                  <a:solidFill>
                    <a:srgbClr val="000000"/>
                  </a:solidFill>
                  <a:latin typeface="Arial"/>
                  <a:ea typeface="Arial"/>
                  <a:cs typeface="Arial"/>
                </a:defRPr>
              </a:lvl3pPr>
              <a:lvl4pPr algn="ctr">
                <a:defRPr sz="813" b="1">
                  <a:solidFill>
                    <a:srgbClr val="000000"/>
                  </a:solidFill>
                  <a:latin typeface="Arial"/>
                  <a:ea typeface="Arial"/>
                  <a:cs typeface="Arial"/>
                </a:defRPr>
              </a:lvl4pPr>
              <a:lvl5pPr algn="ctr">
                <a:defRPr sz="813" b="1">
                  <a:solidFill>
                    <a:srgbClr val="000000"/>
                  </a:solidFill>
                  <a:latin typeface="Arial"/>
                  <a:ea typeface="Arial"/>
                  <a:cs typeface="Arial"/>
                </a:defRPr>
              </a:lvl5pPr>
              <a:lvl6pPr algn="ctr">
                <a:defRPr sz="813" b="1">
                  <a:solidFill>
                    <a:srgbClr val="000000"/>
                  </a:solidFill>
                  <a:latin typeface="Arial"/>
                  <a:ea typeface="Arial"/>
                  <a:cs typeface="Arial"/>
                </a:defRPr>
              </a:lvl6pPr>
              <a:lvl7pPr algn="ctr">
                <a:defRPr sz="813" b="1">
                  <a:solidFill>
                    <a:srgbClr val="000000"/>
                  </a:solidFill>
                  <a:latin typeface="Arial"/>
                  <a:ea typeface="Arial"/>
                  <a:cs typeface="Arial"/>
                </a:defRPr>
              </a:lvl7pPr>
              <a:lvl8pPr algn="ctr">
                <a:defRPr sz="813" b="1">
                  <a:solidFill>
                    <a:srgbClr val="000000"/>
                  </a:solidFill>
                  <a:latin typeface="Arial"/>
                  <a:ea typeface="Arial"/>
                  <a:cs typeface="Arial"/>
                </a:defRPr>
              </a:lvl8pPr>
              <a:lvl9pPr algn="ctr">
                <a:defRPr sz="813" b="1">
                  <a:solidFill>
                    <a:srgbClr val="000000"/>
                  </a:solidFill>
                  <a:latin typeface="Arial"/>
                  <a:ea typeface="Arial"/>
                  <a:cs typeface="Arial"/>
                </a:defRPr>
              </a:lvl9pPr>
            </a:lstStyle>
            <a:p>
              <a:pPr algn="ctr">
                <a:defRPr sz="813" b="1">
                  <a:solidFill>
                    <a:srgbClr val="000000"/>
                  </a:solidFill>
                  <a:latin typeface="Arial"/>
                  <a:ea typeface="Arial"/>
                  <a:cs typeface="Arial"/>
                </a:defRPr>
              </a:pPr>
              <a:r>
                <a:rPr sz="813" b="1">
                  <a:solidFill>
                    <a:srgbClr val="000000"/>
                  </a:solidFill>
                  <a:latin typeface="Arial"/>
                  <a:ea typeface="Arial"/>
                  <a:cs typeface="Arial"/>
                </a:rPr>
                <a:t>2000-07-12</a:t>
              </a:r>
            </a:p>
          </p:txBody>
        </p:sp>
        <p:pic>
          <p:nvPicPr>
            <p:cNvPr id="37" name="">
              <a:extLst>
                <a:ext uri="{FF2B5EF4-FFF2-40B4-BE49-F238E27FC236}">
                  <ns2:creationId id="{10592960-40A0-477C-8E0B-82BADF166301}"/>
                </a:ext>
              </a:extLst>
            </p:cNvPr>
            <p:cNvPicPr>
              <a:picLocks noChangeAspect="1"/>
            </p:cNvPicPr>
            <p:nvPr/>
          </p:nvPicPr>
          <p:blipFill>
            <a:blip r:embed="R821bd0b9183f4d2f"/>
            <a:stretch/>
          </p:blipFill>
          <p:spPr>
            <a:xfrm>
              <a:off x="666880" y="3257550"/>
              <a:ext cx="2238115" cy="2221308"/>
            </a:xfrm>
            <a:prstGeom prst="rect">
              <a:avLst/>
            </a:prstGeom>
          </p:spPr>
        </p:pic>
        <p:sp>
          <p:nvSpPr>
            <p:cNvPr id="38" name="rect_037">
              <a:extLst>
                <a:ext uri="{FF2B5EF4-FFF2-40B4-BE49-F238E27FC236}">
                  <ns2:creationId id="{14A9E20B-C016-4C51-8D47-7CCFB3FCE11B}"/>
                </a:ext>
              </a:extLst>
            </p:cNvPr>
            <p:cNvSpPr>
              <a:spLocks noGrp="1"/>
            </p:cNvSpPr>
            <p:nvPr/>
          </p:nvSpPr>
          <p:spPr>
            <a:xfrm rot="0">
              <a:off x="666750" y="3257550"/>
              <a:ext cx="2238375" cy="2221308"/>
            </a:xfrm>
            <a:prstGeom prst="rect">
              <a:avLst/>
            </a:prstGeom>
            <a:noFill/>
            <a:ln w="3195">
              <a:solidFill>
                <a:srgbClr val="6A7278"/>
              </a:solidFill>
              <a:prstDash val="solid"/>
            </a:ln>
          </p:spPr>
        </p:sp>
        <p:sp>
          <p:nvSpPr>
            <p:cNvPr id="39" name="text_038">
              <a:extLst>
                <a:ext uri="{FF2B5EF4-FFF2-40B4-BE49-F238E27FC236}">
                  <ns2:creationId id="{A4726896-02E7-4577-97BD-51E3E506AF18}"/>
                </a:ext>
              </a:extLst>
            </p:cNvPr>
            <p:cNvSpPr>
              <a:spLocks noGrp="1"/>
            </p:cNvSpPr>
            <p:nvPr/>
          </p:nvSpPr>
          <p:spPr>
            <a:xfrm rot="0">
              <a:off x="428625" y="5526483"/>
              <a:ext cx="476250" cy="209550"/>
            </a:xfrm>
            <a:prstGeom prst="rect">
              <a:avLst/>
            </a:prstGeom>
            <a:noFill/>
            <a:ln w="0">
              <a:noFill/>
              <a:prstDash val="solid"/>
            </a:ln>
          </p:spPr>
          <p:txBody>
            <a:bodyPr wrap="none" lIns="0" tIns="0" rIns="0" bIns="0" anchor="t">
              <a:noAutofit/>
            </a:bodyPr>
            <a:lstStyle>
              <a:defPPr algn="ctr">
                <a:defRPr sz="581" b="0">
                  <a:solidFill>
                    <a:srgbClr val="000000"/>
                  </a:solidFill>
                  <a:latin typeface="Arial"/>
                  <a:ea typeface="Arial"/>
                  <a:cs typeface="Arial"/>
                </a:defRPr>
              </a:defPPr>
              <a:lvl1pPr algn="ctr">
                <a:defRPr sz="581" b="0">
                  <a:solidFill>
                    <a:srgbClr val="000000"/>
                  </a:solidFill>
                  <a:latin typeface="Arial"/>
                  <a:ea typeface="Arial"/>
                  <a:cs typeface="Arial"/>
                </a:defRPr>
              </a:lvl1pPr>
              <a:lvl2pPr algn="ctr">
                <a:defRPr sz="581" b="0">
                  <a:solidFill>
                    <a:srgbClr val="000000"/>
                  </a:solidFill>
                  <a:latin typeface="Arial"/>
                  <a:ea typeface="Arial"/>
                  <a:cs typeface="Arial"/>
                </a:defRPr>
              </a:lvl2pPr>
              <a:lvl3pPr algn="ctr">
                <a:defRPr sz="581" b="0">
                  <a:solidFill>
                    <a:srgbClr val="000000"/>
                  </a:solidFill>
                  <a:latin typeface="Arial"/>
                  <a:ea typeface="Arial"/>
                  <a:cs typeface="Arial"/>
                </a:defRPr>
              </a:lvl3pPr>
              <a:lvl4pPr algn="ctr">
                <a:defRPr sz="581" b="0">
                  <a:solidFill>
                    <a:srgbClr val="000000"/>
                  </a:solidFill>
                  <a:latin typeface="Arial"/>
                  <a:ea typeface="Arial"/>
                  <a:cs typeface="Arial"/>
                </a:defRPr>
              </a:lvl4pPr>
              <a:lvl5pPr algn="ctr">
                <a:defRPr sz="581" b="0">
                  <a:solidFill>
                    <a:srgbClr val="000000"/>
                  </a:solidFill>
                  <a:latin typeface="Arial"/>
                  <a:ea typeface="Arial"/>
                  <a:cs typeface="Arial"/>
                </a:defRPr>
              </a:lvl5pPr>
              <a:lvl6pPr algn="ctr">
                <a:defRPr sz="581" b="0">
                  <a:solidFill>
                    <a:srgbClr val="000000"/>
                  </a:solidFill>
                  <a:latin typeface="Arial"/>
                  <a:ea typeface="Arial"/>
                  <a:cs typeface="Arial"/>
                </a:defRPr>
              </a:lvl6pPr>
              <a:lvl7pPr algn="ctr">
                <a:defRPr sz="581" b="0">
                  <a:solidFill>
                    <a:srgbClr val="000000"/>
                  </a:solidFill>
                  <a:latin typeface="Arial"/>
                  <a:ea typeface="Arial"/>
                  <a:cs typeface="Arial"/>
                </a:defRPr>
              </a:lvl7pPr>
              <a:lvl8pPr algn="ctr">
                <a:defRPr sz="581" b="0">
                  <a:solidFill>
                    <a:srgbClr val="000000"/>
                  </a:solidFill>
                  <a:latin typeface="Arial"/>
                  <a:ea typeface="Arial"/>
                  <a:cs typeface="Arial"/>
                </a:defRPr>
              </a:lvl8pPr>
              <a:lvl9pPr algn="ctr">
                <a:defRPr sz="581" b="0">
                  <a:solidFill>
                    <a:srgbClr val="000000"/>
                  </a:solidFill>
                  <a:latin typeface="Arial"/>
                  <a:ea typeface="Arial"/>
                  <a:cs typeface="Arial"/>
                </a:defRPr>
              </a:lvl9pPr>
            </a:lstStyle>
            <a:p>
              <a:pPr algn="ctr">
                <a:defRPr sz="581" b="0">
                  <a:solidFill>
                    <a:srgbClr val="000000"/>
                  </a:solidFill>
                  <a:latin typeface="Arial"/>
                  <a:ea typeface="Arial"/>
                  <a:cs typeface="Arial"/>
                </a:defRPr>
              </a:pPr>
              <a:r>
                <a:rPr sz="581" b="0">
                  <a:solidFill>
                    <a:srgbClr val="000000"/>
                  </a:solidFill>
                  <a:latin typeface="Arial"/>
                  <a:ea typeface="Arial"/>
                  <a:cs typeface="Arial"/>
                </a:rPr>
                <a:t>102</a:t>
              </a:r>
            </a:p>
          </p:txBody>
        </p:sp>
        <p:sp>
          <p:nvSpPr>
            <p:cNvPr id="40" name="text_039">
              <a:extLst>
                <a:ext uri="{FF2B5EF4-FFF2-40B4-BE49-F238E27FC236}">
                  <ns2:creationId id="{86DE5756-1588-49AD-B69C-49A3C10D3708}"/>
                </a:ext>
              </a:extLst>
            </p:cNvPr>
            <p:cNvSpPr>
              <a:spLocks noGrp="1"/>
            </p:cNvSpPr>
            <p:nvPr/>
          </p:nvSpPr>
          <p:spPr>
            <a:xfrm rot="0">
              <a:off x="1547812" y="5526483"/>
              <a:ext cx="476250" cy="209550"/>
            </a:xfrm>
            <a:prstGeom prst="rect">
              <a:avLst/>
            </a:prstGeom>
            <a:noFill/>
            <a:ln w="0">
              <a:noFill/>
              <a:prstDash val="solid"/>
            </a:ln>
          </p:spPr>
          <p:txBody>
            <a:bodyPr wrap="none" lIns="0" tIns="0" rIns="0" bIns="0" anchor="t">
              <a:noAutofit/>
            </a:bodyPr>
            <a:lstStyle>
              <a:defPPr algn="ctr">
                <a:defRPr sz="581" b="0">
                  <a:solidFill>
                    <a:srgbClr val="000000"/>
                  </a:solidFill>
                  <a:latin typeface="Arial"/>
                  <a:ea typeface="Arial"/>
                  <a:cs typeface="Arial"/>
                </a:defRPr>
              </a:defPPr>
              <a:lvl1pPr algn="ctr">
                <a:defRPr sz="581" b="0">
                  <a:solidFill>
                    <a:srgbClr val="000000"/>
                  </a:solidFill>
                  <a:latin typeface="Arial"/>
                  <a:ea typeface="Arial"/>
                  <a:cs typeface="Arial"/>
                </a:defRPr>
              </a:lvl1pPr>
              <a:lvl2pPr algn="ctr">
                <a:defRPr sz="581" b="0">
                  <a:solidFill>
                    <a:srgbClr val="000000"/>
                  </a:solidFill>
                  <a:latin typeface="Arial"/>
                  <a:ea typeface="Arial"/>
                  <a:cs typeface="Arial"/>
                </a:defRPr>
              </a:lvl2pPr>
              <a:lvl3pPr algn="ctr">
                <a:defRPr sz="581" b="0">
                  <a:solidFill>
                    <a:srgbClr val="000000"/>
                  </a:solidFill>
                  <a:latin typeface="Arial"/>
                  <a:ea typeface="Arial"/>
                  <a:cs typeface="Arial"/>
                </a:defRPr>
              </a:lvl3pPr>
              <a:lvl4pPr algn="ctr">
                <a:defRPr sz="581" b="0">
                  <a:solidFill>
                    <a:srgbClr val="000000"/>
                  </a:solidFill>
                  <a:latin typeface="Arial"/>
                  <a:ea typeface="Arial"/>
                  <a:cs typeface="Arial"/>
                </a:defRPr>
              </a:lvl4pPr>
              <a:lvl5pPr algn="ctr">
                <a:defRPr sz="581" b="0">
                  <a:solidFill>
                    <a:srgbClr val="000000"/>
                  </a:solidFill>
                  <a:latin typeface="Arial"/>
                  <a:ea typeface="Arial"/>
                  <a:cs typeface="Arial"/>
                </a:defRPr>
              </a:lvl5pPr>
              <a:lvl6pPr algn="ctr">
                <a:defRPr sz="581" b="0">
                  <a:solidFill>
                    <a:srgbClr val="000000"/>
                  </a:solidFill>
                  <a:latin typeface="Arial"/>
                  <a:ea typeface="Arial"/>
                  <a:cs typeface="Arial"/>
                </a:defRPr>
              </a:lvl6pPr>
              <a:lvl7pPr algn="ctr">
                <a:defRPr sz="581" b="0">
                  <a:solidFill>
                    <a:srgbClr val="000000"/>
                  </a:solidFill>
                  <a:latin typeface="Arial"/>
                  <a:ea typeface="Arial"/>
                  <a:cs typeface="Arial"/>
                </a:defRPr>
              </a:lvl7pPr>
              <a:lvl8pPr algn="ctr">
                <a:defRPr sz="581" b="0">
                  <a:solidFill>
                    <a:srgbClr val="000000"/>
                  </a:solidFill>
                  <a:latin typeface="Arial"/>
                  <a:ea typeface="Arial"/>
                  <a:cs typeface="Arial"/>
                </a:defRPr>
              </a:lvl8pPr>
              <a:lvl9pPr algn="ctr">
                <a:defRPr sz="581" b="0">
                  <a:solidFill>
                    <a:srgbClr val="000000"/>
                  </a:solidFill>
                  <a:latin typeface="Arial"/>
                  <a:ea typeface="Arial"/>
                  <a:cs typeface="Arial"/>
                </a:defRPr>
              </a:lvl9pPr>
            </a:lstStyle>
            <a:p>
              <a:pPr algn="ctr">
                <a:defRPr sz="581" b="0">
                  <a:solidFill>
                    <a:srgbClr val="000000"/>
                  </a:solidFill>
                  <a:latin typeface="Arial"/>
                  <a:ea typeface="Arial"/>
                  <a:cs typeface="Arial"/>
                </a:defRPr>
              </a:pPr>
              <a:r>
                <a:rPr sz="581" b="0">
                  <a:solidFill>
                    <a:srgbClr val="000000"/>
                  </a:solidFill>
                  <a:latin typeface="Arial"/>
                  <a:ea typeface="Arial"/>
                  <a:cs typeface="Arial"/>
                </a:rPr>
                <a:t>108</a:t>
              </a:r>
            </a:p>
          </p:txBody>
        </p:sp>
        <p:sp>
          <p:nvSpPr>
            <p:cNvPr id="41" name="text_040">
              <a:extLst>
                <a:ext uri="{FF2B5EF4-FFF2-40B4-BE49-F238E27FC236}">
                  <ns2:creationId id="{2791857D-AF79-4212-A2C8-35E226CE83A8}"/>
                </a:ext>
              </a:extLst>
            </p:cNvPr>
            <p:cNvSpPr>
              <a:spLocks noGrp="1"/>
            </p:cNvSpPr>
            <p:nvPr/>
          </p:nvSpPr>
          <p:spPr>
            <a:xfrm rot="0">
              <a:off x="2667000" y="5526483"/>
              <a:ext cx="476250" cy="209550"/>
            </a:xfrm>
            <a:prstGeom prst="rect">
              <a:avLst/>
            </a:prstGeom>
            <a:noFill/>
            <a:ln w="0">
              <a:noFill/>
              <a:prstDash val="solid"/>
            </a:ln>
          </p:spPr>
          <p:txBody>
            <a:bodyPr wrap="none" lIns="0" tIns="0" rIns="0" bIns="0" anchor="t">
              <a:noAutofit/>
            </a:bodyPr>
            <a:lstStyle>
              <a:defPPr algn="ctr">
                <a:defRPr sz="581" b="0">
                  <a:solidFill>
                    <a:srgbClr val="000000"/>
                  </a:solidFill>
                  <a:latin typeface="Arial"/>
                  <a:ea typeface="Arial"/>
                  <a:cs typeface="Arial"/>
                </a:defRPr>
              </a:defPPr>
              <a:lvl1pPr algn="ctr">
                <a:defRPr sz="581" b="0">
                  <a:solidFill>
                    <a:srgbClr val="000000"/>
                  </a:solidFill>
                  <a:latin typeface="Arial"/>
                  <a:ea typeface="Arial"/>
                  <a:cs typeface="Arial"/>
                </a:defRPr>
              </a:lvl1pPr>
              <a:lvl2pPr algn="ctr">
                <a:defRPr sz="581" b="0">
                  <a:solidFill>
                    <a:srgbClr val="000000"/>
                  </a:solidFill>
                  <a:latin typeface="Arial"/>
                  <a:ea typeface="Arial"/>
                  <a:cs typeface="Arial"/>
                </a:defRPr>
              </a:lvl2pPr>
              <a:lvl3pPr algn="ctr">
                <a:defRPr sz="581" b="0">
                  <a:solidFill>
                    <a:srgbClr val="000000"/>
                  </a:solidFill>
                  <a:latin typeface="Arial"/>
                  <a:ea typeface="Arial"/>
                  <a:cs typeface="Arial"/>
                </a:defRPr>
              </a:lvl3pPr>
              <a:lvl4pPr algn="ctr">
                <a:defRPr sz="581" b="0">
                  <a:solidFill>
                    <a:srgbClr val="000000"/>
                  </a:solidFill>
                  <a:latin typeface="Arial"/>
                  <a:ea typeface="Arial"/>
                  <a:cs typeface="Arial"/>
                </a:defRPr>
              </a:lvl4pPr>
              <a:lvl5pPr algn="ctr">
                <a:defRPr sz="581" b="0">
                  <a:solidFill>
                    <a:srgbClr val="000000"/>
                  </a:solidFill>
                  <a:latin typeface="Arial"/>
                  <a:ea typeface="Arial"/>
                  <a:cs typeface="Arial"/>
                </a:defRPr>
              </a:lvl5pPr>
              <a:lvl6pPr algn="ctr">
                <a:defRPr sz="581" b="0">
                  <a:solidFill>
                    <a:srgbClr val="000000"/>
                  </a:solidFill>
                  <a:latin typeface="Arial"/>
                  <a:ea typeface="Arial"/>
                  <a:cs typeface="Arial"/>
                </a:defRPr>
              </a:lvl6pPr>
              <a:lvl7pPr algn="ctr">
                <a:defRPr sz="581" b="0">
                  <a:solidFill>
                    <a:srgbClr val="000000"/>
                  </a:solidFill>
                  <a:latin typeface="Arial"/>
                  <a:ea typeface="Arial"/>
                  <a:cs typeface="Arial"/>
                </a:defRPr>
              </a:lvl7pPr>
              <a:lvl8pPr algn="ctr">
                <a:defRPr sz="581" b="0">
                  <a:solidFill>
                    <a:srgbClr val="000000"/>
                  </a:solidFill>
                  <a:latin typeface="Arial"/>
                  <a:ea typeface="Arial"/>
                  <a:cs typeface="Arial"/>
                </a:defRPr>
              </a:lvl8pPr>
              <a:lvl9pPr algn="ctr">
                <a:defRPr sz="581" b="0">
                  <a:solidFill>
                    <a:srgbClr val="000000"/>
                  </a:solidFill>
                  <a:latin typeface="Arial"/>
                  <a:ea typeface="Arial"/>
                  <a:cs typeface="Arial"/>
                </a:defRPr>
              </a:lvl9pPr>
            </a:lstStyle>
            <a:p>
              <a:pPr algn="ctr">
                <a:defRPr sz="581" b="0">
                  <a:solidFill>
                    <a:srgbClr val="000000"/>
                  </a:solidFill>
                  <a:latin typeface="Arial"/>
                  <a:ea typeface="Arial"/>
                  <a:cs typeface="Arial"/>
                </a:defRPr>
              </a:pPr>
              <a:r>
                <a:rPr sz="581" b="0">
                  <a:solidFill>
                    <a:srgbClr val="000000"/>
                  </a:solidFill>
                  <a:latin typeface="Arial"/>
                  <a:ea typeface="Arial"/>
                  <a:cs typeface="Arial"/>
                </a:rPr>
                <a:t>114</a:t>
              </a:r>
            </a:p>
          </p:txBody>
        </p:sp>
        <p:sp>
          <p:nvSpPr>
            <p:cNvPr id="42" name="text_041">
              <a:extLst>
                <a:ext uri="{FF2B5EF4-FFF2-40B4-BE49-F238E27FC236}">
                  <ns2:creationId id="{EFD6466A-8EDF-4DA6-B228-EAC5DFC869D5}"/>
                </a:ext>
              </a:extLst>
            </p:cNvPr>
            <p:cNvSpPr>
              <a:spLocks noGrp="1"/>
            </p:cNvSpPr>
            <p:nvPr/>
          </p:nvSpPr>
          <p:spPr>
            <a:xfrm rot="0">
              <a:off x="314325" y="5383608"/>
              <a:ext cx="285750" cy="209550"/>
            </a:xfrm>
            <a:prstGeom prst="rect">
              <a:avLst/>
            </a:prstGeom>
            <a:noFill/>
            <a:ln w="0">
              <a:noFill/>
              <a:prstDash val="solid"/>
            </a:ln>
          </p:spPr>
          <p:txBody>
            <a:bodyPr wrap="none" lIns="0" tIns="0" rIns="0" bIns="0" anchor="t">
              <a:noAutofit/>
            </a:bodyPr>
            <a:lstStyle>
              <a:defPPr algn="r">
                <a:defRPr sz="581" b="0">
                  <a:solidFill>
                    <a:srgbClr val="000000"/>
                  </a:solidFill>
                  <a:latin typeface="Arial"/>
                  <a:ea typeface="Arial"/>
                  <a:cs typeface="Arial"/>
                </a:defRPr>
              </a:defPPr>
              <a:lvl1pPr algn="r">
                <a:defRPr sz="581" b="0">
                  <a:solidFill>
                    <a:srgbClr val="000000"/>
                  </a:solidFill>
                  <a:latin typeface="Arial"/>
                  <a:ea typeface="Arial"/>
                  <a:cs typeface="Arial"/>
                </a:defRPr>
              </a:lvl1pPr>
              <a:lvl2pPr algn="r">
                <a:defRPr sz="581" b="0">
                  <a:solidFill>
                    <a:srgbClr val="000000"/>
                  </a:solidFill>
                  <a:latin typeface="Arial"/>
                  <a:ea typeface="Arial"/>
                  <a:cs typeface="Arial"/>
                </a:defRPr>
              </a:lvl2pPr>
              <a:lvl3pPr algn="r">
                <a:defRPr sz="581" b="0">
                  <a:solidFill>
                    <a:srgbClr val="000000"/>
                  </a:solidFill>
                  <a:latin typeface="Arial"/>
                  <a:ea typeface="Arial"/>
                  <a:cs typeface="Arial"/>
                </a:defRPr>
              </a:lvl3pPr>
              <a:lvl4pPr algn="r">
                <a:defRPr sz="581" b="0">
                  <a:solidFill>
                    <a:srgbClr val="000000"/>
                  </a:solidFill>
                  <a:latin typeface="Arial"/>
                  <a:ea typeface="Arial"/>
                  <a:cs typeface="Arial"/>
                </a:defRPr>
              </a:lvl4pPr>
              <a:lvl5pPr algn="r">
                <a:defRPr sz="581" b="0">
                  <a:solidFill>
                    <a:srgbClr val="000000"/>
                  </a:solidFill>
                  <a:latin typeface="Arial"/>
                  <a:ea typeface="Arial"/>
                  <a:cs typeface="Arial"/>
                </a:defRPr>
              </a:lvl5pPr>
              <a:lvl6pPr algn="r">
                <a:defRPr sz="581" b="0">
                  <a:solidFill>
                    <a:srgbClr val="000000"/>
                  </a:solidFill>
                  <a:latin typeface="Arial"/>
                  <a:ea typeface="Arial"/>
                  <a:cs typeface="Arial"/>
                </a:defRPr>
              </a:lvl6pPr>
              <a:lvl7pPr algn="r">
                <a:defRPr sz="581" b="0">
                  <a:solidFill>
                    <a:srgbClr val="000000"/>
                  </a:solidFill>
                  <a:latin typeface="Arial"/>
                  <a:ea typeface="Arial"/>
                  <a:cs typeface="Arial"/>
                </a:defRPr>
              </a:lvl7pPr>
              <a:lvl8pPr algn="r">
                <a:defRPr sz="581" b="0">
                  <a:solidFill>
                    <a:srgbClr val="000000"/>
                  </a:solidFill>
                  <a:latin typeface="Arial"/>
                  <a:ea typeface="Arial"/>
                  <a:cs typeface="Arial"/>
                </a:defRPr>
              </a:lvl8pPr>
              <a:lvl9pPr algn="r">
                <a:defRPr sz="581" b="0">
                  <a:solidFill>
                    <a:srgbClr val="000000"/>
                  </a:solidFill>
                  <a:latin typeface="Arial"/>
                  <a:ea typeface="Arial"/>
                  <a:cs typeface="Arial"/>
                </a:defRPr>
              </a:lvl9pPr>
            </a:lstStyle>
            <a:p>
              <a:pPr algn="r">
                <a:defRPr sz="581" b="0">
                  <a:solidFill>
                    <a:srgbClr val="000000"/>
                  </a:solidFill>
                  <a:latin typeface="Arial"/>
                  <a:ea typeface="Arial"/>
                  <a:cs typeface="Arial"/>
                </a:defRPr>
              </a:pPr>
              <a:r>
                <a:rPr sz="581" b="0">
                  <a:solidFill>
                    <a:srgbClr val="000000"/>
                  </a:solidFill>
                  <a:latin typeface="Arial"/>
                  <a:ea typeface="Arial"/>
                  <a:cs typeface="Arial"/>
                </a:rPr>
                <a:t>28</a:t>
              </a:r>
            </a:p>
          </p:txBody>
        </p:sp>
        <p:sp>
          <p:nvSpPr>
            <p:cNvPr id="43" name="text_042">
              <a:extLst>
                <a:ext uri="{FF2B5EF4-FFF2-40B4-BE49-F238E27FC236}">
                  <ns2:creationId id="{9AE826DC-BB0D-4A17-979E-D8C507B5B9A5}"/>
                </a:ext>
              </a:extLst>
            </p:cNvPr>
            <p:cNvSpPr>
              <a:spLocks noGrp="1"/>
            </p:cNvSpPr>
            <p:nvPr/>
          </p:nvSpPr>
          <p:spPr>
            <a:xfrm rot="0">
              <a:off x="314325" y="4241463"/>
              <a:ext cx="285750" cy="209550"/>
            </a:xfrm>
            <a:prstGeom prst="rect">
              <a:avLst/>
            </a:prstGeom>
            <a:noFill/>
            <a:ln w="0">
              <a:noFill/>
              <a:prstDash val="solid"/>
            </a:ln>
          </p:spPr>
          <p:txBody>
            <a:bodyPr wrap="none" lIns="0" tIns="0" rIns="0" bIns="0" anchor="t">
              <a:noAutofit/>
            </a:bodyPr>
            <a:lstStyle>
              <a:defPPr algn="r">
                <a:defRPr sz="581" b="0">
                  <a:solidFill>
                    <a:srgbClr val="000000"/>
                  </a:solidFill>
                  <a:latin typeface="Arial"/>
                  <a:ea typeface="Arial"/>
                  <a:cs typeface="Arial"/>
                </a:defRPr>
              </a:defPPr>
              <a:lvl1pPr algn="r">
                <a:defRPr sz="581" b="0">
                  <a:solidFill>
                    <a:srgbClr val="000000"/>
                  </a:solidFill>
                  <a:latin typeface="Arial"/>
                  <a:ea typeface="Arial"/>
                  <a:cs typeface="Arial"/>
                </a:defRPr>
              </a:lvl1pPr>
              <a:lvl2pPr algn="r">
                <a:defRPr sz="581" b="0">
                  <a:solidFill>
                    <a:srgbClr val="000000"/>
                  </a:solidFill>
                  <a:latin typeface="Arial"/>
                  <a:ea typeface="Arial"/>
                  <a:cs typeface="Arial"/>
                </a:defRPr>
              </a:lvl2pPr>
              <a:lvl3pPr algn="r">
                <a:defRPr sz="581" b="0">
                  <a:solidFill>
                    <a:srgbClr val="000000"/>
                  </a:solidFill>
                  <a:latin typeface="Arial"/>
                  <a:ea typeface="Arial"/>
                  <a:cs typeface="Arial"/>
                </a:defRPr>
              </a:lvl3pPr>
              <a:lvl4pPr algn="r">
                <a:defRPr sz="581" b="0">
                  <a:solidFill>
                    <a:srgbClr val="000000"/>
                  </a:solidFill>
                  <a:latin typeface="Arial"/>
                  <a:ea typeface="Arial"/>
                  <a:cs typeface="Arial"/>
                </a:defRPr>
              </a:lvl4pPr>
              <a:lvl5pPr algn="r">
                <a:defRPr sz="581" b="0">
                  <a:solidFill>
                    <a:srgbClr val="000000"/>
                  </a:solidFill>
                  <a:latin typeface="Arial"/>
                  <a:ea typeface="Arial"/>
                  <a:cs typeface="Arial"/>
                </a:defRPr>
              </a:lvl5pPr>
              <a:lvl6pPr algn="r">
                <a:defRPr sz="581" b="0">
                  <a:solidFill>
                    <a:srgbClr val="000000"/>
                  </a:solidFill>
                  <a:latin typeface="Arial"/>
                  <a:ea typeface="Arial"/>
                  <a:cs typeface="Arial"/>
                </a:defRPr>
              </a:lvl6pPr>
              <a:lvl7pPr algn="r">
                <a:defRPr sz="581" b="0">
                  <a:solidFill>
                    <a:srgbClr val="000000"/>
                  </a:solidFill>
                  <a:latin typeface="Arial"/>
                  <a:ea typeface="Arial"/>
                  <a:cs typeface="Arial"/>
                </a:defRPr>
              </a:lvl7pPr>
              <a:lvl8pPr algn="r">
                <a:defRPr sz="581" b="0">
                  <a:solidFill>
                    <a:srgbClr val="000000"/>
                  </a:solidFill>
                  <a:latin typeface="Arial"/>
                  <a:ea typeface="Arial"/>
                  <a:cs typeface="Arial"/>
                </a:defRPr>
              </a:lvl8pPr>
              <a:lvl9pPr algn="r">
                <a:defRPr sz="581" b="0">
                  <a:solidFill>
                    <a:srgbClr val="000000"/>
                  </a:solidFill>
                  <a:latin typeface="Arial"/>
                  <a:ea typeface="Arial"/>
                  <a:cs typeface="Arial"/>
                </a:defRPr>
              </a:lvl9pPr>
            </a:lstStyle>
            <a:p>
              <a:pPr algn="r">
                <a:defRPr sz="581" b="0">
                  <a:solidFill>
                    <a:srgbClr val="000000"/>
                  </a:solidFill>
                  <a:latin typeface="Arial"/>
                  <a:ea typeface="Arial"/>
                  <a:cs typeface="Arial"/>
                </a:defRPr>
              </a:pPr>
              <a:r>
                <a:rPr sz="581" b="0">
                  <a:solidFill>
                    <a:srgbClr val="000000"/>
                  </a:solidFill>
                  <a:latin typeface="Arial"/>
                  <a:ea typeface="Arial"/>
                  <a:cs typeface="Arial"/>
                </a:rPr>
                <a:t>33</a:t>
              </a:r>
            </a:p>
          </p:txBody>
        </p:sp>
        <p:sp>
          <p:nvSpPr>
            <p:cNvPr id="44" name="text_043">
              <a:extLst>
                <a:ext uri="{FF2B5EF4-FFF2-40B4-BE49-F238E27FC236}">
                  <ns2:creationId id="{B0FF310B-6580-403F-8AA0-97451EC6F68D}"/>
                </a:ext>
              </a:extLst>
            </p:cNvPr>
            <p:cNvSpPr>
              <a:spLocks noGrp="1"/>
            </p:cNvSpPr>
            <p:nvPr/>
          </p:nvSpPr>
          <p:spPr>
            <a:xfrm rot="0">
              <a:off x="314325" y="3162300"/>
              <a:ext cx="285750" cy="209550"/>
            </a:xfrm>
            <a:prstGeom prst="rect">
              <a:avLst/>
            </a:prstGeom>
            <a:noFill/>
            <a:ln w="0">
              <a:noFill/>
              <a:prstDash val="solid"/>
            </a:ln>
          </p:spPr>
          <p:txBody>
            <a:bodyPr wrap="none" lIns="0" tIns="0" rIns="0" bIns="0" anchor="t">
              <a:noAutofit/>
            </a:bodyPr>
            <a:lstStyle>
              <a:defPPr algn="r">
                <a:defRPr sz="581" b="0">
                  <a:solidFill>
                    <a:srgbClr val="000000"/>
                  </a:solidFill>
                  <a:latin typeface="Arial"/>
                  <a:ea typeface="Arial"/>
                  <a:cs typeface="Arial"/>
                </a:defRPr>
              </a:defPPr>
              <a:lvl1pPr algn="r">
                <a:defRPr sz="581" b="0">
                  <a:solidFill>
                    <a:srgbClr val="000000"/>
                  </a:solidFill>
                  <a:latin typeface="Arial"/>
                  <a:ea typeface="Arial"/>
                  <a:cs typeface="Arial"/>
                </a:defRPr>
              </a:lvl1pPr>
              <a:lvl2pPr algn="r">
                <a:defRPr sz="581" b="0">
                  <a:solidFill>
                    <a:srgbClr val="000000"/>
                  </a:solidFill>
                  <a:latin typeface="Arial"/>
                  <a:ea typeface="Arial"/>
                  <a:cs typeface="Arial"/>
                </a:defRPr>
              </a:lvl2pPr>
              <a:lvl3pPr algn="r">
                <a:defRPr sz="581" b="0">
                  <a:solidFill>
                    <a:srgbClr val="000000"/>
                  </a:solidFill>
                  <a:latin typeface="Arial"/>
                  <a:ea typeface="Arial"/>
                  <a:cs typeface="Arial"/>
                </a:defRPr>
              </a:lvl3pPr>
              <a:lvl4pPr algn="r">
                <a:defRPr sz="581" b="0">
                  <a:solidFill>
                    <a:srgbClr val="000000"/>
                  </a:solidFill>
                  <a:latin typeface="Arial"/>
                  <a:ea typeface="Arial"/>
                  <a:cs typeface="Arial"/>
                </a:defRPr>
              </a:lvl4pPr>
              <a:lvl5pPr algn="r">
                <a:defRPr sz="581" b="0">
                  <a:solidFill>
                    <a:srgbClr val="000000"/>
                  </a:solidFill>
                  <a:latin typeface="Arial"/>
                  <a:ea typeface="Arial"/>
                  <a:cs typeface="Arial"/>
                </a:defRPr>
              </a:lvl5pPr>
              <a:lvl6pPr algn="r">
                <a:defRPr sz="581" b="0">
                  <a:solidFill>
                    <a:srgbClr val="000000"/>
                  </a:solidFill>
                  <a:latin typeface="Arial"/>
                  <a:ea typeface="Arial"/>
                  <a:cs typeface="Arial"/>
                </a:defRPr>
              </a:lvl6pPr>
              <a:lvl7pPr algn="r">
                <a:defRPr sz="581" b="0">
                  <a:solidFill>
                    <a:srgbClr val="000000"/>
                  </a:solidFill>
                  <a:latin typeface="Arial"/>
                  <a:ea typeface="Arial"/>
                  <a:cs typeface="Arial"/>
                </a:defRPr>
              </a:lvl7pPr>
              <a:lvl8pPr algn="r">
                <a:defRPr sz="581" b="0">
                  <a:solidFill>
                    <a:srgbClr val="000000"/>
                  </a:solidFill>
                  <a:latin typeface="Arial"/>
                  <a:ea typeface="Arial"/>
                  <a:cs typeface="Arial"/>
                </a:defRPr>
              </a:lvl8pPr>
              <a:lvl9pPr algn="r">
                <a:defRPr sz="581" b="0">
                  <a:solidFill>
                    <a:srgbClr val="000000"/>
                  </a:solidFill>
                  <a:latin typeface="Arial"/>
                  <a:ea typeface="Arial"/>
                  <a:cs typeface="Arial"/>
                </a:defRPr>
              </a:lvl9pPr>
            </a:lstStyle>
            <a:p>
              <a:pPr algn="r">
                <a:defRPr sz="581" b="0">
                  <a:solidFill>
                    <a:srgbClr val="000000"/>
                  </a:solidFill>
                  <a:latin typeface="Arial"/>
                  <a:ea typeface="Arial"/>
                  <a:cs typeface="Arial"/>
                </a:defRPr>
              </a:pPr>
              <a:r>
                <a:rPr sz="581" b="0">
                  <a:solidFill>
                    <a:srgbClr val="000000"/>
                  </a:solidFill>
                  <a:latin typeface="Arial"/>
                  <a:ea typeface="Arial"/>
                  <a:cs typeface="Arial"/>
                </a:rPr>
                <a:t>38</a:t>
              </a:r>
            </a:p>
          </p:txBody>
        </p:sp>
        <p:sp>
          <p:nvSpPr>
            <p:cNvPr id="45" name="ellipse_044">
              <a:extLst>
                <a:ext uri="{FF2B5EF4-FFF2-40B4-BE49-F238E27FC236}">
                  <ns2:creationId id="{4AAAF4A4-7F40-420A-95AF-5646CCCC2FA0}"/>
                </a:ext>
              </a:extLst>
            </p:cNvPr>
            <p:cNvSpPr>
              <a:spLocks noGrp="1"/>
            </p:cNvSpPr>
            <p:nvPr/>
          </p:nvSpPr>
          <p:spPr>
            <a:xfrm rot="0">
              <a:off x="1865831" y="4991046"/>
              <a:ext cx="114300" cy="114300"/>
            </a:xfrm>
            <a:prstGeom prst="ellipse">
              <a:avLst/>
            </a:prstGeom>
            <a:solidFill>
              <a:srgbClr val="FFFFFF"/>
            </a:solidFill>
            <a:ln w="8849">
              <a:solidFill>
                <a:srgbClr val="FFFFFF"/>
              </a:solidFill>
              <a:prstDash val="solid"/>
            </a:ln>
          </p:spPr>
        </p:sp>
        <p:sp>
          <p:nvSpPr>
            <p:cNvPr id="46" name="ellipse_045">
              <a:extLst>
                <a:ext uri="{FF2B5EF4-FFF2-40B4-BE49-F238E27FC236}">
                  <ns2:creationId id="{7E19B136-DDBB-461D-833F-E316212F9D24}"/>
                </a:ext>
              </a:extLst>
            </p:cNvPr>
            <p:cNvSpPr>
              <a:spLocks noGrp="1"/>
            </p:cNvSpPr>
            <p:nvPr/>
          </p:nvSpPr>
          <p:spPr>
            <a:xfrm rot="0">
              <a:off x="1884881" y="5010096"/>
              <a:ext cx="76200" cy="76200"/>
            </a:xfrm>
            <a:prstGeom prst="ellipse">
              <a:avLst/>
            </a:prstGeom>
            <a:solidFill>
              <a:srgbClr val="FFFFFF"/>
            </a:solidFill>
            <a:ln w="8849">
              <a:solidFill>
                <a:srgbClr val="D55E00"/>
              </a:solidFill>
              <a:prstDash val="solid"/>
            </a:ln>
          </p:spPr>
        </p:sp>
        <p:sp>
          <p:nvSpPr>
            <p:cNvPr id="47" name="text_046">
              <a:extLst>
                <a:ext uri="{FF2B5EF4-FFF2-40B4-BE49-F238E27FC236}">
                  <ns2:creationId id="{9ADADC6D-26A3-4000-905A-89521DC2D80B}"/>
                </a:ext>
              </a:extLst>
            </p:cNvPr>
            <p:cNvSpPr>
              <a:spLocks noGrp="1"/>
            </p:cNvSpPr>
            <p:nvPr/>
          </p:nvSpPr>
          <p:spPr>
            <a:xfrm rot="0">
              <a:off x="1999181" y="4819596"/>
              <a:ext cx="247650" cy="247650"/>
            </a:xfrm>
            <a:prstGeom prst="rect">
              <a:avLst/>
            </a:prstGeom>
            <a:noFill/>
            <a:ln w="0">
              <a:noFill/>
              <a:prstDash val="solid"/>
            </a:ln>
          </p:spPr>
          <p:txBody>
            <a:bodyPr wrap="none" lIns="0" tIns="0" rIns="0" bIns="0" anchor="t">
              <a:noAutofit/>
            </a:bodyPr>
            <a:lstStyle>
              <a:defPPr algn="l">
                <a:defRPr sz="774" b="1">
                  <a:solidFill>
                    <a:srgbClr val="D55E00"/>
                  </a:solidFill>
                  <a:latin typeface="Arial"/>
                  <a:ea typeface="Arial"/>
                  <a:cs typeface="Arial"/>
                </a:defRPr>
              </a:defPPr>
              <a:lvl1pPr algn="l">
                <a:defRPr sz="774" b="1">
                  <a:solidFill>
                    <a:srgbClr val="D55E00"/>
                  </a:solidFill>
                  <a:latin typeface="Arial"/>
                  <a:ea typeface="Arial"/>
                  <a:cs typeface="Arial"/>
                </a:defRPr>
              </a:lvl1pPr>
              <a:lvl2pPr algn="l">
                <a:defRPr sz="774" b="1">
                  <a:solidFill>
                    <a:srgbClr val="D55E00"/>
                  </a:solidFill>
                  <a:latin typeface="Arial"/>
                  <a:ea typeface="Arial"/>
                  <a:cs typeface="Arial"/>
                </a:defRPr>
              </a:lvl2pPr>
              <a:lvl3pPr algn="l">
                <a:defRPr sz="774" b="1">
                  <a:solidFill>
                    <a:srgbClr val="D55E00"/>
                  </a:solidFill>
                  <a:latin typeface="Arial"/>
                  <a:ea typeface="Arial"/>
                  <a:cs typeface="Arial"/>
                </a:defRPr>
              </a:lvl3pPr>
              <a:lvl4pPr algn="l">
                <a:defRPr sz="774" b="1">
                  <a:solidFill>
                    <a:srgbClr val="D55E00"/>
                  </a:solidFill>
                  <a:latin typeface="Arial"/>
                  <a:ea typeface="Arial"/>
                  <a:cs typeface="Arial"/>
                </a:defRPr>
              </a:lvl4pPr>
              <a:lvl5pPr algn="l">
                <a:defRPr sz="774" b="1">
                  <a:solidFill>
                    <a:srgbClr val="D55E00"/>
                  </a:solidFill>
                  <a:latin typeface="Arial"/>
                  <a:ea typeface="Arial"/>
                  <a:cs typeface="Arial"/>
                </a:defRPr>
              </a:lvl5pPr>
              <a:lvl6pPr algn="l">
                <a:defRPr sz="774" b="1">
                  <a:solidFill>
                    <a:srgbClr val="D55E00"/>
                  </a:solidFill>
                  <a:latin typeface="Arial"/>
                  <a:ea typeface="Arial"/>
                  <a:cs typeface="Arial"/>
                </a:defRPr>
              </a:lvl6pPr>
              <a:lvl7pPr algn="l">
                <a:defRPr sz="774" b="1">
                  <a:solidFill>
                    <a:srgbClr val="D55E00"/>
                  </a:solidFill>
                  <a:latin typeface="Arial"/>
                  <a:ea typeface="Arial"/>
                  <a:cs typeface="Arial"/>
                </a:defRPr>
              </a:lvl7pPr>
              <a:lvl8pPr algn="l">
                <a:defRPr sz="774" b="1">
                  <a:solidFill>
                    <a:srgbClr val="D55E00"/>
                  </a:solidFill>
                  <a:latin typeface="Arial"/>
                  <a:ea typeface="Arial"/>
                  <a:cs typeface="Arial"/>
                </a:defRPr>
              </a:lvl8pPr>
              <a:lvl9pPr algn="l">
                <a:defRPr sz="774" b="1">
                  <a:solidFill>
                    <a:srgbClr val="D55E00"/>
                  </a:solidFill>
                  <a:latin typeface="Arial"/>
                  <a:ea typeface="Arial"/>
                  <a:cs typeface="Arial"/>
                </a:defRPr>
              </a:lvl9pPr>
            </a:lstStyle>
            <a:p>
              <a:pPr algn="l">
                <a:defRPr sz="774" b="1">
                  <a:solidFill>
                    <a:srgbClr val="D55E00"/>
                  </a:solidFill>
                  <a:latin typeface="Arial"/>
                  <a:ea typeface="Arial"/>
                  <a:cs typeface="Arial"/>
                </a:defRPr>
              </a:pPr>
              <a:r>
                <a:rPr sz="774" b="1">
                  <a:solidFill>
                    <a:srgbClr val="D55E00"/>
                  </a:solidFill>
                  <a:latin typeface="Arial"/>
                  <a:ea typeface="Arial"/>
                  <a:cs typeface="Arial"/>
                </a:rPr>
                <a:t>B</a:t>
              </a:r>
            </a:p>
          </p:txBody>
        </p:sp>
        <p:sp>
          <p:nvSpPr>
            <p:cNvPr id="48" name="text_047">
              <a:extLst>
                <a:ext uri="{FF2B5EF4-FFF2-40B4-BE49-F238E27FC236}">
                  <ns2:creationId id="{991EFB6D-C17B-47E2-A3EE-5C5C553AC739}"/>
                </a:ext>
              </a:extLst>
            </p:cNvPr>
            <p:cNvSpPr>
              <a:spLocks noGrp="1"/>
            </p:cNvSpPr>
            <p:nvPr/>
          </p:nvSpPr>
          <p:spPr>
            <a:xfrm rot="0">
              <a:off x="3181350" y="2981325"/>
              <a:ext cx="2428875" cy="247650"/>
            </a:xfrm>
            <a:prstGeom prst="rect">
              <a:avLst/>
            </a:prstGeom>
            <a:noFill/>
            <a:ln w="0">
              <a:noFill/>
              <a:prstDash val="solid"/>
            </a:ln>
          </p:spPr>
          <p:txBody>
            <a:bodyPr wrap="none" lIns="0" tIns="0" rIns="0" bIns="0" anchor="t">
              <a:noAutofit/>
            </a:bodyPr>
            <a:lstStyle>
              <a:defPPr algn="ctr">
                <a:defRPr sz="813" b="1">
                  <a:solidFill>
                    <a:srgbClr val="000000"/>
                  </a:solidFill>
                  <a:latin typeface="Arial"/>
                  <a:ea typeface="Arial"/>
                  <a:cs typeface="Arial"/>
                </a:defRPr>
              </a:defPPr>
              <a:lvl1pPr algn="ctr">
                <a:defRPr sz="813" b="1">
                  <a:solidFill>
                    <a:srgbClr val="000000"/>
                  </a:solidFill>
                  <a:latin typeface="Arial"/>
                  <a:ea typeface="Arial"/>
                  <a:cs typeface="Arial"/>
                </a:defRPr>
              </a:lvl1pPr>
              <a:lvl2pPr algn="ctr">
                <a:defRPr sz="813" b="1">
                  <a:solidFill>
                    <a:srgbClr val="000000"/>
                  </a:solidFill>
                  <a:latin typeface="Arial"/>
                  <a:ea typeface="Arial"/>
                  <a:cs typeface="Arial"/>
                </a:defRPr>
              </a:lvl2pPr>
              <a:lvl3pPr algn="ctr">
                <a:defRPr sz="813" b="1">
                  <a:solidFill>
                    <a:srgbClr val="000000"/>
                  </a:solidFill>
                  <a:latin typeface="Arial"/>
                  <a:ea typeface="Arial"/>
                  <a:cs typeface="Arial"/>
                </a:defRPr>
              </a:lvl3pPr>
              <a:lvl4pPr algn="ctr">
                <a:defRPr sz="813" b="1">
                  <a:solidFill>
                    <a:srgbClr val="000000"/>
                  </a:solidFill>
                  <a:latin typeface="Arial"/>
                  <a:ea typeface="Arial"/>
                  <a:cs typeface="Arial"/>
                </a:defRPr>
              </a:lvl4pPr>
              <a:lvl5pPr algn="ctr">
                <a:defRPr sz="813" b="1">
                  <a:solidFill>
                    <a:srgbClr val="000000"/>
                  </a:solidFill>
                  <a:latin typeface="Arial"/>
                  <a:ea typeface="Arial"/>
                  <a:cs typeface="Arial"/>
                </a:defRPr>
              </a:lvl5pPr>
              <a:lvl6pPr algn="ctr">
                <a:defRPr sz="813" b="1">
                  <a:solidFill>
                    <a:srgbClr val="000000"/>
                  </a:solidFill>
                  <a:latin typeface="Arial"/>
                  <a:ea typeface="Arial"/>
                  <a:cs typeface="Arial"/>
                </a:defRPr>
              </a:lvl6pPr>
              <a:lvl7pPr algn="ctr">
                <a:defRPr sz="813" b="1">
                  <a:solidFill>
                    <a:srgbClr val="000000"/>
                  </a:solidFill>
                  <a:latin typeface="Arial"/>
                  <a:ea typeface="Arial"/>
                  <a:cs typeface="Arial"/>
                </a:defRPr>
              </a:lvl7pPr>
              <a:lvl8pPr algn="ctr">
                <a:defRPr sz="813" b="1">
                  <a:solidFill>
                    <a:srgbClr val="000000"/>
                  </a:solidFill>
                  <a:latin typeface="Arial"/>
                  <a:ea typeface="Arial"/>
                  <a:cs typeface="Arial"/>
                </a:defRPr>
              </a:lvl8pPr>
              <a:lvl9pPr algn="ctr">
                <a:defRPr sz="813" b="1">
                  <a:solidFill>
                    <a:srgbClr val="000000"/>
                  </a:solidFill>
                  <a:latin typeface="Arial"/>
                  <a:ea typeface="Arial"/>
                  <a:cs typeface="Arial"/>
                </a:defRPr>
              </a:lvl9pPr>
            </a:lstStyle>
            <a:p>
              <a:pPr algn="ctr">
                <a:defRPr sz="813" b="1">
                  <a:solidFill>
                    <a:srgbClr val="000000"/>
                  </a:solidFill>
                  <a:latin typeface="Arial"/>
                  <a:ea typeface="Arial"/>
                  <a:cs typeface="Arial"/>
                </a:defRPr>
              </a:pPr>
              <a:r>
                <a:rPr sz="813" b="1">
                  <a:solidFill>
                    <a:srgbClr val="000000"/>
                  </a:solidFill>
                  <a:latin typeface="Arial"/>
                  <a:ea typeface="Arial"/>
                  <a:cs typeface="Arial"/>
                </a:rPr>
                <a:t>2000-07-13</a:t>
              </a:r>
            </a:p>
          </p:txBody>
        </p:sp>
        <p:pic>
          <p:nvPicPr>
            <p:cNvPr id="49" name="">
              <a:extLst>
                <a:ext uri="{FF2B5EF4-FFF2-40B4-BE49-F238E27FC236}">
                  <ns2:creationId id="{BD2E52D0-D0BB-44CD-A709-CE885B4EA5AC}"/>
                </a:ext>
              </a:extLst>
            </p:cNvPr>
            <p:cNvPicPr>
              <a:picLocks noChangeAspect="1"/>
            </p:cNvPicPr>
            <p:nvPr/>
          </p:nvPicPr>
          <p:blipFill>
            <a:blip r:embed="R2c61afc213a34f18"/>
            <a:stretch/>
          </p:blipFill>
          <p:spPr>
            <a:xfrm>
              <a:off x="3276730" y="3257550"/>
              <a:ext cx="2238115" cy="2221308"/>
            </a:xfrm>
            <a:prstGeom prst="rect">
              <a:avLst/>
            </a:prstGeom>
          </p:spPr>
        </p:pic>
        <p:sp>
          <p:nvSpPr>
            <p:cNvPr id="50" name="rect_049">
              <a:extLst>
                <a:ext uri="{FF2B5EF4-FFF2-40B4-BE49-F238E27FC236}">
                  <ns2:creationId id="{1DE932A7-335D-46BC-ADAD-71758F6020FC}"/>
                </a:ext>
              </a:extLst>
            </p:cNvPr>
            <p:cNvSpPr>
              <a:spLocks noGrp="1"/>
            </p:cNvSpPr>
            <p:nvPr/>
          </p:nvSpPr>
          <p:spPr>
            <a:xfrm rot="0">
              <a:off x="3276600" y="3257550"/>
              <a:ext cx="2238375" cy="2221308"/>
            </a:xfrm>
            <a:prstGeom prst="rect">
              <a:avLst/>
            </a:prstGeom>
            <a:noFill/>
            <a:ln w="3195">
              <a:solidFill>
                <a:srgbClr val="6A7278"/>
              </a:solidFill>
              <a:prstDash val="solid"/>
            </a:ln>
          </p:spPr>
        </p:sp>
        <p:sp>
          <p:nvSpPr>
            <p:cNvPr id="51" name="text_050">
              <a:extLst>
                <a:ext uri="{FF2B5EF4-FFF2-40B4-BE49-F238E27FC236}">
                  <ns2:creationId id="{ADE7102E-A204-4BCB-B9D7-E303205929C7}"/>
                </a:ext>
              </a:extLst>
            </p:cNvPr>
            <p:cNvSpPr>
              <a:spLocks noGrp="1"/>
            </p:cNvSpPr>
            <p:nvPr/>
          </p:nvSpPr>
          <p:spPr>
            <a:xfrm rot="0">
              <a:off x="3038475" y="5526483"/>
              <a:ext cx="476250" cy="209550"/>
            </a:xfrm>
            <a:prstGeom prst="rect">
              <a:avLst/>
            </a:prstGeom>
            <a:noFill/>
            <a:ln w="0">
              <a:noFill/>
              <a:prstDash val="solid"/>
            </a:ln>
          </p:spPr>
          <p:txBody>
            <a:bodyPr wrap="none" lIns="0" tIns="0" rIns="0" bIns="0" anchor="t">
              <a:noAutofit/>
            </a:bodyPr>
            <a:lstStyle>
              <a:defPPr algn="ctr">
                <a:defRPr sz="581" b="0">
                  <a:solidFill>
                    <a:srgbClr val="000000"/>
                  </a:solidFill>
                  <a:latin typeface="Arial"/>
                  <a:ea typeface="Arial"/>
                  <a:cs typeface="Arial"/>
                </a:defRPr>
              </a:defPPr>
              <a:lvl1pPr algn="ctr">
                <a:defRPr sz="581" b="0">
                  <a:solidFill>
                    <a:srgbClr val="000000"/>
                  </a:solidFill>
                  <a:latin typeface="Arial"/>
                  <a:ea typeface="Arial"/>
                  <a:cs typeface="Arial"/>
                </a:defRPr>
              </a:lvl1pPr>
              <a:lvl2pPr algn="ctr">
                <a:defRPr sz="581" b="0">
                  <a:solidFill>
                    <a:srgbClr val="000000"/>
                  </a:solidFill>
                  <a:latin typeface="Arial"/>
                  <a:ea typeface="Arial"/>
                  <a:cs typeface="Arial"/>
                </a:defRPr>
              </a:lvl2pPr>
              <a:lvl3pPr algn="ctr">
                <a:defRPr sz="581" b="0">
                  <a:solidFill>
                    <a:srgbClr val="000000"/>
                  </a:solidFill>
                  <a:latin typeface="Arial"/>
                  <a:ea typeface="Arial"/>
                  <a:cs typeface="Arial"/>
                </a:defRPr>
              </a:lvl3pPr>
              <a:lvl4pPr algn="ctr">
                <a:defRPr sz="581" b="0">
                  <a:solidFill>
                    <a:srgbClr val="000000"/>
                  </a:solidFill>
                  <a:latin typeface="Arial"/>
                  <a:ea typeface="Arial"/>
                  <a:cs typeface="Arial"/>
                </a:defRPr>
              </a:lvl4pPr>
              <a:lvl5pPr algn="ctr">
                <a:defRPr sz="581" b="0">
                  <a:solidFill>
                    <a:srgbClr val="000000"/>
                  </a:solidFill>
                  <a:latin typeface="Arial"/>
                  <a:ea typeface="Arial"/>
                  <a:cs typeface="Arial"/>
                </a:defRPr>
              </a:lvl5pPr>
              <a:lvl6pPr algn="ctr">
                <a:defRPr sz="581" b="0">
                  <a:solidFill>
                    <a:srgbClr val="000000"/>
                  </a:solidFill>
                  <a:latin typeface="Arial"/>
                  <a:ea typeface="Arial"/>
                  <a:cs typeface="Arial"/>
                </a:defRPr>
              </a:lvl6pPr>
              <a:lvl7pPr algn="ctr">
                <a:defRPr sz="581" b="0">
                  <a:solidFill>
                    <a:srgbClr val="000000"/>
                  </a:solidFill>
                  <a:latin typeface="Arial"/>
                  <a:ea typeface="Arial"/>
                  <a:cs typeface="Arial"/>
                </a:defRPr>
              </a:lvl7pPr>
              <a:lvl8pPr algn="ctr">
                <a:defRPr sz="581" b="0">
                  <a:solidFill>
                    <a:srgbClr val="000000"/>
                  </a:solidFill>
                  <a:latin typeface="Arial"/>
                  <a:ea typeface="Arial"/>
                  <a:cs typeface="Arial"/>
                </a:defRPr>
              </a:lvl8pPr>
              <a:lvl9pPr algn="ctr">
                <a:defRPr sz="581" b="0">
                  <a:solidFill>
                    <a:srgbClr val="000000"/>
                  </a:solidFill>
                  <a:latin typeface="Arial"/>
                  <a:ea typeface="Arial"/>
                  <a:cs typeface="Arial"/>
                </a:defRPr>
              </a:lvl9pPr>
            </a:lstStyle>
            <a:p>
              <a:pPr algn="ctr">
                <a:defRPr sz="581" b="0">
                  <a:solidFill>
                    <a:srgbClr val="000000"/>
                  </a:solidFill>
                  <a:latin typeface="Arial"/>
                  <a:ea typeface="Arial"/>
                  <a:cs typeface="Arial"/>
                </a:defRPr>
              </a:pPr>
              <a:r>
                <a:rPr sz="581" b="0">
                  <a:solidFill>
                    <a:srgbClr val="000000"/>
                  </a:solidFill>
                  <a:latin typeface="Arial"/>
                  <a:ea typeface="Arial"/>
                  <a:cs typeface="Arial"/>
                </a:rPr>
                <a:t>102</a:t>
              </a:r>
            </a:p>
          </p:txBody>
        </p:sp>
        <p:sp>
          <p:nvSpPr>
            <p:cNvPr id="52" name="text_051">
              <a:extLst>
                <a:ext uri="{FF2B5EF4-FFF2-40B4-BE49-F238E27FC236}">
                  <ns2:creationId id="{8B482EA4-B481-4EC2-805A-E14F58FD2B2A}"/>
                </a:ext>
              </a:extLst>
            </p:cNvPr>
            <p:cNvSpPr>
              <a:spLocks noGrp="1"/>
            </p:cNvSpPr>
            <p:nvPr/>
          </p:nvSpPr>
          <p:spPr>
            <a:xfrm rot="0">
              <a:off x="4157662" y="5526483"/>
              <a:ext cx="476250" cy="209550"/>
            </a:xfrm>
            <a:prstGeom prst="rect">
              <a:avLst/>
            </a:prstGeom>
            <a:noFill/>
            <a:ln w="0">
              <a:noFill/>
              <a:prstDash val="solid"/>
            </a:ln>
          </p:spPr>
          <p:txBody>
            <a:bodyPr wrap="none" lIns="0" tIns="0" rIns="0" bIns="0" anchor="t">
              <a:noAutofit/>
            </a:bodyPr>
            <a:lstStyle>
              <a:defPPr algn="ctr">
                <a:defRPr sz="581" b="0">
                  <a:solidFill>
                    <a:srgbClr val="000000"/>
                  </a:solidFill>
                  <a:latin typeface="Arial"/>
                  <a:ea typeface="Arial"/>
                  <a:cs typeface="Arial"/>
                </a:defRPr>
              </a:defPPr>
              <a:lvl1pPr algn="ctr">
                <a:defRPr sz="581" b="0">
                  <a:solidFill>
                    <a:srgbClr val="000000"/>
                  </a:solidFill>
                  <a:latin typeface="Arial"/>
                  <a:ea typeface="Arial"/>
                  <a:cs typeface="Arial"/>
                </a:defRPr>
              </a:lvl1pPr>
              <a:lvl2pPr algn="ctr">
                <a:defRPr sz="581" b="0">
                  <a:solidFill>
                    <a:srgbClr val="000000"/>
                  </a:solidFill>
                  <a:latin typeface="Arial"/>
                  <a:ea typeface="Arial"/>
                  <a:cs typeface="Arial"/>
                </a:defRPr>
              </a:lvl2pPr>
              <a:lvl3pPr algn="ctr">
                <a:defRPr sz="581" b="0">
                  <a:solidFill>
                    <a:srgbClr val="000000"/>
                  </a:solidFill>
                  <a:latin typeface="Arial"/>
                  <a:ea typeface="Arial"/>
                  <a:cs typeface="Arial"/>
                </a:defRPr>
              </a:lvl3pPr>
              <a:lvl4pPr algn="ctr">
                <a:defRPr sz="581" b="0">
                  <a:solidFill>
                    <a:srgbClr val="000000"/>
                  </a:solidFill>
                  <a:latin typeface="Arial"/>
                  <a:ea typeface="Arial"/>
                  <a:cs typeface="Arial"/>
                </a:defRPr>
              </a:lvl4pPr>
              <a:lvl5pPr algn="ctr">
                <a:defRPr sz="581" b="0">
                  <a:solidFill>
                    <a:srgbClr val="000000"/>
                  </a:solidFill>
                  <a:latin typeface="Arial"/>
                  <a:ea typeface="Arial"/>
                  <a:cs typeface="Arial"/>
                </a:defRPr>
              </a:lvl5pPr>
              <a:lvl6pPr algn="ctr">
                <a:defRPr sz="581" b="0">
                  <a:solidFill>
                    <a:srgbClr val="000000"/>
                  </a:solidFill>
                  <a:latin typeface="Arial"/>
                  <a:ea typeface="Arial"/>
                  <a:cs typeface="Arial"/>
                </a:defRPr>
              </a:lvl6pPr>
              <a:lvl7pPr algn="ctr">
                <a:defRPr sz="581" b="0">
                  <a:solidFill>
                    <a:srgbClr val="000000"/>
                  </a:solidFill>
                  <a:latin typeface="Arial"/>
                  <a:ea typeface="Arial"/>
                  <a:cs typeface="Arial"/>
                </a:defRPr>
              </a:lvl7pPr>
              <a:lvl8pPr algn="ctr">
                <a:defRPr sz="581" b="0">
                  <a:solidFill>
                    <a:srgbClr val="000000"/>
                  </a:solidFill>
                  <a:latin typeface="Arial"/>
                  <a:ea typeface="Arial"/>
                  <a:cs typeface="Arial"/>
                </a:defRPr>
              </a:lvl8pPr>
              <a:lvl9pPr algn="ctr">
                <a:defRPr sz="581" b="0">
                  <a:solidFill>
                    <a:srgbClr val="000000"/>
                  </a:solidFill>
                  <a:latin typeface="Arial"/>
                  <a:ea typeface="Arial"/>
                  <a:cs typeface="Arial"/>
                </a:defRPr>
              </a:lvl9pPr>
            </a:lstStyle>
            <a:p>
              <a:pPr algn="ctr">
                <a:defRPr sz="581" b="0">
                  <a:solidFill>
                    <a:srgbClr val="000000"/>
                  </a:solidFill>
                  <a:latin typeface="Arial"/>
                  <a:ea typeface="Arial"/>
                  <a:cs typeface="Arial"/>
                </a:defRPr>
              </a:pPr>
              <a:r>
                <a:rPr sz="581" b="0">
                  <a:solidFill>
                    <a:srgbClr val="000000"/>
                  </a:solidFill>
                  <a:latin typeface="Arial"/>
                  <a:ea typeface="Arial"/>
                  <a:cs typeface="Arial"/>
                </a:rPr>
                <a:t>108</a:t>
              </a:r>
            </a:p>
          </p:txBody>
        </p:sp>
        <p:sp>
          <p:nvSpPr>
            <p:cNvPr id="53" name="text_052">
              <a:extLst>
                <a:ext uri="{FF2B5EF4-FFF2-40B4-BE49-F238E27FC236}">
                  <ns2:creationId id="{A2CF93D9-175E-4BCA-A792-6D894C2841B9}"/>
                </a:ext>
              </a:extLst>
            </p:cNvPr>
            <p:cNvSpPr>
              <a:spLocks noGrp="1"/>
            </p:cNvSpPr>
            <p:nvPr/>
          </p:nvSpPr>
          <p:spPr>
            <a:xfrm rot="0">
              <a:off x="5276850" y="5526483"/>
              <a:ext cx="476250" cy="209550"/>
            </a:xfrm>
            <a:prstGeom prst="rect">
              <a:avLst/>
            </a:prstGeom>
            <a:noFill/>
            <a:ln w="0">
              <a:noFill/>
              <a:prstDash val="solid"/>
            </a:ln>
          </p:spPr>
          <p:txBody>
            <a:bodyPr wrap="none" lIns="0" tIns="0" rIns="0" bIns="0" anchor="t">
              <a:noAutofit/>
            </a:bodyPr>
            <a:lstStyle>
              <a:defPPr algn="ctr">
                <a:defRPr sz="581" b="0">
                  <a:solidFill>
                    <a:srgbClr val="000000"/>
                  </a:solidFill>
                  <a:latin typeface="Arial"/>
                  <a:ea typeface="Arial"/>
                  <a:cs typeface="Arial"/>
                </a:defRPr>
              </a:defPPr>
              <a:lvl1pPr algn="ctr">
                <a:defRPr sz="581" b="0">
                  <a:solidFill>
                    <a:srgbClr val="000000"/>
                  </a:solidFill>
                  <a:latin typeface="Arial"/>
                  <a:ea typeface="Arial"/>
                  <a:cs typeface="Arial"/>
                </a:defRPr>
              </a:lvl1pPr>
              <a:lvl2pPr algn="ctr">
                <a:defRPr sz="581" b="0">
                  <a:solidFill>
                    <a:srgbClr val="000000"/>
                  </a:solidFill>
                  <a:latin typeface="Arial"/>
                  <a:ea typeface="Arial"/>
                  <a:cs typeface="Arial"/>
                </a:defRPr>
              </a:lvl2pPr>
              <a:lvl3pPr algn="ctr">
                <a:defRPr sz="581" b="0">
                  <a:solidFill>
                    <a:srgbClr val="000000"/>
                  </a:solidFill>
                  <a:latin typeface="Arial"/>
                  <a:ea typeface="Arial"/>
                  <a:cs typeface="Arial"/>
                </a:defRPr>
              </a:lvl3pPr>
              <a:lvl4pPr algn="ctr">
                <a:defRPr sz="581" b="0">
                  <a:solidFill>
                    <a:srgbClr val="000000"/>
                  </a:solidFill>
                  <a:latin typeface="Arial"/>
                  <a:ea typeface="Arial"/>
                  <a:cs typeface="Arial"/>
                </a:defRPr>
              </a:lvl4pPr>
              <a:lvl5pPr algn="ctr">
                <a:defRPr sz="581" b="0">
                  <a:solidFill>
                    <a:srgbClr val="000000"/>
                  </a:solidFill>
                  <a:latin typeface="Arial"/>
                  <a:ea typeface="Arial"/>
                  <a:cs typeface="Arial"/>
                </a:defRPr>
              </a:lvl5pPr>
              <a:lvl6pPr algn="ctr">
                <a:defRPr sz="581" b="0">
                  <a:solidFill>
                    <a:srgbClr val="000000"/>
                  </a:solidFill>
                  <a:latin typeface="Arial"/>
                  <a:ea typeface="Arial"/>
                  <a:cs typeface="Arial"/>
                </a:defRPr>
              </a:lvl6pPr>
              <a:lvl7pPr algn="ctr">
                <a:defRPr sz="581" b="0">
                  <a:solidFill>
                    <a:srgbClr val="000000"/>
                  </a:solidFill>
                  <a:latin typeface="Arial"/>
                  <a:ea typeface="Arial"/>
                  <a:cs typeface="Arial"/>
                </a:defRPr>
              </a:lvl7pPr>
              <a:lvl8pPr algn="ctr">
                <a:defRPr sz="581" b="0">
                  <a:solidFill>
                    <a:srgbClr val="000000"/>
                  </a:solidFill>
                  <a:latin typeface="Arial"/>
                  <a:ea typeface="Arial"/>
                  <a:cs typeface="Arial"/>
                </a:defRPr>
              </a:lvl8pPr>
              <a:lvl9pPr algn="ctr">
                <a:defRPr sz="581" b="0">
                  <a:solidFill>
                    <a:srgbClr val="000000"/>
                  </a:solidFill>
                  <a:latin typeface="Arial"/>
                  <a:ea typeface="Arial"/>
                  <a:cs typeface="Arial"/>
                </a:defRPr>
              </a:lvl9pPr>
            </a:lstStyle>
            <a:p>
              <a:pPr algn="ctr">
                <a:defRPr sz="581" b="0">
                  <a:solidFill>
                    <a:srgbClr val="000000"/>
                  </a:solidFill>
                  <a:latin typeface="Arial"/>
                  <a:ea typeface="Arial"/>
                  <a:cs typeface="Arial"/>
                </a:defRPr>
              </a:pPr>
              <a:r>
                <a:rPr sz="581" b="0">
                  <a:solidFill>
                    <a:srgbClr val="000000"/>
                  </a:solidFill>
                  <a:latin typeface="Arial"/>
                  <a:ea typeface="Arial"/>
                  <a:cs typeface="Arial"/>
                </a:rPr>
                <a:t>114</a:t>
              </a:r>
            </a:p>
          </p:txBody>
        </p:sp>
        <p:sp>
          <p:nvSpPr>
            <p:cNvPr id="54" name="ellipse_053">
              <a:extLst>
                <a:ext uri="{FF2B5EF4-FFF2-40B4-BE49-F238E27FC236}">
                  <ns2:creationId id="{78D2ADE5-6C19-4581-BA05-C5ABD29936CA}"/>
                </a:ext>
              </a:extLst>
            </p:cNvPr>
            <p:cNvSpPr>
              <a:spLocks noGrp="1"/>
            </p:cNvSpPr>
            <p:nvPr/>
          </p:nvSpPr>
          <p:spPr>
            <a:xfrm rot="0">
              <a:off x="4841130" y="3495063"/>
              <a:ext cx="114300" cy="114300"/>
            </a:xfrm>
            <a:prstGeom prst="ellipse">
              <a:avLst/>
            </a:prstGeom>
            <a:solidFill>
              <a:srgbClr val="FFFFFF"/>
            </a:solidFill>
            <a:ln w="8849">
              <a:solidFill>
                <a:srgbClr val="FFFFFF"/>
              </a:solidFill>
              <a:prstDash val="solid"/>
            </a:ln>
          </p:spPr>
        </p:sp>
        <p:sp>
          <p:nvSpPr>
            <p:cNvPr id="55" name="ellipse_054">
              <a:extLst>
                <a:ext uri="{FF2B5EF4-FFF2-40B4-BE49-F238E27FC236}">
                  <ns2:creationId id="{BD7F6BC7-66D7-436B-90CF-DA92D2C1DA9C}"/>
                </a:ext>
              </a:extLst>
            </p:cNvPr>
            <p:cNvSpPr>
              <a:spLocks noGrp="1"/>
            </p:cNvSpPr>
            <p:nvPr/>
          </p:nvSpPr>
          <p:spPr>
            <a:xfrm rot="0">
              <a:off x="4860180" y="3514113"/>
              <a:ext cx="76200" cy="76200"/>
            </a:xfrm>
            <a:prstGeom prst="ellipse">
              <a:avLst/>
            </a:prstGeom>
            <a:solidFill>
              <a:srgbClr val="FFFFFF"/>
            </a:solidFill>
            <a:ln w="8849">
              <a:solidFill>
                <a:srgbClr val="D55E00"/>
              </a:solidFill>
              <a:prstDash val="solid"/>
            </a:ln>
          </p:spPr>
        </p:sp>
        <p:sp>
          <p:nvSpPr>
            <p:cNvPr id="56" name="text_055">
              <a:extLst>
                <a:ext uri="{FF2B5EF4-FFF2-40B4-BE49-F238E27FC236}">
                  <ns2:creationId id="{DF882FC4-F288-4953-A870-D05D4D2AACB3}"/>
                </a:ext>
              </a:extLst>
            </p:cNvPr>
            <p:cNvSpPr>
              <a:spLocks noGrp="1"/>
            </p:cNvSpPr>
            <p:nvPr/>
          </p:nvSpPr>
          <p:spPr>
            <a:xfrm rot="0">
              <a:off x="4974480" y="3323613"/>
              <a:ext cx="247650" cy="247650"/>
            </a:xfrm>
            <a:prstGeom prst="rect">
              <a:avLst/>
            </a:prstGeom>
            <a:noFill/>
            <a:ln w="0">
              <a:noFill/>
              <a:prstDash val="solid"/>
            </a:ln>
          </p:spPr>
          <p:txBody>
            <a:bodyPr wrap="none" lIns="0" tIns="0" rIns="0" bIns="0" anchor="t">
              <a:noAutofit/>
            </a:bodyPr>
            <a:lstStyle>
              <a:defPPr algn="l">
                <a:defRPr sz="774" b="1">
                  <a:solidFill>
                    <a:srgbClr val="D55E00"/>
                  </a:solidFill>
                  <a:latin typeface="Arial"/>
                  <a:ea typeface="Arial"/>
                  <a:cs typeface="Arial"/>
                </a:defRPr>
              </a:defPPr>
              <a:lvl1pPr algn="l">
                <a:defRPr sz="774" b="1">
                  <a:solidFill>
                    <a:srgbClr val="D55E00"/>
                  </a:solidFill>
                  <a:latin typeface="Arial"/>
                  <a:ea typeface="Arial"/>
                  <a:cs typeface="Arial"/>
                </a:defRPr>
              </a:lvl1pPr>
              <a:lvl2pPr algn="l">
                <a:defRPr sz="774" b="1">
                  <a:solidFill>
                    <a:srgbClr val="D55E00"/>
                  </a:solidFill>
                  <a:latin typeface="Arial"/>
                  <a:ea typeface="Arial"/>
                  <a:cs typeface="Arial"/>
                </a:defRPr>
              </a:lvl2pPr>
              <a:lvl3pPr algn="l">
                <a:defRPr sz="774" b="1">
                  <a:solidFill>
                    <a:srgbClr val="D55E00"/>
                  </a:solidFill>
                  <a:latin typeface="Arial"/>
                  <a:ea typeface="Arial"/>
                  <a:cs typeface="Arial"/>
                </a:defRPr>
              </a:lvl3pPr>
              <a:lvl4pPr algn="l">
                <a:defRPr sz="774" b="1">
                  <a:solidFill>
                    <a:srgbClr val="D55E00"/>
                  </a:solidFill>
                  <a:latin typeface="Arial"/>
                  <a:ea typeface="Arial"/>
                  <a:cs typeface="Arial"/>
                </a:defRPr>
              </a:lvl4pPr>
              <a:lvl5pPr algn="l">
                <a:defRPr sz="774" b="1">
                  <a:solidFill>
                    <a:srgbClr val="D55E00"/>
                  </a:solidFill>
                  <a:latin typeface="Arial"/>
                  <a:ea typeface="Arial"/>
                  <a:cs typeface="Arial"/>
                </a:defRPr>
              </a:lvl5pPr>
              <a:lvl6pPr algn="l">
                <a:defRPr sz="774" b="1">
                  <a:solidFill>
                    <a:srgbClr val="D55E00"/>
                  </a:solidFill>
                  <a:latin typeface="Arial"/>
                  <a:ea typeface="Arial"/>
                  <a:cs typeface="Arial"/>
                </a:defRPr>
              </a:lvl6pPr>
              <a:lvl7pPr algn="l">
                <a:defRPr sz="774" b="1">
                  <a:solidFill>
                    <a:srgbClr val="D55E00"/>
                  </a:solidFill>
                  <a:latin typeface="Arial"/>
                  <a:ea typeface="Arial"/>
                  <a:cs typeface="Arial"/>
                </a:defRPr>
              </a:lvl7pPr>
              <a:lvl8pPr algn="l">
                <a:defRPr sz="774" b="1">
                  <a:solidFill>
                    <a:srgbClr val="D55E00"/>
                  </a:solidFill>
                  <a:latin typeface="Arial"/>
                  <a:ea typeface="Arial"/>
                  <a:cs typeface="Arial"/>
                </a:defRPr>
              </a:lvl8pPr>
              <a:lvl9pPr algn="l">
                <a:defRPr sz="774" b="1">
                  <a:solidFill>
                    <a:srgbClr val="D55E00"/>
                  </a:solidFill>
                  <a:latin typeface="Arial"/>
                  <a:ea typeface="Arial"/>
                  <a:cs typeface="Arial"/>
                </a:defRPr>
              </a:lvl9pPr>
            </a:lstStyle>
            <a:p>
              <a:pPr algn="l">
                <a:defRPr sz="774" b="1">
                  <a:solidFill>
                    <a:srgbClr val="D55E00"/>
                  </a:solidFill>
                  <a:latin typeface="Arial"/>
                  <a:ea typeface="Arial"/>
                  <a:cs typeface="Arial"/>
                </a:defRPr>
              </a:pPr>
              <a:r>
                <a:rPr sz="774" b="1">
                  <a:solidFill>
                    <a:srgbClr val="D55E00"/>
                  </a:solidFill>
                  <a:latin typeface="Arial"/>
                  <a:ea typeface="Arial"/>
                  <a:cs typeface="Arial"/>
                </a:rPr>
                <a:t>B</a:t>
              </a:r>
            </a:p>
          </p:txBody>
        </p:sp>
        <p:sp>
          <p:nvSpPr>
            <p:cNvPr id="57" name="ellipse_056">
              <a:extLst>
                <a:ext uri="{FF2B5EF4-FFF2-40B4-BE49-F238E27FC236}">
                  <ns2:creationId id="{C0D6D482-B640-4D7F-84CE-36F18DA4A95F}"/>
                </a:ext>
              </a:extLst>
            </p:cNvPr>
            <p:cNvSpPr>
              <a:spLocks noGrp="1"/>
            </p:cNvSpPr>
            <p:nvPr/>
          </p:nvSpPr>
          <p:spPr>
            <a:xfrm rot="0">
              <a:off x="3836145" y="4991046"/>
              <a:ext cx="114300" cy="114300"/>
            </a:xfrm>
            <a:prstGeom prst="ellipse">
              <a:avLst/>
            </a:prstGeom>
            <a:solidFill>
              <a:srgbClr val="FFFFFF"/>
            </a:solidFill>
            <a:ln w="8849">
              <a:solidFill>
                <a:srgbClr val="FFFFFF"/>
              </a:solidFill>
              <a:prstDash val="solid"/>
            </a:ln>
          </p:spPr>
        </p:sp>
        <p:sp>
          <p:nvSpPr>
            <p:cNvPr id="58" name="ellipse_057">
              <a:extLst>
                <a:ext uri="{FF2B5EF4-FFF2-40B4-BE49-F238E27FC236}">
                  <ns2:creationId id="{AFB18527-44C8-4C42-97DE-CB3F8CEA98AB}"/>
                </a:ext>
              </a:extLst>
            </p:cNvPr>
            <p:cNvSpPr>
              <a:spLocks noGrp="1"/>
            </p:cNvSpPr>
            <p:nvPr/>
          </p:nvSpPr>
          <p:spPr>
            <a:xfrm rot="0">
              <a:off x="3855195" y="5010096"/>
              <a:ext cx="76200" cy="76200"/>
            </a:xfrm>
            <a:prstGeom prst="ellipse">
              <a:avLst/>
            </a:prstGeom>
            <a:solidFill>
              <a:srgbClr val="FFFFFF"/>
            </a:solidFill>
            <a:ln w="8849">
              <a:solidFill>
                <a:srgbClr val="009E73"/>
              </a:solidFill>
              <a:prstDash val="solid"/>
            </a:ln>
          </p:spPr>
        </p:sp>
        <p:sp>
          <p:nvSpPr>
            <p:cNvPr id="59" name="text_058">
              <a:extLst>
                <a:ext uri="{FF2B5EF4-FFF2-40B4-BE49-F238E27FC236}">
                  <ns2:creationId id="{C8F9516A-E3BB-4E6A-973F-F1FA7BFB8449}"/>
                </a:ext>
              </a:extLst>
            </p:cNvPr>
            <p:cNvSpPr>
              <a:spLocks noGrp="1"/>
            </p:cNvSpPr>
            <p:nvPr/>
          </p:nvSpPr>
          <p:spPr>
            <a:xfrm rot="0">
              <a:off x="3969495" y="4819596"/>
              <a:ext cx="247650" cy="247650"/>
            </a:xfrm>
            <a:prstGeom prst="rect">
              <a:avLst/>
            </a:prstGeom>
            <a:noFill/>
            <a:ln w="0">
              <a:noFill/>
              <a:prstDash val="solid"/>
            </a:ln>
          </p:spPr>
          <p:txBody>
            <a:bodyPr wrap="none" lIns="0" tIns="0" rIns="0" bIns="0" anchor="t">
              <a:noAutofit/>
            </a:bodyPr>
            <a:lstStyle>
              <a:defPPr algn="l">
                <a:defRPr sz="774" b="1">
                  <a:solidFill>
                    <a:srgbClr val="009E73"/>
                  </a:solidFill>
                  <a:latin typeface="Arial"/>
                  <a:ea typeface="Arial"/>
                  <a:cs typeface="Arial"/>
                </a:defRPr>
              </a:defPPr>
              <a:lvl1pPr algn="l">
                <a:defRPr sz="774" b="1">
                  <a:solidFill>
                    <a:srgbClr val="009E73"/>
                  </a:solidFill>
                  <a:latin typeface="Arial"/>
                  <a:ea typeface="Arial"/>
                  <a:cs typeface="Arial"/>
                </a:defRPr>
              </a:lvl1pPr>
              <a:lvl2pPr algn="l">
                <a:defRPr sz="774" b="1">
                  <a:solidFill>
                    <a:srgbClr val="009E73"/>
                  </a:solidFill>
                  <a:latin typeface="Arial"/>
                  <a:ea typeface="Arial"/>
                  <a:cs typeface="Arial"/>
                </a:defRPr>
              </a:lvl2pPr>
              <a:lvl3pPr algn="l">
                <a:defRPr sz="774" b="1">
                  <a:solidFill>
                    <a:srgbClr val="009E73"/>
                  </a:solidFill>
                  <a:latin typeface="Arial"/>
                  <a:ea typeface="Arial"/>
                  <a:cs typeface="Arial"/>
                </a:defRPr>
              </a:lvl3pPr>
              <a:lvl4pPr algn="l">
                <a:defRPr sz="774" b="1">
                  <a:solidFill>
                    <a:srgbClr val="009E73"/>
                  </a:solidFill>
                  <a:latin typeface="Arial"/>
                  <a:ea typeface="Arial"/>
                  <a:cs typeface="Arial"/>
                </a:defRPr>
              </a:lvl4pPr>
              <a:lvl5pPr algn="l">
                <a:defRPr sz="774" b="1">
                  <a:solidFill>
                    <a:srgbClr val="009E73"/>
                  </a:solidFill>
                  <a:latin typeface="Arial"/>
                  <a:ea typeface="Arial"/>
                  <a:cs typeface="Arial"/>
                </a:defRPr>
              </a:lvl5pPr>
              <a:lvl6pPr algn="l">
                <a:defRPr sz="774" b="1">
                  <a:solidFill>
                    <a:srgbClr val="009E73"/>
                  </a:solidFill>
                  <a:latin typeface="Arial"/>
                  <a:ea typeface="Arial"/>
                  <a:cs typeface="Arial"/>
                </a:defRPr>
              </a:lvl6pPr>
              <a:lvl7pPr algn="l">
                <a:defRPr sz="774" b="1">
                  <a:solidFill>
                    <a:srgbClr val="009E73"/>
                  </a:solidFill>
                  <a:latin typeface="Arial"/>
                  <a:ea typeface="Arial"/>
                  <a:cs typeface="Arial"/>
                </a:defRPr>
              </a:lvl7pPr>
              <a:lvl8pPr algn="l">
                <a:defRPr sz="774" b="1">
                  <a:solidFill>
                    <a:srgbClr val="009E73"/>
                  </a:solidFill>
                  <a:latin typeface="Arial"/>
                  <a:ea typeface="Arial"/>
                  <a:cs typeface="Arial"/>
                </a:defRPr>
              </a:lvl8pPr>
              <a:lvl9pPr algn="l">
                <a:defRPr sz="774" b="1">
                  <a:solidFill>
                    <a:srgbClr val="009E73"/>
                  </a:solidFill>
                  <a:latin typeface="Arial"/>
                  <a:ea typeface="Arial"/>
                  <a:cs typeface="Arial"/>
                </a:defRPr>
              </a:lvl9pPr>
            </a:lstStyle>
            <a:p>
              <a:pPr algn="l">
                <a:defRPr sz="774" b="1">
                  <a:solidFill>
                    <a:srgbClr val="009E73"/>
                  </a:solidFill>
                  <a:latin typeface="Arial"/>
                  <a:ea typeface="Arial"/>
                  <a:cs typeface="Arial"/>
                </a:defRPr>
              </a:pPr>
              <a:r>
                <a:rPr sz="774" b="1">
                  <a:solidFill>
                    <a:srgbClr val="009E73"/>
                  </a:solidFill>
                  <a:latin typeface="Arial"/>
                  <a:ea typeface="Arial"/>
                  <a:cs typeface="Arial"/>
                </a:rPr>
                <a:t>C</a:t>
              </a:r>
            </a:p>
          </p:txBody>
        </p:sp>
        <p:sp>
          <p:nvSpPr>
            <p:cNvPr id="60" name="text_059">
              <a:extLst>
                <a:ext uri="{FF2B5EF4-FFF2-40B4-BE49-F238E27FC236}">
                  <ns2:creationId id="{09C5A20F-A67B-48B7-87DC-EAA055837CE5}"/>
                </a:ext>
              </a:extLst>
            </p:cNvPr>
            <p:cNvSpPr>
              <a:spLocks noGrp="1"/>
            </p:cNvSpPr>
            <p:nvPr/>
          </p:nvSpPr>
          <p:spPr>
            <a:xfrm rot="0">
              <a:off x="5791200" y="2981325"/>
              <a:ext cx="2428875" cy="247650"/>
            </a:xfrm>
            <a:prstGeom prst="rect">
              <a:avLst/>
            </a:prstGeom>
            <a:noFill/>
            <a:ln w="0">
              <a:noFill/>
              <a:prstDash val="solid"/>
            </a:ln>
          </p:spPr>
          <p:txBody>
            <a:bodyPr wrap="none" lIns="0" tIns="0" rIns="0" bIns="0" anchor="t">
              <a:noAutofit/>
            </a:bodyPr>
            <a:lstStyle>
              <a:defPPr algn="ctr">
                <a:defRPr sz="813" b="1">
                  <a:solidFill>
                    <a:srgbClr val="000000"/>
                  </a:solidFill>
                  <a:latin typeface="Arial"/>
                  <a:ea typeface="Arial"/>
                  <a:cs typeface="Arial"/>
                </a:defRPr>
              </a:defPPr>
              <a:lvl1pPr algn="ctr">
                <a:defRPr sz="813" b="1">
                  <a:solidFill>
                    <a:srgbClr val="000000"/>
                  </a:solidFill>
                  <a:latin typeface="Arial"/>
                  <a:ea typeface="Arial"/>
                  <a:cs typeface="Arial"/>
                </a:defRPr>
              </a:lvl1pPr>
              <a:lvl2pPr algn="ctr">
                <a:defRPr sz="813" b="1">
                  <a:solidFill>
                    <a:srgbClr val="000000"/>
                  </a:solidFill>
                  <a:latin typeface="Arial"/>
                  <a:ea typeface="Arial"/>
                  <a:cs typeface="Arial"/>
                </a:defRPr>
              </a:lvl2pPr>
              <a:lvl3pPr algn="ctr">
                <a:defRPr sz="813" b="1">
                  <a:solidFill>
                    <a:srgbClr val="000000"/>
                  </a:solidFill>
                  <a:latin typeface="Arial"/>
                  <a:ea typeface="Arial"/>
                  <a:cs typeface="Arial"/>
                </a:defRPr>
              </a:lvl3pPr>
              <a:lvl4pPr algn="ctr">
                <a:defRPr sz="813" b="1">
                  <a:solidFill>
                    <a:srgbClr val="000000"/>
                  </a:solidFill>
                  <a:latin typeface="Arial"/>
                  <a:ea typeface="Arial"/>
                  <a:cs typeface="Arial"/>
                </a:defRPr>
              </a:lvl4pPr>
              <a:lvl5pPr algn="ctr">
                <a:defRPr sz="813" b="1">
                  <a:solidFill>
                    <a:srgbClr val="000000"/>
                  </a:solidFill>
                  <a:latin typeface="Arial"/>
                  <a:ea typeface="Arial"/>
                  <a:cs typeface="Arial"/>
                </a:defRPr>
              </a:lvl5pPr>
              <a:lvl6pPr algn="ctr">
                <a:defRPr sz="813" b="1">
                  <a:solidFill>
                    <a:srgbClr val="000000"/>
                  </a:solidFill>
                  <a:latin typeface="Arial"/>
                  <a:ea typeface="Arial"/>
                  <a:cs typeface="Arial"/>
                </a:defRPr>
              </a:lvl6pPr>
              <a:lvl7pPr algn="ctr">
                <a:defRPr sz="813" b="1">
                  <a:solidFill>
                    <a:srgbClr val="000000"/>
                  </a:solidFill>
                  <a:latin typeface="Arial"/>
                  <a:ea typeface="Arial"/>
                  <a:cs typeface="Arial"/>
                </a:defRPr>
              </a:lvl7pPr>
              <a:lvl8pPr algn="ctr">
                <a:defRPr sz="813" b="1">
                  <a:solidFill>
                    <a:srgbClr val="000000"/>
                  </a:solidFill>
                  <a:latin typeface="Arial"/>
                  <a:ea typeface="Arial"/>
                  <a:cs typeface="Arial"/>
                </a:defRPr>
              </a:lvl8pPr>
              <a:lvl9pPr algn="ctr">
                <a:defRPr sz="813" b="1">
                  <a:solidFill>
                    <a:srgbClr val="000000"/>
                  </a:solidFill>
                  <a:latin typeface="Arial"/>
                  <a:ea typeface="Arial"/>
                  <a:cs typeface="Arial"/>
                </a:defRPr>
              </a:lvl9pPr>
            </a:lstStyle>
            <a:p>
              <a:pPr algn="ctr">
                <a:defRPr sz="813" b="1">
                  <a:solidFill>
                    <a:srgbClr val="000000"/>
                  </a:solidFill>
                  <a:latin typeface="Arial"/>
                  <a:ea typeface="Arial"/>
                  <a:cs typeface="Arial"/>
                </a:defRPr>
              </a:pPr>
              <a:r>
                <a:rPr sz="813" b="1">
                  <a:solidFill>
                    <a:srgbClr val="000000"/>
                  </a:solidFill>
                  <a:latin typeface="Arial"/>
                  <a:ea typeface="Arial"/>
                  <a:cs typeface="Arial"/>
                </a:rPr>
                <a:t>2000-07-14</a:t>
              </a:r>
            </a:p>
          </p:txBody>
        </p:sp>
        <p:pic>
          <p:nvPicPr>
            <p:cNvPr id="61" name="">
              <a:extLst>
                <a:ext uri="{FF2B5EF4-FFF2-40B4-BE49-F238E27FC236}">
                  <ns2:creationId id="{AAB0384B-1E1A-4027-A93F-3C7E9DA4779A}"/>
                </a:ext>
              </a:extLst>
            </p:cNvPr>
            <p:cNvPicPr>
              <a:picLocks noChangeAspect="1"/>
            </p:cNvPicPr>
            <p:nvPr/>
          </p:nvPicPr>
          <p:blipFill>
            <a:blip r:embed="R06ef78ef3ca9405c"/>
            <a:stretch/>
          </p:blipFill>
          <p:spPr>
            <a:xfrm>
              <a:off x="5886580" y="3257550"/>
              <a:ext cx="2238115" cy="2221308"/>
            </a:xfrm>
            <a:prstGeom prst="rect">
              <a:avLst/>
            </a:prstGeom>
          </p:spPr>
        </p:pic>
        <p:sp>
          <p:nvSpPr>
            <p:cNvPr id="62" name="rect_061">
              <a:extLst>
                <a:ext uri="{FF2B5EF4-FFF2-40B4-BE49-F238E27FC236}">
                  <ns2:creationId id="{53C14E72-A4FE-4BB7-BCB1-96C6AD1A04A1}"/>
                </a:ext>
              </a:extLst>
            </p:cNvPr>
            <p:cNvSpPr>
              <a:spLocks noGrp="1"/>
            </p:cNvSpPr>
            <p:nvPr/>
          </p:nvSpPr>
          <p:spPr>
            <a:xfrm rot="0">
              <a:off x="5886450" y="3257550"/>
              <a:ext cx="2238375" cy="2221308"/>
            </a:xfrm>
            <a:prstGeom prst="rect">
              <a:avLst/>
            </a:prstGeom>
            <a:noFill/>
            <a:ln w="3195">
              <a:solidFill>
                <a:srgbClr val="6A7278"/>
              </a:solidFill>
              <a:prstDash val="solid"/>
            </a:ln>
          </p:spPr>
        </p:sp>
        <p:sp>
          <p:nvSpPr>
            <p:cNvPr id="63" name="text_062">
              <a:extLst>
                <a:ext uri="{FF2B5EF4-FFF2-40B4-BE49-F238E27FC236}">
                  <ns2:creationId id="{DEFEA433-0884-4625-94CC-36A6629244E7}"/>
                </a:ext>
              </a:extLst>
            </p:cNvPr>
            <p:cNvSpPr>
              <a:spLocks noGrp="1"/>
            </p:cNvSpPr>
            <p:nvPr/>
          </p:nvSpPr>
          <p:spPr>
            <a:xfrm rot="0">
              <a:off x="5648325" y="5526483"/>
              <a:ext cx="476250" cy="209550"/>
            </a:xfrm>
            <a:prstGeom prst="rect">
              <a:avLst/>
            </a:prstGeom>
            <a:noFill/>
            <a:ln w="0">
              <a:noFill/>
              <a:prstDash val="solid"/>
            </a:ln>
          </p:spPr>
          <p:txBody>
            <a:bodyPr wrap="none" lIns="0" tIns="0" rIns="0" bIns="0" anchor="t">
              <a:noAutofit/>
            </a:bodyPr>
            <a:lstStyle>
              <a:defPPr algn="ctr">
                <a:defRPr sz="581" b="0">
                  <a:solidFill>
                    <a:srgbClr val="000000"/>
                  </a:solidFill>
                  <a:latin typeface="Arial"/>
                  <a:ea typeface="Arial"/>
                  <a:cs typeface="Arial"/>
                </a:defRPr>
              </a:defPPr>
              <a:lvl1pPr algn="ctr">
                <a:defRPr sz="581" b="0">
                  <a:solidFill>
                    <a:srgbClr val="000000"/>
                  </a:solidFill>
                  <a:latin typeface="Arial"/>
                  <a:ea typeface="Arial"/>
                  <a:cs typeface="Arial"/>
                </a:defRPr>
              </a:lvl1pPr>
              <a:lvl2pPr algn="ctr">
                <a:defRPr sz="581" b="0">
                  <a:solidFill>
                    <a:srgbClr val="000000"/>
                  </a:solidFill>
                  <a:latin typeface="Arial"/>
                  <a:ea typeface="Arial"/>
                  <a:cs typeface="Arial"/>
                </a:defRPr>
              </a:lvl2pPr>
              <a:lvl3pPr algn="ctr">
                <a:defRPr sz="581" b="0">
                  <a:solidFill>
                    <a:srgbClr val="000000"/>
                  </a:solidFill>
                  <a:latin typeface="Arial"/>
                  <a:ea typeface="Arial"/>
                  <a:cs typeface="Arial"/>
                </a:defRPr>
              </a:lvl3pPr>
              <a:lvl4pPr algn="ctr">
                <a:defRPr sz="581" b="0">
                  <a:solidFill>
                    <a:srgbClr val="000000"/>
                  </a:solidFill>
                  <a:latin typeface="Arial"/>
                  <a:ea typeface="Arial"/>
                  <a:cs typeface="Arial"/>
                </a:defRPr>
              </a:lvl4pPr>
              <a:lvl5pPr algn="ctr">
                <a:defRPr sz="581" b="0">
                  <a:solidFill>
                    <a:srgbClr val="000000"/>
                  </a:solidFill>
                  <a:latin typeface="Arial"/>
                  <a:ea typeface="Arial"/>
                  <a:cs typeface="Arial"/>
                </a:defRPr>
              </a:lvl5pPr>
              <a:lvl6pPr algn="ctr">
                <a:defRPr sz="581" b="0">
                  <a:solidFill>
                    <a:srgbClr val="000000"/>
                  </a:solidFill>
                  <a:latin typeface="Arial"/>
                  <a:ea typeface="Arial"/>
                  <a:cs typeface="Arial"/>
                </a:defRPr>
              </a:lvl6pPr>
              <a:lvl7pPr algn="ctr">
                <a:defRPr sz="581" b="0">
                  <a:solidFill>
                    <a:srgbClr val="000000"/>
                  </a:solidFill>
                  <a:latin typeface="Arial"/>
                  <a:ea typeface="Arial"/>
                  <a:cs typeface="Arial"/>
                </a:defRPr>
              </a:lvl7pPr>
              <a:lvl8pPr algn="ctr">
                <a:defRPr sz="581" b="0">
                  <a:solidFill>
                    <a:srgbClr val="000000"/>
                  </a:solidFill>
                  <a:latin typeface="Arial"/>
                  <a:ea typeface="Arial"/>
                  <a:cs typeface="Arial"/>
                </a:defRPr>
              </a:lvl8pPr>
              <a:lvl9pPr algn="ctr">
                <a:defRPr sz="581" b="0">
                  <a:solidFill>
                    <a:srgbClr val="000000"/>
                  </a:solidFill>
                  <a:latin typeface="Arial"/>
                  <a:ea typeface="Arial"/>
                  <a:cs typeface="Arial"/>
                </a:defRPr>
              </a:lvl9pPr>
            </a:lstStyle>
            <a:p>
              <a:pPr algn="ctr">
                <a:defRPr sz="581" b="0">
                  <a:solidFill>
                    <a:srgbClr val="000000"/>
                  </a:solidFill>
                  <a:latin typeface="Arial"/>
                  <a:ea typeface="Arial"/>
                  <a:cs typeface="Arial"/>
                </a:defRPr>
              </a:pPr>
              <a:r>
                <a:rPr sz="581" b="0">
                  <a:solidFill>
                    <a:srgbClr val="000000"/>
                  </a:solidFill>
                  <a:latin typeface="Arial"/>
                  <a:ea typeface="Arial"/>
                  <a:cs typeface="Arial"/>
                </a:rPr>
                <a:t>102</a:t>
              </a:r>
            </a:p>
          </p:txBody>
        </p:sp>
        <p:sp>
          <p:nvSpPr>
            <p:cNvPr id="64" name="text_063">
              <a:extLst>
                <a:ext uri="{FF2B5EF4-FFF2-40B4-BE49-F238E27FC236}">
                  <ns2:creationId id="{D04648F5-8F09-4BF2-BFA1-6F198DD6ABE6}"/>
                </a:ext>
              </a:extLst>
            </p:cNvPr>
            <p:cNvSpPr>
              <a:spLocks noGrp="1"/>
            </p:cNvSpPr>
            <p:nvPr/>
          </p:nvSpPr>
          <p:spPr>
            <a:xfrm rot="0">
              <a:off x="6767512" y="5526483"/>
              <a:ext cx="476250" cy="209550"/>
            </a:xfrm>
            <a:prstGeom prst="rect">
              <a:avLst/>
            </a:prstGeom>
            <a:noFill/>
            <a:ln w="0">
              <a:noFill/>
              <a:prstDash val="solid"/>
            </a:ln>
          </p:spPr>
          <p:txBody>
            <a:bodyPr wrap="none" lIns="0" tIns="0" rIns="0" bIns="0" anchor="t">
              <a:noAutofit/>
            </a:bodyPr>
            <a:lstStyle>
              <a:defPPr algn="ctr">
                <a:defRPr sz="581" b="0">
                  <a:solidFill>
                    <a:srgbClr val="000000"/>
                  </a:solidFill>
                  <a:latin typeface="Arial"/>
                  <a:ea typeface="Arial"/>
                  <a:cs typeface="Arial"/>
                </a:defRPr>
              </a:defPPr>
              <a:lvl1pPr algn="ctr">
                <a:defRPr sz="581" b="0">
                  <a:solidFill>
                    <a:srgbClr val="000000"/>
                  </a:solidFill>
                  <a:latin typeface="Arial"/>
                  <a:ea typeface="Arial"/>
                  <a:cs typeface="Arial"/>
                </a:defRPr>
              </a:lvl1pPr>
              <a:lvl2pPr algn="ctr">
                <a:defRPr sz="581" b="0">
                  <a:solidFill>
                    <a:srgbClr val="000000"/>
                  </a:solidFill>
                  <a:latin typeface="Arial"/>
                  <a:ea typeface="Arial"/>
                  <a:cs typeface="Arial"/>
                </a:defRPr>
              </a:lvl2pPr>
              <a:lvl3pPr algn="ctr">
                <a:defRPr sz="581" b="0">
                  <a:solidFill>
                    <a:srgbClr val="000000"/>
                  </a:solidFill>
                  <a:latin typeface="Arial"/>
                  <a:ea typeface="Arial"/>
                  <a:cs typeface="Arial"/>
                </a:defRPr>
              </a:lvl3pPr>
              <a:lvl4pPr algn="ctr">
                <a:defRPr sz="581" b="0">
                  <a:solidFill>
                    <a:srgbClr val="000000"/>
                  </a:solidFill>
                  <a:latin typeface="Arial"/>
                  <a:ea typeface="Arial"/>
                  <a:cs typeface="Arial"/>
                </a:defRPr>
              </a:lvl4pPr>
              <a:lvl5pPr algn="ctr">
                <a:defRPr sz="581" b="0">
                  <a:solidFill>
                    <a:srgbClr val="000000"/>
                  </a:solidFill>
                  <a:latin typeface="Arial"/>
                  <a:ea typeface="Arial"/>
                  <a:cs typeface="Arial"/>
                </a:defRPr>
              </a:lvl5pPr>
              <a:lvl6pPr algn="ctr">
                <a:defRPr sz="581" b="0">
                  <a:solidFill>
                    <a:srgbClr val="000000"/>
                  </a:solidFill>
                  <a:latin typeface="Arial"/>
                  <a:ea typeface="Arial"/>
                  <a:cs typeface="Arial"/>
                </a:defRPr>
              </a:lvl6pPr>
              <a:lvl7pPr algn="ctr">
                <a:defRPr sz="581" b="0">
                  <a:solidFill>
                    <a:srgbClr val="000000"/>
                  </a:solidFill>
                  <a:latin typeface="Arial"/>
                  <a:ea typeface="Arial"/>
                  <a:cs typeface="Arial"/>
                </a:defRPr>
              </a:lvl7pPr>
              <a:lvl8pPr algn="ctr">
                <a:defRPr sz="581" b="0">
                  <a:solidFill>
                    <a:srgbClr val="000000"/>
                  </a:solidFill>
                  <a:latin typeface="Arial"/>
                  <a:ea typeface="Arial"/>
                  <a:cs typeface="Arial"/>
                </a:defRPr>
              </a:lvl8pPr>
              <a:lvl9pPr algn="ctr">
                <a:defRPr sz="581" b="0">
                  <a:solidFill>
                    <a:srgbClr val="000000"/>
                  </a:solidFill>
                  <a:latin typeface="Arial"/>
                  <a:ea typeface="Arial"/>
                  <a:cs typeface="Arial"/>
                </a:defRPr>
              </a:lvl9pPr>
            </a:lstStyle>
            <a:p>
              <a:pPr algn="ctr">
                <a:defRPr sz="581" b="0">
                  <a:solidFill>
                    <a:srgbClr val="000000"/>
                  </a:solidFill>
                  <a:latin typeface="Arial"/>
                  <a:ea typeface="Arial"/>
                  <a:cs typeface="Arial"/>
                </a:defRPr>
              </a:pPr>
              <a:r>
                <a:rPr sz="581" b="0">
                  <a:solidFill>
                    <a:srgbClr val="000000"/>
                  </a:solidFill>
                  <a:latin typeface="Arial"/>
                  <a:ea typeface="Arial"/>
                  <a:cs typeface="Arial"/>
                </a:rPr>
                <a:t>108</a:t>
              </a:r>
            </a:p>
          </p:txBody>
        </p:sp>
        <p:sp>
          <p:nvSpPr>
            <p:cNvPr id="65" name="text_064">
              <a:extLst>
                <a:ext uri="{FF2B5EF4-FFF2-40B4-BE49-F238E27FC236}">
                  <ns2:creationId id="{C1CC5AE5-67FF-4179-85C2-5BF5882724FF}"/>
                </a:ext>
              </a:extLst>
            </p:cNvPr>
            <p:cNvSpPr>
              <a:spLocks noGrp="1"/>
            </p:cNvSpPr>
            <p:nvPr/>
          </p:nvSpPr>
          <p:spPr>
            <a:xfrm rot="0">
              <a:off x="7886700" y="5526483"/>
              <a:ext cx="476250" cy="209550"/>
            </a:xfrm>
            <a:prstGeom prst="rect">
              <a:avLst/>
            </a:prstGeom>
            <a:noFill/>
            <a:ln w="0">
              <a:noFill/>
              <a:prstDash val="solid"/>
            </a:ln>
          </p:spPr>
          <p:txBody>
            <a:bodyPr wrap="none" lIns="0" tIns="0" rIns="0" bIns="0" anchor="t">
              <a:noAutofit/>
            </a:bodyPr>
            <a:lstStyle>
              <a:defPPr algn="ctr">
                <a:defRPr sz="581" b="0">
                  <a:solidFill>
                    <a:srgbClr val="000000"/>
                  </a:solidFill>
                  <a:latin typeface="Arial"/>
                  <a:ea typeface="Arial"/>
                  <a:cs typeface="Arial"/>
                </a:defRPr>
              </a:defPPr>
              <a:lvl1pPr algn="ctr">
                <a:defRPr sz="581" b="0">
                  <a:solidFill>
                    <a:srgbClr val="000000"/>
                  </a:solidFill>
                  <a:latin typeface="Arial"/>
                  <a:ea typeface="Arial"/>
                  <a:cs typeface="Arial"/>
                </a:defRPr>
              </a:lvl1pPr>
              <a:lvl2pPr algn="ctr">
                <a:defRPr sz="581" b="0">
                  <a:solidFill>
                    <a:srgbClr val="000000"/>
                  </a:solidFill>
                  <a:latin typeface="Arial"/>
                  <a:ea typeface="Arial"/>
                  <a:cs typeface="Arial"/>
                </a:defRPr>
              </a:lvl2pPr>
              <a:lvl3pPr algn="ctr">
                <a:defRPr sz="581" b="0">
                  <a:solidFill>
                    <a:srgbClr val="000000"/>
                  </a:solidFill>
                  <a:latin typeface="Arial"/>
                  <a:ea typeface="Arial"/>
                  <a:cs typeface="Arial"/>
                </a:defRPr>
              </a:lvl3pPr>
              <a:lvl4pPr algn="ctr">
                <a:defRPr sz="581" b="0">
                  <a:solidFill>
                    <a:srgbClr val="000000"/>
                  </a:solidFill>
                  <a:latin typeface="Arial"/>
                  <a:ea typeface="Arial"/>
                  <a:cs typeface="Arial"/>
                </a:defRPr>
              </a:lvl4pPr>
              <a:lvl5pPr algn="ctr">
                <a:defRPr sz="581" b="0">
                  <a:solidFill>
                    <a:srgbClr val="000000"/>
                  </a:solidFill>
                  <a:latin typeface="Arial"/>
                  <a:ea typeface="Arial"/>
                  <a:cs typeface="Arial"/>
                </a:defRPr>
              </a:lvl5pPr>
              <a:lvl6pPr algn="ctr">
                <a:defRPr sz="581" b="0">
                  <a:solidFill>
                    <a:srgbClr val="000000"/>
                  </a:solidFill>
                  <a:latin typeface="Arial"/>
                  <a:ea typeface="Arial"/>
                  <a:cs typeface="Arial"/>
                </a:defRPr>
              </a:lvl6pPr>
              <a:lvl7pPr algn="ctr">
                <a:defRPr sz="581" b="0">
                  <a:solidFill>
                    <a:srgbClr val="000000"/>
                  </a:solidFill>
                  <a:latin typeface="Arial"/>
                  <a:ea typeface="Arial"/>
                  <a:cs typeface="Arial"/>
                </a:defRPr>
              </a:lvl7pPr>
              <a:lvl8pPr algn="ctr">
                <a:defRPr sz="581" b="0">
                  <a:solidFill>
                    <a:srgbClr val="000000"/>
                  </a:solidFill>
                  <a:latin typeface="Arial"/>
                  <a:ea typeface="Arial"/>
                  <a:cs typeface="Arial"/>
                </a:defRPr>
              </a:lvl8pPr>
              <a:lvl9pPr algn="ctr">
                <a:defRPr sz="581" b="0">
                  <a:solidFill>
                    <a:srgbClr val="000000"/>
                  </a:solidFill>
                  <a:latin typeface="Arial"/>
                  <a:ea typeface="Arial"/>
                  <a:cs typeface="Arial"/>
                </a:defRPr>
              </a:lvl9pPr>
            </a:lstStyle>
            <a:p>
              <a:pPr algn="ctr">
                <a:defRPr sz="581" b="0">
                  <a:solidFill>
                    <a:srgbClr val="000000"/>
                  </a:solidFill>
                  <a:latin typeface="Arial"/>
                  <a:ea typeface="Arial"/>
                  <a:cs typeface="Arial"/>
                </a:defRPr>
              </a:pPr>
              <a:r>
                <a:rPr sz="581" b="0">
                  <a:solidFill>
                    <a:srgbClr val="000000"/>
                  </a:solidFill>
                  <a:latin typeface="Arial"/>
                  <a:ea typeface="Arial"/>
                  <a:cs typeface="Arial"/>
                </a:rPr>
                <a:t>114</a:t>
              </a:r>
            </a:p>
          </p:txBody>
        </p:sp>
        <p:sp>
          <p:nvSpPr>
            <p:cNvPr id="66" name="ellipse_065">
              <a:extLst>
                <a:ext uri="{FF2B5EF4-FFF2-40B4-BE49-F238E27FC236}">
                  <ns2:creationId id="{BF387C3F-6A40-45E5-A307-0AD4F3E9AD3C}"/>
                </a:ext>
              </a:extLst>
            </p:cNvPr>
            <p:cNvSpPr>
              <a:spLocks noGrp="1"/>
            </p:cNvSpPr>
            <p:nvPr/>
          </p:nvSpPr>
          <p:spPr>
            <a:xfrm rot="0">
              <a:off x="7907791" y="5172378"/>
              <a:ext cx="114300" cy="114300"/>
            </a:xfrm>
            <a:prstGeom prst="ellipse">
              <a:avLst/>
            </a:prstGeom>
            <a:solidFill>
              <a:srgbClr val="FFFFFF"/>
            </a:solidFill>
            <a:ln w="8849">
              <a:solidFill>
                <a:srgbClr val="FFFFFF"/>
              </a:solidFill>
              <a:prstDash val="solid"/>
            </a:ln>
          </p:spPr>
        </p:sp>
        <p:sp>
          <p:nvSpPr>
            <p:cNvPr id="67" name="ellipse_066">
              <a:extLst>
                <a:ext uri="{FF2B5EF4-FFF2-40B4-BE49-F238E27FC236}">
                  <ns2:creationId id="{CD7730C8-368E-41C3-8CB4-E5746E0C52DB}"/>
                </a:ext>
              </a:extLst>
            </p:cNvPr>
            <p:cNvSpPr>
              <a:spLocks noGrp="1"/>
            </p:cNvSpPr>
            <p:nvPr/>
          </p:nvSpPr>
          <p:spPr>
            <a:xfrm rot="0">
              <a:off x="7926841" y="5191428"/>
              <a:ext cx="76200" cy="76200"/>
            </a:xfrm>
            <a:prstGeom prst="ellipse">
              <a:avLst/>
            </a:prstGeom>
            <a:solidFill>
              <a:srgbClr val="FFFFFF"/>
            </a:solidFill>
            <a:ln w="8849">
              <a:solidFill>
                <a:srgbClr val="0072B2"/>
              </a:solidFill>
              <a:prstDash val="solid"/>
            </a:ln>
          </p:spPr>
        </p:sp>
        <p:sp>
          <p:nvSpPr>
            <p:cNvPr id="68" name="text_067">
              <a:extLst>
                <a:ext uri="{FF2B5EF4-FFF2-40B4-BE49-F238E27FC236}">
                  <ns2:creationId id="{DE967262-13C3-4395-8EB6-9BF68F2955C5}"/>
                </a:ext>
              </a:extLst>
            </p:cNvPr>
            <p:cNvSpPr>
              <a:spLocks noGrp="1"/>
            </p:cNvSpPr>
            <p:nvPr/>
          </p:nvSpPr>
          <p:spPr>
            <a:xfrm rot="0">
              <a:off x="7736341" y="5000928"/>
              <a:ext cx="247650" cy="247650"/>
            </a:xfrm>
            <a:prstGeom prst="rect">
              <a:avLst/>
            </a:prstGeom>
            <a:noFill/>
            <a:ln w="0">
              <a:noFill/>
              <a:prstDash val="solid"/>
            </a:ln>
          </p:spPr>
          <p:txBody>
            <a:bodyPr wrap="none" lIns="0" tIns="0" rIns="0" bIns="0" anchor="t">
              <a:noAutofit/>
            </a:bodyPr>
            <a:lstStyle>
              <a:defPPr algn="l">
                <a:defRPr sz="774" b="1">
                  <a:solidFill>
                    <a:srgbClr val="0072B2"/>
                  </a:solidFill>
                  <a:latin typeface="Arial"/>
                  <a:ea typeface="Arial"/>
                  <a:cs typeface="Arial"/>
                </a:defRPr>
              </a:defPPr>
              <a:lvl1pPr algn="l">
                <a:defRPr sz="774" b="1">
                  <a:solidFill>
                    <a:srgbClr val="0072B2"/>
                  </a:solidFill>
                  <a:latin typeface="Arial"/>
                  <a:ea typeface="Arial"/>
                  <a:cs typeface="Arial"/>
                </a:defRPr>
              </a:lvl1pPr>
              <a:lvl2pPr algn="l">
                <a:defRPr sz="774" b="1">
                  <a:solidFill>
                    <a:srgbClr val="0072B2"/>
                  </a:solidFill>
                  <a:latin typeface="Arial"/>
                  <a:ea typeface="Arial"/>
                  <a:cs typeface="Arial"/>
                </a:defRPr>
              </a:lvl2pPr>
              <a:lvl3pPr algn="l">
                <a:defRPr sz="774" b="1">
                  <a:solidFill>
                    <a:srgbClr val="0072B2"/>
                  </a:solidFill>
                  <a:latin typeface="Arial"/>
                  <a:ea typeface="Arial"/>
                  <a:cs typeface="Arial"/>
                </a:defRPr>
              </a:lvl3pPr>
              <a:lvl4pPr algn="l">
                <a:defRPr sz="774" b="1">
                  <a:solidFill>
                    <a:srgbClr val="0072B2"/>
                  </a:solidFill>
                  <a:latin typeface="Arial"/>
                  <a:ea typeface="Arial"/>
                  <a:cs typeface="Arial"/>
                </a:defRPr>
              </a:lvl4pPr>
              <a:lvl5pPr algn="l">
                <a:defRPr sz="774" b="1">
                  <a:solidFill>
                    <a:srgbClr val="0072B2"/>
                  </a:solidFill>
                  <a:latin typeface="Arial"/>
                  <a:ea typeface="Arial"/>
                  <a:cs typeface="Arial"/>
                </a:defRPr>
              </a:lvl5pPr>
              <a:lvl6pPr algn="l">
                <a:defRPr sz="774" b="1">
                  <a:solidFill>
                    <a:srgbClr val="0072B2"/>
                  </a:solidFill>
                  <a:latin typeface="Arial"/>
                  <a:ea typeface="Arial"/>
                  <a:cs typeface="Arial"/>
                </a:defRPr>
              </a:lvl6pPr>
              <a:lvl7pPr algn="l">
                <a:defRPr sz="774" b="1">
                  <a:solidFill>
                    <a:srgbClr val="0072B2"/>
                  </a:solidFill>
                  <a:latin typeface="Arial"/>
                  <a:ea typeface="Arial"/>
                  <a:cs typeface="Arial"/>
                </a:defRPr>
              </a:lvl7pPr>
              <a:lvl8pPr algn="l">
                <a:defRPr sz="774" b="1">
                  <a:solidFill>
                    <a:srgbClr val="0072B2"/>
                  </a:solidFill>
                  <a:latin typeface="Arial"/>
                  <a:ea typeface="Arial"/>
                  <a:cs typeface="Arial"/>
                </a:defRPr>
              </a:lvl8pPr>
              <a:lvl9pPr algn="l">
                <a:defRPr sz="774" b="1">
                  <a:solidFill>
                    <a:srgbClr val="0072B2"/>
                  </a:solidFill>
                  <a:latin typeface="Arial"/>
                  <a:ea typeface="Arial"/>
                  <a:cs typeface="Arial"/>
                </a:defRPr>
              </a:lvl9pPr>
            </a:lstStyle>
            <a:p>
              <a:pPr algn="l">
                <a:defRPr sz="774" b="1">
                  <a:solidFill>
                    <a:srgbClr val="0072B2"/>
                  </a:solidFill>
                  <a:latin typeface="Arial"/>
                  <a:ea typeface="Arial"/>
                  <a:cs typeface="Arial"/>
                </a:defRPr>
              </a:pPr>
              <a:r>
                <a:rPr sz="774" b="1">
                  <a:solidFill>
                    <a:srgbClr val="0072B2"/>
                  </a:solidFill>
                  <a:latin typeface="Arial"/>
                  <a:ea typeface="Arial"/>
                  <a:cs typeface="Arial"/>
                </a:rPr>
                <a:t>A</a:t>
              </a:r>
            </a:p>
          </p:txBody>
        </p:sp>
        <p:sp>
          <p:nvSpPr>
            <p:cNvPr id="69" name="ellipse_068">
              <a:extLst>
                <a:ext uri="{FF2B5EF4-FFF2-40B4-BE49-F238E27FC236}">
                  <ns2:creationId id="{4C2C8984-0148-48D5-B183-D471D63E8EF1}"/>
                </a:ext>
              </a:extLst>
            </p:cNvPr>
            <p:cNvSpPr>
              <a:spLocks noGrp="1"/>
            </p:cNvSpPr>
            <p:nvPr/>
          </p:nvSpPr>
          <p:spPr>
            <a:xfrm rot="0">
              <a:off x="7450980" y="3495063"/>
              <a:ext cx="114300" cy="114300"/>
            </a:xfrm>
            <a:prstGeom prst="ellipse">
              <a:avLst/>
            </a:prstGeom>
            <a:solidFill>
              <a:srgbClr val="FFFFFF"/>
            </a:solidFill>
            <a:ln w="8849">
              <a:solidFill>
                <a:srgbClr val="FFFFFF"/>
              </a:solidFill>
              <a:prstDash val="solid"/>
            </a:ln>
          </p:spPr>
        </p:sp>
        <p:sp>
          <p:nvSpPr>
            <p:cNvPr id="70" name="ellipse_069">
              <a:extLst>
                <a:ext uri="{FF2B5EF4-FFF2-40B4-BE49-F238E27FC236}">
                  <ns2:creationId id="{CE22789C-E2DB-4FA5-8555-AD56CC191288}"/>
                </a:ext>
              </a:extLst>
            </p:cNvPr>
            <p:cNvSpPr>
              <a:spLocks noGrp="1"/>
            </p:cNvSpPr>
            <p:nvPr/>
          </p:nvSpPr>
          <p:spPr>
            <a:xfrm rot="0">
              <a:off x="7470030" y="3514113"/>
              <a:ext cx="76200" cy="76200"/>
            </a:xfrm>
            <a:prstGeom prst="ellipse">
              <a:avLst/>
            </a:prstGeom>
            <a:solidFill>
              <a:srgbClr val="FFFFFF"/>
            </a:solidFill>
            <a:ln w="8849">
              <a:solidFill>
                <a:srgbClr val="D55E00"/>
              </a:solidFill>
              <a:prstDash val="solid"/>
            </a:ln>
          </p:spPr>
        </p:sp>
        <p:sp>
          <p:nvSpPr>
            <p:cNvPr id="71" name="text_070">
              <a:extLst>
                <a:ext uri="{FF2B5EF4-FFF2-40B4-BE49-F238E27FC236}">
                  <ns2:creationId id="{B8129221-CD1C-4194-9F3F-EC039A8499C0}"/>
                </a:ext>
              </a:extLst>
            </p:cNvPr>
            <p:cNvSpPr>
              <a:spLocks noGrp="1"/>
            </p:cNvSpPr>
            <p:nvPr/>
          </p:nvSpPr>
          <p:spPr>
            <a:xfrm rot="0">
              <a:off x="7584330" y="3323613"/>
              <a:ext cx="247650" cy="247650"/>
            </a:xfrm>
            <a:prstGeom prst="rect">
              <a:avLst/>
            </a:prstGeom>
            <a:noFill/>
            <a:ln w="0">
              <a:noFill/>
              <a:prstDash val="solid"/>
            </a:ln>
          </p:spPr>
          <p:txBody>
            <a:bodyPr wrap="none" lIns="0" tIns="0" rIns="0" bIns="0" anchor="t">
              <a:noAutofit/>
            </a:bodyPr>
            <a:lstStyle>
              <a:defPPr algn="l">
                <a:defRPr sz="774" b="1">
                  <a:solidFill>
                    <a:srgbClr val="D55E00"/>
                  </a:solidFill>
                  <a:latin typeface="Arial"/>
                  <a:ea typeface="Arial"/>
                  <a:cs typeface="Arial"/>
                </a:defRPr>
              </a:defPPr>
              <a:lvl1pPr algn="l">
                <a:defRPr sz="774" b="1">
                  <a:solidFill>
                    <a:srgbClr val="D55E00"/>
                  </a:solidFill>
                  <a:latin typeface="Arial"/>
                  <a:ea typeface="Arial"/>
                  <a:cs typeface="Arial"/>
                </a:defRPr>
              </a:lvl1pPr>
              <a:lvl2pPr algn="l">
                <a:defRPr sz="774" b="1">
                  <a:solidFill>
                    <a:srgbClr val="D55E00"/>
                  </a:solidFill>
                  <a:latin typeface="Arial"/>
                  <a:ea typeface="Arial"/>
                  <a:cs typeface="Arial"/>
                </a:defRPr>
              </a:lvl2pPr>
              <a:lvl3pPr algn="l">
                <a:defRPr sz="774" b="1">
                  <a:solidFill>
                    <a:srgbClr val="D55E00"/>
                  </a:solidFill>
                  <a:latin typeface="Arial"/>
                  <a:ea typeface="Arial"/>
                  <a:cs typeface="Arial"/>
                </a:defRPr>
              </a:lvl3pPr>
              <a:lvl4pPr algn="l">
                <a:defRPr sz="774" b="1">
                  <a:solidFill>
                    <a:srgbClr val="D55E00"/>
                  </a:solidFill>
                  <a:latin typeface="Arial"/>
                  <a:ea typeface="Arial"/>
                  <a:cs typeface="Arial"/>
                </a:defRPr>
              </a:lvl4pPr>
              <a:lvl5pPr algn="l">
                <a:defRPr sz="774" b="1">
                  <a:solidFill>
                    <a:srgbClr val="D55E00"/>
                  </a:solidFill>
                  <a:latin typeface="Arial"/>
                  <a:ea typeface="Arial"/>
                  <a:cs typeface="Arial"/>
                </a:defRPr>
              </a:lvl5pPr>
              <a:lvl6pPr algn="l">
                <a:defRPr sz="774" b="1">
                  <a:solidFill>
                    <a:srgbClr val="D55E00"/>
                  </a:solidFill>
                  <a:latin typeface="Arial"/>
                  <a:ea typeface="Arial"/>
                  <a:cs typeface="Arial"/>
                </a:defRPr>
              </a:lvl6pPr>
              <a:lvl7pPr algn="l">
                <a:defRPr sz="774" b="1">
                  <a:solidFill>
                    <a:srgbClr val="D55E00"/>
                  </a:solidFill>
                  <a:latin typeface="Arial"/>
                  <a:ea typeface="Arial"/>
                  <a:cs typeface="Arial"/>
                </a:defRPr>
              </a:lvl7pPr>
              <a:lvl8pPr algn="l">
                <a:defRPr sz="774" b="1">
                  <a:solidFill>
                    <a:srgbClr val="D55E00"/>
                  </a:solidFill>
                  <a:latin typeface="Arial"/>
                  <a:ea typeface="Arial"/>
                  <a:cs typeface="Arial"/>
                </a:defRPr>
              </a:lvl8pPr>
              <a:lvl9pPr algn="l">
                <a:defRPr sz="774" b="1">
                  <a:solidFill>
                    <a:srgbClr val="D55E00"/>
                  </a:solidFill>
                  <a:latin typeface="Arial"/>
                  <a:ea typeface="Arial"/>
                  <a:cs typeface="Arial"/>
                </a:defRPr>
              </a:lvl9pPr>
            </a:lstStyle>
            <a:p>
              <a:pPr algn="l">
                <a:defRPr sz="774" b="1">
                  <a:solidFill>
                    <a:srgbClr val="D55E00"/>
                  </a:solidFill>
                  <a:latin typeface="Arial"/>
                  <a:ea typeface="Arial"/>
                  <a:cs typeface="Arial"/>
                </a:defRPr>
              </a:pPr>
              <a:r>
                <a:rPr sz="774" b="1">
                  <a:solidFill>
                    <a:srgbClr val="D55E00"/>
                  </a:solidFill>
                  <a:latin typeface="Arial"/>
                  <a:ea typeface="Arial"/>
                  <a:cs typeface="Arial"/>
                </a:rPr>
                <a:t>B</a:t>
              </a:r>
            </a:p>
          </p:txBody>
        </p:sp>
        <p:sp>
          <p:nvSpPr>
            <p:cNvPr id="72" name="ellipse_071">
              <a:extLst>
                <a:ext uri="{FF2B5EF4-FFF2-40B4-BE49-F238E27FC236}">
                  <ns2:creationId id="{92410581-DC4B-4475-8749-D8886F332E1D}"/>
                </a:ext>
              </a:extLst>
            </p:cNvPr>
            <p:cNvSpPr>
              <a:spLocks noGrp="1"/>
            </p:cNvSpPr>
            <p:nvPr/>
          </p:nvSpPr>
          <p:spPr>
            <a:xfrm rot="0">
              <a:off x="6491676" y="4900381"/>
              <a:ext cx="114300" cy="114300"/>
            </a:xfrm>
            <a:prstGeom prst="ellipse">
              <a:avLst/>
            </a:prstGeom>
            <a:solidFill>
              <a:srgbClr val="FFFFFF"/>
            </a:solidFill>
            <a:ln w="8849">
              <a:solidFill>
                <a:srgbClr val="FFFFFF"/>
              </a:solidFill>
              <a:prstDash val="solid"/>
            </a:ln>
          </p:spPr>
        </p:sp>
        <p:sp>
          <p:nvSpPr>
            <p:cNvPr id="73" name="ellipse_072">
              <a:extLst>
                <a:ext uri="{FF2B5EF4-FFF2-40B4-BE49-F238E27FC236}">
                  <ns2:creationId id="{696C6930-7D2C-47B6-9E66-25620DA526C7}"/>
                </a:ext>
              </a:extLst>
            </p:cNvPr>
            <p:cNvSpPr>
              <a:spLocks noGrp="1"/>
            </p:cNvSpPr>
            <p:nvPr/>
          </p:nvSpPr>
          <p:spPr>
            <a:xfrm rot="0">
              <a:off x="6510726" y="4919431"/>
              <a:ext cx="76200" cy="76200"/>
            </a:xfrm>
            <a:prstGeom prst="ellipse">
              <a:avLst/>
            </a:prstGeom>
            <a:solidFill>
              <a:srgbClr val="FFFFFF"/>
            </a:solidFill>
            <a:ln w="8849">
              <a:solidFill>
                <a:srgbClr val="009E73"/>
              </a:solidFill>
              <a:prstDash val="solid"/>
            </a:ln>
          </p:spPr>
        </p:sp>
        <p:sp>
          <p:nvSpPr>
            <p:cNvPr id="74" name="text_073">
              <a:extLst>
                <a:ext uri="{FF2B5EF4-FFF2-40B4-BE49-F238E27FC236}">
                  <ns2:creationId id="{9DBA9532-83A8-4206-A150-D8B6E95B1E00}"/>
                </a:ext>
              </a:extLst>
            </p:cNvPr>
            <p:cNvSpPr>
              <a:spLocks noGrp="1"/>
            </p:cNvSpPr>
            <p:nvPr/>
          </p:nvSpPr>
          <p:spPr>
            <a:xfrm rot="0">
              <a:off x="6625026" y="4728931"/>
              <a:ext cx="247650" cy="247650"/>
            </a:xfrm>
            <a:prstGeom prst="rect">
              <a:avLst/>
            </a:prstGeom>
            <a:noFill/>
            <a:ln w="0">
              <a:noFill/>
              <a:prstDash val="solid"/>
            </a:ln>
          </p:spPr>
          <p:txBody>
            <a:bodyPr wrap="none" lIns="0" tIns="0" rIns="0" bIns="0" anchor="t">
              <a:noAutofit/>
            </a:bodyPr>
            <a:lstStyle>
              <a:defPPr algn="l">
                <a:defRPr sz="774" b="1">
                  <a:solidFill>
                    <a:srgbClr val="009E73"/>
                  </a:solidFill>
                  <a:latin typeface="Arial"/>
                  <a:ea typeface="Arial"/>
                  <a:cs typeface="Arial"/>
                </a:defRPr>
              </a:defPPr>
              <a:lvl1pPr algn="l">
                <a:defRPr sz="774" b="1">
                  <a:solidFill>
                    <a:srgbClr val="009E73"/>
                  </a:solidFill>
                  <a:latin typeface="Arial"/>
                  <a:ea typeface="Arial"/>
                  <a:cs typeface="Arial"/>
                </a:defRPr>
              </a:lvl1pPr>
              <a:lvl2pPr algn="l">
                <a:defRPr sz="774" b="1">
                  <a:solidFill>
                    <a:srgbClr val="009E73"/>
                  </a:solidFill>
                  <a:latin typeface="Arial"/>
                  <a:ea typeface="Arial"/>
                  <a:cs typeface="Arial"/>
                </a:defRPr>
              </a:lvl2pPr>
              <a:lvl3pPr algn="l">
                <a:defRPr sz="774" b="1">
                  <a:solidFill>
                    <a:srgbClr val="009E73"/>
                  </a:solidFill>
                  <a:latin typeface="Arial"/>
                  <a:ea typeface="Arial"/>
                  <a:cs typeface="Arial"/>
                </a:defRPr>
              </a:lvl3pPr>
              <a:lvl4pPr algn="l">
                <a:defRPr sz="774" b="1">
                  <a:solidFill>
                    <a:srgbClr val="009E73"/>
                  </a:solidFill>
                  <a:latin typeface="Arial"/>
                  <a:ea typeface="Arial"/>
                  <a:cs typeface="Arial"/>
                </a:defRPr>
              </a:lvl4pPr>
              <a:lvl5pPr algn="l">
                <a:defRPr sz="774" b="1">
                  <a:solidFill>
                    <a:srgbClr val="009E73"/>
                  </a:solidFill>
                  <a:latin typeface="Arial"/>
                  <a:ea typeface="Arial"/>
                  <a:cs typeface="Arial"/>
                </a:defRPr>
              </a:lvl5pPr>
              <a:lvl6pPr algn="l">
                <a:defRPr sz="774" b="1">
                  <a:solidFill>
                    <a:srgbClr val="009E73"/>
                  </a:solidFill>
                  <a:latin typeface="Arial"/>
                  <a:ea typeface="Arial"/>
                  <a:cs typeface="Arial"/>
                </a:defRPr>
              </a:lvl6pPr>
              <a:lvl7pPr algn="l">
                <a:defRPr sz="774" b="1">
                  <a:solidFill>
                    <a:srgbClr val="009E73"/>
                  </a:solidFill>
                  <a:latin typeface="Arial"/>
                  <a:ea typeface="Arial"/>
                  <a:cs typeface="Arial"/>
                </a:defRPr>
              </a:lvl7pPr>
              <a:lvl8pPr algn="l">
                <a:defRPr sz="774" b="1">
                  <a:solidFill>
                    <a:srgbClr val="009E73"/>
                  </a:solidFill>
                  <a:latin typeface="Arial"/>
                  <a:ea typeface="Arial"/>
                  <a:cs typeface="Arial"/>
                </a:defRPr>
              </a:lvl8pPr>
              <a:lvl9pPr algn="l">
                <a:defRPr sz="774" b="1">
                  <a:solidFill>
                    <a:srgbClr val="009E73"/>
                  </a:solidFill>
                  <a:latin typeface="Arial"/>
                  <a:ea typeface="Arial"/>
                  <a:cs typeface="Arial"/>
                </a:defRPr>
              </a:lvl9pPr>
            </a:lstStyle>
            <a:p>
              <a:pPr algn="l">
                <a:defRPr sz="774" b="1">
                  <a:solidFill>
                    <a:srgbClr val="009E73"/>
                  </a:solidFill>
                  <a:latin typeface="Arial"/>
                  <a:ea typeface="Arial"/>
                  <a:cs typeface="Arial"/>
                </a:defRPr>
              </a:pPr>
              <a:r>
                <a:rPr sz="774" b="1">
                  <a:solidFill>
                    <a:srgbClr val="009E73"/>
                  </a:solidFill>
                  <a:latin typeface="Arial"/>
                  <a:ea typeface="Arial"/>
                  <a:cs typeface="Arial"/>
                </a:rPr>
                <a:t>C</a:t>
              </a:r>
            </a:p>
          </p:txBody>
        </p:sp>
        <p:sp>
          <p:nvSpPr>
            <p:cNvPr id="75" name="rect_074">
              <a:extLst>
                <a:ext uri="{FF2B5EF4-FFF2-40B4-BE49-F238E27FC236}">
                  <ns2:creationId id="{C8116C1F-FC8F-493C-B933-56C800929625}"/>
                </a:ext>
              </a:extLst>
            </p:cNvPr>
            <p:cNvSpPr>
              <a:spLocks noGrp="1"/>
            </p:cNvSpPr>
            <p:nvPr/>
          </p:nvSpPr>
          <p:spPr>
            <a:xfrm rot="0">
              <a:off x="5886450" y="3257550"/>
              <a:ext cx="2238375" cy="2221308"/>
            </a:xfrm>
            <a:prstGeom prst="rect">
              <a:avLst/>
            </a:prstGeom>
            <a:noFill/>
            <a:ln w="7374">
              <a:solidFill>
                <a:srgbClr val="B2182B"/>
              </a:solidFill>
              <a:prstDash val="solid"/>
            </a:ln>
          </p:spPr>
        </p:sp>
        <p:sp>
          <p:nvSpPr>
            <p:cNvPr id="76" name="text_075">
              <a:extLst>
                <a:ext uri="{FF2B5EF4-FFF2-40B4-BE49-F238E27FC236}">
                  <ns2:creationId id="{94E4F6D6-5BE1-4E0F-BB8A-FB414234F43E}"/>
                </a:ext>
              </a:extLst>
            </p:cNvPr>
            <p:cNvSpPr>
              <a:spLocks noGrp="1"/>
            </p:cNvSpPr>
            <p:nvPr/>
          </p:nvSpPr>
          <p:spPr>
            <a:xfrm rot="0">
              <a:off x="8401050" y="2981325"/>
              <a:ext cx="2428875" cy="247650"/>
            </a:xfrm>
            <a:prstGeom prst="rect">
              <a:avLst/>
            </a:prstGeom>
            <a:noFill/>
            <a:ln w="0">
              <a:noFill/>
              <a:prstDash val="solid"/>
            </a:ln>
          </p:spPr>
          <p:txBody>
            <a:bodyPr wrap="none" lIns="0" tIns="0" rIns="0" bIns="0" anchor="t">
              <a:noAutofit/>
            </a:bodyPr>
            <a:lstStyle>
              <a:defPPr algn="ctr">
                <a:defRPr sz="813" b="1">
                  <a:solidFill>
                    <a:srgbClr val="000000"/>
                  </a:solidFill>
                  <a:latin typeface="Arial"/>
                  <a:ea typeface="Arial"/>
                  <a:cs typeface="Arial"/>
                </a:defRPr>
              </a:defPPr>
              <a:lvl1pPr algn="ctr">
                <a:defRPr sz="813" b="1">
                  <a:solidFill>
                    <a:srgbClr val="000000"/>
                  </a:solidFill>
                  <a:latin typeface="Arial"/>
                  <a:ea typeface="Arial"/>
                  <a:cs typeface="Arial"/>
                </a:defRPr>
              </a:lvl1pPr>
              <a:lvl2pPr algn="ctr">
                <a:defRPr sz="813" b="1">
                  <a:solidFill>
                    <a:srgbClr val="000000"/>
                  </a:solidFill>
                  <a:latin typeface="Arial"/>
                  <a:ea typeface="Arial"/>
                  <a:cs typeface="Arial"/>
                </a:defRPr>
              </a:lvl2pPr>
              <a:lvl3pPr algn="ctr">
                <a:defRPr sz="813" b="1">
                  <a:solidFill>
                    <a:srgbClr val="000000"/>
                  </a:solidFill>
                  <a:latin typeface="Arial"/>
                  <a:ea typeface="Arial"/>
                  <a:cs typeface="Arial"/>
                </a:defRPr>
              </a:lvl3pPr>
              <a:lvl4pPr algn="ctr">
                <a:defRPr sz="813" b="1">
                  <a:solidFill>
                    <a:srgbClr val="000000"/>
                  </a:solidFill>
                  <a:latin typeface="Arial"/>
                  <a:ea typeface="Arial"/>
                  <a:cs typeface="Arial"/>
                </a:defRPr>
              </a:lvl4pPr>
              <a:lvl5pPr algn="ctr">
                <a:defRPr sz="813" b="1">
                  <a:solidFill>
                    <a:srgbClr val="000000"/>
                  </a:solidFill>
                  <a:latin typeface="Arial"/>
                  <a:ea typeface="Arial"/>
                  <a:cs typeface="Arial"/>
                </a:defRPr>
              </a:lvl5pPr>
              <a:lvl6pPr algn="ctr">
                <a:defRPr sz="813" b="1">
                  <a:solidFill>
                    <a:srgbClr val="000000"/>
                  </a:solidFill>
                  <a:latin typeface="Arial"/>
                  <a:ea typeface="Arial"/>
                  <a:cs typeface="Arial"/>
                </a:defRPr>
              </a:lvl6pPr>
              <a:lvl7pPr algn="ctr">
                <a:defRPr sz="813" b="1">
                  <a:solidFill>
                    <a:srgbClr val="000000"/>
                  </a:solidFill>
                  <a:latin typeface="Arial"/>
                  <a:ea typeface="Arial"/>
                  <a:cs typeface="Arial"/>
                </a:defRPr>
              </a:lvl7pPr>
              <a:lvl8pPr algn="ctr">
                <a:defRPr sz="813" b="1">
                  <a:solidFill>
                    <a:srgbClr val="000000"/>
                  </a:solidFill>
                  <a:latin typeface="Arial"/>
                  <a:ea typeface="Arial"/>
                  <a:cs typeface="Arial"/>
                </a:defRPr>
              </a:lvl8pPr>
              <a:lvl9pPr algn="ctr">
                <a:defRPr sz="813" b="1">
                  <a:solidFill>
                    <a:srgbClr val="000000"/>
                  </a:solidFill>
                  <a:latin typeface="Arial"/>
                  <a:ea typeface="Arial"/>
                  <a:cs typeface="Arial"/>
                </a:defRPr>
              </a:lvl9pPr>
            </a:lstStyle>
            <a:p>
              <a:pPr algn="ctr">
                <a:defRPr sz="813" b="1">
                  <a:solidFill>
                    <a:srgbClr val="000000"/>
                  </a:solidFill>
                  <a:latin typeface="Arial"/>
                  <a:ea typeface="Arial"/>
                  <a:cs typeface="Arial"/>
                </a:defRPr>
              </a:pPr>
              <a:r>
                <a:rPr sz="813" b="1">
                  <a:solidFill>
                    <a:srgbClr val="000000"/>
                  </a:solidFill>
                  <a:latin typeface="Arial"/>
                  <a:ea typeface="Arial"/>
                  <a:cs typeface="Arial"/>
                </a:rPr>
                <a:t>2000-07-15</a:t>
              </a:r>
            </a:p>
          </p:txBody>
        </p:sp>
        <p:pic>
          <p:nvPicPr>
            <p:cNvPr id="77" name="">
              <a:extLst>
                <a:ext uri="{FF2B5EF4-FFF2-40B4-BE49-F238E27FC236}">
                  <ns2:creationId id="{2036A67D-3876-420F-A375-01B4A13A7D92}"/>
                </a:ext>
              </a:extLst>
            </p:cNvPr>
            <p:cNvPicPr>
              <a:picLocks noChangeAspect="1"/>
            </p:cNvPicPr>
            <p:nvPr/>
          </p:nvPicPr>
          <p:blipFill>
            <a:blip r:embed="R64553e667f5b4856"/>
            <a:stretch/>
          </p:blipFill>
          <p:spPr>
            <a:xfrm>
              <a:off x="8496430" y="3257550"/>
              <a:ext cx="2238115" cy="2221308"/>
            </a:xfrm>
            <a:prstGeom prst="rect">
              <a:avLst/>
            </a:prstGeom>
          </p:spPr>
        </p:pic>
        <p:sp>
          <p:nvSpPr>
            <p:cNvPr id="78" name="rect_077">
              <a:extLst>
                <a:ext uri="{FF2B5EF4-FFF2-40B4-BE49-F238E27FC236}">
                  <ns2:creationId id="{D3209288-C1A2-4664-8CFE-2FC3EFDCCA6A}"/>
                </a:ext>
              </a:extLst>
            </p:cNvPr>
            <p:cNvSpPr>
              <a:spLocks noGrp="1"/>
            </p:cNvSpPr>
            <p:nvPr/>
          </p:nvSpPr>
          <p:spPr>
            <a:xfrm rot="0">
              <a:off x="8496300" y="3257550"/>
              <a:ext cx="2238375" cy="2221308"/>
            </a:xfrm>
            <a:prstGeom prst="rect">
              <a:avLst/>
            </a:prstGeom>
            <a:noFill/>
            <a:ln w="3195">
              <a:solidFill>
                <a:srgbClr val="6A7278"/>
              </a:solidFill>
              <a:prstDash val="solid"/>
            </a:ln>
          </p:spPr>
        </p:sp>
        <p:sp>
          <p:nvSpPr>
            <p:cNvPr id="79" name="text_078">
              <a:extLst>
                <a:ext uri="{FF2B5EF4-FFF2-40B4-BE49-F238E27FC236}">
                  <ns2:creationId id="{40F1AAA5-9180-41E8-A2CC-AB70D181E364}"/>
                </a:ext>
              </a:extLst>
            </p:cNvPr>
            <p:cNvSpPr>
              <a:spLocks noGrp="1"/>
            </p:cNvSpPr>
            <p:nvPr/>
          </p:nvSpPr>
          <p:spPr>
            <a:xfrm rot="0">
              <a:off x="8258175" y="5526483"/>
              <a:ext cx="476250" cy="209550"/>
            </a:xfrm>
            <a:prstGeom prst="rect">
              <a:avLst/>
            </a:prstGeom>
            <a:noFill/>
            <a:ln w="0">
              <a:noFill/>
              <a:prstDash val="solid"/>
            </a:ln>
          </p:spPr>
          <p:txBody>
            <a:bodyPr wrap="none" lIns="0" tIns="0" rIns="0" bIns="0" anchor="t">
              <a:noAutofit/>
            </a:bodyPr>
            <a:lstStyle>
              <a:defPPr algn="ctr">
                <a:defRPr sz="581" b="0">
                  <a:solidFill>
                    <a:srgbClr val="000000"/>
                  </a:solidFill>
                  <a:latin typeface="Arial"/>
                  <a:ea typeface="Arial"/>
                  <a:cs typeface="Arial"/>
                </a:defRPr>
              </a:defPPr>
              <a:lvl1pPr algn="ctr">
                <a:defRPr sz="581" b="0">
                  <a:solidFill>
                    <a:srgbClr val="000000"/>
                  </a:solidFill>
                  <a:latin typeface="Arial"/>
                  <a:ea typeface="Arial"/>
                  <a:cs typeface="Arial"/>
                </a:defRPr>
              </a:lvl1pPr>
              <a:lvl2pPr algn="ctr">
                <a:defRPr sz="581" b="0">
                  <a:solidFill>
                    <a:srgbClr val="000000"/>
                  </a:solidFill>
                  <a:latin typeface="Arial"/>
                  <a:ea typeface="Arial"/>
                  <a:cs typeface="Arial"/>
                </a:defRPr>
              </a:lvl2pPr>
              <a:lvl3pPr algn="ctr">
                <a:defRPr sz="581" b="0">
                  <a:solidFill>
                    <a:srgbClr val="000000"/>
                  </a:solidFill>
                  <a:latin typeface="Arial"/>
                  <a:ea typeface="Arial"/>
                  <a:cs typeface="Arial"/>
                </a:defRPr>
              </a:lvl3pPr>
              <a:lvl4pPr algn="ctr">
                <a:defRPr sz="581" b="0">
                  <a:solidFill>
                    <a:srgbClr val="000000"/>
                  </a:solidFill>
                  <a:latin typeface="Arial"/>
                  <a:ea typeface="Arial"/>
                  <a:cs typeface="Arial"/>
                </a:defRPr>
              </a:lvl4pPr>
              <a:lvl5pPr algn="ctr">
                <a:defRPr sz="581" b="0">
                  <a:solidFill>
                    <a:srgbClr val="000000"/>
                  </a:solidFill>
                  <a:latin typeface="Arial"/>
                  <a:ea typeface="Arial"/>
                  <a:cs typeface="Arial"/>
                </a:defRPr>
              </a:lvl5pPr>
              <a:lvl6pPr algn="ctr">
                <a:defRPr sz="581" b="0">
                  <a:solidFill>
                    <a:srgbClr val="000000"/>
                  </a:solidFill>
                  <a:latin typeface="Arial"/>
                  <a:ea typeface="Arial"/>
                  <a:cs typeface="Arial"/>
                </a:defRPr>
              </a:lvl6pPr>
              <a:lvl7pPr algn="ctr">
                <a:defRPr sz="581" b="0">
                  <a:solidFill>
                    <a:srgbClr val="000000"/>
                  </a:solidFill>
                  <a:latin typeface="Arial"/>
                  <a:ea typeface="Arial"/>
                  <a:cs typeface="Arial"/>
                </a:defRPr>
              </a:lvl7pPr>
              <a:lvl8pPr algn="ctr">
                <a:defRPr sz="581" b="0">
                  <a:solidFill>
                    <a:srgbClr val="000000"/>
                  </a:solidFill>
                  <a:latin typeface="Arial"/>
                  <a:ea typeface="Arial"/>
                  <a:cs typeface="Arial"/>
                </a:defRPr>
              </a:lvl8pPr>
              <a:lvl9pPr algn="ctr">
                <a:defRPr sz="581" b="0">
                  <a:solidFill>
                    <a:srgbClr val="000000"/>
                  </a:solidFill>
                  <a:latin typeface="Arial"/>
                  <a:ea typeface="Arial"/>
                  <a:cs typeface="Arial"/>
                </a:defRPr>
              </a:lvl9pPr>
            </a:lstStyle>
            <a:p>
              <a:pPr algn="ctr">
                <a:defRPr sz="581" b="0">
                  <a:solidFill>
                    <a:srgbClr val="000000"/>
                  </a:solidFill>
                  <a:latin typeface="Arial"/>
                  <a:ea typeface="Arial"/>
                  <a:cs typeface="Arial"/>
                </a:defRPr>
              </a:pPr>
              <a:r>
                <a:rPr sz="581" b="0">
                  <a:solidFill>
                    <a:srgbClr val="000000"/>
                  </a:solidFill>
                  <a:latin typeface="Arial"/>
                  <a:ea typeface="Arial"/>
                  <a:cs typeface="Arial"/>
                </a:rPr>
                <a:t>102</a:t>
              </a:r>
            </a:p>
          </p:txBody>
        </p:sp>
        <p:sp>
          <p:nvSpPr>
            <p:cNvPr id="80" name="text_079">
              <a:extLst>
                <a:ext uri="{FF2B5EF4-FFF2-40B4-BE49-F238E27FC236}">
                  <ns2:creationId id="{35C15768-309A-4C7C-964B-FC4822747CC7}"/>
                </a:ext>
              </a:extLst>
            </p:cNvPr>
            <p:cNvSpPr>
              <a:spLocks noGrp="1"/>
            </p:cNvSpPr>
            <p:nvPr/>
          </p:nvSpPr>
          <p:spPr>
            <a:xfrm rot="0">
              <a:off x="9377362" y="5526483"/>
              <a:ext cx="476250" cy="209550"/>
            </a:xfrm>
            <a:prstGeom prst="rect">
              <a:avLst/>
            </a:prstGeom>
            <a:noFill/>
            <a:ln w="0">
              <a:noFill/>
              <a:prstDash val="solid"/>
            </a:ln>
          </p:spPr>
          <p:txBody>
            <a:bodyPr wrap="none" lIns="0" tIns="0" rIns="0" bIns="0" anchor="t">
              <a:noAutofit/>
            </a:bodyPr>
            <a:lstStyle>
              <a:defPPr algn="ctr">
                <a:defRPr sz="581" b="0">
                  <a:solidFill>
                    <a:srgbClr val="000000"/>
                  </a:solidFill>
                  <a:latin typeface="Arial"/>
                  <a:ea typeface="Arial"/>
                  <a:cs typeface="Arial"/>
                </a:defRPr>
              </a:defPPr>
              <a:lvl1pPr algn="ctr">
                <a:defRPr sz="581" b="0">
                  <a:solidFill>
                    <a:srgbClr val="000000"/>
                  </a:solidFill>
                  <a:latin typeface="Arial"/>
                  <a:ea typeface="Arial"/>
                  <a:cs typeface="Arial"/>
                </a:defRPr>
              </a:lvl1pPr>
              <a:lvl2pPr algn="ctr">
                <a:defRPr sz="581" b="0">
                  <a:solidFill>
                    <a:srgbClr val="000000"/>
                  </a:solidFill>
                  <a:latin typeface="Arial"/>
                  <a:ea typeface="Arial"/>
                  <a:cs typeface="Arial"/>
                </a:defRPr>
              </a:lvl2pPr>
              <a:lvl3pPr algn="ctr">
                <a:defRPr sz="581" b="0">
                  <a:solidFill>
                    <a:srgbClr val="000000"/>
                  </a:solidFill>
                  <a:latin typeface="Arial"/>
                  <a:ea typeface="Arial"/>
                  <a:cs typeface="Arial"/>
                </a:defRPr>
              </a:lvl3pPr>
              <a:lvl4pPr algn="ctr">
                <a:defRPr sz="581" b="0">
                  <a:solidFill>
                    <a:srgbClr val="000000"/>
                  </a:solidFill>
                  <a:latin typeface="Arial"/>
                  <a:ea typeface="Arial"/>
                  <a:cs typeface="Arial"/>
                </a:defRPr>
              </a:lvl4pPr>
              <a:lvl5pPr algn="ctr">
                <a:defRPr sz="581" b="0">
                  <a:solidFill>
                    <a:srgbClr val="000000"/>
                  </a:solidFill>
                  <a:latin typeface="Arial"/>
                  <a:ea typeface="Arial"/>
                  <a:cs typeface="Arial"/>
                </a:defRPr>
              </a:lvl5pPr>
              <a:lvl6pPr algn="ctr">
                <a:defRPr sz="581" b="0">
                  <a:solidFill>
                    <a:srgbClr val="000000"/>
                  </a:solidFill>
                  <a:latin typeface="Arial"/>
                  <a:ea typeface="Arial"/>
                  <a:cs typeface="Arial"/>
                </a:defRPr>
              </a:lvl6pPr>
              <a:lvl7pPr algn="ctr">
                <a:defRPr sz="581" b="0">
                  <a:solidFill>
                    <a:srgbClr val="000000"/>
                  </a:solidFill>
                  <a:latin typeface="Arial"/>
                  <a:ea typeface="Arial"/>
                  <a:cs typeface="Arial"/>
                </a:defRPr>
              </a:lvl7pPr>
              <a:lvl8pPr algn="ctr">
                <a:defRPr sz="581" b="0">
                  <a:solidFill>
                    <a:srgbClr val="000000"/>
                  </a:solidFill>
                  <a:latin typeface="Arial"/>
                  <a:ea typeface="Arial"/>
                  <a:cs typeface="Arial"/>
                </a:defRPr>
              </a:lvl8pPr>
              <a:lvl9pPr algn="ctr">
                <a:defRPr sz="581" b="0">
                  <a:solidFill>
                    <a:srgbClr val="000000"/>
                  </a:solidFill>
                  <a:latin typeface="Arial"/>
                  <a:ea typeface="Arial"/>
                  <a:cs typeface="Arial"/>
                </a:defRPr>
              </a:lvl9pPr>
            </a:lstStyle>
            <a:p>
              <a:pPr algn="ctr">
                <a:defRPr sz="581" b="0">
                  <a:solidFill>
                    <a:srgbClr val="000000"/>
                  </a:solidFill>
                  <a:latin typeface="Arial"/>
                  <a:ea typeface="Arial"/>
                  <a:cs typeface="Arial"/>
                </a:defRPr>
              </a:pPr>
              <a:r>
                <a:rPr sz="581" b="0">
                  <a:solidFill>
                    <a:srgbClr val="000000"/>
                  </a:solidFill>
                  <a:latin typeface="Arial"/>
                  <a:ea typeface="Arial"/>
                  <a:cs typeface="Arial"/>
                </a:rPr>
                <a:t>108</a:t>
              </a:r>
            </a:p>
          </p:txBody>
        </p:sp>
        <p:sp>
          <p:nvSpPr>
            <p:cNvPr id="81" name="text_080">
              <a:extLst>
                <a:ext uri="{FF2B5EF4-FFF2-40B4-BE49-F238E27FC236}">
                  <ns2:creationId id="{FA9DC965-7A2C-4F30-AD1B-0E0743009017}"/>
                </a:ext>
              </a:extLst>
            </p:cNvPr>
            <p:cNvSpPr>
              <a:spLocks noGrp="1"/>
            </p:cNvSpPr>
            <p:nvPr/>
          </p:nvSpPr>
          <p:spPr>
            <a:xfrm rot="0">
              <a:off x="10496550" y="5526483"/>
              <a:ext cx="476250" cy="209550"/>
            </a:xfrm>
            <a:prstGeom prst="rect">
              <a:avLst/>
            </a:prstGeom>
            <a:noFill/>
            <a:ln w="0">
              <a:noFill/>
              <a:prstDash val="solid"/>
            </a:ln>
          </p:spPr>
          <p:txBody>
            <a:bodyPr wrap="none" lIns="0" tIns="0" rIns="0" bIns="0" anchor="t">
              <a:noAutofit/>
            </a:bodyPr>
            <a:lstStyle>
              <a:defPPr algn="ctr">
                <a:defRPr sz="581" b="0">
                  <a:solidFill>
                    <a:srgbClr val="000000"/>
                  </a:solidFill>
                  <a:latin typeface="Arial"/>
                  <a:ea typeface="Arial"/>
                  <a:cs typeface="Arial"/>
                </a:defRPr>
              </a:defPPr>
              <a:lvl1pPr algn="ctr">
                <a:defRPr sz="581" b="0">
                  <a:solidFill>
                    <a:srgbClr val="000000"/>
                  </a:solidFill>
                  <a:latin typeface="Arial"/>
                  <a:ea typeface="Arial"/>
                  <a:cs typeface="Arial"/>
                </a:defRPr>
              </a:lvl1pPr>
              <a:lvl2pPr algn="ctr">
                <a:defRPr sz="581" b="0">
                  <a:solidFill>
                    <a:srgbClr val="000000"/>
                  </a:solidFill>
                  <a:latin typeface="Arial"/>
                  <a:ea typeface="Arial"/>
                  <a:cs typeface="Arial"/>
                </a:defRPr>
              </a:lvl2pPr>
              <a:lvl3pPr algn="ctr">
                <a:defRPr sz="581" b="0">
                  <a:solidFill>
                    <a:srgbClr val="000000"/>
                  </a:solidFill>
                  <a:latin typeface="Arial"/>
                  <a:ea typeface="Arial"/>
                  <a:cs typeface="Arial"/>
                </a:defRPr>
              </a:lvl3pPr>
              <a:lvl4pPr algn="ctr">
                <a:defRPr sz="581" b="0">
                  <a:solidFill>
                    <a:srgbClr val="000000"/>
                  </a:solidFill>
                  <a:latin typeface="Arial"/>
                  <a:ea typeface="Arial"/>
                  <a:cs typeface="Arial"/>
                </a:defRPr>
              </a:lvl4pPr>
              <a:lvl5pPr algn="ctr">
                <a:defRPr sz="581" b="0">
                  <a:solidFill>
                    <a:srgbClr val="000000"/>
                  </a:solidFill>
                  <a:latin typeface="Arial"/>
                  <a:ea typeface="Arial"/>
                  <a:cs typeface="Arial"/>
                </a:defRPr>
              </a:lvl5pPr>
              <a:lvl6pPr algn="ctr">
                <a:defRPr sz="581" b="0">
                  <a:solidFill>
                    <a:srgbClr val="000000"/>
                  </a:solidFill>
                  <a:latin typeface="Arial"/>
                  <a:ea typeface="Arial"/>
                  <a:cs typeface="Arial"/>
                </a:defRPr>
              </a:lvl6pPr>
              <a:lvl7pPr algn="ctr">
                <a:defRPr sz="581" b="0">
                  <a:solidFill>
                    <a:srgbClr val="000000"/>
                  </a:solidFill>
                  <a:latin typeface="Arial"/>
                  <a:ea typeface="Arial"/>
                  <a:cs typeface="Arial"/>
                </a:defRPr>
              </a:lvl7pPr>
              <a:lvl8pPr algn="ctr">
                <a:defRPr sz="581" b="0">
                  <a:solidFill>
                    <a:srgbClr val="000000"/>
                  </a:solidFill>
                  <a:latin typeface="Arial"/>
                  <a:ea typeface="Arial"/>
                  <a:cs typeface="Arial"/>
                </a:defRPr>
              </a:lvl8pPr>
              <a:lvl9pPr algn="ctr">
                <a:defRPr sz="581" b="0">
                  <a:solidFill>
                    <a:srgbClr val="000000"/>
                  </a:solidFill>
                  <a:latin typeface="Arial"/>
                  <a:ea typeface="Arial"/>
                  <a:cs typeface="Arial"/>
                </a:defRPr>
              </a:lvl9pPr>
            </a:lstStyle>
            <a:p>
              <a:pPr algn="ctr">
                <a:defRPr sz="581" b="0">
                  <a:solidFill>
                    <a:srgbClr val="000000"/>
                  </a:solidFill>
                  <a:latin typeface="Arial"/>
                  <a:ea typeface="Arial"/>
                  <a:cs typeface="Arial"/>
                </a:defRPr>
              </a:pPr>
              <a:r>
                <a:rPr sz="581" b="0">
                  <a:solidFill>
                    <a:srgbClr val="000000"/>
                  </a:solidFill>
                  <a:latin typeface="Arial"/>
                  <a:ea typeface="Arial"/>
                  <a:cs typeface="Arial"/>
                </a:rPr>
                <a:t>114</a:t>
              </a:r>
            </a:p>
          </p:txBody>
        </p:sp>
        <p:sp>
          <p:nvSpPr>
            <p:cNvPr id="82" name="ellipse_081">
              <a:extLst>
                <a:ext uri="{FF2B5EF4-FFF2-40B4-BE49-F238E27FC236}">
                  <ns2:creationId id="{ADF850AE-9FEF-4849-A8E3-76A7CD357607}"/>
                </a:ext>
              </a:extLst>
            </p:cNvPr>
            <p:cNvSpPr>
              <a:spLocks noGrp="1"/>
            </p:cNvSpPr>
            <p:nvPr/>
          </p:nvSpPr>
          <p:spPr>
            <a:xfrm rot="0">
              <a:off x="10426279" y="5263043"/>
              <a:ext cx="114300" cy="114300"/>
            </a:xfrm>
            <a:prstGeom prst="ellipse">
              <a:avLst/>
            </a:prstGeom>
            <a:solidFill>
              <a:srgbClr val="FFFFFF"/>
            </a:solidFill>
            <a:ln w="8849">
              <a:solidFill>
                <a:srgbClr val="FFFFFF"/>
              </a:solidFill>
              <a:prstDash val="solid"/>
            </a:ln>
          </p:spPr>
        </p:sp>
        <p:sp>
          <p:nvSpPr>
            <p:cNvPr id="83" name="ellipse_082">
              <a:extLst>
                <a:ext uri="{FF2B5EF4-FFF2-40B4-BE49-F238E27FC236}">
                  <ns2:creationId id="{F38CAF6B-F127-4082-B828-54DB7FD60154}"/>
                </a:ext>
              </a:extLst>
            </p:cNvPr>
            <p:cNvSpPr>
              <a:spLocks noGrp="1"/>
            </p:cNvSpPr>
            <p:nvPr/>
          </p:nvSpPr>
          <p:spPr>
            <a:xfrm rot="0">
              <a:off x="10445329" y="5282093"/>
              <a:ext cx="76200" cy="76200"/>
            </a:xfrm>
            <a:prstGeom prst="ellipse">
              <a:avLst/>
            </a:prstGeom>
            <a:solidFill>
              <a:srgbClr val="FFFFFF"/>
            </a:solidFill>
            <a:ln w="8849">
              <a:solidFill>
                <a:srgbClr val="0072B2"/>
              </a:solidFill>
              <a:prstDash val="solid"/>
            </a:ln>
          </p:spPr>
        </p:sp>
        <p:sp>
          <p:nvSpPr>
            <p:cNvPr id="84" name="text_083">
              <a:extLst>
                <a:ext uri="{FF2B5EF4-FFF2-40B4-BE49-F238E27FC236}">
                  <ns2:creationId id="{BA265CA0-EF33-4C2A-970B-CAC5CABF6D1E}"/>
                </a:ext>
              </a:extLst>
            </p:cNvPr>
            <p:cNvSpPr>
              <a:spLocks noGrp="1"/>
            </p:cNvSpPr>
            <p:nvPr/>
          </p:nvSpPr>
          <p:spPr>
            <a:xfrm rot="0">
              <a:off x="10559629" y="5091593"/>
              <a:ext cx="247650" cy="247650"/>
            </a:xfrm>
            <a:prstGeom prst="rect">
              <a:avLst/>
            </a:prstGeom>
            <a:noFill/>
            <a:ln w="0">
              <a:noFill/>
              <a:prstDash val="solid"/>
            </a:ln>
          </p:spPr>
          <p:txBody>
            <a:bodyPr wrap="none" lIns="0" tIns="0" rIns="0" bIns="0" anchor="t">
              <a:noAutofit/>
            </a:bodyPr>
            <a:lstStyle>
              <a:defPPr algn="l">
                <a:defRPr sz="774" b="1">
                  <a:solidFill>
                    <a:srgbClr val="0072B2"/>
                  </a:solidFill>
                  <a:latin typeface="Arial"/>
                  <a:ea typeface="Arial"/>
                  <a:cs typeface="Arial"/>
                </a:defRPr>
              </a:defPPr>
              <a:lvl1pPr algn="l">
                <a:defRPr sz="774" b="1">
                  <a:solidFill>
                    <a:srgbClr val="0072B2"/>
                  </a:solidFill>
                  <a:latin typeface="Arial"/>
                  <a:ea typeface="Arial"/>
                  <a:cs typeface="Arial"/>
                </a:defRPr>
              </a:lvl1pPr>
              <a:lvl2pPr algn="l">
                <a:defRPr sz="774" b="1">
                  <a:solidFill>
                    <a:srgbClr val="0072B2"/>
                  </a:solidFill>
                  <a:latin typeface="Arial"/>
                  <a:ea typeface="Arial"/>
                  <a:cs typeface="Arial"/>
                </a:defRPr>
              </a:lvl2pPr>
              <a:lvl3pPr algn="l">
                <a:defRPr sz="774" b="1">
                  <a:solidFill>
                    <a:srgbClr val="0072B2"/>
                  </a:solidFill>
                  <a:latin typeface="Arial"/>
                  <a:ea typeface="Arial"/>
                  <a:cs typeface="Arial"/>
                </a:defRPr>
              </a:lvl3pPr>
              <a:lvl4pPr algn="l">
                <a:defRPr sz="774" b="1">
                  <a:solidFill>
                    <a:srgbClr val="0072B2"/>
                  </a:solidFill>
                  <a:latin typeface="Arial"/>
                  <a:ea typeface="Arial"/>
                  <a:cs typeface="Arial"/>
                </a:defRPr>
              </a:lvl4pPr>
              <a:lvl5pPr algn="l">
                <a:defRPr sz="774" b="1">
                  <a:solidFill>
                    <a:srgbClr val="0072B2"/>
                  </a:solidFill>
                  <a:latin typeface="Arial"/>
                  <a:ea typeface="Arial"/>
                  <a:cs typeface="Arial"/>
                </a:defRPr>
              </a:lvl5pPr>
              <a:lvl6pPr algn="l">
                <a:defRPr sz="774" b="1">
                  <a:solidFill>
                    <a:srgbClr val="0072B2"/>
                  </a:solidFill>
                  <a:latin typeface="Arial"/>
                  <a:ea typeface="Arial"/>
                  <a:cs typeface="Arial"/>
                </a:defRPr>
              </a:lvl6pPr>
              <a:lvl7pPr algn="l">
                <a:defRPr sz="774" b="1">
                  <a:solidFill>
                    <a:srgbClr val="0072B2"/>
                  </a:solidFill>
                  <a:latin typeface="Arial"/>
                  <a:ea typeface="Arial"/>
                  <a:cs typeface="Arial"/>
                </a:defRPr>
              </a:lvl7pPr>
              <a:lvl8pPr algn="l">
                <a:defRPr sz="774" b="1">
                  <a:solidFill>
                    <a:srgbClr val="0072B2"/>
                  </a:solidFill>
                  <a:latin typeface="Arial"/>
                  <a:ea typeface="Arial"/>
                  <a:cs typeface="Arial"/>
                </a:defRPr>
              </a:lvl8pPr>
              <a:lvl9pPr algn="l">
                <a:defRPr sz="774" b="1">
                  <a:solidFill>
                    <a:srgbClr val="0072B2"/>
                  </a:solidFill>
                  <a:latin typeface="Arial"/>
                  <a:ea typeface="Arial"/>
                  <a:cs typeface="Arial"/>
                </a:defRPr>
              </a:lvl9pPr>
            </a:lstStyle>
            <a:p>
              <a:pPr algn="l">
                <a:defRPr sz="774" b="1">
                  <a:solidFill>
                    <a:srgbClr val="0072B2"/>
                  </a:solidFill>
                  <a:latin typeface="Arial"/>
                  <a:ea typeface="Arial"/>
                  <a:cs typeface="Arial"/>
                </a:defRPr>
              </a:pPr>
              <a:r>
                <a:rPr sz="774" b="1">
                  <a:solidFill>
                    <a:srgbClr val="0072B2"/>
                  </a:solidFill>
                  <a:latin typeface="Arial"/>
                  <a:ea typeface="Arial"/>
                  <a:cs typeface="Arial"/>
                </a:rPr>
                <a:t>A</a:t>
              </a:r>
            </a:p>
          </p:txBody>
        </p:sp>
        <p:sp>
          <p:nvSpPr>
            <p:cNvPr id="85" name="ellipse_084">
              <a:extLst>
                <a:ext uri="{FF2B5EF4-FFF2-40B4-BE49-F238E27FC236}">
                  <ns2:creationId id="{6808496F-4324-4034-8E35-94D3341A61D0}"/>
                </a:ext>
              </a:extLst>
            </p:cNvPr>
            <p:cNvSpPr>
              <a:spLocks noGrp="1"/>
            </p:cNvSpPr>
            <p:nvPr/>
          </p:nvSpPr>
          <p:spPr>
            <a:xfrm rot="0">
              <a:off x="8690396" y="3404398"/>
              <a:ext cx="114300" cy="114300"/>
            </a:xfrm>
            <a:prstGeom prst="ellipse">
              <a:avLst/>
            </a:prstGeom>
            <a:solidFill>
              <a:srgbClr val="FFFFFF"/>
            </a:solidFill>
            <a:ln w="8849">
              <a:solidFill>
                <a:srgbClr val="FFFFFF"/>
              </a:solidFill>
              <a:prstDash val="solid"/>
            </a:ln>
          </p:spPr>
        </p:sp>
        <p:sp>
          <p:nvSpPr>
            <p:cNvPr id="86" name="ellipse_085">
              <a:extLst>
                <a:ext uri="{FF2B5EF4-FFF2-40B4-BE49-F238E27FC236}">
                  <ns2:creationId id="{4C52C49F-6AC5-4904-9E08-9DBCF2341B92}"/>
                </a:ext>
              </a:extLst>
            </p:cNvPr>
            <p:cNvSpPr>
              <a:spLocks noGrp="1"/>
            </p:cNvSpPr>
            <p:nvPr/>
          </p:nvSpPr>
          <p:spPr>
            <a:xfrm rot="0">
              <a:off x="8709446" y="3423448"/>
              <a:ext cx="76200" cy="76200"/>
            </a:xfrm>
            <a:prstGeom prst="ellipse">
              <a:avLst/>
            </a:prstGeom>
            <a:solidFill>
              <a:srgbClr val="FFFFFF"/>
            </a:solidFill>
            <a:ln w="8849">
              <a:solidFill>
                <a:srgbClr val="D55E00"/>
              </a:solidFill>
              <a:prstDash val="solid"/>
            </a:ln>
          </p:spPr>
        </p:sp>
        <p:sp>
          <p:nvSpPr>
            <p:cNvPr id="87" name="text_086">
              <a:extLst>
                <a:ext uri="{FF2B5EF4-FFF2-40B4-BE49-F238E27FC236}">
                  <ns2:creationId id="{E2C2404B-88D6-498B-998F-5665A27FCE42}"/>
                </a:ext>
              </a:extLst>
            </p:cNvPr>
            <p:cNvSpPr>
              <a:spLocks noGrp="1"/>
            </p:cNvSpPr>
            <p:nvPr/>
          </p:nvSpPr>
          <p:spPr>
            <a:xfrm rot="0">
              <a:off x="8823746" y="3232948"/>
              <a:ext cx="247650" cy="247650"/>
            </a:xfrm>
            <a:prstGeom prst="rect">
              <a:avLst/>
            </a:prstGeom>
            <a:noFill/>
            <a:ln w="0">
              <a:noFill/>
              <a:prstDash val="solid"/>
            </a:ln>
          </p:spPr>
          <p:txBody>
            <a:bodyPr wrap="none" lIns="0" tIns="0" rIns="0" bIns="0" anchor="t">
              <a:noAutofit/>
            </a:bodyPr>
            <a:lstStyle>
              <a:defPPr algn="l">
                <a:defRPr sz="774" b="1">
                  <a:solidFill>
                    <a:srgbClr val="D55E00"/>
                  </a:solidFill>
                  <a:latin typeface="Arial"/>
                  <a:ea typeface="Arial"/>
                  <a:cs typeface="Arial"/>
                </a:defRPr>
              </a:defPPr>
              <a:lvl1pPr algn="l">
                <a:defRPr sz="774" b="1">
                  <a:solidFill>
                    <a:srgbClr val="D55E00"/>
                  </a:solidFill>
                  <a:latin typeface="Arial"/>
                  <a:ea typeface="Arial"/>
                  <a:cs typeface="Arial"/>
                </a:defRPr>
              </a:lvl1pPr>
              <a:lvl2pPr algn="l">
                <a:defRPr sz="774" b="1">
                  <a:solidFill>
                    <a:srgbClr val="D55E00"/>
                  </a:solidFill>
                  <a:latin typeface="Arial"/>
                  <a:ea typeface="Arial"/>
                  <a:cs typeface="Arial"/>
                </a:defRPr>
              </a:lvl2pPr>
              <a:lvl3pPr algn="l">
                <a:defRPr sz="774" b="1">
                  <a:solidFill>
                    <a:srgbClr val="D55E00"/>
                  </a:solidFill>
                  <a:latin typeface="Arial"/>
                  <a:ea typeface="Arial"/>
                  <a:cs typeface="Arial"/>
                </a:defRPr>
              </a:lvl3pPr>
              <a:lvl4pPr algn="l">
                <a:defRPr sz="774" b="1">
                  <a:solidFill>
                    <a:srgbClr val="D55E00"/>
                  </a:solidFill>
                  <a:latin typeface="Arial"/>
                  <a:ea typeface="Arial"/>
                  <a:cs typeface="Arial"/>
                </a:defRPr>
              </a:lvl4pPr>
              <a:lvl5pPr algn="l">
                <a:defRPr sz="774" b="1">
                  <a:solidFill>
                    <a:srgbClr val="D55E00"/>
                  </a:solidFill>
                  <a:latin typeface="Arial"/>
                  <a:ea typeface="Arial"/>
                  <a:cs typeface="Arial"/>
                </a:defRPr>
              </a:lvl5pPr>
              <a:lvl6pPr algn="l">
                <a:defRPr sz="774" b="1">
                  <a:solidFill>
                    <a:srgbClr val="D55E00"/>
                  </a:solidFill>
                  <a:latin typeface="Arial"/>
                  <a:ea typeface="Arial"/>
                  <a:cs typeface="Arial"/>
                </a:defRPr>
              </a:lvl6pPr>
              <a:lvl7pPr algn="l">
                <a:defRPr sz="774" b="1">
                  <a:solidFill>
                    <a:srgbClr val="D55E00"/>
                  </a:solidFill>
                  <a:latin typeface="Arial"/>
                  <a:ea typeface="Arial"/>
                  <a:cs typeface="Arial"/>
                </a:defRPr>
              </a:lvl7pPr>
              <a:lvl8pPr algn="l">
                <a:defRPr sz="774" b="1">
                  <a:solidFill>
                    <a:srgbClr val="D55E00"/>
                  </a:solidFill>
                  <a:latin typeface="Arial"/>
                  <a:ea typeface="Arial"/>
                  <a:cs typeface="Arial"/>
                </a:defRPr>
              </a:lvl8pPr>
              <a:lvl9pPr algn="l">
                <a:defRPr sz="774" b="1">
                  <a:solidFill>
                    <a:srgbClr val="D55E00"/>
                  </a:solidFill>
                  <a:latin typeface="Arial"/>
                  <a:ea typeface="Arial"/>
                  <a:cs typeface="Arial"/>
                </a:defRPr>
              </a:lvl9pPr>
            </a:lstStyle>
            <a:p>
              <a:pPr algn="l">
                <a:defRPr sz="774" b="1">
                  <a:solidFill>
                    <a:srgbClr val="D55E00"/>
                  </a:solidFill>
                  <a:latin typeface="Arial"/>
                  <a:ea typeface="Arial"/>
                  <a:cs typeface="Arial"/>
                </a:defRPr>
              </a:pPr>
              <a:r>
                <a:rPr sz="774" b="1">
                  <a:solidFill>
                    <a:srgbClr val="D55E00"/>
                  </a:solidFill>
                  <a:latin typeface="Arial"/>
                  <a:ea typeface="Arial"/>
                  <a:cs typeface="Arial"/>
                </a:rPr>
                <a:t>B</a:t>
              </a:r>
            </a:p>
          </p:txBody>
        </p:sp>
        <p:sp>
          <p:nvSpPr>
            <p:cNvPr id="88" name="ellipse_087">
              <a:extLst>
                <a:ext uri="{FF2B5EF4-FFF2-40B4-BE49-F238E27FC236}">
                  <ns2:creationId id="{24FFD6FC-13CD-4A94-999B-9E0A06802F22}"/>
                </a:ext>
              </a:extLst>
            </p:cNvPr>
            <p:cNvSpPr>
              <a:spLocks noGrp="1"/>
            </p:cNvSpPr>
            <p:nvPr/>
          </p:nvSpPr>
          <p:spPr>
            <a:xfrm rot="0">
              <a:off x="9147207" y="4809715"/>
              <a:ext cx="114300" cy="114300"/>
            </a:xfrm>
            <a:prstGeom prst="ellipse">
              <a:avLst/>
            </a:prstGeom>
            <a:solidFill>
              <a:srgbClr val="FFFFFF"/>
            </a:solidFill>
            <a:ln w="8849">
              <a:solidFill>
                <a:srgbClr val="FFFFFF"/>
              </a:solidFill>
              <a:prstDash val="solid"/>
            </a:ln>
          </p:spPr>
        </p:sp>
        <p:sp>
          <p:nvSpPr>
            <p:cNvPr id="89" name="ellipse_088">
              <a:extLst>
                <a:ext uri="{FF2B5EF4-FFF2-40B4-BE49-F238E27FC236}">
                  <ns2:creationId id="{C139E2EB-1470-45A2-BFC6-8E2EB2425765}"/>
                </a:ext>
              </a:extLst>
            </p:cNvPr>
            <p:cNvSpPr>
              <a:spLocks noGrp="1"/>
            </p:cNvSpPr>
            <p:nvPr/>
          </p:nvSpPr>
          <p:spPr>
            <a:xfrm rot="0">
              <a:off x="9166257" y="4828765"/>
              <a:ext cx="76200" cy="76200"/>
            </a:xfrm>
            <a:prstGeom prst="ellipse">
              <a:avLst/>
            </a:prstGeom>
            <a:solidFill>
              <a:srgbClr val="FFFFFF"/>
            </a:solidFill>
            <a:ln w="8849">
              <a:solidFill>
                <a:srgbClr val="009E73"/>
              </a:solidFill>
              <a:prstDash val="solid"/>
            </a:ln>
          </p:spPr>
        </p:sp>
        <p:sp>
          <p:nvSpPr>
            <p:cNvPr id="90" name="text_089">
              <a:extLst>
                <a:ext uri="{FF2B5EF4-FFF2-40B4-BE49-F238E27FC236}">
                  <ns2:creationId id="{36AB4493-AC65-4F90-B203-3B354CD2D8C7}"/>
                </a:ext>
              </a:extLst>
            </p:cNvPr>
            <p:cNvSpPr>
              <a:spLocks noGrp="1"/>
            </p:cNvSpPr>
            <p:nvPr/>
          </p:nvSpPr>
          <p:spPr>
            <a:xfrm rot="0">
              <a:off x="9280557" y="4638265"/>
              <a:ext cx="247650" cy="247650"/>
            </a:xfrm>
            <a:prstGeom prst="rect">
              <a:avLst/>
            </a:prstGeom>
            <a:noFill/>
            <a:ln w="0">
              <a:noFill/>
              <a:prstDash val="solid"/>
            </a:ln>
          </p:spPr>
          <p:txBody>
            <a:bodyPr wrap="none" lIns="0" tIns="0" rIns="0" bIns="0" anchor="t">
              <a:noAutofit/>
            </a:bodyPr>
            <a:lstStyle>
              <a:defPPr algn="l">
                <a:defRPr sz="774" b="1">
                  <a:solidFill>
                    <a:srgbClr val="009E73"/>
                  </a:solidFill>
                  <a:latin typeface="Arial"/>
                  <a:ea typeface="Arial"/>
                  <a:cs typeface="Arial"/>
                </a:defRPr>
              </a:defPPr>
              <a:lvl1pPr algn="l">
                <a:defRPr sz="774" b="1">
                  <a:solidFill>
                    <a:srgbClr val="009E73"/>
                  </a:solidFill>
                  <a:latin typeface="Arial"/>
                  <a:ea typeface="Arial"/>
                  <a:cs typeface="Arial"/>
                </a:defRPr>
              </a:lvl1pPr>
              <a:lvl2pPr algn="l">
                <a:defRPr sz="774" b="1">
                  <a:solidFill>
                    <a:srgbClr val="009E73"/>
                  </a:solidFill>
                  <a:latin typeface="Arial"/>
                  <a:ea typeface="Arial"/>
                  <a:cs typeface="Arial"/>
                </a:defRPr>
              </a:lvl2pPr>
              <a:lvl3pPr algn="l">
                <a:defRPr sz="774" b="1">
                  <a:solidFill>
                    <a:srgbClr val="009E73"/>
                  </a:solidFill>
                  <a:latin typeface="Arial"/>
                  <a:ea typeface="Arial"/>
                  <a:cs typeface="Arial"/>
                </a:defRPr>
              </a:lvl3pPr>
              <a:lvl4pPr algn="l">
                <a:defRPr sz="774" b="1">
                  <a:solidFill>
                    <a:srgbClr val="009E73"/>
                  </a:solidFill>
                  <a:latin typeface="Arial"/>
                  <a:ea typeface="Arial"/>
                  <a:cs typeface="Arial"/>
                </a:defRPr>
              </a:lvl4pPr>
              <a:lvl5pPr algn="l">
                <a:defRPr sz="774" b="1">
                  <a:solidFill>
                    <a:srgbClr val="009E73"/>
                  </a:solidFill>
                  <a:latin typeface="Arial"/>
                  <a:ea typeface="Arial"/>
                  <a:cs typeface="Arial"/>
                </a:defRPr>
              </a:lvl5pPr>
              <a:lvl6pPr algn="l">
                <a:defRPr sz="774" b="1">
                  <a:solidFill>
                    <a:srgbClr val="009E73"/>
                  </a:solidFill>
                  <a:latin typeface="Arial"/>
                  <a:ea typeface="Arial"/>
                  <a:cs typeface="Arial"/>
                </a:defRPr>
              </a:lvl6pPr>
              <a:lvl7pPr algn="l">
                <a:defRPr sz="774" b="1">
                  <a:solidFill>
                    <a:srgbClr val="009E73"/>
                  </a:solidFill>
                  <a:latin typeface="Arial"/>
                  <a:ea typeface="Arial"/>
                  <a:cs typeface="Arial"/>
                </a:defRPr>
              </a:lvl7pPr>
              <a:lvl8pPr algn="l">
                <a:defRPr sz="774" b="1">
                  <a:solidFill>
                    <a:srgbClr val="009E73"/>
                  </a:solidFill>
                  <a:latin typeface="Arial"/>
                  <a:ea typeface="Arial"/>
                  <a:cs typeface="Arial"/>
                </a:defRPr>
              </a:lvl8pPr>
              <a:lvl9pPr algn="l">
                <a:defRPr sz="774" b="1">
                  <a:solidFill>
                    <a:srgbClr val="009E73"/>
                  </a:solidFill>
                  <a:latin typeface="Arial"/>
                  <a:ea typeface="Arial"/>
                  <a:cs typeface="Arial"/>
                </a:defRPr>
              </a:lvl9pPr>
            </a:lstStyle>
            <a:p>
              <a:pPr algn="l">
                <a:defRPr sz="774" b="1">
                  <a:solidFill>
                    <a:srgbClr val="009E73"/>
                  </a:solidFill>
                  <a:latin typeface="Arial"/>
                  <a:ea typeface="Arial"/>
                  <a:cs typeface="Arial"/>
                </a:defRPr>
              </a:pPr>
              <a:r>
                <a:rPr sz="774" b="1">
                  <a:solidFill>
                    <a:srgbClr val="009E73"/>
                  </a:solidFill>
                  <a:latin typeface="Arial"/>
                  <a:ea typeface="Arial"/>
                  <a:cs typeface="Arial"/>
                </a:rPr>
                <a:t>C</a:t>
              </a:r>
            </a:p>
          </p:txBody>
        </p:sp>
        <p:sp>
          <p:nvSpPr>
            <p:cNvPr id="91" name="text_090">
              <a:extLst>
                <a:ext uri="{FF2B5EF4-FFF2-40B4-BE49-F238E27FC236}">
                  <ns2:creationId id="{67089FD0-28E0-449C-8794-DE425E420464}"/>
                </a:ext>
              </a:extLst>
            </p:cNvPr>
            <p:cNvSpPr>
              <a:spLocks noGrp="1"/>
            </p:cNvSpPr>
            <p:nvPr/>
          </p:nvSpPr>
          <p:spPr>
            <a:xfrm rot="0">
              <a:off x="11010900" y="2981325"/>
              <a:ext cx="2428875" cy="247650"/>
            </a:xfrm>
            <a:prstGeom prst="rect">
              <a:avLst/>
            </a:prstGeom>
            <a:noFill/>
            <a:ln w="0">
              <a:noFill/>
              <a:prstDash val="solid"/>
            </a:ln>
          </p:spPr>
          <p:txBody>
            <a:bodyPr wrap="none" lIns="0" tIns="0" rIns="0" bIns="0" anchor="t">
              <a:noAutofit/>
            </a:bodyPr>
            <a:lstStyle>
              <a:defPPr algn="ctr">
                <a:defRPr sz="813" b="1">
                  <a:solidFill>
                    <a:srgbClr val="000000"/>
                  </a:solidFill>
                  <a:latin typeface="Arial"/>
                  <a:ea typeface="Arial"/>
                  <a:cs typeface="Arial"/>
                </a:defRPr>
              </a:defPPr>
              <a:lvl1pPr algn="ctr">
                <a:defRPr sz="813" b="1">
                  <a:solidFill>
                    <a:srgbClr val="000000"/>
                  </a:solidFill>
                  <a:latin typeface="Arial"/>
                  <a:ea typeface="Arial"/>
                  <a:cs typeface="Arial"/>
                </a:defRPr>
              </a:lvl1pPr>
              <a:lvl2pPr algn="ctr">
                <a:defRPr sz="813" b="1">
                  <a:solidFill>
                    <a:srgbClr val="000000"/>
                  </a:solidFill>
                  <a:latin typeface="Arial"/>
                  <a:ea typeface="Arial"/>
                  <a:cs typeface="Arial"/>
                </a:defRPr>
              </a:lvl2pPr>
              <a:lvl3pPr algn="ctr">
                <a:defRPr sz="813" b="1">
                  <a:solidFill>
                    <a:srgbClr val="000000"/>
                  </a:solidFill>
                  <a:latin typeface="Arial"/>
                  <a:ea typeface="Arial"/>
                  <a:cs typeface="Arial"/>
                </a:defRPr>
              </a:lvl3pPr>
              <a:lvl4pPr algn="ctr">
                <a:defRPr sz="813" b="1">
                  <a:solidFill>
                    <a:srgbClr val="000000"/>
                  </a:solidFill>
                  <a:latin typeface="Arial"/>
                  <a:ea typeface="Arial"/>
                  <a:cs typeface="Arial"/>
                </a:defRPr>
              </a:lvl4pPr>
              <a:lvl5pPr algn="ctr">
                <a:defRPr sz="813" b="1">
                  <a:solidFill>
                    <a:srgbClr val="000000"/>
                  </a:solidFill>
                  <a:latin typeface="Arial"/>
                  <a:ea typeface="Arial"/>
                  <a:cs typeface="Arial"/>
                </a:defRPr>
              </a:lvl5pPr>
              <a:lvl6pPr algn="ctr">
                <a:defRPr sz="813" b="1">
                  <a:solidFill>
                    <a:srgbClr val="000000"/>
                  </a:solidFill>
                  <a:latin typeface="Arial"/>
                  <a:ea typeface="Arial"/>
                  <a:cs typeface="Arial"/>
                </a:defRPr>
              </a:lvl6pPr>
              <a:lvl7pPr algn="ctr">
                <a:defRPr sz="813" b="1">
                  <a:solidFill>
                    <a:srgbClr val="000000"/>
                  </a:solidFill>
                  <a:latin typeface="Arial"/>
                  <a:ea typeface="Arial"/>
                  <a:cs typeface="Arial"/>
                </a:defRPr>
              </a:lvl7pPr>
              <a:lvl8pPr algn="ctr">
                <a:defRPr sz="813" b="1">
                  <a:solidFill>
                    <a:srgbClr val="000000"/>
                  </a:solidFill>
                  <a:latin typeface="Arial"/>
                  <a:ea typeface="Arial"/>
                  <a:cs typeface="Arial"/>
                </a:defRPr>
              </a:lvl8pPr>
              <a:lvl9pPr algn="ctr">
                <a:defRPr sz="813" b="1">
                  <a:solidFill>
                    <a:srgbClr val="000000"/>
                  </a:solidFill>
                  <a:latin typeface="Arial"/>
                  <a:ea typeface="Arial"/>
                  <a:cs typeface="Arial"/>
                </a:defRPr>
              </a:lvl9pPr>
            </a:lstStyle>
            <a:p>
              <a:pPr algn="ctr">
                <a:defRPr sz="813" b="1">
                  <a:solidFill>
                    <a:srgbClr val="000000"/>
                  </a:solidFill>
                  <a:latin typeface="Arial"/>
                  <a:ea typeface="Arial"/>
                  <a:cs typeface="Arial"/>
                </a:defRPr>
              </a:pPr>
              <a:r>
                <a:rPr sz="813" b="1">
                  <a:solidFill>
                    <a:srgbClr val="000000"/>
                  </a:solidFill>
                  <a:latin typeface="Arial"/>
                  <a:ea typeface="Arial"/>
                  <a:cs typeface="Arial"/>
                </a:rPr>
                <a:t>2000-07-16</a:t>
              </a:r>
            </a:p>
          </p:txBody>
        </p:sp>
        <p:pic>
          <p:nvPicPr>
            <p:cNvPr id="92" name="">
              <a:extLst>
                <a:ext uri="{FF2B5EF4-FFF2-40B4-BE49-F238E27FC236}">
                  <ns2:creationId id="{B0155EC1-22E8-4090-A7C3-BB21D19BAA10}"/>
                </a:ext>
              </a:extLst>
            </p:cNvPr>
            <p:cNvPicPr>
              <a:picLocks noChangeAspect="1"/>
            </p:cNvPicPr>
            <p:nvPr/>
          </p:nvPicPr>
          <p:blipFill>
            <a:blip r:embed="R76e2683e934a43b2"/>
            <a:stretch/>
          </p:blipFill>
          <p:spPr>
            <a:xfrm>
              <a:off x="11106280" y="3257550"/>
              <a:ext cx="2238115" cy="2221308"/>
            </a:xfrm>
            <a:prstGeom prst="rect">
              <a:avLst/>
            </a:prstGeom>
          </p:spPr>
        </p:pic>
        <p:sp>
          <p:nvSpPr>
            <p:cNvPr id="93" name="rect_092">
              <a:extLst>
                <a:ext uri="{FF2B5EF4-FFF2-40B4-BE49-F238E27FC236}">
                  <ns2:creationId id="{59EF1925-CB13-4DB2-99F5-CFDB0F6DB724}"/>
                </a:ext>
              </a:extLst>
            </p:cNvPr>
            <p:cNvSpPr>
              <a:spLocks noGrp="1"/>
            </p:cNvSpPr>
            <p:nvPr/>
          </p:nvSpPr>
          <p:spPr>
            <a:xfrm rot="0">
              <a:off x="11106150" y="3257550"/>
              <a:ext cx="2238375" cy="2221308"/>
            </a:xfrm>
            <a:prstGeom prst="rect">
              <a:avLst/>
            </a:prstGeom>
            <a:noFill/>
            <a:ln w="3195">
              <a:solidFill>
                <a:srgbClr val="6A7278"/>
              </a:solidFill>
              <a:prstDash val="solid"/>
            </a:ln>
          </p:spPr>
        </p:sp>
        <p:sp>
          <p:nvSpPr>
            <p:cNvPr id="94" name="text_093">
              <a:extLst>
                <a:ext uri="{FF2B5EF4-FFF2-40B4-BE49-F238E27FC236}">
                  <ns2:creationId id="{0FDCF44D-D09E-4804-83C9-7528ACA0B9C2}"/>
                </a:ext>
              </a:extLst>
            </p:cNvPr>
            <p:cNvSpPr>
              <a:spLocks noGrp="1"/>
            </p:cNvSpPr>
            <p:nvPr/>
          </p:nvSpPr>
          <p:spPr>
            <a:xfrm rot="0">
              <a:off x="10868025" y="5526483"/>
              <a:ext cx="476250" cy="209550"/>
            </a:xfrm>
            <a:prstGeom prst="rect">
              <a:avLst/>
            </a:prstGeom>
            <a:noFill/>
            <a:ln w="0">
              <a:noFill/>
              <a:prstDash val="solid"/>
            </a:ln>
          </p:spPr>
          <p:txBody>
            <a:bodyPr wrap="none" lIns="0" tIns="0" rIns="0" bIns="0" anchor="t">
              <a:noAutofit/>
            </a:bodyPr>
            <a:lstStyle>
              <a:defPPr algn="ctr">
                <a:defRPr sz="581" b="0">
                  <a:solidFill>
                    <a:srgbClr val="000000"/>
                  </a:solidFill>
                  <a:latin typeface="Arial"/>
                  <a:ea typeface="Arial"/>
                  <a:cs typeface="Arial"/>
                </a:defRPr>
              </a:defPPr>
              <a:lvl1pPr algn="ctr">
                <a:defRPr sz="581" b="0">
                  <a:solidFill>
                    <a:srgbClr val="000000"/>
                  </a:solidFill>
                  <a:latin typeface="Arial"/>
                  <a:ea typeface="Arial"/>
                  <a:cs typeface="Arial"/>
                </a:defRPr>
              </a:lvl1pPr>
              <a:lvl2pPr algn="ctr">
                <a:defRPr sz="581" b="0">
                  <a:solidFill>
                    <a:srgbClr val="000000"/>
                  </a:solidFill>
                  <a:latin typeface="Arial"/>
                  <a:ea typeface="Arial"/>
                  <a:cs typeface="Arial"/>
                </a:defRPr>
              </a:lvl2pPr>
              <a:lvl3pPr algn="ctr">
                <a:defRPr sz="581" b="0">
                  <a:solidFill>
                    <a:srgbClr val="000000"/>
                  </a:solidFill>
                  <a:latin typeface="Arial"/>
                  <a:ea typeface="Arial"/>
                  <a:cs typeface="Arial"/>
                </a:defRPr>
              </a:lvl3pPr>
              <a:lvl4pPr algn="ctr">
                <a:defRPr sz="581" b="0">
                  <a:solidFill>
                    <a:srgbClr val="000000"/>
                  </a:solidFill>
                  <a:latin typeface="Arial"/>
                  <a:ea typeface="Arial"/>
                  <a:cs typeface="Arial"/>
                </a:defRPr>
              </a:lvl4pPr>
              <a:lvl5pPr algn="ctr">
                <a:defRPr sz="581" b="0">
                  <a:solidFill>
                    <a:srgbClr val="000000"/>
                  </a:solidFill>
                  <a:latin typeface="Arial"/>
                  <a:ea typeface="Arial"/>
                  <a:cs typeface="Arial"/>
                </a:defRPr>
              </a:lvl5pPr>
              <a:lvl6pPr algn="ctr">
                <a:defRPr sz="581" b="0">
                  <a:solidFill>
                    <a:srgbClr val="000000"/>
                  </a:solidFill>
                  <a:latin typeface="Arial"/>
                  <a:ea typeface="Arial"/>
                  <a:cs typeface="Arial"/>
                </a:defRPr>
              </a:lvl6pPr>
              <a:lvl7pPr algn="ctr">
                <a:defRPr sz="581" b="0">
                  <a:solidFill>
                    <a:srgbClr val="000000"/>
                  </a:solidFill>
                  <a:latin typeface="Arial"/>
                  <a:ea typeface="Arial"/>
                  <a:cs typeface="Arial"/>
                </a:defRPr>
              </a:lvl7pPr>
              <a:lvl8pPr algn="ctr">
                <a:defRPr sz="581" b="0">
                  <a:solidFill>
                    <a:srgbClr val="000000"/>
                  </a:solidFill>
                  <a:latin typeface="Arial"/>
                  <a:ea typeface="Arial"/>
                  <a:cs typeface="Arial"/>
                </a:defRPr>
              </a:lvl8pPr>
              <a:lvl9pPr algn="ctr">
                <a:defRPr sz="581" b="0">
                  <a:solidFill>
                    <a:srgbClr val="000000"/>
                  </a:solidFill>
                  <a:latin typeface="Arial"/>
                  <a:ea typeface="Arial"/>
                  <a:cs typeface="Arial"/>
                </a:defRPr>
              </a:lvl9pPr>
            </a:lstStyle>
            <a:p>
              <a:pPr algn="ctr">
                <a:defRPr sz="581" b="0">
                  <a:solidFill>
                    <a:srgbClr val="000000"/>
                  </a:solidFill>
                  <a:latin typeface="Arial"/>
                  <a:ea typeface="Arial"/>
                  <a:cs typeface="Arial"/>
                </a:defRPr>
              </a:pPr>
              <a:r>
                <a:rPr sz="581" b="0">
                  <a:solidFill>
                    <a:srgbClr val="000000"/>
                  </a:solidFill>
                  <a:latin typeface="Arial"/>
                  <a:ea typeface="Arial"/>
                  <a:cs typeface="Arial"/>
                </a:rPr>
                <a:t>102</a:t>
              </a:r>
            </a:p>
          </p:txBody>
        </p:sp>
        <p:sp>
          <p:nvSpPr>
            <p:cNvPr id="95" name="text_094">
              <a:extLst>
                <a:ext uri="{FF2B5EF4-FFF2-40B4-BE49-F238E27FC236}">
                  <ns2:creationId id="{A1D7B4AA-B60C-4C51-A67C-ACCBFA3C6B7E}"/>
                </a:ext>
              </a:extLst>
            </p:cNvPr>
            <p:cNvSpPr>
              <a:spLocks noGrp="1"/>
            </p:cNvSpPr>
            <p:nvPr/>
          </p:nvSpPr>
          <p:spPr>
            <a:xfrm rot="0">
              <a:off x="11987212" y="5526483"/>
              <a:ext cx="476250" cy="209550"/>
            </a:xfrm>
            <a:prstGeom prst="rect">
              <a:avLst/>
            </a:prstGeom>
            <a:noFill/>
            <a:ln w="0">
              <a:noFill/>
              <a:prstDash val="solid"/>
            </a:ln>
          </p:spPr>
          <p:txBody>
            <a:bodyPr wrap="none" lIns="0" tIns="0" rIns="0" bIns="0" anchor="t">
              <a:noAutofit/>
            </a:bodyPr>
            <a:lstStyle>
              <a:defPPr algn="ctr">
                <a:defRPr sz="581" b="0">
                  <a:solidFill>
                    <a:srgbClr val="000000"/>
                  </a:solidFill>
                  <a:latin typeface="Arial"/>
                  <a:ea typeface="Arial"/>
                  <a:cs typeface="Arial"/>
                </a:defRPr>
              </a:defPPr>
              <a:lvl1pPr algn="ctr">
                <a:defRPr sz="581" b="0">
                  <a:solidFill>
                    <a:srgbClr val="000000"/>
                  </a:solidFill>
                  <a:latin typeface="Arial"/>
                  <a:ea typeface="Arial"/>
                  <a:cs typeface="Arial"/>
                </a:defRPr>
              </a:lvl1pPr>
              <a:lvl2pPr algn="ctr">
                <a:defRPr sz="581" b="0">
                  <a:solidFill>
                    <a:srgbClr val="000000"/>
                  </a:solidFill>
                  <a:latin typeface="Arial"/>
                  <a:ea typeface="Arial"/>
                  <a:cs typeface="Arial"/>
                </a:defRPr>
              </a:lvl2pPr>
              <a:lvl3pPr algn="ctr">
                <a:defRPr sz="581" b="0">
                  <a:solidFill>
                    <a:srgbClr val="000000"/>
                  </a:solidFill>
                  <a:latin typeface="Arial"/>
                  <a:ea typeface="Arial"/>
                  <a:cs typeface="Arial"/>
                </a:defRPr>
              </a:lvl3pPr>
              <a:lvl4pPr algn="ctr">
                <a:defRPr sz="581" b="0">
                  <a:solidFill>
                    <a:srgbClr val="000000"/>
                  </a:solidFill>
                  <a:latin typeface="Arial"/>
                  <a:ea typeface="Arial"/>
                  <a:cs typeface="Arial"/>
                </a:defRPr>
              </a:lvl4pPr>
              <a:lvl5pPr algn="ctr">
                <a:defRPr sz="581" b="0">
                  <a:solidFill>
                    <a:srgbClr val="000000"/>
                  </a:solidFill>
                  <a:latin typeface="Arial"/>
                  <a:ea typeface="Arial"/>
                  <a:cs typeface="Arial"/>
                </a:defRPr>
              </a:lvl5pPr>
              <a:lvl6pPr algn="ctr">
                <a:defRPr sz="581" b="0">
                  <a:solidFill>
                    <a:srgbClr val="000000"/>
                  </a:solidFill>
                  <a:latin typeface="Arial"/>
                  <a:ea typeface="Arial"/>
                  <a:cs typeface="Arial"/>
                </a:defRPr>
              </a:lvl6pPr>
              <a:lvl7pPr algn="ctr">
                <a:defRPr sz="581" b="0">
                  <a:solidFill>
                    <a:srgbClr val="000000"/>
                  </a:solidFill>
                  <a:latin typeface="Arial"/>
                  <a:ea typeface="Arial"/>
                  <a:cs typeface="Arial"/>
                </a:defRPr>
              </a:lvl7pPr>
              <a:lvl8pPr algn="ctr">
                <a:defRPr sz="581" b="0">
                  <a:solidFill>
                    <a:srgbClr val="000000"/>
                  </a:solidFill>
                  <a:latin typeface="Arial"/>
                  <a:ea typeface="Arial"/>
                  <a:cs typeface="Arial"/>
                </a:defRPr>
              </a:lvl8pPr>
              <a:lvl9pPr algn="ctr">
                <a:defRPr sz="581" b="0">
                  <a:solidFill>
                    <a:srgbClr val="000000"/>
                  </a:solidFill>
                  <a:latin typeface="Arial"/>
                  <a:ea typeface="Arial"/>
                  <a:cs typeface="Arial"/>
                </a:defRPr>
              </a:lvl9pPr>
            </a:lstStyle>
            <a:p>
              <a:pPr algn="ctr">
                <a:defRPr sz="581" b="0">
                  <a:solidFill>
                    <a:srgbClr val="000000"/>
                  </a:solidFill>
                  <a:latin typeface="Arial"/>
                  <a:ea typeface="Arial"/>
                  <a:cs typeface="Arial"/>
                </a:defRPr>
              </a:pPr>
              <a:r>
                <a:rPr sz="581" b="0">
                  <a:solidFill>
                    <a:srgbClr val="000000"/>
                  </a:solidFill>
                  <a:latin typeface="Arial"/>
                  <a:ea typeface="Arial"/>
                  <a:cs typeface="Arial"/>
                </a:rPr>
                <a:t>108</a:t>
              </a:r>
            </a:p>
          </p:txBody>
        </p:sp>
        <p:sp>
          <p:nvSpPr>
            <p:cNvPr id="96" name="text_095">
              <a:extLst>
                <a:ext uri="{FF2B5EF4-FFF2-40B4-BE49-F238E27FC236}">
                  <ns2:creationId id="{A4CBDFF8-FE35-4A9A-B759-8CD22092353A}"/>
                </a:ext>
              </a:extLst>
            </p:cNvPr>
            <p:cNvSpPr>
              <a:spLocks noGrp="1"/>
            </p:cNvSpPr>
            <p:nvPr/>
          </p:nvSpPr>
          <p:spPr>
            <a:xfrm rot="0">
              <a:off x="13106400" y="5526483"/>
              <a:ext cx="476250" cy="209550"/>
            </a:xfrm>
            <a:prstGeom prst="rect">
              <a:avLst/>
            </a:prstGeom>
            <a:noFill/>
            <a:ln w="0">
              <a:noFill/>
              <a:prstDash val="solid"/>
            </a:ln>
          </p:spPr>
          <p:txBody>
            <a:bodyPr wrap="none" lIns="0" tIns="0" rIns="0" bIns="0" anchor="t">
              <a:noAutofit/>
            </a:bodyPr>
            <a:lstStyle>
              <a:defPPr algn="ctr">
                <a:defRPr sz="581" b="0">
                  <a:solidFill>
                    <a:srgbClr val="000000"/>
                  </a:solidFill>
                  <a:latin typeface="Arial"/>
                  <a:ea typeface="Arial"/>
                  <a:cs typeface="Arial"/>
                </a:defRPr>
              </a:defPPr>
              <a:lvl1pPr algn="ctr">
                <a:defRPr sz="581" b="0">
                  <a:solidFill>
                    <a:srgbClr val="000000"/>
                  </a:solidFill>
                  <a:latin typeface="Arial"/>
                  <a:ea typeface="Arial"/>
                  <a:cs typeface="Arial"/>
                </a:defRPr>
              </a:lvl1pPr>
              <a:lvl2pPr algn="ctr">
                <a:defRPr sz="581" b="0">
                  <a:solidFill>
                    <a:srgbClr val="000000"/>
                  </a:solidFill>
                  <a:latin typeface="Arial"/>
                  <a:ea typeface="Arial"/>
                  <a:cs typeface="Arial"/>
                </a:defRPr>
              </a:lvl2pPr>
              <a:lvl3pPr algn="ctr">
                <a:defRPr sz="581" b="0">
                  <a:solidFill>
                    <a:srgbClr val="000000"/>
                  </a:solidFill>
                  <a:latin typeface="Arial"/>
                  <a:ea typeface="Arial"/>
                  <a:cs typeface="Arial"/>
                </a:defRPr>
              </a:lvl3pPr>
              <a:lvl4pPr algn="ctr">
                <a:defRPr sz="581" b="0">
                  <a:solidFill>
                    <a:srgbClr val="000000"/>
                  </a:solidFill>
                  <a:latin typeface="Arial"/>
                  <a:ea typeface="Arial"/>
                  <a:cs typeface="Arial"/>
                </a:defRPr>
              </a:lvl4pPr>
              <a:lvl5pPr algn="ctr">
                <a:defRPr sz="581" b="0">
                  <a:solidFill>
                    <a:srgbClr val="000000"/>
                  </a:solidFill>
                  <a:latin typeface="Arial"/>
                  <a:ea typeface="Arial"/>
                  <a:cs typeface="Arial"/>
                </a:defRPr>
              </a:lvl5pPr>
              <a:lvl6pPr algn="ctr">
                <a:defRPr sz="581" b="0">
                  <a:solidFill>
                    <a:srgbClr val="000000"/>
                  </a:solidFill>
                  <a:latin typeface="Arial"/>
                  <a:ea typeface="Arial"/>
                  <a:cs typeface="Arial"/>
                </a:defRPr>
              </a:lvl6pPr>
              <a:lvl7pPr algn="ctr">
                <a:defRPr sz="581" b="0">
                  <a:solidFill>
                    <a:srgbClr val="000000"/>
                  </a:solidFill>
                  <a:latin typeface="Arial"/>
                  <a:ea typeface="Arial"/>
                  <a:cs typeface="Arial"/>
                </a:defRPr>
              </a:lvl7pPr>
              <a:lvl8pPr algn="ctr">
                <a:defRPr sz="581" b="0">
                  <a:solidFill>
                    <a:srgbClr val="000000"/>
                  </a:solidFill>
                  <a:latin typeface="Arial"/>
                  <a:ea typeface="Arial"/>
                  <a:cs typeface="Arial"/>
                </a:defRPr>
              </a:lvl8pPr>
              <a:lvl9pPr algn="ctr">
                <a:defRPr sz="581" b="0">
                  <a:solidFill>
                    <a:srgbClr val="000000"/>
                  </a:solidFill>
                  <a:latin typeface="Arial"/>
                  <a:ea typeface="Arial"/>
                  <a:cs typeface="Arial"/>
                </a:defRPr>
              </a:lvl9pPr>
            </a:lstStyle>
            <a:p>
              <a:pPr algn="ctr">
                <a:defRPr sz="581" b="0">
                  <a:solidFill>
                    <a:srgbClr val="000000"/>
                  </a:solidFill>
                  <a:latin typeface="Arial"/>
                  <a:ea typeface="Arial"/>
                  <a:cs typeface="Arial"/>
                </a:defRPr>
              </a:pPr>
              <a:r>
                <a:rPr sz="581" b="0">
                  <a:solidFill>
                    <a:srgbClr val="000000"/>
                  </a:solidFill>
                  <a:latin typeface="Arial"/>
                  <a:ea typeface="Arial"/>
                  <a:cs typeface="Arial"/>
                </a:rPr>
                <a:t>114</a:t>
              </a:r>
            </a:p>
          </p:txBody>
        </p:sp>
        <p:sp>
          <p:nvSpPr>
            <p:cNvPr id="97" name="ellipse_096">
              <a:extLst>
                <a:ext uri="{FF2B5EF4-FFF2-40B4-BE49-F238E27FC236}">
                  <ns2:creationId id="{3E518BB4-67B6-448C-BE1F-24A4026223FD}"/>
                </a:ext>
              </a:extLst>
            </p:cNvPr>
            <p:cNvSpPr>
              <a:spLocks noGrp="1"/>
            </p:cNvSpPr>
            <p:nvPr/>
          </p:nvSpPr>
          <p:spPr>
            <a:xfrm rot="0">
              <a:off x="13036129" y="5127045"/>
              <a:ext cx="114300" cy="114300"/>
            </a:xfrm>
            <a:prstGeom prst="ellipse">
              <a:avLst/>
            </a:prstGeom>
            <a:solidFill>
              <a:srgbClr val="FFFFFF"/>
            </a:solidFill>
            <a:ln w="8849">
              <a:solidFill>
                <a:srgbClr val="FFFFFF"/>
              </a:solidFill>
              <a:prstDash val="solid"/>
            </a:ln>
          </p:spPr>
        </p:sp>
        <p:sp>
          <p:nvSpPr>
            <p:cNvPr id="98" name="ellipse_097">
              <a:extLst>
                <a:ext uri="{FF2B5EF4-FFF2-40B4-BE49-F238E27FC236}">
                  <ns2:creationId id="{EF0EADA1-99FD-4A51-9FAC-1045D36B6695}"/>
                </a:ext>
              </a:extLst>
            </p:cNvPr>
            <p:cNvSpPr>
              <a:spLocks noGrp="1"/>
            </p:cNvSpPr>
            <p:nvPr/>
          </p:nvSpPr>
          <p:spPr>
            <a:xfrm rot="0">
              <a:off x="13055179" y="5146095"/>
              <a:ext cx="76200" cy="76200"/>
            </a:xfrm>
            <a:prstGeom prst="ellipse">
              <a:avLst/>
            </a:prstGeom>
            <a:solidFill>
              <a:srgbClr val="FFFFFF"/>
            </a:solidFill>
            <a:ln w="8849">
              <a:solidFill>
                <a:srgbClr val="0072B2"/>
              </a:solidFill>
              <a:prstDash val="solid"/>
            </a:ln>
          </p:spPr>
        </p:sp>
        <p:sp>
          <p:nvSpPr>
            <p:cNvPr id="99" name="text_098">
              <a:extLst>
                <a:ext uri="{FF2B5EF4-FFF2-40B4-BE49-F238E27FC236}">
                  <ns2:creationId id="{C71CF814-2D44-48AB-8664-FBE6FCCF0BE3}"/>
                </a:ext>
              </a:extLst>
            </p:cNvPr>
            <p:cNvSpPr>
              <a:spLocks noGrp="1"/>
            </p:cNvSpPr>
            <p:nvPr/>
          </p:nvSpPr>
          <p:spPr>
            <a:xfrm rot="0">
              <a:off x="13169479" y="4955595"/>
              <a:ext cx="247650" cy="247650"/>
            </a:xfrm>
            <a:prstGeom prst="rect">
              <a:avLst/>
            </a:prstGeom>
            <a:noFill/>
            <a:ln w="0">
              <a:noFill/>
              <a:prstDash val="solid"/>
            </a:ln>
          </p:spPr>
          <p:txBody>
            <a:bodyPr wrap="none" lIns="0" tIns="0" rIns="0" bIns="0" anchor="t">
              <a:noAutofit/>
            </a:bodyPr>
            <a:lstStyle>
              <a:defPPr algn="l">
                <a:defRPr sz="774" b="1">
                  <a:solidFill>
                    <a:srgbClr val="0072B2"/>
                  </a:solidFill>
                  <a:latin typeface="Arial"/>
                  <a:ea typeface="Arial"/>
                  <a:cs typeface="Arial"/>
                </a:defRPr>
              </a:defPPr>
              <a:lvl1pPr algn="l">
                <a:defRPr sz="774" b="1">
                  <a:solidFill>
                    <a:srgbClr val="0072B2"/>
                  </a:solidFill>
                  <a:latin typeface="Arial"/>
                  <a:ea typeface="Arial"/>
                  <a:cs typeface="Arial"/>
                </a:defRPr>
              </a:lvl1pPr>
              <a:lvl2pPr algn="l">
                <a:defRPr sz="774" b="1">
                  <a:solidFill>
                    <a:srgbClr val="0072B2"/>
                  </a:solidFill>
                  <a:latin typeface="Arial"/>
                  <a:ea typeface="Arial"/>
                  <a:cs typeface="Arial"/>
                </a:defRPr>
              </a:lvl2pPr>
              <a:lvl3pPr algn="l">
                <a:defRPr sz="774" b="1">
                  <a:solidFill>
                    <a:srgbClr val="0072B2"/>
                  </a:solidFill>
                  <a:latin typeface="Arial"/>
                  <a:ea typeface="Arial"/>
                  <a:cs typeface="Arial"/>
                </a:defRPr>
              </a:lvl3pPr>
              <a:lvl4pPr algn="l">
                <a:defRPr sz="774" b="1">
                  <a:solidFill>
                    <a:srgbClr val="0072B2"/>
                  </a:solidFill>
                  <a:latin typeface="Arial"/>
                  <a:ea typeface="Arial"/>
                  <a:cs typeface="Arial"/>
                </a:defRPr>
              </a:lvl4pPr>
              <a:lvl5pPr algn="l">
                <a:defRPr sz="774" b="1">
                  <a:solidFill>
                    <a:srgbClr val="0072B2"/>
                  </a:solidFill>
                  <a:latin typeface="Arial"/>
                  <a:ea typeface="Arial"/>
                  <a:cs typeface="Arial"/>
                </a:defRPr>
              </a:lvl5pPr>
              <a:lvl6pPr algn="l">
                <a:defRPr sz="774" b="1">
                  <a:solidFill>
                    <a:srgbClr val="0072B2"/>
                  </a:solidFill>
                  <a:latin typeface="Arial"/>
                  <a:ea typeface="Arial"/>
                  <a:cs typeface="Arial"/>
                </a:defRPr>
              </a:lvl6pPr>
              <a:lvl7pPr algn="l">
                <a:defRPr sz="774" b="1">
                  <a:solidFill>
                    <a:srgbClr val="0072B2"/>
                  </a:solidFill>
                  <a:latin typeface="Arial"/>
                  <a:ea typeface="Arial"/>
                  <a:cs typeface="Arial"/>
                </a:defRPr>
              </a:lvl7pPr>
              <a:lvl8pPr algn="l">
                <a:defRPr sz="774" b="1">
                  <a:solidFill>
                    <a:srgbClr val="0072B2"/>
                  </a:solidFill>
                  <a:latin typeface="Arial"/>
                  <a:ea typeface="Arial"/>
                  <a:cs typeface="Arial"/>
                </a:defRPr>
              </a:lvl8pPr>
              <a:lvl9pPr algn="l">
                <a:defRPr sz="774" b="1">
                  <a:solidFill>
                    <a:srgbClr val="0072B2"/>
                  </a:solidFill>
                  <a:latin typeface="Arial"/>
                  <a:ea typeface="Arial"/>
                  <a:cs typeface="Arial"/>
                </a:defRPr>
              </a:lvl9pPr>
            </a:lstStyle>
            <a:p>
              <a:pPr algn="l">
                <a:defRPr sz="774" b="1">
                  <a:solidFill>
                    <a:srgbClr val="0072B2"/>
                  </a:solidFill>
                  <a:latin typeface="Arial"/>
                  <a:ea typeface="Arial"/>
                  <a:cs typeface="Arial"/>
                </a:defRPr>
              </a:pPr>
              <a:r>
                <a:rPr sz="774" b="1">
                  <a:solidFill>
                    <a:srgbClr val="0072B2"/>
                  </a:solidFill>
                  <a:latin typeface="Arial"/>
                  <a:ea typeface="Arial"/>
                  <a:cs typeface="Arial"/>
                </a:rPr>
                <a:t>A</a:t>
              </a:r>
            </a:p>
          </p:txBody>
        </p:sp>
        <p:sp>
          <p:nvSpPr>
            <p:cNvPr id="100" name="ellipse_099">
              <a:extLst>
                <a:ext uri="{FF2B5EF4-FFF2-40B4-BE49-F238E27FC236}">
                  <ns2:creationId id="{D6FBCF14-8164-4E56-A6F1-6EF3CAEFCB94}"/>
                </a:ext>
              </a:extLst>
            </p:cNvPr>
            <p:cNvSpPr>
              <a:spLocks noGrp="1"/>
            </p:cNvSpPr>
            <p:nvPr/>
          </p:nvSpPr>
          <p:spPr>
            <a:xfrm rot="0">
              <a:off x="12670680" y="3404398"/>
              <a:ext cx="114300" cy="114300"/>
            </a:xfrm>
            <a:prstGeom prst="ellipse">
              <a:avLst/>
            </a:prstGeom>
            <a:solidFill>
              <a:srgbClr val="FFFFFF"/>
            </a:solidFill>
            <a:ln w="8849">
              <a:solidFill>
                <a:srgbClr val="FFFFFF"/>
              </a:solidFill>
              <a:prstDash val="solid"/>
            </a:ln>
          </p:spPr>
        </p:sp>
        <p:sp>
          <p:nvSpPr>
            <p:cNvPr id="101" name="ellipse_100">
              <a:extLst>
                <a:ext uri="{FF2B5EF4-FFF2-40B4-BE49-F238E27FC236}">
                  <ns2:creationId id="{2ED39B18-8C19-477B-8E73-E060B6EE7697}"/>
                </a:ext>
              </a:extLst>
            </p:cNvPr>
            <p:cNvSpPr>
              <a:spLocks noGrp="1"/>
            </p:cNvSpPr>
            <p:nvPr/>
          </p:nvSpPr>
          <p:spPr>
            <a:xfrm rot="0">
              <a:off x="12689730" y="3423448"/>
              <a:ext cx="76200" cy="76200"/>
            </a:xfrm>
            <a:prstGeom prst="ellipse">
              <a:avLst/>
            </a:prstGeom>
            <a:solidFill>
              <a:srgbClr val="FFFFFF"/>
            </a:solidFill>
            <a:ln w="8849">
              <a:solidFill>
                <a:srgbClr val="D55E00"/>
              </a:solidFill>
              <a:prstDash val="solid"/>
            </a:ln>
          </p:spPr>
        </p:sp>
        <p:sp>
          <p:nvSpPr>
            <p:cNvPr id="102" name="text_101">
              <a:extLst>
                <a:ext uri="{FF2B5EF4-FFF2-40B4-BE49-F238E27FC236}">
                  <ns2:creationId id="{D027E063-93B5-4268-9D2B-1CFFE151EFDF}"/>
                </a:ext>
              </a:extLst>
            </p:cNvPr>
            <p:cNvSpPr>
              <a:spLocks noGrp="1"/>
            </p:cNvSpPr>
            <p:nvPr/>
          </p:nvSpPr>
          <p:spPr>
            <a:xfrm rot="0">
              <a:off x="12804030" y="3232948"/>
              <a:ext cx="247650" cy="247650"/>
            </a:xfrm>
            <a:prstGeom prst="rect">
              <a:avLst/>
            </a:prstGeom>
            <a:noFill/>
            <a:ln w="0">
              <a:noFill/>
              <a:prstDash val="solid"/>
            </a:ln>
          </p:spPr>
          <p:txBody>
            <a:bodyPr wrap="none" lIns="0" tIns="0" rIns="0" bIns="0" anchor="t">
              <a:noAutofit/>
            </a:bodyPr>
            <a:lstStyle>
              <a:defPPr algn="l">
                <a:defRPr sz="774" b="1">
                  <a:solidFill>
                    <a:srgbClr val="D55E00"/>
                  </a:solidFill>
                  <a:latin typeface="Arial"/>
                  <a:ea typeface="Arial"/>
                  <a:cs typeface="Arial"/>
                </a:defRPr>
              </a:defPPr>
              <a:lvl1pPr algn="l">
                <a:defRPr sz="774" b="1">
                  <a:solidFill>
                    <a:srgbClr val="D55E00"/>
                  </a:solidFill>
                  <a:latin typeface="Arial"/>
                  <a:ea typeface="Arial"/>
                  <a:cs typeface="Arial"/>
                </a:defRPr>
              </a:lvl1pPr>
              <a:lvl2pPr algn="l">
                <a:defRPr sz="774" b="1">
                  <a:solidFill>
                    <a:srgbClr val="D55E00"/>
                  </a:solidFill>
                  <a:latin typeface="Arial"/>
                  <a:ea typeface="Arial"/>
                  <a:cs typeface="Arial"/>
                </a:defRPr>
              </a:lvl2pPr>
              <a:lvl3pPr algn="l">
                <a:defRPr sz="774" b="1">
                  <a:solidFill>
                    <a:srgbClr val="D55E00"/>
                  </a:solidFill>
                  <a:latin typeface="Arial"/>
                  <a:ea typeface="Arial"/>
                  <a:cs typeface="Arial"/>
                </a:defRPr>
              </a:lvl3pPr>
              <a:lvl4pPr algn="l">
                <a:defRPr sz="774" b="1">
                  <a:solidFill>
                    <a:srgbClr val="D55E00"/>
                  </a:solidFill>
                  <a:latin typeface="Arial"/>
                  <a:ea typeface="Arial"/>
                  <a:cs typeface="Arial"/>
                </a:defRPr>
              </a:lvl4pPr>
              <a:lvl5pPr algn="l">
                <a:defRPr sz="774" b="1">
                  <a:solidFill>
                    <a:srgbClr val="D55E00"/>
                  </a:solidFill>
                  <a:latin typeface="Arial"/>
                  <a:ea typeface="Arial"/>
                  <a:cs typeface="Arial"/>
                </a:defRPr>
              </a:lvl5pPr>
              <a:lvl6pPr algn="l">
                <a:defRPr sz="774" b="1">
                  <a:solidFill>
                    <a:srgbClr val="D55E00"/>
                  </a:solidFill>
                  <a:latin typeface="Arial"/>
                  <a:ea typeface="Arial"/>
                  <a:cs typeface="Arial"/>
                </a:defRPr>
              </a:lvl6pPr>
              <a:lvl7pPr algn="l">
                <a:defRPr sz="774" b="1">
                  <a:solidFill>
                    <a:srgbClr val="D55E00"/>
                  </a:solidFill>
                  <a:latin typeface="Arial"/>
                  <a:ea typeface="Arial"/>
                  <a:cs typeface="Arial"/>
                </a:defRPr>
              </a:lvl7pPr>
              <a:lvl8pPr algn="l">
                <a:defRPr sz="774" b="1">
                  <a:solidFill>
                    <a:srgbClr val="D55E00"/>
                  </a:solidFill>
                  <a:latin typeface="Arial"/>
                  <a:ea typeface="Arial"/>
                  <a:cs typeface="Arial"/>
                </a:defRPr>
              </a:lvl8pPr>
              <a:lvl9pPr algn="l">
                <a:defRPr sz="774" b="1">
                  <a:solidFill>
                    <a:srgbClr val="D55E00"/>
                  </a:solidFill>
                  <a:latin typeface="Arial"/>
                  <a:ea typeface="Arial"/>
                  <a:cs typeface="Arial"/>
                </a:defRPr>
              </a:lvl9pPr>
            </a:lstStyle>
            <a:p>
              <a:pPr algn="l">
                <a:defRPr sz="774" b="1">
                  <a:solidFill>
                    <a:srgbClr val="D55E00"/>
                  </a:solidFill>
                  <a:latin typeface="Arial"/>
                  <a:ea typeface="Arial"/>
                  <a:cs typeface="Arial"/>
                </a:defRPr>
              </a:pPr>
              <a:r>
                <a:rPr sz="774" b="1">
                  <a:solidFill>
                    <a:srgbClr val="D55E00"/>
                  </a:solidFill>
                  <a:latin typeface="Arial"/>
                  <a:ea typeface="Arial"/>
                  <a:cs typeface="Arial"/>
                </a:rPr>
                <a:t>B</a:t>
              </a:r>
            </a:p>
          </p:txBody>
        </p:sp>
        <p:sp>
          <p:nvSpPr>
            <p:cNvPr id="103" name="ellipse_102">
              <a:extLst>
                <a:ext uri="{FF2B5EF4-FFF2-40B4-BE49-F238E27FC236}">
                  <ns2:creationId id="{04CF6E88-8504-48BF-B2FD-4C437A478290}"/>
                </a:ext>
              </a:extLst>
            </p:cNvPr>
            <p:cNvSpPr>
              <a:spLocks noGrp="1"/>
            </p:cNvSpPr>
            <p:nvPr/>
          </p:nvSpPr>
          <p:spPr>
            <a:xfrm rot="0">
              <a:off x="11574333" y="4855048"/>
              <a:ext cx="114300" cy="114300"/>
            </a:xfrm>
            <a:prstGeom prst="ellipse">
              <a:avLst/>
            </a:prstGeom>
            <a:solidFill>
              <a:srgbClr val="FFFFFF"/>
            </a:solidFill>
            <a:ln w="8849">
              <a:solidFill>
                <a:srgbClr val="FFFFFF"/>
              </a:solidFill>
              <a:prstDash val="solid"/>
            </a:ln>
          </p:spPr>
        </p:sp>
        <p:sp>
          <p:nvSpPr>
            <p:cNvPr id="104" name="ellipse_103">
              <a:extLst>
                <a:ext uri="{FF2B5EF4-FFF2-40B4-BE49-F238E27FC236}">
                  <ns2:creationId id="{A7C7B884-1776-4D77-8DBF-A5B5D56F50A0}"/>
                </a:ext>
              </a:extLst>
            </p:cNvPr>
            <p:cNvSpPr>
              <a:spLocks noGrp="1"/>
            </p:cNvSpPr>
            <p:nvPr/>
          </p:nvSpPr>
          <p:spPr>
            <a:xfrm rot="0">
              <a:off x="11593383" y="4874098"/>
              <a:ext cx="76200" cy="76200"/>
            </a:xfrm>
            <a:prstGeom prst="ellipse">
              <a:avLst/>
            </a:prstGeom>
            <a:solidFill>
              <a:srgbClr val="FFFFFF"/>
            </a:solidFill>
            <a:ln w="8849">
              <a:solidFill>
                <a:srgbClr val="009E73"/>
              </a:solidFill>
              <a:prstDash val="solid"/>
            </a:ln>
          </p:spPr>
        </p:sp>
        <p:sp>
          <p:nvSpPr>
            <p:cNvPr id="105" name="text_104">
              <a:extLst>
                <a:ext uri="{FF2B5EF4-FFF2-40B4-BE49-F238E27FC236}">
                  <ns2:creationId id="{3977C819-1F5B-4DD7-94F5-B82469214849}"/>
                </a:ext>
              </a:extLst>
            </p:cNvPr>
            <p:cNvSpPr>
              <a:spLocks noGrp="1"/>
            </p:cNvSpPr>
            <p:nvPr/>
          </p:nvSpPr>
          <p:spPr>
            <a:xfrm rot="0">
              <a:off x="11707683" y="4683598"/>
              <a:ext cx="247650" cy="247650"/>
            </a:xfrm>
            <a:prstGeom prst="rect">
              <a:avLst/>
            </a:prstGeom>
            <a:noFill/>
            <a:ln w="0">
              <a:noFill/>
              <a:prstDash val="solid"/>
            </a:ln>
          </p:spPr>
          <p:txBody>
            <a:bodyPr wrap="none" lIns="0" tIns="0" rIns="0" bIns="0" anchor="t">
              <a:noAutofit/>
            </a:bodyPr>
            <a:lstStyle>
              <a:defPPr algn="l">
                <a:defRPr sz="774" b="1">
                  <a:solidFill>
                    <a:srgbClr val="009E73"/>
                  </a:solidFill>
                  <a:latin typeface="Arial"/>
                  <a:ea typeface="Arial"/>
                  <a:cs typeface="Arial"/>
                </a:defRPr>
              </a:defPPr>
              <a:lvl1pPr algn="l">
                <a:defRPr sz="774" b="1">
                  <a:solidFill>
                    <a:srgbClr val="009E73"/>
                  </a:solidFill>
                  <a:latin typeface="Arial"/>
                  <a:ea typeface="Arial"/>
                  <a:cs typeface="Arial"/>
                </a:defRPr>
              </a:lvl1pPr>
              <a:lvl2pPr algn="l">
                <a:defRPr sz="774" b="1">
                  <a:solidFill>
                    <a:srgbClr val="009E73"/>
                  </a:solidFill>
                  <a:latin typeface="Arial"/>
                  <a:ea typeface="Arial"/>
                  <a:cs typeface="Arial"/>
                </a:defRPr>
              </a:lvl2pPr>
              <a:lvl3pPr algn="l">
                <a:defRPr sz="774" b="1">
                  <a:solidFill>
                    <a:srgbClr val="009E73"/>
                  </a:solidFill>
                  <a:latin typeface="Arial"/>
                  <a:ea typeface="Arial"/>
                  <a:cs typeface="Arial"/>
                </a:defRPr>
              </a:lvl3pPr>
              <a:lvl4pPr algn="l">
                <a:defRPr sz="774" b="1">
                  <a:solidFill>
                    <a:srgbClr val="009E73"/>
                  </a:solidFill>
                  <a:latin typeface="Arial"/>
                  <a:ea typeface="Arial"/>
                  <a:cs typeface="Arial"/>
                </a:defRPr>
              </a:lvl4pPr>
              <a:lvl5pPr algn="l">
                <a:defRPr sz="774" b="1">
                  <a:solidFill>
                    <a:srgbClr val="009E73"/>
                  </a:solidFill>
                  <a:latin typeface="Arial"/>
                  <a:ea typeface="Arial"/>
                  <a:cs typeface="Arial"/>
                </a:defRPr>
              </a:lvl5pPr>
              <a:lvl6pPr algn="l">
                <a:defRPr sz="774" b="1">
                  <a:solidFill>
                    <a:srgbClr val="009E73"/>
                  </a:solidFill>
                  <a:latin typeface="Arial"/>
                  <a:ea typeface="Arial"/>
                  <a:cs typeface="Arial"/>
                </a:defRPr>
              </a:lvl6pPr>
              <a:lvl7pPr algn="l">
                <a:defRPr sz="774" b="1">
                  <a:solidFill>
                    <a:srgbClr val="009E73"/>
                  </a:solidFill>
                  <a:latin typeface="Arial"/>
                  <a:ea typeface="Arial"/>
                  <a:cs typeface="Arial"/>
                </a:defRPr>
              </a:lvl7pPr>
              <a:lvl8pPr algn="l">
                <a:defRPr sz="774" b="1">
                  <a:solidFill>
                    <a:srgbClr val="009E73"/>
                  </a:solidFill>
                  <a:latin typeface="Arial"/>
                  <a:ea typeface="Arial"/>
                  <a:cs typeface="Arial"/>
                </a:defRPr>
              </a:lvl8pPr>
              <a:lvl9pPr algn="l">
                <a:defRPr sz="774" b="1">
                  <a:solidFill>
                    <a:srgbClr val="009E73"/>
                  </a:solidFill>
                  <a:latin typeface="Arial"/>
                  <a:ea typeface="Arial"/>
                  <a:cs typeface="Arial"/>
                </a:defRPr>
              </a:lvl9pPr>
            </a:lstStyle>
            <a:p>
              <a:pPr algn="l">
                <a:defRPr sz="774" b="1">
                  <a:solidFill>
                    <a:srgbClr val="009E73"/>
                  </a:solidFill>
                  <a:latin typeface="Arial"/>
                  <a:ea typeface="Arial"/>
                  <a:cs typeface="Arial"/>
                </a:defRPr>
              </a:pPr>
              <a:r>
                <a:rPr sz="774" b="1">
                  <a:solidFill>
                    <a:srgbClr val="009E73"/>
                  </a:solidFill>
                  <a:latin typeface="Arial"/>
                  <a:ea typeface="Arial"/>
                  <a:cs typeface="Arial"/>
                </a:rPr>
                <a:t>C</a:t>
              </a:r>
            </a:p>
          </p:txBody>
        </p:sp>
        <p:sp>
          <p:nvSpPr>
            <p:cNvPr id="106" name="text_105">
              <a:extLst>
                <a:ext uri="{FF2B5EF4-FFF2-40B4-BE49-F238E27FC236}">
                  <ns2:creationId id="{F8F5CEB4-2332-4ECD-98B1-ED515EE5055A}"/>
                </a:ext>
              </a:extLst>
            </p:cNvPr>
            <p:cNvSpPr>
              <a:spLocks noGrp="1"/>
            </p:cNvSpPr>
            <p:nvPr/>
          </p:nvSpPr>
          <p:spPr>
            <a:xfrm rot="0">
              <a:off x="666750" y="5812233"/>
              <a:ext cx="12382500" cy="238125"/>
            </a:xfrm>
            <a:prstGeom prst="rect">
              <a:avLst/>
            </a:prstGeom>
            <a:noFill/>
            <a:ln w="0">
              <a:noFill/>
              <a:prstDash val="solid"/>
            </a:ln>
          </p:spPr>
          <p:txBody>
            <a:bodyPr wrap="none" lIns="0" tIns="0" rIns="0" bIns="0" anchor="t">
              <a:noAutofit/>
            </a:bodyPr>
            <a:lstStyle>
              <a:defPPr algn="l">
                <a:defRPr sz="697" b="0">
                  <a:solidFill>
                    <a:srgbClr val="000000"/>
                  </a:solidFill>
                  <a:latin typeface="Arial"/>
                  <a:ea typeface="Arial"/>
                  <a:cs typeface="Arial"/>
                </a:defRPr>
              </a:defPPr>
              <a:lvl1pPr algn="l">
                <a:defRPr sz="697" b="0">
                  <a:solidFill>
                    <a:srgbClr val="000000"/>
                  </a:solidFill>
                  <a:latin typeface="Arial"/>
                  <a:ea typeface="Arial"/>
                  <a:cs typeface="Arial"/>
                </a:defRPr>
              </a:lvl1pPr>
              <a:lvl2pPr algn="l">
                <a:defRPr sz="697" b="0">
                  <a:solidFill>
                    <a:srgbClr val="000000"/>
                  </a:solidFill>
                  <a:latin typeface="Arial"/>
                  <a:ea typeface="Arial"/>
                  <a:cs typeface="Arial"/>
                </a:defRPr>
              </a:lvl2pPr>
              <a:lvl3pPr algn="l">
                <a:defRPr sz="697" b="0">
                  <a:solidFill>
                    <a:srgbClr val="000000"/>
                  </a:solidFill>
                  <a:latin typeface="Arial"/>
                  <a:ea typeface="Arial"/>
                  <a:cs typeface="Arial"/>
                </a:defRPr>
              </a:lvl3pPr>
              <a:lvl4pPr algn="l">
                <a:defRPr sz="697" b="0">
                  <a:solidFill>
                    <a:srgbClr val="000000"/>
                  </a:solidFill>
                  <a:latin typeface="Arial"/>
                  <a:ea typeface="Arial"/>
                  <a:cs typeface="Arial"/>
                </a:defRPr>
              </a:lvl4pPr>
              <a:lvl5pPr algn="l">
                <a:defRPr sz="697" b="0">
                  <a:solidFill>
                    <a:srgbClr val="000000"/>
                  </a:solidFill>
                  <a:latin typeface="Arial"/>
                  <a:ea typeface="Arial"/>
                  <a:cs typeface="Arial"/>
                </a:defRPr>
              </a:lvl5pPr>
              <a:lvl6pPr algn="l">
                <a:defRPr sz="697" b="0">
                  <a:solidFill>
                    <a:srgbClr val="000000"/>
                  </a:solidFill>
                  <a:latin typeface="Arial"/>
                  <a:ea typeface="Arial"/>
                  <a:cs typeface="Arial"/>
                </a:defRPr>
              </a:lvl6pPr>
              <a:lvl7pPr algn="l">
                <a:defRPr sz="697" b="0">
                  <a:solidFill>
                    <a:srgbClr val="000000"/>
                  </a:solidFill>
                  <a:latin typeface="Arial"/>
                  <a:ea typeface="Arial"/>
                  <a:cs typeface="Arial"/>
                </a:defRPr>
              </a:lvl7pPr>
              <a:lvl8pPr algn="l">
                <a:defRPr sz="697" b="0">
                  <a:solidFill>
                    <a:srgbClr val="000000"/>
                  </a:solidFill>
                  <a:latin typeface="Arial"/>
                  <a:ea typeface="Arial"/>
                  <a:cs typeface="Arial"/>
                </a:defRPr>
              </a:lvl8pPr>
              <a:lvl9pPr algn="l">
                <a:defRPr sz="697" b="0">
                  <a:solidFill>
                    <a:srgbClr val="000000"/>
                  </a:solidFill>
                  <a:latin typeface="Arial"/>
                  <a:ea typeface="Arial"/>
                  <a:cs typeface="Arial"/>
                </a:defRPr>
              </a:lvl9pPr>
            </a:lstStyle>
            <a:p>
              <a:pPr algn="l">
                <a:defRPr sz="697" b="0">
                  <a:solidFill>
                    <a:srgbClr val="000000"/>
                  </a:solidFill>
                  <a:latin typeface="Arial"/>
                  <a:ea typeface="Arial"/>
                  <a:cs typeface="Arial"/>
                </a:defRPr>
              </a:pPr>
              <a:r>
                <a:rPr sz="697" b="0">
                  <a:solidFill>
                    <a:srgbClr val="000000"/>
                  </a:solidFill>
                  <a:latin typeface="Arial"/>
                  <a:ea typeface="Arial"/>
                  <a:cs typeface="Arial"/>
                </a:rPr>
                <a:t>Longitude (degrees E); latitude (degrees N). All five dates share the local 0-100 concentration scale.</a:t>
              </a:r>
            </a:p>
          </p:txBody>
        </p:sp>
        <p:sp>
          <p:nvSpPr>
            <p:cNvPr id="107" name="text_106">
              <a:extLst>
                <a:ext uri="{FF2B5EF4-FFF2-40B4-BE49-F238E27FC236}">
                  <ns2:creationId id="{3CC02ADC-2599-4C77-95AF-8AC9AB1F5560}"/>
                </a:ext>
              </a:extLst>
            </p:cNvPr>
            <p:cNvSpPr>
              <a:spLocks noGrp="1"/>
            </p:cNvSpPr>
            <p:nvPr/>
          </p:nvSpPr>
          <p:spPr>
            <a:xfrm rot="0">
              <a:off x="171450" y="6057900"/>
              <a:ext cx="6762750" cy="285750"/>
            </a:xfrm>
            <a:prstGeom prst="rect">
              <a:avLst/>
            </a:prstGeom>
            <a:noFill/>
            <a:ln w="0">
              <a:noFill/>
              <a:prstDash val="solid"/>
            </a:ln>
          </p:spPr>
          <p:txBody>
            <a:bodyPr wrap="none" lIns="0" tIns="0" rIns="0" bIns="0" anchor="t">
              <a:noAutofit/>
            </a:bodyPr>
            <a:lstStyle>
              <a:defPPr algn="l">
                <a:defRPr sz="929" b="1">
                  <a:solidFill>
                    <a:srgbClr val="000000"/>
                  </a:solidFill>
                  <a:latin typeface="Arial"/>
                  <a:ea typeface="Arial"/>
                  <a:cs typeface="Arial"/>
                </a:defRPr>
              </a:defPPr>
              <a:lvl1pPr algn="l">
                <a:defRPr sz="929" b="1">
                  <a:solidFill>
                    <a:srgbClr val="000000"/>
                  </a:solidFill>
                  <a:latin typeface="Arial"/>
                  <a:ea typeface="Arial"/>
                  <a:cs typeface="Arial"/>
                </a:defRPr>
              </a:lvl1pPr>
              <a:lvl2pPr algn="l">
                <a:defRPr sz="929" b="1">
                  <a:solidFill>
                    <a:srgbClr val="000000"/>
                  </a:solidFill>
                  <a:latin typeface="Arial"/>
                  <a:ea typeface="Arial"/>
                  <a:cs typeface="Arial"/>
                </a:defRPr>
              </a:lvl2pPr>
              <a:lvl3pPr algn="l">
                <a:defRPr sz="929" b="1">
                  <a:solidFill>
                    <a:srgbClr val="000000"/>
                  </a:solidFill>
                  <a:latin typeface="Arial"/>
                  <a:ea typeface="Arial"/>
                  <a:cs typeface="Arial"/>
                </a:defRPr>
              </a:lvl3pPr>
              <a:lvl4pPr algn="l">
                <a:defRPr sz="929" b="1">
                  <a:solidFill>
                    <a:srgbClr val="000000"/>
                  </a:solidFill>
                  <a:latin typeface="Arial"/>
                  <a:ea typeface="Arial"/>
                  <a:cs typeface="Arial"/>
                </a:defRPr>
              </a:lvl4pPr>
              <a:lvl5pPr algn="l">
                <a:defRPr sz="929" b="1">
                  <a:solidFill>
                    <a:srgbClr val="000000"/>
                  </a:solidFill>
                  <a:latin typeface="Arial"/>
                  <a:ea typeface="Arial"/>
                  <a:cs typeface="Arial"/>
                </a:defRPr>
              </a:lvl5pPr>
              <a:lvl6pPr algn="l">
                <a:defRPr sz="929" b="1">
                  <a:solidFill>
                    <a:srgbClr val="000000"/>
                  </a:solidFill>
                  <a:latin typeface="Arial"/>
                  <a:ea typeface="Arial"/>
                  <a:cs typeface="Arial"/>
                </a:defRPr>
              </a:lvl6pPr>
              <a:lvl7pPr algn="l">
                <a:defRPr sz="929" b="1">
                  <a:solidFill>
                    <a:srgbClr val="000000"/>
                  </a:solidFill>
                  <a:latin typeface="Arial"/>
                  <a:ea typeface="Arial"/>
                  <a:cs typeface="Arial"/>
                </a:defRPr>
              </a:lvl7pPr>
              <a:lvl8pPr algn="l">
                <a:defRPr sz="929" b="1">
                  <a:solidFill>
                    <a:srgbClr val="000000"/>
                  </a:solidFill>
                  <a:latin typeface="Arial"/>
                  <a:ea typeface="Arial"/>
                  <a:cs typeface="Arial"/>
                </a:defRPr>
              </a:lvl8pPr>
              <a:lvl9pPr algn="l">
                <a:defRPr sz="929" b="1">
                  <a:solidFill>
                    <a:srgbClr val="000000"/>
                  </a:solidFill>
                  <a:latin typeface="Arial"/>
                  <a:ea typeface="Arial"/>
                  <a:cs typeface="Arial"/>
                </a:defRPr>
              </a:lvl9pPr>
            </a:lstStyle>
            <a:p>
              <a:pPr algn="l">
                <a:defRPr sz="929" b="1">
                  <a:solidFill>
                    <a:srgbClr val="000000"/>
                  </a:solidFill>
                  <a:latin typeface="Arial"/>
                  <a:ea typeface="Arial"/>
                  <a:cs typeface="Arial"/>
                </a:defRPr>
              </a:pPr>
              <a:r>
                <a:rPr sz="929" b="1">
                  <a:solidFill>
                    <a:srgbClr val="000000"/>
                  </a:solidFill>
                  <a:latin typeface="Arial"/>
                  <a:ea typeface="Arial"/>
                  <a:cs typeface="Arial"/>
                </a:rPr>
                <a:t>(c) Jul 14: supplied field and actual analysis input</a:t>
              </a:r>
            </a:p>
          </p:txBody>
        </p:sp>
        <p:sp>
          <p:nvSpPr>
            <p:cNvPr id="108" name="text_107">
              <a:extLst>
                <a:ext uri="{FF2B5EF4-FFF2-40B4-BE49-F238E27FC236}">
                  <ns2:creationId id="{9A6D6B32-ABE6-44F6-9833-6F96BA243337}"/>
                </a:ext>
              </a:extLst>
            </p:cNvPr>
            <p:cNvSpPr>
              <a:spLocks noGrp="1"/>
            </p:cNvSpPr>
            <p:nvPr/>
          </p:nvSpPr>
          <p:spPr>
            <a:xfrm rot="0">
              <a:off x="523875" y="6334125"/>
              <a:ext cx="2667000" cy="238125"/>
            </a:xfrm>
            <a:prstGeom prst="rect">
              <a:avLst/>
            </a:prstGeom>
            <a:noFill/>
            <a:ln w="0">
              <a:noFill/>
              <a:prstDash val="solid"/>
            </a:ln>
          </p:spPr>
          <p:txBody>
            <a:bodyPr wrap="none" lIns="0" tIns="0" rIns="0" bIns="0" anchor="t">
              <a:noAutofit/>
            </a:bodyPr>
            <a:lstStyle>
              <a:defPPr algn="ctr">
                <a:defRPr sz="735" b="1">
                  <a:solidFill>
                    <a:srgbClr val="000000"/>
                  </a:solidFill>
                  <a:latin typeface="Arial"/>
                  <a:ea typeface="Arial"/>
                  <a:cs typeface="Arial"/>
                </a:defRPr>
              </a:defPPr>
              <a:lvl1pPr algn="ctr">
                <a:defRPr sz="735" b="1">
                  <a:solidFill>
                    <a:srgbClr val="000000"/>
                  </a:solidFill>
                  <a:latin typeface="Arial"/>
                  <a:ea typeface="Arial"/>
                  <a:cs typeface="Arial"/>
                </a:defRPr>
              </a:lvl1pPr>
              <a:lvl2pPr algn="ctr">
                <a:defRPr sz="735" b="1">
                  <a:solidFill>
                    <a:srgbClr val="000000"/>
                  </a:solidFill>
                  <a:latin typeface="Arial"/>
                  <a:ea typeface="Arial"/>
                  <a:cs typeface="Arial"/>
                </a:defRPr>
              </a:lvl2pPr>
              <a:lvl3pPr algn="ctr">
                <a:defRPr sz="735" b="1">
                  <a:solidFill>
                    <a:srgbClr val="000000"/>
                  </a:solidFill>
                  <a:latin typeface="Arial"/>
                  <a:ea typeface="Arial"/>
                  <a:cs typeface="Arial"/>
                </a:defRPr>
              </a:lvl3pPr>
              <a:lvl4pPr algn="ctr">
                <a:defRPr sz="735" b="1">
                  <a:solidFill>
                    <a:srgbClr val="000000"/>
                  </a:solidFill>
                  <a:latin typeface="Arial"/>
                  <a:ea typeface="Arial"/>
                  <a:cs typeface="Arial"/>
                </a:defRPr>
              </a:lvl4pPr>
              <a:lvl5pPr algn="ctr">
                <a:defRPr sz="735" b="1">
                  <a:solidFill>
                    <a:srgbClr val="000000"/>
                  </a:solidFill>
                  <a:latin typeface="Arial"/>
                  <a:ea typeface="Arial"/>
                  <a:cs typeface="Arial"/>
                </a:defRPr>
              </a:lvl5pPr>
              <a:lvl6pPr algn="ctr">
                <a:defRPr sz="735" b="1">
                  <a:solidFill>
                    <a:srgbClr val="000000"/>
                  </a:solidFill>
                  <a:latin typeface="Arial"/>
                  <a:ea typeface="Arial"/>
                  <a:cs typeface="Arial"/>
                </a:defRPr>
              </a:lvl6pPr>
              <a:lvl7pPr algn="ctr">
                <a:defRPr sz="735" b="1">
                  <a:solidFill>
                    <a:srgbClr val="000000"/>
                  </a:solidFill>
                  <a:latin typeface="Arial"/>
                  <a:ea typeface="Arial"/>
                  <a:cs typeface="Arial"/>
                </a:defRPr>
              </a:lvl7pPr>
              <a:lvl8pPr algn="ctr">
                <a:defRPr sz="735" b="1">
                  <a:solidFill>
                    <a:srgbClr val="000000"/>
                  </a:solidFill>
                  <a:latin typeface="Arial"/>
                  <a:ea typeface="Arial"/>
                  <a:cs typeface="Arial"/>
                </a:defRPr>
              </a:lvl8pPr>
              <a:lvl9pPr algn="ctr">
                <a:defRPr sz="735" b="1">
                  <a:solidFill>
                    <a:srgbClr val="000000"/>
                  </a:solidFill>
                  <a:latin typeface="Arial"/>
                  <a:ea typeface="Arial"/>
                  <a:cs typeface="Arial"/>
                </a:defRPr>
              </a:lvl9pPr>
            </a:lstStyle>
            <a:p>
              <a:pPr algn="ctr">
                <a:defRPr sz="735" b="1">
                  <a:solidFill>
                    <a:srgbClr val="000000"/>
                  </a:solidFill>
                  <a:latin typeface="Arial"/>
                  <a:ea typeface="Arial"/>
                  <a:cs typeface="Arial"/>
                </a:defRPr>
              </a:pPr>
              <a:r>
                <a:rPr sz="735" b="1">
                  <a:solidFill>
                    <a:srgbClr val="000000"/>
                  </a:solidFill>
                  <a:latin typeface="Arial"/>
                  <a:ea typeface="Arial"/>
                  <a:cs typeface="Arial"/>
                </a:rPr>
                <a:t>Supplied grid</a:t>
              </a:r>
            </a:p>
          </p:txBody>
        </p:sp>
        <p:pic>
          <p:nvPicPr>
            <p:cNvPr id="109" name="">
              <a:extLst>
                <a:ext uri="{FF2B5EF4-FFF2-40B4-BE49-F238E27FC236}">
                  <ns2:creationId id="{4839E71A-CD55-443E-93F0-89A19DFCB890}"/>
                </a:ext>
              </a:extLst>
            </p:cNvPr>
            <p:cNvPicPr>
              <a:picLocks noChangeAspect="1"/>
            </p:cNvPicPr>
            <p:nvPr/>
          </p:nvPicPr>
          <p:blipFill>
            <a:blip r:embed="R3e60a96477bc4da4"/>
            <a:stretch/>
          </p:blipFill>
          <p:spPr>
            <a:xfrm>
              <a:off x="666888" y="6581775"/>
              <a:ext cx="2380974" cy="2363094"/>
            </a:xfrm>
            <a:prstGeom prst="rect">
              <a:avLst/>
            </a:prstGeom>
          </p:spPr>
        </p:pic>
        <p:sp>
          <p:nvSpPr>
            <p:cNvPr id="110" name="rect_109">
              <a:extLst>
                <a:ext uri="{FF2B5EF4-FFF2-40B4-BE49-F238E27FC236}">
                  <ns2:creationId id="{7C1460FE-0AAE-48B2-97D7-F998275FBE17}"/>
                </a:ext>
              </a:extLst>
            </p:cNvPr>
            <p:cNvSpPr>
              <a:spLocks noGrp="1"/>
            </p:cNvSpPr>
            <p:nvPr/>
          </p:nvSpPr>
          <p:spPr>
            <a:xfrm rot="0">
              <a:off x="666750" y="6581775"/>
              <a:ext cx="2381250" cy="2363094"/>
            </a:xfrm>
            <a:prstGeom prst="rect">
              <a:avLst/>
            </a:prstGeom>
            <a:noFill/>
            <a:ln w="3195">
              <a:solidFill>
                <a:srgbClr val="6A7278"/>
              </a:solidFill>
              <a:prstDash val="solid"/>
            </a:ln>
          </p:spPr>
        </p:sp>
        <p:sp>
          <p:nvSpPr>
            <p:cNvPr id="111" name="text_110">
              <a:extLst>
                <a:ext uri="{FF2B5EF4-FFF2-40B4-BE49-F238E27FC236}">
                  <ns2:creationId id="{BC7A85D1-6CFE-43DC-BFD3-75DD2766FE91}"/>
                </a:ext>
              </a:extLst>
            </p:cNvPr>
            <p:cNvSpPr>
              <a:spLocks noGrp="1"/>
            </p:cNvSpPr>
            <p:nvPr/>
          </p:nvSpPr>
          <p:spPr>
            <a:xfrm rot="0">
              <a:off x="428625" y="8992494"/>
              <a:ext cx="476250" cy="209550"/>
            </a:xfrm>
            <a:prstGeom prst="rect">
              <a:avLst/>
            </a:prstGeom>
            <a:noFill/>
            <a:ln w="0">
              <a:noFill/>
              <a:prstDash val="solid"/>
            </a:ln>
          </p:spPr>
          <p:txBody>
            <a:bodyPr wrap="none" lIns="0" tIns="0" rIns="0" bIns="0" anchor="t">
              <a:noAutofit/>
            </a:bodyPr>
            <a:lstStyle>
              <a:defPPr algn="ctr">
                <a:defRPr sz="581" b="0">
                  <a:solidFill>
                    <a:srgbClr val="000000"/>
                  </a:solidFill>
                  <a:latin typeface="Arial"/>
                  <a:ea typeface="Arial"/>
                  <a:cs typeface="Arial"/>
                </a:defRPr>
              </a:defPPr>
              <a:lvl1pPr algn="ctr">
                <a:defRPr sz="581" b="0">
                  <a:solidFill>
                    <a:srgbClr val="000000"/>
                  </a:solidFill>
                  <a:latin typeface="Arial"/>
                  <a:ea typeface="Arial"/>
                  <a:cs typeface="Arial"/>
                </a:defRPr>
              </a:lvl1pPr>
              <a:lvl2pPr algn="ctr">
                <a:defRPr sz="581" b="0">
                  <a:solidFill>
                    <a:srgbClr val="000000"/>
                  </a:solidFill>
                  <a:latin typeface="Arial"/>
                  <a:ea typeface="Arial"/>
                  <a:cs typeface="Arial"/>
                </a:defRPr>
              </a:lvl2pPr>
              <a:lvl3pPr algn="ctr">
                <a:defRPr sz="581" b="0">
                  <a:solidFill>
                    <a:srgbClr val="000000"/>
                  </a:solidFill>
                  <a:latin typeface="Arial"/>
                  <a:ea typeface="Arial"/>
                  <a:cs typeface="Arial"/>
                </a:defRPr>
              </a:lvl3pPr>
              <a:lvl4pPr algn="ctr">
                <a:defRPr sz="581" b="0">
                  <a:solidFill>
                    <a:srgbClr val="000000"/>
                  </a:solidFill>
                  <a:latin typeface="Arial"/>
                  <a:ea typeface="Arial"/>
                  <a:cs typeface="Arial"/>
                </a:defRPr>
              </a:lvl4pPr>
              <a:lvl5pPr algn="ctr">
                <a:defRPr sz="581" b="0">
                  <a:solidFill>
                    <a:srgbClr val="000000"/>
                  </a:solidFill>
                  <a:latin typeface="Arial"/>
                  <a:ea typeface="Arial"/>
                  <a:cs typeface="Arial"/>
                </a:defRPr>
              </a:lvl5pPr>
              <a:lvl6pPr algn="ctr">
                <a:defRPr sz="581" b="0">
                  <a:solidFill>
                    <a:srgbClr val="000000"/>
                  </a:solidFill>
                  <a:latin typeface="Arial"/>
                  <a:ea typeface="Arial"/>
                  <a:cs typeface="Arial"/>
                </a:defRPr>
              </a:lvl6pPr>
              <a:lvl7pPr algn="ctr">
                <a:defRPr sz="581" b="0">
                  <a:solidFill>
                    <a:srgbClr val="000000"/>
                  </a:solidFill>
                  <a:latin typeface="Arial"/>
                  <a:ea typeface="Arial"/>
                  <a:cs typeface="Arial"/>
                </a:defRPr>
              </a:lvl7pPr>
              <a:lvl8pPr algn="ctr">
                <a:defRPr sz="581" b="0">
                  <a:solidFill>
                    <a:srgbClr val="000000"/>
                  </a:solidFill>
                  <a:latin typeface="Arial"/>
                  <a:ea typeface="Arial"/>
                  <a:cs typeface="Arial"/>
                </a:defRPr>
              </a:lvl8pPr>
              <a:lvl9pPr algn="ctr">
                <a:defRPr sz="581" b="0">
                  <a:solidFill>
                    <a:srgbClr val="000000"/>
                  </a:solidFill>
                  <a:latin typeface="Arial"/>
                  <a:ea typeface="Arial"/>
                  <a:cs typeface="Arial"/>
                </a:defRPr>
              </a:lvl9pPr>
            </a:lstStyle>
            <a:p>
              <a:pPr algn="ctr">
                <a:defRPr sz="581" b="0">
                  <a:solidFill>
                    <a:srgbClr val="000000"/>
                  </a:solidFill>
                  <a:latin typeface="Arial"/>
                  <a:ea typeface="Arial"/>
                  <a:cs typeface="Arial"/>
                </a:defRPr>
              </a:pPr>
              <a:r>
                <a:rPr sz="581" b="0">
                  <a:solidFill>
                    <a:srgbClr val="000000"/>
                  </a:solidFill>
                  <a:latin typeface="Arial"/>
                  <a:ea typeface="Arial"/>
                  <a:cs typeface="Arial"/>
                </a:rPr>
                <a:t>102</a:t>
              </a:r>
            </a:p>
          </p:txBody>
        </p:sp>
        <p:sp>
          <p:nvSpPr>
            <p:cNvPr id="112" name="text_111">
              <a:extLst>
                <a:ext uri="{FF2B5EF4-FFF2-40B4-BE49-F238E27FC236}">
                  <ns2:creationId id="{959515EE-38B0-4859-8BB3-855B082D0DB5}"/>
                </a:ext>
              </a:extLst>
            </p:cNvPr>
            <p:cNvSpPr>
              <a:spLocks noGrp="1"/>
            </p:cNvSpPr>
            <p:nvPr/>
          </p:nvSpPr>
          <p:spPr>
            <a:xfrm rot="0">
              <a:off x="1619250" y="8992494"/>
              <a:ext cx="476250" cy="209550"/>
            </a:xfrm>
            <a:prstGeom prst="rect">
              <a:avLst/>
            </a:prstGeom>
            <a:noFill/>
            <a:ln w="0">
              <a:noFill/>
              <a:prstDash val="solid"/>
            </a:ln>
          </p:spPr>
          <p:txBody>
            <a:bodyPr wrap="none" lIns="0" tIns="0" rIns="0" bIns="0" anchor="t">
              <a:noAutofit/>
            </a:bodyPr>
            <a:lstStyle>
              <a:defPPr algn="ctr">
                <a:defRPr sz="581" b="0">
                  <a:solidFill>
                    <a:srgbClr val="000000"/>
                  </a:solidFill>
                  <a:latin typeface="Arial"/>
                  <a:ea typeface="Arial"/>
                  <a:cs typeface="Arial"/>
                </a:defRPr>
              </a:defPPr>
              <a:lvl1pPr algn="ctr">
                <a:defRPr sz="581" b="0">
                  <a:solidFill>
                    <a:srgbClr val="000000"/>
                  </a:solidFill>
                  <a:latin typeface="Arial"/>
                  <a:ea typeface="Arial"/>
                  <a:cs typeface="Arial"/>
                </a:defRPr>
              </a:lvl1pPr>
              <a:lvl2pPr algn="ctr">
                <a:defRPr sz="581" b="0">
                  <a:solidFill>
                    <a:srgbClr val="000000"/>
                  </a:solidFill>
                  <a:latin typeface="Arial"/>
                  <a:ea typeface="Arial"/>
                  <a:cs typeface="Arial"/>
                </a:defRPr>
              </a:lvl2pPr>
              <a:lvl3pPr algn="ctr">
                <a:defRPr sz="581" b="0">
                  <a:solidFill>
                    <a:srgbClr val="000000"/>
                  </a:solidFill>
                  <a:latin typeface="Arial"/>
                  <a:ea typeface="Arial"/>
                  <a:cs typeface="Arial"/>
                </a:defRPr>
              </a:lvl3pPr>
              <a:lvl4pPr algn="ctr">
                <a:defRPr sz="581" b="0">
                  <a:solidFill>
                    <a:srgbClr val="000000"/>
                  </a:solidFill>
                  <a:latin typeface="Arial"/>
                  <a:ea typeface="Arial"/>
                  <a:cs typeface="Arial"/>
                </a:defRPr>
              </a:lvl4pPr>
              <a:lvl5pPr algn="ctr">
                <a:defRPr sz="581" b="0">
                  <a:solidFill>
                    <a:srgbClr val="000000"/>
                  </a:solidFill>
                  <a:latin typeface="Arial"/>
                  <a:ea typeface="Arial"/>
                  <a:cs typeface="Arial"/>
                </a:defRPr>
              </a:lvl5pPr>
              <a:lvl6pPr algn="ctr">
                <a:defRPr sz="581" b="0">
                  <a:solidFill>
                    <a:srgbClr val="000000"/>
                  </a:solidFill>
                  <a:latin typeface="Arial"/>
                  <a:ea typeface="Arial"/>
                  <a:cs typeface="Arial"/>
                </a:defRPr>
              </a:lvl6pPr>
              <a:lvl7pPr algn="ctr">
                <a:defRPr sz="581" b="0">
                  <a:solidFill>
                    <a:srgbClr val="000000"/>
                  </a:solidFill>
                  <a:latin typeface="Arial"/>
                  <a:ea typeface="Arial"/>
                  <a:cs typeface="Arial"/>
                </a:defRPr>
              </a:lvl7pPr>
              <a:lvl8pPr algn="ctr">
                <a:defRPr sz="581" b="0">
                  <a:solidFill>
                    <a:srgbClr val="000000"/>
                  </a:solidFill>
                  <a:latin typeface="Arial"/>
                  <a:ea typeface="Arial"/>
                  <a:cs typeface="Arial"/>
                </a:defRPr>
              </a:lvl8pPr>
              <a:lvl9pPr algn="ctr">
                <a:defRPr sz="581" b="0">
                  <a:solidFill>
                    <a:srgbClr val="000000"/>
                  </a:solidFill>
                  <a:latin typeface="Arial"/>
                  <a:ea typeface="Arial"/>
                  <a:cs typeface="Arial"/>
                </a:defRPr>
              </a:lvl9pPr>
            </a:lstStyle>
            <a:p>
              <a:pPr algn="ctr">
                <a:defRPr sz="581" b="0">
                  <a:solidFill>
                    <a:srgbClr val="000000"/>
                  </a:solidFill>
                  <a:latin typeface="Arial"/>
                  <a:ea typeface="Arial"/>
                  <a:cs typeface="Arial"/>
                </a:defRPr>
              </a:pPr>
              <a:r>
                <a:rPr sz="581" b="0">
                  <a:solidFill>
                    <a:srgbClr val="000000"/>
                  </a:solidFill>
                  <a:latin typeface="Arial"/>
                  <a:ea typeface="Arial"/>
                  <a:cs typeface="Arial"/>
                </a:rPr>
                <a:t>108</a:t>
              </a:r>
            </a:p>
          </p:txBody>
        </p:sp>
        <p:sp>
          <p:nvSpPr>
            <p:cNvPr id="113" name="text_112">
              <a:extLst>
                <a:ext uri="{FF2B5EF4-FFF2-40B4-BE49-F238E27FC236}">
                  <ns2:creationId id="{F879D2CC-4265-40E6-ACC2-B39682811CC4}"/>
                </a:ext>
              </a:extLst>
            </p:cNvPr>
            <p:cNvSpPr>
              <a:spLocks noGrp="1"/>
            </p:cNvSpPr>
            <p:nvPr/>
          </p:nvSpPr>
          <p:spPr>
            <a:xfrm rot="0">
              <a:off x="2809875" y="8992494"/>
              <a:ext cx="476250" cy="209550"/>
            </a:xfrm>
            <a:prstGeom prst="rect">
              <a:avLst/>
            </a:prstGeom>
            <a:noFill/>
            <a:ln w="0">
              <a:noFill/>
              <a:prstDash val="solid"/>
            </a:ln>
          </p:spPr>
          <p:txBody>
            <a:bodyPr wrap="none" lIns="0" tIns="0" rIns="0" bIns="0" anchor="t">
              <a:noAutofit/>
            </a:bodyPr>
            <a:lstStyle>
              <a:defPPr algn="ctr">
                <a:defRPr sz="581" b="0">
                  <a:solidFill>
                    <a:srgbClr val="000000"/>
                  </a:solidFill>
                  <a:latin typeface="Arial"/>
                  <a:ea typeface="Arial"/>
                  <a:cs typeface="Arial"/>
                </a:defRPr>
              </a:defPPr>
              <a:lvl1pPr algn="ctr">
                <a:defRPr sz="581" b="0">
                  <a:solidFill>
                    <a:srgbClr val="000000"/>
                  </a:solidFill>
                  <a:latin typeface="Arial"/>
                  <a:ea typeface="Arial"/>
                  <a:cs typeface="Arial"/>
                </a:defRPr>
              </a:lvl1pPr>
              <a:lvl2pPr algn="ctr">
                <a:defRPr sz="581" b="0">
                  <a:solidFill>
                    <a:srgbClr val="000000"/>
                  </a:solidFill>
                  <a:latin typeface="Arial"/>
                  <a:ea typeface="Arial"/>
                  <a:cs typeface="Arial"/>
                </a:defRPr>
              </a:lvl2pPr>
              <a:lvl3pPr algn="ctr">
                <a:defRPr sz="581" b="0">
                  <a:solidFill>
                    <a:srgbClr val="000000"/>
                  </a:solidFill>
                  <a:latin typeface="Arial"/>
                  <a:ea typeface="Arial"/>
                  <a:cs typeface="Arial"/>
                </a:defRPr>
              </a:lvl3pPr>
              <a:lvl4pPr algn="ctr">
                <a:defRPr sz="581" b="0">
                  <a:solidFill>
                    <a:srgbClr val="000000"/>
                  </a:solidFill>
                  <a:latin typeface="Arial"/>
                  <a:ea typeface="Arial"/>
                  <a:cs typeface="Arial"/>
                </a:defRPr>
              </a:lvl4pPr>
              <a:lvl5pPr algn="ctr">
                <a:defRPr sz="581" b="0">
                  <a:solidFill>
                    <a:srgbClr val="000000"/>
                  </a:solidFill>
                  <a:latin typeface="Arial"/>
                  <a:ea typeface="Arial"/>
                  <a:cs typeface="Arial"/>
                </a:defRPr>
              </a:lvl5pPr>
              <a:lvl6pPr algn="ctr">
                <a:defRPr sz="581" b="0">
                  <a:solidFill>
                    <a:srgbClr val="000000"/>
                  </a:solidFill>
                  <a:latin typeface="Arial"/>
                  <a:ea typeface="Arial"/>
                  <a:cs typeface="Arial"/>
                </a:defRPr>
              </a:lvl6pPr>
              <a:lvl7pPr algn="ctr">
                <a:defRPr sz="581" b="0">
                  <a:solidFill>
                    <a:srgbClr val="000000"/>
                  </a:solidFill>
                  <a:latin typeface="Arial"/>
                  <a:ea typeface="Arial"/>
                  <a:cs typeface="Arial"/>
                </a:defRPr>
              </a:lvl7pPr>
              <a:lvl8pPr algn="ctr">
                <a:defRPr sz="581" b="0">
                  <a:solidFill>
                    <a:srgbClr val="000000"/>
                  </a:solidFill>
                  <a:latin typeface="Arial"/>
                  <a:ea typeface="Arial"/>
                  <a:cs typeface="Arial"/>
                </a:defRPr>
              </a:lvl8pPr>
              <a:lvl9pPr algn="ctr">
                <a:defRPr sz="581" b="0">
                  <a:solidFill>
                    <a:srgbClr val="000000"/>
                  </a:solidFill>
                  <a:latin typeface="Arial"/>
                  <a:ea typeface="Arial"/>
                  <a:cs typeface="Arial"/>
                </a:defRPr>
              </a:lvl9pPr>
            </a:lstStyle>
            <a:p>
              <a:pPr algn="ctr">
                <a:defRPr sz="581" b="0">
                  <a:solidFill>
                    <a:srgbClr val="000000"/>
                  </a:solidFill>
                  <a:latin typeface="Arial"/>
                  <a:ea typeface="Arial"/>
                  <a:cs typeface="Arial"/>
                </a:defRPr>
              </a:pPr>
              <a:r>
                <a:rPr sz="581" b="0">
                  <a:solidFill>
                    <a:srgbClr val="000000"/>
                  </a:solidFill>
                  <a:latin typeface="Arial"/>
                  <a:ea typeface="Arial"/>
                  <a:cs typeface="Arial"/>
                </a:rPr>
                <a:t>114</a:t>
              </a:r>
            </a:p>
          </p:txBody>
        </p:sp>
        <p:sp>
          <p:nvSpPr>
            <p:cNvPr id="114" name="text_113">
              <a:extLst>
                <a:ext uri="{FF2B5EF4-FFF2-40B4-BE49-F238E27FC236}">
                  <ns2:creationId id="{34405F10-A328-41DB-A0B2-8343CDD9A3C9}"/>
                </a:ext>
              </a:extLst>
            </p:cNvPr>
            <p:cNvSpPr>
              <a:spLocks noGrp="1"/>
            </p:cNvSpPr>
            <p:nvPr/>
          </p:nvSpPr>
          <p:spPr>
            <a:xfrm rot="0">
              <a:off x="314325" y="8849619"/>
              <a:ext cx="285750" cy="209550"/>
            </a:xfrm>
            <a:prstGeom prst="rect">
              <a:avLst/>
            </a:prstGeom>
            <a:noFill/>
            <a:ln w="0">
              <a:noFill/>
              <a:prstDash val="solid"/>
            </a:ln>
          </p:spPr>
          <p:txBody>
            <a:bodyPr wrap="none" lIns="0" tIns="0" rIns="0" bIns="0" anchor="t">
              <a:noAutofit/>
            </a:bodyPr>
            <a:lstStyle>
              <a:defPPr algn="r">
                <a:defRPr sz="581" b="0">
                  <a:solidFill>
                    <a:srgbClr val="000000"/>
                  </a:solidFill>
                  <a:latin typeface="Arial"/>
                  <a:ea typeface="Arial"/>
                  <a:cs typeface="Arial"/>
                </a:defRPr>
              </a:defPPr>
              <a:lvl1pPr algn="r">
                <a:defRPr sz="581" b="0">
                  <a:solidFill>
                    <a:srgbClr val="000000"/>
                  </a:solidFill>
                  <a:latin typeface="Arial"/>
                  <a:ea typeface="Arial"/>
                  <a:cs typeface="Arial"/>
                </a:defRPr>
              </a:lvl1pPr>
              <a:lvl2pPr algn="r">
                <a:defRPr sz="581" b="0">
                  <a:solidFill>
                    <a:srgbClr val="000000"/>
                  </a:solidFill>
                  <a:latin typeface="Arial"/>
                  <a:ea typeface="Arial"/>
                  <a:cs typeface="Arial"/>
                </a:defRPr>
              </a:lvl2pPr>
              <a:lvl3pPr algn="r">
                <a:defRPr sz="581" b="0">
                  <a:solidFill>
                    <a:srgbClr val="000000"/>
                  </a:solidFill>
                  <a:latin typeface="Arial"/>
                  <a:ea typeface="Arial"/>
                  <a:cs typeface="Arial"/>
                </a:defRPr>
              </a:lvl3pPr>
              <a:lvl4pPr algn="r">
                <a:defRPr sz="581" b="0">
                  <a:solidFill>
                    <a:srgbClr val="000000"/>
                  </a:solidFill>
                  <a:latin typeface="Arial"/>
                  <a:ea typeface="Arial"/>
                  <a:cs typeface="Arial"/>
                </a:defRPr>
              </a:lvl4pPr>
              <a:lvl5pPr algn="r">
                <a:defRPr sz="581" b="0">
                  <a:solidFill>
                    <a:srgbClr val="000000"/>
                  </a:solidFill>
                  <a:latin typeface="Arial"/>
                  <a:ea typeface="Arial"/>
                  <a:cs typeface="Arial"/>
                </a:defRPr>
              </a:lvl5pPr>
              <a:lvl6pPr algn="r">
                <a:defRPr sz="581" b="0">
                  <a:solidFill>
                    <a:srgbClr val="000000"/>
                  </a:solidFill>
                  <a:latin typeface="Arial"/>
                  <a:ea typeface="Arial"/>
                  <a:cs typeface="Arial"/>
                </a:defRPr>
              </a:lvl6pPr>
              <a:lvl7pPr algn="r">
                <a:defRPr sz="581" b="0">
                  <a:solidFill>
                    <a:srgbClr val="000000"/>
                  </a:solidFill>
                  <a:latin typeface="Arial"/>
                  <a:ea typeface="Arial"/>
                  <a:cs typeface="Arial"/>
                </a:defRPr>
              </a:lvl7pPr>
              <a:lvl8pPr algn="r">
                <a:defRPr sz="581" b="0">
                  <a:solidFill>
                    <a:srgbClr val="000000"/>
                  </a:solidFill>
                  <a:latin typeface="Arial"/>
                  <a:ea typeface="Arial"/>
                  <a:cs typeface="Arial"/>
                </a:defRPr>
              </a:lvl8pPr>
              <a:lvl9pPr algn="r">
                <a:defRPr sz="581" b="0">
                  <a:solidFill>
                    <a:srgbClr val="000000"/>
                  </a:solidFill>
                  <a:latin typeface="Arial"/>
                  <a:ea typeface="Arial"/>
                  <a:cs typeface="Arial"/>
                </a:defRPr>
              </a:lvl9pPr>
            </a:lstStyle>
            <a:p>
              <a:pPr algn="r">
                <a:defRPr sz="581" b="0">
                  <a:solidFill>
                    <a:srgbClr val="000000"/>
                  </a:solidFill>
                  <a:latin typeface="Arial"/>
                  <a:ea typeface="Arial"/>
                  <a:cs typeface="Arial"/>
                </a:defRPr>
              </a:pPr>
              <a:r>
                <a:rPr sz="581" b="0">
                  <a:solidFill>
                    <a:srgbClr val="000000"/>
                  </a:solidFill>
                  <a:latin typeface="Arial"/>
                  <a:ea typeface="Arial"/>
                  <a:cs typeface="Arial"/>
                </a:rPr>
                <a:t>28</a:t>
              </a:r>
            </a:p>
          </p:txBody>
        </p:sp>
        <p:sp>
          <p:nvSpPr>
            <p:cNvPr id="115" name="text_114">
              <a:extLst>
                <a:ext uri="{FF2B5EF4-FFF2-40B4-BE49-F238E27FC236}">
                  <ns2:creationId id="{FEA4ADC6-3570-416A-AC9C-6B13CF808FC9}"/>
                </a:ext>
              </a:extLst>
            </p:cNvPr>
            <p:cNvSpPr>
              <a:spLocks noGrp="1"/>
            </p:cNvSpPr>
            <p:nvPr/>
          </p:nvSpPr>
          <p:spPr>
            <a:xfrm rot="0">
              <a:off x="314325" y="7634571"/>
              <a:ext cx="285750" cy="209550"/>
            </a:xfrm>
            <a:prstGeom prst="rect">
              <a:avLst/>
            </a:prstGeom>
            <a:noFill/>
            <a:ln w="0">
              <a:noFill/>
              <a:prstDash val="solid"/>
            </a:ln>
          </p:spPr>
          <p:txBody>
            <a:bodyPr wrap="none" lIns="0" tIns="0" rIns="0" bIns="0" anchor="t">
              <a:noAutofit/>
            </a:bodyPr>
            <a:lstStyle>
              <a:defPPr algn="r">
                <a:defRPr sz="581" b="0">
                  <a:solidFill>
                    <a:srgbClr val="000000"/>
                  </a:solidFill>
                  <a:latin typeface="Arial"/>
                  <a:ea typeface="Arial"/>
                  <a:cs typeface="Arial"/>
                </a:defRPr>
              </a:defPPr>
              <a:lvl1pPr algn="r">
                <a:defRPr sz="581" b="0">
                  <a:solidFill>
                    <a:srgbClr val="000000"/>
                  </a:solidFill>
                  <a:latin typeface="Arial"/>
                  <a:ea typeface="Arial"/>
                  <a:cs typeface="Arial"/>
                </a:defRPr>
              </a:lvl1pPr>
              <a:lvl2pPr algn="r">
                <a:defRPr sz="581" b="0">
                  <a:solidFill>
                    <a:srgbClr val="000000"/>
                  </a:solidFill>
                  <a:latin typeface="Arial"/>
                  <a:ea typeface="Arial"/>
                  <a:cs typeface="Arial"/>
                </a:defRPr>
              </a:lvl2pPr>
              <a:lvl3pPr algn="r">
                <a:defRPr sz="581" b="0">
                  <a:solidFill>
                    <a:srgbClr val="000000"/>
                  </a:solidFill>
                  <a:latin typeface="Arial"/>
                  <a:ea typeface="Arial"/>
                  <a:cs typeface="Arial"/>
                </a:defRPr>
              </a:lvl3pPr>
              <a:lvl4pPr algn="r">
                <a:defRPr sz="581" b="0">
                  <a:solidFill>
                    <a:srgbClr val="000000"/>
                  </a:solidFill>
                  <a:latin typeface="Arial"/>
                  <a:ea typeface="Arial"/>
                  <a:cs typeface="Arial"/>
                </a:defRPr>
              </a:lvl4pPr>
              <a:lvl5pPr algn="r">
                <a:defRPr sz="581" b="0">
                  <a:solidFill>
                    <a:srgbClr val="000000"/>
                  </a:solidFill>
                  <a:latin typeface="Arial"/>
                  <a:ea typeface="Arial"/>
                  <a:cs typeface="Arial"/>
                </a:defRPr>
              </a:lvl5pPr>
              <a:lvl6pPr algn="r">
                <a:defRPr sz="581" b="0">
                  <a:solidFill>
                    <a:srgbClr val="000000"/>
                  </a:solidFill>
                  <a:latin typeface="Arial"/>
                  <a:ea typeface="Arial"/>
                  <a:cs typeface="Arial"/>
                </a:defRPr>
              </a:lvl6pPr>
              <a:lvl7pPr algn="r">
                <a:defRPr sz="581" b="0">
                  <a:solidFill>
                    <a:srgbClr val="000000"/>
                  </a:solidFill>
                  <a:latin typeface="Arial"/>
                  <a:ea typeface="Arial"/>
                  <a:cs typeface="Arial"/>
                </a:defRPr>
              </a:lvl7pPr>
              <a:lvl8pPr algn="r">
                <a:defRPr sz="581" b="0">
                  <a:solidFill>
                    <a:srgbClr val="000000"/>
                  </a:solidFill>
                  <a:latin typeface="Arial"/>
                  <a:ea typeface="Arial"/>
                  <a:cs typeface="Arial"/>
                </a:defRPr>
              </a:lvl8pPr>
              <a:lvl9pPr algn="r">
                <a:defRPr sz="581" b="0">
                  <a:solidFill>
                    <a:srgbClr val="000000"/>
                  </a:solidFill>
                  <a:latin typeface="Arial"/>
                  <a:ea typeface="Arial"/>
                  <a:cs typeface="Arial"/>
                </a:defRPr>
              </a:lvl9pPr>
            </a:lstStyle>
            <a:p>
              <a:pPr algn="r">
                <a:defRPr sz="581" b="0">
                  <a:solidFill>
                    <a:srgbClr val="000000"/>
                  </a:solidFill>
                  <a:latin typeface="Arial"/>
                  <a:ea typeface="Arial"/>
                  <a:cs typeface="Arial"/>
                </a:defRPr>
              </a:pPr>
              <a:r>
                <a:rPr sz="581" b="0">
                  <a:solidFill>
                    <a:srgbClr val="000000"/>
                  </a:solidFill>
                  <a:latin typeface="Arial"/>
                  <a:ea typeface="Arial"/>
                  <a:cs typeface="Arial"/>
                </a:rPr>
                <a:t>33</a:t>
              </a:r>
            </a:p>
          </p:txBody>
        </p:sp>
        <p:sp>
          <p:nvSpPr>
            <p:cNvPr id="116" name="text_115">
              <a:extLst>
                <a:ext uri="{FF2B5EF4-FFF2-40B4-BE49-F238E27FC236}">
                  <ns2:creationId id="{CCF534B1-5244-478D-9092-AAEE17F00D59}"/>
                </a:ext>
              </a:extLst>
            </p:cNvPr>
            <p:cNvSpPr>
              <a:spLocks noGrp="1"/>
            </p:cNvSpPr>
            <p:nvPr/>
          </p:nvSpPr>
          <p:spPr>
            <a:xfrm rot="0">
              <a:off x="314325" y="6486525"/>
              <a:ext cx="285750" cy="209550"/>
            </a:xfrm>
            <a:prstGeom prst="rect">
              <a:avLst/>
            </a:prstGeom>
            <a:noFill/>
            <a:ln w="0">
              <a:noFill/>
              <a:prstDash val="solid"/>
            </a:ln>
          </p:spPr>
          <p:txBody>
            <a:bodyPr wrap="none" lIns="0" tIns="0" rIns="0" bIns="0" anchor="t">
              <a:noAutofit/>
            </a:bodyPr>
            <a:lstStyle>
              <a:defPPr algn="r">
                <a:defRPr sz="581" b="0">
                  <a:solidFill>
                    <a:srgbClr val="000000"/>
                  </a:solidFill>
                  <a:latin typeface="Arial"/>
                  <a:ea typeface="Arial"/>
                  <a:cs typeface="Arial"/>
                </a:defRPr>
              </a:defPPr>
              <a:lvl1pPr algn="r">
                <a:defRPr sz="581" b="0">
                  <a:solidFill>
                    <a:srgbClr val="000000"/>
                  </a:solidFill>
                  <a:latin typeface="Arial"/>
                  <a:ea typeface="Arial"/>
                  <a:cs typeface="Arial"/>
                </a:defRPr>
              </a:lvl1pPr>
              <a:lvl2pPr algn="r">
                <a:defRPr sz="581" b="0">
                  <a:solidFill>
                    <a:srgbClr val="000000"/>
                  </a:solidFill>
                  <a:latin typeface="Arial"/>
                  <a:ea typeface="Arial"/>
                  <a:cs typeface="Arial"/>
                </a:defRPr>
              </a:lvl2pPr>
              <a:lvl3pPr algn="r">
                <a:defRPr sz="581" b="0">
                  <a:solidFill>
                    <a:srgbClr val="000000"/>
                  </a:solidFill>
                  <a:latin typeface="Arial"/>
                  <a:ea typeface="Arial"/>
                  <a:cs typeface="Arial"/>
                </a:defRPr>
              </a:lvl3pPr>
              <a:lvl4pPr algn="r">
                <a:defRPr sz="581" b="0">
                  <a:solidFill>
                    <a:srgbClr val="000000"/>
                  </a:solidFill>
                  <a:latin typeface="Arial"/>
                  <a:ea typeface="Arial"/>
                  <a:cs typeface="Arial"/>
                </a:defRPr>
              </a:lvl4pPr>
              <a:lvl5pPr algn="r">
                <a:defRPr sz="581" b="0">
                  <a:solidFill>
                    <a:srgbClr val="000000"/>
                  </a:solidFill>
                  <a:latin typeface="Arial"/>
                  <a:ea typeface="Arial"/>
                  <a:cs typeface="Arial"/>
                </a:defRPr>
              </a:lvl5pPr>
              <a:lvl6pPr algn="r">
                <a:defRPr sz="581" b="0">
                  <a:solidFill>
                    <a:srgbClr val="000000"/>
                  </a:solidFill>
                  <a:latin typeface="Arial"/>
                  <a:ea typeface="Arial"/>
                  <a:cs typeface="Arial"/>
                </a:defRPr>
              </a:lvl6pPr>
              <a:lvl7pPr algn="r">
                <a:defRPr sz="581" b="0">
                  <a:solidFill>
                    <a:srgbClr val="000000"/>
                  </a:solidFill>
                  <a:latin typeface="Arial"/>
                  <a:ea typeface="Arial"/>
                  <a:cs typeface="Arial"/>
                </a:defRPr>
              </a:lvl7pPr>
              <a:lvl8pPr algn="r">
                <a:defRPr sz="581" b="0">
                  <a:solidFill>
                    <a:srgbClr val="000000"/>
                  </a:solidFill>
                  <a:latin typeface="Arial"/>
                  <a:ea typeface="Arial"/>
                  <a:cs typeface="Arial"/>
                </a:defRPr>
              </a:lvl8pPr>
              <a:lvl9pPr algn="r">
                <a:defRPr sz="581" b="0">
                  <a:solidFill>
                    <a:srgbClr val="000000"/>
                  </a:solidFill>
                  <a:latin typeface="Arial"/>
                  <a:ea typeface="Arial"/>
                  <a:cs typeface="Arial"/>
                </a:defRPr>
              </a:lvl9pPr>
            </a:lstStyle>
            <a:p>
              <a:pPr algn="r">
                <a:defRPr sz="581" b="0">
                  <a:solidFill>
                    <a:srgbClr val="000000"/>
                  </a:solidFill>
                  <a:latin typeface="Arial"/>
                  <a:ea typeface="Arial"/>
                  <a:cs typeface="Arial"/>
                </a:defRPr>
              </a:pPr>
              <a:r>
                <a:rPr sz="581" b="0">
                  <a:solidFill>
                    <a:srgbClr val="000000"/>
                  </a:solidFill>
                  <a:latin typeface="Arial"/>
                  <a:ea typeface="Arial"/>
                  <a:cs typeface="Arial"/>
                </a:rPr>
                <a:t>38</a:t>
              </a:r>
            </a:p>
          </p:txBody>
        </p:sp>
        <p:sp>
          <p:nvSpPr>
            <p:cNvPr id="117" name="ellipse_116">
              <a:extLst>
                <a:ext uri="{FF2B5EF4-FFF2-40B4-BE49-F238E27FC236}">
                  <ns2:creationId id="{788BECD7-50A8-49FA-98E8-F49FA4FEB30E}"/>
                </a:ext>
              </a:extLst>
            </p:cNvPr>
            <p:cNvSpPr>
              <a:spLocks noGrp="1"/>
            </p:cNvSpPr>
            <p:nvPr/>
          </p:nvSpPr>
          <p:spPr>
            <a:xfrm rot="0">
              <a:off x="2820761" y="8622474"/>
              <a:ext cx="114300" cy="114300"/>
            </a:xfrm>
            <a:prstGeom prst="ellipse">
              <a:avLst/>
            </a:prstGeom>
            <a:solidFill>
              <a:srgbClr val="FFFFFF"/>
            </a:solidFill>
            <a:ln w="8849">
              <a:solidFill>
                <a:srgbClr val="FFFFFF"/>
              </a:solidFill>
              <a:prstDash val="solid"/>
            </a:ln>
          </p:spPr>
        </p:sp>
        <p:sp>
          <p:nvSpPr>
            <p:cNvPr id="118" name="ellipse_117">
              <a:extLst>
                <a:ext uri="{FF2B5EF4-FFF2-40B4-BE49-F238E27FC236}">
                  <ns2:creationId id="{D6FDB9FB-23B6-48BA-8788-EBFDC60E9E08}"/>
                </a:ext>
              </a:extLst>
            </p:cNvPr>
            <p:cNvSpPr>
              <a:spLocks noGrp="1"/>
            </p:cNvSpPr>
            <p:nvPr/>
          </p:nvSpPr>
          <p:spPr>
            <a:xfrm rot="0">
              <a:off x="2839811" y="8641524"/>
              <a:ext cx="76200" cy="76200"/>
            </a:xfrm>
            <a:prstGeom prst="ellipse">
              <a:avLst/>
            </a:prstGeom>
            <a:solidFill>
              <a:srgbClr val="FFFFFF"/>
            </a:solidFill>
            <a:ln w="8849">
              <a:solidFill>
                <a:srgbClr val="0072B2"/>
              </a:solidFill>
              <a:prstDash val="solid"/>
            </a:ln>
          </p:spPr>
        </p:sp>
        <p:sp>
          <p:nvSpPr>
            <p:cNvPr id="119" name="text_118">
              <a:extLst>
                <a:ext uri="{FF2B5EF4-FFF2-40B4-BE49-F238E27FC236}">
                  <ns2:creationId id="{4066C855-441E-48D5-AA33-639294D1F600}"/>
                </a:ext>
              </a:extLst>
            </p:cNvPr>
            <p:cNvSpPr>
              <a:spLocks noGrp="1"/>
            </p:cNvSpPr>
            <p:nvPr/>
          </p:nvSpPr>
          <p:spPr>
            <a:xfrm rot="0">
              <a:off x="2649311" y="8451024"/>
              <a:ext cx="247650" cy="247650"/>
            </a:xfrm>
            <a:prstGeom prst="rect">
              <a:avLst/>
            </a:prstGeom>
            <a:noFill/>
            <a:ln w="0">
              <a:noFill/>
              <a:prstDash val="solid"/>
            </a:ln>
          </p:spPr>
          <p:txBody>
            <a:bodyPr wrap="none" lIns="0" tIns="0" rIns="0" bIns="0" anchor="t">
              <a:noAutofit/>
            </a:bodyPr>
            <a:lstStyle>
              <a:defPPr algn="l">
                <a:defRPr sz="774" b="1">
                  <a:solidFill>
                    <a:srgbClr val="0072B2"/>
                  </a:solidFill>
                  <a:latin typeface="Arial"/>
                  <a:ea typeface="Arial"/>
                  <a:cs typeface="Arial"/>
                </a:defRPr>
              </a:defPPr>
              <a:lvl1pPr algn="l">
                <a:defRPr sz="774" b="1">
                  <a:solidFill>
                    <a:srgbClr val="0072B2"/>
                  </a:solidFill>
                  <a:latin typeface="Arial"/>
                  <a:ea typeface="Arial"/>
                  <a:cs typeface="Arial"/>
                </a:defRPr>
              </a:lvl1pPr>
              <a:lvl2pPr algn="l">
                <a:defRPr sz="774" b="1">
                  <a:solidFill>
                    <a:srgbClr val="0072B2"/>
                  </a:solidFill>
                  <a:latin typeface="Arial"/>
                  <a:ea typeface="Arial"/>
                  <a:cs typeface="Arial"/>
                </a:defRPr>
              </a:lvl2pPr>
              <a:lvl3pPr algn="l">
                <a:defRPr sz="774" b="1">
                  <a:solidFill>
                    <a:srgbClr val="0072B2"/>
                  </a:solidFill>
                  <a:latin typeface="Arial"/>
                  <a:ea typeface="Arial"/>
                  <a:cs typeface="Arial"/>
                </a:defRPr>
              </a:lvl3pPr>
              <a:lvl4pPr algn="l">
                <a:defRPr sz="774" b="1">
                  <a:solidFill>
                    <a:srgbClr val="0072B2"/>
                  </a:solidFill>
                  <a:latin typeface="Arial"/>
                  <a:ea typeface="Arial"/>
                  <a:cs typeface="Arial"/>
                </a:defRPr>
              </a:lvl4pPr>
              <a:lvl5pPr algn="l">
                <a:defRPr sz="774" b="1">
                  <a:solidFill>
                    <a:srgbClr val="0072B2"/>
                  </a:solidFill>
                  <a:latin typeface="Arial"/>
                  <a:ea typeface="Arial"/>
                  <a:cs typeface="Arial"/>
                </a:defRPr>
              </a:lvl5pPr>
              <a:lvl6pPr algn="l">
                <a:defRPr sz="774" b="1">
                  <a:solidFill>
                    <a:srgbClr val="0072B2"/>
                  </a:solidFill>
                  <a:latin typeface="Arial"/>
                  <a:ea typeface="Arial"/>
                  <a:cs typeface="Arial"/>
                </a:defRPr>
              </a:lvl6pPr>
              <a:lvl7pPr algn="l">
                <a:defRPr sz="774" b="1">
                  <a:solidFill>
                    <a:srgbClr val="0072B2"/>
                  </a:solidFill>
                  <a:latin typeface="Arial"/>
                  <a:ea typeface="Arial"/>
                  <a:cs typeface="Arial"/>
                </a:defRPr>
              </a:lvl7pPr>
              <a:lvl8pPr algn="l">
                <a:defRPr sz="774" b="1">
                  <a:solidFill>
                    <a:srgbClr val="0072B2"/>
                  </a:solidFill>
                  <a:latin typeface="Arial"/>
                  <a:ea typeface="Arial"/>
                  <a:cs typeface="Arial"/>
                </a:defRPr>
              </a:lvl8pPr>
              <a:lvl9pPr algn="l">
                <a:defRPr sz="774" b="1">
                  <a:solidFill>
                    <a:srgbClr val="0072B2"/>
                  </a:solidFill>
                  <a:latin typeface="Arial"/>
                  <a:ea typeface="Arial"/>
                  <a:cs typeface="Arial"/>
                </a:defRPr>
              </a:lvl9pPr>
            </a:lstStyle>
            <a:p>
              <a:pPr algn="l">
                <a:defRPr sz="774" b="1">
                  <a:solidFill>
                    <a:srgbClr val="0072B2"/>
                  </a:solidFill>
                  <a:latin typeface="Arial"/>
                  <a:ea typeface="Arial"/>
                  <a:cs typeface="Arial"/>
                </a:defRPr>
              </a:pPr>
              <a:r>
                <a:rPr sz="774" b="1">
                  <a:solidFill>
                    <a:srgbClr val="0072B2"/>
                  </a:solidFill>
                  <a:latin typeface="Arial"/>
                  <a:ea typeface="Arial"/>
                  <a:cs typeface="Arial"/>
                </a:rPr>
                <a:t>A</a:t>
              </a:r>
            </a:p>
          </p:txBody>
        </p:sp>
        <p:sp>
          <p:nvSpPr>
            <p:cNvPr id="120" name="ellipse_119">
              <a:extLst>
                <a:ext uri="{FF2B5EF4-FFF2-40B4-BE49-F238E27FC236}">
                  <ns2:creationId id="{3982A67B-A1F7-4C08-B6B0-062AA4299DF0}"/>
                </a:ext>
              </a:extLst>
            </p:cNvPr>
            <p:cNvSpPr>
              <a:spLocks noGrp="1"/>
            </p:cNvSpPr>
            <p:nvPr/>
          </p:nvSpPr>
          <p:spPr>
            <a:xfrm rot="0">
              <a:off x="2334791" y="6838097"/>
              <a:ext cx="114300" cy="114300"/>
            </a:xfrm>
            <a:prstGeom prst="ellipse">
              <a:avLst/>
            </a:prstGeom>
            <a:solidFill>
              <a:srgbClr val="FFFFFF"/>
            </a:solidFill>
            <a:ln w="8849">
              <a:solidFill>
                <a:srgbClr val="FFFFFF"/>
              </a:solidFill>
              <a:prstDash val="solid"/>
            </a:ln>
          </p:spPr>
        </p:sp>
        <p:sp>
          <p:nvSpPr>
            <p:cNvPr id="121" name="ellipse_120">
              <a:extLst>
                <a:ext uri="{FF2B5EF4-FFF2-40B4-BE49-F238E27FC236}">
                  <ns2:creationId id="{43AF488B-EF97-4334-97D6-34E1108BBC85}"/>
                </a:ext>
              </a:extLst>
            </p:cNvPr>
            <p:cNvSpPr>
              <a:spLocks noGrp="1"/>
            </p:cNvSpPr>
            <p:nvPr/>
          </p:nvSpPr>
          <p:spPr>
            <a:xfrm rot="0">
              <a:off x="2353841" y="6857147"/>
              <a:ext cx="76200" cy="76200"/>
            </a:xfrm>
            <a:prstGeom prst="ellipse">
              <a:avLst/>
            </a:prstGeom>
            <a:solidFill>
              <a:srgbClr val="FFFFFF"/>
            </a:solidFill>
            <a:ln w="8849">
              <a:solidFill>
                <a:srgbClr val="D55E00"/>
              </a:solidFill>
              <a:prstDash val="solid"/>
            </a:ln>
          </p:spPr>
        </p:sp>
        <p:sp>
          <p:nvSpPr>
            <p:cNvPr id="122" name="text_121">
              <a:extLst>
                <a:ext uri="{FF2B5EF4-FFF2-40B4-BE49-F238E27FC236}">
                  <ns2:creationId id="{5764DA6D-E76A-4688-BF52-8ECEA532E4CB}"/>
                </a:ext>
              </a:extLst>
            </p:cNvPr>
            <p:cNvSpPr>
              <a:spLocks noGrp="1"/>
            </p:cNvSpPr>
            <p:nvPr/>
          </p:nvSpPr>
          <p:spPr>
            <a:xfrm rot="0">
              <a:off x="2468141" y="6666647"/>
              <a:ext cx="247650" cy="247650"/>
            </a:xfrm>
            <a:prstGeom prst="rect">
              <a:avLst/>
            </a:prstGeom>
            <a:noFill/>
            <a:ln w="0">
              <a:noFill/>
              <a:prstDash val="solid"/>
            </a:ln>
          </p:spPr>
          <p:txBody>
            <a:bodyPr wrap="none" lIns="0" tIns="0" rIns="0" bIns="0" anchor="t">
              <a:noAutofit/>
            </a:bodyPr>
            <a:lstStyle>
              <a:defPPr algn="l">
                <a:defRPr sz="774" b="1">
                  <a:solidFill>
                    <a:srgbClr val="D55E00"/>
                  </a:solidFill>
                  <a:latin typeface="Arial"/>
                  <a:ea typeface="Arial"/>
                  <a:cs typeface="Arial"/>
                </a:defRPr>
              </a:defPPr>
              <a:lvl1pPr algn="l">
                <a:defRPr sz="774" b="1">
                  <a:solidFill>
                    <a:srgbClr val="D55E00"/>
                  </a:solidFill>
                  <a:latin typeface="Arial"/>
                  <a:ea typeface="Arial"/>
                  <a:cs typeface="Arial"/>
                </a:defRPr>
              </a:lvl1pPr>
              <a:lvl2pPr algn="l">
                <a:defRPr sz="774" b="1">
                  <a:solidFill>
                    <a:srgbClr val="D55E00"/>
                  </a:solidFill>
                  <a:latin typeface="Arial"/>
                  <a:ea typeface="Arial"/>
                  <a:cs typeface="Arial"/>
                </a:defRPr>
              </a:lvl2pPr>
              <a:lvl3pPr algn="l">
                <a:defRPr sz="774" b="1">
                  <a:solidFill>
                    <a:srgbClr val="D55E00"/>
                  </a:solidFill>
                  <a:latin typeface="Arial"/>
                  <a:ea typeface="Arial"/>
                  <a:cs typeface="Arial"/>
                </a:defRPr>
              </a:lvl3pPr>
              <a:lvl4pPr algn="l">
                <a:defRPr sz="774" b="1">
                  <a:solidFill>
                    <a:srgbClr val="D55E00"/>
                  </a:solidFill>
                  <a:latin typeface="Arial"/>
                  <a:ea typeface="Arial"/>
                  <a:cs typeface="Arial"/>
                </a:defRPr>
              </a:lvl4pPr>
              <a:lvl5pPr algn="l">
                <a:defRPr sz="774" b="1">
                  <a:solidFill>
                    <a:srgbClr val="D55E00"/>
                  </a:solidFill>
                  <a:latin typeface="Arial"/>
                  <a:ea typeface="Arial"/>
                  <a:cs typeface="Arial"/>
                </a:defRPr>
              </a:lvl5pPr>
              <a:lvl6pPr algn="l">
                <a:defRPr sz="774" b="1">
                  <a:solidFill>
                    <a:srgbClr val="D55E00"/>
                  </a:solidFill>
                  <a:latin typeface="Arial"/>
                  <a:ea typeface="Arial"/>
                  <a:cs typeface="Arial"/>
                </a:defRPr>
              </a:lvl6pPr>
              <a:lvl7pPr algn="l">
                <a:defRPr sz="774" b="1">
                  <a:solidFill>
                    <a:srgbClr val="D55E00"/>
                  </a:solidFill>
                  <a:latin typeface="Arial"/>
                  <a:ea typeface="Arial"/>
                  <a:cs typeface="Arial"/>
                </a:defRPr>
              </a:lvl7pPr>
              <a:lvl8pPr algn="l">
                <a:defRPr sz="774" b="1">
                  <a:solidFill>
                    <a:srgbClr val="D55E00"/>
                  </a:solidFill>
                  <a:latin typeface="Arial"/>
                  <a:ea typeface="Arial"/>
                  <a:cs typeface="Arial"/>
                </a:defRPr>
              </a:lvl8pPr>
              <a:lvl9pPr algn="l">
                <a:defRPr sz="774" b="1">
                  <a:solidFill>
                    <a:srgbClr val="D55E00"/>
                  </a:solidFill>
                  <a:latin typeface="Arial"/>
                  <a:ea typeface="Arial"/>
                  <a:cs typeface="Arial"/>
                </a:defRPr>
              </a:lvl9pPr>
            </a:lstStyle>
            <a:p>
              <a:pPr algn="l">
                <a:defRPr sz="774" b="1">
                  <a:solidFill>
                    <a:srgbClr val="D55E00"/>
                  </a:solidFill>
                  <a:latin typeface="Arial"/>
                  <a:ea typeface="Arial"/>
                  <a:cs typeface="Arial"/>
                </a:defRPr>
              </a:pPr>
              <a:r>
                <a:rPr sz="774" b="1">
                  <a:solidFill>
                    <a:srgbClr val="D55E00"/>
                  </a:solidFill>
                  <a:latin typeface="Arial"/>
                  <a:ea typeface="Arial"/>
                  <a:cs typeface="Arial"/>
                </a:rPr>
                <a:t>B</a:t>
              </a:r>
            </a:p>
          </p:txBody>
        </p:sp>
        <p:sp>
          <p:nvSpPr>
            <p:cNvPr id="123" name="ellipse_122">
              <a:extLst>
                <a:ext uri="{FF2B5EF4-FFF2-40B4-BE49-F238E27FC236}">
                  <ns2:creationId id="{72D87BDE-9D98-4719-A521-1B8E771995F8}"/>
                </a:ext>
              </a:extLst>
            </p:cNvPr>
            <p:cNvSpPr>
              <a:spLocks noGrp="1"/>
            </p:cNvSpPr>
            <p:nvPr/>
          </p:nvSpPr>
          <p:spPr>
            <a:xfrm rot="0">
              <a:off x="1314256" y="8333115"/>
              <a:ext cx="114300" cy="114300"/>
            </a:xfrm>
            <a:prstGeom prst="ellipse">
              <a:avLst/>
            </a:prstGeom>
            <a:solidFill>
              <a:srgbClr val="FFFFFF"/>
            </a:solidFill>
            <a:ln w="8849">
              <a:solidFill>
                <a:srgbClr val="FFFFFF"/>
              </a:solidFill>
              <a:prstDash val="solid"/>
            </a:ln>
          </p:spPr>
        </p:sp>
        <p:sp>
          <p:nvSpPr>
            <p:cNvPr id="124" name="ellipse_123">
              <a:extLst>
                <a:ext uri="{FF2B5EF4-FFF2-40B4-BE49-F238E27FC236}">
                  <ns2:creationId id="{44EA6251-5D6C-4879-8352-B05DE4AFB409}"/>
                </a:ext>
              </a:extLst>
            </p:cNvPr>
            <p:cNvSpPr>
              <a:spLocks noGrp="1"/>
            </p:cNvSpPr>
            <p:nvPr/>
          </p:nvSpPr>
          <p:spPr>
            <a:xfrm rot="0">
              <a:off x="1333306" y="8352165"/>
              <a:ext cx="76200" cy="76200"/>
            </a:xfrm>
            <a:prstGeom prst="ellipse">
              <a:avLst/>
            </a:prstGeom>
            <a:solidFill>
              <a:srgbClr val="FFFFFF"/>
            </a:solidFill>
            <a:ln w="8849">
              <a:solidFill>
                <a:srgbClr val="009E73"/>
              </a:solidFill>
              <a:prstDash val="solid"/>
            </a:ln>
          </p:spPr>
        </p:sp>
        <p:sp>
          <p:nvSpPr>
            <p:cNvPr id="125" name="text_124">
              <a:extLst>
                <a:ext uri="{FF2B5EF4-FFF2-40B4-BE49-F238E27FC236}">
                  <ns2:creationId id="{23A07277-11C7-4F9D-B32C-BEE04822BB5B}"/>
                </a:ext>
              </a:extLst>
            </p:cNvPr>
            <p:cNvSpPr>
              <a:spLocks noGrp="1"/>
            </p:cNvSpPr>
            <p:nvPr/>
          </p:nvSpPr>
          <p:spPr>
            <a:xfrm rot="0">
              <a:off x="1447606" y="8161665"/>
              <a:ext cx="247650" cy="247650"/>
            </a:xfrm>
            <a:prstGeom prst="rect">
              <a:avLst/>
            </a:prstGeom>
            <a:noFill/>
            <a:ln w="0">
              <a:noFill/>
              <a:prstDash val="solid"/>
            </a:ln>
          </p:spPr>
          <p:txBody>
            <a:bodyPr wrap="none" lIns="0" tIns="0" rIns="0" bIns="0" anchor="t">
              <a:noAutofit/>
            </a:bodyPr>
            <a:lstStyle>
              <a:defPPr algn="l">
                <a:defRPr sz="774" b="1">
                  <a:solidFill>
                    <a:srgbClr val="009E73"/>
                  </a:solidFill>
                  <a:latin typeface="Arial"/>
                  <a:ea typeface="Arial"/>
                  <a:cs typeface="Arial"/>
                </a:defRPr>
              </a:defPPr>
              <a:lvl1pPr algn="l">
                <a:defRPr sz="774" b="1">
                  <a:solidFill>
                    <a:srgbClr val="009E73"/>
                  </a:solidFill>
                  <a:latin typeface="Arial"/>
                  <a:ea typeface="Arial"/>
                  <a:cs typeface="Arial"/>
                </a:defRPr>
              </a:lvl1pPr>
              <a:lvl2pPr algn="l">
                <a:defRPr sz="774" b="1">
                  <a:solidFill>
                    <a:srgbClr val="009E73"/>
                  </a:solidFill>
                  <a:latin typeface="Arial"/>
                  <a:ea typeface="Arial"/>
                  <a:cs typeface="Arial"/>
                </a:defRPr>
              </a:lvl2pPr>
              <a:lvl3pPr algn="l">
                <a:defRPr sz="774" b="1">
                  <a:solidFill>
                    <a:srgbClr val="009E73"/>
                  </a:solidFill>
                  <a:latin typeface="Arial"/>
                  <a:ea typeface="Arial"/>
                  <a:cs typeface="Arial"/>
                </a:defRPr>
              </a:lvl3pPr>
              <a:lvl4pPr algn="l">
                <a:defRPr sz="774" b="1">
                  <a:solidFill>
                    <a:srgbClr val="009E73"/>
                  </a:solidFill>
                  <a:latin typeface="Arial"/>
                  <a:ea typeface="Arial"/>
                  <a:cs typeface="Arial"/>
                </a:defRPr>
              </a:lvl4pPr>
              <a:lvl5pPr algn="l">
                <a:defRPr sz="774" b="1">
                  <a:solidFill>
                    <a:srgbClr val="009E73"/>
                  </a:solidFill>
                  <a:latin typeface="Arial"/>
                  <a:ea typeface="Arial"/>
                  <a:cs typeface="Arial"/>
                </a:defRPr>
              </a:lvl5pPr>
              <a:lvl6pPr algn="l">
                <a:defRPr sz="774" b="1">
                  <a:solidFill>
                    <a:srgbClr val="009E73"/>
                  </a:solidFill>
                  <a:latin typeface="Arial"/>
                  <a:ea typeface="Arial"/>
                  <a:cs typeface="Arial"/>
                </a:defRPr>
              </a:lvl6pPr>
              <a:lvl7pPr algn="l">
                <a:defRPr sz="774" b="1">
                  <a:solidFill>
                    <a:srgbClr val="009E73"/>
                  </a:solidFill>
                  <a:latin typeface="Arial"/>
                  <a:ea typeface="Arial"/>
                  <a:cs typeface="Arial"/>
                </a:defRPr>
              </a:lvl7pPr>
              <a:lvl8pPr algn="l">
                <a:defRPr sz="774" b="1">
                  <a:solidFill>
                    <a:srgbClr val="009E73"/>
                  </a:solidFill>
                  <a:latin typeface="Arial"/>
                  <a:ea typeface="Arial"/>
                  <a:cs typeface="Arial"/>
                </a:defRPr>
              </a:lvl8pPr>
              <a:lvl9pPr algn="l">
                <a:defRPr sz="774" b="1">
                  <a:solidFill>
                    <a:srgbClr val="009E73"/>
                  </a:solidFill>
                  <a:latin typeface="Arial"/>
                  <a:ea typeface="Arial"/>
                  <a:cs typeface="Arial"/>
                </a:defRPr>
              </a:lvl9pPr>
            </a:lstStyle>
            <a:p>
              <a:pPr algn="l">
                <a:defRPr sz="774" b="1">
                  <a:solidFill>
                    <a:srgbClr val="009E73"/>
                  </a:solidFill>
                  <a:latin typeface="Arial"/>
                  <a:ea typeface="Arial"/>
                  <a:cs typeface="Arial"/>
                </a:defRPr>
              </a:pPr>
              <a:r>
                <a:rPr sz="774" b="1">
                  <a:solidFill>
                    <a:srgbClr val="009E73"/>
                  </a:solidFill>
                  <a:latin typeface="Arial"/>
                  <a:ea typeface="Arial"/>
                  <a:cs typeface="Arial"/>
                </a:rPr>
                <a:t>C</a:t>
              </a:r>
            </a:p>
          </p:txBody>
        </p:sp>
        <p:sp>
          <p:nvSpPr>
            <p:cNvPr id="126" name="text_125">
              <a:extLst>
                <a:ext uri="{FF2B5EF4-FFF2-40B4-BE49-F238E27FC236}">
                  <ns2:creationId id="{31BCCCCC-BC61-4B45-A5CB-5AC31B8E1E32}"/>
                </a:ext>
              </a:extLst>
            </p:cNvPr>
            <p:cNvSpPr>
              <a:spLocks noGrp="1"/>
            </p:cNvSpPr>
            <p:nvPr/>
          </p:nvSpPr>
          <p:spPr>
            <a:xfrm rot="0">
              <a:off x="3438525" y="6334125"/>
              <a:ext cx="2667000" cy="238125"/>
            </a:xfrm>
            <a:prstGeom prst="rect">
              <a:avLst/>
            </a:prstGeom>
            <a:noFill/>
            <a:ln w="0">
              <a:noFill/>
              <a:prstDash val="solid"/>
            </a:ln>
          </p:spPr>
          <p:txBody>
            <a:bodyPr wrap="none" lIns="0" tIns="0" rIns="0" bIns="0" anchor="t">
              <a:noAutofit/>
            </a:bodyPr>
            <a:lstStyle>
              <a:defPPr algn="ctr">
                <a:defRPr sz="735" b="1">
                  <a:solidFill>
                    <a:srgbClr val="000000"/>
                  </a:solidFill>
                  <a:latin typeface="Arial"/>
                  <a:ea typeface="Arial"/>
                  <a:cs typeface="Arial"/>
                </a:defRPr>
              </a:defPPr>
              <a:lvl1pPr algn="ctr">
                <a:defRPr sz="735" b="1">
                  <a:solidFill>
                    <a:srgbClr val="000000"/>
                  </a:solidFill>
                  <a:latin typeface="Arial"/>
                  <a:ea typeface="Arial"/>
                  <a:cs typeface="Arial"/>
                </a:defRPr>
              </a:lvl1pPr>
              <a:lvl2pPr algn="ctr">
                <a:defRPr sz="735" b="1">
                  <a:solidFill>
                    <a:srgbClr val="000000"/>
                  </a:solidFill>
                  <a:latin typeface="Arial"/>
                  <a:ea typeface="Arial"/>
                  <a:cs typeface="Arial"/>
                </a:defRPr>
              </a:lvl2pPr>
              <a:lvl3pPr algn="ctr">
                <a:defRPr sz="735" b="1">
                  <a:solidFill>
                    <a:srgbClr val="000000"/>
                  </a:solidFill>
                  <a:latin typeface="Arial"/>
                  <a:ea typeface="Arial"/>
                  <a:cs typeface="Arial"/>
                </a:defRPr>
              </a:lvl3pPr>
              <a:lvl4pPr algn="ctr">
                <a:defRPr sz="735" b="1">
                  <a:solidFill>
                    <a:srgbClr val="000000"/>
                  </a:solidFill>
                  <a:latin typeface="Arial"/>
                  <a:ea typeface="Arial"/>
                  <a:cs typeface="Arial"/>
                </a:defRPr>
              </a:lvl4pPr>
              <a:lvl5pPr algn="ctr">
                <a:defRPr sz="735" b="1">
                  <a:solidFill>
                    <a:srgbClr val="000000"/>
                  </a:solidFill>
                  <a:latin typeface="Arial"/>
                  <a:ea typeface="Arial"/>
                  <a:cs typeface="Arial"/>
                </a:defRPr>
              </a:lvl5pPr>
              <a:lvl6pPr algn="ctr">
                <a:defRPr sz="735" b="1">
                  <a:solidFill>
                    <a:srgbClr val="000000"/>
                  </a:solidFill>
                  <a:latin typeface="Arial"/>
                  <a:ea typeface="Arial"/>
                  <a:cs typeface="Arial"/>
                </a:defRPr>
              </a:lvl6pPr>
              <a:lvl7pPr algn="ctr">
                <a:defRPr sz="735" b="1">
                  <a:solidFill>
                    <a:srgbClr val="000000"/>
                  </a:solidFill>
                  <a:latin typeface="Arial"/>
                  <a:ea typeface="Arial"/>
                  <a:cs typeface="Arial"/>
                </a:defRPr>
              </a:lvl7pPr>
              <a:lvl8pPr algn="ctr">
                <a:defRPr sz="735" b="1">
                  <a:solidFill>
                    <a:srgbClr val="000000"/>
                  </a:solidFill>
                  <a:latin typeface="Arial"/>
                  <a:ea typeface="Arial"/>
                  <a:cs typeface="Arial"/>
                </a:defRPr>
              </a:lvl8pPr>
              <a:lvl9pPr algn="ctr">
                <a:defRPr sz="735" b="1">
                  <a:solidFill>
                    <a:srgbClr val="000000"/>
                  </a:solidFill>
                  <a:latin typeface="Arial"/>
                  <a:ea typeface="Arial"/>
                  <a:cs typeface="Arial"/>
                </a:defRPr>
              </a:lvl9pPr>
            </a:lstStyle>
            <a:p>
              <a:pPr algn="ctr">
                <a:defRPr sz="735" b="1">
                  <a:solidFill>
                    <a:srgbClr val="000000"/>
                  </a:solidFill>
                  <a:latin typeface="Arial"/>
                  <a:ea typeface="Arial"/>
                  <a:cs typeface="Arial"/>
                </a:defRPr>
              </a:pPr>
              <a:r>
                <a:rPr sz="735" b="1">
                  <a:solidFill>
                    <a:srgbClr val="000000"/>
                  </a:solidFill>
                  <a:latin typeface="Arial"/>
                  <a:ea typeface="Arial"/>
                  <a:cs typeface="Arial"/>
                </a:rPr>
                <a:t>Analysis: 100 km smoothing</a:t>
              </a:r>
            </a:p>
          </p:txBody>
        </p:sp>
        <p:pic>
          <p:nvPicPr>
            <p:cNvPr id="127" name="">
              <a:extLst>
                <a:ext uri="{FF2B5EF4-FFF2-40B4-BE49-F238E27FC236}">
                  <ns2:creationId id="{5FE5EE2C-1B6A-495F-80F0-3B65EDE107D4}"/>
                </a:ext>
              </a:extLst>
            </p:cNvPr>
            <p:cNvPicPr>
              <a:picLocks noChangeAspect="1"/>
            </p:cNvPicPr>
            <p:nvPr/>
          </p:nvPicPr>
          <p:blipFill>
            <a:blip r:embed="R8eccc4fa42544053"/>
            <a:stretch/>
          </p:blipFill>
          <p:spPr>
            <a:xfrm>
              <a:off x="3581538" y="6581775"/>
              <a:ext cx="2380974" cy="2363094"/>
            </a:xfrm>
            <a:prstGeom prst="rect">
              <a:avLst/>
            </a:prstGeom>
          </p:spPr>
        </p:pic>
        <p:sp>
          <p:nvSpPr>
            <p:cNvPr id="128" name="rect_127">
              <a:extLst>
                <a:ext uri="{FF2B5EF4-FFF2-40B4-BE49-F238E27FC236}">
                  <ns2:creationId id="{C32AD2DD-F480-4787-85E7-C72AD7B04B8A}"/>
                </a:ext>
              </a:extLst>
            </p:cNvPr>
            <p:cNvSpPr>
              <a:spLocks noGrp="1"/>
            </p:cNvSpPr>
            <p:nvPr/>
          </p:nvSpPr>
          <p:spPr>
            <a:xfrm rot="0">
              <a:off x="3581400" y="6581775"/>
              <a:ext cx="2381250" cy="2363094"/>
            </a:xfrm>
            <a:prstGeom prst="rect">
              <a:avLst/>
            </a:prstGeom>
            <a:noFill/>
            <a:ln w="3195">
              <a:solidFill>
                <a:srgbClr val="6A7278"/>
              </a:solidFill>
              <a:prstDash val="solid"/>
            </a:ln>
          </p:spPr>
        </p:sp>
        <p:sp>
          <p:nvSpPr>
            <p:cNvPr id="129" name="text_128">
              <a:extLst>
                <a:ext uri="{FF2B5EF4-FFF2-40B4-BE49-F238E27FC236}">
                  <ns2:creationId id="{0DA5FD37-4B92-48EF-BE96-A6B3E2D1FCA9}"/>
                </a:ext>
              </a:extLst>
            </p:cNvPr>
            <p:cNvSpPr>
              <a:spLocks noGrp="1"/>
            </p:cNvSpPr>
            <p:nvPr/>
          </p:nvSpPr>
          <p:spPr>
            <a:xfrm rot="0">
              <a:off x="3343275" y="8992494"/>
              <a:ext cx="476250" cy="209550"/>
            </a:xfrm>
            <a:prstGeom prst="rect">
              <a:avLst/>
            </a:prstGeom>
            <a:noFill/>
            <a:ln w="0">
              <a:noFill/>
              <a:prstDash val="solid"/>
            </a:ln>
          </p:spPr>
          <p:txBody>
            <a:bodyPr wrap="none" lIns="0" tIns="0" rIns="0" bIns="0" anchor="t">
              <a:noAutofit/>
            </a:bodyPr>
            <a:lstStyle>
              <a:defPPr algn="ctr">
                <a:defRPr sz="581" b="0">
                  <a:solidFill>
                    <a:srgbClr val="000000"/>
                  </a:solidFill>
                  <a:latin typeface="Arial"/>
                  <a:ea typeface="Arial"/>
                  <a:cs typeface="Arial"/>
                </a:defRPr>
              </a:defPPr>
              <a:lvl1pPr algn="ctr">
                <a:defRPr sz="581" b="0">
                  <a:solidFill>
                    <a:srgbClr val="000000"/>
                  </a:solidFill>
                  <a:latin typeface="Arial"/>
                  <a:ea typeface="Arial"/>
                  <a:cs typeface="Arial"/>
                </a:defRPr>
              </a:lvl1pPr>
              <a:lvl2pPr algn="ctr">
                <a:defRPr sz="581" b="0">
                  <a:solidFill>
                    <a:srgbClr val="000000"/>
                  </a:solidFill>
                  <a:latin typeface="Arial"/>
                  <a:ea typeface="Arial"/>
                  <a:cs typeface="Arial"/>
                </a:defRPr>
              </a:lvl2pPr>
              <a:lvl3pPr algn="ctr">
                <a:defRPr sz="581" b="0">
                  <a:solidFill>
                    <a:srgbClr val="000000"/>
                  </a:solidFill>
                  <a:latin typeface="Arial"/>
                  <a:ea typeface="Arial"/>
                  <a:cs typeface="Arial"/>
                </a:defRPr>
              </a:lvl3pPr>
              <a:lvl4pPr algn="ctr">
                <a:defRPr sz="581" b="0">
                  <a:solidFill>
                    <a:srgbClr val="000000"/>
                  </a:solidFill>
                  <a:latin typeface="Arial"/>
                  <a:ea typeface="Arial"/>
                  <a:cs typeface="Arial"/>
                </a:defRPr>
              </a:lvl4pPr>
              <a:lvl5pPr algn="ctr">
                <a:defRPr sz="581" b="0">
                  <a:solidFill>
                    <a:srgbClr val="000000"/>
                  </a:solidFill>
                  <a:latin typeface="Arial"/>
                  <a:ea typeface="Arial"/>
                  <a:cs typeface="Arial"/>
                </a:defRPr>
              </a:lvl5pPr>
              <a:lvl6pPr algn="ctr">
                <a:defRPr sz="581" b="0">
                  <a:solidFill>
                    <a:srgbClr val="000000"/>
                  </a:solidFill>
                  <a:latin typeface="Arial"/>
                  <a:ea typeface="Arial"/>
                  <a:cs typeface="Arial"/>
                </a:defRPr>
              </a:lvl6pPr>
              <a:lvl7pPr algn="ctr">
                <a:defRPr sz="581" b="0">
                  <a:solidFill>
                    <a:srgbClr val="000000"/>
                  </a:solidFill>
                  <a:latin typeface="Arial"/>
                  <a:ea typeface="Arial"/>
                  <a:cs typeface="Arial"/>
                </a:defRPr>
              </a:lvl7pPr>
              <a:lvl8pPr algn="ctr">
                <a:defRPr sz="581" b="0">
                  <a:solidFill>
                    <a:srgbClr val="000000"/>
                  </a:solidFill>
                  <a:latin typeface="Arial"/>
                  <a:ea typeface="Arial"/>
                  <a:cs typeface="Arial"/>
                </a:defRPr>
              </a:lvl8pPr>
              <a:lvl9pPr algn="ctr">
                <a:defRPr sz="581" b="0">
                  <a:solidFill>
                    <a:srgbClr val="000000"/>
                  </a:solidFill>
                  <a:latin typeface="Arial"/>
                  <a:ea typeface="Arial"/>
                  <a:cs typeface="Arial"/>
                </a:defRPr>
              </a:lvl9pPr>
            </a:lstStyle>
            <a:p>
              <a:pPr algn="ctr">
                <a:defRPr sz="581" b="0">
                  <a:solidFill>
                    <a:srgbClr val="000000"/>
                  </a:solidFill>
                  <a:latin typeface="Arial"/>
                  <a:ea typeface="Arial"/>
                  <a:cs typeface="Arial"/>
                </a:defRPr>
              </a:pPr>
              <a:r>
                <a:rPr sz="581" b="0">
                  <a:solidFill>
                    <a:srgbClr val="000000"/>
                  </a:solidFill>
                  <a:latin typeface="Arial"/>
                  <a:ea typeface="Arial"/>
                  <a:cs typeface="Arial"/>
                </a:rPr>
                <a:t>102</a:t>
              </a:r>
            </a:p>
          </p:txBody>
        </p:sp>
        <p:sp>
          <p:nvSpPr>
            <p:cNvPr id="130" name="text_129">
              <a:extLst>
                <a:ext uri="{FF2B5EF4-FFF2-40B4-BE49-F238E27FC236}">
                  <ns2:creationId id="{BDF373F2-F9A0-474F-82EF-886D4D412BB6}"/>
                </a:ext>
              </a:extLst>
            </p:cNvPr>
            <p:cNvSpPr>
              <a:spLocks noGrp="1"/>
            </p:cNvSpPr>
            <p:nvPr/>
          </p:nvSpPr>
          <p:spPr>
            <a:xfrm rot="0">
              <a:off x="4533900" y="8992494"/>
              <a:ext cx="476250" cy="209550"/>
            </a:xfrm>
            <a:prstGeom prst="rect">
              <a:avLst/>
            </a:prstGeom>
            <a:noFill/>
            <a:ln w="0">
              <a:noFill/>
              <a:prstDash val="solid"/>
            </a:ln>
          </p:spPr>
          <p:txBody>
            <a:bodyPr wrap="none" lIns="0" tIns="0" rIns="0" bIns="0" anchor="t">
              <a:noAutofit/>
            </a:bodyPr>
            <a:lstStyle>
              <a:defPPr algn="ctr">
                <a:defRPr sz="581" b="0">
                  <a:solidFill>
                    <a:srgbClr val="000000"/>
                  </a:solidFill>
                  <a:latin typeface="Arial"/>
                  <a:ea typeface="Arial"/>
                  <a:cs typeface="Arial"/>
                </a:defRPr>
              </a:defPPr>
              <a:lvl1pPr algn="ctr">
                <a:defRPr sz="581" b="0">
                  <a:solidFill>
                    <a:srgbClr val="000000"/>
                  </a:solidFill>
                  <a:latin typeface="Arial"/>
                  <a:ea typeface="Arial"/>
                  <a:cs typeface="Arial"/>
                </a:defRPr>
              </a:lvl1pPr>
              <a:lvl2pPr algn="ctr">
                <a:defRPr sz="581" b="0">
                  <a:solidFill>
                    <a:srgbClr val="000000"/>
                  </a:solidFill>
                  <a:latin typeface="Arial"/>
                  <a:ea typeface="Arial"/>
                  <a:cs typeface="Arial"/>
                </a:defRPr>
              </a:lvl2pPr>
              <a:lvl3pPr algn="ctr">
                <a:defRPr sz="581" b="0">
                  <a:solidFill>
                    <a:srgbClr val="000000"/>
                  </a:solidFill>
                  <a:latin typeface="Arial"/>
                  <a:ea typeface="Arial"/>
                  <a:cs typeface="Arial"/>
                </a:defRPr>
              </a:lvl3pPr>
              <a:lvl4pPr algn="ctr">
                <a:defRPr sz="581" b="0">
                  <a:solidFill>
                    <a:srgbClr val="000000"/>
                  </a:solidFill>
                  <a:latin typeface="Arial"/>
                  <a:ea typeface="Arial"/>
                  <a:cs typeface="Arial"/>
                </a:defRPr>
              </a:lvl4pPr>
              <a:lvl5pPr algn="ctr">
                <a:defRPr sz="581" b="0">
                  <a:solidFill>
                    <a:srgbClr val="000000"/>
                  </a:solidFill>
                  <a:latin typeface="Arial"/>
                  <a:ea typeface="Arial"/>
                  <a:cs typeface="Arial"/>
                </a:defRPr>
              </a:lvl5pPr>
              <a:lvl6pPr algn="ctr">
                <a:defRPr sz="581" b="0">
                  <a:solidFill>
                    <a:srgbClr val="000000"/>
                  </a:solidFill>
                  <a:latin typeface="Arial"/>
                  <a:ea typeface="Arial"/>
                  <a:cs typeface="Arial"/>
                </a:defRPr>
              </a:lvl6pPr>
              <a:lvl7pPr algn="ctr">
                <a:defRPr sz="581" b="0">
                  <a:solidFill>
                    <a:srgbClr val="000000"/>
                  </a:solidFill>
                  <a:latin typeface="Arial"/>
                  <a:ea typeface="Arial"/>
                  <a:cs typeface="Arial"/>
                </a:defRPr>
              </a:lvl7pPr>
              <a:lvl8pPr algn="ctr">
                <a:defRPr sz="581" b="0">
                  <a:solidFill>
                    <a:srgbClr val="000000"/>
                  </a:solidFill>
                  <a:latin typeface="Arial"/>
                  <a:ea typeface="Arial"/>
                  <a:cs typeface="Arial"/>
                </a:defRPr>
              </a:lvl8pPr>
              <a:lvl9pPr algn="ctr">
                <a:defRPr sz="581" b="0">
                  <a:solidFill>
                    <a:srgbClr val="000000"/>
                  </a:solidFill>
                  <a:latin typeface="Arial"/>
                  <a:ea typeface="Arial"/>
                  <a:cs typeface="Arial"/>
                </a:defRPr>
              </a:lvl9pPr>
            </a:lstStyle>
            <a:p>
              <a:pPr algn="ctr">
                <a:defRPr sz="581" b="0">
                  <a:solidFill>
                    <a:srgbClr val="000000"/>
                  </a:solidFill>
                  <a:latin typeface="Arial"/>
                  <a:ea typeface="Arial"/>
                  <a:cs typeface="Arial"/>
                </a:defRPr>
              </a:pPr>
              <a:r>
                <a:rPr sz="581" b="0">
                  <a:solidFill>
                    <a:srgbClr val="000000"/>
                  </a:solidFill>
                  <a:latin typeface="Arial"/>
                  <a:ea typeface="Arial"/>
                  <a:cs typeface="Arial"/>
                </a:rPr>
                <a:t>108</a:t>
              </a:r>
            </a:p>
          </p:txBody>
        </p:sp>
        <p:sp>
          <p:nvSpPr>
            <p:cNvPr id="131" name="text_130">
              <a:extLst>
                <a:ext uri="{FF2B5EF4-FFF2-40B4-BE49-F238E27FC236}">
                  <ns2:creationId id="{FC2E42F3-23D5-458A-969A-62E5EF849CC2}"/>
                </a:ext>
              </a:extLst>
            </p:cNvPr>
            <p:cNvSpPr>
              <a:spLocks noGrp="1"/>
            </p:cNvSpPr>
            <p:nvPr/>
          </p:nvSpPr>
          <p:spPr>
            <a:xfrm rot="0">
              <a:off x="5724525" y="8992494"/>
              <a:ext cx="476250" cy="209550"/>
            </a:xfrm>
            <a:prstGeom prst="rect">
              <a:avLst/>
            </a:prstGeom>
            <a:noFill/>
            <a:ln w="0">
              <a:noFill/>
              <a:prstDash val="solid"/>
            </a:ln>
          </p:spPr>
          <p:txBody>
            <a:bodyPr wrap="none" lIns="0" tIns="0" rIns="0" bIns="0" anchor="t">
              <a:noAutofit/>
            </a:bodyPr>
            <a:lstStyle>
              <a:defPPr algn="ctr">
                <a:defRPr sz="581" b="0">
                  <a:solidFill>
                    <a:srgbClr val="000000"/>
                  </a:solidFill>
                  <a:latin typeface="Arial"/>
                  <a:ea typeface="Arial"/>
                  <a:cs typeface="Arial"/>
                </a:defRPr>
              </a:defPPr>
              <a:lvl1pPr algn="ctr">
                <a:defRPr sz="581" b="0">
                  <a:solidFill>
                    <a:srgbClr val="000000"/>
                  </a:solidFill>
                  <a:latin typeface="Arial"/>
                  <a:ea typeface="Arial"/>
                  <a:cs typeface="Arial"/>
                </a:defRPr>
              </a:lvl1pPr>
              <a:lvl2pPr algn="ctr">
                <a:defRPr sz="581" b="0">
                  <a:solidFill>
                    <a:srgbClr val="000000"/>
                  </a:solidFill>
                  <a:latin typeface="Arial"/>
                  <a:ea typeface="Arial"/>
                  <a:cs typeface="Arial"/>
                </a:defRPr>
              </a:lvl2pPr>
              <a:lvl3pPr algn="ctr">
                <a:defRPr sz="581" b="0">
                  <a:solidFill>
                    <a:srgbClr val="000000"/>
                  </a:solidFill>
                  <a:latin typeface="Arial"/>
                  <a:ea typeface="Arial"/>
                  <a:cs typeface="Arial"/>
                </a:defRPr>
              </a:lvl3pPr>
              <a:lvl4pPr algn="ctr">
                <a:defRPr sz="581" b="0">
                  <a:solidFill>
                    <a:srgbClr val="000000"/>
                  </a:solidFill>
                  <a:latin typeface="Arial"/>
                  <a:ea typeface="Arial"/>
                  <a:cs typeface="Arial"/>
                </a:defRPr>
              </a:lvl4pPr>
              <a:lvl5pPr algn="ctr">
                <a:defRPr sz="581" b="0">
                  <a:solidFill>
                    <a:srgbClr val="000000"/>
                  </a:solidFill>
                  <a:latin typeface="Arial"/>
                  <a:ea typeface="Arial"/>
                  <a:cs typeface="Arial"/>
                </a:defRPr>
              </a:lvl5pPr>
              <a:lvl6pPr algn="ctr">
                <a:defRPr sz="581" b="0">
                  <a:solidFill>
                    <a:srgbClr val="000000"/>
                  </a:solidFill>
                  <a:latin typeface="Arial"/>
                  <a:ea typeface="Arial"/>
                  <a:cs typeface="Arial"/>
                </a:defRPr>
              </a:lvl6pPr>
              <a:lvl7pPr algn="ctr">
                <a:defRPr sz="581" b="0">
                  <a:solidFill>
                    <a:srgbClr val="000000"/>
                  </a:solidFill>
                  <a:latin typeface="Arial"/>
                  <a:ea typeface="Arial"/>
                  <a:cs typeface="Arial"/>
                </a:defRPr>
              </a:lvl7pPr>
              <a:lvl8pPr algn="ctr">
                <a:defRPr sz="581" b="0">
                  <a:solidFill>
                    <a:srgbClr val="000000"/>
                  </a:solidFill>
                  <a:latin typeface="Arial"/>
                  <a:ea typeface="Arial"/>
                  <a:cs typeface="Arial"/>
                </a:defRPr>
              </a:lvl8pPr>
              <a:lvl9pPr algn="ctr">
                <a:defRPr sz="581" b="0">
                  <a:solidFill>
                    <a:srgbClr val="000000"/>
                  </a:solidFill>
                  <a:latin typeface="Arial"/>
                  <a:ea typeface="Arial"/>
                  <a:cs typeface="Arial"/>
                </a:defRPr>
              </a:lvl9pPr>
            </a:lstStyle>
            <a:p>
              <a:pPr algn="ctr">
                <a:defRPr sz="581" b="0">
                  <a:solidFill>
                    <a:srgbClr val="000000"/>
                  </a:solidFill>
                  <a:latin typeface="Arial"/>
                  <a:ea typeface="Arial"/>
                  <a:cs typeface="Arial"/>
                </a:defRPr>
              </a:pPr>
              <a:r>
                <a:rPr sz="581" b="0">
                  <a:solidFill>
                    <a:srgbClr val="000000"/>
                  </a:solidFill>
                  <a:latin typeface="Arial"/>
                  <a:ea typeface="Arial"/>
                  <a:cs typeface="Arial"/>
                </a:rPr>
                <a:t>114</a:t>
              </a:r>
            </a:p>
          </p:txBody>
        </p:sp>
        <p:sp>
          <p:nvSpPr>
            <p:cNvPr id="132" name="text_131">
              <a:extLst>
                <a:ext uri="{FF2B5EF4-FFF2-40B4-BE49-F238E27FC236}">
                  <ns2:creationId id="{4B009EF1-3D8F-479B-B71E-8E49BF87F137}"/>
                </a:ext>
              </a:extLst>
            </p:cNvPr>
            <p:cNvSpPr>
              <a:spLocks noGrp="1"/>
            </p:cNvSpPr>
            <p:nvPr/>
          </p:nvSpPr>
          <p:spPr>
            <a:xfrm rot="0">
              <a:off x="3228975" y="8849619"/>
              <a:ext cx="285750" cy="209550"/>
            </a:xfrm>
            <a:prstGeom prst="rect">
              <a:avLst/>
            </a:prstGeom>
            <a:noFill/>
            <a:ln w="0">
              <a:noFill/>
              <a:prstDash val="solid"/>
            </a:ln>
          </p:spPr>
          <p:txBody>
            <a:bodyPr wrap="none" lIns="0" tIns="0" rIns="0" bIns="0" anchor="t">
              <a:noAutofit/>
            </a:bodyPr>
            <a:lstStyle>
              <a:defPPr algn="r">
                <a:defRPr sz="581" b="0">
                  <a:solidFill>
                    <a:srgbClr val="000000"/>
                  </a:solidFill>
                  <a:latin typeface="Arial"/>
                  <a:ea typeface="Arial"/>
                  <a:cs typeface="Arial"/>
                </a:defRPr>
              </a:defPPr>
              <a:lvl1pPr algn="r">
                <a:defRPr sz="581" b="0">
                  <a:solidFill>
                    <a:srgbClr val="000000"/>
                  </a:solidFill>
                  <a:latin typeface="Arial"/>
                  <a:ea typeface="Arial"/>
                  <a:cs typeface="Arial"/>
                </a:defRPr>
              </a:lvl1pPr>
              <a:lvl2pPr algn="r">
                <a:defRPr sz="581" b="0">
                  <a:solidFill>
                    <a:srgbClr val="000000"/>
                  </a:solidFill>
                  <a:latin typeface="Arial"/>
                  <a:ea typeface="Arial"/>
                  <a:cs typeface="Arial"/>
                </a:defRPr>
              </a:lvl2pPr>
              <a:lvl3pPr algn="r">
                <a:defRPr sz="581" b="0">
                  <a:solidFill>
                    <a:srgbClr val="000000"/>
                  </a:solidFill>
                  <a:latin typeface="Arial"/>
                  <a:ea typeface="Arial"/>
                  <a:cs typeface="Arial"/>
                </a:defRPr>
              </a:lvl3pPr>
              <a:lvl4pPr algn="r">
                <a:defRPr sz="581" b="0">
                  <a:solidFill>
                    <a:srgbClr val="000000"/>
                  </a:solidFill>
                  <a:latin typeface="Arial"/>
                  <a:ea typeface="Arial"/>
                  <a:cs typeface="Arial"/>
                </a:defRPr>
              </a:lvl4pPr>
              <a:lvl5pPr algn="r">
                <a:defRPr sz="581" b="0">
                  <a:solidFill>
                    <a:srgbClr val="000000"/>
                  </a:solidFill>
                  <a:latin typeface="Arial"/>
                  <a:ea typeface="Arial"/>
                  <a:cs typeface="Arial"/>
                </a:defRPr>
              </a:lvl5pPr>
              <a:lvl6pPr algn="r">
                <a:defRPr sz="581" b="0">
                  <a:solidFill>
                    <a:srgbClr val="000000"/>
                  </a:solidFill>
                  <a:latin typeface="Arial"/>
                  <a:ea typeface="Arial"/>
                  <a:cs typeface="Arial"/>
                </a:defRPr>
              </a:lvl6pPr>
              <a:lvl7pPr algn="r">
                <a:defRPr sz="581" b="0">
                  <a:solidFill>
                    <a:srgbClr val="000000"/>
                  </a:solidFill>
                  <a:latin typeface="Arial"/>
                  <a:ea typeface="Arial"/>
                  <a:cs typeface="Arial"/>
                </a:defRPr>
              </a:lvl7pPr>
              <a:lvl8pPr algn="r">
                <a:defRPr sz="581" b="0">
                  <a:solidFill>
                    <a:srgbClr val="000000"/>
                  </a:solidFill>
                  <a:latin typeface="Arial"/>
                  <a:ea typeface="Arial"/>
                  <a:cs typeface="Arial"/>
                </a:defRPr>
              </a:lvl8pPr>
              <a:lvl9pPr algn="r">
                <a:defRPr sz="581" b="0">
                  <a:solidFill>
                    <a:srgbClr val="000000"/>
                  </a:solidFill>
                  <a:latin typeface="Arial"/>
                  <a:ea typeface="Arial"/>
                  <a:cs typeface="Arial"/>
                </a:defRPr>
              </a:lvl9pPr>
            </a:lstStyle>
            <a:p>
              <a:pPr algn="r">
                <a:defRPr sz="581" b="0">
                  <a:solidFill>
                    <a:srgbClr val="000000"/>
                  </a:solidFill>
                  <a:latin typeface="Arial"/>
                  <a:ea typeface="Arial"/>
                  <a:cs typeface="Arial"/>
                </a:defRPr>
              </a:pPr>
              <a:r>
                <a:rPr sz="581" b="0">
                  <a:solidFill>
                    <a:srgbClr val="000000"/>
                  </a:solidFill>
                  <a:latin typeface="Arial"/>
                  <a:ea typeface="Arial"/>
                  <a:cs typeface="Arial"/>
                </a:rPr>
                <a:t>28</a:t>
              </a:r>
            </a:p>
          </p:txBody>
        </p:sp>
        <p:sp>
          <p:nvSpPr>
            <p:cNvPr id="133" name="text_132">
              <a:extLst>
                <a:ext uri="{FF2B5EF4-FFF2-40B4-BE49-F238E27FC236}">
                  <ns2:creationId id="{261DB45C-0B98-4E9F-906C-7563C995420B}"/>
                </a:ext>
              </a:extLst>
            </p:cNvPr>
            <p:cNvSpPr>
              <a:spLocks noGrp="1"/>
            </p:cNvSpPr>
            <p:nvPr/>
          </p:nvSpPr>
          <p:spPr>
            <a:xfrm rot="0">
              <a:off x="3228975" y="7634571"/>
              <a:ext cx="285750" cy="209550"/>
            </a:xfrm>
            <a:prstGeom prst="rect">
              <a:avLst/>
            </a:prstGeom>
            <a:noFill/>
            <a:ln w="0">
              <a:noFill/>
              <a:prstDash val="solid"/>
            </a:ln>
          </p:spPr>
          <p:txBody>
            <a:bodyPr wrap="none" lIns="0" tIns="0" rIns="0" bIns="0" anchor="t">
              <a:noAutofit/>
            </a:bodyPr>
            <a:lstStyle>
              <a:defPPr algn="r">
                <a:defRPr sz="581" b="0">
                  <a:solidFill>
                    <a:srgbClr val="000000"/>
                  </a:solidFill>
                  <a:latin typeface="Arial"/>
                  <a:ea typeface="Arial"/>
                  <a:cs typeface="Arial"/>
                </a:defRPr>
              </a:defPPr>
              <a:lvl1pPr algn="r">
                <a:defRPr sz="581" b="0">
                  <a:solidFill>
                    <a:srgbClr val="000000"/>
                  </a:solidFill>
                  <a:latin typeface="Arial"/>
                  <a:ea typeface="Arial"/>
                  <a:cs typeface="Arial"/>
                </a:defRPr>
              </a:lvl1pPr>
              <a:lvl2pPr algn="r">
                <a:defRPr sz="581" b="0">
                  <a:solidFill>
                    <a:srgbClr val="000000"/>
                  </a:solidFill>
                  <a:latin typeface="Arial"/>
                  <a:ea typeface="Arial"/>
                  <a:cs typeface="Arial"/>
                </a:defRPr>
              </a:lvl2pPr>
              <a:lvl3pPr algn="r">
                <a:defRPr sz="581" b="0">
                  <a:solidFill>
                    <a:srgbClr val="000000"/>
                  </a:solidFill>
                  <a:latin typeface="Arial"/>
                  <a:ea typeface="Arial"/>
                  <a:cs typeface="Arial"/>
                </a:defRPr>
              </a:lvl3pPr>
              <a:lvl4pPr algn="r">
                <a:defRPr sz="581" b="0">
                  <a:solidFill>
                    <a:srgbClr val="000000"/>
                  </a:solidFill>
                  <a:latin typeface="Arial"/>
                  <a:ea typeface="Arial"/>
                  <a:cs typeface="Arial"/>
                </a:defRPr>
              </a:lvl4pPr>
              <a:lvl5pPr algn="r">
                <a:defRPr sz="581" b="0">
                  <a:solidFill>
                    <a:srgbClr val="000000"/>
                  </a:solidFill>
                  <a:latin typeface="Arial"/>
                  <a:ea typeface="Arial"/>
                  <a:cs typeface="Arial"/>
                </a:defRPr>
              </a:lvl5pPr>
              <a:lvl6pPr algn="r">
                <a:defRPr sz="581" b="0">
                  <a:solidFill>
                    <a:srgbClr val="000000"/>
                  </a:solidFill>
                  <a:latin typeface="Arial"/>
                  <a:ea typeface="Arial"/>
                  <a:cs typeface="Arial"/>
                </a:defRPr>
              </a:lvl6pPr>
              <a:lvl7pPr algn="r">
                <a:defRPr sz="581" b="0">
                  <a:solidFill>
                    <a:srgbClr val="000000"/>
                  </a:solidFill>
                  <a:latin typeface="Arial"/>
                  <a:ea typeface="Arial"/>
                  <a:cs typeface="Arial"/>
                </a:defRPr>
              </a:lvl7pPr>
              <a:lvl8pPr algn="r">
                <a:defRPr sz="581" b="0">
                  <a:solidFill>
                    <a:srgbClr val="000000"/>
                  </a:solidFill>
                  <a:latin typeface="Arial"/>
                  <a:ea typeface="Arial"/>
                  <a:cs typeface="Arial"/>
                </a:defRPr>
              </a:lvl8pPr>
              <a:lvl9pPr algn="r">
                <a:defRPr sz="581" b="0">
                  <a:solidFill>
                    <a:srgbClr val="000000"/>
                  </a:solidFill>
                  <a:latin typeface="Arial"/>
                  <a:ea typeface="Arial"/>
                  <a:cs typeface="Arial"/>
                </a:defRPr>
              </a:lvl9pPr>
            </a:lstStyle>
            <a:p>
              <a:pPr algn="r">
                <a:defRPr sz="581" b="0">
                  <a:solidFill>
                    <a:srgbClr val="000000"/>
                  </a:solidFill>
                  <a:latin typeface="Arial"/>
                  <a:ea typeface="Arial"/>
                  <a:cs typeface="Arial"/>
                </a:defRPr>
              </a:pPr>
              <a:r>
                <a:rPr sz="581" b="0">
                  <a:solidFill>
                    <a:srgbClr val="000000"/>
                  </a:solidFill>
                  <a:latin typeface="Arial"/>
                  <a:ea typeface="Arial"/>
                  <a:cs typeface="Arial"/>
                </a:rPr>
                <a:t>33</a:t>
              </a:r>
            </a:p>
          </p:txBody>
        </p:sp>
        <p:sp>
          <p:nvSpPr>
            <p:cNvPr id="134" name="text_133">
              <a:extLst>
                <a:ext uri="{FF2B5EF4-FFF2-40B4-BE49-F238E27FC236}">
                  <ns2:creationId id="{80EBAC21-1643-496F-B71B-32A9D558ECE6}"/>
                </a:ext>
              </a:extLst>
            </p:cNvPr>
            <p:cNvSpPr>
              <a:spLocks noGrp="1"/>
            </p:cNvSpPr>
            <p:nvPr/>
          </p:nvSpPr>
          <p:spPr>
            <a:xfrm rot="0">
              <a:off x="3228975" y="6486525"/>
              <a:ext cx="285750" cy="209550"/>
            </a:xfrm>
            <a:prstGeom prst="rect">
              <a:avLst/>
            </a:prstGeom>
            <a:noFill/>
            <a:ln w="0">
              <a:noFill/>
              <a:prstDash val="solid"/>
            </a:ln>
          </p:spPr>
          <p:txBody>
            <a:bodyPr wrap="none" lIns="0" tIns="0" rIns="0" bIns="0" anchor="t">
              <a:noAutofit/>
            </a:bodyPr>
            <a:lstStyle>
              <a:defPPr algn="r">
                <a:defRPr sz="581" b="0">
                  <a:solidFill>
                    <a:srgbClr val="000000"/>
                  </a:solidFill>
                  <a:latin typeface="Arial"/>
                  <a:ea typeface="Arial"/>
                  <a:cs typeface="Arial"/>
                </a:defRPr>
              </a:defPPr>
              <a:lvl1pPr algn="r">
                <a:defRPr sz="581" b="0">
                  <a:solidFill>
                    <a:srgbClr val="000000"/>
                  </a:solidFill>
                  <a:latin typeface="Arial"/>
                  <a:ea typeface="Arial"/>
                  <a:cs typeface="Arial"/>
                </a:defRPr>
              </a:lvl1pPr>
              <a:lvl2pPr algn="r">
                <a:defRPr sz="581" b="0">
                  <a:solidFill>
                    <a:srgbClr val="000000"/>
                  </a:solidFill>
                  <a:latin typeface="Arial"/>
                  <a:ea typeface="Arial"/>
                  <a:cs typeface="Arial"/>
                </a:defRPr>
              </a:lvl2pPr>
              <a:lvl3pPr algn="r">
                <a:defRPr sz="581" b="0">
                  <a:solidFill>
                    <a:srgbClr val="000000"/>
                  </a:solidFill>
                  <a:latin typeface="Arial"/>
                  <a:ea typeface="Arial"/>
                  <a:cs typeface="Arial"/>
                </a:defRPr>
              </a:lvl3pPr>
              <a:lvl4pPr algn="r">
                <a:defRPr sz="581" b="0">
                  <a:solidFill>
                    <a:srgbClr val="000000"/>
                  </a:solidFill>
                  <a:latin typeface="Arial"/>
                  <a:ea typeface="Arial"/>
                  <a:cs typeface="Arial"/>
                </a:defRPr>
              </a:lvl4pPr>
              <a:lvl5pPr algn="r">
                <a:defRPr sz="581" b="0">
                  <a:solidFill>
                    <a:srgbClr val="000000"/>
                  </a:solidFill>
                  <a:latin typeface="Arial"/>
                  <a:ea typeface="Arial"/>
                  <a:cs typeface="Arial"/>
                </a:defRPr>
              </a:lvl5pPr>
              <a:lvl6pPr algn="r">
                <a:defRPr sz="581" b="0">
                  <a:solidFill>
                    <a:srgbClr val="000000"/>
                  </a:solidFill>
                  <a:latin typeface="Arial"/>
                  <a:ea typeface="Arial"/>
                  <a:cs typeface="Arial"/>
                </a:defRPr>
              </a:lvl6pPr>
              <a:lvl7pPr algn="r">
                <a:defRPr sz="581" b="0">
                  <a:solidFill>
                    <a:srgbClr val="000000"/>
                  </a:solidFill>
                  <a:latin typeface="Arial"/>
                  <a:ea typeface="Arial"/>
                  <a:cs typeface="Arial"/>
                </a:defRPr>
              </a:lvl7pPr>
              <a:lvl8pPr algn="r">
                <a:defRPr sz="581" b="0">
                  <a:solidFill>
                    <a:srgbClr val="000000"/>
                  </a:solidFill>
                  <a:latin typeface="Arial"/>
                  <a:ea typeface="Arial"/>
                  <a:cs typeface="Arial"/>
                </a:defRPr>
              </a:lvl8pPr>
              <a:lvl9pPr algn="r">
                <a:defRPr sz="581" b="0">
                  <a:solidFill>
                    <a:srgbClr val="000000"/>
                  </a:solidFill>
                  <a:latin typeface="Arial"/>
                  <a:ea typeface="Arial"/>
                  <a:cs typeface="Arial"/>
                </a:defRPr>
              </a:lvl9pPr>
            </a:lstStyle>
            <a:p>
              <a:pPr algn="r">
                <a:defRPr sz="581" b="0">
                  <a:solidFill>
                    <a:srgbClr val="000000"/>
                  </a:solidFill>
                  <a:latin typeface="Arial"/>
                  <a:ea typeface="Arial"/>
                  <a:cs typeface="Arial"/>
                </a:defRPr>
              </a:pPr>
              <a:r>
                <a:rPr sz="581" b="0">
                  <a:solidFill>
                    <a:srgbClr val="000000"/>
                  </a:solidFill>
                  <a:latin typeface="Arial"/>
                  <a:ea typeface="Arial"/>
                  <a:cs typeface="Arial"/>
                </a:rPr>
                <a:t>38</a:t>
              </a:r>
            </a:p>
          </p:txBody>
        </p:sp>
        <p:sp>
          <p:nvSpPr>
            <p:cNvPr id="135" name="ellipse_134">
              <a:extLst>
                <a:ext uri="{FF2B5EF4-FFF2-40B4-BE49-F238E27FC236}">
                  <ns2:creationId id="{204E0AAE-84DA-4780-9F26-AF89AF98BB7D}"/>
                </a:ext>
              </a:extLst>
            </p:cNvPr>
            <p:cNvSpPr>
              <a:spLocks noGrp="1"/>
            </p:cNvSpPr>
            <p:nvPr/>
          </p:nvSpPr>
          <p:spPr>
            <a:xfrm rot="0">
              <a:off x="5735411" y="8622474"/>
              <a:ext cx="114300" cy="114300"/>
            </a:xfrm>
            <a:prstGeom prst="ellipse">
              <a:avLst/>
            </a:prstGeom>
            <a:solidFill>
              <a:srgbClr val="FFFFFF"/>
            </a:solidFill>
            <a:ln w="8849">
              <a:solidFill>
                <a:srgbClr val="FFFFFF"/>
              </a:solidFill>
              <a:prstDash val="solid"/>
            </a:ln>
          </p:spPr>
        </p:sp>
        <p:sp>
          <p:nvSpPr>
            <p:cNvPr id="136" name="ellipse_135">
              <a:extLst>
                <a:ext uri="{FF2B5EF4-FFF2-40B4-BE49-F238E27FC236}">
                  <ns2:creationId id="{6765B562-CB71-4581-B63B-B0297466CDBB}"/>
                </a:ext>
              </a:extLst>
            </p:cNvPr>
            <p:cNvSpPr>
              <a:spLocks noGrp="1"/>
            </p:cNvSpPr>
            <p:nvPr/>
          </p:nvSpPr>
          <p:spPr>
            <a:xfrm rot="0">
              <a:off x="5754461" y="8641524"/>
              <a:ext cx="76200" cy="76200"/>
            </a:xfrm>
            <a:prstGeom prst="ellipse">
              <a:avLst/>
            </a:prstGeom>
            <a:solidFill>
              <a:srgbClr val="FFFFFF"/>
            </a:solidFill>
            <a:ln w="8849">
              <a:solidFill>
                <a:srgbClr val="0072B2"/>
              </a:solidFill>
              <a:prstDash val="solid"/>
            </a:ln>
          </p:spPr>
        </p:sp>
        <p:sp>
          <p:nvSpPr>
            <p:cNvPr id="137" name="text_136">
              <a:extLst>
                <a:ext uri="{FF2B5EF4-FFF2-40B4-BE49-F238E27FC236}">
                  <ns2:creationId id="{B58C31BC-29AD-42D9-B00F-85E76550915B}"/>
                </a:ext>
              </a:extLst>
            </p:cNvPr>
            <p:cNvSpPr>
              <a:spLocks noGrp="1"/>
            </p:cNvSpPr>
            <p:nvPr/>
          </p:nvSpPr>
          <p:spPr>
            <a:xfrm rot="0">
              <a:off x="5563961" y="8451024"/>
              <a:ext cx="247650" cy="247650"/>
            </a:xfrm>
            <a:prstGeom prst="rect">
              <a:avLst/>
            </a:prstGeom>
            <a:noFill/>
            <a:ln w="0">
              <a:noFill/>
              <a:prstDash val="solid"/>
            </a:ln>
          </p:spPr>
          <p:txBody>
            <a:bodyPr wrap="none" lIns="0" tIns="0" rIns="0" bIns="0" anchor="t">
              <a:noAutofit/>
            </a:bodyPr>
            <a:lstStyle>
              <a:defPPr algn="l">
                <a:defRPr sz="774" b="1">
                  <a:solidFill>
                    <a:srgbClr val="0072B2"/>
                  </a:solidFill>
                  <a:latin typeface="Arial"/>
                  <a:ea typeface="Arial"/>
                  <a:cs typeface="Arial"/>
                </a:defRPr>
              </a:defPPr>
              <a:lvl1pPr algn="l">
                <a:defRPr sz="774" b="1">
                  <a:solidFill>
                    <a:srgbClr val="0072B2"/>
                  </a:solidFill>
                  <a:latin typeface="Arial"/>
                  <a:ea typeface="Arial"/>
                  <a:cs typeface="Arial"/>
                </a:defRPr>
              </a:lvl1pPr>
              <a:lvl2pPr algn="l">
                <a:defRPr sz="774" b="1">
                  <a:solidFill>
                    <a:srgbClr val="0072B2"/>
                  </a:solidFill>
                  <a:latin typeface="Arial"/>
                  <a:ea typeface="Arial"/>
                  <a:cs typeface="Arial"/>
                </a:defRPr>
              </a:lvl2pPr>
              <a:lvl3pPr algn="l">
                <a:defRPr sz="774" b="1">
                  <a:solidFill>
                    <a:srgbClr val="0072B2"/>
                  </a:solidFill>
                  <a:latin typeface="Arial"/>
                  <a:ea typeface="Arial"/>
                  <a:cs typeface="Arial"/>
                </a:defRPr>
              </a:lvl3pPr>
              <a:lvl4pPr algn="l">
                <a:defRPr sz="774" b="1">
                  <a:solidFill>
                    <a:srgbClr val="0072B2"/>
                  </a:solidFill>
                  <a:latin typeface="Arial"/>
                  <a:ea typeface="Arial"/>
                  <a:cs typeface="Arial"/>
                </a:defRPr>
              </a:lvl4pPr>
              <a:lvl5pPr algn="l">
                <a:defRPr sz="774" b="1">
                  <a:solidFill>
                    <a:srgbClr val="0072B2"/>
                  </a:solidFill>
                  <a:latin typeface="Arial"/>
                  <a:ea typeface="Arial"/>
                  <a:cs typeface="Arial"/>
                </a:defRPr>
              </a:lvl5pPr>
              <a:lvl6pPr algn="l">
                <a:defRPr sz="774" b="1">
                  <a:solidFill>
                    <a:srgbClr val="0072B2"/>
                  </a:solidFill>
                  <a:latin typeface="Arial"/>
                  <a:ea typeface="Arial"/>
                  <a:cs typeface="Arial"/>
                </a:defRPr>
              </a:lvl6pPr>
              <a:lvl7pPr algn="l">
                <a:defRPr sz="774" b="1">
                  <a:solidFill>
                    <a:srgbClr val="0072B2"/>
                  </a:solidFill>
                  <a:latin typeface="Arial"/>
                  <a:ea typeface="Arial"/>
                  <a:cs typeface="Arial"/>
                </a:defRPr>
              </a:lvl7pPr>
              <a:lvl8pPr algn="l">
                <a:defRPr sz="774" b="1">
                  <a:solidFill>
                    <a:srgbClr val="0072B2"/>
                  </a:solidFill>
                  <a:latin typeface="Arial"/>
                  <a:ea typeface="Arial"/>
                  <a:cs typeface="Arial"/>
                </a:defRPr>
              </a:lvl8pPr>
              <a:lvl9pPr algn="l">
                <a:defRPr sz="774" b="1">
                  <a:solidFill>
                    <a:srgbClr val="0072B2"/>
                  </a:solidFill>
                  <a:latin typeface="Arial"/>
                  <a:ea typeface="Arial"/>
                  <a:cs typeface="Arial"/>
                </a:defRPr>
              </a:lvl9pPr>
            </a:lstStyle>
            <a:p>
              <a:pPr algn="l">
                <a:defRPr sz="774" b="1">
                  <a:solidFill>
                    <a:srgbClr val="0072B2"/>
                  </a:solidFill>
                  <a:latin typeface="Arial"/>
                  <a:ea typeface="Arial"/>
                  <a:cs typeface="Arial"/>
                </a:defRPr>
              </a:pPr>
              <a:r>
                <a:rPr sz="774" b="1">
                  <a:solidFill>
                    <a:srgbClr val="0072B2"/>
                  </a:solidFill>
                  <a:latin typeface="Arial"/>
                  <a:ea typeface="Arial"/>
                  <a:cs typeface="Arial"/>
                </a:rPr>
                <a:t>A</a:t>
              </a:r>
            </a:p>
          </p:txBody>
        </p:sp>
        <p:sp>
          <p:nvSpPr>
            <p:cNvPr id="138" name="ellipse_137">
              <a:extLst>
                <a:ext uri="{FF2B5EF4-FFF2-40B4-BE49-F238E27FC236}">
                  <ns2:creationId id="{9E3792A7-DDF0-428B-9AE4-147D321B1D1E}"/>
                </a:ext>
              </a:extLst>
            </p:cNvPr>
            <p:cNvSpPr>
              <a:spLocks noGrp="1"/>
            </p:cNvSpPr>
            <p:nvPr/>
          </p:nvSpPr>
          <p:spPr>
            <a:xfrm rot="0">
              <a:off x="5249441" y="6838097"/>
              <a:ext cx="114300" cy="114300"/>
            </a:xfrm>
            <a:prstGeom prst="ellipse">
              <a:avLst/>
            </a:prstGeom>
            <a:solidFill>
              <a:srgbClr val="FFFFFF"/>
            </a:solidFill>
            <a:ln w="8849">
              <a:solidFill>
                <a:srgbClr val="FFFFFF"/>
              </a:solidFill>
              <a:prstDash val="solid"/>
            </a:ln>
          </p:spPr>
        </p:sp>
        <p:sp>
          <p:nvSpPr>
            <p:cNvPr id="139" name="ellipse_138">
              <a:extLst>
                <a:ext uri="{FF2B5EF4-FFF2-40B4-BE49-F238E27FC236}">
                  <ns2:creationId id="{BFC474CF-E87A-40AD-991C-8A0166624780}"/>
                </a:ext>
              </a:extLst>
            </p:cNvPr>
            <p:cNvSpPr>
              <a:spLocks noGrp="1"/>
            </p:cNvSpPr>
            <p:nvPr/>
          </p:nvSpPr>
          <p:spPr>
            <a:xfrm rot="0">
              <a:off x="5268491" y="6857147"/>
              <a:ext cx="76200" cy="76200"/>
            </a:xfrm>
            <a:prstGeom prst="ellipse">
              <a:avLst/>
            </a:prstGeom>
            <a:solidFill>
              <a:srgbClr val="FFFFFF"/>
            </a:solidFill>
            <a:ln w="8849">
              <a:solidFill>
                <a:srgbClr val="D55E00"/>
              </a:solidFill>
              <a:prstDash val="solid"/>
            </a:ln>
          </p:spPr>
        </p:sp>
        <p:sp>
          <p:nvSpPr>
            <p:cNvPr id="140" name="text_139">
              <a:extLst>
                <a:ext uri="{FF2B5EF4-FFF2-40B4-BE49-F238E27FC236}">
                  <ns2:creationId id="{130D3F99-2A71-4D24-B323-344B2B30AF3E}"/>
                </a:ext>
              </a:extLst>
            </p:cNvPr>
            <p:cNvSpPr>
              <a:spLocks noGrp="1"/>
            </p:cNvSpPr>
            <p:nvPr/>
          </p:nvSpPr>
          <p:spPr>
            <a:xfrm rot="0">
              <a:off x="5382791" y="6666647"/>
              <a:ext cx="247650" cy="247650"/>
            </a:xfrm>
            <a:prstGeom prst="rect">
              <a:avLst/>
            </a:prstGeom>
            <a:noFill/>
            <a:ln w="0">
              <a:noFill/>
              <a:prstDash val="solid"/>
            </a:ln>
          </p:spPr>
          <p:txBody>
            <a:bodyPr wrap="none" lIns="0" tIns="0" rIns="0" bIns="0" anchor="t">
              <a:noAutofit/>
            </a:bodyPr>
            <a:lstStyle>
              <a:defPPr algn="l">
                <a:defRPr sz="774" b="1">
                  <a:solidFill>
                    <a:srgbClr val="D55E00"/>
                  </a:solidFill>
                  <a:latin typeface="Arial"/>
                  <a:ea typeface="Arial"/>
                  <a:cs typeface="Arial"/>
                </a:defRPr>
              </a:defPPr>
              <a:lvl1pPr algn="l">
                <a:defRPr sz="774" b="1">
                  <a:solidFill>
                    <a:srgbClr val="D55E00"/>
                  </a:solidFill>
                  <a:latin typeface="Arial"/>
                  <a:ea typeface="Arial"/>
                  <a:cs typeface="Arial"/>
                </a:defRPr>
              </a:lvl1pPr>
              <a:lvl2pPr algn="l">
                <a:defRPr sz="774" b="1">
                  <a:solidFill>
                    <a:srgbClr val="D55E00"/>
                  </a:solidFill>
                  <a:latin typeface="Arial"/>
                  <a:ea typeface="Arial"/>
                  <a:cs typeface="Arial"/>
                </a:defRPr>
              </a:lvl2pPr>
              <a:lvl3pPr algn="l">
                <a:defRPr sz="774" b="1">
                  <a:solidFill>
                    <a:srgbClr val="D55E00"/>
                  </a:solidFill>
                  <a:latin typeface="Arial"/>
                  <a:ea typeface="Arial"/>
                  <a:cs typeface="Arial"/>
                </a:defRPr>
              </a:lvl3pPr>
              <a:lvl4pPr algn="l">
                <a:defRPr sz="774" b="1">
                  <a:solidFill>
                    <a:srgbClr val="D55E00"/>
                  </a:solidFill>
                  <a:latin typeface="Arial"/>
                  <a:ea typeface="Arial"/>
                  <a:cs typeface="Arial"/>
                </a:defRPr>
              </a:lvl4pPr>
              <a:lvl5pPr algn="l">
                <a:defRPr sz="774" b="1">
                  <a:solidFill>
                    <a:srgbClr val="D55E00"/>
                  </a:solidFill>
                  <a:latin typeface="Arial"/>
                  <a:ea typeface="Arial"/>
                  <a:cs typeface="Arial"/>
                </a:defRPr>
              </a:lvl5pPr>
              <a:lvl6pPr algn="l">
                <a:defRPr sz="774" b="1">
                  <a:solidFill>
                    <a:srgbClr val="D55E00"/>
                  </a:solidFill>
                  <a:latin typeface="Arial"/>
                  <a:ea typeface="Arial"/>
                  <a:cs typeface="Arial"/>
                </a:defRPr>
              </a:lvl6pPr>
              <a:lvl7pPr algn="l">
                <a:defRPr sz="774" b="1">
                  <a:solidFill>
                    <a:srgbClr val="D55E00"/>
                  </a:solidFill>
                  <a:latin typeface="Arial"/>
                  <a:ea typeface="Arial"/>
                  <a:cs typeface="Arial"/>
                </a:defRPr>
              </a:lvl7pPr>
              <a:lvl8pPr algn="l">
                <a:defRPr sz="774" b="1">
                  <a:solidFill>
                    <a:srgbClr val="D55E00"/>
                  </a:solidFill>
                  <a:latin typeface="Arial"/>
                  <a:ea typeface="Arial"/>
                  <a:cs typeface="Arial"/>
                </a:defRPr>
              </a:lvl8pPr>
              <a:lvl9pPr algn="l">
                <a:defRPr sz="774" b="1">
                  <a:solidFill>
                    <a:srgbClr val="D55E00"/>
                  </a:solidFill>
                  <a:latin typeface="Arial"/>
                  <a:ea typeface="Arial"/>
                  <a:cs typeface="Arial"/>
                </a:defRPr>
              </a:lvl9pPr>
            </a:lstStyle>
            <a:p>
              <a:pPr algn="l">
                <a:defRPr sz="774" b="1">
                  <a:solidFill>
                    <a:srgbClr val="D55E00"/>
                  </a:solidFill>
                  <a:latin typeface="Arial"/>
                  <a:ea typeface="Arial"/>
                  <a:cs typeface="Arial"/>
                </a:defRPr>
              </a:pPr>
              <a:r>
                <a:rPr sz="774" b="1">
                  <a:solidFill>
                    <a:srgbClr val="D55E00"/>
                  </a:solidFill>
                  <a:latin typeface="Arial"/>
                  <a:ea typeface="Arial"/>
                  <a:cs typeface="Arial"/>
                </a:rPr>
                <a:t>B</a:t>
              </a:r>
            </a:p>
          </p:txBody>
        </p:sp>
        <p:sp>
          <p:nvSpPr>
            <p:cNvPr id="141" name="ellipse_140">
              <a:extLst>
                <a:ext uri="{FF2B5EF4-FFF2-40B4-BE49-F238E27FC236}">
                  <ns2:creationId id="{9D6C56E4-67A8-43C0-B79B-025B05C56917}"/>
                </a:ext>
              </a:extLst>
            </p:cNvPr>
            <p:cNvSpPr>
              <a:spLocks noGrp="1"/>
            </p:cNvSpPr>
            <p:nvPr/>
          </p:nvSpPr>
          <p:spPr>
            <a:xfrm rot="0">
              <a:off x="4228906" y="8333115"/>
              <a:ext cx="114300" cy="114300"/>
            </a:xfrm>
            <a:prstGeom prst="ellipse">
              <a:avLst/>
            </a:prstGeom>
            <a:solidFill>
              <a:srgbClr val="FFFFFF"/>
            </a:solidFill>
            <a:ln w="8849">
              <a:solidFill>
                <a:srgbClr val="FFFFFF"/>
              </a:solidFill>
              <a:prstDash val="solid"/>
            </a:ln>
          </p:spPr>
        </p:sp>
        <p:sp>
          <p:nvSpPr>
            <p:cNvPr id="142" name="ellipse_141">
              <a:extLst>
                <a:ext uri="{FF2B5EF4-FFF2-40B4-BE49-F238E27FC236}">
                  <ns2:creationId id="{353A8213-442C-43AC-B228-33631853018E}"/>
                </a:ext>
              </a:extLst>
            </p:cNvPr>
            <p:cNvSpPr>
              <a:spLocks noGrp="1"/>
            </p:cNvSpPr>
            <p:nvPr/>
          </p:nvSpPr>
          <p:spPr>
            <a:xfrm rot="0">
              <a:off x="4247956" y="8352165"/>
              <a:ext cx="76200" cy="76200"/>
            </a:xfrm>
            <a:prstGeom prst="ellipse">
              <a:avLst/>
            </a:prstGeom>
            <a:solidFill>
              <a:srgbClr val="FFFFFF"/>
            </a:solidFill>
            <a:ln w="8849">
              <a:solidFill>
                <a:srgbClr val="009E73"/>
              </a:solidFill>
              <a:prstDash val="solid"/>
            </a:ln>
          </p:spPr>
        </p:sp>
        <p:sp>
          <p:nvSpPr>
            <p:cNvPr id="143" name="text_142">
              <a:extLst>
                <a:ext uri="{FF2B5EF4-FFF2-40B4-BE49-F238E27FC236}">
                  <ns2:creationId id="{4826A8C5-A686-4EAD-9D05-8A0F49D370B6}"/>
                </a:ext>
              </a:extLst>
            </p:cNvPr>
            <p:cNvSpPr>
              <a:spLocks noGrp="1"/>
            </p:cNvSpPr>
            <p:nvPr/>
          </p:nvSpPr>
          <p:spPr>
            <a:xfrm rot="0">
              <a:off x="4362256" y="8161665"/>
              <a:ext cx="247650" cy="247650"/>
            </a:xfrm>
            <a:prstGeom prst="rect">
              <a:avLst/>
            </a:prstGeom>
            <a:noFill/>
            <a:ln w="0">
              <a:noFill/>
              <a:prstDash val="solid"/>
            </a:ln>
          </p:spPr>
          <p:txBody>
            <a:bodyPr wrap="none" lIns="0" tIns="0" rIns="0" bIns="0" anchor="t">
              <a:noAutofit/>
            </a:bodyPr>
            <a:lstStyle>
              <a:defPPr algn="l">
                <a:defRPr sz="774" b="1">
                  <a:solidFill>
                    <a:srgbClr val="009E73"/>
                  </a:solidFill>
                  <a:latin typeface="Arial"/>
                  <a:ea typeface="Arial"/>
                  <a:cs typeface="Arial"/>
                </a:defRPr>
              </a:defPPr>
              <a:lvl1pPr algn="l">
                <a:defRPr sz="774" b="1">
                  <a:solidFill>
                    <a:srgbClr val="009E73"/>
                  </a:solidFill>
                  <a:latin typeface="Arial"/>
                  <a:ea typeface="Arial"/>
                  <a:cs typeface="Arial"/>
                </a:defRPr>
              </a:lvl1pPr>
              <a:lvl2pPr algn="l">
                <a:defRPr sz="774" b="1">
                  <a:solidFill>
                    <a:srgbClr val="009E73"/>
                  </a:solidFill>
                  <a:latin typeface="Arial"/>
                  <a:ea typeface="Arial"/>
                  <a:cs typeface="Arial"/>
                </a:defRPr>
              </a:lvl2pPr>
              <a:lvl3pPr algn="l">
                <a:defRPr sz="774" b="1">
                  <a:solidFill>
                    <a:srgbClr val="009E73"/>
                  </a:solidFill>
                  <a:latin typeface="Arial"/>
                  <a:ea typeface="Arial"/>
                  <a:cs typeface="Arial"/>
                </a:defRPr>
              </a:lvl3pPr>
              <a:lvl4pPr algn="l">
                <a:defRPr sz="774" b="1">
                  <a:solidFill>
                    <a:srgbClr val="009E73"/>
                  </a:solidFill>
                  <a:latin typeface="Arial"/>
                  <a:ea typeface="Arial"/>
                  <a:cs typeface="Arial"/>
                </a:defRPr>
              </a:lvl4pPr>
              <a:lvl5pPr algn="l">
                <a:defRPr sz="774" b="1">
                  <a:solidFill>
                    <a:srgbClr val="009E73"/>
                  </a:solidFill>
                  <a:latin typeface="Arial"/>
                  <a:ea typeface="Arial"/>
                  <a:cs typeface="Arial"/>
                </a:defRPr>
              </a:lvl5pPr>
              <a:lvl6pPr algn="l">
                <a:defRPr sz="774" b="1">
                  <a:solidFill>
                    <a:srgbClr val="009E73"/>
                  </a:solidFill>
                  <a:latin typeface="Arial"/>
                  <a:ea typeface="Arial"/>
                  <a:cs typeface="Arial"/>
                </a:defRPr>
              </a:lvl6pPr>
              <a:lvl7pPr algn="l">
                <a:defRPr sz="774" b="1">
                  <a:solidFill>
                    <a:srgbClr val="009E73"/>
                  </a:solidFill>
                  <a:latin typeface="Arial"/>
                  <a:ea typeface="Arial"/>
                  <a:cs typeface="Arial"/>
                </a:defRPr>
              </a:lvl7pPr>
              <a:lvl8pPr algn="l">
                <a:defRPr sz="774" b="1">
                  <a:solidFill>
                    <a:srgbClr val="009E73"/>
                  </a:solidFill>
                  <a:latin typeface="Arial"/>
                  <a:ea typeface="Arial"/>
                  <a:cs typeface="Arial"/>
                </a:defRPr>
              </a:lvl8pPr>
              <a:lvl9pPr algn="l">
                <a:defRPr sz="774" b="1">
                  <a:solidFill>
                    <a:srgbClr val="009E73"/>
                  </a:solidFill>
                  <a:latin typeface="Arial"/>
                  <a:ea typeface="Arial"/>
                  <a:cs typeface="Arial"/>
                </a:defRPr>
              </a:lvl9pPr>
            </a:lstStyle>
            <a:p>
              <a:pPr algn="l">
                <a:defRPr sz="774" b="1">
                  <a:solidFill>
                    <a:srgbClr val="009E73"/>
                  </a:solidFill>
                  <a:latin typeface="Arial"/>
                  <a:ea typeface="Arial"/>
                  <a:cs typeface="Arial"/>
                </a:defRPr>
              </a:pPr>
              <a:r>
                <a:rPr sz="774" b="1">
                  <a:solidFill>
                    <a:srgbClr val="009E73"/>
                  </a:solidFill>
                  <a:latin typeface="Arial"/>
                  <a:ea typeface="Arial"/>
                  <a:cs typeface="Arial"/>
                </a:rPr>
                <a:t>C</a:t>
              </a:r>
            </a:p>
          </p:txBody>
        </p:sp>
        <p:sp>
          <p:nvSpPr>
            <p:cNvPr id="144" name="line_143">
              <a:extLst>
                <a:ext uri="{FF2B5EF4-FFF2-40B4-BE49-F238E27FC236}">
                  <ns2:creationId id="{8EA5A697-52DC-4928-B9C7-B448B26C543D}"/>
                </a:ext>
              </a:extLst>
            </p:cNvPr>
            <p:cNvSpPr>
              <a:spLocks noGrp="1"/>
            </p:cNvSpPr>
            <p:nvPr/>
          </p:nvSpPr>
          <p:spPr>
            <a:xfrm>
              <a:off x="5170840" y="7983995"/>
              <a:ext cx="267935" cy="393732"/>
            </a:xfrm>
            <a:custGeom>
              <a:pathLst>
                <a:path w="267935" h="393732">
                  <a:moveTo>
                    <a:pt x="267935" y="393732"/>
                  </a:moveTo>
                  <a:lnTo>
                    <a:pt x="0" y="0"/>
                  </a:lnTo>
                </a:path>
              </a:pathLst>
            </a:custGeom>
            <a:noFill/>
            <a:ln w="9832">
              <a:solidFill>
                <a:srgbClr val="000000"/>
              </a:solidFill>
              <a:prstDash val="solid"/>
            </a:ln>
          </p:spPr>
        </p:sp>
        <p:sp>
          <p:nvSpPr>
            <p:cNvPr id="145" name="line_144">
              <a:extLst>
                <a:ext uri="{FF2B5EF4-FFF2-40B4-BE49-F238E27FC236}">
                  <ns2:creationId id="{5DCA3818-9FFF-4E45-BEE4-6A947A16AFF5}"/>
                </a:ext>
              </a:extLst>
            </p:cNvPr>
            <p:cNvSpPr>
              <a:spLocks noGrp="1"/>
            </p:cNvSpPr>
            <p:nvPr/>
          </p:nvSpPr>
          <p:spPr>
            <a:xfrm>
              <a:off x="5170840" y="7983995"/>
              <a:ext cx="92960" cy="51953"/>
            </a:xfrm>
            <a:custGeom>
              <a:pathLst>
                <a:path w="92960" h="51953">
                  <a:moveTo>
                    <a:pt x="0" y="0"/>
                  </a:moveTo>
                  <a:lnTo>
                    <a:pt x="92960" y="51953"/>
                  </a:lnTo>
                </a:path>
              </a:pathLst>
            </a:custGeom>
            <a:noFill/>
            <a:ln w="9832">
              <a:solidFill>
                <a:srgbClr val="000000"/>
              </a:solidFill>
              <a:prstDash val="solid"/>
            </a:ln>
          </p:spPr>
        </p:sp>
        <p:sp>
          <p:nvSpPr>
            <p:cNvPr id="146" name="line_145">
              <a:extLst>
                <a:ext uri="{FF2B5EF4-FFF2-40B4-BE49-F238E27FC236}">
                  <ns2:creationId id="{298CB40D-3D30-4AB7-AFD8-096D1D7895D5}"/>
                </a:ext>
              </a:extLst>
            </p:cNvPr>
            <p:cNvSpPr>
              <a:spLocks noGrp="1"/>
            </p:cNvSpPr>
            <p:nvPr/>
          </p:nvSpPr>
          <p:spPr>
            <a:xfrm>
              <a:off x="5170840" y="7983995"/>
              <a:ext cx="14214" cy="105540"/>
            </a:xfrm>
            <a:custGeom>
              <a:pathLst>
                <a:path w="14214" h="105540">
                  <a:moveTo>
                    <a:pt x="0" y="0"/>
                  </a:moveTo>
                  <a:lnTo>
                    <a:pt x="14214" y="105540"/>
                  </a:lnTo>
                </a:path>
              </a:pathLst>
            </a:custGeom>
            <a:noFill/>
            <a:ln w="9832">
              <a:solidFill>
                <a:srgbClr val="000000"/>
              </a:solidFill>
              <a:prstDash val="solid"/>
            </a:ln>
          </p:spPr>
        </p:sp>
        <p:sp>
          <p:nvSpPr>
            <p:cNvPr id="147" name="text_146">
              <a:extLst>
                <a:ext uri="{FF2B5EF4-FFF2-40B4-BE49-F238E27FC236}">
                  <ns2:creationId id="{805743DE-00A7-4414-A0B9-6295648210C3}"/>
                </a:ext>
              </a:extLst>
            </p:cNvPr>
            <p:cNvSpPr>
              <a:spLocks noGrp="1"/>
            </p:cNvSpPr>
            <p:nvPr/>
          </p:nvSpPr>
          <p:spPr>
            <a:xfrm rot="0">
              <a:off x="4951765" y="7755395"/>
              <a:ext cx="238125" cy="228600"/>
            </a:xfrm>
            <a:prstGeom prst="rect">
              <a:avLst/>
            </a:prstGeom>
            <a:noFill/>
            <a:ln w="0">
              <a:noFill/>
              <a:prstDash val="solid"/>
            </a:ln>
          </p:spPr>
          <p:txBody>
            <a:bodyPr wrap="none" lIns="0" tIns="0" rIns="0" bIns="0" anchor="t">
              <a:noAutofit/>
            </a:bodyPr>
            <a:lstStyle>
              <a:defPPr algn="l">
                <a:defRPr sz="735" b="1">
                  <a:solidFill>
                    <a:srgbClr val="000000"/>
                  </a:solidFill>
                  <a:latin typeface="Arial"/>
                  <a:ea typeface="Arial"/>
                  <a:cs typeface="Arial"/>
                </a:defRPr>
              </a:defPPr>
              <a:lvl1pPr algn="l">
                <a:defRPr sz="735" b="1">
                  <a:solidFill>
                    <a:srgbClr val="000000"/>
                  </a:solidFill>
                  <a:latin typeface="Arial"/>
                  <a:ea typeface="Arial"/>
                  <a:cs typeface="Arial"/>
                </a:defRPr>
              </a:lvl1pPr>
              <a:lvl2pPr algn="l">
                <a:defRPr sz="735" b="1">
                  <a:solidFill>
                    <a:srgbClr val="000000"/>
                  </a:solidFill>
                  <a:latin typeface="Arial"/>
                  <a:ea typeface="Arial"/>
                  <a:cs typeface="Arial"/>
                </a:defRPr>
              </a:lvl2pPr>
              <a:lvl3pPr algn="l">
                <a:defRPr sz="735" b="1">
                  <a:solidFill>
                    <a:srgbClr val="000000"/>
                  </a:solidFill>
                  <a:latin typeface="Arial"/>
                  <a:ea typeface="Arial"/>
                  <a:cs typeface="Arial"/>
                </a:defRPr>
              </a:lvl3pPr>
              <a:lvl4pPr algn="l">
                <a:defRPr sz="735" b="1">
                  <a:solidFill>
                    <a:srgbClr val="000000"/>
                  </a:solidFill>
                  <a:latin typeface="Arial"/>
                  <a:ea typeface="Arial"/>
                  <a:cs typeface="Arial"/>
                </a:defRPr>
              </a:lvl4pPr>
              <a:lvl5pPr algn="l">
                <a:defRPr sz="735" b="1">
                  <a:solidFill>
                    <a:srgbClr val="000000"/>
                  </a:solidFill>
                  <a:latin typeface="Arial"/>
                  <a:ea typeface="Arial"/>
                  <a:cs typeface="Arial"/>
                </a:defRPr>
              </a:lvl5pPr>
              <a:lvl6pPr algn="l">
                <a:defRPr sz="735" b="1">
                  <a:solidFill>
                    <a:srgbClr val="000000"/>
                  </a:solidFill>
                  <a:latin typeface="Arial"/>
                  <a:ea typeface="Arial"/>
                  <a:cs typeface="Arial"/>
                </a:defRPr>
              </a:lvl6pPr>
              <a:lvl7pPr algn="l">
                <a:defRPr sz="735" b="1">
                  <a:solidFill>
                    <a:srgbClr val="000000"/>
                  </a:solidFill>
                  <a:latin typeface="Arial"/>
                  <a:ea typeface="Arial"/>
                  <a:cs typeface="Arial"/>
                </a:defRPr>
              </a:lvl7pPr>
              <a:lvl8pPr algn="l">
                <a:defRPr sz="735" b="1">
                  <a:solidFill>
                    <a:srgbClr val="000000"/>
                  </a:solidFill>
                  <a:latin typeface="Arial"/>
                  <a:ea typeface="Arial"/>
                  <a:cs typeface="Arial"/>
                </a:defRPr>
              </a:lvl8pPr>
              <a:lvl9pPr algn="l">
                <a:defRPr sz="735" b="1">
                  <a:solidFill>
                    <a:srgbClr val="000000"/>
                  </a:solidFill>
                  <a:latin typeface="Arial"/>
                  <a:ea typeface="Arial"/>
                  <a:cs typeface="Arial"/>
                </a:defRPr>
              </a:lvl9pPr>
            </a:lstStyle>
            <a:p>
              <a:pPr algn="l">
                <a:defRPr sz="735" b="1">
                  <a:solidFill>
                    <a:srgbClr val="000000"/>
                  </a:solidFill>
                  <a:latin typeface="Arial"/>
                  <a:ea typeface="Arial"/>
                  <a:cs typeface="Arial"/>
                </a:defRPr>
              </a:pPr>
              <a:r>
                <a:rPr sz="735" b="1">
                  <a:solidFill>
                    <a:srgbClr val="000000"/>
                  </a:solidFill>
                  <a:latin typeface="Arial"/>
                  <a:ea typeface="Arial"/>
                  <a:cs typeface="Arial"/>
                </a:rPr>
                <a:t>d</a:t>
              </a:r>
            </a:p>
          </p:txBody>
        </p:sp>
        <p:sp>
          <p:nvSpPr>
            <p:cNvPr id="148" name="text_147">
              <a:extLst>
                <a:ext uri="{FF2B5EF4-FFF2-40B4-BE49-F238E27FC236}">
                  <ns2:creationId id="{6AAC3C0E-24B8-43F5-9193-1E851F25DE5E}"/>
                </a:ext>
              </a:extLst>
            </p:cNvPr>
            <p:cNvSpPr>
              <a:spLocks noGrp="1"/>
            </p:cNvSpPr>
            <p:nvPr/>
          </p:nvSpPr>
          <p:spPr>
            <a:xfrm rot="0">
              <a:off x="7000875" y="6057900"/>
              <a:ext cx="6667500" cy="285750"/>
            </a:xfrm>
            <a:prstGeom prst="rect">
              <a:avLst/>
            </a:prstGeom>
            <a:noFill/>
            <a:ln w="0">
              <a:noFill/>
              <a:prstDash val="solid"/>
            </a:ln>
          </p:spPr>
          <p:txBody>
            <a:bodyPr wrap="none" lIns="0" tIns="0" rIns="0" bIns="0" anchor="t">
              <a:noAutofit/>
            </a:bodyPr>
            <a:lstStyle>
              <a:defPPr algn="l">
                <a:defRPr sz="929" b="1">
                  <a:solidFill>
                    <a:srgbClr val="000000"/>
                  </a:solidFill>
                  <a:latin typeface="Arial"/>
                  <a:ea typeface="Arial"/>
                  <a:cs typeface="Arial"/>
                </a:defRPr>
              </a:defPPr>
              <a:lvl1pPr algn="l">
                <a:defRPr sz="929" b="1">
                  <a:solidFill>
                    <a:srgbClr val="000000"/>
                  </a:solidFill>
                  <a:latin typeface="Arial"/>
                  <a:ea typeface="Arial"/>
                  <a:cs typeface="Arial"/>
                </a:defRPr>
              </a:lvl1pPr>
              <a:lvl2pPr algn="l">
                <a:defRPr sz="929" b="1">
                  <a:solidFill>
                    <a:srgbClr val="000000"/>
                  </a:solidFill>
                  <a:latin typeface="Arial"/>
                  <a:ea typeface="Arial"/>
                  <a:cs typeface="Arial"/>
                </a:defRPr>
              </a:lvl2pPr>
              <a:lvl3pPr algn="l">
                <a:defRPr sz="929" b="1">
                  <a:solidFill>
                    <a:srgbClr val="000000"/>
                  </a:solidFill>
                  <a:latin typeface="Arial"/>
                  <a:ea typeface="Arial"/>
                  <a:cs typeface="Arial"/>
                </a:defRPr>
              </a:lvl3pPr>
              <a:lvl4pPr algn="l">
                <a:defRPr sz="929" b="1">
                  <a:solidFill>
                    <a:srgbClr val="000000"/>
                  </a:solidFill>
                  <a:latin typeface="Arial"/>
                  <a:ea typeface="Arial"/>
                  <a:cs typeface="Arial"/>
                </a:defRPr>
              </a:lvl4pPr>
              <a:lvl5pPr algn="l">
                <a:defRPr sz="929" b="1">
                  <a:solidFill>
                    <a:srgbClr val="000000"/>
                  </a:solidFill>
                  <a:latin typeface="Arial"/>
                  <a:ea typeface="Arial"/>
                  <a:cs typeface="Arial"/>
                </a:defRPr>
              </a:lvl5pPr>
              <a:lvl6pPr algn="l">
                <a:defRPr sz="929" b="1">
                  <a:solidFill>
                    <a:srgbClr val="000000"/>
                  </a:solidFill>
                  <a:latin typeface="Arial"/>
                  <a:ea typeface="Arial"/>
                  <a:cs typeface="Arial"/>
                </a:defRPr>
              </a:lvl6pPr>
              <a:lvl7pPr algn="l">
                <a:defRPr sz="929" b="1">
                  <a:solidFill>
                    <a:srgbClr val="000000"/>
                  </a:solidFill>
                  <a:latin typeface="Arial"/>
                  <a:ea typeface="Arial"/>
                  <a:cs typeface="Arial"/>
                </a:defRPr>
              </a:lvl7pPr>
              <a:lvl8pPr algn="l">
                <a:defRPr sz="929" b="1">
                  <a:solidFill>
                    <a:srgbClr val="000000"/>
                  </a:solidFill>
                  <a:latin typeface="Arial"/>
                  <a:ea typeface="Arial"/>
                  <a:cs typeface="Arial"/>
                </a:defRPr>
              </a:lvl8pPr>
              <a:lvl9pPr algn="l">
                <a:defRPr sz="929" b="1">
                  <a:solidFill>
                    <a:srgbClr val="000000"/>
                  </a:solidFill>
                  <a:latin typeface="Arial"/>
                  <a:ea typeface="Arial"/>
                  <a:cs typeface="Arial"/>
                </a:defRPr>
              </a:lvl9pPr>
            </a:lstStyle>
            <a:p>
              <a:pPr algn="l">
                <a:defRPr sz="929" b="1">
                  <a:solidFill>
                    <a:srgbClr val="000000"/>
                  </a:solidFill>
                  <a:latin typeface="Arial"/>
                  <a:ea typeface="Arial"/>
                  <a:cs typeface="Arial"/>
                </a:defRPr>
              </a:pPr>
              <a:r>
                <a:rPr sz="929" b="1">
                  <a:solidFill>
                    <a:srgbClr val="000000"/>
                  </a:solidFill>
                  <a:latin typeface="Arial"/>
                  <a:ea typeface="Arial"/>
                  <a:cs typeface="Arial"/>
                </a:rPr>
                <a:t>(d) Jul 10-20: same tracks, same fixed reference</a:t>
              </a:r>
            </a:p>
          </p:txBody>
        </p:sp>
        <p:pic>
          <p:nvPicPr>
            <p:cNvPr id="149" name="">
              <a:extLst>
                <a:ext uri="{FF2B5EF4-FFF2-40B4-BE49-F238E27FC236}">
                  <ns2:creationId id="{E1E5E7C5-D581-40DE-9161-42BB34B7E78A}"/>
                </a:ext>
              </a:extLst>
            </p:cNvPr>
            <p:cNvPicPr>
              <a:picLocks noChangeAspect="1"/>
            </p:cNvPicPr>
            <p:nvPr/>
          </p:nvPicPr>
          <p:blipFill>
            <a:blip r:embed="Re6a2d988a4c44be7"/>
            <a:stretch/>
          </p:blipFill>
          <p:spPr>
            <a:xfrm>
              <a:off x="7381901" y="6619875"/>
              <a:ext cx="5810199" cy="962025"/>
            </a:xfrm>
            <a:prstGeom prst="rect">
              <a:avLst/>
            </a:prstGeom>
          </p:spPr>
        </p:pic>
        <p:sp>
          <p:nvSpPr>
            <p:cNvPr id="150" name="line_149">
              <a:extLst>
                <a:ext uri="{FF2B5EF4-FFF2-40B4-BE49-F238E27FC236}">
                  <ns2:creationId id="{F3F7481A-1F2A-40DA-BDFE-BBFD6E42D01E}"/>
                </a:ext>
              </a:extLst>
            </p:cNvPr>
            <p:cNvSpPr>
              <a:spLocks noGrp="1"/>
            </p:cNvSpPr>
            <p:nvPr/>
          </p:nvSpPr>
          <p:spPr>
            <a:xfrm>
              <a:off x="7343775" y="7581900"/>
              <a:ext cx="38100" cy="95"/>
            </a:xfrm>
            <a:custGeom>
              <a:pathLst>
                <a:path w="38100" h="95">
                  <a:moveTo>
                    <a:pt x="0" y="0"/>
                  </a:moveTo>
                  <a:lnTo>
                    <a:pt x="38100" y="0"/>
                  </a:lnTo>
                </a:path>
              </a:pathLst>
            </a:custGeom>
            <a:noFill/>
            <a:ln w="3933">
              <a:solidFill>
                <a:srgbClr val="000000"/>
              </a:solidFill>
              <a:prstDash val="solid"/>
            </a:ln>
          </p:spPr>
        </p:sp>
        <p:sp>
          <p:nvSpPr>
            <p:cNvPr id="151" name="text_150">
              <a:extLst>
                <a:ext uri="{FF2B5EF4-FFF2-40B4-BE49-F238E27FC236}">
                  <ns2:creationId id="{3D168670-7BC2-41FB-9AA9-3750E06EEF61}"/>
                </a:ext>
              </a:extLst>
            </p:cNvPr>
            <p:cNvSpPr>
              <a:spLocks noGrp="1"/>
            </p:cNvSpPr>
            <p:nvPr/>
          </p:nvSpPr>
          <p:spPr>
            <a:xfrm rot="0">
              <a:off x="7019925" y="7486650"/>
              <a:ext cx="276225" cy="209550"/>
            </a:xfrm>
            <a:prstGeom prst="rect">
              <a:avLst/>
            </a:prstGeom>
            <a:noFill/>
            <a:ln w="0">
              <a:noFill/>
              <a:prstDash val="solid"/>
            </a:ln>
          </p:spPr>
          <p:txBody>
            <a:bodyPr wrap="none" lIns="0" tIns="0" rIns="0" bIns="0" anchor="t">
              <a:noAutofit/>
            </a:bodyPr>
            <a:lstStyle>
              <a:defPPr algn="r">
                <a:defRPr sz="619" b="0">
                  <a:solidFill>
                    <a:srgbClr val="000000"/>
                  </a:solidFill>
                  <a:latin typeface="Arial"/>
                  <a:ea typeface="Arial"/>
                  <a:cs typeface="Arial"/>
                </a:defRPr>
              </a:defPPr>
              <a:lvl1pPr algn="r">
                <a:defRPr sz="619" b="0">
                  <a:solidFill>
                    <a:srgbClr val="000000"/>
                  </a:solidFill>
                  <a:latin typeface="Arial"/>
                  <a:ea typeface="Arial"/>
                  <a:cs typeface="Arial"/>
                </a:defRPr>
              </a:lvl1pPr>
              <a:lvl2pPr algn="r">
                <a:defRPr sz="619" b="0">
                  <a:solidFill>
                    <a:srgbClr val="000000"/>
                  </a:solidFill>
                  <a:latin typeface="Arial"/>
                  <a:ea typeface="Arial"/>
                  <a:cs typeface="Arial"/>
                </a:defRPr>
              </a:lvl2pPr>
              <a:lvl3pPr algn="r">
                <a:defRPr sz="619" b="0">
                  <a:solidFill>
                    <a:srgbClr val="000000"/>
                  </a:solidFill>
                  <a:latin typeface="Arial"/>
                  <a:ea typeface="Arial"/>
                  <a:cs typeface="Arial"/>
                </a:defRPr>
              </a:lvl3pPr>
              <a:lvl4pPr algn="r">
                <a:defRPr sz="619" b="0">
                  <a:solidFill>
                    <a:srgbClr val="000000"/>
                  </a:solidFill>
                  <a:latin typeface="Arial"/>
                  <a:ea typeface="Arial"/>
                  <a:cs typeface="Arial"/>
                </a:defRPr>
              </a:lvl4pPr>
              <a:lvl5pPr algn="r">
                <a:defRPr sz="619" b="0">
                  <a:solidFill>
                    <a:srgbClr val="000000"/>
                  </a:solidFill>
                  <a:latin typeface="Arial"/>
                  <a:ea typeface="Arial"/>
                  <a:cs typeface="Arial"/>
                </a:defRPr>
              </a:lvl5pPr>
              <a:lvl6pPr algn="r">
                <a:defRPr sz="619" b="0">
                  <a:solidFill>
                    <a:srgbClr val="000000"/>
                  </a:solidFill>
                  <a:latin typeface="Arial"/>
                  <a:ea typeface="Arial"/>
                  <a:cs typeface="Arial"/>
                </a:defRPr>
              </a:lvl6pPr>
              <a:lvl7pPr algn="r">
                <a:defRPr sz="619" b="0">
                  <a:solidFill>
                    <a:srgbClr val="000000"/>
                  </a:solidFill>
                  <a:latin typeface="Arial"/>
                  <a:ea typeface="Arial"/>
                  <a:cs typeface="Arial"/>
                </a:defRPr>
              </a:lvl7pPr>
              <a:lvl8pPr algn="r">
                <a:defRPr sz="619" b="0">
                  <a:solidFill>
                    <a:srgbClr val="000000"/>
                  </a:solidFill>
                  <a:latin typeface="Arial"/>
                  <a:ea typeface="Arial"/>
                  <a:cs typeface="Arial"/>
                </a:defRPr>
              </a:lvl8pPr>
              <a:lvl9pPr algn="r">
                <a:defRPr sz="619" b="0">
                  <a:solidFill>
                    <a:srgbClr val="000000"/>
                  </a:solidFill>
                  <a:latin typeface="Arial"/>
                  <a:ea typeface="Arial"/>
                  <a:cs typeface="Arial"/>
                </a:defRPr>
              </a:lvl9pPr>
            </a:lstStyle>
            <a:p>
              <a:pPr algn="r">
                <a:defRPr sz="619" b="0">
                  <a:solidFill>
                    <a:srgbClr val="000000"/>
                  </a:solidFill>
                  <a:latin typeface="Arial"/>
                  <a:ea typeface="Arial"/>
                  <a:cs typeface="Arial"/>
                </a:defRPr>
              </a:pPr>
              <a:r>
                <a:rPr sz="619" b="0">
                  <a:solidFill>
                    <a:srgbClr val="000000"/>
                  </a:solidFill>
                  <a:latin typeface="Arial"/>
                  <a:ea typeface="Arial"/>
                  <a:cs typeface="Arial"/>
                </a:rPr>
                <a:t>0</a:t>
              </a:r>
            </a:p>
          </p:txBody>
        </p:sp>
        <p:sp>
          <p:nvSpPr>
            <p:cNvPr id="152" name="line_151">
              <a:extLst>
                <a:ext uri="{FF2B5EF4-FFF2-40B4-BE49-F238E27FC236}">
                  <ns2:creationId id="{10480758-CD92-4760-B662-0026EAC4931B}"/>
                </a:ext>
              </a:extLst>
            </p:cNvPr>
            <p:cNvSpPr>
              <a:spLocks noGrp="1"/>
            </p:cNvSpPr>
            <p:nvPr/>
          </p:nvSpPr>
          <p:spPr>
            <a:xfrm>
              <a:off x="7343775" y="7100888"/>
              <a:ext cx="38100" cy="95"/>
            </a:xfrm>
            <a:custGeom>
              <a:pathLst>
                <a:path w="38100" h="95">
                  <a:moveTo>
                    <a:pt x="0" y="0"/>
                  </a:moveTo>
                  <a:lnTo>
                    <a:pt x="38100" y="0"/>
                  </a:lnTo>
                </a:path>
              </a:pathLst>
            </a:custGeom>
            <a:noFill/>
            <a:ln w="3933">
              <a:solidFill>
                <a:srgbClr val="000000"/>
              </a:solidFill>
              <a:prstDash val="solid"/>
            </a:ln>
          </p:spPr>
        </p:sp>
        <p:sp>
          <p:nvSpPr>
            <p:cNvPr id="153" name="text_152">
              <a:extLst>
                <a:ext uri="{FF2B5EF4-FFF2-40B4-BE49-F238E27FC236}">
                  <ns2:creationId id="{5F528F95-9C8B-4AE0-8FEA-43BB5F3A150B}"/>
                </a:ext>
              </a:extLst>
            </p:cNvPr>
            <p:cNvSpPr>
              <a:spLocks noGrp="1"/>
            </p:cNvSpPr>
            <p:nvPr/>
          </p:nvSpPr>
          <p:spPr>
            <a:xfrm rot="0">
              <a:off x="7019925" y="7005638"/>
              <a:ext cx="276225" cy="209550"/>
            </a:xfrm>
            <a:prstGeom prst="rect">
              <a:avLst/>
            </a:prstGeom>
            <a:noFill/>
            <a:ln w="0">
              <a:noFill/>
              <a:prstDash val="solid"/>
            </a:ln>
          </p:spPr>
          <p:txBody>
            <a:bodyPr wrap="none" lIns="0" tIns="0" rIns="0" bIns="0" anchor="t">
              <a:noAutofit/>
            </a:bodyPr>
            <a:lstStyle>
              <a:defPPr algn="r">
                <a:defRPr sz="619" b="0">
                  <a:solidFill>
                    <a:srgbClr val="000000"/>
                  </a:solidFill>
                  <a:latin typeface="Arial"/>
                  <a:ea typeface="Arial"/>
                  <a:cs typeface="Arial"/>
                </a:defRPr>
              </a:defPPr>
              <a:lvl1pPr algn="r">
                <a:defRPr sz="619" b="0">
                  <a:solidFill>
                    <a:srgbClr val="000000"/>
                  </a:solidFill>
                  <a:latin typeface="Arial"/>
                  <a:ea typeface="Arial"/>
                  <a:cs typeface="Arial"/>
                </a:defRPr>
              </a:lvl1pPr>
              <a:lvl2pPr algn="r">
                <a:defRPr sz="619" b="0">
                  <a:solidFill>
                    <a:srgbClr val="000000"/>
                  </a:solidFill>
                  <a:latin typeface="Arial"/>
                  <a:ea typeface="Arial"/>
                  <a:cs typeface="Arial"/>
                </a:defRPr>
              </a:lvl2pPr>
              <a:lvl3pPr algn="r">
                <a:defRPr sz="619" b="0">
                  <a:solidFill>
                    <a:srgbClr val="000000"/>
                  </a:solidFill>
                  <a:latin typeface="Arial"/>
                  <a:ea typeface="Arial"/>
                  <a:cs typeface="Arial"/>
                </a:defRPr>
              </a:lvl3pPr>
              <a:lvl4pPr algn="r">
                <a:defRPr sz="619" b="0">
                  <a:solidFill>
                    <a:srgbClr val="000000"/>
                  </a:solidFill>
                  <a:latin typeface="Arial"/>
                  <a:ea typeface="Arial"/>
                  <a:cs typeface="Arial"/>
                </a:defRPr>
              </a:lvl4pPr>
              <a:lvl5pPr algn="r">
                <a:defRPr sz="619" b="0">
                  <a:solidFill>
                    <a:srgbClr val="000000"/>
                  </a:solidFill>
                  <a:latin typeface="Arial"/>
                  <a:ea typeface="Arial"/>
                  <a:cs typeface="Arial"/>
                </a:defRPr>
              </a:lvl5pPr>
              <a:lvl6pPr algn="r">
                <a:defRPr sz="619" b="0">
                  <a:solidFill>
                    <a:srgbClr val="000000"/>
                  </a:solidFill>
                  <a:latin typeface="Arial"/>
                  <a:ea typeface="Arial"/>
                  <a:cs typeface="Arial"/>
                </a:defRPr>
              </a:lvl6pPr>
              <a:lvl7pPr algn="r">
                <a:defRPr sz="619" b="0">
                  <a:solidFill>
                    <a:srgbClr val="000000"/>
                  </a:solidFill>
                  <a:latin typeface="Arial"/>
                  <a:ea typeface="Arial"/>
                  <a:cs typeface="Arial"/>
                </a:defRPr>
              </a:lvl7pPr>
              <a:lvl8pPr algn="r">
                <a:defRPr sz="619" b="0">
                  <a:solidFill>
                    <a:srgbClr val="000000"/>
                  </a:solidFill>
                  <a:latin typeface="Arial"/>
                  <a:ea typeface="Arial"/>
                  <a:cs typeface="Arial"/>
                </a:defRPr>
              </a:lvl8pPr>
              <a:lvl9pPr algn="r">
                <a:defRPr sz="619" b="0">
                  <a:solidFill>
                    <a:srgbClr val="000000"/>
                  </a:solidFill>
                  <a:latin typeface="Arial"/>
                  <a:ea typeface="Arial"/>
                  <a:cs typeface="Arial"/>
                </a:defRPr>
              </a:lvl9pPr>
            </a:lstStyle>
            <a:p>
              <a:pPr algn="r">
                <a:defRPr sz="619" b="0">
                  <a:solidFill>
                    <a:srgbClr val="000000"/>
                  </a:solidFill>
                  <a:latin typeface="Arial"/>
                  <a:ea typeface="Arial"/>
                  <a:cs typeface="Arial"/>
                </a:defRPr>
              </a:pPr>
              <a:r>
                <a:rPr sz="619" b="0">
                  <a:solidFill>
                    <a:srgbClr val="000000"/>
                  </a:solidFill>
                  <a:latin typeface="Arial"/>
                  <a:ea typeface="Arial"/>
                  <a:cs typeface="Arial"/>
                </a:rPr>
                <a:t>0.5</a:t>
              </a:r>
            </a:p>
          </p:txBody>
        </p:sp>
        <p:sp>
          <p:nvSpPr>
            <p:cNvPr id="154" name="line_153">
              <a:extLst>
                <a:ext uri="{FF2B5EF4-FFF2-40B4-BE49-F238E27FC236}">
                  <ns2:creationId id="{186FBD19-11C9-4A9F-988F-4FC3BF2BCA42}"/>
                </a:ext>
              </a:extLst>
            </p:cNvPr>
            <p:cNvSpPr>
              <a:spLocks noGrp="1"/>
            </p:cNvSpPr>
            <p:nvPr/>
          </p:nvSpPr>
          <p:spPr>
            <a:xfrm>
              <a:off x="7343775" y="6619875"/>
              <a:ext cx="38100" cy="95"/>
            </a:xfrm>
            <a:custGeom>
              <a:pathLst>
                <a:path w="38100" h="95">
                  <a:moveTo>
                    <a:pt x="0" y="0"/>
                  </a:moveTo>
                  <a:lnTo>
                    <a:pt x="38100" y="0"/>
                  </a:lnTo>
                </a:path>
              </a:pathLst>
            </a:custGeom>
            <a:noFill/>
            <a:ln w="3933">
              <a:solidFill>
                <a:srgbClr val="000000"/>
              </a:solidFill>
              <a:prstDash val="solid"/>
            </a:ln>
          </p:spPr>
        </p:sp>
        <p:sp>
          <p:nvSpPr>
            <p:cNvPr id="155" name="text_154">
              <a:extLst>
                <a:ext uri="{FF2B5EF4-FFF2-40B4-BE49-F238E27FC236}">
                  <ns2:creationId id="{94AAFAD9-17C9-4301-9CBA-4D579E233B98}"/>
                </a:ext>
              </a:extLst>
            </p:cNvPr>
            <p:cNvSpPr>
              <a:spLocks noGrp="1"/>
            </p:cNvSpPr>
            <p:nvPr/>
          </p:nvSpPr>
          <p:spPr>
            <a:xfrm rot="0">
              <a:off x="7019925" y="6524625"/>
              <a:ext cx="276225" cy="209550"/>
            </a:xfrm>
            <a:prstGeom prst="rect">
              <a:avLst/>
            </a:prstGeom>
            <a:noFill/>
            <a:ln w="0">
              <a:noFill/>
              <a:prstDash val="solid"/>
            </a:ln>
          </p:spPr>
          <p:txBody>
            <a:bodyPr wrap="none" lIns="0" tIns="0" rIns="0" bIns="0" anchor="t">
              <a:noAutofit/>
            </a:bodyPr>
            <a:lstStyle>
              <a:defPPr algn="r">
                <a:defRPr sz="619" b="0">
                  <a:solidFill>
                    <a:srgbClr val="000000"/>
                  </a:solidFill>
                  <a:latin typeface="Arial"/>
                  <a:ea typeface="Arial"/>
                  <a:cs typeface="Arial"/>
                </a:defRPr>
              </a:defPPr>
              <a:lvl1pPr algn="r">
                <a:defRPr sz="619" b="0">
                  <a:solidFill>
                    <a:srgbClr val="000000"/>
                  </a:solidFill>
                  <a:latin typeface="Arial"/>
                  <a:ea typeface="Arial"/>
                  <a:cs typeface="Arial"/>
                </a:defRPr>
              </a:lvl1pPr>
              <a:lvl2pPr algn="r">
                <a:defRPr sz="619" b="0">
                  <a:solidFill>
                    <a:srgbClr val="000000"/>
                  </a:solidFill>
                  <a:latin typeface="Arial"/>
                  <a:ea typeface="Arial"/>
                  <a:cs typeface="Arial"/>
                </a:defRPr>
              </a:lvl2pPr>
              <a:lvl3pPr algn="r">
                <a:defRPr sz="619" b="0">
                  <a:solidFill>
                    <a:srgbClr val="000000"/>
                  </a:solidFill>
                  <a:latin typeface="Arial"/>
                  <a:ea typeface="Arial"/>
                  <a:cs typeface="Arial"/>
                </a:defRPr>
              </a:lvl3pPr>
              <a:lvl4pPr algn="r">
                <a:defRPr sz="619" b="0">
                  <a:solidFill>
                    <a:srgbClr val="000000"/>
                  </a:solidFill>
                  <a:latin typeface="Arial"/>
                  <a:ea typeface="Arial"/>
                  <a:cs typeface="Arial"/>
                </a:defRPr>
              </a:lvl4pPr>
              <a:lvl5pPr algn="r">
                <a:defRPr sz="619" b="0">
                  <a:solidFill>
                    <a:srgbClr val="000000"/>
                  </a:solidFill>
                  <a:latin typeface="Arial"/>
                  <a:ea typeface="Arial"/>
                  <a:cs typeface="Arial"/>
                </a:defRPr>
              </a:lvl5pPr>
              <a:lvl6pPr algn="r">
                <a:defRPr sz="619" b="0">
                  <a:solidFill>
                    <a:srgbClr val="000000"/>
                  </a:solidFill>
                  <a:latin typeface="Arial"/>
                  <a:ea typeface="Arial"/>
                  <a:cs typeface="Arial"/>
                </a:defRPr>
              </a:lvl6pPr>
              <a:lvl7pPr algn="r">
                <a:defRPr sz="619" b="0">
                  <a:solidFill>
                    <a:srgbClr val="000000"/>
                  </a:solidFill>
                  <a:latin typeface="Arial"/>
                  <a:ea typeface="Arial"/>
                  <a:cs typeface="Arial"/>
                </a:defRPr>
              </a:lvl7pPr>
              <a:lvl8pPr algn="r">
                <a:defRPr sz="619" b="0">
                  <a:solidFill>
                    <a:srgbClr val="000000"/>
                  </a:solidFill>
                  <a:latin typeface="Arial"/>
                  <a:ea typeface="Arial"/>
                  <a:cs typeface="Arial"/>
                </a:defRPr>
              </a:lvl8pPr>
              <a:lvl9pPr algn="r">
                <a:defRPr sz="619" b="0">
                  <a:solidFill>
                    <a:srgbClr val="000000"/>
                  </a:solidFill>
                  <a:latin typeface="Arial"/>
                  <a:ea typeface="Arial"/>
                  <a:cs typeface="Arial"/>
                </a:defRPr>
              </a:lvl9pPr>
            </a:lstStyle>
            <a:p>
              <a:pPr algn="r">
                <a:defRPr sz="619" b="0">
                  <a:solidFill>
                    <a:srgbClr val="000000"/>
                  </a:solidFill>
                  <a:latin typeface="Arial"/>
                  <a:ea typeface="Arial"/>
                  <a:cs typeface="Arial"/>
                </a:defRPr>
              </a:pPr>
              <a:r>
                <a:rPr sz="619" b="0">
                  <a:solidFill>
                    <a:srgbClr val="000000"/>
                  </a:solidFill>
                  <a:latin typeface="Arial"/>
                  <a:ea typeface="Arial"/>
                  <a:cs typeface="Arial"/>
                </a:rPr>
                <a:t>1</a:t>
              </a:r>
            </a:p>
          </p:txBody>
        </p:sp>
        <p:sp>
          <p:nvSpPr>
            <p:cNvPr id="156" name="line_155">
              <a:extLst>
                <a:ext uri="{FF2B5EF4-FFF2-40B4-BE49-F238E27FC236}">
                  <ns2:creationId id="{A438E0A6-39E3-4DDA-830D-4CF33783379D}"/>
                </a:ext>
              </a:extLst>
            </p:cNvPr>
            <p:cNvSpPr>
              <a:spLocks noGrp="1"/>
            </p:cNvSpPr>
            <p:nvPr/>
          </p:nvSpPr>
          <p:spPr>
            <a:xfrm>
              <a:off x="7645977" y="7581900"/>
              <a:ext cx="95" cy="38100"/>
            </a:xfrm>
            <a:custGeom>
              <a:pathLst>
                <a:path w="95" h="38100">
                  <a:moveTo>
                    <a:pt x="0" y="0"/>
                  </a:moveTo>
                  <a:lnTo>
                    <a:pt x="0" y="38100"/>
                  </a:lnTo>
                </a:path>
              </a:pathLst>
            </a:custGeom>
            <a:noFill/>
            <a:ln w="3933">
              <a:solidFill>
                <a:srgbClr val="000000"/>
              </a:solidFill>
              <a:prstDash val="solid"/>
            </a:ln>
          </p:spPr>
        </p:sp>
        <p:sp>
          <p:nvSpPr>
            <p:cNvPr id="157" name="text_156">
              <a:extLst>
                <a:ext uri="{FF2B5EF4-FFF2-40B4-BE49-F238E27FC236}">
                  <ns2:creationId id="{6B137E01-6354-4E64-964A-CD534C33BF5D}"/>
                </a:ext>
              </a:extLst>
            </p:cNvPr>
            <p:cNvSpPr>
              <a:spLocks noGrp="1"/>
            </p:cNvSpPr>
            <p:nvPr/>
          </p:nvSpPr>
          <p:spPr>
            <a:xfrm rot="0">
              <a:off x="7245927" y="7648575"/>
              <a:ext cx="800100" cy="228600"/>
            </a:xfrm>
            <a:prstGeom prst="rect">
              <a:avLst/>
            </a:prstGeom>
            <a:noFill/>
            <a:ln w="0">
              <a:noFill/>
              <a:prstDash val="solid"/>
            </a:ln>
          </p:spPr>
          <p:txBody>
            <a:bodyPr wrap="none" lIns="0" tIns="0" rIns="0" bIns="0" anchor="t">
              <a:noAutofit/>
            </a:bodyPr>
            <a:lstStyle>
              <a:defPPr algn="ctr">
                <a:defRPr sz="619" b="0">
                  <a:solidFill>
                    <a:srgbClr val="000000"/>
                  </a:solidFill>
                  <a:latin typeface="Arial"/>
                  <a:ea typeface="Arial"/>
                  <a:cs typeface="Arial"/>
                </a:defRPr>
              </a:defPPr>
              <a:lvl1pPr algn="ctr">
                <a:defRPr sz="619" b="0">
                  <a:solidFill>
                    <a:srgbClr val="000000"/>
                  </a:solidFill>
                  <a:latin typeface="Arial"/>
                  <a:ea typeface="Arial"/>
                  <a:cs typeface="Arial"/>
                </a:defRPr>
              </a:lvl1pPr>
              <a:lvl2pPr algn="ctr">
                <a:defRPr sz="619" b="0">
                  <a:solidFill>
                    <a:srgbClr val="000000"/>
                  </a:solidFill>
                  <a:latin typeface="Arial"/>
                  <a:ea typeface="Arial"/>
                  <a:cs typeface="Arial"/>
                </a:defRPr>
              </a:lvl2pPr>
              <a:lvl3pPr algn="ctr">
                <a:defRPr sz="619" b="0">
                  <a:solidFill>
                    <a:srgbClr val="000000"/>
                  </a:solidFill>
                  <a:latin typeface="Arial"/>
                  <a:ea typeface="Arial"/>
                  <a:cs typeface="Arial"/>
                </a:defRPr>
              </a:lvl3pPr>
              <a:lvl4pPr algn="ctr">
                <a:defRPr sz="619" b="0">
                  <a:solidFill>
                    <a:srgbClr val="000000"/>
                  </a:solidFill>
                  <a:latin typeface="Arial"/>
                  <a:ea typeface="Arial"/>
                  <a:cs typeface="Arial"/>
                </a:defRPr>
              </a:lvl4pPr>
              <a:lvl5pPr algn="ctr">
                <a:defRPr sz="619" b="0">
                  <a:solidFill>
                    <a:srgbClr val="000000"/>
                  </a:solidFill>
                  <a:latin typeface="Arial"/>
                  <a:ea typeface="Arial"/>
                  <a:cs typeface="Arial"/>
                </a:defRPr>
              </a:lvl5pPr>
              <a:lvl6pPr algn="ctr">
                <a:defRPr sz="619" b="0">
                  <a:solidFill>
                    <a:srgbClr val="000000"/>
                  </a:solidFill>
                  <a:latin typeface="Arial"/>
                  <a:ea typeface="Arial"/>
                  <a:cs typeface="Arial"/>
                </a:defRPr>
              </a:lvl6pPr>
              <a:lvl7pPr algn="ctr">
                <a:defRPr sz="619" b="0">
                  <a:solidFill>
                    <a:srgbClr val="000000"/>
                  </a:solidFill>
                  <a:latin typeface="Arial"/>
                  <a:ea typeface="Arial"/>
                  <a:cs typeface="Arial"/>
                </a:defRPr>
              </a:lvl7pPr>
              <a:lvl8pPr algn="ctr">
                <a:defRPr sz="619" b="0">
                  <a:solidFill>
                    <a:srgbClr val="000000"/>
                  </a:solidFill>
                  <a:latin typeface="Arial"/>
                  <a:ea typeface="Arial"/>
                  <a:cs typeface="Arial"/>
                </a:defRPr>
              </a:lvl8pPr>
              <a:lvl9pPr algn="ctr">
                <a:defRPr sz="619" b="0">
                  <a:solidFill>
                    <a:srgbClr val="000000"/>
                  </a:solidFill>
                  <a:latin typeface="Arial"/>
                  <a:ea typeface="Arial"/>
                  <a:cs typeface="Arial"/>
                </a:defRPr>
              </a:lvl9pPr>
            </a:lstStyle>
            <a:p>
              <a:pPr algn="ctr">
                <a:defRPr sz="619" b="0">
                  <a:solidFill>
                    <a:srgbClr val="000000"/>
                  </a:solidFill>
                  <a:latin typeface="Arial"/>
                  <a:ea typeface="Arial"/>
                  <a:cs typeface="Arial"/>
                </a:defRPr>
              </a:pPr>
              <a:r>
                <a:rPr sz="619" b="0">
                  <a:solidFill>
                    <a:srgbClr val="000000"/>
                  </a:solidFill>
                  <a:latin typeface="Arial"/>
                  <a:ea typeface="Arial"/>
                  <a:cs typeface="Arial"/>
                </a:rPr>
                <a:t>07-10</a:t>
              </a:r>
            </a:p>
          </p:txBody>
        </p:sp>
        <p:sp>
          <p:nvSpPr>
            <p:cNvPr id="158" name="line_157">
              <a:extLst>
                <a:ext uri="{FF2B5EF4-FFF2-40B4-BE49-F238E27FC236}">
                  <ns2:creationId id="{2248C4AE-7553-4F16-A37C-4EADA4B21CE6}"/>
                </a:ext>
              </a:extLst>
            </p:cNvPr>
            <p:cNvSpPr>
              <a:spLocks noGrp="1"/>
            </p:cNvSpPr>
            <p:nvPr/>
          </p:nvSpPr>
          <p:spPr>
            <a:xfrm>
              <a:off x="8702386" y="7581900"/>
              <a:ext cx="95" cy="38100"/>
            </a:xfrm>
            <a:custGeom>
              <a:pathLst>
                <a:path w="95" h="38100">
                  <a:moveTo>
                    <a:pt x="0" y="0"/>
                  </a:moveTo>
                  <a:lnTo>
                    <a:pt x="0" y="38100"/>
                  </a:lnTo>
                </a:path>
              </a:pathLst>
            </a:custGeom>
            <a:noFill/>
            <a:ln w="3933">
              <a:solidFill>
                <a:srgbClr val="000000"/>
              </a:solidFill>
              <a:prstDash val="solid"/>
            </a:ln>
          </p:spPr>
        </p:sp>
        <p:sp>
          <p:nvSpPr>
            <p:cNvPr id="159" name="text_158">
              <a:extLst>
                <a:ext uri="{FF2B5EF4-FFF2-40B4-BE49-F238E27FC236}">
                  <ns2:creationId id="{58469F42-5B5F-4ABD-A7F3-8676793A8388}"/>
                </a:ext>
              </a:extLst>
            </p:cNvPr>
            <p:cNvSpPr>
              <a:spLocks noGrp="1"/>
            </p:cNvSpPr>
            <p:nvPr/>
          </p:nvSpPr>
          <p:spPr>
            <a:xfrm rot="0">
              <a:off x="8302336" y="7648575"/>
              <a:ext cx="800100" cy="228600"/>
            </a:xfrm>
            <a:prstGeom prst="rect">
              <a:avLst/>
            </a:prstGeom>
            <a:noFill/>
            <a:ln w="0">
              <a:noFill/>
              <a:prstDash val="solid"/>
            </a:ln>
          </p:spPr>
          <p:txBody>
            <a:bodyPr wrap="none" lIns="0" tIns="0" rIns="0" bIns="0" anchor="t">
              <a:noAutofit/>
            </a:bodyPr>
            <a:lstStyle>
              <a:defPPr algn="ctr">
                <a:defRPr sz="619" b="0">
                  <a:solidFill>
                    <a:srgbClr val="000000"/>
                  </a:solidFill>
                  <a:latin typeface="Arial"/>
                  <a:ea typeface="Arial"/>
                  <a:cs typeface="Arial"/>
                </a:defRPr>
              </a:defPPr>
              <a:lvl1pPr algn="ctr">
                <a:defRPr sz="619" b="0">
                  <a:solidFill>
                    <a:srgbClr val="000000"/>
                  </a:solidFill>
                  <a:latin typeface="Arial"/>
                  <a:ea typeface="Arial"/>
                  <a:cs typeface="Arial"/>
                </a:defRPr>
              </a:lvl1pPr>
              <a:lvl2pPr algn="ctr">
                <a:defRPr sz="619" b="0">
                  <a:solidFill>
                    <a:srgbClr val="000000"/>
                  </a:solidFill>
                  <a:latin typeface="Arial"/>
                  <a:ea typeface="Arial"/>
                  <a:cs typeface="Arial"/>
                </a:defRPr>
              </a:lvl2pPr>
              <a:lvl3pPr algn="ctr">
                <a:defRPr sz="619" b="0">
                  <a:solidFill>
                    <a:srgbClr val="000000"/>
                  </a:solidFill>
                  <a:latin typeface="Arial"/>
                  <a:ea typeface="Arial"/>
                  <a:cs typeface="Arial"/>
                </a:defRPr>
              </a:lvl3pPr>
              <a:lvl4pPr algn="ctr">
                <a:defRPr sz="619" b="0">
                  <a:solidFill>
                    <a:srgbClr val="000000"/>
                  </a:solidFill>
                  <a:latin typeface="Arial"/>
                  <a:ea typeface="Arial"/>
                  <a:cs typeface="Arial"/>
                </a:defRPr>
              </a:lvl4pPr>
              <a:lvl5pPr algn="ctr">
                <a:defRPr sz="619" b="0">
                  <a:solidFill>
                    <a:srgbClr val="000000"/>
                  </a:solidFill>
                  <a:latin typeface="Arial"/>
                  <a:ea typeface="Arial"/>
                  <a:cs typeface="Arial"/>
                </a:defRPr>
              </a:lvl5pPr>
              <a:lvl6pPr algn="ctr">
                <a:defRPr sz="619" b="0">
                  <a:solidFill>
                    <a:srgbClr val="000000"/>
                  </a:solidFill>
                  <a:latin typeface="Arial"/>
                  <a:ea typeface="Arial"/>
                  <a:cs typeface="Arial"/>
                </a:defRPr>
              </a:lvl6pPr>
              <a:lvl7pPr algn="ctr">
                <a:defRPr sz="619" b="0">
                  <a:solidFill>
                    <a:srgbClr val="000000"/>
                  </a:solidFill>
                  <a:latin typeface="Arial"/>
                  <a:ea typeface="Arial"/>
                  <a:cs typeface="Arial"/>
                </a:defRPr>
              </a:lvl7pPr>
              <a:lvl8pPr algn="ctr">
                <a:defRPr sz="619" b="0">
                  <a:solidFill>
                    <a:srgbClr val="000000"/>
                  </a:solidFill>
                  <a:latin typeface="Arial"/>
                  <a:ea typeface="Arial"/>
                  <a:cs typeface="Arial"/>
                </a:defRPr>
              </a:lvl8pPr>
              <a:lvl9pPr algn="ctr">
                <a:defRPr sz="619" b="0">
                  <a:solidFill>
                    <a:srgbClr val="000000"/>
                  </a:solidFill>
                  <a:latin typeface="Arial"/>
                  <a:ea typeface="Arial"/>
                  <a:cs typeface="Arial"/>
                </a:defRPr>
              </a:lvl9pPr>
            </a:lstStyle>
            <a:p>
              <a:pPr algn="ctr">
                <a:defRPr sz="619" b="0">
                  <a:solidFill>
                    <a:srgbClr val="000000"/>
                  </a:solidFill>
                  <a:latin typeface="Arial"/>
                  <a:ea typeface="Arial"/>
                  <a:cs typeface="Arial"/>
                </a:defRPr>
              </a:pPr>
              <a:r>
                <a:rPr sz="619" b="0">
                  <a:solidFill>
                    <a:srgbClr val="000000"/>
                  </a:solidFill>
                  <a:latin typeface="Arial"/>
                  <a:ea typeface="Arial"/>
                  <a:cs typeface="Arial"/>
                </a:rPr>
                <a:t>07-12</a:t>
              </a:r>
            </a:p>
          </p:txBody>
        </p:sp>
        <p:sp>
          <p:nvSpPr>
            <p:cNvPr id="160" name="line_159">
              <a:extLst>
                <a:ext uri="{FF2B5EF4-FFF2-40B4-BE49-F238E27FC236}">
                  <ns2:creationId id="{B82C96CF-8CA6-4990-89D4-0AFE70749C93}"/>
                </a:ext>
              </a:extLst>
            </p:cNvPr>
            <p:cNvSpPr>
              <a:spLocks noGrp="1"/>
            </p:cNvSpPr>
            <p:nvPr/>
          </p:nvSpPr>
          <p:spPr>
            <a:xfrm>
              <a:off x="9758795" y="7581900"/>
              <a:ext cx="95" cy="38100"/>
            </a:xfrm>
            <a:custGeom>
              <a:pathLst>
                <a:path w="95" h="38100">
                  <a:moveTo>
                    <a:pt x="0" y="0"/>
                  </a:moveTo>
                  <a:lnTo>
                    <a:pt x="0" y="38100"/>
                  </a:lnTo>
                </a:path>
              </a:pathLst>
            </a:custGeom>
            <a:noFill/>
            <a:ln w="3933">
              <a:solidFill>
                <a:srgbClr val="000000"/>
              </a:solidFill>
              <a:prstDash val="solid"/>
            </a:ln>
          </p:spPr>
        </p:sp>
        <p:sp>
          <p:nvSpPr>
            <p:cNvPr id="161" name="text_160">
              <a:extLst>
                <a:ext uri="{FF2B5EF4-FFF2-40B4-BE49-F238E27FC236}">
                  <ns2:creationId id="{D4541297-ACB8-4862-9C62-DB7C1203682D}"/>
                </a:ext>
              </a:extLst>
            </p:cNvPr>
            <p:cNvSpPr>
              <a:spLocks noGrp="1"/>
            </p:cNvSpPr>
            <p:nvPr/>
          </p:nvSpPr>
          <p:spPr>
            <a:xfrm rot="0">
              <a:off x="9358745" y="7648575"/>
              <a:ext cx="800100" cy="228600"/>
            </a:xfrm>
            <a:prstGeom prst="rect">
              <a:avLst/>
            </a:prstGeom>
            <a:noFill/>
            <a:ln w="0">
              <a:noFill/>
              <a:prstDash val="solid"/>
            </a:ln>
          </p:spPr>
          <p:txBody>
            <a:bodyPr wrap="none" lIns="0" tIns="0" rIns="0" bIns="0" anchor="t">
              <a:noAutofit/>
            </a:bodyPr>
            <a:lstStyle>
              <a:defPPr algn="ctr">
                <a:defRPr sz="619" b="0">
                  <a:solidFill>
                    <a:srgbClr val="000000"/>
                  </a:solidFill>
                  <a:latin typeface="Arial"/>
                  <a:ea typeface="Arial"/>
                  <a:cs typeface="Arial"/>
                </a:defRPr>
              </a:defPPr>
              <a:lvl1pPr algn="ctr">
                <a:defRPr sz="619" b="0">
                  <a:solidFill>
                    <a:srgbClr val="000000"/>
                  </a:solidFill>
                  <a:latin typeface="Arial"/>
                  <a:ea typeface="Arial"/>
                  <a:cs typeface="Arial"/>
                </a:defRPr>
              </a:lvl1pPr>
              <a:lvl2pPr algn="ctr">
                <a:defRPr sz="619" b="0">
                  <a:solidFill>
                    <a:srgbClr val="000000"/>
                  </a:solidFill>
                  <a:latin typeface="Arial"/>
                  <a:ea typeface="Arial"/>
                  <a:cs typeface="Arial"/>
                </a:defRPr>
              </a:lvl2pPr>
              <a:lvl3pPr algn="ctr">
                <a:defRPr sz="619" b="0">
                  <a:solidFill>
                    <a:srgbClr val="000000"/>
                  </a:solidFill>
                  <a:latin typeface="Arial"/>
                  <a:ea typeface="Arial"/>
                  <a:cs typeface="Arial"/>
                </a:defRPr>
              </a:lvl3pPr>
              <a:lvl4pPr algn="ctr">
                <a:defRPr sz="619" b="0">
                  <a:solidFill>
                    <a:srgbClr val="000000"/>
                  </a:solidFill>
                  <a:latin typeface="Arial"/>
                  <a:ea typeface="Arial"/>
                  <a:cs typeface="Arial"/>
                </a:defRPr>
              </a:lvl4pPr>
              <a:lvl5pPr algn="ctr">
                <a:defRPr sz="619" b="0">
                  <a:solidFill>
                    <a:srgbClr val="000000"/>
                  </a:solidFill>
                  <a:latin typeface="Arial"/>
                  <a:ea typeface="Arial"/>
                  <a:cs typeface="Arial"/>
                </a:defRPr>
              </a:lvl5pPr>
              <a:lvl6pPr algn="ctr">
                <a:defRPr sz="619" b="0">
                  <a:solidFill>
                    <a:srgbClr val="000000"/>
                  </a:solidFill>
                  <a:latin typeface="Arial"/>
                  <a:ea typeface="Arial"/>
                  <a:cs typeface="Arial"/>
                </a:defRPr>
              </a:lvl6pPr>
              <a:lvl7pPr algn="ctr">
                <a:defRPr sz="619" b="0">
                  <a:solidFill>
                    <a:srgbClr val="000000"/>
                  </a:solidFill>
                  <a:latin typeface="Arial"/>
                  <a:ea typeface="Arial"/>
                  <a:cs typeface="Arial"/>
                </a:defRPr>
              </a:lvl7pPr>
              <a:lvl8pPr algn="ctr">
                <a:defRPr sz="619" b="0">
                  <a:solidFill>
                    <a:srgbClr val="000000"/>
                  </a:solidFill>
                  <a:latin typeface="Arial"/>
                  <a:ea typeface="Arial"/>
                  <a:cs typeface="Arial"/>
                </a:defRPr>
              </a:lvl8pPr>
              <a:lvl9pPr algn="ctr">
                <a:defRPr sz="619" b="0">
                  <a:solidFill>
                    <a:srgbClr val="000000"/>
                  </a:solidFill>
                  <a:latin typeface="Arial"/>
                  <a:ea typeface="Arial"/>
                  <a:cs typeface="Arial"/>
                </a:defRPr>
              </a:lvl9pPr>
            </a:lstStyle>
            <a:p>
              <a:pPr algn="ctr">
                <a:defRPr sz="619" b="0">
                  <a:solidFill>
                    <a:srgbClr val="000000"/>
                  </a:solidFill>
                  <a:latin typeface="Arial"/>
                  <a:ea typeface="Arial"/>
                  <a:cs typeface="Arial"/>
                </a:defRPr>
              </a:pPr>
              <a:r>
                <a:rPr sz="619" b="0">
                  <a:solidFill>
                    <a:srgbClr val="000000"/>
                  </a:solidFill>
                  <a:latin typeface="Arial"/>
                  <a:ea typeface="Arial"/>
                  <a:cs typeface="Arial"/>
                </a:rPr>
                <a:t>07-14</a:t>
              </a:r>
            </a:p>
          </p:txBody>
        </p:sp>
        <p:sp>
          <p:nvSpPr>
            <p:cNvPr id="162" name="line_161">
              <a:extLst>
                <a:ext uri="{FF2B5EF4-FFF2-40B4-BE49-F238E27FC236}">
                  <ns2:creationId id="{EEB72001-7A50-4D57-A767-0AB276D477C5}"/>
                </a:ext>
              </a:extLst>
            </p:cNvPr>
            <p:cNvSpPr>
              <a:spLocks noGrp="1"/>
            </p:cNvSpPr>
            <p:nvPr/>
          </p:nvSpPr>
          <p:spPr>
            <a:xfrm>
              <a:off x="10815205" y="7581900"/>
              <a:ext cx="95" cy="38100"/>
            </a:xfrm>
            <a:custGeom>
              <a:pathLst>
                <a:path w="95" h="38100">
                  <a:moveTo>
                    <a:pt x="0" y="0"/>
                  </a:moveTo>
                  <a:lnTo>
                    <a:pt x="0" y="38100"/>
                  </a:lnTo>
                </a:path>
              </a:pathLst>
            </a:custGeom>
            <a:noFill/>
            <a:ln w="3933">
              <a:solidFill>
                <a:srgbClr val="000000"/>
              </a:solidFill>
              <a:prstDash val="solid"/>
            </a:ln>
          </p:spPr>
        </p:sp>
        <p:sp>
          <p:nvSpPr>
            <p:cNvPr id="163" name="text_162">
              <a:extLst>
                <a:ext uri="{FF2B5EF4-FFF2-40B4-BE49-F238E27FC236}">
                  <ns2:creationId id="{3625E43A-C3E2-41DC-9C38-3D439B3F5E27}"/>
                </a:ext>
              </a:extLst>
            </p:cNvPr>
            <p:cNvSpPr>
              <a:spLocks noGrp="1"/>
            </p:cNvSpPr>
            <p:nvPr/>
          </p:nvSpPr>
          <p:spPr>
            <a:xfrm rot="0">
              <a:off x="10415155" y="7648575"/>
              <a:ext cx="800100" cy="228600"/>
            </a:xfrm>
            <a:prstGeom prst="rect">
              <a:avLst/>
            </a:prstGeom>
            <a:noFill/>
            <a:ln w="0">
              <a:noFill/>
              <a:prstDash val="solid"/>
            </a:ln>
          </p:spPr>
          <p:txBody>
            <a:bodyPr wrap="none" lIns="0" tIns="0" rIns="0" bIns="0" anchor="t">
              <a:noAutofit/>
            </a:bodyPr>
            <a:lstStyle>
              <a:defPPr algn="ctr">
                <a:defRPr sz="619" b="0">
                  <a:solidFill>
                    <a:srgbClr val="000000"/>
                  </a:solidFill>
                  <a:latin typeface="Arial"/>
                  <a:ea typeface="Arial"/>
                  <a:cs typeface="Arial"/>
                </a:defRPr>
              </a:defPPr>
              <a:lvl1pPr algn="ctr">
                <a:defRPr sz="619" b="0">
                  <a:solidFill>
                    <a:srgbClr val="000000"/>
                  </a:solidFill>
                  <a:latin typeface="Arial"/>
                  <a:ea typeface="Arial"/>
                  <a:cs typeface="Arial"/>
                </a:defRPr>
              </a:lvl1pPr>
              <a:lvl2pPr algn="ctr">
                <a:defRPr sz="619" b="0">
                  <a:solidFill>
                    <a:srgbClr val="000000"/>
                  </a:solidFill>
                  <a:latin typeface="Arial"/>
                  <a:ea typeface="Arial"/>
                  <a:cs typeface="Arial"/>
                </a:defRPr>
              </a:lvl2pPr>
              <a:lvl3pPr algn="ctr">
                <a:defRPr sz="619" b="0">
                  <a:solidFill>
                    <a:srgbClr val="000000"/>
                  </a:solidFill>
                  <a:latin typeface="Arial"/>
                  <a:ea typeface="Arial"/>
                  <a:cs typeface="Arial"/>
                </a:defRPr>
              </a:lvl3pPr>
              <a:lvl4pPr algn="ctr">
                <a:defRPr sz="619" b="0">
                  <a:solidFill>
                    <a:srgbClr val="000000"/>
                  </a:solidFill>
                  <a:latin typeface="Arial"/>
                  <a:ea typeface="Arial"/>
                  <a:cs typeface="Arial"/>
                </a:defRPr>
              </a:lvl4pPr>
              <a:lvl5pPr algn="ctr">
                <a:defRPr sz="619" b="0">
                  <a:solidFill>
                    <a:srgbClr val="000000"/>
                  </a:solidFill>
                  <a:latin typeface="Arial"/>
                  <a:ea typeface="Arial"/>
                  <a:cs typeface="Arial"/>
                </a:defRPr>
              </a:lvl5pPr>
              <a:lvl6pPr algn="ctr">
                <a:defRPr sz="619" b="0">
                  <a:solidFill>
                    <a:srgbClr val="000000"/>
                  </a:solidFill>
                  <a:latin typeface="Arial"/>
                  <a:ea typeface="Arial"/>
                  <a:cs typeface="Arial"/>
                </a:defRPr>
              </a:lvl6pPr>
              <a:lvl7pPr algn="ctr">
                <a:defRPr sz="619" b="0">
                  <a:solidFill>
                    <a:srgbClr val="000000"/>
                  </a:solidFill>
                  <a:latin typeface="Arial"/>
                  <a:ea typeface="Arial"/>
                  <a:cs typeface="Arial"/>
                </a:defRPr>
              </a:lvl7pPr>
              <a:lvl8pPr algn="ctr">
                <a:defRPr sz="619" b="0">
                  <a:solidFill>
                    <a:srgbClr val="000000"/>
                  </a:solidFill>
                  <a:latin typeface="Arial"/>
                  <a:ea typeface="Arial"/>
                  <a:cs typeface="Arial"/>
                </a:defRPr>
              </a:lvl8pPr>
              <a:lvl9pPr algn="ctr">
                <a:defRPr sz="619" b="0">
                  <a:solidFill>
                    <a:srgbClr val="000000"/>
                  </a:solidFill>
                  <a:latin typeface="Arial"/>
                  <a:ea typeface="Arial"/>
                  <a:cs typeface="Arial"/>
                </a:defRPr>
              </a:lvl9pPr>
            </a:lstStyle>
            <a:p>
              <a:pPr algn="ctr">
                <a:defRPr sz="619" b="0">
                  <a:solidFill>
                    <a:srgbClr val="000000"/>
                  </a:solidFill>
                  <a:latin typeface="Arial"/>
                  <a:ea typeface="Arial"/>
                  <a:cs typeface="Arial"/>
                </a:defRPr>
              </a:pPr>
              <a:r>
                <a:rPr sz="619" b="0">
                  <a:solidFill>
                    <a:srgbClr val="000000"/>
                  </a:solidFill>
                  <a:latin typeface="Arial"/>
                  <a:ea typeface="Arial"/>
                  <a:cs typeface="Arial"/>
                </a:rPr>
                <a:t>07-16</a:t>
              </a:r>
            </a:p>
          </p:txBody>
        </p:sp>
        <p:sp>
          <p:nvSpPr>
            <p:cNvPr id="164" name="line_163">
              <a:extLst>
                <a:ext uri="{FF2B5EF4-FFF2-40B4-BE49-F238E27FC236}">
                  <ns2:creationId id="{39E33497-D6A3-4BDA-9569-D85705F0617D}"/>
                </a:ext>
              </a:extLst>
            </p:cNvPr>
            <p:cNvSpPr>
              <a:spLocks noGrp="1"/>
            </p:cNvSpPr>
            <p:nvPr/>
          </p:nvSpPr>
          <p:spPr>
            <a:xfrm>
              <a:off x="11871614" y="7581900"/>
              <a:ext cx="95" cy="38100"/>
            </a:xfrm>
            <a:custGeom>
              <a:pathLst>
                <a:path w="95" h="38100">
                  <a:moveTo>
                    <a:pt x="0" y="0"/>
                  </a:moveTo>
                  <a:lnTo>
                    <a:pt x="0" y="38100"/>
                  </a:lnTo>
                </a:path>
              </a:pathLst>
            </a:custGeom>
            <a:noFill/>
            <a:ln w="3933">
              <a:solidFill>
                <a:srgbClr val="000000"/>
              </a:solidFill>
              <a:prstDash val="solid"/>
            </a:ln>
          </p:spPr>
        </p:sp>
        <p:sp>
          <p:nvSpPr>
            <p:cNvPr id="165" name="text_164">
              <a:extLst>
                <a:ext uri="{FF2B5EF4-FFF2-40B4-BE49-F238E27FC236}">
                  <ns2:creationId id="{1BB88141-FBFD-43A0-8D6A-8B1E14CE1D98}"/>
                </a:ext>
              </a:extLst>
            </p:cNvPr>
            <p:cNvSpPr>
              <a:spLocks noGrp="1"/>
            </p:cNvSpPr>
            <p:nvPr/>
          </p:nvSpPr>
          <p:spPr>
            <a:xfrm rot="0">
              <a:off x="11471564" y="7648575"/>
              <a:ext cx="800100" cy="228600"/>
            </a:xfrm>
            <a:prstGeom prst="rect">
              <a:avLst/>
            </a:prstGeom>
            <a:noFill/>
            <a:ln w="0">
              <a:noFill/>
              <a:prstDash val="solid"/>
            </a:ln>
          </p:spPr>
          <p:txBody>
            <a:bodyPr wrap="none" lIns="0" tIns="0" rIns="0" bIns="0" anchor="t">
              <a:noAutofit/>
            </a:bodyPr>
            <a:lstStyle>
              <a:defPPr algn="ctr">
                <a:defRPr sz="619" b="0">
                  <a:solidFill>
                    <a:srgbClr val="000000"/>
                  </a:solidFill>
                  <a:latin typeface="Arial"/>
                  <a:ea typeface="Arial"/>
                  <a:cs typeface="Arial"/>
                </a:defRPr>
              </a:defPPr>
              <a:lvl1pPr algn="ctr">
                <a:defRPr sz="619" b="0">
                  <a:solidFill>
                    <a:srgbClr val="000000"/>
                  </a:solidFill>
                  <a:latin typeface="Arial"/>
                  <a:ea typeface="Arial"/>
                  <a:cs typeface="Arial"/>
                </a:defRPr>
              </a:lvl1pPr>
              <a:lvl2pPr algn="ctr">
                <a:defRPr sz="619" b="0">
                  <a:solidFill>
                    <a:srgbClr val="000000"/>
                  </a:solidFill>
                  <a:latin typeface="Arial"/>
                  <a:ea typeface="Arial"/>
                  <a:cs typeface="Arial"/>
                </a:defRPr>
              </a:lvl2pPr>
              <a:lvl3pPr algn="ctr">
                <a:defRPr sz="619" b="0">
                  <a:solidFill>
                    <a:srgbClr val="000000"/>
                  </a:solidFill>
                  <a:latin typeface="Arial"/>
                  <a:ea typeface="Arial"/>
                  <a:cs typeface="Arial"/>
                </a:defRPr>
              </a:lvl3pPr>
              <a:lvl4pPr algn="ctr">
                <a:defRPr sz="619" b="0">
                  <a:solidFill>
                    <a:srgbClr val="000000"/>
                  </a:solidFill>
                  <a:latin typeface="Arial"/>
                  <a:ea typeface="Arial"/>
                  <a:cs typeface="Arial"/>
                </a:defRPr>
              </a:lvl4pPr>
              <a:lvl5pPr algn="ctr">
                <a:defRPr sz="619" b="0">
                  <a:solidFill>
                    <a:srgbClr val="000000"/>
                  </a:solidFill>
                  <a:latin typeface="Arial"/>
                  <a:ea typeface="Arial"/>
                  <a:cs typeface="Arial"/>
                </a:defRPr>
              </a:lvl5pPr>
              <a:lvl6pPr algn="ctr">
                <a:defRPr sz="619" b="0">
                  <a:solidFill>
                    <a:srgbClr val="000000"/>
                  </a:solidFill>
                  <a:latin typeface="Arial"/>
                  <a:ea typeface="Arial"/>
                  <a:cs typeface="Arial"/>
                </a:defRPr>
              </a:lvl6pPr>
              <a:lvl7pPr algn="ctr">
                <a:defRPr sz="619" b="0">
                  <a:solidFill>
                    <a:srgbClr val="000000"/>
                  </a:solidFill>
                  <a:latin typeface="Arial"/>
                  <a:ea typeface="Arial"/>
                  <a:cs typeface="Arial"/>
                </a:defRPr>
              </a:lvl7pPr>
              <a:lvl8pPr algn="ctr">
                <a:defRPr sz="619" b="0">
                  <a:solidFill>
                    <a:srgbClr val="000000"/>
                  </a:solidFill>
                  <a:latin typeface="Arial"/>
                  <a:ea typeface="Arial"/>
                  <a:cs typeface="Arial"/>
                </a:defRPr>
              </a:lvl8pPr>
              <a:lvl9pPr algn="ctr">
                <a:defRPr sz="619" b="0">
                  <a:solidFill>
                    <a:srgbClr val="000000"/>
                  </a:solidFill>
                  <a:latin typeface="Arial"/>
                  <a:ea typeface="Arial"/>
                  <a:cs typeface="Arial"/>
                </a:defRPr>
              </a:lvl9pPr>
            </a:lstStyle>
            <a:p>
              <a:pPr algn="ctr">
                <a:defRPr sz="619" b="0">
                  <a:solidFill>
                    <a:srgbClr val="000000"/>
                  </a:solidFill>
                  <a:latin typeface="Arial"/>
                  <a:ea typeface="Arial"/>
                  <a:cs typeface="Arial"/>
                </a:defRPr>
              </a:pPr>
              <a:r>
                <a:rPr sz="619" b="0">
                  <a:solidFill>
                    <a:srgbClr val="000000"/>
                  </a:solidFill>
                  <a:latin typeface="Arial"/>
                  <a:ea typeface="Arial"/>
                  <a:cs typeface="Arial"/>
                </a:rPr>
                <a:t>07-18</a:t>
              </a:r>
            </a:p>
          </p:txBody>
        </p:sp>
        <p:sp>
          <p:nvSpPr>
            <p:cNvPr id="166" name="line_165">
              <a:extLst>
                <a:ext uri="{FF2B5EF4-FFF2-40B4-BE49-F238E27FC236}">
                  <ns2:creationId id="{38144E1F-A3F5-4F69-9202-FD3D63B93304}"/>
                </a:ext>
              </a:extLst>
            </p:cNvPr>
            <p:cNvSpPr>
              <a:spLocks noGrp="1"/>
            </p:cNvSpPr>
            <p:nvPr/>
          </p:nvSpPr>
          <p:spPr>
            <a:xfrm>
              <a:off x="12928023" y="7581900"/>
              <a:ext cx="95" cy="38100"/>
            </a:xfrm>
            <a:custGeom>
              <a:pathLst>
                <a:path w="95" h="38100">
                  <a:moveTo>
                    <a:pt x="0" y="0"/>
                  </a:moveTo>
                  <a:lnTo>
                    <a:pt x="0" y="38100"/>
                  </a:lnTo>
                </a:path>
              </a:pathLst>
            </a:custGeom>
            <a:noFill/>
            <a:ln w="3933">
              <a:solidFill>
                <a:srgbClr val="000000"/>
              </a:solidFill>
              <a:prstDash val="solid"/>
            </a:ln>
          </p:spPr>
        </p:sp>
        <p:sp>
          <p:nvSpPr>
            <p:cNvPr id="167" name="text_166">
              <a:extLst>
                <a:ext uri="{FF2B5EF4-FFF2-40B4-BE49-F238E27FC236}">
                  <ns2:creationId id="{CD663FE1-08EA-48D1-A753-3B246CF9527B}"/>
                </a:ext>
              </a:extLst>
            </p:cNvPr>
            <p:cNvSpPr>
              <a:spLocks noGrp="1"/>
            </p:cNvSpPr>
            <p:nvPr/>
          </p:nvSpPr>
          <p:spPr>
            <a:xfrm rot="0">
              <a:off x="12527973" y="7648575"/>
              <a:ext cx="800100" cy="228600"/>
            </a:xfrm>
            <a:prstGeom prst="rect">
              <a:avLst/>
            </a:prstGeom>
            <a:noFill/>
            <a:ln w="0">
              <a:noFill/>
              <a:prstDash val="solid"/>
            </a:ln>
          </p:spPr>
          <p:txBody>
            <a:bodyPr wrap="none" lIns="0" tIns="0" rIns="0" bIns="0" anchor="t">
              <a:noAutofit/>
            </a:bodyPr>
            <a:lstStyle>
              <a:defPPr algn="ctr">
                <a:defRPr sz="619" b="0">
                  <a:solidFill>
                    <a:srgbClr val="000000"/>
                  </a:solidFill>
                  <a:latin typeface="Arial"/>
                  <a:ea typeface="Arial"/>
                  <a:cs typeface="Arial"/>
                </a:defRPr>
              </a:defPPr>
              <a:lvl1pPr algn="ctr">
                <a:defRPr sz="619" b="0">
                  <a:solidFill>
                    <a:srgbClr val="000000"/>
                  </a:solidFill>
                  <a:latin typeface="Arial"/>
                  <a:ea typeface="Arial"/>
                  <a:cs typeface="Arial"/>
                </a:defRPr>
              </a:lvl1pPr>
              <a:lvl2pPr algn="ctr">
                <a:defRPr sz="619" b="0">
                  <a:solidFill>
                    <a:srgbClr val="000000"/>
                  </a:solidFill>
                  <a:latin typeface="Arial"/>
                  <a:ea typeface="Arial"/>
                  <a:cs typeface="Arial"/>
                </a:defRPr>
              </a:lvl2pPr>
              <a:lvl3pPr algn="ctr">
                <a:defRPr sz="619" b="0">
                  <a:solidFill>
                    <a:srgbClr val="000000"/>
                  </a:solidFill>
                  <a:latin typeface="Arial"/>
                  <a:ea typeface="Arial"/>
                  <a:cs typeface="Arial"/>
                </a:defRPr>
              </a:lvl3pPr>
              <a:lvl4pPr algn="ctr">
                <a:defRPr sz="619" b="0">
                  <a:solidFill>
                    <a:srgbClr val="000000"/>
                  </a:solidFill>
                  <a:latin typeface="Arial"/>
                  <a:ea typeface="Arial"/>
                  <a:cs typeface="Arial"/>
                </a:defRPr>
              </a:lvl4pPr>
              <a:lvl5pPr algn="ctr">
                <a:defRPr sz="619" b="0">
                  <a:solidFill>
                    <a:srgbClr val="000000"/>
                  </a:solidFill>
                  <a:latin typeface="Arial"/>
                  <a:ea typeface="Arial"/>
                  <a:cs typeface="Arial"/>
                </a:defRPr>
              </a:lvl5pPr>
              <a:lvl6pPr algn="ctr">
                <a:defRPr sz="619" b="0">
                  <a:solidFill>
                    <a:srgbClr val="000000"/>
                  </a:solidFill>
                  <a:latin typeface="Arial"/>
                  <a:ea typeface="Arial"/>
                  <a:cs typeface="Arial"/>
                </a:defRPr>
              </a:lvl6pPr>
              <a:lvl7pPr algn="ctr">
                <a:defRPr sz="619" b="0">
                  <a:solidFill>
                    <a:srgbClr val="000000"/>
                  </a:solidFill>
                  <a:latin typeface="Arial"/>
                  <a:ea typeface="Arial"/>
                  <a:cs typeface="Arial"/>
                </a:defRPr>
              </a:lvl7pPr>
              <a:lvl8pPr algn="ctr">
                <a:defRPr sz="619" b="0">
                  <a:solidFill>
                    <a:srgbClr val="000000"/>
                  </a:solidFill>
                  <a:latin typeface="Arial"/>
                  <a:ea typeface="Arial"/>
                  <a:cs typeface="Arial"/>
                </a:defRPr>
              </a:lvl8pPr>
              <a:lvl9pPr algn="ctr">
                <a:defRPr sz="619" b="0">
                  <a:solidFill>
                    <a:srgbClr val="000000"/>
                  </a:solidFill>
                  <a:latin typeface="Arial"/>
                  <a:ea typeface="Arial"/>
                  <a:cs typeface="Arial"/>
                </a:defRPr>
              </a:lvl9pPr>
            </a:lstStyle>
            <a:p>
              <a:pPr algn="ctr">
                <a:defRPr sz="619" b="0">
                  <a:solidFill>
                    <a:srgbClr val="000000"/>
                  </a:solidFill>
                  <a:latin typeface="Arial"/>
                  <a:ea typeface="Arial"/>
                  <a:cs typeface="Arial"/>
                </a:defRPr>
              </a:pPr>
              <a:r>
                <a:rPr sz="619" b="0">
                  <a:solidFill>
                    <a:srgbClr val="000000"/>
                  </a:solidFill>
                  <a:latin typeface="Arial"/>
                  <a:ea typeface="Arial"/>
                  <a:cs typeface="Arial"/>
                </a:rPr>
                <a:t>07-20</a:t>
              </a:r>
            </a:p>
          </p:txBody>
        </p:sp>
        <p:sp>
          <p:nvSpPr>
            <p:cNvPr id="168" name="rect_167">
              <a:extLst>
                <a:ext uri="{FF2B5EF4-FFF2-40B4-BE49-F238E27FC236}">
                  <ns2:creationId id="{04ABEB31-BDF5-4C2C-83C6-8BAD70312710}"/>
                </a:ext>
              </a:extLst>
            </p:cNvPr>
            <p:cNvSpPr>
              <a:spLocks noGrp="1"/>
            </p:cNvSpPr>
            <p:nvPr/>
          </p:nvSpPr>
          <p:spPr>
            <a:xfrm rot="0">
              <a:off x="7381875" y="6619875"/>
              <a:ext cx="5810250" cy="962025"/>
            </a:xfrm>
            <a:prstGeom prst="rect">
              <a:avLst/>
            </a:prstGeom>
            <a:noFill/>
            <a:ln w="3195">
              <a:solidFill>
                <a:srgbClr val="6A7278"/>
              </a:solidFill>
              <a:prstDash val="solid"/>
            </a:ln>
          </p:spPr>
        </p:sp>
        <p:sp>
          <p:nvSpPr>
            <p:cNvPr id="169" name="text_168">
              <a:extLst>
                <a:ext uri="{FF2B5EF4-FFF2-40B4-BE49-F238E27FC236}">
                  <ns2:creationId id="{36E05C8A-A5EE-4E5A-BF23-752AC311E635}"/>
                </a:ext>
              </a:extLst>
            </p:cNvPr>
            <p:cNvSpPr>
              <a:spLocks noGrp="1"/>
            </p:cNvSpPr>
            <p:nvPr/>
          </p:nvSpPr>
          <p:spPr>
            <a:xfrm rot="0">
              <a:off x="7381875" y="6343650"/>
              <a:ext cx="5810250" cy="238125"/>
            </a:xfrm>
            <a:prstGeom prst="rect">
              <a:avLst/>
            </a:prstGeom>
            <a:noFill/>
            <a:ln w="0">
              <a:noFill/>
              <a:prstDash val="solid"/>
            </a:ln>
          </p:spPr>
          <p:txBody>
            <a:bodyPr wrap="none" lIns="0" tIns="0" rIns="0" bIns="0" anchor="t">
              <a:noAutofit/>
            </a:bodyPr>
            <a:lstStyle>
              <a:defPPr algn="l">
                <a:defRPr sz="774" b="1">
                  <a:solidFill>
                    <a:srgbClr val="000000"/>
                  </a:solidFill>
                  <a:latin typeface="Arial"/>
                  <a:ea typeface="Arial"/>
                  <a:cs typeface="Arial"/>
                </a:defRPr>
              </a:defPPr>
              <a:lvl1pPr algn="l">
                <a:defRPr sz="774" b="1">
                  <a:solidFill>
                    <a:srgbClr val="000000"/>
                  </a:solidFill>
                  <a:latin typeface="Arial"/>
                  <a:ea typeface="Arial"/>
                  <a:cs typeface="Arial"/>
                </a:defRPr>
              </a:lvl1pPr>
              <a:lvl2pPr algn="l">
                <a:defRPr sz="774" b="1">
                  <a:solidFill>
                    <a:srgbClr val="000000"/>
                  </a:solidFill>
                  <a:latin typeface="Arial"/>
                  <a:ea typeface="Arial"/>
                  <a:cs typeface="Arial"/>
                </a:defRPr>
              </a:lvl2pPr>
              <a:lvl3pPr algn="l">
                <a:defRPr sz="774" b="1">
                  <a:solidFill>
                    <a:srgbClr val="000000"/>
                  </a:solidFill>
                  <a:latin typeface="Arial"/>
                  <a:ea typeface="Arial"/>
                  <a:cs typeface="Arial"/>
                </a:defRPr>
              </a:lvl3pPr>
              <a:lvl4pPr algn="l">
                <a:defRPr sz="774" b="1">
                  <a:solidFill>
                    <a:srgbClr val="000000"/>
                  </a:solidFill>
                  <a:latin typeface="Arial"/>
                  <a:ea typeface="Arial"/>
                  <a:cs typeface="Arial"/>
                </a:defRPr>
              </a:lvl4pPr>
              <a:lvl5pPr algn="l">
                <a:defRPr sz="774" b="1">
                  <a:solidFill>
                    <a:srgbClr val="000000"/>
                  </a:solidFill>
                  <a:latin typeface="Arial"/>
                  <a:ea typeface="Arial"/>
                  <a:cs typeface="Arial"/>
                </a:defRPr>
              </a:lvl5pPr>
              <a:lvl6pPr algn="l">
                <a:defRPr sz="774" b="1">
                  <a:solidFill>
                    <a:srgbClr val="000000"/>
                  </a:solidFill>
                  <a:latin typeface="Arial"/>
                  <a:ea typeface="Arial"/>
                  <a:cs typeface="Arial"/>
                </a:defRPr>
              </a:lvl6pPr>
              <a:lvl7pPr algn="l">
                <a:defRPr sz="774" b="1">
                  <a:solidFill>
                    <a:srgbClr val="000000"/>
                  </a:solidFill>
                  <a:latin typeface="Arial"/>
                  <a:ea typeface="Arial"/>
                  <a:cs typeface="Arial"/>
                </a:defRPr>
              </a:lvl7pPr>
              <a:lvl8pPr algn="l">
                <a:defRPr sz="774" b="1">
                  <a:solidFill>
                    <a:srgbClr val="000000"/>
                  </a:solidFill>
                  <a:latin typeface="Arial"/>
                  <a:ea typeface="Arial"/>
                  <a:cs typeface="Arial"/>
                </a:defRPr>
              </a:lvl8pPr>
              <a:lvl9pPr algn="l">
                <a:defRPr sz="774" b="1">
                  <a:solidFill>
                    <a:srgbClr val="000000"/>
                  </a:solidFill>
                  <a:latin typeface="Arial"/>
                  <a:ea typeface="Arial"/>
                  <a:cs typeface="Arial"/>
                </a:defRPr>
              </a:lvl9pPr>
            </a:lstStyle>
            <a:p>
              <a:pPr algn="l">
                <a:defRPr sz="774" b="1">
                  <a:solidFill>
                    <a:srgbClr val="000000"/>
                  </a:solidFill>
                  <a:latin typeface="Arial"/>
                  <a:ea typeface="Arial"/>
                  <a:cs typeface="Arial"/>
                </a:defRPr>
              </a:pPr>
              <a:r>
                <a:rPr sz="774" b="1">
                  <a:solidFill>
                    <a:srgbClr val="000000"/>
                  </a:solidFill>
                  <a:latin typeface="Arial"/>
                  <a:ea typeface="Arial"/>
                  <a:cs typeface="Arial"/>
                </a:rPr>
                <a:t>RG-MTM-P (source hierarchy)</a:t>
              </a:r>
            </a:p>
          </p:txBody>
        </p:sp>
        <p:sp>
          <p:nvSpPr>
            <p:cNvPr id="170" name="path_169">
              <a:extLst>
                <a:ext uri="{FF2B5EF4-FFF2-40B4-BE49-F238E27FC236}">
                  <ns2:creationId id="{CB137838-39E0-414C-BE24-C03257DCBB2D}"/>
                </a:ext>
              </a:extLst>
            </p:cNvPr>
            <p:cNvSpPr>
              <a:spLocks noGrp="1"/>
            </p:cNvSpPr>
            <p:nvPr/>
          </p:nvSpPr>
          <p:spPr>
            <a:xfrm>
              <a:off x="9758795" y="7469800"/>
              <a:ext cx="1056409" cy="35668"/>
            </a:xfrm>
            <a:custGeom>
              <a:pathLst>
                <a:path w="1056409" h="35668">
                  <a:moveTo>
                    <a:pt x="0" y="28195"/>
                  </a:moveTo>
                  <a:lnTo>
                    <a:pt x="528205" y="35668"/>
                  </a:lnTo>
                  <a:lnTo>
                    <a:pt x="1056409" y="0"/>
                  </a:lnTo>
                </a:path>
              </a:pathLst>
            </a:custGeom>
            <a:noFill/>
            <a:ln w="16961">
              <a:solidFill>
                <a:srgbClr val="FFFFFF"/>
              </a:solidFill>
              <a:prstDash val="dash"/>
            </a:ln>
          </p:spPr>
        </p:sp>
        <p:sp>
          <p:nvSpPr>
            <p:cNvPr id="171" name="path_170">
              <a:extLst>
                <a:ext uri="{FF2B5EF4-FFF2-40B4-BE49-F238E27FC236}">
                  <ns2:creationId id="{9EC3DC8A-292D-4B48-A1D3-F0DA44730389}"/>
                </a:ext>
              </a:extLst>
            </p:cNvPr>
            <p:cNvSpPr>
              <a:spLocks noGrp="1"/>
            </p:cNvSpPr>
            <p:nvPr/>
          </p:nvSpPr>
          <p:spPr>
            <a:xfrm>
              <a:off x="9758795" y="7469800"/>
              <a:ext cx="1056409" cy="35668"/>
            </a:xfrm>
            <a:custGeom>
              <a:pathLst>
                <a:path w="1056409" h="35668">
                  <a:moveTo>
                    <a:pt x="0" y="28195"/>
                  </a:moveTo>
                  <a:lnTo>
                    <a:pt x="528205" y="35668"/>
                  </a:lnTo>
                  <a:lnTo>
                    <a:pt x="1056409" y="0"/>
                  </a:lnTo>
                </a:path>
              </a:pathLst>
            </a:custGeom>
            <a:noFill/>
            <a:ln w="7128">
              <a:solidFill>
                <a:srgbClr val="0072B2"/>
              </a:solidFill>
              <a:prstDash val="dash"/>
            </a:ln>
          </p:spPr>
        </p:sp>
        <p:sp>
          <p:nvSpPr>
            <p:cNvPr id="172" name="path_171">
              <a:extLst>
                <a:ext uri="{FF2B5EF4-FFF2-40B4-BE49-F238E27FC236}">
                  <ns2:creationId id="{ED9A060B-43C0-4BF0-9CDC-BAC8A79E37A4}"/>
                </a:ext>
              </a:extLst>
            </p:cNvPr>
            <p:cNvSpPr>
              <a:spLocks noGrp="1"/>
            </p:cNvSpPr>
            <p:nvPr/>
          </p:nvSpPr>
          <p:spPr>
            <a:xfrm>
              <a:off x="9758795" y="7295759"/>
              <a:ext cx="1056409" cy="218012"/>
            </a:xfrm>
            <a:custGeom>
              <a:pathLst>
                <a:path w="1056409" h="218012">
                  <a:moveTo>
                    <a:pt x="0" y="218012"/>
                  </a:moveTo>
                  <a:lnTo>
                    <a:pt x="528205" y="14800"/>
                  </a:lnTo>
                  <a:lnTo>
                    <a:pt x="1056409" y="0"/>
                  </a:lnTo>
                </a:path>
              </a:pathLst>
            </a:custGeom>
            <a:noFill/>
            <a:ln w="21631">
              <a:solidFill>
                <a:srgbClr val="FFFFFF"/>
              </a:solidFill>
              <a:prstDash val="solid"/>
            </a:ln>
          </p:spPr>
        </p:sp>
        <p:sp>
          <p:nvSpPr>
            <p:cNvPr id="173" name="path_172">
              <a:extLst>
                <a:ext uri="{FF2B5EF4-FFF2-40B4-BE49-F238E27FC236}">
                  <ns2:creationId id="{E48C8913-05C1-45A6-B3D9-5F585DA336C2}"/>
                </a:ext>
              </a:extLst>
            </p:cNvPr>
            <p:cNvSpPr>
              <a:spLocks noGrp="1"/>
            </p:cNvSpPr>
            <p:nvPr/>
          </p:nvSpPr>
          <p:spPr>
            <a:xfrm>
              <a:off x="9758795" y="7295759"/>
              <a:ext cx="1056409" cy="218012"/>
            </a:xfrm>
            <a:custGeom>
              <a:pathLst>
                <a:path w="1056409" h="218012">
                  <a:moveTo>
                    <a:pt x="0" y="218012"/>
                  </a:moveTo>
                  <a:lnTo>
                    <a:pt x="528205" y="14800"/>
                  </a:lnTo>
                  <a:lnTo>
                    <a:pt x="1056409" y="0"/>
                  </a:lnTo>
                </a:path>
              </a:pathLst>
            </a:custGeom>
            <a:noFill/>
            <a:ln w="11799">
              <a:solidFill>
                <a:srgbClr val="0072B2"/>
              </a:solidFill>
              <a:prstDash val="solid"/>
            </a:ln>
          </p:spPr>
        </p:sp>
        <p:sp>
          <p:nvSpPr>
            <p:cNvPr id="174" name="ellipse_173">
              <a:extLst>
                <a:ext uri="{FF2B5EF4-FFF2-40B4-BE49-F238E27FC236}">
                  <ns2:creationId id="{329E48CF-678C-4391-A08C-3CE52DC2FC30}"/>
                </a:ext>
              </a:extLst>
            </p:cNvPr>
            <p:cNvSpPr>
              <a:spLocks noGrp="1"/>
            </p:cNvSpPr>
            <p:nvPr/>
          </p:nvSpPr>
          <p:spPr>
            <a:xfrm rot="0">
              <a:off x="9727363" y="7482339"/>
              <a:ext cx="62865" cy="62865"/>
            </a:xfrm>
            <a:prstGeom prst="ellipse">
              <a:avLst/>
            </a:prstGeom>
            <a:solidFill>
              <a:srgbClr val="FFFFFF"/>
            </a:solidFill>
            <a:ln w="8849">
              <a:solidFill>
                <a:srgbClr val="0072B2"/>
              </a:solidFill>
              <a:prstDash val="solid"/>
            </a:ln>
          </p:spPr>
        </p:sp>
        <p:sp>
          <p:nvSpPr>
            <p:cNvPr id="175" name="ellipse_174">
              <a:extLst>
                <a:ext uri="{FF2B5EF4-FFF2-40B4-BE49-F238E27FC236}">
                  <ns2:creationId id="{F2C6E2E9-D2F5-44C0-8917-349BCC7628B9}"/>
                </a:ext>
              </a:extLst>
            </p:cNvPr>
            <p:cNvSpPr>
              <a:spLocks noGrp="1"/>
            </p:cNvSpPr>
            <p:nvPr/>
          </p:nvSpPr>
          <p:spPr>
            <a:xfrm rot="0">
              <a:off x="10255568" y="7279127"/>
              <a:ext cx="62865" cy="62865"/>
            </a:xfrm>
            <a:prstGeom prst="ellipse">
              <a:avLst/>
            </a:prstGeom>
            <a:solidFill>
              <a:srgbClr val="FFFFFF"/>
            </a:solidFill>
            <a:ln w="8849">
              <a:solidFill>
                <a:srgbClr val="0072B2"/>
              </a:solidFill>
              <a:prstDash val="solid"/>
            </a:ln>
          </p:spPr>
        </p:sp>
        <p:sp>
          <p:nvSpPr>
            <p:cNvPr id="176" name="ellipse_175">
              <a:extLst>
                <a:ext uri="{FF2B5EF4-FFF2-40B4-BE49-F238E27FC236}">
                  <ns2:creationId id="{EFEB1332-AB50-45FC-9C88-3B8BCE21B31E}"/>
                </a:ext>
              </a:extLst>
            </p:cNvPr>
            <p:cNvSpPr>
              <a:spLocks noGrp="1"/>
            </p:cNvSpPr>
            <p:nvPr/>
          </p:nvSpPr>
          <p:spPr>
            <a:xfrm rot="0">
              <a:off x="10783772" y="7264327"/>
              <a:ext cx="62865" cy="62865"/>
            </a:xfrm>
            <a:prstGeom prst="ellipse">
              <a:avLst/>
            </a:prstGeom>
            <a:solidFill>
              <a:srgbClr val="FFFFFF"/>
            </a:solidFill>
            <a:ln w="8849">
              <a:solidFill>
                <a:srgbClr val="0072B2"/>
              </a:solidFill>
              <a:prstDash val="solid"/>
            </a:ln>
          </p:spPr>
        </p:sp>
        <p:sp>
          <p:nvSpPr>
            <p:cNvPr id="177" name="text_176">
              <a:extLst>
                <a:ext uri="{FF2B5EF4-FFF2-40B4-BE49-F238E27FC236}">
                  <ns2:creationId id="{15BC65FC-8137-41CC-BD4C-503AC2994371}"/>
                </a:ext>
              </a:extLst>
            </p:cNvPr>
            <p:cNvSpPr>
              <a:spLocks noGrp="1"/>
            </p:cNvSpPr>
            <p:nvPr/>
          </p:nvSpPr>
          <p:spPr>
            <a:xfrm rot="0">
              <a:off x="9530195" y="7256596"/>
              <a:ext cx="238125" cy="247650"/>
            </a:xfrm>
            <a:prstGeom prst="rect">
              <a:avLst/>
            </a:prstGeom>
            <a:noFill/>
            <a:ln w="0">
              <a:noFill/>
              <a:prstDash val="solid"/>
            </a:ln>
          </p:spPr>
          <p:txBody>
            <a:bodyPr wrap="none" lIns="0" tIns="0" rIns="0" bIns="0" anchor="t">
              <a:noAutofit/>
            </a:bodyPr>
            <a:lstStyle>
              <a:defPPr algn="l">
                <a:defRPr sz="735" b="1">
                  <a:solidFill>
                    <a:srgbClr val="0072B2"/>
                  </a:solidFill>
                  <a:latin typeface="Arial"/>
                  <a:ea typeface="Arial"/>
                  <a:cs typeface="Arial"/>
                </a:defRPr>
              </a:defPPr>
              <a:lvl1pPr algn="l">
                <a:defRPr sz="735" b="1">
                  <a:solidFill>
                    <a:srgbClr val="0072B2"/>
                  </a:solidFill>
                  <a:latin typeface="Arial"/>
                  <a:ea typeface="Arial"/>
                  <a:cs typeface="Arial"/>
                </a:defRPr>
              </a:lvl1pPr>
              <a:lvl2pPr algn="l">
                <a:defRPr sz="735" b="1">
                  <a:solidFill>
                    <a:srgbClr val="0072B2"/>
                  </a:solidFill>
                  <a:latin typeface="Arial"/>
                  <a:ea typeface="Arial"/>
                  <a:cs typeface="Arial"/>
                </a:defRPr>
              </a:lvl2pPr>
              <a:lvl3pPr algn="l">
                <a:defRPr sz="735" b="1">
                  <a:solidFill>
                    <a:srgbClr val="0072B2"/>
                  </a:solidFill>
                  <a:latin typeface="Arial"/>
                  <a:ea typeface="Arial"/>
                  <a:cs typeface="Arial"/>
                </a:defRPr>
              </a:lvl3pPr>
              <a:lvl4pPr algn="l">
                <a:defRPr sz="735" b="1">
                  <a:solidFill>
                    <a:srgbClr val="0072B2"/>
                  </a:solidFill>
                  <a:latin typeface="Arial"/>
                  <a:ea typeface="Arial"/>
                  <a:cs typeface="Arial"/>
                </a:defRPr>
              </a:lvl4pPr>
              <a:lvl5pPr algn="l">
                <a:defRPr sz="735" b="1">
                  <a:solidFill>
                    <a:srgbClr val="0072B2"/>
                  </a:solidFill>
                  <a:latin typeface="Arial"/>
                  <a:ea typeface="Arial"/>
                  <a:cs typeface="Arial"/>
                </a:defRPr>
              </a:lvl5pPr>
              <a:lvl6pPr algn="l">
                <a:defRPr sz="735" b="1">
                  <a:solidFill>
                    <a:srgbClr val="0072B2"/>
                  </a:solidFill>
                  <a:latin typeface="Arial"/>
                  <a:ea typeface="Arial"/>
                  <a:cs typeface="Arial"/>
                </a:defRPr>
              </a:lvl6pPr>
              <a:lvl7pPr algn="l">
                <a:defRPr sz="735" b="1">
                  <a:solidFill>
                    <a:srgbClr val="0072B2"/>
                  </a:solidFill>
                  <a:latin typeface="Arial"/>
                  <a:ea typeface="Arial"/>
                  <a:cs typeface="Arial"/>
                </a:defRPr>
              </a:lvl7pPr>
              <a:lvl8pPr algn="l">
                <a:defRPr sz="735" b="1">
                  <a:solidFill>
                    <a:srgbClr val="0072B2"/>
                  </a:solidFill>
                  <a:latin typeface="Arial"/>
                  <a:ea typeface="Arial"/>
                  <a:cs typeface="Arial"/>
                </a:defRPr>
              </a:lvl8pPr>
              <a:lvl9pPr algn="l">
                <a:defRPr sz="735" b="1">
                  <a:solidFill>
                    <a:srgbClr val="0072B2"/>
                  </a:solidFill>
                  <a:latin typeface="Arial"/>
                  <a:ea typeface="Arial"/>
                  <a:cs typeface="Arial"/>
                </a:defRPr>
              </a:lvl9pPr>
            </a:lstStyle>
            <a:p>
              <a:pPr algn="l">
                <a:defRPr sz="735" b="1">
                  <a:solidFill>
                    <a:srgbClr val="0072B2"/>
                  </a:solidFill>
                  <a:latin typeface="Arial"/>
                  <a:ea typeface="Arial"/>
                  <a:cs typeface="Arial"/>
                </a:defRPr>
              </a:pPr>
              <a:r>
                <a:rPr sz="735" b="1">
                  <a:solidFill>
                    <a:srgbClr val="0072B2"/>
                  </a:solidFill>
                  <a:latin typeface="Arial"/>
                  <a:ea typeface="Arial"/>
                  <a:cs typeface="Arial"/>
                </a:rPr>
                <a:t>A</a:t>
              </a:r>
            </a:p>
          </p:txBody>
        </p:sp>
        <p:sp>
          <p:nvSpPr>
            <p:cNvPr id="178" name="path_177">
              <a:extLst>
                <a:ext uri="{FF2B5EF4-FFF2-40B4-BE49-F238E27FC236}">
                  <ns2:creationId id="{4FC8E5B6-146D-4519-894D-2C9636848DB4}"/>
                </a:ext>
              </a:extLst>
            </p:cNvPr>
            <p:cNvSpPr>
              <a:spLocks noGrp="1"/>
            </p:cNvSpPr>
            <p:nvPr/>
          </p:nvSpPr>
          <p:spPr>
            <a:xfrm>
              <a:off x="7645977" y="6683738"/>
              <a:ext cx="5282045" cy="752090"/>
            </a:xfrm>
            <a:custGeom>
              <a:pathLst>
                <a:path w="5282045" h="752090">
                  <a:moveTo>
                    <a:pt x="0" y="553372"/>
                  </a:moveTo>
                  <a:lnTo>
                    <a:pt x="528205" y="0"/>
                  </a:lnTo>
                  <a:lnTo>
                    <a:pt x="1056409" y="619948"/>
                  </a:lnTo>
                  <a:lnTo>
                    <a:pt x="1584614" y="292823"/>
                  </a:lnTo>
                  <a:lnTo>
                    <a:pt x="2112818" y="292823"/>
                  </a:lnTo>
                  <a:lnTo>
                    <a:pt x="2641023" y="24459"/>
                  </a:lnTo>
                  <a:lnTo>
                    <a:pt x="3169227" y="269045"/>
                  </a:lnTo>
                  <a:lnTo>
                    <a:pt x="3697432" y="750394"/>
                  </a:lnTo>
                  <a:lnTo>
                    <a:pt x="4225636" y="752090"/>
                  </a:lnTo>
                  <a:lnTo>
                    <a:pt x="4753841" y="493238"/>
                  </a:lnTo>
                  <a:lnTo>
                    <a:pt x="5282045" y="473196"/>
                  </a:lnTo>
                </a:path>
              </a:pathLst>
            </a:custGeom>
            <a:noFill/>
            <a:ln w="16961">
              <a:solidFill>
                <a:srgbClr val="FFFFFF"/>
              </a:solidFill>
              <a:prstDash val="dash"/>
            </a:ln>
          </p:spPr>
        </p:sp>
        <p:sp>
          <p:nvSpPr>
            <p:cNvPr id="179" name="path_178">
              <a:extLst>
                <a:ext uri="{FF2B5EF4-FFF2-40B4-BE49-F238E27FC236}">
                  <ns2:creationId id="{3CC1E24A-17C2-4CC6-8C28-8BCEBEB2C3B5}"/>
                </a:ext>
              </a:extLst>
            </p:cNvPr>
            <p:cNvSpPr>
              <a:spLocks noGrp="1"/>
            </p:cNvSpPr>
            <p:nvPr/>
          </p:nvSpPr>
          <p:spPr>
            <a:xfrm>
              <a:off x="7645977" y="6683738"/>
              <a:ext cx="5282045" cy="752090"/>
            </a:xfrm>
            <a:custGeom>
              <a:pathLst>
                <a:path w="5282045" h="752090">
                  <a:moveTo>
                    <a:pt x="0" y="553372"/>
                  </a:moveTo>
                  <a:lnTo>
                    <a:pt x="528205" y="0"/>
                  </a:lnTo>
                  <a:lnTo>
                    <a:pt x="1056409" y="619948"/>
                  </a:lnTo>
                  <a:lnTo>
                    <a:pt x="1584614" y="292823"/>
                  </a:lnTo>
                  <a:lnTo>
                    <a:pt x="2112818" y="292823"/>
                  </a:lnTo>
                  <a:lnTo>
                    <a:pt x="2641023" y="24459"/>
                  </a:lnTo>
                  <a:lnTo>
                    <a:pt x="3169227" y="269045"/>
                  </a:lnTo>
                  <a:lnTo>
                    <a:pt x="3697432" y="750394"/>
                  </a:lnTo>
                  <a:lnTo>
                    <a:pt x="4225636" y="752090"/>
                  </a:lnTo>
                  <a:lnTo>
                    <a:pt x="4753841" y="493238"/>
                  </a:lnTo>
                  <a:lnTo>
                    <a:pt x="5282045" y="473196"/>
                  </a:lnTo>
                </a:path>
              </a:pathLst>
            </a:custGeom>
            <a:noFill/>
            <a:ln w="7128">
              <a:solidFill>
                <a:srgbClr val="D55E00"/>
              </a:solidFill>
              <a:prstDash val="dash"/>
            </a:ln>
          </p:spPr>
        </p:sp>
        <p:sp>
          <p:nvSpPr>
            <p:cNvPr id="180" name="path_179">
              <a:extLst>
                <a:ext uri="{FF2B5EF4-FFF2-40B4-BE49-F238E27FC236}">
                  <ns2:creationId id="{9234E296-CD09-4FAC-9EB7-441AF5AA37DE}"/>
                </a:ext>
              </a:extLst>
            </p:cNvPr>
            <p:cNvSpPr>
              <a:spLocks noGrp="1"/>
            </p:cNvSpPr>
            <p:nvPr/>
          </p:nvSpPr>
          <p:spPr>
            <a:xfrm>
              <a:off x="7645977" y="6740157"/>
              <a:ext cx="5282045" cy="703606"/>
            </a:xfrm>
            <a:custGeom>
              <a:pathLst>
                <a:path w="5282045" h="703606">
                  <a:moveTo>
                    <a:pt x="0" y="496870"/>
                  </a:moveTo>
                  <a:lnTo>
                    <a:pt x="528205" y="0"/>
                  </a:lnTo>
                  <a:lnTo>
                    <a:pt x="1056409" y="571577"/>
                  </a:lnTo>
                  <a:lnTo>
                    <a:pt x="1584614" y="228349"/>
                  </a:lnTo>
                  <a:lnTo>
                    <a:pt x="2112818" y="366251"/>
                  </a:lnTo>
                  <a:lnTo>
                    <a:pt x="2641023" y="24902"/>
                  </a:lnTo>
                  <a:lnTo>
                    <a:pt x="3169227" y="211199"/>
                  </a:lnTo>
                  <a:lnTo>
                    <a:pt x="3697432" y="701961"/>
                  </a:lnTo>
                  <a:lnTo>
                    <a:pt x="4225636" y="703606"/>
                  </a:lnTo>
                  <a:lnTo>
                    <a:pt x="4753841" y="428741"/>
                  </a:lnTo>
                  <a:lnTo>
                    <a:pt x="5282045" y="415820"/>
                  </a:lnTo>
                </a:path>
              </a:pathLst>
            </a:custGeom>
            <a:noFill/>
            <a:ln w="21631">
              <a:solidFill>
                <a:srgbClr val="FFFFFF"/>
              </a:solidFill>
              <a:prstDash val="solid"/>
            </a:ln>
          </p:spPr>
        </p:sp>
        <p:sp>
          <p:nvSpPr>
            <p:cNvPr id="181" name="path_180">
              <a:extLst>
                <a:ext uri="{FF2B5EF4-FFF2-40B4-BE49-F238E27FC236}">
                  <ns2:creationId id="{CF2867C9-E2CE-4893-B340-DF02D9D2EA2C}"/>
                </a:ext>
              </a:extLst>
            </p:cNvPr>
            <p:cNvSpPr>
              <a:spLocks noGrp="1"/>
            </p:cNvSpPr>
            <p:nvPr/>
          </p:nvSpPr>
          <p:spPr>
            <a:xfrm>
              <a:off x="7645977" y="6740157"/>
              <a:ext cx="5282045" cy="703606"/>
            </a:xfrm>
            <a:custGeom>
              <a:pathLst>
                <a:path w="5282045" h="703606">
                  <a:moveTo>
                    <a:pt x="0" y="496870"/>
                  </a:moveTo>
                  <a:lnTo>
                    <a:pt x="528205" y="0"/>
                  </a:lnTo>
                  <a:lnTo>
                    <a:pt x="1056409" y="571577"/>
                  </a:lnTo>
                  <a:lnTo>
                    <a:pt x="1584614" y="228349"/>
                  </a:lnTo>
                  <a:lnTo>
                    <a:pt x="2112818" y="366251"/>
                  </a:lnTo>
                  <a:lnTo>
                    <a:pt x="2641023" y="24902"/>
                  </a:lnTo>
                  <a:lnTo>
                    <a:pt x="3169227" y="211199"/>
                  </a:lnTo>
                  <a:lnTo>
                    <a:pt x="3697432" y="701961"/>
                  </a:lnTo>
                  <a:lnTo>
                    <a:pt x="4225636" y="703606"/>
                  </a:lnTo>
                  <a:lnTo>
                    <a:pt x="4753841" y="428741"/>
                  </a:lnTo>
                  <a:lnTo>
                    <a:pt x="5282045" y="415820"/>
                  </a:lnTo>
                </a:path>
              </a:pathLst>
            </a:custGeom>
            <a:noFill/>
            <a:ln w="11799">
              <a:solidFill>
                <a:srgbClr val="D55E00"/>
              </a:solidFill>
              <a:prstDash val="solid"/>
            </a:ln>
          </p:spPr>
        </p:sp>
        <p:sp>
          <p:nvSpPr>
            <p:cNvPr id="182" name="ellipse_181">
              <a:extLst>
                <a:ext uri="{FF2B5EF4-FFF2-40B4-BE49-F238E27FC236}">
                  <ns2:creationId id="{2E9CFD28-AB1F-4FB4-B57C-22748E973876}"/>
                </a:ext>
              </a:extLst>
            </p:cNvPr>
            <p:cNvSpPr>
              <a:spLocks noGrp="1"/>
            </p:cNvSpPr>
            <p:nvPr/>
          </p:nvSpPr>
          <p:spPr>
            <a:xfrm rot="0">
              <a:off x="9727363" y="7074976"/>
              <a:ext cx="62865" cy="62865"/>
            </a:xfrm>
            <a:prstGeom prst="ellipse">
              <a:avLst/>
            </a:prstGeom>
            <a:solidFill>
              <a:srgbClr val="FFFFFF"/>
            </a:solidFill>
            <a:ln w="8849">
              <a:solidFill>
                <a:srgbClr val="D55E00"/>
              </a:solidFill>
              <a:prstDash val="solid"/>
            </a:ln>
          </p:spPr>
        </p:sp>
        <p:sp>
          <p:nvSpPr>
            <p:cNvPr id="183" name="ellipse_182">
              <a:extLst>
                <a:ext uri="{FF2B5EF4-FFF2-40B4-BE49-F238E27FC236}">
                  <ns2:creationId id="{70FED8E2-E2CD-47BB-8C5F-5EF37EE481E0}"/>
                </a:ext>
              </a:extLst>
            </p:cNvPr>
            <p:cNvSpPr>
              <a:spLocks noGrp="1"/>
            </p:cNvSpPr>
            <p:nvPr/>
          </p:nvSpPr>
          <p:spPr>
            <a:xfrm rot="0">
              <a:off x="10255568" y="6733627"/>
              <a:ext cx="62865" cy="62865"/>
            </a:xfrm>
            <a:prstGeom prst="ellipse">
              <a:avLst/>
            </a:prstGeom>
            <a:solidFill>
              <a:srgbClr val="FFFFFF"/>
            </a:solidFill>
            <a:ln w="8849">
              <a:solidFill>
                <a:srgbClr val="D55E00"/>
              </a:solidFill>
              <a:prstDash val="solid"/>
            </a:ln>
          </p:spPr>
        </p:sp>
        <p:sp>
          <p:nvSpPr>
            <p:cNvPr id="184" name="ellipse_183">
              <a:extLst>
                <a:ext uri="{FF2B5EF4-FFF2-40B4-BE49-F238E27FC236}">
                  <ns2:creationId id="{5872A21E-5872-4681-B676-654083937B0D}"/>
                </a:ext>
              </a:extLst>
            </p:cNvPr>
            <p:cNvSpPr>
              <a:spLocks noGrp="1"/>
            </p:cNvSpPr>
            <p:nvPr/>
          </p:nvSpPr>
          <p:spPr>
            <a:xfrm rot="0">
              <a:off x="10783772" y="6919924"/>
              <a:ext cx="62865" cy="62865"/>
            </a:xfrm>
            <a:prstGeom prst="ellipse">
              <a:avLst/>
            </a:prstGeom>
            <a:solidFill>
              <a:srgbClr val="FFFFFF"/>
            </a:solidFill>
            <a:ln w="8849">
              <a:solidFill>
                <a:srgbClr val="D55E00"/>
              </a:solidFill>
              <a:prstDash val="solid"/>
            </a:ln>
          </p:spPr>
        </p:sp>
        <p:sp>
          <p:nvSpPr>
            <p:cNvPr id="185" name="text_184">
              <a:extLst>
                <a:ext uri="{FF2B5EF4-FFF2-40B4-BE49-F238E27FC236}">
                  <ns2:creationId id="{97485937-7278-4005-832B-4AFB59F81FCB}"/>
                </a:ext>
              </a:extLst>
            </p:cNvPr>
            <p:cNvSpPr>
              <a:spLocks noGrp="1"/>
            </p:cNvSpPr>
            <p:nvPr/>
          </p:nvSpPr>
          <p:spPr>
            <a:xfrm rot="0">
              <a:off x="9854045" y="7058783"/>
              <a:ext cx="238125" cy="247650"/>
            </a:xfrm>
            <a:prstGeom prst="rect">
              <a:avLst/>
            </a:prstGeom>
            <a:noFill/>
            <a:ln w="0">
              <a:noFill/>
              <a:prstDash val="solid"/>
            </a:ln>
          </p:spPr>
          <p:txBody>
            <a:bodyPr wrap="none" lIns="0" tIns="0" rIns="0" bIns="0" anchor="t">
              <a:noAutofit/>
            </a:bodyPr>
            <a:lstStyle>
              <a:defPPr algn="l">
                <a:defRPr sz="735" b="1">
                  <a:solidFill>
                    <a:srgbClr val="D55E00"/>
                  </a:solidFill>
                  <a:latin typeface="Arial"/>
                  <a:ea typeface="Arial"/>
                  <a:cs typeface="Arial"/>
                </a:defRPr>
              </a:defPPr>
              <a:lvl1pPr algn="l">
                <a:defRPr sz="735" b="1">
                  <a:solidFill>
                    <a:srgbClr val="D55E00"/>
                  </a:solidFill>
                  <a:latin typeface="Arial"/>
                  <a:ea typeface="Arial"/>
                  <a:cs typeface="Arial"/>
                </a:defRPr>
              </a:lvl1pPr>
              <a:lvl2pPr algn="l">
                <a:defRPr sz="735" b="1">
                  <a:solidFill>
                    <a:srgbClr val="D55E00"/>
                  </a:solidFill>
                  <a:latin typeface="Arial"/>
                  <a:ea typeface="Arial"/>
                  <a:cs typeface="Arial"/>
                </a:defRPr>
              </a:lvl2pPr>
              <a:lvl3pPr algn="l">
                <a:defRPr sz="735" b="1">
                  <a:solidFill>
                    <a:srgbClr val="D55E00"/>
                  </a:solidFill>
                  <a:latin typeface="Arial"/>
                  <a:ea typeface="Arial"/>
                  <a:cs typeface="Arial"/>
                </a:defRPr>
              </a:lvl3pPr>
              <a:lvl4pPr algn="l">
                <a:defRPr sz="735" b="1">
                  <a:solidFill>
                    <a:srgbClr val="D55E00"/>
                  </a:solidFill>
                  <a:latin typeface="Arial"/>
                  <a:ea typeface="Arial"/>
                  <a:cs typeface="Arial"/>
                </a:defRPr>
              </a:lvl4pPr>
              <a:lvl5pPr algn="l">
                <a:defRPr sz="735" b="1">
                  <a:solidFill>
                    <a:srgbClr val="D55E00"/>
                  </a:solidFill>
                  <a:latin typeface="Arial"/>
                  <a:ea typeface="Arial"/>
                  <a:cs typeface="Arial"/>
                </a:defRPr>
              </a:lvl5pPr>
              <a:lvl6pPr algn="l">
                <a:defRPr sz="735" b="1">
                  <a:solidFill>
                    <a:srgbClr val="D55E00"/>
                  </a:solidFill>
                  <a:latin typeface="Arial"/>
                  <a:ea typeface="Arial"/>
                  <a:cs typeface="Arial"/>
                </a:defRPr>
              </a:lvl6pPr>
              <a:lvl7pPr algn="l">
                <a:defRPr sz="735" b="1">
                  <a:solidFill>
                    <a:srgbClr val="D55E00"/>
                  </a:solidFill>
                  <a:latin typeface="Arial"/>
                  <a:ea typeface="Arial"/>
                  <a:cs typeface="Arial"/>
                </a:defRPr>
              </a:lvl7pPr>
              <a:lvl8pPr algn="l">
                <a:defRPr sz="735" b="1">
                  <a:solidFill>
                    <a:srgbClr val="D55E00"/>
                  </a:solidFill>
                  <a:latin typeface="Arial"/>
                  <a:ea typeface="Arial"/>
                  <a:cs typeface="Arial"/>
                </a:defRPr>
              </a:lvl8pPr>
              <a:lvl9pPr algn="l">
                <a:defRPr sz="735" b="1">
                  <a:solidFill>
                    <a:srgbClr val="D55E00"/>
                  </a:solidFill>
                  <a:latin typeface="Arial"/>
                  <a:ea typeface="Arial"/>
                  <a:cs typeface="Arial"/>
                </a:defRPr>
              </a:lvl9pPr>
            </a:lstStyle>
            <a:p>
              <a:pPr algn="l">
                <a:defRPr sz="735" b="1">
                  <a:solidFill>
                    <a:srgbClr val="D55E00"/>
                  </a:solidFill>
                  <a:latin typeface="Arial"/>
                  <a:ea typeface="Arial"/>
                  <a:cs typeface="Arial"/>
                </a:defRPr>
              </a:pPr>
              <a:r>
                <a:rPr sz="735" b="1">
                  <a:solidFill>
                    <a:srgbClr val="D55E00"/>
                  </a:solidFill>
                  <a:latin typeface="Arial"/>
                  <a:ea typeface="Arial"/>
                  <a:cs typeface="Arial"/>
                </a:rPr>
                <a:t>B</a:t>
              </a:r>
            </a:p>
          </p:txBody>
        </p:sp>
        <p:sp>
          <p:nvSpPr>
            <p:cNvPr id="186" name="path_185">
              <a:extLst>
                <a:ext uri="{FF2B5EF4-FFF2-40B4-BE49-F238E27FC236}">
                  <ns2:creationId id="{64677322-85B0-433C-ACDC-2671D548E440}"/>
                </a:ext>
              </a:extLst>
            </p:cNvPr>
            <p:cNvSpPr>
              <a:spLocks noGrp="1"/>
            </p:cNvSpPr>
            <p:nvPr/>
          </p:nvSpPr>
          <p:spPr>
            <a:xfrm>
              <a:off x="9230591" y="7133156"/>
              <a:ext cx="2641023" cy="56390"/>
            </a:xfrm>
            <a:custGeom>
              <a:pathLst>
                <a:path w="2641023" h="56390">
                  <a:moveTo>
                    <a:pt x="0" y="56390"/>
                  </a:moveTo>
                  <a:lnTo>
                    <a:pt x="528205" y="40764"/>
                  </a:lnTo>
                  <a:lnTo>
                    <a:pt x="1056409" y="25139"/>
                  </a:lnTo>
                  <a:lnTo>
                    <a:pt x="1584614" y="4416"/>
                  </a:lnTo>
                  <a:lnTo>
                    <a:pt x="2112818" y="11889"/>
                  </a:lnTo>
                  <a:lnTo>
                    <a:pt x="2641023" y="0"/>
                  </a:lnTo>
                </a:path>
              </a:pathLst>
            </a:custGeom>
            <a:noFill/>
            <a:ln w="16961">
              <a:solidFill>
                <a:srgbClr val="FFFFFF"/>
              </a:solidFill>
              <a:prstDash val="dash"/>
            </a:ln>
          </p:spPr>
        </p:sp>
        <p:sp>
          <p:nvSpPr>
            <p:cNvPr id="187" name="path_186">
              <a:extLst>
                <a:ext uri="{FF2B5EF4-FFF2-40B4-BE49-F238E27FC236}">
                  <ns2:creationId id="{DB4FA094-9178-4897-844A-C57B83A41BE0}"/>
                </a:ext>
              </a:extLst>
            </p:cNvPr>
            <p:cNvSpPr>
              <a:spLocks noGrp="1"/>
            </p:cNvSpPr>
            <p:nvPr/>
          </p:nvSpPr>
          <p:spPr>
            <a:xfrm>
              <a:off x="9230591" y="7133156"/>
              <a:ext cx="2641023" cy="56390"/>
            </a:xfrm>
            <a:custGeom>
              <a:pathLst>
                <a:path w="2641023" h="56390">
                  <a:moveTo>
                    <a:pt x="0" y="56390"/>
                  </a:moveTo>
                  <a:lnTo>
                    <a:pt x="528205" y="40764"/>
                  </a:lnTo>
                  <a:lnTo>
                    <a:pt x="1056409" y="25139"/>
                  </a:lnTo>
                  <a:lnTo>
                    <a:pt x="1584614" y="4416"/>
                  </a:lnTo>
                  <a:lnTo>
                    <a:pt x="2112818" y="11889"/>
                  </a:lnTo>
                  <a:lnTo>
                    <a:pt x="2641023" y="0"/>
                  </a:lnTo>
                </a:path>
              </a:pathLst>
            </a:custGeom>
            <a:noFill/>
            <a:ln w="7128">
              <a:solidFill>
                <a:srgbClr val="009E73"/>
              </a:solidFill>
              <a:prstDash val="dash"/>
            </a:ln>
          </p:spPr>
        </p:sp>
        <p:sp>
          <p:nvSpPr>
            <p:cNvPr id="188" name="path_187">
              <a:extLst>
                <a:ext uri="{FF2B5EF4-FFF2-40B4-BE49-F238E27FC236}">
                  <ns2:creationId id="{59D0AF5C-A6B3-4A4F-9538-B1F3D7D03FCF}"/>
                </a:ext>
              </a:extLst>
            </p:cNvPr>
            <p:cNvSpPr>
              <a:spLocks noGrp="1"/>
            </p:cNvSpPr>
            <p:nvPr/>
          </p:nvSpPr>
          <p:spPr>
            <a:xfrm>
              <a:off x="9230591" y="7030762"/>
              <a:ext cx="2641023" cy="306344"/>
            </a:xfrm>
            <a:custGeom>
              <a:pathLst>
                <a:path w="2641023" h="306344">
                  <a:moveTo>
                    <a:pt x="0" y="166798"/>
                  </a:moveTo>
                  <a:lnTo>
                    <a:pt x="528205" y="0"/>
                  </a:lnTo>
                  <a:lnTo>
                    <a:pt x="1056409" y="306344"/>
                  </a:lnTo>
                  <a:lnTo>
                    <a:pt x="1584614" y="296712"/>
                  </a:lnTo>
                  <a:lnTo>
                    <a:pt x="2112818" y="110181"/>
                  </a:lnTo>
                  <a:lnTo>
                    <a:pt x="2641023" y="94441"/>
                  </a:lnTo>
                </a:path>
              </a:pathLst>
            </a:custGeom>
            <a:noFill/>
            <a:ln w="21631">
              <a:solidFill>
                <a:srgbClr val="FFFFFF"/>
              </a:solidFill>
              <a:prstDash val="solid"/>
            </a:ln>
          </p:spPr>
        </p:sp>
        <p:sp>
          <p:nvSpPr>
            <p:cNvPr id="189" name="path_188">
              <a:extLst>
                <a:ext uri="{FF2B5EF4-FFF2-40B4-BE49-F238E27FC236}">
                  <ns2:creationId id="{209480FD-3EE1-44AD-9708-5100ADAB650F}"/>
                </a:ext>
              </a:extLst>
            </p:cNvPr>
            <p:cNvSpPr>
              <a:spLocks noGrp="1"/>
            </p:cNvSpPr>
            <p:nvPr/>
          </p:nvSpPr>
          <p:spPr>
            <a:xfrm>
              <a:off x="9230591" y="7030762"/>
              <a:ext cx="2641023" cy="306344"/>
            </a:xfrm>
            <a:custGeom>
              <a:pathLst>
                <a:path w="2641023" h="306344">
                  <a:moveTo>
                    <a:pt x="0" y="166798"/>
                  </a:moveTo>
                  <a:lnTo>
                    <a:pt x="528205" y="0"/>
                  </a:lnTo>
                  <a:lnTo>
                    <a:pt x="1056409" y="306344"/>
                  </a:lnTo>
                  <a:lnTo>
                    <a:pt x="1584614" y="296712"/>
                  </a:lnTo>
                  <a:lnTo>
                    <a:pt x="2112818" y="110181"/>
                  </a:lnTo>
                  <a:lnTo>
                    <a:pt x="2641023" y="94441"/>
                  </a:lnTo>
                </a:path>
              </a:pathLst>
            </a:custGeom>
            <a:noFill/>
            <a:ln w="11799">
              <a:solidFill>
                <a:srgbClr val="009E73"/>
              </a:solidFill>
              <a:prstDash val="solid"/>
            </a:ln>
          </p:spPr>
        </p:sp>
        <p:sp>
          <p:nvSpPr>
            <p:cNvPr id="190" name="ellipse_189">
              <a:extLst>
                <a:ext uri="{FF2B5EF4-FFF2-40B4-BE49-F238E27FC236}">
                  <ns2:creationId id="{A4DD2A01-5AA3-4BE4-B2A1-2E4292D94392}"/>
                </a:ext>
              </a:extLst>
            </p:cNvPr>
            <p:cNvSpPr>
              <a:spLocks noGrp="1"/>
            </p:cNvSpPr>
            <p:nvPr/>
          </p:nvSpPr>
          <p:spPr>
            <a:xfrm rot="0">
              <a:off x="9727363" y="6999329"/>
              <a:ext cx="62865" cy="62865"/>
            </a:xfrm>
            <a:prstGeom prst="ellipse">
              <a:avLst/>
            </a:prstGeom>
            <a:solidFill>
              <a:srgbClr val="FFFFFF"/>
            </a:solidFill>
            <a:ln w="8849">
              <a:solidFill>
                <a:srgbClr val="009E73"/>
              </a:solidFill>
              <a:prstDash val="solid"/>
            </a:ln>
          </p:spPr>
        </p:sp>
        <p:sp>
          <p:nvSpPr>
            <p:cNvPr id="191" name="ellipse_190">
              <a:extLst>
                <a:ext uri="{FF2B5EF4-FFF2-40B4-BE49-F238E27FC236}">
                  <ns2:creationId id="{3083BEBA-2488-4606-9A97-913E9C0D86C2}"/>
                </a:ext>
              </a:extLst>
            </p:cNvPr>
            <p:cNvSpPr>
              <a:spLocks noGrp="1"/>
            </p:cNvSpPr>
            <p:nvPr/>
          </p:nvSpPr>
          <p:spPr>
            <a:xfrm rot="0">
              <a:off x="10255568" y="7305674"/>
              <a:ext cx="62865" cy="62865"/>
            </a:xfrm>
            <a:prstGeom prst="ellipse">
              <a:avLst/>
            </a:prstGeom>
            <a:solidFill>
              <a:srgbClr val="FFFFFF"/>
            </a:solidFill>
            <a:ln w="8849">
              <a:solidFill>
                <a:srgbClr val="009E73"/>
              </a:solidFill>
              <a:prstDash val="solid"/>
            </a:ln>
          </p:spPr>
        </p:sp>
        <p:sp>
          <p:nvSpPr>
            <p:cNvPr id="192" name="ellipse_191">
              <a:extLst>
                <a:ext uri="{FF2B5EF4-FFF2-40B4-BE49-F238E27FC236}">
                  <ns2:creationId id="{76DB68B1-17C3-4123-8AFF-FEF1BAB0C19C}"/>
                </a:ext>
              </a:extLst>
            </p:cNvPr>
            <p:cNvSpPr>
              <a:spLocks noGrp="1"/>
            </p:cNvSpPr>
            <p:nvPr/>
          </p:nvSpPr>
          <p:spPr>
            <a:xfrm rot="0">
              <a:off x="10783772" y="7296042"/>
              <a:ext cx="62865" cy="62865"/>
            </a:xfrm>
            <a:prstGeom prst="ellipse">
              <a:avLst/>
            </a:prstGeom>
            <a:solidFill>
              <a:srgbClr val="FFFFFF"/>
            </a:solidFill>
            <a:ln w="8849">
              <a:solidFill>
                <a:srgbClr val="009E73"/>
              </a:solidFill>
              <a:prstDash val="solid"/>
            </a:ln>
          </p:spPr>
        </p:sp>
        <p:sp>
          <p:nvSpPr>
            <p:cNvPr id="193" name="text_192">
              <a:extLst>
                <a:ext uri="{FF2B5EF4-FFF2-40B4-BE49-F238E27FC236}">
                  <ns2:creationId id="{93185CD7-20F1-4EDC-B15E-32FE02813CB3}"/>
                </a:ext>
              </a:extLst>
            </p:cNvPr>
            <p:cNvSpPr>
              <a:spLocks noGrp="1"/>
            </p:cNvSpPr>
            <p:nvPr/>
          </p:nvSpPr>
          <p:spPr>
            <a:xfrm rot="0">
              <a:off x="9530195" y="6773587"/>
              <a:ext cx="238125" cy="247650"/>
            </a:xfrm>
            <a:prstGeom prst="rect">
              <a:avLst/>
            </a:prstGeom>
            <a:noFill/>
            <a:ln w="0">
              <a:noFill/>
              <a:prstDash val="solid"/>
            </a:ln>
          </p:spPr>
          <p:txBody>
            <a:bodyPr wrap="none" lIns="0" tIns="0" rIns="0" bIns="0" anchor="t">
              <a:noAutofit/>
            </a:bodyPr>
            <a:lstStyle>
              <a:defPPr algn="l">
                <a:defRPr sz="735" b="1">
                  <a:solidFill>
                    <a:srgbClr val="009E73"/>
                  </a:solidFill>
                  <a:latin typeface="Arial"/>
                  <a:ea typeface="Arial"/>
                  <a:cs typeface="Arial"/>
                </a:defRPr>
              </a:defPPr>
              <a:lvl1pPr algn="l">
                <a:defRPr sz="735" b="1">
                  <a:solidFill>
                    <a:srgbClr val="009E73"/>
                  </a:solidFill>
                  <a:latin typeface="Arial"/>
                  <a:ea typeface="Arial"/>
                  <a:cs typeface="Arial"/>
                </a:defRPr>
              </a:lvl1pPr>
              <a:lvl2pPr algn="l">
                <a:defRPr sz="735" b="1">
                  <a:solidFill>
                    <a:srgbClr val="009E73"/>
                  </a:solidFill>
                  <a:latin typeface="Arial"/>
                  <a:ea typeface="Arial"/>
                  <a:cs typeface="Arial"/>
                </a:defRPr>
              </a:lvl2pPr>
              <a:lvl3pPr algn="l">
                <a:defRPr sz="735" b="1">
                  <a:solidFill>
                    <a:srgbClr val="009E73"/>
                  </a:solidFill>
                  <a:latin typeface="Arial"/>
                  <a:ea typeface="Arial"/>
                  <a:cs typeface="Arial"/>
                </a:defRPr>
              </a:lvl3pPr>
              <a:lvl4pPr algn="l">
                <a:defRPr sz="735" b="1">
                  <a:solidFill>
                    <a:srgbClr val="009E73"/>
                  </a:solidFill>
                  <a:latin typeface="Arial"/>
                  <a:ea typeface="Arial"/>
                  <a:cs typeface="Arial"/>
                </a:defRPr>
              </a:lvl4pPr>
              <a:lvl5pPr algn="l">
                <a:defRPr sz="735" b="1">
                  <a:solidFill>
                    <a:srgbClr val="009E73"/>
                  </a:solidFill>
                  <a:latin typeface="Arial"/>
                  <a:ea typeface="Arial"/>
                  <a:cs typeface="Arial"/>
                </a:defRPr>
              </a:lvl5pPr>
              <a:lvl6pPr algn="l">
                <a:defRPr sz="735" b="1">
                  <a:solidFill>
                    <a:srgbClr val="009E73"/>
                  </a:solidFill>
                  <a:latin typeface="Arial"/>
                  <a:ea typeface="Arial"/>
                  <a:cs typeface="Arial"/>
                </a:defRPr>
              </a:lvl6pPr>
              <a:lvl7pPr algn="l">
                <a:defRPr sz="735" b="1">
                  <a:solidFill>
                    <a:srgbClr val="009E73"/>
                  </a:solidFill>
                  <a:latin typeface="Arial"/>
                  <a:ea typeface="Arial"/>
                  <a:cs typeface="Arial"/>
                </a:defRPr>
              </a:lvl7pPr>
              <a:lvl8pPr algn="l">
                <a:defRPr sz="735" b="1">
                  <a:solidFill>
                    <a:srgbClr val="009E73"/>
                  </a:solidFill>
                  <a:latin typeface="Arial"/>
                  <a:ea typeface="Arial"/>
                  <a:cs typeface="Arial"/>
                </a:defRPr>
              </a:lvl8pPr>
              <a:lvl9pPr algn="l">
                <a:defRPr sz="735" b="1">
                  <a:solidFill>
                    <a:srgbClr val="009E73"/>
                  </a:solidFill>
                  <a:latin typeface="Arial"/>
                  <a:ea typeface="Arial"/>
                  <a:cs typeface="Arial"/>
                </a:defRPr>
              </a:lvl9pPr>
            </a:lstStyle>
            <a:p>
              <a:pPr algn="l">
                <a:defRPr sz="735" b="1">
                  <a:solidFill>
                    <a:srgbClr val="009E73"/>
                  </a:solidFill>
                  <a:latin typeface="Arial"/>
                  <a:ea typeface="Arial"/>
                  <a:cs typeface="Arial"/>
                </a:defRPr>
              </a:pPr>
              <a:r>
                <a:rPr sz="735" b="1">
                  <a:solidFill>
                    <a:srgbClr val="009E73"/>
                  </a:solidFill>
                  <a:latin typeface="Arial"/>
                  <a:ea typeface="Arial"/>
                  <a:cs typeface="Arial"/>
                </a:rPr>
                <a:t>C</a:t>
              </a:r>
            </a:p>
          </p:txBody>
        </p:sp>
        <p:sp>
          <p:nvSpPr>
            <p:cNvPr id="194" name="line_193">
              <a:extLst>
                <a:ext uri="{FF2B5EF4-FFF2-40B4-BE49-F238E27FC236}">
                  <ns2:creationId id="{BDA31795-DD98-404A-ABA8-D8816F7E3CE0}"/>
                </a:ext>
              </a:extLst>
            </p:cNvPr>
            <p:cNvSpPr>
              <a:spLocks noGrp="1"/>
            </p:cNvSpPr>
            <p:nvPr/>
          </p:nvSpPr>
          <p:spPr>
            <a:xfrm>
              <a:off x="9758795" y="6619875"/>
              <a:ext cx="95" cy="962025"/>
            </a:xfrm>
            <a:custGeom>
              <a:pathLst>
                <a:path w="95" h="962025">
                  <a:moveTo>
                    <a:pt x="0" y="0"/>
                  </a:moveTo>
                  <a:lnTo>
                    <a:pt x="0" y="962025"/>
                  </a:lnTo>
                </a:path>
              </a:pathLst>
            </a:custGeom>
            <a:noFill/>
            <a:ln w="4425">
              <a:solidFill>
                <a:srgbClr val="000000"/>
              </a:solidFill>
              <a:prstDash val="dash"/>
            </a:ln>
          </p:spPr>
        </p:sp>
        <p:pic>
          <p:nvPicPr>
            <p:cNvPr id="195" name="">
              <a:extLst>
                <a:ext uri="{FF2B5EF4-FFF2-40B4-BE49-F238E27FC236}">
                  <ns2:creationId id="{3E0B773E-252F-47BF-BF69-EAC51DE1CC82}"/>
                </a:ext>
              </a:extLst>
            </p:cNvPr>
            <p:cNvPicPr>
              <a:picLocks noChangeAspect="1"/>
            </p:cNvPicPr>
            <p:nvPr/>
          </p:nvPicPr>
          <p:blipFill>
            <a:blip r:embed="Rdf8176ac84734054"/>
            <a:stretch/>
          </p:blipFill>
          <p:spPr>
            <a:xfrm>
              <a:off x="7381901" y="8210550"/>
              <a:ext cx="5810199" cy="962025"/>
            </a:xfrm>
            <a:prstGeom prst="rect">
              <a:avLst/>
            </a:prstGeom>
          </p:spPr>
        </p:pic>
        <p:sp>
          <p:nvSpPr>
            <p:cNvPr id="196" name="line_195">
              <a:extLst>
                <a:ext uri="{FF2B5EF4-FFF2-40B4-BE49-F238E27FC236}">
                  <ns2:creationId id="{4179D573-4E3A-48F1-AD4C-61BFC6063331}"/>
                </a:ext>
              </a:extLst>
            </p:cNvPr>
            <p:cNvSpPr>
              <a:spLocks noGrp="1"/>
            </p:cNvSpPr>
            <p:nvPr/>
          </p:nvSpPr>
          <p:spPr>
            <a:xfrm>
              <a:off x="7343775" y="9172575"/>
              <a:ext cx="38100" cy="95"/>
            </a:xfrm>
            <a:custGeom>
              <a:pathLst>
                <a:path w="38100" h="95">
                  <a:moveTo>
                    <a:pt x="0" y="0"/>
                  </a:moveTo>
                  <a:lnTo>
                    <a:pt x="38100" y="0"/>
                  </a:lnTo>
                </a:path>
              </a:pathLst>
            </a:custGeom>
            <a:noFill/>
            <a:ln w="3933">
              <a:solidFill>
                <a:srgbClr val="000000"/>
              </a:solidFill>
              <a:prstDash val="solid"/>
            </a:ln>
          </p:spPr>
        </p:sp>
        <p:sp>
          <p:nvSpPr>
            <p:cNvPr id="197" name="text_196">
              <a:extLst>
                <a:ext uri="{FF2B5EF4-FFF2-40B4-BE49-F238E27FC236}">
                  <ns2:creationId id="{B4479979-B648-4563-B30D-F6222416F984}"/>
                </a:ext>
              </a:extLst>
            </p:cNvPr>
            <p:cNvSpPr>
              <a:spLocks noGrp="1"/>
            </p:cNvSpPr>
            <p:nvPr/>
          </p:nvSpPr>
          <p:spPr>
            <a:xfrm rot="0">
              <a:off x="7019925" y="9077325"/>
              <a:ext cx="276225" cy="209550"/>
            </a:xfrm>
            <a:prstGeom prst="rect">
              <a:avLst/>
            </a:prstGeom>
            <a:noFill/>
            <a:ln w="0">
              <a:noFill/>
              <a:prstDash val="solid"/>
            </a:ln>
          </p:spPr>
          <p:txBody>
            <a:bodyPr wrap="none" lIns="0" tIns="0" rIns="0" bIns="0" anchor="t">
              <a:noAutofit/>
            </a:bodyPr>
            <a:lstStyle>
              <a:defPPr algn="r">
                <a:defRPr sz="619" b="0">
                  <a:solidFill>
                    <a:srgbClr val="000000"/>
                  </a:solidFill>
                  <a:latin typeface="Arial"/>
                  <a:ea typeface="Arial"/>
                  <a:cs typeface="Arial"/>
                </a:defRPr>
              </a:defPPr>
              <a:lvl1pPr algn="r">
                <a:defRPr sz="619" b="0">
                  <a:solidFill>
                    <a:srgbClr val="000000"/>
                  </a:solidFill>
                  <a:latin typeface="Arial"/>
                  <a:ea typeface="Arial"/>
                  <a:cs typeface="Arial"/>
                </a:defRPr>
              </a:lvl1pPr>
              <a:lvl2pPr algn="r">
                <a:defRPr sz="619" b="0">
                  <a:solidFill>
                    <a:srgbClr val="000000"/>
                  </a:solidFill>
                  <a:latin typeface="Arial"/>
                  <a:ea typeface="Arial"/>
                  <a:cs typeface="Arial"/>
                </a:defRPr>
              </a:lvl2pPr>
              <a:lvl3pPr algn="r">
                <a:defRPr sz="619" b="0">
                  <a:solidFill>
                    <a:srgbClr val="000000"/>
                  </a:solidFill>
                  <a:latin typeface="Arial"/>
                  <a:ea typeface="Arial"/>
                  <a:cs typeface="Arial"/>
                </a:defRPr>
              </a:lvl3pPr>
              <a:lvl4pPr algn="r">
                <a:defRPr sz="619" b="0">
                  <a:solidFill>
                    <a:srgbClr val="000000"/>
                  </a:solidFill>
                  <a:latin typeface="Arial"/>
                  <a:ea typeface="Arial"/>
                  <a:cs typeface="Arial"/>
                </a:defRPr>
              </a:lvl4pPr>
              <a:lvl5pPr algn="r">
                <a:defRPr sz="619" b="0">
                  <a:solidFill>
                    <a:srgbClr val="000000"/>
                  </a:solidFill>
                  <a:latin typeface="Arial"/>
                  <a:ea typeface="Arial"/>
                  <a:cs typeface="Arial"/>
                </a:defRPr>
              </a:lvl5pPr>
              <a:lvl6pPr algn="r">
                <a:defRPr sz="619" b="0">
                  <a:solidFill>
                    <a:srgbClr val="000000"/>
                  </a:solidFill>
                  <a:latin typeface="Arial"/>
                  <a:ea typeface="Arial"/>
                  <a:cs typeface="Arial"/>
                </a:defRPr>
              </a:lvl6pPr>
              <a:lvl7pPr algn="r">
                <a:defRPr sz="619" b="0">
                  <a:solidFill>
                    <a:srgbClr val="000000"/>
                  </a:solidFill>
                  <a:latin typeface="Arial"/>
                  <a:ea typeface="Arial"/>
                  <a:cs typeface="Arial"/>
                </a:defRPr>
              </a:lvl7pPr>
              <a:lvl8pPr algn="r">
                <a:defRPr sz="619" b="0">
                  <a:solidFill>
                    <a:srgbClr val="000000"/>
                  </a:solidFill>
                  <a:latin typeface="Arial"/>
                  <a:ea typeface="Arial"/>
                  <a:cs typeface="Arial"/>
                </a:defRPr>
              </a:lvl8pPr>
              <a:lvl9pPr algn="r">
                <a:defRPr sz="619" b="0">
                  <a:solidFill>
                    <a:srgbClr val="000000"/>
                  </a:solidFill>
                  <a:latin typeface="Arial"/>
                  <a:ea typeface="Arial"/>
                  <a:cs typeface="Arial"/>
                </a:defRPr>
              </a:lvl9pPr>
            </a:lstStyle>
            <a:p>
              <a:pPr algn="r">
                <a:defRPr sz="619" b="0">
                  <a:solidFill>
                    <a:srgbClr val="000000"/>
                  </a:solidFill>
                  <a:latin typeface="Arial"/>
                  <a:ea typeface="Arial"/>
                  <a:cs typeface="Arial"/>
                </a:defRPr>
              </a:pPr>
              <a:r>
                <a:rPr sz="619" b="0">
                  <a:solidFill>
                    <a:srgbClr val="000000"/>
                  </a:solidFill>
                  <a:latin typeface="Arial"/>
                  <a:ea typeface="Arial"/>
                  <a:cs typeface="Arial"/>
                </a:rPr>
                <a:t>0</a:t>
              </a:r>
            </a:p>
          </p:txBody>
        </p:sp>
        <p:sp>
          <p:nvSpPr>
            <p:cNvPr id="198" name="line_197">
              <a:extLst>
                <a:ext uri="{FF2B5EF4-FFF2-40B4-BE49-F238E27FC236}">
                  <ns2:creationId id="{49F73766-7C35-430E-A6C9-5AB687E8AF46}"/>
                </a:ext>
              </a:extLst>
            </p:cNvPr>
            <p:cNvSpPr>
              <a:spLocks noGrp="1"/>
            </p:cNvSpPr>
            <p:nvPr/>
          </p:nvSpPr>
          <p:spPr>
            <a:xfrm>
              <a:off x="7343775" y="8691563"/>
              <a:ext cx="38100" cy="95"/>
            </a:xfrm>
            <a:custGeom>
              <a:pathLst>
                <a:path w="38100" h="95">
                  <a:moveTo>
                    <a:pt x="0" y="0"/>
                  </a:moveTo>
                  <a:lnTo>
                    <a:pt x="38100" y="0"/>
                  </a:lnTo>
                </a:path>
              </a:pathLst>
            </a:custGeom>
            <a:noFill/>
            <a:ln w="3933">
              <a:solidFill>
                <a:srgbClr val="000000"/>
              </a:solidFill>
              <a:prstDash val="solid"/>
            </a:ln>
          </p:spPr>
        </p:sp>
        <p:sp>
          <p:nvSpPr>
            <p:cNvPr id="199" name="text_198">
              <a:extLst>
                <a:ext uri="{FF2B5EF4-FFF2-40B4-BE49-F238E27FC236}">
                  <ns2:creationId id="{D66F6118-81F9-4D75-B8D9-9A7E0932DB98}"/>
                </a:ext>
              </a:extLst>
            </p:cNvPr>
            <p:cNvSpPr>
              <a:spLocks noGrp="1"/>
            </p:cNvSpPr>
            <p:nvPr/>
          </p:nvSpPr>
          <p:spPr>
            <a:xfrm rot="0">
              <a:off x="7019925" y="8596313"/>
              <a:ext cx="276225" cy="209550"/>
            </a:xfrm>
            <a:prstGeom prst="rect">
              <a:avLst/>
            </a:prstGeom>
            <a:noFill/>
            <a:ln w="0">
              <a:noFill/>
              <a:prstDash val="solid"/>
            </a:ln>
          </p:spPr>
          <p:txBody>
            <a:bodyPr wrap="none" lIns="0" tIns="0" rIns="0" bIns="0" anchor="t">
              <a:noAutofit/>
            </a:bodyPr>
            <a:lstStyle>
              <a:defPPr algn="r">
                <a:defRPr sz="619" b="0">
                  <a:solidFill>
                    <a:srgbClr val="000000"/>
                  </a:solidFill>
                  <a:latin typeface="Arial"/>
                  <a:ea typeface="Arial"/>
                  <a:cs typeface="Arial"/>
                </a:defRPr>
              </a:defPPr>
              <a:lvl1pPr algn="r">
                <a:defRPr sz="619" b="0">
                  <a:solidFill>
                    <a:srgbClr val="000000"/>
                  </a:solidFill>
                  <a:latin typeface="Arial"/>
                  <a:ea typeface="Arial"/>
                  <a:cs typeface="Arial"/>
                </a:defRPr>
              </a:lvl1pPr>
              <a:lvl2pPr algn="r">
                <a:defRPr sz="619" b="0">
                  <a:solidFill>
                    <a:srgbClr val="000000"/>
                  </a:solidFill>
                  <a:latin typeface="Arial"/>
                  <a:ea typeface="Arial"/>
                  <a:cs typeface="Arial"/>
                </a:defRPr>
              </a:lvl2pPr>
              <a:lvl3pPr algn="r">
                <a:defRPr sz="619" b="0">
                  <a:solidFill>
                    <a:srgbClr val="000000"/>
                  </a:solidFill>
                  <a:latin typeface="Arial"/>
                  <a:ea typeface="Arial"/>
                  <a:cs typeface="Arial"/>
                </a:defRPr>
              </a:lvl3pPr>
              <a:lvl4pPr algn="r">
                <a:defRPr sz="619" b="0">
                  <a:solidFill>
                    <a:srgbClr val="000000"/>
                  </a:solidFill>
                  <a:latin typeface="Arial"/>
                  <a:ea typeface="Arial"/>
                  <a:cs typeface="Arial"/>
                </a:defRPr>
              </a:lvl4pPr>
              <a:lvl5pPr algn="r">
                <a:defRPr sz="619" b="0">
                  <a:solidFill>
                    <a:srgbClr val="000000"/>
                  </a:solidFill>
                  <a:latin typeface="Arial"/>
                  <a:ea typeface="Arial"/>
                  <a:cs typeface="Arial"/>
                </a:defRPr>
              </a:lvl5pPr>
              <a:lvl6pPr algn="r">
                <a:defRPr sz="619" b="0">
                  <a:solidFill>
                    <a:srgbClr val="000000"/>
                  </a:solidFill>
                  <a:latin typeface="Arial"/>
                  <a:ea typeface="Arial"/>
                  <a:cs typeface="Arial"/>
                </a:defRPr>
              </a:lvl6pPr>
              <a:lvl7pPr algn="r">
                <a:defRPr sz="619" b="0">
                  <a:solidFill>
                    <a:srgbClr val="000000"/>
                  </a:solidFill>
                  <a:latin typeface="Arial"/>
                  <a:ea typeface="Arial"/>
                  <a:cs typeface="Arial"/>
                </a:defRPr>
              </a:lvl7pPr>
              <a:lvl8pPr algn="r">
                <a:defRPr sz="619" b="0">
                  <a:solidFill>
                    <a:srgbClr val="000000"/>
                  </a:solidFill>
                  <a:latin typeface="Arial"/>
                  <a:ea typeface="Arial"/>
                  <a:cs typeface="Arial"/>
                </a:defRPr>
              </a:lvl8pPr>
              <a:lvl9pPr algn="r">
                <a:defRPr sz="619" b="0">
                  <a:solidFill>
                    <a:srgbClr val="000000"/>
                  </a:solidFill>
                  <a:latin typeface="Arial"/>
                  <a:ea typeface="Arial"/>
                  <a:cs typeface="Arial"/>
                </a:defRPr>
              </a:lvl9pPr>
            </a:lstStyle>
            <a:p>
              <a:pPr algn="r">
                <a:defRPr sz="619" b="0">
                  <a:solidFill>
                    <a:srgbClr val="000000"/>
                  </a:solidFill>
                  <a:latin typeface="Arial"/>
                  <a:ea typeface="Arial"/>
                  <a:cs typeface="Arial"/>
                </a:defRPr>
              </a:pPr>
              <a:r>
                <a:rPr sz="619" b="0">
                  <a:solidFill>
                    <a:srgbClr val="000000"/>
                  </a:solidFill>
                  <a:latin typeface="Arial"/>
                  <a:ea typeface="Arial"/>
                  <a:cs typeface="Arial"/>
                </a:rPr>
                <a:t>0.5</a:t>
              </a:r>
            </a:p>
          </p:txBody>
        </p:sp>
        <p:sp>
          <p:nvSpPr>
            <p:cNvPr id="200" name="line_199">
              <a:extLst>
                <a:ext uri="{FF2B5EF4-FFF2-40B4-BE49-F238E27FC236}">
                  <ns2:creationId id="{B4BB3A4C-F9BC-4E3B-9C15-15B5F3100DE4}"/>
                </a:ext>
              </a:extLst>
            </p:cNvPr>
            <p:cNvSpPr>
              <a:spLocks noGrp="1"/>
            </p:cNvSpPr>
            <p:nvPr/>
          </p:nvSpPr>
          <p:spPr>
            <a:xfrm>
              <a:off x="7343775" y="8210550"/>
              <a:ext cx="38100" cy="95"/>
            </a:xfrm>
            <a:custGeom>
              <a:pathLst>
                <a:path w="38100" h="95">
                  <a:moveTo>
                    <a:pt x="0" y="0"/>
                  </a:moveTo>
                  <a:lnTo>
                    <a:pt x="38100" y="0"/>
                  </a:lnTo>
                </a:path>
              </a:pathLst>
            </a:custGeom>
            <a:noFill/>
            <a:ln w="3933">
              <a:solidFill>
                <a:srgbClr val="000000"/>
              </a:solidFill>
              <a:prstDash val="solid"/>
            </a:ln>
          </p:spPr>
        </p:sp>
        <p:sp>
          <p:nvSpPr>
            <p:cNvPr id="201" name="text_200">
              <a:extLst>
                <a:ext uri="{FF2B5EF4-FFF2-40B4-BE49-F238E27FC236}">
                  <ns2:creationId id="{26F76B9A-A2F9-44C2-81B2-2FA3FAE0DF4B}"/>
                </a:ext>
              </a:extLst>
            </p:cNvPr>
            <p:cNvSpPr>
              <a:spLocks noGrp="1"/>
            </p:cNvSpPr>
            <p:nvPr/>
          </p:nvSpPr>
          <p:spPr>
            <a:xfrm rot="0">
              <a:off x="7019925" y="8115300"/>
              <a:ext cx="276225" cy="209550"/>
            </a:xfrm>
            <a:prstGeom prst="rect">
              <a:avLst/>
            </a:prstGeom>
            <a:noFill/>
            <a:ln w="0">
              <a:noFill/>
              <a:prstDash val="solid"/>
            </a:ln>
          </p:spPr>
          <p:txBody>
            <a:bodyPr wrap="none" lIns="0" tIns="0" rIns="0" bIns="0" anchor="t">
              <a:noAutofit/>
            </a:bodyPr>
            <a:lstStyle>
              <a:defPPr algn="r">
                <a:defRPr sz="619" b="0">
                  <a:solidFill>
                    <a:srgbClr val="000000"/>
                  </a:solidFill>
                  <a:latin typeface="Arial"/>
                  <a:ea typeface="Arial"/>
                  <a:cs typeface="Arial"/>
                </a:defRPr>
              </a:defPPr>
              <a:lvl1pPr algn="r">
                <a:defRPr sz="619" b="0">
                  <a:solidFill>
                    <a:srgbClr val="000000"/>
                  </a:solidFill>
                  <a:latin typeface="Arial"/>
                  <a:ea typeface="Arial"/>
                  <a:cs typeface="Arial"/>
                </a:defRPr>
              </a:lvl1pPr>
              <a:lvl2pPr algn="r">
                <a:defRPr sz="619" b="0">
                  <a:solidFill>
                    <a:srgbClr val="000000"/>
                  </a:solidFill>
                  <a:latin typeface="Arial"/>
                  <a:ea typeface="Arial"/>
                  <a:cs typeface="Arial"/>
                </a:defRPr>
              </a:lvl2pPr>
              <a:lvl3pPr algn="r">
                <a:defRPr sz="619" b="0">
                  <a:solidFill>
                    <a:srgbClr val="000000"/>
                  </a:solidFill>
                  <a:latin typeface="Arial"/>
                  <a:ea typeface="Arial"/>
                  <a:cs typeface="Arial"/>
                </a:defRPr>
              </a:lvl3pPr>
              <a:lvl4pPr algn="r">
                <a:defRPr sz="619" b="0">
                  <a:solidFill>
                    <a:srgbClr val="000000"/>
                  </a:solidFill>
                  <a:latin typeface="Arial"/>
                  <a:ea typeface="Arial"/>
                  <a:cs typeface="Arial"/>
                </a:defRPr>
              </a:lvl4pPr>
              <a:lvl5pPr algn="r">
                <a:defRPr sz="619" b="0">
                  <a:solidFill>
                    <a:srgbClr val="000000"/>
                  </a:solidFill>
                  <a:latin typeface="Arial"/>
                  <a:ea typeface="Arial"/>
                  <a:cs typeface="Arial"/>
                </a:defRPr>
              </a:lvl5pPr>
              <a:lvl6pPr algn="r">
                <a:defRPr sz="619" b="0">
                  <a:solidFill>
                    <a:srgbClr val="000000"/>
                  </a:solidFill>
                  <a:latin typeface="Arial"/>
                  <a:ea typeface="Arial"/>
                  <a:cs typeface="Arial"/>
                </a:defRPr>
              </a:lvl6pPr>
              <a:lvl7pPr algn="r">
                <a:defRPr sz="619" b="0">
                  <a:solidFill>
                    <a:srgbClr val="000000"/>
                  </a:solidFill>
                  <a:latin typeface="Arial"/>
                  <a:ea typeface="Arial"/>
                  <a:cs typeface="Arial"/>
                </a:defRPr>
              </a:lvl7pPr>
              <a:lvl8pPr algn="r">
                <a:defRPr sz="619" b="0">
                  <a:solidFill>
                    <a:srgbClr val="000000"/>
                  </a:solidFill>
                  <a:latin typeface="Arial"/>
                  <a:ea typeface="Arial"/>
                  <a:cs typeface="Arial"/>
                </a:defRPr>
              </a:lvl8pPr>
              <a:lvl9pPr algn="r">
                <a:defRPr sz="619" b="0">
                  <a:solidFill>
                    <a:srgbClr val="000000"/>
                  </a:solidFill>
                  <a:latin typeface="Arial"/>
                  <a:ea typeface="Arial"/>
                  <a:cs typeface="Arial"/>
                </a:defRPr>
              </a:lvl9pPr>
            </a:lstStyle>
            <a:p>
              <a:pPr algn="r">
                <a:defRPr sz="619" b="0">
                  <a:solidFill>
                    <a:srgbClr val="000000"/>
                  </a:solidFill>
                  <a:latin typeface="Arial"/>
                  <a:ea typeface="Arial"/>
                  <a:cs typeface="Arial"/>
                </a:defRPr>
              </a:pPr>
              <a:r>
                <a:rPr sz="619" b="0">
                  <a:solidFill>
                    <a:srgbClr val="000000"/>
                  </a:solidFill>
                  <a:latin typeface="Arial"/>
                  <a:ea typeface="Arial"/>
                  <a:cs typeface="Arial"/>
                </a:rPr>
                <a:t>1</a:t>
              </a:r>
            </a:p>
          </p:txBody>
        </p:sp>
        <p:sp>
          <p:nvSpPr>
            <p:cNvPr id="202" name="line_201">
              <a:extLst>
                <a:ext uri="{FF2B5EF4-FFF2-40B4-BE49-F238E27FC236}">
                  <ns2:creationId id="{FBE7AF30-917D-484B-9286-814325A7F046}"/>
                </a:ext>
              </a:extLst>
            </p:cNvPr>
            <p:cNvSpPr>
              <a:spLocks noGrp="1"/>
            </p:cNvSpPr>
            <p:nvPr/>
          </p:nvSpPr>
          <p:spPr>
            <a:xfrm>
              <a:off x="7645977" y="9172575"/>
              <a:ext cx="95" cy="38100"/>
            </a:xfrm>
            <a:custGeom>
              <a:pathLst>
                <a:path w="95" h="38100">
                  <a:moveTo>
                    <a:pt x="0" y="0"/>
                  </a:moveTo>
                  <a:lnTo>
                    <a:pt x="0" y="38100"/>
                  </a:lnTo>
                </a:path>
              </a:pathLst>
            </a:custGeom>
            <a:noFill/>
            <a:ln w="3933">
              <a:solidFill>
                <a:srgbClr val="000000"/>
              </a:solidFill>
              <a:prstDash val="solid"/>
            </a:ln>
          </p:spPr>
        </p:sp>
        <p:sp>
          <p:nvSpPr>
            <p:cNvPr id="203" name="text_202">
              <a:extLst>
                <a:ext uri="{FF2B5EF4-FFF2-40B4-BE49-F238E27FC236}">
                  <ns2:creationId id="{1AB708D3-A7D7-4ECB-A180-01D400C52545}"/>
                </a:ext>
              </a:extLst>
            </p:cNvPr>
            <p:cNvSpPr>
              <a:spLocks noGrp="1"/>
            </p:cNvSpPr>
            <p:nvPr/>
          </p:nvSpPr>
          <p:spPr>
            <a:xfrm rot="0">
              <a:off x="7245927" y="9239250"/>
              <a:ext cx="800100" cy="228600"/>
            </a:xfrm>
            <a:prstGeom prst="rect">
              <a:avLst/>
            </a:prstGeom>
            <a:noFill/>
            <a:ln w="0">
              <a:noFill/>
              <a:prstDash val="solid"/>
            </a:ln>
          </p:spPr>
          <p:txBody>
            <a:bodyPr wrap="none" lIns="0" tIns="0" rIns="0" bIns="0" anchor="t">
              <a:noAutofit/>
            </a:bodyPr>
            <a:lstStyle>
              <a:defPPr algn="ctr">
                <a:defRPr sz="619" b="0">
                  <a:solidFill>
                    <a:srgbClr val="000000"/>
                  </a:solidFill>
                  <a:latin typeface="Arial"/>
                  <a:ea typeface="Arial"/>
                  <a:cs typeface="Arial"/>
                </a:defRPr>
              </a:defPPr>
              <a:lvl1pPr algn="ctr">
                <a:defRPr sz="619" b="0">
                  <a:solidFill>
                    <a:srgbClr val="000000"/>
                  </a:solidFill>
                  <a:latin typeface="Arial"/>
                  <a:ea typeface="Arial"/>
                  <a:cs typeface="Arial"/>
                </a:defRPr>
              </a:lvl1pPr>
              <a:lvl2pPr algn="ctr">
                <a:defRPr sz="619" b="0">
                  <a:solidFill>
                    <a:srgbClr val="000000"/>
                  </a:solidFill>
                  <a:latin typeface="Arial"/>
                  <a:ea typeface="Arial"/>
                  <a:cs typeface="Arial"/>
                </a:defRPr>
              </a:lvl2pPr>
              <a:lvl3pPr algn="ctr">
                <a:defRPr sz="619" b="0">
                  <a:solidFill>
                    <a:srgbClr val="000000"/>
                  </a:solidFill>
                  <a:latin typeface="Arial"/>
                  <a:ea typeface="Arial"/>
                  <a:cs typeface="Arial"/>
                </a:defRPr>
              </a:lvl3pPr>
              <a:lvl4pPr algn="ctr">
                <a:defRPr sz="619" b="0">
                  <a:solidFill>
                    <a:srgbClr val="000000"/>
                  </a:solidFill>
                  <a:latin typeface="Arial"/>
                  <a:ea typeface="Arial"/>
                  <a:cs typeface="Arial"/>
                </a:defRPr>
              </a:lvl4pPr>
              <a:lvl5pPr algn="ctr">
                <a:defRPr sz="619" b="0">
                  <a:solidFill>
                    <a:srgbClr val="000000"/>
                  </a:solidFill>
                  <a:latin typeface="Arial"/>
                  <a:ea typeface="Arial"/>
                  <a:cs typeface="Arial"/>
                </a:defRPr>
              </a:lvl5pPr>
              <a:lvl6pPr algn="ctr">
                <a:defRPr sz="619" b="0">
                  <a:solidFill>
                    <a:srgbClr val="000000"/>
                  </a:solidFill>
                  <a:latin typeface="Arial"/>
                  <a:ea typeface="Arial"/>
                  <a:cs typeface="Arial"/>
                </a:defRPr>
              </a:lvl6pPr>
              <a:lvl7pPr algn="ctr">
                <a:defRPr sz="619" b="0">
                  <a:solidFill>
                    <a:srgbClr val="000000"/>
                  </a:solidFill>
                  <a:latin typeface="Arial"/>
                  <a:ea typeface="Arial"/>
                  <a:cs typeface="Arial"/>
                </a:defRPr>
              </a:lvl7pPr>
              <a:lvl8pPr algn="ctr">
                <a:defRPr sz="619" b="0">
                  <a:solidFill>
                    <a:srgbClr val="000000"/>
                  </a:solidFill>
                  <a:latin typeface="Arial"/>
                  <a:ea typeface="Arial"/>
                  <a:cs typeface="Arial"/>
                </a:defRPr>
              </a:lvl8pPr>
              <a:lvl9pPr algn="ctr">
                <a:defRPr sz="619" b="0">
                  <a:solidFill>
                    <a:srgbClr val="000000"/>
                  </a:solidFill>
                  <a:latin typeface="Arial"/>
                  <a:ea typeface="Arial"/>
                  <a:cs typeface="Arial"/>
                </a:defRPr>
              </a:lvl9pPr>
            </a:lstStyle>
            <a:p>
              <a:pPr algn="ctr">
                <a:defRPr sz="619" b="0">
                  <a:solidFill>
                    <a:srgbClr val="000000"/>
                  </a:solidFill>
                  <a:latin typeface="Arial"/>
                  <a:ea typeface="Arial"/>
                  <a:cs typeface="Arial"/>
                </a:defRPr>
              </a:pPr>
              <a:r>
                <a:rPr sz="619" b="0">
                  <a:solidFill>
                    <a:srgbClr val="000000"/>
                  </a:solidFill>
                  <a:latin typeface="Arial"/>
                  <a:ea typeface="Arial"/>
                  <a:cs typeface="Arial"/>
                </a:rPr>
                <a:t>07-10</a:t>
              </a:r>
            </a:p>
          </p:txBody>
        </p:sp>
        <p:sp>
          <p:nvSpPr>
            <p:cNvPr id="204" name="line_203">
              <a:extLst>
                <a:ext uri="{FF2B5EF4-FFF2-40B4-BE49-F238E27FC236}">
                  <ns2:creationId id="{0A2FE326-F90B-41CC-A503-78BB150D7DFB}"/>
                </a:ext>
              </a:extLst>
            </p:cNvPr>
            <p:cNvSpPr>
              <a:spLocks noGrp="1"/>
            </p:cNvSpPr>
            <p:nvPr/>
          </p:nvSpPr>
          <p:spPr>
            <a:xfrm>
              <a:off x="8702386" y="9172575"/>
              <a:ext cx="95" cy="38100"/>
            </a:xfrm>
            <a:custGeom>
              <a:pathLst>
                <a:path w="95" h="38100">
                  <a:moveTo>
                    <a:pt x="0" y="0"/>
                  </a:moveTo>
                  <a:lnTo>
                    <a:pt x="0" y="38100"/>
                  </a:lnTo>
                </a:path>
              </a:pathLst>
            </a:custGeom>
            <a:noFill/>
            <a:ln w="3933">
              <a:solidFill>
                <a:srgbClr val="000000"/>
              </a:solidFill>
              <a:prstDash val="solid"/>
            </a:ln>
          </p:spPr>
        </p:sp>
        <p:sp>
          <p:nvSpPr>
            <p:cNvPr id="205" name="text_204">
              <a:extLst>
                <a:ext uri="{FF2B5EF4-FFF2-40B4-BE49-F238E27FC236}">
                  <ns2:creationId id="{EEB3E5E5-6AA5-4F96-9D08-79CC8239C479}"/>
                </a:ext>
              </a:extLst>
            </p:cNvPr>
            <p:cNvSpPr>
              <a:spLocks noGrp="1"/>
            </p:cNvSpPr>
            <p:nvPr/>
          </p:nvSpPr>
          <p:spPr>
            <a:xfrm rot="0">
              <a:off x="8302336" y="9239250"/>
              <a:ext cx="800100" cy="228600"/>
            </a:xfrm>
            <a:prstGeom prst="rect">
              <a:avLst/>
            </a:prstGeom>
            <a:noFill/>
            <a:ln w="0">
              <a:noFill/>
              <a:prstDash val="solid"/>
            </a:ln>
          </p:spPr>
          <p:txBody>
            <a:bodyPr wrap="none" lIns="0" tIns="0" rIns="0" bIns="0" anchor="t">
              <a:noAutofit/>
            </a:bodyPr>
            <a:lstStyle>
              <a:defPPr algn="ctr">
                <a:defRPr sz="619" b="0">
                  <a:solidFill>
                    <a:srgbClr val="000000"/>
                  </a:solidFill>
                  <a:latin typeface="Arial"/>
                  <a:ea typeface="Arial"/>
                  <a:cs typeface="Arial"/>
                </a:defRPr>
              </a:defPPr>
              <a:lvl1pPr algn="ctr">
                <a:defRPr sz="619" b="0">
                  <a:solidFill>
                    <a:srgbClr val="000000"/>
                  </a:solidFill>
                  <a:latin typeface="Arial"/>
                  <a:ea typeface="Arial"/>
                  <a:cs typeface="Arial"/>
                </a:defRPr>
              </a:lvl1pPr>
              <a:lvl2pPr algn="ctr">
                <a:defRPr sz="619" b="0">
                  <a:solidFill>
                    <a:srgbClr val="000000"/>
                  </a:solidFill>
                  <a:latin typeface="Arial"/>
                  <a:ea typeface="Arial"/>
                  <a:cs typeface="Arial"/>
                </a:defRPr>
              </a:lvl2pPr>
              <a:lvl3pPr algn="ctr">
                <a:defRPr sz="619" b="0">
                  <a:solidFill>
                    <a:srgbClr val="000000"/>
                  </a:solidFill>
                  <a:latin typeface="Arial"/>
                  <a:ea typeface="Arial"/>
                  <a:cs typeface="Arial"/>
                </a:defRPr>
              </a:lvl3pPr>
              <a:lvl4pPr algn="ctr">
                <a:defRPr sz="619" b="0">
                  <a:solidFill>
                    <a:srgbClr val="000000"/>
                  </a:solidFill>
                  <a:latin typeface="Arial"/>
                  <a:ea typeface="Arial"/>
                  <a:cs typeface="Arial"/>
                </a:defRPr>
              </a:lvl4pPr>
              <a:lvl5pPr algn="ctr">
                <a:defRPr sz="619" b="0">
                  <a:solidFill>
                    <a:srgbClr val="000000"/>
                  </a:solidFill>
                  <a:latin typeface="Arial"/>
                  <a:ea typeface="Arial"/>
                  <a:cs typeface="Arial"/>
                </a:defRPr>
              </a:lvl5pPr>
              <a:lvl6pPr algn="ctr">
                <a:defRPr sz="619" b="0">
                  <a:solidFill>
                    <a:srgbClr val="000000"/>
                  </a:solidFill>
                  <a:latin typeface="Arial"/>
                  <a:ea typeface="Arial"/>
                  <a:cs typeface="Arial"/>
                </a:defRPr>
              </a:lvl6pPr>
              <a:lvl7pPr algn="ctr">
                <a:defRPr sz="619" b="0">
                  <a:solidFill>
                    <a:srgbClr val="000000"/>
                  </a:solidFill>
                  <a:latin typeface="Arial"/>
                  <a:ea typeface="Arial"/>
                  <a:cs typeface="Arial"/>
                </a:defRPr>
              </a:lvl7pPr>
              <a:lvl8pPr algn="ctr">
                <a:defRPr sz="619" b="0">
                  <a:solidFill>
                    <a:srgbClr val="000000"/>
                  </a:solidFill>
                  <a:latin typeface="Arial"/>
                  <a:ea typeface="Arial"/>
                  <a:cs typeface="Arial"/>
                </a:defRPr>
              </a:lvl8pPr>
              <a:lvl9pPr algn="ctr">
                <a:defRPr sz="619" b="0">
                  <a:solidFill>
                    <a:srgbClr val="000000"/>
                  </a:solidFill>
                  <a:latin typeface="Arial"/>
                  <a:ea typeface="Arial"/>
                  <a:cs typeface="Arial"/>
                </a:defRPr>
              </a:lvl9pPr>
            </a:lstStyle>
            <a:p>
              <a:pPr algn="ctr">
                <a:defRPr sz="619" b="0">
                  <a:solidFill>
                    <a:srgbClr val="000000"/>
                  </a:solidFill>
                  <a:latin typeface="Arial"/>
                  <a:ea typeface="Arial"/>
                  <a:cs typeface="Arial"/>
                </a:defRPr>
              </a:pPr>
              <a:r>
                <a:rPr sz="619" b="0">
                  <a:solidFill>
                    <a:srgbClr val="000000"/>
                  </a:solidFill>
                  <a:latin typeface="Arial"/>
                  <a:ea typeface="Arial"/>
                  <a:cs typeface="Arial"/>
                </a:rPr>
                <a:t>07-12</a:t>
              </a:r>
            </a:p>
          </p:txBody>
        </p:sp>
        <p:sp>
          <p:nvSpPr>
            <p:cNvPr id="206" name="line_205">
              <a:extLst>
                <a:ext uri="{FF2B5EF4-FFF2-40B4-BE49-F238E27FC236}">
                  <ns2:creationId id="{122F8FF8-E9BF-45DB-8DFB-B55E3D1E8CA5}"/>
                </a:ext>
              </a:extLst>
            </p:cNvPr>
            <p:cNvSpPr>
              <a:spLocks noGrp="1"/>
            </p:cNvSpPr>
            <p:nvPr/>
          </p:nvSpPr>
          <p:spPr>
            <a:xfrm>
              <a:off x="9758795" y="9172575"/>
              <a:ext cx="95" cy="38100"/>
            </a:xfrm>
            <a:custGeom>
              <a:pathLst>
                <a:path w="95" h="38100">
                  <a:moveTo>
                    <a:pt x="0" y="0"/>
                  </a:moveTo>
                  <a:lnTo>
                    <a:pt x="0" y="38100"/>
                  </a:lnTo>
                </a:path>
              </a:pathLst>
            </a:custGeom>
            <a:noFill/>
            <a:ln w="3933">
              <a:solidFill>
                <a:srgbClr val="000000"/>
              </a:solidFill>
              <a:prstDash val="solid"/>
            </a:ln>
          </p:spPr>
        </p:sp>
        <p:sp>
          <p:nvSpPr>
            <p:cNvPr id="207" name="text_206">
              <a:extLst>
                <a:ext uri="{FF2B5EF4-FFF2-40B4-BE49-F238E27FC236}">
                  <ns2:creationId id="{4F4CC0C3-F32C-4914-A19F-0B49F8AB0B95}"/>
                </a:ext>
              </a:extLst>
            </p:cNvPr>
            <p:cNvSpPr>
              <a:spLocks noGrp="1"/>
            </p:cNvSpPr>
            <p:nvPr/>
          </p:nvSpPr>
          <p:spPr>
            <a:xfrm rot="0">
              <a:off x="9358745" y="9239250"/>
              <a:ext cx="800100" cy="228600"/>
            </a:xfrm>
            <a:prstGeom prst="rect">
              <a:avLst/>
            </a:prstGeom>
            <a:noFill/>
            <a:ln w="0">
              <a:noFill/>
              <a:prstDash val="solid"/>
            </a:ln>
          </p:spPr>
          <p:txBody>
            <a:bodyPr wrap="none" lIns="0" tIns="0" rIns="0" bIns="0" anchor="t">
              <a:noAutofit/>
            </a:bodyPr>
            <a:lstStyle>
              <a:defPPr algn="ctr">
                <a:defRPr sz="619" b="0">
                  <a:solidFill>
                    <a:srgbClr val="000000"/>
                  </a:solidFill>
                  <a:latin typeface="Arial"/>
                  <a:ea typeface="Arial"/>
                  <a:cs typeface="Arial"/>
                </a:defRPr>
              </a:defPPr>
              <a:lvl1pPr algn="ctr">
                <a:defRPr sz="619" b="0">
                  <a:solidFill>
                    <a:srgbClr val="000000"/>
                  </a:solidFill>
                  <a:latin typeface="Arial"/>
                  <a:ea typeface="Arial"/>
                  <a:cs typeface="Arial"/>
                </a:defRPr>
              </a:lvl1pPr>
              <a:lvl2pPr algn="ctr">
                <a:defRPr sz="619" b="0">
                  <a:solidFill>
                    <a:srgbClr val="000000"/>
                  </a:solidFill>
                  <a:latin typeface="Arial"/>
                  <a:ea typeface="Arial"/>
                  <a:cs typeface="Arial"/>
                </a:defRPr>
              </a:lvl2pPr>
              <a:lvl3pPr algn="ctr">
                <a:defRPr sz="619" b="0">
                  <a:solidFill>
                    <a:srgbClr val="000000"/>
                  </a:solidFill>
                  <a:latin typeface="Arial"/>
                  <a:ea typeface="Arial"/>
                  <a:cs typeface="Arial"/>
                </a:defRPr>
              </a:lvl3pPr>
              <a:lvl4pPr algn="ctr">
                <a:defRPr sz="619" b="0">
                  <a:solidFill>
                    <a:srgbClr val="000000"/>
                  </a:solidFill>
                  <a:latin typeface="Arial"/>
                  <a:ea typeface="Arial"/>
                  <a:cs typeface="Arial"/>
                </a:defRPr>
              </a:lvl4pPr>
              <a:lvl5pPr algn="ctr">
                <a:defRPr sz="619" b="0">
                  <a:solidFill>
                    <a:srgbClr val="000000"/>
                  </a:solidFill>
                  <a:latin typeface="Arial"/>
                  <a:ea typeface="Arial"/>
                  <a:cs typeface="Arial"/>
                </a:defRPr>
              </a:lvl5pPr>
              <a:lvl6pPr algn="ctr">
                <a:defRPr sz="619" b="0">
                  <a:solidFill>
                    <a:srgbClr val="000000"/>
                  </a:solidFill>
                  <a:latin typeface="Arial"/>
                  <a:ea typeface="Arial"/>
                  <a:cs typeface="Arial"/>
                </a:defRPr>
              </a:lvl6pPr>
              <a:lvl7pPr algn="ctr">
                <a:defRPr sz="619" b="0">
                  <a:solidFill>
                    <a:srgbClr val="000000"/>
                  </a:solidFill>
                  <a:latin typeface="Arial"/>
                  <a:ea typeface="Arial"/>
                  <a:cs typeface="Arial"/>
                </a:defRPr>
              </a:lvl7pPr>
              <a:lvl8pPr algn="ctr">
                <a:defRPr sz="619" b="0">
                  <a:solidFill>
                    <a:srgbClr val="000000"/>
                  </a:solidFill>
                  <a:latin typeface="Arial"/>
                  <a:ea typeface="Arial"/>
                  <a:cs typeface="Arial"/>
                </a:defRPr>
              </a:lvl8pPr>
              <a:lvl9pPr algn="ctr">
                <a:defRPr sz="619" b="0">
                  <a:solidFill>
                    <a:srgbClr val="000000"/>
                  </a:solidFill>
                  <a:latin typeface="Arial"/>
                  <a:ea typeface="Arial"/>
                  <a:cs typeface="Arial"/>
                </a:defRPr>
              </a:lvl9pPr>
            </a:lstStyle>
            <a:p>
              <a:pPr algn="ctr">
                <a:defRPr sz="619" b="0">
                  <a:solidFill>
                    <a:srgbClr val="000000"/>
                  </a:solidFill>
                  <a:latin typeface="Arial"/>
                  <a:ea typeface="Arial"/>
                  <a:cs typeface="Arial"/>
                </a:defRPr>
              </a:pPr>
              <a:r>
                <a:rPr sz="619" b="0">
                  <a:solidFill>
                    <a:srgbClr val="000000"/>
                  </a:solidFill>
                  <a:latin typeface="Arial"/>
                  <a:ea typeface="Arial"/>
                  <a:cs typeface="Arial"/>
                </a:rPr>
                <a:t>07-14</a:t>
              </a:r>
            </a:p>
          </p:txBody>
        </p:sp>
        <p:sp>
          <p:nvSpPr>
            <p:cNvPr id="208" name="line_207">
              <a:extLst>
                <a:ext uri="{FF2B5EF4-FFF2-40B4-BE49-F238E27FC236}">
                  <ns2:creationId id="{4D6F0CB5-5EC7-47D1-BD93-2B4A133BC092}"/>
                </a:ext>
              </a:extLst>
            </p:cNvPr>
            <p:cNvSpPr>
              <a:spLocks noGrp="1"/>
            </p:cNvSpPr>
            <p:nvPr/>
          </p:nvSpPr>
          <p:spPr>
            <a:xfrm>
              <a:off x="10815205" y="9172575"/>
              <a:ext cx="95" cy="38100"/>
            </a:xfrm>
            <a:custGeom>
              <a:pathLst>
                <a:path w="95" h="38100">
                  <a:moveTo>
                    <a:pt x="0" y="0"/>
                  </a:moveTo>
                  <a:lnTo>
                    <a:pt x="0" y="38100"/>
                  </a:lnTo>
                </a:path>
              </a:pathLst>
            </a:custGeom>
            <a:noFill/>
            <a:ln w="3933">
              <a:solidFill>
                <a:srgbClr val="000000"/>
              </a:solidFill>
              <a:prstDash val="solid"/>
            </a:ln>
          </p:spPr>
        </p:sp>
        <p:sp>
          <p:nvSpPr>
            <p:cNvPr id="209" name="text_208">
              <a:extLst>
                <a:ext uri="{FF2B5EF4-FFF2-40B4-BE49-F238E27FC236}">
                  <ns2:creationId id="{DDE2C25D-CD13-4B0B-AC80-C7BD5D15C979}"/>
                </a:ext>
              </a:extLst>
            </p:cNvPr>
            <p:cNvSpPr>
              <a:spLocks noGrp="1"/>
            </p:cNvSpPr>
            <p:nvPr/>
          </p:nvSpPr>
          <p:spPr>
            <a:xfrm rot="0">
              <a:off x="10415155" y="9239250"/>
              <a:ext cx="800100" cy="228600"/>
            </a:xfrm>
            <a:prstGeom prst="rect">
              <a:avLst/>
            </a:prstGeom>
            <a:noFill/>
            <a:ln w="0">
              <a:noFill/>
              <a:prstDash val="solid"/>
            </a:ln>
          </p:spPr>
          <p:txBody>
            <a:bodyPr wrap="none" lIns="0" tIns="0" rIns="0" bIns="0" anchor="t">
              <a:noAutofit/>
            </a:bodyPr>
            <a:lstStyle>
              <a:defPPr algn="ctr">
                <a:defRPr sz="619" b="0">
                  <a:solidFill>
                    <a:srgbClr val="000000"/>
                  </a:solidFill>
                  <a:latin typeface="Arial"/>
                  <a:ea typeface="Arial"/>
                  <a:cs typeface="Arial"/>
                </a:defRPr>
              </a:defPPr>
              <a:lvl1pPr algn="ctr">
                <a:defRPr sz="619" b="0">
                  <a:solidFill>
                    <a:srgbClr val="000000"/>
                  </a:solidFill>
                  <a:latin typeface="Arial"/>
                  <a:ea typeface="Arial"/>
                  <a:cs typeface="Arial"/>
                </a:defRPr>
              </a:lvl1pPr>
              <a:lvl2pPr algn="ctr">
                <a:defRPr sz="619" b="0">
                  <a:solidFill>
                    <a:srgbClr val="000000"/>
                  </a:solidFill>
                  <a:latin typeface="Arial"/>
                  <a:ea typeface="Arial"/>
                  <a:cs typeface="Arial"/>
                </a:defRPr>
              </a:lvl2pPr>
              <a:lvl3pPr algn="ctr">
                <a:defRPr sz="619" b="0">
                  <a:solidFill>
                    <a:srgbClr val="000000"/>
                  </a:solidFill>
                  <a:latin typeface="Arial"/>
                  <a:ea typeface="Arial"/>
                  <a:cs typeface="Arial"/>
                </a:defRPr>
              </a:lvl3pPr>
              <a:lvl4pPr algn="ctr">
                <a:defRPr sz="619" b="0">
                  <a:solidFill>
                    <a:srgbClr val="000000"/>
                  </a:solidFill>
                  <a:latin typeface="Arial"/>
                  <a:ea typeface="Arial"/>
                  <a:cs typeface="Arial"/>
                </a:defRPr>
              </a:lvl4pPr>
              <a:lvl5pPr algn="ctr">
                <a:defRPr sz="619" b="0">
                  <a:solidFill>
                    <a:srgbClr val="000000"/>
                  </a:solidFill>
                  <a:latin typeface="Arial"/>
                  <a:ea typeface="Arial"/>
                  <a:cs typeface="Arial"/>
                </a:defRPr>
              </a:lvl5pPr>
              <a:lvl6pPr algn="ctr">
                <a:defRPr sz="619" b="0">
                  <a:solidFill>
                    <a:srgbClr val="000000"/>
                  </a:solidFill>
                  <a:latin typeface="Arial"/>
                  <a:ea typeface="Arial"/>
                  <a:cs typeface="Arial"/>
                </a:defRPr>
              </a:lvl6pPr>
              <a:lvl7pPr algn="ctr">
                <a:defRPr sz="619" b="0">
                  <a:solidFill>
                    <a:srgbClr val="000000"/>
                  </a:solidFill>
                  <a:latin typeface="Arial"/>
                  <a:ea typeface="Arial"/>
                  <a:cs typeface="Arial"/>
                </a:defRPr>
              </a:lvl7pPr>
              <a:lvl8pPr algn="ctr">
                <a:defRPr sz="619" b="0">
                  <a:solidFill>
                    <a:srgbClr val="000000"/>
                  </a:solidFill>
                  <a:latin typeface="Arial"/>
                  <a:ea typeface="Arial"/>
                  <a:cs typeface="Arial"/>
                </a:defRPr>
              </a:lvl8pPr>
              <a:lvl9pPr algn="ctr">
                <a:defRPr sz="619" b="0">
                  <a:solidFill>
                    <a:srgbClr val="000000"/>
                  </a:solidFill>
                  <a:latin typeface="Arial"/>
                  <a:ea typeface="Arial"/>
                  <a:cs typeface="Arial"/>
                </a:defRPr>
              </a:lvl9pPr>
            </a:lstStyle>
            <a:p>
              <a:pPr algn="ctr">
                <a:defRPr sz="619" b="0">
                  <a:solidFill>
                    <a:srgbClr val="000000"/>
                  </a:solidFill>
                  <a:latin typeface="Arial"/>
                  <a:ea typeface="Arial"/>
                  <a:cs typeface="Arial"/>
                </a:defRPr>
              </a:pPr>
              <a:r>
                <a:rPr sz="619" b="0">
                  <a:solidFill>
                    <a:srgbClr val="000000"/>
                  </a:solidFill>
                  <a:latin typeface="Arial"/>
                  <a:ea typeface="Arial"/>
                  <a:cs typeface="Arial"/>
                </a:rPr>
                <a:t>07-16</a:t>
              </a:r>
            </a:p>
          </p:txBody>
        </p:sp>
        <p:sp>
          <p:nvSpPr>
            <p:cNvPr id="210" name="line_209">
              <a:extLst>
                <a:ext uri="{FF2B5EF4-FFF2-40B4-BE49-F238E27FC236}">
                  <ns2:creationId id="{51E19357-B7D0-43BE-B907-28F99B926233}"/>
                </a:ext>
              </a:extLst>
            </p:cNvPr>
            <p:cNvSpPr>
              <a:spLocks noGrp="1"/>
            </p:cNvSpPr>
            <p:nvPr/>
          </p:nvSpPr>
          <p:spPr>
            <a:xfrm>
              <a:off x="11871614" y="9172575"/>
              <a:ext cx="95" cy="38100"/>
            </a:xfrm>
            <a:custGeom>
              <a:pathLst>
                <a:path w="95" h="38100">
                  <a:moveTo>
                    <a:pt x="0" y="0"/>
                  </a:moveTo>
                  <a:lnTo>
                    <a:pt x="0" y="38100"/>
                  </a:lnTo>
                </a:path>
              </a:pathLst>
            </a:custGeom>
            <a:noFill/>
            <a:ln w="3933">
              <a:solidFill>
                <a:srgbClr val="000000"/>
              </a:solidFill>
              <a:prstDash val="solid"/>
            </a:ln>
          </p:spPr>
        </p:sp>
        <p:sp>
          <p:nvSpPr>
            <p:cNvPr id="211" name="text_210">
              <a:extLst>
                <a:ext uri="{FF2B5EF4-FFF2-40B4-BE49-F238E27FC236}">
                  <ns2:creationId id="{1AFE5CCB-DBCE-42F1-90FF-90A2D9559EC0}"/>
                </a:ext>
              </a:extLst>
            </p:cNvPr>
            <p:cNvSpPr>
              <a:spLocks noGrp="1"/>
            </p:cNvSpPr>
            <p:nvPr/>
          </p:nvSpPr>
          <p:spPr>
            <a:xfrm rot="0">
              <a:off x="11471564" y="9239250"/>
              <a:ext cx="800100" cy="228600"/>
            </a:xfrm>
            <a:prstGeom prst="rect">
              <a:avLst/>
            </a:prstGeom>
            <a:noFill/>
            <a:ln w="0">
              <a:noFill/>
              <a:prstDash val="solid"/>
            </a:ln>
          </p:spPr>
          <p:txBody>
            <a:bodyPr wrap="none" lIns="0" tIns="0" rIns="0" bIns="0" anchor="t">
              <a:noAutofit/>
            </a:bodyPr>
            <a:lstStyle>
              <a:defPPr algn="ctr">
                <a:defRPr sz="619" b="0">
                  <a:solidFill>
                    <a:srgbClr val="000000"/>
                  </a:solidFill>
                  <a:latin typeface="Arial"/>
                  <a:ea typeface="Arial"/>
                  <a:cs typeface="Arial"/>
                </a:defRPr>
              </a:defPPr>
              <a:lvl1pPr algn="ctr">
                <a:defRPr sz="619" b="0">
                  <a:solidFill>
                    <a:srgbClr val="000000"/>
                  </a:solidFill>
                  <a:latin typeface="Arial"/>
                  <a:ea typeface="Arial"/>
                  <a:cs typeface="Arial"/>
                </a:defRPr>
              </a:lvl1pPr>
              <a:lvl2pPr algn="ctr">
                <a:defRPr sz="619" b="0">
                  <a:solidFill>
                    <a:srgbClr val="000000"/>
                  </a:solidFill>
                  <a:latin typeface="Arial"/>
                  <a:ea typeface="Arial"/>
                  <a:cs typeface="Arial"/>
                </a:defRPr>
              </a:lvl2pPr>
              <a:lvl3pPr algn="ctr">
                <a:defRPr sz="619" b="0">
                  <a:solidFill>
                    <a:srgbClr val="000000"/>
                  </a:solidFill>
                  <a:latin typeface="Arial"/>
                  <a:ea typeface="Arial"/>
                  <a:cs typeface="Arial"/>
                </a:defRPr>
              </a:lvl3pPr>
              <a:lvl4pPr algn="ctr">
                <a:defRPr sz="619" b="0">
                  <a:solidFill>
                    <a:srgbClr val="000000"/>
                  </a:solidFill>
                  <a:latin typeface="Arial"/>
                  <a:ea typeface="Arial"/>
                  <a:cs typeface="Arial"/>
                </a:defRPr>
              </a:lvl4pPr>
              <a:lvl5pPr algn="ctr">
                <a:defRPr sz="619" b="0">
                  <a:solidFill>
                    <a:srgbClr val="000000"/>
                  </a:solidFill>
                  <a:latin typeface="Arial"/>
                  <a:ea typeface="Arial"/>
                  <a:cs typeface="Arial"/>
                </a:defRPr>
              </a:lvl5pPr>
              <a:lvl6pPr algn="ctr">
                <a:defRPr sz="619" b="0">
                  <a:solidFill>
                    <a:srgbClr val="000000"/>
                  </a:solidFill>
                  <a:latin typeface="Arial"/>
                  <a:ea typeface="Arial"/>
                  <a:cs typeface="Arial"/>
                </a:defRPr>
              </a:lvl6pPr>
              <a:lvl7pPr algn="ctr">
                <a:defRPr sz="619" b="0">
                  <a:solidFill>
                    <a:srgbClr val="000000"/>
                  </a:solidFill>
                  <a:latin typeface="Arial"/>
                  <a:ea typeface="Arial"/>
                  <a:cs typeface="Arial"/>
                </a:defRPr>
              </a:lvl7pPr>
              <a:lvl8pPr algn="ctr">
                <a:defRPr sz="619" b="0">
                  <a:solidFill>
                    <a:srgbClr val="000000"/>
                  </a:solidFill>
                  <a:latin typeface="Arial"/>
                  <a:ea typeface="Arial"/>
                  <a:cs typeface="Arial"/>
                </a:defRPr>
              </a:lvl8pPr>
              <a:lvl9pPr algn="ctr">
                <a:defRPr sz="619" b="0">
                  <a:solidFill>
                    <a:srgbClr val="000000"/>
                  </a:solidFill>
                  <a:latin typeface="Arial"/>
                  <a:ea typeface="Arial"/>
                  <a:cs typeface="Arial"/>
                </a:defRPr>
              </a:lvl9pPr>
            </a:lstStyle>
            <a:p>
              <a:pPr algn="ctr">
                <a:defRPr sz="619" b="0">
                  <a:solidFill>
                    <a:srgbClr val="000000"/>
                  </a:solidFill>
                  <a:latin typeface="Arial"/>
                  <a:ea typeface="Arial"/>
                  <a:cs typeface="Arial"/>
                </a:defRPr>
              </a:pPr>
              <a:r>
                <a:rPr sz="619" b="0">
                  <a:solidFill>
                    <a:srgbClr val="000000"/>
                  </a:solidFill>
                  <a:latin typeface="Arial"/>
                  <a:ea typeface="Arial"/>
                  <a:cs typeface="Arial"/>
                </a:rPr>
                <a:t>07-18</a:t>
              </a:r>
            </a:p>
          </p:txBody>
        </p:sp>
        <p:sp>
          <p:nvSpPr>
            <p:cNvPr id="212" name="line_211">
              <a:extLst>
                <a:ext uri="{FF2B5EF4-FFF2-40B4-BE49-F238E27FC236}">
                  <ns2:creationId id="{EB0315F3-0CFD-4CC4-BF40-B7C91DE842C1}"/>
                </a:ext>
              </a:extLst>
            </p:cNvPr>
            <p:cNvSpPr>
              <a:spLocks noGrp="1"/>
            </p:cNvSpPr>
            <p:nvPr/>
          </p:nvSpPr>
          <p:spPr>
            <a:xfrm>
              <a:off x="12928023" y="9172575"/>
              <a:ext cx="95" cy="38100"/>
            </a:xfrm>
            <a:custGeom>
              <a:pathLst>
                <a:path w="95" h="38100">
                  <a:moveTo>
                    <a:pt x="0" y="0"/>
                  </a:moveTo>
                  <a:lnTo>
                    <a:pt x="0" y="38100"/>
                  </a:lnTo>
                </a:path>
              </a:pathLst>
            </a:custGeom>
            <a:noFill/>
            <a:ln w="3933">
              <a:solidFill>
                <a:srgbClr val="000000"/>
              </a:solidFill>
              <a:prstDash val="solid"/>
            </a:ln>
          </p:spPr>
        </p:sp>
        <p:sp>
          <p:nvSpPr>
            <p:cNvPr id="213" name="text_212">
              <a:extLst>
                <a:ext uri="{FF2B5EF4-FFF2-40B4-BE49-F238E27FC236}">
                  <ns2:creationId id="{E1D510EA-C4EF-4D34-8328-2D7F008841D6}"/>
                </a:ext>
              </a:extLst>
            </p:cNvPr>
            <p:cNvSpPr>
              <a:spLocks noGrp="1"/>
            </p:cNvSpPr>
            <p:nvPr/>
          </p:nvSpPr>
          <p:spPr>
            <a:xfrm rot="0">
              <a:off x="12527973" y="9239250"/>
              <a:ext cx="800100" cy="228600"/>
            </a:xfrm>
            <a:prstGeom prst="rect">
              <a:avLst/>
            </a:prstGeom>
            <a:noFill/>
            <a:ln w="0">
              <a:noFill/>
              <a:prstDash val="solid"/>
            </a:ln>
          </p:spPr>
          <p:txBody>
            <a:bodyPr wrap="none" lIns="0" tIns="0" rIns="0" bIns="0" anchor="t">
              <a:noAutofit/>
            </a:bodyPr>
            <a:lstStyle>
              <a:defPPr algn="ctr">
                <a:defRPr sz="619" b="0">
                  <a:solidFill>
                    <a:srgbClr val="000000"/>
                  </a:solidFill>
                  <a:latin typeface="Arial"/>
                  <a:ea typeface="Arial"/>
                  <a:cs typeface="Arial"/>
                </a:defRPr>
              </a:defPPr>
              <a:lvl1pPr algn="ctr">
                <a:defRPr sz="619" b="0">
                  <a:solidFill>
                    <a:srgbClr val="000000"/>
                  </a:solidFill>
                  <a:latin typeface="Arial"/>
                  <a:ea typeface="Arial"/>
                  <a:cs typeface="Arial"/>
                </a:defRPr>
              </a:lvl1pPr>
              <a:lvl2pPr algn="ctr">
                <a:defRPr sz="619" b="0">
                  <a:solidFill>
                    <a:srgbClr val="000000"/>
                  </a:solidFill>
                  <a:latin typeface="Arial"/>
                  <a:ea typeface="Arial"/>
                  <a:cs typeface="Arial"/>
                </a:defRPr>
              </a:lvl2pPr>
              <a:lvl3pPr algn="ctr">
                <a:defRPr sz="619" b="0">
                  <a:solidFill>
                    <a:srgbClr val="000000"/>
                  </a:solidFill>
                  <a:latin typeface="Arial"/>
                  <a:ea typeface="Arial"/>
                  <a:cs typeface="Arial"/>
                </a:defRPr>
              </a:lvl3pPr>
              <a:lvl4pPr algn="ctr">
                <a:defRPr sz="619" b="0">
                  <a:solidFill>
                    <a:srgbClr val="000000"/>
                  </a:solidFill>
                  <a:latin typeface="Arial"/>
                  <a:ea typeface="Arial"/>
                  <a:cs typeface="Arial"/>
                </a:defRPr>
              </a:lvl4pPr>
              <a:lvl5pPr algn="ctr">
                <a:defRPr sz="619" b="0">
                  <a:solidFill>
                    <a:srgbClr val="000000"/>
                  </a:solidFill>
                  <a:latin typeface="Arial"/>
                  <a:ea typeface="Arial"/>
                  <a:cs typeface="Arial"/>
                </a:defRPr>
              </a:lvl5pPr>
              <a:lvl6pPr algn="ctr">
                <a:defRPr sz="619" b="0">
                  <a:solidFill>
                    <a:srgbClr val="000000"/>
                  </a:solidFill>
                  <a:latin typeface="Arial"/>
                  <a:ea typeface="Arial"/>
                  <a:cs typeface="Arial"/>
                </a:defRPr>
              </a:lvl6pPr>
              <a:lvl7pPr algn="ctr">
                <a:defRPr sz="619" b="0">
                  <a:solidFill>
                    <a:srgbClr val="000000"/>
                  </a:solidFill>
                  <a:latin typeface="Arial"/>
                  <a:ea typeface="Arial"/>
                  <a:cs typeface="Arial"/>
                </a:defRPr>
              </a:lvl7pPr>
              <a:lvl8pPr algn="ctr">
                <a:defRPr sz="619" b="0">
                  <a:solidFill>
                    <a:srgbClr val="000000"/>
                  </a:solidFill>
                  <a:latin typeface="Arial"/>
                  <a:ea typeface="Arial"/>
                  <a:cs typeface="Arial"/>
                </a:defRPr>
              </a:lvl8pPr>
              <a:lvl9pPr algn="ctr">
                <a:defRPr sz="619" b="0">
                  <a:solidFill>
                    <a:srgbClr val="000000"/>
                  </a:solidFill>
                  <a:latin typeface="Arial"/>
                  <a:ea typeface="Arial"/>
                  <a:cs typeface="Arial"/>
                </a:defRPr>
              </a:lvl9pPr>
            </a:lstStyle>
            <a:p>
              <a:pPr algn="ctr">
                <a:defRPr sz="619" b="0">
                  <a:solidFill>
                    <a:srgbClr val="000000"/>
                  </a:solidFill>
                  <a:latin typeface="Arial"/>
                  <a:ea typeface="Arial"/>
                  <a:cs typeface="Arial"/>
                </a:defRPr>
              </a:pPr>
              <a:r>
                <a:rPr sz="619" b="0">
                  <a:solidFill>
                    <a:srgbClr val="000000"/>
                  </a:solidFill>
                  <a:latin typeface="Arial"/>
                  <a:ea typeface="Arial"/>
                  <a:cs typeface="Arial"/>
                </a:rPr>
                <a:t>07-20</a:t>
              </a:r>
            </a:p>
          </p:txBody>
        </p:sp>
        <p:sp>
          <p:nvSpPr>
            <p:cNvPr id="214" name="rect_213">
              <a:extLst>
                <a:ext uri="{FF2B5EF4-FFF2-40B4-BE49-F238E27FC236}">
                  <ns2:creationId id="{787CA21D-058D-44FC-AE98-456B9B2871D6}"/>
                </a:ext>
              </a:extLst>
            </p:cNvPr>
            <p:cNvSpPr>
              <a:spLocks noGrp="1"/>
            </p:cNvSpPr>
            <p:nvPr/>
          </p:nvSpPr>
          <p:spPr>
            <a:xfrm rot="0">
              <a:off x="7381875" y="8210550"/>
              <a:ext cx="5810250" cy="962025"/>
            </a:xfrm>
            <a:prstGeom prst="rect">
              <a:avLst/>
            </a:prstGeom>
            <a:noFill/>
            <a:ln w="3195">
              <a:solidFill>
                <a:srgbClr val="6A7278"/>
              </a:solidFill>
              <a:prstDash val="solid"/>
            </a:ln>
          </p:spPr>
        </p:sp>
        <p:sp>
          <p:nvSpPr>
            <p:cNvPr id="215" name="text_214">
              <a:extLst>
                <a:ext uri="{FF2B5EF4-FFF2-40B4-BE49-F238E27FC236}">
                  <ns2:creationId id="{545CE4F2-FE22-4F0B-A831-FB4469EA2CAE}"/>
                </a:ext>
              </a:extLst>
            </p:cNvPr>
            <p:cNvSpPr>
              <a:spLocks noGrp="1"/>
            </p:cNvSpPr>
            <p:nvPr/>
          </p:nvSpPr>
          <p:spPr>
            <a:xfrm rot="0">
              <a:off x="7381875" y="7934325"/>
              <a:ext cx="5810250" cy="238125"/>
            </a:xfrm>
            <a:prstGeom prst="rect">
              <a:avLst/>
            </a:prstGeom>
            <a:noFill/>
            <a:ln w="0">
              <a:noFill/>
              <a:prstDash val="solid"/>
            </a:ln>
          </p:spPr>
          <p:txBody>
            <a:bodyPr wrap="none" lIns="0" tIns="0" rIns="0" bIns="0" anchor="t">
              <a:noAutofit/>
            </a:bodyPr>
            <a:lstStyle>
              <a:defPPr algn="l">
                <a:defRPr sz="774" b="1">
                  <a:solidFill>
                    <a:srgbClr val="000000"/>
                  </a:solidFill>
                  <a:latin typeface="Arial"/>
                  <a:ea typeface="Arial"/>
                  <a:cs typeface="Arial"/>
                </a:defRPr>
              </a:defPPr>
              <a:lvl1pPr algn="l">
                <a:defRPr sz="774" b="1">
                  <a:solidFill>
                    <a:srgbClr val="000000"/>
                  </a:solidFill>
                  <a:latin typeface="Arial"/>
                  <a:ea typeface="Arial"/>
                  <a:cs typeface="Arial"/>
                </a:defRPr>
              </a:lvl1pPr>
              <a:lvl2pPr algn="l">
                <a:defRPr sz="774" b="1">
                  <a:solidFill>
                    <a:srgbClr val="000000"/>
                  </a:solidFill>
                  <a:latin typeface="Arial"/>
                  <a:ea typeface="Arial"/>
                  <a:cs typeface="Arial"/>
                </a:defRPr>
              </a:lvl2pPr>
              <a:lvl3pPr algn="l">
                <a:defRPr sz="774" b="1">
                  <a:solidFill>
                    <a:srgbClr val="000000"/>
                  </a:solidFill>
                  <a:latin typeface="Arial"/>
                  <a:ea typeface="Arial"/>
                  <a:cs typeface="Arial"/>
                </a:defRPr>
              </a:lvl3pPr>
              <a:lvl4pPr algn="l">
                <a:defRPr sz="774" b="1">
                  <a:solidFill>
                    <a:srgbClr val="000000"/>
                  </a:solidFill>
                  <a:latin typeface="Arial"/>
                  <a:ea typeface="Arial"/>
                  <a:cs typeface="Arial"/>
                </a:defRPr>
              </a:lvl4pPr>
              <a:lvl5pPr algn="l">
                <a:defRPr sz="774" b="1">
                  <a:solidFill>
                    <a:srgbClr val="000000"/>
                  </a:solidFill>
                  <a:latin typeface="Arial"/>
                  <a:ea typeface="Arial"/>
                  <a:cs typeface="Arial"/>
                </a:defRPr>
              </a:lvl5pPr>
              <a:lvl6pPr algn="l">
                <a:defRPr sz="774" b="1">
                  <a:solidFill>
                    <a:srgbClr val="000000"/>
                  </a:solidFill>
                  <a:latin typeface="Arial"/>
                  <a:ea typeface="Arial"/>
                  <a:cs typeface="Arial"/>
                </a:defRPr>
              </a:lvl6pPr>
              <a:lvl7pPr algn="l">
                <a:defRPr sz="774" b="1">
                  <a:solidFill>
                    <a:srgbClr val="000000"/>
                  </a:solidFill>
                  <a:latin typeface="Arial"/>
                  <a:ea typeface="Arial"/>
                  <a:cs typeface="Arial"/>
                </a:defRPr>
              </a:lvl7pPr>
              <a:lvl8pPr algn="l">
                <a:defRPr sz="774" b="1">
                  <a:solidFill>
                    <a:srgbClr val="000000"/>
                  </a:solidFill>
                  <a:latin typeface="Arial"/>
                  <a:ea typeface="Arial"/>
                  <a:cs typeface="Arial"/>
                </a:defRPr>
              </a:lvl8pPr>
              <a:lvl9pPr algn="l">
                <a:defRPr sz="774" b="1">
                  <a:solidFill>
                    <a:srgbClr val="000000"/>
                  </a:solidFill>
                  <a:latin typeface="Arial"/>
                  <a:ea typeface="Arial"/>
                  <a:cs typeface="Arial"/>
                </a:defRPr>
              </a:lvl9pPr>
            </a:lstStyle>
            <a:p>
              <a:pPr algn="l">
                <a:defRPr sz="774" b="1">
                  <a:solidFill>
                    <a:srgbClr val="000000"/>
                  </a:solidFill>
                  <a:latin typeface="Arial"/>
                  <a:ea typeface="Arial"/>
                  <a:cs typeface="Arial"/>
                </a:defRPr>
              </a:pPr>
              <a:r>
                <a:rPr sz="774" b="1">
                  <a:solidFill>
                    <a:srgbClr val="000000"/>
                  </a:solidFill>
                  <a:latin typeface="Arial"/>
                  <a:ea typeface="Arial"/>
                  <a:cs typeface="Arial"/>
                </a:rPr>
                <a:t>RG-MTM-R20</a:t>
              </a:r>
            </a:p>
          </p:txBody>
        </p:sp>
        <p:sp>
          <p:nvSpPr>
            <p:cNvPr id="216" name="path_215">
              <a:extLst>
                <a:ext uri="{FF2B5EF4-FFF2-40B4-BE49-F238E27FC236}">
                  <ns2:creationId id="{5CEC51B0-5BF2-4821-B9F3-71C2C411A11B}"/>
                </a:ext>
              </a:extLst>
            </p:cNvPr>
            <p:cNvSpPr>
              <a:spLocks noGrp="1"/>
            </p:cNvSpPr>
            <p:nvPr/>
          </p:nvSpPr>
          <p:spPr>
            <a:xfrm>
              <a:off x="9758795" y="9060475"/>
              <a:ext cx="1056409" cy="35668"/>
            </a:xfrm>
            <a:custGeom>
              <a:pathLst>
                <a:path w="1056409" h="35668">
                  <a:moveTo>
                    <a:pt x="0" y="28195"/>
                  </a:moveTo>
                  <a:lnTo>
                    <a:pt x="528205" y="35668"/>
                  </a:lnTo>
                  <a:lnTo>
                    <a:pt x="1056409" y="0"/>
                  </a:lnTo>
                </a:path>
              </a:pathLst>
            </a:custGeom>
            <a:noFill/>
            <a:ln w="16961">
              <a:solidFill>
                <a:srgbClr val="FFFFFF"/>
              </a:solidFill>
              <a:prstDash val="dash"/>
            </a:ln>
          </p:spPr>
        </p:sp>
        <p:sp>
          <p:nvSpPr>
            <p:cNvPr id="217" name="path_216">
              <a:extLst>
                <a:ext uri="{FF2B5EF4-FFF2-40B4-BE49-F238E27FC236}">
                  <ns2:creationId id="{714DE3E9-5BC6-4361-AA53-63EBBEBDC5F5}"/>
                </a:ext>
              </a:extLst>
            </p:cNvPr>
            <p:cNvSpPr>
              <a:spLocks noGrp="1"/>
            </p:cNvSpPr>
            <p:nvPr/>
          </p:nvSpPr>
          <p:spPr>
            <a:xfrm>
              <a:off x="9758795" y="9060475"/>
              <a:ext cx="1056409" cy="35668"/>
            </a:xfrm>
            <a:custGeom>
              <a:pathLst>
                <a:path w="1056409" h="35668">
                  <a:moveTo>
                    <a:pt x="0" y="28195"/>
                  </a:moveTo>
                  <a:lnTo>
                    <a:pt x="528205" y="35668"/>
                  </a:lnTo>
                  <a:lnTo>
                    <a:pt x="1056409" y="0"/>
                  </a:lnTo>
                </a:path>
              </a:pathLst>
            </a:custGeom>
            <a:noFill/>
            <a:ln w="7128">
              <a:solidFill>
                <a:srgbClr val="0072B2"/>
              </a:solidFill>
              <a:prstDash val="dash"/>
            </a:ln>
          </p:spPr>
        </p:sp>
        <p:sp>
          <p:nvSpPr>
            <p:cNvPr id="218" name="path_217">
              <a:extLst>
                <a:ext uri="{FF2B5EF4-FFF2-40B4-BE49-F238E27FC236}">
                  <ns2:creationId id="{B527AC6E-B509-47B3-8C0E-C5926D28A0BE}"/>
                </a:ext>
              </a:extLst>
            </p:cNvPr>
            <p:cNvSpPr>
              <a:spLocks noGrp="1"/>
            </p:cNvSpPr>
            <p:nvPr/>
          </p:nvSpPr>
          <p:spPr>
            <a:xfrm>
              <a:off x="9758795" y="9064039"/>
              <a:ext cx="1056409" cy="32655"/>
            </a:xfrm>
            <a:custGeom>
              <a:pathLst>
                <a:path w="1056409" h="32655">
                  <a:moveTo>
                    <a:pt x="0" y="32655"/>
                  </a:moveTo>
                  <a:lnTo>
                    <a:pt x="528205" y="24197"/>
                  </a:lnTo>
                  <a:lnTo>
                    <a:pt x="1056409" y="0"/>
                  </a:lnTo>
                </a:path>
              </a:pathLst>
            </a:custGeom>
            <a:noFill/>
            <a:ln w="21631">
              <a:solidFill>
                <a:srgbClr val="FFFFFF"/>
              </a:solidFill>
              <a:prstDash val="solid"/>
            </a:ln>
          </p:spPr>
        </p:sp>
        <p:sp>
          <p:nvSpPr>
            <p:cNvPr id="219" name="path_218">
              <a:extLst>
                <a:ext uri="{FF2B5EF4-FFF2-40B4-BE49-F238E27FC236}">
                  <ns2:creationId id="{BC00735A-C242-4073-B8CF-8238C85F543D}"/>
                </a:ext>
              </a:extLst>
            </p:cNvPr>
            <p:cNvSpPr>
              <a:spLocks noGrp="1"/>
            </p:cNvSpPr>
            <p:nvPr/>
          </p:nvSpPr>
          <p:spPr>
            <a:xfrm>
              <a:off x="9758795" y="9064039"/>
              <a:ext cx="1056409" cy="32655"/>
            </a:xfrm>
            <a:custGeom>
              <a:pathLst>
                <a:path w="1056409" h="32655">
                  <a:moveTo>
                    <a:pt x="0" y="32655"/>
                  </a:moveTo>
                  <a:lnTo>
                    <a:pt x="528205" y="24197"/>
                  </a:lnTo>
                  <a:lnTo>
                    <a:pt x="1056409" y="0"/>
                  </a:lnTo>
                </a:path>
              </a:pathLst>
            </a:custGeom>
            <a:noFill/>
            <a:ln w="11799">
              <a:solidFill>
                <a:srgbClr val="0072B2"/>
              </a:solidFill>
              <a:prstDash val="solid"/>
            </a:ln>
          </p:spPr>
        </p:sp>
        <p:sp>
          <p:nvSpPr>
            <p:cNvPr id="220" name="ellipse_219">
              <a:extLst>
                <a:ext uri="{FF2B5EF4-FFF2-40B4-BE49-F238E27FC236}">
                  <ns2:creationId id="{8496735F-B0A7-4A81-90DE-C2654FCEFD26}"/>
                </a:ext>
              </a:extLst>
            </p:cNvPr>
            <p:cNvSpPr>
              <a:spLocks noGrp="1"/>
            </p:cNvSpPr>
            <p:nvPr/>
          </p:nvSpPr>
          <p:spPr>
            <a:xfrm rot="0">
              <a:off x="9727363" y="9065261"/>
              <a:ext cx="62865" cy="62865"/>
            </a:xfrm>
            <a:prstGeom prst="ellipse">
              <a:avLst/>
            </a:prstGeom>
            <a:solidFill>
              <a:srgbClr val="FFFFFF"/>
            </a:solidFill>
            <a:ln w="8849">
              <a:solidFill>
                <a:srgbClr val="0072B2"/>
              </a:solidFill>
              <a:prstDash val="solid"/>
            </a:ln>
          </p:spPr>
        </p:sp>
        <p:sp>
          <p:nvSpPr>
            <p:cNvPr id="221" name="ellipse_220">
              <a:extLst>
                <a:ext uri="{FF2B5EF4-FFF2-40B4-BE49-F238E27FC236}">
                  <ns2:creationId id="{6513A9DA-386B-442F-A2C9-BE3552BCF486}"/>
                </a:ext>
              </a:extLst>
            </p:cNvPr>
            <p:cNvSpPr>
              <a:spLocks noGrp="1"/>
            </p:cNvSpPr>
            <p:nvPr/>
          </p:nvSpPr>
          <p:spPr>
            <a:xfrm rot="0">
              <a:off x="10255568" y="9056804"/>
              <a:ext cx="62865" cy="62865"/>
            </a:xfrm>
            <a:prstGeom prst="ellipse">
              <a:avLst/>
            </a:prstGeom>
            <a:solidFill>
              <a:srgbClr val="FFFFFF"/>
            </a:solidFill>
            <a:ln w="8849">
              <a:solidFill>
                <a:srgbClr val="0072B2"/>
              </a:solidFill>
              <a:prstDash val="solid"/>
            </a:ln>
          </p:spPr>
        </p:sp>
        <p:sp>
          <p:nvSpPr>
            <p:cNvPr id="222" name="ellipse_221">
              <a:extLst>
                <a:ext uri="{FF2B5EF4-FFF2-40B4-BE49-F238E27FC236}">
                  <ns2:creationId id="{BD017648-F60D-430E-980A-5D160B9D5062}"/>
                </a:ext>
              </a:extLst>
            </p:cNvPr>
            <p:cNvSpPr>
              <a:spLocks noGrp="1"/>
            </p:cNvSpPr>
            <p:nvPr/>
          </p:nvSpPr>
          <p:spPr>
            <a:xfrm rot="0">
              <a:off x="10783772" y="9032606"/>
              <a:ext cx="62865" cy="62865"/>
            </a:xfrm>
            <a:prstGeom prst="ellipse">
              <a:avLst/>
            </a:prstGeom>
            <a:solidFill>
              <a:srgbClr val="FFFFFF"/>
            </a:solidFill>
            <a:ln w="8849">
              <a:solidFill>
                <a:srgbClr val="0072B2"/>
              </a:solidFill>
              <a:prstDash val="solid"/>
            </a:ln>
          </p:spPr>
        </p:sp>
        <p:sp>
          <p:nvSpPr>
            <p:cNvPr id="223" name="text_222">
              <a:extLst>
                <a:ext uri="{FF2B5EF4-FFF2-40B4-BE49-F238E27FC236}">
                  <ns2:creationId id="{3ADE644B-0872-4677-B8B5-5BDD8EA40C07}"/>
                </a:ext>
              </a:extLst>
            </p:cNvPr>
            <p:cNvSpPr>
              <a:spLocks noGrp="1"/>
            </p:cNvSpPr>
            <p:nvPr/>
          </p:nvSpPr>
          <p:spPr>
            <a:xfrm rot="0">
              <a:off x="9530195" y="8839519"/>
              <a:ext cx="238125" cy="247650"/>
            </a:xfrm>
            <a:prstGeom prst="rect">
              <a:avLst/>
            </a:prstGeom>
            <a:noFill/>
            <a:ln w="0">
              <a:noFill/>
              <a:prstDash val="solid"/>
            </a:ln>
          </p:spPr>
          <p:txBody>
            <a:bodyPr wrap="none" lIns="0" tIns="0" rIns="0" bIns="0" anchor="t">
              <a:noAutofit/>
            </a:bodyPr>
            <a:lstStyle>
              <a:defPPr algn="l">
                <a:defRPr sz="735" b="1">
                  <a:solidFill>
                    <a:srgbClr val="0072B2"/>
                  </a:solidFill>
                  <a:latin typeface="Arial"/>
                  <a:ea typeface="Arial"/>
                  <a:cs typeface="Arial"/>
                </a:defRPr>
              </a:defPPr>
              <a:lvl1pPr algn="l">
                <a:defRPr sz="735" b="1">
                  <a:solidFill>
                    <a:srgbClr val="0072B2"/>
                  </a:solidFill>
                  <a:latin typeface="Arial"/>
                  <a:ea typeface="Arial"/>
                  <a:cs typeface="Arial"/>
                </a:defRPr>
              </a:lvl1pPr>
              <a:lvl2pPr algn="l">
                <a:defRPr sz="735" b="1">
                  <a:solidFill>
                    <a:srgbClr val="0072B2"/>
                  </a:solidFill>
                  <a:latin typeface="Arial"/>
                  <a:ea typeface="Arial"/>
                  <a:cs typeface="Arial"/>
                </a:defRPr>
              </a:lvl2pPr>
              <a:lvl3pPr algn="l">
                <a:defRPr sz="735" b="1">
                  <a:solidFill>
                    <a:srgbClr val="0072B2"/>
                  </a:solidFill>
                  <a:latin typeface="Arial"/>
                  <a:ea typeface="Arial"/>
                  <a:cs typeface="Arial"/>
                </a:defRPr>
              </a:lvl3pPr>
              <a:lvl4pPr algn="l">
                <a:defRPr sz="735" b="1">
                  <a:solidFill>
                    <a:srgbClr val="0072B2"/>
                  </a:solidFill>
                  <a:latin typeface="Arial"/>
                  <a:ea typeface="Arial"/>
                  <a:cs typeface="Arial"/>
                </a:defRPr>
              </a:lvl4pPr>
              <a:lvl5pPr algn="l">
                <a:defRPr sz="735" b="1">
                  <a:solidFill>
                    <a:srgbClr val="0072B2"/>
                  </a:solidFill>
                  <a:latin typeface="Arial"/>
                  <a:ea typeface="Arial"/>
                  <a:cs typeface="Arial"/>
                </a:defRPr>
              </a:lvl5pPr>
              <a:lvl6pPr algn="l">
                <a:defRPr sz="735" b="1">
                  <a:solidFill>
                    <a:srgbClr val="0072B2"/>
                  </a:solidFill>
                  <a:latin typeface="Arial"/>
                  <a:ea typeface="Arial"/>
                  <a:cs typeface="Arial"/>
                </a:defRPr>
              </a:lvl6pPr>
              <a:lvl7pPr algn="l">
                <a:defRPr sz="735" b="1">
                  <a:solidFill>
                    <a:srgbClr val="0072B2"/>
                  </a:solidFill>
                  <a:latin typeface="Arial"/>
                  <a:ea typeface="Arial"/>
                  <a:cs typeface="Arial"/>
                </a:defRPr>
              </a:lvl7pPr>
              <a:lvl8pPr algn="l">
                <a:defRPr sz="735" b="1">
                  <a:solidFill>
                    <a:srgbClr val="0072B2"/>
                  </a:solidFill>
                  <a:latin typeface="Arial"/>
                  <a:ea typeface="Arial"/>
                  <a:cs typeface="Arial"/>
                </a:defRPr>
              </a:lvl8pPr>
              <a:lvl9pPr algn="l">
                <a:defRPr sz="735" b="1">
                  <a:solidFill>
                    <a:srgbClr val="0072B2"/>
                  </a:solidFill>
                  <a:latin typeface="Arial"/>
                  <a:ea typeface="Arial"/>
                  <a:cs typeface="Arial"/>
                </a:defRPr>
              </a:lvl9pPr>
            </a:lstStyle>
            <a:p>
              <a:pPr algn="l">
                <a:defRPr sz="735" b="1">
                  <a:solidFill>
                    <a:srgbClr val="0072B2"/>
                  </a:solidFill>
                  <a:latin typeface="Arial"/>
                  <a:ea typeface="Arial"/>
                  <a:cs typeface="Arial"/>
                </a:defRPr>
              </a:pPr>
              <a:r>
                <a:rPr sz="735" b="1">
                  <a:solidFill>
                    <a:srgbClr val="0072B2"/>
                  </a:solidFill>
                  <a:latin typeface="Arial"/>
                  <a:ea typeface="Arial"/>
                  <a:cs typeface="Arial"/>
                </a:rPr>
                <a:t>A</a:t>
              </a:r>
            </a:p>
          </p:txBody>
        </p:sp>
        <p:sp>
          <p:nvSpPr>
            <p:cNvPr id="224" name="path_223">
              <a:extLst>
                <a:ext uri="{FF2B5EF4-FFF2-40B4-BE49-F238E27FC236}">
                  <ns2:creationId id="{4EBF944C-810B-4AD9-B6E6-EE9B9AA0EEC5}"/>
                </a:ext>
              </a:extLst>
            </p:cNvPr>
            <p:cNvSpPr>
              <a:spLocks noGrp="1"/>
            </p:cNvSpPr>
            <p:nvPr/>
          </p:nvSpPr>
          <p:spPr>
            <a:xfrm>
              <a:off x="7645977" y="8274413"/>
              <a:ext cx="5282045" cy="752090"/>
            </a:xfrm>
            <a:custGeom>
              <a:pathLst>
                <a:path w="5282045" h="752090">
                  <a:moveTo>
                    <a:pt x="0" y="553372"/>
                  </a:moveTo>
                  <a:lnTo>
                    <a:pt x="528205" y="0"/>
                  </a:lnTo>
                  <a:lnTo>
                    <a:pt x="1056409" y="619948"/>
                  </a:lnTo>
                  <a:lnTo>
                    <a:pt x="1584614" y="292823"/>
                  </a:lnTo>
                  <a:lnTo>
                    <a:pt x="2112818" y="292823"/>
                  </a:lnTo>
                  <a:lnTo>
                    <a:pt x="2641023" y="24459"/>
                  </a:lnTo>
                  <a:lnTo>
                    <a:pt x="3169227" y="269045"/>
                  </a:lnTo>
                  <a:lnTo>
                    <a:pt x="3697432" y="750394"/>
                  </a:lnTo>
                  <a:lnTo>
                    <a:pt x="4225636" y="752090"/>
                  </a:lnTo>
                  <a:lnTo>
                    <a:pt x="4753841" y="493238"/>
                  </a:lnTo>
                  <a:lnTo>
                    <a:pt x="5282045" y="473196"/>
                  </a:lnTo>
                </a:path>
              </a:pathLst>
            </a:custGeom>
            <a:noFill/>
            <a:ln w="16961">
              <a:solidFill>
                <a:srgbClr val="FFFFFF"/>
              </a:solidFill>
              <a:prstDash val="dash"/>
            </a:ln>
          </p:spPr>
        </p:sp>
        <p:sp>
          <p:nvSpPr>
            <p:cNvPr id="225" name="path_224">
              <a:extLst>
                <a:ext uri="{FF2B5EF4-FFF2-40B4-BE49-F238E27FC236}">
                  <ns2:creationId id="{CF4DAC96-9281-43DD-957B-83EABA2F636B}"/>
                </a:ext>
              </a:extLst>
            </p:cNvPr>
            <p:cNvSpPr>
              <a:spLocks noGrp="1"/>
            </p:cNvSpPr>
            <p:nvPr/>
          </p:nvSpPr>
          <p:spPr>
            <a:xfrm>
              <a:off x="7645977" y="8274413"/>
              <a:ext cx="5282045" cy="752090"/>
            </a:xfrm>
            <a:custGeom>
              <a:pathLst>
                <a:path w="5282045" h="752090">
                  <a:moveTo>
                    <a:pt x="0" y="553372"/>
                  </a:moveTo>
                  <a:lnTo>
                    <a:pt x="528205" y="0"/>
                  </a:lnTo>
                  <a:lnTo>
                    <a:pt x="1056409" y="619948"/>
                  </a:lnTo>
                  <a:lnTo>
                    <a:pt x="1584614" y="292823"/>
                  </a:lnTo>
                  <a:lnTo>
                    <a:pt x="2112818" y="292823"/>
                  </a:lnTo>
                  <a:lnTo>
                    <a:pt x="2641023" y="24459"/>
                  </a:lnTo>
                  <a:lnTo>
                    <a:pt x="3169227" y="269045"/>
                  </a:lnTo>
                  <a:lnTo>
                    <a:pt x="3697432" y="750394"/>
                  </a:lnTo>
                  <a:lnTo>
                    <a:pt x="4225636" y="752090"/>
                  </a:lnTo>
                  <a:lnTo>
                    <a:pt x="4753841" y="493238"/>
                  </a:lnTo>
                  <a:lnTo>
                    <a:pt x="5282045" y="473196"/>
                  </a:lnTo>
                </a:path>
              </a:pathLst>
            </a:custGeom>
            <a:noFill/>
            <a:ln w="7128">
              <a:solidFill>
                <a:srgbClr val="D55E00"/>
              </a:solidFill>
              <a:prstDash val="dash"/>
            </a:ln>
          </p:spPr>
        </p:sp>
        <p:sp>
          <p:nvSpPr>
            <p:cNvPr id="226" name="path_225">
              <a:extLst>
                <a:ext uri="{FF2B5EF4-FFF2-40B4-BE49-F238E27FC236}">
                  <ns2:creationId id="{2DEFBE2F-199F-42C2-84D2-4E838E036907}"/>
                </a:ext>
              </a:extLst>
            </p:cNvPr>
            <p:cNvSpPr>
              <a:spLocks noGrp="1"/>
            </p:cNvSpPr>
            <p:nvPr/>
          </p:nvSpPr>
          <p:spPr>
            <a:xfrm>
              <a:off x="7645977" y="8306870"/>
              <a:ext cx="5282045" cy="727568"/>
            </a:xfrm>
            <a:custGeom>
              <a:pathLst>
                <a:path w="5282045" h="727568">
                  <a:moveTo>
                    <a:pt x="0" y="520833"/>
                  </a:moveTo>
                  <a:lnTo>
                    <a:pt x="528205" y="23963"/>
                  </a:lnTo>
                  <a:lnTo>
                    <a:pt x="1056409" y="595539"/>
                  </a:lnTo>
                  <a:lnTo>
                    <a:pt x="1584614" y="252311"/>
                  </a:lnTo>
                  <a:lnTo>
                    <a:pt x="2112818" y="252311"/>
                  </a:lnTo>
                  <a:lnTo>
                    <a:pt x="2641023" y="0"/>
                  </a:lnTo>
                  <a:lnTo>
                    <a:pt x="3169227" y="231403"/>
                  </a:lnTo>
                  <a:lnTo>
                    <a:pt x="3697432" y="725924"/>
                  </a:lnTo>
                  <a:lnTo>
                    <a:pt x="4225636" y="727568"/>
                  </a:lnTo>
                  <a:lnTo>
                    <a:pt x="4753841" y="452704"/>
                  </a:lnTo>
                  <a:lnTo>
                    <a:pt x="5282045" y="439783"/>
                  </a:lnTo>
                </a:path>
              </a:pathLst>
            </a:custGeom>
            <a:noFill/>
            <a:ln w="21631">
              <a:solidFill>
                <a:srgbClr val="FFFFFF"/>
              </a:solidFill>
              <a:prstDash val="solid"/>
            </a:ln>
          </p:spPr>
        </p:sp>
        <p:sp>
          <p:nvSpPr>
            <p:cNvPr id="227" name="path_226">
              <a:extLst>
                <a:ext uri="{FF2B5EF4-FFF2-40B4-BE49-F238E27FC236}">
                  <ns2:creationId id="{70E1670F-2E92-48B6-BE45-C28F4690478D}"/>
                </a:ext>
              </a:extLst>
            </p:cNvPr>
            <p:cNvSpPr>
              <a:spLocks noGrp="1"/>
            </p:cNvSpPr>
            <p:nvPr/>
          </p:nvSpPr>
          <p:spPr>
            <a:xfrm>
              <a:off x="7645977" y="8306870"/>
              <a:ext cx="5282045" cy="727568"/>
            </a:xfrm>
            <a:custGeom>
              <a:pathLst>
                <a:path w="5282045" h="727568">
                  <a:moveTo>
                    <a:pt x="0" y="520833"/>
                  </a:moveTo>
                  <a:lnTo>
                    <a:pt x="528205" y="23963"/>
                  </a:lnTo>
                  <a:lnTo>
                    <a:pt x="1056409" y="595539"/>
                  </a:lnTo>
                  <a:lnTo>
                    <a:pt x="1584614" y="252311"/>
                  </a:lnTo>
                  <a:lnTo>
                    <a:pt x="2112818" y="252311"/>
                  </a:lnTo>
                  <a:lnTo>
                    <a:pt x="2641023" y="0"/>
                  </a:lnTo>
                  <a:lnTo>
                    <a:pt x="3169227" y="231403"/>
                  </a:lnTo>
                  <a:lnTo>
                    <a:pt x="3697432" y="725924"/>
                  </a:lnTo>
                  <a:lnTo>
                    <a:pt x="4225636" y="727568"/>
                  </a:lnTo>
                  <a:lnTo>
                    <a:pt x="4753841" y="452704"/>
                  </a:lnTo>
                  <a:lnTo>
                    <a:pt x="5282045" y="439783"/>
                  </a:lnTo>
                </a:path>
              </a:pathLst>
            </a:custGeom>
            <a:noFill/>
            <a:ln w="11799">
              <a:solidFill>
                <a:srgbClr val="D55E00"/>
              </a:solidFill>
              <a:prstDash val="solid"/>
            </a:ln>
          </p:spPr>
        </p:sp>
        <p:sp>
          <p:nvSpPr>
            <p:cNvPr id="228" name="ellipse_227">
              <a:extLst>
                <a:ext uri="{FF2B5EF4-FFF2-40B4-BE49-F238E27FC236}">
                  <ns2:creationId id="{276DA097-29F9-4DBE-96B1-930C903545B8}"/>
                </a:ext>
              </a:extLst>
            </p:cNvPr>
            <p:cNvSpPr>
              <a:spLocks noGrp="1"/>
            </p:cNvSpPr>
            <p:nvPr/>
          </p:nvSpPr>
          <p:spPr>
            <a:xfrm rot="0">
              <a:off x="9727363" y="8527749"/>
              <a:ext cx="62865" cy="62865"/>
            </a:xfrm>
            <a:prstGeom prst="ellipse">
              <a:avLst/>
            </a:prstGeom>
            <a:solidFill>
              <a:srgbClr val="FFFFFF"/>
            </a:solidFill>
            <a:ln w="8849">
              <a:solidFill>
                <a:srgbClr val="D55E00"/>
              </a:solidFill>
              <a:prstDash val="solid"/>
            </a:ln>
          </p:spPr>
        </p:sp>
        <p:sp>
          <p:nvSpPr>
            <p:cNvPr id="229" name="ellipse_228">
              <a:extLst>
                <a:ext uri="{FF2B5EF4-FFF2-40B4-BE49-F238E27FC236}">
                  <ns2:creationId id="{EE71417A-3B80-46F0-B584-C239F277CB64}"/>
                </a:ext>
              </a:extLst>
            </p:cNvPr>
            <p:cNvSpPr>
              <a:spLocks noGrp="1"/>
            </p:cNvSpPr>
            <p:nvPr/>
          </p:nvSpPr>
          <p:spPr>
            <a:xfrm rot="0">
              <a:off x="10255568" y="8275437"/>
              <a:ext cx="62865" cy="62865"/>
            </a:xfrm>
            <a:prstGeom prst="ellipse">
              <a:avLst/>
            </a:prstGeom>
            <a:solidFill>
              <a:srgbClr val="FFFFFF"/>
            </a:solidFill>
            <a:ln w="8849">
              <a:solidFill>
                <a:srgbClr val="D55E00"/>
              </a:solidFill>
              <a:prstDash val="solid"/>
            </a:ln>
          </p:spPr>
        </p:sp>
        <p:sp>
          <p:nvSpPr>
            <p:cNvPr id="230" name="ellipse_229">
              <a:extLst>
                <a:ext uri="{FF2B5EF4-FFF2-40B4-BE49-F238E27FC236}">
                  <ns2:creationId id="{9A652AB8-C60C-4E23-8A20-8AC36925ABDE}"/>
                </a:ext>
              </a:extLst>
            </p:cNvPr>
            <p:cNvSpPr>
              <a:spLocks noGrp="1"/>
            </p:cNvSpPr>
            <p:nvPr/>
          </p:nvSpPr>
          <p:spPr>
            <a:xfrm rot="0">
              <a:off x="10783772" y="8506840"/>
              <a:ext cx="62865" cy="62865"/>
            </a:xfrm>
            <a:prstGeom prst="ellipse">
              <a:avLst/>
            </a:prstGeom>
            <a:solidFill>
              <a:srgbClr val="FFFFFF"/>
            </a:solidFill>
            <a:ln w="8849">
              <a:solidFill>
                <a:srgbClr val="D55E00"/>
              </a:solidFill>
              <a:prstDash val="solid"/>
            </a:ln>
          </p:spPr>
        </p:sp>
        <p:sp>
          <p:nvSpPr>
            <p:cNvPr id="231" name="text_230">
              <a:extLst>
                <a:ext uri="{FF2B5EF4-FFF2-40B4-BE49-F238E27FC236}">
                  <ns2:creationId id="{C35B1463-BC0C-416F-AC1B-153C6BB3E0D8}"/>
                </a:ext>
              </a:extLst>
            </p:cNvPr>
            <p:cNvSpPr>
              <a:spLocks noGrp="1"/>
            </p:cNvSpPr>
            <p:nvPr/>
          </p:nvSpPr>
          <p:spPr>
            <a:xfrm rot="0">
              <a:off x="9854045" y="8511556"/>
              <a:ext cx="238125" cy="247650"/>
            </a:xfrm>
            <a:prstGeom prst="rect">
              <a:avLst/>
            </a:prstGeom>
            <a:noFill/>
            <a:ln w="0">
              <a:noFill/>
              <a:prstDash val="solid"/>
            </a:ln>
          </p:spPr>
          <p:txBody>
            <a:bodyPr wrap="none" lIns="0" tIns="0" rIns="0" bIns="0" anchor="t">
              <a:noAutofit/>
            </a:bodyPr>
            <a:lstStyle>
              <a:defPPr algn="l">
                <a:defRPr sz="735" b="1">
                  <a:solidFill>
                    <a:srgbClr val="D55E00"/>
                  </a:solidFill>
                  <a:latin typeface="Arial"/>
                  <a:ea typeface="Arial"/>
                  <a:cs typeface="Arial"/>
                </a:defRPr>
              </a:defPPr>
              <a:lvl1pPr algn="l">
                <a:defRPr sz="735" b="1">
                  <a:solidFill>
                    <a:srgbClr val="D55E00"/>
                  </a:solidFill>
                  <a:latin typeface="Arial"/>
                  <a:ea typeface="Arial"/>
                  <a:cs typeface="Arial"/>
                </a:defRPr>
              </a:lvl1pPr>
              <a:lvl2pPr algn="l">
                <a:defRPr sz="735" b="1">
                  <a:solidFill>
                    <a:srgbClr val="D55E00"/>
                  </a:solidFill>
                  <a:latin typeface="Arial"/>
                  <a:ea typeface="Arial"/>
                  <a:cs typeface="Arial"/>
                </a:defRPr>
              </a:lvl2pPr>
              <a:lvl3pPr algn="l">
                <a:defRPr sz="735" b="1">
                  <a:solidFill>
                    <a:srgbClr val="D55E00"/>
                  </a:solidFill>
                  <a:latin typeface="Arial"/>
                  <a:ea typeface="Arial"/>
                  <a:cs typeface="Arial"/>
                </a:defRPr>
              </a:lvl3pPr>
              <a:lvl4pPr algn="l">
                <a:defRPr sz="735" b="1">
                  <a:solidFill>
                    <a:srgbClr val="D55E00"/>
                  </a:solidFill>
                  <a:latin typeface="Arial"/>
                  <a:ea typeface="Arial"/>
                  <a:cs typeface="Arial"/>
                </a:defRPr>
              </a:lvl4pPr>
              <a:lvl5pPr algn="l">
                <a:defRPr sz="735" b="1">
                  <a:solidFill>
                    <a:srgbClr val="D55E00"/>
                  </a:solidFill>
                  <a:latin typeface="Arial"/>
                  <a:ea typeface="Arial"/>
                  <a:cs typeface="Arial"/>
                </a:defRPr>
              </a:lvl5pPr>
              <a:lvl6pPr algn="l">
                <a:defRPr sz="735" b="1">
                  <a:solidFill>
                    <a:srgbClr val="D55E00"/>
                  </a:solidFill>
                  <a:latin typeface="Arial"/>
                  <a:ea typeface="Arial"/>
                  <a:cs typeface="Arial"/>
                </a:defRPr>
              </a:lvl6pPr>
              <a:lvl7pPr algn="l">
                <a:defRPr sz="735" b="1">
                  <a:solidFill>
                    <a:srgbClr val="D55E00"/>
                  </a:solidFill>
                  <a:latin typeface="Arial"/>
                  <a:ea typeface="Arial"/>
                  <a:cs typeface="Arial"/>
                </a:defRPr>
              </a:lvl7pPr>
              <a:lvl8pPr algn="l">
                <a:defRPr sz="735" b="1">
                  <a:solidFill>
                    <a:srgbClr val="D55E00"/>
                  </a:solidFill>
                  <a:latin typeface="Arial"/>
                  <a:ea typeface="Arial"/>
                  <a:cs typeface="Arial"/>
                </a:defRPr>
              </a:lvl8pPr>
              <a:lvl9pPr algn="l">
                <a:defRPr sz="735" b="1">
                  <a:solidFill>
                    <a:srgbClr val="D55E00"/>
                  </a:solidFill>
                  <a:latin typeface="Arial"/>
                  <a:ea typeface="Arial"/>
                  <a:cs typeface="Arial"/>
                </a:defRPr>
              </a:lvl9pPr>
            </a:lstStyle>
            <a:p>
              <a:pPr algn="l">
                <a:defRPr sz="735" b="1">
                  <a:solidFill>
                    <a:srgbClr val="D55E00"/>
                  </a:solidFill>
                  <a:latin typeface="Arial"/>
                  <a:ea typeface="Arial"/>
                  <a:cs typeface="Arial"/>
                </a:defRPr>
              </a:pPr>
              <a:r>
                <a:rPr sz="735" b="1">
                  <a:solidFill>
                    <a:srgbClr val="D55E00"/>
                  </a:solidFill>
                  <a:latin typeface="Arial"/>
                  <a:ea typeface="Arial"/>
                  <a:cs typeface="Arial"/>
                </a:rPr>
                <a:t>B</a:t>
              </a:r>
            </a:p>
          </p:txBody>
        </p:sp>
        <p:sp>
          <p:nvSpPr>
            <p:cNvPr id="232" name="path_231">
              <a:extLst>
                <a:ext uri="{FF2B5EF4-FFF2-40B4-BE49-F238E27FC236}">
                  <ns2:creationId id="{43B9DF1C-4C60-499C-AC6C-623D5C6699D7}"/>
                </a:ext>
              </a:extLst>
            </p:cNvPr>
            <p:cNvSpPr>
              <a:spLocks noGrp="1"/>
            </p:cNvSpPr>
            <p:nvPr/>
          </p:nvSpPr>
          <p:spPr>
            <a:xfrm>
              <a:off x="9230591" y="8723831"/>
              <a:ext cx="2641023" cy="56390"/>
            </a:xfrm>
            <a:custGeom>
              <a:pathLst>
                <a:path w="2641023" h="56390">
                  <a:moveTo>
                    <a:pt x="0" y="56390"/>
                  </a:moveTo>
                  <a:lnTo>
                    <a:pt x="528205" y="40764"/>
                  </a:lnTo>
                  <a:lnTo>
                    <a:pt x="1056409" y="25139"/>
                  </a:lnTo>
                  <a:lnTo>
                    <a:pt x="1584614" y="4416"/>
                  </a:lnTo>
                  <a:lnTo>
                    <a:pt x="2112818" y="11889"/>
                  </a:lnTo>
                  <a:lnTo>
                    <a:pt x="2641023" y="0"/>
                  </a:lnTo>
                </a:path>
              </a:pathLst>
            </a:custGeom>
            <a:noFill/>
            <a:ln w="16961">
              <a:solidFill>
                <a:srgbClr val="FFFFFF"/>
              </a:solidFill>
              <a:prstDash val="dash"/>
            </a:ln>
          </p:spPr>
        </p:sp>
        <p:sp>
          <p:nvSpPr>
            <p:cNvPr id="233" name="path_232">
              <a:extLst>
                <a:ext uri="{FF2B5EF4-FFF2-40B4-BE49-F238E27FC236}">
                  <ns2:creationId id="{81E2196F-30F1-4597-9E9D-92C210EBF394}"/>
                </a:ext>
              </a:extLst>
            </p:cNvPr>
            <p:cNvSpPr>
              <a:spLocks noGrp="1"/>
            </p:cNvSpPr>
            <p:nvPr/>
          </p:nvSpPr>
          <p:spPr>
            <a:xfrm>
              <a:off x="9230591" y="8723831"/>
              <a:ext cx="2641023" cy="56390"/>
            </a:xfrm>
            <a:custGeom>
              <a:pathLst>
                <a:path w="2641023" h="56390">
                  <a:moveTo>
                    <a:pt x="0" y="56390"/>
                  </a:moveTo>
                  <a:lnTo>
                    <a:pt x="528205" y="40764"/>
                  </a:lnTo>
                  <a:lnTo>
                    <a:pt x="1056409" y="25139"/>
                  </a:lnTo>
                  <a:lnTo>
                    <a:pt x="1584614" y="4416"/>
                  </a:lnTo>
                  <a:lnTo>
                    <a:pt x="2112818" y="11889"/>
                  </a:lnTo>
                  <a:lnTo>
                    <a:pt x="2641023" y="0"/>
                  </a:lnTo>
                </a:path>
              </a:pathLst>
            </a:custGeom>
            <a:noFill/>
            <a:ln w="7128">
              <a:solidFill>
                <a:srgbClr val="009E73"/>
              </a:solidFill>
              <a:prstDash val="dash"/>
            </a:ln>
          </p:spPr>
        </p:sp>
        <p:sp>
          <p:nvSpPr>
            <p:cNvPr id="234" name="path_233">
              <a:extLst>
                <a:ext uri="{FF2B5EF4-FFF2-40B4-BE49-F238E27FC236}">
                  <ns2:creationId id="{6AF0A5A1-A4D2-4EFB-ADF1-BF94F1B66792}"/>
                </a:ext>
              </a:extLst>
            </p:cNvPr>
            <p:cNvSpPr>
              <a:spLocks noGrp="1"/>
            </p:cNvSpPr>
            <p:nvPr/>
          </p:nvSpPr>
          <p:spPr>
            <a:xfrm>
              <a:off x="9230591" y="8715877"/>
              <a:ext cx="2641023" cy="72357"/>
            </a:xfrm>
            <a:custGeom>
              <a:pathLst>
                <a:path w="2641023" h="72357">
                  <a:moveTo>
                    <a:pt x="0" y="72357"/>
                  </a:moveTo>
                  <a:lnTo>
                    <a:pt x="528205" y="56617"/>
                  </a:lnTo>
                  <a:lnTo>
                    <a:pt x="1056409" y="25137"/>
                  </a:lnTo>
                  <a:lnTo>
                    <a:pt x="1584614" y="20439"/>
                  </a:lnTo>
                  <a:lnTo>
                    <a:pt x="2112818" y="11746"/>
                  </a:lnTo>
                  <a:lnTo>
                    <a:pt x="2641023" y="0"/>
                  </a:lnTo>
                </a:path>
              </a:pathLst>
            </a:custGeom>
            <a:noFill/>
            <a:ln w="21631">
              <a:solidFill>
                <a:srgbClr val="FFFFFF"/>
              </a:solidFill>
              <a:prstDash val="solid"/>
            </a:ln>
          </p:spPr>
        </p:sp>
        <p:sp>
          <p:nvSpPr>
            <p:cNvPr id="235" name="path_234">
              <a:extLst>
                <a:ext uri="{FF2B5EF4-FFF2-40B4-BE49-F238E27FC236}">
                  <ns2:creationId id="{DD2B0530-4F7B-457E-9714-37A1C6274DE5}"/>
                </a:ext>
              </a:extLst>
            </p:cNvPr>
            <p:cNvSpPr>
              <a:spLocks noGrp="1"/>
            </p:cNvSpPr>
            <p:nvPr/>
          </p:nvSpPr>
          <p:spPr>
            <a:xfrm>
              <a:off x="9230591" y="8715877"/>
              <a:ext cx="2641023" cy="72357"/>
            </a:xfrm>
            <a:custGeom>
              <a:pathLst>
                <a:path w="2641023" h="72357">
                  <a:moveTo>
                    <a:pt x="0" y="72357"/>
                  </a:moveTo>
                  <a:lnTo>
                    <a:pt x="528205" y="56617"/>
                  </a:lnTo>
                  <a:lnTo>
                    <a:pt x="1056409" y="25137"/>
                  </a:lnTo>
                  <a:lnTo>
                    <a:pt x="1584614" y="20439"/>
                  </a:lnTo>
                  <a:lnTo>
                    <a:pt x="2112818" y="11746"/>
                  </a:lnTo>
                  <a:lnTo>
                    <a:pt x="2641023" y="0"/>
                  </a:lnTo>
                </a:path>
              </a:pathLst>
            </a:custGeom>
            <a:noFill/>
            <a:ln w="11799">
              <a:solidFill>
                <a:srgbClr val="009E73"/>
              </a:solidFill>
              <a:prstDash val="solid"/>
            </a:ln>
          </p:spPr>
        </p:sp>
        <p:sp>
          <p:nvSpPr>
            <p:cNvPr id="236" name="ellipse_235">
              <a:extLst>
                <a:ext uri="{FF2B5EF4-FFF2-40B4-BE49-F238E27FC236}">
                  <ns2:creationId id="{04C56CA3-775D-446D-B777-F3D8280187CB}"/>
                </a:ext>
              </a:extLst>
            </p:cNvPr>
            <p:cNvSpPr>
              <a:spLocks noGrp="1"/>
            </p:cNvSpPr>
            <p:nvPr/>
          </p:nvSpPr>
          <p:spPr>
            <a:xfrm rot="0">
              <a:off x="9727363" y="8741062"/>
              <a:ext cx="62865" cy="62865"/>
            </a:xfrm>
            <a:prstGeom prst="ellipse">
              <a:avLst/>
            </a:prstGeom>
            <a:solidFill>
              <a:srgbClr val="FFFFFF"/>
            </a:solidFill>
            <a:ln w="8849">
              <a:solidFill>
                <a:srgbClr val="009E73"/>
              </a:solidFill>
              <a:prstDash val="solid"/>
            </a:ln>
          </p:spPr>
        </p:sp>
        <p:sp>
          <p:nvSpPr>
            <p:cNvPr id="237" name="ellipse_236">
              <a:extLst>
                <a:ext uri="{FF2B5EF4-FFF2-40B4-BE49-F238E27FC236}">
                  <ns2:creationId id="{69F8C03F-5FB1-40C2-98F9-E5C0548E34F7}"/>
                </a:ext>
              </a:extLst>
            </p:cNvPr>
            <p:cNvSpPr>
              <a:spLocks noGrp="1"/>
            </p:cNvSpPr>
            <p:nvPr/>
          </p:nvSpPr>
          <p:spPr>
            <a:xfrm rot="0">
              <a:off x="10255568" y="8709582"/>
              <a:ext cx="62865" cy="62865"/>
            </a:xfrm>
            <a:prstGeom prst="ellipse">
              <a:avLst/>
            </a:prstGeom>
            <a:solidFill>
              <a:srgbClr val="FFFFFF"/>
            </a:solidFill>
            <a:ln w="8849">
              <a:solidFill>
                <a:srgbClr val="009E73"/>
              </a:solidFill>
              <a:prstDash val="solid"/>
            </a:ln>
          </p:spPr>
        </p:sp>
        <p:sp>
          <p:nvSpPr>
            <p:cNvPr id="238" name="ellipse_237">
              <a:extLst>
                <a:ext uri="{FF2B5EF4-FFF2-40B4-BE49-F238E27FC236}">
                  <ns2:creationId id="{E862B7C0-EB37-4839-B6B9-E27CD674F1D5}"/>
                </a:ext>
              </a:extLst>
            </p:cNvPr>
            <p:cNvSpPr>
              <a:spLocks noGrp="1"/>
            </p:cNvSpPr>
            <p:nvPr/>
          </p:nvSpPr>
          <p:spPr>
            <a:xfrm rot="0">
              <a:off x="10783772" y="8704884"/>
              <a:ext cx="62865" cy="62865"/>
            </a:xfrm>
            <a:prstGeom prst="ellipse">
              <a:avLst/>
            </a:prstGeom>
            <a:solidFill>
              <a:srgbClr val="FFFFFF"/>
            </a:solidFill>
            <a:ln w="8849">
              <a:solidFill>
                <a:srgbClr val="009E73"/>
              </a:solidFill>
              <a:prstDash val="solid"/>
            </a:ln>
          </p:spPr>
        </p:sp>
        <p:sp>
          <p:nvSpPr>
            <p:cNvPr id="239" name="text_238">
              <a:extLst>
                <a:ext uri="{FF2B5EF4-FFF2-40B4-BE49-F238E27FC236}">
                  <ns2:creationId id="{987A2AA8-E452-45AA-AAFF-FF6058BB5C7F}"/>
                </a:ext>
              </a:extLst>
            </p:cNvPr>
            <p:cNvSpPr>
              <a:spLocks noGrp="1"/>
            </p:cNvSpPr>
            <p:nvPr/>
          </p:nvSpPr>
          <p:spPr>
            <a:xfrm rot="0">
              <a:off x="9530195" y="8515320"/>
              <a:ext cx="238125" cy="247650"/>
            </a:xfrm>
            <a:prstGeom prst="rect">
              <a:avLst/>
            </a:prstGeom>
            <a:noFill/>
            <a:ln w="0">
              <a:noFill/>
              <a:prstDash val="solid"/>
            </a:ln>
          </p:spPr>
          <p:txBody>
            <a:bodyPr wrap="none" lIns="0" tIns="0" rIns="0" bIns="0" anchor="t">
              <a:noAutofit/>
            </a:bodyPr>
            <a:lstStyle>
              <a:defPPr algn="l">
                <a:defRPr sz="735" b="1">
                  <a:solidFill>
                    <a:srgbClr val="009E73"/>
                  </a:solidFill>
                  <a:latin typeface="Arial"/>
                  <a:ea typeface="Arial"/>
                  <a:cs typeface="Arial"/>
                </a:defRPr>
              </a:defPPr>
              <a:lvl1pPr algn="l">
                <a:defRPr sz="735" b="1">
                  <a:solidFill>
                    <a:srgbClr val="009E73"/>
                  </a:solidFill>
                  <a:latin typeface="Arial"/>
                  <a:ea typeface="Arial"/>
                  <a:cs typeface="Arial"/>
                </a:defRPr>
              </a:lvl1pPr>
              <a:lvl2pPr algn="l">
                <a:defRPr sz="735" b="1">
                  <a:solidFill>
                    <a:srgbClr val="009E73"/>
                  </a:solidFill>
                  <a:latin typeface="Arial"/>
                  <a:ea typeface="Arial"/>
                  <a:cs typeface="Arial"/>
                </a:defRPr>
              </a:lvl2pPr>
              <a:lvl3pPr algn="l">
                <a:defRPr sz="735" b="1">
                  <a:solidFill>
                    <a:srgbClr val="009E73"/>
                  </a:solidFill>
                  <a:latin typeface="Arial"/>
                  <a:ea typeface="Arial"/>
                  <a:cs typeface="Arial"/>
                </a:defRPr>
              </a:lvl3pPr>
              <a:lvl4pPr algn="l">
                <a:defRPr sz="735" b="1">
                  <a:solidFill>
                    <a:srgbClr val="009E73"/>
                  </a:solidFill>
                  <a:latin typeface="Arial"/>
                  <a:ea typeface="Arial"/>
                  <a:cs typeface="Arial"/>
                </a:defRPr>
              </a:lvl4pPr>
              <a:lvl5pPr algn="l">
                <a:defRPr sz="735" b="1">
                  <a:solidFill>
                    <a:srgbClr val="009E73"/>
                  </a:solidFill>
                  <a:latin typeface="Arial"/>
                  <a:ea typeface="Arial"/>
                  <a:cs typeface="Arial"/>
                </a:defRPr>
              </a:lvl5pPr>
              <a:lvl6pPr algn="l">
                <a:defRPr sz="735" b="1">
                  <a:solidFill>
                    <a:srgbClr val="009E73"/>
                  </a:solidFill>
                  <a:latin typeface="Arial"/>
                  <a:ea typeface="Arial"/>
                  <a:cs typeface="Arial"/>
                </a:defRPr>
              </a:lvl6pPr>
              <a:lvl7pPr algn="l">
                <a:defRPr sz="735" b="1">
                  <a:solidFill>
                    <a:srgbClr val="009E73"/>
                  </a:solidFill>
                  <a:latin typeface="Arial"/>
                  <a:ea typeface="Arial"/>
                  <a:cs typeface="Arial"/>
                </a:defRPr>
              </a:lvl7pPr>
              <a:lvl8pPr algn="l">
                <a:defRPr sz="735" b="1">
                  <a:solidFill>
                    <a:srgbClr val="009E73"/>
                  </a:solidFill>
                  <a:latin typeface="Arial"/>
                  <a:ea typeface="Arial"/>
                  <a:cs typeface="Arial"/>
                </a:defRPr>
              </a:lvl8pPr>
              <a:lvl9pPr algn="l">
                <a:defRPr sz="735" b="1">
                  <a:solidFill>
                    <a:srgbClr val="009E73"/>
                  </a:solidFill>
                  <a:latin typeface="Arial"/>
                  <a:ea typeface="Arial"/>
                  <a:cs typeface="Arial"/>
                </a:defRPr>
              </a:lvl9pPr>
            </a:lstStyle>
            <a:p>
              <a:pPr algn="l">
                <a:defRPr sz="735" b="1">
                  <a:solidFill>
                    <a:srgbClr val="009E73"/>
                  </a:solidFill>
                  <a:latin typeface="Arial"/>
                  <a:ea typeface="Arial"/>
                  <a:cs typeface="Arial"/>
                </a:defRPr>
              </a:pPr>
              <a:r>
                <a:rPr sz="735" b="1">
                  <a:solidFill>
                    <a:srgbClr val="009E73"/>
                  </a:solidFill>
                  <a:latin typeface="Arial"/>
                  <a:ea typeface="Arial"/>
                  <a:cs typeface="Arial"/>
                </a:rPr>
                <a:t>C</a:t>
              </a:r>
            </a:p>
          </p:txBody>
        </p:sp>
        <p:sp>
          <p:nvSpPr>
            <p:cNvPr id="240" name="line_239">
              <a:extLst>
                <a:ext uri="{FF2B5EF4-FFF2-40B4-BE49-F238E27FC236}">
                  <ns2:creationId id="{CD557000-7873-4859-9631-65012C024226}"/>
                </a:ext>
              </a:extLst>
            </p:cNvPr>
            <p:cNvSpPr>
              <a:spLocks noGrp="1"/>
            </p:cNvSpPr>
            <p:nvPr/>
          </p:nvSpPr>
          <p:spPr>
            <a:xfrm>
              <a:off x="9758795" y="8210550"/>
              <a:ext cx="95" cy="962025"/>
            </a:xfrm>
            <a:custGeom>
              <a:pathLst>
                <a:path w="95" h="962025">
                  <a:moveTo>
                    <a:pt x="0" y="0"/>
                  </a:moveTo>
                  <a:lnTo>
                    <a:pt x="0" y="962025"/>
                  </a:lnTo>
                </a:path>
              </a:pathLst>
            </a:custGeom>
            <a:noFill/>
            <a:ln w="4425">
              <a:solidFill>
                <a:srgbClr val="000000"/>
              </a:solidFill>
              <a:prstDash val="dash"/>
            </a:ln>
          </p:spPr>
        </p:sp>
        <p:pic>
          <p:nvPicPr>
            <p:cNvPr id="241" name="">
              <a:extLst>
                <a:ext uri="{FF2B5EF4-FFF2-40B4-BE49-F238E27FC236}">
                  <ns2:creationId id="{DC95479B-D94A-4F31-AAB0-FB90C2FBC321}"/>
                </a:ext>
              </a:extLst>
            </p:cNvPr>
            <p:cNvPicPr>
              <a:picLocks noChangeAspect="1"/>
            </p:cNvPicPr>
            <p:nvPr/>
          </p:nvPicPr>
          <p:blipFill>
            <a:blip r:embed="R018e3504b5ad4977"/>
            <a:stretch/>
          </p:blipFill>
          <p:spPr>
            <a:xfrm>
              <a:off x="3333750" y="9725025"/>
              <a:ext cx="6858000" cy="123825"/>
            </a:xfrm>
            <a:prstGeom prst="rect">
              <a:avLst/>
            </a:prstGeom>
          </p:spPr>
        </p:pic>
        <p:sp>
          <p:nvSpPr>
            <p:cNvPr id="242" name="text_241">
              <a:extLst>
                <a:ext uri="{FF2B5EF4-FFF2-40B4-BE49-F238E27FC236}">
                  <ns2:creationId id="{BD4EB667-BE98-4EE4-B9CA-D884C53792B8}"/>
                </a:ext>
              </a:extLst>
            </p:cNvPr>
            <p:cNvSpPr>
              <a:spLocks noGrp="1"/>
            </p:cNvSpPr>
            <p:nvPr/>
          </p:nvSpPr>
          <p:spPr>
            <a:xfrm rot="0">
              <a:off x="3095625" y="9886950"/>
              <a:ext cx="476250" cy="219075"/>
            </a:xfrm>
            <a:prstGeom prst="rect">
              <a:avLst/>
            </a:prstGeom>
            <a:noFill/>
            <a:ln w="0">
              <a:noFill/>
              <a:prstDash val="solid"/>
            </a:ln>
          </p:spPr>
          <p:txBody>
            <a:bodyPr wrap="none" lIns="0" tIns="0" rIns="0" bIns="0" anchor="t">
              <a:noAutofit/>
            </a:bodyPr>
            <a:lstStyle>
              <a:defPPr algn="ctr">
                <a:defRPr sz="619" b="0">
                  <a:solidFill>
                    <a:srgbClr val="000000"/>
                  </a:solidFill>
                  <a:latin typeface="Arial"/>
                  <a:ea typeface="Arial"/>
                  <a:cs typeface="Arial"/>
                </a:defRPr>
              </a:defPPr>
              <a:lvl1pPr algn="ctr">
                <a:defRPr sz="619" b="0">
                  <a:solidFill>
                    <a:srgbClr val="000000"/>
                  </a:solidFill>
                  <a:latin typeface="Arial"/>
                  <a:ea typeface="Arial"/>
                  <a:cs typeface="Arial"/>
                </a:defRPr>
              </a:lvl1pPr>
              <a:lvl2pPr algn="ctr">
                <a:defRPr sz="619" b="0">
                  <a:solidFill>
                    <a:srgbClr val="000000"/>
                  </a:solidFill>
                  <a:latin typeface="Arial"/>
                  <a:ea typeface="Arial"/>
                  <a:cs typeface="Arial"/>
                </a:defRPr>
              </a:lvl2pPr>
              <a:lvl3pPr algn="ctr">
                <a:defRPr sz="619" b="0">
                  <a:solidFill>
                    <a:srgbClr val="000000"/>
                  </a:solidFill>
                  <a:latin typeface="Arial"/>
                  <a:ea typeface="Arial"/>
                  <a:cs typeface="Arial"/>
                </a:defRPr>
              </a:lvl3pPr>
              <a:lvl4pPr algn="ctr">
                <a:defRPr sz="619" b="0">
                  <a:solidFill>
                    <a:srgbClr val="000000"/>
                  </a:solidFill>
                  <a:latin typeface="Arial"/>
                  <a:ea typeface="Arial"/>
                  <a:cs typeface="Arial"/>
                </a:defRPr>
              </a:lvl4pPr>
              <a:lvl5pPr algn="ctr">
                <a:defRPr sz="619" b="0">
                  <a:solidFill>
                    <a:srgbClr val="000000"/>
                  </a:solidFill>
                  <a:latin typeface="Arial"/>
                  <a:ea typeface="Arial"/>
                  <a:cs typeface="Arial"/>
                </a:defRPr>
              </a:lvl5pPr>
              <a:lvl6pPr algn="ctr">
                <a:defRPr sz="619" b="0">
                  <a:solidFill>
                    <a:srgbClr val="000000"/>
                  </a:solidFill>
                  <a:latin typeface="Arial"/>
                  <a:ea typeface="Arial"/>
                  <a:cs typeface="Arial"/>
                </a:defRPr>
              </a:lvl6pPr>
              <a:lvl7pPr algn="ctr">
                <a:defRPr sz="619" b="0">
                  <a:solidFill>
                    <a:srgbClr val="000000"/>
                  </a:solidFill>
                  <a:latin typeface="Arial"/>
                  <a:ea typeface="Arial"/>
                  <a:cs typeface="Arial"/>
                </a:defRPr>
              </a:lvl7pPr>
              <a:lvl8pPr algn="ctr">
                <a:defRPr sz="619" b="0">
                  <a:solidFill>
                    <a:srgbClr val="000000"/>
                  </a:solidFill>
                  <a:latin typeface="Arial"/>
                  <a:ea typeface="Arial"/>
                  <a:cs typeface="Arial"/>
                </a:defRPr>
              </a:lvl8pPr>
              <a:lvl9pPr algn="ctr">
                <a:defRPr sz="619" b="0">
                  <a:solidFill>
                    <a:srgbClr val="000000"/>
                  </a:solidFill>
                  <a:latin typeface="Arial"/>
                  <a:ea typeface="Arial"/>
                  <a:cs typeface="Arial"/>
                </a:defRPr>
              </a:lvl9pPr>
            </a:lstStyle>
            <a:p>
              <a:pPr algn="ctr">
                <a:defRPr sz="619" b="0">
                  <a:solidFill>
                    <a:srgbClr val="000000"/>
                  </a:solidFill>
                  <a:latin typeface="Arial"/>
                  <a:ea typeface="Arial"/>
                  <a:cs typeface="Arial"/>
                </a:defRPr>
              </a:pPr>
              <a:r>
                <a:rPr sz="619" b="0">
                  <a:solidFill>
                    <a:srgbClr val="000000"/>
                  </a:solidFill>
                  <a:latin typeface="Arial"/>
                  <a:ea typeface="Arial"/>
                  <a:cs typeface="Arial"/>
                </a:rPr>
                <a:t>0</a:t>
              </a:r>
            </a:p>
          </p:txBody>
        </p:sp>
        <p:sp>
          <p:nvSpPr>
            <p:cNvPr id="243" name="text_242">
              <a:extLst>
                <a:ext uri="{FF2B5EF4-FFF2-40B4-BE49-F238E27FC236}">
                  <ns2:creationId id="{6FD99CE0-24A6-4395-8076-AE240162B7F3}"/>
                </a:ext>
              </a:extLst>
            </p:cNvPr>
            <p:cNvSpPr>
              <a:spLocks noGrp="1"/>
            </p:cNvSpPr>
            <p:nvPr/>
          </p:nvSpPr>
          <p:spPr>
            <a:xfrm rot="0">
              <a:off x="4810125" y="9886950"/>
              <a:ext cx="476250" cy="219075"/>
            </a:xfrm>
            <a:prstGeom prst="rect">
              <a:avLst/>
            </a:prstGeom>
            <a:noFill/>
            <a:ln w="0">
              <a:noFill/>
              <a:prstDash val="solid"/>
            </a:ln>
          </p:spPr>
          <p:txBody>
            <a:bodyPr wrap="none" lIns="0" tIns="0" rIns="0" bIns="0" anchor="t">
              <a:noAutofit/>
            </a:bodyPr>
            <a:lstStyle>
              <a:defPPr algn="ctr">
                <a:defRPr sz="619" b="0">
                  <a:solidFill>
                    <a:srgbClr val="000000"/>
                  </a:solidFill>
                  <a:latin typeface="Arial"/>
                  <a:ea typeface="Arial"/>
                  <a:cs typeface="Arial"/>
                </a:defRPr>
              </a:defPPr>
              <a:lvl1pPr algn="ctr">
                <a:defRPr sz="619" b="0">
                  <a:solidFill>
                    <a:srgbClr val="000000"/>
                  </a:solidFill>
                  <a:latin typeface="Arial"/>
                  <a:ea typeface="Arial"/>
                  <a:cs typeface="Arial"/>
                </a:defRPr>
              </a:lvl1pPr>
              <a:lvl2pPr algn="ctr">
                <a:defRPr sz="619" b="0">
                  <a:solidFill>
                    <a:srgbClr val="000000"/>
                  </a:solidFill>
                  <a:latin typeface="Arial"/>
                  <a:ea typeface="Arial"/>
                  <a:cs typeface="Arial"/>
                </a:defRPr>
              </a:lvl2pPr>
              <a:lvl3pPr algn="ctr">
                <a:defRPr sz="619" b="0">
                  <a:solidFill>
                    <a:srgbClr val="000000"/>
                  </a:solidFill>
                  <a:latin typeface="Arial"/>
                  <a:ea typeface="Arial"/>
                  <a:cs typeface="Arial"/>
                </a:defRPr>
              </a:lvl3pPr>
              <a:lvl4pPr algn="ctr">
                <a:defRPr sz="619" b="0">
                  <a:solidFill>
                    <a:srgbClr val="000000"/>
                  </a:solidFill>
                  <a:latin typeface="Arial"/>
                  <a:ea typeface="Arial"/>
                  <a:cs typeface="Arial"/>
                </a:defRPr>
              </a:lvl4pPr>
              <a:lvl5pPr algn="ctr">
                <a:defRPr sz="619" b="0">
                  <a:solidFill>
                    <a:srgbClr val="000000"/>
                  </a:solidFill>
                  <a:latin typeface="Arial"/>
                  <a:ea typeface="Arial"/>
                  <a:cs typeface="Arial"/>
                </a:defRPr>
              </a:lvl5pPr>
              <a:lvl6pPr algn="ctr">
                <a:defRPr sz="619" b="0">
                  <a:solidFill>
                    <a:srgbClr val="000000"/>
                  </a:solidFill>
                  <a:latin typeface="Arial"/>
                  <a:ea typeface="Arial"/>
                  <a:cs typeface="Arial"/>
                </a:defRPr>
              </a:lvl6pPr>
              <a:lvl7pPr algn="ctr">
                <a:defRPr sz="619" b="0">
                  <a:solidFill>
                    <a:srgbClr val="000000"/>
                  </a:solidFill>
                  <a:latin typeface="Arial"/>
                  <a:ea typeface="Arial"/>
                  <a:cs typeface="Arial"/>
                </a:defRPr>
              </a:lvl7pPr>
              <a:lvl8pPr algn="ctr">
                <a:defRPr sz="619" b="0">
                  <a:solidFill>
                    <a:srgbClr val="000000"/>
                  </a:solidFill>
                  <a:latin typeface="Arial"/>
                  <a:ea typeface="Arial"/>
                  <a:cs typeface="Arial"/>
                </a:defRPr>
              </a:lvl8pPr>
              <a:lvl9pPr algn="ctr">
                <a:defRPr sz="619" b="0">
                  <a:solidFill>
                    <a:srgbClr val="000000"/>
                  </a:solidFill>
                  <a:latin typeface="Arial"/>
                  <a:ea typeface="Arial"/>
                  <a:cs typeface="Arial"/>
                </a:defRPr>
              </a:lvl9pPr>
            </a:lstStyle>
            <a:p>
              <a:pPr algn="ctr">
                <a:defRPr sz="619" b="0">
                  <a:solidFill>
                    <a:srgbClr val="000000"/>
                  </a:solidFill>
                  <a:latin typeface="Arial"/>
                  <a:ea typeface="Arial"/>
                  <a:cs typeface="Arial"/>
                </a:defRPr>
              </a:pPr>
              <a:r>
                <a:rPr sz="619" b="0">
                  <a:solidFill>
                    <a:srgbClr val="000000"/>
                  </a:solidFill>
                  <a:latin typeface="Arial"/>
                  <a:ea typeface="Arial"/>
                  <a:cs typeface="Arial"/>
                </a:rPr>
                <a:t>25</a:t>
              </a:r>
            </a:p>
          </p:txBody>
        </p:sp>
        <p:sp>
          <p:nvSpPr>
            <p:cNvPr id="244" name="text_243">
              <a:extLst>
                <a:ext uri="{FF2B5EF4-FFF2-40B4-BE49-F238E27FC236}">
                  <ns2:creationId id="{4A9D4F8E-DB50-4C3F-B977-2EF2F1AFD2C3}"/>
                </a:ext>
              </a:extLst>
            </p:cNvPr>
            <p:cNvSpPr>
              <a:spLocks noGrp="1"/>
            </p:cNvSpPr>
            <p:nvPr/>
          </p:nvSpPr>
          <p:spPr>
            <a:xfrm rot="0">
              <a:off x="6524625" y="9886950"/>
              <a:ext cx="476250" cy="219075"/>
            </a:xfrm>
            <a:prstGeom prst="rect">
              <a:avLst/>
            </a:prstGeom>
            <a:noFill/>
            <a:ln w="0">
              <a:noFill/>
              <a:prstDash val="solid"/>
            </a:ln>
          </p:spPr>
          <p:txBody>
            <a:bodyPr wrap="none" lIns="0" tIns="0" rIns="0" bIns="0" anchor="t">
              <a:noAutofit/>
            </a:bodyPr>
            <a:lstStyle>
              <a:defPPr algn="ctr">
                <a:defRPr sz="619" b="0">
                  <a:solidFill>
                    <a:srgbClr val="000000"/>
                  </a:solidFill>
                  <a:latin typeface="Arial"/>
                  <a:ea typeface="Arial"/>
                  <a:cs typeface="Arial"/>
                </a:defRPr>
              </a:defPPr>
              <a:lvl1pPr algn="ctr">
                <a:defRPr sz="619" b="0">
                  <a:solidFill>
                    <a:srgbClr val="000000"/>
                  </a:solidFill>
                  <a:latin typeface="Arial"/>
                  <a:ea typeface="Arial"/>
                  <a:cs typeface="Arial"/>
                </a:defRPr>
              </a:lvl1pPr>
              <a:lvl2pPr algn="ctr">
                <a:defRPr sz="619" b="0">
                  <a:solidFill>
                    <a:srgbClr val="000000"/>
                  </a:solidFill>
                  <a:latin typeface="Arial"/>
                  <a:ea typeface="Arial"/>
                  <a:cs typeface="Arial"/>
                </a:defRPr>
              </a:lvl2pPr>
              <a:lvl3pPr algn="ctr">
                <a:defRPr sz="619" b="0">
                  <a:solidFill>
                    <a:srgbClr val="000000"/>
                  </a:solidFill>
                  <a:latin typeface="Arial"/>
                  <a:ea typeface="Arial"/>
                  <a:cs typeface="Arial"/>
                </a:defRPr>
              </a:lvl3pPr>
              <a:lvl4pPr algn="ctr">
                <a:defRPr sz="619" b="0">
                  <a:solidFill>
                    <a:srgbClr val="000000"/>
                  </a:solidFill>
                  <a:latin typeface="Arial"/>
                  <a:ea typeface="Arial"/>
                  <a:cs typeface="Arial"/>
                </a:defRPr>
              </a:lvl4pPr>
              <a:lvl5pPr algn="ctr">
                <a:defRPr sz="619" b="0">
                  <a:solidFill>
                    <a:srgbClr val="000000"/>
                  </a:solidFill>
                  <a:latin typeface="Arial"/>
                  <a:ea typeface="Arial"/>
                  <a:cs typeface="Arial"/>
                </a:defRPr>
              </a:lvl5pPr>
              <a:lvl6pPr algn="ctr">
                <a:defRPr sz="619" b="0">
                  <a:solidFill>
                    <a:srgbClr val="000000"/>
                  </a:solidFill>
                  <a:latin typeface="Arial"/>
                  <a:ea typeface="Arial"/>
                  <a:cs typeface="Arial"/>
                </a:defRPr>
              </a:lvl6pPr>
              <a:lvl7pPr algn="ctr">
                <a:defRPr sz="619" b="0">
                  <a:solidFill>
                    <a:srgbClr val="000000"/>
                  </a:solidFill>
                  <a:latin typeface="Arial"/>
                  <a:ea typeface="Arial"/>
                  <a:cs typeface="Arial"/>
                </a:defRPr>
              </a:lvl7pPr>
              <a:lvl8pPr algn="ctr">
                <a:defRPr sz="619" b="0">
                  <a:solidFill>
                    <a:srgbClr val="000000"/>
                  </a:solidFill>
                  <a:latin typeface="Arial"/>
                  <a:ea typeface="Arial"/>
                  <a:cs typeface="Arial"/>
                </a:defRPr>
              </a:lvl8pPr>
              <a:lvl9pPr algn="ctr">
                <a:defRPr sz="619" b="0">
                  <a:solidFill>
                    <a:srgbClr val="000000"/>
                  </a:solidFill>
                  <a:latin typeface="Arial"/>
                  <a:ea typeface="Arial"/>
                  <a:cs typeface="Arial"/>
                </a:defRPr>
              </a:lvl9pPr>
            </a:lstStyle>
            <a:p>
              <a:pPr algn="ctr">
                <a:defRPr sz="619" b="0">
                  <a:solidFill>
                    <a:srgbClr val="000000"/>
                  </a:solidFill>
                  <a:latin typeface="Arial"/>
                  <a:ea typeface="Arial"/>
                  <a:cs typeface="Arial"/>
                </a:defRPr>
              </a:pPr>
              <a:r>
                <a:rPr sz="619" b="0">
                  <a:solidFill>
                    <a:srgbClr val="000000"/>
                  </a:solidFill>
                  <a:latin typeface="Arial"/>
                  <a:ea typeface="Arial"/>
                  <a:cs typeface="Arial"/>
                </a:rPr>
                <a:t>50</a:t>
              </a:r>
            </a:p>
          </p:txBody>
        </p:sp>
        <p:sp>
          <p:nvSpPr>
            <p:cNvPr id="245" name="text_244">
              <a:extLst>
                <a:ext uri="{FF2B5EF4-FFF2-40B4-BE49-F238E27FC236}">
                  <ns2:creationId id="{653FF27F-FF99-438A-8412-9C7F321DA3DC}"/>
                </a:ext>
              </a:extLst>
            </p:cNvPr>
            <p:cNvSpPr>
              <a:spLocks noGrp="1"/>
            </p:cNvSpPr>
            <p:nvPr/>
          </p:nvSpPr>
          <p:spPr>
            <a:xfrm rot="0">
              <a:off x="8239125" y="9886950"/>
              <a:ext cx="476250" cy="219075"/>
            </a:xfrm>
            <a:prstGeom prst="rect">
              <a:avLst/>
            </a:prstGeom>
            <a:noFill/>
            <a:ln w="0">
              <a:noFill/>
              <a:prstDash val="solid"/>
            </a:ln>
          </p:spPr>
          <p:txBody>
            <a:bodyPr wrap="none" lIns="0" tIns="0" rIns="0" bIns="0" anchor="t">
              <a:noAutofit/>
            </a:bodyPr>
            <a:lstStyle>
              <a:defPPr algn="ctr">
                <a:defRPr sz="619" b="0">
                  <a:solidFill>
                    <a:srgbClr val="000000"/>
                  </a:solidFill>
                  <a:latin typeface="Arial"/>
                  <a:ea typeface="Arial"/>
                  <a:cs typeface="Arial"/>
                </a:defRPr>
              </a:defPPr>
              <a:lvl1pPr algn="ctr">
                <a:defRPr sz="619" b="0">
                  <a:solidFill>
                    <a:srgbClr val="000000"/>
                  </a:solidFill>
                  <a:latin typeface="Arial"/>
                  <a:ea typeface="Arial"/>
                  <a:cs typeface="Arial"/>
                </a:defRPr>
              </a:lvl1pPr>
              <a:lvl2pPr algn="ctr">
                <a:defRPr sz="619" b="0">
                  <a:solidFill>
                    <a:srgbClr val="000000"/>
                  </a:solidFill>
                  <a:latin typeface="Arial"/>
                  <a:ea typeface="Arial"/>
                  <a:cs typeface="Arial"/>
                </a:defRPr>
              </a:lvl2pPr>
              <a:lvl3pPr algn="ctr">
                <a:defRPr sz="619" b="0">
                  <a:solidFill>
                    <a:srgbClr val="000000"/>
                  </a:solidFill>
                  <a:latin typeface="Arial"/>
                  <a:ea typeface="Arial"/>
                  <a:cs typeface="Arial"/>
                </a:defRPr>
              </a:lvl3pPr>
              <a:lvl4pPr algn="ctr">
                <a:defRPr sz="619" b="0">
                  <a:solidFill>
                    <a:srgbClr val="000000"/>
                  </a:solidFill>
                  <a:latin typeface="Arial"/>
                  <a:ea typeface="Arial"/>
                  <a:cs typeface="Arial"/>
                </a:defRPr>
              </a:lvl4pPr>
              <a:lvl5pPr algn="ctr">
                <a:defRPr sz="619" b="0">
                  <a:solidFill>
                    <a:srgbClr val="000000"/>
                  </a:solidFill>
                  <a:latin typeface="Arial"/>
                  <a:ea typeface="Arial"/>
                  <a:cs typeface="Arial"/>
                </a:defRPr>
              </a:lvl5pPr>
              <a:lvl6pPr algn="ctr">
                <a:defRPr sz="619" b="0">
                  <a:solidFill>
                    <a:srgbClr val="000000"/>
                  </a:solidFill>
                  <a:latin typeface="Arial"/>
                  <a:ea typeface="Arial"/>
                  <a:cs typeface="Arial"/>
                </a:defRPr>
              </a:lvl6pPr>
              <a:lvl7pPr algn="ctr">
                <a:defRPr sz="619" b="0">
                  <a:solidFill>
                    <a:srgbClr val="000000"/>
                  </a:solidFill>
                  <a:latin typeface="Arial"/>
                  <a:ea typeface="Arial"/>
                  <a:cs typeface="Arial"/>
                </a:defRPr>
              </a:lvl7pPr>
              <a:lvl8pPr algn="ctr">
                <a:defRPr sz="619" b="0">
                  <a:solidFill>
                    <a:srgbClr val="000000"/>
                  </a:solidFill>
                  <a:latin typeface="Arial"/>
                  <a:ea typeface="Arial"/>
                  <a:cs typeface="Arial"/>
                </a:defRPr>
              </a:lvl8pPr>
              <a:lvl9pPr algn="ctr">
                <a:defRPr sz="619" b="0">
                  <a:solidFill>
                    <a:srgbClr val="000000"/>
                  </a:solidFill>
                  <a:latin typeface="Arial"/>
                  <a:ea typeface="Arial"/>
                  <a:cs typeface="Arial"/>
                </a:defRPr>
              </a:lvl9pPr>
            </a:lstStyle>
            <a:p>
              <a:pPr algn="ctr">
                <a:defRPr sz="619" b="0">
                  <a:solidFill>
                    <a:srgbClr val="000000"/>
                  </a:solidFill>
                  <a:latin typeface="Arial"/>
                  <a:ea typeface="Arial"/>
                  <a:cs typeface="Arial"/>
                </a:defRPr>
              </a:pPr>
              <a:r>
                <a:rPr sz="619" b="0">
                  <a:solidFill>
                    <a:srgbClr val="000000"/>
                  </a:solidFill>
                  <a:latin typeface="Arial"/>
                  <a:ea typeface="Arial"/>
                  <a:cs typeface="Arial"/>
                </a:rPr>
                <a:t>75</a:t>
              </a:r>
            </a:p>
          </p:txBody>
        </p:sp>
        <p:sp>
          <p:nvSpPr>
            <p:cNvPr id="246" name="text_245">
              <a:extLst>
                <a:ext uri="{FF2B5EF4-FFF2-40B4-BE49-F238E27FC236}">
                  <ns2:creationId id="{A5AA5923-467A-4B8C-8980-F9A5A47696EF}"/>
                </a:ext>
              </a:extLst>
            </p:cNvPr>
            <p:cNvSpPr>
              <a:spLocks noGrp="1"/>
            </p:cNvSpPr>
            <p:nvPr/>
          </p:nvSpPr>
          <p:spPr>
            <a:xfrm rot="0">
              <a:off x="9953625" y="9886950"/>
              <a:ext cx="476250" cy="219075"/>
            </a:xfrm>
            <a:prstGeom prst="rect">
              <a:avLst/>
            </a:prstGeom>
            <a:noFill/>
            <a:ln w="0">
              <a:noFill/>
              <a:prstDash val="solid"/>
            </a:ln>
          </p:spPr>
          <p:txBody>
            <a:bodyPr wrap="none" lIns="0" tIns="0" rIns="0" bIns="0" anchor="t">
              <a:noAutofit/>
            </a:bodyPr>
            <a:lstStyle>
              <a:defPPr algn="ctr">
                <a:defRPr sz="619" b="0">
                  <a:solidFill>
                    <a:srgbClr val="000000"/>
                  </a:solidFill>
                  <a:latin typeface="Arial"/>
                  <a:ea typeface="Arial"/>
                  <a:cs typeface="Arial"/>
                </a:defRPr>
              </a:defPPr>
              <a:lvl1pPr algn="ctr">
                <a:defRPr sz="619" b="0">
                  <a:solidFill>
                    <a:srgbClr val="000000"/>
                  </a:solidFill>
                  <a:latin typeface="Arial"/>
                  <a:ea typeface="Arial"/>
                  <a:cs typeface="Arial"/>
                </a:defRPr>
              </a:lvl1pPr>
              <a:lvl2pPr algn="ctr">
                <a:defRPr sz="619" b="0">
                  <a:solidFill>
                    <a:srgbClr val="000000"/>
                  </a:solidFill>
                  <a:latin typeface="Arial"/>
                  <a:ea typeface="Arial"/>
                  <a:cs typeface="Arial"/>
                </a:defRPr>
              </a:lvl2pPr>
              <a:lvl3pPr algn="ctr">
                <a:defRPr sz="619" b="0">
                  <a:solidFill>
                    <a:srgbClr val="000000"/>
                  </a:solidFill>
                  <a:latin typeface="Arial"/>
                  <a:ea typeface="Arial"/>
                  <a:cs typeface="Arial"/>
                </a:defRPr>
              </a:lvl3pPr>
              <a:lvl4pPr algn="ctr">
                <a:defRPr sz="619" b="0">
                  <a:solidFill>
                    <a:srgbClr val="000000"/>
                  </a:solidFill>
                  <a:latin typeface="Arial"/>
                  <a:ea typeface="Arial"/>
                  <a:cs typeface="Arial"/>
                </a:defRPr>
              </a:lvl4pPr>
              <a:lvl5pPr algn="ctr">
                <a:defRPr sz="619" b="0">
                  <a:solidFill>
                    <a:srgbClr val="000000"/>
                  </a:solidFill>
                  <a:latin typeface="Arial"/>
                  <a:ea typeface="Arial"/>
                  <a:cs typeface="Arial"/>
                </a:defRPr>
              </a:lvl5pPr>
              <a:lvl6pPr algn="ctr">
                <a:defRPr sz="619" b="0">
                  <a:solidFill>
                    <a:srgbClr val="000000"/>
                  </a:solidFill>
                  <a:latin typeface="Arial"/>
                  <a:ea typeface="Arial"/>
                  <a:cs typeface="Arial"/>
                </a:defRPr>
              </a:lvl6pPr>
              <a:lvl7pPr algn="ctr">
                <a:defRPr sz="619" b="0">
                  <a:solidFill>
                    <a:srgbClr val="000000"/>
                  </a:solidFill>
                  <a:latin typeface="Arial"/>
                  <a:ea typeface="Arial"/>
                  <a:cs typeface="Arial"/>
                </a:defRPr>
              </a:lvl7pPr>
              <a:lvl8pPr algn="ctr">
                <a:defRPr sz="619" b="0">
                  <a:solidFill>
                    <a:srgbClr val="000000"/>
                  </a:solidFill>
                  <a:latin typeface="Arial"/>
                  <a:ea typeface="Arial"/>
                  <a:cs typeface="Arial"/>
                </a:defRPr>
              </a:lvl8pPr>
              <a:lvl9pPr algn="ctr">
                <a:defRPr sz="619" b="0">
                  <a:solidFill>
                    <a:srgbClr val="000000"/>
                  </a:solidFill>
                  <a:latin typeface="Arial"/>
                  <a:ea typeface="Arial"/>
                  <a:cs typeface="Arial"/>
                </a:defRPr>
              </a:lvl9pPr>
            </a:lstStyle>
            <a:p>
              <a:pPr algn="ctr">
                <a:defRPr sz="619" b="0">
                  <a:solidFill>
                    <a:srgbClr val="000000"/>
                  </a:solidFill>
                  <a:latin typeface="Arial"/>
                  <a:ea typeface="Arial"/>
                  <a:cs typeface="Arial"/>
                </a:defRPr>
              </a:pPr>
              <a:r>
                <a:rPr sz="619" b="0">
                  <a:solidFill>
                    <a:srgbClr val="000000"/>
                  </a:solidFill>
                  <a:latin typeface="Arial"/>
                  <a:ea typeface="Arial"/>
                  <a:cs typeface="Arial"/>
                </a:rPr>
                <a:t>100</a:t>
              </a:r>
            </a:p>
          </p:txBody>
        </p:sp>
        <p:sp>
          <p:nvSpPr>
            <p:cNvPr id="247" name="text_246">
              <a:extLst>
                <a:ext uri="{FF2B5EF4-FFF2-40B4-BE49-F238E27FC236}">
                  <ns2:creationId id="{4D07B057-FF90-48C8-B2F9-7BD762123B08}"/>
                </a:ext>
              </a:extLst>
            </p:cNvPr>
            <p:cNvSpPr>
              <a:spLocks noGrp="1"/>
            </p:cNvSpPr>
            <p:nvPr/>
          </p:nvSpPr>
          <p:spPr>
            <a:xfrm rot="0">
              <a:off x="3333750" y="10144125"/>
              <a:ext cx="6858000" cy="219075"/>
            </a:xfrm>
            <a:prstGeom prst="rect">
              <a:avLst/>
            </a:prstGeom>
            <a:noFill/>
            <a:ln w="0">
              <a:noFill/>
              <a:prstDash val="solid"/>
            </a:ln>
          </p:spPr>
          <p:txBody>
            <a:bodyPr wrap="none" lIns="0" tIns="0" rIns="0" bIns="0" anchor="t">
              <a:noAutofit/>
            </a:bodyPr>
            <a:lstStyle>
              <a:defPPr algn="ctr">
                <a:defRPr sz="697" b="0">
                  <a:solidFill>
                    <a:srgbClr val="000000"/>
                  </a:solidFill>
                  <a:latin typeface="Arial"/>
                  <a:ea typeface="Arial"/>
                  <a:cs typeface="Arial"/>
                </a:defRPr>
              </a:defPPr>
              <a:lvl1pPr algn="ctr">
                <a:defRPr sz="697" b="0">
                  <a:solidFill>
                    <a:srgbClr val="000000"/>
                  </a:solidFill>
                  <a:latin typeface="Arial"/>
                  <a:ea typeface="Arial"/>
                  <a:cs typeface="Arial"/>
                </a:defRPr>
              </a:lvl1pPr>
              <a:lvl2pPr algn="ctr">
                <a:defRPr sz="697" b="0">
                  <a:solidFill>
                    <a:srgbClr val="000000"/>
                  </a:solidFill>
                  <a:latin typeface="Arial"/>
                  <a:ea typeface="Arial"/>
                  <a:cs typeface="Arial"/>
                </a:defRPr>
              </a:lvl2pPr>
              <a:lvl3pPr algn="ctr">
                <a:defRPr sz="697" b="0">
                  <a:solidFill>
                    <a:srgbClr val="000000"/>
                  </a:solidFill>
                  <a:latin typeface="Arial"/>
                  <a:ea typeface="Arial"/>
                  <a:cs typeface="Arial"/>
                </a:defRPr>
              </a:lvl3pPr>
              <a:lvl4pPr algn="ctr">
                <a:defRPr sz="697" b="0">
                  <a:solidFill>
                    <a:srgbClr val="000000"/>
                  </a:solidFill>
                  <a:latin typeface="Arial"/>
                  <a:ea typeface="Arial"/>
                  <a:cs typeface="Arial"/>
                </a:defRPr>
              </a:lvl4pPr>
              <a:lvl5pPr algn="ctr">
                <a:defRPr sz="697" b="0">
                  <a:solidFill>
                    <a:srgbClr val="000000"/>
                  </a:solidFill>
                  <a:latin typeface="Arial"/>
                  <a:ea typeface="Arial"/>
                  <a:cs typeface="Arial"/>
                </a:defRPr>
              </a:lvl5pPr>
              <a:lvl6pPr algn="ctr">
                <a:defRPr sz="697" b="0">
                  <a:solidFill>
                    <a:srgbClr val="000000"/>
                  </a:solidFill>
                  <a:latin typeface="Arial"/>
                  <a:ea typeface="Arial"/>
                  <a:cs typeface="Arial"/>
                </a:defRPr>
              </a:lvl6pPr>
              <a:lvl7pPr algn="ctr">
                <a:defRPr sz="697" b="0">
                  <a:solidFill>
                    <a:srgbClr val="000000"/>
                  </a:solidFill>
                  <a:latin typeface="Arial"/>
                  <a:ea typeface="Arial"/>
                  <a:cs typeface="Arial"/>
                </a:defRPr>
              </a:lvl7pPr>
              <a:lvl8pPr algn="ctr">
                <a:defRPr sz="697" b="0">
                  <a:solidFill>
                    <a:srgbClr val="000000"/>
                  </a:solidFill>
                  <a:latin typeface="Arial"/>
                  <a:ea typeface="Arial"/>
                  <a:cs typeface="Arial"/>
                </a:defRPr>
              </a:lvl8pPr>
              <a:lvl9pPr algn="ctr">
                <a:defRPr sz="697" b="0">
                  <a:solidFill>
                    <a:srgbClr val="000000"/>
                  </a:solidFill>
                  <a:latin typeface="Arial"/>
                  <a:ea typeface="Arial"/>
                  <a:cs typeface="Arial"/>
                </a:defRPr>
              </a:lvl9pPr>
            </a:lstStyle>
            <a:p>
              <a:pPr algn="ctr">
                <a:defRPr sz="697" b="0">
                  <a:solidFill>
                    <a:srgbClr val="000000"/>
                  </a:solidFill>
                  <a:latin typeface="Arial"/>
                  <a:ea typeface="Arial"/>
                  <a:cs typeface="Arial"/>
                </a:defRPr>
              </a:pPr>
              <a:r>
                <a:rPr sz="697" b="0">
                  <a:solidFill>
                    <a:srgbClr val="000000"/>
                  </a:solidFill>
                  <a:latin typeface="Arial"/>
                  <a:ea typeface="Arial"/>
                  <a:cs typeface="Arial"/>
                </a:rPr>
                <a:t>Panels (b,c,d): concentration (ug m-3), shared 0-100 scale</a:t>
              </a:r>
            </a:p>
          </p:txBody>
        </p:sp>
        <p:sp>
          <p:nvSpPr>
            <p:cNvPr id="248" name="text_247">
              <a:extLst>
                <a:ext uri="{FF2B5EF4-FFF2-40B4-BE49-F238E27FC236}">
                  <ns2:creationId id="{1C59B712-BB79-4DC5-BF84-AC4AA12B262C}"/>
                </a:ext>
              </a:extLst>
            </p:cNvPr>
            <p:cNvSpPr>
              <a:spLocks noGrp="1"/>
            </p:cNvSpPr>
            <p:nvPr/>
          </p:nvSpPr>
          <p:spPr>
            <a:xfrm rot="0">
              <a:off x="666750" y="10391775"/>
              <a:ext cx="12573000" cy="238125"/>
            </a:xfrm>
            <a:prstGeom prst="rect">
              <a:avLst/>
            </a:prstGeom>
            <a:noFill/>
            <a:ln w="0">
              <a:noFill/>
              <a:prstDash val="solid"/>
            </a:ln>
          </p:spPr>
          <p:txBody>
            <a:bodyPr wrap="none" lIns="0" tIns="0" rIns="0" bIns="0" anchor="t">
              <a:noAutofit/>
            </a:bodyPr>
            <a:lstStyle>
              <a:defPPr algn="l">
                <a:defRPr sz="735" b="0">
                  <a:solidFill>
                    <a:srgbClr val="000000"/>
                  </a:solidFill>
                  <a:latin typeface="Arial"/>
                  <a:ea typeface="Arial"/>
                  <a:cs typeface="Arial"/>
                </a:defRPr>
              </a:defPPr>
              <a:lvl1pPr algn="l">
                <a:defRPr sz="735" b="0">
                  <a:solidFill>
                    <a:srgbClr val="000000"/>
                  </a:solidFill>
                  <a:latin typeface="Arial"/>
                  <a:ea typeface="Arial"/>
                  <a:cs typeface="Arial"/>
                </a:defRPr>
              </a:lvl1pPr>
              <a:lvl2pPr algn="l">
                <a:defRPr sz="735" b="0">
                  <a:solidFill>
                    <a:srgbClr val="000000"/>
                  </a:solidFill>
                  <a:latin typeface="Arial"/>
                  <a:ea typeface="Arial"/>
                  <a:cs typeface="Arial"/>
                </a:defRPr>
              </a:lvl2pPr>
              <a:lvl3pPr algn="l">
                <a:defRPr sz="735" b="0">
                  <a:solidFill>
                    <a:srgbClr val="000000"/>
                  </a:solidFill>
                  <a:latin typeface="Arial"/>
                  <a:ea typeface="Arial"/>
                  <a:cs typeface="Arial"/>
                </a:defRPr>
              </a:lvl3pPr>
              <a:lvl4pPr algn="l">
                <a:defRPr sz="735" b="0">
                  <a:solidFill>
                    <a:srgbClr val="000000"/>
                  </a:solidFill>
                  <a:latin typeface="Arial"/>
                  <a:ea typeface="Arial"/>
                  <a:cs typeface="Arial"/>
                </a:defRPr>
              </a:lvl4pPr>
              <a:lvl5pPr algn="l">
                <a:defRPr sz="735" b="0">
                  <a:solidFill>
                    <a:srgbClr val="000000"/>
                  </a:solidFill>
                  <a:latin typeface="Arial"/>
                  <a:ea typeface="Arial"/>
                  <a:cs typeface="Arial"/>
                </a:defRPr>
              </a:lvl5pPr>
              <a:lvl6pPr algn="l">
                <a:defRPr sz="735" b="0">
                  <a:solidFill>
                    <a:srgbClr val="000000"/>
                  </a:solidFill>
                  <a:latin typeface="Arial"/>
                  <a:ea typeface="Arial"/>
                  <a:cs typeface="Arial"/>
                </a:defRPr>
              </a:lvl6pPr>
              <a:lvl7pPr algn="l">
                <a:defRPr sz="735" b="0">
                  <a:solidFill>
                    <a:srgbClr val="000000"/>
                  </a:solidFill>
                  <a:latin typeface="Arial"/>
                  <a:ea typeface="Arial"/>
                  <a:cs typeface="Arial"/>
                </a:defRPr>
              </a:lvl7pPr>
              <a:lvl8pPr algn="l">
                <a:defRPr sz="735" b="0">
                  <a:solidFill>
                    <a:srgbClr val="000000"/>
                  </a:solidFill>
                  <a:latin typeface="Arial"/>
                  <a:ea typeface="Arial"/>
                  <a:cs typeface="Arial"/>
                </a:defRPr>
              </a:lvl8pPr>
              <a:lvl9pPr algn="l">
                <a:defRPr sz="735" b="0">
                  <a:solidFill>
                    <a:srgbClr val="000000"/>
                  </a:solidFill>
                  <a:latin typeface="Arial"/>
                  <a:ea typeface="Arial"/>
                  <a:cs typeface="Arial"/>
                </a:defRPr>
              </a:lvl9pPr>
            </a:lstStyle>
            <a:p>
              <a:pPr algn="l">
                <a:defRPr sz="735" b="0">
                  <a:solidFill>
                    <a:srgbClr val="000000"/>
                  </a:solidFill>
                  <a:latin typeface="Arial"/>
                  <a:ea typeface="Arial"/>
                  <a:cs typeface="Arial"/>
                </a:defRPr>
              </a:pPr>
              <a:r>
                <a:rPr sz="735" b="0">
                  <a:solidFill>
                    <a:srgbClr val="000000"/>
                  </a:solidFill>
                  <a:latin typeface="Arial"/>
                  <a:ea typeface="Arial"/>
                  <a:cs typeface="Arial"/>
                </a:rPr>
                <a:t>A=153, B=146, C=152: extrema of the processed field, projected onto both source views.</a:t>
              </a:r>
            </a:p>
          </p:txBody>
        </p:sp>
        <p:sp>
          <p:nvSpPr>
            <p:cNvPr id="249" name="text_248">
              <a:extLst>
                <a:ext uri="{FF2B5EF4-FFF2-40B4-BE49-F238E27FC236}">
                  <ns2:creationId id="{35E9AF70-E9FE-4E9B-AA17-08C90A19F89D}"/>
                </a:ext>
              </a:extLst>
            </p:cNvPr>
            <p:cNvSpPr>
              <a:spLocks noGrp="1"/>
            </p:cNvSpPr>
            <p:nvPr/>
          </p:nvSpPr>
          <p:spPr>
            <a:xfrm rot="0">
              <a:off x="666750" y="10687050"/>
              <a:ext cx="12573000" cy="238125"/>
            </a:xfrm>
            <a:prstGeom prst="rect">
              <a:avLst/>
            </a:prstGeom>
            <a:noFill/>
            <a:ln w="0">
              <a:noFill/>
              <a:prstDash val="solid"/>
            </a:ln>
          </p:spPr>
          <p:txBody>
            <a:bodyPr wrap="none" lIns="0" tIns="0" rIns="0" bIns="0" anchor="t">
              <a:noAutofit/>
            </a:bodyPr>
            <a:lstStyle>
              <a:defPPr algn="l">
                <a:defRPr sz="735" b="0">
                  <a:solidFill>
                    <a:srgbClr val="000000"/>
                  </a:solidFill>
                  <a:latin typeface="Arial"/>
                  <a:ea typeface="Arial"/>
                  <a:cs typeface="Arial"/>
                </a:defRPr>
              </a:defPPr>
              <a:lvl1pPr algn="l">
                <a:defRPr sz="735" b="0">
                  <a:solidFill>
                    <a:srgbClr val="000000"/>
                  </a:solidFill>
                  <a:latin typeface="Arial"/>
                  <a:ea typeface="Arial"/>
                  <a:cs typeface="Arial"/>
                </a:defRPr>
              </a:lvl1pPr>
              <a:lvl2pPr algn="l">
                <a:defRPr sz="735" b="0">
                  <a:solidFill>
                    <a:srgbClr val="000000"/>
                  </a:solidFill>
                  <a:latin typeface="Arial"/>
                  <a:ea typeface="Arial"/>
                  <a:cs typeface="Arial"/>
                </a:defRPr>
              </a:lvl2pPr>
              <a:lvl3pPr algn="l">
                <a:defRPr sz="735" b="0">
                  <a:solidFill>
                    <a:srgbClr val="000000"/>
                  </a:solidFill>
                  <a:latin typeface="Arial"/>
                  <a:ea typeface="Arial"/>
                  <a:cs typeface="Arial"/>
                </a:defRPr>
              </a:lvl3pPr>
              <a:lvl4pPr algn="l">
                <a:defRPr sz="735" b="0">
                  <a:solidFill>
                    <a:srgbClr val="000000"/>
                  </a:solidFill>
                  <a:latin typeface="Arial"/>
                  <a:ea typeface="Arial"/>
                  <a:cs typeface="Arial"/>
                </a:defRPr>
              </a:lvl4pPr>
              <a:lvl5pPr algn="l">
                <a:defRPr sz="735" b="0">
                  <a:solidFill>
                    <a:srgbClr val="000000"/>
                  </a:solidFill>
                  <a:latin typeface="Arial"/>
                  <a:ea typeface="Arial"/>
                  <a:cs typeface="Arial"/>
                </a:defRPr>
              </a:lvl5pPr>
              <a:lvl6pPr algn="l">
                <a:defRPr sz="735" b="0">
                  <a:solidFill>
                    <a:srgbClr val="000000"/>
                  </a:solidFill>
                  <a:latin typeface="Arial"/>
                  <a:ea typeface="Arial"/>
                  <a:cs typeface="Arial"/>
                </a:defRPr>
              </a:lvl6pPr>
              <a:lvl7pPr algn="l">
                <a:defRPr sz="735" b="0">
                  <a:solidFill>
                    <a:srgbClr val="000000"/>
                  </a:solidFill>
                  <a:latin typeface="Arial"/>
                  <a:ea typeface="Arial"/>
                  <a:cs typeface="Arial"/>
                </a:defRPr>
              </a:lvl7pPr>
              <a:lvl8pPr algn="l">
                <a:defRPr sz="735" b="0">
                  <a:solidFill>
                    <a:srgbClr val="000000"/>
                  </a:solidFill>
                  <a:latin typeface="Arial"/>
                  <a:ea typeface="Arial"/>
                  <a:cs typeface="Arial"/>
                </a:defRPr>
              </a:lvl8pPr>
              <a:lvl9pPr algn="l">
                <a:defRPr sz="735" b="0">
                  <a:solidFill>
                    <a:srgbClr val="000000"/>
                  </a:solidFill>
                  <a:latin typeface="Arial"/>
                  <a:ea typeface="Arial"/>
                  <a:cs typeface="Arial"/>
                </a:defRPr>
              </a:lvl9pPr>
            </a:lstStyle>
            <a:p>
              <a:pPr algn="l">
                <a:defRPr sz="735" b="0">
                  <a:solidFill>
                    <a:srgbClr val="000000"/>
                  </a:solidFill>
                  <a:latin typeface="Arial"/>
                  <a:ea typeface="Arial"/>
                  <a:cs typeface="Arial"/>
                </a:defRPr>
              </a:pPr>
              <a:r>
                <a:rPr sz="735" b="0">
                  <a:solidFill>
                    <a:srgbClr val="000000"/>
                  </a:solidFill>
                  <a:latin typeface="Arial"/>
                  <a:ea typeface="Arial"/>
                  <a:cs typeface="Arial"/>
                </a:rPr>
                <a:t>Solid traces: saved anchors. Dashed traces: fixed references. Gaps retain saved births and deaths.</a:t>
              </a:r>
            </a:p>
          </p:txBody>
        </p:sp>
        <p:sp>
          <p:nvSpPr>
            <p:cNvPr id="250" name="text_249">
              <a:extLst>
                <a:ext uri="{FF2B5EF4-FFF2-40B4-BE49-F238E27FC236}">
                  <ns2:creationId id="{5EA2E7F1-0848-416C-8F7D-E1542D68804B}"/>
                </a:ext>
              </a:extLst>
            </p:cNvPr>
            <p:cNvSpPr>
              <a:spLocks noGrp="1"/>
            </p:cNvSpPr>
            <p:nvPr/>
          </p:nvSpPr>
          <p:spPr>
            <a:xfrm rot="0">
              <a:off x="666750" y="10982325"/>
              <a:ext cx="12573000" cy="238125"/>
            </a:xfrm>
            <a:prstGeom prst="rect">
              <a:avLst/>
            </a:prstGeom>
            <a:noFill/>
            <a:ln w="0">
              <a:noFill/>
              <a:prstDash val="solid"/>
            </a:ln>
          </p:spPr>
          <p:txBody>
            <a:bodyPr wrap="none" lIns="0" tIns="0" rIns="0" bIns="0" anchor="t">
              <a:noAutofit/>
            </a:bodyPr>
            <a:lstStyle>
              <a:defPPr algn="l">
                <a:defRPr sz="735" b="1">
                  <a:solidFill>
                    <a:srgbClr val="000000"/>
                  </a:solidFill>
                  <a:latin typeface="Arial"/>
                  <a:ea typeface="Arial"/>
                  <a:cs typeface="Arial"/>
                </a:defRPr>
              </a:defPPr>
              <a:lvl1pPr algn="l">
                <a:defRPr sz="735" b="1">
                  <a:solidFill>
                    <a:srgbClr val="000000"/>
                  </a:solidFill>
                  <a:latin typeface="Arial"/>
                  <a:ea typeface="Arial"/>
                  <a:cs typeface="Arial"/>
                </a:defRPr>
              </a:lvl1pPr>
              <a:lvl2pPr algn="l">
                <a:defRPr sz="735" b="1">
                  <a:solidFill>
                    <a:srgbClr val="000000"/>
                  </a:solidFill>
                  <a:latin typeface="Arial"/>
                  <a:ea typeface="Arial"/>
                  <a:cs typeface="Arial"/>
                </a:defRPr>
              </a:lvl2pPr>
              <a:lvl3pPr algn="l">
                <a:defRPr sz="735" b="1">
                  <a:solidFill>
                    <a:srgbClr val="000000"/>
                  </a:solidFill>
                  <a:latin typeface="Arial"/>
                  <a:ea typeface="Arial"/>
                  <a:cs typeface="Arial"/>
                </a:defRPr>
              </a:lvl3pPr>
              <a:lvl4pPr algn="l">
                <a:defRPr sz="735" b="1">
                  <a:solidFill>
                    <a:srgbClr val="000000"/>
                  </a:solidFill>
                  <a:latin typeface="Arial"/>
                  <a:ea typeface="Arial"/>
                  <a:cs typeface="Arial"/>
                </a:defRPr>
              </a:lvl4pPr>
              <a:lvl5pPr algn="l">
                <a:defRPr sz="735" b="1">
                  <a:solidFill>
                    <a:srgbClr val="000000"/>
                  </a:solidFill>
                  <a:latin typeface="Arial"/>
                  <a:ea typeface="Arial"/>
                  <a:cs typeface="Arial"/>
                </a:defRPr>
              </a:lvl5pPr>
              <a:lvl6pPr algn="l">
                <a:defRPr sz="735" b="1">
                  <a:solidFill>
                    <a:srgbClr val="000000"/>
                  </a:solidFill>
                  <a:latin typeface="Arial"/>
                  <a:ea typeface="Arial"/>
                  <a:cs typeface="Arial"/>
                </a:defRPr>
              </a:lvl6pPr>
              <a:lvl7pPr algn="l">
                <a:defRPr sz="735" b="1">
                  <a:solidFill>
                    <a:srgbClr val="000000"/>
                  </a:solidFill>
                  <a:latin typeface="Arial"/>
                  <a:ea typeface="Arial"/>
                  <a:cs typeface="Arial"/>
                </a:defRPr>
              </a:lvl7pPr>
              <a:lvl8pPr algn="l">
                <a:defRPr sz="735" b="1">
                  <a:solidFill>
                    <a:srgbClr val="000000"/>
                  </a:solidFill>
                  <a:latin typeface="Arial"/>
                  <a:ea typeface="Arial"/>
                  <a:cs typeface="Arial"/>
                </a:defRPr>
              </a:lvl8pPr>
              <a:lvl9pPr algn="l">
                <a:defRPr sz="735" b="1">
                  <a:solidFill>
                    <a:srgbClr val="000000"/>
                  </a:solidFill>
                  <a:latin typeface="Arial"/>
                  <a:ea typeface="Arial"/>
                  <a:cs typeface="Arial"/>
                </a:defRPr>
              </a:lvl9pPr>
            </a:lstStyle>
            <a:p>
              <a:pPr algn="l">
                <a:defRPr sz="735" b="1">
                  <a:solidFill>
                    <a:srgbClr val="000000"/>
                  </a:solidFill>
                  <a:latin typeface="Arial"/>
                  <a:ea typeface="Arial"/>
                  <a:cs typeface="Arial"/>
                </a:defRPr>
              </a:pPr>
              <a:r>
                <a:rPr sz="735" b="1">
                  <a:solidFill>
                    <a:srgbClr val="000000"/>
                  </a:solidFill>
                  <a:latin typeface="Arial"/>
                  <a:ea typeface="Arial"/>
                  <a:cs typeface="Arial"/>
                </a:rPr>
                <a:t>Jul 14: max displayed anchor error  P 14.88% L  to  R20 0.84% L; measured NMLE 1.12% (window max 3.33%).</a:t>
              </a:r>
            </a:p>
          </p:txBody>
        </p:sp>
        <p:sp>
          <p:nvSpPr>
            <p:cNvPr id="251" name="text_250">
              <a:extLst>
                <a:ext uri="{FF2B5EF4-FFF2-40B4-BE49-F238E27FC236}">
                  <ns2:creationId id="{61C8F8A4-5BCA-4ACF-B662-742491377F2A}"/>
                </a:ext>
              </a:extLst>
            </p:cNvPr>
            <p:cNvSpPr>
              <a:spLocks noGrp="1"/>
            </p:cNvSpPr>
            <p:nvPr/>
          </p:nvSpPr>
          <p:spPr>
            <a:xfrm rot="0">
              <a:off x="666750" y="11277600"/>
              <a:ext cx="12573000" cy="238125"/>
            </a:xfrm>
            <a:prstGeom prst="rect">
              <a:avLst/>
            </a:prstGeom>
            <a:noFill/>
            <a:ln w="0">
              <a:noFill/>
              <a:prstDash val="solid"/>
            </a:ln>
          </p:spPr>
          <p:txBody>
            <a:bodyPr wrap="none" lIns="0" tIns="0" rIns="0" bIns="0" anchor="t">
              <a:noAutofit/>
            </a:bodyPr>
            <a:lstStyle>
              <a:defPPr algn="l">
                <a:defRPr sz="735" b="0">
                  <a:solidFill>
                    <a:srgbClr val="000000"/>
                  </a:solidFill>
                  <a:latin typeface="Arial"/>
                  <a:ea typeface="Arial"/>
                  <a:cs typeface="Arial"/>
                </a:defRPr>
              </a:defPPr>
              <a:lvl1pPr algn="l">
                <a:defRPr sz="735" b="0">
                  <a:solidFill>
                    <a:srgbClr val="000000"/>
                  </a:solidFill>
                  <a:latin typeface="Arial"/>
                  <a:ea typeface="Arial"/>
                  <a:cs typeface="Arial"/>
                </a:defRPr>
              </a:lvl1pPr>
              <a:lvl2pPr algn="l">
                <a:defRPr sz="735" b="0">
                  <a:solidFill>
                    <a:srgbClr val="000000"/>
                  </a:solidFill>
                  <a:latin typeface="Arial"/>
                  <a:ea typeface="Arial"/>
                  <a:cs typeface="Arial"/>
                </a:defRPr>
              </a:lvl2pPr>
              <a:lvl3pPr algn="l">
                <a:defRPr sz="735" b="0">
                  <a:solidFill>
                    <a:srgbClr val="000000"/>
                  </a:solidFill>
                  <a:latin typeface="Arial"/>
                  <a:ea typeface="Arial"/>
                  <a:cs typeface="Arial"/>
                </a:defRPr>
              </a:lvl3pPr>
              <a:lvl4pPr algn="l">
                <a:defRPr sz="735" b="0">
                  <a:solidFill>
                    <a:srgbClr val="000000"/>
                  </a:solidFill>
                  <a:latin typeface="Arial"/>
                  <a:ea typeface="Arial"/>
                  <a:cs typeface="Arial"/>
                </a:defRPr>
              </a:lvl4pPr>
              <a:lvl5pPr algn="l">
                <a:defRPr sz="735" b="0">
                  <a:solidFill>
                    <a:srgbClr val="000000"/>
                  </a:solidFill>
                  <a:latin typeface="Arial"/>
                  <a:ea typeface="Arial"/>
                  <a:cs typeface="Arial"/>
                </a:defRPr>
              </a:lvl5pPr>
              <a:lvl6pPr algn="l">
                <a:defRPr sz="735" b="0">
                  <a:solidFill>
                    <a:srgbClr val="000000"/>
                  </a:solidFill>
                  <a:latin typeface="Arial"/>
                  <a:ea typeface="Arial"/>
                  <a:cs typeface="Arial"/>
                </a:defRPr>
              </a:lvl6pPr>
              <a:lvl7pPr algn="l">
                <a:defRPr sz="735" b="0">
                  <a:solidFill>
                    <a:srgbClr val="000000"/>
                  </a:solidFill>
                  <a:latin typeface="Arial"/>
                  <a:ea typeface="Arial"/>
                  <a:cs typeface="Arial"/>
                </a:defRPr>
              </a:lvl7pPr>
              <a:lvl8pPr algn="l">
                <a:defRPr sz="735" b="0">
                  <a:solidFill>
                    <a:srgbClr val="000000"/>
                  </a:solidFill>
                  <a:latin typeface="Arial"/>
                  <a:ea typeface="Arial"/>
                  <a:cs typeface="Arial"/>
                </a:defRPr>
              </a:lvl8pPr>
              <a:lvl9pPr algn="l">
                <a:defRPr sz="735" b="0">
                  <a:solidFill>
                    <a:srgbClr val="000000"/>
                  </a:solidFill>
                  <a:latin typeface="Arial"/>
                  <a:ea typeface="Arial"/>
                  <a:cs typeface="Arial"/>
                </a:defRPr>
              </a:lvl9pPr>
            </a:lstStyle>
            <a:p>
              <a:pPr algn="l">
                <a:defRPr sz="735" b="0">
                  <a:solidFill>
                    <a:srgbClr val="000000"/>
                  </a:solidFill>
                  <a:latin typeface="Arial"/>
                  <a:ea typeface="Arial"/>
                  <a:cs typeface="Arial"/>
                </a:defRPr>
              </a:pPr>
              <a:r>
                <a:rPr sz="735" b="0">
                  <a:solidFill>
                    <a:srgbClr val="000000"/>
                  </a:solidFill>
                  <a:latin typeface="Arial"/>
                  <a:ea typeface="Arial"/>
                  <a:cs typeface="Arial"/>
                </a:rPr>
                <a:t>Pair merge levels (ug m-3): source = P  AB 25.94, AC 22.63, BC 22.63; R20  AB = AC = BC = 24.28.</a:t>
              </a:r>
            </a:p>
          </p:txBody>
        </p:sp>
      </p:grpSp>
    </p:spTree>
    <p:extLst>
      <p:ext uri="{BB962C8B-B14F-4D97-AF65-F5344CB8AC3E}">
        <ns4:creationId val="73640450"/>
      </p:ext>
    </p:extLst>
  </p:cSld>
</p:sld>
</file>

<file path=ppt/slides/slide14.xml><?xml version="1.0" encoding="utf-8"?>
<p:sld xmlns:a="http://schemas.openxmlformats.org/drawingml/2006/main" xmlns:ns2="http://schemas.microsoft.com/office/drawing/2014/main" xmlns:ns3="http://schemas.openxmlformats.org/drawingml/2006/chart" xmlns:ns5="http://schemas.microsoft.com/office/powerpoint/2010/main" xmlns:p="http://schemas.openxmlformats.org/presentationml/2006/main" xmlns:r="http://schemas.openxmlformats.org/officeDocument/2006/relationships">
  <p:cSld>
    <p:bg>
      <p:bgPr>
        <a:solidFill>
          <a:srgbClr val="FFFFFF"/>
        </a:solidFill>
      </p:bgPr>
    </p:bg>
    <p:spTree>
      <p:nvGrpSpPr>
        <p:cNvPr id="1" name=""/>
        <p:cNvGrpSpPr/>
        <p:nvPr/>
      </p:nvGrpSpPr>
      <p:grpSpPr>
        <a:xfrm/>
      </p:grpSpPr>
      <p:grpSp>
        <p:nvGrpSpPr>
          <p:cNvPr id="16" name="Manuscript Figure 14: Eligibility and measured position-scalar trade-offs"/>
          <p:cNvGrpSpPr/>
          <p:nvPr/>
        </p:nvGrpSpPr>
        <p:grpSpPr>
          <a:xfrm>
            <a:off x="789140" y="0"/>
            <a:ext cx="11223321" cy="6096000"/>
            <a:chOff x="0" y="0"/>
            <a:chExt cx="12801600" cy="6953250"/>
          </a:xfrm>
        </p:grpSpPr>
        <p:sp>
          <p:nvSpPr>
            <p:cNvPr id="15" name="(a) Reference order error">
              <a:extLst>
                <a:ext uri="{FF2B5EF4-FFF2-40B4-BE49-F238E27FC236}">
                  <ns2:creationId id="{C802AD6F-E603-4B8A-B201-D893DF94363D}"/>
                </a:ext>
              </a:extLst>
            </p:cNvPr>
            <p:cNvSpPr>
              <a:spLocks noGrp="1"/>
            </p:cNvSpPr>
            <p:nvPr/>
          </p:nvSpPr>
          <p:spPr>
            <a:xfrm>
              <a:off x="238125" y="38100"/>
              <a:ext cx="4000500" cy="285750"/>
            </a:xfrm>
            <a:prstGeom prst="rect">
              <a:avLst/>
            </a:prstGeom>
            <a:noFill/>
            <a:ln w="0">
              <a:noFill/>
              <a:prstDash val="solid"/>
            </a:ln>
          </p:spPr>
          <p:txBody>
            <a:bodyPr wrap="none" lIns="0" tIns="0" rIns="0" bIns="0">
              <a:noAutofit/>
            </a:bodyPr>
            <a:lstStyle>
              <a:defPPr>
                <a:defRPr sz="1512" b="1">
                  <a:solidFill>
                    <a:srgbClr val="263238"/>
                  </a:solidFill>
                  <a:latin typeface="Arial"/>
                  <a:ea typeface="Arial"/>
                  <a:cs typeface="Arial"/>
                </a:defRPr>
              </a:defPPr>
              <a:lvl1pPr>
                <a:defRPr sz="1512" b="1">
                  <a:solidFill>
                    <a:srgbClr val="263238"/>
                  </a:solidFill>
                  <a:latin typeface="Arial"/>
                  <a:ea typeface="Arial"/>
                  <a:cs typeface="Arial"/>
                </a:defRPr>
              </a:lvl1pPr>
              <a:lvl2pPr>
                <a:defRPr sz="1512" b="1">
                  <a:solidFill>
                    <a:srgbClr val="263238"/>
                  </a:solidFill>
                  <a:latin typeface="Arial"/>
                  <a:ea typeface="Arial"/>
                  <a:cs typeface="Arial"/>
                </a:defRPr>
              </a:lvl2pPr>
              <a:lvl3pPr>
                <a:defRPr sz="1512" b="1">
                  <a:solidFill>
                    <a:srgbClr val="263238"/>
                  </a:solidFill>
                  <a:latin typeface="Arial"/>
                  <a:ea typeface="Arial"/>
                  <a:cs typeface="Arial"/>
                </a:defRPr>
              </a:lvl3pPr>
              <a:lvl4pPr>
                <a:defRPr sz="1512" b="1">
                  <a:solidFill>
                    <a:srgbClr val="263238"/>
                  </a:solidFill>
                  <a:latin typeface="Arial"/>
                  <a:ea typeface="Arial"/>
                  <a:cs typeface="Arial"/>
                </a:defRPr>
              </a:lvl4pPr>
              <a:lvl5pPr>
                <a:defRPr sz="1512" b="1">
                  <a:solidFill>
                    <a:srgbClr val="263238"/>
                  </a:solidFill>
                  <a:latin typeface="Arial"/>
                  <a:ea typeface="Arial"/>
                  <a:cs typeface="Arial"/>
                </a:defRPr>
              </a:lvl5pPr>
              <a:lvl6pPr>
                <a:defRPr sz="1512" b="1">
                  <a:solidFill>
                    <a:srgbClr val="263238"/>
                  </a:solidFill>
                  <a:latin typeface="Arial"/>
                  <a:ea typeface="Arial"/>
                  <a:cs typeface="Arial"/>
                </a:defRPr>
              </a:lvl6pPr>
              <a:lvl7pPr>
                <a:defRPr sz="1512" b="1">
                  <a:solidFill>
                    <a:srgbClr val="263238"/>
                  </a:solidFill>
                  <a:latin typeface="Arial"/>
                  <a:ea typeface="Arial"/>
                  <a:cs typeface="Arial"/>
                </a:defRPr>
              </a:lvl7pPr>
              <a:lvl8pPr>
                <a:defRPr sz="1512" b="1">
                  <a:solidFill>
                    <a:srgbClr val="263238"/>
                  </a:solidFill>
                  <a:latin typeface="Arial"/>
                  <a:ea typeface="Arial"/>
                  <a:cs typeface="Arial"/>
                </a:defRPr>
              </a:lvl8pPr>
              <a:lvl9pPr>
                <a:defRPr sz="1512" b="1">
                  <a:solidFill>
                    <a:srgbClr val="263238"/>
                  </a:solidFill>
                  <a:latin typeface="Arial"/>
                  <a:ea typeface="Arial"/>
                  <a:cs typeface="Arial"/>
                </a:defRPr>
              </a:lvl9pPr>
            </a:lstStyle>
            <a:p>
              <a:pPr>
                <a:defRPr sz="1512" b="1">
                  <a:solidFill>
                    <a:srgbClr val="263238"/>
                  </a:solidFill>
                  <a:latin typeface="Arial"/>
                  <a:ea typeface="Arial"/>
                  <a:cs typeface="Arial"/>
                </a:defRPr>
              </a:pPr>
              <a:r>
                <a:rPr sz="1512" b="1">
                  <a:solidFill>
                    <a:srgbClr val="263238"/>
                  </a:solidFill>
                  <a:latin typeface="Arial"/>
                  <a:ea typeface="Arial"/>
                  <a:cs typeface="Arial"/>
                </a:rPr>
                <a:t>(a) Reference order error</a:t>
              </a:r>
            </a:p>
          </p:txBody>
        </p:sp>
        <p:sp>
          <p:nvSpPr>
            <p:cNvPr id="2" name="(b) Scalar cost">
              <a:extLst>
                <a:ext uri="{FF2B5EF4-FFF2-40B4-BE49-F238E27FC236}">
                  <ns2:creationId id="{9567A973-3B0D-4B12-BEB5-8267E19D6B54}"/>
                </a:ext>
              </a:extLst>
            </p:cNvPr>
            <p:cNvSpPr>
              <a:spLocks noGrp="1"/>
            </p:cNvSpPr>
            <p:nvPr/>
          </p:nvSpPr>
          <p:spPr>
            <a:xfrm>
              <a:off x="4448175" y="38100"/>
              <a:ext cx="4000500" cy="285750"/>
            </a:xfrm>
            <a:prstGeom prst="rect">
              <a:avLst/>
            </a:prstGeom>
            <a:noFill/>
            <a:ln w="0">
              <a:noFill/>
              <a:prstDash val="solid"/>
            </a:ln>
          </p:spPr>
          <p:txBody>
            <a:bodyPr wrap="none" lIns="0" tIns="0" rIns="0" bIns="0">
              <a:noAutofit/>
            </a:bodyPr>
            <a:lstStyle>
              <a:defPPr>
                <a:defRPr sz="1512" b="1">
                  <a:solidFill>
                    <a:srgbClr val="263238"/>
                  </a:solidFill>
                  <a:latin typeface="Arial"/>
                  <a:ea typeface="Arial"/>
                  <a:cs typeface="Arial"/>
                </a:defRPr>
              </a:defPPr>
              <a:lvl1pPr>
                <a:defRPr sz="1512" b="1">
                  <a:solidFill>
                    <a:srgbClr val="263238"/>
                  </a:solidFill>
                  <a:latin typeface="Arial"/>
                  <a:ea typeface="Arial"/>
                  <a:cs typeface="Arial"/>
                </a:defRPr>
              </a:lvl1pPr>
              <a:lvl2pPr>
                <a:defRPr sz="1512" b="1">
                  <a:solidFill>
                    <a:srgbClr val="263238"/>
                  </a:solidFill>
                  <a:latin typeface="Arial"/>
                  <a:ea typeface="Arial"/>
                  <a:cs typeface="Arial"/>
                </a:defRPr>
              </a:lvl2pPr>
              <a:lvl3pPr>
                <a:defRPr sz="1512" b="1">
                  <a:solidFill>
                    <a:srgbClr val="263238"/>
                  </a:solidFill>
                  <a:latin typeface="Arial"/>
                  <a:ea typeface="Arial"/>
                  <a:cs typeface="Arial"/>
                </a:defRPr>
              </a:lvl3pPr>
              <a:lvl4pPr>
                <a:defRPr sz="1512" b="1">
                  <a:solidFill>
                    <a:srgbClr val="263238"/>
                  </a:solidFill>
                  <a:latin typeface="Arial"/>
                  <a:ea typeface="Arial"/>
                  <a:cs typeface="Arial"/>
                </a:defRPr>
              </a:lvl4pPr>
              <a:lvl5pPr>
                <a:defRPr sz="1512" b="1">
                  <a:solidFill>
                    <a:srgbClr val="263238"/>
                  </a:solidFill>
                  <a:latin typeface="Arial"/>
                  <a:ea typeface="Arial"/>
                  <a:cs typeface="Arial"/>
                </a:defRPr>
              </a:lvl5pPr>
              <a:lvl6pPr>
                <a:defRPr sz="1512" b="1">
                  <a:solidFill>
                    <a:srgbClr val="263238"/>
                  </a:solidFill>
                  <a:latin typeface="Arial"/>
                  <a:ea typeface="Arial"/>
                  <a:cs typeface="Arial"/>
                </a:defRPr>
              </a:lvl6pPr>
              <a:lvl7pPr>
                <a:defRPr sz="1512" b="1">
                  <a:solidFill>
                    <a:srgbClr val="263238"/>
                  </a:solidFill>
                  <a:latin typeface="Arial"/>
                  <a:ea typeface="Arial"/>
                  <a:cs typeface="Arial"/>
                </a:defRPr>
              </a:lvl7pPr>
              <a:lvl8pPr>
                <a:defRPr sz="1512" b="1">
                  <a:solidFill>
                    <a:srgbClr val="263238"/>
                  </a:solidFill>
                  <a:latin typeface="Arial"/>
                  <a:ea typeface="Arial"/>
                  <a:cs typeface="Arial"/>
                </a:defRPr>
              </a:lvl8pPr>
              <a:lvl9pPr>
                <a:defRPr sz="1512" b="1">
                  <a:solidFill>
                    <a:srgbClr val="263238"/>
                  </a:solidFill>
                  <a:latin typeface="Arial"/>
                  <a:ea typeface="Arial"/>
                  <a:cs typeface="Arial"/>
                </a:defRPr>
              </a:lvl9pPr>
            </a:lstStyle>
            <a:p>
              <a:pPr>
                <a:defRPr sz="1512" b="1">
                  <a:solidFill>
                    <a:srgbClr val="263238"/>
                  </a:solidFill>
                  <a:latin typeface="Arial"/>
                  <a:ea typeface="Arial"/>
                  <a:cs typeface="Arial"/>
                </a:defRPr>
              </a:pPr>
              <a:r>
                <a:rPr sz="1512" b="1">
                  <a:solidFill>
                    <a:srgbClr val="263238"/>
                  </a:solidFill>
                  <a:latin typeface="Arial"/>
                  <a:ea typeface="Arial"/>
                  <a:cs typeface="Arial"/>
                </a:rPr>
                <a:t>(b) Scalar cost</a:t>
              </a:r>
            </a:p>
          </p:txBody>
        </p:sp>
        <p:sp>
          <p:nvSpPr>
            <p:cNvPr id="3" name="(c) Motion error">
              <a:extLst>
                <a:ext uri="{FF2B5EF4-FFF2-40B4-BE49-F238E27FC236}">
                  <ns2:creationId id="{860120D9-5A4B-4A0F-9923-F5F7575F85E4}"/>
                </a:ext>
              </a:extLst>
            </p:cNvPr>
            <p:cNvSpPr>
              <a:spLocks noGrp="1"/>
            </p:cNvSpPr>
            <p:nvPr/>
          </p:nvSpPr>
          <p:spPr>
            <a:xfrm>
              <a:off x="8658225" y="38100"/>
              <a:ext cx="4000500" cy="285750"/>
            </a:xfrm>
            <a:prstGeom prst="rect">
              <a:avLst/>
            </a:prstGeom>
            <a:noFill/>
            <a:ln w="0">
              <a:noFill/>
              <a:prstDash val="solid"/>
            </a:ln>
          </p:spPr>
          <p:txBody>
            <a:bodyPr wrap="none" lIns="0" tIns="0" rIns="0" bIns="0">
              <a:noAutofit/>
            </a:bodyPr>
            <a:lstStyle>
              <a:defPPr>
                <a:defRPr sz="1512" b="1">
                  <a:solidFill>
                    <a:srgbClr val="263238"/>
                  </a:solidFill>
                  <a:latin typeface="Arial"/>
                  <a:ea typeface="Arial"/>
                  <a:cs typeface="Arial"/>
                </a:defRPr>
              </a:defPPr>
              <a:lvl1pPr>
                <a:defRPr sz="1512" b="1">
                  <a:solidFill>
                    <a:srgbClr val="263238"/>
                  </a:solidFill>
                  <a:latin typeface="Arial"/>
                  <a:ea typeface="Arial"/>
                  <a:cs typeface="Arial"/>
                </a:defRPr>
              </a:lvl1pPr>
              <a:lvl2pPr>
                <a:defRPr sz="1512" b="1">
                  <a:solidFill>
                    <a:srgbClr val="263238"/>
                  </a:solidFill>
                  <a:latin typeface="Arial"/>
                  <a:ea typeface="Arial"/>
                  <a:cs typeface="Arial"/>
                </a:defRPr>
              </a:lvl2pPr>
              <a:lvl3pPr>
                <a:defRPr sz="1512" b="1">
                  <a:solidFill>
                    <a:srgbClr val="263238"/>
                  </a:solidFill>
                  <a:latin typeface="Arial"/>
                  <a:ea typeface="Arial"/>
                  <a:cs typeface="Arial"/>
                </a:defRPr>
              </a:lvl3pPr>
              <a:lvl4pPr>
                <a:defRPr sz="1512" b="1">
                  <a:solidFill>
                    <a:srgbClr val="263238"/>
                  </a:solidFill>
                  <a:latin typeface="Arial"/>
                  <a:ea typeface="Arial"/>
                  <a:cs typeface="Arial"/>
                </a:defRPr>
              </a:lvl4pPr>
              <a:lvl5pPr>
                <a:defRPr sz="1512" b="1">
                  <a:solidFill>
                    <a:srgbClr val="263238"/>
                  </a:solidFill>
                  <a:latin typeface="Arial"/>
                  <a:ea typeface="Arial"/>
                  <a:cs typeface="Arial"/>
                </a:defRPr>
              </a:lvl5pPr>
              <a:lvl6pPr>
                <a:defRPr sz="1512" b="1">
                  <a:solidFill>
                    <a:srgbClr val="263238"/>
                  </a:solidFill>
                  <a:latin typeface="Arial"/>
                  <a:ea typeface="Arial"/>
                  <a:cs typeface="Arial"/>
                </a:defRPr>
              </a:lvl6pPr>
              <a:lvl7pPr>
                <a:defRPr sz="1512" b="1">
                  <a:solidFill>
                    <a:srgbClr val="263238"/>
                  </a:solidFill>
                  <a:latin typeface="Arial"/>
                  <a:ea typeface="Arial"/>
                  <a:cs typeface="Arial"/>
                </a:defRPr>
              </a:lvl7pPr>
              <a:lvl8pPr>
                <a:defRPr sz="1512" b="1">
                  <a:solidFill>
                    <a:srgbClr val="263238"/>
                  </a:solidFill>
                  <a:latin typeface="Arial"/>
                  <a:ea typeface="Arial"/>
                  <a:cs typeface="Arial"/>
                </a:defRPr>
              </a:lvl8pPr>
              <a:lvl9pPr>
                <a:defRPr sz="1512" b="1">
                  <a:solidFill>
                    <a:srgbClr val="263238"/>
                  </a:solidFill>
                  <a:latin typeface="Arial"/>
                  <a:ea typeface="Arial"/>
                  <a:cs typeface="Arial"/>
                </a:defRPr>
              </a:lvl9pPr>
            </a:lstStyle>
            <a:p>
              <a:pPr>
                <a:defRPr sz="1512" b="1">
                  <a:solidFill>
                    <a:srgbClr val="263238"/>
                  </a:solidFill>
                  <a:latin typeface="Arial"/>
                  <a:ea typeface="Arial"/>
                  <a:cs typeface="Arial"/>
                </a:defRPr>
              </a:pPr>
              <a:r>
                <a:rPr sz="1512" b="1">
                  <a:solidFill>
                    <a:srgbClr val="263238"/>
                  </a:solidFill>
                  <a:latin typeface="Arial"/>
                  <a:ea typeface="Arial"/>
                  <a:cs typeface="Arial"/>
                </a:rPr>
                <a:t>(c) Motion error</a:t>
              </a:r>
            </a:p>
          </p:txBody>
        </p:sp>
        <p:sp>
          <p:nvSpPr>
            <p:cNvPr id="4" name="Tangaroa (201 frames)">
              <a:extLst>
                <a:ext uri="{FF2B5EF4-FFF2-40B4-BE49-F238E27FC236}">
                  <ns2:creationId id="{AD6AF818-3FE1-4E25-AE35-37CFB56A2F39}"/>
                </a:ext>
              </a:extLst>
            </p:cNvPr>
            <p:cNvSpPr>
              <a:spLocks noGrp="1"/>
            </p:cNvSpPr>
            <p:nvPr/>
          </p:nvSpPr>
          <p:spPr>
            <a:xfrm>
              <a:off x="228600" y="447675"/>
              <a:ext cx="3810000" cy="238125"/>
            </a:xfrm>
            <a:prstGeom prst="rect">
              <a:avLst/>
            </a:prstGeom>
            <a:noFill/>
            <a:ln w="0">
              <a:noFill/>
              <a:prstDash val="solid"/>
            </a:ln>
          </p:spPr>
          <p:txBody>
            <a:bodyPr wrap="none" lIns="0" tIns="0" rIns="0" bIns="0">
              <a:noAutofit/>
            </a:bodyPr>
            <a:lstStyle>
              <a:defPPr>
                <a:defRPr sz="1315" b="1">
                  <a:solidFill>
                    <a:srgbClr val="263238"/>
                  </a:solidFill>
                  <a:latin typeface="Arial"/>
                  <a:ea typeface="Arial"/>
                  <a:cs typeface="Arial"/>
                </a:defRPr>
              </a:defPPr>
              <a:lvl1pPr>
                <a:defRPr sz="1315" b="1">
                  <a:solidFill>
                    <a:srgbClr val="263238"/>
                  </a:solidFill>
                  <a:latin typeface="Arial"/>
                  <a:ea typeface="Arial"/>
                  <a:cs typeface="Arial"/>
                </a:defRPr>
              </a:lvl1pPr>
              <a:lvl2pPr>
                <a:defRPr sz="1315" b="1">
                  <a:solidFill>
                    <a:srgbClr val="263238"/>
                  </a:solidFill>
                  <a:latin typeface="Arial"/>
                  <a:ea typeface="Arial"/>
                  <a:cs typeface="Arial"/>
                </a:defRPr>
              </a:lvl2pPr>
              <a:lvl3pPr>
                <a:defRPr sz="1315" b="1">
                  <a:solidFill>
                    <a:srgbClr val="263238"/>
                  </a:solidFill>
                  <a:latin typeface="Arial"/>
                  <a:ea typeface="Arial"/>
                  <a:cs typeface="Arial"/>
                </a:defRPr>
              </a:lvl3pPr>
              <a:lvl4pPr>
                <a:defRPr sz="1315" b="1">
                  <a:solidFill>
                    <a:srgbClr val="263238"/>
                  </a:solidFill>
                  <a:latin typeface="Arial"/>
                  <a:ea typeface="Arial"/>
                  <a:cs typeface="Arial"/>
                </a:defRPr>
              </a:lvl4pPr>
              <a:lvl5pPr>
                <a:defRPr sz="1315" b="1">
                  <a:solidFill>
                    <a:srgbClr val="263238"/>
                  </a:solidFill>
                  <a:latin typeface="Arial"/>
                  <a:ea typeface="Arial"/>
                  <a:cs typeface="Arial"/>
                </a:defRPr>
              </a:lvl5pPr>
              <a:lvl6pPr>
                <a:defRPr sz="1315" b="1">
                  <a:solidFill>
                    <a:srgbClr val="263238"/>
                  </a:solidFill>
                  <a:latin typeface="Arial"/>
                  <a:ea typeface="Arial"/>
                  <a:cs typeface="Arial"/>
                </a:defRPr>
              </a:lvl6pPr>
              <a:lvl7pPr>
                <a:defRPr sz="1315" b="1">
                  <a:solidFill>
                    <a:srgbClr val="263238"/>
                  </a:solidFill>
                  <a:latin typeface="Arial"/>
                  <a:ea typeface="Arial"/>
                  <a:cs typeface="Arial"/>
                </a:defRPr>
              </a:lvl7pPr>
              <a:lvl8pPr>
                <a:defRPr sz="1315" b="1">
                  <a:solidFill>
                    <a:srgbClr val="263238"/>
                  </a:solidFill>
                  <a:latin typeface="Arial"/>
                  <a:ea typeface="Arial"/>
                  <a:cs typeface="Arial"/>
                </a:defRPr>
              </a:lvl8pPr>
              <a:lvl9pPr>
                <a:defRPr sz="1315" b="1">
                  <a:solidFill>
                    <a:srgbClr val="263238"/>
                  </a:solidFill>
                  <a:latin typeface="Arial"/>
                  <a:ea typeface="Arial"/>
                  <a:cs typeface="Arial"/>
                </a:defRPr>
              </a:lvl9pPr>
            </a:lstStyle>
            <a:p>
              <a:pPr>
                <a:defRPr sz="1315" b="1">
                  <a:solidFill>
                    <a:srgbClr val="263238"/>
                  </a:solidFill>
                  <a:latin typeface="Arial"/>
                  <a:ea typeface="Arial"/>
                  <a:cs typeface="Arial"/>
                </a:defRPr>
              </a:pPr>
              <a:r>
                <a:rPr sz="1315" b="1">
                  <a:solidFill>
                    <a:srgbClr val="263238"/>
                  </a:solidFill>
                  <a:latin typeface="Arial"/>
                  <a:ea typeface="Arial"/>
                  <a:cs typeface="Arial"/>
                </a:rPr>
                <a:t>Tangaroa (201 frames)</a:t>
              </a:r>
            </a:p>
          </p:txBody>
        </p:sp>
        <p:graphicFrame>
          <p:nvGraphicFramePr>
            <p:cNvPr id="5" name="Chart">
              <a:extLst>
                <a:ext uri="{FF2B5EF4-FFF2-40B4-BE49-F238E27FC236}">
                  <ns2:creationId id="{40FDEC63-7C24-4C1B-97F5-FB5A071912A2}"/>
                </a:ext>
              </a:extLst>
            </p:cNvPr>
            <p:cNvGraphicFramePr/>
            <p:nvPr/>
          </p:nvGraphicFramePr>
          <p:xfrm>
            <a:off x="95250" y="695325"/>
            <a:ext cx="4076700" cy="2619375"/>
          </p:xfrm>
          <a:graphic>
            <a:graphicData uri="http://schemas.openxmlformats.org/drawingml/2006/chart">
              <ns3:chart r:id="R7e059928ce994f9f"/>
            </a:graphicData>
          </a:graphic>
        </p:graphicFrame>
        <p:graphicFrame>
          <p:nvGraphicFramePr>
            <p:cNvPr id="6" name="Chart">
              <a:extLst>
                <a:ext uri="{FF2B5EF4-FFF2-40B4-BE49-F238E27FC236}">
                  <ns2:creationId id="{F6755AC4-052B-4172-AD97-FB47759B011C}"/>
                </a:ext>
              </a:extLst>
            </p:cNvPr>
            <p:cNvGraphicFramePr/>
            <p:nvPr/>
          </p:nvGraphicFramePr>
          <p:xfrm>
            <a:off x="4305300" y="695325"/>
            <a:ext cx="4076700" cy="2619375"/>
          </p:xfrm>
          <a:graphic>
            <a:graphicData uri="http://schemas.openxmlformats.org/drawingml/2006/chart">
              <ns3:chart r:id="Rfa5850c507e14a9f"/>
            </a:graphicData>
          </a:graphic>
        </p:graphicFrame>
        <p:graphicFrame>
          <p:nvGraphicFramePr>
            <p:cNvPr id="7" name="Chart">
              <a:extLst>
                <a:ext uri="{FF2B5EF4-FFF2-40B4-BE49-F238E27FC236}">
                  <ns2:creationId id="{DABF6072-FE38-4EC9-AA56-BAAD756FED4F}"/>
                </a:ext>
              </a:extLst>
            </p:cNvPr>
            <p:cNvGraphicFramePr/>
            <p:nvPr/>
          </p:nvGraphicFramePr>
          <p:xfrm>
            <a:off x="8515350" y="695325"/>
            <a:ext cx="4076700" cy="2619375"/>
          </p:xfrm>
          <a:graphic>
            <a:graphicData uri="http://schemas.openxmlformats.org/drawingml/2006/chart">
              <ns3:chart r:id="R1a60778a05b04885"/>
            </a:graphicData>
          </a:graphic>
        </p:graphicFrame>
        <p:sp>
          <p:nvSpPr>
            <p:cNvPr id="8" name="Clear spatial/projected events: 6755/9631">
              <a:extLst>
                <a:ext uri="{FF2B5EF4-FFF2-40B4-BE49-F238E27FC236}">
                  <ns2:creationId id="{D74E5EE6-350C-494A-ADD4-FF0F8FECF16D}"/>
                </a:ext>
              </a:extLst>
            </p:cNvPr>
            <p:cNvSpPr>
              <a:spLocks noGrp="1"/>
            </p:cNvSpPr>
            <p:nvPr/>
          </p:nvSpPr>
          <p:spPr>
            <a:xfrm>
              <a:off x="8477250" y="3333750"/>
              <a:ext cx="4238625" cy="209550"/>
            </a:xfrm>
            <a:prstGeom prst="rect">
              <a:avLst/>
            </a:prstGeom>
            <a:noFill/>
            <a:ln w="0">
              <a:noFill/>
              <a:prstDash val="solid"/>
            </a:ln>
          </p:spPr>
          <p:txBody>
            <a:bodyPr wrap="none" lIns="0" tIns="0" rIns="0" bIns="0">
              <a:noAutofit/>
            </a:bodyPr>
            <a:lstStyle>
              <a:defPPr>
                <a:defRPr sz="986" b="0">
                  <a:solidFill>
                    <a:srgbClr val="7B8790"/>
                  </a:solidFill>
                  <a:latin typeface="Arial"/>
                  <a:ea typeface="Arial"/>
                  <a:cs typeface="Arial"/>
                </a:defRPr>
              </a:defPPr>
              <a:lvl1pPr>
                <a:defRPr sz="986" b="0">
                  <a:solidFill>
                    <a:srgbClr val="7B8790"/>
                  </a:solidFill>
                  <a:latin typeface="Arial"/>
                  <a:ea typeface="Arial"/>
                  <a:cs typeface="Arial"/>
                </a:defRPr>
              </a:lvl1pPr>
              <a:lvl2pPr>
                <a:defRPr sz="986" b="0">
                  <a:solidFill>
                    <a:srgbClr val="7B8790"/>
                  </a:solidFill>
                  <a:latin typeface="Arial"/>
                  <a:ea typeface="Arial"/>
                  <a:cs typeface="Arial"/>
                </a:defRPr>
              </a:lvl2pPr>
              <a:lvl3pPr>
                <a:defRPr sz="986" b="0">
                  <a:solidFill>
                    <a:srgbClr val="7B8790"/>
                  </a:solidFill>
                  <a:latin typeface="Arial"/>
                  <a:ea typeface="Arial"/>
                  <a:cs typeface="Arial"/>
                </a:defRPr>
              </a:lvl3pPr>
              <a:lvl4pPr>
                <a:defRPr sz="986" b="0">
                  <a:solidFill>
                    <a:srgbClr val="7B8790"/>
                  </a:solidFill>
                  <a:latin typeface="Arial"/>
                  <a:ea typeface="Arial"/>
                  <a:cs typeface="Arial"/>
                </a:defRPr>
              </a:lvl4pPr>
              <a:lvl5pPr>
                <a:defRPr sz="986" b="0">
                  <a:solidFill>
                    <a:srgbClr val="7B8790"/>
                  </a:solidFill>
                  <a:latin typeface="Arial"/>
                  <a:ea typeface="Arial"/>
                  <a:cs typeface="Arial"/>
                </a:defRPr>
              </a:lvl5pPr>
              <a:lvl6pPr>
                <a:defRPr sz="986" b="0">
                  <a:solidFill>
                    <a:srgbClr val="7B8790"/>
                  </a:solidFill>
                  <a:latin typeface="Arial"/>
                  <a:ea typeface="Arial"/>
                  <a:cs typeface="Arial"/>
                </a:defRPr>
              </a:lvl6pPr>
              <a:lvl7pPr>
                <a:defRPr sz="986" b="0">
                  <a:solidFill>
                    <a:srgbClr val="7B8790"/>
                  </a:solidFill>
                  <a:latin typeface="Arial"/>
                  <a:ea typeface="Arial"/>
                  <a:cs typeface="Arial"/>
                </a:defRPr>
              </a:lvl7pPr>
              <a:lvl8pPr>
                <a:defRPr sz="986" b="0">
                  <a:solidFill>
                    <a:srgbClr val="7B8790"/>
                  </a:solidFill>
                  <a:latin typeface="Arial"/>
                  <a:ea typeface="Arial"/>
                  <a:cs typeface="Arial"/>
                </a:defRPr>
              </a:lvl8pPr>
              <a:lvl9pPr>
                <a:defRPr sz="986" b="0">
                  <a:solidFill>
                    <a:srgbClr val="7B8790"/>
                  </a:solidFill>
                  <a:latin typeface="Arial"/>
                  <a:ea typeface="Arial"/>
                  <a:cs typeface="Arial"/>
                </a:defRPr>
              </a:lvl9pPr>
            </a:lstStyle>
            <a:p>
              <a:pPr>
                <a:defRPr sz="986" b="0">
                  <a:solidFill>
                    <a:srgbClr val="7B8790"/>
                  </a:solidFill>
                  <a:latin typeface="Arial"/>
                  <a:ea typeface="Arial"/>
                  <a:cs typeface="Arial"/>
                </a:defRPr>
              </a:pPr>
              <a:r>
                <a:rPr sz="986" b="0">
                  <a:solidFill>
                    <a:srgbClr val="7B8790"/>
                  </a:solidFill>
                  <a:latin typeface="Arial"/>
                  <a:ea typeface="Arial"/>
                  <a:cs typeface="Arial"/>
                </a:rPr>
                <a:t>Clear spatial/projected events: 6755/9631</a:t>
              </a:r>
            </a:p>
          </p:txBody>
        </p:sp>
        <p:sp>
          <p:nvSpPr>
            <p:cNvPr id="9" name="Cylinder (102 frames)">
              <a:extLst>
                <a:ext uri="{FF2B5EF4-FFF2-40B4-BE49-F238E27FC236}">
                  <ns2:creationId id="{934AC033-392E-4FCD-AE9F-BF3732CF12D9}"/>
                </a:ext>
              </a:extLst>
            </p:cNvPr>
            <p:cNvSpPr>
              <a:spLocks noGrp="1"/>
            </p:cNvSpPr>
            <p:nvPr/>
          </p:nvSpPr>
          <p:spPr>
            <a:xfrm>
              <a:off x="228600" y="3486150"/>
              <a:ext cx="3810000" cy="238125"/>
            </a:xfrm>
            <a:prstGeom prst="rect">
              <a:avLst/>
            </a:prstGeom>
            <a:noFill/>
            <a:ln w="0">
              <a:noFill/>
              <a:prstDash val="solid"/>
            </a:ln>
          </p:spPr>
          <p:txBody>
            <a:bodyPr wrap="none" lIns="0" tIns="0" rIns="0" bIns="0">
              <a:noAutofit/>
            </a:bodyPr>
            <a:lstStyle>
              <a:defPPr>
                <a:defRPr sz="1315" b="1">
                  <a:solidFill>
                    <a:srgbClr val="263238"/>
                  </a:solidFill>
                  <a:latin typeface="Arial"/>
                  <a:ea typeface="Arial"/>
                  <a:cs typeface="Arial"/>
                </a:defRPr>
              </a:defPPr>
              <a:lvl1pPr>
                <a:defRPr sz="1315" b="1">
                  <a:solidFill>
                    <a:srgbClr val="263238"/>
                  </a:solidFill>
                  <a:latin typeface="Arial"/>
                  <a:ea typeface="Arial"/>
                  <a:cs typeface="Arial"/>
                </a:defRPr>
              </a:lvl1pPr>
              <a:lvl2pPr>
                <a:defRPr sz="1315" b="1">
                  <a:solidFill>
                    <a:srgbClr val="263238"/>
                  </a:solidFill>
                  <a:latin typeface="Arial"/>
                  <a:ea typeface="Arial"/>
                  <a:cs typeface="Arial"/>
                </a:defRPr>
              </a:lvl2pPr>
              <a:lvl3pPr>
                <a:defRPr sz="1315" b="1">
                  <a:solidFill>
                    <a:srgbClr val="263238"/>
                  </a:solidFill>
                  <a:latin typeface="Arial"/>
                  <a:ea typeface="Arial"/>
                  <a:cs typeface="Arial"/>
                </a:defRPr>
              </a:lvl3pPr>
              <a:lvl4pPr>
                <a:defRPr sz="1315" b="1">
                  <a:solidFill>
                    <a:srgbClr val="263238"/>
                  </a:solidFill>
                  <a:latin typeface="Arial"/>
                  <a:ea typeface="Arial"/>
                  <a:cs typeface="Arial"/>
                </a:defRPr>
              </a:lvl4pPr>
              <a:lvl5pPr>
                <a:defRPr sz="1315" b="1">
                  <a:solidFill>
                    <a:srgbClr val="263238"/>
                  </a:solidFill>
                  <a:latin typeface="Arial"/>
                  <a:ea typeface="Arial"/>
                  <a:cs typeface="Arial"/>
                </a:defRPr>
              </a:lvl5pPr>
              <a:lvl6pPr>
                <a:defRPr sz="1315" b="1">
                  <a:solidFill>
                    <a:srgbClr val="263238"/>
                  </a:solidFill>
                  <a:latin typeface="Arial"/>
                  <a:ea typeface="Arial"/>
                  <a:cs typeface="Arial"/>
                </a:defRPr>
              </a:lvl6pPr>
              <a:lvl7pPr>
                <a:defRPr sz="1315" b="1">
                  <a:solidFill>
                    <a:srgbClr val="263238"/>
                  </a:solidFill>
                  <a:latin typeface="Arial"/>
                  <a:ea typeface="Arial"/>
                  <a:cs typeface="Arial"/>
                </a:defRPr>
              </a:lvl7pPr>
              <a:lvl8pPr>
                <a:defRPr sz="1315" b="1">
                  <a:solidFill>
                    <a:srgbClr val="263238"/>
                  </a:solidFill>
                  <a:latin typeface="Arial"/>
                  <a:ea typeface="Arial"/>
                  <a:cs typeface="Arial"/>
                </a:defRPr>
              </a:lvl8pPr>
              <a:lvl9pPr>
                <a:defRPr sz="1315" b="1">
                  <a:solidFill>
                    <a:srgbClr val="263238"/>
                  </a:solidFill>
                  <a:latin typeface="Arial"/>
                  <a:ea typeface="Arial"/>
                  <a:cs typeface="Arial"/>
                </a:defRPr>
              </a:lvl9pPr>
            </a:lstStyle>
            <a:p>
              <a:pPr>
                <a:defRPr sz="1315" b="1">
                  <a:solidFill>
                    <a:srgbClr val="263238"/>
                  </a:solidFill>
                  <a:latin typeface="Arial"/>
                  <a:ea typeface="Arial"/>
                  <a:cs typeface="Arial"/>
                </a:defRPr>
              </a:pPr>
              <a:r>
                <a:rPr sz="1315" b="1">
                  <a:solidFill>
                    <a:srgbClr val="263238"/>
                  </a:solidFill>
                  <a:latin typeface="Arial"/>
                  <a:ea typeface="Arial"/>
                  <a:cs typeface="Arial"/>
                </a:rPr>
                <a:t>Cylinder (102 frames)</a:t>
              </a:r>
            </a:p>
          </p:txBody>
        </p:sp>
        <p:graphicFrame>
          <p:nvGraphicFramePr>
            <p:cNvPr id="10" name="Chart">
              <a:extLst>
                <a:ext uri="{FF2B5EF4-FFF2-40B4-BE49-F238E27FC236}">
                  <ns2:creationId id="{EFD519DB-68EA-4B1A-B4F7-EEAB76CF223A}"/>
                </a:ext>
              </a:extLst>
            </p:cNvPr>
            <p:cNvGraphicFramePr/>
            <p:nvPr/>
          </p:nvGraphicFramePr>
          <p:xfrm>
            <a:off x="95250" y="3733800"/>
            <a:ext cx="4076700" cy="2619375"/>
          </p:xfrm>
          <a:graphic>
            <a:graphicData uri="http://schemas.openxmlformats.org/drawingml/2006/chart">
              <ns3:chart r:id="R2cdcf40f6fbc40a2"/>
            </a:graphicData>
          </a:graphic>
        </p:graphicFrame>
        <p:graphicFrame>
          <p:nvGraphicFramePr>
            <p:cNvPr id="11" name="Chart">
              <a:extLst>
                <a:ext uri="{FF2B5EF4-FFF2-40B4-BE49-F238E27FC236}">
                  <ns2:creationId id="{0E1411A2-3318-40A0-95F7-8716AFC4E9C8}"/>
                </a:ext>
              </a:extLst>
            </p:cNvPr>
            <p:cNvGraphicFramePr/>
            <p:nvPr/>
          </p:nvGraphicFramePr>
          <p:xfrm>
            <a:off x="4305300" y="3733800"/>
            <a:ext cx="4076700" cy="2619375"/>
          </p:xfrm>
          <a:graphic>
            <a:graphicData uri="http://schemas.openxmlformats.org/drawingml/2006/chart">
              <ns3:chart r:id="Rd9f894a3aa614369"/>
            </a:graphicData>
          </a:graphic>
        </p:graphicFrame>
        <p:graphicFrame>
          <p:nvGraphicFramePr>
            <p:cNvPr id="12" name="Chart">
              <a:extLst>
                <a:ext uri="{FF2B5EF4-FFF2-40B4-BE49-F238E27FC236}">
                  <ns2:creationId id="{35D481FA-36EF-4BDC-9E7B-5EE27368C7E7}"/>
                </a:ext>
              </a:extLst>
            </p:cNvPr>
            <p:cNvGraphicFramePr/>
            <p:nvPr/>
          </p:nvGraphicFramePr>
          <p:xfrm>
            <a:off x="8515350" y="3733800"/>
            <a:ext cx="4076700" cy="2619375"/>
          </p:xfrm>
          <a:graphic>
            <a:graphicData uri="http://schemas.openxmlformats.org/drawingml/2006/chart">
              <ns3:chart r:id="R18b31092227a46be"/>
            </a:graphicData>
          </a:graphic>
        </p:graphicFrame>
        <p:sp>
          <p:nvSpPr>
            <p:cNvPr id="13" name="Clear spatial/projected events: 3196/2934">
              <a:extLst>
                <a:ext uri="{FF2B5EF4-FFF2-40B4-BE49-F238E27FC236}">
                  <ns2:creationId id="{FC0552EF-696E-4048-A44F-0EED49F1367A}"/>
                </a:ext>
              </a:extLst>
            </p:cNvPr>
            <p:cNvSpPr>
              <a:spLocks noGrp="1"/>
            </p:cNvSpPr>
            <p:nvPr/>
          </p:nvSpPr>
          <p:spPr>
            <a:xfrm>
              <a:off x="8477250" y="6372225"/>
              <a:ext cx="4238625" cy="209550"/>
            </a:xfrm>
            <a:prstGeom prst="rect">
              <a:avLst/>
            </a:prstGeom>
            <a:noFill/>
            <a:ln w="0">
              <a:noFill/>
              <a:prstDash val="solid"/>
            </a:ln>
          </p:spPr>
          <p:txBody>
            <a:bodyPr wrap="none" lIns="0" tIns="0" rIns="0" bIns="0">
              <a:noAutofit/>
            </a:bodyPr>
            <a:lstStyle>
              <a:defPPr>
                <a:defRPr sz="986" b="0">
                  <a:solidFill>
                    <a:srgbClr val="7B8790"/>
                  </a:solidFill>
                  <a:latin typeface="Arial"/>
                  <a:ea typeface="Arial"/>
                  <a:cs typeface="Arial"/>
                </a:defRPr>
              </a:defPPr>
              <a:lvl1pPr>
                <a:defRPr sz="986" b="0">
                  <a:solidFill>
                    <a:srgbClr val="7B8790"/>
                  </a:solidFill>
                  <a:latin typeface="Arial"/>
                  <a:ea typeface="Arial"/>
                  <a:cs typeface="Arial"/>
                </a:defRPr>
              </a:lvl1pPr>
              <a:lvl2pPr>
                <a:defRPr sz="986" b="0">
                  <a:solidFill>
                    <a:srgbClr val="7B8790"/>
                  </a:solidFill>
                  <a:latin typeface="Arial"/>
                  <a:ea typeface="Arial"/>
                  <a:cs typeface="Arial"/>
                </a:defRPr>
              </a:lvl2pPr>
              <a:lvl3pPr>
                <a:defRPr sz="986" b="0">
                  <a:solidFill>
                    <a:srgbClr val="7B8790"/>
                  </a:solidFill>
                  <a:latin typeface="Arial"/>
                  <a:ea typeface="Arial"/>
                  <a:cs typeface="Arial"/>
                </a:defRPr>
              </a:lvl3pPr>
              <a:lvl4pPr>
                <a:defRPr sz="986" b="0">
                  <a:solidFill>
                    <a:srgbClr val="7B8790"/>
                  </a:solidFill>
                  <a:latin typeface="Arial"/>
                  <a:ea typeface="Arial"/>
                  <a:cs typeface="Arial"/>
                </a:defRPr>
              </a:lvl4pPr>
              <a:lvl5pPr>
                <a:defRPr sz="986" b="0">
                  <a:solidFill>
                    <a:srgbClr val="7B8790"/>
                  </a:solidFill>
                  <a:latin typeface="Arial"/>
                  <a:ea typeface="Arial"/>
                  <a:cs typeface="Arial"/>
                </a:defRPr>
              </a:lvl5pPr>
              <a:lvl6pPr>
                <a:defRPr sz="986" b="0">
                  <a:solidFill>
                    <a:srgbClr val="7B8790"/>
                  </a:solidFill>
                  <a:latin typeface="Arial"/>
                  <a:ea typeface="Arial"/>
                  <a:cs typeface="Arial"/>
                </a:defRPr>
              </a:lvl6pPr>
              <a:lvl7pPr>
                <a:defRPr sz="986" b="0">
                  <a:solidFill>
                    <a:srgbClr val="7B8790"/>
                  </a:solidFill>
                  <a:latin typeface="Arial"/>
                  <a:ea typeface="Arial"/>
                  <a:cs typeface="Arial"/>
                </a:defRPr>
              </a:lvl7pPr>
              <a:lvl8pPr>
                <a:defRPr sz="986" b="0">
                  <a:solidFill>
                    <a:srgbClr val="7B8790"/>
                  </a:solidFill>
                  <a:latin typeface="Arial"/>
                  <a:ea typeface="Arial"/>
                  <a:cs typeface="Arial"/>
                </a:defRPr>
              </a:lvl8pPr>
              <a:lvl9pPr>
                <a:defRPr sz="986" b="0">
                  <a:solidFill>
                    <a:srgbClr val="7B8790"/>
                  </a:solidFill>
                  <a:latin typeface="Arial"/>
                  <a:ea typeface="Arial"/>
                  <a:cs typeface="Arial"/>
                </a:defRPr>
              </a:lvl9pPr>
            </a:lstStyle>
            <a:p>
              <a:pPr>
                <a:defRPr sz="986" b="0">
                  <a:solidFill>
                    <a:srgbClr val="7B8790"/>
                  </a:solidFill>
                  <a:latin typeface="Arial"/>
                  <a:ea typeface="Arial"/>
                  <a:cs typeface="Arial"/>
                </a:defRPr>
              </a:pPr>
              <a:r>
                <a:rPr sz="986" b="0">
                  <a:solidFill>
                    <a:srgbClr val="7B8790"/>
                  </a:solidFill>
                  <a:latin typeface="Arial"/>
                  <a:ea typeface="Arial"/>
                  <a:cs typeface="Arial"/>
                </a:rPr>
                <a:t>Clear spatial/projected events: 3196/2934</a:t>
              </a:r>
            </a:p>
          </p:txBody>
        </p:sp>
        <p:sp>
          <p:nvSpPr>
            <p:cNvPr id="14" name="κ = 2%, 20%, 100% controls relaxation eligibility. Curves connect">
              <a:extLst>
                <a:ext uri="{FF2B5EF4-FFF2-40B4-BE49-F238E27FC236}">
                  <ns2:creationId id="{03C99E64-2437-4387-AE0B-4829A140C999}"/>
                </a:ext>
              </a:extLst>
            </p:cNvPr>
            <p:cNvSpPr>
              <a:spLocks noGrp="1"/>
            </p:cNvSpPr>
            <p:nvPr/>
          </p:nvSpPr>
          <p:spPr>
            <a:xfrm>
              <a:off x="438150" y="6657975"/>
              <a:ext cx="11906250" cy="238125"/>
            </a:xfrm>
            <a:prstGeom prst="rect">
              <a:avLst/>
            </a:prstGeom>
            <a:noFill/>
            <a:ln w="0">
              <a:noFill/>
              <a:prstDash val="solid"/>
            </a:ln>
          </p:spPr>
          <p:txBody>
            <a:bodyPr wrap="none" lIns="0" tIns="0" rIns="0" bIns="0">
              <a:noAutofit/>
            </a:bodyPr>
            <a:lstStyle>
              <a:defPPr>
                <a:defRPr sz="1184" b="0">
                  <a:solidFill>
                    <a:srgbClr val="263238"/>
                  </a:solidFill>
                  <a:latin typeface="Arial"/>
                  <a:ea typeface="Arial"/>
                  <a:cs typeface="Arial"/>
                </a:defRPr>
              </a:defPPr>
              <a:lvl1pPr>
                <a:defRPr sz="1184" b="0">
                  <a:solidFill>
                    <a:srgbClr val="263238"/>
                  </a:solidFill>
                  <a:latin typeface="Arial"/>
                  <a:ea typeface="Arial"/>
                  <a:cs typeface="Arial"/>
                </a:defRPr>
              </a:lvl1pPr>
              <a:lvl2pPr>
                <a:defRPr sz="1184" b="0">
                  <a:solidFill>
                    <a:srgbClr val="263238"/>
                  </a:solidFill>
                  <a:latin typeface="Arial"/>
                  <a:ea typeface="Arial"/>
                  <a:cs typeface="Arial"/>
                </a:defRPr>
              </a:lvl2pPr>
              <a:lvl3pPr>
                <a:defRPr sz="1184" b="0">
                  <a:solidFill>
                    <a:srgbClr val="263238"/>
                  </a:solidFill>
                  <a:latin typeface="Arial"/>
                  <a:ea typeface="Arial"/>
                  <a:cs typeface="Arial"/>
                </a:defRPr>
              </a:lvl3pPr>
              <a:lvl4pPr>
                <a:defRPr sz="1184" b="0">
                  <a:solidFill>
                    <a:srgbClr val="263238"/>
                  </a:solidFill>
                  <a:latin typeface="Arial"/>
                  <a:ea typeface="Arial"/>
                  <a:cs typeface="Arial"/>
                </a:defRPr>
              </a:lvl4pPr>
              <a:lvl5pPr>
                <a:defRPr sz="1184" b="0">
                  <a:solidFill>
                    <a:srgbClr val="263238"/>
                  </a:solidFill>
                  <a:latin typeface="Arial"/>
                  <a:ea typeface="Arial"/>
                  <a:cs typeface="Arial"/>
                </a:defRPr>
              </a:lvl5pPr>
              <a:lvl6pPr>
                <a:defRPr sz="1184" b="0">
                  <a:solidFill>
                    <a:srgbClr val="263238"/>
                  </a:solidFill>
                  <a:latin typeface="Arial"/>
                  <a:ea typeface="Arial"/>
                  <a:cs typeface="Arial"/>
                </a:defRPr>
              </a:lvl6pPr>
              <a:lvl7pPr>
                <a:defRPr sz="1184" b="0">
                  <a:solidFill>
                    <a:srgbClr val="263238"/>
                  </a:solidFill>
                  <a:latin typeface="Arial"/>
                  <a:ea typeface="Arial"/>
                  <a:cs typeface="Arial"/>
                </a:defRPr>
              </a:lvl7pPr>
              <a:lvl8pPr>
                <a:defRPr sz="1184" b="0">
                  <a:solidFill>
                    <a:srgbClr val="263238"/>
                  </a:solidFill>
                  <a:latin typeface="Arial"/>
                  <a:ea typeface="Arial"/>
                  <a:cs typeface="Arial"/>
                </a:defRPr>
              </a:lvl8pPr>
              <a:lvl9pPr>
                <a:defRPr sz="1184" b="0">
                  <a:solidFill>
                    <a:srgbClr val="263238"/>
                  </a:solidFill>
                  <a:latin typeface="Arial"/>
                  <a:ea typeface="Arial"/>
                  <a:cs typeface="Arial"/>
                </a:defRPr>
              </a:lvl9pPr>
            </a:lstStyle>
            <a:p>
              <a:pPr>
                <a:defRPr sz="1184" b="0">
                  <a:solidFill>
                    <a:srgbClr val="263238"/>
                  </a:solidFill>
                  <a:latin typeface="Arial"/>
                  <a:ea typeface="Arial"/>
                  <a:cs typeface="Arial"/>
                </a:defRPr>
              </a:pPr>
              <a:r>
                <a:rPr sz="1184" b="0">
                  <a:solidFill>
                    <a:srgbClr val="263238"/>
                  </a:solidFill>
                  <a:latin typeface="Arial"/>
                  <a:ea typeface="Arial"/>
                  <a:cs typeface="Arial"/>
                </a:rPr>
                <a:t>κ = 2%, 20%, 100% controls relaxation eligibility. Curves connect achieved settings, not exact frontiers.</a:t>
              </a:r>
            </a:p>
          </p:txBody>
        </p:sp>
      </p:grpSp>
    </p:spTree>
    <p:extLst>
      <p:ext uri="{BB962C8B-B14F-4D97-AF65-F5344CB8AC3E}">
        <ns5:creationId val="1539452168"/>
      </p:ext>
    </p:extLst>
  </p:cSld>
</p:sld>
</file>

<file path=ppt/theme/theme1.xml><?xml version="1.0" encoding="utf-8"?>
<a:theme xmlns:a="http://schemas.openxmlformats.org/drawingml/2006/main" name="ChatGPT">
  <a:themeElements>
    <a:clrScheme name="ChatGPT">
      <a:dk1>
        <a:srgbClr val="000000"/>
      </a:dk1>
      <a:lt1>
        <a:srgbClr val="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
      <a:majorFont>
        <a:latin typeface="Aptos"/>
        <a:ea typeface=""/>
        <a:cs typeface=""/>
      </a:majorFont>
      <a:minorFont>
        <a:latin typeface="Aptos"/>
        <a:ea typeface=""/>
        <a:cs typeface=""/>
      </a:minorFont>
    </a:fontScheme>
    <a:fmtScheme name="ChatGPT">
      <a:fillStyleLst>
        <a:solidFill>
          <a:schemeClr val="phClr"/>
        </a:solidFill>
        <a:gradFill>
          <a:gsLst>
            <a:gs pos="0">
              <a:schemeClr val="phClr">
                <a:tint val="67000"/>
                <a:lumMod val="110000"/>
                <a:satMod val="105000"/>
              </a:schemeClr>
            </a:gs>
            <a:gs pos="50000">
              <a:schemeClr val="phClr">
                <a:tint val="73000"/>
                <a:lumMod val="105000"/>
                <a:satMod val="103000"/>
              </a:schemeClr>
            </a:gs>
            <a:gs pos="100000">
              <a:schemeClr val="phClr">
                <a:tint val="81000"/>
                <a:lumMod val="105000"/>
                <a:satMod val="109000"/>
              </a:schemeClr>
            </a:gs>
          </a:gsLst>
          <a:lin ang="5400000" scaled="0"/>
        </a:gradFill>
        <a:gradFill>
          <a:gsLst>
            <a:gs pos="0">
              <a:schemeClr val="phClr">
                <a:tint val="94000"/>
                <a:lumMod val="102000"/>
                <a:satMod val="103000"/>
              </a:schemeClr>
            </a:gs>
            <a:gs pos="50000">
              <a:schemeClr val="phClr">
                <a:shade val="100000"/>
                <a:lumMod val="100000"/>
                <a:satMod val="110000"/>
              </a:schemeClr>
            </a:gs>
            <a:gs pos="100000">
              <a:schemeClr val="phClr">
                <a:shade val="78000"/>
                <a:lumMod val="99000"/>
                <a:satMod val="120000"/>
              </a:schemeClr>
            </a:gs>
          </a:gsLst>
          <a:lin ang="5400000" scaled="0"/>
        </a:gradFill>
      </a:fillStyleLst>
      <a:lnStyleLst>
        <a:ln w="12700">
          <a:solidFill>
            <a:schemeClr val="phClr"/>
          </a:solidFill>
          <a:prstDash val="solid"/>
        </a:ln>
        <a:ln w="19050">
          <a:solidFill>
            <a:schemeClr val="phClr"/>
          </a:solidFill>
          <a:prstDash val="solid"/>
        </a:ln>
        <a:ln w="25400">
          <a:solidFill>
            <a:schemeClr val="phClr"/>
          </a:solidFill>
          <a:prstDash val="solid"/>
        </a:ln>
      </a:lnStyleLst>
      <a:effectStyleLst>
        <a:effectStyle>
          <a:effectLst/>
        </a:effectStyle>
        <a:effectStyle>
          <a:effectLst/>
        </a:effectStyle>
        <a:effectStyle>
          <a:effectLst>
            <a:outerShdw blurRad="57150" dist="19050" dir="5400000">
              <a:srgbClr val="000000">
                <a:alpha val="16000"/>
              </a:srgbClr>
            </a:outerShdw>
          </a:effectLst>
        </a:effectStyle>
        <a:effectStyle>
          <a:effectLst>
            <a:outerShdw blurRad="19050" dist="9525" dir="5400000">
              <a:srgbClr val="000000">
                <a:alpha val="6000"/>
              </a:srgbClr>
            </a:outerShdw>
          </a:effectLst>
        </a:effectStyle>
        <a:effectStyle>
          <a:effectLst>
            <a:outerShdw blurRad="28575" dist="9525" dir="5400000">
              <a:srgbClr val="000000">
                <a:alpha val="8000"/>
              </a:srgbClr>
            </a:outerShdw>
          </a:effectLst>
        </a:effectStyle>
        <a:effectStyle>
          <a:effectLst>
            <a:outerShdw blurRad="57150" dist="19050" dir="5400000">
              <a:srgbClr val="000000">
                <a:alpha val="10000"/>
              </a:srgbClr>
            </a:outerShdw>
          </a:effectLst>
        </a:effectStyle>
        <a:effectStyle>
          <a:effectLst>
            <a:outerShdw blurRad="114300" dist="38100" dir="5400000">
              <a:srgbClr val="000000">
                <a:alpha val="12000"/>
              </a:srgbClr>
            </a:outerShdw>
          </a:effectLst>
        </a:effectStyle>
        <a:effectStyle>
          <a:effectLst>
            <a:outerShdw blurRad="171450" dist="57150" dir="5400000">
              <a:srgbClr val="000000">
                <a:alpha val="16000"/>
              </a:srgbClr>
            </a:outerShdw>
          </a:effectLst>
        </a:effectStyle>
        <a:effectStyle>
          <a:effectLst>
            <a:outerShdw blurRad="266700" dist="95250" dir="5400000">
              <a:srgbClr val="000000">
                <a:alpha val="24000"/>
              </a:srgbClr>
            </a:outerShdw>
          </a:effectLst>
        </a:effectStyle>
      </a:effectStyleLst>
      <a:bgFillStyleLst>
        <a:solidFill>
          <a:schemeClr val="phClr"/>
        </a:solidFill>
        <a:solidFill>
          <a:schemeClr val="phClr">
            <a:tint val="95000"/>
            <a:satMod val="170000"/>
          </a:schemeClr>
        </a:solidFill>
        <a:gradFill>
          <a:gsLst>
            <a:gs pos="0">
              <a:schemeClr val="phClr">
                <a:tint val="93000"/>
                <a:shade val="98000"/>
                <a:lumMod val="102000"/>
                <a:satMod val="150000"/>
              </a:schemeClr>
            </a:gs>
            <a:gs pos="50000">
              <a:schemeClr val="phClr">
                <a:tint val="98000"/>
                <a:shade val="90000"/>
                <a:lumMod val="103000"/>
                <a:satMod val="130000"/>
              </a:schemeClr>
            </a:gs>
            <a:gs pos="100000">
              <a:schemeClr val="phClr">
                <a:shade val="63000"/>
                <a:satMod val="120000"/>
              </a:schemeClr>
            </a:gs>
          </a:gsLst>
          <a:lin ang="5400000" scaled="0"/>
        </a:gradFill>
      </a:bgFillStyleLst>
    </a:fmtScheme>
  </a:themeElements>
</a:theme>
</file>

<file path=docProps/app.xml><?xml version="1.0" encoding="utf-8"?>
<ap:Properties xmlns:ap="http://schemas.openxmlformats.org/officeDocument/2006/extended-properties">
  <ap:Application>Walnut Exporter</ap:Application>
  <ap:PresentationFormat>Converted Presentation</ap:PresentationFormat>
  <ap:Slides>0</ap:Slides>
  <ap:Notes>0</ap:Notes>
  <ap:HiddenSlides>0</ap:HiddenSlides>
  <ap:SharedDoc>false</ap:SharedDoc>
  <ap:DocSecurity>0</ap:DocSecurity>
</ap:Properties>
</file>

<file path=docProps/core.xml><?xml version="1.0" encoding="utf-8"?>
<coreProperties xmlns:dc="http://purl.org/dc/elements/1.1/" xmlns:dcterms="http://purl.org/dc/terms/" xmlns:xsi="http://www.w3.org/2001/XMLSchema-instance" xmlns="http://schemas.openxmlformats.org/package/2006/metadata/core-properties">
  <dc:creator>Walnut Exporter</dc:creator>
  <lastModifiedBy>Walnut Exporter</lastModifiedBy>
  <dc:title>Presentation</dc:title>
  <dcterms:created xsi:type="dcterms:W3CDTF">2026-10-22T01:56:58.5240000Z</dcterms:created>
  <dcterms:modified xsi:type="dcterms:W3CDTF">2026-10-22T01:56:58.5240000Z</dcterms:modified>
</coreProperties>
</file>